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charts/chart6.xml" ContentType="application/vnd.openxmlformats-officedocument.drawingml.chart+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charts/chart7.xml" ContentType="application/vnd.openxmlformats-officedocument.drawingml.chart+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charts/chart8.xml" ContentType="application/vnd.openxmlformats-officedocument.drawingml.chart+xml"/>
  <Override PartName="/ppt/charts/chart9.xml" ContentType="application/vnd.openxmlformats-officedocument.drawingml.chart+xml"/>
  <Override PartName="/ppt/notesSlides/notesSlide216.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charts/chart12.xml" ContentType="application/vnd.openxmlformats-officedocument.drawingml.chart+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charts/chart13.xml" ContentType="application/vnd.openxmlformats-officedocument.drawingml.chart+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charts/chart14.xml" ContentType="application/vnd.openxmlformats-officedocument.drawingml.chart+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notesSlides/notesSlide233.xml" ContentType="application/vnd.openxmlformats-officedocument.presentationml.notesSlide+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notesSlides/notesSlide236.xml" ContentType="application/vnd.openxmlformats-officedocument.presentationml.notesSlide+xml"/>
  <Override PartName="/ppt/charts/chart25.xml" ContentType="application/vnd.openxmlformats-officedocument.drawingml.chart+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charts/chart26.xml" ContentType="application/vnd.openxmlformats-officedocument.drawingml.chart+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charts/chart27.xml" ContentType="application/vnd.openxmlformats-officedocument.drawingml.chart+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charts/chart28.xml" ContentType="application/vnd.openxmlformats-officedocument.drawingml.chart+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Lst>
  <p:notesMasterIdLst>
    <p:notesMasterId r:id="rId332"/>
  </p:notesMasterIdLst>
  <p:handoutMasterIdLst>
    <p:handoutMasterId r:id="rId333"/>
  </p:handoutMasterIdLst>
  <p:sldIdLst>
    <p:sldId id="1507" r:id="rId2"/>
    <p:sldId id="1569" r:id="rId3"/>
    <p:sldId id="1570" r:id="rId4"/>
    <p:sldId id="1571" r:id="rId5"/>
    <p:sldId id="1572" r:id="rId6"/>
    <p:sldId id="1635" r:id="rId7"/>
    <p:sldId id="1634" r:id="rId8"/>
    <p:sldId id="1631" r:id="rId9"/>
    <p:sldId id="1632" r:id="rId10"/>
    <p:sldId id="1633" r:id="rId11"/>
    <p:sldId id="1573" r:id="rId12"/>
    <p:sldId id="1574" r:id="rId13"/>
    <p:sldId id="1636" r:id="rId14"/>
    <p:sldId id="1637" r:id="rId15"/>
    <p:sldId id="1638" r:id="rId16"/>
    <p:sldId id="1576" r:id="rId17"/>
    <p:sldId id="1577" r:id="rId18"/>
    <p:sldId id="1579" r:id="rId19"/>
    <p:sldId id="1580" r:id="rId20"/>
    <p:sldId id="1581" r:id="rId21"/>
    <p:sldId id="1585" r:id="rId22"/>
    <p:sldId id="1587" r:id="rId23"/>
    <p:sldId id="1590" r:id="rId24"/>
    <p:sldId id="1591" r:id="rId25"/>
    <p:sldId id="1592" r:id="rId26"/>
    <p:sldId id="1593" r:id="rId27"/>
    <p:sldId id="1594" r:id="rId28"/>
    <p:sldId id="1595" r:id="rId29"/>
    <p:sldId id="1596" r:id="rId30"/>
    <p:sldId id="1597" r:id="rId31"/>
    <p:sldId id="1598" r:id="rId32"/>
    <p:sldId id="1599" r:id="rId33"/>
    <p:sldId id="1600" r:id="rId34"/>
    <p:sldId id="1601" r:id="rId35"/>
    <p:sldId id="1602" r:id="rId36"/>
    <p:sldId id="1603" r:id="rId37"/>
    <p:sldId id="1604" r:id="rId38"/>
    <p:sldId id="1607" r:id="rId39"/>
    <p:sldId id="1608" r:id="rId40"/>
    <p:sldId id="1609" r:id="rId41"/>
    <p:sldId id="1610" r:id="rId42"/>
    <p:sldId id="1611" r:id="rId43"/>
    <p:sldId id="1612" r:id="rId44"/>
    <p:sldId id="1613" r:id="rId45"/>
    <p:sldId id="1614" r:id="rId46"/>
    <p:sldId id="1615" r:id="rId47"/>
    <p:sldId id="1900" r:id="rId48"/>
    <p:sldId id="1618" r:id="rId49"/>
    <p:sldId id="1619" r:id="rId50"/>
    <p:sldId id="1620" r:id="rId51"/>
    <p:sldId id="1621" r:id="rId52"/>
    <p:sldId id="1622" r:id="rId53"/>
    <p:sldId id="1623" r:id="rId54"/>
    <p:sldId id="1624" r:id="rId55"/>
    <p:sldId id="1625" r:id="rId56"/>
    <p:sldId id="1626" r:id="rId57"/>
    <p:sldId id="1550" r:id="rId58"/>
    <p:sldId id="1904" r:id="rId59"/>
    <p:sldId id="1905" r:id="rId60"/>
    <p:sldId id="1906" r:id="rId61"/>
    <p:sldId id="1907" r:id="rId62"/>
    <p:sldId id="1908" r:id="rId63"/>
    <p:sldId id="1909" r:id="rId64"/>
    <p:sldId id="1910" r:id="rId65"/>
    <p:sldId id="1911" r:id="rId66"/>
    <p:sldId id="1912" r:id="rId67"/>
    <p:sldId id="1921" r:id="rId68"/>
    <p:sldId id="1551" r:id="rId69"/>
    <p:sldId id="1913" r:id="rId70"/>
    <p:sldId id="1914" r:id="rId71"/>
    <p:sldId id="1915" r:id="rId72"/>
    <p:sldId id="1916" r:id="rId73"/>
    <p:sldId id="1917" r:id="rId74"/>
    <p:sldId id="1918" r:id="rId75"/>
    <p:sldId id="1919" r:id="rId76"/>
    <p:sldId id="1920" r:id="rId77"/>
    <p:sldId id="1922" r:id="rId78"/>
    <p:sldId id="1923" r:id="rId79"/>
    <p:sldId id="1924" r:id="rId80"/>
    <p:sldId id="1925" r:id="rId81"/>
    <p:sldId id="1962" r:id="rId82"/>
    <p:sldId id="1963" r:id="rId83"/>
    <p:sldId id="1964" r:id="rId84"/>
    <p:sldId id="1974" r:id="rId85"/>
    <p:sldId id="1552" r:id="rId86"/>
    <p:sldId id="1761" r:id="rId87"/>
    <p:sldId id="1734" r:id="rId88"/>
    <p:sldId id="1735" r:id="rId89"/>
    <p:sldId id="1736" r:id="rId90"/>
    <p:sldId id="1737" r:id="rId91"/>
    <p:sldId id="1738" r:id="rId92"/>
    <p:sldId id="1739" r:id="rId93"/>
    <p:sldId id="1740" r:id="rId94"/>
    <p:sldId id="1741" r:id="rId95"/>
    <p:sldId id="1715" r:id="rId96"/>
    <p:sldId id="1716" r:id="rId97"/>
    <p:sldId id="1717" r:id="rId98"/>
    <p:sldId id="1969" r:id="rId99"/>
    <p:sldId id="1970" r:id="rId100"/>
    <p:sldId id="1971" r:id="rId101"/>
    <p:sldId id="1972" r:id="rId102"/>
    <p:sldId id="1973" r:id="rId103"/>
    <p:sldId id="1553" r:id="rId104"/>
    <p:sldId id="1656" r:id="rId105"/>
    <p:sldId id="1657" r:id="rId106"/>
    <p:sldId id="1732" r:id="rId107"/>
    <p:sldId id="1733" r:id="rId108"/>
    <p:sldId id="1670" r:id="rId109"/>
    <p:sldId id="1835" r:id="rId110"/>
    <p:sldId id="1836" r:id="rId111"/>
    <p:sldId id="1901" r:id="rId112"/>
    <p:sldId id="1902" r:id="rId113"/>
    <p:sldId id="1903" r:id="rId114"/>
    <p:sldId id="1554" r:id="rId115"/>
    <p:sldId id="1790" r:id="rId116"/>
    <p:sldId id="1791" r:id="rId117"/>
    <p:sldId id="1792" r:id="rId118"/>
    <p:sldId id="1793" r:id="rId119"/>
    <p:sldId id="1794" r:id="rId120"/>
    <p:sldId id="1795" r:id="rId121"/>
    <p:sldId id="1796" r:id="rId122"/>
    <p:sldId id="1797" r:id="rId123"/>
    <p:sldId id="1798" r:id="rId124"/>
    <p:sldId id="1799" r:id="rId125"/>
    <p:sldId id="1555" r:id="rId126"/>
    <p:sldId id="1679" r:id="rId127"/>
    <p:sldId id="1975" r:id="rId128"/>
    <p:sldId id="1680" r:id="rId129"/>
    <p:sldId id="1774" r:id="rId130"/>
    <p:sldId id="1770" r:id="rId131"/>
    <p:sldId id="1681" r:id="rId132"/>
    <p:sldId id="1682" r:id="rId133"/>
    <p:sldId id="1683" r:id="rId134"/>
    <p:sldId id="1684" r:id="rId135"/>
    <p:sldId id="1776" r:id="rId136"/>
    <p:sldId id="1777" r:id="rId137"/>
    <p:sldId id="1686" r:id="rId138"/>
    <p:sldId id="1688" r:id="rId139"/>
    <p:sldId id="1689" r:id="rId140"/>
    <p:sldId id="1690" r:id="rId141"/>
    <p:sldId id="1691" r:id="rId142"/>
    <p:sldId id="1658" r:id="rId143"/>
    <p:sldId id="1659" r:id="rId144"/>
    <p:sldId id="1660" r:id="rId145"/>
    <p:sldId id="1556" r:id="rId146"/>
    <p:sldId id="1718" r:id="rId147"/>
    <p:sldId id="1719" r:id="rId148"/>
    <p:sldId id="1961" r:id="rId149"/>
    <p:sldId id="1728" r:id="rId150"/>
    <p:sldId id="1729" r:id="rId151"/>
    <p:sldId id="1730" r:id="rId152"/>
    <p:sldId id="1759" r:id="rId153"/>
    <p:sldId id="1743" r:id="rId154"/>
    <p:sldId id="1926" r:id="rId155"/>
    <p:sldId id="1965" r:id="rId156"/>
    <p:sldId id="1557" r:id="rId157"/>
    <p:sldId id="1661" r:id="rId158"/>
    <p:sldId id="1662" r:id="rId159"/>
    <p:sldId id="1668" r:id="rId160"/>
    <p:sldId id="1772" r:id="rId161"/>
    <p:sldId id="1773" r:id="rId162"/>
    <p:sldId id="1653" r:id="rId163"/>
    <p:sldId id="1558" r:id="rId164"/>
    <p:sldId id="1927" r:id="rId165"/>
    <p:sldId id="1767" r:id="rId166"/>
    <p:sldId id="1780" r:id="rId167"/>
    <p:sldId id="1781" r:id="rId168"/>
    <p:sldId id="1787" r:id="rId169"/>
    <p:sldId id="1804" r:id="rId170"/>
    <p:sldId id="1559" r:id="rId171"/>
    <p:sldId id="1692" r:id="rId172"/>
    <p:sldId id="1727" r:id="rId173"/>
    <p:sldId id="1748" r:id="rId174"/>
    <p:sldId id="1744" r:id="rId175"/>
    <p:sldId id="1745" r:id="rId176"/>
    <p:sldId id="1747" r:id="rId177"/>
    <p:sldId id="1721" r:id="rId178"/>
    <p:sldId id="1722" r:id="rId179"/>
    <p:sldId id="1723" r:id="rId180"/>
    <p:sldId id="1725" r:id="rId181"/>
    <p:sldId id="1726" r:id="rId182"/>
    <p:sldId id="1888" r:id="rId183"/>
    <p:sldId id="1889" r:id="rId184"/>
    <p:sldId id="1890" r:id="rId185"/>
    <p:sldId id="1891" r:id="rId186"/>
    <p:sldId id="1892" r:id="rId187"/>
    <p:sldId id="1893" r:id="rId188"/>
    <p:sldId id="1894" r:id="rId189"/>
    <p:sldId id="1895" r:id="rId190"/>
    <p:sldId id="1896" r:id="rId191"/>
    <p:sldId id="1897" r:id="rId192"/>
    <p:sldId id="1898" r:id="rId193"/>
    <p:sldId id="1899" r:id="rId194"/>
    <p:sldId id="1560" r:id="rId195"/>
    <p:sldId id="1698" r:id="rId196"/>
    <p:sldId id="1699" r:id="rId197"/>
    <p:sldId id="1700" r:id="rId198"/>
    <p:sldId id="1760" r:id="rId199"/>
    <p:sldId id="1754" r:id="rId200"/>
    <p:sldId id="1755" r:id="rId201"/>
    <p:sldId id="1756" r:id="rId202"/>
    <p:sldId id="1757" r:id="rId203"/>
    <p:sldId id="1838" r:id="rId204"/>
    <p:sldId id="1966" r:id="rId205"/>
    <p:sldId id="1982" r:id="rId206"/>
    <p:sldId id="1967" r:id="rId207"/>
    <p:sldId id="1968" r:id="rId208"/>
    <p:sldId id="1837" r:id="rId209"/>
    <p:sldId id="1561" r:id="rId210"/>
    <p:sldId id="1866" r:id="rId211"/>
    <p:sldId id="1867" r:id="rId212"/>
    <p:sldId id="1868" r:id="rId213"/>
    <p:sldId id="1869" r:id="rId214"/>
    <p:sldId id="1870" r:id="rId215"/>
    <p:sldId id="1768" r:id="rId216"/>
    <p:sldId id="1778" r:id="rId217"/>
    <p:sldId id="1562" r:id="rId218"/>
    <p:sldId id="1831" r:id="rId219"/>
    <p:sldId id="1832" r:id="rId220"/>
    <p:sldId id="1833" r:id="rId221"/>
    <p:sldId id="1834" r:id="rId222"/>
    <p:sldId id="1976" r:id="rId223"/>
    <p:sldId id="1977" r:id="rId224"/>
    <p:sldId id="1563" r:id="rId225"/>
    <p:sldId id="1714" r:id="rId226"/>
    <p:sldId id="1788" r:id="rId227"/>
    <p:sldId id="1789" r:id="rId228"/>
    <p:sldId id="1803" r:id="rId229"/>
    <p:sldId id="1864" r:id="rId230"/>
    <p:sldId id="1865" r:id="rId231"/>
    <p:sldId id="1978" r:id="rId232"/>
    <p:sldId id="1564" r:id="rId233"/>
    <p:sldId id="1704" r:id="rId234"/>
    <p:sldId id="1873" r:id="rId235"/>
    <p:sldId id="1875" r:id="rId236"/>
    <p:sldId id="1979" r:id="rId237"/>
    <p:sldId id="1980" r:id="rId238"/>
    <p:sldId id="1928" r:id="rId239"/>
    <p:sldId id="1929" r:id="rId240"/>
    <p:sldId id="1930" r:id="rId241"/>
    <p:sldId id="1931" r:id="rId242"/>
    <p:sldId id="1932" r:id="rId243"/>
    <p:sldId id="1933" r:id="rId244"/>
    <p:sldId id="1934" r:id="rId245"/>
    <p:sldId id="1935" r:id="rId246"/>
    <p:sldId id="1936" r:id="rId247"/>
    <p:sldId id="1937" r:id="rId248"/>
    <p:sldId id="1938" r:id="rId249"/>
    <p:sldId id="1939" r:id="rId250"/>
    <p:sldId id="1940" r:id="rId251"/>
    <p:sldId id="1941" r:id="rId252"/>
    <p:sldId id="1942" r:id="rId253"/>
    <p:sldId id="1943" r:id="rId254"/>
    <p:sldId id="1944" r:id="rId255"/>
    <p:sldId id="1945" r:id="rId256"/>
    <p:sldId id="1946" r:id="rId257"/>
    <p:sldId id="1947" r:id="rId258"/>
    <p:sldId id="1948" r:id="rId259"/>
    <p:sldId id="1949" r:id="rId260"/>
    <p:sldId id="1950" r:id="rId261"/>
    <p:sldId id="1951" r:id="rId262"/>
    <p:sldId id="1952" r:id="rId263"/>
    <p:sldId id="1953" r:id="rId264"/>
    <p:sldId id="1954" r:id="rId265"/>
    <p:sldId id="1955" r:id="rId266"/>
    <p:sldId id="1956" r:id="rId267"/>
    <p:sldId id="1957" r:id="rId268"/>
    <p:sldId id="1958" r:id="rId269"/>
    <p:sldId id="1959" r:id="rId270"/>
    <p:sldId id="1565" r:id="rId271"/>
    <p:sldId id="1749" r:id="rId272"/>
    <p:sldId id="1981" r:id="rId273"/>
    <p:sldId id="1824" r:id="rId274"/>
    <p:sldId id="1825" r:id="rId275"/>
    <p:sldId id="1826" r:id="rId276"/>
    <p:sldId id="1827" r:id="rId277"/>
    <p:sldId id="1829" r:id="rId278"/>
    <p:sldId id="1830" r:id="rId279"/>
    <p:sldId id="1566" r:id="rId280"/>
    <p:sldId id="1805" r:id="rId281"/>
    <p:sldId id="1806" r:id="rId282"/>
    <p:sldId id="1807" r:id="rId283"/>
    <p:sldId id="1808" r:id="rId284"/>
    <p:sldId id="1809" r:id="rId285"/>
    <p:sldId id="1810" r:id="rId286"/>
    <p:sldId id="1811" r:id="rId287"/>
    <p:sldId id="1812" r:id="rId288"/>
    <p:sldId id="1567" r:id="rId289"/>
    <p:sldId id="1641" r:id="rId290"/>
    <p:sldId id="1642" r:id="rId291"/>
    <p:sldId id="1643" r:id="rId292"/>
    <p:sldId id="1644" r:id="rId293"/>
    <p:sldId id="1645" r:id="rId294"/>
    <p:sldId id="1646" r:id="rId295"/>
    <p:sldId id="1647" r:id="rId296"/>
    <p:sldId id="1648" r:id="rId297"/>
    <p:sldId id="1655" r:id="rId298"/>
    <p:sldId id="1731" r:id="rId299"/>
    <p:sldId id="1775" r:id="rId300"/>
    <p:sldId id="1839" r:id="rId301"/>
    <p:sldId id="1840" r:id="rId302"/>
    <p:sldId id="1842" r:id="rId303"/>
    <p:sldId id="1844" r:id="rId304"/>
    <p:sldId id="1845" r:id="rId305"/>
    <p:sldId id="1847" r:id="rId306"/>
    <p:sldId id="1849" r:id="rId307"/>
    <p:sldId id="1850" r:id="rId308"/>
    <p:sldId id="1851" r:id="rId309"/>
    <p:sldId id="1853" r:id="rId310"/>
    <p:sldId id="1854" r:id="rId311"/>
    <p:sldId id="1855" r:id="rId312"/>
    <p:sldId id="1856" r:id="rId313"/>
    <p:sldId id="1857" r:id="rId314"/>
    <p:sldId id="1858" r:id="rId315"/>
    <p:sldId id="1860" r:id="rId316"/>
    <p:sldId id="1862" r:id="rId317"/>
    <p:sldId id="1713" r:id="rId318"/>
    <p:sldId id="1813" r:id="rId319"/>
    <p:sldId id="1814" r:id="rId320"/>
    <p:sldId id="1815" r:id="rId321"/>
    <p:sldId id="1750" r:id="rId322"/>
    <p:sldId id="1820" r:id="rId323"/>
    <p:sldId id="1819" r:id="rId324"/>
    <p:sldId id="1817" r:id="rId325"/>
    <p:sldId id="1821" r:id="rId326"/>
    <p:sldId id="1822" r:id="rId327"/>
    <p:sldId id="1816" r:id="rId328"/>
    <p:sldId id="1983" r:id="rId329"/>
    <p:sldId id="1823" r:id="rId330"/>
    <p:sldId id="1435" r:id="rId331"/>
  </p:sldIdLst>
  <p:sldSz cx="9144000" cy="5143500" type="screen16x9"/>
  <p:notesSz cx="9945688" cy="6858000"/>
  <p:defaultTextStyle>
    <a:defPPr>
      <a:defRPr lang="en-US"/>
    </a:defPPr>
    <a:lvl1pPr marL="0" algn="l" defTabSz="1031626" rtl="0" eaLnBrk="1" latinLnBrk="0" hangingPunct="1">
      <a:defRPr sz="2000" kern="1200">
        <a:solidFill>
          <a:schemeClr val="tx1"/>
        </a:solidFill>
        <a:latin typeface="+mn-lt"/>
        <a:ea typeface="+mn-ea"/>
        <a:cs typeface="+mn-cs"/>
      </a:defRPr>
    </a:lvl1pPr>
    <a:lvl2pPr marL="515813" algn="l" defTabSz="1031626" rtl="0" eaLnBrk="1" latinLnBrk="0" hangingPunct="1">
      <a:defRPr sz="2000" kern="1200">
        <a:solidFill>
          <a:schemeClr val="tx1"/>
        </a:solidFill>
        <a:latin typeface="+mn-lt"/>
        <a:ea typeface="+mn-ea"/>
        <a:cs typeface="+mn-cs"/>
      </a:defRPr>
    </a:lvl2pPr>
    <a:lvl3pPr marL="1031626" algn="l" defTabSz="1031626" rtl="0" eaLnBrk="1" latinLnBrk="0" hangingPunct="1">
      <a:defRPr sz="2000" kern="1200">
        <a:solidFill>
          <a:schemeClr val="tx1"/>
        </a:solidFill>
        <a:latin typeface="+mn-lt"/>
        <a:ea typeface="+mn-ea"/>
        <a:cs typeface="+mn-cs"/>
      </a:defRPr>
    </a:lvl3pPr>
    <a:lvl4pPr marL="1547439" algn="l" defTabSz="1031626" rtl="0" eaLnBrk="1" latinLnBrk="0" hangingPunct="1">
      <a:defRPr sz="2000" kern="1200">
        <a:solidFill>
          <a:schemeClr val="tx1"/>
        </a:solidFill>
        <a:latin typeface="+mn-lt"/>
        <a:ea typeface="+mn-ea"/>
        <a:cs typeface="+mn-cs"/>
      </a:defRPr>
    </a:lvl4pPr>
    <a:lvl5pPr marL="2063252" algn="l" defTabSz="1031626" rtl="0" eaLnBrk="1" latinLnBrk="0" hangingPunct="1">
      <a:defRPr sz="2000" kern="1200">
        <a:solidFill>
          <a:schemeClr val="tx1"/>
        </a:solidFill>
        <a:latin typeface="+mn-lt"/>
        <a:ea typeface="+mn-ea"/>
        <a:cs typeface="+mn-cs"/>
      </a:defRPr>
    </a:lvl5pPr>
    <a:lvl6pPr marL="2579065" algn="l" defTabSz="1031626" rtl="0" eaLnBrk="1" latinLnBrk="0" hangingPunct="1">
      <a:defRPr sz="2000" kern="1200">
        <a:solidFill>
          <a:schemeClr val="tx1"/>
        </a:solidFill>
        <a:latin typeface="+mn-lt"/>
        <a:ea typeface="+mn-ea"/>
        <a:cs typeface="+mn-cs"/>
      </a:defRPr>
    </a:lvl6pPr>
    <a:lvl7pPr marL="3094878" algn="l" defTabSz="1031626" rtl="0" eaLnBrk="1" latinLnBrk="0" hangingPunct="1">
      <a:defRPr sz="2000" kern="1200">
        <a:solidFill>
          <a:schemeClr val="tx1"/>
        </a:solidFill>
        <a:latin typeface="+mn-lt"/>
        <a:ea typeface="+mn-ea"/>
        <a:cs typeface="+mn-cs"/>
      </a:defRPr>
    </a:lvl7pPr>
    <a:lvl8pPr marL="3610691" algn="l" defTabSz="1031626" rtl="0" eaLnBrk="1" latinLnBrk="0" hangingPunct="1">
      <a:defRPr sz="2000" kern="1200">
        <a:solidFill>
          <a:schemeClr val="tx1"/>
        </a:solidFill>
        <a:latin typeface="+mn-lt"/>
        <a:ea typeface="+mn-ea"/>
        <a:cs typeface="+mn-cs"/>
      </a:defRPr>
    </a:lvl8pPr>
    <a:lvl9pPr marL="4126504" algn="l" defTabSz="1031626" rtl="0" eaLnBrk="1" latinLnBrk="0" hangingPunct="1">
      <a:defRPr sz="20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15:guide id="1" orient="horz" pos="2160">
          <p15:clr>
            <a:srgbClr val="A4A3A4"/>
          </p15:clr>
        </p15:guide>
        <p15:guide id="2" pos="3133">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D1D1D"/>
    <a:srgbClr val="237DB9"/>
    <a:srgbClr val="CCFFCC"/>
    <a:srgbClr val="836845"/>
    <a:srgbClr val="E8E8E8"/>
    <a:srgbClr val="E4E4E4"/>
    <a:srgbClr val="C4B16A"/>
    <a:srgbClr val="F5EFDF"/>
    <a:srgbClr val="D8CB9C"/>
    <a:srgbClr val="EBDEB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000" autoAdjust="0"/>
    <p:restoredTop sz="98746" autoAdjust="0"/>
  </p:normalViewPr>
  <p:slideViewPr>
    <p:cSldViewPr snapToObjects="1">
      <p:cViewPr varScale="1">
        <p:scale>
          <a:sx n="107" d="100"/>
          <a:sy n="107" d="100"/>
        </p:scale>
        <p:origin x="82" y="110"/>
      </p:cViewPr>
      <p:guideLst>
        <p:guide orient="horz" pos="1620"/>
        <p:guide pos="2880"/>
      </p:guideLst>
    </p:cSldViewPr>
  </p:slideViewPr>
  <p:outlineViewPr>
    <p:cViewPr>
      <p:scale>
        <a:sx n="33" d="100"/>
        <a:sy n="33" d="100"/>
      </p:scale>
      <p:origin x="0" y="13650"/>
    </p:cViewPr>
  </p:outlineViewPr>
  <p:notesTextViewPr>
    <p:cViewPr>
      <p:scale>
        <a:sx n="100" d="100"/>
        <a:sy n="100" d="100"/>
      </p:scale>
      <p:origin x="0" y="0"/>
    </p:cViewPr>
  </p:notesTextViewPr>
  <p:sorterViewPr>
    <p:cViewPr>
      <p:scale>
        <a:sx n="20" d="100"/>
        <a:sy n="20" d="100"/>
      </p:scale>
      <p:origin x="0" y="0"/>
    </p:cViewPr>
  </p:sorterViewPr>
  <p:notesViewPr>
    <p:cSldViewPr snapToObjects="1">
      <p:cViewPr varScale="1">
        <p:scale>
          <a:sx n="74" d="100"/>
          <a:sy n="74" d="100"/>
        </p:scale>
        <p:origin x="-1782" y="-96"/>
      </p:cViewPr>
      <p:guideLst>
        <p:guide orient="horz" pos="2160"/>
        <p:guide pos="3133"/>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viewProps" Target="viewProps.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tableStyles" Target="tableStyles.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microsoft.com/office/2016/11/relationships/changesInfo" Target="changesInfos/changesInfo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notesMaster" Target="notesMasters/notesMaster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handoutMaster" Target="handoutMasters/handoutMaster1.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presProps" Target="presProps.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theme" Target="theme/theme1.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idhu Suresh" userId="4ae048c3-b62e-4438-bfbb-c0218b1565e0" providerId="ADAL" clId="{05F1A4D3-354D-403E-8969-8D7C3B490CAA}"/>
    <pc:docChg chg="modSld">
      <pc:chgData name="Sidhu Suresh" userId="4ae048c3-b62e-4438-bfbb-c0218b1565e0" providerId="ADAL" clId="{05F1A4D3-354D-403E-8969-8D7C3B490CAA}" dt="2026-02-22T09:29:20.059" v="0" actId="1076"/>
      <pc:docMkLst>
        <pc:docMk/>
      </pc:docMkLst>
      <pc:sldChg chg="modSp mod">
        <pc:chgData name="Sidhu Suresh" userId="4ae048c3-b62e-4438-bfbb-c0218b1565e0" providerId="ADAL" clId="{05F1A4D3-354D-403E-8969-8D7C3B490CAA}" dt="2026-02-22T09:29:20.059" v="0" actId="1076"/>
        <pc:sldMkLst>
          <pc:docMk/>
          <pc:sldMk cId="0" sldId="1680"/>
        </pc:sldMkLst>
        <pc:grpChg chg="mod">
          <ac:chgData name="Sidhu Suresh" userId="4ae048c3-b62e-4438-bfbb-c0218b1565e0" providerId="ADAL" clId="{05F1A4D3-354D-403E-8969-8D7C3B490CAA}" dt="2026-02-22T09:29:20.059" v="0" actId="1076"/>
          <ac:grpSpMkLst>
            <pc:docMk/>
            <pc:sldMk cId="0" sldId="1680"/>
            <ac:grpSpMk id="3" creationId="{00000000-0000-0000-0000-000000000000}"/>
          </ac:grpSpMkLst>
        </pc:grp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28"/>
      <c:rAngAx val="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explosion val="7"/>
            <c:extLst>
              <c:ext xmlns:c16="http://schemas.microsoft.com/office/drawing/2014/chart" uri="{C3380CC4-5D6E-409C-BE32-E72D297353CC}">
                <c16:uniqueId val="{00000000-8306-41AC-B096-8EE3884C1320}"/>
              </c:ext>
            </c:extLst>
          </c:dPt>
          <c:dPt>
            <c:idx val="1"/>
            <c:bubble3D val="0"/>
            <c:spPr>
              <a:solidFill>
                <a:schemeClr val="bg1">
                  <a:lumMod val="75000"/>
                </a:schemeClr>
              </a:solidFill>
            </c:spPr>
            <c:extLst>
              <c:ext xmlns:c16="http://schemas.microsoft.com/office/drawing/2014/chart" uri="{C3380CC4-5D6E-409C-BE32-E72D297353CC}">
                <c16:uniqueId val="{00000002-8306-41AC-B096-8EE3884C1320}"/>
              </c:ext>
            </c:extLst>
          </c:dPt>
          <c:dLbls>
            <c:delete val="1"/>
          </c:dLbls>
          <c:cat>
            <c:numRef>
              <c:f>Sheet1!$A$2:$A$3</c:f>
              <c:numCache>
                <c:formatCode>General</c:formatCode>
                <c:ptCount val="2"/>
                <c:pt idx="0">
                  <c:v>2010</c:v>
                </c:pt>
                <c:pt idx="1">
                  <c:v>2012</c:v>
                </c:pt>
              </c:numCache>
            </c:numRef>
          </c:cat>
          <c:val>
            <c:numRef>
              <c:f>Sheet1!$B$2:$B$3</c:f>
              <c:numCache>
                <c:formatCode>0%</c:formatCode>
                <c:ptCount val="2"/>
                <c:pt idx="0">
                  <c:v>0.75000000000000233</c:v>
                </c:pt>
                <c:pt idx="1">
                  <c:v>0.25</c:v>
                </c:pt>
              </c:numCache>
            </c:numRef>
          </c:val>
          <c:extLst>
            <c:ext xmlns:c16="http://schemas.microsoft.com/office/drawing/2014/chart" uri="{C3380CC4-5D6E-409C-BE32-E72D297353CC}">
              <c16:uniqueId val="{00000003-8306-41AC-B096-8EE3884C1320}"/>
            </c:ext>
          </c:extLst>
        </c:ser>
        <c:dLbls>
          <c:showLegendKey val="0"/>
          <c:showVal val="1"/>
          <c:showCatName val="0"/>
          <c:showSerName val="0"/>
          <c:showPercent val="0"/>
          <c:showBubbleSize val="0"/>
          <c:showLeaderLines val="1"/>
        </c:dLbls>
      </c:pie3DChart>
    </c:plotArea>
    <c:plotVisOnly val="1"/>
    <c:dispBlanksAs val="gap"/>
    <c:showDLblsOverMax val="0"/>
  </c:chart>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28"/>
      <c:rAngAx val="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explosion val="7"/>
            <c:spPr>
              <a:solidFill>
                <a:schemeClr val="accent2"/>
              </a:solidFill>
            </c:spPr>
            <c:extLst>
              <c:ext xmlns:c16="http://schemas.microsoft.com/office/drawing/2014/chart" uri="{C3380CC4-5D6E-409C-BE32-E72D297353CC}">
                <c16:uniqueId val="{00000001-6A86-4FCF-A44D-97895DE5B0F4}"/>
              </c:ext>
            </c:extLst>
          </c:dPt>
          <c:dPt>
            <c:idx val="1"/>
            <c:bubble3D val="0"/>
            <c:spPr>
              <a:solidFill>
                <a:schemeClr val="bg1">
                  <a:lumMod val="75000"/>
                </a:schemeClr>
              </a:solidFill>
            </c:spPr>
            <c:extLst>
              <c:ext xmlns:c16="http://schemas.microsoft.com/office/drawing/2014/chart" uri="{C3380CC4-5D6E-409C-BE32-E72D297353CC}">
                <c16:uniqueId val="{00000003-6A86-4FCF-A44D-97895DE5B0F4}"/>
              </c:ext>
            </c:extLst>
          </c:dPt>
          <c:dLbls>
            <c:delete val="1"/>
          </c:dLbls>
          <c:cat>
            <c:numRef>
              <c:f>Sheet1!$A$2:$A$3</c:f>
              <c:numCache>
                <c:formatCode>General</c:formatCode>
                <c:ptCount val="2"/>
                <c:pt idx="0">
                  <c:v>2010</c:v>
                </c:pt>
                <c:pt idx="1">
                  <c:v>2012</c:v>
                </c:pt>
              </c:numCache>
            </c:numRef>
          </c:cat>
          <c:val>
            <c:numRef>
              <c:f>Sheet1!$B$2:$B$3</c:f>
              <c:numCache>
                <c:formatCode>0%</c:formatCode>
                <c:ptCount val="2"/>
                <c:pt idx="0">
                  <c:v>0.60000000000000064</c:v>
                </c:pt>
                <c:pt idx="1">
                  <c:v>0.4</c:v>
                </c:pt>
              </c:numCache>
            </c:numRef>
          </c:val>
          <c:extLst>
            <c:ext xmlns:c16="http://schemas.microsoft.com/office/drawing/2014/chart" uri="{C3380CC4-5D6E-409C-BE32-E72D297353CC}">
              <c16:uniqueId val="{00000004-6A86-4FCF-A44D-97895DE5B0F4}"/>
            </c:ext>
          </c:extLst>
        </c:ser>
        <c:dLbls>
          <c:showLegendKey val="0"/>
          <c:showVal val="1"/>
          <c:showCatName val="0"/>
          <c:showSerName val="0"/>
          <c:showPercent val="0"/>
          <c:showBubbleSize val="0"/>
          <c:showLeaderLines val="1"/>
        </c:dLbls>
      </c:pie3DChart>
    </c:plotArea>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28"/>
      <c:rAngAx val="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explosion val="7"/>
            <c:spPr>
              <a:solidFill>
                <a:schemeClr val="accent3"/>
              </a:solidFill>
            </c:spPr>
            <c:extLst>
              <c:ext xmlns:c16="http://schemas.microsoft.com/office/drawing/2014/chart" uri="{C3380CC4-5D6E-409C-BE32-E72D297353CC}">
                <c16:uniqueId val="{00000001-2424-421C-8B9F-026B83D694CD}"/>
              </c:ext>
            </c:extLst>
          </c:dPt>
          <c:dPt>
            <c:idx val="1"/>
            <c:bubble3D val="0"/>
            <c:spPr>
              <a:solidFill>
                <a:schemeClr val="bg1">
                  <a:lumMod val="75000"/>
                </a:schemeClr>
              </a:solidFill>
            </c:spPr>
            <c:extLst>
              <c:ext xmlns:c16="http://schemas.microsoft.com/office/drawing/2014/chart" uri="{C3380CC4-5D6E-409C-BE32-E72D297353CC}">
                <c16:uniqueId val="{00000003-2424-421C-8B9F-026B83D694CD}"/>
              </c:ext>
            </c:extLst>
          </c:dPt>
          <c:dLbls>
            <c:delete val="1"/>
          </c:dLbls>
          <c:cat>
            <c:numRef>
              <c:f>Sheet1!$A$2:$A$3</c:f>
              <c:numCache>
                <c:formatCode>General</c:formatCode>
                <c:ptCount val="2"/>
                <c:pt idx="0">
                  <c:v>2010</c:v>
                </c:pt>
                <c:pt idx="1">
                  <c:v>2012</c:v>
                </c:pt>
              </c:numCache>
            </c:numRef>
          </c:cat>
          <c:val>
            <c:numRef>
              <c:f>Sheet1!$B$2:$B$3</c:f>
              <c:numCache>
                <c:formatCode>0%</c:formatCode>
                <c:ptCount val="2"/>
                <c:pt idx="0">
                  <c:v>0.45</c:v>
                </c:pt>
                <c:pt idx="1">
                  <c:v>0.60000000000000064</c:v>
                </c:pt>
              </c:numCache>
            </c:numRef>
          </c:val>
          <c:extLst>
            <c:ext xmlns:c16="http://schemas.microsoft.com/office/drawing/2014/chart" uri="{C3380CC4-5D6E-409C-BE32-E72D297353CC}">
              <c16:uniqueId val="{00000004-2424-421C-8B9F-026B83D694CD}"/>
            </c:ext>
          </c:extLst>
        </c:ser>
        <c:dLbls>
          <c:showLegendKey val="0"/>
          <c:showVal val="1"/>
          <c:showCatName val="0"/>
          <c:showSerName val="0"/>
          <c:showPercent val="0"/>
          <c:showBubbleSize val="0"/>
          <c:showLeaderLines val="1"/>
        </c:dLbls>
      </c:pie3DChart>
    </c:plotArea>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28"/>
      <c:rAngAx val="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explosion val="7"/>
            <c:spPr>
              <a:solidFill>
                <a:schemeClr val="accent4"/>
              </a:solidFill>
            </c:spPr>
            <c:extLst>
              <c:ext xmlns:c16="http://schemas.microsoft.com/office/drawing/2014/chart" uri="{C3380CC4-5D6E-409C-BE32-E72D297353CC}">
                <c16:uniqueId val="{00000001-2048-4529-98BE-29AA2B733980}"/>
              </c:ext>
            </c:extLst>
          </c:dPt>
          <c:dPt>
            <c:idx val="1"/>
            <c:bubble3D val="0"/>
            <c:spPr>
              <a:solidFill>
                <a:schemeClr val="bg1">
                  <a:lumMod val="75000"/>
                </a:schemeClr>
              </a:solidFill>
            </c:spPr>
            <c:extLst>
              <c:ext xmlns:c16="http://schemas.microsoft.com/office/drawing/2014/chart" uri="{C3380CC4-5D6E-409C-BE32-E72D297353CC}">
                <c16:uniqueId val="{00000003-2048-4529-98BE-29AA2B733980}"/>
              </c:ext>
            </c:extLst>
          </c:dPt>
          <c:dLbls>
            <c:delete val="1"/>
          </c:dLbls>
          <c:cat>
            <c:numRef>
              <c:f>Sheet1!$A$2:$A$3</c:f>
              <c:numCache>
                <c:formatCode>General</c:formatCode>
                <c:ptCount val="2"/>
                <c:pt idx="0">
                  <c:v>2010</c:v>
                </c:pt>
                <c:pt idx="1">
                  <c:v>2012</c:v>
                </c:pt>
              </c:numCache>
            </c:numRef>
          </c:cat>
          <c:val>
            <c:numRef>
              <c:f>Sheet1!$B$2:$B$3</c:f>
              <c:numCache>
                <c:formatCode>0%</c:formatCode>
                <c:ptCount val="2"/>
                <c:pt idx="0">
                  <c:v>0.2</c:v>
                </c:pt>
                <c:pt idx="1">
                  <c:v>0.8</c:v>
                </c:pt>
              </c:numCache>
            </c:numRef>
          </c:val>
          <c:extLst>
            <c:ext xmlns:c16="http://schemas.microsoft.com/office/drawing/2014/chart" uri="{C3380CC4-5D6E-409C-BE32-E72D297353CC}">
              <c16:uniqueId val="{00000004-2048-4529-98BE-29AA2B733980}"/>
            </c:ext>
          </c:extLst>
        </c:ser>
        <c:dLbls>
          <c:showLegendKey val="0"/>
          <c:showVal val="1"/>
          <c:showCatName val="0"/>
          <c:showSerName val="0"/>
          <c:showPercent val="0"/>
          <c:showBubbleSize val="0"/>
          <c:showLeaderLines val="1"/>
        </c:dLbls>
      </c:pie3DChart>
    </c:plotArea>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28"/>
      <c:rAngAx val="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explosion val="7"/>
            <c:spPr>
              <a:solidFill>
                <a:schemeClr val="accent5"/>
              </a:solidFill>
            </c:spPr>
            <c:extLst>
              <c:ext xmlns:c16="http://schemas.microsoft.com/office/drawing/2014/chart" uri="{C3380CC4-5D6E-409C-BE32-E72D297353CC}">
                <c16:uniqueId val="{00000001-5323-4D36-BEA8-61C2FF7139AA}"/>
              </c:ext>
            </c:extLst>
          </c:dPt>
          <c:dPt>
            <c:idx val="1"/>
            <c:bubble3D val="0"/>
            <c:spPr>
              <a:solidFill>
                <a:schemeClr val="bg1">
                  <a:lumMod val="75000"/>
                </a:schemeClr>
              </a:solidFill>
            </c:spPr>
            <c:extLst>
              <c:ext xmlns:c16="http://schemas.microsoft.com/office/drawing/2014/chart" uri="{C3380CC4-5D6E-409C-BE32-E72D297353CC}">
                <c16:uniqueId val="{00000003-5323-4D36-BEA8-61C2FF7139AA}"/>
              </c:ext>
            </c:extLst>
          </c:dPt>
          <c:dLbls>
            <c:delete val="1"/>
          </c:dLbls>
          <c:cat>
            <c:numRef>
              <c:f>Sheet1!$A$2:$A$3</c:f>
              <c:numCache>
                <c:formatCode>General</c:formatCode>
                <c:ptCount val="2"/>
                <c:pt idx="0">
                  <c:v>2010</c:v>
                </c:pt>
                <c:pt idx="1">
                  <c:v>2012</c:v>
                </c:pt>
              </c:numCache>
            </c:numRef>
          </c:cat>
          <c:val>
            <c:numRef>
              <c:f>Sheet1!$B$2:$B$3</c:f>
              <c:numCache>
                <c:formatCode>0%</c:formatCode>
                <c:ptCount val="2"/>
                <c:pt idx="0">
                  <c:v>0.9</c:v>
                </c:pt>
                <c:pt idx="1">
                  <c:v>0.1</c:v>
                </c:pt>
              </c:numCache>
            </c:numRef>
          </c:val>
          <c:extLst>
            <c:ext xmlns:c16="http://schemas.microsoft.com/office/drawing/2014/chart" uri="{C3380CC4-5D6E-409C-BE32-E72D297353CC}">
              <c16:uniqueId val="{00000004-5323-4D36-BEA8-61C2FF7139AA}"/>
            </c:ext>
          </c:extLst>
        </c:ser>
        <c:dLbls>
          <c:showLegendKey val="0"/>
          <c:showVal val="1"/>
          <c:showCatName val="0"/>
          <c:showSerName val="0"/>
          <c:showPercent val="0"/>
          <c:showBubbleSize val="0"/>
          <c:showLeaderLines val="1"/>
        </c:dLbls>
      </c:pie3DChart>
    </c:plotArea>
    <c:plotVisOnly val="1"/>
    <c:dispBlanksAs val="gap"/>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cked"/>
        <c:varyColors val="0"/>
        <c:ser>
          <c:idx val="0"/>
          <c:order val="0"/>
          <c:tx>
            <c:strRef>
              <c:f>Sheet1!$B$1</c:f>
              <c:strCache>
                <c:ptCount val="1"/>
                <c:pt idx="0">
                  <c:v>Series 1</c:v>
                </c:pt>
              </c:strCache>
            </c:strRef>
          </c:tx>
          <c:cat>
            <c:strRef>
              <c:f>Sheet1!$A$2:$A$9</c:f>
              <c:strCache>
                <c:ptCount val="8"/>
                <c:pt idx="0">
                  <c:v>2010</c:v>
                </c:pt>
                <c:pt idx="1">
                  <c:v>2012</c:v>
                </c:pt>
                <c:pt idx="2">
                  <c:v>2013</c:v>
                </c:pt>
                <c:pt idx="3">
                  <c:v>2014</c:v>
                </c:pt>
                <c:pt idx="4">
                  <c:v>2015</c:v>
                </c:pt>
                <c:pt idx="5">
                  <c:v>2016</c:v>
                </c:pt>
                <c:pt idx="6">
                  <c:v>2017</c:v>
                </c:pt>
                <c:pt idx="7">
                  <c:v>2018</c:v>
                </c:pt>
              </c:strCache>
            </c:strRef>
          </c:cat>
          <c:val>
            <c:numRef>
              <c:f>Sheet1!$B$2:$B$9</c:f>
              <c:numCache>
                <c:formatCode>General</c:formatCode>
                <c:ptCount val="8"/>
                <c:pt idx="0">
                  <c:v>0</c:v>
                </c:pt>
                <c:pt idx="1">
                  <c:v>20</c:v>
                </c:pt>
                <c:pt idx="2">
                  <c:v>18</c:v>
                </c:pt>
                <c:pt idx="3">
                  <c:v>30</c:v>
                </c:pt>
                <c:pt idx="4">
                  <c:v>15</c:v>
                </c:pt>
                <c:pt idx="5">
                  <c:v>20</c:v>
                </c:pt>
                <c:pt idx="6">
                  <c:v>25</c:v>
                </c:pt>
                <c:pt idx="7">
                  <c:v>30</c:v>
                </c:pt>
              </c:numCache>
            </c:numRef>
          </c:val>
          <c:extLst>
            <c:ext xmlns:c16="http://schemas.microsoft.com/office/drawing/2014/chart" uri="{C3380CC4-5D6E-409C-BE32-E72D297353CC}">
              <c16:uniqueId val="{00000000-73AF-4480-8ACB-12A0234D99F3}"/>
            </c:ext>
          </c:extLst>
        </c:ser>
        <c:ser>
          <c:idx val="1"/>
          <c:order val="1"/>
          <c:tx>
            <c:strRef>
              <c:f>Sheet1!$C$1</c:f>
              <c:strCache>
                <c:ptCount val="1"/>
                <c:pt idx="0">
                  <c:v>Series 2</c:v>
                </c:pt>
              </c:strCache>
            </c:strRef>
          </c:tx>
          <c:cat>
            <c:strRef>
              <c:f>Sheet1!$A$2:$A$9</c:f>
              <c:strCache>
                <c:ptCount val="8"/>
                <c:pt idx="0">
                  <c:v>2010</c:v>
                </c:pt>
                <c:pt idx="1">
                  <c:v>2012</c:v>
                </c:pt>
                <c:pt idx="2">
                  <c:v>2013</c:v>
                </c:pt>
                <c:pt idx="3">
                  <c:v>2014</c:v>
                </c:pt>
                <c:pt idx="4">
                  <c:v>2015</c:v>
                </c:pt>
                <c:pt idx="5">
                  <c:v>2016</c:v>
                </c:pt>
                <c:pt idx="6">
                  <c:v>2017</c:v>
                </c:pt>
                <c:pt idx="7">
                  <c:v>2018</c:v>
                </c:pt>
              </c:strCache>
            </c:strRef>
          </c:cat>
          <c:val>
            <c:numRef>
              <c:f>Sheet1!$C$2:$C$9</c:f>
              <c:numCache>
                <c:formatCode>General</c:formatCode>
                <c:ptCount val="8"/>
                <c:pt idx="0">
                  <c:v>15</c:v>
                </c:pt>
                <c:pt idx="1">
                  <c:v>12</c:v>
                </c:pt>
                <c:pt idx="2">
                  <c:v>10</c:v>
                </c:pt>
                <c:pt idx="3">
                  <c:v>21</c:v>
                </c:pt>
                <c:pt idx="4">
                  <c:v>28</c:v>
                </c:pt>
                <c:pt idx="5">
                  <c:v>30</c:v>
                </c:pt>
                <c:pt idx="6">
                  <c:v>28</c:v>
                </c:pt>
                <c:pt idx="7">
                  <c:v>35</c:v>
                </c:pt>
              </c:numCache>
            </c:numRef>
          </c:val>
          <c:extLst>
            <c:ext xmlns:c16="http://schemas.microsoft.com/office/drawing/2014/chart" uri="{C3380CC4-5D6E-409C-BE32-E72D297353CC}">
              <c16:uniqueId val="{00000001-73AF-4480-8ACB-12A0234D99F3}"/>
            </c:ext>
          </c:extLst>
        </c:ser>
        <c:ser>
          <c:idx val="2"/>
          <c:order val="2"/>
          <c:tx>
            <c:strRef>
              <c:f>Sheet1!$D$1</c:f>
              <c:strCache>
                <c:ptCount val="1"/>
                <c:pt idx="0">
                  <c:v>Series 3</c:v>
                </c:pt>
              </c:strCache>
            </c:strRef>
          </c:tx>
          <c:spPr>
            <a:ln w="25400">
              <a:noFill/>
            </a:ln>
          </c:spPr>
          <c:cat>
            <c:strRef>
              <c:f>Sheet1!$A$2:$A$9</c:f>
              <c:strCache>
                <c:ptCount val="8"/>
                <c:pt idx="0">
                  <c:v>2010</c:v>
                </c:pt>
                <c:pt idx="1">
                  <c:v>2012</c:v>
                </c:pt>
                <c:pt idx="2">
                  <c:v>2013</c:v>
                </c:pt>
                <c:pt idx="3">
                  <c:v>2014</c:v>
                </c:pt>
                <c:pt idx="4">
                  <c:v>2015</c:v>
                </c:pt>
                <c:pt idx="5">
                  <c:v>2016</c:v>
                </c:pt>
                <c:pt idx="6">
                  <c:v>2017</c:v>
                </c:pt>
                <c:pt idx="7">
                  <c:v>2018</c:v>
                </c:pt>
              </c:strCache>
            </c:strRef>
          </c:cat>
          <c:val>
            <c:numRef>
              <c:f>Sheet1!$D$2:$D$9</c:f>
              <c:numCache>
                <c:formatCode>General</c:formatCode>
                <c:ptCount val="8"/>
                <c:pt idx="0">
                  <c:v>25</c:v>
                </c:pt>
                <c:pt idx="1">
                  <c:v>10</c:v>
                </c:pt>
                <c:pt idx="2">
                  <c:v>5</c:v>
                </c:pt>
                <c:pt idx="3">
                  <c:v>15</c:v>
                </c:pt>
                <c:pt idx="4">
                  <c:v>40</c:v>
                </c:pt>
                <c:pt idx="5">
                  <c:v>20</c:v>
                </c:pt>
                <c:pt idx="6">
                  <c:v>30</c:v>
                </c:pt>
                <c:pt idx="7">
                  <c:v>35</c:v>
                </c:pt>
              </c:numCache>
            </c:numRef>
          </c:val>
          <c:extLst>
            <c:ext xmlns:c16="http://schemas.microsoft.com/office/drawing/2014/chart" uri="{C3380CC4-5D6E-409C-BE32-E72D297353CC}">
              <c16:uniqueId val="{00000002-73AF-4480-8ACB-12A0234D99F3}"/>
            </c:ext>
          </c:extLst>
        </c:ser>
        <c:ser>
          <c:idx val="3"/>
          <c:order val="3"/>
          <c:tx>
            <c:strRef>
              <c:f>Sheet1!$E$1</c:f>
              <c:strCache>
                <c:ptCount val="1"/>
                <c:pt idx="0">
                  <c:v>Series 4</c:v>
                </c:pt>
              </c:strCache>
            </c:strRef>
          </c:tx>
          <c:spPr>
            <a:ln w="25400">
              <a:noFill/>
            </a:ln>
          </c:spPr>
          <c:cat>
            <c:strRef>
              <c:f>Sheet1!$A$2:$A$9</c:f>
              <c:strCache>
                <c:ptCount val="8"/>
                <c:pt idx="0">
                  <c:v>2010</c:v>
                </c:pt>
                <c:pt idx="1">
                  <c:v>2012</c:v>
                </c:pt>
                <c:pt idx="2">
                  <c:v>2013</c:v>
                </c:pt>
                <c:pt idx="3">
                  <c:v>2014</c:v>
                </c:pt>
                <c:pt idx="4">
                  <c:v>2015</c:v>
                </c:pt>
                <c:pt idx="5">
                  <c:v>2016</c:v>
                </c:pt>
                <c:pt idx="6">
                  <c:v>2017</c:v>
                </c:pt>
                <c:pt idx="7">
                  <c:v>2018</c:v>
                </c:pt>
              </c:strCache>
            </c:strRef>
          </c:cat>
          <c:val>
            <c:numRef>
              <c:f>Sheet1!$E$2:$E$9</c:f>
              <c:numCache>
                <c:formatCode>General</c:formatCode>
                <c:ptCount val="8"/>
                <c:pt idx="0">
                  <c:v>0</c:v>
                </c:pt>
                <c:pt idx="1">
                  <c:v>25</c:v>
                </c:pt>
                <c:pt idx="2">
                  <c:v>30</c:v>
                </c:pt>
                <c:pt idx="3">
                  <c:v>35</c:v>
                </c:pt>
                <c:pt idx="4">
                  <c:v>40</c:v>
                </c:pt>
                <c:pt idx="5">
                  <c:v>42</c:v>
                </c:pt>
                <c:pt idx="6">
                  <c:v>35</c:v>
                </c:pt>
                <c:pt idx="7">
                  <c:v>32</c:v>
                </c:pt>
              </c:numCache>
            </c:numRef>
          </c:val>
          <c:extLst>
            <c:ext xmlns:c16="http://schemas.microsoft.com/office/drawing/2014/chart" uri="{C3380CC4-5D6E-409C-BE32-E72D297353CC}">
              <c16:uniqueId val="{00000003-73AF-4480-8ACB-12A0234D99F3}"/>
            </c:ext>
          </c:extLst>
        </c:ser>
        <c:dLbls>
          <c:showLegendKey val="0"/>
          <c:showVal val="0"/>
          <c:showCatName val="0"/>
          <c:showSerName val="0"/>
          <c:showPercent val="0"/>
          <c:showBubbleSize val="0"/>
        </c:dLbls>
        <c:axId val="270370688"/>
        <c:axId val="270372224"/>
      </c:areaChart>
      <c:catAx>
        <c:axId val="270370688"/>
        <c:scaling>
          <c:orientation val="minMax"/>
        </c:scaling>
        <c:delete val="0"/>
        <c:axPos val="b"/>
        <c:majorGridlines>
          <c:spPr>
            <a:ln>
              <a:solidFill>
                <a:schemeClr val="tx1">
                  <a:lumMod val="25000"/>
                  <a:lumOff val="75000"/>
                </a:schemeClr>
              </a:solidFill>
            </a:ln>
          </c:spPr>
        </c:majorGridlines>
        <c:numFmt formatCode="General" sourceLinked="1"/>
        <c:majorTickMark val="out"/>
        <c:minorTickMark val="none"/>
        <c:tickLblPos val="nextTo"/>
        <c:spPr>
          <a:ln>
            <a:solidFill>
              <a:schemeClr val="tx1">
                <a:lumMod val="25000"/>
                <a:lumOff val="75000"/>
              </a:schemeClr>
            </a:solidFill>
          </a:ln>
        </c:spPr>
        <c:crossAx val="270372224"/>
        <c:crosses val="autoZero"/>
        <c:auto val="1"/>
        <c:lblAlgn val="ctr"/>
        <c:lblOffset val="100"/>
        <c:noMultiLvlLbl val="0"/>
      </c:catAx>
      <c:valAx>
        <c:axId val="270372224"/>
        <c:scaling>
          <c:orientation val="minMax"/>
        </c:scaling>
        <c:delete val="0"/>
        <c:axPos val="l"/>
        <c:majorGridlines>
          <c:spPr>
            <a:ln>
              <a:solidFill>
                <a:schemeClr val="tx1">
                  <a:lumMod val="25000"/>
                  <a:lumOff val="75000"/>
                </a:schemeClr>
              </a:solidFill>
            </a:ln>
          </c:spPr>
        </c:majorGridlines>
        <c:numFmt formatCode="General" sourceLinked="1"/>
        <c:majorTickMark val="out"/>
        <c:minorTickMark val="none"/>
        <c:tickLblPos val="nextTo"/>
        <c:spPr>
          <a:ln>
            <a:solidFill>
              <a:schemeClr val="tx1">
                <a:lumMod val="25000"/>
                <a:lumOff val="75000"/>
              </a:schemeClr>
            </a:solidFill>
          </a:ln>
        </c:spPr>
        <c:txPr>
          <a:bodyPr/>
          <a:lstStyle/>
          <a:p>
            <a:pPr>
              <a:defRPr sz="1050"/>
            </a:pPr>
            <a:endParaRPr lang="en-US"/>
          </a:p>
        </c:txPr>
        <c:crossAx val="270370688"/>
        <c:crosses val="autoZero"/>
        <c:crossBetween val="midCat"/>
      </c:valAx>
      <c:spPr>
        <a:ln>
          <a:solidFill>
            <a:schemeClr val="tx1">
              <a:lumMod val="25000"/>
              <a:lumOff val="75000"/>
            </a:schemeClr>
          </a:solidFill>
        </a:ln>
      </c:spPr>
    </c:plotArea>
    <c:legend>
      <c:legendPos val="b"/>
      <c:overlay val="0"/>
    </c:legend>
    <c:plotVisOnly val="1"/>
    <c:dispBlanksAs val="zero"/>
    <c:showDLblsOverMax val="0"/>
  </c:chart>
  <c:txPr>
    <a:bodyPr/>
    <a:lstStyle/>
    <a:p>
      <a:pPr>
        <a:defRPr sz="1200">
          <a:solidFill>
            <a:schemeClr val="tx1">
              <a:lumMod val="50000"/>
              <a:lumOff val="50000"/>
            </a:schemeClr>
          </a:solidFill>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1-258A-4298-8B86-584BCB826298}"/>
              </c:ext>
            </c:extLst>
          </c:dPt>
          <c:dPt>
            <c:idx val="1"/>
            <c:bubble3D val="0"/>
            <c:spPr>
              <a:solidFill>
                <a:schemeClr val="accent4"/>
              </a:solidFill>
              <a:ln>
                <a:solidFill>
                  <a:schemeClr val="bg1"/>
                </a:solidFill>
              </a:ln>
            </c:spPr>
            <c:extLst>
              <c:ext xmlns:c16="http://schemas.microsoft.com/office/drawing/2014/chart" uri="{C3380CC4-5D6E-409C-BE32-E72D297353CC}">
                <c16:uniqueId val="{00000003-258A-4298-8B86-584BCB826298}"/>
              </c:ext>
            </c:extLst>
          </c:dPt>
          <c:dPt>
            <c:idx val="2"/>
            <c:bubble3D val="0"/>
            <c:spPr>
              <a:solidFill>
                <a:schemeClr val="accent3"/>
              </a:solidFill>
              <a:ln>
                <a:solidFill>
                  <a:schemeClr val="bg1"/>
                </a:solidFill>
              </a:ln>
            </c:spPr>
            <c:extLst>
              <c:ext xmlns:c16="http://schemas.microsoft.com/office/drawing/2014/chart" uri="{C3380CC4-5D6E-409C-BE32-E72D297353CC}">
                <c16:uniqueId val="{00000005-258A-4298-8B86-584BCB826298}"/>
              </c:ext>
            </c:extLst>
          </c:dPt>
          <c:dPt>
            <c:idx val="3"/>
            <c:bubble3D val="0"/>
            <c:spPr>
              <a:solidFill>
                <a:schemeClr val="accent2"/>
              </a:solidFill>
              <a:ln>
                <a:solidFill>
                  <a:schemeClr val="bg1"/>
                </a:solidFill>
              </a:ln>
            </c:spPr>
            <c:extLst>
              <c:ext xmlns:c16="http://schemas.microsoft.com/office/drawing/2014/chart" uri="{C3380CC4-5D6E-409C-BE32-E72D297353CC}">
                <c16:uniqueId val="{00000007-258A-4298-8B86-584BCB826298}"/>
              </c:ext>
            </c:extLst>
          </c:dPt>
          <c:cat>
            <c:strRef>
              <c:f>Sheet1!$A$2:$A$5</c:f>
              <c:strCache>
                <c:ptCount val="4"/>
                <c:pt idx="0">
                  <c:v>1st Qtr</c:v>
                </c:pt>
                <c:pt idx="1">
                  <c:v>2nd Qtr</c:v>
                </c:pt>
                <c:pt idx="2">
                  <c:v>1st Qtr</c:v>
                </c:pt>
                <c:pt idx="3">
                  <c:v>1st Qtr</c:v>
                </c:pt>
              </c:strCache>
            </c:strRef>
          </c:cat>
          <c:val>
            <c:numRef>
              <c:f>Sheet1!$B$2:$B$5</c:f>
              <c:numCache>
                <c:formatCode>General</c:formatCode>
                <c:ptCount val="4"/>
                <c:pt idx="0">
                  <c:v>30</c:v>
                </c:pt>
                <c:pt idx="1">
                  <c:v>45</c:v>
                </c:pt>
                <c:pt idx="2">
                  <c:v>20</c:v>
                </c:pt>
                <c:pt idx="3">
                  <c:v>10</c:v>
                </c:pt>
              </c:numCache>
            </c:numRef>
          </c:val>
          <c:extLst>
            <c:ext xmlns:c16="http://schemas.microsoft.com/office/drawing/2014/chart" uri="{C3380CC4-5D6E-409C-BE32-E72D297353CC}">
              <c16:uniqueId val="{00000008-258A-4298-8B86-584BCB826298}"/>
            </c:ext>
          </c:extLst>
        </c:ser>
        <c:dLbls>
          <c:showLegendKey val="0"/>
          <c:showVal val="0"/>
          <c:showCatName val="0"/>
          <c:showSerName val="0"/>
          <c:showPercent val="0"/>
          <c:showBubbleSize val="0"/>
          <c:showLeaderLines val="1"/>
        </c:dLbls>
        <c:firstSliceAng val="65"/>
        <c:holeSize val="33"/>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3DF-4CBE-9FBE-004147F5F353}"/>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3DF-4CBE-9FBE-004147F5F3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numRef>
              <c:f>Sheet1!$A$2</c:f>
              <c:numCache>
                <c:formatCode>General</c:formatCode>
                <c:ptCount val="1"/>
                <c:pt idx="0">
                  <c:v>2014</c:v>
                </c:pt>
              </c:numCache>
            </c:numRef>
          </c:cat>
          <c:val>
            <c:numRef>
              <c:f>Sheet1!$B$2</c:f>
              <c:numCache>
                <c:formatCode>General</c:formatCode>
                <c:ptCount val="1"/>
                <c:pt idx="0">
                  <c:v>100</c:v>
                </c:pt>
              </c:numCache>
            </c:numRef>
          </c:val>
          <c:extLst>
            <c:ext xmlns:c16="http://schemas.microsoft.com/office/drawing/2014/chart" uri="{C3380CC4-5D6E-409C-BE32-E72D297353CC}">
              <c16:uniqueId val="{00000002-E3DF-4CBE-9FBE-004147F5F353}"/>
            </c:ext>
          </c:extLst>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trendline>
            <c:trendlineType val="linear"/>
            <c:dispRSqr val="0"/>
            <c:dispEq val="0"/>
          </c:trendline>
          <c:cat>
            <c:numRef>
              <c:f>Sheet1!$A$2</c:f>
              <c:numCache>
                <c:formatCode>General</c:formatCode>
                <c:ptCount val="1"/>
                <c:pt idx="0">
                  <c:v>2014</c:v>
                </c:pt>
              </c:numCache>
            </c:numRef>
          </c:cat>
          <c:val>
            <c:numRef>
              <c:f>Sheet1!$C$2</c:f>
              <c:numCache>
                <c:formatCode>General</c:formatCode>
                <c:ptCount val="1"/>
                <c:pt idx="0">
                  <c:v>90</c:v>
                </c:pt>
              </c:numCache>
            </c:numRef>
          </c:val>
          <c:extLst>
            <c:ext xmlns:c16="http://schemas.microsoft.com/office/drawing/2014/chart" uri="{C3380CC4-5D6E-409C-BE32-E72D297353CC}">
              <c16:uniqueId val="{00000003-E3DF-4CBE-9FBE-004147F5F353}"/>
            </c:ext>
          </c:extLst>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pt idx="0">
                  <c:v>2014</c:v>
                </c:pt>
              </c:numCache>
            </c:numRef>
          </c:cat>
          <c:val>
            <c:numRef>
              <c:f>Sheet1!$D$2</c:f>
              <c:numCache>
                <c:formatCode>General</c:formatCode>
                <c:ptCount val="1"/>
                <c:pt idx="0">
                  <c:v>70</c:v>
                </c:pt>
              </c:numCache>
            </c:numRef>
          </c:val>
          <c:extLst>
            <c:ext xmlns:c16="http://schemas.microsoft.com/office/drawing/2014/chart" uri="{C3380CC4-5D6E-409C-BE32-E72D297353CC}">
              <c16:uniqueId val="{00000004-E3DF-4CBE-9FBE-004147F5F353}"/>
            </c:ext>
          </c:extLst>
        </c:ser>
        <c:ser>
          <c:idx val="3"/>
          <c:order val="3"/>
          <c:tx>
            <c:strRef>
              <c:f>Sheet1!$E$1</c:f>
              <c:strCache>
                <c:ptCount val="1"/>
                <c:pt idx="0">
                  <c:v>Series 32</c:v>
                </c:pt>
              </c:strCache>
            </c:strRef>
          </c:tx>
          <c:spPr>
            <a:scene3d>
              <a:camera prst="orthographicFront"/>
              <a:lightRig rig="threePt" dir="t"/>
            </a:scene3d>
            <a:sp3d/>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pt idx="0">
                  <c:v>2014</c:v>
                </c:pt>
              </c:numCache>
            </c:numRef>
          </c:cat>
          <c:val>
            <c:numRef>
              <c:f>Sheet1!$E$2</c:f>
              <c:numCache>
                <c:formatCode>General</c:formatCode>
                <c:ptCount val="1"/>
                <c:pt idx="0">
                  <c:v>50</c:v>
                </c:pt>
              </c:numCache>
            </c:numRef>
          </c:val>
          <c:extLst>
            <c:ext xmlns:c16="http://schemas.microsoft.com/office/drawing/2014/chart" uri="{C3380CC4-5D6E-409C-BE32-E72D297353CC}">
              <c16:uniqueId val="{00000005-E3DF-4CBE-9FBE-004147F5F353}"/>
            </c:ext>
          </c:extLst>
        </c:ser>
        <c:ser>
          <c:idx val="4"/>
          <c:order val="4"/>
          <c:tx>
            <c:strRef>
              <c:f>Sheet1!$F$1</c:f>
              <c:strCache>
                <c:ptCount val="1"/>
                <c:pt idx="0">
                  <c:v>Series 322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pt idx="0">
                  <c:v>2014</c:v>
                </c:pt>
              </c:numCache>
            </c:numRef>
          </c:cat>
          <c:val>
            <c:numRef>
              <c:f>Sheet1!$F$2</c:f>
              <c:numCache>
                <c:formatCode>General</c:formatCode>
                <c:ptCount val="1"/>
                <c:pt idx="0">
                  <c:v>20</c:v>
                </c:pt>
              </c:numCache>
            </c:numRef>
          </c:val>
          <c:extLst>
            <c:ext xmlns:c16="http://schemas.microsoft.com/office/drawing/2014/chart" uri="{C3380CC4-5D6E-409C-BE32-E72D297353CC}">
              <c16:uniqueId val="{00000006-E3DF-4CBE-9FBE-004147F5F353}"/>
            </c:ext>
          </c:extLst>
        </c:ser>
        <c:dLbls>
          <c:showLegendKey val="0"/>
          <c:showVal val="0"/>
          <c:showCatName val="0"/>
          <c:showSerName val="0"/>
          <c:showPercent val="0"/>
          <c:showBubbleSize val="0"/>
        </c:dLbls>
        <c:gapWidth val="178"/>
        <c:overlap val="-15"/>
        <c:axId val="312959744"/>
        <c:axId val="312961280"/>
      </c:barChart>
      <c:dateAx>
        <c:axId val="312959744"/>
        <c:scaling>
          <c:orientation val="minMax"/>
        </c:scaling>
        <c:delete val="0"/>
        <c:axPos val="b"/>
        <c:numFmt formatCode="General" sourceLinked="0"/>
        <c:majorTickMark val="out"/>
        <c:minorTickMark val="none"/>
        <c:tickLblPos val="nextTo"/>
        <c:spPr>
          <a:noFill/>
        </c:spPr>
        <c:txPr>
          <a:bodyPr anchor="t"/>
          <a:lstStyle/>
          <a:p>
            <a:pPr>
              <a:defRPr sz="1050"/>
            </a:pPr>
            <a:endParaRPr lang="en-US"/>
          </a:p>
        </c:txPr>
        <c:crossAx val="312961280"/>
        <c:crosses val="autoZero"/>
        <c:auto val="0"/>
        <c:lblOffset val="100"/>
        <c:baseTimeUnit val="days"/>
      </c:dateAx>
      <c:valAx>
        <c:axId val="312961280"/>
        <c:scaling>
          <c:orientation val="minMax"/>
        </c:scaling>
        <c:delete val="0"/>
        <c:axPos val="l"/>
        <c:majorGridlines>
          <c:spPr>
            <a:ln w="22225">
              <a:solidFill>
                <a:prstClr val="white">
                  <a:lumMod val="85000"/>
                  <a:alpha val="48000"/>
                </a:prstClr>
              </a:solidFill>
              <a:prstDash val="sysDot"/>
            </a:ln>
          </c:spPr>
        </c:majorGridlines>
        <c:numFmt formatCode="General" sourceLinked="0"/>
        <c:majorTickMark val="none"/>
        <c:minorTickMark val="in"/>
        <c:tickLblPos val="low"/>
        <c:spPr>
          <a:noFill/>
          <a:ln>
            <a:solidFill>
              <a:schemeClr val="bg1">
                <a:lumMod val="85000"/>
              </a:schemeClr>
            </a:solidFill>
          </a:ln>
        </c:spPr>
        <c:crossAx val="312959744"/>
        <c:crossesAt val="2014"/>
        <c:crossBetween val="between"/>
      </c:valAx>
    </c:plotArea>
    <c:plotVisOnly val="1"/>
    <c:dispBlanksAs val="gap"/>
    <c:showDLblsOverMax val="0"/>
  </c:chart>
  <c:txPr>
    <a:bodyPr/>
    <a:lstStyle/>
    <a:p>
      <a:pPr>
        <a:defRPr sz="1000" b="1">
          <a:solidFill>
            <a:schemeClr val="tx1">
              <a:lumMod val="65000"/>
              <a:lumOff val="35000"/>
            </a:schemeClr>
          </a:solidFill>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409-42C1-9F34-93522756F667}"/>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409-42C1-9F34-93522756F66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numRef>
              <c:f>Sheet1!$A$2</c:f>
              <c:numCache>
                <c:formatCode>General</c:formatCode>
                <c:ptCount val="1"/>
                <c:pt idx="0">
                  <c:v>2015</c:v>
                </c:pt>
              </c:numCache>
            </c:numRef>
          </c:cat>
          <c:val>
            <c:numRef>
              <c:f>Sheet1!$B$2</c:f>
              <c:numCache>
                <c:formatCode>General</c:formatCode>
                <c:ptCount val="1"/>
                <c:pt idx="0">
                  <c:v>100</c:v>
                </c:pt>
              </c:numCache>
            </c:numRef>
          </c:val>
          <c:extLst>
            <c:ext xmlns:c16="http://schemas.microsoft.com/office/drawing/2014/chart" uri="{C3380CC4-5D6E-409C-BE32-E72D297353CC}">
              <c16:uniqueId val="{00000002-3409-42C1-9F34-93522756F667}"/>
            </c:ext>
          </c:extLst>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trendline>
            <c:trendlineType val="linear"/>
            <c:dispRSqr val="0"/>
            <c:dispEq val="0"/>
          </c:trendline>
          <c:cat>
            <c:numRef>
              <c:f>Sheet1!$A$2</c:f>
              <c:numCache>
                <c:formatCode>General</c:formatCode>
                <c:ptCount val="1"/>
                <c:pt idx="0">
                  <c:v>2015</c:v>
                </c:pt>
              </c:numCache>
            </c:numRef>
          </c:cat>
          <c:val>
            <c:numRef>
              <c:f>Sheet1!$C$2</c:f>
              <c:numCache>
                <c:formatCode>General</c:formatCode>
                <c:ptCount val="1"/>
                <c:pt idx="0">
                  <c:v>90</c:v>
                </c:pt>
              </c:numCache>
            </c:numRef>
          </c:val>
          <c:extLst>
            <c:ext xmlns:c16="http://schemas.microsoft.com/office/drawing/2014/chart" uri="{C3380CC4-5D6E-409C-BE32-E72D297353CC}">
              <c16:uniqueId val="{00000003-3409-42C1-9F34-93522756F667}"/>
            </c:ext>
          </c:extLst>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pt idx="0">
                  <c:v>2015</c:v>
                </c:pt>
              </c:numCache>
            </c:numRef>
          </c:cat>
          <c:val>
            <c:numRef>
              <c:f>Sheet1!$D$2</c:f>
              <c:numCache>
                <c:formatCode>General</c:formatCode>
                <c:ptCount val="1"/>
                <c:pt idx="0">
                  <c:v>40</c:v>
                </c:pt>
              </c:numCache>
            </c:numRef>
          </c:val>
          <c:extLst>
            <c:ext xmlns:c16="http://schemas.microsoft.com/office/drawing/2014/chart" uri="{C3380CC4-5D6E-409C-BE32-E72D297353CC}">
              <c16:uniqueId val="{00000004-3409-42C1-9F34-93522756F667}"/>
            </c:ext>
          </c:extLst>
        </c:ser>
        <c:ser>
          <c:idx val="3"/>
          <c:order val="3"/>
          <c:tx>
            <c:strRef>
              <c:f>Sheet1!$E$1</c:f>
              <c:strCache>
                <c:ptCount val="1"/>
                <c:pt idx="0">
                  <c:v>Series 32</c:v>
                </c:pt>
              </c:strCache>
            </c:strRef>
          </c:tx>
          <c:spPr>
            <a:scene3d>
              <a:camera prst="orthographicFront"/>
              <a:lightRig rig="threePt" dir="t"/>
            </a:scene3d>
            <a:sp3d/>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pt idx="0">
                  <c:v>2015</c:v>
                </c:pt>
              </c:numCache>
            </c:numRef>
          </c:cat>
          <c:val>
            <c:numRef>
              <c:f>Sheet1!$E$2</c:f>
              <c:numCache>
                <c:formatCode>General</c:formatCode>
                <c:ptCount val="1"/>
                <c:pt idx="0">
                  <c:v>50</c:v>
                </c:pt>
              </c:numCache>
            </c:numRef>
          </c:val>
          <c:extLst>
            <c:ext xmlns:c16="http://schemas.microsoft.com/office/drawing/2014/chart" uri="{C3380CC4-5D6E-409C-BE32-E72D297353CC}">
              <c16:uniqueId val="{00000005-3409-42C1-9F34-93522756F667}"/>
            </c:ext>
          </c:extLst>
        </c:ser>
        <c:ser>
          <c:idx val="4"/>
          <c:order val="4"/>
          <c:tx>
            <c:strRef>
              <c:f>Sheet1!$F$1</c:f>
              <c:strCache>
                <c:ptCount val="1"/>
                <c:pt idx="0">
                  <c:v>Series 322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pt idx="0">
                  <c:v>2015</c:v>
                </c:pt>
              </c:numCache>
            </c:numRef>
          </c:cat>
          <c:val>
            <c:numRef>
              <c:f>Sheet1!$F$2</c:f>
              <c:numCache>
                <c:formatCode>General</c:formatCode>
                <c:ptCount val="1"/>
                <c:pt idx="0">
                  <c:v>100</c:v>
                </c:pt>
              </c:numCache>
            </c:numRef>
          </c:val>
          <c:extLst>
            <c:ext xmlns:c16="http://schemas.microsoft.com/office/drawing/2014/chart" uri="{C3380CC4-5D6E-409C-BE32-E72D297353CC}">
              <c16:uniqueId val="{00000006-3409-42C1-9F34-93522756F667}"/>
            </c:ext>
          </c:extLst>
        </c:ser>
        <c:dLbls>
          <c:showLegendKey val="0"/>
          <c:showVal val="0"/>
          <c:showCatName val="0"/>
          <c:showSerName val="0"/>
          <c:showPercent val="0"/>
          <c:showBubbleSize val="0"/>
        </c:dLbls>
        <c:gapWidth val="178"/>
        <c:overlap val="-15"/>
        <c:axId val="313367936"/>
        <c:axId val="313263232"/>
      </c:barChart>
      <c:dateAx>
        <c:axId val="313367936"/>
        <c:scaling>
          <c:orientation val="maxMin"/>
        </c:scaling>
        <c:delete val="0"/>
        <c:axPos val="b"/>
        <c:numFmt formatCode="General" sourceLinked="0"/>
        <c:majorTickMark val="out"/>
        <c:minorTickMark val="none"/>
        <c:tickLblPos val="nextTo"/>
        <c:spPr>
          <a:noFill/>
        </c:spPr>
        <c:txPr>
          <a:bodyPr anchor="t"/>
          <a:lstStyle/>
          <a:p>
            <a:pPr>
              <a:defRPr sz="1050"/>
            </a:pPr>
            <a:endParaRPr lang="en-US"/>
          </a:p>
        </c:txPr>
        <c:crossAx val="313263232"/>
        <c:crosses val="autoZero"/>
        <c:auto val="0"/>
        <c:lblOffset val="100"/>
        <c:baseTimeUnit val="days"/>
      </c:dateAx>
      <c:valAx>
        <c:axId val="313263232"/>
        <c:scaling>
          <c:orientation val="minMax"/>
        </c:scaling>
        <c:delete val="0"/>
        <c:axPos val="r"/>
        <c:majorGridlines>
          <c:spPr>
            <a:ln w="22225">
              <a:solidFill>
                <a:prstClr val="white">
                  <a:lumMod val="85000"/>
                  <a:alpha val="48000"/>
                </a:prstClr>
              </a:solidFill>
              <a:prstDash val="sysDot"/>
            </a:ln>
          </c:spPr>
        </c:majorGridlines>
        <c:numFmt formatCode="General" sourceLinked="0"/>
        <c:majorTickMark val="none"/>
        <c:minorTickMark val="in"/>
        <c:tickLblPos val="low"/>
        <c:spPr>
          <a:noFill/>
          <a:ln>
            <a:solidFill>
              <a:schemeClr val="bg1">
                <a:lumMod val="85000"/>
              </a:schemeClr>
            </a:solidFill>
          </a:ln>
        </c:spPr>
        <c:crossAx val="313367936"/>
        <c:crossesAt val="2014"/>
        <c:crossBetween val="between"/>
      </c:valAx>
    </c:plotArea>
    <c:plotVisOnly val="1"/>
    <c:dispBlanksAs val="gap"/>
    <c:showDLblsOverMax val="0"/>
  </c:chart>
  <c:txPr>
    <a:bodyPr/>
    <a:lstStyle/>
    <a:p>
      <a:pPr>
        <a:defRPr sz="1000" b="1">
          <a:solidFill>
            <a:schemeClr val="tx1">
              <a:lumMod val="65000"/>
              <a:lumOff val="35000"/>
            </a:schemeClr>
          </a:solidFill>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view3D>
      <c:rotX val="15"/>
      <c:rotY val="20"/>
      <c:rAngAx val="1"/>
    </c:view3D>
    <c:floor>
      <c:thickness val="0"/>
    </c:floor>
    <c:sideWall>
      <c:thickness val="0"/>
    </c:sideWall>
    <c:backWall>
      <c:thickness val="0"/>
    </c:backWall>
    <c:plotArea>
      <c:layout/>
      <c:bar3DChart>
        <c:barDir val="col"/>
        <c:grouping val="percentStack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C0C2-4D10-A798-27713E11F704}"/>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C0C2-4D10-A798-27713E11F704}"/>
            </c:ext>
          </c:extLst>
        </c:ser>
        <c:ser>
          <c:idx val="2"/>
          <c:order val="2"/>
          <c:tx>
            <c:strRef>
              <c:f>Sheet1!$D$1</c:f>
              <c:strCache>
                <c:ptCount val="1"/>
                <c:pt idx="0">
                  <c:v>Series 3</c:v>
                </c:pt>
              </c:strCache>
            </c:strRef>
          </c:tx>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C0C2-4D10-A798-27713E11F704}"/>
            </c:ext>
          </c:extLst>
        </c:ser>
        <c:ser>
          <c:idx val="3"/>
          <c:order val="3"/>
          <c:tx>
            <c:strRef>
              <c:f>Sheet1!$E$1</c:f>
              <c:strCache>
                <c:ptCount val="1"/>
                <c:pt idx="0">
                  <c:v>Series 4</c:v>
                </c:pt>
              </c:strCache>
            </c:strRef>
          </c:tx>
          <c:invertIfNegative val="0"/>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3-C0C2-4D10-A798-27713E11F704}"/>
            </c:ext>
          </c:extLst>
        </c:ser>
        <c:dLbls>
          <c:showLegendKey val="0"/>
          <c:showVal val="0"/>
          <c:showCatName val="0"/>
          <c:showSerName val="0"/>
          <c:showPercent val="0"/>
          <c:showBubbleSize val="0"/>
        </c:dLbls>
        <c:gapWidth val="159"/>
        <c:gapDepth val="402"/>
        <c:shape val="box"/>
        <c:axId val="312634752"/>
        <c:axId val="312640640"/>
        <c:axId val="0"/>
      </c:bar3DChart>
      <c:catAx>
        <c:axId val="312634752"/>
        <c:scaling>
          <c:orientation val="minMax"/>
        </c:scaling>
        <c:delete val="0"/>
        <c:axPos val="b"/>
        <c:numFmt formatCode="General" sourceLinked="0"/>
        <c:majorTickMark val="out"/>
        <c:minorTickMark val="none"/>
        <c:tickLblPos val="nextTo"/>
        <c:txPr>
          <a:bodyPr/>
          <a:lstStyle/>
          <a:p>
            <a:pPr>
              <a:defRPr sz="1200"/>
            </a:pPr>
            <a:endParaRPr lang="en-US"/>
          </a:p>
        </c:txPr>
        <c:crossAx val="312640640"/>
        <c:crosses val="autoZero"/>
        <c:auto val="1"/>
        <c:lblAlgn val="ctr"/>
        <c:lblOffset val="100"/>
        <c:noMultiLvlLbl val="0"/>
      </c:catAx>
      <c:valAx>
        <c:axId val="312640640"/>
        <c:scaling>
          <c:orientation val="minMax"/>
        </c:scaling>
        <c:delete val="0"/>
        <c:axPos val="l"/>
        <c:majorGridlines>
          <c:spPr>
            <a:ln>
              <a:solidFill>
                <a:schemeClr val="tx1">
                  <a:lumMod val="25000"/>
                  <a:lumOff val="75000"/>
                </a:schemeClr>
              </a:solidFill>
            </a:ln>
          </c:spPr>
        </c:majorGridlines>
        <c:numFmt formatCode="0%" sourceLinked="1"/>
        <c:majorTickMark val="out"/>
        <c:minorTickMark val="none"/>
        <c:tickLblPos val="nextTo"/>
        <c:txPr>
          <a:bodyPr/>
          <a:lstStyle/>
          <a:p>
            <a:pPr>
              <a:defRPr sz="1200"/>
            </a:pPr>
            <a:endParaRPr lang="en-US"/>
          </a:p>
        </c:txPr>
        <c:crossAx val="312634752"/>
        <c:crosses val="autoZero"/>
        <c:crossBetween val="between"/>
      </c:valAx>
    </c:plotArea>
    <c:legend>
      <c:legendPos val="b"/>
      <c:overlay val="0"/>
      <c:txPr>
        <a:bodyPr/>
        <a:lstStyle/>
        <a:p>
          <a:pPr>
            <a:defRPr sz="1200"/>
          </a:pPr>
          <a:endParaRPr lang="en-US"/>
        </a:p>
      </c:txPr>
    </c:legend>
    <c:plotVisOnly val="1"/>
    <c:dispBlanksAs val="gap"/>
    <c:showDLblsOverMax val="0"/>
  </c:chart>
  <c:txPr>
    <a:bodyPr/>
    <a:lstStyle/>
    <a:p>
      <a:pPr>
        <a:defRPr sz="1600">
          <a:solidFill>
            <a:schemeClr val="tx1">
              <a:lumMod val="50000"/>
              <a:lumOff val="50000"/>
            </a:schemeClr>
          </a:solidFill>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28"/>
      <c:rAngAx val="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explosion val="7"/>
            <c:extLst>
              <c:ext xmlns:c16="http://schemas.microsoft.com/office/drawing/2014/chart" uri="{C3380CC4-5D6E-409C-BE32-E72D297353CC}">
                <c16:uniqueId val="{00000000-731E-4B8A-9185-268942FB9F83}"/>
              </c:ext>
            </c:extLst>
          </c:dPt>
          <c:dLbls>
            <c:spPr>
              <a:noFill/>
              <a:ln>
                <a:noFill/>
              </a:ln>
              <a:effectLst/>
            </c:spPr>
            <c:txPr>
              <a:bodyPr/>
              <a:lstStyle/>
              <a:p>
                <a:pPr>
                  <a:defRPr sz="1600">
                    <a:solidFill>
                      <a:schemeClr val="bg1"/>
                    </a:solidFill>
                  </a:defRPr>
                </a:pPr>
                <a:endParaRPr lang="en-US"/>
              </a:p>
            </c:txPr>
            <c:dLblPos val="bestFit"/>
            <c:showLegendKey val="0"/>
            <c:showVal val="1"/>
            <c:showCatName val="0"/>
            <c:showSerName val="0"/>
            <c:showPercent val="0"/>
            <c:showBubbleSize val="0"/>
            <c:showLeaderLines val="1"/>
            <c:extLst>
              <c:ext xmlns:c15="http://schemas.microsoft.com/office/drawing/2012/chart" uri="{CE6537A1-D6FC-4f65-9D91-7224C49458BB}"/>
            </c:extLst>
          </c:dLbls>
          <c:cat>
            <c:numRef>
              <c:f>Sheet1!$A$2:$A$5</c:f>
              <c:numCache>
                <c:formatCode>General</c:formatCode>
                <c:ptCount val="4"/>
                <c:pt idx="0">
                  <c:v>2010</c:v>
                </c:pt>
                <c:pt idx="1">
                  <c:v>2012</c:v>
                </c:pt>
                <c:pt idx="2">
                  <c:v>2014</c:v>
                </c:pt>
                <c:pt idx="3">
                  <c:v>2015</c:v>
                </c:pt>
              </c:numCache>
            </c:numRef>
          </c:cat>
          <c:val>
            <c:numRef>
              <c:f>Sheet1!$B$2:$B$5</c:f>
              <c:numCache>
                <c:formatCode>0%</c:formatCode>
                <c:ptCount val="4"/>
                <c:pt idx="0">
                  <c:v>0.45</c:v>
                </c:pt>
                <c:pt idx="1">
                  <c:v>0.2</c:v>
                </c:pt>
                <c:pt idx="2">
                  <c:v>0.15000000000000024</c:v>
                </c:pt>
                <c:pt idx="3">
                  <c:v>0.2</c:v>
                </c:pt>
              </c:numCache>
            </c:numRef>
          </c:val>
          <c:extLst>
            <c:ext xmlns:c16="http://schemas.microsoft.com/office/drawing/2014/chart" uri="{C3380CC4-5D6E-409C-BE32-E72D297353CC}">
              <c16:uniqueId val="{00000001-731E-4B8A-9185-268942FB9F83}"/>
            </c:ext>
          </c:extLst>
        </c:ser>
        <c:dLbls>
          <c:showLegendKey val="0"/>
          <c:showVal val="1"/>
          <c:showCatName val="0"/>
          <c:showSerName val="0"/>
          <c:showPercent val="0"/>
          <c:showBubbleSize val="0"/>
          <c:showLeaderLines val="1"/>
        </c:dLbls>
      </c:pie3DChart>
    </c:plotArea>
    <c:legend>
      <c:legendPos val="b"/>
      <c:layout>
        <c:manualLayout>
          <c:xMode val="edge"/>
          <c:yMode val="edge"/>
          <c:x val="0.22434002201337735"/>
          <c:y val="0.84240480185878464"/>
          <c:w val="0.56744877656422199"/>
          <c:h val="9.9509487543565256E-2"/>
        </c:manualLayout>
      </c:layout>
      <c:overlay val="0"/>
      <c:txPr>
        <a:bodyPr/>
        <a:lstStyle/>
        <a:p>
          <a:pPr>
            <a:defRPr sz="1400">
              <a:solidFill>
                <a:schemeClr val="tx1">
                  <a:lumMod val="75000"/>
                  <a:lumOff val="25000"/>
                </a:schemeClr>
              </a:solidFill>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view3D>
      <c:rotX val="15"/>
      <c:rotY val="20"/>
      <c:rAngAx val="1"/>
    </c:view3D>
    <c:floor>
      <c:thickness val="0"/>
    </c:floor>
    <c:sideWall>
      <c:thickness val="0"/>
    </c:sideWall>
    <c:backWall>
      <c:thickness val="0"/>
    </c:backWall>
    <c:plotArea>
      <c:layout/>
      <c:bar3DChart>
        <c:barDir val="col"/>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1-DD01-4A3E-91B0-B50EC6491837}"/>
              </c:ext>
            </c:extLst>
          </c:dPt>
          <c:dPt>
            <c:idx val="2"/>
            <c:invertIfNegative val="0"/>
            <c:bubble3D val="0"/>
            <c:spPr>
              <a:solidFill>
                <a:schemeClr val="accent3"/>
              </a:solidFill>
            </c:spPr>
            <c:extLst>
              <c:ext xmlns:c16="http://schemas.microsoft.com/office/drawing/2014/chart" uri="{C3380CC4-5D6E-409C-BE32-E72D297353CC}">
                <c16:uniqueId val="{00000003-DD01-4A3E-91B0-B50EC6491837}"/>
              </c:ext>
            </c:extLst>
          </c:dPt>
          <c:dPt>
            <c:idx val="3"/>
            <c:invertIfNegative val="0"/>
            <c:bubble3D val="0"/>
            <c:spPr>
              <a:solidFill>
                <a:schemeClr val="accent4"/>
              </a:solidFill>
            </c:spPr>
            <c:extLst>
              <c:ext xmlns:c16="http://schemas.microsoft.com/office/drawing/2014/chart" uri="{C3380CC4-5D6E-409C-BE32-E72D297353CC}">
                <c16:uniqueId val="{00000005-DD01-4A3E-91B0-B50EC6491837}"/>
              </c:ext>
            </c:extLst>
          </c:dPt>
          <c:dPt>
            <c:idx val="4"/>
            <c:invertIfNegative val="0"/>
            <c:bubble3D val="0"/>
            <c:spPr>
              <a:solidFill>
                <a:schemeClr val="accent5"/>
              </a:solidFill>
            </c:spPr>
            <c:extLst>
              <c:ext xmlns:c16="http://schemas.microsoft.com/office/drawing/2014/chart" uri="{C3380CC4-5D6E-409C-BE32-E72D297353CC}">
                <c16:uniqueId val="{00000007-DD01-4A3E-91B0-B50EC6491837}"/>
              </c:ext>
            </c:extLst>
          </c:dPt>
          <c:dPt>
            <c:idx val="5"/>
            <c:invertIfNegative val="0"/>
            <c:bubble3D val="0"/>
            <c:spPr>
              <a:solidFill>
                <a:schemeClr val="accent6"/>
              </a:solidFill>
            </c:spPr>
            <c:extLst>
              <c:ext xmlns:c16="http://schemas.microsoft.com/office/drawing/2014/chart" uri="{C3380CC4-5D6E-409C-BE32-E72D297353CC}">
                <c16:uniqueId val="{00000009-DD01-4A3E-91B0-B50EC6491837}"/>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0%</c:formatCode>
                <c:ptCount val="6"/>
                <c:pt idx="0">
                  <c:v>2</c:v>
                </c:pt>
                <c:pt idx="1">
                  <c:v>2.5</c:v>
                </c:pt>
                <c:pt idx="2">
                  <c:v>3.5</c:v>
                </c:pt>
                <c:pt idx="3">
                  <c:v>8</c:v>
                </c:pt>
                <c:pt idx="4">
                  <c:v>6</c:v>
                </c:pt>
                <c:pt idx="5">
                  <c:v>2</c:v>
                </c:pt>
              </c:numCache>
            </c:numRef>
          </c:val>
          <c:extLst>
            <c:ext xmlns:c16="http://schemas.microsoft.com/office/drawing/2014/chart" uri="{C3380CC4-5D6E-409C-BE32-E72D297353CC}">
              <c16:uniqueId val="{0000000A-DD01-4A3E-91B0-B50EC6491837}"/>
            </c:ext>
          </c:extLst>
        </c:ser>
        <c:ser>
          <c:idx val="1"/>
          <c:order val="1"/>
          <c:tx>
            <c:strRef>
              <c:f>Sheet1!$C$1</c:f>
              <c:strCache>
                <c:ptCount val="1"/>
                <c:pt idx="0">
                  <c:v>Series 2</c:v>
                </c:pt>
              </c:strCache>
            </c:strRef>
          </c:tx>
          <c:spPr>
            <a:solidFill>
              <a:srgbClr val="237DB9">
                <a:alpha val="58039"/>
              </a:srgbClr>
            </a:solidFill>
          </c:spPr>
          <c:invertIfNegative val="0"/>
          <c:dPt>
            <c:idx val="1"/>
            <c:invertIfNegative val="0"/>
            <c:bubble3D val="0"/>
            <c:spPr>
              <a:solidFill>
                <a:schemeClr val="accent2">
                  <a:alpha val="58039"/>
                </a:schemeClr>
              </a:solidFill>
            </c:spPr>
            <c:extLst>
              <c:ext xmlns:c16="http://schemas.microsoft.com/office/drawing/2014/chart" uri="{C3380CC4-5D6E-409C-BE32-E72D297353CC}">
                <c16:uniqueId val="{0000000C-DD01-4A3E-91B0-B50EC6491837}"/>
              </c:ext>
            </c:extLst>
          </c:dPt>
          <c:dPt>
            <c:idx val="2"/>
            <c:invertIfNegative val="0"/>
            <c:bubble3D val="0"/>
            <c:spPr>
              <a:solidFill>
                <a:schemeClr val="accent3">
                  <a:alpha val="58039"/>
                </a:schemeClr>
              </a:solidFill>
            </c:spPr>
            <c:extLst>
              <c:ext xmlns:c16="http://schemas.microsoft.com/office/drawing/2014/chart" uri="{C3380CC4-5D6E-409C-BE32-E72D297353CC}">
                <c16:uniqueId val="{0000000E-DD01-4A3E-91B0-B50EC6491837}"/>
              </c:ext>
            </c:extLst>
          </c:dPt>
          <c:dPt>
            <c:idx val="3"/>
            <c:invertIfNegative val="0"/>
            <c:bubble3D val="0"/>
            <c:spPr>
              <a:solidFill>
                <a:schemeClr val="accent4">
                  <a:alpha val="58039"/>
                </a:schemeClr>
              </a:solidFill>
            </c:spPr>
            <c:extLst>
              <c:ext xmlns:c16="http://schemas.microsoft.com/office/drawing/2014/chart" uri="{C3380CC4-5D6E-409C-BE32-E72D297353CC}">
                <c16:uniqueId val="{00000010-DD01-4A3E-91B0-B50EC6491837}"/>
              </c:ext>
            </c:extLst>
          </c:dPt>
          <c:dPt>
            <c:idx val="4"/>
            <c:invertIfNegative val="0"/>
            <c:bubble3D val="0"/>
            <c:spPr>
              <a:solidFill>
                <a:schemeClr val="accent5">
                  <a:alpha val="58039"/>
                </a:schemeClr>
              </a:solidFill>
            </c:spPr>
            <c:extLst>
              <c:ext xmlns:c16="http://schemas.microsoft.com/office/drawing/2014/chart" uri="{C3380CC4-5D6E-409C-BE32-E72D297353CC}">
                <c16:uniqueId val="{00000012-DD01-4A3E-91B0-B50EC6491837}"/>
              </c:ext>
            </c:extLst>
          </c:dPt>
          <c:dPt>
            <c:idx val="5"/>
            <c:invertIfNegative val="0"/>
            <c:bubble3D val="0"/>
            <c:spPr>
              <a:solidFill>
                <a:schemeClr val="accent6">
                  <a:alpha val="58039"/>
                </a:schemeClr>
              </a:solidFill>
            </c:spPr>
            <c:extLst>
              <c:ext xmlns:c16="http://schemas.microsoft.com/office/drawing/2014/chart" uri="{C3380CC4-5D6E-409C-BE32-E72D297353CC}">
                <c16:uniqueId val="{00000014-DD01-4A3E-91B0-B50EC6491837}"/>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Sheet1!$C$2:$C$7</c:f>
              <c:numCache>
                <c:formatCode>0%</c:formatCode>
                <c:ptCount val="6"/>
                <c:pt idx="0">
                  <c:v>2</c:v>
                </c:pt>
                <c:pt idx="1">
                  <c:v>4.4000000000000004</c:v>
                </c:pt>
                <c:pt idx="2">
                  <c:v>1.8</c:v>
                </c:pt>
                <c:pt idx="3">
                  <c:v>2.8</c:v>
                </c:pt>
                <c:pt idx="4">
                  <c:v>8</c:v>
                </c:pt>
                <c:pt idx="5">
                  <c:v>10</c:v>
                </c:pt>
              </c:numCache>
            </c:numRef>
          </c:val>
          <c:extLst>
            <c:ext xmlns:c16="http://schemas.microsoft.com/office/drawing/2014/chart" uri="{C3380CC4-5D6E-409C-BE32-E72D297353CC}">
              <c16:uniqueId val="{00000015-DD01-4A3E-91B0-B50EC6491837}"/>
            </c:ext>
          </c:extLst>
        </c:ser>
        <c:dLbls>
          <c:showLegendKey val="0"/>
          <c:showVal val="0"/>
          <c:showCatName val="0"/>
          <c:showSerName val="0"/>
          <c:showPercent val="0"/>
          <c:showBubbleSize val="0"/>
        </c:dLbls>
        <c:gapWidth val="161"/>
        <c:gapDepth val="405"/>
        <c:shape val="box"/>
        <c:axId val="313815424"/>
        <c:axId val="313816960"/>
        <c:axId val="0"/>
      </c:bar3DChart>
      <c:catAx>
        <c:axId val="313815424"/>
        <c:scaling>
          <c:orientation val="minMax"/>
        </c:scaling>
        <c:delete val="0"/>
        <c:axPos val="b"/>
        <c:numFmt formatCode="General" sourceLinked="0"/>
        <c:majorTickMark val="out"/>
        <c:minorTickMark val="none"/>
        <c:tickLblPos val="nextTo"/>
        <c:txPr>
          <a:bodyPr/>
          <a:lstStyle/>
          <a:p>
            <a:pPr>
              <a:defRPr sz="1100"/>
            </a:pPr>
            <a:endParaRPr lang="en-US"/>
          </a:p>
        </c:txPr>
        <c:crossAx val="313816960"/>
        <c:crosses val="autoZero"/>
        <c:auto val="1"/>
        <c:lblAlgn val="ctr"/>
        <c:lblOffset val="100"/>
        <c:noMultiLvlLbl val="0"/>
      </c:catAx>
      <c:valAx>
        <c:axId val="313816960"/>
        <c:scaling>
          <c:orientation val="minMax"/>
        </c:scaling>
        <c:delete val="0"/>
        <c:axPos val="l"/>
        <c:majorGridlines>
          <c:spPr>
            <a:ln>
              <a:solidFill>
                <a:schemeClr val="tx1">
                  <a:lumMod val="25000"/>
                  <a:lumOff val="75000"/>
                </a:schemeClr>
              </a:solidFill>
            </a:ln>
          </c:spPr>
        </c:majorGridlines>
        <c:numFmt formatCode="0%" sourceLinked="1"/>
        <c:majorTickMark val="out"/>
        <c:minorTickMark val="none"/>
        <c:tickLblPos val="nextTo"/>
        <c:txPr>
          <a:bodyPr/>
          <a:lstStyle/>
          <a:p>
            <a:pPr>
              <a:defRPr sz="1200"/>
            </a:pPr>
            <a:endParaRPr lang="en-US"/>
          </a:p>
        </c:txPr>
        <c:crossAx val="313815424"/>
        <c:crosses val="autoZero"/>
        <c:crossBetween val="between"/>
      </c:valAx>
    </c:plotArea>
    <c:plotVisOnly val="1"/>
    <c:dispBlanksAs val="gap"/>
    <c:showDLblsOverMax val="0"/>
  </c:chart>
  <c:txPr>
    <a:bodyPr/>
    <a:lstStyle/>
    <a:p>
      <a:pPr>
        <a:defRPr sz="1600">
          <a:solidFill>
            <a:schemeClr val="tx1">
              <a:lumMod val="50000"/>
              <a:lumOff val="50000"/>
            </a:schemeClr>
          </a:solidFill>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cked"/>
        <c:varyColors val="0"/>
        <c:ser>
          <c:idx val="0"/>
          <c:order val="0"/>
          <c:tx>
            <c:strRef>
              <c:f>Sheet1!$B$1</c:f>
              <c:strCache>
                <c:ptCount val="1"/>
                <c:pt idx="0">
                  <c:v>Series 1</c:v>
                </c:pt>
              </c:strCache>
            </c:strRef>
          </c:tx>
          <c:cat>
            <c:strRef>
              <c:f>Sheet1!$A$2:$A$9</c:f>
              <c:strCache>
                <c:ptCount val="8"/>
                <c:pt idx="0">
                  <c:v>2010</c:v>
                </c:pt>
                <c:pt idx="1">
                  <c:v>2012</c:v>
                </c:pt>
                <c:pt idx="2">
                  <c:v>2013</c:v>
                </c:pt>
                <c:pt idx="3">
                  <c:v>2014</c:v>
                </c:pt>
                <c:pt idx="4">
                  <c:v>2015</c:v>
                </c:pt>
                <c:pt idx="5">
                  <c:v>2016</c:v>
                </c:pt>
                <c:pt idx="6">
                  <c:v>2017</c:v>
                </c:pt>
                <c:pt idx="7">
                  <c:v>2018</c:v>
                </c:pt>
              </c:strCache>
            </c:strRef>
          </c:cat>
          <c:val>
            <c:numRef>
              <c:f>Sheet1!$B$2:$B$9</c:f>
              <c:numCache>
                <c:formatCode>General</c:formatCode>
                <c:ptCount val="8"/>
                <c:pt idx="0">
                  <c:v>0</c:v>
                </c:pt>
                <c:pt idx="1">
                  <c:v>20</c:v>
                </c:pt>
                <c:pt idx="2">
                  <c:v>18</c:v>
                </c:pt>
                <c:pt idx="3">
                  <c:v>30</c:v>
                </c:pt>
                <c:pt idx="4">
                  <c:v>15</c:v>
                </c:pt>
                <c:pt idx="5">
                  <c:v>20</c:v>
                </c:pt>
                <c:pt idx="6">
                  <c:v>25</c:v>
                </c:pt>
                <c:pt idx="7">
                  <c:v>30</c:v>
                </c:pt>
              </c:numCache>
            </c:numRef>
          </c:val>
          <c:extLst>
            <c:ext xmlns:c16="http://schemas.microsoft.com/office/drawing/2014/chart" uri="{C3380CC4-5D6E-409C-BE32-E72D297353CC}">
              <c16:uniqueId val="{00000000-8835-4C00-B729-207A40BC8CF1}"/>
            </c:ext>
          </c:extLst>
        </c:ser>
        <c:ser>
          <c:idx val="1"/>
          <c:order val="1"/>
          <c:tx>
            <c:strRef>
              <c:f>Sheet1!$C$1</c:f>
              <c:strCache>
                <c:ptCount val="1"/>
                <c:pt idx="0">
                  <c:v>Series 2</c:v>
                </c:pt>
              </c:strCache>
            </c:strRef>
          </c:tx>
          <c:cat>
            <c:strRef>
              <c:f>Sheet1!$A$2:$A$9</c:f>
              <c:strCache>
                <c:ptCount val="8"/>
                <c:pt idx="0">
                  <c:v>2010</c:v>
                </c:pt>
                <c:pt idx="1">
                  <c:v>2012</c:v>
                </c:pt>
                <c:pt idx="2">
                  <c:v>2013</c:v>
                </c:pt>
                <c:pt idx="3">
                  <c:v>2014</c:v>
                </c:pt>
                <c:pt idx="4">
                  <c:v>2015</c:v>
                </c:pt>
                <c:pt idx="5">
                  <c:v>2016</c:v>
                </c:pt>
                <c:pt idx="6">
                  <c:v>2017</c:v>
                </c:pt>
                <c:pt idx="7">
                  <c:v>2018</c:v>
                </c:pt>
              </c:strCache>
            </c:strRef>
          </c:cat>
          <c:val>
            <c:numRef>
              <c:f>Sheet1!$C$2:$C$9</c:f>
              <c:numCache>
                <c:formatCode>General</c:formatCode>
                <c:ptCount val="8"/>
                <c:pt idx="0">
                  <c:v>15</c:v>
                </c:pt>
                <c:pt idx="1">
                  <c:v>12</c:v>
                </c:pt>
                <c:pt idx="2">
                  <c:v>10</c:v>
                </c:pt>
                <c:pt idx="3">
                  <c:v>21</c:v>
                </c:pt>
                <c:pt idx="4">
                  <c:v>28</c:v>
                </c:pt>
                <c:pt idx="5">
                  <c:v>30</c:v>
                </c:pt>
                <c:pt idx="6">
                  <c:v>28</c:v>
                </c:pt>
                <c:pt idx="7">
                  <c:v>35</c:v>
                </c:pt>
              </c:numCache>
            </c:numRef>
          </c:val>
          <c:extLst>
            <c:ext xmlns:c16="http://schemas.microsoft.com/office/drawing/2014/chart" uri="{C3380CC4-5D6E-409C-BE32-E72D297353CC}">
              <c16:uniqueId val="{00000001-8835-4C00-B729-207A40BC8CF1}"/>
            </c:ext>
          </c:extLst>
        </c:ser>
        <c:ser>
          <c:idx val="2"/>
          <c:order val="2"/>
          <c:tx>
            <c:strRef>
              <c:f>Sheet1!$D$1</c:f>
              <c:strCache>
                <c:ptCount val="1"/>
                <c:pt idx="0">
                  <c:v>Series 3</c:v>
                </c:pt>
              </c:strCache>
            </c:strRef>
          </c:tx>
          <c:spPr>
            <a:ln w="25400">
              <a:noFill/>
            </a:ln>
          </c:spPr>
          <c:cat>
            <c:strRef>
              <c:f>Sheet1!$A$2:$A$9</c:f>
              <c:strCache>
                <c:ptCount val="8"/>
                <c:pt idx="0">
                  <c:v>2010</c:v>
                </c:pt>
                <c:pt idx="1">
                  <c:v>2012</c:v>
                </c:pt>
                <c:pt idx="2">
                  <c:v>2013</c:v>
                </c:pt>
                <c:pt idx="3">
                  <c:v>2014</c:v>
                </c:pt>
                <c:pt idx="4">
                  <c:v>2015</c:v>
                </c:pt>
                <c:pt idx="5">
                  <c:v>2016</c:v>
                </c:pt>
                <c:pt idx="6">
                  <c:v>2017</c:v>
                </c:pt>
                <c:pt idx="7">
                  <c:v>2018</c:v>
                </c:pt>
              </c:strCache>
            </c:strRef>
          </c:cat>
          <c:val>
            <c:numRef>
              <c:f>Sheet1!$D$2:$D$9</c:f>
              <c:numCache>
                <c:formatCode>General</c:formatCode>
                <c:ptCount val="8"/>
                <c:pt idx="0">
                  <c:v>25</c:v>
                </c:pt>
                <c:pt idx="1">
                  <c:v>10</c:v>
                </c:pt>
                <c:pt idx="2">
                  <c:v>5</c:v>
                </c:pt>
                <c:pt idx="3">
                  <c:v>15</c:v>
                </c:pt>
                <c:pt idx="4">
                  <c:v>40</c:v>
                </c:pt>
                <c:pt idx="5">
                  <c:v>20</c:v>
                </c:pt>
                <c:pt idx="6">
                  <c:v>30</c:v>
                </c:pt>
                <c:pt idx="7">
                  <c:v>35</c:v>
                </c:pt>
              </c:numCache>
            </c:numRef>
          </c:val>
          <c:extLst>
            <c:ext xmlns:c16="http://schemas.microsoft.com/office/drawing/2014/chart" uri="{C3380CC4-5D6E-409C-BE32-E72D297353CC}">
              <c16:uniqueId val="{00000002-8835-4C00-B729-207A40BC8CF1}"/>
            </c:ext>
          </c:extLst>
        </c:ser>
        <c:ser>
          <c:idx val="3"/>
          <c:order val="3"/>
          <c:tx>
            <c:strRef>
              <c:f>Sheet1!$E$1</c:f>
              <c:strCache>
                <c:ptCount val="1"/>
                <c:pt idx="0">
                  <c:v>Series 4</c:v>
                </c:pt>
              </c:strCache>
            </c:strRef>
          </c:tx>
          <c:spPr>
            <a:ln w="25400">
              <a:noFill/>
            </a:ln>
          </c:spPr>
          <c:cat>
            <c:strRef>
              <c:f>Sheet1!$A$2:$A$9</c:f>
              <c:strCache>
                <c:ptCount val="8"/>
                <c:pt idx="0">
                  <c:v>2010</c:v>
                </c:pt>
                <c:pt idx="1">
                  <c:v>2012</c:v>
                </c:pt>
                <c:pt idx="2">
                  <c:v>2013</c:v>
                </c:pt>
                <c:pt idx="3">
                  <c:v>2014</c:v>
                </c:pt>
                <c:pt idx="4">
                  <c:v>2015</c:v>
                </c:pt>
                <c:pt idx="5">
                  <c:v>2016</c:v>
                </c:pt>
                <c:pt idx="6">
                  <c:v>2017</c:v>
                </c:pt>
                <c:pt idx="7">
                  <c:v>2018</c:v>
                </c:pt>
              </c:strCache>
            </c:strRef>
          </c:cat>
          <c:val>
            <c:numRef>
              <c:f>Sheet1!$E$2:$E$9</c:f>
              <c:numCache>
                <c:formatCode>General</c:formatCode>
                <c:ptCount val="8"/>
                <c:pt idx="0">
                  <c:v>0</c:v>
                </c:pt>
                <c:pt idx="1">
                  <c:v>25</c:v>
                </c:pt>
                <c:pt idx="2">
                  <c:v>30</c:v>
                </c:pt>
                <c:pt idx="3">
                  <c:v>35</c:v>
                </c:pt>
                <c:pt idx="4">
                  <c:v>40</c:v>
                </c:pt>
                <c:pt idx="5">
                  <c:v>42</c:v>
                </c:pt>
                <c:pt idx="6">
                  <c:v>35</c:v>
                </c:pt>
                <c:pt idx="7">
                  <c:v>32</c:v>
                </c:pt>
              </c:numCache>
            </c:numRef>
          </c:val>
          <c:extLst>
            <c:ext xmlns:c16="http://schemas.microsoft.com/office/drawing/2014/chart" uri="{C3380CC4-5D6E-409C-BE32-E72D297353CC}">
              <c16:uniqueId val="{00000003-8835-4C00-B729-207A40BC8CF1}"/>
            </c:ext>
          </c:extLst>
        </c:ser>
        <c:dLbls>
          <c:showLegendKey val="0"/>
          <c:showVal val="0"/>
          <c:showCatName val="0"/>
          <c:showSerName val="0"/>
          <c:showPercent val="0"/>
          <c:showBubbleSize val="0"/>
        </c:dLbls>
        <c:axId val="315204736"/>
        <c:axId val="315206272"/>
      </c:areaChart>
      <c:catAx>
        <c:axId val="315204736"/>
        <c:scaling>
          <c:orientation val="minMax"/>
        </c:scaling>
        <c:delete val="0"/>
        <c:axPos val="b"/>
        <c:majorGridlines>
          <c:spPr>
            <a:ln>
              <a:solidFill>
                <a:schemeClr val="tx1">
                  <a:lumMod val="25000"/>
                  <a:lumOff val="75000"/>
                </a:schemeClr>
              </a:solidFill>
            </a:ln>
          </c:spPr>
        </c:majorGridlines>
        <c:numFmt formatCode="General" sourceLinked="1"/>
        <c:majorTickMark val="out"/>
        <c:minorTickMark val="none"/>
        <c:tickLblPos val="nextTo"/>
        <c:spPr>
          <a:ln>
            <a:solidFill>
              <a:schemeClr val="tx1">
                <a:lumMod val="25000"/>
                <a:lumOff val="75000"/>
              </a:schemeClr>
            </a:solidFill>
          </a:ln>
        </c:spPr>
        <c:crossAx val="315206272"/>
        <c:crosses val="autoZero"/>
        <c:auto val="1"/>
        <c:lblAlgn val="ctr"/>
        <c:lblOffset val="100"/>
        <c:noMultiLvlLbl val="0"/>
      </c:catAx>
      <c:valAx>
        <c:axId val="315206272"/>
        <c:scaling>
          <c:orientation val="minMax"/>
        </c:scaling>
        <c:delete val="0"/>
        <c:axPos val="l"/>
        <c:majorGridlines>
          <c:spPr>
            <a:ln>
              <a:solidFill>
                <a:schemeClr val="tx1">
                  <a:lumMod val="25000"/>
                  <a:lumOff val="75000"/>
                </a:schemeClr>
              </a:solidFill>
            </a:ln>
          </c:spPr>
        </c:majorGridlines>
        <c:numFmt formatCode="General" sourceLinked="1"/>
        <c:majorTickMark val="out"/>
        <c:minorTickMark val="none"/>
        <c:tickLblPos val="nextTo"/>
        <c:spPr>
          <a:ln>
            <a:solidFill>
              <a:schemeClr val="tx1">
                <a:lumMod val="25000"/>
                <a:lumOff val="75000"/>
              </a:schemeClr>
            </a:solidFill>
          </a:ln>
        </c:spPr>
        <c:txPr>
          <a:bodyPr/>
          <a:lstStyle/>
          <a:p>
            <a:pPr>
              <a:defRPr sz="1050"/>
            </a:pPr>
            <a:endParaRPr lang="en-US"/>
          </a:p>
        </c:txPr>
        <c:crossAx val="315204736"/>
        <c:crosses val="autoZero"/>
        <c:crossBetween val="midCat"/>
      </c:valAx>
      <c:spPr>
        <a:ln>
          <a:solidFill>
            <a:schemeClr val="tx1">
              <a:lumMod val="25000"/>
              <a:lumOff val="75000"/>
            </a:schemeClr>
          </a:solidFill>
        </a:ln>
      </c:spPr>
    </c:plotArea>
    <c:legend>
      <c:legendPos val="b"/>
      <c:overlay val="0"/>
    </c:legend>
    <c:plotVisOnly val="1"/>
    <c:dispBlanksAs val="zero"/>
    <c:showDLblsOverMax val="0"/>
  </c:chart>
  <c:txPr>
    <a:bodyPr/>
    <a:lstStyle/>
    <a:p>
      <a:pPr>
        <a:defRPr sz="1200">
          <a:solidFill>
            <a:schemeClr val="tx1">
              <a:lumMod val="50000"/>
              <a:lumOff val="50000"/>
            </a:schemeClr>
          </a:solidFill>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accent1"/>
            </a:solidFill>
          </c:spPr>
          <c:dPt>
            <c:idx val="0"/>
            <c:bubble3D val="0"/>
            <c:spPr>
              <a:solidFill>
                <a:schemeClr val="accent3"/>
              </a:solidFill>
            </c:spPr>
            <c:extLst>
              <c:ext xmlns:c16="http://schemas.microsoft.com/office/drawing/2014/chart" uri="{C3380CC4-5D6E-409C-BE32-E72D297353CC}">
                <c16:uniqueId val="{00000001-C333-43E2-8C3B-7A5522C4E82C}"/>
              </c:ext>
            </c:extLst>
          </c:dPt>
          <c:dPt>
            <c:idx val="1"/>
            <c:bubble3D val="0"/>
            <c:spPr>
              <a:solidFill>
                <a:schemeClr val="accent4"/>
              </a:solidFill>
            </c:spPr>
            <c:extLst>
              <c:ext xmlns:c16="http://schemas.microsoft.com/office/drawing/2014/chart" uri="{C3380CC4-5D6E-409C-BE32-E72D297353CC}">
                <c16:uniqueId val="{00000003-C333-43E2-8C3B-7A5522C4E82C}"/>
              </c:ext>
            </c:extLst>
          </c:dPt>
          <c:dPt>
            <c:idx val="3"/>
            <c:bubble3D val="0"/>
            <c:spPr>
              <a:solidFill>
                <a:schemeClr val="accent2"/>
              </a:solidFill>
            </c:spPr>
            <c:extLst>
              <c:ext xmlns:c16="http://schemas.microsoft.com/office/drawing/2014/chart" uri="{C3380CC4-5D6E-409C-BE32-E72D297353CC}">
                <c16:uniqueId val="{00000005-C333-43E2-8C3B-7A5522C4E82C}"/>
              </c:ext>
            </c:extLst>
          </c:dPt>
          <c:dLbls>
            <c:dLbl>
              <c:idx val="0"/>
              <c:layout>
                <c:manualLayout>
                  <c:x val="-0.2239775590551181"/>
                  <c:y val="0.11303221188260559"/>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333-43E2-8C3B-7A5522C4E82C}"/>
                </c:ext>
              </c:extLst>
            </c:dLbl>
            <c:dLbl>
              <c:idx val="1"/>
              <c:layout>
                <c:manualLayout>
                  <c:x val="3.7971259842520012E-2"/>
                  <c:y val="-0.2696292054402290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333-43E2-8C3B-7A5522C4E82C}"/>
                </c:ext>
              </c:extLst>
            </c:dLbl>
            <c:dLbl>
              <c:idx val="2"/>
              <c:layout>
                <c:manualLayout>
                  <c:x val="0.15983989501312496"/>
                  <c:y val="6.738725841088073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333-43E2-8C3B-7A5522C4E82C}"/>
                </c:ext>
              </c:extLst>
            </c:dLbl>
            <c:dLbl>
              <c:idx val="3"/>
              <c:layout>
                <c:manualLayout>
                  <c:x val="9.5941469816273064E-2"/>
                  <c:y val="0.20323478883321441"/>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333-43E2-8C3B-7A5522C4E82C}"/>
                </c:ext>
              </c:extLst>
            </c:dLbl>
            <c:spPr>
              <a:noFill/>
              <a:ln>
                <a:noFill/>
              </a:ln>
              <a:effectLst/>
            </c:spPr>
            <c:showLegendKey val="0"/>
            <c:showVal val="1"/>
            <c:showCatName val="0"/>
            <c:showSerName val="0"/>
            <c:showPercent val="0"/>
            <c:showBubbleSize val="0"/>
            <c:showLeaderLines val="1"/>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0%</c:formatCode>
                <c:ptCount val="4"/>
                <c:pt idx="0">
                  <c:v>0.4</c:v>
                </c:pt>
                <c:pt idx="1">
                  <c:v>0.25</c:v>
                </c:pt>
                <c:pt idx="2">
                  <c:v>0.2</c:v>
                </c:pt>
                <c:pt idx="3">
                  <c:v>0.15000000000000024</c:v>
                </c:pt>
              </c:numCache>
            </c:numRef>
          </c:val>
          <c:extLst>
            <c:ext xmlns:c16="http://schemas.microsoft.com/office/drawing/2014/chart" uri="{C3380CC4-5D6E-409C-BE32-E72D297353CC}">
              <c16:uniqueId val="{00000007-C333-43E2-8C3B-7A5522C4E82C}"/>
            </c:ext>
          </c:extLst>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400">
          <a:solidFill>
            <a:schemeClr val="bg1"/>
          </a:solidFill>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1-3070-4314-966D-ABCADDDFB43E}"/>
              </c:ext>
            </c:extLst>
          </c:dPt>
          <c:dPt>
            <c:idx val="1"/>
            <c:bubble3D val="0"/>
            <c:spPr>
              <a:solidFill>
                <a:schemeClr val="accent1"/>
              </a:solidFill>
              <a:ln>
                <a:solidFill>
                  <a:schemeClr val="bg1"/>
                </a:solidFill>
              </a:ln>
            </c:spPr>
            <c:extLst>
              <c:ext xmlns:c16="http://schemas.microsoft.com/office/drawing/2014/chart" uri="{C3380CC4-5D6E-409C-BE32-E72D297353CC}">
                <c16:uniqueId val="{00000003-3070-4314-966D-ABCADDDFB43E}"/>
              </c:ext>
            </c:extLst>
          </c:dPt>
          <c:dPt>
            <c:idx val="2"/>
            <c:bubble3D val="0"/>
            <c:spPr>
              <a:solidFill>
                <a:schemeClr val="accent1"/>
              </a:solidFill>
              <a:ln>
                <a:solidFill>
                  <a:schemeClr val="bg1"/>
                </a:solidFill>
              </a:ln>
            </c:spPr>
            <c:extLst>
              <c:ext xmlns:c16="http://schemas.microsoft.com/office/drawing/2014/chart" uri="{C3380CC4-5D6E-409C-BE32-E72D297353CC}">
                <c16:uniqueId val="{00000005-3070-4314-966D-ABCADDDFB43E}"/>
              </c:ext>
            </c:extLst>
          </c:dPt>
          <c:dPt>
            <c:idx val="3"/>
            <c:bubble3D val="0"/>
            <c:spPr>
              <a:solidFill>
                <a:schemeClr val="accent1"/>
              </a:solidFill>
              <a:ln>
                <a:solidFill>
                  <a:schemeClr val="bg1"/>
                </a:solidFill>
              </a:ln>
            </c:spPr>
            <c:extLst>
              <c:ext xmlns:c16="http://schemas.microsoft.com/office/drawing/2014/chart" uri="{C3380CC4-5D6E-409C-BE32-E72D297353CC}">
                <c16:uniqueId val="{00000007-3070-4314-966D-ABCADDDFB43E}"/>
              </c:ext>
            </c:extLst>
          </c:dPt>
          <c:dPt>
            <c:idx val="4"/>
            <c:bubble3D val="0"/>
            <c:spPr>
              <a:solidFill>
                <a:schemeClr val="accent1"/>
              </a:solidFill>
              <a:ln>
                <a:solidFill>
                  <a:schemeClr val="bg1"/>
                </a:solidFill>
              </a:ln>
            </c:spPr>
            <c:extLst>
              <c:ext xmlns:c16="http://schemas.microsoft.com/office/drawing/2014/chart" uri="{C3380CC4-5D6E-409C-BE32-E72D297353CC}">
                <c16:uniqueId val="{00000009-3070-4314-966D-ABCADDDFB43E}"/>
              </c:ext>
            </c:extLst>
          </c:dPt>
          <c:cat>
            <c:strRef>
              <c:f>Sheet1!$A$2:$A$11</c:f>
              <c:strCache>
                <c:ptCount val="10"/>
                <c:pt idx="0">
                  <c:v>1st Qtr</c:v>
                </c:pt>
                <c:pt idx="1">
                  <c:v>2nd Qtr</c:v>
                </c:pt>
                <c:pt idx="2">
                  <c:v>1st Qtr</c:v>
                </c:pt>
                <c:pt idx="3">
                  <c:v>1st Qtr</c:v>
                </c:pt>
                <c:pt idx="4">
                  <c:v>1st Qtr</c:v>
                </c:pt>
                <c:pt idx="5">
                  <c:v>1st Qtr</c:v>
                </c:pt>
                <c:pt idx="6">
                  <c:v>1st Qtr</c:v>
                </c:pt>
                <c:pt idx="7">
                  <c:v>1st Qtr</c:v>
                </c:pt>
                <c:pt idx="8">
                  <c:v>1st Qtr</c:v>
                </c:pt>
                <c:pt idx="9">
                  <c:v>1st Qtr</c:v>
                </c:pt>
              </c:strCache>
            </c:strRef>
          </c:cat>
          <c:val>
            <c:numRef>
              <c:f>Sheet1!$B$2:$B$11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c:ext xmlns:c16="http://schemas.microsoft.com/office/drawing/2014/chart" uri="{C3380CC4-5D6E-409C-BE32-E72D297353CC}">
              <c16:uniqueId val="{0000000A-3070-4314-966D-ABCADDDFB43E}"/>
            </c:ext>
          </c:extLst>
        </c:ser>
        <c:dLbls>
          <c:showLegendKey val="0"/>
          <c:showVal val="0"/>
          <c:showCatName val="0"/>
          <c:showSerName val="0"/>
          <c:showPercent val="0"/>
          <c:showBubbleSize val="0"/>
          <c:showLeaderLines val="1"/>
        </c:dLbls>
        <c:firstSliceAng val="0"/>
        <c:holeSize val="54"/>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2"/>
              </a:solidFill>
              <a:ln>
                <a:solidFill>
                  <a:schemeClr val="bg1"/>
                </a:solidFill>
              </a:ln>
            </c:spPr>
            <c:extLst>
              <c:ext xmlns:c16="http://schemas.microsoft.com/office/drawing/2014/chart" uri="{C3380CC4-5D6E-409C-BE32-E72D297353CC}">
                <c16:uniqueId val="{00000001-A1A7-4652-8013-4B3A3A645318}"/>
              </c:ext>
            </c:extLst>
          </c:dPt>
          <c:dPt>
            <c:idx val="1"/>
            <c:bubble3D val="0"/>
            <c:spPr>
              <a:solidFill>
                <a:schemeClr val="accent2"/>
              </a:solidFill>
              <a:ln>
                <a:solidFill>
                  <a:schemeClr val="bg1"/>
                </a:solidFill>
              </a:ln>
            </c:spPr>
            <c:extLst>
              <c:ext xmlns:c16="http://schemas.microsoft.com/office/drawing/2014/chart" uri="{C3380CC4-5D6E-409C-BE32-E72D297353CC}">
                <c16:uniqueId val="{00000003-A1A7-4652-8013-4B3A3A645318}"/>
              </c:ext>
            </c:extLst>
          </c:dPt>
          <c:dPt>
            <c:idx val="2"/>
            <c:bubble3D val="0"/>
            <c:spPr>
              <a:solidFill>
                <a:schemeClr val="accent2"/>
              </a:solidFill>
              <a:ln>
                <a:solidFill>
                  <a:schemeClr val="bg1"/>
                </a:solidFill>
              </a:ln>
            </c:spPr>
            <c:extLst>
              <c:ext xmlns:c16="http://schemas.microsoft.com/office/drawing/2014/chart" uri="{C3380CC4-5D6E-409C-BE32-E72D297353CC}">
                <c16:uniqueId val="{00000005-A1A7-4652-8013-4B3A3A645318}"/>
              </c:ext>
            </c:extLst>
          </c:dPt>
          <c:dPt>
            <c:idx val="3"/>
            <c:bubble3D val="0"/>
            <c:spPr>
              <a:solidFill>
                <a:schemeClr val="accent2"/>
              </a:solidFill>
              <a:ln>
                <a:solidFill>
                  <a:schemeClr val="bg1"/>
                </a:solidFill>
              </a:ln>
            </c:spPr>
            <c:extLst>
              <c:ext xmlns:c16="http://schemas.microsoft.com/office/drawing/2014/chart" uri="{C3380CC4-5D6E-409C-BE32-E72D297353CC}">
                <c16:uniqueId val="{00000007-A1A7-4652-8013-4B3A3A645318}"/>
              </c:ext>
            </c:extLst>
          </c:dPt>
          <c:dPt>
            <c:idx val="4"/>
            <c:bubble3D val="0"/>
            <c:spPr>
              <a:solidFill>
                <a:schemeClr val="accent2"/>
              </a:solidFill>
              <a:ln>
                <a:solidFill>
                  <a:schemeClr val="bg1"/>
                </a:solidFill>
              </a:ln>
            </c:spPr>
            <c:extLst>
              <c:ext xmlns:c16="http://schemas.microsoft.com/office/drawing/2014/chart" uri="{C3380CC4-5D6E-409C-BE32-E72D297353CC}">
                <c16:uniqueId val="{00000009-A1A7-4652-8013-4B3A3A645318}"/>
              </c:ext>
            </c:extLst>
          </c:dPt>
          <c:dPt>
            <c:idx val="5"/>
            <c:bubble3D val="0"/>
            <c:spPr>
              <a:solidFill>
                <a:schemeClr val="accent2"/>
              </a:solidFill>
              <a:ln>
                <a:solidFill>
                  <a:schemeClr val="bg1"/>
                </a:solidFill>
              </a:ln>
            </c:spPr>
            <c:extLst>
              <c:ext xmlns:c16="http://schemas.microsoft.com/office/drawing/2014/chart" uri="{C3380CC4-5D6E-409C-BE32-E72D297353CC}">
                <c16:uniqueId val="{0000000B-A1A7-4652-8013-4B3A3A645318}"/>
              </c:ext>
            </c:extLst>
          </c:dPt>
          <c:dPt>
            <c:idx val="6"/>
            <c:bubble3D val="0"/>
            <c:spPr>
              <a:solidFill>
                <a:schemeClr val="accent2"/>
              </a:solidFill>
              <a:ln>
                <a:solidFill>
                  <a:schemeClr val="bg1"/>
                </a:solidFill>
              </a:ln>
            </c:spPr>
            <c:extLst>
              <c:ext xmlns:c16="http://schemas.microsoft.com/office/drawing/2014/chart" uri="{C3380CC4-5D6E-409C-BE32-E72D297353CC}">
                <c16:uniqueId val="{0000000D-A1A7-4652-8013-4B3A3A645318}"/>
              </c:ext>
            </c:extLst>
          </c:dPt>
          <c:cat>
            <c:strRef>
              <c:f>Sheet1!$A$2:$A$11</c:f>
              <c:strCache>
                <c:ptCount val="10"/>
                <c:pt idx="0">
                  <c:v>1st Qtr</c:v>
                </c:pt>
                <c:pt idx="1">
                  <c:v>2nd Qtr</c:v>
                </c:pt>
                <c:pt idx="2">
                  <c:v>1st Qtr</c:v>
                </c:pt>
                <c:pt idx="3">
                  <c:v>1st Qtr</c:v>
                </c:pt>
                <c:pt idx="4">
                  <c:v>1st Qtr</c:v>
                </c:pt>
                <c:pt idx="5">
                  <c:v>1st Qtr</c:v>
                </c:pt>
                <c:pt idx="6">
                  <c:v>1st Qtr</c:v>
                </c:pt>
                <c:pt idx="7">
                  <c:v>1st Qtr</c:v>
                </c:pt>
                <c:pt idx="8">
                  <c:v>1st Qtr</c:v>
                </c:pt>
                <c:pt idx="9">
                  <c:v>1st Qtr</c:v>
                </c:pt>
              </c:strCache>
            </c:strRef>
          </c:cat>
          <c:val>
            <c:numRef>
              <c:f>Sheet1!$B$2:$B$11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c:ext xmlns:c16="http://schemas.microsoft.com/office/drawing/2014/chart" uri="{C3380CC4-5D6E-409C-BE32-E72D297353CC}">
              <c16:uniqueId val="{0000000E-A1A7-4652-8013-4B3A3A645318}"/>
            </c:ext>
          </c:extLst>
        </c:ser>
        <c:dLbls>
          <c:showLegendKey val="0"/>
          <c:showVal val="0"/>
          <c:showCatName val="0"/>
          <c:showSerName val="0"/>
          <c:showPercent val="0"/>
          <c:showBubbleSize val="0"/>
          <c:showLeaderLines val="1"/>
        </c:dLbls>
        <c:firstSliceAng val="0"/>
        <c:holeSize val="54"/>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3"/>
              </a:solidFill>
              <a:ln>
                <a:solidFill>
                  <a:schemeClr val="bg1"/>
                </a:solidFill>
              </a:ln>
            </c:spPr>
            <c:extLst>
              <c:ext xmlns:c16="http://schemas.microsoft.com/office/drawing/2014/chart" uri="{C3380CC4-5D6E-409C-BE32-E72D297353CC}">
                <c16:uniqueId val="{00000001-0CFF-43D5-B42C-A3C9FBE372A3}"/>
              </c:ext>
            </c:extLst>
          </c:dPt>
          <c:dPt>
            <c:idx val="1"/>
            <c:bubble3D val="0"/>
            <c:spPr>
              <a:solidFill>
                <a:schemeClr val="accent3"/>
              </a:solidFill>
              <a:ln>
                <a:solidFill>
                  <a:schemeClr val="bg1"/>
                </a:solidFill>
              </a:ln>
            </c:spPr>
            <c:extLst>
              <c:ext xmlns:c16="http://schemas.microsoft.com/office/drawing/2014/chart" uri="{C3380CC4-5D6E-409C-BE32-E72D297353CC}">
                <c16:uniqueId val="{00000003-0CFF-43D5-B42C-A3C9FBE372A3}"/>
              </c:ext>
            </c:extLst>
          </c:dPt>
          <c:dPt>
            <c:idx val="2"/>
            <c:bubble3D val="0"/>
            <c:spPr>
              <a:solidFill>
                <a:schemeClr val="accent3"/>
              </a:solidFill>
              <a:ln>
                <a:solidFill>
                  <a:schemeClr val="bg1"/>
                </a:solidFill>
              </a:ln>
            </c:spPr>
            <c:extLst>
              <c:ext xmlns:c16="http://schemas.microsoft.com/office/drawing/2014/chart" uri="{C3380CC4-5D6E-409C-BE32-E72D297353CC}">
                <c16:uniqueId val="{00000005-0CFF-43D5-B42C-A3C9FBE372A3}"/>
              </c:ext>
            </c:extLst>
          </c:dPt>
          <c:dPt>
            <c:idx val="3"/>
            <c:bubble3D val="0"/>
            <c:spPr>
              <a:solidFill>
                <a:schemeClr val="accent3"/>
              </a:solidFill>
              <a:ln>
                <a:solidFill>
                  <a:schemeClr val="bg1"/>
                </a:solidFill>
              </a:ln>
            </c:spPr>
            <c:extLst>
              <c:ext xmlns:c16="http://schemas.microsoft.com/office/drawing/2014/chart" uri="{C3380CC4-5D6E-409C-BE32-E72D297353CC}">
                <c16:uniqueId val="{00000007-0CFF-43D5-B42C-A3C9FBE372A3}"/>
              </c:ext>
            </c:extLst>
          </c:dPt>
          <c:dPt>
            <c:idx val="4"/>
            <c:bubble3D val="0"/>
            <c:spPr>
              <a:solidFill>
                <a:schemeClr val="accent3"/>
              </a:solidFill>
              <a:ln>
                <a:solidFill>
                  <a:schemeClr val="bg1"/>
                </a:solidFill>
              </a:ln>
            </c:spPr>
            <c:extLst>
              <c:ext xmlns:c16="http://schemas.microsoft.com/office/drawing/2014/chart" uri="{C3380CC4-5D6E-409C-BE32-E72D297353CC}">
                <c16:uniqueId val="{00000009-0CFF-43D5-B42C-A3C9FBE372A3}"/>
              </c:ext>
            </c:extLst>
          </c:dPt>
          <c:dPt>
            <c:idx val="5"/>
            <c:bubble3D val="0"/>
            <c:spPr>
              <a:solidFill>
                <a:schemeClr val="accent3"/>
              </a:solidFill>
              <a:ln>
                <a:solidFill>
                  <a:schemeClr val="bg1"/>
                </a:solidFill>
              </a:ln>
            </c:spPr>
            <c:extLst>
              <c:ext xmlns:c16="http://schemas.microsoft.com/office/drawing/2014/chart" uri="{C3380CC4-5D6E-409C-BE32-E72D297353CC}">
                <c16:uniqueId val="{0000000B-0CFF-43D5-B42C-A3C9FBE372A3}"/>
              </c:ext>
            </c:extLst>
          </c:dPt>
          <c:dPt>
            <c:idx val="6"/>
            <c:bubble3D val="0"/>
            <c:spPr>
              <a:solidFill>
                <a:schemeClr val="accent3"/>
              </a:solidFill>
              <a:ln>
                <a:solidFill>
                  <a:schemeClr val="bg1"/>
                </a:solidFill>
              </a:ln>
            </c:spPr>
            <c:extLst>
              <c:ext xmlns:c16="http://schemas.microsoft.com/office/drawing/2014/chart" uri="{C3380CC4-5D6E-409C-BE32-E72D297353CC}">
                <c16:uniqueId val="{0000000D-0CFF-43D5-B42C-A3C9FBE372A3}"/>
              </c:ext>
            </c:extLst>
          </c:dPt>
          <c:dPt>
            <c:idx val="7"/>
            <c:bubble3D val="0"/>
            <c:spPr>
              <a:solidFill>
                <a:schemeClr val="accent3"/>
              </a:solidFill>
              <a:ln>
                <a:solidFill>
                  <a:schemeClr val="bg1"/>
                </a:solidFill>
              </a:ln>
            </c:spPr>
            <c:extLst>
              <c:ext xmlns:c16="http://schemas.microsoft.com/office/drawing/2014/chart" uri="{C3380CC4-5D6E-409C-BE32-E72D297353CC}">
                <c16:uniqueId val="{0000000F-0CFF-43D5-B42C-A3C9FBE372A3}"/>
              </c:ext>
            </c:extLst>
          </c:dPt>
          <c:cat>
            <c:strRef>
              <c:f>Sheet1!$A$2:$A$11</c:f>
              <c:strCache>
                <c:ptCount val="10"/>
                <c:pt idx="0">
                  <c:v>1st Qtr</c:v>
                </c:pt>
                <c:pt idx="1">
                  <c:v>2nd Qtr</c:v>
                </c:pt>
                <c:pt idx="2">
                  <c:v>1st Qtr</c:v>
                </c:pt>
                <c:pt idx="3">
                  <c:v>1st Qtr</c:v>
                </c:pt>
                <c:pt idx="4">
                  <c:v>1st Qtr</c:v>
                </c:pt>
                <c:pt idx="5">
                  <c:v>1st Qtr</c:v>
                </c:pt>
                <c:pt idx="6">
                  <c:v>1st Qtr</c:v>
                </c:pt>
                <c:pt idx="7">
                  <c:v>1st Qtr</c:v>
                </c:pt>
                <c:pt idx="8">
                  <c:v>1st Qtr</c:v>
                </c:pt>
                <c:pt idx="9">
                  <c:v>1st Qtr</c:v>
                </c:pt>
              </c:strCache>
            </c:strRef>
          </c:cat>
          <c:val>
            <c:numRef>
              <c:f>Sheet1!$B$2:$B$11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c:ext xmlns:c16="http://schemas.microsoft.com/office/drawing/2014/chart" uri="{C3380CC4-5D6E-409C-BE32-E72D297353CC}">
              <c16:uniqueId val="{00000010-0CFF-43D5-B42C-A3C9FBE372A3}"/>
            </c:ext>
          </c:extLst>
        </c:ser>
        <c:dLbls>
          <c:showLegendKey val="0"/>
          <c:showVal val="0"/>
          <c:showCatName val="0"/>
          <c:showSerName val="0"/>
          <c:showPercent val="0"/>
          <c:showBubbleSize val="0"/>
          <c:showLeaderLines val="1"/>
        </c:dLbls>
        <c:firstSliceAng val="0"/>
        <c:holeSize val="54"/>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1"/>
            <c:bubble3D val="0"/>
            <c:spPr>
              <a:solidFill>
                <a:schemeClr val="accent4"/>
              </a:solidFill>
              <a:ln>
                <a:solidFill>
                  <a:schemeClr val="bg1"/>
                </a:solidFill>
              </a:ln>
            </c:spPr>
            <c:extLst>
              <c:ext xmlns:c16="http://schemas.microsoft.com/office/drawing/2014/chart" uri="{C3380CC4-5D6E-409C-BE32-E72D297353CC}">
                <c16:uniqueId val="{00000001-D26B-4E15-990A-60148D61EF81}"/>
              </c:ext>
            </c:extLst>
          </c:dPt>
          <c:dPt>
            <c:idx val="2"/>
            <c:bubble3D val="0"/>
            <c:spPr>
              <a:solidFill>
                <a:schemeClr val="accent4"/>
              </a:solidFill>
              <a:ln>
                <a:solidFill>
                  <a:schemeClr val="bg1"/>
                </a:solidFill>
              </a:ln>
            </c:spPr>
            <c:extLst>
              <c:ext xmlns:c16="http://schemas.microsoft.com/office/drawing/2014/chart" uri="{C3380CC4-5D6E-409C-BE32-E72D297353CC}">
                <c16:uniqueId val="{00000003-D26B-4E15-990A-60148D61EF81}"/>
              </c:ext>
            </c:extLst>
          </c:dPt>
          <c:dPt>
            <c:idx val="3"/>
            <c:bubble3D val="0"/>
            <c:spPr>
              <a:solidFill>
                <a:schemeClr val="accent4"/>
              </a:solidFill>
              <a:ln>
                <a:solidFill>
                  <a:schemeClr val="bg1"/>
                </a:solidFill>
              </a:ln>
            </c:spPr>
            <c:extLst>
              <c:ext xmlns:c16="http://schemas.microsoft.com/office/drawing/2014/chart" uri="{C3380CC4-5D6E-409C-BE32-E72D297353CC}">
                <c16:uniqueId val="{00000005-D26B-4E15-990A-60148D61EF81}"/>
              </c:ext>
            </c:extLst>
          </c:dPt>
          <c:dPt>
            <c:idx val="4"/>
            <c:bubble3D val="0"/>
            <c:spPr>
              <a:solidFill>
                <a:schemeClr val="accent4"/>
              </a:solidFill>
              <a:ln>
                <a:solidFill>
                  <a:schemeClr val="bg1"/>
                </a:solidFill>
              </a:ln>
            </c:spPr>
            <c:extLst>
              <c:ext xmlns:c16="http://schemas.microsoft.com/office/drawing/2014/chart" uri="{C3380CC4-5D6E-409C-BE32-E72D297353CC}">
                <c16:uniqueId val="{00000007-D26B-4E15-990A-60148D61EF81}"/>
              </c:ext>
            </c:extLst>
          </c:dPt>
          <c:cat>
            <c:strRef>
              <c:f>Sheet1!$A$2:$A$11</c:f>
              <c:strCache>
                <c:ptCount val="10"/>
                <c:pt idx="0">
                  <c:v>1st Qtr</c:v>
                </c:pt>
                <c:pt idx="1">
                  <c:v>2nd Qtr</c:v>
                </c:pt>
                <c:pt idx="2">
                  <c:v>1st Qtr</c:v>
                </c:pt>
                <c:pt idx="3">
                  <c:v>1st Qtr</c:v>
                </c:pt>
                <c:pt idx="4">
                  <c:v>1st Qtr</c:v>
                </c:pt>
                <c:pt idx="5">
                  <c:v>1st Qtr</c:v>
                </c:pt>
                <c:pt idx="6">
                  <c:v>1st Qtr</c:v>
                </c:pt>
                <c:pt idx="7">
                  <c:v>1st Qtr</c:v>
                </c:pt>
                <c:pt idx="8">
                  <c:v>1st Qtr</c:v>
                </c:pt>
                <c:pt idx="9">
                  <c:v>1st Qtr</c:v>
                </c:pt>
              </c:strCache>
            </c:strRef>
          </c:cat>
          <c:val>
            <c:numRef>
              <c:f>Sheet1!$B$2:$B$11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c:ext xmlns:c16="http://schemas.microsoft.com/office/drawing/2014/chart" uri="{C3380CC4-5D6E-409C-BE32-E72D297353CC}">
              <c16:uniqueId val="{00000008-D26B-4E15-990A-60148D61EF81}"/>
            </c:ext>
          </c:extLst>
        </c:ser>
        <c:dLbls>
          <c:showLegendKey val="0"/>
          <c:showVal val="0"/>
          <c:showCatName val="0"/>
          <c:showSerName val="0"/>
          <c:showPercent val="0"/>
          <c:showBubbleSize val="0"/>
          <c:showLeaderLines val="1"/>
        </c:dLbls>
        <c:firstSliceAng val="0"/>
        <c:holeSize val="54"/>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tx2">
                <a:lumMod val="75000"/>
              </a:schemeClr>
            </a:solidFill>
          </c:spPr>
          <c:dPt>
            <c:idx val="0"/>
            <c:bubble3D val="0"/>
            <c:spPr>
              <a:solidFill>
                <a:schemeClr val="accent1"/>
              </a:solidFill>
            </c:spPr>
            <c:extLst>
              <c:ext xmlns:c16="http://schemas.microsoft.com/office/drawing/2014/chart" uri="{C3380CC4-5D6E-409C-BE32-E72D297353CC}">
                <c16:uniqueId val="{00000001-BB2C-4588-BEA8-2EF5CE28F617}"/>
              </c:ext>
            </c:extLst>
          </c:dPt>
          <c:dPt>
            <c:idx val="1"/>
            <c:bubble3D val="0"/>
            <c:spPr>
              <a:solidFill>
                <a:schemeClr val="bg1">
                  <a:lumMod val="85000"/>
                </a:schemeClr>
              </a:solidFill>
            </c:spPr>
            <c:extLst>
              <c:ext xmlns:c16="http://schemas.microsoft.com/office/drawing/2014/chart" uri="{C3380CC4-5D6E-409C-BE32-E72D297353CC}">
                <c16:uniqueId val="{00000003-BB2C-4588-BEA8-2EF5CE28F617}"/>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4-BB2C-4588-BEA8-2EF5CE28F617}"/>
            </c:ext>
          </c:extLst>
        </c:ser>
        <c:dLbls>
          <c:showLegendKey val="0"/>
          <c:showVal val="0"/>
          <c:showCatName val="0"/>
          <c:showSerName val="0"/>
          <c:showPercent val="0"/>
          <c:showBubbleSize val="0"/>
          <c:showLeaderLines val="1"/>
        </c:dLbls>
        <c:firstSliceAng val="154"/>
        <c:holeSize val="70"/>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bg1">
                  <a:lumMod val="85000"/>
                </a:schemeClr>
              </a:solidFill>
            </c:spPr>
            <c:extLst>
              <c:ext xmlns:c16="http://schemas.microsoft.com/office/drawing/2014/chart" uri="{C3380CC4-5D6E-409C-BE32-E72D297353CC}">
                <c16:uniqueId val="{00000001-1F6A-48F2-84C0-9277B2E96C4A}"/>
              </c:ext>
            </c:extLst>
          </c:dPt>
          <c:dPt>
            <c:idx val="1"/>
            <c:bubble3D val="0"/>
            <c:spPr>
              <a:solidFill>
                <a:schemeClr val="accent2"/>
              </a:solidFill>
            </c:spPr>
            <c:extLst>
              <c:ext xmlns:c16="http://schemas.microsoft.com/office/drawing/2014/chart" uri="{C3380CC4-5D6E-409C-BE32-E72D297353CC}">
                <c16:uniqueId val="{00000003-1F6A-48F2-84C0-9277B2E96C4A}"/>
              </c:ext>
            </c:extLst>
          </c:dPt>
          <c:cat>
            <c:strRef>
              <c:f>Sheet1!$A$2:$A$3</c:f>
              <c:strCache>
                <c:ptCount val="2"/>
                <c:pt idx="0">
                  <c:v>1st Qtr</c:v>
                </c:pt>
                <c:pt idx="1">
                  <c:v>2nd Qtr</c:v>
                </c:pt>
              </c:strCache>
            </c:strRef>
          </c:cat>
          <c:val>
            <c:numRef>
              <c:f>Sheet1!$B$2:$B$3</c:f>
              <c:numCache>
                <c:formatCode>General</c:formatCode>
                <c:ptCount val="2"/>
                <c:pt idx="0">
                  <c:v>30</c:v>
                </c:pt>
                <c:pt idx="1">
                  <c:v>30</c:v>
                </c:pt>
              </c:numCache>
            </c:numRef>
          </c:val>
          <c:extLst>
            <c:ext xmlns:c16="http://schemas.microsoft.com/office/drawing/2014/chart" uri="{C3380CC4-5D6E-409C-BE32-E72D297353CC}">
              <c16:uniqueId val="{00000004-1F6A-48F2-84C0-9277B2E96C4A}"/>
            </c:ext>
          </c:extLst>
        </c:ser>
        <c:dLbls>
          <c:showLegendKey val="0"/>
          <c:showVal val="0"/>
          <c:showCatName val="0"/>
          <c:showSerName val="0"/>
          <c:showPercent val="0"/>
          <c:showBubbleSize val="0"/>
          <c:showLeaderLines val="1"/>
        </c:dLbls>
        <c:firstSliceAng val="43"/>
        <c:holeSize val="70"/>
      </c:doughnutChart>
    </c:plotArea>
    <c:plotVisOnly val="1"/>
    <c:dispBlanksAs val="zero"/>
    <c:showDLblsOverMax val="0"/>
  </c:chart>
  <c:txPr>
    <a:bodyPr/>
    <a:lstStyle/>
    <a:p>
      <a:pPr rtl="0">
        <a:defRPr sz="1800"/>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bg1">
                  <a:lumMod val="85000"/>
                </a:schemeClr>
              </a:solidFill>
            </c:spPr>
            <c:extLst>
              <c:ext xmlns:c16="http://schemas.microsoft.com/office/drawing/2014/chart" uri="{C3380CC4-5D6E-409C-BE32-E72D297353CC}">
                <c16:uniqueId val="{00000001-0069-47AA-9C1F-4AC48108D132}"/>
              </c:ext>
            </c:extLst>
          </c:dPt>
          <c:dPt>
            <c:idx val="1"/>
            <c:bubble3D val="0"/>
            <c:spPr>
              <a:solidFill>
                <a:schemeClr val="accent3"/>
              </a:solidFill>
            </c:spPr>
            <c:extLst>
              <c:ext xmlns:c16="http://schemas.microsoft.com/office/drawing/2014/chart" uri="{C3380CC4-5D6E-409C-BE32-E72D297353CC}">
                <c16:uniqueId val="{00000003-0069-47AA-9C1F-4AC48108D132}"/>
              </c:ext>
            </c:extLst>
          </c:dPt>
          <c:cat>
            <c:strRef>
              <c:f>Sheet1!$A$2:$A$3</c:f>
              <c:strCache>
                <c:ptCount val="2"/>
                <c:pt idx="0">
                  <c:v>1st Qtr</c:v>
                </c:pt>
                <c:pt idx="1">
                  <c:v>2nd Qtr</c:v>
                </c:pt>
              </c:strCache>
            </c:strRef>
          </c:cat>
          <c:val>
            <c:numRef>
              <c:f>Sheet1!$B$2:$B$3</c:f>
              <c:numCache>
                <c:formatCode>General</c:formatCode>
                <c:ptCount val="2"/>
                <c:pt idx="0">
                  <c:v>10</c:v>
                </c:pt>
                <c:pt idx="1">
                  <c:v>90</c:v>
                </c:pt>
              </c:numCache>
            </c:numRef>
          </c:val>
          <c:extLst>
            <c:ext xmlns:c16="http://schemas.microsoft.com/office/drawing/2014/chart" uri="{C3380CC4-5D6E-409C-BE32-E72D297353CC}">
              <c16:uniqueId val="{00000004-0069-47AA-9C1F-4AC48108D132}"/>
            </c:ext>
          </c:extLst>
        </c:ser>
        <c:dLbls>
          <c:showLegendKey val="0"/>
          <c:showVal val="0"/>
          <c:showCatName val="0"/>
          <c:showSerName val="0"/>
          <c:showPercent val="0"/>
          <c:showBubbleSize val="0"/>
          <c:showLeaderLines val="1"/>
        </c:dLbls>
        <c:firstSliceAng val="43"/>
        <c:holeSize val="70"/>
      </c:doughnutChart>
    </c:plotArea>
    <c:plotVisOnly val="1"/>
    <c:dispBlanksAs val="zero"/>
    <c:showDLblsOverMax val="0"/>
  </c:chart>
  <c:txPr>
    <a:bodyPr/>
    <a:lstStyle/>
    <a:p>
      <a:pPr rtl="0">
        <a:defRPr sz="1800"/>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4"/>
            </a:solidFill>
          </c:spPr>
          <c:cat>
            <c:strRef>
              <c:f>Sheet1!$A$2:$A$3</c:f>
              <c:strCache>
                <c:ptCount val="2"/>
                <c:pt idx="0">
                  <c:v>1st Qtr</c:v>
                </c:pt>
                <c:pt idx="1">
                  <c:v>2nd Qtr</c:v>
                </c:pt>
              </c:strCache>
            </c:strRef>
          </c:cat>
          <c:val>
            <c:numRef>
              <c:f>Sheet1!$B$2:$B$3</c:f>
              <c:numCache>
                <c:formatCode>General</c:formatCode>
                <c:ptCount val="2"/>
                <c:pt idx="0">
                  <c:v>0</c:v>
                </c:pt>
                <c:pt idx="1">
                  <c:v>100</c:v>
                </c:pt>
              </c:numCache>
            </c:numRef>
          </c:val>
          <c:extLst>
            <c:ext xmlns:c16="http://schemas.microsoft.com/office/drawing/2014/chart" uri="{C3380CC4-5D6E-409C-BE32-E72D297353CC}">
              <c16:uniqueId val="{00000000-701E-48DB-B8B2-1F7485238D8A}"/>
            </c:ext>
          </c:extLst>
        </c:ser>
        <c:dLbls>
          <c:showLegendKey val="0"/>
          <c:showVal val="0"/>
          <c:showCatName val="0"/>
          <c:showSerName val="0"/>
          <c:showPercent val="0"/>
          <c:showBubbleSize val="0"/>
          <c:showLeaderLines val="1"/>
        </c:dLbls>
        <c:firstSliceAng val="43"/>
        <c:holeSize val="70"/>
      </c:doughnutChart>
    </c:plotArea>
    <c:plotVisOnly val="1"/>
    <c:dispBlanksAs val="zero"/>
    <c:showDLblsOverMax val="0"/>
  </c:chart>
  <c:txPr>
    <a:bodyPr/>
    <a:lstStyle/>
    <a:p>
      <a:pPr rtl="0">
        <a:defRPr sz="1800"/>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Series 1</c:v>
                </c:pt>
              </c:strCache>
            </c:strRef>
          </c:tx>
          <c:spPr>
            <a:solidFill>
              <a:schemeClr val="accent1"/>
            </a:solidFill>
          </c:spPr>
          <c:invertIfNegative val="0"/>
          <c:cat>
            <c:strRef>
              <c:f>Sheet1!$A$2:$A$4</c:f>
              <c:strCache>
                <c:ptCount val="3"/>
                <c:pt idx="0">
                  <c:v>Category 1</c:v>
                </c:pt>
                <c:pt idx="1">
                  <c:v>Category 2</c:v>
                </c:pt>
                <c:pt idx="2">
                  <c:v>Category 3</c:v>
                </c:pt>
              </c:strCache>
            </c:strRef>
          </c:cat>
          <c:val>
            <c:numRef>
              <c:f>Sheet1!$B$2:$B$4</c:f>
              <c:numCache>
                <c:formatCode>General</c:formatCode>
                <c:ptCount val="3"/>
                <c:pt idx="0">
                  <c:v>3</c:v>
                </c:pt>
                <c:pt idx="1">
                  <c:v>2.5</c:v>
                </c:pt>
                <c:pt idx="2">
                  <c:v>2.2999999999999998</c:v>
                </c:pt>
              </c:numCache>
            </c:numRef>
          </c:val>
          <c:extLst>
            <c:ext xmlns:c16="http://schemas.microsoft.com/office/drawing/2014/chart" uri="{C3380CC4-5D6E-409C-BE32-E72D297353CC}">
              <c16:uniqueId val="{00000000-079D-4B1B-9A30-FFFBBBC8392B}"/>
            </c:ext>
          </c:extLst>
        </c:ser>
        <c:ser>
          <c:idx val="1"/>
          <c:order val="1"/>
          <c:tx>
            <c:strRef>
              <c:f>Sheet1!$C$1</c:f>
              <c:strCache>
                <c:ptCount val="1"/>
                <c:pt idx="0">
                  <c:v>Series 2</c:v>
                </c:pt>
              </c:strCache>
            </c:strRef>
          </c:tx>
          <c:spPr>
            <a:solidFill>
              <a:schemeClr val="accent2"/>
            </a:solidFill>
          </c:spPr>
          <c:invertIfNegative val="0"/>
          <c:cat>
            <c:strRef>
              <c:f>Sheet1!$A$2:$A$4</c:f>
              <c:strCache>
                <c:ptCount val="3"/>
                <c:pt idx="0">
                  <c:v>Category 1</c:v>
                </c:pt>
                <c:pt idx="1">
                  <c:v>Category 2</c:v>
                </c:pt>
                <c:pt idx="2">
                  <c:v>Category 3</c:v>
                </c:pt>
              </c:strCache>
            </c:strRef>
          </c:cat>
          <c:val>
            <c:numRef>
              <c:f>Sheet1!$C$2:$C$4</c:f>
              <c:numCache>
                <c:formatCode>General</c:formatCode>
                <c:ptCount val="3"/>
                <c:pt idx="0">
                  <c:v>2.4</c:v>
                </c:pt>
                <c:pt idx="1">
                  <c:v>4</c:v>
                </c:pt>
                <c:pt idx="2">
                  <c:v>1.8</c:v>
                </c:pt>
              </c:numCache>
            </c:numRef>
          </c:val>
          <c:extLst>
            <c:ext xmlns:c16="http://schemas.microsoft.com/office/drawing/2014/chart" uri="{C3380CC4-5D6E-409C-BE32-E72D297353CC}">
              <c16:uniqueId val="{00000001-079D-4B1B-9A30-FFFBBBC8392B}"/>
            </c:ext>
          </c:extLst>
        </c:ser>
        <c:ser>
          <c:idx val="2"/>
          <c:order val="2"/>
          <c:tx>
            <c:strRef>
              <c:f>Sheet1!$D$1</c:f>
              <c:strCache>
                <c:ptCount val="1"/>
                <c:pt idx="0">
                  <c:v>Series 3</c:v>
                </c:pt>
              </c:strCache>
            </c:strRef>
          </c:tx>
          <c:spPr>
            <a:solidFill>
              <a:schemeClr val="accent3"/>
            </a:solidFill>
          </c:spPr>
          <c:invertIfNegative val="0"/>
          <c:cat>
            <c:strRef>
              <c:f>Sheet1!$A$2:$A$4</c:f>
              <c:strCache>
                <c:ptCount val="3"/>
                <c:pt idx="0">
                  <c:v>Category 1</c:v>
                </c:pt>
                <c:pt idx="1">
                  <c:v>Category 2</c:v>
                </c:pt>
                <c:pt idx="2">
                  <c:v>Category 3</c:v>
                </c:pt>
              </c:strCache>
            </c:strRef>
          </c:cat>
          <c:val>
            <c:numRef>
              <c:f>Sheet1!$D$2:$D$4</c:f>
              <c:numCache>
                <c:formatCode>General</c:formatCode>
                <c:ptCount val="3"/>
                <c:pt idx="0">
                  <c:v>2</c:v>
                </c:pt>
                <c:pt idx="1">
                  <c:v>2</c:v>
                </c:pt>
                <c:pt idx="2">
                  <c:v>3</c:v>
                </c:pt>
              </c:numCache>
            </c:numRef>
          </c:val>
          <c:extLst>
            <c:ext xmlns:c16="http://schemas.microsoft.com/office/drawing/2014/chart" uri="{C3380CC4-5D6E-409C-BE32-E72D297353CC}">
              <c16:uniqueId val="{00000002-079D-4B1B-9A30-FFFBBBC8392B}"/>
            </c:ext>
          </c:extLst>
        </c:ser>
        <c:ser>
          <c:idx val="3"/>
          <c:order val="3"/>
          <c:tx>
            <c:strRef>
              <c:f>Sheet1!$E$1</c:f>
              <c:strCache>
                <c:ptCount val="1"/>
                <c:pt idx="0">
                  <c:v>Series 4</c:v>
                </c:pt>
              </c:strCache>
            </c:strRef>
          </c:tx>
          <c:invertIfNegative val="0"/>
          <c:cat>
            <c:strRef>
              <c:f>Sheet1!$A$2:$A$4</c:f>
              <c:strCache>
                <c:ptCount val="3"/>
                <c:pt idx="0">
                  <c:v>Category 1</c:v>
                </c:pt>
                <c:pt idx="1">
                  <c:v>Category 2</c:v>
                </c:pt>
                <c:pt idx="2">
                  <c:v>Category 3</c:v>
                </c:pt>
              </c:strCache>
            </c:strRef>
          </c:cat>
          <c:val>
            <c:numRef>
              <c:f>Sheet1!$E$2:$E$4</c:f>
              <c:numCache>
                <c:formatCode>General</c:formatCode>
                <c:ptCount val="3"/>
                <c:pt idx="0">
                  <c:v>2</c:v>
                </c:pt>
                <c:pt idx="1">
                  <c:v>1</c:v>
                </c:pt>
                <c:pt idx="2">
                  <c:v>3.5</c:v>
                </c:pt>
              </c:numCache>
            </c:numRef>
          </c:val>
          <c:extLst>
            <c:ext xmlns:c16="http://schemas.microsoft.com/office/drawing/2014/chart" uri="{C3380CC4-5D6E-409C-BE32-E72D297353CC}">
              <c16:uniqueId val="{00000003-079D-4B1B-9A30-FFFBBBC8392B}"/>
            </c:ext>
          </c:extLst>
        </c:ser>
        <c:ser>
          <c:idx val="4"/>
          <c:order val="4"/>
          <c:tx>
            <c:strRef>
              <c:f>Sheet1!$F$1</c:f>
              <c:strCache>
                <c:ptCount val="1"/>
                <c:pt idx="0">
                  <c:v>Series 5</c:v>
                </c:pt>
              </c:strCache>
            </c:strRef>
          </c:tx>
          <c:invertIfNegative val="0"/>
          <c:cat>
            <c:strRef>
              <c:f>Sheet1!$A$2:$A$4</c:f>
              <c:strCache>
                <c:ptCount val="3"/>
                <c:pt idx="0">
                  <c:v>Category 1</c:v>
                </c:pt>
                <c:pt idx="1">
                  <c:v>Category 2</c:v>
                </c:pt>
                <c:pt idx="2">
                  <c:v>Category 3</c:v>
                </c:pt>
              </c:strCache>
            </c:strRef>
          </c:cat>
          <c:val>
            <c:numRef>
              <c:f>Sheet1!$F$2:$F$4</c:f>
              <c:numCache>
                <c:formatCode>General</c:formatCode>
                <c:ptCount val="3"/>
                <c:pt idx="0">
                  <c:v>1</c:v>
                </c:pt>
                <c:pt idx="1">
                  <c:v>5</c:v>
                </c:pt>
                <c:pt idx="2">
                  <c:v>1.8</c:v>
                </c:pt>
              </c:numCache>
            </c:numRef>
          </c:val>
          <c:extLst>
            <c:ext xmlns:c16="http://schemas.microsoft.com/office/drawing/2014/chart" uri="{C3380CC4-5D6E-409C-BE32-E72D297353CC}">
              <c16:uniqueId val="{00000004-079D-4B1B-9A30-FFFBBBC8392B}"/>
            </c:ext>
          </c:extLst>
        </c:ser>
        <c:dLbls>
          <c:showLegendKey val="0"/>
          <c:showVal val="0"/>
          <c:showCatName val="0"/>
          <c:showSerName val="0"/>
          <c:showPercent val="0"/>
          <c:showBubbleSize val="0"/>
        </c:dLbls>
        <c:gapWidth val="153"/>
        <c:overlap val="-32"/>
        <c:axId val="319959040"/>
        <c:axId val="319960576"/>
      </c:barChart>
      <c:catAx>
        <c:axId val="319959040"/>
        <c:scaling>
          <c:orientation val="minMax"/>
        </c:scaling>
        <c:delete val="1"/>
        <c:axPos val="l"/>
        <c:majorGridlines>
          <c:spPr>
            <a:ln>
              <a:solidFill>
                <a:schemeClr val="bg1">
                  <a:lumMod val="85000"/>
                </a:schemeClr>
              </a:solidFill>
              <a:prstDash val="sysDash"/>
            </a:ln>
          </c:spPr>
        </c:majorGridlines>
        <c:numFmt formatCode="General" sourceLinked="0"/>
        <c:majorTickMark val="out"/>
        <c:minorTickMark val="none"/>
        <c:tickLblPos val="nextTo"/>
        <c:crossAx val="319960576"/>
        <c:crosses val="autoZero"/>
        <c:auto val="1"/>
        <c:lblAlgn val="ctr"/>
        <c:lblOffset val="100"/>
        <c:noMultiLvlLbl val="0"/>
      </c:catAx>
      <c:valAx>
        <c:axId val="319960576"/>
        <c:scaling>
          <c:orientation val="minMax"/>
        </c:scaling>
        <c:delete val="0"/>
        <c:axPos val="b"/>
        <c:majorGridlines>
          <c:spPr>
            <a:ln>
              <a:solidFill>
                <a:schemeClr val="bg1">
                  <a:lumMod val="85000"/>
                </a:schemeClr>
              </a:solidFill>
              <a:prstDash val="sysDash"/>
            </a:ln>
          </c:spPr>
        </c:majorGridlines>
        <c:numFmt formatCode="General" sourceLinked="1"/>
        <c:majorTickMark val="out"/>
        <c:minorTickMark val="none"/>
        <c:tickLblPos val="low"/>
        <c:crossAx val="319959040"/>
        <c:crosses val="autoZero"/>
        <c:crossBetween val="between"/>
      </c:valAx>
      <c:spPr>
        <a:ln>
          <a:solidFill>
            <a:schemeClr val="bg1">
              <a:lumMod val="85000"/>
            </a:schemeClr>
          </a:solidFill>
          <a:prstDash val="sysDash"/>
        </a:ln>
      </c:spPr>
    </c:plotArea>
    <c:plotVisOnly val="1"/>
    <c:dispBlanksAs val="gap"/>
    <c:showDLblsOverMax val="0"/>
  </c:chart>
  <c:spPr>
    <a:ln>
      <a:noFill/>
    </a:ln>
  </c:spPr>
  <c:txPr>
    <a:bodyPr/>
    <a:lstStyle/>
    <a:p>
      <a:pPr>
        <a:defRPr sz="1200">
          <a:solidFill>
            <a:schemeClr val="tx1">
              <a:lumMod val="50000"/>
              <a:lumOff val="50000"/>
            </a:schemeClr>
          </a:solidFill>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Series 1</c:v>
                </c:pt>
              </c:strCache>
            </c:strRef>
          </c:tx>
          <c:spPr>
            <a:solidFill>
              <a:schemeClr val="accent1"/>
            </a:solidFill>
          </c:spPr>
          <c:invertIfNegative val="0"/>
          <c:cat>
            <c:strRef>
              <c:f>Sheet1!$A$2:$A$4</c:f>
              <c:strCache>
                <c:ptCount val="3"/>
                <c:pt idx="0">
                  <c:v>Category 1</c:v>
                </c:pt>
                <c:pt idx="1">
                  <c:v>Category 2</c:v>
                </c:pt>
                <c:pt idx="2">
                  <c:v>Category 3</c:v>
                </c:pt>
              </c:strCache>
            </c:strRef>
          </c:cat>
          <c:val>
            <c:numRef>
              <c:f>Sheet1!$B$2:$B$4</c:f>
              <c:numCache>
                <c:formatCode>General</c:formatCode>
                <c:ptCount val="3"/>
                <c:pt idx="0">
                  <c:v>2</c:v>
                </c:pt>
                <c:pt idx="1">
                  <c:v>1</c:v>
                </c:pt>
                <c:pt idx="2">
                  <c:v>3.5</c:v>
                </c:pt>
              </c:numCache>
            </c:numRef>
          </c:val>
          <c:extLst>
            <c:ext xmlns:c16="http://schemas.microsoft.com/office/drawing/2014/chart" uri="{C3380CC4-5D6E-409C-BE32-E72D297353CC}">
              <c16:uniqueId val="{00000000-7BA0-4129-BFD2-42E609994EF2}"/>
            </c:ext>
          </c:extLst>
        </c:ser>
        <c:ser>
          <c:idx val="1"/>
          <c:order val="1"/>
          <c:tx>
            <c:strRef>
              <c:f>Sheet1!$C$1</c:f>
              <c:strCache>
                <c:ptCount val="1"/>
                <c:pt idx="0">
                  <c:v>Series 2</c:v>
                </c:pt>
              </c:strCache>
            </c:strRef>
          </c:tx>
          <c:spPr>
            <a:solidFill>
              <a:schemeClr val="accent2"/>
            </a:solidFill>
          </c:spPr>
          <c:invertIfNegative val="0"/>
          <c:cat>
            <c:strRef>
              <c:f>Sheet1!$A$2:$A$4</c:f>
              <c:strCache>
                <c:ptCount val="3"/>
                <c:pt idx="0">
                  <c:v>Category 1</c:v>
                </c:pt>
                <c:pt idx="1">
                  <c:v>Category 2</c:v>
                </c:pt>
                <c:pt idx="2">
                  <c:v>Category 3</c:v>
                </c:pt>
              </c:strCache>
            </c:strRef>
          </c:cat>
          <c:val>
            <c:numRef>
              <c:f>Sheet1!$C$2:$C$4</c:f>
              <c:numCache>
                <c:formatCode>General</c:formatCode>
                <c:ptCount val="3"/>
                <c:pt idx="0">
                  <c:v>2.4</c:v>
                </c:pt>
                <c:pt idx="1">
                  <c:v>2</c:v>
                </c:pt>
                <c:pt idx="2">
                  <c:v>1.8</c:v>
                </c:pt>
              </c:numCache>
            </c:numRef>
          </c:val>
          <c:extLst>
            <c:ext xmlns:c16="http://schemas.microsoft.com/office/drawing/2014/chart" uri="{C3380CC4-5D6E-409C-BE32-E72D297353CC}">
              <c16:uniqueId val="{00000001-7BA0-4129-BFD2-42E609994EF2}"/>
            </c:ext>
          </c:extLst>
        </c:ser>
        <c:ser>
          <c:idx val="2"/>
          <c:order val="2"/>
          <c:tx>
            <c:strRef>
              <c:f>Sheet1!$D$1</c:f>
              <c:strCache>
                <c:ptCount val="1"/>
                <c:pt idx="0">
                  <c:v>Series 3</c:v>
                </c:pt>
              </c:strCache>
            </c:strRef>
          </c:tx>
          <c:spPr>
            <a:solidFill>
              <a:schemeClr val="accent3"/>
            </a:solidFill>
          </c:spPr>
          <c:invertIfNegative val="0"/>
          <c:cat>
            <c:strRef>
              <c:f>Sheet1!$A$2:$A$4</c:f>
              <c:strCache>
                <c:ptCount val="3"/>
                <c:pt idx="0">
                  <c:v>Category 1</c:v>
                </c:pt>
                <c:pt idx="1">
                  <c:v>Category 2</c:v>
                </c:pt>
                <c:pt idx="2">
                  <c:v>Category 3</c:v>
                </c:pt>
              </c:strCache>
            </c:strRef>
          </c:cat>
          <c:val>
            <c:numRef>
              <c:f>Sheet1!$D$2:$D$4</c:f>
              <c:numCache>
                <c:formatCode>General</c:formatCode>
                <c:ptCount val="3"/>
                <c:pt idx="0">
                  <c:v>2</c:v>
                </c:pt>
                <c:pt idx="1">
                  <c:v>2.2999999999999998</c:v>
                </c:pt>
                <c:pt idx="2">
                  <c:v>3</c:v>
                </c:pt>
              </c:numCache>
            </c:numRef>
          </c:val>
          <c:extLst>
            <c:ext xmlns:c16="http://schemas.microsoft.com/office/drawing/2014/chart" uri="{C3380CC4-5D6E-409C-BE32-E72D297353CC}">
              <c16:uniqueId val="{00000002-7BA0-4129-BFD2-42E609994EF2}"/>
            </c:ext>
          </c:extLst>
        </c:ser>
        <c:ser>
          <c:idx val="3"/>
          <c:order val="3"/>
          <c:tx>
            <c:strRef>
              <c:f>Sheet1!$E$1</c:f>
              <c:strCache>
                <c:ptCount val="1"/>
                <c:pt idx="0">
                  <c:v>Series 4</c:v>
                </c:pt>
              </c:strCache>
            </c:strRef>
          </c:tx>
          <c:invertIfNegative val="0"/>
          <c:cat>
            <c:strRef>
              <c:f>Sheet1!$A$2:$A$4</c:f>
              <c:strCache>
                <c:ptCount val="3"/>
                <c:pt idx="0">
                  <c:v>Category 1</c:v>
                </c:pt>
                <c:pt idx="1">
                  <c:v>Category 2</c:v>
                </c:pt>
                <c:pt idx="2">
                  <c:v>Category 3</c:v>
                </c:pt>
              </c:strCache>
            </c:strRef>
          </c:cat>
          <c:val>
            <c:numRef>
              <c:f>Sheet1!$E$2:$E$4</c:f>
              <c:numCache>
                <c:formatCode>General</c:formatCode>
                <c:ptCount val="3"/>
                <c:pt idx="0">
                  <c:v>2.4</c:v>
                </c:pt>
                <c:pt idx="1">
                  <c:v>2</c:v>
                </c:pt>
                <c:pt idx="2">
                  <c:v>1.8</c:v>
                </c:pt>
              </c:numCache>
            </c:numRef>
          </c:val>
          <c:extLst>
            <c:ext xmlns:c16="http://schemas.microsoft.com/office/drawing/2014/chart" uri="{C3380CC4-5D6E-409C-BE32-E72D297353CC}">
              <c16:uniqueId val="{00000003-7BA0-4129-BFD2-42E609994EF2}"/>
            </c:ext>
          </c:extLst>
        </c:ser>
        <c:ser>
          <c:idx val="4"/>
          <c:order val="4"/>
          <c:tx>
            <c:strRef>
              <c:f>Sheet1!$F$1</c:f>
              <c:strCache>
                <c:ptCount val="1"/>
                <c:pt idx="0">
                  <c:v>Series 5</c:v>
                </c:pt>
              </c:strCache>
            </c:strRef>
          </c:tx>
          <c:invertIfNegative val="0"/>
          <c:cat>
            <c:strRef>
              <c:f>Sheet1!$A$2:$A$4</c:f>
              <c:strCache>
                <c:ptCount val="3"/>
                <c:pt idx="0">
                  <c:v>Category 1</c:v>
                </c:pt>
                <c:pt idx="1">
                  <c:v>Category 2</c:v>
                </c:pt>
                <c:pt idx="2">
                  <c:v>Category 3</c:v>
                </c:pt>
              </c:strCache>
            </c:strRef>
          </c:cat>
          <c:val>
            <c:numRef>
              <c:f>Sheet1!$F$2:$F$4</c:f>
              <c:numCache>
                <c:formatCode>General</c:formatCode>
                <c:ptCount val="3"/>
                <c:pt idx="0">
                  <c:v>2</c:v>
                </c:pt>
                <c:pt idx="1">
                  <c:v>1</c:v>
                </c:pt>
                <c:pt idx="2">
                  <c:v>3.5</c:v>
                </c:pt>
              </c:numCache>
            </c:numRef>
          </c:val>
          <c:extLst>
            <c:ext xmlns:c16="http://schemas.microsoft.com/office/drawing/2014/chart" uri="{C3380CC4-5D6E-409C-BE32-E72D297353CC}">
              <c16:uniqueId val="{00000004-7BA0-4129-BFD2-42E609994EF2}"/>
            </c:ext>
          </c:extLst>
        </c:ser>
        <c:dLbls>
          <c:showLegendKey val="0"/>
          <c:showVal val="0"/>
          <c:showCatName val="0"/>
          <c:showSerName val="0"/>
          <c:showPercent val="0"/>
          <c:showBubbleSize val="0"/>
        </c:dLbls>
        <c:gapWidth val="153"/>
        <c:overlap val="-32"/>
        <c:axId val="320008192"/>
        <c:axId val="320009728"/>
      </c:barChart>
      <c:catAx>
        <c:axId val="320008192"/>
        <c:scaling>
          <c:orientation val="minMax"/>
        </c:scaling>
        <c:delete val="1"/>
        <c:axPos val="r"/>
        <c:majorGridlines>
          <c:spPr>
            <a:ln>
              <a:solidFill>
                <a:schemeClr val="bg1">
                  <a:lumMod val="85000"/>
                </a:schemeClr>
              </a:solidFill>
              <a:prstDash val="sysDash"/>
            </a:ln>
          </c:spPr>
        </c:majorGridlines>
        <c:numFmt formatCode="General" sourceLinked="0"/>
        <c:majorTickMark val="out"/>
        <c:minorTickMark val="none"/>
        <c:tickLblPos val="nextTo"/>
        <c:crossAx val="320009728"/>
        <c:crosses val="autoZero"/>
        <c:auto val="1"/>
        <c:lblAlgn val="ctr"/>
        <c:lblOffset val="100"/>
        <c:noMultiLvlLbl val="0"/>
      </c:catAx>
      <c:valAx>
        <c:axId val="320009728"/>
        <c:scaling>
          <c:orientation val="maxMin"/>
        </c:scaling>
        <c:delete val="0"/>
        <c:axPos val="b"/>
        <c:majorGridlines>
          <c:spPr>
            <a:ln>
              <a:solidFill>
                <a:schemeClr val="bg1">
                  <a:lumMod val="85000"/>
                </a:schemeClr>
              </a:solidFill>
              <a:prstDash val="sysDash"/>
            </a:ln>
          </c:spPr>
        </c:majorGridlines>
        <c:numFmt formatCode="General" sourceLinked="1"/>
        <c:majorTickMark val="out"/>
        <c:minorTickMark val="none"/>
        <c:tickLblPos val="low"/>
        <c:crossAx val="320008192"/>
        <c:crosses val="autoZero"/>
        <c:crossBetween val="between"/>
      </c:valAx>
      <c:spPr>
        <a:ln>
          <a:solidFill>
            <a:schemeClr val="bg1">
              <a:lumMod val="85000"/>
            </a:schemeClr>
          </a:solidFill>
          <a:prstDash val="sysDash"/>
        </a:ln>
      </c:spPr>
    </c:plotArea>
    <c:plotVisOnly val="1"/>
    <c:dispBlanksAs val="gap"/>
    <c:showDLblsOverMax val="0"/>
  </c:chart>
  <c:spPr>
    <a:ln>
      <a:noFill/>
    </a:ln>
  </c:spPr>
  <c:txPr>
    <a:bodyPr/>
    <a:lstStyle/>
    <a:p>
      <a:pPr>
        <a:defRPr sz="1200">
          <a:solidFill>
            <a:schemeClr val="tx1">
              <a:lumMod val="50000"/>
              <a:lumOff val="50000"/>
            </a:schemeClr>
          </a:solidFill>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911-4DDD-9E8D-C5CA17426550}"/>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911-4DDD-9E8D-C5CA1742655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Sheet1!$A$2:$A$5</c:f>
              <c:strCache>
                <c:ptCount val="4"/>
                <c:pt idx="0">
                  <c:v>PROJECT 1</c:v>
                </c:pt>
                <c:pt idx="1">
                  <c:v>PROJECT 2</c:v>
                </c:pt>
                <c:pt idx="2">
                  <c:v>PROJECT 3</c:v>
                </c:pt>
                <c:pt idx="3">
                  <c:v>PROJECT 4</c:v>
                </c:pt>
              </c:strCache>
            </c:strRef>
          </c:cat>
          <c:val>
            <c:numRef>
              <c:f>Sheet1!$B$2:$B$5</c:f>
              <c:numCache>
                <c:formatCode>General</c:formatCode>
                <c:ptCount val="4"/>
                <c:pt idx="0">
                  <c:v>100</c:v>
                </c:pt>
                <c:pt idx="1">
                  <c:v>90</c:v>
                </c:pt>
                <c:pt idx="2">
                  <c:v>50</c:v>
                </c:pt>
                <c:pt idx="3">
                  <c:v>50</c:v>
                </c:pt>
              </c:numCache>
            </c:numRef>
          </c:val>
          <c:extLst>
            <c:ext xmlns:c16="http://schemas.microsoft.com/office/drawing/2014/chart" uri="{C3380CC4-5D6E-409C-BE32-E72D297353CC}">
              <c16:uniqueId val="{00000002-3911-4DDD-9E8D-C5CA17426550}"/>
            </c:ext>
          </c:extLst>
        </c:ser>
        <c:ser>
          <c:idx val="1"/>
          <c:order val="1"/>
          <c:tx>
            <c:strRef>
              <c:f>Sheet1!$C$1</c:f>
              <c:strCache>
                <c:ptCount val="1"/>
                <c:pt idx="0">
                  <c:v>Series 2</c:v>
                </c:pt>
              </c:strCache>
            </c:strRef>
          </c:tx>
          <c:spPr>
            <a:solidFill>
              <a:schemeClr val="accent2"/>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PROJECT 1</c:v>
                </c:pt>
                <c:pt idx="1">
                  <c:v>PROJECT 2</c:v>
                </c:pt>
                <c:pt idx="2">
                  <c:v>PROJECT 3</c:v>
                </c:pt>
                <c:pt idx="3">
                  <c:v>PROJECT 4</c:v>
                </c:pt>
              </c:strCache>
            </c:strRef>
          </c:cat>
          <c:val>
            <c:numRef>
              <c:f>Sheet1!$C$2:$C$5</c:f>
              <c:numCache>
                <c:formatCode>General</c:formatCode>
                <c:ptCount val="4"/>
                <c:pt idx="0">
                  <c:v>90</c:v>
                </c:pt>
                <c:pt idx="1">
                  <c:v>75</c:v>
                </c:pt>
                <c:pt idx="2">
                  <c:v>100</c:v>
                </c:pt>
                <c:pt idx="3">
                  <c:v>100</c:v>
                </c:pt>
              </c:numCache>
            </c:numRef>
          </c:val>
          <c:extLst>
            <c:ext xmlns:c16="http://schemas.microsoft.com/office/drawing/2014/chart" uri="{C3380CC4-5D6E-409C-BE32-E72D297353CC}">
              <c16:uniqueId val="{00000003-3911-4DDD-9E8D-C5CA17426550}"/>
            </c:ext>
          </c:extLst>
        </c:ser>
        <c:ser>
          <c:idx val="2"/>
          <c:order val="2"/>
          <c:tx>
            <c:strRef>
              <c:f>Sheet1!$D$1</c:f>
              <c:strCache>
                <c:ptCount val="1"/>
                <c:pt idx="0">
                  <c:v>Series 3</c:v>
                </c:pt>
              </c:strCache>
            </c:strRef>
          </c:tx>
          <c:spPr>
            <a:solidFill>
              <a:schemeClr val="accent3"/>
            </a:solidFill>
            <a:effectLst/>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PROJECT 1</c:v>
                </c:pt>
                <c:pt idx="1">
                  <c:v>PROJECT 2</c:v>
                </c:pt>
                <c:pt idx="2">
                  <c:v>PROJECT 3</c:v>
                </c:pt>
                <c:pt idx="3">
                  <c:v>PROJECT 4</c:v>
                </c:pt>
              </c:strCache>
            </c:strRef>
          </c:cat>
          <c:val>
            <c:numRef>
              <c:f>Sheet1!$D$2:$D$5</c:f>
              <c:numCache>
                <c:formatCode>General</c:formatCode>
                <c:ptCount val="4"/>
                <c:pt idx="0">
                  <c:v>70</c:v>
                </c:pt>
                <c:pt idx="1">
                  <c:v>55</c:v>
                </c:pt>
                <c:pt idx="2">
                  <c:v>85</c:v>
                </c:pt>
                <c:pt idx="3">
                  <c:v>85</c:v>
                </c:pt>
              </c:numCache>
            </c:numRef>
          </c:val>
          <c:extLst>
            <c:ext xmlns:c16="http://schemas.microsoft.com/office/drawing/2014/chart" uri="{C3380CC4-5D6E-409C-BE32-E72D297353CC}">
              <c16:uniqueId val="{00000004-3911-4DDD-9E8D-C5CA17426550}"/>
            </c:ext>
          </c:extLst>
        </c:ser>
        <c:ser>
          <c:idx val="3"/>
          <c:order val="3"/>
          <c:tx>
            <c:strRef>
              <c:f>Sheet1!$E$1</c:f>
              <c:strCache>
                <c:ptCount val="1"/>
                <c:pt idx="0">
                  <c:v>Series 32</c:v>
                </c:pt>
              </c:strCache>
            </c:strRef>
          </c:tx>
          <c:spPr>
            <a:solidFill>
              <a:schemeClr val="accent4"/>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PROJECT 1</c:v>
                </c:pt>
                <c:pt idx="1">
                  <c:v>PROJECT 2</c:v>
                </c:pt>
                <c:pt idx="2">
                  <c:v>PROJECT 3</c:v>
                </c:pt>
                <c:pt idx="3">
                  <c:v>PROJECT 4</c:v>
                </c:pt>
              </c:strCache>
            </c:strRef>
          </c:cat>
          <c:val>
            <c:numRef>
              <c:f>Sheet1!$E$2:$E$5</c:f>
              <c:numCache>
                <c:formatCode>General</c:formatCode>
                <c:ptCount val="4"/>
                <c:pt idx="0">
                  <c:v>50</c:v>
                </c:pt>
                <c:pt idx="1">
                  <c:v>65</c:v>
                </c:pt>
                <c:pt idx="2">
                  <c:v>70</c:v>
                </c:pt>
                <c:pt idx="3">
                  <c:v>75</c:v>
                </c:pt>
              </c:numCache>
            </c:numRef>
          </c:val>
          <c:extLst>
            <c:ext xmlns:c16="http://schemas.microsoft.com/office/drawing/2014/chart" uri="{C3380CC4-5D6E-409C-BE32-E72D297353CC}">
              <c16:uniqueId val="{00000005-3911-4DDD-9E8D-C5CA17426550}"/>
            </c:ext>
          </c:extLst>
        </c:ser>
        <c:ser>
          <c:idx val="4"/>
          <c:order val="4"/>
          <c:tx>
            <c:strRef>
              <c:f>Sheet1!$F$1</c:f>
              <c:strCache>
                <c:ptCount val="1"/>
                <c:pt idx="0">
                  <c:v>Series 322</c:v>
                </c:pt>
              </c:strCache>
            </c:strRef>
          </c:tx>
          <c:spPr>
            <a:solidFill>
              <a:schemeClr val="accent5"/>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PROJECT 1</c:v>
                </c:pt>
                <c:pt idx="1">
                  <c:v>PROJECT 2</c:v>
                </c:pt>
                <c:pt idx="2">
                  <c:v>PROJECT 3</c:v>
                </c:pt>
                <c:pt idx="3">
                  <c:v>PROJECT 4</c:v>
                </c:pt>
              </c:strCache>
            </c:strRef>
          </c:cat>
          <c:val>
            <c:numRef>
              <c:f>Sheet1!$F$2:$F$5</c:f>
              <c:numCache>
                <c:formatCode>General</c:formatCode>
                <c:ptCount val="4"/>
                <c:pt idx="0">
                  <c:v>20</c:v>
                </c:pt>
                <c:pt idx="1">
                  <c:v>45</c:v>
                </c:pt>
                <c:pt idx="2">
                  <c:v>35</c:v>
                </c:pt>
                <c:pt idx="3">
                  <c:v>65</c:v>
                </c:pt>
              </c:numCache>
            </c:numRef>
          </c:val>
          <c:extLst>
            <c:ext xmlns:c16="http://schemas.microsoft.com/office/drawing/2014/chart" uri="{C3380CC4-5D6E-409C-BE32-E72D297353CC}">
              <c16:uniqueId val="{00000006-3911-4DDD-9E8D-C5CA17426550}"/>
            </c:ext>
          </c:extLst>
        </c:ser>
        <c:dLbls>
          <c:showLegendKey val="0"/>
          <c:showVal val="0"/>
          <c:showCatName val="0"/>
          <c:showSerName val="0"/>
          <c:showPercent val="0"/>
          <c:showBubbleSize val="0"/>
        </c:dLbls>
        <c:gapWidth val="351"/>
        <c:overlap val="-14"/>
        <c:axId val="320611456"/>
        <c:axId val="320612992"/>
      </c:barChart>
      <c:catAx>
        <c:axId val="320611456"/>
        <c:scaling>
          <c:orientation val="minMax"/>
        </c:scaling>
        <c:delete val="0"/>
        <c:axPos val="b"/>
        <c:numFmt formatCode="General" sourceLinked="0"/>
        <c:majorTickMark val="out"/>
        <c:minorTickMark val="none"/>
        <c:tickLblPos val="nextTo"/>
        <c:spPr>
          <a:noFill/>
        </c:spPr>
        <c:crossAx val="320612992"/>
        <c:crosses val="autoZero"/>
        <c:auto val="1"/>
        <c:lblAlgn val="ctr"/>
        <c:lblOffset val="100"/>
        <c:noMultiLvlLbl val="0"/>
      </c:catAx>
      <c:valAx>
        <c:axId val="320612992"/>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crossAx val="320611456"/>
        <c:crosses val="autoZero"/>
        <c:crossBetween val="between"/>
      </c:valAx>
    </c:plotArea>
    <c:plotVisOnly val="1"/>
    <c:dispBlanksAs val="gap"/>
    <c:showDLblsOverMax val="0"/>
  </c:chart>
  <c:txPr>
    <a:bodyPr/>
    <a:lstStyle/>
    <a:p>
      <a:pPr>
        <a:defRPr sz="1000" b="1">
          <a:solidFill>
            <a:schemeClr val="tx1">
              <a:lumMod val="65000"/>
              <a:lumOff val="35000"/>
            </a:schemeClr>
          </a:solidFill>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view3D>
      <c:rotX val="15"/>
      <c:rotY val="20"/>
      <c:rAngAx val="1"/>
    </c:view3D>
    <c:floor>
      <c:thickness val="0"/>
    </c:floor>
    <c:sideWall>
      <c:thickness val="0"/>
    </c:sideWall>
    <c:backWall>
      <c:thickness val="0"/>
    </c:backWall>
    <c:plotArea>
      <c:layout>
        <c:manualLayout>
          <c:layoutTarget val="inner"/>
          <c:xMode val="edge"/>
          <c:yMode val="edge"/>
          <c:x val="0.14299410887489694"/>
          <c:y val="3.8630148300261881E-2"/>
          <c:w val="0.80892898018146053"/>
          <c:h val="0.66295128203465559"/>
        </c:manualLayout>
      </c:layout>
      <c:bar3DChart>
        <c:barDir val="col"/>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1-64D0-47E6-A7D5-1960CB735EBD}"/>
              </c:ext>
            </c:extLst>
          </c:dPt>
          <c:dPt>
            <c:idx val="2"/>
            <c:invertIfNegative val="0"/>
            <c:bubble3D val="0"/>
            <c:spPr>
              <a:solidFill>
                <a:schemeClr val="accent3"/>
              </a:solidFill>
            </c:spPr>
            <c:extLst>
              <c:ext xmlns:c16="http://schemas.microsoft.com/office/drawing/2014/chart" uri="{C3380CC4-5D6E-409C-BE32-E72D297353CC}">
                <c16:uniqueId val="{00000003-64D0-47E6-A7D5-1960CB735EBD}"/>
              </c:ext>
            </c:extLst>
          </c:dPt>
          <c:dPt>
            <c:idx val="3"/>
            <c:invertIfNegative val="0"/>
            <c:bubble3D val="0"/>
            <c:spPr>
              <a:solidFill>
                <a:schemeClr val="accent4"/>
              </a:solidFill>
            </c:spPr>
            <c:extLst>
              <c:ext xmlns:c16="http://schemas.microsoft.com/office/drawing/2014/chart" uri="{C3380CC4-5D6E-409C-BE32-E72D297353CC}">
                <c16:uniqueId val="{00000005-64D0-47E6-A7D5-1960CB735EBD}"/>
              </c:ext>
            </c:extLst>
          </c:dPt>
          <c:dPt>
            <c:idx val="4"/>
            <c:invertIfNegative val="0"/>
            <c:bubble3D val="0"/>
            <c:spPr>
              <a:solidFill>
                <a:schemeClr val="accent5"/>
              </a:solidFill>
            </c:spPr>
            <c:extLst>
              <c:ext xmlns:c16="http://schemas.microsoft.com/office/drawing/2014/chart" uri="{C3380CC4-5D6E-409C-BE32-E72D297353CC}">
                <c16:uniqueId val="{00000007-64D0-47E6-A7D5-1960CB735EBD}"/>
              </c:ext>
            </c:extLst>
          </c:dPt>
          <c:dPt>
            <c:idx val="5"/>
            <c:invertIfNegative val="0"/>
            <c:bubble3D val="0"/>
            <c:spPr>
              <a:solidFill>
                <a:schemeClr val="accent6"/>
              </a:solidFill>
            </c:spPr>
            <c:extLst>
              <c:ext xmlns:c16="http://schemas.microsoft.com/office/drawing/2014/chart" uri="{C3380CC4-5D6E-409C-BE32-E72D297353CC}">
                <c16:uniqueId val="{00000009-64D0-47E6-A7D5-1960CB735EBD}"/>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0%</c:formatCode>
                <c:ptCount val="6"/>
                <c:pt idx="0">
                  <c:v>2</c:v>
                </c:pt>
                <c:pt idx="1">
                  <c:v>2.5</c:v>
                </c:pt>
                <c:pt idx="2">
                  <c:v>3.5</c:v>
                </c:pt>
                <c:pt idx="3">
                  <c:v>8</c:v>
                </c:pt>
                <c:pt idx="4">
                  <c:v>6</c:v>
                </c:pt>
                <c:pt idx="5">
                  <c:v>2</c:v>
                </c:pt>
              </c:numCache>
            </c:numRef>
          </c:val>
          <c:extLst>
            <c:ext xmlns:c16="http://schemas.microsoft.com/office/drawing/2014/chart" uri="{C3380CC4-5D6E-409C-BE32-E72D297353CC}">
              <c16:uniqueId val="{0000000A-64D0-47E6-A7D5-1960CB735EBD}"/>
            </c:ext>
          </c:extLst>
        </c:ser>
        <c:ser>
          <c:idx val="1"/>
          <c:order val="1"/>
          <c:tx>
            <c:strRef>
              <c:f>Sheet1!$C$1</c:f>
              <c:strCache>
                <c:ptCount val="1"/>
                <c:pt idx="0">
                  <c:v>Series 2</c:v>
                </c:pt>
              </c:strCache>
            </c:strRef>
          </c:tx>
          <c:spPr>
            <a:solidFill>
              <a:srgbClr val="237DB9">
                <a:alpha val="58039"/>
              </a:srgbClr>
            </a:solidFill>
          </c:spPr>
          <c:invertIfNegative val="0"/>
          <c:dPt>
            <c:idx val="1"/>
            <c:invertIfNegative val="0"/>
            <c:bubble3D val="0"/>
            <c:spPr>
              <a:solidFill>
                <a:schemeClr val="accent2">
                  <a:alpha val="58039"/>
                </a:schemeClr>
              </a:solidFill>
            </c:spPr>
            <c:extLst>
              <c:ext xmlns:c16="http://schemas.microsoft.com/office/drawing/2014/chart" uri="{C3380CC4-5D6E-409C-BE32-E72D297353CC}">
                <c16:uniqueId val="{0000000C-64D0-47E6-A7D5-1960CB735EBD}"/>
              </c:ext>
            </c:extLst>
          </c:dPt>
          <c:dPt>
            <c:idx val="2"/>
            <c:invertIfNegative val="0"/>
            <c:bubble3D val="0"/>
            <c:spPr>
              <a:solidFill>
                <a:schemeClr val="accent3">
                  <a:alpha val="58039"/>
                </a:schemeClr>
              </a:solidFill>
            </c:spPr>
            <c:extLst>
              <c:ext xmlns:c16="http://schemas.microsoft.com/office/drawing/2014/chart" uri="{C3380CC4-5D6E-409C-BE32-E72D297353CC}">
                <c16:uniqueId val="{0000000E-64D0-47E6-A7D5-1960CB735EBD}"/>
              </c:ext>
            </c:extLst>
          </c:dPt>
          <c:dPt>
            <c:idx val="3"/>
            <c:invertIfNegative val="0"/>
            <c:bubble3D val="0"/>
            <c:spPr>
              <a:solidFill>
                <a:schemeClr val="accent4">
                  <a:alpha val="58039"/>
                </a:schemeClr>
              </a:solidFill>
            </c:spPr>
            <c:extLst>
              <c:ext xmlns:c16="http://schemas.microsoft.com/office/drawing/2014/chart" uri="{C3380CC4-5D6E-409C-BE32-E72D297353CC}">
                <c16:uniqueId val="{00000010-64D0-47E6-A7D5-1960CB735EBD}"/>
              </c:ext>
            </c:extLst>
          </c:dPt>
          <c:dPt>
            <c:idx val="4"/>
            <c:invertIfNegative val="0"/>
            <c:bubble3D val="0"/>
            <c:spPr>
              <a:solidFill>
                <a:schemeClr val="accent5">
                  <a:alpha val="58039"/>
                </a:schemeClr>
              </a:solidFill>
            </c:spPr>
            <c:extLst>
              <c:ext xmlns:c16="http://schemas.microsoft.com/office/drawing/2014/chart" uri="{C3380CC4-5D6E-409C-BE32-E72D297353CC}">
                <c16:uniqueId val="{00000012-64D0-47E6-A7D5-1960CB735EBD}"/>
              </c:ext>
            </c:extLst>
          </c:dPt>
          <c:dPt>
            <c:idx val="5"/>
            <c:invertIfNegative val="0"/>
            <c:bubble3D val="0"/>
            <c:spPr>
              <a:solidFill>
                <a:schemeClr val="accent6">
                  <a:alpha val="58039"/>
                </a:schemeClr>
              </a:solidFill>
            </c:spPr>
            <c:extLst>
              <c:ext xmlns:c16="http://schemas.microsoft.com/office/drawing/2014/chart" uri="{C3380CC4-5D6E-409C-BE32-E72D297353CC}">
                <c16:uniqueId val="{00000014-64D0-47E6-A7D5-1960CB735EBD}"/>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Sheet1!$C$2:$C$7</c:f>
              <c:numCache>
                <c:formatCode>0%</c:formatCode>
                <c:ptCount val="6"/>
                <c:pt idx="0">
                  <c:v>2</c:v>
                </c:pt>
                <c:pt idx="1">
                  <c:v>4.4000000000000004</c:v>
                </c:pt>
                <c:pt idx="2">
                  <c:v>1.8</c:v>
                </c:pt>
                <c:pt idx="3">
                  <c:v>2.8</c:v>
                </c:pt>
                <c:pt idx="4">
                  <c:v>8</c:v>
                </c:pt>
                <c:pt idx="5">
                  <c:v>10</c:v>
                </c:pt>
              </c:numCache>
            </c:numRef>
          </c:val>
          <c:extLst>
            <c:ext xmlns:c16="http://schemas.microsoft.com/office/drawing/2014/chart" uri="{C3380CC4-5D6E-409C-BE32-E72D297353CC}">
              <c16:uniqueId val="{00000015-64D0-47E6-A7D5-1960CB735EBD}"/>
            </c:ext>
          </c:extLst>
        </c:ser>
        <c:dLbls>
          <c:showLegendKey val="0"/>
          <c:showVal val="0"/>
          <c:showCatName val="0"/>
          <c:showSerName val="0"/>
          <c:showPercent val="0"/>
          <c:showBubbleSize val="0"/>
        </c:dLbls>
        <c:gapWidth val="161"/>
        <c:gapDepth val="405"/>
        <c:shape val="box"/>
        <c:axId val="330503680"/>
        <c:axId val="330505216"/>
        <c:axId val="0"/>
      </c:bar3DChart>
      <c:catAx>
        <c:axId val="330503680"/>
        <c:scaling>
          <c:orientation val="minMax"/>
        </c:scaling>
        <c:delete val="0"/>
        <c:axPos val="b"/>
        <c:numFmt formatCode="General" sourceLinked="0"/>
        <c:majorTickMark val="out"/>
        <c:minorTickMark val="none"/>
        <c:tickLblPos val="nextTo"/>
        <c:txPr>
          <a:bodyPr/>
          <a:lstStyle/>
          <a:p>
            <a:pPr>
              <a:defRPr sz="1100"/>
            </a:pPr>
            <a:endParaRPr lang="en-US"/>
          </a:p>
        </c:txPr>
        <c:crossAx val="330505216"/>
        <c:crosses val="autoZero"/>
        <c:auto val="1"/>
        <c:lblAlgn val="ctr"/>
        <c:lblOffset val="100"/>
        <c:noMultiLvlLbl val="0"/>
      </c:catAx>
      <c:valAx>
        <c:axId val="330505216"/>
        <c:scaling>
          <c:orientation val="minMax"/>
        </c:scaling>
        <c:delete val="0"/>
        <c:axPos val="l"/>
        <c:majorGridlines>
          <c:spPr>
            <a:ln>
              <a:solidFill>
                <a:schemeClr val="tx1">
                  <a:lumMod val="25000"/>
                  <a:lumOff val="75000"/>
                </a:schemeClr>
              </a:solidFill>
            </a:ln>
          </c:spPr>
        </c:majorGridlines>
        <c:numFmt formatCode="0%" sourceLinked="1"/>
        <c:majorTickMark val="out"/>
        <c:minorTickMark val="none"/>
        <c:tickLblPos val="nextTo"/>
        <c:txPr>
          <a:bodyPr/>
          <a:lstStyle/>
          <a:p>
            <a:pPr>
              <a:defRPr sz="1200"/>
            </a:pPr>
            <a:endParaRPr lang="en-US"/>
          </a:p>
        </c:txPr>
        <c:crossAx val="330503680"/>
        <c:crosses val="autoZero"/>
        <c:crossBetween val="between"/>
      </c:valAx>
    </c:plotArea>
    <c:plotVisOnly val="1"/>
    <c:dispBlanksAs val="gap"/>
    <c:showDLblsOverMax val="0"/>
  </c:chart>
  <c:txPr>
    <a:bodyPr/>
    <a:lstStyle/>
    <a:p>
      <a:pPr>
        <a:defRPr sz="1600">
          <a:solidFill>
            <a:schemeClr val="tx1">
              <a:lumMod val="50000"/>
              <a:lumOff val="50000"/>
            </a:schemeClr>
          </a:solidFill>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Series 1</c:v>
                </c:pt>
              </c:strCache>
            </c:strRef>
          </c:tx>
          <c:spPr>
            <a:solidFill>
              <a:schemeClr val="tx2"/>
            </a:solidFill>
          </c:spPr>
          <c:invertIfNegative val="0"/>
          <c:dPt>
            <c:idx val="0"/>
            <c:invertIfNegative val="0"/>
            <c:bubble3D val="0"/>
            <c:spPr>
              <a:solidFill>
                <a:schemeClr val="accent1"/>
              </a:solidFill>
            </c:spPr>
            <c:extLst>
              <c:ext xmlns:c16="http://schemas.microsoft.com/office/drawing/2014/chart" uri="{C3380CC4-5D6E-409C-BE32-E72D297353CC}">
                <c16:uniqueId val="{00000001-1EB4-475A-8141-63B737DFD290}"/>
              </c:ext>
            </c:extLst>
          </c:dPt>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EB4-475A-8141-63B737DFD290}"/>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EB4-475A-8141-63B737DFD29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PROJECT 1</c:v>
                </c:pt>
              </c:strCache>
            </c:strRef>
          </c:cat>
          <c:val>
            <c:numRef>
              <c:f>Sheet1!$B$2</c:f>
              <c:numCache>
                <c:formatCode>General</c:formatCode>
                <c:ptCount val="1"/>
                <c:pt idx="0">
                  <c:v>100</c:v>
                </c:pt>
              </c:numCache>
            </c:numRef>
          </c:val>
          <c:extLst>
            <c:ext xmlns:c16="http://schemas.microsoft.com/office/drawing/2014/chart" uri="{C3380CC4-5D6E-409C-BE32-E72D297353CC}">
              <c16:uniqueId val="{00000003-1EB4-475A-8141-63B737DFD290}"/>
            </c:ext>
          </c:extLst>
        </c:ser>
        <c:ser>
          <c:idx val="1"/>
          <c:order val="1"/>
          <c:tx>
            <c:strRef>
              <c:f>Sheet1!$C$1</c:f>
              <c:strCache>
                <c:ptCount val="1"/>
                <c:pt idx="0">
                  <c:v>Series 2</c:v>
                </c:pt>
              </c:strCache>
            </c:strRef>
          </c:tx>
          <c:spPr>
            <a:solidFill>
              <a:schemeClr val="accent2"/>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Sheet1!$C$2</c:f>
              <c:numCache>
                <c:formatCode>General</c:formatCode>
                <c:ptCount val="1"/>
                <c:pt idx="0">
                  <c:v>90</c:v>
                </c:pt>
              </c:numCache>
            </c:numRef>
          </c:val>
          <c:extLst>
            <c:ext xmlns:c16="http://schemas.microsoft.com/office/drawing/2014/chart" uri="{C3380CC4-5D6E-409C-BE32-E72D297353CC}">
              <c16:uniqueId val="{00000004-1EB4-475A-8141-63B737DFD290}"/>
            </c:ext>
          </c:extLst>
        </c:ser>
        <c:ser>
          <c:idx val="2"/>
          <c:order val="2"/>
          <c:tx>
            <c:strRef>
              <c:f>Sheet1!$D$1</c:f>
              <c:strCache>
                <c:ptCount val="1"/>
                <c:pt idx="0">
                  <c:v>Series 3</c:v>
                </c:pt>
              </c:strCache>
            </c:strRef>
          </c:tx>
          <c:spPr>
            <a:solidFill>
              <a:schemeClr val="accent3"/>
            </a:solidFill>
            <a:effectLst/>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Sheet1!$D$2</c:f>
              <c:numCache>
                <c:formatCode>General</c:formatCode>
                <c:ptCount val="1"/>
                <c:pt idx="0">
                  <c:v>50</c:v>
                </c:pt>
              </c:numCache>
            </c:numRef>
          </c:val>
          <c:extLst>
            <c:ext xmlns:c16="http://schemas.microsoft.com/office/drawing/2014/chart" uri="{C3380CC4-5D6E-409C-BE32-E72D297353CC}">
              <c16:uniqueId val="{00000005-1EB4-475A-8141-63B737DFD290}"/>
            </c:ext>
          </c:extLst>
        </c:ser>
        <c:ser>
          <c:idx val="3"/>
          <c:order val="3"/>
          <c:tx>
            <c:strRef>
              <c:f>Sheet1!$E$1</c:f>
              <c:strCache>
                <c:ptCount val="1"/>
                <c:pt idx="0">
                  <c:v>Series 32</c:v>
                </c:pt>
              </c:strCache>
            </c:strRef>
          </c:tx>
          <c:spPr>
            <a:solidFill>
              <a:schemeClr val="accent4"/>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trendline>
            <c:trendlineType val="linear"/>
            <c:dispRSqr val="0"/>
            <c:dispEq val="0"/>
          </c:trendline>
          <c:cat>
            <c:strRef>
              <c:f>Sheet1!$A$2</c:f>
              <c:strCache>
                <c:ptCount val="1"/>
                <c:pt idx="0">
                  <c:v>PROJECT 1</c:v>
                </c:pt>
              </c:strCache>
            </c:strRef>
          </c:cat>
          <c:val>
            <c:numRef>
              <c:f>Sheet1!$E$2</c:f>
              <c:numCache>
                <c:formatCode>General</c:formatCode>
                <c:ptCount val="1"/>
                <c:pt idx="0">
                  <c:v>40</c:v>
                </c:pt>
              </c:numCache>
            </c:numRef>
          </c:val>
          <c:extLst>
            <c:ext xmlns:c16="http://schemas.microsoft.com/office/drawing/2014/chart" uri="{C3380CC4-5D6E-409C-BE32-E72D297353CC}">
              <c16:uniqueId val="{00000006-1EB4-475A-8141-63B737DFD290}"/>
            </c:ext>
          </c:extLst>
        </c:ser>
        <c:dLbls>
          <c:showLegendKey val="0"/>
          <c:showVal val="0"/>
          <c:showCatName val="0"/>
          <c:showSerName val="0"/>
          <c:showPercent val="0"/>
          <c:showBubbleSize val="0"/>
        </c:dLbls>
        <c:gapWidth val="2"/>
        <c:overlap val="-18"/>
        <c:axId val="358824960"/>
        <c:axId val="358834944"/>
      </c:barChart>
      <c:catAx>
        <c:axId val="358824960"/>
        <c:scaling>
          <c:orientation val="maxMin"/>
        </c:scaling>
        <c:delete val="1"/>
        <c:axPos val="l"/>
        <c:numFmt formatCode="General" sourceLinked="0"/>
        <c:majorTickMark val="out"/>
        <c:minorTickMark val="none"/>
        <c:tickLblPos val="none"/>
        <c:crossAx val="358834944"/>
        <c:crosses val="autoZero"/>
        <c:auto val="0"/>
        <c:lblAlgn val="ctr"/>
        <c:lblOffset val="100"/>
        <c:tickMarkSkip val="1"/>
        <c:noMultiLvlLbl val="0"/>
      </c:catAx>
      <c:valAx>
        <c:axId val="358834944"/>
        <c:scaling>
          <c:orientation val="minMax"/>
        </c:scaling>
        <c:delete val="1"/>
        <c:axPos val="t"/>
        <c:majorGridlines>
          <c:spPr>
            <a:ln>
              <a:solidFill>
                <a:schemeClr val="bg1"/>
              </a:solidFill>
            </a:ln>
          </c:spPr>
        </c:majorGridlines>
        <c:numFmt formatCode="0.00%" sourceLinked="0"/>
        <c:majorTickMark val="cross"/>
        <c:minorTickMark val="none"/>
        <c:tickLblPos val="none"/>
        <c:crossAx val="358824960"/>
        <c:crosses val="autoZero"/>
        <c:crossBetween val="between"/>
      </c:valAx>
      <c:spPr>
        <a:noFill/>
        <a:ln w="25400">
          <a:solidFill>
            <a:schemeClr val="bg1">
              <a:lumMod val="85000"/>
              <a:alpha val="0"/>
            </a:schemeClr>
          </a:solidFill>
        </a:ln>
      </c:spPr>
    </c:plotArea>
    <c:plotVisOnly val="1"/>
    <c:dispBlanksAs val="gap"/>
    <c:showDLblsOverMax val="0"/>
  </c:chart>
  <c:txPr>
    <a:bodyPr/>
    <a:lstStyle/>
    <a:p>
      <a:pPr>
        <a:defRPr sz="1000" b="1">
          <a:solidFill>
            <a:schemeClr val="tx1">
              <a:lumMod val="65000"/>
              <a:lumOff val="35000"/>
            </a:schemeClr>
          </a:solidFill>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Series 1</c:v>
                </c:pt>
              </c:strCache>
            </c:strRef>
          </c:tx>
          <c:spPr>
            <a:solidFill>
              <a:schemeClr val="tx2"/>
            </a:solidFill>
          </c:spPr>
          <c:invertIfNegative val="0"/>
          <c:dPt>
            <c:idx val="0"/>
            <c:invertIfNegative val="0"/>
            <c:bubble3D val="0"/>
            <c:spPr>
              <a:solidFill>
                <a:schemeClr val="accent1"/>
              </a:solidFill>
            </c:spPr>
            <c:extLst>
              <c:ext xmlns:c16="http://schemas.microsoft.com/office/drawing/2014/chart" uri="{C3380CC4-5D6E-409C-BE32-E72D297353CC}">
                <c16:uniqueId val="{00000001-4781-4DA3-9AB0-104E0F0B1FFD}"/>
              </c:ext>
            </c:extLst>
          </c:dPt>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781-4DA3-9AB0-104E0F0B1FFD}"/>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781-4DA3-9AB0-104E0F0B1FF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PROJECT 1</c:v>
                </c:pt>
              </c:strCache>
            </c:strRef>
          </c:cat>
          <c:val>
            <c:numRef>
              <c:f>Sheet1!$B$2</c:f>
              <c:numCache>
                <c:formatCode>General</c:formatCode>
                <c:ptCount val="1"/>
                <c:pt idx="0">
                  <c:v>100</c:v>
                </c:pt>
              </c:numCache>
            </c:numRef>
          </c:val>
          <c:extLst>
            <c:ext xmlns:c16="http://schemas.microsoft.com/office/drawing/2014/chart" uri="{C3380CC4-5D6E-409C-BE32-E72D297353CC}">
              <c16:uniqueId val="{00000003-4781-4DA3-9AB0-104E0F0B1FFD}"/>
            </c:ext>
          </c:extLst>
        </c:ser>
        <c:ser>
          <c:idx val="1"/>
          <c:order val="1"/>
          <c:tx>
            <c:strRef>
              <c:f>Sheet1!$C$1</c:f>
              <c:strCache>
                <c:ptCount val="1"/>
                <c:pt idx="0">
                  <c:v>Series 2</c:v>
                </c:pt>
              </c:strCache>
            </c:strRef>
          </c:tx>
          <c:spPr>
            <a:solidFill>
              <a:schemeClr val="accent2"/>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Sheet1!$C$2</c:f>
              <c:numCache>
                <c:formatCode>General</c:formatCode>
                <c:ptCount val="1"/>
                <c:pt idx="0">
                  <c:v>90</c:v>
                </c:pt>
              </c:numCache>
            </c:numRef>
          </c:val>
          <c:extLst>
            <c:ext xmlns:c16="http://schemas.microsoft.com/office/drawing/2014/chart" uri="{C3380CC4-5D6E-409C-BE32-E72D297353CC}">
              <c16:uniqueId val="{00000004-4781-4DA3-9AB0-104E0F0B1FFD}"/>
            </c:ext>
          </c:extLst>
        </c:ser>
        <c:ser>
          <c:idx val="2"/>
          <c:order val="2"/>
          <c:tx>
            <c:strRef>
              <c:f>Sheet1!$D$1</c:f>
              <c:strCache>
                <c:ptCount val="1"/>
                <c:pt idx="0">
                  <c:v>Series 3</c:v>
                </c:pt>
              </c:strCache>
            </c:strRef>
          </c:tx>
          <c:spPr>
            <a:solidFill>
              <a:schemeClr val="accent3"/>
            </a:solidFill>
            <a:effectLst/>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Sheet1!$D$2</c:f>
              <c:numCache>
                <c:formatCode>General</c:formatCode>
                <c:ptCount val="1"/>
                <c:pt idx="0">
                  <c:v>50</c:v>
                </c:pt>
              </c:numCache>
            </c:numRef>
          </c:val>
          <c:extLst>
            <c:ext xmlns:c16="http://schemas.microsoft.com/office/drawing/2014/chart" uri="{C3380CC4-5D6E-409C-BE32-E72D297353CC}">
              <c16:uniqueId val="{00000005-4781-4DA3-9AB0-104E0F0B1FFD}"/>
            </c:ext>
          </c:extLst>
        </c:ser>
        <c:ser>
          <c:idx val="3"/>
          <c:order val="3"/>
          <c:tx>
            <c:strRef>
              <c:f>Sheet1!$E$1</c:f>
              <c:strCache>
                <c:ptCount val="1"/>
                <c:pt idx="0">
                  <c:v>Series 32</c:v>
                </c:pt>
              </c:strCache>
            </c:strRef>
          </c:tx>
          <c:spPr>
            <a:solidFill>
              <a:schemeClr val="accent4"/>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trendline>
            <c:trendlineType val="linear"/>
            <c:dispRSqr val="0"/>
            <c:dispEq val="0"/>
          </c:trendline>
          <c:cat>
            <c:strRef>
              <c:f>Sheet1!$A$2</c:f>
              <c:strCache>
                <c:ptCount val="1"/>
                <c:pt idx="0">
                  <c:v>PROJECT 1</c:v>
                </c:pt>
              </c:strCache>
            </c:strRef>
          </c:cat>
          <c:val>
            <c:numRef>
              <c:f>Sheet1!$E$2</c:f>
              <c:numCache>
                <c:formatCode>General</c:formatCode>
                <c:ptCount val="1"/>
                <c:pt idx="0">
                  <c:v>40</c:v>
                </c:pt>
              </c:numCache>
            </c:numRef>
          </c:val>
          <c:extLst>
            <c:ext xmlns:c16="http://schemas.microsoft.com/office/drawing/2014/chart" uri="{C3380CC4-5D6E-409C-BE32-E72D297353CC}">
              <c16:uniqueId val="{00000006-4781-4DA3-9AB0-104E0F0B1FFD}"/>
            </c:ext>
          </c:extLst>
        </c:ser>
        <c:dLbls>
          <c:showLegendKey val="0"/>
          <c:showVal val="0"/>
          <c:showCatName val="0"/>
          <c:showSerName val="0"/>
          <c:showPercent val="0"/>
          <c:showBubbleSize val="0"/>
        </c:dLbls>
        <c:gapWidth val="2"/>
        <c:overlap val="-18"/>
        <c:axId val="360982016"/>
        <c:axId val="360983552"/>
      </c:barChart>
      <c:catAx>
        <c:axId val="360982016"/>
        <c:scaling>
          <c:orientation val="maxMin"/>
        </c:scaling>
        <c:delete val="1"/>
        <c:axPos val="l"/>
        <c:numFmt formatCode="General" sourceLinked="0"/>
        <c:majorTickMark val="out"/>
        <c:minorTickMark val="none"/>
        <c:tickLblPos val="none"/>
        <c:crossAx val="360983552"/>
        <c:crosses val="autoZero"/>
        <c:auto val="0"/>
        <c:lblAlgn val="ctr"/>
        <c:lblOffset val="100"/>
        <c:tickMarkSkip val="1"/>
        <c:noMultiLvlLbl val="0"/>
      </c:catAx>
      <c:valAx>
        <c:axId val="360983552"/>
        <c:scaling>
          <c:orientation val="minMax"/>
        </c:scaling>
        <c:delete val="1"/>
        <c:axPos val="t"/>
        <c:majorGridlines>
          <c:spPr>
            <a:ln>
              <a:solidFill>
                <a:schemeClr val="bg1"/>
              </a:solidFill>
            </a:ln>
          </c:spPr>
        </c:majorGridlines>
        <c:numFmt formatCode="0.00%" sourceLinked="0"/>
        <c:majorTickMark val="cross"/>
        <c:minorTickMark val="none"/>
        <c:tickLblPos val="none"/>
        <c:crossAx val="360982016"/>
        <c:crosses val="autoZero"/>
        <c:crossBetween val="between"/>
      </c:valAx>
      <c:spPr>
        <a:noFill/>
        <a:ln w="25400">
          <a:solidFill>
            <a:schemeClr val="bg1">
              <a:lumMod val="85000"/>
              <a:alpha val="0"/>
            </a:schemeClr>
          </a:solidFill>
        </a:ln>
      </c:spPr>
    </c:plotArea>
    <c:plotVisOnly val="1"/>
    <c:dispBlanksAs val="gap"/>
    <c:showDLblsOverMax val="0"/>
  </c:chart>
  <c:txPr>
    <a:bodyPr/>
    <a:lstStyle/>
    <a:p>
      <a:pPr>
        <a:defRPr sz="1000" b="1">
          <a:solidFill>
            <a:schemeClr val="tx1">
              <a:lumMod val="65000"/>
              <a:lumOff val="35000"/>
            </a:schemeClr>
          </a:solidFill>
        </a:defRPr>
      </a:pPr>
      <a:endParaRPr lang="en-US"/>
    </a:p>
  </c:txPr>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Slide Number Placeholder 11"/>
          <p:cNvSpPr>
            <a:spLocks noGrp="1"/>
          </p:cNvSpPr>
          <p:nvPr>
            <p:ph type="sldNum" sz="quarter" idx="3"/>
          </p:nvPr>
        </p:nvSpPr>
        <p:spPr>
          <a:xfrm>
            <a:off x="9533011" y="228600"/>
            <a:ext cx="412678" cy="342900"/>
          </a:xfrm>
          <a:prstGeom prst="rect">
            <a:avLst/>
          </a:prstGeom>
        </p:spPr>
        <p:txBody>
          <a:bodyPr vert="horz" lIns="91440" tIns="45720" rIns="91440" bIns="45720" rtlCol="0" anchor="b"/>
          <a:lstStyle>
            <a:lvl1pPr algn="r">
              <a:defRPr sz="1200"/>
            </a:lvl1pPr>
          </a:lstStyle>
          <a:p>
            <a:fld id="{80C5BA55-396F-46DB-98CB-67F5915743A3}" type="slidenum">
              <a:rPr lang="en-US" smtClean="0"/>
              <a:pPr/>
              <a:t>‹#›</a:t>
            </a:fld>
            <a:endParaRPr lang="en-US" dirty="0"/>
          </a:p>
        </p:txBody>
      </p:sp>
    </p:spTree>
    <p:extLst>
      <p:ext uri="{BB962C8B-B14F-4D97-AF65-F5344CB8AC3E}">
        <p14:creationId xmlns:p14="http://schemas.microsoft.com/office/powerpoint/2010/main" val="3015827967"/>
      </p:ext>
    </p:extLst>
  </p:cSld>
  <p:clrMap bg1="lt1" tx1="dk1" bg2="lt2" tx2="dk2" accent1="accent1" accent2="accent2" accent3="accent3" accent4="accent4" accent5="accent5" accent6="accent6" hlink="hlink" folHlink="folHlink"/>
  <p:hf sldNum="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4309798" cy="342900"/>
          </a:xfrm>
          <a:prstGeom prst="rect">
            <a:avLst/>
          </a:prstGeom>
        </p:spPr>
        <p:txBody>
          <a:bodyPr vert="horz" lIns="91440" tIns="45720" rIns="91440" bIns="45720" rtlCol="0"/>
          <a:lstStyle>
            <a:lvl1pPr algn="l">
              <a:defRPr sz="1200"/>
            </a:lvl1pPr>
          </a:lstStyle>
          <a:p>
            <a:r>
              <a:rPr lang="en-US" dirty="0"/>
              <a:t>My First Template</a:t>
            </a:r>
          </a:p>
        </p:txBody>
      </p:sp>
      <p:sp>
        <p:nvSpPr>
          <p:cNvPr id="3" name="Date Placeholder 2"/>
          <p:cNvSpPr>
            <a:spLocks noGrp="1"/>
          </p:cNvSpPr>
          <p:nvPr>
            <p:ph type="dt" idx="1"/>
          </p:nvPr>
        </p:nvSpPr>
        <p:spPr>
          <a:xfrm>
            <a:off x="5634164" y="0"/>
            <a:ext cx="4309798" cy="342900"/>
          </a:xfrm>
          <a:prstGeom prst="rect">
            <a:avLst/>
          </a:prstGeom>
        </p:spPr>
        <p:txBody>
          <a:bodyPr vert="horz" lIns="91440" tIns="45720" rIns="91440" bIns="45720" rtlCol="0"/>
          <a:lstStyle>
            <a:lvl1pPr algn="r">
              <a:defRPr sz="1200"/>
            </a:lvl1pPr>
          </a:lstStyle>
          <a:p>
            <a:fld id="{3581CD31-4B7D-4FD2-B052-E296BFBA018F}" type="datetimeFigureOut">
              <a:rPr lang="en-US" smtClean="0"/>
              <a:pPr/>
              <a:t>02/22/2026</a:t>
            </a:fld>
            <a:endParaRPr lang="en-US" dirty="0"/>
          </a:p>
        </p:txBody>
      </p:sp>
      <p:sp>
        <p:nvSpPr>
          <p:cNvPr id="4" name="Slide Image Placeholder 3"/>
          <p:cNvSpPr>
            <a:spLocks noGrp="1" noRot="1" noChangeAspect="1"/>
          </p:cNvSpPr>
          <p:nvPr>
            <p:ph type="sldImg" idx="2"/>
          </p:nvPr>
        </p:nvSpPr>
        <p:spPr>
          <a:xfrm>
            <a:off x="2686050" y="514350"/>
            <a:ext cx="4573588" cy="257175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994569" y="3257550"/>
            <a:ext cx="7956550" cy="30861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6513513"/>
            <a:ext cx="4309798" cy="342900"/>
          </a:xfrm>
          <a:prstGeom prst="rect">
            <a:avLst/>
          </a:prstGeom>
        </p:spPr>
        <p:txBody>
          <a:bodyPr vert="horz" lIns="91440" tIns="45720" rIns="91440" bIns="45720" rtlCol="0" anchor="b"/>
          <a:lstStyle>
            <a:lvl1pPr algn="l">
              <a:defRPr sz="1200"/>
            </a:lvl1pPr>
          </a:lstStyle>
          <a:p>
            <a:r>
              <a:rPr lang="en-US" dirty="0"/>
              <a:t>This is me Adam</a:t>
            </a:r>
          </a:p>
        </p:txBody>
      </p:sp>
      <p:sp>
        <p:nvSpPr>
          <p:cNvPr id="7" name="Slide Number Placeholder 6"/>
          <p:cNvSpPr>
            <a:spLocks noGrp="1"/>
          </p:cNvSpPr>
          <p:nvPr>
            <p:ph type="sldNum" sz="quarter" idx="5"/>
          </p:nvPr>
        </p:nvSpPr>
        <p:spPr>
          <a:xfrm>
            <a:off x="5634164" y="6513513"/>
            <a:ext cx="4309798" cy="342900"/>
          </a:xfrm>
          <a:prstGeom prst="rect">
            <a:avLst/>
          </a:prstGeom>
        </p:spPr>
        <p:txBody>
          <a:bodyPr vert="horz" lIns="91440" tIns="45720" rIns="91440" bIns="45720" rtlCol="0" anchor="b"/>
          <a:lstStyle>
            <a:lvl1pPr algn="r">
              <a:defRPr sz="1200"/>
            </a:lvl1pPr>
          </a:lstStyle>
          <a:p>
            <a:fld id="{C0D40C94-5092-4638-9E1F-C533F19764C0}" type="slidenum">
              <a:rPr lang="en-US" smtClean="0"/>
              <a:pPr/>
              <a:t>‹#›</a:t>
            </a:fld>
            <a:endParaRPr lang="en-US" dirty="0"/>
          </a:p>
        </p:txBody>
      </p:sp>
    </p:spTree>
    <p:extLst>
      <p:ext uri="{BB962C8B-B14F-4D97-AF65-F5344CB8AC3E}">
        <p14:creationId xmlns:p14="http://schemas.microsoft.com/office/powerpoint/2010/main" val="2360305942"/>
      </p:ext>
    </p:extLst>
  </p:cSld>
  <p:clrMap bg1="lt1" tx1="dk1" bg2="lt2" tx2="dk2" accent1="accent1" accent2="accent2" accent3="accent3" accent4="accent4" accent5="accent5" accent6="accent6" hlink="hlink" folHlink="folHlink"/>
  <p:hf sldNum="0" ftr="0" dt="0"/>
  <p:notesStyle>
    <a:lvl1pPr marL="0" algn="l" defTabSz="1031626" rtl="0" eaLnBrk="1" latinLnBrk="0" hangingPunct="1">
      <a:defRPr sz="1400" kern="1200">
        <a:solidFill>
          <a:schemeClr val="tx1"/>
        </a:solidFill>
        <a:latin typeface="+mn-lt"/>
        <a:ea typeface="+mn-ea"/>
        <a:cs typeface="+mn-cs"/>
      </a:defRPr>
    </a:lvl1pPr>
    <a:lvl2pPr marL="515813" algn="l" defTabSz="1031626" rtl="0" eaLnBrk="1" latinLnBrk="0" hangingPunct="1">
      <a:defRPr sz="1400" kern="1200">
        <a:solidFill>
          <a:schemeClr val="tx1"/>
        </a:solidFill>
        <a:latin typeface="+mn-lt"/>
        <a:ea typeface="+mn-ea"/>
        <a:cs typeface="+mn-cs"/>
      </a:defRPr>
    </a:lvl2pPr>
    <a:lvl3pPr marL="1031626" algn="l" defTabSz="1031626" rtl="0" eaLnBrk="1" latinLnBrk="0" hangingPunct="1">
      <a:defRPr sz="1400" kern="1200">
        <a:solidFill>
          <a:schemeClr val="tx1"/>
        </a:solidFill>
        <a:latin typeface="+mn-lt"/>
        <a:ea typeface="+mn-ea"/>
        <a:cs typeface="+mn-cs"/>
      </a:defRPr>
    </a:lvl3pPr>
    <a:lvl4pPr marL="1547439" algn="l" defTabSz="1031626" rtl="0" eaLnBrk="1" latinLnBrk="0" hangingPunct="1">
      <a:defRPr sz="1400" kern="1200">
        <a:solidFill>
          <a:schemeClr val="tx1"/>
        </a:solidFill>
        <a:latin typeface="+mn-lt"/>
        <a:ea typeface="+mn-ea"/>
        <a:cs typeface="+mn-cs"/>
      </a:defRPr>
    </a:lvl4pPr>
    <a:lvl5pPr marL="2063252" algn="l" defTabSz="1031626" rtl="0" eaLnBrk="1" latinLnBrk="0" hangingPunct="1">
      <a:defRPr sz="1400" kern="1200">
        <a:solidFill>
          <a:schemeClr val="tx1"/>
        </a:solidFill>
        <a:latin typeface="+mn-lt"/>
        <a:ea typeface="+mn-ea"/>
        <a:cs typeface="+mn-cs"/>
      </a:defRPr>
    </a:lvl5pPr>
    <a:lvl6pPr marL="2579065" algn="l" defTabSz="1031626" rtl="0" eaLnBrk="1" latinLnBrk="0" hangingPunct="1">
      <a:defRPr sz="1400" kern="1200">
        <a:solidFill>
          <a:schemeClr val="tx1"/>
        </a:solidFill>
        <a:latin typeface="+mn-lt"/>
        <a:ea typeface="+mn-ea"/>
        <a:cs typeface="+mn-cs"/>
      </a:defRPr>
    </a:lvl6pPr>
    <a:lvl7pPr marL="3094878" algn="l" defTabSz="1031626" rtl="0" eaLnBrk="1" latinLnBrk="0" hangingPunct="1">
      <a:defRPr sz="1400" kern="1200">
        <a:solidFill>
          <a:schemeClr val="tx1"/>
        </a:solidFill>
        <a:latin typeface="+mn-lt"/>
        <a:ea typeface="+mn-ea"/>
        <a:cs typeface="+mn-cs"/>
      </a:defRPr>
    </a:lvl7pPr>
    <a:lvl8pPr marL="3610691" algn="l" defTabSz="1031626" rtl="0" eaLnBrk="1" latinLnBrk="0" hangingPunct="1">
      <a:defRPr sz="1400" kern="1200">
        <a:solidFill>
          <a:schemeClr val="tx1"/>
        </a:solidFill>
        <a:latin typeface="+mn-lt"/>
        <a:ea typeface="+mn-ea"/>
        <a:cs typeface="+mn-cs"/>
      </a:defRPr>
    </a:lvl8pPr>
    <a:lvl9pPr marL="4126504" algn="l" defTabSz="1031626" rtl="0" eaLnBrk="1" latinLnBrk="0" hangingPunct="1">
      <a:defRPr sz="1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35330F04-9F90-40DB-9F0A-B8AADEB69B6C}" type="slidenum">
              <a:rPr lang="en-US" smtClean="0"/>
              <a:pPr/>
              <a:t>136</a:t>
            </a:fld>
            <a:endParaRPr lang="en-US"/>
          </a:p>
        </p:txBody>
      </p:sp>
      <p:sp>
        <p:nvSpPr>
          <p:cNvPr id="5" name="Header Placeholder 4"/>
          <p:cNvSpPr>
            <a:spLocks noGrp="1"/>
          </p:cNvSpPr>
          <p:nvPr>
            <p:ph type="hdr" sz="quarter" idx="11"/>
          </p:nvPr>
        </p:nvSpPr>
        <p:spPr/>
        <p:txBody>
          <a:bodyPr/>
          <a:lstStyle/>
          <a:p>
            <a:endParaRPr lang="en-US"/>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Header Placeholder 3"/>
          <p:cNvSpPr>
            <a:spLocks noGrp="1"/>
          </p:cNvSpPr>
          <p:nvPr>
            <p:ph type="hdr" sz="quarter" idx="10"/>
          </p:nvPr>
        </p:nvSpPr>
        <p:spPr/>
        <p:txBody>
          <a:bodyPr/>
          <a:lstStyle/>
          <a:p>
            <a:r>
              <a:rPr lang="en-US"/>
              <a:t>My First Template</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Header Placeholder 3"/>
          <p:cNvSpPr>
            <a:spLocks noGrp="1"/>
          </p:cNvSpPr>
          <p:nvPr>
            <p:ph type="hdr" sz="quarter" idx="10"/>
          </p:nvPr>
        </p:nvSpPr>
        <p:spPr/>
        <p:txBody>
          <a:bodyPr/>
          <a:lstStyle/>
          <a:p>
            <a:r>
              <a:rPr lang="en-US"/>
              <a:t>My First Template</a:t>
            </a: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Header Placeholder 3"/>
          <p:cNvSpPr>
            <a:spLocks noGrp="1"/>
          </p:cNvSpPr>
          <p:nvPr>
            <p:ph type="hdr" sz="quarter" idx="10"/>
          </p:nvPr>
        </p:nvSpPr>
        <p:spPr/>
        <p:txBody>
          <a:bodyPr/>
          <a:lstStyle/>
          <a:p>
            <a:r>
              <a:rPr lang="en-US"/>
              <a:t>My First Template</a:t>
            </a: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14350"/>
            <a:ext cx="4573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Main Title+ SubTitle+Numb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5"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2" name="Round Same Side Corner Rectangle 21"/>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23"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Main Titl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5"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Free Blank With Footer">
    <p:spTree>
      <p:nvGrpSpPr>
        <p:cNvPr id="1" name=""/>
        <p:cNvGrpSpPr/>
        <p:nvPr/>
      </p:nvGrpSpPr>
      <p:grpSpPr>
        <a:xfrm>
          <a:off x="0" y="0"/>
          <a:ext cx="0" cy="0"/>
          <a:chOff x="0" y="0"/>
          <a:chExt cx="0" cy="0"/>
        </a:xfrm>
      </p:grpSpPr>
      <p:sp>
        <p:nvSpPr>
          <p:cNvPr id="4" name="Round Same Side Corner Rectangle 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0"/>
            <a:ext cx="9144000" cy="5143499"/>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am00">
    <p:spTree>
      <p:nvGrpSpPr>
        <p:cNvPr id="1" name=""/>
        <p:cNvGrpSpPr/>
        <p:nvPr/>
      </p:nvGrpSpPr>
      <p:grpSpPr>
        <a:xfrm>
          <a:off x="0" y="0"/>
          <a:ext cx="0" cy="0"/>
          <a:chOff x="0" y="0"/>
          <a:chExt cx="0" cy="0"/>
        </a:xfrm>
      </p:grpSpPr>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8" name="Down Arrow Callout 17"/>
          <p:cNvSpPr/>
          <p:nvPr userDrawn="1"/>
        </p:nvSpPr>
        <p:spPr bwMode="auto">
          <a:xfrm>
            <a:off x="0" y="0"/>
            <a:ext cx="9144000" cy="2529116"/>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Picture Placeholder 7"/>
          <p:cNvSpPr>
            <a:spLocks noGrp="1"/>
          </p:cNvSpPr>
          <p:nvPr>
            <p:ph type="pic" sz="quarter" idx="10" hasCustomPrompt="1"/>
          </p:nvPr>
        </p:nvSpPr>
        <p:spPr>
          <a:xfrm>
            <a:off x="3749377" y="466776"/>
            <a:ext cx="1645246" cy="1644754"/>
          </a:xfrm>
          <a:prstGeom prst="ellipse">
            <a:avLst/>
          </a:prstGeom>
          <a:ln w="28575">
            <a:solidFill>
              <a:schemeClr val="accent1">
                <a:lumMod val="75000"/>
              </a:schemeClr>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fltVal val="0"/>
                                          </p:val>
                                        </p:tav>
                                        <p:tav tm="100000">
                                          <p:val>
                                            <p:strVal val="#ppt_h"/>
                                          </p:val>
                                        </p:tav>
                                      </p:tavLst>
                                    </p:anim>
                                    <p:animEffect transition="in" filter="fade">
                                      <p:cBhvr>
                                        <p:cTn id="1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01_WWD">
    <p:spTree>
      <p:nvGrpSpPr>
        <p:cNvPr id="1" name=""/>
        <p:cNvGrpSpPr/>
        <p:nvPr/>
      </p:nvGrpSpPr>
      <p:grpSpPr>
        <a:xfrm>
          <a:off x="0" y="0"/>
          <a:ext cx="0" cy="0"/>
          <a:chOff x="0" y="0"/>
          <a:chExt cx="0" cy="0"/>
        </a:xfrm>
      </p:grpSpPr>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29" name="Picture Placeholder 7"/>
          <p:cNvSpPr>
            <a:spLocks noGrp="1"/>
          </p:cNvSpPr>
          <p:nvPr>
            <p:ph type="pic" sz="quarter" idx="15" hasCustomPrompt="1"/>
          </p:nvPr>
        </p:nvSpPr>
        <p:spPr>
          <a:xfrm>
            <a:off x="777805" y="1105463"/>
            <a:ext cx="1425007" cy="1529068"/>
          </a:xfrm>
          <a:prstGeom prst="rect">
            <a:avLst/>
          </a:prstGeom>
          <a:ln w="19050">
            <a:solidFill>
              <a:schemeClr val="accent1"/>
            </a:solid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46" name="Picture Placeholder 7"/>
          <p:cNvSpPr>
            <a:spLocks noGrp="1"/>
          </p:cNvSpPr>
          <p:nvPr>
            <p:ph type="pic" sz="quarter" idx="16" hasCustomPrompt="1"/>
          </p:nvPr>
        </p:nvSpPr>
        <p:spPr>
          <a:xfrm>
            <a:off x="2317802" y="1105463"/>
            <a:ext cx="1425007" cy="1529068"/>
          </a:xfrm>
          <a:prstGeom prst="rect">
            <a:avLst/>
          </a:prstGeom>
          <a:ln w="19050">
            <a:solidFill>
              <a:schemeClr val="accent2"/>
            </a:solid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47" name="Picture Placeholder 7"/>
          <p:cNvSpPr>
            <a:spLocks noGrp="1"/>
          </p:cNvSpPr>
          <p:nvPr>
            <p:ph type="pic" sz="quarter" idx="17" hasCustomPrompt="1"/>
          </p:nvPr>
        </p:nvSpPr>
        <p:spPr>
          <a:xfrm>
            <a:off x="3857799" y="1105463"/>
            <a:ext cx="1425007" cy="1529068"/>
          </a:xfrm>
          <a:prstGeom prst="rect">
            <a:avLst/>
          </a:prstGeom>
          <a:ln w="19050">
            <a:solidFill>
              <a:schemeClr val="accent3"/>
            </a:solid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48" name="Picture Placeholder 7"/>
          <p:cNvSpPr>
            <a:spLocks noGrp="1"/>
          </p:cNvSpPr>
          <p:nvPr>
            <p:ph type="pic" sz="quarter" idx="18" hasCustomPrompt="1"/>
          </p:nvPr>
        </p:nvSpPr>
        <p:spPr>
          <a:xfrm>
            <a:off x="5401191" y="1105463"/>
            <a:ext cx="1425007" cy="1529068"/>
          </a:xfrm>
          <a:prstGeom prst="rect">
            <a:avLst/>
          </a:prstGeom>
          <a:ln w="19050">
            <a:solidFill>
              <a:schemeClr val="accent4"/>
            </a:solid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49" name="Picture Placeholder 7"/>
          <p:cNvSpPr>
            <a:spLocks noGrp="1"/>
          </p:cNvSpPr>
          <p:nvPr>
            <p:ph type="pic" sz="quarter" idx="19" hasCustomPrompt="1"/>
          </p:nvPr>
        </p:nvSpPr>
        <p:spPr>
          <a:xfrm>
            <a:off x="6941188" y="1105463"/>
            <a:ext cx="1425007" cy="1529068"/>
          </a:xfrm>
          <a:prstGeom prst="rect">
            <a:avLst/>
          </a:prstGeom>
          <a:ln w="19050">
            <a:solidFill>
              <a:schemeClr val="accent5"/>
            </a:solid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down)">
                                      <p:cBhvr>
                                        <p:cTn id="15" dur="500"/>
                                        <p:tgtEl>
                                          <p:spTgt spid="29"/>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wipe(down)">
                                      <p:cBhvr>
                                        <p:cTn id="19" dur="500"/>
                                        <p:tgtEl>
                                          <p:spTgt spid="46"/>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wipe(down)">
                                      <p:cBhvr>
                                        <p:cTn id="23" dur="500"/>
                                        <p:tgtEl>
                                          <p:spTgt spid="47"/>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48"/>
                                        </p:tgtEl>
                                        <p:attrNameLst>
                                          <p:attrName>style.visibility</p:attrName>
                                        </p:attrNameLst>
                                      </p:cBhvr>
                                      <p:to>
                                        <p:strVal val="visible"/>
                                      </p:to>
                                    </p:set>
                                    <p:animEffect transition="in" filter="wipe(down)">
                                      <p:cBhvr>
                                        <p:cTn id="27" dur="500"/>
                                        <p:tgtEl>
                                          <p:spTgt spid="48"/>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49"/>
                                        </p:tgtEl>
                                        <p:attrNameLst>
                                          <p:attrName>style.visibility</p:attrName>
                                        </p:attrNameLst>
                                      </p:cBhvr>
                                      <p:to>
                                        <p:strVal val="visible"/>
                                      </p:to>
                                    </p:set>
                                    <p:animEffect transition="in" filter="wipe(down)">
                                      <p:cBhvr>
                                        <p:cTn id="31"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29" grpId="0" animBg="1"/>
      <p:bldP spid="46" grpId="0" animBg="1"/>
      <p:bldP spid="47" grpId="0" animBg="1"/>
      <p:bldP spid="48" grpId="0" animBg="1"/>
      <p:bldP spid="49" grpId="0" animBg="1"/>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Team01">
    <p:spTree>
      <p:nvGrpSpPr>
        <p:cNvPr id="1" name=""/>
        <p:cNvGrpSpPr/>
        <p:nvPr/>
      </p:nvGrpSpPr>
      <p:grpSpPr>
        <a:xfrm>
          <a:off x="0" y="0"/>
          <a:ext cx="0" cy="0"/>
          <a:chOff x="0" y="0"/>
          <a:chExt cx="0" cy="0"/>
        </a:xfrm>
      </p:grpSpPr>
      <p:sp>
        <p:nvSpPr>
          <p:cNvPr id="30" name="Text Placeholder 3"/>
          <p:cNvSpPr>
            <a:spLocks noGrp="1"/>
          </p:cNvSpPr>
          <p:nvPr>
            <p:ph type="body" sz="half" idx="16"/>
          </p:nvPr>
        </p:nvSpPr>
        <p:spPr>
          <a:xfrm>
            <a:off x="867991" y="3001502"/>
            <a:ext cx="1421516" cy="381730"/>
          </a:xfrm>
          <a:prstGeom prst="rect">
            <a:avLst/>
          </a:prstGeom>
        </p:spPr>
        <p:txBody>
          <a:bodyPr wrap="square" lIns="0" tIns="0" rIns="0" bIns="0" anchor="t">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1" name="Picture Placeholder 7"/>
          <p:cNvSpPr>
            <a:spLocks noGrp="1"/>
          </p:cNvSpPr>
          <p:nvPr>
            <p:ph type="pic" sz="quarter" idx="10" hasCustomPrompt="1"/>
          </p:nvPr>
        </p:nvSpPr>
        <p:spPr>
          <a:xfrm>
            <a:off x="867991" y="1472626"/>
            <a:ext cx="1421516" cy="1421092"/>
          </a:xfrm>
          <a:prstGeom prst="ellipse">
            <a:avLst/>
          </a:prstGeom>
          <a:ln w="28575">
            <a:solidFill>
              <a:schemeClr val="accent1"/>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32" name="Text Placeholder 3"/>
          <p:cNvSpPr>
            <a:spLocks noGrp="1"/>
          </p:cNvSpPr>
          <p:nvPr>
            <p:ph type="body" sz="half" idx="15"/>
          </p:nvPr>
        </p:nvSpPr>
        <p:spPr>
          <a:xfrm>
            <a:off x="727168" y="3414419"/>
            <a:ext cx="1703163" cy="923330"/>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33" name="Text Placeholder 3"/>
          <p:cNvSpPr>
            <a:spLocks noGrp="1"/>
          </p:cNvSpPr>
          <p:nvPr>
            <p:ph type="body" sz="half" idx="17"/>
          </p:nvPr>
        </p:nvSpPr>
        <p:spPr>
          <a:xfrm>
            <a:off x="2822643" y="3001502"/>
            <a:ext cx="1421516" cy="381730"/>
          </a:xfrm>
          <a:prstGeom prst="rect">
            <a:avLst/>
          </a:prstGeom>
        </p:spPr>
        <p:txBody>
          <a:bodyPr wrap="square" lIns="0" tIns="0" rIns="0" bIns="0" anchor="t">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4" name="Picture Placeholder 7"/>
          <p:cNvSpPr>
            <a:spLocks noGrp="1"/>
          </p:cNvSpPr>
          <p:nvPr>
            <p:ph type="pic" sz="quarter" idx="18" hasCustomPrompt="1"/>
          </p:nvPr>
        </p:nvSpPr>
        <p:spPr>
          <a:xfrm>
            <a:off x="2822643" y="1472626"/>
            <a:ext cx="1421516" cy="1421092"/>
          </a:xfrm>
          <a:prstGeom prst="ellipse">
            <a:avLst/>
          </a:prstGeom>
          <a:ln w="28575">
            <a:solidFill>
              <a:schemeClr val="accent2"/>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35" name="Text Placeholder 3"/>
          <p:cNvSpPr>
            <a:spLocks noGrp="1"/>
          </p:cNvSpPr>
          <p:nvPr>
            <p:ph type="body" sz="half" idx="19"/>
          </p:nvPr>
        </p:nvSpPr>
        <p:spPr>
          <a:xfrm>
            <a:off x="2681820" y="3414419"/>
            <a:ext cx="1703163" cy="923330"/>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36" name="Text Placeholder 3"/>
          <p:cNvSpPr>
            <a:spLocks noGrp="1"/>
          </p:cNvSpPr>
          <p:nvPr>
            <p:ph type="body" sz="half" idx="20"/>
          </p:nvPr>
        </p:nvSpPr>
        <p:spPr>
          <a:xfrm>
            <a:off x="4829092" y="3001502"/>
            <a:ext cx="1421516" cy="381730"/>
          </a:xfrm>
          <a:prstGeom prst="rect">
            <a:avLst/>
          </a:prstGeom>
        </p:spPr>
        <p:txBody>
          <a:bodyPr wrap="square" lIns="0" tIns="0" rIns="0" bIns="0" anchor="t">
            <a:noAutofit/>
          </a:bodyPr>
          <a:lstStyle>
            <a:lvl1pPr marL="0" indent="0" algn="ctr">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7" name="Picture Placeholder 7"/>
          <p:cNvSpPr>
            <a:spLocks noGrp="1"/>
          </p:cNvSpPr>
          <p:nvPr>
            <p:ph type="pic" sz="quarter" idx="21" hasCustomPrompt="1"/>
          </p:nvPr>
        </p:nvSpPr>
        <p:spPr>
          <a:xfrm>
            <a:off x="4829092" y="1472626"/>
            <a:ext cx="1421516" cy="1421092"/>
          </a:xfrm>
          <a:prstGeom prst="ellipse">
            <a:avLst/>
          </a:prstGeom>
          <a:ln w="28575">
            <a:solidFill>
              <a:schemeClr val="accent3"/>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38" name="Text Placeholder 3"/>
          <p:cNvSpPr>
            <a:spLocks noGrp="1"/>
          </p:cNvSpPr>
          <p:nvPr>
            <p:ph type="body" sz="half" idx="22"/>
          </p:nvPr>
        </p:nvSpPr>
        <p:spPr>
          <a:xfrm>
            <a:off x="4688269" y="3414419"/>
            <a:ext cx="1703163" cy="923330"/>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39" name="Text Placeholder 3"/>
          <p:cNvSpPr>
            <a:spLocks noGrp="1"/>
          </p:cNvSpPr>
          <p:nvPr>
            <p:ph type="body" sz="half" idx="23"/>
          </p:nvPr>
        </p:nvSpPr>
        <p:spPr>
          <a:xfrm>
            <a:off x="6835350" y="3001502"/>
            <a:ext cx="1421516" cy="381730"/>
          </a:xfrm>
          <a:prstGeom prst="rect">
            <a:avLst/>
          </a:prstGeom>
        </p:spPr>
        <p:txBody>
          <a:bodyPr wrap="square" lIns="0" tIns="0" rIns="0" bIns="0" anchor="t">
            <a:noAutofit/>
          </a:bodyPr>
          <a:lstStyle>
            <a:lvl1pPr marL="0" indent="0" algn="ctr">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40" name="Picture Placeholder 7"/>
          <p:cNvSpPr>
            <a:spLocks noGrp="1"/>
          </p:cNvSpPr>
          <p:nvPr>
            <p:ph type="pic" sz="quarter" idx="24" hasCustomPrompt="1"/>
          </p:nvPr>
        </p:nvSpPr>
        <p:spPr>
          <a:xfrm>
            <a:off x="6835350" y="1472626"/>
            <a:ext cx="1421516" cy="1421092"/>
          </a:xfrm>
          <a:prstGeom prst="ellipse">
            <a:avLst/>
          </a:prstGeom>
          <a:ln w="28575">
            <a:solidFill>
              <a:schemeClr val="accent4"/>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41" name="Text Placeholder 3"/>
          <p:cNvSpPr>
            <a:spLocks noGrp="1"/>
          </p:cNvSpPr>
          <p:nvPr>
            <p:ph type="body" sz="half" idx="25"/>
          </p:nvPr>
        </p:nvSpPr>
        <p:spPr>
          <a:xfrm>
            <a:off x="6694527" y="3414419"/>
            <a:ext cx="1703163" cy="923330"/>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4" fill="hold" grpId="0" nodeType="afterEffect" nodePh="1">
                                  <p:stCondLst>
                                    <p:cond delay="0"/>
                                  </p:stCondLst>
                                  <p:endCondLst>
                                    <p:cond evt="begin" delay="0">
                                      <p:tn val="19"/>
                                    </p:cond>
                                  </p:endCondLst>
                                  <p:childTnLst>
                                    <p:set>
                                      <p:cBhvr>
                                        <p:cTn id="20" dur="1" fill="hold">
                                          <p:stCondLst>
                                            <p:cond delay="0"/>
                                          </p:stCondLst>
                                        </p:cTn>
                                        <p:tgtEl>
                                          <p:spTgt spid="30">
                                            <p:txEl>
                                              <p:pRg st="0" end="0"/>
                                            </p:txEl>
                                          </p:spTgt>
                                        </p:tgtEl>
                                        <p:attrNameLst>
                                          <p:attrName>style.visibility</p:attrName>
                                        </p:attrNameLst>
                                      </p:cBhvr>
                                      <p:to>
                                        <p:strVal val="visible"/>
                                      </p:to>
                                    </p:set>
                                    <p:animEffect transition="in" filter="wipe(down)">
                                      <p:cBhvr>
                                        <p:cTn id="21" dur="500"/>
                                        <p:tgtEl>
                                          <p:spTgt spid="30">
                                            <p:txEl>
                                              <p:pRg st="0" end="0"/>
                                            </p:txEl>
                                          </p:spTgt>
                                        </p:tgtEl>
                                      </p:cBhvr>
                                    </p:animEffect>
                                  </p:childTnLst>
                                </p:cTn>
                              </p:par>
                            </p:childTnLst>
                          </p:cTn>
                        </p:par>
                        <p:par>
                          <p:cTn id="22" fill="hold">
                            <p:stCondLst>
                              <p:cond delay="20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53" presetClass="entr" presetSubtype="0" fill="hold" grpId="0" nodeType="afterEffect">
                                  <p:stCondLst>
                                    <p:cond delay="0"/>
                                  </p:stCondLst>
                                  <p:childTnLst>
                                    <p:set>
                                      <p:cBhvr>
                                        <p:cTn id="29" dur="1" fill="hold">
                                          <p:stCondLst>
                                            <p:cond delay="0"/>
                                          </p:stCondLst>
                                        </p:cTn>
                                        <p:tgtEl>
                                          <p:spTgt spid="34"/>
                                        </p:tgtEl>
                                        <p:attrNameLst>
                                          <p:attrName>style.visibility</p:attrName>
                                        </p:attrNameLst>
                                      </p:cBhvr>
                                      <p:to>
                                        <p:strVal val="visible"/>
                                      </p:to>
                                    </p:set>
                                    <p:anim calcmode="lin" valueType="num">
                                      <p:cBhvr>
                                        <p:cTn id="30" dur="500" fill="hold"/>
                                        <p:tgtEl>
                                          <p:spTgt spid="34"/>
                                        </p:tgtEl>
                                        <p:attrNameLst>
                                          <p:attrName>ppt_w</p:attrName>
                                        </p:attrNameLst>
                                      </p:cBhvr>
                                      <p:tavLst>
                                        <p:tav tm="0">
                                          <p:val>
                                            <p:fltVal val="0"/>
                                          </p:val>
                                        </p:tav>
                                        <p:tav tm="100000">
                                          <p:val>
                                            <p:strVal val="#ppt_w"/>
                                          </p:val>
                                        </p:tav>
                                      </p:tavLst>
                                    </p:anim>
                                    <p:anim calcmode="lin" valueType="num">
                                      <p:cBhvr>
                                        <p:cTn id="31" dur="500" fill="hold"/>
                                        <p:tgtEl>
                                          <p:spTgt spid="34"/>
                                        </p:tgtEl>
                                        <p:attrNameLst>
                                          <p:attrName>ppt_h</p:attrName>
                                        </p:attrNameLst>
                                      </p:cBhvr>
                                      <p:tavLst>
                                        <p:tav tm="0">
                                          <p:val>
                                            <p:fltVal val="0"/>
                                          </p:val>
                                        </p:tav>
                                        <p:tav tm="100000">
                                          <p:val>
                                            <p:strVal val="#ppt_h"/>
                                          </p:val>
                                        </p:tav>
                                      </p:tavLst>
                                    </p:anim>
                                    <p:animEffect transition="in" filter="fade">
                                      <p:cBhvr>
                                        <p:cTn id="32" dur="500"/>
                                        <p:tgtEl>
                                          <p:spTgt spid="34"/>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33">
                                            <p:txEl>
                                              <p:pRg st="0" end="0"/>
                                            </p:txEl>
                                          </p:spTgt>
                                        </p:tgtEl>
                                        <p:attrNameLst>
                                          <p:attrName>style.visibility</p:attrName>
                                        </p:attrNameLst>
                                      </p:cBhvr>
                                      <p:to>
                                        <p:strVal val="visible"/>
                                      </p:to>
                                    </p:set>
                                    <p:animEffect transition="in" filter="wipe(down)">
                                      <p:cBhvr>
                                        <p:cTn id="36" dur="500"/>
                                        <p:tgtEl>
                                          <p:spTgt spid="33">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35">
                                            <p:txEl>
                                              <p:pRg st="0" end="0"/>
                                            </p:txEl>
                                          </p:spTgt>
                                        </p:tgtEl>
                                        <p:attrNameLst>
                                          <p:attrName>style.visibility</p:attrName>
                                        </p:attrNameLst>
                                      </p:cBhvr>
                                      <p:to>
                                        <p:strVal val="visible"/>
                                      </p:to>
                                    </p:set>
                                    <p:anim calcmode="lin" valueType="num">
                                      <p:cBhvr additive="base">
                                        <p:cTn id="40"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35">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37"/>
                                        </p:tgtEl>
                                        <p:attrNameLst>
                                          <p:attrName>style.visibility</p:attrName>
                                        </p:attrNameLst>
                                      </p:cBhvr>
                                      <p:to>
                                        <p:strVal val="visible"/>
                                      </p:to>
                                    </p:set>
                                    <p:anim calcmode="lin" valueType="num">
                                      <p:cBhvr>
                                        <p:cTn id="45" dur="500" fill="hold"/>
                                        <p:tgtEl>
                                          <p:spTgt spid="37"/>
                                        </p:tgtEl>
                                        <p:attrNameLst>
                                          <p:attrName>ppt_w</p:attrName>
                                        </p:attrNameLst>
                                      </p:cBhvr>
                                      <p:tavLst>
                                        <p:tav tm="0">
                                          <p:val>
                                            <p:fltVal val="0"/>
                                          </p:val>
                                        </p:tav>
                                        <p:tav tm="100000">
                                          <p:val>
                                            <p:strVal val="#ppt_w"/>
                                          </p:val>
                                        </p:tav>
                                      </p:tavLst>
                                    </p:anim>
                                    <p:anim calcmode="lin" valueType="num">
                                      <p:cBhvr>
                                        <p:cTn id="46" dur="500" fill="hold"/>
                                        <p:tgtEl>
                                          <p:spTgt spid="37"/>
                                        </p:tgtEl>
                                        <p:attrNameLst>
                                          <p:attrName>ppt_h</p:attrName>
                                        </p:attrNameLst>
                                      </p:cBhvr>
                                      <p:tavLst>
                                        <p:tav tm="0">
                                          <p:val>
                                            <p:fltVal val="0"/>
                                          </p:val>
                                        </p:tav>
                                        <p:tav tm="100000">
                                          <p:val>
                                            <p:strVal val="#ppt_h"/>
                                          </p:val>
                                        </p:tav>
                                      </p:tavLst>
                                    </p:anim>
                                    <p:animEffect transition="in" filter="fade">
                                      <p:cBhvr>
                                        <p:cTn id="47" dur="500"/>
                                        <p:tgtEl>
                                          <p:spTgt spid="37"/>
                                        </p:tgtEl>
                                      </p:cBhvr>
                                    </p:animEffect>
                                  </p:childTnLst>
                                </p:cTn>
                              </p:par>
                            </p:childTnLst>
                          </p:cTn>
                        </p:par>
                        <p:par>
                          <p:cTn id="48" fill="hold">
                            <p:stCondLst>
                              <p:cond delay="4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36">
                                            <p:txEl>
                                              <p:pRg st="0" end="0"/>
                                            </p:txEl>
                                          </p:spTgt>
                                        </p:tgtEl>
                                        <p:attrNameLst>
                                          <p:attrName>style.visibility</p:attrName>
                                        </p:attrNameLst>
                                      </p:cBhvr>
                                      <p:to>
                                        <p:strVal val="visible"/>
                                      </p:to>
                                    </p:set>
                                    <p:animEffect transition="in" filter="wipe(down)">
                                      <p:cBhvr>
                                        <p:cTn id="51" dur="500"/>
                                        <p:tgtEl>
                                          <p:spTgt spid="36">
                                            <p:txEl>
                                              <p:pRg st="0" end="0"/>
                                            </p:txEl>
                                          </p:spTgt>
                                        </p:tgtEl>
                                      </p:cBhvr>
                                    </p:animEffect>
                                  </p:childTnLst>
                                </p:cTn>
                              </p:par>
                            </p:childTnLst>
                          </p:cTn>
                        </p:par>
                        <p:par>
                          <p:cTn id="52" fill="hold">
                            <p:stCondLst>
                              <p:cond delay="5000"/>
                            </p:stCondLst>
                            <p:childTnLst>
                              <p:par>
                                <p:cTn id="53" presetID="2" presetClass="entr" presetSubtype="4" accel="50000" decel="50000" fill="hold" grpId="0" nodeType="afterEffect" nodePh="1">
                                  <p:stCondLst>
                                    <p:cond delay="0"/>
                                  </p:stCondLst>
                                  <p:endCondLst>
                                    <p:cond evt="begin" delay="0">
                                      <p:tn val="53"/>
                                    </p:cond>
                                  </p:endCondLst>
                                  <p:childTnLst>
                                    <p:set>
                                      <p:cBhvr>
                                        <p:cTn id="54" dur="1" fill="hold">
                                          <p:stCondLst>
                                            <p:cond delay="0"/>
                                          </p:stCondLst>
                                        </p:cTn>
                                        <p:tgtEl>
                                          <p:spTgt spid="38">
                                            <p:txEl>
                                              <p:pRg st="0" end="0"/>
                                            </p:txEl>
                                          </p:spTgt>
                                        </p:tgtEl>
                                        <p:attrNameLst>
                                          <p:attrName>style.visibility</p:attrName>
                                        </p:attrNameLst>
                                      </p:cBhvr>
                                      <p:to>
                                        <p:strVal val="visible"/>
                                      </p:to>
                                    </p:set>
                                    <p:anim calcmode="lin" valueType="num">
                                      <p:cBhvr additive="base">
                                        <p:cTn id="55"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8">
                                            <p:txEl>
                                              <p:pRg st="0" end="0"/>
                                            </p:txEl>
                                          </p:spTgt>
                                        </p:tgtEl>
                                        <p:attrNameLst>
                                          <p:attrName>ppt_y</p:attrName>
                                        </p:attrNameLst>
                                      </p:cBhvr>
                                      <p:tavLst>
                                        <p:tav tm="0">
                                          <p:val>
                                            <p:strVal val="1+#ppt_h/2"/>
                                          </p:val>
                                        </p:tav>
                                        <p:tav tm="100000">
                                          <p:val>
                                            <p:strVal val="#ppt_y"/>
                                          </p:val>
                                        </p:tav>
                                      </p:tavLst>
                                    </p:anim>
                                  </p:childTnLst>
                                </p:cTn>
                              </p:par>
                            </p:childTnLst>
                          </p:cTn>
                        </p:par>
                        <p:par>
                          <p:cTn id="57" fill="hold">
                            <p:stCondLst>
                              <p:cond delay="5500"/>
                            </p:stCondLst>
                            <p:childTnLst>
                              <p:par>
                                <p:cTn id="58" presetID="53" presetClass="entr" presetSubtype="0" fill="hold" grpId="0" nodeType="afterEffect">
                                  <p:stCondLst>
                                    <p:cond delay="0"/>
                                  </p:stCondLst>
                                  <p:childTnLst>
                                    <p:set>
                                      <p:cBhvr>
                                        <p:cTn id="59" dur="1" fill="hold">
                                          <p:stCondLst>
                                            <p:cond delay="0"/>
                                          </p:stCondLst>
                                        </p:cTn>
                                        <p:tgtEl>
                                          <p:spTgt spid="40"/>
                                        </p:tgtEl>
                                        <p:attrNameLst>
                                          <p:attrName>style.visibility</p:attrName>
                                        </p:attrNameLst>
                                      </p:cBhvr>
                                      <p:to>
                                        <p:strVal val="visible"/>
                                      </p:to>
                                    </p:set>
                                    <p:anim calcmode="lin" valueType="num">
                                      <p:cBhvr>
                                        <p:cTn id="60" dur="500" fill="hold"/>
                                        <p:tgtEl>
                                          <p:spTgt spid="40"/>
                                        </p:tgtEl>
                                        <p:attrNameLst>
                                          <p:attrName>ppt_w</p:attrName>
                                        </p:attrNameLst>
                                      </p:cBhvr>
                                      <p:tavLst>
                                        <p:tav tm="0">
                                          <p:val>
                                            <p:fltVal val="0"/>
                                          </p:val>
                                        </p:tav>
                                        <p:tav tm="100000">
                                          <p:val>
                                            <p:strVal val="#ppt_w"/>
                                          </p:val>
                                        </p:tav>
                                      </p:tavLst>
                                    </p:anim>
                                    <p:anim calcmode="lin" valueType="num">
                                      <p:cBhvr>
                                        <p:cTn id="61" dur="500" fill="hold"/>
                                        <p:tgtEl>
                                          <p:spTgt spid="40"/>
                                        </p:tgtEl>
                                        <p:attrNameLst>
                                          <p:attrName>ppt_h</p:attrName>
                                        </p:attrNameLst>
                                      </p:cBhvr>
                                      <p:tavLst>
                                        <p:tav tm="0">
                                          <p:val>
                                            <p:fltVal val="0"/>
                                          </p:val>
                                        </p:tav>
                                        <p:tav tm="100000">
                                          <p:val>
                                            <p:strVal val="#ppt_h"/>
                                          </p:val>
                                        </p:tav>
                                      </p:tavLst>
                                    </p:anim>
                                    <p:animEffect transition="in" filter="fade">
                                      <p:cBhvr>
                                        <p:cTn id="62" dur="500"/>
                                        <p:tgtEl>
                                          <p:spTgt spid="40"/>
                                        </p:tgtEl>
                                      </p:cBhvr>
                                    </p:animEffect>
                                  </p:childTnLst>
                                </p:cTn>
                              </p:par>
                            </p:childTnLst>
                          </p:cTn>
                        </p:par>
                        <p:par>
                          <p:cTn id="63" fill="hold">
                            <p:stCondLst>
                              <p:cond delay="6000"/>
                            </p:stCondLst>
                            <p:childTnLst>
                              <p:par>
                                <p:cTn id="64" presetID="22" presetClass="entr" presetSubtype="4" fill="hold" grpId="0" nodeType="afterEffect" nodePh="1">
                                  <p:stCondLst>
                                    <p:cond delay="0"/>
                                  </p:stCondLst>
                                  <p:endCondLst>
                                    <p:cond evt="begin" delay="0">
                                      <p:tn val="64"/>
                                    </p:cond>
                                  </p:endCondLst>
                                  <p:childTnLst>
                                    <p:set>
                                      <p:cBhvr>
                                        <p:cTn id="65" dur="1" fill="hold">
                                          <p:stCondLst>
                                            <p:cond delay="0"/>
                                          </p:stCondLst>
                                        </p:cTn>
                                        <p:tgtEl>
                                          <p:spTgt spid="39">
                                            <p:txEl>
                                              <p:pRg st="0" end="0"/>
                                            </p:txEl>
                                          </p:spTgt>
                                        </p:tgtEl>
                                        <p:attrNameLst>
                                          <p:attrName>style.visibility</p:attrName>
                                        </p:attrNameLst>
                                      </p:cBhvr>
                                      <p:to>
                                        <p:strVal val="visible"/>
                                      </p:to>
                                    </p:set>
                                    <p:animEffect transition="in" filter="wipe(down)">
                                      <p:cBhvr>
                                        <p:cTn id="66" dur="500"/>
                                        <p:tgtEl>
                                          <p:spTgt spid="39">
                                            <p:txEl>
                                              <p:pRg st="0" end="0"/>
                                            </p:txEl>
                                          </p:spTgt>
                                        </p:tgtEl>
                                      </p:cBhvr>
                                    </p:animEffect>
                                  </p:childTnLst>
                                </p:cTn>
                              </p:par>
                            </p:childTnLst>
                          </p:cTn>
                        </p:par>
                        <p:par>
                          <p:cTn id="67" fill="hold">
                            <p:stCondLst>
                              <p:cond delay="6500"/>
                            </p:stCondLst>
                            <p:childTnLst>
                              <p:par>
                                <p:cTn id="68" presetID="2" presetClass="entr" presetSubtype="4" accel="50000" decel="50000" fill="hold" grpId="0" nodeType="afterEffect" nodePh="1">
                                  <p:stCondLst>
                                    <p:cond delay="0"/>
                                  </p:stCondLst>
                                  <p:endCondLst>
                                    <p:cond evt="begin" delay="0">
                                      <p:tn val="68"/>
                                    </p:cond>
                                  </p:endCondLst>
                                  <p:childTnLst>
                                    <p:set>
                                      <p:cBhvr>
                                        <p:cTn id="69" dur="1" fill="hold">
                                          <p:stCondLst>
                                            <p:cond delay="0"/>
                                          </p:stCondLst>
                                        </p:cTn>
                                        <p:tgtEl>
                                          <p:spTgt spid="41">
                                            <p:txEl>
                                              <p:pRg st="0" end="0"/>
                                            </p:txEl>
                                          </p:spTgt>
                                        </p:tgtEl>
                                        <p:attrNameLst>
                                          <p:attrName>style.visibility</p:attrName>
                                        </p:attrNameLst>
                                      </p:cBhvr>
                                      <p:to>
                                        <p:strVal val="visible"/>
                                      </p:to>
                                    </p:set>
                                    <p:anim calcmode="lin" valueType="num">
                                      <p:cBhvr additive="base">
                                        <p:cTn id="70"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4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1" grpId="0" animBg="1"/>
      <p:bldP spid="3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ppt_x"/>
                          </p:val>
                        </p:tav>
                        <p:tav tm="100000">
                          <p:val>
                            <p:strVal val="#ppt_x"/>
                          </p:val>
                        </p:tav>
                      </p:tavLst>
                    </p:anim>
                    <p:anim calcmode="lin" valueType="num">
                      <p:cBhvr additive="base">
                        <p:cTn dur="500" fill="hold"/>
                        <p:tgtEl>
                          <p:spTgt spid="32"/>
                        </p:tgtEl>
                        <p:attrNameLst>
                          <p:attrName>ppt_y</p:attrName>
                        </p:attrNameLst>
                      </p:cBhvr>
                      <p:tavLst>
                        <p:tav tm="0">
                          <p:val>
                            <p:strVal val="1+#ppt_h/2"/>
                          </p:val>
                        </p:tav>
                        <p:tav tm="100000">
                          <p:val>
                            <p:strVal val="#ppt_y"/>
                          </p:val>
                        </p:tav>
                      </p:tavLst>
                    </p:anim>
                  </p:childTnLst>
                </p:cTn>
              </p:par>
            </p:tnLst>
          </p:tmpl>
        </p:tmplLst>
      </p:bldP>
      <p:bldP spid="3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Effect transition="in" filter="wipe(down)">
                      <p:cBhvr>
                        <p:cTn dur="500"/>
                        <p:tgtEl>
                          <p:spTgt spid="33"/>
                        </p:tgtEl>
                      </p:cBhvr>
                    </p:animEffect>
                  </p:childTnLst>
                </p:cTn>
              </p:par>
            </p:tnLst>
          </p:tmpl>
        </p:tmplLst>
      </p:bldP>
      <p:bldP spid="34" grpId="0" animBg="1"/>
      <p:bldP spid="35"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37" grpId="0" animBg="1"/>
      <p:bldP spid="3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ppt_x"/>
                          </p:val>
                        </p:tav>
                        <p:tav tm="100000">
                          <p:val>
                            <p:strVal val="#ppt_x"/>
                          </p:val>
                        </p:tav>
                      </p:tavLst>
                    </p:anim>
                    <p:anim calcmode="lin" valueType="num">
                      <p:cBhvr additive="base">
                        <p:cTn dur="500" fill="hold"/>
                        <p:tgtEl>
                          <p:spTgt spid="38"/>
                        </p:tgtEl>
                        <p:attrNameLst>
                          <p:attrName>ppt_y</p:attrName>
                        </p:attrNameLst>
                      </p:cBhvr>
                      <p:tavLst>
                        <p:tav tm="0">
                          <p:val>
                            <p:strVal val="1+#ppt_h/2"/>
                          </p:val>
                        </p:tav>
                        <p:tav tm="100000">
                          <p:val>
                            <p:strVal val="#ppt_y"/>
                          </p:val>
                        </p:tav>
                      </p:tavLst>
                    </p:anim>
                  </p:childTnLst>
                </p:cTn>
              </p:par>
            </p:tnLst>
          </p:tmpl>
        </p:tmplLst>
      </p:bldP>
      <p:bldP spid="3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Effect transition="in" filter="wipe(down)">
                      <p:cBhvr>
                        <p:cTn dur="500"/>
                        <p:tgtEl>
                          <p:spTgt spid="39"/>
                        </p:tgtEl>
                      </p:cBhvr>
                    </p:animEffect>
                  </p:childTnLst>
                </p:cTn>
              </p:par>
            </p:tnLst>
          </p:tmpl>
        </p:tmplLst>
      </p:bldP>
      <p:bldP spid="40" grpId="0" animBg="1"/>
      <p:bldP spid="4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 calcmode="lin" valueType="num">
                      <p:cBhvr additive="base">
                        <p:cTn dur="500" fill="hold"/>
                        <p:tgtEl>
                          <p:spTgt spid="41"/>
                        </p:tgtEl>
                        <p:attrNameLst>
                          <p:attrName>ppt_x</p:attrName>
                        </p:attrNameLst>
                      </p:cBhvr>
                      <p:tavLst>
                        <p:tav tm="0">
                          <p:val>
                            <p:strVal val="#ppt_x"/>
                          </p:val>
                        </p:tav>
                        <p:tav tm="100000">
                          <p:val>
                            <p:strVal val="#ppt_x"/>
                          </p:val>
                        </p:tav>
                      </p:tavLst>
                    </p:anim>
                    <p:anim calcmode="lin" valueType="num">
                      <p:cBhvr additive="base">
                        <p:cTn dur="500" fill="hold"/>
                        <p:tgtEl>
                          <p:spTgt spid="41"/>
                        </p:tgtEl>
                        <p:attrNameLst>
                          <p:attrName>ppt_y</p:attrName>
                        </p:attrNameLst>
                      </p:cBhvr>
                      <p:tavLst>
                        <p:tav tm="0">
                          <p:val>
                            <p:strVal val="1+#ppt_h/2"/>
                          </p:val>
                        </p:tav>
                        <p:tav tm="100000">
                          <p:val>
                            <p:strVal val="#ppt_y"/>
                          </p:val>
                        </p:tav>
                      </p:tavLst>
                    </p:anim>
                  </p:childTnLst>
                </p:cTn>
              </p:par>
            </p:tnLst>
          </p:tmpl>
        </p:tmplLst>
      </p:bldP>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eam02">
    <p:spTree>
      <p:nvGrpSpPr>
        <p:cNvPr id="1" name=""/>
        <p:cNvGrpSpPr/>
        <p:nvPr/>
      </p:nvGrpSpPr>
      <p:grpSpPr>
        <a:xfrm>
          <a:off x="0" y="0"/>
          <a:ext cx="0" cy="0"/>
          <a:chOff x="0" y="0"/>
          <a:chExt cx="0" cy="0"/>
        </a:xfrm>
      </p:grpSpPr>
      <p:cxnSp>
        <p:nvCxnSpPr>
          <p:cNvPr id="3" name="Straight Line buttom"/>
          <p:cNvCxnSpPr/>
          <p:nvPr userDrawn="1"/>
        </p:nvCxnSpPr>
        <p:spPr>
          <a:xfrm>
            <a:off x="685800" y="2831403"/>
            <a:ext cx="7772400" cy="0"/>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8" name="Oval 7"/>
          <p:cNvSpPr/>
          <p:nvPr userDrawn="1"/>
        </p:nvSpPr>
        <p:spPr>
          <a:xfrm>
            <a:off x="1464269" y="2741595"/>
            <a:ext cx="179616" cy="179616"/>
          </a:xfrm>
          <a:prstGeom prst="ellipse">
            <a:avLst/>
          </a:prstGeom>
          <a:solidFill>
            <a:schemeClr val="accent1"/>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1">
                  <a:lumMod val="75000"/>
                </a:schemeClr>
              </a:solidFill>
              <a:latin typeface="FontAwesome" pitchFamily="2" charset="0"/>
            </a:endParaRPr>
          </a:p>
        </p:txBody>
      </p:sp>
      <p:sp>
        <p:nvSpPr>
          <p:cNvPr id="9" name="Oval 8"/>
          <p:cNvSpPr/>
          <p:nvPr userDrawn="1"/>
        </p:nvSpPr>
        <p:spPr>
          <a:xfrm>
            <a:off x="3460212" y="2740007"/>
            <a:ext cx="179616" cy="179616"/>
          </a:xfrm>
          <a:prstGeom prst="ellipse">
            <a:avLst/>
          </a:pr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2">
                  <a:lumMod val="50000"/>
                </a:schemeClr>
              </a:solidFill>
              <a:latin typeface="FontAwesome" pitchFamily="2" charset="0"/>
            </a:endParaRPr>
          </a:p>
        </p:txBody>
      </p:sp>
      <p:sp>
        <p:nvSpPr>
          <p:cNvPr id="10" name="Oval 9"/>
          <p:cNvSpPr/>
          <p:nvPr userDrawn="1"/>
        </p:nvSpPr>
        <p:spPr>
          <a:xfrm>
            <a:off x="5456155" y="2741595"/>
            <a:ext cx="179616" cy="179616"/>
          </a:xfrm>
          <a:prstGeom prst="ellipse">
            <a:avLst/>
          </a:prstGeom>
          <a:solidFill>
            <a:schemeClr val="accent3"/>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75000"/>
                </a:schemeClr>
              </a:solidFill>
              <a:latin typeface="FontAwesome" pitchFamily="2" charset="0"/>
            </a:endParaRPr>
          </a:p>
        </p:txBody>
      </p:sp>
      <p:sp>
        <p:nvSpPr>
          <p:cNvPr id="11" name="Oval 10"/>
          <p:cNvSpPr/>
          <p:nvPr userDrawn="1"/>
        </p:nvSpPr>
        <p:spPr>
          <a:xfrm>
            <a:off x="7452097" y="2741595"/>
            <a:ext cx="179616" cy="179616"/>
          </a:xfrm>
          <a:prstGeom prst="ellipse">
            <a:avLst/>
          </a:prstGeom>
          <a:solidFill>
            <a:schemeClr val="accent4"/>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0" rIns="0" rtlCol="0" anchor="ctr"/>
          <a:lstStyle/>
          <a:p>
            <a:pPr algn="ctr"/>
            <a:endParaRPr lang="en-US" sz="2400" dirty="0">
              <a:solidFill>
                <a:schemeClr val="accent4">
                  <a:lumMod val="75000"/>
                </a:schemeClr>
              </a:solidFill>
              <a:latin typeface="FontAwesome" pitchFamily="2" charset="0"/>
            </a:endParaRPr>
          </a:p>
        </p:txBody>
      </p:sp>
      <p:sp>
        <p:nvSpPr>
          <p:cNvPr id="19" name="Up Arrow Callout 18"/>
          <p:cNvSpPr/>
          <p:nvPr/>
        </p:nvSpPr>
        <p:spPr>
          <a:xfrm flipV="1">
            <a:off x="2670469" y="1343546"/>
            <a:ext cx="1768646" cy="1358849"/>
          </a:xfrm>
          <a:prstGeom prst="upArrowCallout">
            <a:avLst>
              <a:gd name="adj1" fmla="val 30842"/>
              <a:gd name="adj2" fmla="val 15421"/>
              <a:gd name="adj3" fmla="val 12155"/>
              <a:gd name="adj4" fmla="val 89716"/>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Picture Placeholder 7"/>
          <p:cNvSpPr>
            <a:spLocks noGrp="1"/>
          </p:cNvSpPr>
          <p:nvPr userDrawn="1">
            <p:ph type="pic" sz="quarter" idx="10" hasCustomPrompt="1"/>
          </p:nvPr>
        </p:nvSpPr>
        <p:spPr>
          <a:xfrm>
            <a:off x="954616" y="1472626"/>
            <a:ext cx="1177872" cy="1177521"/>
          </a:xfrm>
          <a:prstGeom prst="ellipse">
            <a:avLst/>
          </a:prstGeom>
          <a:ln w="28575">
            <a:solidFill>
              <a:schemeClr val="accent1"/>
            </a:solidFill>
          </a:ln>
        </p:spPr>
        <p:txBody>
          <a:bodyPr bIns="91440" anchor="b"/>
          <a:lstStyle>
            <a:lvl1pPr algn="ctr">
              <a:buNone/>
              <a:defRPr sz="800">
                <a:solidFill>
                  <a:schemeClr val="tx1">
                    <a:lumMod val="50000"/>
                    <a:lumOff val="50000"/>
                  </a:schemeClr>
                </a:solidFill>
              </a:defRPr>
            </a:lvl1pPr>
          </a:lstStyle>
          <a:p>
            <a:r>
              <a:rPr lang="en-US" dirty="0"/>
              <a:t>Image Holder</a:t>
            </a:r>
          </a:p>
        </p:txBody>
      </p:sp>
      <p:sp>
        <p:nvSpPr>
          <p:cNvPr id="29" name="Text Placeholder 3"/>
          <p:cNvSpPr>
            <a:spLocks noGrp="1"/>
          </p:cNvSpPr>
          <p:nvPr>
            <p:ph type="body" sz="half" idx="16"/>
          </p:nvPr>
        </p:nvSpPr>
        <p:spPr>
          <a:xfrm>
            <a:off x="2844034" y="1426210"/>
            <a:ext cx="1421516" cy="381730"/>
          </a:xfrm>
          <a:prstGeom prst="rect">
            <a:avLst/>
          </a:prstGeom>
        </p:spPr>
        <p:txBody>
          <a:bodyPr wrap="square" lIns="0" tIns="0" rIns="0" bIns="0" anchor="t">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0" name="Text Placeholder 3"/>
          <p:cNvSpPr>
            <a:spLocks noGrp="1"/>
          </p:cNvSpPr>
          <p:nvPr>
            <p:ph type="body" sz="half" idx="15"/>
          </p:nvPr>
        </p:nvSpPr>
        <p:spPr>
          <a:xfrm>
            <a:off x="2703211" y="1781675"/>
            <a:ext cx="1703163" cy="645246"/>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31" name="Up Arrow Callout 30"/>
          <p:cNvSpPr/>
          <p:nvPr userDrawn="1"/>
        </p:nvSpPr>
        <p:spPr>
          <a:xfrm flipV="1">
            <a:off x="6631804" y="1343546"/>
            <a:ext cx="1768646" cy="1358849"/>
          </a:xfrm>
          <a:prstGeom prst="upArrowCallout">
            <a:avLst>
              <a:gd name="adj1" fmla="val 30842"/>
              <a:gd name="adj2" fmla="val 15421"/>
              <a:gd name="adj3" fmla="val 12155"/>
              <a:gd name="adj4" fmla="val 89716"/>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Text Placeholder 3"/>
          <p:cNvSpPr>
            <a:spLocks noGrp="1"/>
          </p:cNvSpPr>
          <p:nvPr>
            <p:ph type="body" sz="half" idx="17"/>
          </p:nvPr>
        </p:nvSpPr>
        <p:spPr>
          <a:xfrm>
            <a:off x="6805369" y="1426210"/>
            <a:ext cx="1421516" cy="381730"/>
          </a:xfrm>
          <a:prstGeom prst="rect">
            <a:avLst/>
          </a:prstGeom>
        </p:spPr>
        <p:txBody>
          <a:bodyPr wrap="square" lIns="0" tIns="0" rIns="0" bIns="0" anchor="t">
            <a:noAutofit/>
          </a:bodyPr>
          <a:lstStyle>
            <a:lvl1pPr marL="0" indent="0" algn="ctr">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3" name="Text Placeholder 3"/>
          <p:cNvSpPr>
            <a:spLocks noGrp="1"/>
          </p:cNvSpPr>
          <p:nvPr>
            <p:ph type="body" sz="half" idx="18"/>
          </p:nvPr>
        </p:nvSpPr>
        <p:spPr>
          <a:xfrm>
            <a:off x="6664546" y="1779065"/>
            <a:ext cx="1703163" cy="645246"/>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34" name="Up Arrow Callout 33"/>
          <p:cNvSpPr/>
          <p:nvPr userDrawn="1"/>
        </p:nvSpPr>
        <p:spPr>
          <a:xfrm>
            <a:off x="666550" y="2997808"/>
            <a:ext cx="1768646" cy="1358849"/>
          </a:xfrm>
          <a:prstGeom prst="upArrowCallout">
            <a:avLst>
              <a:gd name="adj1" fmla="val 30842"/>
              <a:gd name="adj2" fmla="val 15421"/>
              <a:gd name="adj3" fmla="val 12155"/>
              <a:gd name="adj4" fmla="val 89716"/>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dirty="0"/>
          </a:p>
        </p:txBody>
      </p:sp>
      <p:sp>
        <p:nvSpPr>
          <p:cNvPr id="35" name="Text Placeholder 3"/>
          <p:cNvSpPr>
            <a:spLocks noGrp="1"/>
          </p:cNvSpPr>
          <p:nvPr>
            <p:ph type="body" sz="half" idx="19"/>
          </p:nvPr>
        </p:nvSpPr>
        <p:spPr>
          <a:xfrm>
            <a:off x="840115" y="3258874"/>
            <a:ext cx="1421516" cy="381730"/>
          </a:xfrm>
          <a:prstGeom prst="rect">
            <a:avLst/>
          </a:prstGeom>
        </p:spPr>
        <p:txBody>
          <a:bodyPr wrap="square" lIns="0" tIns="0" rIns="0" bIns="0" anchor="t">
            <a:noAutofit/>
          </a:bodyPr>
          <a:lstStyle>
            <a:lvl1pPr marL="0" indent="0" algn="ctr" rtl="1">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6" name="Text Placeholder 3"/>
          <p:cNvSpPr>
            <a:spLocks noGrp="1"/>
          </p:cNvSpPr>
          <p:nvPr>
            <p:ph type="body" sz="half" idx="20"/>
          </p:nvPr>
        </p:nvSpPr>
        <p:spPr>
          <a:xfrm>
            <a:off x="699292" y="3630979"/>
            <a:ext cx="1703163" cy="645246"/>
          </a:xfrm>
          <a:prstGeom prst="rect">
            <a:avLst/>
          </a:prstGeom>
        </p:spPr>
        <p:txBody>
          <a:bodyPr wrap="square" lIns="0" tIns="0" rIns="0" bIns="0" anchor="t">
            <a:noAutofit/>
          </a:bodyPr>
          <a:lstStyle>
            <a:lvl1pPr marL="0" indent="0" algn="ctr" rtl="1">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37" name="Up Arrow Callout 36"/>
          <p:cNvSpPr/>
          <p:nvPr userDrawn="1"/>
        </p:nvSpPr>
        <p:spPr>
          <a:xfrm>
            <a:off x="4668082" y="2997808"/>
            <a:ext cx="1768646" cy="1358849"/>
          </a:xfrm>
          <a:prstGeom prst="upArrowCallout">
            <a:avLst>
              <a:gd name="adj1" fmla="val 30842"/>
              <a:gd name="adj2" fmla="val 15421"/>
              <a:gd name="adj3" fmla="val 12155"/>
              <a:gd name="adj4" fmla="val 89716"/>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dirty="0"/>
          </a:p>
        </p:txBody>
      </p:sp>
      <p:sp>
        <p:nvSpPr>
          <p:cNvPr id="38" name="Text Placeholder 3"/>
          <p:cNvSpPr>
            <a:spLocks noGrp="1"/>
          </p:cNvSpPr>
          <p:nvPr>
            <p:ph type="body" sz="half" idx="21"/>
          </p:nvPr>
        </p:nvSpPr>
        <p:spPr>
          <a:xfrm>
            <a:off x="4841647" y="3249249"/>
            <a:ext cx="1421516" cy="381730"/>
          </a:xfrm>
          <a:prstGeom prst="rect">
            <a:avLst/>
          </a:prstGeom>
        </p:spPr>
        <p:txBody>
          <a:bodyPr wrap="square" lIns="0" tIns="0" rIns="0" bIns="0" anchor="t">
            <a:noAutofit/>
          </a:bodyPr>
          <a:lstStyle>
            <a:lvl1pPr marL="0" indent="0" algn="ctr" rtl="1">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9" name="Text Placeholder 3"/>
          <p:cNvSpPr>
            <a:spLocks noGrp="1"/>
          </p:cNvSpPr>
          <p:nvPr>
            <p:ph type="body" sz="half" idx="22"/>
          </p:nvPr>
        </p:nvSpPr>
        <p:spPr>
          <a:xfrm>
            <a:off x="4700824" y="3611729"/>
            <a:ext cx="1703163" cy="645246"/>
          </a:xfrm>
          <a:prstGeom prst="rect">
            <a:avLst/>
          </a:prstGeom>
        </p:spPr>
        <p:txBody>
          <a:bodyPr wrap="square" lIns="0" tIns="0" rIns="0" bIns="0" anchor="t">
            <a:noAutofit/>
          </a:bodyPr>
          <a:lstStyle>
            <a:lvl1pPr marL="0" indent="0" algn="ctr" rtl="1">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41" name="Picture Placeholder 7"/>
          <p:cNvSpPr>
            <a:spLocks noGrp="1"/>
          </p:cNvSpPr>
          <p:nvPr>
            <p:ph type="pic" sz="quarter" idx="23" hasCustomPrompt="1"/>
          </p:nvPr>
        </p:nvSpPr>
        <p:spPr>
          <a:xfrm>
            <a:off x="2950283" y="3031329"/>
            <a:ext cx="1177872" cy="1177521"/>
          </a:xfrm>
          <a:prstGeom prst="ellipse">
            <a:avLst/>
          </a:prstGeom>
          <a:ln w="28575">
            <a:solidFill>
              <a:schemeClr val="accent2"/>
            </a:solidFill>
          </a:ln>
        </p:spPr>
        <p:txBody>
          <a:bodyPr bIns="91440" anchor="b"/>
          <a:lstStyle>
            <a:lvl1pPr algn="ctr">
              <a:buNone/>
              <a:defRPr sz="800">
                <a:solidFill>
                  <a:schemeClr val="tx1">
                    <a:lumMod val="50000"/>
                    <a:lumOff val="50000"/>
                  </a:schemeClr>
                </a:solidFill>
              </a:defRPr>
            </a:lvl1pPr>
          </a:lstStyle>
          <a:p>
            <a:r>
              <a:rPr lang="en-US" dirty="0"/>
              <a:t>Image Holder</a:t>
            </a:r>
          </a:p>
        </p:txBody>
      </p:sp>
      <p:sp>
        <p:nvSpPr>
          <p:cNvPr id="42" name="Picture Placeholder 7"/>
          <p:cNvSpPr>
            <a:spLocks noGrp="1"/>
          </p:cNvSpPr>
          <p:nvPr>
            <p:ph type="pic" sz="quarter" idx="24" hasCustomPrompt="1"/>
          </p:nvPr>
        </p:nvSpPr>
        <p:spPr>
          <a:xfrm>
            <a:off x="7042777" y="3031329"/>
            <a:ext cx="1177872" cy="1177521"/>
          </a:xfrm>
          <a:prstGeom prst="ellipse">
            <a:avLst/>
          </a:prstGeom>
          <a:ln w="28575">
            <a:solidFill>
              <a:schemeClr val="accent4"/>
            </a:solidFill>
          </a:ln>
        </p:spPr>
        <p:txBody>
          <a:bodyPr bIns="91440" anchor="b"/>
          <a:lstStyle>
            <a:lvl1pPr algn="ctr">
              <a:buNone/>
              <a:defRPr sz="800">
                <a:solidFill>
                  <a:schemeClr val="tx1">
                    <a:lumMod val="50000"/>
                    <a:lumOff val="50000"/>
                  </a:schemeClr>
                </a:solidFill>
              </a:defRPr>
            </a:lvl1pPr>
          </a:lstStyle>
          <a:p>
            <a:r>
              <a:rPr lang="en-US" dirty="0"/>
              <a:t>Image Holder</a:t>
            </a:r>
          </a:p>
        </p:txBody>
      </p:sp>
      <p:sp>
        <p:nvSpPr>
          <p:cNvPr id="43" name="Picture Placeholder 7"/>
          <p:cNvSpPr>
            <a:spLocks noGrp="1"/>
          </p:cNvSpPr>
          <p:nvPr>
            <p:ph type="pic" sz="quarter" idx="25" hasCustomPrompt="1"/>
          </p:nvPr>
        </p:nvSpPr>
        <p:spPr>
          <a:xfrm>
            <a:off x="4950585" y="1472626"/>
            <a:ext cx="1177872" cy="1177521"/>
          </a:xfrm>
          <a:prstGeom prst="ellipse">
            <a:avLst/>
          </a:prstGeom>
          <a:ln w="28575">
            <a:solidFill>
              <a:schemeClr val="accent3"/>
            </a:solidFill>
          </a:ln>
        </p:spPr>
        <p:txBody>
          <a:bodyPr bIns="91440" anchor="b"/>
          <a:lstStyle>
            <a:lvl1pPr algn="ctr">
              <a:buNone/>
              <a:defRPr sz="800">
                <a:solidFill>
                  <a:schemeClr val="tx1">
                    <a:lumMod val="50000"/>
                    <a:lumOff val="50000"/>
                  </a:schemeClr>
                </a:solidFill>
              </a:defRPr>
            </a:lvl1pPr>
          </a:lstStyle>
          <a:p>
            <a:r>
              <a:rPr lang="en-US" dirty="0"/>
              <a:t>Image Holder</a:t>
            </a:r>
          </a:p>
        </p:txBody>
      </p:sp>
      <p:sp>
        <p:nvSpPr>
          <p:cNvPr id="44"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5"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6" name="Round Same Side Corner Rectangle 45"/>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7"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5">
                                            <p:txEl>
                                              <p:pRg st="0" end="0"/>
                                            </p:txEl>
                                          </p:spTgt>
                                        </p:tgtEl>
                                        <p:attrNameLst>
                                          <p:attrName>style.visibility</p:attrName>
                                        </p:attrNameLst>
                                      </p:cBhvr>
                                      <p:to>
                                        <p:strVal val="visible"/>
                                      </p:to>
                                    </p:set>
                                    <p:animEffect transition="in" filter="fade">
                                      <p:cBhvr>
                                        <p:cTn id="11" dur="500"/>
                                        <p:tgtEl>
                                          <p:spTgt spid="45">
                                            <p:txEl>
                                              <p:pRg st="0" end="0"/>
                                            </p:txEl>
                                          </p:spTgt>
                                        </p:tgtEl>
                                      </p:cBhvr>
                                    </p:animEffect>
                                  </p:childTnLst>
                                </p:cTn>
                              </p:par>
                            </p:childTnLst>
                          </p:cTn>
                        </p:par>
                        <p:par>
                          <p:cTn id="12" fill="hold">
                            <p:stCondLst>
                              <p:cond delay="1000"/>
                            </p:stCondLst>
                            <p:childTnLst>
                              <p:par>
                                <p:cTn id="13" presetID="13"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plus(in)">
                                      <p:cBhvr>
                                        <p:cTn id="15" dur="500"/>
                                        <p:tgtEl>
                                          <p:spTgt spid="3"/>
                                        </p:tgtEl>
                                      </p:cBhvr>
                                    </p:animEffect>
                                  </p:childTnLst>
                                </p:cTn>
                              </p:par>
                            </p:childTnLst>
                          </p:cTn>
                        </p:par>
                        <p:par>
                          <p:cTn id="16" fill="hold">
                            <p:stCondLst>
                              <p:cond delay="1500"/>
                            </p:stCondLst>
                            <p:childTnLst>
                              <p:par>
                                <p:cTn id="17" presetID="53" presetClass="entr" presetSubtype="0"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Effect transition="in" filter="fade">
                                      <p:cBhvr>
                                        <p:cTn id="21" dur="500"/>
                                        <p:tgtEl>
                                          <p:spTgt spid="8"/>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 calcmode="lin" valueType="num">
                                      <p:cBhvr>
                                        <p:cTn id="25" dur="500" fill="hold"/>
                                        <p:tgtEl>
                                          <p:spTgt spid="25"/>
                                        </p:tgtEl>
                                        <p:attrNameLst>
                                          <p:attrName>ppt_w</p:attrName>
                                        </p:attrNameLst>
                                      </p:cBhvr>
                                      <p:tavLst>
                                        <p:tav tm="0">
                                          <p:val>
                                            <p:fltVal val="0"/>
                                          </p:val>
                                        </p:tav>
                                        <p:tav tm="100000">
                                          <p:val>
                                            <p:strVal val="#ppt_w"/>
                                          </p:val>
                                        </p:tav>
                                      </p:tavLst>
                                    </p:anim>
                                    <p:anim calcmode="lin" valueType="num">
                                      <p:cBhvr>
                                        <p:cTn id="26" dur="500" fill="hold"/>
                                        <p:tgtEl>
                                          <p:spTgt spid="25"/>
                                        </p:tgtEl>
                                        <p:attrNameLst>
                                          <p:attrName>ppt_h</p:attrName>
                                        </p:attrNameLst>
                                      </p:cBhvr>
                                      <p:tavLst>
                                        <p:tav tm="0">
                                          <p:val>
                                            <p:fltVal val="0"/>
                                          </p:val>
                                        </p:tav>
                                        <p:tav tm="100000">
                                          <p:val>
                                            <p:strVal val="#ppt_h"/>
                                          </p:val>
                                        </p:tav>
                                      </p:tavLst>
                                    </p:anim>
                                    <p:animEffect transition="in" filter="fade">
                                      <p:cBhvr>
                                        <p:cTn id="27" dur="500"/>
                                        <p:tgtEl>
                                          <p:spTgt spid="25"/>
                                        </p:tgtEl>
                                      </p:cBhvr>
                                    </p:animEffect>
                                  </p:childTnLst>
                                </p:cTn>
                              </p:par>
                            </p:childTnLst>
                          </p:cTn>
                        </p:par>
                        <p:par>
                          <p:cTn id="28" fill="hold">
                            <p:stCondLst>
                              <p:cond delay="2500"/>
                            </p:stCondLst>
                            <p:childTnLst>
                              <p:par>
                                <p:cTn id="29" presetID="42" presetClass="entr" presetSubtype="0" fill="hold" grpId="0" nodeType="afterEffect">
                                  <p:stCondLst>
                                    <p:cond delay="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500"/>
                                        <p:tgtEl>
                                          <p:spTgt spid="34"/>
                                        </p:tgtEl>
                                      </p:cBhvr>
                                    </p:animEffect>
                                    <p:anim calcmode="lin" valueType="num">
                                      <p:cBhvr>
                                        <p:cTn id="32" dur="500" fill="hold"/>
                                        <p:tgtEl>
                                          <p:spTgt spid="34"/>
                                        </p:tgtEl>
                                        <p:attrNameLst>
                                          <p:attrName>ppt_x</p:attrName>
                                        </p:attrNameLst>
                                      </p:cBhvr>
                                      <p:tavLst>
                                        <p:tav tm="0">
                                          <p:val>
                                            <p:strVal val="#ppt_x"/>
                                          </p:val>
                                        </p:tav>
                                        <p:tav tm="100000">
                                          <p:val>
                                            <p:strVal val="#ppt_x"/>
                                          </p:val>
                                        </p:tav>
                                      </p:tavLst>
                                    </p:anim>
                                    <p:anim calcmode="lin" valueType="num">
                                      <p:cBhvr>
                                        <p:cTn id="33" dur="500" fill="hold"/>
                                        <p:tgtEl>
                                          <p:spTgt spid="34"/>
                                        </p:tgtEl>
                                        <p:attrNameLst>
                                          <p:attrName>ppt_y</p:attrName>
                                        </p:attrNameLst>
                                      </p:cBhvr>
                                      <p:tavLst>
                                        <p:tav tm="0">
                                          <p:val>
                                            <p:strVal val="#ppt_y+.1"/>
                                          </p:val>
                                        </p:tav>
                                        <p:tav tm="100000">
                                          <p:val>
                                            <p:strVal val="#ppt_y"/>
                                          </p:val>
                                        </p:tav>
                                      </p:tavLst>
                                    </p:anim>
                                  </p:childTnLst>
                                </p:cTn>
                              </p:par>
                            </p:childTnLst>
                          </p:cTn>
                        </p:par>
                        <p:par>
                          <p:cTn id="34" fill="hold">
                            <p:stCondLst>
                              <p:cond delay="3000"/>
                            </p:stCondLst>
                            <p:childTnLst>
                              <p:par>
                                <p:cTn id="35" presetID="22" presetClass="entr" presetSubtype="4" fill="hold" grpId="0" nodeType="afterEffect" nodePh="1">
                                  <p:stCondLst>
                                    <p:cond delay="0"/>
                                  </p:stCondLst>
                                  <p:endCondLst>
                                    <p:cond evt="begin" delay="0">
                                      <p:tn val="35"/>
                                    </p:cond>
                                  </p:endCondLst>
                                  <p:childTnLst>
                                    <p:set>
                                      <p:cBhvr>
                                        <p:cTn id="36" dur="1" fill="hold">
                                          <p:stCondLst>
                                            <p:cond delay="0"/>
                                          </p:stCondLst>
                                        </p:cTn>
                                        <p:tgtEl>
                                          <p:spTgt spid="35">
                                            <p:txEl>
                                              <p:pRg st="0" end="0"/>
                                            </p:txEl>
                                          </p:spTgt>
                                        </p:tgtEl>
                                        <p:attrNameLst>
                                          <p:attrName>style.visibility</p:attrName>
                                        </p:attrNameLst>
                                      </p:cBhvr>
                                      <p:to>
                                        <p:strVal val="visible"/>
                                      </p:to>
                                    </p:set>
                                    <p:animEffect transition="in" filter="wipe(down)">
                                      <p:cBhvr>
                                        <p:cTn id="37" dur="500"/>
                                        <p:tgtEl>
                                          <p:spTgt spid="35">
                                            <p:txEl>
                                              <p:pRg st="0" end="0"/>
                                            </p:txEl>
                                          </p:spTgt>
                                        </p:tgtEl>
                                      </p:cBhvr>
                                    </p:animEffect>
                                  </p:childTnLst>
                                </p:cTn>
                              </p:par>
                            </p:childTnLst>
                          </p:cTn>
                        </p:par>
                        <p:par>
                          <p:cTn id="38" fill="hold">
                            <p:stCondLst>
                              <p:cond delay="3500"/>
                            </p:stCondLst>
                            <p:childTnLst>
                              <p:par>
                                <p:cTn id="39" presetID="22" presetClass="entr" presetSubtype="4" fill="hold" grpId="0" nodeType="afterEffect" nodePh="1">
                                  <p:stCondLst>
                                    <p:cond delay="0"/>
                                  </p:stCondLst>
                                  <p:endCondLst>
                                    <p:cond evt="begin" delay="0">
                                      <p:tn val="39"/>
                                    </p:cond>
                                  </p:endCondLst>
                                  <p:childTnLst>
                                    <p:set>
                                      <p:cBhvr>
                                        <p:cTn id="40" dur="1" fill="hold">
                                          <p:stCondLst>
                                            <p:cond delay="0"/>
                                          </p:stCondLst>
                                        </p:cTn>
                                        <p:tgtEl>
                                          <p:spTgt spid="36">
                                            <p:txEl>
                                              <p:pRg st="0" end="0"/>
                                            </p:txEl>
                                          </p:spTgt>
                                        </p:tgtEl>
                                        <p:attrNameLst>
                                          <p:attrName>style.visibility</p:attrName>
                                        </p:attrNameLst>
                                      </p:cBhvr>
                                      <p:to>
                                        <p:strVal val="visible"/>
                                      </p:to>
                                    </p:set>
                                    <p:animEffect transition="in" filter="wipe(down)">
                                      <p:cBhvr>
                                        <p:cTn id="41" dur="500"/>
                                        <p:tgtEl>
                                          <p:spTgt spid="36">
                                            <p:txEl>
                                              <p:pRg st="0" end="0"/>
                                            </p:txEl>
                                          </p:spTgt>
                                        </p:tgtEl>
                                      </p:cBhvr>
                                    </p:animEffect>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p:cTn id="45" dur="500" fill="hold"/>
                                        <p:tgtEl>
                                          <p:spTgt spid="9"/>
                                        </p:tgtEl>
                                        <p:attrNameLst>
                                          <p:attrName>ppt_w</p:attrName>
                                        </p:attrNameLst>
                                      </p:cBhvr>
                                      <p:tavLst>
                                        <p:tav tm="0">
                                          <p:val>
                                            <p:fltVal val="0"/>
                                          </p:val>
                                        </p:tav>
                                        <p:tav tm="100000">
                                          <p:val>
                                            <p:strVal val="#ppt_w"/>
                                          </p:val>
                                        </p:tav>
                                      </p:tavLst>
                                    </p:anim>
                                    <p:anim calcmode="lin" valueType="num">
                                      <p:cBhvr>
                                        <p:cTn id="46" dur="500" fill="hold"/>
                                        <p:tgtEl>
                                          <p:spTgt spid="9"/>
                                        </p:tgtEl>
                                        <p:attrNameLst>
                                          <p:attrName>ppt_h</p:attrName>
                                        </p:attrNameLst>
                                      </p:cBhvr>
                                      <p:tavLst>
                                        <p:tav tm="0">
                                          <p:val>
                                            <p:fltVal val="0"/>
                                          </p:val>
                                        </p:tav>
                                        <p:tav tm="100000">
                                          <p:val>
                                            <p:strVal val="#ppt_h"/>
                                          </p:val>
                                        </p:tav>
                                      </p:tavLst>
                                    </p:anim>
                                    <p:animEffect transition="in" filter="fade">
                                      <p:cBhvr>
                                        <p:cTn id="47" dur="500"/>
                                        <p:tgtEl>
                                          <p:spTgt spid="9"/>
                                        </p:tgtEl>
                                      </p:cBhvr>
                                    </p:animEffect>
                                  </p:childTnLst>
                                </p:cTn>
                              </p:par>
                            </p:childTnLst>
                          </p:cTn>
                        </p:par>
                        <p:par>
                          <p:cTn id="48" fill="hold">
                            <p:stCondLst>
                              <p:cond delay="4500"/>
                            </p:stCondLst>
                            <p:childTnLst>
                              <p:par>
                                <p:cTn id="49" presetID="53"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 calcmode="lin" valueType="num">
                                      <p:cBhvr>
                                        <p:cTn id="51" dur="500" fill="hold"/>
                                        <p:tgtEl>
                                          <p:spTgt spid="41"/>
                                        </p:tgtEl>
                                        <p:attrNameLst>
                                          <p:attrName>ppt_w</p:attrName>
                                        </p:attrNameLst>
                                      </p:cBhvr>
                                      <p:tavLst>
                                        <p:tav tm="0">
                                          <p:val>
                                            <p:fltVal val="0"/>
                                          </p:val>
                                        </p:tav>
                                        <p:tav tm="100000">
                                          <p:val>
                                            <p:strVal val="#ppt_w"/>
                                          </p:val>
                                        </p:tav>
                                      </p:tavLst>
                                    </p:anim>
                                    <p:anim calcmode="lin" valueType="num">
                                      <p:cBhvr>
                                        <p:cTn id="52" dur="500" fill="hold"/>
                                        <p:tgtEl>
                                          <p:spTgt spid="41"/>
                                        </p:tgtEl>
                                        <p:attrNameLst>
                                          <p:attrName>ppt_h</p:attrName>
                                        </p:attrNameLst>
                                      </p:cBhvr>
                                      <p:tavLst>
                                        <p:tav tm="0">
                                          <p:val>
                                            <p:fltVal val="0"/>
                                          </p:val>
                                        </p:tav>
                                        <p:tav tm="100000">
                                          <p:val>
                                            <p:strVal val="#ppt_h"/>
                                          </p:val>
                                        </p:tav>
                                      </p:tavLst>
                                    </p:anim>
                                    <p:animEffect transition="in" filter="fade">
                                      <p:cBhvr>
                                        <p:cTn id="53" dur="500"/>
                                        <p:tgtEl>
                                          <p:spTgt spid="41"/>
                                        </p:tgtEl>
                                      </p:cBhvr>
                                    </p:animEffect>
                                  </p:childTnLst>
                                </p:cTn>
                              </p:par>
                            </p:childTnLst>
                          </p:cTn>
                        </p:par>
                        <p:par>
                          <p:cTn id="54" fill="hold">
                            <p:stCondLst>
                              <p:cond delay="5000"/>
                            </p:stCondLst>
                            <p:childTnLst>
                              <p:par>
                                <p:cTn id="55" presetID="47" presetClass="entr" presetSubtype="0" fill="hold" grpId="0" nodeType="afterEffect">
                                  <p:stCondLst>
                                    <p:cond delay="0"/>
                                  </p:stCondLst>
                                  <p:childTnLst>
                                    <p:set>
                                      <p:cBhvr>
                                        <p:cTn id="56" dur="1" fill="hold">
                                          <p:stCondLst>
                                            <p:cond delay="0"/>
                                          </p:stCondLst>
                                        </p:cTn>
                                        <p:tgtEl>
                                          <p:spTgt spid="19"/>
                                        </p:tgtEl>
                                        <p:attrNameLst>
                                          <p:attrName>style.visibility</p:attrName>
                                        </p:attrNameLst>
                                      </p:cBhvr>
                                      <p:to>
                                        <p:strVal val="visible"/>
                                      </p:to>
                                    </p:set>
                                    <p:animEffect transition="in" filter="fade">
                                      <p:cBhvr>
                                        <p:cTn id="57" dur="500"/>
                                        <p:tgtEl>
                                          <p:spTgt spid="19"/>
                                        </p:tgtEl>
                                      </p:cBhvr>
                                    </p:animEffect>
                                    <p:anim calcmode="lin" valueType="num">
                                      <p:cBhvr>
                                        <p:cTn id="58" dur="500" fill="hold"/>
                                        <p:tgtEl>
                                          <p:spTgt spid="19"/>
                                        </p:tgtEl>
                                        <p:attrNameLst>
                                          <p:attrName>ppt_x</p:attrName>
                                        </p:attrNameLst>
                                      </p:cBhvr>
                                      <p:tavLst>
                                        <p:tav tm="0">
                                          <p:val>
                                            <p:strVal val="#ppt_x"/>
                                          </p:val>
                                        </p:tav>
                                        <p:tav tm="100000">
                                          <p:val>
                                            <p:strVal val="#ppt_x"/>
                                          </p:val>
                                        </p:tav>
                                      </p:tavLst>
                                    </p:anim>
                                    <p:anim calcmode="lin" valueType="num">
                                      <p:cBhvr>
                                        <p:cTn id="59" dur="500" fill="hold"/>
                                        <p:tgtEl>
                                          <p:spTgt spid="19"/>
                                        </p:tgtEl>
                                        <p:attrNameLst>
                                          <p:attrName>ppt_y</p:attrName>
                                        </p:attrNameLst>
                                      </p:cBhvr>
                                      <p:tavLst>
                                        <p:tav tm="0">
                                          <p:val>
                                            <p:strVal val="#ppt_y-.1"/>
                                          </p:val>
                                        </p:tav>
                                        <p:tav tm="100000">
                                          <p:val>
                                            <p:strVal val="#ppt_y"/>
                                          </p:val>
                                        </p:tav>
                                      </p:tavLst>
                                    </p:anim>
                                  </p:childTnLst>
                                </p:cTn>
                              </p:par>
                            </p:childTnLst>
                          </p:cTn>
                        </p:par>
                        <p:par>
                          <p:cTn id="60" fill="hold">
                            <p:stCondLst>
                              <p:cond delay="55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9">
                                            <p:txEl>
                                              <p:pRg st="0" end="0"/>
                                            </p:txEl>
                                          </p:spTgt>
                                        </p:tgtEl>
                                        <p:attrNameLst>
                                          <p:attrName>style.visibility</p:attrName>
                                        </p:attrNameLst>
                                      </p:cBhvr>
                                      <p:to>
                                        <p:strVal val="visible"/>
                                      </p:to>
                                    </p:set>
                                    <p:animEffect transition="in" filter="wipe(down)">
                                      <p:cBhvr>
                                        <p:cTn id="63" dur="500"/>
                                        <p:tgtEl>
                                          <p:spTgt spid="29">
                                            <p:txEl>
                                              <p:pRg st="0" end="0"/>
                                            </p:txEl>
                                          </p:spTgt>
                                        </p:tgtEl>
                                      </p:cBhvr>
                                    </p:animEffect>
                                  </p:childTnLst>
                                </p:cTn>
                              </p:par>
                            </p:childTnLst>
                          </p:cTn>
                        </p:par>
                        <p:par>
                          <p:cTn id="64" fill="hold">
                            <p:stCondLst>
                              <p:cond delay="6000"/>
                            </p:stCondLst>
                            <p:childTnLst>
                              <p:par>
                                <p:cTn id="65" presetID="22" presetClass="entr" presetSubtype="4" fill="hold" grpId="0" nodeType="afterEffect" nodePh="1">
                                  <p:stCondLst>
                                    <p:cond delay="0"/>
                                  </p:stCondLst>
                                  <p:endCondLst>
                                    <p:cond evt="begin" delay="0">
                                      <p:tn val="65"/>
                                    </p:cond>
                                  </p:endCondLst>
                                  <p:childTnLst>
                                    <p:set>
                                      <p:cBhvr>
                                        <p:cTn id="66" dur="1" fill="hold">
                                          <p:stCondLst>
                                            <p:cond delay="0"/>
                                          </p:stCondLst>
                                        </p:cTn>
                                        <p:tgtEl>
                                          <p:spTgt spid="30">
                                            <p:txEl>
                                              <p:pRg st="0" end="0"/>
                                            </p:txEl>
                                          </p:spTgt>
                                        </p:tgtEl>
                                        <p:attrNameLst>
                                          <p:attrName>style.visibility</p:attrName>
                                        </p:attrNameLst>
                                      </p:cBhvr>
                                      <p:to>
                                        <p:strVal val="visible"/>
                                      </p:to>
                                    </p:set>
                                    <p:animEffect transition="in" filter="wipe(down)">
                                      <p:cBhvr>
                                        <p:cTn id="67" dur="500"/>
                                        <p:tgtEl>
                                          <p:spTgt spid="30">
                                            <p:txEl>
                                              <p:pRg st="0" end="0"/>
                                            </p:txEl>
                                          </p:spTgt>
                                        </p:tgtEl>
                                      </p:cBhvr>
                                    </p:animEffect>
                                  </p:childTnLst>
                                </p:cTn>
                              </p:par>
                            </p:childTnLst>
                          </p:cTn>
                        </p:par>
                        <p:par>
                          <p:cTn id="68" fill="hold">
                            <p:stCondLst>
                              <p:cond delay="6500"/>
                            </p:stCondLst>
                            <p:childTnLst>
                              <p:par>
                                <p:cTn id="69" presetID="53" presetClass="entr" presetSubtype="0" fill="hold" grpId="0" nodeType="afterEffect">
                                  <p:stCondLst>
                                    <p:cond delay="0"/>
                                  </p:stCondLst>
                                  <p:childTnLst>
                                    <p:set>
                                      <p:cBhvr>
                                        <p:cTn id="70" dur="1" fill="hold">
                                          <p:stCondLst>
                                            <p:cond delay="0"/>
                                          </p:stCondLst>
                                        </p:cTn>
                                        <p:tgtEl>
                                          <p:spTgt spid="10"/>
                                        </p:tgtEl>
                                        <p:attrNameLst>
                                          <p:attrName>style.visibility</p:attrName>
                                        </p:attrNameLst>
                                      </p:cBhvr>
                                      <p:to>
                                        <p:strVal val="visible"/>
                                      </p:to>
                                    </p:set>
                                    <p:anim calcmode="lin" valueType="num">
                                      <p:cBhvr>
                                        <p:cTn id="71" dur="500" fill="hold"/>
                                        <p:tgtEl>
                                          <p:spTgt spid="10"/>
                                        </p:tgtEl>
                                        <p:attrNameLst>
                                          <p:attrName>ppt_w</p:attrName>
                                        </p:attrNameLst>
                                      </p:cBhvr>
                                      <p:tavLst>
                                        <p:tav tm="0">
                                          <p:val>
                                            <p:fltVal val="0"/>
                                          </p:val>
                                        </p:tav>
                                        <p:tav tm="100000">
                                          <p:val>
                                            <p:strVal val="#ppt_w"/>
                                          </p:val>
                                        </p:tav>
                                      </p:tavLst>
                                    </p:anim>
                                    <p:anim calcmode="lin" valueType="num">
                                      <p:cBhvr>
                                        <p:cTn id="72" dur="500" fill="hold"/>
                                        <p:tgtEl>
                                          <p:spTgt spid="10"/>
                                        </p:tgtEl>
                                        <p:attrNameLst>
                                          <p:attrName>ppt_h</p:attrName>
                                        </p:attrNameLst>
                                      </p:cBhvr>
                                      <p:tavLst>
                                        <p:tav tm="0">
                                          <p:val>
                                            <p:fltVal val="0"/>
                                          </p:val>
                                        </p:tav>
                                        <p:tav tm="100000">
                                          <p:val>
                                            <p:strVal val="#ppt_h"/>
                                          </p:val>
                                        </p:tav>
                                      </p:tavLst>
                                    </p:anim>
                                    <p:animEffect transition="in" filter="fade">
                                      <p:cBhvr>
                                        <p:cTn id="73" dur="500"/>
                                        <p:tgtEl>
                                          <p:spTgt spid="10"/>
                                        </p:tgtEl>
                                      </p:cBhvr>
                                    </p:animEffect>
                                  </p:childTnLst>
                                </p:cTn>
                              </p:par>
                            </p:childTnLst>
                          </p:cTn>
                        </p:par>
                        <p:par>
                          <p:cTn id="74" fill="hold">
                            <p:stCondLst>
                              <p:cond delay="7000"/>
                            </p:stCondLst>
                            <p:childTnLst>
                              <p:par>
                                <p:cTn id="75" presetID="53" presetClass="entr" presetSubtype="0" fill="hold" grpId="0" nodeType="after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p:cTn id="77" dur="500" fill="hold"/>
                                        <p:tgtEl>
                                          <p:spTgt spid="43"/>
                                        </p:tgtEl>
                                        <p:attrNameLst>
                                          <p:attrName>ppt_w</p:attrName>
                                        </p:attrNameLst>
                                      </p:cBhvr>
                                      <p:tavLst>
                                        <p:tav tm="0">
                                          <p:val>
                                            <p:fltVal val="0"/>
                                          </p:val>
                                        </p:tav>
                                        <p:tav tm="100000">
                                          <p:val>
                                            <p:strVal val="#ppt_w"/>
                                          </p:val>
                                        </p:tav>
                                      </p:tavLst>
                                    </p:anim>
                                    <p:anim calcmode="lin" valueType="num">
                                      <p:cBhvr>
                                        <p:cTn id="78" dur="500" fill="hold"/>
                                        <p:tgtEl>
                                          <p:spTgt spid="43"/>
                                        </p:tgtEl>
                                        <p:attrNameLst>
                                          <p:attrName>ppt_h</p:attrName>
                                        </p:attrNameLst>
                                      </p:cBhvr>
                                      <p:tavLst>
                                        <p:tav tm="0">
                                          <p:val>
                                            <p:fltVal val="0"/>
                                          </p:val>
                                        </p:tav>
                                        <p:tav tm="100000">
                                          <p:val>
                                            <p:strVal val="#ppt_h"/>
                                          </p:val>
                                        </p:tav>
                                      </p:tavLst>
                                    </p:anim>
                                    <p:animEffect transition="in" filter="fade">
                                      <p:cBhvr>
                                        <p:cTn id="79" dur="500"/>
                                        <p:tgtEl>
                                          <p:spTgt spid="43"/>
                                        </p:tgtEl>
                                      </p:cBhvr>
                                    </p:animEffect>
                                  </p:childTnLst>
                                </p:cTn>
                              </p:par>
                            </p:childTnLst>
                          </p:cTn>
                        </p:par>
                        <p:par>
                          <p:cTn id="80" fill="hold">
                            <p:stCondLst>
                              <p:cond delay="7500"/>
                            </p:stCondLst>
                            <p:childTnLst>
                              <p:par>
                                <p:cTn id="81" presetID="42" presetClass="entr" presetSubtype="0" fill="hold" grpId="0" nodeType="afterEffect">
                                  <p:stCondLst>
                                    <p:cond delay="0"/>
                                  </p:stCondLst>
                                  <p:childTnLst>
                                    <p:set>
                                      <p:cBhvr>
                                        <p:cTn id="82" dur="1" fill="hold">
                                          <p:stCondLst>
                                            <p:cond delay="0"/>
                                          </p:stCondLst>
                                        </p:cTn>
                                        <p:tgtEl>
                                          <p:spTgt spid="37"/>
                                        </p:tgtEl>
                                        <p:attrNameLst>
                                          <p:attrName>style.visibility</p:attrName>
                                        </p:attrNameLst>
                                      </p:cBhvr>
                                      <p:to>
                                        <p:strVal val="visible"/>
                                      </p:to>
                                    </p:set>
                                    <p:animEffect transition="in" filter="fade">
                                      <p:cBhvr>
                                        <p:cTn id="83" dur="500"/>
                                        <p:tgtEl>
                                          <p:spTgt spid="37"/>
                                        </p:tgtEl>
                                      </p:cBhvr>
                                    </p:animEffect>
                                    <p:anim calcmode="lin" valueType="num">
                                      <p:cBhvr>
                                        <p:cTn id="84" dur="500" fill="hold"/>
                                        <p:tgtEl>
                                          <p:spTgt spid="37"/>
                                        </p:tgtEl>
                                        <p:attrNameLst>
                                          <p:attrName>ppt_x</p:attrName>
                                        </p:attrNameLst>
                                      </p:cBhvr>
                                      <p:tavLst>
                                        <p:tav tm="0">
                                          <p:val>
                                            <p:strVal val="#ppt_x"/>
                                          </p:val>
                                        </p:tav>
                                        <p:tav tm="100000">
                                          <p:val>
                                            <p:strVal val="#ppt_x"/>
                                          </p:val>
                                        </p:tav>
                                      </p:tavLst>
                                    </p:anim>
                                    <p:anim calcmode="lin" valueType="num">
                                      <p:cBhvr>
                                        <p:cTn id="85" dur="500" fill="hold"/>
                                        <p:tgtEl>
                                          <p:spTgt spid="37"/>
                                        </p:tgtEl>
                                        <p:attrNameLst>
                                          <p:attrName>ppt_y</p:attrName>
                                        </p:attrNameLst>
                                      </p:cBhvr>
                                      <p:tavLst>
                                        <p:tav tm="0">
                                          <p:val>
                                            <p:strVal val="#ppt_y+.1"/>
                                          </p:val>
                                        </p:tav>
                                        <p:tav tm="100000">
                                          <p:val>
                                            <p:strVal val="#ppt_y"/>
                                          </p:val>
                                        </p:tav>
                                      </p:tavLst>
                                    </p:anim>
                                  </p:childTnLst>
                                </p:cTn>
                              </p:par>
                            </p:childTnLst>
                          </p:cTn>
                        </p:par>
                        <p:par>
                          <p:cTn id="86" fill="hold">
                            <p:stCondLst>
                              <p:cond delay="8000"/>
                            </p:stCondLst>
                            <p:childTnLst>
                              <p:par>
                                <p:cTn id="87" presetID="22" presetClass="entr" presetSubtype="4" fill="hold" grpId="0" nodeType="afterEffect" nodePh="1">
                                  <p:stCondLst>
                                    <p:cond delay="0"/>
                                  </p:stCondLst>
                                  <p:endCondLst>
                                    <p:cond evt="begin" delay="0">
                                      <p:tn val="87"/>
                                    </p:cond>
                                  </p:endCondLst>
                                  <p:childTnLst>
                                    <p:set>
                                      <p:cBhvr>
                                        <p:cTn id="88" dur="1" fill="hold">
                                          <p:stCondLst>
                                            <p:cond delay="0"/>
                                          </p:stCondLst>
                                        </p:cTn>
                                        <p:tgtEl>
                                          <p:spTgt spid="38">
                                            <p:txEl>
                                              <p:pRg st="0" end="0"/>
                                            </p:txEl>
                                          </p:spTgt>
                                        </p:tgtEl>
                                        <p:attrNameLst>
                                          <p:attrName>style.visibility</p:attrName>
                                        </p:attrNameLst>
                                      </p:cBhvr>
                                      <p:to>
                                        <p:strVal val="visible"/>
                                      </p:to>
                                    </p:set>
                                    <p:animEffect transition="in" filter="wipe(down)">
                                      <p:cBhvr>
                                        <p:cTn id="89" dur="500"/>
                                        <p:tgtEl>
                                          <p:spTgt spid="38">
                                            <p:txEl>
                                              <p:pRg st="0" end="0"/>
                                            </p:txEl>
                                          </p:spTgt>
                                        </p:tgtEl>
                                      </p:cBhvr>
                                    </p:animEffect>
                                  </p:childTnLst>
                                </p:cTn>
                              </p:par>
                            </p:childTnLst>
                          </p:cTn>
                        </p:par>
                        <p:par>
                          <p:cTn id="90" fill="hold">
                            <p:stCondLst>
                              <p:cond delay="85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39">
                                            <p:txEl>
                                              <p:pRg st="0" end="0"/>
                                            </p:txEl>
                                          </p:spTgt>
                                        </p:tgtEl>
                                        <p:attrNameLst>
                                          <p:attrName>style.visibility</p:attrName>
                                        </p:attrNameLst>
                                      </p:cBhvr>
                                      <p:to>
                                        <p:strVal val="visible"/>
                                      </p:to>
                                    </p:set>
                                    <p:animEffect transition="in" filter="wipe(down)">
                                      <p:cBhvr>
                                        <p:cTn id="93" dur="500"/>
                                        <p:tgtEl>
                                          <p:spTgt spid="39">
                                            <p:txEl>
                                              <p:pRg st="0" end="0"/>
                                            </p:txEl>
                                          </p:spTgt>
                                        </p:tgtEl>
                                      </p:cBhvr>
                                    </p:animEffect>
                                  </p:childTnLst>
                                </p:cTn>
                              </p:par>
                            </p:childTnLst>
                          </p:cTn>
                        </p:par>
                        <p:par>
                          <p:cTn id="94" fill="hold">
                            <p:stCondLst>
                              <p:cond delay="9000"/>
                            </p:stCondLst>
                            <p:childTnLst>
                              <p:par>
                                <p:cTn id="95" presetID="53" presetClass="entr" presetSubtype="0" fill="hold" grpId="0" nodeType="after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p:cTn id="97" dur="500" fill="hold"/>
                                        <p:tgtEl>
                                          <p:spTgt spid="11"/>
                                        </p:tgtEl>
                                        <p:attrNameLst>
                                          <p:attrName>ppt_w</p:attrName>
                                        </p:attrNameLst>
                                      </p:cBhvr>
                                      <p:tavLst>
                                        <p:tav tm="0">
                                          <p:val>
                                            <p:fltVal val="0"/>
                                          </p:val>
                                        </p:tav>
                                        <p:tav tm="100000">
                                          <p:val>
                                            <p:strVal val="#ppt_w"/>
                                          </p:val>
                                        </p:tav>
                                      </p:tavLst>
                                    </p:anim>
                                    <p:anim calcmode="lin" valueType="num">
                                      <p:cBhvr>
                                        <p:cTn id="98" dur="500" fill="hold"/>
                                        <p:tgtEl>
                                          <p:spTgt spid="11"/>
                                        </p:tgtEl>
                                        <p:attrNameLst>
                                          <p:attrName>ppt_h</p:attrName>
                                        </p:attrNameLst>
                                      </p:cBhvr>
                                      <p:tavLst>
                                        <p:tav tm="0">
                                          <p:val>
                                            <p:fltVal val="0"/>
                                          </p:val>
                                        </p:tav>
                                        <p:tav tm="100000">
                                          <p:val>
                                            <p:strVal val="#ppt_h"/>
                                          </p:val>
                                        </p:tav>
                                      </p:tavLst>
                                    </p:anim>
                                    <p:animEffect transition="in" filter="fade">
                                      <p:cBhvr>
                                        <p:cTn id="99" dur="500"/>
                                        <p:tgtEl>
                                          <p:spTgt spid="11"/>
                                        </p:tgtEl>
                                      </p:cBhvr>
                                    </p:animEffect>
                                  </p:childTnLst>
                                </p:cTn>
                              </p:par>
                            </p:childTnLst>
                          </p:cTn>
                        </p:par>
                        <p:par>
                          <p:cTn id="100" fill="hold">
                            <p:stCondLst>
                              <p:cond delay="9500"/>
                            </p:stCondLst>
                            <p:childTnLst>
                              <p:par>
                                <p:cTn id="101" presetID="53" presetClass="entr" presetSubtype="0" fill="hold" grpId="0" nodeType="after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p:cTn id="103" dur="500" fill="hold"/>
                                        <p:tgtEl>
                                          <p:spTgt spid="42"/>
                                        </p:tgtEl>
                                        <p:attrNameLst>
                                          <p:attrName>ppt_w</p:attrName>
                                        </p:attrNameLst>
                                      </p:cBhvr>
                                      <p:tavLst>
                                        <p:tav tm="0">
                                          <p:val>
                                            <p:fltVal val="0"/>
                                          </p:val>
                                        </p:tav>
                                        <p:tav tm="100000">
                                          <p:val>
                                            <p:strVal val="#ppt_w"/>
                                          </p:val>
                                        </p:tav>
                                      </p:tavLst>
                                    </p:anim>
                                    <p:anim calcmode="lin" valueType="num">
                                      <p:cBhvr>
                                        <p:cTn id="104" dur="500" fill="hold"/>
                                        <p:tgtEl>
                                          <p:spTgt spid="42"/>
                                        </p:tgtEl>
                                        <p:attrNameLst>
                                          <p:attrName>ppt_h</p:attrName>
                                        </p:attrNameLst>
                                      </p:cBhvr>
                                      <p:tavLst>
                                        <p:tav tm="0">
                                          <p:val>
                                            <p:fltVal val="0"/>
                                          </p:val>
                                        </p:tav>
                                        <p:tav tm="100000">
                                          <p:val>
                                            <p:strVal val="#ppt_h"/>
                                          </p:val>
                                        </p:tav>
                                      </p:tavLst>
                                    </p:anim>
                                    <p:animEffect transition="in" filter="fade">
                                      <p:cBhvr>
                                        <p:cTn id="105" dur="500"/>
                                        <p:tgtEl>
                                          <p:spTgt spid="42"/>
                                        </p:tgtEl>
                                      </p:cBhvr>
                                    </p:animEffect>
                                  </p:childTnLst>
                                </p:cTn>
                              </p:par>
                            </p:childTnLst>
                          </p:cTn>
                        </p:par>
                        <p:par>
                          <p:cTn id="106" fill="hold">
                            <p:stCondLst>
                              <p:cond delay="10000"/>
                            </p:stCondLst>
                            <p:childTnLst>
                              <p:par>
                                <p:cTn id="107" presetID="47" presetClass="entr" presetSubtype="0" fill="hold" grpId="0" nodeType="after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fade">
                                      <p:cBhvr>
                                        <p:cTn id="109" dur="500"/>
                                        <p:tgtEl>
                                          <p:spTgt spid="31"/>
                                        </p:tgtEl>
                                      </p:cBhvr>
                                    </p:animEffect>
                                    <p:anim calcmode="lin" valueType="num">
                                      <p:cBhvr>
                                        <p:cTn id="110" dur="500" fill="hold"/>
                                        <p:tgtEl>
                                          <p:spTgt spid="31"/>
                                        </p:tgtEl>
                                        <p:attrNameLst>
                                          <p:attrName>ppt_x</p:attrName>
                                        </p:attrNameLst>
                                      </p:cBhvr>
                                      <p:tavLst>
                                        <p:tav tm="0">
                                          <p:val>
                                            <p:strVal val="#ppt_x"/>
                                          </p:val>
                                        </p:tav>
                                        <p:tav tm="100000">
                                          <p:val>
                                            <p:strVal val="#ppt_x"/>
                                          </p:val>
                                        </p:tav>
                                      </p:tavLst>
                                    </p:anim>
                                    <p:anim calcmode="lin" valueType="num">
                                      <p:cBhvr>
                                        <p:cTn id="111" dur="500" fill="hold"/>
                                        <p:tgtEl>
                                          <p:spTgt spid="31"/>
                                        </p:tgtEl>
                                        <p:attrNameLst>
                                          <p:attrName>ppt_y</p:attrName>
                                        </p:attrNameLst>
                                      </p:cBhvr>
                                      <p:tavLst>
                                        <p:tav tm="0">
                                          <p:val>
                                            <p:strVal val="#ppt_y-.1"/>
                                          </p:val>
                                        </p:tav>
                                        <p:tav tm="100000">
                                          <p:val>
                                            <p:strVal val="#ppt_y"/>
                                          </p:val>
                                        </p:tav>
                                      </p:tavLst>
                                    </p:anim>
                                  </p:childTnLst>
                                </p:cTn>
                              </p:par>
                            </p:childTnLst>
                          </p:cTn>
                        </p:par>
                        <p:par>
                          <p:cTn id="112" fill="hold">
                            <p:stCondLst>
                              <p:cond delay="10500"/>
                            </p:stCondLst>
                            <p:childTnLst>
                              <p:par>
                                <p:cTn id="113" presetID="22" presetClass="entr" presetSubtype="4" fill="hold" grpId="0" nodeType="afterEffect" nodePh="1">
                                  <p:stCondLst>
                                    <p:cond delay="0"/>
                                  </p:stCondLst>
                                  <p:endCondLst>
                                    <p:cond evt="begin" delay="0">
                                      <p:tn val="113"/>
                                    </p:cond>
                                  </p:endCondLst>
                                  <p:childTnLst>
                                    <p:set>
                                      <p:cBhvr>
                                        <p:cTn id="114" dur="1" fill="hold">
                                          <p:stCondLst>
                                            <p:cond delay="0"/>
                                          </p:stCondLst>
                                        </p:cTn>
                                        <p:tgtEl>
                                          <p:spTgt spid="32">
                                            <p:txEl>
                                              <p:pRg st="0" end="0"/>
                                            </p:txEl>
                                          </p:spTgt>
                                        </p:tgtEl>
                                        <p:attrNameLst>
                                          <p:attrName>style.visibility</p:attrName>
                                        </p:attrNameLst>
                                      </p:cBhvr>
                                      <p:to>
                                        <p:strVal val="visible"/>
                                      </p:to>
                                    </p:set>
                                    <p:animEffect transition="in" filter="wipe(down)">
                                      <p:cBhvr>
                                        <p:cTn id="115" dur="500"/>
                                        <p:tgtEl>
                                          <p:spTgt spid="32">
                                            <p:txEl>
                                              <p:pRg st="0" end="0"/>
                                            </p:txEl>
                                          </p:spTgt>
                                        </p:tgtEl>
                                      </p:cBhvr>
                                    </p:animEffect>
                                  </p:childTnLst>
                                </p:cTn>
                              </p:par>
                            </p:childTnLst>
                          </p:cTn>
                        </p:par>
                        <p:par>
                          <p:cTn id="116" fill="hold">
                            <p:stCondLst>
                              <p:cond delay="11000"/>
                            </p:stCondLst>
                            <p:childTnLst>
                              <p:par>
                                <p:cTn id="117" presetID="22" presetClass="entr" presetSubtype="4" fill="hold" grpId="0" nodeType="afterEffect" nodePh="1">
                                  <p:stCondLst>
                                    <p:cond delay="0"/>
                                  </p:stCondLst>
                                  <p:endCondLst>
                                    <p:cond evt="begin" delay="0">
                                      <p:tn val="117"/>
                                    </p:cond>
                                  </p:endCondLst>
                                  <p:childTnLst>
                                    <p:set>
                                      <p:cBhvr>
                                        <p:cTn id="118" dur="1" fill="hold">
                                          <p:stCondLst>
                                            <p:cond delay="0"/>
                                          </p:stCondLst>
                                        </p:cTn>
                                        <p:tgtEl>
                                          <p:spTgt spid="33">
                                            <p:txEl>
                                              <p:pRg st="0" end="0"/>
                                            </p:txEl>
                                          </p:spTgt>
                                        </p:tgtEl>
                                        <p:attrNameLst>
                                          <p:attrName>style.visibility</p:attrName>
                                        </p:attrNameLst>
                                      </p:cBhvr>
                                      <p:to>
                                        <p:strVal val="visible"/>
                                      </p:to>
                                    </p:set>
                                    <p:animEffect transition="in" filter="wipe(down)">
                                      <p:cBhvr>
                                        <p:cTn id="119" dur="500"/>
                                        <p:tgtEl>
                                          <p:spTgt spid="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9" grpId="0" animBg="1"/>
      <p:bldP spid="25" grpId="0" animBg="1"/>
      <p:bldP spid="2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9"/>
                        </p:tgtEl>
                        <p:attrNameLst>
                          <p:attrName>style.visibility</p:attrName>
                        </p:attrNameLst>
                      </p:cBhvr>
                      <p:to>
                        <p:strVal val="visible"/>
                      </p:to>
                    </p:set>
                    <p:animEffect transition="in" filter="wipe(down)">
                      <p:cBhvr>
                        <p:cTn dur="500"/>
                        <p:tgtEl>
                          <p:spTgt spid="29"/>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1" grpId="0" animBg="1"/>
      <p:bldP spid="3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2"/>
                        </p:tgtEl>
                        <p:attrNameLst>
                          <p:attrName>style.visibility</p:attrName>
                        </p:attrNameLst>
                      </p:cBhvr>
                      <p:to>
                        <p:strVal val="visible"/>
                      </p:to>
                    </p:set>
                    <p:animEffect transition="in" filter="wipe(down)">
                      <p:cBhvr>
                        <p:cTn dur="500"/>
                        <p:tgtEl>
                          <p:spTgt spid="32"/>
                        </p:tgtEl>
                      </p:cBhvr>
                    </p:animEffect>
                  </p:childTnLst>
                </p:cTn>
              </p:par>
            </p:tnLst>
          </p:tmpl>
        </p:tmplLst>
      </p:bldP>
      <p:bldP spid="3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Effect transition="in" filter="wipe(down)">
                      <p:cBhvr>
                        <p:cTn dur="500"/>
                        <p:tgtEl>
                          <p:spTgt spid="33"/>
                        </p:tgtEl>
                      </p:cBhvr>
                    </p:animEffect>
                  </p:childTnLst>
                </p:cTn>
              </p:par>
            </p:tnLst>
          </p:tmpl>
        </p:tmplLst>
      </p:bldP>
      <p:bldP spid="34" grpId="0" animBg="1"/>
      <p:bldP spid="3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5"/>
                        </p:tgtEl>
                        <p:attrNameLst>
                          <p:attrName>style.visibility</p:attrName>
                        </p:attrNameLst>
                      </p:cBhvr>
                      <p:to>
                        <p:strVal val="visible"/>
                      </p:to>
                    </p:set>
                    <p:animEffect transition="in" filter="wipe(down)">
                      <p:cBhvr>
                        <p:cTn dur="500"/>
                        <p:tgtEl>
                          <p:spTgt spid="35"/>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37" grpId="0" animBg="1"/>
      <p:bldP spid="3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8"/>
                        </p:tgtEl>
                        <p:attrNameLst>
                          <p:attrName>style.visibility</p:attrName>
                        </p:attrNameLst>
                      </p:cBhvr>
                      <p:to>
                        <p:strVal val="visible"/>
                      </p:to>
                    </p:set>
                    <p:animEffect transition="in" filter="wipe(down)">
                      <p:cBhvr>
                        <p:cTn dur="500"/>
                        <p:tgtEl>
                          <p:spTgt spid="38"/>
                        </p:tgtEl>
                      </p:cBhvr>
                    </p:animEffect>
                  </p:childTnLst>
                </p:cTn>
              </p:par>
            </p:tnLst>
          </p:tmpl>
        </p:tmplLst>
      </p:bldP>
      <p:bldP spid="3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Effect transition="in" filter="wipe(down)">
                      <p:cBhvr>
                        <p:cTn dur="500"/>
                        <p:tgtEl>
                          <p:spTgt spid="39"/>
                        </p:tgtEl>
                      </p:cBhvr>
                    </p:animEffect>
                  </p:childTnLst>
                </p:cTn>
              </p:par>
            </p:tnLst>
          </p:tmpl>
        </p:tmplLst>
      </p:bldP>
      <p:bldP spid="41" grpId="0" animBg="1"/>
      <p:bldP spid="42" grpId="0" animBg="1"/>
      <p:bldP spid="43" grpId="0" animBg="1"/>
      <p:bldP spid="44" grpId="0"/>
      <p:bldP spid="45" grpId="0" build="p">
        <p:tmplLst>
          <p:tmpl lvl="1">
            <p:tnLst>
              <p:par>
                <p:cTn presetID="10"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eam03">
    <p:spTree>
      <p:nvGrpSpPr>
        <p:cNvPr id="1" name=""/>
        <p:cNvGrpSpPr/>
        <p:nvPr/>
      </p:nvGrpSpPr>
      <p:grpSpPr>
        <a:xfrm>
          <a:off x="0" y="0"/>
          <a:ext cx="0" cy="0"/>
          <a:chOff x="0" y="0"/>
          <a:chExt cx="0" cy="0"/>
        </a:xfrm>
      </p:grpSpPr>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8" name="Text Placeholder 3"/>
          <p:cNvSpPr>
            <a:spLocks noGrp="1"/>
          </p:cNvSpPr>
          <p:nvPr>
            <p:ph type="body" sz="half" idx="16"/>
          </p:nvPr>
        </p:nvSpPr>
        <p:spPr>
          <a:xfrm>
            <a:off x="1275292" y="3479783"/>
            <a:ext cx="1421516" cy="381730"/>
          </a:xfrm>
          <a:prstGeom prst="rect">
            <a:avLst/>
          </a:prstGeom>
        </p:spPr>
        <p:txBody>
          <a:bodyPr wrap="square" lIns="0" tIns="0" rIns="0" bIns="0" anchor="t">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19" name="Picture Placeholder 7"/>
          <p:cNvSpPr>
            <a:spLocks noGrp="1"/>
          </p:cNvSpPr>
          <p:nvPr>
            <p:ph type="pic" sz="quarter" idx="10" hasCustomPrompt="1"/>
          </p:nvPr>
        </p:nvSpPr>
        <p:spPr>
          <a:xfrm>
            <a:off x="1069342" y="1565900"/>
            <a:ext cx="1833416" cy="1832870"/>
          </a:xfrm>
          <a:prstGeom prst="diamond">
            <a:avLst/>
          </a:prstGeom>
          <a:ln w="28575">
            <a:solidFill>
              <a:schemeClr val="accent1"/>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21" name="Text Placeholder 3"/>
          <p:cNvSpPr>
            <a:spLocks noGrp="1"/>
          </p:cNvSpPr>
          <p:nvPr>
            <p:ph type="body" sz="half" idx="17"/>
          </p:nvPr>
        </p:nvSpPr>
        <p:spPr>
          <a:xfrm>
            <a:off x="2565267" y="1916565"/>
            <a:ext cx="1421516" cy="381730"/>
          </a:xfrm>
          <a:prstGeom prst="rect">
            <a:avLst/>
          </a:prstGeom>
        </p:spPr>
        <p:txBody>
          <a:bodyPr wrap="square" lIns="0" tIns="0" rIns="0" bIns="0" anchor="t">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22" name="Picture Placeholder 7"/>
          <p:cNvSpPr>
            <a:spLocks noGrp="1"/>
          </p:cNvSpPr>
          <p:nvPr>
            <p:ph type="pic" sz="quarter" idx="18" hasCustomPrompt="1"/>
          </p:nvPr>
        </p:nvSpPr>
        <p:spPr>
          <a:xfrm>
            <a:off x="2359591" y="2327170"/>
            <a:ext cx="1833416" cy="1832870"/>
          </a:xfrm>
          <a:prstGeom prst="diamond">
            <a:avLst/>
          </a:prstGeom>
          <a:ln w="28575">
            <a:solidFill>
              <a:schemeClr val="accent2"/>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24" name="Text Placeholder 3"/>
          <p:cNvSpPr>
            <a:spLocks noGrp="1"/>
          </p:cNvSpPr>
          <p:nvPr>
            <p:ph type="body" sz="half" idx="20"/>
          </p:nvPr>
        </p:nvSpPr>
        <p:spPr>
          <a:xfrm>
            <a:off x="3864376" y="3479783"/>
            <a:ext cx="1421516" cy="381730"/>
          </a:xfrm>
          <a:prstGeom prst="rect">
            <a:avLst/>
          </a:prstGeom>
        </p:spPr>
        <p:txBody>
          <a:bodyPr wrap="square" lIns="0" tIns="0" rIns="0" bIns="0" anchor="t">
            <a:noAutofit/>
          </a:bodyPr>
          <a:lstStyle>
            <a:lvl1pPr marL="0" indent="0" algn="ctr">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25" name="Picture Placeholder 7"/>
          <p:cNvSpPr>
            <a:spLocks noGrp="1"/>
          </p:cNvSpPr>
          <p:nvPr>
            <p:ph type="pic" sz="quarter" idx="21" hasCustomPrompt="1"/>
          </p:nvPr>
        </p:nvSpPr>
        <p:spPr>
          <a:xfrm>
            <a:off x="3649840" y="1565900"/>
            <a:ext cx="1833416" cy="1832870"/>
          </a:xfrm>
          <a:prstGeom prst="diamond">
            <a:avLst/>
          </a:prstGeom>
          <a:ln w="28575">
            <a:solidFill>
              <a:schemeClr val="accent3"/>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27" name="Text Placeholder 3"/>
          <p:cNvSpPr>
            <a:spLocks noGrp="1"/>
          </p:cNvSpPr>
          <p:nvPr>
            <p:ph type="body" sz="half" idx="23"/>
          </p:nvPr>
        </p:nvSpPr>
        <p:spPr>
          <a:xfrm>
            <a:off x="5155576" y="1916565"/>
            <a:ext cx="1421516" cy="381730"/>
          </a:xfrm>
          <a:prstGeom prst="rect">
            <a:avLst/>
          </a:prstGeom>
        </p:spPr>
        <p:txBody>
          <a:bodyPr wrap="square" lIns="0" tIns="0" rIns="0" bIns="0" anchor="t">
            <a:noAutofit/>
          </a:bodyPr>
          <a:lstStyle>
            <a:lvl1pPr marL="0" indent="0" algn="ctr">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28" name="Picture Placeholder 7"/>
          <p:cNvSpPr>
            <a:spLocks noGrp="1"/>
          </p:cNvSpPr>
          <p:nvPr>
            <p:ph type="pic" sz="quarter" idx="24" hasCustomPrompt="1"/>
          </p:nvPr>
        </p:nvSpPr>
        <p:spPr>
          <a:xfrm>
            <a:off x="4940089" y="2327170"/>
            <a:ext cx="1833416" cy="1832870"/>
          </a:xfrm>
          <a:prstGeom prst="diamond">
            <a:avLst/>
          </a:prstGeom>
          <a:ln w="28575">
            <a:solidFill>
              <a:schemeClr val="accent4"/>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46" name="Text Placeholder 3"/>
          <p:cNvSpPr>
            <a:spLocks noGrp="1"/>
          </p:cNvSpPr>
          <p:nvPr>
            <p:ph type="body" sz="half" idx="25"/>
          </p:nvPr>
        </p:nvSpPr>
        <p:spPr>
          <a:xfrm>
            <a:off x="6436288" y="3479783"/>
            <a:ext cx="1421516" cy="381730"/>
          </a:xfrm>
          <a:prstGeom prst="rect">
            <a:avLst/>
          </a:prstGeom>
        </p:spPr>
        <p:txBody>
          <a:bodyPr wrap="square" lIns="0" tIns="0" rIns="0" bIns="0" anchor="t">
            <a:noAutofit/>
          </a:bodyPr>
          <a:lstStyle>
            <a:lvl1pPr marL="0" indent="0" algn="ctr">
              <a:buNone/>
              <a:defRPr sz="1100" b="1" baseline="0">
                <a:solidFill>
                  <a:schemeClr val="accent5"/>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47" name="Picture Placeholder 7"/>
          <p:cNvSpPr>
            <a:spLocks noGrp="1"/>
          </p:cNvSpPr>
          <p:nvPr>
            <p:ph type="pic" sz="quarter" idx="26" hasCustomPrompt="1"/>
          </p:nvPr>
        </p:nvSpPr>
        <p:spPr>
          <a:xfrm>
            <a:off x="6230338" y="1565900"/>
            <a:ext cx="1833416" cy="1832870"/>
          </a:xfrm>
          <a:prstGeom prst="diamond">
            <a:avLst/>
          </a:prstGeom>
          <a:ln w="28575">
            <a:solidFill>
              <a:schemeClr val="accent5"/>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p:cTn id="15" dur="500" fill="hold"/>
                                        <p:tgtEl>
                                          <p:spTgt spid="19"/>
                                        </p:tgtEl>
                                        <p:attrNameLst>
                                          <p:attrName>ppt_w</p:attrName>
                                        </p:attrNameLst>
                                      </p:cBhvr>
                                      <p:tavLst>
                                        <p:tav tm="0">
                                          <p:val>
                                            <p:fltVal val="0"/>
                                          </p:val>
                                        </p:tav>
                                        <p:tav tm="100000">
                                          <p:val>
                                            <p:strVal val="#ppt_w"/>
                                          </p:val>
                                        </p:tav>
                                      </p:tavLst>
                                    </p:anim>
                                    <p:anim calcmode="lin" valueType="num">
                                      <p:cBhvr>
                                        <p:cTn id="16" dur="500" fill="hold"/>
                                        <p:tgtEl>
                                          <p:spTgt spid="19"/>
                                        </p:tgtEl>
                                        <p:attrNameLst>
                                          <p:attrName>ppt_h</p:attrName>
                                        </p:attrNameLst>
                                      </p:cBhvr>
                                      <p:tavLst>
                                        <p:tav tm="0">
                                          <p:val>
                                            <p:fltVal val="0"/>
                                          </p:val>
                                        </p:tav>
                                        <p:tav tm="100000">
                                          <p:val>
                                            <p:strVal val="#ppt_h"/>
                                          </p:val>
                                        </p:tav>
                                      </p:tavLst>
                                    </p:anim>
                                    <p:animEffect transition="in" filter="fade">
                                      <p:cBhvr>
                                        <p:cTn id="17" dur="500"/>
                                        <p:tgtEl>
                                          <p:spTgt spid="19"/>
                                        </p:tgtEl>
                                      </p:cBhvr>
                                    </p:animEffect>
                                  </p:childTnLst>
                                </p:cTn>
                              </p:par>
                            </p:childTnLst>
                          </p:cTn>
                        </p:par>
                        <p:par>
                          <p:cTn id="18" fill="hold">
                            <p:stCondLst>
                              <p:cond delay="1500"/>
                            </p:stCondLst>
                            <p:childTnLst>
                              <p:par>
                                <p:cTn id="19" presetID="22" presetClass="entr" presetSubtype="4" fill="hold" grpId="0" nodeType="afterEffect" nodePh="1">
                                  <p:stCondLst>
                                    <p:cond delay="0"/>
                                  </p:stCondLst>
                                  <p:endCondLst>
                                    <p:cond evt="begin" delay="0">
                                      <p:tn val="19"/>
                                    </p:cond>
                                  </p:end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wipe(down)">
                                      <p:cBhvr>
                                        <p:cTn id="21" dur="500"/>
                                        <p:tgtEl>
                                          <p:spTgt spid="18">
                                            <p:txEl>
                                              <p:pRg st="0" end="0"/>
                                            </p:txEl>
                                          </p:spTgt>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500" fill="hold"/>
                                        <p:tgtEl>
                                          <p:spTgt spid="22"/>
                                        </p:tgtEl>
                                        <p:attrNameLst>
                                          <p:attrName>ppt_w</p:attrName>
                                        </p:attrNameLst>
                                      </p:cBhvr>
                                      <p:tavLst>
                                        <p:tav tm="0">
                                          <p:val>
                                            <p:fltVal val="0"/>
                                          </p:val>
                                        </p:tav>
                                        <p:tav tm="100000">
                                          <p:val>
                                            <p:strVal val="#ppt_w"/>
                                          </p:val>
                                        </p:tav>
                                      </p:tavLst>
                                    </p:anim>
                                    <p:anim calcmode="lin" valueType="num">
                                      <p:cBhvr>
                                        <p:cTn id="26" dur="500" fill="hold"/>
                                        <p:tgtEl>
                                          <p:spTgt spid="22"/>
                                        </p:tgtEl>
                                        <p:attrNameLst>
                                          <p:attrName>ppt_h</p:attrName>
                                        </p:attrNameLst>
                                      </p:cBhvr>
                                      <p:tavLst>
                                        <p:tav tm="0">
                                          <p:val>
                                            <p:fltVal val="0"/>
                                          </p:val>
                                        </p:tav>
                                        <p:tav tm="100000">
                                          <p:val>
                                            <p:strVal val="#ppt_h"/>
                                          </p:val>
                                        </p:tav>
                                      </p:tavLst>
                                    </p:anim>
                                    <p:animEffect transition="in" filter="fade">
                                      <p:cBhvr>
                                        <p:cTn id="27" dur="500"/>
                                        <p:tgtEl>
                                          <p:spTgt spid="22"/>
                                        </p:tgtEl>
                                      </p:cBhvr>
                                    </p:animEffect>
                                  </p:childTnLst>
                                </p:cTn>
                              </p:par>
                            </p:childTnLst>
                          </p:cTn>
                        </p:par>
                        <p:par>
                          <p:cTn id="28" fill="hold">
                            <p:stCondLst>
                              <p:cond delay="2500"/>
                            </p:stCondLst>
                            <p:childTnLst>
                              <p:par>
                                <p:cTn id="29" presetID="22" presetClass="entr" presetSubtype="4" fill="hold" grpId="0" nodeType="afterEffect" nodePh="1">
                                  <p:stCondLst>
                                    <p:cond delay="0"/>
                                  </p:stCondLst>
                                  <p:endCondLst>
                                    <p:cond evt="begin" delay="0">
                                      <p:tn val="29"/>
                                    </p:cond>
                                  </p:endCondLst>
                                  <p:childTnLst>
                                    <p:set>
                                      <p:cBhvr>
                                        <p:cTn id="30" dur="1" fill="hold">
                                          <p:stCondLst>
                                            <p:cond delay="0"/>
                                          </p:stCondLst>
                                        </p:cTn>
                                        <p:tgtEl>
                                          <p:spTgt spid="21">
                                            <p:txEl>
                                              <p:pRg st="0" end="0"/>
                                            </p:txEl>
                                          </p:spTgt>
                                        </p:tgtEl>
                                        <p:attrNameLst>
                                          <p:attrName>style.visibility</p:attrName>
                                        </p:attrNameLst>
                                      </p:cBhvr>
                                      <p:to>
                                        <p:strVal val="visible"/>
                                      </p:to>
                                    </p:set>
                                    <p:animEffect transition="in" filter="wipe(down)">
                                      <p:cBhvr>
                                        <p:cTn id="31" dur="500"/>
                                        <p:tgtEl>
                                          <p:spTgt spid="21">
                                            <p:txEl>
                                              <p:pRg st="0" end="0"/>
                                            </p:txEl>
                                          </p:spTgt>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 calcmode="lin" valueType="num">
                                      <p:cBhvr>
                                        <p:cTn id="35" dur="500" fill="hold"/>
                                        <p:tgtEl>
                                          <p:spTgt spid="25"/>
                                        </p:tgtEl>
                                        <p:attrNameLst>
                                          <p:attrName>ppt_w</p:attrName>
                                        </p:attrNameLst>
                                      </p:cBhvr>
                                      <p:tavLst>
                                        <p:tav tm="0">
                                          <p:val>
                                            <p:fltVal val="0"/>
                                          </p:val>
                                        </p:tav>
                                        <p:tav tm="100000">
                                          <p:val>
                                            <p:strVal val="#ppt_w"/>
                                          </p:val>
                                        </p:tav>
                                      </p:tavLst>
                                    </p:anim>
                                    <p:anim calcmode="lin" valueType="num">
                                      <p:cBhvr>
                                        <p:cTn id="36" dur="500" fill="hold"/>
                                        <p:tgtEl>
                                          <p:spTgt spid="25"/>
                                        </p:tgtEl>
                                        <p:attrNameLst>
                                          <p:attrName>ppt_h</p:attrName>
                                        </p:attrNameLst>
                                      </p:cBhvr>
                                      <p:tavLst>
                                        <p:tav tm="0">
                                          <p:val>
                                            <p:fltVal val="0"/>
                                          </p:val>
                                        </p:tav>
                                        <p:tav tm="100000">
                                          <p:val>
                                            <p:strVal val="#ppt_h"/>
                                          </p:val>
                                        </p:tav>
                                      </p:tavLst>
                                    </p:anim>
                                    <p:animEffect transition="in" filter="fade">
                                      <p:cBhvr>
                                        <p:cTn id="37" dur="500"/>
                                        <p:tgtEl>
                                          <p:spTgt spid="25"/>
                                        </p:tgtEl>
                                      </p:cBhvr>
                                    </p:animEffect>
                                  </p:childTnLst>
                                </p:cTn>
                              </p:par>
                            </p:childTnLst>
                          </p:cTn>
                        </p:par>
                        <p:par>
                          <p:cTn id="38" fill="hold">
                            <p:stCondLst>
                              <p:cond delay="3500"/>
                            </p:stCondLst>
                            <p:childTnLst>
                              <p:par>
                                <p:cTn id="39" presetID="22" presetClass="entr" presetSubtype="4" fill="hold" grpId="0" nodeType="afterEffect" nodePh="1">
                                  <p:stCondLst>
                                    <p:cond delay="0"/>
                                  </p:stCondLst>
                                  <p:endCondLst>
                                    <p:cond evt="begin" delay="0">
                                      <p:tn val="39"/>
                                    </p:cond>
                                  </p:endCondLst>
                                  <p:childTnLst>
                                    <p:set>
                                      <p:cBhvr>
                                        <p:cTn id="40" dur="1" fill="hold">
                                          <p:stCondLst>
                                            <p:cond delay="0"/>
                                          </p:stCondLst>
                                        </p:cTn>
                                        <p:tgtEl>
                                          <p:spTgt spid="24">
                                            <p:txEl>
                                              <p:pRg st="0" end="0"/>
                                            </p:txEl>
                                          </p:spTgt>
                                        </p:tgtEl>
                                        <p:attrNameLst>
                                          <p:attrName>style.visibility</p:attrName>
                                        </p:attrNameLst>
                                      </p:cBhvr>
                                      <p:to>
                                        <p:strVal val="visible"/>
                                      </p:to>
                                    </p:set>
                                    <p:animEffect transition="in" filter="wipe(down)">
                                      <p:cBhvr>
                                        <p:cTn id="41" dur="500"/>
                                        <p:tgtEl>
                                          <p:spTgt spid="24">
                                            <p:txEl>
                                              <p:pRg st="0" end="0"/>
                                            </p:txEl>
                                          </p:spTgt>
                                        </p:tgtEl>
                                      </p:cBhvr>
                                    </p:animEffect>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p:cTn id="45" dur="500" fill="hold"/>
                                        <p:tgtEl>
                                          <p:spTgt spid="28"/>
                                        </p:tgtEl>
                                        <p:attrNameLst>
                                          <p:attrName>ppt_w</p:attrName>
                                        </p:attrNameLst>
                                      </p:cBhvr>
                                      <p:tavLst>
                                        <p:tav tm="0">
                                          <p:val>
                                            <p:fltVal val="0"/>
                                          </p:val>
                                        </p:tav>
                                        <p:tav tm="100000">
                                          <p:val>
                                            <p:strVal val="#ppt_w"/>
                                          </p:val>
                                        </p:tav>
                                      </p:tavLst>
                                    </p:anim>
                                    <p:anim calcmode="lin" valueType="num">
                                      <p:cBhvr>
                                        <p:cTn id="46" dur="500" fill="hold"/>
                                        <p:tgtEl>
                                          <p:spTgt spid="28"/>
                                        </p:tgtEl>
                                        <p:attrNameLst>
                                          <p:attrName>ppt_h</p:attrName>
                                        </p:attrNameLst>
                                      </p:cBhvr>
                                      <p:tavLst>
                                        <p:tav tm="0">
                                          <p:val>
                                            <p:fltVal val="0"/>
                                          </p:val>
                                        </p:tav>
                                        <p:tav tm="100000">
                                          <p:val>
                                            <p:strVal val="#ppt_h"/>
                                          </p:val>
                                        </p:tav>
                                      </p:tavLst>
                                    </p:anim>
                                    <p:animEffect transition="in" filter="fade">
                                      <p:cBhvr>
                                        <p:cTn id="47" dur="500"/>
                                        <p:tgtEl>
                                          <p:spTgt spid="28"/>
                                        </p:tgtEl>
                                      </p:cBhvr>
                                    </p:animEffect>
                                  </p:childTnLst>
                                </p:cTn>
                              </p:par>
                            </p:childTnLst>
                          </p:cTn>
                        </p:par>
                        <p:par>
                          <p:cTn id="48" fill="hold">
                            <p:stCondLst>
                              <p:cond delay="4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7">
                                            <p:txEl>
                                              <p:pRg st="0" end="0"/>
                                            </p:txEl>
                                          </p:spTgt>
                                        </p:tgtEl>
                                        <p:attrNameLst>
                                          <p:attrName>style.visibility</p:attrName>
                                        </p:attrNameLst>
                                      </p:cBhvr>
                                      <p:to>
                                        <p:strVal val="visible"/>
                                      </p:to>
                                    </p:set>
                                    <p:animEffect transition="in" filter="wipe(down)">
                                      <p:cBhvr>
                                        <p:cTn id="51" dur="500"/>
                                        <p:tgtEl>
                                          <p:spTgt spid="27">
                                            <p:txEl>
                                              <p:pRg st="0" end="0"/>
                                            </p:txEl>
                                          </p:spTgt>
                                        </p:tgtEl>
                                      </p:cBhvr>
                                    </p:animEffect>
                                  </p:childTnLst>
                                </p:cTn>
                              </p:par>
                            </p:childTnLst>
                          </p:cTn>
                        </p:par>
                        <p:par>
                          <p:cTn id="52" fill="hold">
                            <p:stCondLst>
                              <p:cond delay="5000"/>
                            </p:stCondLst>
                            <p:childTnLst>
                              <p:par>
                                <p:cTn id="53" presetID="53" presetClass="entr" presetSubtype="0" fill="hold" grpId="0" nodeType="after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Effect transition="in" filter="fade">
                                      <p:cBhvr>
                                        <p:cTn id="57" dur="500"/>
                                        <p:tgtEl>
                                          <p:spTgt spid="47"/>
                                        </p:tgtEl>
                                      </p:cBhvr>
                                    </p:animEffect>
                                  </p:childTnLst>
                                </p:cTn>
                              </p:par>
                            </p:childTnLst>
                          </p:cTn>
                        </p:par>
                        <p:par>
                          <p:cTn id="58" fill="hold">
                            <p:stCondLst>
                              <p:cond delay="5500"/>
                            </p:stCondLst>
                            <p:childTnLst>
                              <p:par>
                                <p:cTn id="59" presetID="22" presetClass="entr" presetSubtype="4" fill="hold" grpId="0" nodeType="afterEffect" nodePh="1">
                                  <p:stCondLst>
                                    <p:cond delay="0"/>
                                  </p:stCondLst>
                                  <p:endCondLst>
                                    <p:cond evt="begin" delay="0">
                                      <p:tn val="59"/>
                                    </p:cond>
                                  </p:endCondLst>
                                  <p:childTnLst>
                                    <p:set>
                                      <p:cBhvr>
                                        <p:cTn id="60" dur="1" fill="hold">
                                          <p:stCondLst>
                                            <p:cond delay="0"/>
                                          </p:stCondLst>
                                        </p:cTn>
                                        <p:tgtEl>
                                          <p:spTgt spid="46">
                                            <p:txEl>
                                              <p:pRg st="0" end="0"/>
                                            </p:txEl>
                                          </p:spTgt>
                                        </p:tgtEl>
                                        <p:attrNameLst>
                                          <p:attrName>style.visibility</p:attrName>
                                        </p:attrNameLst>
                                      </p:cBhvr>
                                      <p:to>
                                        <p:strVal val="visible"/>
                                      </p:to>
                                    </p:set>
                                    <p:animEffect transition="in" filter="wipe(down)">
                                      <p:cBhvr>
                                        <p:cTn id="61" dur="500"/>
                                        <p:tgtEl>
                                          <p:spTgt spid="4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1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8"/>
                        </p:tgtEl>
                        <p:attrNameLst>
                          <p:attrName>style.visibility</p:attrName>
                        </p:attrNameLst>
                      </p:cBhvr>
                      <p:to>
                        <p:strVal val="visible"/>
                      </p:to>
                    </p:set>
                    <p:animEffect transition="in" filter="wipe(down)">
                      <p:cBhvr>
                        <p:cTn dur="500"/>
                        <p:tgtEl>
                          <p:spTgt spid="18"/>
                        </p:tgtEl>
                      </p:cBhvr>
                    </p:animEffect>
                  </p:childTnLst>
                </p:cTn>
              </p:par>
            </p:tnLst>
          </p:tmpl>
        </p:tmplLst>
      </p:bldP>
      <p:bldP spid="19" grpId="0" animBg="1"/>
      <p:bldP spid="2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1"/>
                        </p:tgtEl>
                        <p:attrNameLst>
                          <p:attrName>style.visibility</p:attrName>
                        </p:attrNameLst>
                      </p:cBhvr>
                      <p:to>
                        <p:strVal val="visible"/>
                      </p:to>
                    </p:set>
                    <p:animEffect transition="in" filter="wipe(down)">
                      <p:cBhvr>
                        <p:cTn dur="500"/>
                        <p:tgtEl>
                          <p:spTgt spid="21"/>
                        </p:tgtEl>
                      </p:cBhvr>
                    </p:animEffect>
                  </p:childTnLst>
                </p:cTn>
              </p:par>
            </p:tnLst>
          </p:tmpl>
        </p:tmplLst>
      </p:bldP>
      <p:bldP spid="22" grpId="0" animBg="1"/>
      <p:bldP spid="2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Effect transition="in" filter="wipe(down)">
                      <p:cBhvr>
                        <p:cTn dur="500"/>
                        <p:tgtEl>
                          <p:spTgt spid="24"/>
                        </p:tgtEl>
                      </p:cBhvr>
                    </p:animEffect>
                  </p:childTnLst>
                </p:cTn>
              </p:par>
            </p:tnLst>
          </p:tmpl>
        </p:tmplLst>
      </p:bldP>
      <p:bldP spid="25" grpId="0" animBg="1"/>
      <p:bldP spid="2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7"/>
                        </p:tgtEl>
                        <p:attrNameLst>
                          <p:attrName>style.visibility</p:attrName>
                        </p:attrNameLst>
                      </p:cBhvr>
                      <p:to>
                        <p:strVal val="visible"/>
                      </p:to>
                    </p:set>
                    <p:animEffect transition="in" filter="wipe(down)">
                      <p:cBhvr>
                        <p:cTn dur="500"/>
                        <p:tgtEl>
                          <p:spTgt spid="27"/>
                        </p:tgtEl>
                      </p:cBhvr>
                    </p:animEffect>
                  </p:childTnLst>
                </p:cTn>
              </p:par>
            </p:tnLst>
          </p:tmpl>
        </p:tmplLst>
      </p:bldP>
      <p:bldP spid="28" grpId="0" animBg="1"/>
      <p:bldP spid="4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6"/>
                        </p:tgtEl>
                        <p:attrNameLst>
                          <p:attrName>style.visibility</p:attrName>
                        </p:attrNameLst>
                      </p:cBhvr>
                      <p:to>
                        <p:strVal val="visible"/>
                      </p:to>
                    </p:set>
                    <p:animEffect transition="in" filter="wipe(down)">
                      <p:cBhvr>
                        <p:cTn dur="500"/>
                        <p:tgtEl>
                          <p:spTgt spid="46"/>
                        </p:tgtEl>
                      </p:cBhvr>
                    </p:animEffect>
                  </p:childTnLst>
                </p:cTn>
              </p:par>
            </p:tnLst>
          </p:tmpl>
        </p:tmplLst>
      </p:bldP>
      <p:bldP spid="47"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eam04">
    <p:spTree>
      <p:nvGrpSpPr>
        <p:cNvPr id="1" name=""/>
        <p:cNvGrpSpPr/>
        <p:nvPr/>
      </p:nvGrpSpPr>
      <p:grpSpPr>
        <a:xfrm>
          <a:off x="0" y="0"/>
          <a:ext cx="0" cy="0"/>
          <a:chOff x="0" y="0"/>
          <a:chExt cx="0" cy="0"/>
        </a:xfrm>
      </p:grpSpPr>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6" name="Picture Placeholder 7"/>
          <p:cNvSpPr>
            <a:spLocks noGrp="1"/>
          </p:cNvSpPr>
          <p:nvPr>
            <p:ph type="pic" sz="quarter" idx="15" hasCustomPrompt="1"/>
          </p:nvPr>
        </p:nvSpPr>
        <p:spPr>
          <a:xfrm>
            <a:off x="552497" y="1057375"/>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17" name="Rectangle 16"/>
          <p:cNvSpPr/>
          <p:nvPr userDrawn="1"/>
        </p:nvSpPr>
        <p:spPr>
          <a:xfrm>
            <a:off x="552498" y="2420957"/>
            <a:ext cx="1861204" cy="4209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Text Placeholder 3"/>
          <p:cNvSpPr>
            <a:spLocks noGrp="1"/>
          </p:cNvSpPr>
          <p:nvPr>
            <p:ph type="body" sz="half" idx="16"/>
          </p:nvPr>
        </p:nvSpPr>
        <p:spPr>
          <a:xfrm>
            <a:off x="552498" y="2431025"/>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49" name="Picture Placeholder 7"/>
          <p:cNvSpPr>
            <a:spLocks noGrp="1"/>
          </p:cNvSpPr>
          <p:nvPr>
            <p:ph type="pic" sz="quarter" idx="17" hasCustomPrompt="1"/>
          </p:nvPr>
        </p:nvSpPr>
        <p:spPr>
          <a:xfrm>
            <a:off x="2626099" y="1057375"/>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50" name="Rectangle 49"/>
          <p:cNvSpPr/>
          <p:nvPr userDrawn="1"/>
        </p:nvSpPr>
        <p:spPr>
          <a:xfrm>
            <a:off x="2626100" y="2420957"/>
            <a:ext cx="1861204" cy="4209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Text Placeholder 3"/>
          <p:cNvSpPr>
            <a:spLocks noGrp="1"/>
          </p:cNvSpPr>
          <p:nvPr>
            <p:ph type="body" sz="half" idx="18"/>
          </p:nvPr>
        </p:nvSpPr>
        <p:spPr>
          <a:xfrm>
            <a:off x="2626100" y="2431025"/>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52" name="Picture Placeholder 7"/>
          <p:cNvSpPr>
            <a:spLocks noGrp="1"/>
          </p:cNvSpPr>
          <p:nvPr>
            <p:ph type="pic" sz="quarter" idx="19" hasCustomPrompt="1"/>
          </p:nvPr>
        </p:nvSpPr>
        <p:spPr>
          <a:xfrm>
            <a:off x="4683499" y="1057375"/>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53" name="Rectangle 52"/>
          <p:cNvSpPr/>
          <p:nvPr userDrawn="1"/>
        </p:nvSpPr>
        <p:spPr>
          <a:xfrm>
            <a:off x="4683500" y="2420957"/>
            <a:ext cx="1861204" cy="4209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Text Placeholder 3"/>
          <p:cNvSpPr>
            <a:spLocks noGrp="1"/>
          </p:cNvSpPr>
          <p:nvPr>
            <p:ph type="body" sz="half" idx="20"/>
          </p:nvPr>
        </p:nvSpPr>
        <p:spPr>
          <a:xfrm>
            <a:off x="4683500" y="2431025"/>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55" name="Picture Placeholder 7"/>
          <p:cNvSpPr>
            <a:spLocks noGrp="1"/>
          </p:cNvSpPr>
          <p:nvPr>
            <p:ph type="pic" sz="quarter" idx="21" hasCustomPrompt="1"/>
          </p:nvPr>
        </p:nvSpPr>
        <p:spPr>
          <a:xfrm>
            <a:off x="6740899" y="1057375"/>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56" name="Rectangle 55"/>
          <p:cNvSpPr/>
          <p:nvPr userDrawn="1"/>
        </p:nvSpPr>
        <p:spPr>
          <a:xfrm>
            <a:off x="6740900" y="2420957"/>
            <a:ext cx="1861204" cy="4209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Text Placeholder 3"/>
          <p:cNvSpPr>
            <a:spLocks noGrp="1"/>
          </p:cNvSpPr>
          <p:nvPr>
            <p:ph type="body" sz="half" idx="22"/>
          </p:nvPr>
        </p:nvSpPr>
        <p:spPr>
          <a:xfrm>
            <a:off x="6740900" y="2431025"/>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58" name="Picture Placeholder 7"/>
          <p:cNvSpPr>
            <a:spLocks noGrp="1"/>
          </p:cNvSpPr>
          <p:nvPr>
            <p:ph type="pic" sz="quarter" idx="23" hasCustomPrompt="1"/>
          </p:nvPr>
        </p:nvSpPr>
        <p:spPr>
          <a:xfrm>
            <a:off x="552497" y="2978480"/>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59" name="Rectangle 58"/>
          <p:cNvSpPr/>
          <p:nvPr userDrawn="1"/>
        </p:nvSpPr>
        <p:spPr>
          <a:xfrm>
            <a:off x="552498" y="4342062"/>
            <a:ext cx="1861204" cy="4209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Text Placeholder 3"/>
          <p:cNvSpPr>
            <a:spLocks noGrp="1"/>
          </p:cNvSpPr>
          <p:nvPr>
            <p:ph type="body" sz="half" idx="24"/>
          </p:nvPr>
        </p:nvSpPr>
        <p:spPr>
          <a:xfrm>
            <a:off x="552498" y="4352130"/>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1" name="Picture Placeholder 7"/>
          <p:cNvSpPr>
            <a:spLocks noGrp="1"/>
          </p:cNvSpPr>
          <p:nvPr>
            <p:ph type="pic" sz="quarter" idx="25" hasCustomPrompt="1"/>
          </p:nvPr>
        </p:nvSpPr>
        <p:spPr>
          <a:xfrm>
            <a:off x="2626099" y="2978480"/>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62" name="Rectangle 61"/>
          <p:cNvSpPr/>
          <p:nvPr userDrawn="1"/>
        </p:nvSpPr>
        <p:spPr>
          <a:xfrm>
            <a:off x="2626100" y="4342062"/>
            <a:ext cx="1861204" cy="42091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Text Placeholder 3"/>
          <p:cNvSpPr>
            <a:spLocks noGrp="1"/>
          </p:cNvSpPr>
          <p:nvPr>
            <p:ph type="body" sz="half" idx="26"/>
          </p:nvPr>
        </p:nvSpPr>
        <p:spPr>
          <a:xfrm>
            <a:off x="2626100" y="4352130"/>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4" name="Picture Placeholder 7"/>
          <p:cNvSpPr>
            <a:spLocks noGrp="1"/>
          </p:cNvSpPr>
          <p:nvPr>
            <p:ph type="pic" sz="quarter" idx="27" hasCustomPrompt="1"/>
          </p:nvPr>
        </p:nvSpPr>
        <p:spPr>
          <a:xfrm>
            <a:off x="4683499" y="2978480"/>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65" name="Rectangle 64"/>
          <p:cNvSpPr/>
          <p:nvPr userDrawn="1"/>
        </p:nvSpPr>
        <p:spPr>
          <a:xfrm>
            <a:off x="4683500" y="4342062"/>
            <a:ext cx="1861204" cy="4209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Text Placeholder 3"/>
          <p:cNvSpPr>
            <a:spLocks noGrp="1"/>
          </p:cNvSpPr>
          <p:nvPr>
            <p:ph type="body" sz="half" idx="28"/>
          </p:nvPr>
        </p:nvSpPr>
        <p:spPr>
          <a:xfrm>
            <a:off x="4683500" y="4352130"/>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7" name="Picture Placeholder 7"/>
          <p:cNvSpPr>
            <a:spLocks noGrp="1"/>
          </p:cNvSpPr>
          <p:nvPr>
            <p:ph type="pic" sz="quarter" idx="29" hasCustomPrompt="1"/>
          </p:nvPr>
        </p:nvSpPr>
        <p:spPr>
          <a:xfrm>
            <a:off x="6740899" y="2978480"/>
            <a:ext cx="1861204"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68" name="Rectangle 67"/>
          <p:cNvSpPr/>
          <p:nvPr userDrawn="1"/>
        </p:nvSpPr>
        <p:spPr>
          <a:xfrm>
            <a:off x="6740900" y="4342062"/>
            <a:ext cx="1861204" cy="4209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Text Placeholder 3"/>
          <p:cNvSpPr>
            <a:spLocks noGrp="1"/>
          </p:cNvSpPr>
          <p:nvPr>
            <p:ph type="body" sz="half" idx="30"/>
          </p:nvPr>
        </p:nvSpPr>
        <p:spPr>
          <a:xfrm>
            <a:off x="6740900" y="4352130"/>
            <a:ext cx="1861204"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00"/>
                                        <p:tgtEl>
                                          <p:spTgt spid="17"/>
                                        </p:tgtEl>
                                      </p:cBhvr>
                                    </p:animEffect>
                                  </p:childTnLst>
                                </p:cTn>
                              </p:par>
                            </p:childTnLst>
                          </p:cTn>
                        </p:par>
                        <p:par>
                          <p:cTn id="20" fill="hold">
                            <p:stCondLst>
                              <p:cond delay="2000"/>
                            </p:stCondLst>
                            <p:childTnLst>
                              <p:par>
                                <p:cTn id="21" presetID="22" presetClass="entr" presetSubtype="4" fill="hold" grpId="0" nodeType="afterEffect" nodePh="1">
                                  <p:stCondLst>
                                    <p:cond delay="0"/>
                                  </p:stCondLst>
                                  <p:endCondLst>
                                    <p:cond evt="begin" delay="0">
                                      <p:tn val="21"/>
                                    </p:cond>
                                  </p:endCondLst>
                                  <p:childTnLst>
                                    <p:set>
                                      <p:cBhvr>
                                        <p:cTn id="22" dur="1" fill="hold">
                                          <p:stCondLst>
                                            <p:cond delay="0"/>
                                          </p:stCondLst>
                                        </p:cTn>
                                        <p:tgtEl>
                                          <p:spTgt spid="48">
                                            <p:txEl>
                                              <p:pRg st="0" end="0"/>
                                            </p:txEl>
                                          </p:spTgt>
                                        </p:tgtEl>
                                        <p:attrNameLst>
                                          <p:attrName>style.visibility</p:attrName>
                                        </p:attrNameLst>
                                      </p:cBhvr>
                                      <p:to>
                                        <p:strVal val="visible"/>
                                      </p:to>
                                    </p:set>
                                    <p:animEffect transition="in" filter="wipe(down)">
                                      <p:cBhvr>
                                        <p:cTn id="23" dur="500"/>
                                        <p:tgtEl>
                                          <p:spTgt spid="48">
                                            <p:txEl>
                                              <p:pRg st="0" end="0"/>
                                            </p:tx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wipe(down)">
                                      <p:cBhvr>
                                        <p:cTn id="27" dur="500"/>
                                        <p:tgtEl>
                                          <p:spTgt spid="49"/>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Effect transition="in" filter="wipe(down)">
                                      <p:cBhvr>
                                        <p:cTn id="31" dur="500"/>
                                        <p:tgtEl>
                                          <p:spTgt spid="50"/>
                                        </p:tgtEl>
                                      </p:cBhvr>
                                    </p:animEffect>
                                  </p:childTnLst>
                                </p:cTn>
                              </p:par>
                            </p:childTnLst>
                          </p:cTn>
                        </p:par>
                        <p:par>
                          <p:cTn id="32" fill="hold">
                            <p:stCondLst>
                              <p:cond delay="3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51">
                                            <p:txEl>
                                              <p:pRg st="0" end="0"/>
                                            </p:txEl>
                                          </p:spTgt>
                                        </p:tgtEl>
                                        <p:attrNameLst>
                                          <p:attrName>style.visibility</p:attrName>
                                        </p:attrNameLst>
                                      </p:cBhvr>
                                      <p:to>
                                        <p:strVal val="visible"/>
                                      </p:to>
                                    </p:set>
                                    <p:animEffect transition="in" filter="wipe(down)">
                                      <p:cBhvr>
                                        <p:cTn id="35" dur="500"/>
                                        <p:tgtEl>
                                          <p:spTgt spid="51">
                                            <p:txEl>
                                              <p:pRg st="0" end="0"/>
                                            </p:tx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wipe(down)">
                                      <p:cBhvr>
                                        <p:cTn id="39" dur="500"/>
                                        <p:tgtEl>
                                          <p:spTgt spid="52"/>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3"/>
                                        </p:tgtEl>
                                        <p:attrNameLst>
                                          <p:attrName>style.visibility</p:attrName>
                                        </p:attrNameLst>
                                      </p:cBhvr>
                                      <p:to>
                                        <p:strVal val="visible"/>
                                      </p:to>
                                    </p:set>
                                    <p:animEffect transition="in" filter="wipe(down)">
                                      <p:cBhvr>
                                        <p:cTn id="43" dur="500"/>
                                        <p:tgtEl>
                                          <p:spTgt spid="53"/>
                                        </p:tgtEl>
                                      </p:cBhvr>
                                    </p:animEffect>
                                  </p:childTnLst>
                                </p:cTn>
                              </p:par>
                            </p:childTnLst>
                          </p:cTn>
                        </p:par>
                        <p:par>
                          <p:cTn id="44" fill="hold">
                            <p:stCondLst>
                              <p:cond delay="50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54">
                                            <p:txEl>
                                              <p:pRg st="0" end="0"/>
                                            </p:txEl>
                                          </p:spTgt>
                                        </p:tgtEl>
                                        <p:attrNameLst>
                                          <p:attrName>style.visibility</p:attrName>
                                        </p:attrNameLst>
                                      </p:cBhvr>
                                      <p:to>
                                        <p:strVal val="visible"/>
                                      </p:to>
                                    </p:set>
                                    <p:animEffect transition="in" filter="wipe(down)">
                                      <p:cBhvr>
                                        <p:cTn id="47" dur="500"/>
                                        <p:tgtEl>
                                          <p:spTgt spid="54">
                                            <p:txEl>
                                              <p:pRg st="0" end="0"/>
                                            </p:txEl>
                                          </p:spTgt>
                                        </p:tgtEl>
                                      </p:cBhvr>
                                    </p:animEffect>
                                  </p:childTnLst>
                                </p:cTn>
                              </p:par>
                            </p:childTnLst>
                          </p:cTn>
                        </p:par>
                        <p:par>
                          <p:cTn id="48" fill="hold">
                            <p:stCondLst>
                              <p:cond delay="5500"/>
                            </p:stCondLst>
                            <p:childTnLst>
                              <p:par>
                                <p:cTn id="49" presetID="22" presetClass="entr" presetSubtype="4" fill="hold" grpId="0" nodeType="afterEffect">
                                  <p:stCondLst>
                                    <p:cond delay="0"/>
                                  </p:stCondLst>
                                  <p:childTnLst>
                                    <p:set>
                                      <p:cBhvr>
                                        <p:cTn id="50" dur="1" fill="hold">
                                          <p:stCondLst>
                                            <p:cond delay="0"/>
                                          </p:stCondLst>
                                        </p:cTn>
                                        <p:tgtEl>
                                          <p:spTgt spid="55"/>
                                        </p:tgtEl>
                                        <p:attrNameLst>
                                          <p:attrName>style.visibility</p:attrName>
                                        </p:attrNameLst>
                                      </p:cBhvr>
                                      <p:to>
                                        <p:strVal val="visible"/>
                                      </p:to>
                                    </p:set>
                                    <p:animEffect transition="in" filter="wipe(down)">
                                      <p:cBhvr>
                                        <p:cTn id="51" dur="500"/>
                                        <p:tgtEl>
                                          <p:spTgt spid="55"/>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6"/>
                                        </p:tgtEl>
                                        <p:attrNameLst>
                                          <p:attrName>style.visibility</p:attrName>
                                        </p:attrNameLst>
                                      </p:cBhvr>
                                      <p:to>
                                        <p:strVal val="visible"/>
                                      </p:to>
                                    </p:set>
                                    <p:animEffect transition="in" filter="wipe(down)">
                                      <p:cBhvr>
                                        <p:cTn id="55" dur="500"/>
                                        <p:tgtEl>
                                          <p:spTgt spid="56"/>
                                        </p:tgtEl>
                                      </p:cBhvr>
                                    </p:animEffect>
                                  </p:childTnLst>
                                </p:cTn>
                              </p:par>
                            </p:childTnLst>
                          </p:cTn>
                        </p:par>
                        <p:par>
                          <p:cTn id="56" fill="hold">
                            <p:stCondLst>
                              <p:cond delay="6500"/>
                            </p:stCondLst>
                            <p:childTnLst>
                              <p:par>
                                <p:cTn id="57" presetID="22" presetClass="entr" presetSubtype="4" fill="hold" grpId="0" nodeType="afterEffect" nodePh="1">
                                  <p:stCondLst>
                                    <p:cond delay="0"/>
                                  </p:stCondLst>
                                  <p:endCondLst>
                                    <p:cond evt="begin" delay="0">
                                      <p:tn val="57"/>
                                    </p:cond>
                                  </p:endCondLst>
                                  <p:childTnLst>
                                    <p:set>
                                      <p:cBhvr>
                                        <p:cTn id="58" dur="1" fill="hold">
                                          <p:stCondLst>
                                            <p:cond delay="0"/>
                                          </p:stCondLst>
                                        </p:cTn>
                                        <p:tgtEl>
                                          <p:spTgt spid="57">
                                            <p:txEl>
                                              <p:pRg st="0" end="0"/>
                                            </p:txEl>
                                          </p:spTgt>
                                        </p:tgtEl>
                                        <p:attrNameLst>
                                          <p:attrName>style.visibility</p:attrName>
                                        </p:attrNameLst>
                                      </p:cBhvr>
                                      <p:to>
                                        <p:strVal val="visible"/>
                                      </p:to>
                                    </p:set>
                                    <p:animEffect transition="in" filter="wipe(down)">
                                      <p:cBhvr>
                                        <p:cTn id="59" dur="500"/>
                                        <p:tgtEl>
                                          <p:spTgt spid="57">
                                            <p:txEl>
                                              <p:pRg st="0" end="0"/>
                                            </p:txEl>
                                          </p:spTgt>
                                        </p:tgtEl>
                                      </p:cBhvr>
                                    </p:animEffect>
                                  </p:childTnLst>
                                </p:cTn>
                              </p:par>
                            </p:childTnLst>
                          </p:cTn>
                        </p:par>
                        <p:par>
                          <p:cTn id="60" fill="hold">
                            <p:stCondLst>
                              <p:cond delay="7000"/>
                            </p:stCondLst>
                            <p:childTnLst>
                              <p:par>
                                <p:cTn id="61" presetID="22" presetClass="entr" presetSubtype="4" fill="hold" grpId="0"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wipe(down)">
                                      <p:cBhvr>
                                        <p:cTn id="63" dur="500"/>
                                        <p:tgtEl>
                                          <p:spTgt spid="58"/>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59"/>
                                        </p:tgtEl>
                                        <p:attrNameLst>
                                          <p:attrName>style.visibility</p:attrName>
                                        </p:attrNameLst>
                                      </p:cBhvr>
                                      <p:to>
                                        <p:strVal val="visible"/>
                                      </p:to>
                                    </p:set>
                                    <p:animEffect transition="in" filter="wipe(down)">
                                      <p:cBhvr>
                                        <p:cTn id="67" dur="500"/>
                                        <p:tgtEl>
                                          <p:spTgt spid="59"/>
                                        </p:tgtEl>
                                      </p:cBhvr>
                                    </p:animEffect>
                                  </p:childTnLst>
                                </p:cTn>
                              </p:par>
                            </p:childTnLst>
                          </p:cTn>
                        </p:par>
                        <p:par>
                          <p:cTn id="68" fill="hold">
                            <p:stCondLst>
                              <p:cond delay="8000"/>
                            </p:stCondLst>
                            <p:childTnLst>
                              <p:par>
                                <p:cTn id="69" presetID="22" presetClass="entr" presetSubtype="4" fill="hold" grpId="0" nodeType="afterEffect" nodePh="1">
                                  <p:stCondLst>
                                    <p:cond delay="0"/>
                                  </p:stCondLst>
                                  <p:endCondLst>
                                    <p:cond evt="begin" delay="0">
                                      <p:tn val="69"/>
                                    </p:cond>
                                  </p:endCondLst>
                                  <p:childTnLst>
                                    <p:set>
                                      <p:cBhvr>
                                        <p:cTn id="70" dur="1" fill="hold">
                                          <p:stCondLst>
                                            <p:cond delay="0"/>
                                          </p:stCondLst>
                                        </p:cTn>
                                        <p:tgtEl>
                                          <p:spTgt spid="60">
                                            <p:txEl>
                                              <p:pRg st="0" end="0"/>
                                            </p:txEl>
                                          </p:spTgt>
                                        </p:tgtEl>
                                        <p:attrNameLst>
                                          <p:attrName>style.visibility</p:attrName>
                                        </p:attrNameLst>
                                      </p:cBhvr>
                                      <p:to>
                                        <p:strVal val="visible"/>
                                      </p:to>
                                    </p:set>
                                    <p:animEffect transition="in" filter="wipe(down)">
                                      <p:cBhvr>
                                        <p:cTn id="71" dur="500"/>
                                        <p:tgtEl>
                                          <p:spTgt spid="60">
                                            <p:txEl>
                                              <p:pRg st="0" end="0"/>
                                            </p:txEl>
                                          </p:spTgt>
                                        </p:tgtEl>
                                      </p:cBhvr>
                                    </p:animEffect>
                                  </p:childTnLst>
                                </p:cTn>
                              </p:par>
                            </p:childTnLst>
                          </p:cTn>
                        </p:par>
                        <p:par>
                          <p:cTn id="72" fill="hold">
                            <p:stCondLst>
                              <p:cond delay="8500"/>
                            </p:stCondLst>
                            <p:childTnLst>
                              <p:par>
                                <p:cTn id="73" presetID="22" presetClass="entr" presetSubtype="4" fill="hold" grpId="0" nodeType="afterEffect">
                                  <p:stCondLst>
                                    <p:cond delay="0"/>
                                  </p:stCondLst>
                                  <p:childTnLst>
                                    <p:set>
                                      <p:cBhvr>
                                        <p:cTn id="74" dur="1" fill="hold">
                                          <p:stCondLst>
                                            <p:cond delay="0"/>
                                          </p:stCondLst>
                                        </p:cTn>
                                        <p:tgtEl>
                                          <p:spTgt spid="61"/>
                                        </p:tgtEl>
                                        <p:attrNameLst>
                                          <p:attrName>style.visibility</p:attrName>
                                        </p:attrNameLst>
                                      </p:cBhvr>
                                      <p:to>
                                        <p:strVal val="visible"/>
                                      </p:to>
                                    </p:set>
                                    <p:animEffect transition="in" filter="wipe(down)">
                                      <p:cBhvr>
                                        <p:cTn id="75" dur="500"/>
                                        <p:tgtEl>
                                          <p:spTgt spid="61"/>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down)">
                                      <p:cBhvr>
                                        <p:cTn id="79" dur="500"/>
                                        <p:tgtEl>
                                          <p:spTgt spid="62"/>
                                        </p:tgtEl>
                                      </p:cBhvr>
                                    </p:animEffect>
                                  </p:childTnLst>
                                </p:cTn>
                              </p:par>
                            </p:childTnLst>
                          </p:cTn>
                        </p:par>
                        <p:par>
                          <p:cTn id="80" fill="hold">
                            <p:stCondLst>
                              <p:cond delay="9500"/>
                            </p:stCondLst>
                            <p:childTnLst>
                              <p:par>
                                <p:cTn id="81" presetID="22" presetClass="entr" presetSubtype="4" fill="hold" nodeType="afterEffect" nodePh="1">
                                  <p:stCondLst>
                                    <p:cond delay="0"/>
                                  </p:stCondLst>
                                  <p:endCondLst>
                                    <p:cond evt="begin" delay="0">
                                      <p:tn val="81"/>
                                    </p:cond>
                                  </p:endCondLst>
                                  <p:childTnLst>
                                    <p:set>
                                      <p:cBhvr>
                                        <p:cTn id="82" dur="1" fill="hold">
                                          <p:stCondLst>
                                            <p:cond delay="0"/>
                                          </p:stCondLst>
                                        </p:cTn>
                                        <p:tgtEl>
                                          <p:spTgt spid="63">
                                            <p:txEl>
                                              <p:pRg st="0" end="0"/>
                                            </p:txEl>
                                          </p:spTgt>
                                        </p:tgtEl>
                                        <p:attrNameLst>
                                          <p:attrName>style.visibility</p:attrName>
                                        </p:attrNameLst>
                                      </p:cBhvr>
                                      <p:to>
                                        <p:strVal val="visible"/>
                                      </p:to>
                                    </p:set>
                                    <p:animEffect transition="in" filter="wipe(down)">
                                      <p:cBhvr>
                                        <p:cTn id="83" dur="500"/>
                                        <p:tgtEl>
                                          <p:spTgt spid="63">
                                            <p:txEl>
                                              <p:pRg st="0" end="0"/>
                                            </p:txEl>
                                          </p:spTgt>
                                        </p:tgtEl>
                                      </p:cBhvr>
                                    </p:animEffect>
                                  </p:childTnLst>
                                </p:cTn>
                              </p:par>
                            </p:childTnLst>
                          </p:cTn>
                        </p:par>
                        <p:par>
                          <p:cTn id="84" fill="hold">
                            <p:stCondLst>
                              <p:cond delay="10000"/>
                            </p:stCondLst>
                            <p:childTnLst>
                              <p:par>
                                <p:cTn id="85" presetID="22" presetClass="entr" presetSubtype="4" fill="hold" grpId="0" nodeType="afterEffect">
                                  <p:stCondLst>
                                    <p:cond delay="0"/>
                                  </p:stCondLst>
                                  <p:childTnLst>
                                    <p:set>
                                      <p:cBhvr>
                                        <p:cTn id="86" dur="1" fill="hold">
                                          <p:stCondLst>
                                            <p:cond delay="0"/>
                                          </p:stCondLst>
                                        </p:cTn>
                                        <p:tgtEl>
                                          <p:spTgt spid="64"/>
                                        </p:tgtEl>
                                        <p:attrNameLst>
                                          <p:attrName>style.visibility</p:attrName>
                                        </p:attrNameLst>
                                      </p:cBhvr>
                                      <p:to>
                                        <p:strVal val="visible"/>
                                      </p:to>
                                    </p:set>
                                    <p:animEffect transition="in" filter="wipe(down)">
                                      <p:cBhvr>
                                        <p:cTn id="87" dur="500"/>
                                        <p:tgtEl>
                                          <p:spTgt spid="64"/>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5"/>
                                        </p:tgtEl>
                                        <p:attrNameLst>
                                          <p:attrName>style.visibility</p:attrName>
                                        </p:attrNameLst>
                                      </p:cBhvr>
                                      <p:to>
                                        <p:strVal val="visible"/>
                                      </p:to>
                                    </p:set>
                                    <p:animEffect transition="in" filter="wipe(down)">
                                      <p:cBhvr>
                                        <p:cTn id="91" dur="500"/>
                                        <p:tgtEl>
                                          <p:spTgt spid="65"/>
                                        </p:tgtEl>
                                      </p:cBhvr>
                                    </p:animEffect>
                                  </p:childTnLst>
                                </p:cTn>
                              </p:par>
                            </p:childTnLst>
                          </p:cTn>
                        </p:par>
                        <p:par>
                          <p:cTn id="92" fill="hold">
                            <p:stCondLst>
                              <p:cond delay="11000"/>
                            </p:stCondLst>
                            <p:childTnLst>
                              <p:par>
                                <p:cTn id="93" presetID="22" presetClass="entr" presetSubtype="4" fill="hold" grpId="0" nodeType="afterEffect" nodePh="1">
                                  <p:stCondLst>
                                    <p:cond delay="0"/>
                                  </p:stCondLst>
                                  <p:endCondLst>
                                    <p:cond evt="begin" delay="0">
                                      <p:tn val="93"/>
                                    </p:cond>
                                  </p:endCondLst>
                                  <p:childTnLst>
                                    <p:set>
                                      <p:cBhvr>
                                        <p:cTn id="94" dur="1" fill="hold">
                                          <p:stCondLst>
                                            <p:cond delay="0"/>
                                          </p:stCondLst>
                                        </p:cTn>
                                        <p:tgtEl>
                                          <p:spTgt spid="66">
                                            <p:txEl>
                                              <p:pRg st="0" end="0"/>
                                            </p:txEl>
                                          </p:spTgt>
                                        </p:tgtEl>
                                        <p:attrNameLst>
                                          <p:attrName>style.visibility</p:attrName>
                                        </p:attrNameLst>
                                      </p:cBhvr>
                                      <p:to>
                                        <p:strVal val="visible"/>
                                      </p:to>
                                    </p:set>
                                    <p:animEffect transition="in" filter="wipe(down)">
                                      <p:cBhvr>
                                        <p:cTn id="95" dur="500"/>
                                        <p:tgtEl>
                                          <p:spTgt spid="66">
                                            <p:txEl>
                                              <p:pRg st="0" end="0"/>
                                            </p:txEl>
                                          </p:spTgt>
                                        </p:tgtEl>
                                      </p:cBhvr>
                                    </p:animEffect>
                                  </p:childTnLst>
                                </p:cTn>
                              </p:par>
                            </p:childTnLst>
                          </p:cTn>
                        </p:par>
                        <p:par>
                          <p:cTn id="96" fill="hold">
                            <p:stCondLst>
                              <p:cond delay="11500"/>
                            </p:stCondLst>
                            <p:childTnLst>
                              <p:par>
                                <p:cTn id="97" presetID="22" presetClass="entr" presetSubtype="4" fill="hold" grpId="0" nodeType="afterEffect">
                                  <p:stCondLst>
                                    <p:cond delay="0"/>
                                  </p:stCondLst>
                                  <p:childTnLst>
                                    <p:set>
                                      <p:cBhvr>
                                        <p:cTn id="98" dur="1" fill="hold">
                                          <p:stCondLst>
                                            <p:cond delay="0"/>
                                          </p:stCondLst>
                                        </p:cTn>
                                        <p:tgtEl>
                                          <p:spTgt spid="67"/>
                                        </p:tgtEl>
                                        <p:attrNameLst>
                                          <p:attrName>style.visibility</p:attrName>
                                        </p:attrNameLst>
                                      </p:cBhvr>
                                      <p:to>
                                        <p:strVal val="visible"/>
                                      </p:to>
                                    </p:set>
                                    <p:animEffect transition="in" filter="wipe(down)">
                                      <p:cBhvr>
                                        <p:cTn id="99" dur="500"/>
                                        <p:tgtEl>
                                          <p:spTgt spid="67"/>
                                        </p:tgtEl>
                                      </p:cBhvr>
                                    </p:animEffect>
                                  </p:childTnLst>
                                </p:cTn>
                              </p:par>
                            </p:childTnLst>
                          </p:cTn>
                        </p:par>
                        <p:par>
                          <p:cTn id="100" fill="hold">
                            <p:stCondLst>
                              <p:cond delay="12000"/>
                            </p:stCondLst>
                            <p:childTnLst>
                              <p:par>
                                <p:cTn id="101" presetID="22" presetClass="entr" presetSubtype="4" fill="hold" grpId="0" nodeType="afterEffect">
                                  <p:stCondLst>
                                    <p:cond delay="0"/>
                                  </p:stCondLst>
                                  <p:childTnLst>
                                    <p:set>
                                      <p:cBhvr>
                                        <p:cTn id="102" dur="1" fill="hold">
                                          <p:stCondLst>
                                            <p:cond delay="0"/>
                                          </p:stCondLst>
                                        </p:cTn>
                                        <p:tgtEl>
                                          <p:spTgt spid="68"/>
                                        </p:tgtEl>
                                        <p:attrNameLst>
                                          <p:attrName>style.visibility</p:attrName>
                                        </p:attrNameLst>
                                      </p:cBhvr>
                                      <p:to>
                                        <p:strVal val="visible"/>
                                      </p:to>
                                    </p:set>
                                    <p:animEffect transition="in" filter="wipe(down)">
                                      <p:cBhvr>
                                        <p:cTn id="103" dur="500"/>
                                        <p:tgtEl>
                                          <p:spTgt spid="68"/>
                                        </p:tgtEl>
                                      </p:cBhvr>
                                    </p:animEffect>
                                  </p:childTnLst>
                                </p:cTn>
                              </p:par>
                            </p:childTnLst>
                          </p:cTn>
                        </p:par>
                        <p:par>
                          <p:cTn id="104" fill="hold">
                            <p:stCondLst>
                              <p:cond delay="12500"/>
                            </p:stCondLst>
                            <p:childTnLst>
                              <p:par>
                                <p:cTn id="105" presetID="22" presetClass="entr" presetSubtype="4" fill="hold" grpId="0" nodeType="afterEffect" nodePh="1">
                                  <p:stCondLst>
                                    <p:cond delay="0"/>
                                  </p:stCondLst>
                                  <p:endCondLst>
                                    <p:cond evt="begin" delay="0">
                                      <p:tn val="105"/>
                                    </p:cond>
                                  </p:endCondLst>
                                  <p:childTnLst>
                                    <p:set>
                                      <p:cBhvr>
                                        <p:cTn id="106" dur="1" fill="hold">
                                          <p:stCondLst>
                                            <p:cond delay="0"/>
                                          </p:stCondLst>
                                        </p:cTn>
                                        <p:tgtEl>
                                          <p:spTgt spid="69">
                                            <p:txEl>
                                              <p:pRg st="0" end="0"/>
                                            </p:txEl>
                                          </p:spTgt>
                                        </p:tgtEl>
                                        <p:attrNameLst>
                                          <p:attrName>style.visibility</p:attrName>
                                        </p:attrNameLst>
                                      </p:cBhvr>
                                      <p:to>
                                        <p:strVal val="visible"/>
                                      </p:to>
                                    </p:set>
                                    <p:animEffect transition="in" filter="wipe(down)">
                                      <p:cBhvr>
                                        <p:cTn id="107"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eam05">
    <p:spTree>
      <p:nvGrpSpPr>
        <p:cNvPr id="1" name=""/>
        <p:cNvGrpSpPr/>
        <p:nvPr/>
      </p:nvGrpSpPr>
      <p:grpSpPr>
        <a:xfrm>
          <a:off x="0" y="0"/>
          <a:ext cx="0" cy="0"/>
          <a:chOff x="0" y="0"/>
          <a:chExt cx="0" cy="0"/>
        </a:xfrm>
      </p:grpSpPr>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33" name="Rectangle 32"/>
          <p:cNvSpPr/>
          <p:nvPr userDrawn="1"/>
        </p:nvSpPr>
        <p:spPr>
          <a:xfrm>
            <a:off x="523775" y="2943008"/>
            <a:ext cx="1914644" cy="16861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Rectangle 36"/>
          <p:cNvSpPr/>
          <p:nvPr userDrawn="1"/>
        </p:nvSpPr>
        <p:spPr>
          <a:xfrm>
            <a:off x="523775" y="1189491"/>
            <a:ext cx="1914644" cy="16861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Picture Placeholder 7"/>
          <p:cNvSpPr>
            <a:spLocks noGrp="1"/>
          </p:cNvSpPr>
          <p:nvPr>
            <p:ph type="pic" sz="quarter" idx="15" hasCustomPrompt="1"/>
          </p:nvPr>
        </p:nvSpPr>
        <p:spPr>
          <a:xfrm>
            <a:off x="577215" y="1242330"/>
            <a:ext cx="1810424" cy="1556303"/>
          </a:xfrm>
          <a:prstGeom prst="rect">
            <a:avLst/>
          </a:prstGeom>
          <a:ln>
            <a:noFill/>
          </a:ln>
        </p:spPr>
        <p:txBody>
          <a:bodyPr bIns="274320" anchor="b"/>
          <a:lstStyle>
            <a:lvl1pPr algn="ctr">
              <a:buNone/>
              <a:defRPr sz="1200">
                <a:solidFill>
                  <a:schemeClr val="bg1"/>
                </a:solidFill>
              </a:defRPr>
            </a:lvl1pPr>
          </a:lstStyle>
          <a:p>
            <a:r>
              <a:rPr lang="en-US" dirty="0"/>
              <a:t>Image Holder</a:t>
            </a:r>
          </a:p>
        </p:txBody>
      </p:sp>
      <p:sp>
        <p:nvSpPr>
          <p:cNvPr id="83" name="Text Placeholder 3"/>
          <p:cNvSpPr>
            <a:spLocks noGrp="1"/>
          </p:cNvSpPr>
          <p:nvPr>
            <p:ph type="body" sz="half" idx="16"/>
          </p:nvPr>
        </p:nvSpPr>
        <p:spPr>
          <a:xfrm>
            <a:off x="770339" y="3068877"/>
            <a:ext cx="1421516"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84" name="Text Placeholder 3"/>
          <p:cNvSpPr>
            <a:spLocks noGrp="1"/>
          </p:cNvSpPr>
          <p:nvPr>
            <p:ph type="body" sz="half" idx="17"/>
          </p:nvPr>
        </p:nvSpPr>
        <p:spPr>
          <a:xfrm>
            <a:off x="629516" y="3443294"/>
            <a:ext cx="1703163" cy="1084892"/>
          </a:xfrm>
          <a:prstGeom prst="rect">
            <a:avLst/>
          </a:prstGeom>
        </p:spPr>
        <p:txBody>
          <a:bodyPr wrap="squar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5" name="Rectangle 84"/>
          <p:cNvSpPr/>
          <p:nvPr userDrawn="1"/>
        </p:nvSpPr>
        <p:spPr>
          <a:xfrm>
            <a:off x="2587364" y="2943008"/>
            <a:ext cx="1914644" cy="16861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Rectangle 85"/>
          <p:cNvSpPr/>
          <p:nvPr userDrawn="1"/>
        </p:nvSpPr>
        <p:spPr>
          <a:xfrm>
            <a:off x="2587364" y="1189491"/>
            <a:ext cx="1914644" cy="16861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Picture Placeholder 7"/>
          <p:cNvSpPr>
            <a:spLocks noGrp="1"/>
          </p:cNvSpPr>
          <p:nvPr>
            <p:ph type="pic" sz="quarter" idx="18" hasCustomPrompt="1"/>
          </p:nvPr>
        </p:nvSpPr>
        <p:spPr>
          <a:xfrm>
            <a:off x="2640804" y="1242330"/>
            <a:ext cx="1810424" cy="1556303"/>
          </a:xfrm>
          <a:prstGeom prst="rect">
            <a:avLst/>
          </a:prstGeom>
          <a:ln>
            <a:noFill/>
          </a:ln>
        </p:spPr>
        <p:txBody>
          <a:bodyPr bIns="274320" anchor="b"/>
          <a:lstStyle>
            <a:lvl1pPr algn="ctr">
              <a:buNone/>
              <a:defRPr sz="1200">
                <a:solidFill>
                  <a:schemeClr val="bg1"/>
                </a:solidFill>
              </a:defRPr>
            </a:lvl1pPr>
          </a:lstStyle>
          <a:p>
            <a:r>
              <a:rPr lang="en-US" dirty="0"/>
              <a:t>Image Holder</a:t>
            </a:r>
          </a:p>
        </p:txBody>
      </p:sp>
      <p:sp>
        <p:nvSpPr>
          <p:cNvPr id="88" name="Text Placeholder 3"/>
          <p:cNvSpPr>
            <a:spLocks noGrp="1"/>
          </p:cNvSpPr>
          <p:nvPr>
            <p:ph type="body" sz="half" idx="19"/>
          </p:nvPr>
        </p:nvSpPr>
        <p:spPr>
          <a:xfrm>
            <a:off x="2833928" y="3068877"/>
            <a:ext cx="1421516"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89" name="Text Placeholder 3"/>
          <p:cNvSpPr>
            <a:spLocks noGrp="1"/>
          </p:cNvSpPr>
          <p:nvPr>
            <p:ph type="body" sz="half" idx="20"/>
          </p:nvPr>
        </p:nvSpPr>
        <p:spPr>
          <a:xfrm>
            <a:off x="2693105" y="3443294"/>
            <a:ext cx="1703163" cy="1084892"/>
          </a:xfrm>
          <a:prstGeom prst="rect">
            <a:avLst/>
          </a:prstGeom>
        </p:spPr>
        <p:txBody>
          <a:bodyPr wrap="squar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90" name="Rectangle 89"/>
          <p:cNvSpPr/>
          <p:nvPr userDrawn="1"/>
        </p:nvSpPr>
        <p:spPr>
          <a:xfrm>
            <a:off x="4638575" y="2943008"/>
            <a:ext cx="1914644" cy="16861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ectangle 90"/>
          <p:cNvSpPr/>
          <p:nvPr userDrawn="1"/>
        </p:nvSpPr>
        <p:spPr>
          <a:xfrm>
            <a:off x="4638575" y="1189491"/>
            <a:ext cx="1914644" cy="16861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Picture Placeholder 7"/>
          <p:cNvSpPr>
            <a:spLocks noGrp="1"/>
          </p:cNvSpPr>
          <p:nvPr>
            <p:ph type="pic" sz="quarter" idx="21" hasCustomPrompt="1"/>
          </p:nvPr>
        </p:nvSpPr>
        <p:spPr>
          <a:xfrm>
            <a:off x="4692015" y="1242330"/>
            <a:ext cx="1810424" cy="1556303"/>
          </a:xfrm>
          <a:prstGeom prst="rect">
            <a:avLst/>
          </a:prstGeom>
          <a:ln>
            <a:noFill/>
          </a:ln>
        </p:spPr>
        <p:txBody>
          <a:bodyPr bIns="274320" anchor="b"/>
          <a:lstStyle>
            <a:lvl1pPr algn="ctr">
              <a:buNone/>
              <a:defRPr sz="1200">
                <a:solidFill>
                  <a:schemeClr val="bg1"/>
                </a:solidFill>
              </a:defRPr>
            </a:lvl1pPr>
          </a:lstStyle>
          <a:p>
            <a:r>
              <a:rPr lang="en-US" dirty="0"/>
              <a:t>Image Holder</a:t>
            </a:r>
          </a:p>
        </p:txBody>
      </p:sp>
      <p:sp>
        <p:nvSpPr>
          <p:cNvPr id="93" name="Text Placeholder 3"/>
          <p:cNvSpPr>
            <a:spLocks noGrp="1"/>
          </p:cNvSpPr>
          <p:nvPr>
            <p:ph type="body" sz="half" idx="22"/>
          </p:nvPr>
        </p:nvSpPr>
        <p:spPr>
          <a:xfrm>
            <a:off x="4885139" y="3068877"/>
            <a:ext cx="1421516"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94" name="Text Placeholder 3"/>
          <p:cNvSpPr>
            <a:spLocks noGrp="1"/>
          </p:cNvSpPr>
          <p:nvPr>
            <p:ph type="body" sz="half" idx="23"/>
          </p:nvPr>
        </p:nvSpPr>
        <p:spPr>
          <a:xfrm>
            <a:off x="4744316" y="3443294"/>
            <a:ext cx="1703163" cy="1084892"/>
          </a:xfrm>
          <a:prstGeom prst="rect">
            <a:avLst/>
          </a:prstGeom>
        </p:spPr>
        <p:txBody>
          <a:bodyPr wrap="squar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95" name="Rectangle 94"/>
          <p:cNvSpPr/>
          <p:nvPr userDrawn="1"/>
        </p:nvSpPr>
        <p:spPr>
          <a:xfrm>
            <a:off x="6679006" y="2943008"/>
            <a:ext cx="1914644" cy="16861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95"/>
          <p:cNvSpPr/>
          <p:nvPr userDrawn="1"/>
        </p:nvSpPr>
        <p:spPr>
          <a:xfrm>
            <a:off x="6679006" y="1189491"/>
            <a:ext cx="1914644" cy="16861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Picture Placeholder 7"/>
          <p:cNvSpPr>
            <a:spLocks noGrp="1"/>
          </p:cNvSpPr>
          <p:nvPr>
            <p:ph type="pic" sz="quarter" idx="24" hasCustomPrompt="1"/>
          </p:nvPr>
        </p:nvSpPr>
        <p:spPr>
          <a:xfrm>
            <a:off x="6732446" y="1242330"/>
            <a:ext cx="1810424" cy="1556303"/>
          </a:xfrm>
          <a:prstGeom prst="rect">
            <a:avLst/>
          </a:prstGeom>
          <a:ln>
            <a:noFill/>
          </a:ln>
        </p:spPr>
        <p:txBody>
          <a:bodyPr bIns="274320" anchor="b"/>
          <a:lstStyle>
            <a:lvl1pPr algn="ctr">
              <a:buNone/>
              <a:defRPr sz="1200">
                <a:solidFill>
                  <a:schemeClr val="bg1"/>
                </a:solidFill>
              </a:defRPr>
            </a:lvl1pPr>
          </a:lstStyle>
          <a:p>
            <a:r>
              <a:rPr lang="en-US" dirty="0"/>
              <a:t>Image Holder</a:t>
            </a:r>
          </a:p>
        </p:txBody>
      </p:sp>
      <p:sp>
        <p:nvSpPr>
          <p:cNvPr id="98" name="Text Placeholder 3"/>
          <p:cNvSpPr>
            <a:spLocks noGrp="1"/>
          </p:cNvSpPr>
          <p:nvPr>
            <p:ph type="body" sz="half" idx="25"/>
          </p:nvPr>
        </p:nvSpPr>
        <p:spPr>
          <a:xfrm>
            <a:off x="6925570" y="3068877"/>
            <a:ext cx="1421516" cy="381730"/>
          </a:xfrm>
          <a:prstGeom prst="rect">
            <a:avLst/>
          </a:prstGeom>
        </p:spPr>
        <p:txBody>
          <a:bodyPr wrap="square" lIns="0" tIns="0" rIns="0" bIns="0" anchor="t">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99" name="Text Placeholder 3"/>
          <p:cNvSpPr>
            <a:spLocks noGrp="1"/>
          </p:cNvSpPr>
          <p:nvPr>
            <p:ph type="body" sz="half" idx="26"/>
          </p:nvPr>
        </p:nvSpPr>
        <p:spPr>
          <a:xfrm>
            <a:off x="6784747" y="3443294"/>
            <a:ext cx="1703163" cy="1084892"/>
          </a:xfrm>
          <a:prstGeom prst="rect">
            <a:avLst/>
          </a:prstGeom>
        </p:spPr>
        <p:txBody>
          <a:bodyPr wrap="squar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down)">
                                      <p:cBhvr>
                                        <p:cTn id="15" dur="500"/>
                                        <p:tgtEl>
                                          <p:spTgt spid="37"/>
                                        </p:tgtEl>
                                      </p:cBhvr>
                                    </p:animEffect>
                                  </p:childTnLst>
                                </p:cTn>
                              </p:par>
                            </p:childTnLst>
                          </p:cTn>
                        </p:par>
                        <p:par>
                          <p:cTn id="16" fill="hold">
                            <p:stCondLst>
                              <p:cond delay="1500"/>
                            </p:stCondLst>
                            <p:childTnLst>
                              <p:par>
                                <p:cTn id="17" presetID="16" presetClass="entr" presetSubtype="42" fill="hold" grpId="0" nodeType="afterEffect">
                                  <p:stCondLst>
                                    <p:cond delay="0"/>
                                  </p:stCondLst>
                                  <p:childTnLst>
                                    <p:set>
                                      <p:cBhvr>
                                        <p:cTn id="18" dur="1" fill="hold">
                                          <p:stCondLst>
                                            <p:cond delay="0"/>
                                          </p:stCondLst>
                                        </p:cTn>
                                        <p:tgtEl>
                                          <p:spTgt spid="80"/>
                                        </p:tgtEl>
                                        <p:attrNameLst>
                                          <p:attrName>style.visibility</p:attrName>
                                        </p:attrNameLst>
                                      </p:cBhvr>
                                      <p:to>
                                        <p:strVal val="visible"/>
                                      </p:to>
                                    </p:set>
                                    <p:animEffect transition="in" filter="barn(outHorizontal)">
                                      <p:cBhvr>
                                        <p:cTn id="19" dur="500"/>
                                        <p:tgtEl>
                                          <p:spTgt spid="80"/>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down)">
                                      <p:cBhvr>
                                        <p:cTn id="23" dur="500"/>
                                        <p:tgtEl>
                                          <p:spTgt spid="33"/>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83">
                                            <p:txEl>
                                              <p:pRg st="0" end="0"/>
                                            </p:txEl>
                                          </p:spTgt>
                                        </p:tgtEl>
                                        <p:attrNameLst>
                                          <p:attrName>style.visibility</p:attrName>
                                        </p:attrNameLst>
                                      </p:cBhvr>
                                      <p:to>
                                        <p:strVal val="visible"/>
                                      </p:to>
                                    </p:set>
                                    <p:animEffect transition="in" filter="wipe(down)">
                                      <p:cBhvr>
                                        <p:cTn id="27" dur="500"/>
                                        <p:tgtEl>
                                          <p:spTgt spid="83">
                                            <p:txEl>
                                              <p:pRg st="0" end="0"/>
                                            </p:txEl>
                                          </p:spTgt>
                                        </p:tgtEl>
                                      </p:cBhvr>
                                    </p:animEffect>
                                  </p:childTnLst>
                                </p:cTn>
                              </p:par>
                            </p:childTnLst>
                          </p:cTn>
                        </p:par>
                        <p:par>
                          <p:cTn id="28" fill="hold">
                            <p:stCondLst>
                              <p:cond delay="3000"/>
                            </p:stCondLst>
                            <p:childTnLst>
                              <p:par>
                                <p:cTn id="29" presetID="22" presetClass="entr" presetSubtype="4" fill="hold" grpId="0" nodeType="afterEffect" nodePh="1">
                                  <p:stCondLst>
                                    <p:cond delay="0"/>
                                  </p:stCondLst>
                                  <p:endCondLst>
                                    <p:cond evt="begin" delay="0">
                                      <p:tn val="29"/>
                                    </p:cond>
                                  </p:endCondLst>
                                  <p:childTnLst>
                                    <p:set>
                                      <p:cBhvr>
                                        <p:cTn id="30" dur="1" fill="hold">
                                          <p:stCondLst>
                                            <p:cond delay="0"/>
                                          </p:stCondLst>
                                        </p:cTn>
                                        <p:tgtEl>
                                          <p:spTgt spid="84">
                                            <p:txEl>
                                              <p:pRg st="0" end="0"/>
                                            </p:txEl>
                                          </p:spTgt>
                                        </p:tgtEl>
                                        <p:attrNameLst>
                                          <p:attrName>style.visibility</p:attrName>
                                        </p:attrNameLst>
                                      </p:cBhvr>
                                      <p:to>
                                        <p:strVal val="visible"/>
                                      </p:to>
                                    </p:set>
                                    <p:animEffect transition="in" filter="wipe(down)">
                                      <p:cBhvr>
                                        <p:cTn id="31" dur="500"/>
                                        <p:tgtEl>
                                          <p:spTgt spid="84">
                                            <p:txEl>
                                              <p:pRg st="0" end="0"/>
                                            </p:txEl>
                                          </p:spTgt>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down)">
                                      <p:cBhvr>
                                        <p:cTn id="35" dur="500"/>
                                        <p:tgtEl>
                                          <p:spTgt spid="86"/>
                                        </p:tgtEl>
                                      </p:cBhvr>
                                    </p:animEffect>
                                  </p:childTnLst>
                                </p:cTn>
                              </p:par>
                            </p:childTnLst>
                          </p:cTn>
                        </p:par>
                        <p:par>
                          <p:cTn id="36" fill="hold">
                            <p:stCondLst>
                              <p:cond delay="4000"/>
                            </p:stCondLst>
                            <p:childTnLst>
                              <p:par>
                                <p:cTn id="37" presetID="16" presetClass="entr" presetSubtype="42" fill="hold" grpId="0" nodeType="afterEffect">
                                  <p:stCondLst>
                                    <p:cond delay="0"/>
                                  </p:stCondLst>
                                  <p:childTnLst>
                                    <p:set>
                                      <p:cBhvr>
                                        <p:cTn id="38" dur="1" fill="hold">
                                          <p:stCondLst>
                                            <p:cond delay="0"/>
                                          </p:stCondLst>
                                        </p:cTn>
                                        <p:tgtEl>
                                          <p:spTgt spid="87"/>
                                        </p:tgtEl>
                                        <p:attrNameLst>
                                          <p:attrName>style.visibility</p:attrName>
                                        </p:attrNameLst>
                                      </p:cBhvr>
                                      <p:to>
                                        <p:strVal val="visible"/>
                                      </p:to>
                                    </p:set>
                                    <p:animEffect transition="in" filter="barn(outHorizontal)">
                                      <p:cBhvr>
                                        <p:cTn id="39" dur="500"/>
                                        <p:tgtEl>
                                          <p:spTgt spid="87"/>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wipe(down)">
                                      <p:cBhvr>
                                        <p:cTn id="43" dur="500"/>
                                        <p:tgtEl>
                                          <p:spTgt spid="85"/>
                                        </p:tgtEl>
                                      </p:cBhvr>
                                    </p:animEffect>
                                  </p:childTnLst>
                                </p:cTn>
                              </p:par>
                            </p:childTnLst>
                          </p:cTn>
                        </p:par>
                        <p:par>
                          <p:cTn id="44" fill="hold">
                            <p:stCondLst>
                              <p:cond delay="50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88">
                                            <p:txEl>
                                              <p:pRg st="0" end="0"/>
                                            </p:txEl>
                                          </p:spTgt>
                                        </p:tgtEl>
                                        <p:attrNameLst>
                                          <p:attrName>style.visibility</p:attrName>
                                        </p:attrNameLst>
                                      </p:cBhvr>
                                      <p:to>
                                        <p:strVal val="visible"/>
                                      </p:to>
                                    </p:set>
                                    <p:animEffect transition="in" filter="wipe(down)">
                                      <p:cBhvr>
                                        <p:cTn id="47" dur="500"/>
                                        <p:tgtEl>
                                          <p:spTgt spid="88">
                                            <p:txEl>
                                              <p:pRg st="0" end="0"/>
                                            </p:txEl>
                                          </p:spTgt>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89">
                                            <p:txEl>
                                              <p:pRg st="0" end="0"/>
                                            </p:txEl>
                                          </p:spTgt>
                                        </p:tgtEl>
                                        <p:attrNameLst>
                                          <p:attrName>style.visibility</p:attrName>
                                        </p:attrNameLst>
                                      </p:cBhvr>
                                      <p:to>
                                        <p:strVal val="visible"/>
                                      </p:to>
                                    </p:set>
                                    <p:animEffect transition="in" filter="wipe(down)">
                                      <p:cBhvr>
                                        <p:cTn id="51" dur="500"/>
                                        <p:tgtEl>
                                          <p:spTgt spid="89">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91"/>
                                        </p:tgtEl>
                                        <p:attrNameLst>
                                          <p:attrName>style.visibility</p:attrName>
                                        </p:attrNameLst>
                                      </p:cBhvr>
                                      <p:to>
                                        <p:strVal val="visible"/>
                                      </p:to>
                                    </p:set>
                                    <p:animEffect transition="in" filter="wipe(down)">
                                      <p:cBhvr>
                                        <p:cTn id="55" dur="500"/>
                                        <p:tgtEl>
                                          <p:spTgt spid="91"/>
                                        </p:tgtEl>
                                      </p:cBhvr>
                                    </p:animEffect>
                                  </p:childTnLst>
                                </p:cTn>
                              </p:par>
                            </p:childTnLst>
                          </p:cTn>
                        </p:par>
                        <p:par>
                          <p:cTn id="56" fill="hold">
                            <p:stCondLst>
                              <p:cond delay="6500"/>
                            </p:stCondLst>
                            <p:childTnLst>
                              <p:par>
                                <p:cTn id="57" presetID="16" presetClass="entr" presetSubtype="42" fill="hold" grpId="0" nodeType="afterEffect">
                                  <p:stCondLst>
                                    <p:cond delay="0"/>
                                  </p:stCondLst>
                                  <p:childTnLst>
                                    <p:set>
                                      <p:cBhvr>
                                        <p:cTn id="58" dur="1" fill="hold">
                                          <p:stCondLst>
                                            <p:cond delay="0"/>
                                          </p:stCondLst>
                                        </p:cTn>
                                        <p:tgtEl>
                                          <p:spTgt spid="92"/>
                                        </p:tgtEl>
                                        <p:attrNameLst>
                                          <p:attrName>style.visibility</p:attrName>
                                        </p:attrNameLst>
                                      </p:cBhvr>
                                      <p:to>
                                        <p:strVal val="visible"/>
                                      </p:to>
                                    </p:set>
                                    <p:animEffect transition="in" filter="barn(outHorizontal)">
                                      <p:cBhvr>
                                        <p:cTn id="59" dur="500"/>
                                        <p:tgtEl>
                                          <p:spTgt spid="92"/>
                                        </p:tgtEl>
                                      </p:cBhvr>
                                    </p:animEffect>
                                  </p:childTnLst>
                                </p:cTn>
                              </p:par>
                            </p:childTnLst>
                          </p:cTn>
                        </p:par>
                        <p:par>
                          <p:cTn id="60" fill="hold">
                            <p:stCondLst>
                              <p:cond delay="7000"/>
                            </p:stCondLst>
                            <p:childTnLst>
                              <p:par>
                                <p:cTn id="61" presetID="22" presetClass="entr" presetSubtype="4" fill="hold" grpId="0" nodeType="afterEffect">
                                  <p:stCondLst>
                                    <p:cond delay="0"/>
                                  </p:stCondLst>
                                  <p:childTnLst>
                                    <p:set>
                                      <p:cBhvr>
                                        <p:cTn id="62" dur="1" fill="hold">
                                          <p:stCondLst>
                                            <p:cond delay="0"/>
                                          </p:stCondLst>
                                        </p:cTn>
                                        <p:tgtEl>
                                          <p:spTgt spid="90"/>
                                        </p:tgtEl>
                                        <p:attrNameLst>
                                          <p:attrName>style.visibility</p:attrName>
                                        </p:attrNameLst>
                                      </p:cBhvr>
                                      <p:to>
                                        <p:strVal val="visible"/>
                                      </p:to>
                                    </p:set>
                                    <p:animEffect transition="in" filter="wipe(down)">
                                      <p:cBhvr>
                                        <p:cTn id="63" dur="500"/>
                                        <p:tgtEl>
                                          <p:spTgt spid="90"/>
                                        </p:tgtEl>
                                      </p:cBhvr>
                                    </p:animEffect>
                                  </p:childTnLst>
                                </p:cTn>
                              </p:par>
                            </p:childTnLst>
                          </p:cTn>
                        </p:par>
                        <p:par>
                          <p:cTn id="64" fill="hold">
                            <p:stCondLst>
                              <p:cond delay="7500"/>
                            </p:stCondLst>
                            <p:childTnLst>
                              <p:par>
                                <p:cTn id="65" presetID="22" presetClass="entr" presetSubtype="4" fill="hold" grpId="0" nodeType="afterEffect" nodePh="1">
                                  <p:stCondLst>
                                    <p:cond delay="0"/>
                                  </p:stCondLst>
                                  <p:endCondLst>
                                    <p:cond evt="begin" delay="0">
                                      <p:tn val="65"/>
                                    </p:cond>
                                  </p:endCondLst>
                                  <p:childTnLst>
                                    <p:set>
                                      <p:cBhvr>
                                        <p:cTn id="66" dur="1" fill="hold">
                                          <p:stCondLst>
                                            <p:cond delay="0"/>
                                          </p:stCondLst>
                                        </p:cTn>
                                        <p:tgtEl>
                                          <p:spTgt spid="93">
                                            <p:txEl>
                                              <p:pRg st="0" end="0"/>
                                            </p:txEl>
                                          </p:spTgt>
                                        </p:tgtEl>
                                        <p:attrNameLst>
                                          <p:attrName>style.visibility</p:attrName>
                                        </p:attrNameLst>
                                      </p:cBhvr>
                                      <p:to>
                                        <p:strVal val="visible"/>
                                      </p:to>
                                    </p:set>
                                    <p:animEffect transition="in" filter="wipe(down)">
                                      <p:cBhvr>
                                        <p:cTn id="67" dur="500"/>
                                        <p:tgtEl>
                                          <p:spTgt spid="93">
                                            <p:txEl>
                                              <p:pRg st="0" end="0"/>
                                            </p:txEl>
                                          </p:spTgt>
                                        </p:tgtEl>
                                      </p:cBhvr>
                                    </p:animEffect>
                                  </p:childTnLst>
                                </p:cTn>
                              </p:par>
                            </p:childTnLst>
                          </p:cTn>
                        </p:par>
                        <p:par>
                          <p:cTn id="68" fill="hold">
                            <p:stCondLst>
                              <p:cond delay="8000"/>
                            </p:stCondLst>
                            <p:childTnLst>
                              <p:par>
                                <p:cTn id="69" presetID="22" presetClass="entr" presetSubtype="4" fill="hold" grpId="0" nodeType="afterEffect" nodePh="1">
                                  <p:stCondLst>
                                    <p:cond delay="0"/>
                                  </p:stCondLst>
                                  <p:endCondLst>
                                    <p:cond evt="begin" delay="0">
                                      <p:tn val="69"/>
                                    </p:cond>
                                  </p:endCondLst>
                                  <p:childTnLst>
                                    <p:set>
                                      <p:cBhvr>
                                        <p:cTn id="70" dur="1" fill="hold">
                                          <p:stCondLst>
                                            <p:cond delay="0"/>
                                          </p:stCondLst>
                                        </p:cTn>
                                        <p:tgtEl>
                                          <p:spTgt spid="94">
                                            <p:txEl>
                                              <p:pRg st="0" end="0"/>
                                            </p:txEl>
                                          </p:spTgt>
                                        </p:tgtEl>
                                        <p:attrNameLst>
                                          <p:attrName>style.visibility</p:attrName>
                                        </p:attrNameLst>
                                      </p:cBhvr>
                                      <p:to>
                                        <p:strVal val="visible"/>
                                      </p:to>
                                    </p:set>
                                    <p:animEffect transition="in" filter="wipe(down)">
                                      <p:cBhvr>
                                        <p:cTn id="71" dur="500"/>
                                        <p:tgtEl>
                                          <p:spTgt spid="94">
                                            <p:txEl>
                                              <p:pRg st="0" end="0"/>
                                            </p:txEl>
                                          </p:spTgt>
                                        </p:tgtEl>
                                      </p:cBhvr>
                                    </p:animEffect>
                                  </p:childTnLst>
                                </p:cTn>
                              </p:par>
                            </p:childTnLst>
                          </p:cTn>
                        </p:par>
                        <p:par>
                          <p:cTn id="72" fill="hold">
                            <p:stCondLst>
                              <p:cond delay="8500"/>
                            </p:stCondLst>
                            <p:childTnLst>
                              <p:par>
                                <p:cTn id="73" presetID="22" presetClass="entr" presetSubtype="4" fill="hold" grpId="0" nodeType="afterEffect">
                                  <p:stCondLst>
                                    <p:cond delay="0"/>
                                  </p:stCondLst>
                                  <p:childTnLst>
                                    <p:set>
                                      <p:cBhvr>
                                        <p:cTn id="74" dur="1" fill="hold">
                                          <p:stCondLst>
                                            <p:cond delay="0"/>
                                          </p:stCondLst>
                                        </p:cTn>
                                        <p:tgtEl>
                                          <p:spTgt spid="96"/>
                                        </p:tgtEl>
                                        <p:attrNameLst>
                                          <p:attrName>style.visibility</p:attrName>
                                        </p:attrNameLst>
                                      </p:cBhvr>
                                      <p:to>
                                        <p:strVal val="visible"/>
                                      </p:to>
                                    </p:set>
                                    <p:animEffect transition="in" filter="wipe(down)">
                                      <p:cBhvr>
                                        <p:cTn id="75" dur="500"/>
                                        <p:tgtEl>
                                          <p:spTgt spid="96"/>
                                        </p:tgtEl>
                                      </p:cBhvr>
                                    </p:animEffect>
                                  </p:childTnLst>
                                </p:cTn>
                              </p:par>
                            </p:childTnLst>
                          </p:cTn>
                        </p:par>
                        <p:par>
                          <p:cTn id="76" fill="hold">
                            <p:stCondLst>
                              <p:cond delay="9000"/>
                            </p:stCondLst>
                            <p:childTnLst>
                              <p:par>
                                <p:cTn id="77" presetID="16" presetClass="entr" presetSubtype="42" fill="hold" grpId="0" nodeType="afterEffect">
                                  <p:stCondLst>
                                    <p:cond delay="0"/>
                                  </p:stCondLst>
                                  <p:childTnLst>
                                    <p:set>
                                      <p:cBhvr>
                                        <p:cTn id="78" dur="1" fill="hold">
                                          <p:stCondLst>
                                            <p:cond delay="0"/>
                                          </p:stCondLst>
                                        </p:cTn>
                                        <p:tgtEl>
                                          <p:spTgt spid="97"/>
                                        </p:tgtEl>
                                        <p:attrNameLst>
                                          <p:attrName>style.visibility</p:attrName>
                                        </p:attrNameLst>
                                      </p:cBhvr>
                                      <p:to>
                                        <p:strVal val="visible"/>
                                      </p:to>
                                    </p:set>
                                    <p:animEffect transition="in" filter="barn(outHorizontal)">
                                      <p:cBhvr>
                                        <p:cTn id="79" dur="500"/>
                                        <p:tgtEl>
                                          <p:spTgt spid="97"/>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95"/>
                                        </p:tgtEl>
                                        <p:attrNameLst>
                                          <p:attrName>style.visibility</p:attrName>
                                        </p:attrNameLst>
                                      </p:cBhvr>
                                      <p:to>
                                        <p:strVal val="visible"/>
                                      </p:to>
                                    </p:set>
                                    <p:animEffect transition="in" filter="wipe(down)">
                                      <p:cBhvr>
                                        <p:cTn id="83" dur="500"/>
                                        <p:tgtEl>
                                          <p:spTgt spid="9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98">
                                            <p:txEl>
                                              <p:pRg st="0" end="0"/>
                                            </p:txEl>
                                          </p:spTgt>
                                        </p:tgtEl>
                                        <p:attrNameLst>
                                          <p:attrName>style.visibility</p:attrName>
                                        </p:attrNameLst>
                                      </p:cBhvr>
                                      <p:to>
                                        <p:strVal val="visible"/>
                                      </p:to>
                                    </p:set>
                                    <p:animEffect transition="in" filter="wipe(down)">
                                      <p:cBhvr>
                                        <p:cTn id="87" dur="500"/>
                                        <p:tgtEl>
                                          <p:spTgt spid="98">
                                            <p:txEl>
                                              <p:pRg st="0" end="0"/>
                                            </p:txEl>
                                          </p:spTgt>
                                        </p:tgtEl>
                                      </p:cBhvr>
                                    </p:animEffect>
                                  </p:childTnLst>
                                </p:cTn>
                              </p:par>
                            </p:childTnLst>
                          </p:cTn>
                        </p:par>
                        <p:par>
                          <p:cTn id="88" fill="hold">
                            <p:stCondLst>
                              <p:cond delay="10500"/>
                            </p:stCondLst>
                            <p:childTnLst>
                              <p:par>
                                <p:cTn id="89" presetID="22" presetClass="entr" presetSubtype="4" fill="hold" grpId="0" nodeType="afterEffect" nodePh="1">
                                  <p:stCondLst>
                                    <p:cond delay="0"/>
                                  </p:stCondLst>
                                  <p:endCondLst>
                                    <p:cond evt="begin" delay="0">
                                      <p:tn val="89"/>
                                    </p:cond>
                                  </p:endCondLst>
                                  <p:childTnLst>
                                    <p:set>
                                      <p:cBhvr>
                                        <p:cTn id="90" dur="1" fill="hold">
                                          <p:stCondLst>
                                            <p:cond delay="0"/>
                                          </p:stCondLst>
                                        </p:cTn>
                                        <p:tgtEl>
                                          <p:spTgt spid="99">
                                            <p:txEl>
                                              <p:pRg st="0" end="0"/>
                                            </p:txEl>
                                          </p:spTgt>
                                        </p:tgtEl>
                                        <p:attrNameLst>
                                          <p:attrName>style.visibility</p:attrName>
                                        </p:attrNameLst>
                                      </p:cBhvr>
                                      <p:to>
                                        <p:strVal val="visible"/>
                                      </p:to>
                                    </p:set>
                                    <p:animEffect transition="in" filter="wipe(down)">
                                      <p:cBhvr>
                                        <p:cTn id="91" dur="500"/>
                                        <p:tgtEl>
                                          <p:spTgt spid="9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33" grpId="0" animBg="1"/>
      <p:bldP spid="37" grpId="0" animBg="1"/>
      <p:bldP spid="80" grpId="0"/>
      <p:bldP spid="8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3"/>
                        </p:tgtEl>
                        <p:attrNameLst>
                          <p:attrName>style.visibility</p:attrName>
                        </p:attrNameLst>
                      </p:cBhvr>
                      <p:to>
                        <p:strVal val="visible"/>
                      </p:to>
                    </p:set>
                    <p:animEffect transition="in" filter="wipe(down)">
                      <p:cBhvr>
                        <p:cTn dur="500"/>
                        <p:tgtEl>
                          <p:spTgt spid="83"/>
                        </p:tgtEl>
                      </p:cBhvr>
                    </p:animEffect>
                  </p:childTnLst>
                </p:cTn>
              </p:par>
            </p:tnLst>
          </p:tmpl>
        </p:tmplLst>
      </p:bldP>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animBg="1"/>
      <p:bldP spid="86" grpId="0" animBg="1"/>
      <p:bldP spid="87" grpId="0"/>
      <p:bldP spid="8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8"/>
                        </p:tgtEl>
                        <p:attrNameLst>
                          <p:attrName>style.visibility</p:attrName>
                        </p:attrNameLst>
                      </p:cBhvr>
                      <p:to>
                        <p:strVal val="visible"/>
                      </p:to>
                    </p:set>
                    <p:animEffect transition="in" filter="wipe(down)">
                      <p:cBhvr>
                        <p:cTn dur="500"/>
                        <p:tgtEl>
                          <p:spTgt spid="88"/>
                        </p:tgtEl>
                      </p:cBhvr>
                    </p:animEffect>
                  </p:childTnLst>
                </p:cTn>
              </p:par>
            </p:tnLst>
          </p:tmpl>
        </p:tmplLst>
      </p:bldP>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P spid="90" grpId="0" animBg="1"/>
      <p:bldP spid="91" grpId="0" animBg="1"/>
      <p:bldP spid="92" grpId="0"/>
      <p:bldP spid="9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93"/>
                        </p:tgtEl>
                        <p:attrNameLst>
                          <p:attrName>style.visibility</p:attrName>
                        </p:attrNameLst>
                      </p:cBhvr>
                      <p:to>
                        <p:strVal val="visible"/>
                      </p:to>
                    </p:set>
                    <p:animEffect transition="in" filter="wipe(down)">
                      <p:cBhvr>
                        <p:cTn dur="500"/>
                        <p:tgtEl>
                          <p:spTgt spid="93"/>
                        </p:tgtEl>
                      </p:cBhvr>
                    </p:animEffect>
                  </p:childTnLst>
                </p:cTn>
              </p:par>
            </p:tnLst>
          </p:tmpl>
        </p:tmplLst>
      </p:bldP>
      <p:bldP spid="9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94"/>
                        </p:tgtEl>
                        <p:attrNameLst>
                          <p:attrName>style.visibility</p:attrName>
                        </p:attrNameLst>
                      </p:cBhvr>
                      <p:to>
                        <p:strVal val="visible"/>
                      </p:to>
                    </p:set>
                    <p:animEffect transition="in" filter="wipe(down)">
                      <p:cBhvr>
                        <p:cTn dur="500"/>
                        <p:tgtEl>
                          <p:spTgt spid="94"/>
                        </p:tgtEl>
                      </p:cBhvr>
                    </p:animEffect>
                  </p:childTnLst>
                </p:cTn>
              </p:par>
            </p:tnLst>
          </p:tmpl>
        </p:tmplLst>
      </p:bldP>
      <p:bldP spid="95" grpId="0" animBg="1"/>
      <p:bldP spid="96" grpId="0" animBg="1"/>
      <p:bldP spid="97" grpId="0"/>
      <p:bldP spid="9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98"/>
                        </p:tgtEl>
                        <p:attrNameLst>
                          <p:attrName>style.visibility</p:attrName>
                        </p:attrNameLst>
                      </p:cBhvr>
                      <p:to>
                        <p:strVal val="visible"/>
                      </p:to>
                    </p:set>
                    <p:animEffect transition="in" filter="wipe(down)">
                      <p:cBhvr>
                        <p:cTn dur="500"/>
                        <p:tgtEl>
                          <p:spTgt spid="98"/>
                        </p:tgtEl>
                      </p:cBhvr>
                    </p:animEffect>
                  </p:childTnLst>
                </p:cTn>
              </p:par>
            </p:tnLst>
          </p:tmpl>
        </p:tmplLst>
      </p:bldP>
      <p:bldP spid="9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99"/>
                        </p:tgtEl>
                        <p:attrNameLst>
                          <p:attrName>style.visibility</p:attrName>
                        </p:attrNameLst>
                      </p:cBhvr>
                      <p:to>
                        <p:strVal val="visible"/>
                      </p:to>
                    </p:set>
                    <p:animEffect transition="in" filter="wipe(down)">
                      <p:cBhvr>
                        <p:cTn dur="500"/>
                        <p:tgtEl>
                          <p:spTgt spid="99"/>
                        </p:tgtEl>
                      </p:cBhvr>
                    </p:animEffect>
                  </p:childTnLst>
                </p:cTn>
              </p:par>
            </p:tnLst>
          </p:tmpl>
        </p:tmplLst>
      </p:bldP>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am06">
    <p:spTree>
      <p:nvGrpSpPr>
        <p:cNvPr id="1" name=""/>
        <p:cNvGrpSpPr/>
        <p:nvPr/>
      </p:nvGrpSpPr>
      <p:grpSpPr>
        <a:xfrm>
          <a:off x="0" y="0"/>
          <a:ext cx="0" cy="0"/>
          <a:chOff x="0" y="0"/>
          <a:chExt cx="0" cy="0"/>
        </a:xfrm>
      </p:grpSpPr>
      <p:sp>
        <p:nvSpPr>
          <p:cNvPr id="68" name="Picture Placeholder 7"/>
          <p:cNvSpPr>
            <a:spLocks noGrp="1"/>
          </p:cNvSpPr>
          <p:nvPr>
            <p:ph type="pic" sz="quarter" idx="22" hasCustomPrompt="1"/>
          </p:nvPr>
        </p:nvSpPr>
        <p:spPr>
          <a:xfrm>
            <a:off x="3352800" y="1056575"/>
            <a:ext cx="2438400" cy="2437670"/>
          </a:xfrm>
          <a:prstGeom prst="ellipse">
            <a:avLst/>
          </a:prstGeom>
          <a:ln w="28575">
            <a:solidFill>
              <a:schemeClr val="accent1"/>
            </a:solid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79" name="Text Placeholder 3"/>
          <p:cNvSpPr>
            <a:spLocks noGrp="1"/>
          </p:cNvSpPr>
          <p:nvPr>
            <p:ph type="body" sz="half" idx="16"/>
          </p:nvPr>
        </p:nvSpPr>
        <p:spPr>
          <a:xfrm>
            <a:off x="741295" y="3770970"/>
            <a:ext cx="1421516" cy="381730"/>
          </a:xfrm>
          <a:prstGeom prst="rect">
            <a:avLst/>
          </a:prstGeom>
        </p:spPr>
        <p:txBody>
          <a:bodyPr wrap="none" lIns="0" tIns="0" rIns="0" bIns="0" anchor="t">
            <a:noAutofit/>
          </a:bodyPr>
          <a:lstStyle>
            <a:lvl1pPr marL="0" indent="0" algn="ctr">
              <a:buNone/>
              <a:defRPr sz="1100" b="1" baseline="0">
                <a:solidFill>
                  <a:schemeClr val="accent5"/>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1" name="Text Placeholder 3"/>
          <p:cNvSpPr>
            <a:spLocks noGrp="1"/>
          </p:cNvSpPr>
          <p:nvPr>
            <p:ph type="body" sz="half" idx="31"/>
          </p:nvPr>
        </p:nvSpPr>
        <p:spPr>
          <a:xfrm>
            <a:off x="2546030" y="4401350"/>
            <a:ext cx="1421516" cy="381730"/>
          </a:xfrm>
          <a:prstGeom prst="rect">
            <a:avLst/>
          </a:prstGeom>
        </p:spPr>
        <p:txBody>
          <a:bodyPr wrap="none" lIns="0" tIns="0" rIns="0" bIns="0" anchor="t">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2" name="Text Placeholder 3"/>
          <p:cNvSpPr>
            <a:spLocks noGrp="1"/>
          </p:cNvSpPr>
          <p:nvPr>
            <p:ph type="body" sz="half" idx="32"/>
          </p:nvPr>
        </p:nvSpPr>
        <p:spPr>
          <a:xfrm>
            <a:off x="5124638" y="4401350"/>
            <a:ext cx="1421516" cy="381730"/>
          </a:xfrm>
          <a:prstGeom prst="rect">
            <a:avLst/>
          </a:prstGeom>
        </p:spPr>
        <p:txBody>
          <a:bodyPr wrap="none" lIns="0" tIns="0" rIns="0" bIns="0" anchor="t">
            <a:noAutofit/>
          </a:bodyPr>
          <a:lstStyle>
            <a:lvl1pPr marL="0" indent="0" algn="ctr">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3" name="Text Placeholder 3"/>
          <p:cNvSpPr>
            <a:spLocks noGrp="1"/>
          </p:cNvSpPr>
          <p:nvPr>
            <p:ph type="body" sz="half" idx="33"/>
          </p:nvPr>
        </p:nvSpPr>
        <p:spPr>
          <a:xfrm>
            <a:off x="6934188" y="3770970"/>
            <a:ext cx="1421516" cy="381730"/>
          </a:xfrm>
          <a:prstGeom prst="rect">
            <a:avLst/>
          </a:prstGeom>
        </p:spPr>
        <p:txBody>
          <a:bodyPr wrap="none" lIns="0" tIns="0" rIns="0" bIns="0" anchor="t">
            <a:noAutofit/>
          </a:bodyPr>
          <a:lstStyle>
            <a:lvl1pPr marL="0" indent="0" algn="ctr">
              <a:buNone/>
              <a:defRPr sz="1100" b="1" baseline="0">
                <a:solidFill>
                  <a:schemeClr val="accent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4" name="Text Placeholder 3"/>
          <p:cNvSpPr>
            <a:spLocks noGrp="1"/>
          </p:cNvSpPr>
          <p:nvPr>
            <p:ph type="body" sz="half" idx="34"/>
          </p:nvPr>
        </p:nvSpPr>
        <p:spPr>
          <a:xfrm>
            <a:off x="3858125" y="3875210"/>
            <a:ext cx="1421516" cy="381730"/>
          </a:xfrm>
          <a:prstGeom prst="rect">
            <a:avLst/>
          </a:prstGeom>
        </p:spPr>
        <p:txBody>
          <a:bodyPr wrap="none" lIns="0" tIns="0" rIns="0" bIns="0" anchor="t">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75" name="Picture Placeholder 7"/>
          <p:cNvSpPr>
            <a:spLocks noGrp="1"/>
          </p:cNvSpPr>
          <p:nvPr>
            <p:ph type="pic" sz="quarter" idx="10" hasCustomPrompt="1"/>
          </p:nvPr>
        </p:nvSpPr>
        <p:spPr>
          <a:xfrm>
            <a:off x="505649" y="1808947"/>
            <a:ext cx="1892808" cy="1892243"/>
          </a:xfrm>
          <a:prstGeom prst="ellipse">
            <a:avLst/>
          </a:prstGeom>
          <a:ln w="28575">
            <a:solidFill>
              <a:schemeClr val="accent5"/>
            </a:solid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63" name="Picture Placeholder 7"/>
          <p:cNvSpPr>
            <a:spLocks noGrp="1"/>
          </p:cNvSpPr>
          <p:nvPr>
            <p:ph type="pic" sz="quarter" idx="18" hasCustomPrompt="1"/>
          </p:nvPr>
        </p:nvSpPr>
        <p:spPr>
          <a:xfrm>
            <a:off x="2310384" y="2460982"/>
            <a:ext cx="1892808" cy="1892243"/>
          </a:xfrm>
          <a:prstGeom prst="ellipse">
            <a:avLst/>
          </a:prstGeom>
          <a:ln w="28575">
            <a:solidFill>
              <a:schemeClr val="accent2"/>
            </a:solid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73" name="Picture Placeholder 7"/>
          <p:cNvSpPr>
            <a:spLocks noGrp="1"/>
          </p:cNvSpPr>
          <p:nvPr>
            <p:ph type="pic" sz="quarter" idx="26" hasCustomPrompt="1"/>
          </p:nvPr>
        </p:nvSpPr>
        <p:spPr>
          <a:xfrm>
            <a:off x="4888992" y="2460982"/>
            <a:ext cx="1892808" cy="1892243"/>
          </a:xfrm>
          <a:prstGeom prst="ellipse">
            <a:avLst/>
          </a:prstGeom>
          <a:ln w="28575">
            <a:solidFill>
              <a:schemeClr val="accent3"/>
            </a:solid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83" name="Picture Placeholder 7"/>
          <p:cNvSpPr>
            <a:spLocks noGrp="1"/>
          </p:cNvSpPr>
          <p:nvPr>
            <p:ph type="pic" sz="quarter" idx="30" hasCustomPrompt="1"/>
          </p:nvPr>
        </p:nvSpPr>
        <p:spPr>
          <a:xfrm>
            <a:off x="6698542" y="1808947"/>
            <a:ext cx="1892808" cy="1892243"/>
          </a:xfrm>
          <a:prstGeom prst="ellipse">
            <a:avLst/>
          </a:prstGeom>
          <a:ln w="28575">
            <a:solidFill>
              <a:schemeClr val="accent6"/>
            </a:solid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68"/>
                                        </p:tgtEl>
                                        <p:attrNameLst>
                                          <p:attrName>style.visibility</p:attrName>
                                        </p:attrNameLst>
                                      </p:cBhvr>
                                      <p:to>
                                        <p:strVal val="visible"/>
                                      </p:to>
                                    </p:set>
                                    <p:anim calcmode="lin" valueType="num">
                                      <p:cBhvr>
                                        <p:cTn id="15" dur="500" fill="hold"/>
                                        <p:tgtEl>
                                          <p:spTgt spid="68"/>
                                        </p:tgtEl>
                                        <p:attrNameLst>
                                          <p:attrName>ppt_w</p:attrName>
                                        </p:attrNameLst>
                                      </p:cBhvr>
                                      <p:tavLst>
                                        <p:tav tm="0">
                                          <p:val>
                                            <p:fltVal val="0"/>
                                          </p:val>
                                        </p:tav>
                                        <p:tav tm="100000">
                                          <p:val>
                                            <p:strVal val="#ppt_w"/>
                                          </p:val>
                                        </p:tav>
                                      </p:tavLst>
                                    </p:anim>
                                    <p:anim calcmode="lin" valueType="num">
                                      <p:cBhvr>
                                        <p:cTn id="16" dur="500" fill="hold"/>
                                        <p:tgtEl>
                                          <p:spTgt spid="68"/>
                                        </p:tgtEl>
                                        <p:attrNameLst>
                                          <p:attrName>ppt_h</p:attrName>
                                        </p:attrNameLst>
                                      </p:cBhvr>
                                      <p:tavLst>
                                        <p:tav tm="0">
                                          <p:val>
                                            <p:fltVal val="0"/>
                                          </p:val>
                                        </p:tav>
                                        <p:tav tm="100000">
                                          <p:val>
                                            <p:strVal val="#ppt_h"/>
                                          </p:val>
                                        </p:tav>
                                      </p:tavLst>
                                    </p:anim>
                                    <p:animEffect transition="in" filter="fade">
                                      <p:cBhvr>
                                        <p:cTn id="17" dur="500"/>
                                        <p:tgtEl>
                                          <p:spTgt spid="68"/>
                                        </p:tgtEl>
                                      </p:cBhvr>
                                    </p:animEffect>
                                  </p:childTnLst>
                                </p:cTn>
                              </p:par>
                            </p:childTnLst>
                          </p:cTn>
                        </p:par>
                        <p:par>
                          <p:cTn id="18" fill="hold">
                            <p:stCondLst>
                              <p:cond delay="1500"/>
                            </p:stCondLst>
                            <p:childTnLst>
                              <p:par>
                                <p:cTn id="19" presetID="22" presetClass="entr" presetSubtype="4" fill="hold" grpId="0" nodeType="afterEffect" nodePh="1">
                                  <p:stCondLst>
                                    <p:cond delay="0"/>
                                  </p:stCondLst>
                                  <p:endCondLst>
                                    <p:cond evt="begin" delay="0">
                                      <p:tn val="19"/>
                                    </p:cond>
                                  </p:endCondLst>
                                  <p:childTnLst>
                                    <p:set>
                                      <p:cBhvr>
                                        <p:cTn id="20" dur="1" fill="hold">
                                          <p:stCondLst>
                                            <p:cond delay="0"/>
                                          </p:stCondLst>
                                        </p:cTn>
                                        <p:tgtEl>
                                          <p:spTgt spid="34">
                                            <p:txEl>
                                              <p:pRg st="0" end="0"/>
                                            </p:txEl>
                                          </p:spTgt>
                                        </p:tgtEl>
                                        <p:attrNameLst>
                                          <p:attrName>style.visibility</p:attrName>
                                        </p:attrNameLst>
                                      </p:cBhvr>
                                      <p:to>
                                        <p:strVal val="visible"/>
                                      </p:to>
                                    </p:set>
                                    <p:animEffect transition="in" filter="wipe(down)">
                                      <p:cBhvr>
                                        <p:cTn id="21" dur="500"/>
                                        <p:tgtEl>
                                          <p:spTgt spid="34">
                                            <p:txEl>
                                              <p:pRg st="0" end="0"/>
                                            </p:txEl>
                                          </p:spTgt>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63"/>
                                        </p:tgtEl>
                                        <p:attrNameLst>
                                          <p:attrName>style.visibility</p:attrName>
                                        </p:attrNameLst>
                                      </p:cBhvr>
                                      <p:to>
                                        <p:strVal val="visible"/>
                                      </p:to>
                                    </p:set>
                                    <p:anim calcmode="lin" valueType="num">
                                      <p:cBhvr>
                                        <p:cTn id="25" dur="500" fill="hold"/>
                                        <p:tgtEl>
                                          <p:spTgt spid="63"/>
                                        </p:tgtEl>
                                        <p:attrNameLst>
                                          <p:attrName>ppt_w</p:attrName>
                                        </p:attrNameLst>
                                      </p:cBhvr>
                                      <p:tavLst>
                                        <p:tav tm="0">
                                          <p:val>
                                            <p:fltVal val="0"/>
                                          </p:val>
                                        </p:tav>
                                        <p:tav tm="100000">
                                          <p:val>
                                            <p:strVal val="#ppt_w"/>
                                          </p:val>
                                        </p:tav>
                                      </p:tavLst>
                                    </p:anim>
                                    <p:anim calcmode="lin" valueType="num">
                                      <p:cBhvr>
                                        <p:cTn id="26" dur="500" fill="hold"/>
                                        <p:tgtEl>
                                          <p:spTgt spid="63"/>
                                        </p:tgtEl>
                                        <p:attrNameLst>
                                          <p:attrName>ppt_h</p:attrName>
                                        </p:attrNameLst>
                                      </p:cBhvr>
                                      <p:tavLst>
                                        <p:tav tm="0">
                                          <p:val>
                                            <p:fltVal val="0"/>
                                          </p:val>
                                        </p:tav>
                                        <p:tav tm="100000">
                                          <p:val>
                                            <p:strVal val="#ppt_h"/>
                                          </p:val>
                                        </p:tav>
                                      </p:tavLst>
                                    </p:anim>
                                    <p:animEffect transition="in" filter="fade">
                                      <p:cBhvr>
                                        <p:cTn id="27" dur="500"/>
                                        <p:tgtEl>
                                          <p:spTgt spid="63"/>
                                        </p:tgtEl>
                                      </p:cBhvr>
                                    </p:animEffect>
                                  </p:childTnLst>
                                </p:cTn>
                              </p:par>
                            </p:childTnLst>
                          </p:cTn>
                        </p:par>
                        <p:par>
                          <p:cTn id="28" fill="hold">
                            <p:stCondLst>
                              <p:cond delay="2500"/>
                            </p:stCondLst>
                            <p:childTnLst>
                              <p:par>
                                <p:cTn id="29" presetID="22" presetClass="entr" presetSubtype="4" fill="hold" grpId="0" nodeType="afterEffect" nodePh="1">
                                  <p:stCondLst>
                                    <p:cond delay="0"/>
                                  </p:stCondLst>
                                  <p:endCondLst>
                                    <p:cond evt="begin" delay="0">
                                      <p:tn val="29"/>
                                    </p:cond>
                                  </p:endCondLst>
                                  <p:childTnLst>
                                    <p:set>
                                      <p:cBhvr>
                                        <p:cTn id="30" dur="1" fill="hold">
                                          <p:stCondLst>
                                            <p:cond delay="0"/>
                                          </p:stCondLst>
                                        </p:cTn>
                                        <p:tgtEl>
                                          <p:spTgt spid="31">
                                            <p:txEl>
                                              <p:pRg st="0" end="0"/>
                                            </p:txEl>
                                          </p:spTgt>
                                        </p:tgtEl>
                                        <p:attrNameLst>
                                          <p:attrName>style.visibility</p:attrName>
                                        </p:attrNameLst>
                                      </p:cBhvr>
                                      <p:to>
                                        <p:strVal val="visible"/>
                                      </p:to>
                                    </p:set>
                                    <p:animEffect transition="in" filter="wipe(down)">
                                      <p:cBhvr>
                                        <p:cTn id="31" dur="500"/>
                                        <p:tgtEl>
                                          <p:spTgt spid="31">
                                            <p:txEl>
                                              <p:pRg st="0" end="0"/>
                                            </p:txEl>
                                          </p:spTgt>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73"/>
                                        </p:tgtEl>
                                        <p:attrNameLst>
                                          <p:attrName>style.visibility</p:attrName>
                                        </p:attrNameLst>
                                      </p:cBhvr>
                                      <p:to>
                                        <p:strVal val="visible"/>
                                      </p:to>
                                    </p:set>
                                    <p:anim calcmode="lin" valueType="num">
                                      <p:cBhvr>
                                        <p:cTn id="35" dur="500" fill="hold"/>
                                        <p:tgtEl>
                                          <p:spTgt spid="73"/>
                                        </p:tgtEl>
                                        <p:attrNameLst>
                                          <p:attrName>ppt_w</p:attrName>
                                        </p:attrNameLst>
                                      </p:cBhvr>
                                      <p:tavLst>
                                        <p:tav tm="0">
                                          <p:val>
                                            <p:fltVal val="0"/>
                                          </p:val>
                                        </p:tav>
                                        <p:tav tm="100000">
                                          <p:val>
                                            <p:strVal val="#ppt_w"/>
                                          </p:val>
                                        </p:tav>
                                      </p:tavLst>
                                    </p:anim>
                                    <p:anim calcmode="lin" valueType="num">
                                      <p:cBhvr>
                                        <p:cTn id="36" dur="500" fill="hold"/>
                                        <p:tgtEl>
                                          <p:spTgt spid="73"/>
                                        </p:tgtEl>
                                        <p:attrNameLst>
                                          <p:attrName>ppt_h</p:attrName>
                                        </p:attrNameLst>
                                      </p:cBhvr>
                                      <p:tavLst>
                                        <p:tav tm="0">
                                          <p:val>
                                            <p:fltVal val="0"/>
                                          </p:val>
                                        </p:tav>
                                        <p:tav tm="100000">
                                          <p:val>
                                            <p:strVal val="#ppt_h"/>
                                          </p:val>
                                        </p:tav>
                                      </p:tavLst>
                                    </p:anim>
                                    <p:animEffect transition="in" filter="fade">
                                      <p:cBhvr>
                                        <p:cTn id="37" dur="500"/>
                                        <p:tgtEl>
                                          <p:spTgt spid="73"/>
                                        </p:tgtEl>
                                      </p:cBhvr>
                                    </p:animEffect>
                                  </p:childTnLst>
                                </p:cTn>
                              </p:par>
                            </p:childTnLst>
                          </p:cTn>
                        </p:par>
                        <p:par>
                          <p:cTn id="38" fill="hold">
                            <p:stCondLst>
                              <p:cond delay="3500"/>
                            </p:stCondLst>
                            <p:childTnLst>
                              <p:par>
                                <p:cTn id="39" presetID="22" presetClass="entr" presetSubtype="4" fill="hold" grpId="0" nodeType="afterEffect" nodePh="1">
                                  <p:stCondLst>
                                    <p:cond delay="0"/>
                                  </p:stCondLst>
                                  <p:endCondLst>
                                    <p:cond evt="begin" delay="0">
                                      <p:tn val="39"/>
                                    </p:cond>
                                  </p:endCondLst>
                                  <p:childTnLst>
                                    <p:set>
                                      <p:cBhvr>
                                        <p:cTn id="40" dur="1" fill="hold">
                                          <p:stCondLst>
                                            <p:cond delay="0"/>
                                          </p:stCondLst>
                                        </p:cTn>
                                        <p:tgtEl>
                                          <p:spTgt spid="32">
                                            <p:txEl>
                                              <p:pRg st="0" end="0"/>
                                            </p:txEl>
                                          </p:spTgt>
                                        </p:tgtEl>
                                        <p:attrNameLst>
                                          <p:attrName>style.visibility</p:attrName>
                                        </p:attrNameLst>
                                      </p:cBhvr>
                                      <p:to>
                                        <p:strVal val="visible"/>
                                      </p:to>
                                    </p:set>
                                    <p:animEffect transition="in" filter="wipe(down)">
                                      <p:cBhvr>
                                        <p:cTn id="41" dur="500"/>
                                        <p:tgtEl>
                                          <p:spTgt spid="32">
                                            <p:txEl>
                                              <p:pRg st="0" end="0"/>
                                            </p:txEl>
                                          </p:spTgt>
                                        </p:tgtEl>
                                      </p:cBhvr>
                                    </p:animEffect>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75"/>
                                        </p:tgtEl>
                                        <p:attrNameLst>
                                          <p:attrName>style.visibility</p:attrName>
                                        </p:attrNameLst>
                                      </p:cBhvr>
                                      <p:to>
                                        <p:strVal val="visible"/>
                                      </p:to>
                                    </p:set>
                                    <p:anim calcmode="lin" valueType="num">
                                      <p:cBhvr>
                                        <p:cTn id="45" dur="500" fill="hold"/>
                                        <p:tgtEl>
                                          <p:spTgt spid="75"/>
                                        </p:tgtEl>
                                        <p:attrNameLst>
                                          <p:attrName>ppt_w</p:attrName>
                                        </p:attrNameLst>
                                      </p:cBhvr>
                                      <p:tavLst>
                                        <p:tav tm="0">
                                          <p:val>
                                            <p:fltVal val="0"/>
                                          </p:val>
                                        </p:tav>
                                        <p:tav tm="100000">
                                          <p:val>
                                            <p:strVal val="#ppt_w"/>
                                          </p:val>
                                        </p:tav>
                                      </p:tavLst>
                                    </p:anim>
                                    <p:anim calcmode="lin" valueType="num">
                                      <p:cBhvr>
                                        <p:cTn id="46" dur="500" fill="hold"/>
                                        <p:tgtEl>
                                          <p:spTgt spid="75"/>
                                        </p:tgtEl>
                                        <p:attrNameLst>
                                          <p:attrName>ppt_h</p:attrName>
                                        </p:attrNameLst>
                                      </p:cBhvr>
                                      <p:tavLst>
                                        <p:tav tm="0">
                                          <p:val>
                                            <p:fltVal val="0"/>
                                          </p:val>
                                        </p:tav>
                                        <p:tav tm="100000">
                                          <p:val>
                                            <p:strVal val="#ppt_h"/>
                                          </p:val>
                                        </p:tav>
                                      </p:tavLst>
                                    </p:anim>
                                    <p:animEffect transition="in" filter="fade">
                                      <p:cBhvr>
                                        <p:cTn id="47" dur="500"/>
                                        <p:tgtEl>
                                          <p:spTgt spid="75"/>
                                        </p:tgtEl>
                                      </p:cBhvr>
                                    </p:animEffect>
                                  </p:childTnLst>
                                </p:cTn>
                              </p:par>
                            </p:childTnLst>
                          </p:cTn>
                        </p:par>
                        <p:par>
                          <p:cTn id="48" fill="hold">
                            <p:stCondLst>
                              <p:cond delay="4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79">
                                            <p:txEl>
                                              <p:pRg st="0" end="0"/>
                                            </p:txEl>
                                          </p:spTgt>
                                        </p:tgtEl>
                                        <p:attrNameLst>
                                          <p:attrName>style.visibility</p:attrName>
                                        </p:attrNameLst>
                                      </p:cBhvr>
                                      <p:to>
                                        <p:strVal val="visible"/>
                                      </p:to>
                                    </p:set>
                                    <p:animEffect transition="in" filter="wipe(down)">
                                      <p:cBhvr>
                                        <p:cTn id="51" dur="500"/>
                                        <p:tgtEl>
                                          <p:spTgt spid="79">
                                            <p:txEl>
                                              <p:pRg st="0" end="0"/>
                                            </p:txEl>
                                          </p:spTgt>
                                        </p:tgtEl>
                                      </p:cBhvr>
                                    </p:animEffect>
                                  </p:childTnLst>
                                </p:cTn>
                              </p:par>
                            </p:childTnLst>
                          </p:cTn>
                        </p:par>
                        <p:par>
                          <p:cTn id="52" fill="hold">
                            <p:stCondLst>
                              <p:cond delay="5000"/>
                            </p:stCondLst>
                            <p:childTnLst>
                              <p:par>
                                <p:cTn id="53" presetID="53" presetClass="entr" presetSubtype="0" fill="hold" grpId="0" nodeType="afterEffect">
                                  <p:stCondLst>
                                    <p:cond delay="0"/>
                                  </p:stCondLst>
                                  <p:childTnLst>
                                    <p:set>
                                      <p:cBhvr>
                                        <p:cTn id="54" dur="1" fill="hold">
                                          <p:stCondLst>
                                            <p:cond delay="0"/>
                                          </p:stCondLst>
                                        </p:cTn>
                                        <p:tgtEl>
                                          <p:spTgt spid="83"/>
                                        </p:tgtEl>
                                        <p:attrNameLst>
                                          <p:attrName>style.visibility</p:attrName>
                                        </p:attrNameLst>
                                      </p:cBhvr>
                                      <p:to>
                                        <p:strVal val="visible"/>
                                      </p:to>
                                    </p:set>
                                    <p:anim calcmode="lin" valueType="num">
                                      <p:cBhvr>
                                        <p:cTn id="55" dur="500" fill="hold"/>
                                        <p:tgtEl>
                                          <p:spTgt spid="83"/>
                                        </p:tgtEl>
                                        <p:attrNameLst>
                                          <p:attrName>ppt_w</p:attrName>
                                        </p:attrNameLst>
                                      </p:cBhvr>
                                      <p:tavLst>
                                        <p:tav tm="0">
                                          <p:val>
                                            <p:fltVal val="0"/>
                                          </p:val>
                                        </p:tav>
                                        <p:tav tm="100000">
                                          <p:val>
                                            <p:strVal val="#ppt_w"/>
                                          </p:val>
                                        </p:tav>
                                      </p:tavLst>
                                    </p:anim>
                                    <p:anim calcmode="lin" valueType="num">
                                      <p:cBhvr>
                                        <p:cTn id="56" dur="500" fill="hold"/>
                                        <p:tgtEl>
                                          <p:spTgt spid="83"/>
                                        </p:tgtEl>
                                        <p:attrNameLst>
                                          <p:attrName>ppt_h</p:attrName>
                                        </p:attrNameLst>
                                      </p:cBhvr>
                                      <p:tavLst>
                                        <p:tav tm="0">
                                          <p:val>
                                            <p:fltVal val="0"/>
                                          </p:val>
                                        </p:tav>
                                        <p:tav tm="100000">
                                          <p:val>
                                            <p:strVal val="#ppt_h"/>
                                          </p:val>
                                        </p:tav>
                                      </p:tavLst>
                                    </p:anim>
                                    <p:animEffect transition="in" filter="fade">
                                      <p:cBhvr>
                                        <p:cTn id="57" dur="500"/>
                                        <p:tgtEl>
                                          <p:spTgt spid="83"/>
                                        </p:tgtEl>
                                      </p:cBhvr>
                                    </p:animEffect>
                                  </p:childTnLst>
                                </p:cTn>
                              </p:par>
                            </p:childTnLst>
                          </p:cTn>
                        </p:par>
                        <p:par>
                          <p:cTn id="58" fill="hold">
                            <p:stCondLst>
                              <p:cond delay="5500"/>
                            </p:stCondLst>
                            <p:childTnLst>
                              <p:par>
                                <p:cTn id="59" presetID="22" presetClass="entr" presetSubtype="4" fill="hold" grpId="0" nodeType="afterEffect" nodePh="1">
                                  <p:stCondLst>
                                    <p:cond delay="0"/>
                                  </p:stCondLst>
                                  <p:endCondLst>
                                    <p:cond evt="begin" delay="0">
                                      <p:tn val="59"/>
                                    </p:cond>
                                  </p:endCondLst>
                                  <p:childTnLst>
                                    <p:set>
                                      <p:cBhvr>
                                        <p:cTn id="60" dur="1" fill="hold">
                                          <p:stCondLst>
                                            <p:cond delay="0"/>
                                          </p:stCondLst>
                                        </p:cTn>
                                        <p:tgtEl>
                                          <p:spTgt spid="33">
                                            <p:txEl>
                                              <p:pRg st="0" end="0"/>
                                            </p:txEl>
                                          </p:spTgt>
                                        </p:tgtEl>
                                        <p:attrNameLst>
                                          <p:attrName>style.visibility</p:attrName>
                                        </p:attrNameLst>
                                      </p:cBhvr>
                                      <p:to>
                                        <p:strVal val="visible"/>
                                      </p:to>
                                    </p:set>
                                    <p:animEffect transition="in" filter="wipe(down)">
                                      <p:cBhvr>
                                        <p:cTn id="61" dur="500"/>
                                        <p:tgtEl>
                                          <p:spTgt spid="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3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1"/>
                        </p:tgtEl>
                        <p:attrNameLst>
                          <p:attrName>style.visibility</p:attrName>
                        </p:attrNameLst>
                      </p:cBhvr>
                      <p:to>
                        <p:strVal val="visible"/>
                      </p:to>
                    </p:set>
                    <p:animEffect transition="in" filter="wipe(down)">
                      <p:cBhvr>
                        <p:cTn dur="500"/>
                        <p:tgtEl>
                          <p:spTgt spid="31"/>
                        </p:tgtEl>
                      </p:cBhvr>
                    </p:animEffect>
                  </p:childTnLst>
                </p:cTn>
              </p:par>
            </p:tnLst>
          </p:tmpl>
        </p:tmplLst>
      </p:bldP>
      <p:bldP spid="3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2"/>
                        </p:tgtEl>
                        <p:attrNameLst>
                          <p:attrName>style.visibility</p:attrName>
                        </p:attrNameLst>
                      </p:cBhvr>
                      <p:to>
                        <p:strVal val="visible"/>
                      </p:to>
                    </p:set>
                    <p:animEffect transition="in" filter="wipe(down)">
                      <p:cBhvr>
                        <p:cTn dur="500"/>
                        <p:tgtEl>
                          <p:spTgt spid="32"/>
                        </p:tgtEl>
                      </p:cBhvr>
                    </p:animEffect>
                  </p:childTnLst>
                </p:cTn>
              </p:par>
            </p:tnLst>
          </p:tmpl>
        </p:tmplLst>
      </p:bldP>
      <p:bldP spid="3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Effect transition="in" filter="wipe(down)">
                      <p:cBhvr>
                        <p:cTn dur="500"/>
                        <p:tgtEl>
                          <p:spTgt spid="33"/>
                        </p:tgtEl>
                      </p:cBhvr>
                    </p:animEffect>
                  </p:childTnLst>
                </p:cTn>
              </p:par>
            </p:tnLst>
          </p:tmpl>
        </p:tmplLst>
      </p:bldP>
      <p:bldP spid="3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4"/>
                        </p:tgtEl>
                        <p:attrNameLst>
                          <p:attrName>style.visibility</p:attrName>
                        </p:attrNameLst>
                      </p:cBhvr>
                      <p:to>
                        <p:strVal val="visible"/>
                      </p:to>
                    </p:set>
                    <p:animEffect transition="in" filter="wipe(down)">
                      <p:cBhvr>
                        <p:cTn dur="500"/>
                        <p:tgtEl>
                          <p:spTgt spid="34"/>
                        </p:tgtEl>
                      </p:cBhvr>
                    </p:animEffect>
                  </p:childTnLst>
                </p:cTn>
              </p:par>
            </p:tnLst>
          </p:tmpl>
        </p:tmplLst>
      </p:bldP>
      <p:bldP spid="75" grpId="0" animBg="1"/>
      <p:bldP spid="63" grpId="0" animBg="1"/>
      <p:bldP spid="73" grpId="0" animBg="1"/>
      <p:bldP spid="83"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eam07">
    <p:spTree>
      <p:nvGrpSpPr>
        <p:cNvPr id="1" name=""/>
        <p:cNvGrpSpPr/>
        <p:nvPr/>
      </p:nvGrpSpPr>
      <p:grpSpPr>
        <a:xfrm>
          <a:off x="0" y="0"/>
          <a:ext cx="0" cy="0"/>
          <a:chOff x="0" y="0"/>
          <a:chExt cx="0" cy="0"/>
        </a:xfrm>
      </p:grpSpPr>
      <p:sp>
        <p:nvSpPr>
          <p:cNvPr id="30" name="Text Placeholder 3"/>
          <p:cNvSpPr>
            <a:spLocks noGrp="1"/>
          </p:cNvSpPr>
          <p:nvPr>
            <p:ph type="body" sz="half" idx="16"/>
          </p:nvPr>
        </p:nvSpPr>
        <p:spPr>
          <a:xfrm>
            <a:off x="1725836" y="1453376"/>
            <a:ext cx="1388839" cy="381730"/>
          </a:xfrm>
          <a:prstGeom prst="rect">
            <a:avLst/>
          </a:prstGeom>
        </p:spPr>
        <p:txBody>
          <a:bodyPr wrap="square" lIns="0" tIns="0" rIns="0" bIns="0" anchor="t">
            <a:noAutofit/>
          </a:bodyPr>
          <a:lstStyle>
            <a:lvl1pPr marL="0" indent="0" algn="l">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31" name="Picture Placeholder 7"/>
          <p:cNvSpPr>
            <a:spLocks noGrp="1"/>
          </p:cNvSpPr>
          <p:nvPr>
            <p:ph type="pic" sz="quarter" idx="10" hasCustomPrompt="1"/>
          </p:nvPr>
        </p:nvSpPr>
        <p:spPr>
          <a:xfrm>
            <a:off x="449487" y="1472627"/>
            <a:ext cx="1169764" cy="1169415"/>
          </a:xfrm>
          <a:prstGeom prst="teardrop">
            <a:avLst/>
          </a:prstGeom>
          <a:ln w="28575">
            <a:solidFill>
              <a:schemeClr val="accent1"/>
            </a:solidFill>
          </a:ln>
        </p:spPr>
        <p:txBody>
          <a:bodyPr bIns="182880" anchor="b"/>
          <a:lstStyle>
            <a:lvl1pPr algn="ctr">
              <a:buNone/>
              <a:defRPr sz="900">
                <a:solidFill>
                  <a:schemeClr val="tx1">
                    <a:lumMod val="50000"/>
                    <a:lumOff val="50000"/>
                  </a:schemeClr>
                </a:solidFill>
              </a:defRPr>
            </a:lvl1pPr>
          </a:lstStyle>
          <a:p>
            <a:r>
              <a:rPr lang="en-US" dirty="0"/>
              <a:t>Image Holder</a:t>
            </a:r>
          </a:p>
        </p:txBody>
      </p:sp>
      <p:sp>
        <p:nvSpPr>
          <p:cNvPr id="32" name="Text Placeholder 3"/>
          <p:cNvSpPr>
            <a:spLocks noGrp="1"/>
          </p:cNvSpPr>
          <p:nvPr>
            <p:ph type="body" sz="half" idx="15"/>
          </p:nvPr>
        </p:nvSpPr>
        <p:spPr>
          <a:xfrm>
            <a:off x="1725836" y="1866293"/>
            <a:ext cx="1388839" cy="857858"/>
          </a:xfrm>
          <a:prstGeom prst="rect">
            <a:avLst/>
          </a:prstGeom>
        </p:spPr>
        <p:txBody>
          <a:bodyPr wrap="square" lIns="0" tIns="0" rIns="0" bIns="0" anchor="t">
            <a:noAutofit/>
          </a:bodyPr>
          <a:lstStyle>
            <a:lvl1pPr marL="0" indent="0" algn="l">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67" name="Text Placeholder 3"/>
          <p:cNvSpPr>
            <a:spLocks noGrp="1"/>
          </p:cNvSpPr>
          <p:nvPr>
            <p:ph type="body" sz="half" idx="17"/>
          </p:nvPr>
        </p:nvSpPr>
        <p:spPr>
          <a:xfrm>
            <a:off x="4486274" y="1453376"/>
            <a:ext cx="1388839" cy="381730"/>
          </a:xfrm>
          <a:prstGeom prst="rect">
            <a:avLst/>
          </a:prstGeom>
        </p:spPr>
        <p:txBody>
          <a:bodyPr wrap="square" lIns="0" tIns="0" rIns="0" bIns="0" anchor="t">
            <a:noAutofit/>
          </a:bodyPr>
          <a:lstStyle>
            <a:lvl1pPr marL="0" indent="0" algn="l">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8" name="Picture Placeholder 7"/>
          <p:cNvSpPr>
            <a:spLocks noGrp="1"/>
          </p:cNvSpPr>
          <p:nvPr>
            <p:ph type="pic" sz="quarter" idx="18" hasCustomPrompt="1"/>
          </p:nvPr>
        </p:nvSpPr>
        <p:spPr>
          <a:xfrm>
            <a:off x="3209925" y="1472627"/>
            <a:ext cx="1169764" cy="1169415"/>
          </a:xfrm>
          <a:prstGeom prst="teardrop">
            <a:avLst/>
          </a:prstGeom>
          <a:ln w="28575">
            <a:solidFill>
              <a:schemeClr val="accent2"/>
            </a:solidFill>
          </a:ln>
        </p:spPr>
        <p:txBody>
          <a:bodyPr bIns="182880" anchor="b"/>
          <a:lstStyle>
            <a:lvl1pPr algn="ctr">
              <a:buNone/>
              <a:defRPr sz="900">
                <a:solidFill>
                  <a:schemeClr val="tx1">
                    <a:lumMod val="50000"/>
                    <a:lumOff val="50000"/>
                  </a:schemeClr>
                </a:solidFill>
              </a:defRPr>
            </a:lvl1pPr>
          </a:lstStyle>
          <a:p>
            <a:r>
              <a:rPr lang="en-US" dirty="0"/>
              <a:t>Image Holder</a:t>
            </a:r>
          </a:p>
        </p:txBody>
      </p:sp>
      <p:sp>
        <p:nvSpPr>
          <p:cNvPr id="69" name="Text Placeholder 3"/>
          <p:cNvSpPr>
            <a:spLocks noGrp="1"/>
          </p:cNvSpPr>
          <p:nvPr>
            <p:ph type="body" sz="half" idx="19"/>
          </p:nvPr>
        </p:nvSpPr>
        <p:spPr>
          <a:xfrm>
            <a:off x="4486274" y="1866293"/>
            <a:ext cx="1388839" cy="857858"/>
          </a:xfrm>
          <a:prstGeom prst="rect">
            <a:avLst/>
          </a:prstGeom>
        </p:spPr>
        <p:txBody>
          <a:bodyPr wrap="square" lIns="0" tIns="0" rIns="0" bIns="0" anchor="t">
            <a:noAutofit/>
          </a:bodyPr>
          <a:lstStyle>
            <a:lvl1pPr marL="0" indent="0" algn="l">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0" name="Text Placeholder 3"/>
          <p:cNvSpPr>
            <a:spLocks noGrp="1"/>
          </p:cNvSpPr>
          <p:nvPr>
            <p:ph type="body" sz="half" idx="20"/>
          </p:nvPr>
        </p:nvSpPr>
        <p:spPr>
          <a:xfrm>
            <a:off x="7248524" y="1453376"/>
            <a:ext cx="1388839" cy="381730"/>
          </a:xfrm>
          <a:prstGeom prst="rect">
            <a:avLst/>
          </a:prstGeom>
        </p:spPr>
        <p:txBody>
          <a:bodyPr wrap="square" lIns="0" tIns="0" rIns="0" bIns="0" anchor="t">
            <a:noAutofit/>
          </a:bodyPr>
          <a:lstStyle>
            <a:lvl1pPr marL="0" indent="0" algn="l">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71" name="Picture Placeholder 7"/>
          <p:cNvSpPr>
            <a:spLocks noGrp="1"/>
          </p:cNvSpPr>
          <p:nvPr>
            <p:ph type="pic" sz="quarter" idx="21" hasCustomPrompt="1"/>
          </p:nvPr>
        </p:nvSpPr>
        <p:spPr>
          <a:xfrm>
            <a:off x="5972175" y="1472627"/>
            <a:ext cx="1169764" cy="1169415"/>
          </a:xfrm>
          <a:prstGeom prst="teardrop">
            <a:avLst/>
          </a:prstGeom>
          <a:ln w="28575">
            <a:solidFill>
              <a:schemeClr val="accent3"/>
            </a:solidFill>
          </a:ln>
        </p:spPr>
        <p:txBody>
          <a:bodyPr bIns="182880" anchor="b"/>
          <a:lstStyle>
            <a:lvl1pPr algn="ctr">
              <a:buNone/>
              <a:defRPr sz="900">
                <a:solidFill>
                  <a:schemeClr val="tx1">
                    <a:lumMod val="50000"/>
                    <a:lumOff val="50000"/>
                  </a:schemeClr>
                </a:solidFill>
              </a:defRPr>
            </a:lvl1pPr>
          </a:lstStyle>
          <a:p>
            <a:r>
              <a:rPr lang="en-US" dirty="0"/>
              <a:t>Image Holder</a:t>
            </a:r>
          </a:p>
        </p:txBody>
      </p:sp>
      <p:sp>
        <p:nvSpPr>
          <p:cNvPr id="72" name="Text Placeholder 3"/>
          <p:cNvSpPr>
            <a:spLocks noGrp="1"/>
          </p:cNvSpPr>
          <p:nvPr>
            <p:ph type="body" sz="half" idx="22"/>
          </p:nvPr>
        </p:nvSpPr>
        <p:spPr>
          <a:xfrm>
            <a:off x="7248524" y="1866293"/>
            <a:ext cx="1388839" cy="857858"/>
          </a:xfrm>
          <a:prstGeom prst="rect">
            <a:avLst/>
          </a:prstGeom>
        </p:spPr>
        <p:txBody>
          <a:bodyPr wrap="square" lIns="0" tIns="0" rIns="0" bIns="0" anchor="t">
            <a:noAutofit/>
          </a:bodyPr>
          <a:lstStyle>
            <a:lvl1pPr marL="0" indent="0" algn="l">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3" name="Text Placeholder 3"/>
          <p:cNvSpPr>
            <a:spLocks noGrp="1"/>
          </p:cNvSpPr>
          <p:nvPr>
            <p:ph type="body" sz="half" idx="23"/>
          </p:nvPr>
        </p:nvSpPr>
        <p:spPr>
          <a:xfrm>
            <a:off x="1725836" y="2987508"/>
            <a:ext cx="1388839" cy="381730"/>
          </a:xfrm>
          <a:prstGeom prst="rect">
            <a:avLst/>
          </a:prstGeom>
        </p:spPr>
        <p:txBody>
          <a:bodyPr wrap="square" lIns="0" tIns="0" rIns="0" bIns="0" anchor="t">
            <a:noAutofit/>
          </a:bodyPr>
          <a:lstStyle>
            <a:lvl1pPr marL="0" indent="0" algn="l">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74" name="Picture Placeholder 7"/>
          <p:cNvSpPr>
            <a:spLocks noGrp="1"/>
          </p:cNvSpPr>
          <p:nvPr>
            <p:ph type="pic" sz="quarter" idx="24" hasCustomPrompt="1"/>
          </p:nvPr>
        </p:nvSpPr>
        <p:spPr>
          <a:xfrm>
            <a:off x="449487" y="3006759"/>
            <a:ext cx="1169764" cy="1169415"/>
          </a:xfrm>
          <a:prstGeom prst="teardrop">
            <a:avLst/>
          </a:prstGeom>
          <a:ln w="28575">
            <a:solidFill>
              <a:schemeClr val="accent4"/>
            </a:solidFill>
          </a:ln>
        </p:spPr>
        <p:txBody>
          <a:bodyPr bIns="182880" anchor="b"/>
          <a:lstStyle>
            <a:lvl1pPr algn="ctr">
              <a:buNone/>
              <a:defRPr sz="900">
                <a:solidFill>
                  <a:schemeClr val="tx1">
                    <a:lumMod val="50000"/>
                    <a:lumOff val="50000"/>
                  </a:schemeClr>
                </a:solidFill>
              </a:defRPr>
            </a:lvl1pPr>
          </a:lstStyle>
          <a:p>
            <a:r>
              <a:rPr lang="en-US" dirty="0"/>
              <a:t>Image Holder</a:t>
            </a:r>
          </a:p>
        </p:txBody>
      </p:sp>
      <p:sp>
        <p:nvSpPr>
          <p:cNvPr id="75" name="Text Placeholder 3"/>
          <p:cNvSpPr>
            <a:spLocks noGrp="1"/>
          </p:cNvSpPr>
          <p:nvPr>
            <p:ph type="body" sz="half" idx="25"/>
          </p:nvPr>
        </p:nvSpPr>
        <p:spPr>
          <a:xfrm>
            <a:off x="1725836" y="3400425"/>
            <a:ext cx="1388839" cy="857858"/>
          </a:xfrm>
          <a:prstGeom prst="rect">
            <a:avLst/>
          </a:prstGeom>
        </p:spPr>
        <p:txBody>
          <a:bodyPr wrap="square" lIns="0" tIns="0" rIns="0" bIns="0" anchor="t">
            <a:noAutofit/>
          </a:bodyPr>
          <a:lstStyle>
            <a:lvl1pPr marL="0" indent="0" algn="l">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6" name="Text Placeholder 3"/>
          <p:cNvSpPr>
            <a:spLocks noGrp="1"/>
          </p:cNvSpPr>
          <p:nvPr>
            <p:ph type="body" sz="half" idx="26"/>
          </p:nvPr>
        </p:nvSpPr>
        <p:spPr>
          <a:xfrm>
            <a:off x="4486274" y="2987508"/>
            <a:ext cx="1388839" cy="381730"/>
          </a:xfrm>
          <a:prstGeom prst="rect">
            <a:avLst/>
          </a:prstGeom>
        </p:spPr>
        <p:txBody>
          <a:bodyPr wrap="square" lIns="0" tIns="0" rIns="0" bIns="0" anchor="t">
            <a:noAutofit/>
          </a:bodyPr>
          <a:lstStyle>
            <a:lvl1pPr marL="0" indent="0" algn="l">
              <a:buNone/>
              <a:defRPr sz="1100" b="1" baseline="0">
                <a:solidFill>
                  <a:schemeClr val="accent5"/>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77" name="Picture Placeholder 7"/>
          <p:cNvSpPr>
            <a:spLocks noGrp="1"/>
          </p:cNvSpPr>
          <p:nvPr>
            <p:ph type="pic" sz="quarter" idx="27" hasCustomPrompt="1"/>
          </p:nvPr>
        </p:nvSpPr>
        <p:spPr>
          <a:xfrm>
            <a:off x="3209925" y="3006759"/>
            <a:ext cx="1169764" cy="1169415"/>
          </a:xfrm>
          <a:prstGeom prst="teardrop">
            <a:avLst/>
          </a:prstGeom>
          <a:ln w="28575">
            <a:solidFill>
              <a:schemeClr val="accent5"/>
            </a:solidFill>
          </a:ln>
        </p:spPr>
        <p:txBody>
          <a:bodyPr bIns="182880" anchor="b"/>
          <a:lstStyle>
            <a:lvl1pPr algn="ctr">
              <a:buNone/>
              <a:defRPr sz="900">
                <a:solidFill>
                  <a:schemeClr val="tx1">
                    <a:lumMod val="50000"/>
                    <a:lumOff val="50000"/>
                  </a:schemeClr>
                </a:solidFill>
              </a:defRPr>
            </a:lvl1pPr>
          </a:lstStyle>
          <a:p>
            <a:r>
              <a:rPr lang="en-US" dirty="0"/>
              <a:t>Image Holder</a:t>
            </a:r>
          </a:p>
        </p:txBody>
      </p:sp>
      <p:sp>
        <p:nvSpPr>
          <p:cNvPr id="78" name="Text Placeholder 3"/>
          <p:cNvSpPr>
            <a:spLocks noGrp="1"/>
          </p:cNvSpPr>
          <p:nvPr>
            <p:ph type="body" sz="half" idx="28"/>
          </p:nvPr>
        </p:nvSpPr>
        <p:spPr>
          <a:xfrm>
            <a:off x="4486274" y="3400425"/>
            <a:ext cx="1388839" cy="857858"/>
          </a:xfrm>
          <a:prstGeom prst="rect">
            <a:avLst/>
          </a:prstGeom>
        </p:spPr>
        <p:txBody>
          <a:bodyPr wrap="square" lIns="0" tIns="0" rIns="0" bIns="0" anchor="t">
            <a:noAutofit/>
          </a:bodyPr>
          <a:lstStyle>
            <a:lvl1pPr marL="0" indent="0" algn="l">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9" name="Text Placeholder 3"/>
          <p:cNvSpPr>
            <a:spLocks noGrp="1"/>
          </p:cNvSpPr>
          <p:nvPr>
            <p:ph type="body" sz="half" idx="29"/>
          </p:nvPr>
        </p:nvSpPr>
        <p:spPr>
          <a:xfrm>
            <a:off x="7248524" y="2987508"/>
            <a:ext cx="1388839" cy="381730"/>
          </a:xfrm>
          <a:prstGeom prst="rect">
            <a:avLst/>
          </a:prstGeom>
        </p:spPr>
        <p:txBody>
          <a:bodyPr wrap="square" lIns="0" tIns="0" rIns="0" bIns="0" anchor="t">
            <a:noAutofit/>
          </a:bodyPr>
          <a:lstStyle>
            <a:lvl1pPr marL="0" indent="0" algn="l">
              <a:buNone/>
              <a:defRPr sz="1100" b="1" baseline="0">
                <a:solidFill>
                  <a:schemeClr val="accent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80" name="Picture Placeholder 7"/>
          <p:cNvSpPr>
            <a:spLocks noGrp="1"/>
          </p:cNvSpPr>
          <p:nvPr>
            <p:ph type="pic" sz="quarter" idx="30" hasCustomPrompt="1"/>
          </p:nvPr>
        </p:nvSpPr>
        <p:spPr>
          <a:xfrm>
            <a:off x="5972175" y="3006759"/>
            <a:ext cx="1169764" cy="1169415"/>
          </a:xfrm>
          <a:prstGeom prst="teardrop">
            <a:avLst/>
          </a:prstGeom>
          <a:ln w="28575">
            <a:solidFill>
              <a:schemeClr val="accent6"/>
            </a:solidFill>
          </a:ln>
        </p:spPr>
        <p:txBody>
          <a:bodyPr bIns="182880" anchor="b"/>
          <a:lstStyle>
            <a:lvl1pPr algn="ctr">
              <a:buNone/>
              <a:defRPr sz="900">
                <a:solidFill>
                  <a:schemeClr val="tx1">
                    <a:lumMod val="50000"/>
                    <a:lumOff val="50000"/>
                  </a:schemeClr>
                </a:solidFill>
              </a:defRPr>
            </a:lvl1pPr>
          </a:lstStyle>
          <a:p>
            <a:r>
              <a:rPr lang="en-US" dirty="0"/>
              <a:t>Image Holder</a:t>
            </a:r>
          </a:p>
        </p:txBody>
      </p:sp>
      <p:sp>
        <p:nvSpPr>
          <p:cNvPr id="81" name="Text Placeholder 3"/>
          <p:cNvSpPr>
            <a:spLocks noGrp="1"/>
          </p:cNvSpPr>
          <p:nvPr>
            <p:ph type="body" sz="half" idx="31"/>
          </p:nvPr>
        </p:nvSpPr>
        <p:spPr>
          <a:xfrm>
            <a:off x="7248524" y="3400425"/>
            <a:ext cx="1388839" cy="857858"/>
          </a:xfrm>
          <a:prstGeom prst="rect">
            <a:avLst/>
          </a:prstGeom>
        </p:spPr>
        <p:txBody>
          <a:bodyPr wrap="square" lIns="0" tIns="0" rIns="0" bIns="0" anchor="t">
            <a:noAutofit/>
          </a:bodyPr>
          <a:lstStyle>
            <a:lvl1pPr marL="0" indent="0" algn="l">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4" fill="hold" grpId="0" nodeType="afterEffect" nodePh="1">
                                  <p:stCondLst>
                                    <p:cond delay="0"/>
                                  </p:stCondLst>
                                  <p:endCondLst>
                                    <p:cond evt="begin" delay="0">
                                      <p:tn val="19"/>
                                    </p:cond>
                                  </p:endCondLst>
                                  <p:childTnLst>
                                    <p:set>
                                      <p:cBhvr>
                                        <p:cTn id="20" dur="1" fill="hold">
                                          <p:stCondLst>
                                            <p:cond delay="0"/>
                                          </p:stCondLst>
                                        </p:cTn>
                                        <p:tgtEl>
                                          <p:spTgt spid="30">
                                            <p:txEl>
                                              <p:pRg st="0" end="0"/>
                                            </p:txEl>
                                          </p:spTgt>
                                        </p:tgtEl>
                                        <p:attrNameLst>
                                          <p:attrName>style.visibility</p:attrName>
                                        </p:attrNameLst>
                                      </p:cBhvr>
                                      <p:to>
                                        <p:strVal val="visible"/>
                                      </p:to>
                                    </p:set>
                                    <p:animEffect transition="in" filter="wipe(down)">
                                      <p:cBhvr>
                                        <p:cTn id="21" dur="500"/>
                                        <p:tgtEl>
                                          <p:spTgt spid="30">
                                            <p:txEl>
                                              <p:pRg st="0" end="0"/>
                                            </p:txEl>
                                          </p:spTgt>
                                        </p:tgtEl>
                                      </p:cBhvr>
                                    </p:animEffect>
                                  </p:childTnLst>
                                </p:cTn>
                              </p:par>
                            </p:childTnLst>
                          </p:cTn>
                        </p:par>
                        <p:par>
                          <p:cTn id="22" fill="hold">
                            <p:stCondLst>
                              <p:cond delay="20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53" presetClass="entr" presetSubtype="0" fill="hold" grpId="0" nodeType="afterEffect">
                                  <p:stCondLst>
                                    <p:cond delay="0"/>
                                  </p:stCondLst>
                                  <p:childTnLst>
                                    <p:set>
                                      <p:cBhvr>
                                        <p:cTn id="29" dur="1" fill="hold">
                                          <p:stCondLst>
                                            <p:cond delay="0"/>
                                          </p:stCondLst>
                                        </p:cTn>
                                        <p:tgtEl>
                                          <p:spTgt spid="68"/>
                                        </p:tgtEl>
                                        <p:attrNameLst>
                                          <p:attrName>style.visibility</p:attrName>
                                        </p:attrNameLst>
                                      </p:cBhvr>
                                      <p:to>
                                        <p:strVal val="visible"/>
                                      </p:to>
                                    </p:set>
                                    <p:anim calcmode="lin" valueType="num">
                                      <p:cBhvr>
                                        <p:cTn id="30" dur="500" fill="hold"/>
                                        <p:tgtEl>
                                          <p:spTgt spid="68"/>
                                        </p:tgtEl>
                                        <p:attrNameLst>
                                          <p:attrName>ppt_w</p:attrName>
                                        </p:attrNameLst>
                                      </p:cBhvr>
                                      <p:tavLst>
                                        <p:tav tm="0">
                                          <p:val>
                                            <p:fltVal val="0"/>
                                          </p:val>
                                        </p:tav>
                                        <p:tav tm="100000">
                                          <p:val>
                                            <p:strVal val="#ppt_w"/>
                                          </p:val>
                                        </p:tav>
                                      </p:tavLst>
                                    </p:anim>
                                    <p:anim calcmode="lin" valueType="num">
                                      <p:cBhvr>
                                        <p:cTn id="31" dur="500" fill="hold"/>
                                        <p:tgtEl>
                                          <p:spTgt spid="68"/>
                                        </p:tgtEl>
                                        <p:attrNameLst>
                                          <p:attrName>ppt_h</p:attrName>
                                        </p:attrNameLst>
                                      </p:cBhvr>
                                      <p:tavLst>
                                        <p:tav tm="0">
                                          <p:val>
                                            <p:fltVal val="0"/>
                                          </p:val>
                                        </p:tav>
                                        <p:tav tm="100000">
                                          <p:val>
                                            <p:strVal val="#ppt_h"/>
                                          </p:val>
                                        </p:tav>
                                      </p:tavLst>
                                    </p:anim>
                                    <p:animEffect transition="in" filter="fade">
                                      <p:cBhvr>
                                        <p:cTn id="32" dur="500"/>
                                        <p:tgtEl>
                                          <p:spTgt spid="68"/>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67">
                                            <p:txEl>
                                              <p:pRg st="0" end="0"/>
                                            </p:txEl>
                                          </p:spTgt>
                                        </p:tgtEl>
                                        <p:attrNameLst>
                                          <p:attrName>style.visibility</p:attrName>
                                        </p:attrNameLst>
                                      </p:cBhvr>
                                      <p:to>
                                        <p:strVal val="visible"/>
                                      </p:to>
                                    </p:set>
                                    <p:animEffect transition="in" filter="wipe(down)">
                                      <p:cBhvr>
                                        <p:cTn id="36" dur="500"/>
                                        <p:tgtEl>
                                          <p:spTgt spid="67">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69">
                                            <p:txEl>
                                              <p:pRg st="0" end="0"/>
                                            </p:txEl>
                                          </p:spTgt>
                                        </p:tgtEl>
                                        <p:attrNameLst>
                                          <p:attrName>style.visibility</p:attrName>
                                        </p:attrNameLst>
                                      </p:cBhvr>
                                      <p:to>
                                        <p:strVal val="visible"/>
                                      </p:to>
                                    </p:set>
                                    <p:anim calcmode="lin" valueType="num">
                                      <p:cBhvr additive="base">
                                        <p:cTn id="40"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71"/>
                                        </p:tgtEl>
                                        <p:attrNameLst>
                                          <p:attrName>style.visibility</p:attrName>
                                        </p:attrNameLst>
                                      </p:cBhvr>
                                      <p:to>
                                        <p:strVal val="visible"/>
                                      </p:to>
                                    </p:set>
                                    <p:anim calcmode="lin" valueType="num">
                                      <p:cBhvr>
                                        <p:cTn id="45" dur="500" fill="hold"/>
                                        <p:tgtEl>
                                          <p:spTgt spid="71"/>
                                        </p:tgtEl>
                                        <p:attrNameLst>
                                          <p:attrName>ppt_w</p:attrName>
                                        </p:attrNameLst>
                                      </p:cBhvr>
                                      <p:tavLst>
                                        <p:tav tm="0">
                                          <p:val>
                                            <p:fltVal val="0"/>
                                          </p:val>
                                        </p:tav>
                                        <p:tav tm="100000">
                                          <p:val>
                                            <p:strVal val="#ppt_w"/>
                                          </p:val>
                                        </p:tav>
                                      </p:tavLst>
                                    </p:anim>
                                    <p:anim calcmode="lin" valueType="num">
                                      <p:cBhvr>
                                        <p:cTn id="46" dur="500" fill="hold"/>
                                        <p:tgtEl>
                                          <p:spTgt spid="71"/>
                                        </p:tgtEl>
                                        <p:attrNameLst>
                                          <p:attrName>ppt_h</p:attrName>
                                        </p:attrNameLst>
                                      </p:cBhvr>
                                      <p:tavLst>
                                        <p:tav tm="0">
                                          <p:val>
                                            <p:fltVal val="0"/>
                                          </p:val>
                                        </p:tav>
                                        <p:tav tm="100000">
                                          <p:val>
                                            <p:strVal val="#ppt_h"/>
                                          </p:val>
                                        </p:tav>
                                      </p:tavLst>
                                    </p:anim>
                                    <p:animEffect transition="in" filter="fade">
                                      <p:cBhvr>
                                        <p:cTn id="47" dur="500"/>
                                        <p:tgtEl>
                                          <p:spTgt spid="71"/>
                                        </p:tgtEl>
                                      </p:cBhvr>
                                    </p:animEffect>
                                  </p:childTnLst>
                                </p:cTn>
                              </p:par>
                            </p:childTnLst>
                          </p:cTn>
                        </p:par>
                        <p:par>
                          <p:cTn id="48" fill="hold">
                            <p:stCondLst>
                              <p:cond delay="4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70">
                                            <p:txEl>
                                              <p:pRg st="0" end="0"/>
                                            </p:txEl>
                                          </p:spTgt>
                                        </p:tgtEl>
                                        <p:attrNameLst>
                                          <p:attrName>style.visibility</p:attrName>
                                        </p:attrNameLst>
                                      </p:cBhvr>
                                      <p:to>
                                        <p:strVal val="visible"/>
                                      </p:to>
                                    </p:set>
                                    <p:animEffect transition="in" filter="wipe(down)">
                                      <p:cBhvr>
                                        <p:cTn id="51" dur="500"/>
                                        <p:tgtEl>
                                          <p:spTgt spid="70">
                                            <p:txEl>
                                              <p:pRg st="0" end="0"/>
                                            </p:txEl>
                                          </p:spTgt>
                                        </p:tgtEl>
                                      </p:cBhvr>
                                    </p:animEffect>
                                  </p:childTnLst>
                                </p:cTn>
                              </p:par>
                            </p:childTnLst>
                          </p:cTn>
                        </p:par>
                        <p:par>
                          <p:cTn id="52" fill="hold">
                            <p:stCondLst>
                              <p:cond delay="5000"/>
                            </p:stCondLst>
                            <p:childTnLst>
                              <p:par>
                                <p:cTn id="53" presetID="2" presetClass="entr" presetSubtype="4" accel="50000" decel="50000" fill="hold" grpId="0" nodeType="afterEffect" nodePh="1">
                                  <p:stCondLst>
                                    <p:cond delay="0"/>
                                  </p:stCondLst>
                                  <p:endCondLst>
                                    <p:cond evt="begin" delay="0">
                                      <p:tn val="53"/>
                                    </p:cond>
                                  </p:endCondLst>
                                  <p:childTnLst>
                                    <p:set>
                                      <p:cBhvr>
                                        <p:cTn id="54" dur="1" fill="hold">
                                          <p:stCondLst>
                                            <p:cond delay="0"/>
                                          </p:stCondLst>
                                        </p:cTn>
                                        <p:tgtEl>
                                          <p:spTgt spid="72">
                                            <p:txEl>
                                              <p:pRg st="0" end="0"/>
                                            </p:txEl>
                                          </p:spTgt>
                                        </p:tgtEl>
                                        <p:attrNameLst>
                                          <p:attrName>style.visibility</p:attrName>
                                        </p:attrNameLst>
                                      </p:cBhvr>
                                      <p:to>
                                        <p:strVal val="visible"/>
                                      </p:to>
                                    </p:set>
                                    <p:anim calcmode="lin" valueType="num">
                                      <p:cBhvr additive="base">
                                        <p:cTn id="55" dur="500" fill="hold"/>
                                        <p:tgtEl>
                                          <p:spTgt spid="72">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72">
                                            <p:txEl>
                                              <p:pRg st="0" end="0"/>
                                            </p:txEl>
                                          </p:spTgt>
                                        </p:tgtEl>
                                        <p:attrNameLst>
                                          <p:attrName>ppt_y</p:attrName>
                                        </p:attrNameLst>
                                      </p:cBhvr>
                                      <p:tavLst>
                                        <p:tav tm="0">
                                          <p:val>
                                            <p:strVal val="1+#ppt_h/2"/>
                                          </p:val>
                                        </p:tav>
                                        <p:tav tm="100000">
                                          <p:val>
                                            <p:strVal val="#ppt_y"/>
                                          </p:val>
                                        </p:tav>
                                      </p:tavLst>
                                    </p:anim>
                                  </p:childTnLst>
                                </p:cTn>
                              </p:par>
                            </p:childTnLst>
                          </p:cTn>
                        </p:par>
                        <p:par>
                          <p:cTn id="57" fill="hold">
                            <p:stCondLst>
                              <p:cond delay="5500"/>
                            </p:stCondLst>
                            <p:childTnLst>
                              <p:par>
                                <p:cTn id="58" presetID="53" presetClass="entr" presetSubtype="0" fill="hold" grpId="0" nodeType="afterEffect">
                                  <p:stCondLst>
                                    <p:cond delay="0"/>
                                  </p:stCondLst>
                                  <p:childTnLst>
                                    <p:set>
                                      <p:cBhvr>
                                        <p:cTn id="59" dur="1" fill="hold">
                                          <p:stCondLst>
                                            <p:cond delay="0"/>
                                          </p:stCondLst>
                                        </p:cTn>
                                        <p:tgtEl>
                                          <p:spTgt spid="74"/>
                                        </p:tgtEl>
                                        <p:attrNameLst>
                                          <p:attrName>style.visibility</p:attrName>
                                        </p:attrNameLst>
                                      </p:cBhvr>
                                      <p:to>
                                        <p:strVal val="visible"/>
                                      </p:to>
                                    </p:set>
                                    <p:anim calcmode="lin" valueType="num">
                                      <p:cBhvr>
                                        <p:cTn id="60" dur="500" fill="hold"/>
                                        <p:tgtEl>
                                          <p:spTgt spid="74"/>
                                        </p:tgtEl>
                                        <p:attrNameLst>
                                          <p:attrName>ppt_w</p:attrName>
                                        </p:attrNameLst>
                                      </p:cBhvr>
                                      <p:tavLst>
                                        <p:tav tm="0">
                                          <p:val>
                                            <p:fltVal val="0"/>
                                          </p:val>
                                        </p:tav>
                                        <p:tav tm="100000">
                                          <p:val>
                                            <p:strVal val="#ppt_w"/>
                                          </p:val>
                                        </p:tav>
                                      </p:tavLst>
                                    </p:anim>
                                    <p:anim calcmode="lin" valueType="num">
                                      <p:cBhvr>
                                        <p:cTn id="61" dur="500" fill="hold"/>
                                        <p:tgtEl>
                                          <p:spTgt spid="74"/>
                                        </p:tgtEl>
                                        <p:attrNameLst>
                                          <p:attrName>ppt_h</p:attrName>
                                        </p:attrNameLst>
                                      </p:cBhvr>
                                      <p:tavLst>
                                        <p:tav tm="0">
                                          <p:val>
                                            <p:fltVal val="0"/>
                                          </p:val>
                                        </p:tav>
                                        <p:tav tm="100000">
                                          <p:val>
                                            <p:strVal val="#ppt_h"/>
                                          </p:val>
                                        </p:tav>
                                      </p:tavLst>
                                    </p:anim>
                                    <p:animEffect transition="in" filter="fade">
                                      <p:cBhvr>
                                        <p:cTn id="62" dur="500"/>
                                        <p:tgtEl>
                                          <p:spTgt spid="74"/>
                                        </p:tgtEl>
                                      </p:cBhvr>
                                    </p:animEffect>
                                  </p:childTnLst>
                                </p:cTn>
                              </p:par>
                            </p:childTnLst>
                          </p:cTn>
                        </p:par>
                        <p:par>
                          <p:cTn id="63" fill="hold">
                            <p:stCondLst>
                              <p:cond delay="6000"/>
                            </p:stCondLst>
                            <p:childTnLst>
                              <p:par>
                                <p:cTn id="64" presetID="22" presetClass="entr" presetSubtype="4" fill="hold" grpId="0" nodeType="afterEffect" nodePh="1">
                                  <p:stCondLst>
                                    <p:cond delay="0"/>
                                  </p:stCondLst>
                                  <p:endCondLst>
                                    <p:cond evt="begin" delay="0">
                                      <p:tn val="64"/>
                                    </p:cond>
                                  </p:endCondLst>
                                  <p:childTnLst>
                                    <p:set>
                                      <p:cBhvr>
                                        <p:cTn id="65" dur="1" fill="hold">
                                          <p:stCondLst>
                                            <p:cond delay="0"/>
                                          </p:stCondLst>
                                        </p:cTn>
                                        <p:tgtEl>
                                          <p:spTgt spid="73">
                                            <p:txEl>
                                              <p:pRg st="0" end="0"/>
                                            </p:txEl>
                                          </p:spTgt>
                                        </p:tgtEl>
                                        <p:attrNameLst>
                                          <p:attrName>style.visibility</p:attrName>
                                        </p:attrNameLst>
                                      </p:cBhvr>
                                      <p:to>
                                        <p:strVal val="visible"/>
                                      </p:to>
                                    </p:set>
                                    <p:animEffect transition="in" filter="wipe(down)">
                                      <p:cBhvr>
                                        <p:cTn id="66" dur="500"/>
                                        <p:tgtEl>
                                          <p:spTgt spid="73">
                                            <p:txEl>
                                              <p:pRg st="0" end="0"/>
                                            </p:txEl>
                                          </p:spTgt>
                                        </p:tgtEl>
                                      </p:cBhvr>
                                    </p:animEffect>
                                  </p:childTnLst>
                                </p:cTn>
                              </p:par>
                            </p:childTnLst>
                          </p:cTn>
                        </p:par>
                        <p:par>
                          <p:cTn id="67" fill="hold">
                            <p:stCondLst>
                              <p:cond delay="6500"/>
                            </p:stCondLst>
                            <p:childTnLst>
                              <p:par>
                                <p:cTn id="68" presetID="2" presetClass="entr" presetSubtype="4" accel="50000" decel="50000" fill="hold" grpId="0" nodeType="afterEffect" nodePh="1">
                                  <p:stCondLst>
                                    <p:cond delay="0"/>
                                  </p:stCondLst>
                                  <p:endCondLst>
                                    <p:cond evt="begin" delay="0">
                                      <p:tn val="68"/>
                                    </p:cond>
                                  </p:endCondLst>
                                  <p:childTnLst>
                                    <p:set>
                                      <p:cBhvr>
                                        <p:cTn id="69" dur="1" fill="hold">
                                          <p:stCondLst>
                                            <p:cond delay="0"/>
                                          </p:stCondLst>
                                        </p:cTn>
                                        <p:tgtEl>
                                          <p:spTgt spid="75">
                                            <p:txEl>
                                              <p:pRg st="0" end="0"/>
                                            </p:txEl>
                                          </p:spTgt>
                                        </p:tgtEl>
                                        <p:attrNameLst>
                                          <p:attrName>style.visibility</p:attrName>
                                        </p:attrNameLst>
                                      </p:cBhvr>
                                      <p:to>
                                        <p:strVal val="visible"/>
                                      </p:to>
                                    </p:set>
                                    <p:anim calcmode="lin" valueType="num">
                                      <p:cBhvr additive="base">
                                        <p:cTn id="70" dur="500" fill="hold"/>
                                        <p:tgtEl>
                                          <p:spTgt spid="75">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75">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7000"/>
                            </p:stCondLst>
                            <p:childTnLst>
                              <p:par>
                                <p:cTn id="73" presetID="53" presetClass="entr" presetSubtype="0" fill="hold" grpId="0" nodeType="afterEffect">
                                  <p:stCondLst>
                                    <p:cond delay="0"/>
                                  </p:stCondLst>
                                  <p:childTnLst>
                                    <p:set>
                                      <p:cBhvr>
                                        <p:cTn id="74" dur="1" fill="hold">
                                          <p:stCondLst>
                                            <p:cond delay="0"/>
                                          </p:stCondLst>
                                        </p:cTn>
                                        <p:tgtEl>
                                          <p:spTgt spid="77"/>
                                        </p:tgtEl>
                                        <p:attrNameLst>
                                          <p:attrName>style.visibility</p:attrName>
                                        </p:attrNameLst>
                                      </p:cBhvr>
                                      <p:to>
                                        <p:strVal val="visible"/>
                                      </p:to>
                                    </p:set>
                                    <p:anim calcmode="lin" valueType="num">
                                      <p:cBhvr>
                                        <p:cTn id="75" dur="500" fill="hold"/>
                                        <p:tgtEl>
                                          <p:spTgt spid="77"/>
                                        </p:tgtEl>
                                        <p:attrNameLst>
                                          <p:attrName>ppt_w</p:attrName>
                                        </p:attrNameLst>
                                      </p:cBhvr>
                                      <p:tavLst>
                                        <p:tav tm="0">
                                          <p:val>
                                            <p:fltVal val="0"/>
                                          </p:val>
                                        </p:tav>
                                        <p:tav tm="100000">
                                          <p:val>
                                            <p:strVal val="#ppt_w"/>
                                          </p:val>
                                        </p:tav>
                                      </p:tavLst>
                                    </p:anim>
                                    <p:anim calcmode="lin" valueType="num">
                                      <p:cBhvr>
                                        <p:cTn id="76" dur="500" fill="hold"/>
                                        <p:tgtEl>
                                          <p:spTgt spid="77"/>
                                        </p:tgtEl>
                                        <p:attrNameLst>
                                          <p:attrName>ppt_h</p:attrName>
                                        </p:attrNameLst>
                                      </p:cBhvr>
                                      <p:tavLst>
                                        <p:tav tm="0">
                                          <p:val>
                                            <p:fltVal val="0"/>
                                          </p:val>
                                        </p:tav>
                                        <p:tav tm="100000">
                                          <p:val>
                                            <p:strVal val="#ppt_h"/>
                                          </p:val>
                                        </p:tav>
                                      </p:tavLst>
                                    </p:anim>
                                    <p:animEffect transition="in" filter="fade">
                                      <p:cBhvr>
                                        <p:cTn id="77" dur="500"/>
                                        <p:tgtEl>
                                          <p:spTgt spid="77"/>
                                        </p:tgtEl>
                                      </p:cBhvr>
                                    </p:animEffect>
                                  </p:childTnLst>
                                </p:cTn>
                              </p:par>
                            </p:childTnLst>
                          </p:cTn>
                        </p:par>
                        <p:par>
                          <p:cTn id="78" fill="hold">
                            <p:stCondLst>
                              <p:cond delay="7500"/>
                            </p:stCondLst>
                            <p:childTnLst>
                              <p:par>
                                <p:cTn id="79" presetID="22" presetClass="entr" presetSubtype="4" fill="hold" grpId="0" nodeType="afterEffect" nodePh="1">
                                  <p:stCondLst>
                                    <p:cond delay="0"/>
                                  </p:stCondLst>
                                  <p:endCondLst>
                                    <p:cond evt="begin" delay="0">
                                      <p:tn val="79"/>
                                    </p:cond>
                                  </p:endCondLst>
                                  <p:childTnLst>
                                    <p:set>
                                      <p:cBhvr>
                                        <p:cTn id="80" dur="1" fill="hold">
                                          <p:stCondLst>
                                            <p:cond delay="0"/>
                                          </p:stCondLst>
                                        </p:cTn>
                                        <p:tgtEl>
                                          <p:spTgt spid="76">
                                            <p:txEl>
                                              <p:pRg st="0" end="0"/>
                                            </p:txEl>
                                          </p:spTgt>
                                        </p:tgtEl>
                                        <p:attrNameLst>
                                          <p:attrName>style.visibility</p:attrName>
                                        </p:attrNameLst>
                                      </p:cBhvr>
                                      <p:to>
                                        <p:strVal val="visible"/>
                                      </p:to>
                                    </p:set>
                                    <p:animEffect transition="in" filter="wipe(down)">
                                      <p:cBhvr>
                                        <p:cTn id="81" dur="500"/>
                                        <p:tgtEl>
                                          <p:spTgt spid="76">
                                            <p:txEl>
                                              <p:pRg st="0" end="0"/>
                                            </p:txEl>
                                          </p:spTgt>
                                        </p:tgtEl>
                                      </p:cBhvr>
                                    </p:animEffect>
                                  </p:childTnLst>
                                </p:cTn>
                              </p:par>
                            </p:childTnLst>
                          </p:cTn>
                        </p:par>
                        <p:par>
                          <p:cTn id="82" fill="hold">
                            <p:stCondLst>
                              <p:cond delay="8000"/>
                            </p:stCondLst>
                            <p:childTnLst>
                              <p:par>
                                <p:cTn id="83" presetID="2" presetClass="entr" presetSubtype="4" accel="50000" decel="50000" fill="hold" grpId="0" nodeType="afterEffect" nodePh="1">
                                  <p:stCondLst>
                                    <p:cond delay="0"/>
                                  </p:stCondLst>
                                  <p:endCondLst>
                                    <p:cond evt="begin" delay="0">
                                      <p:tn val="83"/>
                                    </p:cond>
                                  </p:endCondLst>
                                  <p:childTnLst>
                                    <p:set>
                                      <p:cBhvr>
                                        <p:cTn id="84" dur="1" fill="hold">
                                          <p:stCondLst>
                                            <p:cond delay="0"/>
                                          </p:stCondLst>
                                        </p:cTn>
                                        <p:tgtEl>
                                          <p:spTgt spid="78">
                                            <p:txEl>
                                              <p:pRg st="0" end="0"/>
                                            </p:txEl>
                                          </p:spTgt>
                                        </p:tgtEl>
                                        <p:attrNameLst>
                                          <p:attrName>style.visibility</p:attrName>
                                        </p:attrNameLst>
                                      </p:cBhvr>
                                      <p:to>
                                        <p:strVal val="visible"/>
                                      </p:to>
                                    </p:set>
                                    <p:anim calcmode="lin" valueType="num">
                                      <p:cBhvr additive="base">
                                        <p:cTn id="85"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78">
                                            <p:txEl>
                                              <p:pRg st="0" end="0"/>
                                            </p:txEl>
                                          </p:spTgt>
                                        </p:tgtEl>
                                        <p:attrNameLst>
                                          <p:attrName>ppt_y</p:attrName>
                                        </p:attrNameLst>
                                      </p:cBhvr>
                                      <p:tavLst>
                                        <p:tav tm="0">
                                          <p:val>
                                            <p:strVal val="1+#ppt_h/2"/>
                                          </p:val>
                                        </p:tav>
                                        <p:tav tm="100000">
                                          <p:val>
                                            <p:strVal val="#ppt_y"/>
                                          </p:val>
                                        </p:tav>
                                      </p:tavLst>
                                    </p:anim>
                                  </p:childTnLst>
                                </p:cTn>
                              </p:par>
                            </p:childTnLst>
                          </p:cTn>
                        </p:par>
                        <p:par>
                          <p:cTn id="87" fill="hold">
                            <p:stCondLst>
                              <p:cond delay="8500"/>
                            </p:stCondLst>
                            <p:childTnLst>
                              <p:par>
                                <p:cTn id="88" presetID="53" presetClass="entr" presetSubtype="0" fill="hold" grpId="0" nodeType="afterEffect">
                                  <p:stCondLst>
                                    <p:cond delay="0"/>
                                  </p:stCondLst>
                                  <p:childTnLst>
                                    <p:set>
                                      <p:cBhvr>
                                        <p:cTn id="89" dur="1" fill="hold">
                                          <p:stCondLst>
                                            <p:cond delay="0"/>
                                          </p:stCondLst>
                                        </p:cTn>
                                        <p:tgtEl>
                                          <p:spTgt spid="80"/>
                                        </p:tgtEl>
                                        <p:attrNameLst>
                                          <p:attrName>style.visibility</p:attrName>
                                        </p:attrNameLst>
                                      </p:cBhvr>
                                      <p:to>
                                        <p:strVal val="visible"/>
                                      </p:to>
                                    </p:set>
                                    <p:anim calcmode="lin" valueType="num">
                                      <p:cBhvr>
                                        <p:cTn id="90" dur="500" fill="hold"/>
                                        <p:tgtEl>
                                          <p:spTgt spid="80"/>
                                        </p:tgtEl>
                                        <p:attrNameLst>
                                          <p:attrName>ppt_w</p:attrName>
                                        </p:attrNameLst>
                                      </p:cBhvr>
                                      <p:tavLst>
                                        <p:tav tm="0">
                                          <p:val>
                                            <p:fltVal val="0"/>
                                          </p:val>
                                        </p:tav>
                                        <p:tav tm="100000">
                                          <p:val>
                                            <p:strVal val="#ppt_w"/>
                                          </p:val>
                                        </p:tav>
                                      </p:tavLst>
                                    </p:anim>
                                    <p:anim calcmode="lin" valueType="num">
                                      <p:cBhvr>
                                        <p:cTn id="91" dur="500" fill="hold"/>
                                        <p:tgtEl>
                                          <p:spTgt spid="80"/>
                                        </p:tgtEl>
                                        <p:attrNameLst>
                                          <p:attrName>ppt_h</p:attrName>
                                        </p:attrNameLst>
                                      </p:cBhvr>
                                      <p:tavLst>
                                        <p:tav tm="0">
                                          <p:val>
                                            <p:fltVal val="0"/>
                                          </p:val>
                                        </p:tav>
                                        <p:tav tm="100000">
                                          <p:val>
                                            <p:strVal val="#ppt_h"/>
                                          </p:val>
                                        </p:tav>
                                      </p:tavLst>
                                    </p:anim>
                                    <p:animEffect transition="in" filter="fade">
                                      <p:cBhvr>
                                        <p:cTn id="92" dur="500"/>
                                        <p:tgtEl>
                                          <p:spTgt spid="80"/>
                                        </p:tgtEl>
                                      </p:cBhvr>
                                    </p:animEffect>
                                  </p:childTnLst>
                                </p:cTn>
                              </p:par>
                            </p:childTnLst>
                          </p:cTn>
                        </p:par>
                        <p:par>
                          <p:cTn id="93" fill="hold">
                            <p:stCondLst>
                              <p:cond delay="9000"/>
                            </p:stCondLst>
                            <p:childTnLst>
                              <p:par>
                                <p:cTn id="94" presetID="22" presetClass="entr" presetSubtype="4" fill="hold" grpId="0" nodeType="afterEffect" nodePh="1">
                                  <p:stCondLst>
                                    <p:cond delay="0"/>
                                  </p:stCondLst>
                                  <p:endCondLst>
                                    <p:cond evt="begin" delay="0">
                                      <p:tn val="94"/>
                                    </p:cond>
                                  </p:endCondLst>
                                  <p:childTnLst>
                                    <p:set>
                                      <p:cBhvr>
                                        <p:cTn id="95" dur="1" fill="hold">
                                          <p:stCondLst>
                                            <p:cond delay="0"/>
                                          </p:stCondLst>
                                        </p:cTn>
                                        <p:tgtEl>
                                          <p:spTgt spid="79">
                                            <p:txEl>
                                              <p:pRg st="0" end="0"/>
                                            </p:txEl>
                                          </p:spTgt>
                                        </p:tgtEl>
                                        <p:attrNameLst>
                                          <p:attrName>style.visibility</p:attrName>
                                        </p:attrNameLst>
                                      </p:cBhvr>
                                      <p:to>
                                        <p:strVal val="visible"/>
                                      </p:to>
                                    </p:set>
                                    <p:animEffect transition="in" filter="wipe(down)">
                                      <p:cBhvr>
                                        <p:cTn id="96" dur="500"/>
                                        <p:tgtEl>
                                          <p:spTgt spid="79">
                                            <p:txEl>
                                              <p:pRg st="0" end="0"/>
                                            </p:txEl>
                                          </p:spTgt>
                                        </p:tgtEl>
                                      </p:cBhvr>
                                    </p:animEffect>
                                  </p:childTnLst>
                                </p:cTn>
                              </p:par>
                            </p:childTnLst>
                          </p:cTn>
                        </p:par>
                        <p:par>
                          <p:cTn id="97" fill="hold">
                            <p:stCondLst>
                              <p:cond delay="9500"/>
                            </p:stCondLst>
                            <p:childTnLst>
                              <p:par>
                                <p:cTn id="98" presetID="2" presetClass="entr" presetSubtype="4" accel="50000" decel="50000" fill="hold" grpId="0" nodeType="afterEffect" nodePh="1">
                                  <p:stCondLst>
                                    <p:cond delay="0"/>
                                  </p:stCondLst>
                                  <p:endCondLst>
                                    <p:cond evt="begin" delay="0">
                                      <p:tn val="98"/>
                                    </p:cond>
                                  </p:endCondLst>
                                  <p:childTnLst>
                                    <p:set>
                                      <p:cBhvr>
                                        <p:cTn id="99" dur="1" fill="hold">
                                          <p:stCondLst>
                                            <p:cond delay="0"/>
                                          </p:stCondLst>
                                        </p:cTn>
                                        <p:tgtEl>
                                          <p:spTgt spid="81">
                                            <p:txEl>
                                              <p:pRg st="0" end="0"/>
                                            </p:txEl>
                                          </p:spTgt>
                                        </p:tgtEl>
                                        <p:attrNameLst>
                                          <p:attrName>style.visibility</p:attrName>
                                        </p:attrNameLst>
                                      </p:cBhvr>
                                      <p:to>
                                        <p:strVal val="visible"/>
                                      </p:to>
                                    </p:set>
                                    <p:anim calcmode="lin" valueType="num">
                                      <p:cBhvr additive="base">
                                        <p:cTn id="100"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101"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1" grpId="0" animBg="1"/>
      <p:bldP spid="3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ppt_x"/>
                          </p:val>
                        </p:tav>
                        <p:tav tm="100000">
                          <p:val>
                            <p:strVal val="#ppt_x"/>
                          </p:val>
                        </p:tav>
                      </p:tavLst>
                    </p:anim>
                    <p:anim calcmode="lin" valueType="num">
                      <p:cBhvr additive="base">
                        <p:cTn dur="500" fill="hold"/>
                        <p:tgtEl>
                          <p:spTgt spid="32"/>
                        </p:tgtEl>
                        <p:attrNameLst>
                          <p:attrName>ppt_y</p:attrName>
                        </p:attrNameLst>
                      </p:cBhvr>
                      <p:tavLst>
                        <p:tav tm="0">
                          <p:val>
                            <p:strVal val="1+#ppt_h/2"/>
                          </p:val>
                        </p:tav>
                        <p:tav tm="100000">
                          <p:val>
                            <p:strVal val="#ppt_y"/>
                          </p:val>
                        </p:tav>
                      </p:tavLst>
                    </p:anim>
                  </p:childTnLst>
                </p:cTn>
              </p:par>
            </p:tnLst>
          </p:tmpl>
        </p:tmplLst>
      </p:bldP>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6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7"/>
                        </p:tgtEl>
                        <p:attrNameLst>
                          <p:attrName>style.visibility</p:attrName>
                        </p:attrNameLst>
                      </p:cBhvr>
                      <p:to>
                        <p:strVal val="visible"/>
                      </p:to>
                    </p:set>
                    <p:animEffect transition="in" filter="wipe(down)">
                      <p:cBhvr>
                        <p:cTn dur="500"/>
                        <p:tgtEl>
                          <p:spTgt spid="67"/>
                        </p:tgtEl>
                      </p:cBhvr>
                    </p:animEffect>
                  </p:childTnLst>
                </p:cTn>
              </p:par>
            </p:tnLst>
          </p:tmpl>
        </p:tmplLst>
      </p:bldP>
      <p:bldP spid="68" grpId="0" animBg="1"/>
      <p:bldP spid="6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 calcmode="lin" valueType="num">
                      <p:cBhvr additive="base">
                        <p:cTn dur="500" fill="hold"/>
                        <p:tgtEl>
                          <p:spTgt spid="69"/>
                        </p:tgtEl>
                        <p:attrNameLst>
                          <p:attrName>ppt_x</p:attrName>
                        </p:attrNameLst>
                      </p:cBhvr>
                      <p:tavLst>
                        <p:tav tm="0">
                          <p:val>
                            <p:strVal val="#ppt_x"/>
                          </p:val>
                        </p:tav>
                        <p:tav tm="100000">
                          <p:val>
                            <p:strVal val="#ppt_x"/>
                          </p:val>
                        </p:tav>
                      </p:tavLst>
                    </p:anim>
                    <p:anim calcmode="lin" valueType="num">
                      <p:cBhvr additive="base">
                        <p:cTn dur="500" fill="hold"/>
                        <p:tgtEl>
                          <p:spTgt spid="69"/>
                        </p:tgtEl>
                        <p:attrNameLst>
                          <p:attrName>ppt_y</p:attrName>
                        </p:attrNameLst>
                      </p:cBhvr>
                      <p:tavLst>
                        <p:tav tm="0">
                          <p:val>
                            <p:strVal val="1+#ppt_h/2"/>
                          </p:val>
                        </p:tav>
                        <p:tav tm="100000">
                          <p:val>
                            <p:strVal val="#ppt_y"/>
                          </p:val>
                        </p:tav>
                      </p:tavLst>
                    </p:anim>
                  </p:childTnLst>
                </p:cTn>
              </p:par>
            </p:tnLst>
          </p:tmpl>
        </p:tmplLst>
      </p:bldP>
      <p:bldP spid="7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0"/>
                        </p:tgtEl>
                        <p:attrNameLst>
                          <p:attrName>style.visibility</p:attrName>
                        </p:attrNameLst>
                      </p:cBhvr>
                      <p:to>
                        <p:strVal val="visible"/>
                      </p:to>
                    </p:set>
                    <p:animEffect transition="in" filter="wipe(down)">
                      <p:cBhvr>
                        <p:cTn dur="500"/>
                        <p:tgtEl>
                          <p:spTgt spid="70"/>
                        </p:tgtEl>
                      </p:cBhvr>
                    </p:animEffect>
                  </p:childTnLst>
                </p:cTn>
              </p:par>
            </p:tnLst>
          </p:tmpl>
        </p:tmplLst>
      </p:bldP>
      <p:bldP spid="71" grpId="0" animBg="1"/>
      <p:bldP spid="7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2"/>
                        </p:tgtEl>
                        <p:attrNameLst>
                          <p:attrName>style.visibility</p:attrName>
                        </p:attrNameLst>
                      </p:cBhvr>
                      <p:to>
                        <p:strVal val="visible"/>
                      </p:to>
                    </p:set>
                    <p:anim calcmode="lin" valueType="num">
                      <p:cBhvr additive="base">
                        <p:cTn dur="500" fill="hold"/>
                        <p:tgtEl>
                          <p:spTgt spid="72"/>
                        </p:tgtEl>
                        <p:attrNameLst>
                          <p:attrName>ppt_x</p:attrName>
                        </p:attrNameLst>
                      </p:cBhvr>
                      <p:tavLst>
                        <p:tav tm="0">
                          <p:val>
                            <p:strVal val="#ppt_x"/>
                          </p:val>
                        </p:tav>
                        <p:tav tm="100000">
                          <p:val>
                            <p:strVal val="#ppt_x"/>
                          </p:val>
                        </p:tav>
                      </p:tavLst>
                    </p:anim>
                    <p:anim calcmode="lin" valueType="num">
                      <p:cBhvr additive="base">
                        <p:cTn dur="500" fill="hold"/>
                        <p:tgtEl>
                          <p:spTgt spid="72"/>
                        </p:tgtEl>
                        <p:attrNameLst>
                          <p:attrName>ppt_y</p:attrName>
                        </p:attrNameLst>
                      </p:cBhvr>
                      <p:tavLst>
                        <p:tav tm="0">
                          <p:val>
                            <p:strVal val="1+#ppt_h/2"/>
                          </p:val>
                        </p:tav>
                        <p:tav tm="100000">
                          <p:val>
                            <p:strVal val="#ppt_y"/>
                          </p:val>
                        </p:tav>
                      </p:tavLst>
                    </p:anim>
                  </p:childTnLst>
                </p:cTn>
              </p:par>
            </p:tnLst>
          </p:tmpl>
        </p:tmplLst>
      </p:bldP>
      <p:bldP spid="7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3"/>
                        </p:tgtEl>
                        <p:attrNameLst>
                          <p:attrName>style.visibility</p:attrName>
                        </p:attrNameLst>
                      </p:cBhvr>
                      <p:to>
                        <p:strVal val="visible"/>
                      </p:to>
                    </p:set>
                    <p:animEffect transition="in" filter="wipe(down)">
                      <p:cBhvr>
                        <p:cTn dur="500"/>
                        <p:tgtEl>
                          <p:spTgt spid="73"/>
                        </p:tgtEl>
                      </p:cBhvr>
                    </p:animEffect>
                  </p:childTnLst>
                </p:cTn>
              </p:par>
            </p:tnLst>
          </p:tmpl>
        </p:tmplLst>
      </p:bldP>
      <p:bldP spid="74" grpId="0" animBg="1"/>
      <p:bldP spid="75"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ppt_x"/>
                          </p:val>
                        </p:tav>
                        <p:tav tm="100000">
                          <p:val>
                            <p:strVal val="#ppt_x"/>
                          </p:val>
                        </p:tav>
                      </p:tavLst>
                    </p:anim>
                    <p:anim calcmode="lin" valueType="num">
                      <p:cBhvr additive="base">
                        <p:cTn dur="500" fill="hold"/>
                        <p:tgtEl>
                          <p:spTgt spid="75"/>
                        </p:tgtEl>
                        <p:attrNameLst>
                          <p:attrName>ppt_y</p:attrName>
                        </p:attrNameLst>
                      </p:cBhvr>
                      <p:tavLst>
                        <p:tav tm="0">
                          <p:val>
                            <p:strVal val="1+#ppt_h/2"/>
                          </p:val>
                        </p:tav>
                        <p:tav tm="100000">
                          <p:val>
                            <p:strVal val="#ppt_y"/>
                          </p:val>
                        </p:tav>
                      </p:tavLst>
                    </p:anim>
                  </p:childTnLst>
                </p:cTn>
              </p:par>
            </p:tnLst>
          </p:tmpl>
        </p:tmplLst>
      </p:bldP>
      <p:bldP spid="7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Effect transition="in" filter="wipe(down)">
                      <p:cBhvr>
                        <p:cTn dur="500"/>
                        <p:tgtEl>
                          <p:spTgt spid="76"/>
                        </p:tgtEl>
                      </p:cBhvr>
                    </p:animEffect>
                  </p:childTnLst>
                </p:cTn>
              </p:par>
            </p:tnLst>
          </p:tmpl>
        </p:tmplLst>
      </p:bldP>
      <p:bldP spid="77" grpId="0" animBg="1"/>
      <p:bldP spid="7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8"/>
                        </p:tgtEl>
                        <p:attrNameLst>
                          <p:attrName>style.visibility</p:attrName>
                        </p:attrNameLst>
                      </p:cBhvr>
                      <p:to>
                        <p:strVal val="visible"/>
                      </p:to>
                    </p:set>
                    <p:anim calcmode="lin" valueType="num">
                      <p:cBhvr additive="base">
                        <p:cTn dur="500" fill="hold"/>
                        <p:tgtEl>
                          <p:spTgt spid="78"/>
                        </p:tgtEl>
                        <p:attrNameLst>
                          <p:attrName>ppt_x</p:attrName>
                        </p:attrNameLst>
                      </p:cBhvr>
                      <p:tavLst>
                        <p:tav tm="0">
                          <p:val>
                            <p:strVal val="#ppt_x"/>
                          </p:val>
                        </p:tav>
                        <p:tav tm="100000">
                          <p:val>
                            <p:strVal val="#ppt_x"/>
                          </p:val>
                        </p:tav>
                      </p:tavLst>
                    </p:anim>
                    <p:anim calcmode="lin" valueType="num">
                      <p:cBhvr additive="base">
                        <p:cTn dur="500" fill="hold"/>
                        <p:tgtEl>
                          <p:spTgt spid="78"/>
                        </p:tgtEl>
                        <p:attrNameLst>
                          <p:attrName>ppt_y</p:attrName>
                        </p:attrNameLst>
                      </p:cBhvr>
                      <p:tavLst>
                        <p:tav tm="0">
                          <p:val>
                            <p:strVal val="1+#ppt_h/2"/>
                          </p:val>
                        </p:tav>
                        <p:tav tm="100000">
                          <p:val>
                            <p:strVal val="#ppt_y"/>
                          </p:val>
                        </p:tav>
                      </p:tavLst>
                    </p:anim>
                  </p:childTnLst>
                </p:cTn>
              </p:par>
            </p:tnLst>
          </p:tmpl>
        </p:tmplLst>
      </p:bldP>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animBg="1"/>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am08">
    <p:spTree>
      <p:nvGrpSpPr>
        <p:cNvPr id="1" name=""/>
        <p:cNvGrpSpPr/>
        <p:nvPr/>
      </p:nvGrpSpPr>
      <p:grpSpPr>
        <a:xfrm>
          <a:off x="0" y="0"/>
          <a:ext cx="0" cy="0"/>
          <a:chOff x="0" y="0"/>
          <a:chExt cx="0" cy="0"/>
        </a:xfrm>
      </p:grpSpPr>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44" name="Round Same Side Corner Rectangle 43"/>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45" name="Slide Number Placeholder 4"/>
          <p:cNvSpPr>
            <a:spLocks noGrp="1"/>
          </p:cNvSpPr>
          <p:nvPr>
            <p:ph type="sldNum" sz="quarter" idx="12"/>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24" name="Rounded Rectangle 23"/>
          <p:cNvSpPr/>
          <p:nvPr userDrawn="1"/>
        </p:nvSpPr>
        <p:spPr>
          <a:xfrm>
            <a:off x="654724" y="1375291"/>
            <a:ext cx="3802062" cy="1684314"/>
          </a:xfrm>
          <a:prstGeom prst="roundRect">
            <a:avLst>
              <a:gd name="adj" fmla="val 366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Picture Placeholder 7"/>
          <p:cNvSpPr>
            <a:spLocks noGrp="1"/>
          </p:cNvSpPr>
          <p:nvPr>
            <p:ph type="pic" sz="quarter" idx="15" hasCustomPrompt="1"/>
          </p:nvPr>
        </p:nvSpPr>
        <p:spPr>
          <a:xfrm>
            <a:off x="847388" y="1504216"/>
            <a:ext cx="1401282" cy="1426464"/>
          </a:xfrm>
          <a:prstGeom prst="roundRect">
            <a:avLst>
              <a:gd name="adj" fmla="val 8424"/>
            </a:avLst>
          </a:prstGeom>
          <a:ln>
            <a:noFill/>
          </a:ln>
        </p:spPr>
        <p:txBody>
          <a:bodyPr bIns="274320" anchor="b"/>
          <a:lstStyle>
            <a:lvl1pPr algn="ctr">
              <a:buNone/>
              <a:defRPr sz="1200">
                <a:solidFill>
                  <a:schemeClr val="bg1"/>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arn(inVertical)">
                                      <p:cBhvr>
                                        <p:cTn id="15" dur="500"/>
                                        <p:tgtEl>
                                          <p:spTgt spid="24"/>
                                        </p:tgtEl>
                                      </p:cBhvr>
                                    </p:animEffect>
                                  </p:childTnLst>
                                </p:cTn>
                              </p:par>
                            </p:childTnLst>
                          </p:cTn>
                        </p:par>
                        <p:par>
                          <p:cTn id="16" fill="hold">
                            <p:stCondLst>
                              <p:cond delay="1500"/>
                            </p:stCondLst>
                            <p:childTnLst>
                              <p:par>
                                <p:cTn id="17" presetID="16" presetClass="entr" presetSubtype="42"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barn(outHorizontal)">
                                      <p:cBhvr>
                                        <p:cTn id="1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24" grpId="0" animBg="1"/>
      <p:bldP spid="27" grpId="0"/>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0" y="1133821"/>
            <a:ext cx="2773585" cy="2131459"/>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27" name="Picture Placeholder 7"/>
          <p:cNvSpPr>
            <a:spLocks noGrp="1"/>
          </p:cNvSpPr>
          <p:nvPr>
            <p:ph type="pic" sz="quarter" idx="15" hasCustomPrompt="1"/>
          </p:nvPr>
        </p:nvSpPr>
        <p:spPr>
          <a:xfrm>
            <a:off x="6362429" y="1133821"/>
            <a:ext cx="2781572" cy="2131459"/>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31" name="Rectangle 30"/>
          <p:cNvSpPr/>
          <p:nvPr/>
        </p:nvSpPr>
        <p:spPr>
          <a:xfrm>
            <a:off x="2773585" y="1133822"/>
            <a:ext cx="3588844" cy="213145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2" accel="50000" decel="50000" fill="hold" grpId="0" nodeType="after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500" fill="hold"/>
                                        <p:tgtEl>
                                          <p:spTgt spid="27"/>
                                        </p:tgtEl>
                                        <p:attrNameLst>
                                          <p:attrName>ppt_x</p:attrName>
                                        </p:attrNameLst>
                                      </p:cBhvr>
                                      <p:tavLst>
                                        <p:tav tm="0">
                                          <p:val>
                                            <p:strVal val="1+#ppt_w/2"/>
                                          </p:val>
                                        </p:tav>
                                        <p:tav tm="100000">
                                          <p:val>
                                            <p:strVal val="#ppt_x"/>
                                          </p:val>
                                        </p:tav>
                                      </p:tavLst>
                                    </p:anim>
                                    <p:anim calcmode="lin" valueType="num">
                                      <p:cBhvr additive="base">
                                        <p:cTn id="16" dur="500" fill="hold"/>
                                        <p:tgtEl>
                                          <p:spTgt spid="27"/>
                                        </p:tgtEl>
                                        <p:attrNameLst>
                                          <p:attrName>ppt_y</p:attrName>
                                        </p:attrNameLst>
                                      </p:cBhvr>
                                      <p:tavLst>
                                        <p:tav tm="0">
                                          <p:val>
                                            <p:strVal val="#ppt_y"/>
                                          </p:val>
                                        </p:tav>
                                        <p:tav tm="100000">
                                          <p:val>
                                            <p:strVal val="#ppt_y"/>
                                          </p:val>
                                        </p:tav>
                                      </p:tavLst>
                                    </p:anim>
                                  </p:childTnLst>
                                </p:cTn>
                              </p:par>
                              <p:par>
                                <p:cTn id="17" presetID="2" presetClass="entr" presetSubtype="8" accel="50000" decel="5000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0-#ppt_w/2"/>
                                          </p:val>
                                        </p:tav>
                                        <p:tav tm="100000">
                                          <p:val>
                                            <p:strVal val="#ppt_x"/>
                                          </p:val>
                                        </p:tav>
                                      </p:tavLst>
                                    </p:anim>
                                    <p:anim calcmode="lin" valueType="num">
                                      <p:cBhvr additive="base">
                                        <p:cTn id="20"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ic02">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2" name="Picture Placeholder 7"/>
          <p:cNvSpPr>
            <a:spLocks noGrp="1"/>
          </p:cNvSpPr>
          <p:nvPr>
            <p:ph type="pic" sz="quarter" idx="15" hasCustomPrompt="1"/>
          </p:nvPr>
        </p:nvSpPr>
        <p:spPr>
          <a:xfrm>
            <a:off x="4514392" y="1073969"/>
            <a:ext cx="3974883" cy="1347062"/>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13" name="Picture Placeholder 7"/>
          <p:cNvSpPr>
            <a:spLocks noGrp="1"/>
          </p:cNvSpPr>
          <p:nvPr>
            <p:ph type="pic" sz="quarter" idx="16" hasCustomPrompt="1"/>
          </p:nvPr>
        </p:nvSpPr>
        <p:spPr>
          <a:xfrm>
            <a:off x="4514392" y="2571750"/>
            <a:ext cx="3974883" cy="1347062"/>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right)">
                                      <p:cBhvr>
                                        <p:cTn id="15" dur="500"/>
                                        <p:tgtEl>
                                          <p:spTgt spid="12"/>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2" grpId="0"/>
      <p:bldP spid="13" grpId="0"/>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Pic02">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3" name="Picture Placeholder 7"/>
          <p:cNvSpPr>
            <a:spLocks noGrp="1"/>
          </p:cNvSpPr>
          <p:nvPr>
            <p:ph type="pic" sz="quarter" idx="16" hasCustomPrompt="1"/>
          </p:nvPr>
        </p:nvSpPr>
        <p:spPr>
          <a:xfrm>
            <a:off x="6781800" y="2438400"/>
            <a:ext cx="1905000" cy="1005895"/>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sp>
        <p:nvSpPr>
          <p:cNvPr id="8" name="Picture Placeholder 7"/>
          <p:cNvSpPr>
            <a:spLocks noGrp="1"/>
          </p:cNvSpPr>
          <p:nvPr>
            <p:ph type="pic" sz="quarter" idx="17" hasCustomPrompt="1"/>
          </p:nvPr>
        </p:nvSpPr>
        <p:spPr>
          <a:xfrm>
            <a:off x="4836201" y="3527404"/>
            <a:ext cx="1905000" cy="1005895"/>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grpSp>
        <p:nvGrpSpPr>
          <p:cNvPr id="25" name="Group 24"/>
          <p:cNvGrpSpPr/>
          <p:nvPr userDrawn="1"/>
        </p:nvGrpSpPr>
        <p:grpSpPr>
          <a:xfrm>
            <a:off x="6781800" y="1339750"/>
            <a:ext cx="1905000" cy="1024202"/>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1" name="Picture Placeholder 7"/>
          <p:cNvSpPr>
            <a:spLocks noGrp="1"/>
          </p:cNvSpPr>
          <p:nvPr>
            <p:ph type="pic" sz="quarter" idx="15" hasCustomPrompt="1"/>
          </p:nvPr>
        </p:nvSpPr>
        <p:spPr>
          <a:xfrm>
            <a:off x="4836201" y="1363473"/>
            <a:ext cx="1905000" cy="1005895"/>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grpSp>
        <p:nvGrpSpPr>
          <p:cNvPr id="32" name="Group 31"/>
          <p:cNvGrpSpPr/>
          <p:nvPr userDrawn="1"/>
        </p:nvGrpSpPr>
        <p:grpSpPr>
          <a:xfrm>
            <a:off x="4836201" y="2440896"/>
            <a:ext cx="1905000" cy="1024202"/>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 name="Group 34"/>
          <p:cNvGrpSpPr/>
          <p:nvPr userDrawn="1"/>
        </p:nvGrpSpPr>
        <p:grpSpPr>
          <a:xfrm>
            <a:off x="6781800" y="3529900"/>
            <a:ext cx="1905000" cy="1024202"/>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wipe(down)">
                                      <p:cBhvr>
                                        <p:cTn id="15" dur="500"/>
                                        <p:tgtEl>
                                          <p:spTgt spid="31"/>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wipe(down)">
                                      <p:cBhvr>
                                        <p:cTn id="23" dur="500"/>
                                        <p:tgtEl>
                                          <p:spTgt spid="32"/>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down)">
                                      <p:cBhvr>
                                        <p:cTn id="31" dur="500"/>
                                        <p:tgtEl>
                                          <p:spTgt spid="8"/>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wipe(down)">
                                      <p:cBhvr>
                                        <p:cTn id="3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3" grpId="0"/>
      <p:bldP spid="8" grpId="0"/>
      <p:bldP spid="31" grpId="0"/>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_Pic02">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19" name="Group 18"/>
          <p:cNvGrpSpPr/>
          <p:nvPr userDrawn="1"/>
        </p:nvGrpSpPr>
        <p:grpSpPr>
          <a:xfrm>
            <a:off x="415786" y="1270500"/>
            <a:ext cx="1706218" cy="1526162"/>
            <a:chOff x="4750079" y="1706835"/>
            <a:chExt cx="1785974" cy="1044090"/>
          </a:xfrm>
        </p:grpSpPr>
        <p:sp>
          <p:nvSpPr>
            <p:cNvPr id="20" name="Rectangle 19"/>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3" name="Group 22"/>
          <p:cNvGrpSpPr/>
          <p:nvPr userDrawn="1"/>
        </p:nvGrpSpPr>
        <p:grpSpPr>
          <a:xfrm>
            <a:off x="7021996" y="1270500"/>
            <a:ext cx="1706218" cy="1526162"/>
            <a:chOff x="4750079" y="1706835"/>
            <a:chExt cx="1785974" cy="1044090"/>
          </a:xfrm>
        </p:grpSpPr>
        <p:sp>
          <p:nvSpPr>
            <p:cNvPr id="24" name="Rectangle 23"/>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2" name="Group 31"/>
          <p:cNvGrpSpPr/>
          <p:nvPr userDrawn="1"/>
        </p:nvGrpSpPr>
        <p:grpSpPr>
          <a:xfrm>
            <a:off x="415786" y="2960526"/>
            <a:ext cx="1706218" cy="1526162"/>
            <a:chOff x="4750079" y="1706835"/>
            <a:chExt cx="1785974" cy="1044090"/>
          </a:xfrm>
        </p:grpSpPr>
        <p:sp>
          <p:nvSpPr>
            <p:cNvPr id="35" name="Rectangle 34"/>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 39"/>
          <p:cNvGrpSpPr/>
          <p:nvPr userDrawn="1"/>
        </p:nvGrpSpPr>
        <p:grpSpPr>
          <a:xfrm>
            <a:off x="7021996" y="2960526"/>
            <a:ext cx="1706218" cy="1526162"/>
            <a:chOff x="4750079" y="1706835"/>
            <a:chExt cx="1785974" cy="1044090"/>
          </a:xfrm>
        </p:grpSpPr>
        <p:sp>
          <p:nvSpPr>
            <p:cNvPr id="41" name="Rectangle 40"/>
            <p:cNvSpPr/>
            <p:nvPr/>
          </p:nvSpPr>
          <p:spPr>
            <a:xfrm>
              <a:off x="4750079" y="1747885"/>
              <a:ext cx="1785974" cy="100304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p:cNvSpPr/>
            <p:nvPr/>
          </p:nvSpPr>
          <p:spPr>
            <a:xfrm>
              <a:off x="4750079" y="1706835"/>
              <a:ext cx="1785974" cy="1003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Picture Placeholder 7"/>
          <p:cNvSpPr>
            <a:spLocks noGrp="1"/>
          </p:cNvSpPr>
          <p:nvPr>
            <p:ph type="pic" sz="quarter" idx="15" hasCustomPrompt="1"/>
          </p:nvPr>
        </p:nvSpPr>
        <p:spPr>
          <a:xfrm>
            <a:off x="2122004" y="1270500"/>
            <a:ext cx="2385392" cy="1526162"/>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sp>
        <p:nvSpPr>
          <p:cNvPr id="48" name="Picture Placeholder 7"/>
          <p:cNvSpPr>
            <a:spLocks noGrp="1"/>
          </p:cNvSpPr>
          <p:nvPr>
            <p:ph type="pic" sz="quarter" idx="16" hasCustomPrompt="1"/>
          </p:nvPr>
        </p:nvSpPr>
        <p:spPr>
          <a:xfrm>
            <a:off x="4633291" y="1270500"/>
            <a:ext cx="2385392" cy="1526162"/>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sp>
        <p:nvSpPr>
          <p:cNvPr id="49" name="Picture Placeholder 7"/>
          <p:cNvSpPr>
            <a:spLocks noGrp="1"/>
          </p:cNvSpPr>
          <p:nvPr>
            <p:ph type="pic" sz="quarter" idx="17" hasCustomPrompt="1"/>
          </p:nvPr>
        </p:nvSpPr>
        <p:spPr>
          <a:xfrm>
            <a:off x="2122004" y="2960526"/>
            <a:ext cx="2385392" cy="1526162"/>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sp>
        <p:nvSpPr>
          <p:cNvPr id="50" name="Picture Placeholder 7"/>
          <p:cNvSpPr>
            <a:spLocks noGrp="1"/>
          </p:cNvSpPr>
          <p:nvPr>
            <p:ph type="pic" sz="quarter" idx="18" hasCustomPrompt="1"/>
          </p:nvPr>
        </p:nvSpPr>
        <p:spPr>
          <a:xfrm>
            <a:off x="4633291" y="2960526"/>
            <a:ext cx="2385392" cy="1526162"/>
          </a:xfrm>
          <a:prstGeom prst="rect">
            <a:avLst/>
          </a:prstGeom>
          <a:ln>
            <a:noFill/>
          </a:ln>
        </p:spPr>
        <p:txBody>
          <a:bodyPr bIns="91440" anchor="b"/>
          <a:lstStyle>
            <a:lvl1pPr algn="ctr">
              <a:buNone/>
              <a:defRPr sz="1200">
                <a:solidFill>
                  <a:schemeClr val="tx1">
                    <a:lumMod val="50000"/>
                    <a:lumOff val="50000"/>
                  </a:schemeClr>
                </a:solidFill>
              </a:defRPr>
            </a:lvl1pPr>
          </a:lstStyle>
          <a:p>
            <a:r>
              <a:rPr lang="en-US" dirty="0"/>
              <a:t>Image Holder</a:t>
            </a:r>
          </a:p>
        </p:txBody>
      </p:sp>
      <p:sp>
        <p:nvSpPr>
          <p:cNvPr id="51" name="Text Placeholder 3"/>
          <p:cNvSpPr>
            <a:spLocks noGrp="1"/>
          </p:cNvSpPr>
          <p:nvPr>
            <p:ph type="body" sz="half" idx="19"/>
          </p:nvPr>
        </p:nvSpPr>
        <p:spPr>
          <a:xfrm>
            <a:off x="474969" y="1682327"/>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52" name="Text Placeholder 3"/>
          <p:cNvSpPr>
            <a:spLocks noGrp="1"/>
          </p:cNvSpPr>
          <p:nvPr>
            <p:ph type="body" sz="half" idx="20"/>
          </p:nvPr>
        </p:nvSpPr>
        <p:spPr>
          <a:xfrm>
            <a:off x="469700" y="1457325"/>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53" name="Text Placeholder 3"/>
          <p:cNvSpPr>
            <a:spLocks noGrp="1"/>
          </p:cNvSpPr>
          <p:nvPr>
            <p:ph type="body" sz="half" idx="21"/>
          </p:nvPr>
        </p:nvSpPr>
        <p:spPr>
          <a:xfrm>
            <a:off x="474969" y="3331256"/>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54" name="Text Placeholder 3"/>
          <p:cNvSpPr>
            <a:spLocks noGrp="1"/>
          </p:cNvSpPr>
          <p:nvPr>
            <p:ph type="body" sz="half" idx="22"/>
          </p:nvPr>
        </p:nvSpPr>
        <p:spPr>
          <a:xfrm>
            <a:off x="469700" y="3106254"/>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55" name="Text Placeholder 3"/>
          <p:cNvSpPr>
            <a:spLocks noGrp="1"/>
          </p:cNvSpPr>
          <p:nvPr>
            <p:ph type="body" sz="half" idx="23"/>
          </p:nvPr>
        </p:nvSpPr>
        <p:spPr>
          <a:xfrm>
            <a:off x="7093940" y="1682327"/>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56" name="Text Placeholder 3"/>
          <p:cNvSpPr>
            <a:spLocks noGrp="1"/>
          </p:cNvSpPr>
          <p:nvPr>
            <p:ph type="body" sz="half" idx="24"/>
          </p:nvPr>
        </p:nvSpPr>
        <p:spPr>
          <a:xfrm>
            <a:off x="7088671" y="1457325"/>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57" name="Text Placeholder 3"/>
          <p:cNvSpPr>
            <a:spLocks noGrp="1"/>
          </p:cNvSpPr>
          <p:nvPr>
            <p:ph type="body" sz="half" idx="25"/>
          </p:nvPr>
        </p:nvSpPr>
        <p:spPr>
          <a:xfrm>
            <a:off x="7093940" y="3369356"/>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58" name="Text Placeholder 3"/>
          <p:cNvSpPr>
            <a:spLocks noGrp="1"/>
          </p:cNvSpPr>
          <p:nvPr>
            <p:ph type="body" sz="half" idx="26"/>
          </p:nvPr>
        </p:nvSpPr>
        <p:spPr>
          <a:xfrm>
            <a:off x="7088671" y="3144354"/>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wipe(left)">
                                      <p:cBhvr>
                                        <p:cTn id="15" dur="500"/>
                                        <p:tgtEl>
                                          <p:spTgt spid="19"/>
                                        </p:tgtEl>
                                      </p:cBhvr>
                                    </p:animEffect>
                                  </p:childTnLst>
                                </p:cTn>
                              </p:par>
                            </p:childTnLst>
                          </p:cTn>
                        </p:par>
                        <p:par>
                          <p:cTn id="16" fill="hold">
                            <p:stCondLst>
                              <p:cond delay="1500"/>
                            </p:stCondLst>
                            <p:childTnLst>
                              <p:par>
                                <p:cTn id="17" presetID="22" presetClass="entr" presetSubtype="4" fill="hold" grpId="0" nodeType="afterEffect" nodePh="1">
                                  <p:stCondLst>
                                    <p:cond delay="0"/>
                                  </p:stCondLst>
                                  <p:endCondLst>
                                    <p:cond evt="begin" delay="0">
                                      <p:tn val="17"/>
                                    </p:cond>
                                  </p:endCondLst>
                                  <p:childTnLst>
                                    <p:set>
                                      <p:cBhvr>
                                        <p:cTn id="18" dur="1" fill="hold">
                                          <p:stCondLst>
                                            <p:cond delay="0"/>
                                          </p:stCondLst>
                                        </p:cTn>
                                        <p:tgtEl>
                                          <p:spTgt spid="52">
                                            <p:txEl>
                                              <p:pRg st="0" end="0"/>
                                            </p:txEl>
                                          </p:spTgt>
                                        </p:tgtEl>
                                        <p:attrNameLst>
                                          <p:attrName>style.visibility</p:attrName>
                                        </p:attrNameLst>
                                      </p:cBhvr>
                                      <p:to>
                                        <p:strVal val="visible"/>
                                      </p:to>
                                    </p:set>
                                    <p:animEffect transition="in" filter="wipe(down)">
                                      <p:cBhvr>
                                        <p:cTn id="19" dur="500"/>
                                        <p:tgtEl>
                                          <p:spTgt spid="52">
                                            <p:txEl>
                                              <p:pRg st="0" end="0"/>
                                            </p:txEl>
                                          </p:spTgt>
                                        </p:tgtEl>
                                      </p:cBhvr>
                                    </p:animEffect>
                                  </p:childTnLst>
                                </p:cTn>
                              </p:par>
                            </p:childTnLst>
                          </p:cTn>
                        </p:par>
                        <p:par>
                          <p:cTn id="20" fill="hold">
                            <p:stCondLst>
                              <p:cond delay="2000"/>
                            </p:stCondLst>
                            <p:childTnLst>
                              <p:par>
                                <p:cTn id="21" presetID="22" presetClass="entr" presetSubtype="4" fill="hold" grpId="0" nodeType="afterEffect" nodePh="1">
                                  <p:stCondLst>
                                    <p:cond delay="0"/>
                                  </p:stCondLst>
                                  <p:endCondLst>
                                    <p:cond evt="begin" delay="0">
                                      <p:tn val="21"/>
                                    </p:cond>
                                  </p:endCondLst>
                                  <p:childTnLst>
                                    <p:set>
                                      <p:cBhvr>
                                        <p:cTn id="22" dur="1" fill="hold">
                                          <p:stCondLst>
                                            <p:cond delay="0"/>
                                          </p:stCondLst>
                                        </p:cTn>
                                        <p:tgtEl>
                                          <p:spTgt spid="51">
                                            <p:txEl>
                                              <p:pRg st="0" end="0"/>
                                            </p:txEl>
                                          </p:spTgt>
                                        </p:tgtEl>
                                        <p:attrNameLst>
                                          <p:attrName>style.visibility</p:attrName>
                                        </p:attrNameLst>
                                      </p:cBhvr>
                                      <p:to>
                                        <p:strVal val="visible"/>
                                      </p:to>
                                    </p:set>
                                    <p:animEffect transition="in" filter="wipe(down)">
                                      <p:cBhvr>
                                        <p:cTn id="23" dur="500"/>
                                        <p:tgtEl>
                                          <p:spTgt spid="51">
                                            <p:txEl>
                                              <p:pRg st="0" end="0"/>
                                            </p:txEl>
                                          </p:spTgt>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wipe(left)">
                                      <p:cBhvr>
                                        <p:cTn id="27" dur="500"/>
                                        <p:tgtEl>
                                          <p:spTgt spid="47"/>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wipe(left)">
                                      <p:cBhvr>
                                        <p:cTn id="31" dur="500"/>
                                        <p:tgtEl>
                                          <p:spTgt spid="32"/>
                                        </p:tgtEl>
                                      </p:cBhvr>
                                    </p:animEffect>
                                  </p:childTnLst>
                                </p:cTn>
                              </p:par>
                            </p:childTnLst>
                          </p:cTn>
                        </p:par>
                        <p:par>
                          <p:cTn id="32" fill="hold">
                            <p:stCondLst>
                              <p:cond delay="3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54">
                                            <p:txEl>
                                              <p:pRg st="0" end="0"/>
                                            </p:txEl>
                                          </p:spTgt>
                                        </p:tgtEl>
                                        <p:attrNameLst>
                                          <p:attrName>style.visibility</p:attrName>
                                        </p:attrNameLst>
                                      </p:cBhvr>
                                      <p:to>
                                        <p:strVal val="visible"/>
                                      </p:to>
                                    </p:set>
                                    <p:animEffect transition="in" filter="wipe(down)">
                                      <p:cBhvr>
                                        <p:cTn id="35" dur="500"/>
                                        <p:tgtEl>
                                          <p:spTgt spid="54">
                                            <p:txEl>
                                              <p:pRg st="0" end="0"/>
                                            </p:txEl>
                                          </p:spTgt>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3">
                                            <p:txEl>
                                              <p:pRg st="0" end="0"/>
                                            </p:txEl>
                                          </p:spTgt>
                                        </p:tgtEl>
                                        <p:attrNameLst>
                                          <p:attrName>style.visibility</p:attrName>
                                        </p:attrNameLst>
                                      </p:cBhvr>
                                      <p:to>
                                        <p:strVal val="visible"/>
                                      </p:to>
                                    </p:set>
                                    <p:animEffect transition="in" filter="wipe(down)">
                                      <p:cBhvr>
                                        <p:cTn id="39" dur="500"/>
                                        <p:tgtEl>
                                          <p:spTgt spid="53">
                                            <p:txEl>
                                              <p:pRg st="0" end="0"/>
                                            </p:txEl>
                                          </p:spTgt>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wipe(left)">
                                      <p:cBhvr>
                                        <p:cTn id="43" dur="500"/>
                                        <p:tgtEl>
                                          <p:spTgt spid="49"/>
                                        </p:tgtEl>
                                      </p:cBhvr>
                                    </p:animEffect>
                                  </p:childTnLst>
                                </p:cTn>
                              </p:par>
                            </p:childTnLst>
                          </p:cTn>
                        </p:par>
                        <p:par>
                          <p:cTn id="44" fill="hold">
                            <p:stCondLst>
                              <p:cond delay="5000"/>
                            </p:stCondLst>
                            <p:childTnLst>
                              <p:par>
                                <p:cTn id="45" presetID="22" presetClass="entr" presetSubtype="2" fill="hold"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wipe(right)">
                                      <p:cBhvr>
                                        <p:cTn id="47" dur="500"/>
                                        <p:tgtEl>
                                          <p:spTgt spid="23"/>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6">
                                            <p:txEl>
                                              <p:pRg st="0" end="0"/>
                                            </p:txEl>
                                          </p:spTgt>
                                        </p:tgtEl>
                                        <p:attrNameLst>
                                          <p:attrName>style.visibility</p:attrName>
                                        </p:attrNameLst>
                                      </p:cBhvr>
                                      <p:to>
                                        <p:strVal val="visible"/>
                                      </p:to>
                                    </p:set>
                                    <p:animEffect transition="in" filter="wipe(down)">
                                      <p:cBhvr>
                                        <p:cTn id="51" dur="500"/>
                                        <p:tgtEl>
                                          <p:spTgt spid="56">
                                            <p:txEl>
                                              <p:pRg st="0" end="0"/>
                                            </p:txEl>
                                          </p:spTgt>
                                        </p:tgtEl>
                                      </p:cBhvr>
                                    </p:animEffect>
                                  </p:childTnLst>
                                </p:cTn>
                              </p:par>
                            </p:childTnLst>
                          </p:cTn>
                        </p:par>
                        <p:par>
                          <p:cTn id="52" fill="hold">
                            <p:stCondLst>
                              <p:cond delay="6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55">
                                            <p:txEl>
                                              <p:pRg st="0" end="0"/>
                                            </p:txEl>
                                          </p:spTgt>
                                        </p:tgtEl>
                                        <p:attrNameLst>
                                          <p:attrName>style.visibility</p:attrName>
                                        </p:attrNameLst>
                                      </p:cBhvr>
                                      <p:to>
                                        <p:strVal val="visible"/>
                                      </p:to>
                                    </p:set>
                                    <p:animEffect transition="in" filter="wipe(down)">
                                      <p:cBhvr>
                                        <p:cTn id="55" dur="500"/>
                                        <p:tgtEl>
                                          <p:spTgt spid="55">
                                            <p:txEl>
                                              <p:pRg st="0" end="0"/>
                                            </p:txEl>
                                          </p:spTgt>
                                        </p:tgtEl>
                                      </p:cBhvr>
                                    </p:animEffect>
                                  </p:childTnLst>
                                </p:cTn>
                              </p:par>
                            </p:childTnLst>
                          </p:cTn>
                        </p:par>
                        <p:par>
                          <p:cTn id="56" fill="hold">
                            <p:stCondLst>
                              <p:cond delay="6500"/>
                            </p:stCondLst>
                            <p:childTnLst>
                              <p:par>
                                <p:cTn id="57" presetID="22" presetClass="entr" presetSubtype="2" fill="hold" grpId="0" nodeType="after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wipe(right)">
                                      <p:cBhvr>
                                        <p:cTn id="59" dur="500"/>
                                        <p:tgtEl>
                                          <p:spTgt spid="48"/>
                                        </p:tgtEl>
                                      </p:cBhvr>
                                    </p:animEffect>
                                  </p:childTnLst>
                                </p:cTn>
                              </p:par>
                            </p:childTnLst>
                          </p:cTn>
                        </p:par>
                        <p:par>
                          <p:cTn id="60" fill="hold">
                            <p:stCondLst>
                              <p:cond delay="7000"/>
                            </p:stCondLst>
                            <p:childTnLst>
                              <p:par>
                                <p:cTn id="61" presetID="22" presetClass="entr" presetSubtype="2"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Effect transition="in" filter="wipe(right)">
                                      <p:cBhvr>
                                        <p:cTn id="63" dur="500"/>
                                        <p:tgtEl>
                                          <p:spTgt spid="40"/>
                                        </p:tgtEl>
                                      </p:cBhvr>
                                    </p:animEffect>
                                  </p:childTnLst>
                                </p:cTn>
                              </p:par>
                            </p:childTnLst>
                          </p:cTn>
                        </p:par>
                        <p:par>
                          <p:cTn id="64" fill="hold">
                            <p:stCondLst>
                              <p:cond delay="7500"/>
                            </p:stCondLst>
                            <p:childTnLst>
                              <p:par>
                                <p:cTn id="65" presetID="22" presetClass="entr" presetSubtype="4" fill="hold" grpId="0" nodeType="afterEffect" nodePh="1">
                                  <p:stCondLst>
                                    <p:cond delay="0"/>
                                  </p:stCondLst>
                                  <p:endCondLst>
                                    <p:cond evt="begin" delay="0">
                                      <p:tn val="65"/>
                                    </p:cond>
                                  </p:endCondLst>
                                  <p:childTnLst>
                                    <p:set>
                                      <p:cBhvr>
                                        <p:cTn id="66" dur="1" fill="hold">
                                          <p:stCondLst>
                                            <p:cond delay="0"/>
                                          </p:stCondLst>
                                        </p:cTn>
                                        <p:tgtEl>
                                          <p:spTgt spid="58">
                                            <p:txEl>
                                              <p:pRg st="0" end="0"/>
                                            </p:txEl>
                                          </p:spTgt>
                                        </p:tgtEl>
                                        <p:attrNameLst>
                                          <p:attrName>style.visibility</p:attrName>
                                        </p:attrNameLst>
                                      </p:cBhvr>
                                      <p:to>
                                        <p:strVal val="visible"/>
                                      </p:to>
                                    </p:set>
                                    <p:animEffect transition="in" filter="wipe(down)">
                                      <p:cBhvr>
                                        <p:cTn id="67" dur="500"/>
                                        <p:tgtEl>
                                          <p:spTgt spid="58">
                                            <p:txEl>
                                              <p:pRg st="0" end="0"/>
                                            </p:txEl>
                                          </p:spTgt>
                                        </p:tgtEl>
                                      </p:cBhvr>
                                    </p:animEffect>
                                  </p:childTnLst>
                                </p:cTn>
                              </p:par>
                            </p:childTnLst>
                          </p:cTn>
                        </p:par>
                        <p:par>
                          <p:cTn id="68" fill="hold">
                            <p:stCondLst>
                              <p:cond delay="8000"/>
                            </p:stCondLst>
                            <p:childTnLst>
                              <p:par>
                                <p:cTn id="69" presetID="22" presetClass="entr" presetSubtype="4" fill="hold" grpId="0" nodeType="afterEffect" nodePh="1">
                                  <p:stCondLst>
                                    <p:cond delay="0"/>
                                  </p:stCondLst>
                                  <p:endCondLst>
                                    <p:cond evt="begin" delay="0">
                                      <p:tn val="69"/>
                                    </p:cond>
                                  </p:endCondLst>
                                  <p:childTnLst>
                                    <p:set>
                                      <p:cBhvr>
                                        <p:cTn id="70" dur="1" fill="hold">
                                          <p:stCondLst>
                                            <p:cond delay="0"/>
                                          </p:stCondLst>
                                        </p:cTn>
                                        <p:tgtEl>
                                          <p:spTgt spid="57">
                                            <p:txEl>
                                              <p:pRg st="0" end="0"/>
                                            </p:txEl>
                                          </p:spTgt>
                                        </p:tgtEl>
                                        <p:attrNameLst>
                                          <p:attrName>style.visibility</p:attrName>
                                        </p:attrNameLst>
                                      </p:cBhvr>
                                      <p:to>
                                        <p:strVal val="visible"/>
                                      </p:to>
                                    </p:set>
                                    <p:animEffect transition="in" filter="wipe(down)">
                                      <p:cBhvr>
                                        <p:cTn id="71" dur="500"/>
                                        <p:tgtEl>
                                          <p:spTgt spid="57">
                                            <p:txEl>
                                              <p:pRg st="0" end="0"/>
                                            </p:txEl>
                                          </p:spTgt>
                                        </p:tgtEl>
                                      </p:cBhvr>
                                    </p:animEffect>
                                  </p:childTnLst>
                                </p:cTn>
                              </p:par>
                            </p:childTnLst>
                          </p:cTn>
                        </p:par>
                        <p:par>
                          <p:cTn id="72" fill="hold">
                            <p:stCondLst>
                              <p:cond delay="8500"/>
                            </p:stCondLst>
                            <p:childTnLst>
                              <p:par>
                                <p:cTn id="73" presetID="22" presetClass="entr" presetSubtype="2" fill="hold" grpId="0" nodeType="afterEffect">
                                  <p:stCondLst>
                                    <p:cond delay="0"/>
                                  </p:stCondLst>
                                  <p:childTnLst>
                                    <p:set>
                                      <p:cBhvr>
                                        <p:cTn id="74" dur="1" fill="hold">
                                          <p:stCondLst>
                                            <p:cond delay="0"/>
                                          </p:stCondLst>
                                        </p:cTn>
                                        <p:tgtEl>
                                          <p:spTgt spid="50"/>
                                        </p:tgtEl>
                                        <p:attrNameLst>
                                          <p:attrName>style.visibility</p:attrName>
                                        </p:attrNameLst>
                                      </p:cBhvr>
                                      <p:to>
                                        <p:strVal val="visible"/>
                                      </p:to>
                                    </p:set>
                                    <p:animEffect transition="in" filter="wipe(right)">
                                      <p:cBhvr>
                                        <p:cTn id="7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47" grpId="0"/>
      <p:bldP spid="48" grpId="0"/>
      <p:bldP spid="49" grpId="0"/>
      <p:bldP spid="50" grpId="0"/>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2"/>
                        </p:tgtEl>
                        <p:attrNameLst>
                          <p:attrName>style.visibility</p:attrName>
                        </p:attrNameLst>
                      </p:cBhvr>
                      <p:to>
                        <p:strVal val="visible"/>
                      </p:to>
                    </p:set>
                    <p:animEffect transition="in" filter="wipe(down)">
                      <p:cBhvr>
                        <p:cTn dur="500"/>
                        <p:tgtEl>
                          <p:spTgt spid="52"/>
                        </p:tgtEl>
                      </p:cBhvr>
                    </p:animEffect>
                  </p:childTnLst>
                </p:cTn>
              </p:par>
            </p:tnLst>
          </p:tmpl>
        </p:tmplLst>
      </p:bldP>
      <p:bldP spid="5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3"/>
                        </p:tgtEl>
                        <p:attrNameLst>
                          <p:attrName>style.visibility</p:attrName>
                        </p:attrNameLst>
                      </p:cBhvr>
                      <p:to>
                        <p:strVal val="visible"/>
                      </p:to>
                    </p:set>
                    <p:animEffect transition="in" filter="wipe(down)">
                      <p:cBhvr>
                        <p:cTn dur="500"/>
                        <p:tgtEl>
                          <p:spTgt spid="53"/>
                        </p:tgtEl>
                      </p:cBhvr>
                    </p:animEffect>
                  </p:childTnLst>
                </p:cTn>
              </p:par>
            </p:tnLst>
          </p:tmpl>
        </p:tmplLst>
      </p:bldP>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5"/>
                        </p:tgtEl>
                        <p:attrNameLst>
                          <p:attrName>style.visibility</p:attrName>
                        </p:attrNameLst>
                      </p:cBhvr>
                      <p:to>
                        <p:strVal val="visible"/>
                      </p:to>
                    </p:set>
                    <p:animEffect transition="in" filter="wipe(down)">
                      <p:cBhvr>
                        <p:cTn dur="500"/>
                        <p:tgtEl>
                          <p:spTgt spid="55"/>
                        </p:tgtEl>
                      </p:cBhvr>
                    </p:animEffect>
                  </p:childTnLst>
                </p:cTn>
              </p:par>
            </p:tnLst>
          </p:tmpl>
        </p:tmplLst>
      </p:bldP>
      <p:bldP spid="5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6"/>
                        </p:tgtEl>
                        <p:attrNameLst>
                          <p:attrName>style.visibility</p:attrName>
                        </p:attrNameLst>
                      </p:cBhvr>
                      <p:to>
                        <p:strVal val="visible"/>
                      </p:to>
                    </p:set>
                    <p:animEffect transition="in" filter="wipe(down)">
                      <p:cBhvr>
                        <p:cTn dur="500"/>
                        <p:tgtEl>
                          <p:spTgt spid="56"/>
                        </p:tgtEl>
                      </p:cBhvr>
                    </p:animEffect>
                  </p:childTnLst>
                </p:cTn>
              </p:par>
            </p:tnLst>
          </p:tmpl>
        </p:tmplLst>
      </p:bldP>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8"/>
                        </p:tgtEl>
                        <p:attrNameLst>
                          <p:attrName>style.visibility</p:attrName>
                        </p:attrNameLst>
                      </p:cBhvr>
                      <p:to>
                        <p:strVal val="visible"/>
                      </p:to>
                    </p:set>
                    <p:animEffect transition="in" filter="wipe(down)">
                      <p:cBhvr>
                        <p:cTn dur="500"/>
                        <p:tgtEl>
                          <p:spTgt spid="58"/>
                        </p:tgtEl>
                      </p:cBhvr>
                    </p:animEffect>
                  </p:childTnLst>
                </p:cTn>
              </p:par>
            </p:tnLst>
          </p:tmpl>
        </p:tmplLst>
      </p:bldP>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_Pic02">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2" name="Group 18"/>
          <p:cNvGrpSpPr/>
          <p:nvPr userDrawn="1"/>
        </p:nvGrpSpPr>
        <p:grpSpPr>
          <a:xfrm>
            <a:off x="0" y="1264650"/>
            <a:ext cx="1828800" cy="1682250"/>
            <a:chOff x="4750079" y="1706835"/>
            <a:chExt cx="1785974" cy="1044090"/>
          </a:xfrm>
        </p:grpSpPr>
        <p:sp>
          <p:nvSpPr>
            <p:cNvPr id="20" name="Rectangle 19"/>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2"/>
          <p:cNvGrpSpPr/>
          <p:nvPr userDrawn="1"/>
        </p:nvGrpSpPr>
        <p:grpSpPr>
          <a:xfrm>
            <a:off x="3657600" y="1264650"/>
            <a:ext cx="1828800" cy="1682250"/>
            <a:chOff x="4750079" y="1706835"/>
            <a:chExt cx="1785974" cy="1044090"/>
          </a:xfrm>
        </p:grpSpPr>
        <p:sp>
          <p:nvSpPr>
            <p:cNvPr id="24" name="Rectangle 23"/>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 22"/>
          <p:cNvGrpSpPr/>
          <p:nvPr userDrawn="1"/>
        </p:nvGrpSpPr>
        <p:grpSpPr>
          <a:xfrm>
            <a:off x="7315200" y="1264650"/>
            <a:ext cx="1828800" cy="1682250"/>
            <a:chOff x="4750079" y="1706835"/>
            <a:chExt cx="1785974" cy="1044090"/>
          </a:xfrm>
        </p:grpSpPr>
        <p:sp>
          <p:nvSpPr>
            <p:cNvPr id="43" name="Rectangle 42"/>
            <p:cNvSpPr/>
            <p:nvPr/>
          </p:nvSpPr>
          <p:spPr>
            <a:xfrm>
              <a:off x="4750079" y="1747885"/>
              <a:ext cx="1785974" cy="100304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p:cNvSpPr/>
            <p:nvPr/>
          </p:nvSpPr>
          <p:spPr>
            <a:xfrm>
              <a:off x="4750079" y="1706835"/>
              <a:ext cx="1785974" cy="10030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 name="Group 22"/>
          <p:cNvGrpSpPr/>
          <p:nvPr userDrawn="1"/>
        </p:nvGrpSpPr>
        <p:grpSpPr>
          <a:xfrm>
            <a:off x="5486400" y="2946900"/>
            <a:ext cx="1828800" cy="1682250"/>
            <a:chOff x="4750079" y="1706835"/>
            <a:chExt cx="1785974" cy="1044090"/>
          </a:xfrm>
        </p:grpSpPr>
        <p:sp>
          <p:nvSpPr>
            <p:cNvPr id="68" name="Rectangle 67"/>
            <p:cNvSpPr/>
            <p:nvPr/>
          </p:nvSpPr>
          <p:spPr>
            <a:xfrm>
              <a:off x="4750079" y="1747885"/>
              <a:ext cx="1785974" cy="100304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Rectangle 68"/>
            <p:cNvSpPr/>
            <p:nvPr/>
          </p:nvSpPr>
          <p:spPr>
            <a:xfrm>
              <a:off x="4750079" y="1706835"/>
              <a:ext cx="1785974" cy="1003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 name="Group 22"/>
          <p:cNvGrpSpPr/>
          <p:nvPr userDrawn="1"/>
        </p:nvGrpSpPr>
        <p:grpSpPr>
          <a:xfrm>
            <a:off x="1828800" y="2946900"/>
            <a:ext cx="1828800" cy="1682250"/>
            <a:chOff x="4750079" y="1706835"/>
            <a:chExt cx="1785974" cy="1044090"/>
          </a:xfrm>
        </p:grpSpPr>
        <p:sp>
          <p:nvSpPr>
            <p:cNvPr id="66" name="Rectangle 65"/>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4" name="Picture Placeholder 7"/>
          <p:cNvSpPr>
            <a:spLocks noGrp="1"/>
          </p:cNvSpPr>
          <p:nvPr>
            <p:ph type="pic" sz="quarter" idx="16" hasCustomPrompt="1"/>
          </p:nvPr>
        </p:nvSpPr>
        <p:spPr>
          <a:xfrm>
            <a:off x="1828800" y="1264650"/>
            <a:ext cx="1828800" cy="168225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75" name="Picture Placeholder 7"/>
          <p:cNvSpPr>
            <a:spLocks noGrp="1"/>
          </p:cNvSpPr>
          <p:nvPr>
            <p:ph type="pic" sz="quarter" idx="17" hasCustomPrompt="1"/>
          </p:nvPr>
        </p:nvSpPr>
        <p:spPr>
          <a:xfrm>
            <a:off x="5486400" y="1264650"/>
            <a:ext cx="1828800" cy="168225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76" name="Picture Placeholder 7"/>
          <p:cNvSpPr>
            <a:spLocks noGrp="1"/>
          </p:cNvSpPr>
          <p:nvPr>
            <p:ph type="pic" sz="quarter" idx="18" hasCustomPrompt="1"/>
          </p:nvPr>
        </p:nvSpPr>
        <p:spPr>
          <a:xfrm>
            <a:off x="0" y="2946900"/>
            <a:ext cx="1828800" cy="168225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77" name="Picture Placeholder 7"/>
          <p:cNvSpPr>
            <a:spLocks noGrp="1"/>
          </p:cNvSpPr>
          <p:nvPr>
            <p:ph type="pic" sz="quarter" idx="19" hasCustomPrompt="1"/>
          </p:nvPr>
        </p:nvSpPr>
        <p:spPr>
          <a:xfrm>
            <a:off x="3657600" y="2946900"/>
            <a:ext cx="1828800" cy="168225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78" name="Picture Placeholder 7"/>
          <p:cNvSpPr>
            <a:spLocks noGrp="1"/>
          </p:cNvSpPr>
          <p:nvPr>
            <p:ph type="pic" sz="quarter" idx="20" hasCustomPrompt="1"/>
          </p:nvPr>
        </p:nvSpPr>
        <p:spPr>
          <a:xfrm>
            <a:off x="7299032" y="2946900"/>
            <a:ext cx="1828800" cy="168225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79" name="Text Placeholder 3"/>
          <p:cNvSpPr>
            <a:spLocks noGrp="1"/>
          </p:cNvSpPr>
          <p:nvPr>
            <p:ph type="body" sz="half" idx="21"/>
          </p:nvPr>
        </p:nvSpPr>
        <p:spPr>
          <a:xfrm>
            <a:off x="119066" y="1730761"/>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0" name="Text Placeholder 3"/>
          <p:cNvSpPr>
            <a:spLocks noGrp="1"/>
          </p:cNvSpPr>
          <p:nvPr>
            <p:ph type="body" sz="half" idx="22"/>
          </p:nvPr>
        </p:nvSpPr>
        <p:spPr>
          <a:xfrm>
            <a:off x="113797" y="1505759"/>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1" name="Text Placeholder 3"/>
          <p:cNvSpPr>
            <a:spLocks noGrp="1"/>
          </p:cNvSpPr>
          <p:nvPr>
            <p:ph type="body" sz="half" idx="23"/>
          </p:nvPr>
        </p:nvSpPr>
        <p:spPr>
          <a:xfrm>
            <a:off x="1952325" y="3460227"/>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2" name="Text Placeholder 3"/>
          <p:cNvSpPr>
            <a:spLocks noGrp="1"/>
          </p:cNvSpPr>
          <p:nvPr>
            <p:ph type="body" sz="half" idx="24"/>
          </p:nvPr>
        </p:nvSpPr>
        <p:spPr>
          <a:xfrm>
            <a:off x="1947056" y="3235225"/>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3" name="Text Placeholder 3"/>
          <p:cNvSpPr>
            <a:spLocks noGrp="1"/>
          </p:cNvSpPr>
          <p:nvPr>
            <p:ph type="body" sz="half" idx="25"/>
          </p:nvPr>
        </p:nvSpPr>
        <p:spPr>
          <a:xfrm>
            <a:off x="3790750" y="1730761"/>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4" name="Text Placeholder 3"/>
          <p:cNvSpPr>
            <a:spLocks noGrp="1"/>
          </p:cNvSpPr>
          <p:nvPr>
            <p:ph type="body" sz="half" idx="26"/>
          </p:nvPr>
        </p:nvSpPr>
        <p:spPr>
          <a:xfrm>
            <a:off x="3785481" y="1505759"/>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5" name="Text Placeholder 3"/>
          <p:cNvSpPr>
            <a:spLocks noGrp="1"/>
          </p:cNvSpPr>
          <p:nvPr>
            <p:ph type="body" sz="half" idx="27"/>
          </p:nvPr>
        </p:nvSpPr>
        <p:spPr>
          <a:xfrm>
            <a:off x="5614281" y="3460227"/>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6" name="Text Placeholder 3"/>
          <p:cNvSpPr>
            <a:spLocks noGrp="1"/>
          </p:cNvSpPr>
          <p:nvPr>
            <p:ph type="body" sz="half" idx="28"/>
          </p:nvPr>
        </p:nvSpPr>
        <p:spPr>
          <a:xfrm>
            <a:off x="5609012" y="3235225"/>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7" name="Text Placeholder 3"/>
          <p:cNvSpPr>
            <a:spLocks noGrp="1"/>
          </p:cNvSpPr>
          <p:nvPr>
            <p:ph type="body" sz="half" idx="29"/>
          </p:nvPr>
        </p:nvSpPr>
        <p:spPr>
          <a:xfrm>
            <a:off x="7466719" y="1730761"/>
            <a:ext cx="1563381" cy="959082"/>
          </a:xfrm>
          <a:prstGeom prst="rect">
            <a:avLst/>
          </a:prstGeom>
        </p:spPr>
        <p:txBody>
          <a:bodyPr wrap="none" lIns="0" tIns="0" rIns="0" bIns="0" anchor="t">
            <a:noAutofit/>
          </a:bodyPr>
          <a:lstStyle>
            <a:lvl1pPr marL="0" indent="0" algn="ctr">
              <a:buNone/>
              <a:defRPr sz="1100" b="0"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8" name="Text Placeholder 3"/>
          <p:cNvSpPr>
            <a:spLocks noGrp="1"/>
          </p:cNvSpPr>
          <p:nvPr>
            <p:ph type="body" sz="half" idx="30"/>
          </p:nvPr>
        </p:nvSpPr>
        <p:spPr>
          <a:xfrm>
            <a:off x="7461450" y="1505759"/>
            <a:ext cx="1567758"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childTnLst>
                          </p:cTn>
                        </p:par>
                        <p:par>
                          <p:cTn id="16" fill="hold">
                            <p:stCondLst>
                              <p:cond delay="1500"/>
                            </p:stCondLst>
                            <p:childTnLst>
                              <p:par>
                                <p:cTn id="17" presetID="22" presetClass="entr" presetSubtype="4" fill="hold" grpId="0" nodeType="afterEffect" nodePh="1">
                                  <p:stCondLst>
                                    <p:cond delay="0"/>
                                  </p:stCondLst>
                                  <p:endCondLst>
                                    <p:cond evt="begin" delay="0">
                                      <p:tn val="17"/>
                                    </p:cond>
                                  </p:endCondLst>
                                  <p:childTnLst>
                                    <p:set>
                                      <p:cBhvr>
                                        <p:cTn id="18" dur="1" fill="hold">
                                          <p:stCondLst>
                                            <p:cond delay="0"/>
                                          </p:stCondLst>
                                        </p:cTn>
                                        <p:tgtEl>
                                          <p:spTgt spid="80">
                                            <p:txEl>
                                              <p:pRg st="0" end="0"/>
                                            </p:txEl>
                                          </p:spTgt>
                                        </p:tgtEl>
                                        <p:attrNameLst>
                                          <p:attrName>style.visibility</p:attrName>
                                        </p:attrNameLst>
                                      </p:cBhvr>
                                      <p:to>
                                        <p:strVal val="visible"/>
                                      </p:to>
                                    </p:set>
                                    <p:animEffect transition="in" filter="wipe(down)">
                                      <p:cBhvr>
                                        <p:cTn id="19" dur="500"/>
                                        <p:tgtEl>
                                          <p:spTgt spid="80">
                                            <p:txEl>
                                              <p:pRg st="0" end="0"/>
                                            </p:txEl>
                                          </p:spTgt>
                                        </p:tgtEl>
                                      </p:cBhvr>
                                    </p:animEffect>
                                  </p:childTnLst>
                                </p:cTn>
                              </p:par>
                            </p:childTnLst>
                          </p:cTn>
                        </p:par>
                        <p:par>
                          <p:cTn id="20" fill="hold">
                            <p:stCondLst>
                              <p:cond delay="2000"/>
                            </p:stCondLst>
                            <p:childTnLst>
                              <p:par>
                                <p:cTn id="21" presetID="22" presetClass="entr" presetSubtype="4" fill="hold" grpId="0" nodeType="afterEffect" nodePh="1">
                                  <p:stCondLst>
                                    <p:cond delay="0"/>
                                  </p:stCondLst>
                                  <p:endCondLst>
                                    <p:cond evt="begin" delay="0">
                                      <p:tn val="21"/>
                                    </p:cond>
                                  </p:endCondLst>
                                  <p:childTnLst>
                                    <p:set>
                                      <p:cBhvr>
                                        <p:cTn id="22" dur="1" fill="hold">
                                          <p:stCondLst>
                                            <p:cond delay="0"/>
                                          </p:stCondLst>
                                        </p:cTn>
                                        <p:tgtEl>
                                          <p:spTgt spid="79">
                                            <p:txEl>
                                              <p:pRg st="0" end="0"/>
                                            </p:txEl>
                                          </p:spTgt>
                                        </p:tgtEl>
                                        <p:attrNameLst>
                                          <p:attrName>style.visibility</p:attrName>
                                        </p:attrNameLst>
                                      </p:cBhvr>
                                      <p:to>
                                        <p:strVal val="visible"/>
                                      </p:to>
                                    </p:set>
                                    <p:animEffect transition="in" filter="wipe(down)">
                                      <p:cBhvr>
                                        <p:cTn id="23" dur="500"/>
                                        <p:tgtEl>
                                          <p:spTgt spid="79">
                                            <p:txEl>
                                              <p:pRg st="0" end="0"/>
                                            </p:txEl>
                                          </p:spTgt>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wipe(up)">
                                      <p:cBhvr>
                                        <p:cTn id="27" dur="500"/>
                                        <p:tgtEl>
                                          <p:spTgt spid="76"/>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62"/>
                                        </p:tgtEl>
                                        <p:attrNameLst>
                                          <p:attrName>style.visibility</p:attrName>
                                        </p:attrNameLst>
                                      </p:cBhvr>
                                      <p:to>
                                        <p:strVal val="visible"/>
                                      </p:to>
                                    </p:set>
                                    <p:animEffect transition="in" filter="wipe(down)">
                                      <p:cBhvr>
                                        <p:cTn id="31" dur="500"/>
                                        <p:tgtEl>
                                          <p:spTgt spid="62"/>
                                        </p:tgtEl>
                                      </p:cBhvr>
                                    </p:animEffect>
                                  </p:childTnLst>
                                </p:cTn>
                              </p:par>
                            </p:childTnLst>
                          </p:cTn>
                        </p:par>
                        <p:par>
                          <p:cTn id="32" fill="hold">
                            <p:stCondLst>
                              <p:cond delay="3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2">
                                            <p:txEl>
                                              <p:pRg st="0" end="0"/>
                                            </p:txEl>
                                          </p:spTgt>
                                        </p:tgtEl>
                                        <p:attrNameLst>
                                          <p:attrName>style.visibility</p:attrName>
                                        </p:attrNameLst>
                                      </p:cBhvr>
                                      <p:to>
                                        <p:strVal val="visible"/>
                                      </p:to>
                                    </p:set>
                                    <p:animEffect transition="in" filter="wipe(down)">
                                      <p:cBhvr>
                                        <p:cTn id="35" dur="500"/>
                                        <p:tgtEl>
                                          <p:spTgt spid="82">
                                            <p:txEl>
                                              <p:pRg st="0" end="0"/>
                                            </p:txEl>
                                          </p:spTgt>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81">
                                            <p:txEl>
                                              <p:pRg st="0" end="0"/>
                                            </p:txEl>
                                          </p:spTgt>
                                        </p:tgtEl>
                                        <p:attrNameLst>
                                          <p:attrName>style.visibility</p:attrName>
                                        </p:attrNameLst>
                                      </p:cBhvr>
                                      <p:to>
                                        <p:strVal val="visible"/>
                                      </p:to>
                                    </p:set>
                                    <p:animEffect transition="in" filter="wipe(down)">
                                      <p:cBhvr>
                                        <p:cTn id="39" dur="500"/>
                                        <p:tgtEl>
                                          <p:spTgt spid="81">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wipe(down)">
                                      <p:cBhvr>
                                        <p:cTn id="43" dur="500"/>
                                        <p:tgtEl>
                                          <p:spTgt spid="74"/>
                                        </p:tgtEl>
                                      </p:cBhvr>
                                    </p:animEffect>
                                  </p:childTnLst>
                                </p:cTn>
                              </p:par>
                            </p:childTnLst>
                          </p:cTn>
                        </p:par>
                        <p:par>
                          <p:cTn id="44" fill="hold">
                            <p:stCondLst>
                              <p:cond delay="5000"/>
                            </p:stCondLst>
                            <p:childTnLst>
                              <p:par>
                                <p:cTn id="45" presetID="22" presetClass="entr" presetSubtype="4"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wipe(down)">
                                      <p:cBhvr>
                                        <p:cTn id="47" dur="500"/>
                                        <p:tgtEl>
                                          <p:spTgt spid="3"/>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84">
                                            <p:txEl>
                                              <p:pRg st="0" end="0"/>
                                            </p:txEl>
                                          </p:spTgt>
                                        </p:tgtEl>
                                        <p:attrNameLst>
                                          <p:attrName>style.visibility</p:attrName>
                                        </p:attrNameLst>
                                      </p:cBhvr>
                                      <p:to>
                                        <p:strVal val="visible"/>
                                      </p:to>
                                    </p:set>
                                    <p:animEffect transition="in" filter="wipe(down)">
                                      <p:cBhvr>
                                        <p:cTn id="51" dur="500"/>
                                        <p:tgtEl>
                                          <p:spTgt spid="84">
                                            <p:txEl>
                                              <p:pRg st="0" end="0"/>
                                            </p:txEl>
                                          </p:spTgt>
                                        </p:tgtEl>
                                      </p:cBhvr>
                                    </p:animEffect>
                                  </p:childTnLst>
                                </p:cTn>
                              </p:par>
                            </p:childTnLst>
                          </p:cTn>
                        </p:par>
                        <p:par>
                          <p:cTn id="52" fill="hold">
                            <p:stCondLst>
                              <p:cond delay="6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83">
                                            <p:txEl>
                                              <p:pRg st="0" end="0"/>
                                            </p:txEl>
                                          </p:spTgt>
                                        </p:tgtEl>
                                        <p:attrNameLst>
                                          <p:attrName>style.visibility</p:attrName>
                                        </p:attrNameLst>
                                      </p:cBhvr>
                                      <p:to>
                                        <p:strVal val="visible"/>
                                      </p:to>
                                    </p:set>
                                    <p:animEffect transition="in" filter="wipe(down)">
                                      <p:cBhvr>
                                        <p:cTn id="55" dur="500"/>
                                        <p:tgtEl>
                                          <p:spTgt spid="83">
                                            <p:txEl>
                                              <p:pRg st="0" end="0"/>
                                            </p:txEl>
                                          </p:spTgt>
                                        </p:tgtEl>
                                      </p:cBhvr>
                                    </p:animEffect>
                                  </p:childTnLst>
                                </p:cTn>
                              </p:par>
                            </p:childTnLst>
                          </p:cTn>
                        </p:par>
                        <p:par>
                          <p:cTn id="56" fill="hold">
                            <p:stCondLst>
                              <p:cond delay="6500"/>
                            </p:stCondLst>
                            <p:childTnLst>
                              <p:par>
                                <p:cTn id="57" presetID="22" presetClass="entr" presetSubtype="1" fill="hold" grpId="0" nodeType="afterEffect">
                                  <p:stCondLst>
                                    <p:cond delay="0"/>
                                  </p:stCondLst>
                                  <p:childTnLst>
                                    <p:set>
                                      <p:cBhvr>
                                        <p:cTn id="58" dur="1" fill="hold">
                                          <p:stCondLst>
                                            <p:cond delay="0"/>
                                          </p:stCondLst>
                                        </p:cTn>
                                        <p:tgtEl>
                                          <p:spTgt spid="77"/>
                                        </p:tgtEl>
                                        <p:attrNameLst>
                                          <p:attrName>style.visibility</p:attrName>
                                        </p:attrNameLst>
                                      </p:cBhvr>
                                      <p:to>
                                        <p:strVal val="visible"/>
                                      </p:to>
                                    </p:set>
                                    <p:animEffect transition="in" filter="wipe(up)">
                                      <p:cBhvr>
                                        <p:cTn id="59" dur="500"/>
                                        <p:tgtEl>
                                          <p:spTgt spid="77"/>
                                        </p:tgtEl>
                                      </p:cBhvr>
                                    </p:animEffect>
                                  </p:childTnLst>
                                </p:cTn>
                              </p:par>
                            </p:childTnLst>
                          </p:cTn>
                        </p:par>
                        <p:par>
                          <p:cTn id="60" fill="hold">
                            <p:stCondLst>
                              <p:cond delay="7000"/>
                            </p:stCondLst>
                            <p:childTnLst>
                              <p:par>
                                <p:cTn id="61" presetID="22" presetClass="entr" presetSubtype="4" fill="hold" nodeType="afterEffect">
                                  <p:stCondLst>
                                    <p:cond delay="0"/>
                                  </p:stCondLst>
                                  <p:childTnLst>
                                    <p:set>
                                      <p:cBhvr>
                                        <p:cTn id="62" dur="1" fill="hold">
                                          <p:stCondLst>
                                            <p:cond delay="0"/>
                                          </p:stCondLst>
                                        </p:cTn>
                                        <p:tgtEl>
                                          <p:spTgt spid="61"/>
                                        </p:tgtEl>
                                        <p:attrNameLst>
                                          <p:attrName>style.visibility</p:attrName>
                                        </p:attrNameLst>
                                      </p:cBhvr>
                                      <p:to>
                                        <p:strVal val="visible"/>
                                      </p:to>
                                    </p:set>
                                    <p:animEffect transition="in" filter="wipe(down)">
                                      <p:cBhvr>
                                        <p:cTn id="63" dur="500"/>
                                        <p:tgtEl>
                                          <p:spTgt spid="61"/>
                                        </p:tgtEl>
                                      </p:cBhvr>
                                    </p:animEffect>
                                  </p:childTnLst>
                                </p:cTn>
                              </p:par>
                            </p:childTnLst>
                          </p:cTn>
                        </p:par>
                        <p:par>
                          <p:cTn id="64" fill="hold">
                            <p:stCondLst>
                              <p:cond delay="7500"/>
                            </p:stCondLst>
                            <p:childTnLst>
                              <p:par>
                                <p:cTn id="65" presetID="22" presetClass="entr" presetSubtype="4" fill="hold" grpId="0" nodeType="afterEffect" nodePh="1">
                                  <p:stCondLst>
                                    <p:cond delay="0"/>
                                  </p:stCondLst>
                                  <p:endCondLst>
                                    <p:cond evt="begin" delay="0">
                                      <p:tn val="65"/>
                                    </p:cond>
                                  </p:endCondLst>
                                  <p:childTnLst>
                                    <p:set>
                                      <p:cBhvr>
                                        <p:cTn id="66" dur="1" fill="hold">
                                          <p:stCondLst>
                                            <p:cond delay="0"/>
                                          </p:stCondLst>
                                        </p:cTn>
                                        <p:tgtEl>
                                          <p:spTgt spid="86">
                                            <p:txEl>
                                              <p:pRg st="0" end="0"/>
                                            </p:txEl>
                                          </p:spTgt>
                                        </p:tgtEl>
                                        <p:attrNameLst>
                                          <p:attrName>style.visibility</p:attrName>
                                        </p:attrNameLst>
                                      </p:cBhvr>
                                      <p:to>
                                        <p:strVal val="visible"/>
                                      </p:to>
                                    </p:set>
                                    <p:animEffect transition="in" filter="wipe(down)">
                                      <p:cBhvr>
                                        <p:cTn id="67" dur="500"/>
                                        <p:tgtEl>
                                          <p:spTgt spid="86">
                                            <p:txEl>
                                              <p:pRg st="0" end="0"/>
                                            </p:txEl>
                                          </p:spTgt>
                                        </p:tgtEl>
                                      </p:cBhvr>
                                    </p:animEffect>
                                  </p:childTnLst>
                                </p:cTn>
                              </p:par>
                            </p:childTnLst>
                          </p:cTn>
                        </p:par>
                        <p:par>
                          <p:cTn id="68" fill="hold">
                            <p:stCondLst>
                              <p:cond delay="8000"/>
                            </p:stCondLst>
                            <p:childTnLst>
                              <p:par>
                                <p:cTn id="69" presetID="22" presetClass="entr" presetSubtype="4" fill="hold" grpId="0" nodeType="afterEffect" nodePh="1">
                                  <p:stCondLst>
                                    <p:cond delay="0"/>
                                  </p:stCondLst>
                                  <p:endCondLst>
                                    <p:cond evt="begin" delay="0">
                                      <p:tn val="69"/>
                                    </p:cond>
                                  </p:endCondLst>
                                  <p:childTnLst>
                                    <p:set>
                                      <p:cBhvr>
                                        <p:cTn id="70" dur="1" fill="hold">
                                          <p:stCondLst>
                                            <p:cond delay="0"/>
                                          </p:stCondLst>
                                        </p:cTn>
                                        <p:tgtEl>
                                          <p:spTgt spid="85">
                                            <p:txEl>
                                              <p:pRg st="0" end="0"/>
                                            </p:txEl>
                                          </p:spTgt>
                                        </p:tgtEl>
                                        <p:attrNameLst>
                                          <p:attrName>style.visibility</p:attrName>
                                        </p:attrNameLst>
                                      </p:cBhvr>
                                      <p:to>
                                        <p:strVal val="visible"/>
                                      </p:to>
                                    </p:set>
                                    <p:animEffect transition="in" filter="wipe(down)">
                                      <p:cBhvr>
                                        <p:cTn id="71" dur="500"/>
                                        <p:tgtEl>
                                          <p:spTgt spid="85">
                                            <p:txEl>
                                              <p:pRg st="0" end="0"/>
                                            </p:txEl>
                                          </p:spTgt>
                                        </p:tgtEl>
                                      </p:cBhvr>
                                    </p:animEffect>
                                  </p:childTnLst>
                                </p:cTn>
                              </p:par>
                            </p:childTnLst>
                          </p:cTn>
                        </p:par>
                        <p:par>
                          <p:cTn id="72" fill="hold">
                            <p:stCondLst>
                              <p:cond delay="8500"/>
                            </p:stCondLst>
                            <p:childTnLst>
                              <p:par>
                                <p:cTn id="73" presetID="22" presetClass="entr" presetSubtype="4" fill="hold" grpId="0" nodeType="afterEffect">
                                  <p:stCondLst>
                                    <p:cond delay="0"/>
                                  </p:stCondLst>
                                  <p:childTnLst>
                                    <p:set>
                                      <p:cBhvr>
                                        <p:cTn id="74" dur="1" fill="hold">
                                          <p:stCondLst>
                                            <p:cond delay="0"/>
                                          </p:stCondLst>
                                        </p:cTn>
                                        <p:tgtEl>
                                          <p:spTgt spid="75"/>
                                        </p:tgtEl>
                                        <p:attrNameLst>
                                          <p:attrName>style.visibility</p:attrName>
                                        </p:attrNameLst>
                                      </p:cBhvr>
                                      <p:to>
                                        <p:strVal val="visible"/>
                                      </p:to>
                                    </p:set>
                                    <p:animEffect transition="in" filter="wipe(down)">
                                      <p:cBhvr>
                                        <p:cTn id="75" dur="500"/>
                                        <p:tgtEl>
                                          <p:spTgt spid="75"/>
                                        </p:tgtEl>
                                      </p:cBhvr>
                                    </p:animEffect>
                                  </p:childTnLst>
                                </p:cTn>
                              </p:par>
                            </p:childTnLst>
                          </p:cTn>
                        </p:par>
                        <p:par>
                          <p:cTn id="76" fill="hold">
                            <p:stCondLst>
                              <p:cond delay="9000"/>
                            </p:stCondLst>
                            <p:childTnLst>
                              <p:par>
                                <p:cTn id="77" presetID="22" presetClass="entr" presetSubtype="4" fill="hold" nodeType="after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wipe(down)">
                                      <p:cBhvr>
                                        <p:cTn id="79" dur="500"/>
                                        <p:tgtEl>
                                          <p:spTgt spid="40"/>
                                        </p:tgtEl>
                                      </p:cBhvr>
                                    </p:animEffect>
                                  </p:childTnLst>
                                </p:cTn>
                              </p:par>
                            </p:childTnLst>
                          </p:cTn>
                        </p:par>
                        <p:par>
                          <p:cTn id="80" fill="hold">
                            <p:stCondLst>
                              <p:cond delay="9500"/>
                            </p:stCondLst>
                            <p:childTnLst>
                              <p:par>
                                <p:cTn id="81" presetID="22" presetClass="entr" presetSubtype="4" fill="hold" grpId="0" nodeType="afterEffect" nodePh="1">
                                  <p:stCondLst>
                                    <p:cond delay="0"/>
                                  </p:stCondLst>
                                  <p:endCondLst>
                                    <p:cond evt="begin" delay="0">
                                      <p:tn val="81"/>
                                    </p:cond>
                                  </p:endCondLst>
                                  <p:childTnLst>
                                    <p:set>
                                      <p:cBhvr>
                                        <p:cTn id="82" dur="1" fill="hold">
                                          <p:stCondLst>
                                            <p:cond delay="0"/>
                                          </p:stCondLst>
                                        </p:cTn>
                                        <p:tgtEl>
                                          <p:spTgt spid="88">
                                            <p:txEl>
                                              <p:pRg st="0" end="0"/>
                                            </p:txEl>
                                          </p:spTgt>
                                        </p:tgtEl>
                                        <p:attrNameLst>
                                          <p:attrName>style.visibility</p:attrName>
                                        </p:attrNameLst>
                                      </p:cBhvr>
                                      <p:to>
                                        <p:strVal val="visible"/>
                                      </p:to>
                                    </p:set>
                                    <p:animEffect transition="in" filter="wipe(down)">
                                      <p:cBhvr>
                                        <p:cTn id="83" dur="500"/>
                                        <p:tgtEl>
                                          <p:spTgt spid="88">
                                            <p:txEl>
                                              <p:pRg st="0" end="0"/>
                                            </p:txEl>
                                          </p:spTgt>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87">
                                            <p:txEl>
                                              <p:pRg st="0" end="0"/>
                                            </p:txEl>
                                          </p:spTgt>
                                        </p:tgtEl>
                                        <p:attrNameLst>
                                          <p:attrName>style.visibility</p:attrName>
                                        </p:attrNameLst>
                                      </p:cBhvr>
                                      <p:to>
                                        <p:strVal val="visible"/>
                                      </p:to>
                                    </p:set>
                                    <p:animEffect transition="in" filter="wipe(down)">
                                      <p:cBhvr>
                                        <p:cTn id="87" dur="500"/>
                                        <p:tgtEl>
                                          <p:spTgt spid="87">
                                            <p:txEl>
                                              <p:pRg st="0" end="0"/>
                                            </p:txEl>
                                          </p:spTgt>
                                        </p:tgtEl>
                                      </p:cBhvr>
                                    </p:animEffect>
                                  </p:childTnLst>
                                </p:cTn>
                              </p:par>
                            </p:childTnLst>
                          </p:cTn>
                        </p:par>
                        <p:par>
                          <p:cTn id="88" fill="hold">
                            <p:stCondLst>
                              <p:cond delay="10500"/>
                            </p:stCondLst>
                            <p:childTnLst>
                              <p:par>
                                <p:cTn id="89" presetID="22" presetClass="entr" presetSubtype="1" fill="hold" grpId="0" nodeType="afterEffect">
                                  <p:stCondLst>
                                    <p:cond delay="0"/>
                                  </p:stCondLst>
                                  <p:childTnLst>
                                    <p:set>
                                      <p:cBhvr>
                                        <p:cTn id="90" dur="1" fill="hold">
                                          <p:stCondLst>
                                            <p:cond delay="0"/>
                                          </p:stCondLst>
                                        </p:cTn>
                                        <p:tgtEl>
                                          <p:spTgt spid="78"/>
                                        </p:tgtEl>
                                        <p:attrNameLst>
                                          <p:attrName>style.visibility</p:attrName>
                                        </p:attrNameLst>
                                      </p:cBhvr>
                                      <p:to>
                                        <p:strVal val="visible"/>
                                      </p:to>
                                    </p:set>
                                    <p:animEffect transition="in" filter="wipe(up)">
                                      <p:cBhvr>
                                        <p:cTn id="9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74" grpId="0"/>
      <p:bldP spid="75" grpId="0"/>
      <p:bldP spid="76" grpId="0"/>
      <p:bldP spid="77" grpId="0"/>
      <p:bldP spid="78" grpId="0"/>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0"/>
                        </p:tgtEl>
                        <p:attrNameLst>
                          <p:attrName>style.visibility</p:attrName>
                        </p:attrNameLst>
                      </p:cBhvr>
                      <p:to>
                        <p:strVal val="visible"/>
                      </p:to>
                    </p:set>
                    <p:animEffect transition="in" filter="wipe(down)">
                      <p:cBhvr>
                        <p:cTn dur="500"/>
                        <p:tgtEl>
                          <p:spTgt spid="80"/>
                        </p:tgtEl>
                      </p:cBhvr>
                    </p:animEffect>
                  </p:childTnLst>
                </p:cTn>
              </p:par>
            </p:tnLst>
          </p:tmpl>
        </p:tmplLst>
      </p:bldP>
      <p:bldP spid="8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Effect transition="in" filter="wipe(down)">
                      <p:cBhvr>
                        <p:cTn dur="500"/>
                        <p:tgtEl>
                          <p:spTgt spid="81"/>
                        </p:tgtEl>
                      </p:cBhvr>
                    </p:animEffect>
                  </p:childTnLst>
                </p:cTn>
              </p:par>
            </p:tnLst>
          </p:tmpl>
        </p:tmplLst>
      </p:bldP>
      <p:bldP spid="8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Effect transition="in" filter="wipe(down)">
                      <p:cBhvr>
                        <p:cTn dur="500"/>
                        <p:tgtEl>
                          <p:spTgt spid="82"/>
                        </p:tgtEl>
                      </p:cBhvr>
                    </p:animEffect>
                  </p:childTnLst>
                </p:cTn>
              </p:par>
            </p:tnLst>
          </p:tmpl>
        </p:tmplLst>
      </p:bldP>
      <p:bldP spid="8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3"/>
                        </p:tgtEl>
                        <p:attrNameLst>
                          <p:attrName>style.visibility</p:attrName>
                        </p:attrNameLst>
                      </p:cBhvr>
                      <p:to>
                        <p:strVal val="visible"/>
                      </p:to>
                    </p:set>
                    <p:animEffect transition="in" filter="wipe(down)">
                      <p:cBhvr>
                        <p:cTn dur="500"/>
                        <p:tgtEl>
                          <p:spTgt spid="83"/>
                        </p:tgtEl>
                      </p:cBhvr>
                    </p:animEffect>
                  </p:childTnLst>
                </p:cTn>
              </p:par>
            </p:tnLst>
          </p:tmpl>
        </p:tmplLst>
      </p:bldP>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5"/>
                        </p:tgtEl>
                        <p:attrNameLst>
                          <p:attrName>style.visibility</p:attrName>
                        </p:attrNameLst>
                      </p:cBhvr>
                      <p:to>
                        <p:strVal val="visible"/>
                      </p:to>
                    </p:set>
                    <p:animEffect transition="in" filter="wipe(down)">
                      <p:cBhvr>
                        <p:cTn dur="500"/>
                        <p:tgtEl>
                          <p:spTgt spid="85"/>
                        </p:tgtEl>
                      </p:cBhvr>
                    </p:animEffect>
                  </p:childTnLst>
                </p:cTn>
              </p:par>
            </p:tnLst>
          </p:tmpl>
        </p:tmplLst>
      </p:bldP>
      <p:bldP spid="8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Effect transition="in" filter="wipe(down)">
                      <p:cBhvr>
                        <p:cTn dur="500"/>
                        <p:tgtEl>
                          <p:spTgt spid="86"/>
                        </p:tgtEl>
                      </p:cBhvr>
                    </p:animEffect>
                  </p:childTnLst>
                </p:cTn>
              </p:par>
            </p:tnLst>
          </p:tmpl>
        </p:tmplLst>
      </p:bldP>
      <p:bldP spid="8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Effect transition="in" filter="wipe(down)">
                      <p:cBhvr>
                        <p:cTn dur="500"/>
                        <p:tgtEl>
                          <p:spTgt spid="87"/>
                        </p:tgtEl>
                      </p:cBhvr>
                    </p:animEffect>
                  </p:childTnLst>
                </p:cTn>
              </p:par>
            </p:tnLst>
          </p:tmpl>
        </p:tmplLst>
      </p:bldP>
      <p:bldP spid="8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8"/>
                        </p:tgtEl>
                        <p:attrNameLst>
                          <p:attrName>style.visibility</p:attrName>
                        </p:attrNameLst>
                      </p:cBhvr>
                      <p:to>
                        <p:strVal val="visible"/>
                      </p:to>
                    </p:set>
                    <p:animEffect transition="in" filter="wipe(down)">
                      <p:cBhvr>
                        <p:cTn dur="500"/>
                        <p:tgtEl>
                          <p:spTgt spid="88"/>
                        </p:tgtEl>
                      </p:cBhvr>
                    </p:animEffect>
                  </p:childTnLst>
                </p:cTn>
              </p:par>
            </p:tnLst>
          </p:tmpl>
        </p:tmplLst>
      </p:bldP>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Pic03">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27" name="Picture Placeholder 7"/>
          <p:cNvSpPr>
            <a:spLocks noGrp="1"/>
          </p:cNvSpPr>
          <p:nvPr>
            <p:ph type="pic" sz="quarter" idx="15" hasCustomPrompt="1"/>
          </p:nvPr>
        </p:nvSpPr>
        <p:spPr>
          <a:xfrm>
            <a:off x="653855" y="1122093"/>
            <a:ext cx="1834811" cy="2844844"/>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28" name="Picture Placeholder 7"/>
          <p:cNvSpPr>
            <a:spLocks noGrp="1"/>
          </p:cNvSpPr>
          <p:nvPr>
            <p:ph type="pic" sz="quarter" idx="16" hasCustomPrompt="1"/>
          </p:nvPr>
        </p:nvSpPr>
        <p:spPr>
          <a:xfrm>
            <a:off x="2671040" y="1122093"/>
            <a:ext cx="1779495" cy="1347062"/>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31" name="Picture Placeholder 7"/>
          <p:cNvSpPr>
            <a:spLocks noGrp="1"/>
          </p:cNvSpPr>
          <p:nvPr>
            <p:ph type="pic" sz="quarter" idx="17" hasCustomPrompt="1"/>
          </p:nvPr>
        </p:nvSpPr>
        <p:spPr>
          <a:xfrm>
            <a:off x="6700526" y="1122093"/>
            <a:ext cx="1779495" cy="1347062"/>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32" name="Picture Placeholder 7"/>
          <p:cNvSpPr>
            <a:spLocks noGrp="1"/>
          </p:cNvSpPr>
          <p:nvPr>
            <p:ph type="pic" sz="quarter" idx="18" hasCustomPrompt="1"/>
          </p:nvPr>
        </p:nvSpPr>
        <p:spPr>
          <a:xfrm>
            <a:off x="4658482" y="2619875"/>
            <a:ext cx="1779495" cy="1347062"/>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grpSp>
        <p:nvGrpSpPr>
          <p:cNvPr id="33" name="Group 32"/>
          <p:cNvGrpSpPr/>
          <p:nvPr userDrawn="1"/>
        </p:nvGrpSpPr>
        <p:grpSpPr>
          <a:xfrm>
            <a:off x="2664561" y="2570470"/>
            <a:ext cx="1785974" cy="1396467"/>
            <a:chOff x="2664561" y="2570470"/>
            <a:chExt cx="1785974" cy="1396467"/>
          </a:xfrm>
        </p:grpSpPr>
        <p:sp>
          <p:nvSpPr>
            <p:cNvPr id="34" name="Rectangle 33"/>
            <p:cNvSpPr/>
            <p:nvPr/>
          </p:nvSpPr>
          <p:spPr>
            <a:xfrm>
              <a:off x="2664561" y="2570470"/>
              <a:ext cx="1785974" cy="134706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p:cNvSpPr/>
            <p:nvPr/>
          </p:nvSpPr>
          <p:spPr>
            <a:xfrm>
              <a:off x="2664561" y="2619875"/>
              <a:ext cx="1785974" cy="1347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6" name="Group 3"/>
          <p:cNvGrpSpPr/>
          <p:nvPr userDrawn="1"/>
        </p:nvGrpSpPr>
        <p:grpSpPr>
          <a:xfrm>
            <a:off x="6694047" y="2562850"/>
            <a:ext cx="1785974" cy="1404087"/>
            <a:chOff x="6694047" y="2562850"/>
            <a:chExt cx="1785974" cy="1404087"/>
          </a:xfrm>
        </p:grpSpPr>
        <p:sp>
          <p:nvSpPr>
            <p:cNvPr id="37" name="Rectangle 36"/>
            <p:cNvSpPr/>
            <p:nvPr/>
          </p:nvSpPr>
          <p:spPr>
            <a:xfrm>
              <a:off x="6694047" y="2562850"/>
              <a:ext cx="1785974" cy="1347062"/>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p:cNvSpPr/>
            <p:nvPr/>
          </p:nvSpPr>
          <p:spPr>
            <a:xfrm>
              <a:off x="6694047" y="2619875"/>
              <a:ext cx="1785974" cy="13470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9" name="Group 2"/>
          <p:cNvGrpSpPr/>
          <p:nvPr userDrawn="1"/>
        </p:nvGrpSpPr>
        <p:grpSpPr>
          <a:xfrm>
            <a:off x="4658482" y="1122093"/>
            <a:ext cx="1785974" cy="1407182"/>
            <a:chOff x="4658482" y="1122093"/>
            <a:chExt cx="1785974" cy="1407182"/>
          </a:xfrm>
        </p:grpSpPr>
        <p:sp>
          <p:nvSpPr>
            <p:cNvPr id="40" name="Rectangle 39"/>
            <p:cNvSpPr/>
            <p:nvPr/>
          </p:nvSpPr>
          <p:spPr>
            <a:xfrm>
              <a:off x="4658482" y="1182213"/>
              <a:ext cx="1785974" cy="1347062"/>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p:cNvSpPr/>
            <p:nvPr/>
          </p:nvSpPr>
          <p:spPr>
            <a:xfrm>
              <a:off x="4658482" y="1122093"/>
              <a:ext cx="1785974" cy="13470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wipe(down)">
                                      <p:cBhvr>
                                        <p:cTn id="11" dur="500"/>
                                        <p:tgtEl>
                                          <p:spTgt spid="17">
                                            <p:txEl>
                                              <p:pRg st="0" end="0"/>
                                            </p:tx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wipe(down)">
                                      <p:cBhvr>
                                        <p:cTn id="15" dur="500"/>
                                        <p:tgtEl>
                                          <p:spTgt spid="27"/>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wipe(up)">
                                      <p:cBhvr>
                                        <p:cTn id="19" dur="500"/>
                                        <p:tgtEl>
                                          <p:spTgt spid="28"/>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down)">
                                      <p:cBhvr>
                                        <p:cTn id="23" dur="500"/>
                                        <p:tgtEl>
                                          <p:spTgt spid="33"/>
                                        </p:tgtEl>
                                      </p:cBhvr>
                                    </p:animEffect>
                                  </p:childTnLst>
                                </p:cTn>
                              </p:par>
                            </p:childTnLst>
                          </p:cTn>
                        </p:par>
                        <p:par>
                          <p:cTn id="24" fill="hold">
                            <p:stCondLst>
                              <p:cond delay="2500"/>
                            </p:stCondLst>
                            <p:childTnLst>
                              <p:par>
                                <p:cTn id="25" presetID="22" presetClass="entr" presetSubtype="1" fill="hold"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wipe(up)">
                                      <p:cBhvr>
                                        <p:cTn id="27" dur="500"/>
                                        <p:tgtEl>
                                          <p:spTgt spid="39"/>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wipe(down)">
                                      <p:cBhvr>
                                        <p:cTn id="31" dur="500"/>
                                        <p:tgtEl>
                                          <p:spTgt spid="32"/>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wipe(up)">
                                      <p:cBhvr>
                                        <p:cTn id="35" dur="500"/>
                                        <p:tgtEl>
                                          <p:spTgt spid="31"/>
                                        </p:tgtEl>
                                      </p:cBhvr>
                                    </p:animEffect>
                                  </p:childTnLst>
                                </p:cTn>
                              </p:par>
                            </p:childTnLst>
                          </p:cTn>
                        </p:par>
                        <p:par>
                          <p:cTn id="36" fill="hold">
                            <p:stCondLst>
                              <p:cond delay="4000"/>
                            </p:stCondLst>
                            <p:childTnLst>
                              <p:par>
                                <p:cTn id="37" presetID="22" presetClass="entr" presetSubtype="4" fill="hold"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wipe(down)">
                                      <p:cBhvr>
                                        <p:cTn id="3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22" presetClass="entr" presetSubtype="4"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down)">
                      <p:cBhvr>
                        <p:cTn dur="500"/>
                        <p:tgtEl>
                          <p:spTgt spid="17"/>
                        </p:tgtEl>
                      </p:cBhvr>
                    </p:animEffect>
                  </p:childTnLst>
                </p:cTn>
              </p:par>
            </p:tnLst>
          </p:tmpl>
        </p:tmplLst>
      </p:bldP>
      <p:bldP spid="27" grpId="0"/>
      <p:bldP spid="28" grpId="0"/>
      <p:bldP spid="31" grpId="0"/>
      <p:bldP spid="32" grpId="0"/>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Pic04">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44" name="Group 43"/>
          <p:cNvGrpSpPr/>
          <p:nvPr userDrawn="1"/>
        </p:nvGrpSpPr>
        <p:grpSpPr>
          <a:xfrm>
            <a:off x="4750079" y="1430890"/>
            <a:ext cx="1785974" cy="1044090"/>
            <a:chOff x="4750079" y="1706835"/>
            <a:chExt cx="1785974" cy="1044090"/>
          </a:xfrm>
        </p:grpSpPr>
        <p:sp>
          <p:nvSpPr>
            <p:cNvPr id="45" name="Rectangle 44"/>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7" name="Group 46"/>
          <p:cNvGrpSpPr/>
          <p:nvPr userDrawn="1"/>
        </p:nvGrpSpPr>
        <p:grpSpPr>
          <a:xfrm>
            <a:off x="6707505" y="1430890"/>
            <a:ext cx="1785974" cy="1044090"/>
            <a:chOff x="6707505" y="1706835"/>
            <a:chExt cx="1785974" cy="1044090"/>
          </a:xfrm>
        </p:grpSpPr>
        <p:sp>
          <p:nvSpPr>
            <p:cNvPr id="48" name="Rectangle 47"/>
            <p:cNvSpPr/>
            <p:nvPr/>
          </p:nvSpPr>
          <p:spPr>
            <a:xfrm>
              <a:off x="6707505"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p:cNvSpPr/>
            <p:nvPr/>
          </p:nvSpPr>
          <p:spPr>
            <a:xfrm>
              <a:off x="6707505"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p:cNvGrpSpPr/>
          <p:nvPr userDrawn="1"/>
        </p:nvGrpSpPr>
        <p:grpSpPr>
          <a:xfrm>
            <a:off x="4750079" y="2517098"/>
            <a:ext cx="1785974" cy="1045251"/>
            <a:chOff x="4750079" y="2793043"/>
            <a:chExt cx="1785974" cy="1045251"/>
          </a:xfrm>
        </p:grpSpPr>
        <p:sp>
          <p:nvSpPr>
            <p:cNvPr id="51" name="Rectangle 50"/>
            <p:cNvSpPr/>
            <p:nvPr/>
          </p:nvSpPr>
          <p:spPr>
            <a:xfrm>
              <a:off x="4750079" y="2793043"/>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4750079" y="2835254"/>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3" name="Group 52"/>
          <p:cNvGrpSpPr/>
          <p:nvPr userDrawn="1"/>
        </p:nvGrpSpPr>
        <p:grpSpPr>
          <a:xfrm>
            <a:off x="6707505" y="2517098"/>
            <a:ext cx="1785974" cy="1045251"/>
            <a:chOff x="6707505" y="2793043"/>
            <a:chExt cx="1785974" cy="1045251"/>
          </a:xfrm>
        </p:grpSpPr>
        <p:sp>
          <p:nvSpPr>
            <p:cNvPr id="54" name="Rectangle 53"/>
            <p:cNvSpPr/>
            <p:nvPr/>
          </p:nvSpPr>
          <p:spPr>
            <a:xfrm>
              <a:off x="6707505" y="2793043"/>
              <a:ext cx="1785974" cy="100304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ectangle 54"/>
            <p:cNvSpPr/>
            <p:nvPr/>
          </p:nvSpPr>
          <p:spPr>
            <a:xfrm>
              <a:off x="6707505" y="2835254"/>
              <a:ext cx="1785974" cy="1003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6" name="Picture Placeholder 7"/>
          <p:cNvSpPr>
            <a:spLocks noGrp="1"/>
          </p:cNvSpPr>
          <p:nvPr>
            <p:ph type="pic" sz="quarter" idx="15" hasCustomPrompt="1"/>
          </p:nvPr>
        </p:nvSpPr>
        <p:spPr>
          <a:xfrm>
            <a:off x="668891" y="1430890"/>
            <a:ext cx="3884059" cy="213146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wipe(down)">
                                      <p:cBhvr>
                                        <p:cTn id="11" dur="500"/>
                                        <p:tgtEl>
                                          <p:spTgt spid="17">
                                            <p:txEl>
                                              <p:pRg st="0" end="0"/>
                                            </p:tx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wipe(left)">
                                      <p:cBhvr>
                                        <p:cTn id="15" dur="500"/>
                                        <p:tgtEl>
                                          <p:spTgt spid="56"/>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wipe(down)">
                                      <p:cBhvr>
                                        <p:cTn id="19" dur="500"/>
                                        <p:tgtEl>
                                          <p:spTgt spid="44"/>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wipe(down)">
                                      <p:cBhvr>
                                        <p:cTn id="23" dur="500"/>
                                        <p:tgtEl>
                                          <p:spTgt spid="47"/>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wipe(down)">
                                      <p:cBhvr>
                                        <p:cTn id="27" dur="500"/>
                                        <p:tgtEl>
                                          <p:spTgt spid="50"/>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wipe(down)">
                                      <p:cBhvr>
                                        <p:cTn id="31"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22" presetClass="entr" presetSubtype="4"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down)">
                      <p:cBhvr>
                        <p:cTn dur="500"/>
                        <p:tgtEl>
                          <p:spTgt spid="17"/>
                        </p:tgtEl>
                      </p:cBhvr>
                    </p:animEffect>
                  </p:childTnLst>
                </p:cTn>
              </p:par>
            </p:tnLst>
          </p:tmpl>
        </p:tmplLst>
      </p:bldP>
      <p:bldP spid="56" grpId="0"/>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Pic05">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20" name="Picture Placeholder 7"/>
          <p:cNvSpPr>
            <a:spLocks noGrp="1"/>
          </p:cNvSpPr>
          <p:nvPr>
            <p:ph type="pic" sz="quarter" idx="15" hasCustomPrompt="1"/>
          </p:nvPr>
        </p:nvSpPr>
        <p:spPr>
          <a:xfrm>
            <a:off x="0" y="1002843"/>
            <a:ext cx="9127832" cy="2254948"/>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wipe(down)">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ppt_x"/>
                                          </p:val>
                                        </p:tav>
                                        <p:tav tm="100000">
                                          <p:val>
                                            <p:strVal val="#ppt_x"/>
                                          </p:val>
                                        </p:tav>
                                      </p:tavLst>
                                    </p:anim>
                                    <p:anim calcmode="lin" valueType="num">
                                      <p:cBhvr additive="base">
                                        <p:cTn id="16"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22" presetClass="entr" presetSubtype="4"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down)">
                      <p:cBhvr>
                        <p:cTn dur="500"/>
                        <p:tgtEl>
                          <p:spTgt spid="17"/>
                        </p:tgtEl>
                      </p:cBhvr>
                    </p:animEffect>
                  </p:childTnLst>
                </p:cTn>
              </p:par>
            </p:tnLst>
          </p:tmpl>
        </p:tmplLst>
      </p:bldP>
      <p:bldP spid="20" grpId="0"/>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443246" y="1062333"/>
            <a:ext cx="2602150"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4" name="Rectangle 3"/>
          <p:cNvSpPr/>
          <p:nvPr userDrawn="1"/>
        </p:nvSpPr>
        <p:spPr>
          <a:xfrm>
            <a:off x="443246" y="2416390"/>
            <a:ext cx="2602149" cy="4209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9"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10" name="Round Same Side Corner Rectangle 9"/>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11"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3" name="Text Placeholder 3"/>
          <p:cNvSpPr>
            <a:spLocks noGrp="1"/>
          </p:cNvSpPr>
          <p:nvPr>
            <p:ph type="body" sz="half" idx="17"/>
          </p:nvPr>
        </p:nvSpPr>
        <p:spPr>
          <a:xfrm>
            <a:off x="510621" y="2522265"/>
            <a:ext cx="2493566"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14" name="Picture Placeholder 7"/>
          <p:cNvSpPr>
            <a:spLocks noGrp="1"/>
          </p:cNvSpPr>
          <p:nvPr>
            <p:ph type="pic" sz="quarter" idx="18" hasCustomPrompt="1"/>
          </p:nvPr>
        </p:nvSpPr>
        <p:spPr>
          <a:xfrm>
            <a:off x="3258150" y="1062333"/>
            <a:ext cx="2602150"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15" name="Rectangle 14"/>
          <p:cNvSpPr/>
          <p:nvPr userDrawn="1"/>
        </p:nvSpPr>
        <p:spPr>
          <a:xfrm>
            <a:off x="3258150" y="2416390"/>
            <a:ext cx="2602149" cy="4209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 Placeholder 3"/>
          <p:cNvSpPr>
            <a:spLocks noGrp="1"/>
          </p:cNvSpPr>
          <p:nvPr>
            <p:ph type="body" sz="half" idx="19"/>
          </p:nvPr>
        </p:nvSpPr>
        <p:spPr>
          <a:xfrm>
            <a:off x="3325525" y="2522265"/>
            <a:ext cx="2493566"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17" name="Picture Placeholder 7"/>
          <p:cNvSpPr>
            <a:spLocks noGrp="1"/>
          </p:cNvSpPr>
          <p:nvPr>
            <p:ph type="pic" sz="quarter" idx="20" hasCustomPrompt="1"/>
          </p:nvPr>
        </p:nvSpPr>
        <p:spPr>
          <a:xfrm>
            <a:off x="6071075" y="1062333"/>
            <a:ext cx="2602150"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18" name="Rectangle 17"/>
          <p:cNvSpPr/>
          <p:nvPr userDrawn="1"/>
        </p:nvSpPr>
        <p:spPr>
          <a:xfrm>
            <a:off x="6071075" y="2416390"/>
            <a:ext cx="2602149" cy="4209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 Placeholder 3"/>
          <p:cNvSpPr>
            <a:spLocks noGrp="1"/>
          </p:cNvSpPr>
          <p:nvPr>
            <p:ph type="body" sz="half" idx="21"/>
          </p:nvPr>
        </p:nvSpPr>
        <p:spPr>
          <a:xfrm>
            <a:off x="6138450" y="2522265"/>
            <a:ext cx="2493566"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20" name="Picture Placeholder 7"/>
          <p:cNvSpPr>
            <a:spLocks noGrp="1"/>
          </p:cNvSpPr>
          <p:nvPr>
            <p:ph type="pic" sz="quarter" idx="22" hasCustomPrompt="1"/>
          </p:nvPr>
        </p:nvSpPr>
        <p:spPr>
          <a:xfrm>
            <a:off x="443246" y="2993063"/>
            <a:ext cx="2602150"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21" name="Rectangle 20"/>
          <p:cNvSpPr/>
          <p:nvPr userDrawn="1"/>
        </p:nvSpPr>
        <p:spPr>
          <a:xfrm>
            <a:off x="443246" y="4347120"/>
            <a:ext cx="2602149" cy="4209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 Placeholder 3"/>
          <p:cNvSpPr>
            <a:spLocks noGrp="1"/>
          </p:cNvSpPr>
          <p:nvPr>
            <p:ph type="body" sz="half" idx="23"/>
          </p:nvPr>
        </p:nvSpPr>
        <p:spPr>
          <a:xfrm>
            <a:off x="510621" y="4452995"/>
            <a:ext cx="2493566"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23" name="Picture Placeholder 7"/>
          <p:cNvSpPr>
            <a:spLocks noGrp="1"/>
          </p:cNvSpPr>
          <p:nvPr>
            <p:ph type="pic" sz="quarter" idx="24" hasCustomPrompt="1"/>
          </p:nvPr>
        </p:nvSpPr>
        <p:spPr>
          <a:xfrm>
            <a:off x="3258150" y="2993063"/>
            <a:ext cx="2602150"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24" name="Rectangle 23"/>
          <p:cNvSpPr/>
          <p:nvPr userDrawn="1"/>
        </p:nvSpPr>
        <p:spPr>
          <a:xfrm>
            <a:off x="3258150" y="4347120"/>
            <a:ext cx="2602149" cy="4209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 Placeholder 3"/>
          <p:cNvSpPr>
            <a:spLocks noGrp="1"/>
          </p:cNvSpPr>
          <p:nvPr>
            <p:ph type="body" sz="half" idx="25"/>
          </p:nvPr>
        </p:nvSpPr>
        <p:spPr>
          <a:xfrm>
            <a:off x="3325525" y="4452995"/>
            <a:ext cx="2493566"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26" name="Picture Placeholder 7"/>
          <p:cNvSpPr>
            <a:spLocks noGrp="1"/>
          </p:cNvSpPr>
          <p:nvPr>
            <p:ph type="pic" sz="quarter" idx="26" hasCustomPrompt="1"/>
          </p:nvPr>
        </p:nvSpPr>
        <p:spPr>
          <a:xfrm>
            <a:off x="6071075" y="2993063"/>
            <a:ext cx="2602150" cy="1354057"/>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27" name="Rectangle 26"/>
          <p:cNvSpPr/>
          <p:nvPr userDrawn="1"/>
        </p:nvSpPr>
        <p:spPr>
          <a:xfrm>
            <a:off x="6071075" y="4347120"/>
            <a:ext cx="2602149" cy="42091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 Placeholder 3"/>
          <p:cNvSpPr>
            <a:spLocks noGrp="1"/>
          </p:cNvSpPr>
          <p:nvPr>
            <p:ph type="body" sz="half" idx="27"/>
          </p:nvPr>
        </p:nvSpPr>
        <p:spPr>
          <a:xfrm>
            <a:off x="6138450" y="4452995"/>
            <a:ext cx="2493566" cy="192780"/>
          </a:xfrm>
          <a:prstGeom prst="rect">
            <a:avLst/>
          </a:prstGeom>
        </p:spPr>
        <p:txBody>
          <a:bodyPr wrap="none" lIns="0" tIns="0" rIns="0" bIns="0" anchor="ctr">
            <a:noAutofit/>
          </a:bodyPr>
          <a:lstStyle>
            <a:lvl1pPr marL="0" indent="0" algn="ctr">
              <a:buNone/>
              <a:defRPr sz="12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wipe(down)">
                                      <p:cBhvr>
                                        <p:cTn id="11" dur="500"/>
                                        <p:tgtEl>
                                          <p:spTgt spid="9">
                                            <p:txEl>
                                              <p:pRg st="0" end="0"/>
                                            </p:tx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500"/>
                                        <p:tgtEl>
                                          <p:spTgt spid="12"/>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down)">
                                      <p:cBhvr>
                                        <p:cTn id="19" dur="500"/>
                                        <p:tgtEl>
                                          <p:spTgt spid="4"/>
                                        </p:tgtEl>
                                      </p:cBhvr>
                                    </p:animEffect>
                                  </p:childTnLst>
                                </p:cTn>
                              </p:par>
                            </p:childTnLst>
                          </p:cTn>
                        </p:par>
                        <p:par>
                          <p:cTn id="20" fill="hold">
                            <p:stCondLst>
                              <p:cond delay="2000"/>
                            </p:stCondLst>
                            <p:childTnLst>
                              <p:par>
                                <p:cTn id="21" presetID="22" presetClass="entr" presetSubtype="4" fill="hold" grpId="0" nodeType="afterEffect" nodePh="1">
                                  <p:stCondLst>
                                    <p:cond delay="0"/>
                                  </p:stCondLst>
                                  <p:endCondLst>
                                    <p:cond evt="begin" delay="0">
                                      <p:tn val="21"/>
                                    </p:cond>
                                  </p:endCondLst>
                                  <p:childTnLst>
                                    <p:set>
                                      <p:cBhvr>
                                        <p:cTn id="22" dur="1" fill="hold">
                                          <p:stCondLst>
                                            <p:cond delay="0"/>
                                          </p:stCondLst>
                                        </p:cTn>
                                        <p:tgtEl>
                                          <p:spTgt spid="13">
                                            <p:txEl>
                                              <p:pRg st="0" end="0"/>
                                            </p:txEl>
                                          </p:spTgt>
                                        </p:tgtEl>
                                        <p:attrNameLst>
                                          <p:attrName>style.visibility</p:attrName>
                                        </p:attrNameLst>
                                      </p:cBhvr>
                                      <p:to>
                                        <p:strVal val="visible"/>
                                      </p:to>
                                    </p:set>
                                    <p:animEffect transition="in" filter="wipe(down)">
                                      <p:cBhvr>
                                        <p:cTn id="23" dur="500"/>
                                        <p:tgtEl>
                                          <p:spTgt spid="13">
                                            <p:txEl>
                                              <p:pRg st="0" end="0"/>
                                            </p:tx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down)">
                                      <p:cBhvr>
                                        <p:cTn id="27" dur="500"/>
                                        <p:tgtEl>
                                          <p:spTgt spid="14"/>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down)">
                                      <p:cBhvr>
                                        <p:cTn id="31" dur="500"/>
                                        <p:tgtEl>
                                          <p:spTgt spid="15"/>
                                        </p:tgtEl>
                                      </p:cBhvr>
                                    </p:animEffect>
                                  </p:childTnLst>
                                </p:cTn>
                              </p:par>
                            </p:childTnLst>
                          </p:cTn>
                        </p:par>
                        <p:par>
                          <p:cTn id="32" fill="hold">
                            <p:stCondLst>
                              <p:cond delay="3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16">
                                            <p:txEl>
                                              <p:pRg st="0" end="0"/>
                                            </p:txEl>
                                          </p:spTgt>
                                        </p:tgtEl>
                                        <p:attrNameLst>
                                          <p:attrName>style.visibility</p:attrName>
                                        </p:attrNameLst>
                                      </p:cBhvr>
                                      <p:to>
                                        <p:strVal val="visible"/>
                                      </p:to>
                                    </p:set>
                                    <p:animEffect transition="in" filter="wipe(down)">
                                      <p:cBhvr>
                                        <p:cTn id="35" dur="500"/>
                                        <p:tgtEl>
                                          <p:spTgt spid="16">
                                            <p:txEl>
                                              <p:pRg st="0" end="0"/>
                                            </p:tx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down)">
                                      <p:cBhvr>
                                        <p:cTn id="39" dur="500"/>
                                        <p:tgtEl>
                                          <p:spTgt spid="17"/>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wipe(down)">
                                      <p:cBhvr>
                                        <p:cTn id="43" dur="500"/>
                                        <p:tgtEl>
                                          <p:spTgt spid="18"/>
                                        </p:tgtEl>
                                      </p:cBhvr>
                                    </p:animEffect>
                                  </p:childTnLst>
                                </p:cTn>
                              </p:par>
                            </p:childTnLst>
                          </p:cTn>
                        </p:par>
                        <p:par>
                          <p:cTn id="44" fill="hold">
                            <p:stCondLst>
                              <p:cond delay="50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19">
                                            <p:txEl>
                                              <p:pRg st="0" end="0"/>
                                            </p:txEl>
                                          </p:spTgt>
                                        </p:tgtEl>
                                        <p:attrNameLst>
                                          <p:attrName>style.visibility</p:attrName>
                                        </p:attrNameLst>
                                      </p:cBhvr>
                                      <p:to>
                                        <p:strVal val="visible"/>
                                      </p:to>
                                    </p:set>
                                    <p:animEffect transition="in" filter="wipe(down)">
                                      <p:cBhvr>
                                        <p:cTn id="47" dur="500"/>
                                        <p:tgtEl>
                                          <p:spTgt spid="19">
                                            <p:txEl>
                                              <p:pRg st="0" end="0"/>
                                            </p:txEl>
                                          </p:spTgt>
                                        </p:tgtEl>
                                      </p:cBhvr>
                                    </p:animEffect>
                                  </p:childTnLst>
                                </p:cTn>
                              </p:par>
                            </p:childTnLst>
                          </p:cTn>
                        </p:par>
                        <p:par>
                          <p:cTn id="48" fill="hold">
                            <p:stCondLst>
                              <p:cond delay="5500"/>
                            </p:stCondLst>
                            <p:childTnLst>
                              <p:par>
                                <p:cTn id="49" presetID="22" presetClass="entr" presetSubtype="4"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wipe(down)">
                                      <p:cBhvr>
                                        <p:cTn id="51" dur="500"/>
                                        <p:tgtEl>
                                          <p:spTgt spid="20"/>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wipe(down)">
                                      <p:cBhvr>
                                        <p:cTn id="55" dur="500"/>
                                        <p:tgtEl>
                                          <p:spTgt spid="21"/>
                                        </p:tgtEl>
                                      </p:cBhvr>
                                    </p:animEffect>
                                  </p:childTnLst>
                                </p:cTn>
                              </p:par>
                            </p:childTnLst>
                          </p:cTn>
                        </p:par>
                        <p:par>
                          <p:cTn id="56" fill="hold">
                            <p:stCondLst>
                              <p:cond delay="6500"/>
                            </p:stCondLst>
                            <p:childTnLst>
                              <p:par>
                                <p:cTn id="57" presetID="22" presetClass="entr" presetSubtype="4" fill="hold" grpId="0" nodeType="afterEffect" nodePh="1">
                                  <p:stCondLst>
                                    <p:cond delay="0"/>
                                  </p:stCondLst>
                                  <p:endCondLst>
                                    <p:cond evt="begin" delay="0">
                                      <p:tn val="57"/>
                                    </p:cond>
                                  </p:endCondLst>
                                  <p:childTnLst>
                                    <p:set>
                                      <p:cBhvr>
                                        <p:cTn id="58" dur="1" fill="hold">
                                          <p:stCondLst>
                                            <p:cond delay="0"/>
                                          </p:stCondLst>
                                        </p:cTn>
                                        <p:tgtEl>
                                          <p:spTgt spid="22">
                                            <p:txEl>
                                              <p:pRg st="0" end="0"/>
                                            </p:txEl>
                                          </p:spTgt>
                                        </p:tgtEl>
                                        <p:attrNameLst>
                                          <p:attrName>style.visibility</p:attrName>
                                        </p:attrNameLst>
                                      </p:cBhvr>
                                      <p:to>
                                        <p:strVal val="visible"/>
                                      </p:to>
                                    </p:set>
                                    <p:animEffect transition="in" filter="wipe(down)">
                                      <p:cBhvr>
                                        <p:cTn id="59" dur="500"/>
                                        <p:tgtEl>
                                          <p:spTgt spid="22">
                                            <p:txEl>
                                              <p:pRg st="0" end="0"/>
                                            </p:txEl>
                                          </p:spTgt>
                                        </p:tgtEl>
                                      </p:cBhvr>
                                    </p:animEffect>
                                  </p:childTnLst>
                                </p:cTn>
                              </p:par>
                            </p:childTnLst>
                          </p:cTn>
                        </p:par>
                        <p:par>
                          <p:cTn id="60" fill="hold">
                            <p:stCondLst>
                              <p:cond delay="7000"/>
                            </p:stCondLst>
                            <p:childTnLst>
                              <p:par>
                                <p:cTn id="61" presetID="22" presetClass="entr" presetSubtype="4" fill="hold" grpId="0" nodeType="afterEffect">
                                  <p:stCondLst>
                                    <p:cond delay="0"/>
                                  </p:stCondLst>
                                  <p:childTnLst>
                                    <p:set>
                                      <p:cBhvr>
                                        <p:cTn id="62" dur="1" fill="hold">
                                          <p:stCondLst>
                                            <p:cond delay="0"/>
                                          </p:stCondLst>
                                        </p:cTn>
                                        <p:tgtEl>
                                          <p:spTgt spid="23"/>
                                        </p:tgtEl>
                                        <p:attrNameLst>
                                          <p:attrName>style.visibility</p:attrName>
                                        </p:attrNameLst>
                                      </p:cBhvr>
                                      <p:to>
                                        <p:strVal val="visible"/>
                                      </p:to>
                                    </p:set>
                                    <p:animEffect transition="in" filter="wipe(down)">
                                      <p:cBhvr>
                                        <p:cTn id="63" dur="500"/>
                                        <p:tgtEl>
                                          <p:spTgt spid="23"/>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wipe(down)">
                                      <p:cBhvr>
                                        <p:cTn id="67" dur="500"/>
                                        <p:tgtEl>
                                          <p:spTgt spid="24"/>
                                        </p:tgtEl>
                                      </p:cBhvr>
                                    </p:animEffect>
                                  </p:childTnLst>
                                </p:cTn>
                              </p:par>
                            </p:childTnLst>
                          </p:cTn>
                        </p:par>
                        <p:par>
                          <p:cTn id="68" fill="hold">
                            <p:stCondLst>
                              <p:cond delay="8000"/>
                            </p:stCondLst>
                            <p:childTnLst>
                              <p:par>
                                <p:cTn id="69" presetID="22" presetClass="entr" presetSubtype="4" fill="hold" grpId="0" nodeType="afterEffect" nodePh="1">
                                  <p:stCondLst>
                                    <p:cond delay="0"/>
                                  </p:stCondLst>
                                  <p:endCondLst>
                                    <p:cond evt="begin" delay="0">
                                      <p:tn val="69"/>
                                    </p:cond>
                                  </p:endCondLst>
                                  <p:childTnLst>
                                    <p:set>
                                      <p:cBhvr>
                                        <p:cTn id="70" dur="1" fill="hold">
                                          <p:stCondLst>
                                            <p:cond delay="0"/>
                                          </p:stCondLst>
                                        </p:cTn>
                                        <p:tgtEl>
                                          <p:spTgt spid="25">
                                            <p:txEl>
                                              <p:pRg st="0" end="0"/>
                                            </p:txEl>
                                          </p:spTgt>
                                        </p:tgtEl>
                                        <p:attrNameLst>
                                          <p:attrName>style.visibility</p:attrName>
                                        </p:attrNameLst>
                                      </p:cBhvr>
                                      <p:to>
                                        <p:strVal val="visible"/>
                                      </p:to>
                                    </p:set>
                                    <p:animEffect transition="in" filter="wipe(down)">
                                      <p:cBhvr>
                                        <p:cTn id="71" dur="500"/>
                                        <p:tgtEl>
                                          <p:spTgt spid="25">
                                            <p:txEl>
                                              <p:pRg st="0" end="0"/>
                                            </p:txEl>
                                          </p:spTgt>
                                        </p:tgtEl>
                                      </p:cBhvr>
                                    </p:animEffect>
                                  </p:childTnLst>
                                </p:cTn>
                              </p:par>
                            </p:childTnLst>
                          </p:cTn>
                        </p:par>
                        <p:par>
                          <p:cTn id="72" fill="hold">
                            <p:stCondLst>
                              <p:cond delay="8500"/>
                            </p:stCondLst>
                            <p:childTnLst>
                              <p:par>
                                <p:cTn id="73" presetID="22" presetClass="entr" presetSubtype="4" fill="hold" grpId="0" nodeType="after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wipe(down)">
                                      <p:cBhvr>
                                        <p:cTn id="75" dur="500"/>
                                        <p:tgtEl>
                                          <p:spTgt spid="26"/>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27"/>
                                        </p:tgtEl>
                                        <p:attrNameLst>
                                          <p:attrName>style.visibility</p:attrName>
                                        </p:attrNameLst>
                                      </p:cBhvr>
                                      <p:to>
                                        <p:strVal val="visible"/>
                                      </p:to>
                                    </p:set>
                                    <p:animEffect transition="in" filter="wipe(down)">
                                      <p:cBhvr>
                                        <p:cTn id="79" dur="500"/>
                                        <p:tgtEl>
                                          <p:spTgt spid="27"/>
                                        </p:tgtEl>
                                      </p:cBhvr>
                                    </p:animEffect>
                                  </p:childTnLst>
                                </p:cTn>
                              </p:par>
                            </p:childTnLst>
                          </p:cTn>
                        </p:par>
                        <p:par>
                          <p:cTn id="80" fill="hold">
                            <p:stCondLst>
                              <p:cond delay="9500"/>
                            </p:stCondLst>
                            <p:childTnLst>
                              <p:par>
                                <p:cTn id="81" presetID="22" presetClass="entr" presetSubtype="4" fill="hold" grpId="0" nodeType="afterEffect" nodePh="1">
                                  <p:stCondLst>
                                    <p:cond delay="0"/>
                                  </p:stCondLst>
                                  <p:endCondLst>
                                    <p:cond evt="begin" delay="0">
                                      <p:tn val="81"/>
                                    </p:cond>
                                  </p:endCondLst>
                                  <p:childTnLst>
                                    <p:set>
                                      <p:cBhvr>
                                        <p:cTn id="82" dur="1" fill="hold">
                                          <p:stCondLst>
                                            <p:cond delay="0"/>
                                          </p:stCondLst>
                                        </p:cTn>
                                        <p:tgtEl>
                                          <p:spTgt spid="28">
                                            <p:txEl>
                                              <p:pRg st="0" end="0"/>
                                            </p:txEl>
                                          </p:spTgt>
                                        </p:tgtEl>
                                        <p:attrNameLst>
                                          <p:attrName>style.visibility</p:attrName>
                                        </p:attrNameLst>
                                      </p:cBhvr>
                                      <p:to>
                                        <p:strVal val="visible"/>
                                      </p:to>
                                    </p:set>
                                    <p:animEffect transition="in" filter="wipe(down)">
                                      <p:cBhvr>
                                        <p:cTn id="83"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8" grpId="0"/>
      <p:bldP spid="9" grpId="0" build="p">
        <p:tmplLst>
          <p:tmpl lvl="1">
            <p:tnLst>
              <p:par>
                <p:cTn presetID="22" presetClass="entr" presetSubtype="4"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down)">
                      <p:cBhvr>
                        <p:cTn dur="500"/>
                        <p:tgtEl>
                          <p:spTgt spid="9"/>
                        </p:tgtEl>
                      </p:cBhvr>
                    </p:animEffect>
                  </p:childTnLst>
                </p:cTn>
              </p:par>
            </p:tnLst>
          </p:tmpl>
        </p:tmplLst>
      </p:bldP>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Pic06">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0" name="Rectangle 9"/>
          <p:cNvSpPr/>
          <p:nvPr userDrawn="1"/>
        </p:nvSpPr>
        <p:spPr>
          <a:xfrm>
            <a:off x="506970" y="3506082"/>
            <a:ext cx="18113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p:cNvSpPr/>
          <p:nvPr userDrawn="1"/>
        </p:nvSpPr>
        <p:spPr>
          <a:xfrm>
            <a:off x="2556160" y="3506082"/>
            <a:ext cx="18113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Picture Placeholder 7"/>
          <p:cNvSpPr>
            <a:spLocks noGrp="1"/>
          </p:cNvSpPr>
          <p:nvPr>
            <p:ph type="pic" sz="quarter" idx="15" hasCustomPrompt="1"/>
          </p:nvPr>
        </p:nvSpPr>
        <p:spPr>
          <a:xfrm>
            <a:off x="506970" y="1178543"/>
            <a:ext cx="3869193" cy="2131459"/>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wipe(down)">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ppt_x"/>
                                          </p:val>
                                        </p:tav>
                                        <p:tav tm="100000">
                                          <p:val>
                                            <p:strVal val="#ppt_x"/>
                                          </p:val>
                                        </p:tav>
                                      </p:tavLst>
                                    </p:anim>
                                    <p:anim calcmode="lin" valueType="num">
                                      <p:cBhvr additive="base">
                                        <p:cTn id="16" dur="500" fill="hold"/>
                                        <p:tgtEl>
                                          <p:spTgt spid="12"/>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12" presetClass="entr" presetSubtype="4" fill="hold" grpId="0"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slide(fromBottom)">
                                      <p:cBhvr>
                                        <p:cTn id="20" dur="500"/>
                                        <p:tgtEl>
                                          <p:spTgt spid="10"/>
                                        </p:tgtEl>
                                      </p:cBhvr>
                                    </p:animEffect>
                                  </p:childTnLst>
                                </p:cTn>
                              </p:par>
                            </p:childTnLst>
                          </p:cTn>
                        </p:par>
                        <p:par>
                          <p:cTn id="21" fill="hold">
                            <p:stCondLst>
                              <p:cond delay="2000"/>
                            </p:stCondLst>
                            <p:childTnLst>
                              <p:par>
                                <p:cTn id="22" presetID="12" presetClass="entr" presetSubtype="4"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slide(fromBottom)">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22" presetClass="entr" presetSubtype="4"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down)">
                      <p:cBhvr>
                        <p:cTn dur="500"/>
                        <p:tgtEl>
                          <p:spTgt spid="17"/>
                        </p:tgtEl>
                      </p:cBhvr>
                    </p:animEffect>
                  </p:childTnLst>
                </p:cTn>
              </p:par>
            </p:tnLst>
          </p:tmpl>
        </p:tmplLst>
      </p:bldP>
      <p:bldP spid="10" grpId="0" animBg="1"/>
      <p:bldP spid="11" grpId="0" animBg="1"/>
      <p:bldP spid="12" grpId="0"/>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Pic07">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14" name="Rectangle 13"/>
          <p:cNvSpPr/>
          <p:nvPr userDrawn="1"/>
        </p:nvSpPr>
        <p:spPr>
          <a:xfrm>
            <a:off x="-7985" y="1073968"/>
            <a:ext cx="3160757" cy="2131459"/>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icture Placeholder 7"/>
          <p:cNvSpPr>
            <a:spLocks noGrp="1"/>
          </p:cNvSpPr>
          <p:nvPr>
            <p:ph type="pic" sz="quarter" idx="15" hasCustomPrompt="1"/>
          </p:nvPr>
        </p:nvSpPr>
        <p:spPr>
          <a:xfrm>
            <a:off x="3152772" y="1073968"/>
            <a:ext cx="5991228" cy="2131459"/>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wipe(down)">
                                      <p:cBhvr>
                                        <p:cTn id="11" dur="500"/>
                                        <p:tgtEl>
                                          <p:spTgt spid="17">
                                            <p:txEl>
                                              <p:pRg st="0" end="0"/>
                                            </p:txEl>
                                          </p:spTgt>
                                        </p:tgtEl>
                                      </p:cBhvr>
                                    </p:animEffect>
                                  </p:childTnLst>
                                </p:cTn>
                              </p:par>
                            </p:childTnLst>
                          </p:cTn>
                        </p:par>
                        <p:par>
                          <p:cTn id="12" fill="hold">
                            <p:stCondLst>
                              <p:cond delay="1000"/>
                            </p:stCondLst>
                            <p:childTnLst>
                              <p:par>
                                <p:cTn id="13" presetID="2" presetClass="entr" presetSubtype="2" accel="50000" decel="5000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1+#ppt_w/2"/>
                                          </p:val>
                                        </p:tav>
                                        <p:tav tm="100000">
                                          <p:val>
                                            <p:strVal val="#ppt_x"/>
                                          </p:val>
                                        </p:tav>
                                      </p:tavLst>
                                    </p:anim>
                                    <p:anim calcmode="lin" valueType="num">
                                      <p:cBhvr additive="base">
                                        <p:cTn id="16" dur="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accel="50000" decel="5000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fill="hold"/>
                                        <p:tgtEl>
                                          <p:spTgt spid="14"/>
                                        </p:tgtEl>
                                        <p:attrNameLst>
                                          <p:attrName>ppt_x</p:attrName>
                                        </p:attrNameLst>
                                      </p:cBhvr>
                                      <p:tavLst>
                                        <p:tav tm="0">
                                          <p:val>
                                            <p:strVal val="0-#ppt_w/2"/>
                                          </p:val>
                                        </p:tav>
                                        <p:tav tm="100000">
                                          <p:val>
                                            <p:strVal val="#ppt_x"/>
                                          </p:val>
                                        </p:tav>
                                      </p:tavLst>
                                    </p:anim>
                                    <p:anim calcmode="lin" valueType="num">
                                      <p:cBhvr additive="base">
                                        <p:cTn id="20"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22" presetClass="entr" presetSubtype="4"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down)">
                      <p:cBhvr>
                        <p:cTn dur="500"/>
                        <p:tgtEl>
                          <p:spTgt spid="17"/>
                        </p:tgtEl>
                      </p:cBhvr>
                    </p:animEffect>
                  </p:childTnLst>
                </p:cTn>
              </p:par>
            </p:tnLst>
          </p:tmpl>
        </p:tmplLst>
      </p:bldP>
      <p:bldP spid="14" grpId="0" animBg="1"/>
      <p:bldP spid="15" grpId="0"/>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Pic08">
    <p:spTree>
      <p:nvGrpSpPr>
        <p:cNvPr id="1" name=""/>
        <p:cNvGrpSpPr/>
        <p:nvPr/>
      </p:nvGrpSpPr>
      <p:grpSpPr>
        <a:xfrm>
          <a:off x="0" y="0"/>
          <a:ext cx="0" cy="0"/>
          <a:chOff x="0" y="0"/>
          <a:chExt cx="0" cy="0"/>
        </a:xfrm>
      </p:grpSpPr>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10" name="Picture Placeholder 7"/>
          <p:cNvSpPr>
            <a:spLocks noGrp="1"/>
          </p:cNvSpPr>
          <p:nvPr>
            <p:ph type="pic" sz="quarter" idx="10" hasCustomPrompt="1"/>
          </p:nvPr>
        </p:nvSpPr>
        <p:spPr>
          <a:xfrm>
            <a:off x="0" y="1"/>
            <a:ext cx="9127831" cy="2974997"/>
          </a:xfrm>
          <a:prstGeom prst="downArrowCallout">
            <a:avLst>
              <a:gd name="adj1" fmla="val 35178"/>
              <a:gd name="adj2" fmla="val 13059"/>
              <a:gd name="adj3" fmla="val 7566"/>
              <a:gd name="adj4" fmla="val 92434"/>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Pic09">
    <p:spTree>
      <p:nvGrpSpPr>
        <p:cNvPr id="1" name=""/>
        <p:cNvGrpSpPr/>
        <p:nvPr/>
      </p:nvGrpSpPr>
      <p:grpSpPr>
        <a:xfrm>
          <a:off x="0" y="0"/>
          <a:ext cx="0" cy="0"/>
          <a:chOff x="0" y="0"/>
          <a:chExt cx="0" cy="0"/>
        </a:xfrm>
      </p:grpSpPr>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7" name="Picture Placeholder 7"/>
          <p:cNvSpPr>
            <a:spLocks noGrp="1"/>
          </p:cNvSpPr>
          <p:nvPr>
            <p:ph type="pic" sz="quarter" idx="15" hasCustomPrompt="1"/>
          </p:nvPr>
        </p:nvSpPr>
        <p:spPr>
          <a:xfrm>
            <a:off x="660456" y="1229499"/>
            <a:ext cx="3681115" cy="3225991"/>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8"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9"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wipe(down)">
                                      <p:cBhvr>
                                        <p:cTn id="11" dur="500"/>
                                        <p:tgtEl>
                                          <p:spTgt spid="9">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build="p">
        <p:tmplLst>
          <p:tmpl lvl="1">
            <p:tnLst>
              <p:par>
                <p:cTn presetID="22" presetClass="entr" presetSubtype="4"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down)">
                      <p:cBhvr>
                        <p:cTn dur="500"/>
                        <p:tgtEl>
                          <p:spTgt spid="9"/>
                        </p:tgtEl>
                      </p:cBhvr>
                    </p:animEffect>
                  </p:childTnLst>
                </p:cTn>
              </p:par>
            </p:tnLst>
          </p:tmpl>
        </p:tmplLst>
      </p:bldP>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Pic10">
    <p:spTree>
      <p:nvGrpSpPr>
        <p:cNvPr id="1" name=""/>
        <p:cNvGrpSpPr/>
        <p:nvPr/>
      </p:nvGrpSpPr>
      <p:grpSpPr>
        <a:xfrm>
          <a:off x="0" y="0"/>
          <a:ext cx="0" cy="0"/>
          <a:chOff x="0" y="0"/>
          <a:chExt cx="0" cy="0"/>
        </a:xfrm>
      </p:grpSpPr>
      <p:sp>
        <p:nvSpPr>
          <p:cNvPr id="11" name="Picture Placeholder 7"/>
          <p:cNvSpPr>
            <a:spLocks noGrp="1"/>
          </p:cNvSpPr>
          <p:nvPr>
            <p:ph type="pic" sz="quarter" idx="15" hasCustomPrompt="1"/>
          </p:nvPr>
        </p:nvSpPr>
        <p:spPr>
          <a:xfrm>
            <a:off x="4687214" y="0"/>
            <a:ext cx="4456786" cy="514350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ppt_x"/>
                                          </p:val>
                                        </p:tav>
                                        <p:tav tm="100000">
                                          <p:val>
                                            <p:strVal val="#ppt_x"/>
                                          </p:val>
                                        </p:tav>
                                      </p:tavLst>
                                    </p:anim>
                                    <p:anim calcmode="lin" valueType="num">
                                      <p:cBhvr additive="base">
                                        <p:cTn id="8" dur="10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Pic10">
    <p:spTree>
      <p:nvGrpSpPr>
        <p:cNvPr id="1" name=""/>
        <p:cNvGrpSpPr/>
        <p:nvPr/>
      </p:nvGrpSpPr>
      <p:grpSpPr>
        <a:xfrm>
          <a:off x="0" y="0"/>
          <a:ext cx="0" cy="0"/>
          <a:chOff x="0" y="0"/>
          <a:chExt cx="0" cy="0"/>
        </a:xfrm>
      </p:grpSpPr>
      <p:sp>
        <p:nvSpPr>
          <p:cNvPr id="11" name="Picture Placeholder 7"/>
          <p:cNvSpPr>
            <a:spLocks noGrp="1"/>
          </p:cNvSpPr>
          <p:nvPr>
            <p:ph type="pic" sz="quarter" idx="15" hasCustomPrompt="1"/>
          </p:nvPr>
        </p:nvSpPr>
        <p:spPr>
          <a:xfrm>
            <a:off x="0" y="0"/>
            <a:ext cx="4456786" cy="5143500"/>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ppt_x"/>
                                          </p:val>
                                        </p:tav>
                                        <p:tav tm="100000">
                                          <p:val>
                                            <p:strVal val="#ppt_x"/>
                                          </p:val>
                                        </p:tav>
                                      </p:tavLst>
                                    </p:anim>
                                    <p:anim calcmode="lin" valueType="num">
                                      <p:cBhvr additive="base">
                                        <p:cTn id="8" dur="10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ort_4">
    <p:spTree>
      <p:nvGrpSpPr>
        <p:cNvPr id="1" name=""/>
        <p:cNvGrpSpPr/>
        <p:nvPr/>
      </p:nvGrpSpPr>
      <p:grpSpPr>
        <a:xfrm>
          <a:off x="0" y="0"/>
          <a:ext cx="0" cy="0"/>
          <a:chOff x="0" y="0"/>
          <a:chExt cx="0" cy="0"/>
        </a:xfrm>
      </p:grpSpPr>
      <p:sp>
        <p:nvSpPr>
          <p:cNvPr id="50" name="Picture Placeholder 7"/>
          <p:cNvSpPr>
            <a:spLocks noGrp="1"/>
          </p:cNvSpPr>
          <p:nvPr>
            <p:ph type="pic" sz="quarter" idx="10" hasCustomPrompt="1"/>
          </p:nvPr>
        </p:nvSpPr>
        <p:spPr>
          <a:xfrm>
            <a:off x="365438" y="2994298"/>
            <a:ext cx="2007972" cy="1651304"/>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51" name="Picture Placeholder 7"/>
          <p:cNvSpPr>
            <a:spLocks noGrp="1"/>
          </p:cNvSpPr>
          <p:nvPr>
            <p:ph type="pic" sz="quarter" idx="15" hasCustomPrompt="1"/>
          </p:nvPr>
        </p:nvSpPr>
        <p:spPr>
          <a:xfrm>
            <a:off x="4628355" y="2994298"/>
            <a:ext cx="2007972" cy="1651304"/>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52" name="Picture Placeholder 7"/>
          <p:cNvSpPr>
            <a:spLocks noGrp="1"/>
          </p:cNvSpPr>
          <p:nvPr>
            <p:ph type="pic" sz="quarter" idx="16" hasCustomPrompt="1"/>
          </p:nvPr>
        </p:nvSpPr>
        <p:spPr>
          <a:xfrm>
            <a:off x="2511238" y="1208553"/>
            <a:ext cx="2007972" cy="1651304"/>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53" name="Picture Placeholder 7"/>
          <p:cNvSpPr>
            <a:spLocks noGrp="1"/>
          </p:cNvSpPr>
          <p:nvPr>
            <p:ph type="pic" sz="quarter" idx="17" hasCustomPrompt="1"/>
          </p:nvPr>
        </p:nvSpPr>
        <p:spPr>
          <a:xfrm>
            <a:off x="6746296" y="1208553"/>
            <a:ext cx="2007972" cy="1651304"/>
          </a:xfrm>
          <a:prstGeom prst="rect">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36" name="Rectangle 35"/>
          <p:cNvSpPr/>
          <p:nvPr userDrawn="1"/>
        </p:nvSpPr>
        <p:spPr>
          <a:xfrm>
            <a:off x="2511238" y="2859857"/>
            <a:ext cx="2007972" cy="1785745"/>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endParaRPr lang="en-US" sz="4000" dirty="0">
              <a:latin typeface="FontAwesome" pitchFamily="2" charset="0"/>
            </a:endParaRPr>
          </a:p>
        </p:txBody>
      </p:sp>
      <p:sp>
        <p:nvSpPr>
          <p:cNvPr id="35" name="Rectangle 34"/>
          <p:cNvSpPr/>
          <p:nvPr userDrawn="1"/>
        </p:nvSpPr>
        <p:spPr>
          <a:xfrm>
            <a:off x="365438" y="1208553"/>
            <a:ext cx="2007972" cy="178574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endParaRPr lang="en-US" sz="4400" dirty="0">
              <a:solidFill>
                <a:schemeClr val="bg1"/>
              </a:solidFill>
              <a:latin typeface="FontAwesome" pitchFamily="2" charset="0"/>
            </a:endParaRPr>
          </a:p>
        </p:txBody>
      </p:sp>
      <p:sp>
        <p:nvSpPr>
          <p:cNvPr id="39" name="Rectangle 38"/>
          <p:cNvSpPr/>
          <p:nvPr userDrawn="1"/>
        </p:nvSpPr>
        <p:spPr>
          <a:xfrm>
            <a:off x="4628355" y="1208552"/>
            <a:ext cx="2007972" cy="1785745"/>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r>
              <a:rPr lang="en-US" sz="1000" dirty="0"/>
              <a:t> </a:t>
            </a:r>
          </a:p>
          <a:p>
            <a:pPr lvl="0" algn="ctr" defTabSz="914400">
              <a:spcBef>
                <a:spcPct val="20000"/>
              </a:spcBef>
              <a:defRPr/>
            </a:pPr>
            <a:br>
              <a:rPr lang="en-US" sz="1200" b="1" dirty="0">
                <a:solidFill>
                  <a:schemeClr val="bg1">
                    <a:lumMod val="95000"/>
                  </a:schemeClr>
                </a:solidFill>
              </a:rPr>
            </a:br>
            <a:br>
              <a:rPr lang="en-US" sz="1200" b="1" dirty="0">
                <a:solidFill>
                  <a:schemeClr val="bg1">
                    <a:lumMod val="95000"/>
                  </a:schemeClr>
                </a:solidFill>
              </a:rPr>
            </a:br>
            <a:endParaRPr lang="en-US" sz="1600" dirty="0">
              <a:solidFill>
                <a:schemeClr val="bg1">
                  <a:lumMod val="95000"/>
                </a:schemeClr>
              </a:solidFill>
            </a:endParaRPr>
          </a:p>
        </p:txBody>
      </p:sp>
      <p:sp>
        <p:nvSpPr>
          <p:cNvPr id="44" name="Rectangle 43"/>
          <p:cNvSpPr/>
          <p:nvPr userDrawn="1"/>
        </p:nvSpPr>
        <p:spPr>
          <a:xfrm>
            <a:off x="6746296" y="2859857"/>
            <a:ext cx="2007972" cy="178574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spcBef>
                <a:spcPct val="20000"/>
              </a:spcBef>
              <a:defRPr/>
            </a:pPr>
            <a:endParaRPr lang="en-US" sz="1200" b="1" dirty="0">
              <a:solidFill>
                <a:schemeClr val="bg1">
                  <a:lumMod val="95000"/>
                </a:schemeClr>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1" accel="50000" decel="50000" fill="hold" grpId="0" nodeType="after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ppt_x"/>
                                          </p:val>
                                        </p:tav>
                                        <p:tav tm="100000">
                                          <p:val>
                                            <p:strVal val="#ppt_x"/>
                                          </p:val>
                                        </p:tav>
                                      </p:tavLst>
                                    </p:anim>
                                    <p:anim calcmode="lin" valueType="num">
                                      <p:cBhvr additive="base">
                                        <p:cTn id="16" dur="500" fill="hold"/>
                                        <p:tgtEl>
                                          <p:spTgt spid="35"/>
                                        </p:tgtEl>
                                        <p:attrNameLst>
                                          <p:attrName>ppt_y</p:attrName>
                                        </p:attrNameLst>
                                      </p:cBhvr>
                                      <p:tavLst>
                                        <p:tav tm="0">
                                          <p:val>
                                            <p:strVal val="0-#ppt_h/2"/>
                                          </p:val>
                                        </p:tav>
                                        <p:tav tm="100000">
                                          <p:val>
                                            <p:strVal val="#ppt_y"/>
                                          </p:val>
                                        </p:tav>
                                      </p:tavLst>
                                    </p:anim>
                                  </p:childTnLst>
                                </p:cTn>
                              </p:par>
                              <p:par>
                                <p:cTn id="17" presetID="2" presetClass="entr" presetSubtype="4" accel="50000" decel="50000" fill="hold" grpId="0" nodeType="withEffect">
                                  <p:stCondLst>
                                    <p:cond delay="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500" fill="hold"/>
                                        <p:tgtEl>
                                          <p:spTgt spid="50"/>
                                        </p:tgtEl>
                                        <p:attrNameLst>
                                          <p:attrName>ppt_x</p:attrName>
                                        </p:attrNameLst>
                                      </p:cBhvr>
                                      <p:tavLst>
                                        <p:tav tm="0">
                                          <p:val>
                                            <p:strVal val="#ppt_x"/>
                                          </p:val>
                                        </p:tav>
                                        <p:tav tm="100000">
                                          <p:val>
                                            <p:strVal val="#ppt_x"/>
                                          </p:val>
                                        </p:tav>
                                      </p:tavLst>
                                    </p:anim>
                                    <p:anim calcmode="lin" valueType="num">
                                      <p:cBhvr additive="base">
                                        <p:cTn id="20" dur="500" fill="hold"/>
                                        <p:tgtEl>
                                          <p:spTgt spid="50"/>
                                        </p:tgtEl>
                                        <p:attrNameLst>
                                          <p:attrName>ppt_y</p:attrName>
                                        </p:attrNameLst>
                                      </p:cBhvr>
                                      <p:tavLst>
                                        <p:tav tm="0">
                                          <p:val>
                                            <p:strVal val="1+#ppt_h/2"/>
                                          </p:val>
                                        </p:tav>
                                        <p:tav tm="100000">
                                          <p:val>
                                            <p:strVal val="#ppt_y"/>
                                          </p:val>
                                        </p:tav>
                                      </p:tavLst>
                                    </p:anim>
                                  </p:childTnLst>
                                </p:cTn>
                              </p:par>
                            </p:childTnLst>
                          </p:cTn>
                        </p:par>
                        <p:par>
                          <p:cTn id="21" fill="hold">
                            <p:stCondLst>
                              <p:cond delay="1500"/>
                            </p:stCondLst>
                            <p:childTnLst>
                              <p:par>
                                <p:cTn id="22" presetID="2" presetClass="entr" presetSubtype="1" accel="50000" decel="50000" fill="hold" grpId="0" nodeType="afterEffect">
                                  <p:stCondLst>
                                    <p:cond delay="0"/>
                                  </p:stCondLst>
                                  <p:childTnLst>
                                    <p:set>
                                      <p:cBhvr>
                                        <p:cTn id="23" dur="1" fill="hold">
                                          <p:stCondLst>
                                            <p:cond delay="0"/>
                                          </p:stCondLst>
                                        </p:cTn>
                                        <p:tgtEl>
                                          <p:spTgt spid="52"/>
                                        </p:tgtEl>
                                        <p:attrNameLst>
                                          <p:attrName>style.visibility</p:attrName>
                                        </p:attrNameLst>
                                      </p:cBhvr>
                                      <p:to>
                                        <p:strVal val="visible"/>
                                      </p:to>
                                    </p:set>
                                    <p:anim calcmode="lin" valueType="num">
                                      <p:cBhvr additive="base">
                                        <p:cTn id="24" dur="500" fill="hold"/>
                                        <p:tgtEl>
                                          <p:spTgt spid="52"/>
                                        </p:tgtEl>
                                        <p:attrNameLst>
                                          <p:attrName>ppt_x</p:attrName>
                                        </p:attrNameLst>
                                      </p:cBhvr>
                                      <p:tavLst>
                                        <p:tav tm="0">
                                          <p:val>
                                            <p:strVal val="#ppt_x"/>
                                          </p:val>
                                        </p:tav>
                                        <p:tav tm="100000">
                                          <p:val>
                                            <p:strVal val="#ppt_x"/>
                                          </p:val>
                                        </p:tav>
                                      </p:tavLst>
                                    </p:anim>
                                    <p:anim calcmode="lin" valueType="num">
                                      <p:cBhvr additive="base">
                                        <p:cTn id="25" dur="500" fill="hold"/>
                                        <p:tgtEl>
                                          <p:spTgt spid="52"/>
                                        </p:tgtEl>
                                        <p:attrNameLst>
                                          <p:attrName>ppt_y</p:attrName>
                                        </p:attrNameLst>
                                      </p:cBhvr>
                                      <p:tavLst>
                                        <p:tav tm="0">
                                          <p:val>
                                            <p:strVal val="0-#ppt_h/2"/>
                                          </p:val>
                                        </p:tav>
                                        <p:tav tm="100000">
                                          <p:val>
                                            <p:strVal val="#ppt_y"/>
                                          </p:val>
                                        </p:tav>
                                      </p:tavLst>
                                    </p:anim>
                                  </p:childTnLst>
                                </p:cTn>
                              </p:par>
                              <p:par>
                                <p:cTn id="26" presetID="2" presetClass="entr" presetSubtype="4" accel="50000" decel="50000" fill="hold" grpId="0" nodeType="withEffect">
                                  <p:stCondLst>
                                    <p:cond delay="0"/>
                                  </p:stCondLst>
                                  <p:childTnLst>
                                    <p:set>
                                      <p:cBhvr>
                                        <p:cTn id="27" dur="1" fill="hold">
                                          <p:stCondLst>
                                            <p:cond delay="0"/>
                                          </p:stCondLst>
                                        </p:cTn>
                                        <p:tgtEl>
                                          <p:spTgt spid="36"/>
                                        </p:tgtEl>
                                        <p:attrNameLst>
                                          <p:attrName>style.visibility</p:attrName>
                                        </p:attrNameLst>
                                      </p:cBhvr>
                                      <p:to>
                                        <p:strVal val="visible"/>
                                      </p:to>
                                    </p:set>
                                    <p:anim calcmode="lin" valueType="num">
                                      <p:cBhvr additive="base">
                                        <p:cTn id="28" dur="500" fill="hold"/>
                                        <p:tgtEl>
                                          <p:spTgt spid="36"/>
                                        </p:tgtEl>
                                        <p:attrNameLst>
                                          <p:attrName>ppt_x</p:attrName>
                                        </p:attrNameLst>
                                      </p:cBhvr>
                                      <p:tavLst>
                                        <p:tav tm="0">
                                          <p:val>
                                            <p:strVal val="#ppt_x"/>
                                          </p:val>
                                        </p:tav>
                                        <p:tav tm="100000">
                                          <p:val>
                                            <p:strVal val="#ppt_x"/>
                                          </p:val>
                                        </p:tav>
                                      </p:tavLst>
                                    </p:anim>
                                    <p:anim calcmode="lin" valueType="num">
                                      <p:cBhvr additive="base">
                                        <p:cTn id="29" dur="500" fill="hold"/>
                                        <p:tgtEl>
                                          <p:spTgt spid="36"/>
                                        </p:tgtEl>
                                        <p:attrNameLst>
                                          <p:attrName>ppt_y</p:attrName>
                                        </p:attrNameLst>
                                      </p:cBhvr>
                                      <p:tavLst>
                                        <p:tav tm="0">
                                          <p:val>
                                            <p:strVal val="1+#ppt_h/2"/>
                                          </p:val>
                                        </p:tav>
                                        <p:tav tm="100000">
                                          <p:val>
                                            <p:strVal val="#ppt_y"/>
                                          </p:val>
                                        </p:tav>
                                      </p:tavLst>
                                    </p:anim>
                                  </p:childTnLst>
                                </p:cTn>
                              </p:par>
                            </p:childTnLst>
                          </p:cTn>
                        </p:par>
                        <p:par>
                          <p:cTn id="30" fill="hold">
                            <p:stCondLst>
                              <p:cond delay="2000"/>
                            </p:stCondLst>
                            <p:childTnLst>
                              <p:par>
                                <p:cTn id="31" presetID="2" presetClass="entr" presetSubtype="1" accel="50000" decel="50000" fill="hold" grpId="0" nodeType="after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additive="base">
                                        <p:cTn id="33" dur="500" fill="hold"/>
                                        <p:tgtEl>
                                          <p:spTgt spid="39"/>
                                        </p:tgtEl>
                                        <p:attrNameLst>
                                          <p:attrName>ppt_x</p:attrName>
                                        </p:attrNameLst>
                                      </p:cBhvr>
                                      <p:tavLst>
                                        <p:tav tm="0">
                                          <p:val>
                                            <p:strVal val="#ppt_x"/>
                                          </p:val>
                                        </p:tav>
                                        <p:tav tm="100000">
                                          <p:val>
                                            <p:strVal val="#ppt_x"/>
                                          </p:val>
                                        </p:tav>
                                      </p:tavLst>
                                    </p:anim>
                                    <p:anim calcmode="lin" valueType="num">
                                      <p:cBhvr additive="base">
                                        <p:cTn id="34" dur="500" fill="hold"/>
                                        <p:tgtEl>
                                          <p:spTgt spid="39"/>
                                        </p:tgtEl>
                                        <p:attrNameLst>
                                          <p:attrName>ppt_y</p:attrName>
                                        </p:attrNameLst>
                                      </p:cBhvr>
                                      <p:tavLst>
                                        <p:tav tm="0">
                                          <p:val>
                                            <p:strVal val="0-#ppt_h/2"/>
                                          </p:val>
                                        </p:tav>
                                        <p:tav tm="100000">
                                          <p:val>
                                            <p:strVal val="#ppt_y"/>
                                          </p:val>
                                        </p:tav>
                                      </p:tavLst>
                                    </p:anim>
                                  </p:childTnLst>
                                </p:cTn>
                              </p:par>
                              <p:par>
                                <p:cTn id="35" presetID="2" presetClass="entr" presetSubtype="4" accel="50000" decel="50000"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ppt_x"/>
                                          </p:val>
                                        </p:tav>
                                        <p:tav tm="100000">
                                          <p:val>
                                            <p:strVal val="#ppt_x"/>
                                          </p:val>
                                        </p:tav>
                                      </p:tavLst>
                                    </p:anim>
                                    <p:anim calcmode="lin" valueType="num">
                                      <p:cBhvr additive="base">
                                        <p:cTn id="38" dur="500" fill="hold"/>
                                        <p:tgtEl>
                                          <p:spTgt spid="51"/>
                                        </p:tgtEl>
                                        <p:attrNameLst>
                                          <p:attrName>ppt_y</p:attrName>
                                        </p:attrNameLst>
                                      </p:cBhvr>
                                      <p:tavLst>
                                        <p:tav tm="0">
                                          <p:val>
                                            <p:strVal val="1+#ppt_h/2"/>
                                          </p:val>
                                        </p:tav>
                                        <p:tav tm="100000">
                                          <p:val>
                                            <p:strVal val="#ppt_y"/>
                                          </p:val>
                                        </p:tav>
                                      </p:tavLst>
                                    </p:anim>
                                  </p:childTnLst>
                                </p:cTn>
                              </p:par>
                            </p:childTnLst>
                          </p:cTn>
                        </p:par>
                        <p:par>
                          <p:cTn id="39" fill="hold">
                            <p:stCondLst>
                              <p:cond delay="2500"/>
                            </p:stCondLst>
                            <p:childTnLst>
                              <p:par>
                                <p:cTn id="40" presetID="2" presetClass="entr" presetSubtype="1" accel="50000" decel="50000" fill="hold" grpId="0" nodeType="afterEffect">
                                  <p:stCondLst>
                                    <p:cond delay="0"/>
                                  </p:stCondLst>
                                  <p:childTnLst>
                                    <p:set>
                                      <p:cBhvr>
                                        <p:cTn id="41" dur="1" fill="hold">
                                          <p:stCondLst>
                                            <p:cond delay="0"/>
                                          </p:stCondLst>
                                        </p:cTn>
                                        <p:tgtEl>
                                          <p:spTgt spid="53"/>
                                        </p:tgtEl>
                                        <p:attrNameLst>
                                          <p:attrName>style.visibility</p:attrName>
                                        </p:attrNameLst>
                                      </p:cBhvr>
                                      <p:to>
                                        <p:strVal val="visible"/>
                                      </p:to>
                                    </p:set>
                                    <p:anim calcmode="lin" valueType="num">
                                      <p:cBhvr additive="base">
                                        <p:cTn id="42" dur="500" fill="hold"/>
                                        <p:tgtEl>
                                          <p:spTgt spid="53"/>
                                        </p:tgtEl>
                                        <p:attrNameLst>
                                          <p:attrName>ppt_x</p:attrName>
                                        </p:attrNameLst>
                                      </p:cBhvr>
                                      <p:tavLst>
                                        <p:tav tm="0">
                                          <p:val>
                                            <p:strVal val="#ppt_x"/>
                                          </p:val>
                                        </p:tav>
                                        <p:tav tm="100000">
                                          <p:val>
                                            <p:strVal val="#ppt_x"/>
                                          </p:val>
                                        </p:tav>
                                      </p:tavLst>
                                    </p:anim>
                                    <p:anim calcmode="lin" valueType="num">
                                      <p:cBhvr additive="base">
                                        <p:cTn id="43" dur="500" fill="hold"/>
                                        <p:tgtEl>
                                          <p:spTgt spid="53"/>
                                        </p:tgtEl>
                                        <p:attrNameLst>
                                          <p:attrName>ppt_y</p:attrName>
                                        </p:attrNameLst>
                                      </p:cBhvr>
                                      <p:tavLst>
                                        <p:tav tm="0">
                                          <p:val>
                                            <p:strVal val="0-#ppt_h/2"/>
                                          </p:val>
                                        </p:tav>
                                        <p:tav tm="100000">
                                          <p:val>
                                            <p:strVal val="#ppt_y"/>
                                          </p:val>
                                        </p:tav>
                                      </p:tavLst>
                                    </p:anim>
                                  </p:childTnLst>
                                </p:cTn>
                              </p:par>
                              <p:par>
                                <p:cTn id="44" presetID="2" presetClass="entr" presetSubtype="4" accel="50000" decel="50000" fill="hold" grpId="0" nodeType="withEffect">
                                  <p:stCondLst>
                                    <p:cond delay="0"/>
                                  </p:stCondLst>
                                  <p:childTnLst>
                                    <p:set>
                                      <p:cBhvr>
                                        <p:cTn id="45" dur="1" fill="hold">
                                          <p:stCondLst>
                                            <p:cond delay="0"/>
                                          </p:stCondLst>
                                        </p:cTn>
                                        <p:tgtEl>
                                          <p:spTgt spid="44"/>
                                        </p:tgtEl>
                                        <p:attrNameLst>
                                          <p:attrName>style.visibility</p:attrName>
                                        </p:attrNameLst>
                                      </p:cBhvr>
                                      <p:to>
                                        <p:strVal val="visible"/>
                                      </p:to>
                                    </p:set>
                                    <p:anim calcmode="lin" valueType="num">
                                      <p:cBhvr additive="base">
                                        <p:cTn id="46" dur="500" fill="hold"/>
                                        <p:tgtEl>
                                          <p:spTgt spid="44"/>
                                        </p:tgtEl>
                                        <p:attrNameLst>
                                          <p:attrName>ppt_x</p:attrName>
                                        </p:attrNameLst>
                                      </p:cBhvr>
                                      <p:tavLst>
                                        <p:tav tm="0">
                                          <p:val>
                                            <p:strVal val="#ppt_x"/>
                                          </p:val>
                                        </p:tav>
                                        <p:tav tm="100000">
                                          <p:val>
                                            <p:strVal val="#ppt_x"/>
                                          </p:val>
                                        </p:tav>
                                      </p:tavLst>
                                    </p:anim>
                                    <p:anim calcmode="lin" valueType="num">
                                      <p:cBhvr additive="base">
                                        <p:cTn id="47"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51" grpId="0"/>
      <p:bldP spid="52" grpId="0"/>
      <p:bldP spid="53" grpId="0"/>
      <p:bldP spid="36" grpId="0" animBg="1"/>
      <p:bldP spid="35" grpId="0" animBg="1"/>
      <p:bldP spid="39" grpId="0" animBg="1"/>
      <p:bldP spid="44" grpId="0" animBg="1"/>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4714725" y="1646263"/>
            <a:ext cx="3773217" cy="2023461"/>
          </a:xfrm>
          <a:prstGeom prst="downArrowCallout">
            <a:avLst>
              <a:gd name="adj1" fmla="val 50000"/>
              <a:gd name="adj2" fmla="val 11967"/>
              <a:gd name="adj3" fmla="val 7487"/>
              <a:gd name="adj4" fmla="val 92647"/>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38" name="Picture Placeholder 7"/>
          <p:cNvSpPr>
            <a:spLocks noGrp="1"/>
          </p:cNvSpPr>
          <p:nvPr>
            <p:ph type="pic" sz="quarter" idx="10" hasCustomPrompt="1"/>
          </p:nvPr>
        </p:nvSpPr>
        <p:spPr>
          <a:xfrm>
            <a:off x="643682" y="1636638"/>
            <a:ext cx="3773217" cy="2033086"/>
          </a:xfrm>
          <a:prstGeom prst="downArrowCallout">
            <a:avLst>
              <a:gd name="adj1" fmla="val 50000"/>
              <a:gd name="adj2" fmla="val 11967"/>
              <a:gd name="adj3" fmla="val 7487"/>
              <a:gd name="adj4" fmla="val 92647"/>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40" name="Text Placeholder 3"/>
          <p:cNvSpPr>
            <a:spLocks noGrp="1"/>
          </p:cNvSpPr>
          <p:nvPr>
            <p:ph type="body" sz="half" idx="15"/>
          </p:nvPr>
        </p:nvSpPr>
        <p:spPr>
          <a:xfrm>
            <a:off x="648949" y="3894926"/>
            <a:ext cx="3762683" cy="635096"/>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42" name="Text Placeholder 3"/>
          <p:cNvSpPr>
            <a:spLocks noGrp="1"/>
          </p:cNvSpPr>
          <p:nvPr>
            <p:ph type="body" sz="half" idx="17"/>
          </p:nvPr>
        </p:nvSpPr>
        <p:spPr>
          <a:xfrm>
            <a:off x="643681" y="3688974"/>
            <a:ext cx="3773218" cy="192780"/>
          </a:xfrm>
          <a:prstGeom prst="rect">
            <a:avLst/>
          </a:prstGeom>
        </p:spPr>
        <p:txBody>
          <a:bodyPr wrap="none" lIns="0" tIns="0" rIns="0" bIns="0" anchor="ctr">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59" name="Text Placeholder 3"/>
          <p:cNvSpPr>
            <a:spLocks noGrp="1"/>
          </p:cNvSpPr>
          <p:nvPr>
            <p:ph type="body" sz="half" idx="23"/>
          </p:nvPr>
        </p:nvSpPr>
        <p:spPr>
          <a:xfrm>
            <a:off x="4719992" y="3894926"/>
            <a:ext cx="3762683" cy="635096"/>
          </a:xfrm>
          <a:prstGeom prst="rect">
            <a:avLst/>
          </a:prstGeom>
        </p:spPr>
        <p:txBody>
          <a:bodyPr wrap="squar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62" name="Text Placeholder 3"/>
          <p:cNvSpPr>
            <a:spLocks noGrp="1"/>
          </p:cNvSpPr>
          <p:nvPr>
            <p:ph type="body" sz="half" idx="25"/>
          </p:nvPr>
        </p:nvSpPr>
        <p:spPr>
          <a:xfrm>
            <a:off x="4714724" y="3688974"/>
            <a:ext cx="3773218" cy="192780"/>
          </a:xfrm>
          <a:prstGeom prst="rect">
            <a:avLst/>
          </a:prstGeom>
        </p:spPr>
        <p:txBody>
          <a:bodyPr wrap="none" lIns="0" tIns="0" rIns="0" bIns="0" anchor="ctr">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32" name="Rectangle 31"/>
          <p:cNvSpPr/>
          <p:nvPr userDrawn="1"/>
        </p:nvSpPr>
        <p:spPr>
          <a:xfrm>
            <a:off x="648948" y="1254235"/>
            <a:ext cx="3762684" cy="381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1" name="Text Placeholder 3"/>
          <p:cNvSpPr>
            <a:spLocks noGrp="1"/>
          </p:cNvSpPr>
          <p:nvPr>
            <p:ph type="body" sz="half" idx="16"/>
          </p:nvPr>
        </p:nvSpPr>
        <p:spPr>
          <a:xfrm>
            <a:off x="672532" y="1330017"/>
            <a:ext cx="3715517"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60" name="Rectangle 59"/>
          <p:cNvSpPr/>
          <p:nvPr userDrawn="1"/>
        </p:nvSpPr>
        <p:spPr>
          <a:xfrm>
            <a:off x="4719991" y="1254235"/>
            <a:ext cx="3762684"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1" name="Text Placeholder 3"/>
          <p:cNvSpPr>
            <a:spLocks noGrp="1"/>
          </p:cNvSpPr>
          <p:nvPr>
            <p:ph type="body" sz="half" idx="24"/>
          </p:nvPr>
        </p:nvSpPr>
        <p:spPr>
          <a:xfrm>
            <a:off x="4743575" y="1330017"/>
            <a:ext cx="3715517"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1" accel="50000" decel="50000"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500" fill="hold"/>
                                        <p:tgtEl>
                                          <p:spTgt spid="32"/>
                                        </p:tgtEl>
                                        <p:attrNameLst>
                                          <p:attrName>ppt_x</p:attrName>
                                        </p:attrNameLst>
                                      </p:cBhvr>
                                      <p:tavLst>
                                        <p:tav tm="0">
                                          <p:val>
                                            <p:strVal val="#ppt_x"/>
                                          </p:val>
                                        </p:tav>
                                        <p:tav tm="100000">
                                          <p:val>
                                            <p:strVal val="#ppt_x"/>
                                          </p:val>
                                        </p:tav>
                                      </p:tavLst>
                                    </p:anim>
                                    <p:anim calcmode="lin" valueType="num">
                                      <p:cBhvr additive="base">
                                        <p:cTn id="16" dur="500" fill="hold"/>
                                        <p:tgtEl>
                                          <p:spTgt spid="32"/>
                                        </p:tgtEl>
                                        <p:attrNameLst>
                                          <p:attrName>ppt_y</p:attrName>
                                        </p:attrNameLst>
                                      </p:cBhvr>
                                      <p:tavLst>
                                        <p:tav tm="0">
                                          <p:val>
                                            <p:strVal val="0-#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nodePh="1">
                                  <p:stCondLst>
                                    <p:cond delay="0"/>
                                  </p:stCondLst>
                                  <p:endCondLst>
                                    <p:cond evt="begin" delay="0">
                                      <p:tn val="18"/>
                                    </p:cond>
                                  </p:endCondLst>
                                  <p:childTnLst>
                                    <p:set>
                                      <p:cBhvr>
                                        <p:cTn id="19" dur="1" fill="hold">
                                          <p:stCondLst>
                                            <p:cond delay="0"/>
                                          </p:stCondLst>
                                        </p:cTn>
                                        <p:tgtEl>
                                          <p:spTgt spid="41">
                                            <p:txEl>
                                              <p:pRg st="0" end="0"/>
                                            </p:txEl>
                                          </p:spTgt>
                                        </p:tgtEl>
                                        <p:attrNameLst>
                                          <p:attrName>style.visibility</p:attrName>
                                        </p:attrNameLst>
                                      </p:cBhvr>
                                      <p:to>
                                        <p:strVal val="visible"/>
                                      </p:to>
                                    </p:set>
                                    <p:animEffect transition="in" filter="wipe(down)">
                                      <p:cBhvr>
                                        <p:cTn id="20" dur="500"/>
                                        <p:tgtEl>
                                          <p:spTgt spid="41">
                                            <p:txEl>
                                              <p:pRg st="0" end="0"/>
                                            </p:txEl>
                                          </p:spTgt>
                                        </p:tgtEl>
                                      </p:cBhvr>
                                    </p:animEffect>
                                  </p:childTnLst>
                                </p:cTn>
                              </p:par>
                              <p:par>
                                <p:cTn id="21" presetID="2" presetClass="entr" presetSubtype="4" accel="50000" decel="50000"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accel="50000" decel="50000" fill="hold" grpId="0" nodeType="afterEffect" nodePh="1">
                                  <p:stCondLst>
                                    <p:cond delay="0"/>
                                  </p:stCondLst>
                                  <p:endCondLst>
                                    <p:cond evt="begin" delay="0">
                                      <p:tn val="26"/>
                                    </p:cond>
                                  </p:endCondLst>
                                  <p:childTnLst>
                                    <p:set>
                                      <p:cBhvr>
                                        <p:cTn id="27" dur="1" fill="hold">
                                          <p:stCondLst>
                                            <p:cond delay="0"/>
                                          </p:stCondLst>
                                        </p:cTn>
                                        <p:tgtEl>
                                          <p:spTgt spid="42">
                                            <p:txEl>
                                              <p:pRg st="0" end="0"/>
                                            </p:txEl>
                                          </p:spTgt>
                                        </p:tgtEl>
                                        <p:attrNameLst>
                                          <p:attrName>style.visibility</p:attrName>
                                        </p:attrNameLst>
                                      </p:cBhvr>
                                      <p:to>
                                        <p:strVal val="visible"/>
                                      </p:to>
                                    </p:set>
                                    <p:anim calcmode="lin" valueType="num">
                                      <p:cBhvr additive="base">
                                        <p:cTn id="28"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accel="50000" decel="50000" fill="hold" grpId="0" nodeType="afterEffect" nodePh="1">
                                  <p:stCondLst>
                                    <p:cond delay="0"/>
                                  </p:stCondLst>
                                  <p:endCondLst>
                                    <p:cond evt="begin" delay="0">
                                      <p:tn val="31"/>
                                    </p:cond>
                                  </p:endCondLst>
                                  <p:childTnLst>
                                    <p:set>
                                      <p:cBhvr>
                                        <p:cTn id="32" dur="1" fill="hold">
                                          <p:stCondLst>
                                            <p:cond delay="0"/>
                                          </p:stCondLst>
                                        </p:cTn>
                                        <p:tgtEl>
                                          <p:spTgt spid="40">
                                            <p:txEl>
                                              <p:pRg st="0" end="0"/>
                                            </p:txEl>
                                          </p:spTgt>
                                        </p:tgtEl>
                                        <p:attrNameLst>
                                          <p:attrName>style.visibility</p:attrName>
                                        </p:attrNameLst>
                                      </p:cBhvr>
                                      <p:to>
                                        <p:strVal val="visible"/>
                                      </p:to>
                                    </p:set>
                                    <p:anim calcmode="lin" valueType="num">
                                      <p:cBhvr additive="base">
                                        <p:cTn id="33"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grpId="0" nodeType="afterEffect">
                                  <p:stCondLst>
                                    <p:cond delay="0"/>
                                  </p:stCondLst>
                                  <p:childTnLst>
                                    <p:set>
                                      <p:cBhvr>
                                        <p:cTn id="37" dur="1" fill="hold">
                                          <p:stCondLst>
                                            <p:cond delay="0"/>
                                          </p:stCondLst>
                                        </p:cTn>
                                        <p:tgtEl>
                                          <p:spTgt spid="60"/>
                                        </p:tgtEl>
                                        <p:attrNameLst>
                                          <p:attrName>style.visibility</p:attrName>
                                        </p:attrNameLst>
                                      </p:cBhvr>
                                      <p:to>
                                        <p:strVal val="visible"/>
                                      </p:to>
                                    </p:set>
                                    <p:anim calcmode="lin" valueType="num">
                                      <p:cBhvr additive="base">
                                        <p:cTn id="38" dur="500" fill="hold"/>
                                        <p:tgtEl>
                                          <p:spTgt spid="60"/>
                                        </p:tgtEl>
                                        <p:attrNameLst>
                                          <p:attrName>ppt_x</p:attrName>
                                        </p:attrNameLst>
                                      </p:cBhvr>
                                      <p:tavLst>
                                        <p:tav tm="0">
                                          <p:val>
                                            <p:strVal val="#ppt_x"/>
                                          </p:val>
                                        </p:tav>
                                        <p:tav tm="100000">
                                          <p:val>
                                            <p:strVal val="#ppt_x"/>
                                          </p:val>
                                        </p:tav>
                                      </p:tavLst>
                                    </p:anim>
                                    <p:anim calcmode="lin" valueType="num">
                                      <p:cBhvr additive="base">
                                        <p:cTn id="39" dur="500" fill="hold"/>
                                        <p:tgtEl>
                                          <p:spTgt spid="60"/>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61">
                                            <p:txEl>
                                              <p:pRg st="0" end="0"/>
                                            </p:txEl>
                                          </p:spTgt>
                                        </p:tgtEl>
                                        <p:attrNameLst>
                                          <p:attrName>style.visibility</p:attrName>
                                        </p:attrNameLst>
                                      </p:cBhvr>
                                      <p:to>
                                        <p:strVal val="visible"/>
                                      </p:to>
                                    </p:set>
                                    <p:animEffect transition="in" filter="wipe(down)">
                                      <p:cBhvr>
                                        <p:cTn id="43" dur="500"/>
                                        <p:tgtEl>
                                          <p:spTgt spid="61">
                                            <p:txEl>
                                              <p:pRg st="0" end="0"/>
                                            </p:txEl>
                                          </p:spTgt>
                                        </p:tgtEl>
                                      </p:cBhvr>
                                    </p:animEffect>
                                  </p:childTnLst>
                                </p:cTn>
                              </p:par>
                              <p:par>
                                <p:cTn id="44" presetID="2" presetClass="entr" presetSubtype="4" accel="50000" decel="50000" fill="hold" grpId="0" nodeType="withEffect">
                                  <p:stCondLst>
                                    <p:cond delay="0"/>
                                  </p:stCondLst>
                                  <p:childTnLst>
                                    <p:set>
                                      <p:cBhvr>
                                        <p:cTn id="45" dur="1" fill="hold">
                                          <p:stCondLst>
                                            <p:cond delay="0"/>
                                          </p:stCondLst>
                                        </p:cTn>
                                        <p:tgtEl>
                                          <p:spTgt spid="58"/>
                                        </p:tgtEl>
                                        <p:attrNameLst>
                                          <p:attrName>style.visibility</p:attrName>
                                        </p:attrNameLst>
                                      </p:cBhvr>
                                      <p:to>
                                        <p:strVal val="visible"/>
                                      </p:to>
                                    </p:set>
                                    <p:anim calcmode="lin" valueType="num">
                                      <p:cBhvr additive="base">
                                        <p:cTn id="46" dur="500" fill="hold"/>
                                        <p:tgtEl>
                                          <p:spTgt spid="58"/>
                                        </p:tgtEl>
                                        <p:attrNameLst>
                                          <p:attrName>ppt_x</p:attrName>
                                        </p:attrNameLst>
                                      </p:cBhvr>
                                      <p:tavLst>
                                        <p:tav tm="0">
                                          <p:val>
                                            <p:strVal val="#ppt_x"/>
                                          </p:val>
                                        </p:tav>
                                        <p:tav tm="100000">
                                          <p:val>
                                            <p:strVal val="#ppt_x"/>
                                          </p:val>
                                        </p:tav>
                                      </p:tavLst>
                                    </p:anim>
                                    <p:anim calcmode="lin" valueType="num">
                                      <p:cBhvr additive="base">
                                        <p:cTn id="47" dur="500" fill="hold"/>
                                        <p:tgtEl>
                                          <p:spTgt spid="58"/>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62">
                                            <p:txEl>
                                              <p:pRg st="0" end="0"/>
                                            </p:txEl>
                                          </p:spTgt>
                                        </p:tgtEl>
                                        <p:attrNameLst>
                                          <p:attrName>style.visibility</p:attrName>
                                        </p:attrNameLst>
                                      </p:cBhvr>
                                      <p:to>
                                        <p:strVal val="visible"/>
                                      </p:to>
                                    </p:set>
                                    <p:anim calcmode="lin" valueType="num">
                                      <p:cBhvr additive="base">
                                        <p:cTn id="51"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4500"/>
                            </p:stCondLst>
                            <p:childTnLst>
                              <p:par>
                                <p:cTn id="54" presetID="2" presetClass="entr" presetSubtype="4" accel="50000" decel="50000" fill="hold" grpId="0" nodeType="afterEffect" nodePh="1">
                                  <p:stCondLst>
                                    <p:cond delay="0"/>
                                  </p:stCondLst>
                                  <p:endCondLst>
                                    <p:cond evt="begin" delay="0">
                                      <p:tn val="54"/>
                                    </p:cond>
                                  </p:endCondLst>
                                  <p:childTnLst>
                                    <p:set>
                                      <p:cBhvr>
                                        <p:cTn id="55" dur="1" fill="hold">
                                          <p:stCondLst>
                                            <p:cond delay="0"/>
                                          </p:stCondLst>
                                        </p:cTn>
                                        <p:tgtEl>
                                          <p:spTgt spid="59">
                                            <p:txEl>
                                              <p:pRg st="0" end="0"/>
                                            </p:txEl>
                                          </p:spTgt>
                                        </p:tgtEl>
                                        <p:attrNameLst>
                                          <p:attrName>style.visibility</p:attrName>
                                        </p:attrNameLst>
                                      </p:cBhvr>
                                      <p:to>
                                        <p:strVal val="visible"/>
                                      </p:to>
                                    </p:set>
                                    <p:anim calcmode="lin" valueType="num">
                                      <p:cBhvr additive="base">
                                        <p:cTn id="56"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3-Pics">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75" name="Picture Placeholder 7"/>
          <p:cNvSpPr>
            <a:spLocks noGrp="1"/>
          </p:cNvSpPr>
          <p:nvPr>
            <p:ph type="pic" sz="quarter" idx="10" hasCustomPrompt="1"/>
          </p:nvPr>
        </p:nvSpPr>
        <p:spPr>
          <a:xfrm>
            <a:off x="643683" y="1665213"/>
            <a:ext cx="2491870"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76" name="Text Placeholder 3"/>
          <p:cNvSpPr>
            <a:spLocks noGrp="1"/>
          </p:cNvSpPr>
          <p:nvPr>
            <p:ph type="body" sz="half" idx="15"/>
          </p:nvPr>
        </p:nvSpPr>
        <p:spPr>
          <a:xfrm>
            <a:off x="648950" y="3866351"/>
            <a:ext cx="2486604"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7" name="Text Placeholder 3"/>
          <p:cNvSpPr>
            <a:spLocks noGrp="1"/>
          </p:cNvSpPr>
          <p:nvPr>
            <p:ph type="body" sz="half" idx="17"/>
          </p:nvPr>
        </p:nvSpPr>
        <p:spPr>
          <a:xfrm>
            <a:off x="643681" y="3660399"/>
            <a:ext cx="2493566" cy="192780"/>
          </a:xfrm>
          <a:prstGeom prst="rect">
            <a:avLst/>
          </a:prstGeom>
        </p:spPr>
        <p:txBody>
          <a:bodyPr wrap="none" lIns="0" tIns="0" rIns="0" bIns="0" anchor="ctr">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78" name="Rectangle 77"/>
          <p:cNvSpPr/>
          <p:nvPr userDrawn="1"/>
        </p:nvSpPr>
        <p:spPr>
          <a:xfrm>
            <a:off x="648949" y="1282810"/>
            <a:ext cx="2486604" cy="381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Text Placeholder 3"/>
          <p:cNvSpPr>
            <a:spLocks noGrp="1"/>
          </p:cNvSpPr>
          <p:nvPr>
            <p:ph type="body" sz="half" idx="16"/>
          </p:nvPr>
        </p:nvSpPr>
        <p:spPr>
          <a:xfrm>
            <a:off x="742617" y="1372937"/>
            <a:ext cx="2299268"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0" name="Picture Placeholder 7"/>
          <p:cNvSpPr>
            <a:spLocks noGrp="1"/>
          </p:cNvSpPr>
          <p:nvPr>
            <p:ph type="pic" sz="quarter" idx="18" hasCustomPrompt="1"/>
          </p:nvPr>
        </p:nvSpPr>
        <p:spPr>
          <a:xfrm>
            <a:off x="3333752" y="1665213"/>
            <a:ext cx="2491870"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81" name="Text Placeholder 3"/>
          <p:cNvSpPr>
            <a:spLocks noGrp="1"/>
          </p:cNvSpPr>
          <p:nvPr>
            <p:ph type="body" sz="half" idx="19"/>
          </p:nvPr>
        </p:nvSpPr>
        <p:spPr>
          <a:xfrm>
            <a:off x="3339019" y="3866351"/>
            <a:ext cx="2486604"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2" name="Text Placeholder 3"/>
          <p:cNvSpPr>
            <a:spLocks noGrp="1"/>
          </p:cNvSpPr>
          <p:nvPr>
            <p:ph type="body" sz="half" idx="20"/>
          </p:nvPr>
        </p:nvSpPr>
        <p:spPr>
          <a:xfrm>
            <a:off x="3333750" y="3660399"/>
            <a:ext cx="2493566" cy="192780"/>
          </a:xfrm>
          <a:prstGeom prst="rect">
            <a:avLst/>
          </a:prstGeom>
        </p:spPr>
        <p:txBody>
          <a:bodyPr wrap="none" lIns="0" tIns="0" rIns="0" bIns="0" anchor="ctr">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3" name="Rectangle 82"/>
          <p:cNvSpPr/>
          <p:nvPr userDrawn="1"/>
        </p:nvSpPr>
        <p:spPr>
          <a:xfrm>
            <a:off x="3339018" y="1282810"/>
            <a:ext cx="2486604"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Text Placeholder 3"/>
          <p:cNvSpPr>
            <a:spLocks noGrp="1"/>
          </p:cNvSpPr>
          <p:nvPr>
            <p:ph type="body" sz="half" idx="21"/>
          </p:nvPr>
        </p:nvSpPr>
        <p:spPr>
          <a:xfrm>
            <a:off x="3432686" y="1372937"/>
            <a:ext cx="2299268"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5" name="Picture Placeholder 7"/>
          <p:cNvSpPr>
            <a:spLocks noGrp="1"/>
          </p:cNvSpPr>
          <p:nvPr>
            <p:ph type="pic" sz="quarter" idx="22" hasCustomPrompt="1"/>
          </p:nvPr>
        </p:nvSpPr>
        <p:spPr>
          <a:xfrm>
            <a:off x="6019802" y="1665213"/>
            <a:ext cx="2491870"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
        <p:nvSpPr>
          <p:cNvPr id="86" name="Text Placeholder 3"/>
          <p:cNvSpPr>
            <a:spLocks noGrp="1"/>
          </p:cNvSpPr>
          <p:nvPr>
            <p:ph type="body" sz="half" idx="23"/>
          </p:nvPr>
        </p:nvSpPr>
        <p:spPr>
          <a:xfrm>
            <a:off x="6025069" y="3866351"/>
            <a:ext cx="2486604"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7" name="Text Placeholder 3"/>
          <p:cNvSpPr>
            <a:spLocks noGrp="1"/>
          </p:cNvSpPr>
          <p:nvPr>
            <p:ph type="body" sz="half" idx="24"/>
          </p:nvPr>
        </p:nvSpPr>
        <p:spPr>
          <a:xfrm>
            <a:off x="6019800" y="3660399"/>
            <a:ext cx="2493566" cy="192780"/>
          </a:xfrm>
          <a:prstGeom prst="rect">
            <a:avLst/>
          </a:prstGeom>
        </p:spPr>
        <p:txBody>
          <a:bodyPr wrap="none" lIns="0" tIns="0" rIns="0" bIns="0" anchor="ctr">
            <a:noAutofit/>
          </a:bodyPr>
          <a:lstStyle>
            <a:lvl1pPr marL="0" indent="0" algn="ctr">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8" name="Rectangle 87"/>
          <p:cNvSpPr/>
          <p:nvPr userDrawn="1"/>
        </p:nvSpPr>
        <p:spPr>
          <a:xfrm>
            <a:off x="6025068" y="1282810"/>
            <a:ext cx="2486604" cy="381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Text Placeholder 3"/>
          <p:cNvSpPr>
            <a:spLocks noGrp="1"/>
          </p:cNvSpPr>
          <p:nvPr>
            <p:ph type="body" sz="half" idx="25"/>
          </p:nvPr>
        </p:nvSpPr>
        <p:spPr>
          <a:xfrm>
            <a:off x="6118736" y="1372937"/>
            <a:ext cx="2299268"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1" accel="50000" decel="50000" fill="hold" grpId="0" nodeType="after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500" fill="hold"/>
                                        <p:tgtEl>
                                          <p:spTgt spid="78"/>
                                        </p:tgtEl>
                                        <p:attrNameLst>
                                          <p:attrName>ppt_x</p:attrName>
                                        </p:attrNameLst>
                                      </p:cBhvr>
                                      <p:tavLst>
                                        <p:tav tm="0">
                                          <p:val>
                                            <p:strVal val="#ppt_x"/>
                                          </p:val>
                                        </p:tav>
                                        <p:tav tm="100000">
                                          <p:val>
                                            <p:strVal val="#ppt_x"/>
                                          </p:val>
                                        </p:tav>
                                      </p:tavLst>
                                    </p:anim>
                                    <p:anim calcmode="lin" valueType="num">
                                      <p:cBhvr additive="base">
                                        <p:cTn id="16" dur="500" fill="hold"/>
                                        <p:tgtEl>
                                          <p:spTgt spid="78"/>
                                        </p:tgtEl>
                                        <p:attrNameLst>
                                          <p:attrName>ppt_y</p:attrName>
                                        </p:attrNameLst>
                                      </p:cBhvr>
                                      <p:tavLst>
                                        <p:tav tm="0">
                                          <p:val>
                                            <p:strVal val="0-#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nodePh="1">
                                  <p:stCondLst>
                                    <p:cond delay="0"/>
                                  </p:stCondLst>
                                  <p:endCondLst>
                                    <p:cond evt="begin" delay="0">
                                      <p:tn val="18"/>
                                    </p:cond>
                                  </p:endCondLst>
                                  <p:childTnLst>
                                    <p:set>
                                      <p:cBhvr>
                                        <p:cTn id="19" dur="1" fill="hold">
                                          <p:stCondLst>
                                            <p:cond delay="0"/>
                                          </p:stCondLst>
                                        </p:cTn>
                                        <p:tgtEl>
                                          <p:spTgt spid="79">
                                            <p:txEl>
                                              <p:pRg st="0" end="0"/>
                                            </p:txEl>
                                          </p:spTgt>
                                        </p:tgtEl>
                                        <p:attrNameLst>
                                          <p:attrName>style.visibility</p:attrName>
                                        </p:attrNameLst>
                                      </p:cBhvr>
                                      <p:to>
                                        <p:strVal val="visible"/>
                                      </p:to>
                                    </p:set>
                                    <p:animEffect transition="in" filter="wipe(down)">
                                      <p:cBhvr>
                                        <p:cTn id="20" dur="500"/>
                                        <p:tgtEl>
                                          <p:spTgt spid="79">
                                            <p:txEl>
                                              <p:pRg st="0" end="0"/>
                                            </p:txEl>
                                          </p:spTgt>
                                        </p:tgtEl>
                                      </p:cBhvr>
                                    </p:animEffect>
                                  </p:childTnLst>
                                </p:cTn>
                              </p:par>
                              <p:par>
                                <p:cTn id="21" presetID="2" presetClass="entr" presetSubtype="4" accel="50000" decel="50000" fill="hold" grpId="0" nodeType="withEffect">
                                  <p:stCondLst>
                                    <p:cond delay="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500" fill="hold"/>
                                        <p:tgtEl>
                                          <p:spTgt spid="75"/>
                                        </p:tgtEl>
                                        <p:attrNameLst>
                                          <p:attrName>ppt_x</p:attrName>
                                        </p:attrNameLst>
                                      </p:cBhvr>
                                      <p:tavLst>
                                        <p:tav tm="0">
                                          <p:val>
                                            <p:strVal val="#ppt_x"/>
                                          </p:val>
                                        </p:tav>
                                        <p:tav tm="100000">
                                          <p:val>
                                            <p:strVal val="#ppt_x"/>
                                          </p:val>
                                        </p:tav>
                                      </p:tavLst>
                                    </p:anim>
                                    <p:anim calcmode="lin" valueType="num">
                                      <p:cBhvr additive="base">
                                        <p:cTn id="24" dur="500" fill="hold"/>
                                        <p:tgtEl>
                                          <p:spTgt spid="75"/>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accel="50000" decel="50000" fill="hold" grpId="0" nodeType="afterEffect" nodePh="1">
                                  <p:stCondLst>
                                    <p:cond delay="0"/>
                                  </p:stCondLst>
                                  <p:endCondLst>
                                    <p:cond evt="begin" delay="0">
                                      <p:tn val="26"/>
                                    </p:cond>
                                  </p:endCondLst>
                                  <p:childTnLst>
                                    <p:set>
                                      <p:cBhvr>
                                        <p:cTn id="27" dur="1" fill="hold">
                                          <p:stCondLst>
                                            <p:cond delay="0"/>
                                          </p:stCondLst>
                                        </p:cTn>
                                        <p:tgtEl>
                                          <p:spTgt spid="77">
                                            <p:txEl>
                                              <p:pRg st="0" end="0"/>
                                            </p:txEl>
                                          </p:spTgt>
                                        </p:tgtEl>
                                        <p:attrNameLst>
                                          <p:attrName>style.visibility</p:attrName>
                                        </p:attrNameLst>
                                      </p:cBhvr>
                                      <p:to>
                                        <p:strVal val="visible"/>
                                      </p:to>
                                    </p:set>
                                    <p:anim calcmode="lin" valueType="num">
                                      <p:cBhvr additive="base">
                                        <p:cTn id="28"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accel="50000" decel="50000" fill="hold" grpId="0" nodeType="afterEffect" nodePh="1">
                                  <p:stCondLst>
                                    <p:cond delay="0"/>
                                  </p:stCondLst>
                                  <p:endCondLst>
                                    <p:cond evt="begin" delay="0">
                                      <p:tn val="31"/>
                                    </p:cond>
                                  </p:endCondLst>
                                  <p:childTnLst>
                                    <p:set>
                                      <p:cBhvr>
                                        <p:cTn id="32" dur="1" fill="hold">
                                          <p:stCondLst>
                                            <p:cond delay="0"/>
                                          </p:stCondLst>
                                        </p:cTn>
                                        <p:tgtEl>
                                          <p:spTgt spid="76">
                                            <p:txEl>
                                              <p:pRg st="0" end="0"/>
                                            </p:txEl>
                                          </p:spTgt>
                                        </p:tgtEl>
                                        <p:attrNameLst>
                                          <p:attrName>style.visibility</p:attrName>
                                        </p:attrNameLst>
                                      </p:cBhvr>
                                      <p:to>
                                        <p:strVal val="visible"/>
                                      </p:to>
                                    </p:set>
                                    <p:anim calcmode="lin" valueType="num">
                                      <p:cBhvr additive="base">
                                        <p:cTn id="33"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grpId="0" nodeType="afterEffect">
                                  <p:stCondLst>
                                    <p:cond delay="0"/>
                                  </p:stCondLst>
                                  <p:childTnLst>
                                    <p:set>
                                      <p:cBhvr>
                                        <p:cTn id="37" dur="1" fill="hold">
                                          <p:stCondLst>
                                            <p:cond delay="0"/>
                                          </p:stCondLst>
                                        </p:cTn>
                                        <p:tgtEl>
                                          <p:spTgt spid="83"/>
                                        </p:tgtEl>
                                        <p:attrNameLst>
                                          <p:attrName>style.visibility</p:attrName>
                                        </p:attrNameLst>
                                      </p:cBhvr>
                                      <p:to>
                                        <p:strVal val="visible"/>
                                      </p:to>
                                    </p:set>
                                    <p:anim calcmode="lin" valueType="num">
                                      <p:cBhvr additive="base">
                                        <p:cTn id="38" dur="500" fill="hold"/>
                                        <p:tgtEl>
                                          <p:spTgt spid="83"/>
                                        </p:tgtEl>
                                        <p:attrNameLst>
                                          <p:attrName>ppt_x</p:attrName>
                                        </p:attrNameLst>
                                      </p:cBhvr>
                                      <p:tavLst>
                                        <p:tav tm="0">
                                          <p:val>
                                            <p:strVal val="#ppt_x"/>
                                          </p:val>
                                        </p:tav>
                                        <p:tav tm="100000">
                                          <p:val>
                                            <p:strVal val="#ppt_x"/>
                                          </p:val>
                                        </p:tav>
                                      </p:tavLst>
                                    </p:anim>
                                    <p:anim calcmode="lin" valueType="num">
                                      <p:cBhvr additive="base">
                                        <p:cTn id="39" dur="500" fill="hold"/>
                                        <p:tgtEl>
                                          <p:spTgt spid="83"/>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84">
                                            <p:txEl>
                                              <p:pRg st="0" end="0"/>
                                            </p:txEl>
                                          </p:spTgt>
                                        </p:tgtEl>
                                        <p:attrNameLst>
                                          <p:attrName>style.visibility</p:attrName>
                                        </p:attrNameLst>
                                      </p:cBhvr>
                                      <p:to>
                                        <p:strVal val="visible"/>
                                      </p:to>
                                    </p:set>
                                    <p:animEffect transition="in" filter="wipe(down)">
                                      <p:cBhvr>
                                        <p:cTn id="43" dur="500"/>
                                        <p:tgtEl>
                                          <p:spTgt spid="84">
                                            <p:txEl>
                                              <p:pRg st="0" end="0"/>
                                            </p:txEl>
                                          </p:spTgt>
                                        </p:tgtEl>
                                      </p:cBhvr>
                                    </p:animEffect>
                                  </p:childTnLst>
                                </p:cTn>
                              </p:par>
                              <p:par>
                                <p:cTn id="44" presetID="2" presetClass="entr" presetSubtype="4" accel="50000" decel="50000" fill="hold" grpId="0" nodeType="withEffect">
                                  <p:stCondLst>
                                    <p:cond delay="0"/>
                                  </p:stCondLst>
                                  <p:childTnLst>
                                    <p:set>
                                      <p:cBhvr>
                                        <p:cTn id="45" dur="1" fill="hold">
                                          <p:stCondLst>
                                            <p:cond delay="0"/>
                                          </p:stCondLst>
                                        </p:cTn>
                                        <p:tgtEl>
                                          <p:spTgt spid="80"/>
                                        </p:tgtEl>
                                        <p:attrNameLst>
                                          <p:attrName>style.visibility</p:attrName>
                                        </p:attrNameLst>
                                      </p:cBhvr>
                                      <p:to>
                                        <p:strVal val="visible"/>
                                      </p:to>
                                    </p:set>
                                    <p:anim calcmode="lin" valueType="num">
                                      <p:cBhvr additive="base">
                                        <p:cTn id="46" dur="500" fill="hold"/>
                                        <p:tgtEl>
                                          <p:spTgt spid="80"/>
                                        </p:tgtEl>
                                        <p:attrNameLst>
                                          <p:attrName>ppt_x</p:attrName>
                                        </p:attrNameLst>
                                      </p:cBhvr>
                                      <p:tavLst>
                                        <p:tav tm="0">
                                          <p:val>
                                            <p:strVal val="#ppt_x"/>
                                          </p:val>
                                        </p:tav>
                                        <p:tav tm="100000">
                                          <p:val>
                                            <p:strVal val="#ppt_x"/>
                                          </p:val>
                                        </p:tav>
                                      </p:tavLst>
                                    </p:anim>
                                    <p:anim calcmode="lin" valueType="num">
                                      <p:cBhvr additive="base">
                                        <p:cTn id="47" dur="500" fill="hold"/>
                                        <p:tgtEl>
                                          <p:spTgt spid="80"/>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82">
                                            <p:txEl>
                                              <p:pRg st="0" end="0"/>
                                            </p:txEl>
                                          </p:spTgt>
                                        </p:tgtEl>
                                        <p:attrNameLst>
                                          <p:attrName>style.visibility</p:attrName>
                                        </p:attrNameLst>
                                      </p:cBhvr>
                                      <p:to>
                                        <p:strVal val="visible"/>
                                      </p:to>
                                    </p:set>
                                    <p:anim calcmode="lin" valueType="num">
                                      <p:cBhvr additive="base">
                                        <p:cTn id="51"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4500"/>
                            </p:stCondLst>
                            <p:childTnLst>
                              <p:par>
                                <p:cTn id="54" presetID="2" presetClass="entr" presetSubtype="4" accel="50000" decel="50000" fill="hold" grpId="0" nodeType="afterEffect" nodePh="1">
                                  <p:stCondLst>
                                    <p:cond delay="0"/>
                                  </p:stCondLst>
                                  <p:endCondLst>
                                    <p:cond evt="begin" delay="0">
                                      <p:tn val="54"/>
                                    </p:cond>
                                  </p:endCondLst>
                                  <p:childTnLst>
                                    <p:set>
                                      <p:cBhvr>
                                        <p:cTn id="55" dur="1" fill="hold">
                                          <p:stCondLst>
                                            <p:cond delay="0"/>
                                          </p:stCondLst>
                                        </p:cTn>
                                        <p:tgtEl>
                                          <p:spTgt spid="81">
                                            <p:txEl>
                                              <p:pRg st="0" end="0"/>
                                            </p:txEl>
                                          </p:spTgt>
                                        </p:tgtEl>
                                        <p:attrNameLst>
                                          <p:attrName>style.visibility</p:attrName>
                                        </p:attrNameLst>
                                      </p:cBhvr>
                                      <p:to>
                                        <p:strVal val="visible"/>
                                      </p:to>
                                    </p:set>
                                    <p:anim calcmode="lin" valueType="num">
                                      <p:cBhvr additive="base">
                                        <p:cTn id="56"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5000"/>
                            </p:stCondLst>
                            <p:childTnLst>
                              <p:par>
                                <p:cTn id="59" presetID="2" presetClass="entr" presetSubtype="1" accel="50000" decel="50000" fill="hold" grpId="0" nodeType="afterEffect">
                                  <p:stCondLst>
                                    <p:cond delay="0"/>
                                  </p:stCondLst>
                                  <p:childTnLst>
                                    <p:set>
                                      <p:cBhvr>
                                        <p:cTn id="60" dur="1" fill="hold">
                                          <p:stCondLst>
                                            <p:cond delay="0"/>
                                          </p:stCondLst>
                                        </p:cTn>
                                        <p:tgtEl>
                                          <p:spTgt spid="88"/>
                                        </p:tgtEl>
                                        <p:attrNameLst>
                                          <p:attrName>style.visibility</p:attrName>
                                        </p:attrNameLst>
                                      </p:cBhvr>
                                      <p:to>
                                        <p:strVal val="visible"/>
                                      </p:to>
                                    </p:set>
                                    <p:anim calcmode="lin" valueType="num">
                                      <p:cBhvr additive="base">
                                        <p:cTn id="61" dur="500" fill="hold"/>
                                        <p:tgtEl>
                                          <p:spTgt spid="88"/>
                                        </p:tgtEl>
                                        <p:attrNameLst>
                                          <p:attrName>ppt_x</p:attrName>
                                        </p:attrNameLst>
                                      </p:cBhvr>
                                      <p:tavLst>
                                        <p:tav tm="0">
                                          <p:val>
                                            <p:strVal val="#ppt_x"/>
                                          </p:val>
                                        </p:tav>
                                        <p:tav tm="100000">
                                          <p:val>
                                            <p:strVal val="#ppt_x"/>
                                          </p:val>
                                        </p:tav>
                                      </p:tavLst>
                                    </p:anim>
                                    <p:anim calcmode="lin" valueType="num">
                                      <p:cBhvr additive="base">
                                        <p:cTn id="62" dur="500" fill="hold"/>
                                        <p:tgtEl>
                                          <p:spTgt spid="88"/>
                                        </p:tgtEl>
                                        <p:attrNameLst>
                                          <p:attrName>ppt_y</p:attrName>
                                        </p:attrNameLst>
                                      </p:cBhvr>
                                      <p:tavLst>
                                        <p:tav tm="0">
                                          <p:val>
                                            <p:strVal val="0-#ppt_h/2"/>
                                          </p:val>
                                        </p:tav>
                                        <p:tav tm="100000">
                                          <p:val>
                                            <p:strVal val="#ppt_y"/>
                                          </p:val>
                                        </p:tav>
                                      </p:tavLst>
                                    </p:anim>
                                  </p:childTnLst>
                                </p:cTn>
                              </p:par>
                            </p:childTnLst>
                          </p:cTn>
                        </p:par>
                        <p:par>
                          <p:cTn id="63" fill="hold">
                            <p:stCondLst>
                              <p:cond delay="5500"/>
                            </p:stCondLst>
                            <p:childTnLst>
                              <p:par>
                                <p:cTn id="64" presetID="22" presetClass="entr" presetSubtype="4" fill="hold" grpId="0" nodeType="afterEffect" nodePh="1">
                                  <p:stCondLst>
                                    <p:cond delay="0"/>
                                  </p:stCondLst>
                                  <p:endCondLst>
                                    <p:cond evt="begin" delay="0">
                                      <p:tn val="64"/>
                                    </p:cond>
                                  </p:endCondLst>
                                  <p:childTnLst>
                                    <p:set>
                                      <p:cBhvr>
                                        <p:cTn id="65" dur="1" fill="hold">
                                          <p:stCondLst>
                                            <p:cond delay="0"/>
                                          </p:stCondLst>
                                        </p:cTn>
                                        <p:tgtEl>
                                          <p:spTgt spid="89">
                                            <p:txEl>
                                              <p:pRg st="0" end="0"/>
                                            </p:txEl>
                                          </p:spTgt>
                                        </p:tgtEl>
                                        <p:attrNameLst>
                                          <p:attrName>style.visibility</p:attrName>
                                        </p:attrNameLst>
                                      </p:cBhvr>
                                      <p:to>
                                        <p:strVal val="visible"/>
                                      </p:to>
                                    </p:set>
                                    <p:animEffect transition="in" filter="wipe(down)">
                                      <p:cBhvr>
                                        <p:cTn id="66" dur="500"/>
                                        <p:tgtEl>
                                          <p:spTgt spid="89">
                                            <p:txEl>
                                              <p:pRg st="0" end="0"/>
                                            </p:txEl>
                                          </p:spTgt>
                                        </p:tgtEl>
                                      </p:cBhvr>
                                    </p:animEffect>
                                  </p:childTnLst>
                                </p:cTn>
                              </p:par>
                              <p:par>
                                <p:cTn id="67" presetID="2" presetClass="entr" presetSubtype="4" accel="50000" decel="50000" fill="hold" grpId="0" nodeType="withEffect">
                                  <p:stCondLst>
                                    <p:cond delay="0"/>
                                  </p:stCondLst>
                                  <p:childTnLst>
                                    <p:set>
                                      <p:cBhvr>
                                        <p:cTn id="68" dur="1" fill="hold">
                                          <p:stCondLst>
                                            <p:cond delay="0"/>
                                          </p:stCondLst>
                                        </p:cTn>
                                        <p:tgtEl>
                                          <p:spTgt spid="85"/>
                                        </p:tgtEl>
                                        <p:attrNameLst>
                                          <p:attrName>style.visibility</p:attrName>
                                        </p:attrNameLst>
                                      </p:cBhvr>
                                      <p:to>
                                        <p:strVal val="visible"/>
                                      </p:to>
                                    </p:set>
                                    <p:anim calcmode="lin" valueType="num">
                                      <p:cBhvr additive="base">
                                        <p:cTn id="69" dur="500" fill="hold"/>
                                        <p:tgtEl>
                                          <p:spTgt spid="85"/>
                                        </p:tgtEl>
                                        <p:attrNameLst>
                                          <p:attrName>ppt_x</p:attrName>
                                        </p:attrNameLst>
                                      </p:cBhvr>
                                      <p:tavLst>
                                        <p:tav tm="0">
                                          <p:val>
                                            <p:strVal val="#ppt_x"/>
                                          </p:val>
                                        </p:tav>
                                        <p:tav tm="100000">
                                          <p:val>
                                            <p:strVal val="#ppt_x"/>
                                          </p:val>
                                        </p:tav>
                                      </p:tavLst>
                                    </p:anim>
                                    <p:anim calcmode="lin" valueType="num">
                                      <p:cBhvr additive="base">
                                        <p:cTn id="70" dur="500" fill="hold"/>
                                        <p:tgtEl>
                                          <p:spTgt spid="85"/>
                                        </p:tgtEl>
                                        <p:attrNameLst>
                                          <p:attrName>ppt_y</p:attrName>
                                        </p:attrNameLst>
                                      </p:cBhvr>
                                      <p:tavLst>
                                        <p:tav tm="0">
                                          <p:val>
                                            <p:strVal val="1+#ppt_h/2"/>
                                          </p:val>
                                        </p:tav>
                                        <p:tav tm="100000">
                                          <p:val>
                                            <p:strVal val="#ppt_y"/>
                                          </p:val>
                                        </p:tav>
                                      </p:tavLst>
                                    </p:anim>
                                  </p:childTnLst>
                                </p:cTn>
                              </p:par>
                            </p:childTnLst>
                          </p:cTn>
                        </p:par>
                        <p:par>
                          <p:cTn id="71" fill="hold">
                            <p:stCondLst>
                              <p:cond delay="6000"/>
                            </p:stCondLst>
                            <p:childTnLst>
                              <p:par>
                                <p:cTn id="72" presetID="2" presetClass="entr" presetSubtype="4" accel="50000" decel="50000" fill="hold" grpId="0" nodeType="afterEffect" nodePh="1">
                                  <p:stCondLst>
                                    <p:cond delay="0"/>
                                  </p:stCondLst>
                                  <p:endCondLst>
                                    <p:cond evt="begin" delay="0">
                                      <p:tn val="72"/>
                                    </p:cond>
                                  </p:endCondLst>
                                  <p:childTnLst>
                                    <p:set>
                                      <p:cBhvr>
                                        <p:cTn id="73" dur="1" fill="hold">
                                          <p:stCondLst>
                                            <p:cond delay="0"/>
                                          </p:stCondLst>
                                        </p:cTn>
                                        <p:tgtEl>
                                          <p:spTgt spid="87">
                                            <p:txEl>
                                              <p:pRg st="0" end="0"/>
                                            </p:txEl>
                                          </p:spTgt>
                                        </p:tgtEl>
                                        <p:attrNameLst>
                                          <p:attrName>style.visibility</p:attrName>
                                        </p:attrNameLst>
                                      </p:cBhvr>
                                      <p:to>
                                        <p:strVal val="visible"/>
                                      </p:to>
                                    </p:set>
                                    <p:anim calcmode="lin" valueType="num">
                                      <p:cBhvr additive="base">
                                        <p:cTn id="74"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76" fill="hold">
                            <p:stCondLst>
                              <p:cond delay="6500"/>
                            </p:stCondLst>
                            <p:childTnLst>
                              <p:par>
                                <p:cTn id="77" presetID="2" presetClass="entr" presetSubtype="4" accel="50000" decel="50000" fill="hold" grpId="0" nodeType="afterEffect" nodePh="1">
                                  <p:stCondLst>
                                    <p:cond delay="0"/>
                                  </p:stCondLst>
                                  <p:endCondLst>
                                    <p:cond evt="begin" delay="0">
                                      <p:tn val="77"/>
                                    </p:cond>
                                  </p:endCondLst>
                                  <p:childTnLst>
                                    <p:set>
                                      <p:cBhvr>
                                        <p:cTn id="78" dur="1" fill="hold">
                                          <p:stCondLst>
                                            <p:cond delay="0"/>
                                          </p:stCondLst>
                                        </p:cTn>
                                        <p:tgtEl>
                                          <p:spTgt spid="86">
                                            <p:txEl>
                                              <p:pRg st="0" end="0"/>
                                            </p:txEl>
                                          </p:spTgt>
                                        </p:tgtEl>
                                        <p:attrNameLst>
                                          <p:attrName>style.visibility</p:attrName>
                                        </p:attrNameLst>
                                      </p:cBhvr>
                                      <p:to>
                                        <p:strVal val="visible"/>
                                      </p:to>
                                    </p:set>
                                    <p:anim calcmode="lin" valueType="num">
                                      <p:cBhvr additive="base">
                                        <p:cTn id="79"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Pics">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75" name="Picture Placeholder 7"/>
          <p:cNvSpPr>
            <a:spLocks noGrp="1"/>
          </p:cNvSpPr>
          <p:nvPr>
            <p:ph type="pic" sz="quarter" idx="10" hasCustomPrompt="1"/>
          </p:nvPr>
        </p:nvSpPr>
        <p:spPr>
          <a:xfrm>
            <a:off x="570750" y="1585670"/>
            <a:ext cx="1871668"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76" name="Text Placeholder 3"/>
          <p:cNvSpPr>
            <a:spLocks noGrp="1"/>
          </p:cNvSpPr>
          <p:nvPr>
            <p:ph type="body" sz="half" idx="15"/>
          </p:nvPr>
        </p:nvSpPr>
        <p:spPr>
          <a:xfrm>
            <a:off x="520611" y="3771101"/>
            <a:ext cx="1932643"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7" name="Text Placeholder 3"/>
          <p:cNvSpPr>
            <a:spLocks noGrp="1"/>
          </p:cNvSpPr>
          <p:nvPr>
            <p:ph type="body" sz="half" idx="17"/>
          </p:nvPr>
        </p:nvSpPr>
        <p:spPr>
          <a:xfrm>
            <a:off x="515342" y="3565149"/>
            <a:ext cx="1938054" cy="192780"/>
          </a:xfrm>
          <a:prstGeom prst="rect">
            <a:avLst/>
          </a:prstGeom>
        </p:spPr>
        <p:txBody>
          <a:bodyPr wrap="none" lIns="0" tIns="0" rIns="0" bIns="0" anchor="ctr">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78" name="Rectangle 77"/>
          <p:cNvSpPr/>
          <p:nvPr userDrawn="1"/>
        </p:nvSpPr>
        <p:spPr>
          <a:xfrm>
            <a:off x="576016" y="1203267"/>
            <a:ext cx="1867713" cy="381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Text Placeholder 3"/>
          <p:cNvSpPr>
            <a:spLocks noGrp="1"/>
          </p:cNvSpPr>
          <p:nvPr>
            <p:ph type="body" sz="half" idx="16"/>
          </p:nvPr>
        </p:nvSpPr>
        <p:spPr>
          <a:xfrm>
            <a:off x="646371" y="1293394"/>
            <a:ext cx="1727003"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41" name="Picture Placeholder 7"/>
          <p:cNvSpPr>
            <a:spLocks noGrp="1"/>
          </p:cNvSpPr>
          <p:nvPr>
            <p:ph type="pic" sz="quarter" idx="18" hasCustomPrompt="1"/>
          </p:nvPr>
        </p:nvSpPr>
        <p:spPr>
          <a:xfrm>
            <a:off x="2633722" y="1585670"/>
            <a:ext cx="1871668"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42" name="Text Placeholder 3"/>
          <p:cNvSpPr>
            <a:spLocks noGrp="1"/>
          </p:cNvSpPr>
          <p:nvPr>
            <p:ph type="body" sz="half" idx="19"/>
          </p:nvPr>
        </p:nvSpPr>
        <p:spPr>
          <a:xfrm>
            <a:off x="2583583" y="3771101"/>
            <a:ext cx="1932643"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43" name="Text Placeholder 3"/>
          <p:cNvSpPr>
            <a:spLocks noGrp="1"/>
          </p:cNvSpPr>
          <p:nvPr>
            <p:ph type="body" sz="half" idx="20"/>
          </p:nvPr>
        </p:nvSpPr>
        <p:spPr>
          <a:xfrm>
            <a:off x="2578314" y="3565149"/>
            <a:ext cx="1938054" cy="192780"/>
          </a:xfrm>
          <a:prstGeom prst="rect">
            <a:avLst/>
          </a:prstGeom>
        </p:spPr>
        <p:txBody>
          <a:bodyPr wrap="none" lIns="0" tIns="0" rIns="0" bIns="0" anchor="ctr">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44" name="Rectangle 43"/>
          <p:cNvSpPr/>
          <p:nvPr userDrawn="1"/>
        </p:nvSpPr>
        <p:spPr>
          <a:xfrm>
            <a:off x="2638988" y="1203267"/>
            <a:ext cx="1867713"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5" name="Text Placeholder 3"/>
          <p:cNvSpPr>
            <a:spLocks noGrp="1"/>
          </p:cNvSpPr>
          <p:nvPr>
            <p:ph type="body" sz="half" idx="21"/>
          </p:nvPr>
        </p:nvSpPr>
        <p:spPr>
          <a:xfrm>
            <a:off x="2709343" y="1293394"/>
            <a:ext cx="1727003"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46" name="Picture Placeholder 7"/>
          <p:cNvSpPr>
            <a:spLocks noGrp="1"/>
          </p:cNvSpPr>
          <p:nvPr>
            <p:ph type="pic" sz="quarter" idx="22" hasCustomPrompt="1"/>
          </p:nvPr>
        </p:nvSpPr>
        <p:spPr>
          <a:xfrm>
            <a:off x="4684531" y="1585670"/>
            <a:ext cx="1871668"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47" name="Text Placeholder 3"/>
          <p:cNvSpPr>
            <a:spLocks noGrp="1"/>
          </p:cNvSpPr>
          <p:nvPr>
            <p:ph type="body" sz="half" idx="23"/>
          </p:nvPr>
        </p:nvSpPr>
        <p:spPr>
          <a:xfrm>
            <a:off x="4634392" y="3771101"/>
            <a:ext cx="1932643"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48" name="Text Placeholder 3"/>
          <p:cNvSpPr>
            <a:spLocks noGrp="1"/>
          </p:cNvSpPr>
          <p:nvPr>
            <p:ph type="body" sz="half" idx="24"/>
          </p:nvPr>
        </p:nvSpPr>
        <p:spPr>
          <a:xfrm>
            <a:off x="4629123" y="3565149"/>
            <a:ext cx="1938054" cy="192780"/>
          </a:xfrm>
          <a:prstGeom prst="rect">
            <a:avLst/>
          </a:prstGeom>
        </p:spPr>
        <p:txBody>
          <a:bodyPr wrap="none" lIns="0" tIns="0" rIns="0" bIns="0" anchor="ctr">
            <a:noAutofit/>
          </a:bodyPr>
          <a:lstStyle>
            <a:lvl1pPr marL="0" indent="0" algn="ctr">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49" name="Rectangle 48"/>
          <p:cNvSpPr/>
          <p:nvPr userDrawn="1"/>
        </p:nvSpPr>
        <p:spPr>
          <a:xfrm>
            <a:off x="4689797" y="1203267"/>
            <a:ext cx="1867713" cy="381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 Placeholder 3"/>
          <p:cNvSpPr>
            <a:spLocks noGrp="1"/>
          </p:cNvSpPr>
          <p:nvPr>
            <p:ph type="body" sz="half" idx="25"/>
          </p:nvPr>
        </p:nvSpPr>
        <p:spPr>
          <a:xfrm>
            <a:off x="4760152" y="1293394"/>
            <a:ext cx="1727003"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56" name="Picture Placeholder 7"/>
          <p:cNvSpPr>
            <a:spLocks noGrp="1"/>
          </p:cNvSpPr>
          <p:nvPr>
            <p:ph type="pic" sz="quarter" idx="26" hasCustomPrompt="1"/>
          </p:nvPr>
        </p:nvSpPr>
        <p:spPr>
          <a:xfrm>
            <a:off x="6722908" y="1585670"/>
            <a:ext cx="1871668" cy="1892243"/>
          </a:xfrm>
          <a:prstGeom prst="downArrowCallout">
            <a:avLst>
              <a:gd name="adj1" fmla="val 35178"/>
              <a:gd name="adj2" fmla="val 13059"/>
              <a:gd name="adj3" fmla="val 7566"/>
              <a:gd name="adj4" fmla="val 92434"/>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57" name="Text Placeholder 3"/>
          <p:cNvSpPr>
            <a:spLocks noGrp="1"/>
          </p:cNvSpPr>
          <p:nvPr>
            <p:ph type="body" sz="half" idx="27"/>
          </p:nvPr>
        </p:nvSpPr>
        <p:spPr>
          <a:xfrm>
            <a:off x="6672769" y="3771101"/>
            <a:ext cx="1932643"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58" name="Text Placeholder 3"/>
          <p:cNvSpPr>
            <a:spLocks noGrp="1"/>
          </p:cNvSpPr>
          <p:nvPr>
            <p:ph type="body" sz="half" idx="28"/>
          </p:nvPr>
        </p:nvSpPr>
        <p:spPr>
          <a:xfrm>
            <a:off x="6667500" y="3565149"/>
            <a:ext cx="1938054" cy="192780"/>
          </a:xfrm>
          <a:prstGeom prst="rect">
            <a:avLst/>
          </a:prstGeom>
        </p:spPr>
        <p:txBody>
          <a:bodyPr wrap="none" lIns="0" tIns="0" rIns="0" bIns="0" anchor="ctr">
            <a:noAutofit/>
          </a:bodyPr>
          <a:lstStyle>
            <a:lvl1pPr marL="0" indent="0" algn="ctr">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59" name="Rectangle 58"/>
          <p:cNvSpPr/>
          <p:nvPr userDrawn="1"/>
        </p:nvSpPr>
        <p:spPr>
          <a:xfrm>
            <a:off x="6728174" y="1203267"/>
            <a:ext cx="1867713" cy="381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0" name="Text Placeholder 3"/>
          <p:cNvSpPr>
            <a:spLocks noGrp="1"/>
          </p:cNvSpPr>
          <p:nvPr>
            <p:ph type="body" sz="half" idx="29"/>
          </p:nvPr>
        </p:nvSpPr>
        <p:spPr>
          <a:xfrm>
            <a:off x="6798529" y="1293394"/>
            <a:ext cx="1727003"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1" accel="50000" decel="50000" fill="hold" grpId="0" nodeType="after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500" fill="hold"/>
                                        <p:tgtEl>
                                          <p:spTgt spid="78"/>
                                        </p:tgtEl>
                                        <p:attrNameLst>
                                          <p:attrName>ppt_x</p:attrName>
                                        </p:attrNameLst>
                                      </p:cBhvr>
                                      <p:tavLst>
                                        <p:tav tm="0">
                                          <p:val>
                                            <p:strVal val="#ppt_x"/>
                                          </p:val>
                                        </p:tav>
                                        <p:tav tm="100000">
                                          <p:val>
                                            <p:strVal val="#ppt_x"/>
                                          </p:val>
                                        </p:tav>
                                      </p:tavLst>
                                    </p:anim>
                                    <p:anim calcmode="lin" valueType="num">
                                      <p:cBhvr additive="base">
                                        <p:cTn id="16" dur="500" fill="hold"/>
                                        <p:tgtEl>
                                          <p:spTgt spid="78"/>
                                        </p:tgtEl>
                                        <p:attrNameLst>
                                          <p:attrName>ppt_y</p:attrName>
                                        </p:attrNameLst>
                                      </p:cBhvr>
                                      <p:tavLst>
                                        <p:tav tm="0">
                                          <p:val>
                                            <p:strVal val="0-#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nodePh="1">
                                  <p:stCondLst>
                                    <p:cond delay="0"/>
                                  </p:stCondLst>
                                  <p:endCondLst>
                                    <p:cond evt="begin" delay="0">
                                      <p:tn val="18"/>
                                    </p:cond>
                                  </p:endCondLst>
                                  <p:childTnLst>
                                    <p:set>
                                      <p:cBhvr>
                                        <p:cTn id="19" dur="1" fill="hold">
                                          <p:stCondLst>
                                            <p:cond delay="0"/>
                                          </p:stCondLst>
                                        </p:cTn>
                                        <p:tgtEl>
                                          <p:spTgt spid="79">
                                            <p:txEl>
                                              <p:pRg st="0" end="0"/>
                                            </p:txEl>
                                          </p:spTgt>
                                        </p:tgtEl>
                                        <p:attrNameLst>
                                          <p:attrName>style.visibility</p:attrName>
                                        </p:attrNameLst>
                                      </p:cBhvr>
                                      <p:to>
                                        <p:strVal val="visible"/>
                                      </p:to>
                                    </p:set>
                                    <p:animEffect transition="in" filter="wipe(down)">
                                      <p:cBhvr>
                                        <p:cTn id="20" dur="500"/>
                                        <p:tgtEl>
                                          <p:spTgt spid="79">
                                            <p:txEl>
                                              <p:pRg st="0" end="0"/>
                                            </p:txEl>
                                          </p:spTgt>
                                        </p:tgtEl>
                                      </p:cBhvr>
                                    </p:animEffect>
                                  </p:childTnLst>
                                </p:cTn>
                              </p:par>
                              <p:par>
                                <p:cTn id="21" presetID="2" presetClass="entr" presetSubtype="4" accel="50000" decel="50000" fill="hold" grpId="0" nodeType="withEffect">
                                  <p:stCondLst>
                                    <p:cond delay="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500" fill="hold"/>
                                        <p:tgtEl>
                                          <p:spTgt spid="75"/>
                                        </p:tgtEl>
                                        <p:attrNameLst>
                                          <p:attrName>ppt_x</p:attrName>
                                        </p:attrNameLst>
                                      </p:cBhvr>
                                      <p:tavLst>
                                        <p:tav tm="0">
                                          <p:val>
                                            <p:strVal val="#ppt_x"/>
                                          </p:val>
                                        </p:tav>
                                        <p:tav tm="100000">
                                          <p:val>
                                            <p:strVal val="#ppt_x"/>
                                          </p:val>
                                        </p:tav>
                                      </p:tavLst>
                                    </p:anim>
                                    <p:anim calcmode="lin" valueType="num">
                                      <p:cBhvr additive="base">
                                        <p:cTn id="24" dur="500" fill="hold"/>
                                        <p:tgtEl>
                                          <p:spTgt spid="75"/>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accel="50000" decel="50000" fill="hold" grpId="0" nodeType="afterEffect" nodePh="1">
                                  <p:stCondLst>
                                    <p:cond delay="0"/>
                                  </p:stCondLst>
                                  <p:endCondLst>
                                    <p:cond evt="begin" delay="0">
                                      <p:tn val="26"/>
                                    </p:cond>
                                  </p:endCondLst>
                                  <p:childTnLst>
                                    <p:set>
                                      <p:cBhvr>
                                        <p:cTn id="27" dur="1" fill="hold">
                                          <p:stCondLst>
                                            <p:cond delay="0"/>
                                          </p:stCondLst>
                                        </p:cTn>
                                        <p:tgtEl>
                                          <p:spTgt spid="77">
                                            <p:txEl>
                                              <p:pRg st="0" end="0"/>
                                            </p:txEl>
                                          </p:spTgt>
                                        </p:tgtEl>
                                        <p:attrNameLst>
                                          <p:attrName>style.visibility</p:attrName>
                                        </p:attrNameLst>
                                      </p:cBhvr>
                                      <p:to>
                                        <p:strVal val="visible"/>
                                      </p:to>
                                    </p:set>
                                    <p:anim calcmode="lin" valueType="num">
                                      <p:cBhvr additive="base">
                                        <p:cTn id="28"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accel="50000" decel="50000" fill="hold" grpId="0" nodeType="afterEffect" nodePh="1">
                                  <p:stCondLst>
                                    <p:cond delay="0"/>
                                  </p:stCondLst>
                                  <p:endCondLst>
                                    <p:cond evt="begin" delay="0">
                                      <p:tn val="31"/>
                                    </p:cond>
                                  </p:endCondLst>
                                  <p:childTnLst>
                                    <p:set>
                                      <p:cBhvr>
                                        <p:cTn id="32" dur="1" fill="hold">
                                          <p:stCondLst>
                                            <p:cond delay="0"/>
                                          </p:stCondLst>
                                        </p:cTn>
                                        <p:tgtEl>
                                          <p:spTgt spid="76">
                                            <p:txEl>
                                              <p:pRg st="0" end="0"/>
                                            </p:txEl>
                                          </p:spTgt>
                                        </p:tgtEl>
                                        <p:attrNameLst>
                                          <p:attrName>style.visibility</p:attrName>
                                        </p:attrNameLst>
                                      </p:cBhvr>
                                      <p:to>
                                        <p:strVal val="visible"/>
                                      </p:to>
                                    </p:set>
                                    <p:anim calcmode="lin" valueType="num">
                                      <p:cBhvr additive="base">
                                        <p:cTn id="33"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grpId="0" nodeType="afterEffect">
                                  <p:stCondLst>
                                    <p:cond delay="0"/>
                                  </p:stCondLst>
                                  <p:childTnLst>
                                    <p:set>
                                      <p:cBhvr>
                                        <p:cTn id="37" dur="1" fill="hold">
                                          <p:stCondLst>
                                            <p:cond delay="0"/>
                                          </p:stCondLst>
                                        </p:cTn>
                                        <p:tgtEl>
                                          <p:spTgt spid="44"/>
                                        </p:tgtEl>
                                        <p:attrNameLst>
                                          <p:attrName>style.visibility</p:attrName>
                                        </p:attrNameLst>
                                      </p:cBhvr>
                                      <p:to>
                                        <p:strVal val="visible"/>
                                      </p:to>
                                    </p:set>
                                    <p:anim calcmode="lin" valueType="num">
                                      <p:cBhvr additive="base">
                                        <p:cTn id="38" dur="500" fill="hold"/>
                                        <p:tgtEl>
                                          <p:spTgt spid="44"/>
                                        </p:tgtEl>
                                        <p:attrNameLst>
                                          <p:attrName>ppt_x</p:attrName>
                                        </p:attrNameLst>
                                      </p:cBhvr>
                                      <p:tavLst>
                                        <p:tav tm="0">
                                          <p:val>
                                            <p:strVal val="#ppt_x"/>
                                          </p:val>
                                        </p:tav>
                                        <p:tav tm="100000">
                                          <p:val>
                                            <p:strVal val="#ppt_x"/>
                                          </p:val>
                                        </p:tav>
                                      </p:tavLst>
                                    </p:anim>
                                    <p:anim calcmode="lin" valueType="num">
                                      <p:cBhvr additive="base">
                                        <p:cTn id="39" dur="500" fill="hold"/>
                                        <p:tgtEl>
                                          <p:spTgt spid="44"/>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45">
                                            <p:txEl>
                                              <p:pRg st="0" end="0"/>
                                            </p:txEl>
                                          </p:spTgt>
                                        </p:tgtEl>
                                        <p:attrNameLst>
                                          <p:attrName>style.visibility</p:attrName>
                                        </p:attrNameLst>
                                      </p:cBhvr>
                                      <p:to>
                                        <p:strVal val="visible"/>
                                      </p:to>
                                    </p:set>
                                    <p:animEffect transition="in" filter="wipe(down)">
                                      <p:cBhvr>
                                        <p:cTn id="43" dur="500"/>
                                        <p:tgtEl>
                                          <p:spTgt spid="45">
                                            <p:txEl>
                                              <p:pRg st="0" end="0"/>
                                            </p:txEl>
                                          </p:spTgt>
                                        </p:tgtEl>
                                      </p:cBhvr>
                                    </p:animEffect>
                                  </p:childTnLst>
                                </p:cTn>
                              </p:par>
                              <p:par>
                                <p:cTn id="44" presetID="2" presetClass="entr" presetSubtype="4" accel="50000" decel="50000" fill="hold" grpId="0" nodeType="with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additive="base">
                                        <p:cTn id="46" dur="500" fill="hold"/>
                                        <p:tgtEl>
                                          <p:spTgt spid="41"/>
                                        </p:tgtEl>
                                        <p:attrNameLst>
                                          <p:attrName>ppt_x</p:attrName>
                                        </p:attrNameLst>
                                      </p:cBhvr>
                                      <p:tavLst>
                                        <p:tav tm="0">
                                          <p:val>
                                            <p:strVal val="#ppt_x"/>
                                          </p:val>
                                        </p:tav>
                                        <p:tav tm="100000">
                                          <p:val>
                                            <p:strVal val="#ppt_x"/>
                                          </p:val>
                                        </p:tav>
                                      </p:tavLst>
                                    </p:anim>
                                    <p:anim calcmode="lin" valueType="num">
                                      <p:cBhvr additive="base">
                                        <p:cTn id="47" dur="500" fill="hold"/>
                                        <p:tgtEl>
                                          <p:spTgt spid="41"/>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43">
                                            <p:txEl>
                                              <p:pRg st="0" end="0"/>
                                            </p:txEl>
                                          </p:spTgt>
                                        </p:tgtEl>
                                        <p:attrNameLst>
                                          <p:attrName>style.visibility</p:attrName>
                                        </p:attrNameLst>
                                      </p:cBhvr>
                                      <p:to>
                                        <p:strVal val="visible"/>
                                      </p:to>
                                    </p:set>
                                    <p:anim calcmode="lin" valueType="num">
                                      <p:cBhvr additive="base">
                                        <p:cTn id="51"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43">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4500"/>
                            </p:stCondLst>
                            <p:childTnLst>
                              <p:par>
                                <p:cTn id="54" presetID="2" presetClass="entr" presetSubtype="4" accel="50000" decel="50000" fill="hold" grpId="0" nodeType="afterEffect" nodePh="1">
                                  <p:stCondLst>
                                    <p:cond delay="0"/>
                                  </p:stCondLst>
                                  <p:endCondLst>
                                    <p:cond evt="begin" delay="0">
                                      <p:tn val="54"/>
                                    </p:cond>
                                  </p:endCondLst>
                                  <p:childTnLst>
                                    <p:set>
                                      <p:cBhvr>
                                        <p:cTn id="55" dur="1" fill="hold">
                                          <p:stCondLst>
                                            <p:cond delay="0"/>
                                          </p:stCondLst>
                                        </p:cTn>
                                        <p:tgtEl>
                                          <p:spTgt spid="42">
                                            <p:txEl>
                                              <p:pRg st="0" end="0"/>
                                            </p:txEl>
                                          </p:spTgt>
                                        </p:tgtEl>
                                        <p:attrNameLst>
                                          <p:attrName>style.visibility</p:attrName>
                                        </p:attrNameLst>
                                      </p:cBhvr>
                                      <p:to>
                                        <p:strVal val="visible"/>
                                      </p:to>
                                    </p:set>
                                    <p:anim calcmode="lin" valueType="num">
                                      <p:cBhvr additive="base">
                                        <p:cTn id="56"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5000"/>
                            </p:stCondLst>
                            <p:childTnLst>
                              <p:par>
                                <p:cTn id="59" presetID="2" presetClass="entr" presetSubtype="1" accel="50000" decel="50000" fill="hold" grpId="0" nodeType="afterEffect">
                                  <p:stCondLst>
                                    <p:cond delay="0"/>
                                  </p:stCondLst>
                                  <p:childTnLst>
                                    <p:set>
                                      <p:cBhvr>
                                        <p:cTn id="60" dur="1" fill="hold">
                                          <p:stCondLst>
                                            <p:cond delay="0"/>
                                          </p:stCondLst>
                                        </p:cTn>
                                        <p:tgtEl>
                                          <p:spTgt spid="49"/>
                                        </p:tgtEl>
                                        <p:attrNameLst>
                                          <p:attrName>style.visibility</p:attrName>
                                        </p:attrNameLst>
                                      </p:cBhvr>
                                      <p:to>
                                        <p:strVal val="visible"/>
                                      </p:to>
                                    </p:set>
                                    <p:anim calcmode="lin" valueType="num">
                                      <p:cBhvr additive="base">
                                        <p:cTn id="61" dur="500" fill="hold"/>
                                        <p:tgtEl>
                                          <p:spTgt spid="49"/>
                                        </p:tgtEl>
                                        <p:attrNameLst>
                                          <p:attrName>ppt_x</p:attrName>
                                        </p:attrNameLst>
                                      </p:cBhvr>
                                      <p:tavLst>
                                        <p:tav tm="0">
                                          <p:val>
                                            <p:strVal val="#ppt_x"/>
                                          </p:val>
                                        </p:tav>
                                        <p:tav tm="100000">
                                          <p:val>
                                            <p:strVal val="#ppt_x"/>
                                          </p:val>
                                        </p:tav>
                                      </p:tavLst>
                                    </p:anim>
                                    <p:anim calcmode="lin" valueType="num">
                                      <p:cBhvr additive="base">
                                        <p:cTn id="62" dur="500" fill="hold"/>
                                        <p:tgtEl>
                                          <p:spTgt spid="49"/>
                                        </p:tgtEl>
                                        <p:attrNameLst>
                                          <p:attrName>ppt_y</p:attrName>
                                        </p:attrNameLst>
                                      </p:cBhvr>
                                      <p:tavLst>
                                        <p:tav tm="0">
                                          <p:val>
                                            <p:strVal val="0-#ppt_h/2"/>
                                          </p:val>
                                        </p:tav>
                                        <p:tav tm="100000">
                                          <p:val>
                                            <p:strVal val="#ppt_y"/>
                                          </p:val>
                                        </p:tav>
                                      </p:tavLst>
                                    </p:anim>
                                  </p:childTnLst>
                                </p:cTn>
                              </p:par>
                            </p:childTnLst>
                          </p:cTn>
                        </p:par>
                        <p:par>
                          <p:cTn id="63" fill="hold">
                            <p:stCondLst>
                              <p:cond delay="5500"/>
                            </p:stCondLst>
                            <p:childTnLst>
                              <p:par>
                                <p:cTn id="64" presetID="22" presetClass="entr" presetSubtype="4" fill="hold" grpId="0" nodeType="afterEffect" nodePh="1">
                                  <p:stCondLst>
                                    <p:cond delay="0"/>
                                  </p:stCondLst>
                                  <p:endCondLst>
                                    <p:cond evt="begin" delay="0">
                                      <p:tn val="64"/>
                                    </p:cond>
                                  </p:endCondLst>
                                  <p:childTnLst>
                                    <p:set>
                                      <p:cBhvr>
                                        <p:cTn id="65" dur="1" fill="hold">
                                          <p:stCondLst>
                                            <p:cond delay="0"/>
                                          </p:stCondLst>
                                        </p:cTn>
                                        <p:tgtEl>
                                          <p:spTgt spid="50">
                                            <p:txEl>
                                              <p:pRg st="0" end="0"/>
                                            </p:txEl>
                                          </p:spTgt>
                                        </p:tgtEl>
                                        <p:attrNameLst>
                                          <p:attrName>style.visibility</p:attrName>
                                        </p:attrNameLst>
                                      </p:cBhvr>
                                      <p:to>
                                        <p:strVal val="visible"/>
                                      </p:to>
                                    </p:set>
                                    <p:animEffect transition="in" filter="wipe(down)">
                                      <p:cBhvr>
                                        <p:cTn id="66" dur="500"/>
                                        <p:tgtEl>
                                          <p:spTgt spid="50">
                                            <p:txEl>
                                              <p:pRg st="0" end="0"/>
                                            </p:txEl>
                                          </p:spTgt>
                                        </p:tgtEl>
                                      </p:cBhvr>
                                    </p:animEffect>
                                  </p:childTnLst>
                                </p:cTn>
                              </p:par>
                              <p:par>
                                <p:cTn id="67" presetID="2" presetClass="entr" presetSubtype="4" accel="50000" decel="50000" fill="hold" grpId="0" nodeType="withEffect">
                                  <p:stCondLst>
                                    <p:cond delay="0"/>
                                  </p:stCondLst>
                                  <p:childTnLst>
                                    <p:set>
                                      <p:cBhvr>
                                        <p:cTn id="68" dur="1" fill="hold">
                                          <p:stCondLst>
                                            <p:cond delay="0"/>
                                          </p:stCondLst>
                                        </p:cTn>
                                        <p:tgtEl>
                                          <p:spTgt spid="46"/>
                                        </p:tgtEl>
                                        <p:attrNameLst>
                                          <p:attrName>style.visibility</p:attrName>
                                        </p:attrNameLst>
                                      </p:cBhvr>
                                      <p:to>
                                        <p:strVal val="visible"/>
                                      </p:to>
                                    </p:set>
                                    <p:anim calcmode="lin" valueType="num">
                                      <p:cBhvr additive="base">
                                        <p:cTn id="69" dur="500" fill="hold"/>
                                        <p:tgtEl>
                                          <p:spTgt spid="46"/>
                                        </p:tgtEl>
                                        <p:attrNameLst>
                                          <p:attrName>ppt_x</p:attrName>
                                        </p:attrNameLst>
                                      </p:cBhvr>
                                      <p:tavLst>
                                        <p:tav tm="0">
                                          <p:val>
                                            <p:strVal val="#ppt_x"/>
                                          </p:val>
                                        </p:tav>
                                        <p:tav tm="100000">
                                          <p:val>
                                            <p:strVal val="#ppt_x"/>
                                          </p:val>
                                        </p:tav>
                                      </p:tavLst>
                                    </p:anim>
                                    <p:anim calcmode="lin" valueType="num">
                                      <p:cBhvr additive="base">
                                        <p:cTn id="70" dur="500" fill="hold"/>
                                        <p:tgtEl>
                                          <p:spTgt spid="46"/>
                                        </p:tgtEl>
                                        <p:attrNameLst>
                                          <p:attrName>ppt_y</p:attrName>
                                        </p:attrNameLst>
                                      </p:cBhvr>
                                      <p:tavLst>
                                        <p:tav tm="0">
                                          <p:val>
                                            <p:strVal val="1+#ppt_h/2"/>
                                          </p:val>
                                        </p:tav>
                                        <p:tav tm="100000">
                                          <p:val>
                                            <p:strVal val="#ppt_y"/>
                                          </p:val>
                                        </p:tav>
                                      </p:tavLst>
                                    </p:anim>
                                  </p:childTnLst>
                                </p:cTn>
                              </p:par>
                            </p:childTnLst>
                          </p:cTn>
                        </p:par>
                        <p:par>
                          <p:cTn id="71" fill="hold">
                            <p:stCondLst>
                              <p:cond delay="6000"/>
                            </p:stCondLst>
                            <p:childTnLst>
                              <p:par>
                                <p:cTn id="72" presetID="2" presetClass="entr" presetSubtype="4" accel="50000" decel="50000" fill="hold" grpId="0" nodeType="afterEffect" nodePh="1">
                                  <p:stCondLst>
                                    <p:cond delay="0"/>
                                  </p:stCondLst>
                                  <p:endCondLst>
                                    <p:cond evt="begin" delay="0">
                                      <p:tn val="72"/>
                                    </p:cond>
                                  </p:endCondLst>
                                  <p:childTnLst>
                                    <p:set>
                                      <p:cBhvr>
                                        <p:cTn id="73" dur="1" fill="hold">
                                          <p:stCondLst>
                                            <p:cond delay="0"/>
                                          </p:stCondLst>
                                        </p:cTn>
                                        <p:tgtEl>
                                          <p:spTgt spid="48">
                                            <p:txEl>
                                              <p:pRg st="0" end="0"/>
                                            </p:txEl>
                                          </p:spTgt>
                                        </p:tgtEl>
                                        <p:attrNameLst>
                                          <p:attrName>style.visibility</p:attrName>
                                        </p:attrNameLst>
                                      </p:cBhvr>
                                      <p:to>
                                        <p:strVal val="visible"/>
                                      </p:to>
                                    </p:set>
                                    <p:anim calcmode="lin" valueType="num">
                                      <p:cBhvr additive="base">
                                        <p:cTn id="74"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48">
                                            <p:txEl>
                                              <p:pRg st="0" end="0"/>
                                            </p:txEl>
                                          </p:spTgt>
                                        </p:tgtEl>
                                        <p:attrNameLst>
                                          <p:attrName>ppt_y</p:attrName>
                                        </p:attrNameLst>
                                      </p:cBhvr>
                                      <p:tavLst>
                                        <p:tav tm="0">
                                          <p:val>
                                            <p:strVal val="1+#ppt_h/2"/>
                                          </p:val>
                                        </p:tav>
                                        <p:tav tm="100000">
                                          <p:val>
                                            <p:strVal val="#ppt_y"/>
                                          </p:val>
                                        </p:tav>
                                      </p:tavLst>
                                    </p:anim>
                                  </p:childTnLst>
                                </p:cTn>
                              </p:par>
                            </p:childTnLst>
                          </p:cTn>
                        </p:par>
                        <p:par>
                          <p:cTn id="76" fill="hold">
                            <p:stCondLst>
                              <p:cond delay="6500"/>
                            </p:stCondLst>
                            <p:childTnLst>
                              <p:par>
                                <p:cTn id="77" presetID="2" presetClass="entr" presetSubtype="4" accel="50000" decel="50000" fill="hold" grpId="0" nodeType="afterEffect" nodePh="1">
                                  <p:stCondLst>
                                    <p:cond delay="0"/>
                                  </p:stCondLst>
                                  <p:endCondLst>
                                    <p:cond evt="begin" delay="0">
                                      <p:tn val="77"/>
                                    </p:cond>
                                  </p:endCondLst>
                                  <p:childTnLst>
                                    <p:set>
                                      <p:cBhvr>
                                        <p:cTn id="78" dur="1" fill="hold">
                                          <p:stCondLst>
                                            <p:cond delay="0"/>
                                          </p:stCondLst>
                                        </p:cTn>
                                        <p:tgtEl>
                                          <p:spTgt spid="47">
                                            <p:txEl>
                                              <p:pRg st="0" end="0"/>
                                            </p:txEl>
                                          </p:spTgt>
                                        </p:tgtEl>
                                        <p:attrNameLst>
                                          <p:attrName>style.visibility</p:attrName>
                                        </p:attrNameLst>
                                      </p:cBhvr>
                                      <p:to>
                                        <p:strVal val="visible"/>
                                      </p:to>
                                    </p:set>
                                    <p:anim calcmode="lin" valueType="num">
                                      <p:cBhvr additive="base">
                                        <p:cTn id="79"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7">
                                            <p:txEl>
                                              <p:pRg st="0" end="0"/>
                                            </p:txEl>
                                          </p:spTgt>
                                        </p:tgtEl>
                                        <p:attrNameLst>
                                          <p:attrName>ppt_y</p:attrName>
                                        </p:attrNameLst>
                                      </p:cBhvr>
                                      <p:tavLst>
                                        <p:tav tm="0">
                                          <p:val>
                                            <p:strVal val="1+#ppt_h/2"/>
                                          </p:val>
                                        </p:tav>
                                        <p:tav tm="100000">
                                          <p:val>
                                            <p:strVal val="#ppt_y"/>
                                          </p:val>
                                        </p:tav>
                                      </p:tavLst>
                                    </p:anim>
                                  </p:childTnLst>
                                </p:cTn>
                              </p:par>
                            </p:childTnLst>
                          </p:cTn>
                        </p:par>
                        <p:par>
                          <p:cTn id="81" fill="hold">
                            <p:stCondLst>
                              <p:cond delay="7000"/>
                            </p:stCondLst>
                            <p:childTnLst>
                              <p:par>
                                <p:cTn id="82" presetID="2" presetClass="entr" presetSubtype="1" accel="50000" decel="50000" fill="hold" grpId="0" nodeType="after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500" fill="hold"/>
                                        <p:tgtEl>
                                          <p:spTgt spid="59"/>
                                        </p:tgtEl>
                                        <p:attrNameLst>
                                          <p:attrName>ppt_x</p:attrName>
                                        </p:attrNameLst>
                                      </p:cBhvr>
                                      <p:tavLst>
                                        <p:tav tm="0">
                                          <p:val>
                                            <p:strVal val="#ppt_x"/>
                                          </p:val>
                                        </p:tav>
                                        <p:tav tm="100000">
                                          <p:val>
                                            <p:strVal val="#ppt_x"/>
                                          </p:val>
                                        </p:tav>
                                      </p:tavLst>
                                    </p:anim>
                                    <p:anim calcmode="lin" valueType="num">
                                      <p:cBhvr additive="base">
                                        <p:cTn id="85" dur="500" fill="hold"/>
                                        <p:tgtEl>
                                          <p:spTgt spid="59"/>
                                        </p:tgtEl>
                                        <p:attrNameLst>
                                          <p:attrName>ppt_y</p:attrName>
                                        </p:attrNameLst>
                                      </p:cBhvr>
                                      <p:tavLst>
                                        <p:tav tm="0">
                                          <p:val>
                                            <p:strVal val="0-#ppt_h/2"/>
                                          </p:val>
                                        </p:tav>
                                        <p:tav tm="100000">
                                          <p:val>
                                            <p:strVal val="#ppt_y"/>
                                          </p:val>
                                        </p:tav>
                                      </p:tavLst>
                                    </p:anim>
                                  </p:childTnLst>
                                </p:cTn>
                              </p:par>
                            </p:childTnLst>
                          </p:cTn>
                        </p:par>
                        <p:par>
                          <p:cTn id="86" fill="hold">
                            <p:stCondLst>
                              <p:cond delay="7500"/>
                            </p:stCondLst>
                            <p:childTnLst>
                              <p:par>
                                <p:cTn id="87" presetID="22" presetClass="entr" presetSubtype="4" fill="hold" grpId="0" nodeType="afterEffect" nodePh="1">
                                  <p:stCondLst>
                                    <p:cond delay="0"/>
                                  </p:stCondLst>
                                  <p:endCondLst>
                                    <p:cond evt="begin" delay="0">
                                      <p:tn val="87"/>
                                    </p:cond>
                                  </p:endCondLst>
                                  <p:childTnLst>
                                    <p:set>
                                      <p:cBhvr>
                                        <p:cTn id="88" dur="1" fill="hold">
                                          <p:stCondLst>
                                            <p:cond delay="0"/>
                                          </p:stCondLst>
                                        </p:cTn>
                                        <p:tgtEl>
                                          <p:spTgt spid="60">
                                            <p:txEl>
                                              <p:pRg st="0" end="0"/>
                                            </p:txEl>
                                          </p:spTgt>
                                        </p:tgtEl>
                                        <p:attrNameLst>
                                          <p:attrName>style.visibility</p:attrName>
                                        </p:attrNameLst>
                                      </p:cBhvr>
                                      <p:to>
                                        <p:strVal val="visible"/>
                                      </p:to>
                                    </p:set>
                                    <p:animEffect transition="in" filter="wipe(down)">
                                      <p:cBhvr>
                                        <p:cTn id="89" dur="500"/>
                                        <p:tgtEl>
                                          <p:spTgt spid="60">
                                            <p:txEl>
                                              <p:pRg st="0" end="0"/>
                                            </p:txEl>
                                          </p:spTgt>
                                        </p:tgtEl>
                                      </p:cBhvr>
                                    </p:animEffect>
                                  </p:childTnLst>
                                </p:cTn>
                              </p:par>
                              <p:par>
                                <p:cTn id="90" presetID="2" presetClass="entr" presetSubtype="4" accel="50000" decel="50000" fill="hold" grpId="0" nodeType="withEffect">
                                  <p:stCondLst>
                                    <p:cond delay="0"/>
                                  </p:stCondLst>
                                  <p:childTnLst>
                                    <p:set>
                                      <p:cBhvr>
                                        <p:cTn id="91" dur="1" fill="hold">
                                          <p:stCondLst>
                                            <p:cond delay="0"/>
                                          </p:stCondLst>
                                        </p:cTn>
                                        <p:tgtEl>
                                          <p:spTgt spid="56"/>
                                        </p:tgtEl>
                                        <p:attrNameLst>
                                          <p:attrName>style.visibility</p:attrName>
                                        </p:attrNameLst>
                                      </p:cBhvr>
                                      <p:to>
                                        <p:strVal val="visible"/>
                                      </p:to>
                                    </p:set>
                                    <p:anim calcmode="lin" valueType="num">
                                      <p:cBhvr additive="base">
                                        <p:cTn id="92" dur="500" fill="hold"/>
                                        <p:tgtEl>
                                          <p:spTgt spid="56"/>
                                        </p:tgtEl>
                                        <p:attrNameLst>
                                          <p:attrName>ppt_x</p:attrName>
                                        </p:attrNameLst>
                                      </p:cBhvr>
                                      <p:tavLst>
                                        <p:tav tm="0">
                                          <p:val>
                                            <p:strVal val="#ppt_x"/>
                                          </p:val>
                                        </p:tav>
                                        <p:tav tm="100000">
                                          <p:val>
                                            <p:strVal val="#ppt_x"/>
                                          </p:val>
                                        </p:tav>
                                      </p:tavLst>
                                    </p:anim>
                                    <p:anim calcmode="lin" valueType="num">
                                      <p:cBhvr additive="base">
                                        <p:cTn id="93" dur="500" fill="hold"/>
                                        <p:tgtEl>
                                          <p:spTgt spid="56"/>
                                        </p:tgtEl>
                                        <p:attrNameLst>
                                          <p:attrName>ppt_y</p:attrName>
                                        </p:attrNameLst>
                                      </p:cBhvr>
                                      <p:tavLst>
                                        <p:tav tm="0">
                                          <p:val>
                                            <p:strVal val="1+#ppt_h/2"/>
                                          </p:val>
                                        </p:tav>
                                        <p:tav tm="100000">
                                          <p:val>
                                            <p:strVal val="#ppt_y"/>
                                          </p:val>
                                        </p:tav>
                                      </p:tavLst>
                                    </p:anim>
                                  </p:childTnLst>
                                </p:cTn>
                              </p:par>
                            </p:childTnLst>
                          </p:cTn>
                        </p:par>
                        <p:par>
                          <p:cTn id="94" fill="hold">
                            <p:stCondLst>
                              <p:cond delay="80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58">
                                            <p:txEl>
                                              <p:pRg st="0" end="0"/>
                                            </p:txEl>
                                          </p:spTgt>
                                        </p:tgtEl>
                                        <p:attrNameLst>
                                          <p:attrName>style.visibility</p:attrName>
                                        </p:attrNameLst>
                                      </p:cBhvr>
                                      <p:to>
                                        <p:strVal val="visible"/>
                                      </p:to>
                                    </p:set>
                                    <p:anim calcmode="lin" valueType="num">
                                      <p:cBhvr additive="base">
                                        <p:cTn id="97"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58">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8500"/>
                            </p:stCondLst>
                            <p:childTnLst>
                              <p:par>
                                <p:cTn id="100" presetID="2" presetClass="entr" presetSubtype="4" accel="50000" decel="50000" fill="hold" grpId="0" nodeType="afterEffect" nodePh="1">
                                  <p:stCondLst>
                                    <p:cond delay="0"/>
                                  </p:stCondLst>
                                  <p:endCondLst>
                                    <p:cond evt="begin" delay="0">
                                      <p:tn val="100"/>
                                    </p:cond>
                                  </p:endCondLst>
                                  <p:childTnLst>
                                    <p:set>
                                      <p:cBhvr>
                                        <p:cTn id="101" dur="1" fill="hold">
                                          <p:stCondLst>
                                            <p:cond delay="0"/>
                                          </p:stCondLst>
                                        </p:cTn>
                                        <p:tgtEl>
                                          <p:spTgt spid="57">
                                            <p:txEl>
                                              <p:pRg st="0" end="0"/>
                                            </p:txEl>
                                          </p:spTgt>
                                        </p:tgtEl>
                                        <p:attrNameLst>
                                          <p:attrName>style.visibility</p:attrName>
                                        </p:attrNameLst>
                                      </p:cBhvr>
                                      <p:to>
                                        <p:strVal val="visible"/>
                                      </p:to>
                                    </p:set>
                                    <p:anim calcmode="lin" valueType="num">
                                      <p:cBhvr additive="base">
                                        <p:cTn id="102" dur="500" fill="hold"/>
                                        <p:tgtEl>
                                          <p:spTgt spid="57">
                                            <p:txEl>
                                              <p:pRg st="0" end="0"/>
                                            </p:txEl>
                                          </p:spTgt>
                                        </p:tgtEl>
                                        <p:attrNameLst>
                                          <p:attrName>ppt_x</p:attrName>
                                        </p:attrNameLst>
                                      </p:cBhvr>
                                      <p:tavLst>
                                        <p:tav tm="0">
                                          <p:val>
                                            <p:strVal val="#ppt_x"/>
                                          </p:val>
                                        </p:tav>
                                        <p:tav tm="100000">
                                          <p:val>
                                            <p:strVal val="#ppt_x"/>
                                          </p:val>
                                        </p:tav>
                                      </p:tavLst>
                                    </p:anim>
                                    <p:anim calcmode="lin" valueType="num">
                                      <p:cBhvr additive="base">
                                        <p:cTn id="103" dur="500" fill="hold"/>
                                        <p:tgtEl>
                                          <p:spTgt spid="5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41" grpId="0"/>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4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ppt_x"/>
                          </p:val>
                        </p:tav>
                        <p:tav tm="100000">
                          <p:val>
                            <p:strVal val="#ppt_x"/>
                          </p:val>
                        </p:tav>
                      </p:tavLst>
                    </p:anim>
                    <p:anim calcmode="lin" valueType="num">
                      <p:cBhvr additive="base">
                        <p:cTn dur="500" fill="hold"/>
                        <p:tgtEl>
                          <p:spTgt spid="43"/>
                        </p:tgtEl>
                        <p:attrNameLst>
                          <p:attrName>ppt_y</p:attrName>
                        </p:attrNameLst>
                      </p:cBhvr>
                      <p:tavLst>
                        <p:tav tm="0">
                          <p:val>
                            <p:strVal val="1+#ppt_h/2"/>
                          </p:val>
                        </p:tav>
                        <p:tav tm="100000">
                          <p:val>
                            <p:strVal val="#ppt_y"/>
                          </p:val>
                        </p:tav>
                      </p:tavLst>
                    </p:anim>
                  </p:childTnLst>
                </p:cTn>
              </p:par>
            </p:tnLst>
          </p:tmpl>
        </p:tmplLst>
      </p:bldP>
      <p:bldP spid="44" grpId="0" animBg="1"/>
      <p:bldP spid="4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5"/>
                        </p:tgtEl>
                        <p:attrNameLst>
                          <p:attrName>style.visibility</p:attrName>
                        </p:attrNameLst>
                      </p:cBhvr>
                      <p:to>
                        <p:strVal val="visible"/>
                      </p:to>
                    </p:set>
                    <p:animEffect transition="in" filter="wipe(down)">
                      <p:cBhvr>
                        <p:cTn dur="500"/>
                        <p:tgtEl>
                          <p:spTgt spid="45"/>
                        </p:tgtEl>
                      </p:cBhvr>
                    </p:animEffect>
                  </p:childTnLst>
                </p:cTn>
              </p:par>
            </p:tnLst>
          </p:tmpl>
        </p:tmplLst>
      </p:bldP>
      <p:bldP spid="46" grpId="0"/>
      <p:bldP spid="4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ppt_x"/>
                          </p:val>
                        </p:tav>
                        <p:tav tm="100000">
                          <p:val>
                            <p:strVal val="#ppt_x"/>
                          </p:val>
                        </p:tav>
                      </p:tavLst>
                    </p:anim>
                    <p:anim calcmode="lin" valueType="num">
                      <p:cBhvr additive="base">
                        <p:cTn dur="500" fill="hold"/>
                        <p:tgtEl>
                          <p:spTgt spid="47"/>
                        </p:tgtEl>
                        <p:attrNameLst>
                          <p:attrName>ppt_y</p:attrName>
                        </p:attrNameLst>
                      </p:cBhvr>
                      <p:tavLst>
                        <p:tav tm="0">
                          <p:val>
                            <p:strVal val="1+#ppt_h/2"/>
                          </p:val>
                        </p:tav>
                        <p:tav tm="100000">
                          <p:val>
                            <p:strVal val="#ppt_y"/>
                          </p:val>
                        </p:tav>
                      </p:tavLst>
                    </p:anim>
                  </p:childTnLst>
                </p:cTn>
              </p:par>
            </p:tnLst>
          </p:tmpl>
        </p:tmplLst>
      </p:bldP>
      <p:bldP spid="4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ppt_x"/>
                          </p:val>
                        </p:tav>
                        <p:tav tm="100000">
                          <p:val>
                            <p:strVal val="#ppt_x"/>
                          </p:val>
                        </p:tav>
                      </p:tavLst>
                    </p:anim>
                    <p:anim calcmode="lin" valueType="num">
                      <p:cBhvr additive="base">
                        <p:cTn dur="500" fill="hold"/>
                        <p:tgtEl>
                          <p:spTgt spid="48"/>
                        </p:tgtEl>
                        <p:attrNameLst>
                          <p:attrName>ppt_y</p:attrName>
                        </p:attrNameLst>
                      </p:cBhvr>
                      <p:tavLst>
                        <p:tav tm="0">
                          <p:val>
                            <p:strVal val="1+#ppt_h/2"/>
                          </p:val>
                        </p:tav>
                        <p:tav tm="100000">
                          <p:val>
                            <p:strVal val="#ppt_y"/>
                          </p:val>
                        </p:tav>
                      </p:tavLst>
                    </p:anim>
                  </p:childTnLst>
                </p:cTn>
              </p:par>
            </p:tnLst>
          </p:tmpl>
        </p:tmplLst>
      </p:bldP>
      <p:bldP spid="49" grpId="0" animBg="1"/>
      <p:bldP spid="5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0"/>
                        </p:tgtEl>
                        <p:attrNameLst>
                          <p:attrName>style.visibility</p:attrName>
                        </p:attrNameLst>
                      </p:cBhvr>
                      <p:to>
                        <p:strVal val="visible"/>
                      </p:to>
                    </p:set>
                    <p:animEffect transition="in" filter="wipe(down)">
                      <p:cBhvr>
                        <p:cTn dur="500"/>
                        <p:tgtEl>
                          <p:spTgt spid="50"/>
                        </p:tgtEl>
                      </p:cBhvr>
                    </p:animEffect>
                  </p:childTnLst>
                </p:cTn>
              </p:par>
            </p:tnLst>
          </p:tmpl>
        </p:tmplLst>
      </p:bldP>
      <p:bldP spid="56" grpId="0"/>
      <p:bldP spid="5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 calcmode="lin" valueType="num">
                      <p:cBhvr additive="base">
                        <p:cTn dur="500" fill="hold"/>
                        <p:tgtEl>
                          <p:spTgt spid="57"/>
                        </p:tgtEl>
                        <p:attrNameLst>
                          <p:attrName>ppt_x</p:attrName>
                        </p:attrNameLst>
                      </p:cBhvr>
                      <p:tavLst>
                        <p:tav tm="0">
                          <p:val>
                            <p:strVal val="#ppt_x"/>
                          </p:val>
                        </p:tav>
                        <p:tav tm="100000">
                          <p:val>
                            <p:strVal val="#ppt_x"/>
                          </p:val>
                        </p:tav>
                      </p:tavLst>
                    </p:anim>
                    <p:anim calcmode="lin" valueType="num">
                      <p:cBhvr additive="base">
                        <p:cTn dur="500" fill="hold"/>
                        <p:tgtEl>
                          <p:spTgt spid="57"/>
                        </p:tgtEl>
                        <p:attrNameLst>
                          <p:attrName>ppt_y</p:attrName>
                        </p:attrNameLst>
                      </p:cBhvr>
                      <p:tavLst>
                        <p:tav tm="0">
                          <p:val>
                            <p:strVal val="1+#ppt_h/2"/>
                          </p:val>
                        </p:tav>
                        <p:tav tm="100000">
                          <p:val>
                            <p:strVal val="#ppt_y"/>
                          </p:val>
                        </p:tav>
                      </p:tavLst>
                    </p:anim>
                  </p:childTnLst>
                </p:cTn>
              </p:par>
            </p:tnLst>
          </p:tmpl>
        </p:tmplLst>
      </p:bldP>
      <p:bldP spid="5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8"/>
                        </p:tgtEl>
                        <p:attrNameLst>
                          <p:attrName>style.visibility</p:attrName>
                        </p:attrNameLst>
                      </p:cBhvr>
                      <p:to>
                        <p:strVal val="visible"/>
                      </p:to>
                    </p:set>
                    <p:anim calcmode="lin" valueType="num">
                      <p:cBhvr additive="base">
                        <p:cTn dur="500" fill="hold"/>
                        <p:tgtEl>
                          <p:spTgt spid="58"/>
                        </p:tgtEl>
                        <p:attrNameLst>
                          <p:attrName>ppt_x</p:attrName>
                        </p:attrNameLst>
                      </p:cBhvr>
                      <p:tavLst>
                        <p:tav tm="0">
                          <p:val>
                            <p:strVal val="#ppt_x"/>
                          </p:val>
                        </p:tav>
                        <p:tav tm="100000">
                          <p:val>
                            <p:strVal val="#ppt_x"/>
                          </p:val>
                        </p:tav>
                      </p:tavLst>
                    </p:anim>
                    <p:anim calcmode="lin" valueType="num">
                      <p:cBhvr additive="base">
                        <p:cTn dur="500" fill="hold"/>
                        <p:tgtEl>
                          <p:spTgt spid="58"/>
                        </p:tgtEl>
                        <p:attrNameLst>
                          <p:attrName>ppt_y</p:attrName>
                        </p:attrNameLst>
                      </p:cBhvr>
                      <p:tavLst>
                        <p:tav tm="0">
                          <p:val>
                            <p:strVal val="1+#ppt_h/2"/>
                          </p:val>
                        </p:tav>
                        <p:tav tm="100000">
                          <p:val>
                            <p:strVal val="#ppt_y"/>
                          </p:val>
                        </p:tav>
                      </p:tavLst>
                    </p:anim>
                  </p:childTnLst>
                </p:cTn>
              </p:par>
            </p:tnLst>
          </p:tmpl>
        </p:tmplLst>
      </p:bldP>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Pics">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75" name="Picture Placeholder 7"/>
          <p:cNvSpPr>
            <a:spLocks noGrp="1"/>
          </p:cNvSpPr>
          <p:nvPr>
            <p:ph type="pic" sz="quarter" idx="10" hasCustomPrompt="1"/>
          </p:nvPr>
        </p:nvSpPr>
        <p:spPr>
          <a:xfrm>
            <a:off x="503083" y="1599597"/>
            <a:ext cx="1540591" cy="1892243"/>
          </a:xfrm>
          <a:prstGeom prst="downArrowCallout">
            <a:avLst>
              <a:gd name="adj1" fmla="val 35178"/>
              <a:gd name="adj2" fmla="val 13059"/>
              <a:gd name="adj3" fmla="val 7566"/>
              <a:gd name="adj4" fmla="val 93840"/>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76" name="Text Placeholder 3"/>
          <p:cNvSpPr>
            <a:spLocks noGrp="1"/>
          </p:cNvSpPr>
          <p:nvPr>
            <p:ph type="body" sz="half" idx="15"/>
          </p:nvPr>
        </p:nvSpPr>
        <p:spPr>
          <a:xfrm>
            <a:off x="452945" y="3794553"/>
            <a:ext cx="1590780"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7" name="Text Placeholder 3"/>
          <p:cNvSpPr>
            <a:spLocks noGrp="1"/>
          </p:cNvSpPr>
          <p:nvPr>
            <p:ph type="body" sz="half" idx="17"/>
          </p:nvPr>
        </p:nvSpPr>
        <p:spPr>
          <a:xfrm>
            <a:off x="447675" y="3588601"/>
            <a:ext cx="1595234" cy="192780"/>
          </a:xfrm>
          <a:prstGeom prst="rect">
            <a:avLst/>
          </a:prstGeom>
        </p:spPr>
        <p:txBody>
          <a:bodyPr wrap="none" lIns="0" tIns="0" rIns="0" bIns="0" anchor="ctr">
            <a:noAutofit/>
          </a:bodyPr>
          <a:lstStyle>
            <a:lvl1pPr marL="0" indent="0" algn="ctr">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78" name="Rectangle 77"/>
          <p:cNvSpPr/>
          <p:nvPr userDrawn="1"/>
        </p:nvSpPr>
        <p:spPr>
          <a:xfrm>
            <a:off x="508350" y="1217194"/>
            <a:ext cx="1537336" cy="381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Text Placeholder 3"/>
          <p:cNvSpPr>
            <a:spLocks noGrp="1"/>
          </p:cNvSpPr>
          <p:nvPr>
            <p:ph type="body" sz="half" idx="16"/>
          </p:nvPr>
        </p:nvSpPr>
        <p:spPr>
          <a:xfrm>
            <a:off x="566260" y="1307321"/>
            <a:ext cx="1421516"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63" name="Picture Placeholder 7"/>
          <p:cNvSpPr>
            <a:spLocks noGrp="1"/>
          </p:cNvSpPr>
          <p:nvPr>
            <p:ph type="pic" sz="quarter" idx="18" hasCustomPrompt="1"/>
          </p:nvPr>
        </p:nvSpPr>
        <p:spPr>
          <a:xfrm>
            <a:off x="2147332" y="1599597"/>
            <a:ext cx="1540591" cy="1892243"/>
          </a:xfrm>
          <a:prstGeom prst="downArrowCallout">
            <a:avLst>
              <a:gd name="adj1" fmla="val 35178"/>
              <a:gd name="adj2" fmla="val 13059"/>
              <a:gd name="adj3" fmla="val 7566"/>
              <a:gd name="adj4" fmla="val 93840"/>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64" name="Text Placeholder 3"/>
          <p:cNvSpPr>
            <a:spLocks noGrp="1"/>
          </p:cNvSpPr>
          <p:nvPr>
            <p:ph type="body" sz="half" idx="19"/>
          </p:nvPr>
        </p:nvSpPr>
        <p:spPr>
          <a:xfrm>
            <a:off x="2097194" y="3794553"/>
            <a:ext cx="1590780"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65" name="Text Placeholder 3"/>
          <p:cNvSpPr>
            <a:spLocks noGrp="1"/>
          </p:cNvSpPr>
          <p:nvPr>
            <p:ph type="body" sz="half" idx="20"/>
          </p:nvPr>
        </p:nvSpPr>
        <p:spPr>
          <a:xfrm>
            <a:off x="2091924" y="3588601"/>
            <a:ext cx="1595234" cy="192780"/>
          </a:xfrm>
          <a:prstGeom prst="rect">
            <a:avLst/>
          </a:prstGeom>
        </p:spPr>
        <p:txBody>
          <a:bodyPr wrap="none" lIns="0" tIns="0" rIns="0" bIns="0" anchor="ctr">
            <a:noAutofit/>
          </a:bodyPr>
          <a:lstStyle>
            <a:lvl1pPr marL="0" indent="0" algn="ctr">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66" name="Rectangle 65"/>
          <p:cNvSpPr/>
          <p:nvPr userDrawn="1"/>
        </p:nvSpPr>
        <p:spPr>
          <a:xfrm>
            <a:off x="2152599" y="1217194"/>
            <a:ext cx="1537336"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Text Placeholder 3"/>
          <p:cNvSpPr>
            <a:spLocks noGrp="1"/>
          </p:cNvSpPr>
          <p:nvPr>
            <p:ph type="body" sz="half" idx="21"/>
          </p:nvPr>
        </p:nvSpPr>
        <p:spPr>
          <a:xfrm>
            <a:off x="2210509" y="1307321"/>
            <a:ext cx="1421516"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68" name="Picture Placeholder 7"/>
          <p:cNvSpPr>
            <a:spLocks noGrp="1"/>
          </p:cNvSpPr>
          <p:nvPr>
            <p:ph type="pic" sz="quarter" idx="22" hasCustomPrompt="1"/>
          </p:nvPr>
        </p:nvSpPr>
        <p:spPr>
          <a:xfrm>
            <a:off x="3794548" y="1599597"/>
            <a:ext cx="1540591" cy="1892243"/>
          </a:xfrm>
          <a:prstGeom prst="downArrowCallout">
            <a:avLst>
              <a:gd name="adj1" fmla="val 35178"/>
              <a:gd name="adj2" fmla="val 13059"/>
              <a:gd name="adj3" fmla="val 7566"/>
              <a:gd name="adj4" fmla="val 93840"/>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69" name="Text Placeholder 3"/>
          <p:cNvSpPr>
            <a:spLocks noGrp="1"/>
          </p:cNvSpPr>
          <p:nvPr>
            <p:ph type="body" sz="half" idx="23"/>
          </p:nvPr>
        </p:nvSpPr>
        <p:spPr>
          <a:xfrm>
            <a:off x="3744410" y="3794553"/>
            <a:ext cx="1590780"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70" name="Text Placeholder 3"/>
          <p:cNvSpPr>
            <a:spLocks noGrp="1"/>
          </p:cNvSpPr>
          <p:nvPr>
            <p:ph type="body" sz="half" idx="24"/>
          </p:nvPr>
        </p:nvSpPr>
        <p:spPr>
          <a:xfrm>
            <a:off x="3739140" y="3588601"/>
            <a:ext cx="1595234" cy="192780"/>
          </a:xfrm>
          <a:prstGeom prst="rect">
            <a:avLst/>
          </a:prstGeom>
        </p:spPr>
        <p:txBody>
          <a:bodyPr wrap="none" lIns="0" tIns="0" rIns="0" bIns="0" anchor="ctr">
            <a:noAutofit/>
          </a:bodyPr>
          <a:lstStyle>
            <a:lvl1pPr marL="0" indent="0" algn="ctr">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71" name="Rectangle 70"/>
          <p:cNvSpPr/>
          <p:nvPr userDrawn="1"/>
        </p:nvSpPr>
        <p:spPr>
          <a:xfrm>
            <a:off x="3799815" y="1217194"/>
            <a:ext cx="1537336" cy="381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2" name="Text Placeholder 3"/>
          <p:cNvSpPr>
            <a:spLocks noGrp="1"/>
          </p:cNvSpPr>
          <p:nvPr>
            <p:ph type="body" sz="half" idx="25"/>
          </p:nvPr>
        </p:nvSpPr>
        <p:spPr>
          <a:xfrm>
            <a:off x="3857725" y="1307321"/>
            <a:ext cx="1421516"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73" name="Picture Placeholder 7"/>
          <p:cNvSpPr>
            <a:spLocks noGrp="1"/>
          </p:cNvSpPr>
          <p:nvPr>
            <p:ph type="pic" sz="quarter" idx="26" hasCustomPrompt="1"/>
          </p:nvPr>
        </p:nvSpPr>
        <p:spPr>
          <a:xfrm>
            <a:off x="5438435" y="1599597"/>
            <a:ext cx="1540591" cy="1892243"/>
          </a:xfrm>
          <a:prstGeom prst="downArrowCallout">
            <a:avLst>
              <a:gd name="adj1" fmla="val 35178"/>
              <a:gd name="adj2" fmla="val 13059"/>
              <a:gd name="adj3" fmla="val 7566"/>
              <a:gd name="adj4" fmla="val 93840"/>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74" name="Text Placeholder 3"/>
          <p:cNvSpPr>
            <a:spLocks noGrp="1"/>
          </p:cNvSpPr>
          <p:nvPr>
            <p:ph type="body" sz="half" idx="27"/>
          </p:nvPr>
        </p:nvSpPr>
        <p:spPr>
          <a:xfrm>
            <a:off x="5388297" y="3794553"/>
            <a:ext cx="1590780"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0" name="Text Placeholder 3"/>
          <p:cNvSpPr>
            <a:spLocks noGrp="1"/>
          </p:cNvSpPr>
          <p:nvPr>
            <p:ph type="body" sz="half" idx="28"/>
          </p:nvPr>
        </p:nvSpPr>
        <p:spPr>
          <a:xfrm>
            <a:off x="5383027" y="3588601"/>
            <a:ext cx="1595234" cy="192780"/>
          </a:xfrm>
          <a:prstGeom prst="rect">
            <a:avLst/>
          </a:prstGeom>
        </p:spPr>
        <p:txBody>
          <a:bodyPr wrap="none" lIns="0" tIns="0" rIns="0" bIns="0" anchor="ctr">
            <a:noAutofit/>
          </a:bodyPr>
          <a:lstStyle>
            <a:lvl1pPr marL="0" indent="0" algn="ctr">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1" name="Rectangle 80"/>
          <p:cNvSpPr/>
          <p:nvPr userDrawn="1"/>
        </p:nvSpPr>
        <p:spPr>
          <a:xfrm>
            <a:off x="5443702" y="1217194"/>
            <a:ext cx="1537336" cy="381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Text Placeholder 3"/>
          <p:cNvSpPr>
            <a:spLocks noGrp="1"/>
          </p:cNvSpPr>
          <p:nvPr>
            <p:ph type="body" sz="half" idx="29"/>
          </p:nvPr>
        </p:nvSpPr>
        <p:spPr>
          <a:xfrm>
            <a:off x="5501612" y="1307321"/>
            <a:ext cx="1421516"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3" name="Picture Placeholder 7"/>
          <p:cNvSpPr>
            <a:spLocks noGrp="1"/>
          </p:cNvSpPr>
          <p:nvPr>
            <p:ph type="pic" sz="quarter" idx="30" hasCustomPrompt="1"/>
          </p:nvPr>
        </p:nvSpPr>
        <p:spPr>
          <a:xfrm>
            <a:off x="7077764" y="1599597"/>
            <a:ext cx="1540591" cy="1892243"/>
          </a:xfrm>
          <a:prstGeom prst="downArrowCallout">
            <a:avLst>
              <a:gd name="adj1" fmla="val 35178"/>
              <a:gd name="adj2" fmla="val 13059"/>
              <a:gd name="adj3" fmla="val 7566"/>
              <a:gd name="adj4" fmla="val 93840"/>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
        <p:nvSpPr>
          <p:cNvPr id="84" name="Text Placeholder 3"/>
          <p:cNvSpPr>
            <a:spLocks noGrp="1"/>
          </p:cNvSpPr>
          <p:nvPr>
            <p:ph type="body" sz="half" idx="31"/>
          </p:nvPr>
        </p:nvSpPr>
        <p:spPr>
          <a:xfrm>
            <a:off x="7027626" y="3794553"/>
            <a:ext cx="1590780" cy="635096"/>
          </a:xfrm>
          <a:prstGeom prst="rect">
            <a:avLst/>
          </a:prstGeom>
        </p:spPr>
        <p:txBody>
          <a:bodyPr wrap="none" lIns="0" tIns="0" rIns="0" bIns="0" anchor="t">
            <a:noAutofit/>
          </a:bodyPr>
          <a:lstStyle>
            <a:lvl1pPr marL="0" indent="0" algn="ctr">
              <a:buNone/>
              <a:defRPr sz="1100" b="0" baseline="0">
                <a:solidFill>
                  <a:schemeClr val="bg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ctr"/>
            <a:endParaRPr lang="en-US" sz="1000" dirty="0">
              <a:solidFill>
                <a:schemeClr val="tx1">
                  <a:lumMod val="50000"/>
                  <a:lumOff val="50000"/>
                </a:schemeClr>
              </a:solidFill>
            </a:endParaRPr>
          </a:p>
        </p:txBody>
      </p:sp>
      <p:sp>
        <p:nvSpPr>
          <p:cNvPr id="85" name="Text Placeholder 3"/>
          <p:cNvSpPr>
            <a:spLocks noGrp="1"/>
          </p:cNvSpPr>
          <p:nvPr>
            <p:ph type="body" sz="half" idx="32"/>
          </p:nvPr>
        </p:nvSpPr>
        <p:spPr>
          <a:xfrm>
            <a:off x="7022356" y="3588601"/>
            <a:ext cx="1595234" cy="192780"/>
          </a:xfrm>
          <a:prstGeom prst="rect">
            <a:avLst/>
          </a:prstGeom>
        </p:spPr>
        <p:txBody>
          <a:bodyPr wrap="none" lIns="0" tIns="0" rIns="0" bIns="0" anchor="ctr">
            <a:noAutofit/>
          </a:bodyPr>
          <a:lstStyle>
            <a:lvl1pPr marL="0" indent="0" algn="ctr">
              <a:buNone/>
              <a:defRPr sz="1100" b="1" baseline="0">
                <a:solidFill>
                  <a:schemeClr val="accent5"/>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
        <p:nvSpPr>
          <p:cNvPr id="86" name="Rectangle 85"/>
          <p:cNvSpPr/>
          <p:nvPr userDrawn="1"/>
        </p:nvSpPr>
        <p:spPr>
          <a:xfrm>
            <a:off x="7083031" y="1217194"/>
            <a:ext cx="1537336" cy="381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Text Placeholder 3"/>
          <p:cNvSpPr>
            <a:spLocks noGrp="1"/>
          </p:cNvSpPr>
          <p:nvPr>
            <p:ph type="body" sz="half" idx="33"/>
          </p:nvPr>
        </p:nvSpPr>
        <p:spPr>
          <a:xfrm>
            <a:off x="7140941" y="1307321"/>
            <a:ext cx="1421516" cy="200746"/>
          </a:xfrm>
          <a:prstGeom prst="rect">
            <a:avLst/>
          </a:prstGeom>
        </p:spPr>
        <p:txBody>
          <a:bodyPr wrap="none" lIns="0" tIns="0" rIns="0" bIns="0" anchor="ctr">
            <a:noAutofit/>
          </a:bodyPr>
          <a:lstStyle>
            <a:lvl1pPr marL="0" indent="0" algn="ctr">
              <a:buNone/>
              <a:defRPr sz="1100" b="1" baseline="0">
                <a:solidFill>
                  <a:schemeClr val="bg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1" accel="50000" decel="50000" fill="hold" grpId="0" nodeType="after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500" fill="hold"/>
                                        <p:tgtEl>
                                          <p:spTgt spid="78"/>
                                        </p:tgtEl>
                                        <p:attrNameLst>
                                          <p:attrName>ppt_x</p:attrName>
                                        </p:attrNameLst>
                                      </p:cBhvr>
                                      <p:tavLst>
                                        <p:tav tm="0">
                                          <p:val>
                                            <p:strVal val="#ppt_x"/>
                                          </p:val>
                                        </p:tav>
                                        <p:tav tm="100000">
                                          <p:val>
                                            <p:strVal val="#ppt_x"/>
                                          </p:val>
                                        </p:tav>
                                      </p:tavLst>
                                    </p:anim>
                                    <p:anim calcmode="lin" valueType="num">
                                      <p:cBhvr additive="base">
                                        <p:cTn id="16" dur="500" fill="hold"/>
                                        <p:tgtEl>
                                          <p:spTgt spid="78"/>
                                        </p:tgtEl>
                                        <p:attrNameLst>
                                          <p:attrName>ppt_y</p:attrName>
                                        </p:attrNameLst>
                                      </p:cBhvr>
                                      <p:tavLst>
                                        <p:tav tm="0">
                                          <p:val>
                                            <p:strVal val="0-#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nodePh="1">
                                  <p:stCondLst>
                                    <p:cond delay="0"/>
                                  </p:stCondLst>
                                  <p:endCondLst>
                                    <p:cond evt="begin" delay="0">
                                      <p:tn val="18"/>
                                    </p:cond>
                                  </p:endCondLst>
                                  <p:childTnLst>
                                    <p:set>
                                      <p:cBhvr>
                                        <p:cTn id="19" dur="1" fill="hold">
                                          <p:stCondLst>
                                            <p:cond delay="0"/>
                                          </p:stCondLst>
                                        </p:cTn>
                                        <p:tgtEl>
                                          <p:spTgt spid="79">
                                            <p:txEl>
                                              <p:pRg st="0" end="0"/>
                                            </p:txEl>
                                          </p:spTgt>
                                        </p:tgtEl>
                                        <p:attrNameLst>
                                          <p:attrName>style.visibility</p:attrName>
                                        </p:attrNameLst>
                                      </p:cBhvr>
                                      <p:to>
                                        <p:strVal val="visible"/>
                                      </p:to>
                                    </p:set>
                                    <p:animEffect transition="in" filter="wipe(down)">
                                      <p:cBhvr>
                                        <p:cTn id="20" dur="500"/>
                                        <p:tgtEl>
                                          <p:spTgt spid="79">
                                            <p:txEl>
                                              <p:pRg st="0" end="0"/>
                                            </p:txEl>
                                          </p:spTgt>
                                        </p:tgtEl>
                                      </p:cBhvr>
                                    </p:animEffect>
                                  </p:childTnLst>
                                </p:cTn>
                              </p:par>
                              <p:par>
                                <p:cTn id="21" presetID="2" presetClass="entr" presetSubtype="4" accel="50000" decel="50000" fill="hold" grpId="0" nodeType="withEffect">
                                  <p:stCondLst>
                                    <p:cond delay="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500" fill="hold"/>
                                        <p:tgtEl>
                                          <p:spTgt spid="75"/>
                                        </p:tgtEl>
                                        <p:attrNameLst>
                                          <p:attrName>ppt_x</p:attrName>
                                        </p:attrNameLst>
                                      </p:cBhvr>
                                      <p:tavLst>
                                        <p:tav tm="0">
                                          <p:val>
                                            <p:strVal val="#ppt_x"/>
                                          </p:val>
                                        </p:tav>
                                        <p:tav tm="100000">
                                          <p:val>
                                            <p:strVal val="#ppt_x"/>
                                          </p:val>
                                        </p:tav>
                                      </p:tavLst>
                                    </p:anim>
                                    <p:anim calcmode="lin" valueType="num">
                                      <p:cBhvr additive="base">
                                        <p:cTn id="24" dur="500" fill="hold"/>
                                        <p:tgtEl>
                                          <p:spTgt spid="75"/>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accel="50000" decel="50000" fill="hold" grpId="0" nodeType="afterEffect" nodePh="1">
                                  <p:stCondLst>
                                    <p:cond delay="0"/>
                                  </p:stCondLst>
                                  <p:endCondLst>
                                    <p:cond evt="begin" delay="0">
                                      <p:tn val="26"/>
                                    </p:cond>
                                  </p:endCondLst>
                                  <p:childTnLst>
                                    <p:set>
                                      <p:cBhvr>
                                        <p:cTn id="27" dur="1" fill="hold">
                                          <p:stCondLst>
                                            <p:cond delay="0"/>
                                          </p:stCondLst>
                                        </p:cTn>
                                        <p:tgtEl>
                                          <p:spTgt spid="77">
                                            <p:txEl>
                                              <p:pRg st="0" end="0"/>
                                            </p:txEl>
                                          </p:spTgt>
                                        </p:tgtEl>
                                        <p:attrNameLst>
                                          <p:attrName>style.visibility</p:attrName>
                                        </p:attrNameLst>
                                      </p:cBhvr>
                                      <p:to>
                                        <p:strVal val="visible"/>
                                      </p:to>
                                    </p:set>
                                    <p:anim calcmode="lin" valueType="num">
                                      <p:cBhvr additive="base">
                                        <p:cTn id="28"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accel="50000" decel="50000" fill="hold" grpId="0" nodeType="afterEffect" nodePh="1">
                                  <p:stCondLst>
                                    <p:cond delay="0"/>
                                  </p:stCondLst>
                                  <p:endCondLst>
                                    <p:cond evt="begin" delay="0">
                                      <p:tn val="31"/>
                                    </p:cond>
                                  </p:endCondLst>
                                  <p:childTnLst>
                                    <p:set>
                                      <p:cBhvr>
                                        <p:cTn id="32" dur="1" fill="hold">
                                          <p:stCondLst>
                                            <p:cond delay="0"/>
                                          </p:stCondLst>
                                        </p:cTn>
                                        <p:tgtEl>
                                          <p:spTgt spid="76">
                                            <p:txEl>
                                              <p:pRg st="0" end="0"/>
                                            </p:txEl>
                                          </p:spTgt>
                                        </p:tgtEl>
                                        <p:attrNameLst>
                                          <p:attrName>style.visibility</p:attrName>
                                        </p:attrNameLst>
                                      </p:cBhvr>
                                      <p:to>
                                        <p:strVal val="visible"/>
                                      </p:to>
                                    </p:set>
                                    <p:anim calcmode="lin" valueType="num">
                                      <p:cBhvr additive="base">
                                        <p:cTn id="33"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grpId="0" nodeType="afterEffect">
                                  <p:stCondLst>
                                    <p:cond delay="0"/>
                                  </p:stCondLst>
                                  <p:childTnLst>
                                    <p:set>
                                      <p:cBhvr>
                                        <p:cTn id="37" dur="1" fill="hold">
                                          <p:stCondLst>
                                            <p:cond delay="0"/>
                                          </p:stCondLst>
                                        </p:cTn>
                                        <p:tgtEl>
                                          <p:spTgt spid="66"/>
                                        </p:tgtEl>
                                        <p:attrNameLst>
                                          <p:attrName>style.visibility</p:attrName>
                                        </p:attrNameLst>
                                      </p:cBhvr>
                                      <p:to>
                                        <p:strVal val="visible"/>
                                      </p:to>
                                    </p:set>
                                    <p:anim calcmode="lin" valueType="num">
                                      <p:cBhvr additive="base">
                                        <p:cTn id="38" dur="500" fill="hold"/>
                                        <p:tgtEl>
                                          <p:spTgt spid="66"/>
                                        </p:tgtEl>
                                        <p:attrNameLst>
                                          <p:attrName>ppt_x</p:attrName>
                                        </p:attrNameLst>
                                      </p:cBhvr>
                                      <p:tavLst>
                                        <p:tav tm="0">
                                          <p:val>
                                            <p:strVal val="#ppt_x"/>
                                          </p:val>
                                        </p:tav>
                                        <p:tav tm="100000">
                                          <p:val>
                                            <p:strVal val="#ppt_x"/>
                                          </p:val>
                                        </p:tav>
                                      </p:tavLst>
                                    </p:anim>
                                    <p:anim calcmode="lin" valueType="num">
                                      <p:cBhvr additive="base">
                                        <p:cTn id="39" dur="500" fill="hold"/>
                                        <p:tgtEl>
                                          <p:spTgt spid="66"/>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67">
                                            <p:txEl>
                                              <p:pRg st="0" end="0"/>
                                            </p:txEl>
                                          </p:spTgt>
                                        </p:tgtEl>
                                        <p:attrNameLst>
                                          <p:attrName>style.visibility</p:attrName>
                                        </p:attrNameLst>
                                      </p:cBhvr>
                                      <p:to>
                                        <p:strVal val="visible"/>
                                      </p:to>
                                    </p:set>
                                    <p:animEffect transition="in" filter="wipe(down)">
                                      <p:cBhvr>
                                        <p:cTn id="43" dur="500"/>
                                        <p:tgtEl>
                                          <p:spTgt spid="67">
                                            <p:txEl>
                                              <p:pRg st="0" end="0"/>
                                            </p:txEl>
                                          </p:spTgt>
                                        </p:tgtEl>
                                      </p:cBhvr>
                                    </p:animEffect>
                                  </p:childTnLst>
                                </p:cTn>
                              </p:par>
                              <p:par>
                                <p:cTn id="44" presetID="2" presetClass="entr" presetSubtype="4" accel="50000" decel="50000" fill="hold" grpId="0" nodeType="withEffect">
                                  <p:stCondLst>
                                    <p:cond delay="0"/>
                                  </p:stCondLst>
                                  <p:childTnLst>
                                    <p:set>
                                      <p:cBhvr>
                                        <p:cTn id="45" dur="1" fill="hold">
                                          <p:stCondLst>
                                            <p:cond delay="0"/>
                                          </p:stCondLst>
                                        </p:cTn>
                                        <p:tgtEl>
                                          <p:spTgt spid="63"/>
                                        </p:tgtEl>
                                        <p:attrNameLst>
                                          <p:attrName>style.visibility</p:attrName>
                                        </p:attrNameLst>
                                      </p:cBhvr>
                                      <p:to>
                                        <p:strVal val="visible"/>
                                      </p:to>
                                    </p:set>
                                    <p:anim calcmode="lin" valueType="num">
                                      <p:cBhvr additive="base">
                                        <p:cTn id="46" dur="500" fill="hold"/>
                                        <p:tgtEl>
                                          <p:spTgt spid="63"/>
                                        </p:tgtEl>
                                        <p:attrNameLst>
                                          <p:attrName>ppt_x</p:attrName>
                                        </p:attrNameLst>
                                      </p:cBhvr>
                                      <p:tavLst>
                                        <p:tav tm="0">
                                          <p:val>
                                            <p:strVal val="#ppt_x"/>
                                          </p:val>
                                        </p:tav>
                                        <p:tav tm="100000">
                                          <p:val>
                                            <p:strVal val="#ppt_x"/>
                                          </p:val>
                                        </p:tav>
                                      </p:tavLst>
                                    </p:anim>
                                    <p:anim calcmode="lin" valueType="num">
                                      <p:cBhvr additive="base">
                                        <p:cTn id="47" dur="500" fill="hold"/>
                                        <p:tgtEl>
                                          <p:spTgt spid="63"/>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65">
                                            <p:txEl>
                                              <p:pRg st="0" end="0"/>
                                            </p:txEl>
                                          </p:spTgt>
                                        </p:tgtEl>
                                        <p:attrNameLst>
                                          <p:attrName>style.visibility</p:attrName>
                                        </p:attrNameLst>
                                      </p:cBhvr>
                                      <p:to>
                                        <p:strVal val="visible"/>
                                      </p:to>
                                    </p:set>
                                    <p:anim calcmode="lin" valueType="num">
                                      <p:cBhvr additive="base">
                                        <p:cTn id="51" dur="500" fill="hold"/>
                                        <p:tgtEl>
                                          <p:spTgt spid="65">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65">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4500"/>
                            </p:stCondLst>
                            <p:childTnLst>
                              <p:par>
                                <p:cTn id="54" presetID="2" presetClass="entr" presetSubtype="4" accel="50000" decel="50000" fill="hold" grpId="0" nodeType="afterEffect" nodePh="1">
                                  <p:stCondLst>
                                    <p:cond delay="0"/>
                                  </p:stCondLst>
                                  <p:endCondLst>
                                    <p:cond evt="begin" delay="0">
                                      <p:tn val="54"/>
                                    </p:cond>
                                  </p:endCondLst>
                                  <p:childTnLst>
                                    <p:set>
                                      <p:cBhvr>
                                        <p:cTn id="55" dur="1" fill="hold">
                                          <p:stCondLst>
                                            <p:cond delay="0"/>
                                          </p:stCondLst>
                                        </p:cTn>
                                        <p:tgtEl>
                                          <p:spTgt spid="64">
                                            <p:txEl>
                                              <p:pRg st="0" end="0"/>
                                            </p:txEl>
                                          </p:spTgt>
                                        </p:tgtEl>
                                        <p:attrNameLst>
                                          <p:attrName>style.visibility</p:attrName>
                                        </p:attrNameLst>
                                      </p:cBhvr>
                                      <p:to>
                                        <p:strVal val="visible"/>
                                      </p:to>
                                    </p:set>
                                    <p:anim calcmode="lin" valueType="num">
                                      <p:cBhvr additive="base">
                                        <p:cTn id="56" dur="500" fill="hold"/>
                                        <p:tgtEl>
                                          <p:spTgt spid="64">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64">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5000"/>
                            </p:stCondLst>
                            <p:childTnLst>
                              <p:par>
                                <p:cTn id="59" presetID="2" presetClass="entr" presetSubtype="1" accel="50000" decel="50000" fill="hold" grpId="0" nodeType="after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additive="base">
                                        <p:cTn id="61" dur="500" fill="hold"/>
                                        <p:tgtEl>
                                          <p:spTgt spid="71"/>
                                        </p:tgtEl>
                                        <p:attrNameLst>
                                          <p:attrName>ppt_x</p:attrName>
                                        </p:attrNameLst>
                                      </p:cBhvr>
                                      <p:tavLst>
                                        <p:tav tm="0">
                                          <p:val>
                                            <p:strVal val="#ppt_x"/>
                                          </p:val>
                                        </p:tav>
                                        <p:tav tm="100000">
                                          <p:val>
                                            <p:strVal val="#ppt_x"/>
                                          </p:val>
                                        </p:tav>
                                      </p:tavLst>
                                    </p:anim>
                                    <p:anim calcmode="lin" valueType="num">
                                      <p:cBhvr additive="base">
                                        <p:cTn id="62" dur="500" fill="hold"/>
                                        <p:tgtEl>
                                          <p:spTgt spid="71"/>
                                        </p:tgtEl>
                                        <p:attrNameLst>
                                          <p:attrName>ppt_y</p:attrName>
                                        </p:attrNameLst>
                                      </p:cBhvr>
                                      <p:tavLst>
                                        <p:tav tm="0">
                                          <p:val>
                                            <p:strVal val="0-#ppt_h/2"/>
                                          </p:val>
                                        </p:tav>
                                        <p:tav tm="100000">
                                          <p:val>
                                            <p:strVal val="#ppt_y"/>
                                          </p:val>
                                        </p:tav>
                                      </p:tavLst>
                                    </p:anim>
                                  </p:childTnLst>
                                </p:cTn>
                              </p:par>
                            </p:childTnLst>
                          </p:cTn>
                        </p:par>
                        <p:par>
                          <p:cTn id="63" fill="hold">
                            <p:stCondLst>
                              <p:cond delay="5500"/>
                            </p:stCondLst>
                            <p:childTnLst>
                              <p:par>
                                <p:cTn id="64" presetID="22" presetClass="entr" presetSubtype="4" fill="hold" grpId="0" nodeType="afterEffect" nodePh="1">
                                  <p:stCondLst>
                                    <p:cond delay="0"/>
                                  </p:stCondLst>
                                  <p:endCondLst>
                                    <p:cond evt="begin" delay="0">
                                      <p:tn val="64"/>
                                    </p:cond>
                                  </p:endCondLst>
                                  <p:childTnLst>
                                    <p:set>
                                      <p:cBhvr>
                                        <p:cTn id="65" dur="1" fill="hold">
                                          <p:stCondLst>
                                            <p:cond delay="0"/>
                                          </p:stCondLst>
                                        </p:cTn>
                                        <p:tgtEl>
                                          <p:spTgt spid="72">
                                            <p:txEl>
                                              <p:pRg st="0" end="0"/>
                                            </p:txEl>
                                          </p:spTgt>
                                        </p:tgtEl>
                                        <p:attrNameLst>
                                          <p:attrName>style.visibility</p:attrName>
                                        </p:attrNameLst>
                                      </p:cBhvr>
                                      <p:to>
                                        <p:strVal val="visible"/>
                                      </p:to>
                                    </p:set>
                                    <p:animEffect transition="in" filter="wipe(down)">
                                      <p:cBhvr>
                                        <p:cTn id="66" dur="500"/>
                                        <p:tgtEl>
                                          <p:spTgt spid="72">
                                            <p:txEl>
                                              <p:pRg st="0" end="0"/>
                                            </p:txEl>
                                          </p:spTgt>
                                        </p:tgtEl>
                                      </p:cBhvr>
                                    </p:animEffect>
                                  </p:childTnLst>
                                </p:cTn>
                              </p:par>
                              <p:par>
                                <p:cTn id="67" presetID="2" presetClass="entr" presetSubtype="4" accel="50000" decel="50000" fill="hold" grpId="0"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additive="base">
                                        <p:cTn id="69" dur="500" fill="hold"/>
                                        <p:tgtEl>
                                          <p:spTgt spid="68"/>
                                        </p:tgtEl>
                                        <p:attrNameLst>
                                          <p:attrName>ppt_x</p:attrName>
                                        </p:attrNameLst>
                                      </p:cBhvr>
                                      <p:tavLst>
                                        <p:tav tm="0">
                                          <p:val>
                                            <p:strVal val="#ppt_x"/>
                                          </p:val>
                                        </p:tav>
                                        <p:tav tm="100000">
                                          <p:val>
                                            <p:strVal val="#ppt_x"/>
                                          </p:val>
                                        </p:tav>
                                      </p:tavLst>
                                    </p:anim>
                                    <p:anim calcmode="lin" valueType="num">
                                      <p:cBhvr additive="base">
                                        <p:cTn id="70" dur="500" fill="hold"/>
                                        <p:tgtEl>
                                          <p:spTgt spid="68"/>
                                        </p:tgtEl>
                                        <p:attrNameLst>
                                          <p:attrName>ppt_y</p:attrName>
                                        </p:attrNameLst>
                                      </p:cBhvr>
                                      <p:tavLst>
                                        <p:tav tm="0">
                                          <p:val>
                                            <p:strVal val="1+#ppt_h/2"/>
                                          </p:val>
                                        </p:tav>
                                        <p:tav tm="100000">
                                          <p:val>
                                            <p:strVal val="#ppt_y"/>
                                          </p:val>
                                        </p:tav>
                                      </p:tavLst>
                                    </p:anim>
                                  </p:childTnLst>
                                </p:cTn>
                              </p:par>
                            </p:childTnLst>
                          </p:cTn>
                        </p:par>
                        <p:par>
                          <p:cTn id="71" fill="hold">
                            <p:stCondLst>
                              <p:cond delay="6000"/>
                            </p:stCondLst>
                            <p:childTnLst>
                              <p:par>
                                <p:cTn id="72" presetID="2" presetClass="entr" presetSubtype="4" accel="50000" decel="50000" fill="hold" grpId="0" nodeType="afterEffect" nodePh="1">
                                  <p:stCondLst>
                                    <p:cond delay="0"/>
                                  </p:stCondLst>
                                  <p:endCondLst>
                                    <p:cond evt="begin" delay="0">
                                      <p:tn val="72"/>
                                    </p:cond>
                                  </p:endCondLst>
                                  <p:childTnLst>
                                    <p:set>
                                      <p:cBhvr>
                                        <p:cTn id="73" dur="1" fill="hold">
                                          <p:stCondLst>
                                            <p:cond delay="0"/>
                                          </p:stCondLst>
                                        </p:cTn>
                                        <p:tgtEl>
                                          <p:spTgt spid="70">
                                            <p:txEl>
                                              <p:pRg st="0" end="0"/>
                                            </p:txEl>
                                          </p:spTgt>
                                        </p:tgtEl>
                                        <p:attrNameLst>
                                          <p:attrName>style.visibility</p:attrName>
                                        </p:attrNameLst>
                                      </p:cBhvr>
                                      <p:to>
                                        <p:strVal val="visible"/>
                                      </p:to>
                                    </p:set>
                                    <p:anim calcmode="lin" valueType="num">
                                      <p:cBhvr additive="base">
                                        <p:cTn id="74" dur="500" fill="hold"/>
                                        <p:tgtEl>
                                          <p:spTgt spid="70">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70">
                                            <p:txEl>
                                              <p:pRg st="0" end="0"/>
                                            </p:txEl>
                                          </p:spTgt>
                                        </p:tgtEl>
                                        <p:attrNameLst>
                                          <p:attrName>ppt_y</p:attrName>
                                        </p:attrNameLst>
                                      </p:cBhvr>
                                      <p:tavLst>
                                        <p:tav tm="0">
                                          <p:val>
                                            <p:strVal val="1+#ppt_h/2"/>
                                          </p:val>
                                        </p:tav>
                                        <p:tav tm="100000">
                                          <p:val>
                                            <p:strVal val="#ppt_y"/>
                                          </p:val>
                                        </p:tav>
                                      </p:tavLst>
                                    </p:anim>
                                  </p:childTnLst>
                                </p:cTn>
                              </p:par>
                            </p:childTnLst>
                          </p:cTn>
                        </p:par>
                        <p:par>
                          <p:cTn id="76" fill="hold">
                            <p:stCondLst>
                              <p:cond delay="6500"/>
                            </p:stCondLst>
                            <p:childTnLst>
                              <p:par>
                                <p:cTn id="77" presetID="2" presetClass="entr" presetSubtype="4" accel="50000" decel="50000" fill="hold" grpId="0" nodeType="afterEffect" nodePh="1">
                                  <p:stCondLst>
                                    <p:cond delay="0"/>
                                  </p:stCondLst>
                                  <p:endCondLst>
                                    <p:cond evt="begin" delay="0">
                                      <p:tn val="77"/>
                                    </p:cond>
                                  </p:endCondLst>
                                  <p:childTnLst>
                                    <p:set>
                                      <p:cBhvr>
                                        <p:cTn id="78" dur="1" fill="hold">
                                          <p:stCondLst>
                                            <p:cond delay="0"/>
                                          </p:stCondLst>
                                        </p:cTn>
                                        <p:tgtEl>
                                          <p:spTgt spid="69">
                                            <p:txEl>
                                              <p:pRg st="0" end="0"/>
                                            </p:txEl>
                                          </p:spTgt>
                                        </p:tgtEl>
                                        <p:attrNameLst>
                                          <p:attrName>style.visibility</p:attrName>
                                        </p:attrNameLst>
                                      </p:cBhvr>
                                      <p:to>
                                        <p:strVal val="visible"/>
                                      </p:to>
                                    </p:set>
                                    <p:anim calcmode="lin" valueType="num">
                                      <p:cBhvr additive="base">
                                        <p:cTn id="79"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par>
                          <p:cTn id="81" fill="hold">
                            <p:stCondLst>
                              <p:cond delay="7000"/>
                            </p:stCondLst>
                            <p:childTnLst>
                              <p:par>
                                <p:cTn id="82" presetID="2" presetClass="entr" presetSubtype="1" accel="50000" decel="50000" fill="hold" grpId="0" nodeType="afterEffect">
                                  <p:stCondLst>
                                    <p:cond delay="0"/>
                                  </p:stCondLst>
                                  <p:childTnLst>
                                    <p:set>
                                      <p:cBhvr>
                                        <p:cTn id="83" dur="1" fill="hold">
                                          <p:stCondLst>
                                            <p:cond delay="0"/>
                                          </p:stCondLst>
                                        </p:cTn>
                                        <p:tgtEl>
                                          <p:spTgt spid="81"/>
                                        </p:tgtEl>
                                        <p:attrNameLst>
                                          <p:attrName>style.visibility</p:attrName>
                                        </p:attrNameLst>
                                      </p:cBhvr>
                                      <p:to>
                                        <p:strVal val="visible"/>
                                      </p:to>
                                    </p:set>
                                    <p:anim calcmode="lin" valueType="num">
                                      <p:cBhvr additive="base">
                                        <p:cTn id="84" dur="500" fill="hold"/>
                                        <p:tgtEl>
                                          <p:spTgt spid="81"/>
                                        </p:tgtEl>
                                        <p:attrNameLst>
                                          <p:attrName>ppt_x</p:attrName>
                                        </p:attrNameLst>
                                      </p:cBhvr>
                                      <p:tavLst>
                                        <p:tav tm="0">
                                          <p:val>
                                            <p:strVal val="#ppt_x"/>
                                          </p:val>
                                        </p:tav>
                                        <p:tav tm="100000">
                                          <p:val>
                                            <p:strVal val="#ppt_x"/>
                                          </p:val>
                                        </p:tav>
                                      </p:tavLst>
                                    </p:anim>
                                    <p:anim calcmode="lin" valueType="num">
                                      <p:cBhvr additive="base">
                                        <p:cTn id="85" dur="500" fill="hold"/>
                                        <p:tgtEl>
                                          <p:spTgt spid="81"/>
                                        </p:tgtEl>
                                        <p:attrNameLst>
                                          <p:attrName>ppt_y</p:attrName>
                                        </p:attrNameLst>
                                      </p:cBhvr>
                                      <p:tavLst>
                                        <p:tav tm="0">
                                          <p:val>
                                            <p:strVal val="0-#ppt_h/2"/>
                                          </p:val>
                                        </p:tav>
                                        <p:tav tm="100000">
                                          <p:val>
                                            <p:strVal val="#ppt_y"/>
                                          </p:val>
                                        </p:tav>
                                      </p:tavLst>
                                    </p:anim>
                                  </p:childTnLst>
                                </p:cTn>
                              </p:par>
                            </p:childTnLst>
                          </p:cTn>
                        </p:par>
                        <p:par>
                          <p:cTn id="86" fill="hold">
                            <p:stCondLst>
                              <p:cond delay="7500"/>
                            </p:stCondLst>
                            <p:childTnLst>
                              <p:par>
                                <p:cTn id="87" presetID="22" presetClass="entr" presetSubtype="4" fill="hold" grpId="0" nodeType="afterEffect" nodePh="1">
                                  <p:stCondLst>
                                    <p:cond delay="0"/>
                                  </p:stCondLst>
                                  <p:endCondLst>
                                    <p:cond evt="begin" delay="0">
                                      <p:tn val="87"/>
                                    </p:cond>
                                  </p:endCondLst>
                                  <p:childTnLst>
                                    <p:set>
                                      <p:cBhvr>
                                        <p:cTn id="88" dur="1" fill="hold">
                                          <p:stCondLst>
                                            <p:cond delay="0"/>
                                          </p:stCondLst>
                                        </p:cTn>
                                        <p:tgtEl>
                                          <p:spTgt spid="82">
                                            <p:txEl>
                                              <p:pRg st="0" end="0"/>
                                            </p:txEl>
                                          </p:spTgt>
                                        </p:tgtEl>
                                        <p:attrNameLst>
                                          <p:attrName>style.visibility</p:attrName>
                                        </p:attrNameLst>
                                      </p:cBhvr>
                                      <p:to>
                                        <p:strVal val="visible"/>
                                      </p:to>
                                    </p:set>
                                    <p:animEffect transition="in" filter="wipe(down)">
                                      <p:cBhvr>
                                        <p:cTn id="89" dur="500"/>
                                        <p:tgtEl>
                                          <p:spTgt spid="82">
                                            <p:txEl>
                                              <p:pRg st="0" end="0"/>
                                            </p:txEl>
                                          </p:spTgt>
                                        </p:tgtEl>
                                      </p:cBhvr>
                                    </p:animEffect>
                                  </p:childTnLst>
                                </p:cTn>
                              </p:par>
                              <p:par>
                                <p:cTn id="90" presetID="2" presetClass="entr" presetSubtype="4" accel="50000" decel="50000" fill="hold" grpId="0" nodeType="withEffect">
                                  <p:stCondLst>
                                    <p:cond delay="0"/>
                                  </p:stCondLst>
                                  <p:childTnLst>
                                    <p:set>
                                      <p:cBhvr>
                                        <p:cTn id="91" dur="1" fill="hold">
                                          <p:stCondLst>
                                            <p:cond delay="0"/>
                                          </p:stCondLst>
                                        </p:cTn>
                                        <p:tgtEl>
                                          <p:spTgt spid="73"/>
                                        </p:tgtEl>
                                        <p:attrNameLst>
                                          <p:attrName>style.visibility</p:attrName>
                                        </p:attrNameLst>
                                      </p:cBhvr>
                                      <p:to>
                                        <p:strVal val="visible"/>
                                      </p:to>
                                    </p:set>
                                    <p:anim calcmode="lin" valueType="num">
                                      <p:cBhvr additive="base">
                                        <p:cTn id="92" dur="500" fill="hold"/>
                                        <p:tgtEl>
                                          <p:spTgt spid="73"/>
                                        </p:tgtEl>
                                        <p:attrNameLst>
                                          <p:attrName>ppt_x</p:attrName>
                                        </p:attrNameLst>
                                      </p:cBhvr>
                                      <p:tavLst>
                                        <p:tav tm="0">
                                          <p:val>
                                            <p:strVal val="#ppt_x"/>
                                          </p:val>
                                        </p:tav>
                                        <p:tav tm="100000">
                                          <p:val>
                                            <p:strVal val="#ppt_x"/>
                                          </p:val>
                                        </p:tav>
                                      </p:tavLst>
                                    </p:anim>
                                    <p:anim calcmode="lin" valueType="num">
                                      <p:cBhvr additive="base">
                                        <p:cTn id="93" dur="500" fill="hold"/>
                                        <p:tgtEl>
                                          <p:spTgt spid="73"/>
                                        </p:tgtEl>
                                        <p:attrNameLst>
                                          <p:attrName>ppt_y</p:attrName>
                                        </p:attrNameLst>
                                      </p:cBhvr>
                                      <p:tavLst>
                                        <p:tav tm="0">
                                          <p:val>
                                            <p:strVal val="1+#ppt_h/2"/>
                                          </p:val>
                                        </p:tav>
                                        <p:tav tm="100000">
                                          <p:val>
                                            <p:strVal val="#ppt_y"/>
                                          </p:val>
                                        </p:tav>
                                      </p:tavLst>
                                    </p:anim>
                                  </p:childTnLst>
                                </p:cTn>
                              </p:par>
                            </p:childTnLst>
                          </p:cTn>
                        </p:par>
                        <p:par>
                          <p:cTn id="94" fill="hold">
                            <p:stCondLst>
                              <p:cond delay="80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80">
                                            <p:txEl>
                                              <p:pRg st="0" end="0"/>
                                            </p:txEl>
                                          </p:spTgt>
                                        </p:tgtEl>
                                        <p:attrNameLst>
                                          <p:attrName>style.visibility</p:attrName>
                                        </p:attrNameLst>
                                      </p:cBhvr>
                                      <p:to>
                                        <p:strVal val="visible"/>
                                      </p:to>
                                    </p:set>
                                    <p:anim calcmode="lin" valueType="num">
                                      <p:cBhvr additive="base">
                                        <p:cTn id="97" dur="500" fill="hold"/>
                                        <p:tgtEl>
                                          <p:spTgt spid="80">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80">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8500"/>
                            </p:stCondLst>
                            <p:childTnLst>
                              <p:par>
                                <p:cTn id="100" presetID="2" presetClass="entr" presetSubtype="4" accel="50000" decel="50000" fill="hold" grpId="0" nodeType="afterEffect" nodePh="1">
                                  <p:stCondLst>
                                    <p:cond delay="0"/>
                                  </p:stCondLst>
                                  <p:endCondLst>
                                    <p:cond evt="begin" delay="0">
                                      <p:tn val="100"/>
                                    </p:cond>
                                  </p:endCondLst>
                                  <p:childTnLst>
                                    <p:set>
                                      <p:cBhvr>
                                        <p:cTn id="101" dur="1" fill="hold">
                                          <p:stCondLst>
                                            <p:cond delay="0"/>
                                          </p:stCondLst>
                                        </p:cTn>
                                        <p:tgtEl>
                                          <p:spTgt spid="74">
                                            <p:txEl>
                                              <p:pRg st="0" end="0"/>
                                            </p:txEl>
                                          </p:spTgt>
                                        </p:tgtEl>
                                        <p:attrNameLst>
                                          <p:attrName>style.visibility</p:attrName>
                                        </p:attrNameLst>
                                      </p:cBhvr>
                                      <p:to>
                                        <p:strVal val="visible"/>
                                      </p:to>
                                    </p:set>
                                    <p:anim calcmode="lin" valueType="num">
                                      <p:cBhvr additive="base">
                                        <p:cTn id="102"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103"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104" fill="hold">
                            <p:stCondLst>
                              <p:cond delay="9000"/>
                            </p:stCondLst>
                            <p:childTnLst>
                              <p:par>
                                <p:cTn id="105" presetID="2" presetClass="entr" presetSubtype="1" accel="50000" decel="50000" fill="hold" grpId="0" nodeType="afterEffect">
                                  <p:stCondLst>
                                    <p:cond delay="0"/>
                                  </p:stCondLst>
                                  <p:childTnLst>
                                    <p:set>
                                      <p:cBhvr>
                                        <p:cTn id="106" dur="1" fill="hold">
                                          <p:stCondLst>
                                            <p:cond delay="0"/>
                                          </p:stCondLst>
                                        </p:cTn>
                                        <p:tgtEl>
                                          <p:spTgt spid="86"/>
                                        </p:tgtEl>
                                        <p:attrNameLst>
                                          <p:attrName>style.visibility</p:attrName>
                                        </p:attrNameLst>
                                      </p:cBhvr>
                                      <p:to>
                                        <p:strVal val="visible"/>
                                      </p:to>
                                    </p:set>
                                    <p:anim calcmode="lin" valueType="num">
                                      <p:cBhvr additive="base">
                                        <p:cTn id="107" dur="500" fill="hold"/>
                                        <p:tgtEl>
                                          <p:spTgt spid="86"/>
                                        </p:tgtEl>
                                        <p:attrNameLst>
                                          <p:attrName>ppt_x</p:attrName>
                                        </p:attrNameLst>
                                      </p:cBhvr>
                                      <p:tavLst>
                                        <p:tav tm="0">
                                          <p:val>
                                            <p:strVal val="#ppt_x"/>
                                          </p:val>
                                        </p:tav>
                                        <p:tav tm="100000">
                                          <p:val>
                                            <p:strVal val="#ppt_x"/>
                                          </p:val>
                                        </p:tav>
                                      </p:tavLst>
                                    </p:anim>
                                    <p:anim calcmode="lin" valueType="num">
                                      <p:cBhvr additive="base">
                                        <p:cTn id="108" dur="500" fill="hold"/>
                                        <p:tgtEl>
                                          <p:spTgt spid="86"/>
                                        </p:tgtEl>
                                        <p:attrNameLst>
                                          <p:attrName>ppt_y</p:attrName>
                                        </p:attrNameLst>
                                      </p:cBhvr>
                                      <p:tavLst>
                                        <p:tav tm="0">
                                          <p:val>
                                            <p:strVal val="0-#ppt_h/2"/>
                                          </p:val>
                                        </p:tav>
                                        <p:tav tm="100000">
                                          <p:val>
                                            <p:strVal val="#ppt_y"/>
                                          </p:val>
                                        </p:tav>
                                      </p:tavLst>
                                    </p:anim>
                                  </p:childTnLst>
                                </p:cTn>
                              </p:par>
                            </p:childTnLst>
                          </p:cTn>
                        </p:par>
                        <p:par>
                          <p:cTn id="109" fill="hold">
                            <p:stCondLst>
                              <p:cond delay="9500"/>
                            </p:stCondLst>
                            <p:childTnLst>
                              <p:par>
                                <p:cTn id="110" presetID="22" presetClass="entr" presetSubtype="4" fill="hold" grpId="0" nodeType="afterEffect" nodePh="1">
                                  <p:stCondLst>
                                    <p:cond delay="0"/>
                                  </p:stCondLst>
                                  <p:endCondLst>
                                    <p:cond evt="begin" delay="0">
                                      <p:tn val="110"/>
                                    </p:cond>
                                  </p:endCondLst>
                                  <p:childTnLst>
                                    <p:set>
                                      <p:cBhvr>
                                        <p:cTn id="111" dur="1" fill="hold">
                                          <p:stCondLst>
                                            <p:cond delay="0"/>
                                          </p:stCondLst>
                                        </p:cTn>
                                        <p:tgtEl>
                                          <p:spTgt spid="87">
                                            <p:txEl>
                                              <p:pRg st="0" end="0"/>
                                            </p:txEl>
                                          </p:spTgt>
                                        </p:tgtEl>
                                        <p:attrNameLst>
                                          <p:attrName>style.visibility</p:attrName>
                                        </p:attrNameLst>
                                      </p:cBhvr>
                                      <p:to>
                                        <p:strVal val="visible"/>
                                      </p:to>
                                    </p:set>
                                    <p:animEffect transition="in" filter="wipe(down)">
                                      <p:cBhvr>
                                        <p:cTn id="112" dur="500"/>
                                        <p:tgtEl>
                                          <p:spTgt spid="87">
                                            <p:txEl>
                                              <p:pRg st="0" end="0"/>
                                            </p:txEl>
                                          </p:spTgt>
                                        </p:tgtEl>
                                      </p:cBhvr>
                                    </p:animEffect>
                                  </p:childTnLst>
                                </p:cTn>
                              </p:par>
                              <p:par>
                                <p:cTn id="113" presetID="2" presetClass="entr" presetSubtype="4" accel="50000" decel="50000" fill="hold" grpId="0" nodeType="withEffect">
                                  <p:stCondLst>
                                    <p:cond delay="0"/>
                                  </p:stCondLst>
                                  <p:childTnLst>
                                    <p:set>
                                      <p:cBhvr>
                                        <p:cTn id="114" dur="1" fill="hold">
                                          <p:stCondLst>
                                            <p:cond delay="0"/>
                                          </p:stCondLst>
                                        </p:cTn>
                                        <p:tgtEl>
                                          <p:spTgt spid="83"/>
                                        </p:tgtEl>
                                        <p:attrNameLst>
                                          <p:attrName>style.visibility</p:attrName>
                                        </p:attrNameLst>
                                      </p:cBhvr>
                                      <p:to>
                                        <p:strVal val="visible"/>
                                      </p:to>
                                    </p:set>
                                    <p:anim calcmode="lin" valueType="num">
                                      <p:cBhvr additive="base">
                                        <p:cTn id="115" dur="500" fill="hold"/>
                                        <p:tgtEl>
                                          <p:spTgt spid="83"/>
                                        </p:tgtEl>
                                        <p:attrNameLst>
                                          <p:attrName>ppt_x</p:attrName>
                                        </p:attrNameLst>
                                      </p:cBhvr>
                                      <p:tavLst>
                                        <p:tav tm="0">
                                          <p:val>
                                            <p:strVal val="#ppt_x"/>
                                          </p:val>
                                        </p:tav>
                                        <p:tav tm="100000">
                                          <p:val>
                                            <p:strVal val="#ppt_x"/>
                                          </p:val>
                                        </p:tav>
                                      </p:tavLst>
                                    </p:anim>
                                    <p:anim calcmode="lin" valueType="num">
                                      <p:cBhvr additive="base">
                                        <p:cTn id="116" dur="500" fill="hold"/>
                                        <p:tgtEl>
                                          <p:spTgt spid="83"/>
                                        </p:tgtEl>
                                        <p:attrNameLst>
                                          <p:attrName>ppt_y</p:attrName>
                                        </p:attrNameLst>
                                      </p:cBhvr>
                                      <p:tavLst>
                                        <p:tav tm="0">
                                          <p:val>
                                            <p:strVal val="1+#ppt_h/2"/>
                                          </p:val>
                                        </p:tav>
                                        <p:tav tm="100000">
                                          <p:val>
                                            <p:strVal val="#ppt_y"/>
                                          </p:val>
                                        </p:tav>
                                      </p:tavLst>
                                    </p:anim>
                                  </p:childTnLst>
                                </p:cTn>
                              </p:par>
                            </p:childTnLst>
                          </p:cTn>
                        </p:par>
                        <p:par>
                          <p:cTn id="117" fill="hold">
                            <p:stCondLst>
                              <p:cond delay="10000"/>
                            </p:stCondLst>
                            <p:childTnLst>
                              <p:par>
                                <p:cTn id="118" presetID="2" presetClass="entr" presetSubtype="4" accel="50000" decel="50000" fill="hold" grpId="0" nodeType="afterEffect" nodePh="1">
                                  <p:stCondLst>
                                    <p:cond delay="0"/>
                                  </p:stCondLst>
                                  <p:endCondLst>
                                    <p:cond evt="begin" delay="0">
                                      <p:tn val="118"/>
                                    </p:cond>
                                  </p:endCondLst>
                                  <p:childTnLst>
                                    <p:set>
                                      <p:cBhvr>
                                        <p:cTn id="119" dur="1" fill="hold">
                                          <p:stCondLst>
                                            <p:cond delay="0"/>
                                          </p:stCondLst>
                                        </p:cTn>
                                        <p:tgtEl>
                                          <p:spTgt spid="85">
                                            <p:txEl>
                                              <p:pRg st="0" end="0"/>
                                            </p:txEl>
                                          </p:spTgt>
                                        </p:tgtEl>
                                        <p:attrNameLst>
                                          <p:attrName>style.visibility</p:attrName>
                                        </p:attrNameLst>
                                      </p:cBhvr>
                                      <p:to>
                                        <p:strVal val="visible"/>
                                      </p:to>
                                    </p:set>
                                    <p:anim calcmode="lin" valueType="num">
                                      <p:cBhvr additive="base">
                                        <p:cTn id="120" dur="500" fill="hold"/>
                                        <p:tgtEl>
                                          <p:spTgt spid="85">
                                            <p:txEl>
                                              <p:pRg st="0" end="0"/>
                                            </p:txEl>
                                          </p:spTgt>
                                        </p:tgtEl>
                                        <p:attrNameLst>
                                          <p:attrName>ppt_x</p:attrName>
                                        </p:attrNameLst>
                                      </p:cBhvr>
                                      <p:tavLst>
                                        <p:tav tm="0">
                                          <p:val>
                                            <p:strVal val="#ppt_x"/>
                                          </p:val>
                                        </p:tav>
                                        <p:tav tm="100000">
                                          <p:val>
                                            <p:strVal val="#ppt_x"/>
                                          </p:val>
                                        </p:tav>
                                      </p:tavLst>
                                    </p:anim>
                                    <p:anim calcmode="lin" valueType="num">
                                      <p:cBhvr additive="base">
                                        <p:cTn id="121" dur="500" fill="hold"/>
                                        <p:tgtEl>
                                          <p:spTgt spid="85">
                                            <p:txEl>
                                              <p:pRg st="0" end="0"/>
                                            </p:txEl>
                                          </p:spTgt>
                                        </p:tgtEl>
                                        <p:attrNameLst>
                                          <p:attrName>ppt_y</p:attrName>
                                        </p:attrNameLst>
                                      </p:cBhvr>
                                      <p:tavLst>
                                        <p:tav tm="0">
                                          <p:val>
                                            <p:strVal val="1+#ppt_h/2"/>
                                          </p:val>
                                        </p:tav>
                                        <p:tav tm="100000">
                                          <p:val>
                                            <p:strVal val="#ppt_y"/>
                                          </p:val>
                                        </p:tav>
                                      </p:tavLst>
                                    </p:anim>
                                  </p:childTnLst>
                                </p:cTn>
                              </p:par>
                            </p:childTnLst>
                          </p:cTn>
                        </p:par>
                        <p:par>
                          <p:cTn id="122" fill="hold">
                            <p:stCondLst>
                              <p:cond delay="10500"/>
                            </p:stCondLst>
                            <p:childTnLst>
                              <p:par>
                                <p:cTn id="123" presetID="2" presetClass="entr" presetSubtype="4" accel="50000" decel="50000" fill="hold" grpId="0" nodeType="afterEffect" nodePh="1">
                                  <p:stCondLst>
                                    <p:cond delay="0"/>
                                  </p:stCondLst>
                                  <p:endCondLst>
                                    <p:cond evt="begin" delay="0">
                                      <p:tn val="123"/>
                                    </p:cond>
                                  </p:endCondLst>
                                  <p:childTnLst>
                                    <p:set>
                                      <p:cBhvr>
                                        <p:cTn id="124" dur="1" fill="hold">
                                          <p:stCondLst>
                                            <p:cond delay="0"/>
                                          </p:stCondLst>
                                        </p:cTn>
                                        <p:tgtEl>
                                          <p:spTgt spid="84">
                                            <p:txEl>
                                              <p:pRg st="0" end="0"/>
                                            </p:txEl>
                                          </p:spTgt>
                                        </p:tgtEl>
                                        <p:attrNameLst>
                                          <p:attrName>style.visibility</p:attrName>
                                        </p:attrNameLst>
                                      </p:cBhvr>
                                      <p:to>
                                        <p:strVal val="visible"/>
                                      </p:to>
                                    </p:set>
                                    <p:anim calcmode="lin" valueType="num">
                                      <p:cBhvr additive="base">
                                        <p:cTn id="125" dur="500" fill="hold"/>
                                        <p:tgtEl>
                                          <p:spTgt spid="84">
                                            <p:txEl>
                                              <p:pRg st="0" end="0"/>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8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63" grpId="0"/>
      <p:bldP spid="6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4"/>
                        </p:tgtEl>
                        <p:attrNameLst>
                          <p:attrName>style.visibility</p:attrName>
                        </p:attrNameLst>
                      </p:cBhvr>
                      <p:to>
                        <p:strVal val="visible"/>
                      </p:to>
                    </p:set>
                    <p:anim calcmode="lin" valueType="num">
                      <p:cBhvr additive="base">
                        <p:cTn dur="500" fill="hold"/>
                        <p:tgtEl>
                          <p:spTgt spid="64"/>
                        </p:tgtEl>
                        <p:attrNameLst>
                          <p:attrName>ppt_x</p:attrName>
                        </p:attrNameLst>
                      </p:cBhvr>
                      <p:tavLst>
                        <p:tav tm="0">
                          <p:val>
                            <p:strVal val="#ppt_x"/>
                          </p:val>
                        </p:tav>
                        <p:tav tm="100000">
                          <p:val>
                            <p:strVal val="#ppt_x"/>
                          </p:val>
                        </p:tav>
                      </p:tavLst>
                    </p:anim>
                    <p:anim calcmode="lin" valueType="num">
                      <p:cBhvr additive="base">
                        <p:cTn dur="500" fill="hold"/>
                        <p:tgtEl>
                          <p:spTgt spid="64"/>
                        </p:tgtEl>
                        <p:attrNameLst>
                          <p:attrName>ppt_y</p:attrName>
                        </p:attrNameLst>
                      </p:cBhvr>
                      <p:tavLst>
                        <p:tav tm="0">
                          <p:val>
                            <p:strVal val="1+#ppt_h/2"/>
                          </p:val>
                        </p:tav>
                        <p:tav tm="100000">
                          <p:val>
                            <p:strVal val="#ppt_y"/>
                          </p:val>
                        </p:tav>
                      </p:tavLst>
                    </p:anim>
                  </p:childTnLst>
                </p:cTn>
              </p:par>
            </p:tnLst>
          </p:tmpl>
        </p:tmplLst>
      </p:bldP>
      <p:bldP spid="65"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5"/>
                        </p:tgtEl>
                        <p:attrNameLst>
                          <p:attrName>style.visibility</p:attrName>
                        </p:attrNameLst>
                      </p:cBhvr>
                      <p:to>
                        <p:strVal val="visible"/>
                      </p:to>
                    </p:set>
                    <p:anim calcmode="lin" valueType="num">
                      <p:cBhvr additive="base">
                        <p:cTn dur="500" fill="hold"/>
                        <p:tgtEl>
                          <p:spTgt spid="65"/>
                        </p:tgtEl>
                        <p:attrNameLst>
                          <p:attrName>ppt_x</p:attrName>
                        </p:attrNameLst>
                      </p:cBhvr>
                      <p:tavLst>
                        <p:tav tm="0">
                          <p:val>
                            <p:strVal val="#ppt_x"/>
                          </p:val>
                        </p:tav>
                        <p:tav tm="100000">
                          <p:val>
                            <p:strVal val="#ppt_x"/>
                          </p:val>
                        </p:tav>
                      </p:tavLst>
                    </p:anim>
                    <p:anim calcmode="lin" valueType="num">
                      <p:cBhvr additive="base">
                        <p:cTn dur="500" fill="hold"/>
                        <p:tgtEl>
                          <p:spTgt spid="65"/>
                        </p:tgtEl>
                        <p:attrNameLst>
                          <p:attrName>ppt_y</p:attrName>
                        </p:attrNameLst>
                      </p:cBhvr>
                      <p:tavLst>
                        <p:tav tm="0">
                          <p:val>
                            <p:strVal val="1+#ppt_h/2"/>
                          </p:val>
                        </p:tav>
                        <p:tav tm="100000">
                          <p:val>
                            <p:strVal val="#ppt_y"/>
                          </p:val>
                        </p:tav>
                      </p:tavLst>
                    </p:anim>
                  </p:childTnLst>
                </p:cTn>
              </p:par>
            </p:tnLst>
          </p:tmpl>
        </p:tmplLst>
      </p:bldP>
      <p:bldP spid="66" grpId="0" animBg="1"/>
      <p:bldP spid="6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7"/>
                        </p:tgtEl>
                        <p:attrNameLst>
                          <p:attrName>style.visibility</p:attrName>
                        </p:attrNameLst>
                      </p:cBhvr>
                      <p:to>
                        <p:strVal val="visible"/>
                      </p:to>
                    </p:set>
                    <p:animEffect transition="in" filter="wipe(down)">
                      <p:cBhvr>
                        <p:cTn dur="500"/>
                        <p:tgtEl>
                          <p:spTgt spid="67"/>
                        </p:tgtEl>
                      </p:cBhvr>
                    </p:animEffect>
                  </p:childTnLst>
                </p:cTn>
              </p:par>
            </p:tnLst>
          </p:tmpl>
        </p:tmplLst>
      </p:bldP>
      <p:bldP spid="68" grpId="0"/>
      <p:bldP spid="6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 calcmode="lin" valueType="num">
                      <p:cBhvr additive="base">
                        <p:cTn dur="500" fill="hold"/>
                        <p:tgtEl>
                          <p:spTgt spid="69"/>
                        </p:tgtEl>
                        <p:attrNameLst>
                          <p:attrName>ppt_x</p:attrName>
                        </p:attrNameLst>
                      </p:cBhvr>
                      <p:tavLst>
                        <p:tav tm="0">
                          <p:val>
                            <p:strVal val="#ppt_x"/>
                          </p:val>
                        </p:tav>
                        <p:tav tm="100000">
                          <p:val>
                            <p:strVal val="#ppt_x"/>
                          </p:val>
                        </p:tav>
                      </p:tavLst>
                    </p:anim>
                    <p:anim calcmode="lin" valueType="num">
                      <p:cBhvr additive="base">
                        <p:cTn dur="500" fill="hold"/>
                        <p:tgtEl>
                          <p:spTgt spid="69"/>
                        </p:tgtEl>
                        <p:attrNameLst>
                          <p:attrName>ppt_y</p:attrName>
                        </p:attrNameLst>
                      </p:cBhvr>
                      <p:tavLst>
                        <p:tav tm="0">
                          <p:val>
                            <p:strVal val="1+#ppt_h/2"/>
                          </p:val>
                        </p:tav>
                        <p:tav tm="100000">
                          <p:val>
                            <p:strVal val="#ppt_y"/>
                          </p:val>
                        </p:tav>
                      </p:tavLst>
                    </p:anim>
                  </p:childTnLst>
                </p:cTn>
              </p:par>
            </p:tnLst>
          </p:tmpl>
        </p:tmplLst>
      </p:bldP>
      <p:bldP spid="7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0"/>
                        </p:tgtEl>
                        <p:attrNameLst>
                          <p:attrName>style.visibility</p:attrName>
                        </p:attrNameLst>
                      </p:cBhvr>
                      <p:to>
                        <p:strVal val="visible"/>
                      </p:to>
                    </p:set>
                    <p:anim calcmode="lin" valueType="num">
                      <p:cBhvr additive="base">
                        <p:cTn dur="500" fill="hold"/>
                        <p:tgtEl>
                          <p:spTgt spid="70"/>
                        </p:tgtEl>
                        <p:attrNameLst>
                          <p:attrName>ppt_x</p:attrName>
                        </p:attrNameLst>
                      </p:cBhvr>
                      <p:tavLst>
                        <p:tav tm="0">
                          <p:val>
                            <p:strVal val="#ppt_x"/>
                          </p:val>
                        </p:tav>
                        <p:tav tm="100000">
                          <p:val>
                            <p:strVal val="#ppt_x"/>
                          </p:val>
                        </p:tav>
                      </p:tavLst>
                    </p:anim>
                    <p:anim calcmode="lin" valueType="num">
                      <p:cBhvr additive="base">
                        <p:cTn dur="500" fill="hold"/>
                        <p:tgtEl>
                          <p:spTgt spid="70"/>
                        </p:tgtEl>
                        <p:attrNameLst>
                          <p:attrName>ppt_y</p:attrName>
                        </p:attrNameLst>
                      </p:cBhvr>
                      <p:tavLst>
                        <p:tav tm="0">
                          <p:val>
                            <p:strVal val="1+#ppt_h/2"/>
                          </p:val>
                        </p:tav>
                        <p:tav tm="100000">
                          <p:val>
                            <p:strVal val="#ppt_y"/>
                          </p:val>
                        </p:tav>
                      </p:tavLst>
                    </p:anim>
                  </p:childTnLst>
                </p:cTn>
              </p:par>
            </p:tnLst>
          </p:tmpl>
        </p:tmplLst>
      </p:bldP>
      <p:bldP spid="71" grpId="0" animBg="1"/>
      <p:bldP spid="7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2"/>
                        </p:tgtEl>
                        <p:attrNameLst>
                          <p:attrName>style.visibility</p:attrName>
                        </p:attrNameLst>
                      </p:cBhvr>
                      <p:to>
                        <p:strVal val="visible"/>
                      </p:to>
                    </p:set>
                    <p:animEffect transition="in" filter="wipe(down)">
                      <p:cBhvr>
                        <p:cTn dur="500"/>
                        <p:tgtEl>
                          <p:spTgt spid="72"/>
                        </p:tgtEl>
                      </p:cBhvr>
                    </p:animEffect>
                  </p:childTnLst>
                </p:cTn>
              </p:par>
            </p:tnLst>
          </p:tmpl>
        </p:tmplLst>
      </p:bldP>
      <p:bldP spid="73" grpId="0"/>
      <p:bldP spid="7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8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0"/>
                        </p:tgtEl>
                        <p:attrNameLst>
                          <p:attrName>style.visibility</p:attrName>
                        </p:attrNameLst>
                      </p:cBhvr>
                      <p:to>
                        <p:strVal val="visible"/>
                      </p:to>
                    </p:set>
                    <p:anim calcmode="lin" valueType="num">
                      <p:cBhvr additive="base">
                        <p:cTn dur="500" fill="hold"/>
                        <p:tgtEl>
                          <p:spTgt spid="80"/>
                        </p:tgtEl>
                        <p:attrNameLst>
                          <p:attrName>ppt_x</p:attrName>
                        </p:attrNameLst>
                      </p:cBhvr>
                      <p:tavLst>
                        <p:tav tm="0">
                          <p:val>
                            <p:strVal val="#ppt_x"/>
                          </p:val>
                        </p:tav>
                        <p:tav tm="100000">
                          <p:val>
                            <p:strVal val="#ppt_x"/>
                          </p:val>
                        </p:tav>
                      </p:tavLst>
                    </p:anim>
                    <p:anim calcmode="lin" valueType="num">
                      <p:cBhvr additive="base">
                        <p:cTn dur="500" fill="hold"/>
                        <p:tgtEl>
                          <p:spTgt spid="80"/>
                        </p:tgtEl>
                        <p:attrNameLst>
                          <p:attrName>ppt_y</p:attrName>
                        </p:attrNameLst>
                      </p:cBhvr>
                      <p:tavLst>
                        <p:tav tm="0">
                          <p:val>
                            <p:strVal val="1+#ppt_h/2"/>
                          </p:val>
                        </p:tav>
                        <p:tav tm="100000">
                          <p:val>
                            <p:strVal val="#ppt_y"/>
                          </p:val>
                        </p:tav>
                      </p:tavLst>
                    </p:anim>
                  </p:childTnLst>
                </p:cTn>
              </p:par>
            </p:tnLst>
          </p:tmpl>
        </p:tmplLst>
      </p:bldP>
      <p:bldP spid="81" grpId="0" animBg="1"/>
      <p:bldP spid="8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Effect transition="in" filter="wipe(down)">
                      <p:cBhvr>
                        <p:cTn dur="500"/>
                        <p:tgtEl>
                          <p:spTgt spid="82"/>
                        </p:tgtEl>
                      </p:cBhvr>
                    </p:animEffect>
                  </p:childTnLst>
                </p:cTn>
              </p:par>
            </p:tnLst>
          </p:tmpl>
        </p:tmplLst>
      </p:bldP>
      <p:bldP spid="83" grpId="0"/>
      <p:bldP spid="8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 calcmode="lin" valueType="num">
                      <p:cBhvr additive="base">
                        <p:cTn dur="500" fill="hold"/>
                        <p:tgtEl>
                          <p:spTgt spid="84"/>
                        </p:tgtEl>
                        <p:attrNameLst>
                          <p:attrName>ppt_x</p:attrName>
                        </p:attrNameLst>
                      </p:cBhvr>
                      <p:tavLst>
                        <p:tav tm="0">
                          <p:val>
                            <p:strVal val="#ppt_x"/>
                          </p:val>
                        </p:tav>
                        <p:tav tm="100000">
                          <p:val>
                            <p:strVal val="#ppt_x"/>
                          </p:val>
                        </p:tav>
                      </p:tavLst>
                    </p:anim>
                    <p:anim calcmode="lin" valueType="num">
                      <p:cBhvr additive="base">
                        <p:cTn dur="500" fill="hold"/>
                        <p:tgtEl>
                          <p:spTgt spid="84"/>
                        </p:tgtEl>
                        <p:attrNameLst>
                          <p:attrName>ppt_y</p:attrName>
                        </p:attrNameLst>
                      </p:cBhvr>
                      <p:tavLst>
                        <p:tav tm="0">
                          <p:val>
                            <p:strVal val="1+#ppt_h/2"/>
                          </p:val>
                        </p:tav>
                        <p:tav tm="100000">
                          <p:val>
                            <p:strVal val="#ppt_y"/>
                          </p:val>
                        </p:tav>
                      </p:tavLst>
                    </p:anim>
                  </p:childTnLst>
                </p:cTn>
              </p:par>
            </p:tnLst>
          </p:tmpl>
        </p:tmplLst>
      </p:bldP>
      <p:bldP spid="85"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ppt_x"/>
                          </p:val>
                        </p:tav>
                        <p:tav tm="100000">
                          <p:val>
                            <p:strVal val="#ppt_x"/>
                          </p:val>
                        </p:tav>
                      </p:tavLst>
                    </p:anim>
                    <p:anim calcmode="lin" valueType="num">
                      <p:cBhvr additive="base">
                        <p:cTn dur="500" fill="hold"/>
                        <p:tgtEl>
                          <p:spTgt spid="85"/>
                        </p:tgtEl>
                        <p:attrNameLst>
                          <p:attrName>ppt_y</p:attrName>
                        </p:attrNameLst>
                      </p:cBhvr>
                      <p:tavLst>
                        <p:tav tm="0">
                          <p:val>
                            <p:strVal val="1+#ppt_h/2"/>
                          </p:val>
                        </p:tav>
                        <p:tav tm="100000">
                          <p:val>
                            <p:strVal val="#ppt_y"/>
                          </p:val>
                        </p:tav>
                      </p:tavLst>
                    </p:anim>
                  </p:childTnLst>
                </p:cTn>
              </p:par>
            </p:tnLst>
          </p:tmpl>
        </p:tmplLst>
      </p:bldP>
      <p:bldP spid="86" grpId="0" animBg="1"/>
      <p:bldP spid="8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Effect transition="in" filter="wipe(down)">
                      <p:cBhvr>
                        <p:cTn dur="500"/>
                        <p:tgtEl>
                          <p:spTgt spid="87"/>
                        </p:tgtEl>
                      </p:cBhvr>
                    </p:animEffect>
                  </p:childTnLst>
                </p:cTn>
              </p:par>
            </p:tnLst>
          </p:tmpl>
        </p:tmplLst>
      </p:bldP>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MockUp01">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31" name="Group 300"/>
          <p:cNvGrpSpPr/>
          <p:nvPr userDrawn="1"/>
        </p:nvGrpSpPr>
        <p:grpSpPr>
          <a:xfrm>
            <a:off x="459050" y="1404662"/>
            <a:ext cx="3882522" cy="2030568"/>
            <a:chOff x="2844800" y="1304396"/>
            <a:chExt cx="2803525" cy="1466250"/>
          </a:xfrm>
        </p:grpSpPr>
        <p:grpSp>
          <p:nvGrpSpPr>
            <p:cNvPr id="32" name="Group 44"/>
            <p:cNvGrpSpPr/>
            <p:nvPr/>
          </p:nvGrpSpPr>
          <p:grpSpPr>
            <a:xfrm>
              <a:off x="3209925" y="1304396"/>
              <a:ext cx="2073275" cy="1397000"/>
              <a:chOff x="4843457" y="992546"/>
              <a:chExt cx="2073275" cy="1397000"/>
            </a:xfrm>
          </p:grpSpPr>
          <p:sp>
            <p:nvSpPr>
              <p:cNvPr id="37" name="Freeform 12"/>
              <p:cNvSpPr>
                <a:spLocks/>
              </p:cNvSpPr>
              <p:nvPr/>
            </p:nvSpPr>
            <p:spPr bwMode="auto">
              <a:xfrm>
                <a:off x="4843457" y="992546"/>
                <a:ext cx="2073275" cy="1397000"/>
              </a:xfrm>
              <a:custGeom>
                <a:avLst/>
                <a:gdLst/>
                <a:ahLst/>
                <a:cxnLst>
                  <a:cxn ang="0">
                    <a:pos x="1146" y="737"/>
                  </a:cxn>
                  <a:cxn ang="0">
                    <a:pos x="1120" y="772"/>
                  </a:cxn>
                  <a:cxn ang="0">
                    <a:pos x="26" y="772"/>
                  </a:cxn>
                  <a:cxn ang="0">
                    <a:pos x="0" y="737"/>
                  </a:cxn>
                  <a:cxn ang="0">
                    <a:pos x="0" y="35"/>
                  </a:cxn>
                  <a:cxn ang="0">
                    <a:pos x="26" y="0"/>
                  </a:cxn>
                  <a:cxn ang="0">
                    <a:pos x="1120" y="0"/>
                  </a:cxn>
                  <a:cxn ang="0">
                    <a:pos x="1146" y="35"/>
                  </a:cxn>
                  <a:cxn ang="0">
                    <a:pos x="1146" y="737"/>
                  </a:cxn>
                </a:cxnLst>
                <a:rect l="0" t="0" r="r" b="b"/>
                <a:pathLst>
                  <a:path w="1146" h="772">
                    <a:moveTo>
                      <a:pt x="1146" y="737"/>
                    </a:moveTo>
                    <a:cubicBezTo>
                      <a:pt x="1146" y="756"/>
                      <a:pt x="1134" y="772"/>
                      <a:pt x="1120" y="772"/>
                    </a:cubicBezTo>
                    <a:cubicBezTo>
                      <a:pt x="26" y="772"/>
                      <a:pt x="26" y="772"/>
                      <a:pt x="26" y="772"/>
                    </a:cubicBezTo>
                    <a:cubicBezTo>
                      <a:pt x="12" y="772"/>
                      <a:pt x="0" y="756"/>
                      <a:pt x="0" y="737"/>
                    </a:cubicBezTo>
                    <a:cubicBezTo>
                      <a:pt x="0" y="35"/>
                      <a:pt x="0" y="35"/>
                      <a:pt x="0" y="35"/>
                    </a:cubicBezTo>
                    <a:cubicBezTo>
                      <a:pt x="0" y="16"/>
                      <a:pt x="12" y="0"/>
                      <a:pt x="26" y="0"/>
                    </a:cubicBezTo>
                    <a:cubicBezTo>
                      <a:pt x="1120" y="0"/>
                      <a:pt x="1120" y="0"/>
                      <a:pt x="1120" y="0"/>
                    </a:cubicBezTo>
                    <a:cubicBezTo>
                      <a:pt x="1134" y="0"/>
                      <a:pt x="1146" y="16"/>
                      <a:pt x="1146" y="35"/>
                    </a:cubicBezTo>
                    <a:cubicBezTo>
                      <a:pt x="1146" y="737"/>
                      <a:pt x="1146" y="737"/>
                      <a:pt x="1146" y="737"/>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Rectangle 13"/>
              <p:cNvSpPr>
                <a:spLocks noChangeArrowheads="1"/>
              </p:cNvSpPr>
              <p:nvPr/>
            </p:nvSpPr>
            <p:spPr bwMode="auto">
              <a:xfrm>
                <a:off x="4926007" y="1068746"/>
                <a:ext cx="1914525" cy="1181100"/>
              </a:xfrm>
              <a:prstGeom prst="rect">
                <a:avLst/>
              </a:prstGeom>
              <a:solidFill>
                <a:schemeClr val="bg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21"/>
              <p:cNvSpPr>
                <a:spLocks/>
              </p:cNvSpPr>
              <p:nvPr/>
            </p:nvSpPr>
            <p:spPr bwMode="auto">
              <a:xfrm>
                <a:off x="4936351" y="1068746"/>
                <a:ext cx="1901825" cy="1089025"/>
              </a:xfrm>
              <a:custGeom>
                <a:avLst/>
                <a:gdLst/>
                <a:ahLst/>
                <a:cxnLst>
                  <a:cxn ang="0">
                    <a:pos x="1198" y="0"/>
                  </a:cxn>
                  <a:cxn ang="0">
                    <a:pos x="0" y="0"/>
                  </a:cxn>
                  <a:cxn ang="0">
                    <a:pos x="1198" y="686"/>
                  </a:cxn>
                  <a:cxn ang="0">
                    <a:pos x="1198" y="0"/>
                  </a:cxn>
                </a:cxnLst>
                <a:rect l="0" t="0" r="r" b="b"/>
                <a:pathLst>
                  <a:path w="1198" h="686">
                    <a:moveTo>
                      <a:pt x="1198" y="0"/>
                    </a:moveTo>
                    <a:lnTo>
                      <a:pt x="0" y="0"/>
                    </a:lnTo>
                    <a:lnTo>
                      <a:pt x="1198" y="686"/>
                    </a:lnTo>
                    <a:lnTo>
                      <a:pt x="1198" y="0"/>
                    </a:lnTo>
                    <a:close/>
                  </a:path>
                </a:pathLst>
              </a:custGeom>
              <a:solidFill>
                <a:schemeClr val="bg1">
                  <a:alpha val="23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 name="Group 43"/>
            <p:cNvGrpSpPr/>
            <p:nvPr/>
          </p:nvGrpSpPr>
          <p:grpSpPr>
            <a:xfrm>
              <a:off x="2844800" y="2648409"/>
              <a:ext cx="2803525" cy="122237"/>
              <a:chOff x="4462463" y="2425701"/>
              <a:chExt cx="2803525" cy="122237"/>
            </a:xfrm>
          </p:grpSpPr>
          <p:sp>
            <p:nvSpPr>
              <p:cNvPr id="34" name="Freeform 15"/>
              <p:cNvSpPr>
                <a:spLocks/>
              </p:cNvSpPr>
              <p:nvPr/>
            </p:nvSpPr>
            <p:spPr bwMode="auto">
              <a:xfrm>
                <a:off x="4462463" y="2481263"/>
                <a:ext cx="2800350" cy="66675"/>
              </a:xfrm>
              <a:custGeom>
                <a:avLst/>
                <a:gdLst/>
                <a:ahLst/>
                <a:cxnLst>
                  <a:cxn ang="0">
                    <a:pos x="10" y="5"/>
                  </a:cxn>
                  <a:cxn ang="0">
                    <a:pos x="68" y="37"/>
                  </a:cxn>
                  <a:cxn ang="0">
                    <a:pos x="1487" y="37"/>
                  </a:cxn>
                  <a:cxn ang="0">
                    <a:pos x="1546" y="12"/>
                  </a:cxn>
                  <a:cxn ang="0">
                    <a:pos x="1547" y="0"/>
                  </a:cxn>
                  <a:cxn ang="0">
                    <a:pos x="10" y="5"/>
                  </a:cxn>
                </a:cxnLst>
                <a:rect l="0" t="0" r="r" b="b"/>
                <a:pathLst>
                  <a:path w="1547" h="37">
                    <a:moveTo>
                      <a:pt x="10" y="5"/>
                    </a:moveTo>
                    <a:cubicBezTo>
                      <a:pt x="10" y="5"/>
                      <a:pt x="0" y="23"/>
                      <a:pt x="68" y="37"/>
                    </a:cubicBezTo>
                    <a:cubicBezTo>
                      <a:pt x="1487" y="37"/>
                      <a:pt x="1487" y="37"/>
                      <a:pt x="1487" y="37"/>
                    </a:cubicBezTo>
                    <a:cubicBezTo>
                      <a:pt x="1487" y="37"/>
                      <a:pt x="1534" y="34"/>
                      <a:pt x="1546" y="12"/>
                    </a:cubicBezTo>
                    <a:cubicBezTo>
                      <a:pt x="1547" y="0"/>
                      <a:pt x="1547" y="0"/>
                      <a:pt x="1547" y="0"/>
                    </a:cubicBezTo>
                    <a:lnTo>
                      <a:pt x="10" y="5"/>
                    </a:lnTo>
                    <a:close/>
                  </a:path>
                </a:pathLst>
              </a:custGeom>
              <a:solidFill>
                <a:schemeClr val="bg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16"/>
              <p:cNvSpPr>
                <a:spLocks/>
              </p:cNvSpPr>
              <p:nvPr/>
            </p:nvSpPr>
            <p:spPr bwMode="auto">
              <a:xfrm>
                <a:off x="4478338" y="2425701"/>
                <a:ext cx="2787650" cy="84138"/>
              </a:xfrm>
              <a:custGeom>
                <a:avLst/>
                <a:gdLst/>
                <a:ahLst/>
                <a:cxnLst>
                  <a:cxn ang="0">
                    <a:pos x="1" y="0"/>
                  </a:cxn>
                  <a:cxn ang="0">
                    <a:pos x="0" y="38"/>
                  </a:cxn>
                  <a:cxn ang="0">
                    <a:pos x="16" y="43"/>
                  </a:cxn>
                  <a:cxn ang="0">
                    <a:pos x="1522" y="43"/>
                  </a:cxn>
                  <a:cxn ang="0">
                    <a:pos x="1538" y="40"/>
                  </a:cxn>
                  <a:cxn ang="0">
                    <a:pos x="1538" y="0"/>
                  </a:cxn>
                  <a:cxn ang="0">
                    <a:pos x="1" y="0"/>
                  </a:cxn>
                </a:cxnLst>
                <a:rect l="0" t="0" r="r" b="b"/>
                <a:pathLst>
                  <a:path w="1540" h="47">
                    <a:moveTo>
                      <a:pt x="1" y="0"/>
                    </a:moveTo>
                    <a:cubicBezTo>
                      <a:pt x="0" y="38"/>
                      <a:pt x="0" y="38"/>
                      <a:pt x="0" y="38"/>
                    </a:cubicBezTo>
                    <a:cubicBezTo>
                      <a:pt x="1" y="47"/>
                      <a:pt x="16" y="43"/>
                      <a:pt x="16" y="43"/>
                    </a:cubicBezTo>
                    <a:cubicBezTo>
                      <a:pt x="1522" y="43"/>
                      <a:pt x="1522" y="43"/>
                      <a:pt x="1522" y="43"/>
                    </a:cubicBezTo>
                    <a:cubicBezTo>
                      <a:pt x="1540" y="45"/>
                      <a:pt x="1538" y="40"/>
                      <a:pt x="1538" y="40"/>
                    </a:cubicBezTo>
                    <a:cubicBezTo>
                      <a:pt x="1538" y="0"/>
                      <a:pt x="1538" y="0"/>
                      <a:pt x="1538" y="0"/>
                    </a:cubicBezTo>
                    <a:lnTo>
                      <a:pt x="1"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
              <p:cNvSpPr>
                <a:spLocks/>
              </p:cNvSpPr>
              <p:nvPr/>
            </p:nvSpPr>
            <p:spPr bwMode="auto">
              <a:xfrm>
                <a:off x="5672138" y="2425701"/>
                <a:ext cx="392113" cy="44450"/>
              </a:xfrm>
              <a:custGeom>
                <a:avLst/>
                <a:gdLst/>
                <a:ahLst/>
                <a:cxnLst>
                  <a:cxn ang="0">
                    <a:pos x="20" y="22"/>
                  </a:cxn>
                  <a:cxn ang="0">
                    <a:pos x="198" y="22"/>
                  </a:cxn>
                  <a:cxn ang="0">
                    <a:pos x="215" y="1"/>
                  </a:cxn>
                  <a:cxn ang="0">
                    <a:pos x="6" y="0"/>
                  </a:cxn>
                  <a:cxn ang="0">
                    <a:pos x="20" y="22"/>
                  </a:cxn>
                </a:cxnLst>
                <a:rect l="0" t="0" r="r" b="b"/>
                <a:pathLst>
                  <a:path w="217" h="25">
                    <a:moveTo>
                      <a:pt x="20" y="22"/>
                    </a:moveTo>
                    <a:cubicBezTo>
                      <a:pt x="198" y="22"/>
                      <a:pt x="198" y="22"/>
                      <a:pt x="198" y="22"/>
                    </a:cubicBezTo>
                    <a:cubicBezTo>
                      <a:pt x="198" y="22"/>
                      <a:pt x="217" y="25"/>
                      <a:pt x="215" y="1"/>
                    </a:cubicBezTo>
                    <a:cubicBezTo>
                      <a:pt x="6" y="0"/>
                      <a:pt x="6" y="0"/>
                      <a:pt x="6" y="0"/>
                    </a:cubicBezTo>
                    <a:cubicBezTo>
                      <a:pt x="6" y="0"/>
                      <a:pt x="0" y="20"/>
                      <a:pt x="20" y="22"/>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41" name="Picture Placeholder 7"/>
          <p:cNvSpPr>
            <a:spLocks noGrp="1"/>
          </p:cNvSpPr>
          <p:nvPr>
            <p:ph type="pic" sz="quarter" idx="10" hasCustomPrompt="1"/>
          </p:nvPr>
        </p:nvSpPr>
        <p:spPr>
          <a:xfrm>
            <a:off x="1079022" y="1510190"/>
            <a:ext cx="2651372" cy="1635672"/>
          </a:xfrm>
          <a:prstGeom prst="rect">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wipe(down)">
                                      <p:cBhvr>
                                        <p:cTn id="2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41" grpId="0"/>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MockUp02">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18" name="Group 29"/>
          <p:cNvGrpSpPr/>
          <p:nvPr userDrawn="1"/>
        </p:nvGrpSpPr>
        <p:grpSpPr>
          <a:xfrm>
            <a:off x="3850314" y="1298511"/>
            <a:ext cx="1459144" cy="3116663"/>
            <a:chOff x="3205386" y="1562392"/>
            <a:chExt cx="1459144" cy="3116662"/>
          </a:xfrm>
          <a:effectLst/>
        </p:grpSpPr>
        <p:sp>
          <p:nvSpPr>
            <p:cNvPr id="19" name="Freeform 18"/>
            <p:cNvSpPr/>
            <p:nvPr/>
          </p:nvSpPr>
          <p:spPr>
            <a:xfrm>
              <a:off x="3205386" y="1579715"/>
              <a:ext cx="1459144" cy="3099339"/>
            </a:xfrm>
            <a:custGeom>
              <a:avLst/>
              <a:gdLst>
                <a:gd name="connsiteX0" fmla="*/ 0 w 1459144"/>
                <a:gd name="connsiteY0" fmla="*/ 176060 h 3099339"/>
                <a:gd name="connsiteX1" fmla="*/ 51567 w 1459144"/>
                <a:gd name="connsiteY1" fmla="*/ 51567 h 3099339"/>
                <a:gd name="connsiteX2" fmla="*/ 176060 w 1459144"/>
                <a:gd name="connsiteY2" fmla="*/ 0 h 3099339"/>
                <a:gd name="connsiteX3" fmla="*/ 1283084 w 1459144"/>
                <a:gd name="connsiteY3" fmla="*/ 0 h 3099339"/>
                <a:gd name="connsiteX4" fmla="*/ 1407577 w 1459144"/>
                <a:gd name="connsiteY4" fmla="*/ 51567 h 3099339"/>
                <a:gd name="connsiteX5" fmla="*/ 1459144 w 1459144"/>
                <a:gd name="connsiteY5" fmla="*/ 176060 h 3099339"/>
                <a:gd name="connsiteX6" fmla="*/ 1459144 w 1459144"/>
                <a:gd name="connsiteY6" fmla="*/ 2923279 h 3099339"/>
                <a:gd name="connsiteX7" fmla="*/ 1407577 w 1459144"/>
                <a:gd name="connsiteY7" fmla="*/ 3047772 h 3099339"/>
                <a:gd name="connsiteX8" fmla="*/ 1283084 w 1459144"/>
                <a:gd name="connsiteY8" fmla="*/ 3099339 h 3099339"/>
                <a:gd name="connsiteX9" fmla="*/ 176060 w 1459144"/>
                <a:gd name="connsiteY9" fmla="*/ 3099339 h 3099339"/>
                <a:gd name="connsiteX10" fmla="*/ 51567 w 1459144"/>
                <a:gd name="connsiteY10" fmla="*/ 3047772 h 3099339"/>
                <a:gd name="connsiteX11" fmla="*/ 0 w 1459144"/>
                <a:gd name="connsiteY11" fmla="*/ 2923279 h 3099339"/>
                <a:gd name="connsiteX12" fmla="*/ 0 w 1459144"/>
                <a:gd name="connsiteY12" fmla="*/ 176060 h 309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9144" h="3099339">
                  <a:moveTo>
                    <a:pt x="0" y="176060"/>
                  </a:moveTo>
                  <a:cubicBezTo>
                    <a:pt x="0" y="129366"/>
                    <a:pt x="18549" y="84584"/>
                    <a:pt x="51567" y="51567"/>
                  </a:cubicBezTo>
                  <a:cubicBezTo>
                    <a:pt x="84585" y="18549"/>
                    <a:pt x="129366" y="0"/>
                    <a:pt x="176060" y="0"/>
                  </a:cubicBezTo>
                  <a:lnTo>
                    <a:pt x="1283084" y="0"/>
                  </a:lnTo>
                  <a:cubicBezTo>
                    <a:pt x="1329778" y="0"/>
                    <a:pt x="1374560" y="18549"/>
                    <a:pt x="1407577" y="51567"/>
                  </a:cubicBezTo>
                  <a:cubicBezTo>
                    <a:pt x="1440595" y="84585"/>
                    <a:pt x="1459144" y="129366"/>
                    <a:pt x="1459144" y="176060"/>
                  </a:cubicBezTo>
                  <a:lnTo>
                    <a:pt x="1459144" y="2923279"/>
                  </a:lnTo>
                  <a:cubicBezTo>
                    <a:pt x="1459144" y="2969973"/>
                    <a:pt x="1440595" y="3014755"/>
                    <a:pt x="1407577" y="3047772"/>
                  </a:cubicBezTo>
                  <a:cubicBezTo>
                    <a:pt x="1374559" y="3080790"/>
                    <a:pt x="1329778" y="3099339"/>
                    <a:pt x="1283084" y="3099339"/>
                  </a:cubicBezTo>
                  <a:lnTo>
                    <a:pt x="176060" y="3099339"/>
                  </a:lnTo>
                  <a:cubicBezTo>
                    <a:pt x="129366" y="3099339"/>
                    <a:pt x="84584" y="3080790"/>
                    <a:pt x="51567" y="3047772"/>
                  </a:cubicBezTo>
                  <a:cubicBezTo>
                    <a:pt x="18549" y="3014754"/>
                    <a:pt x="0" y="2969973"/>
                    <a:pt x="0" y="2923279"/>
                  </a:cubicBezTo>
                  <a:lnTo>
                    <a:pt x="0" y="176060"/>
                  </a:lnTo>
                  <a:close/>
                </a:path>
              </a:pathLst>
            </a:custGeom>
            <a:solidFill>
              <a:schemeClr val="tx1">
                <a:lumMod val="50000"/>
                <a:lumOff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20"/>
            <p:cNvSpPr/>
            <p:nvPr/>
          </p:nvSpPr>
          <p:spPr>
            <a:xfrm>
              <a:off x="3806686" y="4332856"/>
              <a:ext cx="256543" cy="261216"/>
            </a:xfrm>
            <a:custGeom>
              <a:avLst/>
              <a:gdLst>
                <a:gd name="connsiteX0" fmla="*/ 0 w 256543"/>
                <a:gd name="connsiteY0" fmla="*/ 130608 h 261216"/>
                <a:gd name="connsiteX1" fmla="*/ 36755 w 256543"/>
                <a:gd name="connsiteY1" fmla="*/ 39091 h 261216"/>
                <a:gd name="connsiteX2" fmla="*/ 128272 w 256543"/>
                <a:gd name="connsiteY2" fmla="*/ 0 h 261216"/>
                <a:gd name="connsiteX3" fmla="*/ 219789 w 256543"/>
                <a:gd name="connsiteY3" fmla="*/ 39091 h 261216"/>
                <a:gd name="connsiteX4" fmla="*/ 256544 w 256543"/>
                <a:gd name="connsiteY4" fmla="*/ 130608 h 261216"/>
                <a:gd name="connsiteX5" fmla="*/ 219789 w 256543"/>
                <a:gd name="connsiteY5" fmla="*/ 222125 h 261216"/>
                <a:gd name="connsiteX6" fmla="*/ 128272 w 256543"/>
                <a:gd name="connsiteY6" fmla="*/ 261216 h 261216"/>
                <a:gd name="connsiteX7" fmla="*/ 36755 w 256543"/>
                <a:gd name="connsiteY7" fmla="*/ 222125 h 261216"/>
                <a:gd name="connsiteX8" fmla="*/ 0 w 256543"/>
                <a:gd name="connsiteY8" fmla="*/ 130608 h 26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543" h="261216">
                  <a:moveTo>
                    <a:pt x="0" y="130608"/>
                  </a:moveTo>
                  <a:cubicBezTo>
                    <a:pt x="0" y="96377"/>
                    <a:pt x="13199" y="63514"/>
                    <a:pt x="36755" y="39091"/>
                  </a:cubicBezTo>
                  <a:cubicBezTo>
                    <a:pt x="60874" y="14086"/>
                    <a:pt x="93851" y="0"/>
                    <a:pt x="128272" y="0"/>
                  </a:cubicBezTo>
                  <a:cubicBezTo>
                    <a:pt x="162693" y="0"/>
                    <a:pt x="195670" y="14086"/>
                    <a:pt x="219789" y="39091"/>
                  </a:cubicBezTo>
                  <a:cubicBezTo>
                    <a:pt x="243346" y="63514"/>
                    <a:pt x="256544" y="96377"/>
                    <a:pt x="256544" y="130608"/>
                  </a:cubicBezTo>
                  <a:cubicBezTo>
                    <a:pt x="256544" y="164839"/>
                    <a:pt x="243345" y="197702"/>
                    <a:pt x="219789" y="222125"/>
                  </a:cubicBezTo>
                  <a:cubicBezTo>
                    <a:pt x="195670" y="247130"/>
                    <a:pt x="162693" y="261216"/>
                    <a:pt x="128272" y="261216"/>
                  </a:cubicBezTo>
                  <a:cubicBezTo>
                    <a:pt x="93851" y="261216"/>
                    <a:pt x="60874" y="247130"/>
                    <a:pt x="36755" y="222125"/>
                  </a:cubicBezTo>
                  <a:cubicBezTo>
                    <a:pt x="13198" y="197702"/>
                    <a:pt x="0" y="164839"/>
                    <a:pt x="0" y="130608"/>
                  </a:cubicBezTo>
                  <a:close/>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21"/>
            <p:cNvSpPr/>
            <p:nvPr/>
          </p:nvSpPr>
          <p:spPr>
            <a:xfrm>
              <a:off x="3306742" y="1997538"/>
              <a:ext cx="1256433" cy="2276759"/>
            </a:xfrm>
            <a:custGeom>
              <a:avLst/>
              <a:gdLst>
                <a:gd name="connsiteX0" fmla="*/ 0 w 1256433"/>
                <a:gd name="connsiteY0" fmla="*/ 0 h 2276759"/>
                <a:gd name="connsiteX1" fmla="*/ 1256433 w 1256433"/>
                <a:gd name="connsiteY1" fmla="*/ 0 h 2276759"/>
                <a:gd name="connsiteX2" fmla="*/ 1256433 w 1256433"/>
                <a:gd name="connsiteY2" fmla="*/ 2276759 h 2276759"/>
                <a:gd name="connsiteX3" fmla="*/ 0 w 1256433"/>
                <a:gd name="connsiteY3" fmla="*/ 2276759 h 2276759"/>
                <a:gd name="connsiteX4" fmla="*/ 0 w 1256433"/>
                <a:gd name="connsiteY4" fmla="*/ 0 h 227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433" h="2276759">
                  <a:moveTo>
                    <a:pt x="0" y="0"/>
                  </a:moveTo>
                  <a:lnTo>
                    <a:pt x="1256433" y="0"/>
                  </a:lnTo>
                  <a:lnTo>
                    <a:pt x="1256433" y="2276759"/>
                  </a:lnTo>
                  <a:lnTo>
                    <a:pt x="0" y="2276759"/>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22"/>
            <p:cNvSpPr/>
            <p:nvPr/>
          </p:nvSpPr>
          <p:spPr>
            <a:xfrm>
              <a:off x="3796931" y="1824436"/>
              <a:ext cx="276054" cy="32124"/>
            </a:xfrm>
            <a:custGeom>
              <a:avLst/>
              <a:gdLst>
                <a:gd name="connsiteX0" fmla="*/ 0 w 276054"/>
                <a:gd name="connsiteY0" fmla="*/ 16062 h 32124"/>
                <a:gd name="connsiteX1" fmla="*/ 4704 w 276054"/>
                <a:gd name="connsiteY1" fmla="*/ 4704 h 32124"/>
                <a:gd name="connsiteX2" fmla="*/ 16062 w 276054"/>
                <a:gd name="connsiteY2" fmla="*/ 0 h 32124"/>
                <a:gd name="connsiteX3" fmla="*/ 259992 w 276054"/>
                <a:gd name="connsiteY3" fmla="*/ 0 h 32124"/>
                <a:gd name="connsiteX4" fmla="*/ 271350 w 276054"/>
                <a:gd name="connsiteY4" fmla="*/ 4704 h 32124"/>
                <a:gd name="connsiteX5" fmla="*/ 276054 w 276054"/>
                <a:gd name="connsiteY5" fmla="*/ 16062 h 32124"/>
                <a:gd name="connsiteX6" fmla="*/ 276054 w 276054"/>
                <a:gd name="connsiteY6" fmla="*/ 16062 h 32124"/>
                <a:gd name="connsiteX7" fmla="*/ 271350 w 276054"/>
                <a:gd name="connsiteY7" fmla="*/ 27420 h 32124"/>
                <a:gd name="connsiteX8" fmla="*/ 259992 w 276054"/>
                <a:gd name="connsiteY8" fmla="*/ 32124 h 32124"/>
                <a:gd name="connsiteX9" fmla="*/ 16062 w 276054"/>
                <a:gd name="connsiteY9" fmla="*/ 32124 h 32124"/>
                <a:gd name="connsiteX10" fmla="*/ 4704 w 276054"/>
                <a:gd name="connsiteY10" fmla="*/ 27420 h 32124"/>
                <a:gd name="connsiteX11" fmla="*/ 0 w 276054"/>
                <a:gd name="connsiteY11" fmla="*/ 16062 h 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054" h="32124">
                  <a:moveTo>
                    <a:pt x="0" y="16062"/>
                  </a:moveTo>
                  <a:cubicBezTo>
                    <a:pt x="0" y="11802"/>
                    <a:pt x="1692" y="7717"/>
                    <a:pt x="4704" y="4704"/>
                  </a:cubicBezTo>
                  <a:cubicBezTo>
                    <a:pt x="7716" y="1692"/>
                    <a:pt x="11802" y="0"/>
                    <a:pt x="16062" y="0"/>
                  </a:cubicBezTo>
                  <a:lnTo>
                    <a:pt x="259992" y="0"/>
                  </a:lnTo>
                  <a:cubicBezTo>
                    <a:pt x="264252" y="0"/>
                    <a:pt x="268337" y="1692"/>
                    <a:pt x="271350" y="4704"/>
                  </a:cubicBezTo>
                  <a:cubicBezTo>
                    <a:pt x="274362" y="7716"/>
                    <a:pt x="276054" y="11802"/>
                    <a:pt x="276054" y="16062"/>
                  </a:cubicBezTo>
                  <a:lnTo>
                    <a:pt x="276054" y="16062"/>
                  </a:lnTo>
                  <a:cubicBezTo>
                    <a:pt x="276054" y="20322"/>
                    <a:pt x="274362" y="24407"/>
                    <a:pt x="271350" y="27420"/>
                  </a:cubicBezTo>
                  <a:cubicBezTo>
                    <a:pt x="268338" y="30432"/>
                    <a:pt x="264252" y="32124"/>
                    <a:pt x="259992" y="32124"/>
                  </a:cubicBezTo>
                  <a:lnTo>
                    <a:pt x="16062" y="32124"/>
                  </a:lnTo>
                  <a:cubicBezTo>
                    <a:pt x="11802" y="32124"/>
                    <a:pt x="7717" y="30432"/>
                    <a:pt x="4704" y="27420"/>
                  </a:cubicBezTo>
                  <a:cubicBezTo>
                    <a:pt x="1692" y="24408"/>
                    <a:pt x="0" y="20322"/>
                    <a:pt x="0" y="16062"/>
                  </a:cubicBezTo>
                  <a:close/>
                </a:path>
              </a:pathLst>
            </a:custGeom>
            <a:solidFill>
              <a:schemeClr val="bg1">
                <a:lumMod val="8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23"/>
            <p:cNvSpPr/>
            <p:nvPr/>
          </p:nvSpPr>
          <p:spPr>
            <a:xfrm>
              <a:off x="3911556" y="1704426"/>
              <a:ext cx="46804" cy="47657"/>
            </a:xfrm>
            <a:custGeom>
              <a:avLst/>
              <a:gdLst>
                <a:gd name="connsiteX0" fmla="*/ 0 w 46804"/>
                <a:gd name="connsiteY0" fmla="*/ 23829 h 47657"/>
                <a:gd name="connsiteX1" fmla="*/ 6705 w 46804"/>
                <a:gd name="connsiteY1" fmla="*/ 7132 h 47657"/>
                <a:gd name="connsiteX2" fmla="*/ 23402 w 46804"/>
                <a:gd name="connsiteY2" fmla="*/ 0 h 47657"/>
                <a:gd name="connsiteX3" fmla="*/ 40099 w 46804"/>
                <a:gd name="connsiteY3" fmla="*/ 7132 h 47657"/>
                <a:gd name="connsiteX4" fmla="*/ 46804 w 46804"/>
                <a:gd name="connsiteY4" fmla="*/ 23829 h 47657"/>
                <a:gd name="connsiteX5" fmla="*/ 40099 w 46804"/>
                <a:gd name="connsiteY5" fmla="*/ 40526 h 47657"/>
                <a:gd name="connsiteX6" fmla="*/ 23402 w 46804"/>
                <a:gd name="connsiteY6" fmla="*/ 47658 h 47657"/>
                <a:gd name="connsiteX7" fmla="*/ 6705 w 46804"/>
                <a:gd name="connsiteY7" fmla="*/ 40526 h 47657"/>
                <a:gd name="connsiteX8" fmla="*/ 0 w 46804"/>
                <a:gd name="connsiteY8" fmla="*/ 23829 h 4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804" h="47657">
                  <a:moveTo>
                    <a:pt x="0" y="23829"/>
                  </a:moveTo>
                  <a:cubicBezTo>
                    <a:pt x="0" y="17584"/>
                    <a:pt x="2408" y="11588"/>
                    <a:pt x="6705" y="7132"/>
                  </a:cubicBezTo>
                  <a:cubicBezTo>
                    <a:pt x="11105" y="2570"/>
                    <a:pt x="17122" y="0"/>
                    <a:pt x="23402" y="0"/>
                  </a:cubicBezTo>
                  <a:cubicBezTo>
                    <a:pt x="29682" y="0"/>
                    <a:pt x="35698" y="2570"/>
                    <a:pt x="40099" y="7132"/>
                  </a:cubicBezTo>
                  <a:cubicBezTo>
                    <a:pt x="44397" y="11588"/>
                    <a:pt x="46804" y="17583"/>
                    <a:pt x="46804" y="23829"/>
                  </a:cubicBezTo>
                  <a:cubicBezTo>
                    <a:pt x="46804" y="30074"/>
                    <a:pt x="44396" y="36070"/>
                    <a:pt x="40099" y="40526"/>
                  </a:cubicBezTo>
                  <a:cubicBezTo>
                    <a:pt x="35699" y="45088"/>
                    <a:pt x="29682" y="47658"/>
                    <a:pt x="23402" y="47658"/>
                  </a:cubicBezTo>
                  <a:cubicBezTo>
                    <a:pt x="17122" y="47658"/>
                    <a:pt x="11106" y="45088"/>
                    <a:pt x="6705" y="40526"/>
                  </a:cubicBezTo>
                  <a:cubicBezTo>
                    <a:pt x="2407" y="36070"/>
                    <a:pt x="0" y="30075"/>
                    <a:pt x="0" y="23829"/>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Freeform 24"/>
            <p:cNvSpPr/>
            <p:nvPr/>
          </p:nvSpPr>
          <p:spPr>
            <a:xfrm>
              <a:off x="4293042" y="1562392"/>
              <a:ext cx="198758" cy="40154"/>
            </a:xfrm>
            <a:custGeom>
              <a:avLst/>
              <a:gdLst>
                <a:gd name="connsiteX0" fmla="*/ 0 w 198758"/>
                <a:gd name="connsiteY0" fmla="*/ 0 h 40154"/>
                <a:gd name="connsiteX1" fmla="*/ 198758 w 198758"/>
                <a:gd name="connsiteY1" fmla="*/ 0 h 40154"/>
                <a:gd name="connsiteX2" fmla="*/ 198758 w 198758"/>
                <a:gd name="connsiteY2" fmla="*/ 40154 h 40154"/>
                <a:gd name="connsiteX3" fmla="*/ 0 w 198758"/>
                <a:gd name="connsiteY3" fmla="*/ 40154 h 40154"/>
                <a:gd name="connsiteX4" fmla="*/ 0 w 198758"/>
                <a:gd name="connsiteY4" fmla="*/ 0 h 4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58" h="40154">
                  <a:moveTo>
                    <a:pt x="0" y="0"/>
                  </a:moveTo>
                  <a:lnTo>
                    <a:pt x="198758" y="0"/>
                  </a:lnTo>
                  <a:lnTo>
                    <a:pt x="198758" y="40154"/>
                  </a:lnTo>
                  <a:lnTo>
                    <a:pt x="0" y="40154"/>
                  </a:lnTo>
                  <a:lnTo>
                    <a:pt x="0" y="0"/>
                  </a:lnTo>
                  <a:close/>
                </a:path>
              </a:pathLst>
            </a:cu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Picture Placeholder 7"/>
          <p:cNvSpPr>
            <a:spLocks noGrp="1"/>
          </p:cNvSpPr>
          <p:nvPr>
            <p:ph type="pic" sz="quarter" idx="10" hasCustomPrompt="1"/>
          </p:nvPr>
        </p:nvSpPr>
        <p:spPr>
          <a:xfrm>
            <a:off x="3951670" y="1727613"/>
            <a:ext cx="1256433" cy="2282803"/>
          </a:xfrm>
          <a:prstGeom prst="rect">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wipe(down)">
                                      <p:cBhvr>
                                        <p:cTn id="20"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32"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_MockUp02">
    <p:spTree>
      <p:nvGrpSpPr>
        <p:cNvPr id="1" name=""/>
        <p:cNvGrpSpPr/>
        <p:nvPr/>
      </p:nvGrpSpPr>
      <p:grpSpPr>
        <a:xfrm>
          <a:off x="0" y="0"/>
          <a:ext cx="0" cy="0"/>
          <a:chOff x="0" y="0"/>
          <a:chExt cx="0" cy="0"/>
        </a:xfrm>
      </p:grpSpPr>
      <p:sp>
        <p:nvSpPr>
          <p:cNvPr id="37" name="Rectangle 36"/>
          <p:cNvSpPr/>
          <p:nvPr userDrawn="1"/>
        </p:nvSpPr>
        <p:spPr>
          <a:xfrm>
            <a:off x="0" y="3273754"/>
            <a:ext cx="9144000" cy="1869745"/>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8" name="Straight Line buttom"/>
          <p:cNvCxnSpPr/>
          <p:nvPr userDrawn="1"/>
        </p:nvCxnSpPr>
        <p:spPr>
          <a:xfrm>
            <a:off x="0" y="3273754"/>
            <a:ext cx="91440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18" name="Group 17"/>
          <p:cNvGrpSpPr/>
          <p:nvPr userDrawn="1"/>
        </p:nvGrpSpPr>
        <p:grpSpPr>
          <a:xfrm>
            <a:off x="3328989" y="1450783"/>
            <a:ext cx="2552732" cy="2031086"/>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dirty="0"/>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rtl="1"/>
              <a:r>
                <a:rPr lang="en-US" dirty="0"/>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grpSp>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
        <p:nvSpPr>
          <p:cNvPr id="36" name="Picture Placeholder 7"/>
          <p:cNvSpPr>
            <a:spLocks noGrp="1"/>
          </p:cNvSpPr>
          <p:nvPr>
            <p:ph type="pic" sz="quarter" idx="10" hasCustomPrompt="1"/>
          </p:nvPr>
        </p:nvSpPr>
        <p:spPr>
          <a:xfrm>
            <a:off x="3445151" y="1546974"/>
            <a:ext cx="2318183" cy="1310896"/>
          </a:xfrm>
          <a:prstGeom prst="rect">
            <a:avLst/>
          </a:prstGeom>
          <a:ln>
            <a:noFill/>
          </a:ln>
        </p:spPr>
        <p:txBody>
          <a:bodyPr tIns="0" bIns="27432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wipe(down)">
                                      <p:cBhvr>
                                        <p:cTn id="20" dur="500"/>
                                        <p:tgtEl>
                                          <p:spTgt spid="36"/>
                                        </p:tgtEl>
                                      </p:cBhvr>
                                    </p:animEffect>
                                  </p:childTnLst>
                                </p:cTn>
                              </p:par>
                            </p:childTnLst>
                          </p:cTn>
                        </p:par>
                        <p:par>
                          <p:cTn id="21" fill="hold">
                            <p:stCondLst>
                              <p:cond delay="2000"/>
                            </p:stCondLst>
                            <p:childTnLst>
                              <p:par>
                                <p:cTn id="22" presetID="2" presetClass="entr" presetSubtype="4" accel="50000" decel="50000" fill="hold" grpId="0" nodeType="afterEffect">
                                  <p:stCondLst>
                                    <p:cond delay="0"/>
                                  </p:stCondLst>
                                  <p:childTnLst>
                                    <p:set>
                                      <p:cBhvr>
                                        <p:cTn id="23" dur="1" fill="hold">
                                          <p:stCondLst>
                                            <p:cond delay="0"/>
                                          </p:stCondLst>
                                        </p:cTn>
                                        <p:tgtEl>
                                          <p:spTgt spid="37"/>
                                        </p:tgtEl>
                                        <p:attrNameLst>
                                          <p:attrName>style.visibility</p:attrName>
                                        </p:attrNameLst>
                                      </p:cBhvr>
                                      <p:to>
                                        <p:strVal val="visible"/>
                                      </p:to>
                                    </p:set>
                                    <p:anim calcmode="lin" valueType="num">
                                      <p:cBhvr additive="base">
                                        <p:cTn id="24" dur="500" fill="hold"/>
                                        <p:tgtEl>
                                          <p:spTgt spid="37"/>
                                        </p:tgtEl>
                                        <p:attrNameLst>
                                          <p:attrName>ppt_x</p:attrName>
                                        </p:attrNameLst>
                                      </p:cBhvr>
                                      <p:tavLst>
                                        <p:tav tm="0">
                                          <p:val>
                                            <p:strVal val="#ppt_x"/>
                                          </p:val>
                                        </p:tav>
                                        <p:tav tm="100000">
                                          <p:val>
                                            <p:strVal val="#ppt_x"/>
                                          </p:val>
                                        </p:tav>
                                      </p:tavLst>
                                    </p:anim>
                                    <p:anim calcmode="lin" valueType="num">
                                      <p:cBhvr additive="base">
                                        <p:cTn id="25" dur="500" fill="hold"/>
                                        <p:tgtEl>
                                          <p:spTgt spid="37"/>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13" presetClass="entr" presetSubtype="16" fill="hold" nodeType="after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plus(in)">
                                      <p:cBhvr>
                                        <p:cTn id="2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36"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MockUp4">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cxnSp>
        <p:nvCxnSpPr>
          <p:cNvPr id="18" name="Straight Line buttom"/>
          <p:cNvCxnSpPr/>
          <p:nvPr userDrawn="1"/>
        </p:nvCxnSpPr>
        <p:spPr>
          <a:xfrm>
            <a:off x="0" y="3272559"/>
            <a:ext cx="91440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20" name="Rectangle 19"/>
          <p:cNvSpPr/>
          <p:nvPr userDrawn="1"/>
        </p:nvSpPr>
        <p:spPr>
          <a:xfrm>
            <a:off x="0" y="3273754"/>
            <a:ext cx="9144000" cy="18697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1" name="Group 29"/>
          <p:cNvGrpSpPr/>
          <p:nvPr userDrawn="1"/>
        </p:nvGrpSpPr>
        <p:grpSpPr>
          <a:xfrm>
            <a:off x="677589" y="1073968"/>
            <a:ext cx="1647737" cy="3481853"/>
            <a:chOff x="3189614" y="1562392"/>
            <a:chExt cx="1474916" cy="3116662"/>
          </a:xfrm>
          <a:effectLst/>
        </p:grpSpPr>
        <p:sp>
          <p:nvSpPr>
            <p:cNvPr id="33" name="Freeform 32"/>
            <p:cNvSpPr/>
            <p:nvPr/>
          </p:nvSpPr>
          <p:spPr>
            <a:xfrm>
              <a:off x="3205386" y="1579715"/>
              <a:ext cx="1459144" cy="3099339"/>
            </a:xfrm>
            <a:custGeom>
              <a:avLst/>
              <a:gdLst>
                <a:gd name="connsiteX0" fmla="*/ 0 w 1459144"/>
                <a:gd name="connsiteY0" fmla="*/ 176060 h 3099339"/>
                <a:gd name="connsiteX1" fmla="*/ 51567 w 1459144"/>
                <a:gd name="connsiteY1" fmla="*/ 51567 h 3099339"/>
                <a:gd name="connsiteX2" fmla="*/ 176060 w 1459144"/>
                <a:gd name="connsiteY2" fmla="*/ 0 h 3099339"/>
                <a:gd name="connsiteX3" fmla="*/ 1283084 w 1459144"/>
                <a:gd name="connsiteY3" fmla="*/ 0 h 3099339"/>
                <a:gd name="connsiteX4" fmla="*/ 1407577 w 1459144"/>
                <a:gd name="connsiteY4" fmla="*/ 51567 h 3099339"/>
                <a:gd name="connsiteX5" fmla="*/ 1459144 w 1459144"/>
                <a:gd name="connsiteY5" fmla="*/ 176060 h 3099339"/>
                <a:gd name="connsiteX6" fmla="*/ 1459144 w 1459144"/>
                <a:gd name="connsiteY6" fmla="*/ 2923279 h 3099339"/>
                <a:gd name="connsiteX7" fmla="*/ 1407577 w 1459144"/>
                <a:gd name="connsiteY7" fmla="*/ 3047772 h 3099339"/>
                <a:gd name="connsiteX8" fmla="*/ 1283084 w 1459144"/>
                <a:gd name="connsiteY8" fmla="*/ 3099339 h 3099339"/>
                <a:gd name="connsiteX9" fmla="*/ 176060 w 1459144"/>
                <a:gd name="connsiteY9" fmla="*/ 3099339 h 3099339"/>
                <a:gd name="connsiteX10" fmla="*/ 51567 w 1459144"/>
                <a:gd name="connsiteY10" fmla="*/ 3047772 h 3099339"/>
                <a:gd name="connsiteX11" fmla="*/ 0 w 1459144"/>
                <a:gd name="connsiteY11" fmla="*/ 2923279 h 3099339"/>
                <a:gd name="connsiteX12" fmla="*/ 0 w 1459144"/>
                <a:gd name="connsiteY12" fmla="*/ 176060 h 309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9144" h="3099339">
                  <a:moveTo>
                    <a:pt x="0" y="176060"/>
                  </a:moveTo>
                  <a:cubicBezTo>
                    <a:pt x="0" y="129366"/>
                    <a:pt x="18549" y="84584"/>
                    <a:pt x="51567" y="51567"/>
                  </a:cubicBezTo>
                  <a:cubicBezTo>
                    <a:pt x="84585" y="18549"/>
                    <a:pt x="129366" y="0"/>
                    <a:pt x="176060" y="0"/>
                  </a:cubicBezTo>
                  <a:lnTo>
                    <a:pt x="1283084" y="0"/>
                  </a:lnTo>
                  <a:cubicBezTo>
                    <a:pt x="1329778" y="0"/>
                    <a:pt x="1374560" y="18549"/>
                    <a:pt x="1407577" y="51567"/>
                  </a:cubicBezTo>
                  <a:cubicBezTo>
                    <a:pt x="1440595" y="84585"/>
                    <a:pt x="1459144" y="129366"/>
                    <a:pt x="1459144" y="176060"/>
                  </a:cubicBezTo>
                  <a:lnTo>
                    <a:pt x="1459144" y="2923279"/>
                  </a:lnTo>
                  <a:cubicBezTo>
                    <a:pt x="1459144" y="2969973"/>
                    <a:pt x="1440595" y="3014755"/>
                    <a:pt x="1407577" y="3047772"/>
                  </a:cubicBezTo>
                  <a:cubicBezTo>
                    <a:pt x="1374559" y="3080790"/>
                    <a:pt x="1329778" y="3099339"/>
                    <a:pt x="1283084" y="3099339"/>
                  </a:cubicBezTo>
                  <a:lnTo>
                    <a:pt x="176060" y="3099339"/>
                  </a:lnTo>
                  <a:cubicBezTo>
                    <a:pt x="129366" y="3099339"/>
                    <a:pt x="84584" y="3080790"/>
                    <a:pt x="51567" y="3047772"/>
                  </a:cubicBezTo>
                  <a:cubicBezTo>
                    <a:pt x="18549" y="3014754"/>
                    <a:pt x="0" y="2969973"/>
                    <a:pt x="0" y="2923279"/>
                  </a:cubicBezTo>
                  <a:lnTo>
                    <a:pt x="0" y="176060"/>
                  </a:lnTo>
                  <a:close/>
                </a:path>
              </a:pathLst>
            </a:custGeom>
            <a:solidFill>
              <a:schemeClr val="tx1">
                <a:lumMod val="50000"/>
                <a:lumOff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4" name="Group 20"/>
            <p:cNvGrpSpPr/>
            <p:nvPr/>
          </p:nvGrpSpPr>
          <p:grpSpPr>
            <a:xfrm>
              <a:off x="3189738" y="1991495"/>
              <a:ext cx="23663" cy="645898"/>
              <a:chOff x="3392428" y="1951545"/>
              <a:chExt cx="27432" cy="735419"/>
            </a:xfrm>
          </p:grpSpPr>
          <p:sp>
            <p:nvSpPr>
              <p:cNvPr id="40" name="Rectangle 39"/>
              <p:cNvSpPr/>
              <p:nvPr/>
            </p:nvSpPr>
            <p:spPr>
              <a:xfrm>
                <a:off x="3392428" y="1951545"/>
                <a:ext cx="18288" cy="172821"/>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p:cNvSpPr/>
              <p:nvPr/>
            </p:nvSpPr>
            <p:spPr>
              <a:xfrm>
                <a:off x="3401572" y="2289545"/>
                <a:ext cx="18288" cy="118872"/>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p:cNvSpPr/>
              <p:nvPr/>
            </p:nvSpPr>
            <p:spPr>
              <a:xfrm>
                <a:off x="3401572" y="2568092"/>
                <a:ext cx="18288" cy="118872"/>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5" name="Freeform 34"/>
            <p:cNvSpPr/>
            <p:nvPr/>
          </p:nvSpPr>
          <p:spPr>
            <a:xfrm>
              <a:off x="3806686" y="4332856"/>
              <a:ext cx="256543" cy="261216"/>
            </a:xfrm>
            <a:custGeom>
              <a:avLst/>
              <a:gdLst>
                <a:gd name="connsiteX0" fmla="*/ 0 w 256543"/>
                <a:gd name="connsiteY0" fmla="*/ 130608 h 261216"/>
                <a:gd name="connsiteX1" fmla="*/ 36755 w 256543"/>
                <a:gd name="connsiteY1" fmla="*/ 39091 h 261216"/>
                <a:gd name="connsiteX2" fmla="*/ 128272 w 256543"/>
                <a:gd name="connsiteY2" fmla="*/ 0 h 261216"/>
                <a:gd name="connsiteX3" fmla="*/ 219789 w 256543"/>
                <a:gd name="connsiteY3" fmla="*/ 39091 h 261216"/>
                <a:gd name="connsiteX4" fmla="*/ 256544 w 256543"/>
                <a:gd name="connsiteY4" fmla="*/ 130608 h 261216"/>
                <a:gd name="connsiteX5" fmla="*/ 219789 w 256543"/>
                <a:gd name="connsiteY5" fmla="*/ 222125 h 261216"/>
                <a:gd name="connsiteX6" fmla="*/ 128272 w 256543"/>
                <a:gd name="connsiteY6" fmla="*/ 261216 h 261216"/>
                <a:gd name="connsiteX7" fmla="*/ 36755 w 256543"/>
                <a:gd name="connsiteY7" fmla="*/ 222125 h 261216"/>
                <a:gd name="connsiteX8" fmla="*/ 0 w 256543"/>
                <a:gd name="connsiteY8" fmla="*/ 130608 h 26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543" h="261216">
                  <a:moveTo>
                    <a:pt x="0" y="130608"/>
                  </a:moveTo>
                  <a:cubicBezTo>
                    <a:pt x="0" y="96377"/>
                    <a:pt x="13199" y="63514"/>
                    <a:pt x="36755" y="39091"/>
                  </a:cubicBezTo>
                  <a:cubicBezTo>
                    <a:pt x="60874" y="14086"/>
                    <a:pt x="93851" y="0"/>
                    <a:pt x="128272" y="0"/>
                  </a:cubicBezTo>
                  <a:cubicBezTo>
                    <a:pt x="162693" y="0"/>
                    <a:pt x="195670" y="14086"/>
                    <a:pt x="219789" y="39091"/>
                  </a:cubicBezTo>
                  <a:cubicBezTo>
                    <a:pt x="243346" y="63514"/>
                    <a:pt x="256544" y="96377"/>
                    <a:pt x="256544" y="130608"/>
                  </a:cubicBezTo>
                  <a:cubicBezTo>
                    <a:pt x="256544" y="164839"/>
                    <a:pt x="243345" y="197702"/>
                    <a:pt x="219789" y="222125"/>
                  </a:cubicBezTo>
                  <a:cubicBezTo>
                    <a:pt x="195670" y="247130"/>
                    <a:pt x="162693" y="261216"/>
                    <a:pt x="128272" y="261216"/>
                  </a:cubicBezTo>
                  <a:cubicBezTo>
                    <a:pt x="93851" y="261216"/>
                    <a:pt x="60874" y="247130"/>
                    <a:pt x="36755" y="222125"/>
                  </a:cubicBezTo>
                  <a:cubicBezTo>
                    <a:pt x="13198" y="197702"/>
                    <a:pt x="0" y="164839"/>
                    <a:pt x="0" y="130608"/>
                  </a:cubicBezTo>
                  <a:close/>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Freeform 35"/>
            <p:cNvSpPr/>
            <p:nvPr/>
          </p:nvSpPr>
          <p:spPr>
            <a:xfrm>
              <a:off x="3306742" y="1997538"/>
              <a:ext cx="1256433" cy="2276759"/>
            </a:xfrm>
            <a:custGeom>
              <a:avLst/>
              <a:gdLst>
                <a:gd name="connsiteX0" fmla="*/ 0 w 1256433"/>
                <a:gd name="connsiteY0" fmla="*/ 0 h 2276759"/>
                <a:gd name="connsiteX1" fmla="*/ 1256433 w 1256433"/>
                <a:gd name="connsiteY1" fmla="*/ 0 h 2276759"/>
                <a:gd name="connsiteX2" fmla="*/ 1256433 w 1256433"/>
                <a:gd name="connsiteY2" fmla="*/ 2276759 h 2276759"/>
                <a:gd name="connsiteX3" fmla="*/ 0 w 1256433"/>
                <a:gd name="connsiteY3" fmla="*/ 2276759 h 2276759"/>
                <a:gd name="connsiteX4" fmla="*/ 0 w 1256433"/>
                <a:gd name="connsiteY4" fmla="*/ 0 h 227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433" h="2276759">
                  <a:moveTo>
                    <a:pt x="0" y="0"/>
                  </a:moveTo>
                  <a:lnTo>
                    <a:pt x="1256433" y="0"/>
                  </a:lnTo>
                  <a:lnTo>
                    <a:pt x="1256433" y="2276759"/>
                  </a:lnTo>
                  <a:lnTo>
                    <a:pt x="0" y="2276759"/>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reeform 36"/>
            <p:cNvSpPr/>
            <p:nvPr/>
          </p:nvSpPr>
          <p:spPr>
            <a:xfrm>
              <a:off x="3796931" y="1824436"/>
              <a:ext cx="276054" cy="32124"/>
            </a:xfrm>
            <a:custGeom>
              <a:avLst/>
              <a:gdLst>
                <a:gd name="connsiteX0" fmla="*/ 0 w 276054"/>
                <a:gd name="connsiteY0" fmla="*/ 16062 h 32124"/>
                <a:gd name="connsiteX1" fmla="*/ 4704 w 276054"/>
                <a:gd name="connsiteY1" fmla="*/ 4704 h 32124"/>
                <a:gd name="connsiteX2" fmla="*/ 16062 w 276054"/>
                <a:gd name="connsiteY2" fmla="*/ 0 h 32124"/>
                <a:gd name="connsiteX3" fmla="*/ 259992 w 276054"/>
                <a:gd name="connsiteY3" fmla="*/ 0 h 32124"/>
                <a:gd name="connsiteX4" fmla="*/ 271350 w 276054"/>
                <a:gd name="connsiteY4" fmla="*/ 4704 h 32124"/>
                <a:gd name="connsiteX5" fmla="*/ 276054 w 276054"/>
                <a:gd name="connsiteY5" fmla="*/ 16062 h 32124"/>
                <a:gd name="connsiteX6" fmla="*/ 276054 w 276054"/>
                <a:gd name="connsiteY6" fmla="*/ 16062 h 32124"/>
                <a:gd name="connsiteX7" fmla="*/ 271350 w 276054"/>
                <a:gd name="connsiteY7" fmla="*/ 27420 h 32124"/>
                <a:gd name="connsiteX8" fmla="*/ 259992 w 276054"/>
                <a:gd name="connsiteY8" fmla="*/ 32124 h 32124"/>
                <a:gd name="connsiteX9" fmla="*/ 16062 w 276054"/>
                <a:gd name="connsiteY9" fmla="*/ 32124 h 32124"/>
                <a:gd name="connsiteX10" fmla="*/ 4704 w 276054"/>
                <a:gd name="connsiteY10" fmla="*/ 27420 h 32124"/>
                <a:gd name="connsiteX11" fmla="*/ 0 w 276054"/>
                <a:gd name="connsiteY11" fmla="*/ 16062 h 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054" h="32124">
                  <a:moveTo>
                    <a:pt x="0" y="16062"/>
                  </a:moveTo>
                  <a:cubicBezTo>
                    <a:pt x="0" y="11802"/>
                    <a:pt x="1692" y="7717"/>
                    <a:pt x="4704" y="4704"/>
                  </a:cubicBezTo>
                  <a:cubicBezTo>
                    <a:pt x="7716" y="1692"/>
                    <a:pt x="11802" y="0"/>
                    <a:pt x="16062" y="0"/>
                  </a:cubicBezTo>
                  <a:lnTo>
                    <a:pt x="259992" y="0"/>
                  </a:lnTo>
                  <a:cubicBezTo>
                    <a:pt x="264252" y="0"/>
                    <a:pt x="268337" y="1692"/>
                    <a:pt x="271350" y="4704"/>
                  </a:cubicBezTo>
                  <a:cubicBezTo>
                    <a:pt x="274362" y="7716"/>
                    <a:pt x="276054" y="11802"/>
                    <a:pt x="276054" y="16062"/>
                  </a:cubicBezTo>
                  <a:lnTo>
                    <a:pt x="276054" y="16062"/>
                  </a:lnTo>
                  <a:cubicBezTo>
                    <a:pt x="276054" y="20322"/>
                    <a:pt x="274362" y="24407"/>
                    <a:pt x="271350" y="27420"/>
                  </a:cubicBezTo>
                  <a:cubicBezTo>
                    <a:pt x="268338" y="30432"/>
                    <a:pt x="264252" y="32124"/>
                    <a:pt x="259992" y="32124"/>
                  </a:cubicBezTo>
                  <a:lnTo>
                    <a:pt x="16062" y="32124"/>
                  </a:lnTo>
                  <a:cubicBezTo>
                    <a:pt x="11802" y="32124"/>
                    <a:pt x="7717" y="30432"/>
                    <a:pt x="4704" y="27420"/>
                  </a:cubicBezTo>
                  <a:cubicBezTo>
                    <a:pt x="1692" y="24408"/>
                    <a:pt x="0" y="20322"/>
                    <a:pt x="0" y="16062"/>
                  </a:cubicBezTo>
                  <a:close/>
                </a:path>
              </a:pathLst>
            </a:custGeom>
            <a:solidFill>
              <a:schemeClr val="bg1">
                <a:lumMod val="8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Freeform 37"/>
            <p:cNvSpPr/>
            <p:nvPr/>
          </p:nvSpPr>
          <p:spPr>
            <a:xfrm>
              <a:off x="3911556" y="1704426"/>
              <a:ext cx="46804" cy="47657"/>
            </a:xfrm>
            <a:custGeom>
              <a:avLst/>
              <a:gdLst>
                <a:gd name="connsiteX0" fmla="*/ 0 w 46804"/>
                <a:gd name="connsiteY0" fmla="*/ 23829 h 47657"/>
                <a:gd name="connsiteX1" fmla="*/ 6705 w 46804"/>
                <a:gd name="connsiteY1" fmla="*/ 7132 h 47657"/>
                <a:gd name="connsiteX2" fmla="*/ 23402 w 46804"/>
                <a:gd name="connsiteY2" fmla="*/ 0 h 47657"/>
                <a:gd name="connsiteX3" fmla="*/ 40099 w 46804"/>
                <a:gd name="connsiteY3" fmla="*/ 7132 h 47657"/>
                <a:gd name="connsiteX4" fmla="*/ 46804 w 46804"/>
                <a:gd name="connsiteY4" fmla="*/ 23829 h 47657"/>
                <a:gd name="connsiteX5" fmla="*/ 40099 w 46804"/>
                <a:gd name="connsiteY5" fmla="*/ 40526 h 47657"/>
                <a:gd name="connsiteX6" fmla="*/ 23402 w 46804"/>
                <a:gd name="connsiteY6" fmla="*/ 47658 h 47657"/>
                <a:gd name="connsiteX7" fmla="*/ 6705 w 46804"/>
                <a:gd name="connsiteY7" fmla="*/ 40526 h 47657"/>
                <a:gd name="connsiteX8" fmla="*/ 0 w 46804"/>
                <a:gd name="connsiteY8" fmla="*/ 23829 h 4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804" h="47657">
                  <a:moveTo>
                    <a:pt x="0" y="23829"/>
                  </a:moveTo>
                  <a:cubicBezTo>
                    <a:pt x="0" y="17584"/>
                    <a:pt x="2408" y="11588"/>
                    <a:pt x="6705" y="7132"/>
                  </a:cubicBezTo>
                  <a:cubicBezTo>
                    <a:pt x="11105" y="2570"/>
                    <a:pt x="17122" y="0"/>
                    <a:pt x="23402" y="0"/>
                  </a:cubicBezTo>
                  <a:cubicBezTo>
                    <a:pt x="29682" y="0"/>
                    <a:pt x="35698" y="2570"/>
                    <a:pt x="40099" y="7132"/>
                  </a:cubicBezTo>
                  <a:cubicBezTo>
                    <a:pt x="44397" y="11588"/>
                    <a:pt x="46804" y="17583"/>
                    <a:pt x="46804" y="23829"/>
                  </a:cubicBezTo>
                  <a:cubicBezTo>
                    <a:pt x="46804" y="30074"/>
                    <a:pt x="44396" y="36070"/>
                    <a:pt x="40099" y="40526"/>
                  </a:cubicBezTo>
                  <a:cubicBezTo>
                    <a:pt x="35699" y="45088"/>
                    <a:pt x="29682" y="47658"/>
                    <a:pt x="23402" y="47658"/>
                  </a:cubicBezTo>
                  <a:cubicBezTo>
                    <a:pt x="17122" y="47658"/>
                    <a:pt x="11106" y="45088"/>
                    <a:pt x="6705" y="40526"/>
                  </a:cubicBezTo>
                  <a:cubicBezTo>
                    <a:pt x="2407" y="36070"/>
                    <a:pt x="0" y="30075"/>
                    <a:pt x="0" y="23829"/>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38"/>
            <p:cNvSpPr/>
            <p:nvPr/>
          </p:nvSpPr>
          <p:spPr>
            <a:xfrm>
              <a:off x="4293042" y="1562392"/>
              <a:ext cx="198758" cy="40154"/>
            </a:xfrm>
            <a:custGeom>
              <a:avLst/>
              <a:gdLst>
                <a:gd name="connsiteX0" fmla="*/ 0 w 198758"/>
                <a:gd name="connsiteY0" fmla="*/ 0 h 40154"/>
                <a:gd name="connsiteX1" fmla="*/ 198758 w 198758"/>
                <a:gd name="connsiteY1" fmla="*/ 0 h 40154"/>
                <a:gd name="connsiteX2" fmla="*/ 198758 w 198758"/>
                <a:gd name="connsiteY2" fmla="*/ 40154 h 40154"/>
                <a:gd name="connsiteX3" fmla="*/ 0 w 198758"/>
                <a:gd name="connsiteY3" fmla="*/ 40154 h 40154"/>
                <a:gd name="connsiteX4" fmla="*/ 0 w 198758"/>
                <a:gd name="connsiteY4" fmla="*/ 0 h 4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58" h="40154">
                  <a:moveTo>
                    <a:pt x="0" y="0"/>
                  </a:moveTo>
                  <a:lnTo>
                    <a:pt x="198758" y="0"/>
                  </a:lnTo>
                  <a:lnTo>
                    <a:pt x="198758" y="40154"/>
                  </a:lnTo>
                  <a:lnTo>
                    <a:pt x="0" y="40154"/>
                  </a:lnTo>
                  <a:lnTo>
                    <a:pt x="0" y="0"/>
                  </a:lnTo>
                  <a:close/>
                </a:path>
              </a:pathLst>
            </a:cu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44" name="Picture 43" descr="shadow.png"/>
          <p:cNvPicPr>
            <a:picLocks noChangeAspect="1"/>
          </p:cNvPicPr>
          <p:nvPr userDrawn="1"/>
        </p:nvPicPr>
        <p:blipFill>
          <a:blip r:embed="rId2" cstate="print">
            <a:biLevel thresh="50000"/>
          </a:blip>
          <a:stretch>
            <a:fillRect/>
          </a:stretch>
        </p:blipFill>
        <p:spPr>
          <a:xfrm>
            <a:off x="376045" y="4555821"/>
            <a:ext cx="2320732" cy="238125"/>
          </a:xfrm>
          <a:prstGeom prst="rect">
            <a:avLst/>
          </a:prstGeom>
        </p:spPr>
      </p:pic>
      <p:sp>
        <p:nvSpPr>
          <p:cNvPr id="45" name="Picture Placeholder 7"/>
          <p:cNvSpPr>
            <a:spLocks noGrp="1"/>
          </p:cNvSpPr>
          <p:nvPr>
            <p:ph type="pic" sz="quarter" idx="10" hasCustomPrompt="1"/>
          </p:nvPr>
        </p:nvSpPr>
        <p:spPr>
          <a:xfrm>
            <a:off x="808441" y="1563804"/>
            <a:ext cx="1403654" cy="2539833"/>
          </a:xfrm>
          <a:prstGeom prst="rect">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ppt_x"/>
                                          </p:val>
                                        </p:tav>
                                        <p:tav tm="100000">
                                          <p:val>
                                            <p:strVal val="#ppt_x"/>
                                          </p:val>
                                        </p:tav>
                                      </p:tavLst>
                                    </p:anim>
                                    <p:anim calcmode="lin" valueType="num">
                                      <p:cBhvr additive="base">
                                        <p:cTn id="16" dur="500" fill="hold"/>
                                        <p:tgtEl>
                                          <p:spTgt spid="20"/>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13" presetClass="entr" presetSubtype="16"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plus(in)">
                                      <p:cBhvr>
                                        <p:cTn id="20" dur="500"/>
                                        <p:tgtEl>
                                          <p:spTgt spid="18"/>
                                        </p:tgtEl>
                                      </p:cBhvr>
                                    </p:animEffect>
                                  </p:childTnLst>
                                </p:cTn>
                              </p:par>
                            </p:childTnLst>
                          </p:cTn>
                        </p:par>
                        <p:par>
                          <p:cTn id="21" fill="hold">
                            <p:stCondLst>
                              <p:cond delay="2000"/>
                            </p:stCondLst>
                            <p:childTnLst>
                              <p:par>
                                <p:cTn id="22" presetID="2" presetClass="entr" presetSubtype="4" accel="50000" decel="50000" fill="hold" nodeType="after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accel="50000" decel="50000" fill="hold" nodeType="afterEffect">
                                  <p:stCondLst>
                                    <p:cond delay="0"/>
                                  </p:stCondLst>
                                  <p:childTnLst>
                                    <p:set>
                                      <p:cBhvr>
                                        <p:cTn id="28" dur="1" fill="hold">
                                          <p:stCondLst>
                                            <p:cond delay="0"/>
                                          </p:stCondLst>
                                        </p:cTn>
                                        <p:tgtEl>
                                          <p:spTgt spid="44"/>
                                        </p:tgtEl>
                                        <p:attrNameLst>
                                          <p:attrName>style.visibility</p:attrName>
                                        </p:attrNameLst>
                                      </p:cBhvr>
                                      <p:to>
                                        <p:strVal val="visible"/>
                                      </p:to>
                                    </p:set>
                                    <p:anim calcmode="lin" valueType="num">
                                      <p:cBhvr additive="base">
                                        <p:cTn id="29" dur="500" fill="hold"/>
                                        <p:tgtEl>
                                          <p:spTgt spid="44"/>
                                        </p:tgtEl>
                                        <p:attrNameLst>
                                          <p:attrName>ppt_x</p:attrName>
                                        </p:attrNameLst>
                                      </p:cBhvr>
                                      <p:tavLst>
                                        <p:tav tm="0">
                                          <p:val>
                                            <p:strVal val="#ppt_x"/>
                                          </p:val>
                                        </p:tav>
                                        <p:tav tm="100000">
                                          <p:val>
                                            <p:strVal val="#ppt_x"/>
                                          </p:val>
                                        </p:tav>
                                      </p:tavLst>
                                    </p:anim>
                                    <p:anim calcmode="lin" valueType="num">
                                      <p:cBhvr additive="base">
                                        <p:cTn id="30" dur="500" fill="hold"/>
                                        <p:tgtEl>
                                          <p:spTgt spid="44"/>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20" grpId="0" animBg="1"/>
      <p:bldP spid="45" grpId="0"/>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MockUp5">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21" name="Group 20"/>
          <p:cNvGrpSpPr/>
          <p:nvPr userDrawn="1"/>
        </p:nvGrpSpPr>
        <p:grpSpPr>
          <a:xfrm>
            <a:off x="4168751" y="1201795"/>
            <a:ext cx="4400683" cy="3501414"/>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r>
                <a:rPr lang="en-US" dirty="0"/>
                <a:t> </a:t>
              </a: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7" name="Picture Placeholder 7"/>
          <p:cNvSpPr>
            <a:spLocks noGrp="1"/>
          </p:cNvSpPr>
          <p:nvPr>
            <p:ph type="pic" sz="quarter" idx="10" hasCustomPrompt="1"/>
          </p:nvPr>
        </p:nvSpPr>
        <p:spPr>
          <a:xfrm>
            <a:off x="4356720" y="1367618"/>
            <a:ext cx="4008623" cy="2259869"/>
          </a:xfrm>
          <a:prstGeom prst="rect">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nodeType="after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p:stCondLst>
                                    <p:cond delay="0"/>
                                  </p:stCondLst>
                                  <p:childTnLst>
                                    <p:set>
                                      <p:cBhvr>
                                        <p:cTn id="19" dur="1" fill="hold">
                                          <p:stCondLst>
                                            <p:cond delay="0"/>
                                          </p:stCondLst>
                                        </p:cTn>
                                        <p:tgtEl>
                                          <p:spTgt spid="27"/>
                                        </p:tgtEl>
                                        <p:attrNameLst>
                                          <p:attrName>style.visibility</p:attrName>
                                        </p:attrNameLst>
                                      </p:cBhvr>
                                      <p:to>
                                        <p:strVal val="visible"/>
                                      </p:to>
                                    </p:set>
                                    <p:animEffect transition="in" filter="wipe(down)">
                                      <p:cBhvr>
                                        <p:cTn id="2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27" grpId="0"/>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MockUp6">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13" name="Group 12"/>
          <p:cNvGrpSpPr/>
          <p:nvPr userDrawn="1"/>
        </p:nvGrpSpPr>
        <p:grpSpPr>
          <a:xfrm>
            <a:off x="2908630" y="1255684"/>
            <a:ext cx="3326740" cy="4311630"/>
            <a:chOff x="2908630" y="1255684"/>
            <a:chExt cx="3326740" cy="4311630"/>
          </a:xfrm>
        </p:grpSpPr>
        <p:grpSp>
          <p:nvGrpSpPr>
            <p:cNvPr id="14" name="Group 66"/>
            <p:cNvGrpSpPr/>
            <p:nvPr/>
          </p:nvGrpSpPr>
          <p:grpSpPr>
            <a:xfrm>
              <a:off x="2908630" y="1255684"/>
              <a:ext cx="3326740" cy="4311630"/>
              <a:chOff x="1208088" y="2017712"/>
              <a:chExt cx="1206500" cy="1563688"/>
            </a:xfrm>
          </p:grpSpPr>
          <p:sp>
            <p:nvSpPr>
              <p:cNvPr id="18" name="Rectangle 6"/>
              <p:cNvSpPr>
                <a:spLocks noChangeArrowheads="1"/>
              </p:cNvSpPr>
              <p:nvPr/>
            </p:nvSpPr>
            <p:spPr bwMode="auto">
              <a:xfrm>
                <a:off x="1319213" y="2152650"/>
                <a:ext cx="969963" cy="1296988"/>
              </a:xfrm>
              <a:prstGeom prst="rect">
                <a:avLst/>
              </a:prstGeom>
              <a:solidFill>
                <a:schemeClr val="bg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7"/>
              <p:cNvSpPr>
                <a:spLocks noChangeArrowheads="1"/>
              </p:cNvSpPr>
              <p:nvPr/>
            </p:nvSpPr>
            <p:spPr bwMode="auto">
              <a:xfrm>
                <a:off x="1319213" y="2152650"/>
                <a:ext cx="969963" cy="129698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
              <p:cNvSpPr>
                <a:spLocks noEditPoints="1"/>
              </p:cNvSpPr>
              <p:nvPr/>
            </p:nvSpPr>
            <p:spPr bwMode="auto">
              <a:xfrm>
                <a:off x="1208088" y="2017712"/>
                <a:ext cx="1206500" cy="1563688"/>
              </a:xfrm>
              <a:custGeom>
                <a:avLst/>
                <a:gdLst/>
                <a:ahLst/>
                <a:cxnLst>
                  <a:cxn ang="0">
                    <a:pos x="666" y="35"/>
                  </a:cxn>
                  <a:cxn ang="0">
                    <a:pos x="631" y="0"/>
                  </a:cxn>
                  <a:cxn ang="0">
                    <a:pos x="34" y="0"/>
                  </a:cxn>
                  <a:cxn ang="0">
                    <a:pos x="0" y="35"/>
                  </a:cxn>
                  <a:cxn ang="0">
                    <a:pos x="0" y="829"/>
                  </a:cxn>
                  <a:cxn ang="0">
                    <a:pos x="34" y="864"/>
                  </a:cxn>
                  <a:cxn ang="0">
                    <a:pos x="631" y="864"/>
                  </a:cxn>
                  <a:cxn ang="0">
                    <a:pos x="666" y="829"/>
                  </a:cxn>
                  <a:cxn ang="0">
                    <a:pos x="666" y="35"/>
                  </a:cxn>
                  <a:cxn ang="0">
                    <a:pos x="597" y="791"/>
                  </a:cxn>
                  <a:cxn ang="0">
                    <a:pos x="66" y="791"/>
                  </a:cxn>
                  <a:cxn ang="0">
                    <a:pos x="66" y="76"/>
                  </a:cxn>
                  <a:cxn ang="0">
                    <a:pos x="597" y="76"/>
                  </a:cxn>
                  <a:cxn ang="0">
                    <a:pos x="597" y="791"/>
                  </a:cxn>
                </a:cxnLst>
                <a:rect l="0" t="0" r="r" b="b"/>
                <a:pathLst>
                  <a:path w="666" h="864">
                    <a:moveTo>
                      <a:pt x="666" y="35"/>
                    </a:moveTo>
                    <a:cubicBezTo>
                      <a:pt x="666" y="16"/>
                      <a:pt x="650" y="0"/>
                      <a:pt x="631" y="0"/>
                    </a:cubicBezTo>
                    <a:cubicBezTo>
                      <a:pt x="34" y="0"/>
                      <a:pt x="34" y="0"/>
                      <a:pt x="34" y="0"/>
                    </a:cubicBezTo>
                    <a:cubicBezTo>
                      <a:pt x="15" y="0"/>
                      <a:pt x="0" y="16"/>
                      <a:pt x="0" y="35"/>
                    </a:cubicBezTo>
                    <a:cubicBezTo>
                      <a:pt x="0" y="829"/>
                      <a:pt x="0" y="829"/>
                      <a:pt x="0" y="829"/>
                    </a:cubicBezTo>
                    <a:cubicBezTo>
                      <a:pt x="0" y="849"/>
                      <a:pt x="15" y="864"/>
                      <a:pt x="34" y="864"/>
                    </a:cubicBezTo>
                    <a:cubicBezTo>
                      <a:pt x="631" y="864"/>
                      <a:pt x="631" y="864"/>
                      <a:pt x="631" y="864"/>
                    </a:cubicBezTo>
                    <a:cubicBezTo>
                      <a:pt x="650" y="864"/>
                      <a:pt x="666" y="849"/>
                      <a:pt x="666" y="829"/>
                    </a:cubicBezTo>
                    <a:cubicBezTo>
                      <a:pt x="666" y="35"/>
                      <a:pt x="666" y="35"/>
                      <a:pt x="666" y="35"/>
                    </a:cubicBezTo>
                    <a:moveTo>
                      <a:pt x="597" y="791"/>
                    </a:moveTo>
                    <a:cubicBezTo>
                      <a:pt x="66" y="791"/>
                      <a:pt x="66" y="791"/>
                      <a:pt x="66" y="791"/>
                    </a:cubicBezTo>
                    <a:cubicBezTo>
                      <a:pt x="66" y="76"/>
                      <a:pt x="66" y="76"/>
                      <a:pt x="66" y="76"/>
                    </a:cubicBezTo>
                    <a:cubicBezTo>
                      <a:pt x="597" y="76"/>
                      <a:pt x="597" y="76"/>
                      <a:pt x="597" y="76"/>
                    </a:cubicBezTo>
                    <a:cubicBezTo>
                      <a:pt x="597" y="791"/>
                      <a:pt x="597" y="791"/>
                      <a:pt x="597" y="791"/>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 name="Oval 14"/>
            <p:cNvSpPr/>
            <p:nvPr/>
          </p:nvSpPr>
          <p:spPr>
            <a:xfrm>
              <a:off x="4471627" y="1357124"/>
              <a:ext cx="200746" cy="200746"/>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8" name="Picture Placeholder 7"/>
          <p:cNvSpPr>
            <a:spLocks noGrp="1"/>
          </p:cNvSpPr>
          <p:nvPr>
            <p:ph type="pic" sz="quarter" idx="10" hasCustomPrompt="1"/>
          </p:nvPr>
        </p:nvSpPr>
        <p:spPr>
          <a:xfrm>
            <a:off x="3215040" y="1627755"/>
            <a:ext cx="2674525" cy="3576246"/>
          </a:xfrm>
          <a:prstGeom prst="rect">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2" presetClass="entr" presetSubtype="4" accel="50000" decel="5000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ppt_x"/>
                                          </p:val>
                                        </p:tav>
                                        <p:tav tm="100000">
                                          <p:val>
                                            <p:strVal val="#ppt_x"/>
                                          </p:val>
                                        </p:tav>
                                      </p:tavLst>
                                    </p:anim>
                                    <p:anim calcmode="lin" valueType="num">
                                      <p:cBhvr additive="base">
                                        <p:cTn id="16" dur="500" fill="hold"/>
                                        <p:tgtEl>
                                          <p:spTgt spid="1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2" presetClass="entr" presetSubtype="4" fill="hold" grpId="0"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down)">
                                      <p:cBhvr>
                                        <p:cTn id="2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28"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MockUp7">
    <p:spTree>
      <p:nvGrpSpPr>
        <p:cNvPr id="1" name=""/>
        <p:cNvGrpSpPr/>
        <p:nvPr/>
      </p:nvGrpSpPr>
      <p:grpSpPr>
        <a:xfrm>
          <a:off x="0" y="0"/>
          <a:ext cx="0" cy="0"/>
          <a:chOff x="0" y="0"/>
          <a:chExt cx="0" cy="0"/>
        </a:xfrm>
      </p:grpSpPr>
      <p:sp>
        <p:nvSpPr>
          <p:cNvPr id="16"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17"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29" name="Round Same Side Corner Rectangle 28"/>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30"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grpSp>
        <p:nvGrpSpPr>
          <p:cNvPr id="41" name="Group 300"/>
          <p:cNvGrpSpPr/>
          <p:nvPr userDrawn="1"/>
        </p:nvGrpSpPr>
        <p:grpSpPr>
          <a:xfrm>
            <a:off x="747228" y="1481662"/>
            <a:ext cx="3882522" cy="2030568"/>
            <a:chOff x="2844800" y="1304396"/>
            <a:chExt cx="2803525" cy="1466250"/>
          </a:xfrm>
        </p:grpSpPr>
        <p:grpSp>
          <p:nvGrpSpPr>
            <p:cNvPr id="42" name="Group 44"/>
            <p:cNvGrpSpPr/>
            <p:nvPr/>
          </p:nvGrpSpPr>
          <p:grpSpPr>
            <a:xfrm>
              <a:off x="3209925" y="1304396"/>
              <a:ext cx="2073275" cy="1397000"/>
              <a:chOff x="4843457" y="992546"/>
              <a:chExt cx="2073275" cy="1397000"/>
            </a:xfrm>
          </p:grpSpPr>
          <p:sp>
            <p:nvSpPr>
              <p:cNvPr id="47" name="Freeform 12"/>
              <p:cNvSpPr>
                <a:spLocks/>
              </p:cNvSpPr>
              <p:nvPr/>
            </p:nvSpPr>
            <p:spPr bwMode="auto">
              <a:xfrm>
                <a:off x="4843457" y="992546"/>
                <a:ext cx="2073275" cy="1397000"/>
              </a:xfrm>
              <a:custGeom>
                <a:avLst/>
                <a:gdLst/>
                <a:ahLst/>
                <a:cxnLst>
                  <a:cxn ang="0">
                    <a:pos x="1146" y="737"/>
                  </a:cxn>
                  <a:cxn ang="0">
                    <a:pos x="1120" y="772"/>
                  </a:cxn>
                  <a:cxn ang="0">
                    <a:pos x="26" y="772"/>
                  </a:cxn>
                  <a:cxn ang="0">
                    <a:pos x="0" y="737"/>
                  </a:cxn>
                  <a:cxn ang="0">
                    <a:pos x="0" y="35"/>
                  </a:cxn>
                  <a:cxn ang="0">
                    <a:pos x="26" y="0"/>
                  </a:cxn>
                  <a:cxn ang="0">
                    <a:pos x="1120" y="0"/>
                  </a:cxn>
                  <a:cxn ang="0">
                    <a:pos x="1146" y="35"/>
                  </a:cxn>
                  <a:cxn ang="0">
                    <a:pos x="1146" y="737"/>
                  </a:cxn>
                </a:cxnLst>
                <a:rect l="0" t="0" r="r" b="b"/>
                <a:pathLst>
                  <a:path w="1146" h="772">
                    <a:moveTo>
                      <a:pt x="1146" y="737"/>
                    </a:moveTo>
                    <a:cubicBezTo>
                      <a:pt x="1146" y="756"/>
                      <a:pt x="1134" y="772"/>
                      <a:pt x="1120" y="772"/>
                    </a:cubicBezTo>
                    <a:cubicBezTo>
                      <a:pt x="26" y="772"/>
                      <a:pt x="26" y="772"/>
                      <a:pt x="26" y="772"/>
                    </a:cubicBezTo>
                    <a:cubicBezTo>
                      <a:pt x="12" y="772"/>
                      <a:pt x="0" y="756"/>
                      <a:pt x="0" y="737"/>
                    </a:cubicBezTo>
                    <a:cubicBezTo>
                      <a:pt x="0" y="35"/>
                      <a:pt x="0" y="35"/>
                      <a:pt x="0" y="35"/>
                    </a:cubicBezTo>
                    <a:cubicBezTo>
                      <a:pt x="0" y="16"/>
                      <a:pt x="12" y="0"/>
                      <a:pt x="26" y="0"/>
                    </a:cubicBezTo>
                    <a:cubicBezTo>
                      <a:pt x="1120" y="0"/>
                      <a:pt x="1120" y="0"/>
                      <a:pt x="1120" y="0"/>
                    </a:cubicBezTo>
                    <a:cubicBezTo>
                      <a:pt x="1134" y="0"/>
                      <a:pt x="1146" y="16"/>
                      <a:pt x="1146" y="35"/>
                    </a:cubicBezTo>
                    <a:cubicBezTo>
                      <a:pt x="1146" y="737"/>
                      <a:pt x="1146" y="737"/>
                      <a:pt x="1146" y="737"/>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Rectangle 13"/>
              <p:cNvSpPr>
                <a:spLocks noChangeArrowheads="1"/>
              </p:cNvSpPr>
              <p:nvPr/>
            </p:nvSpPr>
            <p:spPr bwMode="auto">
              <a:xfrm>
                <a:off x="4926007" y="1068746"/>
                <a:ext cx="1914525" cy="1181100"/>
              </a:xfrm>
              <a:prstGeom prst="rect">
                <a:avLst/>
              </a:prstGeom>
              <a:solidFill>
                <a:schemeClr val="bg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21"/>
              <p:cNvSpPr>
                <a:spLocks/>
              </p:cNvSpPr>
              <p:nvPr/>
            </p:nvSpPr>
            <p:spPr bwMode="auto">
              <a:xfrm>
                <a:off x="4936351" y="1068746"/>
                <a:ext cx="1901825" cy="1089025"/>
              </a:xfrm>
              <a:custGeom>
                <a:avLst/>
                <a:gdLst/>
                <a:ahLst/>
                <a:cxnLst>
                  <a:cxn ang="0">
                    <a:pos x="1198" y="0"/>
                  </a:cxn>
                  <a:cxn ang="0">
                    <a:pos x="0" y="0"/>
                  </a:cxn>
                  <a:cxn ang="0">
                    <a:pos x="1198" y="686"/>
                  </a:cxn>
                  <a:cxn ang="0">
                    <a:pos x="1198" y="0"/>
                  </a:cxn>
                </a:cxnLst>
                <a:rect l="0" t="0" r="r" b="b"/>
                <a:pathLst>
                  <a:path w="1198" h="686">
                    <a:moveTo>
                      <a:pt x="1198" y="0"/>
                    </a:moveTo>
                    <a:lnTo>
                      <a:pt x="0" y="0"/>
                    </a:lnTo>
                    <a:lnTo>
                      <a:pt x="1198" y="686"/>
                    </a:lnTo>
                    <a:lnTo>
                      <a:pt x="1198" y="0"/>
                    </a:lnTo>
                    <a:close/>
                  </a:path>
                </a:pathLst>
              </a:custGeom>
              <a:solidFill>
                <a:schemeClr val="bg1">
                  <a:alpha val="23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3" name="Group 43"/>
            <p:cNvGrpSpPr/>
            <p:nvPr/>
          </p:nvGrpSpPr>
          <p:grpSpPr>
            <a:xfrm>
              <a:off x="2844800" y="2648409"/>
              <a:ext cx="2803525" cy="122237"/>
              <a:chOff x="4462463" y="2425701"/>
              <a:chExt cx="2803525" cy="122237"/>
            </a:xfrm>
          </p:grpSpPr>
          <p:sp>
            <p:nvSpPr>
              <p:cNvPr id="44" name="Freeform 15"/>
              <p:cNvSpPr>
                <a:spLocks/>
              </p:cNvSpPr>
              <p:nvPr/>
            </p:nvSpPr>
            <p:spPr bwMode="auto">
              <a:xfrm>
                <a:off x="4462463" y="2481263"/>
                <a:ext cx="2800350" cy="66675"/>
              </a:xfrm>
              <a:custGeom>
                <a:avLst/>
                <a:gdLst/>
                <a:ahLst/>
                <a:cxnLst>
                  <a:cxn ang="0">
                    <a:pos x="10" y="5"/>
                  </a:cxn>
                  <a:cxn ang="0">
                    <a:pos x="68" y="37"/>
                  </a:cxn>
                  <a:cxn ang="0">
                    <a:pos x="1487" y="37"/>
                  </a:cxn>
                  <a:cxn ang="0">
                    <a:pos x="1546" y="12"/>
                  </a:cxn>
                  <a:cxn ang="0">
                    <a:pos x="1547" y="0"/>
                  </a:cxn>
                  <a:cxn ang="0">
                    <a:pos x="10" y="5"/>
                  </a:cxn>
                </a:cxnLst>
                <a:rect l="0" t="0" r="r" b="b"/>
                <a:pathLst>
                  <a:path w="1547" h="37">
                    <a:moveTo>
                      <a:pt x="10" y="5"/>
                    </a:moveTo>
                    <a:cubicBezTo>
                      <a:pt x="10" y="5"/>
                      <a:pt x="0" y="23"/>
                      <a:pt x="68" y="37"/>
                    </a:cubicBezTo>
                    <a:cubicBezTo>
                      <a:pt x="1487" y="37"/>
                      <a:pt x="1487" y="37"/>
                      <a:pt x="1487" y="37"/>
                    </a:cubicBezTo>
                    <a:cubicBezTo>
                      <a:pt x="1487" y="37"/>
                      <a:pt x="1534" y="34"/>
                      <a:pt x="1546" y="12"/>
                    </a:cubicBezTo>
                    <a:cubicBezTo>
                      <a:pt x="1547" y="0"/>
                      <a:pt x="1547" y="0"/>
                      <a:pt x="1547" y="0"/>
                    </a:cubicBezTo>
                    <a:lnTo>
                      <a:pt x="10" y="5"/>
                    </a:lnTo>
                    <a:close/>
                  </a:path>
                </a:pathLst>
              </a:custGeom>
              <a:solidFill>
                <a:schemeClr val="bg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16"/>
              <p:cNvSpPr>
                <a:spLocks/>
              </p:cNvSpPr>
              <p:nvPr/>
            </p:nvSpPr>
            <p:spPr bwMode="auto">
              <a:xfrm>
                <a:off x="4478338" y="2425701"/>
                <a:ext cx="2787650" cy="84138"/>
              </a:xfrm>
              <a:custGeom>
                <a:avLst/>
                <a:gdLst/>
                <a:ahLst/>
                <a:cxnLst>
                  <a:cxn ang="0">
                    <a:pos x="1" y="0"/>
                  </a:cxn>
                  <a:cxn ang="0">
                    <a:pos x="0" y="38"/>
                  </a:cxn>
                  <a:cxn ang="0">
                    <a:pos x="16" y="43"/>
                  </a:cxn>
                  <a:cxn ang="0">
                    <a:pos x="1522" y="43"/>
                  </a:cxn>
                  <a:cxn ang="0">
                    <a:pos x="1538" y="40"/>
                  </a:cxn>
                  <a:cxn ang="0">
                    <a:pos x="1538" y="0"/>
                  </a:cxn>
                  <a:cxn ang="0">
                    <a:pos x="1" y="0"/>
                  </a:cxn>
                </a:cxnLst>
                <a:rect l="0" t="0" r="r" b="b"/>
                <a:pathLst>
                  <a:path w="1540" h="47">
                    <a:moveTo>
                      <a:pt x="1" y="0"/>
                    </a:moveTo>
                    <a:cubicBezTo>
                      <a:pt x="0" y="38"/>
                      <a:pt x="0" y="38"/>
                      <a:pt x="0" y="38"/>
                    </a:cubicBezTo>
                    <a:cubicBezTo>
                      <a:pt x="1" y="47"/>
                      <a:pt x="16" y="43"/>
                      <a:pt x="16" y="43"/>
                    </a:cubicBezTo>
                    <a:cubicBezTo>
                      <a:pt x="1522" y="43"/>
                      <a:pt x="1522" y="43"/>
                      <a:pt x="1522" y="43"/>
                    </a:cubicBezTo>
                    <a:cubicBezTo>
                      <a:pt x="1540" y="45"/>
                      <a:pt x="1538" y="40"/>
                      <a:pt x="1538" y="40"/>
                    </a:cubicBezTo>
                    <a:cubicBezTo>
                      <a:pt x="1538" y="0"/>
                      <a:pt x="1538" y="0"/>
                      <a:pt x="1538" y="0"/>
                    </a:cubicBezTo>
                    <a:lnTo>
                      <a:pt x="1"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1"/>
              <p:cNvSpPr>
                <a:spLocks/>
              </p:cNvSpPr>
              <p:nvPr/>
            </p:nvSpPr>
            <p:spPr bwMode="auto">
              <a:xfrm>
                <a:off x="5672138" y="2425701"/>
                <a:ext cx="392113" cy="44450"/>
              </a:xfrm>
              <a:custGeom>
                <a:avLst/>
                <a:gdLst/>
                <a:ahLst/>
                <a:cxnLst>
                  <a:cxn ang="0">
                    <a:pos x="20" y="22"/>
                  </a:cxn>
                  <a:cxn ang="0">
                    <a:pos x="198" y="22"/>
                  </a:cxn>
                  <a:cxn ang="0">
                    <a:pos x="215" y="1"/>
                  </a:cxn>
                  <a:cxn ang="0">
                    <a:pos x="6" y="0"/>
                  </a:cxn>
                  <a:cxn ang="0">
                    <a:pos x="20" y="22"/>
                  </a:cxn>
                </a:cxnLst>
                <a:rect l="0" t="0" r="r" b="b"/>
                <a:pathLst>
                  <a:path w="217" h="25">
                    <a:moveTo>
                      <a:pt x="20" y="22"/>
                    </a:moveTo>
                    <a:cubicBezTo>
                      <a:pt x="198" y="22"/>
                      <a:pt x="198" y="22"/>
                      <a:pt x="198" y="22"/>
                    </a:cubicBezTo>
                    <a:cubicBezTo>
                      <a:pt x="198" y="22"/>
                      <a:pt x="217" y="25"/>
                      <a:pt x="215" y="1"/>
                    </a:cubicBezTo>
                    <a:cubicBezTo>
                      <a:pt x="6" y="0"/>
                      <a:pt x="6" y="0"/>
                      <a:pt x="6" y="0"/>
                    </a:cubicBezTo>
                    <a:cubicBezTo>
                      <a:pt x="6" y="0"/>
                      <a:pt x="0" y="20"/>
                      <a:pt x="20" y="22"/>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50" name="Picture Placeholder 7"/>
          <p:cNvSpPr>
            <a:spLocks noGrp="1"/>
          </p:cNvSpPr>
          <p:nvPr>
            <p:ph type="pic" sz="quarter" idx="10" hasCustomPrompt="1"/>
          </p:nvPr>
        </p:nvSpPr>
        <p:spPr>
          <a:xfrm>
            <a:off x="1367200" y="1587190"/>
            <a:ext cx="2651372" cy="1635672"/>
          </a:xfrm>
          <a:prstGeom prst="rect">
            <a:avLst/>
          </a:prstGeom>
          <a:ln>
            <a:noFill/>
          </a:ln>
        </p:spPr>
        <p:txBody>
          <a:bodyPr bIns="457200" anchor="b"/>
          <a:lstStyle>
            <a:lvl1pPr algn="ctr">
              <a:buNone/>
              <a:defRPr sz="1100">
                <a:solidFill>
                  <a:schemeClr val="tx1">
                    <a:lumMod val="50000"/>
                    <a:lumOff val="50000"/>
                  </a:schemeClr>
                </a:solidFill>
              </a:defRPr>
            </a:lvl1pPr>
          </a:lstStyle>
          <a:p>
            <a:r>
              <a:rPr lang="en-US" dirty="0"/>
              <a:t>Image Holder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p:cTn id="15" dur="500" fill="hold"/>
                                        <p:tgtEl>
                                          <p:spTgt spid="41"/>
                                        </p:tgtEl>
                                        <p:attrNameLst>
                                          <p:attrName>ppt_w</p:attrName>
                                        </p:attrNameLst>
                                      </p:cBhvr>
                                      <p:tavLst>
                                        <p:tav tm="0">
                                          <p:val>
                                            <p:fltVal val="0"/>
                                          </p:val>
                                        </p:tav>
                                        <p:tav tm="100000">
                                          <p:val>
                                            <p:strVal val="#ppt_w"/>
                                          </p:val>
                                        </p:tav>
                                      </p:tavLst>
                                    </p:anim>
                                    <p:anim calcmode="lin" valueType="num">
                                      <p:cBhvr>
                                        <p:cTn id="16" dur="500" fill="hold"/>
                                        <p:tgtEl>
                                          <p:spTgt spid="41"/>
                                        </p:tgtEl>
                                        <p:attrNameLst>
                                          <p:attrName>ppt_h</p:attrName>
                                        </p:attrNameLst>
                                      </p:cBhvr>
                                      <p:tavLst>
                                        <p:tav tm="0">
                                          <p:val>
                                            <p:fltVal val="0"/>
                                          </p:val>
                                        </p:tav>
                                        <p:tav tm="100000">
                                          <p:val>
                                            <p:strVal val="#ppt_h"/>
                                          </p:val>
                                        </p:tav>
                                      </p:tavLst>
                                    </p:anim>
                                    <p:animEffect transition="in" filter="fade">
                                      <p:cBhvr>
                                        <p:cTn id="17" dur="500"/>
                                        <p:tgtEl>
                                          <p:spTgt spid="41"/>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wipe(down)">
                                      <p:cBhvr>
                                        <p:cTn id="21"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50"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Main Title+ SubTitle_Foot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9938" y="267471"/>
            <a:ext cx="5638800" cy="353524"/>
          </a:xfrm>
          <a:prstGeom prst="rect">
            <a:avLst/>
          </a:prstGeom>
        </p:spPr>
        <p:txBody>
          <a:bodyPr wrap="none" lIns="0" tIns="0" rIns="0" bIns="0" anchor="ctr">
            <a:noAutofit/>
          </a:bodyPr>
          <a:lstStyle>
            <a:lvl1pPr algn="l">
              <a:defRPr sz="2400" b="1" baseline="0">
                <a:solidFill>
                  <a:schemeClr val="tx1">
                    <a:lumMod val="50000"/>
                    <a:lumOff val="50000"/>
                  </a:schemeClr>
                </a:solidFill>
              </a:defRPr>
            </a:lvl1pPr>
          </a:lstStyle>
          <a:p>
            <a:r>
              <a:rPr lang="en-US" dirty="0"/>
              <a:t>Click To Edit Master Title Style</a:t>
            </a:r>
          </a:p>
        </p:txBody>
      </p:sp>
      <p:sp>
        <p:nvSpPr>
          <p:cNvPr id="15" name="Text Placeholder 3"/>
          <p:cNvSpPr>
            <a:spLocks noGrp="1"/>
          </p:cNvSpPr>
          <p:nvPr>
            <p:ph type="body" sz="half" idx="2" hasCustomPrompt="1"/>
          </p:nvPr>
        </p:nvSpPr>
        <p:spPr>
          <a:xfrm>
            <a:off x="769938" y="619462"/>
            <a:ext cx="4114800" cy="200746"/>
          </a:xfrm>
          <a:prstGeom prst="rect">
            <a:avLst/>
          </a:prstGeom>
        </p:spPr>
        <p:txBody>
          <a:bodyPr wrap="none" lIns="0" tIns="0" rIns="0" bIns="0" anchor="ctr">
            <a:noAutofit/>
          </a:bodyPr>
          <a:lstStyle>
            <a:lvl1pPr marL="0" indent="0" algn="l">
              <a:buNone/>
              <a:defRPr sz="14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grpSp>
        <p:nvGrpSpPr>
          <p:cNvPr id="3" name="Group 7"/>
          <p:cNvGrpSpPr/>
          <p:nvPr userDrawn="1"/>
        </p:nvGrpSpPr>
        <p:grpSpPr>
          <a:xfrm>
            <a:off x="0" y="5048851"/>
            <a:ext cx="9144000" cy="94649"/>
            <a:chOff x="0" y="2573904"/>
            <a:chExt cx="8767278" cy="44695"/>
          </a:xfrm>
        </p:grpSpPr>
        <p:grpSp>
          <p:nvGrpSpPr>
            <p:cNvPr id="4" name="Group 43"/>
            <p:cNvGrpSpPr/>
            <p:nvPr/>
          </p:nvGrpSpPr>
          <p:grpSpPr>
            <a:xfrm>
              <a:off x="0" y="2573904"/>
              <a:ext cx="3752335" cy="44695"/>
              <a:chOff x="0" y="2573904"/>
              <a:chExt cx="3752335" cy="44695"/>
            </a:xfrm>
          </p:grpSpPr>
          <p:sp>
            <p:nvSpPr>
              <p:cNvPr id="18" name="Rectangle 17"/>
              <p:cNvSpPr/>
              <p:nvPr/>
            </p:nvSpPr>
            <p:spPr>
              <a:xfrm>
                <a:off x="0" y="2573904"/>
                <a:ext cx="1262608" cy="4469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62608" y="2573904"/>
                <a:ext cx="1262608" cy="446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p:cNvSpPr/>
              <p:nvPr/>
            </p:nvSpPr>
            <p:spPr>
              <a:xfrm>
                <a:off x="2489727" y="2573904"/>
                <a:ext cx="1262608" cy="4469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4"/>
            <p:cNvGrpSpPr/>
            <p:nvPr/>
          </p:nvGrpSpPr>
          <p:grpSpPr>
            <a:xfrm>
              <a:off x="3752335" y="2573904"/>
              <a:ext cx="5014943" cy="44695"/>
              <a:chOff x="0" y="2573904"/>
              <a:chExt cx="5014943" cy="44695"/>
            </a:xfrm>
          </p:grpSpPr>
          <p:sp>
            <p:nvSpPr>
              <p:cNvPr id="12" name="Rectangle 11"/>
              <p:cNvSpPr/>
              <p:nvPr/>
            </p:nvSpPr>
            <p:spPr>
              <a:xfrm>
                <a:off x="0" y="2573904"/>
                <a:ext cx="1262608" cy="446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1262608" y="2573904"/>
                <a:ext cx="1262608" cy="446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a:off x="2489727" y="2573904"/>
                <a:ext cx="1262608" cy="4469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p:cNvSpPr/>
              <p:nvPr/>
            </p:nvSpPr>
            <p:spPr>
              <a:xfrm>
                <a:off x="3752335" y="2573904"/>
                <a:ext cx="1262608" cy="446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1" name="Flowchart: Off-page Connector 30"/>
          <p:cNvSpPr/>
          <p:nvPr userDrawn="1"/>
        </p:nvSpPr>
        <p:spPr>
          <a:xfrm>
            <a:off x="8622181" y="238198"/>
            <a:ext cx="288035" cy="235899"/>
          </a:xfrm>
          <a:prstGeom prst="flowChartOffpageConnector">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Slide Number Placeholder 4"/>
          <p:cNvSpPr>
            <a:spLocks noGrp="1"/>
          </p:cNvSpPr>
          <p:nvPr>
            <p:ph type="sldNum" sz="quarter" idx="12"/>
          </p:nvPr>
        </p:nvSpPr>
        <p:spPr>
          <a:xfrm>
            <a:off x="8542120" y="197976"/>
            <a:ext cx="457681" cy="274637"/>
          </a:xfrm>
          <a:prstGeom prst="rect">
            <a:avLst/>
          </a:prstGeom>
        </p:spPr>
        <p:txBody>
          <a:bodyPr anchor="ctr"/>
          <a:lstStyle>
            <a:lvl1pPr algn="ctr">
              <a:defRPr sz="1000" b="1">
                <a:solidFill>
                  <a:schemeClr val="bg1"/>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4788842" y="1229499"/>
            <a:ext cx="3681115" cy="3225991"/>
          </a:xfrm>
          <a:prstGeom prst="rect">
            <a:avLst/>
          </a:prstGeom>
          <a:ln>
            <a:noFill/>
          </a:ln>
        </p:spPr>
        <p:txBody>
          <a:bodyPr bIns="274320" anchor="b"/>
          <a:lstStyle>
            <a:lvl1pPr algn="ctr">
              <a:buNone/>
              <a:defRPr sz="1200">
                <a:solidFill>
                  <a:schemeClr val="tx1">
                    <a:lumMod val="50000"/>
                    <a:lumOff val="50000"/>
                  </a:schemeClr>
                </a:solidFill>
              </a:defRPr>
            </a:lvl1pPr>
          </a:lstStyle>
          <a:p>
            <a:r>
              <a:rPr lang="en-US" dirty="0"/>
              <a:t>Image Holder</a:t>
            </a:r>
          </a:p>
        </p:txBody>
      </p:sp>
      <p:sp>
        <p:nvSpPr>
          <p:cNvPr id="8"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9"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12" name="Round Same Side Corner Rectangle 11"/>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13"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wipe(down)">
                                      <p:cBhvr>
                                        <p:cTn id="11" dur="500"/>
                                        <p:tgtEl>
                                          <p:spTgt spid="9">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build="p">
        <p:tmplLst>
          <p:tmpl lvl="1">
            <p:tnLst>
              <p:par>
                <p:cTn presetID="22" presetClass="entr" presetSubtype="4"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down)">
                      <p:cBhvr>
                        <p:cTn dur="500"/>
                        <p:tgtEl>
                          <p:spTgt spid="9"/>
                        </p:tgtEl>
                      </p:cBhvr>
                    </p:animEffect>
                  </p:childTnLst>
                </p:cTn>
              </p:par>
            </p:tnLst>
          </p:tmpl>
        </p:tmplLst>
      </p:bldP>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67991" y="1472626"/>
            <a:ext cx="1421516" cy="1421092"/>
          </a:xfrm>
          <a:prstGeom prst="roundRect">
            <a:avLst/>
          </a:prstGeom>
          <a:ln w="28575">
            <a:solidFill>
              <a:schemeClr val="accent1"/>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34" name="Picture Placeholder 7"/>
          <p:cNvSpPr>
            <a:spLocks noGrp="1"/>
          </p:cNvSpPr>
          <p:nvPr>
            <p:ph type="pic" sz="quarter" idx="18" hasCustomPrompt="1"/>
          </p:nvPr>
        </p:nvSpPr>
        <p:spPr>
          <a:xfrm>
            <a:off x="2822643" y="1472626"/>
            <a:ext cx="1421516" cy="1421092"/>
          </a:xfrm>
          <a:prstGeom prst="roundRect">
            <a:avLst/>
          </a:prstGeom>
          <a:ln w="28575">
            <a:solidFill>
              <a:schemeClr val="accent2"/>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37" name="Picture Placeholder 7"/>
          <p:cNvSpPr>
            <a:spLocks noGrp="1"/>
          </p:cNvSpPr>
          <p:nvPr>
            <p:ph type="pic" sz="quarter" idx="21" hasCustomPrompt="1"/>
          </p:nvPr>
        </p:nvSpPr>
        <p:spPr>
          <a:xfrm>
            <a:off x="4829092" y="1472626"/>
            <a:ext cx="1421516" cy="1421092"/>
          </a:xfrm>
          <a:prstGeom prst="roundRect">
            <a:avLst/>
          </a:prstGeom>
          <a:ln w="28575">
            <a:solidFill>
              <a:schemeClr val="accent3"/>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40" name="Picture Placeholder 7"/>
          <p:cNvSpPr>
            <a:spLocks noGrp="1"/>
          </p:cNvSpPr>
          <p:nvPr>
            <p:ph type="pic" sz="quarter" idx="24" hasCustomPrompt="1"/>
          </p:nvPr>
        </p:nvSpPr>
        <p:spPr>
          <a:xfrm>
            <a:off x="6835350" y="1472626"/>
            <a:ext cx="1421516" cy="1421092"/>
          </a:xfrm>
          <a:prstGeom prst="roundRect">
            <a:avLst/>
          </a:prstGeom>
          <a:ln w="28575">
            <a:solidFill>
              <a:schemeClr val="accent4"/>
            </a:solidFill>
          </a:ln>
        </p:spPr>
        <p:txBody>
          <a:bodyPr bIns="182880" anchor="b"/>
          <a:lstStyle>
            <a:lvl1pPr algn="ctr">
              <a:buNone/>
              <a:defRPr sz="1100">
                <a:solidFill>
                  <a:schemeClr val="tx1">
                    <a:lumMod val="50000"/>
                    <a:lumOff val="50000"/>
                  </a:schemeClr>
                </a:solidFill>
              </a:defRPr>
            </a:lvl1pPr>
          </a:lstStyle>
          <a:p>
            <a:r>
              <a:rPr lang="en-US" dirty="0"/>
              <a:t>Image Holder</a:t>
            </a:r>
          </a:p>
        </p:txBody>
      </p:sp>
      <p:sp>
        <p:nvSpPr>
          <p:cNvPr id="42"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3"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10" name="Round Same Side Corner Rectangle 9"/>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11" name="Slide Number Placeholder 4"/>
          <p:cNvSpPr txBox="1">
            <a:spLocks/>
          </p:cNvSpPr>
          <p:nvPr userDrawn="1"/>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pPr marL="0" marR="0" lvl="0" indent="0" algn="ctr" defTabSz="1031626" rtl="0" eaLnBrk="1" fontAlgn="auto" latinLnBrk="0" hangingPunct="1">
              <a:lnSpc>
                <a:spcPct val="100000"/>
              </a:lnSpc>
              <a:spcBef>
                <a:spcPts val="0"/>
              </a:spcBef>
              <a:spcAft>
                <a:spcPts val="0"/>
              </a:spcAft>
              <a:buClrTx/>
              <a:buSzTx/>
              <a:buFontTx/>
              <a:buNone/>
              <a:tabLst/>
              <a:defRPr/>
            </a:pPr>
            <a:fld id="{C136B7D2-B98C-44FD-8D04-7EC62A564975}" type="slidenum">
              <a:rPr kumimoji="0" lang="en-US" sz="900" b="1" i="0" u="none" strike="noStrike" kern="1200" cap="none" spc="0" normalizeH="0" baseline="0" noProof="0" smtClean="0">
                <a:ln>
                  <a:noFill/>
                </a:ln>
                <a:solidFill>
                  <a:schemeClr val="tx1">
                    <a:lumMod val="50000"/>
                    <a:lumOff val="50000"/>
                  </a:schemeClr>
                </a:solidFill>
                <a:effectLst/>
                <a:uLnTx/>
                <a:uFillTx/>
                <a:latin typeface="+mn-lt"/>
                <a:ea typeface="+mn-ea"/>
                <a:cs typeface="+mn-cs"/>
              </a:rPr>
              <a:pPr marL="0" marR="0" lvl="0" indent="0" algn="ctr" defTabSz="1031626" rtl="0" eaLnBrk="1" fontAlgn="auto" latinLnBrk="0" hangingPunct="1">
                <a:lnSpc>
                  <a:spcPct val="100000"/>
                </a:lnSpc>
                <a:spcBef>
                  <a:spcPts val="0"/>
                </a:spcBef>
                <a:spcAft>
                  <a:spcPts val="0"/>
                </a:spcAft>
                <a:buClrTx/>
                <a:buSzTx/>
                <a:buFontTx/>
                <a:buNone/>
                <a:tabLst/>
                <a:defRPr/>
              </a:pPr>
              <a:t>‹#›</a:t>
            </a:fld>
            <a:endParaRPr kumimoji="0" lang="en-US" sz="9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Effect transition="in" filter="fade">
                                      <p:cBhvr>
                                        <p:cTn id="11" dur="500"/>
                                        <p:tgtEl>
                                          <p:spTgt spid="43">
                                            <p:txEl>
                                              <p:pRg st="0" end="0"/>
                                            </p:txEl>
                                          </p:spTgt>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500" fill="hold"/>
                                        <p:tgtEl>
                                          <p:spTgt spid="34"/>
                                        </p:tgtEl>
                                        <p:attrNameLst>
                                          <p:attrName>ppt_w</p:attrName>
                                        </p:attrNameLst>
                                      </p:cBhvr>
                                      <p:tavLst>
                                        <p:tav tm="0">
                                          <p:val>
                                            <p:fltVal val="0"/>
                                          </p:val>
                                        </p:tav>
                                        <p:tav tm="100000">
                                          <p:val>
                                            <p:strVal val="#ppt_w"/>
                                          </p:val>
                                        </p:tav>
                                      </p:tavLst>
                                    </p:anim>
                                    <p:anim calcmode="lin" valueType="num">
                                      <p:cBhvr>
                                        <p:cTn id="22" dur="500" fill="hold"/>
                                        <p:tgtEl>
                                          <p:spTgt spid="34"/>
                                        </p:tgtEl>
                                        <p:attrNameLst>
                                          <p:attrName>ppt_h</p:attrName>
                                        </p:attrNameLst>
                                      </p:cBhvr>
                                      <p:tavLst>
                                        <p:tav tm="0">
                                          <p:val>
                                            <p:fltVal val="0"/>
                                          </p:val>
                                        </p:tav>
                                        <p:tav tm="100000">
                                          <p:val>
                                            <p:strVal val="#ppt_h"/>
                                          </p:val>
                                        </p:tav>
                                      </p:tavLst>
                                    </p:anim>
                                    <p:animEffect transition="in" filter="fade">
                                      <p:cBhvr>
                                        <p:cTn id="23" dur="500"/>
                                        <p:tgtEl>
                                          <p:spTgt spid="3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Effect transition="in" filter="fade">
                                      <p:cBhvr>
                                        <p:cTn id="29" dur="500"/>
                                        <p:tgtEl>
                                          <p:spTgt spid="37"/>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40"/>
                                        </p:tgtEl>
                                        <p:attrNameLst>
                                          <p:attrName>style.visibility</p:attrName>
                                        </p:attrNameLst>
                                      </p:cBhvr>
                                      <p:to>
                                        <p:strVal val="visible"/>
                                      </p:to>
                                    </p:set>
                                    <p:anim calcmode="lin" valueType="num">
                                      <p:cBhvr>
                                        <p:cTn id="33" dur="500" fill="hold"/>
                                        <p:tgtEl>
                                          <p:spTgt spid="40"/>
                                        </p:tgtEl>
                                        <p:attrNameLst>
                                          <p:attrName>ppt_w</p:attrName>
                                        </p:attrNameLst>
                                      </p:cBhvr>
                                      <p:tavLst>
                                        <p:tav tm="0">
                                          <p:val>
                                            <p:fltVal val="0"/>
                                          </p:val>
                                        </p:tav>
                                        <p:tav tm="100000">
                                          <p:val>
                                            <p:strVal val="#ppt_w"/>
                                          </p:val>
                                        </p:tav>
                                      </p:tavLst>
                                    </p:anim>
                                    <p:anim calcmode="lin" valueType="num">
                                      <p:cBhvr>
                                        <p:cTn id="34" dur="500" fill="hold"/>
                                        <p:tgtEl>
                                          <p:spTgt spid="40"/>
                                        </p:tgtEl>
                                        <p:attrNameLst>
                                          <p:attrName>ppt_h</p:attrName>
                                        </p:attrNameLst>
                                      </p:cBhvr>
                                      <p:tavLst>
                                        <p:tav tm="0">
                                          <p:val>
                                            <p:fltVal val="0"/>
                                          </p:val>
                                        </p:tav>
                                        <p:tav tm="100000">
                                          <p:val>
                                            <p:strVal val="#ppt_h"/>
                                          </p:val>
                                        </p:tav>
                                      </p:tavLst>
                                    </p:anim>
                                    <p:animEffect transition="in" filter="fade">
                                      <p:cBhvr>
                                        <p:cTn id="3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P spid="42" grpId="0"/>
      <p:bldP spid="43" grpId="0" build="p">
        <p:tmplLst>
          <p:tmpl lvl="1">
            <p:tnLst>
              <p:par>
                <p:cTn presetID="10" presetClass="entr" presetSubtype="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_Team02">
    <p:spTree>
      <p:nvGrpSpPr>
        <p:cNvPr id="1" name=""/>
        <p:cNvGrpSpPr/>
        <p:nvPr/>
      </p:nvGrpSpPr>
      <p:grpSpPr>
        <a:xfrm>
          <a:off x="0" y="0"/>
          <a:ext cx="0" cy="0"/>
          <a:chOff x="0" y="0"/>
          <a:chExt cx="0" cy="0"/>
        </a:xfrm>
      </p:grpSpPr>
      <p:sp>
        <p:nvSpPr>
          <p:cNvPr id="40" name="Oval 39"/>
          <p:cNvSpPr/>
          <p:nvPr userDrawn="1"/>
        </p:nvSpPr>
        <p:spPr>
          <a:xfrm>
            <a:off x="1452601" y="1526704"/>
            <a:ext cx="2936519" cy="2936519"/>
          </a:xfrm>
          <a:prstGeom prst="ellipse">
            <a:avLst/>
          </a:prstGeom>
          <a:noFill/>
          <a:ln w="19050">
            <a:solidFill>
              <a:schemeClr val="tx2">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5"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59" name="Picture Placeholder 7"/>
          <p:cNvSpPr>
            <a:spLocks noGrp="1"/>
          </p:cNvSpPr>
          <p:nvPr>
            <p:ph type="pic" sz="quarter" idx="10" hasCustomPrompt="1"/>
          </p:nvPr>
        </p:nvSpPr>
        <p:spPr>
          <a:xfrm>
            <a:off x="1056569" y="2495701"/>
            <a:ext cx="997689" cy="997392"/>
          </a:xfrm>
          <a:prstGeom prst="ellipse">
            <a:avLst/>
          </a:prstGeom>
          <a:ln w="28575">
            <a:solidFill>
              <a:schemeClr val="accent1"/>
            </a:solidFill>
          </a:ln>
        </p:spPr>
        <p:txBody>
          <a:bodyPr bIns="91440" anchor="b"/>
          <a:lstStyle>
            <a:lvl1pPr algn="ctr">
              <a:buNone/>
              <a:defRPr sz="700">
                <a:solidFill>
                  <a:schemeClr val="tx1">
                    <a:lumMod val="50000"/>
                    <a:lumOff val="50000"/>
                  </a:schemeClr>
                </a:solidFill>
              </a:defRPr>
            </a:lvl1pPr>
          </a:lstStyle>
          <a:p>
            <a:r>
              <a:rPr lang="en-US" dirty="0"/>
              <a:t>Image Holder</a:t>
            </a:r>
          </a:p>
        </p:txBody>
      </p:sp>
      <p:sp>
        <p:nvSpPr>
          <p:cNvPr id="60" name="Picture Placeholder 7"/>
          <p:cNvSpPr>
            <a:spLocks noGrp="1"/>
          </p:cNvSpPr>
          <p:nvPr>
            <p:ph type="pic" sz="quarter" idx="13" hasCustomPrompt="1"/>
          </p:nvPr>
        </p:nvSpPr>
        <p:spPr>
          <a:xfrm>
            <a:off x="2438400" y="1124588"/>
            <a:ext cx="997689" cy="997392"/>
          </a:xfrm>
          <a:prstGeom prst="ellipse">
            <a:avLst/>
          </a:prstGeom>
          <a:ln w="28575">
            <a:solidFill>
              <a:schemeClr val="accent2"/>
            </a:solidFill>
          </a:ln>
        </p:spPr>
        <p:txBody>
          <a:bodyPr bIns="91440" anchor="b"/>
          <a:lstStyle>
            <a:lvl1pPr algn="ctr">
              <a:buNone/>
              <a:defRPr sz="700">
                <a:solidFill>
                  <a:schemeClr val="tx1">
                    <a:lumMod val="50000"/>
                    <a:lumOff val="50000"/>
                  </a:schemeClr>
                </a:solidFill>
              </a:defRPr>
            </a:lvl1pPr>
          </a:lstStyle>
          <a:p>
            <a:r>
              <a:rPr lang="en-US" dirty="0"/>
              <a:t>Image Holder</a:t>
            </a:r>
          </a:p>
        </p:txBody>
      </p:sp>
      <p:sp>
        <p:nvSpPr>
          <p:cNvPr id="61" name="Picture Placeholder 7"/>
          <p:cNvSpPr>
            <a:spLocks noGrp="1"/>
          </p:cNvSpPr>
          <p:nvPr>
            <p:ph type="pic" sz="quarter" idx="14" hasCustomPrompt="1"/>
          </p:nvPr>
        </p:nvSpPr>
        <p:spPr>
          <a:xfrm>
            <a:off x="3784267" y="2503321"/>
            <a:ext cx="997689" cy="997392"/>
          </a:xfrm>
          <a:prstGeom prst="ellipse">
            <a:avLst/>
          </a:prstGeom>
          <a:ln w="28575">
            <a:solidFill>
              <a:schemeClr val="accent3"/>
            </a:solidFill>
          </a:ln>
        </p:spPr>
        <p:txBody>
          <a:bodyPr bIns="91440" anchor="b"/>
          <a:lstStyle>
            <a:lvl1pPr algn="ctr">
              <a:buNone/>
              <a:defRPr sz="700">
                <a:solidFill>
                  <a:schemeClr val="tx1">
                    <a:lumMod val="50000"/>
                    <a:lumOff val="50000"/>
                  </a:schemeClr>
                </a:solidFill>
              </a:defRPr>
            </a:lvl1pPr>
          </a:lstStyle>
          <a:p>
            <a:r>
              <a:rPr lang="en-US" dirty="0"/>
              <a:t>Image Holder</a:t>
            </a:r>
          </a:p>
        </p:txBody>
      </p:sp>
      <p:sp>
        <p:nvSpPr>
          <p:cNvPr id="62" name="Picture Placeholder 7"/>
          <p:cNvSpPr>
            <a:spLocks noGrp="1"/>
          </p:cNvSpPr>
          <p:nvPr>
            <p:ph type="pic" sz="quarter" idx="15" hasCustomPrompt="1"/>
          </p:nvPr>
        </p:nvSpPr>
        <p:spPr>
          <a:xfrm>
            <a:off x="2422016" y="3860358"/>
            <a:ext cx="997689" cy="997392"/>
          </a:xfrm>
          <a:prstGeom prst="ellipse">
            <a:avLst/>
          </a:prstGeom>
          <a:ln w="28575">
            <a:solidFill>
              <a:schemeClr val="accent4"/>
            </a:solidFill>
          </a:ln>
        </p:spPr>
        <p:txBody>
          <a:bodyPr bIns="91440" anchor="b"/>
          <a:lstStyle>
            <a:lvl1pPr algn="ctr">
              <a:buNone/>
              <a:defRPr sz="700">
                <a:solidFill>
                  <a:schemeClr val="tx1">
                    <a:lumMod val="50000"/>
                    <a:lumOff val="50000"/>
                  </a:schemeClr>
                </a:solidFill>
              </a:defRPr>
            </a:lvl1pPr>
          </a:lstStyle>
          <a:p>
            <a:r>
              <a:rPr lang="en-US" dirty="0"/>
              <a:t>Image Holder</a:t>
            </a:r>
          </a:p>
        </p:txBody>
      </p:sp>
      <p:sp>
        <p:nvSpPr>
          <p:cNvPr id="63" name="Text Placeholder 3"/>
          <p:cNvSpPr>
            <a:spLocks noGrp="1"/>
          </p:cNvSpPr>
          <p:nvPr>
            <p:ph type="body" sz="half" idx="19"/>
          </p:nvPr>
        </p:nvSpPr>
        <p:spPr>
          <a:xfrm>
            <a:off x="406762" y="3553224"/>
            <a:ext cx="1164563" cy="381730"/>
          </a:xfrm>
          <a:prstGeom prst="rect">
            <a:avLst/>
          </a:prstGeom>
        </p:spPr>
        <p:txBody>
          <a:bodyPr wrap="square" lIns="0" tIns="0" rIns="0" bIns="0" anchor="t">
            <a:noAutofit/>
          </a:bodyPr>
          <a:lstStyle>
            <a:lvl1pPr marL="0" indent="0" algn="r" rtl="1">
              <a:buNone/>
              <a:defRPr sz="1100" b="1" baseline="0">
                <a:solidFill>
                  <a:schemeClr val="accent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4" name="Text Placeholder 3"/>
          <p:cNvSpPr>
            <a:spLocks noGrp="1"/>
          </p:cNvSpPr>
          <p:nvPr>
            <p:ph type="body" sz="half" idx="20"/>
          </p:nvPr>
        </p:nvSpPr>
        <p:spPr>
          <a:xfrm>
            <a:off x="1170318" y="4425136"/>
            <a:ext cx="1164563" cy="381730"/>
          </a:xfrm>
          <a:prstGeom prst="rect">
            <a:avLst/>
          </a:prstGeom>
        </p:spPr>
        <p:txBody>
          <a:bodyPr wrap="square" lIns="0" tIns="0" rIns="0" bIns="0" anchor="t">
            <a:noAutofit/>
          </a:bodyPr>
          <a:lstStyle>
            <a:lvl1pPr marL="0" indent="0" algn="r" rtl="1">
              <a:buNone/>
              <a:defRPr sz="1100" b="1" baseline="0">
                <a:solidFill>
                  <a:schemeClr val="accent4"/>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5" name="Text Placeholder 3"/>
          <p:cNvSpPr>
            <a:spLocks noGrp="1"/>
          </p:cNvSpPr>
          <p:nvPr>
            <p:ph type="body" sz="half" idx="21"/>
          </p:nvPr>
        </p:nvSpPr>
        <p:spPr>
          <a:xfrm>
            <a:off x="3494818" y="1287714"/>
            <a:ext cx="1164563" cy="381730"/>
          </a:xfrm>
          <a:prstGeom prst="rect">
            <a:avLst/>
          </a:prstGeom>
        </p:spPr>
        <p:txBody>
          <a:bodyPr wrap="square" lIns="0" tIns="0" rIns="0" bIns="0" anchor="t">
            <a:noAutofit/>
          </a:bodyPr>
          <a:lstStyle>
            <a:lvl1pPr marL="0" indent="0" algn="l" rtl="1">
              <a:buNone/>
              <a:defRPr sz="1100" b="1" baseline="0">
                <a:solidFill>
                  <a:schemeClr val="accent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66" name="Text Placeholder 3"/>
          <p:cNvSpPr>
            <a:spLocks noGrp="1"/>
          </p:cNvSpPr>
          <p:nvPr>
            <p:ph type="body" sz="half" idx="22"/>
          </p:nvPr>
        </p:nvSpPr>
        <p:spPr>
          <a:xfrm>
            <a:off x="4256824" y="3572474"/>
            <a:ext cx="1164563" cy="381730"/>
          </a:xfrm>
          <a:prstGeom prst="rect">
            <a:avLst/>
          </a:prstGeom>
        </p:spPr>
        <p:txBody>
          <a:bodyPr wrap="square" lIns="0" tIns="0" rIns="0" bIns="0" anchor="t">
            <a:noAutofit/>
          </a:bodyPr>
          <a:lstStyle>
            <a:lvl1pPr marL="0" indent="0" algn="l" rtl="1">
              <a:buNone/>
              <a:defRPr sz="1100" b="1" baseline="0">
                <a:solidFill>
                  <a:schemeClr val="accent3"/>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endParaRPr lang="en-US" dirty="0"/>
          </a:p>
          <a:p>
            <a:pPr lvl="0"/>
            <a:endParaRPr lang="en-US" dirty="0"/>
          </a:p>
        </p:txBody>
      </p:sp>
      <p:sp>
        <p:nvSpPr>
          <p:cNvPr id="15" name="Round Same Side Corner Rectangle 14"/>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16" name="Slide Number Placeholder 4"/>
          <p:cNvSpPr>
            <a:spLocks noGrp="1"/>
          </p:cNvSpPr>
          <p:nvPr>
            <p:ph type="sldNum" sz="quarter" idx="23"/>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5">
                                            <p:txEl>
                                              <p:pRg st="0" end="0"/>
                                            </p:txEl>
                                          </p:spTgt>
                                        </p:tgtEl>
                                        <p:attrNameLst>
                                          <p:attrName>style.visibility</p:attrName>
                                        </p:attrNameLst>
                                      </p:cBhvr>
                                      <p:to>
                                        <p:strVal val="visible"/>
                                      </p:to>
                                    </p:set>
                                    <p:animEffect transition="in" filter="fade">
                                      <p:cBhvr>
                                        <p:cTn id="11" dur="500"/>
                                        <p:tgtEl>
                                          <p:spTgt spid="45">
                                            <p:txEl>
                                              <p:pRg st="0" end="0"/>
                                            </p:txEl>
                                          </p:spTgt>
                                        </p:tgtEl>
                                      </p:cBhvr>
                                    </p:animEffect>
                                  </p:childTnLst>
                                </p:cTn>
                              </p:par>
                            </p:childTnLst>
                          </p:cTn>
                        </p:par>
                        <p:par>
                          <p:cTn id="12" fill="hold">
                            <p:stCondLst>
                              <p:cond delay="1000"/>
                            </p:stCondLst>
                            <p:childTnLst>
                              <p:par>
                                <p:cTn id="13" presetID="16" presetClass="entr" presetSubtype="26" fill="hold" grpId="0" nodeType="after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barn(inHorizontal)">
                                      <p:cBhvr>
                                        <p:cTn id="15" dur="1000"/>
                                        <p:tgtEl>
                                          <p:spTgt spid="40"/>
                                        </p:tgtEl>
                                      </p:cBhvr>
                                    </p:animEffect>
                                  </p:childTnLst>
                                </p:cTn>
                              </p:par>
                            </p:childTnLst>
                          </p:cTn>
                        </p:par>
                        <p:par>
                          <p:cTn id="16" fill="hold">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500" fill="hold"/>
                                        <p:tgtEl>
                                          <p:spTgt spid="59"/>
                                        </p:tgtEl>
                                        <p:attrNameLst>
                                          <p:attrName>ppt_w</p:attrName>
                                        </p:attrNameLst>
                                      </p:cBhvr>
                                      <p:tavLst>
                                        <p:tav tm="0">
                                          <p:val>
                                            <p:fltVal val="0"/>
                                          </p:val>
                                        </p:tav>
                                        <p:tav tm="100000">
                                          <p:val>
                                            <p:strVal val="#ppt_w"/>
                                          </p:val>
                                        </p:tav>
                                      </p:tavLst>
                                    </p:anim>
                                    <p:anim calcmode="lin" valueType="num">
                                      <p:cBhvr>
                                        <p:cTn id="20" dur="500" fill="hold"/>
                                        <p:tgtEl>
                                          <p:spTgt spid="59"/>
                                        </p:tgtEl>
                                        <p:attrNameLst>
                                          <p:attrName>ppt_h</p:attrName>
                                        </p:attrNameLst>
                                      </p:cBhvr>
                                      <p:tavLst>
                                        <p:tav tm="0">
                                          <p:val>
                                            <p:fltVal val="0"/>
                                          </p:val>
                                        </p:tav>
                                        <p:tav tm="100000">
                                          <p:val>
                                            <p:strVal val="#ppt_h"/>
                                          </p:val>
                                        </p:tav>
                                      </p:tavLst>
                                    </p:anim>
                                    <p:animEffect transition="in" filter="fade">
                                      <p:cBhvr>
                                        <p:cTn id="21" dur="500"/>
                                        <p:tgtEl>
                                          <p:spTgt spid="59"/>
                                        </p:tgtEl>
                                      </p:cBhvr>
                                    </p:animEffect>
                                  </p:childTnLst>
                                </p:cTn>
                              </p:par>
                            </p:childTnLst>
                          </p:cTn>
                        </p:par>
                        <p:par>
                          <p:cTn id="22" fill="hold">
                            <p:stCondLst>
                              <p:cond delay="2500"/>
                            </p:stCondLst>
                            <p:childTnLst>
                              <p:par>
                                <p:cTn id="23" presetID="22" presetClass="entr" presetSubtype="2" fill="hold" grpId="0" nodeType="afterEffect" nodePh="1">
                                  <p:stCondLst>
                                    <p:cond delay="0"/>
                                  </p:stCondLst>
                                  <p:endCondLst>
                                    <p:cond evt="begin" delay="0">
                                      <p:tn val="23"/>
                                    </p:cond>
                                  </p:endCondLst>
                                  <p:childTnLst>
                                    <p:set>
                                      <p:cBhvr>
                                        <p:cTn id="24" dur="1" fill="hold">
                                          <p:stCondLst>
                                            <p:cond delay="0"/>
                                          </p:stCondLst>
                                        </p:cTn>
                                        <p:tgtEl>
                                          <p:spTgt spid="63">
                                            <p:txEl>
                                              <p:pRg st="0" end="0"/>
                                            </p:txEl>
                                          </p:spTgt>
                                        </p:tgtEl>
                                        <p:attrNameLst>
                                          <p:attrName>style.visibility</p:attrName>
                                        </p:attrNameLst>
                                      </p:cBhvr>
                                      <p:to>
                                        <p:strVal val="visible"/>
                                      </p:to>
                                    </p:set>
                                    <p:animEffect transition="in" filter="wipe(right)">
                                      <p:cBhvr>
                                        <p:cTn id="25" dur="500"/>
                                        <p:tgtEl>
                                          <p:spTgt spid="63">
                                            <p:txEl>
                                              <p:pRg st="0" end="0"/>
                                            </p:txEl>
                                          </p:spTgt>
                                        </p:tgtEl>
                                      </p:cBhvr>
                                    </p:animEffect>
                                  </p:childTnLst>
                                </p:cTn>
                              </p:par>
                            </p:childTnLst>
                          </p:cTn>
                        </p:par>
                        <p:par>
                          <p:cTn id="26" fill="hold">
                            <p:stCondLst>
                              <p:cond delay="3000"/>
                            </p:stCondLst>
                            <p:childTnLst>
                              <p:par>
                                <p:cTn id="27" presetID="53" presetClass="entr" presetSubtype="0" fill="hold" grpId="0" nodeType="after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p:cTn id="29" dur="500" fill="hold"/>
                                        <p:tgtEl>
                                          <p:spTgt spid="60"/>
                                        </p:tgtEl>
                                        <p:attrNameLst>
                                          <p:attrName>ppt_w</p:attrName>
                                        </p:attrNameLst>
                                      </p:cBhvr>
                                      <p:tavLst>
                                        <p:tav tm="0">
                                          <p:val>
                                            <p:fltVal val="0"/>
                                          </p:val>
                                        </p:tav>
                                        <p:tav tm="100000">
                                          <p:val>
                                            <p:strVal val="#ppt_w"/>
                                          </p:val>
                                        </p:tav>
                                      </p:tavLst>
                                    </p:anim>
                                    <p:anim calcmode="lin" valueType="num">
                                      <p:cBhvr>
                                        <p:cTn id="30" dur="500" fill="hold"/>
                                        <p:tgtEl>
                                          <p:spTgt spid="60"/>
                                        </p:tgtEl>
                                        <p:attrNameLst>
                                          <p:attrName>ppt_h</p:attrName>
                                        </p:attrNameLst>
                                      </p:cBhvr>
                                      <p:tavLst>
                                        <p:tav tm="0">
                                          <p:val>
                                            <p:fltVal val="0"/>
                                          </p:val>
                                        </p:tav>
                                        <p:tav tm="100000">
                                          <p:val>
                                            <p:strVal val="#ppt_h"/>
                                          </p:val>
                                        </p:tav>
                                      </p:tavLst>
                                    </p:anim>
                                    <p:animEffect transition="in" filter="fade">
                                      <p:cBhvr>
                                        <p:cTn id="31" dur="500"/>
                                        <p:tgtEl>
                                          <p:spTgt spid="60"/>
                                        </p:tgtEl>
                                      </p:cBhvr>
                                    </p:animEffect>
                                  </p:childTnLst>
                                </p:cTn>
                              </p:par>
                            </p:childTnLst>
                          </p:cTn>
                        </p:par>
                        <p:par>
                          <p:cTn id="32" fill="hold">
                            <p:stCondLst>
                              <p:cond delay="3500"/>
                            </p:stCondLst>
                            <p:childTnLst>
                              <p:par>
                                <p:cTn id="33" presetID="22" presetClass="entr" presetSubtype="8" fill="hold" grpId="0" nodeType="afterEffect" nodePh="1">
                                  <p:stCondLst>
                                    <p:cond delay="0"/>
                                  </p:stCondLst>
                                  <p:endCondLst>
                                    <p:cond evt="begin" delay="0">
                                      <p:tn val="33"/>
                                    </p:cond>
                                  </p:endCondLst>
                                  <p:childTnLst>
                                    <p:set>
                                      <p:cBhvr>
                                        <p:cTn id="34" dur="1" fill="hold">
                                          <p:stCondLst>
                                            <p:cond delay="0"/>
                                          </p:stCondLst>
                                        </p:cTn>
                                        <p:tgtEl>
                                          <p:spTgt spid="65">
                                            <p:txEl>
                                              <p:pRg st="0" end="0"/>
                                            </p:txEl>
                                          </p:spTgt>
                                        </p:tgtEl>
                                        <p:attrNameLst>
                                          <p:attrName>style.visibility</p:attrName>
                                        </p:attrNameLst>
                                      </p:cBhvr>
                                      <p:to>
                                        <p:strVal val="visible"/>
                                      </p:to>
                                    </p:set>
                                    <p:animEffect transition="in" filter="wipe(left)">
                                      <p:cBhvr>
                                        <p:cTn id="35" dur="500"/>
                                        <p:tgtEl>
                                          <p:spTgt spid="65">
                                            <p:txEl>
                                              <p:pRg st="0" end="0"/>
                                            </p:txEl>
                                          </p:spTgt>
                                        </p:tgtEl>
                                      </p:cBhvr>
                                    </p:animEffect>
                                  </p:childTnLst>
                                </p:cTn>
                              </p:par>
                            </p:childTnLst>
                          </p:cTn>
                        </p:par>
                        <p:par>
                          <p:cTn id="36" fill="hold">
                            <p:stCondLst>
                              <p:cond delay="4000"/>
                            </p:stCondLst>
                            <p:childTnLst>
                              <p:par>
                                <p:cTn id="37" presetID="53" presetClass="entr" presetSubtype="0" fill="hold" grpId="0" nodeType="after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p:cTn id="39" dur="500" fill="hold"/>
                                        <p:tgtEl>
                                          <p:spTgt spid="61"/>
                                        </p:tgtEl>
                                        <p:attrNameLst>
                                          <p:attrName>ppt_w</p:attrName>
                                        </p:attrNameLst>
                                      </p:cBhvr>
                                      <p:tavLst>
                                        <p:tav tm="0">
                                          <p:val>
                                            <p:fltVal val="0"/>
                                          </p:val>
                                        </p:tav>
                                        <p:tav tm="100000">
                                          <p:val>
                                            <p:strVal val="#ppt_w"/>
                                          </p:val>
                                        </p:tav>
                                      </p:tavLst>
                                    </p:anim>
                                    <p:anim calcmode="lin" valueType="num">
                                      <p:cBhvr>
                                        <p:cTn id="40" dur="500" fill="hold"/>
                                        <p:tgtEl>
                                          <p:spTgt spid="61"/>
                                        </p:tgtEl>
                                        <p:attrNameLst>
                                          <p:attrName>ppt_h</p:attrName>
                                        </p:attrNameLst>
                                      </p:cBhvr>
                                      <p:tavLst>
                                        <p:tav tm="0">
                                          <p:val>
                                            <p:fltVal val="0"/>
                                          </p:val>
                                        </p:tav>
                                        <p:tav tm="100000">
                                          <p:val>
                                            <p:strVal val="#ppt_h"/>
                                          </p:val>
                                        </p:tav>
                                      </p:tavLst>
                                    </p:anim>
                                    <p:animEffect transition="in" filter="fade">
                                      <p:cBhvr>
                                        <p:cTn id="41" dur="500"/>
                                        <p:tgtEl>
                                          <p:spTgt spid="61"/>
                                        </p:tgtEl>
                                      </p:cBhvr>
                                    </p:animEffect>
                                  </p:childTnLst>
                                </p:cTn>
                              </p:par>
                            </p:childTnLst>
                          </p:cTn>
                        </p:par>
                        <p:par>
                          <p:cTn id="42" fill="hold">
                            <p:stCondLst>
                              <p:cond delay="4500"/>
                            </p:stCondLst>
                            <p:childTnLst>
                              <p:par>
                                <p:cTn id="43" presetID="22" presetClass="entr" presetSubtype="8" fill="hold" grpId="0" nodeType="afterEffect" nodePh="1">
                                  <p:stCondLst>
                                    <p:cond delay="0"/>
                                  </p:stCondLst>
                                  <p:endCondLst>
                                    <p:cond evt="begin" delay="0">
                                      <p:tn val="43"/>
                                    </p:cond>
                                  </p:endCondLst>
                                  <p:childTnLst>
                                    <p:set>
                                      <p:cBhvr>
                                        <p:cTn id="44" dur="1" fill="hold">
                                          <p:stCondLst>
                                            <p:cond delay="0"/>
                                          </p:stCondLst>
                                        </p:cTn>
                                        <p:tgtEl>
                                          <p:spTgt spid="66">
                                            <p:txEl>
                                              <p:pRg st="0" end="0"/>
                                            </p:txEl>
                                          </p:spTgt>
                                        </p:tgtEl>
                                        <p:attrNameLst>
                                          <p:attrName>style.visibility</p:attrName>
                                        </p:attrNameLst>
                                      </p:cBhvr>
                                      <p:to>
                                        <p:strVal val="visible"/>
                                      </p:to>
                                    </p:set>
                                    <p:animEffect transition="in" filter="wipe(left)">
                                      <p:cBhvr>
                                        <p:cTn id="45" dur="500"/>
                                        <p:tgtEl>
                                          <p:spTgt spid="66">
                                            <p:txEl>
                                              <p:pRg st="0" end="0"/>
                                            </p:txEl>
                                          </p:spTgt>
                                        </p:tgtEl>
                                      </p:cBhvr>
                                    </p:animEffect>
                                  </p:childTnLst>
                                </p:cTn>
                              </p:par>
                            </p:childTnLst>
                          </p:cTn>
                        </p:par>
                        <p:par>
                          <p:cTn id="46" fill="hold">
                            <p:stCondLst>
                              <p:cond delay="5000"/>
                            </p:stCondLst>
                            <p:childTnLst>
                              <p:par>
                                <p:cTn id="47" presetID="53" presetClass="entr" presetSubtype="0" fill="hold" grpId="0" nodeType="afterEffect">
                                  <p:stCondLst>
                                    <p:cond delay="0"/>
                                  </p:stCondLst>
                                  <p:childTnLst>
                                    <p:set>
                                      <p:cBhvr>
                                        <p:cTn id="48" dur="1" fill="hold">
                                          <p:stCondLst>
                                            <p:cond delay="0"/>
                                          </p:stCondLst>
                                        </p:cTn>
                                        <p:tgtEl>
                                          <p:spTgt spid="62"/>
                                        </p:tgtEl>
                                        <p:attrNameLst>
                                          <p:attrName>style.visibility</p:attrName>
                                        </p:attrNameLst>
                                      </p:cBhvr>
                                      <p:to>
                                        <p:strVal val="visible"/>
                                      </p:to>
                                    </p:set>
                                    <p:anim calcmode="lin" valueType="num">
                                      <p:cBhvr>
                                        <p:cTn id="49" dur="500" fill="hold"/>
                                        <p:tgtEl>
                                          <p:spTgt spid="62"/>
                                        </p:tgtEl>
                                        <p:attrNameLst>
                                          <p:attrName>ppt_w</p:attrName>
                                        </p:attrNameLst>
                                      </p:cBhvr>
                                      <p:tavLst>
                                        <p:tav tm="0">
                                          <p:val>
                                            <p:fltVal val="0"/>
                                          </p:val>
                                        </p:tav>
                                        <p:tav tm="100000">
                                          <p:val>
                                            <p:strVal val="#ppt_w"/>
                                          </p:val>
                                        </p:tav>
                                      </p:tavLst>
                                    </p:anim>
                                    <p:anim calcmode="lin" valueType="num">
                                      <p:cBhvr>
                                        <p:cTn id="50" dur="500" fill="hold"/>
                                        <p:tgtEl>
                                          <p:spTgt spid="62"/>
                                        </p:tgtEl>
                                        <p:attrNameLst>
                                          <p:attrName>ppt_h</p:attrName>
                                        </p:attrNameLst>
                                      </p:cBhvr>
                                      <p:tavLst>
                                        <p:tav tm="0">
                                          <p:val>
                                            <p:fltVal val="0"/>
                                          </p:val>
                                        </p:tav>
                                        <p:tav tm="100000">
                                          <p:val>
                                            <p:strVal val="#ppt_h"/>
                                          </p:val>
                                        </p:tav>
                                      </p:tavLst>
                                    </p:anim>
                                    <p:animEffect transition="in" filter="fade">
                                      <p:cBhvr>
                                        <p:cTn id="51" dur="500"/>
                                        <p:tgtEl>
                                          <p:spTgt spid="62"/>
                                        </p:tgtEl>
                                      </p:cBhvr>
                                    </p:animEffect>
                                  </p:childTnLst>
                                </p:cTn>
                              </p:par>
                            </p:childTnLst>
                          </p:cTn>
                        </p:par>
                        <p:par>
                          <p:cTn id="52" fill="hold">
                            <p:stCondLst>
                              <p:cond delay="5500"/>
                            </p:stCondLst>
                            <p:childTnLst>
                              <p:par>
                                <p:cTn id="53" presetID="22" presetClass="entr" presetSubtype="2" fill="hold" grpId="0" nodeType="afterEffect" nodePh="1">
                                  <p:stCondLst>
                                    <p:cond delay="0"/>
                                  </p:stCondLst>
                                  <p:endCondLst>
                                    <p:cond evt="begin" delay="0">
                                      <p:tn val="53"/>
                                    </p:cond>
                                  </p:endCondLst>
                                  <p:childTnLst>
                                    <p:set>
                                      <p:cBhvr>
                                        <p:cTn id="54" dur="1" fill="hold">
                                          <p:stCondLst>
                                            <p:cond delay="0"/>
                                          </p:stCondLst>
                                        </p:cTn>
                                        <p:tgtEl>
                                          <p:spTgt spid="64">
                                            <p:txEl>
                                              <p:pRg st="0" end="0"/>
                                            </p:txEl>
                                          </p:spTgt>
                                        </p:tgtEl>
                                        <p:attrNameLst>
                                          <p:attrName>style.visibility</p:attrName>
                                        </p:attrNameLst>
                                      </p:cBhvr>
                                      <p:to>
                                        <p:strVal val="visible"/>
                                      </p:to>
                                    </p:set>
                                    <p:animEffect transition="in" filter="wipe(right)">
                                      <p:cBhvr>
                                        <p:cTn id="5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4" grpId="0"/>
      <p:bldP spid="45" grpId="0" build="p">
        <p:tmplLst>
          <p:tmpl lvl="1">
            <p:tnLst>
              <p:par>
                <p:cTn presetID="10"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59" grpId="0" animBg="1"/>
      <p:bldP spid="60" grpId="0" animBg="1"/>
      <p:bldP spid="61" grpId="0" animBg="1"/>
      <p:bldP spid="62" grpId="0" animBg="1"/>
      <p:bldP spid="63" grpId="0" build="p">
        <p:tmplLst>
          <p:tmpl lvl="1">
            <p:tnLst>
              <p:par>
                <p:cTn presetID="22" presetClass="entr" presetSubtype="2" fill="hold" nodeType="afterEffect" nodePh="1">
                  <p:stCondLst>
                    <p:cond delay="0"/>
                  </p:stCondLst>
                  <p:endCondLst>
                    <p:cond evt="begin" delay="0"/>
                  </p:endCondLst>
                  <p:childTnLst>
                    <p:set>
                      <p:cBhvr>
                        <p:cTn dur="1" fill="hold">
                          <p:stCondLst>
                            <p:cond delay="0"/>
                          </p:stCondLst>
                        </p:cTn>
                        <p:tgtEl>
                          <p:spTgt spid="63"/>
                        </p:tgtEl>
                        <p:attrNameLst>
                          <p:attrName>style.visibility</p:attrName>
                        </p:attrNameLst>
                      </p:cBhvr>
                      <p:to>
                        <p:strVal val="visible"/>
                      </p:to>
                    </p:set>
                    <p:animEffect transition="in" filter="wipe(right)">
                      <p:cBhvr>
                        <p:cTn dur="500"/>
                        <p:tgtEl>
                          <p:spTgt spid="63"/>
                        </p:tgtEl>
                      </p:cBhvr>
                    </p:animEffect>
                  </p:childTnLst>
                </p:cTn>
              </p:par>
            </p:tnLst>
          </p:tmpl>
        </p:tmplLst>
      </p:bldP>
      <p:bldP spid="64" grpId="0" build="p">
        <p:tmplLst>
          <p:tmpl lvl="1">
            <p:tnLst>
              <p:par>
                <p:cTn presetID="22" presetClass="entr" presetSubtype="2" fill="hold" nodeType="afterEffect" nodePh="1">
                  <p:stCondLst>
                    <p:cond delay="0"/>
                  </p:stCondLst>
                  <p:endCondLst>
                    <p:cond evt="begin" delay="0"/>
                  </p:endCondLst>
                  <p:childTnLst>
                    <p:set>
                      <p:cBhvr>
                        <p:cTn dur="1" fill="hold">
                          <p:stCondLst>
                            <p:cond delay="0"/>
                          </p:stCondLst>
                        </p:cTn>
                        <p:tgtEl>
                          <p:spTgt spid="64"/>
                        </p:tgtEl>
                        <p:attrNameLst>
                          <p:attrName>style.visibility</p:attrName>
                        </p:attrNameLst>
                      </p:cBhvr>
                      <p:to>
                        <p:strVal val="visible"/>
                      </p:to>
                    </p:set>
                    <p:animEffect transition="in" filter="wipe(right)">
                      <p:cBhvr>
                        <p:cTn dur="500"/>
                        <p:tgtEl>
                          <p:spTgt spid="64"/>
                        </p:tgtEl>
                      </p:cBhvr>
                    </p:animEffect>
                  </p:childTnLst>
                </p:cTn>
              </p:par>
            </p:tnLst>
          </p:tmpl>
        </p:tmplLst>
      </p:bldP>
      <p:bldP spid="65" grpId="0" build="p">
        <p:tmplLst>
          <p:tmpl lvl="1">
            <p:tnLst>
              <p:par>
                <p:cTn presetID="22" presetClass="entr" presetSubtype="8" fill="hold" nodeType="afterEffect" nodePh="1">
                  <p:stCondLst>
                    <p:cond delay="0"/>
                  </p:stCondLst>
                  <p:endCondLst>
                    <p:cond evt="begin" delay="0"/>
                  </p:endCondLst>
                  <p:childTnLst>
                    <p:set>
                      <p:cBhvr>
                        <p:cTn dur="1" fill="hold">
                          <p:stCondLst>
                            <p:cond delay="0"/>
                          </p:stCondLst>
                        </p:cTn>
                        <p:tgtEl>
                          <p:spTgt spid="65"/>
                        </p:tgtEl>
                        <p:attrNameLst>
                          <p:attrName>style.visibility</p:attrName>
                        </p:attrNameLst>
                      </p:cBhvr>
                      <p:to>
                        <p:strVal val="visible"/>
                      </p:to>
                    </p:set>
                    <p:animEffect transition="in" filter="wipe(left)">
                      <p:cBhvr>
                        <p:cTn dur="500"/>
                        <p:tgtEl>
                          <p:spTgt spid="65"/>
                        </p:tgtEl>
                      </p:cBhvr>
                    </p:animEffect>
                  </p:childTnLst>
                </p:cTn>
              </p:par>
            </p:tnLst>
          </p:tmpl>
        </p:tmplLst>
      </p:bldP>
      <p:bldP spid="66" grpId="0" build="p">
        <p:tmplLst>
          <p:tmpl lvl="1">
            <p:tnLst>
              <p:par>
                <p:cTn presetID="22" presetClass="entr" presetSubtype="8"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left)">
                      <p:cBhvr>
                        <p:cTn dur="500"/>
                        <p:tgtEl>
                          <p:spTgt spid="66"/>
                        </p:tgtEl>
                      </p:cBhvr>
                    </p:animEffect>
                  </p:childTnLst>
                </p:cTn>
              </p:par>
            </p:tnLst>
          </p:tmpl>
        </p:tmplLst>
      </p:bldP>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2_Team02">
    <p:spTree>
      <p:nvGrpSpPr>
        <p:cNvPr id="1" name=""/>
        <p:cNvGrpSpPr/>
        <p:nvPr/>
      </p:nvGrpSpPr>
      <p:grpSpPr>
        <a:xfrm>
          <a:off x="0" y="0"/>
          <a:ext cx="0" cy="0"/>
          <a:chOff x="0" y="0"/>
          <a:chExt cx="0" cy="0"/>
        </a:xfrm>
      </p:grpSpPr>
      <p:sp>
        <p:nvSpPr>
          <p:cNvPr id="44" name="Title 1"/>
          <p:cNvSpPr>
            <a:spLocks noGrp="1"/>
          </p:cNvSpPr>
          <p:nvPr>
            <p:ph type="title" hasCustomPrompt="1"/>
          </p:nvPr>
        </p:nvSpPr>
        <p:spPr>
          <a:xfrm>
            <a:off x="1752600" y="387350"/>
            <a:ext cx="5638800" cy="353524"/>
          </a:xfrm>
          <a:prstGeom prst="rect">
            <a:avLst/>
          </a:prstGeom>
        </p:spPr>
        <p:txBody>
          <a:bodyPr wrap="none" lIns="0" tIns="0" rIns="0" bIns="0" anchor="ctr">
            <a:noAutofit/>
          </a:bodyPr>
          <a:lstStyle>
            <a:lvl1pPr algn="ctr">
              <a:defRPr sz="2000" b="1" baseline="0">
                <a:solidFill>
                  <a:schemeClr val="tx1">
                    <a:lumMod val="50000"/>
                    <a:lumOff val="50000"/>
                  </a:schemeClr>
                </a:solidFill>
              </a:defRPr>
            </a:lvl1pPr>
          </a:lstStyle>
          <a:p>
            <a:r>
              <a:rPr lang="en-US" dirty="0"/>
              <a:t>Click To Edit Master Title Style</a:t>
            </a:r>
          </a:p>
        </p:txBody>
      </p:sp>
      <p:sp>
        <p:nvSpPr>
          <p:cNvPr id="45" name="Text Placeholder 3"/>
          <p:cNvSpPr>
            <a:spLocks noGrp="1"/>
          </p:cNvSpPr>
          <p:nvPr>
            <p:ph type="body" sz="half" idx="2" hasCustomPrompt="1"/>
          </p:nvPr>
        </p:nvSpPr>
        <p:spPr>
          <a:xfrm>
            <a:off x="2514600" y="739341"/>
            <a:ext cx="4114800" cy="200746"/>
          </a:xfrm>
          <a:prstGeom prst="rect">
            <a:avLst/>
          </a:prstGeom>
        </p:spPr>
        <p:txBody>
          <a:bodyPr wrap="none" lIns="0" tIns="0" rIns="0" bIns="0" anchor="ctr">
            <a:noAutofit/>
          </a:bodyPr>
          <a:lstStyle>
            <a:lvl1pPr marL="0" indent="0" algn="ctr">
              <a:buNone/>
              <a:defRPr sz="11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
        <p:nvSpPr>
          <p:cNvPr id="17" name="Picture Placeholder 7"/>
          <p:cNvSpPr>
            <a:spLocks noGrp="1"/>
          </p:cNvSpPr>
          <p:nvPr>
            <p:ph type="pic" sz="quarter" idx="10" hasCustomPrompt="1"/>
          </p:nvPr>
        </p:nvSpPr>
        <p:spPr>
          <a:xfrm>
            <a:off x="694093" y="1265983"/>
            <a:ext cx="2372431" cy="2371725"/>
          </a:xfrm>
          <a:prstGeom prst="ellipse">
            <a:avLst/>
          </a:prstGeom>
          <a:ln w="28575">
            <a:solidFill>
              <a:schemeClr val="accent1"/>
            </a:solidFill>
          </a:ln>
        </p:spPr>
        <p:txBody>
          <a:bodyPr bIns="91440" anchor="b"/>
          <a:lstStyle>
            <a:lvl1pPr algn="ctr">
              <a:buNone/>
              <a:defRPr sz="700">
                <a:solidFill>
                  <a:schemeClr val="tx1">
                    <a:lumMod val="50000"/>
                    <a:lumOff val="50000"/>
                  </a:schemeClr>
                </a:solidFill>
              </a:defRPr>
            </a:lvl1pPr>
          </a:lstStyle>
          <a:p>
            <a:r>
              <a:rPr lang="en-US" dirty="0"/>
              <a:t>Image Holder</a:t>
            </a:r>
          </a:p>
        </p:txBody>
      </p:sp>
      <p:sp>
        <p:nvSpPr>
          <p:cNvPr id="7" name="Round Same Side Corner Rectangle 6"/>
          <p:cNvSpPr/>
          <p:nvPr userDrawn="1"/>
        </p:nvSpPr>
        <p:spPr>
          <a:xfrm rot="16200000" flipH="1">
            <a:off x="8798358" y="4748930"/>
            <a:ext cx="288035" cy="403249"/>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8" name="Slide Number Placeholder 4"/>
          <p:cNvSpPr>
            <a:spLocks noGrp="1"/>
          </p:cNvSpPr>
          <p:nvPr>
            <p:ph type="sldNum" sz="quarter" idx="14"/>
          </p:nvPr>
        </p:nvSpPr>
        <p:spPr>
          <a:xfrm>
            <a:off x="8746831" y="4806537"/>
            <a:ext cx="381001" cy="274637"/>
          </a:xfrm>
          <a:prstGeom prst="rect">
            <a:avLst/>
          </a:prstGeom>
        </p:spPr>
        <p:txBody>
          <a:bodyPr anchor="ctr"/>
          <a:lstStyle>
            <a:lvl1pPr algn="ctr">
              <a:defRPr sz="900" b="1">
                <a:solidFill>
                  <a:schemeClr val="tx1">
                    <a:lumMod val="50000"/>
                    <a:lumOff val="50000"/>
                  </a:schemeClr>
                </a:solidFill>
              </a:defRPr>
            </a:lvl1pPr>
          </a:lstStyle>
          <a:p>
            <a:fld id="{C136B7D2-B98C-44FD-8D04-7EC62A564975}" type="slidenum">
              <a:rPr lang="en-US" smtClean="0"/>
              <a:pPr/>
              <a:t>‹#›</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5">
                                            <p:txEl>
                                              <p:pRg st="0" end="0"/>
                                            </p:txEl>
                                          </p:spTgt>
                                        </p:tgtEl>
                                        <p:attrNameLst>
                                          <p:attrName>style.visibility</p:attrName>
                                        </p:attrNameLst>
                                      </p:cBhvr>
                                      <p:to>
                                        <p:strVal val="visible"/>
                                      </p:to>
                                    </p:set>
                                    <p:animEffect transition="in" filter="fade">
                                      <p:cBhvr>
                                        <p:cTn id="11" dur="500"/>
                                        <p:tgtEl>
                                          <p:spTgt spid="45">
                                            <p:txEl>
                                              <p:pRg st="0" end="0"/>
                                            </p:txEl>
                                          </p:spTgt>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p:cTn id="15" dur="500" fill="hold"/>
                                        <p:tgtEl>
                                          <p:spTgt spid="17"/>
                                        </p:tgtEl>
                                        <p:attrNameLst>
                                          <p:attrName>ppt_w</p:attrName>
                                        </p:attrNameLst>
                                      </p:cBhvr>
                                      <p:tavLst>
                                        <p:tav tm="0">
                                          <p:val>
                                            <p:fltVal val="0"/>
                                          </p:val>
                                        </p:tav>
                                        <p:tav tm="100000">
                                          <p:val>
                                            <p:strVal val="#ppt_w"/>
                                          </p:val>
                                        </p:tav>
                                      </p:tavLst>
                                    </p:anim>
                                    <p:anim calcmode="lin" valueType="num">
                                      <p:cBhvr>
                                        <p:cTn id="16" dur="500" fill="hold"/>
                                        <p:tgtEl>
                                          <p:spTgt spid="17"/>
                                        </p:tgtEl>
                                        <p:attrNameLst>
                                          <p:attrName>ppt_h</p:attrName>
                                        </p:attrNameLst>
                                      </p:cBhvr>
                                      <p:tavLst>
                                        <p:tav tm="0">
                                          <p:val>
                                            <p:fltVal val="0"/>
                                          </p:val>
                                        </p:tav>
                                        <p:tav tm="100000">
                                          <p:val>
                                            <p:strVal val="#ppt_h"/>
                                          </p:val>
                                        </p:tav>
                                      </p:tavLst>
                                    </p:anim>
                                    <p:animEffect transition="in" filter="fade">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build="p">
        <p:tmplLst>
          <p:tmpl lvl="1">
            <p:tnLst>
              <p:par>
                <p:cTn presetID="10"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17" grpId="0" animBg="1"/>
    </p:bld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04" r:id="rId1"/>
    <p:sldLayoutId id="2147483772" r:id="rId2"/>
    <p:sldLayoutId id="2147483734" r:id="rId3"/>
    <p:sldLayoutId id="2147483695" r:id="rId4"/>
    <p:sldLayoutId id="2147483781" r:id="rId5"/>
    <p:sldLayoutId id="2147483766" r:id="rId6"/>
    <p:sldLayoutId id="2147483783" r:id="rId7"/>
    <p:sldLayoutId id="2147483767" r:id="rId8"/>
    <p:sldLayoutId id="2147483768" r:id="rId9"/>
    <p:sldLayoutId id="2147483769" r:id="rId10"/>
    <p:sldLayoutId id="2147483770" r:id="rId11"/>
    <p:sldLayoutId id="2147483752" r:id="rId12"/>
    <p:sldLayoutId id="2147483771" r:id="rId13"/>
    <p:sldLayoutId id="2147483773" r:id="rId14"/>
    <p:sldLayoutId id="2147483748" r:id="rId15"/>
    <p:sldLayoutId id="2147483754" r:id="rId16"/>
    <p:sldLayoutId id="2147483788" r:id="rId17"/>
    <p:sldLayoutId id="2147483789" r:id="rId18"/>
    <p:sldLayoutId id="2147483790" r:id="rId19"/>
    <p:sldLayoutId id="2147483755" r:id="rId20"/>
    <p:sldLayoutId id="2147483756" r:id="rId21"/>
    <p:sldLayoutId id="2147483757" r:id="rId22"/>
    <p:sldLayoutId id="2147483765" r:id="rId23"/>
    <p:sldLayoutId id="2147483758" r:id="rId24"/>
    <p:sldLayoutId id="2147483759" r:id="rId25"/>
    <p:sldLayoutId id="2147483760" r:id="rId26"/>
    <p:sldLayoutId id="2147483761" r:id="rId27"/>
    <p:sldLayoutId id="2147483762" r:id="rId28"/>
    <p:sldLayoutId id="2147483782" r:id="rId29"/>
    <p:sldLayoutId id="2147483753" r:id="rId30"/>
    <p:sldLayoutId id="2147483763" r:id="rId31"/>
    <p:sldLayoutId id="2147483749" r:id="rId32"/>
    <p:sldLayoutId id="2147483750" r:id="rId33"/>
    <p:sldLayoutId id="2147483751" r:id="rId34"/>
    <p:sldLayoutId id="2147483774" r:id="rId35"/>
    <p:sldLayoutId id="2147483775" r:id="rId36"/>
    <p:sldLayoutId id="2147483776" r:id="rId37"/>
    <p:sldLayoutId id="2147483777" r:id="rId38"/>
    <p:sldLayoutId id="2147483778" r:id="rId39"/>
    <p:sldLayoutId id="2147483779" r:id="rId40"/>
    <p:sldLayoutId id="2147483780" r:id="rId41"/>
    <p:sldLayoutId id="2147483784" r:id="rId42"/>
    <p:sldLayoutId id="2147483786" r:id="rId43"/>
    <p:sldLayoutId id="2147483792" r:id="rId44"/>
    <p:sldLayoutId id="2147483795" r:id="rId45"/>
    <p:sldLayoutId id="2147483796" r:id="rId46"/>
    <p:sldLayoutId id="2147483797" r:id="rId47"/>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2.xml"/></Relationships>
</file>

<file path=ppt/slides/_rels/slide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5.xml"/></Relationships>
</file>

<file path=ppt/slides/_rels/slide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jpeg"/><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jpeg"/><Relationship Id="rId1" Type="http://schemas.openxmlformats.org/officeDocument/2006/relationships/slideLayout" Target="../slideLayouts/slideLayout19.xml"/><Relationship Id="rId4" Type="http://schemas.openxmlformats.org/officeDocument/2006/relationships/image" Target="../media/image9.jpeg"/></Relationships>
</file>

<file path=ppt/slides/_rels/slide11.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20.xml"/><Relationship Id="rId4" Type="http://schemas.openxmlformats.org/officeDocument/2006/relationships/image" Target="../media/image14.jpeg"/></Relationships>
</file>

<file path=ppt/slides/_rels/slide1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28.xml"/></Relationships>
</file>

<file path=ppt/slides/_rels/slide1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2.xml"/></Relationships>
</file>

<file path=ppt/slides/_rels/slide1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6.xml"/></Relationships>
</file>

<file path=ppt/slides/_rels/slide1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xml"/><Relationship Id="rId1" Type="http://schemas.openxmlformats.org/officeDocument/2006/relationships/slideLayout" Target="../slideLayouts/slideLayout27.xml"/></Relationships>
</file>

<file path=ppt/slides/_rels/slide2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xml"/><Relationship Id="rId1" Type="http://schemas.openxmlformats.org/officeDocument/2006/relationships/slideLayout" Target="../slideLayouts/slideLayout28.xml"/></Relationships>
</file>

<file path=ppt/slides/_rels/slide2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xml"/><Relationship Id="rId1" Type="http://schemas.openxmlformats.org/officeDocument/2006/relationships/slideLayout" Target="../slideLayouts/slideLayout44.xml"/></Relationships>
</file>

<file path=ppt/slides/_rels/slide2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9.xml"/><Relationship Id="rId1" Type="http://schemas.openxmlformats.org/officeDocument/2006/relationships/slideLayout" Target="../slideLayouts/slideLayout45.xml"/></Relationships>
</file>

<file path=ppt/slides/_rels/slide25.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10.xml"/><Relationship Id="rId1" Type="http://schemas.openxmlformats.org/officeDocument/2006/relationships/slideLayout" Target="../slideLayouts/slideLayout9.xml"/><Relationship Id="rId4" Type="http://schemas.openxmlformats.org/officeDocument/2006/relationships/image" Target="../media/image19.jpeg"/></Relationships>
</file>

<file path=ppt/slides/_rels/slide2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11.xml"/><Relationship Id="rId1" Type="http://schemas.openxmlformats.org/officeDocument/2006/relationships/slideLayout" Target="../slideLayouts/slideLayout10.xml"/><Relationship Id="rId4" Type="http://schemas.openxmlformats.org/officeDocument/2006/relationships/image" Target="../media/image21.jpeg"/></Relationships>
</file>

<file path=ppt/slides/_rels/slide27.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2.xml"/><Relationship Id="rId1" Type="http://schemas.openxmlformats.org/officeDocument/2006/relationships/slideLayout" Target="../slideLayouts/slideLayout8.xml"/><Relationship Id="rId4" Type="http://schemas.openxmlformats.org/officeDocument/2006/relationships/image" Target="../media/image23.jpeg"/></Relationships>
</file>

<file path=ppt/slides/_rels/slide28.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13.xml"/><Relationship Id="rId1" Type="http://schemas.openxmlformats.org/officeDocument/2006/relationships/slideLayout" Target="../slideLayouts/slideLayout11.xml"/><Relationship Id="rId4" Type="http://schemas.openxmlformats.org/officeDocument/2006/relationships/image" Target="../media/image25.jpeg"/></Relationships>
</file>

<file path=ppt/slides/_rels/slide29.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14.xml"/><Relationship Id="rId1" Type="http://schemas.openxmlformats.org/officeDocument/2006/relationships/slideLayout" Target="../slideLayouts/slideLayout12.xml"/><Relationship Id="rId5" Type="http://schemas.openxmlformats.org/officeDocument/2006/relationships/image" Target="../media/image28.jpeg"/><Relationship Id="rId4" Type="http://schemas.openxmlformats.org/officeDocument/2006/relationships/image" Target="../media/image27.jpeg"/></Relationships>
</file>

<file path=ppt/slides/_rels/slide30.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5.xml"/><Relationship Id="rId1" Type="http://schemas.openxmlformats.org/officeDocument/2006/relationships/slideLayout" Target="../slideLayouts/slideLayout13.xml"/><Relationship Id="rId4" Type="http://schemas.openxmlformats.org/officeDocument/2006/relationships/image" Target="../media/image30.jpeg"/></Relationships>
</file>

<file path=ppt/slides/_rels/slide31.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6.xml"/><Relationship Id="rId1" Type="http://schemas.openxmlformats.org/officeDocument/2006/relationships/slideLayout" Target="../slideLayouts/slideLayout14.xml"/></Relationships>
</file>

<file path=ppt/slides/_rels/slide32.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7.xml"/><Relationship Id="rId1" Type="http://schemas.openxmlformats.org/officeDocument/2006/relationships/slideLayout" Target="../slideLayouts/slideLayout46.xml"/><Relationship Id="rId4" Type="http://schemas.openxmlformats.org/officeDocument/2006/relationships/image" Target="../media/image33.jpeg"/></Relationships>
</file>

<file path=ppt/slides/_rels/slide3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18.xml"/><Relationship Id="rId1" Type="http://schemas.openxmlformats.org/officeDocument/2006/relationships/slideLayout" Target="../slideLayouts/slideLayout4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33.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34.xml"/><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35.xml"/><Relationship Id="rId1" Type="http://schemas.openxmlformats.org/officeDocument/2006/relationships/slideLayout" Target="../slideLayouts/slideLayout33.xml"/></Relationships>
</file>

<file path=ppt/slides/_rels/slide51.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36.xml"/><Relationship Id="rId1" Type="http://schemas.openxmlformats.org/officeDocument/2006/relationships/slideLayout" Target="../slideLayouts/slideLayout34.xml"/><Relationship Id="rId4" Type="http://schemas.openxmlformats.org/officeDocument/2006/relationships/image" Target="../media/image28.jpeg"/></Relationships>
</file>

<file path=ppt/slides/_rels/slide52.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37.xml"/><Relationship Id="rId1" Type="http://schemas.openxmlformats.org/officeDocument/2006/relationships/slideLayout" Target="../slideLayouts/slideLayout2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39.xml"/><Relationship Id="rId1" Type="http://schemas.openxmlformats.org/officeDocument/2006/relationships/slideLayout" Target="../slideLayouts/slideLayout30.xml"/><Relationship Id="rId4" Type="http://schemas.openxmlformats.org/officeDocument/2006/relationships/image" Target="../media/image38.jpe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chart" Target="../charts/chart1.xml"/><Relationship Id="rId7" Type="http://schemas.openxmlformats.org/officeDocument/2006/relationships/chart" Target="../charts/chart5.xml"/><Relationship Id="rId2" Type="http://schemas.openxmlformats.org/officeDocument/2006/relationships/notesSlide" Target="../notesSlides/notesSlide55.xml"/><Relationship Id="rId1" Type="http://schemas.openxmlformats.org/officeDocument/2006/relationships/slideLayout" Target="../slideLayouts/slideLayout1.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43.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3.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208.xml"/><Relationship Id="rId1" Type="http://schemas.openxmlformats.org/officeDocument/2006/relationships/slideLayout" Target="../slideLayouts/slideLayout35.xml"/></Relationships>
</file>

<file path=ppt/slides/_rels/slide282.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notesSlide" Target="../notesSlides/notesSlide209.xml"/><Relationship Id="rId1" Type="http://schemas.openxmlformats.org/officeDocument/2006/relationships/slideLayout" Target="../slideLayouts/slideLayout38.xml"/></Relationships>
</file>

<file path=ppt/slides/_rels/slide283.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210.xml"/><Relationship Id="rId1" Type="http://schemas.openxmlformats.org/officeDocument/2006/relationships/slideLayout" Target="../slideLayouts/slideLayout36.xml"/><Relationship Id="rId4" Type="http://schemas.openxmlformats.org/officeDocument/2006/relationships/image" Target="../media/image1.png"/></Relationships>
</file>

<file path=ppt/slides/_rels/slide284.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211.xml"/><Relationship Id="rId1" Type="http://schemas.openxmlformats.org/officeDocument/2006/relationships/slideLayout" Target="../slideLayouts/slideLayout37.xml"/></Relationships>
</file>

<file path=ppt/slides/_rels/slide285.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212.xml"/><Relationship Id="rId1" Type="http://schemas.openxmlformats.org/officeDocument/2006/relationships/slideLayout" Target="../slideLayouts/slideLayout39.xml"/></Relationships>
</file>

<file path=ppt/slides/_rels/slide28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13.xml"/><Relationship Id="rId1" Type="http://schemas.openxmlformats.org/officeDocument/2006/relationships/slideLayout" Target="../slideLayouts/slideLayout40.xml"/></Relationships>
</file>

<file path=ppt/slides/_rels/slide287.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214.xml"/><Relationship Id="rId1" Type="http://schemas.openxmlformats.org/officeDocument/2006/relationships/slideLayout" Target="../slideLayouts/slideLayout41.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89.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215.xml"/><Relationship Id="rId1" Type="http://schemas.openxmlformats.org/officeDocument/2006/relationships/slideLayout" Target="../slideLayouts/slideLayout1.xml"/><Relationship Id="rId4" Type="http://schemas.openxmlformats.org/officeDocument/2006/relationships/chart" Target="../charts/chart9.xml"/></Relationships>
</file>

<file path=ppt/slides/_rels/slide290.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218.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xml"/></Relationships>
</file>

<file path=ppt/slides/_rels/slide306.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228.xml"/><Relationship Id="rId1" Type="http://schemas.openxmlformats.org/officeDocument/2006/relationships/slideLayout" Target="../slideLayouts/slideLayout1.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232.xml"/><Relationship Id="rId1" Type="http://schemas.openxmlformats.org/officeDocument/2006/relationships/slideLayout" Target="../slideLayouts/slideLayout1.xml"/><Relationship Id="rId6" Type="http://schemas.openxmlformats.org/officeDocument/2006/relationships/chart" Target="../charts/chart18.xml"/><Relationship Id="rId5" Type="http://schemas.openxmlformats.org/officeDocument/2006/relationships/chart" Target="../charts/chart17.xml"/><Relationship Id="rId4" Type="http://schemas.openxmlformats.org/officeDocument/2006/relationships/chart" Target="../charts/chart16.xml"/></Relationships>
</file>

<file path=ppt/slides/_rels/slide311.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233.xml"/><Relationship Id="rId1" Type="http://schemas.openxmlformats.org/officeDocument/2006/relationships/slideLayout" Target="../slideLayouts/slideLayout1.xml"/><Relationship Id="rId6" Type="http://schemas.openxmlformats.org/officeDocument/2006/relationships/chart" Target="../charts/chart22.xml"/><Relationship Id="rId5" Type="http://schemas.openxmlformats.org/officeDocument/2006/relationships/chart" Target="../charts/chart21.xml"/><Relationship Id="rId4" Type="http://schemas.openxmlformats.org/officeDocument/2006/relationships/chart" Target="../charts/chart20.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313.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235.xml"/><Relationship Id="rId1" Type="http://schemas.openxmlformats.org/officeDocument/2006/relationships/slideLayout" Target="../slideLayouts/slideLayout1.xml"/><Relationship Id="rId4" Type="http://schemas.openxmlformats.org/officeDocument/2006/relationships/chart" Target="../charts/chart24.xml"/></Relationships>
</file>

<file path=ppt/slides/_rels/slide314.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notesSlide" Target="../notesSlides/notesSlide236.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3" Type="http://schemas.openxmlformats.org/officeDocument/2006/relationships/chart" Target="../charts/chart27.xml"/><Relationship Id="rId2" Type="http://schemas.openxmlformats.org/officeDocument/2006/relationships/notesSlide" Target="../notesSlides/notesSlide245.xml"/><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981558"/>
            <a:ext cx="2448106" cy="830997"/>
          </a:xfrm>
          <a:prstGeom prst="rect">
            <a:avLst/>
          </a:prstGeom>
          <a:noFill/>
        </p:spPr>
        <p:txBody>
          <a:bodyPr wrap="none" rtlCol="0">
            <a:spAutoFit/>
          </a:bodyPr>
          <a:lstStyle/>
          <a:p>
            <a:r>
              <a:rPr lang="id-ID" sz="4800" b="1" dirty="0">
                <a:solidFill>
                  <a:schemeClr val="tx1">
                    <a:lumMod val="50000"/>
                    <a:lumOff val="50000"/>
                  </a:schemeClr>
                </a:solidFill>
              </a:rPr>
              <a:t>OPENING</a:t>
            </a: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095375"/>
            <a:ext cx="3006725" cy="566738"/>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TextBox 101"/>
          <p:cNvSpPr txBox="1"/>
          <p:nvPr/>
        </p:nvSpPr>
        <p:spPr>
          <a:xfrm>
            <a:off x="2367082" y="2439228"/>
            <a:ext cx="5127023" cy="584775"/>
          </a:xfrm>
          <a:prstGeom prst="rect">
            <a:avLst/>
          </a:prstGeom>
          <a:noFill/>
        </p:spPr>
        <p:txBody>
          <a:bodyPr wrap="square" rtlCol="0">
            <a:spAutoFit/>
          </a:bodyPr>
          <a:lstStyle/>
          <a:p>
            <a:pPr algn="ctr"/>
            <a:r>
              <a:rPr lang="en-US" sz="1600" b="1" cap="all" dirty="0">
                <a:solidFill>
                  <a:schemeClr val="tx1">
                    <a:lumMod val="50000"/>
                    <a:lumOff val="50000"/>
                  </a:schemeClr>
                </a:solidFill>
              </a:rPr>
              <a:t>OFFERING IDEAS THAT RAISE YOUR BUSINESS </a:t>
            </a:r>
            <a:br>
              <a:rPr lang="en-US" sz="1600" b="1" dirty="0">
                <a:solidFill>
                  <a:schemeClr val="tx1">
                    <a:lumMod val="50000"/>
                    <a:lumOff val="50000"/>
                  </a:schemeClr>
                </a:solidFill>
              </a:rPr>
            </a:br>
            <a:r>
              <a:rPr lang="en-US" sz="1600" b="1" cap="all" dirty="0">
                <a:solidFill>
                  <a:schemeClr val="tx1">
                    <a:lumMod val="50000"/>
                    <a:lumOff val="50000"/>
                  </a:schemeClr>
                </a:solidFill>
              </a:rPr>
              <a:t>ABOVE THE EXPECTED</a:t>
            </a:r>
            <a:endParaRPr lang="en-US" sz="1600" b="1" dirty="0">
              <a:solidFill>
                <a:schemeClr val="tx1">
                  <a:lumMod val="50000"/>
                  <a:lumOff val="50000"/>
                </a:schemeClr>
              </a:solidFill>
            </a:endParaRPr>
          </a:p>
        </p:txBody>
      </p:sp>
      <p:sp>
        <p:nvSpPr>
          <p:cNvPr id="105" name="TextBox 104"/>
          <p:cNvSpPr txBox="1"/>
          <p:nvPr/>
        </p:nvSpPr>
        <p:spPr>
          <a:xfrm>
            <a:off x="3106033" y="3192067"/>
            <a:ext cx="3629242" cy="307777"/>
          </a:xfrm>
          <a:prstGeom prst="rect">
            <a:avLst/>
          </a:prstGeom>
          <a:noFill/>
        </p:spPr>
        <p:txBody>
          <a:bodyPr wrap="square" rtlCol="0">
            <a:spAutoFit/>
          </a:bodyPr>
          <a:lstStyle/>
          <a:p>
            <a:pPr algn="ctr"/>
            <a:r>
              <a:rPr lang="en-US" sz="1400" dirty="0">
                <a:solidFill>
                  <a:schemeClr val="tx1">
                    <a:lumMod val="50000"/>
                    <a:lumOff val="50000"/>
                  </a:schemeClr>
                </a:solidFill>
              </a:rPr>
              <a:t>The key is always you </a:t>
            </a:r>
          </a:p>
        </p:txBody>
      </p:sp>
      <p:sp>
        <p:nvSpPr>
          <p:cNvPr id="108" name="Rectangle 107"/>
          <p:cNvSpPr/>
          <p:nvPr/>
        </p:nvSpPr>
        <p:spPr>
          <a:xfrm rot="2700000">
            <a:off x="4826831" y="3658746"/>
            <a:ext cx="172820" cy="172820"/>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1" name="Straight Connector 110"/>
          <p:cNvCxnSpPr/>
          <p:nvPr/>
        </p:nvCxnSpPr>
        <p:spPr>
          <a:xfrm flipH="1">
            <a:off x="3307658" y="3745156"/>
            <a:ext cx="1368166" cy="0"/>
          </a:xfrm>
          <a:prstGeom prst="line">
            <a:avLst/>
          </a:prstGeom>
          <a:ln>
            <a:solidFill>
              <a:schemeClr val="tx1">
                <a:lumMod val="50000"/>
                <a:lumOff val="50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flipH="1">
            <a:off x="5165484" y="3745156"/>
            <a:ext cx="1310559" cy="0"/>
          </a:xfrm>
          <a:prstGeom prst="line">
            <a:avLst/>
          </a:prstGeom>
          <a:ln>
            <a:solidFill>
              <a:schemeClr val="tx1">
                <a:lumMod val="50000"/>
                <a:lumOff val="50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par>
                          <p:cTn id="12" fill="hold">
                            <p:stCondLst>
                              <p:cond delay="15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102"/>
                                        </p:tgtEl>
                                        <p:attrNameLst>
                                          <p:attrName>style.visibility</p:attrName>
                                        </p:attrNameLst>
                                      </p:cBhvr>
                                      <p:to>
                                        <p:strVal val="visible"/>
                                      </p:to>
                                    </p:set>
                                    <p:anim calcmode="lin" valueType="num">
                                      <p:cBhvr additive="base">
                                        <p:cTn id="15" dur="500" fill="hold"/>
                                        <p:tgtEl>
                                          <p:spTgt spid="102"/>
                                        </p:tgtEl>
                                        <p:attrNameLst>
                                          <p:attrName>ppt_x</p:attrName>
                                        </p:attrNameLst>
                                      </p:cBhvr>
                                      <p:tavLst>
                                        <p:tav tm="0">
                                          <p:val>
                                            <p:strVal val="#ppt_x"/>
                                          </p:val>
                                        </p:tav>
                                        <p:tav tm="100000">
                                          <p:val>
                                            <p:strVal val="#ppt_x"/>
                                          </p:val>
                                        </p:tav>
                                      </p:tavLst>
                                    </p:anim>
                                    <p:anim calcmode="lin" valueType="num">
                                      <p:cBhvr additive="base">
                                        <p:cTn id="16" dur="500" fill="hold"/>
                                        <p:tgtEl>
                                          <p:spTgt spid="102"/>
                                        </p:tgtEl>
                                        <p:attrNameLst>
                                          <p:attrName>ppt_y</p:attrName>
                                        </p:attrNameLst>
                                      </p:cBhvr>
                                      <p:tavLst>
                                        <p:tav tm="0">
                                          <p:val>
                                            <p:strVal val="1+#ppt_h/2"/>
                                          </p:val>
                                        </p:tav>
                                        <p:tav tm="100000">
                                          <p:val>
                                            <p:strVal val="#ppt_y"/>
                                          </p:val>
                                        </p:tav>
                                      </p:tavLst>
                                    </p:anim>
                                  </p:childTnLst>
                                </p:cTn>
                              </p:par>
                            </p:childTnLst>
                          </p:cTn>
                        </p:par>
                        <p:par>
                          <p:cTn id="17" fill="hold">
                            <p:stCondLst>
                              <p:cond delay="2000"/>
                            </p:stCondLst>
                            <p:childTnLst>
                              <p:par>
                                <p:cTn id="18" presetID="16" presetClass="entr" presetSubtype="37" fill="hold" grpId="0" nodeType="afterEffect">
                                  <p:stCondLst>
                                    <p:cond delay="0"/>
                                  </p:stCondLst>
                                  <p:childTnLst>
                                    <p:set>
                                      <p:cBhvr>
                                        <p:cTn id="19" dur="1" fill="hold">
                                          <p:stCondLst>
                                            <p:cond delay="0"/>
                                          </p:stCondLst>
                                        </p:cTn>
                                        <p:tgtEl>
                                          <p:spTgt spid="105"/>
                                        </p:tgtEl>
                                        <p:attrNameLst>
                                          <p:attrName>style.visibility</p:attrName>
                                        </p:attrNameLst>
                                      </p:cBhvr>
                                      <p:to>
                                        <p:strVal val="visible"/>
                                      </p:to>
                                    </p:set>
                                    <p:animEffect transition="in" filter="barn(outVertical)">
                                      <p:cBhvr>
                                        <p:cTn id="20" dur="500"/>
                                        <p:tgtEl>
                                          <p:spTgt spid="105"/>
                                        </p:tgtEl>
                                      </p:cBhvr>
                                    </p:animEffect>
                                  </p:childTnLst>
                                </p:cTn>
                              </p:par>
                            </p:childTnLst>
                          </p:cTn>
                        </p:par>
                        <p:par>
                          <p:cTn id="21" fill="hold">
                            <p:stCondLst>
                              <p:cond delay="2500"/>
                            </p:stCondLst>
                            <p:childTnLst>
                              <p:par>
                                <p:cTn id="22" presetID="53" presetClass="entr" presetSubtype="0" fill="hold" grpId="0" nodeType="afterEffect">
                                  <p:stCondLst>
                                    <p:cond delay="0"/>
                                  </p:stCondLst>
                                  <p:childTnLst>
                                    <p:set>
                                      <p:cBhvr>
                                        <p:cTn id="23" dur="1" fill="hold">
                                          <p:stCondLst>
                                            <p:cond delay="0"/>
                                          </p:stCondLst>
                                        </p:cTn>
                                        <p:tgtEl>
                                          <p:spTgt spid="108"/>
                                        </p:tgtEl>
                                        <p:attrNameLst>
                                          <p:attrName>style.visibility</p:attrName>
                                        </p:attrNameLst>
                                      </p:cBhvr>
                                      <p:to>
                                        <p:strVal val="visible"/>
                                      </p:to>
                                    </p:set>
                                    <p:anim calcmode="lin" valueType="num">
                                      <p:cBhvr>
                                        <p:cTn id="24" dur="500" fill="hold"/>
                                        <p:tgtEl>
                                          <p:spTgt spid="108"/>
                                        </p:tgtEl>
                                        <p:attrNameLst>
                                          <p:attrName>ppt_w</p:attrName>
                                        </p:attrNameLst>
                                      </p:cBhvr>
                                      <p:tavLst>
                                        <p:tav tm="0">
                                          <p:val>
                                            <p:fltVal val="0"/>
                                          </p:val>
                                        </p:tav>
                                        <p:tav tm="100000">
                                          <p:val>
                                            <p:strVal val="#ppt_w"/>
                                          </p:val>
                                        </p:tav>
                                      </p:tavLst>
                                    </p:anim>
                                    <p:anim calcmode="lin" valueType="num">
                                      <p:cBhvr>
                                        <p:cTn id="25" dur="500" fill="hold"/>
                                        <p:tgtEl>
                                          <p:spTgt spid="108"/>
                                        </p:tgtEl>
                                        <p:attrNameLst>
                                          <p:attrName>ppt_h</p:attrName>
                                        </p:attrNameLst>
                                      </p:cBhvr>
                                      <p:tavLst>
                                        <p:tav tm="0">
                                          <p:val>
                                            <p:fltVal val="0"/>
                                          </p:val>
                                        </p:tav>
                                        <p:tav tm="100000">
                                          <p:val>
                                            <p:strVal val="#ppt_h"/>
                                          </p:val>
                                        </p:tav>
                                      </p:tavLst>
                                    </p:anim>
                                    <p:animEffect transition="in" filter="fade">
                                      <p:cBhvr>
                                        <p:cTn id="26" dur="500"/>
                                        <p:tgtEl>
                                          <p:spTgt spid="108"/>
                                        </p:tgtEl>
                                      </p:cBhvr>
                                    </p:animEffect>
                                  </p:childTnLst>
                                </p:cTn>
                              </p:par>
                              <p:par>
                                <p:cTn id="27" presetID="18" presetClass="entr" presetSubtype="6" fill="hold" nodeType="withEffect">
                                  <p:stCondLst>
                                    <p:cond delay="0"/>
                                  </p:stCondLst>
                                  <p:childTnLst>
                                    <p:set>
                                      <p:cBhvr>
                                        <p:cTn id="28" dur="1" fill="hold">
                                          <p:stCondLst>
                                            <p:cond delay="0"/>
                                          </p:stCondLst>
                                        </p:cTn>
                                        <p:tgtEl>
                                          <p:spTgt spid="114"/>
                                        </p:tgtEl>
                                        <p:attrNameLst>
                                          <p:attrName>style.visibility</p:attrName>
                                        </p:attrNameLst>
                                      </p:cBhvr>
                                      <p:to>
                                        <p:strVal val="visible"/>
                                      </p:to>
                                    </p:set>
                                    <p:animEffect transition="in" filter="strips(downRight)">
                                      <p:cBhvr>
                                        <p:cTn id="29" dur="500"/>
                                        <p:tgtEl>
                                          <p:spTgt spid="114"/>
                                        </p:tgtEl>
                                      </p:cBhvr>
                                    </p:animEffect>
                                  </p:childTnLst>
                                </p:cTn>
                              </p:par>
                              <p:par>
                                <p:cTn id="30" presetID="18" presetClass="entr" presetSubtype="12" fill="hold" nodeType="withEffect">
                                  <p:stCondLst>
                                    <p:cond delay="0"/>
                                  </p:stCondLst>
                                  <p:childTnLst>
                                    <p:set>
                                      <p:cBhvr>
                                        <p:cTn id="31" dur="1" fill="hold">
                                          <p:stCondLst>
                                            <p:cond delay="0"/>
                                          </p:stCondLst>
                                        </p:cTn>
                                        <p:tgtEl>
                                          <p:spTgt spid="111"/>
                                        </p:tgtEl>
                                        <p:attrNameLst>
                                          <p:attrName>style.visibility</p:attrName>
                                        </p:attrNameLst>
                                      </p:cBhvr>
                                      <p:to>
                                        <p:strVal val="visible"/>
                                      </p:to>
                                    </p:set>
                                    <p:animEffect transition="in" filter="strips(downLeft)">
                                      <p:cBhvr>
                                        <p:cTn id="32"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P spid="102" grpId="0"/>
      <p:bldP spid="105" grpId="0"/>
      <p:bldP spid="108"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Placeholder 22" descr="imageHolder.jpg"/>
          <p:cNvPicPr>
            <a:picLocks noGrp="1" noChangeAspect="1"/>
          </p:cNvPicPr>
          <p:nvPr>
            <p:ph type="pic" sz="quarter" idx="10"/>
          </p:nvPr>
        </p:nvPicPr>
        <p:blipFill>
          <a:blip r:embed="rId2"/>
          <a:srcRect l="24" r="24"/>
          <a:stretch>
            <a:fillRect/>
          </a:stretch>
        </p:blipFill>
        <p:spPr/>
      </p:pic>
      <p:sp>
        <p:nvSpPr>
          <p:cNvPr id="17" name="Rounded Rectangle 16"/>
          <p:cNvSpPr/>
          <p:nvPr/>
        </p:nvSpPr>
        <p:spPr>
          <a:xfrm>
            <a:off x="942759" y="699523"/>
            <a:ext cx="7258482" cy="3744455"/>
          </a:xfrm>
          <a:prstGeom prst="roundRect">
            <a:avLst>
              <a:gd name="adj" fmla="val 4263"/>
            </a:avLst>
          </a:prstGeom>
          <a:solidFill>
            <a:schemeClr val="bg1">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8"/>
          <p:cNvGrpSpPr/>
          <p:nvPr/>
        </p:nvGrpSpPr>
        <p:grpSpPr>
          <a:xfrm>
            <a:off x="3717521" y="1256555"/>
            <a:ext cx="1708958" cy="1077320"/>
            <a:chOff x="1806864" y="1016361"/>
            <a:chExt cx="1843424" cy="921712"/>
          </a:xfrm>
          <a:solidFill>
            <a:schemeClr val="accent1">
              <a:lumMod val="40000"/>
              <a:lumOff val="60000"/>
              <a:alpha val="5000"/>
            </a:schemeClr>
          </a:solidFill>
        </p:grpSpPr>
        <p:sp>
          <p:nvSpPr>
            <p:cNvPr id="20" name="Right Triangle 19"/>
            <p:cNvSpPr/>
            <p:nvPr/>
          </p:nvSpPr>
          <p:spPr>
            <a:xfrm>
              <a:off x="2728576" y="1016361"/>
              <a:ext cx="921712" cy="921712"/>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ight Triangle 20"/>
            <p:cNvSpPr/>
            <p:nvPr/>
          </p:nvSpPr>
          <p:spPr>
            <a:xfrm flipH="1">
              <a:off x="1806864" y="1016361"/>
              <a:ext cx="921712" cy="921712"/>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 name="TextBox 3"/>
          <p:cNvSpPr txBox="1"/>
          <p:nvPr/>
        </p:nvSpPr>
        <p:spPr>
          <a:xfrm>
            <a:off x="2008489" y="2494607"/>
            <a:ext cx="5127023" cy="584775"/>
          </a:xfrm>
          <a:prstGeom prst="rect">
            <a:avLst/>
          </a:prstGeom>
          <a:noFill/>
        </p:spPr>
        <p:txBody>
          <a:bodyPr wrap="square" rtlCol="0">
            <a:spAutoFit/>
          </a:bodyPr>
          <a:lstStyle/>
          <a:p>
            <a:pPr algn="ctr"/>
            <a:r>
              <a:rPr lang="en-US" sz="1600" cap="all" dirty="0"/>
              <a:t>OFFERING IDEAS THAT RAISE YOUR BUSINESS </a:t>
            </a:r>
            <a:br>
              <a:rPr lang="en-US" sz="1600" dirty="0"/>
            </a:br>
            <a:r>
              <a:rPr lang="en-US" sz="1600" cap="all" dirty="0"/>
              <a:t>ABOVE THE EXPECTED</a:t>
            </a:r>
            <a:endParaRPr lang="en-US" sz="1600" dirty="0"/>
          </a:p>
        </p:txBody>
      </p:sp>
      <p:sp>
        <p:nvSpPr>
          <p:cNvPr id="5" name="TextBox 4"/>
          <p:cNvSpPr txBox="1"/>
          <p:nvPr/>
        </p:nvSpPr>
        <p:spPr>
          <a:xfrm>
            <a:off x="2757379" y="3247446"/>
            <a:ext cx="3629242" cy="307777"/>
          </a:xfrm>
          <a:prstGeom prst="rect">
            <a:avLst/>
          </a:prstGeom>
          <a:noFill/>
        </p:spPr>
        <p:txBody>
          <a:bodyPr wrap="square" rtlCol="0">
            <a:spAutoFit/>
          </a:bodyPr>
          <a:lstStyle/>
          <a:p>
            <a:pPr algn="ctr"/>
            <a:r>
              <a:rPr lang="en-US" sz="1400" dirty="0"/>
              <a:t>The key is always you </a:t>
            </a:r>
          </a:p>
        </p:txBody>
      </p:sp>
      <p:sp>
        <p:nvSpPr>
          <p:cNvPr id="7" name="Rectangle 6"/>
          <p:cNvSpPr/>
          <p:nvPr/>
        </p:nvSpPr>
        <p:spPr>
          <a:xfrm rot="2700000">
            <a:off x="4478177" y="3714125"/>
            <a:ext cx="172820" cy="17282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 name="Straight Connector 8"/>
          <p:cNvCxnSpPr/>
          <p:nvPr/>
        </p:nvCxnSpPr>
        <p:spPr>
          <a:xfrm flipH="1">
            <a:off x="2959004" y="3800535"/>
            <a:ext cx="1368166" cy="0"/>
          </a:xfrm>
          <a:prstGeom prst="line">
            <a:avLst/>
          </a:prstGeom>
          <a:ln>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4816830" y="3800535"/>
            <a:ext cx="1310559" cy="0"/>
          </a:xfrm>
          <a:prstGeom prst="line">
            <a:avLst/>
          </a:prstGeom>
          <a:ln>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2" name="Freeform 245"/>
          <p:cNvSpPr>
            <a:spLocks/>
          </p:cNvSpPr>
          <p:nvPr/>
        </p:nvSpPr>
        <p:spPr bwMode="auto">
          <a:xfrm>
            <a:off x="4226900" y="1593514"/>
            <a:ext cx="690201" cy="690201"/>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tx1">
              <a:lumMod val="90000"/>
              <a:lumOff val="1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childTnLst>
                                </p:cTn>
                              </p:par>
                            </p:childTnLst>
                          </p:cTn>
                        </p:par>
                        <p:par>
                          <p:cTn id="8" fill="hold">
                            <p:stCondLst>
                              <p:cond delay="1000"/>
                            </p:stCondLst>
                            <p:childTnLst>
                              <p:par>
                                <p:cTn id="9" presetID="2" presetClass="entr" presetSubtype="12" accel="50000" decel="5000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0-#ppt_w/2"/>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4" accel="50000" decel="50000" fill="hold" grpId="0" nodeType="after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500" fill="hold"/>
                                        <p:tgtEl>
                                          <p:spTgt spid="4"/>
                                        </p:tgtEl>
                                        <p:attrNameLst>
                                          <p:attrName>ppt_x</p:attrName>
                                        </p:attrNameLst>
                                      </p:cBhvr>
                                      <p:tavLst>
                                        <p:tav tm="0">
                                          <p:val>
                                            <p:strVal val="#ppt_x"/>
                                          </p:val>
                                        </p:tav>
                                        <p:tav tm="100000">
                                          <p:val>
                                            <p:strVal val="#ppt_x"/>
                                          </p:val>
                                        </p:tav>
                                      </p:tavLst>
                                    </p:anim>
                                    <p:anim calcmode="lin" valueType="num">
                                      <p:cBhvr additive="base">
                                        <p:cTn id="17" dur="500" fill="hold"/>
                                        <p:tgtEl>
                                          <p:spTgt spid="4"/>
                                        </p:tgtEl>
                                        <p:attrNameLst>
                                          <p:attrName>ppt_y</p:attrName>
                                        </p:attrNameLst>
                                      </p:cBhvr>
                                      <p:tavLst>
                                        <p:tav tm="0">
                                          <p:val>
                                            <p:strVal val="1+#ppt_h/2"/>
                                          </p:val>
                                        </p:tav>
                                        <p:tav tm="100000">
                                          <p:val>
                                            <p:strVal val="#ppt_y"/>
                                          </p:val>
                                        </p:tav>
                                      </p:tavLst>
                                    </p:anim>
                                  </p:childTnLst>
                                </p:cTn>
                              </p:par>
                            </p:childTnLst>
                          </p:cTn>
                        </p:par>
                        <p:par>
                          <p:cTn id="18" fill="hold">
                            <p:stCondLst>
                              <p:cond delay="2000"/>
                            </p:stCondLst>
                            <p:childTnLst>
                              <p:par>
                                <p:cTn id="19" presetID="2" presetClass="entr" presetSubtype="8" accel="50000" decel="50000"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0-#ppt_w/2"/>
                                          </p:val>
                                        </p:tav>
                                        <p:tav tm="100000">
                                          <p:val>
                                            <p:strVal val="#ppt_x"/>
                                          </p:val>
                                        </p:tav>
                                      </p:tavLst>
                                    </p:anim>
                                    <p:anim calcmode="lin" valueType="num">
                                      <p:cBhvr additive="base">
                                        <p:cTn id="22" dur="500" fill="hold"/>
                                        <p:tgtEl>
                                          <p:spTgt spid="5"/>
                                        </p:tgtEl>
                                        <p:attrNameLst>
                                          <p:attrName>ppt_y</p:attrName>
                                        </p:attrNameLst>
                                      </p:cBhvr>
                                      <p:tavLst>
                                        <p:tav tm="0">
                                          <p:val>
                                            <p:strVal val="#ppt_y"/>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animEffect transition="in" filter="fade">
                                      <p:cBhvr>
                                        <p:cTn id="28" dur="500"/>
                                        <p:tgtEl>
                                          <p:spTgt spid="7"/>
                                        </p:tgtEl>
                                      </p:cBhvr>
                                    </p:animEffect>
                                  </p:childTnLst>
                                </p:cTn>
                              </p:par>
                              <p:par>
                                <p:cTn id="29" presetID="18" presetClass="entr" presetSubtype="6"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strips(downRight)">
                                      <p:cBhvr>
                                        <p:cTn id="31" dur="500"/>
                                        <p:tgtEl>
                                          <p:spTgt spid="10"/>
                                        </p:tgtEl>
                                      </p:cBhvr>
                                    </p:animEffect>
                                  </p:childTnLst>
                                </p:cTn>
                              </p:par>
                              <p:par>
                                <p:cTn id="32" presetID="18" presetClass="entr" presetSubtype="12"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strips(downLeft)">
                                      <p:cBhvr>
                                        <p:cTn id="3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4" grpId="0"/>
      <p:bldP spid="5" grpId="0"/>
      <p:bldP spid="7" grpId="0" animBg="1"/>
      <p:bldP spid="2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Introduction</a:t>
            </a:r>
            <a:endParaRPr lang="en-US" dirty="0"/>
          </a:p>
        </p:txBody>
      </p:sp>
      <p:sp>
        <p:nvSpPr>
          <p:cNvPr id="8" name="Text Placeholder 7"/>
          <p:cNvSpPr>
            <a:spLocks noGrp="1"/>
          </p:cNvSpPr>
          <p:nvPr>
            <p:ph type="body" sz="half" idx="2"/>
          </p:nvPr>
        </p:nvSpPr>
        <p:spPr/>
        <p:txBody>
          <a:bodyPr/>
          <a:lstStyle/>
          <a:p>
            <a:r>
              <a:rPr lang="en-US"/>
              <a:t>Introduction</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3</a:t>
            </a:fld>
            <a:endParaRPr lang="en-US" dirty="0"/>
          </a:p>
        </p:txBody>
      </p:sp>
      <p:grpSp>
        <p:nvGrpSpPr>
          <p:cNvPr id="2" name="Group 30"/>
          <p:cNvGrpSpPr/>
          <p:nvPr/>
        </p:nvGrpSpPr>
        <p:grpSpPr>
          <a:xfrm>
            <a:off x="1500705" y="1146358"/>
            <a:ext cx="2610439" cy="715058"/>
            <a:chOff x="1270277" y="1165408"/>
            <a:chExt cx="2610439" cy="715058"/>
          </a:xfrm>
        </p:grpSpPr>
        <p:sp>
          <p:nvSpPr>
            <p:cNvPr id="56" name="Text Placeholder 3"/>
            <p:cNvSpPr txBox="1">
              <a:spLocks/>
            </p:cNvSpPr>
            <p:nvPr/>
          </p:nvSpPr>
          <p:spPr>
            <a:xfrm>
              <a:off x="1270277" y="116540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57" name="Text Placeholder 3"/>
            <p:cNvSpPr txBox="1">
              <a:spLocks/>
            </p:cNvSpPr>
            <p:nvPr/>
          </p:nvSpPr>
          <p:spPr>
            <a:xfrm>
              <a:off x="1270277" y="1418801"/>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a:t>
              </a:r>
              <a:br>
                <a:rPr lang="en-US" sz="1000" dirty="0">
                  <a:solidFill>
                    <a:schemeClr val="tx1">
                      <a:lumMod val="50000"/>
                      <a:lumOff val="50000"/>
                    </a:schemeClr>
                  </a:solidFill>
                  <a:cs typeface="+mj-cs"/>
                </a:rPr>
              </a:br>
              <a:r>
                <a:rPr lang="en-US" sz="1000" dirty="0">
                  <a:solidFill>
                    <a:schemeClr val="tx1">
                      <a:lumMod val="50000"/>
                      <a:lumOff val="50000"/>
                    </a:schemeClr>
                  </a:solidFill>
                  <a:cs typeface="+mj-cs"/>
                </a:rPr>
                <a:t>by injected.</a:t>
              </a:r>
            </a:p>
          </p:txBody>
        </p:sp>
      </p:grpSp>
      <p:sp>
        <p:nvSpPr>
          <p:cNvPr id="85" name="Footer Text"/>
          <p:cNvSpPr txBox="1"/>
          <p:nvPr/>
        </p:nvSpPr>
        <p:spPr>
          <a:xfrm>
            <a:off x="692056" y="4140652"/>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a:t>
            </a:r>
            <a:br>
              <a:rPr lang="en-US" sz="1000" dirty="0">
                <a:solidFill>
                  <a:schemeClr val="tx1">
                    <a:lumMod val="50000"/>
                    <a:lumOff val="50000"/>
                  </a:schemeClr>
                </a:solidFill>
              </a:rPr>
            </a:br>
            <a:r>
              <a:rPr lang="en-US" sz="1000" dirty="0">
                <a:solidFill>
                  <a:schemeClr val="tx1">
                    <a:lumMod val="50000"/>
                    <a:lumOff val="50000"/>
                  </a:schemeClr>
                </a:solidFill>
              </a:rPr>
              <a:t> to be sure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86" name="Straight Line buttom"/>
          <p:cNvCxnSpPr/>
          <p:nvPr/>
        </p:nvCxnSpPr>
        <p:spPr>
          <a:xfrm>
            <a:off x="685800" y="4007201"/>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3" name="Group 33"/>
          <p:cNvGrpSpPr/>
          <p:nvPr/>
        </p:nvGrpSpPr>
        <p:grpSpPr>
          <a:xfrm>
            <a:off x="5407764" y="1146358"/>
            <a:ext cx="2630181" cy="715058"/>
            <a:chOff x="5225418" y="1165408"/>
            <a:chExt cx="2630181" cy="715058"/>
          </a:xfrm>
        </p:grpSpPr>
        <p:sp>
          <p:nvSpPr>
            <p:cNvPr id="50" name="Text Placeholder 3"/>
            <p:cNvSpPr txBox="1">
              <a:spLocks/>
            </p:cNvSpPr>
            <p:nvPr/>
          </p:nvSpPr>
          <p:spPr>
            <a:xfrm>
              <a:off x="5225418" y="1165408"/>
              <a:ext cx="1125308"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j-lt"/>
                  <a:ea typeface="+mn-ea"/>
                  <a:cs typeface="+mn-cs"/>
                </a:rPr>
                <a:t>Number Four</a:t>
              </a:r>
            </a:p>
          </p:txBody>
        </p:sp>
        <p:sp>
          <p:nvSpPr>
            <p:cNvPr id="51" name="Text Placeholder 3"/>
            <p:cNvSpPr txBox="1">
              <a:spLocks/>
            </p:cNvSpPr>
            <p:nvPr/>
          </p:nvSpPr>
          <p:spPr>
            <a:xfrm>
              <a:off x="5225418" y="1418801"/>
              <a:ext cx="2630181"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4" name="Group 31"/>
          <p:cNvGrpSpPr/>
          <p:nvPr/>
        </p:nvGrpSpPr>
        <p:grpSpPr>
          <a:xfrm>
            <a:off x="1500705" y="2068070"/>
            <a:ext cx="2610439" cy="715058"/>
            <a:chOff x="1270277" y="2087120"/>
            <a:chExt cx="2610439" cy="715058"/>
          </a:xfrm>
        </p:grpSpPr>
        <p:sp>
          <p:nvSpPr>
            <p:cNvPr id="67" name="Text Placeholder 3"/>
            <p:cNvSpPr txBox="1">
              <a:spLocks/>
            </p:cNvSpPr>
            <p:nvPr/>
          </p:nvSpPr>
          <p:spPr>
            <a:xfrm>
              <a:off x="1270277" y="208712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68" name="Text Placeholder 3"/>
            <p:cNvSpPr txBox="1">
              <a:spLocks/>
            </p:cNvSpPr>
            <p:nvPr/>
          </p:nvSpPr>
          <p:spPr>
            <a:xfrm>
              <a:off x="1270277" y="2340513"/>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5" name="Group 34"/>
          <p:cNvGrpSpPr/>
          <p:nvPr/>
        </p:nvGrpSpPr>
        <p:grpSpPr>
          <a:xfrm>
            <a:off x="5407764" y="2068070"/>
            <a:ext cx="2630181" cy="715058"/>
            <a:chOff x="5225418" y="2087120"/>
            <a:chExt cx="2630181" cy="715058"/>
          </a:xfrm>
        </p:grpSpPr>
        <p:sp>
          <p:nvSpPr>
            <p:cNvPr id="71" name="Text Placeholder 3"/>
            <p:cNvSpPr txBox="1">
              <a:spLocks/>
            </p:cNvSpPr>
            <p:nvPr/>
          </p:nvSpPr>
          <p:spPr>
            <a:xfrm>
              <a:off x="5225418" y="2087120"/>
              <a:ext cx="1085233"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5"/>
                  </a:solidFill>
                  <a:effectLst/>
                  <a:uLnTx/>
                  <a:uFillTx/>
                  <a:latin typeface="+mj-lt"/>
                  <a:ea typeface="+mn-ea"/>
                  <a:cs typeface="+mn-cs"/>
                </a:rPr>
                <a:t>Number Five</a:t>
              </a:r>
            </a:p>
          </p:txBody>
        </p:sp>
        <p:sp>
          <p:nvSpPr>
            <p:cNvPr id="72" name="Text Placeholder 3"/>
            <p:cNvSpPr txBox="1">
              <a:spLocks/>
            </p:cNvSpPr>
            <p:nvPr/>
          </p:nvSpPr>
          <p:spPr>
            <a:xfrm>
              <a:off x="5225418" y="2340513"/>
              <a:ext cx="2630181"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6" name="Group 32"/>
          <p:cNvGrpSpPr/>
          <p:nvPr/>
        </p:nvGrpSpPr>
        <p:grpSpPr>
          <a:xfrm>
            <a:off x="1500705" y="2989782"/>
            <a:ext cx="2610439" cy="715058"/>
            <a:chOff x="1270277" y="3008832"/>
            <a:chExt cx="2610439" cy="715058"/>
          </a:xfrm>
        </p:grpSpPr>
        <p:sp>
          <p:nvSpPr>
            <p:cNvPr id="75" name="Text Placeholder 3"/>
            <p:cNvSpPr txBox="1">
              <a:spLocks/>
            </p:cNvSpPr>
            <p:nvPr/>
          </p:nvSpPr>
          <p:spPr>
            <a:xfrm>
              <a:off x="1270277" y="3008832"/>
              <a:ext cx="1215076"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76" name="Text Placeholder 3"/>
            <p:cNvSpPr txBox="1">
              <a:spLocks/>
            </p:cNvSpPr>
            <p:nvPr/>
          </p:nvSpPr>
          <p:spPr>
            <a:xfrm>
              <a:off x="1270277" y="3262225"/>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9" name="Group 35"/>
          <p:cNvGrpSpPr/>
          <p:nvPr/>
        </p:nvGrpSpPr>
        <p:grpSpPr>
          <a:xfrm>
            <a:off x="5407764" y="2989782"/>
            <a:ext cx="2630181" cy="715058"/>
            <a:chOff x="5225418" y="3008832"/>
            <a:chExt cx="2630181" cy="715058"/>
          </a:xfrm>
        </p:grpSpPr>
        <p:sp>
          <p:nvSpPr>
            <p:cNvPr id="79" name="Text Placeholder 3"/>
            <p:cNvSpPr txBox="1">
              <a:spLocks/>
            </p:cNvSpPr>
            <p:nvPr/>
          </p:nvSpPr>
          <p:spPr>
            <a:xfrm>
              <a:off x="5225418" y="3008832"/>
              <a:ext cx="997068"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6"/>
                  </a:solidFill>
                  <a:effectLst/>
                  <a:uLnTx/>
                  <a:uFillTx/>
                  <a:latin typeface="+mj-lt"/>
                  <a:ea typeface="+mn-ea"/>
                  <a:cs typeface="+mn-cs"/>
                </a:rPr>
                <a:t>Number Six</a:t>
              </a:r>
            </a:p>
          </p:txBody>
        </p:sp>
        <p:sp>
          <p:nvSpPr>
            <p:cNvPr id="80" name="Text Placeholder 3"/>
            <p:cNvSpPr txBox="1">
              <a:spLocks/>
            </p:cNvSpPr>
            <p:nvPr/>
          </p:nvSpPr>
          <p:spPr>
            <a:xfrm>
              <a:off x="5225418" y="3262225"/>
              <a:ext cx="2630181"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sp>
        <p:nvSpPr>
          <p:cNvPr id="38" name="Freeform 45"/>
          <p:cNvSpPr>
            <a:spLocks noEditPoints="1"/>
          </p:cNvSpPr>
          <p:nvPr/>
        </p:nvSpPr>
        <p:spPr bwMode="auto">
          <a:xfrm>
            <a:off x="1112389" y="13905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45"/>
          <p:cNvSpPr>
            <a:spLocks noEditPoints="1"/>
          </p:cNvSpPr>
          <p:nvPr/>
        </p:nvSpPr>
        <p:spPr bwMode="auto">
          <a:xfrm>
            <a:off x="1112389" y="232146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45"/>
          <p:cNvSpPr>
            <a:spLocks noEditPoints="1"/>
          </p:cNvSpPr>
          <p:nvPr/>
        </p:nvSpPr>
        <p:spPr bwMode="auto">
          <a:xfrm>
            <a:off x="1112389" y="329080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5"/>
          <p:cNvSpPr>
            <a:spLocks noEditPoints="1"/>
          </p:cNvSpPr>
          <p:nvPr/>
        </p:nvSpPr>
        <p:spPr bwMode="auto">
          <a:xfrm>
            <a:off x="5013349" y="13905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5"/>
          <p:cNvSpPr>
            <a:spLocks noEditPoints="1"/>
          </p:cNvSpPr>
          <p:nvPr/>
        </p:nvSpPr>
        <p:spPr bwMode="auto">
          <a:xfrm>
            <a:off x="5013349" y="232146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5"/>
          <p:cNvSpPr>
            <a:spLocks noEditPoints="1"/>
          </p:cNvSpPr>
          <p:nvPr/>
        </p:nvSpPr>
        <p:spPr bwMode="auto">
          <a:xfrm>
            <a:off x="5013349" y="329080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 presetClass="entr" presetSubtype="4" accel="50000" decel="50000"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fill="hold"/>
                                        <p:tgtEl>
                                          <p:spTgt spid="38"/>
                                        </p:tgtEl>
                                        <p:attrNameLst>
                                          <p:attrName>ppt_x</p:attrName>
                                        </p:attrNameLst>
                                      </p:cBhvr>
                                      <p:tavLst>
                                        <p:tav tm="0">
                                          <p:val>
                                            <p:strVal val="#ppt_x"/>
                                          </p:val>
                                        </p:tav>
                                        <p:tav tm="100000">
                                          <p:val>
                                            <p:strVal val="#ppt_x"/>
                                          </p:val>
                                        </p:tav>
                                      </p:tavLst>
                                    </p:anim>
                                    <p:anim calcmode="lin" valueType="num">
                                      <p:cBhvr additive="base">
                                        <p:cTn id="8" dur="500" fill="hold"/>
                                        <p:tgtEl>
                                          <p:spTgt spid="38"/>
                                        </p:tgtEl>
                                        <p:attrNameLst>
                                          <p:attrName>ppt_y</p:attrName>
                                        </p:attrNameLst>
                                      </p:cBhvr>
                                      <p:tavLst>
                                        <p:tav tm="0">
                                          <p:val>
                                            <p:strVal val="1+#ppt_h/2"/>
                                          </p:val>
                                        </p:tav>
                                        <p:tav tm="100000">
                                          <p:val>
                                            <p:strVal val="#ppt_y"/>
                                          </p:val>
                                        </p:tav>
                                      </p:tavLst>
                                    </p:anim>
                                  </p:childTnLst>
                                </p:cTn>
                              </p:par>
                              <p:par>
                                <p:cTn id="9" presetID="2" presetClass="entr" presetSubtype="2" accel="50000" decel="5000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1+#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2" presetClass="entr" presetSubtype="4" accel="50000" decel="50000" fill="hold" grpId="0" nodeType="afterEffect">
                                  <p:stCondLst>
                                    <p:cond delay="0"/>
                                  </p:stCondLst>
                                  <p:childTnLst>
                                    <p:set>
                                      <p:cBhvr>
                                        <p:cTn id="15" dur="1" fill="hold">
                                          <p:stCondLst>
                                            <p:cond delay="0"/>
                                          </p:stCondLst>
                                        </p:cTn>
                                        <p:tgtEl>
                                          <p:spTgt spid="39"/>
                                        </p:tgtEl>
                                        <p:attrNameLst>
                                          <p:attrName>style.visibility</p:attrName>
                                        </p:attrNameLst>
                                      </p:cBhvr>
                                      <p:to>
                                        <p:strVal val="visible"/>
                                      </p:to>
                                    </p:set>
                                    <p:anim calcmode="lin" valueType="num">
                                      <p:cBhvr additive="base">
                                        <p:cTn id="16" dur="500" fill="hold"/>
                                        <p:tgtEl>
                                          <p:spTgt spid="39"/>
                                        </p:tgtEl>
                                        <p:attrNameLst>
                                          <p:attrName>ppt_x</p:attrName>
                                        </p:attrNameLst>
                                      </p:cBhvr>
                                      <p:tavLst>
                                        <p:tav tm="0">
                                          <p:val>
                                            <p:strVal val="#ppt_x"/>
                                          </p:val>
                                        </p:tav>
                                        <p:tav tm="100000">
                                          <p:val>
                                            <p:strVal val="#ppt_x"/>
                                          </p:val>
                                        </p:tav>
                                      </p:tavLst>
                                    </p:anim>
                                    <p:anim calcmode="lin" valueType="num">
                                      <p:cBhvr additive="base">
                                        <p:cTn id="17" dur="500" fill="hold"/>
                                        <p:tgtEl>
                                          <p:spTgt spid="39"/>
                                        </p:tgtEl>
                                        <p:attrNameLst>
                                          <p:attrName>ppt_y</p:attrName>
                                        </p:attrNameLst>
                                      </p:cBhvr>
                                      <p:tavLst>
                                        <p:tav tm="0">
                                          <p:val>
                                            <p:strVal val="1+#ppt_h/2"/>
                                          </p:val>
                                        </p:tav>
                                        <p:tav tm="100000">
                                          <p:val>
                                            <p:strVal val="#ppt_y"/>
                                          </p:val>
                                        </p:tav>
                                      </p:tavLst>
                                    </p:anim>
                                  </p:childTnLst>
                                </p:cTn>
                              </p:par>
                              <p:par>
                                <p:cTn id="18" presetID="2" presetClass="entr" presetSubtype="2" accel="50000" decel="50000" fill="hold" nodeType="with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fill="hold"/>
                                        <p:tgtEl>
                                          <p:spTgt spid="4"/>
                                        </p:tgtEl>
                                        <p:attrNameLst>
                                          <p:attrName>ppt_x</p:attrName>
                                        </p:attrNameLst>
                                      </p:cBhvr>
                                      <p:tavLst>
                                        <p:tav tm="0">
                                          <p:val>
                                            <p:strVal val="1+#ppt_w/2"/>
                                          </p:val>
                                        </p:tav>
                                        <p:tav tm="100000">
                                          <p:val>
                                            <p:strVal val="#ppt_x"/>
                                          </p:val>
                                        </p:tav>
                                      </p:tavLst>
                                    </p:anim>
                                    <p:anim calcmode="lin" valueType="num">
                                      <p:cBhvr additive="base">
                                        <p:cTn id="21" dur="500" fill="hold"/>
                                        <p:tgtEl>
                                          <p:spTgt spid="4"/>
                                        </p:tgtEl>
                                        <p:attrNameLst>
                                          <p:attrName>ppt_y</p:attrName>
                                        </p:attrNameLst>
                                      </p:cBhvr>
                                      <p:tavLst>
                                        <p:tav tm="0">
                                          <p:val>
                                            <p:strVal val="#ppt_y"/>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500" fill="hold"/>
                                        <p:tgtEl>
                                          <p:spTgt spid="40"/>
                                        </p:tgtEl>
                                        <p:attrNameLst>
                                          <p:attrName>ppt_x</p:attrName>
                                        </p:attrNameLst>
                                      </p:cBhvr>
                                      <p:tavLst>
                                        <p:tav tm="0">
                                          <p:val>
                                            <p:strVal val="#ppt_x"/>
                                          </p:val>
                                        </p:tav>
                                        <p:tav tm="100000">
                                          <p:val>
                                            <p:strVal val="#ppt_x"/>
                                          </p:val>
                                        </p:tav>
                                      </p:tavLst>
                                    </p:anim>
                                    <p:anim calcmode="lin" valueType="num">
                                      <p:cBhvr additive="base">
                                        <p:cTn id="26" dur="500" fill="hold"/>
                                        <p:tgtEl>
                                          <p:spTgt spid="40"/>
                                        </p:tgtEl>
                                        <p:attrNameLst>
                                          <p:attrName>ppt_y</p:attrName>
                                        </p:attrNameLst>
                                      </p:cBhvr>
                                      <p:tavLst>
                                        <p:tav tm="0">
                                          <p:val>
                                            <p:strVal val="1+#ppt_h/2"/>
                                          </p:val>
                                        </p:tav>
                                        <p:tav tm="100000">
                                          <p:val>
                                            <p:strVal val="#ppt_y"/>
                                          </p:val>
                                        </p:tav>
                                      </p:tavLst>
                                    </p:anim>
                                  </p:childTnLst>
                                </p:cTn>
                              </p:par>
                              <p:par>
                                <p:cTn id="27" presetID="2" presetClass="entr" presetSubtype="2" accel="50000" decel="50000" fill="hold"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additive="base">
                                        <p:cTn id="29" dur="500" fill="hold"/>
                                        <p:tgtEl>
                                          <p:spTgt spid="6"/>
                                        </p:tgtEl>
                                        <p:attrNameLst>
                                          <p:attrName>ppt_x</p:attrName>
                                        </p:attrNameLst>
                                      </p:cBhvr>
                                      <p:tavLst>
                                        <p:tav tm="0">
                                          <p:val>
                                            <p:strVal val="1+#ppt_w/2"/>
                                          </p:val>
                                        </p:tav>
                                        <p:tav tm="100000">
                                          <p:val>
                                            <p:strVal val="#ppt_x"/>
                                          </p:val>
                                        </p:tav>
                                      </p:tavLst>
                                    </p:anim>
                                    <p:anim calcmode="lin" valueType="num">
                                      <p:cBhvr additive="base">
                                        <p:cTn id="30" dur="500" fill="hold"/>
                                        <p:tgtEl>
                                          <p:spTgt spid="6"/>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2" presetClass="entr" presetSubtype="4" accel="50000" decel="50000" fill="hold" grpId="0" nodeType="afterEffect">
                                  <p:stCondLst>
                                    <p:cond delay="0"/>
                                  </p:stCondLst>
                                  <p:childTnLst>
                                    <p:set>
                                      <p:cBhvr>
                                        <p:cTn id="33" dur="1" fill="hold">
                                          <p:stCondLst>
                                            <p:cond delay="0"/>
                                          </p:stCondLst>
                                        </p:cTn>
                                        <p:tgtEl>
                                          <p:spTgt spid="41"/>
                                        </p:tgtEl>
                                        <p:attrNameLst>
                                          <p:attrName>style.visibility</p:attrName>
                                        </p:attrNameLst>
                                      </p:cBhvr>
                                      <p:to>
                                        <p:strVal val="visible"/>
                                      </p:to>
                                    </p:set>
                                    <p:anim calcmode="lin" valueType="num">
                                      <p:cBhvr additive="base">
                                        <p:cTn id="34" dur="500" fill="hold"/>
                                        <p:tgtEl>
                                          <p:spTgt spid="41"/>
                                        </p:tgtEl>
                                        <p:attrNameLst>
                                          <p:attrName>ppt_x</p:attrName>
                                        </p:attrNameLst>
                                      </p:cBhvr>
                                      <p:tavLst>
                                        <p:tav tm="0">
                                          <p:val>
                                            <p:strVal val="#ppt_x"/>
                                          </p:val>
                                        </p:tav>
                                        <p:tav tm="100000">
                                          <p:val>
                                            <p:strVal val="#ppt_x"/>
                                          </p:val>
                                        </p:tav>
                                      </p:tavLst>
                                    </p:anim>
                                    <p:anim calcmode="lin" valueType="num">
                                      <p:cBhvr additive="base">
                                        <p:cTn id="35" dur="500" fill="hold"/>
                                        <p:tgtEl>
                                          <p:spTgt spid="41"/>
                                        </p:tgtEl>
                                        <p:attrNameLst>
                                          <p:attrName>ppt_y</p:attrName>
                                        </p:attrNameLst>
                                      </p:cBhvr>
                                      <p:tavLst>
                                        <p:tav tm="0">
                                          <p:val>
                                            <p:strVal val="1+#ppt_h/2"/>
                                          </p:val>
                                        </p:tav>
                                        <p:tav tm="100000">
                                          <p:val>
                                            <p:strVal val="#ppt_y"/>
                                          </p:val>
                                        </p:tav>
                                      </p:tavLst>
                                    </p:anim>
                                  </p:childTnLst>
                                </p:cTn>
                              </p:par>
                              <p:par>
                                <p:cTn id="36" presetID="2" presetClass="entr" presetSubtype="2" accel="50000" decel="50000" fill="hold" nodeType="withEffect">
                                  <p:stCondLst>
                                    <p:cond delay="0"/>
                                  </p:stCondLst>
                                  <p:childTnLst>
                                    <p:set>
                                      <p:cBhvr>
                                        <p:cTn id="37" dur="1" fill="hold">
                                          <p:stCondLst>
                                            <p:cond delay="0"/>
                                          </p:stCondLst>
                                        </p:cTn>
                                        <p:tgtEl>
                                          <p:spTgt spid="3"/>
                                        </p:tgtEl>
                                        <p:attrNameLst>
                                          <p:attrName>style.visibility</p:attrName>
                                        </p:attrNameLst>
                                      </p:cBhvr>
                                      <p:to>
                                        <p:strVal val="visible"/>
                                      </p:to>
                                    </p:set>
                                    <p:anim calcmode="lin" valueType="num">
                                      <p:cBhvr additive="base">
                                        <p:cTn id="38" dur="500" fill="hold"/>
                                        <p:tgtEl>
                                          <p:spTgt spid="3"/>
                                        </p:tgtEl>
                                        <p:attrNameLst>
                                          <p:attrName>ppt_x</p:attrName>
                                        </p:attrNameLst>
                                      </p:cBhvr>
                                      <p:tavLst>
                                        <p:tav tm="0">
                                          <p:val>
                                            <p:strVal val="1+#ppt_w/2"/>
                                          </p:val>
                                        </p:tav>
                                        <p:tav tm="100000">
                                          <p:val>
                                            <p:strVal val="#ppt_x"/>
                                          </p:val>
                                        </p:tav>
                                      </p:tavLst>
                                    </p:anim>
                                    <p:anim calcmode="lin" valueType="num">
                                      <p:cBhvr additive="base">
                                        <p:cTn id="39" dur="500" fill="hold"/>
                                        <p:tgtEl>
                                          <p:spTgt spid="3"/>
                                        </p:tgtEl>
                                        <p:attrNameLst>
                                          <p:attrName>ppt_y</p:attrName>
                                        </p:attrNameLst>
                                      </p:cBhvr>
                                      <p:tavLst>
                                        <p:tav tm="0">
                                          <p:val>
                                            <p:strVal val="#ppt_y"/>
                                          </p:val>
                                        </p:tav>
                                        <p:tav tm="100000">
                                          <p:val>
                                            <p:strVal val="#ppt_y"/>
                                          </p:val>
                                        </p:tav>
                                      </p:tavLst>
                                    </p:anim>
                                  </p:childTnLst>
                                </p:cTn>
                              </p:par>
                            </p:childTnLst>
                          </p:cTn>
                        </p:par>
                        <p:par>
                          <p:cTn id="40" fill="hold">
                            <p:stCondLst>
                              <p:cond delay="2500"/>
                            </p:stCondLst>
                            <p:childTnLst>
                              <p:par>
                                <p:cTn id="41" presetID="2" presetClass="entr" presetSubtype="4" accel="50000" decel="5000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 fill="hold"/>
                                        <p:tgtEl>
                                          <p:spTgt spid="42"/>
                                        </p:tgtEl>
                                        <p:attrNameLst>
                                          <p:attrName>ppt_x</p:attrName>
                                        </p:attrNameLst>
                                      </p:cBhvr>
                                      <p:tavLst>
                                        <p:tav tm="0">
                                          <p:val>
                                            <p:strVal val="#ppt_x"/>
                                          </p:val>
                                        </p:tav>
                                        <p:tav tm="100000">
                                          <p:val>
                                            <p:strVal val="#ppt_x"/>
                                          </p:val>
                                        </p:tav>
                                      </p:tavLst>
                                    </p:anim>
                                    <p:anim calcmode="lin" valueType="num">
                                      <p:cBhvr additive="base">
                                        <p:cTn id="44" dur="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2" accel="50000" decel="5000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500" fill="hold"/>
                                        <p:tgtEl>
                                          <p:spTgt spid="5"/>
                                        </p:tgtEl>
                                        <p:attrNameLst>
                                          <p:attrName>ppt_x</p:attrName>
                                        </p:attrNameLst>
                                      </p:cBhvr>
                                      <p:tavLst>
                                        <p:tav tm="0">
                                          <p:val>
                                            <p:strVal val="1+#ppt_w/2"/>
                                          </p:val>
                                        </p:tav>
                                        <p:tav tm="100000">
                                          <p:val>
                                            <p:strVal val="#ppt_x"/>
                                          </p:val>
                                        </p:tav>
                                      </p:tavLst>
                                    </p:anim>
                                    <p:anim calcmode="lin" valueType="num">
                                      <p:cBhvr additive="base">
                                        <p:cTn id="48" dur="500" fill="hold"/>
                                        <p:tgtEl>
                                          <p:spTgt spid="5"/>
                                        </p:tgtEl>
                                        <p:attrNameLst>
                                          <p:attrName>ppt_y</p:attrName>
                                        </p:attrNameLst>
                                      </p:cBhvr>
                                      <p:tavLst>
                                        <p:tav tm="0">
                                          <p:val>
                                            <p:strVal val="#ppt_y"/>
                                          </p:val>
                                        </p:tav>
                                        <p:tav tm="100000">
                                          <p:val>
                                            <p:strVal val="#ppt_y"/>
                                          </p:val>
                                        </p:tav>
                                      </p:tavLst>
                                    </p:anim>
                                  </p:childTnLst>
                                </p:cTn>
                              </p:par>
                            </p:childTnLst>
                          </p:cTn>
                        </p:par>
                        <p:par>
                          <p:cTn id="49" fill="hold">
                            <p:stCondLst>
                              <p:cond delay="3000"/>
                            </p:stCondLst>
                            <p:childTnLst>
                              <p:par>
                                <p:cTn id="50" presetID="2" presetClass="entr" presetSubtype="4" accel="50000" decel="50000" fill="hold" grpId="0" nodeType="after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500" fill="hold"/>
                                        <p:tgtEl>
                                          <p:spTgt spid="44"/>
                                        </p:tgtEl>
                                        <p:attrNameLst>
                                          <p:attrName>ppt_x</p:attrName>
                                        </p:attrNameLst>
                                      </p:cBhvr>
                                      <p:tavLst>
                                        <p:tav tm="0">
                                          <p:val>
                                            <p:strVal val="#ppt_x"/>
                                          </p:val>
                                        </p:tav>
                                        <p:tav tm="100000">
                                          <p:val>
                                            <p:strVal val="#ppt_x"/>
                                          </p:val>
                                        </p:tav>
                                      </p:tavLst>
                                    </p:anim>
                                    <p:anim calcmode="lin" valueType="num">
                                      <p:cBhvr additive="base">
                                        <p:cTn id="53" dur="500" fill="hold"/>
                                        <p:tgtEl>
                                          <p:spTgt spid="44"/>
                                        </p:tgtEl>
                                        <p:attrNameLst>
                                          <p:attrName>ppt_y</p:attrName>
                                        </p:attrNameLst>
                                      </p:cBhvr>
                                      <p:tavLst>
                                        <p:tav tm="0">
                                          <p:val>
                                            <p:strVal val="1+#ppt_h/2"/>
                                          </p:val>
                                        </p:tav>
                                        <p:tav tm="100000">
                                          <p:val>
                                            <p:strVal val="#ppt_y"/>
                                          </p:val>
                                        </p:tav>
                                      </p:tavLst>
                                    </p:anim>
                                  </p:childTnLst>
                                </p:cTn>
                              </p:par>
                              <p:par>
                                <p:cTn id="54" presetID="2" presetClass="entr" presetSubtype="2" accel="50000" decel="50000" fill="hold" nodeType="withEffect">
                                  <p:stCondLst>
                                    <p:cond delay="0"/>
                                  </p:stCondLst>
                                  <p:childTnLst>
                                    <p:set>
                                      <p:cBhvr>
                                        <p:cTn id="55" dur="1" fill="hold">
                                          <p:stCondLst>
                                            <p:cond delay="0"/>
                                          </p:stCondLst>
                                        </p:cTn>
                                        <p:tgtEl>
                                          <p:spTgt spid="9"/>
                                        </p:tgtEl>
                                        <p:attrNameLst>
                                          <p:attrName>style.visibility</p:attrName>
                                        </p:attrNameLst>
                                      </p:cBhvr>
                                      <p:to>
                                        <p:strVal val="visible"/>
                                      </p:to>
                                    </p:set>
                                    <p:anim calcmode="lin" valueType="num">
                                      <p:cBhvr additive="base">
                                        <p:cTn id="56" dur="500" fill="hold"/>
                                        <p:tgtEl>
                                          <p:spTgt spid="9"/>
                                        </p:tgtEl>
                                        <p:attrNameLst>
                                          <p:attrName>ppt_x</p:attrName>
                                        </p:attrNameLst>
                                      </p:cBhvr>
                                      <p:tavLst>
                                        <p:tav tm="0">
                                          <p:val>
                                            <p:strVal val="1+#ppt_w/2"/>
                                          </p:val>
                                        </p:tav>
                                        <p:tav tm="100000">
                                          <p:val>
                                            <p:strVal val="#ppt_x"/>
                                          </p:val>
                                        </p:tav>
                                      </p:tavLst>
                                    </p:anim>
                                    <p:anim calcmode="lin" valueType="num">
                                      <p:cBhvr additive="base">
                                        <p:cTn id="57" dur="500" fill="hold"/>
                                        <p:tgtEl>
                                          <p:spTgt spid="9"/>
                                        </p:tgtEl>
                                        <p:attrNameLst>
                                          <p:attrName>ppt_y</p:attrName>
                                        </p:attrNameLst>
                                      </p:cBhvr>
                                      <p:tavLst>
                                        <p:tav tm="0">
                                          <p:val>
                                            <p:strVal val="#ppt_y"/>
                                          </p:val>
                                        </p:tav>
                                        <p:tav tm="100000">
                                          <p:val>
                                            <p:strVal val="#ppt_y"/>
                                          </p:val>
                                        </p:tav>
                                      </p:tavLst>
                                    </p:anim>
                                  </p:childTnLst>
                                </p:cTn>
                              </p:par>
                            </p:childTnLst>
                          </p:cTn>
                        </p:par>
                        <p:par>
                          <p:cTn id="58" fill="hold">
                            <p:stCondLst>
                              <p:cond delay="3500"/>
                            </p:stCondLst>
                            <p:childTnLst>
                              <p:par>
                                <p:cTn id="59" presetID="13" presetClass="entr" presetSubtype="16" fill="hold" nodeType="afterEffect">
                                  <p:stCondLst>
                                    <p:cond delay="0"/>
                                  </p:stCondLst>
                                  <p:childTnLst>
                                    <p:set>
                                      <p:cBhvr>
                                        <p:cTn id="60" dur="1" fill="hold">
                                          <p:stCondLst>
                                            <p:cond delay="0"/>
                                          </p:stCondLst>
                                        </p:cTn>
                                        <p:tgtEl>
                                          <p:spTgt spid="86"/>
                                        </p:tgtEl>
                                        <p:attrNameLst>
                                          <p:attrName>style.visibility</p:attrName>
                                        </p:attrNameLst>
                                      </p:cBhvr>
                                      <p:to>
                                        <p:strVal val="visible"/>
                                      </p:to>
                                    </p:set>
                                    <p:animEffect transition="in" filter="plus(in)">
                                      <p:cBhvr>
                                        <p:cTn id="61" dur="500"/>
                                        <p:tgtEl>
                                          <p:spTgt spid="8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85"/>
                                        </p:tgtEl>
                                        <p:attrNameLst>
                                          <p:attrName>style.visibility</p:attrName>
                                        </p:attrNameLst>
                                      </p:cBhvr>
                                      <p:to>
                                        <p:strVal val="visible"/>
                                      </p:to>
                                    </p:set>
                                    <p:animEffect transition="in" filter="fade">
                                      <p:cBhvr>
                                        <p:cTn id="64"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38" grpId="0" animBg="1"/>
      <p:bldP spid="39" grpId="0" animBg="1"/>
      <p:bldP spid="40" grpId="0" animBg="1"/>
      <p:bldP spid="41" grpId="0" animBg="1"/>
      <p:bldP spid="42" grpId="0" animBg="1"/>
      <p:bldP spid="4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895741" y="3271874"/>
            <a:ext cx="7352519" cy="1200329"/>
          </a:xfrm>
          <a:prstGeom prst="rect">
            <a:avLst/>
          </a:prstGeom>
          <a:noFill/>
        </p:spPr>
        <p:txBody>
          <a:bodyPr wrap="square" rtlCol="0">
            <a:spAutoFit/>
          </a:bodyPr>
          <a:lstStyle/>
          <a:p>
            <a:pPr algn="ctr"/>
            <a:r>
              <a:rPr lang="en-US" sz="1200" i="1" dirty="0">
                <a:solidFill>
                  <a:schemeClr val="tx1">
                    <a:lumMod val="65000"/>
                    <a:lumOff val="35000"/>
                  </a:schemeClr>
                </a:solidFill>
              </a:rPr>
              <a:t>There are many variations of passages of Lorem Ipsum available, but the majority have suffered alteration in some form, by injected humour, or randomized words which don't look even slightly believable.</a:t>
            </a:r>
          </a:p>
          <a:p>
            <a:pPr algn="ctr"/>
            <a:endParaRPr lang="en-US" sz="1200" i="1" dirty="0">
              <a:solidFill>
                <a:schemeClr val="tx1">
                  <a:lumMod val="65000"/>
                  <a:lumOff val="35000"/>
                </a:schemeClr>
              </a:solidFill>
            </a:endParaRPr>
          </a:p>
          <a:p>
            <a:pPr algn="ctr"/>
            <a:r>
              <a:rPr lang="en-US" sz="1200" i="1" dirty="0">
                <a:solidFill>
                  <a:schemeClr val="tx1">
                    <a:lumMod val="65000"/>
                    <a:lumOff val="35000"/>
                  </a:schemeClr>
                </a:solidFill>
              </a:rPr>
              <a:t> 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p:txBody>
      </p:sp>
      <p:grpSp>
        <p:nvGrpSpPr>
          <p:cNvPr id="2" name="Group 24"/>
          <p:cNvGrpSpPr/>
          <p:nvPr/>
        </p:nvGrpSpPr>
        <p:grpSpPr>
          <a:xfrm>
            <a:off x="4065573" y="3090949"/>
            <a:ext cx="1012854" cy="1524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grpSp>
      <p:sp>
        <p:nvSpPr>
          <p:cNvPr id="29" name="Title 1"/>
          <p:cNvSpPr txBox="1">
            <a:spLocks/>
          </p:cNvSpPr>
          <p:nvPr/>
        </p:nvSpPr>
        <p:spPr>
          <a:xfrm>
            <a:off x="3753152" y="2488866"/>
            <a:ext cx="1637697" cy="360087"/>
          </a:xfrm>
          <a:prstGeom prst="rect">
            <a:avLst/>
          </a:prstGeom>
        </p:spPr>
        <p:txBody>
          <a:bodyPr vert="horz" wrap="none" lIns="0" tIns="0" rIns="0" bIns="0" rtlCol="0" anchor="ctr">
            <a:noAutofit/>
          </a:bodyPr>
          <a:lstStyle/>
          <a:p>
            <a:pPr marL="0" marR="0" lvl="0" indent="0" algn="ctr" defTabSz="1031626" rtl="0" eaLnBrk="1" fontAlgn="auto" latinLnBrk="0" hangingPunct="1">
              <a:lnSpc>
                <a:spcPct val="100000"/>
              </a:lnSpc>
              <a:spcBef>
                <a:spcPct val="0"/>
              </a:spcBef>
              <a:spcAft>
                <a:spcPts val="0"/>
              </a:spcAft>
              <a:buClrTx/>
              <a:buSzTx/>
              <a:buFontTx/>
              <a:buNone/>
              <a:tabLst>
                <a:tab pos="3595688" algn="l"/>
              </a:tabLst>
              <a:defRPr/>
            </a:pPr>
            <a:r>
              <a:rPr lang="en-US" sz="1400" b="1" noProof="0" dirty="0">
                <a:solidFill>
                  <a:schemeClr val="tx1">
                    <a:lumMod val="50000"/>
                    <a:lumOff val="50000"/>
                  </a:schemeClr>
                </a:solidFill>
                <a:latin typeface="+mj-lt"/>
                <a:ea typeface="+mj-ea"/>
                <a:cs typeface="+mj-cs"/>
              </a:rPr>
              <a:t>Adam Stania</a:t>
            </a:r>
            <a:endParaRPr kumimoji="0" lang="en-US" sz="1400" b="1" i="0" u="none" strike="noStrike" kern="1200" cap="none" spc="0" normalizeH="0" baseline="0" noProof="0" dirty="0">
              <a:ln>
                <a:noFill/>
              </a:ln>
              <a:solidFill>
                <a:schemeClr val="tx1">
                  <a:lumMod val="50000"/>
                  <a:lumOff val="50000"/>
                </a:schemeClr>
              </a:solidFill>
              <a:effectLst/>
              <a:uLnTx/>
              <a:uFillTx/>
              <a:latin typeface="+mj-lt"/>
              <a:ea typeface="+mj-ea"/>
              <a:cs typeface="+mj-cs"/>
            </a:endParaRPr>
          </a:p>
        </p:txBody>
      </p:sp>
      <p:sp>
        <p:nvSpPr>
          <p:cNvPr id="25" name="Slide Number Placeholder 24"/>
          <p:cNvSpPr>
            <a:spLocks noGrp="1"/>
          </p:cNvSpPr>
          <p:nvPr>
            <p:ph type="sldNum" sz="quarter" idx="12"/>
          </p:nvPr>
        </p:nvSpPr>
        <p:spPr/>
        <p:txBody>
          <a:bodyPr/>
          <a:lstStyle/>
          <a:p>
            <a:fld id="{C136B7D2-B98C-44FD-8D04-7EC62A564975}" type="slidenum">
              <a:rPr lang="en-US" smtClean="0"/>
              <a:pPr/>
              <a:t>4</a:t>
            </a:fld>
            <a:endParaRPr lang="en-US" dirty="0"/>
          </a:p>
        </p:txBody>
      </p:sp>
      <p:pic>
        <p:nvPicPr>
          <p:cNvPr id="34" name="Picture Placeholder 33" descr="imageHolder.jpg"/>
          <p:cNvPicPr>
            <a:picLocks noGrp="1" noChangeAspect="1"/>
          </p:cNvPicPr>
          <p:nvPr>
            <p:ph type="pic" sz="quarter" idx="10"/>
          </p:nvPr>
        </p:nvPicPr>
        <p:blipFill>
          <a:blip r:embed="rId2" cstate="print"/>
          <a:srcRect l="21875" r="21875"/>
          <a:stretch>
            <a:fillRect/>
          </a:stretch>
        </p:blipFill>
        <p:spPr/>
      </p:pic>
      <p:grpSp>
        <p:nvGrpSpPr>
          <p:cNvPr id="3" name="Group 24"/>
          <p:cNvGrpSpPr/>
          <p:nvPr/>
        </p:nvGrpSpPr>
        <p:grpSpPr>
          <a:xfrm>
            <a:off x="4065573" y="4533900"/>
            <a:ext cx="1012854" cy="1524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lumMod val="40000"/>
                    <a:lumOff val="60000"/>
                  </a:schemeClr>
                </a:solidFill>
              </a:endParaRPr>
            </a:p>
          </p:txBody>
        </p:sp>
      </p:grpSp>
      <p:sp>
        <p:nvSpPr>
          <p:cNvPr id="32" name="Title 1"/>
          <p:cNvSpPr txBox="1">
            <a:spLocks/>
          </p:cNvSpPr>
          <p:nvPr/>
        </p:nvSpPr>
        <p:spPr>
          <a:xfrm>
            <a:off x="3753152" y="2759437"/>
            <a:ext cx="1637697" cy="360087"/>
          </a:xfrm>
          <a:prstGeom prst="rect">
            <a:avLst/>
          </a:prstGeom>
        </p:spPr>
        <p:txBody>
          <a:bodyPr vert="horz" wrap="none" lIns="0" tIns="0" rIns="0" bIns="0" rtlCol="0" anchor="ctr">
            <a:noAutofit/>
          </a:bodyPr>
          <a:lstStyle/>
          <a:p>
            <a:pPr marL="0" marR="0" lvl="0" indent="0" algn="ctr" defTabSz="1031626" rtl="0" eaLnBrk="1" fontAlgn="auto" latinLnBrk="0" hangingPunct="1">
              <a:lnSpc>
                <a:spcPct val="100000"/>
              </a:lnSpc>
              <a:spcBef>
                <a:spcPct val="0"/>
              </a:spcBef>
              <a:spcAft>
                <a:spcPts val="0"/>
              </a:spcAft>
              <a:buClrTx/>
              <a:buSzTx/>
              <a:buFontTx/>
              <a:buNone/>
              <a:tabLst>
                <a:tab pos="3595688" algn="l"/>
              </a:tabLst>
              <a:defRPr/>
            </a:pPr>
            <a:r>
              <a:rPr lang="en-US" sz="1200" noProof="0" dirty="0">
                <a:solidFill>
                  <a:schemeClr val="tx1">
                    <a:lumMod val="50000"/>
                    <a:lumOff val="50000"/>
                  </a:schemeClr>
                </a:solidFill>
                <a:latin typeface="+mj-lt"/>
                <a:ea typeface="+mj-ea"/>
                <a:cs typeface="+mj-cs"/>
              </a:rPr>
              <a:t>General Manager</a:t>
            </a:r>
            <a:endParaRPr kumimoji="0" lang="en-US" sz="1200" i="0" u="none" strike="noStrike" kern="1200" cap="none" spc="0" normalizeH="0" baseline="0" noProof="0" dirty="0">
              <a:ln>
                <a:noFill/>
              </a:ln>
              <a:solidFill>
                <a:schemeClr val="tx1">
                  <a:lumMod val="50000"/>
                  <a:lumOff val="50000"/>
                </a:schemeClr>
              </a:solidFill>
              <a:effectLst/>
              <a:uLnTx/>
              <a:uFillTx/>
              <a:latin typeface="+mj-lt"/>
              <a:ea typeface="+mj-ea"/>
              <a:cs typeface="+mj-cs"/>
            </a:endParaRP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slide(fromBottom)">
                                      <p:cBhvr>
                                        <p:cTn id="11" dur="500"/>
                                        <p:tgtEl>
                                          <p:spTgt spid="32"/>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childTnLst>
                                </p:cTn>
                              </p:par>
                            </p:childTnLst>
                          </p:cTn>
                        </p:par>
                        <p:par>
                          <p:cTn id="21" fill="hold">
                            <p:stCondLst>
                              <p:cond delay="2500"/>
                            </p:stCondLst>
                            <p:childTnLst>
                              <p:par>
                                <p:cTn id="22" presetID="2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P spid="3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 name="Picture Placeholder 32" descr="imageHolder.jpg"/>
          <p:cNvPicPr>
            <a:picLocks noGrp="1" noChangeAspect="1"/>
          </p:cNvPicPr>
          <p:nvPr>
            <p:ph type="pic" sz="quarter" idx="10"/>
          </p:nvPr>
        </p:nvPicPr>
        <p:blipFill>
          <a:blip r:embed="rId2" cstate="print"/>
          <a:srcRect l="13414" r="13414"/>
          <a:stretch>
            <a:fillRect/>
          </a:stretch>
        </p:blipFill>
        <p:spPr/>
      </p:pic>
      <p:pic>
        <p:nvPicPr>
          <p:cNvPr id="42" name="Picture Placeholder 41" descr="imageHolder.jpg"/>
          <p:cNvPicPr>
            <a:picLocks noGrp="1" noChangeAspect="1"/>
          </p:cNvPicPr>
          <p:nvPr>
            <p:ph type="pic" sz="quarter" idx="15"/>
          </p:nvPr>
        </p:nvPicPr>
        <p:blipFill>
          <a:blip r:embed="rId3" cstate="print"/>
          <a:srcRect l="13310" r="13310"/>
          <a:stretch>
            <a:fillRect/>
          </a:stretch>
        </p:blipFill>
        <p:spPr/>
      </p:pic>
      <p:sp>
        <p:nvSpPr>
          <p:cNvPr id="29" name="Title 28"/>
          <p:cNvSpPr>
            <a:spLocks noGrp="1"/>
          </p:cNvSpPr>
          <p:nvPr>
            <p:ph type="title"/>
          </p:nvPr>
        </p:nvSpPr>
        <p:spPr/>
        <p:txBody>
          <a:bodyPr/>
          <a:lstStyle/>
          <a:p>
            <a:r>
              <a:rPr lang="en-US"/>
              <a:t>Who Are We?</a:t>
            </a:r>
            <a:endParaRPr lang="en-US" dirty="0"/>
          </a:p>
        </p:txBody>
      </p:sp>
      <p:sp>
        <p:nvSpPr>
          <p:cNvPr id="30" name="Text Placeholder 29"/>
          <p:cNvSpPr>
            <a:spLocks noGrp="1"/>
          </p:cNvSpPr>
          <p:nvPr>
            <p:ph type="body" sz="half" idx="2"/>
          </p:nvPr>
        </p:nvSpPr>
        <p:spPr/>
        <p:txBody>
          <a:bodyPr/>
          <a:lstStyle/>
          <a:p>
            <a:r>
              <a:rPr lang="en-US"/>
              <a:t>Who Are We?</a:t>
            </a:r>
            <a:endParaRPr lang="en-US" dirty="0"/>
          </a:p>
        </p:txBody>
      </p:sp>
      <p:sp>
        <p:nvSpPr>
          <p:cNvPr id="25" name="Slide Number Placeholder 24"/>
          <p:cNvSpPr>
            <a:spLocks noGrp="1"/>
          </p:cNvSpPr>
          <p:nvPr>
            <p:ph type="sldNum" sz="quarter" idx="14"/>
          </p:nvPr>
        </p:nvSpPr>
        <p:spPr/>
        <p:txBody>
          <a:bodyPr/>
          <a:lstStyle/>
          <a:p>
            <a:fld id="{C136B7D2-B98C-44FD-8D04-7EC62A564975}" type="slidenum">
              <a:rPr lang="en-US" smtClean="0"/>
              <a:pPr/>
              <a:t>5</a:t>
            </a:fld>
            <a:endParaRPr lang="en-US" dirty="0"/>
          </a:p>
        </p:txBody>
      </p:sp>
      <p:sp>
        <p:nvSpPr>
          <p:cNvPr id="23" name="Sev01"/>
          <p:cNvSpPr/>
          <p:nvPr/>
        </p:nvSpPr>
        <p:spPr>
          <a:xfrm>
            <a:off x="3099088" y="2934175"/>
            <a:ext cx="685134" cy="685134"/>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24" name="Sev02"/>
          <p:cNvSpPr/>
          <p:nvPr/>
        </p:nvSpPr>
        <p:spPr>
          <a:xfrm>
            <a:off x="3864749" y="2934175"/>
            <a:ext cx="685134" cy="685134"/>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36" name="Sev03"/>
          <p:cNvSpPr/>
          <p:nvPr/>
        </p:nvSpPr>
        <p:spPr>
          <a:xfrm>
            <a:off x="4619818" y="2934175"/>
            <a:ext cx="685134" cy="685134"/>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37" name="Sev04"/>
          <p:cNvSpPr/>
          <p:nvPr/>
        </p:nvSpPr>
        <p:spPr>
          <a:xfrm>
            <a:off x="5369573" y="2934175"/>
            <a:ext cx="685134" cy="685134"/>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38" name="Freeform 52"/>
          <p:cNvSpPr>
            <a:spLocks noEditPoints="1"/>
          </p:cNvSpPr>
          <p:nvPr/>
        </p:nvSpPr>
        <p:spPr bwMode="auto">
          <a:xfrm>
            <a:off x="5580977" y="3135629"/>
            <a:ext cx="262326" cy="28222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42"/>
          <p:cNvSpPr>
            <a:spLocks noEditPoints="1"/>
          </p:cNvSpPr>
          <p:nvPr/>
        </p:nvSpPr>
        <p:spPr bwMode="auto">
          <a:xfrm>
            <a:off x="3298732" y="3153720"/>
            <a:ext cx="285846" cy="246044"/>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78"/>
          <p:cNvSpPr>
            <a:spLocks noEditPoints="1"/>
          </p:cNvSpPr>
          <p:nvPr/>
        </p:nvSpPr>
        <p:spPr bwMode="auto">
          <a:xfrm>
            <a:off x="4819463" y="3169099"/>
            <a:ext cx="285846" cy="21528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86"/>
          <p:cNvSpPr>
            <a:spLocks noEditPoints="1"/>
          </p:cNvSpPr>
          <p:nvPr/>
        </p:nvSpPr>
        <p:spPr bwMode="auto">
          <a:xfrm>
            <a:off x="4109440" y="3112064"/>
            <a:ext cx="195752" cy="329358"/>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245"/>
          <p:cNvSpPr>
            <a:spLocks/>
          </p:cNvSpPr>
          <p:nvPr/>
        </p:nvSpPr>
        <p:spPr bwMode="auto">
          <a:xfrm>
            <a:off x="4247735" y="1410396"/>
            <a:ext cx="640544" cy="64054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TextBox 34"/>
          <p:cNvSpPr txBox="1"/>
          <p:nvPr/>
        </p:nvSpPr>
        <p:spPr>
          <a:xfrm>
            <a:off x="3080185" y="2178713"/>
            <a:ext cx="2975644" cy="615553"/>
          </a:xfrm>
          <a:prstGeom prst="rect">
            <a:avLst/>
          </a:prstGeom>
          <a:noFill/>
        </p:spPr>
        <p:txBody>
          <a:bodyPr wrap="square" rtlCol="0">
            <a:spAutoFit/>
          </a:bodyPr>
          <a:lstStyle/>
          <a:p>
            <a:pPr algn="ctr"/>
            <a:r>
              <a:rPr lang="en-US" sz="1400" b="1" dirty="0">
                <a:solidFill>
                  <a:schemeClr val="bg1"/>
                </a:solidFill>
              </a:rPr>
              <a:t>THE KEY IS ALWAYS YOU!</a:t>
            </a:r>
          </a:p>
          <a:p>
            <a:pPr algn="ctr"/>
            <a:r>
              <a:rPr lang="en-US" sz="1000" dirty="0">
                <a:solidFill>
                  <a:schemeClr val="bg1"/>
                </a:solidFill>
              </a:rPr>
              <a:t> If you are going to use a passage of Lorem Ipsum, you need to be sure there isn't anything</a:t>
            </a:r>
          </a:p>
        </p:txBody>
      </p:sp>
      <p:sp>
        <p:nvSpPr>
          <p:cNvPr id="44" name="Footer Text"/>
          <p:cNvSpPr txBox="1"/>
          <p:nvPr/>
        </p:nvSpPr>
        <p:spPr>
          <a:xfrm>
            <a:off x="654724" y="3799621"/>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a:t>
            </a:r>
            <a:br>
              <a:rPr lang="en-US" sz="1000" dirty="0">
                <a:solidFill>
                  <a:schemeClr val="tx1">
                    <a:lumMod val="50000"/>
                    <a:lumOff val="50000"/>
                  </a:schemeClr>
                </a:solidFill>
              </a:rPr>
            </a:br>
            <a:r>
              <a:rPr lang="en-US" sz="1000" dirty="0">
                <a:solidFill>
                  <a:schemeClr val="tx1">
                    <a:lumMod val="50000"/>
                    <a:lumOff val="50000"/>
                  </a:schemeClr>
                </a:solidFill>
              </a:rPr>
              <a:t> to be sure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spTree>
    <p:extLst>
      <p:ext uri="{BB962C8B-B14F-4D97-AF65-F5344CB8AC3E}">
        <p14:creationId xmlns:p14="http://schemas.microsoft.com/office/powerpoint/2010/main" val="1804539096"/>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fade">
                                      <p:cBhvr>
                                        <p:cTn id="12" dur="1000"/>
                                        <p:tgtEl>
                                          <p:spTgt spid="35"/>
                                        </p:tgtEl>
                                      </p:cBhvr>
                                    </p:animEffect>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3"/>
                                        </p:tgtEl>
                                        <p:attrNameLst>
                                          <p:attrName>style.visibility</p:attrName>
                                        </p:attrNameLst>
                                      </p:cBhvr>
                                      <p:to>
                                        <p:strVal val="visible"/>
                                      </p:to>
                                    </p:set>
                                    <p:anim calcmode="lin" valueType="num">
                                      <p:cBhvr>
                                        <p:cTn id="16" dur="500" fill="hold"/>
                                        <p:tgtEl>
                                          <p:spTgt spid="23"/>
                                        </p:tgtEl>
                                        <p:attrNameLst>
                                          <p:attrName>ppt_w</p:attrName>
                                        </p:attrNameLst>
                                      </p:cBhvr>
                                      <p:tavLst>
                                        <p:tav tm="0">
                                          <p:val>
                                            <p:fltVal val="0"/>
                                          </p:val>
                                        </p:tav>
                                        <p:tav tm="100000">
                                          <p:val>
                                            <p:strVal val="#ppt_w"/>
                                          </p:val>
                                        </p:tav>
                                      </p:tavLst>
                                    </p:anim>
                                    <p:anim calcmode="lin" valueType="num">
                                      <p:cBhvr>
                                        <p:cTn id="17" dur="500" fill="hold"/>
                                        <p:tgtEl>
                                          <p:spTgt spid="23"/>
                                        </p:tgtEl>
                                        <p:attrNameLst>
                                          <p:attrName>ppt_h</p:attrName>
                                        </p:attrNameLst>
                                      </p:cBhvr>
                                      <p:tavLst>
                                        <p:tav tm="0">
                                          <p:val>
                                            <p:fltVal val="0"/>
                                          </p:val>
                                        </p:tav>
                                        <p:tav tm="100000">
                                          <p:val>
                                            <p:strVal val="#ppt_h"/>
                                          </p:val>
                                        </p:tav>
                                      </p:tavLst>
                                    </p:anim>
                                    <p:animEffect transition="in" filter="fade">
                                      <p:cBhvr>
                                        <p:cTn id="18" dur="500"/>
                                        <p:tgtEl>
                                          <p:spTgt spid="23"/>
                                        </p:tgtEl>
                                      </p:cBhvr>
                                    </p:animEffect>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p:cTn id="22" dur="500" fill="hold"/>
                                        <p:tgtEl>
                                          <p:spTgt spid="39"/>
                                        </p:tgtEl>
                                        <p:attrNameLst>
                                          <p:attrName>ppt_w</p:attrName>
                                        </p:attrNameLst>
                                      </p:cBhvr>
                                      <p:tavLst>
                                        <p:tav tm="0">
                                          <p:val>
                                            <p:fltVal val="0"/>
                                          </p:val>
                                        </p:tav>
                                        <p:tav tm="100000">
                                          <p:val>
                                            <p:strVal val="#ppt_w"/>
                                          </p:val>
                                        </p:tav>
                                      </p:tavLst>
                                    </p:anim>
                                    <p:anim calcmode="lin" valueType="num">
                                      <p:cBhvr>
                                        <p:cTn id="23" dur="500" fill="hold"/>
                                        <p:tgtEl>
                                          <p:spTgt spid="39"/>
                                        </p:tgtEl>
                                        <p:attrNameLst>
                                          <p:attrName>ppt_h</p:attrName>
                                        </p:attrNameLst>
                                      </p:cBhvr>
                                      <p:tavLst>
                                        <p:tav tm="0">
                                          <p:val>
                                            <p:fltVal val="0"/>
                                          </p:val>
                                        </p:tav>
                                        <p:tav tm="100000">
                                          <p:val>
                                            <p:strVal val="#ppt_h"/>
                                          </p:val>
                                        </p:tav>
                                      </p:tavLst>
                                    </p:anim>
                                    <p:animEffect transition="in" filter="fade">
                                      <p:cBhvr>
                                        <p:cTn id="24" dur="500"/>
                                        <p:tgtEl>
                                          <p:spTgt spid="39"/>
                                        </p:tgtEl>
                                      </p:cBhvr>
                                    </p:animEffect>
                                  </p:childTnLst>
                                </p:cTn>
                              </p:par>
                            </p:childTnLst>
                          </p:cTn>
                        </p:par>
                        <p:par>
                          <p:cTn id="25" fill="hold">
                            <p:stCondLst>
                              <p:cond delay="2000"/>
                            </p:stCondLst>
                            <p:childTnLst>
                              <p:par>
                                <p:cTn id="26" presetID="53" presetClass="entr" presetSubtype="0" fill="hold" grpId="0" nodeType="afterEffect">
                                  <p:stCondLst>
                                    <p:cond delay="0"/>
                                  </p:stCondLst>
                                  <p:childTnLst>
                                    <p:set>
                                      <p:cBhvr>
                                        <p:cTn id="27" dur="1" fill="hold">
                                          <p:stCondLst>
                                            <p:cond delay="0"/>
                                          </p:stCondLst>
                                        </p:cTn>
                                        <p:tgtEl>
                                          <p:spTgt spid="24"/>
                                        </p:tgtEl>
                                        <p:attrNameLst>
                                          <p:attrName>style.visibility</p:attrName>
                                        </p:attrNameLst>
                                      </p:cBhvr>
                                      <p:to>
                                        <p:strVal val="visible"/>
                                      </p:to>
                                    </p:set>
                                    <p:anim calcmode="lin" valueType="num">
                                      <p:cBhvr>
                                        <p:cTn id="28" dur="500" fill="hold"/>
                                        <p:tgtEl>
                                          <p:spTgt spid="24"/>
                                        </p:tgtEl>
                                        <p:attrNameLst>
                                          <p:attrName>ppt_w</p:attrName>
                                        </p:attrNameLst>
                                      </p:cBhvr>
                                      <p:tavLst>
                                        <p:tav tm="0">
                                          <p:val>
                                            <p:fltVal val="0"/>
                                          </p:val>
                                        </p:tav>
                                        <p:tav tm="100000">
                                          <p:val>
                                            <p:strVal val="#ppt_w"/>
                                          </p:val>
                                        </p:tav>
                                      </p:tavLst>
                                    </p:anim>
                                    <p:anim calcmode="lin" valueType="num">
                                      <p:cBhvr>
                                        <p:cTn id="29" dur="500" fill="hold"/>
                                        <p:tgtEl>
                                          <p:spTgt spid="24"/>
                                        </p:tgtEl>
                                        <p:attrNameLst>
                                          <p:attrName>ppt_h</p:attrName>
                                        </p:attrNameLst>
                                      </p:cBhvr>
                                      <p:tavLst>
                                        <p:tav tm="0">
                                          <p:val>
                                            <p:fltVal val="0"/>
                                          </p:val>
                                        </p:tav>
                                        <p:tav tm="100000">
                                          <p:val>
                                            <p:strVal val="#ppt_h"/>
                                          </p:val>
                                        </p:tav>
                                      </p:tavLst>
                                    </p:anim>
                                    <p:animEffect transition="in" filter="fade">
                                      <p:cBhvr>
                                        <p:cTn id="30" dur="500"/>
                                        <p:tgtEl>
                                          <p:spTgt spid="24"/>
                                        </p:tgtEl>
                                      </p:cBhvr>
                                    </p:animEffect>
                                  </p:childTnLst>
                                </p:cTn>
                              </p:par>
                            </p:childTnLst>
                          </p:cTn>
                        </p:par>
                        <p:par>
                          <p:cTn id="31" fill="hold">
                            <p:stCondLst>
                              <p:cond delay="2500"/>
                            </p:stCondLst>
                            <p:childTnLst>
                              <p:par>
                                <p:cTn id="32" presetID="53" presetClass="entr" presetSubtype="0" fill="hold" grpId="0" nodeType="afterEffect">
                                  <p:stCondLst>
                                    <p:cond delay="0"/>
                                  </p:stCondLst>
                                  <p:childTnLst>
                                    <p:set>
                                      <p:cBhvr>
                                        <p:cTn id="33" dur="1" fill="hold">
                                          <p:stCondLst>
                                            <p:cond delay="0"/>
                                          </p:stCondLst>
                                        </p:cTn>
                                        <p:tgtEl>
                                          <p:spTgt spid="41"/>
                                        </p:tgtEl>
                                        <p:attrNameLst>
                                          <p:attrName>style.visibility</p:attrName>
                                        </p:attrNameLst>
                                      </p:cBhvr>
                                      <p:to>
                                        <p:strVal val="visible"/>
                                      </p:to>
                                    </p:set>
                                    <p:anim calcmode="lin" valueType="num">
                                      <p:cBhvr>
                                        <p:cTn id="34" dur="500" fill="hold"/>
                                        <p:tgtEl>
                                          <p:spTgt spid="41"/>
                                        </p:tgtEl>
                                        <p:attrNameLst>
                                          <p:attrName>ppt_w</p:attrName>
                                        </p:attrNameLst>
                                      </p:cBhvr>
                                      <p:tavLst>
                                        <p:tav tm="0">
                                          <p:val>
                                            <p:fltVal val="0"/>
                                          </p:val>
                                        </p:tav>
                                        <p:tav tm="100000">
                                          <p:val>
                                            <p:strVal val="#ppt_w"/>
                                          </p:val>
                                        </p:tav>
                                      </p:tavLst>
                                    </p:anim>
                                    <p:anim calcmode="lin" valueType="num">
                                      <p:cBhvr>
                                        <p:cTn id="35" dur="500" fill="hold"/>
                                        <p:tgtEl>
                                          <p:spTgt spid="41"/>
                                        </p:tgtEl>
                                        <p:attrNameLst>
                                          <p:attrName>ppt_h</p:attrName>
                                        </p:attrNameLst>
                                      </p:cBhvr>
                                      <p:tavLst>
                                        <p:tav tm="0">
                                          <p:val>
                                            <p:fltVal val="0"/>
                                          </p:val>
                                        </p:tav>
                                        <p:tav tm="100000">
                                          <p:val>
                                            <p:strVal val="#ppt_h"/>
                                          </p:val>
                                        </p:tav>
                                      </p:tavLst>
                                    </p:anim>
                                    <p:animEffect transition="in" filter="fade">
                                      <p:cBhvr>
                                        <p:cTn id="36" dur="500"/>
                                        <p:tgtEl>
                                          <p:spTgt spid="41"/>
                                        </p:tgtEl>
                                      </p:cBhvr>
                                    </p:animEffect>
                                  </p:childTnLst>
                                </p:cTn>
                              </p:par>
                            </p:childTnLst>
                          </p:cTn>
                        </p:par>
                        <p:par>
                          <p:cTn id="37" fill="hold">
                            <p:stCondLst>
                              <p:cond delay="3000"/>
                            </p:stCondLst>
                            <p:childTnLst>
                              <p:par>
                                <p:cTn id="38" presetID="53" presetClass="entr" presetSubtype="0" fill="hold" grpId="0" nodeType="afterEffect">
                                  <p:stCondLst>
                                    <p:cond delay="0"/>
                                  </p:stCondLst>
                                  <p:childTnLst>
                                    <p:set>
                                      <p:cBhvr>
                                        <p:cTn id="39" dur="1" fill="hold">
                                          <p:stCondLst>
                                            <p:cond delay="0"/>
                                          </p:stCondLst>
                                        </p:cTn>
                                        <p:tgtEl>
                                          <p:spTgt spid="36"/>
                                        </p:tgtEl>
                                        <p:attrNameLst>
                                          <p:attrName>style.visibility</p:attrName>
                                        </p:attrNameLst>
                                      </p:cBhvr>
                                      <p:to>
                                        <p:strVal val="visible"/>
                                      </p:to>
                                    </p:set>
                                    <p:anim calcmode="lin" valueType="num">
                                      <p:cBhvr>
                                        <p:cTn id="40" dur="500" fill="hold"/>
                                        <p:tgtEl>
                                          <p:spTgt spid="36"/>
                                        </p:tgtEl>
                                        <p:attrNameLst>
                                          <p:attrName>ppt_w</p:attrName>
                                        </p:attrNameLst>
                                      </p:cBhvr>
                                      <p:tavLst>
                                        <p:tav tm="0">
                                          <p:val>
                                            <p:fltVal val="0"/>
                                          </p:val>
                                        </p:tav>
                                        <p:tav tm="100000">
                                          <p:val>
                                            <p:strVal val="#ppt_w"/>
                                          </p:val>
                                        </p:tav>
                                      </p:tavLst>
                                    </p:anim>
                                    <p:anim calcmode="lin" valueType="num">
                                      <p:cBhvr>
                                        <p:cTn id="41" dur="500" fill="hold"/>
                                        <p:tgtEl>
                                          <p:spTgt spid="36"/>
                                        </p:tgtEl>
                                        <p:attrNameLst>
                                          <p:attrName>ppt_h</p:attrName>
                                        </p:attrNameLst>
                                      </p:cBhvr>
                                      <p:tavLst>
                                        <p:tav tm="0">
                                          <p:val>
                                            <p:fltVal val="0"/>
                                          </p:val>
                                        </p:tav>
                                        <p:tav tm="100000">
                                          <p:val>
                                            <p:strVal val="#ppt_h"/>
                                          </p:val>
                                        </p:tav>
                                      </p:tavLst>
                                    </p:anim>
                                    <p:animEffect transition="in" filter="fade">
                                      <p:cBhvr>
                                        <p:cTn id="42" dur="500"/>
                                        <p:tgtEl>
                                          <p:spTgt spid="36"/>
                                        </p:tgtEl>
                                      </p:cBhvr>
                                    </p:animEffect>
                                  </p:childTnLst>
                                </p:cTn>
                              </p:par>
                            </p:childTnLst>
                          </p:cTn>
                        </p:par>
                        <p:par>
                          <p:cTn id="43" fill="hold">
                            <p:stCondLst>
                              <p:cond delay="3500"/>
                            </p:stCondLst>
                            <p:childTnLst>
                              <p:par>
                                <p:cTn id="44" presetID="53" presetClass="entr" presetSubtype="0" fill="hold" grpId="0" nodeType="afterEffect">
                                  <p:stCondLst>
                                    <p:cond delay="0"/>
                                  </p:stCondLst>
                                  <p:childTnLst>
                                    <p:set>
                                      <p:cBhvr>
                                        <p:cTn id="45" dur="1" fill="hold">
                                          <p:stCondLst>
                                            <p:cond delay="0"/>
                                          </p:stCondLst>
                                        </p:cTn>
                                        <p:tgtEl>
                                          <p:spTgt spid="40"/>
                                        </p:tgtEl>
                                        <p:attrNameLst>
                                          <p:attrName>style.visibility</p:attrName>
                                        </p:attrNameLst>
                                      </p:cBhvr>
                                      <p:to>
                                        <p:strVal val="visible"/>
                                      </p:to>
                                    </p:set>
                                    <p:anim calcmode="lin" valueType="num">
                                      <p:cBhvr>
                                        <p:cTn id="46" dur="500" fill="hold"/>
                                        <p:tgtEl>
                                          <p:spTgt spid="40"/>
                                        </p:tgtEl>
                                        <p:attrNameLst>
                                          <p:attrName>ppt_w</p:attrName>
                                        </p:attrNameLst>
                                      </p:cBhvr>
                                      <p:tavLst>
                                        <p:tav tm="0">
                                          <p:val>
                                            <p:fltVal val="0"/>
                                          </p:val>
                                        </p:tav>
                                        <p:tav tm="100000">
                                          <p:val>
                                            <p:strVal val="#ppt_w"/>
                                          </p:val>
                                        </p:tav>
                                      </p:tavLst>
                                    </p:anim>
                                    <p:anim calcmode="lin" valueType="num">
                                      <p:cBhvr>
                                        <p:cTn id="47" dur="500" fill="hold"/>
                                        <p:tgtEl>
                                          <p:spTgt spid="40"/>
                                        </p:tgtEl>
                                        <p:attrNameLst>
                                          <p:attrName>ppt_h</p:attrName>
                                        </p:attrNameLst>
                                      </p:cBhvr>
                                      <p:tavLst>
                                        <p:tav tm="0">
                                          <p:val>
                                            <p:fltVal val="0"/>
                                          </p:val>
                                        </p:tav>
                                        <p:tav tm="100000">
                                          <p:val>
                                            <p:strVal val="#ppt_h"/>
                                          </p:val>
                                        </p:tav>
                                      </p:tavLst>
                                    </p:anim>
                                    <p:animEffect transition="in" filter="fade">
                                      <p:cBhvr>
                                        <p:cTn id="48" dur="500"/>
                                        <p:tgtEl>
                                          <p:spTgt spid="40"/>
                                        </p:tgtEl>
                                      </p:cBhvr>
                                    </p:animEffect>
                                  </p:childTnLst>
                                </p:cTn>
                              </p:par>
                            </p:childTnLst>
                          </p:cTn>
                        </p:par>
                        <p:par>
                          <p:cTn id="49" fill="hold">
                            <p:stCondLst>
                              <p:cond delay="4000"/>
                            </p:stCondLst>
                            <p:childTnLst>
                              <p:par>
                                <p:cTn id="50" presetID="53" presetClass="entr" presetSubtype="0" fill="hold" grpId="0" nodeType="afterEffect">
                                  <p:stCondLst>
                                    <p:cond delay="0"/>
                                  </p:stCondLst>
                                  <p:childTnLst>
                                    <p:set>
                                      <p:cBhvr>
                                        <p:cTn id="51" dur="1" fill="hold">
                                          <p:stCondLst>
                                            <p:cond delay="0"/>
                                          </p:stCondLst>
                                        </p:cTn>
                                        <p:tgtEl>
                                          <p:spTgt spid="37"/>
                                        </p:tgtEl>
                                        <p:attrNameLst>
                                          <p:attrName>style.visibility</p:attrName>
                                        </p:attrNameLst>
                                      </p:cBhvr>
                                      <p:to>
                                        <p:strVal val="visible"/>
                                      </p:to>
                                    </p:set>
                                    <p:anim calcmode="lin" valueType="num">
                                      <p:cBhvr>
                                        <p:cTn id="52" dur="500" fill="hold"/>
                                        <p:tgtEl>
                                          <p:spTgt spid="37"/>
                                        </p:tgtEl>
                                        <p:attrNameLst>
                                          <p:attrName>ppt_w</p:attrName>
                                        </p:attrNameLst>
                                      </p:cBhvr>
                                      <p:tavLst>
                                        <p:tav tm="0">
                                          <p:val>
                                            <p:fltVal val="0"/>
                                          </p:val>
                                        </p:tav>
                                        <p:tav tm="100000">
                                          <p:val>
                                            <p:strVal val="#ppt_w"/>
                                          </p:val>
                                        </p:tav>
                                      </p:tavLst>
                                    </p:anim>
                                    <p:anim calcmode="lin" valueType="num">
                                      <p:cBhvr>
                                        <p:cTn id="53" dur="500" fill="hold"/>
                                        <p:tgtEl>
                                          <p:spTgt spid="37"/>
                                        </p:tgtEl>
                                        <p:attrNameLst>
                                          <p:attrName>ppt_h</p:attrName>
                                        </p:attrNameLst>
                                      </p:cBhvr>
                                      <p:tavLst>
                                        <p:tav tm="0">
                                          <p:val>
                                            <p:fltVal val="0"/>
                                          </p:val>
                                        </p:tav>
                                        <p:tav tm="100000">
                                          <p:val>
                                            <p:strVal val="#ppt_h"/>
                                          </p:val>
                                        </p:tav>
                                      </p:tavLst>
                                    </p:anim>
                                    <p:animEffect transition="in" filter="fade">
                                      <p:cBhvr>
                                        <p:cTn id="54" dur="500"/>
                                        <p:tgtEl>
                                          <p:spTgt spid="37"/>
                                        </p:tgtEl>
                                      </p:cBhvr>
                                    </p:animEffect>
                                  </p:childTnLst>
                                </p:cTn>
                              </p:par>
                            </p:childTnLst>
                          </p:cTn>
                        </p:par>
                        <p:par>
                          <p:cTn id="55" fill="hold">
                            <p:stCondLst>
                              <p:cond delay="4500"/>
                            </p:stCondLst>
                            <p:childTnLst>
                              <p:par>
                                <p:cTn id="56" presetID="53" presetClass="entr" presetSubtype="0" fill="hold" grpId="0" nodeType="afterEffect">
                                  <p:stCondLst>
                                    <p:cond delay="0"/>
                                  </p:stCondLst>
                                  <p:childTnLst>
                                    <p:set>
                                      <p:cBhvr>
                                        <p:cTn id="57" dur="1" fill="hold">
                                          <p:stCondLst>
                                            <p:cond delay="0"/>
                                          </p:stCondLst>
                                        </p:cTn>
                                        <p:tgtEl>
                                          <p:spTgt spid="38"/>
                                        </p:tgtEl>
                                        <p:attrNameLst>
                                          <p:attrName>style.visibility</p:attrName>
                                        </p:attrNameLst>
                                      </p:cBhvr>
                                      <p:to>
                                        <p:strVal val="visible"/>
                                      </p:to>
                                    </p:set>
                                    <p:anim calcmode="lin" valueType="num">
                                      <p:cBhvr>
                                        <p:cTn id="58" dur="500" fill="hold"/>
                                        <p:tgtEl>
                                          <p:spTgt spid="38"/>
                                        </p:tgtEl>
                                        <p:attrNameLst>
                                          <p:attrName>ppt_w</p:attrName>
                                        </p:attrNameLst>
                                      </p:cBhvr>
                                      <p:tavLst>
                                        <p:tav tm="0">
                                          <p:val>
                                            <p:fltVal val="0"/>
                                          </p:val>
                                        </p:tav>
                                        <p:tav tm="100000">
                                          <p:val>
                                            <p:strVal val="#ppt_w"/>
                                          </p:val>
                                        </p:tav>
                                      </p:tavLst>
                                    </p:anim>
                                    <p:anim calcmode="lin" valueType="num">
                                      <p:cBhvr>
                                        <p:cTn id="59" dur="500" fill="hold"/>
                                        <p:tgtEl>
                                          <p:spTgt spid="38"/>
                                        </p:tgtEl>
                                        <p:attrNameLst>
                                          <p:attrName>ppt_h</p:attrName>
                                        </p:attrNameLst>
                                      </p:cBhvr>
                                      <p:tavLst>
                                        <p:tav tm="0">
                                          <p:val>
                                            <p:fltVal val="0"/>
                                          </p:val>
                                        </p:tav>
                                        <p:tav tm="100000">
                                          <p:val>
                                            <p:strVal val="#ppt_h"/>
                                          </p:val>
                                        </p:tav>
                                      </p:tavLst>
                                    </p:anim>
                                    <p:animEffect transition="in" filter="fade">
                                      <p:cBhvr>
                                        <p:cTn id="60" dur="500"/>
                                        <p:tgtEl>
                                          <p:spTgt spid="3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4"/>
                                        </p:tgtEl>
                                        <p:attrNameLst>
                                          <p:attrName>style.visibility</p:attrName>
                                        </p:attrNameLst>
                                      </p:cBhvr>
                                      <p:to>
                                        <p:strVal val="visible"/>
                                      </p:to>
                                    </p:set>
                                    <p:animEffect transition="in" filter="fade">
                                      <p:cBhvr>
                                        <p:cTn id="6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36" grpId="0" animBg="1"/>
      <p:bldP spid="37" grpId="0" animBg="1"/>
      <p:bldP spid="38" grpId="0" animBg="1"/>
      <p:bldP spid="39" grpId="0" animBg="1"/>
      <p:bldP spid="40" grpId="0" animBg="1"/>
      <p:bldP spid="41" grpId="0" animBg="1"/>
      <p:bldP spid="34" grpId="0" animBg="1"/>
      <p:bldP spid="35" grpId="0"/>
      <p:bldP spid="4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26"/>
          <p:cNvSpPr>
            <a:spLocks noGrp="1"/>
          </p:cNvSpPr>
          <p:nvPr>
            <p:ph type="title"/>
          </p:nvPr>
        </p:nvSpPr>
        <p:spPr/>
        <p:txBody>
          <a:bodyPr/>
          <a:lstStyle/>
          <a:p>
            <a:r>
              <a:rPr lang="en-US"/>
              <a:t>Who Are We?</a:t>
            </a:r>
            <a:endParaRPr lang="en-US" dirty="0"/>
          </a:p>
        </p:txBody>
      </p:sp>
      <p:sp>
        <p:nvSpPr>
          <p:cNvPr id="30" name="Text Placeholder 29"/>
          <p:cNvSpPr>
            <a:spLocks noGrp="1"/>
          </p:cNvSpPr>
          <p:nvPr>
            <p:ph type="body" sz="half" idx="2"/>
          </p:nvPr>
        </p:nvSpPr>
        <p:spPr/>
        <p:txBody>
          <a:bodyPr/>
          <a:lstStyle/>
          <a:p>
            <a:r>
              <a:rPr lang="en-US"/>
              <a:t>Who Are We?</a:t>
            </a:r>
            <a:endParaRPr lang="en-US" dirty="0"/>
          </a:p>
        </p:txBody>
      </p:sp>
      <p:sp>
        <p:nvSpPr>
          <p:cNvPr id="25" name="Slide Number Placeholder 24"/>
          <p:cNvSpPr>
            <a:spLocks noGrp="1"/>
          </p:cNvSpPr>
          <p:nvPr>
            <p:ph type="sldNum" sz="quarter" idx="14"/>
          </p:nvPr>
        </p:nvSpPr>
        <p:spPr/>
        <p:txBody>
          <a:bodyPr/>
          <a:lstStyle/>
          <a:p>
            <a:fld id="{C136B7D2-B98C-44FD-8D04-7EC62A564975}" type="slidenum">
              <a:rPr lang="en-US" smtClean="0"/>
              <a:pPr/>
              <a:t>6</a:t>
            </a:fld>
            <a:endParaRPr lang="en-US" dirty="0"/>
          </a:p>
        </p:txBody>
      </p:sp>
      <p:pic>
        <p:nvPicPr>
          <p:cNvPr id="29" name="Picture Placeholder 28" descr="imageHolder.jpg"/>
          <p:cNvPicPr>
            <a:picLocks noGrp="1" noChangeAspect="1"/>
          </p:cNvPicPr>
          <p:nvPr>
            <p:ph type="pic" sz="quarter" idx="15"/>
          </p:nvPr>
        </p:nvPicPr>
        <p:blipFill>
          <a:blip r:embed="rId2"/>
          <a:srcRect t="28038" b="28038"/>
          <a:stretch>
            <a:fillRect/>
          </a:stretch>
        </p:blipFill>
        <p:spPr/>
      </p:pic>
      <p:sp>
        <p:nvSpPr>
          <p:cNvPr id="19" name="Rounded Rectangle 18"/>
          <p:cNvSpPr/>
          <p:nvPr/>
        </p:nvSpPr>
        <p:spPr bwMode="auto">
          <a:xfrm>
            <a:off x="465285" y="2952751"/>
            <a:ext cx="2667000" cy="1371600"/>
          </a:xfrm>
          <a:prstGeom prst="roundRect">
            <a:avLst>
              <a:gd name="adj" fmla="val 7654"/>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22" name="Rounded Rectangle 21"/>
          <p:cNvSpPr/>
          <p:nvPr/>
        </p:nvSpPr>
        <p:spPr bwMode="auto">
          <a:xfrm>
            <a:off x="3238500" y="2952751"/>
            <a:ext cx="2667000" cy="1371600"/>
          </a:xfrm>
          <a:prstGeom prst="roundRect">
            <a:avLst>
              <a:gd name="adj" fmla="val 7654"/>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3" name="Rounded Rectangle 22"/>
          <p:cNvSpPr/>
          <p:nvPr/>
        </p:nvSpPr>
        <p:spPr bwMode="auto">
          <a:xfrm>
            <a:off x="6011716" y="2952751"/>
            <a:ext cx="2667000" cy="1371600"/>
          </a:xfrm>
          <a:prstGeom prst="roundRect">
            <a:avLst>
              <a:gd name="adj" fmla="val 7654"/>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75"/>
          <p:cNvGrpSpPr/>
          <p:nvPr/>
        </p:nvGrpSpPr>
        <p:grpSpPr>
          <a:xfrm>
            <a:off x="682432" y="2655811"/>
            <a:ext cx="628066" cy="610084"/>
            <a:chOff x="630683" y="3383511"/>
            <a:chExt cx="469021" cy="455593"/>
          </a:xfrm>
        </p:grpSpPr>
        <p:sp>
          <p:nvSpPr>
            <p:cNvPr id="31" name="Oval 30"/>
            <p:cNvSpPr>
              <a:spLocks noChangeAspect="1"/>
            </p:cNvSpPr>
            <p:nvPr/>
          </p:nvSpPr>
          <p:spPr>
            <a:xfrm>
              <a:off x="630683" y="3383511"/>
              <a:ext cx="469021" cy="455593"/>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81"/>
          <p:cNvGrpSpPr/>
          <p:nvPr/>
        </p:nvGrpSpPr>
        <p:grpSpPr>
          <a:xfrm>
            <a:off x="6333694" y="2655811"/>
            <a:ext cx="628066" cy="610084"/>
            <a:chOff x="6299532" y="3384456"/>
            <a:chExt cx="469021" cy="455593"/>
          </a:xfrm>
        </p:grpSpPr>
        <p:sp>
          <p:nvSpPr>
            <p:cNvPr id="34" name="Oval 33"/>
            <p:cNvSpPr>
              <a:spLocks noChangeAspect="1"/>
            </p:cNvSpPr>
            <p:nvPr/>
          </p:nvSpPr>
          <p:spPr>
            <a:xfrm>
              <a:off x="6299532" y="3384456"/>
              <a:ext cx="469021" cy="455593"/>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87"/>
          <p:cNvGrpSpPr/>
          <p:nvPr/>
        </p:nvGrpSpPr>
        <p:grpSpPr>
          <a:xfrm>
            <a:off x="3501832" y="2655811"/>
            <a:ext cx="628066" cy="610084"/>
            <a:chOff x="3425803" y="3384456"/>
            <a:chExt cx="469021" cy="455593"/>
          </a:xfrm>
        </p:grpSpPr>
        <p:sp>
          <p:nvSpPr>
            <p:cNvPr id="37" name="Oval 36"/>
            <p:cNvSpPr>
              <a:spLocks noChangeAspect="1"/>
            </p:cNvSpPr>
            <p:nvPr/>
          </p:nvSpPr>
          <p:spPr>
            <a:xfrm>
              <a:off x="3425803" y="3384456"/>
              <a:ext cx="469021" cy="455593"/>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53"/>
          <p:cNvGrpSpPr/>
          <p:nvPr/>
        </p:nvGrpSpPr>
        <p:grpSpPr>
          <a:xfrm>
            <a:off x="831294" y="3409994"/>
            <a:ext cx="1934983" cy="654731"/>
            <a:chOff x="4597685" y="3155872"/>
            <a:chExt cx="1934983" cy="654731"/>
          </a:xfrm>
        </p:grpSpPr>
        <p:sp>
          <p:nvSpPr>
            <p:cNvPr id="48" name="TextBox 47"/>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bg1"/>
                  </a:solidFill>
                </a:rPr>
                <a:t>Phone Setting</a:t>
              </a:r>
            </a:p>
          </p:txBody>
        </p:sp>
        <p:sp>
          <p:nvSpPr>
            <p:cNvPr id="49" name="TextBox 48"/>
            <p:cNvSpPr txBox="1"/>
            <p:nvPr/>
          </p:nvSpPr>
          <p:spPr>
            <a:xfrm>
              <a:off x="4597685" y="3348938"/>
              <a:ext cx="193498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but the majority have  suffered  of the alteration in some form by injected.</a:t>
              </a:r>
            </a:p>
          </p:txBody>
        </p:sp>
      </p:grpSp>
      <p:grpSp>
        <p:nvGrpSpPr>
          <p:cNvPr id="6" name="Group 56"/>
          <p:cNvGrpSpPr/>
          <p:nvPr/>
        </p:nvGrpSpPr>
        <p:grpSpPr>
          <a:xfrm>
            <a:off x="3540969" y="3409994"/>
            <a:ext cx="2010008" cy="654731"/>
            <a:chOff x="6978976" y="3155872"/>
            <a:chExt cx="2010008" cy="654731"/>
          </a:xfrm>
        </p:grpSpPr>
        <p:sp>
          <p:nvSpPr>
            <p:cNvPr id="52" name="TextBox 51"/>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bg1"/>
                  </a:solidFill>
                </a:rPr>
                <a:t>Global Access</a:t>
              </a:r>
            </a:p>
          </p:txBody>
        </p:sp>
        <p:sp>
          <p:nvSpPr>
            <p:cNvPr id="53" name="TextBox 52"/>
            <p:cNvSpPr txBox="1"/>
            <p:nvPr/>
          </p:nvSpPr>
          <p:spPr>
            <a:xfrm>
              <a:off x="6978976" y="3348938"/>
              <a:ext cx="2010008"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but the majority have  suffered  of the alteration in some form by injected.</a:t>
              </a:r>
            </a:p>
          </p:txBody>
        </p:sp>
      </p:grpSp>
      <p:grpSp>
        <p:nvGrpSpPr>
          <p:cNvPr id="7" name="Group 59"/>
          <p:cNvGrpSpPr/>
          <p:nvPr/>
        </p:nvGrpSpPr>
        <p:grpSpPr>
          <a:xfrm>
            <a:off x="6325669" y="3409994"/>
            <a:ext cx="2039094" cy="654731"/>
            <a:chOff x="4597685" y="3914331"/>
            <a:chExt cx="2039094" cy="654731"/>
          </a:xfrm>
        </p:grpSpPr>
        <p:sp>
          <p:nvSpPr>
            <p:cNvPr id="58" name="TextBox 57"/>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bg1"/>
                  </a:solidFill>
                </a:rPr>
                <a:t>Calendar</a:t>
              </a:r>
              <a:endParaRPr lang="en-US" sz="1400" b="1" dirty="0">
                <a:solidFill>
                  <a:schemeClr val="bg1"/>
                </a:solidFill>
              </a:endParaRPr>
            </a:p>
          </p:txBody>
        </p:sp>
        <p:sp>
          <p:nvSpPr>
            <p:cNvPr id="59" name="TextBox 58"/>
            <p:cNvSpPr txBox="1"/>
            <p:nvPr/>
          </p:nvSpPr>
          <p:spPr>
            <a:xfrm>
              <a:off x="4597685" y="4107397"/>
              <a:ext cx="2039094"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but the majority have  suffered  of the alteration in some form by injected.</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Effect transition="in" filter="fade">
                                      <p:cBhvr>
                                        <p:cTn id="14" dur="500"/>
                                        <p:tgtEl>
                                          <p:spTgt spid="2"/>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down)">
                                      <p:cBhvr>
                                        <p:cTn id="18" dur="500"/>
                                        <p:tgtEl>
                                          <p:spTgt spid="5"/>
                                        </p:tgtEl>
                                      </p:cBhvr>
                                    </p:animEffect>
                                  </p:childTnLst>
                                </p:cTn>
                              </p:par>
                            </p:childTnLst>
                          </p:cTn>
                        </p:par>
                        <p:par>
                          <p:cTn id="19" fill="hold">
                            <p:stCondLst>
                              <p:cond delay="15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500" fill="hold"/>
                                        <p:tgtEl>
                                          <p:spTgt spid="22"/>
                                        </p:tgtEl>
                                        <p:attrNameLst>
                                          <p:attrName>ppt_x</p:attrName>
                                        </p:attrNameLst>
                                      </p:cBhvr>
                                      <p:tavLst>
                                        <p:tav tm="0">
                                          <p:val>
                                            <p:strVal val="#ppt_x"/>
                                          </p:val>
                                        </p:tav>
                                        <p:tav tm="100000">
                                          <p:val>
                                            <p:strVal val="#ppt_x"/>
                                          </p:val>
                                        </p:tav>
                                      </p:tavLst>
                                    </p:anim>
                                    <p:anim calcmode="lin" valueType="num">
                                      <p:cBhvr additive="base">
                                        <p:cTn id="23" dur="500" fill="hold"/>
                                        <p:tgtEl>
                                          <p:spTgt spid="22"/>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500" fill="hold"/>
                                        <p:tgtEl>
                                          <p:spTgt spid="4"/>
                                        </p:tgtEl>
                                        <p:attrNameLst>
                                          <p:attrName>ppt_w</p:attrName>
                                        </p:attrNameLst>
                                      </p:cBhvr>
                                      <p:tavLst>
                                        <p:tav tm="0">
                                          <p:val>
                                            <p:fltVal val="0"/>
                                          </p:val>
                                        </p:tav>
                                        <p:tav tm="100000">
                                          <p:val>
                                            <p:strVal val="#ppt_w"/>
                                          </p:val>
                                        </p:tav>
                                      </p:tavLst>
                                    </p:anim>
                                    <p:anim calcmode="lin" valueType="num">
                                      <p:cBhvr>
                                        <p:cTn id="28" dur="500" fill="hold"/>
                                        <p:tgtEl>
                                          <p:spTgt spid="4"/>
                                        </p:tgtEl>
                                        <p:attrNameLst>
                                          <p:attrName>ppt_h</p:attrName>
                                        </p:attrNameLst>
                                      </p:cBhvr>
                                      <p:tavLst>
                                        <p:tav tm="0">
                                          <p:val>
                                            <p:fltVal val="0"/>
                                          </p:val>
                                        </p:tav>
                                        <p:tav tm="100000">
                                          <p:val>
                                            <p:strVal val="#ppt_h"/>
                                          </p:val>
                                        </p:tav>
                                      </p:tavLst>
                                    </p:anim>
                                    <p:animEffect transition="in" filter="fade">
                                      <p:cBhvr>
                                        <p:cTn id="29" dur="500"/>
                                        <p:tgtEl>
                                          <p:spTgt spid="4"/>
                                        </p:tgtEl>
                                      </p:cBhvr>
                                    </p:animEffect>
                                  </p:childTnLst>
                                </p:cTn>
                              </p:par>
                            </p:childTnLst>
                          </p:cTn>
                        </p:par>
                        <p:par>
                          <p:cTn id="30" fill="hold">
                            <p:stCondLst>
                              <p:cond delay="2500"/>
                            </p:stCondLst>
                            <p:childTnLst>
                              <p:par>
                                <p:cTn id="31" presetID="22" presetClass="entr" presetSubtype="4"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down)">
                                      <p:cBhvr>
                                        <p:cTn id="33" dur="500"/>
                                        <p:tgtEl>
                                          <p:spTgt spid="6"/>
                                        </p:tgtEl>
                                      </p:cBhvr>
                                    </p:animEffect>
                                  </p:childTnLst>
                                </p:cTn>
                              </p:par>
                            </p:childTnLst>
                          </p:cTn>
                        </p:par>
                        <p:par>
                          <p:cTn id="34" fill="hold">
                            <p:stCondLst>
                              <p:cond delay="3000"/>
                            </p:stCondLst>
                            <p:childTnLst>
                              <p:par>
                                <p:cTn id="35" presetID="2" presetClass="entr" presetSubtype="4" accel="50000" decel="50000"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ppt_x"/>
                                          </p:val>
                                        </p:tav>
                                        <p:tav tm="100000">
                                          <p:val>
                                            <p:strVal val="#ppt_x"/>
                                          </p:val>
                                        </p:tav>
                                      </p:tavLst>
                                    </p:anim>
                                    <p:anim calcmode="lin" valueType="num">
                                      <p:cBhvr additive="base">
                                        <p:cTn id="38" dur="500" fill="hold"/>
                                        <p:tgtEl>
                                          <p:spTgt spid="23"/>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53" presetClass="entr" presetSubtype="0" fill="hold" nodeType="afterEffect">
                                  <p:stCondLst>
                                    <p:cond delay="0"/>
                                  </p:stCondLst>
                                  <p:childTnLst>
                                    <p:set>
                                      <p:cBhvr>
                                        <p:cTn id="41" dur="1" fill="hold">
                                          <p:stCondLst>
                                            <p:cond delay="0"/>
                                          </p:stCondLst>
                                        </p:cTn>
                                        <p:tgtEl>
                                          <p:spTgt spid="3"/>
                                        </p:tgtEl>
                                        <p:attrNameLst>
                                          <p:attrName>style.visibility</p:attrName>
                                        </p:attrNameLst>
                                      </p:cBhvr>
                                      <p:to>
                                        <p:strVal val="visible"/>
                                      </p:to>
                                    </p:set>
                                    <p:anim calcmode="lin" valueType="num">
                                      <p:cBhvr>
                                        <p:cTn id="42" dur="500" fill="hold"/>
                                        <p:tgtEl>
                                          <p:spTgt spid="3"/>
                                        </p:tgtEl>
                                        <p:attrNameLst>
                                          <p:attrName>ppt_w</p:attrName>
                                        </p:attrNameLst>
                                      </p:cBhvr>
                                      <p:tavLst>
                                        <p:tav tm="0">
                                          <p:val>
                                            <p:fltVal val="0"/>
                                          </p:val>
                                        </p:tav>
                                        <p:tav tm="100000">
                                          <p:val>
                                            <p:strVal val="#ppt_w"/>
                                          </p:val>
                                        </p:tav>
                                      </p:tavLst>
                                    </p:anim>
                                    <p:anim calcmode="lin" valueType="num">
                                      <p:cBhvr>
                                        <p:cTn id="43" dur="500" fill="hold"/>
                                        <p:tgtEl>
                                          <p:spTgt spid="3"/>
                                        </p:tgtEl>
                                        <p:attrNameLst>
                                          <p:attrName>ppt_h</p:attrName>
                                        </p:attrNameLst>
                                      </p:cBhvr>
                                      <p:tavLst>
                                        <p:tav tm="0">
                                          <p:val>
                                            <p:fltVal val="0"/>
                                          </p:val>
                                        </p:tav>
                                        <p:tav tm="100000">
                                          <p:val>
                                            <p:strVal val="#ppt_h"/>
                                          </p:val>
                                        </p:tav>
                                      </p:tavLst>
                                    </p:anim>
                                    <p:animEffect transition="in" filter="fade">
                                      <p:cBhvr>
                                        <p:cTn id="44" dur="500"/>
                                        <p:tgtEl>
                                          <p:spTgt spid="3"/>
                                        </p:tgtEl>
                                      </p:cBhvr>
                                    </p:animEffect>
                                  </p:childTnLst>
                                </p:cTn>
                              </p:par>
                            </p:childTnLst>
                          </p:cTn>
                        </p:par>
                        <p:par>
                          <p:cTn id="45" fill="hold">
                            <p:stCondLst>
                              <p:cond delay="4000"/>
                            </p:stCondLst>
                            <p:childTnLst>
                              <p:par>
                                <p:cTn id="46" presetID="22" presetClass="entr" presetSubtype="4" fill="hold" nodeType="after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down)">
                                      <p:cBhvr>
                                        <p:cTn id="4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2" grpId="0" animBg="1"/>
      <p:bldP spid="2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Who Are We?</a:t>
            </a:r>
            <a:endParaRPr lang="en-US" dirty="0"/>
          </a:p>
        </p:txBody>
      </p:sp>
      <p:sp>
        <p:nvSpPr>
          <p:cNvPr id="24" name="Text Placeholder 23"/>
          <p:cNvSpPr>
            <a:spLocks noGrp="1"/>
          </p:cNvSpPr>
          <p:nvPr>
            <p:ph type="body" sz="half" idx="2"/>
          </p:nvPr>
        </p:nvSpPr>
        <p:spPr/>
        <p:txBody>
          <a:bodyPr/>
          <a:lstStyle/>
          <a:p>
            <a:r>
              <a:rPr lang="en-US"/>
              <a:t>Who Are We?</a:t>
            </a:r>
            <a:endParaRPr lang="en-US" dirty="0"/>
          </a:p>
        </p:txBody>
      </p:sp>
      <p:sp>
        <p:nvSpPr>
          <p:cNvPr id="20" name="Slide Number Placeholder 19"/>
          <p:cNvSpPr>
            <a:spLocks noGrp="1"/>
          </p:cNvSpPr>
          <p:nvPr>
            <p:ph type="sldNum" sz="quarter" idx="14"/>
          </p:nvPr>
        </p:nvSpPr>
        <p:spPr/>
        <p:txBody>
          <a:bodyPr/>
          <a:lstStyle/>
          <a:p>
            <a:fld id="{C136B7D2-B98C-44FD-8D04-7EC62A564975}" type="slidenum">
              <a:rPr lang="en-US" smtClean="0"/>
              <a:pPr/>
              <a:t>7</a:t>
            </a:fld>
            <a:endParaRPr lang="en-US" dirty="0"/>
          </a:p>
        </p:txBody>
      </p:sp>
      <p:pic>
        <p:nvPicPr>
          <p:cNvPr id="22" name="Picture Placeholder 21" descr="imageHolder.jpg"/>
          <p:cNvPicPr>
            <a:picLocks noGrp="1" noChangeAspect="1"/>
          </p:cNvPicPr>
          <p:nvPr>
            <p:ph type="pic" sz="quarter" idx="15"/>
          </p:nvPr>
        </p:nvPicPr>
        <p:blipFill>
          <a:blip r:embed="rId2"/>
          <a:srcRect t="18376" b="18376"/>
          <a:stretch>
            <a:fillRect/>
          </a:stretch>
        </p:blipFill>
        <p:spPr/>
      </p:pic>
      <p:sp>
        <p:nvSpPr>
          <p:cNvPr id="25" name="Sev01"/>
          <p:cNvSpPr/>
          <p:nvPr/>
        </p:nvSpPr>
        <p:spPr>
          <a:xfrm>
            <a:off x="4440767" y="2748837"/>
            <a:ext cx="920536" cy="920536"/>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26" name="Sev02"/>
          <p:cNvSpPr/>
          <p:nvPr/>
        </p:nvSpPr>
        <p:spPr>
          <a:xfrm>
            <a:off x="5445794" y="2748837"/>
            <a:ext cx="920536" cy="920536"/>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27" name="Sev03"/>
          <p:cNvSpPr/>
          <p:nvPr/>
        </p:nvSpPr>
        <p:spPr>
          <a:xfrm>
            <a:off x="6451652" y="2748837"/>
            <a:ext cx="920536" cy="920536"/>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28" name="Sev04"/>
          <p:cNvSpPr/>
          <p:nvPr/>
        </p:nvSpPr>
        <p:spPr>
          <a:xfrm>
            <a:off x="7445215" y="2748837"/>
            <a:ext cx="920536" cy="920536"/>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29" name="Freeform 52"/>
          <p:cNvSpPr>
            <a:spLocks noEditPoints="1"/>
          </p:cNvSpPr>
          <p:nvPr/>
        </p:nvSpPr>
        <p:spPr bwMode="auto">
          <a:xfrm>
            <a:off x="7729254" y="3019507"/>
            <a:ext cx="352458" cy="37919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2"/>
          <p:cNvSpPr>
            <a:spLocks noEditPoints="1"/>
          </p:cNvSpPr>
          <p:nvPr/>
        </p:nvSpPr>
        <p:spPr bwMode="auto">
          <a:xfrm>
            <a:off x="4709006" y="3043814"/>
            <a:ext cx="384058" cy="33058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178"/>
          <p:cNvSpPr>
            <a:spLocks noEditPoints="1"/>
          </p:cNvSpPr>
          <p:nvPr/>
        </p:nvSpPr>
        <p:spPr bwMode="auto">
          <a:xfrm>
            <a:off x="6719892" y="3064476"/>
            <a:ext cx="384057" cy="28925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6"/>
          <p:cNvSpPr>
            <a:spLocks noEditPoints="1"/>
          </p:cNvSpPr>
          <p:nvPr/>
        </p:nvSpPr>
        <p:spPr bwMode="auto">
          <a:xfrm>
            <a:off x="5774557" y="2987844"/>
            <a:ext cx="263010" cy="44252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245"/>
          <p:cNvSpPr>
            <a:spLocks/>
          </p:cNvSpPr>
          <p:nvPr/>
        </p:nvSpPr>
        <p:spPr bwMode="auto">
          <a:xfrm>
            <a:off x="1188426" y="1380395"/>
            <a:ext cx="640544" cy="64054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extBox 36"/>
          <p:cNvSpPr txBox="1"/>
          <p:nvPr/>
        </p:nvSpPr>
        <p:spPr>
          <a:xfrm>
            <a:off x="193868" y="2148712"/>
            <a:ext cx="2629660" cy="769441"/>
          </a:xfrm>
          <a:prstGeom prst="rect">
            <a:avLst/>
          </a:prstGeom>
          <a:noFill/>
        </p:spPr>
        <p:txBody>
          <a:bodyPr wrap="square" rtlCol="0">
            <a:spAutoFit/>
          </a:bodyPr>
          <a:lstStyle/>
          <a:p>
            <a:pPr algn="ctr"/>
            <a:r>
              <a:rPr lang="en-US" sz="1400" b="1" dirty="0">
                <a:solidFill>
                  <a:schemeClr val="bg1"/>
                </a:solidFill>
              </a:rPr>
              <a:t>THE KEY IS ALWAYS YOU!</a:t>
            </a:r>
          </a:p>
          <a:p>
            <a:pPr algn="ctr"/>
            <a:r>
              <a:rPr lang="en-US" sz="1000" dirty="0">
                <a:solidFill>
                  <a:schemeClr val="bg1"/>
                </a:solidFill>
              </a:rPr>
              <a:t> If you are going to use a passage of Lorem Ipsum, you need to be sure there isn't anything</a:t>
            </a:r>
          </a:p>
        </p:txBody>
      </p:sp>
      <p:sp>
        <p:nvSpPr>
          <p:cNvPr id="38" name="Footer Text"/>
          <p:cNvSpPr txBox="1"/>
          <p:nvPr/>
        </p:nvSpPr>
        <p:spPr>
          <a:xfrm>
            <a:off x="692056" y="4087656"/>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 on the internet tend to repeat predefined chunks as of lorem but the majority </a:t>
            </a:r>
            <a:br>
              <a:rPr lang="en-US" sz="1000" dirty="0">
                <a:solidFill>
                  <a:schemeClr val="tx1">
                    <a:lumMod val="50000"/>
                    <a:lumOff val="50000"/>
                  </a:schemeClr>
                </a:solidFill>
              </a:rPr>
            </a:br>
            <a:r>
              <a:rPr lang="en-US" sz="1000" dirty="0">
                <a:solidFill>
                  <a:schemeClr val="tx1">
                    <a:lumMod val="50000"/>
                    <a:lumOff val="50000"/>
                  </a:schemeClr>
                </a:solidFill>
              </a:rPr>
              <a:t>have suffered alteration in some form  necessary.</a:t>
            </a:r>
          </a:p>
        </p:txBody>
      </p:sp>
      <p:cxnSp>
        <p:nvCxnSpPr>
          <p:cNvPr id="39" name="Straight Line buttom"/>
          <p:cNvCxnSpPr/>
          <p:nvPr/>
        </p:nvCxnSpPr>
        <p:spPr>
          <a:xfrm>
            <a:off x="685800" y="3954205"/>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animEffect transition="in" filter="fade">
                                      <p:cBhvr>
                                        <p:cTn id="9" dur="500"/>
                                        <p:tgtEl>
                                          <p:spTgt spid="33"/>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fade">
                                      <p:cBhvr>
                                        <p:cTn id="12" dur="1000"/>
                                        <p:tgtEl>
                                          <p:spTgt spid="37"/>
                                        </p:tgtEl>
                                      </p:cBhvr>
                                    </p:animEffect>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5"/>
                                        </p:tgtEl>
                                        <p:attrNameLst>
                                          <p:attrName>style.visibility</p:attrName>
                                        </p:attrNameLst>
                                      </p:cBhvr>
                                      <p:to>
                                        <p:strVal val="visible"/>
                                      </p:to>
                                    </p:set>
                                    <p:anim calcmode="lin" valueType="num">
                                      <p:cBhvr>
                                        <p:cTn id="16" dur="500" fill="hold"/>
                                        <p:tgtEl>
                                          <p:spTgt spid="25"/>
                                        </p:tgtEl>
                                        <p:attrNameLst>
                                          <p:attrName>ppt_w</p:attrName>
                                        </p:attrNameLst>
                                      </p:cBhvr>
                                      <p:tavLst>
                                        <p:tav tm="0">
                                          <p:val>
                                            <p:fltVal val="0"/>
                                          </p:val>
                                        </p:tav>
                                        <p:tav tm="100000">
                                          <p:val>
                                            <p:strVal val="#ppt_w"/>
                                          </p:val>
                                        </p:tav>
                                      </p:tavLst>
                                    </p:anim>
                                    <p:anim calcmode="lin" valueType="num">
                                      <p:cBhvr>
                                        <p:cTn id="17" dur="500" fill="hold"/>
                                        <p:tgtEl>
                                          <p:spTgt spid="25"/>
                                        </p:tgtEl>
                                        <p:attrNameLst>
                                          <p:attrName>ppt_h</p:attrName>
                                        </p:attrNameLst>
                                      </p:cBhvr>
                                      <p:tavLst>
                                        <p:tav tm="0">
                                          <p:val>
                                            <p:fltVal val="0"/>
                                          </p:val>
                                        </p:tav>
                                        <p:tav tm="100000">
                                          <p:val>
                                            <p:strVal val="#ppt_h"/>
                                          </p:val>
                                        </p:tav>
                                      </p:tavLst>
                                    </p:anim>
                                    <p:animEffect transition="in" filter="fade">
                                      <p:cBhvr>
                                        <p:cTn id="18" dur="500"/>
                                        <p:tgtEl>
                                          <p:spTgt spid="25"/>
                                        </p:tgtEl>
                                      </p:cBhvr>
                                    </p:animEffect>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30"/>
                                        </p:tgtEl>
                                        <p:attrNameLst>
                                          <p:attrName>style.visibility</p:attrName>
                                        </p:attrNameLst>
                                      </p:cBhvr>
                                      <p:to>
                                        <p:strVal val="visible"/>
                                      </p:to>
                                    </p:set>
                                    <p:anim calcmode="lin" valueType="num">
                                      <p:cBhvr>
                                        <p:cTn id="22" dur="500" fill="hold"/>
                                        <p:tgtEl>
                                          <p:spTgt spid="30"/>
                                        </p:tgtEl>
                                        <p:attrNameLst>
                                          <p:attrName>ppt_w</p:attrName>
                                        </p:attrNameLst>
                                      </p:cBhvr>
                                      <p:tavLst>
                                        <p:tav tm="0">
                                          <p:val>
                                            <p:fltVal val="0"/>
                                          </p:val>
                                        </p:tav>
                                        <p:tav tm="100000">
                                          <p:val>
                                            <p:strVal val="#ppt_w"/>
                                          </p:val>
                                        </p:tav>
                                      </p:tavLst>
                                    </p:anim>
                                    <p:anim calcmode="lin" valueType="num">
                                      <p:cBhvr>
                                        <p:cTn id="23" dur="500" fill="hold"/>
                                        <p:tgtEl>
                                          <p:spTgt spid="30"/>
                                        </p:tgtEl>
                                        <p:attrNameLst>
                                          <p:attrName>ppt_h</p:attrName>
                                        </p:attrNameLst>
                                      </p:cBhvr>
                                      <p:tavLst>
                                        <p:tav tm="0">
                                          <p:val>
                                            <p:fltVal val="0"/>
                                          </p:val>
                                        </p:tav>
                                        <p:tav tm="100000">
                                          <p:val>
                                            <p:strVal val="#ppt_h"/>
                                          </p:val>
                                        </p:tav>
                                      </p:tavLst>
                                    </p:anim>
                                    <p:animEffect transition="in" filter="fade">
                                      <p:cBhvr>
                                        <p:cTn id="24" dur="500"/>
                                        <p:tgtEl>
                                          <p:spTgt spid="30"/>
                                        </p:tgtEl>
                                      </p:cBhvr>
                                    </p:animEffect>
                                  </p:childTnLst>
                                </p:cTn>
                              </p:par>
                            </p:childTnLst>
                          </p:cTn>
                        </p:par>
                        <p:par>
                          <p:cTn id="25" fill="hold">
                            <p:stCondLst>
                              <p:cond delay="2000"/>
                            </p:stCondLst>
                            <p:childTnLst>
                              <p:par>
                                <p:cTn id="26" presetID="53" presetClass="entr" presetSubtype="0" fill="hold" grpId="0" nodeType="after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p:cTn id="28" dur="500" fill="hold"/>
                                        <p:tgtEl>
                                          <p:spTgt spid="26"/>
                                        </p:tgtEl>
                                        <p:attrNameLst>
                                          <p:attrName>ppt_w</p:attrName>
                                        </p:attrNameLst>
                                      </p:cBhvr>
                                      <p:tavLst>
                                        <p:tav tm="0">
                                          <p:val>
                                            <p:fltVal val="0"/>
                                          </p:val>
                                        </p:tav>
                                        <p:tav tm="100000">
                                          <p:val>
                                            <p:strVal val="#ppt_w"/>
                                          </p:val>
                                        </p:tav>
                                      </p:tavLst>
                                    </p:anim>
                                    <p:anim calcmode="lin" valueType="num">
                                      <p:cBhvr>
                                        <p:cTn id="29" dur="500" fill="hold"/>
                                        <p:tgtEl>
                                          <p:spTgt spid="26"/>
                                        </p:tgtEl>
                                        <p:attrNameLst>
                                          <p:attrName>ppt_h</p:attrName>
                                        </p:attrNameLst>
                                      </p:cBhvr>
                                      <p:tavLst>
                                        <p:tav tm="0">
                                          <p:val>
                                            <p:fltVal val="0"/>
                                          </p:val>
                                        </p:tav>
                                        <p:tav tm="100000">
                                          <p:val>
                                            <p:strVal val="#ppt_h"/>
                                          </p:val>
                                        </p:tav>
                                      </p:tavLst>
                                    </p:anim>
                                    <p:animEffect transition="in" filter="fade">
                                      <p:cBhvr>
                                        <p:cTn id="30" dur="500"/>
                                        <p:tgtEl>
                                          <p:spTgt spid="26"/>
                                        </p:tgtEl>
                                      </p:cBhvr>
                                    </p:animEffect>
                                  </p:childTnLst>
                                </p:cTn>
                              </p:par>
                            </p:childTnLst>
                          </p:cTn>
                        </p:par>
                        <p:par>
                          <p:cTn id="31" fill="hold">
                            <p:stCondLst>
                              <p:cond delay="2500"/>
                            </p:stCondLst>
                            <p:childTnLst>
                              <p:par>
                                <p:cTn id="32" presetID="53" presetClass="entr" presetSubtype="0" fill="hold" grpId="0" nodeType="afterEffect">
                                  <p:stCondLst>
                                    <p:cond delay="0"/>
                                  </p:stCondLst>
                                  <p:childTnLst>
                                    <p:set>
                                      <p:cBhvr>
                                        <p:cTn id="33" dur="1" fill="hold">
                                          <p:stCondLst>
                                            <p:cond delay="0"/>
                                          </p:stCondLst>
                                        </p:cTn>
                                        <p:tgtEl>
                                          <p:spTgt spid="32"/>
                                        </p:tgtEl>
                                        <p:attrNameLst>
                                          <p:attrName>style.visibility</p:attrName>
                                        </p:attrNameLst>
                                      </p:cBhvr>
                                      <p:to>
                                        <p:strVal val="visible"/>
                                      </p:to>
                                    </p:set>
                                    <p:anim calcmode="lin" valueType="num">
                                      <p:cBhvr>
                                        <p:cTn id="34" dur="500" fill="hold"/>
                                        <p:tgtEl>
                                          <p:spTgt spid="32"/>
                                        </p:tgtEl>
                                        <p:attrNameLst>
                                          <p:attrName>ppt_w</p:attrName>
                                        </p:attrNameLst>
                                      </p:cBhvr>
                                      <p:tavLst>
                                        <p:tav tm="0">
                                          <p:val>
                                            <p:fltVal val="0"/>
                                          </p:val>
                                        </p:tav>
                                        <p:tav tm="100000">
                                          <p:val>
                                            <p:strVal val="#ppt_w"/>
                                          </p:val>
                                        </p:tav>
                                      </p:tavLst>
                                    </p:anim>
                                    <p:anim calcmode="lin" valueType="num">
                                      <p:cBhvr>
                                        <p:cTn id="35" dur="500" fill="hold"/>
                                        <p:tgtEl>
                                          <p:spTgt spid="32"/>
                                        </p:tgtEl>
                                        <p:attrNameLst>
                                          <p:attrName>ppt_h</p:attrName>
                                        </p:attrNameLst>
                                      </p:cBhvr>
                                      <p:tavLst>
                                        <p:tav tm="0">
                                          <p:val>
                                            <p:fltVal val="0"/>
                                          </p:val>
                                        </p:tav>
                                        <p:tav tm="100000">
                                          <p:val>
                                            <p:strVal val="#ppt_h"/>
                                          </p:val>
                                        </p:tav>
                                      </p:tavLst>
                                    </p:anim>
                                    <p:animEffect transition="in" filter="fade">
                                      <p:cBhvr>
                                        <p:cTn id="36" dur="500"/>
                                        <p:tgtEl>
                                          <p:spTgt spid="32"/>
                                        </p:tgtEl>
                                      </p:cBhvr>
                                    </p:animEffect>
                                  </p:childTnLst>
                                </p:cTn>
                              </p:par>
                            </p:childTnLst>
                          </p:cTn>
                        </p:par>
                        <p:par>
                          <p:cTn id="37" fill="hold">
                            <p:stCondLst>
                              <p:cond delay="3000"/>
                            </p:stCondLst>
                            <p:childTnLst>
                              <p:par>
                                <p:cTn id="38" presetID="53" presetClass="entr" presetSubtype="0"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 calcmode="lin" valueType="num">
                                      <p:cBhvr>
                                        <p:cTn id="40" dur="500" fill="hold"/>
                                        <p:tgtEl>
                                          <p:spTgt spid="27"/>
                                        </p:tgtEl>
                                        <p:attrNameLst>
                                          <p:attrName>ppt_w</p:attrName>
                                        </p:attrNameLst>
                                      </p:cBhvr>
                                      <p:tavLst>
                                        <p:tav tm="0">
                                          <p:val>
                                            <p:fltVal val="0"/>
                                          </p:val>
                                        </p:tav>
                                        <p:tav tm="100000">
                                          <p:val>
                                            <p:strVal val="#ppt_w"/>
                                          </p:val>
                                        </p:tav>
                                      </p:tavLst>
                                    </p:anim>
                                    <p:anim calcmode="lin" valueType="num">
                                      <p:cBhvr>
                                        <p:cTn id="41" dur="500" fill="hold"/>
                                        <p:tgtEl>
                                          <p:spTgt spid="27"/>
                                        </p:tgtEl>
                                        <p:attrNameLst>
                                          <p:attrName>ppt_h</p:attrName>
                                        </p:attrNameLst>
                                      </p:cBhvr>
                                      <p:tavLst>
                                        <p:tav tm="0">
                                          <p:val>
                                            <p:fltVal val="0"/>
                                          </p:val>
                                        </p:tav>
                                        <p:tav tm="100000">
                                          <p:val>
                                            <p:strVal val="#ppt_h"/>
                                          </p:val>
                                        </p:tav>
                                      </p:tavLst>
                                    </p:anim>
                                    <p:animEffect transition="in" filter="fade">
                                      <p:cBhvr>
                                        <p:cTn id="42" dur="500"/>
                                        <p:tgtEl>
                                          <p:spTgt spid="27"/>
                                        </p:tgtEl>
                                      </p:cBhvr>
                                    </p:animEffect>
                                  </p:childTnLst>
                                </p:cTn>
                              </p:par>
                            </p:childTnLst>
                          </p:cTn>
                        </p:par>
                        <p:par>
                          <p:cTn id="43" fill="hold">
                            <p:stCondLst>
                              <p:cond delay="3500"/>
                            </p:stCondLst>
                            <p:childTnLst>
                              <p:par>
                                <p:cTn id="44" presetID="53" presetClass="entr" presetSubtype="0" fill="hold" grpId="0" nodeType="afterEffect">
                                  <p:stCondLst>
                                    <p:cond delay="0"/>
                                  </p:stCondLst>
                                  <p:childTnLst>
                                    <p:set>
                                      <p:cBhvr>
                                        <p:cTn id="45" dur="1" fill="hold">
                                          <p:stCondLst>
                                            <p:cond delay="0"/>
                                          </p:stCondLst>
                                        </p:cTn>
                                        <p:tgtEl>
                                          <p:spTgt spid="31"/>
                                        </p:tgtEl>
                                        <p:attrNameLst>
                                          <p:attrName>style.visibility</p:attrName>
                                        </p:attrNameLst>
                                      </p:cBhvr>
                                      <p:to>
                                        <p:strVal val="visible"/>
                                      </p:to>
                                    </p:set>
                                    <p:anim calcmode="lin" valueType="num">
                                      <p:cBhvr>
                                        <p:cTn id="46" dur="500" fill="hold"/>
                                        <p:tgtEl>
                                          <p:spTgt spid="31"/>
                                        </p:tgtEl>
                                        <p:attrNameLst>
                                          <p:attrName>ppt_w</p:attrName>
                                        </p:attrNameLst>
                                      </p:cBhvr>
                                      <p:tavLst>
                                        <p:tav tm="0">
                                          <p:val>
                                            <p:fltVal val="0"/>
                                          </p:val>
                                        </p:tav>
                                        <p:tav tm="100000">
                                          <p:val>
                                            <p:strVal val="#ppt_w"/>
                                          </p:val>
                                        </p:tav>
                                      </p:tavLst>
                                    </p:anim>
                                    <p:anim calcmode="lin" valueType="num">
                                      <p:cBhvr>
                                        <p:cTn id="47" dur="500" fill="hold"/>
                                        <p:tgtEl>
                                          <p:spTgt spid="31"/>
                                        </p:tgtEl>
                                        <p:attrNameLst>
                                          <p:attrName>ppt_h</p:attrName>
                                        </p:attrNameLst>
                                      </p:cBhvr>
                                      <p:tavLst>
                                        <p:tav tm="0">
                                          <p:val>
                                            <p:fltVal val="0"/>
                                          </p:val>
                                        </p:tav>
                                        <p:tav tm="100000">
                                          <p:val>
                                            <p:strVal val="#ppt_h"/>
                                          </p:val>
                                        </p:tav>
                                      </p:tavLst>
                                    </p:anim>
                                    <p:animEffect transition="in" filter="fade">
                                      <p:cBhvr>
                                        <p:cTn id="48" dur="500"/>
                                        <p:tgtEl>
                                          <p:spTgt spid="31"/>
                                        </p:tgtEl>
                                      </p:cBhvr>
                                    </p:animEffect>
                                  </p:childTnLst>
                                </p:cTn>
                              </p:par>
                            </p:childTnLst>
                          </p:cTn>
                        </p:par>
                        <p:par>
                          <p:cTn id="49" fill="hold">
                            <p:stCondLst>
                              <p:cond delay="4000"/>
                            </p:stCondLst>
                            <p:childTnLst>
                              <p:par>
                                <p:cTn id="50" presetID="53" presetClass="entr" presetSubtype="0" fill="hold" grpId="0" nodeType="after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p:cTn id="52" dur="500" fill="hold"/>
                                        <p:tgtEl>
                                          <p:spTgt spid="28"/>
                                        </p:tgtEl>
                                        <p:attrNameLst>
                                          <p:attrName>ppt_w</p:attrName>
                                        </p:attrNameLst>
                                      </p:cBhvr>
                                      <p:tavLst>
                                        <p:tav tm="0">
                                          <p:val>
                                            <p:fltVal val="0"/>
                                          </p:val>
                                        </p:tav>
                                        <p:tav tm="100000">
                                          <p:val>
                                            <p:strVal val="#ppt_w"/>
                                          </p:val>
                                        </p:tav>
                                      </p:tavLst>
                                    </p:anim>
                                    <p:anim calcmode="lin" valueType="num">
                                      <p:cBhvr>
                                        <p:cTn id="53" dur="500" fill="hold"/>
                                        <p:tgtEl>
                                          <p:spTgt spid="28"/>
                                        </p:tgtEl>
                                        <p:attrNameLst>
                                          <p:attrName>ppt_h</p:attrName>
                                        </p:attrNameLst>
                                      </p:cBhvr>
                                      <p:tavLst>
                                        <p:tav tm="0">
                                          <p:val>
                                            <p:fltVal val="0"/>
                                          </p:val>
                                        </p:tav>
                                        <p:tav tm="100000">
                                          <p:val>
                                            <p:strVal val="#ppt_h"/>
                                          </p:val>
                                        </p:tav>
                                      </p:tavLst>
                                    </p:anim>
                                    <p:animEffect transition="in" filter="fade">
                                      <p:cBhvr>
                                        <p:cTn id="54" dur="500"/>
                                        <p:tgtEl>
                                          <p:spTgt spid="28"/>
                                        </p:tgtEl>
                                      </p:cBhvr>
                                    </p:animEffect>
                                  </p:childTnLst>
                                </p:cTn>
                              </p:par>
                            </p:childTnLst>
                          </p:cTn>
                        </p:par>
                        <p:par>
                          <p:cTn id="55" fill="hold">
                            <p:stCondLst>
                              <p:cond delay="4500"/>
                            </p:stCondLst>
                            <p:childTnLst>
                              <p:par>
                                <p:cTn id="56" presetID="53" presetClass="entr" presetSubtype="0" fill="hold" grpId="0" nodeType="after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p:cTn id="58" dur="500" fill="hold"/>
                                        <p:tgtEl>
                                          <p:spTgt spid="29"/>
                                        </p:tgtEl>
                                        <p:attrNameLst>
                                          <p:attrName>ppt_w</p:attrName>
                                        </p:attrNameLst>
                                      </p:cBhvr>
                                      <p:tavLst>
                                        <p:tav tm="0">
                                          <p:val>
                                            <p:fltVal val="0"/>
                                          </p:val>
                                        </p:tav>
                                        <p:tav tm="100000">
                                          <p:val>
                                            <p:strVal val="#ppt_w"/>
                                          </p:val>
                                        </p:tav>
                                      </p:tavLst>
                                    </p:anim>
                                    <p:anim calcmode="lin" valueType="num">
                                      <p:cBhvr>
                                        <p:cTn id="59" dur="500" fill="hold"/>
                                        <p:tgtEl>
                                          <p:spTgt spid="29"/>
                                        </p:tgtEl>
                                        <p:attrNameLst>
                                          <p:attrName>ppt_h</p:attrName>
                                        </p:attrNameLst>
                                      </p:cBhvr>
                                      <p:tavLst>
                                        <p:tav tm="0">
                                          <p:val>
                                            <p:fltVal val="0"/>
                                          </p:val>
                                        </p:tav>
                                        <p:tav tm="100000">
                                          <p:val>
                                            <p:strVal val="#ppt_h"/>
                                          </p:val>
                                        </p:tav>
                                      </p:tavLst>
                                    </p:anim>
                                    <p:animEffect transition="in" filter="fade">
                                      <p:cBhvr>
                                        <p:cTn id="60" dur="500"/>
                                        <p:tgtEl>
                                          <p:spTgt spid="29"/>
                                        </p:tgtEl>
                                      </p:cBhvr>
                                    </p:animEffect>
                                  </p:childTnLst>
                                </p:cTn>
                              </p:par>
                            </p:childTnLst>
                          </p:cTn>
                        </p:par>
                        <p:par>
                          <p:cTn id="61" fill="hold">
                            <p:stCondLst>
                              <p:cond delay="5000"/>
                            </p:stCondLst>
                            <p:childTnLst>
                              <p:par>
                                <p:cTn id="62" presetID="13" presetClass="entr" presetSubtype="16" fill="hold" nodeType="afterEffect">
                                  <p:stCondLst>
                                    <p:cond delay="0"/>
                                  </p:stCondLst>
                                  <p:childTnLst>
                                    <p:set>
                                      <p:cBhvr>
                                        <p:cTn id="63" dur="1" fill="hold">
                                          <p:stCondLst>
                                            <p:cond delay="0"/>
                                          </p:stCondLst>
                                        </p:cTn>
                                        <p:tgtEl>
                                          <p:spTgt spid="39"/>
                                        </p:tgtEl>
                                        <p:attrNameLst>
                                          <p:attrName>style.visibility</p:attrName>
                                        </p:attrNameLst>
                                      </p:cBhvr>
                                      <p:to>
                                        <p:strVal val="visible"/>
                                      </p:to>
                                    </p:set>
                                    <p:animEffect transition="in" filter="plus(in)">
                                      <p:cBhvr>
                                        <p:cTn id="64" dur="500"/>
                                        <p:tgtEl>
                                          <p:spTgt spid="3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8"/>
                                        </p:tgtEl>
                                        <p:attrNameLst>
                                          <p:attrName>style.visibility</p:attrName>
                                        </p:attrNameLst>
                                      </p:cBhvr>
                                      <p:to>
                                        <p:strVal val="visible"/>
                                      </p:to>
                                    </p:set>
                                    <p:animEffect transition="in" filter="fade">
                                      <p:cBhvr>
                                        <p:cTn id="6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P spid="29" grpId="0" animBg="1"/>
      <p:bldP spid="30" grpId="0" animBg="1"/>
      <p:bldP spid="31" grpId="0" animBg="1"/>
      <p:bldP spid="32" grpId="0" animBg="1"/>
      <p:bldP spid="33" grpId="0" animBg="1"/>
      <p:bldP spid="37" grpId="0"/>
      <p:bldP spid="3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Who Are We?</a:t>
            </a:r>
            <a:endParaRPr lang="en-US" dirty="0"/>
          </a:p>
        </p:txBody>
      </p:sp>
      <p:sp>
        <p:nvSpPr>
          <p:cNvPr id="24" name="Text Placeholder 23"/>
          <p:cNvSpPr>
            <a:spLocks noGrp="1"/>
          </p:cNvSpPr>
          <p:nvPr>
            <p:ph type="body" sz="half" idx="2"/>
          </p:nvPr>
        </p:nvSpPr>
        <p:spPr/>
        <p:txBody>
          <a:bodyPr/>
          <a:lstStyle/>
          <a:p>
            <a:r>
              <a:rPr lang="en-US"/>
              <a:t>Who Are We?</a:t>
            </a:r>
            <a:endParaRPr lang="en-US" dirty="0"/>
          </a:p>
        </p:txBody>
      </p:sp>
      <p:sp>
        <p:nvSpPr>
          <p:cNvPr id="19" name="Slide Number Placeholder 18"/>
          <p:cNvSpPr>
            <a:spLocks noGrp="1"/>
          </p:cNvSpPr>
          <p:nvPr>
            <p:ph type="sldNum" sz="quarter" idx="14"/>
          </p:nvPr>
        </p:nvSpPr>
        <p:spPr/>
        <p:txBody>
          <a:bodyPr/>
          <a:lstStyle/>
          <a:p>
            <a:fld id="{C136B7D2-B98C-44FD-8D04-7EC62A564975}" type="slidenum">
              <a:rPr lang="en-US" smtClean="0"/>
              <a:pPr/>
              <a:t>8</a:t>
            </a:fld>
            <a:endParaRPr lang="en-US" dirty="0"/>
          </a:p>
        </p:txBody>
      </p:sp>
      <p:pic>
        <p:nvPicPr>
          <p:cNvPr id="37" name="Picture Placeholder 36" descr="imageHolder.jpg"/>
          <p:cNvPicPr>
            <a:picLocks noGrp="1" noChangeAspect="1"/>
          </p:cNvPicPr>
          <p:nvPr>
            <p:ph type="pic" sz="quarter" idx="16"/>
          </p:nvPr>
        </p:nvPicPr>
        <p:blipFill>
          <a:blip r:embed="rId2" cstate="print"/>
          <a:srcRect t="3105" b="3105"/>
          <a:stretch>
            <a:fillRect/>
          </a:stretch>
        </p:blipFill>
        <p:spPr/>
      </p:pic>
      <p:pic>
        <p:nvPicPr>
          <p:cNvPr id="38" name="Picture Placeholder 37" descr="imageHolder.jpg"/>
          <p:cNvPicPr>
            <a:picLocks noGrp="1" noChangeAspect="1"/>
          </p:cNvPicPr>
          <p:nvPr>
            <p:ph type="pic" sz="quarter" idx="17"/>
          </p:nvPr>
        </p:nvPicPr>
        <p:blipFill>
          <a:blip r:embed="rId2" cstate="print"/>
          <a:srcRect t="3105" b="3105"/>
          <a:stretch>
            <a:fillRect/>
          </a:stretch>
        </p:blipFill>
        <p:spPr/>
      </p:pic>
      <p:pic>
        <p:nvPicPr>
          <p:cNvPr id="36" name="Picture Placeholder 35" descr="imageHolder.jpg"/>
          <p:cNvPicPr>
            <a:picLocks noGrp="1" noChangeAspect="1"/>
          </p:cNvPicPr>
          <p:nvPr>
            <p:ph type="pic" sz="quarter" idx="15"/>
          </p:nvPr>
        </p:nvPicPr>
        <p:blipFill>
          <a:blip r:embed="rId2" cstate="print"/>
          <a:srcRect t="3105" b="3105"/>
          <a:stretch>
            <a:fillRect/>
          </a:stretch>
        </p:blipFill>
        <p:spPr/>
      </p:pic>
      <p:sp>
        <p:nvSpPr>
          <p:cNvPr id="39" name="Footer Text"/>
          <p:cNvSpPr txBox="1"/>
          <p:nvPr/>
        </p:nvSpPr>
        <p:spPr>
          <a:xfrm>
            <a:off x="453543" y="1245568"/>
            <a:ext cx="3889857" cy="830997"/>
          </a:xfrm>
          <a:prstGeom prst="rect">
            <a:avLst/>
          </a:prstGeom>
          <a:noFill/>
        </p:spPr>
        <p:txBody>
          <a:bodyPr wrap="square" lIns="0" tIns="0" rIns="0" bIns="0" rtlCol="0">
            <a:spAutoFit/>
          </a:bodyPr>
          <a:lstStyle/>
          <a:p>
            <a:r>
              <a:rPr lang="en-US" sz="1400" b="1" dirty="0">
                <a:solidFill>
                  <a:schemeClr val="tx1">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a:t>
            </a:r>
          </a:p>
        </p:txBody>
      </p:sp>
      <p:grpSp>
        <p:nvGrpSpPr>
          <p:cNvPr id="2" name="Group 10"/>
          <p:cNvGrpSpPr/>
          <p:nvPr/>
        </p:nvGrpSpPr>
        <p:grpSpPr>
          <a:xfrm>
            <a:off x="464047" y="2324237"/>
            <a:ext cx="486384" cy="446296"/>
            <a:chOff x="647700" y="1295400"/>
            <a:chExt cx="838200" cy="670560"/>
          </a:xfrm>
        </p:grpSpPr>
        <p:sp>
          <p:nvSpPr>
            <p:cNvPr id="53" name="Rectangle 52"/>
            <p:cNvSpPr/>
            <p:nvPr/>
          </p:nvSpPr>
          <p:spPr>
            <a:xfrm>
              <a:off x="647700" y="1356360"/>
              <a:ext cx="838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4" name="Rectangle 53"/>
            <p:cNvSpPr/>
            <p:nvPr/>
          </p:nvSpPr>
          <p:spPr>
            <a:xfrm>
              <a:off x="647700" y="1295400"/>
              <a:ext cx="838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01</a:t>
              </a:r>
            </a:p>
          </p:txBody>
        </p:sp>
      </p:grpSp>
      <p:grpSp>
        <p:nvGrpSpPr>
          <p:cNvPr id="3" name="Group 15"/>
          <p:cNvGrpSpPr/>
          <p:nvPr/>
        </p:nvGrpSpPr>
        <p:grpSpPr>
          <a:xfrm>
            <a:off x="464047" y="3136621"/>
            <a:ext cx="486384" cy="446296"/>
            <a:chOff x="647700" y="1295400"/>
            <a:chExt cx="838200" cy="670560"/>
          </a:xfrm>
        </p:grpSpPr>
        <p:sp>
          <p:nvSpPr>
            <p:cNvPr id="56" name="Rectangle 55"/>
            <p:cNvSpPr/>
            <p:nvPr/>
          </p:nvSpPr>
          <p:spPr>
            <a:xfrm>
              <a:off x="647700" y="1356360"/>
              <a:ext cx="838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7" name="Rectangle 56"/>
            <p:cNvSpPr/>
            <p:nvPr/>
          </p:nvSpPr>
          <p:spPr>
            <a:xfrm>
              <a:off x="647700" y="1295400"/>
              <a:ext cx="838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02</a:t>
              </a:r>
            </a:p>
          </p:txBody>
        </p:sp>
      </p:grpSp>
      <p:grpSp>
        <p:nvGrpSpPr>
          <p:cNvPr id="4" name="Group 21"/>
          <p:cNvGrpSpPr/>
          <p:nvPr/>
        </p:nvGrpSpPr>
        <p:grpSpPr>
          <a:xfrm>
            <a:off x="464047" y="3931269"/>
            <a:ext cx="486384" cy="446296"/>
            <a:chOff x="647700" y="1295400"/>
            <a:chExt cx="838200" cy="670560"/>
          </a:xfrm>
        </p:grpSpPr>
        <p:sp>
          <p:nvSpPr>
            <p:cNvPr id="59" name="Rectangle 58"/>
            <p:cNvSpPr/>
            <p:nvPr/>
          </p:nvSpPr>
          <p:spPr>
            <a:xfrm>
              <a:off x="647700" y="1356360"/>
              <a:ext cx="838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0" name="Rectangle 59"/>
            <p:cNvSpPr/>
            <p:nvPr/>
          </p:nvSpPr>
          <p:spPr>
            <a:xfrm>
              <a:off x="647700" y="1295400"/>
              <a:ext cx="838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03</a:t>
              </a:r>
            </a:p>
          </p:txBody>
        </p:sp>
      </p:grpSp>
      <p:sp>
        <p:nvSpPr>
          <p:cNvPr id="61" name="Text Placeholder 3"/>
          <p:cNvSpPr txBox="1">
            <a:spLocks/>
          </p:cNvSpPr>
          <p:nvPr/>
        </p:nvSpPr>
        <p:spPr>
          <a:xfrm>
            <a:off x="1002850" y="2261874"/>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bg1">
                    <a:lumMod val="50000"/>
                  </a:schemeClr>
                </a:solidFill>
                <a:cs typeface="+mj-cs"/>
              </a:rPr>
              <a:t>Title Goes Here</a:t>
            </a:r>
            <a:br>
              <a:rPr lang="en-US" sz="1100" dirty="0">
                <a:solidFill>
                  <a:schemeClr val="bg1">
                    <a:lumMod val="50000"/>
                  </a:schemeClr>
                </a:solidFill>
                <a:cs typeface="+mj-cs"/>
              </a:rPr>
            </a:br>
            <a:r>
              <a:rPr lang="en-US" sz="1100" dirty="0">
                <a:solidFill>
                  <a:schemeClr val="bg1">
                    <a:lumMod val="50000"/>
                  </a:schemeClr>
                </a:solidFill>
                <a:cs typeface="+mj-cs"/>
              </a:rPr>
              <a:t>passages but the majority   suffered alteration</a:t>
            </a:r>
          </a:p>
        </p:txBody>
      </p:sp>
      <p:grpSp>
        <p:nvGrpSpPr>
          <p:cNvPr id="5" name="Group 10"/>
          <p:cNvGrpSpPr/>
          <p:nvPr/>
        </p:nvGrpSpPr>
        <p:grpSpPr>
          <a:xfrm>
            <a:off x="2617305" y="2324237"/>
            <a:ext cx="486384" cy="446296"/>
            <a:chOff x="647700" y="1295400"/>
            <a:chExt cx="838200" cy="670560"/>
          </a:xfrm>
        </p:grpSpPr>
        <p:sp>
          <p:nvSpPr>
            <p:cNvPr id="65" name="Rectangle 64"/>
            <p:cNvSpPr/>
            <p:nvPr/>
          </p:nvSpPr>
          <p:spPr>
            <a:xfrm>
              <a:off x="647700" y="1356360"/>
              <a:ext cx="838200" cy="6096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6" name="Rectangle 65"/>
            <p:cNvSpPr/>
            <p:nvPr/>
          </p:nvSpPr>
          <p:spPr>
            <a:xfrm>
              <a:off x="647700" y="1295400"/>
              <a:ext cx="838200" cy="6096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04</a:t>
              </a:r>
            </a:p>
          </p:txBody>
        </p:sp>
      </p:grpSp>
      <p:grpSp>
        <p:nvGrpSpPr>
          <p:cNvPr id="6" name="Group 15"/>
          <p:cNvGrpSpPr/>
          <p:nvPr/>
        </p:nvGrpSpPr>
        <p:grpSpPr>
          <a:xfrm>
            <a:off x="2617305" y="3127753"/>
            <a:ext cx="486384" cy="446296"/>
            <a:chOff x="647700" y="1295400"/>
            <a:chExt cx="838200" cy="670560"/>
          </a:xfrm>
        </p:grpSpPr>
        <p:sp>
          <p:nvSpPr>
            <p:cNvPr id="68" name="Rectangle 67"/>
            <p:cNvSpPr/>
            <p:nvPr/>
          </p:nvSpPr>
          <p:spPr>
            <a:xfrm>
              <a:off x="647700" y="1356360"/>
              <a:ext cx="838200" cy="6096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9" name="Rectangle 68"/>
            <p:cNvSpPr/>
            <p:nvPr/>
          </p:nvSpPr>
          <p:spPr>
            <a:xfrm>
              <a:off x="647700" y="1295400"/>
              <a:ext cx="838200" cy="6096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05</a:t>
              </a:r>
            </a:p>
          </p:txBody>
        </p:sp>
      </p:grpSp>
      <p:grpSp>
        <p:nvGrpSpPr>
          <p:cNvPr id="7" name="Group 21"/>
          <p:cNvGrpSpPr/>
          <p:nvPr/>
        </p:nvGrpSpPr>
        <p:grpSpPr>
          <a:xfrm>
            <a:off x="2617305" y="3931269"/>
            <a:ext cx="486384" cy="446296"/>
            <a:chOff x="647700" y="1295400"/>
            <a:chExt cx="838200" cy="670560"/>
          </a:xfrm>
        </p:grpSpPr>
        <p:sp>
          <p:nvSpPr>
            <p:cNvPr id="71" name="Rectangle 70"/>
            <p:cNvSpPr/>
            <p:nvPr/>
          </p:nvSpPr>
          <p:spPr>
            <a:xfrm>
              <a:off x="647700" y="1356360"/>
              <a:ext cx="838200" cy="6096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72" name="Rectangle 71"/>
            <p:cNvSpPr/>
            <p:nvPr/>
          </p:nvSpPr>
          <p:spPr>
            <a:xfrm>
              <a:off x="647700" y="1295400"/>
              <a:ext cx="838200" cy="60960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06</a:t>
              </a:r>
            </a:p>
          </p:txBody>
        </p:sp>
      </p:grpSp>
      <p:sp>
        <p:nvSpPr>
          <p:cNvPr id="73" name="Text Placeholder 3"/>
          <p:cNvSpPr txBox="1">
            <a:spLocks/>
          </p:cNvSpPr>
          <p:nvPr/>
        </p:nvSpPr>
        <p:spPr>
          <a:xfrm>
            <a:off x="3145147" y="2261874"/>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b="1" dirty="0">
                <a:solidFill>
                  <a:schemeClr val="bg1">
                    <a:lumMod val="50000"/>
                  </a:schemeClr>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74" name="Text Placeholder 3"/>
          <p:cNvSpPr txBox="1">
            <a:spLocks/>
          </p:cNvSpPr>
          <p:nvPr/>
        </p:nvSpPr>
        <p:spPr>
          <a:xfrm>
            <a:off x="1002850" y="308965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b="1" dirty="0">
                <a:solidFill>
                  <a:schemeClr val="bg1">
                    <a:lumMod val="50000"/>
                  </a:schemeClr>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75" name="Text Placeholder 3"/>
          <p:cNvSpPr txBox="1">
            <a:spLocks/>
          </p:cNvSpPr>
          <p:nvPr/>
        </p:nvSpPr>
        <p:spPr>
          <a:xfrm>
            <a:off x="3145147" y="308965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b="1" dirty="0">
                <a:solidFill>
                  <a:schemeClr val="bg1">
                    <a:lumMod val="50000"/>
                  </a:schemeClr>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76" name="Text Placeholder 3"/>
          <p:cNvSpPr txBox="1">
            <a:spLocks/>
          </p:cNvSpPr>
          <p:nvPr/>
        </p:nvSpPr>
        <p:spPr>
          <a:xfrm>
            <a:off x="1002850" y="3893169"/>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b="1" dirty="0">
                <a:solidFill>
                  <a:schemeClr val="bg1">
                    <a:lumMod val="50000"/>
                  </a:schemeClr>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77" name="Text Placeholder 3"/>
          <p:cNvSpPr txBox="1">
            <a:spLocks/>
          </p:cNvSpPr>
          <p:nvPr/>
        </p:nvSpPr>
        <p:spPr>
          <a:xfrm>
            <a:off x="3145147" y="3893169"/>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b="1" dirty="0">
                <a:solidFill>
                  <a:schemeClr val="bg1">
                    <a:lumMod val="50000"/>
                  </a:schemeClr>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78" name="Freeform 66"/>
          <p:cNvSpPr>
            <a:spLocks noEditPoints="1"/>
          </p:cNvSpPr>
          <p:nvPr/>
        </p:nvSpPr>
        <p:spPr bwMode="auto">
          <a:xfrm>
            <a:off x="5595234" y="2743526"/>
            <a:ext cx="335115" cy="391441"/>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78"/>
          <p:cNvSpPr>
            <a:spLocks noEditPoints="1"/>
          </p:cNvSpPr>
          <p:nvPr/>
        </p:nvSpPr>
        <p:spPr bwMode="auto">
          <a:xfrm>
            <a:off x="7554220" y="1697106"/>
            <a:ext cx="344075" cy="325349"/>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35"/>
          <p:cNvSpPr>
            <a:spLocks noEditPoints="1"/>
          </p:cNvSpPr>
          <p:nvPr/>
        </p:nvSpPr>
        <p:spPr bwMode="auto">
          <a:xfrm>
            <a:off x="7478020" y="3826335"/>
            <a:ext cx="446780" cy="41850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left)">
                                      <p:cBhvr>
                                        <p:cTn id="7" dur="500"/>
                                        <p:tgtEl>
                                          <p:spTgt spid="39"/>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animEffect transition="in" filter="fade">
                                      <p:cBhvr>
                                        <p:cTn id="13" dur="500"/>
                                        <p:tgtEl>
                                          <p:spTgt spid="2"/>
                                        </p:tgtEl>
                                      </p:cBhvr>
                                    </p:animEffect>
                                  </p:childTnLst>
                                </p:cTn>
                              </p:par>
                            </p:childTnLst>
                          </p:cTn>
                        </p:par>
                        <p:par>
                          <p:cTn id="14" fill="hold">
                            <p:stCondLst>
                              <p:cond delay="1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61"/>
                                        </p:tgtEl>
                                        <p:attrNameLst>
                                          <p:attrName>style.visibility</p:attrName>
                                        </p:attrNameLst>
                                      </p:cBhvr>
                                      <p:to>
                                        <p:strVal val="visible"/>
                                      </p:to>
                                    </p:set>
                                    <p:anim calcmode="lin" valueType="num">
                                      <p:cBhvr additive="base">
                                        <p:cTn id="17" dur="500" fill="hold"/>
                                        <p:tgtEl>
                                          <p:spTgt spid="61"/>
                                        </p:tgtEl>
                                        <p:attrNameLst>
                                          <p:attrName>ppt_x</p:attrName>
                                        </p:attrNameLst>
                                      </p:cBhvr>
                                      <p:tavLst>
                                        <p:tav tm="0">
                                          <p:val>
                                            <p:strVal val="#ppt_x"/>
                                          </p:val>
                                        </p:tav>
                                        <p:tav tm="100000">
                                          <p:val>
                                            <p:strVal val="#ppt_x"/>
                                          </p:val>
                                        </p:tav>
                                      </p:tavLst>
                                    </p:anim>
                                    <p:anim calcmode="lin" valueType="num">
                                      <p:cBhvr additive="base">
                                        <p:cTn id="18" dur="500" fill="hold"/>
                                        <p:tgtEl>
                                          <p:spTgt spid="6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500" fill="hold"/>
                                        <p:tgtEl>
                                          <p:spTgt spid="3"/>
                                        </p:tgtEl>
                                        <p:attrNameLst>
                                          <p:attrName>ppt_w</p:attrName>
                                        </p:attrNameLst>
                                      </p:cBhvr>
                                      <p:tavLst>
                                        <p:tav tm="0">
                                          <p:val>
                                            <p:fltVal val="0"/>
                                          </p:val>
                                        </p:tav>
                                        <p:tav tm="100000">
                                          <p:val>
                                            <p:strVal val="#ppt_w"/>
                                          </p:val>
                                        </p:tav>
                                      </p:tavLst>
                                    </p:anim>
                                    <p:anim calcmode="lin" valueType="num">
                                      <p:cBhvr>
                                        <p:cTn id="23" dur="500" fill="hold"/>
                                        <p:tgtEl>
                                          <p:spTgt spid="3"/>
                                        </p:tgtEl>
                                        <p:attrNameLst>
                                          <p:attrName>ppt_h</p:attrName>
                                        </p:attrNameLst>
                                      </p:cBhvr>
                                      <p:tavLst>
                                        <p:tav tm="0">
                                          <p:val>
                                            <p:fltVal val="0"/>
                                          </p:val>
                                        </p:tav>
                                        <p:tav tm="100000">
                                          <p:val>
                                            <p:strVal val="#ppt_h"/>
                                          </p:val>
                                        </p:tav>
                                      </p:tavLst>
                                    </p:anim>
                                    <p:animEffect transition="in" filter="fade">
                                      <p:cBhvr>
                                        <p:cTn id="24" dur="500"/>
                                        <p:tgtEl>
                                          <p:spTgt spid="3"/>
                                        </p:tgtEl>
                                      </p:cBhvr>
                                    </p:animEffect>
                                  </p:childTnLst>
                                </p:cTn>
                              </p:par>
                            </p:childTnLst>
                          </p:cTn>
                        </p:par>
                        <p:par>
                          <p:cTn id="25" fill="hold">
                            <p:stCondLst>
                              <p:cond delay="2000"/>
                            </p:stCondLst>
                            <p:childTnLst>
                              <p:par>
                                <p:cTn id="26" presetID="2" presetClass="entr" presetSubtype="4" accel="50000" decel="50000" fill="hold" grpId="0" nodeType="afterEffect">
                                  <p:stCondLst>
                                    <p:cond delay="0"/>
                                  </p:stCondLst>
                                  <p:childTnLst>
                                    <p:set>
                                      <p:cBhvr>
                                        <p:cTn id="27" dur="1" fill="hold">
                                          <p:stCondLst>
                                            <p:cond delay="0"/>
                                          </p:stCondLst>
                                        </p:cTn>
                                        <p:tgtEl>
                                          <p:spTgt spid="74"/>
                                        </p:tgtEl>
                                        <p:attrNameLst>
                                          <p:attrName>style.visibility</p:attrName>
                                        </p:attrNameLst>
                                      </p:cBhvr>
                                      <p:to>
                                        <p:strVal val="visible"/>
                                      </p:to>
                                    </p:set>
                                    <p:anim calcmode="lin" valueType="num">
                                      <p:cBhvr additive="base">
                                        <p:cTn id="28" dur="500" fill="hold"/>
                                        <p:tgtEl>
                                          <p:spTgt spid="74"/>
                                        </p:tgtEl>
                                        <p:attrNameLst>
                                          <p:attrName>ppt_x</p:attrName>
                                        </p:attrNameLst>
                                      </p:cBhvr>
                                      <p:tavLst>
                                        <p:tav tm="0">
                                          <p:val>
                                            <p:strVal val="#ppt_x"/>
                                          </p:val>
                                        </p:tav>
                                        <p:tav tm="100000">
                                          <p:val>
                                            <p:strVal val="#ppt_x"/>
                                          </p:val>
                                        </p:tav>
                                      </p:tavLst>
                                    </p:anim>
                                    <p:anim calcmode="lin" valueType="num">
                                      <p:cBhvr additive="base">
                                        <p:cTn id="29" dur="500" fill="hold"/>
                                        <p:tgtEl>
                                          <p:spTgt spid="74"/>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53" presetClass="entr" presetSubtype="0" fill="hold"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ppt_w</p:attrName>
                                        </p:attrNameLst>
                                      </p:cBhvr>
                                      <p:tavLst>
                                        <p:tav tm="0">
                                          <p:val>
                                            <p:fltVal val="0"/>
                                          </p:val>
                                        </p:tav>
                                        <p:tav tm="100000">
                                          <p:val>
                                            <p:strVal val="#ppt_w"/>
                                          </p:val>
                                        </p:tav>
                                      </p:tavLst>
                                    </p:anim>
                                    <p:anim calcmode="lin" valueType="num">
                                      <p:cBhvr>
                                        <p:cTn id="34" dur="500" fill="hold"/>
                                        <p:tgtEl>
                                          <p:spTgt spid="4"/>
                                        </p:tgtEl>
                                        <p:attrNameLst>
                                          <p:attrName>ppt_h</p:attrName>
                                        </p:attrNameLst>
                                      </p:cBhvr>
                                      <p:tavLst>
                                        <p:tav tm="0">
                                          <p:val>
                                            <p:fltVal val="0"/>
                                          </p:val>
                                        </p:tav>
                                        <p:tav tm="100000">
                                          <p:val>
                                            <p:strVal val="#ppt_h"/>
                                          </p:val>
                                        </p:tav>
                                      </p:tavLst>
                                    </p:anim>
                                    <p:animEffect transition="in" filter="fade">
                                      <p:cBhvr>
                                        <p:cTn id="35" dur="500"/>
                                        <p:tgtEl>
                                          <p:spTgt spid="4"/>
                                        </p:tgtEl>
                                      </p:cBhvr>
                                    </p:animEffect>
                                  </p:childTnLst>
                                </p:cTn>
                              </p:par>
                            </p:childTnLst>
                          </p:cTn>
                        </p:par>
                        <p:par>
                          <p:cTn id="36" fill="hold">
                            <p:stCondLst>
                              <p:cond delay="3000"/>
                            </p:stCondLst>
                            <p:childTnLst>
                              <p:par>
                                <p:cTn id="37" presetID="2" presetClass="entr" presetSubtype="4" accel="50000" decel="50000" fill="hold" grpId="0" nodeType="afterEffect">
                                  <p:stCondLst>
                                    <p:cond delay="0"/>
                                  </p:stCondLst>
                                  <p:childTnLst>
                                    <p:set>
                                      <p:cBhvr>
                                        <p:cTn id="38" dur="1" fill="hold">
                                          <p:stCondLst>
                                            <p:cond delay="0"/>
                                          </p:stCondLst>
                                        </p:cTn>
                                        <p:tgtEl>
                                          <p:spTgt spid="76"/>
                                        </p:tgtEl>
                                        <p:attrNameLst>
                                          <p:attrName>style.visibility</p:attrName>
                                        </p:attrNameLst>
                                      </p:cBhvr>
                                      <p:to>
                                        <p:strVal val="visible"/>
                                      </p:to>
                                    </p:set>
                                    <p:anim calcmode="lin" valueType="num">
                                      <p:cBhvr additive="base">
                                        <p:cTn id="39" dur="500" fill="hold"/>
                                        <p:tgtEl>
                                          <p:spTgt spid="76"/>
                                        </p:tgtEl>
                                        <p:attrNameLst>
                                          <p:attrName>ppt_x</p:attrName>
                                        </p:attrNameLst>
                                      </p:cBhvr>
                                      <p:tavLst>
                                        <p:tav tm="0">
                                          <p:val>
                                            <p:strVal val="#ppt_x"/>
                                          </p:val>
                                        </p:tav>
                                        <p:tav tm="100000">
                                          <p:val>
                                            <p:strVal val="#ppt_x"/>
                                          </p:val>
                                        </p:tav>
                                      </p:tavLst>
                                    </p:anim>
                                    <p:anim calcmode="lin" valueType="num">
                                      <p:cBhvr additive="base">
                                        <p:cTn id="40" dur="500" fill="hold"/>
                                        <p:tgtEl>
                                          <p:spTgt spid="76"/>
                                        </p:tgtEl>
                                        <p:attrNameLst>
                                          <p:attrName>ppt_y</p:attrName>
                                        </p:attrNameLst>
                                      </p:cBhvr>
                                      <p:tavLst>
                                        <p:tav tm="0">
                                          <p:val>
                                            <p:strVal val="1+#ppt_h/2"/>
                                          </p:val>
                                        </p:tav>
                                        <p:tav tm="100000">
                                          <p:val>
                                            <p:strVal val="#ppt_y"/>
                                          </p:val>
                                        </p:tav>
                                      </p:tavLst>
                                    </p:anim>
                                  </p:childTnLst>
                                </p:cTn>
                              </p:par>
                            </p:childTnLst>
                          </p:cTn>
                        </p:par>
                        <p:par>
                          <p:cTn id="41" fill="hold">
                            <p:stCondLst>
                              <p:cond delay="3500"/>
                            </p:stCondLst>
                            <p:childTnLst>
                              <p:par>
                                <p:cTn id="42" presetID="53" presetClass="entr" presetSubtype="0" fill="hold" nodeType="after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500" fill="hold"/>
                                        <p:tgtEl>
                                          <p:spTgt spid="5"/>
                                        </p:tgtEl>
                                        <p:attrNameLst>
                                          <p:attrName>ppt_w</p:attrName>
                                        </p:attrNameLst>
                                      </p:cBhvr>
                                      <p:tavLst>
                                        <p:tav tm="0">
                                          <p:val>
                                            <p:fltVal val="0"/>
                                          </p:val>
                                        </p:tav>
                                        <p:tav tm="100000">
                                          <p:val>
                                            <p:strVal val="#ppt_w"/>
                                          </p:val>
                                        </p:tav>
                                      </p:tavLst>
                                    </p:anim>
                                    <p:anim calcmode="lin" valueType="num">
                                      <p:cBhvr>
                                        <p:cTn id="45" dur="500" fill="hold"/>
                                        <p:tgtEl>
                                          <p:spTgt spid="5"/>
                                        </p:tgtEl>
                                        <p:attrNameLst>
                                          <p:attrName>ppt_h</p:attrName>
                                        </p:attrNameLst>
                                      </p:cBhvr>
                                      <p:tavLst>
                                        <p:tav tm="0">
                                          <p:val>
                                            <p:fltVal val="0"/>
                                          </p:val>
                                        </p:tav>
                                        <p:tav tm="100000">
                                          <p:val>
                                            <p:strVal val="#ppt_h"/>
                                          </p:val>
                                        </p:tav>
                                      </p:tavLst>
                                    </p:anim>
                                    <p:animEffect transition="in" filter="fade">
                                      <p:cBhvr>
                                        <p:cTn id="46" dur="500"/>
                                        <p:tgtEl>
                                          <p:spTgt spid="5"/>
                                        </p:tgtEl>
                                      </p:cBhvr>
                                    </p:animEffect>
                                  </p:childTnLst>
                                </p:cTn>
                              </p:par>
                            </p:childTnLst>
                          </p:cTn>
                        </p:par>
                        <p:par>
                          <p:cTn id="47" fill="hold">
                            <p:stCondLst>
                              <p:cond delay="4000"/>
                            </p:stCondLst>
                            <p:childTnLst>
                              <p:par>
                                <p:cTn id="48" presetID="2" presetClass="entr" presetSubtype="4" accel="50000" decel="50000" fill="hold" grpId="0" nodeType="afterEffect">
                                  <p:stCondLst>
                                    <p:cond delay="0"/>
                                  </p:stCondLst>
                                  <p:childTnLst>
                                    <p:set>
                                      <p:cBhvr>
                                        <p:cTn id="49" dur="1" fill="hold">
                                          <p:stCondLst>
                                            <p:cond delay="0"/>
                                          </p:stCondLst>
                                        </p:cTn>
                                        <p:tgtEl>
                                          <p:spTgt spid="73"/>
                                        </p:tgtEl>
                                        <p:attrNameLst>
                                          <p:attrName>style.visibility</p:attrName>
                                        </p:attrNameLst>
                                      </p:cBhvr>
                                      <p:to>
                                        <p:strVal val="visible"/>
                                      </p:to>
                                    </p:set>
                                    <p:anim calcmode="lin" valueType="num">
                                      <p:cBhvr additive="base">
                                        <p:cTn id="50" dur="500" fill="hold"/>
                                        <p:tgtEl>
                                          <p:spTgt spid="73"/>
                                        </p:tgtEl>
                                        <p:attrNameLst>
                                          <p:attrName>ppt_x</p:attrName>
                                        </p:attrNameLst>
                                      </p:cBhvr>
                                      <p:tavLst>
                                        <p:tav tm="0">
                                          <p:val>
                                            <p:strVal val="#ppt_x"/>
                                          </p:val>
                                        </p:tav>
                                        <p:tav tm="100000">
                                          <p:val>
                                            <p:strVal val="#ppt_x"/>
                                          </p:val>
                                        </p:tav>
                                      </p:tavLst>
                                    </p:anim>
                                    <p:anim calcmode="lin" valueType="num">
                                      <p:cBhvr additive="base">
                                        <p:cTn id="51" dur="500" fill="hold"/>
                                        <p:tgtEl>
                                          <p:spTgt spid="73"/>
                                        </p:tgtEl>
                                        <p:attrNameLst>
                                          <p:attrName>ppt_y</p:attrName>
                                        </p:attrNameLst>
                                      </p:cBhvr>
                                      <p:tavLst>
                                        <p:tav tm="0">
                                          <p:val>
                                            <p:strVal val="1+#ppt_h/2"/>
                                          </p:val>
                                        </p:tav>
                                        <p:tav tm="100000">
                                          <p:val>
                                            <p:strVal val="#ppt_y"/>
                                          </p:val>
                                        </p:tav>
                                      </p:tavLst>
                                    </p:anim>
                                  </p:childTnLst>
                                </p:cTn>
                              </p:par>
                            </p:childTnLst>
                          </p:cTn>
                        </p:par>
                        <p:par>
                          <p:cTn id="52" fill="hold">
                            <p:stCondLst>
                              <p:cond delay="4500"/>
                            </p:stCondLst>
                            <p:childTnLst>
                              <p:par>
                                <p:cTn id="53" presetID="53" presetClass="entr" presetSubtype="0" fill="hold" nodeType="after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500" fill="hold"/>
                                        <p:tgtEl>
                                          <p:spTgt spid="6"/>
                                        </p:tgtEl>
                                        <p:attrNameLst>
                                          <p:attrName>ppt_w</p:attrName>
                                        </p:attrNameLst>
                                      </p:cBhvr>
                                      <p:tavLst>
                                        <p:tav tm="0">
                                          <p:val>
                                            <p:fltVal val="0"/>
                                          </p:val>
                                        </p:tav>
                                        <p:tav tm="100000">
                                          <p:val>
                                            <p:strVal val="#ppt_w"/>
                                          </p:val>
                                        </p:tav>
                                      </p:tavLst>
                                    </p:anim>
                                    <p:anim calcmode="lin" valueType="num">
                                      <p:cBhvr>
                                        <p:cTn id="56" dur="500" fill="hold"/>
                                        <p:tgtEl>
                                          <p:spTgt spid="6"/>
                                        </p:tgtEl>
                                        <p:attrNameLst>
                                          <p:attrName>ppt_h</p:attrName>
                                        </p:attrNameLst>
                                      </p:cBhvr>
                                      <p:tavLst>
                                        <p:tav tm="0">
                                          <p:val>
                                            <p:fltVal val="0"/>
                                          </p:val>
                                        </p:tav>
                                        <p:tav tm="100000">
                                          <p:val>
                                            <p:strVal val="#ppt_h"/>
                                          </p:val>
                                        </p:tav>
                                      </p:tavLst>
                                    </p:anim>
                                    <p:animEffect transition="in" filter="fade">
                                      <p:cBhvr>
                                        <p:cTn id="57" dur="500"/>
                                        <p:tgtEl>
                                          <p:spTgt spid="6"/>
                                        </p:tgtEl>
                                      </p:cBhvr>
                                    </p:animEffect>
                                  </p:childTnLst>
                                </p:cTn>
                              </p:par>
                            </p:childTnLst>
                          </p:cTn>
                        </p:par>
                        <p:par>
                          <p:cTn id="58" fill="hold">
                            <p:stCondLst>
                              <p:cond delay="5000"/>
                            </p:stCondLst>
                            <p:childTnLst>
                              <p:par>
                                <p:cTn id="59" presetID="2" presetClass="entr" presetSubtype="4" accel="50000" decel="50000" fill="hold" grpId="0" nodeType="after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ppt_x"/>
                                          </p:val>
                                        </p:tav>
                                        <p:tav tm="100000">
                                          <p:val>
                                            <p:strVal val="#ppt_x"/>
                                          </p:val>
                                        </p:tav>
                                      </p:tavLst>
                                    </p:anim>
                                    <p:anim calcmode="lin" valueType="num">
                                      <p:cBhvr additive="base">
                                        <p:cTn id="62" dur="500" fill="hold"/>
                                        <p:tgtEl>
                                          <p:spTgt spid="75"/>
                                        </p:tgtEl>
                                        <p:attrNameLst>
                                          <p:attrName>ppt_y</p:attrName>
                                        </p:attrNameLst>
                                      </p:cBhvr>
                                      <p:tavLst>
                                        <p:tav tm="0">
                                          <p:val>
                                            <p:strVal val="1+#ppt_h/2"/>
                                          </p:val>
                                        </p:tav>
                                        <p:tav tm="100000">
                                          <p:val>
                                            <p:strVal val="#ppt_y"/>
                                          </p:val>
                                        </p:tav>
                                      </p:tavLst>
                                    </p:anim>
                                  </p:childTnLst>
                                </p:cTn>
                              </p:par>
                            </p:childTnLst>
                          </p:cTn>
                        </p:par>
                        <p:par>
                          <p:cTn id="63" fill="hold">
                            <p:stCondLst>
                              <p:cond delay="5500"/>
                            </p:stCondLst>
                            <p:childTnLst>
                              <p:par>
                                <p:cTn id="64" presetID="53" presetClass="entr" presetSubtype="0" fill="hold" nodeType="after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500" fill="hold"/>
                                        <p:tgtEl>
                                          <p:spTgt spid="7"/>
                                        </p:tgtEl>
                                        <p:attrNameLst>
                                          <p:attrName>ppt_w</p:attrName>
                                        </p:attrNameLst>
                                      </p:cBhvr>
                                      <p:tavLst>
                                        <p:tav tm="0">
                                          <p:val>
                                            <p:fltVal val="0"/>
                                          </p:val>
                                        </p:tav>
                                        <p:tav tm="100000">
                                          <p:val>
                                            <p:strVal val="#ppt_w"/>
                                          </p:val>
                                        </p:tav>
                                      </p:tavLst>
                                    </p:anim>
                                    <p:anim calcmode="lin" valueType="num">
                                      <p:cBhvr>
                                        <p:cTn id="67" dur="500" fill="hold"/>
                                        <p:tgtEl>
                                          <p:spTgt spid="7"/>
                                        </p:tgtEl>
                                        <p:attrNameLst>
                                          <p:attrName>ppt_h</p:attrName>
                                        </p:attrNameLst>
                                      </p:cBhvr>
                                      <p:tavLst>
                                        <p:tav tm="0">
                                          <p:val>
                                            <p:fltVal val="0"/>
                                          </p:val>
                                        </p:tav>
                                        <p:tav tm="100000">
                                          <p:val>
                                            <p:strVal val="#ppt_h"/>
                                          </p:val>
                                        </p:tav>
                                      </p:tavLst>
                                    </p:anim>
                                    <p:animEffect transition="in" filter="fade">
                                      <p:cBhvr>
                                        <p:cTn id="68" dur="500"/>
                                        <p:tgtEl>
                                          <p:spTgt spid="7"/>
                                        </p:tgtEl>
                                      </p:cBhvr>
                                    </p:animEffect>
                                  </p:childTnLst>
                                </p:cTn>
                              </p:par>
                            </p:childTnLst>
                          </p:cTn>
                        </p:par>
                        <p:par>
                          <p:cTn id="69" fill="hold">
                            <p:stCondLst>
                              <p:cond delay="6000"/>
                            </p:stCondLst>
                            <p:childTnLst>
                              <p:par>
                                <p:cTn id="70" presetID="2" presetClass="entr" presetSubtype="4" accel="50000" decel="50000" fill="hold" grpId="0" nodeType="afterEffect">
                                  <p:stCondLst>
                                    <p:cond delay="0"/>
                                  </p:stCondLst>
                                  <p:childTnLst>
                                    <p:set>
                                      <p:cBhvr>
                                        <p:cTn id="71" dur="1" fill="hold">
                                          <p:stCondLst>
                                            <p:cond delay="0"/>
                                          </p:stCondLst>
                                        </p:cTn>
                                        <p:tgtEl>
                                          <p:spTgt spid="77"/>
                                        </p:tgtEl>
                                        <p:attrNameLst>
                                          <p:attrName>style.visibility</p:attrName>
                                        </p:attrNameLst>
                                      </p:cBhvr>
                                      <p:to>
                                        <p:strVal val="visible"/>
                                      </p:to>
                                    </p:set>
                                    <p:anim calcmode="lin" valueType="num">
                                      <p:cBhvr additive="base">
                                        <p:cTn id="72" dur="500" fill="hold"/>
                                        <p:tgtEl>
                                          <p:spTgt spid="77"/>
                                        </p:tgtEl>
                                        <p:attrNameLst>
                                          <p:attrName>ppt_x</p:attrName>
                                        </p:attrNameLst>
                                      </p:cBhvr>
                                      <p:tavLst>
                                        <p:tav tm="0">
                                          <p:val>
                                            <p:strVal val="#ppt_x"/>
                                          </p:val>
                                        </p:tav>
                                        <p:tav tm="100000">
                                          <p:val>
                                            <p:strVal val="#ppt_x"/>
                                          </p:val>
                                        </p:tav>
                                      </p:tavLst>
                                    </p:anim>
                                    <p:anim calcmode="lin" valueType="num">
                                      <p:cBhvr additive="base">
                                        <p:cTn id="73"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61" grpId="0"/>
      <p:bldP spid="73" grpId="0"/>
      <p:bldP spid="74" grpId="0"/>
      <p:bldP spid="75" grpId="0"/>
      <p:bldP spid="76" grpId="0"/>
      <p:bldP spid="7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Our Advantages </a:t>
            </a:r>
            <a:endParaRPr lang="en-US" dirty="0"/>
          </a:p>
        </p:txBody>
      </p:sp>
      <p:sp>
        <p:nvSpPr>
          <p:cNvPr id="24" name="Text Placeholder 23"/>
          <p:cNvSpPr>
            <a:spLocks noGrp="1"/>
          </p:cNvSpPr>
          <p:nvPr>
            <p:ph type="body" sz="half" idx="2"/>
          </p:nvPr>
        </p:nvSpPr>
        <p:spPr/>
        <p:txBody>
          <a:bodyPr/>
          <a:lstStyle/>
          <a:p>
            <a:r>
              <a:rPr lang="en-US"/>
              <a:t>Our Advantages </a:t>
            </a:r>
            <a:endParaRPr lang="en-US" dirty="0"/>
          </a:p>
        </p:txBody>
      </p:sp>
      <p:sp>
        <p:nvSpPr>
          <p:cNvPr id="19" name="Slide Number Placeholder 18"/>
          <p:cNvSpPr>
            <a:spLocks noGrp="1"/>
          </p:cNvSpPr>
          <p:nvPr>
            <p:ph type="sldNum" sz="quarter" idx="14"/>
          </p:nvPr>
        </p:nvSpPr>
        <p:spPr/>
        <p:txBody>
          <a:bodyPr/>
          <a:lstStyle/>
          <a:p>
            <a:fld id="{C136B7D2-B98C-44FD-8D04-7EC62A564975}" type="slidenum">
              <a:rPr lang="en-US" smtClean="0"/>
              <a:pPr/>
              <a:t>9</a:t>
            </a:fld>
            <a:endParaRPr lang="en-US" dirty="0"/>
          </a:p>
        </p:txBody>
      </p:sp>
      <p:pic>
        <p:nvPicPr>
          <p:cNvPr id="82" name="Picture Placeholder 81" descr="imageHolder.jpg"/>
          <p:cNvPicPr>
            <a:picLocks noGrp="1" noChangeAspect="1"/>
          </p:cNvPicPr>
          <p:nvPr>
            <p:ph type="pic" sz="quarter" idx="15"/>
          </p:nvPr>
        </p:nvPicPr>
        <p:blipFill>
          <a:blip r:embed="rId2" cstate="print"/>
          <a:srcRect l="6192" r="6192"/>
          <a:stretch>
            <a:fillRect/>
          </a:stretch>
        </p:blipFill>
        <p:spPr/>
      </p:pic>
      <p:pic>
        <p:nvPicPr>
          <p:cNvPr id="84" name="Picture Placeholder 83" descr="imageHolder.jpg"/>
          <p:cNvPicPr>
            <a:picLocks noGrp="1" noChangeAspect="1"/>
          </p:cNvPicPr>
          <p:nvPr>
            <p:ph type="pic" sz="quarter" idx="16"/>
          </p:nvPr>
        </p:nvPicPr>
        <p:blipFill>
          <a:blip r:embed="rId2" cstate="print"/>
          <a:srcRect l="6192" r="6192"/>
          <a:stretch>
            <a:fillRect/>
          </a:stretch>
        </p:blipFill>
        <p:spPr/>
      </p:pic>
      <p:pic>
        <p:nvPicPr>
          <p:cNvPr id="83" name="Picture Placeholder 82" descr="imageHolder.jpg"/>
          <p:cNvPicPr>
            <a:picLocks noGrp="1" noChangeAspect="1"/>
          </p:cNvPicPr>
          <p:nvPr>
            <p:ph type="pic" sz="quarter" idx="17"/>
          </p:nvPr>
        </p:nvPicPr>
        <p:blipFill>
          <a:blip r:embed="rId3" cstate="print"/>
          <a:srcRect l="6079" r="6079"/>
          <a:stretch>
            <a:fillRect/>
          </a:stretch>
        </p:blipFill>
        <p:spPr/>
      </p:pic>
      <p:pic>
        <p:nvPicPr>
          <p:cNvPr id="85" name="Picture Placeholder 84" descr="imageHolder.jpg"/>
          <p:cNvPicPr>
            <a:picLocks noGrp="1" noChangeAspect="1"/>
          </p:cNvPicPr>
          <p:nvPr>
            <p:ph type="pic" sz="quarter" idx="18"/>
          </p:nvPr>
        </p:nvPicPr>
        <p:blipFill>
          <a:blip r:embed="rId3" cstate="print"/>
          <a:srcRect l="6079" r="6079"/>
          <a:stretch>
            <a:fillRect/>
          </a:stretch>
        </p:blipFill>
        <p:spPr/>
      </p:pic>
      <p:sp>
        <p:nvSpPr>
          <p:cNvPr id="93" name="Text Placeholder 92"/>
          <p:cNvSpPr>
            <a:spLocks noGrp="1"/>
          </p:cNvSpPr>
          <p:nvPr>
            <p:ph type="body" sz="half" idx="19"/>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p>
          <a:p>
            <a:endParaRPr lang="en-US" dirty="0"/>
          </a:p>
        </p:txBody>
      </p:sp>
      <p:sp>
        <p:nvSpPr>
          <p:cNvPr id="94" name="Text Placeholder 93"/>
          <p:cNvSpPr>
            <a:spLocks noGrp="1"/>
          </p:cNvSpPr>
          <p:nvPr>
            <p:ph type="body" sz="half" idx="20"/>
          </p:nvPr>
        </p:nvSpPr>
        <p:spPr/>
        <p:txBody>
          <a:bodyPr/>
          <a:lstStyle/>
          <a:p>
            <a:r>
              <a:rPr lang="en-US"/>
              <a:t>Title Goes Here</a:t>
            </a:r>
            <a:endParaRPr lang="en-US" dirty="0"/>
          </a:p>
        </p:txBody>
      </p:sp>
      <p:sp>
        <p:nvSpPr>
          <p:cNvPr id="95" name="Text Placeholder 94"/>
          <p:cNvSpPr>
            <a:spLocks noGrp="1"/>
          </p:cNvSpPr>
          <p:nvPr>
            <p:ph type="body" sz="half" idx="21"/>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p>
          <a:p>
            <a:endParaRPr lang="en-US" dirty="0"/>
          </a:p>
        </p:txBody>
      </p:sp>
      <p:sp>
        <p:nvSpPr>
          <p:cNvPr id="96" name="Text Placeholder 95"/>
          <p:cNvSpPr>
            <a:spLocks noGrp="1"/>
          </p:cNvSpPr>
          <p:nvPr>
            <p:ph type="body" sz="half" idx="22"/>
          </p:nvPr>
        </p:nvSpPr>
        <p:spPr/>
        <p:txBody>
          <a:bodyPr/>
          <a:lstStyle/>
          <a:p>
            <a:r>
              <a:rPr lang="en-US"/>
              <a:t>Title Goes Here</a:t>
            </a:r>
            <a:endParaRPr lang="en-US" dirty="0"/>
          </a:p>
        </p:txBody>
      </p:sp>
      <p:sp>
        <p:nvSpPr>
          <p:cNvPr id="97" name="Text Placeholder 96"/>
          <p:cNvSpPr>
            <a:spLocks noGrp="1"/>
          </p:cNvSpPr>
          <p:nvPr>
            <p:ph type="body" sz="half" idx="23"/>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p>
          <a:p>
            <a:endParaRPr lang="en-US" dirty="0"/>
          </a:p>
        </p:txBody>
      </p:sp>
      <p:sp>
        <p:nvSpPr>
          <p:cNvPr id="98" name="Text Placeholder 97"/>
          <p:cNvSpPr>
            <a:spLocks noGrp="1"/>
          </p:cNvSpPr>
          <p:nvPr>
            <p:ph type="body" sz="half" idx="24"/>
          </p:nvPr>
        </p:nvSpPr>
        <p:spPr/>
        <p:txBody>
          <a:bodyPr/>
          <a:lstStyle/>
          <a:p>
            <a:r>
              <a:rPr lang="en-US"/>
              <a:t>Title Goes Here</a:t>
            </a:r>
            <a:endParaRPr lang="en-US" dirty="0"/>
          </a:p>
        </p:txBody>
      </p:sp>
      <p:sp>
        <p:nvSpPr>
          <p:cNvPr id="99" name="Text Placeholder 98"/>
          <p:cNvSpPr>
            <a:spLocks noGrp="1"/>
          </p:cNvSpPr>
          <p:nvPr>
            <p:ph type="body" sz="half" idx="25"/>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endParaRPr lang="en-US" dirty="0"/>
          </a:p>
        </p:txBody>
      </p:sp>
      <p:sp>
        <p:nvSpPr>
          <p:cNvPr id="100" name="Text Placeholder 99"/>
          <p:cNvSpPr>
            <a:spLocks noGrp="1"/>
          </p:cNvSpPr>
          <p:nvPr>
            <p:ph type="body" sz="half" idx="26"/>
          </p:nvPr>
        </p:nvSpPr>
        <p:spPr/>
        <p:txBody>
          <a:bodyPr/>
          <a:lstStyle/>
          <a:p>
            <a:r>
              <a:rPr lang="en-US"/>
              <a:t>Title Goes Here</a:t>
            </a:r>
            <a:endParaRPr lang="en-US" dirty="0"/>
          </a:p>
        </p:txBody>
      </p:sp>
    </p:spTree>
  </p:cSld>
  <p:clrMapOvr>
    <a:masterClrMapping/>
  </p:clrMapOvr>
  <p:transition spd="med" advClick="0" advTm="5000">
    <p:push dir="u"/>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Our Advantages </a:t>
            </a:r>
            <a:endParaRPr lang="en-US" dirty="0"/>
          </a:p>
        </p:txBody>
      </p:sp>
      <p:sp>
        <p:nvSpPr>
          <p:cNvPr id="24" name="Text Placeholder 23"/>
          <p:cNvSpPr>
            <a:spLocks noGrp="1"/>
          </p:cNvSpPr>
          <p:nvPr>
            <p:ph type="body" sz="half" idx="2"/>
          </p:nvPr>
        </p:nvSpPr>
        <p:spPr/>
        <p:txBody>
          <a:bodyPr/>
          <a:lstStyle/>
          <a:p>
            <a:r>
              <a:rPr lang="en-US"/>
              <a:t>Our Advantages </a:t>
            </a:r>
            <a:endParaRPr lang="en-US" dirty="0"/>
          </a:p>
        </p:txBody>
      </p:sp>
      <p:sp>
        <p:nvSpPr>
          <p:cNvPr id="19" name="Slide Number Placeholder 18"/>
          <p:cNvSpPr>
            <a:spLocks noGrp="1"/>
          </p:cNvSpPr>
          <p:nvPr>
            <p:ph type="sldNum" sz="quarter" idx="14"/>
          </p:nvPr>
        </p:nvSpPr>
        <p:spPr/>
        <p:txBody>
          <a:bodyPr/>
          <a:lstStyle/>
          <a:p>
            <a:fld id="{C136B7D2-B98C-44FD-8D04-7EC62A564975}" type="slidenum">
              <a:rPr lang="en-US" smtClean="0"/>
              <a:pPr/>
              <a:t>10</a:t>
            </a:fld>
            <a:endParaRPr lang="en-US" dirty="0"/>
          </a:p>
        </p:txBody>
      </p:sp>
      <p:pic>
        <p:nvPicPr>
          <p:cNvPr id="82" name="Picture Placeholder 81" descr="imageHolder.jpg"/>
          <p:cNvPicPr>
            <a:picLocks noGrp="1" noChangeAspect="1"/>
          </p:cNvPicPr>
          <p:nvPr>
            <p:ph type="pic" sz="quarter" idx="16"/>
          </p:nvPr>
        </p:nvPicPr>
        <p:blipFill>
          <a:blip r:embed="rId2" cstate="print"/>
          <a:srcRect l="19478" r="19478"/>
          <a:stretch>
            <a:fillRect/>
          </a:stretch>
        </p:blipFill>
        <p:spPr/>
      </p:pic>
      <p:pic>
        <p:nvPicPr>
          <p:cNvPr id="84" name="Picture Placeholder 83" descr="imageHolder.jpg"/>
          <p:cNvPicPr>
            <a:picLocks noGrp="1" noChangeAspect="1"/>
          </p:cNvPicPr>
          <p:nvPr>
            <p:ph type="pic" sz="quarter" idx="17"/>
          </p:nvPr>
        </p:nvPicPr>
        <p:blipFill>
          <a:blip r:embed="rId2" cstate="print"/>
          <a:srcRect l="19478" r="19478"/>
          <a:stretch>
            <a:fillRect/>
          </a:stretch>
        </p:blipFill>
        <p:spPr/>
      </p:pic>
      <p:pic>
        <p:nvPicPr>
          <p:cNvPr id="83" name="Picture Placeholder 82" descr="imageHolder.jpg"/>
          <p:cNvPicPr>
            <a:picLocks noGrp="1" noChangeAspect="1"/>
          </p:cNvPicPr>
          <p:nvPr>
            <p:ph type="pic" sz="quarter" idx="18"/>
          </p:nvPr>
        </p:nvPicPr>
        <p:blipFill>
          <a:blip r:embed="rId3" cstate="print"/>
          <a:srcRect l="19460" r="19460"/>
          <a:stretch>
            <a:fillRect/>
          </a:stretch>
        </p:blipFill>
        <p:spPr/>
      </p:pic>
      <p:pic>
        <p:nvPicPr>
          <p:cNvPr id="85" name="Picture Placeholder 84" descr="imageHolder.jpg"/>
          <p:cNvPicPr>
            <a:picLocks noGrp="1" noChangeAspect="1"/>
          </p:cNvPicPr>
          <p:nvPr>
            <p:ph type="pic" sz="quarter" idx="19"/>
          </p:nvPr>
        </p:nvPicPr>
        <p:blipFill>
          <a:blip r:embed="rId3" cstate="print"/>
          <a:srcRect l="19460" r="19460"/>
          <a:stretch>
            <a:fillRect/>
          </a:stretch>
        </p:blipFill>
        <p:spPr/>
      </p:pic>
      <p:pic>
        <p:nvPicPr>
          <p:cNvPr id="21" name="Picture Placeholder 20" descr="imageHolder.jpg"/>
          <p:cNvPicPr>
            <a:picLocks noGrp="1" noChangeAspect="1"/>
          </p:cNvPicPr>
          <p:nvPr>
            <p:ph type="pic" sz="quarter" idx="20"/>
          </p:nvPr>
        </p:nvPicPr>
        <p:blipFill>
          <a:blip r:embed="rId4" cstate="print"/>
          <a:srcRect l="19434" r="19434"/>
          <a:stretch>
            <a:fillRect/>
          </a:stretch>
        </p:blipFill>
        <p:spPr/>
      </p:pic>
      <p:sp>
        <p:nvSpPr>
          <p:cNvPr id="93" name="Text Placeholder 92"/>
          <p:cNvSpPr>
            <a:spLocks noGrp="1"/>
          </p:cNvSpPr>
          <p:nvPr>
            <p:ph type="body" sz="half" idx="21"/>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p>
          <a:p>
            <a:endParaRPr lang="en-US" dirty="0"/>
          </a:p>
        </p:txBody>
      </p:sp>
      <p:sp>
        <p:nvSpPr>
          <p:cNvPr id="94" name="Text Placeholder 93"/>
          <p:cNvSpPr>
            <a:spLocks noGrp="1"/>
          </p:cNvSpPr>
          <p:nvPr>
            <p:ph type="body" sz="half" idx="22"/>
          </p:nvPr>
        </p:nvSpPr>
        <p:spPr/>
        <p:txBody>
          <a:bodyPr/>
          <a:lstStyle/>
          <a:p>
            <a:r>
              <a:rPr lang="en-US"/>
              <a:t>Title Goes Here</a:t>
            </a:r>
            <a:endParaRPr lang="en-US" dirty="0"/>
          </a:p>
        </p:txBody>
      </p:sp>
      <p:sp>
        <p:nvSpPr>
          <p:cNvPr id="95" name="Text Placeholder 94"/>
          <p:cNvSpPr>
            <a:spLocks noGrp="1"/>
          </p:cNvSpPr>
          <p:nvPr>
            <p:ph type="body" sz="half" idx="23"/>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p>
          <a:p>
            <a:endParaRPr lang="en-US" dirty="0"/>
          </a:p>
        </p:txBody>
      </p:sp>
      <p:sp>
        <p:nvSpPr>
          <p:cNvPr id="96" name="Text Placeholder 95"/>
          <p:cNvSpPr>
            <a:spLocks noGrp="1"/>
          </p:cNvSpPr>
          <p:nvPr>
            <p:ph type="body" sz="half" idx="24"/>
          </p:nvPr>
        </p:nvSpPr>
        <p:spPr/>
        <p:txBody>
          <a:bodyPr/>
          <a:lstStyle/>
          <a:p>
            <a:r>
              <a:rPr lang="en-US"/>
              <a:t>Title Goes Here</a:t>
            </a:r>
            <a:endParaRPr lang="en-US" dirty="0"/>
          </a:p>
        </p:txBody>
      </p:sp>
      <p:sp>
        <p:nvSpPr>
          <p:cNvPr id="97" name="Text Placeholder 96"/>
          <p:cNvSpPr>
            <a:spLocks noGrp="1"/>
          </p:cNvSpPr>
          <p:nvPr>
            <p:ph type="body" sz="half" idx="25"/>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p>
          <a:p>
            <a:endParaRPr lang="en-US" dirty="0"/>
          </a:p>
        </p:txBody>
      </p:sp>
      <p:sp>
        <p:nvSpPr>
          <p:cNvPr id="98" name="Text Placeholder 97"/>
          <p:cNvSpPr>
            <a:spLocks noGrp="1"/>
          </p:cNvSpPr>
          <p:nvPr>
            <p:ph type="body" sz="half" idx="26"/>
          </p:nvPr>
        </p:nvSpPr>
        <p:spPr/>
        <p:txBody>
          <a:bodyPr/>
          <a:lstStyle/>
          <a:p>
            <a:r>
              <a:rPr lang="en-US"/>
              <a:t>Title Goes Here</a:t>
            </a:r>
            <a:endParaRPr lang="en-US" dirty="0"/>
          </a:p>
        </p:txBody>
      </p:sp>
      <p:sp>
        <p:nvSpPr>
          <p:cNvPr id="99" name="Text Placeholder 98"/>
          <p:cNvSpPr>
            <a:spLocks noGrp="1"/>
          </p:cNvSpPr>
          <p:nvPr>
            <p:ph type="body" sz="half" idx="27"/>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endParaRPr lang="en-US" dirty="0"/>
          </a:p>
        </p:txBody>
      </p:sp>
      <p:sp>
        <p:nvSpPr>
          <p:cNvPr id="100" name="Text Placeholder 99"/>
          <p:cNvSpPr>
            <a:spLocks noGrp="1"/>
          </p:cNvSpPr>
          <p:nvPr>
            <p:ph type="body" sz="half" idx="28"/>
          </p:nvPr>
        </p:nvSpPr>
        <p:spPr/>
        <p:txBody>
          <a:bodyPr/>
          <a:lstStyle/>
          <a:p>
            <a:r>
              <a:rPr lang="en-US"/>
              <a:t>Title Goes Here</a:t>
            </a:r>
            <a:endParaRPr lang="en-US" dirty="0"/>
          </a:p>
        </p:txBody>
      </p:sp>
      <p:sp>
        <p:nvSpPr>
          <p:cNvPr id="18" name="Text Placeholder 17"/>
          <p:cNvSpPr>
            <a:spLocks noGrp="1"/>
          </p:cNvSpPr>
          <p:nvPr>
            <p:ph type="body" sz="half" idx="29"/>
          </p:nvPr>
        </p:nvSpPr>
        <p:spPr/>
        <p:txBody>
          <a:bodyPr/>
          <a:lstStyle/>
          <a:p>
            <a:pPr lvl="0"/>
            <a:r>
              <a:rPr lang="en-US"/>
              <a:t>There are many</a:t>
            </a:r>
            <a:br>
              <a:rPr lang="en-US"/>
            </a:br>
            <a:r>
              <a:rPr lang="en-US"/>
              <a:t> variations of passages of</a:t>
            </a:r>
            <a:br>
              <a:rPr lang="en-US"/>
            </a:br>
            <a:r>
              <a:rPr lang="en-US"/>
              <a:t> lorem ipsum available but</a:t>
            </a:r>
            <a:br>
              <a:rPr lang="en-US"/>
            </a:br>
            <a:r>
              <a:rPr lang="en-US"/>
              <a:t> the majority have</a:t>
            </a:r>
            <a:br>
              <a:rPr lang="en-US"/>
            </a:br>
            <a:r>
              <a:rPr lang="en-US"/>
              <a:t> even slightly</a:t>
            </a:r>
            <a:endParaRPr lang="en-US" dirty="0"/>
          </a:p>
        </p:txBody>
      </p:sp>
      <p:sp>
        <p:nvSpPr>
          <p:cNvPr id="20" name="Text Placeholder 19"/>
          <p:cNvSpPr>
            <a:spLocks noGrp="1"/>
          </p:cNvSpPr>
          <p:nvPr>
            <p:ph type="body" sz="half" idx="30"/>
          </p:nvPr>
        </p:nvSpPr>
        <p:spPr/>
        <p:txBody>
          <a:bodyPr/>
          <a:lstStyle/>
          <a:p>
            <a:r>
              <a:rPr lang="en-US"/>
              <a:t>Title Goes Here</a:t>
            </a:r>
            <a:endParaRPr lang="en-US" dirty="0"/>
          </a:p>
        </p:txBody>
      </p:sp>
    </p:spTree>
  </p:cSld>
  <p:clrMapOvr>
    <a:masterClrMapping/>
  </p:clrMapOvr>
  <p:transition spd="med" advClick="0" advTm="5000">
    <p:push dir="u"/>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Who Are We?</a:t>
            </a:r>
            <a:endParaRPr lang="en-US" dirty="0"/>
          </a:p>
        </p:txBody>
      </p:sp>
      <p:sp>
        <p:nvSpPr>
          <p:cNvPr id="24" name="Text Placeholder 23"/>
          <p:cNvSpPr>
            <a:spLocks noGrp="1"/>
          </p:cNvSpPr>
          <p:nvPr>
            <p:ph type="body" sz="half" idx="2"/>
          </p:nvPr>
        </p:nvSpPr>
        <p:spPr/>
        <p:txBody>
          <a:bodyPr/>
          <a:lstStyle/>
          <a:p>
            <a:r>
              <a:rPr lang="en-US"/>
              <a:t>Who Are We?</a:t>
            </a:r>
            <a:endParaRPr lang="en-US" dirty="0"/>
          </a:p>
        </p:txBody>
      </p:sp>
      <p:sp>
        <p:nvSpPr>
          <p:cNvPr id="19" name="Slide Number Placeholder 18"/>
          <p:cNvSpPr>
            <a:spLocks noGrp="1"/>
          </p:cNvSpPr>
          <p:nvPr>
            <p:ph type="sldNum" sz="quarter" idx="14"/>
          </p:nvPr>
        </p:nvSpPr>
        <p:spPr/>
        <p:txBody>
          <a:bodyPr/>
          <a:lstStyle/>
          <a:p>
            <a:fld id="{C136B7D2-B98C-44FD-8D04-7EC62A564975}" type="slidenum">
              <a:rPr lang="en-US" smtClean="0"/>
              <a:pPr/>
              <a:t>11</a:t>
            </a:fld>
            <a:endParaRPr lang="en-US" dirty="0"/>
          </a:p>
        </p:txBody>
      </p:sp>
      <p:pic>
        <p:nvPicPr>
          <p:cNvPr id="41" name="Picture Placeholder 40" descr="imageHolder.jpg"/>
          <p:cNvPicPr>
            <a:picLocks noGrp="1" noChangeAspect="1"/>
          </p:cNvPicPr>
          <p:nvPr>
            <p:ph type="pic" sz="quarter" idx="15"/>
          </p:nvPr>
        </p:nvPicPr>
        <p:blipFill>
          <a:blip r:embed="rId2" cstate="print"/>
          <a:srcRect t="19911" b="19911"/>
          <a:stretch>
            <a:fillRect/>
          </a:stretch>
        </p:blipFill>
        <p:spPr/>
      </p:pic>
      <p:pic>
        <p:nvPicPr>
          <p:cNvPr id="46" name="Picture Placeholder 45" descr="imageHolder.jpg"/>
          <p:cNvPicPr>
            <a:picLocks noGrp="1" noChangeAspect="1"/>
          </p:cNvPicPr>
          <p:nvPr>
            <p:ph type="pic" sz="quarter" idx="16"/>
          </p:nvPr>
        </p:nvPicPr>
        <p:blipFill>
          <a:blip r:embed="rId3" cstate="print"/>
          <a:srcRect t="19819" b="19819"/>
          <a:stretch>
            <a:fillRect/>
          </a:stretch>
        </p:blipFill>
        <p:spPr/>
      </p:pic>
      <p:grpSp>
        <p:nvGrpSpPr>
          <p:cNvPr id="2" name="Group 1"/>
          <p:cNvGrpSpPr/>
          <p:nvPr/>
        </p:nvGrpSpPr>
        <p:grpSpPr>
          <a:xfrm>
            <a:off x="662239" y="1073968"/>
            <a:ext cx="1785974" cy="1406553"/>
            <a:chOff x="662239" y="1073968"/>
            <a:chExt cx="1785974" cy="1406553"/>
          </a:xfrm>
        </p:grpSpPr>
        <p:sp>
          <p:nvSpPr>
            <p:cNvPr id="26" name="Rectangle 25"/>
            <p:cNvSpPr/>
            <p:nvPr/>
          </p:nvSpPr>
          <p:spPr>
            <a:xfrm>
              <a:off x="662239" y="1133459"/>
              <a:ext cx="1785974" cy="134706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p:cNvSpPr/>
            <p:nvPr/>
          </p:nvSpPr>
          <p:spPr>
            <a:xfrm>
              <a:off x="662239" y="1073968"/>
              <a:ext cx="1785974" cy="1347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3"/>
          <p:cNvGrpSpPr/>
          <p:nvPr/>
        </p:nvGrpSpPr>
        <p:grpSpPr>
          <a:xfrm>
            <a:off x="2604425" y="1073968"/>
            <a:ext cx="1785974" cy="1403811"/>
            <a:chOff x="2604425" y="1073968"/>
            <a:chExt cx="1785974" cy="1403811"/>
          </a:xfrm>
        </p:grpSpPr>
        <p:sp>
          <p:nvSpPr>
            <p:cNvPr id="28" name="Rectangle 27"/>
            <p:cNvSpPr/>
            <p:nvPr/>
          </p:nvSpPr>
          <p:spPr>
            <a:xfrm>
              <a:off x="2604425" y="1130717"/>
              <a:ext cx="1785974" cy="134706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p:cNvSpPr/>
            <p:nvPr/>
          </p:nvSpPr>
          <p:spPr>
            <a:xfrm>
              <a:off x="2604425" y="1073968"/>
              <a:ext cx="1785974" cy="13470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2"/>
          <p:cNvGrpSpPr/>
          <p:nvPr/>
        </p:nvGrpSpPr>
        <p:grpSpPr>
          <a:xfrm>
            <a:off x="662239" y="2571750"/>
            <a:ext cx="1785974" cy="1392470"/>
            <a:chOff x="662239" y="2571750"/>
            <a:chExt cx="1785974" cy="1392470"/>
          </a:xfrm>
        </p:grpSpPr>
        <p:sp>
          <p:nvSpPr>
            <p:cNvPr id="27" name="Rectangle 26"/>
            <p:cNvSpPr/>
            <p:nvPr/>
          </p:nvSpPr>
          <p:spPr>
            <a:xfrm>
              <a:off x="662239" y="2617158"/>
              <a:ext cx="1785974" cy="1347062"/>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p:cNvSpPr/>
            <p:nvPr/>
          </p:nvSpPr>
          <p:spPr>
            <a:xfrm>
              <a:off x="662239" y="2571750"/>
              <a:ext cx="1785974" cy="134706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2604425" y="2571750"/>
            <a:ext cx="1785974" cy="1399980"/>
            <a:chOff x="2604425" y="2571750"/>
            <a:chExt cx="1785974" cy="1399980"/>
          </a:xfrm>
        </p:grpSpPr>
        <p:sp>
          <p:nvSpPr>
            <p:cNvPr id="29" name="Rectangle 28"/>
            <p:cNvSpPr/>
            <p:nvPr/>
          </p:nvSpPr>
          <p:spPr>
            <a:xfrm>
              <a:off x="2604425" y="2624668"/>
              <a:ext cx="1785974" cy="1347062"/>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p:cNvSpPr/>
            <p:nvPr/>
          </p:nvSpPr>
          <p:spPr>
            <a:xfrm>
              <a:off x="2604425" y="2571750"/>
              <a:ext cx="1785974" cy="13470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Freeform 52"/>
          <p:cNvSpPr>
            <a:spLocks noEditPoints="1"/>
          </p:cNvSpPr>
          <p:nvPr/>
        </p:nvSpPr>
        <p:spPr bwMode="auto">
          <a:xfrm>
            <a:off x="3321183" y="2940068"/>
            <a:ext cx="352458" cy="37919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noEditPoints="1"/>
          </p:cNvSpPr>
          <p:nvPr/>
        </p:nvSpPr>
        <p:spPr bwMode="auto">
          <a:xfrm>
            <a:off x="1363197" y="1529573"/>
            <a:ext cx="384058" cy="33058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178"/>
          <p:cNvSpPr>
            <a:spLocks noEditPoints="1"/>
          </p:cNvSpPr>
          <p:nvPr/>
        </p:nvSpPr>
        <p:spPr bwMode="auto">
          <a:xfrm>
            <a:off x="3305384" y="1517731"/>
            <a:ext cx="384057" cy="28925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86"/>
          <p:cNvSpPr>
            <a:spLocks noEditPoints="1"/>
          </p:cNvSpPr>
          <p:nvPr/>
        </p:nvSpPr>
        <p:spPr bwMode="auto">
          <a:xfrm>
            <a:off x="1423721" y="2908405"/>
            <a:ext cx="263010" cy="44252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ooter Text"/>
          <p:cNvSpPr txBox="1"/>
          <p:nvPr/>
        </p:nvSpPr>
        <p:spPr>
          <a:xfrm>
            <a:off x="586980" y="4068723"/>
            <a:ext cx="7970041" cy="461665"/>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 on the internet tend to repeat</a:t>
            </a:r>
          </a:p>
        </p:txBody>
      </p:sp>
      <p:sp>
        <p:nvSpPr>
          <p:cNvPr id="48" name="TextBox 47"/>
          <p:cNvSpPr txBox="1"/>
          <p:nvPr/>
        </p:nvSpPr>
        <p:spPr>
          <a:xfrm>
            <a:off x="783973" y="1925419"/>
            <a:ext cx="1542506" cy="184666"/>
          </a:xfrm>
          <a:prstGeom prst="rect">
            <a:avLst/>
          </a:prstGeom>
          <a:noFill/>
        </p:spPr>
        <p:txBody>
          <a:bodyPr wrap="square" lIns="0" tIns="0" rIns="0" bIns="0" rtlCol="0" anchor="t">
            <a:spAutoFit/>
          </a:bodyPr>
          <a:lstStyle/>
          <a:p>
            <a:pPr algn="ctr"/>
            <a:r>
              <a:rPr lang="en-US" sz="1200" b="1" dirty="0">
                <a:solidFill>
                  <a:schemeClr val="bg1"/>
                </a:solidFill>
              </a:rPr>
              <a:t>Keyword here</a:t>
            </a:r>
          </a:p>
        </p:txBody>
      </p:sp>
      <p:sp>
        <p:nvSpPr>
          <p:cNvPr id="49" name="TextBox 48"/>
          <p:cNvSpPr txBox="1"/>
          <p:nvPr/>
        </p:nvSpPr>
        <p:spPr>
          <a:xfrm>
            <a:off x="2726159" y="1925419"/>
            <a:ext cx="1542506" cy="184666"/>
          </a:xfrm>
          <a:prstGeom prst="rect">
            <a:avLst/>
          </a:prstGeom>
          <a:noFill/>
        </p:spPr>
        <p:txBody>
          <a:bodyPr wrap="square" lIns="0" tIns="0" rIns="0" bIns="0" rtlCol="0" anchor="t">
            <a:spAutoFit/>
          </a:bodyPr>
          <a:lstStyle/>
          <a:p>
            <a:pPr algn="ctr"/>
            <a:r>
              <a:rPr lang="en-US" sz="1200" b="1" dirty="0">
                <a:solidFill>
                  <a:schemeClr val="bg1"/>
                </a:solidFill>
              </a:rPr>
              <a:t>Keyword here</a:t>
            </a:r>
          </a:p>
        </p:txBody>
      </p:sp>
      <p:sp>
        <p:nvSpPr>
          <p:cNvPr id="50" name="TextBox 49"/>
          <p:cNvSpPr txBox="1"/>
          <p:nvPr/>
        </p:nvSpPr>
        <p:spPr>
          <a:xfrm>
            <a:off x="783973" y="3413769"/>
            <a:ext cx="1542506" cy="184666"/>
          </a:xfrm>
          <a:prstGeom prst="rect">
            <a:avLst/>
          </a:prstGeom>
          <a:noFill/>
        </p:spPr>
        <p:txBody>
          <a:bodyPr wrap="square" lIns="0" tIns="0" rIns="0" bIns="0" rtlCol="0" anchor="t">
            <a:spAutoFit/>
          </a:bodyPr>
          <a:lstStyle/>
          <a:p>
            <a:pPr algn="ctr"/>
            <a:r>
              <a:rPr lang="en-US" sz="1200" b="1" dirty="0">
                <a:solidFill>
                  <a:schemeClr val="bg1"/>
                </a:solidFill>
              </a:rPr>
              <a:t>Keyword here</a:t>
            </a:r>
          </a:p>
        </p:txBody>
      </p:sp>
      <p:sp>
        <p:nvSpPr>
          <p:cNvPr id="51" name="TextBox 50"/>
          <p:cNvSpPr txBox="1"/>
          <p:nvPr/>
        </p:nvSpPr>
        <p:spPr>
          <a:xfrm>
            <a:off x="2726159" y="3413769"/>
            <a:ext cx="1542506" cy="184666"/>
          </a:xfrm>
          <a:prstGeom prst="rect">
            <a:avLst/>
          </a:prstGeom>
          <a:noFill/>
        </p:spPr>
        <p:txBody>
          <a:bodyPr wrap="square" lIns="0" tIns="0" rIns="0" bIns="0" rtlCol="0" anchor="t">
            <a:spAutoFit/>
          </a:bodyPr>
          <a:lstStyle/>
          <a:p>
            <a:pPr algn="ctr"/>
            <a:r>
              <a:rPr lang="en-US" sz="1200" b="1" dirty="0">
                <a:solidFill>
                  <a:schemeClr val="bg1"/>
                </a:solidFill>
              </a:rPr>
              <a:t>Keyword here</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outVertical)">
                                      <p:cBhvr>
                                        <p:cTn id="7" dur="500"/>
                                        <p:tgtEl>
                                          <p:spTgt spid="2"/>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p:cTn id="11" dur="500" fill="hold"/>
                                        <p:tgtEl>
                                          <p:spTgt spid="43"/>
                                        </p:tgtEl>
                                        <p:attrNameLst>
                                          <p:attrName>ppt_w</p:attrName>
                                        </p:attrNameLst>
                                      </p:cBhvr>
                                      <p:tavLst>
                                        <p:tav tm="0">
                                          <p:val>
                                            <p:fltVal val="0"/>
                                          </p:val>
                                        </p:tav>
                                        <p:tav tm="100000">
                                          <p:val>
                                            <p:strVal val="#ppt_w"/>
                                          </p:val>
                                        </p:tav>
                                      </p:tavLst>
                                    </p:anim>
                                    <p:anim calcmode="lin" valueType="num">
                                      <p:cBhvr>
                                        <p:cTn id="12" dur="500" fill="hold"/>
                                        <p:tgtEl>
                                          <p:spTgt spid="43"/>
                                        </p:tgtEl>
                                        <p:attrNameLst>
                                          <p:attrName>ppt_h</p:attrName>
                                        </p:attrNameLst>
                                      </p:cBhvr>
                                      <p:tavLst>
                                        <p:tav tm="0">
                                          <p:val>
                                            <p:fltVal val="0"/>
                                          </p:val>
                                        </p:tav>
                                        <p:tav tm="100000">
                                          <p:val>
                                            <p:strVal val="#ppt_h"/>
                                          </p:val>
                                        </p:tav>
                                      </p:tavLst>
                                    </p:anim>
                                    <p:animEffect transition="in" filter="fade">
                                      <p:cBhvr>
                                        <p:cTn id="13" dur="500"/>
                                        <p:tgtEl>
                                          <p:spTgt spid="43"/>
                                        </p:tgtEl>
                                      </p:cBhvr>
                                    </p:animEffect>
                                  </p:childTnLst>
                                </p:cTn>
                              </p:par>
                            </p:childTnLst>
                          </p:cTn>
                        </p:par>
                        <p:par>
                          <p:cTn id="14" fill="hold">
                            <p:stCondLst>
                              <p:cond delay="1000"/>
                            </p:stCondLst>
                            <p:childTnLst>
                              <p:par>
                                <p:cTn id="15" presetID="12" presetClass="entr" presetSubtype="4" fill="hold" grpId="0" nodeType="after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slide(fromBottom)">
                                      <p:cBhvr>
                                        <p:cTn id="17" dur="500"/>
                                        <p:tgtEl>
                                          <p:spTgt spid="48"/>
                                        </p:tgtEl>
                                      </p:cBhvr>
                                    </p:animEffect>
                                  </p:childTnLst>
                                </p:cTn>
                              </p:par>
                            </p:childTnLst>
                          </p:cTn>
                        </p:par>
                        <p:par>
                          <p:cTn id="18" fill="hold">
                            <p:stCondLst>
                              <p:cond delay="1500"/>
                            </p:stCondLst>
                            <p:childTnLst>
                              <p:par>
                                <p:cTn id="19" presetID="16" presetClass="entr" presetSubtype="37"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outVertical)">
                                      <p:cBhvr>
                                        <p:cTn id="21" dur="500"/>
                                        <p:tgtEl>
                                          <p:spTgt spid="3"/>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44"/>
                                        </p:tgtEl>
                                        <p:attrNameLst>
                                          <p:attrName>style.visibility</p:attrName>
                                        </p:attrNameLst>
                                      </p:cBhvr>
                                      <p:to>
                                        <p:strVal val="visible"/>
                                      </p:to>
                                    </p:set>
                                    <p:anim calcmode="lin" valueType="num">
                                      <p:cBhvr>
                                        <p:cTn id="25" dur="500" fill="hold"/>
                                        <p:tgtEl>
                                          <p:spTgt spid="44"/>
                                        </p:tgtEl>
                                        <p:attrNameLst>
                                          <p:attrName>ppt_w</p:attrName>
                                        </p:attrNameLst>
                                      </p:cBhvr>
                                      <p:tavLst>
                                        <p:tav tm="0">
                                          <p:val>
                                            <p:fltVal val="0"/>
                                          </p:val>
                                        </p:tav>
                                        <p:tav tm="100000">
                                          <p:val>
                                            <p:strVal val="#ppt_w"/>
                                          </p:val>
                                        </p:tav>
                                      </p:tavLst>
                                    </p:anim>
                                    <p:anim calcmode="lin" valueType="num">
                                      <p:cBhvr>
                                        <p:cTn id="26" dur="500" fill="hold"/>
                                        <p:tgtEl>
                                          <p:spTgt spid="44"/>
                                        </p:tgtEl>
                                        <p:attrNameLst>
                                          <p:attrName>ppt_h</p:attrName>
                                        </p:attrNameLst>
                                      </p:cBhvr>
                                      <p:tavLst>
                                        <p:tav tm="0">
                                          <p:val>
                                            <p:fltVal val="0"/>
                                          </p:val>
                                        </p:tav>
                                        <p:tav tm="100000">
                                          <p:val>
                                            <p:strVal val="#ppt_h"/>
                                          </p:val>
                                        </p:tav>
                                      </p:tavLst>
                                    </p:anim>
                                    <p:animEffect transition="in" filter="fade">
                                      <p:cBhvr>
                                        <p:cTn id="27" dur="500"/>
                                        <p:tgtEl>
                                          <p:spTgt spid="44"/>
                                        </p:tgtEl>
                                      </p:cBhvr>
                                    </p:animEffect>
                                  </p:childTnLst>
                                </p:cTn>
                              </p:par>
                            </p:childTnLst>
                          </p:cTn>
                        </p:par>
                        <p:par>
                          <p:cTn id="28" fill="hold">
                            <p:stCondLst>
                              <p:cond delay="2500"/>
                            </p:stCondLst>
                            <p:childTnLst>
                              <p:par>
                                <p:cTn id="29" presetID="12" presetClass="entr" presetSubtype="4" fill="hold" grpId="0" nodeType="afterEffect">
                                  <p:stCondLst>
                                    <p:cond delay="0"/>
                                  </p:stCondLst>
                                  <p:childTnLst>
                                    <p:set>
                                      <p:cBhvr>
                                        <p:cTn id="30" dur="1" fill="hold">
                                          <p:stCondLst>
                                            <p:cond delay="0"/>
                                          </p:stCondLst>
                                        </p:cTn>
                                        <p:tgtEl>
                                          <p:spTgt spid="49"/>
                                        </p:tgtEl>
                                        <p:attrNameLst>
                                          <p:attrName>style.visibility</p:attrName>
                                        </p:attrNameLst>
                                      </p:cBhvr>
                                      <p:to>
                                        <p:strVal val="visible"/>
                                      </p:to>
                                    </p:set>
                                    <p:animEffect transition="in" filter="slide(fromBottom)">
                                      <p:cBhvr>
                                        <p:cTn id="31" dur="500"/>
                                        <p:tgtEl>
                                          <p:spTgt spid="49"/>
                                        </p:tgtEl>
                                      </p:cBhvr>
                                    </p:animEffect>
                                  </p:childTnLst>
                                </p:cTn>
                              </p:par>
                            </p:childTnLst>
                          </p:cTn>
                        </p:par>
                        <p:par>
                          <p:cTn id="32" fill="hold">
                            <p:stCondLst>
                              <p:cond delay="3000"/>
                            </p:stCondLst>
                            <p:childTnLst>
                              <p:par>
                                <p:cTn id="33" presetID="16" presetClass="entr" presetSubtype="37"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barn(outVertical)">
                                      <p:cBhvr>
                                        <p:cTn id="35" dur="500"/>
                                        <p:tgtEl>
                                          <p:spTgt spid="4"/>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45"/>
                                        </p:tgtEl>
                                        <p:attrNameLst>
                                          <p:attrName>style.visibility</p:attrName>
                                        </p:attrNameLst>
                                      </p:cBhvr>
                                      <p:to>
                                        <p:strVal val="visible"/>
                                      </p:to>
                                    </p:set>
                                    <p:anim calcmode="lin" valueType="num">
                                      <p:cBhvr>
                                        <p:cTn id="39" dur="500" fill="hold"/>
                                        <p:tgtEl>
                                          <p:spTgt spid="45"/>
                                        </p:tgtEl>
                                        <p:attrNameLst>
                                          <p:attrName>ppt_w</p:attrName>
                                        </p:attrNameLst>
                                      </p:cBhvr>
                                      <p:tavLst>
                                        <p:tav tm="0">
                                          <p:val>
                                            <p:fltVal val="0"/>
                                          </p:val>
                                        </p:tav>
                                        <p:tav tm="100000">
                                          <p:val>
                                            <p:strVal val="#ppt_w"/>
                                          </p:val>
                                        </p:tav>
                                      </p:tavLst>
                                    </p:anim>
                                    <p:anim calcmode="lin" valueType="num">
                                      <p:cBhvr>
                                        <p:cTn id="40" dur="500" fill="hold"/>
                                        <p:tgtEl>
                                          <p:spTgt spid="45"/>
                                        </p:tgtEl>
                                        <p:attrNameLst>
                                          <p:attrName>ppt_h</p:attrName>
                                        </p:attrNameLst>
                                      </p:cBhvr>
                                      <p:tavLst>
                                        <p:tav tm="0">
                                          <p:val>
                                            <p:fltVal val="0"/>
                                          </p:val>
                                        </p:tav>
                                        <p:tav tm="100000">
                                          <p:val>
                                            <p:strVal val="#ppt_h"/>
                                          </p:val>
                                        </p:tav>
                                      </p:tavLst>
                                    </p:anim>
                                    <p:animEffect transition="in" filter="fade">
                                      <p:cBhvr>
                                        <p:cTn id="41" dur="500"/>
                                        <p:tgtEl>
                                          <p:spTgt spid="45"/>
                                        </p:tgtEl>
                                      </p:cBhvr>
                                    </p:animEffect>
                                  </p:childTnLst>
                                </p:cTn>
                              </p:par>
                            </p:childTnLst>
                          </p:cTn>
                        </p:par>
                        <p:par>
                          <p:cTn id="42" fill="hold">
                            <p:stCondLst>
                              <p:cond delay="4000"/>
                            </p:stCondLst>
                            <p:childTnLst>
                              <p:par>
                                <p:cTn id="43" presetID="12" presetClass="entr" presetSubtype="4" fill="hold" grpId="0" nodeType="afterEffect">
                                  <p:stCondLst>
                                    <p:cond delay="0"/>
                                  </p:stCondLst>
                                  <p:childTnLst>
                                    <p:set>
                                      <p:cBhvr>
                                        <p:cTn id="44" dur="1" fill="hold">
                                          <p:stCondLst>
                                            <p:cond delay="0"/>
                                          </p:stCondLst>
                                        </p:cTn>
                                        <p:tgtEl>
                                          <p:spTgt spid="50"/>
                                        </p:tgtEl>
                                        <p:attrNameLst>
                                          <p:attrName>style.visibility</p:attrName>
                                        </p:attrNameLst>
                                      </p:cBhvr>
                                      <p:to>
                                        <p:strVal val="visible"/>
                                      </p:to>
                                    </p:set>
                                    <p:animEffect transition="in" filter="slide(fromBottom)">
                                      <p:cBhvr>
                                        <p:cTn id="45" dur="500"/>
                                        <p:tgtEl>
                                          <p:spTgt spid="50"/>
                                        </p:tgtEl>
                                      </p:cBhvr>
                                    </p:animEffect>
                                  </p:childTnLst>
                                </p:cTn>
                              </p:par>
                            </p:childTnLst>
                          </p:cTn>
                        </p:par>
                        <p:par>
                          <p:cTn id="46" fill="hold">
                            <p:stCondLst>
                              <p:cond delay="4500"/>
                            </p:stCondLst>
                            <p:childTnLst>
                              <p:par>
                                <p:cTn id="47" presetID="16" presetClass="entr" presetSubtype="37" fill="hold" nodeType="afterEffect">
                                  <p:stCondLst>
                                    <p:cond delay="0"/>
                                  </p:stCondLst>
                                  <p:childTnLst>
                                    <p:set>
                                      <p:cBhvr>
                                        <p:cTn id="48" dur="1" fill="hold">
                                          <p:stCondLst>
                                            <p:cond delay="0"/>
                                          </p:stCondLst>
                                        </p:cTn>
                                        <p:tgtEl>
                                          <p:spTgt spid="5"/>
                                        </p:tgtEl>
                                        <p:attrNameLst>
                                          <p:attrName>style.visibility</p:attrName>
                                        </p:attrNameLst>
                                      </p:cBhvr>
                                      <p:to>
                                        <p:strVal val="visible"/>
                                      </p:to>
                                    </p:set>
                                    <p:animEffect transition="in" filter="barn(outVertical)">
                                      <p:cBhvr>
                                        <p:cTn id="49" dur="500"/>
                                        <p:tgtEl>
                                          <p:spTgt spid="5"/>
                                        </p:tgtEl>
                                      </p:cBhvr>
                                    </p:animEffect>
                                  </p:childTnLst>
                                </p:cTn>
                              </p:par>
                            </p:childTnLst>
                          </p:cTn>
                        </p:par>
                        <p:par>
                          <p:cTn id="50" fill="hold">
                            <p:stCondLst>
                              <p:cond delay="5000"/>
                            </p:stCondLst>
                            <p:childTnLst>
                              <p:par>
                                <p:cTn id="51" presetID="53" presetClass="entr" presetSubtype="0" fill="hold" grpId="0" nodeType="afterEffect">
                                  <p:stCondLst>
                                    <p:cond delay="0"/>
                                  </p:stCondLst>
                                  <p:childTnLst>
                                    <p:set>
                                      <p:cBhvr>
                                        <p:cTn id="52" dur="1" fill="hold">
                                          <p:stCondLst>
                                            <p:cond delay="0"/>
                                          </p:stCondLst>
                                        </p:cTn>
                                        <p:tgtEl>
                                          <p:spTgt spid="42"/>
                                        </p:tgtEl>
                                        <p:attrNameLst>
                                          <p:attrName>style.visibility</p:attrName>
                                        </p:attrNameLst>
                                      </p:cBhvr>
                                      <p:to>
                                        <p:strVal val="visible"/>
                                      </p:to>
                                    </p:set>
                                    <p:anim calcmode="lin" valueType="num">
                                      <p:cBhvr>
                                        <p:cTn id="53" dur="500" fill="hold"/>
                                        <p:tgtEl>
                                          <p:spTgt spid="42"/>
                                        </p:tgtEl>
                                        <p:attrNameLst>
                                          <p:attrName>ppt_w</p:attrName>
                                        </p:attrNameLst>
                                      </p:cBhvr>
                                      <p:tavLst>
                                        <p:tav tm="0">
                                          <p:val>
                                            <p:fltVal val="0"/>
                                          </p:val>
                                        </p:tav>
                                        <p:tav tm="100000">
                                          <p:val>
                                            <p:strVal val="#ppt_w"/>
                                          </p:val>
                                        </p:tav>
                                      </p:tavLst>
                                    </p:anim>
                                    <p:anim calcmode="lin" valueType="num">
                                      <p:cBhvr>
                                        <p:cTn id="54" dur="500" fill="hold"/>
                                        <p:tgtEl>
                                          <p:spTgt spid="42"/>
                                        </p:tgtEl>
                                        <p:attrNameLst>
                                          <p:attrName>ppt_h</p:attrName>
                                        </p:attrNameLst>
                                      </p:cBhvr>
                                      <p:tavLst>
                                        <p:tav tm="0">
                                          <p:val>
                                            <p:fltVal val="0"/>
                                          </p:val>
                                        </p:tav>
                                        <p:tav tm="100000">
                                          <p:val>
                                            <p:strVal val="#ppt_h"/>
                                          </p:val>
                                        </p:tav>
                                      </p:tavLst>
                                    </p:anim>
                                    <p:animEffect transition="in" filter="fade">
                                      <p:cBhvr>
                                        <p:cTn id="55" dur="500"/>
                                        <p:tgtEl>
                                          <p:spTgt spid="42"/>
                                        </p:tgtEl>
                                      </p:cBhvr>
                                    </p:animEffect>
                                  </p:childTnLst>
                                </p:cTn>
                              </p:par>
                            </p:childTnLst>
                          </p:cTn>
                        </p:par>
                        <p:par>
                          <p:cTn id="56" fill="hold">
                            <p:stCondLst>
                              <p:cond delay="5500"/>
                            </p:stCondLst>
                            <p:childTnLst>
                              <p:par>
                                <p:cTn id="57" presetID="12" presetClass="entr" presetSubtype="4" fill="hold" grpId="0" nodeType="afterEffect">
                                  <p:stCondLst>
                                    <p:cond delay="0"/>
                                  </p:stCondLst>
                                  <p:childTnLst>
                                    <p:set>
                                      <p:cBhvr>
                                        <p:cTn id="58" dur="1" fill="hold">
                                          <p:stCondLst>
                                            <p:cond delay="0"/>
                                          </p:stCondLst>
                                        </p:cTn>
                                        <p:tgtEl>
                                          <p:spTgt spid="51"/>
                                        </p:tgtEl>
                                        <p:attrNameLst>
                                          <p:attrName>style.visibility</p:attrName>
                                        </p:attrNameLst>
                                      </p:cBhvr>
                                      <p:to>
                                        <p:strVal val="visible"/>
                                      </p:to>
                                    </p:set>
                                    <p:animEffect transition="in" filter="slide(fromBottom)">
                                      <p:cBhvr>
                                        <p:cTn id="59" dur="500"/>
                                        <p:tgtEl>
                                          <p:spTgt spid="51"/>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fade">
                                      <p:cBhvr>
                                        <p:cTn id="6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animBg="1"/>
      <p:bldP spid="47" grpId="0"/>
      <p:bldP spid="48" grpId="0"/>
      <p:bldP spid="49" grpId="0"/>
      <p:bldP spid="50" grpId="0"/>
      <p:bldP spid="51"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Who Are We?</a:t>
            </a:r>
            <a:endParaRPr lang="en-US" dirty="0"/>
          </a:p>
        </p:txBody>
      </p:sp>
      <p:sp>
        <p:nvSpPr>
          <p:cNvPr id="24" name="Text Placeholder 23"/>
          <p:cNvSpPr>
            <a:spLocks noGrp="1"/>
          </p:cNvSpPr>
          <p:nvPr>
            <p:ph type="body" sz="half" idx="2"/>
          </p:nvPr>
        </p:nvSpPr>
        <p:spPr/>
        <p:txBody>
          <a:bodyPr/>
          <a:lstStyle/>
          <a:p>
            <a:r>
              <a:rPr lang="en-US"/>
              <a:t>Who Are We?</a:t>
            </a:r>
            <a:endParaRPr lang="en-US" dirty="0"/>
          </a:p>
        </p:txBody>
      </p:sp>
      <p:sp>
        <p:nvSpPr>
          <p:cNvPr id="19" name="Slide Number Placeholder 18"/>
          <p:cNvSpPr>
            <a:spLocks noGrp="1"/>
          </p:cNvSpPr>
          <p:nvPr>
            <p:ph type="sldNum" sz="quarter" idx="14"/>
          </p:nvPr>
        </p:nvSpPr>
        <p:spPr/>
        <p:txBody>
          <a:bodyPr/>
          <a:lstStyle/>
          <a:p>
            <a:fld id="{C136B7D2-B98C-44FD-8D04-7EC62A564975}" type="slidenum">
              <a:rPr lang="en-US" smtClean="0"/>
              <a:pPr/>
              <a:t>12</a:t>
            </a:fld>
            <a:endParaRPr lang="en-US" dirty="0"/>
          </a:p>
        </p:txBody>
      </p:sp>
      <p:pic>
        <p:nvPicPr>
          <p:cNvPr id="48" name="Picture Placeholder 47" descr="imageHolder.jpg"/>
          <p:cNvPicPr>
            <a:picLocks noGrp="1" noChangeAspect="1"/>
          </p:cNvPicPr>
          <p:nvPr>
            <p:ph type="pic" sz="quarter" idx="15"/>
          </p:nvPr>
        </p:nvPicPr>
        <p:blipFill>
          <a:blip r:embed="rId2" cstate="print"/>
          <a:srcRect l="31872" r="31872"/>
          <a:stretch>
            <a:fillRect/>
          </a:stretch>
        </p:blipFill>
        <p:spPr/>
      </p:pic>
      <p:pic>
        <p:nvPicPr>
          <p:cNvPr id="49" name="Picture Placeholder 48" descr="imageHolder.jpg"/>
          <p:cNvPicPr>
            <a:picLocks noGrp="1" noChangeAspect="1"/>
          </p:cNvPicPr>
          <p:nvPr>
            <p:ph type="pic" sz="quarter" idx="16"/>
          </p:nvPr>
        </p:nvPicPr>
        <p:blipFill>
          <a:blip r:embed="rId3" cstate="print"/>
          <a:srcRect l="12918" r="12918"/>
          <a:stretch>
            <a:fillRect/>
          </a:stretch>
        </p:blipFill>
        <p:spPr/>
      </p:pic>
      <p:pic>
        <p:nvPicPr>
          <p:cNvPr id="51" name="Picture Placeholder 50" descr="imageHolder.jpg"/>
          <p:cNvPicPr>
            <a:picLocks noGrp="1" noChangeAspect="1"/>
          </p:cNvPicPr>
          <p:nvPr>
            <p:ph type="pic" sz="quarter" idx="17"/>
          </p:nvPr>
        </p:nvPicPr>
        <p:blipFill>
          <a:blip r:embed="rId4" cstate="print"/>
          <a:srcRect l="12821" r="12821"/>
          <a:stretch>
            <a:fillRect/>
          </a:stretch>
        </p:blipFill>
        <p:spPr/>
      </p:pic>
      <p:pic>
        <p:nvPicPr>
          <p:cNvPr id="50" name="Picture Placeholder 49" descr="imageHolder.jpg"/>
          <p:cNvPicPr>
            <a:picLocks noGrp="1" noChangeAspect="1"/>
          </p:cNvPicPr>
          <p:nvPr>
            <p:ph type="pic" sz="quarter" idx="18"/>
          </p:nvPr>
        </p:nvPicPr>
        <p:blipFill>
          <a:blip r:embed="rId3" cstate="print"/>
          <a:srcRect l="12929" r="12929"/>
          <a:stretch>
            <a:fillRect/>
          </a:stretch>
        </p:blipFill>
        <p:spPr/>
      </p:pic>
      <p:sp>
        <p:nvSpPr>
          <p:cNvPr id="47" name="Footer Text"/>
          <p:cNvSpPr txBox="1"/>
          <p:nvPr/>
        </p:nvSpPr>
        <p:spPr>
          <a:xfrm>
            <a:off x="586980" y="4068723"/>
            <a:ext cx="7970041" cy="461665"/>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 on the internet tend to repeat</a:t>
            </a:r>
          </a:p>
        </p:txBody>
      </p:sp>
      <p:sp>
        <p:nvSpPr>
          <p:cNvPr id="26" name="TextBox 25"/>
          <p:cNvSpPr txBox="1"/>
          <p:nvPr/>
        </p:nvSpPr>
        <p:spPr>
          <a:xfrm>
            <a:off x="2660489" y="2889524"/>
            <a:ext cx="1785974" cy="954107"/>
          </a:xfrm>
          <a:prstGeom prst="rect">
            <a:avLst/>
          </a:prstGeom>
          <a:noFill/>
        </p:spPr>
        <p:txBody>
          <a:bodyPr wrap="square" rtlCol="0">
            <a:spAutoFit/>
          </a:bodyPr>
          <a:lstStyle/>
          <a:p>
            <a:pPr algn="ctr"/>
            <a:r>
              <a:rPr lang="en-US" sz="1400" b="1" dirty="0">
                <a:solidFill>
                  <a:schemeClr val="bg1"/>
                </a:solidFill>
                <a:latin typeface="+mj-lt"/>
              </a:rPr>
              <a:t>Web Design</a:t>
            </a:r>
          </a:p>
          <a:p>
            <a:pPr algn="ctr" defTabSz="914400">
              <a:spcBef>
                <a:spcPct val="20000"/>
              </a:spcBef>
              <a:defRPr/>
            </a:pPr>
            <a:r>
              <a:rPr lang="en-US" sz="1000" dirty="0">
                <a:solidFill>
                  <a:schemeClr val="bg1"/>
                </a:solidFill>
              </a:rPr>
              <a:t>There are many variations of Lorem Ipsum available the but the majority have suffered  There are many variations</a:t>
            </a:r>
          </a:p>
        </p:txBody>
      </p:sp>
      <p:sp>
        <p:nvSpPr>
          <p:cNvPr id="33" name="TextBox 32"/>
          <p:cNvSpPr txBox="1"/>
          <p:nvPr/>
        </p:nvSpPr>
        <p:spPr>
          <a:xfrm>
            <a:off x="4658482" y="1338906"/>
            <a:ext cx="1785974" cy="954107"/>
          </a:xfrm>
          <a:prstGeom prst="rect">
            <a:avLst/>
          </a:prstGeom>
          <a:noFill/>
        </p:spPr>
        <p:txBody>
          <a:bodyPr wrap="square" rtlCol="0">
            <a:spAutoFit/>
          </a:bodyPr>
          <a:lstStyle/>
          <a:p>
            <a:pPr algn="ctr"/>
            <a:r>
              <a:rPr lang="en-US" sz="1400" b="1" dirty="0">
                <a:solidFill>
                  <a:schemeClr val="bg1"/>
                </a:solidFill>
              </a:rPr>
              <a:t>Mobile Apps</a:t>
            </a:r>
          </a:p>
          <a:p>
            <a:pPr algn="ctr" defTabSz="914400">
              <a:spcBef>
                <a:spcPct val="20000"/>
              </a:spcBef>
              <a:defRPr/>
            </a:pPr>
            <a:r>
              <a:rPr lang="en-US" sz="1000" dirty="0">
                <a:solidFill>
                  <a:schemeClr val="bg1"/>
                </a:solidFill>
              </a:rPr>
              <a:t>There are many variations of Lorem Ipsum available the but the majority have suffered  There are  many variations</a:t>
            </a:r>
          </a:p>
        </p:txBody>
      </p:sp>
      <p:sp>
        <p:nvSpPr>
          <p:cNvPr id="34" name="TextBox 33"/>
          <p:cNvSpPr txBox="1"/>
          <p:nvPr/>
        </p:nvSpPr>
        <p:spPr>
          <a:xfrm>
            <a:off x="6694047" y="2853476"/>
            <a:ext cx="1785974" cy="954107"/>
          </a:xfrm>
          <a:prstGeom prst="rect">
            <a:avLst/>
          </a:prstGeom>
          <a:noFill/>
        </p:spPr>
        <p:txBody>
          <a:bodyPr wrap="square" rtlCol="0">
            <a:spAutoFit/>
          </a:bodyPr>
          <a:lstStyle/>
          <a:p>
            <a:pPr algn="ctr"/>
            <a:r>
              <a:rPr lang="en-US" sz="1400" b="1" dirty="0">
                <a:solidFill>
                  <a:schemeClr val="bg1"/>
                </a:solidFill>
              </a:rPr>
              <a:t>Data Analysis</a:t>
            </a:r>
          </a:p>
          <a:p>
            <a:pPr algn="ctr" defTabSz="914400">
              <a:spcBef>
                <a:spcPct val="20000"/>
              </a:spcBef>
              <a:defRPr/>
            </a:pPr>
            <a:r>
              <a:rPr lang="en-US" sz="1000" dirty="0">
                <a:solidFill>
                  <a:schemeClr val="bg1"/>
                </a:solidFill>
              </a:rPr>
              <a:t>There are many variations of Lorem Ipsum available the but the majority have suffered  There are  many variations</a:t>
            </a:r>
          </a:p>
        </p:txBody>
      </p:sp>
    </p:spTree>
    <p:extLst>
      <p:ext uri="{BB962C8B-B14F-4D97-AF65-F5344CB8AC3E}">
        <p14:creationId xmlns:p14="http://schemas.microsoft.com/office/powerpoint/2010/main" val="890746497"/>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fade">
                                      <p:cBhvr>
                                        <p:cTn id="11" dur="500"/>
                                        <p:tgtEl>
                                          <p:spTgt spid="3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26" grpId="0"/>
      <p:bldP spid="33" grpId="0"/>
      <p:bldP spid="3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Picture Placeholder 88" descr="imageHolder.jpg"/>
          <p:cNvPicPr>
            <a:picLocks noGrp="1" noChangeAspect="1"/>
          </p:cNvPicPr>
          <p:nvPr>
            <p:ph type="pic" sz="quarter" idx="15"/>
          </p:nvPr>
        </p:nvPicPr>
        <p:blipFill>
          <a:blip r:embed="rId3"/>
          <a:srcRect l="25646" r="25646"/>
          <a:stretch>
            <a:fillRect/>
          </a:stretch>
        </p:blipFill>
        <p:spPr/>
      </p:pic>
      <p:grpSp>
        <p:nvGrpSpPr>
          <p:cNvPr id="2" name="Group 61"/>
          <p:cNvGrpSpPr/>
          <p:nvPr/>
        </p:nvGrpSpPr>
        <p:grpSpPr>
          <a:xfrm>
            <a:off x="4195584" y="3795536"/>
            <a:ext cx="986016" cy="986014"/>
            <a:chOff x="4725867" y="2741055"/>
            <a:chExt cx="1027744" cy="1027742"/>
          </a:xfrm>
        </p:grpSpPr>
        <p:sp>
          <p:nvSpPr>
            <p:cNvPr id="40" name="Sev04"/>
            <p:cNvSpPr/>
            <p:nvPr/>
          </p:nvSpPr>
          <p:spPr>
            <a:xfrm>
              <a:off x="4725867" y="2741055"/>
              <a:ext cx="1027744" cy="1027742"/>
            </a:xfrm>
            <a:prstGeom prst="rect">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42" name="Freeform 52"/>
            <p:cNvSpPr>
              <a:spLocks noEditPoints="1"/>
            </p:cNvSpPr>
            <p:nvPr/>
          </p:nvSpPr>
          <p:spPr bwMode="auto">
            <a:xfrm>
              <a:off x="5008142" y="3005760"/>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52"/>
          <p:cNvGrpSpPr/>
          <p:nvPr/>
        </p:nvGrpSpPr>
        <p:grpSpPr>
          <a:xfrm>
            <a:off x="4195584" y="362439"/>
            <a:ext cx="986016" cy="986014"/>
            <a:chOff x="654724" y="2741055"/>
            <a:chExt cx="1027744" cy="1027742"/>
          </a:xfrm>
        </p:grpSpPr>
        <p:sp>
          <p:nvSpPr>
            <p:cNvPr id="43" name="Sev01"/>
            <p:cNvSpPr/>
            <p:nvPr/>
          </p:nvSpPr>
          <p:spPr>
            <a:xfrm>
              <a:off x="654724" y="2741055"/>
              <a:ext cx="1027744" cy="1027742"/>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44" name="Freeform 43"/>
            <p:cNvSpPr>
              <a:spLocks noEditPoints="1"/>
            </p:cNvSpPr>
            <p:nvPr/>
          </p:nvSpPr>
          <p:spPr bwMode="auto">
            <a:xfrm>
              <a:off x="916235" y="3037704"/>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58"/>
          <p:cNvGrpSpPr/>
          <p:nvPr/>
        </p:nvGrpSpPr>
        <p:grpSpPr>
          <a:xfrm>
            <a:off x="4195584" y="2651171"/>
            <a:ext cx="986016" cy="986014"/>
            <a:chOff x="3386706" y="2741055"/>
            <a:chExt cx="1027744" cy="1027742"/>
          </a:xfrm>
        </p:grpSpPr>
        <p:sp>
          <p:nvSpPr>
            <p:cNvPr id="45" name="Sev03"/>
            <p:cNvSpPr/>
            <p:nvPr/>
          </p:nvSpPr>
          <p:spPr>
            <a:xfrm>
              <a:off x="3386706" y="2741055"/>
              <a:ext cx="1027744" cy="1027742"/>
            </a:xfrm>
            <a:prstGeom prst="rect">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46" name="Freeform 178"/>
            <p:cNvSpPr>
              <a:spLocks noEditPoints="1"/>
            </p:cNvSpPr>
            <p:nvPr/>
          </p:nvSpPr>
          <p:spPr bwMode="auto">
            <a:xfrm>
              <a:off x="3648217" y="3064856"/>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55"/>
          <p:cNvGrpSpPr/>
          <p:nvPr/>
        </p:nvGrpSpPr>
        <p:grpSpPr>
          <a:xfrm>
            <a:off x="4195584" y="1506805"/>
            <a:ext cx="986016" cy="986014"/>
            <a:chOff x="2047545" y="2741055"/>
            <a:chExt cx="1027744" cy="1027742"/>
          </a:xfrm>
        </p:grpSpPr>
        <p:sp>
          <p:nvSpPr>
            <p:cNvPr id="47" name="Sev02"/>
            <p:cNvSpPr/>
            <p:nvPr/>
          </p:nvSpPr>
          <p:spPr>
            <a:xfrm>
              <a:off x="2047545" y="2741055"/>
              <a:ext cx="1027744" cy="1027742"/>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48" name="Freeform 86"/>
            <p:cNvSpPr>
              <a:spLocks noEditPoints="1"/>
            </p:cNvSpPr>
            <p:nvPr/>
          </p:nvSpPr>
          <p:spPr bwMode="auto">
            <a:xfrm>
              <a:off x="2388595" y="2964149"/>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Freeform 46"/>
          <p:cNvSpPr>
            <a:spLocks noEditPoints="1"/>
          </p:cNvSpPr>
          <p:nvPr/>
        </p:nvSpPr>
        <p:spPr bwMode="auto">
          <a:xfrm>
            <a:off x="450432" y="1456066"/>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46"/>
          <p:cNvSpPr>
            <a:spLocks noEditPoints="1"/>
          </p:cNvSpPr>
          <p:nvPr/>
        </p:nvSpPr>
        <p:spPr bwMode="auto">
          <a:xfrm>
            <a:off x="450432" y="2189482"/>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46"/>
          <p:cNvSpPr>
            <a:spLocks noEditPoints="1"/>
          </p:cNvSpPr>
          <p:nvPr/>
        </p:nvSpPr>
        <p:spPr bwMode="auto">
          <a:xfrm>
            <a:off x="450432" y="2913468"/>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46"/>
          <p:cNvSpPr>
            <a:spLocks noEditPoints="1"/>
          </p:cNvSpPr>
          <p:nvPr/>
        </p:nvSpPr>
        <p:spPr bwMode="auto">
          <a:xfrm>
            <a:off x="450432" y="3637455"/>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30"/>
          <p:cNvGrpSpPr/>
          <p:nvPr/>
        </p:nvGrpSpPr>
        <p:grpSpPr>
          <a:xfrm>
            <a:off x="1060032" y="1457972"/>
            <a:ext cx="3048000" cy="493074"/>
            <a:chOff x="1270277" y="1233504"/>
            <a:chExt cx="3048000" cy="493074"/>
          </a:xfrm>
        </p:grpSpPr>
        <p:sp>
          <p:nvSpPr>
            <p:cNvPr id="76"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77"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7" name="Group 30"/>
          <p:cNvGrpSpPr/>
          <p:nvPr/>
        </p:nvGrpSpPr>
        <p:grpSpPr>
          <a:xfrm>
            <a:off x="1060032" y="2191388"/>
            <a:ext cx="3048000" cy="493074"/>
            <a:chOff x="1270277" y="1233504"/>
            <a:chExt cx="3048000" cy="493074"/>
          </a:xfrm>
        </p:grpSpPr>
        <p:sp>
          <p:nvSpPr>
            <p:cNvPr id="79"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2"/>
                  </a:solidFill>
                  <a:effectLst/>
                  <a:uLnTx/>
                  <a:uFillTx/>
                  <a:latin typeface="+mj-lt"/>
                  <a:ea typeface="+mn-ea"/>
                  <a:cs typeface="+mn-cs"/>
                </a:rPr>
                <a:t>Number One</a:t>
              </a:r>
            </a:p>
          </p:txBody>
        </p:sp>
        <p:sp>
          <p:nvSpPr>
            <p:cNvPr id="80"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8" name="Group 30"/>
          <p:cNvGrpSpPr/>
          <p:nvPr/>
        </p:nvGrpSpPr>
        <p:grpSpPr>
          <a:xfrm>
            <a:off x="1060032" y="2915374"/>
            <a:ext cx="3048000" cy="493074"/>
            <a:chOff x="1270277" y="1233504"/>
            <a:chExt cx="3048000" cy="493074"/>
          </a:xfrm>
        </p:grpSpPr>
        <p:sp>
          <p:nvSpPr>
            <p:cNvPr id="82"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3"/>
                  </a:solidFill>
                  <a:effectLst/>
                  <a:uLnTx/>
                  <a:uFillTx/>
                  <a:latin typeface="+mj-lt"/>
                  <a:ea typeface="+mn-ea"/>
                  <a:cs typeface="+mn-cs"/>
                </a:rPr>
                <a:t>Number One</a:t>
              </a:r>
            </a:p>
          </p:txBody>
        </p:sp>
        <p:sp>
          <p:nvSpPr>
            <p:cNvPr id="83"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9" name="Group 30"/>
          <p:cNvGrpSpPr/>
          <p:nvPr/>
        </p:nvGrpSpPr>
        <p:grpSpPr>
          <a:xfrm>
            <a:off x="1060032" y="3639361"/>
            <a:ext cx="3048000" cy="493074"/>
            <a:chOff x="1270277" y="1233504"/>
            <a:chExt cx="3048000" cy="493074"/>
          </a:xfrm>
        </p:grpSpPr>
        <p:sp>
          <p:nvSpPr>
            <p:cNvPr id="85"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4"/>
                  </a:solidFill>
                  <a:effectLst/>
                  <a:uLnTx/>
                  <a:uFillTx/>
                  <a:latin typeface="+mj-lt"/>
                  <a:ea typeface="+mn-ea"/>
                  <a:cs typeface="+mn-cs"/>
                </a:rPr>
                <a:t>Number One</a:t>
              </a:r>
            </a:p>
          </p:txBody>
        </p:sp>
        <p:sp>
          <p:nvSpPr>
            <p:cNvPr id="86"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87" name="TextBox 86"/>
          <p:cNvSpPr txBox="1"/>
          <p:nvPr/>
        </p:nvSpPr>
        <p:spPr>
          <a:xfrm>
            <a:off x="450432" y="998859"/>
            <a:ext cx="1836874" cy="307777"/>
          </a:xfrm>
          <a:prstGeom prst="rect">
            <a:avLst/>
          </a:prstGeom>
          <a:noFill/>
        </p:spPr>
        <p:txBody>
          <a:bodyPr wrap="square" rtlCol="0">
            <a:spAutoFit/>
          </a:bodyPr>
          <a:lstStyle/>
          <a:p>
            <a:r>
              <a:rPr lang="en-US" sz="1400" b="1" dirty="0">
                <a:solidFill>
                  <a:schemeClr val="tx2">
                    <a:lumMod val="75000"/>
                    <a:lumOff val="25000"/>
                  </a:schemeClr>
                </a:solidFill>
              </a:rPr>
              <a:t>OUR ADVANTAGES</a:t>
            </a:r>
            <a:endParaRPr lang="en-US" sz="1000" dirty="0">
              <a:solidFill>
                <a:schemeClr val="tx1">
                  <a:lumMod val="65000"/>
                  <a:lumOff val="35000"/>
                </a:schemeClr>
              </a:solidFill>
            </a:endParaRP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childTnLst>
                          </p:cTn>
                        </p:par>
                        <p:par>
                          <p:cTn id="28" fill="hold">
                            <p:stCondLst>
                              <p:cond delay="2000"/>
                            </p:stCondLst>
                            <p:childTnLst>
                              <p:par>
                                <p:cTn id="29" presetID="22" presetClass="entr" presetSubtype="8" fill="hold" grpId="0" nodeType="afterEffect">
                                  <p:stCondLst>
                                    <p:cond delay="0"/>
                                  </p:stCondLst>
                                  <p:childTnLst>
                                    <p:set>
                                      <p:cBhvr>
                                        <p:cTn id="30" dur="1" fill="hold">
                                          <p:stCondLst>
                                            <p:cond delay="0"/>
                                          </p:stCondLst>
                                        </p:cTn>
                                        <p:tgtEl>
                                          <p:spTgt spid="87"/>
                                        </p:tgtEl>
                                        <p:attrNameLst>
                                          <p:attrName>style.visibility</p:attrName>
                                        </p:attrNameLst>
                                      </p:cBhvr>
                                      <p:to>
                                        <p:strVal val="visible"/>
                                      </p:to>
                                    </p:set>
                                    <p:animEffect transition="in" filter="wipe(left)">
                                      <p:cBhvr>
                                        <p:cTn id="31" dur="500"/>
                                        <p:tgtEl>
                                          <p:spTgt spid="87"/>
                                        </p:tgtEl>
                                      </p:cBhvr>
                                    </p:animEffect>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71"/>
                                        </p:tgtEl>
                                        <p:attrNameLst>
                                          <p:attrName>style.visibility</p:attrName>
                                        </p:attrNameLst>
                                      </p:cBhvr>
                                      <p:to>
                                        <p:strVal val="visible"/>
                                      </p:to>
                                    </p:set>
                                    <p:anim calcmode="lin" valueType="num">
                                      <p:cBhvr>
                                        <p:cTn id="35" dur="500" fill="hold"/>
                                        <p:tgtEl>
                                          <p:spTgt spid="71"/>
                                        </p:tgtEl>
                                        <p:attrNameLst>
                                          <p:attrName>ppt_w</p:attrName>
                                        </p:attrNameLst>
                                      </p:cBhvr>
                                      <p:tavLst>
                                        <p:tav tm="0">
                                          <p:val>
                                            <p:fltVal val="0"/>
                                          </p:val>
                                        </p:tav>
                                        <p:tav tm="100000">
                                          <p:val>
                                            <p:strVal val="#ppt_w"/>
                                          </p:val>
                                        </p:tav>
                                      </p:tavLst>
                                    </p:anim>
                                    <p:anim calcmode="lin" valueType="num">
                                      <p:cBhvr>
                                        <p:cTn id="36" dur="500" fill="hold"/>
                                        <p:tgtEl>
                                          <p:spTgt spid="71"/>
                                        </p:tgtEl>
                                        <p:attrNameLst>
                                          <p:attrName>ppt_h</p:attrName>
                                        </p:attrNameLst>
                                      </p:cBhvr>
                                      <p:tavLst>
                                        <p:tav tm="0">
                                          <p:val>
                                            <p:fltVal val="0"/>
                                          </p:val>
                                        </p:tav>
                                        <p:tav tm="100000">
                                          <p:val>
                                            <p:strVal val="#ppt_h"/>
                                          </p:val>
                                        </p:tav>
                                      </p:tavLst>
                                    </p:anim>
                                    <p:animEffect transition="in" filter="fade">
                                      <p:cBhvr>
                                        <p:cTn id="37" dur="500"/>
                                        <p:tgtEl>
                                          <p:spTgt spid="71"/>
                                        </p:tgtEl>
                                      </p:cBhvr>
                                    </p:animEffect>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72"/>
                                        </p:tgtEl>
                                        <p:attrNameLst>
                                          <p:attrName>style.visibility</p:attrName>
                                        </p:attrNameLst>
                                      </p:cBhvr>
                                      <p:to>
                                        <p:strVal val="visible"/>
                                      </p:to>
                                    </p:set>
                                    <p:anim calcmode="lin" valueType="num">
                                      <p:cBhvr>
                                        <p:cTn id="45" dur="500" fill="hold"/>
                                        <p:tgtEl>
                                          <p:spTgt spid="72"/>
                                        </p:tgtEl>
                                        <p:attrNameLst>
                                          <p:attrName>ppt_w</p:attrName>
                                        </p:attrNameLst>
                                      </p:cBhvr>
                                      <p:tavLst>
                                        <p:tav tm="0">
                                          <p:val>
                                            <p:fltVal val="0"/>
                                          </p:val>
                                        </p:tav>
                                        <p:tav tm="100000">
                                          <p:val>
                                            <p:strVal val="#ppt_w"/>
                                          </p:val>
                                        </p:tav>
                                      </p:tavLst>
                                    </p:anim>
                                    <p:anim calcmode="lin" valueType="num">
                                      <p:cBhvr>
                                        <p:cTn id="46" dur="500" fill="hold"/>
                                        <p:tgtEl>
                                          <p:spTgt spid="72"/>
                                        </p:tgtEl>
                                        <p:attrNameLst>
                                          <p:attrName>ppt_h</p:attrName>
                                        </p:attrNameLst>
                                      </p:cBhvr>
                                      <p:tavLst>
                                        <p:tav tm="0">
                                          <p:val>
                                            <p:fltVal val="0"/>
                                          </p:val>
                                        </p:tav>
                                        <p:tav tm="100000">
                                          <p:val>
                                            <p:strVal val="#ppt_h"/>
                                          </p:val>
                                        </p:tav>
                                      </p:tavLst>
                                    </p:anim>
                                    <p:animEffect transition="in" filter="fade">
                                      <p:cBhvr>
                                        <p:cTn id="47" dur="500"/>
                                        <p:tgtEl>
                                          <p:spTgt spid="72"/>
                                        </p:tgtEl>
                                      </p:cBhvr>
                                    </p:animEffect>
                                  </p:childTnLst>
                                </p:cTn>
                              </p:par>
                            </p:childTnLst>
                          </p:cTn>
                        </p:par>
                        <p:par>
                          <p:cTn id="48" fill="hold">
                            <p:stCondLst>
                              <p:cond delay="4000"/>
                            </p:stCondLst>
                            <p:childTnLst>
                              <p:par>
                                <p:cTn id="49" presetID="22" presetClass="entr" presetSubtype="8" fill="hold" nodeType="after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wipe(left)">
                                      <p:cBhvr>
                                        <p:cTn id="51" dur="500"/>
                                        <p:tgtEl>
                                          <p:spTgt spid="7"/>
                                        </p:tgtEl>
                                      </p:cBhvr>
                                    </p:animEffect>
                                  </p:childTnLst>
                                </p:cTn>
                              </p:par>
                            </p:childTnLst>
                          </p:cTn>
                        </p:par>
                        <p:par>
                          <p:cTn id="52" fill="hold">
                            <p:stCondLst>
                              <p:cond delay="4500"/>
                            </p:stCondLst>
                            <p:childTnLst>
                              <p:par>
                                <p:cTn id="53" presetID="53" presetClass="entr" presetSubtype="0" fill="hold" grpId="0" nodeType="afterEffect">
                                  <p:stCondLst>
                                    <p:cond delay="0"/>
                                  </p:stCondLst>
                                  <p:childTnLst>
                                    <p:set>
                                      <p:cBhvr>
                                        <p:cTn id="54" dur="1" fill="hold">
                                          <p:stCondLst>
                                            <p:cond delay="0"/>
                                          </p:stCondLst>
                                        </p:cTn>
                                        <p:tgtEl>
                                          <p:spTgt spid="73"/>
                                        </p:tgtEl>
                                        <p:attrNameLst>
                                          <p:attrName>style.visibility</p:attrName>
                                        </p:attrNameLst>
                                      </p:cBhvr>
                                      <p:to>
                                        <p:strVal val="visible"/>
                                      </p:to>
                                    </p:set>
                                    <p:anim calcmode="lin" valueType="num">
                                      <p:cBhvr>
                                        <p:cTn id="55" dur="500" fill="hold"/>
                                        <p:tgtEl>
                                          <p:spTgt spid="73"/>
                                        </p:tgtEl>
                                        <p:attrNameLst>
                                          <p:attrName>ppt_w</p:attrName>
                                        </p:attrNameLst>
                                      </p:cBhvr>
                                      <p:tavLst>
                                        <p:tav tm="0">
                                          <p:val>
                                            <p:fltVal val="0"/>
                                          </p:val>
                                        </p:tav>
                                        <p:tav tm="100000">
                                          <p:val>
                                            <p:strVal val="#ppt_w"/>
                                          </p:val>
                                        </p:tav>
                                      </p:tavLst>
                                    </p:anim>
                                    <p:anim calcmode="lin" valueType="num">
                                      <p:cBhvr>
                                        <p:cTn id="56" dur="500" fill="hold"/>
                                        <p:tgtEl>
                                          <p:spTgt spid="73"/>
                                        </p:tgtEl>
                                        <p:attrNameLst>
                                          <p:attrName>ppt_h</p:attrName>
                                        </p:attrNameLst>
                                      </p:cBhvr>
                                      <p:tavLst>
                                        <p:tav tm="0">
                                          <p:val>
                                            <p:fltVal val="0"/>
                                          </p:val>
                                        </p:tav>
                                        <p:tav tm="100000">
                                          <p:val>
                                            <p:strVal val="#ppt_h"/>
                                          </p:val>
                                        </p:tav>
                                      </p:tavLst>
                                    </p:anim>
                                    <p:animEffect transition="in" filter="fade">
                                      <p:cBhvr>
                                        <p:cTn id="57" dur="500"/>
                                        <p:tgtEl>
                                          <p:spTgt spid="73"/>
                                        </p:tgtEl>
                                      </p:cBhvr>
                                    </p:animEffect>
                                  </p:childTnLst>
                                </p:cTn>
                              </p:par>
                            </p:childTnLst>
                          </p:cTn>
                        </p:par>
                        <p:par>
                          <p:cTn id="58" fill="hold">
                            <p:stCondLst>
                              <p:cond delay="5000"/>
                            </p:stCondLst>
                            <p:childTnLst>
                              <p:par>
                                <p:cTn id="59" presetID="22" presetClass="entr" presetSubtype="8" fill="hold" nodeType="after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wipe(left)">
                                      <p:cBhvr>
                                        <p:cTn id="61" dur="500"/>
                                        <p:tgtEl>
                                          <p:spTgt spid="8"/>
                                        </p:tgtEl>
                                      </p:cBhvr>
                                    </p:animEffect>
                                  </p:childTnLst>
                                </p:cTn>
                              </p:par>
                            </p:childTnLst>
                          </p:cTn>
                        </p:par>
                        <p:par>
                          <p:cTn id="62" fill="hold">
                            <p:stCondLst>
                              <p:cond delay="5500"/>
                            </p:stCondLst>
                            <p:childTnLst>
                              <p:par>
                                <p:cTn id="63" presetID="53" presetClass="entr" presetSubtype="0" fill="hold" grpId="0" nodeType="afterEffect">
                                  <p:stCondLst>
                                    <p:cond delay="0"/>
                                  </p:stCondLst>
                                  <p:childTnLst>
                                    <p:set>
                                      <p:cBhvr>
                                        <p:cTn id="64" dur="1" fill="hold">
                                          <p:stCondLst>
                                            <p:cond delay="0"/>
                                          </p:stCondLst>
                                        </p:cTn>
                                        <p:tgtEl>
                                          <p:spTgt spid="74"/>
                                        </p:tgtEl>
                                        <p:attrNameLst>
                                          <p:attrName>style.visibility</p:attrName>
                                        </p:attrNameLst>
                                      </p:cBhvr>
                                      <p:to>
                                        <p:strVal val="visible"/>
                                      </p:to>
                                    </p:set>
                                    <p:anim calcmode="lin" valueType="num">
                                      <p:cBhvr>
                                        <p:cTn id="65" dur="500" fill="hold"/>
                                        <p:tgtEl>
                                          <p:spTgt spid="74"/>
                                        </p:tgtEl>
                                        <p:attrNameLst>
                                          <p:attrName>ppt_w</p:attrName>
                                        </p:attrNameLst>
                                      </p:cBhvr>
                                      <p:tavLst>
                                        <p:tav tm="0">
                                          <p:val>
                                            <p:fltVal val="0"/>
                                          </p:val>
                                        </p:tav>
                                        <p:tav tm="100000">
                                          <p:val>
                                            <p:strVal val="#ppt_w"/>
                                          </p:val>
                                        </p:tav>
                                      </p:tavLst>
                                    </p:anim>
                                    <p:anim calcmode="lin" valueType="num">
                                      <p:cBhvr>
                                        <p:cTn id="66" dur="500" fill="hold"/>
                                        <p:tgtEl>
                                          <p:spTgt spid="74"/>
                                        </p:tgtEl>
                                        <p:attrNameLst>
                                          <p:attrName>ppt_h</p:attrName>
                                        </p:attrNameLst>
                                      </p:cBhvr>
                                      <p:tavLst>
                                        <p:tav tm="0">
                                          <p:val>
                                            <p:fltVal val="0"/>
                                          </p:val>
                                        </p:tav>
                                        <p:tav tm="100000">
                                          <p:val>
                                            <p:strVal val="#ppt_h"/>
                                          </p:val>
                                        </p:tav>
                                      </p:tavLst>
                                    </p:anim>
                                    <p:animEffect transition="in" filter="fade">
                                      <p:cBhvr>
                                        <p:cTn id="67" dur="500"/>
                                        <p:tgtEl>
                                          <p:spTgt spid="74"/>
                                        </p:tgtEl>
                                      </p:cBhvr>
                                    </p:animEffect>
                                  </p:childTnLst>
                                </p:cTn>
                              </p:par>
                            </p:childTnLst>
                          </p:cTn>
                        </p:par>
                        <p:par>
                          <p:cTn id="68" fill="hold">
                            <p:stCondLst>
                              <p:cond delay="6000"/>
                            </p:stCondLst>
                            <p:childTnLst>
                              <p:par>
                                <p:cTn id="69" presetID="22" presetClass="entr" presetSubtype="8" fill="hold" nodeType="after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wipe(left)">
                                      <p:cBhvr>
                                        <p:cTn id="7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4" grpId="0" animBg="1"/>
      <p:bldP spid="8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Slide Number Placeholder 47"/>
          <p:cNvSpPr>
            <a:spLocks noGrp="1"/>
          </p:cNvSpPr>
          <p:nvPr>
            <p:ph type="sldNum" sz="quarter" idx="12"/>
          </p:nvPr>
        </p:nvSpPr>
        <p:spPr/>
        <p:txBody>
          <a:bodyPr/>
          <a:lstStyle/>
          <a:p>
            <a:fld id="{C136B7D2-B98C-44FD-8D04-7EC62A564975}" type="slidenum">
              <a:rPr lang="en-US" smtClean="0"/>
              <a:pPr/>
              <a:t>14</a:t>
            </a:fld>
            <a:endParaRPr lang="en-US" dirty="0"/>
          </a:p>
        </p:txBody>
      </p:sp>
      <p:pic>
        <p:nvPicPr>
          <p:cNvPr id="110" name="Picture Placeholder 109" descr="imageHolder.jpg"/>
          <p:cNvPicPr>
            <a:picLocks noGrp="1" noChangeAspect="1"/>
          </p:cNvPicPr>
          <p:nvPr>
            <p:ph type="pic" sz="quarter" idx="4294967295"/>
          </p:nvPr>
        </p:nvPicPr>
        <p:blipFill>
          <a:blip r:embed="rId3"/>
          <a:srcRect l="25646" r="25646"/>
          <a:stretch>
            <a:fillRect/>
          </a:stretch>
        </p:blipFill>
        <p:spPr>
          <a:xfrm>
            <a:off x="0" y="0"/>
            <a:ext cx="4456113" cy="5143500"/>
          </a:xfrm>
          <a:prstGeom prst="rect">
            <a:avLst/>
          </a:prstGeom>
        </p:spPr>
      </p:pic>
      <p:sp>
        <p:nvSpPr>
          <p:cNvPr id="40" name="Sev04"/>
          <p:cNvSpPr/>
          <p:nvPr/>
        </p:nvSpPr>
        <p:spPr>
          <a:xfrm>
            <a:off x="3954284" y="3795536"/>
            <a:ext cx="986016" cy="986014"/>
          </a:xfrm>
          <a:prstGeom prst="rect">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bg1"/>
                </a:solidFill>
                <a:latin typeface="FontAwesome" pitchFamily="2" charset="0"/>
              </a:rPr>
              <a:t>04</a:t>
            </a:r>
          </a:p>
        </p:txBody>
      </p:sp>
      <p:sp>
        <p:nvSpPr>
          <p:cNvPr id="43" name="Sev01"/>
          <p:cNvSpPr/>
          <p:nvPr/>
        </p:nvSpPr>
        <p:spPr>
          <a:xfrm>
            <a:off x="3954284" y="362439"/>
            <a:ext cx="986016" cy="986014"/>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bg1"/>
                </a:solidFill>
                <a:latin typeface="FontAwesome" pitchFamily="2" charset="0"/>
              </a:rPr>
              <a:t>01</a:t>
            </a:r>
          </a:p>
        </p:txBody>
      </p:sp>
      <p:sp>
        <p:nvSpPr>
          <p:cNvPr id="45" name="Sev03"/>
          <p:cNvSpPr/>
          <p:nvPr/>
        </p:nvSpPr>
        <p:spPr>
          <a:xfrm>
            <a:off x="3954284" y="2651171"/>
            <a:ext cx="986016" cy="986014"/>
          </a:xfrm>
          <a:prstGeom prst="rect">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bg1"/>
                </a:solidFill>
                <a:latin typeface="FontAwesome" pitchFamily="2" charset="0"/>
                <a:cs typeface="+mj-cs"/>
              </a:rPr>
              <a:t>03</a:t>
            </a:r>
          </a:p>
        </p:txBody>
      </p:sp>
      <p:sp>
        <p:nvSpPr>
          <p:cNvPr id="47" name="Sev02"/>
          <p:cNvSpPr/>
          <p:nvPr/>
        </p:nvSpPr>
        <p:spPr>
          <a:xfrm>
            <a:off x="3954284" y="1505107"/>
            <a:ext cx="986016" cy="986014"/>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bg1"/>
                </a:solidFill>
                <a:latin typeface="FontAwesome" pitchFamily="2" charset="0"/>
              </a:rPr>
              <a:t>02</a:t>
            </a:r>
          </a:p>
        </p:txBody>
      </p:sp>
      <p:grpSp>
        <p:nvGrpSpPr>
          <p:cNvPr id="2" name="Group 31"/>
          <p:cNvGrpSpPr/>
          <p:nvPr/>
        </p:nvGrpSpPr>
        <p:grpSpPr>
          <a:xfrm>
            <a:off x="5596541" y="2726536"/>
            <a:ext cx="835480" cy="835478"/>
            <a:chOff x="2477557" y="3537459"/>
            <a:chExt cx="835480" cy="835478"/>
          </a:xfrm>
        </p:grpSpPr>
        <p:grpSp>
          <p:nvGrpSpPr>
            <p:cNvPr id="3" name="Group 225"/>
            <p:cNvGrpSpPr/>
            <p:nvPr/>
          </p:nvGrpSpPr>
          <p:grpSpPr>
            <a:xfrm>
              <a:off x="2477556" y="3537461"/>
              <a:ext cx="835479" cy="835479"/>
              <a:chOff x="864537" y="1822859"/>
              <a:chExt cx="971309" cy="971307"/>
            </a:xfrm>
          </p:grpSpPr>
          <p:sp>
            <p:nvSpPr>
              <p:cNvPr id="35" name="Oval 34"/>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6" name="Oval 35"/>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4"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6"/>
          <p:cNvGrpSpPr/>
          <p:nvPr/>
        </p:nvGrpSpPr>
        <p:grpSpPr>
          <a:xfrm>
            <a:off x="5596541" y="441974"/>
            <a:ext cx="835480" cy="835478"/>
            <a:chOff x="1182462" y="2087458"/>
            <a:chExt cx="835480" cy="835478"/>
          </a:xfrm>
        </p:grpSpPr>
        <p:grpSp>
          <p:nvGrpSpPr>
            <p:cNvPr id="5" name="Group 225"/>
            <p:cNvGrpSpPr/>
            <p:nvPr/>
          </p:nvGrpSpPr>
          <p:grpSpPr>
            <a:xfrm>
              <a:off x="1182461" y="2087460"/>
              <a:ext cx="835479" cy="835479"/>
              <a:chOff x="864537" y="1822859"/>
              <a:chExt cx="971309" cy="971307"/>
            </a:xfrm>
          </p:grpSpPr>
          <p:sp>
            <p:nvSpPr>
              <p:cNvPr id="41" name="Oval 40"/>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9" name="Oval 48"/>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9"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49"/>
          <p:cNvGrpSpPr/>
          <p:nvPr/>
        </p:nvGrpSpPr>
        <p:grpSpPr>
          <a:xfrm>
            <a:off x="5596541" y="3868818"/>
            <a:ext cx="835480" cy="835478"/>
            <a:chOff x="5811502" y="3537459"/>
            <a:chExt cx="835480" cy="835478"/>
          </a:xfrm>
        </p:grpSpPr>
        <p:grpSp>
          <p:nvGrpSpPr>
            <p:cNvPr id="7" name="Group 225"/>
            <p:cNvGrpSpPr/>
            <p:nvPr/>
          </p:nvGrpSpPr>
          <p:grpSpPr>
            <a:xfrm>
              <a:off x="5811501" y="3537461"/>
              <a:ext cx="835479" cy="835479"/>
              <a:chOff x="864537" y="1822859"/>
              <a:chExt cx="971309" cy="971307"/>
            </a:xfrm>
          </p:grpSpPr>
          <p:sp>
            <p:nvSpPr>
              <p:cNvPr id="53" name="Oval 52"/>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4" name="Oval 53"/>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52"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54"/>
          <p:cNvGrpSpPr/>
          <p:nvPr/>
        </p:nvGrpSpPr>
        <p:grpSpPr>
          <a:xfrm>
            <a:off x="5596541" y="1584255"/>
            <a:ext cx="835480" cy="835478"/>
            <a:chOff x="1810872" y="2768050"/>
            <a:chExt cx="835480" cy="835478"/>
          </a:xfrm>
        </p:grpSpPr>
        <p:grpSp>
          <p:nvGrpSpPr>
            <p:cNvPr id="9" name="Group 225"/>
            <p:cNvGrpSpPr/>
            <p:nvPr/>
          </p:nvGrpSpPr>
          <p:grpSpPr>
            <a:xfrm>
              <a:off x="1810871" y="2768052"/>
              <a:ext cx="835479" cy="835479"/>
              <a:chOff x="864537" y="1822859"/>
              <a:chExt cx="971309" cy="971307"/>
            </a:xfrm>
          </p:grpSpPr>
          <p:sp>
            <p:nvSpPr>
              <p:cNvPr id="58" name="Oval 57"/>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Oval 58"/>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57"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5" name="Oval 64"/>
          <p:cNvSpPr/>
          <p:nvPr/>
        </p:nvSpPr>
        <p:spPr>
          <a:xfrm>
            <a:off x="4749800" y="664946"/>
            <a:ext cx="381000" cy="381000"/>
          </a:xfrm>
          <a:prstGeom prst="ellipse">
            <a:avLst/>
          </a:prstGeom>
          <a:solidFill>
            <a:schemeClr val="bg1"/>
          </a:solidFill>
          <a:ln w="762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Oval 65"/>
          <p:cNvSpPr/>
          <p:nvPr/>
        </p:nvSpPr>
        <p:spPr>
          <a:xfrm>
            <a:off x="4749800" y="2953678"/>
            <a:ext cx="381000" cy="381000"/>
          </a:xfrm>
          <a:prstGeom prst="ellipse">
            <a:avLst/>
          </a:prstGeom>
          <a:solidFill>
            <a:schemeClr val="bg1"/>
          </a:solidFill>
          <a:ln w="762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Oval 66"/>
          <p:cNvSpPr/>
          <p:nvPr/>
        </p:nvSpPr>
        <p:spPr>
          <a:xfrm>
            <a:off x="4749800" y="1809312"/>
            <a:ext cx="381000" cy="381000"/>
          </a:xfrm>
          <a:prstGeom prst="ellipse">
            <a:avLst/>
          </a:prstGeom>
          <a:solidFill>
            <a:schemeClr val="bg1"/>
          </a:solidFill>
          <a:ln w="762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Oval 67"/>
          <p:cNvSpPr/>
          <p:nvPr/>
        </p:nvSpPr>
        <p:spPr>
          <a:xfrm>
            <a:off x="4749800" y="4098043"/>
            <a:ext cx="381000" cy="381000"/>
          </a:xfrm>
          <a:prstGeom prst="ellipse">
            <a:avLst/>
          </a:prstGeom>
          <a:solidFill>
            <a:schemeClr val="bg1"/>
          </a:solid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0" name="Straight Connector 22"/>
          <p:cNvCxnSpPr/>
          <p:nvPr/>
        </p:nvCxnSpPr>
        <p:spPr>
          <a:xfrm rot="10800000" flipH="1">
            <a:off x="4950028" y="854454"/>
            <a:ext cx="605353" cy="2"/>
          </a:xfrm>
          <a:prstGeom prst="line">
            <a:avLst/>
          </a:prstGeom>
          <a:ln w="19050">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rot="10800000" flipH="1">
            <a:off x="4950028" y="1998115"/>
            <a:ext cx="605353" cy="2"/>
          </a:xfrm>
          <a:prstGeom prst="line">
            <a:avLst/>
          </a:prstGeom>
          <a:ln w="19050">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0800000" flipH="1">
            <a:off x="4950028" y="3141776"/>
            <a:ext cx="605353" cy="2"/>
          </a:xfrm>
          <a:prstGeom prst="line">
            <a:avLst/>
          </a:prstGeom>
          <a:ln w="19050">
            <a:solidFill>
              <a:schemeClr val="accent3"/>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10800000" flipH="1">
            <a:off x="4950028" y="4285438"/>
            <a:ext cx="605353" cy="2"/>
          </a:xfrm>
          <a:prstGeom prst="line">
            <a:avLst/>
          </a:prstGeom>
          <a:ln w="19050">
            <a:solidFill>
              <a:schemeClr val="accent4"/>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10" name="Group 30"/>
          <p:cNvGrpSpPr/>
          <p:nvPr/>
        </p:nvGrpSpPr>
        <p:grpSpPr>
          <a:xfrm>
            <a:off x="6553200" y="569004"/>
            <a:ext cx="2209800" cy="646962"/>
            <a:chOff x="1270277" y="1233504"/>
            <a:chExt cx="3048000" cy="646962"/>
          </a:xfrm>
        </p:grpSpPr>
        <p:sp>
          <p:nvSpPr>
            <p:cNvPr id="97" name="Text Placeholder 3"/>
            <p:cNvSpPr txBox="1">
              <a:spLocks/>
            </p:cNvSpPr>
            <p:nvPr/>
          </p:nvSpPr>
          <p:spPr>
            <a:xfrm>
              <a:off x="1270277" y="1233504"/>
              <a:ext cx="118953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98" name="Text Placeholder 3"/>
            <p:cNvSpPr txBox="1">
              <a:spLocks/>
            </p:cNvSpPr>
            <p:nvPr/>
          </p:nvSpPr>
          <p:spPr>
            <a:xfrm>
              <a:off x="1270277" y="1418801"/>
              <a:ext cx="3048000"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1" name="Group 30"/>
          <p:cNvGrpSpPr/>
          <p:nvPr/>
        </p:nvGrpSpPr>
        <p:grpSpPr>
          <a:xfrm>
            <a:off x="6553200" y="1699343"/>
            <a:ext cx="2209800" cy="646962"/>
            <a:chOff x="1270277" y="1233504"/>
            <a:chExt cx="3048000" cy="646962"/>
          </a:xfrm>
        </p:grpSpPr>
        <p:sp>
          <p:nvSpPr>
            <p:cNvPr id="100" name="Text Placeholder 3"/>
            <p:cNvSpPr txBox="1">
              <a:spLocks/>
            </p:cNvSpPr>
            <p:nvPr/>
          </p:nvSpPr>
          <p:spPr>
            <a:xfrm>
              <a:off x="1270277" y="1233504"/>
              <a:ext cx="118953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2"/>
                  </a:solidFill>
                  <a:effectLst/>
                  <a:uLnTx/>
                  <a:uFillTx/>
                  <a:latin typeface="+mj-lt"/>
                  <a:ea typeface="+mn-ea"/>
                  <a:cs typeface="+mn-cs"/>
                </a:rPr>
                <a:t>Number One</a:t>
              </a:r>
            </a:p>
          </p:txBody>
        </p:sp>
        <p:sp>
          <p:nvSpPr>
            <p:cNvPr id="101" name="Text Placeholder 3"/>
            <p:cNvSpPr txBox="1">
              <a:spLocks/>
            </p:cNvSpPr>
            <p:nvPr/>
          </p:nvSpPr>
          <p:spPr>
            <a:xfrm>
              <a:off x="1270277" y="1418801"/>
              <a:ext cx="3048000"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2" name="Group 30"/>
          <p:cNvGrpSpPr/>
          <p:nvPr/>
        </p:nvGrpSpPr>
        <p:grpSpPr>
          <a:xfrm>
            <a:off x="6553200" y="2829682"/>
            <a:ext cx="2209800" cy="646962"/>
            <a:chOff x="1270277" y="1233504"/>
            <a:chExt cx="3048000" cy="646962"/>
          </a:xfrm>
        </p:grpSpPr>
        <p:sp>
          <p:nvSpPr>
            <p:cNvPr id="103" name="Text Placeholder 3"/>
            <p:cNvSpPr txBox="1">
              <a:spLocks/>
            </p:cNvSpPr>
            <p:nvPr/>
          </p:nvSpPr>
          <p:spPr>
            <a:xfrm>
              <a:off x="1270277" y="1233504"/>
              <a:ext cx="118953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3"/>
                  </a:solidFill>
                  <a:effectLst/>
                  <a:uLnTx/>
                  <a:uFillTx/>
                  <a:latin typeface="+mj-lt"/>
                  <a:ea typeface="+mn-ea"/>
                  <a:cs typeface="+mn-cs"/>
                </a:rPr>
                <a:t>Number One</a:t>
              </a:r>
            </a:p>
          </p:txBody>
        </p:sp>
        <p:sp>
          <p:nvSpPr>
            <p:cNvPr id="104" name="Text Placeholder 3"/>
            <p:cNvSpPr txBox="1">
              <a:spLocks/>
            </p:cNvSpPr>
            <p:nvPr/>
          </p:nvSpPr>
          <p:spPr>
            <a:xfrm>
              <a:off x="1270277" y="1418801"/>
              <a:ext cx="3048000"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3" name="Group 30"/>
          <p:cNvGrpSpPr/>
          <p:nvPr/>
        </p:nvGrpSpPr>
        <p:grpSpPr>
          <a:xfrm>
            <a:off x="6553200" y="3960021"/>
            <a:ext cx="2209800" cy="646962"/>
            <a:chOff x="1270277" y="1233504"/>
            <a:chExt cx="3048000" cy="646962"/>
          </a:xfrm>
        </p:grpSpPr>
        <p:sp>
          <p:nvSpPr>
            <p:cNvPr id="106" name="Text Placeholder 3"/>
            <p:cNvSpPr txBox="1">
              <a:spLocks/>
            </p:cNvSpPr>
            <p:nvPr/>
          </p:nvSpPr>
          <p:spPr>
            <a:xfrm>
              <a:off x="1270277" y="1233504"/>
              <a:ext cx="118953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4"/>
                  </a:solidFill>
                  <a:effectLst/>
                  <a:uLnTx/>
                  <a:uFillTx/>
                  <a:latin typeface="+mj-lt"/>
                  <a:ea typeface="+mn-ea"/>
                  <a:cs typeface="+mn-cs"/>
                </a:rPr>
                <a:t>Number One</a:t>
              </a:r>
            </a:p>
          </p:txBody>
        </p:sp>
        <p:sp>
          <p:nvSpPr>
            <p:cNvPr id="107" name="Text Placeholder 3"/>
            <p:cNvSpPr txBox="1">
              <a:spLocks/>
            </p:cNvSpPr>
            <p:nvPr/>
          </p:nvSpPr>
          <p:spPr>
            <a:xfrm>
              <a:off x="1270277" y="1418801"/>
              <a:ext cx="3048000"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Effect transition="in" filter="fade">
                                      <p:cBhvr>
                                        <p:cTn id="9" dur="500"/>
                                        <p:tgtEl>
                                          <p:spTgt spid="4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5"/>
                                        </p:tgtEl>
                                        <p:attrNameLst>
                                          <p:attrName>style.visibility</p:attrName>
                                        </p:attrNameLst>
                                      </p:cBhvr>
                                      <p:to>
                                        <p:strVal val="visible"/>
                                      </p:to>
                                    </p:set>
                                    <p:anim calcmode="lin" valueType="num">
                                      <p:cBhvr>
                                        <p:cTn id="13" dur="500" fill="hold"/>
                                        <p:tgtEl>
                                          <p:spTgt spid="65"/>
                                        </p:tgtEl>
                                        <p:attrNameLst>
                                          <p:attrName>ppt_w</p:attrName>
                                        </p:attrNameLst>
                                      </p:cBhvr>
                                      <p:tavLst>
                                        <p:tav tm="0">
                                          <p:val>
                                            <p:fltVal val="0"/>
                                          </p:val>
                                        </p:tav>
                                        <p:tav tm="100000">
                                          <p:val>
                                            <p:strVal val="#ppt_w"/>
                                          </p:val>
                                        </p:tav>
                                      </p:tavLst>
                                    </p:anim>
                                    <p:anim calcmode="lin" valueType="num">
                                      <p:cBhvr>
                                        <p:cTn id="14" dur="500" fill="hold"/>
                                        <p:tgtEl>
                                          <p:spTgt spid="65"/>
                                        </p:tgtEl>
                                        <p:attrNameLst>
                                          <p:attrName>ppt_h</p:attrName>
                                        </p:attrNameLst>
                                      </p:cBhvr>
                                      <p:tavLst>
                                        <p:tav tm="0">
                                          <p:val>
                                            <p:fltVal val="0"/>
                                          </p:val>
                                        </p:tav>
                                        <p:tav tm="100000">
                                          <p:val>
                                            <p:strVal val="#ppt_h"/>
                                          </p:val>
                                        </p:tav>
                                      </p:tavLst>
                                    </p:anim>
                                    <p:animEffect transition="in" filter="fade">
                                      <p:cBhvr>
                                        <p:cTn id="15" dur="500"/>
                                        <p:tgtEl>
                                          <p:spTgt spid="65"/>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left)">
                                      <p:cBhvr>
                                        <p:cTn id="19" dur="500"/>
                                        <p:tgtEl>
                                          <p:spTgt spid="70"/>
                                        </p:tgtEl>
                                      </p:cBhvr>
                                    </p:animEffect>
                                  </p:childTnLst>
                                </p:cTn>
                              </p:par>
                              <p:par>
                                <p:cTn id="20" presetID="53"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500" fill="hold"/>
                                        <p:tgtEl>
                                          <p:spTgt spid="4"/>
                                        </p:tgtEl>
                                        <p:attrNameLst>
                                          <p:attrName>ppt_w</p:attrName>
                                        </p:attrNameLst>
                                      </p:cBhvr>
                                      <p:tavLst>
                                        <p:tav tm="0">
                                          <p:val>
                                            <p:fltVal val="0"/>
                                          </p:val>
                                        </p:tav>
                                        <p:tav tm="100000">
                                          <p:val>
                                            <p:strVal val="#ppt_w"/>
                                          </p:val>
                                        </p:tav>
                                      </p:tavLst>
                                    </p:anim>
                                    <p:anim calcmode="lin" valueType="num">
                                      <p:cBhvr>
                                        <p:cTn id="23" dur="500" fill="hold"/>
                                        <p:tgtEl>
                                          <p:spTgt spid="4"/>
                                        </p:tgtEl>
                                        <p:attrNameLst>
                                          <p:attrName>ppt_h</p:attrName>
                                        </p:attrNameLst>
                                      </p:cBhvr>
                                      <p:tavLst>
                                        <p:tav tm="0">
                                          <p:val>
                                            <p:fltVal val="0"/>
                                          </p:val>
                                        </p:tav>
                                        <p:tav tm="100000">
                                          <p:val>
                                            <p:strVal val="#ppt_h"/>
                                          </p:val>
                                        </p:tav>
                                      </p:tavLst>
                                    </p:anim>
                                    <p:animEffect transition="in" filter="fade">
                                      <p:cBhvr>
                                        <p:cTn id="24" dur="500"/>
                                        <p:tgtEl>
                                          <p:spTgt spid="4"/>
                                        </p:tgtEl>
                                      </p:cBhvr>
                                    </p:animEffect>
                                  </p:childTnLst>
                                </p:cTn>
                              </p:par>
                            </p:childTnLst>
                          </p:cTn>
                        </p:par>
                        <p:par>
                          <p:cTn id="25" fill="hold">
                            <p:stCondLst>
                              <p:cond delay="1500"/>
                            </p:stCondLst>
                            <p:childTnLst>
                              <p:par>
                                <p:cTn id="26" presetID="22" presetClass="entr" presetSubtype="8" fill="hold" nodeType="after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ipe(left)">
                                      <p:cBhvr>
                                        <p:cTn id="28" dur="500"/>
                                        <p:tgtEl>
                                          <p:spTgt spid="10"/>
                                        </p:tgtEl>
                                      </p:cBhvr>
                                    </p:animEffect>
                                  </p:childTnLst>
                                </p:cTn>
                              </p:par>
                            </p:childTnLst>
                          </p:cTn>
                        </p:par>
                        <p:par>
                          <p:cTn id="29" fill="hold">
                            <p:stCondLst>
                              <p:cond delay="2000"/>
                            </p:stCondLst>
                            <p:childTnLst>
                              <p:par>
                                <p:cTn id="30" presetID="53" presetClass="entr" presetSubtype="0" fill="hold" grpId="0" nodeType="afterEffect">
                                  <p:stCondLst>
                                    <p:cond delay="0"/>
                                  </p:stCondLst>
                                  <p:childTnLst>
                                    <p:set>
                                      <p:cBhvr>
                                        <p:cTn id="31" dur="1" fill="hold">
                                          <p:stCondLst>
                                            <p:cond delay="0"/>
                                          </p:stCondLst>
                                        </p:cTn>
                                        <p:tgtEl>
                                          <p:spTgt spid="47"/>
                                        </p:tgtEl>
                                        <p:attrNameLst>
                                          <p:attrName>style.visibility</p:attrName>
                                        </p:attrNameLst>
                                      </p:cBhvr>
                                      <p:to>
                                        <p:strVal val="visible"/>
                                      </p:to>
                                    </p:set>
                                    <p:anim calcmode="lin" valueType="num">
                                      <p:cBhvr>
                                        <p:cTn id="32" dur="500" fill="hold"/>
                                        <p:tgtEl>
                                          <p:spTgt spid="47"/>
                                        </p:tgtEl>
                                        <p:attrNameLst>
                                          <p:attrName>ppt_w</p:attrName>
                                        </p:attrNameLst>
                                      </p:cBhvr>
                                      <p:tavLst>
                                        <p:tav tm="0">
                                          <p:val>
                                            <p:fltVal val="0"/>
                                          </p:val>
                                        </p:tav>
                                        <p:tav tm="100000">
                                          <p:val>
                                            <p:strVal val="#ppt_w"/>
                                          </p:val>
                                        </p:tav>
                                      </p:tavLst>
                                    </p:anim>
                                    <p:anim calcmode="lin" valueType="num">
                                      <p:cBhvr>
                                        <p:cTn id="33" dur="500" fill="hold"/>
                                        <p:tgtEl>
                                          <p:spTgt spid="47"/>
                                        </p:tgtEl>
                                        <p:attrNameLst>
                                          <p:attrName>ppt_h</p:attrName>
                                        </p:attrNameLst>
                                      </p:cBhvr>
                                      <p:tavLst>
                                        <p:tav tm="0">
                                          <p:val>
                                            <p:fltVal val="0"/>
                                          </p:val>
                                        </p:tav>
                                        <p:tav tm="100000">
                                          <p:val>
                                            <p:strVal val="#ppt_h"/>
                                          </p:val>
                                        </p:tav>
                                      </p:tavLst>
                                    </p:anim>
                                    <p:animEffect transition="in" filter="fade">
                                      <p:cBhvr>
                                        <p:cTn id="34" dur="500"/>
                                        <p:tgtEl>
                                          <p:spTgt spid="47"/>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67"/>
                                        </p:tgtEl>
                                        <p:attrNameLst>
                                          <p:attrName>style.visibility</p:attrName>
                                        </p:attrNameLst>
                                      </p:cBhvr>
                                      <p:to>
                                        <p:strVal val="visible"/>
                                      </p:to>
                                    </p:set>
                                    <p:anim calcmode="lin" valueType="num">
                                      <p:cBhvr>
                                        <p:cTn id="38" dur="500" fill="hold"/>
                                        <p:tgtEl>
                                          <p:spTgt spid="67"/>
                                        </p:tgtEl>
                                        <p:attrNameLst>
                                          <p:attrName>ppt_w</p:attrName>
                                        </p:attrNameLst>
                                      </p:cBhvr>
                                      <p:tavLst>
                                        <p:tav tm="0">
                                          <p:val>
                                            <p:fltVal val="0"/>
                                          </p:val>
                                        </p:tav>
                                        <p:tav tm="100000">
                                          <p:val>
                                            <p:strVal val="#ppt_w"/>
                                          </p:val>
                                        </p:tav>
                                      </p:tavLst>
                                    </p:anim>
                                    <p:anim calcmode="lin" valueType="num">
                                      <p:cBhvr>
                                        <p:cTn id="39" dur="500" fill="hold"/>
                                        <p:tgtEl>
                                          <p:spTgt spid="67"/>
                                        </p:tgtEl>
                                        <p:attrNameLst>
                                          <p:attrName>ppt_h</p:attrName>
                                        </p:attrNameLst>
                                      </p:cBhvr>
                                      <p:tavLst>
                                        <p:tav tm="0">
                                          <p:val>
                                            <p:fltVal val="0"/>
                                          </p:val>
                                        </p:tav>
                                        <p:tav tm="100000">
                                          <p:val>
                                            <p:strVal val="#ppt_h"/>
                                          </p:val>
                                        </p:tav>
                                      </p:tavLst>
                                    </p:anim>
                                    <p:animEffect transition="in" filter="fade">
                                      <p:cBhvr>
                                        <p:cTn id="40" dur="500"/>
                                        <p:tgtEl>
                                          <p:spTgt spid="67"/>
                                        </p:tgtEl>
                                      </p:cBhvr>
                                    </p:animEffect>
                                  </p:childTnLst>
                                </p:cTn>
                              </p:par>
                            </p:childTnLst>
                          </p:cTn>
                        </p:par>
                        <p:par>
                          <p:cTn id="41" fill="hold">
                            <p:stCondLst>
                              <p:cond delay="3000"/>
                            </p:stCondLst>
                            <p:childTnLst>
                              <p:par>
                                <p:cTn id="42" presetID="22" presetClass="entr" presetSubtype="8" fill="hold" nodeType="afterEffect">
                                  <p:stCondLst>
                                    <p:cond delay="0"/>
                                  </p:stCondLst>
                                  <p:childTnLst>
                                    <p:set>
                                      <p:cBhvr>
                                        <p:cTn id="43" dur="1" fill="hold">
                                          <p:stCondLst>
                                            <p:cond delay="0"/>
                                          </p:stCondLst>
                                        </p:cTn>
                                        <p:tgtEl>
                                          <p:spTgt spid="75"/>
                                        </p:tgtEl>
                                        <p:attrNameLst>
                                          <p:attrName>style.visibility</p:attrName>
                                        </p:attrNameLst>
                                      </p:cBhvr>
                                      <p:to>
                                        <p:strVal val="visible"/>
                                      </p:to>
                                    </p:set>
                                    <p:animEffect transition="in" filter="wipe(left)">
                                      <p:cBhvr>
                                        <p:cTn id="44" dur="500"/>
                                        <p:tgtEl>
                                          <p:spTgt spid="75"/>
                                        </p:tgtEl>
                                      </p:cBhvr>
                                    </p:animEffect>
                                  </p:childTnLst>
                                </p:cTn>
                              </p:par>
                              <p:par>
                                <p:cTn id="45" presetID="53" presetClass="entr" presetSubtype="0" fill="hold" nodeType="with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3500"/>
                            </p:stCondLst>
                            <p:childTnLst>
                              <p:par>
                                <p:cTn id="51" presetID="22" presetClass="entr" presetSubtype="8" fill="hold" nodeType="after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wipe(left)">
                                      <p:cBhvr>
                                        <p:cTn id="53" dur="500"/>
                                        <p:tgtEl>
                                          <p:spTgt spid="11"/>
                                        </p:tgtEl>
                                      </p:cBhvr>
                                    </p:animEffect>
                                  </p:childTnLst>
                                </p:cTn>
                              </p:par>
                            </p:childTnLst>
                          </p:cTn>
                        </p:par>
                        <p:par>
                          <p:cTn id="54" fill="hold">
                            <p:stCondLst>
                              <p:cond delay="4000"/>
                            </p:stCondLst>
                            <p:childTnLst>
                              <p:par>
                                <p:cTn id="55" presetID="53" presetClass="entr" presetSubtype="0" fill="hold" grpId="0" nodeType="afterEffect">
                                  <p:stCondLst>
                                    <p:cond delay="0"/>
                                  </p:stCondLst>
                                  <p:childTnLst>
                                    <p:set>
                                      <p:cBhvr>
                                        <p:cTn id="56" dur="1" fill="hold">
                                          <p:stCondLst>
                                            <p:cond delay="0"/>
                                          </p:stCondLst>
                                        </p:cTn>
                                        <p:tgtEl>
                                          <p:spTgt spid="45"/>
                                        </p:tgtEl>
                                        <p:attrNameLst>
                                          <p:attrName>style.visibility</p:attrName>
                                        </p:attrNameLst>
                                      </p:cBhvr>
                                      <p:to>
                                        <p:strVal val="visible"/>
                                      </p:to>
                                    </p:set>
                                    <p:anim calcmode="lin" valueType="num">
                                      <p:cBhvr>
                                        <p:cTn id="57" dur="500" fill="hold"/>
                                        <p:tgtEl>
                                          <p:spTgt spid="45"/>
                                        </p:tgtEl>
                                        <p:attrNameLst>
                                          <p:attrName>ppt_w</p:attrName>
                                        </p:attrNameLst>
                                      </p:cBhvr>
                                      <p:tavLst>
                                        <p:tav tm="0">
                                          <p:val>
                                            <p:fltVal val="0"/>
                                          </p:val>
                                        </p:tav>
                                        <p:tav tm="100000">
                                          <p:val>
                                            <p:strVal val="#ppt_w"/>
                                          </p:val>
                                        </p:tav>
                                      </p:tavLst>
                                    </p:anim>
                                    <p:anim calcmode="lin" valueType="num">
                                      <p:cBhvr>
                                        <p:cTn id="58" dur="500" fill="hold"/>
                                        <p:tgtEl>
                                          <p:spTgt spid="45"/>
                                        </p:tgtEl>
                                        <p:attrNameLst>
                                          <p:attrName>ppt_h</p:attrName>
                                        </p:attrNameLst>
                                      </p:cBhvr>
                                      <p:tavLst>
                                        <p:tav tm="0">
                                          <p:val>
                                            <p:fltVal val="0"/>
                                          </p:val>
                                        </p:tav>
                                        <p:tav tm="100000">
                                          <p:val>
                                            <p:strVal val="#ppt_h"/>
                                          </p:val>
                                        </p:tav>
                                      </p:tavLst>
                                    </p:anim>
                                    <p:animEffect transition="in" filter="fade">
                                      <p:cBhvr>
                                        <p:cTn id="59" dur="500"/>
                                        <p:tgtEl>
                                          <p:spTgt spid="45"/>
                                        </p:tgtEl>
                                      </p:cBhvr>
                                    </p:animEffect>
                                  </p:childTnLst>
                                </p:cTn>
                              </p:par>
                            </p:childTnLst>
                          </p:cTn>
                        </p:par>
                        <p:par>
                          <p:cTn id="60" fill="hold">
                            <p:stCondLst>
                              <p:cond delay="4500"/>
                            </p:stCondLst>
                            <p:childTnLst>
                              <p:par>
                                <p:cTn id="61" presetID="53"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 calcmode="lin" valueType="num">
                                      <p:cBhvr>
                                        <p:cTn id="63" dur="500" fill="hold"/>
                                        <p:tgtEl>
                                          <p:spTgt spid="66"/>
                                        </p:tgtEl>
                                        <p:attrNameLst>
                                          <p:attrName>ppt_w</p:attrName>
                                        </p:attrNameLst>
                                      </p:cBhvr>
                                      <p:tavLst>
                                        <p:tav tm="0">
                                          <p:val>
                                            <p:fltVal val="0"/>
                                          </p:val>
                                        </p:tav>
                                        <p:tav tm="100000">
                                          <p:val>
                                            <p:strVal val="#ppt_w"/>
                                          </p:val>
                                        </p:tav>
                                      </p:tavLst>
                                    </p:anim>
                                    <p:anim calcmode="lin" valueType="num">
                                      <p:cBhvr>
                                        <p:cTn id="64" dur="500" fill="hold"/>
                                        <p:tgtEl>
                                          <p:spTgt spid="66"/>
                                        </p:tgtEl>
                                        <p:attrNameLst>
                                          <p:attrName>ppt_h</p:attrName>
                                        </p:attrNameLst>
                                      </p:cBhvr>
                                      <p:tavLst>
                                        <p:tav tm="0">
                                          <p:val>
                                            <p:fltVal val="0"/>
                                          </p:val>
                                        </p:tav>
                                        <p:tav tm="100000">
                                          <p:val>
                                            <p:strVal val="#ppt_h"/>
                                          </p:val>
                                        </p:tav>
                                      </p:tavLst>
                                    </p:anim>
                                    <p:animEffect transition="in" filter="fade">
                                      <p:cBhvr>
                                        <p:cTn id="65" dur="500"/>
                                        <p:tgtEl>
                                          <p:spTgt spid="66"/>
                                        </p:tgtEl>
                                      </p:cBhvr>
                                    </p:animEffect>
                                  </p:childTnLst>
                                </p:cTn>
                              </p:par>
                            </p:childTnLst>
                          </p:cTn>
                        </p:par>
                        <p:par>
                          <p:cTn id="66" fill="hold">
                            <p:stCondLst>
                              <p:cond delay="5000"/>
                            </p:stCondLst>
                            <p:childTnLst>
                              <p:par>
                                <p:cTn id="67" presetID="22" presetClass="entr" presetSubtype="8" fill="hold" nodeType="afterEffect">
                                  <p:stCondLst>
                                    <p:cond delay="0"/>
                                  </p:stCondLst>
                                  <p:childTnLst>
                                    <p:set>
                                      <p:cBhvr>
                                        <p:cTn id="68" dur="1" fill="hold">
                                          <p:stCondLst>
                                            <p:cond delay="0"/>
                                          </p:stCondLst>
                                        </p:cTn>
                                        <p:tgtEl>
                                          <p:spTgt spid="78"/>
                                        </p:tgtEl>
                                        <p:attrNameLst>
                                          <p:attrName>style.visibility</p:attrName>
                                        </p:attrNameLst>
                                      </p:cBhvr>
                                      <p:to>
                                        <p:strVal val="visible"/>
                                      </p:to>
                                    </p:set>
                                    <p:animEffect transition="in" filter="wipe(left)">
                                      <p:cBhvr>
                                        <p:cTn id="69" dur="500"/>
                                        <p:tgtEl>
                                          <p:spTgt spid="78"/>
                                        </p:tgtEl>
                                      </p:cBhvr>
                                    </p:animEffect>
                                  </p:childTnLst>
                                </p:cTn>
                              </p:par>
                              <p:par>
                                <p:cTn id="70" presetID="53" presetClass="entr" presetSubtype="0" fill="hold" nodeType="withEffect">
                                  <p:stCondLst>
                                    <p:cond delay="0"/>
                                  </p:stCondLst>
                                  <p:childTnLst>
                                    <p:set>
                                      <p:cBhvr>
                                        <p:cTn id="71" dur="1" fill="hold">
                                          <p:stCondLst>
                                            <p:cond delay="0"/>
                                          </p:stCondLst>
                                        </p:cTn>
                                        <p:tgtEl>
                                          <p:spTgt spid="2"/>
                                        </p:tgtEl>
                                        <p:attrNameLst>
                                          <p:attrName>style.visibility</p:attrName>
                                        </p:attrNameLst>
                                      </p:cBhvr>
                                      <p:to>
                                        <p:strVal val="visible"/>
                                      </p:to>
                                    </p:set>
                                    <p:anim calcmode="lin" valueType="num">
                                      <p:cBhvr>
                                        <p:cTn id="72" dur="500" fill="hold"/>
                                        <p:tgtEl>
                                          <p:spTgt spid="2"/>
                                        </p:tgtEl>
                                        <p:attrNameLst>
                                          <p:attrName>ppt_w</p:attrName>
                                        </p:attrNameLst>
                                      </p:cBhvr>
                                      <p:tavLst>
                                        <p:tav tm="0">
                                          <p:val>
                                            <p:fltVal val="0"/>
                                          </p:val>
                                        </p:tav>
                                        <p:tav tm="100000">
                                          <p:val>
                                            <p:strVal val="#ppt_w"/>
                                          </p:val>
                                        </p:tav>
                                      </p:tavLst>
                                    </p:anim>
                                    <p:anim calcmode="lin" valueType="num">
                                      <p:cBhvr>
                                        <p:cTn id="73" dur="500" fill="hold"/>
                                        <p:tgtEl>
                                          <p:spTgt spid="2"/>
                                        </p:tgtEl>
                                        <p:attrNameLst>
                                          <p:attrName>ppt_h</p:attrName>
                                        </p:attrNameLst>
                                      </p:cBhvr>
                                      <p:tavLst>
                                        <p:tav tm="0">
                                          <p:val>
                                            <p:fltVal val="0"/>
                                          </p:val>
                                        </p:tav>
                                        <p:tav tm="100000">
                                          <p:val>
                                            <p:strVal val="#ppt_h"/>
                                          </p:val>
                                        </p:tav>
                                      </p:tavLst>
                                    </p:anim>
                                    <p:animEffect transition="in" filter="fade">
                                      <p:cBhvr>
                                        <p:cTn id="74" dur="500"/>
                                        <p:tgtEl>
                                          <p:spTgt spid="2"/>
                                        </p:tgtEl>
                                      </p:cBhvr>
                                    </p:animEffect>
                                  </p:childTnLst>
                                </p:cTn>
                              </p:par>
                            </p:childTnLst>
                          </p:cTn>
                        </p:par>
                        <p:par>
                          <p:cTn id="75" fill="hold">
                            <p:stCondLst>
                              <p:cond delay="5500"/>
                            </p:stCondLst>
                            <p:childTnLst>
                              <p:par>
                                <p:cTn id="76" presetID="22" presetClass="entr" presetSubtype="8" fill="hold" nodeType="afterEffect">
                                  <p:stCondLst>
                                    <p:cond delay="0"/>
                                  </p:stCondLst>
                                  <p:childTnLst>
                                    <p:set>
                                      <p:cBhvr>
                                        <p:cTn id="77" dur="1" fill="hold">
                                          <p:stCondLst>
                                            <p:cond delay="0"/>
                                          </p:stCondLst>
                                        </p:cTn>
                                        <p:tgtEl>
                                          <p:spTgt spid="12"/>
                                        </p:tgtEl>
                                        <p:attrNameLst>
                                          <p:attrName>style.visibility</p:attrName>
                                        </p:attrNameLst>
                                      </p:cBhvr>
                                      <p:to>
                                        <p:strVal val="visible"/>
                                      </p:to>
                                    </p:set>
                                    <p:animEffect transition="in" filter="wipe(left)">
                                      <p:cBhvr>
                                        <p:cTn id="78" dur="500"/>
                                        <p:tgtEl>
                                          <p:spTgt spid="12"/>
                                        </p:tgtEl>
                                      </p:cBhvr>
                                    </p:animEffect>
                                  </p:childTnLst>
                                </p:cTn>
                              </p:par>
                            </p:childTnLst>
                          </p:cTn>
                        </p:par>
                        <p:par>
                          <p:cTn id="79" fill="hold">
                            <p:stCondLst>
                              <p:cond delay="6000"/>
                            </p:stCondLst>
                            <p:childTnLst>
                              <p:par>
                                <p:cTn id="80" presetID="53" presetClass="entr" presetSubtype="0" fill="hold" grpId="0" nodeType="afterEffect">
                                  <p:stCondLst>
                                    <p:cond delay="0"/>
                                  </p:stCondLst>
                                  <p:childTnLst>
                                    <p:set>
                                      <p:cBhvr>
                                        <p:cTn id="81" dur="1" fill="hold">
                                          <p:stCondLst>
                                            <p:cond delay="0"/>
                                          </p:stCondLst>
                                        </p:cTn>
                                        <p:tgtEl>
                                          <p:spTgt spid="40"/>
                                        </p:tgtEl>
                                        <p:attrNameLst>
                                          <p:attrName>style.visibility</p:attrName>
                                        </p:attrNameLst>
                                      </p:cBhvr>
                                      <p:to>
                                        <p:strVal val="visible"/>
                                      </p:to>
                                    </p:set>
                                    <p:anim calcmode="lin" valueType="num">
                                      <p:cBhvr>
                                        <p:cTn id="82" dur="500" fill="hold"/>
                                        <p:tgtEl>
                                          <p:spTgt spid="40"/>
                                        </p:tgtEl>
                                        <p:attrNameLst>
                                          <p:attrName>ppt_w</p:attrName>
                                        </p:attrNameLst>
                                      </p:cBhvr>
                                      <p:tavLst>
                                        <p:tav tm="0">
                                          <p:val>
                                            <p:fltVal val="0"/>
                                          </p:val>
                                        </p:tav>
                                        <p:tav tm="100000">
                                          <p:val>
                                            <p:strVal val="#ppt_w"/>
                                          </p:val>
                                        </p:tav>
                                      </p:tavLst>
                                    </p:anim>
                                    <p:anim calcmode="lin" valueType="num">
                                      <p:cBhvr>
                                        <p:cTn id="83" dur="500" fill="hold"/>
                                        <p:tgtEl>
                                          <p:spTgt spid="40"/>
                                        </p:tgtEl>
                                        <p:attrNameLst>
                                          <p:attrName>ppt_h</p:attrName>
                                        </p:attrNameLst>
                                      </p:cBhvr>
                                      <p:tavLst>
                                        <p:tav tm="0">
                                          <p:val>
                                            <p:fltVal val="0"/>
                                          </p:val>
                                        </p:tav>
                                        <p:tav tm="100000">
                                          <p:val>
                                            <p:strVal val="#ppt_h"/>
                                          </p:val>
                                        </p:tav>
                                      </p:tavLst>
                                    </p:anim>
                                    <p:animEffect transition="in" filter="fade">
                                      <p:cBhvr>
                                        <p:cTn id="84" dur="500"/>
                                        <p:tgtEl>
                                          <p:spTgt spid="40"/>
                                        </p:tgtEl>
                                      </p:cBhvr>
                                    </p:animEffect>
                                  </p:childTnLst>
                                </p:cTn>
                              </p:par>
                            </p:childTnLst>
                          </p:cTn>
                        </p:par>
                        <p:par>
                          <p:cTn id="85" fill="hold">
                            <p:stCondLst>
                              <p:cond delay="6500"/>
                            </p:stCondLst>
                            <p:childTnLst>
                              <p:par>
                                <p:cTn id="86" presetID="53" presetClass="entr" presetSubtype="0" fill="hold" grpId="0" nodeType="afterEffect">
                                  <p:stCondLst>
                                    <p:cond delay="0"/>
                                  </p:stCondLst>
                                  <p:childTnLst>
                                    <p:set>
                                      <p:cBhvr>
                                        <p:cTn id="87" dur="1" fill="hold">
                                          <p:stCondLst>
                                            <p:cond delay="0"/>
                                          </p:stCondLst>
                                        </p:cTn>
                                        <p:tgtEl>
                                          <p:spTgt spid="68"/>
                                        </p:tgtEl>
                                        <p:attrNameLst>
                                          <p:attrName>style.visibility</p:attrName>
                                        </p:attrNameLst>
                                      </p:cBhvr>
                                      <p:to>
                                        <p:strVal val="visible"/>
                                      </p:to>
                                    </p:set>
                                    <p:anim calcmode="lin" valueType="num">
                                      <p:cBhvr>
                                        <p:cTn id="88" dur="500" fill="hold"/>
                                        <p:tgtEl>
                                          <p:spTgt spid="68"/>
                                        </p:tgtEl>
                                        <p:attrNameLst>
                                          <p:attrName>ppt_w</p:attrName>
                                        </p:attrNameLst>
                                      </p:cBhvr>
                                      <p:tavLst>
                                        <p:tav tm="0">
                                          <p:val>
                                            <p:fltVal val="0"/>
                                          </p:val>
                                        </p:tav>
                                        <p:tav tm="100000">
                                          <p:val>
                                            <p:strVal val="#ppt_w"/>
                                          </p:val>
                                        </p:tav>
                                      </p:tavLst>
                                    </p:anim>
                                    <p:anim calcmode="lin" valueType="num">
                                      <p:cBhvr>
                                        <p:cTn id="89" dur="500" fill="hold"/>
                                        <p:tgtEl>
                                          <p:spTgt spid="68"/>
                                        </p:tgtEl>
                                        <p:attrNameLst>
                                          <p:attrName>ppt_h</p:attrName>
                                        </p:attrNameLst>
                                      </p:cBhvr>
                                      <p:tavLst>
                                        <p:tav tm="0">
                                          <p:val>
                                            <p:fltVal val="0"/>
                                          </p:val>
                                        </p:tav>
                                        <p:tav tm="100000">
                                          <p:val>
                                            <p:strVal val="#ppt_h"/>
                                          </p:val>
                                        </p:tav>
                                      </p:tavLst>
                                    </p:anim>
                                    <p:animEffect transition="in" filter="fade">
                                      <p:cBhvr>
                                        <p:cTn id="90" dur="500"/>
                                        <p:tgtEl>
                                          <p:spTgt spid="68"/>
                                        </p:tgtEl>
                                      </p:cBhvr>
                                    </p:animEffect>
                                  </p:childTnLst>
                                </p:cTn>
                              </p:par>
                            </p:childTnLst>
                          </p:cTn>
                        </p:par>
                        <p:par>
                          <p:cTn id="91" fill="hold">
                            <p:stCondLst>
                              <p:cond delay="7000"/>
                            </p:stCondLst>
                            <p:childTnLst>
                              <p:par>
                                <p:cTn id="92" presetID="22" presetClass="entr" presetSubtype="8" fill="hold" nodeType="afterEffect">
                                  <p:stCondLst>
                                    <p:cond delay="0"/>
                                  </p:stCondLst>
                                  <p:childTnLst>
                                    <p:set>
                                      <p:cBhvr>
                                        <p:cTn id="93" dur="1" fill="hold">
                                          <p:stCondLst>
                                            <p:cond delay="0"/>
                                          </p:stCondLst>
                                        </p:cTn>
                                        <p:tgtEl>
                                          <p:spTgt spid="81"/>
                                        </p:tgtEl>
                                        <p:attrNameLst>
                                          <p:attrName>style.visibility</p:attrName>
                                        </p:attrNameLst>
                                      </p:cBhvr>
                                      <p:to>
                                        <p:strVal val="visible"/>
                                      </p:to>
                                    </p:set>
                                    <p:animEffect transition="in" filter="wipe(left)">
                                      <p:cBhvr>
                                        <p:cTn id="94" dur="500"/>
                                        <p:tgtEl>
                                          <p:spTgt spid="81"/>
                                        </p:tgtEl>
                                      </p:cBhvr>
                                    </p:animEffect>
                                  </p:childTnLst>
                                </p:cTn>
                              </p:par>
                              <p:par>
                                <p:cTn id="95" presetID="53" presetClass="entr" presetSubtype="0" fill="hold" nodeType="withEffect">
                                  <p:stCondLst>
                                    <p:cond delay="0"/>
                                  </p:stCondLst>
                                  <p:childTnLst>
                                    <p:set>
                                      <p:cBhvr>
                                        <p:cTn id="96" dur="1" fill="hold">
                                          <p:stCondLst>
                                            <p:cond delay="0"/>
                                          </p:stCondLst>
                                        </p:cTn>
                                        <p:tgtEl>
                                          <p:spTgt spid="6"/>
                                        </p:tgtEl>
                                        <p:attrNameLst>
                                          <p:attrName>style.visibility</p:attrName>
                                        </p:attrNameLst>
                                      </p:cBhvr>
                                      <p:to>
                                        <p:strVal val="visible"/>
                                      </p:to>
                                    </p:set>
                                    <p:anim calcmode="lin" valueType="num">
                                      <p:cBhvr>
                                        <p:cTn id="97" dur="500" fill="hold"/>
                                        <p:tgtEl>
                                          <p:spTgt spid="6"/>
                                        </p:tgtEl>
                                        <p:attrNameLst>
                                          <p:attrName>ppt_w</p:attrName>
                                        </p:attrNameLst>
                                      </p:cBhvr>
                                      <p:tavLst>
                                        <p:tav tm="0">
                                          <p:val>
                                            <p:fltVal val="0"/>
                                          </p:val>
                                        </p:tav>
                                        <p:tav tm="100000">
                                          <p:val>
                                            <p:strVal val="#ppt_w"/>
                                          </p:val>
                                        </p:tav>
                                      </p:tavLst>
                                    </p:anim>
                                    <p:anim calcmode="lin" valueType="num">
                                      <p:cBhvr>
                                        <p:cTn id="98" dur="500" fill="hold"/>
                                        <p:tgtEl>
                                          <p:spTgt spid="6"/>
                                        </p:tgtEl>
                                        <p:attrNameLst>
                                          <p:attrName>ppt_h</p:attrName>
                                        </p:attrNameLst>
                                      </p:cBhvr>
                                      <p:tavLst>
                                        <p:tav tm="0">
                                          <p:val>
                                            <p:fltVal val="0"/>
                                          </p:val>
                                        </p:tav>
                                        <p:tav tm="100000">
                                          <p:val>
                                            <p:strVal val="#ppt_h"/>
                                          </p:val>
                                        </p:tav>
                                      </p:tavLst>
                                    </p:anim>
                                    <p:animEffect transition="in" filter="fade">
                                      <p:cBhvr>
                                        <p:cTn id="99" dur="500"/>
                                        <p:tgtEl>
                                          <p:spTgt spid="6"/>
                                        </p:tgtEl>
                                      </p:cBhvr>
                                    </p:animEffect>
                                  </p:childTnLst>
                                </p:cTn>
                              </p:par>
                            </p:childTnLst>
                          </p:cTn>
                        </p:par>
                        <p:par>
                          <p:cTn id="100" fill="hold">
                            <p:stCondLst>
                              <p:cond delay="7500"/>
                            </p:stCondLst>
                            <p:childTnLst>
                              <p:par>
                                <p:cTn id="101" presetID="22" presetClass="entr" presetSubtype="8" fill="hold" nodeType="afterEffect">
                                  <p:stCondLst>
                                    <p:cond delay="0"/>
                                  </p:stCondLst>
                                  <p:childTnLst>
                                    <p:set>
                                      <p:cBhvr>
                                        <p:cTn id="102" dur="1" fill="hold">
                                          <p:stCondLst>
                                            <p:cond delay="0"/>
                                          </p:stCondLst>
                                        </p:cTn>
                                        <p:tgtEl>
                                          <p:spTgt spid="13"/>
                                        </p:tgtEl>
                                        <p:attrNameLst>
                                          <p:attrName>style.visibility</p:attrName>
                                        </p:attrNameLst>
                                      </p:cBhvr>
                                      <p:to>
                                        <p:strVal val="visible"/>
                                      </p:to>
                                    </p:set>
                                    <p:animEffect transition="in" filter="wipe(left)">
                                      <p:cBhvr>
                                        <p:cTn id="10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3" grpId="0" animBg="1"/>
      <p:bldP spid="45" grpId="0" animBg="1"/>
      <p:bldP spid="47" grpId="0" animBg="1"/>
      <p:bldP spid="65" grpId="0" animBg="1"/>
      <p:bldP spid="66" grpId="0" animBg="1"/>
      <p:bldP spid="67" grpId="0" animBg="1"/>
      <p:bldP spid="6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What We Do ?</a:t>
            </a:r>
            <a:endParaRPr lang="en-US" dirty="0"/>
          </a:p>
        </p:txBody>
      </p:sp>
      <p:sp>
        <p:nvSpPr>
          <p:cNvPr id="8" name="Text Placeholder 7"/>
          <p:cNvSpPr>
            <a:spLocks noGrp="1"/>
          </p:cNvSpPr>
          <p:nvPr>
            <p:ph type="body" sz="half" idx="2"/>
          </p:nvPr>
        </p:nvSpPr>
        <p:spPr/>
        <p:txBody>
          <a:bodyPr/>
          <a:lstStyle/>
          <a:p>
            <a:r>
              <a:rPr lang="en-US"/>
              <a:t>What We Do ?</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a:t>
            </a:fld>
            <a:endParaRPr lang="en-US" dirty="0"/>
          </a:p>
        </p:txBody>
      </p:sp>
      <p:pic>
        <p:nvPicPr>
          <p:cNvPr id="99" name="Picture Placeholder 98" descr="imageHolder.jpg"/>
          <p:cNvPicPr>
            <a:picLocks noGrp="1" noChangeAspect="1"/>
          </p:cNvPicPr>
          <p:nvPr>
            <p:ph type="pic" sz="quarter" idx="15"/>
          </p:nvPr>
        </p:nvPicPr>
        <p:blipFill>
          <a:blip r:embed="rId3" cstate="print"/>
          <a:srcRect l="23832" r="23832"/>
          <a:stretch>
            <a:fillRect/>
          </a:stretch>
        </p:blipFill>
        <p:spPr/>
      </p:pic>
      <p:pic>
        <p:nvPicPr>
          <p:cNvPr id="100" name="Picture Placeholder 99" descr="imageHolder.jpg"/>
          <p:cNvPicPr>
            <a:picLocks noGrp="1" noChangeAspect="1"/>
          </p:cNvPicPr>
          <p:nvPr>
            <p:ph type="pic" sz="quarter" idx="16"/>
          </p:nvPr>
        </p:nvPicPr>
        <p:blipFill>
          <a:blip r:embed="rId3" cstate="print"/>
          <a:srcRect l="23832" r="23832"/>
          <a:stretch>
            <a:fillRect/>
          </a:stretch>
        </p:blipFill>
        <p:spPr/>
      </p:pic>
      <p:pic>
        <p:nvPicPr>
          <p:cNvPr id="101" name="Picture Placeholder 100" descr="imageHolder.jpg"/>
          <p:cNvPicPr>
            <a:picLocks noGrp="1" noChangeAspect="1"/>
          </p:cNvPicPr>
          <p:nvPr>
            <p:ph type="pic" sz="quarter" idx="17"/>
          </p:nvPr>
        </p:nvPicPr>
        <p:blipFill>
          <a:blip r:embed="rId3" cstate="print"/>
          <a:srcRect l="23832" r="23832"/>
          <a:stretch>
            <a:fillRect/>
          </a:stretch>
        </p:blipFill>
        <p:spPr/>
      </p:pic>
      <p:pic>
        <p:nvPicPr>
          <p:cNvPr id="102" name="Picture Placeholder 101" descr="imageHolder.jpg"/>
          <p:cNvPicPr>
            <a:picLocks noGrp="1" noChangeAspect="1"/>
          </p:cNvPicPr>
          <p:nvPr>
            <p:ph type="pic" sz="quarter" idx="18"/>
          </p:nvPr>
        </p:nvPicPr>
        <p:blipFill>
          <a:blip r:embed="rId3" cstate="print"/>
          <a:srcRect l="23832" r="23832"/>
          <a:stretch>
            <a:fillRect/>
          </a:stretch>
        </p:blipFill>
        <p:spPr/>
      </p:pic>
      <p:pic>
        <p:nvPicPr>
          <p:cNvPr id="103" name="Picture Placeholder 102" descr="imageHolder.jpg"/>
          <p:cNvPicPr>
            <a:picLocks noGrp="1" noChangeAspect="1"/>
          </p:cNvPicPr>
          <p:nvPr>
            <p:ph type="pic" sz="quarter" idx="19"/>
          </p:nvPr>
        </p:nvPicPr>
        <p:blipFill>
          <a:blip r:embed="rId3" cstate="print"/>
          <a:srcRect l="23832" r="23832"/>
          <a:stretch>
            <a:fillRect/>
          </a:stretch>
        </p:blipFill>
        <p:spPr/>
      </p:pic>
      <p:grpSp>
        <p:nvGrpSpPr>
          <p:cNvPr id="2" name="Group 23"/>
          <p:cNvGrpSpPr/>
          <p:nvPr/>
        </p:nvGrpSpPr>
        <p:grpSpPr>
          <a:xfrm>
            <a:off x="958176" y="2335228"/>
            <a:ext cx="1066798" cy="919474"/>
            <a:chOff x="2905413" y="1285292"/>
            <a:chExt cx="784417" cy="1675617"/>
          </a:xfrm>
        </p:grpSpPr>
        <p:sp>
          <p:nvSpPr>
            <p:cNvPr id="14" name="Rectangle 13"/>
            <p:cNvSpPr/>
            <p:nvPr/>
          </p:nvSpPr>
          <p:spPr>
            <a:xfrm>
              <a:off x="2905413" y="1392073"/>
              <a:ext cx="784417" cy="156883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p:cNvSpPr/>
            <p:nvPr/>
          </p:nvSpPr>
          <p:spPr>
            <a:xfrm>
              <a:off x="2905413" y="1285292"/>
              <a:ext cx="784417" cy="15688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a:t>
              </a:r>
            </a:p>
          </p:txBody>
        </p:sp>
      </p:grpSp>
      <p:grpSp>
        <p:nvGrpSpPr>
          <p:cNvPr id="3" name="Group 23"/>
          <p:cNvGrpSpPr/>
          <p:nvPr/>
        </p:nvGrpSpPr>
        <p:grpSpPr>
          <a:xfrm>
            <a:off x="2498389" y="2335229"/>
            <a:ext cx="1066798" cy="919474"/>
            <a:chOff x="2905413" y="1245382"/>
            <a:chExt cx="784417" cy="1675617"/>
          </a:xfrm>
        </p:grpSpPr>
        <p:sp>
          <p:nvSpPr>
            <p:cNvPr id="17" name="Rectangle 16"/>
            <p:cNvSpPr/>
            <p:nvPr/>
          </p:nvSpPr>
          <p:spPr>
            <a:xfrm>
              <a:off x="2905413" y="1352164"/>
              <a:ext cx="784417" cy="15688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p:cNvSpPr/>
            <p:nvPr/>
          </p:nvSpPr>
          <p:spPr>
            <a:xfrm>
              <a:off x="2905413" y="1245382"/>
              <a:ext cx="784417" cy="156883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02</a:t>
              </a:r>
            </a:p>
          </p:txBody>
        </p:sp>
      </p:grpSp>
      <p:grpSp>
        <p:nvGrpSpPr>
          <p:cNvPr id="4" name="Group 23"/>
          <p:cNvGrpSpPr/>
          <p:nvPr/>
        </p:nvGrpSpPr>
        <p:grpSpPr>
          <a:xfrm>
            <a:off x="4038602" y="2335230"/>
            <a:ext cx="1066798" cy="919474"/>
            <a:chOff x="2905413" y="1285293"/>
            <a:chExt cx="784417" cy="1675616"/>
          </a:xfrm>
        </p:grpSpPr>
        <p:sp>
          <p:nvSpPr>
            <p:cNvPr id="11" name="Rectangle 10"/>
            <p:cNvSpPr/>
            <p:nvPr/>
          </p:nvSpPr>
          <p:spPr>
            <a:xfrm>
              <a:off x="2905413" y="1392074"/>
              <a:ext cx="784417" cy="156883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905413" y="1285293"/>
              <a:ext cx="784417" cy="15688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03</a:t>
              </a:r>
            </a:p>
          </p:txBody>
        </p:sp>
      </p:grpSp>
      <p:grpSp>
        <p:nvGrpSpPr>
          <p:cNvPr id="5" name="Group 23"/>
          <p:cNvGrpSpPr/>
          <p:nvPr/>
        </p:nvGrpSpPr>
        <p:grpSpPr>
          <a:xfrm>
            <a:off x="5578814" y="2335229"/>
            <a:ext cx="1066798" cy="919470"/>
            <a:chOff x="2905413" y="1245382"/>
            <a:chExt cx="784417" cy="1675617"/>
          </a:xfrm>
        </p:grpSpPr>
        <p:sp>
          <p:nvSpPr>
            <p:cNvPr id="6" name="Rectangle 5"/>
            <p:cNvSpPr/>
            <p:nvPr/>
          </p:nvSpPr>
          <p:spPr>
            <a:xfrm>
              <a:off x="2905413" y="1352164"/>
              <a:ext cx="784417" cy="156883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2905413" y="1245382"/>
              <a:ext cx="784417" cy="15688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04</a:t>
              </a:r>
            </a:p>
          </p:txBody>
        </p:sp>
      </p:grpSp>
      <p:grpSp>
        <p:nvGrpSpPr>
          <p:cNvPr id="10" name="Group 23"/>
          <p:cNvGrpSpPr/>
          <p:nvPr/>
        </p:nvGrpSpPr>
        <p:grpSpPr>
          <a:xfrm>
            <a:off x="7119027" y="2335229"/>
            <a:ext cx="1066798" cy="919470"/>
            <a:chOff x="2905413" y="1245382"/>
            <a:chExt cx="784417" cy="1675617"/>
          </a:xfrm>
        </p:grpSpPr>
        <p:sp>
          <p:nvSpPr>
            <p:cNvPr id="20" name="Rectangle 19"/>
            <p:cNvSpPr/>
            <p:nvPr/>
          </p:nvSpPr>
          <p:spPr>
            <a:xfrm>
              <a:off x="2905413" y="1352164"/>
              <a:ext cx="784417" cy="1568835"/>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p:cNvSpPr/>
            <p:nvPr/>
          </p:nvSpPr>
          <p:spPr>
            <a:xfrm>
              <a:off x="2905413" y="1245382"/>
              <a:ext cx="784417" cy="15688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05</a:t>
              </a:r>
            </a:p>
          </p:txBody>
        </p:sp>
      </p:grpSp>
      <p:grpSp>
        <p:nvGrpSpPr>
          <p:cNvPr id="13" name="Group 27"/>
          <p:cNvGrpSpPr/>
          <p:nvPr/>
        </p:nvGrpSpPr>
        <p:grpSpPr>
          <a:xfrm>
            <a:off x="4156720" y="3727619"/>
            <a:ext cx="835480" cy="835478"/>
            <a:chOff x="2477557" y="3537459"/>
            <a:chExt cx="835480" cy="835478"/>
          </a:xfrm>
        </p:grpSpPr>
        <p:grpSp>
          <p:nvGrpSpPr>
            <p:cNvPr id="16" name="Group 225"/>
            <p:cNvGrpSpPr/>
            <p:nvPr/>
          </p:nvGrpSpPr>
          <p:grpSpPr>
            <a:xfrm>
              <a:off x="2477556" y="3537461"/>
              <a:ext cx="835479" cy="835479"/>
              <a:chOff x="864537" y="1822859"/>
              <a:chExt cx="971309" cy="971307"/>
            </a:xfrm>
          </p:grpSpPr>
          <p:sp>
            <p:nvSpPr>
              <p:cNvPr id="32" name="Oval 31"/>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3" name="Oval 32"/>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1"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33"/>
          <p:cNvGrpSpPr/>
          <p:nvPr/>
        </p:nvGrpSpPr>
        <p:grpSpPr>
          <a:xfrm>
            <a:off x="1063040" y="3727619"/>
            <a:ext cx="835480" cy="835478"/>
            <a:chOff x="1182462" y="2087458"/>
            <a:chExt cx="835480" cy="835478"/>
          </a:xfrm>
        </p:grpSpPr>
        <p:grpSp>
          <p:nvGrpSpPr>
            <p:cNvPr id="22" name="Group 225"/>
            <p:cNvGrpSpPr/>
            <p:nvPr/>
          </p:nvGrpSpPr>
          <p:grpSpPr>
            <a:xfrm>
              <a:off x="1182461" y="2087460"/>
              <a:ext cx="835479" cy="835479"/>
              <a:chOff x="864537" y="1822859"/>
              <a:chExt cx="971309" cy="971307"/>
            </a:xfrm>
          </p:grpSpPr>
          <p:sp>
            <p:nvSpPr>
              <p:cNvPr id="37" name="Oval 36"/>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8" name="Oval 37"/>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6"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Group 43"/>
          <p:cNvGrpSpPr/>
          <p:nvPr/>
        </p:nvGrpSpPr>
        <p:grpSpPr>
          <a:xfrm>
            <a:off x="5703561" y="3727619"/>
            <a:ext cx="835480" cy="835478"/>
            <a:chOff x="5811502" y="3537459"/>
            <a:chExt cx="835480" cy="835478"/>
          </a:xfrm>
        </p:grpSpPr>
        <p:grpSp>
          <p:nvGrpSpPr>
            <p:cNvPr id="28" name="Group 225"/>
            <p:cNvGrpSpPr/>
            <p:nvPr/>
          </p:nvGrpSpPr>
          <p:grpSpPr>
            <a:xfrm>
              <a:off x="5811501" y="3537461"/>
              <a:ext cx="835479" cy="835479"/>
              <a:chOff x="864537" y="1822859"/>
              <a:chExt cx="971309" cy="971307"/>
            </a:xfrm>
          </p:grpSpPr>
          <p:sp>
            <p:nvSpPr>
              <p:cNvPr id="47" name="Oval 46"/>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8" name="Oval 47"/>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46"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53"/>
          <p:cNvGrpSpPr/>
          <p:nvPr/>
        </p:nvGrpSpPr>
        <p:grpSpPr>
          <a:xfrm>
            <a:off x="2609880" y="3727619"/>
            <a:ext cx="835480" cy="835478"/>
            <a:chOff x="1810872" y="2768050"/>
            <a:chExt cx="835480" cy="835478"/>
          </a:xfrm>
        </p:grpSpPr>
        <p:grpSp>
          <p:nvGrpSpPr>
            <p:cNvPr id="34" name="Group 225"/>
            <p:cNvGrpSpPr/>
            <p:nvPr/>
          </p:nvGrpSpPr>
          <p:grpSpPr>
            <a:xfrm>
              <a:off x="1810871" y="2768052"/>
              <a:ext cx="835479" cy="835479"/>
              <a:chOff x="864537" y="1822859"/>
              <a:chExt cx="971309" cy="971307"/>
            </a:xfrm>
          </p:grpSpPr>
          <p:sp>
            <p:nvSpPr>
              <p:cNvPr id="57" name="Oval 56"/>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8" name="Oval 57"/>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56"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 name="Group 59"/>
          <p:cNvGrpSpPr/>
          <p:nvPr/>
        </p:nvGrpSpPr>
        <p:grpSpPr>
          <a:xfrm>
            <a:off x="7250402" y="3727619"/>
            <a:ext cx="835480" cy="835478"/>
            <a:chOff x="7133616" y="2087458"/>
            <a:chExt cx="835480" cy="835478"/>
          </a:xfrm>
        </p:grpSpPr>
        <p:grpSp>
          <p:nvGrpSpPr>
            <p:cNvPr id="39" name="Group 225"/>
            <p:cNvGrpSpPr/>
            <p:nvPr/>
          </p:nvGrpSpPr>
          <p:grpSpPr>
            <a:xfrm>
              <a:off x="7133615" y="2087460"/>
              <a:ext cx="835479" cy="835479"/>
              <a:chOff x="864537" y="1822859"/>
              <a:chExt cx="971309" cy="971307"/>
            </a:xfrm>
          </p:grpSpPr>
          <p:sp>
            <p:nvSpPr>
              <p:cNvPr id="63" name="Oval 62"/>
              <p:cNvSpPr/>
              <p:nvPr/>
            </p:nvSpPr>
            <p:spPr>
              <a:xfrm>
                <a:off x="932451" y="1890773"/>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4" name="Oval 63"/>
              <p:cNvSpPr/>
              <p:nvPr/>
            </p:nvSpPr>
            <p:spPr>
              <a:xfrm>
                <a:off x="864537" y="1822859"/>
                <a:ext cx="971309" cy="971307"/>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62" name="Freeform 83"/>
            <p:cNvSpPr>
              <a:spLocks noEditPoints="1"/>
            </p:cNvSpPr>
            <p:nvPr/>
          </p:nvSpPr>
          <p:spPr bwMode="auto">
            <a:xfrm>
              <a:off x="7404774" y="2285323"/>
              <a:ext cx="293165" cy="43974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5" name="Oval 64"/>
          <p:cNvSpPr/>
          <p:nvPr/>
        </p:nvSpPr>
        <p:spPr>
          <a:xfrm>
            <a:off x="1301074" y="3050255"/>
            <a:ext cx="381000" cy="381000"/>
          </a:xfrm>
          <a:prstGeom prst="ellipse">
            <a:avLst/>
          </a:prstGeom>
          <a:solidFill>
            <a:schemeClr val="bg1"/>
          </a:solidFill>
          <a:ln w="762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Oval 65"/>
          <p:cNvSpPr/>
          <p:nvPr/>
        </p:nvSpPr>
        <p:spPr>
          <a:xfrm>
            <a:off x="4381500" y="3050255"/>
            <a:ext cx="381000" cy="381000"/>
          </a:xfrm>
          <a:prstGeom prst="ellipse">
            <a:avLst/>
          </a:prstGeom>
          <a:solidFill>
            <a:schemeClr val="bg1"/>
          </a:solidFill>
          <a:ln w="762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Oval 66"/>
          <p:cNvSpPr/>
          <p:nvPr/>
        </p:nvSpPr>
        <p:spPr>
          <a:xfrm>
            <a:off x="2841287" y="3050255"/>
            <a:ext cx="381000" cy="381000"/>
          </a:xfrm>
          <a:prstGeom prst="ellipse">
            <a:avLst/>
          </a:prstGeom>
          <a:solidFill>
            <a:schemeClr val="bg1"/>
          </a:solidFill>
          <a:ln w="762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Oval 67"/>
          <p:cNvSpPr/>
          <p:nvPr/>
        </p:nvSpPr>
        <p:spPr>
          <a:xfrm>
            <a:off x="5921712" y="3050255"/>
            <a:ext cx="381000" cy="381000"/>
          </a:xfrm>
          <a:prstGeom prst="ellipse">
            <a:avLst/>
          </a:prstGeom>
          <a:solidFill>
            <a:schemeClr val="bg1"/>
          </a:solid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Oval 68"/>
          <p:cNvSpPr/>
          <p:nvPr/>
        </p:nvSpPr>
        <p:spPr>
          <a:xfrm>
            <a:off x="7461925" y="3050255"/>
            <a:ext cx="381000" cy="381000"/>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Connector 22"/>
          <p:cNvCxnSpPr/>
          <p:nvPr/>
        </p:nvCxnSpPr>
        <p:spPr>
          <a:xfrm rot="5400000">
            <a:off x="1282779" y="3462424"/>
            <a:ext cx="415460" cy="1588"/>
          </a:xfrm>
          <a:prstGeom prst="line">
            <a:avLst/>
          </a:prstGeom>
          <a:ln w="19050">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5400000">
            <a:off x="2824870" y="3462027"/>
            <a:ext cx="414666" cy="1588"/>
          </a:xfrm>
          <a:prstGeom prst="line">
            <a:avLst/>
          </a:prstGeom>
          <a:ln w="19050">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16200000" flipH="1">
            <a:off x="4366564" y="3462026"/>
            <a:ext cx="414666" cy="1"/>
          </a:xfrm>
          <a:prstGeom prst="line">
            <a:avLst/>
          </a:prstGeom>
          <a:ln w="19050">
            <a:solidFill>
              <a:schemeClr val="accent3"/>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5907464" y="3462821"/>
            <a:ext cx="416254" cy="1588"/>
          </a:xfrm>
          <a:prstGeom prst="line">
            <a:avLst/>
          </a:prstGeom>
          <a:ln w="19050">
            <a:solidFill>
              <a:schemeClr val="accent4"/>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flipH="1">
            <a:off x="7448762" y="3463217"/>
            <a:ext cx="417048" cy="1"/>
          </a:xfrm>
          <a:prstGeom prst="line">
            <a:avLst/>
          </a:prstGeom>
          <a:ln w="19050">
            <a:solidFill>
              <a:schemeClr val="accent5"/>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 calcmode="lin" valueType="num">
                                      <p:cBhvr>
                                        <p:cTn id="11" dur="500" fill="hold"/>
                                        <p:tgtEl>
                                          <p:spTgt spid="65"/>
                                        </p:tgtEl>
                                        <p:attrNameLst>
                                          <p:attrName>ppt_w</p:attrName>
                                        </p:attrNameLst>
                                      </p:cBhvr>
                                      <p:tavLst>
                                        <p:tav tm="0">
                                          <p:val>
                                            <p:fltVal val="0"/>
                                          </p:val>
                                        </p:tav>
                                        <p:tav tm="100000">
                                          <p:val>
                                            <p:strVal val="#ppt_w"/>
                                          </p:val>
                                        </p:tav>
                                      </p:tavLst>
                                    </p:anim>
                                    <p:anim calcmode="lin" valueType="num">
                                      <p:cBhvr>
                                        <p:cTn id="12" dur="500" fill="hold"/>
                                        <p:tgtEl>
                                          <p:spTgt spid="65"/>
                                        </p:tgtEl>
                                        <p:attrNameLst>
                                          <p:attrName>ppt_h</p:attrName>
                                        </p:attrNameLst>
                                      </p:cBhvr>
                                      <p:tavLst>
                                        <p:tav tm="0">
                                          <p:val>
                                            <p:fltVal val="0"/>
                                          </p:val>
                                        </p:tav>
                                        <p:tav tm="100000">
                                          <p:val>
                                            <p:strVal val="#ppt_h"/>
                                          </p:val>
                                        </p:tav>
                                      </p:tavLst>
                                    </p:anim>
                                    <p:animEffect transition="in" filter="fade">
                                      <p:cBhvr>
                                        <p:cTn id="13" dur="500"/>
                                        <p:tgtEl>
                                          <p:spTgt spid="65"/>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wipe(up)">
                                      <p:cBhvr>
                                        <p:cTn id="17" dur="500"/>
                                        <p:tgtEl>
                                          <p:spTgt spid="23"/>
                                        </p:tgtEl>
                                      </p:cBhvr>
                                    </p:animEffect>
                                  </p:childTnLst>
                                </p:cTn>
                              </p:par>
                              <p:par>
                                <p:cTn id="18" presetID="53" presetClass="entr" presetSubtype="0" fill="hold" nodeType="withEffect">
                                  <p:stCondLst>
                                    <p:cond delay="0"/>
                                  </p:stCondLst>
                                  <p:childTnLst>
                                    <p:set>
                                      <p:cBhvr>
                                        <p:cTn id="19" dur="1" fill="hold">
                                          <p:stCondLst>
                                            <p:cond delay="0"/>
                                          </p:stCondLst>
                                        </p:cTn>
                                        <p:tgtEl>
                                          <p:spTgt spid="19"/>
                                        </p:tgtEl>
                                        <p:attrNameLst>
                                          <p:attrName>style.visibility</p:attrName>
                                        </p:attrNameLst>
                                      </p:cBhvr>
                                      <p:to>
                                        <p:strVal val="visible"/>
                                      </p:to>
                                    </p:set>
                                    <p:anim calcmode="lin" valueType="num">
                                      <p:cBhvr>
                                        <p:cTn id="20" dur="500" fill="hold"/>
                                        <p:tgtEl>
                                          <p:spTgt spid="19"/>
                                        </p:tgtEl>
                                        <p:attrNameLst>
                                          <p:attrName>ppt_w</p:attrName>
                                        </p:attrNameLst>
                                      </p:cBhvr>
                                      <p:tavLst>
                                        <p:tav tm="0">
                                          <p:val>
                                            <p:fltVal val="0"/>
                                          </p:val>
                                        </p:tav>
                                        <p:tav tm="100000">
                                          <p:val>
                                            <p:strVal val="#ppt_w"/>
                                          </p:val>
                                        </p:tav>
                                      </p:tavLst>
                                    </p:anim>
                                    <p:anim calcmode="lin" valueType="num">
                                      <p:cBhvr>
                                        <p:cTn id="21" dur="500" fill="hold"/>
                                        <p:tgtEl>
                                          <p:spTgt spid="19"/>
                                        </p:tgtEl>
                                        <p:attrNameLst>
                                          <p:attrName>ppt_h</p:attrName>
                                        </p:attrNameLst>
                                      </p:cBhvr>
                                      <p:tavLst>
                                        <p:tav tm="0">
                                          <p:val>
                                            <p:fltVal val="0"/>
                                          </p:val>
                                        </p:tav>
                                        <p:tav tm="100000">
                                          <p:val>
                                            <p:strVal val="#ppt_h"/>
                                          </p:val>
                                        </p:tav>
                                      </p:tavLst>
                                    </p:anim>
                                    <p:animEffect transition="in" filter="fade">
                                      <p:cBhvr>
                                        <p:cTn id="22" dur="500"/>
                                        <p:tgtEl>
                                          <p:spTgt spid="19"/>
                                        </p:tgtEl>
                                      </p:cBhvr>
                                    </p:animEffect>
                                  </p:childTnLst>
                                </p:cTn>
                              </p:par>
                            </p:childTnLst>
                          </p:cTn>
                        </p:par>
                        <p:par>
                          <p:cTn id="23" fill="hold">
                            <p:stCondLst>
                              <p:cond delay="1500"/>
                            </p:stCondLst>
                            <p:childTnLst>
                              <p:par>
                                <p:cTn id="24" presetID="22" presetClass="entr" presetSubtype="1"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up)">
                                      <p:cBhvr>
                                        <p:cTn id="26" dur="500"/>
                                        <p:tgtEl>
                                          <p:spTgt spid="3"/>
                                        </p:tgtEl>
                                      </p:cBhvr>
                                    </p:animEffect>
                                  </p:childTnLst>
                                </p:cTn>
                              </p:par>
                            </p:childTnLst>
                          </p:cTn>
                        </p:par>
                        <p:par>
                          <p:cTn id="27" fill="hold">
                            <p:stCondLst>
                              <p:cond delay="2000"/>
                            </p:stCondLst>
                            <p:childTnLst>
                              <p:par>
                                <p:cTn id="28" presetID="53" presetClass="entr" presetSubtype="0" fill="hold" grpId="0" nodeType="afterEffect">
                                  <p:stCondLst>
                                    <p:cond delay="0"/>
                                  </p:stCondLst>
                                  <p:childTnLst>
                                    <p:set>
                                      <p:cBhvr>
                                        <p:cTn id="29" dur="1" fill="hold">
                                          <p:stCondLst>
                                            <p:cond delay="0"/>
                                          </p:stCondLst>
                                        </p:cTn>
                                        <p:tgtEl>
                                          <p:spTgt spid="67"/>
                                        </p:tgtEl>
                                        <p:attrNameLst>
                                          <p:attrName>style.visibility</p:attrName>
                                        </p:attrNameLst>
                                      </p:cBhvr>
                                      <p:to>
                                        <p:strVal val="visible"/>
                                      </p:to>
                                    </p:set>
                                    <p:anim calcmode="lin" valueType="num">
                                      <p:cBhvr>
                                        <p:cTn id="30" dur="500" fill="hold"/>
                                        <p:tgtEl>
                                          <p:spTgt spid="67"/>
                                        </p:tgtEl>
                                        <p:attrNameLst>
                                          <p:attrName>ppt_w</p:attrName>
                                        </p:attrNameLst>
                                      </p:cBhvr>
                                      <p:tavLst>
                                        <p:tav tm="0">
                                          <p:val>
                                            <p:fltVal val="0"/>
                                          </p:val>
                                        </p:tav>
                                        <p:tav tm="100000">
                                          <p:val>
                                            <p:strVal val="#ppt_w"/>
                                          </p:val>
                                        </p:tav>
                                      </p:tavLst>
                                    </p:anim>
                                    <p:anim calcmode="lin" valueType="num">
                                      <p:cBhvr>
                                        <p:cTn id="31" dur="500" fill="hold"/>
                                        <p:tgtEl>
                                          <p:spTgt spid="67"/>
                                        </p:tgtEl>
                                        <p:attrNameLst>
                                          <p:attrName>ppt_h</p:attrName>
                                        </p:attrNameLst>
                                      </p:cBhvr>
                                      <p:tavLst>
                                        <p:tav tm="0">
                                          <p:val>
                                            <p:fltVal val="0"/>
                                          </p:val>
                                        </p:tav>
                                        <p:tav tm="100000">
                                          <p:val>
                                            <p:strVal val="#ppt_h"/>
                                          </p:val>
                                        </p:tav>
                                      </p:tavLst>
                                    </p:anim>
                                    <p:animEffect transition="in" filter="fade">
                                      <p:cBhvr>
                                        <p:cTn id="32" dur="500"/>
                                        <p:tgtEl>
                                          <p:spTgt spid="67"/>
                                        </p:tgtEl>
                                      </p:cBhvr>
                                    </p:animEffect>
                                  </p:childTnLst>
                                </p:cTn>
                              </p:par>
                            </p:childTnLst>
                          </p:cTn>
                        </p:par>
                        <p:par>
                          <p:cTn id="33" fill="hold">
                            <p:stCondLst>
                              <p:cond delay="2500"/>
                            </p:stCondLst>
                            <p:childTnLst>
                              <p:par>
                                <p:cTn id="34" presetID="22" presetClass="entr" presetSubtype="1"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wipe(up)">
                                      <p:cBhvr>
                                        <p:cTn id="36" dur="500"/>
                                        <p:tgtEl>
                                          <p:spTgt spid="24"/>
                                        </p:tgtEl>
                                      </p:cBhvr>
                                    </p:animEffect>
                                  </p:childTnLst>
                                </p:cTn>
                              </p:par>
                              <p:par>
                                <p:cTn id="37" presetID="53" presetClass="entr" presetSubtype="0" fill="hold"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p:cTn id="39" dur="500" fill="hold"/>
                                        <p:tgtEl>
                                          <p:spTgt spid="29"/>
                                        </p:tgtEl>
                                        <p:attrNameLst>
                                          <p:attrName>ppt_w</p:attrName>
                                        </p:attrNameLst>
                                      </p:cBhvr>
                                      <p:tavLst>
                                        <p:tav tm="0">
                                          <p:val>
                                            <p:fltVal val="0"/>
                                          </p:val>
                                        </p:tav>
                                        <p:tav tm="100000">
                                          <p:val>
                                            <p:strVal val="#ppt_w"/>
                                          </p:val>
                                        </p:tav>
                                      </p:tavLst>
                                    </p:anim>
                                    <p:anim calcmode="lin" valueType="num">
                                      <p:cBhvr>
                                        <p:cTn id="40" dur="500" fill="hold"/>
                                        <p:tgtEl>
                                          <p:spTgt spid="29"/>
                                        </p:tgtEl>
                                        <p:attrNameLst>
                                          <p:attrName>ppt_h</p:attrName>
                                        </p:attrNameLst>
                                      </p:cBhvr>
                                      <p:tavLst>
                                        <p:tav tm="0">
                                          <p:val>
                                            <p:fltVal val="0"/>
                                          </p:val>
                                        </p:tav>
                                        <p:tav tm="100000">
                                          <p:val>
                                            <p:strVal val="#ppt_h"/>
                                          </p:val>
                                        </p:tav>
                                      </p:tavLst>
                                    </p:anim>
                                    <p:animEffect transition="in" filter="fade">
                                      <p:cBhvr>
                                        <p:cTn id="41" dur="500"/>
                                        <p:tgtEl>
                                          <p:spTgt spid="29"/>
                                        </p:tgtEl>
                                      </p:cBhvr>
                                    </p:animEffect>
                                  </p:childTnLst>
                                </p:cTn>
                              </p:par>
                            </p:childTnLst>
                          </p:cTn>
                        </p:par>
                        <p:par>
                          <p:cTn id="42" fill="hold">
                            <p:stCondLst>
                              <p:cond delay="3000"/>
                            </p:stCondLst>
                            <p:childTnLst>
                              <p:par>
                                <p:cTn id="43" presetID="22" presetClass="entr" presetSubtype="1"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wipe(up)">
                                      <p:cBhvr>
                                        <p:cTn id="45" dur="500"/>
                                        <p:tgtEl>
                                          <p:spTgt spid="4"/>
                                        </p:tgtEl>
                                      </p:cBhvr>
                                    </p:animEffect>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66"/>
                                        </p:tgtEl>
                                        <p:attrNameLst>
                                          <p:attrName>style.visibility</p:attrName>
                                        </p:attrNameLst>
                                      </p:cBhvr>
                                      <p:to>
                                        <p:strVal val="visible"/>
                                      </p:to>
                                    </p:set>
                                    <p:anim calcmode="lin" valueType="num">
                                      <p:cBhvr>
                                        <p:cTn id="49" dur="500" fill="hold"/>
                                        <p:tgtEl>
                                          <p:spTgt spid="66"/>
                                        </p:tgtEl>
                                        <p:attrNameLst>
                                          <p:attrName>ppt_w</p:attrName>
                                        </p:attrNameLst>
                                      </p:cBhvr>
                                      <p:tavLst>
                                        <p:tav tm="0">
                                          <p:val>
                                            <p:fltVal val="0"/>
                                          </p:val>
                                        </p:tav>
                                        <p:tav tm="100000">
                                          <p:val>
                                            <p:strVal val="#ppt_w"/>
                                          </p:val>
                                        </p:tav>
                                      </p:tavLst>
                                    </p:anim>
                                    <p:anim calcmode="lin" valueType="num">
                                      <p:cBhvr>
                                        <p:cTn id="50" dur="500" fill="hold"/>
                                        <p:tgtEl>
                                          <p:spTgt spid="66"/>
                                        </p:tgtEl>
                                        <p:attrNameLst>
                                          <p:attrName>ppt_h</p:attrName>
                                        </p:attrNameLst>
                                      </p:cBhvr>
                                      <p:tavLst>
                                        <p:tav tm="0">
                                          <p:val>
                                            <p:fltVal val="0"/>
                                          </p:val>
                                        </p:tav>
                                        <p:tav tm="100000">
                                          <p:val>
                                            <p:strVal val="#ppt_h"/>
                                          </p:val>
                                        </p:tav>
                                      </p:tavLst>
                                    </p:anim>
                                    <p:animEffect transition="in" filter="fade">
                                      <p:cBhvr>
                                        <p:cTn id="51" dur="500"/>
                                        <p:tgtEl>
                                          <p:spTgt spid="66"/>
                                        </p:tgtEl>
                                      </p:cBhvr>
                                    </p:animEffect>
                                  </p:childTnLst>
                                </p:cTn>
                              </p:par>
                            </p:childTnLst>
                          </p:cTn>
                        </p:par>
                        <p:par>
                          <p:cTn id="52" fill="hold">
                            <p:stCondLst>
                              <p:cond delay="4000"/>
                            </p:stCondLst>
                            <p:childTnLst>
                              <p:par>
                                <p:cTn id="53" presetID="22" presetClass="entr" presetSubtype="1" fill="hold" nodeType="after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wipe(up)">
                                      <p:cBhvr>
                                        <p:cTn id="55" dur="500"/>
                                        <p:tgtEl>
                                          <p:spTgt spid="25"/>
                                        </p:tgtEl>
                                      </p:cBhvr>
                                    </p:animEffect>
                                  </p:childTnLst>
                                </p:cTn>
                              </p:par>
                              <p:par>
                                <p:cTn id="56" presetID="53"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500" fill="hold"/>
                                        <p:tgtEl>
                                          <p:spTgt spid="13"/>
                                        </p:tgtEl>
                                        <p:attrNameLst>
                                          <p:attrName>ppt_w</p:attrName>
                                        </p:attrNameLst>
                                      </p:cBhvr>
                                      <p:tavLst>
                                        <p:tav tm="0">
                                          <p:val>
                                            <p:fltVal val="0"/>
                                          </p:val>
                                        </p:tav>
                                        <p:tav tm="100000">
                                          <p:val>
                                            <p:strVal val="#ppt_w"/>
                                          </p:val>
                                        </p:tav>
                                      </p:tavLst>
                                    </p:anim>
                                    <p:anim calcmode="lin" valueType="num">
                                      <p:cBhvr>
                                        <p:cTn id="59" dur="500" fill="hold"/>
                                        <p:tgtEl>
                                          <p:spTgt spid="13"/>
                                        </p:tgtEl>
                                        <p:attrNameLst>
                                          <p:attrName>ppt_h</p:attrName>
                                        </p:attrNameLst>
                                      </p:cBhvr>
                                      <p:tavLst>
                                        <p:tav tm="0">
                                          <p:val>
                                            <p:fltVal val="0"/>
                                          </p:val>
                                        </p:tav>
                                        <p:tav tm="100000">
                                          <p:val>
                                            <p:strVal val="#ppt_h"/>
                                          </p:val>
                                        </p:tav>
                                      </p:tavLst>
                                    </p:anim>
                                    <p:animEffect transition="in" filter="fade">
                                      <p:cBhvr>
                                        <p:cTn id="60" dur="500"/>
                                        <p:tgtEl>
                                          <p:spTgt spid="13"/>
                                        </p:tgtEl>
                                      </p:cBhvr>
                                    </p:animEffect>
                                  </p:childTnLst>
                                </p:cTn>
                              </p:par>
                            </p:childTnLst>
                          </p:cTn>
                        </p:par>
                        <p:par>
                          <p:cTn id="61" fill="hold">
                            <p:stCondLst>
                              <p:cond delay="4500"/>
                            </p:stCondLst>
                            <p:childTnLst>
                              <p:par>
                                <p:cTn id="62" presetID="22" presetClass="entr" presetSubtype="1" fill="hold" nodeType="after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wipe(up)">
                                      <p:cBhvr>
                                        <p:cTn id="64" dur="500"/>
                                        <p:tgtEl>
                                          <p:spTgt spid="5"/>
                                        </p:tgtEl>
                                      </p:cBhvr>
                                    </p:animEffect>
                                  </p:childTnLst>
                                </p:cTn>
                              </p:par>
                            </p:childTnLst>
                          </p:cTn>
                        </p:par>
                        <p:par>
                          <p:cTn id="65" fill="hold">
                            <p:stCondLst>
                              <p:cond delay="5000"/>
                            </p:stCondLst>
                            <p:childTnLst>
                              <p:par>
                                <p:cTn id="66" presetID="53" presetClass="entr" presetSubtype="0" fill="hold" grpId="0" nodeType="afterEffect">
                                  <p:stCondLst>
                                    <p:cond delay="0"/>
                                  </p:stCondLst>
                                  <p:childTnLst>
                                    <p:set>
                                      <p:cBhvr>
                                        <p:cTn id="67" dur="1" fill="hold">
                                          <p:stCondLst>
                                            <p:cond delay="0"/>
                                          </p:stCondLst>
                                        </p:cTn>
                                        <p:tgtEl>
                                          <p:spTgt spid="68"/>
                                        </p:tgtEl>
                                        <p:attrNameLst>
                                          <p:attrName>style.visibility</p:attrName>
                                        </p:attrNameLst>
                                      </p:cBhvr>
                                      <p:to>
                                        <p:strVal val="visible"/>
                                      </p:to>
                                    </p:set>
                                    <p:anim calcmode="lin" valueType="num">
                                      <p:cBhvr>
                                        <p:cTn id="68" dur="500" fill="hold"/>
                                        <p:tgtEl>
                                          <p:spTgt spid="68"/>
                                        </p:tgtEl>
                                        <p:attrNameLst>
                                          <p:attrName>ppt_w</p:attrName>
                                        </p:attrNameLst>
                                      </p:cBhvr>
                                      <p:tavLst>
                                        <p:tav tm="0">
                                          <p:val>
                                            <p:fltVal val="0"/>
                                          </p:val>
                                        </p:tav>
                                        <p:tav tm="100000">
                                          <p:val>
                                            <p:strVal val="#ppt_w"/>
                                          </p:val>
                                        </p:tav>
                                      </p:tavLst>
                                    </p:anim>
                                    <p:anim calcmode="lin" valueType="num">
                                      <p:cBhvr>
                                        <p:cTn id="69" dur="500" fill="hold"/>
                                        <p:tgtEl>
                                          <p:spTgt spid="68"/>
                                        </p:tgtEl>
                                        <p:attrNameLst>
                                          <p:attrName>ppt_h</p:attrName>
                                        </p:attrNameLst>
                                      </p:cBhvr>
                                      <p:tavLst>
                                        <p:tav tm="0">
                                          <p:val>
                                            <p:fltVal val="0"/>
                                          </p:val>
                                        </p:tav>
                                        <p:tav tm="100000">
                                          <p:val>
                                            <p:strVal val="#ppt_h"/>
                                          </p:val>
                                        </p:tav>
                                      </p:tavLst>
                                    </p:anim>
                                    <p:animEffect transition="in" filter="fade">
                                      <p:cBhvr>
                                        <p:cTn id="70" dur="500"/>
                                        <p:tgtEl>
                                          <p:spTgt spid="68"/>
                                        </p:tgtEl>
                                      </p:cBhvr>
                                    </p:animEffect>
                                  </p:childTnLst>
                                </p:cTn>
                              </p:par>
                            </p:childTnLst>
                          </p:cTn>
                        </p:par>
                        <p:par>
                          <p:cTn id="71" fill="hold">
                            <p:stCondLst>
                              <p:cond delay="5500"/>
                            </p:stCondLst>
                            <p:childTnLst>
                              <p:par>
                                <p:cTn id="72" presetID="22" presetClass="entr" presetSubtype="1" fill="hold" nodeType="after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wipe(up)">
                                      <p:cBhvr>
                                        <p:cTn id="74" dur="500"/>
                                        <p:tgtEl>
                                          <p:spTgt spid="27"/>
                                        </p:tgtEl>
                                      </p:cBhvr>
                                    </p:animEffect>
                                  </p:childTnLst>
                                </p:cTn>
                              </p:par>
                              <p:par>
                                <p:cTn id="75" presetID="53" presetClass="entr" presetSubtype="0"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500" fill="hold"/>
                                        <p:tgtEl>
                                          <p:spTgt spid="26"/>
                                        </p:tgtEl>
                                        <p:attrNameLst>
                                          <p:attrName>ppt_w</p:attrName>
                                        </p:attrNameLst>
                                      </p:cBhvr>
                                      <p:tavLst>
                                        <p:tav tm="0">
                                          <p:val>
                                            <p:fltVal val="0"/>
                                          </p:val>
                                        </p:tav>
                                        <p:tav tm="100000">
                                          <p:val>
                                            <p:strVal val="#ppt_w"/>
                                          </p:val>
                                        </p:tav>
                                      </p:tavLst>
                                    </p:anim>
                                    <p:anim calcmode="lin" valueType="num">
                                      <p:cBhvr>
                                        <p:cTn id="78" dur="500" fill="hold"/>
                                        <p:tgtEl>
                                          <p:spTgt spid="26"/>
                                        </p:tgtEl>
                                        <p:attrNameLst>
                                          <p:attrName>ppt_h</p:attrName>
                                        </p:attrNameLst>
                                      </p:cBhvr>
                                      <p:tavLst>
                                        <p:tav tm="0">
                                          <p:val>
                                            <p:fltVal val="0"/>
                                          </p:val>
                                        </p:tav>
                                        <p:tav tm="100000">
                                          <p:val>
                                            <p:strVal val="#ppt_h"/>
                                          </p:val>
                                        </p:tav>
                                      </p:tavLst>
                                    </p:anim>
                                    <p:animEffect transition="in" filter="fade">
                                      <p:cBhvr>
                                        <p:cTn id="79" dur="500"/>
                                        <p:tgtEl>
                                          <p:spTgt spid="26"/>
                                        </p:tgtEl>
                                      </p:cBhvr>
                                    </p:animEffect>
                                  </p:childTnLst>
                                </p:cTn>
                              </p:par>
                            </p:childTnLst>
                          </p:cTn>
                        </p:par>
                        <p:par>
                          <p:cTn id="80" fill="hold">
                            <p:stCondLst>
                              <p:cond delay="6000"/>
                            </p:stCondLst>
                            <p:childTnLst>
                              <p:par>
                                <p:cTn id="81" presetID="22" presetClass="entr" presetSubtype="1" fill="hold" nodeType="afterEffect">
                                  <p:stCondLst>
                                    <p:cond delay="0"/>
                                  </p:stCondLst>
                                  <p:childTnLst>
                                    <p:set>
                                      <p:cBhvr>
                                        <p:cTn id="82" dur="1" fill="hold">
                                          <p:stCondLst>
                                            <p:cond delay="0"/>
                                          </p:stCondLst>
                                        </p:cTn>
                                        <p:tgtEl>
                                          <p:spTgt spid="10"/>
                                        </p:tgtEl>
                                        <p:attrNameLst>
                                          <p:attrName>style.visibility</p:attrName>
                                        </p:attrNameLst>
                                      </p:cBhvr>
                                      <p:to>
                                        <p:strVal val="visible"/>
                                      </p:to>
                                    </p:set>
                                    <p:animEffect transition="in" filter="wipe(up)">
                                      <p:cBhvr>
                                        <p:cTn id="83" dur="500"/>
                                        <p:tgtEl>
                                          <p:spTgt spid="10"/>
                                        </p:tgtEl>
                                      </p:cBhvr>
                                    </p:animEffect>
                                  </p:childTnLst>
                                </p:cTn>
                              </p:par>
                            </p:childTnLst>
                          </p:cTn>
                        </p:par>
                        <p:par>
                          <p:cTn id="84" fill="hold">
                            <p:stCondLst>
                              <p:cond delay="6500"/>
                            </p:stCondLst>
                            <p:childTnLst>
                              <p:par>
                                <p:cTn id="85" presetID="53" presetClass="entr" presetSubtype="0" fill="hold" grpId="0" nodeType="afterEffect">
                                  <p:stCondLst>
                                    <p:cond delay="0"/>
                                  </p:stCondLst>
                                  <p:childTnLst>
                                    <p:set>
                                      <p:cBhvr>
                                        <p:cTn id="86" dur="1" fill="hold">
                                          <p:stCondLst>
                                            <p:cond delay="0"/>
                                          </p:stCondLst>
                                        </p:cTn>
                                        <p:tgtEl>
                                          <p:spTgt spid="69"/>
                                        </p:tgtEl>
                                        <p:attrNameLst>
                                          <p:attrName>style.visibility</p:attrName>
                                        </p:attrNameLst>
                                      </p:cBhvr>
                                      <p:to>
                                        <p:strVal val="visible"/>
                                      </p:to>
                                    </p:set>
                                    <p:anim calcmode="lin" valueType="num">
                                      <p:cBhvr>
                                        <p:cTn id="87" dur="500" fill="hold"/>
                                        <p:tgtEl>
                                          <p:spTgt spid="69"/>
                                        </p:tgtEl>
                                        <p:attrNameLst>
                                          <p:attrName>ppt_w</p:attrName>
                                        </p:attrNameLst>
                                      </p:cBhvr>
                                      <p:tavLst>
                                        <p:tav tm="0">
                                          <p:val>
                                            <p:fltVal val="0"/>
                                          </p:val>
                                        </p:tav>
                                        <p:tav tm="100000">
                                          <p:val>
                                            <p:strVal val="#ppt_w"/>
                                          </p:val>
                                        </p:tav>
                                      </p:tavLst>
                                    </p:anim>
                                    <p:anim calcmode="lin" valueType="num">
                                      <p:cBhvr>
                                        <p:cTn id="88" dur="500" fill="hold"/>
                                        <p:tgtEl>
                                          <p:spTgt spid="69"/>
                                        </p:tgtEl>
                                        <p:attrNameLst>
                                          <p:attrName>ppt_h</p:attrName>
                                        </p:attrNameLst>
                                      </p:cBhvr>
                                      <p:tavLst>
                                        <p:tav tm="0">
                                          <p:val>
                                            <p:fltVal val="0"/>
                                          </p:val>
                                        </p:tav>
                                        <p:tav tm="100000">
                                          <p:val>
                                            <p:strVal val="#ppt_h"/>
                                          </p:val>
                                        </p:tav>
                                      </p:tavLst>
                                    </p:anim>
                                    <p:animEffect transition="in" filter="fade">
                                      <p:cBhvr>
                                        <p:cTn id="89" dur="500"/>
                                        <p:tgtEl>
                                          <p:spTgt spid="69"/>
                                        </p:tgtEl>
                                      </p:cBhvr>
                                    </p:animEffect>
                                  </p:childTnLst>
                                </p:cTn>
                              </p:par>
                            </p:childTnLst>
                          </p:cTn>
                        </p:par>
                        <p:par>
                          <p:cTn id="90" fill="hold">
                            <p:stCondLst>
                              <p:cond delay="7000"/>
                            </p:stCondLst>
                            <p:childTnLst>
                              <p:par>
                                <p:cTn id="91" presetID="22" presetClass="entr" presetSubtype="1" fill="hold" nodeType="afterEffect">
                                  <p:stCondLst>
                                    <p:cond delay="0"/>
                                  </p:stCondLst>
                                  <p:childTnLst>
                                    <p:set>
                                      <p:cBhvr>
                                        <p:cTn id="92" dur="1" fill="hold">
                                          <p:stCondLst>
                                            <p:cond delay="0"/>
                                          </p:stCondLst>
                                        </p:cTn>
                                        <p:tgtEl>
                                          <p:spTgt spid="59"/>
                                        </p:tgtEl>
                                        <p:attrNameLst>
                                          <p:attrName>style.visibility</p:attrName>
                                        </p:attrNameLst>
                                      </p:cBhvr>
                                      <p:to>
                                        <p:strVal val="visible"/>
                                      </p:to>
                                    </p:set>
                                    <p:animEffect transition="in" filter="wipe(up)">
                                      <p:cBhvr>
                                        <p:cTn id="93" dur="500"/>
                                        <p:tgtEl>
                                          <p:spTgt spid="59"/>
                                        </p:tgtEl>
                                      </p:cBhvr>
                                    </p:animEffect>
                                  </p:childTnLst>
                                </p:cTn>
                              </p:par>
                              <p:par>
                                <p:cTn id="94" presetID="53" presetClass="entr" presetSubtype="0" fill="hold" nodeType="withEffect">
                                  <p:stCondLst>
                                    <p:cond delay="0"/>
                                  </p:stCondLst>
                                  <p:childTnLst>
                                    <p:set>
                                      <p:cBhvr>
                                        <p:cTn id="95" dur="1" fill="hold">
                                          <p:stCondLst>
                                            <p:cond delay="0"/>
                                          </p:stCondLst>
                                        </p:cTn>
                                        <p:tgtEl>
                                          <p:spTgt spid="35"/>
                                        </p:tgtEl>
                                        <p:attrNameLst>
                                          <p:attrName>style.visibility</p:attrName>
                                        </p:attrNameLst>
                                      </p:cBhvr>
                                      <p:to>
                                        <p:strVal val="visible"/>
                                      </p:to>
                                    </p:set>
                                    <p:anim calcmode="lin" valueType="num">
                                      <p:cBhvr>
                                        <p:cTn id="96" dur="500" fill="hold"/>
                                        <p:tgtEl>
                                          <p:spTgt spid="35"/>
                                        </p:tgtEl>
                                        <p:attrNameLst>
                                          <p:attrName>ppt_w</p:attrName>
                                        </p:attrNameLst>
                                      </p:cBhvr>
                                      <p:tavLst>
                                        <p:tav tm="0">
                                          <p:val>
                                            <p:fltVal val="0"/>
                                          </p:val>
                                        </p:tav>
                                        <p:tav tm="100000">
                                          <p:val>
                                            <p:strVal val="#ppt_w"/>
                                          </p:val>
                                        </p:tav>
                                      </p:tavLst>
                                    </p:anim>
                                    <p:anim calcmode="lin" valueType="num">
                                      <p:cBhvr>
                                        <p:cTn id="97" dur="500" fill="hold"/>
                                        <p:tgtEl>
                                          <p:spTgt spid="35"/>
                                        </p:tgtEl>
                                        <p:attrNameLst>
                                          <p:attrName>ppt_h</p:attrName>
                                        </p:attrNameLst>
                                      </p:cBhvr>
                                      <p:tavLst>
                                        <p:tav tm="0">
                                          <p:val>
                                            <p:fltVal val="0"/>
                                          </p:val>
                                        </p:tav>
                                        <p:tav tm="100000">
                                          <p:val>
                                            <p:strVal val="#ppt_h"/>
                                          </p:val>
                                        </p:tav>
                                      </p:tavLst>
                                    </p:anim>
                                    <p:animEffect transition="in" filter="fade">
                                      <p:cBhvr>
                                        <p:cTn id="9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7" grpId="0" animBg="1"/>
      <p:bldP spid="68" grpId="0" animBg="1"/>
      <p:bldP spid="6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26"/>
          <p:cNvSpPr>
            <a:spLocks noGrp="1"/>
          </p:cNvSpPr>
          <p:nvPr>
            <p:ph type="title"/>
          </p:nvPr>
        </p:nvSpPr>
        <p:spPr/>
        <p:txBody>
          <a:bodyPr/>
          <a:lstStyle/>
          <a:p>
            <a:r>
              <a:rPr lang="en-US"/>
              <a:t>Who Are We?</a:t>
            </a:r>
            <a:endParaRPr lang="en-US" dirty="0"/>
          </a:p>
        </p:txBody>
      </p:sp>
      <p:sp>
        <p:nvSpPr>
          <p:cNvPr id="30" name="Text Placeholder 29"/>
          <p:cNvSpPr>
            <a:spLocks noGrp="1"/>
          </p:cNvSpPr>
          <p:nvPr>
            <p:ph type="body" sz="half" idx="2"/>
          </p:nvPr>
        </p:nvSpPr>
        <p:spPr/>
        <p:txBody>
          <a:bodyPr/>
          <a:lstStyle/>
          <a:p>
            <a:r>
              <a:rPr lang="en-US"/>
              <a:t>Who Are We?</a:t>
            </a:r>
            <a:endParaRPr lang="en-US" dirty="0"/>
          </a:p>
        </p:txBody>
      </p:sp>
      <p:sp>
        <p:nvSpPr>
          <p:cNvPr id="25" name="Slide Number Placeholder 24"/>
          <p:cNvSpPr>
            <a:spLocks noGrp="1"/>
          </p:cNvSpPr>
          <p:nvPr>
            <p:ph type="sldNum" sz="quarter" idx="14"/>
          </p:nvPr>
        </p:nvSpPr>
        <p:spPr/>
        <p:txBody>
          <a:bodyPr/>
          <a:lstStyle/>
          <a:p>
            <a:fld id="{C136B7D2-B98C-44FD-8D04-7EC62A564975}" type="slidenum">
              <a:rPr lang="en-US" smtClean="0"/>
              <a:pPr/>
              <a:t>16</a:t>
            </a:fld>
            <a:endParaRPr lang="en-US" dirty="0"/>
          </a:p>
        </p:txBody>
      </p:sp>
      <p:pic>
        <p:nvPicPr>
          <p:cNvPr id="24" name="Picture Placeholder 23" descr="imageHolder.jpg"/>
          <p:cNvPicPr>
            <a:picLocks noGrp="1" noChangeAspect="1"/>
          </p:cNvPicPr>
          <p:nvPr>
            <p:ph type="pic" sz="quarter" idx="15"/>
          </p:nvPr>
        </p:nvPicPr>
        <p:blipFill>
          <a:blip r:embed="rId2"/>
          <a:srcRect t="28038" b="28038"/>
          <a:stretch>
            <a:fillRect/>
          </a:stretch>
        </p:blipFill>
        <p:spPr/>
      </p:pic>
      <p:sp>
        <p:nvSpPr>
          <p:cNvPr id="41" name="Sev04"/>
          <p:cNvSpPr/>
          <p:nvPr/>
        </p:nvSpPr>
        <p:spPr>
          <a:xfrm>
            <a:off x="4725867" y="2741055"/>
            <a:ext cx="1027744" cy="1027742"/>
          </a:xfrm>
          <a:prstGeom prst="rect">
            <a:avLst/>
          </a:prstGeom>
          <a:solidFill>
            <a:schemeClr val="accent4"/>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42" name="Freeform 52"/>
          <p:cNvSpPr>
            <a:spLocks noEditPoints="1"/>
          </p:cNvSpPr>
          <p:nvPr/>
        </p:nvSpPr>
        <p:spPr bwMode="auto">
          <a:xfrm>
            <a:off x="5008142" y="3005760"/>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Sev01"/>
          <p:cNvSpPr/>
          <p:nvPr/>
        </p:nvSpPr>
        <p:spPr>
          <a:xfrm>
            <a:off x="654724" y="2741055"/>
            <a:ext cx="1027744" cy="1027742"/>
          </a:xfrm>
          <a:prstGeom prst="rect">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43" name="Freeform 42"/>
          <p:cNvSpPr>
            <a:spLocks noEditPoints="1"/>
          </p:cNvSpPr>
          <p:nvPr/>
        </p:nvSpPr>
        <p:spPr bwMode="auto">
          <a:xfrm>
            <a:off x="916235" y="3037704"/>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Sev03"/>
          <p:cNvSpPr/>
          <p:nvPr/>
        </p:nvSpPr>
        <p:spPr>
          <a:xfrm>
            <a:off x="3386706" y="2741055"/>
            <a:ext cx="1027744" cy="1027742"/>
          </a:xfrm>
          <a:prstGeom prst="rect">
            <a:avLst/>
          </a:prstGeom>
          <a:solidFill>
            <a:schemeClr val="accent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44" name="Freeform 178"/>
          <p:cNvSpPr>
            <a:spLocks noEditPoints="1"/>
          </p:cNvSpPr>
          <p:nvPr/>
        </p:nvSpPr>
        <p:spPr bwMode="auto">
          <a:xfrm>
            <a:off x="3648217" y="3064856"/>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Sev02"/>
          <p:cNvSpPr/>
          <p:nvPr/>
        </p:nvSpPr>
        <p:spPr>
          <a:xfrm>
            <a:off x="2047545" y="2741055"/>
            <a:ext cx="1027744" cy="1027742"/>
          </a:xfrm>
          <a:prstGeom prst="rect">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45" name="Freeform 86"/>
          <p:cNvSpPr>
            <a:spLocks noEditPoints="1"/>
          </p:cNvSpPr>
          <p:nvPr/>
        </p:nvSpPr>
        <p:spPr bwMode="auto">
          <a:xfrm>
            <a:off x="2388595" y="2964149"/>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Sev04"/>
          <p:cNvSpPr/>
          <p:nvPr/>
        </p:nvSpPr>
        <p:spPr>
          <a:xfrm>
            <a:off x="6065028" y="2741055"/>
            <a:ext cx="1027744" cy="1027742"/>
          </a:xfrm>
          <a:prstGeom prst="rect">
            <a:avLst/>
          </a:prstGeom>
          <a:solidFill>
            <a:schemeClr val="accent5"/>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54" name="Sev04"/>
          <p:cNvSpPr/>
          <p:nvPr/>
        </p:nvSpPr>
        <p:spPr>
          <a:xfrm>
            <a:off x="7461532" y="2741055"/>
            <a:ext cx="1027744" cy="1027742"/>
          </a:xfrm>
          <a:prstGeom prst="rect">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56" name="Freeform 22"/>
          <p:cNvSpPr>
            <a:spLocks noEditPoints="1"/>
          </p:cNvSpPr>
          <p:nvPr/>
        </p:nvSpPr>
        <p:spPr bwMode="auto">
          <a:xfrm>
            <a:off x="6315294" y="3025392"/>
            <a:ext cx="527213" cy="459069"/>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135"/>
          <p:cNvSpPr>
            <a:spLocks noEditPoints="1"/>
          </p:cNvSpPr>
          <p:nvPr/>
        </p:nvSpPr>
        <p:spPr bwMode="auto">
          <a:xfrm>
            <a:off x="7751426" y="3045124"/>
            <a:ext cx="447957" cy="419605"/>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ooter Text"/>
          <p:cNvSpPr txBox="1"/>
          <p:nvPr/>
        </p:nvSpPr>
        <p:spPr>
          <a:xfrm>
            <a:off x="586980" y="3992523"/>
            <a:ext cx="7970041" cy="461665"/>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 on the internet tend to repeat</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slide(fromBottom)">
                                      <p:cBhvr>
                                        <p:cTn id="7" dur="500"/>
                                        <p:tgtEl>
                                          <p:spTgt spid="38"/>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p:cTn id="11" dur="500" fill="hold"/>
                                        <p:tgtEl>
                                          <p:spTgt spid="43"/>
                                        </p:tgtEl>
                                        <p:attrNameLst>
                                          <p:attrName>ppt_w</p:attrName>
                                        </p:attrNameLst>
                                      </p:cBhvr>
                                      <p:tavLst>
                                        <p:tav tm="0">
                                          <p:val>
                                            <p:fltVal val="0"/>
                                          </p:val>
                                        </p:tav>
                                        <p:tav tm="100000">
                                          <p:val>
                                            <p:strVal val="#ppt_w"/>
                                          </p:val>
                                        </p:tav>
                                      </p:tavLst>
                                    </p:anim>
                                    <p:anim calcmode="lin" valueType="num">
                                      <p:cBhvr>
                                        <p:cTn id="12" dur="500" fill="hold"/>
                                        <p:tgtEl>
                                          <p:spTgt spid="43"/>
                                        </p:tgtEl>
                                        <p:attrNameLst>
                                          <p:attrName>ppt_h</p:attrName>
                                        </p:attrNameLst>
                                      </p:cBhvr>
                                      <p:tavLst>
                                        <p:tav tm="0">
                                          <p:val>
                                            <p:fltVal val="0"/>
                                          </p:val>
                                        </p:tav>
                                        <p:tav tm="100000">
                                          <p:val>
                                            <p:strVal val="#ppt_h"/>
                                          </p:val>
                                        </p:tav>
                                      </p:tavLst>
                                    </p:anim>
                                    <p:animEffect transition="in" filter="fade">
                                      <p:cBhvr>
                                        <p:cTn id="13" dur="500"/>
                                        <p:tgtEl>
                                          <p:spTgt spid="43"/>
                                        </p:tgtEl>
                                      </p:cBhvr>
                                    </p:animEffect>
                                  </p:childTnLst>
                                </p:cTn>
                              </p:par>
                            </p:childTnLst>
                          </p:cTn>
                        </p:par>
                        <p:par>
                          <p:cTn id="14" fill="hold">
                            <p:stCondLst>
                              <p:cond delay="1000"/>
                            </p:stCondLst>
                            <p:childTnLst>
                              <p:par>
                                <p:cTn id="15" presetID="12" presetClass="entr" presetSubtype="4"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slide(fromBottom)">
                                      <p:cBhvr>
                                        <p:cTn id="17" dur="500"/>
                                        <p:tgtEl>
                                          <p:spTgt spid="39"/>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 calcmode="lin" valueType="num">
                                      <p:cBhvr>
                                        <p:cTn id="21" dur="500" fill="hold"/>
                                        <p:tgtEl>
                                          <p:spTgt spid="45"/>
                                        </p:tgtEl>
                                        <p:attrNameLst>
                                          <p:attrName>ppt_w</p:attrName>
                                        </p:attrNameLst>
                                      </p:cBhvr>
                                      <p:tavLst>
                                        <p:tav tm="0">
                                          <p:val>
                                            <p:fltVal val="0"/>
                                          </p:val>
                                        </p:tav>
                                        <p:tav tm="100000">
                                          <p:val>
                                            <p:strVal val="#ppt_w"/>
                                          </p:val>
                                        </p:tav>
                                      </p:tavLst>
                                    </p:anim>
                                    <p:anim calcmode="lin" valueType="num">
                                      <p:cBhvr>
                                        <p:cTn id="22" dur="500" fill="hold"/>
                                        <p:tgtEl>
                                          <p:spTgt spid="45"/>
                                        </p:tgtEl>
                                        <p:attrNameLst>
                                          <p:attrName>ppt_h</p:attrName>
                                        </p:attrNameLst>
                                      </p:cBhvr>
                                      <p:tavLst>
                                        <p:tav tm="0">
                                          <p:val>
                                            <p:fltVal val="0"/>
                                          </p:val>
                                        </p:tav>
                                        <p:tav tm="100000">
                                          <p:val>
                                            <p:strVal val="#ppt_h"/>
                                          </p:val>
                                        </p:tav>
                                      </p:tavLst>
                                    </p:anim>
                                    <p:animEffect transition="in" filter="fade">
                                      <p:cBhvr>
                                        <p:cTn id="23" dur="500"/>
                                        <p:tgtEl>
                                          <p:spTgt spid="45"/>
                                        </p:tgtEl>
                                      </p:cBhvr>
                                    </p:animEffect>
                                  </p:childTnLst>
                                </p:cTn>
                              </p:par>
                            </p:childTnLst>
                          </p:cTn>
                        </p:par>
                        <p:par>
                          <p:cTn id="24" fill="hold">
                            <p:stCondLst>
                              <p:cond delay="2000"/>
                            </p:stCondLst>
                            <p:childTnLst>
                              <p:par>
                                <p:cTn id="25" presetID="12" presetClass="entr" presetSubtype="4"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slide(fromBottom)">
                                      <p:cBhvr>
                                        <p:cTn id="27" dur="500"/>
                                        <p:tgtEl>
                                          <p:spTgt spid="40"/>
                                        </p:tgtEl>
                                      </p:cBhvr>
                                    </p:animEffect>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500" fill="hold"/>
                                        <p:tgtEl>
                                          <p:spTgt spid="44"/>
                                        </p:tgtEl>
                                        <p:attrNameLst>
                                          <p:attrName>ppt_w</p:attrName>
                                        </p:attrNameLst>
                                      </p:cBhvr>
                                      <p:tavLst>
                                        <p:tav tm="0">
                                          <p:val>
                                            <p:fltVal val="0"/>
                                          </p:val>
                                        </p:tav>
                                        <p:tav tm="100000">
                                          <p:val>
                                            <p:strVal val="#ppt_w"/>
                                          </p:val>
                                        </p:tav>
                                      </p:tavLst>
                                    </p:anim>
                                    <p:anim calcmode="lin" valueType="num">
                                      <p:cBhvr>
                                        <p:cTn id="32" dur="500" fill="hold"/>
                                        <p:tgtEl>
                                          <p:spTgt spid="44"/>
                                        </p:tgtEl>
                                        <p:attrNameLst>
                                          <p:attrName>ppt_h</p:attrName>
                                        </p:attrNameLst>
                                      </p:cBhvr>
                                      <p:tavLst>
                                        <p:tav tm="0">
                                          <p:val>
                                            <p:fltVal val="0"/>
                                          </p:val>
                                        </p:tav>
                                        <p:tav tm="100000">
                                          <p:val>
                                            <p:strVal val="#ppt_h"/>
                                          </p:val>
                                        </p:tav>
                                      </p:tavLst>
                                    </p:anim>
                                    <p:animEffect transition="in" filter="fade">
                                      <p:cBhvr>
                                        <p:cTn id="33" dur="500"/>
                                        <p:tgtEl>
                                          <p:spTgt spid="44"/>
                                        </p:tgtEl>
                                      </p:cBhvr>
                                    </p:animEffect>
                                  </p:childTnLst>
                                </p:cTn>
                              </p:par>
                            </p:childTnLst>
                          </p:cTn>
                        </p:par>
                        <p:par>
                          <p:cTn id="34" fill="hold">
                            <p:stCondLst>
                              <p:cond delay="3000"/>
                            </p:stCondLst>
                            <p:childTnLst>
                              <p:par>
                                <p:cTn id="35" presetID="12" presetClass="entr" presetSubtype="4"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slide(fromBottom)">
                                      <p:cBhvr>
                                        <p:cTn id="37" dur="500"/>
                                        <p:tgtEl>
                                          <p:spTgt spid="41"/>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42"/>
                                        </p:tgtEl>
                                        <p:attrNameLst>
                                          <p:attrName>style.visibility</p:attrName>
                                        </p:attrNameLst>
                                      </p:cBhvr>
                                      <p:to>
                                        <p:strVal val="visible"/>
                                      </p:to>
                                    </p:set>
                                    <p:anim calcmode="lin" valueType="num">
                                      <p:cBhvr>
                                        <p:cTn id="41" dur="500" fill="hold"/>
                                        <p:tgtEl>
                                          <p:spTgt spid="42"/>
                                        </p:tgtEl>
                                        <p:attrNameLst>
                                          <p:attrName>ppt_w</p:attrName>
                                        </p:attrNameLst>
                                      </p:cBhvr>
                                      <p:tavLst>
                                        <p:tav tm="0">
                                          <p:val>
                                            <p:fltVal val="0"/>
                                          </p:val>
                                        </p:tav>
                                        <p:tav tm="100000">
                                          <p:val>
                                            <p:strVal val="#ppt_w"/>
                                          </p:val>
                                        </p:tav>
                                      </p:tavLst>
                                    </p:anim>
                                    <p:anim calcmode="lin" valueType="num">
                                      <p:cBhvr>
                                        <p:cTn id="42" dur="500" fill="hold"/>
                                        <p:tgtEl>
                                          <p:spTgt spid="42"/>
                                        </p:tgtEl>
                                        <p:attrNameLst>
                                          <p:attrName>ppt_h</p:attrName>
                                        </p:attrNameLst>
                                      </p:cBhvr>
                                      <p:tavLst>
                                        <p:tav tm="0">
                                          <p:val>
                                            <p:fltVal val="0"/>
                                          </p:val>
                                        </p:tav>
                                        <p:tav tm="100000">
                                          <p:val>
                                            <p:strVal val="#ppt_h"/>
                                          </p:val>
                                        </p:tav>
                                      </p:tavLst>
                                    </p:anim>
                                    <p:animEffect transition="in" filter="fade">
                                      <p:cBhvr>
                                        <p:cTn id="43" dur="500"/>
                                        <p:tgtEl>
                                          <p:spTgt spid="42"/>
                                        </p:tgtEl>
                                      </p:cBhvr>
                                    </p:animEffect>
                                  </p:childTnLst>
                                </p:cTn>
                              </p:par>
                            </p:childTnLst>
                          </p:cTn>
                        </p:par>
                        <p:par>
                          <p:cTn id="44" fill="hold">
                            <p:stCondLst>
                              <p:cond delay="4000"/>
                            </p:stCondLst>
                            <p:childTnLst>
                              <p:par>
                                <p:cTn id="45" presetID="12" presetClass="entr" presetSubtype="4"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slide(fromBottom)">
                                      <p:cBhvr>
                                        <p:cTn id="47" dur="500"/>
                                        <p:tgtEl>
                                          <p:spTgt spid="51"/>
                                        </p:tgtEl>
                                      </p:cBhvr>
                                    </p:animEffect>
                                  </p:childTnLst>
                                </p:cTn>
                              </p:par>
                            </p:childTnLst>
                          </p:cTn>
                        </p:par>
                        <p:par>
                          <p:cTn id="48" fill="hold">
                            <p:stCondLst>
                              <p:cond delay="4500"/>
                            </p:stCondLst>
                            <p:childTnLst>
                              <p:par>
                                <p:cTn id="49" presetID="53" presetClass="entr" presetSubtype="0" fill="hold" grpId="0" nodeType="afterEffect">
                                  <p:stCondLst>
                                    <p:cond delay="0"/>
                                  </p:stCondLst>
                                  <p:childTnLst>
                                    <p:set>
                                      <p:cBhvr>
                                        <p:cTn id="50" dur="1" fill="hold">
                                          <p:stCondLst>
                                            <p:cond delay="0"/>
                                          </p:stCondLst>
                                        </p:cTn>
                                        <p:tgtEl>
                                          <p:spTgt spid="56"/>
                                        </p:tgtEl>
                                        <p:attrNameLst>
                                          <p:attrName>style.visibility</p:attrName>
                                        </p:attrNameLst>
                                      </p:cBhvr>
                                      <p:to>
                                        <p:strVal val="visible"/>
                                      </p:to>
                                    </p:set>
                                    <p:anim calcmode="lin" valueType="num">
                                      <p:cBhvr>
                                        <p:cTn id="51" dur="500" fill="hold"/>
                                        <p:tgtEl>
                                          <p:spTgt spid="56"/>
                                        </p:tgtEl>
                                        <p:attrNameLst>
                                          <p:attrName>ppt_w</p:attrName>
                                        </p:attrNameLst>
                                      </p:cBhvr>
                                      <p:tavLst>
                                        <p:tav tm="0">
                                          <p:val>
                                            <p:fltVal val="0"/>
                                          </p:val>
                                        </p:tav>
                                        <p:tav tm="100000">
                                          <p:val>
                                            <p:strVal val="#ppt_w"/>
                                          </p:val>
                                        </p:tav>
                                      </p:tavLst>
                                    </p:anim>
                                    <p:anim calcmode="lin" valueType="num">
                                      <p:cBhvr>
                                        <p:cTn id="52" dur="500" fill="hold"/>
                                        <p:tgtEl>
                                          <p:spTgt spid="56"/>
                                        </p:tgtEl>
                                        <p:attrNameLst>
                                          <p:attrName>ppt_h</p:attrName>
                                        </p:attrNameLst>
                                      </p:cBhvr>
                                      <p:tavLst>
                                        <p:tav tm="0">
                                          <p:val>
                                            <p:fltVal val="0"/>
                                          </p:val>
                                        </p:tav>
                                        <p:tav tm="100000">
                                          <p:val>
                                            <p:strVal val="#ppt_h"/>
                                          </p:val>
                                        </p:tav>
                                      </p:tavLst>
                                    </p:anim>
                                    <p:animEffect transition="in" filter="fade">
                                      <p:cBhvr>
                                        <p:cTn id="53" dur="500"/>
                                        <p:tgtEl>
                                          <p:spTgt spid="56"/>
                                        </p:tgtEl>
                                      </p:cBhvr>
                                    </p:animEffect>
                                  </p:childTnLst>
                                </p:cTn>
                              </p:par>
                            </p:childTnLst>
                          </p:cTn>
                        </p:par>
                        <p:par>
                          <p:cTn id="54" fill="hold">
                            <p:stCondLst>
                              <p:cond delay="5000"/>
                            </p:stCondLst>
                            <p:childTnLst>
                              <p:par>
                                <p:cTn id="55" presetID="12" presetClass="entr" presetSubtype="4" fill="hold" grpId="0"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slide(fromBottom)">
                                      <p:cBhvr>
                                        <p:cTn id="57" dur="500"/>
                                        <p:tgtEl>
                                          <p:spTgt spid="54"/>
                                        </p:tgtEl>
                                      </p:cBhvr>
                                    </p:animEffect>
                                  </p:childTnLst>
                                </p:cTn>
                              </p:par>
                            </p:childTnLst>
                          </p:cTn>
                        </p:par>
                        <p:par>
                          <p:cTn id="58" fill="hold">
                            <p:stCondLst>
                              <p:cond delay="5500"/>
                            </p:stCondLst>
                            <p:childTnLst>
                              <p:par>
                                <p:cTn id="59" presetID="53" presetClass="entr" presetSubtype="0" fill="hold" grpId="0" nodeType="afterEffect">
                                  <p:stCondLst>
                                    <p:cond delay="0"/>
                                  </p:stCondLst>
                                  <p:childTnLst>
                                    <p:set>
                                      <p:cBhvr>
                                        <p:cTn id="60" dur="1" fill="hold">
                                          <p:stCondLst>
                                            <p:cond delay="0"/>
                                          </p:stCondLst>
                                        </p:cTn>
                                        <p:tgtEl>
                                          <p:spTgt spid="57"/>
                                        </p:tgtEl>
                                        <p:attrNameLst>
                                          <p:attrName>style.visibility</p:attrName>
                                        </p:attrNameLst>
                                      </p:cBhvr>
                                      <p:to>
                                        <p:strVal val="visible"/>
                                      </p:to>
                                    </p:set>
                                    <p:anim calcmode="lin" valueType="num">
                                      <p:cBhvr>
                                        <p:cTn id="61" dur="500" fill="hold"/>
                                        <p:tgtEl>
                                          <p:spTgt spid="57"/>
                                        </p:tgtEl>
                                        <p:attrNameLst>
                                          <p:attrName>ppt_w</p:attrName>
                                        </p:attrNameLst>
                                      </p:cBhvr>
                                      <p:tavLst>
                                        <p:tav tm="0">
                                          <p:val>
                                            <p:fltVal val="0"/>
                                          </p:val>
                                        </p:tav>
                                        <p:tav tm="100000">
                                          <p:val>
                                            <p:strVal val="#ppt_w"/>
                                          </p:val>
                                        </p:tav>
                                      </p:tavLst>
                                    </p:anim>
                                    <p:anim calcmode="lin" valueType="num">
                                      <p:cBhvr>
                                        <p:cTn id="62" dur="500" fill="hold"/>
                                        <p:tgtEl>
                                          <p:spTgt spid="57"/>
                                        </p:tgtEl>
                                        <p:attrNameLst>
                                          <p:attrName>ppt_h</p:attrName>
                                        </p:attrNameLst>
                                      </p:cBhvr>
                                      <p:tavLst>
                                        <p:tav tm="0">
                                          <p:val>
                                            <p:fltVal val="0"/>
                                          </p:val>
                                        </p:tav>
                                        <p:tav tm="100000">
                                          <p:val>
                                            <p:strVal val="#ppt_h"/>
                                          </p:val>
                                        </p:tav>
                                      </p:tavLst>
                                    </p:anim>
                                    <p:animEffect transition="in" filter="fade">
                                      <p:cBhvr>
                                        <p:cTn id="63" dur="500"/>
                                        <p:tgtEl>
                                          <p:spTgt spid="57"/>
                                        </p:tgtEl>
                                      </p:cBhvr>
                                    </p:animEffect>
                                  </p:childTnLst>
                                </p:cTn>
                              </p:par>
                            </p:childTnLst>
                          </p:cTn>
                        </p:par>
                        <p:par>
                          <p:cTn id="64" fill="hold">
                            <p:stCondLst>
                              <p:cond delay="6000"/>
                            </p:stCondLst>
                            <p:childTnLst>
                              <p:par>
                                <p:cTn id="65" presetID="10" presetClass="entr" presetSubtype="0" fill="hold" grpId="0" nodeType="after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38" grpId="0" animBg="1"/>
      <p:bldP spid="43" grpId="0" animBg="1"/>
      <p:bldP spid="40" grpId="0" animBg="1"/>
      <p:bldP spid="44" grpId="0" animBg="1"/>
      <p:bldP spid="39" grpId="0" animBg="1"/>
      <p:bldP spid="45" grpId="0" animBg="1"/>
      <p:bldP spid="51" grpId="0" animBg="1"/>
      <p:bldP spid="54" grpId="0" animBg="1"/>
      <p:bldP spid="56" grpId="0" animBg="1"/>
      <p:bldP spid="57" grpId="0" animBg="1"/>
      <p:bldP spid="2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en-US"/>
              <a:t>Who Are We?</a:t>
            </a:r>
            <a:endParaRPr lang="en-US" dirty="0"/>
          </a:p>
        </p:txBody>
      </p:sp>
      <p:sp>
        <p:nvSpPr>
          <p:cNvPr id="24" name="Text Placeholder 23"/>
          <p:cNvSpPr>
            <a:spLocks noGrp="1"/>
          </p:cNvSpPr>
          <p:nvPr>
            <p:ph type="body" sz="half" idx="2"/>
          </p:nvPr>
        </p:nvSpPr>
        <p:spPr/>
        <p:txBody>
          <a:bodyPr/>
          <a:lstStyle/>
          <a:p>
            <a:r>
              <a:rPr lang="en-US"/>
              <a:t>Who Are We?</a:t>
            </a:r>
            <a:endParaRPr lang="en-US" dirty="0"/>
          </a:p>
        </p:txBody>
      </p:sp>
      <p:sp>
        <p:nvSpPr>
          <p:cNvPr id="50" name="Slide Number Placeholder 49"/>
          <p:cNvSpPr>
            <a:spLocks noGrp="1"/>
          </p:cNvSpPr>
          <p:nvPr>
            <p:ph type="sldNum" sz="quarter" idx="14"/>
          </p:nvPr>
        </p:nvSpPr>
        <p:spPr/>
        <p:txBody>
          <a:bodyPr/>
          <a:lstStyle/>
          <a:p>
            <a:fld id="{C136B7D2-B98C-44FD-8D04-7EC62A564975}" type="slidenum">
              <a:rPr lang="en-US" smtClean="0"/>
              <a:pPr/>
              <a:t>17</a:t>
            </a:fld>
            <a:endParaRPr lang="en-US" dirty="0"/>
          </a:p>
        </p:txBody>
      </p:sp>
      <p:pic>
        <p:nvPicPr>
          <p:cNvPr id="70" name="Picture Placeholder 69" descr="imageHolder.jpg"/>
          <p:cNvPicPr>
            <a:picLocks noGrp="1" noChangeAspect="1"/>
          </p:cNvPicPr>
          <p:nvPr>
            <p:ph type="pic" sz="quarter" idx="15"/>
          </p:nvPr>
        </p:nvPicPr>
        <p:blipFill>
          <a:blip r:embed="rId2" cstate="print"/>
          <a:srcRect t="970" b="970"/>
          <a:stretch>
            <a:fillRect/>
          </a:stretch>
        </p:blipFill>
        <p:spPr/>
      </p:pic>
      <p:sp>
        <p:nvSpPr>
          <p:cNvPr id="43" name="Freeform 42"/>
          <p:cNvSpPr>
            <a:spLocks noEditPoints="1"/>
          </p:cNvSpPr>
          <p:nvPr/>
        </p:nvSpPr>
        <p:spPr bwMode="auto">
          <a:xfrm>
            <a:off x="1220628" y="3751576"/>
            <a:ext cx="384058" cy="33058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178"/>
          <p:cNvSpPr>
            <a:spLocks noEditPoints="1"/>
          </p:cNvSpPr>
          <p:nvPr/>
        </p:nvSpPr>
        <p:spPr bwMode="auto">
          <a:xfrm>
            <a:off x="3269819" y="3739734"/>
            <a:ext cx="384057" cy="28925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TextBox 47"/>
          <p:cNvSpPr txBox="1"/>
          <p:nvPr/>
        </p:nvSpPr>
        <p:spPr>
          <a:xfrm>
            <a:off x="641404" y="4147422"/>
            <a:ext cx="1542506" cy="184666"/>
          </a:xfrm>
          <a:prstGeom prst="rect">
            <a:avLst/>
          </a:prstGeom>
          <a:noFill/>
        </p:spPr>
        <p:txBody>
          <a:bodyPr wrap="square" lIns="0" tIns="0" rIns="0" bIns="0" rtlCol="0" anchor="t">
            <a:spAutoFit/>
          </a:bodyPr>
          <a:lstStyle/>
          <a:p>
            <a:pPr algn="ctr"/>
            <a:r>
              <a:rPr lang="en-US" sz="1200" b="1" dirty="0">
                <a:solidFill>
                  <a:schemeClr val="bg1"/>
                </a:solidFill>
              </a:rPr>
              <a:t>Keyword here</a:t>
            </a:r>
          </a:p>
        </p:txBody>
      </p:sp>
      <p:sp>
        <p:nvSpPr>
          <p:cNvPr id="49" name="TextBox 48"/>
          <p:cNvSpPr txBox="1"/>
          <p:nvPr/>
        </p:nvSpPr>
        <p:spPr>
          <a:xfrm>
            <a:off x="2690594" y="4147422"/>
            <a:ext cx="1542506" cy="184666"/>
          </a:xfrm>
          <a:prstGeom prst="rect">
            <a:avLst/>
          </a:prstGeom>
          <a:noFill/>
        </p:spPr>
        <p:txBody>
          <a:bodyPr wrap="square" lIns="0" tIns="0" rIns="0" bIns="0" rtlCol="0" anchor="t">
            <a:spAutoFit/>
          </a:bodyPr>
          <a:lstStyle/>
          <a:p>
            <a:pPr algn="ctr"/>
            <a:r>
              <a:rPr lang="en-US" sz="1200" b="1" dirty="0">
                <a:solidFill>
                  <a:schemeClr val="bg1"/>
                </a:solidFill>
              </a:rPr>
              <a:t>Keyword here</a:t>
            </a:r>
          </a:p>
        </p:txBody>
      </p:sp>
      <p:grpSp>
        <p:nvGrpSpPr>
          <p:cNvPr id="2" name="Group 53"/>
          <p:cNvGrpSpPr/>
          <p:nvPr/>
        </p:nvGrpSpPr>
        <p:grpSpPr>
          <a:xfrm>
            <a:off x="5099747" y="2335235"/>
            <a:ext cx="1583966" cy="500843"/>
            <a:chOff x="4597686" y="3155872"/>
            <a:chExt cx="1583966" cy="500843"/>
          </a:xfrm>
        </p:grpSpPr>
        <p:sp>
          <p:nvSpPr>
            <p:cNvPr id="55" name="TextBox 54"/>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Phone Setting</a:t>
              </a:r>
            </a:p>
          </p:txBody>
        </p:sp>
        <p:sp>
          <p:nvSpPr>
            <p:cNvPr id="56" name="TextBox 55"/>
            <p:cNvSpPr txBox="1"/>
            <p:nvPr/>
          </p:nvSpPr>
          <p:spPr>
            <a:xfrm>
              <a:off x="4597686" y="3348938"/>
              <a:ext cx="1583966"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3" name="Group 56"/>
          <p:cNvGrpSpPr/>
          <p:nvPr/>
        </p:nvGrpSpPr>
        <p:grpSpPr>
          <a:xfrm>
            <a:off x="7231205" y="2335235"/>
            <a:ext cx="1542507" cy="500843"/>
            <a:chOff x="6978976" y="3155872"/>
            <a:chExt cx="1542507" cy="500843"/>
          </a:xfrm>
        </p:grpSpPr>
        <p:sp>
          <p:nvSpPr>
            <p:cNvPr id="58" name="TextBox 57"/>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Global Access</a:t>
              </a:r>
            </a:p>
          </p:txBody>
        </p:sp>
        <p:sp>
          <p:nvSpPr>
            <p:cNvPr id="59" name="TextBox 58"/>
            <p:cNvSpPr txBox="1"/>
            <p:nvPr/>
          </p:nvSpPr>
          <p:spPr>
            <a:xfrm>
              <a:off x="6978976" y="3348938"/>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4" name="Group 59"/>
          <p:cNvGrpSpPr/>
          <p:nvPr/>
        </p:nvGrpSpPr>
        <p:grpSpPr>
          <a:xfrm>
            <a:off x="5099746" y="3145064"/>
            <a:ext cx="1542507" cy="500843"/>
            <a:chOff x="4597685" y="3914331"/>
            <a:chExt cx="1542507" cy="500843"/>
          </a:xfrm>
        </p:grpSpPr>
        <p:sp>
          <p:nvSpPr>
            <p:cNvPr id="61" name="TextBox 60"/>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Calendar</a:t>
              </a:r>
              <a:endParaRPr lang="en-US" sz="1400" b="1" dirty="0">
                <a:solidFill>
                  <a:schemeClr val="tx1">
                    <a:lumMod val="75000"/>
                    <a:lumOff val="25000"/>
                  </a:schemeClr>
                </a:solidFill>
              </a:endParaRPr>
            </a:p>
          </p:txBody>
        </p:sp>
        <p:sp>
          <p:nvSpPr>
            <p:cNvPr id="62" name="TextBox 61"/>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5" name="Group 62"/>
          <p:cNvGrpSpPr/>
          <p:nvPr/>
        </p:nvGrpSpPr>
        <p:grpSpPr>
          <a:xfrm>
            <a:off x="7231205" y="3145064"/>
            <a:ext cx="1542507" cy="500843"/>
            <a:chOff x="6978976" y="3914331"/>
            <a:chExt cx="1542507" cy="500843"/>
          </a:xfrm>
        </p:grpSpPr>
        <p:sp>
          <p:nvSpPr>
            <p:cNvPr id="64" name="TextBox 63"/>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Smart Touch</a:t>
              </a:r>
            </a:p>
          </p:txBody>
        </p:sp>
        <p:sp>
          <p:nvSpPr>
            <p:cNvPr id="65" name="TextBox 64"/>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sp>
        <p:nvSpPr>
          <p:cNvPr id="66" name="TextBox 65"/>
          <p:cNvSpPr txBox="1"/>
          <p:nvPr/>
        </p:nvSpPr>
        <p:spPr>
          <a:xfrm>
            <a:off x="4510794" y="1136011"/>
            <a:ext cx="4090097" cy="1077218"/>
          </a:xfrm>
          <a:prstGeom prst="rect">
            <a:avLst/>
          </a:prstGeom>
          <a:noFill/>
        </p:spPr>
        <p:txBody>
          <a:bodyPr wrap="square" rtlCol="0">
            <a:spAutoFit/>
          </a:bodyPr>
          <a:lstStyle/>
          <a:p>
            <a:r>
              <a:rPr lang="en-US" sz="1400" b="1" dirty="0">
                <a:solidFill>
                  <a:schemeClr val="tx2">
                    <a:lumMod val="75000"/>
                    <a:lumOff val="25000"/>
                  </a:schemeClr>
                </a:solidFill>
              </a:rPr>
              <a:t>Our Advantages</a:t>
            </a:r>
            <a:br>
              <a:rPr lang="en-US" sz="1600" dirty="0"/>
            </a:br>
            <a:r>
              <a:rPr lang="en-US" sz="1000" dirty="0">
                <a:solidFill>
                  <a:schemeClr val="tx1">
                    <a:lumMod val="65000"/>
                    <a:lumOff val="35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p:txBody>
      </p:sp>
      <p:grpSp>
        <p:nvGrpSpPr>
          <p:cNvPr id="6" name="Group 66"/>
          <p:cNvGrpSpPr/>
          <p:nvPr/>
        </p:nvGrpSpPr>
        <p:grpSpPr>
          <a:xfrm>
            <a:off x="5099746" y="3971573"/>
            <a:ext cx="1542507" cy="500843"/>
            <a:chOff x="4597685" y="3914331"/>
            <a:chExt cx="1542507" cy="500843"/>
          </a:xfrm>
        </p:grpSpPr>
        <p:sp>
          <p:nvSpPr>
            <p:cNvPr id="68" name="TextBox 67"/>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GPS Services</a:t>
              </a:r>
              <a:endParaRPr lang="en-US" sz="1400" b="1" dirty="0">
                <a:solidFill>
                  <a:schemeClr val="tx1">
                    <a:lumMod val="75000"/>
                    <a:lumOff val="25000"/>
                  </a:schemeClr>
                </a:solidFill>
              </a:endParaRPr>
            </a:p>
          </p:txBody>
        </p:sp>
        <p:sp>
          <p:nvSpPr>
            <p:cNvPr id="69" name="TextBox 68"/>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7" name="Group 69"/>
          <p:cNvGrpSpPr/>
          <p:nvPr/>
        </p:nvGrpSpPr>
        <p:grpSpPr>
          <a:xfrm>
            <a:off x="7231205" y="3971573"/>
            <a:ext cx="1542507" cy="500843"/>
            <a:chOff x="6978976" y="3914331"/>
            <a:chExt cx="1542507" cy="500843"/>
          </a:xfrm>
        </p:grpSpPr>
        <p:sp>
          <p:nvSpPr>
            <p:cNvPr id="71" name="TextBox 70"/>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Cloud Services</a:t>
              </a:r>
            </a:p>
          </p:txBody>
        </p:sp>
        <p:sp>
          <p:nvSpPr>
            <p:cNvPr id="72" name="TextBox 71"/>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8" name="Group 72"/>
          <p:cNvGrpSpPr/>
          <p:nvPr/>
        </p:nvGrpSpPr>
        <p:grpSpPr>
          <a:xfrm>
            <a:off x="6683713" y="4016823"/>
            <a:ext cx="469021" cy="455593"/>
            <a:chOff x="6299532" y="4190009"/>
            <a:chExt cx="469021" cy="455593"/>
          </a:xfrm>
        </p:grpSpPr>
        <p:sp>
          <p:nvSpPr>
            <p:cNvPr id="74" name="Oval 73"/>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75"/>
          <p:cNvGrpSpPr/>
          <p:nvPr/>
        </p:nvGrpSpPr>
        <p:grpSpPr>
          <a:xfrm>
            <a:off x="4531524" y="2377171"/>
            <a:ext cx="469021" cy="455593"/>
            <a:chOff x="630683" y="3383511"/>
            <a:chExt cx="469021" cy="455593"/>
          </a:xfrm>
        </p:grpSpPr>
        <p:sp>
          <p:nvSpPr>
            <p:cNvPr id="77" name="Oval 76"/>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78"/>
          <p:cNvGrpSpPr/>
          <p:nvPr/>
        </p:nvGrpSpPr>
        <p:grpSpPr>
          <a:xfrm>
            <a:off x="4531524" y="4016823"/>
            <a:ext cx="469021" cy="455593"/>
            <a:chOff x="3428938" y="4190009"/>
            <a:chExt cx="469021" cy="455593"/>
          </a:xfrm>
        </p:grpSpPr>
        <p:sp>
          <p:nvSpPr>
            <p:cNvPr id="80" name="Oval 79"/>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81"/>
          <p:cNvGrpSpPr/>
          <p:nvPr/>
        </p:nvGrpSpPr>
        <p:grpSpPr>
          <a:xfrm>
            <a:off x="4531524" y="3218309"/>
            <a:ext cx="469021" cy="455593"/>
            <a:chOff x="6299532" y="3384456"/>
            <a:chExt cx="469021" cy="455593"/>
          </a:xfrm>
        </p:grpSpPr>
        <p:sp>
          <p:nvSpPr>
            <p:cNvPr id="83" name="Oval 82"/>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84"/>
          <p:cNvGrpSpPr/>
          <p:nvPr/>
        </p:nvGrpSpPr>
        <p:grpSpPr>
          <a:xfrm>
            <a:off x="6683713" y="3218309"/>
            <a:ext cx="469021" cy="455593"/>
            <a:chOff x="630683" y="4190009"/>
            <a:chExt cx="469021" cy="455593"/>
          </a:xfrm>
        </p:grpSpPr>
        <p:sp>
          <p:nvSpPr>
            <p:cNvPr id="86" name="Oval 85"/>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87"/>
          <p:cNvGrpSpPr/>
          <p:nvPr/>
        </p:nvGrpSpPr>
        <p:grpSpPr>
          <a:xfrm>
            <a:off x="6683713" y="2377171"/>
            <a:ext cx="469021" cy="455593"/>
            <a:chOff x="3425803" y="3384456"/>
            <a:chExt cx="469021" cy="455593"/>
          </a:xfrm>
        </p:grpSpPr>
        <p:sp>
          <p:nvSpPr>
            <p:cNvPr id="89" name="Oval 88"/>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Effect transition="in" filter="fade">
                                      <p:cBhvr>
                                        <p:cTn id="9" dur="500"/>
                                        <p:tgtEl>
                                          <p:spTgt spid="43"/>
                                        </p:tgtEl>
                                      </p:cBhvr>
                                    </p:animEffect>
                                  </p:childTnLst>
                                </p:cTn>
                              </p:par>
                              <p:par>
                                <p:cTn id="10" presetID="12" presetClass="entr" presetSubtype="4" fill="hold" grpId="0" nodeType="with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slide(fromBottom)">
                                      <p:cBhvr>
                                        <p:cTn id="12" dur="500"/>
                                        <p:tgtEl>
                                          <p:spTgt spid="48"/>
                                        </p:tgtEl>
                                      </p:cBhvr>
                                    </p:animEffect>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 calcmode="lin" valueType="num">
                                      <p:cBhvr>
                                        <p:cTn id="16" dur="500" fill="hold"/>
                                        <p:tgtEl>
                                          <p:spTgt spid="44"/>
                                        </p:tgtEl>
                                        <p:attrNameLst>
                                          <p:attrName>ppt_w</p:attrName>
                                        </p:attrNameLst>
                                      </p:cBhvr>
                                      <p:tavLst>
                                        <p:tav tm="0">
                                          <p:val>
                                            <p:fltVal val="0"/>
                                          </p:val>
                                        </p:tav>
                                        <p:tav tm="100000">
                                          <p:val>
                                            <p:strVal val="#ppt_w"/>
                                          </p:val>
                                        </p:tav>
                                      </p:tavLst>
                                    </p:anim>
                                    <p:anim calcmode="lin" valueType="num">
                                      <p:cBhvr>
                                        <p:cTn id="17" dur="500" fill="hold"/>
                                        <p:tgtEl>
                                          <p:spTgt spid="44"/>
                                        </p:tgtEl>
                                        <p:attrNameLst>
                                          <p:attrName>ppt_h</p:attrName>
                                        </p:attrNameLst>
                                      </p:cBhvr>
                                      <p:tavLst>
                                        <p:tav tm="0">
                                          <p:val>
                                            <p:fltVal val="0"/>
                                          </p:val>
                                        </p:tav>
                                        <p:tav tm="100000">
                                          <p:val>
                                            <p:strVal val="#ppt_h"/>
                                          </p:val>
                                        </p:tav>
                                      </p:tavLst>
                                    </p:anim>
                                    <p:animEffect transition="in" filter="fade">
                                      <p:cBhvr>
                                        <p:cTn id="18" dur="500"/>
                                        <p:tgtEl>
                                          <p:spTgt spid="44"/>
                                        </p:tgtEl>
                                      </p:cBhvr>
                                    </p:animEffect>
                                  </p:childTnLst>
                                </p:cTn>
                              </p:par>
                              <p:par>
                                <p:cTn id="19" presetID="12" presetClass="entr" presetSubtype="4" fill="hold" grpId="0" nodeType="withEffect">
                                  <p:stCondLst>
                                    <p:cond delay="0"/>
                                  </p:stCondLst>
                                  <p:childTnLst>
                                    <p:set>
                                      <p:cBhvr>
                                        <p:cTn id="20" dur="1" fill="hold">
                                          <p:stCondLst>
                                            <p:cond delay="0"/>
                                          </p:stCondLst>
                                        </p:cTn>
                                        <p:tgtEl>
                                          <p:spTgt spid="49"/>
                                        </p:tgtEl>
                                        <p:attrNameLst>
                                          <p:attrName>style.visibility</p:attrName>
                                        </p:attrNameLst>
                                      </p:cBhvr>
                                      <p:to>
                                        <p:strVal val="visible"/>
                                      </p:to>
                                    </p:set>
                                    <p:animEffect transition="in" filter="slide(fromBottom)">
                                      <p:cBhvr>
                                        <p:cTn id="21" dur="500"/>
                                        <p:tgtEl>
                                          <p:spTgt spid="49"/>
                                        </p:tgtEl>
                                      </p:cBhvr>
                                    </p:animEffect>
                                  </p:childTnLst>
                                </p:cTn>
                              </p:par>
                              <p:par>
                                <p:cTn id="22" presetID="2" presetClass="entr" presetSubtype="1" accel="50000" decel="50000" fill="hold" grpId="0" nodeType="withEffect">
                                  <p:stCondLst>
                                    <p:cond delay="0"/>
                                  </p:stCondLst>
                                  <p:childTnLst>
                                    <p:set>
                                      <p:cBhvr>
                                        <p:cTn id="23" dur="1" fill="hold">
                                          <p:stCondLst>
                                            <p:cond delay="0"/>
                                          </p:stCondLst>
                                        </p:cTn>
                                        <p:tgtEl>
                                          <p:spTgt spid="66"/>
                                        </p:tgtEl>
                                        <p:attrNameLst>
                                          <p:attrName>style.visibility</p:attrName>
                                        </p:attrNameLst>
                                      </p:cBhvr>
                                      <p:to>
                                        <p:strVal val="visible"/>
                                      </p:to>
                                    </p:set>
                                    <p:anim calcmode="lin" valueType="num">
                                      <p:cBhvr additive="base">
                                        <p:cTn id="24" dur="1000" fill="hold"/>
                                        <p:tgtEl>
                                          <p:spTgt spid="66"/>
                                        </p:tgtEl>
                                        <p:attrNameLst>
                                          <p:attrName>ppt_x</p:attrName>
                                        </p:attrNameLst>
                                      </p:cBhvr>
                                      <p:tavLst>
                                        <p:tav tm="0">
                                          <p:val>
                                            <p:strVal val="#ppt_x"/>
                                          </p:val>
                                        </p:tav>
                                        <p:tav tm="100000">
                                          <p:val>
                                            <p:strVal val="#ppt_x"/>
                                          </p:val>
                                        </p:tav>
                                      </p:tavLst>
                                    </p:anim>
                                    <p:anim calcmode="lin" valueType="num">
                                      <p:cBhvr additive="base">
                                        <p:cTn id="25" dur="1000" fill="hold"/>
                                        <p:tgtEl>
                                          <p:spTgt spid="66"/>
                                        </p:tgtEl>
                                        <p:attrNameLst>
                                          <p:attrName>ppt_y</p:attrName>
                                        </p:attrNameLst>
                                      </p:cBhvr>
                                      <p:tavLst>
                                        <p:tav tm="0">
                                          <p:val>
                                            <p:strVal val="0-#ppt_h/2"/>
                                          </p:val>
                                        </p:tav>
                                        <p:tav tm="100000">
                                          <p:val>
                                            <p:strVal val="#ppt_y"/>
                                          </p:val>
                                        </p:tav>
                                      </p:tavLst>
                                    </p:anim>
                                  </p:childTnLst>
                                </p:cTn>
                              </p:par>
                            </p:childTnLst>
                          </p:cTn>
                        </p:par>
                        <p:par>
                          <p:cTn id="26" fill="hold">
                            <p:stCondLst>
                              <p:cond delay="1500"/>
                            </p:stCondLst>
                            <p:childTnLst>
                              <p:par>
                                <p:cTn id="27" presetID="53" presetClass="entr" presetSubtype="0"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p:cTn id="29" dur="500" fill="hold"/>
                                        <p:tgtEl>
                                          <p:spTgt spid="9"/>
                                        </p:tgtEl>
                                        <p:attrNameLst>
                                          <p:attrName>ppt_w</p:attrName>
                                        </p:attrNameLst>
                                      </p:cBhvr>
                                      <p:tavLst>
                                        <p:tav tm="0">
                                          <p:val>
                                            <p:fltVal val="0"/>
                                          </p:val>
                                        </p:tav>
                                        <p:tav tm="100000">
                                          <p:val>
                                            <p:strVal val="#ppt_w"/>
                                          </p:val>
                                        </p:tav>
                                      </p:tavLst>
                                    </p:anim>
                                    <p:anim calcmode="lin" valueType="num">
                                      <p:cBhvr>
                                        <p:cTn id="30" dur="500" fill="hold"/>
                                        <p:tgtEl>
                                          <p:spTgt spid="9"/>
                                        </p:tgtEl>
                                        <p:attrNameLst>
                                          <p:attrName>ppt_h</p:attrName>
                                        </p:attrNameLst>
                                      </p:cBhvr>
                                      <p:tavLst>
                                        <p:tav tm="0">
                                          <p:val>
                                            <p:fltVal val="0"/>
                                          </p:val>
                                        </p:tav>
                                        <p:tav tm="100000">
                                          <p:val>
                                            <p:strVal val="#ppt_h"/>
                                          </p:val>
                                        </p:tav>
                                      </p:tavLst>
                                    </p:anim>
                                    <p:animEffect transition="in" filter="fade">
                                      <p:cBhvr>
                                        <p:cTn id="31" dur="500"/>
                                        <p:tgtEl>
                                          <p:spTgt spid="9"/>
                                        </p:tgtEl>
                                      </p:cBhvr>
                                    </p:animEffect>
                                  </p:childTnLst>
                                </p:cTn>
                              </p:par>
                              <p:par>
                                <p:cTn id="32" presetID="2" presetClass="entr" presetSubtype="4" accel="50000" decel="5000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 calcmode="lin" valueType="num">
                                      <p:cBhvr additive="base">
                                        <p:cTn id="34" dur="1000" fill="hold"/>
                                        <p:tgtEl>
                                          <p:spTgt spid="2"/>
                                        </p:tgtEl>
                                        <p:attrNameLst>
                                          <p:attrName>ppt_x</p:attrName>
                                        </p:attrNameLst>
                                      </p:cBhvr>
                                      <p:tavLst>
                                        <p:tav tm="0">
                                          <p:val>
                                            <p:strVal val="#ppt_x"/>
                                          </p:val>
                                        </p:tav>
                                        <p:tav tm="100000">
                                          <p:val>
                                            <p:strVal val="#ppt_x"/>
                                          </p:val>
                                        </p:tav>
                                      </p:tavLst>
                                    </p:anim>
                                    <p:anim calcmode="lin" valueType="num">
                                      <p:cBhvr additive="base">
                                        <p:cTn id="35" dur="1000" fill="hold"/>
                                        <p:tgtEl>
                                          <p:spTgt spid="2"/>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53" presetClass="entr" presetSubtype="0" fill="hold" nodeType="after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p:cTn id="39" dur="500" fill="hold"/>
                                        <p:tgtEl>
                                          <p:spTgt spid="13"/>
                                        </p:tgtEl>
                                        <p:attrNameLst>
                                          <p:attrName>ppt_w</p:attrName>
                                        </p:attrNameLst>
                                      </p:cBhvr>
                                      <p:tavLst>
                                        <p:tav tm="0">
                                          <p:val>
                                            <p:fltVal val="0"/>
                                          </p:val>
                                        </p:tav>
                                        <p:tav tm="100000">
                                          <p:val>
                                            <p:strVal val="#ppt_w"/>
                                          </p:val>
                                        </p:tav>
                                      </p:tavLst>
                                    </p:anim>
                                    <p:anim calcmode="lin" valueType="num">
                                      <p:cBhvr>
                                        <p:cTn id="40" dur="500" fill="hold"/>
                                        <p:tgtEl>
                                          <p:spTgt spid="13"/>
                                        </p:tgtEl>
                                        <p:attrNameLst>
                                          <p:attrName>ppt_h</p:attrName>
                                        </p:attrNameLst>
                                      </p:cBhvr>
                                      <p:tavLst>
                                        <p:tav tm="0">
                                          <p:val>
                                            <p:fltVal val="0"/>
                                          </p:val>
                                        </p:tav>
                                        <p:tav tm="100000">
                                          <p:val>
                                            <p:strVal val="#ppt_h"/>
                                          </p:val>
                                        </p:tav>
                                      </p:tavLst>
                                    </p:anim>
                                    <p:animEffect transition="in" filter="fade">
                                      <p:cBhvr>
                                        <p:cTn id="41" dur="500"/>
                                        <p:tgtEl>
                                          <p:spTgt spid="13"/>
                                        </p:tgtEl>
                                      </p:cBhvr>
                                    </p:animEffect>
                                  </p:childTnLst>
                                </p:cTn>
                              </p:par>
                              <p:par>
                                <p:cTn id="42" presetID="2" presetClass="entr" presetSubtype="4" accel="50000" decel="50000" fill="hold" nodeType="withEffect">
                                  <p:stCondLst>
                                    <p:cond delay="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1000" fill="hold"/>
                                        <p:tgtEl>
                                          <p:spTgt spid="3"/>
                                        </p:tgtEl>
                                        <p:attrNameLst>
                                          <p:attrName>ppt_x</p:attrName>
                                        </p:attrNameLst>
                                      </p:cBhvr>
                                      <p:tavLst>
                                        <p:tav tm="0">
                                          <p:val>
                                            <p:strVal val="#ppt_x"/>
                                          </p:val>
                                        </p:tav>
                                        <p:tav tm="100000">
                                          <p:val>
                                            <p:strVal val="#ppt_x"/>
                                          </p:val>
                                        </p:tav>
                                      </p:tavLst>
                                    </p:anim>
                                    <p:anim calcmode="lin" valueType="num">
                                      <p:cBhvr additive="base">
                                        <p:cTn id="45" dur="1000" fill="hold"/>
                                        <p:tgtEl>
                                          <p:spTgt spid="3"/>
                                        </p:tgtEl>
                                        <p:attrNameLst>
                                          <p:attrName>ppt_y</p:attrName>
                                        </p:attrNameLst>
                                      </p:cBhvr>
                                      <p:tavLst>
                                        <p:tav tm="0">
                                          <p:val>
                                            <p:strVal val="1+#ppt_h/2"/>
                                          </p:val>
                                        </p:tav>
                                        <p:tav tm="100000">
                                          <p:val>
                                            <p:strVal val="#ppt_y"/>
                                          </p:val>
                                        </p:tav>
                                      </p:tavLst>
                                    </p:anim>
                                  </p:childTnLst>
                                </p:cTn>
                              </p:par>
                            </p:childTnLst>
                          </p:cTn>
                        </p:par>
                        <p:par>
                          <p:cTn id="46" fill="hold">
                            <p:stCondLst>
                              <p:cond delay="3500"/>
                            </p:stCondLst>
                            <p:childTnLst>
                              <p:par>
                                <p:cTn id="47" presetID="53" presetClass="entr" presetSubtype="0" fill="hold" nodeType="after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p:cTn id="49" dur="500" fill="hold"/>
                                        <p:tgtEl>
                                          <p:spTgt spid="11"/>
                                        </p:tgtEl>
                                        <p:attrNameLst>
                                          <p:attrName>ppt_w</p:attrName>
                                        </p:attrNameLst>
                                      </p:cBhvr>
                                      <p:tavLst>
                                        <p:tav tm="0">
                                          <p:val>
                                            <p:fltVal val="0"/>
                                          </p:val>
                                        </p:tav>
                                        <p:tav tm="100000">
                                          <p:val>
                                            <p:strVal val="#ppt_w"/>
                                          </p:val>
                                        </p:tav>
                                      </p:tavLst>
                                    </p:anim>
                                    <p:anim calcmode="lin" valueType="num">
                                      <p:cBhvr>
                                        <p:cTn id="50" dur="500" fill="hold"/>
                                        <p:tgtEl>
                                          <p:spTgt spid="11"/>
                                        </p:tgtEl>
                                        <p:attrNameLst>
                                          <p:attrName>ppt_h</p:attrName>
                                        </p:attrNameLst>
                                      </p:cBhvr>
                                      <p:tavLst>
                                        <p:tav tm="0">
                                          <p:val>
                                            <p:fltVal val="0"/>
                                          </p:val>
                                        </p:tav>
                                        <p:tav tm="100000">
                                          <p:val>
                                            <p:strVal val="#ppt_h"/>
                                          </p:val>
                                        </p:tav>
                                      </p:tavLst>
                                    </p:anim>
                                    <p:animEffect transition="in" filter="fade">
                                      <p:cBhvr>
                                        <p:cTn id="51" dur="500"/>
                                        <p:tgtEl>
                                          <p:spTgt spid="11"/>
                                        </p:tgtEl>
                                      </p:cBhvr>
                                    </p:animEffect>
                                  </p:childTnLst>
                                </p:cTn>
                              </p:par>
                              <p:par>
                                <p:cTn id="52" presetID="2" presetClass="entr" presetSubtype="4" accel="50000" decel="50000" fill="hold" nodeType="withEffect">
                                  <p:stCondLst>
                                    <p:cond delay="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1000" fill="hold"/>
                                        <p:tgtEl>
                                          <p:spTgt spid="4"/>
                                        </p:tgtEl>
                                        <p:attrNameLst>
                                          <p:attrName>ppt_x</p:attrName>
                                        </p:attrNameLst>
                                      </p:cBhvr>
                                      <p:tavLst>
                                        <p:tav tm="0">
                                          <p:val>
                                            <p:strVal val="#ppt_x"/>
                                          </p:val>
                                        </p:tav>
                                        <p:tav tm="100000">
                                          <p:val>
                                            <p:strVal val="#ppt_x"/>
                                          </p:val>
                                        </p:tav>
                                      </p:tavLst>
                                    </p:anim>
                                    <p:anim calcmode="lin" valueType="num">
                                      <p:cBhvr additive="base">
                                        <p:cTn id="55" dur="1000" fill="hold"/>
                                        <p:tgtEl>
                                          <p:spTgt spid="4"/>
                                        </p:tgtEl>
                                        <p:attrNameLst>
                                          <p:attrName>ppt_y</p:attrName>
                                        </p:attrNameLst>
                                      </p:cBhvr>
                                      <p:tavLst>
                                        <p:tav tm="0">
                                          <p:val>
                                            <p:strVal val="1+#ppt_h/2"/>
                                          </p:val>
                                        </p:tav>
                                        <p:tav tm="100000">
                                          <p:val>
                                            <p:strVal val="#ppt_y"/>
                                          </p:val>
                                        </p:tav>
                                      </p:tavLst>
                                    </p:anim>
                                  </p:childTnLst>
                                </p:cTn>
                              </p:par>
                            </p:childTnLst>
                          </p:cTn>
                        </p:par>
                        <p:par>
                          <p:cTn id="56" fill="hold">
                            <p:stCondLst>
                              <p:cond delay="4500"/>
                            </p:stCondLst>
                            <p:childTnLst>
                              <p:par>
                                <p:cTn id="57" presetID="53" presetClass="entr" presetSubtype="0" fill="hold"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500" fill="hold"/>
                                        <p:tgtEl>
                                          <p:spTgt spid="12"/>
                                        </p:tgtEl>
                                        <p:attrNameLst>
                                          <p:attrName>ppt_w</p:attrName>
                                        </p:attrNameLst>
                                      </p:cBhvr>
                                      <p:tavLst>
                                        <p:tav tm="0">
                                          <p:val>
                                            <p:fltVal val="0"/>
                                          </p:val>
                                        </p:tav>
                                        <p:tav tm="100000">
                                          <p:val>
                                            <p:strVal val="#ppt_w"/>
                                          </p:val>
                                        </p:tav>
                                      </p:tavLst>
                                    </p:anim>
                                    <p:anim calcmode="lin" valueType="num">
                                      <p:cBhvr>
                                        <p:cTn id="60" dur="500" fill="hold"/>
                                        <p:tgtEl>
                                          <p:spTgt spid="12"/>
                                        </p:tgtEl>
                                        <p:attrNameLst>
                                          <p:attrName>ppt_h</p:attrName>
                                        </p:attrNameLst>
                                      </p:cBhvr>
                                      <p:tavLst>
                                        <p:tav tm="0">
                                          <p:val>
                                            <p:fltVal val="0"/>
                                          </p:val>
                                        </p:tav>
                                        <p:tav tm="100000">
                                          <p:val>
                                            <p:strVal val="#ppt_h"/>
                                          </p:val>
                                        </p:tav>
                                      </p:tavLst>
                                    </p:anim>
                                    <p:animEffect transition="in" filter="fade">
                                      <p:cBhvr>
                                        <p:cTn id="61" dur="500"/>
                                        <p:tgtEl>
                                          <p:spTgt spid="12"/>
                                        </p:tgtEl>
                                      </p:cBhvr>
                                    </p:animEffect>
                                  </p:childTnLst>
                                </p:cTn>
                              </p:par>
                              <p:par>
                                <p:cTn id="62" presetID="2" presetClass="entr" presetSubtype="4" accel="50000" decel="50000" fill="hold" nodeType="withEffect">
                                  <p:stCondLst>
                                    <p:cond delay="0"/>
                                  </p:stCondLst>
                                  <p:childTnLst>
                                    <p:set>
                                      <p:cBhvr>
                                        <p:cTn id="63" dur="1" fill="hold">
                                          <p:stCondLst>
                                            <p:cond delay="0"/>
                                          </p:stCondLst>
                                        </p:cTn>
                                        <p:tgtEl>
                                          <p:spTgt spid="5"/>
                                        </p:tgtEl>
                                        <p:attrNameLst>
                                          <p:attrName>style.visibility</p:attrName>
                                        </p:attrNameLst>
                                      </p:cBhvr>
                                      <p:to>
                                        <p:strVal val="visible"/>
                                      </p:to>
                                    </p:set>
                                    <p:anim calcmode="lin" valueType="num">
                                      <p:cBhvr additive="base">
                                        <p:cTn id="64" dur="1000" fill="hold"/>
                                        <p:tgtEl>
                                          <p:spTgt spid="5"/>
                                        </p:tgtEl>
                                        <p:attrNameLst>
                                          <p:attrName>ppt_x</p:attrName>
                                        </p:attrNameLst>
                                      </p:cBhvr>
                                      <p:tavLst>
                                        <p:tav tm="0">
                                          <p:val>
                                            <p:strVal val="#ppt_x"/>
                                          </p:val>
                                        </p:tav>
                                        <p:tav tm="100000">
                                          <p:val>
                                            <p:strVal val="#ppt_x"/>
                                          </p:val>
                                        </p:tav>
                                      </p:tavLst>
                                    </p:anim>
                                    <p:anim calcmode="lin" valueType="num">
                                      <p:cBhvr additive="base">
                                        <p:cTn id="65" dur="1000" fill="hold"/>
                                        <p:tgtEl>
                                          <p:spTgt spid="5"/>
                                        </p:tgtEl>
                                        <p:attrNameLst>
                                          <p:attrName>ppt_y</p:attrName>
                                        </p:attrNameLst>
                                      </p:cBhvr>
                                      <p:tavLst>
                                        <p:tav tm="0">
                                          <p:val>
                                            <p:strVal val="1+#ppt_h/2"/>
                                          </p:val>
                                        </p:tav>
                                        <p:tav tm="100000">
                                          <p:val>
                                            <p:strVal val="#ppt_y"/>
                                          </p:val>
                                        </p:tav>
                                      </p:tavLst>
                                    </p:anim>
                                  </p:childTnLst>
                                </p:cTn>
                              </p:par>
                            </p:childTnLst>
                          </p:cTn>
                        </p:par>
                        <p:par>
                          <p:cTn id="66" fill="hold">
                            <p:stCondLst>
                              <p:cond delay="5500"/>
                            </p:stCondLst>
                            <p:childTnLst>
                              <p:par>
                                <p:cTn id="67" presetID="53" presetClass="entr" presetSubtype="0" fill="hold" nodeType="after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p:cTn id="69" dur="500" fill="hold"/>
                                        <p:tgtEl>
                                          <p:spTgt spid="10"/>
                                        </p:tgtEl>
                                        <p:attrNameLst>
                                          <p:attrName>ppt_w</p:attrName>
                                        </p:attrNameLst>
                                      </p:cBhvr>
                                      <p:tavLst>
                                        <p:tav tm="0">
                                          <p:val>
                                            <p:fltVal val="0"/>
                                          </p:val>
                                        </p:tav>
                                        <p:tav tm="100000">
                                          <p:val>
                                            <p:strVal val="#ppt_w"/>
                                          </p:val>
                                        </p:tav>
                                      </p:tavLst>
                                    </p:anim>
                                    <p:anim calcmode="lin" valueType="num">
                                      <p:cBhvr>
                                        <p:cTn id="70" dur="500" fill="hold"/>
                                        <p:tgtEl>
                                          <p:spTgt spid="10"/>
                                        </p:tgtEl>
                                        <p:attrNameLst>
                                          <p:attrName>ppt_h</p:attrName>
                                        </p:attrNameLst>
                                      </p:cBhvr>
                                      <p:tavLst>
                                        <p:tav tm="0">
                                          <p:val>
                                            <p:fltVal val="0"/>
                                          </p:val>
                                        </p:tav>
                                        <p:tav tm="100000">
                                          <p:val>
                                            <p:strVal val="#ppt_h"/>
                                          </p:val>
                                        </p:tav>
                                      </p:tavLst>
                                    </p:anim>
                                    <p:animEffect transition="in" filter="fade">
                                      <p:cBhvr>
                                        <p:cTn id="71" dur="500"/>
                                        <p:tgtEl>
                                          <p:spTgt spid="10"/>
                                        </p:tgtEl>
                                      </p:cBhvr>
                                    </p:animEffect>
                                  </p:childTnLst>
                                </p:cTn>
                              </p:par>
                              <p:par>
                                <p:cTn id="72" presetID="2" presetClass="entr" presetSubtype="4" accel="50000" decel="50000" fill="hold" nodeType="withEffect">
                                  <p:stCondLst>
                                    <p:cond delay="0"/>
                                  </p:stCondLst>
                                  <p:childTnLst>
                                    <p:set>
                                      <p:cBhvr>
                                        <p:cTn id="73" dur="1" fill="hold">
                                          <p:stCondLst>
                                            <p:cond delay="0"/>
                                          </p:stCondLst>
                                        </p:cTn>
                                        <p:tgtEl>
                                          <p:spTgt spid="6"/>
                                        </p:tgtEl>
                                        <p:attrNameLst>
                                          <p:attrName>style.visibility</p:attrName>
                                        </p:attrNameLst>
                                      </p:cBhvr>
                                      <p:to>
                                        <p:strVal val="visible"/>
                                      </p:to>
                                    </p:set>
                                    <p:anim calcmode="lin" valueType="num">
                                      <p:cBhvr additive="base">
                                        <p:cTn id="74" dur="1000" fill="hold"/>
                                        <p:tgtEl>
                                          <p:spTgt spid="6"/>
                                        </p:tgtEl>
                                        <p:attrNameLst>
                                          <p:attrName>ppt_x</p:attrName>
                                        </p:attrNameLst>
                                      </p:cBhvr>
                                      <p:tavLst>
                                        <p:tav tm="0">
                                          <p:val>
                                            <p:strVal val="#ppt_x"/>
                                          </p:val>
                                        </p:tav>
                                        <p:tav tm="100000">
                                          <p:val>
                                            <p:strVal val="#ppt_x"/>
                                          </p:val>
                                        </p:tav>
                                      </p:tavLst>
                                    </p:anim>
                                    <p:anim calcmode="lin" valueType="num">
                                      <p:cBhvr additive="base">
                                        <p:cTn id="75" dur="1000" fill="hold"/>
                                        <p:tgtEl>
                                          <p:spTgt spid="6"/>
                                        </p:tgtEl>
                                        <p:attrNameLst>
                                          <p:attrName>ppt_y</p:attrName>
                                        </p:attrNameLst>
                                      </p:cBhvr>
                                      <p:tavLst>
                                        <p:tav tm="0">
                                          <p:val>
                                            <p:strVal val="1+#ppt_h/2"/>
                                          </p:val>
                                        </p:tav>
                                        <p:tav tm="100000">
                                          <p:val>
                                            <p:strVal val="#ppt_y"/>
                                          </p:val>
                                        </p:tav>
                                      </p:tavLst>
                                    </p:anim>
                                  </p:childTnLst>
                                </p:cTn>
                              </p:par>
                            </p:childTnLst>
                          </p:cTn>
                        </p:par>
                        <p:par>
                          <p:cTn id="76" fill="hold">
                            <p:stCondLst>
                              <p:cond delay="6500"/>
                            </p:stCondLst>
                            <p:childTnLst>
                              <p:par>
                                <p:cTn id="77" presetID="53" presetClass="entr" presetSubtype="0" fill="hold" nodeType="after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p:cTn id="79" dur="500" fill="hold"/>
                                        <p:tgtEl>
                                          <p:spTgt spid="8"/>
                                        </p:tgtEl>
                                        <p:attrNameLst>
                                          <p:attrName>ppt_w</p:attrName>
                                        </p:attrNameLst>
                                      </p:cBhvr>
                                      <p:tavLst>
                                        <p:tav tm="0">
                                          <p:val>
                                            <p:fltVal val="0"/>
                                          </p:val>
                                        </p:tav>
                                        <p:tav tm="100000">
                                          <p:val>
                                            <p:strVal val="#ppt_w"/>
                                          </p:val>
                                        </p:tav>
                                      </p:tavLst>
                                    </p:anim>
                                    <p:anim calcmode="lin" valueType="num">
                                      <p:cBhvr>
                                        <p:cTn id="80" dur="500" fill="hold"/>
                                        <p:tgtEl>
                                          <p:spTgt spid="8"/>
                                        </p:tgtEl>
                                        <p:attrNameLst>
                                          <p:attrName>ppt_h</p:attrName>
                                        </p:attrNameLst>
                                      </p:cBhvr>
                                      <p:tavLst>
                                        <p:tav tm="0">
                                          <p:val>
                                            <p:fltVal val="0"/>
                                          </p:val>
                                        </p:tav>
                                        <p:tav tm="100000">
                                          <p:val>
                                            <p:strVal val="#ppt_h"/>
                                          </p:val>
                                        </p:tav>
                                      </p:tavLst>
                                    </p:anim>
                                    <p:animEffect transition="in" filter="fade">
                                      <p:cBhvr>
                                        <p:cTn id="81" dur="500"/>
                                        <p:tgtEl>
                                          <p:spTgt spid="8"/>
                                        </p:tgtEl>
                                      </p:cBhvr>
                                    </p:animEffect>
                                  </p:childTnLst>
                                </p:cTn>
                              </p:par>
                              <p:par>
                                <p:cTn id="82" presetID="2" presetClass="entr" presetSubtype="4" accel="50000" decel="50000" fill="hold" nodeType="with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additive="base">
                                        <p:cTn id="84" dur="1000" fill="hold"/>
                                        <p:tgtEl>
                                          <p:spTgt spid="7"/>
                                        </p:tgtEl>
                                        <p:attrNameLst>
                                          <p:attrName>ppt_x</p:attrName>
                                        </p:attrNameLst>
                                      </p:cBhvr>
                                      <p:tavLst>
                                        <p:tav tm="0">
                                          <p:val>
                                            <p:strVal val="#ppt_x"/>
                                          </p:val>
                                        </p:tav>
                                        <p:tav tm="100000">
                                          <p:val>
                                            <p:strVal val="#ppt_x"/>
                                          </p:val>
                                        </p:tav>
                                      </p:tavLst>
                                    </p:anim>
                                    <p:anim calcmode="lin" valueType="num">
                                      <p:cBhvr additive="base">
                                        <p:cTn id="85"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8" grpId="0"/>
      <p:bldP spid="49" grpId="0"/>
      <p:bldP spid="6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 name="Picture Placeholder 37" descr="imageHolder.jpg"/>
          <p:cNvPicPr>
            <a:picLocks noGrp="1" noChangeAspect="1"/>
          </p:cNvPicPr>
          <p:nvPr>
            <p:ph type="pic" sz="quarter" idx="10"/>
          </p:nvPr>
        </p:nvPicPr>
        <p:blipFill>
          <a:blip r:embed="rId2"/>
          <a:srcRect t="21016" b="21016"/>
          <a:stretch>
            <a:fillRect/>
          </a:stretch>
        </p:blipFill>
        <p:spPr/>
      </p:pic>
      <p:sp>
        <p:nvSpPr>
          <p:cNvPr id="6" name="Slide Number Placeholder 5"/>
          <p:cNvSpPr>
            <a:spLocks noGrp="1"/>
          </p:cNvSpPr>
          <p:nvPr>
            <p:ph type="sldNum" sz="quarter" idx="14"/>
          </p:nvPr>
        </p:nvSpPr>
        <p:spPr/>
        <p:txBody>
          <a:bodyPr/>
          <a:lstStyle/>
          <a:p>
            <a:fld id="{C136B7D2-B98C-44FD-8D04-7EC62A564975}" type="slidenum">
              <a:rPr lang="en-US" smtClean="0"/>
              <a:pPr/>
              <a:t>18</a:t>
            </a:fld>
            <a:endParaRPr lang="en-US" dirty="0"/>
          </a:p>
        </p:txBody>
      </p:sp>
      <p:grpSp>
        <p:nvGrpSpPr>
          <p:cNvPr id="3" name="Group 4"/>
          <p:cNvGrpSpPr/>
          <p:nvPr/>
        </p:nvGrpSpPr>
        <p:grpSpPr>
          <a:xfrm>
            <a:off x="654725" y="2419227"/>
            <a:ext cx="1785816" cy="2216393"/>
            <a:chOff x="654725" y="2419227"/>
            <a:chExt cx="1785816" cy="2216393"/>
          </a:xfrm>
        </p:grpSpPr>
        <p:sp>
          <p:nvSpPr>
            <p:cNvPr id="20" name="Rectangle 19"/>
            <p:cNvSpPr/>
            <p:nvPr/>
          </p:nvSpPr>
          <p:spPr>
            <a:xfrm>
              <a:off x="654725" y="2978419"/>
              <a:ext cx="1785816" cy="1484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Round Same Side Corner Rectangle 1"/>
            <p:cNvSpPr/>
            <p:nvPr/>
          </p:nvSpPr>
          <p:spPr>
            <a:xfrm>
              <a:off x="654725" y="2419227"/>
              <a:ext cx="1785816" cy="581553"/>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p:cNvSpPr/>
            <p:nvPr/>
          </p:nvSpPr>
          <p:spPr>
            <a:xfrm>
              <a:off x="654725" y="4510638"/>
              <a:ext cx="1785816" cy="1249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24"/>
          <p:cNvGrpSpPr/>
          <p:nvPr/>
        </p:nvGrpSpPr>
        <p:grpSpPr>
          <a:xfrm>
            <a:off x="2672461" y="2419227"/>
            <a:ext cx="1785816" cy="2216393"/>
            <a:chOff x="654725" y="2419227"/>
            <a:chExt cx="1785816" cy="2216393"/>
          </a:xfrm>
        </p:grpSpPr>
        <p:sp>
          <p:nvSpPr>
            <p:cNvPr id="26" name="Rectangle 25"/>
            <p:cNvSpPr/>
            <p:nvPr/>
          </p:nvSpPr>
          <p:spPr>
            <a:xfrm>
              <a:off x="654725" y="2978419"/>
              <a:ext cx="1785816" cy="1484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ound Same Side Corner Rectangle 26"/>
            <p:cNvSpPr/>
            <p:nvPr/>
          </p:nvSpPr>
          <p:spPr>
            <a:xfrm>
              <a:off x="654725" y="2419227"/>
              <a:ext cx="1785816" cy="581553"/>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p:cNvSpPr/>
            <p:nvPr/>
          </p:nvSpPr>
          <p:spPr>
            <a:xfrm>
              <a:off x="654725" y="4510638"/>
              <a:ext cx="1785816" cy="1249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28"/>
          <p:cNvGrpSpPr/>
          <p:nvPr/>
        </p:nvGrpSpPr>
        <p:grpSpPr>
          <a:xfrm>
            <a:off x="4690197" y="2419227"/>
            <a:ext cx="1785816" cy="2216393"/>
            <a:chOff x="654725" y="2419227"/>
            <a:chExt cx="1785816" cy="2216393"/>
          </a:xfrm>
        </p:grpSpPr>
        <p:sp>
          <p:nvSpPr>
            <p:cNvPr id="30" name="Rectangle 29"/>
            <p:cNvSpPr/>
            <p:nvPr/>
          </p:nvSpPr>
          <p:spPr>
            <a:xfrm>
              <a:off x="654725" y="2978419"/>
              <a:ext cx="1785816" cy="1484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ound Same Side Corner Rectangle 30"/>
            <p:cNvSpPr/>
            <p:nvPr/>
          </p:nvSpPr>
          <p:spPr>
            <a:xfrm>
              <a:off x="654725" y="2419227"/>
              <a:ext cx="1785816" cy="581553"/>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p:cNvSpPr/>
            <p:nvPr/>
          </p:nvSpPr>
          <p:spPr>
            <a:xfrm>
              <a:off x="654725" y="4510638"/>
              <a:ext cx="1785816" cy="1249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32"/>
          <p:cNvGrpSpPr/>
          <p:nvPr/>
        </p:nvGrpSpPr>
        <p:grpSpPr>
          <a:xfrm>
            <a:off x="6707933" y="2419227"/>
            <a:ext cx="1785816" cy="2216393"/>
            <a:chOff x="654725" y="2419227"/>
            <a:chExt cx="1785816" cy="2216393"/>
          </a:xfrm>
        </p:grpSpPr>
        <p:sp>
          <p:nvSpPr>
            <p:cNvPr id="34" name="Rectangle 33"/>
            <p:cNvSpPr/>
            <p:nvPr/>
          </p:nvSpPr>
          <p:spPr>
            <a:xfrm>
              <a:off x="654725" y="2978419"/>
              <a:ext cx="1785816" cy="1484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 Same Side Corner Rectangle 34"/>
            <p:cNvSpPr/>
            <p:nvPr/>
          </p:nvSpPr>
          <p:spPr>
            <a:xfrm>
              <a:off x="654725" y="2419227"/>
              <a:ext cx="1785816" cy="581553"/>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ectangle 35"/>
            <p:cNvSpPr/>
            <p:nvPr/>
          </p:nvSpPr>
          <p:spPr>
            <a:xfrm>
              <a:off x="654725" y="4510638"/>
              <a:ext cx="1785816" cy="1249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7" name="TextBox 36"/>
          <p:cNvSpPr txBox="1"/>
          <p:nvPr/>
        </p:nvSpPr>
        <p:spPr>
          <a:xfrm>
            <a:off x="564910" y="3211342"/>
            <a:ext cx="1975090" cy="1107996"/>
          </a:xfrm>
          <a:prstGeom prst="rect">
            <a:avLst/>
          </a:prstGeom>
          <a:noFill/>
        </p:spPr>
        <p:txBody>
          <a:bodyPr wrap="square" rtlCol="0">
            <a:spAutoFit/>
          </a:bodyPr>
          <a:lstStyle/>
          <a:p>
            <a:pPr algn="ctr"/>
            <a:r>
              <a:rPr lang="en-US" sz="1400" b="1" dirty="0">
                <a:solidFill>
                  <a:schemeClr val="accent1"/>
                </a:solidFill>
                <a:latin typeface="+mj-lt"/>
              </a:rPr>
              <a:t>Web Design</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sp>
        <p:nvSpPr>
          <p:cNvPr id="45" name="TextBox 44"/>
          <p:cNvSpPr txBox="1"/>
          <p:nvPr/>
        </p:nvSpPr>
        <p:spPr>
          <a:xfrm>
            <a:off x="2568687" y="3211342"/>
            <a:ext cx="2016246" cy="1107996"/>
          </a:xfrm>
          <a:prstGeom prst="rect">
            <a:avLst/>
          </a:prstGeom>
          <a:noFill/>
        </p:spPr>
        <p:txBody>
          <a:bodyPr wrap="square" rtlCol="0">
            <a:spAutoFit/>
          </a:bodyPr>
          <a:lstStyle/>
          <a:p>
            <a:pPr algn="ctr"/>
            <a:r>
              <a:rPr lang="en-US" sz="1400" b="1" dirty="0">
                <a:solidFill>
                  <a:schemeClr val="accent2"/>
                </a:solidFill>
              </a:rPr>
              <a:t>Mobile Apps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sp>
        <p:nvSpPr>
          <p:cNvPr id="47" name="TextBox 46"/>
          <p:cNvSpPr txBox="1"/>
          <p:nvPr/>
        </p:nvSpPr>
        <p:spPr>
          <a:xfrm>
            <a:off x="4556470" y="3211342"/>
            <a:ext cx="1999792" cy="1107996"/>
          </a:xfrm>
          <a:prstGeom prst="rect">
            <a:avLst/>
          </a:prstGeom>
          <a:noFill/>
        </p:spPr>
        <p:txBody>
          <a:bodyPr wrap="square" rtlCol="0">
            <a:spAutoFit/>
          </a:bodyPr>
          <a:lstStyle/>
          <a:p>
            <a:pPr algn="ctr"/>
            <a:r>
              <a:rPr lang="en-US" sz="1400" b="1" dirty="0">
                <a:solidFill>
                  <a:schemeClr val="accent3"/>
                </a:solidFill>
              </a:rPr>
              <a:t>Data Analysis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sp>
        <p:nvSpPr>
          <p:cNvPr id="52" name="TextBox 51"/>
          <p:cNvSpPr txBox="1"/>
          <p:nvPr/>
        </p:nvSpPr>
        <p:spPr>
          <a:xfrm>
            <a:off x="6642100" y="3211342"/>
            <a:ext cx="1917483" cy="1107996"/>
          </a:xfrm>
          <a:prstGeom prst="rect">
            <a:avLst/>
          </a:prstGeom>
          <a:noFill/>
        </p:spPr>
        <p:txBody>
          <a:bodyPr wrap="square" rtlCol="0">
            <a:spAutoFit/>
          </a:bodyPr>
          <a:lstStyle/>
          <a:p>
            <a:pPr algn="ctr"/>
            <a:r>
              <a:rPr lang="en-US" sz="1400" b="1" dirty="0">
                <a:solidFill>
                  <a:schemeClr val="accent4"/>
                </a:solidFill>
              </a:rPr>
              <a:t>Management</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 available</a:t>
            </a:r>
          </a:p>
        </p:txBody>
      </p:sp>
      <p:sp>
        <p:nvSpPr>
          <p:cNvPr id="13" name="Freeform 52"/>
          <p:cNvSpPr>
            <a:spLocks noEditPoints="1"/>
          </p:cNvSpPr>
          <p:nvPr/>
        </p:nvSpPr>
        <p:spPr bwMode="auto">
          <a:xfrm>
            <a:off x="7424822" y="2539882"/>
            <a:ext cx="352040" cy="37874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2"/>
          <p:cNvSpPr>
            <a:spLocks noEditPoints="1"/>
          </p:cNvSpPr>
          <p:nvPr/>
        </p:nvSpPr>
        <p:spPr bwMode="auto">
          <a:xfrm flipH="1">
            <a:off x="1332449" y="2539882"/>
            <a:ext cx="440012" cy="378744"/>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78"/>
          <p:cNvSpPr>
            <a:spLocks noEditPoints="1"/>
          </p:cNvSpPr>
          <p:nvPr/>
        </p:nvSpPr>
        <p:spPr bwMode="auto">
          <a:xfrm flipH="1">
            <a:off x="5393510" y="2563552"/>
            <a:ext cx="440012" cy="33140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86"/>
          <p:cNvSpPr>
            <a:spLocks noEditPoints="1"/>
          </p:cNvSpPr>
          <p:nvPr/>
        </p:nvSpPr>
        <p:spPr bwMode="auto">
          <a:xfrm>
            <a:off x="3447706" y="2512033"/>
            <a:ext cx="258208" cy="434442"/>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2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750" fill="hold"/>
                                        <p:tgtEl>
                                          <p:spTgt spid="3"/>
                                        </p:tgtEl>
                                        <p:attrNameLst>
                                          <p:attrName>ppt_x</p:attrName>
                                        </p:attrNameLst>
                                      </p:cBhvr>
                                      <p:tavLst>
                                        <p:tav tm="0">
                                          <p:val>
                                            <p:strVal val="#ppt_x"/>
                                          </p:val>
                                        </p:tav>
                                        <p:tav tm="100000">
                                          <p:val>
                                            <p:strVal val="#ppt_x"/>
                                          </p:val>
                                        </p:tav>
                                      </p:tavLst>
                                    </p:anim>
                                    <p:anim calcmode="lin" valueType="num">
                                      <p:cBhvr additive="base">
                                        <p:cTn id="8" dur="75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750"/>
                            </p:stCondLst>
                            <p:childTnLst>
                              <p:par>
                                <p:cTn id="10" presetID="53" presetClass="entr" presetSubtype="0"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p:cTn id="12" dur="500" fill="hold"/>
                                        <p:tgtEl>
                                          <p:spTgt spid="14"/>
                                        </p:tgtEl>
                                        <p:attrNameLst>
                                          <p:attrName>ppt_w</p:attrName>
                                        </p:attrNameLst>
                                      </p:cBhvr>
                                      <p:tavLst>
                                        <p:tav tm="0">
                                          <p:val>
                                            <p:fltVal val="0"/>
                                          </p:val>
                                        </p:tav>
                                        <p:tav tm="100000">
                                          <p:val>
                                            <p:strVal val="#ppt_w"/>
                                          </p:val>
                                        </p:tav>
                                      </p:tavLst>
                                    </p:anim>
                                    <p:anim calcmode="lin" valueType="num">
                                      <p:cBhvr>
                                        <p:cTn id="13" dur="500" fill="hold"/>
                                        <p:tgtEl>
                                          <p:spTgt spid="14"/>
                                        </p:tgtEl>
                                        <p:attrNameLst>
                                          <p:attrName>ppt_h</p:attrName>
                                        </p:attrNameLst>
                                      </p:cBhvr>
                                      <p:tavLst>
                                        <p:tav tm="0">
                                          <p:val>
                                            <p:fltVal val="0"/>
                                          </p:val>
                                        </p:tav>
                                        <p:tav tm="100000">
                                          <p:val>
                                            <p:strVal val="#ppt_h"/>
                                          </p:val>
                                        </p:tav>
                                      </p:tavLst>
                                    </p:anim>
                                    <p:animEffect transition="in" filter="fade">
                                      <p:cBhvr>
                                        <p:cTn id="14" dur="500"/>
                                        <p:tgtEl>
                                          <p:spTgt spid="14"/>
                                        </p:tgtEl>
                                      </p:cBhvr>
                                    </p:animEffect>
                                  </p:childTnLst>
                                </p:cTn>
                              </p:par>
                            </p:childTnLst>
                          </p:cTn>
                        </p:par>
                        <p:par>
                          <p:cTn id="15" fill="hold">
                            <p:stCondLst>
                              <p:cond delay="1250"/>
                            </p:stCondLst>
                            <p:childTnLst>
                              <p:par>
                                <p:cTn id="16" presetID="42" presetClass="entr" presetSubtype="0" fill="hold" grpId="0" nodeType="after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750"/>
                                        <p:tgtEl>
                                          <p:spTgt spid="37"/>
                                        </p:tgtEl>
                                      </p:cBhvr>
                                    </p:animEffect>
                                    <p:anim calcmode="lin" valueType="num">
                                      <p:cBhvr>
                                        <p:cTn id="19" dur="750" fill="hold"/>
                                        <p:tgtEl>
                                          <p:spTgt spid="37"/>
                                        </p:tgtEl>
                                        <p:attrNameLst>
                                          <p:attrName>ppt_x</p:attrName>
                                        </p:attrNameLst>
                                      </p:cBhvr>
                                      <p:tavLst>
                                        <p:tav tm="0">
                                          <p:val>
                                            <p:strVal val="#ppt_x"/>
                                          </p:val>
                                        </p:tav>
                                        <p:tav tm="100000">
                                          <p:val>
                                            <p:strVal val="#ppt_x"/>
                                          </p:val>
                                        </p:tav>
                                      </p:tavLst>
                                    </p:anim>
                                    <p:anim calcmode="lin" valueType="num">
                                      <p:cBhvr>
                                        <p:cTn id="20" dur="750" fill="hold"/>
                                        <p:tgtEl>
                                          <p:spTgt spid="37"/>
                                        </p:tgtEl>
                                        <p:attrNameLst>
                                          <p:attrName>ppt_y</p:attrName>
                                        </p:attrNameLst>
                                      </p:cBhvr>
                                      <p:tavLst>
                                        <p:tav tm="0">
                                          <p:val>
                                            <p:strVal val="#ppt_y+.1"/>
                                          </p:val>
                                        </p:tav>
                                        <p:tav tm="100000">
                                          <p:val>
                                            <p:strVal val="#ppt_y"/>
                                          </p:val>
                                        </p:tav>
                                      </p:tavLst>
                                    </p:anim>
                                  </p:childTnLst>
                                </p:cTn>
                              </p:par>
                            </p:childTnLst>
                          </p:cTn>
                        </p:par>
                        <p:par>
                          <p:cTn id="21" fill="hold">
                            <p:stCondLst>
                              <p:cond delay="2000"/>
                            </p:stCondLst>
                            <p:childTnLst>
                              <p:par>
                                <p:cTn id="22" presetID="2" presetClass="entr" presetSubtype="4" accel="20000" decel="2000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750" fill="hold"/>
                                        <p:tgtEl>
                                          <p:spTgt spid="4"/>
                                        </p:tgtEl>
                                        <p:attrNameLst>
                                          <p:attrName>ppt_x</p:attrName>
                                        </p:attrNameLst>
                                      </p:cBhvr>
                                      <p:tavLst>
                                        <p:tav tm="0">
                                          <p:val>
                                            <p:strVal val="#ppt_x"/>
                                          </p:val>
                                        </p:tav>
                                        <p:tav tm="100000">
                                          <p:val>
                                            <p:strVal val="#ppt_x"/>
                                          </p:val>
                                        </p:tav>
                                      </p:tavLst>
                                    </p:anim>
                                    <p:anim calcmode="lin" valueType="num">
                                      <p:cBhvr additive="base">
                                        <p:cTn id="25" dur="750" fill="hold"/>
                                        <p:tgtEl>
                                          <p:spTgt spid="4"/>
                                        </p:tgtEl>
                                        <p:attrNameLst>
                                          <p:attrName>ppt_y</p:attrName>
                                        </p:attrNameLst>
                                      </p:cBhvr>
                                      <p:tavLst>
                                        <p:tav tm="0">
                                          <p:val>
                                            <p:strVal val="1+#ppt_h/2"/>
                                          </p:val>
                                        </p:tav>
                                        <p:tav tm="100000">
                                          <p:val>
                                            <p:strVal val="#ppt_y"/>
                                          </p:val>
                                        </p:tav>
                                      </p:tavLst>
                                    </p:anim>
                                  </p:childTnLst>
                                </p:cTn>
                              </p:par>
                            </p:childTnLst>
                          </p:cTn>
                        </p:par>
                        <p:par>
                          <p:cTn id="26" fill="hold">
                            <p:stCondLst>
                              <p:cond delay="2750"/>
                            </p:stCondLst>
                            <p:childTnLst>
                              <p:par>
                                <p:cTn id="27" presetID="53" presetClass="entr" presetSubtype="0" fill="hold" grpId="0" nodeType="after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p:cTn id="29" dur="500" fill="hold"/>
                                        <p:tgtEl>
                                          <p:spTgt spid="16"/>
                                        </p:tgtEl>
                                        <p:attrNameLst>
                                          <p:attrName>ppt_w</p:attrName>
                                        </p:attrNameLst>
                                      </p:cBhvr>
                                      <p:tavLst>
                                        <p:tav tm="0">
                                          <p:val>
                                            <p:fltVal val="0"/>
                                          </p:val>
                                        </p:tav>
                                        <p:tav tm="100000">
                                          <p:val>
                                            <p:strVal val="#ppt_w"/>
                                          </p:val>
                                        </p:tav>
                                      </p:tavLst>
                                    </p:anim>
                                    <p:anim calcmode="lin" valueType="num">
                                      <p:cBhvr>
                                        <p:cTn id="30" dur="500" fill="hold"/>
                                        <p:tgtEl>
                                          <p:spTgt spid="16"/>
                                        </p:tgtEl>
                                        <p:attrNameLst>
                                          <p:attrName>ppt_h</p:attrName>
                                        </p:attrNameLst>
                                      </p:cBhvr>
                                      <p:tavLst>
                                        <p:tav tm="0">
                                          <p:val>
                                            <p:fltVal val="0"/>
                                          </p:val>
                                        </p:tav>
                                        <p:tav tm="100000">
                                          <p:val>
                                            <p:strVal val="#ppt_h"/>
                                          </p:val>
                                        </p:tav>
                                      </p:tavLst>
                                    </p:anim>
                                    <p:animEffect transition="in" filter="fade">
                                      <p:cBhvr>
                                        <p:cTn id="31" dur="500"/>
                                        <p:tgtEl>
                                          <p:spTgt spid="16"/>
                                        </p:tgtEl>
                                      </p:cBhvr>
                                    </p:animEffect>
                                  </p:childTnLst>
                                </p:cTn>
                              </p:par>
                              <p:par>
                                <p:cTn id="32" presetID="42" presetClass="entr" presetSubtype="0" fill="hold" grpId="0" nodeType="with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fade">
                                      <p:cBhvr>
                                        <p:cTn id="34" dur="750"/>
                                        <p:tgtEl>
                                          <p:spTgt spid="45"/>
                                        </p:tgtEl>
                                      </p:cBhvr>
                                    </p:animEffect>
                                    <p:anim calcmode="lin" valueType="num">
                                      <p:cBhvr>
                                        <p:cTn id="35" dur="750" fill="hold"/>
                                        <p:tgtEl>
                                          <p:spTgt spid="45"/>
                                        </p:tgtEl>
                                        <p:attrNameLst>
                                          <p:attrName>ppt_x</p:attrName>
                                        </p:attrNameLst>
                                      </p:cBhvr>
                                      <p:tavLst>
                                        <p:tav tm="0">
                                          <p:val>
                                            <p:strVal val="#ppt_x"/>
                                          </p:val>
                                        </p:tav>
                                        <p:tav tm="100000">
                                          <p:val>
                                            <p:strVal val="#ppt_x"/>
                                          </p:val>
                                        </p:tav>
                                      </p:tavLst>
                                    </p:anim>
                                    <p:anim calcmode="lin" valueType="num">
                                      <p:cBhvr>
                                        <p:cTn id="36" dur="750" fill="hold"/>
                                        <p:tgtEl>
                                          <p:spTgt spid="45"/>
                                        </p:tgtEl>
                                        <p:attrNameLst>
                                          <p:attrName>ppt_y</p:attrName>
                                        </p:attrNameLst>
                                      </p:cBhvr>
                                      <p:tavLst>
                                        <p:tav tm="0">
                                          <p:val>
                                            <p:strVal val="#ppt_y+.1"/>
                                          </p:val>
                                        </p:tav>
                                        <p:tav tm="100000">
                                          <p:val>
                                            <p:strVal val="#ppt_y"/>
                                          </p:val>
                                        </p:tav>
                                      </p:tavLst>
                                    </p:anim>
                                  </p:childTnLst>
                                </p:cTn>
                              </p:par>
                            </p:childTnLst>
                          </p:cTn>
                        </p:par>
                        <p:par>
                          <p:cTn id="37" fill="hold">
                            <p:stCondLst>
                              <p:cond delay="3500"/>
                            </p:stCondLst>
                            <p:childTnLst>
                              <p:par>
                                <p:cTn id="38" presetID="2" presetClass="entr" presetSubtype="4" accel="20000" decel="20000"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750" fill="hold"/>
                                        <p:tgtEl>
                                          <p:spTgt spid="5"/>
                                        </p:tgtEl>
                                        <p:attrNameLst>
                                          <p:attrName>ppt_x</p:attrName>
                                        </p:attrNameLst>
                                      </p:cBhvr>
                                      <p:tavLst>
                                        <p:tav tm="0">
                                          <p:val>
                                            <p:strVal val="#ppt_x"/>
                                          </p:val>
                                        </p:tav>
                                        <p:tav tm="100000">
                                          <p:val>
                                            <p:strVal val="#ppt_x"/>
                                          </p:val>
                                        </p:tav>
                                      </p:tavLst>
                                    </p:anim>
                                    <p:anim calcmode="lin" valueType="num">
                                      <p:cBhvr additive="base">
                                        <p:cTn id="41" dur="750" fill="hold"/>
                                        <p:tgtEl>
                                          <p:spTgt spid="5"/>
                                        </p:tgtEl>
                                        <p:attrNameLst>
                                          <p:attrName>ppt_y</p:attrName>
                                        </p:attrNameLst>
                                      </p:cBhvr>
                                      <p:tavLst>
                                        <p:tav tm="0">
                                          <p:val>
                                            <p:strVal val="1+#ppt_h/2"/>
                                          </p:val>
                                        </p:tav>
                                        <p:tav tm="100000">
                                          <p:val>
                                            <p:strVal val="#ppt_y"/>
                                          </p:val>
                                        </p:tav>
                                      </p:tavLst>
                                    </p:anim>
                                  </p:childTnLst>
                                </p:cTn>
                              </p:par>
                            </p:childTnLst>
                          </p:cTn>
                        </p:par>
                        <p:par>
                          <p:cTn id="42" fill="hold">
                            <p:stCondLst>
                              <p:cond delay="4250"/>
                            </p:stCondLst>
                            <p:childTnLst>
                              <p:par>
                                <p:cTn id="43" presetID="53" presetClass="entr" presetSubtype="0" fill="hold" grpId="0" nodeType="after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p:cTn id="45" dur="500" fill="hold"/>
                                        <p:tgtEl>
                                          <p:spTgt spid="15"/>
                                        </p:tgtEl>
                                        <p:attrNameLst>
                                          <p:attrName>ppt_w</p:attrName>
                                        </p:attrNameLst>
                                      </p:cBhvr>
                                      <p:tavLst>
                                        <p:tav tm="0">
                                          <p:val>
                                            <p:fltVal val="0"/>
                                          </p:val>
                                        </p:tav>
                                        <p:tav tm="100000">
                                          <p:val>
                                            <p:strVal val="#ppt_w"/>
                                          </p:val>
                                        </p:tav>
                                      </p:tavLst>
                                    </p:anim>
                                    <p:anim calcmode="lin" valueType="num">
                                      <p:cBhvr>
                                        <p:cTn id="46" dur="500" fill="hold"/>
                                        <p:tgtEl>
                                          <p:spTgt spid="15"/>
                                        </p:tgtEl>
                                        <p:attrNameLst>
                                          <p:attrName>ppt_h</p:attrName>
                                        </p:attrNameLst>
                                      </p:cBhvr>
                                      <p:tavLst>
                                        <p:tav tm="0">
                                          <p:val>
                                            <p:fltVal val="0"/>
                                          </p:val>
                                        </p:tav>
                                        <p:tav tm="100000">
                                          <p:val>
                                            <p:strVal val="#ppt_h"/>
                                          </p:val>
                                        </p:tav>
                                      </p:tavLst>
                                    </p:anim>
                                    <p:animEffect transition="in" filter="fade">
                                      <p:cBhvr>
                                        <p:cTn id="47" dur="500"/>
                                        <p:tgtEl>
                                          <p:spTgt spid="15"/>
                                        </p:tgtEl>
                                      </p:cBhvr>
                                    </p:animEffect>
                                  </p:childTnLst>
                                </p:cTn>
                              </p:par>
                              <p:par>
                                <p:cTn id="48" presetID="42" presetClass="entr" presetSubtype="0" fill="hold" grpId="0" nodeType="withEffect">
                                  <p:stCondLst>
                                    <p:cond delay="0"/>
                                  </p:stCondLst>
                                  <p:childTnLst>
                                    <p:set>
                                      <p:cBhvr>
                                        <p:cTn id="49" dur="1" fill="hold">
                                          <p:stCondLst>
                                            <p:cond delay="0"/>
                                          </p:stCondLst>
                                        </p:cTn>
                                        <p:tgtEl>
                                          <p:spTgt spid="47"/>
                                        </p:tgtEl>
                                        <p:attrNameLst>
                                          <p:attrName>style.visibility</p:attrName>
                                        </p:attrNameLst>
                                      </p:cBhvr>
                                      <p:to>
                                        <p:strVal val="visible"/>
                                      </p:to>
                                    </p:set>
                                    <p:animEffect transition="in" filter="fade">
                                      <p:cBhvr>
                                        <p:cTn id="50" dur="750"/>
                                        <p:tgtEl>
                                          <p:spTgt spid="47"/>
                                        </p:tgtEl>
                                      </p:cBhvr>
                                    </p:animEffect>
                                    <p:anim calcmode="lin" valueType="num">
                                      <p:cBhvr>
                                        <p:cTn id="51" dur="750" fill="hold"/>
                                        <p:tgtEl>
                                          <p:spTgt spid="47"/>
                                        </p:tgtEl>
                                        <p:attrNameLst>
                                          <p:attrName>ppt_x</p:attrName>
                                        </p:attrNameLst>
                                      </p:cBhvr>
                                      <p:tavLst>
                                        <p:tav tm="0">
                                          <p:val>
                                            <p:strVal val="#ppt_x"/>
                                          </p:val>
                                        </p:tav>
                                        <p:tav tm="100000">
                                          <p:val>
                                            <p:strVal val="#ppt_x"/>
                                          </p:val>
                                        </p:tav>
                                      </p:tavLst>
                                    </p:anim>
                                    <p:anim calcmode="lin" valueType="num">
                                      <p:cBhvr>
                                        <p:cTn id="52" dur="750" fill="hold"/>
                                        <p:tgtEl>
                                          <p:spTgt spid="47"/>
                                        </p:tgtEl>
                                        <p:attrNameLst>
                                          <p:attrName>ppt_y</p:attrName>
                                        </p:attrNameLst>
                                      </p:cBhvr>
                                      <p:tavLst>
                                        <p:tav tm="0">
                                          <p:val>
                                            <p:strVal val="#ppt_y+.1"/>
                                          </p:val>
                                        </p:tav>
                                        <p:tav tm="100000">
                                          <p:val>
                                            <p:strVal val="#ppt_y"/>
                                          </p:val>
                                        </p:tav>
                                      </p:tavLst>
                                    </p:anim>
                                  </p:childTnLst>
                                </p:cTn>
                              </p:par>
                            </p:childTnLst>
                          </p:cTn>
                        </p:par>
                        <p:par>
                          <p:cTn id="53" fill="hold">
                            <p:stCondLst>
                              <p:cond delay="5000"/>
                            </p:stCondLst>
                            <p:childTnLst>
                              <p:par>
                                <p:cTn id="54" presetID="2" presetClass="entr" presetSubtype="4" accel="20000" decel="20000" fill="hold" nodeType="afterEffect">
                                  <p:stCondLst>
                                    <p:cond delay="0"/>
                                  </p:stCondLst>
                                  <p:childTnLst>
                                    <p:set>
                                      <p:cBhvr>
                                        <p:cTn id="55" dur="1" fill="hold">
                                          <p:stCondLst>
                                            <p:cond delay="0"/>
                                          </p:stCondLst>
                                        </p:cTn>
                                        <p:tgtEl>
                                          <p:spTgt spid="7"/>
                                        </p:tgtEl>
                                        <p:attrNameLst>
                                          <p:attrName>style.visibility</p:attrName>
                                        </p:attrNameLst>
                                      </p:cBhvr>
                                      <p:to>
                                        <p:strVal val="visible"/>
                                      </p:to>
                                    </p:set>
                                    <p:anim calcmode="lin" valueType="num">
                                      <p:cBhvr additive="base">
                                        <p:cTn id="56" dur="750" fill="hold"/>
                                        <p:tgtEl>
                                          <p:spTgt spid="7"/>
                                        </p:tgtEl>
                                        <p:attrNameLst>
                                          <p:attrName>ppt_x</p:attrName>
                                        </p:attrNameLst>
                                      </p:cBhvr>
                                      <p:tavLst>
                                        <p:tav tm="0">
                                          <p:val>
                                            <p:strVal val="#ppt_x"/>
                                          </p:val>
                                        </p:tav>
                                        <p:tav tm="100000">
                                          <p:val>
                                            <p:strVal val="#ppt_x"/>
                                          </p:val>
                                        </p:tav>
                                      </p:tavLst>
                                    </p:anim>
                                    <p:anim calcmode="lin" valueType="num">
                                      <p:cBhvr additive="base">
                                        <p:cTn id="57" dur="750" fill="hold"/>
                                        <p:tgtEl>
                                          <p:spTgt spid="7"/>
                                        </p:tgtEl>
                                        <p:attrNameLst>
                                          <p:attrName>ppt_y</p:attrName>
                                        </p:attrNameLst>
                                      </p:cBhvr>
                                      <p:tavLst>
                                        <p:tav tm="0">
                                          <p:val>
                                            <p:strVal val="1+#ppt_h/2"/>
                                          </p:val>
                                        </p:tav>
                                        <p:tav tm="100000">
                                          <p:val>
                                            <p:strVal val="#ppt_y"/>
                                          </p:val>
                                        </p:tav>
                                      </p:tavLst>
                                    </p:anim>
                                  </p:childTnLst>
                                </p:cTn>
                              </p:par>
                            </p:childTnLst>
                          </p:cTn>
                        </p:par>
                        <p:par>
                          <p:cTn id="58" fill="hold">
                            <p:stCondLst>
                              <p:cond delay="5750"/>
                            </p:stCondLst>
                            <p:childTnLst>
                              <p:par>
                                <p:cTn id="59" presetID="53" presetClass="entr" presetSubtype="0" fill="hold" grpId="0" nodeType="after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p:cTn id="61" dur="500" fill="hold"/>
                                        <p:tgtEl>
                                          <p:spTgt spid="13"/>
                                        </p:tgtEl>
                                        <p:attrNameLst>
                                          <p:attrName>ppt_w</p:attrName>
                                        </p:attrNameLst>
                                      </p:cBhvr>
                                      <p:tavLst>
                                        <p:tav tm="0">
                                          <p:val>
                                            <p:fltVal val="0"/>
                                          </p:val>
                                        </p:tav>
                                        <p:tav tm="100000">
                                          <p:val>
                                            <p:strVal val="#ppt_w"/>
                                          </p:val>
                                        </p:tav>
                                      </p:tavLst>
                                    </p:anim>
                                    <p:anim calcmode="lin" valueType="num">
                                      <p:cBhvr>
                                        <p:cTn id="62" dur="500" fill="hold"/>
                                        <p:tgtEl>
                                          <p:spTgt spid="13"/>
                                        </p:tgtEl>
                                        <p:attrNameLst>
                                          <p:attrName>ppt_h</p:attrName>
                                        </p:attrNameLst>
                                      </p:cBhvr>
                                      <p:tavLst>
                                        <p:tav tm="0">
                                          <p:val>
                                            <p:fltVal val="0"/>
                                          </p:val>
                                        </p:tav>
                                        <p:tav tm="100000">
                                          <p:val>
                                            <p:strVal val="#ppt_h"/>
                                          </p:val>
                                        </p:tav>
                                      </p:tavLst>
                                    </p:anim>
                                    <p:animEffect transition="in" filter="fade">
                                      <p:cBhvr>
                                        <p:cTn id="63" dur="500"/>
                                        <p:tgtEl>
                                          <p:spTgt spid="13"/>
                                        </p:tgtEl>
                                      </p:cBhvr>
                                    </p:animEffect>
                                  </p:childTnLst>
                                </p:cTn>
                              </p:par>
                              <p:par>
                                <p:cTn id="64" presetID="42" presetClass="entr" presetSubtype="0" fill="hold" grpId="0" nodeType="withEffect">
                                  <p:stCondLst>
                                    <p:cond delay="0"/>
                                  </p:stCondLst>
                                  <p:childTnLst>
                                    <p:set>
                                      <p:cBhvr>
                                        <p:cTn id="65" dur="1" fill="hold">
                                          <p:stCondLst>
                                            <p:cond delay="0"/>
                                          </p:stCondLst>
                                        </p:cTn>
                                        <p:tgtEl>
                                          <p:spTgt spid="52"/>
                                        </p:tgtEl>
                                        <p:attrNameLst>
                                          <p:attrName>style.visibility</p:attrName>
                                        </p:attrNameLst>
                                      </p:cBhvr>
                                      <p:to>
                                        <p:strVal val="visible"/>
                                      </p:to>
                                    </p:set>
                                    <p:animEffect transition="in" filter="fade">
                                      <p:cBhvr>
                                        <p:cTn id="66" dur="750"/>
                                        <p:tgtEl>
                                          <p:spTgt spid="52"/>
                                        </p:tgtEl>
                                      </p:cBhvr>
                                    </p:animEffect>
                                    <p:anim calcmode="lin" valueType="num">
                                      <p:cBhvr>
                                        <p:cTn id="67" dur="750" fill="hold"/>
                                        <p:tgtEl>
                                          <p:spTgt spid="52"/>
                                        </p:tgtEl>
                                        <p:attrNameLst>
                                          <p:attrName>ppt_x</p:attrName>
                                        </p:attrNameLst>
                                      </p:cBhvr>
                                      <p:tavLst>
                                        <p:tav tm="0">
                                          <p:val>
                                            <p:strVal val="#ppt_x"/>
                                          </p:val>
                                        </p:tav>
                                        <p:tav tm="100000">
                                          <p:val>
                                            <p:strVal val="#ppt_x"/>
                                          </p:val>
                                        </p:tav>
                                      </p:tavLst>
                                    </p:anim>
                                    <p:anim calcmode="lin" valueType="num">
                                      <p:cBhvr>
                                        <p:cTn id="68" dur="750" fill="hold"/>
                                        <p:tgtEl>
                                          <p:spTgt spid="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45" grpId="0"/>
      <p:bldP spid="47" grpId="0"/>
      <p:bldP spid="52" grpId="0"/>
      <p:bldP spid="13" grpId="0" animBg="1"/>
      <p:bldP spid="14" grpId="0" animBg="1"/>
      <p:bldP spid="15" grpId="0" animBg="1"/>
      <p:bldP spid="1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Slide Number Placeholder 29"/>
          <p:cNvSpPr>
            <a:spLocks noGrp="1"/>
          </p:cNvSpPr>
          <p:nvPr>
            <p:ph type="sldNum" sz="quarter" idx="14"/>
          </p:nvPr>
        </p:nvSpPr>
        <p:spPr/>
        <p:txBody>
          <a:bodyPr/>
          <a:lstStyle/>
          <a:p>
            <a:fld id="{C136B7D2-B98C-44FD-8D04-7EC62A564975}" type="slidenum">
              <a:rPr lang="en-US" smtClean="0"/>
              <a:pPr/>
              <a:t>19</a:t>
            </a:fld>
            <a:endParaRPr lang="en-US" dirty="0"/>
          </a:p>
        </p:txBody>
      </p:sp>
      <p:pic>
        <p:nvPicPr>
          <p:cNvPr id="35" name="Picture Placeholder 34" descr="imageHolder.jpg"/>
          <p:cNvPicPr>
            <a:picLocks noGrp="1" noChangeAspect="1"/>
          </p:cNvPicPr>
          <p:nvPr>
            <p:ph type="pic" sz="quarter" idx="15"/>
          </p:nvPr>
        </p:nvPicPr>
        <p:blipFill>
          <a:blip r:embed="rId3"/>
          <a:srcRect l="17934" r="17934"/>
          <a:stretch>
            <a:fillRect/>
          </a:stretch>
        </p:blipFill>
        <p:spPr/>
      </p:pic>
      <p:sp>
        <p:nvSpPr>
          <p:cNvPr id="7" name="Title 6"/>
          <p:cNvSpPr>
            <a:spLocks noGrp="1"/>
          </p:cNvSpPr>
          <p:nvPr>
            <p:ph type="title"/>
          </p:nvPr>
        </p:nvSpPr>
        <p:spPr/>
        <p:txBody>
          <a:bodyPr/>
          <a:lstStyle/>
          <a:p>
            <a:r>
              <a:rPr lang="en-US"/>
              <a:t>Project Features</a:t>
            </a:r>
            <a:endParaRPr lang="en-US" dirty="0"/>
          </a:p>
        </p:txBody>
      </p:sp>
      <p:sp>
        <p:nvSpPr>
          <p:cNvPr id="8" name="Text Placeholder 7"/>
          <p:cNvSpPr>
            <a:spLocks noGrp="1"/>
          </p:cNvSpPr>
          <p:nvPr>
            <p:ph type="body" sz="half" idx="2"/>
          </p:nvPr>
        </p:nvSpPr>
        <p:spPr/>
        <p:txBody>
          <a:bodyPr/>
          <a:lstStyle/>
          <a:p>
            <a:r>
              <a:rPr lang="en-US"/>
              <a:t>Project Features</a:t>
            </a:r>
            <a:endParaRPr lang="en-US" dirty="0"/>
          </a:p>
        </p:txBody>
      </p:sp>
      <p:sp>
        <p:nvSpPr>
          <p:cNvPr id="48" name="TextBox 47"/>
          <p:cNvSpPr txBox="1"/>
          <p:nvPr/>
        </p:nvSpPr>
        <p:spPr>
          <a:xfrm>
            <a:off x="4647388" y="1475599"/>
            <a:ext cx="3841888" cy="769441"/>
          </a:xfrm>
          <a:prstGeom prst="rect">
            <a:avLst/>
          </a:prstGeom>
          <a:noFill/>
        </p:spPr>
        <p:txBody>
          <a:bodyPr wrap="square" lIns="0" tIns="0" rIns="0" bIns="0" rtlCol="0" anchor="t">
            <a:spAutoFit/>
          </a:bodyPr>
          <a:lstStyle/>
          <a:p>
            <a:pPr algn="just"/>
            <a:r>
              <a:rPr lang="en-US" sz="1000" dirty="0">
                <a:solidFill>
                  <a:schemeClr val="tx1">
                    <a:lumMod val="50000"/>
                    <a:lumOff val="50000"/>
                  </a:schemeClr>
                </a:solidFill>
              </a:rPr>
              <a:t>There are many variations of passages of lorem ipsum available, but the majority have suffered alteration in some form, by injected humour randomized use A passage of lorem ipsum, you need to be sure there embarrassing hidden in the middle of text. All the lorem ipsum generators</a:t>
            </a:r>
            <a:endParaRPr lang="en-US" sz="1000" dirty="0">
              <a:solidFill>
                <a:schemeClr val="tx1">
                  <a:lumMod val="65000"/>
                  <a:lumOff val="35000"/>
                </a:schemeClr>
              </a:solidFill>
            </a:endParaRPr>
          </a:p>
        </p:txBody>
      </p:sp>
      <p:sp>
        <p:nvSpPr>
          <p:cNvPr id="49" name="Rectangle 48"/>
          <p:cNvSpPr/>
          <p:nvPr/>
        </p:nvSpPr>
        <p:spPr>
          <a:xfrm>
            <a:off x="4647388" y="1184211"/>
            <a:ext cx="1402628" cy="215444"/>
          </a:xfrm>
          <a:prstGeom prst="rect">
            <a:avLst/>
          </a:prstGeom>
        </p:spPr>
        <p:txBody>
          <a:bodyPr wrap="none" lIns="0" tIns="0" rIns="0" bIns="0" anchor="ctr">
            <a:spAutoFit/>
          </a:bodyPr>
          <a:lstStyle/>
          <a:p>
            <a:r>
              <a:rPr lang="en-US" sz="1400" b="1" dirty="0">
                <a:solidFill>
                  <a:schemeClr val="tx1">
                    <a:lumMod val="50000"/>
                    <a:lumOff val="50000"/>
                  </a:schemeClr>
                </a:solidFill>
              </a:rPr>
              <a:t>Project Features</a:t>
            </a:r>
          </a:p>
        </p:txBody>
      </p:sp>
      <p:sp>
        <p:nvSpPr>
          <p:cNvPr id="50" name="Rectangle 49"/>
          <p:cNvSpPr/>
          <p:nvPr/>
        </p:nvSpPr>
        <p:spPr>
          <a:xfrm>
            <a:off x="4647388" y="2360255"/>
            <a:ext cx="1000274" cy="153888"/>
          </a:xfrm>
          <a:prstGeom prst="rect">
            <a:avLst/>
          </a:prstGeom>
        </p:spPr>
        <p:txBody>
          <a:bodyPr wrap="none" lIns="0" tIns="0" rIns="0" bIns="0" anchor="ctr">
            <a:spAutoFit/>
          </a:bodyPr>
          <a:lstStyle/>
          <a:p>
            <a:r>
              <a:rPr lang="en-US" sz="1000" b="1" dirty="0">
                <a:solidFill>
                  <a:schemeClr val="tx1">
                    <a:lumMod val="50000"/>
                    <a:lumOff val="50000"/>
                  </a:schemeClr>
                </a:solidFill>
              </a:rPr>
              <a:t>Project Features</a:t>
            </a:r>
          </a:p>
        </p:txBody>
      </p:sp>
      <p:sp>
        <p:nvSpPr>
          <p:cNvPr id="52" name="Rectangle 51"/>
          <p:cNvSpPr/>
          <p:nvPr/>
        </p:nvSpPr>
        <p:spPr>
          <a:xfrm>
            <a:off x="4647388" y="2630638"/>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01</a:t>
            </a:r>
          </a:p>
        </p:txBody>
      </p:sp>
      <p:sp>
        <p:nvSpPr>
          <p:cNvPr id="55" name="Rounded Rectangle 54"/>
          <p:cNvSpPr/>
          <p:nvPr/>
        </p:nvSpPr>
        <p:spPr>
          <a:xfrm rot="10800000" flipV="1">
            <a:off x="4647391" y="2819332"/>
            <a:ext cx="3841883" cy="13966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56" name="Rounded Rectangle 55"/>
          <p:cNvSpPr/>
          <p:nvPr/>
        </p:nvSpPr>
        <p:spPr>
          <a:xfrm flipV="1">
            <a:off x="4647400" y="2819332"/>
            <a:ext cx="2926780" cy="13966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nvGrpSpPr>
          <p:cNvPr id="2" name="Group 33"/>
          <p:cNvGrpSpPr/>
          <p:nvPr/>
        </p:nvGrpSpPr>
        <p:grpSpPr>
          <a:xfrm>
            <a:off x="7391834" y="2522347"/>
            <a:ext cx="345641" cy="288035"/>
            <a:chOff x="6703460" y="2542946"/>
            <a:chExt cx="345641" cy="288035"/>
          </a:xfrm>
        </p:grpSpPr>
        <p:sp>
          <p:nvSpPr>
            <p:cNvPr id="33" name="Down Arrow Callout 32"/>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Rectangle 53"/>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80%</a:t>
              </a:r>
            </a:p>
          </p:txBody>
        </p:sp>
      </p:grpSp>
      <p:sp>
        <p:nvSpPr>
          <p:cNvPr id="58" name="Rectangle 57"/>
          <p:cNvSpPr/>
          <p:nvPr/>
        </p:nvSpPr>
        <p:spPr>
          <a:xfrm>
            <a:off x="4647388" y="3130738"/>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02</a:t>
            </a:r>
          </a:p>
        </p:txBody>
      </p:sp>
      <p:sp>
        <p:nvSpPr>
          <p:cNvPr id="61" name="Rounded Rectangle 60"/>
          <p:cNvSpPr/>
          <p:nvPr/>
        </p:nvSpPr>
        <p:spPr>
          <a:xfrm rot="10800000" flipV="1">
            <a:off x="4647388" y="3314249"/>
            <a:ext cx="3841888" cy="13966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62" name="Rounded Rectangle 61"/>
          <p:cNvSpPr/>
          <p:nvPr/>
        </p:nvSpPr>
        <p:spPr>
          <a:xfrm flipV="1">
            <a:off x="4647397" y="3314249"/>
            <a:ext cx="3511835" cy="13966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sp>
        <p:nvSpPr>
          <p:cNvPr id="68" name="Rectangle 67"/>
          <p:cNvSpPr/>
          <p:nvPr/>
        </p:nvSpPr>
        <p:spPr>
          <a:xfrm>
            <a:off x="4647388" y="3630837"/>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03</a:t>
            </a:r>
          </a:p>
        </p:txBody>
      </p:sp>
      <p:sp>
        <p:nvSpPr>
          <p:cNvPr id="71" name="Rounded Rectangle 70"/>
          <p:cNvSpPr/>
          <p:nvPr/>
        </p:nvSpPr>
        <p:spPr>
          <a:xfrm rot="10800000" flipV="1">
            <a:off x="4647388" y="3809166"/>
            <a:ext cx="3841888" cy="13966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72" name="Rounded Rectangle 71"/>
          <p:cNvSpPr/>
          <p:nvPr/>
        </p:nvSpPr>
        <p:spPr>
          <a:xfrm flipV="1">
            <a:off x="4647398" y="3814767"/>
            <a:ext cx="2752052" cy="13406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sp>
        <p:nvSpPr>
          <p:cNvPr id="74" name="Rectangle 73"/>
          <p:cNvSpPr/>
          <p:nvPr/>
        </p:nvSpPr>
        <p:spPr>
          <a:xfrm>
            <a:off x="4647388" y="4111887"/>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04</a:t>
            </a:r>
          </a:p>
        </p:txBody>
      </p:sp>
      <p:sp>
        <p:nvSpPr>
          <p:cNvPr id="77" name="Rounded Rectangle 76"/>
          <p:cNvSpPr/>
          <p:nvPr/>
        </p:nvSpPr>
        <p:spPr>
          <a:xfrm rot="10800000" flipV="1">
            <a:off x="4647388" y="4304082"/>
            <a:ext cx="3841888" cy="13966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78" name="Rounded Rectangle 77"/>
          <p:cNvSpPr/>
          <p:nvPr/>
        </p:nvSpPr>
        <p:spPr>
          <a:xfrm flipV="1">
            <a:off x="4647397" y="4294557"/>
            <a:ext cx="3339014" cy="149192"/>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nvGrpSpPr>
          <p:cNvPr id="3" name="Group 34"/>
          <p:cNvGrpSpPr/>
          <p:nvPr/>
        </p:nvGrpSpPr>
        <p:grpSpPr>
          <a:xfrm>
            <a:off x="7986411" y="3012922"/>
            <a:ext cx="345641" cy="288035"/>
            <a:chOff x="6703460" y="2542946"/>
            <a:chExt cx="345641" cy="288035"/>
          </a:xfrm>
        </p:grpSpPr>
        <p:sp>
          <p:nvSpPr>
            <p:cNvPr id="36" name="Down Arrow Callout 35"/>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Rectangle 36"/>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50%</a:t>
              </a:r>
            </a:p>
          </p:txBody>
        </p:sp>
      </p:grpSp>
      <p:grpSp>
        <p:nvGrpSpPr>
          <p:cNvPr id="4" name="Group 37"/>
          <p:cNvGrpSpPr/>
          <p:nvPr/>
        </p:nvGrpSpPr>
        <p:grpSpPr>
          <a:xfrm>
            <a:off x="7216770" y="3522546"/>
            <a:ext cx="345641" cy="288035"/>
            <a:chOff x="6703460" y="2542946"/>
            <a:chExt cx="345641" cy="288035"/>
          </a:xfrm>
        </p:grpSpPr>
        <p:sp>
          <p:nvSpPr>
            <p:cNvPr id="39" name="Down Arrow Callout 38"/>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60%</a:t>
              </a:r>
            </a:p>
          </p:txBody>
        </p:sp>
      </p:grpSp>
      <p:grpSp>
        <p:nvGrpSpPr>
          <p:cNvPr id="5" name="Group 40"/>
          <p:cNvGrpSpPr/>
          <p:nvPr/>
        </p:nvGrpSpPr>
        <p:grpSpPr>
          <a:xfrm>
            <a:off x="7813591" y="4006522"/>
            <a:ext cx="345641" cy="288035"/>
            <a:chOff x="6703460" y="2542946"/>
            <a:chExt cx="345641" cy="288035"/>
          </a:xfrm>
        </p:grpSpPr>
        <p:sp>
          <p:nvSpPr>
            <p:cNvPr id="42" name="Down Arrow Callout 41"/>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70%</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1000" fill="hold"/>
                                        <p:tgtEl>
                                          <p:spTgt spid="49"/>
                                        </p:tgtEl>
                                        <p:attrNameLst>
                                          <p:attrName>ppt_x</p:attrName>
                                        </p:attrNameLst>
                                      </p:cBhvr>
                                      <p:tavLst>
                                        <p:tav tm="0">
                                          <p:val>
                                            <p:strVal val="1+#ppt_w/2"/>
                                          </p:val>
                                        </p:tav>
                                        <p:tav tm="100000">
                                          <p:val>
                                            <p:strVal val="#ppt_x"/>
                                          </p:val>
                                        </p:tav>
                                      </p:tavLst>
                                    </p:anim>
                                    <p:anim calcmode="lin" valueType="num">
                                      <p:cBhvr additive="base">
                                        <p:cTn id="8" dur="1000" fill="hold"/>
                                        <p:tgtEl>
                                          <p:spTgt spid="49"/>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750"/>
                                        <p:tgtEl>
                                          <p:spTgt spid="48"/>
                                        </p:tgtEl>
                                      </p:cBhvr>
                                    </p:animEffect>
                                  </p:childTnLst>
                                </p:cTn>
                              </p:par>
                            </p:childTnLst>
                          </p:cTn>
                        </p:par>
                        <p:par>
                          <p:cTn id="13" fill="hold">
                            <p:stCondLst>
                              <p:cond delay="1750"/>
                            </p:stCondLst>
                            <p:childTnLst>
                              <p:par>
                                <p:cTn id="14" presetID="42" presetClass="entr" presetSubtype="0" fill="hold" grpId="0" nodeType="after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fade">
                                      <p:cBhvr>
                                        <p:cTn id="16" dur="500"/>
                                        <p:tgtEl>
                                          <p:spTgt spid="50"/>
                                        </p:tgtEl>
                                      </p:cBhvr>
                                    </p:animEffect>
                                    <p:anim calcmode="lin" valueType="num">
                                      <p:cBhvr>
                                        <p:cTn id="17" dur="500" fill="hold"/>
                                        <p:tgtEl>
                                          <p:spTgt spid="50"/>
                                        </p:tgtEl>
                                        <p:attrNameLst>
                                          <p:attrName>ppt_x</p:attrName>
                                        </p:attrNameLst>
                                      </p:cBhvr>
                                      <p:tavLst>
                                        <p:tav tm="0">
                                          <p:val>
                                            <p:strVal val="#ppt_x"/>
                                          </p:val>
                                        </p:tav>
                                        <p:tav tm="100000">
                                          <p:val>
                                            <p:strVal val="#ppt_x"/>
                                          </p:val>
                                        </p:tav>
                                      </p:tavLst>
                                    </p:anim>
                                    <p:anim calcmode="lin" valueType="num">
                                      <p:cBhvr>
                                        <p:cTn id="18" dur="500" fill="hold"/>
                                        <p:tgtEl>
                                          <p:spTgt spid="50"/>
                                        </p:tgtEl>
                                        <p:attrNameLst>
                                          <p:attrName>ppt_y</p:attrName>
                                        </p:attrNameLst>
                                      </p:cBhvr>
                                      <p:tavLst>
                                        <p:tav tm="0">
                                          <p:val>
                                            <p:strVal val="#ppt_y+.1"/>
                                          </p:val>
                                        </p:tav>
                                        <p:tav tm="100000">
                                          <p:val>
                                            <p:strVal val="#ppt_y"/>
                                          </p:val>
                                        </p:tav>
                                      </p:tavLst>
                                    </p:anim>
                                  </p:childTnLst>
                                </p:cTn>
                              </p:par>
                            </p:childTnLst>
                          </p:cTn>
                        </p:par>
                        <p:par>
                          <p:cTn id="19" fill="hold">
                            <p:stCondLst>
                              <p:cond delay="2250"/>
                            </p:stCondLst>
                            <p:childTnLst>
                              <p:par>
                                <p:cTn id="20" presetID="18" presetClass="entr" presetSubtype="6" fill="hold" grpId="0" nodeType="after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strips(downRight)">
                                      <p:cBhvr>
                                        <p:cTn id="22" dur="500"/>
                                        <p:tgtEl>
                                          <p:spTgt spid="52"/>
                                        </p:tgtEl>
                                      </p:cBhvr>
                                    </p:animEffect>
                                  </p:childTnLst>
                                </p:cTn>
                              </p:par>
                            </p:childTnLst>
                          </p:cTn>
                        </p:par>
                        <p:par>
                          <p:cTn id="23" fill="hold">
                            <p:stCondLst>
                              <p:cond delay="2750"/>
                            </p:stCondLst>
                            <p:childTnLst>
                              <p:par>
                                <p:cTn id="24" presetID="22" presetClass="entr" presetSubtype="8"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left)">
                                      <p:cBhvr>
                                        <p:cTn id="26" dur="500"/>
                                        <p:tgtEl>
                                          <p:spTgt spid="55"/>
                                        </p:tgtEl>
                                      </p:cBhvr>
                                    </p:animEffect>
                                  </p:childTnLst>
                                </p:cTn>
                              </p:par>
                            </p:childTnLst>
                          </p:cTn>
                        </p:par>
                        <p:par>
                          <p:cTn id="27" fill="hold">
                            <p:stCondLst>
                              <p:cond delay="3250"/>
                            </p:stCondLst>
                            <p:childTnLst>
                              <p:par>
                                <p:cTn id="28" presetID="22" presetClass="entr" presetSubtype="8" fill="hold" grpId="0"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left)">
                                      <p:cBhvr>
                                        <p:cTn id="30" dur="500"/>
                                        <p:tgtEl>
                                          <p:spTgt spid="56"/>
                                        </p:tgtEl>
                                      </p:cBhvr>
                                    </p:animEffect>
                                  </p:childTnLst>
                                </p:cTn>
                              </p:par>
                              <p:par>
                                <p:cTn id="31" presetID="47" presetClass="entr" presetSubtype="0"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fade">
                                      <p:cBhvr>
                                        <p:cTn id="33" dur="500"/>
                                        <p:tgtEl>
                                          <p:spTgt spid="2"/>
                                        </p:tgtEl>
                                      </p:cBhvr>
                                    </p:animEffect>
                                    <p:anim calcmode="lin" valueType="num">
                                      <p:cBhvr>
                                        <p:cTn id="34" dur="500" fill="hold"/>
                                        <p:tgtEl>
                                          <p:spTgt spid="2"/>
                                        </p:tgtEl>
                                        <p:attrNameLst>
                                          <p:attrName>ppt_x</p:attrName>
                                        </p:attrNameLst>
                                      </p:cBhvr>
                                      <p:tavLst>
                                        <p:tav tm="0">
                                          <p:val>
                                            <p:strVal val="#ppt_x"/>
                                          </p:val>
                                        </p:tav>
                                        <p:tav tm="100000">
                                          <p:val>
                                            <p:strVal val="#ppt_x"/>
                                          </p:val>
                                        </p:tav>
                                      </p:tavLst>
                                    </p:anim>
                                    <p:anim calcmode="lin" valueType="num">
                                      <p:cBhvr>
                                        <p:cTn id="35" dur="500" fill="hold"/>
                                        <p:tgtEl>
                                          <p:spTgt spid="2"/>
                                        </p:tgtEl>
                                        <p:attrNameLst>
                                          <p:attrName>ppt_y</p:attrName>
                                        </p:attrNameLst>
                                      </p:cBhvr>
                                      <p:tavLst>
                                        <p:tav tm="0">
                                          <p:val>
                                            <p:strVal val="#ppt_y-.1"/>
                                          </p:val>
                                        </p:tav>
                                        <p:tav tm="100000">
                                          <p:val>
                                            <p:strVal val="#ppt_y"/>
                                          </p:val>
                                        </p:tav>
                                      </p:tavLst>
                                    </p:anim>
                                  </p:childTnLst>
                                </p:cTn>
                              </p:par>
                            </p:childTnLst>
                          </p:cTn>
                        </p:par>
                        <p:par>
                          <p:cTn id="36" fill="hold">
                            <p:stCondLst>
                              <p:cond delay="3750"/>
                            </p:stCondLst>
                            <p:childTnLst>
                              <p:par>
                                <p:cTn id="37" presetID="18" presetClass="entr" presetSubtype="6" fill="hold" grpId="0" nodeType="afterEffect">
                                  <p:stCondLst>
                                    <p:cond delay="0"/>
                                  </p:stCondLst>
                                  <p:childTnLst>
                                    <p:set>
                                      <p:cBhvr>
                                        <p:cTn id="38" dur="1" fill="hold">
                                          <p:stCondLst>
                                            <p:cond delay="0"/>
                                          </p:stCondLst>
                                        </p:cTn>
                                        <p:tgtEl>
                                          <p:spTgt spid="58"/>
                                        </p:tgtEl>
                                        <p:attrNameLst>
                                          <p:attrName>style.visibility</p:attrName>
                                        </p:attrNameLst>
                                      </p:cBhvr>
                                      <p:to>
                                        <p:strVal val="visible"/>
                                      </p:to>
                                    </p:set>
                                    <p:animEffect transition="in" filter="strips(downRight)">
                                      <p:cBhvr>
                                        <p:cTn id="39" dur="500"/>
                                        <p:tgtEl>
                                          <p:spTgt spid="58"/>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61"/>
                                        </p:tgtEl>
                                        <p:attrNameLst>
                                          <p:attrName>style.visibility</p:attrName>
                                        </p:attrNameLst>
                                      </p:cBhvr>
                                      <p:to>
                                        <p:strVal val="visible"/>
                                      </p:to>
                                    </p:set>
                                    <p:animEffect transition="in" filter="wipe(left)">
                                      <p:cBhvr>
                                        <p:cTn id="42" dur="500"/>
                                        <p:tgtEl>
                                          <p:spTgt spid="61"/>
                                        </p:tgtEl>
                                      </p:cBhvr>
                                    </p:animEffect>
                                  </p:childTnLst>
                                </p:cTn>
                              </p:par>
                            </p:childTnLst>
                          </p:cTn>
                        </p:par>
                        <p:par>
                          <p:cTn id="43" fill="hold">
                            <p:stCondLst>
                              <p:cond delay="4250"/>
                            </p:stCondLst>
                            <p:childTnLst>
                              <p:par>
                                <p:cTn id="44" presetID="22" presetClass="entr" presetSubtype="8" fill="hold" grpId="0"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wipe(left)">
                                      <p:cBhvr>
                                        <p:cTn id="46" dur="500"/>
                                        <p:tgtEl>
                                          <p:spTgt spid="62"/>
                                        </p:tgtEl>
                                      </p:cBhvr>
                                    </p:animEffect>
                                  </p:childTnLst>
                                </p:cTn>
                              </p:par>
                              <p:par>
                                <p:cTn id="47" presetID="47" presetClass="entr" presetSubtype="0" fill="hold" nodeType="withEffect">
                                  <p:stCondLst>
                                    <p:cond delay="0"/>
                                  </p:stCondLst>
                                  <p:childTnLst>
                                    <p:set>
                                      <p:cBhvr>
                                        <p:cTn id="48" dur="1" fill="hold">
                                          <p:stCondLst>
                                            <p:cond delay="0"/>
                                          </p:stCondLst>
                                        </p:cTn>
                                        <p:tgtEl>
                                          <p:spTgt spid="3"/>
                                        </p:tgtEl>
                                        <p:attrNameLst>
                                          <p:attrName>style.visibility</p:attrName>
                                        </p:attrNameLst>
                                      </p:cBhvr>
                                      <p:to>
                                        <p:strVal val="visible"/>
                                      </p:to>
                                    </p:set>
                                    <p:animEffect transition="in" filter="fade">
                                      <p:cBhvr>
                                        <p:cTn id="49" dur="500"/>
                                        <p:tgtEl>
                                          <p:spTgt spid="3"/>
                                        </p:tgtEl>
                                      </p:cBhvr>
                                    </p:animEffect>
                                    <p:anim calcmode="lin" valueType="num">
                                      <p:cBhvr>
                                        <p:cTn id="50" dur="500" fill="hold"/>
                                        <p:tgtEl>
                                          <p:spTgt spid="3"/>
                                        </p:tgtEl>
                                        <p:attrNameLst>
                                          <p:attrName>ppt_x</p:attrName>
                                        </p:attrNameLst>
                                      </p:cBhvr>
                                      <p:tavLst>
                                        <p:tav tm="0">
                                          <p:val>
                                            <p:strVal val="#ppt_x"/>
                                          </p:val>
                                        </p:tav>
                                        <p:tav tm="100000">
                                          <p:val>
                                            <p:strVal val="#ppt_x"/>
                                          </p:val>
                                        </p:tav>
                                      </p:tavLst>
                                    </p:anim>
                                    <p:anim calcmode="lin" valueType="num">
                                      <p:cBhvr>
                                        <p:cTn id="51" dur="500" fill="hold"/>
                                        <p:tgtEl>
                                          <p:spTgt spid="3"/>
                                        </p:tgtEl>
                                        <p:attrNameLst>
                                          <p:attrName>ppt_y</p:attrName>
                                        </p:attrNameLst>
                                      </p:cBhvr>
                                      <p:tavLst>
                                        <p:tav tm="0">
                                          <p:val>
                                            <p:strVal val="#ppt_y-.1"/>
                                          </p:val>
                                        </p:tav>
                                        <p:tav tm="100000">
                                          <p:val>
                                            <p:strVal val="#ppt_y"/>
                                          </p:val>
                                        </p:tav>
                                      </p:tavLst>
                                    </p:anim>
                                  </p:childTnLst>
                                </p:cTn>
                              </p:par>
                            </p:childTnLst>
                          </p:cTn>
                        </p:par>
                        <p:par>
                          <p:cTn id="52" fill="hold">
                            <p:stCondLst>
                              <p:cond delay="4750"/>
                            </p:stCondLst>
                            <p:childTnLst>
                              <p:par>
                                <p:cTn id="53" presetID="18" presetClass="entr" presetSubtype="6"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strips(downRight)">
                                      <p:cBhvr>
                                        <p:cTn id="55" dur="500"/>
                                        <p:tgtEl>
                                          <p:spTgt spid="68"/>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71"/>
                                        </p:tgtEl>
                                        <p:attrNameLst>
                                          <p:attrName>style.visibility</p:attrName>
                                        </p:attrNameLst>
                                      </p:cBhvr>
                                      <p:to>
                                        <p:strVal val="visible"/>
                                      </p:to>
                                    </p:set>
                                    <p:animEffect transition="in" filter="wipe(left)">
                                      <p:cBhvr>
                                        <p:cTn id="58" dur="500"/>
                                        <p:tgtEl>
                                          <p:spTgt spid="71"/>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72"/>
                                        </p:tgtEl>
                                        <p:attrNameLst>
                                          <p:attrName>style.visibility</p:attrName>
                                        </p:attrNameLst>
                                      </p:cBhvr>
                                      <p:to>
                                        <p:strVal val="visible"/>
                                      </p:to>
                                    </p:set>
                                    <p:animEffect transition="in" filter="wipe(left)">
                                      <p:cBhvr>
                                        <p:cTn id="61" dur="500"/>
                                        <p:tgtEl>
                                          <p:spTgt spid="72"/>
                                        </p:tgtEl>
                                      </p:cBhvr>
                                    </p:animEffect>
                                  </p:childTnLst>
                                </p:cTn>
                              </p:par>
                              <p:par>
                                <p:cTn id="62" presetID="47" presetClass="entr" presetSubtype="0" fill="hold" nodeType="with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fade">
                                      <p:cBhvr>
                                        <p:cTn id="64" dur="500"/>
                                        <p:tgtEl>
                                          <p:spTgt spid="4"/>
                                        </p:tgtEl>
                                      </p:cBhvr>
                                    </p:animEffect>
                                    <p:anim calcmode="lin" valueType="num">
                                      <p:cBhvr>
                                        <p:cTn id="65" dur="500" fill="hold"/>
                                        <p:tgtEl>
                                          <p:spTgt spid="4"/>
                                        </p:tgtEl>
                                        <p:attrNameLst>
                                          <p:attrName>ppt_x</p:attrName>
                                        </p:attrNameLst>
                                      </p:cBhvr>
                                      <p:tavLst>
                                        <p:tav tm="0">
                                          <p:val>
                                            <p:strVal val="#ppt_x"/>
                                          </p:val>
                                        </p:tav>
                                        <p:tav tm="100000">
                                          <p:val>
                                            <p:strVal val="#ppt_x"/>
                                          </p:val>
                                        </p:tav>
                                      </p:tavLst>
                                    </p:anim>
                                    <p:anim calcmode="lin" valueType="num">
                                      <p:cBhvr>
                                        <p:cTn id="66" dur="500" fill="hold"/>
                                        <p:tgtEl>
                                          <p:spTgt spid="4"/>
                                        </p:tgtEl>
                                        <p:attrNameLst>
                                          <p:attrName>ppt_y</p:attrName>
                                        </p:attrNameLst>
                                      </p:cBhvr>
                                      <p:tavLst>
                                        <p:tav tm="0">
                                          <p:val>
                                            <p:strVal val="#ppt_y-.1"/>
                                          </p:val>
                                        </p:tav>
                                        <p:tav tm="100000">
                                          <p:val>
                                            <p:strVal val="#ppt_y"/>
                                          </p:val>
                                        </p:tav>
                                      </p:tavLst>
                                    </p:anim>
                                  </p:childTnLst>
                                </p:cTn>
                              </p:par>
                            </p:childTnLst>
                          </p:cTn>
                        </p:par>
                        <p:par>
                          <p:cTn id="67" fill="hold">
                            <p:stCondLst>
                              <p:cond delay="5250"/>
                            </p:stCondLst>
                            <p:childTnLst>
                              <p:par>
                                <p:cTn id="68" presetID="18" presetClass="entr" presetSubtype="6" fill="hold" grpId="0" nodeType="afterEffect">
                                  <p:stCondLst>
                                    <p:cond delay="0"/>
                                  </p:stCondLst>
                                  <p:childTnLst>
                                    <p:set>
                                      <p:cBhvr>
                                        <p:cTn id="69" dur="1" fill="hold">
                                          <p:stCondLst>
                                            <p:cond delay="0"/>
                                          </p:stCondLst>
                                        </p:cTn>
                                        <p:tgtEl>
                                          <p:spTgt spid="74"/>
                                        </p:tgtEl>
                                        <p:attrNameLst>
                                          <p:attrName>style.visibility</p:attrName>
                                        </p:attrNameLst>
                                      </p:cBhvr>
                                      <p:to>
                                        <p:strVal val="visible"/>
                                      </p:to>
                                    </p:set>
                                    <p:animEffect transition="in" filter="strips(downRight)">
                                      <p:cBhvr>
                                        <p:cTn id="70" dur="500"/>
                                        <p:tgtEl>
                                          <p:spTgt spid="74"/>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77"/>
                                        </p:tgtEl>
                                        <p:attrNameLst>
                                          <p:attrName>style.visibility</p:attrName>
                                        </p:attrNameLst>
                                      </p:cBhvr>
                                      <p:to>
                                        <p:strVal val="visible"/>
                                      </p:to>
                                    </p:set>
                                    <p:animEffect transition="in" filter="wipe(left)">
                                      <p:cBhvr>
                                        <p:cTn id="73" dur="500"/>
                                        <p:tgtEl>
                                          <p:spTgt spid="77"/>
                                        </p:tgtEl>
                                      </p:cBhvr>
                                    </p:animEffect>
                                  </p:childTnLst>
                                </p:cTn>
                              </p:par>
                              <p:par>
                                <p:cTn id="74" presetID="22" presetClass="entr" presetSubtype="8" fill="hold" grpId="0" nodeType="withEffect">
                                  <p:stCondLst>
                                    <p:cond delay="0"/>
                                  </p:stCondLst>
                                  <p:childTnLst>
                                    <p:set>
                                      <p:cBhvr>
                                        <p:cTn id="75" dur="1" fill="hold">
                                          <p:stCondLst>
                                            <p:cond delay="0"/>
                                          </p:stCondLst>
                                        </p:cTn>
                                        <p:tgtEl>
                                          <p:spTgt spid="78"/>
                                        </p:tgtEl>
                                        <p:attrNameLst>
                                          <p:attrName>style.visibility</p:attrName>
                                        </p:attrNameLst>
                                      </p:cBhvr>
                                      <p:to>
                                        <p:strVal val="visible"/>
                                      </p:to>
                                    </p:set>
                                    <p:animEffect transition="in" filter="wipe(left)">
                                      <p:cBhvr>
                                        <p:cTn id="76" dur="500"/>
                                        <p:tgtEl>
                                          <p:spTgt spid="78"/>
                                        </p:tgtEl>
                                      </p:cBhvr>
                                    </p:animEffect>
                                  </p:childTnLst>
                                </p:cTn>
                              </p:par>
                              <p:par>
                                <p:cTn id="77" presetID="47" presetClass="entr" presetSubtype="0" fill="hold" nodeType="withEffect">
                                  <p:stCondLst>
                                    <p:cond delay="0"/>
                                  </p:stCondLst>
                                  <p:childTnLst>
                                    <p:set>
                                      <p:cBhvr>
                                        <p:cTn id="78" dur="1" fill="hold">
                                          <p:stCondLst>
                                            <p:cond delay="0"/>
                                          </p:stCondLst>
                                        </p:cTn>
                                        <p:tgtEl>
                                          <p:spTgt spid="5"/>
                                        </p:tgtEl>
                                        <p:attrNameLst>
                                          <p:attrName>style.visibility</p:attrName>
                                        </p:attrNameLst>
                                      </p:cBhvr>
                                      <p:to>
                                        <p:strVal val="visible"/>
                                      </p:to>
                                    </p:set>
                                    <p:animEffect transition="in" filter="fade">
                                      <p:cBhvr>
                                        <p:cTn id="79" dur="500"/>
                                        <p:tgtEl>
                                          <p:spTgt spid="5"/>
                                        </p:tgtEl>
                                      </p:cBhvr>
                                    </p:animEffect>
                                    <p:anim calcmode="lin" valueType="num">
                                      <p:cBhvr>
                                        <p:cTn id="80" dur="500" fill="hold"/>
                                        <p:tgtEl>
                                          <p:spTgt spid="5"/>
                                        </p:tgtEl>
                                        <p:attrNameLst>
                                          <p:attrName>ppt_x</p:attrName>
                                        </p:attrNameLst>
                                      </p:cBhvr>
                                      <p:tavLst>
                                        <p:tav tm="0">
                                          <p:val>
                                            <p:strVal val="#ppt_x"/>
                                          </p:val>
                                        </p:tav>
                                        <p:tav tm="100000">
                                          <p:val>
                                            <p:strVal val="#ppt_x"/>
                                          </p:val>
                                        </p:tav>
                                      </p:tavLst>
                                    </p:anim>
                                    <p:anim calcmode="lin" valueType="num">
                                      <p:cBhvr>
                                        <p:cTn id="81" dur="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2" grpId="0"/>
      <p:bldP spid="55" grpId="0" animBg="1"/>
      <p:bldP spid="56" grpId="0" animBg="1"/>
      <p:bldP spid="58" grpId="0"/>
      <p:bldP spid="61" grpId="0" animBg="1"/>
      <p:bldP spid="62" grpId="0" animBg="1"/>
      <p:bldP spid="68" grpId="0"/>
      <p:bldP spid="71" grpId="0" animBg="1"/>
      <p:bldP spid="72" grpId="0" animBg="1"/>
      <p:bldP spid="74" grpId="0"/>
      <p:bldP spid="77" grpId="0" animBg="1"/>
      <p:bldP spid="7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27"/>
          <p:cNvGrpSpPr/>
          <p:nvPr/>
        </p:nvGrpSpPr>
        <p:grpSpPr>
          <a:xfrm>
            <a:off x="961879" y="2345874"/>
            <a:ext cx="1583966" cy="500843"/>
            <a:chOff x="4597686" y="3155872"/>
            <a:chExt cx="1583966" cy="500843"/>
          </a:xfrm>
        </p:grpSpPr>
        <p:sp>
          <p:nvSpPr>
            <p:cNvPr id="108" name="TextBox 107"/>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Phone Setting</a:t>
              </a:r>
            </a:p>
          </p:txBody>
        </p:sp>
        <p:sp>
          <p:nvSpPr>
            <p:cNvPr id="109" name="TextBox 108"/>
            <p:cNvSpPr txBox="1"/>
            <p:nvPr/>
          </p:nvSpPr>
          <p:spPr>
            <a:xfrm>
              <a:off x="4597686" y="3348938"/>
              <a:ext cx="1583966"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3" name="Group 129"/>
          <p:cNvGrpSpPr/>
          <p:nvPr/>
        </p:nvGrpSpPr>
        <p:grpSpPr>
          <a:xfrm>
            <a:off x="3093337" y="2345874"/>
            <a:ext cx="1542507" cy="500843"/>
            <a:chOff x="6978976" y="3155872"/>
            <a:chExt cx="1542507" cy="500843"/>
          </a:xfrm>
        </p:grpSpPr>
        <p:sp>
          <p:nvSpPr>
            <p:cNvPr id="112" name="TextBox 111"/>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Global Access</a:t>
              </a:r>
            </a:p>
          </p:txBody>
        </p:sp>
        <p:sp>
          <p:nvSpPr>
            <p:cNvPr id="113" name="TextBox 112"/>
            <p:cNvSpPr txBox="1"/>
            <p:nvPr/>
          </p:nvSpPr>
          <p:spPr>
            <a:xfrm>
              <a:off x="6978976" y="3348938"/>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4" name="Group 128"/>
          <p:cNvGrpSpPr/>
          <p:nvPr/>
        </p:nvGrpSpPr>
        <p:grpSpPr>
          <a:xfrm>
            <a:off x="961878" y="3155703"/>
            <a:ext cx="1542507" cy="500843"/>
            <a:chOff x="4597685" y="3914331"/>
            <a:chExt cx="1542507" cy="500843"/>
          </a:xfrm>
        </p:grpSpPr>
        <p:sp>
          <p:nvSpPr>
            <p:cNvPr id="116" name="TextBox 115"/>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Calendar</a:t>
              </a:r>
              <a:endParaRPr lang="en-US" sz="1400" b="1" dirty="0">
                <a:solidFill>
                  <a:schemeClr val="tx1">
                    <a:lumMod val="75000"/>
                    <a:lumOff val="25000"/>
                  </a:schemeClr>
                </a:solidFill>
              </a:endParaRPr>
            </a:p>
          </p:txBody>
        </p:sp>
        <p:sp>
          <p:nvSpPr>
            <p:cNvPr id="117" name="TextBox 116"/>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5" name="Group 130"/>
          <p:cNvGrpSpPr/>
          <p:nvPr/>
        </p:nvGrpSpPr>
        <p:grpSpPr>
          <a:xfrm>
            <a:off x="3093337" y="3155703"/>
            <a:ext cx="1542507" cy="500843"/>
            <a:chOff x="6978976" y="3914331"/>
            <a:chExt cx="1542507" cy="500843"/>
          </a:xfrm>
        </p:grpSpPr>
        <p:sp>
          <p:nvSpPr>
            <p:cNvPr id="122" name="TextBox 121"/>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Smart Touch</a:t>
              </a:r>
            </a:p>
          </p:txBody>
        </p:sp>
        <p:sp>
          <p:nvSpPr>
            <p:cNvPr id="123" name="TextBox 122"/>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sp>
        <p:nvSpPr>
          <p:cNvPr id="125" name="TextBox 124"/>
          <p:cNvSpPr txBox="1"/>
          <p:nvPr/>
        </p:nvSpPr>
        <p:spPr>
          <a:xfrm>
            <a:off x="372926" y="603393"/>
            <a:ext cx="4090097" cy="1723549"/>
          </a:xfrm>
          <a:prstGeom prst="rect">
            <a:avLst/>
          </a:prstGeom>
          <a:noFill/>
        </p:spPr>
        <p:txBody>
          <a:bodyPr wrap="square" rtlCol="0">
            <a:spAutoFit/>
          </a:bodyPr>
          <a:lstStyle/>
          <a:p>
            <a:r>
              <a:rPr lang="en-US" sz="1400" b="1" dirty="0">
                <a:solidFill>
                  <a:schemeClr val="tx2">
                    <a:lumMod val="75000"/>
                    <a:lumOff val="25000"/>
                  </a:schemeClr>
                </a:solidFill>
              </a:rPr>
              <a:t>OUR ADVANTAGES</a:t>
            </a:r>
            <a:br>
              <a:rPr lang="en-US" sz="1600" dirty="0"/>
            </a:br>
            <a:r>
              <a:rPr lang="en-US" sz="1000" dirty="0">
                <a:solidFill>
                  <a:schemeClr val="tx1">
                    <a:lumMod val="65000"/>
                    <a:lumOff val="35000"/>
                  </a:schemeClr>
                </a:solidFill>
              </a:rPr>
              <a:t>There are many variations of passages of Lorem Ipsum available, but the of  The majority have suffered alteration in some form, by injected humour, or randomized words which don't look even slightly</a:t>
            </a:r>
          </a:p>
          <a:p>
            <a:endParaRPr lang="en-US" sz="1000" dirty="0">
              <a:solidFill>
                <a:schemeClr val="tx1">
                  <a:lumMod val="65000"/>
                  <a:lumOff val="35000"/>
                </a:schemeClr>
              </a:solidFill>
            </a:endParaRPr>
          </a:p>
          <a:p>
            <a:r>
              <a:rPr lang="en-US" sz="1000" dirty="0">
                <a:solidFill>
                  <a:schemeClr val="tx1">
                    <a:lumMod val="65000"/>
                    <a:lumOff val="35000"/>
                  </a:schemeClr>
                </a:solidFill>
              </a:rPr>
              <a:t> 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p:txBody>
      </p:sp>
      <p:grpSp>
        <p:nvGrpSpPr>
          <p:cNvPr id="6" name="Group 25"/>
          <p:cNvGrpSpPr/>
          <p:nvPr/>
        </p:nvGrpSpPr>
        <p:grpSpPr>
          <a:xfrm>
            <a:off x="961878" y="3982212"/>
            <a:ext cx="1542507" cy="500843"/>
            <a:chOff x="4597685" y="3914331"/>
            <a:chExt cx="1542507" cy="500843"/>
          </a:xfrm>
        </p:grpSpPr>
        <p:sp>
          <p:nvSpPr>
            <p:cNvPr id="27" name="TextBox 26"/>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GPS Services</a:t>
              </a:r>
              <a:endParaRPr lang="en-US" sz="1400" b="1" dirty="0">
                <a:solidFill>
                  <a:schemeClr val="tx1">
                    <a:lumMod val="75000"/>
                    <a:lumOff val="25000"/>
                  </a:schemeClr>
                </a:solidFill>
              </a:endParaRPr>
            </a:p>
          </p:txBody>
        </p:sp>
        <p:sp>
          <p:nvSpPr>
            <p:cNvPr id="28" name="TextBox 27"/>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7" name="Group 30"/>
          <p:cNvGrpSpPr/>
          <p:nvPr/>
        </p:nvGrpSpPr>
        <p:grpSpPr>
          <a:xfrm>
            <a:off x="3093337" y="3982212"/>
            <a:ext cx="1542507" cy="500843"/>
            <a:chOff x="6978976" y="3914331"/>
            <a:chExt cx="1542507" cy="500843"/>
          </a:xfrm>
        </p:grpSpPr>
        <p:sp>
          <p:nvSpPr>
            <p:cNvPr id="32" name="TextBox 31"/>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Cloud Services</a:t>
              </a:r>
            </a:p>
          </p:txBody>
        </p:sp>
        <p:sp>
          <p:nvSpPr>
            <p:cNvPr id="33" name="TextBox 32"/>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8" name="Group 52"/>
          <p:cNvGrpSpPr/>
          <p:nvPr/>
        </p:nvGrpSpPr>
        <p:grpSpPr>
          <a:xfrm>
            <a:off x="2545845" y="4027462"/>
            <a:ext cx="469021" cy="455593"/>
            <a:chOff x="6299532" y="4190009"/>
            <a:chExt cx="469021" cy="455593"/>
          </a:xfrm>
        </p:grpSpPr>
        <p:sp>
          <p:nvSpPr>
            <p:cNvPr id="54" name="Oval 53"/>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55"/>
          <p:cNvGrpSpPr/>
          <p:nvPr/>
        </p:nvGrpSpPr>
        <p:grpSpPr>
          <a:xfrm>
            <a:off x="393656" y="2387810"/>
            <a:ext cx="469021" cy="455593"/>
            <a:chOff x="630683" y="3383511"/>
            <a:chExt cx="469021" cy="455593"/>
          </a:xfrm>
        </p:grpSpPr>
        <p:sp>
          <p:nvSpPr>
            <p:cNvPr id="57" name="Oval 56"/>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58"/>
          <p:cNvGrpSpPr/>
          <p:nvPr/>
        </p:nvGrpSpPr>
        <p:grpSpPr>
          <a:xfrm>
            <a:off x="393656" y="4027462"/>
            <a:ext cx="469021" cy="455593"/>
            <a:chOff x="3428938" y="4190009"/>
            <a:chExt cx="469021" cy="455593"/>
          </a:xfrm>
        </p:grpSpPr>
        <p:sp>
          <p:nvSpPr>
            <p:cNvPr id="60" name="Oval 59"/>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61"/>
          <p:cNvGrpSpPr/>
          <p:nvPr/>
        </p:nvGrpSpPr>
        <p:grpSpPr>
          <a:xfrm>
            <a:off x="393656" y="3228948"/>
            <a:ext cx="469021" cy="455593"/>
            <a:chOff x="6299532" y="3384456"/>
            <a:chExt cx="469021" cy="455593"/>
          </a:xfrm>
        </p:grpSpPr>
        <p:sp>
          <p:nvSpPr>
            <p:cNvPr id="63" name="Oval 62"/>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64"/>
          <p:cNvGrpSpPr/>
          <p:nvPr/>
        </p:nvGrpSpPr>
        <p:grpSpPr>
          <a:xfrm>
            <a:off x="2545845" y="3228948"/>
            <a:ext cx="469021" cy="455593"/>
            <a:chOff x="630683" y="4190009"/>
            <a:chExt cx="469021" cy="455593"/>
          </a:xfrm>
        </p:grpSpPr>
        <p:sp>
          <p:nvSpPr>
            <p:cNvPr id="66" name="Oval 65"/>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67"/>
          <p:cNvGrpSpPr/>
          <p:nvPr/>
        </p:nvGrpSpPr>
        <p:grpSpPr>
          <a:xfrm>
            <a:off x="2545845" y="2387810"/>
            <a:ext cx="469021" cy="455593"/>
            <a:chOff x="3425803" y="3384456"/>
            <a:chExt cx="469021" cy="455593"/>
          </a:xfrm>
        </p:grpSpPr>
        <p:sp>
          <p:nvSpPr>
            <p:cNvPr id="69" name="Oval 68"/>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pic>
        <p:nvPicPr>
          <p:cNvPr id="41" name="Picture Placeholder 40" descr="imageHolder.jpg"/>
          <p:cNvPicPr>
            <a:picLocks noGrp="1" noChangeAspect="1"/>
          </p:cNvPicPr>
          <p:nvPr>
            <p:ph type="pic" sz="quarter" idx="15"/>
          </p:nvPr>
        </p:nvPicPr>
        <p:blipFill>
          <a:blip r:embed="rId3"/>
          <a:srcRect l="25646" r="25646"/>
          <a:stretch>
            <a:fillRect/>
          </a:stretch>
        </p:blipFill>
        <p:spPr/>
      </p:pic>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125"/>
                                        </p:tgtEl>
                                        <p:attrNameLst>
                                          <p:attrName>style.visibility</p:attrName>
                                        </p:attrNameLst>
                                      </p:cBhvr>
                                      <p:to>
                                        <p:strVal val="visible"/>
                                      </p:to>
                                    </p:set>
                                    <p:anim calcmode="lin" valueType="num">
                                      <p:cBhvr additive="base">
                                        <p:cTn id="7" dur="1000" fill="hold"/>
                                        <p:tgtEl>
                                          <p:spTgt spid="125"/>
                                        </p:tgtEl>
                                        <p:attrNameLst>
                                          <p:attrName>ppt_x</p:attrName>
                                        </p:attrNameLst>
                                      </p:cBhvr>
                                      <p:tavLst>
                                        <p:tav tm="0">
                                          <p:val>
                                            <p:strVal val="#ppt_x"/>
                                          </p:val>
                                        </p:tav>
                                        <p:tav tm="100000">
                                          <p:val>
                                            <p:strVal val="#ppt_x"/>
                                          </p:val>
                                        </p:tav>
                                      </p:tavLst>
                                    </p:anim>
                                    <p:anim calcmode="lin" valueType="num">
                                      <p:cBhvr additive="base">
                                        <p:cTn id="8" dur="1000" fill="hold"/>
                                        <p:tgtEl>
                                          <p:spTgt spid="125"/>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53"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2" presetClass="entr" presetSubtype="4" accel="50000" decel="50000"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1000" fill="hold"/>
                                        <p:tgtEl>
                                          <p:spTgt spid="2"/>
                                        </p:tgtEl>
                                        <p:attrNameLst>
                                          <p:attrName>ppt_x</p:attrName>
                                        </p:attrNameLst>
                                      </p:cBhvr>
                                      <p:tavLst>
                                        <p:tav tm="0">
                                          <p:val>
                                            <p:strVal val="#ppt_x"/>
                                          </p:val>
                                        </p:tav>
                                        <p:tav tm="100000">
                                          <p:val>
                                            <p:strVal val="#ppt_x"/>
                                          </p:val>
                                        </p:tav>
                                      </p:tavLst>
                                    </p:anim>
                                    <p:anim calcmode="lin" valueType="num">
                                      <p:cBhvr additive="base">
                                        <p:cTn id="18" dur="1000" fill="hold"/>
                                        <p:tgtEl>
                                          <p:spTgt spid="2"/>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53" presetClass="entr" presetSubtype="0"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500" fill="hold"/>
                                        <p:tgtEl>
                                          <p:spTgt spid="13"/>
                                        </p:tgtEl>
                                        <p:attrNameLst>
                                          <p:attrName>ppt_w</p:attrName>
                                        </p:attrNameLst>
                                      </p:cBhvr>
                                      <p:tavLst>
                                        <p:tav tm="0">
                                          <p:val>
                                            <p:fltVal val="0"/>
                                          </p:val>
                                        </p:tav>
                                        <p:tav tm="100000">
                                          <p:val>
                                            <p:strVal val="#ppt_w"/>
                                          </p:val>
                                        </p:tav>
                                      </p:tavLst>
                                    </p:anim>
                                    <p:anim calcmode="lin" valueType="num">
                                      <p:cBhvr>
                                        <p:cTn id="23" dur="500" fill="hold"/>
                                        <p:tgtEl>
                                          <p:spTgt spid="13"/>
                                        </p:tgtEl>
                                        <p:attrNameLst>
                                          <p:attrName>ppt_h</p:attrName>
                                        </p:attrNameLst>
                                      </p:cBhvr>
                                      <p:tavLst>
                                        <p:tav tm="0">
                                          <p:val>
                                            <p:fltVal val="0"/>
                                          </p:val>
                                        </p:tav>
                                        <p:tav tm="100000">
                                          <p:val>
                                            <p:strVal val="#ppt_h"/>
                                          </p:val>
                                        </p:tav>
                                      </p:tavLst>
                                    </p:anim>
                                    <p:animEffect transition="in" filter="fade">
                                      <p:cBhvr>
                                        <p:cTn id="24" dur="500"/>
                                        <p:tgtEl>
                                          <p:spTgt spid="13"/>
                                        </p:tgtEl>
                                      </p:cBhvr>
                                    </p:animEffect>
                                  </p:childTnLst>
                                </p:cTn>
                              </p:par>
                              <p:par>
                                <p:cTn id="25" presetID="2" presetClass="entr" presetSubtype="4" accel="50000" decel="5000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000" fill="hold"/>
                                        <p:tgtEl>
                                          <p:spTgt spid="3"/>
                                        </p:tgtEl>
                                        <p:attrNameLst>
                                          <p:attrName>ppt_x</p:attrName>
                                        </p:attrNameLst>
                                      </p:cBhvr>
                                      <p:tavLst>
                                        <p:tav tm="0">
                                          <p:val>
                                            <p:strVal val="#ppt_x"/>
                                          </p:val>
                                        </p:tav>
                                        <p:tav tm="100000">
                                          <p:val>
                                            <p:strVal val="#ppt_x"/>
                                          </p:val>
                                        </p:tav>
                                      </p:tavLst>
                                    </p:anim>
                                    <p:anim calcmode="lin" valueType="num">
                                      <p:cBhvr additive="base">
                                        <p:cTn id="28" dur="1000" fill="hold"/>
                                        <p:tgtEl>
                                          <p:spTgt spid="3"/>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ID="53" presetClass="entr" presetSubtype="0" fill="hold"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par>
                                <p:cTn id="35" presetID="2" presetClass="entr" presetSubtype="4" accel="50000" decel="5000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1000" fill="hold"/>
                                        <p:tgtEl>
                                          <p:spTgt spid="4"/>
                                        </p:tgtEl>
                                        <p:attrNameLst>
                                          <p:attrName>ppt_x</p:attrName>
                                        </p:attrNameLst>
                                      </p:cBhvr>
                                      <p:tavLst>
                                        <p:tav tm="0">
                                          <p:val>
                                            <p:strVal val="#ppt_x"/>
                                          </p:val>
                                        </p:tav>
                                        <p:tav tm="100000">
                                          <p:val>
                                            <p:strVal val="#ppt_x"/>
                                          </p:val>
                                        </p:tav>
                                      </p:tavLst>
                                    </p:anim>
                                    <p:anim calcmode="lin" valueType="num">
                                      <p:cBhvr additive="base">
                                        <p:cTn id="38" dur="1000" fill="hold"/>
                                        <p:tgtEl>
                                          <p:spTgt spid="4"/>
                                        </p:tgtEl>
                                        <p:attrNameLst>
                                          <p:attrName>ppt_y</p:attrName>
                                        </p:attrNameLst>
                                      </p:cBhvr>
                                      <p:tavLst>
                                        <p:tav tm="0">
                                          <p:val>
                                            <p:strVal val="1+#ppt_h/2"/>
                                          </p:val>
                                        </p:tav>
                                        <p:tav tm="100000">
                                          <p:val>
                                            <p:strVal val="#ppt_y"/>
                                          </p:val>
                                        </p:tav>
                                      </p:tavLst>
                                    </p:anim>
                                  </p:childTnLst>
                                </p:cTn>
                              </p:par>
                            </p:childTnLst>
                          </p:cTn>
                        </p:par>
                        <p:par>
                          <p:cTn id="39" fill="hold">
                            <p:stCondLst>
                              <p:cond delay="4000"/>
                            </p:stCondLst>
                            <p:childTnLst>
                              <p:par>
                                <p:cTn id="40" presetID="53" presetClass="entr" presetSubtype="0" fill="hold" nodeType="after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p:cTn id="42" dur="500" fill="hold"/>
                                        <p:tgtEl>
                                          <p:spTgt spid="12"/>
                                        </p:tgtEl>
                                        <p:attrNameLst>
                                          <p:attrName>ppt_w</p:attrName>
                                        </p:attrNameLst>
                                      </p:cBhvr>
                                      <p:tavLst>
                                        <p:tav tm="0">
                                          <p:val>
                                            <p:fltVal val="0"/>
                                          </p:val>
                                        </p:tav>
                                        <p:tav tm="100000">
                                          <p:val>
                                            <p:strVal val="#ppt_w"/>
                                          </p:val>
                                        </p:tav>
                                      </p:tavLst>
                                    </p:anim>
                                    <p:anim calcmode="lin" valueType="num">
                                      <p:cBhvr>
                                        <p:cTn id="43" dur="500" fill="hold"/>
                                        <p:tgtEl>
                                          <p:spTgt spid="12"/>
                                        </p:tgtEl>
                                        <p:attrNameLst>
                                          <p:attrName>ppt_h</p:attrName>
                                        </p:attrNameLst>
                                      </p:cBhvr>
                                      <p:tavLst>
                                        <p:tav tm="0">
                                          <p:val>
                                            <p:fltVal val="0"/>
                                          </p:val>
                                        </p:tav>
                                        <p:tav tm="100000">
                                          <p:val>
                                            <p:strVal val="#ppt_h"/>
                                          </p:val>
                                        </p:tav>
                                      </p:tavLst>
                                    </p:anim>
                                    <p:animEffect transition="in" filter="fade">
                                      <p:cBhvr>
                                        <p:cTn id="44" dur="500"/>
                                        <p:tgtEl>
                                          <p:spTgt spid="12"/>
                                        </p:tgtEl>
                                      </p:cBhvr>
                                    </p:animEffect>
                                  </p:childTnLst>
                                </p:cTn>
                              </p:par>
                              <p:par>
                                <p:cTn id="45" presetID="2" presetClass="entr" presetSubtype="4" accel="50000" decel="5000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1000" fill="hold"/>
                                        <p:tgtEl>
                                          <p:spTgt spid="5"/>
                                        </p:tgtEl>
                                        <p:attrNameLst>
                                          <p:attrName>ppt_x</p:attrName>
                                        </p:attrNameLst>
                                      </p:cBhvr>
                                      <p:tavLst>
                                        <p:tav tm="0">
                                          <p:val>
                                            <p:strVal val="#ppt_x"/>
                                          </p:val>
                                        </p:tav>
                                        <p:tav tm="100000">
                                          <p:val>
                                            <p:strVal val="#ppt_x"/>
                                          </p:val>
                                        </p:tav>
                                      </p:tavLst>
                                    </p:anim>
                                    <p:anim calcmode="lin" valueType="num">
                                      <p:cBhvr additive="base">
                                        <p:cTn id="48" dur="1000" fill="hold"/>
                                        <p:tgtEl>
                                          <p:spTgt spid="5"/>
                                        </p:tgtEl>
                                        <p:attrNameLst>
                                          <p:attrName>ppt_y</p:attrName>
                                        </p:attrNameLst>
                                      </p:cBhvr>
                                      <p:tavLst>
                                        <p:tav tm="0">
                                          <p:val>
                                            <p:strVal val="1+#ppt_h/2"/>
                                          </p:val>
                                        </p:tav>
                                        <p:tav tm="100000">
                                          <p:val>
                                            <p:strVal val="#ppt_y"/>
                                          </p:val>
                                        </p:tav>
                                      </p:tavLst>
                                    </p:anim>
                                  </p:childTnLst>
                                </p:cTn>
                              </p:par>
                            </p:childTnLst>
                          </p:cTn>
                        </p:par>
                        <p:par>
                          <p:cTn id="49" fill="hold">
                            <p:stCondLst>
                              <p:cond delay="5000"/>
                            </p:stCondLst>
                            <p:childTnLst>
                              <p:par>
                                <p:cTn id="50" presetID="53" presetClass="entr" presetSubtype="0" fill="hold" nodeType="after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500" fill="hold"/>
                                        <p:tgtEl>
                                          <p:spTgt spid="10"/>
                                        </p:tgtEl>
                                        <p:attrNameLst>
                                          <p:attrName>ppt_w</p:attrName>
                                        </p:attrNameLst>
                                      </p:cBhvr>
                                      <p:tavLst>
                                        <p:tav tm="0">
                                          <p:val>
                                            <p:fltVal val="0"/>
                                          </p:val>
                                        </p:tav>
                                        <p:tav tm="100000">
                                          <p:val>
                                            <p:strVal val="#ppt_w"/>
                                          </p:val>
                                        </p:tav>
                                      </p:tavLst>
                                    </p:anim>
                                    <p:anim calcmode="lin" valueType="num">
                                      <p:cBhvr>
                                        <p:cTn id="53" dur="500" fill="hold"/>
                                        <p:tgtEl>
                                          <p:spTgt spid="10"/>
                                        </p:tgtEl>
                                        <p:attrNameLst>
                                          <p:attrName>ppt_h</p:attrName>
                                        </p:attrNameLst>
                                      </p:cBhvr>
                                      <p:tavLst>
                                        <p:tav tm="0">
                                          <p:val>
                                            <p:fltVal val="0"/>
                                          </p:val>
                                        </p:tav>
                                        <p:tav tm="100000">
                                          <p:val>
                                            <p:strVal val="#ppt_h"/>
                                          </p:val>
                                        </p:tav>
                                      </p:tavLst>
                                    </p:anim>
                                    <p:animEffect transition="in" filter="fade">
                                      <p:cBhvr>
                                        <p:cTn id="54" dur="500"/>
                                        <p:tgtEl>
                                          <p:spTgt spid="10"/>
                                        </p:tgtEl>
                                      </p:cBhvr>
                                    </p:animEffect>
                                  </p:childTnLst>
                                </p:cTn>
                              </p:par>
                              <p:par>
                                <p:cTn id="55" presetID="2" presetClass="entr" presetSubtype="4" accel="50000" decel="50000" fill="hold" nodeType="with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1000" fill="hold"/>
                                        <p:tgtEl>
                                          <p:spTgt spid="6"/>
                                        </p:tgtEl>
                                        <p:attrNameLst>
                                          <p:attrName>ppt_x</p:attrName>
                                        </p:attrNameLst>
                                      </p:cBhvr>
                                      <p:tavLst>
                                        <p:tav tm="0">
                                          <p:val>
                                            <p:strVal val="#ppt_x"/>
                                          </p:val>
                                        </p:tav>
                                        <p:tav tm="100000">
                                          <p:val>
                                            <p:strVal val="#ppt_x"/>
                                          </p:val>
                                        </p:tav>
                                      </p:tavLst>
                                    </p:anim>
                                    <p:anim calcmode="lin" valueType="num">
                                      <p:cBhvr additive="base">
                                        <p:cTn id="58" dur="1000" fill="hold"/>
                                        <p:tgtEl>
                                          <p:spTgt spid="6"/>
                                        </p:tgtEl>
                                        <p:attrNameLst>
                                          <p:attrName>ppt_y</p:attrName>
                                        </p:attrNameLst>
                                      </p:cBhvr>
                                      <p:tavLst>
                                        <p:tav tm="0">
                                          <p:val>
                                            <p:strVal val="1+#ppt_h/2"/>
                                          </p:val>
                                        </p:tav>
                                        <p:tav tm="100000">
                                          <p:val>
                                            <p:strVal val="#ppt_y"/>
                                          </p:val>
                                        </p:tav>
                                      </p:tavLst>
                                    </p:anim>
                                  </p:childTnLst>
                                </p:cTn>
                              </p:par>
                            </p:childTnLst>
                          </p:cTn>
                        </p:par>
                        <p:par>
                          <p:cTn id="59" fill="hold">
                            <p:stCondLst>
                              <p:cond delay="6000"/>
                            </p:stCondLst>
                            <p:childTnLst>
                              <p:par>
                                <p:cTn id="60" presetID="53" presetClass="entr" presetSubtype="0" fill="hold" nodeType="after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p:cTn id="62" dur="500" fill="hold"/>
                                        <p:tgtEl>
                                          <p:spTgt spid="8"/>
                                        </p:tgtEl>
                                        <p:attrNameLst>
                                          <p:attrName>ppt_w</p:attrName>
                                        </p:attrNameLst>
                                      </p:cBhvr>
                                      <p:tavLst>
                                        <p:tav tm="0">
                                          <p:val>
                                            <p:fltVal val="0"/>
                                          </p:val>
                                        </p:tav>
                                        <p:tav tm="100000">
                                          <p:val>
                                            <p:strVal val="#ppt_w"/>
                                          </p:val>
                                        </p:tav>
                                      </p:tavLst>
                                    </p:anim>
                                    <p:anim calcmode="lin" valueType="num">
                                      <p:cBhvr>
                                        <p:cTn id="63" dur="500" fill="hold"/>
                                        <p:tgtEl>
                                          <p:spTgt spid="8"/>
                                        </p:tgtEl>
                                        <p:attrNameLst>
                                          <p:attrName>ppt_h</p:attrName>
                                        </p:attrNameLst>
                                      </p:cBhvr>
                                      <p:tavLst>
                                        <p:tav tm="0">
                                          <p:val>
                                            <p:fltVal val="0"/>
                                          </p:val>
                                        </p:tav>
                                        <p:tav tm="100000">
                                          <p:val>
                                            <p:strVal val="#ppt_h"/>
                                          </p:val>
                                        </p:tav>
                                      </p:tavLst>
                                    </p:anim>
                                    <p:animEffect transition="in" filter="fade">
                                      <p:cBhvr>
                                        <p:cTn id="64" dur="500"/>
                                        <p:tgtEl>
                                          <p:spTgt spid="8"/>
                                        </p:tgtEl>
                                      </p:cBhvr>
                                    </p:animEffect>
                                  </p:childTnLst>
                                </p:cTn>
                              </p:par>
                              <p:par>
                                <p:cTn id="65" presetID="2" presetClass="entr" presetSubtype="4" accel="50000" decel="50000" fill="hold"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1000" fill="hold"/>
                                        <p:tgtEl>
                                          <p:spTgt spid="7"/>
                                        </p:tgtEl>
                                        <p:attrNameLst>
                                          <p:attrName>ppt_x</p:attrName>
                                        </p:attrNameLst>
                                      </p:cBhvr>
                                      <p:tavLst>
                                        <p:tav tm="0">
                                          <p:val>
                                            <p:strVal val="#ppt_x"/>
                                          </p:val>
                                        </p:tav>
                                        <p:tav tm="100000">
                                          <p:val>
                                            <p:strVal val="#ppt_x"/>
                                          </p:val>
                                        </p:tav>
                                      </p:tavLst>
                                    </p:anim>
                                    <p:anim calcmode="lin" valueType="num">
                                      <p:cBhvr additive="base">
                                        <p:cTn id="6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Placeholder 34" descr="imageHolder.jpg"/>
          <p:cNvPicPr>
            <a:picLocks noGrp="1" noChangeAspect="1"/>
          </p:cNvPicPr>
          <p:nvPr>
            <p:ph type="pic" sz="quarter" idx="15"/>
          </p:nvPr>
        </p:nvPicPr>
        <p:blipFill>
          <a:blip r:embed="rId3"/>
          <a:srcRect l="17948" r="17948"/>
          <a:stretch>
            <a:fillRect/>
          </a:stretch>
        </p:blipFill>
        <p:spPr/>
      </p:pic>
      <p:sp>
        <p:nvSpPr>
          <p:cNvPr id="7" name="Title 6"/>
          <p:cNvSpPr>
            <a:spLocks noGrp="1"/>
          </p:cNvSpPr>
          <p:nvPr>
            <p:ph type="title"/>
          </p:nvPr>
        </p:nvSpPr>
        <p:spPr/>
        <p:txBody>
          <a:bodyPr/>
          <a:lstStyle/>
          <a:p>
            <a:r>
              <a:rPr lang="en-US"/>
              <a:t>Project Features</a:t>
            </a:r>
            <a:endParaRPr lang="en-US" dirty="0"/>
          </a:p>
        </p:txBody>
      </p:sp>
      <p:sp>
        <p:nvSpPr>
          <p:cNvPr id="8" name="Text Placeholder 7"/>
          <p:cNvSpPr>
            <a:spLocks noGrp="1"/>
          </p:cNvSpPr>
          <p:nvPr>
            <p:ph type="body" sz="half" idx="2"/>
          </p:nvPr>
        </p:nvSpPr>
        <p:spPr/>
        <p:txBody>
          <a:bodyPr/>
          <a:lstStyle/>
          <a:p>
            <a:r>
              <a:rPr lang="en-US"/>
              <a:t>Project Features</a:t>
            </a:r>
            <a:endParaRPr lang="en-US" dirty="0"/>
          </a:p>
        </p:txBody>
      </p:sp>
      <p:sp>
        <p:nvSpPr>
          <p:cNvPr id="30" name="Slide Number Placeholder 29"/>
          <p:cNvSpPr>
            <a:spLocks noGrp="1"/>
          </p:cNvSpPr>
          <p:nvPr>
            <p:ph type="sldNum" sz="quarter" idx="14"/>
          </p:nvPr>
        </p:nvSpPr>
        <p:spPr/>
        <p:txBody>
          <a:bodyPr/>
          <a:lstStyle/>
          <a:p>
            <a:fld id="{C136B7D2-B98C-44FD-8D04-7EC62A564975}" type="slidenum">
              <a:rPr lang="en-US" smtClean="0"/>
              <a:pPr/>
              <a:t>21</a:t>
            </a:fld>
            <a:endParaRPr lang="en-US" dirty="0"/>
          </a:p>
        </p:txBody>
      </p:sp>
      <p:grpSp>
        <p:nvGrpSpPr>
          <p:cNvPr id="2" name="Group 49"/>
          <p:cNvGrpSpPr/>
          <p:nvPr/>
        </p:nvGrpSpPr>
        <p:grpSpPr>
          <a:xfrm>
            <a:off x="1097608" y="1369922"/>
            <a:ext cx="3205532" cy="533860"/>
            <a:chOff x="1270277" y="1192718"/>
            <a:chExt cx="3205532" cy="533860"/>
          </a:xfrm>
        </p:grpSpPr>
        <p:sp>
          <p:nvSpPr>
            <p:cNvPr id="38" name="Text Placeholder 3"/>
            <p:cNvSpPr txBox="1">
              <a:spLocks/>
            </p:cNvSpPr>
            <p:nvPr/>
          </p:nvSpPr>
          <p:spPr>
            <a:xfrm>
              <a:off x="1270277" y="119271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41" name="Text Placeholder 3"/>
            <p:cNvSpPr txBox="1">
              <a:spLocks/>
            </p:cNvSpPr>
            <p:nvPr/>
          </p:nvSpPr>
          <p:spPr>
            <a:xfrm>
              <a:off x="1270277" y="1418801"/>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3" name="Group 52"/>
          <p:cNvGrpSpPr/>
          <p:nvPr/>
        </p:nvGrpSpPr>
        <p:grpSpPr>
          <a:xfrm>
            <a:off x="1097608" y="2196529"/>
            <a:ext cx="3205532" cy="533860"/>
            <a:chOff x="1270277" y="2114430"/>
            <a:chExt cx="3205532" cy="533860"/>
          </a:xfrm>
        </p:grpSpPr>
        <p:sp>
          <p:nvSpPr>
            <p:cNvPr id="45" name="Text Placeholder 3"/>
            <p:cNvSpPr txBox="1">
              <a:spLocks/>
            </p:cNvSpPr>
            <p:nvPr/>
          </p:nvSpPr>
          <p:spPr>
            <a:xfrm>
              <a:off x="1270277" y="211443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46" name="Text Placeholder 3"/>
            <p:cNvSpPr txBox="1">
              <a:spLocks/>
            </p:cNvSpPr>
            <p:nvPr/>
          </p:nvSpPr>
          <p:spPr>
            <a:xfrm>
              <a:off x="1270277" y="2340513"/>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grpSp>
        <p:nvGrpSpPr>
          <p:cNvPr id="4" name="Group 58"/>
          <p:cNvGrpSpPr/>
          <p:nvPr/>
        </p:nvGrpSpPr>
        <p:grpSpPr>
          <a:xfrm>
            <a:off x="1097608" y="3014475"/>
            <a:ext cx="3205532" cy="533860"/>
            <a:chOff x="1270277" y="3036142"/>
            <a:chExt cx="3205532" cy="533860"/>
          </a:xfrm>
        </p:grpSpPr>
        <p:sp>
          <p:nvSpPr>
            <p:cNvPr id="51" name="Text Placeholder 3"/>
            <p:cNvSpPr txBox="1">
              <a:spLocks/>
            </p:cNvSpPr>
            <p:nvPr/>
          </p:nvSpPr>
          <p:spPr>
            <a:xfrm>
              <a:off x="1270277" y="3036142"/>
              <a:ext cx="1215076"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53" name="Text Placeholder 3"/>
            <p:cNvSpPr txBox="1">
              <a:spLocks/>
            </p:cNvSpPr>
            <p:nvPr/>
          </p:nvSpPr>
          <p:spPr>
            <a:xfrm>
              <a:off x="1270277" y="3262225"/>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grpSp>
        <p:nvGrpSpPr>
          <p:cNvPr id="5" name="Group 61"/>
          <p:cNvGrpSpPr/>
          <p:nvPr/>
        </p:nvGrpSpPr>
        <p:grpSpPr>
          <a:xfrm>
            <a:off x="1097608" y="3810042"/>
            <a:ext cx="3205532" cy="522412"/>
            <a:chOff x="1270277" y="3047590"/>
            <a:chExt cx="3205532" cy="522412"/>
          </a:xfrm>
        </p:grpSpPr>
        <p:sp>
          <p:nvSpPr>
            <p:cNvPr id="59" name="Text Placeholder 3"/>
            <p:cNvSpPr txBox="1">
              <a:spLocks/>
            </p:cNvSpPr>
            <p:nvPr/>
          </p:nvSpPr>
          <p:spPr>
            <a:xfrm>
              <a:off x="1270277" y="3047590"/>
              <a:ext cx="1125308"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j-lt"/>
                  <a:ea typeface="+mn-ea"/>
                  <a:cs typeface="+mn-cs"/>
                </a:rPr>
                <a:t>Number </a:t>
              </a:r>
              <a:r>
                <a:rPr lang="en-US" b="1" dirty="0">
                  <a:solidFill>
                    <a:schemeClr val="accent4"/>
                  </a:solidFill>
                  <a:latin typeface="+mj-lt"/>
                </a:rPr>
                <a:t>Four</a:t>
              </a:r>
              <a:endParaRPr kumimoji="0" lang="en-US" b="1" i="0" u="none" strike="noStrike" kern="1200" cap="none" spc="0" normalizeH="0" baseline="0" noProof="0" dirty="0">
                <a:ln>
                  <a:noFill/>
                </a:ln>
                <a:solidFill>
                  <a:schemeClr val="accent4"/>
                </a:solidFill>
                <a:effectLst/>
                <a:uLnTx/>
                <a:uFillTx/>
                <a:latin typeface="+mj-lt"/>
                <a:ea typeface="+mn-ea"/>
                <a:cs typeface="+mn-cs"/>
              </a:endParaRPr>
            </a:p>
          </p:txBody>
        </p:sp>
        <p:sp>
          <p:nvSpPr>
            <p:cNvPr id="60" name="Text Placeholder 3"/>
            <p:cNvSpPr txBox="1">
              <a:spLocks/>
            </p:cNvSpPr>
            <p:nvPr/>
          </p:nvSpPr>
          <p:spPr>
            <a:xfrm>
              <a:off x="1270277" y="3262225"/>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sp>
        <p:nvSpPr>
          <p:cNvPr id="63" name="Freeform 45"/>
          <p:cNvSpPr>
            <a:spLocks noEditPoints="1"/>
          </p:cNvSpPr>
          <p:nvPr/>
        </p:nvSpPr>
        <p:spPr bwMode="auto">
          <a:xfrm>
            <a:off x="701460" y="152456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45"/>
          <p:cNvSpPr>
            <a:spLocks noEditPoints="1"/>
          </p:cNvSpPr>
          <p:nvPr/>
        </p:nvSpPr>
        <p:spPr bwMode="auto">
          <a:xfrm>
            <a:off x="701460" y="233739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45"/>
          <p:cNvSpPr>
            <a:spLocks noEditPoints="1"/>
          </p:cNvSpPr>
          <p:nvPr/>
        </p:nvSpPr>
        <p:spPr bwMode="auto">
          <a:xfrm>
            <a:off x="701460" y="315023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45"/>
          <p:cNvSpPr>
            <a:spLocks noEditPoints="1"/>
          </p:cNvSpPr>
          <p:nvPr/>
        </p:nvSpPr>
        <p:spPr bwMode="auto">
          <a:xfrm>
            <a:off x="701460" y="396306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2" presetClass="entr" presetSubtype="4" accel="50000" decel="5000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64"/>
                                        </p:tgtEl>
                                        <p:attrNameLst>
                                          <p:attrName>style.visibility</p:attrName>
                                        </p:attrNameLst>
                                      </p:cBhvr>
                                      <p:to>
                                        <p:strVal val="visible"/>
                                      </p:to>
                                    </p:set>
                                    <p:anim calcmode="lin" valueType="num">
                                      <p:cBhvr>
                                        <p:cTn id="18" dur="500" fill="hold"/>
                                        <p:tgtEl>
                                          <p:spTgt spid="64"/>
                                        </p:tgtEl>
                                        <p:attrNameLst>
                                          <p:attrName>ppt_w</p:attrName>
                                        </p:attrNameLst>
                                      </p:cBhvr>
                                      <p:tavLst>
                                        <p:tav tm="0">
                                          <p:val>
                                            <p:fltVal val="0"/>
                                          </p:val>
                                        </p:tav>
                                        <p:tav tm="100000">
                                          <p:val>
                                            <p:strVal val="#ppt_w"/>
                                          </p:val>
                                        </p:tav>
                                      </p:tavLst>
                                    </p:anim>
                                    <p:anim calcmode="lin" valueType="num">
                                      <p:cBhvr>
                                        <p:cTn id="19" dur="500" fill="hold"/>
                                        <p:tgtEl>
                                          <p:spTgt spid="64"/>
                                        </p:tgtEl>
                                        <p:attrNameLst>
                                          <p:attrName>ppt_h</p:attrName>
                                        </p:attrNameLst>
                                      </p:cBhvr>
                                      <p:tavLst>
                                        <p:tav tm="0">
                                          <p:val>
                                            <p:fltVal val="0"/>
                                          </p:val>
                                        </p:tav>
                                        <p:tav tm="100000">
                                          <p:val>
                                            <p:strVal val="#ppt_h"/>
                                          </p:val>
                                        </p:tav>
                                      </p:tavLst>
                                    </p:anim>
                                    <p:animEffect transition="in" filter="fade">
                                      <p:cBhvr>
                                        <p:cTn id="20" dur="500"/>
                                        <p:tgtEl>
                                          <p:spTgt spid="64"/>
                                        </p:tgtEl>
                                      </p:cBhvr>
                                    </p:animEffect>
                                  </p:childTnLst>
                                </p:cTn>
                              </p:par>
                            </p:childTnLst>
                          </p:cTn>
                        </p:par>
                        <p:par>
                          <p:cTn id="21" fill="hold">
                            <p:stCondLst>
                              <p:cond delay="1500"/>
                            </p:stCondLst>
                            <p:childTnLst>
                              <p:par>
                                <p:cTn id="22" presetID="2" presetClass="entr" presetSubtype="4" accel="50000" decel="5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500" fill="hold"/>
                                        <p:tgtEl>
                                          <p:spTgt spid="3"/>
                                        </p:tgtEl>
                                        <p:attrNameLst>
                                          <p:attrName>ppt_x</p:attrName>
                                        </p:attrNameLst>
                                      </p:cBhvr>
                                      <p:tavLst>
                                        <p:tav tm="0">
                                          <p:val>
                                            <p:strVal val="#ppt_x"/>
                                          </p:val>
                                        </p:tav>
                                        <p:tav tm="100000">
                                          <p:val>
                                            <p:strVal val="#ppt_x"/>
                                          </p:val>
                                        </p:tav>
                                      </p:tavLst>
                                    </p:anim>
                                    <p:anim calcmode="lin" valueType="num">
                                      <p:cBhvr additive="base">
                                        <p:cTn id="25" dur="500" fill="hold"/>
                                        <p:tgtEl>
                                          <p:spTgt spid="3"/>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65"/>
                                        </p:tgtEl>
                                        <p:attrNameLst>
                                          <p:attrName>style.visibility</p:attrName>
                                        </p:attrNameLst>
                                      </p:cBhvr>
                                      <p:to>
                                        <p:strVal val="visible"/>
                                      </p:to>
                                    </p:set>
                                    <p:anim calcmode="lin" valueType="num">
                                      <p:cBhvr>
                                        <p:cTn id="29" dur="500" fill="hold"/>
                                        <p:tgtEl>
                                          <p:spTgt spid="65"/>
                                        </p:tgtEl>
                                        <p:attrNameLst>
                                          <p:attrName>ppt_w</p:attrName>
                                        </p:attrNameLst>
                                      </p:cBhvr>
                                      <p:tavLst>
                                        <p:tav tm="0">
                                          <p:val>
                                            <p:fltVal val="0"/>
                                          </p:val>
                                        </p:tav>
                                        <p:tav tm="100000">
                                          <p:val>
                                            <p:strVal val="#ppt_w"/>
                                          </p:val>
                                        </p:tav>
                                      </p:tavLst>
                                    </p:anim>
                                    <p:anim calcmode="lin" valueType="num">
                                      <p:cBhvr>
                                        <p:cTn id="30" dur="500" fill="hold"/>
                                        <p:tgtEl>
                                          <p:spTgt spid="65"/>
                                        </p:tgtEl>
                                        <p:attrNameLst>
                                          <p:attrName>ppt_h</p:attrName>
                                        </p:attrNameLst>
                                      </p:cBhvr>
                                      <p:tavLst>
                                        <p:tav tm="0">
                                          <p:val>
                                            <p:fltVal val="0"/>
                                          </p:val>
                                        </p:tav>
                                        <p:tav tm="100000">
                                          <p:val>
                                            <p:strVal val="#ppt_h"/>
                                          </p:val>
                                        </p:tav>
                                      </p:tavLst>
                                    </p:anim>
                                    <p:animEffect transition="in" filter="fade">
                                      <p:cBhvr>
                                        <p:cTn id="31" dur="500"/>
                                        <p:tgtEl>
                                          <p:spTgt spid="65"/>
                                        </p:tgtEl>
                                      </p:cBhvr>
                                    </p:animEffect>
                                  </p:childTnLst>
                                </p:cTn>
                              </p:par>
                            </p:childTnLst>
                          </p:cTn>
                        </p:par>
                        <p:par>
                          <p:cTn id="32" fill="hold">
                            <p:stCondLst>
                              <p:cond delay="2500"/>
                            </p:stCondLst>
                            <p:childTnLst>
                              <p:par>
                                <p:cTn id="33" presetID="2" presetClass="entr" presetSubtype="4" accel="50000" decel="5000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ppt_x"/>
                                          </p:val>
                                        </p:tav>
                                        <p:tav tm="100000">
                                          <p:val>
                                            <p:strVal val="#ppt_x"/>
                                          </p:val>
                                        </p:tav>
                                      </p:tavLst>
                                    </p:anim>
                                    <p:anim calcmode="lin" valueType="num">
                                      <p:cBhvr additive="base">
                                        <p:cTn id="36" dur="500" fill="hold"/>
                                        <p:tgtEl>
                                          <p:spTgt spid="4"/>
                                        </p:tgtEl>
                                        <p:attrNameLst>
                                          <p:attrName>ppt_y</p:attrName>
                                        </p:attrNameLst>
                                      </p:cBhvr>
                                      <p:tavLst>
                                        <p:tav tm="0">
                                          <p:val>
                                            <p:strVal val="1+#ppt_h/2"/>
                                          </p:val>
                                        </p:tav>
                                        <p:tav tm="100000">
                                          <p:val>
                                            <p:strVal val="#ppt_y"/>
                                          </p:val>
                                        </p:tav>
                                      </p:tavLst>
                                    </p:anim>
                                  </p:childTnLst>
                                </p:cTn>
                              </p:par>
                            </p:childTnLst>
                          </p:cTn>
                        </p:par>
                        <p:par>
                          <p:cTn id="37" fill="hold">
                            <p:stCondLst>
                              <p:cond delay="3000"/>
                            </p:stCondLst>
                            <p:childTnLst>
                              <p:par>
                                <p:cTn id="38" presetID="53" presetClass="entr" presetSubtype="0" fill="hold" grpId="0" nodeType="afterEffect">
                                  <p:stCondLst>
                                    <p:cond delay="0"/>
                                  </p:stCondLst>
                                  <p:childTnLst>
                                    <p:set>
                                      <p:cBhvr>
                                        <p:cTn id="39" dur="1" fill="hold">
                                          <p:stCondLst>
                                            <p:cond delay="0"/>
                                          </p:stCondLst>
                                        </p:cTn>
                                        <p:tgtEl>
                                          <p:spTgt spid="66"/>
                                        </p:tgtEl>
                                        <p:attrNameLst>
                                          <p:attrName>style.visibility</p:attrName>
                                        </p:attrNameLst>
                                      </p:cBhvr>
                                      <p:to>
                                        <p:strVal val="visible"/>
                                      </p:to>
                                    </p:set>
                                    <p:anim calcmode="lin" valueType="num">
                                      <p:cBhvr>
                                        <p:cTn id="40" dur="500" fill="hold"/>
                                        <p:tgtEl>
                                          <p:spTgt spid="66"/>
                                        </p:tgtEl>
                                        <p:attrNameLst>
                                          <p:attrName>ppt_w</p:attrName>
                                        </p:attrNameLst>
                                      </p:cBhvr>
                                      <p:tavLst>
                                        <p:tav tm="0">
                                          <p:val>
                                            <p:fltVal val="0"/>
                                          </p:val>
                                        </p:tav>
                                        <p:tav tm="100000">
                                          <p:val>
                                            <p:strVal val="#ppt_w"/>
                                          </p:val>
                                        </p:tav>
                                      </p:tavLst>
                                    </p:anim>
                                    <p:anim calcmode="lin" valueType="num">
                                      <p:cBhvr>
                                        <p:cTn id="41" dur="500" fill="hold"/>
                                        <p:tgtEl>
                                          <p:spTgt spid="66"/>
                                        </p:tgtEl>
                                        <p:attrNameLst>
                                          <p:attrName>ppt_h</p:attrName>
                                        </p:attrNameLst>
                                      </p:cBhvr>
                                      <p:tavLst>
                                        <p:tav tm="0">
                                          <p:val>
                                            <p:fltVal val="0"/>
                                          </p:val>
                                        </p:tav>
                                        <p:tav tm="100000">
                                          <p:val>
                                            <p:strVal val="#ppt_h"/>
                                          </p:val>
                                        </p:tav>
                                      </p:tavLst>
                                    </p:anim>
                                    <p:animEffect transition="in" filter="fade">
                                      <p:cBhvr>
                                        <p:cTn id="42" dur="500"/>
                                        <p:tgtEl>
                                          <p:spTgt spid="66"/>
                                        </p:tgtEl>
                                      </p:cBhvr>
                                    </p:animEffect>
                                  </p:childTnLst>
                                </p:cTn>
                              </p:par>
                            </p:childTnLst>
                          </p:cTn>
                        </p:par>
                        <p:par>
                          <p:cTn id="43" fill="hold">
                            <p:stCondLst>
                              <p:cond delay="3500"/>
                            </p:stCondLst>
                            <p:childTnLst>
                              <p:par>
                                <p:cTn id="44" presetID="2" presetClass="entr" presetSubtype="4" accel="50000" decel="50000" fill="hold" nodeType="after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additive="base">
                                        <p:cTn id="46" dur="500" fill="hold"/>
                                        <p:tgtEl>
                                          <p:spTgt spid="5"/>
                                        </p:tgtEl>
                                        <p:attrNameLst>
                                          <p:attrName>ppt_x</p:attrName>
                                        </p:attrNameLst>
                                      </p:cBhvr>
                                      <p:tavLst>
                                        <p:tav tm="0">
                                          <p:val>
                                            <p:strVal val="#ppt_x"/>
                                          </p:val>
                                        </p:tav>
                                        <p:tav tm="100000">
                                          <p:val>
                                            <p:strVal val="#ppt_x"/>
                                          </p:val>
                                        </p:tav>
                                      </p:tavLst>
                                    </p:anim>
                                    <p:anim calcmode="lin" valueType="num">
                                      <p:cBhvr additive="base">
                                        <p:cTn id="47"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P spid="6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Picture Placeholder 28" descr="imageHolder.jpg"/>
          <p:cNvPicPr>
            <a:picLocks noGrp="1" noChangeAspect="1"/>
          </p:cNvPicPr>
          <p:nvPr>
            <p:ph type="pic" sz="quarter" idx="10"/>
          </p:nvPr>
        </p:nvPicPr>
        <p:blipFill>
          <a:blip r:embed="rId2"/>
          <a:srcRect l="24" r="24"/>
          <a:stretch>
            <a:fillRect/>
          </a:stretch>
        </p:blipFill>
        <p:spPr/>
      </p:pic>
      <p:sp>
        <p:nvSpPr>
          <p:cNvPr id="32" name="Rectangle 31"/>
          <p:cNvSpPr/>
          <p:nvPr/>
        </p:nvSpPr>
        <p:spPr>
          <a:xfrm>
            <a:off x="-1" y="0"/>
            <a:ext cx="4399179" cy="5143500"/>
          </a:xfrm>
          <a:prstGeom prst="rect">
            <a:avLst/>
          </a:prstGeom>
          <a:solidFill>
            <a:schemeClr val="tx2">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sp>
        <p:nvSpPr>
          <p:cNvPr id="21" name="TextBox 20"/>
          <p:cNvSpPr txBox="1"/>
          <p:nvPr/>
        </p:nvSpPr>
        <p:spPr>
          <a:xfrm>
            <a:off x="154877" y="1200968"/>
            <a:ext cx="4071481" cy="553998"/>
          </a:xfrm>
          <a:prstGeom prst="rect">
            <a:avLst/>
          </a:prstGeom>
          <a:noFill/>
        </p:spPr>
        <p:txBody>
          <a:bodyPr wrap="square" lIns="0" tIns="0" rIns="0" bIns="0" rtlCol="0">
            <a:spAutoFit/>
          </a:bodyPr>
          <a:lstStyle/>
          <a:p>
            <a:r>
              <a:rPr lang="en-US" sz="1200" dirty="0">
                <a:solidFill>
                  <a:schemeClr val="bg1"/>
                </a:solidFill>
              </a:rPr>
              <a:t>There are many variations of passages of lorem ipsum available, but the majority have suffered alteration in some form, by injected humour</a:t>
            </a:r>
          </a:p>
        </p:txBody>
      </p:sp>
      <p:sp>
        <p:nvSpPr>
          <p:cNvPr id="39" name="Rectangle 38"/>
          <p:cNvSpPr/>
          <p:nvPr/>
        </p:nvSpPr>
        <p:spPr>
          <a:xfrm>
            <a:off x="0" y="4818422"/>
            <a:ext cx="4399178" cy="32507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p:cNvSpPr/>
          <p:nvPr/>
        </p:nvSpPr>
        <p:spPr>
          <a:xfrm>
            <a:off x="481040" y="624898"/>
            <a:ext cx="3437096" cy="400110"/>
          </a:xfrm>
          <a:prstGeom prst="rect">
            <a:avLst/>
          </a:prstGeom>
        </p:spPr>
        <p:txBody>
          <a:bodyPr wrap="none">
            <a:spAutoFit/>
          </a:bodyPr>
          <a:lstStyle/>
          <a:p>
            <a:r>
              <a:rPr lang="en-US" b="1" dirty="0">
                <a:solidFill>
                  <a:schemeClr val="bg1"/>
                </a:solidFill>
              </a:rPr>
              <a:t>THE KEY IS ALWAYS YOU!</a:t>
            </a:r>
          </a:p>
        </p:txBody>
      </p:sp>
      <p:cxnSp>
        <p:nvCxnSpPr>
          <p:cNvPr id="42" name="Straight Connector 41"/>
          <p:cNvCxnSpPr/>
          <p:nvPr/>
        </p:nvCxnSpPr>
        <p:spPr>
          <a:xfrm>
            <a:off x="1376959" y="1085754"/>
            <a:ext cx="164525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3" name="Right Triangle 42"/>
          <p:cNvSpPr/>
          <p:nvPr/>
        </p:nvSpPr>
        <p:spPr>
          <a:xfrm rot="18900000">
            <a:off x="1940357" y="-259232"/>
            <a:ext cx="518463" cy="518463"/>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4"/>
          <p:cNvGrpSpPr/>
          <p:nvPr/>
        </p:nvGrpSpPr>
        <p:grpSpPr>
          <a:xfrm>
            <a:off x="1323630" y="2019531"/>
            <a:ext cx="2649923" cy="711585"/>
            <a:chOff x="1260130" y="2057631"/>
            <a:chExt cx="2649923" cy="711585"/>
          </a:xfrm>
        </p:grpSpPr>
        <p:sp>
          <p:nvSpPr>
            <p:cNvPr id="12" name="TextBox 11"/>
            <p:cNvSpPr txBox="1"/>
            <p:nvPr/>
          </p:nvSpPr>
          <p:spPr>
            <a:xfrm>
              <a:off x="1260131" y="2057631"/>
              <a:ext cx="2049985" cy="215444"/>
            </a:xfrm>
            <a:prstGeom prst="rect">
              <a:avLst/>
            </a:prstGeom>
            <a:noFill/>
          </p:spPr>
          <p:txBody>
            <a:bodyPr wrap="none" lIns="0" tIns="0" rIns="0" bIns="0" rtlCol="0" anchor="ctr">
              <a:spAutoFit/>
            </a:bodyPr>
            <a:lstStyle/>
            <a:p>
              <a:r>
                <a:rPr lang="en-US" sz="1400" b="1" dirty="0">
                  <a:solidFill>
                    <a:schemeClr val="bg1"/>
                  </a:solidFill>
                </a:rPr>
                <a:t>MARKET ASSESSMENT</a:t>
              </a:r>
            </a:p>
          </p:txBody>
        </p:sp>
        <p:sp>
          <p:nvSpPr>
            <p:cNvPr id="13" name="TextBox 12"/>
            <p:cNvSpPr txBox="1"/>
            <p:nvPr/>
          </p:nvSpPr>
          <p:spPr>
            <a:xfrm>
              <a:off x="1260130" y="2261384"/>
              <a:ext cx="2649923" cy="507832"/>
            </a:xfrm>
            <a:prstGeom prst="rect">
              <a:avLst/>
            </a:prstGeom>
            <a:noFill/>
          </p:spPr>
          <p:txBody>
            <a:bodyPr wrap="square" lIns="0" t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 suffered alteration some form</a:t>
              </a:r>
            </a:p>
          </p:txBody>
        </p:sp>
      </p:grpSp>
      <p:grpSp>
        <p:nvGrpSpPr>
          <p:cNvPr id="3" name="Group 5"/>
          <p:cNvGrpSpPr/>
          <p:nvPr/>
        </p:nvGrpSpPr>
        <p:grpSpPr>
          <a:xfrm>
            <a:off x="1323630" y="2909314"/>
            <a:ext cx="2649923" cy="744193"/>
            <a:chOff x="1260130" y="2947414"/>
            <a:chExt cx="2649923" cy="744193"/>
          </a:xfrm>
        </p:grpSpPr>
        <p:sp>
          <p:nvSpPr>
            <p:cNvPr id="16" name="TextBox 15"/>
            <p:cNvSpPr txBox="1"/>
            <p:nvPr/>
          </p:nvSpPr>
          <p:spPr>
            <a:xfrm>
              <a:off x="1260131" y="2947414"/>
              <a:ext cx="2148730" cy="215444"/>
            </a:xfrm>
            <a:prstGeom prst="rect">
              <a:avLst/>
            </a:prstGeom>
            <a:noFill/>
          </p:spPr>
          <p:txBody>
            <a:bodyPr wrap="none" lIns="0" tIns="0" rIns="0" bIns="0" rtlCol="0" anchor="ctr">
              <a:spAutoFit/>
            </a:bodyPr>
            <a:lstStyle/>
            <a:p>
              <a:r>
                <a:rPr lang="en-US" sz="1400" b="1" dirty="0">
                  <a:solidFill>
                    <a:schemeClr val="bg1"/>
                  </a:solidFill>
                </a:rPr>
                <a:t>REGULATORY SUPPORT</a:t>
              </a:r>
            </a:p>
          </p:txBody>
        </p:sp>
        <p:sp>
          <p:nvSpPr>
            <p:cNvPr id="17" name="TextBox 16"/>
            <p:cNvSpPr txBox="1"/>
            <p:nvPr/>
          </p:nvSpPr>
          <p:spPr>
            <a:xfrm>
              <a:off x="1260130" y="3183776"/>
              <a:ext cx="2649923" cy="507831"/>
            </a:xfrm>
            <a:prstGeom prst="rect">
              <a:avLst/>
            </a:prstGeom>
            <a:noFill/>
          </p:spPr>
          <p:txBody>
            <a:bodyPr wrap="square" lIns="0" t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 suffered alteration some form</a:t>
              </a:r>
            </a:p>
          </p:txBody>
        </p:sp>
      </p:grpSp>
      <p:grpSp>
        <p:nvGrpSpPr>
          <p:cNvPr id="4" name="Group 6"/>
          <p:cNvGrpSpPr/>
          <p:nvPr/>
        </p:nvGrpSpPr>
        <p:grpSpPr>
          <a:xfrm>
            <a:off x="1323630" y="3832417"/>
            <a:ext cx="2649923" cy="711585"/>
            <a:chOff x="1260130" y="3870517"/>
            <a:chExt cx="2649923" cy="711585"/>
          </a:xfrm>
        </p:grpSpPr>
        <p:sp>
          <p:nvSpPr>
            <p:cNvPr id="20" name="TextBox 19"/>
            <p:cNvSpPr txBox="1"/>
            <p:nvPr/>
          </p:nvSpPr>
          <p:spPr>
            <a:xfrm>
              <a:off x="1260131" y="3870517"/>
              <a:ext cx="1983813" cy="215444"/>
            </a:xfrm>
            <a:prstGeom prst="rect">
              <a:avLst/>
            </a:prstGeom>
            <a:noFill/>
          </p:spPr>
          <p:txBody>
            <a:bodyPr wrap="none" lIns="0" tIns="0" rIns="0" bIns="0" rtlCol="0" anchor="ctr">
              <a:spAutoFit/>
            </a:bodyPr>
            <a:lstStyle/>
            <a:p>
              <a:r>
                <a:rPr lang="en-US" sz="1400" b="1" dirty="0">
                  <a:solidFill>
                    <a:schemeClr val="bg1"/>
                  </a:solidFill>
                </a:rPr>
                <a:t>PROGRAM MANAGEMENT</a:t>
              </a:r>
            </a:p>
          </p:txBody>
        </p:sp>
        <p:sp>
          <p:nvSpPr>
            <p:cNvPr id="22" name="TextBox 21"/>
            <p:cNvSpPr txBox="1"/>
            <p:nvPr/>
          </p:nvSpPr>
          <p:spPr>
            <a:xfrm>
              <a:off x="1260130" y="4074271"/>
              <a:ext cx="2649923" cy="507831"/>
            </a:xfrm>
            <a:prstGeom prst="rect">
              <a:avLst/>
            </a:prstGeom>
            <a:noFill/>
          </p:spPr>
          <p:txBody>
            <a:bodyPr wrap="square" lIns="0" t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 suffered alteration some form</a:t>
              </a:r>
            </a:p>
          </p:txBody>
        </p:sp>
      </p:grpSp>
      <p:grpSp>
        <p:nvGrpSpPr>
          <p:cNvPr id="5" name="Group 1"/>
          <p:cNvGrpSpPr/>
          <p:nvPr/>
        </p:nvGrpSpPr>
        <p:grpSpPr>
          <a:xfrm>
            <a:off x="469203" y="2009294"/>
            <a:ext cx="723797" cy="703077"/>
            <a:chOff x="481903" y="2047394"/>
            <a:chExt cx="723797" cy="703077"/>
          </a:xfrm>
        </p:grpSpPr>
        <p:sp>
          <p:nvSpPr>
            <p:cNvPr id="14" name="Oval 13"/>
            <p:cNvSpPr/>
            <p:nvPr/>
          </p:nvSpPr>
          <p:spPr>
            <a:xfrm>
              <a:off x="481903" y="2047394"/>
              <a:ext cx="723797" cy="70307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bg1"/>
                </a:solidFill>
                <a:latin typeface="FontAwesome" pitchFamily="2" charset="0"/>
              </a:endParaRPr>
            </a:p>
          </p:txBody>
        </p:sp>
        <p:sp>
          <p:nvSpPr>
            <p:cNvPr id="25" name="Freeform 132"/>
            <p:cNvSpPr>
              <a:spLocks noChangeAspect="1" noEditPoints="1"/>
            </p:cNvSpPr>
            <p:nvPr/>
          </p:nvSpPr>
          <p:spPr bwMode="auto">
            <a:xfrm>
              <a:off x="650198" y="2213747"/>
              <a:ext cx="387206" cy="370370"/>
            </a:xfrm>
            <a:custGeom>
              <a:avLst/>
              <a:gdLst/>
              <a:ahLst/>
              <a:cxnLst>
                <a:cxn ang="0">
                  <a:pos x="62" y="31"/>
                </a:cxn>
                <a:cxn ang="0">
                  <a:pos x="62" y="31"/>
                </a:cxn>
                <a:cxn ang="0">
                  <a:pos x="54" y="27"/>
                </a:cxn>
                <a:cxn ang="0">
                  <a:pos x="45" y="33"/>
                </a:cxn>
                <a:cxn ang="0">
                  <a:pos x="44" y="35"/>
                </a:cxn>
                <a:cxn ang="0">
                  <a:pos x="43" y="35"/>
                </a:cxn>
                <a:cxn ang="0">
                  <a:pos x="42" y="35"/>
                </a:cxn>
                <a:cxn ang="0">
                  <a:pos x="41" y="33"/>
                </a:cxn>
                <a:cxn ang="0">
                  <a:pos x="32" y="27"/>
                </a:cxn>
                <a:cxn ang="0">
                  <a:pos x="23" y="33"/>
                </a:cxn>
                <a:cxn ang="0">
                  <a:pos x="22" y="35"/>
                </a:cxn>
                <a:cxn ang="0">
                  <a:pos x="21" y="35"/>
                </a:cxn>
                <a:cxn ang="0">
                  <a:pos x="20" y="35"/>
                </a:cxn>
                <a:cxn ang="0">
                  <a:pos x="19" y="33"/>
                </a:cxn>
                <a:cxn ang="0">
                  <a:pos x="10" y="27"/>
                </a:cxn>
                <a:cxn ang="0">
                  <a:pos x="3" y="31"/>
                </a:cxn>
                <a:cxn ang="0">
                  <a:pos x="2" y="31"/>
                </a:cxn>
                <a:cxn ang="0">
                  <a:pos x="0" y="30"/>
                </a:cxn>
                <a:cxn ang="0">
                  <a:pos x="0" y="30"/>
                </a:cxn>
                <a:cxn ang="0">
                  <a:pos x="32" y="7"/>
                </a:cxn>
                <a:cxn ang="0">
                  <a:pos x="64" y="30"/>
                </a:cxn>
                <a:cxn ang="0">
                  <a:pos x="64" y="30"/>
                </a:cxn>
                <a:cxn ang="0">
                  <a:pos x="62" y="31"/>
                </a:cxn>
                <a:cxn ang="0">
                  <a:pos x="34" y="51"/>
                </a:cxn>
                <a:cxn ang="0">
                  <a:pos x="25" y="61"/>
                </a:cxn>
                <a:cxn ang="0">
                  <a:pos x="15" y="51"/>
                </a:cxn>
                <a:cxn ang="0">
                  <a:pos x="17" y="49"/>
                </a:cxn>
                <a:cxn ang="0">
                  <a:pos x="20" y="51"/>
                </a:cxn>
                <a:cxn ang="0">
                  <a:pos x="25" y="56"/>
                </a:cxn>
                <a:cxn ang="0">
                  <a:pos x="30" y="51"/>
                </a:cxn>
                <a:cxn ang="0">
                  <a:pos x="30" y="29"/>
                </a:cxn>
                <a:cxn ang="0">
                  <a:pos x="32" y="29"/>
                </a:cxn>
                <a:cxn ang="0">
                  <a:pos x="34" y="29"/>
                </a:cxn>
                <a:cxn ang="0">
                  <a:pos x="34" y="51"/>
                </a:cxn>
                <a:cxn ang="0">
                  <a:pos x="34" y="6"/>
                </a:cxn>
                <a:cxn ang="0">
                  <a:pos x="32" y="6"/>
                </a:cxn>
                <a:cxn ang="0">
                  <a:pos x="30" y="6"/>
                </a:cxn>
                <a:cxn ang="0">
                  <a:pos x="30" y="3"/>
                </a:cxn>
                <a:cxn ang="0">
                  <a:pos x="32" y="0"/>
                </a:cxn>
                <a:cxn ang="0">
                  <a:pos x="34" y="3"/>
                </a:cxn>
                <a:cxn ang="0">
                  <a:pos x="34" y="6"/>
                </a:cxn>
              </a:cxnLst>
              <a:rect l="0" t="0" r="r" b="b"/>
              <a:pathLst>
                <a:path w="64" h="61">
                  <a:moveTo>
                    <a:pt x="62" y="31"/>
                  </a:moveTo>
                  <a:cubicBezTo>
                    <a:pt x="62" y="31"/>
                    <a:pt x="62" y="31"/>
                    <a:pt x="62" y="31"/>
                  </a:cubicBezTo>
                  <a:cubicBezTo>
                    <a:pt x="59" y="29"/>
                    <a:pt x="57" y="27"/>
                    <a:pt x="54" y="27"/>
                  </a:cubicBezTo>
                  <a:cubicBezTo>
                    <a:pt x="51" y="27"/>
                    <a:pt x="47" y="30"/>
                    <a:pt x="45" y="33"/>
                  </a:cubicBezTo>
                  <a:cubicBezTo>
                    <a:pt x="45" y="33"/>
                    <a:pt x="45" y="34"/>
                    <a:pt x="44" y="35"/>
                  </a:cubicBezTo>
                  <a:cubicBezTo>
                    <a:pt x="44" y="35"/>
                    <a:pt x="44" y="35"/>
                    <a:pt x="43" y="35"/>
                  </a:cubicBezTo>
                  <a:cubicBezTo>
                    <a:pt x="43" y="35"/>
                    <a:pt x="42" y="35"/>
                    <a:pt x="42" y="35"/>
                  </a:cubicBezTo>
                  <a:cubicBezTo>
                    <a:pt x="42" y="34"/>
                    <a:pt x="41" y="33"/>
                    <a:pt x="41" y="33"/>
                  </a:cubicBezTo>
                  <a:cubicBezTo>
                    <a:pt x="39" y="30"/>
                    <a:pt x="36" y="27"/>
                    <a:pt x="32" y="27"/>
                  </a:cubicBezTo>
                  <a:cubicBezTo>
                    <a:pt x="28" y="27"/>
                    <a:pt x="25" y="30"/>
                    <a:pt x="23" y="33"/>
                  </a:cubicBezTo>
                  <a:cubicBezTo>
                    <a:pt x="23" y="33"/>
                    <a:pt x="22" y="34"/>
                    <a:pt x="22" y="35"/>
                  </a:cubicBezTo>
                  <a:cubicBezTo>
                    <a:pt x="22" y="35"/>
                    <a:pt x="22" y="35"/>
                    <a:pt x="21" y="35"/>
                  </a:cubicBezTo>
                  <a:cubicBezTo>
                    <a:pt x="20" y="35"/>
                    <a:pt x="20" y="35"/>
                    <a:pt x="20" y="35"/>
                  </a:cubicBezTo>
                  <a:cubicBezTo>
                    <a:pt x="19" y="34"/>
                    <a:pt x="19" y="33"/>
                    <a:pt x="19" y="33"/>
                  </a:cubicBezTo>
                  <a:cubicBezTo>
                    <a:pt x="17" y="30"/>
                    <a:pt x="14" y="27"/>
                    <a:pt x="10" y="27"/>
                  </a:cubicBezTo>
                  <a:cubicBezTo>
                    <a:pt x="7" y="27"/>
                    <a:pt x="5" y="29"/>
                    <a:pt x="3" y="31"/>
                  </a:cubicBezTo>
                  <a:cubicBezTo>
                    <a:pt x="2" y="31"/>
                    <a:pt x="2" y="31"/>
                    <a:pt x="2" y="31"/>
                  </a:cubicBezTo>
                  <a:cubicBezTo>
                    <a:pt x="1" y="31"/>
                    <a:pt x="0" y="31"/>
                    <a:pt x="0" y="30"/>
                  </a:cubicBezTo>
                  <a:cubicBezTo>
                    <a:pt x="0" y="30"/>
                    <a:pt x="0" y="30"/>
                    <a:pt x="0" y="30"/>
                  </a:cubicBezTo>
                  <a:cubicBezTo>
                    <a:pt x="4" y="16"/>
                    <a:pt x="18" y="7"/>
                    <a:pt x="32" y="7"/>
                  </a:cubicBezTo>
                  <a:cubicBezTo>
                    <a:pt x="46" y="7"/>
                    <a:pt x="60" y="16"/>
                    <a:pt x="64" y="30"/>
                  </a:cubicBezTo>
                  <a:cubicBezTo>
                    <a:pt x="64" y="30"/>
                    <a:pt x="64" y="30"/>
                    <a:pt x="64" y="30"/>
                  </a:cubicBezTo>
                  <a:cubicBezTo>
                    <a:pt x="64" y="31"/>
                    <a:pt x="63" y="31"/>
                    <a:pt x="62" y="31"/>
                  </a:cubicBezTo>
                  <a:close/>
                  <a:moveTo>
                    <a:pt x="34" y="51"/>
                  </a:moveTo>
                  <a:cubicBezTo>
                    <a:pt x="34" y="56"/>
                    <a:pt x="30" y="61"/>
                    <a:pt x="25" y="61"/>
                  </a:cubicBezTo>
                  <a:cubicBezTo>
                    <a:pt x="19" y="61"/>
                    <a:pt x="15" y="56"/>
                    <a:pt x="15" y="51"/>
                  </a:cubicBezTo>
                  <a:cubicBezTo>
                    <a:pt x="15" y="50"/>
                    <a:pt x="16" y="49"/>
                    <a:pt x="17" y="49"/>
                  </a:cubicBezTo>
                  <a:cubicBezTo>
                    <a:pt x="19" y="49"/>
                    <a:pt x="20" y="50"/>
                    <a:pt x="20" y="51"/>
                  </a:cubicBezTo>
                  <a:cubicBezTo>
                    <a:pt x="20" y="54"/>
                    <a:pt x="22" y="56"/>
                    <a:pt x="25" y="56"/>
                  </a:cubicBezTo>
                  <a:cubicBezTo>
                    <a:pt x="27" y="56"/>
                    <a:pt x="30" y="54"/>
                    <a:pt x="30" y="51"/>
                  </a:cubicBezTo>
                  <a:cubicBezTo>
                    <a:pt x="30" y="29"/>
                    <a:pt x="30" y="29"/>
                    <a:pt x="30" y="29"/>
                  </a:cubicBezTo>
                  <a:cubicBezTo>
                    <a:pt x="30" y="29"/>
                    <a:pt x="31" y="29"/>
                    <a:pt x="32" y="29"/>
                  </a:cubicBezTo>
                  <a:cubicBezTo>
                    <a:pt x="33" y="29"/>
                    <a:pt x="34" y="29"/>
                    <a:pt x="34" y="29"/>
                  </a:cubicBezTo>
                  <a:lnTo>
                    <a:pt x="34" y="51"/>
                  </a:lnTo>
                  <a:close/>
                  <a:moveTo>
                    <a:pt x="34" y="6"/>
                  </a:moveTo>
                  <a:cubicBezTo>
                    <a:pt x="34" y="6"/>
                    <a:pt x="33" y="6"/>
                    <a:pt x="32" y="6"/>
                  </a:cubicBezTo>
                  <a:cubicBezTo>
                    <a:pt x="31" y="6"/>
                    <a:pt x="30" y="6"/>
                    <a:pt x="30" y="6"/>
                  </a:cubicBezTo>
                  <a:cubicBezTo>
                    <a:pt x="30" y="3"/>
                    <a:pt x="30" y="3"/>
                    <a:pt x="30" y="3"/>
                  </a:cubicBezTo>
                  <a:cubicBezTo>
                    <a:pt x="30" y="1"/>
                    <a:pt x="31" y="0"/>
                    <a:pt x="32" y="0"/>
                  </a:cubicBezTo>
                  <a:cubicBezTo>
                    <a:pt x="33" y="0"/>
                    <a:pt x="34" y="1"/>
                    <a:pt x="34" y="3"/>
                  </a:cubicBezTo>
                  <a:lnTo>
                    <a:pt x="34"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2"/>
          <p:cNvGrpSpPr/>
          <p:nvPr/>
        </p:nvGrpSpPr>
        <p:grpSpPr>
          <a:xfrm>
            <a:off x="469203" y="2931686"/>
            <a:ext cx="723797" cy="703077"/>
            <a:chOff x="481903" y="2969786"/>
            <a:chExt cx="723797" cy="703077"/>
          </a:xfrm>
        </p:grpSpPr>
        <p:sp>
          <p:nvSpPr>
            <p:cNvPr id="18" name="Oval 17"/>
            <p:cNvSpPr/>
            <p:nvPr/>
          </p:nvSpPr>
          <p:spPr>
            <a:xfrm>
              <a:off x="481903" y="2969786"/>
              <a:ext cx="723797" cy="70307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sp>
          <p:nvSpPr>
            <p:cNvPr id="26" name="Freeform 25"/>
            <p:cNvSpPr>
              <a:spLocks noEditPoints="1"/>
            </p:cNvSpPr>
            <p:nvPr/>
          </p:nvSpPr>
          <p:spPr bwMode="auto">
            <a:xfrm>
              <a:off x="680011" y="3143457"/>
              <a:ext cx="327581" cy="355734"/>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
          <p:cNvGrpSpPr/>
          <p:nvPr/>
        </p:nvGrpSpPr>
        <p:grpSpPr>
          <a:xfrm>
            <a:off x="469203" y="3831705"/>
            <a:ext cx="723797" cy="703078"/>
            <a:chOff x="481903" y="3869805"/>
            <a:chExt cx="723797" cy="703078"/>
          </a:xfrm>
        </p:grpSpPr>
        <p:sp>
          <p:nvSpPr>
            <p:cNvPr id="23" name="Oval 22"/>
            <p:cNvSpPr/>
            <p:nvPr/>
          </p:nvSpPr>
          <p:spPr>
            <a:xfrm>
              <a:off x="481903" y="3869805"/>
              <a:ext cx="723797" cy="7030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solidFill>
              </a:endParaRPr>
            </a:p>
          </p:txBody>
        </p:sp>
        <p:sp>
          <p:nvSpPr>
            <p:cNvPr id="27" name="Freeform 62"/>
            <p:cNvSpPr>
              <a:spLocks noChangeAspect="1" noEditPoints="1"/>
            </p:cNvSpPr>
            <p:nvPr/>
          </p:nvSpPr>
          <p:spPr bwMode="auto">
            <a:xfrm>
              <a:off x="663175" y="4039274"/>
              <a:ext cx="361252" cy="364140"/>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11762161"/>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750" fill="hold"/>
                                        <p:tgtEl>
                                          <p:spTgt spid="32"/>
                                        </p:tgtEl>
                                        <p:attrNameLst>
                                          <p:attrName>ppt_x</p:attrName>
                                        </p:attrNameLst>
                                      </p:cBhvr>
                                      <p:tavLst>
                                        <p:tav tm="0">
                                          <p:val>
                                            <p:strVal val="#ppt_x"/>
                                          </p:val>
                                        </p:tav>
                                        <p:tav tm="100000">
                                          <p:val>
                                            <p:strVal val="#ppt_x"/>
                                          </p:val>
                                        </p:tav>
                                      </p:tavLst>
                                    </p:anim>
                                    <p:anim calcmode="lin" valueType="num">
                                      <p:cBhvr additive="base">
                                        <p:cTn id="8" dur="750" fill="hold"/>
                                        <p:tgtEl>
                                          <p:spTgt spid="32"/>
                                        </p:tgtEl>
                                        <p:attrNameLst>
                                          <p:attrName>ppt_y</p:attrName>
                                        </p:attrNameLst>
                                      </p:cBhvr>
                                      <p:tavLst>
                                        <p:tav tm="0">
                                          <p:val>
                                            <p:strVal val="1+#ppt_h/2"/>
                                          </p:val>
                                        </p:tav>
                                        <p:tav tm="100000">
                                          <p:val>
                                            <p:strVal val="#ppt_y"/>
                                          </p:val>
                                        </p:tav>
                                      </p:tavLst>
                                    </p:anim>
                                  </p:childTnLst>
                                </p:cTn>
                              </p:par>
                            </p:childTnLst>
                          </p:cTn>
                        </p:par>
                        <p:par>
                          <p:cTn id="9" fill="hold">
                            <p:stCondLst>
                              <p:cond delay="75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39"/>
                                        </p:tgtEl>
                                        <p:attrNameLst>
                                          <p:attrName>style.visibility</p:attrName>
                                        </p:attrNameLst>
                                      </p:cBhvr>
                                      <p:to>
                                        <p:strVal val="visible"/>
                                      </p:to>
                                    </p:set>
                                    <p:anim calcmode="lin" valueType="num">
                                      <p:cBhvr additive="base">
                                        <p:cTn id="12" dur="500" fill="hold"/>
                                        <p:tgtEl>
                                          <p:spTgt spid="39"/>
                                        </p:tgtEl>
                                        <p:attrNameLst>
                                          <p:attrName>ppt_x</p:attrName>
                                        </p:attrNameLst>
                                      </p:cBhvr>
                                      <p:tavLst>
                                        <p:tav tm="0">
                                          <p:val>
                                            <p:strVal val="#ppt_x"/>
                                          </p:val>
                                        </p:tav>
                                        <p:tav tm="100000">
                                          <p:val>
                                            <p:strVal val="#ppt_x"/>
                                          </p:val>
                                        </p:tav>
                                      </p:tavLst>
                                    </p:anim>
                                    <p:anim calcmode="lin" valueType="num">
                                      <p:cBhvr additive="base">
                                        <p:cTn id="13" dur="500" fill="hold"/>
                                        <p:tgtEl>
                                          <p:spTgt spid="39"/>
                                        </p:tgtEl>
                                        <p:attrNameLst>
                                          <p:attrName>ppt_y</p:attrName>
                                        </p:attrNameLst>
                                      </p:cBhvr>
                                      <p:tavLst>
                                        <p:tav tm="0">
                                          <p:val>
                                            <p:strVal val="1+#ppt_h/2"/>
                                          </p:val>
                                        </p:tav>
                                        <p:tav tm="100000">
                                          <p:val>
                                            <p:strVal val="#ppt_y"/>
                                          </p:val>
                                        </p:tav>
                                      </p:tavLst>
                                    </p:anim>
                                  </p:childTnLst>
                                </p:cTn>
                              </p:par>
                            </p:childTnLst>
                          </p:cTn>
                        </p:par>
                        <p:par>
                          <p:cTn id="14" fill="hold">
                            <p:stCondLst>
                              <p:cond delay="125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additive="base">
                                        <p:cTn id="17" dur="500" fill="hold"/>
                                        <p:tgtEl>
                                          <p:spTgt spid="43"/>
                                        </p:tgtEl>
                                        <p:attrNameLst>
                                          <p:attrName>ppt_x</p:attrName>
                                        </p:attrNameLst>
                                      </p:cBhvr>
                                      <p:tavLst>
                                        <p:tav tm="0">
                                          <p:val>
                                            <p:strVal val="#ppt_x"/>
                                          </p:val>
                                        </p:tav>
                                        <p:tav tm="100000">
                                          <p:val>
                                            <p:strVal val="#ppt_x"/>
                                          </p:val>
                                        </p:tav>
                                      </p:tavLst>
                                    </p:anim>
                                    <p:anim calcmode="lin" valueType="num">
                                      <p:cBhvr additive="base">
                                        <p:cTn id="18" dur="500" fill="hold"/>
                                        <p:tgtEl>
                                          <p:spTgt spid="43"/>
                                        </p:tgtEl>
                                        <p:attrNameLst>
                                          <p:attrName>ppt_y</p:attrName>
                                        </p:attrNameLst>
                                      </p:cBhvr>
                                      <p:tavLst>
                                        <p:tav tm="0">
                                          <p:val>
                                            <p:strVal val="1+#ppt_h/2"/>
                                          </p:val>
                                        </p:tav>
                                        <p:tav tm="100000">
                                          <p:val>
                                            <p:strVal val="#ppt_y"/>
                                          </p:val>
                                        </p:tav>
                                      </p:tavLst>
                                    </p:anim>
                                  </p:childTnLst>
                                </p:cTn>
                              </p:par>
                            </p:childTnLst>
                          </p:cTn>
                        </p:par>
                        <p:par>
                          <p:cTn id="19" fill="hold">
                            <p:stCondLst>
                              <p:cond delay="1750"/>
                            </p:stCondLst>
                            <p:childTnLst>
                              <p:par>
                                <p:cTn id="20" presetID="10" presetClass="entr" presetSubtype="0" fill="hold" grpId="0" nodeType="after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childTnLst>
                          </p:cTn>
                        </p:par>
                        <p:par>
                          <p:cTn id="23" fill="hold">
                            <p:stCondLst>
                              <p:cond delay="2250"/>
                            </p:stCondLst>
                            <p:childTnLst>
                              <p:par>
                                <p:cTn id="24" presetID="16" presetClass="entr" presetSubtype="37" fill="hold" nodeType="afterEffect">
                                  <p:stCondLst>
                                    <p:cond delay="0"/>
                                  </p:stCondLst>
                                  <p:childTnLst>
                                    <p:set>
                                      <p:cBhvr>
                                        <p:cTn id="25" dur="1" fill="hold">
                                          <p:stCondLst>
                                            <p:cond delay="0"/>
                                          </p:stCondLst>
                                        </p:cTn>
                                        <p:tgtEl>
                                          <p:spTgt spid="42"/>
                                        </p:tgtEl>
                                        <p:attrNameLst>
                                          <p:attrName>style.visibility</p:attrName>
                                        </p:attrNameLst>
                                      </p:cBhvr>
                                      <p:to>
                                        <p:strVal val="visible"/>
                                      </p:to>
                                    </p:set>
                                    <p:animEffect transition="in" filter="barn(outVertical)">
                                      <p:cBhvr>
                                        <p:cTn id="26" dur="500"/>
                                        <p:tgtEl>
                                          <p:spTgt spid="42"/>
                                        </p:tgtEl>
                                      </p:cBhvr>
                                    </p:animEffect>
                                  </p:childTnLst>
                                </p:cTn>
                              </p:par>
                            </p:childTnLst>
                          </p:cTn>
                        </p:par>
                        <p:par>
                          <p:cTn id="27" fill="hold">
                            <p:stCondLst>
                              <p:cond delay="2750"/>
                            </p:stCondLst>
                            <p:childTnLst>
                              <p:par>
                                <p:cTn id="28" presetID="10" presetClass="entr" presetSubtype="0" fill="hold" grpId="0" nodeType="after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childTnLst>
                          </p:cTn>
                        </p:par>
                        <p:par>
                          <p:cTn id="31" fill="hold">
                            <p:stCondLst>
                              <p:cond delay="3250"/>
                            </p:stCondLst>
                            <p:childTnLst>
                              <p:par>
                                <p:cTn id="32" presetID="53" presetClass="entr" presetSubtype="16" fill="hold" nodeType="after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p:cTn id="34" dur="500" fill="hold"/>
                                        <p:tgtEl>
                                          <p:spTgt spid="5"/>
                                        </p:tgtEl>
                                        <p:attrNameLst>
                                          <p:attrName>ppt_w</p:attrName>
                                        </p:attrNameLst>
                                      </p:cBhvr>
                                      <p:tavLst>
                                        <p:tav tm="0">
                                          <p:val>
                                            <p:fltVal val="0"/>
                                          </p:val>
                                        </p:tav>
                                        <p:tav tm="100000">
                                          <p:val>
                                            <p:strVal val="#ppt_w"/>
                                          </p:val>
                                        </p:tav>
                                      </p:tavLst>
                                    </p:anim>
                                    <p:anim calcmode="lin" valueType="num">
                                      <p:cBhvr>
                                        <p:cTn id="35" dur="500" fill="hold"/>
                                        <p:tgtEl>
                                          <p:spTgt spid="5"/>
                                        </p:tgtEl>
                                        <p:attrNameLst>
                                          <p:attrName>ppt_h</p:attrName>
                                        </p:attrNameLst>
                                      </p:cBhvr>
                                      <p:tavLst>
                                        <p:tav tm="0">
                                          <p:val>
                                            <p:fltVal val="0"/>
                                          </p:val>
                                        </p:tav>
                                        <p:tav tm="100000">
                                          <p:val>
                                            <p:strVal val="#ppt_h"/>
                                          </p:val>
                                        </p:tav>
                                      </p:tavLst>
                                    </p:anim>
                                    <p:animEffect transition="in" filter="fade">
                                      <p:cBhvr>
                                        <p:cTn id="36" dur="500"/>
                                        <p:tgtEl>
                                          <p:spTgt spid="5"/>
                                        </p:tgtEl>
                                      </p:cBhvr>
                                    </p:animEffect>
                                  </p:childTnLst>
                                </p:cTn>
                              </p:par>
                              <p:par>
                                <p:cTn id="37" presetID="22" presetClass="entr" presetSubtype="8" fill="hold" nodeType="with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wipe(left)">
                                      <p:cBhvr>
                                        <p:cTn id="39" dur="500"/>
                                        <p:tgtEl>
                                          <p:spTgt spid="2"/>
                                        </p:tgtEl>
                                      </p:cBhvr>
                                    </p:animEffect>
                                  </p:childTnLst>
                                </p:cTn>
                              </p:par>
                            </p:childTnLst>
                          </p:cTn>
                        </p:par>
                        <p:par>
                          <p:cTn id="40" fill="hold">
                            <p:stCondLst>
                              <p:cond delay="3750"/>
                            </p:stCondLst>
                            <p:childTnLst>
                              <p:par>
                                <p:cTn id="41" presetID="53" presetClass="entr" presetSubtype="16"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500" fill="hold"/>
                                        <p:tgtEl>
                                          <p:spTgt spid="6"/>
                                        </p:tgtEl>
                                        <p:attrNameLst>
                                          <p:attrName>ppt_w</p:attrName>
                                        </p:attrNameLst>
                                      </p:cBhvr>
                                      <p:tavLst>
                                        <p:tav tm="0">
                                          <p:val>
                                            <p:fltVal val="0"/>
                                          </p:val>
                                        </p:tav>
                                        <p:tav tm="100000">
                                          <p:val>
                                            <p:strVal val="#ppt_w"/>
                                          </p:val>
                                        </p:tav>
                                      </p:tavLst>
                                    </p:anim>
                                    <p:anim calcmode="lin" valueType="num">
                                      <p:cBhvr>
                                        <p:cTn id="44" dur="500" fill="hold"/>
                                        <p:tgtEl>
                                          <p:spTgt spid="6"/>
                                        </p:tgtEl>
                                        <p:attrNameLst>
                                          <p:attrName>ppt_h</p:attrName>
                                        </p:attrNameLst>
                                      </p:cBhvr>
                                      <p:tavLst>
                                        <p:tav tm="0">
                                          <p:val>
                                            <p:fltVal val="0"/>
                                          </p:val>
                                        </p:tav>
                                        <p:tav tm="100000">
                                          <p:val>
                                            <p:strVal val="#ppt_h"/>
                                          </p:val>
                                        </p:tav>
                                      </p:tavLst>
                                    </p:anim>
                                    <p:animEffect transition="in" filter="fade">
                                      <p:cBhvr>
                                        <p:cTn id="45" dur="500"/>
                                        <p:tgtEl>
                                          <p:spTgt spid="6"/>
                                        </p:tgtEl>
                                      </p:cBhvr>
                                    </p:animEffect>
                                  </p:childTnLst>
                                </p:cTn>
                              </p:par>
                              <p:par>
                                <p:cTn id="46" presetID="22" presetClass="entr" presetSubtype="8" fill="hold" nodeType="with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wipe(left)">
                                      <p:cBhvr>
                                        <p:cTn id="48" dur="500"/>
                                        <p:tgtEl>
                                          <p:spTgt spid="3"/>
                                        </p:tgtEl>
                                      </p:cBhvr>
                                    </p:animEffect>
                                  </p:childTnLst>
                                </p:cTn>
                              </p:par>
                            </p:childTnLst>
                          </p:cTn>
                        </p:par>
                        <p:par>
                          <p:cTn id="49" fill="hold">
                            <p:stCondLst>
                              <p:cond delay="4250"/>
                            </p:stCondLst>
                            <p:childTnLst>
                              <p:par>
                                <p:cTn id="50" presetID="53" presetClass="entr" presetSubtype="16" fill="hold" nodeType="after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p:cTn id="52" dur="500" fill="hold"/>
                                        <p:tgtEl>
                                          <p:spTgt spid="7"/>
                                        </p:tgtEl>
                                        <p:attrNameLst>
                                          <p:attrName>ppt_w</p:attrName>
                                        </p:attrNameLst>
                                      </p:cBhvr>
                                      <p:tavLst>
                                        <p:tav tm="0">
                                          <p:val>
                                            <p:fltVal val="0"/>
                                          </p:val>
                                        </p:tav>
                                        <p:tav tm="100000">
                                          <p:val>
                                            <p:strVal val="#ppt_w"/>
                                          </p:val>
                                        </p:tav>
                                      </p:tavLst>
                                    </p:anim>
                                    <p:anim calcmode="lin" valueType="num">
                                      <p:cBhvr>
                                        <p:cTn id="53" dur="500" fill="hold"/>
                                        <p:tgtEl>
                                          <p:spTgt spid="7"/>
                                        </p:tgtEl>
                                        <p:attrNameLst>
                                          <p:attrName>ppt_h</p:attrName>
                                        </p:attrNameLst>
                                      </p:cBhvr>
                                      <p:tavLst>
                                        <p:tav tm="0">
                                          <p:val>
                                            <p:fltVal val="0"/>
                                          </p:val>
                                        </p:tav>
                                        <p:tav tm="100000">
                                          <p:val>
                                            <p:strVal val="#ppt_h"/>
                                          </p:val>
                                        </p:tav>
                                      </p:tavLst>
                                    </p:anim>
                                    <p:animEffect transition="in" filter="fade">
                                      <p:cBhvr>
                                        <p:cTn id="54" dur="500"/>
                                        <p:tgtEl>
                                          <p:spTgt spid="7"/>
                                        </p:tgtEl>
                                      </p:cBhvr>
                                    </p:animEffect>
                                  </p:childTnLst>
                                </p:cTn>
                              </p:par>
                              <p:par>
                                <p:cTn id="55" presetID="22" presetClass="entr" presetSubtype="8" fill="hold" nodeType="withEffect">
                                  <p:stCondLst>
                                    <p:cond delay="0"/>
                                  </p:stCondLst>
                                  <p:childTnLst>
                                    <p:set>
                                      <p:cBhvr>
                                        <p:cTn id="56" dur="1" fill="hold">
                                          <p:stCondLst>
                                            <p:cond delay="0"/>
                                          </p:stCondLst>
                                        </p:cTn>
                                        <p:tgtEl>
                                          <p:spTgt spid="4"/>
                                        </p:tgtEl>
                                        <p:attrNameLst>
                                          <p:attrName>style.visibility</p:attrName>
                                        </p:attrNameLst>
                                      </p:cBhvr>
                                      <p:to>
                                        <p:strVal val="visible"/>
                                      </p:to>
                                    </p:set>
                                    <p:animEffect transition="in" filter="wipe(left)">
                                      <p:cBhvr>
                                        <p:cTn id="5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1" grpId="0"/>
      <p:bldP spid="39" grpId="0" animBg="1"/>
      <p:bldP spid="40" grpId="0"/>
      <p:bldP spid="4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 Placeholder 49"/>
          <p:cNvSpPr>
            <a:spLocks noGrp="1"/>
          </p:cNvSpPr>
          <p:nvPr>
            <p:ph type="body" sz="half" idx="16"/>
          </p:nvPr>
        </p:nvSpPr>
        <p:spPr/>
        <p:txBody>
          <a:bodyPr/>
          <a:lstStyle/>
          <a:p>
            <a:r>
              <a:rPr lang="en-US"/>
              <a:t>Adam Dark</a:t>
            </a:r>
            <a:br>
              <a:rPr lang="en-US"/>
            </a:br>
            <a:r>
              <a:rPr lang="en-US"/>
              <a:t>STRAGEGIES</a:t>
            </a:r>
            <a:endParaRPr lang="en-US" dirty="0"/>
          </a:p>
        </p:txBody>
      </p:sp>
      <p:pic>
        <p:nvPicPr>
          <p:cNvPr id="21" name="Picture Placeholder 20" descr="imageHolder.jpg"/>
          <p:cNvPicPr>
            <a:picLocks noGrp="1" noChangeAspect="1"/>
          </p:cNvPicPr>
          <p:nvPr>
            <p:ph type="pic" sz="quarter" idx="10"/>
          </p:nvPr>
        </p:nvPicPr>
        <p:blipFill>
          <a:blip r:embed="rId3" cstate="print"/>
          <a:srcRect l="21875" r="21875"/>
          <a:stretch>
            <a:fillRect/>
          </a:stretch>
        </p:blipFill>
        <p:spPr/>
      </p:pic>
      <p:sp>
        <p:nvSpPr>
          <p:cNvPr id="49" name="Text Placeholder 48"/>
          <p:cNvSpPr>
            <a:spLocks noGrp="1"/>
          </p:cNvSpPr>
          <p:nvPr>
            <p:ph type="body" sz="half" idx="15"/>
          </p:nvPr>
        </p:nvSpPr>
        <p:spPr/>
        <p:txBody>
          <a:bodyPr/>
          <a:lstStyle/>
          <a:p>
            <a:pPr lvl="0"/>
            <a:r>
              <a:rPr lang="en-US"/>
              <a:t>There are many variations of Lorem Ipsum available, but the majority have suffered  in some form, by injected </a:t>
            </a:r>
            <a:br>
              <a:rPr lang="en-US"/>
            </a:br>
            <a:r>
              <a:rPr lang="en-US"/>
              <a:t>or randomized</a:t>
            </a:r>
          </a:p>
          <a:p>
            <a:endParaRPr lang="en-US" dirty="0"/>
          </a:p>
        </p:txBody>
      </p:sp>
      <p:sp>
        <p:nvSpPr>
          <p:cNvPr id="64" name="Text Placeholder 63"/>
          <p:cNvSpPr>
            <a:spLocks noGrp="1"/>
          </p:cNvSpPr>
          <p:nvPr>
            <p:ph type="body" sz="half" idx="17"/>
          </p:nvPr>
        </p:nvSpPr>
        <p:spPr/>
        <p:txBody>
          <a:bodyPr/>
          <a:lstStyle/>
          <a:p>
            <a:r>
              <a:rPr lang="en-US"/>
              <a:t>Adam Dark</a:t>
            </a:r>
            <a:br>
              <a:rPr lang="en-US"/>
            </a:br>
            <a:r>
              <a:rPr lang="en-US"/>
              <a:t>STRAGEGIES</a:t>
            </a:r>
            <a:endParaRPr lang="en-US" dirty="0"/>
          </a:p>
        </p:txBody>
      </p:sp>
      <p:pic>
        <p:nvPicPr>
          <p:cNvPr id="22" name="Picture Placeholder 21" descr="imageHolder.jpg"/>
          <p:cNvPicPr>
            <a:picLocks noGrp="1" noChangeAspect="1"/>
          </p:cNvPicPr>
          <p:nvPr>
            <p:ph type="pic" sz="quarter" idx="18"/>
          </p:nvPr>
        </p:nvPicPr>
        <p:blipFill>
          <a:blip r:embed="rId3" cstate="print"/>
          <a:srcRect l="21875" r="21875"/>
          <a:stretch>
            <a:fillRect/>
          </a:stretch>
        </p:blipFill>
        <p:spPr/>
      </p:pic>
      <p:sp>
        <p:nvSpPr>
          <p:cNvPr id="37" name="Text Placeholder 36"/>
          <p:cNvSpPr>
            <a:spLocks noGrp="1"/>
          </p:cNvSpPr>
          <p:nvPr>
            <p:ph type="body" sz="half" idx="19"/>
          </p:nvPr>
        </p:nvSpPr>
        <p:spPr/>
        <p:txBody>
          <a:bodyPr/>
          <a:lstStyle/>
          <a:p>
            <a:pPr lvl="0"/>
            <a:r>
              <a:rPr lang="en-US"/>
              <a:t>There are many variations of Lorem Ipsum available, but the majority have suffered  in some form, by injected </a:t>
            </a:r>
            <a:br>
              <a:rPr lang="en-US"/>
            </a:br>
            <a:r>
              <a:rPr lang="en-US"/>
              <a:t>or randomized</a:t>
            </a:r>
            <a:endParaRPr lang="en-US" dirty="0"/>
          </a:p>
        </p:txBody>
      </p:sp>
      <p:sp>
        <p:nvSpPr>
          <p:cNvPr id="69" name="Text Placeholder 68"/>
          <p:cNvSpPr>
            <a:spLocks noGrp="1"/>
          </p:cNvSpPr>
          <p:nvPr>
            <p:ph type="body" sz="half" idx="20"/>
          </p:nvPr>
        </p:nvSpPr>
        <p:spPr/>
        <p:txBody>
          <a:bodyPr/>
          <a:lstStyle/>
          <a:p>
            <a:r>
              <a:rPr lang="en-US"/>
              <a:t>Anna Dark</a:t>
            </a:r>
            <a:br>
              <a:rPr lang="en-US"/>
            </a:br>
            <a:r>
              <a:rPr lang="en-US"/>
              <a:t>COMPARISON</a:t>
            </a:r>
            <a:endParaRPr lang="en-US" dirty="0"/>
          </a:p>
        </p:txBody>
      </p:sp>
      <p:pic>
        <p:nvPicPr>
          <p:cNvPr id="23" name="Picture Placeholder 22" descr="imageHolder.jpg"/>
          <p:cNvPicPr>
            <a:picLocks noGrp="1" noChangeAspect="1"/>
          </p:cNvPicPr>
          <p:nvPr>
            <p:ph type="pic" sz="quarter" idx="21"/>
          </p:nvPr>
        </p:nvPicPr>
        <p:blipFill>
          <a:blip r:embed="rId3" cstate="print"/>
          <a:srcRect l="21875" r="21875"/>
          <a:stretch>
            <a:fillRect/>
          </a:stretch>
        </p:blipFill>
        <p:spPr/>
      </p:pic>
      <p:sp>
        <p:nvSpPr>
          <p:cNvPr id="40" name="Text Placeholder 39"/>
          <p:cNvSpPr>
            <a:spLocks noGrp="1"/>
          </p:cNvSpPr>
          <p:nvPr>
            <p:ph type="body" sz="half" idx="22"/>
          </p:nvPr>
        </p:nvSpPr>
        <p:spPr/>
        <p:txBody>
          <a:bodyPr/>
          <a:lstStyle/>
          <a:p>
            <a:pPr lvl="0"/>
            <a:r>
              <a:rPr lang="en-US"/>
              <a:t>There are many variations of Lorem Ipsum available, but the majority have suffered  in some form, by injected </a:t>
            </a:r>
            <a:br>
              <a:rPr lang="en-US"/>
            </a:br>
            <a:r>
              <a:rPr lang="en-US"/>
              <a:t>or randomized</a:t>
            </a:r>
            <a:endParaRPr lang="en-US" dirty="0"/>
          </a:p>
        </p:txBody>
      </p:sp>
      <p:sp>
        <p:nvSpPr>
          <p:cNvPr id="74" name="Text Placeholder 73"/>
          <p:cNvSpPr>
            <a:spLocks noGrp="1"/>
          </p:cNvSpPr>
          <p:nvPr>
            <p:ph type="body" sz="half" idx="23"/>
          </p:nvPr>
        </p:nvSpPr>
        <p:spPr/>
        <p:txBody>
          <a:bodyPr/>
          <a:lstStyle/>
          <a:p>
            <a:r>
              <a:rPr lang="en-US"/>
              <a:t>Raual Dark</a:t>
            </a:r>
            <a:br>
              <a:rPr lang="en-US"/>
            </a:br>
            <a:r>
              <a:rPr lang="en-US"/>
              <a:t>ANALYTICS</a:t>
            </a:r>
            <a:endParaRPr lang="en-US" dirty="0"/>
          </a:p>
        </p:txBody>
      </p:sp>
      <p:pic>
        <p:nvPicPr>
          <p:cNvPr id="25" name="Picture Placeholder 24" descr="imageHolder.jpg"/>
          <p:cNvPicPr>
            <a:picLocks noGrp="1" noChangeAspect="1"/>
          </p:cNvPicPr>
          <p:nvPr>
            <p:ph type="pic" sz="quarter" idx="24"/>
          </p:nvPr>
        </p:nvPicPr>
        <p:blipFill>
          <a:blip r:embed="rId3" cstate="print"/>
          <a:srcRect l="21875" r="21875"/>
          <a:stretch>
            <a:fillRect/>
          </a:stretch>
        </p:blipFill>
        <p:spPr/>
      </p:pic>
      <p:sp>
        <p:nvSpPr>
          <p:cNvPr id="43" name="Text Placeholder 42"/>
          <p:cNvSpPr>
            <a:spLocks noGrp="1"/>
          </p:cNvSpPr>
          <p:nvPr>
            <p:ph type="body" sz="half" idx="25"/>
          </p:nvPr>
        </p:nvSpPr>
        <p:spPr/>
        <p:txBody>
          <a:bodyPr/>
          <a:lstStyle/>
          <a:p>
            <a:pPr lvl="0"/>
            <a:r>
              <a:rPr lang="en-US"/>
              <a:t>There are many variations of Lorem Ipsum available, but the majority have suffered  in some form, by injected </a:t>
            </a:r>
            <a:br>
              <a:rPr lang="en-US"/>
            </a:br>
            <a:r>
              <a:rPr lang="en-US"/>
              <a:t>or randomized</a:t>
            </a:r>
            <a:endParaRPr lang="en-US" dirty="0"/>
          </a:p>
        </p:txBody>
      </p:sp>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23</a:t>
            </a:fld>
            <a:endParaRPr lang="en-US" dirty="0"/>
          </a:p>
        </p:txBody>
      </p:sp>
    </p:spTree>
  </p:cSld>
  <p:clrMapOvr>
    <a:masterClrMapping/>
  </p:clrMapOvr>
  <p:transition spd="med" advClick="0" advTm="5000">
    <p:push dir="u"/>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Placeholder 20" descr="imageHolder.jpg"/>
          <p:cNvPicPr>
            <a:picLocks noGrp="1" noChangeAspect="1"/>
          </p:cNvPicPr>
          <p:nvPr>
            <p:ph type="pic" sz="quarter" idx="10"/>
          </p:nvPr>
        </p:nvPicPr>
        <p:blipFill>
          <a:blip r:embed="rId3" cstate="print"/>
          <a:srcRect l="21875" r="21875"/>
          <a:stretch>
            <a:fillRect/>
          </a:stretch>
        </p:blipFill>
        <p:spPr/>
      </p:pic>
      <p:pic>
        <p:nvPicPr>
          <p:cNvPr id="22" name="Picture Placeholder 21" descr="imageHolder.jpg"/>
          <p:cNvPicPr>
            <a:picLocks noGrp="1" noChangeAspect="1"/>
          </p:cNvPicPr>
          <p:nvPr>
            <p:ph type="pic" sz="quarter" idx="18"/>
          </p:nvPr>
        </p:nvPicPr>
        <p:blipFill>
          <a:blip r:embed="rId3" cstate="print"/>
          <a:srcRect l="21875" r="21875"/>
          <a:stretch>
            <a:fillRect/>
          </a:stretch>
        </p:blipFill>
        <p:spPr/>
      </p:pic>
      <p:pic>
        <p:nvPicPr>
          <p:cNvPr id="23" name="Picture Placeholder 22" descr="imageHolder.jpg"/>
          <p:cNvPicPr>
            <a:picLocks noGrp="1" noChangeAspect="1"/>
          </p:cNvPicPr>
          <p:nvPr>
            <p:ph type="pic" sz="quarter" idx="21"/>
          </p:nvPr>
        </p:nvPicPr>
        <p:blipFill>
          <a:blip r:embed="rId3" cstate="print"/>
          <a:srcRect l="21875" r="21875"/>
          <a:stretch>
            <a:fillRect/>
          </a:stretch>
        </p:blipFill>
        <p:spPr/>
      </p:pic>
      <p:pic>
        <p:nvPicPr>
          <p:cNvPr id="25" name="Picture Placeholder 24" descr="imageHolder.jpg"/>
          <p:cNvPicPr>
            <a:picLocks noGrp="1" noChangeAspect="1"/>
          </p:cNvPicPr>
          <p:nvPr>
            <p:ph type="pic" sz="quarter" idx="24"/>
          </p:nvPr>
        </p:nvPicPr>
        <p:blipFill>
          <a:blip r:embed="rId3" cstate="print"/>
          <a:srcRect l="21875" r="21875"/>
          <a:stretch>
            <a:fillRect/>
          </a:stretch>
        </p:blipFill>
        <p:spPr/>
      </p:pic>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sp>
        <p:nvSpPr>
          <p:cNvPr id="17" name="TextBox 16"/>
          <p:cNvSpPr txBox="1"/>
          <p:nvPr/>
        </p:nvSpPr>
        <p:spPr>
          <a:xfrm>
            <a:off x="828343" y="2995742"/>
            <a:ext cx="1009445" cy="430887"/>
          </a:xfrm>
          <a:prstGeom prst="rect">
            <a:avLst/>
          </a:prstGeom>
          <a:noFill/>
        </p:spPr>
        <p:txBody>
          <a:bodyPr wrap="square" lIns="0" tIns="0" rIns="0" bIns="0" rtlCol="0" anchor="ctr">
            <a:spAutoFit/>
          </a:bodyPr>
          <a:lstStyle/>
          <a:p>
            <a:r>
              <a:rPr lang="en-US" sz="1400" b="1" dirty="0">
                <a:solidFill>
                  <a:schemeClr val="accent1"/>
                </a:solidFill>
              </a:rPr>
              <a:t>Rachel Dark</a:t>
            </a:r>
          </a:p>
          <a:p>
            <a:r>
              <a:rPr lang="en-US" sz="1400" b="1" dirty="0">
                <a:solidFill>
                  <a:schemeClr val="accent1"/>
                </a:solidFill>
              </a:rPr>
              <a:t>CONSULTANT</a:t>
            </a:r>
          </a:p>
        </p:txBody>
      </p:sp>
      <p:sp>
        <p:nvSpPr>
          <p:cNvPr id="18" name="TextBox 17"/>
          <p:cNvSpPr txBox="1"/>
          <p:nvPr/>
        </p:nvSpPr>
        <p:spPr>
          <a:xfrm>
            <a:off x="828343" y="3458687"/>
            <a:ext cx="1596069" cy="789463"/>
          </a:xfrm>
          <a:prstGeom prst="rect">
            <a:avLst/>
          </a:prstGeom>
          <a:noFill/>
        </p:spPr>
        <p:txBody>
          <a:bodyPr wrap="square" lIns="0" tIns="0" rIns="0" bIns="0" rtlCol="0">
            <a:spAutoFit/>
          </a:bodyPr>
          <a:lstStyle/>
          <a:p>
            <a:pPr lvl="0" defTabSz="914400">
              <a:spcBef>
                <a:spcPct val="20000"/>
              </a:spcBef>
              <a:defRPr/>
            </a:pPr>
            <a:r>
              <a:rPr lang="en-US" sz="1000" b="1" dirty="0">
                <a:solidFill>
                  <a:schemeClr val="tx1">
                    <a:lumMod val="50000"/>
                    <a:lumOff val="50000"/>
                  </a:schemeClr>
                </a:solidFill>
              </a:rPr>
              <a:t>There are many variations of Lorem Ipsum available, but the majority have suffered  in some form, by injected humour, or randomized</a:t>
            </a:r>
            <a:endParaRPr lang="en-US" sz="1000" dirty="0">
              <a:solidFill>
                <a:schemeClr val="tx1">
                  <a:lumMod val="50000"/>
                  <a:lumOff val="50000"/>
                </a:schemeClr>
              </a:solidFill>
            </a:endParaRPr>
          </a:p>
        </p:txBody>
      </p:sp>
      <p:sp>
        <p:nvSpPr>
          <p:cNvPr id="19" name="Rectangular Callout 18"/>
          <p:cNvSpPr/>
          <p:nvPr/>
        </p:nvSpPr>
        <p:spPr>
          <a:xfrm>
            <a:off x="1837788" y="2531832"/>
            <a:ext cx="686790" cy="686790"/>
          </a:xfrm>
          <a:prstGeom prst="wedgeRectCallout">
            <a:avLst/>
          </a:prstGeom>
          <a:solidFill>
            <a:schemeClr val="accent1"/>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1">
                  <a:lumMod val="75000"/>
                </a:schemeClr>
              </a:solidFill>
              <a:latin typeface="FontAwesome" pitchFamily="2" charset="0"/>
            </a:endParaRPr>
          </a:p>
        </p:txBody>
      </p:sp>
      <p:sp>
        <p:nvSpPr>
          <p:cNvPr id="20" name="TextBox 19"/>
          <p:cNvSpPr txBox="1"/>
          <p:nvPr/>
        </p:nvSpPr>
        <p:spPr>
          <a:xfrm>
            <a:off x="2857017" y="2995743"/>
            <a:ext cx="1009445" cy="430887"/>
          </a:xfrm>
          <a:prstGeom prst="rect">
            <a:avLst/>
          </a:prstGeom>
          <a:noFill/>
        </p:spPr>
        <p:txBody>
          <a:bodyPr wrap="square" lIns="0" tIns="0" rIns="0" bIns="0" rtlCol="0" anchor="ctr">
            <a:spAutoFit/>
          </a:bodyPr>
          <a:lstStyle/>
          <a:p>
            <a:r>
              <a:rPr lang="en-US" sz="1400" b="1" dirty="0">
                <a:solidFill>
                  <a:schemeClr val="accent2"/>
                </a:solidFill>
              </a:rPr>
              <a:t>Adam Dark</a:t>
            </a:r>
          </a:p>
          <a:p>
            <a:r>
              <a:rPr lang="en-US" sz="1400" b="1" dirty="0">
                <a:solidFill>
                  <a:schemeClr val="accent2"/>
                </a:solidFill>
              </a:rPr>
              <a:t>STRAGEGIES</a:t>
            </a:r>
          </a:p>
        </p:txBody>
      </p:sp>
      <p:sp>
        <p:nvSpPr>
          <p:cNvPr id="26" name="TextBox 25"/>
          <p:cNvSpPr txBox="1"/>
          <p:nvPr/>
        </p:nvSpPr>
        <p:spPr>
          <a:xfrm>
            <a:off x="2857017" y="3458687"/>
            <a:ext cx="1596069" cy="789463"/>
          </a:xfrm>
          <a:prstGeom prst="rect">
            <a:avLst/>
          </a:prstGeom>
          <a:noFill/>
        </p:spPr>
        <p:txBody>
          <a:bodyPr wrap="square" lIns="0" tIns="0" rIns="0" bIns="0" rtlCol="0">
            <a:spAutoFit/>
          </a:bodyPr>
          <a:lstStyle/>
          <a:p>
            <a:pPr lvl="0" defTabSz="914400">
              <a:spcBef>
                <a:spcPct val="20000"/>
              </a:spcBef>
              <a:defRPr/>
            </a:pPr>
            <a:r>
              <a:rPr lang="en-US" sz="1000" b="1" dirty="0">
                <a:solidFill>
                  <a:schemeClr val="tx1">
                    <a:lumMod val="50000"/>
                    <a:lumOff val="50000"/>
                  </a:schemeClr>
                </a:solidFill>
              </a:rPr>
              <a:t>There are many variations of Lorem Ipsum available, but the majority have suffered  in some form, by injected humour, or randomized</a:t>
            </a:r>
            <a:endParaRPr lang="en-US" sz="1000" dirty="0">
              <a:solidFill>
                <a:schemeClr val="tx1">
                  <a:lumMod val="50000"/>
                  <a:lumOff val="50000"/>
                </a:schemeClr>
              </a:solidFill>
            </a:endParaRPr>
          </a:p>
        </p:txBody>
      </p:sp>
      <p:sp>
        <p:nvSpPr>
          <p:cNvPr id="27" name="Rectangular Callout 26"/>
          <p:cNvSpPr/>
          <p:nvPr/>
        </p:nvSpPr>
        <p:spPr>
          <a:xfrm>
            <a:off x="3866462" y="2531832"/>
            <a:ext cx="686790" cy="686790"/>
          </a:xfrm>
          <a:prstGeom prst="wedgeRectCallout">
            <a:avLst/>
          </a:pr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2">
                  <a:lumMod val="50000"/>
                </a:schemeClr>
              </a:solidFill>
              <a:latin typeface="FontAwesome" pitchFamily="2" charset="0"/>
            </a:endParaRPr>
          </a:p>
        </p:txBody>
      </p:sp>
      <p:sp>
        <p:nvSpPr>
          <p:cNvPr id="28" name="TextBox 27"/>
          <p:cNvSpPr txBox="1"/>
          <p:nvPr/>
        </p:nvSpPr>
        <p:spPr>
          <a:xfrm>
            <a:off x="4885691" y="2995743"/>
            <a:ext cx="1157260" cy="430887"/>
          </a:xfrm>
          <a:prstGeom prst="rect">
            <a:avLst/>
          </a:prstGeom>
          <a:noFill/>
        </p:spPr>
        <p:txBody>
          <a:bodyPr wrap="square" lIns="0" tIns="0" rIns="0" bIns="0" rtlCol="0" anchor="ctr">
            <a:spAutoFit/>
          </a:bodyPr>
          <a:lstStyle/>
          <a:p>
            <a:r>
              <a:rPr lang="en-US" sz="1400" b="1" dirty="0">
                <a:solidFill>
                  <a:schemeClr val="accent3"/>
                </a:solidFill>
              </a:rPr>
              <a:t>Anna Dark</a:t>
            </a:r>
          </a:p>
          <a:p>
            <a:r>
              <a:rPr lang="en-US" sz="1400" b="1" dirty="0">
                <a:solidFill>
                  <a:schemeClr val="accent3"/>
                </a:solidFill>
              </a:rPr>
              <a:t>COMPARISON</a:t>
            </a:r>
          </a:p>
        </p:txBody>
      </p:sp>
      <p:sp>
        <p:nvSpPr>
          <p:cNvPr id="29" name="TextBox 28"/>
          <p:cNvSpPr txBox="1"/>
          <p:nvPr/>
        </p:nvSpPr>
        <p:spPr>
          <a:xfrm>
            <a:off x="4885691" y="3458687"/>
            <a:ext cx="1596069" cy="789463"/>
          </a:xfrm>
          <a:prstGeom prst="rect">
            <a:avLst/>
          </a:prstGeom>
          <a:noFill/>
        </p:spPr>
        <p:txBody>
          <a:bodyPr wrap="square" lIns="0" tIns="0" rIns="0" bIns="0" rtlCol="0">
            <a:spAutoFit/>
          </a:bodyPr>
          <a:lstStyle/>
          <a:p>
            <a:pPr lvl="0" defTabSz="914400">
              <a:spcBef>
                <a:spcPct val="20000"/>
              </a:spcBef>
              <a:defRPr/>
            </a:pPr>
            <a:r>
              <a:rPr lang="en-US" sz="1000" b="1" dirty="0">
                <a:solidFill>
                  <a:schemeClr val="tx1">
                    <a:lumMod val="50000"/>
                    <a:lumOff val="50000"/>
                  </a:schemeClr>
                </a:solidFill>
              </a:rPr>
              <a:t>There are many variations of Lorem Ipsum available, but the majority have suffered  in some form, by injected humour, or randomized</a:t>
            </a:r>
            <a:endParaRPr lang="en-US" sz="1000" dirty="0">
              <a:solidFill>
                <a:schemeClr val="tx1">
                  <a:lumMod val="50000"/>
                  <a:lumOff val="50000"/>
                </a:schemeClr>
              </a:solidFill>
            </a:endParaRPr>
          </a:p>
        </p:txBody>
      </p:sp>
      <p:sp>
        <p:nvSpPr>
          <p:cNvPr id="30" name="Rectangular Callout 29"/>
          <p:cNvSpPr/>
          <p:nvPr/>
        </p:nvSpPr>
        <p:spPr>
          <a:xfrm>
            <a:off x="5895136" y="2531832"/>
            <a:ext cx="686790" cy="686790"/>
          </a:xfrm>
          <a:prstGeom prst="wedgeRectCallout">
            <a:avLst/>
          </a:prstGeom>
          <a:solidFill>
            <a:schemeClr val="accent3"/>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75000"/>
                </a:schemeClr>
              </a:solidFill>
              <a:latin typeface="FontAwesome" pitchFamily="2" charset="0"/>
            </a:endParaRPr>
          </a:p>
        </p:txBody>
      </p:sp>
      <p:sp>
        <p:nvSpPr>
          <p:cNvPr id="31" name="TextBox 30"/>
          <p:cNvSpPr txBox="1"/>
          <p:nvPr/>
        </p:nvSpPr>
        <p:spPr>
          <a:xfrm>
            <a:off x="6914365" y="2995742"/>
            <a:ext cx="1199473" cy="430887"/>
          </a:xfrm>
          <a:prstGeom prst="rect">
            <a:avLst/>
          </a:prstGeom>
          <a:noFill/>
        </p:spPr>
        <p:txBody>
          <a:bodyPr wrap="square" lIns="0" tIns="0" rIns="0" bIns="0" rtlCol="0" anchor="ctr">
            <a:spAutoFit/>
          </a:bodyPr>
          <a:lstStyle/>
          <a:p>
            <a:r>
              <a:rPr lang="en-US" sz="1400" b="1" dirty="0">
                <a:solidFill>
                  <a:schemeClr val="accent4"/>
                </a:solidFill>
              </a:rPr>
              <a:t>Raual Dark</a:t>
            </a:r>
          </a:p>
          <a:p>
            <a:r>
              <a:rPr lang="en-US" sz="1400" b="1" dirty="0">
                <a:solidFill>
                  <a:schemeClr val="accent4"/>
                </a:solidFill>
              </a:rPr>
              <a:t>ANALYTICS</a:t>
            </a:r>
          </a:p>
        </p:txBody>
      </p:sp>
      <p:sp>
        <p:nvSpPr>
          <p:cNvPr id="32" name="TextBox 31"/>
          <p:cNvSpPr txBox="1"/>
          <p:nvPr/>
        </p:nvSpPr>
        <p:spPr>
          <a:xfrm>
            <a:off x="6914365" y="3458687"/>
            <a:ext cx="1596069" cy="789463"/>
          </a:xfrm>
          <a:prstGeom prst="rect">
            <a:avLst/>
          </a:prstGeom>
          <a:noFill/>
        </p:spPr>
        <p:txBody>
          <a:bodyPr wrap="square" lIns="0" tIns="0" rIns="0" bIns="0" rtlCol="0">
            <a:spAutoFit/>
          </a:bodyPr>
          <a:lstStyle/>
          <a:p>
            <a:pPr lvl="0" defTabSz="914400">
              <a:spcBef>
                <a:spcPct val="20000"/>
              </a:spcBef>
              <a:defRPr/>
            </a:pPr>
            <a:r>
              <a:rPr lang="en-US" sz="1000" b="1" dirty="0">
                <a:solidFill>
                  <a:schemeClr val="tx1">
                    <a:lumMod val="50000"/>
                    <a:lumOff val="50000"/>
                  </a:schemeClr>
                </a:solidFill>
              </a:rPr>
              <a:t>There are many variations of Lorem Ipsum available, but the majority have suffered  in some form, by injected humour, or randomized</a:t>
            </a:r>
            <a:endParaRPr lang="en-US" sz="1000" dirty="0">
              <a:solidFill>
                <a:schemeClr val="tx1">
                  <a:lumMod val="50000"/>
                  <a:lumOff val="50000"/>
                </a:schemeClr>
              </a:solidFill>
            </a:endParaRPr>
          </a:p>
        </p:txBody>
      </p:sp>
      <p:sp>
        <p:nvSpPr>
          <p:cNvPr id="34" name="Rectangular Callout 33"/>
          <p:cNvSpPr/>
          <p:nvPr/>
        </p:nvSpPr>
        <p:spPr>
          <a:xfrm>
            <a:off x="7923810" y="2531832"/>
            <a:ext cx="686790" cy="686790"/>
          </a:xfrm>
          <a:prstGeom prst="wedgeRectCallout">
            <a:avLst/>
          </a:prstGeom>
          <a:solidFill>
            <a:schemeClr val="accent4"/>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0" rIns="0" rtlCol="0" anchor="ctr"/>
          <a:lstStyle/>
          <a:p>
            <a:pPr algn="ctr"/>
            <a:endParaRPr lang="en-US" sz="2400" dirty="0">
              <a:solidFill>
                <a:schemeClr val="accent4">
                  <a:lumMod val="75000"/>
                </a:schemeClr>
              </a:solidFill>
              <a:latin typeface="FontAwesome" pitchFamily="2" charset="0"/>
            </a:endParaRPr>
          </a:p>
        </p:txBody>
      </p:sp>
      <p:sp>
        <p:nvSpPr>
          <p:cNvPr id="35" name="Freeform 245"/>
          <p:cNvSpPr>
            <a:spLocks/>
          </p:cNvSpPr>
          <p:nvPr/>
        </p:nvSpPr>
        <p:spPr bwMode="auto">
          <a:xfrm>
            <a:off x="2015377" y="2718387"/>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5"/>
          <p:cNvSpPr>
            <a:spLocks noEditPoints="1"/>
          </p:cNvSpPr>
          <p:nvPr/>
        </p:nvSpPr>
        <p:spPr bwMode="auto">
          <a:xfrm>
            <a:off x="4024672" y="2679629"/>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217"/>
          <p:cNvSpPr>
            <a:spLocks noEditPoints="1"/>
          </p:cNvSpPr>
          <p:nvPr/>
        </p:nvSpPr>
        <p:spPr bwMode="auto">
          <a:xfrm>
            <a:off x="6049091" y="2711581"/>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216"/>
          <p:cNvSpPr>
            <a:spLocks noEditPoints="1"/>
          </p:cNvSpPr>
          <p:nvPr/>
        </p:nvSpPr>
        <p:spPr bwMode="auto">
          <a:xfrm>
            <a:off x="8097658" y="2723018"/>
            <a:ext cx="339094" cy="341400"/>
          </a:xfrm>
          <a:custGeom>
            <a:avLst/>
            <a:gdLst/>
            <a:ahLst/>
            <a:cxnLst>
              <a:cxn ang="0">
                <a:pos x="68" y="34"/>
              </a:cxn>
              <a:cxn ang="0">
                <a:pos x="34" y="68"/>
              </a:cxn>
              <a:cxn ang="0">
                <a:pos x="0" y="34"/>
              </a:cxn>
              <a:cxn ang="0">
                <a:pos x="34" y="0"/>
              </a:cxn>
              <a:cxn ang="0">
                <a:pos x="68" y="34"/>
              </a:cxn>
              <a:cxn ang="0">
                <a:pos x="15" y="40"/>
              </a:cxn>
              <a:cxn ang="0">
                <a:pos x="14" y="34"/>
              </a:cxn>
              <a:cxn ang="0">
                <a:pos x="15" y="27"/>
              </a:cxn>
              <a:cxn ang="0">
                <a:pos x="8" y="20"/>
              </a:cxn>
              <a:cxn ang="0">
                <a:pos x="5" y="34"/>
              </a:cxn>
              <a:cxn ang="0">
                <a:pos x="8" y="47"/>
              </a:cxn>
              <a:cxn ang="0">
                <a:pos x="15" y="40"/>
              </a:cxn>
              <a:cxn ang="0">
                <a:pos x="48" y="34"/>
              </a:cxn>
              <a:cxn ang="0">
                <a:pos x="34" y="19"/>
              </a:cxn>
              <a:cxn ang="0">
                <a:pos x="19" y="34"/>
              </a:cxn>
              <a:cxn ang="0">
                <a:pos x="34" y="48"/>
              </a:cxn>
              <a:cxn ang="0">
                <a:pos x="48" y="34"/>
              </a:cxn>
              <a:cxn ang="0">
                <a:pos x="20" y="8"/>
              </a:cxn>
              <a:cxn ang="0">
                <a:pos x="27" y="15"/>
              </a:cxn>
              <a:cxn ang="0">
                <a:pos x="34" y="14"/>
              </a:cxn>
              <a:cxn ang="0">
                <a:pos x="40" y="15"/>
              </a:cxn>
              <a:cxn ang="0">
                <a:pos x="47" y="8"/>
              </a:cxn>
              <a:cxn ang="0">
                <a:pos x="34" y="5"/>
              </a:cxn>
              <a:cxn ang="0">
                <a:pos x="20" y="8"/>
              </a:cxn>
              <a:cxn ang="0">
                <a:pos x="47" y="59"/>
              </a:cxn>
              <a:cxn ang="0">
                <a:pos x="40" y="52"/>
              </a:cxn>
              <a:cxn ang="0">
                <a:pos x="34" y="53"/>
              </a:cxn>
              <a:cxn ang="0">
                <a:pos x="27" y="52"/>
              </a:cxn>
              <a:cxn ang="0">
                <a:pos x="20" y="59"/>
              </a:cxn>
              <a:cxn ang="0">
                <a:pos x="34" y="63"/>
              </a:cxn>
              <a:cxn ang="0">
                <a:pos x="47" y="59"/>
              </a:cxn>
              <a:cxn ang="0">
                <a:pos x="60" y="47"/>
              </a:cxn>
              <a:cxn ang="0">
                <a:pos x="63" y="34"/>
              </a:cxn>
              <a:cxn ang="0">
                <a:pos x="60" y="20"/>
              </a:cxn>
              <a:cxn ang="0">
                <a:pos x="52" y="27"/>
              </a:cxn>
              <a:cxn ang="0">
                <a:pos x="53" y="34"/>
              </a:cxn>
              <a:cxn ang="0">
                <a:pos x="52" y="40"/>
              </a:cxn>
              <a:cxn ang="0">
                <a:pos x="60" y="47"/>
              </a:cxn>
            </a:cxnLst>
            <a:rect l="0" t="0" r="r" b="b"/>
            <a:pathLst>
              <a:path w="68" h="68">
                <a:moveTo>
                  <a:pt x="68" y="34"/>
                </a:moveTo>
                <a:cubicBezTo>
                  <a:pt x="68" y="52"/>
                  <a:pt x="53" y="68"/>
                  <a:pt x="34" y="68"/>
                </a:cubicBezTo>
                <a:cubicBezTo>
                  <a:pt x="15" y="68"/>
                  <a:pt x="0" y="52"/>
                  <a:pt x="0" y="34"/>
                </a:cubicBezTo>
                <a:cubicBezTo>
                  <a:pt x="0" y="15"/>
                  <a:pt x="15" y="0"/>
                  <a:pt x="34" y="0"/>
                </a:cubicBezTo>
                <a:cubicBezTo>
                  <a:pt x="53" y="0"/>
                  <a:pt x="68" y="15"/>
                  <a:pt x="68" y="34"/>
                </a:cubicBezTo>
                <a:close/>
                <a:moveTo>
                  <a:pt x="15" y="40"/>
                </a:moveTo>
                <a:cubicBezTo>
                  <a:pt x="15" y="38"/>
                  <a:pt x="14" y="36"/>
                  <a:pt x="14" y="34"/>
                </a:cubicBezTo>
                <a:cubicBezTo>
                  <a:pt x="14" y="31"/>
                  <a:pt x="15" y="29"/>
                  <a:pt x="15" y="27"/>
                </a:cubicBezTo>
                <a:cubicBezTo>
                  <a:pt x="8" y="20"/>
                  <a:pt x="8" y="20"/>
                  <a:pt x="8" y="20"/>
                </a:cubicBezTo>
                <a:cubicBezTo>
                  <a:pt x="6" y="24"/>
                  <a:pt x="5" y="29"/>
                  <a:pt x="5" y="34"/>
                </a:cubicBezTo>
                <a:cubicBezTo>
                  <a:pt x="5" y="39"/>
                  <a:pt x="6" y="43"/>
                  <a:pt x="8" y="47"/>
                </a:cubicBezTo>
                <a:lnTo>
                  <a:pt x="15" y="40"/>
                </a:lnTo>
                <a:close/>
                <a:moveTo>
                  <a:pt x="48" y="34"/>
                </a:moveTo>
                <a:cubicBezTo>
                  <a:pt x="48" y="26"/>
                  <a:pt x="42" y="19"/>
                  <a:pt x="34" y="19"/>
                </a:cubicBezTo>
                <a:cubicBezTo>
                  <a:pt x="26" y="19"/>
                  <a:pt x="19" y="26"/>
                  <a:pt x="19" y="34"/>
                </a:cubicBezTo>
                <a:cubicBezTo>
                  <a:pt x="19" y="42"/>
                  <a:pt x="26" y="48"/>
                  <a:pt x="34" y="48"/>
                </a:cubicBezTo>
                <a:cubicBezTo>
                  <a:pt x="42" y="48"/>
                  <a:pt x="48" y="42"/>
                  <a:pt x="48" y="34"/>
                </a:cubicBezTo>
                <a:close/>
                <a:moveTo>
                  <a:pt x="20" y="8"/>
                </a:moveTo>
                <a:cubicBezTo>
                  <a:pt x="27" y="15"/>
                  <a:pt x="27" y="15"/>
                  <a:pt x="27" y="15"/>
                </a:cubicBezTo>
                <a:cubicBezTo>
                  <a:pt x="29" y="15"/>
                  <a:pt x="32" y="14"/>
                  <a:pt x="34" y="14"/>
                </a:cubicBezTo>
                <a:cubicBezTo>
                  <a:pt x="36" y="14"/>
                  <a:pt x="38" y="15"/>
                  <a:pt x="40" y="15"/>
                </a:cubicBezTo>
                <a:cubicBezTo>
                  <a:pt x="47" y="8"/>
                  <a:pt x="47" y="8"/>
                  <a:pt x="47" y="8"/>
                </a:cubicBezTo>
                <a:cubicBezTo>
                  <a:pt x="43" y="6"/>
                  <a:pt x="39" y="5"/>
                  <a:pt x="34" y="5"/>
                </a:cubicBezTo>
                <a:cubicBezTo>
                  <a:pt x="29" y="5"/>
                  <a:pt x="24" y="6"/>
                  <a:pt x="20" y="8"/>
                </a:cubicBezTo>
                <a:close/>
                <a:moveTo>
                  <a:pt x="47" y="59"/>
                </a:moveTo>
                <a:cubicBezTo>
                  <a:pt x="40" y="52"/>
                  <a:pt x="40" y="52"/>
                  <a:pt x="40" y="52"/>
                </a:cubicBezTo>
                <a:cubicBezTo>
                  <a:pt x="38" y="53"/>
                  <a:pt x="36" y="53"/>
                  <a:pt x="34" y="53"/>
                </a:cubicBezTo>
                <a:cubicBezTo>
                  <a:pt x="32" y="53"/>
                  <a:pt x="29" y="53"/>
                  <a:pt x="27" y="52"/>
                </a:cubicBezTo>
                <a:cubicBezTo>
                  <a:pt x="20" y="59"/>
                  <a:pt x="20" y="59"/>
                  <a:pt x="20" y="59"/>
                </a:cubicBezTo>
                <a:cubicBezTo>
                  <a:pt x="24" y="62"/>
                  <a:pt x="29" y="63"/>
                  <a:pt x="34" y="63"/>
                </a:cubicBezTo>
                <a:cubicBezTo>
                  <a:pt x="39" y="63"/>
                  <a:pt x="43" y="62"/>
                  <a:pt x="47" y="59"/>
                </a:cubicBezTo>
                <a:close/>
                <a:moveTo>
                  <a:pt x="60" y="47"/>
                </a:moveTo>
                <a:cubicBezTo>
                  <a:pt x="62" y="43"/>
                  <a:pt x="63" y="39"/>
                  <a:pt x="63" y="34"/>
                </a:cubicBezTo>
                <a:cubicBezTo>
                  <a:pt x="63" y="29"/>
                  <a:pt x="62" y="24"/>
                  <a:pt x="60" y="20"/>
                </a:cubicBezTo>
                <a:cubicBezTo>
                  <a:pt x="52" y="27"/>
                  <a:pt x="52" y="27"/>
                  <a:pt x="52" y="27"/>
                </a:cubicBezTo>
                <a:cubicBezTo>
                  <a:pt x="53" y="29"/>
                  <a:pt x="53" y="32"/>
                  <a:pt x="53" y="34"/>
                </a:cubicBezTo>
                <a:cubicBezTo>
                  <a:pt x="53" y="36"/>
                  <a:pt x="53" y="38"/>
                  <a:pt x="52" y="40"/>
                </a:cubicBezTo>
                <a:lnTo>
                  <a:pt x="60" y="4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ppt_w</p:attrName>
                                        </p:attrNameLst>
                                      </p:cBhvr>
                                      <p:tavLst>
                                        <p:tav tm="0" fmla="#ppt_w*sin(2.5*pi*$)">
                                          <p:val>
                                            <p:fltVal val="0"/>
                                          </p:val>
                                        </p:tav>
                                        <p:tav tm="100000">
                                          <p:val>
                                            <p:fltVal val="1"/>
                                          </p:val>
                                        </p:tav>
                                      </p:tavLst>
                                    </p:anim>
                                    <p:anim calcmode="lin" valueType="num">
                                      <p:cBhvr>
                                        <p:cTn id="9" dur="1000" fill="hold"/>
                                        <p:tgtEl>
                                          <p:spTgt spid="19"/>
                                        </p:tgtEl>
                                        <p:attrNameLst>
                                          <p:attrName>ppt_h</p:attrName>
                                        </p:attrNameLst>
                                      </p:cBhvr>
                                      <p:tavLst>
                                        <p:tav tm="0">
                                          <p:val>
                                            <p:strVal val="#ppt_h"/>
                                          </p:val>
                                        </p:tav>
                                        <p:tav tm="100000">
                                          <p:val>
                                            <p:strVal val="#ppt_h"/>
                                          </p:val>
                                        </p:tav>
                                      </p:tavLst>
                                    </p:anim>
                                  </p:childTnLst>
                                </p:cTn>
                              </p:par>
                            </p:childTnLst>
                          </p:cTn>
                        </p:par>
                        <p:par>
                          <p:cTn id="10" fill="hold">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p:cTn id="13" dur="500" fill="hold"/>
                                        <p:tgtEl>
                                          <p:spTgt spid="35"/>
                                        </p:tgtEl>
                                        <p:attrNameLst>
                                          <p:attrName>ppt_w</p:attrName>
                                        </p:attrNameLst>
                                      </p:cBhvr>
                                      <p:tavLst>
                                        <p:tav tm="0">
                                          <p:val>
                                            <p:fltVal val="0"/>
                                          </p:val>
                                        </p:tav>
                                        <p:tav tm="100000">
                                          <p:val>
                                            <p:strVal val="#ppt_w"/>
                                          </p:val>
                                        </p:tav>
                                      </p:tavLst>
                                    </p:anim>
                                    <p:anim calcmode="lin" valueType="num">
                                      <p:cBhvr>
                                        <p:cTn id="14" dur="500" fill="hold"/>
                                        <p:tgtEl>
                                          <p:spTgt spid="35"/>
                                        </p:tgtEl>
                                        <p:attrNameLst>
                                          <p:attrName>ppt_h</p:attrName>
                                        </p:attrNameLst>
                                      </p:cBhvr>
                                      <p:tavLst>
                                        <p:tav tm="0">
                                          <p:val>
                                            <p:fltVal val="0"/>
                                          </p:val>
                                        </p:tav>
                                        <p:tav tm="100000">
                                          <p:val>
                                            <p:strVal val="#ppt_h"/>
                                          </p:val>
                                        </p:tav>
                                      </p:tavLst>
                                    </p:anim>
                                    <p:animEffect transition="in" filter="fade">
                                      <p:cBhvr>
                                        <p:cTn id="15" dur="500"/>
                                        <p:tgtEl>
                                          <p:spTgt spid="35"/>
                                        </p:tgtEl>
                                      </p:cBhvr>
                                    </p:animEffect>
                                  </p:childTnLst>
                                </p:cTn>
                              </p:par>
                              <p:par>
                                <p:cTn id="16" presetID="42" presetClass="entr" presetSubtype="0" fill="hold"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anim calcmode="lin" valueType="num">
                                      <p:cBhvr>
                                        <p:cTn id="19" dur="500" fill="hold"/>
                                        <p:tgtEl>
                                          <p:spTgt spid="17"/>
                                        </p:tgtEl>
                                        <p:attrNameLst>
                                          <p:attrName>ppt_x</p:attrName>
                                        </p:attrNameLst>
                                      </p:cBhvr>
                                      <p:tavLst>
                                        <p:tav tm="0">
                                          <p:val>
                                            <p:strVal val="#ppt_x"/>
                                          </p:val>
                                        </p:tav>
                                        <p:tav tm="100000">
                                          <p:val>
                                            <p:strVal val="#ppt_x"/>
                                          </p:val>
                                        </p:tav>
                                      </p:tavLst>
                                    </p:anim>
                                    <p:anim calcmode="lin" valueType="num">
                                      <p:cBhvr>
                                        <p:cTn id="20" dur="500" fill="hold"/>
                                        <p:tgtEl>
                                          <p:spTgt spid="17"/>
                                        </p:tgtEl>
                                        <p:attrNameLst>
                                          <p:attrName>ppt_y</p:attrName>
                                        </p:attrNameLst>
                                      </p:cBhvr>
                                      <p:tavLst>
                                        <p:tav tm="0">
                                          <p:val>
                                            <p:strVal val="#ppt_y+.1"/>
                                          </p:val>
                                        </p:tav>
                                        <p:tav tm="100000">
                                          <p:val>
                                            <p:strVal val="#ppt_y"/>
                                          </p:val>
                                        </p:tav>
                                      </p:tavLst>
                                    </p:anim>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childTnLst>
                          </p:cTn>
                        </p:par>
                        <p:par>
                          <p:cTn id="25" fill="hold">
                            <p:stCondLst>
                              <p:cond delay="2000"/>
                            </p:stCondLst>
                            <p:childTnLst>
                              <p:par>
                                <p:cTn id="26" presetID="45" presetClass="entr" presetSubtype="0" fill="hold" grpId="0" nodeType="afterEffect">
                                  <p:stCondLst>
                                    <p:cond delay="0"/>
                                  </p:stCondLst>
                                  <p:iterate type="lt">
                                    <p:tmPct val="10000"/>
                                  </p:iterate>
                                  <p:childTnLst>
                                    <p:set>
                                      <p:cBhvr>
                                        <p:cTn id="27" dur="1" fill="hold">
                                          <p:stCondLst>
                                            <p:cond delay="0"/>
                                          </p:stCondLst>
                                        </p:cTn>
                                        <p:tgtEl>
                                          <p:spTgt spid="27"/>
                                        </p:tgtEl>
                                        <p:attrNameLst>
                                          <p:attrName>style.visibility</p:attrName>
                                        </p:attrNameLst>
                                      </p:cBhvr>
                                      <p:to>
                                        <p:strVal val="visible"/>
                                      </p:to>
                                    </p:set>
                                    <p:animEffect transition="in" filter="fade">
                                      <p:cBhvr>
                                        <p:cTn id="28" dur="1000"/>
                                        <p:tgtEl>
                                          <p:spTgt spid="27"/>
                                        </p:tgtEl>
                                      </p:cBhvr>
                                    </p:animEffect>
                                    <p:anim calcmode="lin" valueType="num">
                                      <p:cBhvr>
                                        <p:cTn id="29" dur="1000" fill="hold"/>
                                        <p:tgtEl>
                                          <p:spTgt spid="27"/>
                                        </p:tgtEl>
                                        <p:attrNameLst>
                                          <p:attrName>ppt_w</p:attrName>
                                        </p:attrNameLst>
                                      </p:cBhvr>
                                      <p:tavLst>
                                        <p:tav tm="0" fmla="#ppt_w*sin(2.5*pi*$)">
                                          <p:val>
                                            <p:fltVal val="0"/>
                                          </p:val>
                                        </p:tav>
                                        <p:tav tm="100000">
                                          <p:val>
                                            <p:fltVal val="1"/>
                                          </p:val>
                                        </p:tav>
                                      </p:tavLst>
                                    </p:anim>
                                    <p:anim calcmode="lin" valueType="num">
                                      <p:cBhvr>
                                        <p:cTn id="30" dur="1000" fill="hold"/>
                                        <p:tgtEl>
                                          <p:spTgt spid="27"/>
                                        </p:tgtEl>
                                        <p:attrNameLst>
                                          <p:attrName>ppt_h</p:attrName>
                                        </p:attrNameLst>
                                      </p:cBhvr>
                                      <p:tavLst>
                                        <p:tav tm="0">
                                          <p:val>
                                            <p:strVal val="#ppt_h"/>
                                          </p:val>
                                        </p:tav>
                                        <p:tav tm="100000">
                                          <p:val>
                                            <p:strVal val="#ppt_h"/>
                                          </p:val>
                                        </p:tav>
                                      </p:tavLst>
                                    </p:anim>
                                  </p:childTnLst>
                                </p:cTn>
                              </p:par>
                            </p:childTnLst>
                          </p:cTn>
                        </p:par>
                        <p:par>
                          <p:cTn id="31" fill="hold">
                            <p:stCondLst>
                              <p:cond delay="3000"/>
                            </p:stCondLst>
                            <p:childTnLst>
                              <p:par>
                                <p:cTn id="32" presetID="53" presetClass="entr" presetSubtype="0" fill="hold" grpId="0" nodeType="afterEffect">
                                  <p:stCondLst>
                                    <p:cond delay="0"/>
                                  </p:stCondLst>
                                  <p:childTnLst>
                                    <p:set>
                                      <p:cBhvr>
                                        <p:cTn id="33" dur="1" fill="hold">
                                          <p:stCondLst>
                                            <p:cond delay="0"/>
                                          </p:stCondLst>
                                        </p:cTn>
                                        <p:tgtEl>
                                          <p:spTgt spid="36"/>
                                        </p:tgtEl>
                                        <p:attrNameLst>
                                          <p:attrName>style.visibility</p:attrName>
                                        </p:attrNameLst>
                                      </p:cBhvr>
                                      <p:to>
                                        <p:strVal val="visible"/>
                                      </p:to>
                                    </p:set>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fltVal val="0"/>
                                          </p:val>
                                        </p:tav>
                                        <p:tav tm="100000">
                                          <p:val>
                                            <p:strVal val="#ppt_h"/>
                                          </p:val>
                                        </p:tav>
                                      </p:tavLst>
                                    </p:anim>
                                    <p:animEffect transition="in" filter="fade">
                                      <p:cBhvr>
                                        <p:cTn id="36" dur="500"/>
                                        <p:tgtEl>
                                          <p:spTgt spid="36"/>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anim calcmode="lin" valueType="num">
                                      <p:cBhvr>
                                        <p:cTn id="40" dur="500" fill="hold"/>
                                        <p:tgtEl>
                                          <p:spTgt spid="20"/>
                                        </p:tgtEl>
                                        <p:attrNameLst>
                                          <p:attrName>ppt_x</p:attrName>
                                        </p:attrNameLst>
                                      </p:cBhvr>
                                      <p:tavLst>
                                        <p:tav tm="0">
                                          <p:val>
                                            <p:strVal val="#ppt_x"/>
                                          </p:val>
                                        </p:tav>
                                        <p:tav tm="100000">
                                          <p:val>
                                            <p:strVal val="#ppt_x"/>
                                          </p:val>
                                        </p:tav>
                                      </p:tavLst>
                                    </p:anim>
                                    <p:anim calcmode="lin" valueType="num">
                                      <p:cBhvr>
                                        <p:cTn id="41" dur="500" fill="hold"/>
                                        <p:tgtEl>
                                          <p:spTgt spid="20"/>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par>
                          <p:cTn id="46" fill="hold">
                            <p:stCondLst>
                              <p:cond delay="4000"/>
                            </p:stCondLst>
                            <p:childTnLst>
                              <p:par>
                                <p:cTn id="47" presetID="45" presetClass="entr" presetSubtype="0" fill="hold" grpId="0" nodeType="afterEffect">
                                  <p:stCondLst>
                                    <p:cond delay="0"/>
                                  </p:stCondLst>
                                  <p:iterate type="lt">
                                    <p:tmPct val="10000"/>
                                  </p:iterate>
                                  <p:childTnLst>
                                    <p:set>
                                      <p:cBhvr>
                                        <p:cTn id="48" dur="1" fill="hold">
                                          <p:stCondLst>
                                            <p:cond delay="0"/>
                                          </p:stCondLst>
                                        </p:cTn>
                                        <p:tgtEl>
                                          <p:spTgt spid="30"/>
                                        </p:tgtEl>
                                        <p:attrNameLst>
                                          <p:attrName>style.visibility</p:attrName>
                                        </p:attrNameLst>
                                      </p:cBhvr>
                                      <p:to>
                                        <p:strVal val="visible"/>
                                      </p:to>
                                    </p:set>
                                    <p:animEffect transition="in" filter="fade">
                                      <p:cBhvr>
                                        <p:cTn id="49" dur="1000"/>
                                        <p:tgtEl>
                                          <p:spTgt spid="30"/>
                                        </p:tgtEl>
                                      </p:cBhvr>
                                    </p:animEffect>
                                    <p:anim calcmode="lin" valueType="num">
                                      <p:cBhvr>
                                        <p:cTn id="50" dur="1000" fill="hold"/>
                                        <p:tgtEl>
                                          <p:spTgt spid="30"/>
                                        </p:tgtEl>
                                        <p:attrNameLst>
                                          <p:attrName>ppt_w</p:attrName>
                                        </p:attrNameLst>
                                      </p:cBhvr>
                                      <p:tavLst>
                                        <p:tav tm="0" fmla="#ppt_w*sin(2.5*pi*$)">
                                          <p:val>
                                            <p:fltVal val="0"/>
                                          </p:val>
                                        </p:tav>
                                        <p:tav tm="100000">
                                          <p:val>
                                            <p:fltVal val="1"/>
                                          </p:val>
                                        </p:tav>
                                      </p:tavLst>
                                    </p:anim>
                                    <p:anim calcmode="lin" valueType="num">
                                      <p:cBhvr>
                                        <p:cTn id="51" dur="1000" fill="hold"/>
                                        <p:tgtEl>
                                          <p:spTgt spid="30"/>
                                        </p:tgtEl>
                                        <p:attrNameLst>
                                          <p:attrName>ppt_h</p:attrName>
                                        </p:attrNameLst>
                                      </p:cBhvr>
                                      <p:tavLst>
                                        <p:tav tm="0">
                                          <p:val>
                                            <p:strVal val="#ppt_h"/>
                                          </p:val>
                                        </p:tav>
                                        <p:tav tm="100000">
                                          <p:val>
                                            <p:strVal val="#ppt_h"/>
                                          </p:val>
                                        </p:tav>
                                      </p:tavLst>
                                    </p:anim>
                                  </p:childTnLst>
                                </p:cTn>
                              </p:par>
                            </p:childTnLst>
                          </p:cTn>
                        </p:par>
                        <p:par>
                          <p:cTn id="52" fill="hold">
                            <p:stCondLst>
                              <p:cond delay="5000"/>
                            </p:stCondLst>
                            <p:childTnLst>
                              <p:par>
                                <p:cTn id="53" presetID="53" presetClass="entr" presetSubtype="0" fill="hold" grpId="0" nodeType="after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p:cTn id="55" dur="500" fill="hold"/>
                                        <p:tgtEl>
                                          <p:spTgt spid="38"/>
                                        </p:tgtEl>
                                        <p:attrNameLst>
                                          <p:attrName>ppt_w</p:attrName>
                                        </p:attrNameLst>
                                      </p:cBhvr>
                                      <p:tavLst>
                                        <p:tav tm="0">
                                          <p:val>
                                            <p:fltVal val="0"/>
                                          </p:val>
                                        </p:tav>
                                        <p:tav tm="100000">
                                          <p:val>
                                            <p:strVal val="#ppt_w"/>
                                          </p:val>
                                        </p:tav>
                                      </p:tavLst>
                                    </p:anim>
                                    <p:anim calcmode="lin" valueType="num">
                                      <p:cBhvr>
                                        <p:cTn id="56" dur="500" fill="hold"/>
                                        <p:tgtEl>
                                          <p:spTgt spid="38"/>
                                        </p:tgtEl>
                                        <p:attrNameLst>
                                          <p:attrName>ppt_h</p:attrName>
                                        </p:attrNameLst>
                                      </p:cBhvr>
                                      <p:tavLst>
                                        <p:tav tm="0">
                                          <p:val>
                                            <p:fltVal val="0"/>
                                          </p:val>
                                        </p:tav>
                                        <p:tav tm="100000">
                                          <p:val>
                                            <p:strVal val="#ppt_h"/>
                                          </p:val>
                                        </p:tav>
                                      </p:tavLst>
                                    </p:anim>
                                    <p:animEffect transition="in" filter="fade">
                                      <p:cBhvr>
                                        <p:cTn id="57" dur="500"/>
                                        <p:tgtEl>
                                          <p:spTgt spid="38"/>
                                        </p:tgtEl>
                                      </p:cBhvr>
                                    </p:animEffect>
                                  </p:childTnLst>
                                </p:cTn>
                              </p:par>
                              <p:par>
                                <p:cTn id="58" presetID="42" presetClass="entr" presetSubtype="0" fill="hold" grpId="0" nodeType="withEffect">
                                  <p:stCondLst>
                                    <p:cond delay="0"/>
                                  </p:stCondLst>
                                  <p:childTnLst>
                                    <p:set>
                                      <p:cBhvr>
                                        <p:cTn id="59" dur="1" fill="hold">
                                          <p:stCondLst>
                                            <p:cond delay="0"/>
                                          </p:stCondLst>
                                        </p:cTn>
                                        <p:tgtEl>
                                          <p:spTgt spid="28"/>
                                        </p:tgtEl>
                                        <p:attrNameLst>
                                          <p:attrName>style.visibility</p:attrName>
                                        </p:attrNameLst>
                                      </p:cBhvr>
                                      <p:to>
                                        <p:strVal val="visible"/>
                                      </p:to>
                                    </p:set>
                                    <p:animEffect transition="in" filter="fade">
                                      <p:cBhvr>
                                        <p:cTn id="60" dur="500"/>
                                        <p:tgtEl>
                                          <p:spTgt spid="28"/>
                                        </p:tgtEl>
                                      </p:cBhvr>
                                    </p:animEffect>
                                    <p:anim calcmode="lin" valueType="num">
                                      <p:cBhvr>
                                        <p:cTn id="61" dur="500" fill="hold"/>
                                        <p:tgtEl>
                                          <p:spTgt spid="28"/>
                                        </p:tgtEl>
                                        <p:attrNameLst>
                                          <p:attrName>ppt_x</p:attrName>
                                        </p:attrNameLst>
                                      </p:cBhvr>
                                      <p:tavLst>
                                        <p:tav tm="0">
                                          <p:val>
                                            <p:strVal val="#ppt_x"/>
                                          </p:val>
                                        </p:tav>
                                        <p:tav tm="100000">
                                          <p:val>
                                            <p:strVal val="#ppt_x"/>
                                          </p:val>
                                        </p:tav>
                                      </p:tavLst>
                                    </p:anim>
                                    <p:anim calcmode="lin" valueType="num">
                                      <p:cBhvr>
                                        <p:cTn id="62" dur="500" fill="hold"/>
                                        <p:tgtEl>
                                          <p:spTgt spid="28"/>
                                        </p:tgtEl>
                                        <p:attrNameLst>
                                          <p:attrName>ppt_y</p:attrName>
                                        </p:attrNameLst>
                                      </p:cBhvr>
                                      <p:tavLst>
                                        <p:tav tm="0">
                                          <p:val>
                                            <p:strVal val="#ppt_y+.1"/>
                                          </p:val>
                                        </p:tav>
                                        <p:tav tm="100000">
                                          <p:val>
                                            <p:strVal val="#ppt_y"/>
                                          </p:val>
                                        </p:tav>
                                      </p:tavLst>
                                    </p:anim>
                                  </p:childTnLst>
                                </p:cTn>
                              </p:par>
                            </p:childTnLst>
                          </p:cTn>
                        </p:par>
                        <p:par>
                          <p:cTn id="63" fill="hold">
                            <p:stCondLst>
                              <p:cond delay="5500"/>
                            </p:stCondLst>
                            <p:childTnLst>
                              <p:par>
                                <p:cTn id="64" presetID="10" presetClass="entr" presetSubtype="0" fill="hold" grpId="0" nodeType="after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fade">
                                      <p:cBhvr>
                                        <p:cTn id="66" dur="500"/>
                                        <p:tgtEl>
                                          <p:spTgt spid="29"/>
                                        </p:tgtEl>
                                      </p:cBhvr>
                                    </p:animEffect>
                                  </p:childTnLst>
                                </p:cTn>
                              </p:par>
                            </p:childTnLst>
                          </p:cTn>
                        </p:par>
                        <p:par>
                          <p:cTn id="67" fill="hold">
                            <p:stCondLst>
                              <p:cond delay="6000"/>
                            </p:stCondLst>
                            <p:childTnLst>
                              <p:par>
                                <p:cTn id="68" presetID="45" presetClass="entr" presetSubtype="0" fill="hold" grpId="0" nodeType="afterEffect">
                                  <p:stCondLst>
                                    <p:cond delay="0"/>
                                  </p:stCondLst>
                                  <p:iterate type="lt">
                                    <p:tmPct val="10000"/>
                                  </p:iterate>
                                  <p:childTnLst>
                                    <p:set>
                                      <p:cBhvr>
                                        <p:cTn id="69" dur="1" fill="hold">
                                          <p:stCondLst>
                                            <p:cond delay="0"/>
                                          </p:stCondLst>
                                        </p:cTn>
                                        <p:tgtEl>
                                          <p:spTgt spid="34"/>
                                        </p:tgtEl>
                                        <p:attrNameLst>
                                          <p:attrName>style.visibility</p:attrName>
                                        </p:attrNameLst>
                                      </p:cBhvr>
                                      <p:to>
                                        <p:strVal val="visible"/>
                                      </p:to>
                                    </p:set>
                                    <p:animEffect transition="in" filter="fade">
                                      <p:cBhvr>
                                        <p:cTn id="70" dur="1000"/>
                                        <p:tgtEl>
                                          <p:spTgt spid="34"/>
                                        </p:tgtEl>
                                      </p:cBhvr>
                                    </p:animEffect>
                                    <p:anim calcmode="lin" valueType="num">
                                      <p:cBhvr>
                                        <p:cTn id="71" dur="1000" fill="hold"/>
                                        <p:tgtEl>
                                          <p:spTgt spid="34"/>
                                        </p:tgtEl>
                                        <p:attrNameLst>
                                          <p:attrName>ppt_w</p:attrName>
                                        </p:attrNameLst>
                                      </p:cBhvr>
                                      <p:tavLst>
                                        <p:tav tm="0" fmla="#ppt_w*sin(2.5*pi*$)">
                                          <p:val>
                                            <p:fltVal val="0"/>
                                          </p:val>
                                        </p:tav>
                                        <p:tav tm="100000">
                                          <p:val>
                                            <p:fltVal val="1"/>
                                          </p:val>
                                        </p:tav>
                                      </p:tavLst>
                                    </p:anim>
                                    <p:anim calcmode="lin" valueType="num">
                                      <p:cBhvr>
                                        <p:cTn id="72" dur="1000" fill="hold"/>
                                        <p:tgtEl>
                                          <p:spTgt spid="34"/>
                                        </p:tgtEl>
                                        <p:attrNameLst>
                                          <p:attrName>ppt_h</p:attrName>
                                        </p:attrNameLst>
                                      </p:cBhvr>
                                      <p:tavLst>
                                        <p:tav tm="0">
                                          <p:val>
                                            <p:strVal val="#ppt_h"/>
                                          </p:val>
                                        </p:tav>
                                        <p:tav tm="100000">
                                          <p:val>
                                            <p:strVal val="#ppt_h"/>
                                          </p:val>
                                        </p:tav>
                                      </p:tavLst>
                                    </p:anim>
                                  </p:childTnLst>
                                </p:cTn>
                              </p:par>
                            </p:childTnLst>
                          </p:cTn>
                        </p:par>
                        <p:par>
                          <p:cTn id="73" fill="hold">
                            <p:stCondLst>
                              <p:cond delay="7000"/>
                            </p:stCondLst>
                            <p:childTnLst>
                              <p:par>
                                <p:cTn id="74" presetID="53" presetClass="entr" presetSubtype="0" fill="hold" grpId="0" nodeType="afterEffect">
                                  <p:stCondLst>
                                    <p:cond delay="0"/>
                                  </p:stCondLst>
                                  <p:childTnLst>
                                    <p:set>
                                      <p:cBhvr>
                                        <p:cTn id="75" dur="1" fill="hold">
                                          <p:stCondLst>
                                            <p:cond delay="0"/>
                                          </p:stCondLst>
                                        </p:cTn>
                                        <p:tgtEl>
                                          <p:spTgt spid="39"/>
                                        </p:tgtEl>
                                        <p:attrNameLst>
                                          <p:attrName>style.visibility</p:attrName>
                                        </p:attrNameLst>
                                      </p:cBhvr>
                                      <p:to>
                                        <p:strVal val="visible"/>
                                      </p:to>
                                    </p:set>
                                    <p:anim calcmode="lin" valueType="num">
                                      <p:cBhvr>
                                        <p:cTn id="76" dur="500" fill="hold"/>
                                        <p:tgtEl>
                                          <p:spTgt spid="39"/>
                                        </p:tgtEl>
                                        <p:attrNameLst>
                                          <p:attrName>ppt_w</p:attrName>
                                        </p:attrNameLst>
                                      </p:cBhvr>
                                      <p:tavLst>
                                        <p:tav tm="0">
                                          <p:val>
                                            <p:fltVal val="0"/>
                                          </p:val>
                                        </p:tav>
                                        <p:tav tm="100000">
                                          <p:val>
                                            <p:strVal val="#ppt_w"/>
                                          </p:val>
                                        </p:tav>
                                      </p:tavLst>
                                    </p:anim>
                                    <p:anim calcmode="lin" valueType="num">
                                      <p:cBhvr>
                                        <p:cTn id="77" dur="500" fill="hold"/>
                                        <p:tgtEl>
                                          <p:spTgt spid="39"/>
                                        </p:tgtEl>
                                        <p:attrNameLst>
                                          <p:attrName>ppt_h</p:attrName>
                                        </p:attrNameLst>
                                      </p:cBhvr>
                                      <p:tavLst>
                                        <p:tav tm="0">
                                          <p:val>
                                            <p:fltVal val="0"/>
                                          </p:val>
                                        </p:tav>
                                        <p:tav tm="100000">
                                          <p:val>
                                            <p:strVal val="#ppt_h"/>
                                          </p:val>
                                        </p:tav>
                                      </p:tavLst>
                                    </p:anim>
                                    <p:animEffect transition="in" filter="fade">
                                      <p:cBhvr>
                                        <p:cTn id="78" dur="500"/>
                                        <p:tgtEl>
                                          <p:spTgt spid="39"/>
                                        </p:tgtEl>
                                      </p:cBhvr>
                                    </p:animEffect>
                                  </p:childTnLst>
                                </p:cTn>
                              </p:par>
                              <p:par>
                                <p:cTn id="79" presetID="42" presetClass="entr" presetSubtype="0" fill="hold" grpId="0" nodeType="with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fade">
                                      <p:cBhvr>
                                        <p:cTn id="81" dur="500"/>
                                        <p:tgtEl>
                                          <p:spTgt spid="31"/>
                                        </p:tgtEl>
                                      </p:cBhvr>
                                    </p:animEffect>
                                    <p:anim calcmode="lin" valueType="num">
                                      <p:cBhvr>
                                        <p:cTn id="82" dur="500" fill="hold"/>
                                        <p:tgtEl>
                                          <p:spTgt spid="31"/>
                                        </p:tgtEl>
                                        <p:attrNameLst>
                                          <p:attrName>ppt_x</p:attrName>
                                        </p:attrNameLst>
                                      </p:cBhvr>
                                      <p:tavLst>
                                        <p:tav tm="0">
                                          <p:val>
                                            <p:strVal val="#ppt_x"/>
                                          </p:val>
                                        </p:tav>
                                        <p:tav tm="100000">
                                          <p:val>
                                            <p:strVal val="#ppt_x"/>
                                          </p:val>
                                        </p:tav>
                                      </p:tavLst>
                                    </p:anim>
                                    <p:anim calcmode="lin" valueType="num">
                                      <p:cBhvr>
                                        <p:cTn id="83" dur="500" fill="hold"/>
                                        <p:tgtEl>
                                          <p:spTgt spid="31"/>
                                        </p:tgtEl>
                                        <p:attrNameLst>
                                          <p:attrName>ppt_y</p:attrName>
                                        </p:attrNameLst>
                                      </p:cBhvr>
                                      <p:tavLst>
                                        <p:tav tm="0">
                                          <p:val>
                                            <p:strVal val="#ppt_y+.1"/>
                                          </p:val>
                                        </p:tav>
                                        <p:tav tm="100000">
                                          <p:val>
                                            <p:strVal val="#ppt_y"/>
                                          </p:val>
                                        </p:tav>
                                      </p:tavLst>
                                    </p:anim>
                                  </p:childTnLst>
                                </p:cTn>
                              </p:par>
                            </p:childTnLst>
                          </p:cTn>
                        </p:par>
                        <p:par>
                          <p:cTn id="84" fill="hold">
                            <p:stCondLst>
                              <p:cond delay="7500"/>
                            </p:stCondLst>
                            <p:childTnLst>
                              <p:par>
                                <p:cTn id="85" presetID="10" presetClass="entr" presetSubtype="0" fill="hold" grpId="0" nodeType="afterEffect">
                                  <p:stCondLst>
                                    <p:cond delay="0"/>
                                  </p:stCondLst>
                                  <p:childTnLst>
                                    <p:set>
                                      <p:cBhvr>
                                        <p:cTn id="86" dur="1" fill="hold">
                                          <p:stCondLst>
                                            <p:cond delay="0"/>
                                          </p:stCondLst>
                                        </p:cTn>
                                        <p:tgtEl>
                                          <p:spTgt spid="32"/>
                                        </p:tgtEl>
                                        <p:attrNameLst>
                                          <p:attrName>style.visibility</p:attrName>
                                        </p:attrNameLst>
                                      </p:cBhvr>
                                      <p:to>
                                        <p:strVal val="visible"/>
                                      </p:to>
                                    </p:set>
                                    <p:animEffect transition="in" filter="fade">
                                      <p:cBhvr>
                                        <p:cTn id="8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p:bldP spid="26" grpId="0"/>
      <p:bldP spid="27" grpId="0" animBg="1"/>
      <p:bldP spid="28" grpId="0"/>
      <p:bldP spid="29" grpId="0"/>
      <p:bldP spid="30" grpId="0" animBg="1"/>
      <p:bldP spid="31" grpId="0"/>
      <p:bldP spid="32" grpId="0"/>
      <p:bldP spid="34" grpId="0" animBg="1"/>
      <p:bldP spid="35" grpId="0" animBg="1"/>
      <p:bldP spid="36" grpId="0" animBg="1"/>
      <p:bldP spid="38" grpId="0" animBg="1"/>
      <p:bldP spid="3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25</a:t>
            </a:fld>
            <a:endParaRPr lang="en-US" dirty="0"/>
          </a:p>
        </p:txBody>
      </p:sp>
      <p:sp>
        <p:nvSpPr>
          <p:cNvPr id="33" name="Text Placeholder 32"/>
          <p:cNvSpPr>
            <a:spLocks noGrp="1"/>
          </p:cNvSpPr>
          <p:nvPr>
            <p:ph type="body" sz="half" idx="16"/>
          </p:nvPr>
        </p:nvSpPr>
        <p:spPr/>
        <p:txBody>
          <a:bodyPr/>
          <a:lstStyle/>
          <a:p>
            <a:r>
              <a:rPr lang="en-US"/>
              <a:t>Rachel Dark</a:t>
            </a:r>
            <a:br>
              <a:rPr lang="en-US"/>
            </a:br>
            <a:r>
              <a:rPr lang="en-US"/>
              <a:t>CONSULTANT</a:t>
            </a:r>
            <a:endParaRPr lang="en-US" dirty="0"/>
          </a:p>
        </p:txBody>
      </p:sp>
      <p:pic>
        <p:nvPicPr>
          <p:cNvPr id="20" name="Picture Placeholder 19" descr="imageHolder.jpg"/>
          <p:cNvPicPr>
            <a:picLocks noGrp="1" noChangeAspect="1"/>
          </p:cNvPicPr>
          <p:nvPr>
            <p:ph type="pic" sz="quarter" idx="10"/>
          </p:nvPr>
        </p:nvPicPr>
        <p:blipFill>
          <a:blip r:embed="rId3" cstate="print"/>
          <a:srcRect l="21911" r="21911"/>
          <a:stretch>
            <a:fillRect/>
          </a:stretch>
        </p:blipFill>
        <p:spPr/>
      </p:pic>
      <p:sp>
        <p:nvSpPr>
          <p:cNvPr id="59" name="Text Placeholder 58"/>
          <p:cNvSpPr>
            <a:spLocks noGrp="1"/>
          </p:cNvSpPr>
          <p:nvPr>
            <p:ph type="body" sz="half" idx="17"/>
          </p:nvPr>
        </p:nvSpPr>
        <p:spPr/>
        <p:txBody>
          <a:bodyPr/>
          <a:lstStyle/>
          <a:p>
            <a:r>
              <a:rPr lang="en-US"/>
              <a:t>Rachel Dark</a:t>
            </a:r>
            <a:br>
              <a:rPr lang="en-US"/>
            </a:br>
            <a:r>
              <a:rPr lang="en-US"/>
              <a:t>CONSULTANT</a:t>
            </a:r>
            <a:endParaRPr lang="en-US" dirty="0"/>
          </a:p>
        </p:txBody>
      </p:sp>
      <p:pic>
        <p:nvPicPr>
          <p:cNvPr id="21" name="Picture Placeholder 20" descr="imageHolder.jpg"/>
          <p:cNvPicPr>
            <a:picLocks noGrp="1" noChangeAspect="1"/>
          </p:cNvPicPr>
          <p:nvPr>
            <p:ph type="pic" sz="quarter" idx="18"/>
          </p:nvPr>
        </p:nvPicPr>
        <p:blipFill>
          <a:blip r:embed="rId4" cstate="print"/>
          <a:srcRect l="21851" r="21851"/>
          <a:stretch>
            <a:fillRect/>
          </a:stretch>
        </p:blipFill>
        <p:spPr/>
      </p:pic>
      <p:sp>
        <p:nvSpPr>
          <p:cNvPr id="64" name="Text Placeholder 63"/>
          <p:cNvSpPr>
            <a:spLocks noGrp="1"/>
          </p:cNvSpPr>
          <p:nvPr>
            <p:ph type="body" sz="half" idx="20"/>
          </p:nvPr>
        </p:nvSpPr>
        <p:spPr/>
        <p:txBody>
          <a:bodyPr/>
          <a:lstStyle/>
          <a:p>
            <a:r>
              <a:rPr lang="en-US"/>
              <a:t>Adam Dark</a:t>
            </a:r>
            <a:br>
              <a:rPr lang="en-US"/>
            </a:br>
            <a:r>
              <a:rPr lang="en-US"/>
              <a:t>STRAGEGIES</a:t>
            </a:r>
            <a:endParaRPr lang="en-US" dirty="0"/>
          </a:p>
        </p:txBody>
      </p:sp>
      <p:pic>
        <p:nvPicPr>
          <p:cNvPr id="22" name="Picture Placeholder 21" descr="imageHolder.jpg"/>
          <p:cNvPicPr>
            <a:picLocks noGrp="1" noChangeAspect="1"/>
          </p:cNvPicPr>
          <p:nvPr>
            <p:ph type="pic" sz="quarter" idx="21"/>
          </p:nvPr>
        </p:nvPicPr>
        <p:blipFill>
          <a:blip r:embed="rId3" cstate="print"/>
          <a:srcRect l="21911" r="21911"/>
          <a:stretch>
            <a:fillRect/>
          </a:stretch>
        </p:blipFill>
        <p:spPr/>
      </p:pic>
      <p:sp>
        <p:nvSpPr>
          <p:cNvPr id="37" name="Text Placeholder 36"/>
          <p:cNvSpPr>
            <a:spLocks noGrp="1"/>
          </p:cNvSpPr>
          <p:nvPr>
            <p:ph type="body" sz="half" idx="23"/>
          </p:nvPr>
        </p:nvSpPr>
        <p:spPr/>
        <p:txBody>
          <a:bodyPr/>
          <a:lstStyle/>
          <a:p>
            <a:r>
              <a:rPr lang="en-US"/>
              <a:t>Raual Dark</a:t>
            </a:r>
            <a:br>
              <a:rPr lang="en-US"/>
            </a:br>
            <a:r>
              <a:rPr lang="en-US"/>
              <a:t>ANALYTICS</a:t>
            </a:r>
            <a:endParaRPr lang="en-US" dirty="0"/>
          </a:p>
        </p:txBody>
      </p:sp>
      <p:pic>
        <p:nvPicPr>
          <p:cNvPr id="23" name="Picture Placeholder 22" descr="imageHolder.jpg"/>
          <p:cNvPicPr>
            <a:picLocks noGrp="1" noChangeAspect="1"/>
          </p:cNvPicPr>
          <p:nvPr>
            <p:ph type="pic" sz="quarter" idx="24"/>
          </p:nvPr>
        </p:nvPicPr>
        <p:blipFill>
          <a:blip r:embed="rId4" cstate="print"/>
          <a:srcRect l="21851" r="21851"/>
          <a:stretch>
            <a:fillRect/>
          </a:stretch>
        </p:blipFill>
        <p:spPr/>
      </p:pic>
      <p:sp>
        <p:nvSpPr>
          <p:cNvPr id="69" name="Text Placeholder 68"/>
          <p:cNvSpPr>
            <a:spLocks noGrp="1"/>
          </p:cNvSpPr>
          <p:nvPr>
            <p:ph type="body" sz="half" idx="25"/>
          </p:nvPr>
        </p:nvSpPr>
        <p:spPr/>
        <p:txBody>
          <a:bodyPr/>
          <a:lstStyle/>
          <a:p>
            <a:r>
              <a:rPr lang="en-US"/>
              <a:t>Anna Dark</a:t>
            </a:r>
            <a:br>
              <a:rPr lang="en-US"/>
            </a:br>
            <a:r>
              <a:rPr lang="en-US"/>
              <a:t>COMPARISON</a:t>
            </a:r>
            <a:endParaRPr lang="en-US" dirty="0"/>
          </a:p>
        </p:txBody>
      </p:sp>
      <p:pic>
        <p:nvPicPr>
          <p:cNvPr id="25" name="Picture Placeholder 24" descr="imageHolder.jpg"/>
          <p:cNvPicPr>
            <a:picLocks noGrp="1" noChangeAspect="1"/>
          </p:cNvPicPr>
          <p:nvPr>
            <p:ph type="pic" sz="quarter" idx="26"/>
          </p:nvPr>
        </p:nvPicPr>
        <p:blipFill>
          <a:blip r:embed="rId3" cstate="print"/>
          <a:srcRect l="21911" r="21911"/>
          <a:stretch>
            <a:fillRect/>
          </a:stretch>
        </p:blipFill>
        <p:spPr/>
      </p:pic>
    </p:spTree>
  </p:cSld>
  <p:clrMapOvr>
    <a:masterClrMapping/>
  </p:clrMapOvr>
  <p:transition spd="med" advClick="0" advTm="5000">
    <p:push dir="u"/>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sp>
        <p:nvSpPr>
          <p:cNvPr id="52" name="Slide Number Placeholder 51"/>
          <p:cNvSpPr>
            <a:spLocks noGrp="1"/>
          </p:cNvSpPr>
          <p:nvPr>
            <p:ph type="sldNum" sz="quarter" idx="12"/>
          </p:nvPr>
        </p:nvSpPr>
        <p:spPr/>
        <p:txBody>
          <a:bodyPr/>
          <a:lstStyle/>
          <a:p>
            <a:fld id="{C136B7D2-B98C-44FD-8D04-7EC62A564975}" type="slidenum">
              <a:rPr lang="en-US" smtClean="0"/>
              <a:pPr/>
              <a:t>26</a:t>
            </a:fld>
            <a:endParaRPr lang="en-US" dirty="0"/>
          </a:p>
        </p:txBody>
      </p:sp>
      <p:pic>
        <p:nvPicPr>
          <p:cNvPr id="32" name="Picture Placeholder 31" descr="imageHolder.jpg"/>
          <p:cNvPicPr>
            <a:picLocks noGrp="1" noChangeAspect="1"/>
          </p:cNvPicPr>
          <p:nvPr>
            <p:ph type="pic" sz="quarter" idx="15"/>
          </p:nvPr>
        </p:nvPicPr>
        <p:blipFill>
          <a:blip r:embed="rId3" cstate="print"/>
          <a:srcRect l="11387" r="11387"/>
          <a:stretch>
            <a:fillRect/>
          </a:stretch>
        </p:blipFill>
        <p:spPr/>
      </p:pic>
      <p:sp>
        <p:nvSpPr>
          <p:cNvPr id="27" name="Text Placeholder 26"/>
          <p:cNvSpPr>
            <a:spLocks noGrp="1"/>
          </p:cNvSpPr>
          <p:nvPr>
            <p:ph type="body" sz="half" idx="16"/>
          </p:nvPr>
        </p:nvSpPr>
        <p:spPr/>
        <p:txBody>
          <a:bodyPr/>
          <a:lstStyle/>
          <a:p>
            <a:r>
              <a:rPr lang="en-US"/>
              <a:t>Rachel Dark</a:t>
            </a:r>
            <a:br>
              <a:rPr lang="en-US"/>
            </a:br>
            <a:r>
              <a:rPr lang="en-US"/>
              <a:t>CONSULTANT</a:t>
            </a:r>
            <a:endParaRPr lang="en-US" dirty="0"/>
          </a:p>
        </p:txBody>
      </p:sp>
      <p:pic>
        <p:nvPicPr>
          <p:cNvPr id="33" name="Picture Placeholder 32" descr="imageHolder.jpg"/>
          <p:cNvPicPr>
            <a:picLocks noGrp="1" noChangeAspect="1"/>
          </p:cNvPicPr>
          <p:nvPr>
            <p:ph type="pic" sz="quarter" idx="17"/>
          </p:nvPr>
        </p:nvPicPr>
        <p:blipFill>
          <a:blip r:embed="rId4" cstate="print"/>
          <a:srcRect l="11220" r="11220"/>
          <a:stretch>
            <a:fillRect/>
          </a:stretch>
        </p:blipFill>
        <p:spPr/>
      </p:pic>
      <p:sp>
        <p:nvSpPr>
          <p:cNvPr id="29" name="Text Placeholder 28"/>
          <p:cNvSpPr>
            <a:spLocks noGrp="1"/>
          </p:cNvSpPr>
          <p:nvPr>
            <p:ph type="body" sz="half" idx="18"/>
          </p:nvPr>
        </p:nvSpPr>
        <p:spPr/>
        <p:txBody>
          <a:bodyPr/>
          <a:lstStyle/>
          <a:p>
            <a:r>
              <a:rPr lang="en-US"/>
              <a:t>Adam Dark</a:t>
            </a:r>
            <a:br>
              <a:rPr lang="en-US"/>
            </a:br>
            <a:r>
              <a:rPr lang="en-US"/>
              <a:t>STRAGEGIES</a:t>
            </a:r>
            <a:endParaRPr lang="en-US" dirty="0"/>
          </a:p>
        </p:txBody>
      </p:sp>
      <p:pic>
        <p:nvPicPr>
          <p:cNvPr id="35" name="Picture Placeholder 34" descr="imageHolder.jpg"/>
          <p:cNvPicPr>
            <a:picLocks noGrp="1" noChangeAspect="1"/>
          </p:cNvPicPr>
          <p:nvPr>
            <p:ph type="pic" sz="quarter" idx="19"/>
          </p:nvPr>
        </p:nvPicPr>
        <p:blipFill>
          <a:blip r:embed="rId4" cstate="print"/>
          <a:srcRect l="11220" r="11220"/>
          <a:stretch>
            <a:fillRect/>
          </a:stretch>
        </p:blipFill>
        <p:spPr/>
      </p:pic>
      <p:sp>
        <p:nvSpPr>
          <p:cNvPr id="31" name="Text Placeholder 30"/>
          <p:cNvSpPr>
            <a:spLocks noGrp="1"/>
          </p:cNvSpPr>
          <p:nvPr>
            <p:ph type="body" sz="half" idx="20"/>
          </p:nvPr>
        </p:nvSpPr>
        <p:spPr/>
        <p:txBody>
          <a:bodyPr/>
          <a:lstStyle/>
          <a:p>
            <a:r>
              <a:rPr lang="en-US"/>
              <a:t>Rachel Dark</a:t>
            </a:r>
            <a:br>
              <a:rPr lang="en-US"/>
            </a:br>
            <a:r>
              <a:rPr lang="en-US"/>
              <a:t>CONSULTANT</a:t>
            </a:r>
            <a:endParaRPr lang="en-US" dirty="0"/>
          </a:p>
        </p:txBody>
      </p:sp>
      <p:pic>
        <p:nvPicPr>
          <p:cNvPr id="37" name="Picture Placeholder 36" descr="imageHolder.jpg"/>
          <p:cNvPicPr>
            <a:picLocks noGrp="1" noChangeAspect="1"/>
          </p:cNvPicPr>
          <p:nvPr>
            <p:ph type="pic" sz="quarter" idx="21"/>
          </p:nvPr>
        </p:nvPicPr>
        <p:blipFill>
          <a:blip r:embed="rId4" cstate="print"/>
          <a:srcRect l="11220" r="11220"/>
          <a:stretch>
            <a:fillRect/>
          </a:stretch>
        </p:blipFill>
        <p:spPr/>
      </p:pic>
      <p:sp>
        <p:nvSpPr>
          <p:cNvPr id="34" name="Text Placeholder 33"/>
          <p:cNvSpPr>
            <a:spLocks noGrp="1"/>
          </p:cNvSpPr>
          <p:nvPr>
            <p:ph type="body" sz="half" idx="22"/>
          </p:nvPr>
        </p:nvSpPr>
        <p:spPr/>
        <p:txBody>
          <a:bodyPr/>
          <a:lstStyle/>
          <a:p>
            <a:r>
              <a:rPr lang="en-US"/>
              <a:t>Adam Dark</a:t>
            </a:r>
            <a:br>
              <a:rPr lang="en-US"/>
            </a:br>
            <a:r>
              <a:rPr lang="en-US"/>
              <a:t>STRAGEGIES</a:t>
            </a:r>
            <a:endParaRPr lang="en-US" dirty="0"/>
          </a:p>
        </p:txBody>
      </p:sp>
      <p:pic>
        <p:nvPicPr>
          <p:cNvPr id="38" name="Picture Placeholder 37" descr="imageHolder.jpg"/>
          <p:cNvPicPr>
            <a:picLocks noGrp="1" noChangeAspect="1"/>
          </p:cNvPicPr>
          <p:nvPr>
            <p:ph type="pic" sz="quarter" idx="23"/>
          </p:nvPr>
        </p:nvPicPr>
        <p:blipFill>
          <a:blip r:embed="rId3" cstate="print"/>
          <a:srcRect l="11387" r="11387"/>
          <a:stretch>
            <a:fillRect/>
          </a:stretch>
        </p:blipFill>
        <p:spPr/>
      </p:pic>
      <p:sp>
        <p:nvSpPr>
          <p:cNvPr id="36" name="Text Placeholder 35"/>
          <p:cNvSpPr>
            <a:spLocks noGrp="1"/>
          </p:cNvSpPr>
          <p:nvPr>
            <p:ph type="body" sz="half" idx="24"/>
          </p:nvPr>
        </p:nvSpPr>
        <p:spPr/>
        <p:txBody>
          <a:bodyPr/>
          <a:lstStyle/>
          <a:p>
            <a:r>
              <a:rPr lang="en-US"/>
              <a:t>Raual Dark</a:t>
            </a:r>
            <a:br>
              <a:rPr lang="en-US"/>
            </a:br>
            <a:r>
              <a:rPr lang="en-US"/>
              <a:t>ANALYTICS</a:t>
            </a:r>
            <a:endParaRPr lang="en-US" dirty="0"/>
          </a:p>
        </p:txBody>
      </p:sp>
      <p:pic>
        <p:nvPicPr>
          <p:cNvPr id="40" name="Picture Placeholder 39" descr="imageHolder.jpg"/>
          <p:cNvPicPr>
            <a:picLocks noGrp="1" noChangeAspect="1"/>
          </p:cNvPicPr>
          <p:nvPr>
            <p:ph type="pic" sz="quarter" idx="25"/>
          </p:nvPr>
        </p:nvPicPr>
        <p:blipFill>
          <a:blip r:embed="rId4" cstate="print"/>
          <a:srcRect l="11220" r="11220"/>
          <a:stretch>
            <a:fillRect/>
          </a:stretch>
        </p:blipFill>
        <p:spPr/>
      </p:pic>
      <p:sp>
        <p:nvSpPr>
          <p:cNvPr id="39" name="Text Placeholder 38"/>
          <p:cNvSpPr>
            <a:spLocks noGrp="1"/>
          </p:cNvSpPr>
          <p:nvPr>
            <p:ph type="body" sz="half" idx="26"/>
          </p:nvPr>
        </p:nvSpPr>
        <p:spPr/>
        <p:txBody>
          <a:bodyPr/>
          <a:lstStyle/>
          <a:p>
            <a:r>
              <a:rPr lang="en-US"/>
              <a:t>Anna Dark</a:t>
            </a:r>
            <a:br>
              <a:rPr lang="en-US"/>
            </a:br>
            <a:r>
              <a:rPr lang="en-US"/>
              <a:t>COMPARISON</a:t>
            </a:r>
            <a:endParaRPr lang="en-US" dirty="0"/>
          </a:p>
        </p:txBody>
      </p:sp>
      <p:pic>
        <p:nvPicPr>
          <p:cNvPr id="42" name="Picture Placeholder 41" descr="imageHolder.jpg"/>
          <p:cNvPicPr>
            <a:picLocks noGrp="1" noChangeAspect="1"/>
          </p:cNvPicPr>
          <p:nvPr>
            <p:ph type="pic" sz="quarter" idx="27"/>
          </p:nvPr>
        </p:nvPicPr>
        <p:blipFill>
          <a:blip r:embed="rId4" cstate="print"/>
          <a:srcRect l="11220" r="11220"/>
          <a:stretch>
            <a:fillRect/>
          </a:stretch>
        </p:blipFill>
        <p:spPr/>
      </p:pic>
      <p:sp>
        <p:nvSpPr>
          <p:cNvPr id="41" name="Text Placeholder 40"/>
          <p:cNvSpPr>
            <a:spLocks noGrp="1"/>
          </p:cNvSpPr>
          <p:nvPr>
            <p:ph type="body" sz="half" idx="28"/>
          </p:nvPr>
        </p:nvSpPr>
        <p:spPr/>
        <p:txBody>
          <a:bodyPr/>
          <a:lstStyle/>
          <a:p>
            <a:r>
              <a:rPr lang="en-US"/>
              <a:t>Raual Dark</a:t>
            </a:r>
            <a:br>
              <a:rPr lang="en-US"/>
            </a:br>
            <a:r>
              <a:rPr lang="en-US"/>
              <a:t>ANALYTICS</a:t>
            </a:r>
            <a:endParaRPr lang="en-US" dirty="0"/>
          </a:p>
        </p:txBody>
      </p:sp>
      <p:pic>
        <p:nvPicPr>
          <p:cNvPr id="53" name="Picture Placeholder 52" descr="imageHolder.jpg"/>
          <p:cNvPicPr>
            <a:picLocks noGrp="1" noChangeAspect="1"/>
          </p:cNvPicPr>
          <p:nvPr>
            <p:ph type="pic" sz="quarter" idx="29"/>
          </p:nvPr>
        </p:nvPicPr>
        <p:blipFill>
          <a:blip r:embed="rId4" cstate="print"/>
          <a:srcRect l="11220" r="11220"/>
          <a:stretch>
            <a:fillRect/>
          </a:stretch>
        </p:blipFill>
        <p:spPr/>
      </p:pic>
      <p:sp>
        <p:nvSpPr>
          <p:cNvPr id="43" name="Text Placeholder 42"/>
          <p:cNvSpPr>
            <a:spLocks noGrp="1"/>
          </p:cNvSpPr>
          <p:nvPr>
            <p:ph type="body" sz="half" idx="30"/>
          </p:nvPr>
        </p:nvSpPr>
        <p:spPr/>
        <p:txBody>
          <a:bodyPr/>
          <a:lstStyle/>
          <a:p>
            <a:r>
              <a:rPr lang="en-US"/>
              <a:t>Anna Dark</a:t>
            </a:r>
            <a:br>
              <a:rPr lang="en-US"/>
            </a:br>
            <a:r>
              <a:rPr lang="en-US"/>
              <a:t>COMPARISON</a:t>
            </a:r>
          </a:p>
          <a:p>
            <a:endParaRPr lang="en-US" dirty="0"/>
          </a:p>
        </p:txBody>
      </p:sp>
    </p:spTree>
  </p:cSld>
  <p:clrMapOvr>
    <a:masterClrMapping/>
  </p:clrMapOvr>
  <p:transition spd="med" advClick="0" advTm="5000">
    <p:push dir="u"/>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Placeholder 27" descr="imageHolder.jpg"/>
          <p:cNvPicPr>
            <a:picLocks noGrp="1" noChangeAspect="1"/>
          </p:cNvPicPr>
          <p:nvPr>
            <p:ph type="pic" sz="quarter" idx="10"/>
          </p:nvPr>
        </p:nvPicPr>
        <p:blipFill>
          <a:blip r:embed="rId3" cstate="print"/>
          <a:srcRect l="21831" r="21831"/>
          <a:stretch>
            <a:fillRect/>
          </a:stretch>
        </p:blipFill>
        <p:spPr/>
      </p:pic>
      <p:sp>
        <p:nvSpPr>
          <p:cNvPr id="55" name="Text Placeholder 54"/>
          <p:cNvSpPr>
            <a:spLocks noGrp="1"/>
          </p:cNvSpPr>
          <p:nvPr>
            <p:ph type="body" sz="half" idx="16"/>
          </p:nvPr>
        </p:nvSpPr>
        <p:spPr/>
        <p:txBody>
          <a:bodyPr/>
          <a:lstStyle/>
          <a:p>
            <a:r>
              <a:rPr lang="en-US"/>
              <a:t>Adam Dark</a:t>
            </a:r>
            <a:br>
              <a:rPr lang="en-US"/>
            </a:br>
            <a:r>
              <a:rPr lang="en-US"/>
              <a:t>STRAGEGIES</a:t>
            </a:r>
            <a:endParaRPr lang="en-US" dirty="0"/>
          </a:p>
        </p:txBody>
      </p:sp>
      <p:sp>
        <p:nvSpPr>
          <p:cNvPr id="6" name="Text Placeholder 5"/>
          <p:cNvSpPr>
            <a:spLocks noGrp="1"/>
          </p:cNvSpPr>
          <p:nvPr>
            <p:ph type="body" sz="half" idx="15"/>
          </p:nvPr>
        </p:nvSpPr>
        <p:spPr/>
        <p:txBody>
          <a:bodyPr/>
          <a:lstStyle/>
          <a:p>
            <a:r>
              <a:rPr lang="en-US"/>
              <a:t>There are many variations of Lorem in some form Ipsum available, but the majority</a:t>
            </a:r>
            <a:br>
              <a:rPr lang="en-US"/>
            </a:br>
            <a:r>
              <a:rPr lang="en-US"/>
              <a:t>have suffered </a:t>
            </a:r>
            <a:endParaRPr lang="en-US" dirty="0"/>
          </a:p>
        </p:txBody>
      </p:sp>
      <p:sp>
        <p:nvSpPr>
          <p:cNvPr id="56" name="Text Placeholder 55"/>
          <p:cNvSpPr>
            <a:spLocks noGrp="1"/>
          </p:cNvSpPr>
          <p:nvPr>
            <p:ph type="body" sz="half" idx="17"/>
          </p:nvPr>
        </p:nvSpPr>
        <p:spPr/>
        <p:txBody>
          <a:bodyPr/>
          <a:lstStyle/>
          <a:p>
            <a:r>
              <a:rPr lang="en-US"/>
              <a:t>Raual Dark</a:t>
            </a:r>
            <a:br>
              <a:rPr lang="en-US"/>
            </a:br>
            <a:r>
              <a:rPr lang="en-US"/>
              <a:t>ANALYTICS</a:t>
            </a:r>
            <a:endParaRPr lang="en-US" dirty="0"/>
          </a:p>
        </p:txBody>
      </p:sp>
      <p:sp>
        <p:nvSpPr>
          <p:cNvPr id="57" name="Text Placeholder 56"/>
          <p:cNvSpPr>
            <a:spLocks noGrp="1"/>
          </p:cNvSpPr>
          <p:nvPr>
            <p:ph type="body" sz="half" idx="18"/>
          </p:nvPr>
        </p:nvSpPr>
        <p:spPr/>
        <p:txBody>
          <a:bodyPr/>
          <a:lstStyle/>
          <a:p>
            <a:pPr lvl="0"/>
            <a:r>
              <a:rPr lang="en-US"/>
              <a:t>There are many variations of Lorem in some form Ipsum available, but the majority</a:t>
            </a:r>
            <a:br>
              <a:rPr lang="en-US"/>
            </a:br>
            <a:r>
              <a:rPr lang="en-US"/>
              <a:t>have suffered </a:t>
            </a:r>
            <a:endParaRPr lang="en-US" dirty="0"/>
          </a:p>
        </p:txBody>
      </p:sp>
      <p:sp>
        <p:nvSpPr>
          <p:cNvPr id="58" name="Text Placeholder 57"/>
          <p:cNvSpPr>
            <a:spLocks noGrp="1"/>
          </p:cNvSpPr>
          <p:nvPr>
            <p:ph type="body" sz="half" idx="19"/>
          </p:nvPr>
        </p:nvSpPr>
        <p:spPr/>
        <p:txBody>
          <a:bodyPr/>
          <a:lstStyle/>
          <a:p>
            <a:r>
              <a:rPr lang="en-US"/>
              <a:t>Rachel Dark</a:t>
            </a:r>
            <a:br>
              <a:rPr lang="en-US"/>
            </a:br>
            <a:r>
              <a:rPr lang="en-US"/>
              <a:t>CONSULTANT</a:t>
            </a:r>
            <a:endParaRPr lang="en-US" dirty="0"/>
          </a:p>
        </p:txBody>
      </p:sp>
      <p:sp>
        <p:nvSpPr>
          <p:cNvPr id="59" name="Text Placeholder 58"/>
          <p:cNvSpPr>
            <a:spLocks noGrp="1"/>
          </p:cNvSpPr>
          <p:nvPr>
            <p:ph type="body" sz="half" idx="20"/>
          </p:nvPr>
        </p:nvSpPr>
        <p:spPr/>
        <p:txBody>
          <a:bodyPr/>
          <a:lstStyle/>
          <a:p>
            <a:pPr lvl="0"/>
            <a:r>
              <a:rPr lang="en-US"/>
              <a:t>There are many variations of Lorem in some form Ipsum available, but the majority</a:t>
            </a:r>
            <a:br>
              <a:rPr lang="en-US"/>
            </a:br>
            <a:r>
              <a:rPr lang="en-US"/>
              <a:t>have suffered </a:t>
            </a:r>
            <a:endParaRPr lang="en-US" dirty="0"/>
          </a:p>
        </p:txBody>
      </p:sp>
      <p:sp>
        <p:nvSpPr>
          <p:cNvPr id="64" name="Text Placeholder 63"/>
          <p:cNvSpPr>
            <a:spLocks noGrp="1"/>
          </p:cNvSpPr>
          <p:nvPr>
            <p:ph type="body" sz="half" idx="21"/>
          </p:nvPr>
        </p:nvSpPr>
        <p:spPr/>
        <p:txBody>
          <a:bodyPr/>
          <a:lstStyle/>
          <a:p>
            <a:r>
              <a:rPr lang="en-US"/>
              <a:t>Anna Dark</a:t>
            </a:r>
            <a:br>
              <a:rPr lang="en-US"/>
            </a:br>
            <a:r>
              <a:rPr lang="en-US"/>
              <a:t>COMPARISON</a:t>
            </a:r>
            <a:endParaRPr lang="en-US" dirty="0"/>
          </a:p>
        </p:txBody>
      </p:sp>
      <p:sp>
        <p:nvSpPr>
          <p:cNvPr id="66" name="Text Placeholder 65"/>
          <p:cNvSpPr>
            <a:spLocks noGrp="1"/>
          </p:cNvSpPr>
          <p:nvPr>
            <p:ph type="body" sz="half" idx="22"/>
          </p:nvPr>
        </p:nvSpPr>
        <p:spPr/>
        <p:txBody>
          <a:bodyPr/>
          <a:lstStyle/>
          <a:p>
            <a:pPr lvl="0"/>
            <a:r>
              <a:rPr lang="en-US"/>
              <a:t>There are many variations of Lorem in some form Ipsum available, but the majority</a:t>
            </a:r>
            <a:br>
              <a:rPr lang="en-US"/>
            </a:br>
            <a:r>
              <a:rPr lang="en-US"/>
              <a:t>have suffered </a:t>
            </a:r>
            <a:endParaRPr lang="en-US" dirty="0"/>
          </a:p>
        </p:txBody>
      </p:sp>
      <p:pic>
        <p:nvPicPr>
          <p:cNvPr id="29" name="Picture Placeholder 28" descr="imageHolder.jpg"/>
          <p:cNvPicPr>
            <a:picLocks noGrp="1" noChangeAspect="1"/>
          </p:cNvPicPr>
          <p:nvPr>
            <p:ph type="pic" sz="quarter" idx="23"/>
          </p:nvPr>
        </p:nvPicPr>
        <p:blipFill>
          <a:blip r:embed="rId4" cstate="print"/>
          <a:srcRect l="21925" r="21925"/>
          <a:stretch>
            <a:fillRect/>
          </a:stretch>
        </p:blipFill>
        <p:spPr/>
      </p:pic>
      <p:pic>
        <p:nvPicPr>
          <p:cNvPr id="31" name="Picture Placeholder 30" descr="imageHolder.jpg"/>
          <p:cNvPicPr>
            <a:picLocks noGrp="1" noChangeAspect="1"/>
          </p:cNvPicPr>
          <p:nvPr>
            <p:ph type="pic" sz="quarter" idx="24"/>
          </p:nvPr>
        </p:nvPicPr>
        <p:blipFill>
          <a:blip r:embed="rId4" cstate="print"/>
          <a:srcRect l="21925" r="21925"/>
          <a:stretch>
            <a:fillRect/>
          </a:stretch>
        </p:blipFill>
        <p:spPr/>
      </p:pic>
      <p:pic>
        <p:nvPicPr>
          <p:cNvPr id="30" name="Picture Placeholder 29" descr="imageHolder.jpg"/>
          <p:cNvPicPr>
            <a:picLocks noGrp="1" noChangeAspect="1"/>
          </p:cNvPicPr>
          <p:nvPr>
            <p:ph type="pic" sz="quarter" idx="25"/>
          </p:nvPr>
        </p:nvPicPr>
        <p:blipFill>
          <a:blip r:embed="rId3" cstate="print"/>
          <a:srcRect l="21831" r="21831"/>
          <a:stretch>
            <a:fillRect/>
          </a:stretch>
        </p:blipFill>
        <p:spPr/>
      </p:pic>
      <p:sp>
        <p:nvSpPr>
          <p:cNvPr id="2" name="Title 1"/>
          <p:cNvSpPr>
            <a:spLocks noGrp="1"/>
          </p:cNvSpPr>
          <p:nvPr>
            <p:ph type="title"/>
          </p:nvPr>
        </p:nvSpPr>
        <p:spPr/>
        <p:txBody>
          <a:bodyPr/>
          <a:lstStyle/>
          <a:p>
            <a:r>
              <a:rPr lang="en-US"/>
              <a:t>Meet Our Brilliant Teams</a:t>
            </a:r>
            <a:endParaRPr lang="en-US" dirty="0"/>
          </a:p>
        </p:txBody>
      </p:sp>
      <p:sp>
        <p:nvSpPr>
          <p:cNvPr id="53" name="Text Placeholder 52"/>
          <p:cNvSpPr>
            <a:spLocks noGrp="1"/>
          </p:cNvSpPr>
          <p:nvPr>
            <p:ph type="body" sz="half" idx="2"/>
          </p:nvPr>
        </p:nvSpPr>
        <p:spPr/>
        <p:txBody>
          <a:bodyPr/>
          <a:lstStyle/>
          <a:p>
            <a:r>
              <a:rPr lang="en-US"/>
              <a:t>Meet Our Brilliant Teams</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27</a:t>
            </a:fld>
            <a:endParaRPr lang="en-US" dirty="0"/>
          </a:p>
        </p:txBody>
      </p:sp>
    </p:spTree>
  </p:cSld>
  <p:clrMapOvr>
    <a:masterClrMapping/>
  </p:clrMapOvr>
  <p:transition spd="med" advClick="0" advTm="5000">
    <p:push dir="u"/>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28</a:t>
            </a:fld>
            <a:endParaRPr lang="en-US" dirty="0"/>
          </a:p>
        </p:txBody>
      </p:sp>
      <p:pic>
        <p:nvPicPr>
          <p:cNvPr id="21" name="Picture Placeholder 20" descr="imageHolder.jpg"/>
          <p:cNvPicPr>
            <a:picLocks noGrp="1" noChangeAspect="1"/>
          </p:cNvPicPr>
          <p:nvPr>
            <p:ph type="pic" sz="quarter" idx="15"/>
          </p:nvPr>
        </p:nvPicPr>
        <p:blipFill>
          <a:blip r:embed="rId3" cstate="print"/>
          <a:srcRect l="17338" r="17338"/>
          <a:stretch>
            <a:fillRect/>
          </a:stretch>
        </p:blipFill>
        <p:spPr/>
      </p:pic>
      <p:sp>
        <p:nvSpPr>
          <p:cNvPr id="33" name="Text Placeholder 32"/>
          <p:cNvSpPr>
            <a:spLocks noGrp="1"/>
          </p:cNvSpPr>
          <p:nvPr>
            <p:ph type="body" sz="half" idx="16"/>
          </p:nvPr>
        </p:nvSpPr>
        <p:spPr/>
        <p:txBody>
          <a:bodyPr/>
          <a:lstStyle/>
          <a:p>
            <a:r>
              <a:rPr lang="en-US"/>
              <a:t>Rachel Dark</a:t>
            </a:r>
            <a:br>
              <a:rPr lang="en-US"/>
            </a:br>
            <a:r>
              <a:rPr lang="en-US"/>
              <a:t>CONSULTANT</a:t>
            </a:r>
            <a:endParaRPr lang="en-US" dirty="0"/>
          </a:p>
        </p:txBody>
      </p:sp>
      <p:sp>
        <p:nvSpPr>
          <p:cNvPr id="34" name="Text Placeholder 33"/>
          <p:cNvSpPr>
            <a:spLocks noGrp="1"/>
          </p:cNvSpPr>
          <p:nvPr>
            <p:ph type="body" sz="half" idx="17"/>
          </p:nvPr>
        </p:nvSpPr>
        <p:spPr/>
        <p:txBody>
          <a:bodyPr/>
          <a:lstStyle/>
          <a:p>
            <a:r>
              <a:rPr lang="en-US"/>
              <a:t>There are many variations of Lorem in some form Ipsum available, but the majority</a:t>
            </a:r>
            <a:br>
              <a:rPr lang="en-US"/>
            </a:br>
            <a:r>
              <a:rPr lang="en-US"/>
              <a:t>have suffered Lorem in some form Ipsum available, but the majority have suffered </a:t>
            </a:r>
            <a:endParaRPr lang="en-US" dirty="0"/>
          </a:p>
        </p:txBody>
      </p:sp>
      <p:pic>
        <p:nvPicPr>
          <p:cNvPr id="22" name="Picture Placeholder 21" descr="imageHolder.jpg"/>
          <p:cNvPicPr>
            <a:picLocks noGrp="1" noChangeAspect="1"/>
          </p:cNvPicPr>
          <p:nvPr>
            <p:ph type="pic" sz="quarter" idx="18"/>
          </p:nvPr>
        </p:nvPicPr>
        <p:blipFill>
          <a:blip r:embed="rId4" cstate="print"/>
          <a:srcRect l="17260" r="17260"/>
          <a:stretch>
            <a:fillRect/>
          </a:stretch>
        </p:blipFill>
        <p:spPr/>
      </p:pic>
      <p:sp>
        <p:nvSpPr>
          <p:cNvPr id="42" name="Text Placeholder 41"/>
          <p:cNvSpPr>
            <a:spLocks noGrp="1"/>
          </p:cNvSpPr>
          <p:nvPr>
            <p:ph type="body" sz="half" idx="19"/>
          </p:nvPr>
        </p:nvSpPr>
        <p:spPr/>
        <p:txBody>
          <a:bodyPr/>
          <a:lstStyle/>
          <a:p>
            <a:r>
              <a:rPr lang="en-US"/>
              <a:t>Adam Dark</a:t>
            </a:r>
            <a:br>
              <a:rPr lang="en-US"/>
            </a:br>
            <a:r>
              <a:rPr lang="en-US"/>
              <a:t>STRAGEGIES</a:t>
            </a:r>
            <a:endParaRPr lang="en-US" dirty="0"/>
          </a:p>
        </p:txBody>
      </p:sp>
      <p:sp>
        <p:nvSpPr>
          <p:cNvPr id="43" name="Text Placeholder 42"/>
          <p:cNvSpPr>
            <a:spLocks noGrp="1"/>
          </p:cNvSpPr>
          <p:nvPr>
            <p:ph type="body" sz="half" idx="20"/>
          </p:nvPr>
        </p:nvSpPr>
        <p:spPr/>
        <p:txBody>
          <a:bodyPr/>
          <a:lstStyle/>
          <a:p>
            <a:r>
              <a:rPr lang="en-US"/>
              <a:t>There are many variations of Lorem in some form Ipsum available, but the majority</a:t>
            </a:r>
            <a:br>
              <a:rPr lang="en-US"/>
            </a:br>
            <a:r>
              <a:rPr lang="en-US"/>
              <a:t>have suffered Lorem in some form Ipsum available, but the majority have suffered </a:t>
            </a:r>
            <a:endParaRPr lang="en-US" dirty="0"/>
          </a:p>
        </p:txBody>
      </p:sp>
      <p:pic>
        <p:nvPicPr>
          <p:cNvPr id="23" name="Picture Placeholder 22" descr="imageHolder.jpg"/>
          <p:cNvPicPr>
            <a:picLocks noGrp="1" noChangeAspect="1"/>
          </p:cNvPicPr>
          <p:nvPr>
            <p:ph type="pic" sz="quarter" idx="21"/>
          </p:nvPr>
        </p:nvPicPr>
        <p:blipFill>
          <a:blip r:embed="rId3" cstate="print"/>
          <a:srcRect l="17338" r="17338"/>
          <a:stretch>
            <a:fillRect/>
          </a:stretch>
        </p:blipFill>
        <p:spPr/>
      </p:pic>
      <p:sp>
        <p:nvSpPr>
          <p:cNvPr id="45" name="Text Placeholder 44"/>
          <p:cNvSpPr>
            <a:spLocks noGrp="1"/>
          </p:cNvSpPr>
          <p:nvPr>
            <p:ph type="body" sz="half" idx="22"/>
          </p:nvPr>
        </p:nvSpPr>
        <p:spPr/>
        <p:txBody>
          <a:bodyPr/>
          <a:lstStyle/>
          <a:p>
            <a:r>
              <a:rPr lang="en-US"/>
              <a:t>Anna Dark</a:t>
            </a:r>
            <a:br>
              <a:rPr lang="en-US"/>
            </a:br>
            <a:r>
              <a:rPr lang="en-US"/>
              <a:t>COMPARISON</a:t>
            </a:r>
            <a:endParaRPr lang="en-US" dirty="0"/>
          </a:p>
        </p:txBody>
      </p:sp>
      <p:sp>
        <p:nvSpPr>
          <p:cNvPr id="46" name="Text Placeholder 45"/>
          <p:cNvSpPr>
            <a:spLocks noGrp="1"/>
          </p:cNvSpPr>
          <p:nvPr>
            <p:ph type="body" sz="half" idx="23"/>
          </p:nvPr>
        </p:nvSpPr>
        <p:spPr/>
        <p:txBody>
          <a:bodyPr/>
          <a:lstStyle/>
          <a:p>
            <a:r>
              <a:rPr lang="en-US"/>
              <a:t>There are many variations of Lorem in some form Ipsum available, but the majority</a:t>
            </a:r>
            <a:br>
              <a:rPr lang="en-US"/>
            </a:br>
            <a:r>
              <a:rPr lang="en-US"/>
              <a:t>have suffered Lorem in some form Ipsum available, but the majority have suffered </a:t>
            </a:r>
            <a:endParaRPr lang="en-US" dirty="0"/>
          </a:p>
        </p:txBody>
      </p:sp>
      <p:pic>
        <p:nvPicPr>
          <p:cNvPr id="25" name="Picture Placeholder 24" descr="imageHolder.jpg"/>
          <p:cNvPicPr>
            <a:picLocks noGrp="1" noChangeAspect="1"/>
          </p:cNvPicPr>
          <p:nvPr>
            <p:ph type="pic" sz="quarter" idx="24"/>
          </p:nvPr>
        </p:nvPicPr>
        <p:blipFill>
          <a:blip r:embed="rId3" cstate="print"/>
          <a:srcRect l="17338" r="17338"/>
          <a:stretch>
            <a:fillRect/>
          </a:stretch>
        </p:blipFill>
        <p:spPr/>
      </p:pic>
      <p:sp>
        <p:nvSpPr>
          <p:cNvPr id="48" name="Text Placeholder 47"/>
          <p:cNvSpPr>
            <a:spLocks noGrp="1"/>
          </p:cNvSpPr>
          <p:nvPr>
            <p:ph type="body" sz="half" idx="25"/>
          </p:nvPr>
        </p:nvSpPr>
        <p:spPr/>
        <p:txBody>
          <a:bodyPr/>
          <a:lstStyle/>
          <a:p>
            <a:r>
              <a:rPr lang="en-US"/>
              <a:t>Raual Dark</a:t>
            </a:r>
            <a:br>
              <a:rPr lang="en-US"/>
            </a:br>
            <a:r>
              <a:rPr lang="en-US"/>
              <a:t>ANALYTICS</a:t>
            </a:r>
            <a:endParaRPr lang="en-US" dirty="0"/>
          </a:p>
        </p:txBody>
      </p:sp>
      <p:sp>
        <p:nvSpPr>
          <p:cNvPr id="49" name="Text Placeholder 48"/>
          <p:cNvSpPr>
            <a:spLocks noGrp="1"/>
          </p:cNvSpPr>
          <p:nvPr>
            <p:ph type="body" sz="half" idx="26"/>
          </p:nvPr>
        </p:nvSpPr>
        <p:spPr/>
        <p:txBody>
          <a:bodyPr/>
          <a:lstStyle/>
          <a:p>
            <a:r>
              <a:rPr lang="en-US"/>
              <a:t>There are many variations of Lorem in some form Ipsum available, but the majority</a:t>
            </a:r>
            <a:br>
              <a:rPr lang="en-US"/>
            </a:br>
            <a:r>
              <a:rPr lang="en-US"/>
              <a:t>have suffered Lorem in some form Ipsum available, but the majority have suffered </a:t>
            </a:r>
            <a:endParaRPr lang="en-US" dirty="0"/>
          </a:p>
        </p:txBody>
      </p:sp>
    </p:spTree>
    <p:extLst>
      <p:ext uri="{BB962C8B-B14F-4D97-AF65-F5344CB8AC3E}">
        <p14:creationId xmlns:p14="http://schemas.microsoft.com/office/powerpoint/2010/main" val="2392676075"/>
      </p:ext>
    </p:extLst>
  </p:cSld>
  <p:clrMapOvr>
    <a:masterClrMapping/>
  </p:clrMapOvr>
  <p:transition spd="med" advClick="0" advTm="5000">
    <p:push dir="u"/>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Placeholder 20" descr="imageHolder.jpg"/>
          <p:cNvPicPr>
            <a:picLocks noGrp="1" noChangeAspect="1"/>
          </p:cNvPicPr>
          <p:nvPr>
            <p:ph type="pic" sz="quarter" idx="22"/>
          </p:nvPr>
        </p:nvPicPr>
        <p:blipFill>
          <a:blip r:embed="rId3" cstate="print"/>
          <a:srcRect l="21890" r="21890"/>
          <a:stretch>
            <a:fillRect/>
          </a:stretch>
        </p:blipFill>
        <p:spPr/>
      </p:pic>
      <p:sp>
        <p:nvSpPr>
          <p:cNvPr id="7" name="Title 6"/>
          <p:cNvSpPr>
            <a:spLocks noGrp="1"/>
          </p:cNvSpPr>
          <p:nvPr>
            <p:ph type="title"/>
          </p:nvPr>
        </p:nvSpPr>
        <p:spPr/>
        <p:txBody>
          <a:bodyPr/>
          <a:lstStyle/>
          <a:p>
            <a:r>
              <a:rPr lang="en-US"/>
              <a:t>Meet Our Brilliant Teams</a:t>
            </a:r>
            <a:endParaRPr lang="en-US" dirty="0"/>
          </a:p>
        </p:txBody>
      </p:sp>
      <p:sp>
        <p:nvSpPr>
          <p:cNvPr id="8" name="Text Placeholder 7"/>
          <p:cNvSpPr>
            <a:spLocks noGrp="1"/>
          </p:cNvSpPr>
          <p:nvPr>
            <p:ph type="body" sz="half" idx="2"/>
          </p:nvPr>
        </p:nvSpPr>
        <p:spPr/>
        <p:txBody>
          <a:bodyPr/>
          <a:lstStyle/>
          <a:p>
            <a:r>
              <a:rPr lang="en-US"/>
              <a:t>Meet Our Brilliant Teams</a:t>
            </a:r>
            <a:endParaRPr lang="en-US" dirty="0"/>
          </a:p>
        </p:txBody>
      </p:sp>
      <p:sp>
        <p:nvSpPr>
          <p:cNvPr id="30" name="Slide Number Placeholder 29"/>
          <p:cNvSpPr>
            <a:spLocks noGrp="1"/>
          </p:cNvSpPr>
          <p:nvPr>
            <p:ph type="sldNum" sz="quarter" idx="14"/>
          </p:nvPr>
        </p:nvSpPr>
        <p:spPr/>
        <p:txBody>
          <a:bodyPr/>
          <a:lstStyle/>
          <a:p>
            <a:fld id="{C136B7D2-B98C-44FD-8D04-7EC62A564975}" type="slidenum">
              <a:rPr lang="en-US" smtClean="0"/>
              <a:pPr/>
              <a:t>29</a:t>
            </a:fld>
            <a:endParaRPr lang="en-US" dirty="0"/>
          </a:p>
        </p:txBody>
      </p:sp>
      <p:sp>
        <p:nvSpPr>
          <p:cNvPr id="33" name="Text Placeholder 32"/>
          <p:cNvSpPr>
            <a:spLocks noGrp="1"/>
          </p:cNvSpPr>
          <p:nvPr>
            <p:ph type="body" sz="half" idx="16"/>
          </p:nvPr>
        </p:nvSpPr>
        <p:spPr/>
        <p:txBody>
          <a:bodyPr/>
          <a:lstStyle/>
          <a:p>
            <a:r>
              <a:rPr lang="en-US"/>
              <a:t>Adam Dark</a:t>
            </a:r>
            <a:br>
              <a:rPr lang="en-US"/>
            </a:br>
            <a:r>
              <a:rPr lang="en-US"/>
              <a:t>General Manager </a:t>
            </a:r>
            <a:endParaRPr lang="en-US" dirty="0"/>
          </a:p>
        </p:txBody>
      </p:sp>
      <p:sp>
        <p:nvSpPr>
          <p:cNvPr id="34" name="Text Placeholder 33"/>
          <p:cNvSpPr>
            <a:spLocks noGrp="1"/>
          </p:cNvSpPr>
          <p:nvPr>
            <p:ph type="body" sz="half" idx="31"/>
          </p:nvPr>
        </p:nvSpPr>
        <p:spPr/>
        <p:txBody>
          <a:bodyPr/>
          <a:lstStyle/>
          <a:p>
            <a:r>
              <a:rPr lang="en-US"/>
              <a:t>Adam Dark</a:t>
            </a:r>
            <a:br>
              <a:rPr lang="en-US"/>
            </a:br>
            <a:r>
              <a:rPr lang="en-US"/>
              <a:t>General Manager </a:t>
            </a:r>
            <a:endParaRPr lang="en-US" dirty="0"/>
          </a:p>
        </p:txBody>
      </p:sp>
      <p:sp>
        <p:nvSpPr>
          <p:cNvPr id="35" name="Text Placeholder 34"/>
          <p:cNvSpPr>
            <a:spLocks noGrp="1"/>
          </p:cNvSpPr>
          <p:nvPr>
            <p:ph type="body" sz="half" idx="32"/>
          </p:nvPr>
        </p:nvSpPr>
        <p:spPr/>
        <p:txBody>
          <a:bodyPr/>
          <a:lstStyle/>
          <a:p>
            <a:r>
              <a:rPr lang="en-US"/>
              <a:t>Adam Dark</a:t>
            </a:r>
            <a:br>
              <a:rPr lang="en-US"/>
            </a:br>
            <a:r>
              <a:rPr lang="en-US"/>
              <a:t>General Manager </a:t>
            </a:r>
            <a:endParaRPr lang="en-US" dirty="0"/>
          </a:p>
        </p:txBody>
      </p:sp>
      <p:sp>
        <p:nvSpPr>
          <p:cNvPr id="36" name="Text Placeholder 35"/>
          <p:cNvSpPr>
            <a:spLocks noGrp="1"/>
          </p:cNvSpPr>
          <p:nvPr>
            <p:ph type="body" sz="half" idx="33"/>
          </p:nvPr>
        </p:nvSpPr>
        <p:spPr/>
        <p:txBody>
          <a:bodyPr/>
          <a:lstStyle/>
          <a:p>
            <a:r>
              <a:rPr lang="en-US"/>
              <a:t>Adam Dark</a:t>
            </a:r>
            <a:br>
              <a:rPr lang="en-US"/>
            </a:br>
            <a:r>
              <a:rPr lang="en-US"/>
              <a:t>General Manager </a:t>
            </a:r>
          </a:p>
          <a:p>
            <a:endParaRPr lang="en-US" dirty="0"/>
          </a:p>
        </p:txBody>
      </p:sp>
      <p:sp>
        <p:nvSpPr>
          <p:cNvPr id="17" name="Text Placeholder 16"/>
          <p:cNvSpPr>
            <a:spLocks noGrp="1"/>
          </p:cNvSpPr>
          <p:nvPr>
            <p:ph type="body" sz="half" idx="34"/>
          </p:nvPr>
        </p:nvSpPr>
        <p:spPr/>
        <p:txBody>
          <a:bodyPr/>
          <a:lstStyle/>
          <a:p>
            <a:r>
              <a:rPr lang="en-US"/>
              <a:t>Adam Dark</a:t>
            </a:r>
            <a:br>
              <a:rPr lang="en-US"/>
            </a:br>
            <a:r>
              <a:rPr lang="en-US"/>
              <a:t>General Manager </a:t>
            </a:r>
            <a:endParaRPr lang="en-US" dirty="0"/>
          </a:p>
        </p:txBody>
      </p:sp>
      <p:pic>
        <p:nvPicPr>
          <p:cNvPr id="22" name="Picture Placeholder 21" descr="imageHolder.jpg"/>
          <p:cNvPicPr>
            <a:picLocks noGrp="1" noChangeAspect="1"/>
          </p:cNvPicPr>
          <p:nvPr>
            <p:ph type="pic" sz="quarter" idx="10"/>
          </p:nvPr>
        </p:nvPicPr>
        <p:blipFill>
          <a:blip r:embed="rId4" cstate="print"/>
          <a:srcRect l="21914" r="21914"/>
          <a:stretch>
            <a:fillRect/>
          </a:stretch>
        </p:blipFill>
        <p:spPr/>
      </p:pic>
      <p:pic>
        <p:nvPicPr>
          <p:cNvPr id="23" name="Picture Placeholder 22" descr="imageHolder.jpg"/>
          <p:cNvPicPr>
            <a:picLocks noGrp="1" noChangeAspect="1"/>
          </p:cNvPicPr>
          <p:nvPr>
            <p:ph type="pic" sz="quarter" idx="18"/>
          </p:nvPr>
        </p:nvPicPr>
        <p:blipFill>
          <a:blip r:embed="rId5" cstate="print"/>
          <a:srcRect l="21855" r="21855"/>
          <a:stretch>
            <a:fillRect/>
          </a:stretch>
        </p:blipFill>
        <p:spPr/>
      </p:pic>
      <p:pic>
        <p:nvPicPr>
          <p:cNvPr id="24" name="Picture Placeholder 23" descr="imageHolder.jpg"/>
          <p:cNvPicPr>
            <a:picLocks noGrp="1" noChangeAspect="1"/>
          </p:cNvPicPr>
          <p:nvPr>
            <p:ph type="pic" sz="quarter" idx="26"/>
          </p:nvPr>
        </p:nvPicPr>
        <p:blipFill>
          <a:blip r:embed="rId4" cstate="print"/>
          <a:srcRect l="21914" r="21914"/>
          <a:stretch>
            <a:fillRect/>
          </a:stretch>
        </p:blipFill>
        <p:spPr/>
      </p:pic>
      <p:pic>
        <p:nvPicPr>
          <p:cNvPr id="31" name="Picture Placeholder 30" descr="imageHolder.jpg"/>
          <p:cNvPicPr>
            <a:picLocks noGrp="1" noChangeAspect="1"/>
          </p:cNvPicPr>
          <p:nvPr>
            <p:ph type="pic" sz="quarter" idx="30"/>
          </p:nvPr>
        </p:nvPicPr>
        <p:blipFill>
          <a:blip r:embed="rId4" cstate="print"/>
          <a:srcRect l="21914" r="21914"/>
          <a:stretch>
            <a:fillRect/>
          </a:stretch>
        </p:blipFill>
        <p:spPr/>
      </p:pic>
    </p:spTree>
  </p:cSld>
  <p:clrMapOvr>
    <a:masterClrMapping/>
  </p:clrMapOvr>
  <p:transition advTm="5000">
    <p:push dir="u"/>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 Placeholder 34"/>
          <p:cNvSpPr>
            <a:spLocks noGrp="1"/>
          </p:cNvSpPr>
          <p:nvPr>
            <p:ph type="body" sz="half" idx="16"/>
          </p:nvPr>
        </p:nvSpPr>
        <p:spPr/>
        <p:txBody>
          <a:bodyPr/>
          <a:lstStyle/>
          <a:p>
            <a:r>
              <a:rPr lang="en-US"/>
              <a:t>Adam Dark</a:t>
            </a:r>
            <a:br>
              <a:rPr lang="en-US"/>
            </a:br>
            <a:r>
              <a:rPr lang="en-US"/>
              <a:t>General Manager </a:t>
            </a:r>
            <a:endParaRPr lang="en-US" dirty="0"/>
          </a:p>
        </p:txBody>
      </p:sp>
      <p:pic>
        <p:nvPicPr>
          <p:cNvPr id="37" name="Picture Placeholder 36" descr="imageHolder.jpg"/>
          <p:cNvPicPr>
            <a:picLocks noGrp="1" noChangeAspect="1"/>
          </p:cNvPicPr>
          <p:nvPr>
            <p:ph type="pic" sz="quarter" idx="10"/>
          </p:nvPr>
        </p:nvPicPr>
        <p:blipFill>
          <a:blip r:embed="rId3" cstate="print"/>
          <a:srcRect l="21862" r="21862"/>
          <a:stretch>
            <a:fillRect/>
          </a:stretch>
        </p:blipFill>
        <p:spPr/>
      </p:pic>
      <p:sp>
        <p:nvSpPr>
          <p:cNvPr id="34" name="Text Placeholder 33"/>
          <p:cNvSpPr>
            <a:spLocks noGrp="1"/>
          </p:cNvSpPr>
          <p:nvPr>
            <p:ph type="body" sz="half" idx="15"/>
          </p:nvPr>
        </p:nvSpPr>
        <p:spPr/>
        <p:txBody>
          <a:bodyPr/>
          <a:lstStyle/>
          <a:p>
            <a:r>
              <a:rPr lang="en-US"/>
              <a:t>There are many variations of Lorem in some form Ipsum available, but the majority have suffered </a:t>
            </a:r>
            <a:endParaRPr lang="en-US" dirty="0"/>
          </a:p>
        </p:txBody>
      </p:sp>
      <p:sp>
        <p:nvSpPr>
          <p:cNvPr id="7" name="Title 6"/>
          <p:cNvSpPr>
            <a:spLocks noGrp="1"/>
          </p:cNvSpPr>
          <p:nvPr>
            <p:ph type="title"/>
          </p:nvPr>
        </p:nvSpPr>
        <p:spPr/>
        <p:txBody>
          <a:bodyPr/>
          <a:lstStyle/>
          <a:p>
            <a:r>
              <a:rPr lang="en-US"/>
              <a:t>Meet Our Brilliant Teams</a:t>
            </a:r>
            <a:endParaRPr lang="en-US" dirty="0"/>
          </a:p>
        </p:txBody>
      </p:sp>
      <p:sp>
        <p:nvSpPr>
          <p:cNvPr id="8" name="Text Placeholder 7"/>
          <p:cNvSpPr>
            <a:spLocks noGrp="1"/>
          </p:cNvSpPr>
          <p:nvPr>
            <p:ph type="body" sz="half" idx="2"/>
          </p:nvPr>
        </p:nvSpPr>
        <p:spPr/>
        <p:txBody>
          <a:bodyPr/>
          <a:lstStyle/>
          <a:p>
            <a:r>
              <a:rPr lang="en-US"/>
              <a:t>Meet Our Brilliant Teams</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30</a:t>
            </a:fld>
            <a:endParaRPr lang="en-US" dirty="0"/>
          </a:p>
        </p:txBody>
      </p:sp>
      <p:sp>
        <p:nvSpPr>
          <p:cNvPr id="66" name="Text Placeholder 65"/>
          <p:cNvSpPr>
            <a:spLocks noGrp="1"/>
          </p:cNvSpPr>
          <p:nvPr>
            <p:ph type="body" sz="half" idx="17"/>
          </p:nvPr>
        </p:nvSpPr>
        <p:spPr/>
        <p:txBody>
          <a:bodyPr/>
          <a:lstStyle/>
          <a:p>
            <a:r>
              <a:rPr lang="en-US"/>
              <a:t>Adam Dark</a:t>
            </a:r>
            <a:br>
              <a:rPr lang="en-US"/>
            </a:br>
            <a:r>
              <a:rPr lang="en-US"/>
              <a:t>General Manager </a:t>
            </a:r>
            <a:endParaRPr lang="en-US" dirty="0"/>
          </a:p>
        </p:txBody>
      </p:sp>
      <p:pic>
        <p:nvPicPr>
          <p:cNvPr id="33" name="Picture Placeholder 32" descr="imageHolder.jpg"/>
          <p:cNvPicPr>
            <a:picLocks noGrp="1" noChangeAspect="1"/>
          </p:cNvPicPr>
          <p:nvPr>
            <p:ph type="pic" sz="quarter" idx="18"/>
          </p:nvPr>
        </p:nvPicPr>
        <p:blipFill>
          <a:blip r:embed="rId3" cstate="print"/>
          <a:srcRect l="21862" r="21862"/>
          <a:stretch>
            <a:fillRect/>
          </a:stretch>
        </p:blipFill>
        <p:spPr/>
      </p:pic>
      <p:sp>
        <p:nvSpPr>
          <p:cNvPr id="67" name="Text Placeholder 66"/>
          <p:cNvSpPr>
            <a:spLocks noGrp="1"/>
          </p:cNvSpPr>
          <p:nvPr>
            <p:ph type="body" sz="half" idx="19"/>
          </p:nvPr>
        </p:nvSpPr>
        <p:spPr/>
        <p:txBody>
          <a:bodyPr/>
          <a:lstStyle/>
          <a:p>
            <a:r>
              <a:rPr lang="en-US"/>
              <a:t>There are many variations of Lorem in some form Ipsum available, but the majority have suffered </a:t>
            </a:r>
            <a:endParaRPr lang="en-US" dirty="0"/>
          </a:p>
        </p:txBody>
      </p:sp>
      <p:sp>
        <p:nvSpPr>
          <p:cNvPr id="54" name="Text Placeholder 53"/>
          <p:cNvSpPr>
            <a:spLocks noGrp="1"/>
          </p:cNvSpPr>
          <p:nvPr>
            <p:ph type="body" sz="half" idx="20"/>
          </p:nvPr>
        </p:nvSpPr>
        <p:spPr/>
        <p:txBody>
          <a:bodyPr/>
          <a:lstStyle/>
          <a:p>
            <a:r>
              <a:rPr lang="en-US"/>
              <a:t>Adam Dark</a:t>
            </a:r>
            <a:br>
              <a:rPr lang="en-US"/>
            </a:br>
            <a:r>
              <a:rPr lang="en-US"/>
              <a:t>General Manager</a:t>
            </a:r>
            <a:endParaRPr lang="en-US" dirty="0"/>
          </a:p>
        </p:txBody>
      </p:sp>
      <p:pic>
        <p:nvPicPr>
          <p:cNvPr id="31" name="Picture Placeholder 30" descr="imageHolder.jpg"/>
          <p:cNvPicPr>
            <a:picLocks noGrp="1" noChangeAspect="1"/>
          </p:cNvPicPr>
          <p:nvPr>
            <p:ph type="pic" sz="quarter" idx="21"/>
          </p:nvPr>
        </p:nvPicPr>
        <p:blipFill>
          <a:blip r:embed="rId3" cstate="print"/>
          <a:srcRect l="21862" r="21862"/>
          <a:stretch>
            <a:fillRect/>
          </a:stretch>
        </p:blipFill>
        <p:spPr/>
      </p:pic>
      <p:sp>
        <p:nvSpPr>
          <p:cNvPr id="56" name="Text Placeholder 55"/>
          <p:cNvSpPr>
            <a:spLocks noGrp="1"/>
          </p:cNvSpPr>
          <p:nvPr>
            <p:ph type="body" sz="half" idx="22"/>
          </p:nvPr>
        </p:nvSpPr>
        <p:spPr/>
        <p:txBody>
          <a:bodyPr/>
          <a:lstStyle/>
          <a:p>
            <a:r>
              <a:rPr lang="en-US"/>
              <a:t>There are many variations of Lorem in some form Ipsum available, but the majority have suffered </a:t>
            </a:r>
            <a:endParaRPr lang="en-US" dirty="0"/>
          </a:p>
        </p:txBody>
      </p:sp>
      <p:sp>
        <p:nvSpPr>
          <p:cNvPr id="57" name="Text Placeholder 56"/>
          <p:cNvSpPr>
            <a:spLocks noGrp="1"/>
          </p:cNvSpPr>
          <p:nvPr>
            <p:ph type="body" sz="half" idx="23"/>
          </p:nvPr>
        </p:nvSpPr>
        <p:spPr/>
        <p:txBody>
          <a:bodyPr/>
          <a:lstStyle/>
          <a:p>
            <a:r>
              <a:rPr lang="en-US"/>
              <a:t>Adam Dark</a:t>
            </a:r>
            <a:br>
              <a:rPr lang="en-US"/>
            </a:br>
            <a:r>
              <a:rPr lang="en-US"/>
              <a:t>General Manager </a:t>
            </a:r>
            <a:endParaRPr lang="en-US" dirty="0"/>
          </a:p>
        </p:txBody>
      </p:sp>
      <p:pic>
        <p:nvPicPr>
          <p:cNvPr id="38" name="Picture Placeholder 37" descr="imageHolder.jpg"/>
          <p:cNvPicPr>
            <a:picLocks noGrp="1" noChangeAspect="1"/>
          </p:cNvPicPr>
          <p:nvPr>
            <p:ph type="pic" sz="quarter" idx="24"/>
          </p:nvPr>
        </p:nvPicPr>
        <p:blipFill>
          <a:blip r:embed="rId4" cstate="print"/>
          <a:srcRect l="21956" r="21956"/>
          <a:stretch>
            <a:fillRect/>
          </a:stretch>
        </p:blipFill>
        <p:spPr/>
      </p:pic>
      <p:sp>
        <p:nvSpPr>
          <p:cNvPr id="59" name="Text Placeholder 58"/>
          <p:cNvSpPr>
            <a:spLocks noGrp="1"/>
          </p:cNvSpPr>
          <p:nvPr>
            <p:ph type="body" sz="half" idx="25"/>
          </p:nvPr>
        </p:nvSpPr>
        <p:spPr/>
        <p:txBody>
          <a:bodyPr/>
          <a:lstStyle/>
          <a:p>
            <a:r>
              <a:rPr lang="en-US"/>
              <a:t>There are many variations of Lorem in some form Ipsum available, but the majority have suffered </a:t>
            </a:r>
            <a:endParaRPr lang="en-US" dirty="0"/>
          </a:p>
        </p:txBody>
      </p:sp>
      <p:sp>
        <p:nvSpPr>
          <p:cNvPr id="60" name="Text Placeholder 59"/>
          <p:cNvSpPr>
            <a:spLocks noGrp="1"/>
          </p:cNvSpPr>
          <p:nvPr>
            <p:ph type="body" sz="half" idx="26"/>
          </p:nvPr>
        </p:nvSpPr>
        <p:spPr/>
        <p:txBody>
          <a:bodyPr/>
          <a:lstStyle/>
          <a:p>
            <a:r>
              <a:rPr lang="en-US"/>
              <a:t>Adam Dark</a:t>
            </a:r>
            <a:br>
              <a:rPr lang="en-US"/>
            </a:br>
            <a:r>
              <a:rPr lang="en-US"/>
              <a:t>General Manager </a:t>
            </a:r>
            <a:endParaRPr lang="en-US" dirty="0"/>
          </a:p>
        </p:txBody>
      </p:sp>
      <p:pic>
        <p:nvPicPr>
          <p:cNvPr id="36" name="Picture Placeholder 35" descr="imageHolder.jpg"/>
          <p:cNvPicPr>
            <a:picLocks noGrp="1" noChangeAspect="1"/>
          </p:cNvPicPr>
          <p:nvPr>
            <p:ph type="pic" sz="quarter" idx="27"/>
          </p:nvPr>
        </p:nvPicPr>
        <p:blipFill>
          <a:blip r:embed="rId4" cstate="print"/>
          <a:srcRect l="21956" r="21956"/>
          <a:stretch>
            <a:fillRect/>
          </a:stretch>
        </p:blipFill>
        <p:spPr/>
      </p:pic>
      <p:sp>
        <p:nvSpPr>
          <p:cNvPr id="62" name="Text Placeholder 61"/>
          <p:cNvSpPr>
            <a:spLocks noGrp="1"/>
          </p:cNvSpPr>
          <p:nvPr>
            <p:ph type="body" sz="half" idx="28"/>
          </p:nvPr>
        </p:nvSpPr>
        <p:spPr/>
        <p:txBody>
          <a:bodyPr/>
          <a:lstStyle/>
          <a:p>
            <a:r>
              <a:rPr lang="en-US"/>
              <a:t>There are many variations of Lorem in some form Ipsum available, but the majority have suffered </a:t>
            </a:r>
            <a:endParaRPr lang="en-US" dirty="0"/>
          </a:p>
        </p:txBody>
      </p:sp>
      <p:sp>
        <p:nvSpPr>
          <p:cNvPr id="63" name="Text Placeholder 62"/>
          <p:cNvSpPr>
            <a:spLocks noGrp="1"/>
          </p:cNvSpPr>
          <p:nvPr>
            <p:ph type="body" sz="half" idx="29"/>
          </p:nvPr>
        </p:nvSpPr>
        <p:spPr/>
        <p:txBody>
          <a:bodyPr/>
          <a:lstStyle/>
          <a:p>
            <a:r>
              <a:rPr lang="en-US"/>
              <a:t>Adam Dark</a:t>
            </a:r>
            <a:br>
              <a:rPr lang="en-US"/>
            </a:br>
            <a:r>
              <a:rPr lang="en-US"/>
              <a:t>General Manager </a:t>
            </a:r>
            <a:endParaRPr lang="en-US" dirty="0"/>
          </a:p>
        </p:txBody>
      </p:sp>
      <p:pic>
        <p:nvPicPr>
          <p:cNvPr id="32" name="Picture Placeholder 31" descr="imageHolder.jpg"/>
          <p:cNvPicPr>
            <a:picLocks noGrp="1" noChangeAspect="1"/>
          </p:cNvPicPr>
          <p:nvPr>
            <p:ph type="pic" sz="quarter" idx="30"/>
          </p:nvPr>
        </p:nvPicPr>
        <p:blipFill>
          <a:blip r:embed="rId4" cstate="print"/>
          <a:srcRect l="21956" r="21956"/>
          <a:stretch>
            <a:fillRect/>
          </a:stretch>
        </p:blipFill>
        <p:spPr/>
      </p:pic>
      <p:sp>
        <p:nvSpPr>
          <p:cNvPr id="65" name="Text Placeholder 64"/>
          <p:cNvSpPr>
            <a:spLocks noGrp="1"/>
          </p:cNvSpPr>
          <p:nvPr>
            <p:ph type="body" sz="half" idx="31"/>
          </p:nvPr>
        </p:nvSpPr>
        <p:spPr/>
        <p:txBody>
          <a:bodyPr/>
          <a:lstStyle/>
          <a:p>
            <a:r>
              <a:rPr lang="en-US"/>
              <a:t>There are many variations of Lorem in some form Ipsum available, but the majority have suffered </a:t>
            </a:r>
            <a:endParaRPr lang="en-US" dirty="0"/>
          </a:p>
        </p:txBody>
      </p:sp>
    </p:spTree>
  </p:cSld>
  <p:clrMapOvr>
    <a:masterClrMapping/>
  </p:clrMapOvr>
  <p:transition advTm="5000">
    <p:push dir="u"/>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31</a:t>
            </a:fld>
            <a:endParaRPr lang="en-US" dirty="0"/>
          </a:p>
        </p:txBody>
      </p:sp>
      <p:pic>
        <p:nvPicPr>
          <p:cNvPr id="175" name="Picture Placeholder 174" descr="imageHolder.jpg"/>
          <p:cNvPicPr>
            <a:picLocks noGrp="1" noChangeAspect="1"/>
          </p:cNvPicPr>
          <p:nvPr>
            <p:ph type="pic" sz="quarter" idx="15"/>
          </p:nvPr>
        </p:nvPicPr>
        <p:blipFill>
          <a:blip r:embed="rId3" cstate="print"/>
          <a:srcRect l="22431" r="22431"/>
          <a:stretch>
            <a:fillRect/>
          </a:stretch>
        </p:blipFill>
        <p:spPr/>
      </p:pic>
      <p:sp>
        <p:nvSpPr>
          <p:cNvPr id="32" name="TextBox 31"/>
          <p:cNvSpPr txBox="1"/>
          <p:nvPr/>
        </p:nvSpPr>
        <p:spPr>
          <a:xfrm>
            <a:off x="2382934" y="1555541"/>
            <a:ext cx="1243681" cy="369332"/>
          </a:xfrm>
          <a:prstGeom prst="rect">
            <a:avLst/>
          </a:prstGeom>
          <a:noFill/>
        </p:spPr>
        <p:txBody>
          <a:bodyPr wrap="square" lIns="0" tIns="0" rIns="0" bIns="0" rtlCol="0" anchor="ctr">
            <a:spAutoFit/>
          </a:bodyPr>
          <a:lstStyle/>
          <a:p>
            <a:r>
              <a:rPr lang="en-US" sz="1200" b="1" dirty="0">
                <a:solidFill>
                  <a:schemeClr val="bg1"/>
                </a:solidFill>
              </a:rPr>
              <a:t>Rachel Dark</a:t>
            </a:r>
          </a:p>
          <a:p>
            <a:r>
              <a:rPr lang="en-US" sz="1200" b="1" dirty="0">
                <a:solidFill>
                  <a:schemeClr val="bg1"/>
                </a:solidFill>
              </a:rPr>
              <a:t>CONSULTANT</a:t>
            </a:r>
          </a:p>
        </p:txBody>
      </p:sp>
      <p:sp>
        <p:nvSpPr>
          <p:cNvPr id="36" name="TextBox 35"/>
          <p:cNvSpPr txBox="1"/>
          <p:nvPr/>
        </p:nvSpPr>
        <p:spPr>
          <a:xfrm>
            <a:off x="2382934" y="1983150"/>
            <a:ext cx="1877962" cy="923330"/>
          </a:xfrm>
          <a:prstGeom prst="rect">
            <a:avLst/>
          </a:prstGeom>
          <a:noFill/>
        </p:spPr>
        <p:txBody>
          <a:bodyPr wrap="square" lIns="0" tIns="0" rIns="0" bIns="0" rtlCol="0">
            <a:spAutoFit/>
          </a:bodyPr>
          <a:lstStyle/>
          <a:p>
            <a:pPr defTabSz="914400">
              <a:spcBef>
                <a:spcPct val="20000"/>
              </a:spcBef>
              <a:defRPr/>
            </a:pPr>
            <a:r>
              <a:rPr lang="en-US" sz="1000" dirty="0">
                <a:solidFill>
                  <a:schemeClr val="bg1"/>
                </a:solidFill>
              </a:rPr>
              <a:t>There are many variations of Lorem Ipsum available, but the majority have suffered  in some form, by injected humour, or  the randomized by injected humour or randomized.</a:t>
            </a:r>
          </a:p>
        </p:txBody>
      </p:sp>
      <p:sp>
        <p:nvSpPr>
          <p:cNvPr id="40" name="Oval 39"/>
          <p:cNvSpPr/>
          <p:nvPr/>
        </p:nvSpPr>
        <p:spPr>
          <a:xfrm>
            <a:off x="3574106" y="1042654"/>
            <a:ext cx="686790" cy="686790"/>
          </a:xfrm>
          <a:prstGeom prst="ellipse">
            <a:avLst/>
          </a:prstGeom>
          <a:solidFill>
            <a:schemeClr val="accent1"/>
          </a:solidFill>
          <a:ln w="190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1">
                  <a:lumMod val="75000"/>
                </a:schemeClr>
              </a:solidFill>
              <a:latin typeface="FontAwesome" pitchFamily="2" charset="0"/>
            </a:endParaRPr>
          </a:p>
        </p:txBody>
      </p:sp>
      <p:sp>
        <p:nvSpPr>
          <p:cNvPr id="44" name="Freeform 62"/>
          <p:cNvSpPr>
            <a:spLocks noChangeAspect="1" noEditPoints="1"/>
          </p:cNvSpPr>
          <p:nvPr/>
        </p:nvSpPr>
        <p:spPr bwMode="auto">
          <a:xfrm>
            <a:off x="3761708" y="1229009"/>
            <a:ext cx="311587" cy="314080"/>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Rectangle 28"/>
          <p:cNvSpPr/>
          <p:nvPr/>
        </p:nvSpPr>
        <p:spPr>
          <a:xfrm>
            <a:off x="4696739" y="1341570"/>
            <a:ext cx="1223092" cy="169277"/>
          </a:xfrm>
          <a:prstGeom prst="rect">
            <a:avLst/>
          </a:prstGeom>
        </p:spPr>
        <p:txBody>
          <a:bodyPr wrap="none" lIns="0" tIns="0" rIns="0" bIns="0" anchor="ctr">
            <a:spAutoFit/>
          </a:bodyPr>
          <a:lstStyle/>
          <a:p>
            <a:r>
              <a:rPr lang="en-US" sz="1100" b="1" dirty="0">
                <a:solidFill>
                  <a:schemeClr val="tx1">
                    <a:lumMod val="50000"/>
                    <a:lumOff val="50000"/>
                  </a:schemeClr>
                </a:solidFill>
              </a:rPr>
              <a:t>Work Experiences</a:t>
            </a:r>
          </a:p>
        </p:txBody>
      </p:sp>
      <p:grpSp>
        <p:nvGrpSpPr>
          <p:cNvPr id="3" name="Group 79"/>
          <p:cNvGrpSpPr/>
          <p:nvPr/>
        </p:nvGrpSpPr>
        <p:grpSpPr>
          <a:xfrm>
            <a:off x="4696740" y="1563878"/>
            <a:ext cx="3768228" cy="284342"/>
            <a:chOff x="3386384" y="2777830"/>
            <a:chExt cx="2459319" cy="284342"/>
          </a:xfrm>
        </p:grpSpPr>
        <p:sp>
          <p:nvSpPr>
            <p:cNvPr id="49" name="Rectangle 48"/>
            <p:cNvSpPr/>
            <p:nvPr/>
          </p:nvSpPr>
          <p:spPr>
            <a:xfrm>
              <a:off x="3386384" y="2777830"/>
              <a:ext cx="670055" cy="153888"/>
            </a:xfrm>
            <a:prstGeom prst="rect">
              <a:avLst/>
            </a:prstGeom>
          </p:spPr>
          <p:txBody>
            <a:bodyPr wrap="none" lIns="0" tIns="0" rIns="0" bIns="0" anchor="ctr">
              <a:spAutoFit/>
            </a:bodyPr>
            <a:lstStyle/>
            <a:p>
              <a:r>
                <a:rPr lang="en-US" sz="1000" b="1" dirty="0">
                  <a:solidFill>
                    <a:schemeClr val="tx2">
                      <a:lumMod val="50000"/>
                      <a:lumOff val="50000"/>
                    </a:schemeClr>
                  </a:solidFill>
                </a:rPr>
                <a:t>Photoshop</a:t>
              </a:r>
            </a:p>
          </p:txBody>
        </p:sp>
        <p:grpSp>
          <p:nvGrpSpPr>
            <p:cNvPr id="4" name="Group 104"/>
            <p:cNvGrpSpPr/>
            <p:nvPr/>
          </p:nvGrpSpPr>
          <p:grpSpPr>
            <a:xfrm flipV="1">
              <a:off x="3386386" y="2946958"/>
              <a:ext cx="2459317" cy="115214"/>
              <a:chOff x="5286904" y="1650039"/>
              <a:chExt cx="3087157" cy="230428"/>
            </a:xfrm>
          </p:grpSpPr>
          <p:sp>
            <p:nvSpPr>
              <p:cNvPr id="52" name="Rounded Rectangle 51"/>
              <p:cNvSpPr/>
              <p:nvPr/>
            </p:nvSpPr>
            <p:spPr>
              <a:xfrm rot="10800000">
                <a:off x="5286904" y="1650039"/>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53" name="Rounded Rectangle 52"/>
              <p:cNvSpPr/>
              <p:nvPr/>
            </p:nvSpPr>
            <p:spPr>
              <a:xfrm>
                <a:off x="5286911" y="1650039"/>
                <a:ext cx="2351823" cy="23042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51" name="Rectangle 50"/>
            <p:cNvSpPr/>
            <p:nvPr/>
          </p:nvSpPr>
          <p:spPr>
            <a:xfrm>
              <a:off x="5581936" y="2777830"/>
              <a:ext cx="254878"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80%</a:t>
              </a:r>
            </a:p>
          </p:txBody>
        </p:sp>
      </p:grpSp>
      <p:grpSp>
        <p:nvGrpSpPr>
          <p:cNvPr id="5" name="Group 80"/>
          <p:cNvGrpSpPr/>
          <p:nvPr/>
        </p:nvGrpSpPr>
        <p:grpSpPr>
          <a:xfrm>
            <a:off x="4696739" y="1949820"/>
            <a:ext cx="3768230" cy="294681"/>
            <a:chOff x="3386384" y="3135054"/>
            <a:chExt cx="2459320" cy="294681"/>
          </a:xfrm>
        </p:grpSpPr>
        <p:sp>
          <p:nvSpPr>
            <p:cNvPr id="55" name="Rectangle 54"/>
            <p:cNvSpPr/>
            <p:nvPr/>
          </p:nvSpPr>
          <p:spPr>
            <a:xfrm>
              <a:off x="3386384" y="3135054"/>
              <a:ext cx="732573" cy="153888"/>
            </a:xfrm>
            <a:prstGeom prst="rect">
              <a:avLst/>
            </a:prstGeom>
          </p:spPr>
          <p:txBody>
            <a:bodyPr wrap="none" lIns="0" tIns="0" rIns="0" bIns="0" anchor="ctr">
              <a:spAutoFit/>
            </a:bodyPr>
            <a:lstStyle/>
            <a:p>
              <a:r>
                <a:rPr lang="en-US" sz="1000" b="1" dirty="0">
                  <a:solidFill>
                    <a:schemeClr val="tx2">
                      <a:lumMod val="50000"/>
                      <a:lumOff val="50000"/>
                    </a:schemeClr>
                  </a:solidFill>
                </a:rPr>
                <a:t>Web Design</a:t>
              </a:r>
            </a:p>
          </p:txBody>
        </p:sp>
        <p:grpSp>
          <p:nvGrpSpPr>
            <p:cNvPr id="7" name="Group 103"/>
            <p:cNvGrpSpPr/>
            <p:nvPr/>
          </p:nvGrpSpPr>
          <p:grpSpPr>
            <a:xfrm flipV="1">
              <a:off x="3386384" y="3314521"/>
              <a:ext cx="2459320" cy="115214"/>
              <a:chOff x="5286904" y="2122785"/>
              <a:chExt cx="3087157" cy="230429"/>
            </a:xfrm>
          </p:grpSpPr>
          <p:sp>
            <p:nvSpPr>
              <p:cNvPr id="58" name="Rounded Rectangle 57"/>
              <p:cNvSpPr/>
              <p:nvPr/>
            </p:nvSpPr>
            <p:spPr>
              <a:xfrm rot="10800000">
                <a:off x="5286904" y="2122786"/>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59" name="Rounded Rectangle 58"/>
              <p:cNvSpPr/>
              <p:nvPr/>
            </p:nvSpPr>
            <p:spPr>
              <a:xfrm>
                <a:off x="5286911" y="2122785"/>
                <a:ext cx="2821942" cy="230429"/>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57" name="Rectangle 56"/>
            <p:cNvSpPr/>
            <p:nvPr/>
          </p:nvSpPr>
          <p:spPr>
            <a:xfrm>
              <a:off x="5581936" y="3160633"/>
              <a:ext cx="254878"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90%</a:t>
              </a:r>
            </a:p>
          </p:txBody>
        </p:sp>
      </p:grpSp>
      <p:grpSp>
        <p:nvGrpSpPr>
          <p:cNvPr id="8" name="Group 81"/>
          <p:cNvGrpSpPr/>
          <p:nvPr/>
        </p:nvGrpSpPr>
        <p:grpSpPr>
          <a:xfrm>
            <a:off x="4696739" y="2346101"/>
            <a:ext cx="3768230" cy="283099"/>
            <a:chOff x="3386384" y="3492278"/>
            <a:chExt cx="2459320" cy="283099"/>
          </a:xfrm>
        </p:grpSpPr>
        <p:sp>
          <p:nvSpPr>
            <p:cNvPr id="61" name="Rectangle 60"/>
            <p:cNvSpPr/>
            <p:nvPr/>
          </p:nvSpPr>
          <p:spPr>
            <a:xfrm>
              <a:off x="3386384" y="3492278"/>
              <a:ext cx="442429" cy="153888"/>
            </a:xfrm>
            <a:prstGeom prst="rect">
              <a:avLst/>
            </a:prstGeom>
          </p:spPr>
          <p:txBody>
            <a:bodyPr wrap="none" lIns="0" tIns="0" rIns="0" bIns="0" anchor="ctr">
              <a:spAutoFit/>
            </a:bodyPr>
            <a:lstStyle/>
            <a:p>
              <a:r>
                <a:rPr lang="en-US" sz="1000" b="1" dirty="0">
                  <a:solidFill>
                    <a:schemeClr val="tx2">
                      <a:lumMod val="50000"/>
                      <a:lumOff val="50000"/>
                    </a:schemeClr>
                  </a:solidFill>
                </a:rPr>
                <a:t>Coding</a:t>
              </a:r>
            </a:p>
          </p:txBody>
        </p:sp>
        <p:grpSp>
          <p:nvGrpSpPr>
            <p:cNvPr id="9" name="Group 102"/>
            <p:cNvGrpSpPr/>
            <p:nvPr/>
          </p:nvGrpSpPr>
          <p:grpSpPr>
            <a:xfrm flipV="1">
              <a:off x="3386384" y="3660163"/>
              <a:ext cx="2459320" cy="115214"/>
              <a:chOff x="5286904" y="2613366"/>
              <a:chExt cx="3087157" cy="230429"/>
            </a:xfrm>
          </p:grpSpPr>
          <p:sp>
            <p:nvSpPr>
              <p:cNvPr id="65" name="Rounded Rectangle 64"/>
              <p:cNvSpPr/>
              <p:nvPr/>
            </p:nvSpPr>
            <p:spPr>
              <a:xfrm rot="10800000">
                <a:off x="5286904" y="2613367"/>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66" name="Rounded Rectangle 65"/>
              <p:cNvSpPr/>
              <p:nvPr/>
            </p:nvSpPr>
            <p:spPr>
              <a:xfrm>
                <a:off x="5286912" y="2613366"/>
                <a:ext cx="2211417" cy="221189"/>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64" name="Rectangle 63"/>
            <p:cNvSpPr/>
            <p:nvPr/>
          </p:nvSpPr>
          <p:spPr>
            <a:xfrm>
              <a:off x="5581936" y="3506275"/>
              <a:ext cx="254878"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70%</a:t>
              </a:r>
            </a:p>
          </p:txBody>
        </p:sp>
      </p:grpSp>
      <p:grpSp>
        <p:nvGrpSpPr>
          <p:cNvPr id="10" name="Group 83"/>
          <p:cNvGrpSpPr/>
          <p:nvPr/>
        </p:nvGrpSpPr>
        <p:grpSpPr>
          <a:xfrm>
            <a:off x="4696739" y="2730801"/>
            <a:ext cx="3768230" cy="271516"/>
            <a:chOff x="3386384" y="3849503"/>
            <a:chExt cx="2459320" cy="271516"/>
          </a:xfrm>
        </p:grpSpPr>
        <p:sp>
          <p:nvSpPr>
            <p:cNvPr id="69" name="Rectangle 68"/>
            <p:cNvSpPr/>
            <p:nvPr/>
          </p:nvSpPr>
          <p:spPr>
            <a:xfrm>
              <a:off x="3386384" y="3849503"/>
              <a:ext cx="617157" cy="153888"/>
            </a:xfrm>
            <a:prstGeom prst="rect">
              <a:avLst/>
            </a:prstGeom>
          </p:spPr>
          <p:txBody>
            <a:bodyPr wrap="none" lIns="0" tIns="0" rIns="0" bIns="0" anchor="ctr">
              <a:spAutoFit/>
            </a:bodyPr>
            <a:lstStyle/>
            <a:p>
              <a:r>
                <a:rPr lang="en-US" sz="1000" b="1" dirty="0">
                  <a:solidFill>
                    <a:schemeClr val="tx2">
                      <a:lumMod val="50000"/>
                      <a:lumOff val="50000"/>
                    </a:schemeClr>
                  </a:solidFill>
                </a:rPr>
                <a:t>Developer</a:t>
              </a:r>
            </a:p>
          </p:txBody>
        </p:sp>
        <p:grpSp>
          <p:nvGrpSpPr>
            <p:cNvPr id="11" name="Group 102"/>
            <p:cNvGrpSpPr/>
            <p:nvPr/>
          </p:nvGrpSpPr>
          <p:grpSpPr>
            <a:xfrm flipV="1">
              <a:off x="3386384" y="4005805"/>
              <a:ext cx="2459320" cy="115214"/>
              <a:chOff x="5286904" y="2613366"/>
              <a:chExt cx="3087157" cy="230429"/>
            </a:xfrm>
          </p:grpSpPr>
          <p:sp>
            <p:nvSpPr>
              <p:cNvPr id="73" name="Rounded Rectangle 72"/>
              <p:cNvSpPr/>
              <p:nvPr/>
            </p:nvSpPr>
            <p:spPr>
              <a:xfrm rot="10800000">
                <a:off x="5286904" y="2613367"/>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74" name="Rounded Rectangle 73"/>
              <p:cNvSpPr/>
              <p:nvPr/>
            </p:nvSpPr>
            <p:spPr>
              <a:xfrm>
                <a:off x="5286911" y="2613366"/>
                <a:ext cx="2107831" cy="23042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71" name="Rectangle 70"/>
            <p:cNvSpPr/>
            <p:nvPr/>
          </p:nvSpPr>
          <p:spPr>
            <a:xfrm>
              <a:off x="5581936" y="3851917"/>
              <a:ext cx="254878"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60%</a:t>
              </a:r>
            </a:p>
          </p:txBody>
        </p:sp>
      </p:grpSp>
      <p:sp>
        <p:nvSpPr>
          <p:cNvPr id="84" name="Footer Text"/>
          <p:cNvSpPr txBox="1"/>
          <p:nvPr/>
        </p:nvSpPr>
        <p:spPr>
          <a:xfrm>
            <a:off x="4650289" y="3366943"/>
            <a:ext cx="3957827" cy="1077218"/>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of the passage of lorem ipsum, you need to be sure there embarrassing hidden in the middle of text. All the lorem ipsum. words which don't look even slightly  of the believable. If you are going to use A passage of lorem ipsum, you need to be sure there embarrassing</a:t>
            </a:r>
          </a:p>
        </p:txBody>
      </p:sp>
      <p:sp>
        <p:nvSpPr>
          <p:cNvPr id="97" name="Text Placeholder 3"/>
          <p:cNvSpPr txBox="1">
            <a:spLocks/>
          </p:cNvSpPr>
          <p:nvPr/>
        </p:nvSpPr>
        <p:spPr>
          <a:xfrm>
            <a:off x="2370228" y="3407669"/>
            <a:ext cx="35266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2008</a:t>
            </a:r>
          </a:p>
        </p:txBody>
      </p:sp>
      <p:sp>
        <p:nvSpPr>
          <p:cNvPr id="98" name="Text Placeholder 3"/>
          <p:cNvSpPr txBox="1">
            <a:spLocks/>
          </p:cNvSpPr>
          <p:nvPr/>
        </p:nvSpPr>
        <p:spPr>
          <a:xfrm>
            <a:off x="2370228" y="3788580"/>
            <a:ext cx="35266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2010</a:t>
            </a:r>
          </a:p>
        </p:txBody>
      </p:sp>
      <p:sp>
        <p:nvSpPr>
          <p:cNvPr id="99" name="Text Placeholder 3"/>
          <p:cNvSpPr txBox="1">
            <a:spLocks/>
          </p:cNvSpPr>
          <p:nvPr/>
        </p:nvSpPr>
        <p:spPr>
          <a:xfrm>
            <a:off x="2370228" y="4205499"/>
            <a:ext cx="35266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2014</a:t>
            </a:r>
          </a:p>
        </p:txBody>
      </p:sp>
      <p:sp>
        <p:nvSpPr>
          <p:cNvPr id="100" name="Text Placeholder 3"/>
          <p:cNvSpPr txBox="1">
            <a:spLocks/>
          </p:cNvSpPr>
          <p:nvPr/>
        </p:nvSpPr>
        <p:spPr>
          <a:xfrm>
            <a:off x="660152" y="3231726"/>
            <a:ext cx="63684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Award01</a:t>
            </a:r>
          </a:p>
        </p:txBody>
      </p:sp>
      <p:sp>
        <p:nvSpPr>
          <p:cNvPr id="101" name="Text Placeholder 3"/>
          <p:cNvSpPr txBox="1">
            <a:spLocks/>
          </p:cNvSpPr>
          <p:nvPr/>
        </p:nvSpPr>
        <p:spPr>
          <a:xfrm>
            <a:off x="660153" y="3419280"/>
            <a:ext cx="1588518"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a:t>
            </a:r>
          </a:p>
        </p:txBody>
      </p:sp>
      <p:sp>
        <p:nvSpPr>
          <p:cNvPr id="102" name="Text Placeholder 3"/>
          <p:cNvSpPr txBox="1">
            <a:spLocks/>
          </p:cNvSpPr>
          <p:nvPr/>
        </p:nvSpPr>
        <p:spPr>
          <a:xfrm>
            <a:off x="660152" y="3621624"/>
            <a:ext cx="63684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Award01</a:t>
            </a:r>
          </a:p>
        </p:txBody>
      </p:sp>
      <p:sp>
        <p:nvSpPr>
          <p:cNvPr id="103" name="Text Placeholder 3"/>
          <p:cNvSpPr txBox="1">
            <a:spLocks/>
          </p:cNvSpPr>
          <p:nvPr/>
        </p:nvSpPr>
        <p:spPr>
          <a:xfrm>
            <a:off x="660153" y="3802170"/>
            <a:ext cx="1588518"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a:t>
            </a:r>
          </a:p>
        </p:txBody>
      </p:sp>
      <p:sp>
        <p:nvSpPr>
          <p:cNvPr id="104" name="Text Placeholder 3"/>
          <p:cNvSpPr txBox="1">
            <a:spLocks/>
          </p:cNvSpPr>
          <p:nvPr/>
        </p:nvSpPr>
        <p:spPr>
          <a:xfrm>
            <a:off x="660152" y="4025473"/>
            <a:ext cx="63684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Award01</a:t>
            </a:r>
          </a:p>
        </p:txBody>
      </p:sp>
      <p:sp>
        <p:nvSpPr>
          <p:cNvPr id="105" name="Text Placeholder 3"/>
          <p:cNvSpPr txBox="1">
            <a:spLocks/>
          </p:cNvSpPr>
          <p:nvPr/>
        </p:nvSpPr>
        <p:spPr>
          <a:xfrm>
            <a:off x="660153" y="4208568"/>
            <a:ext cx="1588518"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a:t>
            </a:r>
          </a:p>
        </p:txBody>
      </p:sp>
      <p:grpSp>
        <p:nvGrpSpPr>
          <p:cNvPr id="12" name="Group 183"/>
          <p:cNvGrpSpPr/>
          <p:nvPr/>
        </p:nvGrpSpPr>
        <p:grpSpPr>
          <a:xfrm>
            <a:off x="3246694" y="3284619"/>
            <a:ext cx="1218918" cy="1196620"/>
            <a:chOff x="4559300" y="1220788"/>
            <a:chExt cx="3384551" cy="3322637"/>
          </a:xfrm>
          <a:solidFill>
            <a:schemeClr val="accent1"/>
          </a:solidFill>
        </p:grpSpPr>
        <p:sp>
          <p:nvSpPr>
            <p:cNvPr id="107" name="Freeform 74"/>
            <p:cNvSpPr>
              <a:spLocks noEditPoints="1"/>
            </p:cNvSpPr>
            <p:nvPr/>
          </p:nvSpPr>
          <p:spPr bwMode="auto">
            <a:xfrm>
              <a:off x="4781550" y="1436688"/>
              <a:ext cx="1744663" cy="3106737"/>
            </a:xfrm>
            <a:custGeom>
              <a:avLst/>
              <a:gdLst/>
              <a:ahLst/>
              <a:cxnLst>
                <a:cxn ang="0">
                  <a:pos x="465" y="929"/>
                </a:cxn>
                <a:cxn ang="0">
                  <a:pos x="552" y="966"/>
                </a:cxn>
                <a:cxn ang="0">
                  <a:pos x="319" y="0"/>
                </a:cxn>
                <a:cxn ang="0">
                  <a:pos x="279" y="17"/>
                </a:cxn>
                <a:cxn ang="0">
                  <a:pos x="218" y="47"/>
                </a:cxn>
                <a:cxn ang="0">
                  <a:pos x="209" y="53"/>
                </a:cxn>
                <a:cxn ang="0">
                  <a:pos x="147" y="106"/>
                </a:cxn>
                <a:cxn ang="0">
                  <a:pos x="102" y="148"/>
                </a:cxn>
                <a:cxn ang="0">
                  <a:pos x="90" y="164"/>
                </a:cxn>
                <a:cxn ang="0">
                  <a:pos x="51" y="237"/>
                </a:cxn>
                <a:cxn ang="0">
                  <a:pos x="24" y="296"/>
                </a:cxn>
                <a:cxn ang="0">
                  <a:pos x="19" y="313"/>
                </a:cxn>
                <a:cxn ang="0">
                  <a:pos x="7" y="396"/>
                </a:cxn>
                <a:cxn ang="0">
                  <a:pos x="0" y="453"/>
                </a:cxn>
                <a:cxn ang="0">
                  <a:pos x="2" y="477"/>
                </a:cxn>
                <a:cxn ang="0">
                  <a:pos x="21" y="557"/>
                </a:cxn>
                <a:cxn ang="0">
                  <a:pos x="16" y="557"/>
                </a:cxn>
                <a:cxn ang="0">
                  <a:pos x="48" y="632"/>
                </a:cxn>
                <a:cxn ang="0">
                  <a:pos x="69" y="683"/>
                </a:cxn>
                <a:cxn ang="0">
                  <a:pos x="83" y="704"/>
                </a:cxn>
                <a:cxn ang="0">
                  <a:pos x="141" y="764"/>
                </a:cxn>
                <a:cxn ang="0">
                  <a:pos x="179" y="805"/>
                </a:cxn>
                <a:cxn ang="0">
                  <a:pos x="199" y="820"/>
                </a:cxn>
                <a:cxn ang="0">
                  <a:pos x="274" y="856"/>
                </a:cxn>
                <a:cxn ang="0">
                  <a:pos x="319" y="881"/>
                </a:cxn>
                <a:cxn ang="0">
                  <a:pos x="351" y="883"/>
                </a:cxn>
                <a:cxn ang="0">
                  <a:pos x="445" y="918"/>
                </a:cxn>
                <a:cxn ang="0">
                  <a:pos x="429" y="894"/>
                </a:cxn>
                <a:cxn ang="0">
                  <a:pos x="362" y="886"/>
                </a:cxn>
                <a:cxn ang="0">
                  <a:pos x="287" y="853"/>
                </a:cxn>
                <a:cxn ang="0">
                  <a:pos x="265" y="843"/>
                </a:cxn>
                <a:cxn ang="0">
                  <a:pos x="213" y="822"/>
                </a:cxn>
                <a:cxn ang="0">
                  <a:pos x="154" y="765"/>
                </a:cxn>
                <a:cxn ang="0">
                  <a:pos x="136" y="747"/>
                </a:cxn>
                <a:cxn ang="0">
                  <a:pos x="95" y="710"/>
                </a:cxn>
                <a:cxn ang="0">
                  <a:pos x="58" y="638"/>
                </a:cxn>
                <a:cxn ang="0">
                  <a:pos x="50" y="621"/>
                </a:cxn>
                <a:cxn ang="0">
                  <a:pos x="24" y="567"/>
                </a:cxn>
                <a:cxn ang="0">
                  <a:pos x="13" y="487"/>
                </a:cxn>
                <a:cxn ang="0">
                  <a:pos x="11" y="471"/>
                </a:cxn>
                <a:cxn ang="0">
                  <a:pos x="8" y="406"/>
                </a:cxn>
                <a:cxn ang="0">
                  <a:pos x="13" y="390"/>
                </a:cxn>
                <a:cxn ang="0">
                  <a:pos x="20" y="324"/>
                </a:cxn>
                <a:cxn ang="0">
                  <a:pos x="51" y="247"/>
                </a:cxn>
                <a:cxn ang="0">
                  <a:pos x="56" y="236"/>
                </a:cxn>
                <a:cxn ang="0">
                  <a:pos x="88" y="175"/>
                </a:cxn>
                <a:cxn ang="0">
                  <a:pos x="142" y="113"/>
                </a:cxn>
                <a:cxn ang="0">
                  <a:pos x="147" y="108"/>
                </a:cxn>
                <a:cxn ang="0">
                  <a:pos x="204" y="62"/>
                </a:cxn>
                <a:cxn ang="0">
                  <a:pos x="209" y="58"/>
                </a:cxn>
                <a:cxn ang="0">
                  <a:pos x="271" y="21"/>
                </a:cxn>
                <a:cxn ang="0">
                  <a:pos x="318" y="2"/>
                </a:cxn>
                <a:cxn ang="0">
                  <a:pos x="319" y="0"/>
                </a:cxn>
              </a:cxnLst>
              <a:rect l="0" t="0" r="r" b="b"/>
              <a:pathLst>
                <a:path w="552" h="981">
                  <a:moveTo>
                    <a:pt x="486" y="918"/>
                  </a:moveTo>
                  <a:cubicBezTo>
                    <a:pt x="479" y="922"/>
                    <a:pt x="472" y="925"/>
                    <a:pt x="465" y="929"/>
                  </a:cubicBezTo>
                  <a:cubicBezTo>
                    <a:pt x="514" y="954"/>
                    <a:pt x="536" y="981"/>
                    <a:pt x="536" y="981"/>
                  </a:cubicBezTo>
                  <a:cubicBezTo>
                    <a:pt x="552" y="966"/>
                    <a:pt x="552" y="966"/>
                    <a:pt x="552" y="966"/>
                  </a:cubicBezTo>
                  <a:cubicBezTo>
                    <a:pt x="552" y="966"/>
                    <a:pt x="533" y="943"/>
                    <a:pt x="486" y="918"/>
                  </a:cubicBezTo>
                  <a:moveTo>
                    <a:pt x="319" y="0"/>
                  </a:moveTo>
                  <a:cubicBezTo>
                    <a:pt x="310" y="3"/>
                    <a:pt x="299" y="7"/>
                    <a:pt x="287" y="12"/>
                  </a:cubicBezTo>
                  <a:cubicBezTo>
                    <a:pt x="282" y="15"/>
                    <a:pt x="279" y="17"/>
                    <a:pt x="279" y="17"/>
                  </a:cubicBezTo>
                  <a:cubicBezTo>
                    <a:pt x="279" y="17"/>
                    <a:pt x="279" y="16"/>
                    <a:pt x="279" y="15"/>
                  </a:cubicBezTo>
                  <a:cubicBezTo>
                    <a:pt x="261" y="23"/>
                    <a:pt x="240" y="33"/>
                    <a:pt x="218" y="47"/>
                  </a:cubicBezTo>
                  <a:cubicBezTo>
                    <a:pt x="213" y="52"/>
                    <a:pt x="210" y="55"/>
                    <a:pt x="210" y="55"/>
                  </a:cubicBezTo>
                  <a:cubicBezTo>
                    <a:pt x="210" y="55"/>
                    <a:pt x="209" y="55"/>
                    <a:pt x="209" y="53"/>
                  </a:cubicBezTo>
                  <a:cubicBezTo>
                    <a:pt x="192" y="64"/>
                    <a:pt x="174" y="78"/>
                    <a:pt x="155" y="94"/>
                  </a:cubicBezTo>
                  <a:cubicBezTo>
                    <a:pt x="151" y="101"/>
                    <a:pt x="147" y="106"/>
                    <a:pt x="147" y="106"/>
                  </a:cubicBezTo>
                  <a:cubicBezTo>
                    <a:pt x="147" y="106"/>
                    <a:pt x="146" y="105"/>
                    <a:pt x="145" y="103"/>
                  </a:cubicBezTo>
                  <a:cubicBezTo>
                    <a:pt x="130" y="116"/>
                    <a:pt x="116" y="131"/>
                    <a:pt x="102" y="148"/>
                  </a:cubicBezTo>
                  <a:cubicBezTo>
                    <a:pt x="98" y="159"/>
                    <a:pt x="93" y="167"/>
                    <a:pt x="93" y="167"/>
                  </a:cubicBezTo>
                  <a:cubicBezTo>
                    <a:pt x="93" y="167"/>
                    <a:pt x="92" y="166"/>
                    <a:pt x="90" y="164"/>
                  </a:cubicBezTo>
                  <a:cubicBezTo>
                    <a:pt x="78" y="181"/>
                    <a:pt x="66" y="199"/>
                    <a:pt x="56" y="219"/>
                  </a:cubicBezTo>
                  <a:cubicBezTo>
                    <a:pt x="54" y="230"/>
                    <a:pt x="51" y="237"/>
                    <a:pt x="51" y="237"/>
                  </a:cubicBezTo>
                  <a:cubicBezTo>
                    <a:pt x="51" y="237"/>
                    <a:pt x="50" y="237"/>
                    <a:pt x="48" y="235"/>
                  </a:cubicBezTo>
                  <a:cubicBezTo>
                    <a:pt x="39" y="255"/>
                    <a:pt x="31" y="275"/>
                    <a:pt x="24" y="296"/>
                  </a:cubicBezTo>
                  <a:cubicBezTo>
                    <a:pt x="23" y="306"/>
                    <a:pt x="22" y="315"/>
                    <a:pt x="22" y="315"/>
                  </a:cubicBezTo>
                  <a:cubicBezTo>
                    <a:pt x="22" y="315"/>
                    <a:pt x="21" y="314"/>
                    <a:pt x="19" y="313"/>
                  </a:cubicBezTo>
                  <a:cubicBezTo>
                    <a:pt x="13" y="333"/>
                    <a:pt x="8" y="353"/>
                    <a:pt x="5" y="374"/>
                  </a:cubicBezTo>
                  <a:cubicBezTo>
                    <a:pt x="7" y="386"/>
                    <a:pt x="7" y="396"/>
                    <a:pt x="7" y="396"/>
                  </a:cubicBezTo>
                  <a:cubicBezTo>
                    <a:pt x="7" y="396"/>
                    <a:pt x="6" y="395"/>
                    <a:pt x="3" y="394"/>
                  </a:cubicBezTo>
                  <a:cubicBezTo>
                    <a:pt x="1" y="414"/>
                    <a:pt x="0" y="433"/>
                    <a:pt x="0" y="453"/>
                  </a:cubicBezTo>
                  <a:cubicBezTo>
                    <a:pt x="5" y="466"/>
                    <a:pt x="7" y="478"/>
                    <a:pt x="7" y="478"/>
                  </a:cubicBezTo>
                  <a:cubicBezTo>
                    <a:pt x="7" y="478"/>
                    <a:pt x="5" y="478"/>
                    <a:pt x="2" y="477"/>
                  </a:cubicBezTo>
                  <a:cubicBezTo>
                    <a:pt x="3" y="496"/>
                    <a:pt x="6" y="515"/>
                    <a:pt x="10" y="534"/>
                  </a:cubicBezTo>
                  <a:cubicBezTo>
                    <a:pt x="17" y="546"/>
                    <a:pt x="21" y="557"/>
                    <a:pt x="21" y="557"/>
                  </a:cubicBezTo>
                  <a:cubicBezTo>
                    <a:pt x="21" y="557"/>
                    <a:pt x="19" y="557"/>
                    <a:pt x="16" y="557"/>
                  </a:cubicBezTo>
                  <a:cubicBezTo>
                    <a:pt x="16" y="557"/>
                    <a:pt x="16" y="557"/>
                    <a:pt x="16" y="557"/>
                  </a:cubicBezTo>
                  <a:cubicBezTo>
                    <a:pt x="20" y="575"/>
                    <a:pt x="26" y="593"/>
                    <a:pt x="32" y="610"/>
                  </a:cubicBezTo>
                  <a:cubicBezTo>
                    <a:pt x="42" y="621"/>
                    <a:pt x="48" y="632"/>
                    <a:pt x="48" y="632"/>
                  </a:cubicBezTo>
                  <a:cubicBezTo>
                    <a:pt x="48" y="632"/>
                    <a:pt x="46" y="633"/>
                    <a:pt x="42" y="633"/>
                  </a:cubicBezTo>
                  <a:cubicBezTo>
                    <a:pt x="50" y="650"/>
                    <a:pt x="59" y="667"/>
                    <a:pt x="69" y="683"/>
                  </a:cubicBezTo>
                  <a:cubicBezTo>
                    <a:pt x="80" y="692"/>
                    <a:pt x="89" y="702"/>
                    <a:pt x="89" y="702"/>
                  </a:cubicBezTo>
                  <a:cubicBezTo>
                    <a:pt x="89" y="702"/>
                    <a:pt x="87" y="703"/>
                    <a:pt x="83" y="704"/>
                  </a:cubicBezTo>
                  <a:cubicBezTo>
                    <a:pt x="94" y="720"/>
                    <a:pt x="107" y="735"/>
                    <a:pt x="119" y="749"/>
                  </a:cubicBezTo>
                  <a:cubicBezTo>
                    <a:pt x="132" y="756"/>
                    <a:pt x="141" y="764"/>
                    <a:pt x="141" y="764"/>
                  </a:cubicBezTo>
                  <a:cubicBezTo>
                    <a:pt x="141" y="764"/>
                    <a:pt x="139" y="765"/>
                    <a:pt x="136" y="767"/>
                  </a:cubicBezTo>
                  <a:cubicBezTo>
                    <a:pt x="150" y="780"/>
                    <a:pt x="164" y="793"/>
                    <a:pt x="179" y="805"/>
                  </a:cubicBezTo>
                  <a:cubicBezTo>
                    <a:pt x="193" y="810"/>
                    <a:pt x="204" y="816"/>
                    <a:pt x="204" y="816"/>
                  </a:cubicBezTo>
                  <a:cubicBezTo>
                    <a:pt x="204" y="816"/>
                    <a:pt x="202" y="817"/>
                    <a:pt x="199" y="820"/>
                  </a:cubicBezTo>
                  <a:cubicBezTo>
                    <a:pt x="214" y="831"/>
                    <a:pt x="229" y="840"/>
                    <a:pt x="244" y="849"/>
                  </a:cubicBezTo>
                  <a:cubicBezTo>
                    <a:pt x="260" y="851"/>
                    <a:pt x="274" y="856"/>
                    <a:pt x="274" y="856"/>
                  </a:cubicBezTo>
                  <a:cubicBezTo>
                    <a:pt x="274" y="856"/>
                    <a:pt x="273" y="858"/>
                    <a:pt x="270" y="862"/>
                  </a:cubicBezTo>
                  <a:cubicBezTo>
                    <a:pt x="286" y="870"/>
                    <a:pt x="303" y="876"/>
                    <a:pt x="319" y="881"/>
                  </a:cubicBezTo>
                  <a:cubicBezTo>
                    <a:pt x="320" y="881"/>
                    <a:pt x="320" y="881"/>
                    <a:pt x="321" y="881"/>
                  </a:cubicBezTo>
                  <a:cubicBezTo>
                    <a:pt x="337" y="881"/>
                    <a:pt x="351" y="883"/>
                    <a:pt x="351" y="883"/>
                  </a:cubicBezTo>
                  <a:cubicBezTo>
                    <a:pt x="351" y="883"/>
                    <a:pt x="350" y="885"/>
                    <a:pt x="348" y="889"/>
                  </a:cubicBezTo>
                  <a:cubicBezTo>
                    <a:pt x="387" y="896"/>
                    <a:pt x="419" y="907"/>
                    <a:pt x="445" y="918"/>
                  </a:cubicBezTo>
                  <a:cubicBezTo>
                    <a:pt x="451" y="915"/>
                    <a:pt x="458" y="912"/>
                    <a:pt x="465" y="908"/>
                  </a:cubicBezTo>
                  <a:cubicBezTo>
                    <a:pt x="454" y="903"/>
                    <a:pt x="442" y="898"/>
                    <a:pt x="429" y="894"/>
                  </a:cubicBezTo>
                  <a:cubicBezTo>
                    <a:pt x="409" y="887"/>
                    <a:pt x="388" y="880"/>
                    <a:pt x="364" y="876"/>
                  </a:cubicBezTo>
                  <a:cubicBezTo>
                    <a:pt x="363" y="882"/>
                    <a:pt x="362" y="886"/>
                    <a:pt x="362" y="886"/>
                  </a:cubicBezTo>
                  <a:cubicBezTo>
                    <a:pt x="362" y="886"/>
                    <a:pt x="350" y="880"/>
                    <a:pt x="338" y="871"/>
                  </a:cubicBezTo>
                  <a:cubicBezTo>
                    <a:pt x="321" y="866"/>
                    <a:pt x="304" y="861"/>
                    <a:pt x="287" y="853"/>
                  </a:cubicBezTo>
                  <a:cubicBezTo>
                    <a:pt x="286" y="858"/>
                    <a:pt x="285" y="861"/>
                    <a:pt x="285" y="861"/>
                  </a:cubicBezTo>
                  <a:cubicBezTo>
                    <a:pt x="285" y="861"/>
                    <a:pt x="275" y="853"/>
                    <a:pt x="265" y="843"/>
                  </a:cubicBezTo>
                  <a:cubicBezTo>
                    <a:pt x="249" y="835"/>
                    <a:pt x="232" y="825"/>
                    <a:pt x="217" y="815"/>
                  </a:cubicBezTo>
                  <a:cubicBezTo>
                    <a:pt x="214" y="819"/>
                    <a:pt x="213" y="822"/>
                    <a:pt x="213" y="822"/>
                  </a:cubicBezTo>
                  <a:cubicBezTo>
                    <a:pt x="213" y="822"/>
                    <a:pt x="204" y="812"/>
                    <a:pt x="195" y="800"/>
                  </a:cubicBezTo>
                  <a:cubicBezTo>
                    <a:pt x="181" y="789"/>
                    <a:pt x="167" y="777"/>
                    <a:pt x="154" y="765"/>
                  </a:cubicBezTo>
                  <a:cubicBezTo>
                    <a:pt x="151" y="769"/>
                    <a:pt x="149" y="771"/>
                    <a:pt x="149" y="771"/>
                  </a:cubicBezTo>
                  <a:cubicBezTo>
                    <a:pt x="149" y="771"/>
                    <a:pt x="142" y="761"/>
                    <a:pt x="136" y="747"/>
                  </a:cubicBezTo>
                  <a:cubicBezTo>
                    <a:pt x="123" y="734"/>
                    <a:pt x="111" y="720"/>
                    <a:pt x="100" y="705"/>
                  </a:cubicBezTo>
                  <a:cubicBezTo>
                    <a:pt x="97" y="709"/>
                    <a:pt x="95" y="710"/>
                    <a:pt x="95" y="710"/>
                  </a:cubicBezTo>
                  <a:cubicBezTo>
                    <a:pt x="95" y="710"/>
                    <a:pt x="91" y="700"/>
                    <a:pt x="87" y="687"/>
                  </a:cubicBezTo>
                  <a:cubicBezTo>
                    <a:pt x="77" y="672"/>
                    <a:pt x="67" y="655"/>
                    <a:pt x="58" y="638"/>
                  </a:cubicBezTo>
                  <a:cubicBezTo>
                    <a:pt x="55" y="640"/>
                    <a:pt x="53" y="641"/>
                    <a:pt x="53" y="641"/>
                  </a:cubicBezTo>
                  <a:cubicBezTo>
                    <a:pt x="53" y="641"/>
                    <a:pt x="51" y="632"/>
                    <a:pt x="50" y="621"/>
                  </a:cubicBezTo>
                  <a:cubicBezTo>
                    <a:pt x="42" y="603"/>
                    <a:pt x="35" y="584"/>
                    <a:pt x="29" y="564"/>
                  </a:cubicBezTo>
                  <a:cubicBezTo>
                    <a:pt x="26" y="566"/>
                    <a:pt x="24" y="567"/>
                    <a:pt x="24" y="567"/>
                  </a:cubicBezTo>
                  <a:cubicBezTo>
                    <a:pt x="24" y="567"/>
                    <a:pt x="23" y="557"/>
                    <a:pt x="24" y="546"/>
                  </a:cubicBezTo>
                  <a:cubicBezTo>
                    <a:pt x="19" y="526"/>
                    <a:pt x="15" y="506"/>
                    <a:pt x="13" y="487"/>
                  </a:cubicBezTo>
                  <a:cubicBezTo>
                    <a:pt x="10" y="487"/>
                    <a:pt x="8" y="488"/>
                    <a:pt x="8" y="488"/>
                  </a:cubicBezTo>
                  <a:cubicBezTo>
                    <a:pt x="8" y="488"/>
                    <a:pt x="9" y="481"/>
                    <a:pt x="11" y="471"/>
                  </a:cubicBezTo>
                  <a:cubicBezTo>
                    <a:pt x="10" y="449"/>
                    <a:pt x="10" y="427"/>
                    <a:pt x="11" y="406"/>
                  </a:cubicBezTo>
                  <a:cubicBezTo>
                    <a:pt x="10" y="406"/>
                    <a:pt x="8" y="406"/>
                    <a:pt x="8" y="406"/>
                  </a:cubicBezTo>
                  <a:cubicBezTo>
                    <a:pt x="7" y="406"/>
                    <a:pt x="7" y="406"/>
                    <a:pt x="7" y="406"/>
                  </a:cubicBezTo>
                  <a:cubicBezTo>
                    <a:pt x="7" y="406"/>
                    <a:pt x="9" y="399"/>
                    <a:pt x="13" y="390"/>
                  </a:cubicBezTo>
                  <a:cubicBezTo>
                    <a:pt x="15" y="368"/>
                    <a:pt x="19" y="346"/>
                    <a:pt x="24" y="325"/>
                  </a:cubicBezTo>
                  <a:cubicBezTo>
                    <a:pt x="21" y="324"/>
                    <a:pt x="20" y="324"/>
                    <a:pt x="20" y="324"/>
                  </a:cubicBezTo>
                  <a:cubicBezTo>
                    <a:pt x="20" y="324"/>
                    <a:pt x="23" y="317"/>
                    <a:pt x="29" y="309"/>
                  </a:cubicBezTo>
                  <a:cubicBezTo>
                    <a:pt x="35" y="288"/>
                    <a:pt x="42" y="267"/>
                    <a:pt x="51" y="247"/>
                  </a:cubicBezTo>
                  <a:cubicBezTo>
                    <a:pt x="49" y="247"/>
                    <a:pt x="47" y="246"/>
                    <a:pt x="47" y="246"/>
                  </a:cubicBezTo>
                  <a:cubicBezTo>
                    <a:pt x="47" y="246"/>
                    <a:pt x="51" y="241"/>
                    <a:pt x="56" y="236"/>
                  </a:cubicBezTo>
                  <a:cubicBezTo>
                    <a:pt x="66" y="214"/>
                    <a:pt x="78" y="194"/>
                    <a:pt x="90" y="176"/>
                  </a:cubicBezTo>
                  <a:cubicBezTo>
                    <a:pt x="89" y="175"/>
                    <a:pt x="88" y="175"/>
                    <a:pt x="88" y="175"/>
                  </a:cubicBezTo>
                  <a:cubicBezTo>
                    <a:pt x="88" y="175"/>
                    <a:pt x="91" y="173"/>
                    <a:pt x="94" y="169"/>
                  </a:cubicBezTo>
                  <a:cubicBezTo>
                    <a:pt x="109" y="148"/>
                    <a:pt x="125" y="130"/>
                    <a:pt x="142" y="113"/>
                  </a:cubicBezTo>
                  <a:cubicBezTo>
                    <a:pt x="141" y="113"/>
                    <a:pt x="140" y="112"/>
                    <a:pt x="140" y="112"/>
                  </a:cubicBezTo>
                  <a:cubicBezTo>
                    <a:pt x="140" y="112"/>
                    <a:pt x="143" y="111"/>
                    <a:pt x="147" y="108"/>
                  </a:cubicBezTo>
                  <a:cubicBezTo>
                    <a:pt x="148" y="107"/>
                    <a:pt x="150" y="106"/>
                    <a:pt x="151" y="105"/>
                  </a:cubicBezTo>
                  <a:cubicBezTo>
                    <a:pt x="169" y="88"/>
                    <a:pt x="187" y="74"/>
                    <a:pt x="204" y="62"/>
                  </a:cubicBezTo>
                  <a:cubicBezTo>
                    <a:pt x="203" y="61"/>
                    <a:pt x="202" y="61"/>
                    <a:pt x="202" y="61"/>
                  </a:cubicBezTo>
                  <a:cubicBezTo>
                    <a:pt x="202" y="61"/>
                    <a:pt x="205" y="59"/>
                    <a:pt x="209" y="58"/>
                  </a:cubicBezTo>
                  <a:cubicBezTo>
                    <a:pt x="232" y="42"/>
                    <a:pt x="253" y="31"/>
                    <a:pt x="272" y="22"/>
                  </a:cubicBezTo>
                  <a:cubicBezTo>
                    <a:pt x="271" y="21"/>
                    <a:pt x="271" y="21"/>
                    <a:pt x="271" y="21"/>
                  </a:cubicBezTo>
                  <a:cubicBezTo>
                    <a:pt x="271" y="21"/>
                    <a:pt x="272" y="21"/>
                    <a:pt x="274" y="20"/>
                  </a:cubicBezTo>
                  <a:cubicBezTo>
                    <a:pt x="292" y="12"/>
                    <a:pt x="307" y="6"/>
                    <a:pt x="318" y="2"/>
                  </a:cubicBezTo>
                  <a:cubicBezTo>
                    <a:pt x="318" y="2"/>
                    <a:pt x="318" y="2"/>
                    <a:pt x="318" y="2"/>
                  </a:cubicBezTo>
                  <a:cubicBezTo>
                    <a:pt x="318" y="2"/>
                    <a:pt x="318" y="1"/>
                    <a:pt x="3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75"/>
            <p:cNvSpPr>
              <a:spLocks/>
            </p:cNvSpPr>
            <p:nvPr/>
          </p:nvSpPr>
          <p:spPr bwMode="auto">
            <a:xfrm>
              <a:off x="5976938" y="1436688"/>
              <a:ext cx="1749425" cy="3106737"/>
            </a:xfrm>
            <a:custGeom>
              <a:avLst/>
              <a:gdLst/>
              <a:ahLst/>
              <a:cxnLst>
                <a:cxn ang="0">
                  <a:pos x="235" y="2"/>
                </a:cxn>
                <a:cxn ang="0">
                  <a:pos x="278" y="20"/>
                </a:cxn>
                <a:cxn ang="0">
                  <a:pos x="281" y="22"/>
                </a:cxn>
                <a:cxn ang="0">
                  <a:pos x="350" y="61"/>
                </a:cxn>
                <a:cxn ang="0">
                  <a:pos x="401" y="105"/>
                </a:cxn>
                <a:cxn ang="0">
                  <a:pos x="412" y="112"/>
                </a:cxn>
                <a:cxn ang="0">
                  <a:pos x="458" y="170"/>
                </a:cxn>
                <a:cxn ang="0">
                  <a:pos x="462" y="176"/>
                </a:cxn>
                <a:cxn ang="0">
                  <a:pos x="505" y="246"/>
                </a:cxn>
                <a:cxn ang="0">
                  <a:pos x="524" y="309"/>
                </a:cxn>
                <a:cxn ang="0">
                  <a:pos x="528" y="325"/>
                </a:cxn>
                <a:cxn ang="0">
                  <a:pos x="546" y="406"/>
                </a:cxn>
                <a:cxn ang="0">
                  <a:pos x="541" y="406"/>
                </a:cxn>
                <a:cxn ang="0">
                  <a:pos x="544" y="488"/>
                </a:cxn>
                <a:cxn ang="0">
                  <a:pos x="528" y="546"/>
                </a:cxn>
                <a:cxn ang="0">
                  <a:pos x="523" y="564"/>
                </a:cxn>
                <a:cxn ang="0">
                  <a:pos x="499" y="641"/>
                </a:cxn>
                <a:cxn ang="0">
                  <a:pos x="465" y="687"/>
                </a:cxn>
                <a:cxn ang="0">
                  <a:pos x="452" y="705"/>
                </a:cxn>
                <a:cxn ang="0">
                  <a:pos x="404" y="771"/>
                </a:cxn>
                <a:cxn ang="0">
                  <a:pos x="357" y="800"/>
                </a:cxn>
                <a:cxn ang="0">
                  <a:pos x="336" y="815"/>
                </a:cxn>
                <a:cxn ang="0">
                  <a:pos x="268" y="861"/>
                </a:cxn>
                <a:cxn ang="0">
                  <a:pos x="215" y="871"/>
                </a:cxn>
                <a:cxn ang="0">
                  <a:pos x="189" y="876"/>
                </a:cxn>
                <a:cxn ang="0">
                  <a:pos x="87" y="908"/>
                </a:cxn>
                <a:cxn ang="0">
                  <a:pos x="0" y="966"/>
                </a:cxn>
                <a:cxn ang="0">
                  <a:pos x="87" y="929"/>
                </a:cxn>
                <a:cxn ang="0">
                  <a:pos x="204" y="889"/>
                </a:cxn>
                <a:cxn ang="0">
                  <a:pos x="231" y="881"/>
                </a:cxn>
                <a:cxn ang="0">
                  <a:pos x="283" y="862"/>
                </a:cxn>
                <a:cxn ang="0">
                  <a:pos x="308" y="849"/>
                </a:cxn>
                <a:cxn ang="0">
                  <a:pos x="349" y="816"/>
                </a:cxn>
                <a:cxn ang="0">
                  <a:pos x="416" y="767"/>
                </a:cxn>
                <a:cxn ang="0">
                  <a:pos x="433" y="749"/>
                </a:cxn>
                <a:cxn ang="0">
                  <a:pos x="464" y="702"/>
                </a:cxn>
                <a:cxn ang="0">
                  <a:pos x="510" y="633"/>
                </a:cxn>
                <a:cxn ang="0">
                  <a:pos x="520" y="609"/>
                </a:cxn>
                <a:cxn ang="0">
                  <a:pos x="537" y="557"/>
                </a:cxn>
                <a:cxn ang="0">
                  <a:pos x="543" y="534"/>
                </a:cxn>
                <a:cxn ang="0">
                  <a:pos x="545" y="478"/>
                </a:cxn>
                <a:cxn ang="0">
                  <a:pos x="550" y="394"/>
                </a:cxn>
                <a:cxn ang="0">
                  <a:pos x="547" y="374"/>
                </a:cxn>
                <a:cxn ang="0">
                  <a:pos x="530" y="315"/>
                </a:cxn>
                <a:cxn ang="0">
                  <a:pos x="504" y="235"/>
                </a:cxn>
                <a:cxn ang="0">
                  <a:pos x="497" y="219"/>
                </a:cxn>
                <a:cxn ang="0">
                  <a:pos x="459" y="167"/>
                </a:cxn>
                <a:cxn ang="0">
                  <a:pos x="408" y="103"/>
                </a:cxn>
                <a:cxn ang="0">
                  <a:pos x="397" y="94"/>
                </a:cxn>
                <a:cxn ang="0">
                  <a:pos x="343" y="55"/>
                </a:cxn>
                <a:cxn ang="0">
                  <a:pos x="274" y="15"/>
                </a:cxn>
                <a:cxn ang="0">
                  <a:pos x="266" y="12"/>
                </a:cxn>
              </a:cxnLst>
              <a:rect l="0" t="0" r="r" b="b"/>
              <a:pathLst>
                <a:path w="553" h="981">
                  <a:moveTo>
                    <a:pt x="234" y="0"/>
                  </a:moveTo>
                  <a:cubicBezTo>
                    <a:pt x="234" y="1"/>
                    <a:pt x="235" y="2"/>
                    <a:pt x="235" y="2"/>
                  </a:cubicBezTo>
                  <a:cubicBezTo>
                    <a:pt x="235" y="2"/>
                    <a:pt x="235" y="2"/>
                    <a:pt x="234" y="2"/>
                  </a:cubicBezTo>
                  <a:cubicBezTo>
                    <a:pt x="245" y="6"/>
                    <a:pt x="260" y="12"/>
                    <a:pt x="278" y="20"/>
                  </a:cubicBezTo>
                  <a:cubicBezTo>
                    <a:pt x="280" y="21"/>
                    <a:pt x="281" y="21"/>
                    <a:pt x="281" y="21"/>
                  </a:cubicBezTo>
                  <a:cubicBezTo>
                    <a:pt x="281" y="21"/>
                    <a:pt x="281" y="21"/>
                    <a:pt x="281" y="22"/>
                  </a:cubicBezTo>
                  <a:cubicBezTo>
                    <a:pt x="299" y="31"/>
                    <a:pt x="321" y="42"/>
                    <a:pt x="343" y="58"/>
                  </a:cubicBezTo>
                  <a:cubicBezTo>
                    <a:pt x="348" y="59"/>
                    <a:pt x="350" y="61"/>
                    <a:pt x="350" y="61"/>
                  </a:cubicBezTo>
                  <a:cubicBezTo>
                    <a:pt x="350" y="61"/>
                    <a:pt x="350" y="61"/>
                    <a:pt x="349" y="62"/>
                  </a:cubicBezTo>
                  <a:cubicBezTo>
                    <a:pt x="366" y="74"/>
                    <a:pt x="384" y="88"/>
                    <a:pt x="401" y="105"/>
                  </a:cubicBezTo>
                  <a:cubicBezTo>
                    <a:pt x="403" y="106"/>
                    <a:pt x="404" y="107"/>
                    <a:pt x="406" y="109"/>
                  </a:cubicBezTo>
                  <a:cubicBezTo>
                    <a:pt x="410" y="111"/>
                    <a:pt x="412" y="112"/>
                    <a:pt x="412" y="112"/>
                  </a:cubicBezTo>
                  <a:cubicBezTo>
                    <a:pt x="412" y="112"/>
                    <a:pt x="412" y="113"/>
                    <a:pt x="411" y="113"/>
                  </a:cubicBezTo>
                  <a:cubicBezTo>
                    <a:pt x="428" y="130"/>
                    <a:pt x="444" y="148"/>
                    <a:pt x="458" y="170"/>
                  </a:cubicBezTo>
                  <a:cubicBezTo>
                    <a:pt x="462" y="173"/>
                    <a:pt x="464" y="175"/>
                    <a:pt x="464" y="175"/>
                  </a:cubicBezTo>
                  <a:cubicBezTo>
                    <a:pt x="464" y="175"/>
                    <a:pt x="464" y="175"/>
                    <a:pt x="462" y="176"/>
                  </a:cubicBezTo>
                  <a:cubicBezTo>
                    <a:pt x="475" y="194"/>
                    <a:pt x="486" y="214"/>
                    <a:pt x="496" y="236"/>
                  </a:cubicBezTo>
                  <a:cubicBezTo>
                    <a:pt x="502" y="241"/>
                    <a:pt x="505" y="246"/>
                    <a:pt x="505" y="246"/>
                  </a:cubicBezTo>
                  <a:cubicBezTo>
                    <a:pt x="505" y="246"/>
                    <a:pt x="504" y="247"/>
                    <a:pt x="502" y="247"/>
                  </a:cubicBezTo>
                  <a:cubicBezTo>
                    <a:pt x="510" y="267"/>
                    <a:pt x="518" y="288"/>
                    <a:pt x="524" y="309"/>
                  </a:cubicBezTo>
                  <a:cubicBezTo>
                    <a:pt x="529" y="317"/>
                    <a:pt x="533" y="324"/>
                    <a:pt x="533" y="324"/>
                  </a:cubicBezTo>
                  <a:cubicBezTo>
                    <a:pt x="533" y="324"/>
                    <a:pt x="531" y="324"/>
                    <a:pt x="528" y="325"/>
                  </a:cubicBezTo>
                  <a:cubicBezTo>
                    <a:pt x="533" y="346"/>
                    <a:pt x="537" y="368"/>
                    <a:pt x="540" y="390"/>
                  </a:cubicBezTo>
                  <a:cubicBezTo>
                    <a:pt x="544" y="399"/>
                    <a:pt x="546" y="406"/>
                    <a:pt x="546" y="406"/>
                  </a:cubicBezTo>
                  <a:cubicBezTo>
                    <a:pt x="546" y="406"/>
                    <a:pt x="545" y="406"/>
                    <a:pt x="545" y="406"/>
                  </a:cubicBezTo>
                  <a:cubicBezTo>
                    <a:pt x="544" y="406"/>
                    <a:pt x="543" y="406"/>
                    <a:pt x="541" y="406"/>
                  </a:cubicBezTo>
                  <a:cubicBezTo>
                    <a:pt x="543" y="427"/>
                    <a:pt x="543" y="449"/>
                    <a:pt x="541" y="471"/>
                  </a:cubicBezTo>
                  <a:cubicBezTo>
                    <a:pt x="543" y="481"/>
                    <a:pt x="544" y="488"/>
                    <a:pt x="544" y="488"/>
                  </a:cubicBezTo>
                  <a:cubicBezTo>
                    <a:pt x="544" y="488"/>
                    <a:pt x="542" y="487"/>
                    <a:pt x="540" y="487"/>
                  </a:cubicBezTo>
                  <a:cubicBezTo>
                    <a:pt x="537" y="507"/>
                    <a:pt x="534" y="526"/>
                    <a:pt x="528" y="546"/>
                  </a:cubicBezTo>
                  <a:cubicBezTo>
                    <a:pt x="529" y="557"/>
                    <a:pt x="529" y="567"/>
                    <a:pt x="529" y="567"/>
                  </a:cubicBezTo>
                  <a:cubicBezTo>
                    <a:pt x="529" y="567"/>
                    <a:pt x="527" y="566"/>
                    <a:pt x="523" y="564"/>
                  </a:cubicBezTo>
                  <a:cubicBezTo>
                    <a:pt x="518" y="584"/>
                    <a:pt x="511" y="603"/>
                    <a:pt x="503" y="621"/>
                  </a:cubicBezTo>
                  <a:cubicBezTo>
                    <a:pt x="501" y="632"/>
                    <a:pt x="499" y="641"/>
                    <a:pt x="499" y="641"/>
                  </a:cubicBezTo>
                  <a:cubicBezTo>
                    <a:pt x="499" y="641"/>
                    <a:pt x="498" y="640"/>
                    <a:pt x="495" y="638"/>
                  </a:cubicBezTo>
                  <a:cubicBezTo>
                    <a:pt x="486" y="655"/>
                    <a:pt x="476" y="672"/>
                    <a:pt x="465" y="687"/>
                  </a:cubicBezTo>
                  <a:cubicBezTo>
                    <a:pt x="462" y="700"/>
                    <a:pt x="458" y="710"/>
                    <a:pt x="458" y="710"/>
                  </a:cubicBezTo>
                  <a:cubicBezTo>
                    <a:pt x="458" y="710"/>
                    <a:pt x="456" y="709"/>
                    <a:pt x="452" y="705"/>
                  </a:cubicBezTo>
                  <a:cubicBezTo>
                    <a:pt x="441" y="720"/>
                    <a:pt x="429" y="734"/>
                    <a:pt x="416" y="747"/>
                  </a:cubicBezTo>
                  <a:cubicBezTo>
                    <a:pt x="410" y="761"/>
                    <a:pt x="404" y="771"/>
                    <a:pt x="404" y="771"/>
                  </a:cubicBezTo>
                  <a:cubicBezTo>
                    <a:pt x="404" y="771"/>
                    <a:pt x="402" y="769"/>
                    <a:pt x="399" y="765"/>
                  </a:cubicBezTo>
                  <a:cubicBezTo>
                    <a:pt x="385" y="777"/>
                    <a:pt x="371" y="789"/>
                    <a:pt x="357" y="800"/>
                  </a:cubicBezTo>
                  <a:cubicBezTo>
                    <a:pt x="349" y="812"/>
                    <a:pt x="340" y="822"/>
                    <a:pt x="340" y="822"/>
                  </a:cubicBezTo>
                  <a:cubicBezTo>
                    <a:pt x="340" y="822"/>
                    <a:pt x="338" y="820"/>
                    <a:pt x="336" y="815"/>
                  </a:cubicBezTo>
                  <a:cubicBezTo>
                    <a:pt x="320" y="825"/>
                    <a:pt x="304" y="835"/>
                    <a:pt x="288" y="843"/>
                  </a:cubicBezTo>
                  <a:cubicBezTo>
                    <a:pt x="277" y="853"/>
                    <a:pt x="268" y="861"/>
                    <a:pt x="268" y="861"/>
                  </a:cubicBezTo>
                  <a:cubicBezTo>
                    <a:pt x="268" y="861"/>
                    <a:pt x="267" y="858"/>
                    <a:pt x="265" y="853"/>
                  </a:cubicBezTo>
                  <a:cubicBezTo>
                    <a:pt x="248" y="861"/>
                    <a:pt x="231" y="866"/>
                    <a:pt x="215" y="871"/>
                  </a:cubicBezTo>
                  <a:cubicBezTo>
                    <a:pt x="202" y="880"/>
                    <a:pt x="190" y="886"/>
                    <a:pt x="190" y="886"/>
                  </a:cubicBezTo>
                  <a:cubicBezTo>
                    <a:pt x="190" y="886"/>
                    <a:pt x="189" y="882"/>
                    <a:pt x="189" y="876"/>
                  </a:cubicBezTo>
                  <a:cubicBezTo>
                    <a:pt x="165" y="880"/>
                    <a:pt x="143" y="887"/>
                    <a:pt x="124" y="894"/>
                  </a:cubicBezTo>
                  <a:cubicBezTo>
                    <a:pt x="110" y="898"/>
                    <a:pt x="98" y="903"/>
                    <a:pt x="87" y="908"/>
                  </a:cubicBezTo>
                  <a:cubicBezTo>
                    <a:pt x="80" y="912"/>
                    <a:pt x="73" y="915"/>
                    <a:pt x="67" y="918"/>
                  </a:cubicBezTo>
                  <a:cubicBezTo>
                    <a:pt x="19" y="943"/>
                    <a:pt x="0" y="966"/>
                    <a:pt x="0" y="966"/>
                  </a:cubicBezTo>
                  <a:cubicBezTo>
                    <a:pt x="17" y="981"/>
                    <a:pt x="17" y="981"/>
                    <a:pt x="17" y="981"/>
                  </a:cubicBezTo>
                  <a:cubicBezTo>
                    <a:pt x="17" y="981"/>
                    <a:pt x="39" y="954"/>
                    <a:pt x="87" y="929"/>
                  </a:cubicBezTo>
                  <a:cubicBezTo>
                    <a:pt x="94" y="925"/>
                    <a:pt x="101" y="922"/>
                    <a:pt x="108" y="918"/>
                  </a:cubicBezTo>
                  <a:cubicBezTo>
                    <a:pt x="134" y="907"/>
                    <a:pt x="166" y="896"/>
                    <a:pt x="204" y="889"/>
                  </a:cubicBezTo>
                  <a:cubicBezTo>
                    <a:pt x="202" y="885"/>
                    <a:pt x="201" y="883"/>
                    <a:pt x="201" y="883"/>
                  </a:cubicBezTo>
                  <a:cubicBezTo>
                    <a:pt x="201" y="883"/>
                    <a:pt x="215" y="881"/>
                    <a:pt x="231" y="881"/>
                  </a:cubicBezTo>
                  <a:cubicBezTo>
                    <a:pt x="232" y="881"/>
                    <a:pt x="233" y="881"/>
                    <a:pt x="234" y="881"/>
                  </a:cubicBezTo>
                  <a:cubicBezTo>
                    <a:pt x="250" y="876"/>
                    <a:pt x="266" y="870"/>
                    <a:pt x="283" y="862"/>
                  </a:cubicBezTo>
                  <a:cubicBezTo>
                    <a:pt x="280" y="858"/>
                    <a:pt x="278" y="856"/>
                    <a:pt x="278" y="856"/>
                  </a:cubicBezTo>
                  <a:cubicBezTo>
                    <a:pt x="278" y="856"/>
                    <a:pt x="292" y="851"/>
                    <a:pt x="308" y="849"/>
                  </a:cubicBezTo>
                  <a:cubicBezTo>
                    <a:pt x="324" y="840"/>
                    <a:pt x="339" y="831"/>
                    <a:pt x="353" y="820"/>
                  </a:cubicBezTo>
                  <a:cubicBezTo>
                    <a:pt x="350" y="817"/>
                    <a:pt x="349" y="816"/>
                    <a:pt x="349" y="816"/>
                  </a:cubicBezTo>
                  <a:cubicBezTo>
                    <a:pt x="349" y="816"/>
                    <a:pt x="360" y="810"/>
                    <a:pt x="374" y="805"/>
                  </a:cubicBezTo>
                  <a:cubicBezTo>
                    <a:pt x="388" y="793"/>
                    <a:pt x="403" y="780"/>
                    <a:pt x="416" y="767"/>
                  </a:cubicBezTo>
                  <a:cubicBezTo>
                    <a:pt x="413" y="765"/>
                    <a:pt x="411" y="764"/>
                    <a:pt x="411" y="764"/>
                  </a:cubicBezTo>
                  <a:cubicBezTo>
                    <a:pt x="411" y="764"/>
                    <a:pt x="421" y="756"/>
                    <a:pt x="433" y="749"/>
                  </a:cubicBezTo>
                  <a:cubicBezTo>
                    <a:pt x="446" y="735"/>
                    <a:pt x="458" y="720"/>
                    <a:pt x="469" y="704"/>
                  </a:cubicBezTo>
                  <a:cubicBezTo>
                    <a:pt x="466" y="703"/>
                    <a:pt x="464" y="702"/>
                    <a:pt x="464" y="702"/>
                  </a:cubicBezTo>
                  <a:cubicBezTo>
                    <a:pt x="464" y="702"/>
                    <a:pt x="472" y="692"/>
                    <a:pt x="483" y="683"/>
                  </a:cubicBezTo>
                  <a:cubicBezTo>
                    <a:pt x="493" y="667"/>
                    <a:pt x="502" y="650"/>
                    <a:pt x="510" y="633"/>
                  </a:cubicBezTo>
                  <a:cubicBezTo>
                    <a:pt x="506" y="633"/>
                    <a:pt x="504" y="632"/>
                    <a:pt x="504" y="632"/>
                  </a:cubicBezTo>
                  <a:cubicBezTo>
                    <a:pt x="504" y="632"/>
                    <a:pt x="511" y="621"/>
                    <a:pt x="520" y="609"/>
                  </a:cubicBezTo>
                  <a:cubicBezTo>
                    <a:pt x="527" y="592"/>
                    <a:pt x="533" y="575"/>
                    <a:pt x="537" y="557"/>
                  </a:cubicBezTo>
                  <a:cubicBezTo>
                    <a:pt x="537" y="557"/>
                    <a:pt x="537" y="557"/>
                    <a:pt x="537" y="557"/>
                  </a:cubicBezTo>
                  <a:cubicBezTo>
                    <a:pt x="533" y="557"/>
                    <a:pt x="531" y="557"/>
                    <a:pt x="531" y="557"/>
                  </a:cubicBezTo>
                  <a:cubicBezTo>
                    <a:pt x="531" y="557"/>
                    <a:pt x="536" y="546"/>
                    <a:pt x="543" y="534"/>
                  </a:cubicBezTo>
                  <a:cubicBezTo>
                    <a:pt x="547" y="515"/>
                    <a:pt x="549" y="496"/>
                    <a:pt x="551" y="477"/>
                  </a:cubicBezTo>
                  <a:cubicBezTo>
                    <a:pt x="547" y="478"/>
                    <a:pt x="545" y="478"/>
                    <a:pt x="545" y="478"/>
                  </a:cubicBezTo>
                  <a:cubicBezTo>
                    <a:pt x="545" y="478"/>
                    <a:pt x="548" y="466"/>
                    <a:pt x="552" y="453"/>
                  </a:cubicBezTo>
                  <a:cubicBezTo>
                    <a:pt x="553" y="433"/>
                    <a:pt x="552" y="414"/>
                    <a:pt x="550" y="394"/>
                  </a:cubicBezTo>
                  <a:cubicBezTo>
                    <a:pt x="547" y="395"/>
                    <a:pt x="545" y="396"/>
                    <a:pt x="545" y="396"/>
                  </a:cubicBezTo>
                  <a:cubicBezTo>
                    <a:pt x="545" y="396"/>
                    <a:pt x="545" y="386"/>
                    <a:pt x="547" y="374"/>
                  </a:cubicBezTo>
                  <a:cubicBezTo>
                    <a:pt x="544" y="353"/>
                    <a:pt x="540" y="333"/>
                    <a:pt x="534" y="313"/>
                  </a:cubicBezTo>
                  <a:cubicBezTo>
                    <a:pt x="532" y="314"/>
                    <a:pt x="530" y="315"/>
                    <a:pt x="530" y="315"/>
                  </a:cubicBezTo>
                  <a:cubicBezTo>
                    <a:pt x="530" y="315"/>
                    <a:pt x="529" y="306"/>
                    <a:pt x="529" y="296"/>
                  </a:cubicBezTo>
                  <a:cubicBezTo>
                    <a:pt x="522" y="275"/>
                    <a:pt x="514" y="254"/>
                    <a:pt x="504" y="235"/>
                  </a:cubicBezTo>
                  <a:cubicBezTo>
                    <a:pt x="503" y="237"/>
                    <a:pt x="501" y="237"/>
                    <a:pt x="501" y="237"/>
                  </a:cubicBezTo>
                  <a:cubicBezTo>
                    <a:pt x="501" y="237"/>
                    <a:pt x="499" y="230"/>
                    <a:pt x="497" y="219"/>
                  </a:cubicBezTo>
                  <a:cubicBezTo>
                    <a:pt x="486" y="199"/>
                    <a:pt x="475" y="181"/>
                    <a:pt x="462" y="164"/>
                  </a:cubicBezTo>
                  <a:cubicBezTo>
                    <a:pt x="460" y="166"/>
                    <a:pt x="459" y="167"/>
                    <a:pt x="459" y="167"/>
                  </a:cubicBezTo>
                  <a:cubicBezTo>
                    <a:pt x="459" y="167"/>
                    <a:pt x="455" y="159"/>
                    <a:pt x="451" y="148"/>
                  </a:cubicBezTo>
                  <a:cubicBezTo>
                    <a:pt x="437" y="131"/>
                    <a:pt x="423" y="116"/>
                    <a:pt x="408" y="103"/>
                  </a:cubicBezTo>
                  <a:cubicBezTo>
                    <a:pt x="406" y="105"/>
                    <a:pt x="406" y="106"/>
                    <a:pt x="406" y="106"/>
                  </a:cubicBezTo>
                  <a:cubicBezTo>
                    <a:pt x="406" y="106"/>
                    <a:pt x="402" y="101"/>
                    <a:pt x="397" y="94"/>
                  </a:cubicBezTo>
                  <a:cubicBezTo>
                    <a:pt x="379" y="78"/>
                    <a:pt x="361" y="64"/>
                    <a:pt x="344" y="53"/>
                  </a:cubicBezTo>
                  <a:cubicBezTo>
                    <a:pt x="343" y="55"/>
                    <a:pt x="343" y="55"/>
                    <a:pt x="343" y="55"/>
                  </a:cubicBezTo>
                  <a:cubicBezTo>
                    <a:pt x="343" y="55"/>
                    <a:pt x="339" y="52"/>
                    <a:pt x="335" y="47"/>
                  </a:cubicBezTo>
                  <a:cubicBezTo>
                    <a:pt x="312" y="33"/>
                    <a:pt x="292" y="23"/>
                    <a:pt x="274" y="15"/>
                  </a:cubicBezTo>
                  <a:cubicBezTo>
                    <a:pt x="274" y="16"/>
                    <a:pt x="273" y="17"/>
                    <a:pt x="273" y="17"/>
                  </a:cubicBezTo>
                  <a:cubicBezTo>
                    <a:pt x="273" y="17"/>
                    <a:pt x="270" y="15"/>
                    <a:pt x="266" y="12"/>
                  </a:cubicBezTo>
                  <a:cubicBezTo>
                    <a:pt x="253" y="7"/>
                    <a:pt x="242" y="3"/>
                    <a:pt x="23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76"/>
            <p:cNvSpPr>
              <a:spLocks/>
            </p:cNvSpPr>
            <p:nvPr/>
          </p:nvSpPr>
          <p:spPr bwMode="auto">
            <a:xfrm>
              <a:off x="5716588" y="3897313"/>
              <a:ext cx="215900" cy="344487"/>
            </a:xfrm>
            <a:custGeom>
              <a:avLst/>
              <a:gdLst/>
              <a:ahLst/>
              <a:cxnLst>
                <a:cxn ang="0">
                  <a:pos x="9" y="0"/>
                </a:cxn>
                <a:cxn ang="0">
                  <a:pos x="17" y="70"/>
                </a:cxn>
                <a:cxn ang="0">
                  <a:pos x="42" y="94"/>
                </a:cxn>
                <a:cxn ang="0">
                  <a:pos x="66" y="109"/>
                </a:cxn>
                <a:cxn ang="0">
                  <a:pos x="68" y="99"/>
                </a:cxn>
                <a:cxn ang="0">
                  <a:pos x="58" y="42"/>
                </a:cxn>
                <a:cxn ang="0">
                  <a:pos x="9" y="0"/>
                </a:cxn>
              </a:cxnLst>
              <a:rect l="0" t="0" r="r" b="b"/>
              <a:pathLst>
                <a:path w="68" h="109">
                  <a:moveTo>
                    <a:pt x="9" y="0"/>
                  </a:moveTo>
                  <a:cubicBezTo>
                    <a:pt x="9" y="0"/>
                    <a:pt x="0" y="42"/>
                    <a:pt x="17" y="70"/>
                  </a:cubicBezTo>
                  <a:cubicBezTo>
                    <a:pt x="23" y="79"/>
                    <a:pt x="32" y="87"/>
                    <a:pt x="42" y="94"/>
                  </a:cubicBezTo>
                  <a:cubicBezTo>
                    <a:pt x="54" y="103"/>
                    <a:pt x="66" y="109"/>
                    <a:pt x="66" y="109"/>
                  </a:cubicBezTo>
                  <a:cubicBezTo>
                    <a:pt x="66" y="109"/>
                    <a:pt x="67" y="105"/>
                    <a:pt x="68" y="99"/>
                  </a:cubicBezTo>
                  <a:cubicBezTo>
                    <a:pt x="68" y="87"/>
                    <a:pt x="68" y="66"/>
                    <a:pt x="58" y="42"/>
                  </a:cubicBezTo>
                  <a:cubicBezTo>
                    <a:pt x="46" y="13"/>
                    <a:pt x="9"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77"/>
            <p:cNvSpPr>
              <a:spLocks/>
            </p:cNvSpPr>
            <p:nvPr/>
          </p:nvSpPr>
          <p:spPr bwMode="auto">
            <a:xfrm>
              <a:off x="5543550" y="4225925"/>
              <a:ext cx="347663" cy="190500"/>
            </a:xfrm>
            <a:custGeom>
              <a:avLst/>
              <a:gdLst/>
              <a:ahLst/>
              <a:cxnLst>
                <a:cxn ang="0">
                  <a:pos x="80" y="0"/>
                </a:cxn>
                <a:cxn ang="0">
                  <a:pos x="78" y="0"/>
                </a:cxn>
                <a:cxn ang="0">
                  <a:pos x="48" y="5"/>
                </a:cxn>
                <a:cxn ang="0">
                  <a:pos x="0" y="57"/>
                </a:cxn>
                <a:cxn ang="0">
                  <a:pos x="28" y="60"/>
                </a:cxn>
                <a:cxn ang="0">
                  <a:pos x="64" y="52"/>
                </a:cxn>
                <a:cxn ang="0">
                  <a:pos x="107" y="8"/>
                </a:cxn>
                <a:cxn ang="0">
                  <a:pos x="110" y="2"/>
                </a:cxn>
                <a:cxn ang="0">
                  <a:pos x="80" y="0"/>
                </a:cxn>
              </a:cxnLst>
              <a:rect l="0" t="0" r="r" b="b"/>
              <a:pathLst>
                <a:path w="110" h="60">
                  <a:moveTo>
                    <a:pt x="80" y="0"/>
                  </a:moveTo>
                  <a:cubicBezTo>
                    <a:pt x="79" y="0"/>
                    <a:pt x="79" y="0"/>
                    <a:pt x="78" y="0"/>
                  </a:cubicBezTo>
                  <a:cubicBezTo>
                    <a:pt x="67" y="0"/>
                    <a:pt x="56" y="2"/>
                    <a:pt x="48" y="5"/>
                  </a:cubicBezTo>
                  <a:cubicBezTo>
                    <a:pt x="17" y="17"/>
                    <a:pt x="0" y="57"/>
                    <a:pt x="0" y="57"/>
                  </a:cubicBezTo>
                  <a:cubicBezTo>
                    <a:pt x="0" y="57"/>
                    <a:pt x="12" y="60"/>
                    <a:pt x="28" y="60"/>
                  </a:cubicBezTo>
                  <a:cubicBezTo>
                    <a:pt x="39" y="60"/>
                    <a:pt x="52" y="58"/>
                    <a:pt x="64" y="52"/>
                  </a:cubicBezTo>
                  <a:cubicBezTo>
                    <a:pt x="88" y="37"/>
                    <a:pt x="102" y="17"/>
                    <a:pt x="107" y="8"/>
                  </a:cubicBezTo>
                  <a:cubicBezTo>
                    <a:pt x="109" y="4"/>
                    <a:pt x="110" y="2"/>
                    <a:pt x="110" y="2"/>
                  </a:cubicBezTo>
                  <a:cubicBezTo>
                    <a:pt x="110" y="2"/>
                    <a:pt x="96" y="0"/>
                    <a:pt x="8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78"/>
            <p:cNvSpPr>
              <a:spLocks/>
            </p:cNvSpPr>
            <p:nvPr/>
          </p:nvSpPr>
          <p:spPr bwMode="auto">
            <a:xfrm>
              <a:off x="5514975" y="3798888"/>
              <a:ext cx="195263" cy="365125"/>
            </a:xfrm>
            <a:custGeom>
              <a:avLst/>
              <a:gdLst/>
              <a:ahLst/>
              <a:cxnLst>
                <a:cxn ang="0">
                  <a:pos x="16" y="0"/>
                </a:cxn>
                <a:cxn ang="0">
                  <a:pos x="12" y="69"/>
                </a:cxn>
                <a:cxn ang="0">
                  <a:pos x="33" y="97"/>
                </a:cxn>
                <a:cxn ang="0">
                  <a:pos x="53" y="115"/>
                </a:cxn>
                <a:cxn ang="0">
                  <a:pos x="55" y="107"/>
                </a:cxn>
                <a:cxn ang="0">
                  <a:pos x="56" y="48"/>
                </a:cxn>
                <a:cxn ang="0">
                  <a:pos x="16" y="0"/>
                </a:cxn>
              </a:cxnLst>
              <a:rect l="0" t="0" r="r" b="b"/>
              <a:pathLst>
                <a:path w="62" h="115">
                  <a:moveTo>
                    <a:pt x="16" y="0"/>
                  </a:moveTo>
                  <a:cubicBezTo>
                    <a:pt x="16" y="0"/>
                    <a:pt x="0" y="39"/>
                    <a:pt x="12" y="69"/>
                  </a:cubicBezTo>
                  <a:cubicBezTo>
                    <a:pt x="16" y="78"/>
                    <a:pt x="25" y="89"/>
                    <a:pt x="33" y="97"/>
                  </a:cubicBezTo>
                  <a:cubicBezTo>
                    <a:pt x="43" y="107"/>
                    <a:pt x="53" y="115"/>
                    <a:pt x="53" y="115"/>
                  </a:cubicBezTo>
                  <a:cubicBezTo>
                    <a:pt x="53" y="115"/>
                    <a:pt x="54" y="112"/>
                    <a:pt x="55" y="107"/>
                  </a:cubicBezTo>
                  <a:cubicBezTo>
                    <a:pt x="58" y="96"/>
                    <a:pt x="62" y="75"/>
                    <a:pt x="56" y="48"/>
                  </a:cubicBezTo>
                  <a:cubicBezTo>
                    <a:pt x="49" y="18"/>
                    <a:pt x="16" y="0"/>
                    <a:pt x="1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79"/>
            <p:cNvSpPr>
              <a:spLocks/>
            </p:cNvSpPr>
            <p:nvPr/>
          </p:nvSpPr>
          <p:spPr bwMode="auto">
            <a:xfrm>
              <a:off x="5283200" y="4119563"/>
              <a:ext cx="365125" cy="163512"/>
            </a:xfrm>
            <a:custGeom>
              <a:avLst/>
              <a:gdLst/>
              <a:ahLst/>
              <a:cxnLst>
                <a:cxn ang="0">
                  <a:pos x="66" y="0"/>
                </a:cxn>
                <a:cxn ang="0">
                  <a:pos x="55" y="1"/>
                </a:cxn>
                <a:cxn ang="0">
                  <a:pos x="0" y="43"/>
                </a:cxn>
                <a:cxn ang="0">
                  <a:pos x="41" y="52"/>
                </a:cxn>
                <a:cxn ang="0">
                  <a:pos x="62" y="49"/>
                </a:cxn>
                <a:cxn ang="0">
                  <a:pos x="111" y="15"/>
                </a:cxn>
                <a:cxn ang="0">
                  <a:pos x="115" y="9"/>
                </a:cxn>
                <a:cxn ang="0">
                  <a:pos x="85" y="2"/>
                </a:cxn>
                <a:cxn ang="0">
                  <a:pos x="66" y="0"/>
                </a:cxn>
              </a:cxnLst>
              <a:rect l="0" t="0" r="r" b="b"/>
              <a:pathLst>
                <a:path w="115" h="52">
                  <a:moveTo>
                    <a:pt x="66" y="0"/>
                  </a:moveTo>
                  <a:cubicBezTo>
                    <a:pt x="62" y="0"/>
                    <a:pt x="58" y="0"/>
                    <a:pt x="55" y="1"/>
                  </a:cubicBezTo>
                  <a:cubicBezTo>
                    <a:pt x="23" y="8"/>
                    <a:pt x="0" y="43"/>
                    <a:pt x="0" y="43"/>
                  </a:cubicBezTo>
                  <a:cubicBezTo>
                    <a:pt x="0" y="43"/>
                    <a:pt x="19" y="52"/>
                    <a:pt x="41" y="52"/>
                  </a:cubicBezTo>
                  <a:cubicBezTo>
                    <a:pt x="48" y="52"/>
                    <a:pt x="55" y="51"/>
                    <a:pt x="62" y="49"/>
                  </a:cubicBezTo>
                  <a:cubicBezTo>
                    <a:pt x="88" y="39"/>
                    <a:pt x="104" y="23"/>
                    <a:pt x="111" y="15"/>
                  </a:cubicBezTo>
                  <a:cubicBezTo>
                    <a:pt x="114" y="11"/>
                    <a:pt x="115" y="9"/>
                    <a:pt x="115" y="9"/>
                  </a:cubicBezTo>
                  <a:cubicBezTo>
                    <a:pt x="115" y="9"/>
                    <a:pt x="101" y="4"/>
                    <a:pt x="85" y="2"/>
                  </a:cubicBezTo>
                  <a:cubicBezTo>
                    <a:pt x="79" y="1"/>
                    <a:pt x="72" y="0"/>
                    <a:pt x="6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80"/>
            <p:cNvSpPr>
              <a:spLocks/>
            </p:cNvSpPr>
            <p:nvPr/>
          </p:nvSpPr>
          <p:spPr bwMode="auto">
            <a:xfrm>
              <a:off x="5334000" y="3668713"/>
              <a:ext cx="168275" cy="371475"/>
            </a:xfrm>
            <a:custGeom>
              <a:avLst/>
              <a:gdLst/>
              <a:ahLst/>
              <a:cxnLst>
                <a:cxn ang="0">
                  <a:pos x="22" y="0"/>
                </a:cxn>
                <a:cxn ang="0">
                  <a:pos x="6" y="66"/>
                </a:cxn>
                <a:cxn ang="0">
                  <a:pos x="20" y="95"/>
                </a:cxn>
                <a:cxn ang="0">
                  <a:pos x="38" y="117"/>
                </a:cxn>
                <a:cxn ang="0">
                  <a:pos x="42" y="110"/>
                </a:cxn>
                <a:cxn ang="0">
                  <a:pos x="52" y="54"/>
                </a:cxn>
                <a:cxn ang="0">
                  <a:pos x="22" y="0"/>
                </a:cxn>
              </a:cxnLst>
              <a:rect l="0" t="0" r="r" b="b"/>
              <a:pathLst>
                <a:path w="53" h="117">
                  <a:moveTo>
                    <a:pt x="22" y="0"/>
                  </a:moveTo>
                  <a:cubicBezTo>
                    <a:pt x="22" y="0"/>
                    <a:pt x="0" y="35"/>
                    <a:pt x="6" y="66"/>
                  </a:cubicBezTo>
                  <a:cubicBezTo>
                    <a:pt x="8" y="75"/>
                    <a:pt x="14" y="86"/>
                    <a:pt x="20" y="95"/>
                  </a:cubicBezTo>
                  <a:cubicBezTo>
                    <a:pt x="29" y="107"/>
                    <a:pt x="38" y="117"/>
                    <a:pt x="38" y="117"/>
                  </a:cubicBezTo>
                  <a:cubicBezTo>
                    <a:pt x="38" y="117"/>
                    <a:pt x="39" y="114"/>
                    <a:pt x="42" y="110"/>
                  </a:cubicBezTo>
                  <a:cubicBezTo>
                    <a:pt x="46" y="100"/>
                    <a:pt x="53" y="80"/>
                    <a:pt x="52" y="54"/>
                  </a:cubicBezTo>
                  <a:cubicBezTo>
                    <a:pt x="51" y="23"/>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81"/>
            <p:cNvSpPr>
              <a:spLocks/>
            </p:cNvSpPr>
            <p:nvPr/>
          </p:nvSpPr>
          <p:spPr bwMode="auto">
            <a:xfrm>
              <a:off x="5053013" y="3963988"/>
              <a:ext cx="373063" cy="152400"/>
            </a:xfrm>
            <a:custGeom>
              <a:avLst/>
              <a:gdLst/>
              <a:ahLst/>
              <a:cxnLst>
                <a:cxn ang="0">
                  <a:pos x="62" y="0"/>
                </a:cxn>
                <a:cxn ang="0">
                  <a:pos x="60" y="0"/>
                </a:cxn>
                <a:cxn ang="0">
                  <a:pos x="0" y="31"/>
                </a:cxn>
                <a:cxn ang="0">
                  <a:pos x="49" y="48"/>
                </a:cxn>
                <a:cxn ang="0">
                  <a:pos x="60" y="47"/>
                </a:cxn>
                <a:cxn ang="0">
                  <a:pos x="113" y="22"/>
                </a:cxn>
                <a:cxn ang="0">
                  <a:pos x="118" y="18"/>
                </a:cxn>
                <a:cxn ang="0">
                  <a:pos x="93" y="7"/>
                </a:cxn>
                <a:cxn ang="0">
                  <a:pos x="62" y="0"/>
                </a:cxn>
              </a:cxnLst>
              <a:rect l="0" t="0" r="r" b="b"/>
              <a:pathLst>
                <a:path w="118" h="48">
                  <a:moveTo>
                    <a:pt x="62" y="0"/>
                  </a:moveTo>
                  <a:cubicBezTo>
                    <a:pt x="61" y="0"/>
                    <a:pt x="61" y="0"/>
                    <a:pt x="60" y="0"/>
                  </a:cubicBezTo>
                  <a:cubicBezTo>
                    <a:pt x="29" y="1"/>
                    <a:pt x="0" y="31"/>
                    <a:pt x="0" y="31"/>
                  </a:cubicBezTo>
                  <a:cubicBezTo>
                    <a:pt x="0" y="31"/>
                    <a:pt x="23" y="48"/>
                    <a:pt x="49" y="48"/>
                  </a:cubicBezTo>
                  <a:cubicBezTo>
                    <a:pt x="53" y="48"/>
                    <a:pt x="56" y="48"/>
                    <a:pt x="60" y="47"/>
                  </a:cubicBezTo>
                  <a:cubicBezTo>
                    <a:pt x="87" y="42"/>
                    <a:pt x="105" y="29"/>
                    <a:pt x="113" y="22"/>
                  </a:cubicBezTo>
                  <a:cubicBezTo>
                    <a:pt x="116" y="19"/>
                    <a:pt x="118" y="18"/>
                    <a:pt x="118" y="18"/>
                  </a:cubicBezTo>
                  <a:cubicBezTo>
                    <a:pt x="118" y="18"/>
                    <a:pt x="107" y="12"/>
                    <a:pt x="93" y="7"/>
                  </a:cubicBezTo>
                  <a:cubicBezTo>
                    <a:pt x="83" y="3"/>
                    <a:pt x="71" y="0"/>
                    <a:pt x="6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82"/>
            <p:cNvSpPr>
              <a:spLocks/>
            </p:cNvSpPr>
            <p:nvPr/>
          </p:nvSpPr>
          <p:spPr bwMode="auto">
            <a:xfrm>
              <a:off x="5180013" y="3511550"/>
              <a:ext cx="160338" cy="366712"/>
            </a:xfrm>
            <a:custGeom>
              <a:avLst/>
              <a:gdLst/>
              <a:ahLst/>
              <a:cxnLst>
                <a:cxn ang="0">
                  <a:pos x="27" y="0"/>
                </a:cxn>
                <a:cxn ang="0">
                  <a:pos x="1" y="61"/>
                </a:cxn>
                <a:cxn ang="0">
                  <a:pos x="10" y="92"/>
                </a:cxn>
                <a:cxn ang="0">
                  <a:pos x="23" y="116"/>
                </a:cxn>
                <a:cxn ang="0">
                  <a:pos x="28" y="110"/>
                </a:cxn>
                <a:cxn ang="0">
                  <a:pos x="47" y="57"/>
                </a:cxn>
                <a:cxn ang="0">
                  <a:pos x="27" y="0"/>
                </a:cxn>
              </a:cxnLst>
              <a:rect l="0" t="0" r="r" b="b"/>
              <a:pathLst>
                <a:path w="51" h="116">
                  <a:moveTo>
                    <a:pt x="27" y="0"/>
                  </a:moveTo>
                  <a:cubicBezTo>
                    <a:pt x="27" y="0"/>
                    <a:pt x="0" y="31"/>
                    <a:pt x="1" y="61"/>
                  </a:cubicBezTo>
                  <a:cubicBezTo>
                    <a:pt x="2" y="71"/>
                    <a:pt x="6" y="82"/>
                    <a:pt x="10" y="92"/>
                  </a:cubicBezTo>
                  <a:cubicBezTo>
                    <a:pt x="16" y="106"/>
                    <a:pt x="23" y="116"/>
                    <a:pt x="23" y="116"/>
                  </a:cubicBezTo>
                  <a:cubicBezTo>
                    <a:pt x="23" y="116"/>
                    <a:pt x="25" y="114"/>
                    <a:pt x="28" y="110"/>
                  </a:cubicBezTo>
                  <a:cubicBezTo>
                    <a:pt x="34" y="101"/>
                    <a:pt x="44" y="83"/>
                    <a:pt x="47" y="57"/>
                  </a:cubicBezTo>
                  <a:cubicBezTo>
                    <a:pt x="51" y="28"/>
                    <a:pt x="27"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83"/>
            <p:cNvSpPr>
              <a:spLocks/>
            </p:cNvSpPr>
            <p:nvPr/>
          </p:nvSpPr>
          <p:spPr bwMode="auto">
            <a:xfrm>
              <a:off x="4860925" y="3767138"/>
              <a:ext cx="366713" cy="146050"/>
            </a:xfrm>
            <a:custGeom>
              <a:avLst/>
              <a:gdLst/>
              <a:ahLst/>
              <a:cxnLst>
                <a:cxn ang="0">
                  <a:pos x="56" y="0"/>
                </a:cxn>
                <a:cxn ang="0">
                  <a:pos x="0" y="20"/>
                </a:cxn>
                <a:cxn ang="0">
                  <a:pos x="54" y="46"/>
                </a:cxn>
                <a:cxn ang="0">
                  <a:pos x="55" y="46"/>
                </a:cxn>
                <a:cxn ang="0">
                  <a:pos x="111" y="31"/>
                </a:cxn>
                <a:cxn ang="0">
                  <a:pos x="116" y="28"/>
                </a:cxn>
                <a:cxn ang="0">
                  <a:pos x="94" y="13"/>
                </a:cxn>
                <a:cxn ang="0">
                  <a:pos x="64" y="0"/>
                </a:cxn>
                <a:cxn ang="0">
                  <a:pos x="56" y="0"/>
                </a:cxn>
              </a:cxnLst>
              <a:rect l="0" t="0" r="r" b="b"/>
              <a:pathLst>
                <a:path w="116" h="46">
                  <a:moveTo>
                    <a:pt x="56" y="0"/>
                  </a:moveTo>
                  <a:cubicBezTo>
                    <a:pt x="28" y="0"/>
                    <a:pt x="0" y="20"/>
                    <a:pt x="0" y="20"/>
                  </a:cubicBezTo>
                  <a:cubicBezTo>
                    <a:pt x="0" y="20"/>
                    <a:pt x="25" y="46"/>
                    <a:pt x="54" y="46"/>
                  </a:cubicBezTo>
                  <a:cubicBezTo>
                    <a:pt x="54" y="46"/>
                    <a:pt x="55" y="46"/>
                    <a:pt x="55" y="46"/>
                  </a:cubicBezTo>
                  <a:cubicBezTo>
                    <a:pt x="82" y="45"/>
                    <a:pt x="103" y="36"/>
                    <a:pt x="111" y="31"/>
                  </a:cubicBezTo>
                  <a:cubicBezTo>
                    <a:pt x="114" y="29"/>
                    <a:pt x="116" y="28"/>
                    <a:pt x="116" y="28"/>
                  </a:cubicBezTo>
                  <a:cubicBezTo>
                    <a:pt x="116" y="28"/>
                    <a:pt x="107" y="20"/>
                    <a:pt x="94" y="13"/>
                  </a:cubicBezTo>
                  <a:cubicBezTo>
                    <a:pt x="85" y="7"/>
                    <a:pt x="73" y="2"/>
                    <a:pt x="64" y="0"/>
                  </a:cubicBezTo>
                  <a:cubicBezTo>
                    <a:pt x="61" y="0"/>
                    <a:pt x="59"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84"/>
            <p:cNvSpPr>
              <a:spLocks/>
            </p:cNvSpPr>
            <p:nvPr/>
          </p:nvSpPr>
          <p:spPr bwMode="auto">
            <a:xfrm>
              <a:off x="5040313" y="3333750"/>
              <a:ext cx="174625" cy="350837"/>
            </a:xfrm>
            <a:custGeom>
              <a:avLst/>
              <a:gdLst/>
              <a:ahLst/>
              <a:cxnLst>
                <a:cxn ang="0">
                  <a:pos x="37" y="0"/>
                </a:cxn>
                <a:cxn ang="0">
                  <a:pos x="1" y="55"/>
                </a:cxn>
                <a:cxn ang="0">
                  <a:pos x="5" y="88"/>
                </a:cxn>
                <a:cxn ang="0">
                  <a:pos x="13" y="111"/>
                </a:cxn>
                <a:cxn ang="0">
                  <a:pos x="18" y="106"/>
                </a:cxn>
                <a:cxn ang="0">
                  <a:pos x="47" y="59"/>
                </a:cxn>
                <a:cxn ang="0">
                  <a:pos x="37" y="0"/>
                </a:cxn>
              </a:cxnLst>
              <a:rect l="0" t="0" r="r" b="b"/>
              <a:pathLst>
                <a:path w="55" h="111">
                  <a:moveTo>
                    <a:pt x="37" y="0"/>
                  </a:moveTo>
                  <a:cubicBezTo>
                    <a:pt x="37" y="0"/>
                    <a:pt x="6" y="25"/>
                    <a:pt x="1" y="55"/>
                  </a:cubicBezTo>
                  <a:cubicBezTo>
                    <a:pt x="0" y="65"/>
                    <a:pt x="2" y="77"/>
                    <a:pt x="5" y="88"/>
                  </a:cubicBezTo>
                  <a:cubicBezTo>
                    <a:pt x="9" y="101"/>
                    <a:pt x="13" y="111"/>
                    <a:pt x="13" y="111"/>
                  </a:cubicBezTo>
                  <a:cubicBezTo>
                    <a:pt x="13" y="111"/>
                    <a:pt x="15" y="110"/>
                    <a:pt x="18" y="106"/>
                  </a:cubicBezTo>
                  <a:cubicBezTo>
                    <a:pt x="26" y="99"/>
                    <a:pt x="39" y="83"/>
                    <a:pt x="47" y="59"/>
                  </a:cubicBezTo>
                  <a:cubicBezTo>
                    <a:pt x="55" y="31"/>
                    <a:pt x="37" y="0"/>
                    <a:pt x="3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85"/>
            <p:cNvSpPr>
              <a:spLocks/>
            </p:cNvSpPr>
            <p:nvPr/>
          </p:nvSpPr>
          <p:spPr bwMode="auto">
            <a:xfrm>
              <a:off x="4711700" y="3538538"/>
              <a:ext cx="350838" cy="146050"/>
            </a:xfrm>
            <a:custGeom>
              <a:avLst/>
              <a:gdLst/>
              <a:ahLst/>
              <a:cxnLst>
                <a:cxn ang="0">
                  <a:pos x="46" y="0"/>
                </a:cxn>
                <a:cxn ang="0">
                  <a:pos x="0" y="10"/>
                </a:cxn>
                <a:cxn ang="0">
                  <a:pos x="49" y="45"/>
                </a:cxn>
                <a:cxn ang="0">
                  <a:pos x="67" y="46"/>
                </a:cxn>
                <a:cxn ang="0">
                  <a:pos x="105" y="40"/>
                </a:cxn>
                <a:cxn ang="0">
                  <a:pos x="111" y="38"/>
                </a:cxn>
                <a:cxn ang="0">
                  <a:pos x="91" y="19"/>
                </a:cxn>
                <a:cxn ang="0">
                  <a:pos x="65" y="2"/>
                </a:cxn>
                <a:cxn ang="0">
                  <a:pos x="46" y="0"/>
                </a:cxn>
              </a:cxnLst>
              <a:rect l="0" t="0" r="r" b="b"/>
              <a:pathLst>
                <a:path w="111" h="46">
                  <a:moveTo>
                    <a:pt x="46" y="0"/>
                  </a:moveTo>
                  <a:cubicBezTo>
                    <a:pt x="23" y="0"/>
                    <a:pt x="0" y="10"/>
                    <a:pt x="0" y="10"/>
                  </a:cubicBezTo>
                  <a:cubicBezTo>
                    <a:pt x="0" y="10"/>
                    <a:pt x="20" y="40"/>
                    <a:pt x="49" y="45"/>
                  </a:cubicBezTo>
                  <a:cubicBezTo>
                    <a:pt x="55" y="46"/>
                    <a:pt x="61" y="46"/>
                    <a:pt x="67" y="46"/>
                  </a:cubicBezTo>
                  <a:cubicBezTo>
                    <a:pt x="84" y="46"/>
                    <a:pt x="98" y="42"/>
                    <a:pt x="105" y="40"/>
                  </a:cubicBezTo>
                  <a:cubicBezTo>
                    <a:pt x="109" y="39"/>
                    <a:pt x="111" y="38"/>
                    <a:pt x="111" y="38"/>
                  </a:cubicBezTo>
                  <a:cubicBezTo>
                    <a:pt x="111" y="38"/>
                    <a:pt x="102" y="28"/>
                    <a:pt x="91" y="19"/>
                  </a:cubicBezTo>
                  <a:cubicBezTo>
                    <a:pt x="83" y="12"/>
                    <a:pt x="74" y="5"/>
                    <a:pt x="65" y="2"/>
                  </a:cubicBezTo>
                  <a:cubicBezTo>
                    <a:pt x="59" y="0"/>
                    <a:pt x="52" y="0"/>
                    <a:pt x="4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86"/>
            <p:cNvSpPr>
              <a:spLocks/>
            </p:cNvSpPr>
            <p:nvPr/>
          </p:nvSpPr>
          <p:spPr bwMode="auto">
            <a:xfrm>
              <a:off x="4932363" y="3140075"/>
              <a:ext cx="190500" cy="327025"/>
            </a:xfrm>
            <a:custGeom>
              <a:avLst/>
              <a:gdLst/>
              <a:ahLst/>
              <a:cxnLst>
                <a:cxn ang="0">
                  <a:pos x="47" y="0"/>
                </a:cxn>
                <a:cxn ang="0">
                  <a:pos x="3" y="47"/>
                </a:cxn>
                <a:cxn ang="0">
                  <a:pos x="2" y="83"/>
                </a:cxn>
                <a:cxn ang="0">
                  <a:pos x="5" y="103"/>
                </a:cxn>
                <a:cxn ang="0">
                  <a:pos x="10" y="100"/>
                </a:cxn>
                <a:cxn ang="0">
                  <a:pos x="46" y="58"/>
                </a:cxn>
                <a:cxn ang="0">
                  <a:pos x="47" y="0"/>
                </a:cxn>
              </a:cxnLst>
              <a:rect l="0" t="0" r="r" b="b"/>
              <a:pathLst>
                <a:path w="60" h="103">
                  <a:moveTo>
                    <a:pt x="47" y="0"/>
                  </a:moveTo>
                  <a:cubicBezTo>
                    <a:pt x="47" y="0"/>
                    <a:pt x="13" y="19"/>
                    <a:pt x="3" y="47"/>
                  </a:cubicBezTo>
                  <a:cubicBezTo>
                    <a:pt x="0" y="57"/>
                    <a:pt x="1" y="71"/>
                    <a:pt x="2" y="83"/>
                  </a:cubicBezTo>
                  <a:cubicBezTo>
                    <a:pt x="3" y="94"/>
                    <a:pt x="5" y="103"/>
                    <a:pt x="5" y="103"/>
                  </a:cubicBezTo>
                  <a:cubicBezTo>
                    <a:pt x="5" y="103"/>
                    <a:pt x="7" y="102"/>
                    <a:pt x="10" y="100"/>
                  </a:cubicBezTo>
                  <a:cubicBezTo>
                    <a:pt x="18" y="95"/>
                    <a:pt x="35" y="81"/>
                    <a:pt x="46" y="58"/>
                  </a:cubicBezTo>
                  <a:cubicBezTo>
                    <a:pt x="60" y="33"/>
                    <a:pt x="47" y="0"/>
                    <a:pt x="4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87"/>
            <p:cNvSpPr>
              <a:spLocks/>
            </p:cNvSpPr>
            <p:nvPr/>
          </p:nvSpPr>
          <p:spPr bwMode="auto">
            <a:xfrm>
              <a:off x="4613275" y="3282950"/>
              <a:ext cx="319088" cy="161925"/>
            </a:xfrm>
            <a:custGeom>
              <a:avLst/>
              <a:gdLst/>
              <a:ahLst/>
              <a:cxnLst>
                <a:cxn ang="0">
                  <a:pos x="30" y="0"/>
                </a:cxn>
                <a:cxn ang="0">
                  <a:pos x="0" y="4"/>
                </a:cxn>
                <a:cxn ang="0">
                  <a:pos x="40" y="45"/>
                </a:cxn>
                <a:cxn ang="0">
                  <a:pos x="78" y="51"/>
                </a:cxn>
                <a:cxn ang="0">
                  <a:pos x="95" y="50"/>
                </a:cxn>
                <a:cxn ang="0">
                  <a:pos x="101" y="49"/>
                </a:cxn>
                <a:cxn ang="0">
                  <a:pos x="85" y="27"/>
                </a:cxn>
                <a:cxn ang="0">
                  <a:pos x="63" y="7"/>
                </a:cxn>
                <a:cxn ang="0">
                  <a:pos x="30" y="0"/>
                </a:cxn>
              </a:cxnLst>
              <a:rect l="0" t="0" r="r" b="b"/>
              <a:pathLst>
                <a:path w="101" h="51">
                  <a:moveTo>
                    <a:pt x="30" y="0"/>
                  </a:moveTo>
                  <a:cubicBezTo>
                    <a:pt x="13" y="0"/>
                    <a:pt x="0" y="4"/>
                    <a:pt x="0" y="4"/>
                  </a:cubicBezTo>
                  <a:cubicBezTo>
                    <a:pt x="0" y="4"/>
                    <a:pt x="13" y="36"/>
                    <a:pt x="40" y="45"/>
                  </a:cubicBezTo>
                  <a:cubicBezTo>
                    <a:pt x="55" y="50"/>
                    <a:pt x="68" y="51"/>
                    <a:pt x="78" y="51"/>
                  </a:cubicBezTo>
                  <a:cubicBezTo>
                    <a:pt x="85" y="51"/>
                    <a:pt x="91" y="51"/>
                    <a:pt x="95" y="50"/>
                  </a:cubicBezTo>
                  <a:cubicBezTo>
                    <a:pt x="99" y="50"/>
                    <a:pt x="101" y="49"/>
                    <a:pt x="101" y="49"/>
                  </a:cubicBezTo>
                  <a:cubicBezTo>
                    <a:pt x="101" y="49"/>
                    <a:pt x="95" y="38"/>
                    <a:pt x="85" y="27"/>
                  </a:cubicBezTo>
                  <a:cubicBezTo>
                    <a:pt x="79" y="19"/>
                    <a:pt x="71" y="11"/>
                    <a:pt x="63" y="7"/>
                  </a:cubicBezTo>
                  <a:cubicBezTo>
                    <a:pt x="53" y="2"/>
                    <a:pt x="41" y="0"/>
                    <a:pt x="3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88"/>
            <p:cNvSpPr>
              <a:spLocks/>
            </p:cNvSpPr>
            <p:nvPr/>
          </p:nvSpPr>
          <p:spPr bwMode="auto">
            <a:xfrm>
              <a:off x="4854575" y="2936875"/>
              <a:ext cx="207963" cy="295275"/>
            </a:xfrm>
            <a:custGeom>
              <a:avLst/>
              <a:gdLst/>
              <a:ahLst/>
              <a:cxnLst>
                <a:cxn ang="0">
                  <a:pos x="59" y="0"/>
                </a:cxn>
                <a:cxn ang="0">
                  <a:pos x="9" y="38"/>
                </a:cxn>
                <a:cxn ang="0">
                  <a:pos x="1" y="72"/>
                </a:cxn>
                <a:cxn ang="0">
                  <a:pos x="1" y="93"/>
                </a:cxn>
                <a:cxn ang="0">
                  <a:pos x="6" y="90"/>
                </a:cxn>
                <a:cxn ang="0">
                  <a:pos x="48" y="56"/>
                </a:cxn>
                <a:cxn ang="0">
                  <a:pos x="59" y="0"/>
                </a:cxn>
              </a:cxnLst>
              <a:rect l="0" t="0" r="r" b="b"/>
              <a:pathLst>
                <a:path w="66" h="93">
                  <a:moveTo>
                    <a:pt x="59" y="0"/>
                  </a:moveTo>
                  <a:cubicBezTo>
                    <a:pt x="59" y="0"/>
                    <a:pt x="23" y="12"/>
                    <a:pt x="9" y="38"/>
                  </a:cubicBezTo>
                  <a:cubicBezTo>
                    <a:pt x="4" y="47"/>
                    <a:pt x="2" y="60"/>
                    <a:pt x="1" y="72"/>
                  </a:cubicBezTo>
                  <a:cubicBezTo>
                    <a:pt x="0" y="83"/>
                    <a:pt x="1" y="93"/>
                    <a:pt x="1" y="93"/>
                  </a:cubicBezTo>
                  <a:cubicBezTo>
                    <a:pt x="1" y="93"/>
                    <a:pt x="3" y="92"/>
                    <a:pt x="6" y="90"/>
                  </a:cubicBezTo>
                  <a:cubicBezTo>
                    <a:pt x="15" y="86"/>
                    <a:pt x="33" y="76"/>
                    <a:pt x="48" y="56"/>
                  </a:cubicBezTo>
                  <a:cubicBezTo>
                    <a:pt x="66" y="34"/>
                    <a:pt x="59" y="0"/>
                    <a:pt x="5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89"/>
            <p:cNvSpPr>
              <a:spLocks/>
            </p:cNvSpPr>
            <p:nvPr/>
          </p:nvSpPr>
          <p:spPr bwMode="auto">
            <a:xfrm>
              <a:off x="4559300" y="3006725"/>
              <a:ext cx="288925" cy="193675"/>
            </a:xfrm>
            <a:custGeom>
              <a:avLst/>
              <a:gdLst/>
              <a:ahLst/>
              <a:cxnLst>
                <a:cxn ang="0">
                  <a:pos x="9" y="0"/>
                </a:cxn>
                <a:cxn ang="0">
                  <a:pos x="0" y="0"/>
                </a:cxn>
                <a:cxn ang="0">
                  <a:pos x="33" y="47"/>
                </a:cxn>
                <a:cxn ang="0">
                  <a:pos x="86" y="61"/>
                </a:cxn>
                <a:cxn ang="0">
                  <a:pos x="86" y="61"/>
                </a:cxn>
                <a:cxn ang="0">
                  <a:pos x="91" y="61"/>
                </a:cxn>
                <a:cxn ang="0">
                  <a:pos x="80" y="38"/>
                </a:cxn>
                <a:cxn ang="0">
                  <a:pos x="61" y="14"/>
                </a:cxn>
                <a:cxn ang="0">
                  <a:pos x="9" y="0"/>
                </a:cxn>
              </a:cxnLst>
              <a:rect l="0" t="0" r="r" b="b"/>
              <a:pathLst>
                <a:path w="91" h="61">
                  <a:moveTo>
                    <a:pt x="9" y="0"/>
                  </a:moveTo>
                  <a:cubicBezTo>
                    <a:pt x="4" y="0"/>
                    <a:pt x="0" y="0"/>
                    <a:pt x="0" y="0"/>
                  </a:cubicBezTo>
                  <a:cubicBezTo>
                    <a:pt x="0" y="0"/>
                    <a:pt x="8" y="33"/>
                    <a:pt x="33" y="47"/>
                  </a:cubicBezTo>
                  <a:cubicBezTo>
                    <a:pt x="55" y="59"/>
                    <a:pt x="76" y="61"/>
                    <a:pt x="86" y="61"/>
                  </a:cubicBezTo>
                  <a:cubicBezTo>
                    <a:pt x="86" y="61"/>
                    <a:pt x="86" y="61"/>
                    <a:pt x="86" y="61"/>
                  </a:cubicBezTo>
                  <a:cubicBezTo>
                    <a:pt x="89" y="61"/>
                    <a:pt x="91" y="61"/>
                    <a:pt x="91" y="61"/>
                  </a:cubicBezTo>
                  <a:cubicBezTo>
                    <a:pt x="91" y="61"/>
                    <a:pt x="87" y="50"/>
                    <a:pt x="80" y="38"/>
                  </a:cubicBezTo>
                  <a:cubicBezTo>
                    <a:pt x="75" y="29"/>
                    <a:pt x="68" y="19"/>
                    <a:pt x="61" y="14"/>
                  </a:cubicBezTo>
                  <a:cubicBezTo>
                    <a:pt x="45" y="1"/>
                    <a:pt x="22"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90"/>
            <p:cNvSpPr>
              <a:spLocks/>
            </p:cNvSpPr>
            <p:nvPr/>
          </p:nvSpPr>
          <p:spPr bwMode="auto">
            <a:xfrm>
              <a:off x="4806950" y="2732088"/>
              <a:ext cx="230188" cy="249237"/>
            </a:xfrm>
            <a:custGeom>
              <a:avLst/>
              <a:gdLst/>
              <a:ahLst/>
              <a:cxnLst>
                <a:cxn ang="0">
                  <a:pos x="72" y="0"/>
                </a:cxn>
                <a:cxn ang="0">
                  <a:pos x="18" y="27"/>
                </a:cxn>
                <a:cxn ang="0">
                  <a:pos x="3" y="62"/>
                </a:cxn>
                <a:cxn ang="0">
                  <a:pos x="0" y="79"/>
                </a:cxn>
                <a:cxn ang="0">
                  <a:pos x="5" y="78"/>
                </a:cxn>
                <a:cxn ang="0">
                  <a:pos x="52" y="52"/>
                </a:cxn>
                <a:cxn ang="0">
                  <a:pos x="72" y="0"/>
                </a:cxn>
              </a:cxnLst>
              <a:rect l="0" t="0" r="r" b="b"/>
              <a:pathLst>
                <a:path w="73" h="79">
                  <a:moveTo>
                    <a:pt x="72" y="0"/>
                  </a:moveTo>
                  <a:cubicBezTo>
                    <a:pt x="72" y="0"/>
                    <a:pt x="35" y="5"/>
                    <a:pt x="18" y="27"/>
                  </a:cubicBezTo>
                  <a:cubicBezTo>
                    <a:pt x="11" y="36"/>
                    <a:pt x="6" y="51"/>
                    <a:pt x="3" y="62"/>
                  </a:cubicBezTo>
                  <a:cubicBezTo>
                    <a:pt x="1" y="72"/>
                    <a:pt x="0" y="79"/>
                    <a:pt x="0" y="79"/>
                  </a:cubicBezTo>
                  <a:cubicBezTo>
                    <a:pt x="0" y="79"/>
                    <a:pt x="2" y="78"/>
                    <a:pt x="5" y="78"/>
                  </a:cubicBezTo>
                  <a:cubicBezTo>
                    <a:pt x="14" y="76"/>
                    <a:pt x="34" y="69"/>
                    <a:pt x="52" y="52"/>
                  </a:cubicBezTo>
                  <a:cubicBezTo>
                    <a:pt x="73" y="33"/>
                    <a:pt x="72" y="0"/>
                    <a:pt x="7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91"/>
            <p:cNvSpPr>
              <a:spLocks/>
            </p:cNvSpPr>
            <p:nvPr/>
          </p:nvSpPr>
          <p:spPr bwMode="auto">
            <a:xfrm>
              <a:off x="4559300" y="2716213"/>
              <a:ext cx="244475" cy="233362"/>
            </a:xfrm>
            <a:custGeom>
              <a:avLst/>
              <a:gdLst/>
              <a:ahLst/>
              <a:cxnLst>
                <a:cxn ang="0">
                  <a:pos x="0" y="0"/>
                </a:cxn>
                <a:cxn ang="0">
                  <a:pos x="23" y="50"/>
                </a:cxn>
                <a:cxn ang="0">
                  <a:pos x="72" y="73"/>
                </a:cxn>
                <a:cxn ang="0">
                  <a:pos x="77" y="74"/>
                </a:cxn>
                <a:cxn ang="0">
                  <a:pos x="70" y="49"/>
                </a:cxn>
                <a:cxn ang="0">
                  <a:pos x="57" y="24"/>
                </a:cxn>
                <a:cxn ang="0">
                  <a:pos x="0" y="0"/>
                </a:cxn>
              </a:cxnLst>
              <a:rect l="0" t="0" r="r" b="b"/>
              <a:pathLst>
                <a:path w="77" h="74">
                  <a:moveTo>
                    <a:pt x="0" y="0"/>
                  </a:moveTo>
                  <a:cubicBezTo>
                    <a:pt x="0" y="0"/>
                    <a:pt x="2" y="33"/>
                    <a:pt x="23" y="50"/>
                  </a:cubicBezTo>
                  <a:cubicBezTo>
                    <a:pt x="43" y="66"/>
                    <a:pt x="62" y="71"/>
                    <a:pt x="72" y="73"/>
                  </a:cubicBezTo>
                  <a:cubicBezTo>
                    <a:pt x="75" y="74"/>
                    <a:pt x="77" y="74"/>
                    <a:pt x="77" y="74"/>
                  </a:cubicBezTo>
                  <a:cubicBezTo>
                    <a:pt x="77" y="74"/>
                    <a:pt x="75" y="62"/>
                    <a:pt x="70" y="49"/>
                  </a:cubicBezTo>
                  <a:cubicBezTo>
                    <a:pt x="67" y="40"/>
                    <a:pt x="62" y="30"/>
                    <a:pt x="57" y="24"/>
                  </a:cubicBezTo>
                  <a:cubicBezTo>
                    <a:pt x="38" y="2"/>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92"/>
            <p:cNvSpPr>
              <a:spLocks/>
            </p:cNvSpPr>
            <p:nvPr/>
          </p:nvSpPr>
          <p:spPr bwMode="auto">
            <a:xfrm>
              <a:off x="4803775" y="2516188"/>
              <a:ext cx="261938" cy="206375"/>
            </a:xfrm>
            <a:custGeom>
              <a:avLst/>
              <a:gdLst/>
              <a:ahLst/>
              <a:cxnLst>
                <a:cxn ang="0">
                  <a:pos x="81" y="0"/>
                </a:cxn>
                <a:cxn ang="0">
                  <a:pos x="25" y="18"/>
                </a:cxn>
                <a:cxn ang="0">
                  <a:pos x="6" y="49"/>
                </a:cxn>
                <a:cxn ang="0">
                  <a:pos x="0" y="65"/>
                </a:cxn>
                <a:cxn ang="0">
                  <a:pos x="1" y="65"/>
                </a:cxn>
                <a:cxn ang="0">
                  <a:pos x="4" y="65"/>
                </a:cxn>
                <a:cxn ang="0">
                  <a:pos x="55" y="48"/>
                </a:cxn>
                <a:cxn ang="0">
                  <a:pos x="83" y="0"/>
                </a:cxn>
                <a:cxn ang="0">
                  <a:pos x="81" y="0"/>
                </a:cxn>
              </a:cxnLst>
              <a:rect l="0" t="0" r="r" b="b"/>
              <a:pathLst>
                <a:path w="83" h="65">
                  <a:moveTo>
                    <a:pt x="81" y="0"/>
                  </a:moveTo>
                  <a:cubicBezTo>
                    <a:pt x="74" y="0"/>
                    <a:pt x="43" y="1"/>
                    <a:pt x="25" y="18"/>
                  </a:cubicBezTo>
                  <a:cubicBezTo>
                    <a:pt x="17" y="25"/>
                    <a:pt x="10" y="38"/>
                    <a:pt x="6" y="49"/>
                  </a:cubicBezTo>
                  <a:cubicBezTo>
                    <a:pt x="2" y="58"/>
                    <a:pt x="0" y="65"/>
                    <a:pt x="0" y="65"/>
                  </a:cubicBezTo>
                  <a:cubicBezTo>
                    <a:pt x="0" y="65"/>
                    <a:pt x="0" y="65"/>
                    <a:pt x="1" y="65"/>
                  </a:cubicBezTo>
                  <a:cubicBezTo>
                    <a:pt x="1" y="65"/>
                    <a:pt x="3" y="65"/>
                    <a:pt x="4" y="65"/>
                  </a:cubicBezTo>
                  <a:cubicBezTo>
                    <a:pt x="13" y="64"/>
                    <a:pt x="33" y="61"/>
                    <a:pt x="55" y="48"/>
                  </a:cubicBezTo>
                  <a:cubicBezTo>
                    <a:pt x="77" y="33"/>
                    <a:pt x="83" y="0"/>
                    <a:pt x="83" y="0"/>
                  </a:cubicBezTo>
                  <a:cubicBezTo>
                    <a:pt x="83" y="0"/>
                    <a:pt x="82" y="0"/>
                    <a:pt x="8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93"/>
            <p:cNvSpPr>
              <a:spLocks/>
            </p:cNvSpPr>
            <p:nvPr/>
          </p:nvSpPr>
          <p:spPr bwMode="auto">
            <a:xfrm>
              <a:off x="4597400" y="2420938"/>
              <a:ext cx="206375" cy="269875"/>
            </a:xfrm>
            <a:custGeom>
              <a:avLst/>
              <a:gdLst/>
              <a:ahLst/>
              <a:cxnLst>
                <a:cxn ang="0">
                  <a:pos x="4" y="0"/>
                </a:cxn>
                <a:cxn ang="0">
                  <a:pos x="17" y="53"/>
                </a:cxn>
                <a:cxn ang="0">
                  <a:pos x="61" y="83"/>
                </a:cxn>
                <a:cxn ang="0">
                  <a:pos x="65" y="85"/>
                </a:cxn>
                <a:cxn ang="0">
                  <a:pos x="63" y="63"/>
                </a:cxn>
                <a:cxn ang="0">
                  <a:pos x="54" y="33"/>
                </a:cxn>
                <a:cxn ang="0">
                  <a:pos x="4" y="0"/>
                </a:cxn>
              </a:cxnLst>
              <a:rect l="0" t="0" r="r" b="b"/>
              <a:pathLst>
                <a:path w="65" h="85">
                  <a:moveTo>
                    <a:pt x="4" y="0"/>
                  </a:moveTo>
                  <a:cubicBezTo>
                    <a:pt x="4" y="0"/>
                    <a:pt x="0" y="33"/>
                    <a:pt x="17" y="53"/>
                  </a:cubicBezTo>
                  <a:cubicBezTo>
                    <a:pt x="34" y="72"/>
                    <a:pt x="52" y="80"/>
                    <a:pt x="61" y="83"/>
                  </a:cubicBezTo>
                  <a:cubicBezTo>
                    <a:pt x="64" y="84"/>
                    <a:pt x="65" y="85"/>
                    <a:pt x="65" y="85"/>
                  </a:cubicBezTo>
                  <a:cubicBezTo>
                    <a:pt x="65" y="85"/>
                    <a:pt x="65" y="75"/>
                    <a:pt x="63" y="63"/>
                  </a:cubicBezTo>
                  <a:cubicBezTo>
                    <a:pt x="62" y="53"/>
                    <a:pt x="59" y="41"/>
                    <a:pt x="54" y="33"/>
                  </a:cubicBezTo>
                  <a:cubicBezTo>
                    <a:pt x="39" y="9"/>
                    <a:pt x="4" y="0"/>
                    <a:pt x="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94"/>
            <p:cNvSpPr>
              <a:spLocks/>
            </p:cNvSpPr>
            <p:nvPr/>
          </p:nvSpPr>
          <p:spPr bwMode="auto">
            <a:xfrm>
              <a:off x="4845050" y="2303463"/>
              <a:ext cx="287338" cy="161925"/>
            </a:xfrm>
            <a:custGeom>
              <a:avLst/>
              <a:gdLst/>
              <a:ahLst/>
              <a:cxnLst>
                <a:cxn ang="0">
                  <a:pos x="70" y="0"/>
                </a:cxn>
                <a:cxn ang="0">
                  <a:pos x="32" y="9"/>
                </a:cxn>
                <a:cxn ang="0">
                  <a:pos x="9" y="35"/>
                </a:cxn>
                <a:cxn ang="0">
                  <a:pos x="0" y="50"/>
                </a:cxn>
                <a:cxn ang="0">
                  <a:pos x="4" y="51"/>
                </a:cxn>
                <a:cxn ang="0">
                  <a:pos x="14" y="51"/>
                </a:cxn>
                <a:cxn ang="0">
                  <a:pos x="56" y="43"/>
                </a:cxn>
                <a:cxn ang="0">
                  <a:pos x="91" y="2"/>
                </a:cxn>
                <a:cxn ang="0">
                  <a:pos x="70" y="0"/>
                </a:cxn>
              </a:cxnLst>
              <a:rect l="0" t="0" r="r" b="b"/>
              <a:pathLst>
                <a:path w="91" h="51">
                  <a:moveTo>
                    <a:pt x="70" y="0"/>
                  </a:moveTo>
                  <a:cubicBezTo>
                    <a:pt x="58" y="0"/>
                    <a:pt x="44" y="2"/>
                    <a:pt x="32" y="9"/>
                  </a:cubicBezTo>
                  <a:cubicBezTo>
                    <a:pt x="23" y="15"/>
                    <a:pt x="15" y="26"/>
                    <a:pt x="9" y="35"/>
                  </a:cubicBezTo>
                  <a:cubicBezTo>
                    <a:pt x="3" y="43"/>
                    <a:pt x="0" y="50"/>
                    <a:pt x="0" y="50"/>
                  </a:cubicBezTo>
                  <a:cubicBezTo>
                    <a:pt x="0" y="50"/>
                    <a:pt x="1" y="50"/>
                    <a:pt x="4" y="51"/>
                  </a:cubicBezTo>
                  <a:cubicBezTo>
                    <a:pt x="7" y="51"/>
                    <a:pt x="10" y="51"/>
                    <a:pt x="14" y="51"/>
                  </a:cubicBezTo>
                  <a:cubicBezTo>
                    <a:pt x="24" y="51"/>
                    <a:pt x="39" y="49"/>
                    <a:pt x="56" y="43"/>
                  </a:cubicBezTo>
                  <a:cubicBezTo>
                    <a:pt x="80" y="33"/>
                    <a:pt x="91" y="2"/>
                    <a:pt x="91" y="2"/>
                  </a:cubicBezTo>
                  <a:cubicBezTo>
                    <a:pt x="91" y="2"/>
                    <a:pt x="82" y="0"/>
                    <a:pt x="7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95"/>
            <p:cNvSpPr>
              <a:spLocks/>
            </p:cNvSpPr>
            <p:nvPr/>
          </p:nvSpPr>
          <p:spPr bwMode="auto">
            <a:xfrm>
              <a:off x="4676775" y="2139950"/>
              <a:ext cx="180975" cy="293687"/>
            </a:xfrm>
            <a:custGeom>
              <a:avLst/>
              <a:gdLst/>
              <a:ahLst/>
              <a:cxnLst>
                <a:cxn ang="0">
                  <a:pos x="10" y="0"/>
                </a:cxn>
                <a:cxn ang="0">
                  <a:pos x="14" y="54"/>
                </a:cxn>
                <a:cxn ang="0">
                  <a:pos x="52" y="91"/>
                </a:cxn>
                <a:cxn ang="0">
                  <a:pos x="55" y="93"/>
                </a:cxn>
                <a:cxn ang="0">
                  <a:pos x="57" y="74"/>
                </a:cxn>
                <a:cxn ang="0">
                  <a:pos x="53" y="40"/>
                </a:cxn>
                <a:cxn ang="0">
                  <a:pos x="10" y="0"/>
                </a:cxn>
              </a:cxnLst>
              <a:rect l="0" t="0" r="r" b="b"/>
              <a:pathLst>
                <a:path w="57" h="93">
                  <a:moveTo>
                    <a:pt x="10" y="0"/>
                  </a:moveTo>
                  <a:cubicBezTo>
                    <a:pt x="10" y="0"/>
                    <a:pt x="0" y="31"/>
                    <a:pt x="14" y="54"/>
                  </a:cubicBezTo>
                  <a:cubicBezTo>
                    <a:pt x="27" y="75"/>
                    <a:pt x="44" y="87"/>
                    <a:pt x="52" y="91"/>
                  </a:cubicBezTo>
                  <a:cubicBezTo>
                    <a:pt x="54" y="92"/>
                    <a:pt x="55" y="93"/>
                    <a:pt x="55" y="93"/>
                  </a:cubicBezTo>
                  <a:cubicBezTo>
                    <a:pt x="55" y="93"/>
                    <a:pt x="56" y="84"/>
                    <a:pt x="57" y="74"/>
                  </a:cubicBezTo>
                  <a:cubicBezTo>
                    <a:pt x="57" y="63"/>
                    <a:pt x="57" y="50"/>
                    <a:pt x="53" y="40"/>
                  </a:cubicBezTo>
                  <a:cubicBezTo>
                    <a:pt x="43" y="15"/>
                    <a:pt x="10" y="0"/>
                    <a:pt x="1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96"/>
            <p:cNvSpPr>
              <a:spLocks/>
            </p:cNvSpPr>
            <p:nvPr/>
          </p:nvSpPr>
          <p:spPr bwMode="auto">
            <a:xfrm>
              <a:off x="4929188" y="2095500"/>
              <a:ext cx="304800" cy="134937"/>
            </a:xfrm>
            <a:custGeom>
              <a:avLst/>
              <a:gdLst/>
              <a:ahLst/>
              <a:cxnLst>
                <a:cxn ang="0">
                  <a:pos x="60" y="0"/>
                </a:cxn>
                <a:cxn ang="0">
                  <a:pos x="38" y="4"/>
                </a:cxn>
                <a:cxn ang="0">
                  <a:pos x="9" y="28"/>
                </a:cxn>
                <a:cxn ang="0">
                  <a:pos x="0" y="38"/>
                </a:cxn>
                <a:cxn ang="0">
                  <a:pos x="4" y="39"/>
                </a:cxn>
                <a:cxn ang="0">
                  <a:pos x="32" y="43"/>
                </a:cxn>
                <a:cxn ang="0">
                  <a:pos x="55" y="41"/>
                </a:cxn>
                <a:cxn ang="0">
                  <a:pos x="96" y="7"/>
                </a:cxn>
                <a:cxn ang="0">
                  <a:pos x="60" y="0"/>
                </a:cxn>
              </a:cxnLst>
              <a:rect l="0" t="0" r="r" b="b"/>
              <a:pathLst>
                <a:path w="96" h="43">
                  <a:moveTo>
                    <a:pt x="60" y="0"/>
                  </a:moveTo>
                  <a:cubicBezTo>
                    <a:pt x="53" y="0"/>
                    <a:pt x="45" y="1"/>
                    <a:pt x="38" y="4"/>
                  </a:cubicBezTo>
                  <a:cubicBezTo>
                    <a:pt x="28" y="8"/>
                    <a:pt x="17" y="19"/>
                    <a:pt x="9" y="28"/>
                  </a:cubicBezTo>
                  <a:cubicBezTo>
                    <a:pt x="4" y="33"/>
                    <a:pt x="0" y="38"/>
                    <a:pt x="0" y="38"/>
                  </a:cubicBezTo>
                  <a:cubicBezTo>
                    <a:pt x="0" y="38"/>
                    <a:pt x="2" y="39"/>
                    <a:pt x="4" y="39"/>
                  </a:cubicBezTo>
                  <a:cubicBezTo>
                    <a:pt x="9" y="41"/>
                    <a:pt x="19" y="43"/>
                    <a:pt x="32" y="43"/>
                  </a:cubicBezTo>
                  <a:cubicBezTo>
                    <a:pt x="39" y="43"/>
                    <a:pt x="47" y="43"/>
                    <a:pt x="55" y="41"/>
                  </a:cubicBezTo>
                  <a:cubicBezTo>
                    <a:pt x="81" y="35"/>
                    <a:pt x="96" y="7"/>
                    <a:pt x="96" y="7"/>
                  </a:cubicBezTo>
                  <a:cubicBezTo>
                    <a:pt x="96" y="7"/>
                    <a:pt x="79"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97"/>
            <p:cNvSpPr>
              <a:spLocks/>
            </p:cNvSpPr>
            <p:nvPr/>
          </p:nvSpPr>
          <p:spPr bwMode="auto">
            <a:xfrm>
              <a:off x="4810125" y="1882775"/>
              <a:ext cx="160338" cy="303212"/>
            </a:xfrm>
            <a:custGeom>
              <a:avLst/>
              <a:gdLst/>
              <a:ahLst/>
              <a:cxnLst>
                <a:cxn ang="0">
                  <a:pos x="14" y="0"/>
                </a:cxn>
                <a:cxn ang="0">
                  <a:pos x="9" y="52"/>
                </a:cxn>
                <a:cxn ang="0">
                  <a:pos x="39" y="94"/>
                </a:cxn>
                <a:cxn ang="0">
                  <a:pos x="42" y="96"/>
                </a:cxn>
                <a:cxn ang="0">
                  <a:pos x="47" y="78"/>
                </a:cxn>
                <a:cxn ang="0">
                  <a:pos x="49" y="46"/>
                </a:cxn>
                <a:cxn ang="0">
                  <a:pos x="14" y="0"/>
                </a:cxn>
              </a:cxnLst>
              <a:rect l="0" t="0" r="r" b="b"/>
              <a:pathLst>
                <a:path w="51" h="96">
                  <a:moveTo>
                    <a:pt x="14" y="0"/>
                  </a:moveTo>
                  <a:cubicBezTo>
                    <a:pt x="14" y="0"/>
                    <a:pt x="0" y="28"/>
                    <a:pt x="9" y="52"/>
                  </a:cubicBezTo>
                  <a:cubicBezTo>
                    <a:pt x="18" y="75"/>
                    <a:pt x="33" y="89"/>
                    <a:pt x="39" y="94"/>
                  </a:cubicBezTo>
                  <a:cubicBezTo>
                    <a:pt x="41" y="96"/>
                    <a:pt x="42" y="96"/>
                    <a:pt x="42" y="96"/>
                  </a:cubicBezTo>
                  <a:cubicBezTo>
                    <a:pt x="42" y="96"/>
                    <a:pt x="45" y="89"/>
                    <a:pt x="47" y="78"/>
                  </a:cubicBezTo>
                  <a:cubicBezTo>
                    <a:pt x="49" y="68"/>
                    <a:pt x="51" y="55"/>
                    <a:pt x="49" y="46"/>
                  </a:cubicBezTo>
                  <a:cubicBezTo>
                    <a:pt x="43" y="20"/>
                    <a:pt x="14" y="0"/>
                    <a:pt x="1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98"/>
            <p:cNvSpPr>
              <a:spLocks/>
            </p:cNvSpPr>
            <p:nvPr/>
          </p:nvSpPr>
          <p:spPr bwMode="auto">
            <a:xfrm>
              <a:off x="5059363" y="1901825"/>
              <a:ext cx="309563" cy="127000"/>
            </a:xfrm>
            <a:custGeom>
              <a:avLst/>
              <a:gdLst/>
              <a:ahLst/>
              <a:cxnLst>
                <a:cxn ang="0">
                  <a:pos x="53" y="0"/>
                </a:cxn>
                <a:cxn ang="0">
                  <a:pos x="43" y="1"/>
                </a:cxn>
                <a:cxn ang="0">
                  <a:pos x="6" y="22"/>
                </a:cxn>
                <a:cxn ang="0">
                  <a:pos x="0" y="28"/>
                </a:cxn>
                <a:cxn ang="0">
                  <a:pos x="2" y="29"/>
                </a:cxn>
                <a:cxn ang="0">
                  <a:pos x="48" y="40"/>
                </a:cxn>
                <a:cxn ang="0">
                  <a:pos x="53" y="40"/>
                </a:cxn>
                <a:cxn ang="0">
                  <a:pos x="98" y="14"/>
                </a:cxn>
                <a:cxn ang="0">
                  <a:pos x="53" y="0"/>
                </a:cxn>
              </a:cxnLst>
              <a:rect l="0" t="0" r="r" b="b"/>
              <a:pathLst>
                <a:path w="98" h="40">
                  <a:moveTo>
                    <a:pt x="53" y="0"/>
                  </a:moveTo>
                  <a:cubicBezTo>
                    <a:pt x="50" y="0"/>
                    <a:pt x="46" y="1"/>
                    <a:pt x="43" y="1"/>
                  </a:cubicBezTo>
                  <a:cubicBezTo>
                    <a:pt x="30" y="4"/>
                    <a:pt x="15" y="16"/>
                    <a:pt x="6" y="22"/>
                  </a:cubicBezTo>
                  <a:cubicBezTo>
                    <a:pt x="3" y="26"/>
                    <a:pt x="0" y="28"/>
                    <a:pt x="0" y="28"/>
                  </a:cubicBezTo>
                  <a:cubicBezTo>
                    <a:pt x="0" y="28"/>
                    <a:pt x="1" y="28"/>
                    <a:pt x="2" y="29"/>
                  </a:cubicBezTo>
                  <a:cubicBezTo>
                    <a:pt x="7" y="32"/>
                    <a:pt x="25" y="40"/>
                    <a:pt x="48" y="40"/>
                  </a:cubicBezTo>
                  <a:cubicBezTo>
                    <a:pt x="50" y="40"/>
                    <a:pt x="51" y="40"/>
                    <a:pt x="53" y="40"/>
                  </a:cubicBezTo>
                  <a:cubicBezTo>
                    <a:pt x="78" y="38"/>
                    <a:pt x="98" y="14"/>
                    <a:pt x="98" y="14"/>
                  </a:cubicBezTo>
                  <a:cubicBezTo>
                    <a:pt x="98" y="14"/>
                    <a:pt x="76" y="0"/>
                    <a:pt x="5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99"/>
            <p:cNvSpPr>
              <a:spLocks/>
            </p:cNvSpPr>
            <p:nvPr/>
          </p:nvSpPr>
          <p:spPr bwMode="auto">
            <a:xfrm>
              <a:off x="4983163" y="1654175"/>
              <a:ext cx="142875" cy="311150"/>
            </a:xfrm>
            <a:custGeom>
              <a:avLst/>
              <a:gdLst/>
              <a:ahLst/>
              <a:cxnLst>
                <a:cxn ang="0">
                  <a:pos x="19" y="0"/>
                </a:cxn>
                <a:cxn ang="0">
                  <a:pos x="5" y="50"/>
                </a:cxn>
                <a:cxn ang="0">
                  <a:pos x="26" y="95"/>
                </a:cxn>
                <a:cxn ang="0">
                  <a:pos x="29" y="98"/>
                </a:cxn>
                <a:cxn ang="0">
                  <a:pos x="38" y="79"/>
                </a:cxn>
                <a:cxn ang="0">
                  <a:pos x="45" y="50"/>
                </a:cxn>
                <a:cxn ang="0">
                  <a:pos x="19" y="0"/>
                </a:cxn>
              </a:cxnLst>
              <a:rect l="0" t="0" r="r" b="b"/>
              <a:pathLst>
                <a:path w="45" h="98">
                  <a:moveTo>
                    <a:pt x="19" y="0"/>
                  </a:moveTo>
                  <a:cubicBezTo>
                    <a:pt x="19" y="0"/>
                    <a:pt x="0" y="25"/>
                    <a:pt x="5" y="50"/>
                  </a:cubicBezTo>
                  <a:cubicBezTo>
                    <a:pt x="10" y="73"/>
                    <a:pt x="21" y="88"/>
                    <a:pt x="26" y="95"/>
                  </a:cubicBezTo>
                  <a:cubicBezTo>
                    <a:pt x="28" y="97"/>
                    <a:pt x="29" y="98"/>
                    <a:pt x="29" y="98"/>
                  </a:cubicBezTo>
                  <a:cubicBezTo>
                    <a:pt x="29" y="98"/>
                    <a:pt x="34" y="90"/>
                    <a:pt x="38" y="79"/>
                  </a:cubicBezTo>
                  <a:cubicBezTo>
                    <a:pt x="42" y="70"/>
                    <a:pt x="45" y="59"/>
                    <a:pt x="45" y="50"/>
                  </a:cubicBezTo>
                  <a:cubicBezTo>
                    <a:pt x="44" y="24"/>
                    <a:pt x="19" y="0"/>
                    <a:pt x="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00"/>
            <p:cNvSpPr>
              <a:spLocks/>
            </p:cNvSpPr>
            <p:nvPr/>
          </p:nvSpPr>
          <p:spPr bwMode="auto">
            <a:xfrm>
              <a:off x="5224463" y="1733550"/>
              <a:ext cx="306388" cy="123825"/>
            </a:xfrm>
            <a:custGeom>
              <a:avLst/>
              <a:gdLst/>
              <a:ahLst/>
              <a:cxnLst>
                <a:cxn ang="0">
                  <a:pos x="48" y="0"/>
                </a:cxn>
                <a:cxn ang="0">
                  <a:pos x="46" y="0"/>
                </a:cxn>
                <a:cxn ang="0">
                  <a:pos x="7" y="14"/>
                </a:cxn>
                <a:cxn ang="0">
                  <a:pos x="0" y="18"/>
                </a:cxn>
                <a:cxn ang="0">
                  <a:pos x="2" y="19"/>
                </a:cxn>
                <a:cxn ang="0">
                  <a:pos x="49" y="39"/>
                </a:cxn>
                <a:cxn ang="0">
                  <a:pos x="55" y="39"/>
                </a:cxn>
                <a:cxn ang="0">
                  <a:pos x="97" y="22"/>
                </a:cxn>
                <a:cxn ang="0">
                  <a:pos x="48" y="0"/>
                </a:cxn>
              </a:cxnLst>
              <a:rect l="0" t="0" r="r" b="b"/>
              <a:pathLst>
                <a:path w="97" h="39">
                  <a:moveTo>
                    <a:pt x="48" y="0"/>
                  </a:moveTo>
                  <a:cubicBezTo>
                    <a:pt x="47" y="0"/>
                    <a:pt x="47" y="0"/>
                    <a:pt x="46" y="0"/>
                  </a:cubicBezTo>
                  <a:cubicBezTo>
                    <a:pt x="33" y="1"/>
                    <a:pt x="16" y="9"/>
                    <a:pt x="7" y="14"/>
                  </a:cubicBezTo>
                  <a:cubicBezTo>
                    <a:pt x="3" y="17"/>
                    <a:pt x="0" y="18"/>
                    <a:pt x="0" y="18"/>
                  </a:cubicBezTo>
                  <a:cubicBezTo>
                    <a:pt x="0" y="18"/>
                    <a:pt x="1" y="19"/>
                    <a:pt x="2" y="19"/>
                  </a:cubicBezTo>
                  <a:cubicBezTo>
                    <a:pt x="6" y="23"/>
                    <a:pt x="23" y="35"/>
                    <a:pt x="49" y="39"/>
                  </a:cubicBezTo>
                  <a:cubicBezTo>
                    <a:pt x="51" y="39"/>
                    <a:pt x="53" y="39"/>
                    <a:pt x="55" y="39"/>
                  </a:cubicBezTo>
                  <a:cubicBezTo>
                    <a:pt x="77" y="39"/>
                    <a:pt x="97" y="22"/>
                    <a:pt x="97" y="22"/>
                  </a:cubicBezTo>
                  <a:cubicBezTo>
                    <a:pt x="97" y="22"/>
                    <a:pt x="73" y="0"/>
                    <a:pt x="4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01"/>
            <p:cNvSpPr>
              <a:spLocks/>
            </p:cNvSpPr>
            <p:nvPr/>
          </p:nvSpPr>
          <p:spPr bwMode="auto">
            <a:xfrm>
              <a:off x="5195888" y="1465263"/>
              <a:ext cx="131763" cy="306387"/>
            </a:xfrm>
            <a:custGeom>
              <a:avLst/>
              <a:gdLst/>
              <a:ahLst/>
              <a:cxnLst>
                <a:cxn ang="0">
                  <a:pos x="22" y="0"/>
                </a:cxn>
                <a:cxn ang="0">
                  <a:pos x="1" y="46"/>
                </a:cxn>
                <a:cxn ang="0">
                  <a:pos x="14" y="94"/>
                </a:cxn>
                <a:cxn ang="0">
                  <a:pos x="16" y="97"/>
                </a:cxn>
                <a:cxn ang="0">
                  <a:pos x="24" y="85"/>
                </a:cxn>
                <a:cxn ang="0">
                  <a:pos x="39" y="53"/>
                </a:cxn>
                <a:cxn ang="0">
                  <a:pos x="22" y="0"/>
                </a:cxn>
              </a:cxnLst>
              <a:rect l="0" t="0" r="r" b="b"/>
              <a:pathLst>
                <a:path w="42" h="97">
                  <a:moveTo>
                    <a:pt x="22" y="0"/>
                  </a:moveTo>
                  <a:cubicBezTo>
                    <a:pt x="22" y="0"/>
                    <a:pt x="0" y="21"/>
                    <a:pt x="1" y="46"/>
                  </a:cubicBezTo>
                  <a:cubicBezTo>
                    <a:pt x="1" y="70"/>
                    <a:pt x="10" y="87"/>
                    <a:pt x="14" y="94"/>
                  </a:cubicBezTo>
                  <a:cubicBezTo>
                    <a:pt x="15" y="96"/>
                    <a:pt x="16" y="97"/>
                    <a:pt x="16" y="97"/>
                  </a:cubicBezTo>
                  <a:cubicBezTo>
                    <a:pt x="16" y="97"/>
                    <a:pt x="20" y="92"/>
                    <a:pt x="24" y="85"/>
                  </a:cubicBezTo>
                  <a:cubicBezTo>
                    <a:pt x="30" y="76"/>
                    <a:pt x="37" y="63"/>
                    <a:pt x="39" y="53"/>
                  </a:cubicBezTo>
                  <a:cubicBezTo>
                    <a:pt x="42" y="28"/>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02"/>
            <p:cNvSpPr>
              <a:spLocks/>
            </p:cNvSpPr>
            <p:nvPr/>
          </p:nvSpPr>
          <p:spPr bwMode="auto">
            <a:xfrm>
              <a:off x="5419725" y="1597025"/>
              <a:ext cx="293688" cy="127000"/>
            </a:xfrm>
            <a:custGeom>
              <a:avLst/>
              <a:gdLst/>
              <a:ahLst/>
              <a:cxnLst>
                <a:cxn ang="0">
                  <a:pos x="42" y="0"/>
                </a:cxn>
                <a:cxn ang="0">
                  <a:pos x="7" y="7"/>
                </a:cxn>
                <a:cxn ang="0">
                  <a:pos x="0" y="10"/>
                </a:cxn>
                <a:cxn ang="0">
                  <a:pos x="2" y="11"/>
                </a:cxn>
                <a:cxn ang="0">
                  <a:pos x="44" y="38"/>
                </a:cxn>
                <a:cxn ang="0">
                  <a:pos x="58" y="40"/>
                </a:cxn>
                <a:cxn ang="0">
                  <a:pos x="93" y="30"/>
                </a:cxn>
                <a:cxn ang="0">
                  <a:pos x="48" y="0"/>
                </a:cxn>
                <a:cxn ang="0">
                  <a:pos x="42" y="0"/>
                </a:cxn>
              </a:cxnLst>
              <a:rect l="0" t="0" r="r" b="b"/>
              <a:pathLst>
                <a:path w="93" h="40">
                  <a:moveTo>
                    <a:pt x="42" y="0"/>
                  </a:moveTo>
                  <a:cubicBezTo>
                    <a:pt x="30" y="0"/>
                    <a:pt x="16" y="4"/>
                    <a:pt x="7" y="7"/>
                  </a:cubicBezTo>
                  <a:cubicBezTo>
                    <a:pt x="3" y="8"/>
                    <a:pt x="0" y="10"/>
                    <a:pt x="0" y="10"/>
                  </a:cubicBezTo>
                  <a:cubicBezTo>
                    <a:pt x="0" y="10"/>
                    <a:pt x="1" y="10"/>
                    <a:pt x="2" y="11"/>
                  </a:cubicBezTo>
                  <a:cubicBezTo>
                    <a:pt x="6" y="15"/>
                    <a:pt x="20" y="30"/>
                    <a:pt x="44" y="38"/>
                  </a:cubicBezTo>
                  <a:cubicBezTo>
                    <a:pt x="49" y="39"/>
                    <a:pt x="53" y="40"/>
                    <a:pt x="58" y="40"/>
                  </a:cubicBezTo>
                  <a:cubicBezTo>
                    <a:pt x="76" y="40"/>
                    <a:pt x="93" y="30"/>
                    <a:pt x="93" y="30"/>
                  </a:cubicBezTo>
                  <a:cubicBezTo>
                    <a:pt x="93" y="30"/>
                    <a:pt x="72" y="3"/>
                    <a:pt x="48" y="0"/>
                  </a:cubicBezTo>
                  <a:cubicBezTo>
                    <a:pt x="46" y="0"/>
                    <a:pt x="44"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03"/>
            <p:cNvSpPr>
              <a:spLocks/>
            </p:cNvSpPr>
            <p:nvPr/>
          </p:nvSpPr>
          <p:spPr bwMode="auto">
            <a:xfrm>
              <a:off x="5413375" y="1319213"/>
              <a:ext cx="149225" cy="290512"/>
            </a:xfrm>
            <a:custGeom>
              <a:avLst/>
              <a:gdLst/>
              <a:ahLst/>
              <a:cxnLst>
                <a:cxn ang="0">
                  <a:pos x="32" y="0"/>
                </a:cxn>
                <a:cxn ang="0">
                  <a:pos x="4" y="41"/>
                </a:cxn>
                <a:cxn ang="0">
                  <a:pos x="9" y="90"/>
                </a:cxn>
                <a:cxn ang="0">
                  <a:pos x="10" y="92"/>
                </a:cxn>
                <a:cxn ang="0">
                  <a:pos x="18" y="84"/>
                </a:cxn>
                <a:cxn ang="0">
                  <a:pos x="39" y="54"/>
                </a:cxn>
                <a:cxn ang="0">
                  <a:pos x="32" y="0"/>
                </a:cxn>
              </a:cxnLst>
              <a:rect l="0" t="0" r="r" b="b"/>
              <a:pathLst>
                <a:path w="47" h="92">
                  <a:moveTo>
                    <a:pt x="32" y="0"/>
                  </a:moveTo>
                  <a:cubicBezTo>
                    <a:pt x="32" y="0"/>
                    <a:pt x="7" y="17"/>
                    <a:pt x="4" y="41"/>
                  </a:cubicBezTo>
                  <a:cubicBezTo>
                    <a:pt x="0" y="65"/>
                    <a:pt x="6" y="84"/>
                    <a:pt x="9" y="90"/>
                  </a:cubicBezTo>
                  <a:cubicBezTo>
                    <a:pt x="9" y="92"/>
                    <a:pt x="10" y="92"/>
                    <a:pt x="10" y="92"/>
                  </a:cubicBezTo>
                  <a:cubicBezTo>
                    <a:pt x="10" y="92"/>
                    <a:pt x="13" y="89"/>
                    <a:pt x="18" y="84"/>
                  </a:cubicBezTo>
                  <a:cubicBezTo>
                    <a:pt x="25" y="77"/>
                    <a:pt x="36" y="65"/>
                    <a:pt x="39" y="54"/>
                  </a:cubicBezTo>
                  <a:cubicBezTo>
                    <a:pt x="47" y="30"/>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04"/>
            <p:cNvSpPr>
              <a:spLocks/>
            </p:cNvSpPr>
            <p:nvPr/>
          </p:nvSpPr>
          <p:spPr bwMode="auto">
            <a:xfrm>
              <a:off x="5638800" y="1490663"/>
              <a:ext cx="271463" cy="134937"/>
            </a:xfrm>
            <a:custGeom>
              <a:avLst/>
              <a:gdLst/>
              <a:ahLst/>
              <a:cxnLst>
                <a:cxn ang="0">
                  <a:pos x="31" y="0"/>
                </a:cxn>
                <a:cxn ang="0">
                  <a:pos x="3" y="3"/>
                </a:cxn>
                <a:cxn ang="0">
                  <a:pos x="0" y="4"/>
                </a:cxn>
                <a:cxn ang="0">
                  <a:pos x="1" y="5"/>
                </a:cxn>
                <a:cxn ang="0">
                  <a:pos x="38" y="38"/>
                </a:cxn>
                <a:cxn ang="0">
                  <a:pos x="60" y="43"/>
                </a:cxn>
                <a:cxn ang="0">
                  <a:pos x="86" y="39"/>
                </a:cxn>
                <a:cxn ang="0">
                  <a:pos x="47" y="3"/>
                </a:cxn>
                <a:cxn ang="0">
                  <a:pos x="31" y="0"/>
                </a:cxn>
              </a:cxnLst>
              <a:rect l="0" t="0" r="r" b="b"/>
              <a:pathLst>
                <a:path w="86" h="43">
                  <a:moveTo>
                    <a:pt x="31" y="0"/>
                  </a:moveTo>
                  <a:cubicBezTo>
                    <a:pt x="20" y="0"/>
                    <a:pt x="9" y="2"/>
                    <a:pt x="3" y="3"/>
                  </a:cubicBezTo>
                  <a:cubicBezTo>
                    <a:pt x="1" y="4"/>
                    <a:pt x="0" y="4"/>
                    <a:pt x="0" y="4"/>
                  </a:cubicBezTo>
                  <a:cubicBezTo>
                    <a:pt x="0" y="4"/>
                    <a:pt x="0" y="4"/>
                    <a:pt x="1" y="5"/>
                  </a:cubicBezTo>
                  <a:cubicBezTo>
                    <a:pt x="3" y="8"/>
                    <a:pt x="14" y="26"/>
                    <a:pt x="38" y="38"/>
                  </a:cubicBezTo>
                  <a:cubicBezTo>
                    <a:pt x="45" y="42"/>
                    <a:pt x="53" y="43"/>
                    <a:pt x="60" y="43"/>
                  </a:cubicBezTo>
                  <a:cubicBezTo>
                    <a:pt x="74" y="43"/>
                    <a:pt x="86" y="39"/>
                    <a:pt x="86" y="39"/>
                  </a:cubicBezTo>
                  <a:cubicBezTo>
                    <a:pt x="86" y="39"/>
                    <a:pt x="71" y="10"/>
                    <a:pt x="47" y="3"/>
                  </a:cubicBezTo>
                  <a:cubicBezTo>
                    <a:pt x="43" y="1"/>
                    <a:pt x="37" y="0"/>
                    <a:pt x="3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05"/>
            <p:cNvSpPr>
              <a:spLocks/>
            </p:cNvSpPr>
            <p:nvPr/>
          </p:nvSpPr>
          <p:spPr bwMode="auto">
            <a:xfrm>
              <a:off x="5648325" y="1220788"/>
              <a:ext cx="160338" cy="269875"/>
            </a:xfrm>
            <a:custGeom>
              <a:avLst/>
              <a:gdLst/>
              <a:ahLst/>
              <a:cxnLst>
                <a:cxn ang="0">
                  <a:pos x="43" y="0"/>
                </a:cxn>
                <a:cxn ang="0">
                  <a:pos x="8" y="34"/>
                </a:cxn>
                <a:cxn ang="0">
                  <a:pos x="5" y="83"/>
                </a:cxn>
                <a:cxn ang="0">
                  <a:pos x="5" y="85"/>
                </a:cxn>
                <a:cxn ang="0">
                  <a:pos x="13" y="80"/>
                </a:cxn>
                <a:cxn ang="0">
                  <a:pos x="40" y="53"/>
                </a:cxn>
                <a:cxn ang="0">
                  <a:pos x="43" y="0"/>
                </a:cxn>
              </a:cxnLst>
              <a:rect l="0" t="0" r="r" b="b"/>
              <a:pathLst>
                <a:path w="51" h="85">
                  <a:moveTo>
                    <a:pt x="43" y="0"/>
                  </a:moveTo>
                  <a:cubicBezTo>
                    <a:pt x="43" y="0"/>
                    <a:pt x="16" y="12"/>
                    <a:pt x="8" y="34"/>
                  </a:cubicBezTo>
                  <a:cubicBezTo>
                    <a:pt x="0" y="58"/>
                    <a:pt x="3" y="78"/>
                    <a:pt x="5" y="83"/>
                  </a:cubicBezTo>
                  <a:cubicBezTo>
                    <a:pt x="5" y="84"/>
                    <a:pt x="5" y="85"/>
                    <a:pt x="5" y="85"/>
                  </a:cubicBezTo>
                  <a:cubicBezTo>
                    <a:pt x="5" y="85"/>
                    <a:pt x="8" y="83"/>
                    <a:pt x="13" y="80"/>
                  </a:cubicBezTo>
                  <a:cubicBezTo>
                    <a:pt x="21" y="74"/>
                    <a:pt x="34" y="63"/>
                    <a:pt x="40" y="53"/>
                  </a:cubicBezTo>
                  <a:cubicBezTo>
                    <a:pt x="51" y="32"/>
                    <a:pt x="43" y="0"/>
                    <a:pt x="4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06"/>
            <p:cNvSpPr>
              <a:spLocks/>
            </p:cNvSpPr>
            <p:nvPr/>
          </p:nvSpPr>
          <p:spPr bwMode="auto">
            <a:xfrm>
              <a:off x="5786438" y="1366838"/>
              <a:ext cx="225425" cy="98425"/>
            </a:xfrm>
            <a:custGeom>
              <a:avLst/>
              <a:gdLst/>
              <a:ahLst/>
              <a:cxnLst>
                <a:cxn ang="0">
                  <a:pos x="39" y="0"/>
                </a:cxn>
                <a:cxn ang="0">
                  <a:pos x="34" y="0"/>
                </a:cxn>
                <a:cxn ang="0">
                  <a:pos x="1" y="22"/>
                </a:cxn>
                <a:cxn ang="0">
                  <a:pos x="0" y="24"/>
                </a:cxn>
                <a:cxn ang="0">
                  <a:pos x="0" y="24"/>
                </a:cxn>
                <a:cxn ang="0">
                  <a:pos x="26" y="31"/>
                </a:cxn>
                <a:cxn ang="0">
                  <a:pos x="38" y="29"/>
                </a:cxn>
                <a:cxn ang="0">
                  <a:pos x="71" y="6"/>
                </a:cxn>
                <a:cxn ang="0">
                  <a:pos x="39" y="0"/>
                </a:cxn>
              </a:cxnLst>
              <a:rect l="0" t="0" r="r" b="b"/>
              <a:pathLst>
                <a:path w="71" h="31">
                  <a:moveTo>
                    <a:pt x="39" y="0"/>
                  </a:moveTo>
                  <a:cubicBezTo>
                    <a:pt x="38" y="0"/>
                    <a:pt x="36" y="0"/>
                    <a:pt x="34" y="0"/>
                  </a:cubicBezTo>
                  <a:cubicBezTo>
                    <a:pt x="18" y="3"/>
                    <a:pt x="5" y="18"/>
                    <a:pt x="1" y="22"/>
                  </a:cubicBezTo>
                  <a:cubicBezTo>
                    <a:pt x="0" y="23"/>
                    <a:pt x="0" y="24"/>
                    <a:pt x="0" y="24"/>
                  </a:cubicBezTo>
                  <a:cubicBezTo>
                    <a:pt x="0" y="24"/>
                    <a:pt x="0" y="24"/>
                    <a:pt x="0" y="24"/>
                  </a:cubicBezTo>
                  <a:cubicBezTo>
                    <a:pt x="3" y="26"/>
                    <a:pt x="14" y="31"/>
                    <a:pt x="26" y="31"/>
                  </a:cubicBezTo>
                  <a:cubicBezTo>
                    <a:pt x="30" y="31"/>
                    <a:pt x="34" y="30"/>
                    <a:pt x="38" y="29"/>
                  </a:cubicBezTo>
                  <a:cubicBezTo>
                    <a:pt x="60" y="21"/>
                    <a:pt x="71" y="6"/>
                    <a:pt x="71" y="6"/>
                  </a:cubicBezTo>
                  <a:cubicBezTo>
                    <a:pt x="71" y="6"/>
                    <a:pt x="53" y="0"/>
                    <a:pt x="3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07"/>
            <p:cNvSpPr>
              <a:spLocks/>
            </p:cNvSpPr>
            <p:nvPr/>
          </p:nvSpPr>
          <p:spPr bwMode="auto">
            <a:xfrm>
              <a:off x="6570663" y="3897313"/>
              <a:ext cx="215900" cy="344487"/>
            </a:xfrm>
            <a:custGeom>
              <a:avLst/>
              <a:gdLst/>
              <a:ahLst/>
              <a:cxnLst>
                <a:cxn ang="0">
                  <a:pos x="60" y="0"/>
                </a:cxn>
                <a:cxn ang="0">
                  <a:pos x="11" y="42"/>
                </a:cxn>
                <a:cxn ang="0">
                  <a:pos x="1" y="99"/>
                </a:cxn>
                <a:cxn ang="0">
                  <a:pos x="2" y="109"/>
                </a:cxn>
                <a:cxn ang="0">
                  <a:pos x="27" y="94"/>
                </a:cxn>
                <a:cxn ang="0">
                  <a:pos x="51" y="70"/>
                </a:cxn>
                <a:cxn ang="0">
                  <a:pos x="60" y="0"/>
                </a:cxn>
              </a:cxnLst>
              <a:rect l="0" t="0" r="r" b="b"/>
              <a:pathLst>
                <a:path w="68" h="109">
                  <a:moveTo>
                    <a:pt x="60" y="0"/>
                  </a:moveTo>
                  <a:cubicBezTo>
                    <a:pt x="60" y="0"/>
                    <a:pt x="23" y="13"/>
                    <a:pt x="11" y="42"/>
                  </a:cubicBezTo>
                  <a:cubicBezTo>
                    <a:pt x="1" y="66"/>
                    <a:pt x="0" y="87"/>
                    <a:pt x="1" y="99"/>
                  </a:cubicBezTo>
                  <a:cubicBezTo>
                    <a:pt x="1" y="105"/>
                    <a:pt x="2" y="109"/>
                    <a:pt x="2" y="109"/>
                  </a:cubicBezTo>
                  <a:cubicBezTo>
                    <a:pt x="2" y="109"/>
                    <a:pt x="14" y="103"/>
                    <a:pt x="27" y="94"/>
                  </a:cubicBezTo>
                  <a:cubicBezTo>
                    <a:pt x="36" y="87"/>
                    <a:pt x="46" y="79"/>
                    <a:pt x="51" y="70"/>
                  </a:cubicBezTo>
                  <a:cubicBezTo>
                    <a:pt x="68" y="42"/>
                    <a:pt x="60"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08"/>
            <p:cNvSpPr>
              <a:spLocks/>
            </p:cNvSpPr>
            <p:nvPr/>
          </p:nvSpPr>
          <p:spPr bwMode="auto">
            <a:xfrm>
              <a:off x="6611938" y="4225925"/>
              <a:ext cx="350838" cy="190500"/>
            </a:xfrm>
            <a:custGeom>
              <a:avLst/>
              <a:gdLst/>
              <a:ahLst/>
              <a:cxnLst>
                <a:cxn ang="0">
                  <a:pos x="30" y="0"/>
                </a:cxn>
                <a:cxn ang="0">
                  <a:pos x="0" y="2"/>
                </a:cxn>
                <a:cxn ang="0">
                  <a:pos x="3" y="8"/>
                </a:cxn>
                <a:cxn ang="0">
                  <a:pos x="47" y="52"/>
                </a:cxn>
                <a:cxn ang="0">
                  <a:pos x="83" y="60"/>
                </a:cxn>
                <a:cxn ang="0">
                  <a:pos x="111" y="57"/>
                </a:cxn>
                <a:cxn ang="0">
                  <a:pos x="63" y="5"/>
                </a:cxn>
                <a:cxn ang="0">
                  <a:pos x="33" y="0"/>
                </a:cxn>
                <a:cxn ang="0">
                  <a:pos x="30" y="0"/>
                </a:cxn>
              </a:cxnLst>
              <a:rect l="0" t="0" r="r" b="b"/>
              <a:pathLst>
                <a:path w="111" h="60">
                  <a:moveTo>
                    <a:pt x="30" y="0"/>
                  </a:moveTo>
                  <a:cubicBezTo>
                    <a:pt x="14" y="0"/>
                    <a:pt x="0" y="2"/>
                    <a:pt x="0" y="2"/>
                  </a:cubicBezTo>
                  <a:cubicBezTo>
                    <a:pt x="0" y="2"/>
                    <a:pt x="1" y="4"/>
                    <a:pt x="3" y="8"/>
                  </a:cubicBezTo>
                  <a:cubicBezTo>
                    <a:pt x="9" y="17"/>
                    <a:pt x="22" y="37"/>
                    <a:pt x="47" y="52"/>
                  </a:cubicBezTo>
                  <a:cubicBezTo>
                    <a:pt x="58" y="58"/>
                    <a:pt x="71" y="60"/>
                    <a:pt x="83" y="60"/>
                  </a:cubicBezTo>
                  <a:cubicBezTo>
                    <a:pt x="98" y="60"/>
                    <a:pt x="111" y="57"/>
                    <a:pt x="111" y="57"/>
                  </a:cubicBezTo>
                  <a:cubicBezTo>
                    <a:pt x="111" y="57"/>
                    <a:pt x="93" y="17"/>
                    <a:pt x="63" y="5"/>
                  </a:cubicBezTo>
                  <a:cubicBezTo>
                    <a:pt x="55" y="2"/>
                    <a:pt x="43" y="0"/>
                    <a:pt x="33" y="0"/>
                  </a:cubicBezTo>
                  <a:cubicBezTo>
                    <a:pt x="32" y="0"/>
                    <a:pt x="31" y="0"/>
                    <a:pt x="3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09"/>
            <p:cNvSpPr>
              <a:spLocks/>
            </p:cNvSpPr>
            <p:nvPr/>
          </p:nvSpPr>
          <p:spPr bwMode="auto">
            <a:xfrm>
              <a:off x="6796088" y="3798888"/>
              <a:ext cx="192088" cy="365125"/>
            </a:xfrm>
            <a:custGeom>
              <a:avLst/>
              <a:gdLst/>
              <a:ahLst/>
              <a:cxnLst>
                <a:cxn ang="0">
                  <a:pos x="46" y="0"/>
                </a:cxn>
                <a:cxn ang="0">
                  <a:pos x="6" y="48"/>
                </a:cxn>
                <a:cxn ang="0">
                  <a:pos x="6" y="107"/>
                </a:cxn>
                <a:cxn ang="0">
                  <a:pos x="9" y="115"/>
                </a:cxn>
                <a:cxn ang="0">
                  <a:pos x="29" y="97"/>
                </a:cxn>
                <a:cxn ang="0">
                  <a:pos x="49" y="69"/>
                </a:cxn>
                <a:cxn ang="0">
                  <a:pos x="46" y="0"/>
                </a:cxn>
              </a:cxnLst>
              <a:rect l="0" t="0" r="r" b="b"/>
              <a:pathLst>
                <a:path w="61" h="115">
                  <a:moveTo>
                    <a:pt x="46" y="0"/>
                  </a:moveTo>
                  <a:cubicBezTo>
                    <a:pt x="46" y="0"/>
                    <a:pt x="12" y="18"/>
                    <a:pt x="6" y="48"/>
                  </a:cubicBezTo>
                  <a:cubicBezTo>
                    <a:pt x="0" y="75"/>
                    <a:pt x="4" y="96"/>
                    <a:pt x="6" y="107"/>
                  </a:cubicBezTo>
                  <a:cubicBezTo>
                    <a:pt x="8" y="112"/>
                    <a:pt x="9" y="115"/>
                    <a:pt x="9" y="115"/>
                  </a:cubicBezTo>
                  <a:cubicBezTo>
                    <a:pt x="9" y="115"/>
                    <a:pt x="18" y="107"/>
                    <a:pt x="29" y="97"/>
                  </a:cubicBezTo>
                  <a:cubicBezTo>
                    <a:pt x="37" y="89"/>
                    <a:pt x="46" y="78"/>
                    <a:pt x="49" y="69"/>
                  </a:cubicBezTo>
                  <a:cubicBezTo>
                    <a:pt x="61" y="39"/>
                    <a:pt x="46" y="0"/>
                    <a:pt x="4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10"/>
            <p:cNvSpPr>
              <a:spLocks/>
            </p:cNvSpPr>
            <p:nvPr/>
          </p:nvSpPr>
          <p:spPr bwMode="auto">
            <a:xfrm>
              <a:off x="6856413" y="4119563"/>
              <a:ext cx="366713" cy="163512"/>
            </a:xfrm>
            <a:custGeom>
              <a:avLst/>
              <a:gdLst/>
              <a:ahLst/>
              <a:cxnLst>
                <a:cxn ang="0">
                  <a:pos x="49" y="0"/>
                </a:cxn>
                <a:cxn ang="0">
                  <a:pos x="30" y="2"/>
                </a:cxn>
                <a:cxn ang="0">
                  <a:pos x="0" y="9"/>
                </a:cxn>
                <a:cxn ang="0">
                  <a:pos x="5" y="15"/>
                </a:cxn>
                <a:cxn ang="0">
                  <a:pos x="53" y="49"/>
                </a:cxn>
                <a:cxn ang="0">
                  <a:pos x="75" y="52"/>
                </a:cxn>
                <a:cxn ang="0">
                  <a:pos x="116" y="43"/>
                </a:cxn>
                <a:cxn ang="0">
                  <a:pos x="61" y="1"/>
                </a:cxn>
                <a:cxn ang="0">
                  <a:pos x="49" y="0"/>
                </a:cxn>
              </a:cxnLst>
              <a:rect l="0" t="0" r="r" b="b"/>
              <a:pathLst>
                <a:path w="116" h="52">
                  <a:moveTo>
                    <a:pt x="49" y="0"/>
                  </a:moveTo>
                  <a:cubicBezTo>
                    <a:pt x="43" y="0"/>
                    <a:pt x="37" y="1"/>
                    <a:pt x="30" y="2"/>
                  </a:cubicBezTo>
                  <a:cubicBezTo>
                    <a:pt x="14" y="4"/>
                    <a:pt x="0" y="9"/>
                    <a:pt x="0" y="9"/>
                  </a:cubicBezTo>
                  <a:cubicBezTo>
                    <a:pt x="0" y="9"/>
                    <a:pt x="2" y="11"/>
                    <a:pt x="5" y="15"/>
                  </a:cubicBezTo>
                  <a:cubicBezTo>
                    <a:pt x="12" y="23"/>
                    <a:pt x="28" y="39"/>
                    <a:pt x="53" y="49"/>
                  </a:cubicBezTo>
                  <a:cubicBezTo>
                    <a:pt x="60" y="51"/>
                    <a:pt x="68" y="52"/>
                    <a:pt x="75" y="52"/>
                  </a:cubicBezTo>
                  <a:cubicBezTo>
                    <a:pt x="97" y="52"/>
                    <a:pt x="116" y="43"/>
                    <a:pt x="116" y="43"/>
                  </a:cubicBezTo>
                  <a:cubicBezTo>
                    <a:pt x="116" y="43"/>
                    <a:pt x="92" y="8"/>
                    <a:pt x="61" y="1"/>
                  </a:cubicBezTo>
                  <a:cubicBezTo>
                    <a:pt x="57" y="0"/>
                    <a:pt x="53" y="0"/>
                    <a:pt x="4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11"/>
            <p:cNvSpPr>
              <a:spLocks/>
            </p:cNvSpPr>
            <p:nvPr/>
          </p:nvSpPr>
          <p:spPr bwMode="auto">
            <a:xfrm>
              <a:off x="7000875" y="3668713"/>
              <a:ext cx="171450" cy="371475"/>
            </a:xfrm>
            <a:custGeom>
              <a:avLst/>
              <a:gdLst/>
              <a:ahLst/>
              <a:cxnLst>
                <a:cxn ang="0">
                  <a:pos x="32" y="0"/>
                </a:cxn>
                <a:cxn ang="0">
                  <a:pos x="1" y="54"/>
                </a:cxn>
                <a:cxn ang="0">
                  <a:pos x="12" y="110"/>
                </a:cxn>
                <a:cxn ang="0">
                  <a:pos x="16" y="117"/>
                </a:cxn>
                <a:cxn ang="0">
                  <a:pos x="33" y="95"/>
                </a:cxn>
                <a:cxn ang="0">
                  <a:pos x="47" y="66"/>
                </a:cxn>
                <a:cxn ang="0">
                  <a:pos x="32" y="0"/>
                </a:cxn>
              </a:cxnLst>
              <a:rect l="0" t="0" r="r" b="b"/>
              <a:pathLst>
                <a:path w="54" h="117">
                  <a:moveTo>
                    <a:pt x="32" y="0"/>
                  </a:moveTo>
                  <a:cubicBezTo>
                    <a:pt x="32" y="0"/>
                    <a:pt x="3" y="23"/>
                    <a:pt x="1" y="54"/>
                  </a:cubicBezTo>
                  <a:cubicBezTo>
                    <a:pt x="0" y="80"/>
                    <a:pt x="7" y="100"/>
                    <a:pt x="12" y="110"/>
                  </a:cubicBezTo>
                  <a:cubicBezTo>
                    <a:pt x="14" y="115"/>
                    <a:pt x="16" y="117"/>
                    <a:pt x="16" y="117"/>
                  </a:cubicBezTo>
                  <a:cubicBezTo>
                    <a:pt x="16" y="117"/>
                    <a:pt x="25" y="107"/>
                    <a:pt x="33" y="95"/>
                  </a:cubicBezTo>
                  <a:cubicBezTo>
                    <a:pt x="39" y="86"/>
                    <a:pt x="45" y="75"/>
                    <a:pt x="47" y="66"/>
                  </a:cubicBezTo>
                  <a:cubicBezTo>
                    <a:pt x="54" y="35"/>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12"/>
            <p:cNvSpPr>
              <a:spLocks/>
            </p:cNvSpPr>
            <p:nvPr/>
          </p:nvSpPr>
          <p:spPr bwMode="auto">
            <a:xfrm>
              <a:off x="7080250" y="3963988"/>
              <a:ext cx="369888" cy="152400"/>
            </a:xfrm>
            <a:custGeom>
              <a:avLst/>
              <a:gdLst/>
              <a:ahLst/>
              <a:cxnLst>
                <a:cxn ang="0">
                  <a:pos x="56" y="0"/>
                </a:cxn>
                <a:cxn ang="0">
                  <a:pos x="25" y="7"/>
                </a:cxn>
                <a:cxn ang="0">
                  <a:pos x="0" y="18"/>
                </a:cxn>
                <a:cxn ang="0">
                  <a:pos x="4" y="22"/>
                </a:cxn>
                <a:cxn ang="0">
                  <a:pos x="58" y="47"/>
                </a:cxn>
                <a:cxn ang="0">
                  <a:pos x="68" y="48"/>
                </a:cxn>
                <a:cxn ang="0">
                  <a:pos x="117" y="31"/>
                </a:cxn>
                <a:cxn ang="0">
                  <a:pos x="57" y="0"/>
                </a:cxn>
                <a:cxn ang="0">
                  <a:pos x="56" y="0"/>
                </a:cxn>
              </a:cxnLst>
              <a:rect l="0" t="0" r="r" b="b"/>
              <a:pathLst>
                <a:path w="117" h="48">
                  <a:moveTo>
                    <a:pt x="56" y="0"/>
                  </a:moveTo>
                  <a:cubicBezTo>
                    <a:pt x="46" y="0"/>
                    <a:pt x="35" y="3"/>
                    <a:pt x="25" y="7"/>
                  </a:cubicBezTo>
                  <a:cubicBezTo>
                    <a:pt x="11" y="12"/>
                    <a:pt x="0" y="18"/>
                    <a:pt x="0" y="18"/>
                  </a:cubicBezTo>
                  <a:cubicBezTo>
                    <a:pt x="0" y="18"/>
                    <a:pt x="1" y="19"/>
                    <a:pt x="4" y="22"/>
                  </a:cubicBezTo>
                  <a:cubicBezTo>
                    <a:pt x="12" y="29"/>
                    <a:pt x="31" y="42"/>
                    <a:pt x="58" y="47"/>
                  </a:cubicBezTo>
                  <a:cubicBezTo>
                    <a:pt x="61" y="48"/>
                    <a:pt x="65" y="48"/>
                    <a:pt x="68" y="48"/>
                  </a:cubicBezTo>
                  <a:cubicBezTo>
                    <a:pt x="94" y="48"/>
                    <a:pt x="117" y="31"/>
                    <a:pt x="117" y="31"/>
                  </a:cubicBezTo>
                  <a:cubicBezTo>
                    <a:pt x="117" y="31"/>
                    <a:pt x="89" y="1"/>
                    <a:pt x="57" y="0"/>
                  </a:cubicBezTo>
                  <a:cubicBezTo>
                    <a:pt x="57" y="0"/>
                    <a:pt x="56"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13"/>
            <p:cNvSpPr>
              <a:spLocks/>
            </p:cNvSpPr>
            <p:nvPr/>
          </p:nvSpPr>
          <p:spPr bwMode="auto">
            <a:xfrm>
              <a:off x="7162800" y="3511550"/>
              <a:ext cx="160338" cy="366712"/>
            </a:xfrm>
            <a:custGeom>
              <a:avLst/>
              <a:gdLst/>
              <a:ahLst/>
              <a:cxnLst>
                <a:cxn ang="0">
                  <a:pos x="24" y="0"/>
                </a:cxn>
                <a:cxn ang="0">
                  <a:pos x="4" y="57"/>
                </a:cxn>
                <a:cxn ang="0">
                  <a:pos x="24" y="110"/>
                </a:cxn>
                <a:cxn ang="0">
                  <a:pos x="29" y="116"/>
                </a:cxn>
                <a:cxn ang="0">
                  <a:pos x="41" y="92"/>
                </a:cxn>
                <a:cxn ang="0">
                  <a:pos x="50" y="61"/>
                </a:cxn>
                <a:cxn ang="0">
                  <a:pos x="24" y="0"/>
                </a:cxn>
              </a:cxnLst>
              <a:rect l="0" t="0" r="r" b="b"/>
              <a:pathLst>
                <a:path w="51" h="116">
                  <a:moveTo>
                    <a:pt x="24" y="0"/>
                  </a:moveTo>
                  <a:cubicBezTo>
                    <a:pt x="24" y="0"/>
                    <a:pt x="0" y="28"/>
                    <a:pt x="4" y="57"/>
                  </a:cubicBezTo>
                  <a:cubicBezTo>
                    <a:pt x="7" y="83"/>
                    <a:pt x="18" y="101"/>
                    <a:pt x="24" y="110"/>
                  </a:cubicBezTo>
                  <a:cubicBezTo>
                    <a:pt x="27" y="114"/>
                    <a:pt x="29" y="116"/>
                    <a:pt x="29" y="116"/>
                  </a:cubicBezTo>
                  <a:cubicBezTo>
                    <a:pt x="29" y="116"/>
                    <a:pt x="35" y="106"/>
                    <a:pt x="41" y="92"/>
                  </a:cubicBezTo>
                  <a:cubicBezTo>
                    <a:pt x="46" y="82"/>
                    <a:pt x="50" y="71"/>
                    <a:pt x="50" y="61"/>
                  </a:cubicBezTo>
                  <a:cubicBezTo>
                    <a:pt x="51" y="31"/>
                    <a:pt x="24" y="0"/>
                    <a:pt x="2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14"/>
            <p:cNvSpPr>
              <a:spLocks/>
            </p:cNvSpPr>
            <p:nvPr/>
          </p:nvSpPr>
          <p:spPr bwMode="auto">
            <a:xfrm>
              <a:off x="7277100" y="3767138"/>
              <a:ext cx="366713" cy="146050"/>
            </a:xfrm>
            <a:custGeom>
              <a:avLst/>
              <a:gdLst/>
              <a:ahLst/>
              <a:cxnLst>
                <a:cxn ang="0">
                  <a:pos x="60" y="0"/>
                </a:cxn>
                <a:cxn ang="0">
                  <a:pos x="53" y="0"/>
                </a:cxn>
                <a:cxn ang="0">
                  <a:pos x="22" y="13"/>
                </a:cxn>
                <a:cxn ang="0">
                  <a:pos x="0" y="28"/>
                </a:cxn>
                <a:cxn ang="0">
                  <a:pos x="5" y="31"/>
                </a:cxn>
                <a:cxn ang="0">
                  <a:pos x="61" y="46"/>
                </a:cxn>
                <a:cxn ang="0">
                  <a:pos x="63" y="46"/>
                </a:cxn>
                <a:cxn ang="0">
                  <a:pos x="116" y="20"/>
                </a:cxn>
                <a:cxn ang="0">
                  <a:pos x="60" y="0"/>
                </a:cxn>
              </a:cxnLst>
              <a:rect l="0" t="0" r="r" b="b"/>
              <a:pathLst>
                <a:path w="116" h="46">
                  <a:moveTo>
                    <a:pt x="60" y="0"/>
                  </a:moveTo>
                  <a:cubicBezTo>
                    <a:pt x="58" y="0"/>
                    <a:pt x="55" y="0"/>
                    <a:pt x="53" y="0"/>
                  </a:cubicBezTo>
                  <a:cubicBezTo>
                    <a:pt x="43" y="2"/>
                    <a:pt x="32" y="7"/>
                    <a:pt x="22" y="13"/>
                  </a:cubicBezTo>
                  <a:cubicBezTo>
                    <a:pt x="10" y="20"/>
                    <a:pt x="0" y="28"/>
                    <a:pt x="0" y="28"/>
                  </a:cubicBezTo>
                  <a:cubicBezTo>
                    <a:pt x="0" y="28"/>
                    <a:pt x="2" y="29"/>
                    <a:pt x="5" y="31"/>
                  </a:cubicBezTo>
                  <a:cubicBezTo>
                    <a:pt x="14" y="36"/>
                    <a:pt x="34" y="45"/>
                    <a:pt x="61" y="46"/>
                  </a:cubicBezTo>
                  <a:cubicBezTo>
                    <a:pt x="62" y="46"/>
                    <a:pt x="62" y="46"/>
                    <a:pt x="63" y="46"/>
                  </a:cubicBezTo>
                  <a:cubicBezTo>
                    <a:pt x="92" y="46"/>
                    <a:pt x="116" y="20"/>
                    <a:pt x="116" y="20"/>
                  </a:cubicBezTo>
                  <a:cubicBezTo>
                    <a:pt x="116" y="20"/>
                    <a:pt x="88"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15"/>
            <p:cNvSpPr>
              <a:spLocks/>
            </p:cNvSpPr>
            <p:nvPr/>
          </p:nvSpPr>
          <p:spPr bwMode="auto">
            <a:xfrm>
              <a:off x="7289800" y="3333750"/>
              <a:ext cx="176213" cy="350837"/>
            </a:xfrm>
            <a:custGeom>
              <a:avLst/>
              <a:gdLst/>
              <a:ahLst/>
              <a:cxnLst>
                <a:cxn ang="0">
                  <a:pos x="19" y="0"/>
                </a:cxn>
                <a:cxn ang="0">
                  <a:pos x="9" y="59"/>
                </a:cxn>
                <a:cxn ang="0">
                  <a:pos x="37" y="106"/>
                </a:cxn>
                <a:cxn ang="0">
                  <a:pos x="43" y="111"/>
                </a:cxn>
                <a:cxn ang="0">
                  <a:pos x="50" y="88"/>
                </a:cxn>
                <a:cxn ang="0">
                  <a:pos x="54" y="55"/>
                </a:cxn>
                <a:cxn ang="0">
                  <a:pos x="19" y="0"/>
                </a:cxn>
              </a:cxnLst>
              <a:rect l="0" t="0" r="r" b="b"/>
              <a:pathLst>
                <a:path w="56" h="111">
                  <a:moveTo>
                    <a:pt x="19" y="0"/>
                  </a:moveTo>
                  <a:cubicBezTo>
                    <a:pt x="19" y="0"/>
                    <a:pt x="0" y="31"/>
                    <a:pt x="9" y="59"/>
                  </a:cubicBezTo>
                  <a:cubicBezTo>
                    <a:pt x="17" y="83"/>
                    <a:pt x="30" y="99"/>
                    <a:pt x="37" y="106"/>
                  </a:cubicBezTo>
                  <a:cubicBezTo>
                    <a:pt x="41" y="110"/>
                    <a:pt x="43" y="111"/>
                    <a:pt x="43" y="111"/>
                  </a:cubicBezTo>
                  <a:cubicBezTo>
                    <a:pt x="43" y="111"/>
                    <a:pt x="47" y="101"/>
                    <a:pt x="50" y="88"/>
                  </a:cubicBezTo>
                  <a:cubicBezTo>
                    <a:pt x="53" y="77"/>
                    <a:pt x="56" y="65"/>
                    <a:pt x="54" y="55"/>
                  </a:cubicBezTo>
                  <a:cubicBezTo>
                    <a:pt x="50" y="25"/>
                    <a:pt x="19" y="0"/>
                    <a:pt x="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16"/>
            <p:cNvSpPr>
              <a:spLocks/>
            </p:cNvSpPr>
            <p:nvPr/>
          </p:nvSpPr>
          <p:spPr bwMode="auto">
            <a:xfrm>
              <a:off x="7443788" y="3538538"/>
              <a:ext cx="347663" cy="146050"/>
            </a:xfrm>
            <a:custGeom>
              <a:avLst/>
              <a:gdLst/>
              <a:ahLst/>
              <a:cxnLst>
                <a:cxn ang="0">
                  <a:pos x="64" y="0"/>
                </a:cxn>
                <a:cxn ang="0">
                  <a:pos x="46" y="2"/>
                </a:cxn>
                <a:cxn ang="0">
                  <a:pos x="19" y="19"/>
                </a:cxn>
                <a:cxn ang="0">
                  <a:pos x="0" y="38"/>
                </a:cxn>
                <a:cxn ang="0">
                  <a:pos x="5" y="40"/>
                </a:cxn>
                <a:cxn ang="0">
                  <a:pos x="44" y="46"/>
                </a:cxn>
                <a:cxn ang="0">
                  <a:pos x="62" y="45"/>
                </a:cxn>
                <a:cxn ang="0">
                  <a:pos x="110" y="10"/>
                </a:cxn>
                <a:cxn ang="0">
                  <a:pos x="64" y="0"/>
                </a:cxn>
              </a:cxnLst>
              <a:rect l="0" t="0" r="r" b="b"/>
              <a:pathLst>
                <a:path w="110" h="46">
                  <a:moveTo>
                    <a:pt x="64" y="0"/>
                  </a:moveTo>
                  <a:cubicBezTo>
                    <a:pt x="58" y="0"/>
                    <a:pt x="52" y="0"/>
                    <a:pt x="46" y="2"/>
                  </a:cubicBezTo>
                  <a:cubicBezTo>
                    <a:pt x="37" y="5"/>
                    <a:pt x="27" y="12"/>
                    <a:pt x="19" y="19"/>
                  </a:cubicBezTo>
                  <a:cubicBezTo>
                    <a:pt x="8" y="28"/>
                    <a:pt x="0" y="38"/>
                    <a:pt x="0" y="38"/>
                  </a:cubicBezTo>
                  <a:cubicBezTo>
                    <a:pt x="0" y="38"/>
                    <a:pt x="2" y="39"/>
                    <a:pt x="5" y="40"/>
                  </a:cubicBezTo>
                  <a:cubicBezTo>
                    <a:pt x="12" y="42"/>
                    <a:pt x="26" y="46"/>
                    <a:pt x="44" y="46"/>
                  </a:cubicBezTo>
                  <a:cubicBezTo>
                    <a:pt x="49" y="46"/>
                    <a:pt x="55" y="46"/>
                    <a:pt x="62" y="45"/>
                  </a:cubicBezTo>
                  <a:cubicBezTo>
                    <a:pt x="91" y="40"/>
                    <a:pt x="110" y="10"/>
                    <a:pt x="110" y="10"/>
                  </a:cubicBezTo>
                  <a:cubicBezTo>
                    <a:pt x="110" y="10"/>
                    <a:pt x="88" y="0"/>
                    <a:pt x="6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17"/>
            <p:cNvSpPr>
              <a:spLocks/>
            </p:cNvSpPr>
            <p:nvPr/>
          </p:nvSpPr>
          <p:spPr bwMode="auto">
            <a:xfrm>
              <a:off x="7383463" y="3140075"/>
              <a:ext cx="187325" cy="327025"/>
            </a:xfrm>
            <a:custGeom>
              <a:avLst/>
              <a:gdLst/>
              <a:ahLst/>
              <a:cxnLst>
                <a:cxn ang="0">
                  <a:pos x="12" y="0"/>
                </a:cxn>
                <a:cxn ang="0">
                  <a:pos x="13" y="58"/>
                </a:cxn>
                <a:cxn ang="0">
                  <a:pos x="50" y="100"/>
                </a:cxn>
                <a:cxn ang="0">
                  <a:pos x="54" y="103"/>
                </a:cxn>
                <a:cxn ang="0">
                  <a:pos x="58" y="83"/>
                </a:cxn>
                <a:cxn ang="0">
                  <a:pos x="56" y="47"/>
                </a:cxn>
                <a:cxn ang="0">
                  <a:pos x="12" y="0"/>
                </a:cxn>
              </a:cxnLst>
              <a:rect l="0" t="0" r="r" b="b"/>
              <a:pathLst>
                <a:path w="59" h="103">
                  <a:moveTo>
                    <a:pt x="12" y="0"/>
                  </a:moveTo>
                  <a:cubicBezTo>
                    <a:pt x="12" y="0"/>
                    <a:pt x="0" y="33"/>
                    <a:pt x="13" y="58"/>
                  </a:cubicBezTo>
                  <a:cubicBezTo>
                    <a:pt x="25" y="81"/>
                    <a:pt x="41" y="95"/>
                    <a:pt x="50" y="100"/>
                  </a:cubicBezTo>
                  <a:cubicBezTo>
                    <a:pt x="53" y="102"/>
                    <a:pt x="54" y="103"/>
                    <a:pt x="54" y="103"/>
                  </a:cubicBezTo>
                  <a:cubicBezTo>
                    <a:pt x="54" y="103"/>
                    <a:pt x="56" y="94"/>
                    <a:pt x="58" y="83"/>
                  </a:cubicBezTo>
                  <a:cubicBezTo>
                    <a:pt x="59" y="71"/>
                    <a:pt x="59" y="57"/>
                    <a:pt x="56" y="47"/>
                  </a:cubicBezTo>
                  <a:cubicBezTo>
                    <a:pt x="47" y="19"/>
                    <a:pt x="12" y="0"/>
                    <a:pt x="1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18"/>
            <p:cNvSpPr>
              <a:spLocks/>
            </p:cNvSpPr>
            <p:nvPr/>
          </p:nvSpPr>
          <p:spPr bwMode="auto">
            <a:xfrm>
              <a:off x="7570788" y="3282950"/>
              <a:ext cx="322263" cy="161925"/>
            </a:xfrm>
            <a:custGeom>
              <a:avLst/>
              <a:gdLst/>
              <a:ahLst/>
              <a:cxnLst>
                <a:cxn ang="0">
                  <a:pos x="71" y="0"/>
                </a:cxn>
                <a:cxn ang="0">
                  <a:pos x="38" y="7"/>
                </a:cxn>
                <a:cxn ang="0">
                  <a:pos x="16" y="26"/>
                </a:cxn>
                <a:cxn ang="0">
                  <a:pos x="0" y="49"/>
                </a:cxn>
                <a:cxn ang="0">
                  <a:pos x="6" y="50"/>
                </a:cxn>
                <a:cxn ang="0">
                  <a:pos x="23" y="51"/>
                </a:cxn>
                <a:cxn ang="0">
                  <a:pos x="61" y="45"/>
                </a:cxn>
                <a:cxn ang="0">
                  <a:pos x="102" y="4"/>
                </a:cxn>
                <a:cxn ang="0">
                  <a:pos x="71" y="0"/>
                </a:cxn>
              </a:cxnLst>
              <a:rect l="0" t="0" r="r" b="b"/>
              <a:pathLst>
                <a:path w="102" h="51">
                  <a:moveTo>
                    <a:pt x="71" y="0"/>
                  </a:moveTo>
                  <a:cubicBezTo>
                    <a:pt x="61" y="0"/>
                    <a:pt x="48" y="2"/>
                    <a:pt x="38" y="7"/>
                  </a:cubicBezTo>
                  <a:cubicBezTo>
                    <a:pt x="31" y="11"/>
                    <a:pt x="23" y="19"/>
                    <a:pt x="16" y="26"/>
                  </a:cubicBezTo>
                  <a:cubicBezTo>
                    <a:pt x="7" y="38"/>
                    <a:pt x="0" y="49"/>
                    <a:pt x="0" y="49"/>
                  </a:cubicBezTo>
                  <a:cubicBezTo>
                    <a:pt x="0" y="49"/>
                    <a:pt x="2" y="50"/>
                    <a:pt x="6" y="50"/>
                  </a:cubicBezTo>
                  <a:cubicBezTo>
                    <a:pt x="10" y="51"/>
                    <a:pt x="16" y="51"/>
                    <a:pt x="23" y="51"/>
                  </a:cubicBezTo>
                  <a:cubicBezTo>
                    <a:pt x="34" y="51"/>
                    <a:pt x="47" y="50"/>
                    <a:pt x="61" y="45"/>
                  </a:cubicBezTo>
                  <a:cubicBezTo>
                    <a:pt x="88" y="36"/>
                    <a:pt x="102" y="4"/>
                    <a:pt x="102" y="4"/>
                  </a:cubicBezTo>
                  <a:cubicBezTo>
                    <a:pt x="102" y="4"/>
                    <a:pt x="88" y="0"/>
                    <a:pt x="7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19"/>
            <p:cNvSpPr>
              <a:spLocks/>
            </p:cNvSpPr>
            <p:nvPr/>
          </p:nvSpPr>
          <p:spPr bwMode="auto">
            <a:xfrm>
              <a:off x="7443788" y="2936875"/>
              <a:ext cx="206375" cy="295275"/>
            </a:xfrm>
            <a:custGeom>
              <a:avLst/>
              <a:gdLst/>
              <a:ahLst/>
              <a:cxnLst>
                <a:cxn ang="0">
                  <a:pos x="7" y="0"/>
                </a:cxn>
                <a:cxn ang="0">
                  <a:pos x="17" y="56"/>
                </a:cxn>
                <a:cxn ang="0">
                  <a:pos x="59" y="90"/>
                </a:cxn>
                <a:cxn ang="0">
                  <a:pos x="65" y="93"/>
                </a:cxn>
                <a:cxn ang="0">
                  <a:pos x="64" y="72"/>
                </a:cxn>
                <a:cxn ang="0">
                  <a:pos x="57" y="38"/>
                </a:cxn>
                <a:cxn ang="0">
                  <a:pos x="7" y="0"/>
                </a:cxn>
              </a:cxnLst>
              <a:rect l="0" t="0" r="r" b="b"/>
              <a:pathLst>
                <a:path w="65" h="93">
                  <a:moveTo>
                    <a:pt x="7" y="0"/>
                  </a:moveTo>
                  <a:cubicBezTo>
                    <a:pt x="7" y="0"/>
                    <a:pt x="0" y="34"/>
                    <a:pt x="17" y="56"/>
                  </a:cubicBezTo>
                  <a:cubicBezTo>
                    <a:pt x="33" y="76"/>
                    <a:pt x="51" y="86"/>
                    <a:pt x="59" y="90"/>
                  </a:cubicBezTo>
                  <a:cubicBezTo>
                    <a:pt x="63" y="92"/>
                    <a:pt x="65" y="93"/>
                    <a:pt x="65" y="93"/>
                  </a:cubicBezTo>
                  <a:cubicBezTo>
                    <a:pt x="65" y="93"/>
                    <a:pt x="65" y="83"/>
                    <a:pt x="64" y="72"/>
                  </a:cubicBezTo>
                  <a:cubicBezTo>
                    <a:pt x="63" y="61"/>
                    <a:pt x="61" y="47"/>
                    <a:pt x="57" y="38"/>
                  </a:cubicBezTo>
                  <a:cubicBezTo>
                    <a:pt x="43" y="12"/>
                    <a:pt x="7" y="0"/>
                    <a:pt x="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20"/>
            <p:cNvSpPr>
              <a:spLocks/>
            </p:cNvSpPr>
            <p:nvPr/>
          </p:nvSpPr>
          <p:spPr bwMode="auto">
            <a:xfrm>
              <a:off x="7656513" y="3006725"/>
              <a:ext cx="287338" cy="193675"/>
            </a:xfrm>
            <a:custGeom>
              <a:avLst/>
              <a:gdLst/>
              <a:ahLst/>
              <a:cxnLst>
                <a:cxn ang="0">
                  <a:pos x="82" y="0"/>
                </a:cxn>
                <a:cxn ang="0">
                  <a:pos x="30" y="14"/>
                </a:cxn>
                <a:cxn ang="0">
                  <a:pos x="12" y="38"/>
                </a:cxn>
                <a:cxn ang="0">
                  <a:pos x="0" y="61"/>
                </a:cxn>
                <a:cxn ang="0">
                  <a:pos x="6" y="61"/>
                </a:cxn>
                <a:cxn ang="0">
                  <a:pos x="6" y="61"/>
                </a:cxn>
                <a:cxn ang="0">
                  <a:pos x="59" y="47"/>
                </a:cxn>
                <a:cxn ang="0">
                  <a:pos x="91" y="0"/>
                </a:cxn>
                <a:cxn ang="0">
                  <a:pos x="82" y="0"/>
                </a:cxn>
              </a:cxnLst>
              <a:rect l="0" t="0" r="r" b="b"/>
              <a:pathLst>
                <a:path w="91" h="61">
                  <a:moveTo>
                    <a:pt x="82" y="0"/>
                  </a:moveTo>
                  <a:cubicBezTo>
                    <a:pt x="69" y="0"/>
                    <a:pt x="46" y="1"/>
                    <a:pt x="30" y="14"/>
                  </a:cubicBezTo>
                  <a:cubicBezTo>
                    <a:pt x="23" y="19"/>
                    <a:pt x="17" y="29"/>
                    <a:pt x="12" y="38"/>
                  </a:cubicBezTo>
                  <a:cubicBezTo>
                    <a:pt x="5" y="50"/>
                    <a:pt x="0" y="61"/>
                    <a:pt x="0" y="61"/>
                  </a:cubicBezTo>
                  <a:cubicBezTo>
                    <a:pt x="0" y="61"/>
                    <a:pt x="2" y="61"/>
                    <a:pt x="6" y="61"/>
                  </a:cubicBezTo>
                  <a:cubicBezTo>
                    <a:pt x="6" y="61"/>
                    <a:pt x="6" y="61"/>
                    <a:pt x="6" y="61"/>
                  </a:cubicBezTo>
                  <a:cubicBezTo>
                    <a:pt x="16" y="61"/>
                    <a:pt x="36" y="59"/>
                    <a:pt x="59" y="47"/>
                  </a:cubicBezTo>
                  <a:cubicBezTo>
                    <a:pt x="83" y="33"/>
                    <a:pt x="91" y="0"/>
                    <a:pt x="91" y="0"/>
                  </a:cubicBezTo>
                  <a:cubicBezTo>
                    <a:pt x="91" y="0"/>
                    <a:pt x="88" y="0"/>
                    <a:pt x="8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21"/>
            <p:cNvSpPr>
              <a:spLocks/>
            </p:cNvSpPr>
            <p:nvPr/>
          </p:nvSpPr>
          <p:spPr bwMode="auto">
            <a:xfrm>
              <a:off x="7469188" y="2732088"/>
              <a:ext cx="228600" cy="249237"/>
            </a:xfrm>
            <a:custGeom>
              <a:avLst/>
              <a:gdLst/>
              <a:ahLst/>
              <a:cxnLst>
                <a:cxn ang="0">
                  <a:pos x="0" y="0"/>
                </a:cxn>
                <a:cxn ang="0">
                  <a:pos x="20" y="52"/>
                </a:cxn>
                <a:cxn ang="0">
                  <a:pos x="68" y="78"/>
                </a:cxn>
                <a:cxn ang="0">
                  <a:pos x="72" y="79"/>
                </a:cxn>
                <a:cxn ang="0">
                  <a:pos x="69" y="62"/>
                </a:cxn>
                <a:cxn ang="0">
                  <a:pos x="55" y="27"/>
                </a:cxn>
                <a:cxn ang="0">
                  <a:pos x="0" y="0"/>
                </a:cxn>
              </a:cxnLst>
              <a:rect l="0" t="0" r="r" b="b"/>
              <a:pathLst>
                <a:path w="72" h="79">
                  <a:moveTo>
                    <a:pt x="0" y="0"/>
                  </a:moveTo>
                  <a:cubicBezTo>
                    <a:pt x="0" y="0"/>
                    <a:pt x="0" y="33"/>
                    <a:pt x="20" y="52"/>
                  </a:cubicBezTo>
                  <a:cubicBezTo>
                    <a:pt x="39" y="69"/>
                    <a:pt x="59" y="76"/>
                    <a:pt x="68" y="78"/>
                  </a:cubicBezTo>
                  <a:cubicBezTo>
                    <a:pt x="70" y="78"/>
                    <a:pt x="72" y="79"/>
                    <a:pt x="72" y="79"/>
                  </a:cubicBezTo>
                  <a:cubicBezTo>
                    <a:pt x="72" y="79"/>
                    <a:pt x="71" y="72"/>
                    <a:pt x="69" y="62"/>
                  </a:cubicBezTo>
                  <a:cubicBezTo>
                    <a:pt x="66" y="51"/>
                    <a:pt x="62" y="36"/>
                    <a:pt x="55" y="27"/>
                  </a:cubicBezTo>
                  <a:cubicBezTo>
                    <a:pt x="37" y="5"/>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22"/>
            <p:cNvSpPr>
              <a:spLocks/>
            </p:cNvSpPr>
            <p:nvPr/>
          </p:nvSpPr>
          <p:spPr bwMode="auto">
            <a:xfrm>
              <a:off x="7700963" y="2716213"/>
              <a:ext cx="242888" cy="233362"/>
            </a:xfrm>
            <a:custGeom>
              <a:avLst/>
              <a:gdLst/>
              <a:ahLst/>
              <a:cxnLst>
                <a:cxn ang="0">
                  <a:pos x="77" y="0"/>
                </a:cxn>
                <a:cxn ang="0">
                  <a:pos x="21" y="24"/>
                </a:cxn>
                <a:cxn ang="0">
                  <a:pos x="7" y="49"/>
                </a:cxn>
                <a:cxn ang="0">
                  <a:pos x="0" y="74"/>
                </a:cxn>
                <a:cxn ang="0">
                  <a:pos x="6" y="73"/>
                </a:cxn>
                <a:cxn ang="0">
                  <a:pos x="54" y="50"/>
                </a:cxn>
                <a:cxn ang="0">
                  <a:pos x="77" y="0"/>
                </a:cxn>
              </a:cxnLst>
              <a:rect l="0" t="0" r="r" b="b"/>
              <a:pathLst>
                <a:path w="77" h="74">
                  <a:moveTo>
                    <a:pt x="77" y="0"/>
                  </a:moveTo>
                  <a:cubicBezTo>
                    <a:pt x="77" y="0"/>
                    <a:pt x="40" y="2"/>
                    <a:pt x="21" y="24"/>
                  </a:cubicBezTo>
                  <a:cubicBezTo>
                    <a:pt x="15" y="30"/>
                    <a:pt x="11" y="40"/>
                    <a:pt x="7" y="49"/>
                  </a:cubicBezTo>
                  <a:cubicBezTo>
                    <a:pt x="3" y="62"/>
                    <a:pt x="0" y="74"/>
                    <a:pt x="0" y="74"/>
                  </a:cubicBezTo>
                  <a:cubicBezTo>
                    <a:pt x="0" y="74"/>
                    <a:pt x="2" y="74"/>
                    <a:pt x="6" y="73"/>
                  </a:cubicBezTo>
                  <a:cubicBezTo>
                    <a:pt x="15" y="71"/>
                    <a:pt x="35" y="66"/>
                    <a:pt x="54" y="50"/>
                  </a:cubicBezTo>
                  <a:cubicBezTo>
                    <a:pt x="76" y="33"/>
                    <a:pt x="77" y="0"/>
                    <a:pt x="7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23"/>
            <p:cNvSpPr>
              <a:spLocks/>
            </p:cNvSpPr>
            <p:nvPr/>
          </p:nvSpPr>
          <p:spPr bwMode="auto">
            <a:xfrm>
              <a:off x="7440613" y="2516188"/>
              <a:ext cx="263525" cy="206375"/>
            </a:xfrm>
            <a:custGeom>
              <a:avLst/>
              <a:gdLst/>
              <a:ahLst/>
              <a:cxnLst>
                <a:cxn ang="0">
                  <a:pos x="1" y="0"/>
                </a:cxn>
                <a:cxn ang="0">
                  <a:pos x="0" y="0"/>
                </a:cxn>
                <a:cxn ang="0">
                  <a:pos x="28" y="48"/>
                </a:cxn>
                <a:cxn ang="0">
                  <a:pos x="78" y="65"/>
                </a:cxn>
                <a:cxn ang="0">
                  <a:pos x="82" y="65"/>
                </a:cxn>
                <a:cxn ang="0">
                  <a:pos x="83" y="65"/>
                </a:cxn>
                <a:cxn ang="0">
                  <a:pos x="77" y="49"/>
                </a:cxn>
                <a:cxn ang="0">
                  <a:pos x="57" y="18"/>
                </a:cxn>
                <a:cxn ang="0">
                  <a:pos x="1" y="0"/>
                </a:cxn>
              </a:cxnLst>
              <a:rect l="0" t="0" r="r" b="b"/>
              <a:pathLst>
                <a:path w="83" h="65">
                  <a:moveTo>
                    <a:pt x="1" y="0"/>
                  </a:moveTo>
                  <a:cubicBezTo>
                    <a:pt x="0" y="0"/>
                    <a:pt x="0" y="0"/>
                    <a:pt x="0" y="0"/>
                  </a:cubicBezTo>
                  <a:cubicBezTo>
                    <a:pt x="0" y="0"/>
                    <a:pt x="5" y="33"/>
                    <a:pt x="28" y="48"/>
                  </a:cubicBezTo>
                  <a:cubicBezTo>
                    <a:pt x="49" y="61"/>
                    <a:pt x="69" y="64"/>
                    <a:pt x="78" y="65"/>
                  </a:cubicBezTo>
                  <a:cubicBezTo>
                    <a:pt x="80" y="65"/>
                    <a:pt x="81" y="65"/>
                    <a:pt x="82" y="65"/>
                  </a:cubicBezTo>
                  <a:cubicBezTo>
                    <a:pt x="82" y="65"/>
                    <a:pt x="83" y="65"/>
                    <a:pt x="83" y="65"/>
                  </a:cubicBezTo>
                  <a:cubicBezTo>
                    <a:pt x="83" y="65"/>
                    <a:pt x="81" y="58"/>
                    <a:pt x="77" y="49"/>
                  </a:cubicBezTo>
                  <a:cubicBezTo>
                    <a:pt x="72" y="38"/>
                    <a:pt x="65" y="25"/>
                    <a:pt x="57" y="18"/>
                  </a:cubicBezTo>
                  <a:cubicBezTo>
                    <a:pt x="39" y="1"/>
                    <a:pt x="8" y="0"/>
                    <a:pt x="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24"/>
            <p:cNvSpPr>
              <a:spLocks/>
            </p:cNvSpPr>
            <p:nvPr/>
          </p:nvSpPr>
          <p:spPr bwMode="auto">
            <a:xfrm>
              <a:off x="7700963" y="2420938"/>
              <a:ext cx="207963" cy="269875"/>
            </a:xfrm>
            <a:custGeom>
              <a:avLst/>
              <a:gdLst/>
              <a:ahLst/>
              <a:cxnLst>
                <a:cxn ang="0">
                  <a:pos x="62" y="0"/>
                </a:cxn>
                <a:cxn ang="0">
                  <a:pos x="11" y="33"/>
                </a:cxn>
                <a:cxn ang="0">
                  <a:pos x="2" y="63"/>
                </a:cxn>
                <a:cxn ang="0">
                  <a:pos x="0" y="85"/>
                </a:cxn>
                <a:cxn ang="0">
                  <a:pos x="5" y="83"/>
                </a:cxn>
                <a:cxn ang="0">
                  <a:pos x="48" y="53"/>
                </a:cxn>
                <a:cxn ang="0">
                  <a:pos x="62" y="0"/>
                </a:cxn>
              </a:cxnLst>
              <a:rect l="0" t="0" r="r" b="b"/>
              <a:pathLst>
                <a:path w="66" h="85">
                  <a:moveTo>
                    <a:pt x="62" y="0"/>
                  </a:moveTo>
                  <a:cubicBezTo>
                    <a:pt x="62" y="0"/>
                    <a:pt x="26" y="9"/>
                    <a:pt x="11" y="33"/>
                  </a:cubicBezTo>
                  <a:cubicBezTo>
                    <a:pt x="7" y="41"/>
                    <a:pt x="4" y="52"/>
                    <a:pt x="2" y="63"/>
                  </a:cubicBezTo>
                  <a:cubicBezTo>
                    <a:pt x="0" y="75"/>
                    <a:pt x="0" y="85"/>
                    <a:pt x="0" y="85"/>
                  </a:cubicBezTo>
                  <a:cubicBezTo>
                    <a:pt x="0" y="85"/>
                    <a:pt x="2" y="84"/>
                    <a:pt x="5" y="83"/>
                  </a:cubicBezTo>
                  <a:cubicBezTo>
                    <a:pt x="13" y="80"/>
                    <a:pt x="32" y="72"/>
                    <a:pt x="48" y="53"/>
                  </a:cubicBezTo>
                  <a:cubicBezTo>
                    <a:pt x="66" y="33"/>
                    <a:pt x="62" y="0"/>
                    <a:pt x="6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25"/>
            <p:cNvSpPr>
              <a:spLocks/>
            </p:cNvSpPr>
            <p:nvPr/>
          </p:nvSpPr>
          <p:spPr bwMode="auto">
            <a:xfrm>
              <a:off x="7373938" y="2303463"/>
              <a:ext cx="288925" cy="161925"/>
            </a:xfrm>
            <a:custGeom>
              <a:avLst/>
              <a:gdLst/>
              <a:ahLst/>
              <a:cxnLst>
                <a:cxn ang="0">
                  <a:pos x="21" y="0"/>
                </a:cxn>
                <a:cxn ang="0">
                  <a:pos x="0" y="2"/>
                </a:cxn>
                <a:cxn ang="0">
                  <a:pos x="35" y="43"/>
                </a:cxn>
                <a:cxn ang="0">
                  <a:pos x="76" y="51"/>
                </a:cxn>
                <a:cxn ang="0">
                  <a:pos x="86" y="51"/>
                </a:cxn>
                <a:cxn ang="0">
                  <a:pos x="91" y="50"/>
                </a:cxn>
                <a:cxn ang="0">
                  <a:pos x="82" y="35"/>
                </a:cxn>
                <a:cxn ang="0">
                  <a:pos x="58" y="9"/>
                </a:cxn>
                <a:cxn ang="0">
                  <a:pos x="21" y="0"/>
                </a:cxn>
              </a:cxnLst>
              <a:rect l="0" t="0" r="r" b="b"/>
              <a:pathLst>
                <a:path w="91" h="51">
                  <a:moveTo>
                    <a:pt x="21" y="0"/>
                  </a:moveTo>
                  <a:cubicBezTo>
                    <a:pt x="9" y="0"/>
                    <a:pt x="0" y="2"/>
                    <a:pt x="0" y="2"/>
                  </a:cubicBezTo>
                  <a:cubicBezTo>
                    <a:pt x="0" y="2"/>
                    <a:pt x="10" y="33"/>
                    <a:pt x="35" y="43"/>
                  </a:cubicBezTo>
                  <a:cubicBezTo>
                    <a:pt x="51" y="49"/>
                    <a:pt x="66" y="51"/>
                    <a:pt x="76" y="51"/>
                  </a:cubicBezTo>
                  <a:cubicBezTo>
                    <a:pt x="80" y="51"/>
                    <a:pt x="84" y="51"/>
                    <a:pt x="86" y="51"/>
                  </a:cubicBezTo>
                  <a:cubicBezTo>
                    <a:pt x="89" y="50"/>
                    <a:pt x="91" y="50"/>
                    <a:pt x="91" y="50"/>
                  </a:cubicBezTo>
                  <a:cubicBezTo>
                    <a:pt x="91" y="50"/>
                    <a:pt x="87" y="43"/>
                    <a:pt x="82" y="35"/>
                  </a:cubicBezTo>
                  <a:cubicBezTo>
                    <a:pt x="76" y="26"/>
                    <a:pt x="67" y="15"/>
                    <a:pt x="58" y="9"/>
                  </a:cubicBezTo>
                  <a:cubicBezTo>
                    <a:pt x="47" y="2"/>
                    <a:pt x="32" y="0"/>
                    <a:pt x="2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26"/>
            <p:cNvSpPr>
              <a:spLocks/>
            </p:cNvSpPr>
            <p:nvPr/>
          </p:nvSpPr>
          <p:spPr bwMode="auto">
            <a:xfrm>
              <a:off x="7646988" y="2139950"/>
              <a:ext cx="179388" cy="293687"/>
            </a:xfrm>
            <a:custGeom>
              <a:avLst/>
              <a:gdLst/>
              <a:ahLst/>
              <a:cxnLst>
                <a:cxn ang="0">
                  <a:pos x="48" y="0"/>
                </a:cxn>
                <a:cxn ang="0">
                  <a:pos x="5" y="40"/>
                </a:cxn>
                <a:cxn ang="0">
                  <a:pos x="1" y="74"/>
                </a:cxn>
                <a:cxn ang="0">
                  <a:pos x="2" y="93"/>
                </a:cxn>
                <a:cxn ang="0">
                  <a:pos x="6" y="91"/>
                </a:cxn>
                <a:cxn ang="0">
                  <a:pos x="43" y="54"/>
                </a:cxn>
                <a:cxn ang="0">
                  <a:pos x="48" y="0"/>
                </a:cxn>
              </a:cxnLst>
              <a:rect l="0" t="0" r="r" b="b"/>
              <a:pathLst>
                <a:path w="57" h="93">
                  <a:moveTo>
                    <a:pt x="48" y="0"/>
                  </a:moveTo>
                  <a:cubicBezTo>
                    <a:pt x="48" y="0"/>
                    <a:pt x="15" y="15"/>
                    <a:pt x="5" y="40"/>
                  </a:cubicBezTo>
                  <a:cubicBezTo>
                    <a:pt x="1" y="50"/>
                    <a:pt x="0" y="63"/>
                    <a:pt x="1" y="74"/>
                  </a:cubicBezTo>
                  <a:cubicBezTo>
                    <a:pt x="1" y="84"/>
                    <a:pt x="2" y="93"/>
                    <a:pt x="2" y="93"/>
                  </a:cubicBezTo>
                  <a:cubicBezTo>
                    <a:pt x="2" y="93"/>
                    <a:pt x="4" y="92"/>
                    <a:pt x="6" y="91"/>
                  </a:cubicBezTo>
                  <a:cubicBezTo>
                    <a:pt x="13" y="87"/>
                    <a:pt x="30" y="75"/>
                    <a:pt x="43" y="54"/>
                  </a:cubicBezTo>
                  <a:cubicBezTo>
                    <a:pt x="57" y="31"/>
                    <a:pt x="48" y="0"/>
                    <a:pt x="4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27"/>
            <p:cNvSpPr>
              <a:spLocks/>
            </p:cNvSpPr>
            <p:nvPr/>
          </p:nvSpPr>
          <p:spPr bwMode="auto">
            <a:xfrm>
              <a:off x="7270750" y="2095500"/>
              <a:ext cx="303213" cy="134937"/>
            </a:xfrm>
            <a:custGeom>
              <a:avLst/>
              <a:gdLst/>
              <a:ahLst/>
              <a:cxnLst>
                <a:cxn ang="0">
                  <a:pos x="37" y="0"/>
                </a:cxn>
                <a:cxn ang="0">
                  <a:pos x="0" y="7"/>
                </a:cxn>
                <a:cxn ang="0">
                  <a:pos x="41" y="41"/>
                </a:cxn>
                <a:cxn ang="0">
                  <a:pos x="64" y="43"/>
                </a:cxn>
                <a:cxn ang="0">
                  <a:pos x="93" y="39"/>
                </a:cxn>
                <a:cxn ang="0">
                  <a:pos x="96" y="38"/>
                </a:cxn>
                <a:cxn ang="0">
                  <a:pos x="87" y="28"/>
                </a:cxn>
                <a:cxn ang="0">
                  <a:pos x="58" y="4"/>
                </a:cxn>
                <a:cxn ang="0">
                  <a:pos x="37" y="0"/>
                </a:cxn>
              </a:cxnLst>
              <a:rect l="0" t="0" r="r" b="b"/>
              <a:pathLst>
                <a:path w="96" h="43">
                  <a:moveTo>
                    <a:pt x="37" y="0"/>
                  </a:moveTo>
                  <a:cubicBezTo>
                    <a:pt x="18" y="0"/>
                    <a:pt x="0" y="7"/>
                    <a:pt x="0" y="7"/>
                  </a:cubicBezTo>
                  <a:cubicBezTo>
                    <a:pt x="0" y="7"/>
                    <a:pt x="16" y="35"/>
                    <a:pt x="41" y="41"/>
                  </a:cubicBezTo>
                  <a:cubicBezTo>
                    <a:pt x="50" y="43"/>
                    <a:pt x="57" y="43"/>
                    <a:pt x="64" y="43"/>
                  </a:cubicBezTo>
                  <a:cubicBezTo>
                    <a:pt x="78" y="43"/>
                    <a:pt x="88" y="41"/>
                    <a:pt x="93" y="39"/>
                  </a:cubicBezTo>
                  <a:cubicBezTo>
                    <a:pt x="95" y="39"/>
                    <a:pt x="96" y="38"/>
                    <a:pt x="96" y="38"/>
                  </a:cubicBezTo>
                  <a:cubicBezTo>
                    <a:pt x="96" y="38"/>
                    <a:pt x="93" y="33"/>
                    <a:pt x="87" y="28"/>
                  </a:cubicBezTo>
                  <a:cubicBezTo>
                    <a:pt x="80" y="19"/>
                    <a:pt x="68" y="8"/>
                    <a:pt x="58" y="4"/>
                  </a:cubicBezTo>
                  <a:cubicBezTo>
                    <a:pt x="51" y="1"/>
                    <a:pt x="44" y="0"/>
                    <a:pt x="3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28"/>
            <p:cNvSpPr>
              <a:spLocks/>
            </p:cNvSpPr>
            <p:nvPr/>
          </p:nvSpPr>
          <p:spPr bwMode="auto">
            <a:xfrm>
              <a:off x="7535863" y="1882775"/>
              <a:ext cx="161925" cy="303212"/>
            </a:xfrm>
            <a:custGeom>
              <a:avLst/>
              <a:gdLst/>
              <a:ahLst/>
              <a:cxnLst>
                <a:cxn ang="0">
                  <a:pos x="36" y="0"/>
                </a:cxn>
                <a:cxn ang="0">
                  <a:pos x="2" y="46"/>
                </a:cxn>
                <a:cxn ang="0">
                  <a:pos x="4" y="78"/>
                </a:cxn>
                <a:cxn ang="0">
                  <a:pos x="8" y="96"/>
                </a:cxn>
                <a:cxn ang="0">
                  <a:pos x="11" y="94"/>
                </a:cxn>
                <a:cxn ang="0">
                  <a:pos x="41" y="52"/>
                </a:cxn>
                <a:cxn ang="0">
                  <a:pos x="36" y="0"/>
                </a:cxn>
              </a:cxnLst>
              <a:rect l="0" t="0" r="r" b="b"/>
              <a:pathLst>
                <a:path w="51" h="96">
                  <a:moveTo>
                    <a:pt x="36" y="0"/>
                  </a:moveTo>
                  <a:cubicBezTo>
                    <a:pt x="36" y="0"/>
                    <a:pt x="7" y="20"/>
                    <a:pt x="2" y="46"/>
                  </a:cubicBezTo>
                  <a:cubicBezTo>
                    <a:pt x="0" y="55"/>
                    <a:pt x="1" y="68"/>
                    <a:pt x="4" y="78"/>
                  </a:cubicBezTo>
                  <a:cubicBezTo>
                    <a:pt x="6" y="89"/>
                    <a:pt x="8" y="96"/>
                    <a:pt x="8" y="96"/>
                  </a:cubicBezTo>
                  <a:cubicBezTo>
                    <a:pt x="8" y="96"/>
                    <a:pt x="10" y="96"/>
                    <a:pt x="11" y="94"/>
                  </a:cubicBezTo>
                  <a:cubicBezTo>
                    <a:pt x="18" y="89"/>
                    <a:pt x="32" y="75"/>
                    <a:pt x="41" y="52"/>
                  </a:cubicBezTo>
                  <a:cubicBezTo>
                    <a:pt x="51" y="28"/>
                    <a:pt x="36" y="0"/>
                    <a:pt x="3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29"/>
            <p:cNvSpPr>
              <a:spLocks/>
            </p:cNvSpPr>
            <p:nvPr/>
          </p:nvSpPr>
          <p:spPr bwMode="auto">
            <a:xfrm>
              <a:off x="7137400" y="1901825"/>
              <a:ext cx="306388" cy="127000"/>
            </a:xfrm>
            <a:custGeom>
              <a:avLst/>
              <a:gdLst/>
              <a:ahLst/>
              <a:cxnLst>
                <a:cxn ang="0">
                  <a:pos x="45" y="0"/>
                </a:cxn>
                <a:cxn ang="0">
                  <a:pos x="0" y="14"/>
                </a:cxn>
                <a:cxn ang="0">
                  <a:pos x="44" y="40"/>
                </a:cxn>
                <a:cxn ang="0">
                  <a:pos x="49" y="40"/>
                </a:cxn>
                <a:cxn ang="0">
                  <a:pos x="95" y="29"/>
                </a:cxn>
                <a:cxn ang="0">
                  <a:pos x="97" y="28"/>
                </a:cxn>
                <a:cxn ang="0">
                  <a:pos x="91" y="23"/>
                </a:cxn>
                <a:cxn ang="0">
                  <a:pos x="55" y="1"/>
                </a:cxn>
                <a:cxn ang="0">
                  <a:pos x="45" y="0"/>
                </a:cxn>
              </a:cxnLst>
              <a:rect l="0" t="0" r="r" b="b"/>
              <a:pathLst>
                <a:path w="97" h="40">
                  <a:moveTo>
                    <a:pt x="45" y="0"/>
                  </a:moveTo>
                  <a:cubicBezTo>
                    <a:pt x="22" y="0"/>
                    <a:pt x="0" y="14"/>
                    <a:pt x="0" y="14"/>
                  </a:cubicBezTo>
                  <a:cubicBezTo>
                    <a:pt x="0" y="14"/>
                    <a:pt x="19" y="38"/>
                    <a:pt x="44" y="40"/>
                  </a:cubicBezTo>
                  <a:cubicBezTo>
                    <a:pt x="46" y="40"/>
                    <a:pt x="48" y="40"/>
                    <a:pt x="49" y="40"/>
                  </a:cubicBezTo>
                  <a:cubicBezTo>
                    <a:pt x="73" y="40"/>
                    <a:pt x="90" y="32"/>
                    <a:pt x="95" y="29"/>
                  </a:cubicBezTo>
                  <a:cubicBezTo>
                    <a:pt x="97" y="28"/>
                    <a:pt x="97" y="28"/>
                    <a:pt x="97" y="28"/>
                  </a:cubicBezTo>
                  <a:cubicBezTo>
                    <a:pt x="97" y="28"/>
                    <a:pt x="95" y="26"/>
                    <a:pt x="91" y="23"/>
                  </a:cubicBezTo>
                  <a:cubicBezTo>
                    <a:pt x="83" y="16"/>
                    <a:pt x="67" y="4"/>
                    <a:pt x="55" y="1"/>
                  </a:cubicBezTo>
                  <a:cubicBezTo>
                    <a:pt x="51" y="1"/>
                    <a:pt x="48" y="0"/>
                    <a:pt x="4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30"/>
            <p:cNvSpPr>
              <a:spLocks/>
            </p:cNvSpPr>
            <p:nvPr/>
          </p:nvSpPr>
          <p:spPr bwMode="auto">
            <a:xfrm>
              <a:off x="7380288" y="1654175"/>
              <a:ext cx="139700" cy="311150"/>
            </a:xfrm>
            <a:custGeom>
              <a:avLst/>
              <a:gdLst/>
              <a:ahLst/>
              <a:cxnLst>
                <a:cxn ang="0">
                  <a:pos x="26" y="0"/>
                </a:cxn>
                <a:cxn ang="0">
                  <a:pos x="0" y="50"/>
                </a:cxn>
                <a:cxn ang="0">
                  <a:pos x="7" y="79"/>
                </a:cxn>
                <a:cxn ang="0">
                  <a:pos x="15" y="98"/>
                </a:cxn>
                <a:cxn ang="0">
                  <a:pos x="18" y="95"/>
                </a:cxn>
                <a:cxn ang="0">
                  <a:pos x="39" y="50"/>
                </a:cxn>
                <a:cxn ang="0">
                  <a:pos x="26" y="0"/>
                </a:cxn>
              </a:cxnLst>
              <a:rect l="0" t="0" r="r" b="b"/>
              <a:pathLst>
                <a:path w="44" h="98">
                  <a:moveTo>
                    <a:pt x="26" y="0"/>
                  </a:moveTo>
                  <a:cubicBezTo>
                    <a:pt x="26" y="0"/>
                    <a:pt x="1" y="24"/>
                    <a:pt x="0" y="50"/>
                  </a:cubicBezTo>
                  <a:cubicBezTo>
                    <a:pt x="0" y="59"/>
                    <a:pt x="3" y="70"/>
                    <a:pt x="7" y="79"/>
                  </a:cubicBezTo>
                  <a:cubicBezTo>
                    <a:pt x="11" y="90"/>
                    <a:pt x="15" y="98"/>
                    <a:pt x="15" y="98"/>
                  </a:cubicBezTo>
                  <a:cubicBezTo>
                    <a:pt x="15" y="98"/>
                    <a:pt x="16" y="97"/>
                    <a:pt x="18" y="95"/>
                  </a:cubicBezTo>
                  <a:cubicBezTo>
                    <a:pt x="24" y="88"/>
                    <a:pt x="35" y="73"/>
                    <a:pt x="39" y="50"/>
                  </a:cubicBezTo>
                  <a:cubicBezTo>
                    <a:pt x="44" y="25"/>
                    <a:pt x="26" y="0"/>
                    <a:pt x="2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31"/>
            <p:cNvSpPr>
              <a:spLocks/>
            </p:cNvSpPr>
            <p:nvPr/>
          </p:nvSpPr>
          <p:spPr bwMode="auto">
            <a:xfrm>
              <a:off x="6972300" y="1733550"/>
              <a:ext cx="307975" cy="123825"/>
            </a:xfrm>
            <a:custGeom>
              <a:avLst/>
              <a:gdLst/>
              <a:ahLst/>
              <a:cxnLst>
                <a:cxn ang="0">
                  <a:pos x="50" y="0"/>
                </a:cxn>
                <a:cxn ang="0">
                  <a:pos x="0" y="22"/>
                </a:cxn>
                <a:cxn ang="0">
                  <a:pos x="43" y="39"/>
                </a:cxn>
                <a:cxn ang="0">
                  <a:pos x="48" y="39"/>
                </a:cxn>
                <a:cxn ang="0">
                  <a:pos x="96" y="19"/>
                </a:cxn>
                <a:cxn ang="0">
                  <a:pos x="97" y="18"/>
                </a:cxn>
                <a:cxn ang="0">
                  <a:pos x="91" y="15"/>
                </a:cxn>
                <a:cxn ang="0">
                  <a:pos x="51" y="0"/>
                </a:cxn>
                <a:cxn ang="0">
                  <a:pos x="50" y="0"/>
                </a:cxn>
              </a:cxnLst>
              <a:rect l="0" t="0" r="r" b="b"/>
              <a:pathLst>
                <a:path w="97" h="39">
                  <a:moveTo>
                    <a:pt x="50" y="0"/>
                  </a:moveTo>
                  <a:cubicBezTo>
                    <a:pt x="25" y="0"/>
                    <a:pt x="0" y="22"/>
                    <a:pt x="0" y="22"/>
                  </a:cubicBezTo>
                  <a:cubicBezTo>
                    <a:pt x="0" y="22"/>
                    <a:pt x="20" y="39"/>
                    <a:pt x="43" y="39"/>
                  </a:cubicBezTo>
                  <a:cubicBezTo>
                    <a:pt x="44" y="39"/>
                    <a:pt x="46" y="39"/>
                    <a:pt x="48" y="39"/>
                  </a:cubicBezTo>
                  <a:cubicBezTo>
                    <a:pt x="74" y="35"/>
                    <a:pt x="91" y="23"/>
                    <a:pt x="96" y="19"/>
                  </a:cubicBezTo>
                  <a:cubicBezTo>
                    <a:pt x="97" y="19"/>
                    <a:pt x="97" y="18"/>
                    <a:pt x="97" y="18"/>
                  </a:cubicBezTo>
                  <a:cubicBezTo>
                    <a:pt x="97" y="18"/>
                    <a:pt x="95" y="17"/>
                    <a:pt x="91" y="15"/>
                  </a:cubicBezTo>
                  <a:cubicBezTo>
                    <a:pt x="81" y="9"/>
                    <a:pt x="64" y="1"/>
                    <a:pt x="51" y="0"/>
                  </a:cubicBezTo>
                  <a:cubicBezTo>
                    <a:pt x="51" y="0"/>
                    <a:pt x="50" y="0"/>
                    <a:pt x="5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32"/>
            <p:cNvSpPr>
              <a:spLocks/>
            </p:cNvSpPr>
            <p:nvPr/>
          </p:nvSpPr>
          <p:spPr bwMode="auto">
            <a:xfrm>
              <a:off x="7175500" y="1465263"/>
              <a:ext cx="136525" cy="306387"/>
            </a:xfrm>
            <a:custGeom>
              <a:avLst/>
              <a:gdLst/>
              <a:ahLst/>
              <a:cxnLst>
                <a:cxn ang="0">
                  <a:pos x="20" y="0"/>
                </a:cxn>
                <a:cxn ang="0">
                  <a:pos x="4" y="53"/>
                </a:cxn>
                <a:cxn ang="0">
                  <a:pos x="18" y="85"/>
                </a:cxn>
                <a:cxn ang="0">
                  <a:pos x="27" y="97"/>
                </a:cxn>
                <a:cxn ang="0">
                  <a:pos x="29" y="94"/>
                </a:cxn>
                <a:cxn ang="0">
                  <a:pos x="42" y="46"/>
                </a:cxn>
                <a:cxn ang="0">
                  <a:pos x="20" y="0"/>
                </a:cxn>
              </a:cxnLst>
              <a:rect l="0" t="0" r="r" b="b"/>
              <a:pathLst>
                <a:path w="43" h="97">
                  <a:moveTo>
                    <a:pt x="20" y="0"/>
                  </a:moveTo>
                  <a:cubicBezTo>
                    <a:pt x="20" y="0"/>
                    <a:pt x="0" y="28"/>
                    <a:pt x="4" y="53"/>
                  </a:cubicBezTo>
                  <a:cubicBezTo>
                    <a:pt x="5" y="63"/>
                    <a:pt x="12" y="76"/>
                    <a:pt x="18" y="85"/>
                  </a:cubicBezTo>
                  <a:cubicBezTo>
                    <a:pt x="23" y="92"/>
                    <a:pt x="27" y="97"/>
                    <a:pt x="27" y="97"/>
                  </a:cubicBezTo>
                  <a:cubicBezTo>
                    <a:pt x="27" y="97"/>
                    <a:pt x="27" y="96"/>
                    <a:pt x="29" y="94"/>
                  </a:cubicBezTo>
                  <a:cubicBezTo>
                    <a:pt x="33" y="87"/>
                    <a:pt x="41" y="70"/>
                    <a:pt x="42" y="46"/>
                  </a:cubicBezTo>
                  <a:cubicBezTo>
                    <a:pt x="43" y="21"/>
                    <a:pt x="20" y="0"/>
                    <a:pt x="2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33"/>
            <p:cNvSpPr>
              <a:spLocks/>
            </p:cNvSpPr>
            <p:nvPr/>
          </p:nvSpPr>
          <p:spPr bwMode="auto">
            <a:xfrm>
              <a:off x="6792913" y="1597025"/>
              <a:ext cx="290513" cy="127000"/>
            </a:xfrm>
            <a:custGeom>
              <a:avLst/>
              <a:gdLst/>
              <a:ahLst/>
              <a:cxnLst>
                <a:cxn ang="0">
                  <a:pos x="50" y="0"/>
                </a:cxn>
                <a:cxn ang="0">
                  <a:pos x="45" y="0"/>
                </a:cxn>
                <a:cxn ang="0">
                  <a:pos x="0" y="30"/>
                </a:cxn>
                <a:cxn ang="0">
                  <a:pos x="35" y="40"/>
                </a:cxn>
                <a:cxn ang="0">
                  <a:pos x="48" y="38"/>
                </a:cxn>
                <a:cxn ang="0">
                  <a:pos x="91" y="11"/>
                </a:cxn>
                <a:cxn ang="0">
                  <a:pos x="92" y="10"/>
                </a:cxn>
                <a:cxn ang="0">
                  <a:pos x="85" y="7"/>
                </a:cxn>
                <a:cxn ang="0">
                  <a:pos x="50" y="0"/>
                </a:cxn>
              </a:cxnLst>
              <a:rect l="0" t="0" r="r" b="b"/>
              <a:pathLst>
                <a:path w="92" h="40">
                  <a:moveTo>
                    <a:pt x="50" y="0"/>
                  </a:moveTo>
                  <a:cubicBezTo>
                    <a:pt x="48" y="0"/>
                    <a:pt x="47" y="0"/>
                    <a:pt x="45" y="0"/>
                  </a:cubicBezTo>
                  <a:cubicBezTo>
                    <a:pt x="20" y="3"/>
                    <a:pt x="0" y="30"/>
                    <a:pt x="0" y="30"/>
                  </a:cubicBezTo>
                  <a:cubicBezTo>
                    <a:pt x="0" y="30"/>
                    <a:pt x="16" y="40"/>
                    <a:pt x="35" y="40"/>
                  </a:cubicBezTo>
                  <a:cubicBezTo>
                    <a:pt x="39" y="40"/>
                    <a:pt x="44" y="39"/>
                    <a:pt x="48" y="38"/>
                  </a:cubicBezTo>
                  <a:cubicBezTo>
                    <a:pt x="73" y="30"/>
                    <a:pt x="87" y="15"/>
                    <a:pt x="91" y="11"/>
                  </a:cubicBezTo>
                  <a:cubicBezTo>
                    <a:pt x="92" y="10"/>
                    <a:pt x="92" y="10"/>
                    <a:pt x="92" y="10"/>
                  </a:cubicBezTo>
                  <a:cubicBezTo>
                    <a:pt x="92" y="10"/>
                    <a:pt x="90" y="8"/>
                    <a:pt x="85" y="7"/>
                  </a:cubicBezTo>
                  <a:cubicBezTo>
                    <a:pt x="77" y="4"/>
                    <a:pt x="62" y="0"/>
                    <a:pt x="5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34"/>
            <p:cNvSpPr>
              <a:spLocks/>
            </p:cNvSpPr>
            <p:nvPr/>
          </p:nvSpPr>
          <p:spPr bwMode="auto">
            <a:xfrm>
              <a:off x="6943725" y="1319213"/>
              <a:ext cx="149225" cy="290512"/>
            </a:xfrm>
            <a:custGeom>
              <a:avLst/>
              <a:gdLst/>
              <a:ahLst/>
              <a:cxnLst>
                <a:cxn ang="0">
                  <a:pos x="14" y="0"/>
                </a:cxn>
                <a:cxn ang="0">
                  <a:pos x="8" y="54"/>
                </a:cxn>
                <a:cxn ang="0">
                  <a:pos x="29" y="84"/>
                </a:cxn>
                <a:cxn ang="0">
                  <a:pos x="37" y="92"/>
                </a:cxn>
                <a:cxn ang="0">
                  <a:pos x="38" y="90"/>
                </a:cxn>
                <a:cxn ang="0">
                  <a:pos x="43" y="41"/>
                </a:cxn>
                <a:cxn ang="0">
                  <a:pos x="14" y="0"/>
                </a:cxn>
              </a:cxnLst>
              <a:rect l="0" t="0" r="r" b="b"/>
              <a:pathLst>
                <a:path w="47" h="92">
                  <a:moveTo>
                    <a:pt x="14" y="0"/>
                  </a:moveTo>
                  <a:cubicBezTo>
                    <a:pt x="14" y="0"/>
                    <a:pt x="0" y="30"/>
                    <a:pt x="8" y="54"/>
                  </a:cubicBezTo>
                  <a:cubicBezTo>
                    <a:pt x="11" y="65"/>
                    <a:pt x="21" y="77"/>
                    <a:pt x="29" y="84"/>
                  </a:cubicBezTo>
                  <a:cubicBezTo>
                    <a:pt x="33" y="89"/>
                    <a:pt x="37" y="92"/>
                    <a:pt x="37" y="92"/>
                  </a:cubicBezTo>
                  <a:cubicBezTo>
                    <a:pt x="37" y="92"/>
                    <a:pt x="37" y="92"/>
                    <a:pt x="38" y="90"/>
                  </a:cubicBezTo>
                  <a:cubicBezTo>
                    <a:pt x="40" y="84"/>
                    <a:pt x="47" y="65"/>
                    <a:pt x="43" y="41"/>
                  </a:cubicBezTo>
                  <a:cubicBezTo>
                    <a:pt x="39" y="17"/>
                    <a:pt x="14" y="0"/>
                    <a:pt x="1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35"/>
            <p:cNvSpPr>
              <a:spLocks/>
            </p:cNvSpPr>
            <p:nvPr/>
          </p:nvSpPr>
          <p:spPr bwMode="auto">
            <a:xfrm>
              <a:off x="6592888" y="1490663"/>
              <a:ext cx="273050" cy="134937"/>
            </a:xfrm>
            <a:custGeom>
              <a:avLst/>
              <a:gdLst/>
              <a:ahLst/>
              <a:cxnLst>
                <a:cxn ang="0">
                  <a:pos x="56" y="0"/>
                </a:cxn>
                <a:cxn ang="0">
                  <a:pos x="39" y="3"/>
                </a:cxn>
                <a:cxn ang="0">
                  <a:pos x="0" y="39"/>
                </a:cxn>
                <a:cxn ang="0">
                  <a:pos x="26" y="43"/>
                </a:cxn>
                <a:cxn ang="0">
                  <a:pos x="49" y="38"/>
                </a:cxn>
                <a:cxn ang="0">
                  <a:pos x="86" y="5"/>
                </a:cxn>
                <a:cxn ang="0">
                  <a:pos x="86" y="4"/>
                </a:cxn>
                <a:cxn ang="0">
                  <a:pos x="83" y="3"/>
                </a:cxn>
                <a:cxn ang="0">
                  <a:pos x="56" y="0"/>
                </a:cxn>
              </a:cxnLst>
              <a:rect l="0" t="0" r="r" b="b"/>
              <a:pathLst>
                <a:path w="86" h="43">
                  <a:moveTo>
                    <a:pt x="56" y="0"/>
                  </a:moveTo>
                  <a:cubicBezTo>
                    <a:pt x="50" y="0"/>
                    <a:pt x="44" y="1"/>
                    <a:pt x="39" y="3"/>
                  </a:cubicBezTo>
                  <a:cubicBezTo>
                    <a:pt x="16" y="10"/>
                    <a:pt x="0" y="39"/>
                    <a:pt x="0" y="39"/>
                  </a:cubicBezTo>
                  <a:cubicBezTo>
                    <a:pt x="0" y="39"/>
                    <a:pt x="12" y="43"/>
                    <a:pt x="26" y="43"/>
                  </a:cubicBezTo>
                  <a:cubicBezTo>
                    <a:pt x="34" y="43"/>
                    <a:pt x="42" y="42"/>
                    <a:pt x="49" y="38"/>
                  </a:cubicBezTo>
                  <a:cubicBezTo>
                    <a:pt x="72" y="26"/>
                    <a:pt x="84" y="8"/>
                    <a:pt x="86" y="5"/>
                  </a:cubicBezTo>
                  <a:cubicBezTo>
                    <a:pt x="86" y="4"/>
                    <a:pt x="86" y="4"/>
                    <a:pt x="86" y="4"/>
                  </a:cubicBezTo>
                  <a:cubicBezTo>
                    <a:pt x="86" y="4"/>
                    <a:pt x="85" y="4"/>
                    <a:pt x="83" y="3"/>
                  </a:cubicBezTo>
                  <a:cubicBezTo>
                    <a:pt x="78" y="2"/>
                    <a:pt x="67"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36"/>
            <p:cNvSpPr>
              <a:spLocks/>
            </p:cNvSpPr>
            <p:nvPr/>
          </p:nvSpPr>
          <p:spPr bwMode="auto">
            <a:xfrm>
              <a:off x="6694488" y="1220788"/>
              <a:ext cx="161925" cy="269875"/>
            </a:xfrm>
            <a:custGeom>
              <a:avLst/>
              <a:gdLst/>
              <a:ahLst/>
              <a:cxnLst>
                <a:cxn ang="0">
                  <a:pos x="9" y="0"/>
                </a:cxn>
                <a:cxn ang="0">
                  <a:pos x="12" y="53"/>
                </a:cxn>
                <a:cxn ang="0">
                  <a:pos x="39" y="80"/>
                </a:cxn>
                <a:cxn ang="0">
                  <a:pos x="46" y="85"/>
                </a:cxn>
                <a:cxn ang="0">
                  <a:pos x="47" y="83"/>
                </a:cxn>
                <a:cxn ang="0">
                  <a:pos x="43" y="34"/>
                </a:cxn>
                <a:cxn ang="0">
                  <a:pos x="9" y="0"/>
                </a:cxn>
              </a:cxnLst>
              <a:rect l="0" t="0" r="r" b="b"/>
              <a:pathLst>
                <a:path w="51" h="85">
                  <a:moveTo>
                    <a:pt x="9" y="0"/>
                  </a:moveTo>
                  <a:cubicBezTo>
                    <a:pt x="9" y="0"/>
                    <a:pt x="0" y="32"/>
                    <a:pt x="12" y="53"/>
                  </a:cubicBezTo>
                  <a:cubicBezTo>
                    <a:pt x="17" y="63"/>
                    <a:pt x="30" y="74"/>
                    <a:pt x="39" y="80"/>
                  </a:cubicBezTo>
                  <a:cubicBezTo>
                    <a:pt x="43" y="83"/>
                    <a:pt x="46" y="85"/>
                    <a:pt x="46" y="85"/>
                  </a:cubicBezTo>
                  <a:cubicBezTo>
                    <a:pt x="46" y="85"/>
                    <a:pt x="47" y="84"/>
                    <a:pt x="47" y="83"/>
                  </a:cubicBezTo>
                  <a:cubicBezTo>
                    <a:pt x="48" y="78"/>
                    <a:pt x="51" y="58"/>
                    <a:pt x="43" y="34"/>
                  </a:cubicBezTo>
                  <a:cubicBezTo>
                    <a:pt x="36" y="12"/>
                    <a:pt x="9"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37"/>
            <p:cNvSpPr>
              <a:spLocks/>
            </p:cNvSpPr>
            <p:nvPr/>
          </p:nvSpPr>
          <p:spPr bwMode="auto">
            <a:xfrm>
              <a:off x="6492875" y="1366838"/>
              <a:ext cx="227013" cy="98425"/>
            </a:xfrm>
            <a:custGeom>
              <a:avLst/>
              <a:gdLst/>
              <a:ahLst/>
              <a:cxnLst>
                <a:cxn ang="0">
                  <a:pos x="32" y="0"/>
                </a:cxn>
                <a:cxn ang="0">
                  <a:pos x="0" y="6"/>
                </a:cxn>
                <a:cxn ang="0">
                  <a:pos x="34" y="29"/>
                </a:cxn>
                <a:cxn ang="0">
                  <a:pos x="45" y="31"/>
                </a:cxn>
                <a:cxn ang="0">
                  <a:pos x="71" y="24"/>
                </a:cxn>
                <a:cxn ang="0">
                  <a:pos x="72" y="24"/>
                </a:cxn>
                <a:cxn ang="0">
                  <a:pos x="71" y="22"/>
                </a:cxn>
                <a:cxn ang="0">
                  <a:pos x="37" y="0"/>
                </a:cxn>
                <a:cxn ang="0">
                  <a:pos x="32" y="0"/>
                </a:cxn>
              </a:cxnLst>
              <a:rect l="0" t="0" r="r" b="b"/>
              <a:pathLst>
                <a:path w="72" h="31">
                  <a:moveTo>
                    <a:pt x="32" y="0"/>
                  </a:moveTo>
                  <a:cubicBezTo>
                    <a:pt x="18" y="0"/>
                    <a:pt x="0" y="6"/>
                    <a:pt x="0" y="6"/>
                  </a:cubicBezTo>
                  <a:cubicBezTo>
                    <a:pt x="0" y="6"/>
                    <a:pt x="11" y="21"/>
                    <a:pt x="34" y="29"/>
                  </a:cubicBezTo>
                  <a:cubicBezTo>
                    <a:pt x="38" y="30"/>
                    <a:pt x="42" y="31"/>
                    <a:pt x="45" y="31"/>
                  </a:cubicBezTo>
                  <a:cubicBezTo>
                    <a:pt x="58" y="31"/>
                    <a:pt x="69" y="26"/>
                    <a:pt x="71" y="24"/>
                  </a:cubicBezTo>
                  <a:cubicBezTo>
                    <a:pt x="72" y="24"/>
                    <a:pt x="72" y="24"/>
                    <a:pt x="72" y="24"/>
                  </a:cubicBezTo>
                  <a:cubicBezTo>
                    <a:pt x="72" y="24"/>
                    <a:pt x="71" y="23"/>
                    <a:pt x="71" y="22"/>
                  </a:cubicBezTo>
                  <a:cubicBezTo>
                    <a:pt x="67" y="18"/>
                    <a:pt x="53" y="3"/>
                    <a:pt x="37" y="0"/>
                  </a:cubicBezTo>
                  <a:cubicBezTo>
                    <a:pt x="36" y="0"/>
                    <a:pt x="34"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48"/>
          <p:cNvGrpSpPr/>
          <p:nvPr/>
        </p:nvGrpSpPr>
        <p:grpSpPr>
          <a:xfrm>
            <a:off x="3493154" y="3493482"/>
            <a:ext cx="725998" cy="725996"/>
            <a:chOff x="4153452" y="3077574"/>
            <a:chExt cx="833660" cy="833656"/>
          </a:xfrm>
        </p:grpSpPr>
        <p:sp>
          <p:nvSpPr>
            <p:cNvPr id="172" name="Oval 171"/>
            <p:cNvSpPr/>
            <p:nvPr/>
          </p:nvSpPr>
          <p:spPr>
            <a:xfrm>
              <a:off x="4153452" y="3077574"/>
              <a:ext cx="833660" cy="833656"/>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solidFill>
                  <a:schemeClr val="accent1"/>
                </a:solidFill>
                <a:latin typeface="FontAwesome" pitchFamily="2" charset="0"/>
              </a:endParaRPr>
            </a:p>
          </p:txBody>
        </p:sp>
        <p:sp>
          <p:nvSpPr>
            <p:cNvPr id="173" name="Freeform 152"/>
            <p:cNvSpPr>
              <a:spLocks noEditPoints="1"/>
            </p:cNvSpPr>
            <p:nvPr/>
          </p:nvSpPr>
          <p:spPr bwMode="auto">
            <a:xfrm>
              <a:off x="4351478" y="3292197"/>
              <a:ext cx="437609" cy="404410"/>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435458083"/>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fade">
                                      <p:cBhvr>
                                        <p:cTn id="11" dur="500"/>
                                        <p:tgtEl>
                                          <p:spTgt spid="36"/>
                                        </p:tgtEl>
                                      </p:cBhvr>
                                    </p:animEffect>
                                  </p:childTnLst>
                                </p:cTn>
                              </p:par>
                            </p:childTnLst>
                          </p:cTn>
                        </p:par>
                        <p:par>
                          <p:cTn id="12" fill="hold">
                            <p:stCondLst>
                              <p:cond delay="1500"/>
                            </p:stCondLst>
                            <p:childTnLst>
                              <p:par>
                                <p:cTn id="13" presetID="45" presetClass="entr" presetSubtype="0" fill="hold" grpId="0" nodeType="afterEffect">
                                  <p:stCondLst>
                                    <p:cond delay="0"/>
                                  </p:stCondLst>
                                  <p:iterate type="lt">
                                    <p:tmPct val="10000"/>
                                  </p:iterate>
                                  <p:childTnLst>
                                    <p:set>
                                      <p:cBhvr>
                                        <p:cTn id="14" dur="1" fill="hold">
                                          <p:stCondLst>
                                            <p:cond delay="0"/>
                                          </p:stCondLst>
                                        </p:cTn>
                                        <p:tgtEl>
                                          <p:spTgt spid="40"/>
                                        </p:tgtEl>
                                        <p:attrNameLst>
                                          <p:attrName>style.visibility</p:attrName>
                                        </p:attrNameLst>
                                      </p:cBhvr>
                                      <p:to>
                                        <p:strVal val="visible"/>
                                      </p:to>
                                    </p:set>
                                    <p:animEffect transition="in" filter="fade">
                                      <p:cBhvr>
                                        <p:cTn id="15" dur="1000"/>
                                        <p:tgtEl>
                                          <p:spTgt spid="40"/>
                                        </p:tgtEl>
                                      </p:cBhvr>
                                    </p:animEffect>
                                    <p:anim calcmode="lin" valueType="num">
                                      <p:cBhvr>
                                        <p:cTn id="16" dur="1000" fill="hold"/>
                                        <p:tgtEl>
                                          <p:spTgt spid="40"/>
                                        </p:tgtEl>
                                        <p:attrNameLst>
                                          <p:attrName>ppt_w</p:attrName>
                                        </p:attrNameLst>
                                      </p:cBhvr>
                                      <p:tavLst>
                                        <p:tav tm="0" fmla="#ppt_w*sin(2.5*pi*$)">
                                          <p:val>
                                            <p:fltVal val="0"/>
                                          </p:val>
                                        </p:tav>
                                        <p:tav tm="100000">
                                          <p:val>
                                            <p:fltVal val="1"/>
                                          </p:val>
                                        </p:tav>
                                      </p:tavLst>
                                    </p:anim>
                                    <p:anim calcmode="lin" valueType="num">
                                      <p:cBhvr>
                                        <p:cTn id="17" dur="1000" fill="hold"/>
                                        <p:tgtEl>
                                          <p:spTgt spid="40"/>
                                        </p:tgtEl>
                                        <p:attrNameLst>
                                          <p:attrName>ppt_h</p:attrName>
                                        </p:attrNameLst>
                                      </p:cBhvr>
                                      <p:tavLst>
                                        <p:tav tm="0">
                                          <p:val>
                                            <p:strVal val="#ppt_h"/>
                                          </p:val>
                                        </p:tav>
                                        <p:tav tm="100000">
                                          <p:val>
                                            <p:strVal val="#ppt_h"/>
                                          </p:val>
                                        </p:tav>
                                      </p:tavLst>
                                    </p:anim>
                                  </p:childTnLst>
                                </p:cTn>
                              </p:par>
                            </p:childTnLst>
                          </p:cTn>
                        </p:par>
                        <p:par>
                          <p:cTn id="18" fill="hold">
                            <p:stCondLst>
                              <p:cond delay="2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3000"/>
                            </p:stCondLst>
                            <p:childTnLst>
                              <p:par>
                                <p:cTn id="25" presetID="22" presetClass="entr" presetSubtype="8"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par>
                          <p:cTn id="28" fill="hold">
                            <p:stCondLst>
                              <p:cond delay="3500"/>
                            </p:stCondLst>
                            <p:childTnLst>
                              <p:par>
                                <p:cTn id="29" presetID="22" presetClass="entr" presetSubtype="8"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left)">
                                      <p:cBhvr>
                                        <p:cTn id="31" dur="750"/>
                                        <p:tgtEl>
                                          <p:spTgt spid="3"/>
                                        </p:tgtEl>
                                      </p:cBhvr>
                                    </p:animEffect>
                                  </p:childTnLst>
                                </p:cTn>
                              </p:par>
                            </p:childTnLst>
                          </p:cTn>
                        </p:par>
                        <p:par>
                          <p:cTn id="32" fill="hold">
                            <p:stCondLst>
                              <p:cond delay="4250"/>
                            </p:stCondLst>
                            <p:childTnLst>
                              <p:par>
                                <p:cTn id="33" presetID="22" presetClass="entr" presetSubtype="8"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ipe(left)">
                                      <p:cBhvr>
                                        <p:cTn id="35" dur="750"/>
                                        <p:tgtEl>
                                          <p:spTgt spid="5"/>
                                        </p:tgtEl>
                                      </p:cBhvr>
                                    </p:animEffect>
                                  </p:childTnLst>
                                </p:cTn>
                              </p:par>
                            </p:childTnLst>
                          </p:cTn>
                        </p:par>
                        <p:par>
                          <p:cTn id="36" fill="hold">
                            <p:stCondLst>
                              <p:cond delay="5000"/>
                            </p:stCondLst>
                            <p:childTnLst>
                              <p:par>
                                <p:cTn id="37" presetID="22" presetClass="entr" presetSubtype="8"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wipe(left)">
                                      <p:cBhvr>
                                        <p:cTn id="39" dur="750"/>
                                        <p:tgtEl>
                                          <p:spTgt spid="8"/>
                                        </p:tgtEl>
                                      </p:cBhvr>
                                    </p:animEffect>
                                  </p:childTnLst>
                                </p:cTn>
                              </p:par>
                            </p:childTnLst>
                          </p:cTn>
                        </p:par>
                        <p:par>
                          <p:cTn id="40" fill="hold">
                            <p:stCondLst>
                              <p:cond delay="5750"/>
                            </p:stCondLst>
                            <p:childTnLst>
                              <p:par>
                                <p:cTn id="41" presetID="22" presetClass="entr" presetSubtype="8"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left)">
                                      <p:cBhvr>
                                        <p:cTn id="43" dur="750"/>
                                        <p:tgtEl>
                                          <p:spTgt spid="10"/>
                                        </p:tgtEl>
                                      </p:cBhvr>
                                    </p:animEffect>
                                  </p:childTnLst>
                                </p:cTn>
                              </p:par>
                            </p:childTnLst>
                          </p:cTn>
                        </p:par>
                        <p:par>
                          <p:cTn id="44" fill="hold">
                            <p:stCondLst>
                              <p:cond delay="6500"/>
                            </p:stCondLst>
                            <p:childTnLst>
                              <p:par>
                                <p:cTn id="45" presetID="10" presetClass="entr" presetSubtype="0" fill="hold" grpId="0" nodeType="afterEffect">
                                  <p:stCondLst>
                                    <p:cond delay="0"/>
                                  </p:stCondLst>
                                  <p:childTnLst>
                                    <p:set>
                                      <p:cBhvr>
                                        <p:cTn id="46" dur="1" fill="hold">
                                          <p:stCondLst>
                                            <p:cond delay="0"/>
                                          </p:stCondLst>
                                        </p:cTn>
                                        <p:tgtEl>
                                          <p:spTgt spid="84"/>
                                        </p:tgtEl>
                                        <p:attrNameLst>
                                          <p:attrName>style.visibility</p:attrName>
                                        </p:attrNameLst>
                                      </p:cBhvr>
                                      <p:to>
                                        <p:strVal val="visible"/>
                                      </p:to>
                                    </p:set>
                                    <p:animEffect transition="in" filter="fade">
                                      <p:cBhvr>
                                        <p:cTn id="47" dur="500"/>
                                        <p:tgtEl>
                                          <p:spTgt spid="84"/>
                                        </p:tgtEl>
                                      </p:cBhvr>
                                    </p:animEffect>
                                  </p:childTnLst>
                                </p:cTn>
                              </p:par>
                            </p:childTnLst>
                          </p:cTn>
                        </p:par>
                        <p:par>
                          <p:cTn id="48" fill="hold">
                            <p:stCondLst>
                              <p:cond delay="7000"/>
                            </p:stCondLst>
                            <p:childTnLst>
                              <p:par>
                                <p:cTn id="49" presetID="2" presetClass="entr" presetSubtype="8" accel="50000" decel="50000" fill="hold" grpId="0" nodeType="afterEffect">
                                  <p:stCondLst>
                                    <p:cond delay="0"/>
                                  </p:stCondLst>
                                  <p:childTnLst>
                                    <p:set>
                                      <p:cBhvr>
                                        <p:cTn id="50" dur="1" fill="hold">
                                          <p:stCondLst>
                                            <p:cond delay="0"/>
                                          </p:stCondLst>
                                        </p:cTn>
                                        <p:tgtEl>
                                          <p:spTgt spid="100"/>
                                        </p:tgtEl>
                                        <p:attrNameLst>
                                          <p:attrName>style.visibility</p:attrName>
                                        </p:attrNameLst>
                                      </p:cBhvr>
                                      <p:to>
                                        <p:strVal val="visible"/>
                                      </p:to>
                                    </p:set>
                                    <p:anim calcmode="lin" valueType="num">
                                      <p:cBhvr additive="base">
                                        <p:cTn id="51" dur="500" fill="hold"/>
                                        <p:tgtEl>
                                          <p:spTgt spid="100"/>
                                        </p:tgtEl>
                                        <p:attrNameLst>
                                          <p:attrName>ppt_x</p:attrName>
                                        </p:attrNameLst>
                                      </p:cBhvr>
                                      <p:tavLst>
                                        <p:tav tm="0">
                                          <p:val>
                                            <p:strVal val="0-#ppt_w/2"/>
                                          </p:val>
                                        </p:tav>
                                        <p:tav tm="100000">
                                          <p:val>
                                            <p:strVal val="#ppt_x"/>
                                          </p:val>
                                        </p:tav>
                                      </p:tavLst>
                                    </p:anim>
                                    <p:anim calcmode="lin" valueType="num">
                                      <p:cBhvr additive="base">
                                        <p:cTn id="52" dur="500" fill="hold"/>
                                        <p:tgtEl>
                                          <p:spTgt spid="100"/>
                                        </p:tgtEl>
                                        <p:attrNameLst>
                                          <p:attrName>ppt_y</p:attrName>
                                        </p:attrNameLst>
                                      </p:cBhvr>
                                      <p:tavLst>
                                        <p:tav tm="0">
                                          <p:val>
                                            <p:strVal val="#ppt_y"/>
                                          </p:val>
                                        </p:tav>
                                        <p:tav tm="100000">
                                          <p:val>
                                            <p:strVal val="#ppt_y"/>
                                          </p:val>
                                        </p:tav>
                                      </p:tavLst>
                                    </p:anim>
                                  </p:childTnLst>
                                </p:cTn>
                              </p:par>
                              <p:par>
                                <p:cTn id="53" presetID="2" presetClass="entr" presetSubtype="4" accel="50000" decel="50000" fill="hold" grpId="0" nodeType="withEffect">
                                  <p:stCondLst>
                                    <p:cond delay="0"/>
                                  </p:stCondLst>
                                  <p:childTnLst>
                                    <p:set>
                                      <p:cBhvr>
                                        <p:cTn id="54" dur="1" fill="hold">
                                          <p:stCondLst>
                                            <p:cond delay="0"/>
                                          </p:stCondLst>
                                        </p:cTn>
                                        <p:tgtEl>
                                          <p:spTgt spid="101"/>
                                        </p:tgtEl>
                                        <p:attrNameLst>
                                          <p:attrName>style.visibility</p:attrName>
                                        </p:attrNameLst>
                                      </p:cBhvr>
                                      <p:to>
                                        <p:strVal val="visible"/>
                                      </p:to>
                                    </p:set>
                                    <p:anim calcmode="lin" valueType="num">
                                      <p:cBhvr additive="base">
                                        <p:cTn id="55" dur="500" fill="hold"/>
                                        <p:tgtEl>
                                          <p:spTgt spid="101"/>
                                        </p:tgtEl>
                                        <p:attrNameLst>
                                          <p:attrName>ppt_x</p:attrName>
                                        </p:attrNameLst>
                                      </p:cBhvr>
                                      <p:tavLst>
                                        <p:tav tm="0">
                                          <p:val>
                                            <p:strVal val="#ppt_x"/>
                                          </p:val>
                                        </p:tav>
                                        <p:tav tm="100000">
                                          <p:val>
                                            <p:strVal val="#ppt_x"/>
                                          </p:val>
                                        </p:tav>
                                      </p:tavLst>
                                    </p:anim>
                                    <p:anim calcmode="lin" valueType="num">
                                      <p:cBhvr additive="base">
                                        <p:cTn id="56" dur="500" fill="hold"/>
                                        <p:tgtEl>
                                          <p:spTgt spid="101"/>
                                        </p:tgtEl>
                                        <p:attrNameLst>
                                          <p:attrName>ppt_y</p:attrName>
                                        </p:attrNameLst>
                                      </p:cBhvr>
                                      <p:tavLst>
                                        <p:tav tm="0">
                                          <p:val>
                                            <p:strVal val="1+#ppt_h/2"/>
                                          </p:val>
                                        </p:tav>
                                        <p:tav tm="100000">
                                          <p:val>
                                            <p:strVal val="#ppt_y"/>
                                          </p:val>
                                        </p:tav>
                                      </p:tavLst>
                                    </p:anim>
                                  </p:childTnLst>
                                </p:cTn>
                              </p:par>
                            </p:childTnLst>
                          </p:cTn>
                        </p:par>
                        <p:par>
                          <p:cTn id="57" fill="hold">
                            <p:stCondLst>
                              <p:cond delay="7500"/>
                            </p:stCondLst>
                            <p:childTnLst>
                              <p:par>
                                <p:cTn id="58" presetID="2" presetClass="entr" presetSubtype="4" accel="50000" decel="50000" fill="hold" grpId="0" nodeType="afterEffect">
                                  <p:stCondLst>
                                    <p:cond delay="0"/>
                                  </p:stCondLst>
                                  <p:childTnLst>
                                    <p:set>
                                      <p:cBhvr>
                                        <p:cTn id="59" dur="1" fill="hold">
                                          <p:stCondLst>
                                            <p:cond delay="0"/>
                                          </p:stCondLst>
                                        </p:cTn>
                                        <p:tgtEl>
                                          <p:spTgt spid="97"/>
                                        </p:tgtEl>
                                        <p:attrNameLst>
                                          <p:attrName>style.visibility</p:attrName>
                                        </p:attrNameLst>
                                      </p:cBhvr>
                                      <p:to>
                                        <p:strVal val="visible"/>
                                      </p:to>
                                    </p:set>
                                    <p:anim calcmode="lin" valueType="num">
                                      <p:cBhvr additive="base">
                                        <p:cTn id="60" dur="500" fill="hold"/>
                                        <p:tgtEl>
                                          <p:spTgt spid="97"/>
                                        </p:tgtEl>
                                        <p:attrNameLst>
                                          <p:attrName>ppt_x</p:attrName>
                                        </p:attrNameLst>
                                      </p:cBhvr>
                                      <p:tavLst>
                                        <p:tav tm="0">
                                          <p:val>
                                            <p:strVal val="#ppt_x"/>
                                          </p:val>
                                        </p:tav>
                                        <p:tav tm="100000">
                                          <p:val>
                                            <p:strVal val="#ppt_x"/>
                                          </p:val>
                                        </p:tav>
                                      </p:tavLst>
                                    </p:anim>
                                    <p:anim calcmode="lin" valueType="num">
                                      <p:cBhvr additive="base">
                                        <p:cTn id="61" dur="500" fill="hold"/>
                                        <p:tgtEl>
                                          <p:spTgt spid="97"/>
                                        </p:tgtEl>
                                        <p:attrNameLst>
                                          <p:attrName>ppt_y</p:attrName>
                                        </p:attrNameLst>
                                      </p:cBhvr>
                                      <p:tavLst>
                                        <p:tav tm="0">
                                          <p:val>
                                            <p:strVal val="1+#ppt_h/2"/>
                                          </p:val>
                                        </p:tav>
                                        <p:tav tm="100000">
                                          <p:val>
                                            <p:strVal val="#ppt_y"/>
                                          </p:val>
                                        </p:tav>
                                      </p:tavLst>
                                    </p:anim>
                                  </p:childTnLst>
                                </p:cTn>
                              </p:par>
                            </p:childTnLst>
                          </p:cTn>
                        </p:par>
                        <p:par>
                          <p:cTn id="62" fill="hold">
                            <p:stCondLst>
                              <p:cond delay="8000"/>
                            </p:stCondLst>
                            <p:childTnLst>
                              <p:par>
                                <p:cTn id="63" presetID="2" presetClass="entr" presetSubtype="8" accel="50000" decel="50000" fill="hold" grpId="0" nodeType="afterEffect">
                                  <p:stCondLst>
                                    <p:cond delay="0"/>
                                  </p:stCondLst>
                                  <p:childTnLst>
                                    <p:set>
                                      <p:cBhvr>
                                        <p:cTn id="64" dur="1" fill="hold">
                                          <p:stCondLst>
                                            <p:cond delay="0"/>
                                          </p:stCondLst>
                                        </p:cTn>
                                        <p:tgtEl>
                                          <p:spTgt spid="102"/>
                                        </p:tgtEl>
                                        <p:attrNameLst>
                                          <p:attrName>style.visibility</p:attrName>
                                        </p:attrNameLst>
                                      </p:cBhvr>
                                      <p:to>
                                        <p:strVal val="visible"/>
                                      </p:to>
                                    </p:set>
                                    <p:anim calcmode="lin" valueType="num">
                                      <p:cBhvr additive="base">
                                        <p:cTn id="65" dur="500" fill="hold"/>
                                        <p:tgtEl>
                                          <p:spTgt spid="102"/>
                                        </p:tgtEl>
                                        <p:attrNameLst>
                                          <p:attrName>ppt_x</p:attrName>
                                        </p:attrNameLst>
                                      </p:cBhvr>
                                      <p:tavLst>
                                        <p:tav tm="0">
                                          <p:val>
                                            <p:strVal val="0-#ppt_w/2"/>
                                          </p:val>
                                        </p:tav>
                                        <p:tav tm="100000">
                                          <p:val>
                                            <p:strVal val="#ppt_x"/>
                                          </p:val>
                                        </p:tav>
                                      </p:tavLst>
                                    </p:anim>
                                    <p:anim calcmode="lin" valueType="num">
                                      <p:cBhvr additive="base">
                                        <p:cTn id="66" dur="500" fill="hold"/>
                                        <p:tgtEl>
                                          <p:spTgt spid="102"/>
                                        </p:tgtEl>
                                        <p:attrNameLst>
                                          <p:attrName>ppt_y</p:attrName>
                                        </p:attrNameLst>
                                      </p:cBhvr>
                                      <p:tavLst>
                                        <p:tav tm="0">
                                          <p:val>
                                            <p:strVal val="#ppt_y"/>
                                          </p:val>
                                        </p:tav>
                                        <p:tav tm="100000">
                                          <p:val>
                                            <p:strVal val="#ppt_y"/>
                                          </p:val>
                                        </p:tav>
                                      </p:tavLst>
                                    </p:anim>
                                  </p:childTnLst>
                                </p:cTn>
                              </p:par>
                              <p:par>
                                <p:cTn id="67" presetID="2" presetClass="entr" presetSubtype="4" accel="50000" decel="50000" fill="hold" grpId="0" nodeType="withEffect">
                                  <p:stCondLst>
                                    <p:cond delay="0"/>
                                  </p:stCondLst>
                                  <p:childTnLst>
                                    <p:set>
                                      <p:cBhvr>
                                        <p:cTn id="68" dur="1" fill="hold">
                                          <p:stCondLst>
                                            <p:cond delay="0"/>
                                          </p:stCondLst>
                                        </p:cTn>
                                        <p:tgtEl>
                                          <p:spTgt spid="103"/>
                                        </p:tgtEl>
                                        <p:attrNameLst>
                                          <p:attrName>style.visibility</p:attrName>
                                        </p:attrNameLst>
                                      </p:cBhvr>
                                      <p:to>
                                        <p:strVal val="visible"/>
                                      </p:to>
                                    </p:set>
                                    <p:anim calcmode="lin" valueType="num">
                                      <p:cBhvr additive="base">
                                        <p:cTn id="69" dur="500" fill="hold"/>
                                        <p:tgtEl>
                                          <p:spTgt spid="103"/>
                                        </p:tgtEl>
                                        <p:attrNameLst>
                                          <p:attrName>ppt_x</p:attrName>
                                        </p:attrNameLst>
                                      </p:cBhvr>
                                      <p:tavLst>
                                        <p:tav tm="0">
                                          <p:val>
                                            <p:strVal val="#ppt_x"/>
                                          </p:val>
                                        </p:tav>
                                        <p:tav tm="100000">
                                          <p:val>
                                            <p:strVal val="#ppt_x"/>
                                          </p:val>
                                        </p:tav>
                                      </p:tavLst>
                                    </p:anim>
                                    <p:anim calcmode="lin" valueType="num">
                                      <p:cBhvr additive="base">
                                        <p:cTn id="70" dur="500" fill="hold"/>
                                        <p:tgtEl>
                                          <p:spTgt spid="103"/>
                                        </p:tgtEl>
                                        <p:attrNameLst>
                                          <p:attrName>ppt_y</p:attrName>
                                        </p:attrNameLst>
                                      </p:cBhvr>
                                      <p:tavLst>
                                        <p:tav tm="0">
                                          <p:val>
                                            <p:strVal val="1+#ppt_h/2"/>
                                          </p:val>
                                        </p:tav>
                                        <p:tav tm="100000">
                                          <p:val>
                                            <p:strVal val="#ppt_y"/>
                                          </p:val>
                                        </p:tav>
                                      </p:tavLst>
                                    </p:anim>
                                  </p:childTnLst>
                                </p:cTn>
                              </p:par>
                            </p:childTnLst>
                          </p:cTn>
                        </p:par>
                        <p:par>
                          <p:cTn id="71" fill="hold">
                            <p:stCondLst>
                              <p:cond delay="8500"/>
                            </p:stCondLst>
                            <p:childTnLst>
                              <p:par>
                                <p:cTn id="72" presetID="2" presetClass="entr" presetSubtype="4" accel="50000" decel="50000" fill="hold" grpId="0" nodeType="afterEffect">
                                  <p:stCondLst>
                                    <p:cond delay="0"/>
                                  </p:stCondLst>
                                  <p:childTnLst>
                                    <p:set>
                                      <p:cBhvr>
                                        <p:cTn id="73" dur="1" fill="hold">
                                          <p:stCondLst>
                                            <p:cond delay="0"/>
                                          </p:stCondLst>
                                        </p:cTn>
                                        <p:tgtEl>
                                          <p:spTgt spid="98"/>
                                        </p:tgtEl>
                                        <p:attrNameLst>
                                          <p:attrName>style.visibility</p:attrName>
                                        </p:attrNameLst>
                                      </p:cBhvr>
                                      <p:to>
                                        <p:strVal val="visible"/>
                                      </p:to>
                                    </p:set>
                                    <p:anim calcmode="lin" valueType="num">
                                      <p:cBhvr additive="base">
                                        <p:cTn id="74" dur="500" fill="hold"/>
                                        <p:tgtEl>
                                          <p:spTgt spid="98"/>
                                        </p:tgtEl>
                                        <p:attrNameLst>
                                          <p:attrName>ppt_x</p:attrName>
                                        </p:attrNameLst>
                                      </p:cBhvr>
                                      <p:tavLst>
                                        <p:tav tm="0">
                                          <p:val>
                                            <p:strVal val="#ppt_x"/>
                                          </p:val>
                                        </p:tav>
                                        <p:tav tm="100000">
                                          <p:val>
                                            <p:strVal val="#ppt_x"/>
                                          </p:val>
                                        </p:tav>
                                      </p:tavLst>
                                    </p:anim>
                                    <p:anim calcmode="lin" valueType="num">
                                      <p:cBhvr additive="base">
                                        <p:cTn id="75" dur="500" fill="hold"/>
                                        <p:tgtEl>
                                          <p:spTgt spid="98"/>
                                        </p:tgtEl>
                                        <p:attrNameLst>
                                          <p:attrName>ppt_y</p:attrName>
                                        </p:attrNameLst>
                                      </p:cBhvr>
                                      <p:tavLst>
                                        <p:tav tm="0">
                                          <p:val>
                                            <p:strVal val="1+#ppt_h/2"/>
                                          </p:val>
                                        </p:tav>
                                        <p:tav tm="100000">
                                          <p:val>
                                            <p:strVal val="#ppt_y"/>
                                          </p:val>
                                        </p:tav>
                                      </p:tavLst>
                                    </p:anim>
                                  </p:childTnLst>
                                </p:cTn>
                              </p:par>
                            </p:childTnLst>
                          </p:cTn>
                        </p:par>
                        <p:par>
                          <p:cTn id="76" fill="hold">
                            <p:stCondLst>
                              <p:cond delay="9000"/>
                            </p:stCondLst>
                            <p:childTnLst>
                              <p:par>
                                <p:cTn id="77" presetID="2" presetClass="entr" presetSubtype="8" accel="50000" decel="50000" fill="hold" grpId="0" nodeType="afterEffect">
                                  <p:stCondLst>
                                    <p:cond delay="0"/>
                                  </p:stCondLst>
                                  <p:childTnLst>
                                    <p:set>
                                      <p:cBhvr>
                                        <p:cTn id="78" dur="1" fill="hold">
                                          <p:stCondLst>
                                            <p:cond delay="0"/>
                                          </p:stCondLst>
                                        </p:cTn>
                                        <p:tgtEl>
                                          <p:spTgt spid="104"/>
                                        </p:tgtEl>
                                        <p:attrNameLst>
                                          <p:attrName>style.visibility</p:attrName>
                                        </p:attrNameLst>
                                      </p:cBhvr>
                                      <p:to>
                                        <p:strVal val="visible"/>
                                      </p:to>
                                    </p:set>
                                    <p:anim calcmode="lin" valueType="num">
                                      <p:cBhvr additive="base">
                                        <p:cTn id="79" dur="500" fill="hold"/>
                                        <p:tgtEl>
                                          <p:spTgt spid="104"/>
                                        </p:tgtEl>
                                        <p:attrNameLst>
                                          <p:attrName>ppt_x</p:attrName>
                                        </p:attrNameLst>
                                      </p:cBhvr>
                                      <p:tavLst>
                                        <p:tav tm="0">
                                          <p:val>
                                            <p:strVal val="0-#ppt_w/2"/>
                                          </p:val>
                                        </p:tav>
                                        <p:tav tm="100000">
                                          <p:val>
                                            <p:strVal val="#ppt_x"/>
                                          </p:val>
                                        </p:tav>
                                      </p:tavLst>
                                    </p:anim>
                                    <p:anim calcmode="lin" valueType="num">
                                      <p:cBhvr additive="base">
                                        <p:cTn id="80" dur="500" fill="hold"/>
                                        <p:tgtEl>
                                          <p:spTgt spid="104"/>
                                        </p:tgtEl>
                                        <p:attrNameLst>
                                          <p:attrName>ppt_y</p:attrName>
                                        </p:attrNameLst>
                                      </p:cBhvr>
                                      <p:tavLst>
                                        <p:tav tm="0">
                                          <p:val>
                                            <p:strVal val="#ppt_y"/>
                                          </p:val>
                                        </p:tav>
                                        <p:tav tm="100000">
                                          <p:val>
                                            <p:strVal val="#ppt_y"/>
                                          </p:val>
                                        </p:tav>
                                      </p:tavLst>
                                    </p:anim>
                                  </p:childTnLst>
                                </p:cTn>
                              </p:par>
                              <p:par>
                                <p:cTn id="81" presetID="2" presetClass="entr" presetSubtype="4" accel="50000" decel="50000" fill="hold" grpId="0" nodeType="withEffect">
                                  <p:stCondLst>
                                    <p:cond delay="0"/>
                                  </p:stCondLst>
                                  <p:childTnLst>
                                    <p:set>
                                      <p:cBhvr>
                                        <p:cTn id="82" dur="1" fill="hold">
                                          <p:stCondLst>
                                            <p:cond delay="0"/>
                                          </p:stCondLst>
                                        </p:cTn>
                                        <p:tgtEl>
                                          <p:spTgt spid="105"/>
                                        </p:tgtEl>
                                        <p:attrNameLst>
                                          <p:attrName>style.visibility</p:attrName>
                                        </p:attrNameLst>
                                      </p:cBhvr>
                                      <p:to>
                                        <p:strVal val="visible"/>
                                      </p:to>
                                    </p:set>
                                    <p:anim calcmode="lin" valueType="num">
                                      <p:cBhvr additive="base">
                                        <p:cTn id="83" dur="500" fill="hold"/>
                                        <p:tgtEl>
                                          <p:spTgt spid="105"/>
                                        </p:tgtEl>
                                        <p:attrNameLst>
                                          <p:attrName>ppt_x</p:attrName>
                                        </p:attrNameLst>
                                      </p:cBhvr>
                                      <p:tavLst>
                                        <p:tav tm="0">
                                          <p:val>
                                            <p:strVal val="#ppt_x"/>
                                          </p:val>
                                        </p:tav>
                                        <p:tav tm="100000">
                                          <p:val>
                                            <p:strVal val="#ppt_x"/>
                                          </p:val>
                                        </p:tav>
                                      </p:tavLst>
                                    </p:anim>
                                    <p:anim calcmode="lin" valueType="num">
                                      <p:cBhvr additive="base">
                                        <p:cTn id="84" dur="500" fill="hold"/>
                                        <p:tgtEl>
                                          <p:spTgt spid="105"/>
                                        </p:tgtEl>
                                        <p:attrNameLst>
                                          <p:attrName>ppt_y</p:attrName>
                                        </p:attrNameLst>
                                      </p:cBhvr>
                                      <p:tavLst>
                                        <p:tav tm="0">
                                          <p:val>
                                            <p:strVal val="1+#ppt_h/2"/>
                                          </p:val>
                                        </p:tav>
                                        <p:tav tm="100000">
                                          <p:val>
                                            <p:strVal val="#ppt_y"/>
                                          </p:val>
                                        </p:tav>
                                      </p:tavLst>
                                    </p:anim>
                                  </p:childTnLst>
                                </p:cTn>
                              </p:par>
                            </p:childTnLst>
                          </p:cTn>
                        </p:par>
                        <p:par>
                          <p:cTn id="85" fill="hold">
                            <p:stCondLst>
                              <p:cond delay="9500"/>
                            </p:stCondLst>
                            <p:childTnLst>
                              <p:par>
                                <p:cTn id="86" presetID="2" presetClass="entr" presetSubtype="4" accel="50000" decel="50000" fill="hold" grpId="0" nodeType="afterEffect">
                                  <p:stCondLst>
                                    <p:cond delay="0"/>
                                  </p:stCondLst>
                                  <p:childTnLst>
                                    <p:set>
                                      <p:cBhvr>
                                        <p:cTn id="87" dur="1" fill="hold">
                                          <p:stCondLst>
                                            <p:cond delay="0"/>
                                          </p:stCondLst>
                                        </p:cTn>
                                        <p:tgtEl>
                                          <p:spTgt spid="99"/>
                                        </p:tgtEl>
                                        <p:attrNameLst>
                                          <p:attrName>style.visibility</p:attrName>
                                        </p:attrNameLst>
                                      </p:cBhvr>
                                      <p:to>
                                        <p:strVal val="visible"/>
                                      </p:to>
                                    </p:set>
                                    <p:anim calcmode="lin" valueType="num">
                                      <p:cBhvr additive="base">
                                        <p:cTn id="88" dur="500" fill="hold"/>
                                        <p:tgtEl>
                                          <p:spTgt spid="99"/>
                                        </p:tgtEl>
                                        <p:attrNameLst>
                                          <p:attrName>ppt_x</p:attrName>
                                        </p:attrNameLst>
                                      </p:cBhvr>
                                      <p:tavLst>
                                        <p:tav tm="0">
                                          <p:val>
                                            <p:strVal val="#ppt_x"/>
                                          </p:val>
                                        </p:tav>
                                        <p:tav tm="100000">
                                          <p:val>
                                            <p:strVal val="#ppt_x"/>
                                          </p:val>
                                        </p:tav>
                                      </p:tavLst>
                                    </p:anim>
                                    <p:anim calcmode="lin" valueType="num">
                                      <p:cBhvr additive="base">
                                        <p:cTn id="89" dur="500" fill="hold"/>
                                        <p:tgtEl>
                                          <p:spTgt spid="99"/>
                                        </p:tgtEl>
                                        <p:attrNameLst>
                                          <p:attrName>ppt_y</p:attrName>
                                        </p:attrNameLst>
                                      </p:cBhvr>
                                      <p:tavLst>
                                        <p:tav tm="0">
                                          <p:val>
                                            <p:strVal val="1+#ppt_h/2"/>
                                          </p:val>
                                        </p:tav>
                                        <p:tav tm="100000">
                                          <p:val>
                                            <p:strVal val="#ppt_y"/>
                                          </p:val>
                                        </p:tav>
                                      </p:tavLst>
                                    </p:anim>
                                  </p:childTnLst>
                                </p:cTn>
                              </p:par>
                              <p:par>
                                <p:cTn id="90" presetID="42" presetClass="entr" presetSubtype="0" fill="hold" nodeType="with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fade">
                                      <p:cBhvr>
                                        <p:cTn id="92" dur="500"/>
                                        <p:tgtEl>
                                          <p:spTgt spid="12"/>
                                        </p:tgtEl>
                                      </p:cBhvr>
                                    </p:animEffect>
                                    <p:anim calcmode="lin" valueType="num">
                                      <p:cBhvr>
                                        <p:cTn id="93" dur="500" fill="hold"/>
                                        <p:tgtEl>
                                          <p:spTgt spid="12"/>
                                        </p:tgtEl>
                                        <p:attrNameLst>
                                          <p:attrName>ppt_x</p:attrName>
                                        </p:attrNameLst>
                                      </p:cBhvr>
                                      <p:tavLst>
                                        <p:tav tm="0">
                                          <p:val>
                                            <p:strVal val="#ppt_x"/>
                                          </p:val>
                                        </p:tav>
                                        <p:tav tm="100000">
                                          <p:val>
                                            <p:strVal val="#ppt_x"/>
                                          </p:val>
                                        </p:tav>
                                      </p:tavLst>
                                    </p:anim>
                                    <p:anim calcmode="lin" valueType="num">
                                      <p:cBhvr>
                                        <p:cTn id="94" dur="500" fill="hold"/>
                                        <p:tgtEl>
                                          <p:spTgt spid="12"/>
                                        </p:tgtEl>
                                        <p:attrNameLst>
                                          <p:attrName>ppt_y</p:attrName>
                                        </p:attrNameLst>
                                      </p:cBhvr>
                                      <p:tavLst>
                                        <p:tav tm="0">
                                          <p:val>
                                            <p:strVal val="#ppt_y+.1"/>
                                          </p:val>
                                        </p:tav>
                                        <p:tav tm="100000">
                                          <p:val>
                                            <p:strVal val="#ppt_y"/>
                                          </p:val>
                                        </p:tav>
                                      </p:tavLst>
                                    </p:anim>
                                  </p:childTnLst>
                                </p:cTn>
                              </p:par>
                            </p:childTnLst>
                          </p:cTn>
                        </p:par>
                        <p:par>
                          <p:cTn id="95" fill="hold">
                            <p:stCondLst>
                              <p:cond delay="10000"/>
                            </p:stCondLst>
                            <p:childTnLst>
                              <p:par>
                                <p:cTn id="96" presetID="53" presetClass="entr" presetSubtype="0" fill="hold" nodeType="after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500" fill="hold"/>
                                        <p:tgtEl>
                                          <p:spTgt spid="13"/>
                                        </p:tgtEl>
                                        <p:attrNameLst>
                                          <p:attrName>ppt_w</p:attrName>
                                        </p:attrNameLst>
                                      </p:cBhvr>
                                      <p:tavLst>
                                        <p:tav tm="0">
                                          <p:val>
                                            <p:fltVal val="0"/>
                                          </p:val>
                                        </p:tav>
                                        <p:tav tm="100000">
                                          <p:val>
                                            <p:strVal val="#ppt_w"/>
                                          </p:val>
                                        </p:tav>
                                      </p:tavLst>
                                    </p:anim>
                                    <p:anim calcmode="lin" valueType="num">
                                      <p:cBhvr>
                                        <p:cTn id="99" dur="500" fill="hold"/>
                                        <p:tgtEl>
                                          <p:spTgt spid="13"/>
                                        </p:tgtEl>
                                        <p:attrNameLst>
                                          <p:attrName>ppt_h</p:attrName>
                                        </p:attrNameLst>
                                      </p:cBhvr>
                                      <p:tavLst>
                                        <p:tav tm="0">
                                          <p:val>
                                            <p:fltVal val="0"/>
                                          </p:val>
                                        </p:tav>
                                        <p:tav tm="100000">
                                          <p:val>
                                            <p:strVal val="#ppt_h"/>
                                          </p:val>
                                        </p:tav>
                                      </p:tavLst>
                                    </p:anim>
                                    <p:animEffect transition="in" filter="fade">
                                      <p:cBhvr>
                                        <p:cTn id="10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4" grpId="0" animBg="1"/>
      <p:bldP spid="29" grpId="0"/>
      <p:bldP spid="84" grpId="0"/>
      <p:bldP spid="97" grpId="0"/>
      <p:bldP spid="98" grpId="0"/>
      <p:bldP spid="99" grpId="0"/>
      <p:bldP spid="100" grpId="0"/>
      <p:bldP spid="101" grpId="0"/>
      <p:bldP spid="102" grpId="0"/>
      <p:bldP spid="103" grpId="0"/>
      <p:bldP spid="104" grpId="0"/>
      <p:bldP spid="10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pic>
        <p:nvPicPr>
          <p:cNvPr id="123" name="Picture Placeholder 122" descr="imageHolder.jpg"/>
          <p:cNvPicPr>
            <a:picLocks noGrp="1" noChangeAspect="1"/>
          </p:cNvPicPr>
          <p:nvPr>
            <p:ph type="pic" sz="quarter" idx="10"/>
          </p:nvPr>
        </p:nvPicPr>
        <p:blipFill>
          <a:blip r:embed="rId3" cstate="print"/>
          <a:srcRect l="21897" r="21897"/>
          <a:stretch>
            <a:fillRect/>
          </a:stretch>
        </p:blipFill>
        <p:spPr/>
      </p:pic>
      <p:pic>
        <p:nvPicPr>
          <p:cNvPr id="122" name="Picture Placeholder 121" descr="imageHolder.jpg"/>
          <p:cNvPicPr>
            <a:picLocks noGrp="1" noChangeAspect="1"/>
          </p:cNvPicPr>
          <p:nvPr>
            <p:ph type="pic" sz="quarter" idx="13"/>
          </p:nvPr>
        </p:nvPicPr>
        <p:blipFill>
          <a:blip r:embed="rId3" cstate="print"/>
          <a:srcRect l="21942" r="21942"/>
          <a:stretch>
            <a:fillRect/>
          </a:stretch>
        </p:blipFill>
        <p:spPr/>
      </p:pic>
      <p:pic>
        <p:nvPicPr>
          <p:cNvPr id="124" name="Picture Placeholder 123" descr="imageHolder.jpg"/>
          <p:cNvPicPr>
            <a:picLocks noGrp="1" noChangeAspect="1"/>
          </p:cNvPicPr>
          <p:nvPr>
            <p:ph type="pic" sz="quarter" idx="14"/>
          </p:nvPr>
        </p:nvPicPr>
        <p:blipFill>
          <a:blip r:embed="rId3" cstate="print"/>
          <a:srcRect l="21897" r="21897"/>
          <a:stretch>
            <a:fillRect/>
          </a:stretch>
        </p:blipFill>
        <p:spPr/>
      </p:pic>
      <p:pic>
        <p:nvPicPr>
          <p:cNvPr id="125" name="Picture Placeholder 124" descr="imageHolder.jpg"/>
          <p:cNvPicPr>
            <a:picLocks noGrp="1" noChangeAspect="1"/>
          </p:cNvPicPr>
          <p:nvPr>
            <p:ph type="pic" sz="quarter" idx="15"/>
          </p:nvPr>
        </p:nvPicPr>
        <p:blipFill>
          <a:blip r:embed="rId4" cstate="print"/>
          <a:srcRect l="21963" r="21963"/>
          <a:stretch>
            <a:fillRect/>
          </a:stretch>
        </p:blipFill>
        <p:spPr/>
      </p:pic>
      <p:sp>
        <p:nvSpPr>
          <p:cNvPr id="114" name="Text Placeholder 113"/>
          <p:cNvSpPr>
            <a:spLocks noGrp="1"/>
          </p:cNvSpPr>
          <p:nvPr>
            <p:ph type="body" sz="half" idx="19"/>
          </p:nvPr>
        </p:nvSpPr>
        <p:spPr/>
        <p:txBody>
          <a:bodyPr/>
          <a:lstStyle/>
          <a:p>
            <a:r>
              <a:rPr lang="en-US"/>
              <a:t>Adam Dark</a:t>
            </a:r>
            <a:br>
              <a:rPr lang="en-US"/>
            </a:br>
            <a:r>
              <a:rPr lang="en-US"/>
              <a:t>General Manager </a:t>
            </a:r>
            <a:endParaRPr lang="en-US" dirty="0"/>
          </a:p>
        </p:txBody>
      </p:sp>
      <p:sp>
        <p:nvSpPr>
          <p:cNvPr id="117" name="Text Placeholder 116"/>
          <p:cNvSpPr>
            <a:spLocks noGrp="1"/>
          </p:cNvSpPr>
          <p:nvPr>
            <p:ph type="body" sz="half" idx="20"/>
          </p:nvPr>
        </p:nvSpPr>
        <p:spPr/>
        <p:txBody>
          <a:bodyPr/>
          <a:lstStyle/>
          <a:p>
            <a:r>
              <a:rPr lang="en-US"/>
              <a:t>Raual Dark</a:t>
            </a:r>
            <a:br>
              <a:rPr lang="en-US"/>
            </a:br>
            <a:r>
              <a:rPr lang="en-US"/>
              <a:t>ANALYTICS</a:t>
            </a:r>
            <a:endParaRPr lang="en-US" dirty="0"/>
          </a:p>
        </p:txBody>
      </p:sp>
      <p:sp>
        <p:nvSpPr>
          <p:cNvPr id="120" name="Text Placeholder 119"/>
          <p:cNvSpPr>
            <a:spLocks noGrp="1"/>
          </p:cNvSpPr>
          <p:nvPr>
            <p:ph type="body" sz="half" idx="21"/>
          </p:nvPr>
        </p:nvSpPr>
        <p:spPr/>
        <p:txBody>
          <a:bodyPr/>
          <a:lstStyle/>
          <a:p>
            <a:r>
              <a:rPr lang="en-US"/>
              <a:t>Rachel Dark</a:t>
            </a:r>
            <a:br>
              <a:rPr lang="en-US"/>
            </a:br>
            <a:r>
              <a:rPr lang="en-US"/>
              <a:t>CONSULTANT</a:t>
            </a:r>
            <a:endParaRPr lang="en-US" dirty="0"/>
          </a:p>
        </p:txBody>
      </p:sp>
      <p:sp>
        <p:nvSpPr>
          <p:cNvPr id="121" name="Text Placeholder 120"/>
          <p:cNvSpPr>
            <a:spLocks noGrp="1"/>
          </p:cNvSpPr>
          <p:nvPr>
            <p:ph type="body" sz="half" idx="22"/>
          </p:nvPr>
        </p:nvSpPr>
        <p:spPr/>
        <p:txBody>
          <a:bodyPr/>
          <a:lstStyle/>
          <a:p>
            <a:r>
              <a:rPr lang="en-US"/>
              <a:t>Anna Dark</a:t>
            </a:r>
            <a:br>
              <a:rPr lang="en-US"/>
            </a:br>
            <a:r>
              <a:rPr lang="en-US"/>
              <a:t>COMPARISON</a:t>
            </a:r>
            <a:endParaRPr lang="en-US" dirty="0"/>
          </a:p>
        </p:txBody>
      </p:sp>
      <p:sp>
        <p:nvSpPr>
          <p:cNvPr id="24" name="Slide Number Placeholder 23"/>
          <p:cNvSpPr>
            <a:spLocks noGrp="1"/>
          </p:cNvSpPr>
          <p:nvPr>
            <p:ph type="sldNum" sz="quarter" idx="23"/>
          </p:nvPr>
        </p:nvSpPr>
        <p:spPr/>
        <p:txBody>
          <a:bodyPr/>
          <a:lstStyle/>
          <a:p>
            <a:fld id="{C136B7D2-B98C-44FD-8D04-7EC62A564975}" type="slidenum">
              <a:rPr lang="en-US" smtClean="0"/>
              <a:pPr/>
              <a:t>32</a:t>
            </a:fld>
            <a:endParaRPr lang="en-US" dirty="0"/>
          </a:p>
        </p:txBody>
      </p:sp>
      <p:grpSp>
        <p:nvGrpSpPr>
          <p:cNvPr id="3" name="Group 106"/>
          <p:cNvGrpSpPr/>
          <p:nvPr/>
        </p:nvGrpSpPr>
        <p:grpSpPr>
          <a:xfrm>
            <a:off x="6189456" y="1635979"/>
            <a:ext cx="2320140" cy="358129"/>
            <a:chOff x="6053922" y="1178082"/>
            <a:chExt cx="2320140" cy="358129"/>
          </a:xfrm>
        </p:grpSpPr>
        <p:sp>
          <p:nvSpPr>
            <p:cNvPr id="105" name="Text Placeholder 3"/>
            <p:cNvSpPr txBox="1">
              <a:spLocks/>
            </p:cNvSpPr>
            <p:nvPr/>
          </p:nvSpPr>
          <p:spPr>
            <a:xfrm>
              <a:off x="6053922" y="1178082"/>
              <a:ext cx="201497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Brand</a:t>
              </a:r>
              <a:r>
                <a:rPr kumimoji="0" lang="en-US" sz="1200" b="1" i="0" u="none" strike="noStrike" kern="1200" cap="none" spc="0" normalizeH="0" noProof="0" dirty="0">
                  <a:ln>
                    <a:noFill/>
                  </a:ln>
                  <a:solidFill>
                    <a:schemeClr val="accent1"/>
                  </a:solidFill>
                  <a:effectLst/>
                  <a:uLnTx/>
                  <a:uFillTx/>
                  <a:latin typeface="+mj-lt"/>
                  <a:ea typeface="+mn-ea"/>
                  <a:cs typeface="+mn-cs"/>
                </a:rPr>
                <a:t> Identity &amp; Logo Design</a:t>
              </a:r>
              <a:endParaRPr kumimoji="0" lang="en-US" sz="1200" b="1" i="0" u="none" strike="noStrike" kern="1200" cap="none" spc="0" normalizeH="0" baseline="0" noProof="0" dirty="0">
                <a:ln>
                  <a:noFill/>
                </a:ln>
                <a:solidFill>
                  <a:schemeClr val="accent1"/>
                </a:solidFill>
                <a:effectLst/>
                <a:uLnTx/>
                <a:uFillTx/>
                <a:latin typeface="+mj-lt"/>
                <a:ea typeface="+mn-ea"/>
                <a:cs typeface="+mn-cs"/>
              </a:endParaRPr>
            </a:p>
          </p:txBody>
        </p:sp>
        <p:sp>
          <p:nvSpPr>
            <p:cNvPr id="106" name="Text Placeholder 3"/>
            <p:cNvSpPr txBox="1">
              <a:spLocks/>
            </p:cNvSpPr>
            <p:nvPr/>
          </p:nvSpPr>
          <p:spPr>
            <a:xfrm>
              <a:off x="6053922" y="1382323"/>
              <a:ext cx="2320140" cy="15388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just" defTabSz="914400">
                <a:spcBef>
                  <a:spcPct val="20000"/>
                </a:spcBef>
                <a:defRPr/>
              </a:pPr>
              <a:r>
                <a:rPr lang="en-US" sz="1000" b="1" dirty="0">
                  <a:solidFill>
                    <a:schemeClr val="tx1">
                      <a:lumMod val="50000"/>
                      <a:lumOff val="50000"/>
                    </a:schemeClr>
                  </a:solidFill>
                  <a:cs typeface="+mj-cs"/>
                </a:rPr>
                <a:t>There are many variations of passages but the</a:t>
              </a:r>
              <a:endParaRPr lang="en-US" sz="1000" dirty="0">
                <a:solidFill>
                  <a:schemeClr val="tx1">
                    <a:lumMod val="50000"/>
                    <a:lumOff val="50000"/>
                  </a:schemeClr>
                </a:solidFill>
                <a:cs typeface="+mj-cs"/>
              </a:endParaRPr>
            </a:p>
          </p:txBody>
        </p:sp>
      </p:grpSp>
      <p:grpSp>
        <p:nvGrpSpPr>
          <p:cNvPr id="4" name="Group 107"/>
          <p:cNvGrpSpPr/>
          <p:nvPr/>
        </p:nvGrpSpPr>
        <p:grpSpPr>
          <a:xfrm>
            <a:off x="6189456" y="2352807"/>
            <a:ext cx="2320140" cy="338554"/>
            <a:chOff x="6053922" y="1178082"/>
            <a:chExt cx="2320140" cy="338554"/>
          </a:xfrm>
        </p:grpSpPr>
        <p:sp>
          <p:nvSpPr>
            <p:cNvPr id="109" name="Text Placeholder 3"/>
            <p:cNvSpPr txBox="1">
              <a:spLocks/>
            </p:cNvSpPr>
            <p:nvPr/>
          </p:nvSpPr>
          <p:spPr>
            <a:xfrm>
              <a:off x="6053922" y="1178082"/>
              <a:ext cx="158857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Business Development</a:t>
              </a:r>
            </a:p>
          </p:txBody>
        </p:sp>
        <p:sp>
          <p:nvSpPr>
            <p:cNvPr id="110" name="Text Placeholder 3"/>
            <p:cNvSpPr txBox="1">
              <a:spLocks/>
            </p:cNvSpPr>
            <p:nvPr/>
          </p:nvSpPr>
          <p:spPr>
            <a:xfrm>
              <a:off x="6053922" y="1362748"/>
              <a:ext cx="2320140" cy="15388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just" defTabSz="914400">
                <a:spcBef>
                  <a:spcPct val="20000"/>
                </a:spcBef>
                <a:defRPr/>
              </a:pPr>
              <a:r>
                <a:rPr lang="en-US" sz="1000" b="1" dirty="0">
                  <a:solidFill>
                    <a:schemeClr val="tx1">
                      <a:lumMod val="50000"/>
                      <a:lumOff val="50000"/>
                    </a:schemeClr>
                  </a:solidFill>
                  <a:cs typeface="+mj-cs"/>
                </a:rPr>
                <a:t>There are many variations of passages but the</a:t>
              </a:r>
              <a:endParaRPr lang="en-US" sz="1000" dirty="0">
                <a:solidFill>
                  <a:schemeClr val="tx1">
                    <a:lumMod val="50000"/>
                    <a:lumOff val="50000"/>
                  </a:schemeClr>
                </a:solidFill>
                <a:cs typeface="+mj-cs"/>
              </a:endParaRPr>
            </a:p>
          </p:txBody>
        </p:sp>
      </p:grpSp>
      <p:grpSp>
        <p:nvGrpSpPr>
          <p:cNvPr id="5" name="Group 110"/>
          <p:cNvGrpSpPr/>
          <p:nvPr/>
        </p:nvGrpSpPr>
        <p:grpSpPr>
          <a:xfrm>
            <a:off x="6189456" y="3050060"/>
            <a:ext cx="2320140" cy="358129"/>
            <a:chOff x="6053922" y="1178082"/>
            <a:chExt cx="2320140" cy="358129"/>
          </a:xfrm>
        </p:grpSpPr>
        <p:sp>
          <p:nvSpPr>
            <p:cNvPr id="112" name="Text Placeholder 3"/>
            <p:cNvSpPr txBox="1">
              <a:spLocks/>
            </p:cNvSpPr>
            <p:nvPr/>
          </p:nvSpPr>
          <p:spPr>
            <a:xfrm>
              <a:off x="6053922" y="1178082"/>
              <a:ext cx="1457130"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Web SEO &amp;</a:t>
              </a:r>
              <a:r>
                <a:rPr kumimoji="0" lang="en-US" sz="1200" b="1" i="0" u="none" strike="noStrike" kern="1200" cap="none" spc="0" normalizeH="0" noProof="0" dirty="0">
                  <a:ln>
                    <a:noFill/>
                  </a:ln>
                  <a:solidFill>
                    <a:schemeClr val="accent3"/>
                  </a:solidFill>
                  <a:effectLst/>
                  <a:uLnTx/>
                  <a:uFillTx/>
                  <a:latin typeface="+mj-lt"/>
                  <a:ea typeface="+mn-ea"/>
                  <a:cs typeface="+mn-cs"/>
                </a:rPr>
                <a:t> Analytics</a:t>
              </a:r>
              <a:endParaRPr kumimoji="0" lang="en-US" sz="1200" b="1" i="0" u="none" strike="noStrike" kern="1200" cap="none" spc="0" normalizeH="0" baseline="0" noProof="0" dirty="0">
                <a:ln>
                  <a:noFill/>
                </a:ln>
                <a:solidFill>
                  <a:schemeClr val="accent3"/>
                </a:solidFill>
                <a:effectLst/>
                <a:uLnTx/>
                <a:uFillTx/>
                <a:latin typeface="+mj-lt"/>
                <a:ea typeface="+mn-ea"/>
                <a:cs typeface="+mn-cs"/>
              </a:endParaRPr>
            </a:p>
          </p:txBody>
        </p:sp>
        <p:sp>
          <p:nvSpPr>
            <p:cNvPr id="113" name="Text Placeholder 3"/>
            <p:cNvSpPr txBox="1">
              <a:spLocks/>
            </p:cNvSpPr>
            <p:nvPr/>
          </p:nvSpPr>
          <p:spPr>
            <a:xfrm>
              <a:off x="6053922" y="1382323"/>
              <a:ext cx="2320140" cy="15388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just" defTabSz="914400">
                <a:spcBef>
                  <a:spcPct val="20000"/>
                </a:spcBef>
                <a:defRPr/>
              </a:pPr>
              <a:r>
                <a:rPr lang="en-US" sz="1000" b="1" dirty="0">
                  <a:solidFill>
                    <a:schemeClr val="tx1">
                      <a:lumMod val="50000"/>
                      <a:lumOff val="50000"/>
                    </a:schemeClr>
                  </a:solidFill>
                  <a:cs typeface="+mj-cs"/>
                </a:rPr>
                <a:t>There are many variations of passages but the</a:t>
              </a:r>
              <a:endParaRPr lang="en-US" sz="1000" dirty="0">
                <a:solidFill>
                  <a:schemeClr val="tx1">
                    <a:lumMod val="50000"/>
                    <a:lumOff val="50000"/>
                  </a:schemeClr>
                </a:solidFill>
                <a:cs typeface="+mj-cs"/>
              </a:endParaRPr>
            </a:p>
          </p:txBody>
        </p:sp>
      </p:grpSp>
      <p:grpSp>
        <p:nvGrpSpPr>
          <p:cNvPr id="7" name="Group 113"/>
          <p:cNvGrpSpPr/>
          <p:nvPr/>
        </p:nvGrpSpPr>
        <p:grpSpPr>
          <a:xfrm>
            <a:off x="6189456" y="3766888"/>
            <a:ext cx="2320140" cy="358129"/>
            <a:chOff x="6053922" y="1178082"/>
            <a:chExt cx="2320140" cy="358129"/>
          </a:xfrm>
        </p:grpSpPr>
        <p:sp>
          <p:nvSpPr>
            <p:cNvPr id="115" name="Text Placeholder 3"/>
            <p:cNvSpPr txBox="1">
              <a:spLocks/>
            </p:cNvSpPr>
            <p:nvPr/>
          </p:nvSpPr>
          <p:spPr>
            <a:xfrm>
              <a:off x="6053922" y="1178082"/>
              <a:ext cx="141384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j-lt"/>
                  <a:ea typeface="+mn-ea"/>
                  <a:cs typeface="+mn-cs"/>
                </a:rPr>
                <a:t>Social Media Blitzes</a:t>
              </a:r>
            </a:p>
          </p:txBody>
        </p:sp>
        <p:sp>
          <p:nvSpPr>
            <p:cNvPr id="116" name="Text Placeholder 3"/>
            <p:cNvSpPr txBox="1">
              <a:spLocks/>
            </p:cNvSpPr>
            <p:nvPr/>
          </p:nvSpPr>
          <p:spPr>
            <a:xfrm>
              <a:off x="6053922" y="1382323"/>
              <a:ext cx="2320140" cy="15388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just" defTabSz="914400">
                <a:spcBef>
                  <a:spcPct val="20000"/>
                </a:spcBef>
                <a:defRPr/>
              </a:pPr>
              <a:r>
                <a:rPr lang="en-US" sz="1000" b="1" dirty="0">
                  <a:solidFill>
                    <a:schemeClr val="tx1">
                      <a:lumMod val="50000"/>
                      <a:lumOff val="50000"/>
                    </a:schemeClr>
                  </a:solidFill>
                  <a:cs typeface="+mj-cs"/>
                </a:rPr>
                <a:t>There are many variations of passages but the</a:t>
              </a:r>
              <a:endParaRPr lang="en-US" sz="1000" dirty="0">
                <a:solidFill>
                  <a:schemeClr val="tx1">
                    <a:lumMod val="50000"/>
                    <a:lumOff val="50000"/>
                  </a:schemeClr>
                </a:solidFill>
                <a:cs typeface="+mj-cs"/>
              </a:endParaRPr>
            </a:p>
          </p:txBody>
        </p:sp>
      </p:grpSp>
      <p:grpSp>
        <p:nvGrpSpPr>
          <p:cNvPr id="8" name="Group 126"/>
          <p:cNvGrpSpPr/>
          <p:nvPr/>
        </p:nvGrpSpPr>
        <p:grpSpPr>
          <a:xfrm>
            <a:off x="2291004" y="2345913"/>
            <a:ext cx="1259712" cy="1236668"/>
            <a:chOff x="2291004" y="2222088"/>
            <a:chExt cx="1259712" cy="1236668"/>
          </a:xfrm>
        </p:grpSpPr>
        <p:grpSp>
          <p:nvGrpSpPr>
            <p:cNvPr id="9" name="Group 102"/>
            <p:cNvGrpSpPr>
              <a:grpSpLocks noChangeAspect="1"/>
            </p:cNvGrpSpPr>
            <p:nvPr/>
          </p:nvGrpSpPr>
          <p:grpSpPr>
            <a:xfrm>
              <a:off x="2291004" y="2222088"/>
              <a:ext cx="1259712" cy="1236668"/>
              <a:chOff x="2139006" y="2020216"/>
              <a:chExt cx="1399680" cy="1374075"/>
            </a:xfrm>
          </p:grpSpPr>
          <p:sp>
            <p:nvSpPr>
              <p:cNvPr id="21" name="Oval 20"/>
              <p:cNvSpPr/>
              <p:nvPr/>
            </p:nvSpPr>
            <p:spPr>
              <a:xfrm>
                <a:off x="2422016" y="2263977"/>
                <a:ext cx="833660" cy="833656"/>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solidFill>
                    <a:schemeClr val="accent1"/>
                  </a:solidFill>
                  <a:latin typeface="FontAwesome" pitchFamily="2" charset="0"/>
                </a:endParaRPr>
              </a:p>
            </p:txBody>
          </p:sp>
          <p:grpSp>
            <p:nvGrpSpPr>
              <p:cNvPr id="10" name="Group 21"/>
              <p:cNvGrpSpPr/>
              <p:nvPr/>
            </p:nvGrpSpPr>
            <p:grpSpPr>
              <a:xfrm>
                <a:off x="2139006" y="2020216"/>
                <a:ext cx="1399680" cy="1374075"/>
                <a:chOff x="4559300" y="1220788"/>
                <a:chExt cx="3384551" cy="3322637"/>
              </a:xfrm>
              <a:solidFill>
                <a:schemeClr val="accent1"/>
              </a:solidFill>
            </p:grpSpPr>
            <p:sp>
              <p:nvSpPr>
                <p:cNvPr id="23" name="Freeform 74"/>
                <p:cNvSpPr>
                  <a:spLocks noEditPoints="1"/>
                </p:cNvSpPr>
                <p:nvPr/>
              </p:nvSpPr>
              <p:spPr bwMode="auto">
                <a:xfrm>
                  <a:off x="4781550" y="1436688"/>
                  <a:ext cx="1744663" cy="3106737"/>
                </a:xfrm>
                <a:custGeom>
                  <a:avLst/>
                  <a:gdLst/>
                  <a:ahLst/>
                  <a:cxnLst>
                    <a:cxn ang="0">
                      <a:pos x="465" y="929"/>
                    </a:cxn>
                    <a:cxn ang="0">
                      <a:pos x="552" y="966"/>
                    </a:cxn>
                    <a:cxn ang="0">
                      <a:pos x="319" y="0"/>
                    </a:cxn>
                    <a:cxn ang="0">
                      <a:pos x="279" y="17"/>
                    </a:cxn>
                    <a:cxn ang="0">
                      <a:pos x="218" y="47"/>
                    </a:cxn>
                    <a:cxn ang="0">
                      <a:pos x="209" y="53"/>
                    </a:cxn>
                    <a:cxn ang="0">
                      <a:pos x="147" y="106"/>
                    </a:cxn>
                    <a:cxn ang="0">
                      <a:pos x="102" y="148"/>
                    </a:cxn>
                    <a:cxn ang="0">
                      <a:pos x="90" y="164"/>
                    </a:cxn>
                    <a:cxn ang="0">
                      <a:pos x="51" y="237"/>
                    </a:cxn>
                    <a:cxn ang="0">
                      <a:pos x="24" y="296"/>
                    </a:cxn>
                    <a:cxn ang="0">
                      <a:pos x="19" y="313"/>
                    </a:cxn>
                    <a:cxn ang="0">
                      <a:pos x="7" y="396"/>
                    </a:cxn>
                    <a:cxn ang="0">
                      <a:pos x="0" y="453"/>
                    </a:cxn>
                    <a:cxn ang="0">
                      <a:pos x="2" y="477"/>
                    </a:cxn>
                    <a:cxn ang="0">
                      <a:pos x="21" y="557"/>
                    </a:cxn>
                    <a:cxn ang="0">
                      <a:pos x="16" y="557"/>
                    </a:cxn>
                    <a:cxn ang="0">
                      <a:pos x="48" y="632"/>
                    </a:cxn>
                    <a:cxn ang="0">
                      <a:pos x="69" y="683"/>
                    </a:cxn>
                    <a:cxn ang="0">
                      <a:pos x="83" y="704"/>
                    </a:cxn>
                    <a:cxn ang="0">
                      <a:pos x="141" y="764"/>
                    </a:cxn>
                    <a:cxn ang="0">
                      <a:pos x="179" y="805"/>
                    </a:cxn>
                    <a:cxn ang="0">
                      <a:pos x="199" y="820"/>
                    </a:cxn>
                    <a:cxn ang="0">
                      <a:pos x="274" y="856"/>
                    </a:cxn>
                    <a:cxn ang="0">
                      <a:pos x="319" y="881"/>
                    </a:cxn>
                    <a:cxn ang="0">
                      <a:pos x="351" y="883"/>
                    </a:cxn>
                    <a:cxn ang="0">
                      <a:pos x="445" y="918"/>
                    </a:cxn>
                    <a:cxn ang="0">
                      <a:pos x="429" y="894"/>
                    </a:cxn>
                    <a:cxn ang="0">
                      <a:pos x="362" y="886"/>
                    </a:cxn>
                    <a:cxn ang="0">
                      <a:pos x="287" y="853"/>
                    </a:cxn>
                    <a:cxn ang="0">
                      <a:pos x="265" y="843"/>
                    </a:cxn>
                    <a:cxn ang="0">
                      <a:pos x="213" y="822"/>
                    </a:cxn>
                    <a:cxn ang="0">
                      <a:pos x="154" y="765"/>
                    </a:cxn>
                    <a:cxn ang="0">
                      <a:pos x="136" y="747"/>
                    </a:cxn>
                    <a:cxn ang="0">
                      <a:pos x="95" y="710"/>
                    </a:cxn>
                    <a:cxn ang="0">
                      <a:pos x="58" y="638"/>
                    </a:cxn>
                    <a:cxn ang="0">
                      <a:pos x="50" y="621"/>
                    </a:cxn>
                    <a:cxn ang="0">
                      <a:pos x="24" y="567"/>
                    </a:cxn>
                    <a:cxn ang="0">
                      <a:pos x="13" y="487"/>
                    </a:cxn>
                    <a:cxn ang="0">
                      <a:pos x="11" y="471"/>
                    </a:cxn>
                    <a:cxn ang="0">
                      <a:pos x="8" y="406"/>
                    </a:cxn>
                    <a:cxn ang="0">
                      <a:pos x="13" y="390"/>
                    </a:cxn>
                    <a:cxn ang="0">
                      <a:pos x="20" y="324"/>
                    </a:cxn>
                    <a:cxn ang="0">
                      <a:pos x="51" y="247"/>
                    </a:cxn>
                    <a:cxn ang="0">
                      <a:pos x="56" y="236"/>
                    </a:cxn>
                    <a:cxn ang="0">
                      <a:pos x="88" y="175"/>
                    </a:cxn>
                    <a:cxn ang="0">
                      <a:pos x="142" y="113"/>
                    </a:cxn>
                    <a:cxn ang="0">
                      <a:pos x="147" y="108"/>
                    </a:cxn>
                    <a:cxn ang="0">
                      <a:pos x="204" y="62"/>
                    </a:cxn>
                    <a:cxn ang="0">
                      <a:pos x="209" y="58"/>
                    </a:cxn>
                    <a:cxn ang="0">
                      <a:pos x="271" y="21"/>
                    </a:cxn>
                    <a:cxn ang="0">
                      <a:pos x="318" y="2"/>
                    </a:cxn>
                    <a:cxn ang="0">
                      <a:pos x="319" y="0"/>
                    </a:cxn>
                  </a:cxnLst>
                  <a:rect l="0" t="0" r="r" b="b"/>
                  <a:pathLst>
                    <a:path w="552" h="981">
                      <a:moveTo>
                        <a:pt x="486" y="918"/>
                      </a:moveTo>
                      <a:cubicBezTo>
                        <a:pt x="479" y="922"/>
                        <a:pt x="472" y="925"/>
                        <a:pt x="465" y="929"/>
                      </a:cubicBezTo>
                      <a:cubicBezTo>
                        <a:pt x="514" y="954"/>
                        <a:pt x="536" y="981"/>
                        <a:pt x="536" y="981"/>
                      </a:cubicBezTo>
                      <a:cubicBezTo>
                        <a:pt x="552" y="966"/>
                        <a:pt x="552" y="966"/>
                        <a:pt x="552" y="966"/>
                      </a:cubicBezTo>
                      <a:cubicBezTo>
                        <a:pt x="552" y="966"/>
                        <a:pt x="533" y="943"/>
                        <a:pt x="486" y="918"/>
                      </a:cubicBezTo>
                      <a:moveTo>
                        <a:pt x="319" y="0"/>
                      </a:moveTo>
                      <a:cubicBezTo>
                        <a:pt x="310" y="3"/>
                        <a:pt x="299" y="7"/>
                        <a:pt x="287" y="12"/>
                      </a:cubicBezTo>
                      <a:cubicBezTo>
                        <a:pt x="282" y="15"/>
                        <a:pt x="279" y="17"/>
                        <a:pt x="279" y="17"/>
                      </a:cubicBezTo>
                      <a:cubicBezTo>
                        <a:pt x="279" y="17"/>
                        <a:pt x="279" y="16"/>
                        <a:pt x="279" y="15"/>
                      </a:cubicBezTo>
                      <a:cubicBezTo>
                        <a:pt x="261" y="23"/>
                        <a:pt x="240" y="33"/>
                        <a:pt x="218" y="47"/>
                      </a:cubicBezTo>
                      <a:cubicBezTo>
                        <a:pt x="213" y="52"/>
                        <a:pt x="210" y="55"/>
                        <a:pt x="210" y="55"/>
                      </a:cubicBezTo>
                      <a:cubicBezTo>
                        <a:pt x="210" y="55"/>
                        <a:pt x="209" y="55"/>
                        <a:pt x="209" y="53"/>
                      </a:cubicBezTo>
                      <a:cubicBezTo>
                        <a:pt x="192" y="64"/>
                        <a:pt x="174" y="78"/>
                        <a:pt x="155" y="94"/>
                      </a:cubicBezTo>
                      <a:cubicBezTo>
                        <a:pt x="151" y="101"/>
                        <a:pt x="147" y="106"/>
                        <a:pt x="147" y="106"/>
                      </a:cubicBezTo>
                      <a:cubicBezTo>
                        <a:pt x="147" y="106"/>
                        <a:pt x="146" y="105"/>
                        <a:pt x="145" y="103"/>
                      </a:cubicBezTo>
                      <a:cubicBezTo>
                        <a:pt x="130" y="116"/>
                        <a:pt x="116" y="131"/>
                        <a:pt x="102" y="148"/>
                      </a:cubicBezTo>
                      <a:cubicBezTo>
                        <a:pt x="98" y="159"/>
                        <a:pt x="93" y="167"/>
                        <a:pt x="93" y="167"/>
                      </a:cubicBezTo>
                      <a:cubicBezTo>
                        <a:pt x="93" y="167"/>
                        <a:pt x="92" y="166"/>
                        <a:pt x="90" y="164"/>
                      </a:cubicBezTo>
                      <a:cubicBezTo>
                        <a:pt x="78" y="181"/>
                        <a:pt x="66" y="199"/>
                        <a:pt x="56" y="219"/>
                      </a:cubicBezTo>
                      <a:cubicBezTo>
                        <a:pt x="54" y="230"/>
                        <a:pt x="51" y="237"/>
                        <a:pt x="51" y="237"/>
                      </a:cubicBezTo>
                      <a:cubicBezTo>
                        <a:pt x="51" y="237"/>
                        <a:pt x="50" y="237"/>
                        <a:pt x="48" y="235"/>
                      </a:cubicBezTo>
                      <a:cubicBezTo>
                        <a:pt x="39" y="255"/>
                        <a:pt x="31" y="275"/>
                        <a:pt x="24" y="296"/>
                      </a:cubicBezTo>
                      <a:cubicBezTo>
                        <a:pt x="23" y="306"/>
                        <a:pt x="22" y="315"/>
                        <a:pt x="22" y="315"/>
                      </a:cubicBezTo>
                      <a:cubicBezTo>
                        <a:pt x="22" y="315"/>
                        <a:pt x="21" y="314"/>
                        <a:pt x="19" y="313"/>
                      </a:cubicBezTo>
                      <a:cubicBezTo>
                        <a:pt x="13" y="333"/>
                        <a:pt x="8" y="353"/>
                        <a:pt x="5" y="374"/>
                      </a:cubicBezTo>
                      <a:cubicBezTo>
                        <a:pt x="7" y="386"/>
                        <a:pt x="7" y="396"/>
                        <a:pt x="7" y="396"/>
                      </a:cubicBezTo>
                      <a:cubicBezTo>
                        <a:pt x="7" y="396"/>
                        <a:pt x="6" y="395"/>
                        <a:pt x="3" y="394"/>
                      </a:cubicBezTo>
                      <a:cubicBezTo>
                        <a:pt x="1" y="414"/>
                        <a:pt x="0" y="433"/>
                        <a:pt x="0" y="453"/>
                      </a:cubicBezTo>
                      <a:cubicBezTo>
                        <a:pt x="5" y="466"/>
                        <a:pt x="7" y="478"/>
                        <a:pt x="7" y="478"/>
                      </a:cubicBezTo>
                      <a:cubicBezTo>
                        <a:pt x="7" y="478"/>
                        <a:pt x="5" y="478"/>
                        <a:pt x="2" y="477"/>
                      </a:cubicBezTo>
                      <a:cubicBezTo>
                        <a:pt x="3" y="496"/>
                        <a:pt x="6" y="515"/>
                        <a:pt x="10" y="534"/>
                      </a:cubicBezTo>
                      <a:cubicBezTo>
                        <a:pt x="17" y="546"/>
                        <a:pt x="21" y="557"/>
                        <a:pt x="21" y="557"/>
                      </a:cubicBezTo>
                      <a:cubicBezTo>
                        <a:pt x="21" y="557"/>
                        <a:pt x="19" y="557"/>
                        <a:pt x="16" y="557"/>
                      </a:cubicBezTo>
                      <a:cubicBezTo>
                        <a:pt x="16" y="557"/>
                        <a:pt x="16" y="557"/>
                        <a:pt x="16" y="557"/>
                      </a:cubicBezTo>
                      <a:cubicBezTo>
                        <a:pt x="20" y="575"/>
                        <a:pt x="26" y="593"/>
                        <a:pt x="32" y="610"/>
                      </a:cubicBezTo>
                      <a:cubicBezTo>
                        <a:pt x="42" y="621"/>
                        <a:pt x="48" y="632"/>
                        <a:pt x="48" y="632"/>
                      </a:cubicBezTo>
                      <a:cubicBezTo>
                        <a:pt x="48" y="632"/>
                        <a:pt x="46" y="633"/>
                        <a:pt x="42" y="633"/>
                      </a:cubicBezTo>
                      <a:cubicBezTo>
                        <a:pt x="50" y="650"/>
                        <a:pt x="59" y="667"/>
                        <a:pt x="69" y="683"/>
                      </a:cubicBezTo>
                      <a:cubicBezTo>
                        <a:pt x="80" y="692"/>
                        <a:pt x="89" y="702"/>
                        <a:pt x="89" y="702"/>
                      </a:cubicBezTo>
                      <a:cubicBezTo>
                        <a:pt x="89" y="702"/>
                        <a:pt x="87" y="703"/>
                        <a:pt x="83" y="704"/>
                      </a:cubicBezTo>
                      <a:cubicBezTo>
                        <a:pt x="94" y="720"/>
                        <a:pt x="107" y="735"/>
                        <a:pt x="119" y="749"/>
                      </a:cubicBezTo>
                      <a:cubicBezTo>
                        <a:pt x="132" y="756"/>
                        <a:pt x="141" y="764"/>
                        <a:pt x="141" y="764"/>
                      </a:cubicBezTo>
                      <a:cubicBezTo>
                        <a:pt x="141" y="764"/>
                        <a:pt x="139" y="765"/>
                        <a:pt x="136" y="767"/>
                      </a:cubicBezTo>
                      <a:cubicBezTo>
                        <a:pt x="150" y="780"/>
                        <a:pt x="164" y="793"/>
                        <a:pt x="179" y="805"/>
                      </a:cubicBezTo>
                      <a:cubicBezTo>
                        <a:pt x="193" y="810"/>
                        <a:pt x="204" y="816"/>
                        <a:pt x="204" y="816"/>
                      </a:cubicBezTo>
                      <a:cubicBezTo>
                        <a:pt x="204" y="816"/>
                        <a:pt x="202" y="817"/>
                        <a:pt x="199" y="820"/>
                      </a:cubicBezTo>
                      <a:cubicBezTo>
                        <a:pt x="214" y="831"/>
                        <a:pt x="229" y="840"/>
                        <a:pt x="244" y="849"/>
                      </a:cubicBezTo>
                      <a:cubicBezTo>
                        <a:pt x="260" y="851"/>
                        <a:pt x="274" y="856"/>
                        <a:pt x="274" y="856"/>
                      </a:cubicBezTo>
                      <a:cubicBezTo>
                        <a:pt x="274" y="856"/>
                        <a:pt x="273" y="858"/>
                        <a:pt x="270" y="862"/>
                      </a:cubicBezTo>
                      <a:cubicBezTo>
                        <a:pt x="286" y="870"/>
                        <a:pt x="303" y="876"/>
                        <a:pt x="319" y="881"/>
                      </a:cubicBezTo>
                      <a:cubicBezTo>
                        <a:pt x="320" y="881"/>
                        <a:pt x="320" y="881"/>
                        <a:pt x="321" y="881"/>
                      </a:cubicBezTo>
                      <a:cubicBezTo>
                        <a:pt x="337" y="881"/>
                        <a:pt x="351" y="883"/>
                        <a:pt x="351" y="883"/>
                      </a:cubicBezTo>
                      <a:cubicBezTo>
                        <a:pt x="351" y="883"/>
                        <a:pt x="350" y="885"/>
                        <a:pt x="348" y="889"/>
                      </a:cubicBezTo>
                      <a:cubicBezTo>
                        <a:pt x="387" y="896"/>
                        <a:pt x="419" y="907"/>
                        <a:pt x="445" y="918"/>
                      </a:cubicBezTo>
                      <a:cubicBezTo>
                        <a:pt x="451" y="915"/>
                        <a:pt x="458" y="912"/>
                        <a:pt x="465" y="908"/>
                      </a:cubicBezTo>
                      <a:cubicBezTo>
                        <a:pt x="454" y="903"/>
                        <a:pt x="442" y="898"/>
                        <a:pt x="429" y="894"/>
                      </a:cubicBezTo>
                      <a:cubicBezTo>
                        <a:pt x="409" y="887"/>
                        <a:pt x="388" y="880"/>
                        <a:pt x="364" y="876"/>
                      </a:cubicBezTo>
                      <a:cubicBezTo>
                        <a:pt x="363" y="882"/>
                        <a:pt x="362" y="886"/>
                        <a:pt x="362" y="886"/>
                      </a:cubicBezTo>
                      <a:cubicBezTo>
                        <a:pt x="362" y="886"/>
                        <a:pt x="350" y="880"/>
                        <a:pt x="338" y="871"/>
                      </a:cubicBezTo>
                      <a:cubicBezTo>
                        <a:pt x="321" y="866"/>
                        <a:pt x="304" y="861"/>
                        <a:pt x="287" y="853"/>
                      </a:cubicBezTo>
                      <a:cubicBezTo>
                        <a:pt x="286" y="858"/>
                        <a:pt x="285" y="861"/>
                        <a:pt x="285" y="861"/>
                      </a:cubicBezTo>
                      <a:cubicBezTo>
                        <a:pt x="285" y="861"/>
                        <a:pt x="275" y="853"/>
                        <a:pt x="265" y="843"/>
                      </a:cubicBezTo>
                      <a:cubicBezTo>
                        <a:pt x="249" y="835"/>
                        <a:pt x="232" y="825"/>
                        <a:pt x="217" y="815"/>
                      </a:cubicBezTo>
                      <a:cubicBezTo>
                        <a:pt x="214" y="819"/>
                        <a:pt x="213" y="822"/>
                        <a:pt x="213" y="822"/>
                      </a:cubicBezTo>
                      <a:cubicBezTo>
                        <a:pt x="213" y="822"/>
                        <a:pt x="204" y="812"/>
                        <a:pt x="195" y="800"/>
                      </a:cubicBezTo>
                      <a:cubicBezTo>
                        <a:pt x="181" y="789"/>
                        <a:pt x="167" y="777"/>
                        <a:pt x="154" y="765"/>
                      </a:cubicBezTo>
                      <a:cubicBezTo>
                        <a:pt x="151" y="769"/>
                        <a:pt x="149" y="771"/>
                        <a:pt x="149" y="771"/>
                      </a:cubicBezTo>
                      <a:cubicBezTo>
                        <a:pt x="149" y="771"/>
                        <a:pt x="142" y="761"/>
                        <a:pt x="136" y="747"/>
                      </a:cubicBezTo>
                      <a:cubicBezTo>
                        <a:pt x="123" y="734"/>
                        <a:pt x="111" y="720"/>
                        <a:pt x="100" y="705"/>
                      </a:cubicBezTo>
                      <a:cubicBezTo>
                        <a:pt x="97" y="709"/>
                        <a:pt x="95" y="710"/>
                        <a:pt x="95" y="710"/>
                      </a:cubicBezTo>
                      <a:cubicBezTo>
                        <a:pt x="95" y="710"/>
                        <a:pt x="91" y="700"/>
                        <a:pt x="87" y="687"/>
                      </a:cubicBezTo>
                      <a:cubicBezTo>
                        <a:pt x="77" y="672"/>
                        <a:pt x="67" y="655"/>
                        <a:pt x="58" y="638"/>
                      </a:cubicBezTo>
                      <a:cubicBezTo>
                        <a:pt x="55" y="640"/>
                        <a:pt x="53" y="641"/>
                        <a:pt x="53" y="641"/>
                      </a:cubicBezTo>
                      <a:cubicBezTo>
                        <a:pt x="53" y="641"/>
                        <a:pt x="51" y="632"/>
                        <a:pt x="50" y="621"/>
                      </a:cubicBezTo>
                      <a:cubicBezTo>
                        <a:pt x="42" y="603"/>
                        <a:pt x="35" y="584"/>
                        <a:pt x="29" y="564"/>
                      </a:cubicBezTo>
                      <a:cubicBezTo>
                        <a:pt x="26" y="566"/>
                        <a:pt x="24" y="567"/>
                        <a:pt x="24" y="567"/>
                      </a:cubicBezTo>
                      <a:cubicBezTo>
                        <a:pt x="24" y="567"/>
                        <a:pt x="23" y="557"/>
                        <a:pt x="24" y="546"/>
                      </a:cubicBezTo>
                      <a:cubicBezTo>
                        <a:pt x="19" y="526"/>
                        <a:pt x="15" y="506"/>
                        <a:pt x="13" y="487"/>
                      </a:cubicBezTo>
                      <a:cubicBezTo>
                        <a:pt x="10" y="487"/>
                        <a:pt x="8" y="488"/>
                        <a:pt x="8" y="488"/>
                      </a:cubicBezTo>
                      <a:cubicBezTo>
                        <a:pt x="8" y="488"/>
                        <a:pt x="9" y="481"/>
                        <a:pt x="11" y="471"/>
                      </a:cubicBezTo>
                      <a:cubicBezTo>
                        <a:pt x="10" y="449"/>
                        <a:pt x="10" y="427"/>
                        <a:pt x="11" y="406"/>
                      </a:cubicBezTo>
                      <a:cubicBezTo>
                        <a:pt x="10" y="406"/>
                        <a:pt x="8" y="406"/>
                        <a:pt x="8" y="406"/>
                      </a:cubicBezTo>
                      <a:cubicBezTo>
                        <a:pt x="7" y="406"/>
                        <a:pt x="7" y="406"/>
                        <a:pt x="7" y="406"/>
                      </a:cubicBezTo>
                      <a:cubicBezTo>
                        <a:pt x="7" y="406"/>
                        <a:pt x="9" y="399"/>
                        <a:pt x="13" y="390"/>
                      </a:cubicBezTo>
                      <a:cubicBezTo>
                        <a:pt x="15" y="368"/>
                        <a:pt x="19" y="346"/>
                        <a:pt x="24" y="325"/>
                      </a:cubicBezTo>
                      <a:cubicBezTo>
                        <a:pt x="21" y="324"/>
                        <a:pt x="20" y="324"/>
                        <a:pt x="20" y="324"/>
                      </a:cubicBezTo>
                      <a:cubicBezTo>
                        <a:pt x="20" y="324"/>
                        <a:pt x="23" y="317"/>
                        <a:pt x="29" y="309"/>
                      </a:cubicBezTo>
                      <a:cubicBezTo>
                        <a:pt x="35" y="288"/>
                        <a:pt x="42" y="267"/>
                        <a:pt x="51" y="247"/>
                      </a:cubicBezTo>
                      <a:cubicBezTo>
                        <a:pt x="49" y="247"/>
                        <a:pt x="47" y="246"/>
                        <a:pt x="47" y="246"/>
                      </a:cubicBezTo>
                      <a:cubicBezTo>
                        <a:pt x="47" y="246"/>
                        <a:pt x="51" y="241"/>
                        <a:pt x="56" y="236"/>
                      </a:cubicBezTo>
                      <a:cubicBezTo>
                        <a:pt x="66" y="214"/>
                        <a:pt x="78" y="194"/>
                        <a:pt x="90" y="176"/>
                      </a:cubicBezTo>
                      <a:cubicBezTo>
                        <a:pt x="89" y="175"/>
                        <a:pt x="88" y="175"/>
                        <a:pt x="88" y="175"/>
                      </a:cubicBezTo>
                      <a:cubicBezTo>
                        <a:pt x="88" y="175"/>
                        <a:pt x="91" y="173"/>
                        <a:pt x="94" y="169"/>
                      </a:cubicBezTo>
                      <a:cubicBezTo>
                        <a:pt x="109" y="148"/>
                        <a:pt x="125" y="130"/>
                        <a:pt x="142" y="113"/>
                      </a:cubicBezTo>
                      <a:cubicBezTo>
                        <a:pt x="141" y="113"/>
                        <a:pt x="140" y="112"/>
                        <a:pt x="140" y="112"/>
                      </a:cubicBezTo>
                      <a:cubicBezTo>
                        <a:pt x="140" y="112"/>
                        <a:pt x="143" y="111"/>
                        <a:pt x="147" y="108"/>
                      </a:cubicBezTo>
                      <a:cubicBezTo>
                        <a:pt x="148" y="107"/>
                        <a:pt x="150" y="106"/>
                        <a:pt x="151" y="105"/>
                      </a:cubicBezTo>
                      <a:cubicBezTo>
                        <a:pt x="169" y="88"/>
                        <a:pt x="187" y="74"/>
                        <a:pt x="204" y="62"/>
                      </a:cubicBezTo>
                      <a:cubicBezTo>
                        <a:pt x="203" y="61"/>
                        <a:pt x="202" y="61"/>
                        <a:pt x="202" y="61"/>
                      </a:cubicBezTo>
                      <a:cubicBezTo>
                        <a:pt x="202" y="61"/>
                        <a:pt x="205" y="59"/>
                        <a:pt x="209" y="58"/>
                      </a:cubicBezTo>
                      <a:cubicBezTo>
                        <a:pt x="232" y="42"/>
                        <a:pt x="253" y="31"/>
                        <a:pt x="272" y="22"/>
                      </a:cubicBezTo>
                      <a:cubicBezTo>
                        <a:pt x="271" y="21"/>
                        <a:pt x="271" y="21"/>
                        <a:pt x="271" y="21"/>
                      </a:cubicBezTo>
                      <a:cubicBezTo>
                        <a:pt x="271" y="21"/>
                        <a:pt x="272" y="21"/>
                        <a:pt x="274" y="20"/>
                      </a:cubicBezTo>
                      <a:cubicBezTo>
                        <a:pt x="292" y="12"/>
                        <a:pt x="307" y="6"/>
                        <a:pt x="318" y="2"/>
                      </a:cubicBezTo>
                      <a:cubicBezTo>
                        <a:pt x="318" y="2"/>
                        <a:pt x="318" y="2"/>
                        <a:pt x="318" y="2"/>
                      </a:cubicBezTo>
                      <a:cubicBezTo>
                        <a:pt x="318" y="2"/>
                        <a:pt x="318" y="1"/>
                        <a:pt x="3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5"/>
                <p:cNvSpPr>
                  <a:spLocks/>
                </p:cNvSpPr>
                <p:nvPr/>
              </p:nvSpPr>
              <p:spPr bwMode="auto">
                <a:xfrm>
                  <a:off x="5976938" y="1436688"/>
                  <a:ext cx="1749425" cy="3106737"/>
                </a:xfrm>
                <a:custGeom>
                  <a:avLst/>
                  <a:gdLst/>
                  <a:ahLst/>
                  <a:cxnLst>
                    <a:cxn ang="0">
                      <a:pos x="235" y="2"/>
                    </a:cxn>
                    <a:cxn ang="0">
                      <a:pos x="278" y="20"/>
                    </a:cxn>
                    <a:cxn ang="0">
                      <a:pos x="281" y="22"/>
                    </a:cxn>
                    <a:cxn ang="0">
                      <a:pos x="350" y="61"/>
                    </a:cxn>
                    <a:cxn ang="0">
                      <a:pos x="401" y="105"/>
                    </a:cxn>
                    <a:cxn ang="0">
                      <a:pos x="412" y="112"/>
                    </a:cxn>
                    <a:cxn ang="0">
                      <a:pos x="458" y="170"/>
                    </a:cxn>
                    <a:cxn ang="0">
                      <a:pos x="462" y="176"/>
                    </a:cxn>
                    <a:cxn ang="0">
                      <a:pos x="505" y="246"/>
                    </a:cxn>
                    <a:cxn ang="0">
                      <a:pos x="524" y="309"/>
                    </a:cxn>
                    <a:cxn ang="0">
                      <a:pos x="528" y="325"/>
                    </a:cxn>
                    <a:cxn ang="0">
                      <a:pos x="546" y="406"/>
                    </a:cxn>
                    <a:cxn ang="0">
                      <a:pos x="541" y="406"/>
                    </a:cxn>
                    <a:cxn ang="0">
                      <a:pos x="544" y="488"/>
                    </a:cxn>
                    <a:cxn ang="0">
                      <a:pos x="528" y="546"/>
                    </a:cxn>
                    <a:cxn ang="0">
                      <a:pos x="523" y="564"/>
                    </a:cxn>
                    <a:cxn ang="0">
                      <a:pos x="499" y="641"/>
                    </a:cxn>
                    <a:cxn ang="0">
                      <a:pos x="465" y="687"/>
                    </a:cxn>
                    <a:cxn ang="0">
                      <a:pos x="452" y="705"/>
                    </a:cxn>
                    <a:cxn ang="0">
                      <a:pos x="404" y="771"/>
                    </a:cxn>
                    <a:cxn ang="0">
                      <a:pos x="357" y="800"/>
                    </a:cxn>
                    <a:cxn ang="0">
                      <a:pos x="336" y="815"/>
                    </a:cxn>
                    <a:cxn ang="0">
                      <a:pos x="268" y="861"/>
                    </a:cxn>
                    <a:cxn ang="0">
                      <a:pos x="215" y="871"/>
                    </a:cxn>
                    <a:cxn ang="0">
                      <a:pos x="189" y="876"/>
                    </a:cxn>
                    <a:cxn ang="0">
                      <a:pos x="87" y="908"/>
                    </a:cxn>
                    <a:cxn ang="0">
                      <a:pos x="0" y="966"/>
                    </a:cxn>
                    <a:cxn ang="0">
                      <a:pos x="87" y="929"/>
                    </a:cxn>
                    <a:cxn ang="0">
                      <a:pos x="204" y="889"/>
                    </a:cxn>
                    <a:cxn ang="0">
                      <a:pos x="231" y="881"/>
                    </a:cxn>
                    <a:cxn ang="0">
                      <a:pos x="283" y="862"/>
                    </a:cxn>
                    <a:cxn ang="0">
                      <a:pos x="308" y="849"/>
                    </a:cxn>
                    <a:cxn ang="0">
                      <a:pos x="349" y="816"/>
                    </a:cxn>
                    <a:cxn ang="0">
                      <a:pos x="416" y="767"/>
                    </a:cxn>
                    <a:cxn ang="0">
                      <a:pos x="433" y="749"/>
                    </a:cxn>
                    <a:cxn ang="0">
                      <a:pos x="464" y="702"/>
                    </a:cxn>
                    <a:cxn ang="0">
                      <a:pos x="510" y="633"/>
                    </a:cxn>
                    <a:cxn ang="0">
                      <a:pos x="520" y="609"/>
                    </a:cxn>
                    <a:cxn ang="0">
                      <a:pos x="537" y="557"/>
                    </a:cxn>
                    <a:cxn ang="0">
                      <a:pos x="543" y="534"/>
                    </a:cxn>
                    <a:cxn ang="0">
                      <a:pos x="545" y="478"/>
                    </a:cxn>
                    <a:cxn ang="0">
                      <a:pos x="550" y="394"/>
                    </a:cxn>
                    <a:cxn ang="0">
                      <a:pos x="547" y="374"/>
                    </a:cxn>
                    <a:cxn ang="0">
                      <a:pos x="530" y="315"/>
                    </a:cxn>
                    <a:cxn ang="0">
                      <a:pos x="504" y="235"/>
                    </a:cxn>
                    <a:cxn ang="0">
                      <a:pos x="497" y="219"/>
                    </a:cxn>
                    <a:cxn ang="0">
                      <a:pos x="459" y="167"/>
                    </a:cxn>
                    <a:cxn ang="0">
                      <a:pos x="408" y="103"/>
                    </a:cxn>
                    <a:cxn ang="0">
                      <a:pos x="397" y="94"/>
                    </a:cxn>
                    <a:cxn ang="0">
                      <a:pos x="343" y="55"/>
                    </a:cxn>
                    <a:cxn ang="0">
                      <a:pos x="274" y="15"/>
                    </a:cxn>
                    <a:cxn ang="0">
                      <a:pos x="266" y="12"/>
                    </a:cxn>
                  </a:cxnLst>
                  <a:rect l="0" t="0" r="r" b="b"/>
                  <a:pathLst>
                    <a:path w="553" h="981">
                      <a:moveTo>
                        <a:pt x="234" y="0"/>
                      </a:moveTo>
                      <a:cubicBezTo>
                        <a:pt x="234" y="1"/>
                        <a:pt x="235" y="2"/>
                        <a:pt x="235" y="2"/>
                      </a:cubicBezTo>
                      <a:cubicBezTo>
                        <a:pt x="235" y="2"/>
                        <a:pt x="235" y="2"/>
                        <a:pt x="234" y="2"/>
                      </a:cubicBezTo>
                      <a:cubicBezTo>
                        <a:pt x="245" y="6"/>
                        <a:pt x="260" y="12"/>
                        <a:pt x="278" y="20"/>
                      </a:cubicBezTo>
                      <a:cubicBezTo>
                        <a:pt x="280" y="21"/>
                        <a:pt x="281" y="21"/>
                        <a:pt x="281" y="21"/>
                      </a:cubicBezTo>
                      <a:cubicBezTo>
                        <a:pt x="281" y="21"/>
                        <a:pt x="281" y="21"/>
                        <a:pt x="281" y="22"/>
                      </a:cubicBezTo>
                      <a:cubicBezTo>
                        <a:pt x="299" y="31"/>
                        <a:pt x="321" y="42"/>
                        <a:pt x="343" y="58"/>
                      </a:cubicBezTo>
                      <a:cubicBezTo>
                        <a:pt x="348" y="59"/>
                        <a:pt x="350" y="61"/>
                        <a:pt x="350" y="61"/>
                      </a:cubicBezTo>
                      <a:cubicBezTo>
                        <a:pt x="350" y="61"/>
                        <a:pt x="350" y="61"/>
                        <a:pt x="349" y="62"/>
                      </a:cubicBezTo>
                      <a:cubicBezTo>
                        <a:pt x="366" y="74"/>
                        <a:pt x="384" y="88"/>
                        <a:pt x="401" y="105"/>
                      </a:cubicBezTo>
                      <a:cubicBezTo>
                        <a:pt x="403" y="106"/>
                        <a:pt x="404" y="107"/>
                        <a:pt x="406" y="109"/>
                      </a:cubicBezTo>
                      <a:cubicBezTo>
                        <a:pt x="410" y="111"/>
                        <a:pt x="412" y="112"/>
                        <a:pt x="412" y="112"/>
                      </a:cubicBezTo>
                      <a:cubicBezTo>
                        <a:pt x="412" y="112"/>
                        <a:pt x="412" y="113"/>
                        <a:pt x="411" y="113"/>
                      </a:cubicBezTo>
                      <a:cubicBezTo>
                        <a:pt x="428" y="130"/>
                        <a:pt x="444" y="148"/>
                        <a:pt x="458" y="170"/>
                      </a:cubicBezTo>
                      <a:cubicBezTo>
                        <a:pt x="462" y="173"/>
                        <a:pt x="464" y="175"/>
                        <a:pt x="464" y="175"/>
                      </a:cubicBezTo>
                      <a:cubicBezTo>
                        <a:pt x="464" y="175"/>
                        <a:pt x="464" y="175"/>
                        <a:pt x="462" y="176"/>
                      </a:cubicBezTo>
                      <a:cubicBezTo>
                        <a:pt x="475" y="194"/>
                        <a:pt x="486" y="214"/>
                        <a:pt x="496" y="236"/>
                      </a:cubicBezTo>
                      <a:cubicBezTo>
                        <a:pt x="502" y="241"/>
                        <a:pt x="505" y="246"/>
                        <a:pt x="505" y="246"/>
                      </a:cubicBezTo>
                      <a:cubicBezTo>
                        <a:pt x="505" y="246"/>
                        <a:pt x="504" y="247"/>
                        <a:pt x="502" y="247"/>
                      </a:cubicBezTo>
                      <a:cubicBezTo>
                        <a:pt x="510" y="267"/>
                        <a:pt x="518" y="288"/>
                        <a:pt x="524" y="309"/>
                      </a:cubicBezTo>
                      <a:cubicBezTo>
                        <a:pt x="529" y="317"/>
                        <a:pt x="533" y="324"/>
                        <a:pt x="533" y="324"/>
                      </a:cubicBezTo>
                      <a:cubicBezTo>
                        <a:pt x="533" y="324"/>
                        <a:pt x="531" y="324"/>
                        <a:pt x="528" y="325"/>
                      </a:cubicBezTo>
                      <a:cubicBezTo>
                        <a:pt x="533" y="346"/>
                        <a:pt x="537" y="368"/>
                        <a:pt x="540" y="390"/>
                      </a:cubicBezTo>
                      <a:cubicBezTo>
                        <a:pt x="544" y="399"/>
                        <a:pt x="546" y="406"/>
                        <a:pt x="546" y="406"/>
                      </a:cubicBezTo>
                      <a:cubicBezTo>
                        <a:pt x="546" y="406"/>
                        <a:pt x="545" y="406"/>
                        <a:pt x="545" y="406"/>
                      </a:cubicBezTo>
                      <a:cubicBezTo>
                        <a:pt x="544" y="406"/>
                        <a:pt x="543" y="406"/>
                        <a:pt x="541" y="406"/>
                      </a:cubicBezTo>
                      <a:cubicBezTo>
                        <a:pt x="543" y="427"/>
                        <a:pt x="543" y="449"/>
                        <a:pt x="541" y="471"/>
                      </a:cubicBezTo>
                      <a:cubicBezTo>
                        <a:pt x="543" y="481"/>
                        <a:pt x="544" y="488"/>
                        <a:pt x="544" y="488"/>
                      </a:cubicBezTo>
                      <a:cubicBezTo>
                        <a:pt x="544" y="488"/>
                        <a:pt x="542" y="487"/>
                        <a:pt x="540" y="487"/>
                      </a:cubicBezTo>
                      <a:cubicBezTo>
                        <a:pt x="537" y="507"/>
                        <a:pt x="534" y="526"/>
                        <a:pt x="528" y="546"/>
                      </a:cubicBezTo>
                      <a:cubicBezTo>
                        <a:pt x="529" y="557"/>
                        <a:pt x="529" y="567"/>
                        <a:pt x="529" y="567"/>
                      </a:cubicBezTo>
                      <a:cubicBezTo>
                        <a:pt x="529" y="567"/>
                        <a:pt x="527" y="566"/>
                        <a:pt x="523" y="564"/>
                      </a:cubicBezTo>
                      <a:cubicBezTo>
                        <a:pt x="518" y="584"/>
                        <a:pt x="511" y="603"/>
                        <a:pt x="503" y="621"/>
                      </a:cubicBezTo>
                      <a:cubicBezTo>
                        <a:pt x="501" y="632"/>
                        <a:pt x="499" y="641"/>
                        <a:pt x="499" y="641"/>
                      </a:cubicBezTo>
                      <a:cubicBezTo>
                        <a:pt x="499" y="641"/>
                        <a:pt x="498" y="640"/>
                        <a:pt x="495" y="638"/>
                      </a:cubicBezTo>
                      <a:cubicBezTo>
                        <a:pt x="486" y="655"/>
                        <a:pt x="476" y="672"/>
                        <a:pt x="465" y="687"/>
                      </a:cubicBezTo>
                      <a:cubicBezTo>
                        <a:pt x="462" y="700"/>
                        <a:pt x="458" y="710"/>
                        <a:pt x="458" y="710"/>
                      </a:cubicBezTo>
                      <a:cubicBezTo>
                        <a:pt x="458" y="710"/>
                        <a:pt x="456" y="709"/>
                        <a:pt x="452" y="705"/>
                      </a:cubicBezTo>
                      <a:cubicBezTo>
                        <a:pt x="441" y="720"/>
                        <a:pt x="429" y="734"/>
                        <a:pt x="416" y="747"/>
                      </a:cubicBezTo>
                      <a:cubicBezTo>
                        <a:pt x="410" y="761"/>
                        <a:pt x="404" y="771"/>
                        <a:pt x="404" y="771"/>
                      </a:cubicBezTo>
                      <a:cubicBezTo>
                        <a:pt x="404" y="771"/>
                        <a:pt x="402" y="769"/>
                        <a:pt x="399" y="765"/>
                      </a:cubicBezTo>
                      <a:cubicBezTo>
                        <a:pt x="385" y="777"/>
                        <a:pt x="371" y="789"/>
                        <a:pt x="357" y="800"/>
                      </a:cubicBezTo>
                      <a:cubicBezTo>
                        <a:pt x="349" y="812"/>
                        <a:pt x="340" y="822"/>
                        <a:pt x="340" y="822"/>
                      </a:cubicBezTo>
                      <a:cubicBezTo>
                        <a:pt x="340" y="822"/>
                        <a:pt x="338" y="820"/>
                        <a:pt x="336" y="815"/>
                      </a:cubicBezTo>
                      <a:cubicBezTo>
                        <a:pt x="320" y="825"/>
                        <a:pt x="304" y="835"/>
                        <a:pt x="288" y="843"/>
                      </a:cubicBezTo>
                      <a:cubicBezTo>
                        <a:pt x="277" y="853"/>
                        <a:pt x="268" y="861"/>
                        <a:pt x="268" y="861"/>
                      </a:cubicBezTo>
                      <a:cubicBezTo>
                        <a:pt x="268" y="861"/>
                        <a:pt x="267" y="858"/>
                        <a:pt x="265" y="853"/>
                      </a:cubicBezTo>
                      <a:cubicBezTo>
                        <a:pt x="248" y="861"/>
                        <a:pt x="231" y="866"/>
                        <a:pt x="215" y="871"/>
                      </a:cubicBezTo>
                      <a:cubicBezTo>
                        <a:pt x="202" y="880"/>
                        <a:pt x="190" y="886"/>
                        <a:pt x="190" y="886"/>
                      </a:cubicBezTo>
                      <a:cubicBezTo>
                        <a:pt x="190" y="886"/>
                        <a:pt x="189" y="882"/>
                        <a:pt x="189" y="876"/>
                      </a:cubicBezTo>
                      <a:cubicBezTo>
                        <a:pt x="165" y="880"/>
                        <a:pt x="143" y="887"/>
                        <a:pt x="124" y="894"/>
                      </a:cubicBezTo>
                      <a:cubicBezTo>
                        <a:pt x="110" y="898"/>
                        <a:pt x="98" y="903"/>
                        <a:pt x="87" y="908"/>
                      </a:cubicBezTo>
                      <a:cubicBezTo>
                        <a:pt x="80" y="912"/>
                        <a:pt x="73" y="915"/>
                        <a:pt x="67" y="918"/>
                      </a:cubicBezTo>
                      <a:cubicBezTo>
                        <a:pt x="19" y="943"/>
                        <a:pt x="0" y="966"/>
                        <a:pt x="0" y="966"/>
                      </a:cubicBezTo>
                      <a:cubicBezTo>
                        <a:pt x="17" y="981"/>
                        <a:pt x="17" y="981"/>
                        <a:pt x="17" y="981"/>
                      </a:cubicBezTo>
                      <a:cubicBezTo>
                        <a:pt x="17" y="981"/>
                        <a:pt x="39" y="954"/>
                        <a:pt x="87" y="929"/>
                      </a:cubicBezTo>
                      <a:cubicBezTo>
                        <a:pt x="94" y="925"/>
                        <a:pt x="101" y="922"/>
                        <a:pt x="108" y="918"/>
                      </a:cubicBezTo>
                      <a:cubicBezTo>
                        <a:pt x="134" y="907"/>
                        <a:pt x="166" y="896"/>
                        <a:pt x="204" y="889"/>
                      </a:cubicBezTo>
                      <a:cubicBezTo>
                        <a:pt x="202" y="885"/>
                        <a:pt x="201" y="883"/>
                        <a:pt x="201" y="883"/>
                      </a:cubicBezTo>
                      <a:cubicBezTo>
                        <a:pt x="201" y="883"/>
                        <a:pt x="215" y="881"/>
                        <a:pt x="231" y="881"/>
                      </a:cubicBezTo>
                      <a:cubicBezTo>
                        <a:pt x="232" y="881"/>
                        <a:pt x="233" y="881"/>
                        <a:pt x="234" y="881"/>
                      </a:cubicBezTo>
                      <a:cubicBezTo>
                        <a:pt x="250" y="876"/>
                        <a:pt x="266" y="870"/>
                        <a:pt x="283" y="862"/>
                      </a:cubicBezTo>
                      <a:cubicBezTo>
                        <a:pt x="280" y="858"/>
                        <a:pt x="278" y="856"/>
                        <a:pt x="278" y="856"/>
                      </a:cubicBezTo>
                      <a:cubicBezTo>
                        <a:pt x="278" y="856"/>
                        <a:pt x="292" y="851"/>
                        <a:pt x="308" y="849"/>
                      </a:cubicBezTo>
                      <a:cubicBezTo>
                        <a:pt x="324" y="840"/>
                        <a:pt x="339" y="831"/>
                        <a:pt x="353" y="820"/>
                      </a:cubicBezTo>
                      <a:cubicBezTo>
                        <a:pt x="350" y="817"/>
                        <a:pt x="349" y="816"/>
                        <a:pt x="349" y="816"/>
                      </a:cubicBezTo>
                      <a:cubicBezTo>
                        <a:pt x="349" y="816"/>
                        <a:pt x="360" y="810"/>
                        <a:pt x="374" y="805"/>
                      </a:cubicBezTo>
                      <a:cubicBezTo>
                        <a:pt x="388" y="793"/>
                        <a:pt x="403" y="780"/>
                        <a:pt x="416" y="767"/>
                      </a:cubicBezTo>
                      <a:cubicBezTo>
                        <a:pt x="413" y="765"/>
                        <a:pt x="411" y="764"/>
                        <a:pt x="411" y="764"/>
                      </a:cubicBezTo>
                      <a:cubicBezTo>
                        <a:pt x="411" y="764"/>
                        <a:pt x="421" y="756"/>
                        <a:pt x="433" y="749"/>
                      </a:cubicBezTo>
                      <a:cubicBezTo>
                        <a:pt x="446" y="735"/>
                        <a:pt x="458" y="720"/>
                        <a:pt x="469" y="704"/>
                      </a:cubicBezTo>
                      <a:cubicBezTo>
                        <a:pt x="466" y="703"/>
                        <a:pt x="464" y="702"/>
                        <a:pt x="464" y="702"/>
                      </a:cubicBezTo>
                      <a:cubicBezTo>
                        <a:pt x="464" y="702"/>
                        <a:pt x="472" y="692"/>
                        <a:pt x="483" y="683"/>
                      </a:cubicBezTo>
                      <a:cubicBezTo>
                        <a:pt x="493" y="667"/>
                        <a:pt x="502" y="650"/>
                        <a:pt x="510" y="633"/>
                      </a:cubicBezTo>
                      <a:cubicBezTo>
                        <a:pt x="506" y="633"/>
                        <a:pt x="504" y="632"/>
                        <a:pt x="504" y="632"/>
                      </a:cubicBezTo>
                      <a:cubicBezTo>
                        <a:pt x="504" y="632"/>
                        <a:pt x="511" y="621"/>
                        <a:pt x="520" y="609"/>
                      </a:cubicBezTo>
                      <a:cubicBezTo>
                        <a:pt x="527" y="592"/>
                        <a:pt x="533" y="575"/>
                        <a:pt x="537" y="557"/>
                      </a:cubicBezTo>
                      <a:cubicBezTo>
                        <a:pt x="537" y="557"/>
                        <a:pt x="537" y="557"/>
                        <a:pt x="537" y="557"/>
                      </a:cubicBezTo>
                      <a:cubicBezTo>
                        <a:pt x="533" y="557"/>
                        <a:pt x="531" y="557"/>
                        <a:pt x="531" y="557"/>
                      </a:cubicBezTo>
                      <a:cubicBezTo>
                        <a:pt x="531" y="557"/>
                        <a:pt x="536" y="546"/>
                        <a:pt x="543" y="534"/>
                      </a:cubicBezTo>
                      <a:cubicBezTo>
                        <a:pt x="547" y="515"/>
                        <a:pt x="549" y="496"/>
                        <a:pt x="551" y="477"/>
                      </a:cubicBezTo>
                      <a:cubicBezTo>
                        <a:pt x="547" y="478"/>
                        <a:pt x="545" y="478"/>
                        <a:pt x="545" y="478"/>
                      </a:cubicBezTo>
                      <a:cubicBezTo>
                        <a:pt x="545" y="478"/>
                        <a:pt x="548" y="466"/>
                        <a:pt x="552" y="453"/>
                      </a:cubicBezTo>
                      <a:cubicBezTo>
                        <a:pt x="553" y="433"/>
                        <a:pt x="552" y="414"/>
                        <a:pt x="550" y="394"/>
                      </a:cubicBezTo>
                      <a:cubicBezTo>
                        <a:pt x="547" y="395"/>
                        <a:pt x="545" y="396"/>
                        <a:pt x="545" y="396"/>
                      </a:cubicBezTo>
                      <a:cubicBezTo>
                        <a:pt x="545" y="396"/>
                        <a:pt x="545" y="386"/>
                        <a:pt x="547" y="374"/>
                      </a:cubicBezTo>
                      <a:cubicBezTo>
                        <a:pt x="544" y="353"/>
                        <a:pt x="540" y="333"/>
                        <a:pt x="534" y="313"/>
                      </a:cubicBezTo>
                      <a:cubicBezTo>
                        <a:pt x="532" y="314"/>
                        <a:pt x="530" y="315"/>
                        <a:pt x="530" y="315"/>
                      </a:cubicBezTo>
                      <a:cubicBezTo>
                        <a:pt x="530" y="315"/>
                        <a:pt x="529" y="306"/>
                        <a:pt x="529" y="296"/>
                      </a:cubicBezTo>
                      <a:cubicBezTo>
                        <a:pt x="522" y="275"/>
                        <a:pt x="514" y="254"/>
                        <a:pt x="504" y="235"/>
                      </a:cubicBezTo>
                      <a:cubicBezTo>
                        <a:pt x="503" y="237"/>
                        <a:pt x="501" y="237"/>
                        <a:pt x="501" y="237"/>
                      </a:cubicBezTo>
                      <a:cubicBezTo>
                        <a:pt x="501" y="237"/>
                        <a:pt x="499" y="230"/>
                        <a:pt x="497" y="219"/>
                      </a:cubicBezTo>
                      <a:cubicBezTo>
                        <a:pt x="486" y="199"/>
                        <a:pt x="475" y="181"/>
                        <a:pt x="462" y="164"/>
                      </a:cubicBezTo>
                      <a:cubicBezTo>
                        <a:pt x="460" y="166"/>
                        <a:pt x="459" y="167"/>
                        <a:pt x="459" y="167"/>
                      </a:cubicBezTo>
                      <a:cubicBezTo>
                        <a:pt x="459" y="167"/>
                        <a:pt x="455" y="159"/>
                        <a:pt x="451" y="148"/>
                      </a:cubicBezTo>
                      <a:cubicBezTo>
                        <a:pt x="437" y="131"/>
                        <a:pt x="423" y="116"/>
                        <a:pt x="408" y="103"/>
                      </a:cubicBezTo>
                      <a:cubicBezTo>
                        <a:pt x="406" y="105"/>
                        <a:pt x="406" y="106"/>
                        <a:pt x="406" y="106"/>
                      </a:cubicBezTo>
                      <a:cubicBezTo>
                        <a:pt x="406" y="106"/>
                        <a:pt x="402" y="101"/>
                        <a:pt x="397" y="94"/>
                      </a:cubicBezTo>
                      <a:cubicBezTo>
                        <a:pt x="379" y="78"/>
                        <a:pt x="361" y="64"/>
                        <a:pt x="344" y="53"/>
                      </a:cubicBezTo>
                      <a:cubicBezTo>
                        <a:pt x="343" y="55"/>
                        <a:pt x="343" y="55"/>
                        <a:pt x="343" y="55"/>
                      </a:cubicBezTo>
                      <a:cubicBezTo>
                        <a:pt x="343" y="55"/>
                        <a:pt x="339" y="52"/>
                        <a:pt x="335" y="47"/>
                      </a:cubicBezTo>
                      <a:cubicBezTo>
                        <a:pt x="312" y="33"/>
                        <a:pt x="292" y="23"/>
                        <a:pt x="274" y="15"/>
                      </a:cubicBezTo>
                      <a:cubicBezTo>
                        <a:pt x="274" y="16"/>
                        <a:pt x="273" y="17"/>
                        <a:pt x="273" y="17"/>
                      </a:cubicBezTo>
                      <a:cubicBezTo>
                        <a:pt x="273" y="17"/>
                        <a:pt x="270" y="15"/>
                        <a:pt x="266" y="12"/>
                      </a:cubicBezTo>
                      <a:cubicBezTo>
                        <a:pt x="253" y="7"/>
                        <a:pt x="242" y="3"/>
                        <a:pt x="23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6"/>
                <p:cNvSpPr>
                  <a:spLocks/>
                </p:cNvSpPr>
                <p:nvPr/>
              </p:nvSpPr>
              <p:spPr bwMode="auto">
                <a:xfrm>
                  <a:off x="5716588" y="3897313"/>
                  <a:ext cx="215900" cy="344487"/>
                </a:xfrm>
                <a:custGeom>
                  <a:avLst/>
                  <a:gdLst/>
                  <a:ahLst/>
                  <a:cxnLst>
                    <a:cxn ang="0">
                      <a:pos x="9" y="0"/>
                    </a:cxn>
                    <a:cxn ang="0">
                      <a:pos x="17" y="70"/>
                    </a:cxn>
                    <a:cxn ang="0">
                      <a:pos x="42" y="94"/>
                    </a:cxn>
                    <a:cxn ang="0">
                      <a:pos x="66" y="109"/>
                    </a:cxn>
                    <a:cxn ang="0">
                      <a:pos x="68" y="99"/>
                    </a:cxn>
                    <a:cxn ang="0">
                      <a:pos x="58" y="42"/>
                    </a:cxn>
                    <a:cxn ang="0">
                      <a:pos x="9" y="0"/>
                    </a:cxn>
                  </a:cxnLst>
                  <a:rect l="0" t="0" r="r" b="b"/>
                  <a:pathLst>
                    <a:path w="68" h="109">
                      <a:moveTo>
                        <a:pt x="9" y="0"/>
                      </a:moveTo>
                      <a:cubicBezTo>
                        <a:pt x="9" y="0"/>
                        <a:pt x="0" y="42"/>
                        <a:pt x="17" y="70"/>
                      </a:cubicBezTo>
                      <a:cubicBezTo>
                        <a:pt x="23" y="79"/>
                        <a:pt x="32" y="87"/>
                        <a:pt x="42" y="94"/>
                      </a:cubicBezTo>
                      <a:cubicBezTo>
                        <a:pt x="54" y="103"/>
                        <a:pt x="66" y="109"/>
                        <a:pt x="66" y="109"/>
                      </a:cubicBezTo>
                      <a:cubicBezTo>
                        <a:pt x="66" y="109"/>
                        <a:pt x="67" y="105"/>
                        <a:pt x="68" y="99"/>
                      </a:cubicBezTo>
                      <a:cubicBezTo>
                        <a:pt x="68" y="87"/>
                        <a:pt x="68" y="66"/>
                        <a:pt x="58" y="42"/>
                      </a:cubicBezTo>
                      <a:cubicBezTo>
                        <a:pt x="46" y="13"/>
                        <a:pt x="9"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7"/>
                <p:cNvSpPr>
                  <a:spLocks/>
                </p:cNvSpPr>
                <p:nvPr/>
              </p:nvSpPr>
              <p:spPr bwMode="auto">
                <a:xfrm>
                  <a:off x="5543550" y="4225925"/>
                  <a:ext cx="347663" cy="190500"/>
                </a:xfrm>
                <a:custGeom>
                  <a:avLst/>
                  <a:gdLst/>
                  <a:ahLst/>
                  <a:cxnLst>
                    <a:cxn ang="0">
                      <a:pos x="80" y="0"/>
                    </a:cxn>
                    <a:cxn ang="0">
                      <a:pos x="78" y="0"/>
                    </a:cxn>
                    <a:cxn ang="0">
                      <a:pos x="48" y="5"/>
                    </a:cxn>
                    <a:cxn ang="0">
                      <a:pos x="0" y="57"/>
                    </a:cxn>
                    <a:cxn ang="0">
                      <a:pos x="28" y="60"/>
                    </a:cxn>
                    <a:cxn ang="0">
                      <a:pos x="64" y="52"/>
                    </a:cxn>
                    <a:cxn ang="0">
                      <a:pos x="107" y="8"/>
                    </a:cxn>
                    <a:cxn ang="0">
                      <a:pos x="110" y="2"/>
                    </a:cxn>
                    <a:cxn ang="0">
                      <a:pos x="80" y="0"/>
                    </a:cxn>
                  </a:cxnLst>
                  <a:rect l="0" t="0" r="r" b="b"/>
                  <a:pathLst>
                    <a:path w="110" h="60">
                      <a:moveTo>
                        <a:pt x="80" y="0"/>
                      </a:moveTo>
                      <a:cubicBezTo>
                        <a:pt x="79" y="0"/>
                        <a:pt x="79" y="0"/>
                        <a:pt x="78" y="0"/>
                      </a:cubicBezTo>
                      <a:cubicBezTo>
                        <a:pt x="67" y="0"/>
                        <a:pt x="56" y="2"/>
                        <a:pt x="48" y="5"/>
                      </a:cubicBezTo>
                      <a:cubicBezTo>
                        <a:pt x="17" y="17"/>
                        <a:pt x="0" y="57"/>
                        <a:pt x="0" y="57"/>
                      </a:cubicBezTo>
                      <a:cubicBezTo>
                        <a:pt x="0" y="57"/>
                        <a:pt x="12" y="60"/>
                        <a:pt x="28" y="60"/>
                      </a:cubicBezTo>
                      <a:cubicBezTo>
                        <a:pt x="39" y="60"/>
                        <a:pt x="52" y="58"/>
                        <a:pt x="64" y="52"/>
                      </a:cubicBezTo>
                      <a:cubicBezTo>
                        <a:pt x="88" y="37"/>
                        <a:pt x="102" y="17"/>
                        <a:pt x="107" y="8"/>
                      </a:cubicBezTo>
                      <a:cubicBezTo>
                        <a:pt x="109" y="4"/>
                        <a:pt x="110" y="2"/>
                        <a:pt x="110" y="2"/>
                      </a:cubicBezTo>
                      <a:cubicBezTo>
                        <a:pt x="110" y="2"/>
                        <a:pt x="96" y="0"/>
                        <a:pt x="8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8"/>
                <p:cNvSpPr>
                  <a:spLocks/>
                </p:cNvSpPr>
                <p:nvPr/>
              </p:nvSpPr>
              <p:spPr bwMode="auto">
                <a:xfrm>
                  <a:off x="5514975" y="3798888"/>
                  <a:ext cx="195263" cy="365125"/>
                </a:xfrm>
                <a:custGeom>
                  <a:avLst/>
                  <a:gdLst/>
                  <a:ahLst/>
                  <a:cxnLst>
                    <a:cxn ang="0">
                      <a:pos x="16" y="0"/>
                    </a:cxn>
                    <a:cxn ang="0">
                      <a:pos x="12" y="69"/>
                    </a:cxn>
                    <a:cxn ang="0">
                      <a:pos x="33" y="97"/>
                    </a:cxn>
                    <a:cxn ang="0">
                      <a:pos x="53" y="115"/>
                    </a:cxn>
                    <a:cxn ang="0">
                      <a:pos x="55" y="107"/>
                    </a:cxn>
                    <a:cxn ang="0">
                      <a:pos x="56" y="48"/>
                    </a:cxn>
                    <a:cxn ang="0">
                      <a:pos x="16" y="0"/>
                    </a:cxn>
                  </a:cxnLst>
                  <a:rect l="0" t="0" r="r" b="b"/>
                  <a:pathLst>
                    <a:path w="62" h="115">
                      <a:moveTo>
                        <a:pt x="16" y="0"/>
                      </a:moveTo>
                      <a:cubicBezTo>
                        <a:pt x="16" y="0"/>
                        <a:pt x="0" y="39"/>
                        <a:pt x="12" y="69"/>
                      </a:cubicBezTo>
                      <a:cubicBezTo>
                        <a:pt x="16" y="78"/>
                        <a:pt x="25" y="89"/>
                        <a:pt x="33" y="97"/>
                      </a:cubicBezTo>
                      <a:cubicBezTo>
                        <a:pt x="43" y="107"/>
                        <a:pt x="53" y="115"/>
                        <a:pt x="53" y="115"/>
                      </a:cubicBezTo>
                      <a:cubicBezTo>
                        <a:pt x="53" y="115"/>
                        <a:pt x="54" y="112"/>
                        <a:pt x="55" y="107"/>
                      </a:cubicBezTo>
                      <a:cubicBezTo>
                        <a:pt x="58" y="96"/>
                        <a:pt x="62" y="75"/>
                        <a:pt x="56" y="48"/>
                      </a:cubicBezTo>
                      <a:cubicBezTo>
                        <a:pt x="49" y="18"/>
                        <a:pt x="16" y="0"/>
                        <a:pt x="1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9"/>
                <p:cNvSpPr>
                  <a:spLocks/>
                </p:cNvSpPr>
                <p:nvPr/>
              </p:nvSpPr>
              <p:spPr bwMode="auto">
                <a:xfrm>
                  <a:off x="5283200" y="4119563"/>
                  <a:ext cx="365125" cy="163512"/>
                </a:xfrm>
                <a:custGeom>
                  <a:avLst/>
                  <a:gdLst/>
                  <a:ahLst/>
                  <a:cxnLst>
                    <a:cxn ang="0">
                      <a:pos x="66" y="0"/>
                    </a:cxn>
                    <a:cxn ang="0">
                      <a:pos x="55" y="1"/>
                    </a:cxn>
                    <a:cxn ang="0">
                      <a:pos x="0" y="43"/>
                    </a:cxn>
                    <a:cxn ang="0">
                      <a:pos x="41" y="52"/>
                    </a:cxn>
                    <a:cxn ang="0">
                      <a:pos x="62" y="49"/>
                    </a:cxn>
                    <a:cxn ang="0">
                      <a:pos x="111" y="15"/>
                    </a:cxn>
                    <a:cxn ang="0">
                      <a:pos x="115" y="9"/>
                    </a:cxn>
                    <a:cxn ang="0">
                      <a:pos x="85" y="2"/>
                    </a:cxn>
                    <a:cxn ang="0">
                      <a:pos x="66" y="0"/>
                    </a:cxn>
                  </a:cxnLst>
                  <a:rect l="0" t="0" r="r" b="b"/>
                  <a:pathLst>
                    <a:path w="115" h="52">
                      <a:moveTo>
                        <a:pt x="66" y="0"/>
                      </a:moveTo>
                      <a:cubicBezTo>
                        <a:pt x="62" y="0"/>
                        <a:pt x="58" y="0"/>
                        <a:pt x="55" y="1"/>
                      </a:cubicBezTo>
                      <a:cubicBezTo>
                        <a:pt x="23" y="8"/>
                        <a:pt x="0" y="43"/>
                        <a:pt x="0" y="43"/>
                      </a:cubicBezTo>
                      <a:cubicBezTo>
                        <a:pt x="0" y="43"/>
                        <a:pt x="19" y="52"/>
                        <a:pt x="41" y="52"/>
                      </a:cubicBezTo>
                      <a:cubicBezTo>
                        <a:pt x="48" y="52"/>
                        <a:pt x="55" y="51"/>
                        <a:pt x="62" y="49"/>
                      </a:cubicBezTo>
                      <a:cubicBezTo>
                        <a:pt x="88" y="39"/>
                        <a:pt x="104" y="23"/>
                        <a:pt x="111" y="15"/>
                      </a:cubicBezTo>
                      <a:cubicBezTo>
                        <a:pt x="114" y="11"/>
                        <a:pt x="115" y="9"/>
                        <a:pt x="115" y="9"/>
                      </a:cubicBezTo>
                      <a:cubicBezTo>
                        <a:pt x="115" y="9"/>
                        <a:pt x="101" y="4"/>
                        <a:pt x="85" y="2"/>
                      </a:cubicBezTo>
                      <a:cubicBezTo>
                        <a:pt x="79" y="1"/>
                        <a:pt x="72" y="0"/>
                        <a:pt x="6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80"/>
                <p:cNvSpPr>
                  <a:spLocks/>
                </p:cNvSpPr>
                <p:nvPr/>
              </p:nvSpPr>
              <p:spPr bwMode="auto">
                <a:xfrm>
                  <a:off x="5334000" y="3668713"/>
                  <a:ext cx="168275" cy="371475"/>
                </a:xfrm>
                <a:custGeom>
                  <a:avLst/>
                  <a:gdLst/>
                  <a:ahLst/>
                  <a:cxnLst>
                    <a:cxn ang="0">
                      <a:pos x="22" y="0"/>
                    </a:cxn>
                    <a:cxn ang="0">
                      <a:pos x="6" y="66"/>
                    </a:cxn>
                    <a:cxn ang="0">
                      <a:pos x="20" y="95"/>
                    </a:cxn>
                    <a:cxn ang="0">
                      <a:pos x="38" y="117"/>
                    </a:cxn>
                    <a:cxn ang="0">
                      <a:pos x="42" y="110"/>
                    </a:cxn>
                    <a:cxn ang="0">
                      <a:pos x="52" y="54"/>
                    </a:cxn>
                    <a:cxn ang="0">
                      <a:pos x="22" y="0"/>
                    </a:cxn>
                  </a:cxnLst>
                  <a:rect l="0" t="0" r="r" b="b"/>
                  <a:pathLst>
                    <a:path w="53" h="117">
                      <a:moveTo>
                        <a:pt x="22" y="0"/>
                      </a:moveTo>
                      <a:cubicBezTo>
                        <a:pt x="22" y="0"/>
                        <a:pt x="0" y="35"/>
                        <a:pt x="6" y="66"/>
                      </a:cubicBezTo>
                      <a:cubicBezTo>
                        <a:pt x="8" y="75"/>
                        <a:pt x="14" y="86"/>
                        <a:pt x="20" y="95"/>
                      </a:cubicBezTo>
                      <a:cubicBezTo>
                        <a:pt x="29" y="107"/>
                        <a:pt x="38" y="117"/>
                        <a:pt x="38" y="117"/>
                      </a:cubicBezTo>
                      <a:cubicBezTo>
                        <a:pt x="38" y="117"/>
                        <a:pt x="39" y="114"/>
                        <a:pt x="42" y="110"/>
                      </a:cubicBezTo>
                      <a:cubicBezTo>
                        <a:pt x="46" y="100"/>
                        <a:pt x="53" y="80"/>
                        <a:pt x="52" y="54"/>
                      </a:cubicBezTo>
                      <a:cubicBezTo>
                        <a:pt x="51" y="23"/>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1"/>
                <p:cNvSpPr>
                  <a:spLocks/>
                </p:cNvSpPr>
                <p:nvPr/>
              </p:nvSpPr>
              <p:spPr bwMode="auto">
                <a:xfrm>
                  <a:off x="5053013" y="3963988"/>
                  <a:ext cx="373063" cy="152400"/>
                </a:xfrm>
                <a:custGeom>
                  <a:avLst/>
                  <a:gdLst/>
                  <a:ahLst/>
                  <a:cxnLst>
                    <a:cxn ang="0">
                      <a:pos x="62" y="0"/>
                    </a:cxn>
                    <a:cxn ang="0">
                      <a:pos x="60" y="0"/>
                    </a:cxn>
                    <a:cxn ang="0">
                      <a:pos x="0" y="31"/>
                    </a:cxn>
                    <a:cxn ang="0">
                      <a:pos x="49" y="48"/>
                    </a:cxn>
                    <a:cxn ang="0">
                      <a:pos x="60" y="47"/>
                    </a:cxn>
                    <a:cxn ang="0">
                      <a:pos x="113" y="22"/>
                    </a:cxn>
                    <a:cxn ang="0">
                      <a:pos x="118" y="18"/>
                    </a:cxn>
                    <a:cxn ang="0">
                      <a:pos x="93" y="7"/>
                    </a:cxn>
                    <a:cxn ang="0">
                      <a:pos x="62" y="0"/>
                    </a:cxn>
                  </a:cxnLst>
                  <a:rect l="0" t="0" r="r" b="b"/>
                  <a:pathLst>
                    <a:path w="118" h="48">
                      <a:moveTo>
                        <a:pt x="62" y="0"/>
                      </a:moveTo>
                      <a:cubicBezTo>
                        <a:pt x="61" y="0"/>
                        <a:pt x="61" y="0"/>
                        <a:pt x="60" y="0"/>
                      </a:cubicBezTo>
                      <a:cubicBezTo>
                        <a:pt x="29" y="1"/>
                        <a:pt x="0" y="31"/>
                        <a:pt x="0" y="31"/>
                      </a:cubicBezTo>
                      <a:cubicBezTo>
                        <a:pt x="0" y="31"/>
                        <a:pt x="23" y="48"/>
                        <a:pt x="49" y="48"/>
                      </a:cubicBezTo>
                      <a:cubicBezTo>
                        <a:pt x="53" y="48"/>
                        <a:pt x="56" y="48"/>
                        <a:pt x="60" y="47"/>
                      </a:cubicBezTo>
                      <a:cubicBezTo>
                        <a:pt x="87" y="42"/>
                        <a:pt x="105" y="29"/>
                        <a:pt x="113" y="22"/>
                      </a:cubicBezTo>
                      <a:cubicBezTo>
                        <a:pt x="116" y="19"/>
                        <a:pt x="118" y="18"/>
                        <a:pt x="118" y="18"/>
                      </a:cubicBezTo>
                      <a:cubicBezTo>
                        <a:pt x="118" y="18"/>
                        <a:pt x="107" y="12"/>
                        <a:pt x="93" y="7"/>
                      </a:cubicBezTo>
                      <a:cubicBezTo>
                        <a:pt x="83" y="3"/>
                        <a:pt x="71" y="0"/>
                        <a:pt x="6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82"/>
                <p:cNvSpPr>
                  <a:spLocks/>
                </p:cNvSpPr>
                <p:nvPr/>
              </p:nvSpPr>
              <p:spPr bwMode="auto">
                <a:xfrm>
                  <a:off x="5180013" y="3511550"/>
                  <a:ext cx="160338" cy="366712"/>
                </a:xfrm>
                <a:custGeom>
                  <a:avLst/>
                  <a:gdLst/>
                  <a:ahLst/>
                  <a:cxnLst>
                    <a:cxn ang="0">
                      <a:pos x="27" y="0"/>
                    </a:cxn>
                    <a:cxn ang="0">
                      <a:pos x="1" y="61"/>
                    </a:cxn>
                    <a:cxn ang="0">
                      <a:pos x="10" y="92"/>
                    </a:cxn>
                    <a:cxn ang="0">
                      <a:pos x="23" y="116"/>
                    </a:cxn>
                    <a:cxn ang="0">
                      <a:pos x="28" y="110"/>
                    </a:cxn>
                    <a:cxn ang="0">
                      <a:pos x="47" y="57"/>
                    </a:cxn>
                    <a:cxn ang="0">
                      <a:pos x="27" y="0"/>
                    </a:cxn>
                  </a:cxnLst>
                  <a:rect l="0" t="0" r="r" b="b"/>
                  <a:pathLst>
                    <a:path w="51" h="116">
                      <a:moveTo>
                        <a:pt x="27" y="0"/>
                      </a:moveTo>
                      <a:cubicBezTo>
                        <a:pt x="27" y="0"/>
                        <a:pt x="0" y="31"/>
                        <a:pt x="1" y="61"/>
                      </a:cubicBezTo>
                      <a:cubicBezTo>
                        <a:pt x="2" y="71"/>
                        <a:pt x="6" y="82"/>
                        <a:pt x="10" y="92"/>
                      </a:cubicBezTo>
                      <a:cubicBezTo>
                        <a:pt x="16" y="106"/>
                        <a:pt x="23" y="116"/>
                        <a:pt x="23" y="116"/>
                      </a:cubicBezTo>
                      <a:cubicBezTo>
                        <a:pt x="23" y="116"/>
                        <a:pt x="25" y="114"/>
                        <a:pt x="28" y="110"/>
                      </a:cubicBezTo>
                      <a:cubicBezTo>
                        <a:pt x="34" y="101"/>
                        <a:pt x="44" y="83"/>
                        <a:pt x="47" y="57"/>
                      </a:cubicBezTo>
                      <a:cubicBezTo>
                        <a:pt x="51" y="28"/>
                        <a:pt x="27"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3"/>
                <p:cNvSpPr>
                  <a:spLocks/>
                </p:cNvSpPr>
                <p:nvPr/>
              </p:nvSpPr>
              <p:spPr bwMode="auto">
                <a:xfrm>
                  <a:off x="4860925" y="3767138"/>
                  <a:ext cx="366713" cy="146050"/>
                </a:xfrm>
                <a:custGeom>
                  <a:avLst/>
                  <a:gdLst/>
                  <a:ahLst/>
                  <a:cxnLst>
                    <a:cxn ang="0">
                      <a:pos x="56" y="0"/>
                    </a:cxn>
                    <a:cxn ang="0">
                      <a:pos x="0" y="20"/>
                    </a:cxn>
                    <a:cxn ang="0">
                      <a:pos x="54" y="46"/>
                    </a:cxn>
                    <a:cxn ang="0">
                      <a:pos x="55" y="46"/>
                    </a:cxn>
                    <a:cxn ang="0">
                      <a:pos x="111" y="31"/>
                    </a:cxn>
                    <a:cxn ang="0">
                      <a:pos x="116" y="28"/>
                    </a:cxn>
                    <a:cxn ang="0">
                      <a:pos x="94" y="13"/>
                    </a:cxn>
                    <a:cxn ang="0">
                      <a:pos x="64" y="0"/>
                    </a:cxn>
                    <a:cxn ang="0">
                      <a:pos x="56" y="0"/>
                    </a:cxn>
                  </a:cxnLst>
                  <a:rect l="0" t="0" r="r" b="b"/>
                  <a:pathLst>
                    <a:path w="116" h="46">
                      <a:moveTo>
                        <a:pt x="56" y="0"/>
                      </a:moveTo>
                      <a:cubicBezTo>
                        <a:pt x="28" y="0"/>
                        <a:pt x="0" y="20"/>
                        <a:pt x="0" y="20"/>
                      </a:cubicBezTo>
                      <a:cubicBezTo>
                        <a:pt x="0" y="20"/>
                        <a:pt x="25" y="46"/>
                        <a:pt x="54" y="46"/>
                      </a:cubicBezTo>
                      <a:cubicBezTo>
                        <a:pt x="54" y="46"/>
                        <a:pt x="55" y="46"/>
                        <a:pt x="55" y="46"/>
                      </a:cubicBezTo>
                      <a:cubicBezTo>
                        <a:pt x="82" y="45"/>
                        <a:pt x="103" y="36"/>
                        <a:pt x="111" y="31"/>
                      </a:cubicBezTo>
                      <a:cubicBezTo>
                        <a:pt x="114" y="29"/>
                        <a:pt x="116" y="28"/>
                        <a:pt x="116" y="28"/>
                      </a:cubicBezTo>
                      <a:cubicBezTo>
                        <a:pt x="116" y="28"/>
                        <a:pt x="107" y="20"/>
                        <a:pt x="94" y="13"/>
                      </a:cubicBezTo>
                      <a:cubicBezTo>
                        <a:pt x="85" y="7"/>
                        <a:pt x="73" y="2"/>
                        <a:pt x="64" y="0"/>
                      </a:cubicBezTo>
                      <a:cubicBezTo>
                        <a:pt x="61" y="0"/>
                        <a:pt x="59"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84"/>
                <p:cNvSpPr>
                  <a:spLocks/>
                </p:cNvSpPr>
                <p:nvPr/>
              </p:nvSpPr>
              <p:spPr bwMode="auto">
                <a:xfrm>
                  <a:off x="5040313" y="3333750"/>
                  <a:ext cx="174625" cy="350837"/>
                </a:xfrm>
                <a:custGeom>
                  <a:avLst/>
                  <a:gdLst/>
                  <a:ahLst/>
                  <a:cxnLst>
                    <a:cxn ang="0">
                      <a:pos x="37" y="0"/>
                    </a:cxn>
                    <a:cxn ang="0">
                      <a:pos x="1" y="55"/>
                    </a:cxn>
                    <a:cxn ang="0">
                      <a:pos x="5" y="88"/>
                    </a:cxn>
                    <a:cxn ang="0">
                      <a:pos x="13" y="111"/>
                    </a:cxn>
                    <a:cxn ang="0">
                      <a:pos x="18" y="106"/>
                    </a:cxn>
                    <a:cxn ang="0">
                      <a:pos x="47" y="59"/>
                    </a:cxn>
                    <a:cxn ang="0">
                      <a:pos x="37" y="0"/>
                    </a:cxn>
                  </a:cxnLst>
                  <a:rect l="0" t="0" r="r" b="b"/>
                  <a:pathLst>
                    <a:path w="55" h="111">
                      <a:moveTo>
                        <a:pt x="37" y="0"/>
                      </a:moveTo>
                      <a:cubicBezTo>
                        <a:pt x="37" y="0"/>
                        <a:pt x="6" y="25"/>
                        <a:pt x="1" y="55"/>
                      </a:cubicBezTo>
                      <a:cubicBezTo>
                        <a:pt x="0" y="65"/>
                        <a:pt x="2" y="77"/>
                        <a:pt x="5" y="88"/>
                      </a:cubicBezTo>
                      <a:cubicBezTo>
                        <a:pt x="9" y="101"/>
                        <a:pt x="13" y="111"/>
                        <a:pt x="13" y="111"/>
                      </a:cubicBezTo>
                      <a:cubicBezTo>
                        <a:pt x="13" y="111"/>
                        <a:pt x="15" y="110"/>
                        <a:pt x="18" y="106"/>
                      </a:cubicBezTo>
                      <a:cubicBezTo>
                        <a:pt x="26" y="99"/>
                        <a:pt x="39" y="83"/>
                        <a:pt x="47" y="59"/>
                      </a:cubicBezTo>
                      <a:cubicBezTo>
                        <a:pt x="55" y="31"/>
                        <a:pt x="37" y="0"/>
                        <a:pt x="3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85"/>
                <p:cNvSpPr>
                  <a:spLocks/>
                </p:cNvSpPr>
                <p:nvPr/>
              </p:nvSpPr>
              <p:spPr bwMode="auto">
                <a:xfrm>
                  <a:off x="4711700" y="3538538"/>
                  <a:ext cx="350838" cy="146050"/>
                </a:xfrm>
                <a:custGeom>
                  <a:avLst/>
                  <a:gdLst/>
                  <a:ahLst/>
                  <a:cxnLst>
                    <a:cxn ang="0">
                      <a:pos x="46" y="0"/>
                    </a:cxn>
                    <a:cxn ang="0">
                      <a:pos x="0" y="10"/>
                    </a:cxn>
                    <a:cxn ang="0">
                      <a:pos x="49" y="45"/>
                    </a:cxn>
                    <a:cxn ang="0">
                      <a:pos x="67" y="46"/>
                    </a:cxn>
                    <a:cxn ang="0">
                      <a:pos x="105" y="40"/>
                    </a:cxn>
                    <a:cxn ang="0">
                      <a:pos x="111" y="38"/>
                    </a:cxn>
                    <a:cxn ang="0">
                      <a:pos x="91" y="19"/>
                    </a:cxn>
                    <a:cxn ang="0">
                      <a:pos x="65" y="2"/>
                    </a:cxn>
                    <a:cxn ang="0">
                      <a:pos x="46" y="0"/>
                    </a:cxn>
                  </a:cxnLst>
                  <a:rect l="0" t="0" r="r" b="b"/>
                  <a:pathLst>
                    <a:path w="111" h="46">
                      <a:moveTo>
                        <a:pt x="46" y="0"/>
                      </a:moveTo>
                      <a:cubicBezTo>
                        <a:pt x="23" y="0"/>
                        <a:pt x="0" y="10"/>
                        <a:pt x="0" y="10"/>
                      </a:cubicBezTo>
                      <a:cubicBezTo>
                        <a:pt x="0" y="10"/>
                        <a:pt x="20" y="40"/>
                        <a:pt x="49" y="45"/>
                      </a:cubicBezTo>
                      <a:cubicBezTo>
                        <a:pt x="55" y="46"/>
                        <a:pt x="61" y="46"/>
                        <a:pt x="67" y="46"/>
                      </a:cubicBezTo>
                      <a:cubicBezTo>
                        <a:pt x="84" y="46"/>
                        <a:pt x="98" y="42"/>
                        <a:pt x="105" y="40"/>
                      </a:cubicBezTo>
                      <a:cubicBezTo>
                        <a:pt x="109" y="39"/>
                        <a:pt x="111" y="38"/>
                        <a:pt x="111" y="38"/>
                      </a:cubicBezTo>
                      <a:cubicBezTo>
                        <a:pt x="111" y="38"/>
                        <a:pt x="102" y="28"/>
                        <a:pt x="91" y="19"/>
                      </a:cubicBezTo>
                      <a:cubicBezTo>
                        <a:pt x="83" y="12"/>
                        <a:pt x="74" y="5"/>
                        <a:pt x="65" y="2"/>
                      </a:cubicBezTo>
                      <a:cubicBezTo>
                        <a:pt x="59" y="0"/>
                        <a:pt x="52" y="0"/>
                        <a:pt x="4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86"/>
                <p:cNvSpPr>
                  <a:spLocks/>
                </p:cNvSpPr>
                <p:nvPr/>
              </p:nvSpPr>
              <p:spPr bwMode="auto">
                <a:xfrm>
                  <a:off x="4932363" y="3140075"/>
                  <a:ext cx="190500" cy="327025"/>
                </a:xfrm>
                <a:custGeom>
                  <a:avLst/>
                  <a:gdLst/>
                  <a:ahLst/>
                  <a:cxnLst>
                    <a:cxn ang="0">
                      <a:pos x="47" y="0"/>
                    </a:cxn>
                    <a:cxn ang="0">
                      <a:pos x="3" y="47"/>
                    </a:cxn>
                    <a:cxn ang="0">
                      <a:pos x="2" y="83"/>
                    </a:cxn>
                    <a:cxn ang="0">
                      <a:pos x="5" y="103"/>
                    </a:cxn>
                    <a:cxn ang="0">
                      <a:pos x="10" y="100"/>
                    </a:cxn>
                    <a:cxn ang="0">
                      <a:pos x="46" y="58"/>
                    </a:cxn>
                    <a:cxn ang="0">
                      <a:pos x="47" y="0"/>
                    </a:cxn>
                  </a:cxnLst>
                  <a:rect l="0" t="0" r="r" b="b"/>
                  <a:pathLst>
                    <a:path w="60" h="103">
                      <a:moveTo>
                        <a:pt x="47" y="0"/>
                      </a:moveTo>
                      <a:cubicBezTo>
                        <a:pt x="47" y="0"/>
                        <a:pt x="13" y="19"/>
                        <a:pt x="3" y="47"/>
                      </a:cubicBezTo>
                      <a:cubicBezTo>
                        <a:pt x="0" y="57"/>
                        <a:pt x="1" y="71"/>
                        <a:pt x="2" y="83"/>
                      </a:cubicBezTo>
                      <a:cubicBezTo>
                        <a:pt x="3" y="94"/>
                        <a:pt x="5" y="103"/>
                        <a:pt x="5" y="103"/>
                      </a:cubicBezTo>
                      <a:cubicBezTo>
                        <a:pt x="5" y="103"/>
                        <a:pt x="7" y="102"/>
                        <a:pt x="10" y="100"/>
                      </a:cubicBezTo>
                      <a:cubicBezTo>
                        <a:pt x="18" y="95"/>
                        <a:pt x="35" y="81"/>
                        <a:pt x="46" y="58"/>
                      </a:cubicBezTo>
                      <a:cubicBezTo>
                        <a:pt x="60" y="33"/>
                        <a:pt x="47" y="0"/>
                        <a:pt x="4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87"/>
                <p:cNvSpPr>
                  <a:spLocks/>
                </p:cNvSpPr>
                <p:nvPr/>
              </p:nvSpPr>
              <p:spPr bwMode="auto">
                <a:xfrm>
                  <a:off x="4613275" y="3282950"/>
                  <a:ext cx="319088" cy="161925"/>
                </a:xfrm>
                <a:custGeom>
                  <a:avLst/>
                  <a:gdLst/>
                  <a:ahLst/>
                  <a:cxnLst>
                    <a:cxn ang="0">
                      <a:pos x="30" y="0"/>
                    </a:cxn>
                    <a:cxn ang="0">
                      <a:pos x="0" y="4"/>
                    </a:cxn>
                    <a:cxn ang="0">
                      <a:pos x="40" y="45"/>
                    </a:cxn>
                    <a:cxn ang="0">
                      <a:pos x="78" y="51"/>
                    </a:cxn>
                    <a:cxn ang="0">
                      <a:pos x="95" y="50"/>
                    </a:cxn>
                    <a:cxn ang="0">
                      <a:pos x="101" y="49"/>
                    </a:cxn>
                    <a:cxn ang="0">
                      <a:pos x="85" y="27"/>
                    </a:cxn>
                    <a:cxn ang="0">
                      <a:pos x="63" y="7"/>
                    </a:cxn>
                    <a:cxn ang="0">
                      <a:pos x="30" y="0"/>
                    </a:cxn>
                  </a:cxnLst>
                  <a:rect l="0" t="0" r="r" b="b"/>
                  <a:pathLst>
                    <a:path w="101" h="51">
                      <a:moveTo>
                        <a:pt x="30" y="0"/>
                      </a:moveTo>
                      <a:cubicBezTo>
                        <a:pt x="13" y="0"/>
                        <a:pt x="0" y="4"/>
                        <a:pt x="0" y="4"/>
                      </a:cubicBezTo>
                      <a:cubicBezTo>
                        <a:pt x="0" y="4"/>
                        <a:pt x="13" y="36"/>
                        <a:pt x="40" y="45"/>
                      </a:cubicBezTo>
                      <a:cubicBezTo>
                        <a:pt x="55" y="50"/>
                        <a:pt x="68" y="51"/>
                        <a:pt x="78" y="51"/>
                      </a:cubicBezTo>
                      <a:cubicBezTo>
                        <a:pt x="85" y="51"/>
                        <a:pt x="91" y="51"/>
                        <a:pt x="95" y="50"/>
                      </a:cubicBezTo>
                      <a:cubicBezTo>
                        <a:pt x="99" y="50"/>
                        <a:pt x="101" y="49"/>
                        <a:pt x="101" y="49"/>
                      </a:cubicBezTo>
                      <a:cubicBezTo>
                        <a:pt x="101" y="49"/>
                        <a:pt x="95" y="38"/>
                        <a:pt x="85" y="27"/>
                      </a:cubicBezTo>
                      <a:cubicBezTo>
                        <a:pt x="79" y="19"/>
                        <a:pt x="71" y="11"/>
                        <a:pt x="63" y="7"/>
                      </a:cubicBezTo>
                      <a:cubicBezTo>
                        <a:pt x="53" y="2"/>
                        <a:pt x="41" y="0"/>
                        <a:pt x="3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88"/>
                <p:cNvSpPr>
                  <a:spLocks/>
                </p:cNvSpPr>
                <p:nvPr/>
              </p:nvSpPr>
              <p:spPr bwMode="auto">
                <a:xfrm>
                  <a:off x="4854575" y="2936875"/>
                  <a:ext cx="207963" cy="295275"/>
                </a:xfrm>
                <a:custGeom>
                  <a:avLst/>
                  <a:gdLst/>
                  <a:ahLst/>
                  <a:cxnLst>
                    <a:cxn ang="0">
                      <a:pos x="59" y="0"/>
                    </a:cxn>
                    <a:cxn ang="0">
                      <a:pos x="9" y="38"/>
                    </a:cxn>
                    <a:cxn ang="0">
                      <a:pos x="1" y="72"/>
                    </a:cxn>
                    <a:cxn ang="0">
                      <a:pos x="1" y="93"/>
                    </a:cxn>
                    <a:cxn ang="0">
                      <a:pos x="6" y="90"/>
                    </a:cxn>
                    <a:cxn ang="0">
                      <a:pos x="48" y="56"/>
                    </a:cxn>
                    <a:cxn ang="0">
                      <a:pos x="59" y="0"/>
                    </a:cxn>
                  </a:cxnLst>
                  <a:rect l="0" t="0" r="r" b="b"/>
                  <a:pathLst>
                    <a:path w="66" h="93">
                      <a:moveTo>
                        <a:pt x="59" y="0"/>
                      </a:moveTo>
                      <a:cubicBezTo>
                        <a:pt x="59" y="0"/>
                        <a:pt x="23" y="12"/>
                        <a:pt x="9" y="38"/>
                      </a:cubicBezTo>
                      <a:cubicBezTo>
                        <a:pt x="4" y="47"/>
                        <a:pt x="2" y="60"/>
                        <a:pt x="1" y="72"/>
                      </a:cubicBezTo>
                      <a:cubicBezTo>
                        <a:pt x="0" y="83"/>
                        <a:pt x="1" y="93"/>
                        <a:pt x="1" y="93"/>
                      </a:cubicBezTo>
                      <a:cubicBezTo>
                        <a:pt x="1" y="93"/>
                        <a:pt x="3" y="92"/>
                        <a:pt x="6" y="90"/>
                      </a:cubicBezTo>
                      <a:cubicBezTo>
                        <a:pt x="15" y="86"/>
                        <a:pt x="33" y="76"/>
                        <a:pt x="48" y="56"/>
                      </a:cubicBezTo>
                      <a:cubicBezTo>
                        <a:pt x="66" y="34"/>
                        <a:pt x="59" y="0"/>
                        <a:pt x="5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89"/>
                <p:cNvSpPr>
                  <a:spLocks/>
                </p:cNvSpPr>
                <p:nvPr/>
              </p:nvSpPr>
              <p:spPr bwMode="auto">
                <a:xfrm>
                  <a:off x="4559300" y="3006725"/>
                  <a:ext cx="288925" cy="193675"/>
                </a:xfrm>
                <a:custGeom>
                  <a:avLst/>
                  <a:gdLst/>
                  <a:ahLst/>
                  <a:cxnLst>
                    <a:cxn ang="0">
                      <a:pos x="9" y="0"/>
                    </a:cxn>
                    <a:cxn ang="0">
                      <a:pos x="0" y="0"/>
                    </a:cxn>
                    <a:cxn ang="0">
                      <a:pos x="33" y="47"/>
                    </a:cxn>
                    <a:cxn ang="0">
                      <a:pos x="86" y="61"/>
                    </a:cxn>
                    <a:cxn ang="0">
                      <a:pos x="86" y="61"/>
                    </a:cxn>
                    <a:cxn ang="0">
                      <a:pos x="91" y="61"/>
                    </a:cxn>
                    <a:cxn ang="0">
                      <a:pos x="80" y="38"/>
                    </a:cxn>
                    <a:cxn ang="0">
                      <a:pos x="61" y="14"/>
                    </a:cxn>
                    <a:cxn ang="0">
                      <a:pos x="9" y="0"/>
                    </a:cxn>
                  </a:cxnLst>
                  <a:rect l="0" t="0" r="r" b="b"/>
                  <a:pathLst>
                    <a:path w="91" h="61">
                      <a:moveTo>
                        <a:pt x="9" y="0"/>
                      </a:moveTo>
                      <a:cubicBezTo>
                        <a:pt x="4" y="0"/>
                        <a:pt x="0" y="0"/>
                        <a:pt x="0" y="0"/>
                      </a:cubicBezTo>
                      <a:cubicBezTo>
                        <a:pt x="0" y="0"/>
                        <a:pt x="8" y="33"/>
                        <a:pt x="33" y="47"/>
                      </a:cubicBezTo>
                      <a:cubicBezTo>
                        <a:pt x="55" y="59"/>
                        <a:pt x="76" y="61"/>
                        <a:pt x="86" y="61"/>
                      </a:cubicBezTo>
                      <a:cubicBezTo>
                        <a:pt x="86" y="61"/>
                        <a:pt x="86" y="61"/>
                        <a:pt x="86" y="61"/>
                      </a:cubicBezTo>
                      <a:cubicBezTo>
                        <a:pt x="89" y="61"/>
                        <a:pt x="91" y="61"/>
                        <a:pt x="91" y="61"/>
                      </a:cubicBezTo>
                      <a:cubicBezTo>
                        <a:pt x="91" y="61"/>
                        <a:pt x="87" y="50"/>
                        <a:pt x="80" y="38"/>
                      </a:cubicBezTo>
                      <a:cubicBezTo>
                        <a:pt x="75" y="29"/>
                        <a:pt x="68" y="19"/>
                        <a:pt x="61" y="14"/>
                      </a:cubicBezTo>
                      <a:cubicBezTo>
                        <a:pt x="45" y="1"/>
                        <a:pt x="22"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90"/>
                <p:cNvSpPr>
                  <a:spLocks/>
                </p:cNvSpPr>
                <p:nvPr/>
              </p:nvSpPr>
              <p:spPr bwMode="auto">
                <a:xfrm>
                  <a:off x="4806950" y="2732088"/>
                  <a:ext cx="230188" cy="249237"/>
                </a:xfrm>
                <a:custGeom>
                  <a:avLst/>
                  <a:gdLst/>
                  <a:ahLst/>
                  <a:cxnLst>
                    <a:cxn ang="0">
                      <a:pos x="72" y="0"/>
                    </a:cxn>
                    <a:cxn ang="0">
                      <a:pos x="18" y="27"/>
                    </a:cxn>
                    <a:cxn ang="0">
                      <a:pos x="3" y="62"/>
                    </a:cxn>
                    <a:cxn ang="0">
                      <a:pos x="0" y="79"/>
                    </a:cxn>
                    <a:cxn ang="0">
                      <a:pos x="5" y="78"/>
                    </a:cxn>
                    <a:cxn ang="0">
                      <a:pos x="52" y="52"/>
                    </a:cxn>
                    <a:cxn ang="0">
                      <a:pos x="72" y="0"/>
                    </a:cxn>
                  </a:cxnLst>
                  <a:rect l="0" t="0" r="r" b="b"/>
                  <a:pathLst>
                    <a:path w="73" h="79">
                      <a:moveTo>
                        <a:pt x="72" y="0"/>
                      </a:moveTo>
                      <a:cubicBezTo>
                        <a:pt x="72" y="0"/>
                        <a:pt x="35" y="5"/>
                        <a:pt x="18" y="27"/>
                      </a:cubicBezTo>
                      <a:cubicBezTo>
                        <a:pt x="11" y="36"/>
                        <a:pt x="6" y="51"/>
                        <a:pt x="3" y="62"/>
                      </a:cubicBezTo>
                      <a:cubicBezTo>
                        <a:pt x="1" y="72"/>
                        <a:pt x="0" y="79"/>
                        <a:pt x="0" y="79"/>
                      </a:cubicBezTo>
                      <a:cubicBezTo>
                        <a:pt x="0" y="79"/>
                        <a:pt x="2" y="78"/>
                        <a:pt x="5" y="78"/>
                      </a:cubicBezTo>
                      <a:cubicBezTo>
                        <a:pt x="14" y="76"/>
                        <a:pt x="34" y="69"/>
                        <a:pt x="52" y="52"/>
                      </a:cubicBezTo>
                      <a:cubicBezTo>
                        <a:pt x="73" y="33"/>
                        <a:pt x="72" y="0"/>
                        <a:pt x="7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91"/>
                <p:cNvSpPr>
                  <a:spLocks/>
                </p:cNvSpPr>
                <p:nvPr/>
              </p:nvSpPr>
              <p:spPr bwMode="auto">
                <a:xfrm>
                  <a:off x="4559300" y="2716213"/>
                  <a:ext cx="244475" cy="233362"/>
                </a:xfrm>
                <a:custGeom>
                  <a:avLst/>
                  <a:gdLst/>
                  <a:ahLst/>
                  <a:cxnLst>
                    <a:cxn ang="0">
                      <a:pos x="0" y="0"/>
                    </a:cxn>
                    <a:cxn ang="0">
                      <a:pos x="23" y="50"/>
                    </a:cxn>
                    <a:cxn ang="0">
                      <a:pos x="72" y="73"/>
                    </a:cxn>
                    <a:cxn ang="0">
                      <a:pos x="77" y="74"/>
                    </a:cxn>
                    <a:cxn ang="0">
                      <a:pos x="70" y="49"/>
                    </a:cxn>
                    <a:cxn ang="0">
                      <a:pos x="57" y="24"/>
                    </a:cxn>
                    <a:cxn ang="0">
                      <a:pos x="0" y="0"/>
                    </a:cxn>
                  </a:cxnLst>
                  <a:rect l="0" t="0" r="r" b="b"/>
                  <a:pathLst>
                    <a:path w="77" h="74">
                      <a:moveTo>
                        <a:pt x="0" y="0"/>
                      </a:moveTo>
                      <a:cubicBezTo>
                        <a:pt x="0" y="0"/>
                        <a:pt x="2" y="33"/>
                        <a:pt x="23" y="50"/>
                      </a:cubicBezTo>
                      <a:cubicBezTo>
                        <a:pt x="43" y="66"/>
                        <a:pt x="62" y="71"/>
                        <a:pt x="72" y="73"/>
                      </a:cubicBezTo>
                      <a:cubicBezTo>
                        <a:pt x="75" y="74"/>
                        <a:pt x="77" y="74"/>
                        <a:pt x="77" y="74"/>
                      </a:cubicBezTo>
                      <a:cubicBezTo>
                        <a:pt x="77" y="74"/>
                        <a:pt x="75" y="62"/>
                        <a:pt x="70" y="49"/>
                      </a:cubicBezTo>
                      <a:cubicBezTo>
                        <a:pt x="67" y="40"/>
                        <a:pt x="62" y="30"/>
                        <a:pt x="57" y="24"/>
                      </a:cubicBezTo>
                      <a:cubicBezTo>
                        <a:pt x="38" y="2"/>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92"/>
                <p:cNvSpPr>
                  <a:spLocks/>
                </p:cNvSpPr>
                <p:nvPr/>
              </p:nvSpPr>
              <p:spPr bwMode="auto">
                <a:xfrm>
                  <a:off x="4803775" y="2516188"/>
                  <a:ext cx="261938" cy="206375"/>
                </a:xfrm>
                <a:custGeom>
                  <a:avLst/>
                  <a:gdLst/>
                  <a:ahLst/>
                  <a:cxnLst>
                    <a:cxn ang="0">
                      <a:pos x="81" y="0"/>
                    </a:cxn>
                    <a:cxn ang="0">
                      <a:pos x="25" y="18"/>
                    </a:cxn>
                    <a:cxn ang="0">
                      <a:pos x="6" y="49"/>
                    </a:cxn>
                    <a:cxn ang="0">
                      <a:pos x="0" y="65"/>
                    </a:cxn>
                    <a:cxn ang="0">
                      <a:pos x="1" y="65"/>
                    </a:cxn>
                    <a:cxn ang="0">
                      <a:pos x="4" y="65"/>
                    </a:cxn>
                    <a:cxn ang="0">
                      <a:pos x="55" y="48"/>
                    </a:cxn>
                    <a:cxn ang="0">
                      <a:pos x="83" y="0"/>
                    </a:cxn>
                    <a:cxn ang="0">
                      <a:pos x="81" y="0"/>
                    </a:cxn>
                  </a:cxnLst>
                  <a:rect l="0" t="0" r="r" b="b"/>
                  <a:pathLst>
                    <a:path w="83" h="65">
                      <a:moveTo>
                        <a:pt x="81" y="0"/>
                      </a:moveTo>
                      <a:cubicBezTo>
                        <a:pt x="74" y="0"/>
                        <a:pt x="43" y="1"/>
                        <a:pt x="25" y="18"/>
                      </a:cubicBezTo>
                      <a:cubicBezTo>
                        <a:pt x="17" y="25"/>
                        <a:pt x="10" y="38"/>
                        <a:pt x="6" y="49"/>
                      </a:cubicBezTo>
                      <a:cubicBezTo>
                        <a:pt x="2" y="58"/>
                        <a:pt x="0" y="65"/>
                        <a:pt x="0" y="65"/>
                      </a:cubicBezTo>
                      <a:cubicBezTo>
                        <a:pt x="0" y="65"/>
                        <a:pt x="0" y="65"/>
                        <a:pt x="1" y="65"/>
                      </a:cubicBezTo>
                      <a:cubicBezTo>
                        <a:pt x="1" y="65"/>
                        <a:pt x="3" y="65"/>
                        <a:pt x="4" y="65"/>
                      </a:cubicBezTo>
                      <a:cubicBezTo>
                        <a:pt x="13" y="64"/>
                        <a:pt x="33" y="61"/>
                        <a:pt x="55" y="48"/>
                      </a:cubicBezTo>
                      <a:cubicBezTo>
                        <a:pt x="77" y="33"/>
                        <a:pt x="83" y="0"/>
                        <a:pt x="83" y="0"/>
                      </a:cubicBezTo>
                      <a:cubicBezTo>
                        <a:pt x="83" y="0"/>
                        <a:pt x="82" y="0"/>
                        <a:pt x="8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93"/>
                <p:cNvSpPr>
                  <a:spLocks/>
                </p:cNvSpPr>
                <p:nvPr/>
              </p:nvSpPr>
              <p:spPr bwMode="auto">
                <a:xfrm>
                  <a:off x="4597400" y="2420938"/>
                  <a:ext cx="206375" cy="269875"/>
                </a:xfrm>
                <a:custGeom>
                  <a:avLst/>
                  <a:gdLst/>
                  <a:ahLst/>
                  <a:cxnLst>
                    <a:cxn ang="0">
                      <a:pos x="4" y="0"/>
                    </a:cxn>
                    <a:cxn ang="0">
                      <a:pos x="17" y="53"/>
                    </a:cxn>
                    <a:cxn ang="0">
                      <a:pos x="61" y="83"/>
                    </a:cxn>
                    <a:cxn ang="0">
                      <a:pos x="65" y="85"/>
                    </a:cxn>
                    <a:cxn ang="0">
                      <a:pos x="63" y="63"/>
                    </a:cxn>
                    <a:cxn ang="0">
                      <a:pos x="54" y="33"/>
                    </a:cxn>
                    <a:cxn ang="0">
                      <a:pos x="4" y="0"/>
                    </a:cxn>
                  </a:cxnLst>
                  <a:rect l="0" t="0" r="r" b="b"/>
                  <a:pathLst>
                    <a:path w="65" h="85">
                      <a:moveTo>
                        <a:pt x="4" y="0"/>
                      </a:moveTo>
                      <a:cubicBezTo>
                        <a:pt x="4" y="0"/>
                        <a:pt x="0" y="33"/>
                        <a:pt x="17" y="53"/>
                      </a:cubicBezTo>
                      <a:cubicBezTo>
                        <a:pt x="34" y="72"/>
                        <a:pt x="52" y="80"/>
                        <a:pt x="61" y="83"/>
                      </a:cubicBezTo>
                      <a:cubicBezTo>
                        <a:pt x="64" y="84"/>
                        <a:pt x="65" y="85"/>
                        <a:pt x="65" y="85"/>
                      </a:cubicBezTo>
                      <a:cubicBezTo>
                        <a:pt x="65" y="85"/>
                        <a:pt x="65" y="75"/>
                        <a:pt x="63" y="63"/>
                      </a:cubicBezTo>
                      <a:cubicBezTo>
                        <a:pt x="62" y="53"/>
                        <a:pt x="59" y="41"/>
                        <a:pt x="54" y="33"/>
                      </a:cubicBezTo>
                      <a:cubicBezTo>
                        <a:pt x="39" y="9"/>
                        <a:pt x="4" y="0"/>
                        <a:pt x="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94"/>
                <p:cNvSpPr>
                  <a:spLocks/>
                </p:cNvSpPr>
                <p:nvPr/>
              </p:nvSpPr>
              <p:spPr bwMode="auto">
                <a:xfrm>
                  <a:off x="4845050" y="2303463"/>
                  <a:ext cx="287338" cy="161925"/>
                </a:xfrm>
                <a:custGeom>
                  <a:avLst/>
                  <a:gdLst/>
                  <a:ahLst/>
                  <a:cxnLst>
                    <a:cxn ang="0">
                      <a:pos x="70" y="0"/>
                    </a:cxn>
                    <a:cxn ang="0">
                      <a:pos x="32" y="9"/>
                    </a:cxn>
                    <a:cxn ang="0">
                      <a:pos x="9" y="35"/>
                    </a:cxn>
                    <a:cxn ang="0">
                      <a:pos x="0" y="50"/>
                    </a:cxn>
                    <a:cxn ang="0">
                      <a:pos x="4" y="51"/>
                    </a:cxn>
                    <a:cxn ang="0">
                      <a:pos x="14" y="51"/>
                    </a:cxn>
                    <a:cxn ang="0">
                      <a:pos x="56" y="43"/>
                    </a:cxn>
                    <a:cxn ang="0">
                      <a:pos x="91" y="2"/>
                    </a:cxn>
                    <a:cxn ang="0">
                      <a:pos x="70" y="0"/>
                    </a:cxn>
                  </a:cxnLst>
                  <a:rect l="0" t="0" r="r" b="b"/>
                  <a:pathLst>
                    <a:path w="91" h="51">
                      <a:moveTo>
                        <a:pt x="70" y="0"/>
                      </a:moveTo>
                      <a:cubicBezTo>
                        <a:pt x="58" y="0"/>
                        <a:pt x="44" y="2"/>
                        <a:pt x="32" y="9"/>
                      </a:cubicBezTo>
                      <a:cubicBezTo>
                        <a:pt x="23" y="15"/>
                        <a:pt x="15" y="26"/>
                        <a:pt x="9" y="35"/>
                      </a:cubicBezTo>
                      <a:cubicBezTo>
                        <a:pt x="3" y="43"/>
                        <a:pt x="0" y="50"/>
                        <a:pt x="0" y="50"/>
                      </a:cubicBezTo>
                      <a:cubicBezTo>
                        <a:pt x="0" y="50"/>
                        <a:pt x="1" y="50"/>
                        <a:pt x="4" y="51"/>
                      </a:cubicBezTo>
                      <a:cubicBezTo>
                        <a:pt x="7" y="51"/>
                        <a:pt x="10" y="51"/>
                        <a:pt x="14" y="51"/>
                      </a:cubicBezTo>
                      <a:cubicBezTo>
                        <a:pt x="24" y="51"/>
                        <a:pt x="39" y="49"/>
                        <a:pt x="56" y="43"/>
                      </a:cubicBezTo>
                      <a:cubicBezTo>
                        <a:pt x="80" y="33"/>
                        <a:pt x="91" y="2"/>
                        <a:pt x="91" y="2"/>
                      </a:cubicBezTo>
                      <a:cubicBezTo>
                        <a:pt x="91" y="2"/>
                        <a:pt x="82" y="0"/>
                        <a:pt x="7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95"/>
                <p:cNvSpPr>
                  <a:spLocks/>
                </p:cNvSpPr>
                <p:nvPr/>
              </p:nvSpPr>
              <p:spPr bwMode="auto">
                <a:xfrm>
                  <a:off x="4676775" y="2139950"/>
                  <a:ext cx="180975" cy="293687"/>
                </a:xfrm>
                <a:custGeom>
                  <a:avLst/>
                  <a:gdLst/>
                  <a:ahLst/>
                  <a:cxnLst>
                    <a:cxn ang="0">
                      <a:pos x="10" y="0"/>
                    </a:cxn>
                    <a:cxn ang="0">
                      <a:pos x="14" y="54"/>
                    </a:cxn>
                    <a:cxn ang="0">
                      <a:pos x="52" y="91"/>
                    </a:cxn>
                    <a:cxn ang="0">
                      <a:pos x="55" y="93"/>
                    </a:cxn>
                    <a:cxn ang="0">
                      <a:pos x="57" y="74"/>
                    </a:cxn>
                    <a:cxn ang="0">
                      <a:pos x="53" y="40"/>
                    </a:cxn>
                    <a:cxn ang="0">
                      <a:pos x="10" y="0"/>
                    </a:cxn>
                  </a:cxnLst>
                  <a:rect l="0" t="0" r="r" b="b"/>
                  <a:pathLst>
                    <a:path w="57" h="93">
                      <a:moveTo>
                        <a:pt x="10" y="0"/>
                      </a:moveTo>
                      <a:cubicBezTo>
                        <a:pt x="10" y="0"/>
                        <a:pt x="0" y="31"/>
                        <a:pt x="14" y="54"/>
                      </a:cubicBezTo>
                      <a:cubicBezTo>
                        <a:pt x="27" y="75"/>
                        <a:pt x="44" y="87"/>
                        <a:pt x="52" y="91"/>
                      </a:cubicBezTo>
                      <a:cubicBezTo>
                        <a:pt x="54" y="92"/>
                        <a:pt x="55" y="93"/>
                        <a:pt x="55" y="93"/>
                      </a:cubicBezTo>
                      <a:cubicBezTo>
                        <a:pt x="55" y="93"/>
                        <a:pt x="56" y="84"/>
                        <a:pt x="57" y="74"/>
                      </a:cubicBezTo>
                      <a:cubicBezTo>
                        <a:pt x="57" y="63"/>
                        <a:pt x="57" y="50"/>
                        <a:pt x="53" y="40"/>
                      </a:cubicBezTo>
                      <a:cubicBezTo>
                        <a:pt x="43" y="15"/>
                        <a:pt x="10" y="0"/>
                        <a:pt x="1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96"/>
                <p:cNvSpPr>
                  <a:spLocks/>
                </p:cNvSpPr>
                <p:nvPr/>
              </p:nvSpPr>
              <p:spPr bwMode="auto">
                <a:xfrm>
                  <a:off x="4929188" y="2095500"/>
                  <a:ext cx="304800" cy="134937"/>
                </a:xfrm>
                <a:custGeom>
                  <a:avLst/>
                  <a:gdLst/>
                  <a:ahLst/>
                  <a:cxnLst>
                    <a:cxn ang="0">
                      <a:pos x="60" y="0"/>
                    </a:cxn>
                    <a:cxn ang="0">
                      <a:pos x="38" y="4"/>
                    </a:cxn>
                    <a:cxn ang="0">
                      <a:pos x="9" y="28"/>
                    </a:cxn>
                    <a:cxn ang="0">
                      <a:pos x="0" y="38"/>
                    </a:cxn>
                    <a:cxn ang="0">
                      <a:pos x="4" y="39"/>
                    </a:cxn>
                    <a:cxn ang="0">
                      <a:pos x="32" y="43"/>
                    </a:cxn>
                    <a:cxn ang="0">
                      <a:pos x="55" y="41"/>
                    </a:cxn>
                    <a:cxn ang="0">
                      <a:pos x="96" y="7"/>
                    </a:cxn>
                    <a:cxn ang="0">
                      <a:pos x="60" y="0"/>
                    </a:cxn>
                  </a:cxnLst>
                  <a:rect l="0" t="0" r="r" b="b"/>
                  <a:pathLst>
                    <a:path w="96" h="43">
                      <a:moveTo>
                        <a:pt x="60" y="0"/>
                      </a:moveTo>
                      <a:cubicBezTo>
                        <a:pt x="53" y="0"/>
                        <a:pt x="45" y="1"/>
                        <a:pt x="38" y="4"/>
                      </a:cubicBezTo>
                      <a:cubicBezTo>
                        <a:pt x="28" y="8"/>
                        <a:pt x="17" y="19"/>
                        <a:pt x="9" y="28"/>
                      </a:cubicBezTo>
                      <a:cubicBezTo>
                        <a:pt x="4" y="33"/>
                        <a:pt x="0" y="38"/>
                        <a:pt x="0" y="38"/>
                      </a:cubicBezTo>
                      <a:cubicBezTo>
                        <a:pt x="0" y="38"/>
                        <a:pt x="2" y="39"/>
                        <a:pt x="4" y="39"/>
                      </a:cubicBezTo>
                      <a:cubicBezTo>
                        <a:pt x="9" y="41"/>
                        <a:pt x="19" y="43"/>
                        <a:pt x="32" y="43"/>
                      </a:cubicBezTo>
                      <a:cubicBezTo>
                        <a:pt x="39" y="43"/>
                        <a:pt x="47" y="43"/>
                        <a:pt x="55" y="41"/>
                      </a:cubicBezTo>
                      <a:cubicBezTo>
                        <a:pt x="81" y="35"/>
                        <a:pt x="96" y="7"/>
                        <a:pt x="96" y="7"/>
                      </a:cubicBezTo>
                      <a:cubicBezTo>
                        <a:pt x="96" y="7"/>
                        <a:pt x="79"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97"/>
                <p:cNvSpPr>
                  <a:spLocks/>
                </p:cNvSpPr>
                <p:nvPr/>
              </p:nvSpPr>
              <p:spPr bwMode="auto">
                <a:xfrm>
                  <a:off x="4810125" y="1882775"/>
                  <a:ext cx="160338" cy="303212"/>
                </a:xfrm>
                <a:custGeom>
                  <a:avLst/>
                  <a:gdLst/>
                  <a:ahLst/>
                  <a:cxnLst>
                    <a:cxn ang="0">
                      <a:pos x="14" y="0"/>
                    </a:cxn>
                    <a:cxn ang="0">
                      <a:pos x="9" y="52"/>
                    </a:cxn>
                    <a:cxn ang="0">
                      <a:pos x="39" y="94"/>
                    </a:cxn>
                    <a:cxn ang="0">
                      <a:pos x="42" y="96"/>
                    </a:cxn>
                    <a:cxn ang="0">
                      <a:pos x="47" y="78"/>
                    </a:cxn>
                    <a:cxn ang="0">
                      <a:pos x="49" y="46"/>
                    </a:cxn>
                    <a:cxn ang="0">
                      <a:pos x="14" y="0"/>
                    </a:cxn>
                  </a:cxnLst>
                  <a:rect l="0" t="0" r="r" b="b"/>
                  <a:pathLst>
                    <a:path w="51" h="96">
                      <a:moveTo>
                        <a:pt x="14" y="0"/>
                      </a:moveTo>
                      <a:cubicBezTo>
                        <a:pt x="14" y="0"/>
                        <a:pt x="0" y="28"/>
                        <a:pt x="9" y="52"/>
                      </a:cubicBezTo>
                      <a:cubicBezTo>
                        <a:pt x="18" y="75"/>
                        <a:pt x="33" y="89"/>
                        <a:pt x="39" y="94"/>
                      </a:cubicBezTo>
                      <a:cubicBezTo>
                        <a:pt x="41" y="96"/>
                        <a:pt x="42" y="96"/>
                        <a:pt x="42" y="96"/>
                      </a:cubicBezTo>
                      <a:cubicBezTo>
                        <a:pt x="42" y="96"/>
                        <a:pt x="45" y="89"/>
                        <a:pt x="47" y="78"/>
                      </a:cubicBezTo>
                      <a:cubicBezTo>
                        <a:pt x="49" y="68"/>
                        <a:pt x="51" y="55"/>
                        <a:pt x="49" y="46"/>
                      </a:cubicBezTo>
                      <a:cubicBezTo>
                        <a:pt x="43" y="20"/>
                        <a:pt x="14" y="0"/>
                        <a:pt x="1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98"/>
                <p:cNvSpPr>
                  <a:spLocks/>
                </p:cNvSpPr>
                <p:nvPr/>
              </p:nvSpPr>
              <p:spPr bwMode="auto">
                <a:xfrm>
                  <a:off x="5059363" y="1901825"/>
                  <a:ext cx="309563" cy="127000"/>
                </a:xfrm>
                <a:custGeom>
                  <a:avLst/>
                  <a:gdLst/>
                  <a:ahLst/>
                  <a:cxnLst>
                    <a:cxn ang="0">
                      <a:pos x="53" y="0"/>
                    </a:cxn>
                    <a:cxn ang="0">
                      <a:pos x="43" y="1"/>
                    </a:cxn>
                    <a:cxn ang="0">
                      <a:pos x="6" y="22"/>
                    </a:cxn>
                    <a:cxn ang="0">
                      <a:pos x="0" y="28"/>
                    </a:cxn>
                    <a:cxn ang="0">
                      <a:pos x="2" y="29"/>
                    </a:cxn>
                    <a:cxn ang="0">
                      <a:pos x="48" y="40"/>
                    </a:cxn>
                    <a:cxn ang="0">
                      <a:pos x="53" y="40"/>
                    </a:cxn>
                    <a:cxn ang="0">
                      <a:pos x="98" y="14"/>
                    </a:cxn>
                    <a:cxn ang="0">
                      <a:pos x="53" y="0"/>
                    </a:cxn>
                  </a:cxnLst>
                  <a:rect l="0" t="0" r="r" b="b"/>
                  <a:pathLst>
                    <a:path w="98" h="40">
                      <a:moveTo>
                        <a:pt x="53" y="0"/>
                      </a:moveTo>
                      <a:cubicBezTo>
                        <a:pt x="50" y="0"/>
                        <a:pt x="46" y="1"/>
                        <a:pt x="43" y="1"/>
                      </a:cubicBezTo>
                      <a:cubicBezTo>
                        <a:pt x="30" y="4"/>
                        <a:pt x="15" y="16"/>
                        <a:pt x="6" y="22"/>
                      </a:cubicBezTo>
                      <a:cubicBezTo>
                        <a:pt x="3" y="26"/>
                        <a:pt x="0" y="28"/>
                        <a:pt x="0" y="28"/>
                      </a:cubicBezTo>
                      <a:cubicBezTo>
                        <a:pt x="0" y="28"/>
                        <a:pt x="1" y="28"/>
                        <a:pt x="2" y="29"/>
                      </a:cubicBezTo>
                      <a:cubicBezTo>
                        <a:pt x="7" y="32"/>
                        <a:pt x="25" y="40"/>
                        <a:pt x="48" y="40"/>
                      </a:cubicBezTo>
                      <a:cubicBezTo>
                        <a:pt x="50" y="40"/>
                        <a:pt x="51" y="40"/>
                        <a:pt x="53" y="40"/>
                      </a:cubicBezTo>
                      <a:cubicBezTo>
                        <a:pt x="78" y="38"/>
                        <a:pt x="98" y="14"/>
                        <a:pt x="98" y="14"/>
                      </a:cubicBezTo>
                      <a:cubicBezTo>
                        <a:pt x="98" y="14"/>
                        <a:pt x="76" y="0"/>
                        <a:pt x="5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99"/>
                <p:cNvSpPr>
                  <a:spLocks/>
                </p:cNvSpPr>
                <p:nvPr/>
              </p:nvSpPr>
              <p:spPr bwMode="auto">
                <a:xfrm>
                  <a:off x="4983163" y="1654175"/>
                  <a:ext cx="142875" cy="311150"/>
                </a:xfrm>
                <a:custGeom>
                  <a:avLst/>
                  <a:gdLst/>
                  <a:ahLst/>
                  <a:cxnLst>
                    <a:cxn ang="0">
                      <a:pos x="19" y="0"/>
                    </a:cxn>
                    <a:cxn ang="0">
                      <a:pos x="5" y="50"/>
                    </a:cxn>
                    <a:cxn ang="0">
                      <a:pos x="26" y="95"/>
                    </a:cxn>
                    <a:cxn ang="0">
                      <a:pos x="29" y="98"/>
                    </a:cxn>
                    <a:cxn ang="0">
                      <a:pos x="38" y="79"/>
                    </a:cxn>
                    <a:cxn ang="0">
                      <a:pos x="45" y="50"/>
                    </a:cxn>
                    <a:cxn ang="0">
                      <a:pos x="19" y="0"/>
                    </a:cxn>
                  </a:cxnLst>
                  <a:rect l="0" t="0" r="r" b="b"/>
                  <a:pathLst>
                    <a:path w="45" h="98">
                      <a:moveTo>
                        <a:pt x="19" y="0"/>
                      </a:moveTo>
                      <a:cubicBezTo>
                        <a:pt x="19" y="0"/>
                        <a:pt x="0" y="25"/>
                        <a:pt x="5" y="50"/>
                      </a:cubicBezTo>
                      <a:cubicBezTo>
                        <a:pt x="10" y="73"/>
                        <a:pt x="21" y="88"/>
                        <a:pt x="26" y="95"/>
                      </a:cubicBezTo>
                      <a:cubicBezTo>
                        <a:pt x="28" y="97"/>
                        <a:pt x="29" y="98"/>
                        <a:pt x="29" y="98"/>
                      </a:cubicBezTo>
                      <a:cubicBezTo>
                        <a:pt x="29" y="98"/>
                        <a:pt x="34" y="90"/>
                        <a:pt x="38" y="79"/>
                      </a:cubicBezTo>
                      <a:cubicBezTo>
                        <a:pt x="42" y="70"/>
                        <a:pt x="45" y="59"/>
                        <a:pt x="45" y="50"/>
                      </a:cubicBezTo>
                      <a:cubicBezTo>
                        <a:pt x="44" y="24"/>
                        <a:pt x="19" y="0"/>
                        <a:pt x="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100"/>
                <p:cNvSpPr>
                  <a:spLocks/>
                </p:cNvSpPr>
                <p:nvPr/>
              </p:nvSpPr>
              <p:spPr bwMode="auto">
                <a:xfrm>
                  <a:off x="5224463" y="1733550"/>
                  <a:ext cx="306388" cy="123825"/>
                </a:xfrm>
                <a:custGeom>
                  <a:avLst/>
                  <a:gdLst/>
                  <a:ahLst/>
                  <a:cxnLst>
                    <a:cxn ang="0">
                      <a:pos x="48" y="0"/>
                    </a:cxn>
                    <a:cxn ang="0">
                      <a:pos x="46" y="0"/>
                    </a:cxn>
                    <a:cxn ang="0">
                      <a:pos x="7" y="14"/>
                    </a:cxn>
                    <a:cxn ang="0">
                      <a:pos x="0" y="18"/>
                    </a:cxn>
                    <a:cxn ang="0">
                      <a:pos x="2" y="19"/>
                    </a:cxn>
                    <a:cxn ang="0">
                      <a:pos x="49" y="39"/>
                    </a:cxn>
                    <a:cxn ang="0">
                      <a:pos x="55" y="39"/>
                    </a:cxn>
                    <a:cxn ang="0">
                      <a:pos x="97" y="22"/>
                    </a:cxn>
                    <a:cxn ang="0">
                      <a:pos x="48" y="0"/>
                    </a:cxn>
                  </a:cxnLst>
                  <a:rect l="0" t="0" r="r" b="b"/>
                  <a:pathLst>
                    <a:path w="97" h="39">
                      <a:moveTo>
                        <a:pt x="48" y="0"/>
                      </a:moveTo>
                      <a:cubicBezTo>
                        <a:pt x="47" y="0"/>
                        <a:pt x="47" y="0"/>
                        <a:pt x="46" y="0"/>
                      </a:cubicBezTo>
                      <a:cubicBezTo>
                        <a:pt x="33" y="1"/>
                        <a:pt x="16" y="9"/>
                        <a:pt x="7" y="14"/>
                      </a:cubicBezTo>
                      <a:cubicBezTo>
                        <a:pt x="3" y="17"/>
                        <a:pt x="0" y="18"/>
                        <a:pt x="0" y="18"/>
                      </a:cubicBezTo>
                      <a:cubicBezTo>
                        <a:pt x="0" y="18"/>
                        <a:pt x="1" y="19"/>
                        <a:pt x="2" y="19"/>
                      </a:cubicBezTo>
                      <a:cubicBezTo>
                        <a:pt x="6" y="23"/>
                        <a:pt x="23" y="35"/>
                        <a:pt x="49" y="39"/>
                      </a:cubicBezTo>
                      <a:cubicBezTo>
                        <a:pt x="51" y="39"/>
                        <a:pt x="53" y="39"/>
                        <a:pt x="55" y="39"/>
                      </a:cubicBezTo>
                      <a:cubicBezTo>
                        <a:pt x="77" y="39"/>
                        <a:pt x="97" y="22"/>
                        <a:pt x="97" y="22"/>
                      </a:cubicBezTo>
                      <a:cubicBezTo>
                        <a:pt x="97" y="22"/>
                        <a:pt x="73" y="0"/>
                        <a:pt x="4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101"/>
                <p:cNvSpPr>
                  <a:spLocks/>
                </p:cNvSpPr>
                <p:nvPr/>
              </p:nvSpPr>
              <p:spPr bwMode="auto">
                <a:xfrm>
                  <a:off x="5195888" y="1465263"/>
                  <a:ext cx="131763" cy="306387"/>
                </a:xfrm>
                <a:custGeom>
                  <a:avLst/>
                  <a:gdLst/>
                  <a:ahLst/>
                  <a:cxnLst>
                    <a:cxn ang="0">
                      <a:pos x="22" y="0"/>
                    </a:cxn>
                    <a:cxn ang="0">
                      <a:pos x="1" y="46"/>
                    </a:cxn>
                    <a:cxn ang="0">
                      <a:pos x="14" y="94"/>
                    </a:cxn>
                    <a:cxn ang="0">
                      <a:pos x="16" y="97"/>
                    </a:cxn>
                    <a:cxn ang="0">
                      <a:pos x="24" y="85"/>
                    </a:cxn>
                    <a:cxn ang="0">
                      <a:pos x="39" y="53"/>
                    </a:cxn>
                    <a:cxn ang="0">
                      <a:pos x="22" y="0"/>
                    </a:cxn>
                  </a:cxnLst>
                  <a:rect l="0" t="0" r="r" b="b"/>
                  <a:pathLst>
                    <a:path w="42" h="97">
                      <a:moveTo>
                        <a:pt x="22" y="0"/>
                      </a:moveTo>
                      <a:cubicBezTo>
                        <a:pt x="22" y="0"/>
                        <a:pt x="0" y="21"/>
                        <a:pt x="1" y="46"/>
                      </a:cubicBezTo>
                      <a:cubicBezTo>
                        <a:pt x="1" y="70"/>
                        <a:pt x="10" y="87"/>
                        <a:pt x="14" y="94"/>
                      </a:cubicBezTo>
                      <a:cubicBezTo>
                        <a:pt x="15" y="96"/>
                        <a:pt x="16" y="97"/>
                        <a:pt x="16" y="97"/>
                      </a:cubicBezTo>
                      <a:cubicBezTo>
                        <a:pt x="16" y="97"/>
                        <a:pt x="20" y="92"/>
                        <a:pt x="24" y="85"/>
                      </a:cubicBezTo>
                      <a:cubicBezTo>
                        <a:pt x="30" y="76"/>
                        <a:pt x="37" y="63"/>
                        <a:pt x="39" y="53"/>
                      </a:cubicBezTo>
                      <a:cubicBezTo>
                        <a:pt x="42" y="28"/>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102"/>
                <p:cNvSpPr>
                  <a:spLocks/>
                </p:cNvSpPr>
                <p:nvPr/>
              </p:nvSpPr>
              <p:spPr bwMode="auto">
                <a:xfrm>
                  <a:off x="5419725" y="1597025"/>
                  <a:ext cx="293688" cy="127000"/>
                </a:xfrm>
                <a:custGeom>
                  <a:avLst/>
                  <a:gdLst/>
                  <a:ahLst/>
                  <a:cxnLst>
                    <a:cxn ang="0">
                      <a:pos x="42" y="0"/>
                    </a:cxn>
                    <a:cxn ang="0">
                      <a:pos x="7" y="7"/>
                    </a:cxn>
                    <a:cxn ang="0">
                      <a:pos x="0" y="10"/>
                    </a:cxn>
                    <a:cxn ang="0">
                      <a:pos x="2" y="11"/>
                    </a:cxn>
                    <a:cxn ang="0">
                      <a:pos x="44" y="38"/>
                    </a:cxn>
                    <a:cxn ang="0">
                      <a:pos x="58" y="40"/>
                    </a:cxn>
                    <a:cxn ang="0">
                      <a:pos x="93" y="30"/>
                    </a:cxn>
                    <a:cxn ang="0">
                      <a:pos x="48" y="0"/>
                    </a:cxn>
                    <a:cxn ang="0">
                      <a:pos x="42" y="0"/>
                    </a:cxn>
                  </a:cxnLst>
                  <a:rect l="0" t="0" r="r" b="b"/>
                  <a:pathLst>
                    <a:path w="93" h="40">
                      <a:moveTo>
                        <a:pt x="42" y="0"/>
                      </a:moveTo>
                      <a:cubicBezTo>
                        <a:pt x="30" y="0"/>
                        <a:pt x="16" y="4"/>
                        <a:pt x="7" y="7"/>
                      </a:cubicBezTo>
                      <a:cubicBezTo>
                        <a:pt x="3" y="8"/>
                        <a:pt x="0" y="10"/>
                        <a:pt x="0" y="10"/>
                      </a:cubicBezTo>
                      <a:cubicBezTo>
                        <a:pt x="0" y="10"/>
                        <a:pt x="1" y="10"/>
                        <a:pt x="2" y="11"/>
                      </a:cubicBezTo>
                      <a:cubicBezTo>
                        <a:pt x="6" y="15"/>
                        <a:pt x="20" y="30"/>
                        <a:pt x="44" y="38"/>
                      </a:cubicBezTo>
                      <a:cubicBezTo>
                        <a:pt x="49" y="39"/>
                        <a:pt x="53" y="40"/>
                        <a:pt x="58" y="40"/>
                      </a:cubicBezTo>
                      <a:cubicBezTo>
                        <a:pt x="76" y="40"/>
                        <a:pt x="93" y="30"/>
                        <a:pt x="93" y="30"/>
                      </a:cubicBezTo>
                      <a:cubicBezTo>
                        <a:pt x="93" y="30"/>
                        <a:pt x="72" y="3"/>
                        <a:pt x="48" y="0"/>
                      </a:cubicBezTo>
                      <a:cubicBezTo>
                        <a:pt x="46" y="0"/>
                        <a:pt x="44"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103"/>
                <p:cNvSpPr>
                  <a:spLocks/>
                </p:cNvSpPr>
                <p:nvPr/>
              </p:nvSpPr>
              <p:spPr bwMode="auto">
                <a:xfrm>
                  <a:off x="5413375" y="1319213"/>
                  <a:ext cx="149225" cy="290512"/>
                </a:xfrm>
                <a:custGeom>
                  <a:avLst/>
                  <a:gdLst/>
                  <a:ahLst/>
                  <a:cxnLst>
                    <a:cxn ang="0">
                      <a:pos x="32" y="0"/>
                    </a:cxn>
                    <a:cxn ang="0">
                      <a:pos x="4" y="41"/>
                    </a:cxn>
                    <a:cxn ang="0">
                      <a:pos x="9" y="90"/>
                    </a:cxn>
                    <a:cxn ang="0">
                      <a:pos x="10" y="92"/>
                    </a:cxn>
                    <a:cxn ang="0">
                      <a:pos x="18" y="84"/>
                    </a:cxn>
                    <a:cxn ang="0">
                      <a:pos x="39" y="54"/>
                    </a:cxn>
                    <a:cxn ang="0">
                      <a:pos x="32" y="0"/>
                    </a:cxn>
                  </a:cxnLst>
                  <a:rect l="0" t="0" r="r" b="b"/>
                  <a:pathLst>
                    <a:path w="47" h="92">
                      <a:moveTo>
                        <a:pt x="32" y="0"/>
                      </a:moveTo>
                      <a:cubicBezTo>
                        <a:pt x="32" y="0"/>
                        <a:pt x="7" y="17"/>
                        <a:pt x="4" y="41"/>
                      </a:cubicBezTo>
                      <a:cubicBezTo>
                        <a:pt x="0" y="65"/>
                        <a:pt x="6" y="84"/>
                        <a:pt x="9" y="90"/>
                      </a:cubicBezTo>
                      <a:cubicBezTo>
                        <a:pt x="9" y="92"/>
                        <a:pt x="10" y="92"/>
                        <a:pt x="10" y="92"/>
                      </a:cubicBezTo>
                      <a:cubicBezTo>
                        <a:pt x="10" y="92"/>
                        <a:pt x="13" y="89"/>
                        <a:pt x="18" y="84"/>
                      </a:cubicBezTo>
                      <a:cubicBezTo>
                        <a:pt x="25" y="77"/>
                        <a:pt x="36" y="65"/>
                        <a:pt x="39" y="54"/>
                      </a:cubicBezTo>
                      <a:cubicBezTo>
                        <a:pt x="47" y="30"/>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104"/>
                <p:cNvSpPr>
                  <a:spLocks/>
                </p:cNvSpPr>
                <p:nvPr/>
              </p:nvSpPr>
              <p:spPr bwMode="auto">
                <a:xfrm>
                  <a:off x="5638800" y="1490663"/>
                  <a:ext cx="271463" cy="134937"/>
                </a:xfrm>
                <a:custGeom>
                  <a:avLst/>
                  <a:gdLst/>
                  <a:ahLst/>
                  <a:cxnLst>
                    <a:cxn ang="0">
                      <a:pos x="31" y="0"/>
                    </a:cxn>
                    <a:cxn ang="0">
                      <a:pos x="3" y="3"/>
                    </a:cxn>
                    <a:cxn ang="0">
                      <a:pos x="0" y="4"/>
                    </a:cxn>
                    <a:cxn ang="0">
                      <a:pos x="1" y="5"/>
                    </a:cxn>
                    <a:cxn ang="0">
                      <a:pos x="38" y="38"/>
                    </a:cxn>
                    <a:cxn ang="0">
                      <a:pos x="60" y="43"/>
                    </a:cxn>
                    <a:cxn ang="0">
                      <a:pos x="86" y="39"/>
                    </a:cxn>
                    <a:cxn ang="0">
                      <a:pos x="47" y="3"/>
                    </a:cxn>
                    <a:cxn ang="0">
                      <a:pos x="31" y="0"/>
                    </a:cxn>
                  </a:cxnLst>
                  <a:rect l="0" t="0" r="r" b="b"/>
                  <a:pathLst>
                    <a:path w="86" h="43">
                      <a:moveTo>
                        <a:pt x="31" y="0"/>
                      </a:moveTo>
                      <a:cubicBezTo>
                        <a:pt x="20" y="0"/>
                        <a:pt x="9" y="2"/>
                        <a:pt x="3" y="3"/>
                      </a:cubicBezTo>
                      <a:cubicBezTo>
                        <a:pt x="1" y="4"/>
                        <a:pt x="0" y="4"/>
                        <a:pt x="0" y="4"/>
                      </a:cubicBezTo>
                      <a:cubicBezTo>
                        <a:pt x="0" y="4"/>
                        <a:pt x="0" y="4"/>
                        <a:pt x="1" y="5"/>
                      </a:cubicBezTo>
                      <a:cubicBezTo>
                        <a:pt x="3" y="8"/>
                        <a:pt x="14" y="26"/>
                        <a:pt x="38" y="38"/>
                      </a:cubicBezTo>
                      <a:cubicBezTo>
                        <a:pt x="45" y="42"/>
                        <a:pt x="53" y="43"/>
                        <a:pt x="60" y="43"/>
                      </a:cubicBezTo>
                      <a:cubicBezTo>
                        <a:pt x="74" y="43"/>
                        <a:pt x="86" y="39"/>
                        <a:pt x="86" y="39"/>
                      </a:cubicBezTo>
                      <a:cubicBezTo>
                        <a:pt x="86" y="39"/>
                        <a:pt x="71" y="10"/>
                        <a:pt x="47" y="3"/>
                      </a:cubicBezTo>
                      <a:cubicBezTo>
                        <a:pt x="43" y="1"/>
                        <a:pt x="37" y="0"/>
                        <a:pt x="3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105"/>
                <p:cNvSpPr>
                  <a:spLocks/>
                </p:cNvSpPr>
                <p:nvPr/>
              </p:nvSpPr>
              <p:spPr bwMode="auto">
                <a:xfrm>
                  <a:off x="5648325" y="1220788"/>
                  <a:ext cx="160338" cy="269875"/>
                </a:xfrm>
                <a:custGeom>
                  <a:avLst/>
                  <a:gdLst/>
                  <a:ahLst/>
                  <a:cxnLst>
                    <a:cxn ang="0">
                      <a:pos x="43" y="0"/>
                    </a:cxn>
                    <a:cxn ang="0">
                      <a:pos x="8" y="34"/>
                    </a:cxn>
                    <a:cxn ang="0">
                      <a:pos x="5" y="83"/>
                    </a:cxn>
                    <a:cxn ang="0">
                      <a:pos x="5" y="85"/>
                    </a:cxn>
                    <a:cxn ang="0">
                      <a:pos x="13" y="80"/>
                    </a:cxn>
                    <a:cxn ang="0">
                      <a:pos x="40" y="53"/>
                    </a:cxn>
                    <a:cxn ang="0">
                      <a:pos x="43" y="0"/>
                    </a:cxn>
                  </a:cxnLst>
                  <a:rect l="0" t="0" r="r" b="b"/>
                  <a:pathLst>
                    <a:path w="51" h="85">
                      <a:moveTo>
                        <a:pt x="43" y="0"/>
                      </a:moveTo>
                      <a:cubicBezTo>
                        <a:pt x="43" y="0"/>
                        <a:pt x="16" y="12"/>
                        <a:pt x="8" y="34"/>
                      </a:cubicBezTo>
                      <a:cubicBezTo>
                        <a:pt x="0" y="58"/>
                        <a:pt x="3" y="78"/>
                        <a:pt x="5" y="83"/>
                      </a:cubicBezTo>
                      <a:cubicBezTo>
                        <a:pt x="5" y="84"/>
                        <a:pt x="5" y="85"/>
                        <a:pt x="5" y="85"/>
                      </a:cubicBezTo>
                      <a:cubicBezTo>
                        <a:pt x="5" y="85"/>
                        <a:pt x="8" y="83"/>
                        <a:pt x="13" y="80"/>
                      </a:cubicBezTo>
                      <a:cubicBezTo>
                        <a:pt x="21" y="74"/>
                        <a:pt x="34" y="63"/>
                        <a:pt x="40" y="53"/>
                      </a:cubicBezTo>
                      <a:cubicBezTo>
                        <a:pt x="51" y="32"/>
                        <a:pt x="43" y="0"/>
                        <a:pt x="4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106"/>
                <p:cNvSpPr>
                  <a:spLocks/>
                </p:cNvSpPr>
                <p:nvPr/>
              </p:nvSpPr>
              <p:spPr bwMode="auto">
                <a:xfrm>
                  <a:off x="5786438" y="1366838"/>
                  <a:ext cx="225425" cy="98425"/>
                </a:xfrm>
                <a:custGeom>
                  <a:avLst/>
                  <a:gdLst/>
                  <a:ahLst/>
                  <a:cxnLst>
                    <a:cxn ang="0">
                      <a:pos x="39" y="0"/>
                    </a:cxn>
                    <a:cxn ang="0">
                      <a:pos x="34" y="0"/>
                    </a:cxn>
                    <a:cxn ang="0">
                      <a:pos x="1" y="22"/>
                    </a:cxn>
                    <a:cxn ang="0">
                      <a:pos x="0" y="24"/>
                    </a:cxn>
                    <a:cxn ang="0">
                      <a:pos x="0" y="24"/>
                    </a:cxn>
                    <a:cxn ang="0">
                      <a:pos x="26" y="31"/>
                    </a:cxn>
                    <a:cxn ang="0">
                      <a:pos x="38" y="29"/>
                    </a:cxn>
                    <a:cxn ang="0">
                      <a:pos x="71" y="6"/>
                    </a:cxn>
                    <a:cxn ang="0">
                      <a:pos x="39" y="0"/>
                    </a:cxn>
                  </a:cxnLst>
                  <a:rect l="0" t="0" r="r" b="b"/>
                  <a:pathLst>
                    <a:path w="71" h="31">
                      <a:moveTo>
                        <a:pt x="39" y="0"/>
                      </a:moveTo>
                      <a:cubicBezTo>
                        <a:pt x="38" y="0"/>
                        <a:pt x="36" y="0"/>
                        <a:pt x="34" y="0"/>
                      </a:cubicBezTo>
                      <a:cubicBezTo>
                        <a:pt x="18" y="3"/>
                        <a:pt x="5" y="18"/>
                        <a:pt x="1" y="22"/>
                      </a:cubicBezTo>
                      <a:cubicBezTo>
                        <a:pt x="0" y="23"/>
                        <a:pt x="0" y="24"/>
                        <a:pt x="0" y="24"/>
                      </a:cubicBezTo>
                      <a:cubicBezTo>
                        <a:pt x="0" y="24"/>
                        <a:pt x="0" y="24"/>
                        <a:pt x="0" y="24"/>
                      </a:cubicBezTo>
                      <a:cubicBezTo>
                        <a:pt x="3" y="26"/>
                        <a:pt x="14" y="31"/>
                        <a:pt x="26" y="31"/>
                      </a:cubicBezTo>
                      <a:cubicBezTo>
                        <a:pt x="30" y="31"/>
                        <a:pt x="34" y="30"/>
                        <a:pt x="38" y="29"/>
                      </a:cubicBezTo>
                      <a:cubicBezTo>
                        <a:pt x="60" y="21"/>
                        <a:pt x="71" y="6"/>
                        <a:pt x="71" y="6"/>
                      </a:cubicBezTo>
                      <a:cubicBezTo>
                        <a:pt x="71" y="6"/>
                        <a:pt x="53" y="0"/>
                        <a:pt x="3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107"/>
                <p:cNvSpPr>
                  <a:spLocks/>
                </p:cNvSpPr>
                <p:nvPr/>
              </p:nvSpPr>
              <p:spPr bwMode="auto">
                <a:xfrm>
                  <a:off x="6570663" y="3897313"/>
                  <a:ext cx="215900" cy="344487"/>
                </a:xfrm>
                <a:custGeom>
                  <a:avLst/>
                  <a:gdLst/>
                  <a:ahLst/>
                  <a:cxnLst>
                    <a:cxn ang="0">
                      <a:pos x="60" y="0"/>
                    </a:cxn>
                    <a:cxn ang="0">
                      <a:pos x="11" y="42"/>
                    </a:cxn>
                    <a:cxn ang="0">
                      <a:pos x="1" y="99"/>
                    </a:cxn>
                    <a:cxn ang="0">
                      <a:pos x="2" y="109"/>
                    </a:cxn>
                    <a:cxn ang="0">
                      <a:pos x="27" y="94"/>
                    </a:cxn>
                    <a:cxn ang="0">
                      <a:pos x="51" y="70"/>
                    </a:cxn>
                    <a:cxn ang="0">
                      <a:pos x="60" y="0"/>
                    </a:cxn>
                  </a:cxnLst>
                  <a:rect l="0" t="0" r="r" b="b"/>
                  <a:pathLst>
                    <a:path w="68" h="109">
                      <a:moveTo>
                        <a:pt x="60" y="0"/>
                      </a:moveTo>
                      <a:cubicBezTo>
                        <a:pt x="60" y="0"/>
                        <a:pt x="23" y="13"/>
                        <a:pt x="11" y="42"/>
                      </a:cubicBezTo>
                      <a:cubicBezTo>
                        <a:pt x="1" y="66"/>
                        <a:pt x="0" y="87"/>
                        <a:pt x="1" y="99"/>
                      </a:cubicBezTo>
                      <a:cubicBezTo>
                        <a:pt x="1" y="105"/>
                        <a:pt x="2" y="109"/>
                        <a:pt x="2" y="109"/>
                      </a:cubicBezTo>
                      <a:cubicBezTo>
                        <a:pt x="2" y="109"/>
                        <a:pt x="14" y="103"/>
                        <a:pt x="27" y="94"/>
                      </a:cubicBezTo>
                      <a:cubicBezTo>
                        <a:pt x="36" y="87"/>
                        <a:pt x="46" y="79"/>
                        <a:pt x="51" y="70"/>
                      </a:cubicBezTo>
                      <a:cubicBezTo>
                        <a:pt x="68" y="42"/>
                        <a:pt x="60"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108"/>
                <p:cNvSpPr>
                  <a:spLocks/>
                </p:cNvSpPr>
                <p:nvPr/>
              </p:nvSpPr>
              <p:spPr bwMode="auto">
                <a:xfrm>
                  <a:off x="6611938" y="4225925"/>
                  <a:ext cx="350838" cy="190500"/>
                </a:xfrm>
                <a:custGeom>
                  <a:avLst/>
                  <a:gdLst/>
                  <a:ahLst/>
                  <a:cxnLst>
                    <a:cxn ang="0">
                      <a:pos x="30" y="0"/>
                    </a:cxn>
                    <a:cxn ang="0">
                      <a:pos x="0" y="2"/>
                    </a:cxn>
                    <a:cxn ang="0">
                      <a:pos x="3" y="8"/>
                    </a:cxn>
                    <a:cxn ang="0">
                      <a:pos x="47" y="52"/>
                    </a:cxn>
                    <a:cxn ang="0">
                      <a:pos x="83" y="60"/>
                    </a:cxn>
                    <a:cxn ang="0">
                      <a:pos x="111" y="57"/>
                    </a:cxn>
                    <a:cxn ang="0">
                      <a:pos x="63" y="5"/>
                    </a:cxn>
                    <a:cxn ang="0">
                      <a:pos x="33" y="0"/>
                    </a:cxn>
                    <a:cxn ang="0">
                      <a:pos x="30" y="0"/>
                    </a:cxn>
                  </a:cxnLst>
                  <a:rect l="0" t="0" r="r" b="b"/>
                  <a:pathLst>
                    <a:path w="111" h="60">
                      <a:moveTo>
                        <a:pt x="30" y="0"/>
                      </a:moveTo>
                      <a:cubicBezTo>
                        <a:pt x="14" y="0"/>
                        <a:pt x="0" y="2"/>
                        <a:pt x="0" y="2"/>
                      </a:cubicBezTo>
                      <a:cubicBezTo>
                        <a:pt x="0" y="2"/>
                        <a:pt x="1" y="4"/>
                        <a:pt x="3" y="8"/>
                      </a:cubicBezTo>
                      <a:cubicBezTo>
                        <a:pt x="9" y="17"/>
                        <a:pt x="22" y="37"/>
                        <a:pt x="47" y="52"/>
                      </a:cubicBezTo>
                      <a:cubicBezTo>
                        <a:pt x="58" y="58"/>
                        <a:pt x="71" y="60"/>
                        <a:pt x="83" y="60"/>
                      </a:cubicBezTo>
                      <a:cubicBezTo>
                        <a:pt x="98" y="60"/>
                        <a:pt x="111" y="57"/>
                        <a:pt x="111" y="57"/>
                      </a:cubicBezTo>
                      <a:cubicBezTo>
                        <a:pt x="111" y="57"/>
                        <a:pt x="93" y="17"/>
                        <a:pt x="63" y="5"/>
                      </a:cubicBezTo>
                      <a:cubicBezTo>
                        <a:pt x="55" y="2"/>
                        <a:pt x="43" y="0"/>
                        <a:pt x="33" y="0"/>
                      </a:cubicBezTo>
                      <a:cubicBezTo>
                        <a:pt x="32" y="0"/>
                        <a:pt x="31" y="0"/>
                        <a:pt x="3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9"/>
                <p:cNvSpPr>
                  <a:spLocks/>
                </p:cNvSpPr>
                <p:nvPr/>
              </p:nvSpPr>
              <p:spPr bwMode="auto">
                <a:xfrm>
                  <a:off x="6796088" y="3798888"/>
                  <a:ext cx="192088" cy="365125"/>
                </a:xfrm>
                <a:custGeom>
                  <a:avLst/>
                  <a:gdLst/>
                  <a:ahLst/>
                  <a:cxnLst>
                    <a:cxn ang="0">
                      <a:pos x="46" y="0"/>
                    </a:cxn>
                    <a:cxn ang="0">
                      <a:pos x="6" y="48"/>
                    </a:cxn>
                    <a:cxn ang="0">
                      <a:pos x="6" y="107"/>
                    </a:cxn>
                    <a:cxn ang="0">
                      <a:pos x="9" y="115"/>
                    </a:cxn>
                    <a:cxn ang="0">
                      <a:pos x="29" y="97"/>
                    </a:cxn>
                    <a:cxn ang="0">
                      <a:pos x="49" y="69"/>
                    </a:cxn>
                    <a:cxn ang="0">
                      <a:pos x="46" y="0"/>
                    </a:cxn>
                  </a:cxnLst>
                  <a:rect l="0" t="0" r="r" b="b"/>
                  <a:pathLst>
                    <a:path w="61" h="115">
                      <a:moveTo>
                        <a:pt x="46" y="0"/>
                      </a:moveTo>
                      <a:cubicBezTo>
                        <a:pt x="46" y="0"/>
                        <a:pt x="12" y="18"/>
                        <a:pt x="6" y="48"/>
                      </a:cubicBezTo>
                      <a:cubicBezTo>
                        <a:pt x="0" y="75"/>
                        <a:pt x="4" y="96"/>
                        <a:pt x="6" y="107"/>
                      </a:cubicBezTo>
                      <a:cubicBezTo>
                        <a:pt x="8" y="112"/>
                        <a:pt x="9" y="115"/>
                        <a:pt x="9" y="115"/>
                      </a:cubicBezTo>
                      <a:cubicBezTo>
                        <a:pt x="9" y="115"/>
                        <a:pt x="18" y="107"/>
                        <a:pt x="29" y="97"/>
                      </a:cubicBezTo>
                      <a:cubicBezTo>
                        <a:pt x="37" y="89"/>
                        <a:pt x="46" y="78"/>
                        <a:pt x="49" y="69"/>
                      </a:cubicBezTo>
                      <a:cubicBezTo>
                        <a:pt x="61" y="39"/>
                        <a:pt x="46" y="0"/>
                        <a:pt x="4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0"/>
                <p:cNvSpPr>
                  <a:spLocks/>
                </p:cNvSpPr>
                <p:nvPr/>
              </p:nvSpPr>
              <p:spPr bwMode="auto">
                <a:xfrm>
                  <a:off x="6856413" y="4119563"/>
                  <a:ext cx="366713" cy="163512"/>
                </a:xfrm>
                <a:custGeom>
                  <a:avLst/>
                  <a:gdLst/>
                  <a:ahLst/>
                  <a:cxnLst>
                    <a:cxn ang="0">
                      <a:pos x="49" y="0"/>
                    </a:cxn>
                    <a:cxn ang="0">
                      <a:pos x="30" y="2"/>
                    </a:cxn>
                    <a:cxn ang="0">
                      <a:pos x="0" y="9"/>
                    </a:cxn>
                    <a:cxn ang="0">
                      <a:pos x="5" y="15"/>
                    </a:cxn>
                    <a:cxn ang="0">
                      <a:pos x="53" y="49"/>
                    </a:cxn>
                    <a:cxn ang="0">
                      <a:pos x="75" y="52"/>
                    </a:cxn>
                    <a:cxn ang="0">
                      <a:pos x="116" y="43"/>
                    </a:cxn>
                    <a:cxn ang="0">
                      <a:pos x="61" y="1"/>
                    </a:cxn>
                    <a:cxn ang="0">
                      <a:pos x="49" y="0"/>
                    </a:cxn>
                  </a:cxnLst>
                  <a:rect l="0" t="0" r="r" b="b"/>
                  <a:pathLst>
                    <a:path w="116" h="52">
                      <a:moveTo>
                        <a:pt x="49" y="0"/>
                      </a:moveTo>
                      <a:cubicBezTo>
                        <a:pt x="43" y="0"/>
                        <a:pt x="37" y="1"/>
                        <a:pt x="30" y="2"/>
                      </a:cubicBezTo>
                      <a:cubicBezTo>
                        <a:pt x="14" y="4"/>
                        <a:pt x="0" y="9"/>
                        <a:pt x="0" y="9"/>
                      </a:cubicBezTo>
                      <a:cubicBezTo>
                        <a:pt x="0" y="9"/>
                        <a:pt x="2" y="11"/>
                        <a:pt x="5" y="15"/>
                      </a:cubicBezTo>
                      <a:cubicBezTo>
                        <a:pt x="12" y="23"/>
                        <a:pt x="28" y="39"/>
                        <a:pt x="53" y="49"/>
                      </a:cubicBezTo>
                      <a:cubicBezTo>
                        <a:pt x="60" y="51"/>
                        <a:pt x="68" y="52"/>
                        <a:pt x="75" y="52"/>
                      </a:cubicBezTo>
                      <a:cubicBezTo>
                        <a:pt x="97" y="52"/>
                        <a:pt x="116" y="43"/>
                        <a:pt x="116" y="43"/>
                      </a:cubicBezTo>
                      <a:cubicBezTo>
                        <a:pt x="116" y="43"/>
                        <a:pt x="92" y="8"/>
                        <a:pt x="61" y="1"/>
                      </a:cubicBezTo>
                      <a:cubicBezTo>
                        <a:pt x="57" y="0"/>
                        <a:pt x="53" y="0"/>
                        <a:pt x="4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1"/>
                <p:cNvSpPr>
                  <a:spLocks/>
                </p:cNvSpPr>
                <p:nvPr/>
              </p:nvSpPr>
              <p:spPr bwMode="auto">
                <a:xfrm>
                  <a:off x="7000875" y="3668713"/>
                  <a:ext cx="171450" cy="371475"/>
                </a:xfrm>
                <a:custGeom>
                  <a:avLst/>
                  <a:gdLst/>
                  <a:ahLst/>
                  <a:cxnLst>
                    <a:cxn ang="0">
                      <a:pos x="32" y="0"/>
                    </a:cxn>
                    <a:cxn ang="0">
                      <a:pos x="1" y="54"/>
                    </a:cxn>
                    <a:cxn ang="0">
                      <a:pos x="12" y="110"/>
                    </a:cxn>
                    <a:cxn ang="0">
                      <a:pos x="16" y="117"/>
                    </a:cxn>
                    <a:cxn ang="0">
                      <a:pos x="33" y="95"/>
                    </a:cxn>
                    <a:cxn ang="0">
                      <a:pos x="47" y="66"/>
                    </a:cxn>
                    <a:cxn ang="0">
                      <a:pos x="32" y="0"/>
                    </a:cxn>
                  </a:cxnLst>
                  <a:rect l="0" t="0" r="r" b="b"/>
                  <a:pathLst>
                    <a:path w="54" h="117">
                      <a:moveTo>
                        <a:pt x="32" y="0"/>
                      </a:moveTo>
                      <a:cubicBezTo>
                        <a:pt x="32" y="0"/>
                        <a:pt x="3" y="23"/>
                        <a:pt x="1" y="54"/>
                      </a:cubicBezTo>
                      <a:cubicBezTo>
                        <a:pt x="0" y="80"/>
                        <a:pt x="7" y="100"/>
                        <a:pt x="12" y="110"/>
                      </a:cubicBezTo>
                      <a:cubicBezTo>
                        <a:pt x="14" y="115"/>
                        <a:pt x="16" y="117"/>
                        <a:pt x="16" y="117"/>
                      </a:cubicBezTo>
                      <a:cubicBezTo>
                        <a:pt x="16" y="117"/>
                        <a:pt x="25" y="107"/>
                        <a:pt x="33" y="95"/>
                      </a:cubicBezTo>
                      <a:cubicBezTo>
                        <a:pt x="39" y="86"/>
                        <a:pt x="45" y="75"/>
                        <a:pt x="47" y="66"/>
                      </a:cubicBezTo>
                      <a:cubicBezTo>
                        <a:pt x="54" y="35"/>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2"/>
                <p:cNvSpPr>
                  <a:spLocks/>
                </p:cNvSpPr>
                <p:nvPr/>
              </p:nvSpPr>
              <p:spPr bwMode="auto">
                <a:xfrm>
                  <a:off x="7080250" y="3963988"/>
                  <a:ext cx="369888" cy="152400"/>
                </a:xfrm>
                <a:custGeom>
                  <a:avLst/>
                  <a:gdLst/>
                  <a:ahLst/>
                  <a:cxnLst>
                    <a:cxn ang="0">
                      <a:pos x="56" y="0"/>
                    </a:cxn>
                    <a:cxn ang="0">
                      <a:pos x="25" y="7"/>
                    </a:cxn>
                    <a:cxn ang="0">
                      <a:pos x="0" y="18"/>
                    </a:cxn>
                    <a:cxn ang="0">
                      <a:pos x="4" y="22"/>
                    </a:cxn>
                    <a:cxn ang="0">
                      <a:pos x="58" y="47"/>
                    </a:cxn>
                    <a:cxn ang="0">
                      <a:pos x="68" y="48"/>
                    </a:cxn>
                    <a:cxn ang="0">
                      <a:pos x="117" y="31"/>
                    </a:cxn>
                    <a:cxn ang="0">
                      <a:pos x="57" y="0"/>
                    </a:cxn>
                    <a:cxn ang="0">
                      <a:pos x="56" y="0"/>
                    </a:cxn>
                  </a:cxnLst>
                  <a:rect l="0" t="0" r="r" b="b"/>
                  <a:pathLst>
                    <a:path w="117" h="48">
                      <a:moveTo>
                        <a:pt x="56" y="0"/>
                      </a:moveTo>
                      <a:cubicBezTo>
                        <a:pt x="46" y="0"/>
                        <a:pt x="35" y="3"/>
                        <a:pt x="25" y="7"/>
                      </a:cubicBezTo>
                      <a:cubicBezTo>
                        <a:pt x="11" y="12"/>
                        <a:pt x="0" y="18"/>
                        <a:pt x="0" y="18"/>
                      </a:cubicBezTo>
                      <a:cubicBezTo>
                        <a:pt x="0" y="18"/>
                        <a:pt x="1" y="19"/>
                        <a:pt x="4" y="22"/>
                      </a:cubicBezTo>
                      <a:cubicBezTo>
                        <a:pt x="12" y="29"/>
                        <a:pt x="31" y="42"/>
                        <a:pt x="58" y="47"/>
                      </a:cubicBezTo>
                      <a:cubicBezTo>
                        <a:pt x="61" y="48"/>
                        <a:pt x="65" y="48"/>
                        <a:pt x="68" y="48"/>
                      </a:cubicBezTo>
                      <a:cubicBezTo>
                        <a:pt x="94" y="48"/>
                        <a:pt x="117" y="31"/>
                        <a:pt x="117" y="31"/>
                      </a:cubicBezTo>
                      <a:cubicBezTo>
                        <a:pt x="117" y="31"/>
                        <a:pt x="89" y="1"/>
                        <a:pt x="57" y="0"/>
                      </a:cubicBezTo>
                      <a:cubicBezTo>
                        <a:pt x="57" y="0"/>
                        <a:pt x="56"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3"/>
                <p:cNvSpPr>
                  <a:spLocks/>
                </p:cNvSpPr>
                <p:nvPr/>
              </p:nvSpPr>
              <p:spPr bwMode="auto">
                <a:xfrm>
                  <a:off x="7162800" y="3511550"/>
                  <a:ext cx="160338" cy="366712"/>
                </a:xfrm>
                <a:custGeom>
                  <a:avLst/>
                  <a:gdLst/>
                  <a:ahLst/>
                  <a:cxnLst>
                    <a:cxn ang="0">
                      <a:pos x="24" y="0"/>
                    </a:cxn>
                    <a:cxn ang="0">
                      <a:pos x="4" y="57"/>
                    </a:cxn>
                    <a:cxn ang="0">
                      <a:pos x="24" y="110"/>
                    </a:cxn>
                    <a:cxn ang="0">
                      <a:pos x="29" y="116"/>
                    </a:cxn>
                    <a:cxn ang="0">
                      <a:pos x="41" y="92"/>
                    </a:cxn>
                    <a:cxn ang="0">
                      <a:pos x="50" y="61"/>
                    </a:cxn>
                    <a:cxn ang="0">
                      <a:pos x="24" y="0"/>
                    </a:cxn>
                  </a:cxnLst>
                  <a:rect l="0" t="0" r="r" b="b"/>
                  <a:pathLst>
                    <a:path w="51" h="116">
                      <a:moveTo>
                        <a:pt x="24" y="0"/>
                      </a:moveTo>
                      <a:cubicBezTo>
                        <a:pt x="24" y="0"/>
                        <a:pt x="0" y="28"/>
                        <a:pt x="4" y="57"/>
                      </a:cubicBezTo>
                      <a:cubicBezTo>
                        <a:pt x="7" y="83"/>
                        <a:pt x="18" y="101"/>
                        <a:pt x="24" y="110"/>
                      </a:cubicBezTo>
                      <a:cubicBezTo>
                        <a:pt x="27" y="114"/>
                        <a:pt x="29" y="116"/>
                        <a:pt x="29" y="116"/>
                      </a:cubicBezTo>
                      <a:cubicBezTo>
                        <a:pt x="29" y="116"/>
                        <a:pt x="35" y="106"/>
                        <a:pt x="41" y="92"/>
                      </a:cubicBezTo>
                      <a:cubicBezTo>
                        <a:pt x="46" y="82"/>
                        <a:pt x="50" y="71"/>
                        <a:pt x="50" y="61"/>
                      </a:cubicBezTo>
                      <a:cubicBezTo>
                        <a:pt x="51" y="31"/>
                        <a:pt x="24" y="0"/>
                        <a:pt x="2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4"/>
                <p:cNvSpPr>
                  <a:spLocks/>
                </p:cNvSpPr>
                <p:nvPr/>
              </p:nvSpPr>
              <p:spPr bwMode="auto">
                <a:xfrm>
                  <a:off x="7277100" y="3767138"/>
                  <a:ext cx="366713" cy="146050"/>
                </a:xfrm>
                <a:custGeom>
                  <a:avLst/>
                  <a:gdLst/>
                  <a:ahLst/>
                  <a:cxnLst>
                    <a:cxn ang="0">
                      <a:pos x="60" y="0"/>
                    </a:cxn>
                    <a:cxn ang="0">
                      <a:pos x="53" y="0"/>
                    </a:cxn>
                    <a:cxn ang="0">
                      <a:pos x="22" y="13"/>
                    </a:cxn>
                    <a:cxn ang="0">
                      <a:pos x="0" y="28"/>
                    </a:cxn>
                    <a:cxn ang="0">
                      <a:pos x="5" y="31"/>
                    </a:cxn>
                    <a:cxn ang="0">
                      <a:pos x="61" y="46"/>
                    </a:cxn>
                    <a:cxn ang="0">
                      <a:pos x="63" y="46"/>
                    </a:cxn>
                    <a:cxn ang="0">
                      <a:pos x="116" y="20"/>
                    </a:cxn>
                    <a:cxn ang="0">
                      <a:pos x="60" y="0"/>
                    </a:cxn>
                  </a:cxnLst>
                  <a:rect l="0" t="0" r="r" b="b"/>
                  <a:pathLst>
                    <a:path w="116" h="46">
                      <a:moveTo>
                        <a:pt x="60" y="0"/>
                      </a:moveTo>
                      <a:cubicBezTo>
                        <a:pt x="58" y="0"/>
                        <a:pt x="55" y="0"/>
                        <a:pt x="53" y="0"/>
                      </a:cubicBezTo>
                      <a:cubicBezTo>
                        <a:pt x="43" y="2"/>
                        <a:pt x="32" y="7"/>
                        <a:pt x="22" y="13"/>
                      </a:cubicBezTo>
                      <a:cubicBezTo>
                        <a:pt x="10" y="20"/>
                        <a:pt x="0" y="28"/>
                        <a:pt x="0" y="28"/>
                      </a:cubicBezTo>
                      <a:cubicBezTo>
                        <a:pt x="0" y="28"/>
                        <a:pt x="2" y="29"/>
                        <a:pt x="5" y="31"/>
                      </a:cubicBezTo>
                      <a:cubicBezTo>
                        <a:pt x="14" y="36"/>
                        <a:pt x="34" y="45"/>
                        <a:pt x="61" y="46"/>
                      </a:cubicBezTo>
                      <a:cubicBezTo>
                        <a:pt x="62" y="46"/>
                        <a:pt x="62" y="46"/>
                        <a:pt x="63" y="46"/>
                      </a:cubicBezTo>
                      <a:cubicBezTo>
                        <a:pt x="92" y="46"/>
                        <a:pt x="116" y="20"/>
                        <a:pt x="116" y="20"/>
                      </a:cubicBezTo>
                      <a:cubicBezTo>
                        <a:pt x="116" y="20"/>
                        <a:pt x="88"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5"/>
                <p:cNvSpPr>
                  <a:spLocks/>
                </p:cNvSpPr>
                <p:nvPr/>
              </p:nvSpPr>
              <p:spPr bwMode="auto">
                <a:xfrm>
                  <a:off x="7289800" y="3333750"/>
                  <a:ext cx="176213" cy="350837"/>
                </a:xfrm>
                <a:custGeom>
                  <a:avLst/>
                  <a:gdLst/>
                  <a:ahLst/>
                  <a:cxnLst>
                    <a:cxn ang="0">
                      <a:pos x="19" y="0"/>
                    </a:cxn>
                    <a:cxn ang="0">
                      <a:pos x="9" y="59"/>
                    </a:cxn>
                    <a:cxn ang="0">
                      <a:pos x="37" y="106"/>
                    </a:cxn>
                    <a:cxn ang="0">
                      <a:pos x="43" y="111"/>
                    </a:cxn>
                    <a:cxn ang="0">
                      <a:pos x="50" y="88"/>
                    </a:cxn>
                    <a:cxn ang="0">
                      <a:pos x="54" y="55"/>
                    </a:cxn>
                    <a:cxn ang="0">
                      <a:pos x="19" y="0"/>
                    </a:cxn>
                  </a:cxnLst>
                  <a:rect l="0" t="0" r="r" b="b"/>
                  <a:pathLst>
                    <a:path w="56" h="111">
                      <a:moveTo>
                        <a:pt x="19" y="0"/>
                      </a:moveTo>
                      <a:cubicBezTo>
                        <a:pt x="19" y="0"/>
                        <a:pt x="0" y="31"/>
                        <a:pt x="9" y="59"/>
                      </a:cubicBezTo>
                      <a:cubicBezTo>
                        <a:pt x="17" y="83"/>
                        <a:pt x="30" y="99"/>
                        <a:pt x="37" y="106"/>
                      </a:cubicBezTo>
                      <a:cubicBezTo>
                        <a:pt x="41" y="110"/>
                        <a:pt x="43" y="111"/>
                        <a:pt x="43" y="111"/>
                      </a:cubicBezTo>
                      <a:cubicBezTo>
                        <a:pt x="43" y="111"/>
                        <a:pt x="47" y="101"/>
                        <a:pt x="50" y="88"/>
                      </a:cubicBezTo>
                      <a:cubicBezTo>
                        <a:pt x="53" y="77"/>
                        <a:pt x="56" y="65"/>
                        <a:pt x="54" y="55"/>
                      </a:cubicBezTo>
                      <a:cubicBezTo>
                        <a:pt x="50" y="25"/>
                        <a:pt x="19" y="0"/>
                        <a:pt x="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16"/>
                <p:cNvSpPr>
                  <a:spLocks/>
                </p:cNvSpPr>
                <p:nvPr/>
              </p:nvSpPr>
              <p:spPr bwMode="auto">
                <a:xfrm>
                  <a:off x="7443788" y="3538538"/>
                  <a:ext cx="347663" cy="146050"/>
                </a:xfrm>
                <a:custGeom>
                  <a:avLst/>
                  <a:gdLst/>
                  <a:ahLst/>
                  <a:cxnLst>
                    <a:cxn ang="0">
                      <a:pos x="64" y="0"/>
                    </a:cxn>
                    <a:cxn ang="0">
                      <a:pos x="46" y="2"/>
                    </a:cxn>
                    <a:cxn ang="0">
                      <a:pos x="19" y="19"/>
                    </a:cxn>
                    <a:cxn ang="0">
                      <a:pos x="0" y="38"/>
                    </a:cxn>
                    <a:cxn ang="0">
                      <a:pos x="5" y="40"/>
                    </a:cxn>
                    <a:cxn ang="0">
                      <a:pos x="44" y="46"/>
                    </a:cxn>
                    <a:cxn ang="0">
                      <a:pos x="62" y="45"/>
                    </a:cxn>
                    <a:cxn ang="0">
                      <a:pos x="110" y="10"/>
                    </a:cxn>
                    <a:cxn ang="0">
                      <a:pos x="64" y="0"/>
                    </a:cxn>
                  </a:cxnLst>
                  <a:rect l="0" t="0" r="r" b="b"/>
                  <a:pathLst>
                    <a:path w="110" h="46">
                      <a:moveTo>
                        <a:pt x="64" y="0"/>
                      </a:moveTo>
                      <a:cubicBezTo>
                        <a:pt x="58" y="0"/>
                        <a:pt x="52" y="0"/>
                        <a:pt x="46" y="2"/>
                      </a:cubicBezTo>
                      <a:cubicBezTo>
                        <a:pt x="37" y="5"/>
                        <a:pt x="27" y="12"/>
                        <a:pt x="19" y="19"/>
                      </a:cubicBezTo>
                      <a:cubicBezTo>
                        <a:pt x="8" y="28"/>
                        <a:pt x="0" y="38"/>
                        <a:pt x="0" y="38"/>
                      </a:cubicBezTo>
                      <a:cubicBezTo>
                        <a:pt x="0" y="38"/>
                        <a:pt x="2" y="39"/>
                        <a:pt x="5" y="40"/>
                      </a:cubicBezTo>
                      <a:cubicBezTo>
                        <a:pt x="12" y="42"/>
                        <a:pt x="26" y="46"/>
                        <a:pt x="44" y="46"/>
                      </a:cubicBezTo>
                      <a:cubicBezTo>
                        <a:pt x="49" y="46"/>
                        <a:pt x="55" y="46"/>
                        <a:pt x="62" y="45"/>
                      </a:cubicBezTo>
                      <a:cubicBezTo>
                        <a:pt x="91" y="40"/>
                        <a:pt x="110" y="10"/>
                        <a:pt x="110" y="10"/>
                      </a:cubicBezTo>
                      <a:cubicBezTo>
                        <a:pt x="110" y="10"/>
                        <a:pt x="88" y="0"/>
                        <a:pt x="6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117"/>
                <p:cNvSpPr>
                  <a:spLocks/>
                </p:cNvSpPr>
                <p:nvPr/>
              </p:nvSpPr>
              <p:spPr bwMode="auto">
                <a:xfrm>
                  <a:off x="7383463" y="3140075"/>
                  <a:ext cx="187325" cy="327025"/>
                </a:xfrm>
                <a:custGeom>
                  <a:avLst/>
                  <a:gdLst/>
                  <a:ahLst/>
                  <a:cxnLst>
                    <a:cxn ang="0">
                      <a:pos x="12" y="0"/>
                    </a:cxn>
                    <a:cxn ang="0">
                      <a:pos x="13" y="58"/>
                    </a:cxn>
                    <a:cxn ang="0">
                      <a:pos x="50" y="100"/>
                    </a:cxn>
                    <a:cxn ang="0">
                      <a:pos x="54" y="103"/>
                    </a:cxn>
                    <a:cxn ang="0">
                      <a:pos x="58" y="83"/>
                    </a:cxn>
                    <a:cxn ang="0">
                      <a:pos x="56" y="47"/>
                    </a:cxn>
                    <a:cxn ang="0">
                      <a:pos x="12" y="0"/>
                    </a:cxn>
                  </a:cxnLst>
                  <a:rect l="0" t="0" r="r" b="b"/>
                  <a:pathLst>
                    <a:path w="59" h="103">
                      <a:moveTo>
                        <a:pt x="12" y="0"/>
                      </a:moveTo>
                      <a:cubicBezTo>
                        <a:pt x="12" y="0"/>
                        <a:pt x="0" y="33"/>
                        <a:pt x="13" y="58"/>
                      </a:cubicBezTo>
                      <a:cubicBezTo>
                        <a:pt x="25" y="81"/>
                        <a:pt x="41" y="95"/>
                        <a:pt x="50" y="100"/>
                      </a:cubicBezTo>
                      <a:cubicBezTo>
                        <a:pt x="53" y="102"/>
                        <a:pt x="54" y="103"/>
                        <a:pt x="54" y="103"/>
                      </a:cubicBezTo>
                      <a:cubicBezTo>
                        <a:pt x="54" y="103"/>
                        <a:pt x="56" y="94"/>
                        <a:pt x="58" y="83"/>
                      </a:cubicBezTo>
                      <a:cubicBezTo>
                        <a:pt x="59" y="71"/>
                        <a:pt x="59" y="57"/>
                        <a:pt x="56" y="47"/>
                      </a:cubicBezTo>
                      <a:cubicBezTo>
                        <a:pt x="47" y="19"/>
                        <a:pt x="12" y="0"/>
                        <a:pt x="1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118"/>
                <p:cNvSpPr>
                  <a:spLocks/>
                </p:cNvSpPr>
                <p:nvPr/>
              </p:nvSpPr>
              <p:spPr bwMode="auto">
                <a:xfrm>
                  <a:off x="7570788" y="3282950"/>
                  <a:ext cx="322263" cy="161925"/>
                </a:xfrm>
                <a:custGeom>
                  <a:avLst/>
                  <a:gdLst/>
                  <a:ahLst/>
                  <a:cxnLst>
                    <a:cxn ang="0">
                      <a:pos x="71" y="0"/>
                    </a:cxn>
                    <a:cxn ang="0">
                      <a:pos x="38" y="7"/>
                    </a:cxn>
                    <a:cxn ang="0">
                      <a:pos x="16" y="26"/>
                    </a:cxn>
                    <a:cxn ang="0">
                      <a:pos x="0" y="49"/>
                    </a:cxn>
                    <a:cxn ang="0">
                      <a:pos x="6" y="50"/>
                    </a:cxn>
                    <a:cxn ang="0">
                      <a:pos x="23" y="51"/>
                    </a:cxn>
                    <a:cxn ang="0">
                      <a:pos x="61" y="45"/>
                    </a:cxn>
                    <a:cxn ang="0">
                      <a:pos x="102" y="4"/>
                    </a:cxn>
                    <a:cxn ang="0">
                      <a:pos x="71" y="0"/>
                    </a:cxn>
                  </a:cxnLst>
                  <a:rect l="0" t="0" r="r" b="b"/>
                  <a:pathLst>
                    <a:path w="102" h="51">
                      <a:moveTo>
                        <a:pt x="71" y="0"/>
                      </a:moveTo>
                      <a:cubicBezTo>
                        <a:pt x="61" y="0"/>
                        <a:pt x="48" y="2"/>
                        <a:pt x="38" y="7"/>
                      </a:cubicBezTo>
                      <a:cubicBezTo>
                        <a:pt x="31" y="11"/>
                        <a:pt x="23" y="19"/>
                        <a:pt x="16" y="26"/>
                      </a:cubicBezTo>
                      <a:cubicBezTo>
                        <a:pt x="7" y="38"/>
                        <a:pt x="0" y="49"/>
                        <a:pt x="0" y="49"/>
                      </a:cubicBezTo>
                      <a:cubicBezTo>
                        <a:pt x="0" y="49"/>
                        <a:pt x="2" y="50"/>
                        <a:pt x="6" y="50"/>
                      </a:cubicBezTo>
                      <a:cubicBezTo>
                        <a:pt x="10" y="51"/>
                        <a:pt x="16" y="51"/>
                        <a:pt x="23" y="51"/>
                      </a:cubicBezTo>
                      <a:cubicBezTo>
                        <a:pt x="34" y="51"/>
                        <a:pt x="47" y="50"/>
                        <a:pt x="61" y="45"/>
                      </a:cubicBezTo>
                      <a:cubicBezTo>
                        <a:pt x="88" y="36"/>
                        <a:pt x="102" y="4"/>
                        <a:pt x="102" y="4"/>
                      </a:cubicBezTo>
                      <a:cubicBezTo>
                        <a:pt x="102" y="4"/>
                        <a:pt x="88" y="0"/>
                        <a:pt x="7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119"/>
                <p:cNvSpPr>
                  <a:spLocks/>
                </p:cNvSpPr>
                <p:nvPr/>
              </p:nvSpPr>
              <p:spPr bwMode="auto">
                <a:xfrm>
                  <a:off x="7443788" y="2936875"/>
                  <a:ext cx="206375" cy="295275"/>
                </a:xfrm>
                <a:custGeom>
                  <a:avLst/>
                  <a:gdLst/>
                  <a:ahLst/>
                  <a:cxnLst>
                    <a:cxn ang="0">
                      <a:pos x="7" y="0"/>
                    </a:cxn>
                    <a:cxn ang="0">
                      <a:pos x="17" y="56"/>
                    </a:cxn>
                    <a:cxn ang="0">
                      <a:pos x="59" y="90"/>
                    </a:cxn>
                    <a:cxn ang="0">
                      <a:pos x="65" y="93"/>
                    </a:cxn>
                    <a:cxn ang="0">
                      <a:pos x="64" y="72"/>
                    </a:cxn>
                    <a:cxn ang="0">
                      <a:pos x="57" y="38"/>
                    </a:cxn>
                    <a:cxn ang="0">
                      <a:pos x="7" y="0"/>
                    </a:cxn>
                  </a:cxnLst>
                  <a:rect l="0" t="0" r="r" b="b"/>
                  <a:pathLst>
                    <a:path w="65" h="93">
                      <a:moveTo>
                        <a:pt x="7" y="0"/>
                      </a:moveTo>
                      <a:cubicBezTo>
                        <a:pt x="7" y="0"/>
                        <a:pt x="0" y="34"/>
                        <a:pt x="17" y="56"/>
                      </a:cubicBezTo>
                      <a:cubicBezTo>
                        <a:pt x="33" y="76"/>
                        <a:pt x="51" y="86"/>
                        <a:pt x="59" y="90"/>
                      </a:cubicBezTo>
                      <a:cubicBezTo>
                        <a:pt x="63" y="92"/>
                        <a:pt x="65" y="93"/>
                        <a:pt x="65" y="93"/>
                      </a:cubicBezTo>
                      <a:cubicBezTo>
                        <a:pt x="65" y="93"/>
                        <a:pt x="65" y="83"/>
                        <a:pt x="64" y="72"/>
                      </a:cubicBezTo>
                      <a:cubicBezTo>
                        <a:pt x="63" y="61"/>
                        <a:pt x="61" y="47"/>
                        <a:pt x="57" y="38"/>
                      </a:cubicBezTo>
                      <a:cubicBezTo>
                        <a:pt x="43" y="12"/>
                        <a:pt x="7" y="0"/>
                        <a:pt x="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20"/>
                <p:cNvSpPr>
                  <a:spLocks/>
                </p:cNvSpPr>
                <p:nvPr/>
              </p:nvSpPr>
              <p:spPr bwMode="auto">
                <a:xfrm>
                  <a:off x="7656513" y="3006725"/>
                  <a:ext cx="287338" cy="193675"/>
                </a:xfrm>
                <a:custGeom>
                  <a:avLst/>
                  <a:gdLst/>
                  <a:ahLst/>
                  <a:cxnLst>
                    <a:cxn ang="0">
                      <a:pos x="82" y="0"/>
                    </a:cxn>
                    <a:cxn ang="0">
                      <a:pos x="30" y="14"/>
                    </a:cxn>
                    <a:cxn ang="0">
                      <a:pos x="12" y="38"/>
                    </a:cxn>
                    <a:cxn ang="0">
                      <a:pos x="0" y="61"/>
                    </a:cxn>
                    <a:cxn ang="0">
                      <a:pos x="6" y="61"/>
                    </a:cxn>
                    <a:cxn ang="0">
                      <a:pos x="6" y="61"/>
                    </a:cxn>
                    <a:cxn ang="0">
                      <a:pos x="59" y="47"/>
                    </a:cxn>
                    <a:cxn ang="0">
                      <a:pos x="91" y="0"/>
                    </a:cxn>
                    <a:cxn ang="0">
                      <a:pos x="82" y="0"/>
                    </a:cxn>
                  </a:cxnLst>
                  <a:rect l="0" t="0" r="r" b="b"/>
                  <a:pathLst>
                    <a:path w="91" h="61">
                      <a:moveTo>
                        <a:pt x="82" y="0"/>
                      </a:moveTo>
                      <a:cubicBezTo>
                        <a:pt x="69" y="0"/>
                        <a:pt x="46" y="1"/>
                        <a:pt x="30" y="14"/>
                      </a:cubicBezTo>
                      <a:cubicBezTo>
                        <a:pt x="23" y="19"/>
                        <a:pt x="17" y="29"/>
                        <a:pt x="12" y="38"/>
                      </a:cubicBezTo>
                      <a:cubicBezTo>
                        <a:pt x="5" y="50"/>
                        <a:pt x="0" y="61"/>
                        <a:pt x="0" y="61"/>
                      </a:cubicBezTo>
                      <a:cubicBezTo>
                        <a:pt x="0" y="61"/>
                        <a:pt x="2" y="61"/>
                        <a:pt x="6" y="61"/>
                      </a:cubicBezTo>
                      <a:cubicBezTo>
                        <a:pt x="6" y="61"/>
                        <a:pt x="6" y="61"/>
                        <a:pt x="6" y="61"/>
                      </a:cubicBezTo>
                      <a:cubicBezTo>
                        <a:pt x="16" y="61"/>
                        <a:pt x="36" y="59"/>
                        <a:pt x="59" y="47"/>
                      </a:cubicBezTo>
                      <a:cubicBezTo>
                        <a:pt x="83" y="33"/>
                        <a:pt x="91" y="0"/>
                        <a:pt x="91" y="0"/>
                      </a:cubicBezTo>
                      <a:cubicBezTo>
                        <a:pt x="91" y="0"/>
                        <a:pt x="88" y="0"/>
                        <a:pt x="8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121"/>
                <p:cNvSpPr>
                  <a:spLocks/>
                </p:cNvSpPr>
                <p:nvPr/>
              </p:nvSpPr>
              <p:spPr bwMode="auto">
                <a:xfrm>
                  <a:off x="7469188" y="2732088"/>
                  <a:ext cx="228600" cy="249237"/>
                </a:xfrm>
                <a:custGeom>
                  <a:avLst/>
                  <a:gdLst/>
                  <a:ahLst/>
                  <a:cxnLst>
                    <a:cxn ang="0">
                      <a:pos x="0" y="0"/>
                    </a:cxn>
                    <a:cxn ang="0">
                      <a:pos x="20" y="52"/>
                    </a:cxn>
                    <a:cxn ang="0">
                      <a:pos x="68" y="78"/>
                    </a:cxn>
                    <a:cxn ang="0">
                      <a:pos x="72" y="79"/>
                    </a:cxn>
                    <a:cxn ang="0">
                      <a:pos x="69" y="62"/>
                    </a:cxn>
                    <a:cxn ang="0">
                      <a:pos x="55" y="27"/>
                    </a:cxn>
                    <a:cxn ang="0">
                      <a:pos x="0" y="0"/>
                    </a:cxn>
                  </a:cxnLst>
                  <a:rect l="0" t="0" r="r" b="b"/>
                  <a:pathLst>
                    <a:path w="72" h="79">
                      <a:moveTo>
                        <a:pt x="0" y="0"/>
                      </a:moveTo>
                      <a:cubicBezTo>
                        <a:pt x="0" y="0"/>
                        <a:pt x="0" y="33"/>
                        <a:pt x="20" y="52"/>
                      </a:cubicBezTo>
                      <a:cubicBezTo>
                        <a:pt x="39" y="69"/>
                        <a:pt x="59" y="76"/>
                        <a:pt x="68" y="78"/>
                      </a:cubicBezTo>
                      <a:cubicBezTo>
                        <a:pt x="70" y="78"/>
                        <a:pt x="72" y="79"/>
                        <a:pt x="72" y="79"/>
                      </a:cubicBezTo>
                      <a:cubicBezTo>
                        <a:pt x="72" y="79"/>
                        <a:pt x="71" y="72"/>
                        <a:pt x="69" y="62"/>
                      </a:cubicBezTo>
                      <a:cubicBezTo>
                        <a:pt x="66" y="51"/>
                        <a:pt x="62" y="36"/>
                        <a:pt x="55" y="27"/>
                      </a:cubicBezTo>
                      <a:cubicBezTo>
                        <a:pt x="37" y="5"/>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122"/>
                <p:cNvSpPr>
                  <a:spLocks/>
                </p:cNvSpPr>
                <p:nvPr/>
              </p:nvSpPr>
              <p:spPr bwMode="auto">
                <a:xfrm>
                  <a:off x="7700963" y="2716213"/>
                  <a:ext cx="242888" cy="233362"/>
                </a:xfrm>
                <a:custGeom>
                  <a:avLst/>
                  <a:gdLst/>
                  <a:ahLst/>
                  <a:cxnLst>
                    <a:cxn ang="0">
                      <a:pos x="77" y="0"/>
                    </a:cxn>
                    <a:cxn ang="0">
                      <a:pos x="21" y="24"/>
                    </a:cxn>
                    <a:cxn ang="0">
                      <a:pos x="7" y="49"/>
                    </a:cxn>
                    <a:cxn ang="0">
                      <a:pos x="0" y="74"/>
                    </a:cxn>
                    <a:cxn ang="0">
                      <a:pos x="6" y="73"/>
                    </a:cxn>
                    <a:cxn ang="0">
                      <a:pos x="54" y="50"/>
                    </a:cxn>
                    <a:cxn ang="0">
                      <a:pos x="77" y="0"/>
                    </a:cxn>
                  </a:cxnLst>
                  <a:rect l="0" t="0" r="r" b="b"/>
                  <a:pathLst>
                    <a:path w="77" h="74">
                      <a:moveTo>
                        <a:pt x="77" y="0"/>
                      </a:moveTo>
                      <a:cubicBezTo>
                        <a:pt x="77" y="0"/>
                        <a:pt x="40" y="2"/>
                        <a:pt x="21" y="24"/>
                      </a:cubicBezTo>
                      <a:cubicBezTo>
                        <a:pt x="15" y="30"/>
                        <a:pt x="11" y="40"/>
                        <a:pt x="7" y="49"/>
                      </a:cubicBezTo>
                      <a:cubicBezTo>
                        <a:pt x="3" y="62"/>
                        <a:pt x="0" y="74"/>
                        <a:pt x="0" y="74"/>
                      </a:cubicBezTo>
                      <a:cubicBezTo>
                        <a:pt x="0" y="74"/>
                        <a:pt x="2" y="74"/>
                        <a:pt x="6" y="73"/>
                      </a:cubicBezTo>
                      <a:cubicBezTo>
                        <a:pt x="15" y="71"/>
                        <a:pt x="35" y="66"/>
                        <a:pt x="54" y="50"/>
                      </a:cubicBezTo>
                      <a:cubicBezTo>
                        <a:pt x="76" y="33"/>
                        <a:pt x="77" y="0"/>
                        <a:pt x="7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123"/>
                <p:cNvSpPr>
                  <a:spLocks/>
                </p:cNvSpPr>
                <p:nvPr/>
              </p:nvSpPr>
              <p:spPr bwMode="auto">
                <a:xfrm>
                  <a:off x="7440613" y="2516188"/>
                  <a:ext cx="263525" cy="206375"/>
                </a:xfrm>
                <a:custGeom>
                  <a:avLst/>
                  <a:gdLst/>
                  <a:ahLst/>
                  <a:cxnLst>
                    <a:cxn ang="0">
                      <a:pos x="1" y="0"/>
                    </a:cxn>
                    <a:cxn ang="0">
                      <a:pos x="0" y="0"/>
                    </a:cxn>
                    <a:cxn ang="0">
                      <a:pos x="28" y="48"/>
                    </a:cxn>
                    <a:cxn ang="0">
                      <a:pos x="78" y="65"/>
                    </a:cxn>
                    <a:cxn ang="0">
                      <a:pos x="82" y="65"/>
                    </a:cxn>
                    <a:cxn ang="0">
                      <a:pos x="83" y="65"/>
                    </a:cxn>
                    <a:cxn ang="0">
                      <a:pos x="77" y="49"/>
                    </a:cxn>
                    <a:cxn ang="0">
                      <a:pos x="57" y="18"/>
                    </a:cxn>
                    <a:cxn ang="0">
                      <a:pos x="1" y="0"/>
                    </a:cxn>
                  </a:cxnLst>
                  <a:rect l="0" t="0" r="r" b="b"/>
                  <a:pathLst>
                    <a:path w="83" h="65">
                      <a:moveTo>
                        <a:pt x="1" y="0"/>
                      </a:moveTo>
                      <a:cubicBezTo>
                        <a:pt x="0" y="0"/>
                        <a:pt x="0" y="0"/>
                        <a:pt x="0" y="0"/>
                      </a:cubicBezTo>
                      <a:cubicBezTo>
                        <a:pt x="0" y="0"/>
                        <a:pt x="5" y="33"/>
                        <a:pt x="28" y="48"/>
                      </a:cubicBezTo>
                      <a:cubicBezTo>
                        <a:pt x="49" y="61"/>
                        <a:pt x="69" y="64"/>
                        <a:pt x="78" y="65"/>
                      </a:cubicBezTo>
                      <a:cubicBezTo>
                        <a:pt x="80" y="65"/>
                        <a:pt x="81" y="65"/>
                        <a:pt x="82" y="65"/>
                      </a:cubicBezTo>
                      <a:cubicBezTo>
                        <a:pt x="82" y="65"/>
                        <a:pt x="83" y="65"/>
                        <a:pt x="83" y="65"/>
                      </a:cubicBezTo>
                      <a:cubicBezTo>
                        <a:pt x="83" y="65"/>
                        <a:pt x="81" y="58"/>
                        <a:pt x="77" y="49"/>
                      </a:cubicBezTo>
                      <a:cubicBezTo>
                        <a:pt x="72" y="38"/>
                        <a:pt x="65" y="25"/>
                        <a:pt x="57" y="18"/>
                      </a:cubicBezTo>
                      <a:cubicBezTo>
                        <a:pt x="39" y="1"/>
                        <a:pt x="8" y="0"/>
                        <a:pt x="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24"/>
                <p:cNvSpPr>
                  <a:spLocks/>
                </p:cNvSpPr>
                <p:nvPr/>
              </p:nvSpPr>
              <p:spPr bwMode="auto">
                <a:xfrm>
                  <a:off x="7700963" y="2420938"/>
                  <a:ext cx="207963" cy="269875"/>
                </a:xfrm>
                <a:custGeom>
                  <a:avLst/>
                  <a:gdLst/>
                  <a:ahLst/>
                  <a:cxnLst>
                    <a:cxn ang="0">
                      <a:pos x="62" y="0"/>
                    </a:cxn>
                    <a:cxn ang="0">
                      <a:pos x="11" y="33"/>
                    </a:cxn>
                    <a:cxn ang="0">
                      <a:pos x="2" y="63"/>
                    </a:cxn>
                    <a:cxn ang="0">
                      <a:pos x="0" y="85"/>
                    </a:cxn>
                    <a:cxn ang="0">
                      <a:pos x="5" y="83"/>
                    </a:cxn>
                    <a:cxn ang="0">
                      <a:pos x="48" y="53"/>
                    </a:cxn>
                    <a:cxn ang="0">
                      <a:pos x="62" y="0"/>
                    </a:cxn>
                  </a:cxnLst>
                  <a:rect l="0" t="0" r="r" b="b"/>
                  <a:pathLst>
                    <a:path w="66" h="85">
                      <a:moveTo>
                        <a:pt x="62" y="0"/>
                      </a:moveTo>
                      <a:cubicBezTo>
                        <a:pt x="62" y="0"/>
                        <a:pt x="26" y="9"/>
                        <a:pt x="11" y="33"/>
                      </a:cubicBezTo>
                      <a:cubicBezTo>
                        <a:pt x="7" y="41"/>
                        <a:pt x="4" y="52"/>
                        <a:pt x="2" y="63"/>
                      </a:cubicBezTo>
                      <a:cubicBezTo>
                        <a:pt x="0" y="75"/>
                        <a:pt x="0" y="85"/>
                        <a:pt x="0" y="85"/>
                      </a:cubicBezTo>
                      <a:cubicBezTo>
                        <a:pt x="0" y="85"/>
                        <a:pt x="2" y="84"/>
                        <a:pt x="5" y="83"/>
                      </a:cubicBezTo>
                      <a:cubicBezTo>
                        <a:pt x="13" y="80"/>
                        <a:pt x="32" y="72"/>
                        <a:pt x="48" y="53"/>
                      </a:cubicBezTo>
                      <a:cubicBezTo>
                        <a:pt x="66" y="33"/>
                        <a:pt x="62" y="0"/>
                        <a:pt x="6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25"/>
                <p:cNvSpPr>
                  <a:spLocks/>
                </p:cNvSpPr>
                <p:nvPr/>
              </p:nvSpPr>
              <p:spPr bwMode="auto">
                <a:xfrm>
                  <a:off x="7373938" y="2303463"/>
                  <a:ext cx="288925" cy="161925"/>
                </a:xfrm>
                <a:custGeom>
                  <a:avLst/>
                  <a:gdLst/>
                  <a:ahLst/>
                  <a:cxnLst>
                    <a:cxn ang="0">
                      <a:pos x="21" y="0"/>
                    </a:cxn>
                    <a:cxn ang="0">
                      <a:pos x="0" y="2"/>
                    </a:cxn>
                    <a:cxn ang="0">
                      <a:pos x="35" y="43"/>
                    </a:cxn>
                    <a:cxn ang="0">
                      <a:pos x="76" y="51"/>
                    </a:cxn>
                    <a:cxn ang="0">
                      <a:pos x="86" y="51"/>
                    </a:cxn>
                    <a:cxn ang="0">
                      <a:pos x="91" y="50"/>
                    </a:cxn>
                    <a:cxn ang="0">
                      <a:pos x="82" y="35"/>
                    </a:cxn>
                    <a:cxn ang="0">
                      <a:pos x="58" y="9"/>
                    </a:cxn>
                    <a:cxn ang="0">
                      <a:pos x="21" y="0"/>
                    </a:cxn>
                  </a:cxnLst>
                  <a:rect l="0" t="0" r="r" b="b"/>
                  <a:pathLst>
                    <a:path w="91" h="51">
                      <a:moveTo>
                        <a:pt x="21" y="0"/>
                      </a:moveTo>
                      <a:cubicBezTo>
                        <a:pt x="9" y="0"/>
                        <a:pt x="0" y="2"/>
                        <a:pt x="0" y="2"/>
                      </a:cubicBezTo>
                      <a:cubicBezTo>
                        <a:pt x="0" y="2"/>
                        <a:pt x="10" y="33"/>
                        <a:pt x="35" y="43"/>
                      </a:cubicBezTo>
                      <a:cubicBezTo>
                        <a:pt x="51" y="49"/>
                        <a:pt x="66" y="51"/>
                        <a:pt x="76" y="51"/>
                      </a:cubicBezTo>
                      <a:cubicBezTo>
                        <a:pt x="80" y="51"/>
                        <a:pt x="84" y="51"/>
                        <a:pt x="86" y="51"/>
                      </a:cubicBezTo>
                      <a:cubicBezTo>
                        <a:pt x="89" y="50"/>
                        <a:pt x="91" y="50"/>
                        <a:pt x="91" y="50"/>
                      </a:cubicBezTo>
                      <a:cubicBezTo>
                        <a:pt x="91" y="50"/>
                        <a:pt x="87" y="43"/>
                        <a:pt x="82" y="35"/>
                      </a:cubicBezTo>
                      <a:cubicBezTo>
                        <a:pt x="76" y="26"/>
                        <a:pt x="67" y="15"/>
                        <a:pt x="58" y="9"/>
                      </a:cubicBezTo>
                      <a:cubicBezTo>
                        <a:pt x="47" y="2"/>
                        <a:pt x="32" y="0"/>
                        <a:pt x="2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26"/>
                <p:cNvSpPr>
                  <a:spLocks/>
                </p:cNvSpPr>
                <p:nvPr/>
              </p:nvSpPr>
              <p:spPr bwMode="auto">
                <a:xfrm>
                  <a:off x="7646988" y="2139950"/>
                  <a:ext cx="179388" cy="293687"/>
                </a:xfrm>
                <a:custGeom>
                  <a:avLst/>
                  <a:gdLst/>
                  <a:ahLst/>
                  <a:cxnLst>
                    <a:cxn ang="0">
                      <a:pos x="48" y="0"/>
                    </a:cxn>
                    <a:cxn ang="0">
                      <a:pos x="5" y="40"/>
                    </a:cxn>
                    <a:cxn ang="0">
                      <a:pos x="1" y="74"/>
                    </a:cxn>
                    <a:cxn ang="0">
                      <a:pos x="2" y="93"/>
                    </a:cxn>
                    <a:cxn ang="0">
                      <a:pos x="6" y="91"/>
                    </a:cxn>
                    <a:cxn ang="0">
                      <a:pos x="43" y="54"/>
                    </a:cxn>
                    <a:cxn ang="0">
                      <a:pos x="48" y="0"/>
                    </a:cxn>
                  </a:cxnLst>
                  <a:rect l="0" t="0" r="r" b="b"/>
                  <a:pathLst>
                    <a:path w="57" h="93">
                      <a:moveTo>
                        <a:pt x="48" y="0"/>
                      </a:moveTo>
                      <a:cubicBezTo>
                        <a:pt x="48" y="0"/>
                        <a:pt x="15" y="15"/>
                        <a:pt x="5" y="40"/>
                      </a:cubicBezTo>
                      <a:cubicBezTo>
                        <a:pt x="1" y="50"/>
                        <a:pt x="0" y="63"/>
                        <a:pt x="1" y="74"/>
                      </a:cubicBezTo>
                      <a:cubicBezTo>
                        <a:pt x="1" y="84"/>
                        <a:pt x="2" y="93"/>
                        <a:pt x="2" y="93"/>
                      </a:cubicBezTo>
                      <a:cubicBezTo>
                        <a:pt x="2" y="93"/>
                        <a:pt x="4" y="92"/>
                        <a:pt x="6" y="91"/>
                      </a:cubicBezTo>
                      <a:cubicBezTo>
                        <a:pt x="13" y="87"/>
                        <a:pt x="30" y="75"/>
                        <a:pt x="43" y="54"/>
                      </a:cubicBezTo>
                      <a:cubicBezTo>
                        <a:pt x="57" y="31"/>
                        <a:pt x="48" y="0"/>
                        <a:pt x="4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27"/>
                <p:cNvSpPr>
                  <a:spLocks/>
                </p:cNvSpPr>
                <p:nvPr/>
              </p:nvSpPr>
              <p:spPr bwMode="auto">
                <a:xfrm>
                  <a:off x="7270750" y="2095500"/>
                  <a:ext cx="303213" cy="134937"/>
                </a:xfrm>
                <a:custGeom>
                  <a:avLst/>
                  <a:gdLst/>
                  <a:ahLst/>
                  <a:cxnLst>
                    <a:cxn ang="0">
                      <a:pos x="37" y="0"/>
                    </a:cxn>
                    <a:cxn ang="0">
                      <a:pos x="0" y="7"/>
                    </a:cxn>
                    <a:cxn ang="0">
                      <a:pos x="41" y="41"/>
                    </a:cxn>
                    <a:cxn ang="0">
                      <a:pos x="64" y="43"/>
                    </a:cxn>
                    <a:cxn ang="0">
                      <a:pos x="93" y="39"/>
                    </a:cxn>
                    <a:cxn ang="0">
                      <a:pos x="96" y="38"/>
                    </a:cxn>
                    <a:cxn ang="0">
                      <a:pos x="87" y="28"/>
                    </a:cxn>
                    <a:cxn ang="0">
                      <a:pos x="58" y="4"/>
                    </a:cxn>
                    <a:cxn ang="0">
                      <a:pos x="37" y="0"/>
                    </a:cxn>
                  </a:cxnLst>
                  <a:rect l="0" t="0" r="r" b="b"/>
                  <a:pathLst>
                    <a:path w="96" h="43">
                      <a:moveTo>
                        <a:pt x="37" y="0"/>
                      </a:moveTo>
                      <a:cubicBezTo>
                        <a:pt x="18" y="0"/>
                        <a:pt x="0" y="7"/>
                        <a:pt x="0" y="7"/>
                      </a:cubicBezTo>
                      <a:cubicBezTo>
                        <a:pt x="0" y="7"/>
                        <a:pt x="16" y="35"/>
                        <a:pt x="41" y="41"/>
                      </a:cubicBezTo>
                      <a:cubicBezTo>
                        <a:pt x="50" y="43"/>
                        <a:pt x="57" y="43"/>
                        <a:pt x="64" y="43"/>
                      </a:cubicBezTo>
                      <a:cubicBezTo>
                        <a:pt x="78" y="43"/>
                        <a:pt x="88" y="41"/>
                        <a:pt x="93" y="39"/>
                      </a:cubicBezTo>
                      <a:cubicBezTo>
                        <a:pt x="95" y="39"/>
                        <a:pt x="96" y="38"/>
                        <a:pt x="96" y="38"/>
                      </a:cubicBezTo>
                      <a:cubicBezTo>
                        <a:pt x="96" y="38"/>
                        <a:pt x="93" y="33"/>
                        <a:pt x="87" y="28"/>
                      </a:cubicBezTo>
                      <a:cubicBezTo>
                        <a:pt x="80" y="19"/>
                        <a:pt x="68" y="8"/>
                        <a:pt x="58" y="4"/>
                      </a:cubicBezTo>
                      <a:cubicBezTo>
                        <a:pt x="51" y="1"/>
                        <a:pt x="44" y="0"/>
                        <a:pt x="3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128"/>
                <p:cNvSpPr>
                  <a:spLocks/>
                </p:cNvSpPr>
                <p:nvPr/>
              </p:nvSpPr>
              <p:spPr bwMode="auto">
                <a:xfrm>
                  <a:off x="7535863" y="1882775"/>
                  <a:ext cx="161925" cy="303212"/>
                </a:xfrm>
                <a:custGeom>
                  <a:avLst/>
                  <a:gdLst/>
                  <a:ahLst/>
                  <a:cxnLst>
                    <a:cxn ang="0">
                      <a:pos x="36" y="0"/>
                    </a:cxn>
                    <a:cxn ang="0">
                      <a:pos x="2" y="46"/>
                    </a:cxn>
                    <a:cxn ang="0">
                      <a:pos x="4" y="78"/>
                    </a:cxn>
                    <a:cxn ang="0">
                      <a:pos x="8" y="96"/>
                    </a:cxn>
                    <a:cxn ang="0">
                      <a:pos x="11" y="94"/>
                    </a:cxn>
                    <a:cxn ang="0">
                      <a:pos x="41" y="52"/>
                    </a:cxn>
                    <a:cxn ang="0">
                      <a:pos x="36" y="0"/>
                    </a:cxn>
                  </a:cxnLst>
                  <a:rect l="0" t="0" r="r" b="b"/>
                  <a:pathLst>
                    <a:path w="51" h="96">
                      <a:moveTo>
                        <a:pt x="36" y="0"/>
                      </a:moveTo>
                      <a:cubicBezTo>
                        <a:pt x="36" y="0"/>
                        <a:pt x="7" y="20"/>
                        <a:pt x="2" y="46"/>
                      </a:cubicBezTo>
                      <a:cubicBezTo>
                        <a:pt x="0" y="55"/>
                        <a:pt x="1" y="68"/>
                        <a:pt x="4" y="78"/>
                      </a:cubicBezTo>
                      <a:cubicBezTo>
                        <a:pt x="6" y="89"/>
                        <a:pt x="8" y="96"/>
                        <a:pt x="8" y="96"/>
                      </a:cubicBezTo>
                      <a:cubicBezTo>
                        <a:pt x="8" y="96"/>
                        <a:pt x="10" y="96"/>
                        <a:pt x="11" y="94"/>
                      </a:cubicBezTo>
                      <a:cubicBezTo>
                        <a:pt x="18" y="89"/>
                        <a:pt x="32" y="75"/>
                        <a:pt x="41" y="52"/>
                      </a:cubicBezTo>
                      <a:cubicBezTo>
                        <a:pt x="51" y="28"/>
                        <a:pt x="36" y="0"/>
                        <a:pt x="3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29"/>
                <p:cNvSpPr>
                  <a:spLocks/>
                </p:cNvSpPr>
                <p:nvPr/>
              </p:nvSpPr>
              <p:spPr bwMode="auto">
                <a:xfrm>
                  <a:off x="7137400" y="1901825"/>
                  <a:ext cx="306388" cy="127000"/>
                </a:xfrm>
                <a:custGeom>
                  <a:avLst/>
                  <a:gdLst/>
                  <a:ahLst/>
                  <a:cxnLst>
                    <a:cxn ang="0">
                      <a:pos x="45" y="0"/>
                    </a:cxn>
                    <a:cxn ang="0">
                      <a:pos x="0" y="14"/>
                    </a:cxn>
                    <a:cxn ang="0">
                      <a:pos x="44" y="40"/>
                    </a:cxn>
                    <a:cxn ang="0">
                      <a:pos x="49" y="40"/>
                    </a:cxn>
                    <a:cxn ang="0">
                      <a:pos x="95" y="29"/>
                    </a:cxn>
                    <a:cxn ang="0">
                      <a:pos x="97" y="28"/>
                    </a:cxn>
                    <a:cxn ang="0">
                      <a:pos x="91" y="23"/>
                    </a:cxn>
                    <a:cxn ang="0">
                      <a:pos x="55" y="1"/>
                    </a:cxn>
                    <a:cxn ang="0">
                      <a:pos x="45" y="0"/>
                    </a:cxn>
                  </a:cxnLst>
                  <a:rect l="0" t="0" r="r" b="b"/>
                  <a:pathLst>
                    <a:path w="97" h="40">
                      <a:moveTo>
                        <a:pt x="45" y="0"/>
                      </a:moveTo>
                      <a:cubicBezTo>
                        <a:pt x="22" y="0"/>
                        <a:pt x="0" y="14"/>
                        <a:pt x="0" y="14"/>
                      </a:cubicBezTo>
                      <a:cubicBezTo>
                        <a:pt x="0" y="14"/>
                        <a:pt x="19" y="38"/>
                        <a:pt x="44" y="40"/>
                      </a:cubicBezTo>
                      <a:cubicBezTo>
                        <a:pt x="46" y="40"/>
                        <a:pt x="48" y="40"/>
                        <a:pt x="49" y="40"/>
                      </a:cubicBezTo>
                      <a:cubicBezTo>
                        <a:pt x="73" y="40"/>
                        <a:pt x="90" y="32"/>
                        <a:pt x="95" y="29"/>
                      </a:cubicBezTo>
                      <a:cubicBezTo>
                        <a:pt x="97" y="28"/>
                        <a:pt x="97" y="28"/>
                        <a:pt x="97" y="28"/>
                      </a:cubicBezTo>
                      <a:cubicBezTo>
                        <a:pt x="97" y="28"/>
                        <a:pt x="95" y="26"/>
                        <a:pt x="91" y="23"/>
                      </a:cubicBezTo>
                      <a:cubicBezTo>
                        <a:pt x="83" y="16"/>
                        <a:pt x="67" y="4"/>
                        <a:pt x="55" y="1"/>
                      </a:cubicBezTo>
                      <a:cubicBezTo>
                        <a:pt x="51" y="1"/>
                        <a:pt x="48" y="0"/>
                        <a:pt x="4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130"/>
                <p:cNvSpPr>
                  <a:spLocks/>
                </p:cNvSpPr>
                <p:nvPr/>
              </p:nvSpPr>
              <p:spPr bwMode="auto">
                <a:xfrm>
                  <a:off x="7380288" y="1654175"/>
                  <a:ext cx="139700" cy="311150"/>
                </a:xfrm>
                <a:custGeom>
                  <a:avLst/>
                  <a:gdLst/>
                  <a:ahLst/>
                  <a:cxnLst>
                    <a:cxn ang="0">
                      <a:pos x="26" y="0"/>
                    </a:cxn>
                    <a:cxn ang="0">
                      <a:pos x="0" y="50"/>
                    </a:cxn>
                    <a:cxn ang="0">
                      <a:pos x="7" y="79"/>
                    </a:cxn>
                    <a:cxn ang="0">
                      <a:pos x="15" y="98"/>
                    </a:cxn>
                    <a:cxn ang="0">
                      <a:pos x="18" y="95"/>
                    </a:cxn>
                    <a:cxn ang="0">
                      <a:pos x="39" y="50"/>
                    </a:cxn>
                    <a:cxn ang="0">
                      <a:pos x="26" y="0"/>
                    </a:cxn>
                  </a:cxnLst>
                  <a:rect l="0" t="0" r="r" b="b"/>
                  <a:pathLst>
                    <a:path w="44" h="98">
                      <a:moveTo>
                        <a:pt x="26" y="0"/>
                      </a:moveTo>
                      <a:cubicBezTo>
                        <a:pt x="26" y="0"/>
                        <a:pt x="1" y="24"/>
                        <a:pt x="0" y="50"/>
                      </a:cubicBezTo>
                      <a:cubicBezTo>
                        <a:pt x="0" y="59"/>
                        <a:pt x="3" y="70"/>
                        <a:pt x="7" y="79"/>
                      </a:cubicBezTo>
                      <a:cubicBezTo>
                        <a:pt x="11" y="90"/>
                        <a:pt x="15" y="98"/>
                        <a:pt x="15" y="98"/>
                      </a:cubicBezTo>
                      <a:cubicBezTo>
                        <a:pt x="15" y="98"/>
                        <a:pt x="16" y="97"/>
                        <a:pt x="18" y="95"/>
                      </a:cubicBezTo>
                      <a:cubicBezTo>
                        <a:pt x="24" y="88"/>
                        <a:pt x="35" y="73"/>
                        <a:pt x="39" y="50"/>
                      </a:cubicBezTo>
                      <a:cubicBezTo>
                        <a:pt x="44" y="25"/>
                        <a:pt x="26" y="0"/>
                        <a:pt x="2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131"/>
                <p:cNvSpPr>
                  <a:spLocks/>
                </p:cNvSpPr>
                <p:nvPr/>
              </p:nvSpPr>
              <p:spPr bwMode="auto">
                <a:xfrm>
                  <a:off x="6972300" y="1733550"/>
                  <a:ext cx="307975" cy="123825"/>
                </a:xfrm>
                <a:custGeom>
                  <a:avLst/>
                  <a:gdLst/>
                  <a:ahLst/>
                  <a:cxnLst>
                    <a:cxn ang="0">
                      <a:pos x="50" y="0"/>
                    </a:cxn>
                    <a:cxn ang="0">
                      <a:pos x="0" y="22"/>
                    </a:cxn>
                    <a:cxn ang="0">
                      <a:pos x="43" y="39"/>
                    </a:cxn>
                    <a:cxn ang="0">
                      <a:pos x="48" y="39"/>
                    </a:cxn>
                    <a:cxn ang="0">
                      <a:pos x="96" y="19"/>
                    </a:cxn>
                    <a:cxn ang="0">
                      <a:pos x="97" y="18"/>
                    </a:cxn>
                    <a:cxn ang="0">
                      <a:pos x="91" y="15"/>
                    </a:cxn>
                    <a:cxn ang="0">
                      <a:pos x="51" y="0"/>
                    </a:cxn>
                    <a:cxn ang="0">
                      <a:pos x="50" y="0"/>
                    </a:cxn>
                  </a:cxnLst>
                  <a:rect l="0" t="0" r="r" b="b"/>
                  <a:pathLst>
                    <a:path w="97" h="39">
                      <a:moveTo>
                        <a:pt x="50" y="0"/>
                      </a:moveTo>
                      <a:cubicBezTo>
                        <a:pt x="25" y="0"/>
                        <a:pt x="0" y="22"/>
                        <a:pt x="0" y="22"/>
                      </a:cubicBezTo>
                      <a:cubicBezTo>
                        <a:pt x="0" y="22"/>
                        <a:pt x="20" y="39"/>
                        <a:pt x="43" y="39"/>
                      </a:cubicBezTo>
                      <a:cubicBezTo>
                        <a:pt x="44" y="39"/>
                        <a:pt x="46" y="39"/>
                        <a:pt x="48" y="39"/>
                      </a:cubicBezTo>
                      <a:cubicBezTo>
                        <a:pt x="74" y="35"/>
                        <a:pt x="91" y="23"/>
                        <a:pt x="96" y="19"/>
                      </a:cubicBezTo>
                      <a:cubicBezTo>
                        <a:pt x="97" y="19"/>
                        <a:pt x="97" y="18"/>
                        <a:pt x="97" y="18"/>
                      </a:cubicBezTo>
                      <a:cubicBezTo>
                        <a:pt x="97" y="18"/>
                        <a:pt x="95" y="17"/>
                        <a:pt x="91" y="15"/>
                      </a:cubicBezTo>
                      <a:cubicBezTo>
                        <a:pt x="81" y="9"/>
                        <a:pt x="64" y="1"/>
                        <a:pt x="51" y="0"/>
                      </a:cubicBezTo>
                      <a:cubicBezTo>
                        <a:pt x="51" y="0"/>
                        <a:pt x="50" y="0"/>
                        <a:pt x="5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132"/>
                <p:cNvSpPr>
                  <a:spLocks/>
                </p:cNvSpPr>
                <p:nvPr/>
              </p:nvSpPr>
              <p:spPr bwMode="auto">
                <a:xfrm>
                  <a:off x="7175500" y="1465263"/>
                  <a:ext cx="136525" cy="306387"/>
                </a:xfrm>
                <a:custGeom>
                  <a:avLst/>
                  <a:gdLst/>
                  <a:ahLst/>
                  <a:cxnLst>
                    <a:cxn ang="0">
                      <a:pos x="20" y="0"/>
                    </a:cxn>
                    <a:cxn ang="0">
                      <a:pos x="4" y="53"/>
                    </a:cxn>
                    <a:cxn ang="0">
                      <a:pos x="18" y="85"/>
                    </a:cxn>
                    <a:cxn ang="0">
                      <a:pos x="27" y="97"/>
                    </a:cxn>
                    <a:cxn ang="0">
                      <a:pos x="29" y="94"/>
                    </a:cxn>
                    <a:cxn ang="0">
                      <a:pos x="42" y="46"/>
                    </a:cxn>
                    <a:cxn ang="0">
                      <a:pos x="20" y="0"/>
                    </a:cxn>
                  </a:cxnLst>
                  <a:rect l="0" t="0" r="r" b="b"/>
                  <a:pathLst>
                    <a:path w="43" h="97">
                      <a:moveTo>
                        <a:pt x="20" y="0"/>
                      </a:moveTo>
                      <a:cubicBezTo>
                        <a:pt x="20" y="0"/>
                        <a:pt x="0" y="28"/>
                        <a:pt x="4" y="53"/>
                      </a:cubicBezTo>
                      <a:cubicBezTo>
                        <a:pt x="5" y="63"/>
                        <a:pt x="12" y="76"/>
                        <a:pt x="18" y="85"/>
                      </a:cubicBezTo>
                      <a:cubicBezTo>
                        <a:pt x="23" y="92"/>
                        <a:pt x="27" y="97"/>
                        <a:pt x="27" y="97"/>
                      </a:cubicBezTo>
                      <a:cubicBezTo>
                        <a:pt x="27" y="97"/>
                        <a:pt x="27" y="96"/>
                        <a:pt x="29" y="94"/>
                      </a:cubicBezTo>
                      <a:cubicBezTo>
                        <a:pt x="33" y="87"/>
                        <a:pt x="41" y="70"/>
                        <a:pt x="42" y="46"/>
                      </a:cubicBezTo>
                      <a:cubicBezTo>
                        <a:pt x="43" y="21"/>
                        <a:pt x="20" y="0"/>
                        <a:pt x="2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133"/>
                <p:cNvSpPr>
                  <a:spLocks/>
                </p:cNvSpPr>
                <p:nvPr/>
              </p:nvSpPr>
              <p:spPr bwMode="auto">
                <a:xfrm>
                  <a:off x="6792913" y="1597025"/>
                  <a:ext cx="290513" cy="127000"/>
                </a:xfrm>
                <a:custGeom>
                  <a:avLst/>
                  <a:gdLst/>
                  <a:ahLst/>
                  <a:cxnLst>
                    <a:cxn ang="0">
                      <a:pos x="50" y="0"/>
                    </a:cxn>
                    <a:cxn ang="0">
                      <a:pos x="45" y="0"/>
                    </a:cxn>
                    <a:cxn ang="0">
                      <a:pos x="0" y="30"/>
                    </a:cxn>
                    <a:cxn ang="0">
                      <a:pos x="35" y="40"/>
                    </a:cxn>
                    <a:cxn ang="0">
                      <a:pos x="48" y="38"/>
                    </a:cxn>
                    <a:cxn ang="0">
                      <a:pos x="91" y="11"/>
                    </a:cxn>
                    <a:cxn ang="0">
                      <a:pos x="92" y="10"/>
                    </a:cxn>
                    <a:cxn ang="0">
                      <a:pos x="85" y="7"/>
                    </a:cxn>
                    <a:cxn ang="0">
                      <a:pos x="50" y="0"/>
                    </a:cxn>
                  </a:cxnLst>
                  <a:rect l="0" t="0" r="r" b="b"/>
                  <a:pathLst>
                    <a:path w="92" h="40">
                      <a:moveTo>
                        <a:pt x="50" y="0"/>
                      </a:moveTo>
                      <a:cubicBezTo>
                        <a:pt x="48" y="0"/>
                        <a:pt x="47" y="0"/>
                        <a:pt x="45" y="0"/>
                      </a:cubicBezTo>
                      <a:cubicBezTo>
                        <a:pt x="20" y="3"/>
                        <a:pt x="0" y="30"/>
                        <a:pt x="0" y="30"/>
                      </a:cubicBezTo>
                      <a:cubicBezTo>
                        <a:pt x="0" y="30"/>
                        <a:pt x="16" y="40"/>
                        <a:pt x="35" y="40"/>
                      </a:cubicBezTo>
                      <a:cubicBezTo>
                        <a:pt x="39" y="40"/>
                        <a:pt x="44" y="39"/>
                        <a:pt x="48" y="38"/>
                      </a:cubicBezTo>
                      <a:cubicBezTo>
                        <a:pt x="73" y="30"/>
                        <a:pt x="87" y="15"/>
                        <a:pt x="91" y="11"/>
                      </a:cubicBezTo>
                      <a:cubicBezTo>
                        <a:pt x="92" y="10"/>
                        <a:pt x="92" y="10"/>
                        <a:pt x="92" y="10"/>
                      </a:cubicBezTo>
                      <a:cubicBezTo>
                        <a:pt x="92" y="10"/>
                        <a:pt x="90" y="8"/>
                        <a:pt x="85" y="7"/>
                      </a:cubicBezTo>
                      <a:cubicBezTo>
                        <a:pt x="77" y="4"/>
                        <a:pt x="62" y="0"/>
                        <a:pt x="5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134"/>
                <p:cNvSpPr>
                  <a:spLocks/>
                </p:cNvSpPr>
                <p:nvPr/>
              </p:nvSpPr>
              <p:spPr bwMode="auto">
                <a:xfrm>
                  <a:off x="6943725" y="1319213"/>
                  <a:ext cx="149225" cy="290512"/>
                </a:xfrm>
                <a:custGeom>
                  <a:avLst/>
                  <a:gdLst/>
                  <a:ahLst/>
                  <a:cxnLst>
                    <a:cxn ang="0">
                      <a:pos x="14" y="0"/>
                    </a:cxn>
                    <a:cxn ang="0">
                      <a:pos x="8" y="54"/>
                    </a:cxn>
                    <a:cxn ang="0">
                      <a:pos x="29" y="84"/>
                    </a:cxn>
                    <a:cxn ang="0">
                      <a:pos x="37" y="92"/>
                    </a:cxn>
                    <a:cxn ang="0">
                      <a:pos x="38" y="90"/>
                    </a:cxn>
                    <a:cxn ang="0">
                      <a:pos x="43" y="41"/>
                    </a:cxn>
                    <a:cxn ang="0">
                      <a:pos x="14" y="0"/>
                    </a:cxn>
                  </a:cxnLst>
                  <a:rect l="0" t="0" r="r" b="b"/>
                  <a:pathLst>
                    <a:path w="47" h="92">
                      <a:moveTo>
                        <a:pt x="14" y="0"/>
                      </a:moveTo>
                      <a:cubicBezTo>
                        <a:pt x="14" y="0"/>
                        <a:pt x="0" y="30"/>
                        <a:pt x="8" y="54"/>
                      </a:cubicBezTo>
                      <a:cubicBezTo>
                        <a:pt x="11" y="65"/>
                        <a:pt x="21" y="77"/>
                        <a:pt x="29" y="84"/>
                      </a:cubicBezTo>
                      <a:cubicBezTo>
                        <a:pt x="33" y="89"/>
                        <a:pt x="37" y="92"/>
                        <a:pt x="37" y="92"/>
                      </a:cubicBezTo>
                      <a:cubicBezTo>
                        <a:pt x="37" y="92"/>
                        <a:pt x="37" y="92"/>
                        <a:pt x="38" y="90"/>
                      </a:cubicBezTo>
                      <a:cubicBezTo>
                        <a:pt x="40" y="84"/>
                        <a:pt x="47" y="65"/>
                        <a:pt x="43" y="41"/>
                      </a:cubicBezTo>
                      <a:cubicBezTo>
                        <a:pt x="39" y="17"/>
                        <a:pt x="14" y="0"/>
                        <a:pt x="1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135"/>
                <p:cNvSpPr>
                  <a:spLocks/>
                </p:cNvSpPr>
                <p:nvPr/>
              </p:nvSpPr>
              <p:spPr bwMode="auto">
                <a:xfrm>
                  <a:off x="6592888" y="1490663"/>
                  <a:ext cx="273050" cy="134937"/>
                </a:xfrm>
                <a:custGeom>
                  <a:avLst/>
                  <a:gdLst/>
                  <a:ahLst/>
                  <a:cxnLst>
                    <a:cxn ang="0">
                      <a:pos x="56" y="0"/>
                    </a:cxn>
                    <a:cxn ang="0">
                      <a:pos x="39" y="3"/>
                    </a:cxn>
                    <a:cxn ang="0">
                      <a:pos x="0" y="39"/>
                    </a:cxn>
                    <a:cxn ang="0">
                      <a:pos x="26" y="43"/>
                    </a:cxn>
                    <a:cxn ang="0">
                      <a:pos x="49" y="38"/>
                    </a:cxn>
                    <a:cxn ang="0">
                      <a:pos x="86" y="5"/>
                    </a:cxn>
                    <a:cxn ang="0">
                      <a:pos x="86" y="4"/>
                    </a:cxn>
                    <a:cxn ang="0">
                      <a:pos x="83" y="3"/>
                    </a:cxn>
                    <a:cxn ang="0">
                      <a:pos x="56" y="0"/>
                    </a:cxn>
                  </a:cxnLst>
                  <a:rect l="0" t="0" r="r" b="b"/>
                  <a:pathLst>
                    <a:path w="86" h="43">
                      <a:moveTo>
                        <a:pt x="56" y="0"/>
                      </a:moveTo>
                      <a:cubicBezTo>
                        <a:pt x="50" y="0"/>
                        <a:pt x="44" y="1"/>
                        <a:pt x="39" y="3"/>
                      </a:cubicBezTo>
                      <a:cubicBezTo>
                        <a:pt x="16" y="10"/>
                        <a:pt x="0" y="39"/>
                        <a:pt x="0" y="39"/>
                      </a:cubicBezTo>
                      <a:cubicBezTo>
                        <a:pt x="0" y="39"/>
                        <a:pt x="12" y="43"/>
                        <a:pt x="26" y="43"/>
                      </a:cubicBezTo>
                      <a:cubicBezTo>
                        <a:pt x="34" y="43"/>
                        <a:pt x="42" y="42"/>
                        <a:pt x="49" y="38"/>
                      </a:cubicBezTo>
                      <a:cubicBezTo>
                        <a:pt x="72" y="26"/>
                        <a:pt x="84" y="8"/>
                        <a:pt x="86" y="5"/>
                      </a:cubicBezTo>
                      <a:cubicBezTo>
                        <a:pt x="86" y="4"/>
                        <a:pt x="86" y="4"/>
                        <a:pt x="86" y="4"/>
                      </a:cubicBezTo>
                      <a:cubicBezTo>
                        <a:pt x="86" y="4"/>
                        <a:pt x="85" y="4"/>
                        <a:pt x="83" y="3"/>
                      </a:cubicBezTo>
                      <a:cubicBezTo>
                        <a:pt x="78" y="2"/>
                        <a:pt x="67"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136"/>
                <p:cNvSpPr>
                  <a:spLocks/>
                </p:cNvSpPr>
                <p:nvPr/>
              </p:nvSpPr>
              <p:spPr bwMode="auto">
                <a:xfrm>
                  <a:off x="6694488" y="1220788"/>
                  <a:ext cx="161925" cy="269875"/>
                </a:xfrm>
                <a:custGeom>
                  <a:avLst/>
                  <a:gdLst/>
                  <a:ahLst/>
                  <a:cxnLst>
                    <a:cxn ang="0">
                      <a:pos x="9" y="0"/>
                    </a:cxn>
                    <a:cxn ang="0">
                      <a:pos x="12" y="53"/>
                    </a:cxn>
                    <a:cxn ang="0">
                      <a:pos x="39" y="80"/>
                    </a:cxn>
                    <a:cxn ang="0">
                      <a:pos x="46" y="85"/>
                    </a:cxn>
                    <a:cxn ang="0">
                      <a:pos x="47" y="83"/>
                    </a:cxn>
                    <a:cxn ang="0">
                      <a:pos x="43" y="34"/>
                    </a:cxn>
                    <a:cxn ang="0">
                      <a:pos x="9" y="0"/>
                    </a:cxn>
                  </a:cxnLst>
                  <a:rect l="0" t="0" r="r" b="b"/>
                  <a:pathLst>
                    <a:path w="51" h="85">
                      <a:moveTo>
                        <a:pt x="9" y="0"/>
                      </a:moveTo>
                      <a:cubicBezTo>
                        <a:pt x="9" y="0"/>
                        <a:pt x="0" y="32"/>
                        <a:pt x="12" y="53"/>
                      </a:cubicBezTo>
                      <a:cubicBezTo>
                        <a:pt x="17" y="63"/>
                        <a:pt x="30" y="74"/>
                        <a:pt x="39" y="80"/>
                      </a:cubicBezTo>
                      <a:cubicBezTo>
                        <a:pt x="43" y="83"/>
                        <a:pt x="46" y="85"/>
                        <a:pt x="46" y="85"/>
                      </a:cubicBezTo>
                      <a:cubicBezTo>
                        <a:pt x="46" y="85"/>
                        <a:pt x="47" y="84"/>
                        <a:pt x="47" y="83"/>
                      </a:cubicBezTo>
                      <a:cubicBezTo>
                        <a:pt x="48" y="78"/>
                        <a:pt x="51" y="58"/>
                        <a:pt x="43" y="34"/>
                      </a:cubicBezTo>
                      <a:cubicBezTo>
                        <a:pt x="36" y="12"/>
                        <a:pt x="9"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37"/>
                <p:cNvSpPr>
                  <a:spLocks/>
                </p:cNvSpPr>
                <p:nvPr/>
              </p:nvSpPr>
              <p:spPr bwMode="auto">
                <a:xfrm>
                  <a:off x="6492875" y="1366838"/>
                  <a:ext cx="227013" cy="98425"/>
                </a:xfrm>
                <a:custGeom>
                  <a:avLst/>
                  <a:gdLst/>
                  <a:ahLst/>
                  <a:cxnLst>
                    <a:cxn ang="0">
                      <a:pos x="32" y="0"/>
                    </a:cxn>
                    <a:cxn ang="0">
                      <a:pos x="0" y="6"/>
                    </a:cxn>
                    <a:cxn ang="0">
                      <a:pos x="34" y="29"/>
                    </a:cxn>
                    <a:cxn ang="0">
                      <a:pos x="45" y="31"/>
                    </a:cxn>
                    <a:cxn ang="0">
                      <a:pos x="71" y="24"/>
                    </a:cxn>
                    <a:cxn ang="0">
                      <a:pos x="72" y="24"/>
                    </a:cxn>
                    <a:cxn ang="0">
                      <a:pos x="71" y="22"/>
                    </a:cxn>
                    <a:cxn ang="0">
                      <a:pos x="37" y="0"/>
                    </a:cxn>
                    <a:cxn ang="0">
                      <a:pos x="32" y="0"/>
                    </a:cxn>
                  </a:cxnLst>
                  <a:rect l="0" t="0" r="r" b="b"/>
                  <a:pathLst>
                    <a:path w="72" h="31">
                      <a:moveTo>
                        <a:pt x="32" y="0"/>
                      </a:moveTo>
                      <a:cubicBezTo>
                        <a:pt x="18" y="0"/>
                        <a:pt x="0" y="6"/>
                        <a:pt x="0" y="6"/>
                      </a:cubicBezTo>
                      <a:cubicBezTo>
                        <a:pt x="0" y="6"/>
                        <a:pt x="11" y="21"/>
                        <a:pt x="34" y="29"/>
                      </a:cubicBezTo>
                      <a:cubicBezTo>
                        <a:pt x="38" y="30"/>
                        <a:pt x="42" y="31"/>
                        <a:pt x="45" y="31"/>
                      </a:cubicBezTo>
                      <a:cubicBezTo>
                        <a:pt x="58" y="31"/>
                        <a:pt x="69" y="26"/>
                        <a:pt x="71" y="24"/>
                      </a:cubicBezTo>
                      <a:cubicBezTo>
                        <a:pt x="72" y="24"/>
                        <a:pt x="72" y="24"/>
                        <a:pt x="72" y="24"/>
                      </a:cubicBezTo>
                      <a:cubicBezTo>
                        <a:pt x="72" y="24"/>
                        <a:pt x="71" y="23"/>
                        <a:pt x="71" y="22"/>
                      </a:cubicBezTo>
                      <a:cubicBezTo>
                        <a:pt x="67" y="18"/>
                        <a:pt x="53" y="3"/>
                        <a:pt x="37" y="0"/>
                      </a:cubicBezTo>
                      <a:cubicBezTo>
                        <a:pt x="36" y="0"/>
                        <a:pt x="34"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26" name="Freeform 152"/>
            <p:cNvSpPr>
              <a:spLocks noEditPoints="1"/>
            </p:cNvSpPr>
            <p:nvPr/>
          </p:nvSpPr>
          <p:spPr bwMode="auto">
            <a:xfrm>
              <a:off x="2692091" y="2616309"/>
              <a:ext cx="457538" cy="42282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133"/>
          <p:cNvGrpSpPr/>
          <p:nvPr/>
        </p:nvGrpSpPr>
        <p:grpSpPr>
          <a:xfrm>
            <a:off x="5320891" y="3616455"/>
            <a:ext cx="686790" cy="686790"/>
            <a:chOff x="5320891" y="3528903"/>
            <a:chExt cx="686790" cy="686790"/>
          </a:xfrm>
        </p:grpSpPr>
        <p:sp>
          <p:nvSpPr>
            <p:cNvPr id="73" name="Rectangular Callout 72"/>
            <p:cNvSpPr/>
            <p:nvPr/>
          </p:nvSpPr>
          <p:spPr>
            <a:xfrm>
              <a:off x="5320891" y="3528903"/>
              <a:ext cx="686790" cy="686790"/>
            </a:xfrm>
            <a:prstGeom prst="wedgeRectCallout">
              <a:avLst/>
            </a:prstGeom>
            <a:solidFill>
              <a:schemeClr val="accent4"/>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0" rIns="0" rtlCol="0" anchor="ctr"/>
            <a:lstStyle/>
            <a:p>
              <a:pPr algn="ctr"/>
              <a:endParaRPr lang="en-US" sz="2400" dirty="0">
                <a:solidFill>
                  <a:schemeClr val="accent4">
                    <a:lumMod val="75000"/>
                  </a:schemeClr>
                </a:solidFill>
                <a:latin typeface="FontAwesome" pitchFamily="2" charset="0"/>
              </a:endParaRPr>
            </a:p>
          </p:txBody>
        </p:sp>
        <p:sp>
          <p:nvSpPr>
            <p:cNvPr id="128" name="Freeform 52"/>
            <p:cNvSpPr>
              <a:spLocks noEditPoints="1"/>
            </p:cNvSpPr>
            <p:nvPr/>
          </p:nvSpPr>
          <p:spPr bwMode="auto">
            <a:xfrm>
              <a:off x="5501400" y="3697055"/>
              <a:ext cx="325773" cy="350487"/>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34"/>
          <p:cNvGrpSpPr/>
          <p:nvPr/>
        </p:nvGrpSpPr>
        <p:grpSpPr>
          <a:xfrm>
            <a:off x="5320891" y="1554402"/>
            <a:ext cx="686790" cy="686790"/>
            <a:chOff x="5320891" y="1466850"/>
            <a:chExt cx="686790" cy="686790"/>
          </a:xfrm>
        </p:grpSpPr>
        <p:sp>
          <p:nvSpPr>
            <p:cNvPr id="32" name="Rectangular Callout 31"/>
            <p:cNvSpPr/>
            <p:nvPr/>
          </p:nvSpPr>
          <p:spPr>
            <a:xfrm>
              <a:off x="5320891" y="1466850"/>
              <a:ext cx="686790" cy="686790"/>
            </a:xfrm>
            <a:prstGeom prst="wedgeRectCallout">
              <a:avLst/>
            </a:prstGeom>
            <a:solidFill>
              <a:schemeClr val="accent1"/>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1">
                    <a:lumMod val="75000"/>
                  </a:schemeClr>
                </a:solidFill>
                <a:latin typeface="FontAwesome" pitchFamily="2" charset="0"/>
              </a:endParaRPr>
            </a:p>
          </p:txBody>
        </p:sp>
        <p:sp>
          <p:nvSpPr>
            <p:cNvPr id="129" name="Freeform 42"/>
            <p:cNvSpPr>
              <a:spLocks noEditPoints="1"/>
            </p:cNvSpPr>
            <p:nvPr/>
          </p:nvSpPr>
          <p:spPr bwMode="auto">
            <a:xfrm>
              <a:off x="5486796" y="1657469"/>
              <a:ext cx="354980" cy="30555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32"/>
          <p:cNvGrpSpPr/>
          <p:nvPr/>
        </p:nvGrpSpPr>
        <p:grpSpPr>
          <a:xfrm>
            <a:off x="5320891" y="2929104"/>
            <a:ext cx="686790" cy="686790"/>
            <a:chOff x="5320891" y="2841552"/>
            <a:chExt cx="686790" cy="686790"/>
          </a:xfrm>
        </p:grpSpPr>
        <p:sp>
          <p:nvSpPr>
            <p:cNvPr id="68" name="Rectangular Callout 67"/>
            <p:cNvSpPr/>
            <p:nvPr/>
          </p:nvSpPr>
          <p:spPr>
            <a:xfrm>
              <a:off x="5320891" y="2841552"/>
              <a:ext cx="686790" cy="686790"/>
            </a:xfrm>
            <a:prstGeom prst="wedgeRectCallout">
              <a:avLst/>
            </a:prstGeom>
            <a:solidFill>
              <a:schemeClr val="accent3"/>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75000"/>
                  </a:schemeClr>
                </a:solidFill>
                <a:latin typeface="FontAwesome" pitchFamily="2" charset="0"/>
              </a:endParaRPr>
            </a:p>
          </p:txBody>
        </p:sp>
        <p:sp>
          <p:nvSpPr>
            <p:cNvPr id="130" name="Freeform 178"/>
            <p:cNvSpPr>
              <a:spLocks noEditPoints="1"/>
            </p:cNvSpPr>
            <p:nvPr/>
          </p:nvSpPr>
          <p:spPr bwMode="auto">
            <a:xfrm>
              <a:off x="5486795" y="3051267"/>
              <a:ext cx="354982" cy="267360"/>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31"/>
          <p:cNvGrpSpPr/>
          <p:nvPr/>
        </p:nvGrpSpPr>
        <p:grpSpPr>
          <a:xfrm>
            <a:off x="5320891" y="2241753"/>
            <a:ext cx="686790" cy="686790"/>
            <a:chOff x="5320891" y="2154201"/>
            <a:chExt cx="686790" cy="686790"/>
          </a:xfrm>
        </p:grpSpPr>
        <p:sp>
          <p:nvSpPr>
            <p:cNvPr id="63" name="Rectangular Callout 62"/>
            <p:cNvSpPr/>
            <p:nvPr/>
          </p:nvSpPr>
          <p:spPr>
            <a:xfrm>
              <a:off x="5320891" y="2154201"/>
              <a:ext cx="686790" cy="686790"/>
            </a:xfrm>
            <a:prstGeom prst="wedgeRectCallout">
              <a:avLst/>
            </a:pr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2">
                    <a:lumMod val="50000"/>
                  </a:schemeClr>
                </a:solidFill>
                <a:latin typeface="FontAwesome" pitchFamily="2" charset="0"/>
              </a:endParaRPr>
            </a:p>
          </p:txBody>
        </p:sp>
        <p:sp>
          <p:nvSpPr>
            <p:cNvPr id="131" name="Freeform 86"/>
            <p:cNvSpPr>
              <a:spLocks noEditPoints="1"/>
            </p:cNvSpPr>
            <p:nvPr/>
          </p:nvSpPr>
          <p:spPr bwMode="auto">
            <a:xfrm>
              <a:off x="5542738" y="2293087"/>
              <a:ext cx="243097" cy="409019"/>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2" presetClass="entr" presetSubtype="4" accel="50000" decel="50000"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par>
                                <p:cTn id="15" presetID="2" presetClass="entr" presetSubtype="2" accel="50000" decel="50000"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par>
                          <p:cTn id="19" fill="hold">
                            <p:stCondLst>
                              <p:cond delay="1000"/>
                            </p:stCondLst>
                            <p:childTnLst>
                              <p:par>
                                <p:cTn id="20" presetID="2" presetClass="entr" presetSubtype="4" accel="50000" decel="50000" fill="hold"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500" fill="hold"/>
                                        <p:tgtEl>
                                          <p:spTgt spid="14"/>
                                        </p:tgtEl>
                                        <p:attrNameLst>
                                          <p:attrName>ppt_x</p:attrName>
                                        </p:attrNameLst>
                                      </p:cBhvr>
                                      <p:tavLst>
                                        <p:tav tm="0">
                                          <p:val>
                                            <p:strVal val="#ppt_x"/>
                                          </p:val>
                                        </p:tav>
                                        <p:tav tm="100000">
                                          <p:val>
                                            <p:strVal val="#ppt_x"/>
                                          </p:val>
                                        </p:tav>
                                      </p:tavLst>
                                    </p:anim>
                                    <p:anim calcmode="lin" valueType="num">
                                      <p:cBhvr additive="base">
                                        <p:cTn id="23" dur="500" fill="hold"/>
                                        <p:tgtEl>
                                          <p:spTgt spid="14"/>
                                        </p:tgtEl>
                                        <p:attrNameLst>
                                          <p:attrName>ppt_y</p:attrName>
                                        </p:attrNameLst>
                                      </p:cBhvr>
                                      <p:tavLst>
                                        <p:tav tm="0">
                                          <p:val>
                                            <p:strVal val="1+#ppt_h/2"/>
                                          </p:val>
                                        </p:tav>
                                        <p:tav tm="100000">
                                          <p:val>
                                            <p:strVal val="#ppt_y"/>
                                          </p:val>
                                        </p:tav>
                                      </p:tavLst>
                                    </p:anim>
                                  </p:childTnLst>
                                </p:cTn>
                              </p:par>
                              <p:par>
                                <p:cTn id="24" presetID="2" presetClass="entr" presetSubtype="2" accel="50000" decel="50000" fill="hold"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500" fill="hold"/>
                                        <p:tgtEl>
                                          <p:spTgt spid="4"/>
                                        </p:tgtEl>
                                        <p:attrNameLst>
                                          <p:attrName>ppt_x</p:attrName>
                                        </p:attrNameLst>
                                      </p:cBhvr>
                                      <p:tavLst>
                                        <p:tav tm="0">
                                          <p:val>
                                            <p:strVal val="1+#ppt_w/2"/>
                                          </p:val>
                                        </p:tav>
                                        <p:tav tm="100000">
                                          <p:val>
                                            <p:strVal val="#ppt_x"/>
                                          </p:val>
                                        </p:tav>
                                      </p:tavLst>
                                    </p:anim>
                                    <p:anim calcmode="lin" valueType="num">
                                      <p:cBhvr additive="base">
                                        <p:cTn id="27" dur="500" fill="hold"/>
                                        <p:tgtEl>
                                          <p:spTgt spid="4"/>
                                        </p:tgtEl>
                                        <p:attrNameLst>
                                          <p:attrName>ppt_y</p:attrName>
                                        </p:attrNameLst>
                                      </p:cBhvr>
                                      <p:tavLst>
                                        <p:tav tm="0">
                                          <p:val>
                                            <p:strVal val="#ppt_y"/>
                                          </p:val>
                                        </p:tav>
                                        <p:tav tm="100000">
                                          <p:val>
                                            <p:strVal val="#ppt_y"/>
                                          </p:val>
                                        </p:tav>
                                      </p:tavLst>
                                    </p:anim>
                                  </p:childTnLst>
                                </p:cTn>
                              </p:par>
                            </p:childTnLst>
                          </p:cTn>
                        </p:par>
                        <p:par>
                          <p:cTn id="28" fill="hold">
                            <p:stCondLst>
                              <p:cond delay="1500"/>
                            </p:stCondLst>
                            <p:childTnLst>
                              <p:par>
                                <p:cTn id="29" presetID="2" presetClass="entr" presetSubtype="4" accel="50000" decel="50000" fill="hold" nodeType="after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ppt_x"/>
                                          </p:val>
                                        </p:tav>
                                        <p:tav tm="100000">
                                          <p:val>
                                            <p:strVal val="#ppt_x"/>
                                          </p:val>
                                        </p:tav>
                                      </p:tavLst>
                                    </p:anim>
                                    <p:anim calcmode="lin" valueType="num">
                                      <p:cBhvr additive="base">
                                        <p:cTn id="32" dur="50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2" accel="50000" decel="50000" fill="hold" nodeType="with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500" fill="hold"/>
                                        <p:tgtEl>
                                          <p:spTgt spid="5"/>
                                        </p:tgtEl>
                                        <p:attrNameLst>
                                          <p:attrName>ppt_x</p:attrName>
                                        </p:attrNameLst>
                                      </p:cBhvr>
                                      <p:tavLst>
                                        <p:tav tm="0">
                                          <p:val>
                                            <p:strVal val="1+#ppt_w/2"/>
                                          </p:val>
                                        </p:tav>
                                        <p:tav tm="100000">
                                          <p:val>
                                            <p:strVal val="#ppt_x"/>
                                          </p:val>
                                        </p:tav>
                                      </p:tavLst>
                                    </p:anim>
                                    <p:anim calcmode="lin" valueType="num">
                                      <p:cBhvr additive="base">
                                        <p:cTn id="36" dur="500" fill="hold"/>
                                        <p:tgtEl>
                                          <p:spTgt spid="5"/>
                                        </p:tgtEl>
                                        <p:attrNameLst>
                                          <p:attrName>ppt_y</p:attrName>
                                        </p:attrNameLst>
                                      </p:cBhvr>
                                      <p:tavLst>
                                        <p:tav tm="0">
                                          <p:val>
                                            <p:strVal val="#ppt_y"/>
                                          </p:val>
                                        </p:tav>
                                        <p:tav tm="100000">
                                          <p:val>
                                            <p:strVal val="#ppt_y"/>
                                          </p:val>
                                        </p:tav>
                                      </p:tavLst>
                                    </p:anim>
                                  </p:childTnLst>
                                </p:cTn>
                              </p:par>
                            </p:childTnLst>
                          </p:cTn>
                        </p:par>
                        <p:par>
                          <p:cTn id="37" fill="hold">
                            <p:stCondLst>
                              <p:cond delay="2000"/>
                            </p:stCondLst>
                            <p:childTnLst>
                              <p:par>
                                <p:cTn id="38" presetID="2" presetClass="entr" presetSubtype="4" accel="50000" decel="50000" fill="hold" nodeType="after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500" fill="hold"/>
                                        <p:tgtEl>
                                          <p:spTgt spid="11"/>
                                        </p:tgtEl>
                                        <p:attrNameLst>
                                          <p:attrName>ppt_x</p:attrName>
                                        </p:attrNameLst>
                                      </p:cBhvr>
                                      <p:tavLst>
                                        <p:tav tm="0">
                                          <p:val>
                                            <p:strVal val="#ppt_x"/>
                                          </p:val>
                                        </p:tav>
                                        <p:tav tm="100000">
                                          <p:val>
                                            <p:strVal val="#ppt_x"/>
                                          </p:val>
                                        </p:tav>
                                      </p:tavLst>
                                    </p:anim>
                                    <p:anim calcmode="lin" valueType="num">
                                      <p:cBhvr additive="base">
                                        <p:cTn id="41" dur="500" fill="hold"/>
                                        <p:tgtEl>
                                          <p:spTgt spid="11"/>
                                        </p:tgtEl>
                                        <p:attrNameLst>
                                          <p:attrName>ppt_y</p:attrName>
                                        </p:attrNameLst>
                                      </p:cBhvr>
                                      <p:tavLst>
                                        <p:tav tm="0">
                                          <p:val>
                                            <p:strVal val="1+#ppt_h/2"/>
                                          </p:val>
                                        </p:tav>
                                        <p:tav tm="100000">
                                          <p:val>
                                            <p:strVal val="#ppt_y"/>
                                          </p:val>
                                        </p:tav>
                                      </p:tavLst>
                                    </p:anim>
                                  </p:childTnLst>
                                </p:cTn>
                              </p:par>
                              <p:par>
                                <p:cTn id="42" presetID="2" presetClass="entr" presetSubtype="2" accel="50000" decel="50000"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additive="base">
                                        <p:cTn id="44" dur="500" fill="hold"/>
                                        <p:tgtEl>
                                          <p:spTgt spid="7"/>
                                        </p:tgtEl>
                                        <p:attrNameLst>
                                          <p:attrName>ppt_x</p:attrName>
                                        </p:attrNameLst>
                                      </p:cBhvr>
                                      <p:tavLst>
                                        <p:tav tm="0">
                                          <p:val>
                                            <p:strVal val="1+#ppt_w/2"/>
                                          </p:val>
                                        </p:tav>
                                        <p:tav tm="100000">
                                          <p:val>
                                            <p:strVal val="#ppt_x"/>
                                          </p:val>
                                        </p:tav>
                                      </p:tavLst>
                                    </p:anim>
                                    <p:anim calcmode="lin" valueType="num">
                                      <p:cBhvr additive="base">
                                        <p:cTn id="45"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Meet Our Brilliant Teams</a:t>
            </a:r>
            <a:endParaRPr lang="en-US" dirty="0"/>
          </a:p>
        </p:txBody>
      </p:sp>
      <p:sp>
        <p:nvSpPr>
          <p:cNvPr id="6" name="Text Placeholder 5"/>
          <p:cNvSpPr>
            <a:spLocks noGrp="1"/>
          </p:cNvSpPr>
          <p:nvPr>
            <p:ph type="body" sz="half" idx="2"/>
          </p:nvPr>
        </p:nvSpPr>
        <p:spPr/>
        <p:txBody>
          <a:bodyPr/>
          <a:lstStyle/>
          <a:p>
            <a:r>
              <a:rPr lang="en-US"/>
              <a:t>Meet Our Brilliant Teams</a:t>
            </a:r>
            <a:endParaRPr lang="en-US" dirty="0"/>
          </a:p>
        </p:txBody>
      </p:sp>
      <p:pic>
        <p:nvPicPr>
          <p:cNvPr id="256" name="Picture Placeholder 255" descr="imageHolder.jpg"/>
          <p:cNvPicPr>
            <a:picLocks noGrp="1" noChangeAspect="1"/>
          </p:cNvPicPr>
          <p:nvPr>
            <p:ph type="pic" sz="quarter" idx="10"/>
          </p:nvPr>
        </p:nvPicPr>
        <p:blipFill>
          <a:blip r:embed="rId3" cstate="print"/>
          <a:srcRect l="21825" r="21825"/>
          <a:stretch>
            <a:fillRect/>
          </a:stretch>
        </p:blipFill>
        <p:spPr/>
      </p:pic>
      <p:sp>
        <p:nvSpPr>
          <p:cNvPr id="34" name="Slide Number Placeholder 33"/>
          <p:cNvSpPr>
            <a:spLocks noGrp="1"/>
          </p:cNvSpPr>
          <p:nvPr>
            <p:ph type="sldNum" sz="quarter" idx="14"/>
          </p:nvPr>
        </p:nvSpPr>
        <p:spPr/>
        <p:txBody>
          <a:bodyPr/>
          <a:lstStyle/>
          <a:p>
            <a:fld id="{C136B7D2-B98C-44FD-8D04-7EC62A564975}" type="slidenum">
              <a:rPr lang="en-US" smtClean="0"/>
              <a:pPr/>
              <a:t>33</a:t>
            </a:fld>
            <a:endParaRPr lang="en-US" dirty="0"/>
          </a:p>
        </p:txBody>
      </p:sp>
      <p:sp>
        <p:nvSpPr>
          <p:cNvPr id="86" name="TextBox 85"/>
          <p:cNvSpPr txBox="1"/>
          <p:nvPr/>
        </p:nvSpPr>
        <p:spPr>
          <a:xfrm>
            <a:off x="3386384" y="1443283"/>
            <a:ext cx="2442810" cy="1077218"/>
          </a:xfrm>
          <a:prstGeom prst="rect">
            <a:avLst/>
          </a:prstGeom>
          <a:noFill/>
        </p:spPr>
        <p:txBody>
          <a:bodyPr wrap="square" lIns="0" tIns="0" rIns="0" bIns="0" rtlCol="0" anchor="t">
            <a:spAutoFit/>
          </a:bodyPr>
          <a:lstStyle/>
          <a:p>
            <a:pPr algn="just"/>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which don't look even slightly believable. but the majority have suffered alteration. but the majority have suffered alteration in some form</a:t>
            </a:r>
          </a:p>
        </p:txBody>
      </p:sp>
      <p:sp>
        <p:nvSpPr>
          <p:cNvPr id="87" name="Rectangle 86"/>
          <p:cNvSpPr/>
          <p:nvPr/>
        </p:nvSpPr>
        <p:spPr>
          <a:xfrm>
            <a:off x="3386383" y="1151895"/>
            <a:ext cx="1819294" cy="215444"/>
          </a:xfrm>
          <a:prstGeom prst="rect">
            <a:avLst/>
          </a:prstGeom>
        </p:spPr>
        <p:txBody>
          <a:bodyPr wrap="square" lIns="0" tIns="0" rIns="0" bIns="0" anchor="ctr">
            <a:spAutoFit/>
          </a:bodyPr>
          <a:lstStyle/>
          <a:p>
            <a:r>
              <a:rPr lang="en-US" sz="1400" b="1" dirty="0">
                <a:solidFill>
                  <a:schemeClr val="accent2"/>
                </a:solidFill>
              </a:rPr>
              <a:t>Who is Raual Dark?</a:t>
            </a:r>
          </a:p>
        </p:txBody>
      </p:sp>
      <p:sp>
        <p:nvSpPr>
          <p:cNvPr id="88" name="Rectangle 87"/>
          <p:cNvSpPr/>
          <p:nvPr/>
        </p:nvSpPr>
        <p:spPr>
          <a:xfrm>
            <a:off x="5996124" y="1134866"/>
            <a:ext cx="899285" cy="153888"/>
          </a:xfrm>
          <a:prstGeom prst="rect">
            <a:avLst/>
          </a:prstGeom>
        </p:spPr>
        <p:txBody>
          <a:bodyPr wrap="none" lIns="0" tIns="0" rIns="0" bIns="0" anchor="ctr">
            <a:spAutoFit/>
          </a:bodyPr>
          <a:lstStyle/>
          <a:p>
            <a:r>
              <a:rPr lang="en-US" sz="1000" b="1" dirty="0">
                <a:solidFill>
                  <a:schemeClr val="bg2">
                    <a:lumMod val="65000"/>
                  </a:schemeClr>
                </a:solidFill>
              </a:rPr>
              <a:t>Work Experiences</a:t>
            </a:r>
          </a:p>
        </p:txBody>
      </p:sp>
      <p:grpSp>
        <p:nvGrpSpPr>
          <p:cNvPr id="3" name="Group 79"/>
          <p:cNvGrpSpPr/>
          <p:nvPr/>
        </p:nvGrpSpPr>
        <p:grpSpPr>
          <a:xfrm>
            <a:off x="5996124" y="1311380"/>
            <a:ext cx="2459319" cy="284342"/>
            <a:chOff x="3386384" y="2777830"/>
            <a:chExt cx="2459319" cy="284342"/>
          </a:xfrm>
        </p:grpSpPr>
        <p:sp>
          <p:nvSpPr>
            <p:cNvPr id="35" name="Rectangle 34"/>
            <p:cNvSpPr/>
            <p:nvPr/>
          </p:nvSpPr>
          <p:spPr>
            <a:xfrm>
              <a:off x="3386384" y="2777830"/>
              <a:ext cx="556243" cy="153888"/>
            </a:xfrm>
            <a:prstGeom prst="rect">
              <a:avLst/>
            </a:prstGeom>
          </p:spPr>
          <p:txBody>
            <a:bodyPr wrap="none" lIns="0" tIns="0" rIns="0" bIns="0" anchor="ctr">
              <a:spAutoFit/>
            </a:bodyPr>
            <a:lstStyle/>
            <a:p>
              <a:r>
                <a:rPr lang="en-US" sz="1000" b="1" dirty="0">
                  <a:solidFill>
                    <a:schemeClr val="tx2">
                      <a:lumMod val="50000"/>
                      <a:lumOff val="50000"/>
                    </a:schemeClr>
                  </a:solidFill>
                </a:rPr>
                <a:t>Photoshop</a:t>
              </a:r>
            </a:p>
          </p:txBody>
        </p:sp>
        <p:grpSp>
          <p:nvGrpSpPr>
            <p:cNvPr id="4" name="Group 104"/>
            <p:cNvGrpSpPr/>
            <p:nvPr/>
          </p:nvGrpSpPr>
          <p:grpSpPr>
            <a:xfrm flipV="1">
              <a:off x="3386386" y="2946958"/>
              <a:ext cx="2459317" cy="115214"/>
              <a:chOff x="5286904" y="1650039"/>
              <a:chExt cx="3087157" cy="230428"/>
            </a:xfrm>
          </p:grpSpPr>
          <p:sp>
            <p:nvSpPr>
              <p:cNvPr id="75" name="Rounded Rectangle 74"/>
              <p:cNvSpPr/>
              <p:nvPr/>
            </p:nvSpPr>
            <p:spPr>
              <a:xfrm rot="10800000">
                <a:off x="5286904" y="1650039"/>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76" name="Rounded Rectangle 75"/>
              <p:cNvSpPr/>
              <p:nvPr/>
            </p:nvSpPr>
            <p:spPr>
              <a:xfrm>
                <a:off x="5286911" y="1650039"/>
                <a:ext cx="2351823" cy="23042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74" name="Rectangle 73"/>
            <p:cNvSpPr/>
            <p:nvPr/>
          </p:nvSpPr>
          <p:spPr>
            <a:xfrm>
              <a:off x="5623614" y="2777830"/>
              <a:ext cx="213200"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80%</a:t>
              </a:r>
            </a:p>
          </p:txBody>
        </p:sp>
      </p:grpSp>
      <p:grpSp>
        <p:nvGrpSpPr>
          <p:cNvPr id="5" name="Group 80"/>
          <p:cNvGrpSpPr/>
          <p:nvPr/>
        </p:nvGrpSpPr>
        <p:grpSpPr>
          <a:xfrm>
            <a:off x="5996124" y="1668604"/>
            <a:ext cx="2459320" cy="294681"/>
            <a:chOff x="3386384" y="3135054"/>
            <a:chExt cx="2459320" cy="294681"/>
          </a:xfrm>
        </p:grpSpPr>
        <p:sp>
          <p:nvSpPr>
            <p:cNvPr id="36" name="Rectangle 35"/>
            <p:cNvSpPr/>
            <p:nvPr/>
          </p:nvSpPr>
          <p:spPr>
            <a:xfrm>
              <a:off x="3386384" y="3135054"/>
              <a:ext cx="585097" cy="153888"/>
            </a:xfrm>
            <a:prstGeom prst="rect">
              <a:avLst/>
            </a:prstGeom>
          </p:spPr>
          <p:txBody>
            <a:bodyPr wrap="none" lIns="0" tIns="0" rIns="0" bIns="0" anchor="ctr">
              <a:spAutoFit/>
            </a:bodyPr>
            <a:lstStyle/>
            <a:p>
              <a:r>
                <a:rPr lang="en-US" sz="1000" b="1" dirty="0">
                  <a:solidFill>
                    <a:schemeClr val="tx2">
                      <a:lumMod val="50000"/>
                      <a:lumOff val="50000"/>
                    </a:schemeClr>
                  </a:solidFill>
                </a:rPr>
                <a:t>Web Design</a:t>
              </a:r>
            </a:p>
          </p:txBody>
        </p:sp>
        <p:grpSp>
          <p:nvGrpSpPr>
            <p:cNvPr id="7" name="Group 103"/>
            <p:cNvGrpSpPr/>
            <p:nvPr/>
          </p:nvGrpSpPr>
          <p:grpSpPr>
            <a:xfrm flipV="1">
              <a:off x="3386384" y="3314521"/>
              <a:ext cx="2459320" cy="115214"/>
              <a:chOff x="5286904" y="2122785"/>
              <a:chExt cx="3087157" cy="230429"/>
            </a:xfrm>
          </p:grpSpPr>
          <p:sp>
            <p:nvSpPr>
              <p:cNvPr id="90" name="Rounded Rectangle 89"/>
              <p:cNvSpPr/>
              <p:nvPr/>
            </p:nvSpPr>
            <p:spPr>
              <a:xfrm rot="10800000">
                <a:off x="5286904" y="2122786"/>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91" name="Rounded Rectangle 90"/>
              <p:cNvSpPr/>
              <p:nvPr/>
            </p:nvSpPr>
            <p:spPr>
              <a:xfrm>
                <a:off x="5286911" y="2122785"/>
                <a:ext cx="2821942" cy="230429"/>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77" name="Rectangle 76"/>
            <p:cNvSpPr/>
            <p:nvPr/>
          </p:nvSpPr>
          <p:spPr>
            <a:xfrm>
              <a:off x="5623614" y="3160633"/>
              <a:ext cx="213200"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90%</a:t>
              </a:r>
            </a:p>
          </p:txBody>
        </p:sp>
      </p:grpSp>
      <p:grpSp>
        <p:nvGrpSpPr>
          <p:cNvPr id="8" name="Group 81"/>
          <p:cNvGrpSpPr/>
          <p:nvPr/>
        </p:nvGrpSpPr>
        <p:grpSpPr>
          <a:xfrm>
            <a:off x="5996124" y="2025828"/>
            <a:ext cx="2459320" cy="283099"/>
            <a:chOff x="3386384" y="3492278"/>
            <a:chExt cx="2459320" cy="283099"/>
          </a:xfrm>
        </p:grpSpPr>
        <p:sp>
          <p:nvSpPr>
            <p:cNvPr id="37" name="Rectangle 36"/>
            <p:cNvSpPr/>
            <p:nvPr/>
          </p:nvSpPr>
          <p:spPr>
            <a:xfrm>
              <a:off x="3386384" y="3492278"/>
              <a:ext cx="346249" cy="153888"/>
            </a:xfrm>
            <a:prstGeom prst="rect">
              <a:avLst/>
            </a:prstGeom>
          </p:spPr>
          <p:txBody>
            <a:bodyPr wrap="none" lIns="0" tIns="0" rIns="0" bIns="0" anchor="ctr">
              <a:spAutoFit/>
            </a:bodyPr>
            <a:lstStyle/>
            <a:p>
              <a:r>
                <a:rPr lang="en-US" sz="1000" b="1" dirty="0">
                  <a:solidFill>
                    <a:schemeClr val="tx2">
                      <a:lumMod val="50000"/>
                      <a:lumOff val="50000"/>
                    </a:schemeClr>
                  </a:solidFill>
                </a:rPr>
                <a:t>Coding</a:t>
              </a:r>
            </a:p>
          </p:txBody>
        </p:sp>
        <p:grpSp>
          <p:nvGrpSpPr>
            <p:cNvPr id="9" name="Group 102"/>
            <p:cNvGrpSpPr/>
            <p:nvPr/>
          </p:nvGrpSpPr>
          <p:grpSpPr>
            <a:xfrm flipV="1">
              <a:off x="3386384" y="3660163"/>
              <a:ext cx="2459320" cy="115214"/>
              <a:chOff x="5286904" y="2613366"/>
              <a:chExt cx="3087157" cy="230429"/>
            </a:xfrm>
          </p:grpSpPr>
          <p:sp>
            <p:nvSpPr>
              <p:cNvPr id="92" name="Rounded Rectangle 91"/>
              <p:cNvSpPr/>
              <p:nvPr/>
            </p:nvSpPr>
            <p:spPr>
              <a:xfrm rot="10800000">
                <a:off x="5286904" y="2613367"/>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93" name="Rounded Rectangle 92"/>
              <p:cNvSpPr/>
              <p:nvPr/>
            </p:nvSpPr>
            <p:spPr>
              <a:xfrm>
                <a:off x="5286912" y="2613366"/>
                <a:ext cx="2211417" cy="221189"/>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78" name="Rectangle 77"/>
            <p:cNvSpPr/>
            <p:nvPr/>
          </p:nvSpPr>
          <p:spPr>
            <a:xfrm>
              <a:off x="5623614" y="3506275"/>
              <a:ext cx="213200"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70%</a:t>
              </a:r>
            </a:p>
          </p:txBody>
        </p:sp>
      </p:grpSp>
      <p:grpSp>
        <p:nvGrpSpPr>
          <p:cNvPr id="10" name="Group 83"/>
          <p:cNvGrpSpPr/>
          <p:nvPr/>
        </p:nvGrpSpPr>
        <p:grpSpPr>
          <a:xfrm>
            <a:off x="5996124" y="2383053"/>
            <a:ext cx="2459320" cy="271516"/>
            <a:chOff x="3386384" y="3849503"/>
            <a:chExt cx="2459320" cy="271516"/>
          </a:xfrm>
        </p:grpSpPr>
        <p:sp>
          <p:nvSpPr>
            <p:cNvPr id="38" name="Rectangle 37"/>
            <p:cNvSpPr/>
            <p:nvPr/>
          </p:nvSpPr>
          <p:spPr>
            <a:xfrm>
              <a:off x="3386384" y="3849503"/>
              <a:ext cx="504946" cy="153888"/>
            </a:xfrm>
            <a:prstGeom prst="rect">
              <a:avLst/>
            </a:prstGeom>
          </p:spPr>
          <p:txBody>
            <a:bodyPr wrap="none" lIns="0" tIns="0" rIns="0" bIns="0" anchor="ctr">
              <a:spAutoFit/>
            </a:bodyPr>
            <a:lstStyle/>
            <a:p>
              <a:r>
                <a:rPr lang="en-US" sz="1000" b="1" dirty="0">
                  <a:solidFill>
                    <a:schemeClr val="tx2">
                      <a:lumMod val="50000"/>
                      <a:lumOff val="50000"/>
                    </a:schemeClr>
                  </a:solidFill>
                </a:rPr>
                <a:t>Developer</a:t>
              </a:r>
            </a:p>
          </p:txBody>
        </p:sp>
        <p:grpSp>
          <p:nvGrpSpPr>
            <p:cNvPr id="11" name="Group 102"/>
            <p:cNvGrpSpPr/>
            <p:nvPr/>
          </p:nvGrpSpPr>
          <p:grpSpPr>
            <a:xfrm flipV="1">
              <a:off x="3386384" y="4005805"/>
              <a:ext cx="2459320" cy="115214"/>
              <a:chOff x="5286904" y="2613366"/>
              <a:chExt cx="3087157" cy="230429"/>
            </a:xfrm>
          </p:grpSpPr>
          <p:sp>
            <p:nvSpPr>
              <p:cNvPr id="40" name="Rounded Rectangle 39"/>
              <p:cNvSpPr/>
              <p:nvPr/>
            </p:nvSpPr>
            <p:spPr>
              <a:xfrm rot="10800000">
                <a:off x="5286904" y="2613367"/>
                <a:ext cx="3087157" cy="230428"/>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41" name="Rounded Rectangle 40"/>
              <p:cNvSpPr/>
              <p:nvPr/>
            </p:nvSpPr>
            <p:spPr>
              <a:xfrm>
                <a:off x="5286911" y="2613366"/>
                <a:ext cx="2107831" cy="23042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sp>
          <p:nvSpPr>
            <p:cNvPr id="79" name="Rectangle 78"/>
            <p:cNvSpPr/>
            <p:nvPr/>
          </p:nvSpPr>
          <p:spPr>
            <a:xfrm>
              <a:off x="5623614" y="3851917"/>
              <a:ext cx="213200" cy="153888"/>
            </a:xfrm>
            <a:prstGeom prst="rect">
              <a:avLst/>
            </a:prstGeom>
          </p:spPr>
          <p:txBody>
            <a:bodyPr wrap="none" lIns="0" tIns="0" rIns="0" bIns="0" anchor="ctr">
              <a:spAutoFit/>
            </a:bodyPr>
            <a:lstStyle/>
            <a:p>
              <a:pPr algn="r"/>
              <a:r>
                <a:rPr lang="en-US" sz="1000" b="1" dirty="0">
                  <a:solidFill>
                    <a:schemeClr val="tx2">
                      <a:lumMod val="50000"/>
                      <a:lumOff val="50000"/>
                    </a:schemeClr>
                  </a:solidFill>
                </a:rPr>
                <a:t>60%</a:t>
              </a:r>
            </a:p>
          </p:txBody>
        </p:sp>
      </p:grpSp>
      <p:grpSp>
        <p:nvGrpSpPr>
          <p:cNvPr id="12" name="Group 171"/>
          <p:cNvGrpSpPr/>
          <p:nvPr/>
        </p:nvGrpSpPr>
        <p:grpSpPr>
          <a:xfrm>
            <a:off x="814184" y="3787436"/>
            <a:ext cx="456362" cy="456362"/>
            <a:chOff x="814184" y="3787436"/>
            <a:chExt cx="456362" cy="456362"/>
          </a:xfrm>
        </p:grpSpPr>
        <p:sp>
          <p:nvSpPr>
            <p:cNvPr id="96" name="Oval 95"/>
            <p:cNvSpPr/>
            <p:nvPr/>
          </p:nvSpPr>
          <p:spPr>
            <a:xfrm>
              <a:off x="814184" y="3787436"/>
              <a:ext cx="456362" cy="456362"/>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accent1">
                    <a:lumMod val="50000"/>
                  </a:schemeClr>
                </a:solidFill>
                <a:latin typeface="FontAwesome" pitchFamily="2" charset="0"/>
              </a:endParaRPr>
            </a:p>
          </p:txBody>
        </p:sp>
        <p:sp>
          <p:nvSpPr>
            <p:cNvPr id="168" name="Freeform 78"/>
            <p:cNvSpPr>
              <a:spLocks/>
            </p:cNvSpPr>
            <p:nvPr/>
          </p:nvSpPr>
          <p:spPr bwMode="auto">
            <a:xfrm>
              <a:off x="978009" y="3892833"/>
              <a:ext cx="128712" cy="245569"/>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 name="Group 172"/>
          <p:cNvGrpSpPr/>
          <p:nvPr/>
        </p:nvGrpSpPr>
        <p:grpSpPr>
          <a:xfrm>
            <a:off x="1380372" y="3787436"/>
            <a:ext cx="456362" cy="456362"/>
            <a:chOff x="1380372" y="3787436"/>
            <a:chExt cx="456362" cy="456362"/>
          </a:xfrm>
        </p:grpSpPr>
        <p:sp>
          <p:nvSpPr>
            <p:cNvPr id="97" name="Oval 96"/>
            <p:cNvSpPr/>
            <p:nvPr/>
          </p:nvSpPr>
          <p:spPr>
            <a:xfrm>
              <a:off x="1380372" y="3787436"/>
              <a:ext cx="456362" cy="456362"/>
            </a:xfrm>
            <a:prstGeom prst="ellipse">
              <a:avLst/>
            </a:prstGeom>
            <a:solidFill>
              <a:schemeClr val="accent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accent2">
                    <a:lumMod val="50000"/>
                  </a:schemeClr>
                </a:solidFill>
                <a:latin typeface="FontAwesome" pitchFamily="2" charset="0"/>
              </a:endParaRPr>
            </a:p>
          </p:txBody>
        </p:sp>
        <p:sp>
          <p:nvSpPr>
            <p:cNvPr id="169" name="Freeform 154"/>
            <p:cNvSpPr>
              <a:spLocks/>
            </p:cNvSpPr>
            <p:nvPr/>
          </p:nvSpPr>
          <p:spPr bwMode="auto">
            <a:xfrm>
              <a:off x="1450498" y="3889631"/>
              <a:ext cx="316110" cy="251972"/>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 name="Group 174"/>
          <p:cNvGrpSpPr/>
          <p:nvPr/>
        </p:nvGrpSpPr>
        <p:grpSpPr>
          <a:xfrm>
            <a:off x="2512749" y="3787436"/>
            <a:ext cx="456362" cy="456362"/>
            <a:chOff x="2512749" y="3787436"/>
            <a:chExt cx="456362" cy="456362"/>
          </a:xfrm>
        </p:grpSpPr>
        <p:sp>
          <p:nvSpPr>
            <p:cNvPr id="99" name="Oval 98"/>
            <p:cNvSpPr/>
            <p:nvPr/>
          </p:nvSpPr>
          <p:spPr>
            <a:xfrm>
              <a:off x="2512749" y="3787436"/>
              <a:ext cx="456362" cy="456362"/>
            </a:xfrm>
            <a:prstGeom prst="ellipse">
              <a:avLst/>
            </a:prstGeom>
            <a:solidFill>
              <a:schemeClr val="accent4"/>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accent4">
                    <a:lumMod val="50000"/>
                  </a:schemeClr>
                </a:solidFill>
                <a:latin typeface="FontAwesome" pitchFamily="2" charset="0"/>
              </a:endParaRPr>
            </a:p>
          </p:txBody>
        </p:sp>
        <p:sp>
          <p:nvSpPr>
            <p:cNvPr id="170" name="Freeform 117"/>
            <p:cNvSpPr>
              <a:spLocks noEditPoints="1"/>
            </p:cNvSpPr>
            <p:nvPr/>
          </p:nvSpPr>
          <p:spPr bwMode="auto">
            <a:xfrm>
              <a:off x="2651556" y="3929247"/>
              <a:ext cx="178748" cy="172740"/>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 name="Group 173"/>
          <p:cNvGrpSpPr/>
          <p:nvPr/>
        </p:nvGrpSpPr>
        <p:grpSpPr>
          <a:xfrm>
            <a:off x="1946560" y="3787436"/>
            <a:ext cx="456362" cy="456362"/>
            <a:chOff x="1946560" y="3787436"/>
            <a:chExt cx="456362" cy="456362"/>
          </a:xfrm>
        </p:grpSpPr>
        <p:sp>
          <p:nvSpPr>
            <p:cNvPr id="98" name="Oval 97"/>
            <p:cNvSpPr/>
            <p:nvPr/>
          </p:nvSpPr>
          <p:spPr>
            <a:xfrm>
              <a:off x="1946560" y="3787436"/>
              <a:ext cx="456362" cy="456362"/>
            </a:xfrm>
            <a:prstGeom prst="ellipse">
              <a:avLst/>
            </a:prstGeom>
            <a:solidFill>
              <a:schemeClr val="accent3"/>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tIns="18288" bIns="45720" rtlCol="0" anchor="ctr"/>
            <a:lstStyle/>
            <a:p>
              <a:pPr algn="ctr"/>
              <a:endParaRPr lang="en-US" sz="1800" dirty="0">
                <a:solidFill>
                  <a:schemeClr val="accent3">
                    <a:lumMod val="50000"/>
                  </a:schemeClr>
                </a:solidFill>
                <a:latin typeface="FontAwesome" pitchFamily="2" charset="0"/>
              </a:endParaRPr>
            </a:p>
          </p:txBody>
        </p:sp>
        <p:sp>
          <p:nvSpPr>
            <p:cNvPr id="171" name="Freeform 65"/>
            <p:cNvSpPr>
              <a:spLocks noEditPoints="1"/>
            </p:cNvSpPr>
            <p:nvPr/>
          </p:nvSpPr>
          <p:spPr bwMode="auto">
            <a:xfrm>
              <a:off x="2059494" y="3894165"/>
              <a:ext cx="230494" cy="242904"/>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 name="Group 175"/>
          <p:cNvGrpSpPr/>
          <p:nvPr/>
        </p:nvGrpSpPr>
        <p:grpSpPr>
          <a:xfrm>
            <a:off x="6761544" y="2893051"/>
            <a:ext cx="1259712" cy="1236668"/>
            <a:chOff x="2291004" y="2222088"/>
            <a:chExt cx="1259712" cy="1236668"/>
          </a:xfrm>
        </p:grpSpPr>
        <p:grpSp>
          <p:nvGrpSpPr>
            <p:cNvPr id="17" name="Group 102"/>
            <p:cNvGrpSpPr>
              <a:grpSpLocks noChangeAspect="1"/>
            </p:cNvGrpSpPr>
            <p:nvPr/>
          </p:nvGrpSpPr>
          <p:grpSpPr>
            <a:xfrm>
              <a:off x="2291002" y="2222090"/>
              <a:ext cx="1259710" cy="1236670"/>
              <a:chOff x="2139006" y="2020217"/>
              <a:chExt cx="1399680" cy="1374077"/>
            </a:xfrm>
          </p:grpSpPr>
          <p:sp>
            <p:nvSpPr>
              <p:cNvPr id="179" name="Oval 178"/>
              <p:cNvSpPr/>
              <p:nvPr/>
            </p:nvSpPr>
            <p:spPr>
              <a:xfrm>
                <a:off x="2422016" y="2263977"/>
                <a:ext cx="833660" cy="833656"/>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solidFill>
                    <a:schemeClr val="accent1"/>
                  </a:solidFill>
                  <a:latin typeface="FontAwesome" pitchFamily="2" charset="0"/>
                </a:endParaRPr>
              </a:p>
            </p:txBody>
          </p:sp>
          <p:grpSp>
            <p:nvGrpSpPr>
              <p:cNvPr id="18" name="Group 21"/>
              <p:cNvGrpSpPr/>
              <p:nvPr/>
            </p:nvGrpSpPr>
            <p:grpSpPr>
              <a:xfrm>
                <a:off x="2139006" y="2020217"/>
                <a:ext cx="1399680" cy="1374077"/>
                <a:chOff x="4559300" y="1220788"/>
                <a:chExt cx="3384551" cy="3322637"/>
              </a:xfrm>
              <a:solidFill>
                <a:schemeClr val="accent1"/>
              </a:solidFill>
            </p:grpSpPr>
            <p:sp>
              <p:nvSpPr>
                <p:cNvPr id="181" name="Freeform 74"/>
                <p:cNvSpPr>
                  <a:spLocks noEditPoints="1"/>
                </p:cNvSpPr>
                <p:nvPr/>
              </p:nvSpPr>
              <p:spPr bwMode="auto">
                <a:xfrm>
                  <a:off x="4781550" y="1436688"/>
                  <a:ext cx="1744663" cy="3106737"/>
                </a:xfrm>
                <a:custGeom>
                  <a:avLst/>
                  <a:gdLst/>
                  <a:ahLst/>
                  <a:cxnLst>
                    <a:cxn ang="0">
                      <a:pos x="465" y="929"/>
                    </a:cxn>
                    <a:cxn ang="0">
                      <a:pos x="552" y="966"/>
                    </a:cxn>
                    <a:cxn ang="0">
                      <a:pos x="319" y="0"/>
                    </a:cxn>
                    <a:cxn ang="0">
                      <a:pos x="279" y="17"/>
                    </a:cxn>
                    <a:cxn ang="0">
                      <a:pos x="218" y="47"/>
                    </a:cxn>
                    <a:cxn ang="0">
                      <a:pos x="209" y="53"/>
                    </a:cxn>
                    <a:cxn ang="0">
                      <a:pos x="147" y="106"/>
                    </a:cxn>
                    <a:cxn ang="0">
                      <a:pos x="102" y="148"/>
                    </a:cxn>
                    <a:cxn ang="0">
                      <a:pos x="90" y="164"/>
                    </a:cxn>
                    <a:cxn ang="0">
                      <a:pos x="51" y="237"/>
                    </a:cxn>
                    <a:cxn ang="0">
                      <a:pos x="24" y="296"/>
                    </a:cxn>
                    <a:cxn ang="0">
                      <a:pos x="19" y="313"/>
                    </a:cxn>
                    <a:cxn ang="0">
                      <a:pos x="7" y="396"/>
                    </a:cxn>
                    <a:cxn ang="0">
                      <a:pos x="0" y="453"/>
                    </a:cxn>
                    <a:cxn ang="0">
                      <a:pos x="2" y="477"/>
                    </a:cxn>
                    <a:cxn ang="0">
                      <a:pos x="21" y="557"/>
                    </a:cxn>
                    <a:cxn ang="0">
                      <a:pos x="16" y="557"/>
                    </a:cxn>
                    <a:cxn ang="0">
                      <a:pos x="48" y="632"/>
                    </a:cxn>
                    <a:cxn ang="0">
                      <a:pos x="69" y="683"/>
                    </a:cxn>
                    <a:cxn ang="0">
                      <a:pos x="83" y="704"/>
                    </a:cxn>
                    <a:cxn ang="0">
                      <a:pos x="141" y="764"/>
                    </a:cxn>
                    <a:cxn ang="0">
                      <a:pos x="179" y="805"/>
                    </a:cxn>
                    <a:cxn ang="0">
                      <a:pos x="199" y="820"/>
                    </a:cxn>
                    <a:cxn ang="0">
                      <a:pos x="274" y="856"/>
                    </a:cxn>
                    <a:cxn ang="0">
                      <a:pos x="319" y="881"/>
                    </a:cxn>
                    <a:cxn ang="0">
                      <a:pos x="351" y="883"/>
                    </a:cxn>
                    <a:cxn ang="0">
                      <a:pos x="445" y="918"/>
                    </a:cxn>
                    <a:cxn ang="0">
                      <a:pos x="429" y="894"/>
                    </a:cxn>
                    <a:cxn ang="0">
                      <a:pos x="362" y="886"/>
                    </a:cxn>
                    <a:cxn ang="0">
                      <a:pos x="287" y="853"/>
                    </a:cxn>
                    <a:cxn ang="0">
                      <a:pos x="265" y="843"/>
                    </a:cxn>
                    <a:cxn ang="0">
                      <a:pos x="213" y="822"/>
                    </a:cxn>
                    <a:cxn ang="0">
                      <a:pos x="154" y="765"/>
                    </a:cxn>
                    <a:cxn ang="0">
                      <a:pos x="136" y="747"/>
                    </a:cxn>
                    <a:cxn ang="0">
                      <a:pos x="95" y="710"/>
                    </a:cxn>
                    <a:cxn ang="0">
                      <a:pos x="58" y="638"/>
                    </a:cxn>
                    <a:cxn ang="0">
                      <a:pos x="50" y="621"/>
                    </a:cxn>
                    <a:cxn ang="0">
                      <a:pos x="24" y="567"/>
                    </a:cxn>
                    <a:cxn ang="0">
                      <a:pos x="13" y="487"/>
                    </a:cxn>
                    <a:cxn ang="0">
                      <a:pos x="11" y="471"/>
                    </a:cxn>
                    <a:cxn ang="0">
                      <a:pos x="8" y="406"/>
                    </a:cxn>
                    <a:cxn ang="0">
                      <a:pos x="13" y="390"/>
                    </a:cxn>
                    <a:cxn ang="0">
                      <a:pos x="20" y="324"/>
                    </a:cxn>
                    <a:cxn ang="0">
                      <a:pos x="51" y="247"/>
                    </a:cxn>
                    <a:cxn ang="0">
                      <a:pos x="56" y="236"/>
                    </a:cxn>
                    <a:cxn ang="0">
                      <a:pos x="88" y="175"/>
                    </a:cxn>
                    <a:cxn ang="0">
                      <a:pos x="142" y="113"/>
                    </a:cxn>
                    <a:cxn ang="0">
                      <a:pos x="147" y="108"/>
                    </a:cxn>
                    <a:cxn ang="0">
                      <a:pos x="204" y="62"/>
                    </a:cxn>
                    <a:cxn ang="0">
                      <a:pos x="209" y="58"/>
                    </a:cxn>
                    <a:cxn ang="0">
                      <a:pos x="271" y="21"/>
                    </a:cxn>
                    <a:cxn ang="0">
                      <a:pos x="318" y="2"/>
                    </a:cxn>
                    <a:cxn ang="0">
                      <a:pos x="319" y="0"/>
                    </a:cxn>
                  </a:cxnLst>
                  <a:rect l="0" t="0" r="r" b="b"/>
                  <a:pathLst>
                    <a:path w="552" h="981">
                      <a:moveTo>
                        <a:pt x="486" y="918"/>
                      </a:moveTo>
                      <a:cubicBezTo>
                        <a:pt x="479" y="922"/>
                        <a:pt x="472" y="925"/>
                        <a:pt x="465" y="929"/>
                      </a:cubicBezTo>
                      <a:cubicBezTo>
                        <a:pt x="514" y="954"/>
                        <a:pt x="536" y="981"/>
                        <a:pt x="536" y="981"/>
                      </a:cubicBezTo>
                      <a:cubicBezTo>
                        <a:pt x="552" y="966"/>
                        <a:pt x="552" y="966"/>
                        <a:pt x="552" y="966"/>
                      </a:cubicBezTo>
                      <a:cubicBezTo>
                        <a:pt x="552" y="966"/>
                        <a:pt x="533" y="943"/>
                        <a:pt x="486" y="918"/>
                      </a:cubicBezTo>
                      <a:moveTo>
                        <a:pt x="319" y="0"/>
                      </a:moveTo>
                      <a:cubicBezTo>
                        <a:pt x="310" y="3"/>
                        <a:pt x="299" y="7"/>
                        <a:pt x="287" y="12"/>
                      </a:cubicBezTo>
                      <a:cubicBezTo>
                        <a:pt x="282" y="15"/>
                        <a:pt x="279" y="17"/>
                        <a:pt x="279" y="17"/>
                      </a:cubicBezTo>
                      <a:cubicBezTo>
                        <a:pt x="279" y="17"/>
                        <a:pt x="279" y="16"/>
                        <a:pt x="279" y="15"/>
                      </a:cubicBezTo>
                      <a:cubicBezTo>
                        <a:pt x="261" y="23"/>
                        <a:pt x="240" y="33"/>
                        <a:pt x="218" y="47"/>
                      </a:cubicBezTo>
                      <a:cubicBezTo>
                        <a:pt x="213" y="52"/>
                        <a:pt x="210" y="55"/>
                        <a:pt x="210" y="55"/>
                      </a:cubicBezTo>
                      <a:cubicBezTo>
                        <a:pt x="210" y="55"/>
                        <a:pt x="209" y="55"/>
                        <a:pt x="209" y="53"/>
                      </a:cubicBezTo>
                      <a:cubicBezTo>
                        <a:pt x="192" y="64"/>
                        <a:pt x="174" y="78"/>
                        <a:pt x="155" y="94"/>
                      </a:cubicBezTo>
                      <a:cubicBezTo>
                        <a:pt x="151" y="101"/>
                        <a:pt x="147" y="106"/>
                        <a:pt x="147" y="106"/>
                      </a:cubicBezTo>
                      <a:cubicBezTo>
                        <a:pt x="147" y="106"/>
                        <a:pt x="146" y="105"/>
                        <a:pt x="145" y="103"/>
                      </a:cubicBezTo>
                      <a:cubicBezTo>
                        <a:pt x="130" y="116"/>
                        <a:pt x="116" y="131"/>
                        <a:pt x="102" y="148"/>
                      </a:cubicBezTo>
                      <a:cubicBezTo>
                        <a:pt x="98" y="159"/>
                        <a:pt x="93" y="167"/>
                        <a:pt x="93" y="167"/>
                      </a:cubicBezTo>
                      <a:cubicBezTo>
                        <a:pt x="93" y="167"/>
                        <a:pt x="92" y="166"/>
                        <a:pt x="90" y="164"/>
                      </a:cubicBezTo>
                      <a:cubicBezTo>
                        <a:pt x="78" y="181"/>
                        <a:pt x="66" y="199"/>
                        <a:pt x="56" y="219"/>
                      </a:cubicBezTo>
                      <a:cubicBezTo>
                        <a:pt x="54" y="230"/>
                        <a:pt x="51" y="237"/>
                        <a:pt x="51" y="237"/>
                      </a:cubicBezTo>
                      <a:cubicBezTo>
                        <a:pt x="51" y="237"/>
                        <a:pt x="50" y="237"/>
                        <a:pt x="48" y="235"/>
                      </a:cubicBezTo>
                      <a:cubicBezTo>
                        <a:pt x="39" y="255"/>
                        <a:pt x="31" y="275"/>
                        <a:pt x="24" y="296"/>
                      </a:cubicBezTo>
                      <a:cubicBezTo>
                        <a:pt x="23" y="306"/>
                        <a:pt x="22" y="315"/>
                        <a:pt x="22" y="315"/>
                      </a:cubicBezTo>
                      <a:cubicBezTo>
                        <a:pt x="22" y="315"/>
                        <a:pt x="21" y="314"/>
                        <a:pt x="19" y="313"/>
                      </a:cubicBezTo>
                      <a:cubicBezTo>
                        <a:pt x="13" y="333"/>
                        <a:pt x="8" y="353"/>
                        <a:pt x="5" y="374"/>
                      </a:cubicBezTo>
                      <a:cubicBezTo>
                        <a:pt x="7" y="386"/>
                        <a:pt x="7" y="396"/>
                        <a:pt x="7" y="396"/>
                      </a:cubicBezTo>
                      <a:cubicBezTo>
                        <a:pt x="7" y="396"/>
                        <a:pt x="6" y="395"/>
                        <a:pt x="3" y="394"/>
                      </a:cubicBezTo>
                      <a:cubicBezTo>
                        <a:pt x="1" y="414"/>
                        <a:pt x="0" y="433"/>
                        <a:pt x="0" y="453"/>
                      </a:cubicBezTo>
                      <a:cubicBezTo>
                        <a:pt x="5" y="466"/>
                        <a:pt x="7" y="478"/>
                        <a:pt x="7" y="478"/>
                      </a:cubicBezTo>
                      <a:cubicBezTo>
                        <a:pt x="7" y="478"/>
                        <a:pt x="5" y="478"/>
                        <a:pt x="2" y="477"/>
                      </a:cubicBezTo>
                      <a:cubicBezTo>
                        <a:pt x="3" y="496"/>
                        <a:pt x="6" y="515"/>
                        <a:pt x="10" y="534"/>
                      </a:cubicBezTo>
                      <a:cubicBezTo>
                        <a:pt x="17" y="546"/>
                        <a:pt x="21" y="557"/>
                        <a:pt x="21" y="557"/>
                      </a:cubicBezTo>
                      <a:cubicBezTo>
                        <a:pt x="21" y="557"/>
                        <a:pt x="19" y="557"/>
                        <a:pt x="16" y="557"/>
                      </a:cubicBezTo>
                      <a:cubicBezTo>
                        <a:pt x="16" y="557"/>
                        <a:pt x="16" y="557"/>
                        <a:pt x="16" y="557"/>
                      </a:cubicBezTo>
                      <a:cubicBezTo>
                        <a:pt x="20" y="575"/>
                        <a:pt x="26" y="593"/>
                        <a:pt x="32" y="610"/>
                      </a:cubicBezTo>
                      <a:cubicBezTo>
                        <a:pt x="42" y="621"/>
                        <a:pt x="48" y="632"/>
                        <a:pt x="48" y="632"/>
                      </a:cubicBezTo>
                      <a:cubicBezTo>
                        <a:pt x="48" y="632"/>
                        <a:pt x="46" y="633"/>
                        <a:pt x="42" y="633"/>
                      </a:cubicBezTo>
                      <a:cubicBezTo>
                        <a:pt x="50" y="650"/>
                        <a:pt x="59" y="667"/>
                        <a:pt x="69" y="683"/>
                      </a:cubicBezTo>
                      <a:cubicBezTo>
                        <a:pt x="80" y="692"/>
                        <a:pt x="89" y="702"/>
                        <a:pt x="89" y="702"/>
                      </a:cubicBezTo>
                      <a:cubicBezTo>
                        <a:pt x="89" y="702"/>
                        <a:pt x="87" y="703"/>
                        <a:pt x="83" y="704"/>
                      </a:cubicBezTo>
                      <a:cubicBezTo>
                        <a:pt x="94" y="720"/>
                        <a:pt x="107" y="735"/>
                        <a:pt x="119" y="749"/>
                      </a:cubicBezTo>
                      <a:cubicBezTo>
                        <a:pt x="132" y="756"/>
                        <a:pt x="141" y="764"/>
                        <a:pt x="141" y="764"/>
                      </a:cubicBezTo>
                      <a:cubicBezTo>
                        <a:pt x="141" y="764"/>
                        <a:pt x="139" y="765"/>
                        <a:pt x="136" y="767"/>
                      </a:cubicBezTo>
                      <a:cubicBezTo>
                        <a:pt x="150" y="780"/>
                        <a:pt x="164" y="793"/>
                        <a:pt x="179" y="805"/>
                      </a:cubicBezTo>
                      <a:cubicBezTo>
                        <a:pt x="193" y="810"/>
                        <a:pt x="204" y="816"/>
                        <a:pt x="204" y="816"/>
                      </a:cubicBezTo>
                      <a:cubicBezTo>
                        <a:pt x="204" y="816"/>
                        <a:pt x="202" y="817"/>
                        <a:pt x="199" y="820"/>
                      </a:cubicBezTo>
                      <a:cubicBezTo>
                        <a:pt x="214" y="831"/>
                        <a:pt x="229" y="840"/>
                        <a:pt x="244" y="849"/>
                      </a:cubicBezTo>
                      <a:cubicBezTo>
                        <a:pt x="260" y="851"/>
                        <a:pt x="274" y="856"/>
                        <a:pt x="274" y="856"/>
                      </a:cubicBezTo>
                      <a:cubicBezTo>
                        <a:pt x="274" y="856"/>
                        <a:pt x="273" y="858"/>
                        <a:pt x="270" y="862"/>
                      </a:cubicBezTo>
                      <a:cubicBezTo>
                        <a:pt x="286" y="870"/>
                        <a:pt x="303" y="876"/>
                        <a:pt x="319" y="881"/>
                      </a:cubicBezTo>
                      <a:cubicBezTo>
                        <a:pt x="320" y="881"/>
                        <a:pt x="320" y="881"/>
                        <a:pt x="321" y="881"/>
                      </a:cubicBezTo>
                      <a:cubicBezTo>
                        <a:pt x="337" y="881"/>
                        <a:pt x="351" y="883"/>
                        <a:pt x="351" y="883"/>
                      </a:cubicBezTo>
                      <a:cubicBezTo>
                        <a:pt x="351" y="883"/>
                        <a:pt x="350" y="885"/>
                        <a:pt x="348" y="889"/>
                      </a:cubicBezTo>
                      <a:cubicBezTo>
                        <a:pt x="387" y="896"/>
                        <a:pt x="419" y="907"/>
                        <a:pt x="445" y="918"/>
                      </a:cubicBezTo>
                      <a:cubicBezTo>
                        <a:pt x="451" y="915"/>
                        <a:pt x="458" y="912"/>
                        <a:pt x="465" y="908"/>
                      </a:cubicBezTo>
                      <a:cubicBezTo>
                        <a:pt x="454" y="903"/>
                        <a:pt x="442" y="898"/>
                        <a:pt x="429" y="894"/>
                      </a:cubicBezTo>
                      <a:cubicBezTo>
                        <a:pt x="409" y="887"/>
                        <a:pt x="388" y="880"/>
                        <a:pt x="364" y="876"/>
                      </a:cubicBezTo>
                      <a:cubicBezTo>
                        <a:pt x="363" y="882"/>
                        <a:pt x="362" y="886"/>
                        <a:pt x="362" y="886"/>
                      </a:cubicBezTo>
                      <a:cubicBezTo>
                        <a:pt x="362" y="886"/>
                        <a:pt x="350" y="880"/>
                        <a:pt x="338" y="871"/>
                      </a:cubicBezTo>
                      <a:cubicBezTo>
                        <a:pt x="321" y="866"/>
                        <a:pt x="304" y="861"/>
                        <a:pt x="287" y="853"/>
                      </a:cubicBezTo>
                      <a:cubicBezTo>
                        <a:pt x="286" y="858"/>
                        <a:pt x="285" y="861"/>
                        <a:pt x="285" y="861"/>
                      </a:cubicBezTo>
                      <a:cubicBezTo>
                        <a:pt x="285" y="861"/>
                        <a:pt x="275" y="853"/>
                        <a:pt x="265" y="843"/>
                      </a:cubicBezTo>
                      <a:cubicBezTo>
                        <a:pt x="249" y="835"/>
                        <a:pt x="232" y="825"/>
                        <a:pt x="217" y="815"/>
                      </a:cubicBezTo>
                      <a:cubicBezTo>
                        <a:pt x="214" y="819"/>
                        <a:pt x="213" y="822"/>
                        <a:pt x="213" y="822"/>
                      </a:cubicBezTo>
                      <a:cubicBezTo>
                        <a:pt x="213" y="822"/>
                        <a:pt x="204" y="812"/>
                        <a:pt x="195" y="800"/>
                      </a:cubicBezTo>
                      <a:cubicBezTo>
                        <a:pt x="181" y="789"/>
                        <a:pt x="167" y="777"/>
                        <a:pt x="154" y="765"/>
                      </a:cubicBezTo>
                      <a:cubicBezTo>
                        <a:pt x="151" y="769"/>
                        <a:pt x="149" y="771"/>
                        <a:pt x="149" y="771"/>
                      </a:cubicBezTo>
                      <a:cubicBezTo>
                        <a:pt x="149" y="771"/>
                        <a:pt x="142" y="761"/>
                        <a:pt x="136" y="747"/>
                      </a:cubicBezTo>
                      <a:cubicBezTo>
                        <a:pt x="123" y="734"/>
                        <a:pt x="111" y="720"/>
                        <a:pt x="100" y="705"/>
                      </a:cubicBezTo>
                      <a:cubicBezTo>
                        <a:pt x="97" y="709"/>
                        <a:pt x="95" y="710"/>
                        <a:pt x="95" y="710"/>
                      </a:cubicBezTo>
                      <a:cubicBezTo>
                        <a:pt x="95" y="710"/>
                        <a:pt x="91" y="700"/>
                        <a:pt x="87" y="687"/>
                      </a:cubicBezTo>
                      <a:cubicBezTo>
                        <a:pt x="77" y="672"/>
                        <a:pt x="67" y="655"/>
                        <a:pt x="58" y="638"/>
                      </a:cubicBezTo>
                      <a:cubicBezTo>
                        <a:pt x="55" y="640"/>
                        <a:pt x="53" y="641"/>
                        <a:pt x="53" y="641"/>
                      </a:cubicBezTo>
                      <a:cubicBezTo>
                        <a:pt x="53" y="641"/>
                        <a:pt x="51" y="632"/>
                        <a:pt x="50" y="621"/>
                      </a:cubicBezTo>
                      <a:cubicBezTo>
                        <a:pt x="42" y="603"/>
                        <a:pt x="35" y="584"/>
                        <a:pt x="29" y="564"/>
                      </a:cubicBezTo>
                      <a:cubicBezTo>
                        <a:pt x="26" y="566"/>
                        <a:pt x="24" y="567"/>
                        <a:pt x="24" y="567"/>
                      </a:cubicBezTo>
                      <a:cubicBezTo>
                        <a:pt x="24" y="567"/>
                        <a:pt x="23" y="557"/>
                        <a:pt x="24" y="546"/>
                      </a:cubicBezTo>
                      <a:cubicBezTo>
                        <a:pt x="19" y="526"/>
                        <a:pt x="15" y="506"/>
                        <a:pt x="13" y="487"/>
                      </a:cubicBezTo>
                      <a:cubicBezTo>
                        <a:pt x="10" y="487"/>
                        <a:pt x="8" y="488"/>
                        <a:pt x="8" y="488"/>
                      </a:cubicBezTo>
                      <a:cubicBezTo>
                        <a:pt x="8" y="488"/>
                        <a:pt x="9" y="481"/>
                        <a:pt x="11" y="471"/>
                      </a:cubicBezTo>
                      <a:cubicBezTo>
                        <a:pt x="10" y="449"/>
                        <a:pt x="10" y="427"/>
                        <a:pt x="11" y="406"/>
                      </a:cubicBezTo>
                      <a:cubicBezTo>
                        <a:pt x="10" y="406"/>
                        <a:pt x="8" y="406"/>
                        <a:pt x="8" y="406"/>
                      </a:cubicBezTo>
                      <a:cubicBezTo>
                        <a:pt x="7" y="406"/>
                        <a:pt x="7" y="406"/>
                        <a:pt x="7" y="406"/>
                      </a:cubicBezTo>
                      <a:cubicBezTo>
                        <a:pt x="7" y="406"/>
                        <a:pt x="9" y="399"/>
                        <a:pt x="13" y="390"/>
                      </a:cubicBezTo>
                      <a:cubicBezTo>
                        <a:pt x="15" y="368"/>
                        <a:pt x="19" y="346"/>
                        <a:pt x="24" y="325"/>
                      </a:cubicBezTo>
                      <a:cubicBezTo>
                        <a:pt x="21" y="324"/>
                        <a:pt x="20" y="324"/>
                        <a:pt x="20" y="324"/>
                      </a:cubicBezTo>
                      <a:cubicBezTo>
                        <a:pt x="20" y="324"/>
                        <a:pt x="23" y="317"/>
                        <a:pt x="29" y="309"/>
                      </a:cubicBezTo>
                      <a:cubicBezTo>
                        <a:pt x="35" y="288"/>
                        <a:pt x="42" y="267"/>
                        <a:pt x="51" y="247"/>
                      </a:cubicBezTo>
                      <a:cubicBezTo>
                        <a:pt x="49" y="247"/>
                        <a:pt x="47" y="246"/>
                        <a:pt x="47" y="246"/>
                      </a:cubicBezTo>
                      <a:cubicBezTo>
                        <a:pt x="47" y="246"/>
                        <a:pt x="51" y="241"/>
                        <a:pt x="56" y="236"/>
                      </a:cubicBezTo>
                      <a:cubicBezTo>
                        <a:pt x="66" y="214"/>
                        <a:pt x="78" y="194"/>
                        <a:pt x="90" y="176"/>
                      </a:cubicBezTo>
                      <a:cubicBezTo>
                        <a:pt x="89" y="175"/>
                        <a:pt x="88" y="175"/>
                        <a:pt x="88" y="175"/>
                      </a:cubicBezTo>
                      <a:cubicBezTo>
                        <a:pt x="88" y="175"/>
                        <a:pt x="91" y="173"/>
                        <a:pt x="94" y="169"/>
                      </a:cubicBezTo>
                      <a:cubicBezTo>
                        <a:pt x="109" y="148"/>
                        <a:pt x="125" y="130"/>
                        <a:pt x="142" y="113"/>
                      </a:cubicBezTo>
                      <a:cubicBezTo>
                        <a:pt x="141" y="113"/>
                        <a:pt x="140" y="112"/>
                        <a:pt x="140" y="112"/>
                      </a:cubicBezTo>
                      <a:cubicBezTo>
                        <a:pt x="140" y="112"/>
                        <a:pt x="143" y="111"/>
                        <a:pt x="147" y="108"/>
                      </a:cubicBezTo>
                      <a:cubicBezTo>
                        <a:pt x="148" y="107"/>
                        <a:pt x="150" y="106"/>
                        <a:pt x="151" y="105"/>
                      </a:cubicBezTo>
                      <a:cubicBezTo>
                        <a:pt x="169" y="88"/>
                        <a:pt x="187" y="74"/>
                        <a:pt x="204" y="62"/>
                      </a:cubicBezTo>
                      <a:cubicBezTo>
                        <a:pt x="203" y="61"/>
                        <a:pt x="202" y="61"/>
                        <a:pt x="202" y="61"/>
                      </a:cubicBezTo>
                      <a:cubicBezTo>
                        <a:pt x="202" y="61"/>
                        <a:pt x="205" y="59"/>
                        <a:pt x="209" y="58"/>
                      </a:cubicBezTo>
                      <a:cubicBezTo>
                        <a:pt x="232" y="42"/>
                        <a:pt x="253" y="31"/>
                        <a:pt x="272" y="22"/>
                      </a:cubicBezTo>
                      <a:cubicBezTo>
                        <a:pt x="271" y="21"/>
                        <a:pt x="271" y="21"/>
                        <a:pt x="271" y="21"/>
                      </a:cubicBezTo>
                      <a:cubicBezTo>
                        <a:pt x="271" y="21"/>
                        <a:pt x="272" y="21"/>
                        <a:pt x="274" y="20"/>
                      </a:cubicBezTo>
                      <a:cubicBezTo>
                        <a:pt x="292" y="12"/>
                        <a:pt x="307" y="6"/>
                        <a:pt x="318" y="2"/>
                      </a:cubicBezTo>
                      <a:cubicBezTo>
                        <a:pt x="318" y="2"/>
                        <a:pt x="318" y="2"/>
                        <a:pt x="318" y="2"/>
                      </a:cubicBezTo>
                      <a:cubicBezTo>
                        <a:pt x="318" y="2"/>
                        <a:pt x="318" y="1"/>
                        <a:pt x="3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75"/>
                <p:cNvSpPr>
                  <a:spLocks/>
                </p:cNvSpPr>
                <p:nvPr/>
              </p:nvSpPr>
              <p:spPr bwMode="auto">
                <a:xfrm>
                  <a:off x="5976938" y="1436688"/>
                  <a:ext cx="1749425" cy="3106737"/>
                </a:xfrm>
                <a:custGeom>
                  <a:avLst/>
                  <a:gdLst/>
                  <a:ahLst/>
                  <a:cxnLst>
                    <a:cxn ang="0">
                      <a:pos x="235" y="2"/>
                    </a:cxn>
                    <a:cxn ang="0">
                      <a:pos x="278" y="20"/>
                    </a:cxn>
                    <a:cxn ang="0">
                      <a:pos x="281" y="22"/>
                    </a:cxn>
                    <a:cxn ang="0">
                      <a:pos x="350" y="61"/>
                    </a:cxn>
                    <a:cxn ang="0">
                      <a:pos x="401" y="105"/>
                    </a:cxn>
                    <a:cxn ang="0">
                      <a:pos x="412" y="112"/>
                    </a:cxn>
                    <a:cxn ang="0">
                      <a:pos x="458" y="170"/>
                    </a:cxn>
                    <a:cxn ang="0">
                      <a:pos x="462" y="176"/>
                    </a:cxn>
                    <a:cxn ang="0">
                      <a:pos x="505" y="246"/>
                    </a:cxn>
                    <a:cxn ang="0">
                      <a:pos x="524" y="309"/>
                    </a:cxn>
                    <a:cxn ang="0">
                      <a:pos x="528" y="325"/>
                    </a:cxn>
                    <a:cxn ang="0">
                      <a:pos x="546" y="406"/>
                    </a:cxn>
                    <a:cxn ang="0">
                      <a:pos x="541" y="406"/>
                    </a:cxn>
                    <a:cxn ang="0">
                      <a:pos x="544" y="488"/>
                    </a:cxn>
                    <a:cxn ang="0">
                      <a:pos x="528" y="546"/>
                    </a:cxn>
                    <a:cxn ang="0">
                      <a:pos x="523" y="564"/>
                    </a:cxn>
                    <a:cxn ang="0">
                      <a:pos x="499" y="641"/>
                    </a:cxn>
                    <a:cxn ang="0">
                      <a:pos x="465" y="687"/>
                    </a:cxn>
                    <a:cxn ang="0">
                      <a:pos x="452" y="705"/>
                    </a:cxn>
                    <a:cxn ang="0">
                      <a:pos x="404" y="771"/>
                    </a:cxn>
                    <a:cxn ang="0">
                      <a:pos x="357" y="800"/>
                    </a:cxn>
                    <a:cxn ang="0">
                      <a:pos x="336" y="815"/>
                    </a:cxn>
                    <a:cxn ang="0">
                      <a:pos x="268" y="861"/>
                    </a:cxn>
                    <a:cxn ang="0">
                      <a:pos x="215" y="871"/>
                    </a:cxn>
                    <a:cxn ang="0">
                      <a:pos x="189" y="876"/>
                    </a:cxn>
                    <a:cxn ang="0">
                      <a:pos x="87" y="908"/>
                    </a:cxn>
                    <a:cxn ang="0">
                      <a:pos x="0" y="966"/>
                    </a:cxn>
                    <a:cxn ang="0">
                      <a:pos x="87" y="929"/>
                    </a:cxn>
                    <a:cxn ang="0">
                      <a:pos x="204" y="889"/>
                    </a:cxn>
                    <a:cxn ang="0">
                      <a:pos x="231" y="881"/>
                    </a:cxn>
                    <a:cxn ang="0">
                      <a:pos x="283" y="862"/>
                    </a:cxn>
                    <a:cxn ang="0">
                      <a:pos x="308" y="849"/>
                    </a:cxn>
                    <a:cxn ang="0">
                      <a:pos x="349" y="816"/>
                    </a:cxn>
                    <a:cxn ang="0">
                      <a:pos x="416" y="767"/>
                    </a:cxn>
                    <a:cxn ang="0">
                      <a:pos x="433" y="749"/>
                    </a:cxn>
                    <a:cxn ang="0">
                      <a:pos x="464" y="702"/>
                    </a:cxn>
                    <a:cxn ang="0">
                      <a:pos x="510" y="633"/>
                    </a:cxn>
                    <a:cxn ang="0">
                      <a:pos x="520" y="609"/>
                    </a:cxn>
                    <a:cxn ang="0">
                      <a:pos x="537" y="557"/>
                    </a:cxn>
                    <a:cxn ang="0">
                      <a:pos x="543" y="534"/>
                    </a:cxn>
                    <a:cxn ang="0">
                      <a:pos x="545" y="478"/>
                    </a:cxn>
                    <a:cxn ang="0">
                      <a:pos x="550" y="394"/>
                    </a:cxn>
                    <a:cxn ang="0">
                      <a:pos x="547" y="374"/>
                    </a:cxn>
                    <a:cxn ang="0">
                      <a:pos x="530" y="315"/>
                    </a:cxn>
                    <a:cxn ang="0">
                      <a:pos x="504" y="235"/>
                    </a:cxn>
                    <a:cxn ang="0">
                      <a:pos x="497" y="219"/>
                    </a:cxn>
                    <a:cxn ang="0">
                      <a:pos x="459" y="167"/>
                    </a:cxn>
                    <a:cxn ang="0">
                      <a:pos x="408" y="103"/>
                    </a:cxn>
                    <a:cxn ang="0">
                      <a:pos x="397" y="94"/>
                    </a:cxn>
                    <a:cxn ang="0">
                      <a:pos x="343" y="55"/>
                    </a:cxn>
                    <a:cxn ang="0">
                      <a:pos x="274" y="15"/>
                    </a:cxn>
                    <a:cxn ang="0">
                      <a:pos x="266" y="12"/>
                    </a:cxn>
                  </a:cxnLst>
                  <a:rect l="0" t="0" r="r" b="b"/>
                  <a:pathLst>
                    <a:path w="553" h="981">
                      <a:moveTo>
                        <a:pt x="234" y="0"/>
                      </a:moveTo>
                      <a:cubicBezTo>
                        <a:pt x="234" y="1"/>
                        <a:pt x="235" y="2"/>
                        <a:pt x="235" y="2"/>
                      </a:cubicBezTo>
                      <a:cubicBezTo>
                        <a:pt x="235" y="2"/>
                        <a:pt x="235" y="2"/>
                        <a:pt x="234" y="2"/>
                      </a:cubicBezTo>
                      <a:cubicBezTo>
                        <a:pt x="245" y="6"/>
                        <a:pt x="260" y="12"/>
                        <a:pt x="278" y="20"/>
                      </a:cubicBezTo>
                      <a:cubicBezTo>
                        <a:pt x="280" y="21"/>
                        <a:pt x="281" y="21"/>
                        <a:pt x="281" y="21"/>
                      </a:cubicBezTo>
                      <a:cubicBezTo>
                        <a:pt x="281" y="21"/>
                        <a:pt x="281" y="21"/>
                        <a:pt x="281" y="22"/>
                      </a:cubicBezTo>
                      <a:cubicBezTo>
                        <a:pt x="299" y="31"/>
                        <a:pt x="321" y="42"/>
                        <a:pt x="343" y="58"/>
                      </a:cubicBezTo>
                      <a:cubicBezTo>
                        <a:pt x="348" y="59"/>
                        <a:pt x="350" y="61"/>
                        <a:pt x="350" y="61"/>
                      </a:cubicBezTo>
                      <a:cubicBezTo>
                        <a:pt x="350" y="61"/>
                        <a:pt x="350" y="61"/>
                        <a:pt x="349" y="62"/>
                      </a:cubicBezTo>
                      <a:cubicBezTo>
                        <a:pt x="366" y="74"/>
                        <a:pt x="384" y="88"/>
                        <a:pt x="401" y="105"/>
                      </a:cubicBezTo>
                      <a:cubicBezTo>
                        <a:pt x="403" y="106"/>
                        <a:pt x="404" y="107"/>
                        <a:pt x="406" y="109"/>
                      </a:cubicBezTo>
                      <a:cubicBezTo>
                        <a:pt x="410" y="111"/>
                        <a:pt x="412" y="112"/>
                        <a:pt x="412" y="112"/>
                      </a:cubicBezTo>
                      <a:cubicBezTo>
                        <a:pt x="412" y="112"/>
                        <a:pt x="412" y="113"/>
                        <a:pt x="411" y="113"/>
                      </a:cubicBezTo>
                      <a:cubicBezTo>
                        <a:pt x="428" y="130"/>
                        <a:pt x="444" y="148"/>
                        <a:pt x="458" y="170"/>
                      </a:cubicBezTo>
                      <a:cubicBezTo>
                        <a:pt x="462" y="173"/>
                        <a:pt x="464" y="175"/>
                        <a:pt x="464" y="175"/>
                      </a:cubicBezTo>
                      <a:cubicBezTo>
                        <a:pt x="464" y="175"/>
                        <a:pt x="464" y="175"/>
                        <a:pt x="462" y="176"/>
                      </a:cubicBezTo>
                      <a:cubicBezTo>
                        <a:pt x="475" y="194"/>
                        <a:pt x="486" y="214"/>
                        <a:pt x="496" y="236"/>
                      </a:cubicBezTo>
                      <a:cubicBezTo>
                        <a:pt x="502" y="241"/>
                        <a:pt x="505" y="246"/>
                        <a:pt x="505" y="246"/>
                      </a:cubicBezTo>
                      <a:cubicBezTo>
                        <a:pt x="505" y="246"/>
                        <a:pt x="504" y="247"/>
                        <a:pt x="502" y="247"/>
                      </a:cubicBezTo>
                      <a:cubicBezTo>
                        <a:pt x="510" y="267"/>
                        <a:pt x="518" y="288"/>
                        <a:pt x="524" y="309"/>
                      </a:cubicBezTo>
                      <a:cubicBezTo>
                        <a:pt x="529" y="317"/>
                        <a:pt x="533" y="324"/>
                        <a:pt x="533" y="324"/>
                      </a:cubicBezTo>
                      <a:cubicBezTo>
                        <a:pt x="533" y="324"/>
                        <a:pt x="531" y="324"/>
                        <a:pt x="528" y="325"/>
                      </a:cubicBezTo>
                      <a:cubicBezTo>
                        <a:pt x="533" y="346"/>
                        <a:pt x="537" y="368"/>
                        <a:pt x="540" y="390"/>
                      </a:cubicBezTo>
                      <a:cubicBezTo>
                        <a:pt x="544" y="399"/>
                        <a:pt x="546" y="406"/>
                        <a:pt x="546" y="406"/>
                      </a:cubicBezTo>
                      <a:cubicBezTo>
                        <a:pt x="546" y="406"/>
                        <a:pt x="545" y="406"/>
                        <a:pt x="545" y="406"/>
                      </a:cubicBezTo>
                      <a:cubicBezTo>
                        <a:pt x="544" y="406"/>
                        <a:pt x="543" y="406"/>
                        <a:pt x="541" y="406"/>
                      </a:cubicBezTo>
                      <a:cubicBezTo>
                        <a:pt x="543" y="427"/>
                        <a:pt x="543" y="449"/>
                        <a:pt x="541" y="471"/>
                      </a:cubicBezTo>
                      <a:cubicBezTo>
                        <a:pt x="543" y="481"/>
                        <a:pt x="544" y="488"/>
                        <a:pt x="544" y="488"/>
                      </a:cubicBezTo>
                      <a:cubicBezTo>
                        <a:pt x="544" y="488"/>
                        <a:pt x="542" y="487"/>
                        <a:pt x="540" y="487"/>
                      </a:cubicBezTo>
                      <a:cubicBezTo>
                        <a:pt x="537" y="507"/>
                        <a:pt x="534" y="526"/>
                        <a:pt x="528" y="546"/>
                      </a:cubicBezTo>
                      <a:cubicBezTo>
                        <a:pt x="529" y="557"/>
                        <a:pt x="529" y="567"/>
                        <a:pt x="529" y="567"/>
                      </a:cubicBezTo>
                      <a:cubicBezTo>
                        <a:pt x="529" y="567"/>
                        <a:pt x="527" y="566"/>
                        <a:pt x="523" y="564"/>
                      </a:cubicBezTo>
                      <a:cubicBezTo>
                        <a:pt x="518" y="584"/>
                        <a:pt x="511" y="603"/>
                        <a:pt x="503" y="621"/>
                      </a:cubicBezTo>
                      <a:cubicBezTo>
                        <a:pt x="501" y="632"/>
                        <a:pt x="499" y="641"/>
                        <a:pt x="499" y="641"/>
                      </a:cubicBezTo>
                      <a:cubicBezTo>
                        <a:pt x="499" y="641"/>
                        <a:pt x="498" y="640"/>
                        <a:pt x="495" y="638"/>
                      </a:cubicBezTo>
                      <a:cubicBezTo>
                        <a:pt x="486" y="655"/>
                        <a:pt x="476" y="672"/>
                        <a:pt x="465" y="687"/>
                      </a:cubicBezTo>
                      <a:cubicBezTo>
                        <a:pt x="462" y="700"/>
                        <a:pt x="458" y="710"/>
                        <a:pt x="458" y="710"/>
                      </a:cubicBezTo>
                      <a:cubicBezTo>
                        <a:pt x="458" y="710"/>
                        <a:pt x="456" y="709"/>
                        <a:pt x="452" y="705"/>
                      </a:cubicBezTo>
                      <a:cubicBezTo>
                        <a:pt x="441" y="720"/>
                        <a:pt x="429" y="734"/>
                        <a:pt x="416" y="747"/>
                      </a:cubicBezTo>
                      <a:cubicBezTo>
                        <a:pt x="410" y="761"/>
                        <a:pt x="404" y="771"/>
                        <a:pt x="404" y="771"/>
                      </a:cubicBezTo>
                      <a:cubicBezTo>
                        <a:pt x="404" y="771"/>
                        <a:pt x="402" y="769"/>
                        <a:pt x="399" y="765"/>
                      </a:cubicBezTo>
                      <a:cubicBezTo>
                        <a:pt x="385" y="777"/>
                        <a:pt x="371" y="789"/>
                        <a:pt x="357" y="800"/>
                      </a:cubicBezTo>
                      <a:cubicBezTo>
                        <a:pt x="349" y="812"/>
                        <a:pt x="340" y="822"/>
                        <a:pt x="340" y="822"/>
                      </a:cubicBezTo>
                      <a:cubicBezTo>
                        <a:pt x="340" y="822"/>
                        <a:pt x="338" y="820"/>
                        <a:pt x="336" y="815"/>
                      </a:cubicBezTo>
                      <a:cubicBezTo>
                        <a:pt x="320" y="825"/>
                        <a:pt x="304" y="835"/>
                        <a:pt x="288" y="843"/>
                      </a:cubicBezTo>
                      <a:cubicBezTo>
                        <a:pt x="277" y="853"/>
                        <a:pt x="268" y="861"/>
                        <a:pt x="268" y="861"/>
                      </a:cubicBezTo>
                      <a:cubicBezTo>
                        <a:pt x="268" y="861"/>
                        <a:pt x="267" y="858"/>
                        <a:pt x="265" y="853"/>
                      </a:cubicBezTo>
                      <a:cubicBezTo>
                        <a:pt x="248" y="861"/>
                        <a:pt x="231" y="866"/>
                        <a:pt x="215" y="871"/>
                      </a:cubicBezTo>
                      <a:cubicBezTo>
                        <a:pt x="202" y="880"/>
                        <a:pt x="190" y="886"/>
                        <a:pt x="190" y="886"/>
                      </a:cubicBezTo>
                      <a:cubicBezTo>
                        <a:pt x="190" y="886"/>
                        <a:pt x="189" y="882"/>
                        <a:pt x="189" y="876"/>
                      </a:cubicBezTo>
                      <a:cubicBezTo>
                        <a:pt x="165" y="880"/>
                        <a:pt x="143" y="887"/>
                        <a:pt x="124" y="894"/>
                      </a:cubicBezTo>
                      <a:cubicBezTo>
                        <a:pt x="110" y="898"/>
                        <a:pt x="98" y="903"/>
                        <a:pt x="87" y="908"/>
                      </a:cubicBezTo>
                      <a:cubicBezTo>
                        <a:pt x="80" y="912"/>
                        <a:pt x="73" y="915"/>
                        <a:pt x="67" y="918"/>
                      </a:cubicBezTo>
                      <a:cubicBezTo>
                        <a:pt x="19" y="943"/>
                        <a:pt x="0" y="966"/>
                        <a:pt x="0" y="966"/>
                      </a:cubicBezTo>
                      <a:cubicBezTo>
                        <a:pt x="17" y="981"/>
                        <a:pt x="17" y="981"/>
                        <a:pt x="17" y="981"/>
                      </a:cubicBezTo>
                      <a:cubicBezTo>
                        <a:pt x="17" y="981"/>
                        <a:pt x="39" y="954"/>
                        <a:pt x="87" y="929"/>
                      </a:cubicBezTo>
                      <a:cubicBezTo>
                        <a:pt x="94" y="925"/>
                        <a:pt x="101" y="922"/>
                        <a:pt x="108" y="918"/>
                      </a:cubicBezTo>
                      <a:cubicBezTo>
                        <a:pt x="134" y="907"/>
                        <a:pt x="166" y="896"/>
                        <a:pt x="204" y="889"/>
                      </a:cubicBezTo>
                      <a:cubicBezTo>
                        <a:pt x="202" y="885"/>
                        <a:pt x="201" y="883"/>
                        <a:pt x="201" y="883"/>
                      </a:cubicBezTo>
                      <a:cubicBezTo>
                        <a:pt x="201" y="883"/>
                        <a:pt x="215" y="881"/>
                        <a:pt x="231" y="881"/>
                      </a:cubicBezTo>
                      <a:cubicBezTo>
                        <a:pt x="232" y="881"/>
                        <a:pt x="233" y="881"/>
                        <a:pt x="234" y="881"/>
                      </a:cubicBezTo>
                      <a:cubicBezTo>
                        <a:pt x="250" y="876"/>
                        <a:pt x="266" y="870"/>
                        <a:pt x="283" y="862"/>
                      </a:cubicBezTo>
                      <a:cubicBezTo>
                        <a:pt x="280" y="858"/>
                        <a:pt x="278" y="856"/>
                        <a:pt x="278" y="856"/>
                      </a:cubicBezTo>
                      <a:cubicBezTo>
                        <a:pt x="278" y="856"/>
                        <a:pt x="292" y="851"/>
                        <a:pt x="308" y="849"/>
                      </a:cubicBezTo>
                      <a:cubicBezTo>
                        <a:pt x="324" y="840"/>
                        <a:pt x="339" y="831"/>
                        <a:pt x="353" y="820"/>
                      </a:cubicBezTo>
                      <a:cubicBezTo>
                        <a:pt x="350" y="817"/>
                        <a:pt x="349" y="816"/>
                        <a:pt x="349" y="816"/>
                      </a:cubicBezTo>
                      <a:cubicBezTo>
                        <a:pt x="349" y="816"/>
                        <a:pt x="360" y="810"/>
                        <a:pt x="374" y="805"/>
                      </a:cubicBezTo>
                      <a:cubicBezTo>
                        <a:pt x="388" y="793"/>
                        <a:pt x="403" y="780"/>
                        <a:pt x="416" y="767"/>
                      </a:cubicBezTo>
                      <a:cubicBezTo>
                        <a:pt x="413" y="765"/>
                        <a:pt x="411" y="764"/>
                        <a:pt x="411" y="764"/>
                      </a:cubicBezTo>
                      <a:cubicBezTo>
                        <a:pt x="411" y="764"/>
                        <a:pt x="421" y="756"/>
                        <a:pt x="433" y="749"/>
                      </a:cubicBezTo>
                      <a:cubicBezTo>
                        <a:pt x="446" y="735"/>
                        <a:pt x="458" y="720"/>
                        <a:pt x="469" y="704"/>
                      </a:cubicBezTo>
                      <a:cubicBezTo>
                        <a:pt x="466" y="703"/>
                        <a:pt x="464" y="702"/>
                        <a:pt x="464" y="702"/>
                      </a:cubicBezTo>
                      <a:cubicBezTo>
                        <a:pt x="464" y="702"/>
                        <a:pt x="472" y="692"/>
                        <a:pt x="483" y="683"/>
                      </a:cubicBezTo>
                      <a:cubicBezTo>
                        <a:pt x="493" y="667"/>
                        <a:pt x="502" y="650"/>
                        <a:pt x="510" y="633"/>
                      </a:cubicBezTo>
                      <a:cubicBezTo>
                        <a:pt x="506" y="633"/>
                        <a:pt x="504" y="632"/>
                        <a:pt x="504" y="632"/>
                      </a:cubicBezTo>
                      <a:cubicBezTo>
                        <a:pt x="504" y="632"/>
                        <a:pt x="511" y="621"/>
                        <a:pt x="520" y="609"/>
                      </a:cubicBezTo>
                      <a:cubicBezTo>
                        <a:pt x="527" y="592"/>
                        <a:pt x="533" y="575"/>
                        <a:pt x="537" y="557"/>
                      </a:cubicBezTo>
                      <a:cubicBezTo>
                        <a:pt x="537" y="557"/>
                        <a:pt x="537" y="557"/>
                        <a:pt x="537" y="557"/>
                      </a:cubicBezTo>
                      <a:cubicBezTo>
                        <a:pt x="533" y="557"/>
                        <a:pt x="531" y="557"/>
                        <a:pt x="531" y="557"/>
                      </a:cubicBezTo>
                      <a:cubicBezTo>
                        <a:pt x="531" y="557"/>
                        <a:pt x="536" y="546"/>
                        <a:pt x="543" y="534"/>
                      </a:cubicBezTo>
                      <a:cubicBezTo>
                        <a:pt x="547" y="515"/>
                        <a:pt x="549" y="496"/>
                        <a:pt x="551" y="477"/>
                      </a:cubicBezTo>
                      <a:cubicBezTo>
                        <a:pt x="547" y="478"/>
                        <a:pt x="545" y="478"/>
                        <a:pt x="545" y="478"/>
                      </a:cubicBezTo>
                      <a:cubicBezTo>
                        <a:pt x="545" y="478"/>
                        <a:pt x="548" y="466"/>
                        <a:pt x="552" y="453"/>
                      </a:cubicBezTo>
                      <a:cubicBezTo>
                        <a:pt x="553" y="433"/>
                        <a:pt x="552" y="414"/>
                        <a:pt x="550" y="394"/>
                      </a:cubicBezTo>
                      <a:cubicBezTo>
                        <a:pt x="547" y="395"/>
                        <a:pt x="545" y="396"/>
                        <a:pt x="545" y="396"/>
                      </a:cubicBezTo>
                      <a:cubicBezTo>
                        <a:pt x="545" y="396"/>
                        <a:pt x="545" y="386"/>
                        <a:pt x="547" y="374"/>
                      </a:cubicBezTo>
                      <a:cubicBezTo>
                        <a:pt x="544" y="353"/>
                        <a:pt x="540" y="333"/>
                        <a:pt x="534" y="313"/>
                      </a:cubicBezTo>
                      <a:cubicBezTo>
                        <a:pt x="532" y="314"/>
                        <a:pt x="530" y="315"/>
                        <a:pt x="530" y="315"/>
                      </a:cubicBezTo>
                      <a:cubicBezTo>
                        <a:pt x="530" y="315"/>
                        <a:pt x="529" y="306"/>
                        <a:pt x="529" y="296"/>
                      </a:cubicBezTo>
                      <a:cubicBezTo>
                        <a:pt x="522" y="275"/>
                        <a:pt x="514" y="254"/>
                        <a:pt x="504" y="235"/>
                      </a:cubicBezTo>
                      <a:cubicBezTo>
                        <a:pt x="503" y="237"/>
                        <a:pt x="501" y="237"/>
                        <a:pt x="501" y="237"/>
                      </a:cubicBezTo>
                      <a:cubicBezTo>
                        <a:pt x="501" y="237"/>
                        <a:pt x="499" y="230"/>
                        <a:pt x="497" y="219"/>
                      </a:cubicBezTo>
                      <a:cubicBezTo>
                        <a:pt x="486" y="199"/>
                        <a:pt x="475" y="181"/>
                        <a:pt x="462" y="164"/>
                      </a:cubicBezTo>
                      <a:cubicBezTo>
                        <a:pt x="460" y="166"/>
                        <a:pt x="459" y="167"/>
                        <a:pt x="459" y="167"/>
                      </a:cubicBezTo>
                      <a:cubicBezTo>
                        <a:pt x="459" y="167"/>
                        <a:pt x="455" y="159"/>
                        <a:pt x="451" y="148"/>
                      </a:cubicBezTo>
                      <a:cubicBezTo>
                        <a:pt x="437" y="131"/>
                        <a:pt x="423" y="116"/>
                        <a:pt x="408" y="103"/>
                      </a:cubicBezTo>
                      <a:cubicBezTo>
                        <a:pt x="406" y="105"/>
                        <a:pt x="406" y="106"/>
                        <a:pt x="406" y="106"/>
                      </a:cubicBezTo>
                      <a:cubicBezTo>
                        <a:pt x="406" y="106"/>
                        <a:pt x="402" y="101"/>
                        <a:pt x="397" y="94"/>
                      </a:cubicBezTo>
                      <a:cubicBezTo>
                        <a:pt x="379" y="78"/>
                        <a:pt x="361" y="64"/>
                        <a:pt x="344" y="53"/>
                      </a:cubicBezTo>
                      <a:cubicBezTo>
                        <a:pt x="343" y="55"/>
                        <a:pt x="343" y="55"/>
                        <a:pt x="343" y="55"/>
                      </a:cubicBezTo>
                      <a:cubicBezTo>
                        <a:pt x="343" y="55"/>
                        <a:pt x="339" y="52"/>
                        <a:pt x="335" y="47"/>
                      </a:cubicBezTo>
                      <a:cubicBezTo>
                        <a:pt x="312" y="33"/>
                        <a:pt x="292" y="23"/>
                        <a:pt x="274" y="15"/>
                      </a:cubicBezTo>
                      <a:cubicBezTo>
                        <a:pt x="274" y="16"/>
                        <a:pt x="273" y="17"/>
                        <a:pt x="273" y="17"/>
                      </a:cubicBezTo>
                      <a:cubicBezTo>
                        <a:pt x="273" y="17"/>
                        <a:pt x="270" y="15"/>
                        <a:pt x="266" y="12"/>
                      </a:cubicBezTo>
                      <a:cubicBezTo>
                        <a:pt x="253" y="7"/>
                        <a:pt x="242" y="3"/>
                        <a:pt x="23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76"/>
                <p:cNvSpPr>
                  <a:spLocks/>
                </p:cNvSpPr>
                <p:nvPr/>
              </p:nvSpPr>
              <p:spPr bwMode="auto">
                <a:xfrm>
                  <a:off x="5716588" y="3897313"/>
                  <a:ext cx="215900" cy="344487"/>
                </a:xfrm>
                <a:custGeom>
                  <a:avLst/>
                  <a:gdLst/>
                  <a:ahLst/>
                  <a:cxnLst>
                    <a:cxn ang="0">
                      <a:pos x="9" y="0"/>
                    </a:cxn>
                    <a:cxn ang="0">
                      <a:pos x="17" y="70"/>
                    </a:cxn>
                    <a:cxn ang="0">
                      <a:pos x="42" y="94"/>
                    </a:cxn>
                    <a:cxn ang="0">
                      <a:pos x="66" y="109"/>
                    </a:cxn>
                    <a:cxn ang="0">
                      <a:pos x="68" y="99"/>
                    </a:cxn>
                    <a:cxn ang="0">
                      <a:pos x="58" y="42"/>
                    </a:cxn>
                    <a:cxn ang="0">
                      <a:pos x="9" y="0"/>
                    </a:cxn>
                  </a:cxnLst>
                  <a:rect l="0" t="0" r="r" b="b"/>
                  <a:pathLst>
                    <a:path w="68" h="109">
                      <a:moveTo>
                        <a:pt x="9" y="0"/>
                      </a:moveTo>
                      <a:cubicBezTo>
                        <a:pt x="9" y="0"/>
                        <a:pt x="0" y="42"/>
                        <a:pt x="17" y="70"/>
                      </a:cubicBezTo>
                      <a:cubicBezTo>
                        <a:pt x="23" y="79"/>
                        <a:pt x="32" y="87"/>
                        <a:pt x="42" y="94"/>
                      </a:cubicBezTo>
                      <a:cubicBezTo>
                        <a:pt x="54" y="103"/>
                        <a:pt x="66" y="109"/>
                        <a:pt x="66" y="109"/>
                      </a:cubicBezTo>
                      <a:cubicBezTo>
                        <a:pt x="66" y="109"/>
                        <a:pt x="67" y="105"/>
                        <a:pt x="68" y="99"/>
                      </a:cubicBezTo>
                      <a:cubicBezTo>
                        <a:pt x="68" y="87"/>
                        <a:pt x="68" y="66"/>
                        <a:pt x="58" y="42"/>
                      </a:cubicBezTo>
                      <a:cubicBezTo>
                        <a:pt x="46" y="13"/>
                        <a:pt x="9"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77"/>
                <p:cNvSpPr>
                  <a:spLocks/>
                </p:cNvSpPr>
                <p:nvPr/>
              </p:nvSpPr>
              <p:spPr bwMode="auto">
                <a:xfrm>
                  <a:off x="5543550" y="4225925"/>
                  <a:ext cx="347663" cy="190500"/>
                </a:xfrm>
                <a:custGeom>
                  <a:avLst/>
                  <a:gdLst/>
                  <a:ahLst/>
                  <a:cxnLst>
                    <a:cxn ang="0">
                      <a:pos x="80" y="0"/>
                    </a:cxn>
                    <a:cxn ang="0">
                      <a:pos x="78" y="0"/>
                    </a:cxn>
                    <a:cxn ang="0">
                      <a:pos x="48" y="5"/>
                    </a:cxn>
                    <a:cxn ang="0">
                      <a:pos x="0" y="57"/>
                    </a:cxn>
                    <a:cxn ang="0">
                      <a:pos x="28" y="60"/>
                    </a:cxn>
                    <a:cxn ang="0">
                      <a:pos x="64" y="52"/>
                    </a:cxn>
                    <a:cxn ang="0">
                      <a:pos x="107" y="8"/>
                    </a:cxn>
                    <a:cxn ang="0">
                      <a:pos x="110" y="2"/>
                    </a:cxn>
                    <a:cxn ang="0">
                      <a:pos x="80" y="0"/>
                    </a:cxn>
                  </a:cxnLst>
                  <a:rect l="0" t="0" r="r" b="b"/>
                  <a:pathLst>
                    <a:path w="110" h="60">
                      <a:moveTo>
                        <a:pt x="80" y="0"/>
                      </a:moveTo>
                      <a:cubicBezTo>
                        <a:pt x="79" y="0"/>
                        <a:pt x="79" y="0"/>
                        <a:pt x="78" y="0"/>
                      </a:cubicBezTo>
                      <a:cubicBezTo>
                        <a:pt x="67" y="0"/>
                        <a:pt x="56" y="2"/>
                        <a:pt x="48" y="5"/>
                      </a:cubicBezTo>
                      <a:cubicBezTo>
                        <a:pt x="17" y="17"/>
                        <a:pt x="0" y="57"/>
                        <a:pt x="0" y="57"/>
                      </a:cubicBezTo>
                      <a:cubicBezTo>
                        <a:pt x="0" y="57"/>
                        <a:pt x="12" y="60"/>
                        <a:pt x="28" y="60"/>
                      </a:cubicBezTo>
                      <a:cubicBezTo>
                        <a:pt x="39" y="60"/>
                        <a:pt x="52" y="58"/>
                        <a:pt x="64" y="52"/>
                      </a:cubicBezTo>
                      <a:cubicBezTo>
                        <a:pt x="88" y="37"/>
                        <a:pt x="102" y="17"/>
                        <a:pt x="107" y="8"/>
                      </a:cubicBezTo>
                      <a:cubicBezTo>
                        <a:pt x="109" y="4"/>
                        <a:pt x="110" y="2"/>
                        <a:pt x="110" y="2"/>
                      </a:cubicBezTo>
                      <a:cubicBezTo>
                        <a:pt x="110" y="2"/>
                        <a:pt x="96" y="0"/>
                        <a:pt x="8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78"/>
                <p:cNvSpPr>
                  <a:spLocks/>
                </p:cNvSpPr>
                <p:nvPr/>
              </p:nvSpPr>
              <p:spPr bwMode="auto">
                <a:xfrm>
                  <a:off x="5514975" y="3798888"/>
                  <a:ext cx="195263" cy="365125"/>
                </a:xfrm>
                <a:custGeom>
                  <a:avLst/>
                  <a:gdLst/>
                  <a:ahLst/>
                  <a:cxnLst>
                    <a:cxn ang="0">
                      <a:pos x="16" y="0"/>
                    </a:cxn>
                    <a:cxn ang="0">
                      <a:pos x="12" y="69"/>
                    </a:cxn>
                    <a:cxn ang="0">
                      <a:pos x="33" y="97"/>
                    </a:cxn>
                    <a:cxn ang="0">
                      <a:pos x="53" y="115"/>
                    </a:cxn>
                    <a:cxn ang="0">
                      <a:pos x="55" y="107"/>
                    </a:cxn>
                    <a:cxn ang="0">
                      <a:pos x="56" y="48"/>
                    </a:cxn>
                    <a:cxn ang="0">
                      <a:pos x="16" y="0"/>
                    </a:cxn>
                  </a:cxnLst>
                  <a:rect l="0" t="0" r="r" b="b"/>
                  <a:pathLst>
                    <a:path w="62" h="115">
                      <a:moveTo>
                        <a:pt x="16" y="0"/>
                      </a:moveTo>
                      <a:cubicBezTo>
                        <a:pt x="16" y="0"/>
                        <a:pt x="0" y="39"/>
                        <a:pt x="12" y="69"/>
                      </a:cubicBezTo>
                      <a:cubicBezTo>
                        <a:pt x="16" y="78"/>
                        <a:pt x="25" y="89"/>
                        <a:pt x="33" y="97"/>
                      </a:cubicBezTo>
                      <a:cubicBezTo>
                        <a:pt x="43" y="107"/>
                        <a:pt x="53" y="115"/>
                        <a:pt x="53" y="115"/>
                      </a:cubicBezTo>
                      <a:cubicBezTo>
                        <a:pt x="53" y="115"/>
                        <a:pt x="54" y="112"/>
                        <a:pt x="55" y="107"/>
                      </a:cubicBezTo>
                      <a:cubicBezTo>
                        <a:pt x="58" y="96"/>
                        <a:pt x="62" y="75"/>
                        <a:pt x="56" y="48"/>
                      </a:cubicBezTo>
                      <a:cubicBezTo>
                        <a:pt x="49" y="18"/>
                        <a:pt x="16" y="0"/>
                        <a:pt x="1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79"/>
                <p:cNvSpPr>
                  <a:spLocks/>
                </p:cNvSpPr>
                <p:nvPr/>
              </p:nvSpPr>
              <p:spPr bwMode="auto">
                <a:xfrm>
                  <a:off x="5283200" y="4119563"/>
                  <a:ext cx="365125" cy="163512"/>
                </a:xfrm>
                <a:custGeom>
                  <a:avLst/>
                  <a:gdLst/>
                  <a:ahLst/>
                  <a:cxnLst>
                    <a:cxn ang="0">
                      <a:pos x="66" y="0"/>
                    </a:cxn>
                    <a:cxn ang="0">
                      <a:pos x="55" y="1"/>
                    </a:cxn>
                    <a:cxn ang="0">
                      <a:pos x="0" y="43"/>
                    </a:cxn>
                    <a:cxn ang="0">
                      <a:pos x="41" y="52"/>
                    </a:cxn>
                    <a:cxn ang="0">
                      <a:pos x="62" y="49"/>
                    </a:cxn>
                    <a:cxn ang="0">
                      <a:pos x="111" y="15"/>
                    </a:cxn>
                    <a:cxn ang="0">
                      <a:pos x="115" y="9"/>
                    </a:cxn>
                    <a:cxn ang="0">
                      <a:pos x="85" y="2"/>
                    </a:cxn>
                    <a:cxn ang="0">
                      <a:pos x="66" y="0"/>
                    </a:cxn>
                  </a:cxnLst>
                  <a:rect l="0" t="0" r="r" b="b"/>
                  <a:pathLst>
                    <a:path w="115" h="52">
                      <a:moveTo>
                        <a:pt x="66" y="0"/>
                      </a:moveTo>
                      <a:cubicBezTo>
                        <a:pt x="62" y="0"/>
                        <a:pt x="58" y="0"/>
                        <a:pt x="55" y="1"/>
                      </a:cubicBezTo>
                      <a:cubicBezTo>
                        <a:pt x="23" y="8"/>
                        <a:pt x="0" y="43"/>
                        <a:pt x="0" y="43"/>
                      </a:cubicBezTo>
                      <a:cubicBezTo>
                        <a:pt x="0" y="43"/>
                        <a:pt x="19" y="52"/>
                        <a:pt x="41" y="52"/>
                      </a:cubicBezTo>
                      <a:cubicBezTo>
                        <a:pt x="48" y="52"/>
                        <a:pt x="55" y="51"/>
                        <a:pt x="62" y="49"/>
                      </a:cubicBezTo>
                      <a:cubicBezTo>
                        <a:pt x="88" y="39"/>
                        <a:pt x="104" y="23"/>
                        <a:pt x="111" y="15"/>
                      </a:cubicBezTo>
                      <a:cubicBezTo>
                        <a:pt x="114" y="11"/>
                        <a:pt x="115" y="9"/>
                        <a:pt x="115" y="9"/>
                      </a:cubicBezTo>
                      <a:cubicBezTo>
                        <a:pt x="115" y="9"/>
                        <a:pt x="101" y="4"/>
                        <a:pt x="85" y="2"/>
                      </a:cubicBezTo>
                      <a:cubicBezTo>
                        <a:pt x="79" y="1"/>
                        <a:pt x="72" y="0"/>
                        <a:pt x="6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80"/>
                <p:cNvSpPr>
                  <a:spLocks/>
                </p:cNvSpPr>
                <p:nvPr/>
              </p:nvSpPr>
              <p:spPr bwMode="auto">
                <a:xfrm>
                  <a:off x="5334000" y="3668713"/>
                  <a:ext cx="168275" cy="371475"/>
                </a:xfrm>
                <a:custGeom>
                  <a:avLst/>
                  <a:gdLst/>
                  <a:ahLst/>
                  <a:cxnLst>
                    <a:cxn ang="0">
                      <a:pos x="22" y="0"/>
                    </a:cxn>
                    <a:cxn ang="0">
                      <a:pos x="6" y="66"/>
                    </a:cxn>
                    <a:cxn ang="0">
                      <a:pos x="20" y="95"/>
                    </a:cxn>
                    <a:cxn ang="0">
                      <a:pos x="38" y="117"/>
                    </a:cxn>
                    <a:cxn ang="0">
                      <a:pos x="42" y="110"/>
                    </a:cxn>
                    <a:cxn ang="0">
                      <a:pos x="52" y="54"/>
                    </a:cxn>
                    <a:cxn ang="0">
                      <a:pos x="22" y="0"/>
                    </a:cxn>
                  </a:cxnLst>
                  <a:rect l="0" t="0" r="r" b="b"/>
                  <a:pathLst>
                    <a:path w="53" h="117">
                      <a:moveTo>
                        <a:pt x="22" y="0"/>
                      </a:moveTo>
                      <a:cubicBezTo>
                        <a:pt x="22" y="0"/>
                        <a:pt x="0" y="35"/>
                        <a:pt x="6" y="66"/>
                      </a:cubicBezTo>
                      <a:cubicBezTo>
                        <a:pt x="8" y="75"/>
                        <a:pt x="14" y="86"/>
                        <a:pt x="20" y="95"/>
                      </a:cubicBezTo>
                      <a:cubicBezTo>
                        <a:pt x="29" y="107"/>
                        <a:pt x="38" y="117"/>
                        <a:pt x="38" y="117"/>
                      </a:cubicBezTo>
                      <a:cubicBezTo>
                        <a:pt x="38" y="117"/>
                        <a:pt x="39" y="114"/>
                        <a:pt x="42" y="110"/>
                      </a:cubicBezTo>
                      <a:cubicBezTo>
                        <a:pt x="46" y="100"/>
                        <a:pt x="53" y="80"/>
                        <a:pt x="52" y="54"/>
                      </a:cubicBezTo>
                      <a:cubicBezTo>
                        <a:pt x="51" y="23"/>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81"/>
                <p:cNvSpPr>
                  <a:spLocks/>
                </p:cNvSpPr>
                <p:nvPr/>
              </p:nvSpPr>
              <p:spPr bwMode="auto">
                <a:xfrm>
                  <a:off x="5053013" y="3963988"/>
                  <a:ext cx="373063" cy="152400"/>
                </a:xfrm>
                <a:custGeom>
                  <a:avLst/>
                  <a:gdLst/>
                  <a:ahLst/>
                  <a:cxnLst>
                    <a:cxn ang="0">
                      <a:pos x="62" y="0"/>
                    </a:cxn>
                    <a:cxn ang="0">
                      <a:pos x="60" y="0"/>
                    </a:cxn>
                    <a:cxn ang="0">
                      <a:pos x="0" y="31"/>
                    </a:cxn>
                    <a:cxn ang="0">
                      <a:pos x="49" y="48"/>
                    </a:cxn>
                    <a:cxn ang="0">
                      <a:pos x="60" y="47"/>
                    </a:cxn>
                    <a:cxn ang="0">
                      <a:pos x="113" y="22"/>
                    </a:cxn>
                    <a:cxn ang="0">
                      <a:pos x="118" y="18"/>
                    </a:cxn>
                    <a:cxn ang="0">
                      <a:pos x="93" y="7"/>
                    </a:cxn>
                    <a:cxn ang="0">
                      <a:pos x="62" y="0"/>
                    </a:cxn>
                  </a:cxnLst>
                  <a:rect l="0" t="0" r="r" b="b"/>
                  <a:pathLst>
                    <a:path w="118" h="48">
                      <a:moveTo>
                        <a:pt x="62" y="0"/>
                      </a:moveTo>
                      <a:cubicBezTo>
                        <a:pt x="61" y="0"/>
                        <a:pt x="61" y="0"/>
                        <a:pt x="60" y="0"/>
                      </a:cubicBezTo>
                      <a:cubicBezTo>
                        <a:pt x="29" y="1"/>
                        <a:pt x="0" y="31"/>
                        <a:pt x="0" y="31"/>
                      </a:cubicBezTo>
                      <a:cubicBezTo>
                        <a:pt x="0" y="31"/>
                        <a:pt x="23" y="48"/>
                        <a:pt x="49" y="48"/>
                      </a:cubicBezTo>
                      <a:cubicBezTo>
                        <a:pt x="53" y="48"/>
                        <a:pt x="56" y="48"/>
                        <a:pt x="60" y="47"/>
                      </a:cubicBezTo>
                      <a:cubicBezTo>
                        <a:pt x="87" y="42"/>
                        <a:pt x="105" y="29"/>
                        <a:pt x="113" y="22"/>
                      </a:cubicBezTo>
                      <a:cubicBezTo>
                        <a:pt x="116" y="19"/>
                        <a:pt x="118" y="18"/>
                        <a:pt x="118" y="18"/>
                      </a:cubicBezTo>
                      <a:cubicBezTo>
                        <a:pt x="118" y="18"/>
                        <a:pt x="107" y="12"/>
                        <a:pt x="93" y="7"/>
                      </a:cubicBezTo>
                      <a:cubicBezTo>
                        <a:pt x="83" y="3"/>
                        <a:pt x="71" y="0"/>
                        <a:pt x="6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82"/>
                <p:cNvSpPr>
                  <a:spLocks/>
                </p:cNvSpPr>
                <p:nvPr/>
              </p:nvSpPr>
              <p:spPr bwMode="auto">
                <a:xfrm>
                  <a:off x="5180013" y="3511550"/>
                  <a:ext cx="160338" cy="366712"/>
                </a:xfrm>
                <a:custGeom>
                  <a:avLst/>
                  <a:gdLst/>
                  <a:ahLst/>
                  <a:cxnLst>
                    <a:cxn ang="0">
                      <a:pos x="27" y="0"/>
                    </a:cxn>
                    <a:cxn ang="0">
                      <a:pos x="1" y="61"/>
                    </a:cxn>
                    <a:cxn ang="0">
                      <a:pos x="10" y="92"/>
                    </a:cxn>
                    <a:cxn ang="0">
                      <a:pos x="23" y="116"/>
                    </a:cxn>
                    <a:cxn ang="0">
                      <a:pos x="28" y="110"/>
                    </a:cxn>
                    <a:cxn ang="0">
                      <a:pos x="47" y="57"/>
                    </a:cxn>
                    <a:cxn ang="0">
                      <a:pos x="27" y="0"/>
                    </a:cxn>
                  </a:cxnLst>
                  <a:rect l="0" t="0" r="r" b="b"/>
                  <a:pathLst>
                    <a:path w="51" h="116">
                      <a:moveTo>
                        <a:pt x="27" y="0"/>
                      </a:moveTo>
                      <a:cubicBezTo>
                        <a:pt x="27" y="0"/>
                        <a:pt x="0" y="31"/>
                        <a:pt x="1" y="61"/>
                      </a:cubicBezTo>
                      <a:cubicBezTo>
                        <a:pt x="2" y="71"/>
                        <a:pt x="6" y="82"/>
                        <a:pt x="10" y="92"/>
                      </a:cubicBezTo>
                      <a:cubicBezTo>
                        <a:pt x="16" y="106"/>
                        <a:pt x="23" y="116"/>
                        <a:pt x="23" y="116"/>
                      </a:cubicBezTo>
                      <a:cubicBezTo>
                        <a:pt x="23" y="116"/>
                        <a:pt x="25" y="114"/>
                        <a:pt x="28" y="110"/>
                      </a:cubicBezTo>
                      <a:cubicBezTo>
                        <a:pt x="34" y="101"/>
                        <a:pt x="44" y="83"/>
                        <a:pt x="47" y="57"/>
                      </a:cubicBezTo>
                      <a:cubicBezTo>
                        <a:pt x="51" y="28"/>
                        <a:pt x="27"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83"/>
                <p:cNvSpPr>
                  <a:spLocks/>
                </p:cNvSpPr>
                <p:nvPr/>
              </p:nvSpPr>
              <p:spPr bwMode="auto">
                <a:xfrm>
                  <a:off x="4860925" y="3767138"/>
                  <a:ext cx="366713" cy="146050"/>
                </a:xfrm>
                <a:custGeom>
                  <a:avLst/>
                  <a:gdLst/>
                  <a:ahLst/>
                  <a:cxnLst>
                    <a:cxn ang="0">
                      <a:pos x="56" y="0"/>
                    </a:cxn>
                    <a:cxn ang="0">
                      <a:pos x="0" y="20"/>
                    </a:cxn>
                    <a:cxn ang="0">
                      <a:pos x="54" y="46"/>
                    </a:cxn>
                    <a:cxn ang="0">
                      <a:pos x="55" y="46"/>
                    </a:cxn>
                    <a:cxn ang="0">
                      <a:pos x="111" y="31"/>
                    </a:cxn>
                    <a:cxn ang="0">
                      <a:pos x="116" y="28"/>
                    </a:cxn>
                    <a:cxn ang="0">
                      <a:pos x="94" y="13"/>
                    </a:cxn>
                    <a:cxn ang="0">
                      <a:pos x="64" y="0"/>
                    </a:cxn>
                    <a:cxn ang="0">
                      <a:pos x="56" y="0"/>
                    </a:cxn>
                  </a:cxnLst>
                  <a:rect l="0" t="0" r="r" b="b"/>
                  <a:pathLst>
                    <a:path w="116" h="46">
                      <a:moveTo>
                        <a:pt x="56" y="0"/>
                      </a:moveTo>
                      <a:cubicBezTo>
                        <a:pt x="28" y="0"/>
                        <a:pt x="0" y="20"/>
                        <a:pt x="0" y="20"/>
                      </a:cubicBezTo>
                      <a:cubicBezTo>
                        <a:pt x="0" y="20"/>
                        <a:pt x="25" y="46"/>
                        <a:pt x="54" y="46"/>
                      </a:cubicBezTo>
                      <a:cubicBezTo>
                        <a:pt x="54" y="46"/>
                        <a:pt x="55" y="46"/>
                        <a:pt x="55" y="46"/>
                      </a:cubicBezTo>
                      <a:cubicBezTo>
                        <a:pt x="82" y="45"/>
                        <a:pt x="103" y="36"/>
                        <a:pt x="111" y="31"/>
                      </a:cubicBezTo>
                      <a:cubicBezTo>
                        <a:pt x="114" y="29"/>
                        <a:pt x="116" y="28"/>
                        <a:pt x="116" y="28"/>
                      </a:cubicBezTo>
                      <a:cubicBezTo>
                        <a:pt x="116" y="28"/>
                        <a:pt x="107" y="20"/>
                        <a:pt x="94" y="13"/>
                      </a:cubicBezTo>
                      <a:cubicBezTo>
                        <a:pt x="85" y="7"/>
                        <a:pt x="73" y="2"/>
                        <a:pt x="64" y="0"/>
                      </a:cubicBezTo>
                      <a:cubicBezTo>
                        <a:pt x="61" y="0"/>
                        <a:pt x="59"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84"/>
                <p:cNvSpPr>
                  <a:spLocks/>
                </p:cNvSpPr>
                <p:nvPr/>
              </p:nvSpPr>
              <p:spPr bwMode="auto">
                <a:xfrm>
                  <a:off x="5040313" y="3333750"/>
                  <a:ext cx="174625" cy="350837"/>
                </a:xfrm>
                <a:custGeom>
                  <a:avLst/>
                  <a:gdLst/>
                  <a:ahLst/>
                  <a:cxnLst>
                    <a:cxn ang="0">
                      <a:pos x="37" y="0"/>
                    </a:cxn>
                    <a:cxn ang="0">
                      <a:pos x="1" y="55"/>
                    </a:cxn>
                    <a:cxn ang="0">
                      <a:pos x="5" y="88"/>
                    </a:cxn>
                    <a:cxn ang="0">
                      <a:pos x="13" y="111"/>
                    </a:cxn>
                    <a:cxn ang="0">
                      <a:pos x="18" y="106"/>
                    </a:cxn>
                    <a:cxn ang="0">
                      <a:pos x="47" y="59"/>
                    </a:cxn>
                    <a:cxn ang="0">
                      <a:pos x="37" y="0"/>
                    </a:cxn>
                  </a:cxnLst>
                  <a:rect l="0" t="0" r="r" b="b"/>
                  <a:pathLst>
                    <a:path w="55" h="111">
                      <a:moveTo>
                        <a:pt x="37" y="0"/>
                      </a:moveTo>
                      <a:cubicBezTo>
                        <a:pt x="37" y="0"/>
                        <a:pt x="6" y="25"/>
                        <a:pt x="1" y="55"/>
                      </a:cubicBezTo>
                      <a:cubicBezTo>
                        <a:pt x="0" y="65"/>
                        <a:pt x="2" y="77"/>
                        <a:pt x="5" y="88"/>
                      </a:cubicBezTo>
                      <a:cubicBezTo>
                        <a:pt x="9" y="101"/>
                        <a:pt x="13" y="111"/>
                        <a:pt x="13" y="111"/>
                      </a:cubicBezTo>
                      <a:cubicBezTo>
                        <a:pt x="13" y="111"/>
                        <a:pt x="15" y="110"/>
                        <a:pt x="18" y="106"/>
                      </a:cubicBezTo>
                      <a:cubicBezTo>
                        <a:pt x="26" y="99"/>
                        <a:pt x="39" y="83"/>
                        <a:pt x="47" y="59"/>
                      </a:cubicBezTo>
                      <a:cubicBezTo>
                        <a:pt x="55" y="31"/>
                        <a:pt x="37" y="0"/>
                        <a:pt x="3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85"/>
                <p:cNvSpPr>
                  <a:spLocks/>
                </p:cNvSpPr>
                <p:nvPr/>
              </p:nvSpPr>
              <p:spPr bwMode="auto">
                <a:xfrm>
                  <a:off x="4711700" y="3538538"/>
                  <a:ext cx="350838" cy="146050"/>
                </a:xfrm>
                <a:custGeom>
                  <a:avLst/>
                  <a:gdLst/>
                  <a:ahLst/>
                  <a:cxnLst>
                    <a:cxn ang="0">
                      <a:pos x="46" y="0"/>
                    </a:cxn>
                    <a:cxn ang="0">
                      <a:pos x="0" y="10"/>
                    </a:cxn>
                    <a:cxn ang="0">
                      <a:pos x="49" y="45"/>
                    </a:cxn>
                    <a:cxn ang="0">
                      <a:pos x="67" y="46"/>
                    </a:cxn>
                    <a:cxn ang="0">
                      <a:pos x="105" y="40"/>
                    </a:cxn>
                    <a:cxn ang="0">
                      <a:pos x="111" y="38"/>
                    </a:cxn>
                    <a:cxn ang="0">
                      <a:pos x="91" y="19"/>
                    </a:cxn>
                    <a:cxn ang="0">
                      <a:pos x="65" y="2"/>
                    </a:cxn>
                    <a:cxn ang="0">
                      <a:pos x="46" y="0"/>
                    </a:cxn>
                  </a:cxnLst>
                  <a:rect l="0" t="0" r="r" b="b"/>
                  <a:pathLst>
                    <a:path w="111" h="46">
                      <a:moveTo>
                        <a:pt x="46" y="0"/>
                      </a:moveTo>
                      <a:cubicBezTo>
                        <a:pt x="23" y="0"/>
                        <a:pt x="0" y="10"/>
                        <a:pt x="0" y="10"/>
                      </a:cubicBezTo>
                      <a:cubicBezTo>
                        <a:pt x="0" y="10"/>
                        <a:pt x="20" y="40"/>
                        <a:pt x="49" y="45"/>
                      </a:cubicBezTo>
                      <a:cubicBezTo>
                        <a:pt x="55" y="46"/>
                        <a:pt x="61" y="46"/>
                        <a:pt x="67" y="46"/>
                      </a:cubicBezTo>
                      <a:cubicBezTo>
                        <a:pt x="84" y="46"/>
                        <a:pt x="98" y="42"/>
                        <a:pt x="105" y="40"/>
                      </a:cubicBezTo>
                      <a:cubicBezTo>
                        <a:pt x="109" y="39"/>
                        <a:pt x="111" y="38"/>
                        <a:pt x="111" y="38"/>
                      </a:cubicBezTo>
                      <a:cubicBezTo>
                        <a:pt x="111" y="38"/>
                        <a:pt x="102" y="28"/>
                        <a:pt x="91" y="19"/>
                      </a:cubicBezTo>
                      <a:cubicBezTo>
                        <a:pt x="83" y="12"/>
                        <a:pt x="74" y="5"/>
                        <a:pt x="65" y="2"/>
                      </a:cubicBezTo>
                      <a:cubicBezTo>
                        <a:pt x="59" y="0"/>
                        <a:pt x="52" y="0"/>
                        <a:pt x="4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86"/>
                <p:cNvSpPr>
                  <a:spLocks/>
                </p:cNvSpPr>
                <p:nvPr/>
              </p:nvSpPr>
              <p:spPr bwMode="auto">
                <a:xfrm>
                  <a:off x="4932363" y="3140075"/>
                  <a:ext cx="190500" cy="327025"/>
                </a:xfrm>
                <a:custGeom>
                  <a:avLst/>
                  <a:gdLst/>
                  <a:ahLst/>
                  <a:cxnLst>
                    <a:cxn ang="0">
                      <a:pos x="47" y="0"/>
                    </a:cxn>
                    <a:cxn ang="0">
                      <a:pos x="3" y="47"/>
                    </a:cxn>
                    <a:cxn ang="0">
                      <a:pos x="2" y="83"/>
                    </a:cxn>
                    <a:cxn ang="0">
                      <a:pos x="5" y="103"/>
                    </a:cxn>
                    <a:cxn ang="0">
                      <a:pos x="10" y="100"/>
                    </a:cxn>
                    <a:cxn ang="0">
                      <a:pos x="46" y="58"/>
                    </a:cxn>
                    <a:cxn ang="0">
                      <a:pos x="47" y="0"/>
                    </a:cxn>
                  </a:cxnLst>
                  <a:rect l="0" t="0" r="r" b="b"/>
                  <a:pathLst>
                    <a:path w="60" h="103">
                      <a:moveTo>
                        <a:pt x="47" y="0"/>
                      </a:moveTo>
                      <a:cubicBezTo>
                        <a:pt x="47" y="0"/>
                        <a:pt x="13" y="19"/>
                        <a:pt x="3" y="47"/>
                      </a:cubicBezTo>
                      <a:cubicBezTo>
                        <a:pt x="0" y="57"/>
                        <a:pt x="1" y="71"/>
                        <a:pt x="2" y="83"/>
                      </a:cubicBezTo>
                      <a:cubicBezTo>
                        <a:pt x="3" y="94"/>
                        <a:pt x="5" y="103"/>
                        <a:pt x="5" y="103"/>
                      </a:cubicBezTo>
                      <a:cubicBezTo>
                        <a:pt x="5" y="103"/>
                        <a:pt x="7" y="102"/>
                        <a:pt x="10" y="100"/>
                      </a:cubicBezTo>
                      <a:cubicBezTo>
                        <a:pt x="18" y="95"/>
                        <a:pt x="35" y="81"/>
                        <a:pt x="46" y="58"/>
                      </a:cubicBezTo>
                      <a:cubicBezTo>
                        <a:pt x="60" y="33"/>
                        <a:pt x="47" y="0"/>
                        <a:pt x="4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87"/>
                <p:cNvSpPr>
                  <a:spLocks/>
                </p:cNvSpPr>
                <p:nvPr/>
              </p:nvSpPr>
              <p:spPr bwMode="auto">
                <a:xfrm>
                  <a:off x="4613275" y="3282950"/>
                  <a:ext cx="319088" cy="161925"/>
                </a:xfrm>
                <a:custGeom>
                  <a:avLst/>
                  <a:gdLst/>
                  <a:ahLst/>
                  <a:cxnLst>
                    <a:cxn ang="0">
                      <a:pos x="30" y="0"/>
                    </a:cxn>
                    <a:cxn ang="0">
                      <a:pos x="0" y="4"/>
                    </a:cxn>
                    <a:cxn ang="0">
                      <a:pos x="40" y="45"/>
                    </a:cxn>
                    <a:cxn ang="0">
                      <a:pos x="78" y="51"/>
                    </a:cxn>
                    <a:cxn ang="0">
                      <a:pos x="95" y="50"/>
                    </a:cxn>
                    <a:cxn ang="0">
                      <a:pos x="101" y="49"/>
                    </a:cxn>
                    <a:cxn ang="0">
                      <a:pos x="85" y="27"/>
                    </a:cxn>
                    <a:cxn ang="0">
                      <a:pos x="63" y="7"/>
                    </a:cxn>
                    <a:cxn ang="0">
                      <a:pos x="30" y="0"/>
                    </a:cxn>
                  </a:cxnLst>
                  <a:rect l="0" t="0" r="r" b="b"/>
                  <a:pathLst>
                    <a:path w="101" h="51">
                      <a:moveTo>
                        <a:pt x="30" y="0"/>
                      </a:moveTo>
                      <a:cubicBezTo>
                        <a:pt x="13" y="0"/>
                        <a:pt x="0" y="4"/>
                        <a:pt x="0" y="4"/>
                      </a:cubicBezTo>
                      <a:cubicBezTo>
                        <a:pt x="0" y="4"/>
                        <a:pt x="13" y="36"/>
                        <a:pt x="40" y="45"/>
                      </a:cubicBezTo>
                      <a:cubicBezTo>
                        <a:pt x="55" y="50"/>
                        <a:pt x="68" y="51"/>
                        <a:pt x="78" y="51"/>
                      </a:cubicBezTo>
                      <a:cubicBezTo>
                        <a:pt x="85" y="51"/>
                        <a:pt x="91" y="51"/>
                        <a:pt x="95" y="50"/>
                      </a:cubicBezTo>
                      <a:cubicBezTo>
                        <a:pt x="99" y="50"/>
                        <a:pt x="101" y="49"/>
                        <a:pt x="101" y="49"/>
                      </a:cubicBezTo>
                      <a:cubicBezTo>
                        <a:pt x="101" y="49"/>
                        <a:pt x="95" y="38"/>
                        <a:pt x="85" y="27"/>
                      </a:cubicBezTo>
                      <a:cubicBezTo>
                        <a:pt x="79" y="19"/>
                        <a:pt x="71" y="11"/>
                        <a:pt x="63" y="7"/>
                      </a:cubicBezTo>
                      <a:cubicBezTo>
                        <a:pt x="53" y="2"/>
                        <a:pt x="41" y="0"/>
                        <a:pt x="3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88"/>
                <p:cNvSpPr>
                  <a:spLocks/>
                </p:cNvSpPr>
                <p:nvPr/>
              </p:nvSpPr>
              <p:spPr bwMode="auto">
                <a:xfrm>
                  <a:off x="4854575" y="2936875"/>
                  <a:ext cx="207963" cy="295275"/>
                </a:xfrm>
                <a:custGeom>
                  <a:avLst/>
                  <a:gdLst/>
                  <a:ahLst/>
                  <a:cxnLst>
                    <a:cxn ang="0">
                      <a:pos x="59" y="0"/>
                    </a:cxn>
                    <a:cxn ang="0">
                      <a:pos x="9" y="38"/>
                    </a:cxn>
                    <a:cxn ang="0">
                      <a:pos x="1" y="72"/>
                    </a:cxn>
                    <a:cxn ang="0">
                      <a:pos x="1" y="93"/>
                    </a:cxn>
                    <a:cxn ang="0">
                      <a:pos x="6" y="90"/>
                    </a:cxn>
                    <a:cxn ang="0">
                      <a:pos x="48" y="56"/>
                    </a:cxn>
                    <a:cxn ang="0">
                      <a:pos x="59" y="0"/>
                    </a:cxn>
                  </a:cxnLst>
                  <a:rect l="0" t="0" r="r" b="b"/>
                  <a:pathLst>
                    <a:path w="66" h="93">
                      <a:moveTo>
                        <a:pt x="59" y="0"/>
                      </a:moveTo>
                      <a:cubicBezTo>
                        <a:pt x="59" y="0"/>
                        <a:pt x="23" y="12"/>
                        <a:pt x="9" y="38"/>
                      </a:cubicBezTo>
                      <a:cubicBezTo>
                        <a:pt x="4" y="47"/>
                        <a:pt x="2" y="60"/>
                        <a:pt x="1" y="72"/>
                      </a:cubicBezTo>
                      <a:cubicBezTo>
                        <a:pt x="0" y="83"/>
                        <a:pt x="1" y="93"/>
                        <a:pt x="1" y="93"/>
                      </a:cubicBezTo>
                      <a:cubicBezTo>
                        <a:pt x="1" y="93"/>
                        <a:pt x="3" y="92"/>
                        <a:pt x="6" y="90"/>
                      </a:cubicBezTo>
                      <a:cubicBezTo>
                        <a:pt x="15" y="86"/>
                        <a:pt x="33" y="76"/>
                        <a:pt x="48" y="56"/>
                      </a:cubicBezTo>
                      <a:cubicBezTo>
                        <a:pt x="66" y="34"/>
                        <a:pt x="59" y="0"/>
                        <a:pt x="5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89"/>
                <p:cNvSpPr>
                  <a:spLocks/>
                </p:cNvSpPr>
                <p:nvPr/>
              </p:nvSpPr>
              <p:spPr bwMode="auto">
                <a:xfrm>
                  <a:off x="4559300" y="3006725"/>
                  <a:ext cx="288925" cy="193675"/>
                </a:xfrm>
                <a:custGeom>
                  <a:avLst/>
                  <a:gdLst/>
                  <a:ahLst/>
                  <a:cxnLst>
                    <a:cxn ang="0">
                      <a:pos x="9" y="0"/>
                    </a:cxn>
                    <a:cxn ang="0">
                      <a:pos x="0" y="0"/>
                    </a:cxn>
                    <a:cxn ang="0">
                      <a:pos x="33" y="47"/>
                    </a:cxn>
                    <a:cxn ang="0">
                      <a:pos x="86" y="61"/>
                    </a:cxn>
                    <a:cxn ang="0">
                      <a:pos x="86" y="61"/>
                    </a:cxn>
                    <a:cxn ang="0">
                      <a:pos x="91" y="61"/>
                    </a:cxn>
                    <a:cxn ang="0">
                      <a:pos x="80" y="38"/>
                    </a:cxn>
                    <a:cxn ang="0">
                      <a:pos x="61" y="14"/>
                    </a:cxn>
                    <a:cxn ang="0">
                      <a:pos x="9" y="0"/>
                    </a:cxn>
                  </a:cxnLst>
                  <a:rect l="0" t="0" r="r" b="b"/>
                  <a:pathLst>
                    <a:path w="91" h="61">
                      <a:moveTo>
                        <a:pt x="9" y="0"/>
                      </a:moveTo>
                      <a:cubicBezTo>
                        <a:pt x="4" y="0"/>
                        <a:pt x="0" y="0"/>
                        <a:pt x="0" y="0"/>
                      </a:cubicBezTo>
                      <a:cubicBezTo>
                        <a:pt x="0" y="0"/>
                        <a:pt x="8" y="33"/>
                        <a:pt x="33" y="47"/>
                      </a:cubicBezTo>
                      <a:cubicBezTo>
                        <a:pt x="55" y="59"/>
                        <a:pt x="76" y="61"/>
                        <a:pt x="86" y="61"/>
                      </a:cubicBezTo>
                      <a:cubicBezTo>
                        <a:pt x="86" y="61"/>
                        <a:pt x="86" y="61"/>
                        <a:pt x="86" y="61"/>
                      </a:cubicBezTo>
                      <a:cubicBezTo>
                        <a:pt x="89" y="61"/>
                        <a:pt x="91" y="61"/>
                        <a:pt x="91" y="61"/>
                      </a:cubicBezTo>
                      <a:cubicBezTo>
                        <a:pt x="91" y="61"/>
                        <a:pt x="87" y="50"/>
                        <a:pt x="80" y="38"/>
                      </a:cubicBezTo>
                      <a:cubicBezTo>
                        <a:pt x="75" y="29"/>
                        <a:pt x="68" y="19"/>
                        <a:pt x="61" y="14"/>
                      </a:cubicBezTo>
                      <a:cubicBezTo>
                        <a:pt x="45" y="1"/>
                        <a:pt x="22"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90"/>
                <p:cNvSpPr>
                  <a:spLocks/>
                </p:cNvSpPr>
                <p:nvPr/>
              </p:nvSpPr>
              <p:spPr bwMode="auto">
                <a:xfrm>
                  <a:off x="4806950" y="2732088"/>
                  <a:ext cx="230188" cy="249237"/>
                </a:xfrm>
                <a:custGeom>
                  <a:avLst/>
                  <a:gdLst/>
                  <a:ahLst/>
                  <a:cxnLst>
                    <a:cxn ang="0">
                      <a:pos x="72" y="0"/>
                    </a:cxn>
                    <a:cxn ang="0">
                      <a:pos x="18" y="27"/>
                    </a:cxn>
                    <a:cxn ang="0">
                      <a:pos x="3" y="62"/>
                    </a:cxn>
                    <a:cxn ang="0">
                      <a:pos x="0" y="79"/>
                    </a:cxn>
                    <a:cxn ang="0">
                      <a:pos x="5" y="78"/>
                    </a:cxn>
                    <a:cxn ang="0">
                      <a:pos x="52" y="52"/>
                    </a:cxn>
                    <a:cxn ang="0">
                      <a:pos x="72" y="0"/>
                    </a:cxn>
                  </a:cxnLst>
                  <a:rect l="0" t="0" r="r" b="b"/>
                  <a:pathLst>
                    <a:path w="73" h="79">
                      <a:moveTo>
                        <a:pt x="72" y="0"/>
                      </a:moveTo>
                      <a:cubicBezTo>
                        <a:pt x="72" y="0"/>
                        <a:pt x="35" y="5"/>
                        <a:pt x="18" y="27"/>
                      </a:cubicBezTo>
                      <a:cubicBezTo>
                        <a:pt x="11" y="36"/>
                        <a:pt x="6" y="51"/>
                        <a:pt x="3" y="62"/>
                      </a:cubicBezTo>
                      <a:cubicBezTo>
                        <a:pt x="1" y="72"/>
                        <a:pt x="0" y="79"/>
                        <a:pt x="0" y="79"/>
                      </a:cubicBezTo>
                      <a:cubicBezTo>
                        <a:pt x="0" y="79"/>
                        <a:pt x="2" y="78"/>
                        <a:pt x="5" y="78"/>
                      </a:cubicBezTo>
                      <a:cubicBezTo>
                        <a:pt x="14" y="76"/>
                        <a:pt x="34" y="69"/>
                        <a:pt x="52" y="52"/>
                      </a:cubicBezTo>
                      <a:cubicBezTo>
                        <a:pt x="73" y="33"/>
                        <a:pt x="72" y="0"/>
                        <a:pt x="7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91"/>
                <p:cNvSpPr>
                  <a:spLocks/>
                </p:cNvSpPr>
                <p:nvPr/>
              </p:nvSpPr>
              <p:spPr bwMode="auto">
                <a:xfrm>
                  <a:off x="4559300" y="2716213"/>
                  <a:ext cx="244475" cy="233362"/>
                </a:xfrm>
                <a:custGeom>
                  <a:avLst/>
                  <a:gdLst/>
                  <a:ahLst/>
                  <a:cxnLst>
                    <a:cxn ang="0">
                      <a:pos x="0" y="0"/>
                    </a:cxn>
                    <a:cxn ang="0">
                      <a:pos x="23" y="50"/>
                    </a:cxn>
                    <a:cxn ang="0">
                      <a:pos x="72" y="73"/>
                    </a:cxn>
                    <a:cxn ang="0">
                      <a:pos x="77" y="74"/>
                    </a:cxn>
                    <a:cxn ang="0">
                      <a:pos x="70" y="49"/>
                    </a:cxn>
                    <a:cxn ang="0">
                      <a:pos x="57" y="24"/>
                    </a:cxn>
                    <a:cxn ang="0">
                      <a:pos x="0" y="0"/>
                    </a:cxn>
                  </a:cxnLst>
                  <a:rect l="0" t="0" r="r" b="b"/>
                  <a:pathLst>
                    <a:path w="77" h="74">
                      <a:moveTo>
                        <a:pt x="0" y="0"/>
                      </a:moveTo>
                      <a:cubicBezTo>
                        <a:pt x="0" y="0"/>
                        <a:pt x="2" y="33"/>
                        <a:pt x="23" y="50"/>
                      </a:cubicBezTo>
                      <a:cubicBezTo>
                        <a:pt x="43" y="66"/>
                        <a:pt x="62" y="71"/>
                        <a:pt x="72" y="73"/>
                      </a:cubicBezTo>
                      <a:cubicBezTo>
                        <a:pt x="75" y="74"/>
                        <a:pt x="77" y="74"/>
                        <a:pt x="77" y="74"/>
                      </a:cubicBezTo>
                      <a:cubicBezTo>
                        <a:pt x="77" y="74"/>
                        <a:pt x="75" y="62"/>
                        <a:pt x="70" y="49"/>
                      </a:cubicBezTo>
                      <a:cubicBezTo>
                        <a:pt x="67" y="40"/>
                        <a:pt x="62" y="30"/>
                        <a:pt x="57" y="24"/>
                      </a:cubicBezTo>
                      <a:cubicBezTo>
                        <a:pt x="38" y="2"/>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92"/>
                <p:cNvSpPr>
                  <a:spLocks/>
                </p:cNvSpPr>
                <p:nvPr/>
              </p:nvSpPr>
              <p:spPr bwMode="auto">
                <a:xfrm>
                  <a:off x="4803775" y="2516188"/>
                  <a:ext cx="261938" cy="206375"/>
                </a:xfrm>
                <a:custGeom>
                  <a:avLst/>
                  <a:gdLst/>
                  <a:ahLst/>
                  <a:cxnLst>
                    <a:cxn ang="0">
                      <a:pos x="81" y="0"/>
                    </a:cxn>
                    <a:cxn ang="0">
                      <a:pos x="25" y="18"/>
                    </a:cxn>
                    <a:cxn ang="0">
                      <a:pos x="6" y="49"/>
                    </a:cxn>
                    <a:cxn ang="0">
                      <a:pos x="0" y="65"/>
                    </a:cxn>
                    <a:cxn ang="0">
                      <a:pos x="1" y="65"/>
                    </a:cxn>
                    <a:cxn ang="0">
                      <a:pos x="4" y="65"/>
                    </a:cxn>
                    <a:cxn ang="0">
                      <a:pos x="55" y="48"/>
                    </a:cxn>
                    <a:cxn ang="0">
                      <a:pos x="83" y="0"/>
                    </a:cxn>
                    <a:cxn ang="0">
                      <a:pos x="81" y="0"/>
                    </a:cxn>
                  </a:cxnLst>
                  <a:rect l="0" t="0" r="r" b="b"/>
                  <a:pathLst>
                    <a:path w="83" h="65">
                      <a:moveTo>
                        <a:pt x="81" y="0"/>
                      </a:moveTo>
                      <a:cubicBezTo>
                        <a:pt x="74" y="0"/>
                        <a:pt x="43" y="1"/>
                        <a:pt x="25" y="18"/>
                      </a:cubicBezTo>
                      <a:cubicBezTo>
                        <a:pt x="17" y="25"/>
                        <a:pt x="10" y="38"/>
                        <a:pt x="6" y="49"/>
                      </a:cubicBezTo>
                      <a:cubicBezTo>
                        <a:pt x="2" y="58"/>
                        <a:pt x="0" y="65"/>
                        <a:pt x="0" y="65"/>
                      </a:cubicBezTo>
                      <a:cubicBezTo>
                        <a:pt x="0" y="65"/>
                        <a:pt x="0" y="65"/>
                        <a:pt x="1" y="65"/>
                      </a:cubicBezTo>
                      <a:cubicBezTo>
                        <a:pt x="1" y="65"/>
                        <a:pt x="3" y="65"/>
                        <a:pt x="4" y="65"/>
                      </a:cubicBezTo>
                      <a:cubicBezTo>
                        <a:pt x="13" y="64"/>
                        <a:pt x="33" y="61"/>
                        <a:pt x="55" y="48"/>
                      </a:cubicBezTo>
                      <a:cubicBezTo>
                        <a:pt x="77" y="33"/>
                        <a:pt x="83" y="0"/>
                        <a:pt x="83" y="0"/>
                      </a:cubicBezTo>
                      <a:cubicBezTo>
                        <a:pt x="83" y="0"/>
                        <a:pt x="82" y="0"/>
                        <a:pt x="8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93"/>
                <p:cNvSpPr>
                  <a:spLocks/>
                </p:cNvSpPr>
                <p:nvPr/>
              </p:nvSpPr>
              <p:spPr bwMode="auto">
                <a:xfrm>
                  <a:off x="4597400" y="2420938"/>
                  <a:ext cx="206375" cy="269875"/>
                </a:xfrm>
                <a:custGeom>
                  <a:avLst/>
                  <a:gdLst/>
                  <a:ahLst/>
                  <a:cxnLst>
                    <a:cxn ang="0">
                      <a:pos x="4" y="0"/>
                    </a:cxn>
                    <a:cxn ang="0">
                      <a:pos x="17" y="53"/>
                    </a:cxn>
                    <a:cxn ang="0">
                      <a:pos x="61" y="83"/>
                    </a:cxn>
                    <a:cxn ang="0">
                      <a:pos x="65" y="85"/>
                    </a:cxn>
                    <a:cxn ang="0">
                      <a:pos x="63" y="63"/>
                    </a:cxn>
                    <a:cxn ang="0">
                      <a:pos x="54" y="33"/>
                    </a:cxn>
                    <a:cxn ang="0">
                      <a:pos x="4" y="0"/>
                    </a:cxn>
                  </a:cxnLst>
                  <a:rect l="0" t="0" r="r" b="b"/>
                  <a:pathLst>
                    <a:path w="65" h="85">
                      <a:moveTo>
                        <a:pt x="4" y="0"/>
                      </a:moveTo>
                      <a:cubicBezTo>
                        <a:pt x="4" y="0"/>
                        <a:pt x="0" y="33"/>
                        <a:pt x="17" y="53"/>
                      </a:cubicBezTo>
                      <a:cubicBezTo>
                        <a:pt x="34" y="72"/>
                        <a:pt x="52" y="80"/>
                        <a:pt x="61" y="83"/>
                      </a:cubicBezTo>
                      <a:cubicBezTo>
                        <a:pt x="64" y="84"/>
                        <a:pt x="65" y="85"/>
                        <a:pt x="65" y="85"/>
                      </a:cubicBezTo>
                      <a:cubicBezTo>
                        <a:pt x="65" y="85"/>
                        <a:pt x="65" y="75"/>
                        <a:pt x="63" y="63"/>
                      </a:cubicBezTo>
                      <a:cubicBezTo>
                        <a:pt x="62" y="53"/>
                        <a:pt x="59" y="41"/>
                        <a:pt x="54" y="33"/>
                      </a:cubicBezTo>
                      <a:cubicBezTo>
                        <a:pt x="39" y="9"/>
                        <a:pt x="4" y="0"/>
                        <a:pt x="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Freeform 94"/>
                <p:cNvSpPr>
                  <a:spLocks/>
                </p:cNvSpPr>
                <p:nvPr/>
              </p:nvSpPr>
              <p:spPr bwMode="auto">
                <a:xfrm>
                  <a:off x="4845050" y="2303463"/>
                  <a:ext cx="287338" cy="161925"/>
                </a:xfrm>
                <a:custGeom>
                  <a:avLst/>
                  <a:gdLst/>
                  <a:ahLst/>
                  <a:cxnLst>
                    <a:cxn ang="0">
                      <a:pos x="70" y="0"/>
                    </a:cxn>
                    <a:cxn ang="0">
                      <a:pos x="32" y="9"/>
                    </a:cxn>
                    <a:cxn ang="0">
                      <a:pos x="9" y="35"/>
                    </a:cxn>
                    <a:cxn ang="0">
                      <a:pos x="0" y="50"/>
                    </a:cxn>
                    <a:cxn ang="0">
                      <a:pos x="4" y="51"/>
                    </a:cxn>
                    <a:cxn ang="0">
                      <a:pos x="14" y="51"/>
                    </a:cxn>
                    <a:cxn ang="0">
                      <a:pos x="56" y="43"/>
                    </a:cxn>
                    <a:cxn ang="0">
                      <a:pos x="91" y="2"/>
                    </a:cxn>
                    <a:cxn ang="0">
                      <a:pos x="70" y="0"/>
                    </a:cxn>
                  </a:cxnLst>
                  <a:rect l="0" t="0" r="r" b="b"/>
                  <a:pathLst>
                    <a:path w="91" h="51">
                      <a:moveTo>
                        <a:pt x="70" y="0"/>
                      </a:moveTo>
                      <a:cubicBezTo>
                        <a:pt x="58" y="0"/>
                        <a:pt x="44" y="2"/>
                        <a:pt x="32" y="9"/>
                      </a:cubicBezTo>
                      <a:cubicBezTo>
                        <a:pt x="23" y="15"/>
                        <a:pt x="15" y="26"/>
                        <a:pt x="9" y="35"/>
                      </a:cubicBezTo>
                      <a:cubicBezTo>
                        <a:pt x="3" y="43"/>
                        <a:pt x="0" y="50"/>
                        <a:pt x="0" y="50"/>
                      </a:cubicBezTo>
                      <a:cubicBezTo>
                        <a:pt x="0" y="50"/>
                        <a:pt x="1" y="50"/>
                        <a:pt x="4" y="51"/>
                      </a:cubicBezTo>
                      <a:cubicBezTo>
                        <a:pt x="7" y="51"/>
                        <a:pt x="10" y="51"/>
                        <a:pt x="14" y="51"/>
                      </a:cubicBezTo>
                      <a:cubicBezTo>
                        <a:pt x="24" y="51"/>
                        <a:pt x="39" y="49"/>
                        <a:pt x="56" y="43"/>
                      </a:cubicBezTo>
                      <a:cubicBezTo>
                        <a:pt x="80" y="33"/>
                        <a:pt x="91" y="2"/>
                        <a:pt x="91" y="2"/>
                      </a:cubicBezTo>
                      <a:cubicBezTo>
                        <a:pt x="91" y="2"/>
                        <a:pt x="82" y="0"/>
                        <a:pt x="7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95"/>
                <p:cNvSpPr>
                  <a:spLocks/>
                </p:cNvSpPr>
                <p:nvPr/>
              </p:nvSpPr>
              <p:spPr bwMode="auto">
                <a:xfrm>
                  <a:off x="4676775" y="2139950"/>
                  <a:ext cx="180975" cy="293687"/>
                </a:xfrm>
                <a:custGeom>
                  <a:avLst/>
                  <a:gdLst/>
                  <a:ahLst/>
                  <a:cxnLst>
                    <a:cxn ang="0">
                      <a:pos x="10" y="0"/>
                    </a:cxn>
                    <a:cxn ang="0">
                      <a:pos x="14" y="54"/>
                    </a:cxn>
                    <a:cxn ang="0">
                      <a:pos x="52" y="91"/>
                    </a:cxn>
                    <a:cxn ang="0">
                      <a:pos x="55" y="93"/>
                    </a:cxn>
                    <a:cxn ang="0">
                      <a:pos x="57" y="74"/>
                    </a:cxn>
                    <a:cxn ang="0">
                      <a:pos x="53" y="40"/>
                    </a:cxn>
                    <a:cxn ang="0">
                      <a:pos x="10" y="0"/>
                    </a:cxn>
                  </a:cxnLst>
                  <a:rect l="0" t="0" r="r" b="b"/>
                  <a:pathLst>
                    <a:path w="57" h="93">
                      <a:moveTo>
                        <a:pt x="10" y="0"/>
                      </a:moveTo>
                      <a:cubicBezTo>
                        <a:pt x="10" y="0"/>
                        <a:pt x="0" y="31"/>
                        <a:pt x="14" y="54"/>
                      </a:cubicBezTo>
                      <a:cubicBezTo>
                        <a:pt x="27" y="75"/>
                        <a:pt x="44" y="87"/>
                        <a:pt x="52" y="91"/>
                      </a:cubicBezTo>
                      <a:cubicBezTo>
                        <a:pt x="54" y="92"/>
                        <a:pt x="55" y="93"/>
                        <a:pt x="55" y="93"/>
                      </a:cubicBezTo>
                      <a:cubicBezTo>
                        <a:pt x="55" y="93"/>
                        <a:pt x="56" y="84"/>
                        <a:pt x="57" y="74"/>
                      </a:cubicBezTo>
                      <a:cubicBezTo>
                        <a:pt x="57" y="63"/>
                        <a:pt x="57" y="50"/>
                        <a:pt x="53" y="40"/>
                      </a:cubicBezTo>
                      <a:cubicBezTo>
                        <a:pt x="43" y="15"/>
                        <a:pt x="10" y="0"/>
                        <a:pt x="1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Freeform 96"/>
                <p:cNvSpPr>
                  <a:spLocks/>
                </p:cNvSpPr>
                <p:nvPr/>
              </p:nvSpPr>
              <p:spPr bwMode="auto">
                <a:xfrm>
                  <a:off x="4929188" y="2095500"/>
                  <a:ext cx="304800" cy="134937"/>
                </a:xfrm>
                <a:custGeom>
                  <a:avLst/>
                  <a:gdLst/>
                  <a:ahLst/>
                  <a:cxnLst>
                    <a:cxn ang="0">
                      <a:pos x="60" y="0"/>
                    </a:cxn>
                    <a:cxn ang="0">
                      <a:pos x="38" y="4"/>
                    </a:cxn>
                    <a:cxn ang="0">
                      <a:pos x="9" y="28"/>
                    </a:cxn>
                    <a:cxn ang="0">
                      <a:pos x="0" y="38"/>
                    </a:cxn>
                    <a:cxn ang="0">
                      <a:pos x="4" y="39"/>
                    </a:cxn>
                    <a:cxn ang="0">
                      <a:pos x="32" y="43"/>
                    </a:cxn>
                    <a:cxn ang="0">
                      <a:pos x="55" y="41"/>
                    </a:cxn>
                    <a:cxn ang="0">
                      <a:pos x="96" y="7"/>
                    </a:cxn>
                    <a:cxn ang="0">
                      <a:pos x="60" y="0"/>
                    </a:cxn>
                  </a:cxnLst>
                  <a:rect l="0" t="0" r="r" b="b"/>
                  <a:pathLst>
                    <a:path w="96" h="43">
                      <a:moveTo>
                        <a:pt x="60" y="0"/>
                      </a:moveTo>
                      <a:cubicBezTo>
                        <a:pt x="53" y="0"/>
                        <a:pt x="45" y="1"/>
                        <a:pt x="38" y="4"/>
                      </a:cubicBezTo>
                      <a:cubicBezTo>
                        <a:pt x="28" y="8"/>
                        <a:pt x="17" y="19"/>
                        <a:pt x="9" y="28"/>
                      </a:cubicBezTo>
                      <a:cubicBezTo>
                        <a:pt x="4" y="33"/>
                        <a:pt x="0" y="38"/>
                        <a:pt x="0" y="38"/>
                      </a:cubicBezTo>
                      <a:cubicBezTo>
                        <a:pt x="0" y="38"/>
                        <a:pt x="2" y="39"/>
                        <a:pt x="4" y="39"/>
                      </a:cubicBezTo>
                      <a:cubicBezTo>
                        <a:pt x="9" y="41"/>
                        <a:pt x="19" y="43"/>
                        <a:pt x="32" y="43"/>
                      </a:cubicBezTo>
                      <a:cubicBezTo>
                        <a:pt x="39" y="43"/>
                        <a:pt x="47" y="43"/>
                        <a:pt x="55" y="41"/>
                      </a:cubicBezTo>
                      <a:cubicBezTo>
                        <a:pt x="81" y="35"/>
                        <a:pt x="96" y="7"/>
                        <a:pt x="96" y="7"/>
                      </a:cubicBezTo>
                      <a:cubicBezTo>
                        <a:pt x="96" y="7"/>
                        <a:pt x="79"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97"/>
                <p:cNvSpPr>
                  <a:spLocks/>
                </p:cNvSpPr>
                <p:nvPr/>
              </p:nvSpPr>
              <p:spPr bwMode="auto">
                <a:xfrm>
                  <a:off x="4810125" y="1882775"/>
                  <a:ext cx="160338" cy="303212"/>
                </a:xfrm>
                <a:custGeom>
                  <a:avLst/>
                  <a:gdLst/>
                  <a:ahLst/>
                  <a:cxnLst>
                    <a:cxn ang="0">
                      <a:pos x="14" y="0"/>
                    </a:cxn>
                    <a:cxn ang="0">
                      <a:pos x="9" y="52"/>
                    </a:cxn>
                    <a:cxn ang="0">
                      <a:pos x="39" y="94"/>
                    </a:cxn>
                    <a:cxn ang="0">
                      <a:pos x="42" y="96"/>
                    </a:cxn>
                    <a:cxn ang="0">
                      <a:pos x="47" y="78"/>
                    </a:cxn>
                    <a:cxn ang="0">
                      <a:pos x="49" y="46"/>
                    </a:cxn>
                    <a:cxn ang="0">
                      <a:pos x="14" y="0"/>
                    </a:cxn>
                  </a:cxnLst>
                  <a:rect l="0" t="0" r="r" b="b"/>
                  <a:pathLst>
                    <a:path w="51" h="96">
                      <a:moveTo>
                        <a:pt x="14" y="0"/>
                      </a:moveTo>
                      <a:cubicBezTo>
                        <a:pt x="14" y="0"/>
                        <a:pt x="0" y="28"/>
                        <a:pt x="9" y="52"/>
                      </a:cubicBezTo>
                      <a:cubicBezTo>
                        <a:pt x="18" y="75"/>
                        <a:pt x="33" y="89"/>
                        <a:pt x="39" y="94"/>
                      </a:cubicBezTo>
                      <a:cubicBezTo>
                        <a:pt x="41" y="96"/>
                        <a:pt x="42" y="96"/>
                        <a:pt x="42" y="96"/>
                      </a:cubicBezTo>
                      <a:cubicBezTo>
                        <a:pt x="42" y="96"/>
                        <a:pt x="45" y="89"/>
                        <a:pt x="47" y="78"/>
                      </a:cubicBezTo>
                      <a:cubicBezTo>
                        <a:pt x="49" y="68"/>
                        <a:pt x="51" y="55"/>
                        <a:pt x="49" y="46"/>
                      </a:cubicBezTo>
                      <a:cubicBezTo>
                        <a:pt x="43" y="20"/>
                        <a:pt x="14" y="0"/>
                        <a:pt x="1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Freeform 98"/>
                <p:cNvSpPr>
                  <a:spLocks/>
                </p:cNvSpPr>
                <p:nvPr/>
              </p:nvSpPr>
              <p:spPr bwMode="auto">
                <a:xfrm>
                  <a:off x="5059363" y="1901825"/>
                  <a:ext cx="309563" cy="127000"/>
                </a:xfrm>
                <a:custGeom>
                  <a:avLst/>
                  <a:gdLst/>
                  <a:ahLst/>
                  <a:cxnLst>
                    <a:cxn ang="0">
                      <a:pos x="53" y="0"/>
                    </a:cxn>
                    <a:cxn ang="0">
                      <a:pos x="43" y="1"/>
                    </a:cxn>
                    <a:cxn ang="0">
                      <a:pos x="6" y="22"/>
                    </a:cxn>
                    <a:cxn ang="0">
                      <a:pos x="0" y="28"/>
                    </a:cxn>
                    <a:cxn ang="0">
                      <a:pos x="2" y="29"/>
                    </a:cxn>
                    <a:cxn ang="0">
                      <a:pos x="48" y="40"/>
                    </a:cxn>
                    <a:cxn ang="0">
                      <a:pos x="53" y="40"/>
                    </a:cxn>
                    <a:cxn ang="0">
                      <a:pos x="98" y="14"/>
                    </a:cxn>
                    <a:cxn ang="0">
                      <a:pos x="53" y="0"/>
                    </a:cxn>
                  </a:cxnLst>
                  <a:rect l="0" t="0" r="r" b="b"/>
                  <a:pathLst>
                    <a:path w="98" h="40">
                      <a:moveTo>
                        <a:pt x="53" y="0"/>
                      </a:moveTo>
                      <a:cubicBezTo>
                        <a:pt x="50" y="0"/>
                        <a:pt x="46" y="1"/>
                        <a:pt x="43" y="1"/>
                      </a:cubicBezTo>
                      <a:cubicBezTo>
                        <a:pt x="30" y="4"/>
                        <a:pt x="15" y="16"/>
                        <a:pt x="6" y="22"/>
                      </a:cubicBezTo>
                      <a:cubicBezTo>
                        <a:pt x="3" y="26"/>
                        <a:pt x="0" y="28"/>
                        <a:pt x="0" y="28"/>
                      </a:cubicBezTo>
                      <a:cubicBezTo>
                        <a:pt x="0" y="28"/>
                        <a:pt x="1" y="28"/>
                        <a:pt x="2" y="29"/>
                      </a:cubicBezTo>
                      <a:cubicBezTo>
                        <a:pt x="7" y="32"/>
                        <a:pt x="25" y="40"/>
                        <a:pt x="48" y="40"/>
                      </a:cubicBezTo>
                      <a:cubicBezTo>
                        <a:pt x="50" y="40"/>
                        <a:pt x="51" y="40"/>
                        <a:pt x="53" y="40"/>
                      </a:cubicBezTo>
                      <a:cubicBezTo>
                        <a:pt x="78" y="38"/>
                        <a:pt x="98" y="14"/>
                        <a:pt x="98" y="14"/>
                      </a:cubicBezTo>
                      <a:cubicBezTo>
                        <a:pt x="98" y="14"/>
                        <a:pt x="76" y="0"/>
                        <a:pt x="5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99"/>
                <p:cNvSpPr>
                  <a:spLocks/>
                </p:cNvSpPr>
                <p:nvPr/>
              </p:nvSpPr>
              <p:spPr bwMode="auto">
                <a:xfrm>
                  <a:off x="4983163" y="1654175"/>
                  <a:ext cx="142875" cy="311150"/>
                </a:xfrm>
                <a:custGeom>
                  <a:avLst/>
                  <a:gdLst/>
                  <a:ahLst/>
                  <a:cxnLst>
                    <a:cxn ang="0">
                      <a:pos x="19" y="0"/>
                    </a:cxn>
                    <a:cxn ang="0">
                      <a:pos x="5" y="50"/>
                    </a:cxn>
                    <a:cxn ang="0">
                      <a:pos x="26" y="95"/>
                    </a:cxn>
                    <a:cxn ang="0">
                      <a:pos x="29" y="98"/>
                    </a:cxn>
                    <a:cxn ang="0">
                      <a:pos x="38" y="79"/>
                    </a:cxn>
                    <a:cxn ang="0">
                      <a:pos x="45" y="50"/>
                    </a:cxn>
                    <a:cxn ang="0">
                      <a:pos x="19" y="0"/>
                    </a:cxn>
                  </a:cxnLst>
                  <a:rect l="0" t="0" r="r" b="b"/>
                  <a:pathLst>
                    <a:path w="45" h="98">
                      <a:moveTo>
                        <a:pt x="19" y="0"/>
                      </a:moveTo>
                      <a:cubicBezTo>
                        <a:pt x="19" y="0"/>
                        <a:pt x="0" y="25"/>
                        <a:pt x="5" y="50"/>
                      </a:cubicBezTo>
                      <a:cubicBezTo>
                        <a:pt x="10" y="73"/>
                        <a:pt x="21" y="88"/>
                        <a:pt x="26" y="95"/>
                      </a:cubicBezTo>
                      <a:cubicBezTo>
                        <a:pt x="28" y="97"/>
                        <a:pt x="29" y="98"/>
                        <a:pt x="29" y="98"/>
                      </a:cubicBezTo>
                      <a:cubicBezTo>
                        <a:pt x="29" y="98"/>
                        <a:pt x="34" y="90"/>
                        <a:pt x="38" y="79"/>
                      </a:cubicBezTo>
                      <a:cubicBezTo>
                        <a:pt x="42" y="70"/>
                        <a:pt x="45" y="59"/>
                        <a:pt x="45" y="50"/>
                      </a:cubicBezTo>
                      <a:cubicBezTo>
                        <a:pt x="44" y="24"/>
                        <a:pt x="19" y="0"/>
                        <a:pt x="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Freeform 100"/>
                <p:cNvSpPr>
                  <a:spLocks/>
                </p:cNvSpPr>
                <p:nvPr/>
              </p:nvSpPr>
              <p:spPr bwMode="auto">
                <a:xfrm>
                  <a:off x="5224463" y="1733550"/>
                  <a:ext cx="306388" cy="123825"/>
                </a:xfrm>
                <a:custGeom>
                  <a:avLst/>
                  <a:gdLst/>
                  <a:ahLst/>
                  <a:cxnLst>
                    <a:cxn ang="0">
                      <a:pos x="48" y="0"/>
                    </a:cxn>
                    <a:cxn ang="0">
                      <a:pos x="46" y="0"/>
                    </a:cxn>
                    <a:cxn ang="0">
                      <a:pos x="7" y="14"/>
                    </a:cxn>
                    <a:cxn ang="0">
                      <a:pos x="0" y="18"/>
                    </a:cxn>
                    <a:cxn ang="0">
                      <a:pos x="2" y="19"/>
                    </a:cxn>
                    <a:cxn ang="0">
                      <a:pos x="49" y="39"/>
                    </a:cxn>
                    <a:cxn ang="0">
                      <a:pos x="55" y="39"/>
                    </a:cxn>
                    <a:cxn ang="0">
                      <a:pos x="97" y="22"/>
                    </a:cxn>
                    <a:cxn ang="0">
                      <a:pos x="48" y="0"/>
                    </a:cxn>
                  </a:cxnLst>
                  <a:rect l="0" t="0" r="r" b="b"/>
                  <a:pathLst>
                    <a:path w="97" h="39">
                      <a:moveTo>
                        <a:pt x="48" y="0"/>
                      </a:moveTo>
                      <a:cubicBezTo>
                        <a:pt x="47" y="0"/>
                        <a:pt x="47" y="0"/>
                        <a:pt x="46" y="0"/>
                      </a:cubicBezTo>
                      <a:cubicBezTo>
                        <a:pt x="33" y="1"/>
                        <a:pt x="16" y="9"/>
                        <a:pt x="7" y="14"/>
                      </a:cubicBezTo>
                      <a:cubicBezTo>
                        <a:pt x="3" y="17"/>
                        <a:pt x="0" y="18"/>
                        <a:pt x="0" y="18"/>
                      </a:cubicBezTo>
                      <a:cubicBezTo>
                        <a:pt x="0" y="18"/>
                        <a:pt x="1" y="19"/>
                        <a:pt x="2" y="19"/>
                      </a:cubicBezTo>
                      <a:cubicBezTo>
                        <a:pt x="6" y="23"/>
                        <a:pt x="23" y="35"/>
                        <a:pt x="49" y="39"/>
                      </a:cubicBezTo>
                      <a:cubicBezTo>
                        <a:pt x="51" y="39"/>
                        <a:pt x="53" y="39"/>
                        <a:pt x="55" y="39"/>
                      </a:cubicBezTo>
                      <a:cubicBezTo>
                        <a:pt x="77" y="39"/>
                        <a:pt x="97" y="22"/>
                        <a:pt x="97" y="22"/>
                      </a:cubicBezTo>
                      <a:cubicBezTo>
                        <a:pt x="97" y="22"/>
                        <a:pt x="73" y="0"/>
                        <a:pt x="4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101"/>
                <p:cNvSpPr>
                  <a:spLocks/>
                </p:cNvSpPr>
                <p:nvPr/>
              </p:nvSpPr>
              <p:spPr bwMode="auto">
                <a:xfrm>
                  <a:off x="5195888" y="1465263"/>
                  <a:ext cx="131763" cy="306387"/>
                </a:xfrm>
                <a:custGeom>
                  <a:avLst/>
                  <a:gdLst/>
                  <a:ahLst/>
                  <a:cxnLst>
                    <a:cxn ang="0">
                      <a:pos x="22" y="0"/>
                    </a:cxn>
                    <a:cxn ang="0">
                      <a:pos x="1" y="46"/>
                    </a:cxn>
                    <a:cxn ang="0">
                      <a:pos x="14" y="94"/>
                    </a:cxn>
                    <a:cxn ang="0">
                      <a:pos x="16" y="97"/>
                    </a:cxn>
                    <a:cxn ang="0">
                      <a:pos x="24" y="85"/>
                    </a:cxn>
                    <a:cxn ang="0">
                      <a:pos x="39" y="53"/>
                    </a:cxn>
                    <a:cxn ang="0">
                      <a:pos x="22" y="0"/>
                    </a:cxn>
                  </a:cxnLst>
                  <a:rect l="0" t="0" r="r" b="b"/>
                  <a:pathLst>
                    <a:path w="42" h="97">
                      <a:moveTo>
                        <a:pt x="22" y="0"/>
                      </a:moveTo>
                      <a:cubicBezTo>
                        <a:pt x="22" y="0"/>
                        <a:pt x="0" y="21"/>
                        <a:pt x="1" y="46"/>
                      </a:cubicBezTo>
                      <a:cubicBezTo>
                        <a:pt x="1" y="70"/>
                        <a:pt x="10" y="87"/>
                        <a:pt x="14" y="94"/>
                      </a:cubicBezTo>
                      <a:cubicBezTo>
                        <a:pt x="15" y="96"/>
                        <a:pt x="16" y="97"/>
                        <a:pt x="16" y="97"/>
                      </a:cubicBezTo>
                      <a:cubicBezTo>
                        <a:pt x="16" y="97"/>
                        <a:pt x="20" y="92"/>
                        <a:pt x="24" y="85"/>
                      </a:cubicBezTo>
                      <a:cubicBezTo>
                        <a:pt x="30" y="76"/>
                        <a:pt x="37" y="63"/>
                        <a:pt x="39" y="53"/>
                      </a:cubicBezTo>
                      <a:cubicBezTo>
                        <a:pt x="42" y="28"/>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102"/>
                <p:cNvSpPr>
                  <a:spLocks/>
                </p:cNvSpPr>
                <p:nvPr/>
              </p:nvSpPr>
              <p:spPr bwMode="auto">
                <a:xfrm>
                  <a:off x="5419725" y="1597025"/>
                  <a:ext cx="293688" cy="127000"/>
                </a:xfrm>
                <a:custGeom>
                  <a:avLst/>
                  <a:gdLst/>
                  <a:ahLst/>
                  <a:cxnLst>
                    <a:cxn ang="0">
                      <a:pos x="42" y="0"/>
                    </a:cxn>
                    <a:cxn ang="0">
                      <a:pos x="7" y="7"/>
                    </a:cxn>
                    <a:cxn ang="0">
                      <a:pos x="0" y="10"/>
                    </a:cxn>
                    <a:cxn ang="0">
                      <a:pos x="2" y="11"/>
                    </a:cxn>
                    <a:cxn ang="0">
                      <a:pos x="44" y="38"/>
                    </a:cxn>
                    <a:cxn ang="0">
                      <a:pos x="58" y="40"/>
                    </a:cxn>
                    <a:cxn ang="0">
                      <a:pos x="93" y="30"/>
                    </a:cxn>
                    <a:cxn ang="0">
                      <a:pos x="48" y="0"/>
                    </a:cxn>
                    <a:cxn ang="0">
                      <a:pos x="42" y="0"/>
                    </a:cxn>
                  </a:cxnLst>
                  <a:rect l="0" t="0" r="r" b="b"/>
                  <a:pathLst>
                    <a:path w="93" h="40">
                      <a:moveTo>
                        <a:pt x="42" y="0"/>
                      </a:moveTo>
                      <a:cubicBezTo>
                        <a:pt x="30" y="0"/>
                        <a:pt x="16" y="4"/>
                        <a:pt x="7" y="7"/>
                      </a:cubicBezTo>
                      <a:cubicBezTo>
                        <a:pt x="3" y="8"/>
                        <a:pt x="0" y="10"/>
                        <a:pt x="0" y="10"/>
                      </a:cubicBezTo>
                      <a:cubicBezTo>
                        <a:pt x="0" y="10"/>
                        <a:pt x="1" y="10"/>
                        <a:pt x="2" y="11"/>
                      </a:cubicBezTo>
                      <a:cubicBezTo>
                        <a:pt x="6" y="15"/>
                        <a:pt x="20" y="30"/>
                        <a:pt x="44" y="38"/>
                      </a:cubicBezTo>
                      <a:cubicBezTo>
                        <a:pt x="49" y="39"/>
                        <a:pt x="53" y="40"/>
                        <a:pt x="58" y="40"/>
                      </a:cubicBezTo>
                      <a:cubicBezTo>
                        <a:pt x="76" y="40"/>
                        <a:pt x="93" y="30"/>
                        <a:pt x="93" y="30"/>
                      </a:cubicBezTo>
                      <a:cubicBezTo>
                        <a:pt x="93" y="30"/>
                        <a:pt x="72" y="3"/>
                        <a:pt x="48" y="0"/>
                      </a:cubicBezTo>
                      <a:cubicBezTo>
                        <a:pt x="46" y="0"/>
                        <a:pt x="44"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103"/>
                <p:cNvSpPr>
                  <a:spLocks/>
                </p:cNvSpPr>
                <p:nvPr/>
              </p:nvSpPr>
              <p:spPr bwMode="auto">
                <a:xfrm>
                  <a:off x="5413375" y="1319213"/>
                  <a:ext cx="149225" cy="290512"/>
                </a:xfrm>
                <a:custGeom>
                  <a:avLst/>
                  <a:gdLst/>
                  <a:ahLst/>
                  <a:cxnLst>
                    <a:cxn ang="0">
                      <a:pos x="32" y="0"/>
                    </a:cxn>
                    <a:cxn ang="0">
                      <a:pos x="4" y="41"/>
                    </a:cxn>
                    <a:cxn ang="0">
                      <a:pos x="9" y="90"/>
                    </a:cxn>
                    <a:cxn ang="0">
                      <a:pos x="10" y="92"/>
                    </a:cxn>
                    <a:cxn ang="0">
                      <a:pos x="18" y="84"/>
                    </a:cxn>
                    <a:cxn ang="0">
                      <a:pos x="39" y="54"/>
                    </a:cxn>
                    <a:cxn ang="0">
                      <a:pos x="32" y="0"/>
                    </a:cxn>
                  </a:cxnLst>
                  <a:rect l="0" t="0" r="r" b="b"/>
                  <a:pathLst>
                    <a:path w="47" h="92">
                      <a:moveTo>
                        <a:pt x="32" y="0"/>
                      </a:moveTo>
                      <a:cubicBezTo>
                        <a:pt x="32" y="0"/>
                        <a:pt x="7" y="17"/>
                        <a:pt x="4" y="41"/>
                      </a:cubicBezTo>
                      <a:cubicBezTo>
                        <a:pt x="0" y="65"/>
                        <a:pt x="6" y="84"/>
                        <a:pt x="9" y="90"/>
                      </a:cubicBezTo>
                      <a:cubicBezTo>
                        <a:pt x="9" y="92"/>
                        <a:pt x="10" y="92"/>
                        <a:pt x="10" y="92"/>
                      </a:cubicBezTo>
                      <a:cubicBezTo>
                        <a:pt x="10" y="92"/>
                        <a:pt x="13" y="89"/>
                        <a:pt x="18" y="84"/>
                      </a:cubicBezTo>
                      <a:cubicBezTo>
                        <a:pt x="25" y="77"/>
                        <a:pt x="36" y="65"/>
                        <a:pt x="39" y="54"/>
                      </a:cubicBezTo>
                      <a:cubicBezTo>
                        <a:pt x="47" y="30"/>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104"/>
                <p:cNvSpPr>
                  <a:spLocks/>
                </p:cNvSpPr>
                <p:nvPr/>
              </p:nvSpPr>
              <p:spPr bwMode="auto">
                <a:xfrm>
                  <a:off x="5638800" y="1490663"/>
                  <a:ext cx="271463" cy="134937"/>
                </a:xfrm>
                <a:custGeom>
                  <a:avLst/>
                  <a:gdLst/>
                  <a:ahLst/>
                  <a:cxnLst>
                    <a:cxn ang="0">
                      <a:pos x="31" y="0"/>
                    </a:cxn>
                    <a:cxn ang="0">
                      <a:pos x="3" y="3"/>
                    </a:cxn>
                    <a:cxn ang="0">
                      <a:pos x="0" y="4"/>
                    </a:cxn>
                    <a:cxn ang="0">
                      <a:pos x="1" y="5"/>
                    </a:cxn>
                    <a:cxn ang="0">
                      <a:pos x="38" y="38"/>
                    </a:cxn>
                    <a:cxn ang="0">
                      <a:pos x="60" y="43"/>
                    </a:cxn>
                    <a:cxn ang="0">
                      <a:pos x="86" y="39"/>
                    </a:cxn>
                    <a:cxn ang="0">
                      <a:pos x="47" y="3"/>
                    </a:cxn>
                    <a:cxn ang="0">
                      <a:pos x="31" y="0"/>
                    </a:cxn>
                  </a:cxnLst>
                  <a:rect l="0" t="0" r="r" b="b"/>
                  <a:pathLst>
                    <a:path w="86" h="43">
                      <a:moveTo>
                        <a:pt x="31" y="0"/>
                      </a:moveTo>
                      <a:cubicBezTo>
                        <a:pt x="20" y="0"/>
                        <a:pt x="9" y="2"/>
                        <a:pt x="3" y="3"/>
                      </a:cubicBezTo>
                      <a:cubicBezTo>
                        <a:pt x="1" y="4"/>
                        <a:pt x="0" y="4"/>
                        <a:pt x="0" y="4"/>
                      </a:cubicBezTo>
                      <a:cubicBezTo>
                        <a:pt x="0" y="4"/>
                        <a:pt x="0" y="4"/>
                        <a:pt x="1" y="5"/>
                      </a:cubicBezTo>
                      <a:cubicBezTo>
                        <a:pt x="3" y="8"/>
                        <a:pt x="14" y="26"/>
                        <a:pt x="38" y="38"/>
                      </a:cubicBezTo>
                      <a:cubicBezTo>
                        <a:pt x="45" y="42"/>
                        <a:pt x="53" y="43"/>
                        <a:pt x="60" y="43"/>
                      </a:cubicBezTo>
                      <a:cubicBezTo>
                        <a:pt x="74" y="43"/>
                        <a:pt x="86" y="39"/>
                        <a:pt x="86" y="39"/>
                      </a:cubicBezTo>
                      <a:cubicBezTo>
                        <a:pt x="86" y="39"/>
                        <a:pt x="71" y="10"/>
                        <a:pt x="47" y="3"/>
                      </a:cubicBezTo>
                      <a:cubicBezTo>
                        <a:pt x="43" y="1"/>
                        <a:pt x="37" y="0"/>
                        <a:pt x="3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105"/>
                <p:cNvSpPr>
                  <a:spLocks/>
                </p:cNvSpPr>
                <p:nvPr/>
              </p:nvSpPr>
              <p:spPr bwMode="auto">
                <a:xfrm>
                  <a:off x="5648325" y="1220788"/>
                  <a:ext cx="160338" cy="269875"/>
                </a:xfrm>
                <a:custGeom>
                  <a:avLst/>
                  <a:gdLst/>
                  <a:ahLst/>
                  <a:cxnLst>
                    <a:cxn ang="0">
                      <a:pos x="43" y="0"/>
                    </a:cxn>
                    <a:cxn ang="0">
                      <a:pos x="8" y="34"/>
                    </a:cxn>
                    <a:cxn ang="0">
                      <a:pos x="5" y="83"/>
                    </a:cxn>
                    <a:cxn ang="0">
                      <a:pos x="5" y="85"/>
                    </a:cxn>
                    <a:cxn ang="0">
                      <a:pos x="13" y="80"/>
                    </a:cxn>
                    <a:cxn ang="0">
                      <a:pos x="40" y="53"/>
                    </a:cxn>
                    <a:cxn ang="0">
                      <a:pos x="43" y="0"/>
                    </a:cxn>
                  </a:cxnLst>
                  <a:rect l="0" t="0" r="r" b="b"/>
                  <a:pathLst>
                    <a:path w="51" h="85">
                      <a:moveTo>
                        <a:pt x="43" y="0"/>
                      </a:moveTo>
                      <a:cubicBezTo>
                        <a:pt x="43" y="0"/>
                        <a:pt x="16" y="12"/>
                        <a:pt x="8" y="34"/>
                      </a:cubicBezTo>
                      <a:cubicBezTo>
                        <a:pt x="0" y="58"/>
                        <a:pt x="3" y="78"/>
                        <a:pt x="5" y="83"/>
                      </a:cubicBezTo>
                      <a:cubicBezTo>
                        <a:pt x="5" y="84"/>
                        <a:pt x="5" y="85"/>
                        <a:pt x="5" y="85"/>
                      </a:cubicBezTo>
                      <a:cubicBezTo>
                        <a:pt x="5" y="85"/>
                        <a:pt x="8" y="83"/>
                        <a:pt x="13" y="80"/>
                      </a:cubicBezTo>
                      <a:cubicBezTo>
                        <a:pt x="21" y="74"/>
                        <a:pt x="34" y="63"/>
                        <a:pt x="40" y="53"/>
                      </a:cubicBezTo>
                      <a:cubicBezTo>
                        <a:pt x="51" y="32"/>
                        <a:pt x="43" y="0"/>
                        <a:pt x="4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106"/>
                <p:cNvSpPr>
                  <a:spLocks/>
                </p:cNvSpPr>
                <p:nvPr/>
              </p:nvSpPr>
              <p:spPr bwMode="auto">
                <a:xfrm>
                  <a:off x="5786438" y="1366838"/>
                  <a:ext cx="225425" cy="98425"/>
                </a:xfrm>
                <a:custGeom>
                  <a:avLst/>
                  <a:gdLst/>
                  <a:ahLst/>
                  <a:cxnLst>
                    <a:cxn ang="0">
                      <a:pos x="39" y="0"/>
                    </a:cxn>
                    <a:cxn ang="0">
                      <a:pos x="34" y="0"/>
                    </a:cxn>
                    <a:cxn ang="0">
                      <a:pos x="1" y="22"/>
                    </a:cxn>
                    <a:cxn ang="0">
                      <a:pos x="0" y="24"/>
                    </a:cxn>
                    <a:cxn ang="0">
                      <a:pos x="0" y="24"/>
                    </a:cxn>
                    <a:cxn ang="0">
                      <a:pos x="26" y="31"/>
                    </a:cxn>
                    <a:cxn ang="0">
                      <a:pos x="38" y="29"/>
                    </a:cxn>
                    <a:cxn ang="0">
                      <a:pos x="71" y="6"/>
                    </a:cxn>
                    <a:cxn ang="0">
                      <a:pos x="39" y="0"/>
                    </a:cxn>
                  </a:cxnLst>
                  <a:rect l="0" t="0" r="r" b="b"/>
                  <a:pathLst>
                    <a:path w="71" h="31">
                      <a:moveTo>
                        <a:pt x="39" y="0"/>
                      </a:moveTo>
                      <a:cubicBezTo>
                        <a:pt x="38" y="0"/>
                        <a:pt x="36" y="0"/>
                        <a:pt x="34" y="0"/>
                      </a:cubicBezTo>
                      <a:cubicBezTo>
                        <a:pt x="18" y="3"/>
                        <a:pt x="5" y="18"/>
                        <a:pt x="1" y="22"/>
                      </a:cubicBezTo>
                      <a:cubicBezTo>
                        <a:pt x="0" y="23"/>
                        <a:pt x="0" y="24"/>
                        <a:pt x="0" y="24"/>
                      </a:cubicBezTo>
                      <a:cubicBezTo>
                        <a:pt x="0" y="24"/>
                        <a:pt x="0" y="24"/>
                        <a:pt x="0" y="24"/>
                      </a:cubicBezTo>
                      <a:cubicBezTo>
                        <a:pt x="3" y="26"/>
                        <a:pt x="14" y="31"/>
                        <a:pt x="26" y="31"/>
                      </a:cubicBezTo>
                      <a:cubicBezTo>
                        <a:pt x="30" y="31"/>
                        <a:pt x="34" y="30"/>
                        <a:pt x="38" y="29"/>
                      </a:cubicBezTo>
                      <a:cubicBezTo>
                        <a:pt x="60" y="21"/>
                        <a:pt x="71" y="6"/>
                        <a:pt x="71" y="6"/>
                      </a:cubicBezTo>
                      <a:cubicBezTo>
                        <a:pt x="71" y="6"/>
                        <a:pt x="53" y="0"/>
                        <a:pt x="3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107"/>
                <p:cNvSpPr>
                  <a:spLocks/>
                </p:cNvSpPr>
                <p:nvPr/>
              </p:nvSpPr>
              <p:spPr bwMode="auto">
                <a:xfrm>
                  <a:off x="6570663" y="3897313"/>
                  <a:ext cx="215900" cy="344487"/>
                </a:xfrm>
                <a:custGeom>
                  <a:avLst/>
                  <a:gdLst/>
                  <a:ahLst/>
                  <a:cxnLst>
                    <a:cxn ang="0">
                      <a:pos x="60" y="0"/>
                    </a:cxn>
                    <a:cxn ang="0">
                      <a:pos x="11" y="42"/>
                    </a:cxn>
                    <a:cxn ang="0">
                      <a:pos x="1" y="99"/>
                    </a:cxn>
                    <a:cxn ang="0">
                      <a:pos x="2" y="109"/>
                    </a:cxn>
                    <a:cxn ang="0">
                      <a:pos x="27" y="94"/>
                    </a:cxn>
                    <a:cxn ang="0">
                      <a:pos x="51" y="70"/>
                    </a:cxn>
                    <a:cxn ang="0">
                      <a:pos x="60" y="0"/>
                    </a:cxn>
                  </a:cxnLst>
                  <a:rect l="0" t="0" r="r" b="b"/>
                  <a:pathLst>
                    <a:path w="68" h="109">
                      <a:moveTo>
                        <a:pt x="60" y="0"/>
                      </a:moveTo>
                      <a:cubicBezTo>
                        <a:pt x="60" y="0"/>
                        <a:pt x="23" y="13"/>
                        <a:pt x="11" y="42"/>
                      </a:cubicBezTo>
                      <a:cubicBezTo>
                        <a:pt x="1" y="66"/>
                        <a:pt x="0" y="87"/>
                        <a:pt x="1" y="99"/>
                      </a:cubicBezTo>
                      <a:cubicBezTo>
                        <a:pt x="1" y="105"/>
                        <a:pt x="2" y="109"/>
                        <a:pt x="2" y="109"/>
                      </a:cubicBezTo>
                      <a:cubicBezTo>
                        <a:pt x="2" y="109"/>
                        <a:pt x="14" y="103"/>
                        <a:pt x="27" y="94"/>
                      </a:cubicBezTo>
                      <a:cubicBezTo>
                        <a:pt x="36" y="87"/>
                        <a:pt x="46" y="79"/>
                        <a:pt x="51" y="70"/>
                      </a:cubicBezTo>
                      <a:cubicBezTo>
                        <a:pt x="68" y="42"/>
                        <a:pt x="60"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108"/>
                <p:cNvSpPr>
                  <a:spLocks/>
                </p:cNvSpPr>
                <p:nvPr/>
              </p:nvSpPr>
              <p:spPr bwMode="auto">
                <a:xfrm>
                  <a:off x="6611938" y="4225925"/>
                  <a:ext cx="350838" cy="190500"/>
                </a:xfrm>
                <a:custGeom>
                  <a:avLst/>
                  <a:gdLst/>
                  <a:ahLst/>
                  <a:cxnLst>
                    <a:cxn ang="0">
                      <a:pos x="30" y="0"/>
                    </a:cxn>
                    <a:cxn ang="0">
                      <a:pos x="0" y="2"/>
                    </a:cxn>
                    <a:cxn ang="0">
                      <a:pos x="3" y="8"/>
                    </a:cxn>
                    <a:cxn ang="0">
                      <a:pos x="47" y="52"/>
                    </a:cxn>
                    <a:cxn ang="0">
                      <a:pos x="83" y="60"/>
                    </a:cxn>
                    <a:cxn ang="0">
                      <a:pos x="111" y="57"/>
                    </a:cxn>
                    <a:cxn ang="0">
                      <a:pos x="63" y="5"/>
                    </a:cxn>
                    <a:cxn ang="0">
                      <a:pos x="33" y="0"/>
                    </a:cxn>
                    <a:cxn ang="0">
                      <a:pos x="30" y="0"/>
                    </a:cxn>
                  </a:cxnLst>
                  <a:rect l="0" t="0" r="r" b="b"/>
                  <a:pathLst>
                    <a:path w="111" h="60">
                      <a:moveTo>
                        <a:pt x="30" y="0"/>
                      </a:moveTo>
                      <a:cubicBezTo>
                        <a:pt x="14" y="0"/>
                        <a:pt x="0" y="2"/>
                        <a:pt x="0" y="2"/>
                      </a:cubicBezTo>
                      <a:cubicBezTo>
                        <a:pt x="0" y="2"/>
                        <a:pt x="1" y="4"/>
                        <a:pt x="3" y="8"/>
                      </a:cubicBezTo>
                      <a:cubicBezTo>
                        <a:pt x="9" y="17"/>
                        <a:pt x="22" y="37"/>
                        <a:pt x="47" y="52"/>
                      </a:cubicBezTo>
                      <a:cubicBezTo>
                        <a:pt x="58" y="58"/>
                        <a:pt x="71" y="60"/>
                        <a:pt x="83" y="60"/>
                      </a:cubicBezTo>
                      <a:cubicBezTo>
                        <a:pt x="98" y="60"/>
                        <a:pt x="111" y="57"/>
                        <a:pt x="111" y="57"/>
                      </a:cubicBezTo>
                      <a:cubicBezTo>
                        <a:pt x="111" y="57"/>
                        <a:pt x="93" y="17"/>
                        <a:pt x="63" y="5"/>
                      </a:cubicBezTo>
                      <a:cubicBezTo>
                        <a:pt x="55" y="2"/>
                        <a:pt x="43" y="0"/>
                        <a:pt x="33" y="0"/>
                      </a:cubicBezTo>
                      <a:cubicBezTo>
                        <a:pt x="32" y="0"/>
                        <a:pt x="31" y="0"/>
                        <a:pt x="3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109"/>
                <p:cNvSpPr>
                  <a:spLocks/>
                </p:cNvSpPr>
                <p:nvPr/>
              </p:nvSpPr>
              <p:spPr bwMode="auto">
                <a:xfrm>
                  <a:off x="6796088" y="3798888"/>
                  <a:ext cx="192088" cy="365125"/>
                </a:xfrm>
                <a:custGeom>
                  <a:avLst/>
                  <a:gdLst/>
                  <a:ahLst/>
                  <a:cxnLst>
                    <a:cxn ang="0">
                      <a:pos x="46" y="0"/>
                    </a:cxn>
                    <a:cxn ang="0">
                      <a:pos x="6" y="48"/>
                    </a:cxn>
                    <a:cxn ang="0">
                      <a:pos x="6" y="107"/>
                    </a:cxn>
                    <a:cxn ang="0">
                      <a:pos x="9" y="115"/>
                    </a:cxn>
                    <a:cxn ang="0">
                      <a:pos x="29" y="97"/>
                    </a:cxn>
                    <a:cxn ang="0">
                      <a:pos x="49" y="69"/>
                    </a:cxn>
                    <a:cxn ang="0">
                      <a:pos x="46" y="0"/>
                    </a:cxn>
                  </a:cxnLst>
                  <a:rect l="0" t="0" r="r" b="b"/>
                  <a:pathLst>
                    <a:path w="61" h="115">
                      <a:moveTo>
                        <a:pt x="46" y="0"/>
                      </a:moveTo>
                      <a:cubicBezTo>
                        <a:pt x="46" y="0"/>
                        <a:pt x="12" y="18"/>
                        <a:pt x="6" y="48"/>
                      </a:cubicBezTo>
                      <a:cubicBezTo>
                        <a:pt x="0" y="75"/>
                        <a:pt x="4" y="96"/>
                        <a:pt x="6" y="107"/>
                      </a:cubicBezTo>
                      <a:cubicBezTo>
                        <a:pt x="8" y="112"/>
                        <a:pt x="9" y="115"/>
                        <a:pt x="9" y="115"/>
                      </a:cubicBezTo>
                      <a:cubicBezTo>
                        <a:pt x="9" y="115"/>
                        <a:pt x="18" y="107"/>
                        <a:pt x="29" y="97"/>
                      </a:cubicBezTo>
                      <a:cubicBezTo>
                        <a:pt x="37" y="89"/>
                        <a:pt x="46" y="78"/>
                        <a:pt x="49" y="69"/>
                      </a:cubicBezTo>
                      <a:cubicBezTo>
                        <a:pt x="61" y="39"/>
                        <a:pt x="46" y="0"/>
                        <a:pt x="4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110"/>
                <p:cNvSpPr>
                  <a:spLocks/>
                </p:cNvSpPr>
                <p:nvPr/>
              </p:nvSpPr>
              <p:spPr bwMode="auto">
                <a:xfrm>
                  <a:off x="6856413" y="4119563"/>
                  <a:ext cx="366713" cy="163512"/>
                </a:xfrm>
                <a:custGeom>
                  <a:avLst/>
                  <a:gdLst/>
                  <a:ahLst/>
                  <a:cxnLst>
                    <a:cxn ang="0">
                      <a:pos x="49" y="0"/>
                    </a:cxn>
                    <a:cxn ang="0">
                      <a:pos x="30" y="2"/>
                    </a:cxn>
                    <a:cxn ang="0">
                      <a:pos x="0" y="9"/>
                    </a:cxn>
                    <a:cxn ang="0">
                      <a:pos x="5" y="15"/>
                    </a:cxn>
                    <a:cxn ang="0">
                      <a:pos x="53" y="49"/>
                    </a:cxn>
                    <a:cxn ang="0">
                      <a:pos x="75" y="52"/>
                    </a:cxn>
                    <a:cxn ang="0">
                      <a:pos x="116" y="43"/>
                    </a:cxn>
                    <a:cxn ang="0">
                      <a:pos x="61" y="1"/>
                    </a:cxn>
                    <a:cxn ang="0">
                      <a:pos x="49" y="0"/>
                    </a:cxn>
                  </a:cxnLst>
                  <a:rect l="0" t="0" r="r" b="b"/>
                  <a:pathLst>
                    <a:path w="116" h="52">
                      <a:moveTo>
                        <a:pt x="49" y="0"/>
                      </a:moveTo>
                      <a:cubicBezTo>
                        <a:pt x="43" y="0"/>
                        <a:pt x="37" y="1"/>
                        <a:pt x="30" y="2"/>
                      </a:cubicBezTo>
                      <a:cubicBezTo>
                        <a:pt x="14" y="4"/>
                        <a:pt x="0" y="9"/>
                        <a:pt x="0" y="9"/>
                      </a:cubicBezTo>
                      <a:cubicBezTo>
                        <a:pt x="0" y="9"/>
                        <a:pt x="2" y="11"/>
                        <a:pt x="5" y="15"/>
                      </a:cubicBezTo>
                      <a:cubicBezTo>
                        <a:pt x="12" y="23"/>
                        <a:pt x="28" y="39"/>
                        <a:pt x="53" y="49"/>
                      </a:cubicBezTo>
                      <a:cubicBezTo>
                        <a:pt x="60" y="51"/>
                        <a:pt x="68" y="52"/>
                        <a:pt x="75" y="52"/>
                      </a:cubicBezTo>
                      <a:cubicBezTo>
                        <a:pt x="97" y="52"/>
                        <a:pt x="116" y="43"/>
                        <a:pt x="116" y="43"/>
                      </a:cubicBezTo>
                      <a:cubicBezTo>
                        <a:pt x="116" y="43"/>
                        <a:pt x="92" y="8"/>
                        <a:pt x="61" y="1"/>
                      </a:cubicBezTo>
                      <a:cubicBezTo>
                        <a:pt x="57" y="0"/>
                        <a:pt x="53" y="0"/>
                        <a:pt x="4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111"/>
                <p:cNvSpPr>
                  <a:spLocks/>
                </p:cNvSpPr>
                <p:nvPr/>
              </p:nvSpPr>
              <p:spPr bwMode="auto">
                <a:xfrm>
                  <a:off x="7000875" y="3668713"/>
                  <a:ext cx="171450" cy="371475"/>
                </a:xfrm>
                <a:custGeom>
                  <a:avLst/>
                  <a:gdLst/>
                  <a:ahLst/>
                  <a:cxnLst>
                    <a:cxn ang="0">
                      <a:pos x="32" y="0"/>
                    </a:cxn>
                    <a:cxn ang="0">
                      <a:pos x="1" y="54"/>
                    </a:cxn>
                    <a:cxn ang="0">
                      <a:pos x="12" y="110"/>
                    </a:cxn>
                    <a:cxn ang="0">
                      <a:pos x="16" y="117"/>
                    </a:cxn>
                    <a:cxn ang="0">
                      <a:pos x="33" y="95"/>
                    </a:cxn>
                    <a:cxn ang="0">
                      <a:pos x="47" y="66"/>
                    </a:cxn>
                    <a:cxn ang="0">
                      <a:pos x="32" y="0"/>
                    </a:cxn>
                  </a:cxnLst>
                  <a:rect l="0" t="0" r="r" b="b"/>
                  <a:pathLst>
                    <a:path w="54" h="117">
                      <a:moveTo>
                        <a:pt x="32" y="0"/>
                      </a:moveTo>
                      <a:cubicBezTo>
                        <a:pt x="32" y="0"/>
                        <a:pt x="3" y="23"/>
                        <a:pt x="1" y="54"/>
                      </a:cubicBezTo>
                      <a:cubicBezTo>
                        <a:pt x="0" y="80"/>
                        <a:pt x="7" y="100"/>
                        <a:pt x="12" y="110"/>
                      </a:cubicBezTo>
                      <a:cubicBezTo>
                        <a:pt x="14" y="115"/>
                        <a:pt x="16" y="117"/>
                        <a:pt x="16" y="117"/>
                      </a:cubicBezTo>
                      <a:cubicBezTo>
                        <a:pt x="16" y="117"/>
                        <a:pt x="25" y="107"/>
                        <a:pt x="33" y="95"/>
                      </a:cubicBezTo>
                      <a:cubicBezTo>
                        <a:pt x="39" y="86"/>
                        <a:pt x="45" y="75"/>
                        <a:pt x="47" y="66"/>
                      </a:cubicBezTo>
                      <a:cubicBezTo>
                        <a:pt x="54" y="35"/>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112"/>
                <p:cNvSpPr>
                  <a:spLocks/>
                </p:cNvSpPr>
                <p:nvPr/>
              </p:nvSpPr>
              <p:spPr bwMode="auto">
                <a:xfrm>
                  <a:off x="7080250" y="3963988"/>
                  <a:ext cx="369888" cy="152400"/>
                </a:xfrm>
                <a:custGeom>
                  <a:avLst/>
                  <a:gdLst/>
                  <a:ahLst/>
                  <a:cxnLst>
                    <a:cxn ang="0">
                      <a:pos x="56" y="0"/>
                    </a:cxn>
                    <a:cxn ang="0">
                      <a:pos x="25" y="7"/>
                    </a:cxn>
                    <a:cxn ang="0">
                      <a:pos x="0" y="18"/>
                    </a:cxn>
                    <a:cxn ang="0">
                      <a:pos x="4" y="22"/>
                    </a:cxn>
                    <a:cxn ang="0">
                      <a:pos x="58" y="47"/>
                    </a:cxn>
                    <a:cxn ang="0">
                      <a:pos x="68" y="48"/>
                    </a:cxn>
                    <a:cxn ang="0">
                      <a:pos x="117" y="31"/>
                    </a:cxn>
                    <a:cxn ang="0">
                      <a:pos x="57" y="0"/>
                    </a:cxn>
                    <a:cxn ang="0">
                      <a:pos x="56" y="0"/>
                    </a:cxn>
                  </a:cxnLst>
                  <a:rect l="0" t="0" r="r" b="b"/>
                  <a:pathLst>
                    <a:path w="117" h="48">
                      <a:moveTo>
                        <a:pt x="56" y="0"/>
                      </a:moveTo>
                      <a:cubicBezTo>
                        <a:pt x="46" y="0"/>
                        <a:pt x="35" y="3"/>
                        <a:pt x="25" y="7"/>
                      </a:cubicBezTo>
                      <a:cubicBezTo>
                        <a:pt x="11" y="12"/>
                        <a:pt x="0" y="18"/>
                        <a:pt x="0" y="18"/>
                      </a:cubicBezTo>
                      <a:cubicBezTo>
                        <a:pt x="0" y="18"/>
                        <a:pt x="1" y="19"/>
                        <a:pt x="4" y="22"/>
                      </a:cubicBezTo>
                      <a:cubicBezTo>
                        <a:pt x="12" y="29"/>
                        <a:pt x="31" y="42"/>
                        <a:pt x="58" y="47"/>
                      </a:cubicBezTo>
                      <a:cubicBezTo>
                        <a:pt x="61" y="48"/>
                        <a:pt x="65" y="48"/>
                        <a:pt x="68" y="48"/>
                      </a:cubicBezTo>
                      <a:cubicBezTo>
                        <a:pt x="94" y="48"/>
                        <a:pt x="117" y="31"/>
                        <a:pt x="117" y="31"/>
                      </a:cubicBezTo>
                      <a:cubicBezTo>
                        <a:pt x="117" y="31"/>
                        <a:pt x="89" y="1"/>
                        <a:pt x="57" y="0"/>
                      </a:cubicBezTo>
                      <a:cubicBezTo>
                        <a:pt x="57" y="0"/>
                        <a:pt x="56"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113"/>
                <p:cNvSpPr>
                  <a:spLocks/>
                </p:cNvSpPr>
                <p:nvPr/>
              </p:nvSpPr>
              <p:spPr bwMode="auto">
                <a:xfrm>
                  <a:off x="7162800" y="3511550"/>
                  <a:ext cx="160338" cy="366712"/>
                </a:xfrm>
                <a:custGeom>
                  <a:avLst/>
                  <a:gdLst/>
                  <a:ahLst/>
                  <a:cxnLst>
                    <a:cxn ang="0">
                      <a:pos x="24" y="0"/>
                    </a:cxn>
                    <a:cxn ang="0">
                      <a:pos x="4" y="57"/>
                    </a:cxn>
                    <a:cxn ang="0">
                      <a:pos x="24" y="110"/>
                    </a:cxn>
                    <a:cxn ang="0">
                      <a:pos x="29" y="116"/>
                    </a:cxn>
                    <a:cxn ang="0">
                      <a:pos x="41" y="92"/>
                    </a:cxn>
                    <a:cxn ang="0">
                      <a:pos x="50" y="61"/>
                    </a:cxn>
                    <a:cxn ang="0">
                      <a:pos x="24" y="0"/>
                    </a:cxn>
                  </a:cxnLst>
                  <a:rect l="0" t="0" r="r" b="b"/>
                  <a:pathLst>
                    <a:path w="51" h="116">
                      <a:moveTo>
                        <a:pt x="24" y="0"/>
                      </a:moveTo>
                      <a:cubicBezTo>
                        <a:pt x="24" y="0"/>
                        <a:pt x="0" y="28"/>
                        <a:pt x="4" y="57"/>
                      </a:cubicBezTo>
                      <a:cubicBezTo>
                        <a:pt x="7" y="83"/>
                        <a:pt x="18" y="101"/>
                        <a:pt x="24" y="110"/>
                      </a:cubicBezTo>
                      <a:cubicBezTo>
                        <a:pt x="27" y="114"/>
                        <a:pt x="29" y="116"/>
                        <a:pt x="29" y="116"/>
                      </a:cubicBezTo>
                      <a:cubicBezTo>
                        <a:pt x="29" y="116"/>
                        <a:pt x="35" y="106"/>
                        <a:pt x="41" y="92"/>
                      </a:cubicBezTo>
                      <a:cubicBezTo>
                        <a:pt x="46" y="82"/>
                        <a:pt x="50" y="71"/>
                        <a:pt x="50" y="61"/>
                      </a:cubicBezTo>
                      <a:cubicBezTo>
                        <a:pt x="51" y="31"/>
                        <a:pt x="24" y="0"/>
                        <a:pt x="2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114"/>
                <p:cNvSpPr>
                  <a:spLocks/>
                </p:cNvSpPr>
                <p:nvPr/>
              </p:nvSpPr>
              <p:spPr bwMode="auto">
                <a:xfrm>
                  <a:off x="7277100" y="3767138"/>
                  <a:ext cx="366713" cy="146050"/>
                </a:xfrm>
                <a:custGeom>
                  <a:avLst/>
                  <a:gdLst/>
                  <a:ahLst/>
                  <a:cxnLst>
                    <a:cxn ang="0">
                      <a:pos x="60" y="0"/>
                    </a:cxn>
                    <a:cxn ang="0">
                      <a:pos x="53" y="0"/>
                    </a:cxn>
                    <a:cxn ang="0">
                      <a:pos x="22" y="13"/>
                    </a:cxn>
                    <a:cxn ang="0">
                      <a:pos x="0" y="28"/>
                    </a:cxn>
                    <a:cxn ang="0">
                      <a:pos x="5" y="31"/>
                    </a:cxn>
                    <a:cxn ang="0">
                      <a:pos x="61" y="46"/>
                    </a:cxn>
                    <a:cxn ang="0">
                      <a:pos x="63" y="46"/>
                    </a:cxn>
                    <a:cxn ang="0">
                      <a:pos x="116" y="20"/>
                    </a:cxn>
                    <a:cxn ang="0">
                      <a:pos x="60" y="0"/>
                    </a:cxn>
                  </a:cxnLst>
                  <a:rect l="0" t="0" r="r" b="b"/>
                  <a:pathLst>
                    <a:path w="116" h="46">
                      <a:moveTo>
                        <a:pt x="60" y="0"/>
                      </a:moveTo>
                      <a:cubicBezTo>
                        <a:pt x="58" y="0"/>
                        <a:pt x="55" y="0"/>
                        <a:pt x="53" y="0"/>
                      </a:cubicBezTo>
                      <a:cubicBezTo>
                        <a:pt x="43" y="2"/>
                        <a:pt x="32" y="7"/>
                        <a:pt x="22" y="13"/>
                      </a:cubicBezTo>
                      <a:cubicBezTo>
                        <a:pt x="10" y="20"/>
                        <a:pt x="0" y="28"/>
                        <a:pt x="0" y="28"/>
                      </a:cubicBezTo>
                      <a:cubicBezTo>
                        <a:pt x="0" y="28"/>
                        <a:pt x="2" y="29"/>
                        <a:pt x="5" y="31"/>
                      </a:cubicBezTo>
                      <a:cubicBezTo>
                        <a:pt x="14" y="36"/>
                        <a:pt x="34" y="45"/>
                        <a:pt x="61" y="46"/>
                      </a:cubicBezTo>
                      <a:cubicBezTo>
                        <a:pt x="62" y="46"/>
                        <a:pt x="62" y="46"/>
                        <a:pt x="63" y="46"/>
                      </a:cubicBezTo>
                      <a:cubicBezTo>
                        <a:pt x="92" y="46"/>
                        <a:pt x="116" y="20"/>
                        <a:pt x="116" y="20"/>
                      </a:cubicBezTo>
                      <a:cubicBezTo>
                        <a:pt x="116" y="20"/>
                        <a:pt x="88" y="0"/>
                        <a:pt x="6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115"/>
                <p:cNvSpPr>
                  <a:spLocks/>
                </p:cNvSpPr>
                <p:nvPr/>
              </p:nvSpPr>
              <p:spPr bwMode="auto">
                <a:xfrm>
                  <a:off x="7289800" y="3333750"/>
                  <a:ext cx="176213" cy="350837"/>
                </a:xfrm>
                <a:custGeom>
                  <a:avLst/>
                  <a:gdLst/>
                  <a:ahLst/>
                  <a:cxnLst>
                    <a:cxn ang="0">
                      <a:pos x="19" y="0"/>
                    </a:cxn>
                    <a:cxn ang="0">
                      <a:pos x="9" y="59"/>
                    </a:cxn>
                    <a:cxn ang="0">
                      <a:pos x="37" y="106"/>
                    </a:cxn>
                    <a:cxn ang="0">
                      <a:pos x="43" y="111"/>
                    </a:cxn>
                    <a:cxn ang="0">
                      <a:pos x="50" y="88"/>
                    </a:cxn>
                    <a:cxn ang="0">
                      <a:pos x="54" y="55"/>
                    </a:cxn>
                    <a:cxn ang="0">
                      <a:pos x="19" y="0"/>
                    </a:cxn>
                  </a:cxnLst>
                  <a:rect l="0" t="0" r="r" b="b"/>
                  <a:pathLst>
                    <a:path w="56" h="111">
                      <a:moveTo>
                        <a:pt x="19" y="0"/>
                      </a:moveTo>
                      <a:cubicBezTo>
                        <a:pt x="19" y="0"/>
                        <a:pt x="0" y="31"/>
                        <a:pt x="9" y="59"/>
                      </a:cubicBezTo>
                      <a:cubicBezTo>
                        <a:pt x="17" y="83"/>
                        <a:pt x="30" y="99"/>
                        <a:pt x="37" y="106"/>
                      </a:cubicBezTo>
                      <a:cubicBezTo>
                        <a:pt x="41" y="110"/>
                        <a:pt x="43" y="111"/>
                        <a:pt x="43" y="111"/>
                      </a:cubicBezTo>
                      <a:cubicBezTo>
                        <a:pt x="43" y="111"/>
                        <a:pt x="47" y="101"/>
                        <a:pt x="50" y="88"/>
                      </a:cubicBezTo>
                      <a:cubicBezTo>
                        <a:pt x="53" y="77"/>
                        <a:pt x="56" y="65"/>
                        <a:pt x="54" y="55"/>
                      </a:cubicBezTo>
                      <a:cubicBezTo>
                        <a:pt x="50" y="25"/>
                        <a:pt x="19" y="0"/>
                        <a:pt x="1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116"/>
                <p:cNvSpPr>
                  <a:spLocks/>
                </p:cNvSpPr>
                <p:nvPr/>
              </p:nvSpPr>
              <p:spPr bwMode="auto">
                <a:xfrm>
                  <a:off x="7443788" y="3538538"/>
                  <a:ext cx="347663" cy="146050"/>
                </a:xfrm>
                <a:custGeom>
                  <a:avLst/>
                  <a:gdLst/>
                  <a:ahLst/>
                  <a:cxnLst>
                    <a:cxn ang="0">
                      <a:pos x="64" y="0"/>
                    </a:cxn>
                    <a:cxn ang="0">
                      <a:pos x="46" y="2"/>
                    </a:cxn>
                    <a:cxn ang="0">
                      <a:pos x="19" y="19"/>
                    </a:cxn>
                    <a:cxn ang="0">
                      <a:pos x="0" y="38"/>
                    </a:cxn>
                    <a:cxn ang="0">
                      <a:pos x="5" y="40"/>
                    </a:cxn>
                    <a:cxn ang="0">
                      <a:pos x="44" y="46"/>
                    </a:cxn>
                    <a:cxn ang="0">
                      <a:pos x="62" y="45"/>
                    </a:cxn>
                    <a:cxn ang="0">
                      <a:pos x="110" y="10"/>
                    </a:cxn>
                    <a:cxn ang="0">
                      <a:pos x="64" y="0"/>
                    </a:cxn>
                  </a:cxnLst>
                  <a:rect l="0" t="0" r="r" b="b"/>
                  <a:pathLst>
                    <a:path w="110" h="46">
                      <a:moveTo>
                        <a:pt x="64" y="0"/>
                      </a:moveTo>
                      <a:cubicBezTo>
                        <a:pt x="58" y="0"/>
                        <a:pt x="52" y="0"/>
                        <a:pt x="46" y="2"/>
                      </a:cubicBezTo>
                      <a:cubicBezTo>
                        <a:pt x="37" y="5"/>
                        <a:pt x="27" y="12"/>
                        <a:pt x="19" y="19"/>
                      </a:cubicBezTo>
                      <a:cubicBezTo>
                        <a:pt x="8" y="28"/>
                        <a:pt x="0" y="38"/>
                        <a:pt x="0" y="38"/>
                      </a:cubicBezTo>
                      <a:cubicBezTo>
                        <a:pt x="0" y="38"/>
                        <a:pt x="2" y="39"/>
                        <a:pt x="5" y="40"/>
                      </a:cubicBezTo>
                      <a:cubicBezTo>
                        <a:pt x="12" y="42"/>
                        <a:pt x="26" y="46"/>
                        <a:pt x="44" y="46"/>
                      </a:cubicBezTo>
                      <a:cubicBezTo>
                        <a:pt x="49" y="46"/>
                        <a:pt x="55" y="46"/>
                        <a:pt x="62" y="45"/>
                      </a:cubicBezTo>
                      <a:cubicBezTo>
                        <a:pt x="91" y="40"/>
                        <a:pt x="110" y="10"/>
                        <a:pt x="110" y="10"/>
                      </a:cubicBezTo>
                      <a:cubicBezTo>
                        <a:pt x="110" y="10"/>
                        <a:pt x="88" y="0"/>
                        <a:pt x="6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117"/>
                <p:cNvSpPr>
                  <a:spLocks/>
                </p:cNvSpPr>
                <p:nvPr/>
              </p:nvSpPr>
              <p:spPr bwMode="auto">
                <a:xfrm>
                  <a:off x="7383463" y="3140075"/>
                  <a:ext cx="187325" cy="327025"/>
                </a:xfrm>
                <a:custGeom>
                  <a:avLst/>
                  <a:gdLst/>
                  <a:ahLst/>
                  <a:cxnLst>
                    <a:cxn ang="0">
                      <a:pos x="12" y="0"/>
                    </a:cxn>
                    <a:cxn ang="0">
                      <a:pos x="13" y="58"/>
                    </a:cxn>
                    <a:cxn ang="0">
                      <a:pos x="50" y="100"/>
                    </a:cxn>
                    <a:cxn ang="0">
                      <a:pos x="54" y="103"/>
                    </a:cxn>
                    <a:cxn ang="0">
                      <a:pos x="58" y="83"/>
                    </a:cxn>
                    <a:cxn ang="0">
                      <a:pos x="56" y="47"/>
                    </a:cxn>
                    <a:cxn ang="0">
                      <a:pos x="12" y="0"/>
                    </a:cxn>
                  </a:cxnLst>
                  <a:rect l="0" t="0" r="r" b="b"/>
                  <a:pathLst>
                    <a:path w="59" h="103">
                      <a:moveTo>
                        <a:pt x="12" y="0"/>
                      </a:moveTo>
                      <a:cubicBezTo>
                        <a:pt x="12" y="0"/>
                        <a:pt x="0" y="33"/>
                        <a:pt x="13" y="58"/>
                      </a:cubicBezTo>
                      <a:cubicBezTo>
                        <a:pt x="25" y="81"/>
                        <a:pt x="41" y="95"/>
                        <a:pt x="50" y="100"/>
                      </a:cubicBezTo>
                      <a:cubicBezTo>
                        <a:pt x="53" y="102"/>
                        <a:pt x="54" y="103"/>
                        <a:pt x="54" y="103"/>
                      </a:cubicBezTo>
                      <a:cubicBezTo>
                        <a:pt x="54" y="103"/>
                        <a:pt x="56" y="94"/>
                        <a:pt x="58" y="83"/>
                      </a:cubicBezTo>
                      <a:cubicBezTo>
                        <a:pt x="59" y="71"/>
                        <a:pt x="59" y="57"/>
                        <a:pt x="56" y="47"/>
                      </a:cubicBezTo>
                      <a:cubicBezTo>
                        <a:pt x="47" y="19"/>
                        <a:pt x="12" y="0"/>
                        <a:pt x="1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118"/>
                <p:cNvSpPr>
                  <a:spLocks/>
                </p:cNvSpPr>
                <p:nvPr/>
              </p:nvSpPr>
              <p:spPr bwMode="auto">
                <a:xfrm>
                  <a:off x="7570788" y="3282950"/>
                  <a:ext cx="322263" cy="161925"/>
                </a:xfrm>
                <a:custGeom>
                  <a:avLst/>
                  <a:gdLst/>
                  <a:ahLst/>
                  <a:cxnLst>
                    <a:cxn ang="0">
                      <a:pos x="71" y="0"/>
                    </a:cxn>
                    <a:cxn ang="0">
                      <a:pos x="38" y="7"/>
                    </a:cxn>
                    <a:cxn ang="0">
                      <a:pos x="16" y="26"/>
                    </a:cxn>
                    <a:cxn ang="0">
                      <a:pos x="0" y="49"/>
                    </a:cxn>
                    <a:cxn ang="0">
                      <a:pos x="6" y="50"/>
                    </a:cxn>
                    <a:cxn ang="0">
                      <a:pos x="23" y="51"/>
                    </a:cxn>
                    <a:cxn ang="0">
                      <a:pos x="61" y="45"/>
                    </a:cxn>
                    <a:cxn ang="0">
                      <a:pos x="102" y="4"/>
                    </a:cxn>
                    <a:cxn ang="0">
                      <a:pos x="71" y="0"/>
                    </a:cxn>
                  </a:cxnLst>
                  <a:rect l="0" t="0" r="r" b="b"/>
                  <a:pathLst>
                    <a:path w="102" h="51">
                      <a:moveTo>
                        <a:pt x="71" y="0"/>
                      </a:moveTo>
                      <a:cubicBezTo>
                        <a:pt x="61" y="0"/>
                        <a:pt x="48" y="2"/>
                        <a:pt x="38" y="7"/>
                      </a:cubicBezTo>
                      <a:cubicBezTo>
                        <a:pt x="31" y="11"/>
                        <a:pt x="23" y="19"/>
                        <a:pt x="16" y="26"/>
                      </a:cubicBezTo>
                      <a:cubicBezTo>
                        <a:pt x="7" y="38"/>
                        <a:pt x="0" y="49"/>
                        <a:pt x="0" y="49"/>
                      </a:cubicBezTo>
                      <a:cubicBezTo>
                        <a:pt x="0" y="49"/>
                        <a:pt x="2" y="50"/>
                        <a:pt x="6" y="50"/>
                      </a:cubicBezTo>
                      <a:cubicBezTo>
                        <a:pt x="10" y="51"/>
                        <a:pt x="16" y="51"/>
                        <a:pt x="23" y="51"/>
                      </a:cubicBezTo>
                      <a:cubicBezTo>
                        <a:pt x="34" y="51"/>
                        <a:pt x="47" y="50"/>
                        <a:pt x="61" y="45"/>
                      </a:cubicBezTo>
                      <a:cubicBezTo>
                        <a:pt x="88" y="36"/>
                        <a:pt x="102" y="4"/>
                        <a:pt x="102" y="4"/>
                      </a:cubicBezTo>
                      <a:cubicBezTo>
                        <a:pt x="102" y="4"/>
                        <a:pt x="88" y="0"/>
                        <a:pt x="7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119"/>
                <p:cNvSpPr>
                  <a:spLocks/>
                </p:cNvSpPr>
                <p:nvPr/>
              </p:nvSpPr>
              <p:spPr bwMode="auto">
                <a:xfrm>
                  <a:off x="7443788" y="2936875"/>
                  <a:ext cx="206375" cy="295275"/>
                </a:xfrm>
                <a:custGeom>
                  <a:avLst/>
                  <a:gdLst/>
                  <a:ahLst/>
                  <a:cxnLst>
                    <a:cxn ang="0">
                      <a:pos x="7" y="0"/>
                    </a:cxn>
                    <a:cxn ang="0">
                      <a:pos x="17" y="56"/>
                    </a:cxn>
                    <a:cxn ang="0">
                      <a:pos x="59" y="90"/>
                    </a:cxn>
                    <a:cxn ang="0">
                      <a:pos x="65" y="93"/>
                    </a:cxn>
                    <a:cxn ang="0">
                      <a:pos x="64" y="72"/>
                    </a:cxn>
                    <a:cxn ang="0">
                      <a:pos x="57" y="38"/>
                    </a:cxn>
                    <a:cxn ang="0">
                      <a:pos x="7" y="0"/>
                    </a:cxn>
                  </a:cxnLst>
                  <a:rect l="0" t="0" r="r" b="b"/>
                  <a:pathLst>
                    <a:path w="65" h="93">
                      <a:moveTo>
                        <a:pt x="7" y="0"/>
                      </a:moveTo>
                      <a:cubicBezTo>
                        <a:pt x="7" y="0"/>
                        <a:pt x="0" y="34"/>
                        <a:pt x="17" y="56"/>
                      </a:cubicBezTo>
                      <a:cubicBezTo>
                        <a:pt x="33" y="76"/>
                        <a:pt x="51" y="86"/>
                        <a:pt x="59" y="90"/>
                      </a:cubicBezTo>
                      <a:cubicBezTo>
                        <a:pt x="63" y="92"/>
                        <a:pt x="65" y="93"/>
                        <a:pt x="65" y="93"/>
                      </a:cubicBezTo>
                      <a:cubicBezTo>
                        <a:pt x="65" y="93"/>
                        <a:pt x="65" y="83"/>
                        <a:pt x="64" y="72"/>
                      </a:cubicBezTo>
                      <a:cubicBezTo>
                        <a:pt x="63" y="61"/>
                        <a:pt x="61" y="47"/>
                        <a:pt x="57" y="38"/>
                      </a:cubicBezTo>
                      <a:cubicBezTo>
                        <a:pt x="43" y="12"/>
                        <a:pt x="7" y="0"/>
                        <a:pt x="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120"/>
                <p:cNvSpPr>
                  <a:spLocks/>
                </p:cNvSpPr>
                <p:nvPr/>
              </p:nvSpPr>
              <p:spPr bwMode="auto">
                <a:xfrm>
                  <a:off x="7656513" y="3006725"/>
                  <a:ext cx="287338" cy="193675"/>
                </a:xfrm>
                <a:custGeom>
                  <a:avLst/>
                  <a:gdLst/>
                  <a:ahLst/>
                  <a:cxnLst>
                    <a:cxn ang="0">
                      <a:pos x="82" y="0"/>
                    </a:cxn>
                    <a:cxn ang="0">
                      <a:pos x="30" y="14"/>
                    </a:cxn>
                    <a:cxn ang="0">
                      <a:pos x="12" y="38"/>
                    </a:cxn>
                    <a:cxn ang="0">
                      <a:pos x="0" y="61"/>
                    </a:cxn>
                    <a:cxn ang="0">
                      <a:pos x="6" y="61"/>
                    </a:cxn>
                    <a:cxn ang="0">
                      <a:pos x="6" y="61"/>
                    </a:cxn>
                    <a:cxn ang="0">
                      <a:pos x="59" y="47"/>
                    </a:cxn>
                    <a:cxn ang="0">
                      <a:pos x="91" y="0"/>
                    </a:cxn>
                    <a:cxn ang="0">
                      <a:pos x="82" y="0"/>
                    </a:cxn>
                  </a:cxnLst>
                  <a:rect l="0" t="0" r="r" b="b"/>
                  <a:pathLst>
                    <a:path w="91" h="61">
                      <a:moveTo>
                        <a:pt x="82" y="0"/>
                      </a:moveTo>
                      <a:cubicBezTo>
                        <a:pt x="69" y="0"/>
                        <a:pt x="46" y="1"/>
                        <a:pt x="30" y="14"/>
                      </a:cubicBezTo>
                      <a:cubicBezTo>
                        <a:pt x="23" y="19"/>
                        <a:pt x="17" y="29"/>
                        <a:pt x="12" y="38"/>
                      </a:cubicBezTo>
                      <a:cubicBezTo>
                        <a:pt x="5" y="50"/>
                        <a:pt x="0" y="61"/>
                        <a:pt x="0" y="61"/>
                      </a:cubicBezTo>
                      <a:cubicBezTo>
                        <a:pt x="0" y="61"/>
                        <a:pt x="2" y="61"/>
                        <a:pt x="6" y="61"/>
                      </a:cubicBezTo>
                      <a:cubicBezTo>
                        <a:pt x="6" y="61"/>
                        <a:pt x="6" y="61"/>
                        <a:pt x="6" y="61"/>
                      </a:cubicBezTo>
                      <a:cubicBezTo>
                        <a:pt x="16" y="61"/>
                        <a:pt x="36" y="59"/>
                        <a:pt x="59" y="47"/>
                      </a:cubicBezTo>
                      <a:cubicBezTo>
                        <a:pt x="83" y="33"/>
                        <a:pt x="91" y="0"/>
                        <a:pt x="91" y="0"/>
                      </a:cubicBezTo>
                      <a:cubicBezTo>
                        <a:pt x="91" y="0"/>
                        <a:pt x="88" y="0"/>
                        <a:pt x="8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121"/>
                <p:cNvSpPr>
                  <a:spLocks/>
                </p:cNvSpPr>
                <p:nvPr/>
              </p:nvSpPr>
              <p:spPr bwMode="auto">
                <a:xfrm>
                  <a:off x="7469188" y="2732088"/>
                  <a:ext cx="228600" cy="249237"/>
                </a:xfrm>
                <a:custGeom>
                  <a:avLst/>
                  <a:gdLst/>
                  <a:ahLst/>
                  <a:cxnLst>
                    <a:cxn ang="0">
                      <a:pos x="0" y="0"/>
                    </a:cxn>
                    <a:cxn ang="0">
                      <a:pos x="20" y="52"/>
                    </a:cxn>
                    <a:cxn ang="0">
                      <a:pos x="68" y="78"/>
                    </a:cxn>
                    <a:cxn ang="0">
                      <a:pos x="72" y="79"/>
                    </a:cxn>
                    <a:cxn ang="0">
                      <a:pos x="69" y="62"/>
                    </a:cxn>
                    <a:cxn ang="0">
                      <a:pos x="55" y="27"/>
                    </a:cxn>
                    <a:cxn ang="0">
                      <a:pos x="0" y="0"/>
                    </a:cxn>
                  </a:cxnLst>
                  <a:rect l="0" t="0" r="r" b="b"/>
                  <a:pathLst>
                    <a:path w="72" h="79">
                      <a:moveTo>
                        <a:pt x="0" y="0"/>
                      </a:moveTo>
                      <a:cubicBezTo>
                        <a:pt x="0" y="0"/>
                        <a:pt x="0" y="33"/>
                        <a:pt x="20" y="52"/>
                      </a:cubicBezTo>
                      <a:cubicBezTo>
                        <a:pt x="39" y="69"/>
                        <a:pt x="59" y="76"/>
                        <a:pt x="68" y="78"/>
                      </a:cubicBezTo>
                      <a:cubicBezTo>
                        <a:pt x="70" y="78"/>
                        <a:pt x="72" y="79"/>
                        <a:pt x="72" y="79"/>
                      </a:cubicBezTo>
                      <a:cubicBezTo>
                        <a:pt x="72" y="79"/>
                        <a:pt x="71" y="72"/>
                        <a:pt x="69" y="62"/>
                      </a:cubicBezTo>
                      <a:cubicBezTo>
                        <a:pt x="66" y="51"/>
                        <a:pt x="62" y="36"/>
                        <a:pt x="55" y="27"/>
                      </a:cubicBezTo>
                      <a:cubicBezTo>
                        <a:pt x="37" y="5"/>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122"/>
                <p:cNvSpPr>
                  <a:spLocks/>
                </p:cNvSpPr>
                <p:nvPr/>
              </p:nvSpPr>
              <p:spPr bwMode="auto">
                <a:xfrm>
                  <a:off x="7700963" y="2716213"/>
                  <a:ext cx="242888" cy="233362"/>
                </a:xfrm>
                <a:custGeom>
                  <a:avLst/>
                  <a:gdLst/>
                  <a:ahLst/>
                  <a:cxnLst>
                    <a:cxn ang="0">
                      <a:pos x="77" y="0"/>
                    </a:cxn>
                    <a:cxn ang="0">
                      <a:pos x="21" y="24"/>
                    </a:cxn>
                    <a:cxn ang="0">
                      <a:pos x="7" y="49"/>
                    </a:cxn>
                    <a:cxn ang="0">
                      <a:pos x="0" y="74"/>
                    </a:cxn>
                    <a:cxn ang="0">
                      <a:pos x="6" y="73"/>
                    </a:cxn>
                    <a:cxn ang="0">
                      <a:pos x="54" y="50"/>
                    </a:cxn>
                    <a:cxn ang="0">
                      <a:pos x="77" y="0"/>
                    </a:cxn>
                  </a:cxnLst>
                  <a:rect l="0" t="0" r="r" b="b"/>
                  <a:pathLst>
                    <a:path w="77" h="74">
                      <a:moveTo>
                        <a:pt x="77" y="0"/>
                      </a:moveTo>
                      <a:cubicBezTo>
                        <a:pt x="77" y="0"/>
                        <a:pt x="40" y="2"/>
                        <a:pt x="21" y="24"/>
                      </a:cubicBezTo>
                      <a:cubicBezTo>
                        <a:pt x="15" y="30"/>
                        <a:pt x="11" y="40"/>
                        <a:pt x="7" y="49"/>
                      </a:cubicBezTo>
                      <a:cubicBezTo>
                        <a:pt x="3" y="62"/>
                        <a:pt x="0" y="74"/>
                        <a:pt x="0" y="74"/>
                      </a:cubicBezTo>
                      <a:cubicBezTo>
                        <a:pt x="0" y="74"/>
                        <a:pt x="2" y="74"/>
                        <a:pt x="6" y="73"/>
                      </a:cubicBezTo>
                      <a:cubicBezTo>
                        <a:pt x="15" y="71"/>
                        <a:pt x="35" y="66"/>
                        <a:pt x="54" y="50"/>
                      </a:cubicBezTo>
                      <a:cubicBezTo>
                        <a:pt x="76" y="33"/>
                        <a:pt x="77" y="0"/>
                        <a:pt x="7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123"/>
                <p:cNvSpPr>
                  <a:spLocks/>
                </p:cNvSpPr>
                <p:nvPr/>
              </p:nvSpPr>
              <p:spPr bwMode="auto">
                <a:xfrm>
                  <a:off x="7440613" y="2516188"/>
                  <a:ext cx="263525" cy="206375"/>
                </a:xfrm>
                <a:custGeom>
                  <a:avLst/>
                  <a:gdLst/>
                  <a:ahLst/>
                  <a:cxnLst>
                    <a:cxn ang="0">
                      <a:pos x="1" y="0"/>
                    </a:cxn>
                    <a:cxn ang="0">
                      <a:pos x="0" y="0"/>
                    </a:cxn>
                    <a:cxn ang="0">
                      <a:pos x="28" y="48"/>
                    </a:cxn>
                    <a:cxn ang="0">
                      <a:pos x="78" y="65"/>
                    </a:cxn>
                    <a:cxn ang="0">
                      <a:pos x="82" y="65"/>
                    </a:cxn>
                    <a:cxn ang="0">
                      <a:pos x="83" y="65"/>
                    </a:cxn>
                    <a:cxn ang="0">
                      <a:pos x="77" y="49"/>
                    </a:cxn>
                    <a:cxn ang="0">
                      <a:pos x="57" y="18"/>
                    </a:cxn>
                    <a:cxn ang="0">
                      <a:pos x="1" y="0"/>
                    </a:cxn>
                  </a:cxnLst>
                  <a:rect l="0" t="0" r="r" b="b"/>
                  <a:pathLst>
                    <a:path w="83" h="65">
                      <a:moveTo>
                        <a:pt x="1" y="0"/>
                      </a:moveTo>
                      <a:cubicBezTo>
                        <a:pt x="0" y="0"/>
                        <a:pt x="0" y="0"/>
                        <a:pt x="0" y="0"/>
                      </a:cubicBezTo>
                      <a:cubicBezTo>
                        <a:pt x="0" y="0"/>
                        <a:pt x="5" y="33"/>
                        <a:pt x="28" y="48"/>
                      </a:cubicBezTo>
                      <a:cubicBezTo>
                        <a:pt x="49" y="61"/>
                        <a:pt x="69" y="64"/>
                        <a:pt x="78" y="65"/>
                      </a:cubicBezTo>
                      <a:cubicBezTo>
                        <a:pt x="80" y="65"/>
                        <a:pt x="81" y="65"/>
                        <a:pt x="82" y="65"/>
                      </a:cubicBezTo>
                      <a:cubicBezTo>
                        <a:pt x="82" y="65"/>
                        <a:pt x="83" y="65"/>
                        <a:pt x="83" y="65"/>
                      </a:cubicBezTo>
                      <a:cubicBezTo>
                        <a:pt x="83" y="65"/>
                        <a:pt x="81" y="58"/>
                        <a:pt x="77" y="49"/>
                      </a:cubicBezTo>
                      <a:cubicBezTo>
                        <a:pt x="72" y="38"/>
                        <a:pt x="65" y="25"/>
                        <a:pt x="57" y="18"/>
                      </a:cubicBezTo>
                      <a:cubicBezTo>
                        <a:pt x="39" y="1"/>
                        <a:pt x="8" y="0"/>
                        <a:pt x="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124"/>
                <p:cNvSpPr>
                  <a:spLocks/>
                </p:cNvSpPr>
                <p:nvPr/>
              </p:nvSpPr>
              <p:spPr bwMode="auto">
                <a:xfrm>
                  <a:off x="7700963" y="2420938"/>
                  <a:ext cx="207963" cy="269875"/>
                </a:xfrm>
                <a:custGeom>
                  <a:avLst/>
                  <a:gdLst/>
                  <a:ahLst/>
                  <a:cxnLst>
                    <a:cxn ang="0">
                      <a:pos x="62" y="0"/>
                    </a:cxn>
                    <a:cxn ang="0">
                      <a:pos x="11" y="33"/>
                    </a:cxn>
                    <a:cxn ang="0">
                      <a:pos x="2" y="63"/>
                    </a:cxn>
                    <a:cxn ang="0">
                      <a:pos x="0" y="85"/>
                    </a:cxn>
                    <a:cxn ang="0">
                      <a:pos x="5" y="83"/>
                    </a:cxn>
                    <a:cxn ang="0">
                      <a:pos x="48" y="53"/>
                    </a:cxn>
                    <a:cxn ang="0">
                      <a:pos x="62" y="0"/>
                    </a:cxn>
                  </a:cxnLst>
                  <a:rect l="0" t="0" r="r" b="b"/>
                  <a:pathLst>
                    <a:path w="66" h="85">
                      <a:moveTo>
                        <a:pt x="62" y="0"/>
                      </a:moveTo>
                      <a:cubicBezTo>
                        <a:pt x="62" y="0"/>
                        <a:pt x="26" y="9"/>
                        <a:pt x="11" y="33"/>
                      </a:cubicBezTo>
                      <a:cubicBezTo>
                        <a:pt x="7" y="41"/>
                        <a:pt x="4" y="52"/>
                        <a:pt x="2" y="63"/>
                      </a:cubicBezTo>
                      <a:cubicBezTo>
                        <a:pt x="0" y="75"/>
                        <a:pt x="0" y="85"/>
                        <a:pt x="0" y="85"/>
                      </a:cubicBezTo>
                      <a:cubicBezTo>
                        <a:pt x="0" y="85"/>
                        <a:pt x="2" y="84"/>
                        <a:pt x="5" y="83"/>
                      </a:cubicBezTo>
                      <a:cubicBezTo>
                        <a:pt x="13" y="80"/>
                        <a:pt x="32" y="72"/>
                        <a:pt x="48" y="53"/>
                      </a:cubicBezTo>
                      <a:cubicBezTo>
                        <a:pt x="66" y="33"/>
                        <a:pt x="62" y="0"/>
                        <a:pt x="6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125"/>
                <p:cNvSpPr>
                  <a:spLocks/>
                </p:cNvSpPr>
                <p:nvPr/>
              </p:nvSpPr>
              <p:spPr bwMode="auto">
                <a:xfrm>
                  <a:off x="7373938" y="2303463"/>
                  <a:ext cx="288925" cy="161925"/>
                </a:xfrm>
                <a:custGeom>
                  <a:avLst/>
                  <a:gdLst/>
                  <a:ahLst/>
                  <a:cxnLst>
                    <a:cxn ang="0">
                      <a:pos x="21" y="0"/>
                    </a:cxn>
                    <a:cxn ang="0">
                      <a:pos x="0" y="2"/>
                    </a:cxn>
                    <a:cxn ang="0">
                      <a:pos x="35" y="43"/>
                    </a:cxn>
                    <a:cxn ang="0">
                      <a:pos x="76" y="51"/>
                    </a:cxn>
                    <a:cxn ang="0">
                      <a:pos x="86" y="51"/>
                    </a:cxn>
                    <a:cxn ang="0">
                      <a:pos x="91" y="50"/>
                    </a:cxn>
                    <a:cxn ang="0">
                      <a:pos x="82" y="35"/>
                    </a:cxn>
                    <a:cxn ang="0">
                      <a:pos x="58" y="9"/>
                    </a:cxn>
                    <a:cxn ang="0">
                      <a:pos x="21" y="0"/>
                    </a:cxn>
                  </a:cxnLst>
                  <a:rect l="0" t="0" r="r" b="b"/>
                  <a:pathLst>
                    <a:path w="91" h="51">
                      <a:moveTo>
                        <a:pt x="21" y="0"/>
                      </a:moveTo>
                      <a:cubicBezTo>
                        <a:pt x="9" y="0"/>
                        <a:pt x="0" y="2"/>
                        <a:pt x="0" y="2"/>
                      </a:cubicBezTo>
                      <a:cubicBezTo>
                        <a:pt x="0" y="2"/>
                        <a:pt x="10" y="33"/>
                        <a:pt x="35" y="43"/>
                      </a:cubicBezTo>
                      <a:cubicBezTo>
                        <a:pt x="51" y="49"/>
                        <a:pt x="66" y="51"/>
                        <a:pt x="76" y="51"/>
                      </a:cubicBezTo>
                      <a:cubicBezTo>
                        <a:pt x="80" y="51"/>
                        <a:pt x="84" y="51"/>
                        <a:pt x="86" y="51"/>
                      </a:cubicBezTo>
                      <a:cubicBezTo>
                        <a:pt x="89" y="50"/>
                        <a:pt x="91" y="50"/>
                        <a:pt x="91" y="50"/>
                      </a:cubicBezTo>
                      <a:cubicBezTo>
                        <a:pt x="91" y="50"/>
                        <a:pt x="87" y="43"/>
                        <a:pt x="82" y="35"/>
                      </a:cubicBezTo>
                      <a:cubicBezTo>
                        <a:pt x="76" y="26"/>
                        <a:pt x="67" y="15"/>
                        <a:pt x="58" y="9"/>
                      </a:cubicBezTo>
                      <a:cubicBezTo>
                        <a:pt x="47" y="2"/>
                        <a:pt x="32" y="0"/>
                        <a:pt x="2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126"/>
                <p:cNvSpPr>
                  <a:spLocks/>
                </p:cNvSpPr>
                <p:nvPr/>
              </p:nvSpPr>
              <p:spPr bwMode="auto">
                <a:xfrm>
                  <a:off x="7646988" y="2139950"/>
                  <a:ext cx="179388" cy="293687"/>
                </a:xfrm>
                <a:custGeom>
                  <a:avLst/>
                  <a:gdLst/>
                  <a:ahLst/>
                  <a:cxnLst>
                    <a:cxn ang="0">
                      <a:pos x="48" y="0"/>
                    </a:cxn>
                    <a:cxn ang="0">
                      <a:pos x="5" y="40"/>
                    </a:cxn>
                    <a:cxn ang="0">
                      <a:pos x="1" y="74"/>
                    </a:cxn>
                    <a:cxn ang="0">
                      <a:pos x="2" y="93"/>
                    </a:cxn>
                    <a:cxn ang="0">
                      <a:pos x="6" y="91"/>
                    </a:cxn>
                    <a:cxn ang="0">
                      <a:pos x="43" y="54"/>
                    </a:cxn>
                    <a:cxn ang="0">
                      <a:pos x="48" y="0"/>
                    </a:cxn>
                  </a:cxnLst>
                  <a:rect l="0" t="0" r="r" b="b"/>
                  <a:pathLst>
                    <a:path w="57" h="93">
                      <a:moveTo>
                        <a:pt x="48" y="0"/>
                      </a:moveTo>
                      <a:cubicBezTo>
                        <a:pt x="48" y="0"/>
                        <a:pt x="15" y="15"/>
                        <a:pt x="5" y="40"/>
                      </a:cubicBezTo>
                      <a:cubicBezTo>
                        <a:pt x="1" y="50"/>
                        <a:pt x="0" y="63"/>
                        <a:pt x="1" y="74"/>
                      </a:cubicBezTo>
                      <a:cubicBezTo>
                        <a:pt x="1" y="84"/>
                        <a:pt x="2" y="93"/>
                        <a:pt x="2" y="93"/>
                      </a:cubicBezTo>
                      <a:cubicBezTo>
                        <a:pt x="2" y="93"/>
                        <a:pt x="4" y="92"/>
                        <a:pt x="6" y="91"/>
                      </a:cubicBezTo>
                      <a:cubicBezTo>
                        <a:pt x="13" y="87"/>
                        <a:pt x="30" y="75"/>
                        <a:pt x="43" y="54"/>
                      </a:cubicBezTo>
                      <a:cubicBezTo>
                        <a:pt x="57" y="31"/>
                        <a:pt x="48" y="0"/>
                        <a:pt x="4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127"/>
                <p:cNvSpPr>
                  <a:spLocks/>
                </p:cNvSpPr>
                <p:nvPr/>
              </p:nvSpPr>
              <p:spPr bwMode="auto">
                <a:xfrm>
                  <a:off x="7270750" y="2095500"/>
                  <a:ext cx="303213" cy="134937"/>
                </a:xfrm>
                <a:custGeom>
                  <a:avLst/>
                  <a:gdLst/>
                  <a:ahLst/>
                  <a:cxnLst>
                    <a:cxn ang="0">
                      <a:pos x="37" y="0"/>
                    </a:cxn>
                    <a:cxn ang="0">
                      <a:pos x="0" y="7"/>
                    </a:cxn>
                    <a:cxn ang="0">
                      <a:pos x="41" y="41"/>
                    </a:cxn>
                    <a:cxn ang="0">
                      <a:pos x="64" y="43"/>
                    </a:cxn>
                    <a:cxn ang="0">
                      <a:pos x="93" y="39"/>
                    </a:cxn>
                    <a:cxn ang="0">
                      <a:pos x="96" y="38"/>
                    </a:cxn>
                    <a:cxn ang="0">
                      <a:pos x="87" y="28"/>
                    </a:cxn>
                    <a:cxn ang="0">
                      <a:pos x="58" y="4"/>
                    </a:cxn>
                    <a:cxn ang="0">
                      <a:pos x="37" y="0"/>
                    </a:cxn>
                  </a:cxnLst>
                  <a:rect l="0" t="0" r="r" b="b"/>
                  <a:pathLst>
                    <a:path w="96" h="43">
                      <a:moveTo>
                        <a:pt x="37" y="0"/>
                      </a:moveTo>
                      <a:cubicBezTo>
                        <a:pt x="18" y="0"/>
                        <a:pt x="0" y="7"/>
                        <a:pt x="0" y="7"/>
                      </a:cubicBezTo>
                      <a:cubicBezTo>
                        <a:pt x="0" y="7"/>
                        <a:pt x="16" y="35"/>
                        <a:pt x="41" y="41"/>
                      </a:cubicBezTo>
                      <a:cubicBezTo>
                        <a:pt x="50" y="43"/>
                        <a:pt x="57" y="43"/>
                        <a:pt x="64" y="43"/>
                      </a:cubicBezTo>
                      <a:cubicBezTo>
                        <a:pt x="78" y="43"/>
                        <a:pt x="88" y="41"/>
                        <a:pt x="93" y="39"/>
                      </a:cubicBezTo>
                      <a:cubicBezTo>
                        <a:pt x="95" y="39"/>
                        <a:pt x="96" y="38"/>
                        <a:pt x="96" y="38"/>
                      </a:cubicBezTo>
                      <a:cubicBezTo>
                        <a:pt x="96" y="38"/>
                        <a:pt x="93" y="33"/>
                        <a:pt x="87" y="28"/>
                      </a:cubicBezTo>
                      <a:cubicBezTo>
                        <a:pt x="80" y="19"/>
                        <a:pt x="68" y="8"/>
                        <a:pt x="58" y="4"/>
                      </a:cubicBezTo>
                      <a:cubicBezTo>
                        <a:pt x="51" y="1"/>
                        <a:pt x="44" y="0"/>
                        <a:pt x="3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128"/>
                <p:cNvSpPr>
                  <a:spLocks/>
                </p:cNvSpPr>
                <p:nvPr/>
              </p:nvSpPr>
              <p:spPr bwMode="auto">
                <a:xfrm>
                  <a:off x="7535863" y="1882775"/>
                  <a:ext cx="161925" cy="303212"/>
                </a:xfrm>
                <a:custGeom>
                  <a:avLst/>
                  <a:gdLst/>
                  <a:ahLst/>
                  <a:cxnLst>
                    <a:cxn ang="0">
                      <a:pos x="36" y="0"/>
                    </a:cxn>
                    <a:cxn ang="0">
                      <a:pos x="2" y="46"/>
                    </a:cxn>
                    <a:cxn ang="0">
                      <a:pos x="4" y="78"/>
                    </a:cxn>
                    <a:cxn ang="0">
                      <a:pos x="8" y="96"/>
                    </a:cxn>
                    <a:cxn ang="0">
                      <a:pos x="11" y="94"/>
                    </a:cxn>
                    <a:cxn ang="0">
                      <a:pos x="41" y="52"/>
                    </a:cxn>
                    <a:cxn ang="0">
                      <a:pos x="36" y="0"/>
                    </a:cxn>
                  </a:cxnLst>
                  <a:rect l="0" t="0" r="r" b="b"/>
                  <a:pathLst>
                    <a:path w="51" h="96">
                      <a:moveTo>
                        <a:pt x="36" y="0"/>
                      </a:moveTo>
                      <a:cubicBezTo>
                        <a:pt x="36" y="0"/>
                        <a:pt x="7" y="20"/>
                        <a:pt x="2" y="46"/>
                      </a:cubicBezTo>
                      <a:cubicBezTo>
                        <a:pt x="0" y="55"/>
                        <a:pt x="1" y="68"/>
                        <a:pt x="4" y="78"/>
                      </a:cubicBezTo>
                      <a:cubicBezTo>
                        <a:pt x="6" y="89"/>
                        <a:pt x="8" y="96"/>
                        <a:pt x="8" y="96"/>
                      </a:cubicBezTo>
                      <a:cubicBezTo>
                        <a:pt x="8" y="96"/>
                        <a:pt x="10" y="96"/>
                        <a:pt x="11" y="94"/>
                      </a:cubicBezTo>
                      <a:cubicBezTo>
                        <a:pt x="18" y="89"/>
                        <a:pt x="32" y="75"/>
                        <a:pt x="41" y="52"/>
                      </a:cubicBezTo>
                      <a:cubicBezTo>
                        <a:pt x="51" y="28"/>
                        <a:pt x="36" y="0"/>
                        <a:pt x="3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129"/>
                <p:cNvSpPr>
                  <a:spLocks/>
                </p:cNvSpPr>
                <p:nvPr/>
              </p:nvSpPr>
              <p:spPr bwMode="auto">
                <a:xfrm>
                  <a:off x="7137400" y="1901825"/>
                  <a:ext cx="306388" cy="127000"/>
                </a:xfrm>
                <a:custGeom>
                  <a:avLst/>
                  <a:gdLst/>
                  <a:ahLst/>
                  <a:cxnLst>
                    <a:cxn ang="0">
                      <a:pos x="45" y="0"/>
                    </a:cxn>
                    <a:cxn ang="0">
                      <a:pos x="0" y="14"/>
                    </a:cxn>
                    <a:cxn ang="0">
                      <a:pos x="44" y="40"/>
                    </a:cxn>
                    <a:cxn ang="0">
                      <a:pos x="49" y="40"/>
                    </a:cxn>
                    <a:cxn ang="0">
                      <a:pos x="95" y="29"/>
                    </a:cxn>
                    <a:cxn ang="0">
                      <a:pos x="97" y="28"/>
                    </a:cxn>
                    <a:cxn ang="0">
                      <a:pos x="91" y="23"/>
                    </a:cxn>
                    <a:cxn ang="0">
                      <a:pos x="55" y="1"/>
                    </a:cxn>
                    <a:cxn ang="0">
                      <a:pos x="45" y="0"/>
                    </a:cxn>
                  </a:cxnLst>
                  <a:rect l="0" t="0" r="r" b="b"/>
                  <a:pathLst>
                    <a:path w="97" h="40">
                      <a:moveTo>
                        <a:pt x="45" y="0"/>
                      </a:moveTo>
                      <a:cubicBezTo>
                        <a:pt x="22" y="0"/>
                        <a:pt x="0" y="14"/>
                        <a:pt x="0" y="14"/>
                      </a:cubicBezTo>
                      <a:cubicBezTo>
                        <a:pt x="0" y="14"/>
                        <a:pt x="19" y="38"/>
                        <a:pt x="44" y="40"/>
                      </a:cubicBezTo>
                      <a:cubicBezTo>
                        <a:pt x="46" y="40"/>
                        <a:pt x="48" y="40"/>
                        <a:pt x="49" y="40"/>
                      </a:cubicBezTo>
                      <a:cubicBezTo>
                        <a:pt x="73" y="40"/>
                        <a:pt x="90" y="32"/>
                        <a:pt x="95" y="29"/>
                      </a:cubicBezTo>
                      <a:cubicBezTo>
                        <a:pt x="97" y="28"/>
                        <a:pt x="97" y="28"/>
                        <a:pt x="97" y="28"/>
                      </a:cubicBezTo>
                      <a:cubicBezTo>
                        <a:pt x="97" y="28"/>
                        <a:pt x="95" y="26"/>
                        <a:pt x="91" y="23"/>
                      </a:cubicBezTo>
                      <a:cubicBezTo>
                        <a:pt x="83" y="16"/>
                        <a:pt x="67" y="4"/>
                        <a:pt x="55" y="1"/>
                      </a:cubicBezTo>
                      <a:cubicBezTo>
                        <a:pt x="51" y="1"/>
                        <a:pt x="48" y="0"/>
                        <a:pt x="4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130"/>
                <p:cNvSpPr>
                  <a:spLocks/>
                </p:cNvSpPr>
                <p:nvPr/>
              </p:nvSpPr>
              <p:spPr bwMode="auto">
                <a:xfrm>
                  <a:off x="7380288" y="1654175"/>
                  <a:ext cx="139700" cy="311150"/>
                </a:xfrm>
                <a:custGeom>
                  <a:avLst/>
                  <a:gdLst/>
                  <a:ahLst/>
                  <a:cxnLst>
                    <a:cxn ang="0">
                      <a:pos x="26" y="0"/>
                    </a:cxn>
                    <a:cxn ang="0">
                      <a:pos x="0" y="50"/>
                    </a:cxn>
                    <a:cxn ang="0">
                      <a:pos x="7" y="79"/>
                    </a:cxn>
                    <a:cxn ang="0">
                      <a:pos x="15" y="98"/>
                    </a:cxn>
                    <a:cxn ang="0">
                      <a:pos x="18" y="95"/>
                    </a:cxn>
                    <a:cxn ang="0">
                      <a:pos x="39" y="50"/>
                    </a:cxn>
                    <a:cxn ang="0">
                      <a:pos x="26" y="0"/>
                    </a:cxn>
                  </a:cxnLst>
                  <a:rect l="0" t="0" r="r" b="b"/>
                  <a:pathLst>
                    <a:path w="44" h="98">
                      <a:moveTo>
                        <a:pt x="26" y="0"/>
                      </a:moveTo>
                      <a:cubicBezTo>
                        <a:pt x="26" y="0"/>
                        <a:pt x="1" y="24"/>
                        <a:pt x="0" y="50"/>
                      </a:cubicBezTo>
                      <a:cubicBezTo>
                        <a:pt x="0" y="59"/>
                        <a:pt x="3" y="70"/>
                        <a:pt x="7" y="79"/>
                      </a:cubicBezTo>
                      <a:cubicBezTo>
                        <a:pt x="11" y="90"/>
                        <a:pt x="15" y="98"/>
                        <a:pt x="15" y="98"/>
                      </a:cubicBezTo>
                      <a:cubicBezTo>
                        <a:pt x="15" y="98"/>
                        <a:pt x="16" y="97"/>
                        <a:pt x="18" y="95"/>
                      </a:cubicBezTo>
                      <a:cubicBezTo>
                        <a:pt x="24" y="88"/>
                        <a:pt x="35" y="73"/>
                        <a:pt x="39" y="50"/>
                      </a:cubicBezTo>
                      <a:cubicBezTo>
                        <a:pt x="44" y="25"/>
                        <a:pt x="26" y="0"/>
                        <a:pt x="2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131"/>
                <p:cNvSpPr>
                  <a:spLocks/>
                </p:cNvSpPr>
                <p:nvPr/>
              </p:nvSpPr>
              <p:spPr bwMode="auto">
                <a:xfrm>
                  <a:off x="6972300" y="1733550"/>
                  <a:ext cx="307975" cy="123825"/>
                </a:xfrm>
                <a:custGeom>
                  <a:avLst/>
                  <a:gdLst/>
                  <a:ahLst/>
                  <a:cxnLst>
                    <a:cxn ang="0">
                      <a:pos x="50" y="0"/>
                    </a:cxn>
                    <a:cxn ang="0">
                      <a:pos x="0" y="22"/>
                    </a:cxn>
                    <a:cxn ang="0">
                      <a:pos x="43" y="39"/>
                    </a:cxn>
                    <a:cxn ang="0">
                      <a:pos x="48" y="39"/>
                    </a:cxn>
                    <a:cxn ang="0">
                      <a:pos x="96" y="19"/>
                    </a:cxn>
                    <a:cxn ang="0">
                      <a:pos x="97" y="18"/>
                    </a:cxn>
                    <a:cxn ang="0">
                      <a:pos x="91" y="15"/>
                    </a:cxn>
                    <a:cxn ang="0">
                      <a:pos x="51" y="0"/>
                    </a:cxn>
                    <a:cxn ang="0">
                      <a:pos x="50" y="0"/>
                    </a:cxn>
                  </a:cxnLst>
                  <a:rect l="0" t="0" r="r" b="b"/>
                  <a:pathLst>
                    <a:path w="97" h="39">
                      <a:moveTo>
                        <a:pt x="50" y="0"/>
                      </a:moveTo>
                      <a:cubicBezTo>
                        <a:pt x="25" y="0"/>
                        <a:pt x="0" y="22"/>
                        <a:pt x="0" y="22"/>
                      </a:cubicBezTo>
                      <a:cubicBezTo>
                        <a:pt x="0" y="22"/>
                        <a:pt x="20" y="39"/>
                        <a:pt x="43" y="39"/>
                      </a:cubicBezTo>
                      <a:cubicBezTo>
                        <a:pt x="44" y="39"/>
                        <a:pt x="46" y="39"/>
                        <a:pt x="48" y="39"/>
                      </a:cubicBezTo>
                      <a:cubicBezTo>
                        <a:pt x="74" y="35"/>
                        <a:pt x="91" y="23"/>
                        <a:pt x="96" y="19"/>
                      </a:cubicBezTo>
                      <a:cubicBezTo>
                        <a:pt x="97" y="19"/>
                        <a:pt x="97" y="18"/>
                        <a:pt x="97" y="18"/>
                      </a:cubicBezTo>
                      <a:cubicBezTo>
                        <a:pt x="97" y="18"/>
                        <a:pt x="95" y="17"/>
                        <a:pt x="91" y="15"/>
                      </a:cubicBezTo>
                      <a:cubicBezTo>
                        <a:pt x="81" y="9"/>
                        <a:pt x="64" y="1"/>
                        <a:pt x="51" y="0"/>
                      </a:cubicBezTo>
                      <a:cubicBezTo>
                        <a:pt x="51" y="0"/>
                        <a:pt x="50" y="0"/>
                        <a:pt x="5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132"/>
                <p:cNvSpPr>
                  <a:spLocks/>
                </p:cNvSpPr>
                <p:nvPr/>
              </p:nvSpPr>
              <p:spPr bwMode="auto">
                <a:xfrm>
                  <a:off x="7175500" y="1465263"/>
                  <a:ext cx="136525" cy="306387"/>
                </a:xfrm>
                <a:custGeom>
                  <a:avLst/>
                  <a:gdLst/>
                  <a:ahLst/>
                  <a:cxnLst>
                    <a:cxn ang="0">
                      <a:pos x="20" y="0"/>
                    </a:cxn>
                    <a:cxn ang="0">
                      <a:pos x="4" y="53"/>
                    </a:cxn>
                    <a:cxn ang="0">
                      <a:pos x="18" y="85"/>
                    </a:cxn>
                    <a:cxn ang="0">
                      <a:pos x="27" y="97"/>
                    </a:cxn>
                    <a:cxn ang="0">
                      <a:pos x="29" y="94"/>
                    </a:cxn>
                    <a:cxn ang="0">
                      <a:pos x="42" y="46"/>
                    </a:cxn>
                    <a:cxn ang="0">
                      <a:pos x="20" y="0"/>
                    </a:cxn>
                  </a:cxnLst>
                  <a:rect l="0" t="0" r="r" b="b"/>
                  <a:pathLst>
                    <a:path w="43" h="97">
                      <a:moveTo>
                        <a:pt x="20" y="0"/>
                      </a:moveTo>
                      <a:cubicBezTo>
                        <a:pt x="20" y="0"/>
                        <a:pt x="0" y="28"/>
                        <a:pt x="4" y="53"/>
                      </a:cubicBezTo>
                      <a:cubicBezTo>
                        <a:pt x="5" y="63"/>
                        <a:pt x="12" y="76"/>
                        <a:pt x="18" y="85"/>
                      </a:cubicBezTo>
                      <a:cubicBezTo>
                        <a:pt x="23" y="92"/>
                        <a:pt x="27" y="97"/>
                        <a:pt x="27" y="97"/>
                      </a:cubicBezTo>
                      <a:cubicBezTo>
                        <a:pt x="27" y="97"/>
                        <a:pt x="27" y="96"/>
                        <a:pt x="29" y="94"/>
                      </a:cubicBezTo>
                      <a:cubicBezTo>
                        <a:pt x="33" y="87"/>
                        <a:pt x="41" y="70"/>
                        <a:pt x="42" y="46"/>
                      </a:cubicBezTo>
                      <a:cubicBezTo>
                        <a:pt x="43" y="21"/>
                        <a:pt x="20" y="0"/>
                        <a:pt x="2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133"/>
                <p:cNvSpPr>
                  <a:spLocks/>
                </p:cNvSpPr>
                <p:nvPr/>
              </p:nvSpPr>
              <p:spPr bwMode="auto">
                <a:xfrm>
                  <a:off x="6792913" y="1597025"/>
                  <a:ext cx="290513" cy="127000"/>
                </a:xfrm>
                <a:custGeom>
                  <a:avLst/>
                  <a:gdLst/>
                  <a:ahLst/>
                  <a:cxnLst>
                    <a:cxn ang="0">
                      <a:pos x="50" y="0"/>
                    </a:cxn>
                    <a:cxn ang="0">
                      <a:pos x="45" y="0"/>
                    </a:cxn>
                    <a:cxn ang="0">
                      <a:pos x="0" y="30"/>
                    </a:cxn>
                    <a:cxn ang="0">
                      <a:pos x="35" y="40"/>
                    </a:cxn>
                    <a:cxn ang="0">
                      <a:pos x="48" y="38"/>
                    </a:cxn>
                    <a:cxn ang="0">
                      <a:pos x="91" y="11"/>
                    </a:cxn>
                    <a:cxn ang="0">
                      <a:pos x="92" y="10"/>
                    </a:cxn>
                    <a:cxn ang="0">
                      <a:pos x="85" y="7"/>
                    </a:cxn>
                    <a:cxn ang="0">
                      <a:pos x="50" y="0"/>
                    </a:cxn>
                  </a:cxnLst>
                  <a:rect l="0" t="0" r="r" b="b"/>
                  <a:pathLst>
                    <a:path w="92" h="40">
                      <a:moveTo>
                        <a:pt x="50" y="0"/>
                      </a:moveTo>
                      <a:cubicBezTo>
                        <a:pt x="48" y="0"/>
                        <a:pt x="47" y="0"/>
                        <a:pt x="45" y="0"/>
                      </a:cubicBezTo>
                      <a:cubicBezTo>
                        <a:pt x="20" y="3"/>
                        <a:pt x="0" y="30"/>
                        <a:pt x="0" y="30"/>
                      </a:cubicBezTo>
                      <a:cubicBezTo>
                        <a:pt x="0" y="30"/>
                        <a:pt x="16" y="40"/>
                        <a:pt x="35" y="40"/>
                      </a:cubicBezTo>
                      <a:cubicBezTo>
                        <a:pt x="39" y="40"/>
                        <a:pt x="44" y="39"/>
                        <a:pt x="48" y="38"/>
                      </a:cubicBezTo>
                      <a:cubicBezTo>
                        <a:pt x="73" y="30"/>
                        <a:pt x="87" y="15"/>
                        <a:pt x="91" y="11"/>
                      </a:cubicBezTo>
                      <a:cubicBezTo>
                        <a:pt x="92" y="10"/>
                        <a:pt x="92" y="10"/>
                        <a:pt x="92" y="10"/>
                      </a:cubicBezTo>
                      <a:cubicBezTo>
                        <a:pt x="92" y="10"/>
                        <a:pt x="90" y="8"/>
                        <a:pt x="85" y="7"/>
                      </a:cubicBezTo>
                      <a:cubicBezTo>
                        <a:pt x="77" y="4"/>
                        <a:pt x="62" y="0"/>
                        <a:pt x="5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134"/>
                <p:cNvSpPr>
                  <a:spLocks/>
                </p:cNvSpPr>
                <p:nvPr/>
              </p:nvSpPr>
              <p:spPr bwMode="auto">
                <a:xfrm>
                  <a:off x="6943725" y="1319213"/>
                  <a:ext cx="149225" cy="290512"/>
                </a:xfrm>
                <a:custGeom>
                  <a:avLst/>
                  <a:gdLst/>
                  <a:ahLst/>
                  <a:cxnLst>
                    <a:cxn ang="0">
                      <a:pos x="14" y="0"/>
                    </a:cxn>
                    <a:cxn ang="0">
                      <a:pos x="8" y="54"/>
                    </a:cxn>
                    <a:cxn ang="0">
                      <a:pos x="29" y="84"/>
                    </a:cxn>
                    <a:cxn ang="0">
                      <a:pos x="37" y="92"/>
                    </a:cxn>
                    <a:cxn ang="0">
                      <a:pos x="38" y="90"/>
                    </a:cxn>
                    <a:cxn ang="0">
                      <a:pos x="43" y="41"/>
                    </a:cxn>
                    <a:cxn ang="0">
                      <a:pos x="14" y="0"/>
                    </a:cxn>
                  </a:cxnLst>
                  <a:rect l="0" t="0" r="r" b="b"/>
                  <a:pathLst>
                    <a:path w="47" h="92">
                      <a:moveTo>
                        <a:pt x="14" y="0"/>
                      </a:moveTo>
                      <a:cubicBezTo>
                        <a:pt x="14" y="0"/>
                        <a:pt x="0" y="30"/>
                        <a:pt x="8" y="54"/>
                      </a:cubicBezTo>
                      <a:cubicBezTo>
                        <a:pt x="11" y="65"/>
                        <a:pt x="21" y="77"/>
                        <a:pt x="29" y="84"/>
                      </a:cubicBezTo>
                      <a:cubicBezTo>
                        <a:pt x="33" y="89"/>
                        <a:pt x="37" y="92"/>
                        <a:pt x="37" y="92"/>
                      </a:cubicBezTo>
                      <a:cubicBezTo>
                        <a:pt x="37" y="92"/>
                        <a:pt x="37" y="92"/>
                        <a:pt x="38" y="90"/>
                      </a:cubicBezTo>
                      <a:cubicBezTo>
                        <a:pt x="40" y="84"/>
                        <a:pt x="47" y="65"/>
                        <a:pt x="43" y="41"/>
                      </a:cubicBezTo>
                      <a:cubicBezTo>
                        <a:pt x="39" y="17"/>
                        <a:pt x="14" y="0"/>
                        <a:pt x="1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135"/>
                <p:cNvSpPr>
                  <a:spLocks/>
                </p:cNvSpPr>
                <p:nvPr/>
              </p:nvSpPr>
              <p:spPr bwMode="auto">
                <a:xfrm>
                  <a:off x="6592888" y="1490663"/>
                  <a:ext cx="273050" cy="134937"/>
                </a:xfrm>
                <a:custGeom>
                  <a:avLst/>
                  <a:gdLst/>
                  <a:ahLst/>
                  <a:cxnLst>
                    <a:cxn ang="0">
                      <a:pos x="56" y="0"/>
                    </a:cxn>
                    <a:cxn ang="0">
                      <a:pos x="39" y="3"/>
                    </a:cxn>
                    <a:cxn ang="0">
                      <a:pos x="0" y="39"/>
                    </a:cxn>
                    <a:cxn ang="0">
                      <a:pos x="26" y="43"/>
                    </a:cxn>
                    <a:cxn ang="0">
                      <a:pos x="49" y="38"/>
                    </a:cxn>
                    <a:cxn ang="0">
                      <a:pos x="86" y="5"/>
                    </a:cxn>
                    <a:cxn ang="0">
                      <a:pos x="86" y="4"/>
                    </a:cxn>
                    <a:cxn ang="0">
                      <a:pos x="83" y="3"/>
                    </a:cxn>
                    <a:cxn ang="0">
                      <a:pos x="56" y="0"/>
                    </a:cxn>
                  </a:cxnLst>
                  <a:rect l="0" t="0" r="r" b="b"/>
                  <a:pathLst>
                    <a:path w="86" h="43">
                      <a:moveTo>
                        <a:pt x="56" y="0"/>
                      </a:moveTo>
                      <a:cubicBezTo>
                        <a:pt x="50" y="0"/>
                        <a:pt x="44" y="1"/>
                        <a:pt x="39" y="3"/>
                      </a:cubicBezTo>
                      <a:cubicBezTo>
                        <a:pt x="16" y="10"/>
                        <a:pt x="0" y="39"/>
                        <a:pt x="0" y="39"/>
                      </a:cubicBezTo>
                      <a:cubicBezTo>
                        <a:pt x="0" y="39"/>
                        <a:pt x="12" y="43"/>
                        <a:pt x="26" y="43"/>
                      </a:cubicBezTo>
                      <a:cubicBezTo>
                        <a:pt x="34" y="43"/>
                        <a:pt x="42" y="42"/>
                        <a:pt x="49" y="38"/>
                      </a:cubicBezTo>
                      <a:cubicBezTo>
                        <a:pt x="72" y="26"/>
                        <a:pt x="84" y="8"/>
                        <a:pt x="86" y="5"/>
                      </a:cubicBezTo>
                      <a:cubicBezTo>
                        <a:pt x="86" y="4"/>
                        <a:pt x="86" y="4"/>
                        <a:pt x="86" y="4"/>
                      </a:cubicBezTo>
                      <a:cubicBezTo>
                        <a:pt x="86" y="4"/>
                        <a:pt x="85" y="4"/>
                        <a:pt x="83" y="3"/>
                      </a:cubicBezTo>
                      <a:cubicBezTo>
                        <a:pt x="78" y="2"/>
                        <a:pt x="67" y="0"/>
                        <a:pt x="5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136"/>
                <p:cNvSpPr>
                  <a:spLocks/>
                </p:cNvSpPr>
                <p:nvPr/>
              </p:nvSpPr>
              <p:spPr bwMode="auto">
                <a:xfrm>
                  <a:off x="6694488" y="1220788"/>
                  <a:ext cx="161925" cy="269875"/>
                </a:xfrm>
                <a:custGeom>
                  <a:avLst/>
                  <a:gdLst/>
                  <a:ahLst/>
                  <a:cxnLst>
                    <a:cxn ang="0">
                      <a:pos x="9" y="0"/>
                    </a:cxn>
                    <a:cxn ang="0">
                      <a:pos x="12" y="53"/>
                    </a:cxn>
                    <a:cxn ang="0">
                      <a:pos x="39" y="80"/>
                    </a:cxn>
                    <a:cxn ang="0">
                      <a:pos x="46" y="85"/>
                    </a:cxn>
                    <a:cxn ang="0">
                      <a:pos x="47" y="83"/>
                    </a:cxn>
                    <a:cxn ang="0">
                      <a:pos x="43" y="34"/>
                    </a:cxn>
                    <a:cxn ang="0">
                      <a:pos x="9" y="0"/>
                    </a:cxn>
                  </a:cxnLst>
                  <a:rect l="0" t="0" r="r" b="b"/>
                  <a:pathLst>
                    <a:path w="51" h="85">
                      <a:moveTo>
                        <a:pt x="9" y="0"/>
                      </a:moveTo>
                      <a:cubicBezTo>
                        <a:pt x="9" y="0"/>
                        <a:pt x="0" y="32"/>
                        <a:pt x="12" y="53"/>
                      </a:cubicBezTo>
                      <a:cubicBezTo>
                        <a:pt x="17" y="63"/>
                        <a:pt x="30" y="74"/>
                        <a:pt x="39" y="80"/>
                      </a:cubicBezTo>
                      <a:cubicBezTo>
                        <a:pt x="43" y="83"/>
                        <a:pt x="46" y="85"/>
                        <a:pt x="46" y="85"/>
                      </a:cubicBezTo>
                      <a:cubicBezTo>
                        <a:pt x="46" y="85"/>
                        <a:pt x="47" y="84"/>
                        <a:pt x="47" y="83"/>
                      </a:cubicBezTo>
                      <a:cubicBezTo>
                        <a:pt x="48" y="78"/>
                        <a:pt x="51" y="58"/>
                        <a:pt x="43" y="34"/>
                      </a:cubicBezTo>
                      <a:cubicBezTo>
                        <a:pt x="36" y="12"/>
                        <a:pt x="9" y="0"/>
                        <a:pt x="9"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137"/>
                <p:cNvSpPr>
                  <a:spLocks/>
                </p:cNvSpPr>
                <p:nvPr/>
              </p:nvSpPr>
              <p:spPr bwMode="auto">
                <a:xfrm>
                  <a:off x="6492875" y="1366838"/>
                  <a:ext cx="227013" cy="98425"/>
                </a:xfrm>
                <a:custGeom>
                  <a:avLst/>
                  <a:gdLst/>
                  <a:ahLst/>
                  <a:cxnLst>
                    <a:cxn ang="0">
                      <a:pos x="32" y="0"/>
                    </a:cxn>
                    <a:cxn ang="0">
                      <a:pos x="0" y="6"/>
                    </a:cxn>
                    <a:cxn ang="0">
                      <a:pos x="34" y="29"/>
                    </a:cxn>
                    <a:cxn ang="0">
                      <a:pos x="45" y="31"/>
                    </a:cxn>
                    <a:cxn ang="0">
                      <a:pos x="71" y="24"/>
                    </a:cxn>
                    <a:cxn ang="0">
                      <a:pos x="72" y="24"/>
                    </a:cxn>
                    <a:cxn ang="0">
                      <a:pos x="71" y="22"/>
                    </a:cxn>
                    <a:cxn ang="0">
                      <a:pos x="37" y="0"/>
                    </a:cxn>
                    <a:cxn ang="0">
                      <a:pos x="32" y="0"/>
                    </a:cxn>
                  </a:cxnLst>
                  <a:rect l="0" t="0" r="r" b="b"/>
                  <a:pathLst>
                    <a:path w="72" h="31">
                      <a:moveTo>
                        <a:pt x="32" y="0"/>
                      </a:moveTo>
                      <a:cubicBezTo>
                        <a:pt x="18" y="0"/>
                        <a:pt x="0" y="6"/>
                        <a:pt x="0" y="6"/>
                      </a:cubicBezTo>
                      <a:cubicBezTo>
                        <a:pt x="0" y="6"/>
                        <a:pt x="11" y="21"/>
                        <a:pt x="34" y="29"/>
                      </a:cubicBezTo>
                      <a:cubicBezTo>
                        <a:pt x="38" y="30"/>
                        <a:pt x="42" y="31"/>
                        <a:pt x="45" y="31"/>
                      </a:cubicBezTo>
                      <a:cubicBezTo>
                        <a:pt x="58" y="31"/>
                        <a:pt x="69" y="26"/>
                        <a:pt x="71" y="24"/>
                      </a:cubicBezTo>
                      <a:cubicBezTo>
                        <a:pt x="72" y="24"/>
                        <a:pt x="72" y="24"/>
                        <a:pt x="72" y="24"/>
                      </a:cubicBezTo>
                      <a:cubicBezTo>
                        <a:pt x="72" y="24"/>
                        <a:pt x="71" y="23"/>
                        <a:pt x="71" y="22"/>
                      </a:cubicBezTo>
                      <a:cubicBezTo>
                        <a:pt x="67" y="18"/>
                        <a:pt x="53" y="3"/>
                        <a:pt x="37" y="0"/>
                      </a:cubicBezTo>
                      <a:cubicBezTo>
                        <a:pt x="36" y="0"/>
                        <a:pt x="34"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78" name="Freeform 152"/>
            <p:cNvSpPr>
              <a:spLocks noEditPoints="1"/>
            </p:cNvSpPr>
            <p:nvPr/>
          </p:nvSpPr>
          <p:spPr bwMode="auto">
            <a:xfrm>
              <a:off x="2692091" y="2616309"/>
              <a:ext cx="457538" cy="42282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 name="Group 251"/>
          <p:cNvGrpSpPr/>
          <p:nvPr/>
        </p:nvGrpSpPr>
        <p:grpSpPr>
          <a:xfrm>
            <a:off x="3279414" y="2753803"/>
            <a:ext cx="3088359" cy="337066"/>
            <a:chOff x="3279414" y="2753803"/>
            <a:chExt cx="3088359" cy="337066"/>
          </a:xfrm>
        </p:grpSpPr>
        <p:sp>
          <p:nvSpPr>
            <p:cNvPr id="165" name="Text Placeholder 3"/>
            <p:cNvSpPr txBox="1">
              <a:spLocks/>
            </p:cNvSpPr>
            <p:nvPr/>
          </p:nvSpPr>
          <p:spPr>
            <a:xfrm>
              <a:off x="6015112" y="2906203"/>
              <a:ext cx="35266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2008</a:t>
              </a:r>
            </a:p>
          </p:txBody>
        </p:sp>
        <p:grpSp>
          <p:nvGrpSpPr>
            <p:cNvPr id="20" name="Group 248"/>
            <p:cNvGrpSpPr/>
            <p:nvPr/>
          </p:nvGrpSpPr>
          <p:grpSpPr>
            <a:xfrm>
              <a:off x="3279414" y="2753803"/>
              <a:ext cx="2408444" cy="330098"/>
              <a:chOff x="3279414" y="2753803"/>
              <a:chExt cx="2408444" cy="330098"/>
            </a:xfrm>
          </p:grpSpPr>
          <p:grpSp>
            <p:nvGrpSpPr>
              <p:cNvPr id="21" name="Group 48"/>
              <p:cNvGrpSpPr/>
              <p:nvPr/>
            </p:nvGrpSpPr>
            <p:grpSpPr>
              <a:xfrm>
                <a:off x="3723511" y="2753803"/>
                <a:ext cx="1964347" cy="315240"/>
                <a:chOff x="1270277" y="1442272"/>
                <a:chExt cx="1964347" cy="315240"/>
              </a:xfrm>
            </p:grpSpPr>
            <p:sp>
              <p:nvSpPr>
                <p:cNvPr id="50" name="Text Placeholder 3"/>
                <p:cNvSpPr txBox="1">
                  <a:spLocks/>
                </p:cNvSpPr>
                <p:nvPr/>
              </p:nvSpPr>
              <p:spPr>
                <a:xfrm>
                  <a:off x="1270277" y="1442272"/>
                  <a:ext cx="6123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Award01</a:t>
                  </a:r>
                </a:p>
              </p:txBody>
            </p:sp>
            <p:sp>
              <p:nvSpPr>
                <p:cNvPr id="51" name="Text Placeholder 3"/>
                <p:cNvSpPr txBox="1">
                  <a:spLocks/>
                </p:cNvSpPr>
                <p:nvPr/>
              </p:nvSpPr>
              <p:spPr>
                <a:xfrm>
                  <a:off x="1270277" y="1603624"/>
                  <a:ext cx="1964347"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a:t>
                  </a:r>
                </a:p>
              </p:txBody>
            </p:sp>
          </p:grpSp>
          <p:sp>
            <p:nvSpPr>
              <p:cNvPr id="246" name="Freeform 152"/>
              <p:cNvSpPr>
                <a:spLocks noEditPoints="1"/>
              </p:cNvSpPr>
              <p:nvPr/>
            </p:nvSpPr>
            <p:spPr bwMode="auto">
              <a:xfrm>
                <a:off x="3279414" y="2754992"/>
                <a:ext cx="355910" cy="328909"/>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 name="Group 252"/>
          <p:cNvGrpSpPr/>
          <p:nvPr/>
        </p:nvGrpSpPr>
        <p:grpSpPr>
          <a:xfrm>
            <a:off x="3279414" y="3290980"/>
            <a:ext cx="3088359" cy="351919"/>
            <a:chOff x="3279414" y="3290980"/>
            <a:chExt cx="3088359" cy="351919"/>
          </a:xfrm>
        </p:grpSpPr>
        <p:sp>
          <p:nvSpPr>
            <p:cNvPr id="166" name="Text Placeholder 3"/>
            <p:cNvSpPr txBox="1">
              <a:spLocks/>
            </p:cNvSpPr>
            <p:nvPr/>
          </p:nvSpPr>
          <p:spPr>
            <a:xfrm>
              <a:off x="6015112" y="3425109"/>
              <a:ext cx="35266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2010</a:t>
              </a:r>
            </a:p>
          </p:txBody>
        </p:sp>
        <p:grpSp>
          <p:nvGrpSpPr>
            <p:cNvPr id="23" name="Group 249"/>
            <p:cNvGrpSpPr/>
            <p:nvPr/>
          </p:nvGrpSpPr>
          <p:grpSpPr>
            <a:xfrm>
              <a:off x="3279414" y="3290980"/>
              <a:ext cx="2408444" cy="351919"/>
              <a:chOff x="3279414" y="3290980"/>
              <a:chExt cx="2408444" cy="351919"/>
            </a:xfrm>
          </p:grpSpPr>
          <p:grpSp>
            <p:nvGrpSpPr>
              <p:cNvPr id="24" name="Group 62"/>
              <p:cNvGrpSpPr/>
              <p:nvPr/>
            </p:nvGrpSpPr>
            <p:grpSpPr>
              <a:xfrm>
                <a:off x="3723511" y="3290980"/>
                <a:ext cx="1964347" cy="318795"/>
                <a:chOff x="1270277" y="1416790"/>
                <a:chExt cx="1964347" cy="318795"/>
              </a:xfrm>
            </p:grpSpPr>
            <p:sp>
              <p:nvSpPr>
                <p:cNvPr id="65" name="Text Placeholder 3"/>
                <p:cNvSpPr txBox="1">
                  <a:spLocks/>
                </p:cNvSpPr>
                <p:nvPr/>
              </p:nvSpPr>
              <p:spPr>
                <a:xfrm>
                  <a:off x="1270277" y="1416790"/>
                  <a:ext cx="53059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2"/>
                      </a:solidFill>
                    </a:rPr>
                    <a:t>Award02</a:t>
                  </a:r>
                </a:p>
              </p:txBody>
            </p:sp>
            <p:sp>
              <p:nvSpPr>
                <p:cNvPr id="66" name="Text Placeholder 3"/>
                <p:cNvSpPr txBox="1">
                  <a:spLocks/>
                </p:cNvSpPr>
                <p:nvPr/>
              </p:nvSpPr>
              <p:spPr>
                <a:xfrm>
                  <a:off x="1270277" y="1581697"/>
                  <a:ext cx="1964347"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a:t>
                  </a:r>
                </a:p>
              </p:txBody>
            </p:sp>
          </p:grpSp>
          <p:sp>
            <p:nvSpPr>
              <p:cNvPr id="247" name="Freeform 152"/>
              <p:cNvSpPr>
                <a:spLocks noEditPoints="1"/>
              </p:cNvSpPr>
              <p:nvPr/>
            </p:nvSpPr>
            <p:spPr bwMode="auto">
              <a:xfrm>
                <a:off x="3279414" y="3313990"/>
                <a:ext cx="355910" cy="328909"/>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5" name="Group 253"/>
          <p:cNvGrpSpPr/>
          <p:nvPr/>
        </p:nvGrpSpPr>
        <p:grpSpPr>
          <a:xfrm>
            <a:off x="3279414" y="3833833"/>
            <a:ext cx="3088359" cy="338600"/>
            <a:chOff x="3279414" y="3833833"/>
            <a:chExt cx="3088359" cy="338600"/>
          </a:xfrm>
        </p:grpSpPr>
        <p:sp>
          <p:nvSpPr>
            <p:cNvPr id="167" name="Text Placeholder 3"/>
            <p:cNvSpPr txBox="1">
              <a:spLocks/>
            </p:cNvSpPr>
            <p:nvPr/>
          </p:nvSpPr>
          <p:spPr>
            <a:xfrm>
              <a:off x="6015112" y="3978076"/>
              <a:ext cx="35266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2014</a:t>
              </a:r>
            </a:p>
          </p:txBody>
        </p:sp>
        <p:grpSp>
          <p:nvGrpSpPr>
            <p:cNvPr id="26" name="Group 250"/>
            <p:cNvGrpSpPr/>
            <p:nvPr/>
          </p:nvGrpSpPr>
          <p:grpSpPr>
            <a:xfrm>
              <a:off x="3279414" y="3833833"/>
              <a:ext cx="2408444" cy="338600"/>
              <a:chOff x="3279414" y="3833833"/>
              <a:chExt cx="2408444" cy="338600"/>
            </a:xfrm>
          </p:grpSpPr>
          <p:grpSp>
            <p:nvGrpSpPr>
              <p:cNvPr id="27" name="Group 67"/>
              <p:cNvGrpSpPr/>
              <p:nvPr/>
            </p:nvGrpSpPr>
            <p:grpSpPr>
              <a:xfrm>
                <a:off x="3723511" y="3843376"/>
                <a:ext cx="1964347" cy="329057"/>
                <a:chOff x="1270277" y="1406528"/>
                <a:chExt cx="1964347" cy="329057"/>
              </a:xfrm>
            </p:grpSpPr>
            <p:sp>
              <p:nvSpPr>
                <p:cNvPr id="70" name="Text Placeholder 3"/>
                <p:cNvSpPr txBox="1">
                  <a:spLocks/>
                </p:cNvSpPr>
                <p:nvPr/>
              </p:nvSpPr>
              <p:spPr>
                <a:xfrm>
                  <a:off x="1270277" y="1406528"/>
                  <a:ext cx="53059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3"/>
                      </a:solidFill>
                    </a:rPr>
                    <a:t>Award03</a:t>
                  </a:r>
                </a:p>
              </p:txBody>
            </p:sp>
            <p:sp>
              <p:nvSpPr>
                <p:cNvPr id="71" name="Text Placeholder 3"/>
                <p:cNvSpPr txBox="1">
                  <a:spLocks/>
                </p:cNvSpPr>
                <p:nvPr/>
              </p:nvSpPr>
              <p:spPr>
                <a:xfrm>
                  <a:off x="1270277" y="1581697"/>
                  <a:ext cx="1964347"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tx1">
                          <a:lumMod val="50000"/>
                          <a:lumOff val="50000"/>
                        </a:schemeClr>
                      </a:solidFill>
                      <a:cs typeface="+mj-cs"/>
                    </a:rPr>
                    <a:t>There are many variations of passages </a:t>
                  </a:r>
                  <a:endParaRPr lang="en-US" sz="1000" dirty="0">
                    <a:solidFill>
                      <a:schemeClr val="tx1">
                        <a:lumMod val="50000"/>
                        <a:lumOff val="50000"/>
                      </a:schemeClr>
                    </a:solidFill>
                    <a:cs typeface="+mj-cs"/>
                  </a:endParaRPr>
                </a:p>
              </p:txBody>
            </p:sp>
          </p:grpSp>
          <p:sp>
            <p:nvSpPr>
              <p:cNvPr id="248" name="Freeform 152"/>
              <p:cNvSpPr>
                <a:spLocks noEditPoints="1"/>
              </p:cNvSpPr>
              <p:nvPr/>
            </p:nvSpPr>
            <p:spPr bwMode="auto">
              <a:xfrm>
                <a:off x="3279414" y="3833833"/>
                <a:ext cx="355910" cy="328909"/>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Effect transition="in" filter="fade">
                                      <p:cBhvr>
                                        <p:cTn id="15" dur="500"/>
                                        <p:tgtEl>
                                          <p:spTgt spid="13"/>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500" fill="hold"/>
                                        <p:tgtEl>
                                          <p:spTgt spid="15"/>
                                        </p:tgtEl>
                                        <p:attrNameLst>
                                          <p:attrName>ppt_w</p:attrName>
                                        </p:attrNameLst>
                                      </p:cBhvr>
                                      <p:tavLst>
                                        <p:tav tm="0">
                                          <p:val>
                                            <p:fltVal val="0"/>
                                          </p:val>
                                        </p:tav>
                                        <p:tav tm="100000">
                                          <p:val>
                                            <p:strVal val="#ppt_w"/>
                                          </p:val>
                                        </p:tav>
                                      </p:tavLst>
                                    </p:anim>
                                    <p:anim calcmode="lin" valueType="num">
                                      <p:cBhvr>
                                        <p:cTn id="20" dur="500" fill="hold"/>
                                        <p:tgtEl>
                                          <p:spTgt spid="15"/>
                                        </p:tgtEl>
                                        <p:attrNameLst>
                                          <p:attrName>ppt_h</p:attrName>
                                        </p:attrNameLst>
                                      </p:cBhvr>
                                      <p:tavLst>
                                        <p:tav tm="0">
                                          <p:val>
                                            <p:fltVal val="0"/>
                                          </p:val>
                                        </p:tav>
                                        <p:tav tm="100000">
                                          <p:val>
                                            <p:strVal val="#ppt_h"/>
                                          </p:val>
                                        </p:tav>
                                      </p:tavLst>
                                    </p:anim>
                                    <p:animEffect transition="in" filter="fade">
                                      <p:cBhvr>
                                        <p:cTn id="21" dur="500"/>
                                        <p:tgtEl>
                                          <p:spTgt spid="15"/>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p:cTn id="25" dur="500" fill="hold"/>
                                        <p:tgtEl>
                                          <p:spTgt spid="14"/>
                                        </p:tgtEl>
                                        <p:attrNameLst>
                                          <p:attrName>ppt_w</p:attrName>
                                        </p:attrNameLst>
                                      </p:cBhvr>
                                      <p:tavLst>
                                        <p:tav tm="0">
                                          <p:val>
                                            <p:fltVal val="0"/>
                                          </p:val>
                                        </p:tav>
                                        <p:tav tm="100000">
                                          <p:val>
                                            <p:strVal val="#ppt_w"/>
                                          </p:val>
                                        </p:tav>
                                      </p:tavLst>
                                    </p:anim>
                                    <p:anim calcmode="lin" valueType="num">
                                      <p:cBhvr>
                                        <p:cTn id="26" dur="500" fill="hold"/>
                                        <p:tgtEl>
                                          <p:spTgt spid="14"/>
                                        </p:tgtEl>
                                        <p:attrNameLst>
                                          <p:attrName>ppt_h</p:attrName>
                                        </p:attrNameLst>
                                      </p:cBhvr>
                                      <p:tavLst>
                                        <p:tav tm="0">
                                          <p:val>
                                            <p:fltVal val="0"/>
                                          </p:val>
                                        </p:tav>
                                        <p:tav tm="100000">
                                          <p:val>
                                            <p:strVal val="#ppt_h"/>
                                          </p:val>
                                        </p:tav>
                                      </p:tavLst>
                                    </p:anim>
                                    <p:animEffect transition="in" filter="fade">
                                      <p:cBhvr>
                                        <p:cTn id="27" dur="500"/>
                                        <p:tgtEl>
                                          <p:spTgt spid="14"/>
                                        </p:tgtEl>
                                      </p:cBhvr>
                                    </p:animEffect>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87"/>
                                        </p:tgtEl>
                                        <p:attrNameLst>
                                          <p:attrName>style.visibility</p:attrName>
                                        </p:attrNameLst>
                                      </p:cBhvr>
                                      <p:to>
                                        <p:strVal val="visible"/>
                                      </p:to>
                                    </p:set>
                                    <p:animEffect transition="in" filter="fade">
                                      <p:cBhvr>
                                        <p:cTn id="31" dur="500"/>
                                        <p:tgtEl>
                                          <p:spTgt spid="87"/>
                                        </p:tgtEl>
                                      </p:cBhvr>
                                    </p:animEffect>
                                    <p:anim calcmode="lin" valueType="num">
                                      <p:cBhvr>
                                        <p:cTn id="32" dur="500" fill="hold"/>
                                        <p:tgtEl>
                                          <p:spTgt spid="87"/>
                                        </p:tgtEl>
                                        <p:attrNameLst>
                                          <p:attrName>ppt_x</p:attrName>
                                        </p:attrNameLst>
                                      </p:cBhvr>
                                      <p:tavLst>
                                        <p:tav tm="0">
                                          <p:val>
                                            <p:strVal val="#ppt_x"/>
                                          </p:val>
                                        </p:tav>
                                        <p:tav tm="100000">
                                          <p:val>
                                            <p:strVal val="#ppt_x"/>
                                          </p:val>
                                        </p:tav>
                                      </p:tavLst>
                                    </p:anim>
                                    <p:anim calcmode="lin" valueType="num">
                                      <p:cBhvr>
                                        <p:cTn id="33" dur="500" fill="hold"/>
                                        <p:tgtEl>
                                          <p:spTgt spid="87"/>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86"/>
                                        </p:tgtEl>
                                        <p:attrNameLst>
                                          <p:attrName>style.visibility</p:attrName>
                                        </p:attrNameLst>
                                      </p:cBhvr>
                                      <p:to>
                                        <p:strVal val="visible"/>
                                      </p:to>
                                    </p:set>
                                    <p:animEffect transition="in" filter="fade">
                                      <p:cBhvr>
                                        <p:cTn id="36" dur="500"/>
                                        <p:tgtEl>
                                          <p:spTgt spid="86"/>
                                        </p:tgtEl>
                                      </p:cBhvr>
                                    </p:animEffect>
                                    <p:anim calcmode="lin" valueType="num">
                                      <p:cBhvr>
                                        <p:cTn id="37" dur="500" fill="hold"/>
                                        <p:tgtEl>
                                          <p:spTgt spid="86"/>
                                        </p:tgtEl>
                                        <p:attrNameLst>
                                          <p:attrName>ppt_x</p:attrName>
                                        </p:attrNameLst>
                                      </p:cBhvr>
                                      <p:tavLst>
                                        <p:tav tm="0">
                                          <p:val>
                                            <p:strVal val="#ppt_x"/>
                                          </p:val>
                                        </p:tav>
                                        <p:tav tm="100000">
                                          <p:val>
                                            <p:strVal val="#ppt_x"/>
                                          </p:val>
                                        </p:tav>
                                      </p:tavLst>
                                    </p:anim>
                                    <p:anim calcmode="lin" valueType="num">
                                      <p:cBhvr>
                                        <p:cTn id="38" dur="500" fill="hold"/>
                                        <p:tgtEl>
                                          <p:spTgt spid="86"/>
                                        </p:tgtEl>
                                        <p:attrNameLst>
                                          <p:attrName>ppt_y</p:attrName>
                                        </p:attrNameLst>
                                      </p:cBhvr>
                                      <p:tavLst>
                                        <p:tav tm="0">
                                          <p:val>
                                            <p:strVal val="#ppt_y+.1"/>
                                          </p:val>
                                        </p:tav>
                                        <p:tav tm="100000">
                                          <p:val>
                                            <p:strVal val="#ppt_y"/>
                                          </p:val>
                                        </p:tav>
                                      </p:tavLst>
                                    </p:anim>
                                  </p:childTnLst>
                                </p:cTn>
                              </p:par>
                            </p:childTnLst>
                          </p:cTn>
                        </p:par>
                        <p:par>
                          <p:cTn id="39" fill="hold">
                            <p:stCondLst>
                              <p:cond delay="2500"/>
                            </p:stCondLst>
                            <p:childTnLst>
                              <p:par>
                                <p:cTn id="40" presetID="18" presetClass="entr" presetSubtype="3" fill="hold" grpId="0" nodeType="afterEffect">
                                  <p:stCondLst>
                                    <p:cond delay="0"/>
                                  </p:stCondLst>
                                  <p:childTnLst>
                                    <p:set>
                                      <p:cBhvr>
                                        <p:cTn id="41" dur="1" fill="hold">
                                          <p:stCondLst>
                                            <p:cond delay="0"/>
                                          </p:stCondLst>
                                        </p:cTn>
                                        <p:tgtEl>
                                          <p:spTgt spid="88"/>
                                        </p:tgtEl>
                                        <p:attrNameLst>
                                          <p:attrName>style.visibility</p:attrName>
                                        </p:attrNameLst>
                                      </p:cBhvr>
                                      <p:to>
                                        <p:strVal val="visible"/>
                                      </p:to>
                                    </p:set>
                                    <p:animEffect transition="in" filter="strips(upRight)">
                                      <p:cBhvr>
                                        <p:cTn id="42" dur="500"/>
                                        <p:tgtEl>
                                          <p:spTgt spid="88"/>
                                        </p:tgtEl>
                                      </p:cBhvr>
                                    </p:animEffect>
                                  </p:childTnLst>
                                </p:cTn>
                              </p:par>
                            </p:childTnLst>
                          </p:cTn>
                        </p:par>
                        <p:par>
                          <p:cTn id="43" fill="hold">
                            <p:stCondLst>
                              <p:cond delay="3000"/>
                            </p:stCondLst>
                            <p:childTnLst>
                              <p:par>
                                <p:cTn id="44" presetID="18" presetClass="entr" presetSubtype="6" fill="hold" nodeType="afterEffect">
                                  <p:stCondLst>
                                    <p:cond delay="0"/>
                                  </p:stCondLst>
                                  <p:childTnLst>
                                    <p:set>
                                      <p:cBhvr>
                                        <p:cTn id="45" dur="1" fill="hold">
                                          <p:stCondLst>
                                            <p:cond delay="0"/>
                                          </p:stCondLst>
                                        </p:cTn>
                                        <p:tgtEl>
                                          <p:spTgt spid="3"/>
                                        </p:tgtEl>
                                        <p:attrNameLst>
                                          <p:attrName>style.visibility</p:attrName>
                                        </p:attrNameLst>
                                      </p:cBhvr>
                                      <p:to>
                                        <p:strVal val="visible"/>
                                      </p:to>
                                    </p:set>
                                    <p:animEffect transition="in" filter="strips(downRight)">
                                      <p:cBhvr>
                                        <p:cTn id="46" dur="500"/>
                                        <p:tgtEl>
                                          <p:spTgt spid="3"/>
                                        </p:tgtEl>
                                      </p:cBhvr>
                                    </p:animEffect>
                                  </p:childTnLst>
                                </p:cTn>
                              </p:par>
                            </p:childTnLst>
                          </p:cTn>
                        </p:par>
                        <p:par>
                          <p:cTn id="47" fill="hold">
                            <p:stCondLst>
                              <p:cond delay="3500"/>
                            </p:stCondLst>
                            <p:childTnLst>
                              <p:par>
                                <p:cTn id="48" presetID="18" presetClass="entr" presetSubtype="6"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strips(downRight)">
                                      <p:cBhvr>
                                        <p:cTn id="50" dur="500"/>
                                        <p:tgtEl>
                                          <p:spTgt spid="5"/>
                                        </p:tgtEl>
                                      </p:cBhvr>
                                    </p:animEffect>
                                  </p:childTnLst>
                                </p:cTn>
                              </p:par>
                            </p:childTnLst>
                          </p:cTn>
                        </p:par>
                        <p:par>
                          <p:cTn id="51" fill="hold">
                            <p:stCondLst>
                              <p:cond delay="4000"/>
                            </p:stCondLst>
                            <p:childTnLst>
                              <p:par>
                                <p:cTn id="52" presetID="18" presetClass="entr" presetSubtype="6" fill="hold" nodeType="after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strips(downRight)">
                                      <p:cBhvr>
                                        <p:cTn id="54" dur="500"/>
                                        <p:tgtEl>
                                          <p:spTgt spid="8"/>
                                        </p:tgtEl>
                                      </p:cBhvr>
                                    </p:animEffect>
                                  </p:childTnLst>
                                </p:cTn>
                              </p:par>
                            </p:childTnLst>
                          </p:cTn>
                        </p:par>
                        <p:par>
                          <p:cTn id="55" fill="hold">
                            <p:stCondLst>
                              <p:cond delay="4500"/>
                            </p:stCondLst>
                            <p:childTnLst>
                              <p:par>
                                <p:cTn id="56" presetID="18" presetClass="entr" presetSubtype="6" fill="hold" nodeType="after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strips(downRight)">
                                      <p:cBhvr>
                                        <p:cTn id="58" dur="500"/>
                                        <p:tgtEl>
                                          <p:spTgt spid="10"/>
                                        </p:tgtEl>
                                      </p:cBhvr>
                                    </p:animEffect>
                                  </p:childTnLst>
                                </p:cTn>
                              </p:par>
                            </p:childTnLst>
                          </p:cTn>
                        </p:par>
                        <p:par>
                          <p:cTn id="59" fill="hold">
                            <p:stCondLst>
                              <p:cond delay="5000"/>
                            </p:stCondLst>
                            <p:childTnLst>
                              <p:par>
                                <p:cTn id="60" presetID="53" presetClass="entr" presetSubtype="0" fill="hold"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p:cTn id="62" dur="500" fill="hold"/>
                                        <p:tgtEl>
                                          <p:spTgt spid="16"/>
                                        </p:tgtEl>
                                        <p:attrNameLst>
                                          <p:attrName>ppt_w</p:attrName>
                                        </p:attrNameLst>
                                      </p:cBhvr>
                                      <p:tavLst>
                                        <p:tav tm="0">
                                          <p:val>
                                            <p:fltVal val="0"/>
                                          </p:val>
                                        </p:tav>
                                        <p:tav tm="100000">
                                          <p:val>
                                            <p:strVal val="#ppt_w"/>
                                          </p:val>
                                        </p:tav>
                                      </p:tavLst>
                                    </p:anim>
                                    <p:anim calcmode="lin" valueType="num">
                                      <p:cBhvr>
                                        <p:cTn id="63" dur="500" fill="hold"/>
                                        <p:tgtEl>
                                          <p:spTgt spid="16"/>
                                        </p:tgtEl>
                                        <p:attrNameLst>
                                          <p:attrName>ppt_h</p:attrName>
                                        </p:attrNameLst>
                                      </p:cBhvr>
                                      <p:tavLst>
                                        <p:tav tm="0">
                                          <p:val>
                                            <p:fltVal val="0"/>
                                          </p:val>
                                        </p:tav>
                                        <p:tav tm="100000">
                                          <p:val>
                                            <p:strVal val="#ppt_h"/>
                                          </p:val>
                                        </p:tav>
                                      </p:tavLst>
                                    </p:anim>
                                    <p:animEffect transition="in" filter="fade">
                                      <p:cBhvr>
                                        <p:cTn id="64" dur="500"/>
                                        <p:tgtEl>
                                          <p:spTgt spid="16"/>
                                        </p:tgtEl>
                                      </p:cBhvr>
                                    </p:animEffect>
                                  </p:childTnLst>
                                </p:cTn>
                              </p:par>
                            </p:childTnLst>
                          </p:cTn>
                        </p:par>
                        <p:par>
                          <p:cTn id="65" fill="hold">
                            <p:stCondLst>
                              <p:cond delay="5500"/>
                            </p:stCondLst>
                            <p:childTnLst>
                              <p:par>
                                <p:cTn id="66" presetID="2" presetClass="entr" presetSubtype="4" accel="50000" decel="50000" fill="hold" nodeType="afterEffect">
                                  <p:stCondLst>
                                    <p:cond delay="0"/>
                                  </p:stCondLst>
                                  <p:childTnLst>
                                    <p:set>
                                      <p:cBhvr>
                                        <p:cTn id="67" dur="1" fill="hold">
                                          <p:stCondLst>
                                            <p:cond delay="0"/>
                                          </p:stCondLst>
                                        </p:cTn>
                                        <p:tgtEl>
                                          <p:spTgt spid="19"/>
                                        </p:tgtEl>
                                        <p:attrNameLst>
                                          <p:attrName>style.visibility</p:attrName>
                                        </p:attrNameLst>
                                      </p:cBhvr>
                                      <p:to>
                                        <p:strVal val="visible"/>
                                      </p:to>
                                    </p:set>
                                    <p:anim calcmode="lin" valueType="num">
                                      <p:cBhvr additive="base">
                                        <p:cTn id="68" dur="500" fill="hold"/>
                                        <p:tgtEl>
                                          <p:spTgt spid="19"/>
                                        </p:tgtEl>
                                        <p:attrNameLst>
                                          <p:attrName>ppt_x</p:attrName>
                                        </p:attrNameLst>
                                      </p:cBhvr>
                                      <p:tavLst>
                                        <p:tav tm="0">
                                          <p:val>
                                            <p:strVal val="#ppt_x"/>
                                          </p:val>
                                        </p:tav>
                                        <p:tav tm="100000">
                                          <p:val>
                                            <p:strVal val="#ppt_x"/>
                                          </p:val>
                                        </p:tav>
                                      </p:tavLst>
                                    </p:anim>
                                    <p:anim calcmode="lin" valueType="num">
                                      <p:cBhvr additive="base">
                                        <p:cTn id="69" dur="500" fill="hold"/>
                                        <p:tgtEl>
                                          <p:spTgt spid="19"/>
                                        </p:tgtEl>
                                        <p:attrNameLst>
                                          <p:attrName>ppt_y</p:attrName>
                                        </p:attrNameLst>
                                      </p:cBhvr>
                                      <p:tavLst>
                                        <p:tav tm="0">
                                          <p:val>
                                            <p:strVal val="1+#ppt_h/2"/>
                                          </p:val>
                                        </p:tav>
                                        <p:tav tm="100000">
                                          <p:val>
                                            <p:strVal val="#ppt_y"/>
                                          </p:val>
                                        </p:tav>
                                      </p:tavLst>
                                    </p:anim>
                                  </p:childTnLst>
                                </p:cTn>
                              </p:par>
                            </p:childTnLst>
                          </p:cTn>
                        </p:par>
                        <p:par>
                          <p:cTn id="70" fill="hold">
                            <p:stCondLst>
                              <p:cond delay="6000"/>
                            </p:stCondLst>
                            <p:childTnLst>
                              <p:par>
                                <p:cTn id="71" presetID="2" presetClass="entr" presetSubtype="4" accel="50000" decel="50000" fill="hold" nodeType="afterEffect">
                                  <p:stCondLst>
                                    <p:cond delay="0"/>
                                  </p:stCondLst>
                                  <p:childTnLst>
                                    <p:set>
                                      <p:cBhvr>
                                        <p:cTn id="72" dur="1" fill="hold">
                                          <p:stCondLst>
                                            <p:cond delay="0"/>
                                          </p:stCondLst>
                                        </p:cTn>
                                        <p:tgtEl>
                                          <p:spTgt spid="22"/>
                                        </p:tgtEl>
                                        <p:attrNameLst>
                                          <p:attrName>style.visibility</p:attrName>
                                        </p:attrNameLst>
                                      </p:cBhvr>
                                      <p:to>
                                        <p:strVal val="visible"/>
                                      </p:to>
                                    </p:set>
                                    <p:anim calcmode="lin" valueType="num">
                                      <p:cBhvr additive="base">
                                        <p:cTn id="73" dur="500" fill="hold"/>
                                        <p:tgtEl>
                                          <p:spTgt spid="22"/>
                                        </p:tgtEl>
                                        <p:attrNameLst>
                                          <p:attrName>ppt_x</p:attrName>
                                        </p:attrNameLst>
                                      </p:cBhvr>
                                      <p:tavLst>
                                        <p:tav tm="0">
                                          <p:val>
                                            <p:strVal val="#ppt_x"/>
                                          </p:val>
                                        </p:tav>
                                        <p:tav tm="100000">
                                          <p:val>
                                            <p:strVal val="#ppt_x"/>
                                          </p:val>
                                        </p:tav>
                                      </p:tavLst>
                                    </p:anim>
                                    <p:anim calcmode="lin" valueType="num">
                                      <p:cBhvr additive="base">
                                        <p:cTn id="74" dur="500" fill="hold"/>
                                        <p:tgtEl>
                                          <p:spTgt spid="22"/>
                                        </p:tgtEl>
                                        <p:attrNameLst>
                                          <p:attrName>ppt_y</p:attrName>
                                        </p:attrNameLst>
                                      </p:cBhvr>
                                      <p:tavLst>
                                        <p:tav tm="0">
                                          <p:val>
                                            <p:strVal val="1+#ppt_h/2"/>
                                          </p:val>
                                        </p:tav>
                                        <p:tav tm="100000">
                                          <p:val>
                                            <p:strVal val="#ppt_y"/>
                                          </p:val>
                                        </p:tav>
                                      </p:tavLst>
                                    </p:anim>
                                  </p:childTnLst>
                                </p:cTn>
                              </p:par>
                            </p:childTnLst>
                          </p:cTn>
                        </p:par>
                        <p:par>
                          <p:cTn id="75" fill="hold">
                            <p:stCondLst>
                              <p:cond delay="6500"/>
                            </p:stCondLst>
                            <p:childTnLst>
                              <p:par>
                                <p:cTn id="76" presetID="2" presetClass="entr" presetSubtype="4" accel="50000" decel="50000" fill="hold" nodeType="after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500" fill="hold"/>
                                        <p:tgtEl>
                                          <p:spTgt spid="25"/>
                                        </p:tgtEl>
                                        <p:attrNameLst>
                                          <p:attrName>ppt_x</p:attrName>
                                        </p:attrNameLst>
                                      </p:cBhvr>
                                      <p:tavLst>
                                        <p:tav tm="0">
                                          <p:val>
                                            <p:strVal val="#ppt_x"/>
                                          </p:val>
                                        </p:tav>
                                        <p:tav tm="100000">
                                          <p:val>
                                            <p:strVal val="#ppt_x"/>
                                          </p:val>
                                        </p:tav>
                                      </p:tavLst>
                                    </p:anim>
                                    <p:anim calcmode="lin" valueType="num">
                                      <p:cBhvr additive="base">
                                        <p:cTn id="79"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8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Our Services</a:t>
            </a:r>
            <a:endParaRPr lang="en-US" dirty="0"/>
          </a:p>
        </p:txBody>
      </p:sp>
      <p:sp>
        <p:nvSpPr>
          <p:cNvPr id="4" name="Text Placeholder 3"/>
          <p:cNvSpPr>
            <a:spLocks noGrp="1"/>
          </p:cNvSpPr>
          <p:nvPr>
            <p:ph type="body" sz="half" idx="2"/>
          </p:nvPr>
        </p:nvSpPr>
        <p:spPr/>
        <p:txBody>
          <a:bodyPr/>
          <a:lstStyle/>
          <a:p>
            <a:r>
              <a:rPr lang="en-US"/>
              <a:t>We Are Here For You !</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34</a:t>
            </a:fld>
            <a:endParaRPr lang="en-US" dirty="0"/>
          </a:p>
        </p:txBody>
      </p:sp>
      <p:sp>
        <p:nvSpPr>
          <p:cNvPr id="26" name="TextBox 25"/>
          <p:cNvSpPr txBox="1"/>
          <p:nvPr/>
        </p:nvSpPr>
        <p:spPr>
          <a:xfrm>
            <a:off x="564910" y="2903929"/>
            <a:ext cx="1975090" cy="1107996"/>
          </a:xfrm>
          <a:prstGeom prst="rect">
            <a:avLst/>
          </a:prstGeom>
          <a:noFill/>
        </p:spPr>
        <p:txBody>
          <a:bodyPr wrap="square" rtlCol="0">
            <a:spAutoFit/>
          </a:bodyPr>
          <a:lstStyle/>
          <a:p>
            <a:pPr algn="ctr"/>
            <a:r>
              <a:rPr lang="en-US" sz="1400" b="1" dirty="0">
                <a:solidFill>
                  <a:schemeClr val="accent1"/>
                </a:solidFill>
                <a:latin typeface="+mj-lt"/>
              </a:rPr>
              <a:t>Web Design</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Ipsum available,</a:t>
            </a:r>
          </a:p>
        </p:txBody>
      </p:sp>
      <p:sp>
        <p:nvSpPr>
          <p:cNvPr id="29"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30" name="TextBox 29"/>
          <p:cNvSpPr txBox="1"/>
          <p:nvPr/>
        </p:nvSpPr>
        <p:spPr>
          <a:xfrm>
            <a:off x="2568687" y="2903929"/>
            <a:ext cx="2016246" cy="1107996"/>
          </a:xfrm>
          <a:prstGeom prst="rect">
            <a:avLst/>
          </a:prstGeom>
          <a:noFill/>
        </p:spPr>
        <p:txBody>
          <a:bodyPr wrap="square" rtlCol="0">
            <a:spAutoFit/>
          </a:bodyPr>
          <a:lstStyle/>
          <a:p>
            <a:pPr algn="ctr"/>
            <a:r>
              <a:rPr lang="en-US" sz="1400" b="1" dirty="0">
                <a:solidFill>
                  <a:schemeClr val="accent2"/>
                </a:solidFill>
              </a:rPr>
              <a:t>Mobile Apps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Ipsum available</a:t>
            </a:r>
          </a:p>
        </p:txBody>
      </p:sp>
      <p:sp>
        <p:nvSpPr>
          <p:cNvPr id="34" name="Sev02"/>
          <p:cNvSpPr/>
          <p:nvPr/>
        </p:nvSpPr>
        <p:spPr>
          <a:xfrm>
            <a:off x="2971937" y="1605917"/>
            <a:ext cx="1209747" cy="12097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35" name="TextBox 34"/>
          <p:cNvSpPr txBox="1"/>
          <p:nvPr/>
        </p:nvSpPr>
        <p:spPr>
          <a:xfrm>
            <a:off x="4613620" y="2903929"/>
            <a:ext cx="1999792" cy="1107996"/>
          </a:xfrm>
          <a:prstGeom prst="rect">
            <a:avLst/>
          </a:prstGeom>
          <a:noFill/>
        </p:spPr>
        <p:txBody>
          <a:bodyPr wrap="square" rtlCol="0">
            <a:spAutoFit/>
          </a:bodyPr>
          <a:lstStyle/>
          <a:p>
            <a:pPr algn="ctr"/>
            <a:r>
              <a:rPr lang="en-US" sz="1400" b="1" dirty="0">
                <a:solidFill>
                  <a:schemeClr val="accent3"/>
                </a:solidFill>
              </a:rPr>
              <a:t>Data Analysis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Ipsum available</a:t>
            </a:r>
          </a:p>
        </p:txBody>
      </p:sp>
      <p:sp>
        <p:nvSpPr>
          <p:cNvPr id="38"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39" name="TextBox 38"/>
          <p:cNvSpPr txBox="1"/>
          <p:nvPr/>
        </p:nvSpPr>
        <p:spPr>
          <a:xfrm>
            <a:off x="6642100" y="2903929"/>
            <a:ext cx="1917483" cy="1107996"/>
          </a:xfrm>
          <a:prstGeom prst="rect">
            <a:avLst/>
          </a:prstGeom>
          <a:noFill/>
        </p:spPr>
        <p:txBody>
          <a:bodyPr wrap="square" rtlCol="0">
            <a:spAutoFit/>
          </a:bodyPr>
          <a:lstStyle/>
          <a:p>
            <a:pPr algn="ctr"/>
            <a:r>
              <a:rPr lang="en-US" sz="1400" b="1" dirty="0">
                <a:solidFill>
                  <a:schemeClr val="accent4"/>
                </a:solidFill>
              </a:rPr>
              <a:t>Management</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 Ipsum available</a:t>
            </a:r>
          </a:p>
        </p:txBody>
      </p:sp>
      <p:sp>
        <p:nvSpPr>
          <p:cNvPr id="40" name="Sev04"/>
          <p:cNvSpPr/>
          <p:nvPr/>
        </p:nvSpPr>
        <p:spPr>
          <a:xfrm>
            <a:off x="6995968" y="1605917"/>
            <a:ext cx="1209747" cy="120974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41" name="Freeform 52"/>
          <p:cNvSpPr>
            <a:spLocks noEditPoints="1"/>
          </p:cNvSpPr>
          <p:nvPr/>
        </p:nvSpPr>
        <p:spPr bwMode="auto">
          <a:xfrm>
            <a:off x="7369245" y="1961625"/>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86"/>
          <p:cNvSpPr>
            <a:spLocks noEditPoints="1"/>
          </p:cNvSpPr>
          <p:nvPr/>
        </p:nvSpPr>
        <p:spPr bwMode="auto">
          <a:xfrm>
            <a:off x="3403989" y="192001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3025914311"/>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p:cTn id="13" dur="500" fill="hold"/>
                                        <p:tgtEl>
                                          <p:spTgt spid="42"/>
                                        </p:tgtEl>
                                        <p:attrNameLst>
                                          <p:attrName>ppt_w</p:attrName>
                                        </p:attrNameLst>
                                      </p:cBhvr>
                                      <p:tavLst>
                                        <p:tav tm="0">
                                          <p:val>
                                            <p:fltVal val="0"/>
                                          </p:val>
                                        </p:tav>
                                        <p:tav tm="100000">
                                          <p:val>
                                            <p:strVal val="#ppt_w"/>
                                          </p:val>
                                        </p:tav>
                                      </p:tavLst>
                                    </p:anim>
                                    <p:anim calcmode="lin" valueType="num">
                                      <p:cBhvr>
                                        <p:cTn id="14" dur="500" fill="hold"/>
                                        <p:tgtEl>
                                          <p:spTgt spid="42"/>
                                        </p:tgtEl>
                                        <p:attrNameLst>
                                          <p:attrName>ppt_h</p:attrName>
                                        </p:attrNameLst>
                                      </p:cBhvr>
                                      <p:tavLst>
                                        <p:tav tm="0">
                                          <p:val>
                                            <p:fltVal val="0"/>
                                          </p:val>
                                        </p:tav>
                                        <p:tav tm="100000">
                                          <p:val>
                                            <p:strVal val="#ppt_h"/>
                                          </p:val>
                                        </p:tav>
                                      </p:tavLst>
                                    </p:anim>
                                    <p:animEffect transition="in" filter="fade">
                                      <p:cBhvr>
                                        <p:cTn id="15" dur="500"/>
                                        <p:tgtEl>
                                          <p:spTgt spid="42"/>
                                        </p:tgtEl>
                                      </p:cBhvr>
                                    </p:animEffect>
                                  </p:childTnLst>
                                </p:cTn>
                              </p:par>
                              <p:par>
                                <p:cTn id="16" presetID="2" presetClass="entr" presetSubtype="4" accel="50000" decel="5000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 calcmode="lin" valueType="num">
                                      <p:cBhvr additive="base">
                                        <p:cTn id="18" dur="1000" fill="hold"/>
                                        <p:tgtEl>
                                          <p:spTgt spid="26"/>
                                        </p:tgtEl>
                                        <p:attrNameLst>
                                          <p:attrName>ppt_x</p:attrName>
                                        </p:attrNameLst>
                                      </p:cBhvr>
                                      <p:tavLst>
                                        <p:tav tm="0">
                                          <p:val>
                                            <p:strVal val="#ppt_x"/>
                                          </p:val>
                                        </p:tav>
                                        <p:tav tm="100000">
                                          <p:val>
                                            <p:strVal val="#ppt_x"/>
                                          </p:val>
                                        </p:tav>
                                      </p:tavLst>
                                    </p:anim>
                                    <p:anim calcmode="lin" valueType="num">
                                      <p:cBhvr additive="base">
                                        <p:cTn id="19" dur="1000" fill="hold"/>
                                        <p:tgtEl>
                                          <p:spTgt spid="26"/>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34"/>
                                        </p:tgtEl>
                                        <p:attrNameLst>
                                          <p:attrName>style.visibility</p:attrName>
                                        </p:attrNameLst>
                                      </p:cBhvr>
                                      <p:to>
                                        <p:strVal val="visible"/>
                                      </p:to>
                                    </p:set>
                                    <p:anim calcmode="lin" valueType="num">
                                      <p:cBhvr>
                                        <p:cTn id="23" dur="500" fill="hold"/>
                                        <p:tgtEl>
                                          <p:spTgt spid="34"/>
                                        </p:tgtEl>
                                        <p:attrNameLst>
                                          <p:attrName>ppt_w</p:attrName>
                                        </p:attrNameLst>
                                      </p:cBhvr>
                                      <p:tavLst>
                                        <p:tav tm="0">
                                          <p:val>
                                            <p:fltVal val="0"/>
                                          </p:val>
                                        </p:tav>
                                        <p:tav tm="100000">
                                          <p:val>
                                            <p:strVal val="#ppt_w"/>
                                          </p:val>
                                        </p:tav>
                                      </p:tavLst>
                                    </p:anim>
                                    <p:anim calcmode="lin" valueType="num">
                                      <p:cBhvr>
                                        <p:cTn id="24" dur="500" fill="hold"/>
                                        <p:tgtEl>
                                          <p:spTgt spid="34"/>
                                        </p:tgtEl>
                                        <p:attrNameLst>
                                          <p:attrName>ppt_h</p:attrName>
                                        </p:attrNameLst>
                                      </p:cBhvr>
                                      <p:tavLst>
                                        <p:tav tm="0">
                                          <p:val>
                                            <p:fltVal val="0"/>
                                          </p:val>
                                        </p:tav>
                                        <p:tav tm="100000">
                                          <p:val>
                                            <p:strVal val="#ppt_h"/>
                                          </p:val>
                                        </p:tav>
                                      </p:tavLst>
                                    </p:anim>
                                    <p:animEffect transition="in" filter="fade">
                                      <p:cBhvr>
                                        <p:cTn id="25" dur="500"/>
                                        <p:tgtEl>
                                          <p:spTgt spid="34"/>
                                        </p:tgtEl>
                                      </p:cBhvr>
                                    </p:animEffect>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44"/>
                                        </p:tgtEl>
                                        <p:attrNameLst>
                                          <p:attrName>style.visibility</p:attrName>
                                        </p:attrNameLst>
                                      </p:cBhvr>
                                      <p:to>
                                        <p:strVal val="visible"/>
                                      </p:to>
                                    </p:set>
                                    <p:anim calcmode="lin" valueType="num">
                                      <p:cBhvr>
                                        <p:cTn id="29" dur="500" fill="hold"/>
                                        <p:tgtEl>
                                          <p:spTgt spid="44"/>
                                        </p:tgtEl>
                                        <p:attrNameLst>
                                          <p:attrName>ppt_w</p:attrName>
                                        </p:attrNameLst>
                                      </p:cBhvr>
                                      <p:tavLst>
                                        <p:tav tm="0">
                                          <p:val>
                                            <p:fltVal val="0"/>
                                          </p:val>
                                        </p:tav>
                                        <p:tav tm="100000">
                                          <p:val>
                                            <p:strVal val="#ppt_w"/>
                                          </p:val>
                                        </p:tav>
                                      </p:tavLst>
                                    </p:anim>
                                    <p:anim calcmode="lin" valueType="num">
                                      <p:cBhvr>
                                        <p:cTn id="30" dur="500" fill="hold"/>
                                        <p:tgtEl>
                                          <p:spTgt spid="44"/>
                                        </p:tgtEl>
                                        <p:attrNameLst>
                                          <p:attrName>ppt_h</p:attrName>
                                        </p:attrNameLst>
                                      </p:cBhvr>
                                      <p:tavLst>
                                        <p:tav tm="0">
                                          <p:val>
                                            <p:fltVal val="0"/>
                                          </p:val>
                                        </p:tav>
                                        <p:tav tm="100000">
                                          <p:val>
                                            <p:strVal val="#ppt_h"/>
                                          </p:val>
                                        </p:tav>
                                      </p:tavLst>
                                    </p:anim>
                                    <p:animEffect transition="in" filter="fade">
                                      <p:cBhvr>
                                        <p:cTn id="31" dur="500"/>
                                        <p:tgtEl>
                                          <p:spTgt spid="44"/>
                                        </p:tgtEl>
                                      </p:cBhvr>
                                    </p:animEffect>
                                  </p:childTnLst>
                                </p:cTn>
                              </p:par>
                              <p:par>
                                <p:cTn id="32" presetID="2" presetClass="entr" presetSubtype="4" accel="50000" decel="50000"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1000" fill="hold"/>
                                        <p:tgtEl>
                                          <p:spTgt spid="30"/>
                                        </p:tgtEl>
                                        <p:attrNameLst>
                                          <p:attrName>ppt_x</p:attrName>
                                        </p:attrNameLst>
                                      </p:cBhvr>
                                      <p:tavLst>
                                        <p:tav tm="0">
                                          <p:val>
                                            <p:strVal val="#ppt_x"/>
                                          </p:val>
                                        </p:tav>
                                        <p:tav tm="100000">
                                          <p:val>
                                            <p:strVal val="#ppt_x"/>
                                          </p:val>
                                        </p:tav>
                                      </p:tavLst>
                                    </p:anim>
                                    <p:anim calcmode="lin" valueType="num">
                                      <p:cBhvr additive="base">
                                        <p:cTn id="35" dur="1000" fill="hold"/>
                                        <p:tgtEl>
                                          <p:spTgt spid="30"/>
                                        </p:tgtEl>
                                        <p:attrNameLst>
                                          <p:attrName>ppt_y</p:attrName>
                                        </p:attrNameLst>
                                      </p:cBhvr>
                                      <p:tavLst>
                                        <p:tav tm="0">
                                          <p:val>
                                            <p:strVal val="1+#ppt_h/2"/>
                                          </p:val>
                                        </p:tav>
                                        <p:tav tm="100000">
                                          <p:val>
                                            <p:strVal val="#ppt_y"/>
                                          </p:val>
                                        </p:tav>
                                      </p:tavLst>
                                    </p:anim>
                                  </p:childTnLst>
                                </p:cTn>
                              </p:par>
                            </p:childTnLst>
                          </p:cTn>
                        </p:par>
                        <p:par>
                          <p:cTn id="36" fill="hold">
                            <p:stCondLst>
                              <p:cond delay="3000"/>
                            </p:stCondLst>
                            <p:childTnLst>
                              <p:par>
                                <p:cTn id="37" presetID="53" presetClass="entr" presetSubtype="0" fill="hold" grpId="0" nodeType="afterEffect">
                                  <p:stCondLst>
                                    <p:cond delay="0"/>
                                  </p:stCondLst>
                                  <p:childTnLst>
                                    <p:set>
                                      <p:cBhvr>
                                        <p:cTn id="38" dur="1" fill="hold">
                                          <p:stCondLst>
                                            <p:cond delay="0"/>
                                          </p:stCondLst>
                                        </p:cTn>
                                        <p:tgtEl>
                                          <p:spTgt spid="38"/>
                                        </p:tgtEl>
                                        <p:attrNameLst>
                                          <p:attrName>style.visibility</p:attrName>
                                        </p:attrNameLst>
                                      </p:cBhvr>
                                      <p:to>
                                        <p:strVal val="visible"/>
                                      </p:to>
                                    </p:set>
                                    <p:anim calcmode="lin" valueType="num">
                                      <p:cBhvr>
                                        <p:cTn id="39" dur="500" fill="hold"/>
                                        <p:tgtEl>
                                          <p:spTgt spid="38"/>
                                        </p:tgtEl>
                                        <p:attrNameLst>
                                          <p:attrName>ppt_w</p:attrName>
                                        </p:attrNameLst>
                                      </p:cBhvr>
                                      <p:tavLst>
                                        <p:tav tm="0">
                                          <p:val>
                                            <p:fltVal val="0"/>
                                          </p:val>
                                        </p:tav>
                                        <p:tav tm="100000">
                                          <p:val>
                                            <p:strVal val="#ppt_w"/>
                                          </p:val>
                                        </p:tav>
                                      </p:tavLst>
                                    </p:anim>
                                    <p:anim calcmode="lin" valueType="num">
                                      <p:cBhvr>
                                        <p:cTn id="40" dur="500" fill="hold"/>
                                        <p:tgtEl>
                                          <p:spTgt spid="38"/>
                                        </p:tgtEl>
                                        <p:attrNameLst>
                                          <p:attrName>ppt_h</p:attrName>
                                        </p:attrNameLst>
                                      </p:cBhvr>
                                      <p:tavLst>
                                        <p:tav tm="0">
                                          <p:val>
                                            <p:fltVal val="0"/>
                                          </p:val>
                                        </p:tav>
                                        <p:tav tm="100000">
                                          <p:val>
                                            <p:strVal val="#ppt_h"/>
                                          </p:val>
                                        </p:tav>
                                      </p:tavLst>
                                    </p:anim>
                                    <p:animEffect transition="in" filter="fade">
                                      <p:cBhvr>
                                        <p:cTn id="41" dur="500"/>
                                        <p:tgtEl>
                                          <p:spTgt spid="38"/>
                                        </p:tgtEl>
                                      </p:cBhvr>
                                    </p:animEffect>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p:cTn id="45" dur="500" fill="hold"/>
                                        <p:tgtEl>
                                          <p:spTgt spid="43"/>
                                        </p:tgtEl>
                                        <p:attrNameLst>
                                          <p:attrName>ppt_w</p:attrName>
                                        </p:attrNameLst>
                                      </p:cBhvr>
                                      <p:tavLst>
                                        <p:tav tm="0">
                                          <p:val>
                                            <p:fltVal val="0"/>
                                          </p:val>
                                        </p:tav>
                                        <p:tav tm="100000">
                                          <p:val>
                                            <p:strVal val="#ppt_w"/>
                                          </p:val>
                                        </p:tav>
                                      </p:tavLst>
                                    </p:anim>
                                    <p:anim calcmode="lin" valueType="num">
                                      <p:cBhvr>
                                        <p:cTn id="46" dur="500" fill="hold"/>
                                        <p:tgtEl>
                                          <p:spTgt spid="43"/>
                                        </p:tgtEl>
                                        <p:attrNameLst>
                                          <p:attrName>ppt_h</p:attrName>
                                        </p:attrNameLst>
                                      </p:cBhvr>
                                      <p:tavLst>
                                        <p:tav tm="0">
                                          <p:val>
                                            <p:fltVal val="0"/>
                                          </p:val>
                                        </p:tav>
                                        <p:tav tm="100000">
                                          <p:val>
                                            <p:strVal val="#ppt_h"/>
                                          </p:val>
                                        </p:tav>
                                      </p:tavLst>
                                    </p:anim>
                                    <p:animEffect transition="in" filter="fade">
                                      <p:cBhvr>
                                        <p:cTn id="47" dur="500"/>
                                        <p:tgtEl>
                                          <p:spTgt spid="43"/>
                                        </p:tgtEl>
                                      </p:cBhvr>
                                    </p:animEffect>
                                  </p:childTnLst>
                                </p:cTn>
                              </p:par>
                              <p:par>
                                <p:cTn id="48" presetID="2" presetClass="entr" presetSubtype="4" accel="50000" decel="50000" fill="hold" grpId="0" nodeType="withEffect">
                                  <p:stCondLst>
                                    <p:cond delay="0"/>
                                  </p:stCondLst>
                                  <p:childTnLst>
                                    <p:set>
                                      <p:cBhvr>
                                        <p:cTn id="49" dur="1" fill="hold">
                                          <p:stCondLst>
                                            <p:cond delay="0"/>
                                          </p:stCondLst>
                                        </p:cTn>
                                        <p:tgtEl>
                                          <p:spTgt spid="35"/>
                                        </p:tgtEl>
                                        <p:attrNameLst>
                                          <p:attrName>style.visibility</p:attrName>
                                        </p:attrNameLst>
                                      </p:cBhvr>
                                      <p:to>
                                        <p:strVal val="visible"/>
                                      </p:to>
                                    </p:set>
                                    <p:anim calcmode="lin" valueType="num">
                                      <p:cBhvr additive="base">
                                        <p:cTn id="50" dur="1000" fill="hold"/>
                                        <p:tgtEl>
                                          <p:spTgt spid="35"/>
                                        </p:tgtEl>
                                        <p:attrNameLst>
                                          <p:attrName>ppt_x</p:attrName>
                                        </p:attrNameLst>
                                      </p:cBhvr>
                                      <p:tavLst>
                                        <p:tav tm="0">
                                          <p:val>
                                            <p:strVal val="#ppt_x"/>
                                          </p:val>
                                        </p:tav>
                                        <p:tav tm="100000">
                                          <p:val>
                                            <p:strVal val="#ppt_x"/>
                                          </p:val>
                                        </p:tav>
                                      </p:tavLst>
                                    </p:anim>
                                    <p:anim calcmode="lin" valueType="num">
                                      <p:cBhvr additive="base">
                                        <p:cTn id="51" dur="1000" fill="hold"/>
                                        <p:tgtEl>
                                          <p:spTgt spid="35"/>
                                        </p:tgtEl>
                                        <p:attrNameLst>
                                          <p:attrName>ppt_y</p:attrName>
                                        </p:attrNameLst>
                                      </p:cBhvr>
                                      <p:tavLst>
                                        <p:tav tm="0">
                                          <p:val>
                                            <p:strVal val="1+#ppt_h/2"/>
                                          </p:val>
                                        </p:tav>
                                        <p:tav tm="100000">
                                          <p:val>
                                            <p:strVal val="#ppt_y"/>
                                          </p:val>
                                        </p:tav>
                                      </p:tavLst>
                                    </p:anim>
                                  </p:childTnLst>
                                </p:cTn>
                              </p:par>
                            </p:childTnLst>
                          </p:cTn>
                        </p:par>
                        <p:par>
                          <p:cTn id="52" fill="hold">
                            <p:stCondLst>
                              <p:cond delay="4500"/>
                            </p:stCondLst>
                            <p:childTnLst>
                              <p:par>
                                <p:cTn id="53" presetID="53" presetClass="entr" presetSubtype="0" fill="hold" grpId="0" nodeType="afterEffect">
                                  <p:stCondLst>
                                    <p:cond delay="0"/>
                                  </p:stCondLst>
                                  <p:childTnLst>
                                    <p:set>
                                      <p:cBhvr>
                                        <p:cTn id="54" dur="1" fill="hold">
                                          <p:stCondLst>
                                            <p:cond delay="0"/>
                                          </p:stCondLst>
                                        </p:cTn>
                                        <p:tgtEl>
                                          <p:spTgt spid="40"/>
                                        </p:tgtEl>
                                        <p:attrNameLst>
                                          <p:attrName>style.visibility</p:attrName>
                                        </p:attrNameLst>
                                      </p:cBhvr>
                                      <p:to>
                                        <p:strVal val="visible"/>
                                      </p:to>
                                    </p:set>
                                    <p:anim calcmode="lin" valueType="num">
                                      <p:cBhvr>
                                        <p:cTn id="55" dur="500" fill="hold"/>
                                        <p:tgtEl>
                                          <p:spTgt spid="40"/>
                                        </p:tgtEl>
                                        <p:attrNameLst>
                                          <p:attrName>ppt_w</p:attrName>
                                        </p:attrNameLst>
                                      </p:cBhvr>
                                      <p:tavLst>
                                        <p:tav tm="0">
                                          <p:val>
                                            <p:fltVal val="0"/>
                                          </p:val>
                                        </p:tav>
                                        <p:tav tm="100000">
                                          <p:val>
                                            <p:strVal val="#ppt_w"/>
                                          </p:val>
                                        </p:tav>
                                      </p:tavLst>
                                    </p:anim>
                                    <p:anim calcmode="lin" valueType="num">
                                      <p:cBhvr>
                                        <p:cTn id="56" dur="500" fill="hold"/>
                                        <p:tgtEl>
                                          <p:spTgt spid="40"/>
                                        </p:tgtEl>
                                        <p:attrNameLst>
                                          <p:attrName>ppt_h</p:attrName>
                                        </p:attrNameLst>
                                      </p:cBhvr>
                                      <p:tavLst>
                                        <p:tav tm="0">
                                          <p:val>
                                            <p:fltVal val="0"/>
                                          </p:val>
                                        </p:tav>
                                        <p:tav tm="100000">
                                          <p:val>
                                            <p:strVal val="#ppt_h"/>
                                          </p:val>
                                        </p:tav>
                                      </p:tavLst>
                                    </p:anim>
                                    <p:animEffect transition="in" filter="fade">
                                      <p:cBhvr>
                                        <p:cTn id="57" dur="500"/>
                                        <p:tgtEl>
                                          <p:spTgt spid="40"/>
                                        </p:tgtEl>
                                      </p:cBhvr>
                                    </p:animEffect>
                                  </p:childTnLst>
                                </p:cTn>
                              </p:par>
                            </p:childTnLst>
                          </p:cTn>
                        </p:par>
                        <p:par>
                          <p:cTn id="58" fill="hold">
                            <p:stCondLst>
                              <p:cond delay="5000"/>
                            </p:stCondLst>
                            <p:childTnLst>
                              <p:par>
                                <p:cTn id="59" presetID="53" presetClass="entr" presetSubtype="0" fill="hold" grpId="0" nodeType="afterEffect">
                                  <p:stCondLst>
                                    <p:cond delay="0"/>
                                  </p:stCondLst>
                                  <p:childTnLst>
                                    <p:set>
                                      <p:cBhvr>
                                        <p:cTn id="60" dur="1" fill="hold">
                                          <p:stCondLst>
                                            <p:cond delay="0"/>
                                          </p:stCondLst>
                                        </p:cTn>
                                        <p:tgtEl>
                                          <p:spTgt spid="41"/>
                                        </p:tgtEl>
                                        <p:attrNameLst>
                                          <p:attrName>style.visibility</p:attrName>
                                        </p:attrNameLst>
                                      </p:cBhvr>
                                      <p:to>
                                        <p:strVal val="visible"/>
                                      </p:to>
                                    </p:set>
                                    <p:anim calcmode="lin" valueType="num">
                                      <p:cBhvr>
                                        <p:cTn id="61" dur="500" fill="hold"/>
                                        <p:tgtEl>
                                          <p:spTgt spid="41"/>
                                        </p:tgtEl>
                                        <p:attrNameLst>
                                          <p:attrName>ppt_w</p:attrName>
                                        </p:attrNameLst>
                                      </p:cBhvr>
                                      <p:tavLst>
                                        <p:tav tm="0">
                                          <p:val>
                                            <p:fltVal val="0"/>
                                          </p:val>
                                        </p:tav>
                                        <p:tav tm="100000">
                                          <p:val>
                                            <p:strVal val="#ppt_w"/>
                                          </p:val>
                                        </p:tav>
                                      </p:tavLst>
                                    </p:anim>
                                    <p:anim calcmode="lin" valueType="num">
                                      <p:cBhvr>
                                        <p:cTn id="62" dur="500" fill="hold"/>
                                        <p:tgtEl>
                                          <p:spTgt spid="41"/>
                                        </p:tgtEl>
                                        <p:attrNameLst>
                                          <p:attrName>ppt_h</p:attrName>
                                        </p:attrNameLst>
                                      </p:cBhvr>
                                      <p:tavLst>
                                        <p:tav tm="0">
                                          <p:val>
                                            <p:fltVal val="0"/>
                                          </p:val>
                                        </p:tav>
                                        <p:tav tm="100000">
                                          <p:val>
                                            <p:strVal val="#ppt_h"/>
                                          </p:val>
                                        </p:tav>
                                      </p:tavLst>
                                    </p:anim>
                                    <p:animEffect transition="in" filter="fade">
                                      <p:cBhvr>
                                        <p:cTn id="63" dur="500"/>
                                        <p:tgtEl>
                                          <p:spTgt spid="41"/>
                                        </p:tgtEl>
                                      </p:cBhvr>
                                    </p:animEffect>
                                  </p:childTnLst>
                                </p:cTn>
                              </p:par>
                              <p:par>
                                <p:cTn id="64" presetID="2" presetClass="entr" presetSubtype="4" accel="50000" decel="50000" fill="hold" grpId="0" nodeType="withEffect">
                                  <p:stCondLst>
                                    <p:cond delay="0"/>
                                  </p:stCondLst>
                                  <p:childTnLst>
                                    <p:set>
                                      <p:cBhvr>
                                        <p:cTn id="65" dur="1" fill="hold">
                                          <p:stCondLst>
                                            <p:cond delay="0"/>
                                          </p:stCondLst>
                                        </p:cTn>
                                        <p:tgtEl>
                                          <p:spTgt spid="39"/>
                                        </p:tgtEl>
                                        <p:attrNameLst>
                                          <p:attrName>style.visibility</p:attrName>
                                        </p:attrNameLst>
                                      </p:cBhvr>
                                      <p:to>
                                        <p:strVal val="visible"/>
                                      </p:to>
                                    </p:set>
                                    <p:anim calcmode="lin" valueType="num">
                                      <p:cBhvr additive="base">
                                        <p:cTn id="66" dur="1000" fill="hold"/>
                                        <p:tgtEl>
                                          <p:spTgt spid="39"/>
                                        </p:tgtEl>
                                        <p:attrNameLst>
                                          <p:attrName>ppt_x</p:attrName>
                                        </p:attrNameLst>
                                      </p:cBhvr>
                                      <p:tavLst>
                                        <p:tav tm="0">
                                          <p:val>
                                            <p:strVal val="#ppt_x"/>
                                          </p:val>
                                        </p:tav>
                                        <p:tav tm="100000">
                                          <p:val>
                                            <p:strVal val="#ppt_x"/>
                                          </p:val>
                                        </p:tav>
                                      </p:tavLst>
                                    </p:anim>
                                    <p:anim calcmode="lin" valueType="num">
                                      <p:cBhvr additive="base">
                                        <p:cTn id="67" dur="1000" fill="hold"/>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9" grpId="0" animBg="1"/>
      <p:bldP spid="30" grpId="0"/>
      <p:bldP spid="34" grpId="0" animBg="1"/>
      <p:bldP spid="35" grpId="0"/>
      <p:bldP spid="38" grpId="0" animBg="1"/>
      <p:bldP spid="39" grpId="0"/>
      <p:bldP spid="40" grpId="0" animBg="1"/>
      <p:bldP spid="41" grpId="0" animBg="1"/>
      <p:bldP spid="42" grpId="0" animBg="1"/>
      <p:bldP spid="43" grpId="0" animBg="1"/>
      <p:bldP spid="44"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Our Services</a:t>
            </a:r>
            <a:endParaRPr lang="en-US" dirty="0"/>
          </a:p>
        </p:txBody>
      </p:sp>
      <p:sp>
        <p:nvSpPr>
          <p:cNvPr id="4" name="Text Placeholder 3"/>
          <p:cNvSpPr>
            <a:spLocks noGrp="1"/>
          </p:cNvSpPr>
          <p:nvPr>
            <p:ph type="body" sz="half" idx="2"/>
          </p:nvPr>
        </p:nvSpPr>
        <p:spPr/>
        <p:txBody>
          <a:bodyPr/>
          <a:lstStyle/>
          <a:p>
            <a:r>
              <a:rPr lang="en-US"/>
              <a:t>We Are Here For You !</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35</a:t>
            </a:fld>
            <a:endParaRPr lang="en-US" dirty="0"/>
          </a:p>
        </p:txBody>
      </p:sp>
      <p:sp>
        <p:nvSpPr>
          <p:cNvPr id="19" name="Sev01"/>
          <p:cNvSpPr/>
          <p:nvPr/>
        </p:nvSpPr>
        <p:spPr>
          <a:xfrm>
            <a:off x="950912" y="1743236"/>
            <a:ext cx="1209747" cy="1209747"/>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1" name="Sev02"/>
          <p:cNvSpPr/>
          <p:nvPr/>
        </p:nvSpPr>
        <p:spPr>
          <a:xfrm>
            <a:off x="2962856" y="1743236"/>
            <a:ext cx="1209747" cy="1209747"/>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bg1"/>
              </a:solidFill>
              <a:latin typeface="FontAwesome" pitchFamily="2" charset="0"/>
            </a:endParaRPr>
          </a:p>
        </p:txBody>
      </p:sp>
      <p:sp>
        <p:nvSpPr>
          <p:cNvPr id="23" name="Sev03"/>
          <p:cNvSpPr/>
          <p:nvPr/>
        </p:nvSpPr>
        <p:spPr>
          <a:xfrm>
            <a:off x="4974800" y="1743236"/>
            <a:ext cx="1209747" cy="1209747"/>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5" name="Sev04"/>
          <p:cNvSpPr/>
          <p:nvPr/>
        </p:nvSpPr>
        <p:spPr>
          <a:xfrm>
            <a:off x="6986744" y="1743236"/>
            <a:ext cx="1209747" cy="1209747"/>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7" name="Half Frame 26"/>
          <p:cNvSpPr/>
          <p:nvPr/>
        </p:nvSpPr>
        <p:spPr>
          <a:xfrm rot="5400000">
            <a:off x="1519057" y="1602592"/>
            <a:ext cx="814651" cy="814651"/>
          </a:xfrm>
          <a:prstGeom prst="halfFrame">
            <a:avLst>
              <a:gd name="adj1" fmla="val 4570"/>
              <a:gd name="adj2" fmla="val 394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Half Frame 27"/>
          <p:cNvSpPr/>
          <p:nvPr/>
        </p:nvSpPr>
        <p:spPr>
          <a:xfrm rot="5400000">
            <a:off x="3531001" y="1602592"/>
            <a:ext cx="814651" cy="814651"/>
          </a:xfrm>
          <a:prstGeom prst="halfFrame">
            <a:avLst>
              <a:gd name="adj1" fmla="val 4570"/>
              <a:gd name="adj2" fmla="val 394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1" name="Half Frame 30"/>
          <p:cNvSpPr/>
          <p:nvPr/>
        </p:nvSpPr>
        <p:spPr>
          <a:xfrm rot="5400000">
            <a:off x="5542945" y="1602592"/>
            <a:ext cx="814651" cy="814651"/>
          </a:xfrm>
          <a:prstGeom prst="halfFrame">
            <a:avLst>
              <a:gd name="adj1" fmla="val 4570"/>
              <a:gd name="adj2" fmla="val 394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Half Frame 31"/>
          <p:cNvSpPr/>
          <p:nvPr/>
        </p:nvSpPr>
        <p:spPr>
          <a:xfrm rot="5400000">
            <a:off x="7554889" y="1602592"/>
            <a:ext cx="814651" cy="814651"/>
          </a:xfrm>
          <a:prstGeom prst="halfFrame">
            <a:avLst>
              <a:gd name="adj1" fmla="val 4570"/>
              <a:gd name="adj2" fmla="val 39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3" name="TextBox 32"/>
          <p:cNvSpPr txBox="1"/>
          <p:nvPr/>
        </p:nvSpPr>
        <p:spPr>
          <a:xfrm>
            <a:off x="564910" y="3000375"/>
            <a:ext cx="1975090" cy="1107996"/>
          </a:xfrm>
          <a:prstGeom prst="rect">
            <a:avLst/>
          </a:prstGeom>
          <a:noFill/>
        </p:spPr>
        <p:txBody>
          <a:bodyPr wrap="square" rtlCol="0">
            <a:spAutoFit/>
          </a:bodyPr>
          <a:lstStyle/>
          <a:p>
            <a:pPr algn="ctr"/>
            <a:r>
              <a:rPr lang="en-US" sz="1400" b="1" dirty="0">
                <a:solidFill>
                  <a:schemeClr val="accent1"/>
                </a:solidFill>
                <a:latin typeface="+mj-lt"/>
              </a:rPr>
              <a:t>Web Design</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Ipsum available,</a:t>
            </a:r>
          </a:p>
        </p:txBody>
      </p:sp>
      <p:sp>
        <p:nvSpPr>
          <p:cNvPr id="36" name="TextBox 35"/>
          <p:cNvSpPr txBox="1"/>
          <p:nvPr/>
        </p:nvSpPr>
        <p:spPr>
          <a:xfrm>
            <a:off x="2568687" y="3000375"/>
            <a:ext cx="2016246" cy="1107996"/>
          </a:xfrm>
          <a:prstGeom prst="rect">
            <a:avLst/>
          </a:prstGeom>
          <a:noFill/>
        </p:spPr>
        <p:txBody>
          <a:bodyPr wrap="square" rtlCol="0">
            <a:spAutoFit/>
          </a:bodyPr>
          <a:lstStyle/>
          <a:p>
            <a:pPr algn="ctr"/>
            <a:r>
              <a:rPr lang="en-US" sz="1400" b="1" dirty="0">
                <a:solidFill>
                  <a:schemeClr val="accent2"/>
                </a:solidFill>
              </a:rPr>
              <a:t>Mobile Apps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Ipsum available</a:t>
            </a:r>
          </a:p>
        </p:txBody>
      </p:sp>
      <p:sp>
        <p:nvSpPr>
          <p:cNvPr id="37" name="TextBox 36"/>
          <p:cNvSpPr txBox="1"/>
          <p:nvPr/>
        </p:nvSpPr>
        <p:spPr>
          <a:xfrm>
            <a:off x="4613620" y="3000375"/>
            <a:ext cx="1999792" cy="1107996"/>
          </a:xfrm>
          <a:prstGeom prst="rect">
            <a:avLst/>
          </a:prstGeom>
          <a:noFill/>
        </p:spPr>
        <p:txBody>
          <a:bodyPr wrap="square" rtlCol="0">
            <a:spAutoFit/>
          </a:bodyPr>
          <a:lstStyle/>
          <a:p>
            <a:pPr algn="ctr"/>
            <a:r>
              <a:rPr lang="en-US" sz="1400" b="1" dirty="0">
                <a:solidFill>
                  <a:schemeClr val="accent3"/>
                </a:solidFill>
              </a:rPr>
              <a:t>Data Analysis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Ipsum available</a:t>
            </a:r>
          </a:p>
        </p:txBody>
      </p:sp>
      <p:sp>
        <p:nvSpPr>
          <p:cNvPr id="45" name="TextBox 44"/>
          <p:cNvSpPr txBox="1"/>
          <p:nvPr/>
        </p:nvSpPr>
        <p:spPr>
          <a:xfrm>
            <a:off x="6642100" y="3000375"/>
            <a:ext cx="1917483" cy="1107996"/>
          </a:xfrm>
          <a:prstGeom prst="rect">
            <a:avLst/>
          </a:prstGeom>
          <a:noFill/>
        </p:spPr>
        <p:txBody>
          <a:bodyPr wrap="square" rtlCol="0">
            <a:spAutoFit/>
          </a:bodyPr>
          <a:lstStyle/>
          <a:p>
            <a:pPr algn="ctr"/>
            <a:r>
              <a:rPr lang="en-US" sz="1400" b="1" dirty="0">
                <a:solidFill>
                  <a:schemeClr val="accent4"/>
                </a:solidFill>
              </a:rPr>
              <a:t>Management</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a:t>
            </a:r>
            <a:br>
              <a:rPr lang="en-US" sz="1000" dirty="0">
                <a:solidFill>
                  <a:schemeClr val="bg1">
                    <a:lumMod val="50000"/>
                  </a:schemeClr>
                </a:solidFill>
              </a:rPr>
            </a:br>
            <a:r>
              <a:rPr lang="en-US" sz="1000" dirty="0">
                <a:solidFill>
                  <a:schemeClr val="bg1">
                    <a:lumMod val="50000"/>
                  </a:schemeClr>
                </a:solidFill>
              </a:rPr>
              <a:t> Ipsum available</a:t>
            </a:r>
          </a:p>
        </p:txBody>
      </p:sp>
      <p:sp>
        <p:nvSpPr>
          <p:cNvPr id="46" name="Freeform 52"/>
          <p:cNvSpPr>
            <a:spLocks noEditPoints="1"/>
          </p:cNvSpPr>
          <p:nvPr/>
        </p:nvSpPr>
        <p:spPr bwMode="auto">
          <a:xfrm>
            <a:off x="7369245" y="2108008"/>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2"/>
          <p:cNvSpPr>
            <a:spLocks noEditPoints="1"/>
          </p:cNvSpPr>
          <p:nvPr/>
        </p:nvSpPr>
        <p:spPr bwMode="auto">
          <a:xfrm>
            <a:off x="1300095" y="2139952"/>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178"/>
          <p:cNvSpPr>
            <a:spLocks noEditPoints="1"/>
          </p:cNvSpPr>
          <p:nvPr/>
        </p:nvSpPr>
        <p:spPr bwMode="auto">
          <a:xfrm>
            <a:off x="5361156" y="2167104"/>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86"/>
          <p:cNvSpPr>
            <a:spLocks noEditPoints="1"/>
          </p:cNvSpPr>
          <p:nvPr/>
        </p:nvSpPr>
        <p:spPr bwMode="auto">
          <a:xfrm>
            <a:off x="3403989" y="2066397"/>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3025914311"/>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2000"/>
                            </p:stCondLst>
                            <p:childTnLst>
                              <p:par>
                                <p:cTn id="5" presetID="42"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anim calcmode="lin" valueType="num">
                                      <p:cBhvr>
                                        <p:cTn id="8" dur="500" fill="hold"/>
                                        <p:tgtEl>
                                          <p:spTgt spid="27"/>
                                        </p:tgtEl>
                                        <p:attrNameLst>
                                          <p:attrName>ppt_x</p:attrName>
                                        </p:attrNameLst>
                                      </p:cBhvr>
                                      <p:tavLst>
                                        <p:tav tm="0">
                                          <p:val>
                                            <p:strVal val="#ppt_x"/>
                                          </p:val>
                                        </p:tav>
                                        <p:tav tm="100000">
                                          <p:val>
                                            <p:strVal val="#ppt_x"/>
                                          </p:val>
                                        </p:tav>
                                      </p:tavLst>
                                    </p:anim>
                                    <p:anim calcmode="lin" valueType="num">
                                      <p:cBhvr>
                                        <p:cTn id="9" dur="500" fill="hold"/>
                                        <p:tgtEl>
                                          <p:spTgt spid="27"/>
                                        </p:tgtEl>
                                        <p:attrNameLst>
                                          <p:attrName>ppt_y</p:attrName>
                                        </p:attrNameLst>
                                      </p:cBhvr>
                                      <p:tavLst>
                                        <p:tav tm="0">
                                          <p:val>
                                            <p:strVal val="#ppt_y+.1"/>
                                          </p:val>
                                        </p:tav>
                                        <p:tav tm="100000">
                                          <p:val>
                                            <p:strVal val="#ppt_y"/>
                                          </p:val>
                                        </p:tav>
                                      </p:tavLst>
                                    </p:anim>
                                  </p:childTnLst>
                                </p:cTn>
                              </p:par>
                            </p:childTnLst>
                          </p:cTn>
                        </p:par>
                        <p:par>
                          <p:cTn id="10" fill="hold">
                            <p:stCondLst>
                              <p:cond delay="2500"/>
                            </p:stCondLst>
                            <p:childTnLst>
                              <p:par>
                                <p:cTn id="11" presetID="45" presetClass="entr" presetSubtype="0" fill="hold" grpId="0" nodeType="afterEffect">
                                  <p:stCondLst>
                                    <p:cond delay="0"/>
                                  </p:stCondLst>
                                  <p:iterate type="lt">
                                    <p:tmPct val="10000"/>
                                  </p:iterate>
                                  <p:childTnLst>
                                    <p:set>
                                      <p:cBhvr>
                                        <p:cTn id="12" dur="1" fill="hold">
                                          <p:stCondLst>
                                            <p:cond delay="0"/>
                                          </p:stCondLst>
                                        </p:cTn>
                                        <p:tgtEl>
                                          <p:spTgt spid="19"/>
                                        </p:tgtEl>
                                        <p:attrNameLst>
                                          <p:attrName>style.visibility</p:attrName>
                                        </p:attrNameLst>
                                      </p:cBhvr>
                                      <p:to>
                                        <p:strVal val="visible"/>
                                      </p:to>
                                    </p:set>
                                    <p:animEffect transition="in" filter="fade">
                                      <p:cBhvr>
                                        <p:cTn id="13" dur="1000"/>
                                        <p:tgtEl>
                                          <p:spTgt spid="19"/>
                                        </p:tgtEl>
                                      </p:cBhvr>
                                    </p:animEffect>
                                    <p:anim calcmode="lin" valueType="num">
                                      <p:cBhvr>
                                        <p:cTn id="14" dur="1000" fill="hold"/>
                                        <p:tgtEl>
                                          <p:spTgt spid="19"/>
                                        </p:tgtEl>
                                        <p:attrNameLst>
                                          <p:attrName>ppt_w</p:attrName>
                                        </p:attrNameLst>
                                      </p:cBhvr>
                                      <p:tavLst>
                                        <p:tav tm="0" fmla="#ppt_w*sin(2.5*pi*$)">
                                          <p:val>
                                            <p:fltVal val="0"/>
                                          </p:val>
                                        </p:tav>
                                        <p:tav tm="100000">
                                          <p:val>
                                            <p:fltVal val="1"/>
                                          </p:val>
                                        </p:tav>
                                      </p:tavLst>
                                    </p:anim>
                                    <p:anim calcmode="lin" valueType="num">
                                      <p:cBhvr>
                                        <p:cTn id="15" dur="1000" fill="hold"/>
                                        <p:tgtEl>
                                          <p:spTgt spid="19"/>
                                        </p:tgtEl>
                                        <p:attrNameLst>
                                          <p:attrName>ppt_h</p:attrName>
                                        </p:attrNameLst>
                                      </p:cBhvr>
                                      <p:tavLst>
                                        <p:tav tm="0">
                                          <p:val>
                                            <p:strVal val="#ppt_h"/>
                                          </p:val>
                                        </p:tav>
                                        <p:tav tm="100000">
                                          <p:val>
                                            <p:strVal val="#ppt_h"/>
                                          </p:val>
                                        </p:tav>
                                      </p:tavLst>
                                    </p:anim>
                                  </p:childTnLst>
                                </p:cTn>
                              </p:par>
                            </p:childTnLst>
                          </p:cTn>
                        </p:par>
                        <p:par>
                          <p:cTn id="16" fill="hold">
                            <p:stCondLst>
                              <p:cond delay="3500"/>
                            </p:stCondLst>
                            <p:childTnLst>
                              <p:par>
                                <p:cTn id="17" presetID="53" presetClass="entr" presetSubtype="0"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p:cTn id="19" dur="500" fill="hold"/>
                                        <p:tgtEl>
                                          <p:spTgt spid="47"/>
                                        </p:tgtEl>
                                        <p:attrNameLst>
                                          <p:attrName>ppt_w</p:attrName>
                                        </p:attrNameLst>
                                      </p:cBhvr>
                                      <p:tavLst>
                                        <p:tav tm="0">
                                          <p:val>
                                            <p:fltVal val="0"/>
                                          </p:val>
                                        </p:tav>
                                        <p:tav tm="100000">
                                          <p:val>
                                            <p:strVal val="#ppt_w"/>
                                          </p:val>
                                        </p:tav>
                                      </p:tavLst>
                                    </p:anim>
                                    <p:anim calcmode="lin" valueType="num">
                                      <p:cBhvr>
                                        <p:cTn id="20" dur="500" fill="hold"/>
                                        <p:tgtEl>
                                          <p:spTgt spid="47"/>
                                        </p:tgtEl>
                                        <p:attrNameLst>
                                          <p:attrName>ppt_h</p:attrName>
                                        </p:attrNameLst>
                                      </p:cBhvr>
                                      <p:tavLst>
                                        <p:tav tm="0">
                                          <p:val>
                                            <p:fltVal val="0"/>
                                          </p:val>
                                        </p:tav>
                                        <p:tav tm="100000">
                                          <p:val>
                                            <p:strVal val="#ppt_h"/>
                                          </p:val>
                                        </p:tav>
                                      </p:tavLst>
                                    </p:anim>
                                    <p:animEffect transition="in" filter="fade">
                                      <p:cBhvr>
                                        <p:cTn id="21" dur="500"/>
                                        <p:tgtEl>
                                          <p:spTgt spid="47"/>
                                        </p:tgtEl>
                                      </p:cBhvr>
                                    </p:animEffect>
                                  </p:childTnLst>
                                </p:cTn>
                              </p:par>
                              <p:par>
                                <p:cTn id="22" presetID="2" presetClass="entr" presetSubtype="4" accel="50000" decel="50000"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 calcmode="lin" valueType="num">
                                      <p:cBhvr additive="base">
                                        <p:cTn id="24" dur="1000" fill="hold"/>
                                        <p:tgtEl>
                                          <p:spTgt spid="33"/>
                                        </p:tgtEl>
                                        <p:attrNameLst>
                                          <p:attrName>ppt_x</p:attrName>
                                        </p:attrNameLst>
                                      </p:cBhvr>
                                      <p:tavLst>
                                        <p:tav tm="0">
                                          <p:val>
                                            <p:strVal val="#ppt_x"/>
                                          </p:val>
                                        </p:tav>
                                        <p:tav tm="100000">
                                          <p:val>
                                            <p:strVal val="#ppt_x"/>
                                          </p:val>
                                        </p:tav>
                                      </p:tavLst>
                                    </p:anim>
                                    <p:anim calcmode="lin" valueType="num">
                                      <p:cBhvr additive="base">
                                        <p:cTn id="25" dur="1000" fill="hold"/>
                                        <p:tgtEl>
                                          <p:spTgt spid="33"/>
                                        </p:tgtEl>
                                        <p:attrNameLst>
                                          <p:attrName>ppt_y</p:attrName>
                                        </p:attrNameLst>
                                      </p:cBhvr>
                                      <p:tavLst>
                                        <p:tav tm="0">
                                          <p:val>
                                            <p:strVal val="1+#ppt_h/2"/>
                                          </p:val>
                                        </p:tav>
                                        <p:tav tm="100000">
                                          <p:val>
                                            <p:strVal val="#ppt_y"/>
                                          </p:val>
                                        </p:tav>
                                      </p:tavLst>
                                    </p:anim>
                                  </p:childTnLst>
                                </p:cTn>
                              </p:par>
                            </p:childTnLst>
                          </p:cTn>
                        </p:par>
                        <p:par>
                          <p:cTn id="26" fill="hold">
                            <p:stCondLst>
                              <p:cond delay="4500"/>
                            </p:stCondLst>
                            <p:childTnLst>
                              <p:par>
                                <p:cTn id="27" presetID="42" presetClass="entr" presetSubtype="0" fill="hold" grpId="0" nodeType="after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fade">
                                      <p:cBhvr>
                                        <p:cTn id="29" dur="500"/>
                                        <p:tgtEl>
                                          <p:spTgt spid="28"/>
                                        </p:tgtEl>
                                      </p:cBhvr>
                                    </p:animEffect>
                                    <p:anim calcmode="lin" valueType="num">
                                      <p:cBhvr>
                                        <p:cTn id="30" dur="500" fill="hold"/>
                                        <p:tgtEl>
                                          <p:spTgt spid="28"/>
                                        </p:tgtEl>
                                        <p:attrNameLst>
                                          <p:attrName>ppt_x</p:attrName>
                                        </p:attrNameLst>
                                      </p:cBhvr>
                                      <p:tavLst>
                                        <p:tav tm="0">
                                          <p:val>
                                            <p:strVal val="#ppt_x"/>
                                          </p:val>
                                        </p:tav>
                                        <p:tav tm="100000">
                                          <p:val>
                                            <p:strVal val="#ppt_x"/>
                                          </p:val>
                                        </p:tav>
                                      </p:tavLst>
                                    </p:anim>
                                    <p:anim calcmode="lin" valueType="num">
                                      <p:cBhvr>
                                        <p:cTn id="31" dur="500" fill="hold"/>
                                        <p:tgtEl>
                                          <p:spTgt spid="28"/>
                                        </p:tgtEl>
                                        <p:attrNameLst>
                                          <p:attrName>ppt_y</p:attrName>
                                        </p:attrNameLst>
                                      </p:cBhvr>
                                      <p:tavLst>
                                        <p:tav tm="0">
                                          <p:val>
                                            <p:strVal val="#ppt_y+.1"/>
                                          </p:val>
                                        </p:tav>
                                        <p:tav tm="100000">
                                          <p:val>
                                            <p:strVal val="#ppt_y"/>
                                          </p:val>
                                        </p:tav>
                                      </p:tavLst>
                                    </p:anim>
                                  </p:childTnLst>
                                </p:cTn>
                              </p:par>
                            </p:childTnLst>
                          </p:cTn>
                        </p:par>
                        <p:par>
                          <p:cTn id="32" fill="hold">
                            <p:stCondLst>
                              <p:cond delay="5000"/>
                            </p:stCondLst>
                            <p:childTnLst>
                              <p:par>
                                <p:cTn id="33" presetID="45" presetClass="entr" presetSubtype="0" fill="hold" grpId="0" nodeType="afterEffect">
                                  <p:stCondLst>
                                    <p:cond delay="0"/>
                                  </p:stCondLst>
                                  <p:iterate type="lt">
                                    <p:tmPct val="10000"/>
                                  </p:iterate>
                                  <p:childTnLst>
                                    <p:set>
                                      <p:cBhvr>
                                        <p:cTn id="34" dur="1" fill="hold">
                                          <p:stCondLst>
                                            <p:cond delay="0"/>
                                          </p:stCondLst>
                                        </p:cTn>
                                        <p:tgtEl>
                                          <p:spTgt spid="21"/>
                                        </p:tgtEl>
                                        <p:attrNameLst>
                                          <p:attrName>style.visibility</p:attrName>
                                        </p:attrNameLst>
                                      </p:cBhvr>
                                      <p:to>
                                        <p:strVal val="visible"/>
                                      </p:to>
                                    </p:set>
                                    <p:animEffect transition="in" filter="fade">
                                      <p:cBhvr>
                                        <p:cTn id="35" dur="1000"/>
                                        <p:tgtEl>
                                          <p:spTgt spid="21"/>
                                        </p:tgtEl>
                                      </p:cBhvr>
                                    </p:animEffect>
                                    <p:anim calcmode="lin" valueType="num">
                                      <p:cBhvr>
                                        <p:cTn id="36" dur="1000" fill="hold"/>
                                        <p:tgtEl>
                                          <p:spTgt spid="21"/>
                                        </p:tgtEl>
                                        <p:attrNameLst>
                                          <p:attrName>ppt_w</p:attrName>
                                        </p:attrNameLst>
                                      </p:cBhvr>
                                      <p:tavLst>
                                        <p:tav tm="0" fmla="#ppt_w*sin(2.5*pi*$)">
                                          <p:val>
                                            <p:fltVal val="0"/>
                                          </p:val>
                                        </p:tav>
                                        <p:tav tm="100000">
                                          <p:val>
                                            <p:fltVal val="1"/>
                                          </p:val>
                                        </p:tav>
                                      </p:tavLst>
                                    </p:anim>
                                    <p:anim calcmode="lin" valueType="num">
                                      <p:cBhvr>
                                        <p:cTn id="37" dur="1000" fill="hold"/>
                                        <p:tgtEl>
                                          <p:spTgt spid="21"/>
                                        </p:tgtEl>
                                        <p:attrNameLst>
                                          <p:attrName>ppt_h</p:attrName>
                                        </p:attrNameLst>
                                      </p:cBhvr>
                                      <p:tavLst>
                                        <p:tav tm="0">
                                          <p:val>
                                            <p:strVal val="#ppt_h"/>
                                          </p:val>
                                        </p:tav>
                                        <p:tav tm="100000">
                                          <p:val>
                                            <p:strVal val="#ppt_h"/>
                                          </p:val>
                                        </p:tav>
                                      </p:tavLst>
                                    </p:anim>
                                  </p:childTnLst>
                                </p:cTn>
                              </p:par>
                            </p:childTnLst>
                          </p:cTn>
                        </p:par>
                        <p:par>
                          <p:cTn id="38" fill="hold">
                            <p:stCondLst>
                              <p:cond delay="6000"/>
                            </p:stCondLst>
                            <p:childTnLst>
                              <p:par>
                                <p:cTn id="39" presetID="53" presetClass="entr" presetSubtype="0" fill="hold" grpId="0" nodeType="afterEffect">
                                  <p:stCondLst>
                                    <p:cond delay="0"/>
                                  </p:stCondLst>
                                  <p:childTnLst>
                                    <p:set>
                                      <p:cBhvr>
                                        <p:cTn id="40" dur="1" fill="hold">
                                          <p:stCondLst>
                                            <p:cond delay="0"/>
                                          </p:stCondLst>
                                        </p:cTn>
                                        <p:tgtEl>
                                          <p:spTgt spid="49"/>
                                        </p:tgtEl>
                                        <p:attrNameLst>
                                          <p:attrName>style.visibility</p:attrName>
                                        </p:attrNameLst>
                                      </p:cBhvr>
                                      <p:to>
                                        <p:strVal val="visible"/>
                                      </p:to>
                                    </p:set>
                                    <p:anim calcmode="lin" valueType="num">
                                      <p:cBhvr>
                                        <p:cTn id="41" dur="500" fill="hold"/>
                                        <p:tgtEl>
                                          <p:spTgt spid="49"/>
                                        </p:tgtEl>
                                        <p:attrNameLst>
                                          <p:attrName>ppt_w</p:attrName>
                                        </p:attrNameLst>
                                      </p:cBhvr>
                                      <p:tavLst>
                                        <p:tav tm="0">
                                          <p:val>
                                            <p:fltVal val="0"/>
                                          </p:val>
                                        </p:tav>
                                        <p:tav tm="100000">
                                          <p:val>
                                            <p:strVal val="#ppt_w"/>
                                          </p:val>
                                        </p:tav>
                                      </p:tavLst>
                                    </p:anim>
                                    <p:anim calcmode="lin" valueType="num">
                                      <p:cBhvr>
                                        <p:cTn id="42" dur="500" fill="hold"/>
                                        <p:tgtEl>
                                          <p:spTgt spid="49"/>
                                        </p:tgtEl>
                                        <p:attrNameLst>
                                          <p:attrName>ppt_h</p:attrName>
                                        </p:attrNameLst>
                                      </p:cBhvr>
                                      <p:tavLst>
                                        <p:tav tm="0">
                                          <p:val>
                                            <p:fltVal val="0"/>
                                          </p:val>
                                        </p:tav>
                                        <p:tav tm="100000">
                                          <p:val>
                                            <p:strVal val="#ppt_h"/>
                                          </p:val>
                                        </p:tav>
                                      </p:tavLst>
                                    </p:anim>
                                    <p:animEffect transition="in" filter="fade">
                                      <p:cBhvr>
                                        <p:cTn id="43" dur="500"/>
                                        <p:tgtEl>
                                          <p:spTgt spid="49"/>
                                        </p:tgtEl>
                                      </p:cBhvr>
                                    </p:animEffect>
                                  </p:childTnLst>
                                </p:cTn>
                              </p:par>
                              <p:par>
                                <p:cTn id="44" presetID="2" presetClass="entr" presetSubtype="4" accel="50000" decel="50000" fill="hold" grpId="0" nodeType="withEffect">
                                  <p:stCondLst>
                                    <p:cond delay="0"/>
                                  </p:stCondLst>
                                  <p:childTnLst>
                                    <p:set>
                                      <p:cBhvr>
                                        <p:cTn id="45" dur="1" fill="hold">
                                          <p:stCondLst>
                                            <p:cond delay="0"/>
                                          </p:stCondLst>
                                        </p:cTn>
                                        <p:tgtEl>
                                          <p:spTgt spid="36"/>
                                        </p:tgtEl>
                                        <p:attrNameLst>
                                          <p:attrName>style.visibility</p:attrName>
                                        </p:attrNameLst>
                                      </p:cBhvr>
                                      <p:to>
                                        <p:strVal val="visible"/>
                                      </p:to>
                                    </p:set>
                                    <p:anim calcmode="lin" valueType="num">
                                      <p:cBhvr additive="base">
                                        <p:cTn id="46" dur="1000" fill="hold"/>
                                        <p:tgtEl>
                                          <p:spTgt spid="36"/>
                                        </p:tgtEl>
                                        <p:attrNameLst>
                                          <p:attrName>ppt_x</p:attrName>
                                        </p:attrNameLst>
                                      </p:cBhvr>
                                      <p:tavLst>
                                        <p:tav tm="0">
                                          <p:val>
                                            <p:strVal val="#ppt_x"/>
                                          </p:val>
                                        </p:tav>
                                        <p:tav tm="100000">
                                          <p:val>
                                            <p:strVal val="#ppt_x"/>
                                          </p:val>
                                        </p:tav>
                                      </p:tavLst>
                                    </p:anim>
                                    <p:anim calcmode="lin" valueType="num">
                                      <p:cBhvr additive="base">
                                        <p:cTn id="47" dur="1000" fill="hold"/>
                                        <p:tgtEl>
                                          <p:spTgt spid="36"/>
                                        </p:tgtEl>
                                        <p:attrNameLst>
                                          <p:attrName>ppt_y</p:attrName>
                                        </p:attrNameLst>
                                      </p:cBhvr>
                                      <p:tavLst>
                                        <p:tav tm="0">
                                          <p:val>
                                            <p:strVal val="1+#ppt_h/2"/>
                                          </p:val>
                                        </p:tav>
                                        <p:tav tm="100000">
                                          <p:val>
                                            <p:strVal val="#ppt_y"/>
                                          </p:val>
                                        </p:tav>
                                      </p:tavLst>
                                    </p:anim>
                                  </p:childTnLst>
                                </p:cTn>
                              </p:par>
                            </p:childTnLst>
                          </p:cTn>
                        </p:par>
                        <p:par>
                          <p:cTn id="48" fill="hold">
                            <p:stCondLst>
                              <p:cond delay="7000"/>
                            </p:stCondLst>
                            <p:childTnLst>
                              <p:par>
                                <p:cTn id="49" presetID="42" presetClass="entr" presetSubtype="0" fill="hold" grpId="0" nodeType="after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fade">
                                      <p:cBhvr>
                                        <p:cTn id="51" dur="500"/>
                                        <p:tgtEl>
                                          <p:spTgt spid="31"/>
                                        </p:tgtEl>
                                      </p:cBhvr>
                                    </p:animEffect>
                                    <p:anim calcmode="lin" valueType="num">
                                      <p:cBhvr>
                                        <p:cTn id="52" dur="500" fill="hold"/>
                                        <p:tgtEl>
                                          <p:spTgt spid="31"/>
                                        </p:tgtEl>
                                        <p:attrNameLst>
                                          <p:attrName>ppt_x</p:attrName>
                                        </p:attrNameLst>
                                      </p:cBhvr>
                                      <p:tavLst>
                                        <p:tav tm="0">
                                          <p:val>
                                            <p:strVal val="#ppt_x"/>
                                          </p:val>
                                        </p:tav>
                                        <p:tav tm="100000">
                                          <p:val>
                                            <p:strVal val="#ppt_x"/>
                                          </p:val>
                                        </p:tav>
                                      </p:tavLst>
                                    </p:anim>
                                    <p:anim calcmode="lin" valueType="num">
                                      <p:cBhvr>
                                        <p:cTn id="53" dur="500" fill="hold"/>
                                        <p:tgtEl>
                                          <p:spTgt spid="31"/>
                                        </p:tgtEl>
                                        <p:attrNameLst>
                                          <p:attrName>ppt_y</p:attrName>
                                        </p:attrNameLst>
                                      </p:cBhvr>
                                      <p:tavLst>
                                        <p:tav tm="0">
                                          <p:val>
                                            <p:strVal val="#ppt_y+.1"/>
                                          </p:val>
                                        </p:tav>
                                        <p:tav tm="100000">
                                          <p:val>
                                            <p:strVal val="#ppt_y"/>
                                          </p:val>
                                        </p:tav>
                                      </p:tavLst>
                                    </p:anim>
                                  </p:childTnLst>
                                </p:cTn>
                              </p:par>
                            </p:childTnLst>
                          </p:cTn>
                        </p:par>
                        <p:par>
                          <p:cTn id="54" fill="hold">
                            <p:stCondLst>
                              <p:cond delay="7500"/>
                            </p:stCondLst>
                            <p:childTnLst>
                              <p:par>
                                <p:cTn id="55" presetID="45" presetClass="entr" presetSubtype="0" fill="hold" grpId="0" nodeType="afterEffect">
                                  <p:stCondLst>
                                    <p:cond delay="0"/>
                                  </p:stCondLst>
                                  <p:iterate type="lt">
                                    <p:tmPct val="10000"/>
                                  </p:iterate>
                                  <p:childTnLst>
                                    <p:set>
                                      <p:cBhvr>
                                        <p:cTn id="56" dur="1" fill="hold">
                                          <p:stCondLst>
                                            <p:cond delay="0"/>
                                          </p:stCondLst>
                                        </p:cTn>
                                        <p:tgtEl>
                                          <p:spTgt spid="23"/>
                                        </p:tgtEl>
                                        <p:attrNameLst>
                                          <p:attrName>style.visibility</p:attrName>
                                        </p:attrNameLst>
                                      </p:cBhvr>
                                      <p:to>
                                        <p:strVal val="visible"/>
                                      </p:to>
                                    </p:set>
                                    <p:animEffect transition="in" filter="fade">
                                      <p:cBhvr>
                                        <p:cTn id="57" dur="1000"/>
                                        <p:tgtEl>
                                          <p:spTgt spid="23"/>
                                        </p:tgtEl>
                                      </p:cBhvr>
                                    </p:animEffect>
                                    <p:anim calcmode="lin" valueType="num">
                                      <p:cBhvr>
                                        <p:cTn id="58" dur="1000" fill="hold"/>
                                        <p:tgtEl>
                                          <p:spTgt spid="23"/>
                                        </p:tgtEl>
                                        <p:attrNameLst>
                                          <p:attrName>ppt_w</p:attrName>
                                        </p:attrNameLst>
                                      </p:cBhvr>
                                      <p:tavLst>
                                        <p:tav tm="0" fmla="#ppt_w*sin(2.5*pi*$)">
                                          <p:val>
                                            <p:fltVal val="0"/>
                                          </p:val>
                                        </p:tav>
                                        <p:tav tm="100000">
                                          <p:val>
                                            <p:fltVal val="1"/>
                                          </p:val>
                                        </p:tav>
                                      </p:tavLst>
                                    </p:anim>
                                    <p:anim calcmode="lin" valueType="num">
                                      <p:cBhvr>
                                        <p:cTn id="59" dur="1000" fill="hold"/>
                                        <p:tgtEl>
                                          <p:spTgt spid="23"/>
                                        </p:tgtEl>
                                        <p:attrNameLst>
                                          <p:attrName>ppt_h</p:attrName>
                                        </p:attrNameLst>
                                      </p:cBhvr>
                                      <p:tavLst>
                                        <p:tav tm="0">
                                          <p:val>
                                            <p:strVal val="#ppt_h"/>
                                          </p:val>
                                        </p:tav>
                                        <p:tav tm="100000">
                                          <p:val>
                                            <p:strVal val="#ppt_h"/>
                                          </p:val>
                                        </p:tav>
                                      </p:tavLst>
                                    </p:anim>
                                  </p:childTnLst>
                                </p:cTn>
                              </p:par>
                            </p:childTnLst>
                          </p:cTn>
                        </p:par>
                        <p:par>
                          <p:cTn id="60" fill="hold">
                            <p:stCondLst>
                              <p:cond delay="8500"/>
                            </p:stCondLst>
                            <p:childTnLst>
                              <p:par>
                                <p:cTn id="61" presetID="53" presetClass="entr" presetSubtype="0" fill="hold" grpId="0" nodeType="afterEffect">
                                  <p:stCondLst>
                                    <p:cond delay="0"/>
                                  </p:stCondLst>
                                  <p:childTnLst>
                                    <p:set>
                                      <p:cBhvr>
                                        <p:cTn id="62" dur="1" fill="hold">
                                          <p:stCondLst>
                                            <p:cond delay="0"/>
                                          </p:stCondLst>
                                        </p:cTn>
                                        <p:tgtEl>
                                          <p:spTgt spid="48"/>
                                        </p:tgtEl>
                                        <p:attrNameLst>
                                          <p:attrName>style.visibility</p:attrName>
                                        </p:attrNameLst>
                                      </p:cBhvr>
                                      <p:to>
                                        <p:strVal val="visible"/>
                                      </p:to>
                                    </p:set>
                                    <p:anim calcmode="lin" valueType="num">
                                      <p:cBhvr>
                                        <p:cTn id="63" dur="500" fill="hold"/>
                                        <p:tgtEl>
                                          <p:spTgt spid="48"/>
                                        </p:tgtEl>
                                        <p:attrNameLst>
                                          <p:attrName>ppt_w</p:attrName>
                                        </p:attrNameLst>
                                      </p:cBhvr>
                                      <p:tavLst>
                                        <p:tav tm="0">
                                          <p:val>
                                            <p:fltVal val="0"/>
                                          </p:val>
                                        </p:tav>
                                        <p:tav tm="100000">
                                          <p:val>
                                            <p:strVal val="#ppt_w"/>
                                          </p:val>
                                        </p:tav>
                                      </p:tavLst>
                                    </p:anim>
                                    <p:anim calcmode="lin" valueType="num">
                                      <p:cBhvr>
                                        <p:cTn id="64" dur="500" fill="hold"/>
                                        <p:tgtEl>
                                          <p:spTgt spid="48"/>
                                        </p:tgtEl>
                                        <p:attrNameLst>
                                          <p:attrName>ppt_h</p:attrName>
                                        </p:attrNameLst>
                                      </p:cBhvr>
                                      <p:tavLst>
                                        <p:tav tm="0">
                                          <p:val>
                                            <p:fltVal val="0"/>
                                          </p:val>
                                        </p:tav>
                                        <p:tav tm="100000">
                                          <p:val>
                                            <p:strVal val="#ppt_h"/>
                                          </p:val>
                                        </p:tav>
                                      </p:tavLst>
                                    </p:anim>
                                    <p:animEffect transition="in" filter="fade">
                                      <p:cBhvr>
                                        <p:cTn id="65" dur="500"/>
                                        <p:tgtEl>
                                          <p:spTgt spid="48"/>
                                        </p:tgtEl>
                                      </p:cBhvr>
                                    </p:animEffect>
                                  </p:childTnLst>
                                </p:cTn>
                              </p:par>
                              <p:par>
                                <p:cTn id="66" presetID="2" presetClass="entr" presetSubtype="4" accel="50000" decel="50000" fill="hold" grpId="0" nodeType="withEffect">
                                  <p:stCondLst>
                                    <p:cond delay="0"/>
                                  </p:stCondLst>
                                  <p:childTnLst>
                                    <p:set>
                                      <p:cBhvr>
                                        <p:cTn id="67" dur="1" fill="hold">
                                          <p:stCondLst>
                                            <p:cond delay="0"/>
                                          </p:stCondLst>
                                        </p:cTn>
                                        <p:tgtEl>
                                          <p:spTgt spid="37"/>
                                        </p:tgtEl>
                                        <p:attrNameLst>
                                          <p:attrName>style.visibility</p:attrName>
                                        </p:attrNameLst>
                                      </p:cBhvr>
                                      <p:to>
                                        <p:strVal val="visible"/>
                                      </p:to>
                                    </p:set>
                                    <p:anim calcmode="lin" valueType="num">
                                      <p:cBhvr additive="base">
                                        <p:cTn id="68" dur="1000" fill="hold"/>
                                        <p:tgtEl>
                                          <p:spTgt spid="37"/>
                                        </p:tgtEl>
                                        <p:attrNameLst>
                                          <p:attrName>ppt_x</p:attrName>
                                        </p:attrNameLst>
                                      </p:cBhvr>
                                      <p:tavLst>
                                        <p:tav tm="0">
                                          <p:val>
                                            <p:strVal val="#ppt_x"/>
                                          </p:val>
                                        </p:tav>
                                        <p:tav tm="100000">
                                          <p:val>
                                            <p:strVal val="#ppt_x"/>
                                          </p:val>
                                        </p:tav>
                                      </p:tavLst>
                                    </p:anim>
                                    <p:anim calcmode="lin" valueType="num">
                                      <p:cBhvr additive="base">
                                        <p:cTn id="69" dur="1000" fill="hold"/>
                                        <p:tgtEl>
                                          <p:spTgt spid="37"/>
                                        </p:tgtEl>
                                        <p:attrNameLst>
                                          <p:attrName>ppt_y</p:attrName>
                                        </p:attrNameLst>
                                      </p:cBhvr>
                                      <p:tavLst>
                                        <p:tav tm="0">
                                          <p:val>
                                            <p:strVal val="1+#ppt_h/2"/>
                                          </p:val>
                                        </p:tav>
                                        <p:tav tm="100000">
                                          <p:val>
                                            <p:strVal val="#ppt_y"/>
                                          </p:val>
                                        </p:tav>
                                      </p:tavLst>
                                    </p:anim>
                                  </p:childTnLst>
                                </p:cTn>
                              </p:par>
                            </p:childTnLst>
                          </p:cTn>
                        </p:par>
                        <p:par>
                          <p:cTn id="70" fill="hold">
                            <p:stCondLst>
                              <p:cond delay="9500"/>
                            </p:stCondLst>
                            <p:childTnLst>
                              <p:par>
                                <p:cTn id="71" presetID="42" presetClass="entr" presetSubtype="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fade">
                                      <p:cBhvr>
                                        <p:cTn id="73" dur="500"/>
                                        <p:tgtEl>
                                          <p:spTgt spid="32"/>
                                        </p:tgtEl>
                                      </p:cBhvr>
                                    </p:animEffect>
                                    <p:anim calcmode="lin" valueType="num">
                                      <p:cBhvr>
                                        <p:cTn id="74" dur="500" fill="hold"/>
                                        <p:tgtEl>
                                          <p:spTgt spid="32"/>
                                        </p:tgtEl>
                                        <p:attrNameLst>
                                          <p:attrName>ppt_x</p:attrName>
                                        </p:attrNameLst>
                                      </p:cBhvr>
                                      <p:tavLst>
                                        <p:tav tm="0">
                                          <p:val>
                                            <p:strVal val="#ppt_x"/>
                                          </p:val>
                                        </p:tav>
                                        <p:tav tm="100000">
                                          <p:val>
                                            <p:strVal val="#ppt_x"/>
                                          </p:val>
                                        </p:tav>
                                      </p:tavLst>
                                    </p:anim>
                                    <p:anim calcmode="lin" valueType="num">
                                      <p:cBhvr>
                                        <p:cTn id="75" dur="500" fill="hold"/>
                                        <p:tgtEl>
                                          <p:spTgt spid="32"/>
                                        </p:tgtEl>
                                        <p:attrNameLst>
                                          <p:attrName>ppt_y</p:attrName>
                                        </p:attrNameLst>
                                      </p:cBhvr>
                                      <p:tavLst>
                                        <p:tav tm="0">
                                          <p:val>
                                            <p:strVal val="#ppt_y+.1"/>
                                          </p:val>
                                        </p:tav>
                                        <p:tav tm="100000">
                                          <p:val>
                                            <p:strVal val="#ppt_y"/>
                                          </p:val>
                                        </p:tav>
                                      </p:tavLst>
                                    </p:anim>
                                  </p:childTnLst>
                                </p:cTn>
                              </p:par>
                            </p:childTnLst>
                          </p:cTn>
                        </p:par>
                        <p:par>
                          <p:cTn id="76" fill="hold">
                            <p:stCondLst>
                              <p:cond delay="10000"/>
                            </p:stCondLst>
                            <p:childTnLst>
                              <p:par>
                                <p:cTn id="77" presetID="45" presetClass="entr" presetSubtype="0" fill="hold" grpId="0" nodeType="afterEffect">
                                  <p:stCondLst>
                                    <p:cond delay="0"/>
                                  </p:stCondLst>
                                  <p:iterate type="lt">
                                    <p:tmPct val="10000"/>
                                  </p:iterate>
                                  <p:childTnLst>
                                    <p:set>
                                      <p:cBhvr>
                                        <p:cTn id="78" dur="1" fill="hold">
                                          <p:stCondLst>
                                            <p:cond delay="0"/>
                                          </p:stCondLst>
                                        </p:cTn>
                                        <p:tgtEl>
                                          <p:spTgt spid="25"/>
                                        </p:tgtEl>
                                        <p:attrNameLst>
                                          <p:attrName>style.visibility</p:attrName>
                                        </p:attrNameLst>
                                      </p:cBhvr>
                                      <p:to>
                                        <p:strVal val="visible"/>
                                      </p:to>
                                    </p:set>
                                    <p:animEffect transition="in" filter="fade">
                                      <p:cBhvr>
                                        <p:cTn id="79" dur="1000"/>
                                        <p:tgtEl>
                                          <p:spTgt spid="25"/>
                                        </p:tgtEl>
                                      </p:cBhvr>
                                    </p:animEffect>
                                    <p:anim calcmode="lin" valueType="num">
                                      <p:cBhvr>
                                        <p:cTn id="80" dur="1000" fill="hold"/>
                                        <p:tgtEl>
                                          <p:spTgt spid="25"/>
                                        </p:tgtEl>
                                        <p:attrNameLst>
                                          <p:attrName>ppt_w</p:attrName>
                                        </p:attrNameLst>
                                      </p:cBhvr>
                                      <p:tavLst>
                                        <p:tav tm="0" fmla="#ppt_w*sin(2.5*pi*$)">
                                          <p:val>
                                            <p:fltVal val="0"/>
                                          </p:val>
                                        </p:tav>
                                        <p:tav tm="100000">
                                          <p:val>
                                            <p:fltVal val="1"/>
                                          </p:val>
                                        </p:tav>
                                      </p:tavLst>
                                    </p:anim>
                                    <p:anim calcmode="lin" valueType="num">
                                      <p:cBhvr>
                                        <p:cTn id="81" dur="1000" fill="hold"/>
                                        <p:tgtEl>
                                          <p:spTgt spid="25"/>
                                        </p:tgtEl>
                                        <p:attrNameLst>
                                          <p:attrName>ppt_h</p:attrName>
                                        </p:attrNameLst>
                                      </p:cBhvr>
                                      <p:tavLst>
                                        <p:tav tm="0">
                                          <p:val>
                                            <p:strVal val="#ppt_h"/>
                                          </p:val>
                                        </p:tav>
                                        <p:tav tm="100000">
                                          <p:val>
                                            <p:strVal val="#ppt_h"/>
                                          </p:val>
                                        </p:tav>
                                      </p:tavLst>
                                    </p:anim>
                                  </p:childTnLst>
                                </p:cTn>
                              </p:par>
                            </p:childTnLst>
                          </p:cTn>
                        </p:par>
                        <p:par>
                          <p:cTn id="82" fill="hold">
                            <p:stCondLst>
                              <p:cond delay="11000"/>
                            </p:stCondLst>
                            <p:childTnLst>
                              <p:par>
                                <p:cTn id="83" presetID="53" presetClass="entr" presetSubtype="0" fill="hold" grpId="0" nodeType="afterEffect">
                                  <p:stCondLst>
                                    <p:cond delay="0"/>
                                  </p:stCondLst>
                                  <p:childTnLst>
                                    <p:set>
                                      <p:cBhvr>
                                        <p:cTn id="84" dur="1" fill="hold">
                                          <p:stCondLst>
                                            <p:cond delay="0"/>
                                          </p:stCondLst>
                                        </p:cTn>
                                        <p:tgtEl>
                                          <p:spTgt spid="46"/>
                                        </p:tgtEl>
                                        <p:attrNameLst>
                                          <p:attrName>style.visibility</p:attrName>
                                        </p:attrNameLst>
                                      </p:cBhvr>
                                      <p:to>
                                        <p:strVal val="visible"/>
                                      </p:to>
                                    </p:set>
                                    <p:anim calcmode="lin" valueType="num">
                                      <p:cBhvr>
                                        <p:cTn id="85" dur="500" fill="hold"/>
                                        <p:tgtEl>
                                          <p:spTgt spid="46"/>
                                        </p:tgtEl>
                                        <p:attrNameLst>
                                          <p:attrName>ppt_w</p:attrName>
                                        </p:attrNameLst>
                                      </p:cBhvr>
                                      <p:tavLst>
                                        <p:tav tm="0">
                                          <p:val>
                                            <p:fltVal val="0"/>
                                          </p:val>
                                        </p:tav>
                                        <p:tav tm="100000">
                                          <p:val>
                                            <p:strVal val="#ppt_w"/>
                                          </p:val>
                                        </p:tav>
                                      </p:tavLst>
                                    </p:anim>
                                    <p:anim calcmode="lin" valueType="num">
                                      <p:cBhvr>
                                        <p:cTn id="86" dur="500" fill="hold"/>
                                        <p:tgtEl>
                                          <p:spTgt spid="46"/>
                                        </p:tgtEl>
                                        <p:attrNameLst>
                                          <p:attrName>ppt_h</p:attrName>
                                        </p:attrNameLst>
                                      </p:cBhvr>
                                      <p:tavLst>
                                        <p:tav tm="0">
                                          <p:val>
                                            <p:fltVal val="0"/>
                                          </p:val>
                                        </p:tav>
                                        <p:tav tm="100000">
                                          <p:val>
                                            <p:strVal val="#ppt_h"/>
                                          </p:val>
                                        </p:tav>
                                      </p:tavLst>
                                    </p:anim>
                                    <p:animEffect transition="in" filter="fade">
                                      <p:cBhvr>
                                        <p:cTn id="87" dur="500"/>
                                        <p:tgtEl>
                                          <p:spTgt spid="46"/>
                                        </p:tgtEl>
                                      </p:cBhvr>
                                    </p:animEffect>
                                  </p:childTnLst>
                                </p:cTn>
                              </p:par>
                              <p:par>
                                <p:cTn id="88" presetID="2" presetClass="entr" presetSubtype="4" accel="50000" decel="50000"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1000" fill="hold"/>
                                        <p:tgtEl>
                                          <p:spTgt spid="45"/>
                                        </p:tgtEl>
                                        <p:attrNameLst>
                                          <p:attrName>ppt_x</p:attrName>
                                        </p:attrNameLst>
                                      </p:cBhvr>
                                      <p:tavLst>
                                        <p:tav tm="0">
                                          <p:val>
                                            <p:strVal val="#ppt_x"/>
                                          </p:val>
                                        </p:tav>
                                        <p:tav tm="100000">
                                          <p:val>
                                            <p:strVal val="#ppt_x"/>
                                          </p:val>
                                        </p:tav>
                                      </p:tavLst>
                                    </p:anim>
                                    <p:anim calcmode="lin" valueType="num">
                                      <p:cBhvr additive="base">
                                        <p:cTn id="91" dur="10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3" grpId="0" animBg="1"/>
      <p:bldP spid="25" grpId="0" animBg="1"/>
      <p:bldP spid="27" grpId="0" animBg="1"/>
      <p:bldP spid="28" grpId="0" animBg="1"/>
      <p:bldP spid="31" grpId="0" animBg="1"/>
      <p:bldP spid="32" grpId="0" animBg="1"/>
      <p:bldP spid="33" grpId="0"/>
      <p:bldP spid="36" grpId="0"/>
      <p:bldP spid="37" grpId="0"/>
      <p:bldP spid="45" grpId="0"/>
      <p:bldP spid="46" grpId="0" animBg="1"/>
      <p:bldP spid="47" grpId="0" animBg="1"/>
      <p:bldP spid="48" grpId="0" animBg="1"/>
      <p:bldP spid="4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Sev04"/>
          <p:cNvSpPr/>
          <p:nvPr/>
        </p:nvSpPr>
        <p:spPr>
          <a:xfrm rot="18900000">
            <a:off x="6995968" y="1642747"/>
            <a:ext cx="1209747" cy="120974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20" name="Sev03"/>
          <p:cNvSpPr/>
          <p:nvPr/>
        </p:nvSpPr>
        <p:spPr>
          <a:xfrm rot="18900000">
            <a:off x="5008643" y="1638972"/>
            <a:ext cx="1209747" cy="12097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19" name="Sev02"/>
          <p:cNvSpPr/>
          <p:nvPr/>
        </p:nvSpPr>
        <p:spPr>
          <a:xfrm rot="18900000">
            <a:off x="2971937" y="1642747"/>
            <a:ext cx="1209747" cy="12097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17" name="Sev01"/>
          <p:cNvSpPr/>
          <p:nvPr/>
        </p:nvSpPr>
        <p:spPr>
          <a:xfrm rot="18900000">
            <a:off x="947582" y="1658222"/>
            <a:ext cx="1209747" cy="120974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2" name="Title 1"/>
          <p:cNvSpPr>
            <a:spLocks noGrp="1"/>
          </p:cNvSpPr>
          <p:nvPr>
            <p:ph type="title"/>
          </p:nvPr>
        </p:nvSpPr>
        <p:spPr/>
        <p:txBody>
          <a:bodyPr/>
          <a:lstStyle/>
          <a:p>
            <a:r>
              <a:rPr lang="en-US"/>
              <a:t>Our Services</a:t>
            </a:r>
            <a:endParaRPr lang="en-US" dirty="0"/>
          </a:p>
        </p:txBody>
      </p:sp>
      <p:sp>
        <p:nvSpPr>
          <p:cNvPr id="4" name="Text Placeholder 3"/>
          <p:cNvSpPr>
            <a:spLocks noGrp="1"/>
          </p:cNvSpPr>
          <p:nvPr>
            <p:ph type="body" sz="half" idx="2"/>
          </p:nvPr>
        </p:nvSpPr>
        <p:spPr/>
        <p:txBody>
          <a:bodyPr/>
          <a:lstStyle/>
          <a:p>
            <a:r>
              <a:rPr lang="en-US"/>
              <a:t>We Are Here For You !</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36</a:t>
            </a:fld>
            <a:endParaRPr lang="en-US" dirty="0"/>
          </a:p>
        </p:txBody>
      </p:sp>
      <p:sp>
        <p:nvSpPr>
          <p:cNvPr id="26" name="TextBox 25"/>
          <p:cNvSpPr txBox="1"/>
          <p:nvPr/>
        </p:nvSpPr>
        <p:spPr>
          <a:xfrm>
            <a:off x="555285" y="3240264"/>
            <a:ext cx="1975090" cy="954107"/>
          </a:xfrm>
          <a:prstGeom prst="rect">
            <a:avLst/>
          </a:prstGeom>
          <a:noFill/>
        </p:spPr>
        <p:txBody>
          <a:bodyPr wrap="square" rtlCol="0">
            <a:spAutoFit/>
          </a:bodyPr>
          <a:lstStyle/>
          <a:p>
            <a:pPr algn="ctr"/>
            <a:r>
              <a:rPr lang="en-US" sz="1400" b="1" dirty="0">
                <a:solidFill>
                  <a:schemeClr val="accent1"/>
                </a:solidFill>
                <a:latin typeface="+mj-lt"/>
              </a:rPr>
              <a:t>Web Design</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a:t>
            </a:r>
          </a:p>
        </p:txBody>
      </p:sp>
      <p:sp>
        <p:nvSpPr>
          <p:cNvPr id="29" name="Sev01"/>
          <p:cNvSpPr/>
          <p:nvPr/>
        </p:nvSpPr>
        <p:spPr>
          <a:xfrm rot="18900000">
            <a:off x="947582" y="1574028"/>
            <a:ext cx="1209747" cy="1209747"/>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30" name="TextBox 29"/>
          <p:cNvSpPr txBox="1"/>
          <p:nvPr/>
        </p:nvSpPr>
        <p:spPr>
          <a:xfrm>
            <a:off x="2562271" y="3240264"/>
            <a:ext cx="2016246" cy="954107"/>
          </a:xfrm>
          <a:prstGeom prst="rect">
            <a:avLst/>
          </a:prstGeom>
          <a:noFill/>
        </p:spPr>
        <p:txBody>
          <a:bodyPr wrap="square" rtlCol="0">
            <a:spAutoFit/>
          </a:bodyPr>
          <a:lstStyle/>
          <a:p>
            <a:pPr algn="ctr"/>
            <a:r>
              <a:rPr lang="en-US" sz="1400" b="1" dirty="0">
                <a:solidFill>
                  <a:schemeClr val="accent2"/>
                </a:solidFill>
              </a:rPr>
              <a:t>Mobile Apps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a:t>
            </a:r>
          </a:p>
        </p:txBody>
      </p:sp>
      <p:sp>
        <p:nvSpPr>
          <p:cNvPr id="34" name="Sev02"/>
          <p:cNvSpPr/>
          <p:nvPr/>
        </p:nvSpPr>
        <p:spPr>
          <a:xfrm rot="18900000">
            <a:off x="2971937" y="1574028"/>
            <a:ext cx="1209747" cy="1209747"/>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35" name="TextBox 34"/>
          <p:cNvSpPr txBox="1"/>
          <p:nvPr/>
        </p:nvSpPr>
        <p:spPr>
          <a:xfrm>
            <a:off x="4610413" y="3240264"/>
            <a:ext cx="1999792" cy="954107"/>
          </a:xfrm>
          <a:prstGeom prst="rect">
            <a:avLst/>
          </a:prstGeom>
          <a:noFill/>
        </p:spPr>
        <p:txBody>
          <a:bodyPr wrap="square" rtlCol="0">
            <a:spAutoFit/>
          </a:bodyPr>
          <a:lstStyle/>
          <a:p>
            <a:pPr algn="ctr"/>
            <a:r>
              <a:rPr lang="en-US" sz="1400" b="1" dirty="0">
                <a:solidFill>
                  <a:schemeClr val="accent3"/>
                </a:solidFill>
              </a:rPr>
              <a:t>Data Analysis</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a:t>
            </a:r>
          </a:p>
        </p:txBody>
      </p:sp>
      <p:sp>
        <p:nvSpPr>
          <p:cNvPr id="38" name="Sev03"/>
          <p:cNvSpPr/>
          <p:nvPr/>
        </p:nvSpPr>
        <p:spPr>
          <a:xfrm rot="18900000">
            <a:off x="5008643" y="1574028"/>
            <a:ext cx="1209747" cy="1209747"/>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39" name="TextBox 38"/>
          <p:cNvSpPr txBox="1"/>
          <p:nvPr/>
        </p:nvSpPr>
        <p:spPr>
          <a:xfrm>
            <a:off x="6642100" y="3240264"/>
            <a:ext cx="1917483" cy="954107"/>
          </a:xfrm>
          <a:prstGeom prst="rect">
            <a:avLst/>
          </a:prstGeom>
          <a:noFill/>
        </p:spPr>
        <p:txBody>
          <a:bodyPr wrap="square" rtlCol="0">
            <a:spAutoFit/>
          </a:bodyPr>
          <a:lstStyle/>
          <a:p>
            <a:pPr algn="ctr"/>
            <a:r>
              <a:rPr lang="en-US" sz="1400" b="1" dirty="0">
                <a:solidFill>
                  <a:schemeClr val="accent4"/>
                </a:solidFill>
              </a:rPr>
              <a:t>Management</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a:t>
            </a:r>
          </a:p>
        </p:txBody>
      </p:sp>
      <p:sp>
        <p:nvSpPr>
          <p:cNvPr id="40" name="Sev04"/>
          <p:cNvSpPr/>
          <p:nvPr/>
        </p:nvSpPr>
        <p:spPr>
          <a:xfrm rot="18900000">
            <a:off x="6995968" y="1574028"/>
            <a:ext cx="1209747" cy="1209747"/>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41" name="Freeform 52"/>
          <p:cNvSpPr>
            <a:spLocks noEditPoints="1"/>
          </p:cNvSpPr>
          <p:nvPr/>
        </p:nvSpPr>
        <p:spPr bwMode="auto">
          <a:xfrm>
            <a:off x="7369245" y="1929736"/>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2"/>
          <p:cNvSpPr>
            <a:spLocks noEditPoints="1"/>
          </p:cNvSpPr>
          <p:nvPr/>
        </p:nvSpPr>
        <p:spPr bwMode="auto">
          <a:xfrm>
            <a:off x="1300095" y="1961680"/>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178"/>
          <p:cNvSpPr>
            <a:spLocks noEditPoints="1"/>
          </p:cNvSpPr>
          <p:nvPr/>
        </p:nvSpPr>
        <p:spPr bwMode="auto">
          <a:xfrm>
            <a:off x="5361156" y="1988832"/>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86"/>
          <p:cNvSpPr>
            <a:spLocks noEditPoints="1"/>
          </p:cNvSpPr>
          <p:nvPr/>
        </p:nvSpPr>
        <p:spPr bwMode="auto">
          <a:xfrm>
            <a:off x="3403989" y="1888125"/>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par>
                                <p:cTn id="10" presetID="2" presetClass="entr" presetSubtype="4" accel="50000" decel="50000" fill="hold" grpId="0" nodeType="with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750" fill="hold"/>
                                        <p:tgtEl>
                                          <p:spTgt spid="17"/>
                                        </p:tgtEl>
                                        <p:attrNameLst>
                                          <p:attrName>ppt_x</p:attrName>
                                        </p:attrNameLst>
                                      </p:cBhvr>
                                      <p:tavLst>
                                        <p:tav tm="0">
                                          <p:val>
                                            <p:strVal val="#ppt_x"/>
                                          </p:val>
                                        </p:tav>
                                        <p:tav tm="100000">
                                          <p:val>
                                            <p:strVal val="#ppt_x"/>
                                          </p:val>
                                        </p:tav>
                                      </p:tavLst>
                                    </p:anim>
                                    <p:anim calcmode="lin" valueType="num">
                                      <p:cBhvr additive="base">
                                        <p:cTn id="13" dur="750" fill="hold"/>
                                        <p:tgtEl>
                                          <p:spTgt spid="17"/>
                                        </p:tgtEl>
                                        <p:attrNameLst>
                                          <p:attrName>ppt_y</p:attrName>
                                        </p:attrNameLst>
                                      </p:cBhvr>
                                      <p:tavLst>
                                        <p:tav tm="0">
                                          <p:val>
                                            <p:strVal val="1+#ppt_h/2"/>
                                          </p:val>
                                        </p:tav>
                                        <p:tav tm="100000">
                                          <p:val>
                                            <p:strVal val="#ppt_y"/>
                                          </p:val>
                                        </p:tav>
                                      </p:tavLst>
                                    </p:anim>
                                  </p:childTnLst>
                                </p:cTn>
                              </p:par>
                            </p:childTnLst>
                          </p:cTn>
                        </p:par>
                        <p:par>
                          <p:cTn id="14" fill="hold">
                            <p:stCondLst>
                              <p:cond delay="750"/>
                            </p:stCondLst>
                            <p:childTnLst>
                              <p:par>
                                <p:cTn id="15" presetID="53" presetClass="entr" presetSubtype="0" fill="hold" grpId="0" nodeType="after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p:cTn id="17" dur="500" fill="hold"/>
                                        <p:tgtEl>
                                          <p:spTgt spid="42"/>
                                        </p:tgtEl>
                                        <p:attrNameLst>
                                          <p:attrName>ppt_w</p:attrName>
                                        </p:attrNameLst>
                                      </p:cBhvr>
                                      <p:tavLst>
                                        <p:tav tm="0">
                                          <p:val>
                                            <p:fltVal val="0"/>
                                          </p:val>
                                        </p:tav>
                                        <p:tav tm="100000">
                                          <p:val>
                                            <p:strVal val="#ppt_w"/>
                                          </p:val>
                                        </p:tav>
                                      </p:tavLst>
                                    </p:anim>
                                    <p:anim calcmode="lin" valueType="num">
                                      <p:cBhvr>
                                        <p:cTn id="18" dur="500" fill="hold"/>
                                        <p:tgtEl>
                                          <p:spTgt spid="42"/>
                                        </p:tgtEl>
                                        <p:attrNameLst>
                                          <p:attrName>ppt_h</p:attrName>
                                        </p:attrNameLst>
                                      </p:cBhvr>
                                      <p:tavLst>
                                        <p:tav tm="0">
                                          <p:val>
                                            <p:fltVal val="0"/>
                                          </p:val>
                                        </p:tav>
                                        <p:tav tm="100000">
                                          <p:val>
                                            <p:strVal val="#ppt_h"/>
                                          </p:val>
                                        </p:tav>
                                      </p:tavLst>
                                    </p:anim>
                                    <p:animEffect transition="in" filter="fade">
                                      <p:cBhvr>
                                        <p:cTn id="19" dur="500"/>
                                        <p:tgtEl>
                                          <p:spTgt spid="42"/>
                                        </p:tgtEl>
                                      </p:cBhvr>
                                    </p:animEffect>
                                  </p:childTnLst>
                                </p:cTn>
                              </p:par>
                              <p:par>
                                <p:cTn id="20" presetID="2" presetClass="entr" presetSubtype="4" accel="50000" decel="50000"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1000" fill="hold"/>
                                        <p:tgtEl>
                                          <p:spTgt spid="26"/>
                                        </p:tgtEl>
                                        <p:attrNameLst>
                                          <p:attrName>ppt_x</p:attrName>
                                        </p:attrNameLst>
                                      </p:cBhvr>
                                      <p:tavLst>
                                        <p:tav tm="0">
                                          <p:val>
                                            <p:strVal val="#ppt_x"/>
                                          </p:val>
                                        </p:tav>
                                        <p:tav tm="100000">
                                          <p:val>
                                            <p:strVal val="#ppt_x"/>
                                          </p:val>
                                        </p:tav>
                                      </p:tavLst>
                                    </p:anim>
                                    <p:anim calcmode="lin" valueType="num">
                                      <p:cBhvr additive="base">
                                        <p:cTn id="23" dur="100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750"/>
                            </p:stCondLst>
                            <p:childTnLst>
                              <p:par>
                                <p:cTn id="25" presetID="53"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 calcmode="lin" valueType="num">
                                      <p:cBhvr>
                                        <p:cTn id="27" dur="500" fill="hold"/>
                                        <p:tgtEl>
                                          <p:spTgt spid="34"/>
                                        </p:tgtEl>
                                        <p:attrNameLst>
                                          <p:attrName>ppt_w</p:attrName>
                                        </p:attrNameLst>
                                      </p:cBhvr>
                                      <p:tavLst>
                                        <p:tav tm="0">
                                          <p:val>
                                            <p:fltVal val="0"/>
                                          </p:val>
                                        </p:tav>
                                        <p:tav tm="100000">
                                          <p:val>
                                            <p:strVal val="#ppt_w"/>
                                          </p:val>
                                        </p:tav>
                                      </p:tavLst>
                                    </p:anim>
                                    <p:anim calcmode="lin" valueType="num">
                                      <p:cBhvr>
                                        <p:cTn id="28" dur="500" fill="hold"/>
                                        <p:tgtEl>
                                          <p:spTgt spid="34"/>
                                        </p:tgtEl>
                                        <p:attrNameLst>
                                          <p:attrName>ppt_h</p:attrName>
                                        </p:attrNameLst>
                                      </p:cBhvr>
                                      <p:tavLst>
                                        <p:tav tm="0">
                                          <p:val>
                                            <p:fltVal val="0"/>
                                          </p:val>
                                        </p:tav>
                                        <p:tav tm="100000">
                                          <p:val>
                                            <p:strVal val="#ppt_h"/>
                                          </p:val>
                                        </p:tav>
                                      </p:tavLst>
                                    </p:anim>
                                    <p:animEffect transition="in" filter="fade">
                                      <p:cBhvr>
                                        <p:cTn id="29" dur="500"/>
                                        <p:tgtEl>
                                          <p:spTgt spid="34"/>
                                        </p:tgtEl>
                                      </p:cBhvr>
                                    </p:animEffect>
                                  </p:childTnLst>
                                </p:cTn>
                              </p:par>
                              <p:par>
                                <p:cTn id="30" presetID="2" presetClass="entr" presetSubtype="4" accel="50000" decel="50000" fill="hold" grpId="0" nodeType="with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750" fill="hold"/>
                                        <p:tgtEl>
                                          <p:spTgt spid="19"/>
                                        </p:tgtEl>
                                        <p:attrNameLst>
                                          <p:attrName>ppt_x</p:attrName>
                                        </p:attrNameLst>
                                      </p:cBhvr>
                                      <p:tavLst>
                                        <p:tav tm="0">
                                          <p:val>
                                            <p:strVal val="#ppt_x"/>
                                          </p:val>
                                        </p:tav>
                                        <p:tav tm="100000">
                                          <p:val>
                                            <p:strVal val="#ppt_x"/>
                                          </p:val>
                                        </p:tav>
                                      </p:tavLst>
                                    </p:anim>
                                    <p:anim calcmode="lin" valueType="num">
                                      <p:cBhvr additive="base">
                                        <p:cTn id="33" dur="750" fill="hold"/>
                                        <p:tgtEl>
                                          <p:spTgt spid="19"/>
                                        </p:tgtEl>
                                        <p:attrNameLst>
                                          <p:attrName>ppt_y</p:attrName>
                                        </p:attrNameLst>
                                      </p:cBhvr>
                                      <p:tavLst>
                                        <p:tav tm="0">
                                          <p:val>
                                            <p:strVal val="1+#ppt_h/2"/>
                                          </p:val>
                                        </p:tav>
                                        <p:tav tm="100000">
                                          <p:val>
                                            <p:strVal val="#ppt_y"/>
                                          </p:val>
                                        </p:tav>
                                      </p:tavLst>
                                    </p:anim>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 calcmode="lin" valueType="num">
                                      <p:cBhvr>
                                        <p:cTn id="37" dur="500" fill="hold"/>
                                        <p:tgtEl>
                                          <p:spTgt spid="44"/>
                                        </p:tgtEl>
                                        <p:attrNameLst>
                                          <p:attrName>ppt_w</p:attrName>
                                        </p:attrNameLst>
                                      </p:cBhvr>
                                      <p:tavLst>
                                        <p:tav tm="0">
                                          <p:val>
                                            <p:fltVal val="0"/>
                                          </p:val>
                                        </p:tav>
                                        <p:tav tm="100000">
                                          <p:val>
                                            <p:strVal val="#ppt_w"/>
                                          </p:val>
                                        </p:tav>
                                      </p:tavLst>
                                    </p:anim>
                                    <p:anim calcmode="lin" valueType="num">
                                      <p:cBhvr>
                                        <p:cTn id="38" dur="500" fill="hold"/>
                                        <p:tgtEl>
                                          <p:spTgt spid="44"/>
                                        </p:tgtEl>
                                        <p:attrNameLst>
                                          <p:attrName>ppt_h</p:attrName>
                                        </p:attrNameLst>
                                      </p:cBhvr>
                                      <p:tavLst>
                                        <p:tav tm="0">
                                          <p:val>
                                            <p:fltVal val="0"/>
                                          </p:val>
                                        </p:tav>
                                        <p:tav tm="100000">
                                          <p:val>
                                            <p:strVal val="#ppt_h"/>
                                          </p:val>
                                        </p:tav>
                                      </p:tavLst>
                                    </p:anim>
                                    <p:animEffect transition="in" filter="fade">
                                      <p:cBhvr>
                                        <p:cTn id="39" dur="500"/>
                                        <p:tgtEl>
                                          <p:spTgt spid="44"/>
                                        </p:tgtEl>
                                      </p:cBhvr>
                                    </p:animEffect>
                                  </p:childTnLst>
                                </p:cTn>
                              </p:par>
                              <p:par>
                                <p:cTn id="40" presetID="2" presetClass="entr" presetSubtype="4" accel="50000" decel="50000"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 calcmode="lin" valueType="num">
                                      <p:cBhvr additive="base">
                                        <p:cTn id="42" dur="1000" fill="hold"/>
                                        <p:tgtEl>
                                          <p:spTgt spid="30"/>
                                        </p:tgtEl>
                                        <p:attrNameLst>
                                          <p:attrName>ppt_x</p:attrName>
                                        </p:attrNameLst>
                                      </p:cBhvr>
                                      <p:tavLst>
                                        <p:tav tm="0">
                                          <p:val>
                                            <p:strVal val="#ppt_x"/>
                                          </p:val>
                                        </p:tav>
                                        <p:tav tm="100000">
                                          <p:val>
                                            <p:strVal val="#ppt_x"/>
                                          </p:val>
                                        </p:tav>
                                      </p:tavLst>
                                    </p:anim>
                                    <p:anim calcmode="lin" valueType="num">
                                      <p:cBhvr additive="base">
                                        <p:cTn id="43" dur="1000" fill="hold"/>
                                        <p:tgtEl>
                                          <p:spTgt spid="30"/>
                                        </p:tgtEl>
                                        <p:attrNameLst>
                                          <p:attrName>ppt_y</p:attrName>
                                        </p:attrNameLst>
                                      </p:cBhvr>
                                      <p:tavLst>
                                        <p:tav tm="0">
                                          <p:val>
                                            <p:strVal val="1+#ppt_h/2"/>
                                          </p:val>
                                        </p:tav>
                                        <p:tav tm="100000">
                                          <p:val>
                                            <p:strVal val="#ppt_y"/>
                                          </p:val>
                                        </p:tav>
                                      </p:tavLst>
                                    </p:anim>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38"/>
                                        </p:tgtEl>
                                        <p:attrNameLst>
                                          <p:attrName>style.visibility</p:attrName>
                                        </p:attrNameLst>
                                      </p:cBhvr>
                                      <p:to>
                                        <p:strVal val="visible"/>
                                      </p:to>
                                    </p:set>
                                    <p:anim calcmode="lin" valueType="num">
                                      <p:cBhvr>
                                        <p:cTn id="47" dur="500" fill="hold"/>
                                        <p:tgtEl>
                                          <p:spTgt spid="38"/>
                                        </p:tgtEl>
                                        <p:attrNameLst>
                                          <p:attrName>ppt_w</p:attrName>
                                        </p:attrNameLst>
                                      </p:cBhvr>
                                      <p:tavLst>
                                        <p:tav tm="0">
                                          <p:val>
                                            <p:fltVal val="0"/>
                                          </p:val>
                                        </p:tav>
                                        <p:tav tm="100000">
                                          <p:val>
                                            <p:strVal val="#ppt_w"/>
                                          </p:val>
                                        </p:tav>
                                      </p:tavLst>
                                    </p:anim>
                                    <p:anim calcmode="lin" valueType="num">
                                      <p:cBhvr>
                                        <p:cTn id="48" dur="500" fill="hold"/>
                                        <p:tgtEl>
                                          <p:spTgt spid="38"/>
                                        </p:tgtEl>
                                        <p:attrNameLst>
                                          <p:attrName>ppt_h</p:attrName>
                                        </p:attrNameLst>
                                      </p:cBhvr>
                                      <p:tavLst>
                                        <p:tav tm="0">
                                          <p:val>
                                            <p:fltVal val="0"/>
                                          </p:val>
                                        </p:tav>
                                        <p:tav tm="100000">
                                          <p:val>
                                            <p:strVal val="#ppt_h"/>
                                          </p:val>
                                        </p:tav>
                                      </p:tavLst>
                                    </p:anim>
                                    <p:animEffect transition="in" filter="fade">
                                      <p:cBhvr>
                                        <p:cTn id="49" dur="500"/>
                                        <p:tgtEl>
                                          <p:spTgt spid="38"/>
                                        </p:tgtEl>
                                      </p:cBhvr>
                                    </p:animEffect>
                                  </p:childTnLst>
                                </p:cTn>
                              </p:par>
                              <p:par>
                                <p:cTn id="50" presetID="2" presetClass="entr" presetSubtype="4" accel="50000" decel="50000"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750" fill="hold"/>
                                        <p:tgtEl>
                                          <p:spTgt spid="20"/>
                                        </p:tgtEl>
                                        <p:attrNameLst>
                                          <p:attrName>ppt_x</p:attrName>
                                        </p:attrNameLst>
                                      </p:cBhvr>
                                      <p:tavLst>
                                        <p:tav tm="0">
                                          <p:val>
                                            <p:strVal val="#ppt_x"/>
                                          </p:val>
                                        </p:tav>
                                        <p:tav tm="100000">
                                          <p:val>
                                            <p:strVal val="#ppt_x"/>
                                          </p:val>
                                        </p:tav>
                                      </p:tavLst>
                                    </p:anim>
                                    <p:anim calcmode="lin" valueType="num">
                                      <p:cBhvr additive="base">
                                        <p:cTn id="53" dur="750" fill="hold"/>
                                        <p:tgtEl>
                                          <p:spTgt spid="20"/>
                                        </p:tgtEl>
                                        <p:attrNameLst>
                                          <p:attrName>ppt_y</p:attrName>
                                        </p:attrNameLst>
                                      </p:cBhvr>
                                      <p:tavLst>
                                        <p:tav tm="0">
                                          <p:val>
                                            <p:strVal val="1+#ppt_h/2"/>
                                          </p:val>
                                        </p:tav>
                                        <p:tav tm="100000">
                                          <p:val>
                                            <p:strVal val="#ppt_y"/>
                                          </p:val>
                                        </p:tav>
                                      </p:tavLst>
                                    </p:anim>
                                  </p:childTnLst>
                                </p:cTn>
                              </p:par>
                            </p:childTnLst>
                          </p:cTn>
                        </p:par>
                        <p:par>
                          <p:cTn id="54" fill="hold">
                            <p:stCondLst>
                              <p:cond delay="4250"/>
                            </p:stCondLst>
                            <p:childTnLst>
                              <p:par>
                                <p:cTn id="55" presetID="53" presetClass="entr" presetSubtype="0" fill="hold" grpId="0" nodeType="afterEffect">
                                  <p:stCondLst>
                                    <p:cond delay="0"/>
                                  </p:stCondLst>
                                  <p:childTnLst>
                                    <p:set>
                                      <p:cBhvr>
                                        <p:cTn id="56" dur="1" fill="hold">
                                          <p:stCondLst>
                                            <p:cond delay="0"/>
                                          </p:stCondLst>
                                        </p:cTn>
                                        <p:tgtEl>
                                          <p:spTgt spid="43"/>
                                        </p:tgtEl>
                                        <p:attrNameLst>
                                          <p:attrName>style.visibility</p:attrName>
                                        </p:attrNameLst>
                                      </p:cBhvr>
                                      <p:to>
                                        <p:strVal val="visible"/>
                                      </p:to>
                                    </p:set>
                                    <p:anim calcmode="lin" valueType="num">
                                      <p:cBhvr>
                                        <p:cTn id="57" dur="500" fill="hold"/>
                                        <p:tgtEl>
                                          <p:spTgt spid="43"/>
                                        </p:tgtEl>
                                        <p:attrNameLst>
                                          <p:attrName>ppt_w</p:attrName>
                                        </p:attrNameLst>
                                      </p:cBhvr>
                                      <p:tavLst>
                                        <p:tav tm="0">
                                          <p:val>
                                            <p:fltVal val="0"/>
                                          </p:val>
                                        </p:tav>
                                        <p:tav tm="100000">
                                          <p:val>
                                            <p:strVal val="#ppt_w"/>
                                          </p:val>
                                        </p:tav>
                                      </p:tavLst>
                                    </p:anim>
                                    <p:anim calcmode="lin" valueType="num">
                                      <p:cBhvr>
                                        <p:cTn id="58" dur="500" fill="hold"/>
                                        <p:tgtEl>
                                          <p:spTgt spid="43"/>
                                        </p:tgtEl>
                                        <p:attrNameLst>
                                          <p:attrName>ppt_h</p:attrName>
                                        </p:attrNameLst>
                                      </p:cBhvr>
                                      <p:tavLst>
                                        <p:tav tm="0">
                                          <p:val>
                                            <p:fltVal val="0"/>
                                          </p:val>
                                        </p:tav>
                                        <p:tav tm="100000">
                                          <p:val>
                                            <p:strVal val="#ppt_h"/>
                                          </p:val>
                                        </p:tav>
                                      </p:tavLst>
                                    </p:anim>
                                    <p:animEffect transition="in" filter="fade">
                                      <p:cBhvr>
                                        <p:cTn id="59" dur="500"/>
                                        <p:tgtEl>
                                          <p:spTgt spid="43"/>
                                        </p:tgtEl>
                                      </p:cBhvr>
                                    </p:animEffect>
                                  </p:childTnLst>
                                </p:cTn>
                              </p:par>
                              <p:par>
                                <p:cTn id="60" presetID="2" presetClass="entr" presetSubtype="4" accel="50000" decel="50000" fill="hold" grpId="0" nodeType="withEffect">
                                  <p:stCondLst>
                                    <p:cond delay="0"/>
                                  </p:stCondLst>
                                  <p:childTnLst>
                                    <p:set>
                                      <p:cBhvr>
                                        <p:cTn id="61" dur="1" fill="hold">
                                          <p:stCondLst>
                                            <p:cond delay="0"/>
                                          </p:stCondLst>
                                        </p:cTn>
                                        <p:tgtEl>
                                          <p:spTgt spid="35"/>
                                        </p:tgtEl>
                                        <p:attrNameLst>
                                          <p:attrName>style.visibility</p:attrName>
                                        </p:attrNameLst>
                                      </p:cBhvr>
                                      <p:to>
                                        <p:strVal val="visible"/>
                                      </p:to>
                                    </p:set>
                                    <p:anim calcmode="lin" valueType="num">
                                      <p:cBhvr additive="base">
                                        <p:cTn id="62" dur="1000" fill="hold"/>
                                        <p:tgtEl>
                                          <p:spTgt spid="35"/>
                                        </p:tgtEl>
                                        <p:attrNameLst>
                                          <p:attrName>ppt_x</p:attrName>
                                        </p:attrNameLst>
                                      </p:cBhvr>
                                      <p:tavLst>
                                        <p:tav tm="0">
                                          <p:val>
                                            <p:strVal val="#ppt_x"/>
                                          </p:val>
                                        </p:tav>
                                        <p:tav tm="100000">
                                          <p:val>
                                            <p:strVal val="#ppt_x"/>
                                          </p:val>
                                        </p:tav>
                                      </p:tavLst>
                                    </p:anim>
                                    <p:anim calcmode="lin" valueType="num">
                                      <p:cBhvr additive="base">
                                        <p:cTn id="63" dur="1000" fill="hold"/>
                                        <p:tgtEl>
                                          <p:spTgt spid="35"/>
                                        </p:tgtEl>
                                        <p:attrNameLst>
                                          <p:attrName>ppt_y</p:attrName>
                                        </p:attrNameLst>
                                      </p:cBhvr>
                                      <p:tavLst>
                                        <p:tav tm="0">
                                          <p:val>
                                            <p:strVal val="1+#ppt_h/2"/>
                                          </p:val>
                                        </p:tav>
                                        <p:tav tm="100000">
                                          <p:val>
                                            <p:strVal val="#ppt_y"/>
                                          </p:val>
                                        </p:tav>
                                      </p:tavLst>
                                    </p:anim>
                                  </p:childTnLst>
                                </p:cTn>
                              </p:par>
                            </p:childTnLst>
                          </p:cTn>
                        </p:par>
                        <p:par>
                          <p:cTn id="64" fill="hold">
                            <p:stCondLst>
                              <p:cond delay="5250"/>
                            </p:stCondLst>
                            <p:childTnLst>
                              <p:par>
                                <p:cTn id="65" presetID="53" presetClass="entr" presetSubtype="0" fill="hold" grpId="0" nodeType="after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p:cTn id="67" dur="500" fill="hold"/>
                                        <p:tgtEl>
                                          <p:spTgt spid="40"/>
                                        </p:tgtEl>
                                        <p:attrNameLst>
                                          <p:attrName>ppt_w</p:attrName>
                                        </p:attrNameLst>
                                      </p:cBhvr>
                                      <p:tavLst>
                                        <p:tav tm="0">
                                          <p:val>
                                            <p:fltVal val="0"/>
                                          </p:val>
                                        </p:tav>
                                        <p:tav tm="100000">
                                          <p:val>
                                            <p:strVal val="#ppt_w"/>
                                          </p:val>
                                        </p:tav>
                                      </p:tavLst>
                                    </p:anim>
                                    <p:anim calcmode="lin" valueType="num">
                                      <p:cBhvr>
                                        <p:cTn id="68" dur="500" fill="hold"/>
                                        <p:tgtEl>
                                          <p:spTgt spid="40"/>
                                        </p:tgtEl>
                                        <p:attrNameLst>
                                          <p:attrName>ppt_h</p:attrName>
                                        </p:attrNameLst>
                                      </p:cBhvr>
                                      <p:tavLst>
                                        <p:tav tm="0">
                                          <p:val>
                                            <p:fltVal val="0"/>
                                          </p:val>
                                        </p:tav>
                                        <p:tav tm="100000">
                                          <p:val>
                                            <p:strVal val="#ppt_h"/>
                                          </p:val>
                                        </p:tav>
                                      </p:tavLst>
                                    </p:anim>
                                    <p:animEffect transition="in" filter="fade">
                                      <p:cBhvr>
                                        <p:cTn id="69" dur="500"/>
                                        <p:tgtEl>
                                          <p:spTgt spid="40"/>
                                        </p:tgtEl>
                                      </p:cBhvr>
                                    </p:animEffect>
                                  </p:childTnLst>
                                </p:cTn>
                              </p:par>
                              <p:par>
                                <p:cTn id="70" presetID="2" presetClass="entr" presetSubtype="4" accel="50000" decel="50000" fill="hold" grpId="0" nodeType="withEffect">
                                  <p:stCondLst>
                                    <p:cond delay="0"/>
                                  </p:stCondLst>
                                  <p:childTnLst>
                                    <p:set>
                                      <p:cBhvr>
                                        <p:cTn id="71" dur="1" fill="hold">
                                          <p:stCondLst>
                                            <p:cond delay="0"/>
                                          </p:stCondLst>
                                        </p:cTn>
                                        <p:tgtEl>
                                          <p:spTgt spid="21"/>
                                        </p:tgtEl>
                                        <p:attrNameLst>
                                          <p:attrName>style.visibility</p:attrName>
                                        </p:attrNameLst>
                                      </p:cBhvr>
                                      <p:to>
                                        <p:strVal val="visible"/>
                                      </p:to>
                                    </p:set>
                                    <p:anim calcmode="lin" valueType="num">
                                      <p:cBhvr additive="base">
                                        <p:cTn id="72" dur="750" fill="hold"/>
                                        <p:tgtEl>
                                          <p:spTgt spid="21"/>
                                        </p:tgtEl>
                                        <p:attrNameLst>
                                          <p:attrName>ppt_x</p:attrName>
                                        </p:attrNameLst>
                                      </p:cBhvr>
                                      <p:tavLst>
                                        <p:tav tm="0">
                                          <p:val>
                                            <p:strVal val="#ppt_x"/>
                                          </p:val>
                                        </p:tav>
                                        <p:tav tm="100000">
                                          <p:val>
                                            <p:strVal val="#ppt_x"/>
                                          </p:val>
                                        </p:tav>
                                      </p:tavLst>
                                    </p:anim>
                                    <p:anim calcmode="lin" valueType="num">
                                      <p:cBhvr additive="base">
                                        <p:cTn id="73" dur="750" fill="hold"/>
                                        <p:tgtEl>
                                          <p:spTgt spid="21"/>
                                        </p:tgtEl>
                                        <p:attrNameLst>
                                          <p:attrName>ppt_y</p:attrName>
                                        </p:attrNameLst>
                                      </p:cBhvr>
                                      <p:tavLst>
                                        <p:tav tm="0">
                                          <p:val>
                                            <p:strVal val="1+#ppt_h/2"/>
                                          </p:val>
                                        </p:tav>
                                        <p:tav tm="100000">
                                          <p:val>
                                            <p:strVal val="#ppt_y"/>
                                          </p:val>
                                        </p:tav>
                                      </p:tavLst>
                                    </p:anim>
                                  </p:childTnLst>
                                </p:cTn>
                              </p:par>
                            </p:childTnLst>
                          </p:cTn>
                        </p:par>
                        <p:par>
                          <p:cTn id="74" fill="hold">
                            <p:stCondLst>
                              <p:cond delay="6000"/>
                            </p:stCondLst>
                            <p:childTnLst>
                              <p:par>
                                <p:cTn id="75" presetID="53" presetClass="entr" presetSubtype="0" fill="hold" grpId="0" nodeType="afterEffect">
                                  <p:stCondLst>
                                    <p:cond delay="0"/>
                                  </p:stCondLst>
                                  <p:childTnLst>
                                    <p:set>
                                      <p:cBhvr>
                                        <p:cTn id="76" dur="1" fill="hold">
                                          <p:stCondLst>
                                            <p:cond delay="0"/>
                                          </p:stCondLst>
                                        </p:cTn>
                                        <p:tgtEl>
                                          <p:spTgt spid="41"/>
                                        </p:tgtEl>
                                        <p:attrNameLst>
                                          <p:attrName>style.visibility</p:attrName>
                                        </p:attrNameLst>
                                      </p:cBhvr>
                                      <p:to>
                                        <p:strVal val="visible"/>
                                      </p:to>
                                    </p:set>
                                    <p:anim calcmode="lin" valueType="num">
                                      <p:cBhvr>
                                        <p:cTn id="77" dur="500" fill="hold"/>
                                        <p:tgtEl>
                                          <p:spTgt spid="41"/>
                                        </p:tgtEl>
                                        <p:attrNameLst>
                                          <p:attrName>ppt_w</p:attrName>
                                        </p:attrNameLst>
                                      </p:cBhvr>
                                      <p:tavLst>
                                        <p:tav tm="0">
                                          <p:val>
                                            <p:fltVal val="0"/>
                                          </p:val>
                                        </p:tav>
                                        <p:tav tm="100000">
                                          <p:val>
                                            <p:strVal val="#ppt_w"/>
                                          </p:val>
                                        </p:tav>
                                      </p:tavLst>
                                    </p:anim>
                                    <p:anim calcmode="lin" valueType="num">
                                      <p:cBhvr>
                                        <p:cTn id="78" dur="500" fill="hold"/>
                                        <p:tgtEl>
                                          <p:spTgt spid="41"/>
                                        </p:tgtEl>
                                        <p:attrNameLst>
                                          <p:attrName>ppt_h</p:attrName>
                                        </p:attrNameLst>
                                      </p:cBhvr>
                                      <p:tavLst>
                                        <p:tav tm="0">
                                          <p:val>
                                            <p:fltVal val="0"/>
                                          </p:val>
                                        </p:tav>
                                        <p:tav tm="100000">
                                          <p:val>
                                            <p:strVal val="#ppt_h"/>
                                          </p:val>
                                        </p:tav>
                                      </p:tavLst>
                                    </p:anim>
                                    <p:animEffect transition="in" filter="fade">
                                      <p:cBhvr>
                                        <p:cTn id="79" dur="500"/>
                                        <p:tgtEl>
                                          <p:spTgt spid="41"/>
                                        </p:tgtEl>
                                      </p:cBhvr>
                                    </p:animEffect>
                                  </p:childTnLst>
                                </p:cTn>
                              </p:par>
                              <p:par>
                                <p:cTn id="80" presetID="2" presetClass="entr" presetSubtype="4" accel="50000" decel="50000" fill="hold" grpId="0" nodeType="withEffect">
                                  <p:stCondLst>
                                    <p:cond delay="0"/>
                                  </p:stCondLst>
                                  <p:childTnLst>
                                    <p:set>
                                      <p:cBhvr>
                                        <p:cTn id="81" dur="1" fill="hold">
                                          <p:stCondLst>
                                            <p:cond delay="0"/>
                                          </p:stCondLst>
                                        </p:cTn>
                                        <p:tgtEl>
                                          <p:spTgt spid="39"/>
                                        </p:tgtEl>
                                        <p:attrNameLst>
                                          <p:attrName>style.visibility</p:attrName>
                                        </p:attrNameLst>
                                      </p:cBhvr>
                                      <p:to>
                                        <p:strVal val="visible"/>
                                      </p:to>
                                    </p:set>
                                    <p:anim calcmode="lin" valueType="num">
                                      <p:cBhvr additive="base">
                                        <p:cTn id="82" dur="1000" fill="hold"/>
                                        <p:tgtEl>
                                          <p:spTgt spid="39"/>
                                        </p:tgtEl>
                                        <p:attrNameLst>
                                          <p:attrName>ppt_x</p:attrName>
                                        </p:attrNameLst>
                                      </p:cBhvr>
                                      <p:tavLst>
                                        <p:tav tm="0">
                                          <p:val>
                                            <p:strVal val="#ppt_x"/>
                                          </p:val>
                                        </p:tav>
                                        <p:tav tm="100000">
                                          <p:val>
                                            <p:strVal val="#ppt_x"/>
                                          </p:val>
                                        </p:tav>
                                      </p:tavLst>
                                    </p:anim>
                                    <p:anim calcmode="lin" valueType="num">
                                      <p:cBhvr additive="base">
                                        <p:cTn id="83" dur="1000" fill="hold"/>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0" grpId="0" animBg="1"/>
      <p:bldP spid="19" grpId="0" animBg="1"/>
      <p:bldP spid="17" grpId="0" animBg="1"/>
      <p:bldP spid="26" grpId="0"/>
      <p:bldP spid="29" grpId="0" animBg="1"/>
      <p:bldP spid="30" grpId="0"/>
      <p:bldP spid="34" grpId="0" animBg="1"/>
      <p:bldP spid="35" grpId="0"/>
      <p:bldP spid="38" grpId="0" animBg="1"/>
      <p:bldP spid="39" grpId="0"/>
      <p:bldP spid="40" grpId="0" animBg="1"/>
      <p:bldP spid="41" grpId="0" animBg="1"/>
      <p:bldP spid="42" grpId="0" animBg="1"/>
      <p:bldP spid="43" grpId="0" animBg="1"/>
      <p:bldP spid="4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Our Services</a:t>
            </a:r>
            <a:endParaRPr lang="en-US" dirty="0"/>
          </a:p>
        </p:txBody>
      </p:sp>
      <p:sp>
        <p:nvSpPr>
          <p:cNvPr id="4" name="Text Placeholder 3"/>
          <p:cNvSpPr>
            <a:spLocks noGrp="1"/>
          </p:cNvSpPr>
          <p:nvPr>
            <p:ph type="body" sz="half" idx="2"/>
          </p:nvPr>
        </p:nvSpPr>
        <p:spPr/>
        <p:txBody>
          <a:bodyPr/>
          <a:lstStyle/>
          <a:p>
            <a:r>
              <a:rPr lang="en-US"/>
              <a:t>We Are Here For You !</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37</a:t>
            </a:fld>
            <a:endParaRPr lang="en-US" dirty="0"/>
          </a:p>
        </p:txBody>
      </p:sp>
      <p:sp>
        <p:nvSpPr>
          <p:cNvPr id="29" name="Sev01"/>
          <p:cNvSpPr/>
          <p:nvPr/>
        </p:nvSpPr>
        <p:spPr>
          <a:xfrm>
            <a:off x="560471" y="1352808"/>
            <a:ext cx="1209747" cy="120974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lumMod val="50000"/>
                </a:schemeClr>
              </a:solidFill>
              <a:latin typeface="FontAwesome" pitchFamily="2" charset="0"/>
            </a:endParaRPr>
          </a:p>
        </p:txBody>
      </p:sp>
      <p:sp>
        <p:nvSpPr>
          <p:cNvPr id="3" name="Rounded Rectangle 2"/>
          <p:cNvSpPr/>
          <p:nvPr/>
        </p:nvSpPr>
        <p:spPr>
          <a:xfrm>
            <a:off x="1144170" y="1237594"/>
            <a:ext cx="3341206" cy="1440174"/>
          </a:xfrm>
          <a:prstGeom prst="roundRect">
            <a:avLst>
              <a:gd name="adj" fmla="val 5551"/>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Freeform 42"/>
          <p:cNvSpPr>
            <a:spLocks noEditPoints="1"/>
          </p:cNvSpPr>
          <p:nvPr/>
        </p:nvSpPr>
        <p:spPr bwMode="auto">
          <a:xfrm>
            <a:off x="912984" y="1740460"/>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TextBox 18"/>
          <p:cNvSpPr txBox="1"/>
          <p:nvPr/>
        </p:nvSpPr>
        <p:spPr>
          <a:xfrm>
            <a:off x="1818343" y="1496016"/>
            <a:ext cx="2580693" cy="923330"/>
          </a:xfrm>
          <a:prstGeom prst="rect">
            <a:avLst/>
          </a:prstGeom>
          <a:noFill/>
        </p:spPr>
        <p:txBody>
          <a:bodyPr wrap="square" rtlCol="0">
            <a:spAutoFit/>
          </a:bodyPr>
          <a:lstStyle/>
          <a:p>
            <a:pPr algn="ctr"/>
            <a:r>
              <a:rPr lang="en-US" sz="1200" b="1" dirty="0">
                <a:solidFill>
                  <a:schemeClr val="accent1"/>
                </a:solidFill>
                <a:latin typeface="+mj-lt"/>
              </a:rPr>
              <a:t>Web Design</a:t>
            </a:r>
          </a:p>
          <a:p>
            <a:pPr lvl="0" algn="ctr" defTabSz="914400">
              <a:spcBef>
                <a:spcPct val="20000"/>
              </a:spcBef>
              <a:defRPr/>
            </a:pPr>
            <a:r>
              <a:rPr lang="en-US" sz="1000" dirty="0">
                <a:solidFill>
                  <a:schemeClr val="tx1">
                    <a:lumMod val="50000"/>
                    <a:lumOff val="50000"/>
                  </a:schemeClr>
                </a:solidFill>
              </a:rPr>
              <a:t>There are many variations of passages of lorem ipsum available, but the of in majority have suffered alteration in by injected or</a:t>
            </a:r>
            <a:br>
              <a:rPr lang="en-US" sz="1000" dirty="0">
                <a:solidFill>
                  <a:schemeClr val="tx1">
                    <a:lumMod val="50000"/>
                    <a:lumOff val="50000"/>
                  </a:schemeClr>
                </a:solidFill>
              </a:rPr>
            </a:br>
            <a:r>
              <a:rPr lang="en-US" sz="1000" dirty="0">
                <a:solidFill>
                  <a:schemeClr val="tx1">
                    <a:lumMod val="50000"/>
                    <a:lumOff val="50000"/>
                  </a:schemeClr>
                </a:solidFill>
              </a:rPr>
              <a:t>randomized words</a:t>
            </a:r>
            <a:endParaRPr lang="en-US" sz="1000" dirty="0">
              <a:solidFill>
                <a:schemeClr val="bg1">
                  <a:lumMod val="50000"/>
                </a:schemeClr>
              </a:solidFill>
            </a:endParaRPr>
          </a:p>
        </p:txBody>
      </p:sp>
      <p:sp>
        <p:nvSpPr>
          <p:cNvPr id="21" name="Rounded Rectangle 20"/>
          <p:cNvSpPr/>
          <p:nvPr/>
        </p:nvSpPr>
        <p:spPr>
          <a:xfrm>
            <a:off x="4629233" y="1237594"/>
            <a:ext cx="3341206" cy="1440174"/>
          </a:xfrm>
          <a:prstGeom prst="roundRect">
            <a:avLst>
              <a:gd name="adj" fmla="val 55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p:cNvSpPr txBox="1"/>
          <p:nvPr/>
        </p:nvSpPr>
        <p:spPr>
          <a:xfrm>
            <a:off x="4755997" y="1496016"/>
            <a:ext cx="2580693" cy="954107"/>
          </a:xfrm>
          <a:prstGeom prst="rect">
            <a:avLst/>
          </a:prstGeom>
          <a:noFill/>
        </p:spPr>
        <p:txBody>
          <a:bodyPr wrap="square" rtlCol="0">
            <a:spAutoFit/>
          </a:bodyPr>
          <a:lstStyle/>
          <a:p>
            <a:pPr algn="ctr"/>
            <a:r>
              <a:rPr lang="en-US" sz="1200" b="1" dirty="0">
                <a:solidFill>
                  <a:schemeClr val="accent2"/>
                </a:solidFill>
              </a:rPr>
              <a:t>Mobile Apps</a:t>
            </a:r>
          </a:p>
          <a:p>
            <a:pPr lvl="0" algn="ctr" defTabSz="914400">
              <a:spcBef>
                <a:spcPct val="20000"/>
              </a:spcBef>
              <a:defRPr/>
            </a:pPr>
            <a:r>
              <a:rPr lang="en-US" sz="1000" dirty="0">
                <a:solidFill>
                  <a:schemeClr val="tx1">
                    <a:lumMod val="50000"/>
                    <a:lumOff val="50000"/>
                  </a:schemeClr>
                </a:solidFill>
              </a:rPr>
              <a:t>There are many variations of passages of lorem ipsum available, but the of in majority have suffered alteration in by injected or</a:t>
            </a:r>
            <a:br>
              <a:rPr lang="en-US" sz="1000" dirty="0">
                <a:solidFill>
                  <a:schemeClr val="tx1">
                    <a:lumMod val="50000"/>
                    <a:lumOff val="50000"/>
                  </a:schemeClr>
                </a:solidFill>
              </a:rPr>
            </a:br>
            <a:r>
              <a:rPr lang="en-US" sz="1000" dirty="0">
                <a:solidFill>
                  <a:schemeClr val="tx1">
                    <a:lumMod val="50000"/>
                    <a:lumOff val="50000"/>
                  </a:schemeClr>
                </a:solidFill>
              </a:rPr>
              <a:t>randomized words</a:t>
            </a:r>
            <a:endParaRPr lang="en-US" sz="1000" dirty="0">
              <a:solidFill>
                <a:schemeClr val="bg1">
                  <a:lumMod val="50000"/>
                </a:schemeClr>
              </a:solidFill>
            </a:endParaRPr>
          </a:p>
        </p:txBody>
      </p:sp>
      <p:sp>
        <p:nvSpPr>
          <p:cNvPr id="24" name="Sev02"/>
          <p:cNvSpPr/>
          <p:nvPr/>
        </p:nvSpPr>
        <p:spPr>
          <a:xfrm>
            <a:off x="7388495" y="1352807"/>
            <a:ext cx="1209747" cy="120974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dirty="0">
              <a:solidFill>
                <a:schemeClr val="accent2">
                  <a:lumMod val="50000"/>
                </a:schemeClr>
              </a:solidFill>
              <a:latin typeface="FontAwesome" pitchFamily="2" charset="0"/>
            </a:endParaRPr>
          </a:p>
        </p:txBody>
      </p:sp>
      <p:sp>
        <p:nvSpPr>
          <p:cNvPr id="25" name="Freeform 86"/>
          <p:cNvSpPr>
            <a:spLocks noEditPoints="1"/>
          </p:cNvSpPr>
          <p:nvPr/>
        </p:nvSpPr>
        <p:spPr bwMode="auto">
          <a:xfrm>
            <a:off x="7820547" y="166690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Rounded Rectangle 27"/>
          <p:cNvSpPr/>
          <p:nvPr/>
        </p:nvSpPr>
        <p:spPr>
          <a:xfrm>
            <a:off x="1144170" y="2975429"/>
            <a:ext cx="3341206" cy="1440174"/>
          </a:xfrm>
          <a:prstGeom prst="roundRect">
            <a:avLst>
              <a:gd name="adj" fmla="val 5551"/>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TextBox 31"/>
          <p:cNvSpPr txBox="1"/>
          <p:nvPr/>
        </p:nvSpPr>
        <p:spPr>
          <a:xfrm>
            <a:off x="1818343" y="3233851"/>
            <a:ext cx="2580693" cy="954107"/>
          </a:xfrm>
          <a:prstGeom prst="rect">
            <a:avLst/>
          </a:prstGeom>
          <a:noFill/>
        </p:spPr>
        <p:txBody>
          <a:bodyPr wrap="square" rtlCol="0">
            <a:spAutoFit/>
          </a:bodyPr>
          <a:lstStyle/>
          <a:p>
            <a:pPr algn="ctr"/>
            <a:r>
              <a:rPr lang="en-US" sz="1200" b="1" dirty="0">
                <a:solidFill>
                  <a:schemeClr val="accent3"/>
                </a:solidFill>
              </a:rPr>
              <a:t>Data Analysis</a:t>
            </a:r>
          </a:p>
          <a:p>
            <a:pPr lvl="0" algn="ctr" defTabSz="914400">
              <a:spcBef>
                <a:spcPct val="20000"/>
              </a:spcBef>
              <a:defRPr/>
            </a:pPr>
            <a:r>
              <a:rPr lang="en-US" sz="1000" dirty="0">
                <a:solidFill>
                  <a:schemeClr val="tx1">
                    <a:lumMod val="50000"/>
                    <a:lumOff val="50000"/>
                  </a:schemeClr>
                </a:solidFill>
              </a:rPr>
              <a:t>There are many variations of passages of lorem ipsum available, but the of in majority have suffered alteration in by injected or</a:t>
            </a:r>
            <a:br>
              <a:rPr lang="en-US" sz="1000" dirty="0">
                <a:solidFill>
                  <a:schemeClr val="tx1">
                    <a:lumMod val="50000"/>
                    <a:lumOff val="50000"/>
                  </a:schemeClr>
                </a:solidFill>
              </a:rPr>
            </a:br>
            <a:r>
              <a:rPr lang="en-US" sz="1000" dirty="0">
                <a:solidFill>
                  <a:schemeClr val="tx1">
                    <a:lumMod val="50000"/>
                    <a:lumOff val="50000"/>
                  </a:schemeClr>
                </a:solidFill>
              </a:rPr>
              <a:t>randomized words</a:t>
            </a:r>
            <a:endParaRPr lang="en-US" sz="1000" dirty="0">
              <a:solidFill>
                <a:schemeClr val="bg1">
                  <a:lumMod val="50000"/>
                </a:schemeClr>
              </a:solidFill>
            </a:endParaRPr>
          </a:p>
        </p:txBody>
      </p:sp>
      <p:sp>
        <p:nvSpPr>
          <p:cNvPr id="33" name="Rounded Rectangle 32"/>
          <p:cNvSpPr/>
          <p:nvPr/>
        </p:nvSpPr>
        <p:spPr>
          <a:xfrm>
            <a:off x="4629233" y="2975429"/>
            <a:ext cx="3341206" cy="1440174"/>
          </a:xfrm>
          <a:prstGeom prst="roundRect">
            <a:avLst>
              <a:gd name="adj" fmla="val 5551"/>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p:cNvSpPr txBox="1"/>
          <p:nvPr/>
        </p:nvSpPr>
        <p:spPr>
          <a:xfrm>
            <a:off x="4755997" y="3233851"/>
            <a:ext cx="2580693" cy="954107"/>
          </a:xfrm>
          <a:prstGeom prst="rect">
            <a:avLst/>
          </a:prstGeom>
          <a:noFill/>
        </p:spPr>
        <p:txBody>
          <a:bodyPr wrap="square" rtlCol="0">
            <a:spAutoFit/>
          </a:bodyPr>
          <a:lstStyle/>
          <a:p>
            <a:pPr algn="ctr"/>
            <a:r>
              <a:rPr lang="en-US" sz="1200" b="1" dirty="0">
                <a:solidFill>
                  <a:schemeClr val="accent4"/>
                </a:solidFill>
              </a:rPr>
              <a:t>Management</a:t>
            </a:r>
          </a:p>
          <a:p>
            <a:pPr lvl="0" algn="ctr" defTabSz="914400">
              <a:spcBef>
                <a:spcPct val="20000"/>
              </a:spcBef>
              <a:defRPr/>
            </a:pPr>
            <a:r>
              <a:rPr lang="en-US" sz="1000" dirty="0">
                <a:solidFill>
                  <a:schemeClr val="tx1">
                    <a:lumMod val="50000"/>
                    <a:lumOff val="50000"/>
                  </a:schemeClr>
                </a:solidFill>
              </a:rPr>
              <a:t>There are many variations of passages of lorem ipsum available, but the of in majority have suffered alteration in by injected or</a:t>
            </a:r>
            <a:br>
              <a:rPr lang="en-US" sz="1000" dirty="0">
                <a:solidFill>
                  <a:schemeClr val="tx1">
                    <a:lumMod val="50000"/>
                    <a:lumOff val="50000"/>
                  </a:schemeClr>
                </a:solidFill>
              </a:rPr>
            </a:br>
            <a:r>
              <a:rPr lang="en-US" sz="1000" dirty="0">
                <a:solidFill>
                  <a:schemeClr val="tx1">
                    <a:lumMod val="50000"/>
                    <a:lumOff val="50000"/>
                  </a:schemeClr>
                </a:solidFill>
              </a:rPr>
              <a:t>randomized words</a:t>
            </a:r>
            <a:endParaRPr lang="en-US" sz="1000" dirty="0">
              <a:solidFill>
                <a:schemeClr val="bg1">
                  <a:lumMod val="50000"/>
                </a:schemeClr>
              </a:solidFill>
            </a:endParaRPr>
          </a:p>
        </p:txBody>
      </p:sp>
      <p:sp>
        <p:nvSpPr>
          <p:cNvPr id="50" name="Sev03"/>
          <p:cNvSpPr/>
          <p:nvPr/>
        </p:nvSpPr>
        <p:spPr>
          <a:xfrm>
            <a:off x="560471" y="3106030"/>
            <a:ext cx="1209747" cy="120974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3">
                  <a:lumMod val="50000"/>
                </a:schemeClr>
              </a:solidFill>
              <a:latin typeface="FontAwesome" pitchFamily="2" charset="0"/>
              <a:cs typeface="+mj-cs"/>
            </a:endParaRPr>
          </a:p>
        </p:txBody>
      </p:sp>
      <p:sp>
        <p:nvSpPr>
          <p:cNvPr id="51" name="Sev04"/>
          <p:cNvSpPr/>
          <p:nvPr/>
        </p:nvSpPr>
        <p:spPr>
          <a:xfrm>
            <a:off x="7391400" y="3086780"/>
            <a:ext cx="1209747" cy="120974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4">
                  <a:lumMod val="50000"/>
                </a:schemeClr>
              </a:solidFill>
              <a:latin typeface="FontAwesome" pitchFamily="2" charset="0"/>
            </a:endParaRPr>
          </a:p>
        </p:txBody>
      </p:sp>
      <p:sp>
        <p:nvSpPr>
          <p:cNvPr id="52" name="Freeform 52"/>
          <p:cNvSpPr>
            <a:spLocks noEditPoints="1"/>
          </p:cNvSpPr>
          <p:nvPr/>
        </p:nvSpPr>
        <p:spPr bwMode="auto">
          <a:xfrm>
            <a:off x="7764677" y="3442488"/>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178"/>
          <p:cNvSpPr>
            <a:spLocks noEditPoints="1"/>
          </p:cNvSpPr>
          <p:nvPr/>
        </p:nvSpPr>
        <p:spPr bwMode="auto">
          <a:xfrm>
            <a:off x="912984" y="3520834"/>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845103489"/>
      </p:ext>
    </p:extLst>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p:cTn id="13" dur="500" fill="hold"/>
                                        <p:tgtEl>
                                          <p:spTgt spid="42"/>
                                        </p:tgtEl>
                                        <p:attrNameLst>
                                          <p:attrName>ppt_w</p:attrName>
                                        </p:attrNameLst>
                                      </p:cBhvr>
                                      <p:tavLst>
                                        <p:tav tm="0">
                                          <p:val>
                                            <p:fltVal val="0"/>
                                          </p:val>
                                        </p:tav>
                                        <p:tav tm="100000">
                                          <p:val>
                                            <p:strVal val="#ppt_w"/>
                                          </p:val>
                                        </p:tav>
                                      </p:tavLst>
                                    </p:anim>
                                    <p:anim calcmode="lin" valueType="num">
                                      <p:cBhvr>
                                        <p:cTn id="14" dur="500" fill="hold"/>
                                        <p:tgtEl>
                                          <p:spTgt spid="42"/>
                                        </p:tgtEl>
                                        <p:attrNameLst>
                                          <p:attrName>ppt_h</p:attrName>
                                        </p:attrNameLst>
                                      </p:cBhvr>
                                      <p:tavLst>
                                        <p:tav tm="0">
                                          <p:val>
                                            <p:fltVal val="0"/>
                                          </p:val>
                                        </p:tav>
                                        <p:tav tm="100000">
                                          <p:val>
                                            <p:strVal val="#ppt_h"/>
                                          </p:val>
                                        </p:tav>
                                      </p:tavLst>
                                    </p:anim>
                                    <p:animEffect transition="in" filter="fade">
                                      <p:cBhvr>
                                        <p:cTn id="15" dur="500"/>
                                        <p:tgtEl>
                                          <p:spTgt spid="42"/>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right)">
                                      <p:cBhvr>
                                        <p:cTn id="18" dur="500"/>
                                        <p:tgtEl>
                                          <p:spTgt spid="3"/>
                                        </p:tgtEl>
                                      </p:cBhvr>
                                    </p:animEffect>
                                  </p:childTnLst>
                                </p:cTn>
                              </p:par>
                            </p:childTnLst>
                          </p:cTn>
                        </p:par>
                        <p:par>
                          <p:cTn id="19" fill="hold">
                            <p:stCondLst>
                              <p:cond delay="1000"/>
                            </p:stCondLst>
                            <p:childTnLst>
                              <p:par>
                                <p:cTn id="20" presetID="42"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anim calcmode="lin" valueType="num">
                                      <p:cBhvr>
                                        <p:cTn id="23" dur="500" fill="hold"/>
                                        <p:tgtEl>
                                          <p:spTgt spid="19"/>
                                        </p:tgtEl>
                                        <p:attrNameLst>
                                          <p:attrName>ppt_x</p:attrName>
                                        </p:attrNameLst>
                                      </p:cBhvr>
                                      <p:tavLst>
                                        <p:tav tm="0">
                                          <p:val>
                                            <p:strVal val="#ppt_x"/>
                                          </p:val>
                                        </p:tav>
                                        <p:tav tm="100000">
                                          <p:val>
                                            <p:strVal val="#ppt_x"/>
                                          </p:val>
                                        </p:tav>
                                      </p:tavLst>
                                    </p:anim>
                                    <p:anim calcmode="lin" valueType="num">
                                      <p:cBhvr>
                                        <p:cTn id="24" dur="500" fill="hold"/>
                                        <p:tgtEl>
                                          <p:spTgt spid="19"/>
                                        </p:tgtEl>
                                        <p:attrNameLst>
                                          <p:attrName>ppt_y</p:attrName>
                                        </p:attrNameLst>
                                      </p:cBhvr>
                                      <p:tavLst>
                                        <p:tav tm="0">
                                          <p:val>
                                            <p:strVal val="#ppt_y+.1"/>
                                          </p:val>
                                        </p:tav>
                                        <p:tav tm="100000">
                                          <p:val>
                                            <p:strVal val="#ppt_y"/>
                                          </p:val>
                                        </p:tav>
                                      </p:tavLst>
                                    </p:anim>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24"/>
                                        </p:tgtEl>
                                        <p:attrNameLst>
                                          <p:attrName>style.visibility</p:attrName>
                                        </p:attrNameLst>
                                      </p:cBhvr>
                                      <p:to>
                                        <p:strVal val="visible"/>
                                      </p:to>
                                    </p:set>
                                    <p:anim calcmode="lin" valueType="num">
                                      <p:cBhvr>
                                        <p:cTn id="28" dur="500" fill="hold"/>
                                        <p:tgtEl>
                                          <p:spTgt spid="24"/>
                                        </p:tgtEl>
                                        <p:attrNameLst>
                                          <p:attrName>ppt_w</p:attrName>
                                        </p:attrNameLst>
                                      </p:cBhvr>
                                      <p:tavLst>
                                        <p:tav tm="0">
                                          <p:val>
                                            <p:fltVal val="0"/>
                                          </p:val>
                                        </p:tav>
                                        <p:tav tm="100000">
                                          <p:val>
                                            <p:strVal val="#ppt_w"/>
                                          </p:val>
                                        </p:tav>
                                      </p:tavLst>
                                    </p:anim>
                                    <p:anim calcmode="lin" valueType="num">
                                      <p:cBhvr>
                                        <p:cTn id="29" dur="500" fill="hold"/>
                                        <p:tgtEl>
                                          <p:spTgt spid="24"/>
                                        </p:tgtEl>
                                        <p:attrNameLst>
                                          <p:attrName>ppt_h</p:attrName>
                                        </p:attrNameLst>
                                      </p:cBhvr>
                                      <p:tavLst>
                                        <p:tav tm="0">
                                          <p:val>
                                            <p:fltVal val="0"/>
                                          </p:val>
                                        </p:tav>
                                        <p:tav tm="100000">
                                          <p:val>
                                            <p:strVal val="#ppt_h"/>
                                          </p:val>
                                        </p:tav>
                                      </p:tavLst>
                                    </p:anim>
                                    <p:animEffect transition="in" filter="fade">
                                      <p:cBhvr>
                                        <p:cTn id="30" dur="500"/>
                                        <p:tgtEl>
                                          <p:spTgt spid="24"/>
                                        </p:tgtEl>
                                      </p:cBhvr>
                                    </p:animEffect>
                                  </p:childTnLst>
                                </p:cTn>
                              </p:par>
                            </p:childTnLst>
                          </p:cTn>
                        </p:par>
                        <p:par>
                          <p:cTn id="31" fill="hold">
                            <p:stCondLst>
                              <p:cond delay="2000"/>
                            </p:stCondLst>
                            <p:childTnLst>
                              <p:par>
                                <p:cTn id="32" presetID="53" presetClass="entr" presetSubtype="16" fill="hold" grpId="0" nodeType="afterEffect">
                                  <p:stCondLst>
                                    <p:cond delay="0"/>
                                  </p:stCondLst>
                                  <p:childTnLst>
                                    <p:set>
                                      <p:cBhvr>
                                        <p:cTn id="33" dur="1" fill="hold">
                                          <p:stCondLst>
                                            <p:cond delay="0"/>
                                          </p:stCondLst>
                                        </p:cTn>
                                        <p:tgtEl>
                                          <p:spTgt spid="25"/>
                                        </p:tgtEl>
                                        <p:attrNameLst>
                                          <p:attrName>style.visibility</p:attrName>
                                        </p:attrNameLst>
                                      </p:cBhvr>
                                      <p:to>
                                        <p:strVal val="visible"/>
                                      </p:to>
                                    </p:set>
                                    <p:anim calcmode="lin" valueType="num">
                                      <p:cBhvr>
                                        <p:cTn id="34" dur="500" fill="hold"/>
                                        <p:tgtEl>
                                          <p:spTgt spid="25"/>
                                        </p:tgtEl>
                                        <p:attrNameLst>
                                          <p:attrName>ppt_w</p:attrName>
                                        </p:attrNameLst>
                                      </p:cBhvr>
                                      <p:tavLst>
                                        <p:tav tm="0">
                                          <p:val>
                                            <p:fltVal val="0"/>
                                          </p:val>
                                        </p:tav>
                                        <p:tav tm="100000">
                                          <p:val>
                                            <p:strVal val="#ppt_w"/>
                                          </p:val>
                                        </p:tav>
                                      </p:tavLst>
                                    </p:anim>
                                    <p:anim calcmode="lin" valueType="num">
                                      <p:cBhvr>
                                        <p:cTn id="35" dur="500" fill="hold"/>
                                        <p:tgtEl>
                                          <p:spTgt spid="25"/>
                                        </p:tgtEl>
                                        <p:attrNameLst>
                                          <p:attrName>ppt_h</p:attrName>
                                        </p:attrNameLst>
                                      </p:cBhvr>
                                      <p:tavLst>
                                        <p:tav tm="0">
                                          <p:val>
                                            <p:fltVal val="0"/>
                                          </p:val>
                                        </p:tav>
                                        <p:tav tm="100000">
                                          <p:val>
                                            <p:strVal val="#ppt_h"/>
                                          </p:val>
                                        </p:tav>
                                      </p:tavLst>
                                    </p:anim>
                                    <p:animEffect transition="in" filter="fade">
                                      <p:cBhvr>
                                        <p:cTn id="36" dur="500"/>
                                        <p:tgtEl>
                                          <p:spTgt spid="25"/>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childTnLst>
                          </p:cTn>
                        </p:par>
                        <p:par>
                          <p:cTn id="40" fill="hold">
                            <p:stCondLst>
                              <p:cond delay="2500"/>
                            </p:stCondLst>
                            <p:childTnLst>
                              <p:par>
                                <p:cTn id="41" presetID="42" presetClass="entr" presetSubtype="0" fill="hold" grpId="0" nodeType="after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anim calcmode="lin" valueType="num">
                                      <p:cBhvr>
                                        <p:cTn id="44" dur="500" fill="hold"/>
                                        <p:tgtEl>
                                          <p:spTgt spid="23"/>
                                        </p:tgtEl>
                                        <p:attrNameLst>
                                          <p:attrName>ppt_x</p:attrName>
                                        </p:attrNameLst>
                                      </p:cBhvr>
                                      <p:tavLst>
                                        <p:tav tm="0">
                                          <p:val>
                                            <p:strVal val="#ppt_x"/>
                                          </p:val>
                                        </p:tav>
                                        <p:tav tm="100000">
                                          <p:val>
                                            <p:strVal val="#ppt_x"/>
                                          </p:val>
                                        </p:tav>
                                      </p:tavLst>
                                    </p:anim>
                                    <p:anim calcmode="lin" valueType="num">
                                      <p:cBhvr>
                                        <p:cTn id="45" dur="500" fill="hold"/>
                                        <p:tgtEl>
                                          <p:spTgt spid="23"/>
                                        </p:tgtEl>
                                        <p:attrNameLst>
                                          <p:attrName>ppt_y</p:attrName>
                                        </p:attrNameLst>
                                      </p:cBhvr>
                                      <p:tavLst>
                                        <p:tav tm="0">
                                          <p:val>
                                            <p:strVal val="#ppt_y+.1"/>
                                          </p:val>
                                        </p:tav>
                                        <p:tav tm="100000">
                                          <p:val>
                                            <p:strVal val="#ppt_y"/>
                                          </p:val>
                                        </p:tav>
                                      </p:tavLst>
                                    </p:anim>
                                  </p:childTnLst>
                                </p:cTn>
                              </p:par>
                            </p:childTnLst>
                          </p:cTn>
                        </p:par>
                        <p:par>
                          <p:cTn id="46" fill="hold">
                            <p:stCondLst>
                              <p:cond delay="3000"/>
                            </p:stCondLst>
                            <p:childTnLst>
                              <p:par>
                                <p:cTn id="47" presetID="53" presetClass="entr" presetSubtype="16" fill="hold" grpId="0" nodeType="afterEffect">
                                  <p:stCondLst>
                                    <p:cond delay="0"/>
                                  </p:stCondLst>
                                  <p:childTnLst>
                                    <p:set>
                                      <p:cBhvr>
                                        <p:cTn id="48" dur="1" fill="hold">
                                          <p:stCondLst>
                                            <p:cond delay="0"/>
                                          </p:stCondLst>
                                        </p:cTn>
                                        <p:tgtEl>
                                          <p:spTgt spid="50"/>
                                        </p:tgtEl>
                                        <p:attrNameLst>
                                          <p:attrName>style.visibility</p:attrName>
                                        </p:attrNameLst>
                                      </p:cBhvr>
                                      <p:to>
                                        <p:strVal val="visible"/>
                                      </p:to>
                                    </p:set>
                                    <p:anim calcmode="lin" valueType="num">
                                      <p:cBhvr>
                                        <p:cTn id="49" dur="500" fill="hold"/>
                                        <p:tgtEl>
                                          <p:spTgt spid="50"/>
                                        </p:tgtEl>
                                        <p:attrNameLst>
                                          <p:attrName>ppt_w</p:attrName>
                                        </p:attrNameLst>
                                      </p:cBhvr>
                                      <p:tavLst>
                                        <p:tav tm="0">
                                          <p:val>
                                            <p:fltVal val="0"/>
                                          </p:val>
                                        </p:tav>
                                        <p:tav tm="100000">
                                          <p:val>
                                            <p:strVal val="#ppt_w"/>
                                          </p:val>
                                        </p:tav>
                                      </p:tavLst>
                                    </p:anim>
                                    <p:anim calcmode="lin" valueType="num">
                                      <p:cBhvr>
                                        <p:cTn id="50" dur="500" fill="hold"/>
                                        <p:tgtEl>
                                          <p:spTgt spid="50"/>
                                        </p:tgtEl>
                                        <p:attrNameLst>
                                          <p:attrName>ppt_h</p:attrName>
                                        </p:attrNameLst>
                                      </p:cBhvr>
                                      <p:tavLst>
                                        <p:tav tm="0">
                                          <p:val>
                                            <p:fltVal val="0"/>
                                          </p:val>
                                        </p:tav>
                                        <p:tav tm="100000">
                                          <p:val>
                                            <p:strVal val="#ppt_h"/>
                                          </p:val>
                                        </p:tav>
                                      </p:tavLst>
                                    </p:anim>
                                    <p:animEffect transition="in" filter="fade">
                                      <p:cBhvr>
                                        <p:cTn id="51" dur="500"/>
                                        <p:tgtEl>
                                          <p:spTgt spid="50"/>
                                        </p:tgtEl>
                                      </p:cBhvr>
                                    </p:animEffect>
                                  </p:childTnLst>
                                </p:cTn>
                              </p:par>
                            </p:childTnLst>
                          </p:cTn>
                        </p:par>
                        <p:par>
                          <p:cTn id="52" fill="hold">
                            <p:stCondLst>
                              <p:cond delay="3500"/>
                            </p:stCondLst>
                            <p:childTnLst>
                              <p:par>
                                <p:cTn id="53" presetID="53" presetClass="entr" presetSubtype="16" fill="hold" grpId="0" nodeType="afterEffect">
                                  <p:stCondLst>
                                    <p:cond delay="0"/>
                                  </p:stCondLst>
                                  <p:childTnLst>
                                    <p:set>
                                      <p:cBhvr>
                                        <p:cTn id="54" dur="1" fill="hold">
                                          <p:stCondLst>
                                            <p:cond delay="0"/>
                                          </p:stCondLst>
                                        </p:cTn>
                                        <p:tgtEl>
                                          <p:spTgt spid="53"/>
                                        </p:tgtEl>
                                        <p:attrNameLst>
                                          <p:attrName>style.visibility</p:attrName>
                                        </p:attrNameLst>
                                      </p:cBhvr>
                                      <p:to>
                                        <p:strVal val="visible"/>
                                      </p:to>
                                    </p:set>
                                    <p:anim calcmode="lin" valueType="num">
                                      <p:cBhvr>
                                        <p:cTn id="55" dur="500" fill="hold"/>
                                        <p:tgtEl>
                                          <p:spTgt spid="53"/>
                                        </p:tgtEl>
                                        <p:attrNameLst>
                                          <p:attrName>ppt_w</p:attrName>
                                        </p:attrNameLst>
                                      </p:cBhvr>
                                      <p:tavLst>
                                        <p:tav tm="0">
                                          <p:val>
                                            <p:fltVal val="0"/>
                                          </p:val>
                                        </p:tav>
                                        <p:tav tm="100000">
                                          <p:val>
                                            <p:strVal val="#ppt_w"/>
                                          </p:val>
                                        </p:tav>
                                      </p:tavLst>
                                    </p:anim>
                                    <p:anim calcmode="lin" valueType="num">
                                      <p:cBhvr>
                                        <p:cTn id="56" dur="500" fill="hold"/>
                                        <p:tgtEl>
                                          <p:spTgt spid="53"/>
                                        </p:tgtEl>
                                        <p:attrNameLst>
                                          <p:attrName>ppt_h</p:attrName>
                                        </p:attrNameLst>
                                      </p:cBhvr>
                                      <p:tavLst>
                                        <p:tav tm="0">
                                          <p:val>
                                            <p:fltVal val="0"/>
                                          </p:val>
                                        </p:tav>
                                        <p:tav tm="100000">
                                          <p:val>
                                            <p:strVal val="#ppt_h"/>
                                          </p:val>
                                        </p:tav>
                                      </p:tavLst>
                                    </p:anim>
                                    <p:animEffect transition="in" filter="fade">
                                      <p:cBhvr>
                                        <p:cTn id="57" dur="500"/>
                                        <p:tgtEl>
                                          <p:spTgt spid="53"/>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28"/>
                                        </p:tgtEl>
                                        <p:attrNameLst>
                                          <p:attrName>style.visibility</p:attrName>
                                        </p:attrNameLst>
                                      </p:cBhvr>
                                      <p:to>
                                        <p:strVal val="visible"/>
                                      </p:to>
                                    </p:set>
                                    <p:animEffect transition="in" filter="wipe(right)">
                                      <p:cBhvr>
                                        <p:cTn id="60" dur="500"/>
                                        <p:tgtEl>
                                          <p:spTgt spid="28"/>
                                        </p:tgtEl>
                                      </p:cBhvr>
                                    </p:animEffect>
                                  </p:childTnLst>
                                </p:cTn>
                              </p:par>
                            </p:childTnLst>
                          </p:cTn>
                        </p:par>
                        <p:par>
                          <p:cTn id="61" fill="hold">
                            <p:stCondLst>
                              <p:cond delay="4000"/>
                            </p:stCondLst>
                            <p:childTnLst>
                              <p:par>
                                <p:cTn id="62" presetID="42"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anim calcmode="lin" valueType="num">
                                      <p:cBhvr>
                                        <p:cTn id="65" dur="500" fill="hold"/>
                                        <p:tgtEl>
                                          <p:spTgt spid="32"/>
                                        </p:tgtEl>
                                        <p:attrNameLst>
                                          <p:attrName>ppt_x</p:attrName>
                                        </p:attrNameLst>
                                      </p:cBhvr>
                                      <p:tavLst>
                                        <p:tav tm="0">
                                          <p:val>
                                            <p:strVal val="#ppt_x"/>
                                          </p:val>
                                        </p:tav>
                                        <p:tav tm="100000">
                                          <p:val>
                                            <p:strVal val="#ppt_x"/>
                                          </p:val>
                                        </p:tav>
                                      </p:tavLst>
                                    </p:anim>
                                    <p:anim calcmode="lin" valueType="num">
                                      <p:cBhvr>
                                        <p:cTn id="66" dur="500" fill="hold"/>
                                        <p:tgtEl>
                                          <p:spTgt spid="32"/>
                                        </p:tgtEl>
                                        <p:attrNameLst>
                                          <p:attrName>ppt_y</p:attrName>
                                        </p:attrNameLst>
                                      </p:cBhvr>
                                      <p:tavLst>
                                        <p:tav tm="0">
                                          <p:val>
                                            <p:strVal val="#ppt_y+.1"/>
                                          </p:val>
                                        </p:tav>
                                        <p:tav tm="100000">
                                          <p:val>
                                            <p:strVal val="#ppt_y"/>
                                          </p:val>
                                        </p:tav>
                                      </p:tavLst>
                                    </p:anim>
                                  </p:childTnLst>
                                </p:cTn>
                              </p:par>
                            </p:childTnLst>
                          </p:cTn>
                        </p:par>
                        <p:par>
                          <p:cTn id="67" fill="hold">
                            <p:stCondLst>
                              <p:cond delay="4500"/>
                            </p:stCondLst>
                            <p:childTnLst>
                              <p:par>
                                <p:cTn id="68" presetID="53" presetClass="entr" presetSubtype="16" fill="hold" grpId="0" nodeType="afterEffect">
                                  <p:stCondLst>
                                    <p:cond delay="0"/>
                                  </p:stCondLst>
                                  <p:childTnLst>
                                    <p:set>
                                      <p:cBhvr>
                                        <p:cTn id="69" dur="1" fill="hold">
                                          <p:stCondLst>
                                            <p:cond delay="0"/>
                                          </p:stCondLst>
                                        </p:cTn>
                                        <p:tgtEl>
                                          <p:spTgt spid="51"/>
                                        </p:tgtEl>
                                        <p:attrNameLst>
                                          <p:attrName>style.visibility</p:attrName>
                                        </p:attrNameLst>
                                      </p:cBhvr>
                                      <p:to>
                                        <p:strVal val="visible"/>
                                      </p:to>
                                    </p:set>
                                    <p:anim calcmode="lin" valueType="num">
                                      <p:cBhvr>
                                        <p:cTn id="70" dur="500" fill="hold"/>
                                        <p:tgtEl>
                                          <p:spTgt spid="51"/>
                                        </p:tgtEl>
                                        <p:attrNameLst>
                                          <p:attrName>ppt_w</p:attrName>
                                        </p:attrNameLst>
                                      </p:cBhvr>
                                      <p:tavLst>
                                        <p:tav tm="0">
                                          <p:val>
                                            <p:fltVal val="0"/>
                                          </p:val>
                                        </p:tav>
                                        <p:tav tm="100000">
                                          <p:val>
                                            <p:strVal val="#ppt_w"/>
                                          </p:val>
                                        </p:tav>
                                      </p:tavLst>
                                    </p:anim>
                                    <p:anim calcmode="lin" valueType="num">
                                      <p:cBhvr>
                                        <p:cTn id="71" dur="500" fill="hold"/>
                                        <p:tgtEl>
                                          <p:spTgt spid="51"/>
                                        </p:tgtEl>
                                        <p:attrNameLst>
                                          <p:attrName>ppt_h</p:attrName>
                                        </p:attrNameLst>
                                      </p:cBhvr>
                                      <p:tavLst>
                                        <p:tav tm="0">
                                          <p:val>
                                            <p:fltVal val="0"/>
                                          </p:val>
                                        </p:tav>
                                        <p:tav tm="100000">
                                          <p:val>
                                            <p:strVal val="#ppt_h"/>
                                          </p:val>
                                        </p:tav>
                                      </p:tavLst>
                                    </p:anim>
                                    <p:animEffect transition="in" filter="fade">
                                      <p:cBhvr>
                                        <p:cTn id="72" dur="500"/>
                                        <p:tgtEl>
                                          <p:spTgt spid="51"/>
                                        </p:tgtEl>
                                      </p:cBhvr>
                                    </p:animEffect>
                                  </p:childTnLst>
                                </p:cTn>
                              </p:par>
                            </p:childTnLst>
                          </p:cTn>
                        </p:par>
                        <p:par>
                          <p:cTn id="73" fill="hold">
                            <p:stCondLst>
                              <p:cond delay="5000"/>
                            </p:stCondLst>
                            <p:childTnLst>
                              <p:par>
                                <p:cTn id="74" presetID="53" presetClass="entr" presetSubtype="16" fill="hold" grpId="0" nodeType="afterEffect">
                                  <p:stCondLst>
                                    <p:cond delay="0"/>
                                  </p:stCondLst>
                                  <p:childTnLst>
                                    <p:set>
                                      <p:cBhvr>
                                        <p:cTn id="75" dur="1" fill="hold">
                                          <p:stCondLst>
                                            <p:cond delay="0"/>
                                          </p:stCondLst>
                                        </p:cTn>
                                        <p:tgtEl>
                                          <p:spTgt spid="52"/>
                                        </p:tgtEl>
                                        <p:attrNameLst>
                                          <p:attrName>style.visibility</p:attrName>
                                        </p:attrNameLst>
                                      </p:cBhvr>
                                      <p:to>
                                        <p:strVal val="visible"/>
                                      </p:to>
                                    </p:set>
                                    <p:anim calcmode="lin" valueType="num">
                                      <p:cBhvr>
                                        <p:cTn id="76" dur="500" fill="hold"/>
                                        <p:tgtEl>
                                          <p:spTgt spid="52"/>
                                        </p:tgtEl>
                                        <p:attrNameLst>
                                          <p:attrName>ppt_w</p:attrName>
                                        </p:attrNameLst>
                                      </p:cBhvr>
                                      <p:tavLst>
                                        <p:tav tm="0">
                                          <p:val>
                                            <p:fltVal val="0"/>
                                          </p:val>
                                        </p:tav>
                                        <p:tav tm="100000">
                                          <p:val>
                                            <p:strVal val="#ppt_w"/>
                                          </p:val>
                                        </p:tav>
                                      </p:tavLst>
                                    </p:anim>
                                    <p:anim calcmode="lin" valueType="num">
                                      <p:cBhvr>
                                        <p:cTn id="77" dur="500" fill="hold"/>
                                        <p:tgtEl>
                                          <p:spTgt spid="52"/>
                                        </p:tgtEl>
                                        <p:attrNameLst>
                                          <p:attrName>ppt_h</p:attrName>
                                        </p:attrNameLst>
                                      </p:cBhvr>
                                      <p:tavLst>
                                        <p:tav tm="0">
                                          <p:val>
                                            <p:fltVal val="0"/>
                                          </p:val>
                                        </p:tav>
                                        <p:tav tm="100000">
                                          <p:val>
                                            <p:strVal val="#ppt_h"/>
                                          </p:val>
                                        </p:tav>
                                      </p:tavLst>
                                    </p:anim>
                                    <p:animEffect transition="in" filter="fade">
                                      <p:cBhvr>
                                        <p:cTn id="78" dur="500"/>
                                        <p:tgtEl>
                                          <p:spTgt spid="52"/>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33"/>
                                        </p:tgtEl>
                                        <p:attrNameLst>
                                          <p:attrName>style.visibility</p:attrName>
                                        </p:attrNameLst>
                                      </p:cBhvr>
                                      <p:to>
                                        <p:strVal val="visible"/>
                                      </p:to>
                                    </p:set>
                                    <p:animEffect transition="in" filter="wipe(left)">
                                      <p:cBhvr>
                                        <p:cTn id="81" dur="500"/>
                                        <p:tgtEl>
                                          <p:spTgt spid="33"/>
                                        </p:tgtEl>
                                      </p:cBhvr>
                                    </p:animEffect>
                                  </p:childTnLst>
                                </p:cTn>
                              </p:par>
                            </p:childTnLst>
                          </p:cTn>
                        </p:par>
                        <p:par>
                          <p:cTn id="82" fill="hold">
                            <p:stCondLst>
                              <p:cond delay="5500"/>
                            </p:stCondLst>
                            <p:childTnLst>
                              <p:par>
                                <p:cTn id="83" presetID="42" presetClass="entr" presetSubtype="0" fill="hold" grpId="0" nodeType="afterEffect">
                                  <p:stCondLst>
                                    <p:cond delay="0"/>
                                  </p:stCondLst>
                                  <p:childTnLst>
                                    <p:set>
                                      <p:cBhvr>
                                        <p:cTn id="84" dur="1" fill="hold">
                                          <p:stCondLst>
                                            <p:cond delay="0"/>
                                          </p:stCondLst>
                                        </p:cTn>
                                        <p:tgtEl>
                                          <p:spTgt spid="36"/>
                                        </p:tgtEl>
                                        <p:attrNameLst>
                                          <p:attrName>style.visibility</p:attrName>
                                        </p:attrNameLst>
                                      </p:cBhvr>
                                      <p:to>
                                        <p:strVal val="visible"/>
                                      </p:to>
                                    </p:set>
                                    <p:animEffect transition="in" filter="fade">
                                      <p:cBhvr>
                                        <p:cTn id="85" dur="500"/>
                                        <p:tgtEl>
                                          <p:spTgt spid="36"/>
                                        </p:tgtEl>
                                      </p:cBhvr>
                                    </p:animEffect>
                                    <p:anim calcmode="lin" valueType="num">
                                      <p:cBhvr>
                                        <p:cTn id="86" dur="500" fill="hold"/>
                                        <p:tgtEl>
                                          <p:spTgt spid="36"/>
                                        </p:tgtEl>
                                        <p:attrNameLst>
                                          <p:attrName>ppt_x</p:attrName>
                                        </p:attrNameLst>
                                      </p:cBhvr>
                                      <p:tavLst>
                                        <p:tav tm="0">
                                          <p:val>
                                            <p:strVal val="#ppt_x"/>
                                          </p:val>
                                        </p:tav>
                                        <p:tav tm="100000">
                                          <p:val>
                                            <p:strVal val="#ppt_x"/>
                                          </p:val>
                                        </p:tav>
                                      </p:tavLst>
                                    </p:anim>
                                    <p:anim calcmode="lin" valueType="num">
                                      <p:cBhvr>
                                        <p:cTn id="87" dur="5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 grpId="0" animBg="1"/>
      <p:bldP spid="42" grpId="0" animBg="1"/>
      <p:bldP spid="19" grpId="0"/>
      <p:bldP spid="21" grpId="0" animBg="1"/>
      <p:bldP spid="23" grpId="0"/>
      <p:bldP spid="24" grpId="0" animBg="1"/>
      <p:bldP spid="25" grpId="0" animBg="1"/>
      <p:bldP spid="28" grpId="0" animBg="1"/>
      <p:bldP spid="32" grpId="0"/>
      <p:bldP spid="33" grpId="0" animBg="1"/>
      <p:bldP spid="36" grpId="0"/>
      <p:bldP spid="50" grpId="0" animBg="1"/>
      <p:bldP spid="51" grpId="0" animBg="1"/>
      <p:bldP spid="52" grpId="0" animBg="1"/>
      <p:bldP spid="5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One Column Text Slid</a:t>
            </a:r>
            <a:endParaRPr lang="en-US" dirty="0"/>
          </a:p>
        </p:txBody>
      </p:sp>
      <p:sp>
        <p:nvSpPr>
          <p:cNvPr id="12" name="Text Placeholder 11"/>
          <p:cNvSpPr>
            <a:spLocks noGrp="1"/>
          </p:cNvSpPr>
          <p:nvPr>
            <p:ph type="body" sz="half" idx="2"/>
          </p:nvPr>
        </p:nvSpPr>
        <p:spPr/>
        <p:txBody>
          <a:bodyPr/>
          <a:lstStyle/>
          <a:p>
            <a:r>
              <a:rPr lang="en-US"/>
              <a:t>One Column Text Slid</a:t>
            </a:r>
            <a:endParaRPr lang="en-US" dirty="0"/>
          </a:p>
        </p:txBody>
      </p:sp>
      <p:sp>
        <p:nvSpPr>
          <p:cNvPr id="11" name="Slide Number Placeholder 10"/>
          <p:cNvSpPr>
            <a:spLocks noGrp="1"/>
          </p:cNvSpPr>
          <p:nvPr>
            <p:ph type="sldNum" sz="quarter" idx="12"/>
          </p:nvPr>
        </p:nvSpPr>
        <p:spPr/>
        <p:txBody>
          <a:bodyPr/>
          <a:lstStyle/>
          <a:p>
            <a:fld id="{C136B7D2-B98C-44FD-8D04-7EC62A564975}" type="slidenum">
              <a:rPr lang="en-US" smtClean="0"/>
              <a:pPr/>
              <a:t>38</a:t>
            </a:fld>
            <a:endParaRPr lang="en-US" dirty="0"/>
          </a:p>
        </p:txBody>
      </p:sp>
      <p:sp>
        <p:nvSpPr>
          <p:cNvPr id="20" name="Text Placeholder 8"/>
          <p:cNvSpPr txBox="1">
            <a:spLocks/>
          </p:cNvSpPr>
          <p:nvPr/>
        </p:nvSpPr>
        <p:spPr>
          <a:xfrm>
            <a:off x="666668" y="958754"/>
            <a:ext cx="3685064" cy="200746"/>
          </a:xfrm>
          <a:prstGeom prst="rect">
            <a:avLst/>
          </a:prstGeom>
        </p:spPr>
        <p:txBody>
          <a:bodyPr lIns="0" tIns="0" rIns="0" bIns="0" anchor="ct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400" b="1" i="0" u="none" strike="noStrike" kern="1200" cap="none" spc="0" normalizeH="0" baseline="0" noProof="0" dirty="0">
                <a:ln>
                  <a:noFill/>
                </a:ln>
                <a:solidFill>
                  <a:schemeClr val="accent1"/>
                </a:solidFill>
                <a:effectLst/>
                <a:uLnTx/>
                <a:uFillTx/>
                <a:latin typeface="+mj-lt"/>
                <a:ea typeface="+mn-ea"/>
                <a:cs typeface="+mn-cs"/>
              </a:rPr>
              <a:t>One Column Text Slid</a:t>
            </a:r>
          </a:p>
        </p:txBody>
      </p:sp>
      <p:sp>
        <p:nvSpPr>
          <p:cNvPr id="22" name="TextBox 21"/>
          <p:cNvSpPr txBox="1"/>
          <p:nvPr/>
        </p:nvSpPr>
        <p:spPr>
          <a:xfrm>
            <a:off x="666668" y="1192991"/>
            <a:ext cx="7822608" cy="3385542"/>
          </a:xfrm>
          <a:prstGeom prst="rect">
            <a:avLst/>
          </a:prstGeom>
          <a:noFill/>
        </p:spPr>
        <p:txBody>
          <a:bodyPr wrap="square" lIns="0" tIns="0" rIns="0" bIns="0" rtlCol="0">
            <a:spAutoFit/>
          </a:bodyPr>
          <a:lstStyle/>
          <a:p>
            <a:pPr algn="just"/>
            <a:r>
              <a:rPr lang="en-US" sz="1000" b="1"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b="1" dirty="0">
              <a:solidFill>
                <a:schemeClr val="tx1">
                  <a:lumMod val="50000"/>
                  <a:lumOff val="50000"/>
                </a:schemeClr>
              </a:solidFill>
            </a:endParaRPr>
          </a:p>
          <a:p>
            <a:pPr algn="just"/>
            <a:r>
              <a:rPr lang="en-US" sz="1000" b="1"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a:p>
            <a:pPr algn="just"/>
            <a:endParaRPr lang="en-US" sz="1000" b="1" dirty="0">
              <a:solidFill>
                <a:schemeClr val="tx1">
                  <a:lumMod val="50000"/>
                  <a:lumOff val="50000"/>
                </a:schemeClr>
              </a:solidFill>
            </a:endParaRPr>
          </a:p>
          <a:p>
            <a:pPr algn="just"/>
            <a:r>
              <a:rPr lang="en-US" sz="1000" b="1" dirty="0">
                <a:solidFill>
                  <a:schemeClr val="tx1">
                    <a:lumMod val="50000"/>
                    <a:lumOff val="50000"/>
                  </a:schemeClr>
                </a:solidFill>
              </a:rPr>
              <a:t>It uses a dictionary of over 200 Latin words, combined with a handful of model sentence structures, to generate Lorem Ipsum which looks reasonable. The generated Lorem Ipsum is therefore always free from repetition, injected humour, or non-characteristic words etc.</a:t>
            </a:r>
          </a:p>
          <a:p>
            <a:pPr algn="just"/>
            <a:endParaRPr lang="en-US" sz="1000" b="1" dirty="0">
              <a:solidFill>
                <a:schemeClr val="tx1">
                  <a:lumMod val="50000"/>
                  <a:lumOff val="50000"/>
                </a:schemeClr>
              </a:solidFill>
            </a:endParaRPr>
          </a:p>
          <a:p>
            <a:pPr algn="just"/>
            <a:r>
              <a:rPr lang="en-US" sz="1000" b="1" i="1"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a:t>
            </a:r>
          </a:p>
          <a:p>
            <a:pPr algn="just"/>
            <a:br>
              <a:rPr lang="en-US" sz="1000" b="1" i="1" dirty="0">
                <a:solidFill>
                  <a:schemeClr val="tx1">
                    <a:lumMod val="50000"/>
                    <a:lumOff val="50000"/>
                  </a:schemeClr>
                </a:solidFill>
              </a:rPr>
            </a:br>
            <a:r>
              <a:rPr lang="en-US" sz="1000" b="1"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b="1" dirty="0">
              <a:solidFill>
                <a:schemeClr val="tx1">
                  <a:lumMod val="50000"/>
                  <a:lumOff val="50000"/>
                </a:schemeClr>
              </a:solidFill>
            </a:endParaRPr>
          </a:p>
          <a:p>
            <a:pPr algn="just"/>
            <a:r>
              <a:rPr lang="en-US" sz="1000" b="1"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br>
              <a:rPr lang="en-US" sz="1000" b="1" i="1" dirty="0">
                <a:solidFill>
                  <a:schemeClr val="tx1">
                    <a:lumMod val="50000"/>
                    <a:lumOff val="50000"/>
                  </a:schemeClr>
                </a:solidFill>
              </a:rPr>
            </a:br>
            <a:br>
              <a:rPr lang="en-US" sz="1000" b="1" i="1" dirty="0">
                <a:solidFill>
                  <a:schemeClr val="tx1">
                    <a:lumMod val="50000"/>
                    <a:lumOff val="50000"/>
                  </a:schemeClr>
                </a:solidFill>
              </a:rPr>
            </a:br>
            <a:r>
              <a:rPr lang="en-US" sz="1000" b="1"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anim calcmode="lin" valueType="num">
                                      <p:cBhvr>
                                        <p:cTn id="8" dur="500" fill="hold"/>
                                        <p:tgtEl>
                                          <p:spTgt spid="20"/>
                                        </p:tgtEl>
                                        <p:attrNameLst>
                                          <p:attrName>ppt_x</p:attrName>
                                        </p:attrNameLst>
                                      </p:cBhvr>
                                      <p:tavLst>
                                        <p:tav tm="0">
                                          <p:val>
                                            <p:strVal val="#ppt_x"/>
                                          </p:val>
                                        </p:tav>
                                        <p:tav tm="100000">
                                          <p:val>
                                            <p:strVal val="#ppt_x"/>
                                          </p:val>
                                        </p:tav>
                                      </p:tavLst>
                                    </p:anim>
                                    <p:anim calcmode="lin" valueType="num">
                                      <p:cBhvr>
                                        <p:cTn id="9" dur="500" fill="hold"/>
                                        <p:tgtEl>
                                          <p:spTgt spid="2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Two Column Text Slid</a:t>
            </a:r>
            <a:endParaRPr lang="en-US" dirty="0"/>
          </a:p>
        </p:txBody>
      </p:sp>
      <p:sp>
        <p:nvSpPr>
          <p:cNvPr id="12" name="Text Placeholder 11"/>
          <p:cNvSpPr>
            <a:spLocks noGrp="1"/>
          </p:cNvSpPr>
          <p:nvPr>
            <p:ph type="body" sz="half" idx="2"/>
          </p:nvPr>
        </p:nvSpPr>
        <p:spPr/>
        <p:txBody>
          <a:bodyPr/>
          <a:lstStyle/>
          <a:p>
            <a:r>
              <a:rPr lang="en-US"/>
              <a:t>Two Column Text Slid</a:t>
            </a:r>
            <a:endParaRPr lang="en-US" dirty="0"/>
          </a:p>
        </p:txBody>
      </p:sp>
      <p:sp>
        <p:nvSpPr>
          <p:cNvPr id="11" name="Slide Number Placeholder 10"/>
          <p:cNvSpPr>
            <a:spLocks noGrp="1"/>
          </p:cNvSpPr>
          <p:nvPr>
            <p:ph type="sldNum" sz="quarter" idx="12"/>
          </p:nvPr>
        </p:nvSpPr>
        <p:spPr/>
        <p:txBody>
          <a:bodyPr/>
          <a:lstStyle/>
          <a:p>
            <a:fld id="{C136B7D2-B98C-44FD-8D04-7EC62A564975}" type="slidenum">
              <a:rPr lang="en-US" smtClean="0"/>
              <a:pPr/>
              <a:t>39</a:t>
            </a:fld>
            <a:endParaRPr lang="en-US" dirty="0"/>
          </a:p>
        </p:txBody>
      </p:sp>
      <p:sp>
        <p:nvSpPr>
          <p:cNvPr id="20" name="Text Placeholder 8"/>
          <p:cNvSpPr txBox="1">
            <a:spLocks/>
          </p:cNvSpPr>
          <p:nvPr/>
        </p:nvSpPr>
        <p:spPr>
          <a:xfrm>
            <a:off x="666668" y="948474"/>
            <a:ext cx="3685064" cy="200746"/>
          </a:xfrm>
          <a:prstGeom prst="rect">
            <a:avLst/>
          </a:prstGeom>
        </p:spPr>
        <p:txBody>
          <a:bodyPr lIns="0" tIns="0" rIns="0" bIns="0" anchor="ct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400" b="1" i="0" u="none" strike="noStrike" kern="1200" cap="none" spc="0" normalizeH="0" baseline="0" noProof="0" dirty="0">
                <a:ln>
                  <a:noFill/>
                </a:ln>
                <a:solidFill>
                  <a:schemeClr val="accent1"/>
                </a:solidFill>
                <a:effectLst/>
                <a:uLnTx/>
                <a:uFillTx/>
                <a:latin typeface="+mj-lt"/>
                <a:ea typeface="+mn-ea"/>
                <a:cs typeface="+mn-cs"/>
              </a:rPr>
              <a:t>Two Column Text Slid</a:t>
            </a:r>
          </a:p>
        </p:txBody>
      </p:sp>
      <p:sp>
        <p:nvSpPr>
          <p:cNvPr id="22" name="TextBox 21"/>
          <p:cNvSpPr txBox="1"/>
          <p:nvPr/>
        </p:nvSpPr>
        <p:spPr>
          <a:xfrm>
            <a:off x="666668" y="1182711"/>
            <a:ext cx="3685064" cy="3693319"/>
          </a:xfrm>
          <a:prstGeom prst="rect">
            <a:avLst/>
          </a:prstGeom>
          <a:noFill/>
        </p:spPr>
        <p:txBody>
          <a:bodyPr wrap="square" lIns="0" tIns="0" rIns="0" bIns="0" rtlCol="0">
            <a:spAutoFit/>
          </a:bodyPr>
          <a:lstStyle/>
          <a:p>
            <a:pPr algn="just"/>
            <a:r>
              <a:rPr lang="en-US" sz="1000"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a:p>
            <a:pPr algn="just"/>
            <a:endParaRPr lang="en-US" sz="1000" dirty="0">
              <a:solidFill>
                <a:schemeClr val="tx1">
                  <a:lumMod val="50000"/>
                  <a:lumOff val="50000"/>
                </a:schemeClr>
              </a:solidFill>
            </a:endParaRPr>
          </a:p>
          <a:p>
            <a:pPr algn="just"/>
            <a:r>
              <a:rPr lang="en-US" sz="1000" dirty="0">
                <a:solidFill>
                  <a:schemeClr val="tx1">
                    <a:lumMod val="50000"/>
                    <a:lumOff val="50000"/>
                  </a:schemeClr>
                </a:solidFill>
              </a:rPr>
              <a:t>It uses a dictionary of over 200 Latin words, combined with a handful of model sentence structures, to generate Lorem Ipsum which looks reasonable. The generated Lorem Ipsum is therefore always free from repetition, injected humour, or non-characteristic words etc.</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a:t>
            </a:r>
          </a:p>
          <a:p>
            <a:pPr algn="just"/>
            <a:endParaRPr lang="en-US" sz="1000" dirty="0">
              <a:solidFill>
                <a:schemeClr val="tx1">
                  <a:lumMod val="50000"/>
                  <a:lumOff val="50000"/>
                </a:schemeClr>
              </a:solidFill>
            </a:endParaRPr>
          </a:p>
        </p:txBody>
      </p:sp>
      <p:sp>
        <p:nvSpPr>
          <p:cNvPr id="23" name="Text Placeholder 8"/>
          <p:cNvSpPr txBox="1">
            <a:spLocks/>
          </p:cNvSpPr>
          <p:nvPr/>
        </p:nvSpPr>
        <p:spPr>
          <a:xfrm>
            <a:off x="4786868" y="948474"/>
            <a:ext cx="3685064" cy="200746"/>
          </a:xfrm>
          <a:prstGeom prst="rect">
            <a:avLst/>
          </a:prstGeom>
        </p:spPr>
        <p:txBody>
          <a:bodyPr lIns="0" tIns="0" rIns="0" bIns="0" anchor="ct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400" b="1" i="0" u="none" strike="noStrike" kern="1200" cap="none" spc="0" normalizeH="0" baseline="0" noProof="0" dirty="0">
                <a:ln>
                  <a:noFill/>
                </a:ln>
                <a:solidFill>
                  <a:schemeClr val="accent3"/>
                </a:solidFill>
                <a:effectLst/>
                <a:uLnTx/>
                <a:uFillTx/>
                <a:latin typeface="+mj-lt"/>
                <a:ea typeface="+mn-ea"/>
                <a:cs typeface="+mn-cs"/>
              </a:rPr>
              <a:t>Two Column Text Slid</a:t>
            </a:r>
          </a:p>
        </p:txBody>
      </p:sp>
      <p:sp>
        <p:nvSpPr>
          <p:cNvPr id="9" name="TextBox 8"/>
          <p:cNvSpPr txBox="1"/>
          <p:nvPr/>
        </p:nvSpPr>
        <p:spPr>
          <a:xfrm>
            <a:off x="4786868" y="1237066"/>
            <a:ext cx="3685064" cy="3539430"/>
          </a:xfrm>
          <a:prstGeom prst="rect">
            <a:avLst/>
          </a:prstGeom>
          <a:noFill/>
        </p:spPr>
        <p:txBody>
          <a:bodyPr wrap="square" lIns="0" tIns="0" rIns="0" bIns="0" rtlCol="0">
            <a:spAutoFit/>
          </a:bodyPr>
          <a:lstStyle/>
          <a:p>
            <a:pPr algn="just"/>
            <a:r>
              <a:rPr lang="en-US" sz="1000"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a:p>
            <a:pPr algn="just"/>
            <a:endParaRPr lang="en-US" sz="1000" dirty="0">
              <a:solidFill>
                <a:schemeClr val="tx1">
                  <a:lumMod val="50000"/>
                  <a:lumOff val="50000"/>
                </a:schemeClr>
              </a:solidFill>
            </a:endParaRPr>
          </a:p>
          <a:p>
            <a:pPr algn="just"/>
            <a:r>
              <a:rPr lang="en-US" sz="1000" dirty="0">
                <a:solidFill>
                  <a:schemeClr val="tx1">
                    <a:lumMod val="50000"/>
                    <a:lumOff val="50000"/>
                  </a:schemeClr>
                </a:solidFill>
              </a:rPr>
              <a:t>It uses a dictionary of over 200 Latin words, combined with a handful of model sentence structures, to generate Lorem Ipsum which looks reasonable. The generated Lorem Ipsum is therefore always free from repetition, injected humour, or non-characteristic words etc.</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anim calcmode="lin" valueType="num">
                                      <p:cBhvr>
                                        <p:cTn id="8" dur="500" fill="hold"/>
                                        <p:tgtEl>
                                          <p:spTgt spid="20"/>
                                        </p:tgtEl>
                                        <p:attrNameLst>
                                          <p:attrName>ppt_x</p:attrName>
                                        </p:attrNameLst>
                                      </p:cBhvr>
                                      <p:tavLst>
                                        <p:tav tm="0">
                                          <p:val>
                                            <p:strVal val="#ppt_x"/>
                                          </p:val>
                                        </p:tav>
                                        <p:tav tm="100000">
                                          <p:val>
                                            <p:strVal val="#ppt_x"/>
                                          </p:val>
                                        </p:tav>
                                      </p:tavLst>
                                    </p:anim>
                                    <p:anim calcmode="lin" valueType="num">
                                      <p:cBhvr>
                                        <p:cTn id="9" dur="500" fill="hold"/>
                                        <p:tgtEl>
                                          <p:spTgt spid="2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1000"/>
                                        <p:tgtEl>
                                          <p:spTgt spid="22"/>
                                        </p:tgtEl>
                                      </p:cBhvr>
                                    </p:animEffect>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anim calcmode="lin" valueType="num">
                                      <p:cBhvr>
                                        <p:cTn id="18" dur="500" fill="hold"/>
                                        <p:tgtEl>
                                          <p:spTgt spid="23"/>
                                        </p:tgtEl>
                                        <p:attrNameLst>
                                          <p:attrName>ppt_x</p:attrName>
                                        </p:attrNameLst>
                                      </p:cBhvr>
                                      <p:tavLst>
                                        <p:tav tm="0">
                                          <p:val>
                                            <p:strVal val="#ppt_x"/>
                                          </p:val>
                                        </p:tav>
                                        <p:tav tm="100000">
                                          <p:val>
                                            <p:strVal val="#ppt_x"/>
                                          </p:val>
                                        </p:tav>
                                      </p:tavLst>
                                    </p:anim>
                                    <p:anim calcmode="lin" valueType="num">
                                      <p:cBhvr>
                                        <p:cTn id="19" dur="500" fill="hold"/>
                                        <p:tgtEl>
                                          <p:spTgt spid="2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9"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p:cNvSpPr>
            <a:spLocks noGrp="1"/>
          </p:cNvSpPr>
          <p:nvPr>
            <p:ph type="title"/>
          </p:nvPr>
        </p:nvSpPr>
        <p:spPr/>
        <p:txBody>
          <a:bodyPr/>
          <a:lstStyle/>
          <a:p>
            <a:r>
              <a:rPr lang="en-US"/>
              <a:t>Three Column Text Slid</a:t>
            </a:r>
            <a:endParaRPr lang="en-US" dirty="0"/>
          </a:p>
        </p:txBody>
      </p:sp>
      <p:sp>
        <p:nvSpPr>
          <p:cNvPr id="12" name="Text Placeholder 11"/>
          <p:cNvSpPr>
            <a:spLocks noGrp="1"/>
          </p:cNvSpPr>
          <p:nvPr>
            <p:ph type="body" sz="half" idx="2"/>
          </p:nvPr>
        </p:nvSpPr>
        <p:spPr/>
        <p:txBody>
          <a:bodyPr/>
          <a:lstStyle/>
          <a:p>
            <a:r>
              <a:rPr lang="en-US"/>
              <a:t>Three Column Text Slid</a:t>
            </a:r>
            <a:endParaRPr lang="en-US" dirty="0"/>
          </a:p>
        </p:txBody>
      </p:sp>
      <p:sp>
        <p:nvSpPr>
          <p:cNvPr id="10" name="Slide Number Placeholder 9"/>
          <p:cNvSpPr>
            <a:spLocks noGrp="1"/>
          </p:cNvSpPr>
          <p:nvPr>
            <p:ph type="sldNum" sz="quarter" idx="12"/>
          </p:nvPr>
        </p:nvSpPr>
        <p:spPr/>
        <p:txBody>
          <a:bodyPr/>
          <a:lstStyle/>
          <a:p>
            <a:fld id="{C136B7D2-B98C-44FD-8D04-7EC62A564975}" type="slidenum">
              <a:rPr lang="en-US" smtClean="0"/>
              <a:pPr/>
              <a:t>40</a:t>
            </a:fld>
            <a:endParaRPr lang="en-US" dirty="0"/>
          </a:p>
        </p:txBody>
      </p:sp>
      <p:sp>
        <p:nvSpPr>
          <p:cNvPr id="18" name="Text Placeholder 8"/>
          <p:cNvSpPr txBox="1">
            <a:spLocks/>
          </p:cNvSpPr>
          <p:nvPr/>
        </p:nvSpPr>
        <p:spPr>
          <a:xfrm>
            <a:off x="666668" y="974448"/>
            <a:ext cx="2465157" cy="200746"/>
          </a:xfrm>
          <a:prstGeom prst="rect">
            <a:avLst/>
          </a:prstGeom>
        </p:spPr>
        <p:txBody>
          <a:bodyPr lIns="0" tIns="0" rIns="0" bIns="0" anchor="ct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400" b="1" i="0" u="none" strike="noStrike" kern="1200" cap="none" spc="0" normalizeH="0" baseline="0" noProof="0" dirty="0">
                <a:ln>
                  <a:noFill/>
                </a:ln>
                <a:solidFill>
                  <a:schemeClr val="accent1"/>
                </a:solidFill>
                <a:effectLst/>
                <a:uLnTx/>
                <a:uFillTx/>
                <a:latin typeface="+mj-lt"/>
                <a:ea typeface="+mn-ea"/>
                <a:cs typeface="+mn-cs"/>
              </a:rPr>
              <a:t>Three Column Text Slid</a:t>
            </a:r>
          </a:p>
        </p:txBody>
      </p:sp>
      <p:sp>
        <p:nvSpPr>
          <p:cNvPr id="19" name="TextBox 18"/>
          <p:cNvSpPr txBox="1"/>
          <p:nvPr/>
        </p:nvSpPr>
        <p:spPr>
          <a:xfrm>
            <a:off x="666668" y="1208685"/>
            <a:ext cx="2465157" cy="3539430"/>
          </a:xfrm>
          <a:prstGeom prst="rect">
            <a:avLst/>
          </a:prstGeom>
          <a:noFill/>
        </p:spPr>
        <p:txBody>
          <a:bodyPr wrap="square" lIns="0" tIns="0" rIns="0" bIns="0" rtlCol="0">
            <a:spAutoFit/>
          </a:bodyPr>
          <a:lstStyle/>
          <a:p>
            <a:pPr algn="just"/>
            <a:r>
              <a:rPr lang="en-US" sz="1000"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a:p>
            <a:pPr algn="just"/>
            <a:endParaRPr lang="en-US" sz="1000" dirty="0">
              <a:solidFill>
                <a:schemeClr val="tx1">
                  <a:lumMod val="50000"/>
                  <a:lumOff val="50000"/>
                </a:schemeClr>
              </a:solidFill>
            </a:endParaRPr>
          </a:p>
          <a:p>
            <a:pPr algn="just"/>
            <a:r>
              <a:rPr lang="en-US" sz="1000" dirty="0">
                <a:solidFill>
                  <a:schemeClr val="tx1">
                    <a:lumMod val="50000"/>
                    <a:lumOff val="50000"/>
                  </a:schemeClr>
                </a:solidFill>
              </a:rPr>
              <a:t>It uses a dictionary of over 200 Latin words, combined with a handful of model sentence structures, to generate Lorem Ipsum which looks reasonable. The generated Lorem Ipsum is therefore always free from.</a:t>
            </a:r>
          </a:p>
        </p:txBody>
      </p:sp>
      <p:sp>
        <p:nvSpPr>
          <p:cNvPr id="22" name="Text Placeholder 8"/>
          <p:cNvSpPr txBox="1">
            <a:spLocks/>
          </p:cNvSpPr>
          <p:nvPr/>
        </p:nvSpPr>
        <p:spPr>
          <a:xfrm>
            <a:off x="3352093" y="974448"/>
            <a:ext cx="2465157" cy="200746"/>
          </a:xfrm>
          <a:prstGeom prst="rect">
            <a:avLst/>
          </a:prstGeom>
        </p:spPr>
        <p:txBody>
          <a:bodyPr lIns="0" tIns="0" rIns="0" bIns="0" anchor="ct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400" b="1" i="0" u="none" strike="noStrike" kern="1200" cap="none" spc="0" normalizeH="0" baseline="0" noProof="0" dirty="0">
                <a:ln>
                  <a:noFill/>
                </a:ln>
                <a:solidFill>
                  <a:schemeClr val="accent2"/>
                </a:solidFill>
                <a:effectLst/>
                <a:uLnTx/>
                <a:uFillTx/>
                <a:latin typeface="+mj-lt"/>
                <a:ea typeface="+mn-ea"/>
                <a:cs typeface="+mn-cs"/>
              </a:rPr>
              <a:t>Three Column Text Slid</a:t>
            </a:r>
          </a:p>
        </p:txBody>
      </p:sp>
      <p:sp>
        <p:nvSpPr>
          <p:cNvPr id="23" name="TextBox 22"/>
          <p:cNvSpPr txBox="1"/>
          <p:nvPr/>
        </p:nvSpPr>
        <p:spPr>
          <a:xfrm>
            <a:off x="3352093" y="1208686"/>
            <a:ext cx="2465157" cy="3539430"/>
          </a:xfrm>
          <a:prstGeom prst="rect">
            <a:avLst/>
          </a:prstGeom>
          <a:noFill/>
        </p:spPr>
        <p:txBody>
          <a:bodyPr wrap="square" lIns="0" tIns="0" rIns="0" bIns="0" rtlCol="0">
            <a:spAutoFit/>
          </a:bodyPr>
          <a:lstStyle/>
          <a:p>
            <a:pPr algn="just"/>
            <a:r>
              <a:rPr lang="en-US" sz="1000"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a:p>
            <a:pPr algn="just"/>
            <a:endParaRPr lang="en-US" sz="1000" dirty="0">
              <a:solidFill>
                <a:schemeClr val="tx1">
                  <a:lumMod val="50000"/>
                  <a:lumOff val="50000"/>
                </a:schemeClr>
              </a:solidFill>
            </a:endParaRPr>
          </a:p>
          <a:p>
            <a:pPr algn="just"/>
            <a:r>
              <a:rPr lang="en-US" sz="1000" dirty="0">
                <a:solidFill>
                  <a:schemeClr val="tx1">
                    <a:lumMod val="50000"/>
                    <a:lumOff val="50000"/>
                  </a:schemeClr>
                </a:solidFill>
              </a:rPr>
              <a:t>It uses a dictionary of over 200 Latin words, combined with a handful of model sentence structures, to generate Lorem Ipsum which looks reasonable. The generated Lorem Ipsum is therefore always free from.</a:t>
            </a:r>
          </a:p>
        </p:txBody>
      </p:sp>
      <p:sp>
        <p:nvSpPr>
          <p:cNvPr id="24" name="Text Placeholder 8"/>
          <p:cNvSpPr txBox="1">
            <a:spLocks/>
          </p:cNvSpPr>
          <p:nvPr/>
        </p:nvSpPr>
        <p:spPr>
          <a:xfrm>
            <a:off x="6012175" y="974448"/>
            <a:ext cx="2465157" cy="200746"/>
          </a:xfrm>
          <a:prstGeom prst="rect">
            <a:avLst/>
          </a:prstGeom>
        </p:spPr>
        <p:txBody>
          <a:bodyPr lIns="0" tIns="0" rIns="0" bIns="0" anchor="ct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400" b="1" i="0" u="none" strike="noStrike" kern="1200" cap="none" spc="0" normalizeH="0" baseline="0" noProof="0" dirty="0">
                <a:ln>
                  <a:noFill/>
                </a:ln>
                <a:solidFill>
                  <a:schemeClr val="accent3"/>
                </a:solidFill>
                <a:effectLst/>
                <a:uLnTx/>
                <a:uFillTx/>
                <a:latin typeface="+mj-lt"/>
                <a:ea typeface="+mn-ea"/>
                <a:cs typeface="+mn-cs"/>
              </a:rPr>
              <a:t>Three Column Text Slid</a:t>
            </a:r>
          </a:p>
        </p:txBody>
      </p:sp>
      <p:sp>
        <p:nvSpPr>
          <p:cNvPr id="25" name="TextBox 24"/>
          <p:cNvSpPr txBox="1"/>
          <p:nvPr/>
        </p:nvSpPr>
        <p:spPr>
          <a:xfrm>
            <a:off x="6012175" y="1208685"/>
            <a:ext cx="2465157" cy="3539430"/>
          </a:xfrm>
          <a:prstGeom prst="rect">
            <a:avLst/>
          </a:prstGeom>
          <a:noFill/>
        </p:spPr>
        <p:txBody>
          <a:bodyPr wrap="square" lIns="0" tIns="0" rIns="0" bIns="0" rtlCol="0">
            <a:spAutoFit/>
          </a:bodyPr>
          <a:lstStyle/>
          <a:p>
            <a:pPr algn="just"/>
            <a:r>
              <a:rPr lang="en-US" sz="1000" dirty="0">
                <a:solidFill>
                  <a:schemeClr val="tx1">
                    <a:lumMod val="50000"/>
                    <a:lumOff val="50000"/>
                  </a:schemeClr>
                </a:solidFill>
              </a:rPr>
              <a:t>There are many variations of passages of lorem ipsum available, but the majority have suffered alteration in some form, by injected humour, or randomized words which don't look even slightly believable. If you are going to use A passage of lorem ipsum, you need to be sure there isn't anything embarrassing hidden in the middle of text. All the lorem ipsum generators.</a:t>
            </a:r>
          </a:p>
          <a:p>
            <a:pPr algn="just"/>
            <a:endParaRPr lang="en-US" sz="1000" dirty="0">
              <a:solidFill>
                <a:schemeClr val="tx1">
                  <a:lumMod val="50000"/>
                  <a:lumOff val="50000"/>
                </a:schemeClr>
              </a:solidFill>
            </a:endParaRPr>
          </a:p>
          <a:p>
            <a:pPr algn="just"/>
            <a:r>
              <a:rPr lang="en-US" sz="1000" i="1" dirty="0">
                <a:solidFill>
                  <a:schemeClr val="tx1">
                    <a:lumMod val="50000"/>
                    <a:lumOff val="50000"/>
                  </a:schemeClr>
                </a:solidFill>
              </a:rPr>
              <a:t>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a:p>
            <a:pPr algn="just"/>
            <a:endParaRPr lang="en-US" sz="1000" dirty="0">
              <a:solidFill>
                <a:schemeClr val="tx1">
                  <a:lumMod val="50000"/>
                  <a:lumOff val="50000"/>
                </a:schemeClr>
              </a:solidFill>
            </a:endParaRPr>
          </a:p>
          <a:p>
            <a:pPr algn="just"/>
            <a:r>
              <a:rPr lang="en-US" sz="1000" dirty="0">
                <a:solidFill>
                  <a:schemeClr val="tx1">
                    <a:lumMod val="50000"/>
                    <a:lumOff val="50000"/>
                  </a:schemeClr>
                </a:solidFill>
              </a:rPr>
              <a:t>It uses a dictionary of over 200 Latin words, combined with a handful of model sentence structures, to generate Lorem Ipsum which looks reasonable. The generated Lorem Ipsum is therefore always free from .</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anim calcmode="lin" valueType="num">
                                      <p:cBhvr>
                                        <p:cTn id="8" dur="500" fill="hold"/>
                                        <p:tgtEl>
                                          <p:spTgt spid="18"/>
                                        </p:tgtEl>
                                        <p:attrNameLst>
                                          <p:attrName>ppt_x</p:attrName>
                                        </p:attrNameLst>
                                      </p:cBhvr>
                                      <p:tavLst>
                                        <p:tav tm="0">
                                          <p:val>
                                            <p:strVal val="#ppt_x"/>
                                          </p:val>
                                        </p:tav>
                                        <p:tav tm="100000">
                                          <p:val>
                                            <p:strVal val="#ppt_x"/>
                                          </p:val>
                                        </p:tav>
                                      </p:tavLst>
                                    </p:anim>
                                    <p:anim calcmode="lin" valueType="num">
                                      <p:cBhvr>
                                        <p:cTn id="9" dur="500" fill="hold"/>
                                        <p:tgtEl>
                                          <p:spTgt spid="1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1000"/>
                                        <p:tgtEl>
                                          <p:spTgt spid="19"/>
                                        </p:tgtEl>
                                      </p:cBhvr>
                                    </p:animEffect>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anim calcmode="lin" valueType="num">
                                      <p:cBhvr>
                                        <p:cTn id="18" dur="500" fill="hold"/>
                                        <p:tgtEl>
                                          <p:spTgt spid="22"/>
                                        </p:tgtEl>
                                        <p:attrNameLst>
                                          <p:attrName>ppt_x</p:attrName>
                                        </p:attrNameLst>
                                      </p:cBhvr>
                                      <p:tavLst>
                                        <p:tav tm="0">
                                          <p:val>
                                            <p:strVal val="#ppt_x"/>
                                          </p:val>
                                        </p:tav>
                                        <p:tav tm="100000">
                                          <p:val>
                                            <p:strVal val="#ppt_x"/>
                                          </p:val>
                                        </p:tav>
                                      </p:tavLst>
                                    </p:anim>
                                    <p:anim calcmode="lin" valueType="num">
                                      <p:cBhvr>
                                        <p:cTn id="19" dur="500" fill="hold"/>
                                        <p:tgtEl>
                                          <p:spTgt spid="22"/>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1000"/>
                                        <p:tgtEl>
                                          <p:spTgt spid="23"/>
                                        </p:tgtEl>
                                      </p:cBhvr>
                                    </p:animEffect>
                                  </p:childTnLst>
                                </p:cTn>
                              </p:par>
                            </p:childTnLst>
                          </p:cTn>
                        </p:par>
                        <p:par>
                          <p:cTn id="24" fill="hold">
                            <p:stCondLst>
                              <p:cond delay="3000"/>
                            </p:stCondLst>
                            <p:childTnLst>
                              <p:par>
                                <p:cTn id="25" presetID="42" presetClass="entr" presetSubtype="0"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anim calcmode="lin" valueType="num">
                                      <p:cBhvr>
                                        <p:cTn id="28" dur="500" fill="hold"/>
                                        <p:tgtEl>
                                          <p:spTgt spid="24"/>
                                        </p:tgtEl>
                                        <p:attrNameLst>
                                          <p:attrName>ppt_x</p:attrName>
                                        </p:attrNameLst>
                                      </p:cBhvr>
                                      <p:tavLst>
                                        <p:tav tm="0">
                                          <p:val>
                                            <p:strVal val="#ppt_x"/>
                                          </p:val>
                                        </p:tav>
                                        <p:tav tm="100000">
                                          <p:val>
                                            <p:strVal val="#ppt_x"/>
                                          </p:val>
                                        </p:tav>
                                      </p:tavLst>
                                    </p:anim>
                                    <p:anim calcmode="lin" valueType="num">
                                      <p:cBhvr>
                                        <p:cTn id="29" dur="500" fill="hold"/>
                                        <p:tgtEl>
                                          <p:spTgt spid="24"/>
                                        </p:tgtEl>
                                        <p:attrNameLst>
                                          <p:attrName>ppt_y</p:attrName>
                                        </p:attrNameLst>
                                      </p:cBhvr>
                                      <p:tavLst>
                                        <p:tav tm="0">
                                          <p:val>
                                            <p:strVal val="#ppt_y+.1"/>
                                          </p:val>
                                        </p:tav>
                                        <p:tav tm="100000">
                                          <p:val>
                                            <p:strVal val="#ppt_y"/>
                                          </p:val>
                                        </p:tav>
                                      </p:tavLst>
                                    </p:anim>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2" grpId="0"/>
      <p:bldP spid="23" grpId="0"/>
      <p:bldP spid="24" grpId="0"/>
      <p:bldP spid="25"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Text List Slide</a:t>
            </a:r>
            <a:endParaRPr lang="en-US" dirty="0"/>
          </a:p>
        </p:txBody>
      </p:sp>
      <p:sp>
        <p:nvSpPr>
          <p:cNvPr id="8" name="Text Placeholder 7"/>
          <p:cNvSpPr>
            <a:spLocks noGrp="1"/>
          </p:cNvSpPr>
          <p:nvPr>
            <p:ph type="body" sz="half" idx="2"/>
          </p:nvPr>
        </p:nvSpPr>
        <p:spPr/>
        <p:txBody>
          <a:bodyPr/>
          <a:lstStyle/>
          <a:p>
            <a:r>
              <a:rPr lang="en-US"/>
              <a:t>Text List Slide</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41</a:t>
            </a:fld>
            <a:endParaRPr lang="en-US" dirty="0"/>
          </a:p>
        </p:txBody>
      </p:sp>
      <p:grpSp>
        <p:nvGrpSpPr>
          <p:cNvPr id="2" name="Group 32"/>
          <p:cNvGrpSpPr/>
          <p:nvPr/>
        </p:nvGrpSpPr>
        <p:grpSpPr>
          <a:xfrm>
            <a:off x="741363" y="1204570"/>
            <a:ext cx="2189066" cy="835255"/>
            <a:chOff x="741363" y="1319784"/>
            <a:chExt cx="2189066" cy="835255"/>
          </a:xfrm>
        </p:grpSpPr>
        <p:sp>
          <p:nvSpPr>
            <p:cNvPr id="63" name="Text Placeholder 3"/>
            <p:cNvSpPr txBox="1">
              <a:spLocks/>
            </p:cNvSpPr>
            <p:nvPr/>
          </p:nvSpPr>
          <p:spPr>
            <a:xfrm>
              <a:off x="741363" y="1319784"/>
              <a:ext cx="82875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64"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32" name="Straight Connector 31"/>
          <p:cNvCxnSpPr/>
          <p:nvPr/>
        </p:nvCxnSpPr>
        <p:spPr>
          <a:xfrm>
            <a:off x="3131825" y="1189182"/>
            <a:ext cx="0" cy="850643"/>
          </a:xfrm>
          <a:prstGeom prst="line">
            <a:avLst/>
          </a:prstGeom>
          <a:ln w="1270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 name="Group 33"/>
          <p:cNvGrpSpPr/>
          <p:nvPr/>
        </p:nvGrpSpPr>
        <p:grpSpPr>
          <a:xfrm>
            <a:off x="3391285" y="1219959"/>
            <a:ext cx="2189066" cy="819866"/>
            <a:chOff x="741363" y="1335173"/>
            <a:chExt cx="2189066" cy="819866"/>
          </a:xfrm>
        </p:grpSpPr>
        <p:sp>
          <p:nvSpPr>
            <p:cNvPr id="35" name="Text Placeholder 3"/>
            <p:cNvSpPr txBox="1">
              <a:spLocks/>
            </p:cNvSpPr>
            <p:nvPr/>
          </p:nvSpPr>
          <p:spPr>
            <a:xfrm>
              <a:off x="741363" y="1335173"/>
              <a:ext cx="107721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NUMBER TWO</a:t>
              </a:r>
            </a:p>
          </p:txBody>
        </p:sp>
        <p:sp>
          <p:nvSpPr>
            <p:cNvPr id="36"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37" name="Straight Connector 36"/>
          <p:cNvCxnSpPr/>
          <p:nvPr/>
        </p:nvCxnSpPr>
        <p:spPr>
          <a:xfrm>
            <a:off x="5839354" y="1189182"/>
            <a:ext cx="0" cy="850643"/>
          </a:xfrm>
          <a:prstGeom prst="line">
            <a:avLst/>
          </a:prstGeom>
          <a:ln w="1270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 name="Group 37"/>
          <p:cNvGrpSpPr/>
          <p:nvPr/>
        </p:nvGrpSpPr>
        <p:grpSpPr>
          <a:xfrm>
            <a:off x="6172703" y="1219959"/>
            <a:ext cx="2189066" cy="819866"/>
            <a:chOff x="741363" y="1335173"/>
            <a:chExt cx="2189066" cy="819866"/>
          </a:xfrm>
        </p:grpSpPr>
        <p:sp>
          <p:nvSpPr>
            <p:cNvPr id="39" name="Text Placeholder 3"/>
            <p:cNvSpPr txBox="1">
              <a:spLocks/>
            </p:cNvSpPr>
            <p:nvPr/>
          </p:nvSpPr>
          <p:spPr>
            <a:xfrm>
              <a:off x="741363" y="1335173"/>
              <a:ext cx="123751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40"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grpSp>
        <p:nvGrpSpPr>
          <p:cNvPr id="5" name="Group 40"/>
          <p:cNvGrpSpPr/>
          <p:nvPr/>
        </p:nvGrpSpPr>
        <p:grpSpPr>
          <a:xfrm>
            <a:off x="741363" y="2717741"/>
            <a:ext cx="2189066" cy="819866"/>
            <a:chOff x="741363" y="1335173"/>
            <a:chExt cx="2189066" cy="819866"/>
          </a:xfrm>
        </p:grpSpPr>
        <p:sp>
          <p:nvSpPr>
            <p:cNvPr id="42" name="Text Placeholder 3"/>
            <p:cNvSpPr txBox="1">
              <a:spLocks/>
            </p:cNvSpPr>
            <p:nvPr/>
          </p:nvSpPr>
          <p:spPr>
            <a:xfrm>
              <a:off x="741363" y="1335173"/>
              <a:ext cx="1152560"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NUMBER FOUR</a:t>
              </a:r>
            </a:p>
          </p:txBody>
        </p:sp>
        <p:sp>
          <p:nvSpPr>
            <p:cNvPr id="43"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44" name="Straight Connector 43"/>
          <p:cNvCxnSpPr/>
          <p:nvPr/>
        </p:nvCxnSpPr>
        <p:spPr>
          <a:xfrm>
            <a:off x="3131825" y="2686964"/>
            <a:ext cx="0" cy="850643"/>
          </a:xfrm>
          <a:prstGeom prst="line">
            <a:avLst/>
          </a:prstGeom>
          <a:ln w="1270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6" name="Group 44"/>
          <p:cNvGrpSpPr/>
          <p:nvPr/>
        </p:nvGrpSpPr>
        <p:grpSpPr>
          <a:xfrm>
            <a:off x="3391285" y="2717741"/>
            <a:ext cx="2189066" cy="819866"/>
            <a:chOff x="741363" y="1335173"/>
            <a:chExt cx="2189066" cy="819866"/>
          </a:xfrm>
        </p:grpSpPr>
        <p:sp>
          <p:nvSpPr>
            <p:cNvPr id="46" name="Text Placeholder 3"/>
            <p:cNvSpPr txBox="1">
              <a:spLocks/>
            </p:cNvSpPr>
            <p:nvPr/>
          </p:nvSpPr>
          <p:spPr>
            <a:xfrm>
              <a:off x="741363" y="1335173"/>
              <a:ext cx="105958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NUMBER FIVE</a:t>
              </a:r>
            </a:p>
          </p:txBody>
        </p:sp>
        <p:sp>
          <p:nvSpPr>
            <p:cNvPr id="47"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48" name="Straight Connector 47"/>
          <p:cNvCxnSpPr/>
          <p:nvPr/>
        </p:nvCxnSpPr>
        <p:spPr>
          <a:xfrm>
            <a:off x="5839354" y="2686964"/>
            <a:ext cx="0" cy="850643"/>
          </a:xfrm>
          <a:prstGeom prst="line">
            <a:avLst/>
          </a:prstGeom>
          <a:ln w="1270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9" name="Group 48"/>
          <p:cNvGrpSpPr/>
          <p:nvPr/>
        </p:nvGrpSpPr>
        <p:grpSpPr>
          <a:xfrm>
            <a:off x="6172703" y="2717741"/>
            <a:ext cx="2189066" cy="819866"/>
            <a:chOff x="741363" y="1335173"/>
            <a:chExt cx="2189066" cy="819866"/>
          </a:xfrm>
        </p:grpSpPr>
        <p:sp>
          <p:nvSpPr>
            <p:cNvPr id="50" name="Text Placeholder 3"/>
            <p:cNvSpPr txBox="1">
              <a:spLocks/>
            </p:cNvSpPr>
            <p:nvPr/>
          </p:nvSpPr>
          <p:spPr>
            <a:xfrm>
              <a:off x="741363" y="1335173"/>
              <a:ext cx="96500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NUMBER SIX</a:t>
              </a:r>
            </a:p>
          </p:txBody>
        </p:sp>
        <p:sp>
          <p:nvSpPr>
            <p:cNvPr id="51"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52" name="Straight Connector 51"/>
          <p:cNvCxnSpPr/>
          <p:nvPr/>
        </p:nvCxnSpPr>
        <p:spPr>
          <a:xfrm>
            <a:off x="685800" y="2341322"/>
            <a:ext cx="7772400" cy="0"/>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30" name="Footer Text"/>
          <p:cNvSpPr txBox="1"/>
          <p:nvPr/>
        </p:nvSpPr>
        <p:spPr>
          <a:xfrm>
            <a:off x="692056" y="4140652"/>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31" name="Straight Line buttom"/>
          <p:cNvCxnSpPr/>
          <p:nvPr/>
        </p:nvCxnSpPr>
        <p:spPr>
          <a:xfrm>
            <a:off x="685800" y="4007201"/>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par>
                          <p:cTn id="8" fill="hold">
                            <p:stCondLst>
                              <p:cond delay="500"/>
                            </p:stCondLst>
                            <p:childTnLst>
                              <p:par>
                                <p:cTn id="9" presetID="18" presetClass="entr" presetSubtype="1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strips(downLeft)">
                                      <p:cBhvr>
                                        <p:cTn id="11" dur="500"/>
                                        <p:tgtEl>
                                          <p:spTgt spid="32"/>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slide(fromBottom)">
                                      <p:cBhvr>
                                        <p:cTn id="15" dur="500"/>
                                        <p:tgtEl>
                                          <p:spTgt spid="3"/>
                                        </p:tgtEl>
                                      </p:cBhvr>
                                    </p:animEffect>
                                  </p:childTnLst>
                                </p:cTn>
                              </p:par>
                            </p:childTnLst>
                          </p:cTn>
                        </p:par>
                        <p:par>
                          <p:cTn id="16" fill="hold">
                            <p:stCondLst>
                              <p:cond delay="1500"/>
                            </p:stCondLst>
                            <p:childTnLst>
                              <p:par>
                                <p:cTn id="17" presetID="18" presetClass="entr" presetSubtype="12" fill="hold" nodeType="after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strips(downLeft)">
                                      <p:cBhvr>
                                        <p:cTn id="19" dur="500"/>
                                        <p:tgtEl>
                                          <p:spTgt spid="37"/>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slide(fromBottom)">
                                      <p:cBhvr>
                                        <p:cTn id="23" dur="500"/>
                                        <p:tgtEl>
                                          <p:spTgt spid="4"/>
                                        </p:tgtEl>
                                      </p:cBhvr>
                                    </p:animEffect>
                                  </p:childTnLst>
                                </p:cTn>
                              </p:par>
                            </p:childTnLst>
                          </p:cTn>
                        </p:par>
                        <p:par>
                          <p:cTn id="24" fill="hold">
                            <p:stCondLst>
                              <p:cond delay="2500"/>
                            </p:stCondLst>
                            <p:childTnLst>
                              <p:par>
                                <p:cTn id="25" presetID="18" presetClass="entr" presetSubtype="3"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trips(upRight)">
                                      <p:cBhvr>
                                        <p:cTn id="27" dur="500"/>
                                        <p:tgtEl>
                                          <p:spTgt spid="52"/>
                                        </p:tgtEl>
                                      </p:cBhvr>
                                    </p:animEffect>
                                  </p:childTnLst>
                                </p:cTn>
                              </p:par>
                            </p:childTnLst>
                          </p:cTn>
                        </p:par>
                        <p:par>
                          <p:cTn id="28" fill="hold">
                            <p:stCondLst>
                              <p:cond delay="3000"/>
                            </p:stCondLst>
                            <p:childTnLst>
                              <p:par>
                                <p:cTn id="29" presetID="12" presetClass="entr" presetSubtype="4"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slide(fromBottom)">
                                      <p:cBhvr>
                                        <p:cTn id="31" dur="500"/>
                                        <p:tgtEl>
                                          <p:spTgt spid="5"/>
                                        </p:tgtEl>
                                      </p:cBhvr>
                                    </p:animEffect>
                                  </p:childTnLst>
                                </p:cTn>
                              </p:par>
                            </p:childTnLst>
                          </p:cTn>
                        </p:par>
                        <p:par>
                          <p:cTn id="32" fill="hold">
                            <p:stCondLst>
                              <p:cond delay="3500"/>
                            </p:stCondLst>
                            <p:childTnLst>
                              <p:par>
                                <p:cTn id="33" presetID="18" presetClass="entr" presetSubtype="12" fill="hold" nodeType="afterEffect">
                                  <p:stCondLst>
                                    <p:cond delay="0"/>
                                  </p:stCondLst>
                                  <p:childTnLst>
                                    <p:set>
                                      <p:cBhvr>
                                        <p:cTn id="34" dur="1" fill="hold">
                                          <p:stCondLst>
                                            <p:cond delay="0"/>
                                          </p:stCondLst>
                                        </p:cTn>
                                        <p:tgtEl>
                                          <p:spTgt spid="44"/>
                                        </p:tgtEl>
                                        <p:attrNameLst>
                                          <p:attrName>style.visibility</p:attrName>
                                        </p:attrNameLst>
                                      </p:cBhvr>
                                      <p:to>
                                        <p:strVal val="visible"/>
                                      </p:to>
                                    </p:set>
                                    <p:animEffect transition="in" filter="strips(downLeft)">
                                      <p:cBhvr>
                                        <p:cTn id="35" dur="500"/>
                                        <p:tgtEl>
                                          <p:spTgt spid="44"/>
                                        </p:tgtEl>
                                      </p:cBhvr>
                                    </p:animEffect>
                                  </p:childTnLst>
                                </p:cTn>
                              </p:par>
                            </p:childTnLst>
                          </p:cTn>
                        </p:par>
                        <p:par>
                          <p:cTn id="36" fill="hold">
                            <p:stCondLst>
                              <p:cond delay="4000"/>
                            </p:stCondLst>
                            <p:childTnLst>
                              <p:par>
                                <p:cTn id="37" presetID="12" presetClass="entr" presetSubtype="4"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slide(fromBottom)">
                                      <p:cBhvr>
                                        <p:cTn id="39" dur="500"/>
                                        <p:tgtEl>
                                          <p:spTgt spid="6"/>
                                        </p:tgtEl>
                                      </p:cBhvr>
                                    </p:animEffect>
                                  </p:childTnLst>
                                </p:cTn>
                              </p:par>
                            </p:childTnLst>
                          </p:cTn>
                        </p:par>
                        <p:par>
                          <p:cTn id="40" fill="hold">
                            <p:stCondLst>
                              <p:cond delay="4500"/>
                            </p:stCondLst>
                            <p:childTnLst>
                              <p:par>
                                <p:cTn id="41" presetID="18" presetClass="entr" presetSubtype="12" fill="hold" nodeType="afterEffect">
                                  <p:stCondLst>
                                    <p:cond delay="0"/>
                                  </p:stCondLst>
                                  <p:childTnLst>
                                    <p:set>
                                      <p:cBhvr>
                                        <p:cTn id="42" dur="1" fill="hold">
                                          <p:stCondLst>
                                            <p:cond delay="0"/>
                                          </p:stCondLst>
                                        </p:cTn>
                                        <p:tgtEl>
                                          <p:spTgt spid="48"/>
                                        </p:tgtEl>
                                        <p:attrNameLst>
                                          <p:attrName>style.visibility</p:attrName>
                                        </p:attrNameLst>
                                      </p:cBhvr>
                                      <p:to>
                                        <p:strVal val="visible"/>
                                      </p:to>
                                    </p:set>
                                    <p:animEffect transition="in" filter="strips(downLeft)">
                                      <p:cBhvr>
                                        <p:cTn id="43" dur="500"/>
                                        <p:tgtEl>
                                          <p:spTgt spid="48"/>
                                        </p:tgtEl>
                                      </p:cBhvr>
                                    </p:animEffect>
                                  </p:childTnLst>
                                </p:cTn>
                              </p:par>
                            </p:childTnLst>
                          </p:cTn>
                        </p:par>
                        <p:par>
                          <p:cTn id="44" fill="hold">
                            <p:stCondLst>
                              <p:cond delay="5000"/>
                            </p:stCondLst>
                            <p:childTnLst>
                              <p:par>
                                <p:cTn id="45" presetID="12" presetClass="entr" presetSubtype="4"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slide(fromBottom)">
                                      <p:cBhvr>
                                        <p:cTn id="47" dur="500"/>
                                        <p:tgtEl>
                                          <p:spTgt spid="9"/>
                                        </p:tgtEl>
                                      </p:cBhvr>
                                    </p:animEffect>
                                  </p:childTnLst>
                                </p:cTn>
                              </p:par>
                            </p:childTnLst>
                          </p:cTn>
                        </p:par>
                        <p:par>
                          <p:cTn id="48" fill="hold">
                            <p:stCondLst>
                              <p:cond delay="5500"/>
                            </p:stCondLst>
                            <p:childTnLst>
                              <p:par>
                                <p:cTn id="49" presetID="13" presetClass="entr" presetSubtype="16" fill="hold" nodeType="after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plus(in)">
                                      <p:cBhvr>
                                        <p:cTn id="51" dur="500"/>
                                        <p:tgtEl>
                                          <p:spTgt spid="3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0"/>
                                        </p:tgtEl>
                                        <p:attrNameLst>
                                          <p:attrName>style.visibility</p:attrName>
                                        </p:attrNameLst>
                                      </p:cBhvr>
                                      <p:to>
                                        <p:strVal val="visible"/>
                                      </p:to>
                                    </p:set>
                                    <p:animEffect transition="in" filter="fade">
                                      <p:cBhvr>
                                        <p:cTn id="5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Normal List</a:t>
            </a:r>
            <a:endParaRPr lang="en-US" dirty="0"/>
          </a:p>
        </p:txBody>
      </p:sp>
      <p:sp>
        <p:nvSpPr>
          <p:cNvPr id="8" name="Text Placeholder 7"/>
          <p:cNvSpPr>
            <a:spLocks noGrp="1"/>
          </p:cNvSpPr>
          <p:nvPr>
            <p:ph type="body" sz="half" idx="2"/>
          </p:nvPr>
        </p:nvSpPr>
        <p:spPr/>
        <p:txBody>
          <a:bodyPr/>
          <a:lstStyle/>
          <a:p>
            <a:r>
              <a:rPr lang="en-US"/>
              <a:t>Normal List</a:t>
            </a:r>
            <a:endParaRPr lang="en-US" dirty="0"/>
          </a:p>
        </p:txBody>
      </p:sp>
      <p:sp>
        <p:nvSpPr>
          <p:cNvPr id="36" name="Slide Number Placeholder 35"/>
          <p:cNvSpPr>
            <a:spLocks noGrp="1"/>
          </p:cNvSpPr>
          <p:nvPr>
            <p:ph type="sldNum" sz="quarter" idx="12"/>
          </p:nvPr>
        </p:nvSpPr>
        <p:spPr/>
        <p:txBody>
          <a:bodyPr/>
          <a:lstStyle/>
          <a:p>
            <a:fld id="{C136B7D2-B98C-44FD-8D04-7EC62A564975}" type="slidenum">
              <a:rPr lang="en-US" smtClean="0"/>
              <a:pPr/>
              <a:t>42</a:t>
            </a:fld>
            <a:endParaRPr lang="en-US" dirty="0"/>
          </a:p>
        </p:txBody>
      </p:sp>
      <p:sp>
        <p:nvSpPr>
          <p:cNvPr id="63" name="Text Placeholder 3"/>
          <p:cNvSpPr txBox="1">
            <a:spLocks/>
          </p:cNvSpPr>
          <p:nvPr/>
        </p:nvSpPr>
        <p:spPr>
          <a:xfrm>
            <a:off x="1291138" y="1421273"/>
            <a:ext cx="1075615"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64" name="Text Placeholder 3"/>
          <p:cNvSpPr txBox="1">
            <a:spLocks/>
          </p:cNvSpPr>
          <p:nvPr/>
        </p:nvSpPr>
        <p:spPr>
          <a:xfrm>
            <a:off x="1291138" y="1637834"/>
            <a:ext cx="186468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65000"/>
                    <a:lumOff val="35000"/>
                  </a:schemeClr>
                </a:solidFill>
              </a:rPr>
              <a:t>There are many variations of passage lorem ipsum available</a:t>
            </a:r>
          </a:p>
        </p:txBody>
      </p:sp>
      <p:sp>
        <p:nvSpPr>
          <p:cNvPr id="27" name="Text Placeholder 3"/>
          <p:cNvSpPr txBox="1">
            <a:spLocks/>
          </p:cNvSpPr>
          <p:nvPr/>
        </p:nvSpPr>
        <p:spPr>
          <a:xfrm>
            <a:off x="627597" y="1314450"/>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1"/>
                </a:solidFill>
                <a:effectLst/>
                <a:uLnTx/>
                <a:uFillTx/>
                <a:latin typeface="+mn-lt"/>
                <a:ea typeface="+mn-ea"/>
                <a:cs typeface="+mn-cs"/>
              </a:rPr>
              <a:t>01</a:t>
            </a:r>
          </a:p>
        </p:txBody>
      </p:sp>
      <p:sp>
        <p:nvSpPr>
          <p:cNvPr id="43" name="Text Placeholder 3"/>
          <p:cNvSpPr txBox="1">
            <a:spLocks/>
          </p:cNvSpPr>
          <p:nvPr/>
        </p:nvSpPr>
        <p:spPr>
          <a:xfrm>
            <a:off x="3989450" y="1421273"/>
            <a:ext cx="1071897"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n-lt"/>
                <a:ea typeface="+mn-ea"/>
                <a:cs typeface="+mn-cs"/>
              </a:rPr>
              <a:t>Number Two</a:t>
            </a:r>
          </a:p>
        </p:txBody>
      </p:sp>
      <p:sp>
        <p:nvSpPr>
          <p:cNvPr id="44" name="Text Placeholder 3"/>
          <p:cNvSpPr txBox="1">
            <a:spLocks/>
          </p:cNvSpPr>
          <p:nvPr/>
        </p:nvSpPr>
        <p:spPr>
          <a:xfrm>
            <a:off x="3989450" y="1637834"/>
            <a:ext cx="186468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65000"/>
                    <a:lumOff val="35000"/>
                  </a:schemeClr>
                </a:solidFill>
              </a:rPr>
              <a:t>There are many variations of passage lorem ipsum available</a:t>
            </a:r>
          </a:p>
        </p:txBody>
      </p:sp>
      <p:sp>
        <p:nvSpPr>
          <p:cNvPr id="45" name="Text Placeholder 3"/>
          <p:cNvSpPr txBox="1">
            <a:spLocks/>
          </p:cNvSpPr>
          <p:nvPr/>
        </p:nvSpPr>
        <p:spPr>
          <a:xfrm>
            <a:off x="3325909" y="1314450"/>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2"/>
                </a:solidFill>
                <a:effectLst/>
                <a:uLnTx/>
                <a:uFillTx/>
                <a:latin typeface="+mn-lt"/>
                <a:ea typeface="+mn-ea"/>
                <a:cs typeface="+mn-cs"/>
              </a:rPr>
              <a:t>02</a:t>
            </a:r>
          </a:p>
        </p:txBody>
      </p:sp>
      <p:sp>
        <p:nvSpPr>
          <p:cNvPr id="46" name="Text Placeholder 3"/>
          <p:cNvSpPr txBox="1">
            <a:spLocks/>
          </p:cNvSpPr>
          <p:nvPr/>
        </p:nvSpPr>
        <p:spPr>
          <a:xfrm>
            <a:off x="6682196" y="1421273"/>
            <a:ext cx="121507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47" name="Text Placeholder 3"/>
          <p:cNvSpPr txBox="1">
            <a:spLocks/>
          </p:cNvSpPr>
          <p:nvPr/>
        </p:nvSpPr>
        <p:spPr>
          <a:xfrm>
            <a:off x="6682196" y="1637834"/>
            <a:ext cx="186468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65000"/>
                    <a:lumOff val="35000"/>
                  </a:schemeClr>
                </a:solidFill>
              </a:rPr>
              <a:t>There are many variations of passage lorem ipsum available</a:t>
            </a:r>
          </a:p>
        </p:txBody>
      </p:sp>
      <p:sp>
        <p:nvSpPr>
          <p:cNvPr id="48" name="Text Placeholder 3"/>
          <p:cNvSpPr txBox="1">
            <a:spLocks/>
          </p:cNvSpPr>
          <p:nvPr/>
        </p:nvSpPr>
        <p:spPr>
          <a:xfrm>
            <a:off x="6018655" y="1314450"/>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3"/>
                </a:solidFill>
                <a:effectLst/>
                <a:uLnTx/>
                <a:uFillTx/>
                <a:latin typeface="+mn-lt"/>
                <a:ea typeface="+mn-ea"/>
                <a:cs typeface="+mn-cs"/>
              </a:rPr>
              <a:t>03</a:t>
            </a:r>
          </a:p>
        </p:txBody>
      </p:sp>
      <p:sp>
        <p:nvSpPr>
          <p:cNvPr id="49" name="Text Placeholder 3"/>
          <p:cNvSpPr txBox="1">
            <a:spLocks/>
          </p:cNvSpPr>
          <p:nvPr/>
        </p:nvSpPr>
        <p:spPr>
          <a:xfrm>
            <a:off x="1291138" y="2768492"/>
            <a:ext cx="1125308"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n-lt"/>
                <a:ea typeface="+mn-ea"/>
                <a:cs typeface="+mn-cs"/>
              </a:rPr>
              <a:t>Number Four</a:t>
            </a:r>
          </a:p>
        </p:txBody>
      </p:sp>
      <p:sp>
        <p:nvSpPr>
          <p:cNvPr id="50" name="Text Placeholder 3"/>
          <p:cNvSpPr txBox="1">
            <a:spLocks/>
          </p:cNvSpPr>
          <p:nvPr/>
        </p:nvSpPr>
        <p:spPr>
          <a:xfrm>
            <a:off x="1291138" y="2985053"/>
            <a:ext cx="186468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65000"/>
                    <a:lumOff val="35000"/>
                  </a:schemeClr>
                </a:solidFill>
              </a:rPr>
              <a:t>There are many variations of passage lorem ipsum available</a:t>
            </a:r>
          </a:p>
        </p:txBody>
      </p:sp>
      <p:sp>
        <p:nvSpPr>
          <p:cNvPr id="51" name="Text Placeholder 3"/>
          <p:cNvSpPr txBox="1">
            <a:spLocks/>
          </p:cNvSpPr>
          <p:nvPr/>
        </p:nvSpPr>
        <p:spPr>
          <a:xfrm>
            <a:off x="627597" y="2661669"/>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4"/>
                </a:solidFill>
                <a:effectLst/>
                <a:uLnTx/>
                <a:uFillTx/>
                <a:latin typeface="+mn-lt"/>
                <a:ea typeface="+mn-ea"/>
                <a:cs typeface="+mn-cs"/>
              </a:rPr>
              <a:t>04</a:t>
            </a:r>
          </a:p>
        </p:txBody>
      </p:sp>
      <p:sp>
        <p:nvSpPr>
          <p:cNvPr id="52" name="Text Placeholder 3"/>
          <p:cNvSpPr txBox="1">
            <a:spLocks/>
          </p:cNvSpPr>
          <p:nvPr/>
        </p:nvSpPr>
        <p:spPr>
          <a:xfrm>
            <a:off x="3989450" y="2768492"/>
            <a:ext cx="1085233"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5"/>
                </a:solidFill>
                <a:effectLst/>
                <a:uLnTx/>
                <a:uFillTx/>
                <a:latin typeface="+mn-lt"/>
                <a:ea typeface="+mn-ea"/>
                <a:cs typeface="+mn-cs"/>
              </a:rPr>
              <a:t>Number Five</a:t>
            </a:r>
          </a:p>
        </p:txBody>
      </p:sp>
      <p:sp>
        <p:nvSpPr>
          <p:cNvPr id="53" name="Text Placeholder 3"/>
          <p:cNvSpPr txBox="1">
            <a:spLocks/>
          </p:cNvSpPr>
          <p:nvPr/>
        </p:nvSpPr>
        <p:spPr>
          <a:xfrm>
            <a:off x="3989450" y="2985053"/>
            <a:ext cx="186468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65000"/>
                    <a:lumOff val="35000"/>
                  </a:schemeClr>
                </a:solidFill>
              </a:rPr>
              <a:t>There are many variations of passage lorem ipsum available</a:t>
            </a:r>
          </a:p>
        </p:txBody>
      </p:sp>
      <p:sp>
        <p:nvSpPr>
          <p:cNvPr id="54" name="Text Placeholder 3"/>
          <p:cNvSpPr txBox="1">
            <a:spLocks/>
          </p:cNvSpPr>
          <p:nvPr/>
        </p:nvSpPr>
        <p:spPr>
          <a:xfrm>
            <a:off x="3325909" y="2661669"/>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5"/>
                </a:solidFill>
                <a:effectLst/>
                <a:uLnTx/>
                <a:uFillTx/>
                <a:latin typeface="+mn-lt"/>
                <a:ea typeface="+mn-ea"/>
                <a:cs typeface="+mn-cs"/>
              </a:rPr>
              <a:t>05</a:t>
            </a:r>
          </a:p>
        </p:txBody>
      </p:sp>
      <p:sp>
        <p:nvSpPr>
          <p:cNvPr id="55" name="Text Placeholder 3"/>
          <p:cNvSpPr txBox="1">
            <a:spLocks/>
          </p:cNvSpPr>
          <p:nvPr/>
        </p:nvSpPr>
        <p:spPr>
          <a:xfrm>
            <a:off x="6682196" y="2768492"/>
            <a:ext cx="997068"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6"/>
                </a:solidFill>
                <a:effectLst/>
                <a:uLnTx/>
                <a:uFillTx/>
                <a:latin typeface="+mn-lt"/>
                <a:ea typeface="+mn-ea"/>
                <a:cs typeface="+mn-cs"/>
              </a:rPr>
              <a:t>Number Six</a:t>
            </a:r>
          </a:p>
        </p:txBody>
      </p:sp>
      <p:sp>
        <p:nvSpPr>
          <p:cNvPr id="56" name="Text Placeholder 3"/>
          <p:cNvSpPr txBox="1">
            <a:spLocks/>
          </p:cNvSpPr>
          <p:nvPr/>
        </p:nvSpPr>
        <p:spPr>
          <a:xfrm>
            <a:off x="6682196" y="2985053"/>
            <a:ext cx="186468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65000"/>
                    <a:lumOff val="35000"/>
                  </a:schemeClr>
                </a:solidFill>
              </a:rPr>
              <a:t>There are many variations of passage lorem ipsum available</a:t>
            </a:r>
          </a:p>
        </p:txBody>
      </p:sp>
      <p:sp>
        <p:nvSpPr>
          <p:cNvPr id="57" name="Text Placeholder 3"/>
          <p:cNvSpPr txBox="1">
            <a:spLocks/>
          </p:cNvSpPr>
          <p:nvPr/>
        </p:nvSpPr>
        <p:spPr>
          <a:xfrm>
            <a:off x="6018655" y="2661669"/>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6"/>
                </a:solidFill>
                <a:effectLst/>
                <a:uLnTx/>
                <a:uFillTx/>
                <a:latin typeface="+mn-lt"/>
                <a:ea typeface="+mn-ea"/>
                <a:cs typeface="+mn-cs"/>
              </a:rPr>
              <a:t>06</a:t>
            </a:r>
          </a:p>
        </p:txBody>
      </p:sp>
      <p:sp>
        <p:nvSpPr>
          <p:cNvPr id="28" name="Footer Text"/>
          <p:cNvSpPr txBox="1"/>
          <p:nvPr/>
        </p:nvSpPr>
        <p:spPr>
          <a:xfrm>
            <a:off x="692056" y="3975497"/>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29" name="Straight Line buttom"/>
          <p:cNvCxnSpPr/>
          <p:nvPr/>
        </p:nvCxnSpPr>
        <p:spPr>
          <a:xfrm>
            <a:off x="685800" y="3842046"/>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2" accel="50000" decel="50000" fill="hold" grpId="0" nodeType="afterEffect">
                                  <p:stCondLst>
                                    <p:cond delay="0"/>
                                  </p:stCondLst>
                                  <p:childTnLst>
                                    <p:set>
                                      <p:cBhvr>
                                        <p:cTn id="11" dur="1" fill="hold">
                                          <p:stCondLst>
                                            <p:cond delay="0"/>
                                          </p:stCondLst>
                                        </p:cTn>
                                        <p:tgtEl>
                                          <p:spTgt spid="63"/>
                                        </p:tgtEl>
                                        <p:attrNameLst>
                                          <p:attrName>style.visibility</p:attrName>
                                        </p:attrNameLst>
                                      </p:cBhvr>
                                      <p:to>
                                        <p:strVal val="visible"/>
                                      </p:to>
                                    </p:set>
                                    <p:anim calcmode="lin" valueType="num">
                                      <p:cBhvr additive="base">
                                        <p:cTn id="12" dur="500" fill="hold"/>
                                        <p:tgtEl>
                                          <p:spTgt spid="63"/>
                                        </p:tgtEl>
                                        <p:attrNameLst>
                                          <p:attrName>ppt_x</p:attrName>
                                        </p:attrNameLst>
                                      </p:cBhvr>
                                      <p:tavLst>
                                        <p:tav tm="0">
                                          <p:val>
                                            <p:strVal val="1+#ppt_w/2"/>
                                          </p:val>
                                        </p:tav>
                                        <p:tav tm="100000">
                                          <p:val>
                                            <p:strVal val="#ppt_x"/>
                                          </p:val>
                                        </p:tav>
                                      </p:tavLst>
                                    </p:anim>
                                    <p:anim calcmode="lin" valueType="num">
                                      <p:cBhvr additive="base">
                                        <p:cTn id="13" dur="500" fill="hold"/>
                                        <p:tgtEl>
                                          <p:spTgt spid="63"/>
                                        </p:tgtEl>
                                        <p:attrNameLst>
                                          <p:attrName>ppt_y</p:attrName>
                                        </p:attrNameLst>
                                      </p:cBhvr>
                                      <p:tavLst>
                                        <p:tav tm="0">
                                          <p:val>
                                            <p:strVal val="#ppt_y"/>
                                          </p:val>
                                        </p:tav>
                                        <p:tav tm="100000">
                                          <p:val>
                                            <p:strVal val="#ppt_y"/>
                                          </p:val>
                                        </p:tav>
                                      </p:tavLst>
                                    </p:anim>
                                  </p:childTnLst>
                                </p:cTn>
                              </p:par>
                              <p:par>
                                <p:cTn id="14" presetID="10" presetClass="entr" presetSubtype="0" fill="hold" grpId="0" nodeType="withEffect">
                                  <p:stCondLst>
                                    <p:cond delay="0"/>
                                  </p:stCondLst>
                                  <p:childTnLst>
                                    <p:set>
                                      <p:cBhvr>
                                        <p:cTn id="15" dur="1" fill="hold">
                                          <p:stCondLst>
                                            <p:cond delay="0"/>
                                          </p:stCondLst>
                                        </p:cTn>
                                        <p:tgtEl>
                                          <p:spTgt spid="64"/>
                                        </p:tgtEl>
                                        <p:attrNameLst>
                                          <p:attrName>style.visibility</p:attrName>
                                        </p:attrNameLst>
                                      </p:cBhvr>
                                      <p:to>
                                        <p:strVal val="visible"/>
                                      </p:to>
                                    </p:set>
                                    <p:animEffect transition="in" filter="fade">
                                      <p:cBhvr>
                                        <p:cTn id="16" dur="500"/>
                                        <p:tgtEl>
                                          <p:spTgt spid="64"/>
                                        </p:tgtEl>
                                      </p:cBhvr>
                                    </p:animEffect>
                                  </p:childTnLst>
                                </p:cTn>
                              </p:par>
                            </p:childTnLst>
                          </p:cTn>
                        </p:par>
                        <p:par>
                          <p:cTn id="17" fill="hold">
                            <p:stCondLst>
                              <p:cond delay="1000"/>
                            </p:stCondLst>
                            <p:childTnLst>
                              <p:par>
                                <p:cTn id="18" presetID="2" presetClass="entr" presetSubtype="4" accel="50000" decel="50000" fill="hold" grpId="0" nodeType="afterEffect">
                                  <p:stCondLst>
                                    <p:cond delay="0"/>
                                  </p:stCondLst>
                                  <p:childTnLst>
                                    <p:set>
                                      <p:cBhvr>
                                        <p:cTn id="19" dur="1" fill="hold">
                                          <p:stCondLst>
                                            <p:cond delay="0"/>
                                          </p:stCondLst>
                                        </p:cTn>
                                        <p:tgtEl>
                                          <p:spTgt spid="45"/>
                                        </p:tgtEl>
                                        <p:attrNameLst>
                                          <p:attrName>style.visibility</p:attrName>
                                        </p:attrNameLst>
                                      </p:cBhvr>
                                      <p:to>
                                        <p:strVal val="visible"/>
                                      </p:to>
                                    </p:set>
                                    <p:anim calcmode="lin" valueType="num">
                                      <p:cBhvr additive="base">
                                        <p:cTn id="20" dur="500" fill="hold"/>
                                        <p:tgtEl>
                                          <p:spTgt spid="45"/>
                                        </p:tgtEl>
                                        <p:attrNameLst>
                                          <p:attrName>ppt_x</p:attrName>
                                        </p:attrNameLst>
                                      </p:cBhvr>
                                      <p:tavLst>
                                        <p:tav tm="0">
                                          <p:val>
                                            <p:strVal val="#ppt_x"/>
                                          </p:val>
                                        </p:tav>
                                        <p:tav tm="100000">
                                          <p:val>
                                            <p:strVal val="#ppt_x"/>
                                          </p:val>
                                        </p:tav>
                                      </p:tavLst>
                                    </p:anim>
                                    <p:anim calcmode="lin" valueType="num">
                                      <p:cBhvr additive="base">
                                        <p:cTn id="21" dur="500" fill="hold"/>
                                        <p:tgtEl>
                                          <p:spTgt spid="45"/>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2" accel="50000" decel="5000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 calcmode="lin" valueType="num">
                                      <p:cBhvr additive="base">
                                        <p:cTn id="25" dur="500" fill="hold"/>
                                        <p:tgtEl>
                                          <p:spTgt spid="43"/>
                                        </p:tgtEl>
                                        <p:attrNameLst>
                                          <p:attrName>ppt_x</p:attrName>
                                        </p:attrNameLst>
                                      </p:cBhvr>
                                      <p:tavLst>
                                        <p:tav tm="0">
                                          <p:val>
                                            <p:strVal val="1+#ppt_w/2"/>
                                          </p:val>
                                        </p:tav>
                                        <p:tav tm="100000">
                                          <p:val>
                                            <p:strVal val="#ppt_x"/>
                                          </p:val>
                                        </p:tav>
                                      </p:tavLst>
                                    </p:anim>
                                    <p:anim calcmode="lin" valueType="num">
                                      <p:cBhvr additive="base">
                                        <p:cTn id="26" dur="500" fill="hold"/>
                                        <p:tgtEl>
                                          <p:spTgt spid="43"/>
                                        </p:tgtEl>
                                        <p:attrNameLst>
                                          <p:attrName>ppt_y</p:attrName>
                                        </p:attrNameLst>
                                      </p:cBhvr>
                                      <p:tavLst>
                                        <p:tav tm="0">
                                          <p:val>
                                            <p:strVal val="#ppt_y"/>
                                          </p:val>
                                        </p:tav>
                                        <p:tav tm="100000">
                                          <p:val>
                                            <p:strVal val="#ppt_y"/>
                                          </p:val>
                                        </p:tav>
                                      </p:tavLst>
                                    </p:anim>
                                  </p:childTnLst>
                                </p:cTn>
                              </p:par>
                              <p:par>
                                <p:cTn id="27" presetID="10" presetClass="entr" presetSubtype="0" fill="hold" grpId="0" nodeType="with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fade">
                                      <p:cBhvr>
                                        <p:cTn id="29" dur="500"/>
                                        <p:tgtEl>
                                          <p:spTgt spid="44"/>
                                        </p:tgtEl>
                                      </p:cBhvr>
                                    </p:animEffect>
                                  </p:childTnLst>
                                </p:cTn>
                              </p:par>
                            </p:childTnLst>
                          </p:cTn>
                        </p:par>
                        <p:par>
                          <p:cTn id="30" fill="hold">
                            <p:stCondLst>
                              <p:cond delay="2000"/>
                            </p:stCondLst>
                            <p:childTnLst>
                              <p:par>
                                <p:cTn id="31" presetID="2" presetClass="entr" presetSubtype="4" accel="50000" decel="50000" fill="hold" grpId="0" nodeType="afterEffect">
                                  <p:stCondLst>
                                    <p:cond delay="0"/>
                                  </p:stCondLst>
                                  <p:childTnLst>
                                    <p:set>
                                      <p:cBhvr>
                                        <p:cTn id="32" dur="1" fill="hold">
                                          <p:stCondLst>
                                            <p:cond delay="0"/>
                                          </p:stCondLst>
                                        </p:cTn>
                                        <p:tgtEl>
                                          <p:spTgt spid="48"/>
                                        </p:tgtEl>
                                        <p:attrNameLst>
                                          <p:attrName>style.visibility</p:attrName>
                                        </p:attrNameLst>
                                      </p:cBhvr>
                                      <p:to>
                                        <p:strVal val="visible"/>
                                      </p:to>
                                    </p:set>
                                    <p:anim calcmode="lin" valueType="num">
                                      <p:cBhvr additive="base">
                                        <p:cTn id="33" dur="500" fill="hold"/>
                                        <p:tgtEl>
                                          <p:spTgt spid="48"/>
                                        </p:tgtEl>
                                        <p:attrNameLst>
                                          <p:attrName>ppt_x</p:attrName>
                                        </p:attrNameLst>
                                      </p:cBhvr>
                                      <p:tavLst>
                                        <p:tav tm="0">
                                          <p:val>
                                            <p:strVal val="#ppt_x"/>
                                          </p:val>
                                        </p:tav>
                                        <p:tav tm="100000">
                                          <p:val>
                                            <p:strVal val="#ppt_x"/>
                                          </p:val>
                                        </p:tav>
                                      </p:tavLst>
                                    </p:anim>
                                    <p:anim calcmode="lin" valueType="num">
                                      <p:cBhvr additive="base">
                                        <p:cTn id="34" dur="500" fill="hold"/>
                                        <p:tgtEl>
                                          <p:spTgt spid="48"/>
                                        </p:tgtEl>
                                        <p:attrNameLst>
                                          <p:attrName>ppt_y</p:attrName>
                                        </p:attrNameLst>
                                      </p:cBhvr>
                                      <p:tavLst>
                                        <p:tav tm="0">
                                          <p:val>
                                            <p:strVal val="1+#ppt_h/2"/>
                                          </p:val>
                                        </p:tav>
                                        <p:tav tm="100000">
                                          <p:val>
                                            <p:strVal val="#ppt_y"/>
                                          </p:val>
                                        </p:tav>
                                      </p:tavLst>
                                    </p:anim>
                                  </p:childTnLst>
                                </p:cTn>
                              </p:par>
                            </p:childTnLst>
                          </p:cTn>
                        </p:par>
                        <p:par>
                          <p:cTn id="35" fill="hold">
                            <p:stCondLst>
                              <p:cond delay="2500"/>
                            </p:stCondLst>
                            <p:childTnLst>
                              <p:par>
                                <p:cTn id="36" presetID="2" presetClass="entr" presetSubtype="2" accel="50000" decel="50000" fill="hold" grpId="0" nodeType="afterEffect">
                                  <p:stCondLst>
                                    <p:cond delay="0"/>
                                  </p:stCondLst>
                                  <p:childTnLst>
                                    <p:set>
                                      <p:cBhvr>
                                        <p:cTn id="37" dur="1" fill="hold">
                                          <p:stCondLst>
                                            <p:cond delay="0"/>
                                          </p:stCondLst>
                                        </p:cTn>
                                        <p:tgtEl>
                                          <p:spTgt spid="46"/>
                                        </p:tgtEl>
                                        <p:attrNameLst>
                                          <p:attrName>style.visibility</p:attrName>
                                        </p:attrNameLst>
                                      </p:cBhvr>
                                      <p:to>
                                        <p:strVal val="visible"/>
                                      </p:to>
                                    </p:set>
                                    <p:anim calcmode="lin" valueType="num">
                                      <p:cBhvr additive="base">
                                        <p:cTn id="38" dur="500" fill="hold"/>
                                        <p:tgtEl>
                                          <p:spTgt spid="46"/>
                                        </p:tgtEl>
                                        <p:attrNameLst>
                                          <p:attrName>ppt_x</p:attrName>
                                        </p:attrNameLst>
                                      </p:cBhvr>
                                      <p:tavLst>
                                        <p:tav tm="0">
                                          <p:val>
                                            <p:strVal val="1+#ppt_w/2"/>
                                          </p:val>
                                        </p:tav>
                                        <p:tav tm="100000">
                                          <p:val>
                                            <p:strVal val="#ppt_x"/>
                                          </p:val>
                                        </p:tav>
                                      </p:tavLst>
                                    </p:anim>
                                    <p:anim calcmode="lin" valueType="num">
                                      <p:cBhvr additive="base">
                                        <p:cTn id="39" dur="500" fill="hold"/>
                                        <p:tgtEl>
                                          <p:spTgt spid="46"/>
                                        </p:tgtEl>
                                        <p:attrNameLst>
                                          <p:attrName>ppt_y</p:attrName>
                                        </p:attrNameLst>
                                      </p:cBhvr>
                                      <p:tavLst>
                                        <p:tav tm="0">
                                          <p:val>
                                            <p:strVal val="#ppt_y"/>
                                          </p:val>
                                        </p:tav>
                                        <p:tav tm="100000">
                                          <p:val>
                                            <p:strVal val="#ppt_y"/>
                                          </p:val>
                                        </p:tav>
                                      </p:tavLst>
                                    </p:anim>
                                  </p:childTnLst>
                                </p:cTn>
                              </p:par>
                              <p:par>
                                <p:cTn id="40" presetID="10" presetClass="entr" presetSubtype="0" fill="hold" grpId="0" nodeType="withEffect">
                                  <p:stCondLst>
                                    <p:cond delay="0"/>
                                  </p:stCondLst>
                                  <p:childTnLst>
                                    <p:set>
                                      <p:cBhvr>
                                        <p:cTn id="41" dur="1" fill="hold">
                                          <p:stCondLst>
                                            <p:cond delay="0"/>
                                          </p:stCondLst>
                                        </p:cTn>
                                        <p:tgtEl>
                                          <p:spTgt spid="47"/>
                                        </p:tgtEl>
                                        <p:attrNameLst>
                                          <p:attrName>style.visibility</p:attrName>
                                        </p:attrNameLst>
                                      </p:cBhvr>
                                      <p:to>
                                        <p:strVal val="visible"/>
                                      </p:to>
                                    </p:set>
                                    <p:animEffect transition="in" filter="fade">
                                      <p:cBhvr>
                                        <p:cTn id="42" dur="500"/>
                                        <p:tgtEl>
                                          <p:spTgt spid="47"/>
                                        </p:tgtEl>
                                      </p:cBhvr>
                                    </p:animEffect>
                                  </p:childTnLst>
                                </p:cTn>
                              </p:par>
                            </p:childTnLst>
                          </p:cTn>
                        </p:par>
                        <p:par>
                          <p:cTn id="43" fill="hold">
                            <p:stCondLst>
                              <p:cond delay="3000"/>
                            </p:stCondLst>
                            <p:childTnLst>
                              <p:par>
                                <p:cTn id="44" presetID="2" presetClass="entr" presetSubtype="4" accel="50000" decel="50000" fill="hold" grpId="0" nodeType="afterEffect">
                                  <p:stCondLst>
                                    <p:cond delay="0"/>
                                  </p:stCondLst>
                                  <p:childTnLst>
                                    <p:set>
                                      <p:cBhvr>
                                        <p:cTn id="45" dur="1" fill="hold">
                                          <p:stCondLst>
                                            <p:cond delay="0"/>
                                          </p:stCondLst>
                                        </p:cTn>
                                        <p:tgtEl>
                                          <p:spTgt spid="51"/>
                                        </p:tgtEl>
                                        <p:attrNameLst>
                                          <p:attrName>style.visibility</p:attrName>
                                        </p:attrNameLst>
                                      </p:cBhvr>
                                      <p:to>
                                        <p:strVal val="visible"/>
                                      </p:to>
                                    </p:set>
                                    <p:anim calcmode="lin" valueType="num">
                                      <p:cBhvr additive="base">
                                        <p:cTn id="46" dur="500" fill="hold"/>
                                        <p:tgtEl>
                                          <p:spTgt spid="51"/>
                                        </p:tgtEl>
                                        <p:attrNameLst>
                                          <p:attrName>ppt_x</p:attrName>
                                        </p:attrNameLst>
                                      </p:cBhvr>
                                      <p:tavLst>
                                        <p:tav tm="0">
                                          <p:val>
                                            <p:strVal val="#ppt_x"/>
                                          </p:val>
                                        </p:tav>
                                        <p:tav tm="100000">
                                          <p:val>
                                            <p:strVal val="#ppt_x"/>
                                          </p:val>
                                        </p:tav>
                                      </p:tavLst>
                                    </p:anim>
                                    <p:anim calcmode="lin" valueType="num">
                                      <p:cBhvr additive="base">
                                        <p:cTn id="47" dur="500" fill="hold"/>
                                        <p:tgtEl>
                                          <p:spTgt spid="51"/>
                                        </p:tgtEl>
                                        <p:attrNameLst>
                                          <p:attrName>ppt_y</p:attrName>
                                        </p:attrNameLst>
                                      </p:cBhvr>
                                      <p:tavLst>
                                        <p:tav tm="0">
                                          <p:val>
                                            <p:strVal val="1+#ppt_h/2"/>
                                          </p:val>
                                        </p:tav>
                                        <p:tav tm="100000">
                                          <p:val>
                                            <p:strVal val="#ppt_y"/>
                                          </p:val>
                                        </p:tav>
                                      </p:tavLst>
                                    </p:anim>
                                  </p:childTnLst>
                                </p:cTn>
                              </p:par>
                            </p:childTnLst>
                          </p:cTn>
                        </p:par>
                        <p:par>
                          <p:cTn id="48" fill="hold">
                            <p:stCondLst>
                              <p:cond delay="3500"/>
                            </p:stCondLst>
                            <p:childTnLst>
                              <p:par>
                                <p:cTn id="49" presetID="2" presetClass="entr" presetSubtype="2" accel="50000" decel="50000" fill="hold" grpId="0" nodeType="afterEffect">
                                  <p:stCondLst>
                                    <p:cond delay="0"/>
                                  </p:stCondLst>
                                  <p:childTnLst>
                                    <p:set>
                                      <p:cBhvr>
                                        <p:cTn id="50" dur="1" fill="hold">
                                          <p:stCondLst>
                                            <p:cond delay="0"/>
                                          </p:stCondLst>
                                        </p:cTn>
                                        <p:tgtEl>
                                          <p:spTgt spid="49"/>
                                        </p:tgtEl>
                                        <p:attrNameLst>
                                          <p:attrName>style.visibility</p:attrName>
                                        </p:attrNameLst>
                                      </p:cBhvr>
                                      <p:to>
                                        <p:strVal val="visible"/>
                                      </p:to>
                                    </p:set>
                                    <p:anim calcmode="lin" valueType="num">
                                      <p:cBhvr additive="base">
                                        <p:cTn id="51" dur="500" fill="hold"/>
                                        <p:tgtEl>
                                          <p:spTgt spid="49"/>
                                        </p:tgtEl>
                                        <p:attrNameLst>
                                          <p:attrName>ppt_x</p:attrName>
                                        </p:attrNameLst>
                                      </p:cBhvr>
                                      <p:tavLst>
                                        <p:tav tm="0">
                                          <p:val>
                                            <p:strVal val="1+#ppt_w/2"/>
                                          </p:val>
                                        </p:tav>
                                        <p:tav tm="100000">
                                          <p:val>
                                            <p:strVal val="#ppt_x"/>
                                          </p:val>
                                        </p:tav>
                                      </p:tavLst>
                                    </p:anim>
                                    <p:anim calcmode="lin" valueType="num">
                                      <p:cBhvr additive="base">
                                        <p:cTn id="52" dur="500" fill="hold"/>
                                        <p:tgtEl>
                                          <p:spTgt spid="49"/>
                                        </p:tgtEl>
                                        <p:attrNameLst>
                                          <p:attrName>ppt_y</p:attrName>
                                        </p:attrNameLst>
                                      </p:cBhvr>
                                      <p:tavLst>
                                        <p:tav tm="0">
                                          <p:val>
                                            <p:strVal val="#ppt_y"/>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50"/>
                                        </p:tgtEl>
                                        <p:attrNameLst>
                                          <p:attrName>style.visibility</p:attrName>
                                        </p:attrNameLst>
                                      </p:cBhvr>
                                      <p:to>
                                        <p:strVal val="visible"/>
                                      </p:to>
                                    </p:set>
                                    <p:animEffect transition="in" filter="fade">
                                      <p:cBhvr>
                                        <p:cTn id="55" dur="500"/>
                                        <p:tgtEl>
                                          <p:spTgt spid="50"/>
                                        </p:tgtEl>
                                      </p:cBhvr>
                                    </p:animEffect>
                                  </p:childTnLst>
                                </p:cTn>
                              </p:par>
                            </p:childTnLst>
                          </p:cTn>
                        </p:par>
                        <p:par>
                          <p:cTn id="56" fill="hold">
                            <p:stCondLst>
                              <p:cond delay="4000"/>
                            </p:stCondLst>
                            <p:childTnLst>
                              <p:par>
                                <p:cTn id="57" presetID="2" presetClass="entr" presetSubtype="4" accel="50000" decel="50000" fill="hold" grpId="0" nodeType="afterEffect">
                                  <p:stCondLst>
                                    <p:cond delay="0"/>
                                  </p:stCondLst>
                                  <p:childTnLst>
                                    <p:set>
                                      <p:cBhvr>
                                        <p:cTn id="58" dur="1" fill="hold">
                                          <p:stCondLst>
                                            <p:cond delay="0"/>
                                          </p:stCondLst>
                                        </p:cTn>
                                        <p:tgtEl>
                                          <p:spTgt spid="54"/>
                                        </p:tgtEl>
                                        <p:attrNameLst>
                                          <p:attrName>style.visibility</p:attrName>
                                        </p:attrNameLst>
                                      </p:cBhvr>
                                      <p:to>
                                        <p:strVal val="visible"/>
                                      </p:to>
                                    </p:set>
                                    <p:anim calcmode="lin" valueType="num">
                                      <p:cBhvr additive="base">
                                        <p:cTn id="59" dur="500" fill="hold"/>
                                        <p:tgtEl>
                                          <p:spTgt spid="54"/>
                                        </p:tgtEl>
                                        <p:attrNameLst>
                                          <p:attrName>ppt_x</p:attrName>
                                        </p:attrNameLst>
                                      </p:cBhvr>
                                      <p:tavLst>
                                        <p:tav tm="0">
                                          <p:val>
                                            <p:strVal val="#ppt_x"/>
                                          </p:val>
                                        </p:tav>
                                        <p:tav tm="100000">
                                          <p:val>
                                            <p:strVal val="#ppt_x"/>
                                          </p:val>
                                        </p:tav>
                                      </p:tavLst>
                                    </p:anim>
                                    <p:anim calcmode="lin" valueType="num">
                                      <p:cBhvr additive="base">
                                        <p:cTn id="60" dur="500" fill="hold"/>
                                        <p:tgtEl>
                                          <p:spTgt spid="54"/>
                                        </p:tgtEl>
                                        <p:attrNameLst>
                                          <p:attrName>ppt_y</p:attrName>
                                        </p:attrNameLst>
                                      </p:cBhvr>
                                      <p:tavLst>
                                        <p:tav tm="0">
                                          <p:val>
                                            <p:strVal val="1+#ppt_h/2"/>
                                          </p:val>
                                        </p:tav>
                                        <p:tav tm="100000">
                                          <p:val>
                                            <p:strVal val="#ppt_y"/>
                                          </p:val>
                                        </p:tav>
                                      </p:tavLst>
                                    </p:anim>
                                  </p:childTnLst>
                                </p:cTn>
                              </p:par>
                            </p:childTnLst>
                          </p:cTn>
                        </p:par>
                        <p:par>
                          <p:cTn id="61" fill="hold">
                            <p:stCondLst>
                              <p:cond delay="4500"/>
                            </p:stCondLst>
                            <p:childTnLst>
                              <p:par>
                                <p:cTn id="62" presetID="2" presetClass="entr" presetSubtype="2" accel="50000" decel="50000" fill="hold" grpId="0" nodeType="afterEffect">
                                  <p:stCondLst>
                                    <p:cond delay="0"/>
                                  </p:stCondLst>
                                  <p:childTnLst>
                                    <p:set>
                                      <p:cBhvr>
                                        <p:cTn id="63" dur="1" fill="hold">
                                          <p:stCondLst>
                                            <p:cond delay="0"/>
                                          </p:stCondLst>
                                        </p:cTn>
                                        <p:tgtEl>
                                          <p:spTgt spid="52"/>
                                        </p:tgtEl>
                                        <p:attrNameLst>
                                          <p:attrName>style.visibility</p:attrName>
                                        </p:attrNameLst>
                                      </p:cBhvr>
                                      <p:to>
                                        <p:strVal val="visible"/>
                                      </p:to>
                                    </p:set>
                                    <p:anim calcmode="lin" valueType="num">
                                      <p:cBhvr additive="base">
                                        <p:cTn id="64" dur="500" fill="hold"/>
                                        <p:tgtEl>
                                          <p:spTgt spid="52"/>
                                        </p:tgtEl>
                                        <p:attrNameLst>
                                          <p:attrName>ppt_x</p:attrName>
                                        </p:attrNameLst>
                                      </p:cBhvr>
                                      <p:tavLst>
                                        <p:tav tm="0">
                                          <p:val>
                                            <p:strVal val="1+#ppt_w/2"/>
                                          </p:val>
                                        </p:tav>
                                        <p:tav tm="100000">
                                          <p:val>
                                            <p:strVal val="#ppt_x"/>
                                          </p:val>
                                        </p:tav>
                                      </p:tavLst>
                                    </p:anim>
                                    <p:anim calcmode="lin" valueType="num">
                                      <p:cBhvr additive="base">
                                        <p:cTn id="65" dur="500" fill="hold"/>
                                        <p:tgtEl>
                                          <p:spTgt spid="52"/>
                                        </p:tgtEl>
                                        <p:attrNameLst>
                                          <p:attrName>ppt_y</p:attrName>
                                        </p:attrNameLst>
                                      </p:cBhvr>
                                      <p:tavLst>
                                        <p:tav tm="0">
                                          <p:val>
                                            <p:strVal val="#ppt_y"/>
                                          </p:val>
                                        </p:tav>
                                        <p:tav tm="100000">
                                          <p:val>
                                            <p:strVal val="#ppt_y"/>
                                          </p:val>
                                        </p:tav>
                                      </p:tavLst>
                                    </p:anim>
                                  </p:childTnLst>
                                </p:cTn>
                              </p:par>
                              <p:par>
                                <p:cTn id="66" presetID="10" presetClass="entr" presetSubtype="0" fill="hold" grpId="0" nodeType="withEffect">
                                  <p:stCondLst>
                                    <p:cond delay="0"/>
                                  </p:stCondLst>
                                  <p:childTnLst>
                                    <p:set>
                                      <p:cBhvr>
                                        <p:cTn id="67" dur="1" fill="hold">
                                          <p:stCondLst>
                                            <p:cond delay="0"/>
                                          </p:stCondLst>
                                        </p:cTn>
                                        <p:tgtEl>
                                          <p:spTgt spid="53"/>
                                        </p:tgtEl>
                                        <p:attrNameLst>
                                          <p:attrName>style.visibility</p:attrName>
                                        </p:attrNameLst>
                                      </p:cBhvr>
                                      <p:to>
                                        <p:strVal val="visible"/>
                                      </p:to>
                                    </p:set>
                                    <p:animEffect transition="in" filter="fade">
                                      <p:cBhvr>
                                        <p:cTn id="68" dur="500"/>
                                        <p:tgtEl>
                                          <p:spTgt spid="53"/>
                                        </p:tgtEl>
                                      </p:cBhvr>
                                    </p:animEffect>
                                  </p:childTnLst>
                                </p:cTn>
                              </p:par>
                            </p:childTnLst>
                          </p:cTn>
                        </p:par>
                        <p:par>
                          <p:cTn id="69" fill="hold">
                            <p:stCondLst>
                              <p:cond delay="5000"/>
                            </p:stCondLst>
                            <p:childTnLst>
                              <p:par>
                                <p:cTn id="70" presetID="2" presetClass="entr" presetSubtype="4" accel="50000" decel="5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additive="base">
                                        <p:cTn id="72" dur="500" fill="hold"/>
                                        <p:tgtEl>
                                          <p:spTgt spid="57"/>
                                        </p:tgtEl>
                                        <p:attrNameLst>
                                          <p:attrName>ppt_x</p:attrName>
                                        </p:attrNameLst>
                                      </p:cBhvr>
                                      <p:tavLst>
                                        <p:tav tm="0">
                                          <p:val>
                                            <p:strVal val="#ppt_x"/>
                                          </p:val>
                                        </p:tav>
                                        <p:tav tm="100000">
                                          <p:val>
                                            <p:strVal val="#ppt_x"/>
                                          </p:val>
                                        </p:tav>
                                      </p:tavLst>
                                    </p:anim>
                                    <p:anim calcmode="lin" valueType="num">
                                      <p:cBhvr additive="base">
                                        <p:cTn id="73" dur="500" fill="hold"/>
                                        <p:tgtEl>
                                          <p:spTgt spid="57"/>
                                        </p:tgtEl>
                                        <p:attrNameLst>
                                          <p:attrName>ppt_y</p:attrName>
                                        </p:attrNameLst>
                                      </p:cBhvr>
                                      <p:tavLst>
                                        <p:tav tm="0">
                                          <p:val>
                                            <p:strVal val="1+#ppt_h/2"/>
                                          </p:val>
                                        </p:tav>
                                        <p:tav tm="100000">
                                          <p:val>
                                            <p:strVal val="#ppt_y"/>
                                          </p:val>
                                        </p:tav>
                                      </p:tavLst>
                                    </p:anim>
                                  </p:childTnLst>
                                </p:cTn>
                              </p:par>
                            </p:childTnLst>
                          </p:cTn>
                        </p:par>
                        <p:par>
                          <p:cTn id="74" fill="hold">
                            <p:stCondLst>
                              <p:cond delay="5500"/>
                            </p:stCondLst>
                            <p:childTnLst>
                              <p:par>
                                <p:cTn id="75" presetID="2" presetClass="entr" presetSubtype="2" accel="50000" decel="50000" fill="hold" grpId="0" nodeType="afterEffect">
                                  <p:stCondLst>
                                    <p:cond delay="0"/>
                                  </p:stCondLst>
                                  <p:childTnLst>
                                    <p:set>
                                      <p:cBhvr>
                                        <p:cTn id="76" dur="1" fill="hold">
                                          <p:stCondLst>
                                            <p:cond delay="0"/>
                                          </p:stCondLst>
                                        </p:cTn>
                                        <p:tgtEl>
                                          <p:spTgt spid="55"/>
                                        </p:tgtEl>
                                        <p:attrNameLst>
                                          <p:attrName>style.visibility</p:attrName>
                                        </p:attrNameLst>
                                      </p:cBhvr>
                                      <p:to>
                                        <p:strVal val="visible"/>
                                      </p:to>
                                    </p:set>
                                    <p:anim calcmode="lin" valueType="num">
                                      <p:cBhvr additive="base">
                                        <p:cTn id="77" dur="500" fill="hold"/>
                                        <p:tgtEl>
                                          <p:spTgt spid="55"/>
                                        </p:tgtEl>
                                        <p:attrNameLst>
                                          <p:attrName>ppt_x</p:attrName>
                                        </p:attrNameLst>
                                      </p:cBhvr>
                                      <p:tavLst>
                                        <p:tav tm="0">
                                          <p:val>
                                            <p:strVal val="1+#ppt_w/2"/>
                                          </p:val>
                                        </p:tav>
                                        <p:tav tm="100000">
                                          <p:val>
                                            <p:strVal val="#ppt_x"/>
                                          </p:val>
                                        </p:tav>
                                      </p:tavLst>
                                    </p:anim>
                                    <p:anim calcmode="lin" valueType="num">
                                      <p:cBhvr additive="base">
                                        <p:cTn id="78" dur="500" fill="hold"/>
                                        <p:tgtEl>
                                          <p:spTgt spid="55"/>
                                        </p:tgtEl>
                                        <p:attrNameLst>
                                          <p:attrName>ppt_y</p:attrName>
                                        </p:attrNameLst>
                                      </p:cBhvr>
                                      <p:tavLst>
                                        <p:tav tm="0">
                                          <p:val>
                                            <p:strVal val="#ppt_y"/>
                                          </p:val>
                                        </p:tav>
                                        <p:tav tm="100000">
                                          <p:val>
                                            <p:strVal val="#ppt_y"/>
                                          </p:val>
                                        </p:tav>
                                      </p:tavLst>
                                    </p:anim>
                                  </p:childTnLst>
                                </p:cTn>
                              </p:par>
                              <p:par>
                                <p:cTn id="79" presetID="10" presetClass="entr" presetSubtype="0" fill="hold" grpId="0" nodeType="withEffect">
                                  <p:stCondLst>
                                    <p:cond delay="0"/>
                                  </p:stCondLst>
                                  <p:childTnLst>
                                    <p:set>
                                      <p:cBhvr>
                                        <p:cTn id="80" dur="1" fill="hold">
                                          <p:stCondLst>
                                            <p:cond delay="0"/>
                                          </p:stCondLst>
                                        </p:cTn>
                                        <p:tgtEl>
                                          <p:spTgt spid="56"/>
                                        </p:tgtEl>
                                        <p:attrNameLst>
                                          <p:attrName>style.visibility</p:attrName>
                                        </p:attrNameLst>
                                      </p:cBhvr>
                                      <p:to>
                                        <p:strVal val="visible"/>
                                      </p:to>
                                    </p:set>
                                    <p:animEffect transition="in" filter="fade">
                                      <p:cBhvr>
                                        <p:cTn id="81" dur="500"/>
                                        <p:tgtEl>
                                          <p:spTgt spid="56"/>
                                        </p:tgtEl>
                                      </p:cBhvr>
                                    </p:animEffect>
                                  </p:childTnLst>
                                </p:cTn>
                              </p:par>
                            </p:childTnLst>
                          </p:cTn>
                        </p:par>
                        <p:par>
                          <p:cTn id="82" fill="hold">
                            <p:stCondLst>
                              <p:cond delay="6000"/>
                            </p:stCondLst>
                            <p:childTnLst>
                              <p:par>
                                <p:cTn id="83" presetID="13" presetClass="entr" presetSubtype="16" fill="hold" nodeType="afterEffect">
                                  <p:stCondLst>
                                    <p:cond delay="0"/>
                                  </p:stCondLst>
                                  <p:childTnLst>
                                    <p:set>
                                      <p:cBhvr>
                                        <p:cTn id="84" dur="1" fill="hold">
                                          <p:stCondLst>
                                            <p:cond delay="0"/>
                                          </p:stCondLst>
                                        </p:cTn>
                                        <p:tgtEl>
                                          <p:spTgt spid="29"/>
                                        </p:tgtEl>
                                        <p:attrNameLst>
                                          <p:attrName>style.visibility</p:attrName>
                                        </p:attrNameLst>
                                      </p:cBhvr>
                                      <p:to>
                                        <p:strVal val="visible"/>
                                      </p:to>
                                    </p:set>
                                    <p:animEffect transition="in" filter="plus(in)">
                                      <p:cBhvr>
                                        <p:cTn id="85" dur="500"/>
                                        <p:tgtEl>
                                          <p:spTgt spid="29"/>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28"/>
                                        </p:tgtEl>
                                        <p:attrNameLst>
                                          <p:attrName>style.visibility</p:attrName>
                                        </p:attrNameLst>
                                      </p:cBhvr>
                                      <p:to>
                                        <p:strVal val="visible"/>
                                      </p:to>
                                    </p:set>
                                    <p:animEffect transition="in" filter="fade">
                                      <p:cBhvr>
                                        <p:cTn id="8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4" grpId="0"/>
      <p:bldP spid="27" grpId="0"/>
      <p:bldP spid="43" grpId="0"/>
      <p:bldP spid="44" grpId="0"/>
      <p:bldP spid="45" grpId="0"/>
      <p:bldP spid="46" grpId="0"/>
      <p:bldP spid="47" grpId="0"/>
      <p:bldP spid="48" grpId="0"/>
      <p:bldP spid="49" grpId="0"/>
      <p:bldP spid="50" grpId="0"/>
      <p:bldP spid="51" grpId="0"/>
      <p:bldP spid="52" grpId="0"/>
      <p:bldP spid="53" grpId="0"/>
      <p:bldP spid="54" grpId="0"/>
      <p:bldP spid="55" grpId="0"/>
      <p:bldP spid="56" grpId="0"/>
      <p:bldP spid="57" grpId="0"/>
      <p:bldP spid="28"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Iconic List Sample</a:t>
            </a:r>
            <a:endParaRPr lang="en-US" dirty="0"/>
          </a:p>
        </p:txBody>
      </p:sp>
      <p:sp>
        <p:nvSpPr>
          <p:cNvPr id="6" name="Text Placeholder 5"/>
          <p:cNvSpPr>
            <a:spLocks noGrp="1"/>
          </p:cNvSpPr>
          <p:nvPr>
            <p:ph type="body" sz="half" idx="2"/>
          </p:nvPr>
        </p:nvSpPr>
        <p:spPr/>
        <p:txBody>
          <a:bodyPr/>
          <a:lstStyle/>
          <a:p>
            <a:r>
              <a:rPr lang="en-US"/>
              <a:t>Iconic List Sample</a:t>
            </a:r>
            <a:endParaRPr lang="en-US" dirty="0"/>
          </a:p>
        </p:txBody>
      </p:sp>
      <p:sp>
        <p:nvSpPr>
          <p:cNvPr id="28" name="Slide Number Placeholder 27"/>
          <p:cNvSpPr>
            <a:spLocks noGrp="1"/>
          </p:cNvSpPr>
          <p:nvPr>
            <p:ph type="sldNum" sz="quarter" idx="12"/>
          </p:nvPr>
        </p:nvSpPr>
        <p:spPr/>
        <p:txBody>
          <a:bodyPr/>
          <a:lstStyle/>
          <a:p>
            <a:fld id="{C136B7D2-B98C-44FD-8D04-7EC62A564975}" type="slidenum">
              <a:rPr lang="en-US" smtClean="0"/>
              <a:pPr/>
              <a:t>43</a:t>
            </a:fld>
            <a:endParaRPr lang="en-US" dirty="0"/>
          </a:p>
        </p:txBody>
      </p:sp>
      <p:grpSp>
        <p:nvGrpSpPr>
          <p:cNvPr id="3" name="Group 30"/>
          <p:cNvGrpSpPr/>
          <p:nvPr/>
        </p:nvGrpSpPr>
        <p:grpSpPr>
          <a:xfrm>
            <a:off x="863323" y="1992703"/>
            <a:ext cx="2058394" cy="794192"/>
            <a:chOff x="863323" y="1992703"/>
            <a:chExt cx="2058394" cy="794192"/>
          </a:xfrm>
        </p:grpSpPr>
        <p:sp>
          <p:nvSpPr>
            <p:cNvPr id="7" name="TextBox 6"/>
            <p:cNvSpPr txBox="1"/>
            <p:nvPr/>
          </p:nvSpPr>
          <p:spPr>
            <a:xfrm>
              <a:off x="863323" y="1992703"/>
              <a:ext cx="2058394" cy="184666"/>
            </a:xfrm>
            <a:prstGeom prst="rect">
              <a:avLst/>
            </a:prstGeom>
            <a:noFill/>
          </p:spPr>
          <p:txBody>
            <a:bodyPr wrap="square" lIns="0" tIns="0" rIns="0" bIns="0" rtlCol="0" anchor="ctr">
              <a:spAutoFit/>
            </a:bodyPr>
            <a:lstStyle/>
            <a:p>
              <a:pPr algn="ctr"/>
              <a:r>
                <a:rPr lang="en-US" sz="1200" b="1" dirty="0">
                  <a:solidFill>
                    <a:schemeClr val="accent1"/>
                  </a:solidFill>
                  <a:latin typeface="+mj-lt"/>
                </a:rPr>
                <a:t>Worldwide Business</a:t>
              </a:r>
            </a:p>
          </p:txBody>
        </p:sp>
        <p:sp>
          <p:nvSpPr>
            <p:cNvPr id="8" name="TextBox 7"/>
            <p:cNvSpPr txBox="1"/>
            <p:nvPr/>
          </p:nvSpPr>
          <p:spPr>
            <a:xfrm>
              <a:off x="863323" y="2171342"/>
              <a:ext cx="2058394" cy="615553"/>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25" name="Oval 24"/>
          <p:cNvSpPr/>
          <p:nvPr/>
        </p:nvSpPr>
        <p:spPr>
          <a:xfrm>
            <a:off x="1530622" y="1212855"/>
            <a:ext cx="723797" cy="7030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1">
                  <a:lumMod val="50000"/>
                </a:schemeClr>
              </a:solidFill>
            </a:endParaRPr>
          </a:p>
        </p:txBody>
      </p:sp>
      <p:grpSp>
        <p:nvGrpSpPr>
          <p:cNvPr id="4" name="Group 31"/>
          <p:cNvGrpSpPr/>
          <p:nvPr/>
        </p:nvGrpSpPr>
        <p:grpSpPr>
          <a:xfrm>
            <a:off x="3542950" y="1992704"/>
            <a:ext cx="2058394" cy="794191"/>
            <a:chOff x="3542950" y="1992704"/>
            <a:chExt cx="2058394" cy="794191"/>
          </a:xfrm>
        </p:grpSpPr>
        <p:sp>
          <p:nvSpPr>
            <p:cNvPr id="43" name="TextBox 42"/>
            <p:cNvSpPr txBox="1"/>
            <p:nvPr/>
          </p:nvSpPr>
          <p:spPr>
            <a:xfrm>
              <a:off x="3542950" y="1992704"/>
              <a:ext cx="2058394" cy="184666"/>
            </a:xfrm>
            <a:prstGeom prst="rect">
              <a:avLst/>
            </a:prstGeom>
            <a:noFill/>
          </p:spPr>
          <p:txBody>
            <a:bodyPr wrap="square" lIns="0" tIns="0" rIns="0" bIns="0" rtlCol="0" anchor="ctr">
              <a:spAutoFit/>
            </a:bodyPr>
            <a:lstStyle/>
            <a:p>
              <a:pPr algn="ctr"/>
              <a:r>
                <a:rPr lang="en-US" sz="1200" b="1" dirty="0">
                  <a:solidFill>
                    <a:schemeClr val="accent2"/>
                  </a:solidFill>
                  <a:latin typeface="+mj-lt"/>
                </a:rPr>
                <a:t>Business To Go</a:t>
              </a:r>
            </a:p>
          </p:txBody>
        </p:sp>
        <p:sp>
          <p:nvSpPr>
            <p:cNvPr id="48" name="TextBox 47"/>
            <p:cNvSpPr txBox="1"/>
            <p:nvPr/>
          </p:nvSpPr>
          <p:spPr>
            <a:xfrm>
              <a:off x="3542950" y="2171342"/>
              <a:ext cx="2058394" cy="615553"/>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sp>
        <p:nvSpPr>
          <p:cNvPr id="53" name="Oval 52"/>
          <p:cNvSpPr/>
          <p:nvPr/>
        </p:nvSpPr>
        <p:spPr>
          <a:xfrm>
            <a:off x="4210249" y="1212855"/>
            <a:ext cx="723797" cy="7030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2">
                  <a:lumMod val="50000"/>
                </a:schemeClr>
              </a:solidFill>
            </a:endParaRPr>
          </a:p>
        </p:txBody>
      </p:sp>
      <p:grpSp>
        <p:nvGrpSpPr>
          <p:cNvPr id="5" name="Group 32"/>
          <p:cNvGrpSpPr/>
          <p:nvPr/>
        </p:nvGrpSpPr>
        <p:grpSpPr>
          <a:xfrm>
            <a:off x="6222578" y="1992704"/>
            <a:ext cx="2058394" cy="794191"/>
            <a:chOff x="6222578" y="1992704"/>
            <a:chExt cx="2058394" cy="794191"/>
          </a:xfrm>
        </p:grpSpPr>
        <p:sp>
          <p:nvSpPr>
            <p:cNvPr id="56" name="TextBox 55"/>
            <p:cNvSpPr txBox="1"/>
            <p:nvPr/>
          </p:nvSpPr>
          <p:spPr>
            <a:xfrm>
              <a:off x="6222578" y="1992704"/>
              <a:ext cx="2058394" cy="184666"/>
            </a:xfrm>
            <a:prstGeom prst="rect">
              <a:avLst/>
            </a:prstGeom>
            <a:noFill/>
          </p:spPr>
          <p:txBody>
            <a:bodyPr wrap="square" lIns="0" tIns="0" rIns="0" bIns="0" rtlCol="0" anchor="ctr">
              <a:spAutoFit/>
            </a:bodyPr>
            <a:lstStyle/>
            <a:p>
              <a:pPr algn="ctr"/>
              <a:r>
                <a:rPr lang="en-US" sz="1200" b="1" dirty="0">
                  <a:solidFill>
                    <a:schemeClr val="accent3"/>
                  </a:solidFill>
                  <a:latin typeface="+mj-lt"/>
                </a:rPr>
                <a:t>Creative Solutions</a:t>
              </a:r>
            </a:p>
          </p:txBody>
        </p:sp>
        <p:sp>
          <p:nvSpPr>
            <p:cNvPr id="57" name="TextBox 56"/>
            <p:cNvSpPr txBox="1"/>
            <p:nvPr/>
          </p:nvSpPr>
          <p:spPr>
            <a:xfrm>
              <a:off x="6222578" y="2171342"/>
              <a:ext cx="2058394" cy="615553"/>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58" name="Oval 57"/>
          <p:cNvSpPr/>
          <p:nvPr/>
        </p:nvSpPr>
        <p:spPr>
          <a:xfrm>
            <a:off x="6889877" y="1212855"/>
            <a:ext cx="723797" cy="7030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3">
                  <a:lumMod val="50000"/>
                </a:schemeClr>
              </a:solidFill>
            </a:endParaRPr>
          </a:p>
        </p:txBody>
      </p:sp>
      <p:grpSp>
        <p:nvGrpSpPr>
          <p:cNvPr id="9" name="Group 33"/>
          <p:cNvGrpSpPr/>
          <p:nvPr/>
        </p:nvGrpSpPr>
        <p:grpSpPr>
          <a:xfrm>
            <a:off x="863323" y="3720914"/>
            <a:ext cx="2058394" cy="794191"/>
            <a:chOff x="863323" y="3720914"/>
            <a:chExt cx="2058394" cy="794191"/>
          </a:xfrm>
        </p:grpSpPr>
        <p:sp>
          <p:nvSpPr>
            <p:cNvPr id="61" name="TextBox 60"/>
            <p:cNvSpPr txBox="1"/>
            <p:nvPr/>
          </p:nvSpPr>
          <p:spPr>
            <a:xfrm>
              <a:off x="863323" y="3720914"/>
              <a:ext cx="2058394" cy="184666"/>
            </a:xfrm>
            <a:prstGeom prst="rect">
              <a:avLst/>
            </a:prstGeom>
            <a:noFill/>
          </p:spPr>
          <p:txBody>
            <a:bodyPr wrap="square" lIns="0" tIns="0" rIns="0" bIns="0" rtlCol="0" anchor="ctr">
              <a:spAutoFit/>
            </a:bodyPr>
            <a:lstStyle/>
            <a:p>
              <a:pPr algn="ctr"/>
              <a:r>
                <a:rPr lang="en-US" sz="1200" b="1" dirty="0">
                  <a:solidFill>
                    <a:schemeClr val="accent4"/>
                  </a:solidFill>
                  <a:latin typeface="+mj-lt"/>
                </a:rPr>
                <a:t>Market Assessment</a:t>
              </a:r>
            </a:p>
          </p:txBody>
        </p:sp>
        <p:sp>
          <p:nvSpPr>
            <p:cNvPr id="62" name="TextBox 61"/>
            <p:cNvSpPr txBox="1"/>
            <p:nvPr/>
          </p:nvSpPr>
          <p:spPr>
            <a:xfrm>
              <a:off x="863323" y="3899552"/>
              <a:ext cx="2058394" cy="615553"/>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endParaRPr lang="en-US" sz="1000" dirty="0">
                <a:solidFill>
                  <a:schemeClr val="tx1">
                    <a:lumMod val="65000"/>
                    <a:lumOff val="35000"/>
                  </a:schemeClr>
                </a:solidFill>
              </a:endParaRPr>
            </a:p>
          </p:txBody>
        </p:sp>
      </p:grpSp>
      <p:sp>
        <p:nvSpPr>
          <p:cNvPr id="63" name="Oval 62"/>
          <p:cNvSpPr/>
          <p:nvPr/>
        </p:nvSpPr>
        <p:spPr>
          <a:xfrm>
            <a:off x="1530622" y="2941065"/>
            <a:ext cx="723797" cy="70307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4">
                  <a:lumMod val="50000"/>
                </a:schemeClr>
              </a:solidFill>
            </a:endParaRPr>
          </a:p>
        </p:txBody>
      </p:sp>
      <p:grpSp>
        <p:nvGrpSpPr>
          <p:cNvPr id="10" name="Group 34"/>
          <p:cNvGrpSpPr/>
          <p:nvPr/>
        </p:nvGrpSpPr>
        <p:grpSpPr>
          <a:xfrm>
            <a:off x="3542950" y="3720914"/>
            <a:ext cx="2058394" cy="794191"/>
            <a:chOff x="3542950" y="3720914"/>
            <a:chExt cx="2058394" cy="794191"/>
          </a:xfrm>
        </p:grpSpPr>
        <p:sp>
          <p:nvSpPr>
            <p:cNvPr id="66" name="TextBox 65"/>
            <p:cNvSpPr txBox="1"/>
            <p:nvPr/>
          </p:nvSpPr>
          <p:spPr>
            <a:xfrm>
              <a:off x="3542950" y="3720914"/>
              <a:ext cx="2058394" cy="184666"/>
            </a:xfrm>
            <a:prstGeom prst="rect">
              <a:avLst/>
            </a:prstGeom>
            <a:noFill/>
          </p:spPr>
          <p:txBody>
            <a:bodyPr wrap="square" lIns="0" tIns="0" rIns="0" bIns="0" rtlCol="0" anchor="ctr">
              <a:spAutoFit/>
            </a:bodyPr>
            <a:lstStyle/>
            <a:p>
              <a:pPr algn="ctr"/>
              <a:r>
                <a:rPr lang="en-US" sz="1200" b="1" dirty="0">
                  <a:solidFill>
                    <a:schemeClr val="accent5"/>
                  </a:solidFill>
                  <a:latin typeface="+mj-lt"/>
                </a:rPr>
                <a:t>Regulatory Support</a:t>
              </a:r>
            </a:p>
          </p:txBody>
        </p:sp>
        <p:sp>
          <p:nvSpPr>
            <p:cNvPr id="67" name="TextBox 66"/>
            <p:cNvSpPr txBox="1"/>
            <p:nvPr/>
          </p:nvSpPr>
          <p:spPr>
            <a:xfrm>
              <a:off x="3542950" y="3899552"/>
              <a:ext cx="2058394" cy="615553"/>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endParaRPr lang="en-US" sz="1000" dirty="0">
                <a:solidFill>
                  <a:schemeClr val="tx1">
                    <a:lumMod val="65000"/>
                    <a:lumOff val="35000"/>
                  </a:schemeClr>
                </a:solidFill>
              </a:endParaRPr>
            </a:p>
          </p:txBody>
        </p:sp>
      </p:grpSp>
      <p:sp>
        <p:nvSpPr>
          <p:cNvPr id="68" name="Oval 67"/>
          <p:cNvSpPr/>
          <p:nvPr/>
        </p:nvSpPr>
        <p:spPr>
          <a:xfrm>
            <a:off x="4210249" y="2941065"/>
            <a:ext cx="723797" cy="70307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5">
                  <a:lumMod val="50000"/>
                </a:schemeClr>
              </a:solidFill>
              <a:cs typeface="+mj-cs"/>
            </a:endParaRPr>
          </a:p>
        </p:txBody>
      </p:sp>
      <p:grpSp>
        <p:nvGrpSpPr>
          <p:cNvPr id="11" name="Group 35"/>
          <p:cNvGrpSpPr/>
          <p:nvPr/>
        </p:nvGrpSpPr>
        <p:grpSpPr>
          <a:xfrm>
            <a:off x="6222578" y="3720914"/>
            <a:ext cx="2058394" cy="794191"/>
            <a:chOff x="6222578" y="3720914"/>
            <a:chExt cx="2058394" cy="794191"/>
          </a:xfrm>
        </p:grpSpPr>
        <p:sp>
          <p:nvSpPr>
            <p:cNvPr id="71" name="TextBox 70"/>
            <p:cNvSpPr txBox="1"/>
            <p:nvPr/>
          </p:nvSpPr>
          <p:spPr>
            <a:xfrm>
              <a:off x="6222578" y="3720914"/>
              <a:ext cx="2058394" cy="184666"/>
            </a:xfrm>
            <a:prstGeom prst="rect">
              <a:avLst/>
            </a:prstGeom>
            <a:noFill/>
          </p:spPr>
          <p:txBody>
            <a:bodyPr wrap="square" lIns="0" tIns="0" rIns="0" bIns="0" rtlCol="0" anchor="ctr">
              <a:spAutoFit/>
            </a:bodyPr>
            <a:lstStyle/>
            <a:p>
              <a:pPr algn="ctr"/>
              <a:r>
                <a:rPr lang="en-US" sz="1200" b="1" dirty="0">
                  <a:solidFill>
                    <a:schemeClr val="accent6"/>
                  </a:solidFill>
                  <a:latin typeface="+mj-lt"/>
                </a:rPr>
                <a:t>Program Management</a:t>
              </a:r>
            </a:p>
          </p:txBody>
        </p:sp>
        <p:sp>
          <p:nvSpPr>
            <p:cNvPr id="72" name="TextBox 71"/>
            <p:cNvSpPr txBox="1"/>
            <p:nvPr/>
          </p:nvSpPr>
          <p:spPr>
            <a:xfrm>
              <a:off x="6222578" y="3899552"/>
              <a:ext cx="2058394" cy="615553"/>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endParaRPr lang="en-US" sz="1000" dirty="0">
                <a:solidFill>
                  <a:schemeClr val="tx1">
                    <a:lumMod val="65000"/>
                    <a:lumOff val="35000"/>
                  </a:schemeClr>
                </a:solidFill>
              </a:endParaRPr>
            </a:p>
          </p:txBody>
        </p:sp>
      </p:grpSp>
      <p:sp>
        <p:nvSpPr>
          <p:cNvPr id="73" name="Oval 72"/>
          <p:cNvSpPr/>
          <p:nvPr/>
        </p:nvSpPr>
        <p:spPr>
          <a:xfrm>
            <a:off x="6889877" y="2941065"/>
            <a:ext cx="723797" cy="70307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6">
                  <a:lumMod val="50000"/>
                </a:schemeClr>
              </a:solidFill>
            </a:endParaRPr>
          </a:p>
        </p:txBody>
      </p:sp>
      <p:sp>
        <p:nvSpPr>
          <p:cNvPr id="29" name="Freeform 245"/>
          <p:cNvSpPr>
            <a:spLocks/>
          </p:cNvSpPr>
          <p:nvPr/>
        </p:nvSpPr>
        <p:spPr bwMode="auto">
          <a:xfrm>
            <a:off x="1726714" y="1398586"/>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5"/>
          <p:cNvSpPr>
            <a:spLocks noEditPoints="1"/>
          </p:cNvSpPr>
          <p:nvPr/>
        </p:nvSpPr>
        <p:spPr bwMode="auto">
          <a:xfrm>
            <a:off x="4386962" y="1379207"/>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17"/>
          <p:cNvSpPr>
            <a:spLocks noEditPoints="1"/>
          </p:cNvSpPr>
          <p:nvPr/>
        </p:nvSpPr>
        <p:spPr bwMode="auto">
          <a:xfrm>
            <a:off x="1703080" y="3150522"/>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216"/>
          <p:cNvSpPr>
            <a:spLocks noEditPoints="1"/>
          </p:cNvSpPr>
          <p:nvPr/>
        </p:nvSpPr>
        <p:spPr bwMode="auto">
          <a:xfrm>
            <a:off x="4402600" y="3121902"/>
            <a:ext cx="339094" cy="341400"/>
          </a:xfrm>
          <a:custGeom>
            <a:avLst/>
            <a:gdLst/>
            <a:ahLst/>
            <a:cxnLst>
              <a:cxn ang="0">
                <a:pos x="68" y="34"/>
              </a:cxn>
              <a:cxn ang="0">
                <a:pos x="34" y="68"/>
              </a:cxn>
              <a:cxn ang="0">
                <a:pos x="0" y="34"/>
              </a:cxn>
              <a:cxn ang="0">
                <a:pos x="34" y="0"/>
              </a:cxn>
              <a:cxn ang="0">
                <a:pos x="68" y="34"/>
              </a:cxn>
              <a:cxn ang="0">
                <a:pos x="15" y="40"/>
              </a:cxn>
              <a:cxn ang="0">
                <a:pos x="14" y="34"/>
              </a:cxn>
              <a:cxn ang="0">
                <a:pos x="15" y="27"/>
              </a:cxn>
              <a:cxn ang="0">
                <a:pos x="8" y="20"/>
              </a:cxn>
              <a:cxn ang="0">
                <a:pos x="5" y="34"/>
              </a:cxn>
              <a:cxn ang="0">
                <a:pos x="8" y="47"/>
              </a:cxn>
              <a:cxn ang="0">
                <a:pos x="15" y="40"/>
              </a:cxn>
              <a:cxn ang="0">
                <a:pos x="48" y="34"/>
              </a:cxn>
              <a:cxn ang="0">
                <a:pos x="34" y="19"/>
              </a:cxn>
              <a:cxn ang="0">
                <a:pos x="19" y="34"/>
              </a:cxn>
              <a:cxn ang="0">
                <a:pos x="34" y="48"/>
              </a:cxn>
              <a:cxn ang="0">
                <a:pos x="48" y="34"/>
              </a:cxn>
              <a:cxn ang="0">
                <a:pos x="20" y="8"/>
              </a:cxn>
              <a:cxn ang="0">
                <a:pos x="27" y="15"/>
              </a:cxn>
              <a:cxn ang="0">
                <a:pos x="34" y="14"/>
              </a:cxn>
              <a:cxn ang="0">
                <a:pos x="40" y="15"/>
              </a:cxn>
              <a:cxn ang="0">
                <a:pos x="47" y="8"/>
              </a:cxn>
              <a:cxn ang="0">
                <a:pos x="34" y="5"/>
              </a:cxn>
              <a:cxn ang="0">
                <a:pos x="20" y="8"/>
              </a:cxn>
              <a:cxn ang="0">
                <a:pos x="47" y="59"/>
              </a:cxn>
              <a:cxn ang="0">
                <a:pos x="40" y="52"/>
              </a:cxn>
              <a:cxn ang="0">
                <a:pos x="34" y="53"/>
              </a:cxn>
              <a:cxn ang="0">
                <a:pos x="27" y="52"/>
              </a:cxn>
              <a:cxn ang="0">
                <a:pos x="20" y="59"/>
              </a:cxn>
              <a:cxn ang="0">
                <a:pos x="34" y="63"/>
              </a:cxn>
              <a:cxn ang="0">
                <a:pos x="47" y="59"/>
              </a:cxn>
              <a:cxn ang="0">
                <a:pos x="60" y="47"/>
              </a:cxn>
              <a:cxn ang="0">
                <a:pos x="63" y="34"/>
              </a:cxn>
              <a:cxn ang="0">
                <a:pos x="60" y="20"/>
              </a:cxn>
              <a:cxn ang="0">
                <a:pos x="52" y="27"/>
              </a:cxn>
              <a:cxn ang="0">
                <a:pos x="53" y="34"/>
              </a:cxn>
              <a:cxn ang="0">
                <a:pos x="52" y="40"/>
              </a:cxn>
              <a:cxn ang="0">
                <a:pos x="60" y="47"/>
              </a:cxn>
            </a:cxnLst>
            <a:rect l="0" t="0" r="r" b="b"/>
            <a:pathLst>
              <a:path w="68" h="68">
                <a:moveTo>
                  <a:pt x="68" y="34"/>
                </a:moveTo>
                <a:cubicBezTo>
                  <a:pt x="68" y="52"/>
                  <a:pt x="53" y="68"/>
                  <a:pt x="34" y="68"/>
                </a:cubicBezTo>
                <a:cubicBezTo>
                  <a:pt x="15" y="68"/>
                  <a:pt x="0" y="52"/>
                  <a:pt x="0" y="34"/>
                </a:cubicBezTo>
                <a:cubicBezTo>
                  <a:pt x="0" y="15"/>
                  <a:pt x="15" y="0"/>
                  <a:pt x="34" y="0"/>
                </a:cubicBezTo>
                <a:cubicBezTo>
                  <a:pt x="53" y="0"/>
                  <a:pt x="68" y="15"/>
                  <a:pt x="68" y="34"/>
                </a:cubicBezTo>
                <a:close/>
                <a:moveTo>
                  <a:pt x="15" y="40"/>
                </a:moveTo>
                <a:cubicBezTo>
                  <a:pt x="15" y="38"/>
                  <a:pt x="14" y="36"/>
                  <a:pt x="14" y="34"/>
                </a:cubicBezTo>
                <a:cubicBezTo>
                  <a:pt x="14" y="31"/>
                  <a:pt x="15" y="29"/>
                  <a:pt x="15" y="27"/>
                </a:cubicBezTo>
                <a:cubicBezTo>
                  <a:pt x="8" y="20"/>
                  <a:pt x="8" y="20"/>
                  <a:pt x="8" y="20"/>
                </a:cubicBezTo>
                <a:cubicBezTo>
                  <a:pt x="6" y="24"/>
                  <a:pt x="5" y="29"/>
                  <a:pt x="5" y="34"/>
                </a:cubicBezTo>
                <a:cubicBezTo>
                  <a:pt x="5" y="39"/>
                  <a:pt x="6" y="43"/>
                  <a:pt x="8" y="47"/>
                </a:cubicBezTo>
                <a:lnTo>
                  <a:pt x="15" y="40"/>
                </a:lnTo>
                <a:close/>
                <a:moveTo>
                  <a:pt x="48" y="34"/>
                </a:moveTo>
                <a:cubicBezTo>
                  <a:pt x="48" y="26"/>
                  <a:pt x="42" y="19"/>
                  <a:pt x="34" y="19"/>
                </a:cubicBezTo>
                <a:cubicBezTo>
                  <a:pt x="26" y="19"/>
                  <a:pt x="19" y="26"/>
                  <a:pt x="19" y="34"/>
                </a:cubicBezTo>
                <a:cubicBezTo>
                  <a:pt x="19" y="42"/>
                  <a:pt x="26" y="48"/>
                  <a:pt x="34" y="48"/>
                </a:cubicBezTo>
                <a:cubicBezTo>
                  <a:pt x="42" y="48"/>
                  <a:pt x="48" y="42"/>
                  <a:pt x="48" y="34"/>
                </a:cubicBezTo>
                <a:close/>
                <a:moveTo>
                  <a:pt x="20" y="8"/>
                </a:moveTo>
                <a:cubicBezTo>
                  <a:pt x="27" y="15"/>
                  <a:pt x="27" y="15"/>
                  <a:pt x="27" y="15"/>
                </a:cubicBezTo>
                <a:cubicBezTo>
                  <a:pt x="29" y="15"/>
                  <a:pt x="32" y="14"/>
                  <a:pt x="34" y="14"/>
                </a:cubicBezTo>
                <a:cubicBezTo>
                  <a:pt x="36" y="14"/>
                  <a:pt x="38" y="15"/>
                  <a:pt x="40" y="15"/>
                </a:cubicBezTo>
                <a:cubicBezTo>
                  <a:pt x="47" y="8"/>
                  <a:pt x="47" y="8"/>
                  <a:pt x="47" y="8"/>
                </a:cubicBezTo>
                <a:cubicBezTo>
                  <a:pt x="43" y="6"/>
                  <a:pt x="39" y="5"/>
                  <a:pt x="34" y="5"/>
                </a:cubicBezTo>
                <a:cubicBezTo>
                  <a:pt x="29" y="5"/>
                  <a:pt x="24" y="6"/>
                  <a:pt x="20" y="8"/>
                </a:cubicBezTo>
                <a:close/>
                <a:moveTo>
                  <a:pt x="47" y="59"/>
                </a:moveTo>
                <a:cubicBezTo>
                  <a:pt x="40" y="52"/>
                  <a:pt x="40" y="52"/>
                  <a:pt x="40" y="52"/>
                </a:cubicBezTo>
                <a:cubicBezTo>
                  <a:pt x="38" y="53"/>
                  <a:pt x="36" y="53"/>
                  <a:pt x="34" y="53"/>
                </a:cubicBezTo>
                <a:cubicBezTo>
                  <a:pt x="32" y="53"/>
                  <a:pt x="29" y="53"/>
                  <a:pt x="27" y="52"/>
                </a:cubicBezTo>
                <a:cubicBezTo>
                  <a:pt x="20" y="59"/>
                  <a:pt x="20" y="59"/>
                  <a:pt x="20" y="59"/>
                </a:cubicBezTo>
                <a:cubicBezTo>
                  <a:pt x="24" y="62"/>
                  <a:pt x="29" y="63"/>
                  <a:pt x="34" y="63"/>
                </a:cubicBezTo>
                <a:cubicBezTo>
                  <a:pt x="39" y="63"/>
                  <a:pt x="43" y="62"/>
                  <a:pt x="47" y="59"/>
                </a:cubicBezTo>
                <a:close/>
                <a:moveTo>
                  <a:pt x="60" y="47"/>
                </a:moveTo>
                <a:cubicBezTo>
                  <a:pt x="62" y="43"/>
                  <a:pt x="63" y="39"/>
                  <a:pt x="63" y="34"/>
                </a:cubicBezTo>
                <a:cubicBezTo>
                  <a:pt x="63" y="29"/>
                  <a:pt x="62" y="24"/>
                  <a:pt x="60" y="20"/>
                </a:cubicBezTo>
                <a:cubicBezTo>
                  <a:pt x="52" y="27"/>
                  <a:pt x="52" y="27"/>
                  <a:pt x="52" y="27"/>
                </a:cubicBezTo>
                <a:cubicBezTo>
                  <a:pt x="53" y="29"/>
                  <a:pt x="53" y="32"/>
                  <a:pt x="53" y="34"/>
                </a:cubicBezTo>
                <a:cubicBezTo>
                  <a:pt x="53" y="36"/>
                  <a:pt x="53" y="38"/>
                  <a:pt x="52" y="40"/>
                </a:cubicBezTo>
                <a:lnTo>
                  <a:pt x="60" y="4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8"/>
          <p:cNvSpPr>
            <a:spLocks noEditPoints="1"/>
          </p:cNvSpPr>
          <p:nvPr/>
        </p:nvSpPr>
        <p:spPr bwMode="auto">
          <a:xfrm>
            <a:off x="7103455" y="1347705"/>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35"/>
          <p:cNvSpPr>
            <a:spLocks noEditPoints="1"/>
          </p:cNvSpPr>
          <p:nvPr/>
        </p:nvSpPr>
        <p:spPr bwMode="auto">
          <a:xfrm>
            <a:off x="7100095" y="3150522"/>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ppt_w</p:attrName>
                                        </p:attrNameLst>
                                      </p:cBhvr>
                                      <p:tavLst>
                                        <p:tav tm="0" fmla="#ppt_w*sin(2.5*pi*$)">
                                          <p:val>
                                            <p:fltVal val="0"/>
                                          </p:val>
                                        </p:tav>
                                        <p:tav tm="100000">
                                          <p:val>
                                            <p:fltVal val="1"/>
                                          </p:val>
                                        </p:tav>
                                      </p:tavLst>
                                    </p:anim>
                                    <p:anim calcmode="lin" valueType="num">
                                      <p:cBhvr>
                                        <p:cTn id="9" dur="1000" fill="hold"/>
                                        <p:tgtEl>
                                          <p:spTgt spid="25"/>
                                        </p:tgtEl>
                                        <p:attrNameLst>
                                          <p:attrName>ppt_h</p:attrName>
                                        </p:attrNameLst>
                                      </p:cBhvr>
                                      <p:tavLst>
                                        <p:tav tm="0">
                                          <p:val>
                                            <p:strVal val="#ppt_h"/>
                                          </p:val>
                                        </p:tav>
                                        <p:tav tm="100000">
                                          <p:val>
                                            <p:strVal val="#ppt_h"/>
                                          </p:val>
                                        </p:tav>
                                      </p:tavLst>
                                    </p:anim>
                                  </p:childTnLst>
                                </p:cTn>
                              </p:par>
                            </p:childTnLst>
                          </p:cTn>
                        </p:par>
                        <p:par>
                          <p:cTn id="10" fill="hold">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29"/>
                                        </p:tgtEl>
                                        <p:attrNameLst>
                                          <p:attrName>style.visibility</p:attrName>
                                        </p:attrNameLst>
                                      </p:cBhvr>
                                      <p:to>
                                        <p:strVal val="visible"/>
                                      </p:to>
                                    </p:set>
                                    <p:anim calcmode="lin" valueType="num">
                                      <p:cBhvr>
                                        <p:cTn id="13" dur="500" fill="hold"/>
                                        <p:tgtEl>
                                          <p:spTgt spid="29"/>
                                        </p:tgtEl>
                                        <p:attrNameLst>
                                          <p:attrName>ppt_w</p:attrName>
                                        </p:attrNameLst>
                                      </p:cBhvr>
                                      <p:tavLst>
                                        <p:tav tm="0">
                                          <p:val>
                                            <p:fltVal val="0"/>
                                          </p:val>
                                        </p:tav>
                                        <p:tav tm="100000">
                                          <p:val>
                                            <p:strVal val="#ppt_w"/>
                                          </p:val>
                                        </p:tav>
                                      </p:tavLst>
                                    </p:anim>
                                    <p:anim calcmode="lin" valueType="num">
                                      <p:cBhvr>
                                        <p:cTn id="14" dur="500" fill="hold"/>
                                        <p:tgtEl>
                                          <p:spTgt spid="29"/>
                                        </p:tgtEl>
                                        <p:attrNameLst>
                                          <p:attrName>ppt_h</p:attrName>
                                        </p:attrNameLst>
                                      </p:cBhvr>
                                      <p:tavLst>
                                        <p:tav tm="0">
                                          <p:val>
                                            <p:fltVal val="0"/>
                                          </p:val>
                                        </p:tav>
                                        <p:tav tm="100000">
                                          <p:val>
                                            <p:strVal val="#ppt_h"/>
                                          </p:val>
                                        </p:tav>
                                      </p:tavLst>
                                    </p:anim>
                                    <p:animEffect transition="in" filter="fade">
                                      <p:cBhvr>
                                        <p:cTn id="15" dur="500"/>
                                        <p:tgtEl>
                                          <p:spTgt spid="29"/>
                                        </p:tgtEl>
                                      </p:cBhvr>
                                    </p:animEffect>
                                  </p:childTnLst>
                                </p:cTn>
                              </p:par>
                              <p:par>
                                <p:cTn id="16" presetID="42"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anim calcmode="lin" valueType="num">
                                      <p:cBhvr>
                                        <p:cTn id="19" dur="500" fill="hold"/>
                                        <p:tgtEl>
                                          <p:spTgt spid="3"/>
                                        </p:tgtEl>
                                        <p:attrNameLst>
                                          <p:attrName>ppt_x</p:attrName>
                                        </p:attrNameLst>
                                      </p:cBhvr>
                                      <p:tavLst>
                                        <p:tav tm="0">
                                          <p:val>
                                            <p:strVal val="#ppt_x"/>
                                          </p:val>
                                        </p:tav>
                                        <p:tav tm="100000">
                                          <p:val>
                                            <p:strVal val="#ppt_x"/>
                                          </p:val>
                                        </p:tav>
                                      </p:tavLst>
                                    </p:anim>
                                    <p:anim calcmode="lin" valueType="num">
                                      <p:cBhvr>
                                        <p:cTn id="20" dur="500" fill="hold"/>
                                        <p:tgtEl>
                                          <p:spTgt spid="3"/>
                                        </p:tgtEl>
                                        <p:attrNameLst>
                                          <p:attrName>ppt_y</p:attrName>
                                        </p:attrNameLst>
                                      </p:cBhvr>
                                      <p:tavLst>
                                        <p:tav tm="0">
                                          <p:val>
                                            <p:strVal val="#ppt_y+.1"/>
                                          </p:val>
                                        </p:tav>
                                        <p:tav tm="100000">
                                          <p:val>
                                            <p:strVal val="#ppt_y"/>
                                          </p:val>
                                        </p:tav>
                                      </p:tavLst>
                                    </p:anim>
                                  </p:childTnLst>
                                </p:cTn>
                              </p:par>
                            </p:childTnLst>
                          </p:cTn>
                        </p:par>
                        <p:par>
                          <p:cTn id="21" fill="hold">
                            <p:stCondLst>
                              <p:cond delay="1500"/>
                            </p:stCondLst>
                            <p:childTnLst>
                              <p:par>
                                <p:cTn id="22" presetID="45" presetClass="entr" presetSubtype="0" fill="hold" grpId="0" nodeType="afterEffect">
                                  <p:stCondLst>
                                    <p:cond delay="0"/>
                                  </p:stCondLst>
                                  <p:iterate type="lt">
                                    <p:tmPct val="10000"/>
                                  </p:iterate>
                                  <p:childTnLst>
                                    <p:set>
                                      <p:cBhvr>
                                        <p:cTn id="23" dur="1" fill="hold">
                                          <p:stCondLst>
                                            <p:cond delay="0"/>
                                          </p:stCondLst>
                                        </p:cTn>
                                        <p:tgtEl>
                                          <p:spTgt spid="53"/>
                                        </p:tgtEl>
                                        <p:attrNameLst>
                                          <p:attrName>style.visibility</p:attrName>
                                        </p:attrNameLst>
                                      </p:cBhvr>
                                      <p:to>
                                        <p:strVal val="visible"/>
                                      </p:to>
                                    </p:set>
                                    <p:animEffect transition="in" filter="fade">
                                      <p:cBhvr>
                                        <p:cTn id="24" dur="1000"/>
                                        <p:tgtEl>
                                          <p:spTgt spid="53"/>
                                        </p:tgtEl>
                                      </p:cBhvr>
                                    </p:animEffect>
                                    <p:anim calcmode="lin" valueType="num">
                                      <p:cBhvr>
                                        <p:cTn id="25" dur="1000" fill="hold"/>
                                        <p:tgtEl>
                                          <p:spTgt spid="53"/>
                                        </p:tgtEl>
                                        <p:attrNameLst>
                                          <p:attrName>ppt_w</p:attrName>
                                        </p:attrNameLst>
                                      </p:cBhvr>
                                      <p:tavLst>
                                        <p:tav tm="0" fmla="#ppt_w*sin(2.5*pi*$)">
                                          <p:val>
                                            <p:fltVal val="0"/>
                                          </p:val>
                                        </p:tav>
                                        <p:tav tm="100000">
                                          <p:val>
                                            <p:fltVal val="1"/>
                                          </p:val>
                                        </p:tav>
                                      </p:tavLst>
                                    </p:anim>
                                    <p:anim calcmode="lin" valueType="num">
                                      <p:cBhvr>
                                        <p:cTn id="26" dur="1000" fill="hold"/>
                                        <p:tgtEl>
                                          <p:spTgt spid="53"/>
                                        </p:tgtEl>
                                        <p:attrNameLst>
                                          <p:attrName>ppt_h</p:attrName>
                                        </p:attrNameLst>
                                      </p:cBhvr>
                                      <p:tavLst>
                                        <p:tav tm="0">
                                          <p:val>
                                            <p:strVal val="#ppt_h"/>
                                          </p:val>
                                        </p:tav>
                                        <p:tav tm="100000">
                                          <p:val>
                                            <p:strVal val="#ppt_h"/>
                                          </p:val>
                                        </p:tav>
                                      </p:tavLst>
                                    </p:anim>
                                  </p:childTnLst>
                                </p:cTn>
                              </p:par>
                            </p:childTnLst>
                          </p:cTn>
                        </p:par>
                        <p:par>
                          <p:cTn id="27" fill="hold">
                            <p:stCondLst>
                              <p:cond delay="2500"/>
                            </p:stCondLst>
                            <p:childTnLst>
                              <p:par>
                                <p:cTn id="28" presetID="53" presetClass="entr" presetSubtype="0" fill="hold" grpId="0" nodeType="afterEffect">
                                  <p:stCondLst>
                                    <p:cond delay="0"/>
                                  </p:stCondLst>
                                  <p:childTnLst>
                                    <p:set>
                                      <p:cBhvr>
                                        <p:cTn id="29" dur="1" fill="hold">
                                          <p:stCondLst>
                                            <p:cond delay="0"/>
                                          </p:stCondLst>
                                        </p:cTn>
                                        <p:tgtEl>
                                          <p:spTgt spid="30"/>
                                        </p:tgtEl>
                                        <p:attrNameLst>
                                          <p:attrName>style.visibility</p:attrName>
                                        </p:attrNameLst>
                                      </p:cBhvr>
                                      <p:to>
                                        <p:strVal val="visible"/>
                                      </p:to>
                                    </p:set>
                                    <p:anim calcmode="lin" valueType="num">
                                      <p:cBhvr>
                                        <p:cTn id="30" dur="500" fill="hold"/>
                                        <p:tgtEl>
                                          <p:spTgt spid="30"/>
                                        </p:tgtEl>
                                        <p:attrNameLst>
                                          <p:attrName>ppt_w</p:attrName>
                                        </p:attrNameLst>
                                      </p:cBhvr>
                                      <p:tavLst>
                                        <p:tav tm="0">
                                          <p:val>
                                            <p:fltVal val="0"/>
                                          </p:val>
                                        </p:tav>
                                        <p:tav tm="100000">
                                          <p:val>
                                            <p:strVal val="#ppt_w"/>
                                          </p:val>
                                        </p:tav>
                                      </p:tavLst>
                                    </p:anim>
                                    <p:anim calcmode="lin" valueType="num">
                                      <p:cBhvr>
                                        <p:cTn id="31" dur="500" fill="hold"/>
                                        <p:tgtEl>
                                          <p:spTgt spid="30"/>
                                        </p:tgtEl>
                                        <p:attrNameLst>
                                          <p:attrName>ppt_h</p:attrName>
                                        </p:attrNameLst>
                                      </p:cBhvr>
                                      <p:tavLst>
                                        <p:tav tm="0">
                                          <p:val>
                                            <p:fltVal val="0"/>
                                          </p:val>
                                        </p:tav>
                                        <p:tav tm="100000">
                                          <p:val>
                                            <p:strVal val="#ppt_h"/>
                                          </p:val>
                                        </p:tav>
                                      </p:tavLst>
                                    </p:anim>
                                    <p:animEffect transition="in" filter="fade">
                                      <p:cBhvr>
                                        <p:cTn id="32" dur="500"/>
                                        <p:tgtEl>
                                          <p:spTgt spid="30"/>
                                        </p:tgtEl>
                                      </p:cBhvr>
                                    </p:animEffect>
                                  </p:childTnLst>
                                </p:cTn>
                              </p:par>
                              <p:par>
                                <p:cTn id="33" presetID="42" presetClass="entr" presetSubtype="0"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anim calcmode="lin" valueType="num">
                                      <p:cBhvr>
                                        <p:cTn id="36" dur="500" fill="hold"/>
                                        <p:tgtEl>
                                          <p:spTgt spid="4"/>
                                        </p:tgtEl>
                                        <p:attrNameLst>
                                          <p:attrName>ppt_x</p:attrName>
                                        </p:attrNameLst>
                                      </p:cBhvr>
                                      <p:tavLst>
                                        <p:tav tm="0">
                                          <p:val>
                                            <p:strVal val="#ppt_x"/>
                                          </p:val>
                                        </p:tav>
                                        <p:tav tm="100000">
                                          <p:val>
                                            <p:strVal val="#ppt_x"/>
                                          </p:val>
                                        </p:tav>
                                      </p:tavLst>
                                    </p:anim>
                                    <p:anim calcmode="lin" valueType="num">
                                      <p:cBhvr>
                                        <p:cTn id="37" dur="500" fill="hold"/>
                                        <p:tgtEl>
                                          <p:spTgt spid="4"/>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45" presetClass="entr" presetSubtype="0" fill="hold" grpId="0" nodeType="afterEffect">
                                  <p:stCondLst>
                                    <p:cond delay="0"/>
                                  </p:stCondLst>
                                  <p:iterate type="lt">
                                    <p:tmPct val="10000"/>
                                  </p:iterate>
                                  <p:childTnLst>
                                    <p:set>
                                      <p:cBhvr>
                                        <p:cTn id="40" dur="1" fill="hold">
                                          <p:stCondLst>
                                            <p:cond delay="0"/>
                                          </p:stCondLst>
                                        </p:cTn>
                                        <p:tgtEl>
                                          <p:spTgt spid="58"/>
                                        </p:tgtEl>
                                        <p:attrNameLst>
                                          <p:attrName>style.visibility</p:attrName>
                                        </p:attrNameLst>
                                      </p:cBhvr>
                                      <p:to>
                                        <p:strVal val="visible"/>
                                      </p:to>
                                    </p:set>
                                    <p:animEffect transition="in" filter="fade">
                                      <p:cBhvr>
                                        <p:cTn id="41" dur="1000"/>
                                        <p:tgtEl>
                                          <p:spTgt spid="58"/>
                                        </p:tgtEl>
                                      </p:cBhvr>
                                    </p:animEffect>
                                    <p:anim calcmode="lin" valueType="num">
                                      <p:cBhvr>
                                        <p:cTn id="42" dur="1000" fill="hold"/>
                                        <p:tgtEl>
                                          <p:spTgt spid="58"/>
                                        </p:tgtEl>
                                        <p:attrNameLst>
                                          <p:attrName>ppt_w</p:attrName>
                                        </p:attrNameLst>
                                      </p:cBhvr>
                                      <p:tavLst>
                                        <p:tav tm="0" fmla="#ppt_w*sin(2.5*pi*$)">
                                          <p:val>
                                            <p:fltVal val="0"/>
                                          </p:val>
                                        </p:tav>
                                        <p:tav tm="100000">
                                          <p:val>
                                            <p:fltVal val="1"/>
                                          </p:val>
                                        </p:tav>
                                      </p:tavLst>
                                    </p:anim>
                                    <p:anim calcmode="lin" valueType="num">
                                      <p:cBhvr>
                                        <p:cTn id="43" dur="1000" fill="hold"/>
                                        <p:tgtEl>
                                          <p:spTgt spid="58"/>
                                        </p:tgtEl>
                                        <p:attrNameLst>
                                          <p:attrName>ppt_h</p:attrName>
                                        </p:attrNameLst>
                                      </p:cBhvr>
                                      <p:tavLst>
                                        <p:tav tm="0">
                                          <p:val>
                                            <p:strVal val="#ppt_h"/>
                                          </p:val>
                                        </p:tav>
                                        <p:tav tm="100000">
                                          <p:val>
                                            <p:strVal val="#ppt_h"/>
                                          </p:val>
                                        </p:tav>
                                      </p:tavLst>
                                    </p:anim>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39"/>
                                        </p:tgtEl>
                                        <p:attrNameLst>
                                          <p:attrName>style.visibility</p:attrName>
                                        </p:attrNameLst>
                                      </p:cBhvr>
                                      <p:to>
                                        <p:strVal val="visible"/>
                                      </p:to>
                                    </p:set>
                                    <p:anim calcmode="lin" valueType="num">
                                      <p:cBhvr>
                                        <p:cTn id="47" dur="500" fill="hold"/>
                                        <p:tgtEl>
                                          <p:spTgt spid="39"/>
                                        </p:tgtEl>
                                        <p:attrNameLst>
                                          <p:attrName>ppt_w</p:attrName>
                                        </p:attrNameLst>
                                      </p:cBhvr>
                                      <p:tavLst>
                                        <p:tav tm="0">
                                          <p:val>
                                            <p:fltVal val="0"/>
                                          </p:val>
                                        </p:tav>
                                        <p:tav tm="100000">
                                          <p:val>
                                            <p:strVal val="#ppt_w"/>
                                          </p:val>
                                        </p:tav>
                                      </p:tavLst>
                                    </p:anim>
                                    <p:anim calcmode="lin" valueType="num">
                                      <p:cBhvr>
                                        <p:cTn id="48" dur="500" fill="hold"/>
                                        <p:tgtEl>
                                          <p:spTgt spid="39"/>
                                        </p:tgtEl>
                                        <p:attrNameLst>
                                          <p:attrName>ppt_h</p:attrName>
                                        </p:attrNameLst>
                                      </p:cBhvr>
                                      <p:tavLst>
                                        <p:tav tm="0">
                                          <p:val>
                                            <p:fltVal val="0"/>
                                          </p:val>
                                        </p:tav>
                                        <p:tav tm="100000">
                                          <p:val>
                                            <p:strVal val="#ppt_h"/>
                                          </p:val>
                                        </p:tav>
                                      </p:tavLst>
                                    </p:anim>
                                    <p:animEffect transition="in" filter="fade">
                                      <p:cBhvr>
                                        <p:cTn id="49" dur="500"/>
                                        <p:tgtEl>
                                          <p:spTgt spid="39"/>
                                        </p:tgtEl>
                                      </p:cBhvr>
                                    </p:animEffect>
                                  </p:childTnLst>
                                </p:cTn>
                              </p:par>
                              <p:par>
                                <p:cTn id="50" presetID="42" presetClass="entr" presetSubtype="0" fill="hold" nodeType="with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fade">
                                      <p:cBhvr>
                                        <p:cTn id="52" dur="500"/>
                                        <p:tgtEl>
                                          <p:spTgt spid="5"/>
                                        </p:tgtEl>
                                      </p:cBhvr>
                                    </p:animEffect>
                                    <p:anim calcmode="lin" valueType="num">
                                      <p:cBhvr>
                                        <p:cTn id="53" dur="500" fill="hold"/>
                                        <p:tgtEl>
                                          <p:spTgt spid="5"/>
                                        </p:tgtEl>
                                        <p:attrNameLst>
                                          <p:attrName>ppt_x</p:attrName>
                                        </p:attrNameLst>
                                      </p:cBhvr>
                                      <p:tavLst>
                                        <p:tav tm="0">
                                          <p:val>
                                            <p:strVal val="#ppt_x"/>
                                          </p:val>
                                        </p:tav>
                                        <p:tav tm="100000">
                                          <p:val>
                                            <p:strVal val="#ppt_x"/>
                                          </p:val>
                                        </p:tav>
                                      </p:tavLst>
                                    </p:anim>
                                    <p:anim calcmode="lin" valueType="num">
                                      <p:cBhvr>
                                        <p:cTn id="54" dur="500" fill="hold"/>
                                        <p:tgtEl>
                                          <p:spTgt spid="5"/>
                                        </p:tgtEl>
                                        <p:attrNameLst>
                                          <p:attrName>ppt_y</p:attrName>
                                        </p:attrNameLst>
                                      </p:cBhvr>
                                      <p:tavLst>
                                        <p:tav tm="0">
                                          <p:val>
                                            <p:strVal val="#ppt_y+.1"/>
                                          </p:val>
                                        </p:tav>
                                        <p:tav tm="100000">
                                          <p:val>
                                            <p:strVal val="#ppt_y"/>
                                          </p:val>
                                        </p:tav>
                                      </p:tavLst>
                                    </p:anim>
                                  </p:childTnLst>
                                </p:cTn>
                              </p:par>
                            </p:childTnLst>
                          </p:cTn>
                        </p:par>
                        <p:par>
                          <p:cTn id="55" fill="hold">
                            <p:stCondLst>
                              <p:cond delay="4500"/>
                            </p:stCondLst>
                            <p:childTnLst>
                              <p:par>
                                <p:cTn id="56" presetID="45" presetClass="entr" presetSubtype="0" fill="hold" grpId="0" nodeType="afterEffect">
                                  <p:stCondLst>
                                    <p:cond delay="0"/>
                                  </p:stCondLst>
                                  <p:iterate type="lt">
                                    <p:tmPct val="10000"/>
                                  </p:iterate>
                                  <p:childTnLst>
                                    <p:set>
                                      <p:cBhvr>
                                        <p:cTn id="57" dur="1" fill="hold">
                                          <p:stCondLst>
                                            <p:cond delay="0"/>
                                          </p:stCondLst>
                                        </p:cTn>
                                        <p:tgtEl>
                                          <p:spTgt spid="63"/>
                                        </p:tgtEl>
                                        <p:attrNameLst>
                                          <p:attrName>style.visibility</p:attrName>
                                        </p:attrNameLst>
                                      </p:cBhvr>
                                      <p:to>
                                        <p:strVal val="visible"/>
                                      </p:to>
                                    </p:set>
                                    <p:animEffect transition="in" filter="fade">
                                      <p:cBhvr>
                                        <p:cTn id="58" dur="1000"/>
                                        <p:tgtEl>
                                          <p:spTgt spid="63"/>
                                        </p:tgtEl>
                                      </p:cBhvr>
                                    </p:animEffect>
                                    <p:anim calcmode="lin" valueType="num">
                                      <p:cBhvr>
                                        <p:cTn id="59" dur="1000" fill="hold"/>
                                        <p:tgtEl>
                                          <p:spTgt spid="63"/>
                                        </p:tgtEl>
                                        <p:attrNameLst>
                                          <p:attrName>ppt_w</p:attrName>
                                        </p:attrNameLst>
                                      </p:cBhvr>
                                      <p:tavLst>
                                        <p:tav tm="0" fmla="#ppt_w*sin(2.5*pi*$)">
                                          <p:val>
                                            <p:fltVal val="0"/>
                                          </p:val>
                                        </p:tav>
                                        <p:tav tm="100000">
                                          <p:val>
                                            <p:fltVal val="1"/>
                                          </p:val>
                                        </p:tav>
                                      </p:tavLst>
                                    </p:anim>
                                    <p:anim calcmode="lin" valueType="num">
                                      <p:cBhvr>
                                        <p:cTn id="60" dur="1000" fill="hold"/>
                                        <p:tgtEl>
                                          <p:spTgt spid="63"/>
                                        </p:tgtEl>
                                        <p:attrNameLst>
                                          <p:attrName>ppt_h</p:attrName>
                                        </p:attrNameLst>
                                      </p:cBhvr>
                                      <p:tavLst>
                                        <p:tav tm="0">
                                          <p:val>
                                            <p:strVal val="#ppt_h"/>
                                          </p:val>
                                        </p:tav>
                                        <p:tav tm="100000">
                                          <p:val>
                                            <p:strVal val="#ppt_h"/>
                                          </p:val>
                                        </p:tav>
                                      </p:tavLst>
                                    </p:anim>
                                  </p:childTnLst>
                                </p:cTn>
                              </p:par>
                            </p:childTnLst>
                          </p:cTn>
                        </p:par>
                        <p:par>
                          <p:cTn id="61" fill="hold">
                            <p:stCondLst>
                              <p:cond delay="5500"/>
                            </p:stCondLst>
                            <p:childTnLst>
                              <p:par>
                                <p:cTn id="62" presetID="53" presetClass="entr" presetSubtype="0" fill="hold" grpId="0" nodeType="afterEffect">
                                  <p:stCondLst>
                                    <p:cond delay="0"/>
                                  </p:stCondLst>
                                  <p:childTnLst>
                                    <p:set>
                                      <p:cBhvr>
                                        <p:cTn id="63" dur="1" fill="hold">
                                          <p:stCondLst>
                                            <p:cond delay="0"/>
                                          </p:stCondLst>
                                        </p:cTn>
                                        <p:tgtEl>
                                          <p:spTgt spid="37"/>
                                        </p:tgtEl>
                                        <p:attrNameLst>
                                          <p:attrName>style.visibility</p:attrName>
                                        </p:attrNameLst>
                                      </p:cBhvr>
                                      <p:to>
                                        <p:strVal val="visible"/>
                                      </p:to>
                                    </p:set>
                                    <p:anim calcmode="lin" valueType="num">
                                      <p:cBhvr>
                                        <p:cTn id="64" dur="500" fill="hold"/>
                                        <p:tgtEl>
                                          <p:spTgt spid="37"/>
                                        </p:tgtEl>
                                        <p:attrNameLst>
                                          <p:attrName>ppt_w</p:attrName>
                                        </p:attrNameLst>
                                      </p:cBhvr>
                                      <p:tavLst>
                                        <p:tav tm="0">
                                          <p:val>
                                            <p:fltVal val="0"/>
                                          </p:val>
                                        </p:tav>
                                        <p:tav tm="100000">
                                          <p:val>
                                            <p:strVal val="#ppt_w"/>
                                          </p:val>
                                        </p:tav>
                                      </p:tavLst>
                                    </p:anim>
                                    <p:anim calcmode="lin" valueType="num">
                                      <p:cBhvr>
                                        <p:cTn id="65" dur="500" fill="hold"/>
                                        <p:tgtEl>
                                          <p:spTgt spid="37"/>
                                        </p:tgtEl>
                                        <p:attrNameLst>
                                          <p:attrName>ppt_h</p:attrName>
                                        </p:attrNameLst>
                                      </p:cBhvr>
                                      <p:tavLst>
                                        <p:tav tm="0">
                                          <p:val>
                                            <p:fltVal val="0"/>
                                          </p:val>
                                        </p:tav>
                                        <p:tav tm="100000">
                                          <p:val>
                                            <p:strVal val="#ppt_h"/>
                                          </p:val>
                                        </p:tav>
                                      </p:tavLst>
                                    </p:anim>
                                    <p:animEffect transition="in" filter="fade">
                                      <p:cBhvr>
                                        <p:cTn id="66" dur="500"/>
                                        <p:tgtEl>
                                          <p:spTgt spid="37"/>
                                        </p:tgtEl>
                                      </p:cBhvr>
                                    </p:animEffect>
                                  </p:childTnLst>
                                </p:cTn>
                              </p:par>
                              <p:par>
                                <p:cTn id="67" presetID="42" presetClass="entr" presetSubtype="0" fill="hold" nodeType="withEffect">
                                  <p:stCondLst>
                                    <p:cond delay="0"/>
                                  </p:stCondLst>
                                  <p:childTnLst>
                                    <p:set>
                                      <p:cBhvr>
                                        <p:cTn id="68" dur="1" fill="hold">
                                          <p:stCondLst>
                                            <p:cond delay="0"/>
                                          </p:stCondLst>
                                        </p:cTn>
                                        <p:tgtEl>
                                          <p:spTgt spid="9"/>
                                        </p:tgtEl>
                                        <p:attrNameLst>
                                          <p:attrName>style.visibility</p:attrName>
                                        </p:attrNameLst>
                                      </p:cBhvr>
                                      <p:to>
                                        <p:strVal val="visible"/>
                                      </p:to>
                                    </p:set>
                                    <p:animEffect transition="in" filter="fade">
                                      <p:cBhvr>
                                        <p:cTn id="69" dur="500"/>
                                        <p:tgtEl>
                                          <p:spTgt spid="9"/>
                                        </p:tgtEl>
                                      </p:cBhvr>
                                    </p:animEffect>
                                    <p:anim calcmode="lin" valueType="num">
                                      <p:cBhvr>
                                        <p:cTn id="70" dur="500" fill="hold"/>
                                        <p:tgtEl>
                                          <p:spTgt spid="9"/>
                                        </p:tgtEl>
                                        <p:attrNameLst>
                                          <p:attrName>ppt_x</p:attrName>
                                        </p:attrNameLst>
                                      </p:cBhvr>
                                      <p:tavLst>
                                        <p:tav tm="0">
                                          <p:val>
                                            <p:strVal val="#ppt_x"/>
                                          </p:val>
                                        </p:tav>
                                        <p:tav tm="100000">
                                          <p:val>
                                            <p:strVal val="#ppt_x"/>
                                          </p:val>
                                        </p:tav>
                                      </p:tavLst>
                                    </p:anim>
                                    <p:anim calcmode="lin" valueType="num">
                                      <p:cBhvr>
                                        <p:cTn id="71" dur="500" fill="hold"/>
                                        <p:tgtEl>
                                          <p:spTgt spid="9"/>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45" presetClass="entr" presetSubtype="0" fill="hold" grpId="0" nodeType="afterEffect">
                                  <p:stCondLst>
                                    <p:cond delay="0"/>
                                  </p:stCondLst>
                                  <p:iterate type="lt">
                                    <p:tmPct val="10000"/>
                                  </p:iterate>
                                  <p:childTnLst>
                                    <p:set>
                                      <p:cBhvr>
                                        <p:cTn id="74" dur="1" fill="hold">
                                          <p:stCondLst>
                                            <p:cond delay="0"/>
                                          </p:stCondLst>
                                        </p:cTn>
                                        <p:tgtEl>
                                          <p:spTgt spid="68"/>
                                        </p:tgtEl>
                                        <p:attrNameLst>
                                          <p:attrName>style.visibility</p:attrName>
                                        </p:attrNameLst>
                                      </p:cBhvr>
                                      <p:to>
                                        <p:strVal val="visible"/>
                                      </p:to>
                                    </p:set>
                                    <p:animEffect transition="in" filter="fade">
                                      <p:cBhvr>
                                        <p:cTn id="75" dur="1000"/>
                                        <p:tgtEl>
                                          <p:spTgt spid="68"/>
                                        </p:tgtEl>
                                      </p:cBhvr>
                                    </p:animEffect>
                                    <p:anim calcmode="lin" valueType="num">
                                      <p:cBhvr>
                                        <p:cTn id="76" dur="1000" fill="hold"/>
                                        <p:tgtEl>
                                          <p:spTgt spid="68"/>
                                        </p:tgtEl>
                                        <p:attrNameLst>
                                          <p:attrName>ppt_w</p:attrName>
                                        </p:attrNameLst>
                                      </p:cBhvr>
                                      <p:tavLst>
                                        <p:tav tm="0" fmla="#ppt_w*sin(2.5*pi*$)">
                                          <p:val>
                                            <p:fltVal val="0"/>
                                          </p:val>
                                        </p:tav>
                                        <p:tav tm="100000">
                                          <p:val>
                                            <p:fltVal val="1"/>
                                          </p:val>
                                        </p:tav>
                                      </p:tavLst>
                                    </p:anim>
                                    <p:anim calcmode="lin" valueType="num">
                                      <p:cBhvr>
                                        <p:cTn id="77" dur="1000" fill="hold"/>
                                        <p:tgtEl>
                                          <p:spTgt spid="68"/>
                                        </p:tgtEl>
                                        <p:attrNameLst>
                                          <p:attrName>ppt_h</p:attrName>
                                        </p:attrNameLst>
                                      </p:cBhvr>
                                      <p:tavLst>
                                        <p:tav tm="0">
                                          <p:val>
                                            <p:strVal val="#ppt_h"/>
                                          </p:val>
                                        </p:tav>
                                        <p:tav tm="100000">
                                          <p:val>
                                            <p:strVal val="#ppt_h"/>
                                          </p:val>
                                        </p:tav>
                                      </p:tavLst>
                                    </p:anim>
                                  </p:childTnLst>
                                </p:cTn>
                              </p:par>
                            </p:childTnLst>
                          </p:cTn>
                        </p:par>
                        <p:par>
                          <p:cTn id="78" fill="hold">
                            <p:stCondLst>
                              <p:cond delay="7000"/>
                            </p:stCondLst>
                            <p:childTnLst>
                              <p:par>
                                <p:cTn id="79" presetID="53" presetClass="entr" presetSubtype="0" fill="hold" grpId="0" nodeType="afterEffect">
                                  <p:stCondLst>
                                    <p:cond delay="0"/>
                                  </p:stCondLst>
                                  <p:childTnLst>
                                    <p:set>
                                      <p:cBhvr>
                                        <p:cTn id="80" dur="1" fill="hold">
                                          <p:stCondLst>
                                            <p:cond delay="0"/>
                                          </p:stCondLst>
                                        </p:cTn>
                                        <p:tgtEl>
                                          <p:spTgt spid="38"/>
                                        </p:tgtEl>
                                        <p:attrNameLst>
                                          <p:attrName>style.visibility</p:attrName>
                                        </p:attrNameLst>
                                      </p:cBhvr>
                                      <p:to>
                                        <p:strVal val="visible"/>
                                      </p:to>
                                    </p:set>
                                    <p:anim calcmode="lin" valueType="num">
                                      <p:cBhvr>
                                        <p:cTn id="81" dur="500" fill="hold"/>
                                        <p:tgtEl>
                                          <p:spTgt spid="38"/>
                                        </p:tgtEl>
                                        <p:attrNameLst>
                                          <p:attrName>ppt_w</p:attrName>
                                        </p:attrNameLst>
                                      </p:cBhvr>
                                      <p:tavLst>
                                        <p:tav tm="0">
                                          <p:val>
                                            <p:fltVal val="0"/>
                                          </p:val>
                                        </p:tav>
                                        <p:tav tm="100000">
                                          <p:val>
                                            <p:strVal val="#ppt_w"/>
                                          </p:val>
                                        </p:tav>
                                      </p:tavLst>
                                    </p:anim>
                                    <p:anim calcmode="lin" valueType="num">
                                      <p:cBhvr>
                                        <p:cTn id="82" dur="500" fill="hold"/>
                                        <p:tgtEl>
                                          <p:spTgt spid="38"/>
                                        </p:tgtEl>
                                        <p:attrNameLst>
                                          <p:attrName>ppt_h</p:attrName>
                                        </p:attrNameLst>
                                      </p:cBhvr>
                                      <p:tavLst>
                                        <p:tav tm="0">
                                          <p:val>
                                            <p:fltVal val="0"/>
                                          </p:val>
                                        </p:tav>
                                        <p:tav tm="100000">
                                          <p:val>
                                            <p:strVal val="#ppt_h"/>
                                          </p:val>
                                        </p:tav>
                                      </p:tavLst>
                                    </p:anim>
                                    <p:animEffect transition="in" filter="fade">
                                      <p:cBhvr>
                                        <p:cTn id="83" dur="500"/>
                                        <p:tgtEl>
                                          <p:spTgt spid="38"/>
                                        </p:tgtEl>
                                      </p:cBhvr>
                                    </p:animEffect>
                                  </p:childTnLst>
                                </p:cTn>
                              </p:par>
                              <p:par>
                                <p:cTn id="84" presetID="42" presetClass="entr" presetSubtype="0" fill="hold" nodeType="withEffect">
                                  <p:stCondLst>
                                    <p:cond delay="0"/>
                                  </p:stCondLst>
                                  <p:childTnLst>
                                    <p:set>
                                      <p:cBhvr>
                                        <p:cTn id="85" dur="1" fill="hold">
                                          <p:stCondLst>
                                            <p:cond delay="0"/>
                                          </p:stCondLst>
                                        </p:cTn>
                                        <p:tgtEl>
                                          <p:spTgt spid="10"/>
                                        </p:tgtEl>
                                        <p:attrNameLst>
                                          <p:attrName>style.visibility</p:attrName>
                                        </p:attrNameLst>
                                      </p:cBhvr>
                                      <p:to>
                                        <p:strVal val="visible"/>
                                      </p:to>
                                    </p:set>
                                    <p:animEffect transition="in" filter="fade">
                                      <p:cBhvr>
                                        <p:cTn id="86" dur="500"/>
                                        <p:tgtEl>
                                          <p:spTgt spid="10"/>
                                        </p:tgtEl>
                                      </p:cBhvr>
                                    </p:animEffect>
                                    <p:anim calcmode="lin" valueType="num">
                                      <p:cBhvr>
                                        <p:cTn id="87" dur="500" fill="hold"/>
                                        <p:tgtEl>
                                          <p:spTgt spid="10"/>
                                        </p:tgtEl>
                                        <p:attrNameLst>
                                          <p:attrName>ppt_x</p:attrName>
                                        </p:attrNameLst>
                                      </p:cBhvr>
                                      <p:tavLst>
                                        <p:tav tm="0">
                                          <p:val>
                                            <p:strVal val="#ppt_x"/>
                                          </p:val>
                                        </p:tav>
                                        <p:tav tm="100000">
                                          <p:val>
                                            <p:strVal val="#ppt_x"/>
                                          </p:val>
                                        </p:tav>
                                      </p:tavLst>
                                    </p:anim>
                                    <p:anim calcmode="lin" valueType="num">
                                      <p:cBhvr>
                                        <p:cTn id="88" dur="500" fill="hold"/>
                                        <p:tgtEl>
                                          <p:spTgt spid="10"/>
                                        </p:tgtEl>
                                        <p:attrNameLst>
                                          <p:attrName>ppt_y</p:attrName>
                                        </p:attrNameLst>
                                      </p:cBhvr>
                                      <p:tavLst>
                                        <p:tav tm="0">
                                          <p:val>
                                            <p:strVal val="#ppt_y+.1"/>
                                          </p:val>
                                        </p:tav>
                                        <p:tav tm="100000">
                                          <p:val>
                                            <p:strVal val="#ppt_y"/>
                                          </p:val>
                                        </p:tav>
                                      </p:tavLst>
                                    </p:anim>
                                  </p:childTnLst>
                                </p:cTn>
                              </p:par>
                            </p:childTnLst>
                          </p:cTn>
                        </p:par>
                        <p:par>
                          <p:cTn id="89" fill="hold">
                            <p:stCondLst>
                              <p:cond delay="7500"/>
                            </p:stCondLst>
                            <p:childTnLst>
                              <p:par>
                                <p:cTn id="90" presetID="45" presetClass="entr" presetSubtype="0" fill="hold" grpId="0" nodeType="afterEffect">
                                  <p:stCondLst>
                                    <p:cond delay="0"/>
                                  </p:stCondLst>
                                  <p:iterate type="lt">
                                    <p:tmPct val="10000"/>
                                  </p:iterate>
                                  <p:childTnLst>
                                    <p:set>
                                      <p:cBhvr>
                                        <p:cTn id="91" dur="1" fill="hold">
                                          <p:stCondLst>
                                            <p:cond delay="0"/>
                                          </p:stCondLst>
                                        </p:cTn>
                                        <p:tgtEl>
                                          <p:spTgt spid="73"/>
                                        </p:tgtEl>
                                        <p:attrNameLst>
                                          <p:attrName>style.visibility</p:attrName>
                                        </p:attrNameLst>
                                      </p:cBhvr>
                                      <p:to>
                                        <p:strVal val="visible"/>
                                      </p:to>
                                    </p:set>
                                    <p:animEffect transition="in" filter="fade">
                                      <p:cBhvr>
                                        <p:cTn id="92" dur="1000"/>
                                        <p:tgtEl>
                                          <p:spTgt spid="73"/>
                                        </p:tgtEl>
                                      </p:cBhvr>
                                    </p:animEffect>
                                    <p:anim calcmode="lin" valueType="num">
                                      <p:cBhvr>
                                        <p:cTn id="93" dur="1000" fill="hold"/>
                                        <p:tgtEl>
                                          <p:spTgt spid="73"/>
                                        </p:tgtEl>
                                        <p:attrNameLst>
                                          <p:attrName>ppt_w</p:attrName>
                                        </p:attrNameLst>
                                      </p:cBhvr>
                                      <p:tavLst>
                                        <p:tav tm="0" fmla="#ppt_w*sin(2.5*pi*$)">
                                          <p:val>
                                            <p:fltVal val="0"/>
                                          </p:val>
                                        </p:tav>
                                        <p:tav tm="100000">
                                          <p:val>
                                            <p:fltVal val="1"/>
                                          </p:val>
                                        </p:tav>
                                      </p:tavLst>
                                    </p:anim>
                                    <p:anim calcmode="lin" valueType="num">
                                      <p:cBhvr>
                                        <p:cTn id="94" dur="1000" fill="hold"/>
                                        <p:tgtEl>
                                          <p:spTgt spid="73"/>
                                        </p:tgtEl>
                                        <p:attrNameLst>
                                          <p:attrName>ppt_h</p:attrName>
                                        </p:attrNameLst>
                                      </p:cBhvr>
                                      <p:tavLst>
                                        <p:tav tm="0">
                                          <p:val>
                                            <p:strVal val="#ppt_h"/>
                                          </p:val>
                                        </p:tav>
                                        <p:tav tm="100000">
                                          <p:val>
                                            <p:strVal val="#ppt_h"/>
                                          </p:val>
                                        </p:tav>
                                      </p:tavLst>
                                    </p:anim>
                                  </p:childTnLst>
                                </p:cTn>
                              </p:par>
                            </p:childTnLst>
                          </p:cTn>
                        </p:par>
                        <p:par>
                          <p:cTn id="95" fill="hold">
                            <p:stCondLst>
                              <p:cond delay="8500"/>
                            </p:stCondLst>
                            <p:childTnLst>
                              <p:par>
                                <p:cTn id="96" presetID="53" presetClass="entr" presetSubtype="0" fill="hold" grpId="0" nodeType="afterEffect">
                                  <p:stCondLst>
                                    <p:cond delay="0"/>
                                  </p:stCondLst>
                                  <p:childTnLst>
                                    <p:set>
                                      <p:cBhvr>
                                        <p:cTn id="97" dur="1" fill="hold">
                                          <p:stCondLst>
                                            <p:cond delay="0"/>
                                          </p:stCondLst>
                                        </p:cTn>
                                        <p:tgtEl>
                                          <p:spTgt spid="40"/>
                                        </p:tgtEl>
                                        <p:attrNameLst>
                                          <p:attrName>style.visibility</p:attrName>
                                        </p:attrNameLst>
                                      </p:cBhvr>
                                      <p:to>
                                        <p:strVal val="visible"/>
                                      </p:to>
                                    </p:set>
                                    <p:anim calcmode="lin" valueType="num">
                                      <p:cBhvr>
                                        <p:cTn id="98" dur="500" fill="hold"/>
                                        <p:tgtEl>
                                          <p:spTgt spid="40"/>
                                        </p:tgtEl>
                                        <p:attrNameLst>
                                          <p:attrName>ppt_w</p:attrName>
                                        </p:attrNameLst>
                                      </p:cBhvr>
                                      <p:tavLst>
                                        <p:tav tm="0">
                                          <p:val>
                                            <p:fltVal val="0"/>
                                          </p:val>
                                        </p:tav>
                                        <p:tav tm="100000">
                                          <p:val>
                                            <p:strVal val="#ppt_w"/>
                                          </p:val>
                                        </p:tav>
                                      </p:tavLst>
                                    </p:anim>
                                    <p:anim calcmode="lin" valueType="num">
                                      <p:cBhvr>
                                        <p:cTn id="99" dur="500" fill="hold"/>
                                        <p:tgtEl>
                                          <p:spTgt spid="40"/>
                                        </p:tgtEl>
                                        <p:attrNameLst>
                                          <p:attrName>ppt_h</p:attrName>
                                        </p:attrNameLst>
                                      </p:cBhvr>
                                      <p:tavLst>
                                        <p:tav tm="0">
                                          <p:val>
                                            <p:fltVal val="0"/>
                                          </p:val>
                                        </p:tav>
                                        <p:tav tm="100000">
                                          <p:val>
                                            <p:strVal val="#ppt_h"/>
                                          </p:val>
                                        </p:tav>
                                      </p:tavLst>
                                    </p:anim>
                                    <p:animEffect transition="in" filter="fade">
                                      <p:cBhvr>
                                        <p:cTn id="100" dur="500"/>
                                        <p:tgtEl>
                                          <p:spTgt spid="40"/>
                                        </p:tgtEl>
                                      </p:cBhvr>
                                    </p:animEffect>
                                  </p:childTnLst>
                                </p:cTn>
                              </p:par>
                              <p:par>
                                <p:cTn id="101" presetID="42" presetClass="entr" presetSubtype="0" fill="hold" nodeType="withEffect">
                                  <p:stCondLst>
                                    <p:cond delay="0"/>
                                  </p:stCondLst>
                                  <p:childTnLst>
                                    <p:set>
                                      <p:cBhvr>
                                        <p:cTn id="102" dur="1" fill="hold">
                                          <p:stCondLst>
                                            <p:cond delay="0"/>
                                          </p:stCondLst>
                                        </p:cTn>
                                        <p:tgtEl>
                                          <p:spTgt spid="11"/>
                                        </p:tgtEl>
                                        <p:attrNameLst>
                                          <p:attrName>style.visibility</p:attrName>
                                        </p:attrNameLst>
                                      </p:cBhvr>
                                      <p:to>
                                        <p:strVal val="visible"/>
                                      </p:to>
                                    </p:set>
                                    <p:animEffect transition="in" filter="fade">
                                      <p:cBhvr>
                                        <p:cTn id="103" dur="500"/>
                                        <p:tgtEl>
                                          <p:spTgt spid="11"/>
                                        </p:tgtEl>
                                      </p:cBhvr>
                                    </p:animEffect>
                                    <p:anim calcmode="lin" valueType="num">
                                      <p:cBhvr>
                                        <p:cTn id="104" dur="500" fill="hold"/>
                                        <p:tgtEl>
                                          <p:spTgt spid="11"/>
                                        </p:tgtEl>
                                        <p:attrNameLst>
                                          <p:attrName>ppt_x</p:attrName>
                                        </p:attrNameLst>
                                      </p:cBhvr>
                                      <p:tavLst>
                                        <p:tav tm="0">
                                          <p:val>
                                            <p:strVal val="#ppt_x"/>
                                          </p:val>
                                        </p:tav>
                                        <p:tav tm="100000">
                                          <p:val>
                                            <p:strVal val="#ppt_x"/>
                                          </p:val>
                                        </p:tav>
                                      </p:tavLst>
                                    </p:anim>
                                    <p:anim calcmode="lin" valueType="num">
                                      <p:cBhvr>
                                        <p:cTn id="105"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53" grpId="0" animBg="1"/>
      <p:bldP spid="58" grpId="0" animBg="1"/>
      <p:bldP spid="63" grpId="0" animBg="1"/>
      <p:bldP spid="68" grpId="0" animBg="1"/>
      <p:bldP spid="73" grpId="0" animBg="1"/>
      <p:bldP spid="29" grpId="0" animBg="1"/>
      <p:bldP spid="30" grpId="0" animBg="1"/>
      <p:bldP spid="37" grpId="0" animBg="1"/>
      <p:bldP spid="38" grpId="0" animBg="1"/>
      <p:bldP spid="39" grpId="0" animBg="1"/>
      <p:bldP spid="4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Iconic List Sample</a:t>
            </a:r>
            <a:endParaRPr lang="en-US" dirty="0"/>
          </a:p>
        </p:txBody>
      </p:sp>
      <p:sp>
        <p:nvSpPr>
          <p:cNvPr id="6" name="Text Placeholder 5"/>
          <p:cNvSpPr>
            <a:spLocks noGrp="1"/>
          </p:cNvSpPr>
          <p:nvPr>
            <p:ph type="body" sz="half" idx="2"/>
          </p:nvPr>
        </p:nvSpPr>
        <p:spPr/>
        <p:txBody>
          <a:bodyPr/>
          <a:lstStyle/>
          <a:p>
            <a:r>
              <a:rPr lang="en-US"/>
              <a:t>Iconic List Sample</a:t>
            </a:r>
            <a:endParaRPr lang="en-US" dirty="0"/>
          </a:p>
        </p:txBody>
      </p:sp>
      <p:sp>
        <p:nvSpPr>
          <p:cNvPr id="32" name="Slide Number Placeholder 31"/>
          <p:cNvSpPr>
            <a:spLocks noGrp="1"/>
          </p:cNvSpPr>
          <p:nvPr>
            <p:ph type="sldNum" sz="quarter" idx="12"/>
          </p:nvPr>
        </p:nvSpPr>
        <p:spPr/>
        <p:txBody>
          <a:bodyPr/>
          <a:lstStyle/>
          <a:p>
            <a:fld id="{C136B7D2-B98C-44FD-8D04-7EC62A564975}" type="slidenum">
              <a:rPr lang="en-US" smtClean="0"/>
              <a:pPr/>
              <a:t>44</a:t>
            </a:fld>
            <a:endParaRPr lang="en-US" dirty="0"/>
          </a:p>
        </p:txBody>
      </p:sp>
      <p:sp>
        <p:nvSpPr>
          <p:cNvPr id="25" name="Flowchart: Off-page Connector 24"/>
          <p:cNvSpPr/>
          <p:nvPr/>
        </p:nvSpPr>
        <p:spPr>
          <a:xfrm>
            <a:off x="679818" y="1527447"/>
            <a:ext cx="723797" cy="703075"/>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accent1">
                  <a:lumMod val="50000"/>
                </a:schemeClr>
              </a:solidFill>
              <a:latin typeface="FontAwesome" pitchFamily="2" charset="0"/>
            </a:endParaRPr>
          </a:p>
        </p:txBody>
      </p:sp>
      <p:sp>
        <p:nvSpPr>
          <p:cNvPr id="31" name="Flowchart: Off-page Connector 30"/>
          <p:cNvSpPr/>
          <p:nvPr/>
        </p:nvSpPr>
        <p:spPr>
          <a:xfrm>
            <a:off x="679818" y="2534136"/>
            <a:ext cx="723797" cy="703077"/>
          </a:xfrm>
          <a:prstGeom prst="flowChartOffpage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50000"/>
                </a:schemeClr>
              </a:solidFill>
            </a:endParaRPr>
          </a:p>
        </p:txBody>
      </p:sp>
      <p:sp>
        <p:nvSpPr>
          <p:cNvPr id="36" name="Flowchart: Off-page Connector 35"/>
          <p:cNvSpPr/>
          <p:nvPr/>
        </p:nvSpPr>
        <p:spPr>
          <a:xfrm>
            <a:off x="679818" y="3542258"/>
            <a:ext cx="723797" cy="703077"/>
          </a:xfrm>
          <a:prstGeom prst="flowChartOffpage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5">
                  <a:lumMod val="50000"/>
                </a:schemeClr>
              </a:solidFill>
            </a:endParaRPr>
          </a:p>
        </p:txBody>
      </p:sp>
      <p:grpSp>
        <p:nvGrpSpPr>
          <p:cNvPr id="3" name="Group 32"/>
          <p:cNvGrpSpPr/>
          <p:nvPr/>
        </p:nvGrpSpPr>
        <p:grpSpPr>
          <a:xfrm>
            <a:off x="1576435" y="1536250"/>
            <a:ext cx="2649923" cy="665418"/>
            <a:chOff x="5638262" y="1447392"/>
            <a:chExt cx="2649923" cy="665418"/>
          </a:xfrm>
        </p:grpSpPr>
        <p:sp>
          <p:nvSpPr>
            <p:cNvPr id="57" name="TextBox 56"/>
            <p:cNvSpPr txBox="1"/>
            <p:nvPr/>
          </p:nvSpPr>
          <p:spPr>
            <a:xfrm>
              <a:off x="5638263" y="1447392"/>
              <a:ext cx="1674882" cy="215444"/>
            </a:xfrm>
            <a:prstGeom prst="rect">
              <a:avLst/>
            </a:prstGeom>
            <a:noFill/>
          </p:spPr>
          <p:txBody>
            <a:bodyPr wrap="none" lIns="0" tIns="0" rIns="0" bIns="0" rtlCol="0" anchor="ctr">
              <a:spAutoFit/>
            </a:bodyPr>
            <a:lstStyle/>
            <a:p>
              <a:r>
                <a:rPr lang="en-US" sz="1400" b="1" dirty="0">
                  <a:solidFill>
                    <a:schemeClr val="accent1"/>
                  </a:solidFill>
                  <a:latin typeface="+mj-lt"/>
                </a:rPr>
                <a:t>Market Assessment</a:t>
              </a:r>
            </a:p>
          </p:txBody>
        </p:sp>
        <p:sp>
          <p:nvSpPr>
            <p:cNvPr id="58" name="TextBox 57"/>
            <p:cNvSpPr txBox="1"/>
            <p:nvPr/>
          </p:nvSpPr>
          <p:spPr>
            <a:xfrm>
              <a:off x="5638262" y="1651145"/>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59" name="Flowchart: Off-page Connector 58"/>
          <p:cNvSpPr/>
          <p:nvPr/>
        </p:nvSpPr>
        <p:spPr>
          <a:xfrm>
            <a:off x="7740385" y="1526013"/>
            <a:ext cx="723797" cy="703077"/>
          </a:xfrm>
          <a:prstGeom prst="flowChartOffpageConnecto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accent2">
                  <a:lumMod val="50000"/>
                </a:schemeClr>
              </a:solidFill>
              <a:latin typeface="FontAwesome" pitchFamily="2" charset="0"/>
            </a:endParaRPr>
          </a:p>
        </p:txBody>
      </p:sp>
      <p:grpSp>
        <p:nvGrpSpPr>
          <p:cNvPr id="4" name="Group 36"/>
          <p:cNvGrpSpPr/>
          <p:nvPr/>
        </p:nvGrpSpPr>
        <p:grpSpPr>
          <a:xfrm>
            <a:off x="1576435" y="2511765"/>
            <a:ext cx="2649923" cy="698027"/>
            <a:chOff x="5638262" y="2422907"/>
            <a:chExt cx="2649923" cy="698027"/>
          </a:xfrm>
        </p:grpSpPr>
        <p:sp>
          <p:nvSpPr>
            <p:cNvPr id="61" name="TextBox 60"/>
            <p:cNvSpPr txBox="1"/>
            <p:nvPr/>
          </p:nvSpPr>
          <p:spPr>
            <a:xfrm>
              <a:off x="5638263" y="2422907"/>
              <a:ext cx="1362552" cy="215444"/>
            </a:xfrm>
            <a:prstGeom prst="rect">
              <a:avLst/>
            </a:prstGeom>
            <a:noFill/>
          </p:spPr>
          <p:txBody>
            <a:bodyPr wrap="none" lIns="0" tIns="0" rIns="0" bIns="0" rtlCol="0" anchor="ctr">
              <a:spAutoFit/>
            </a:bodyPr>
            <a:lstStyle/>
            <a:p>
              <a:r>
                <a:rPr lang="en-US" sz="1400" b="1" dirty="0">
                  <a:solidFill>
                    <a:schemeClr val="accent2"/>
                  </a:solidFill>
                </a:rPr>
                <a:t>Regulatory Support</a:t>
              </a:r>
            </a:p>
          </p:txBody>
        </p:sp>
        <p:sp>
          <p:nvSpPr>
            <p:cNvPr id="62" name="TextBox 61"/>
            <p:cNvSpPr txBox="1"/>
            <p:nvPr/>
          </p:nvSpPr>
          <p:spPr>
            <a:xfrm>
              <a:off x="5638262" y="2659269"/>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63" name="Flowchart: Off-page Connector 62"/>
          <p:cNvSpPr/>
          <p:nvPr/>
        </p:nvSpPr>
        <p:spPr>
          <a:xfrm>
            <a:off x="7740385" y="2534137"/>
            <a:ext cx="723797" cy="703077"/>
          </a:xfrm>
          <a:prstGeom prst="flowChartOffpage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4">
                  <a:lumMod val="50000"/>
                </a:schemeClr>
              </a:solidFill>
              <a:latin typeface="FontAwesome" pitchFamily="2" charset="0"/>
            </a:endParaRPr>
          </a:p>
        </p:txBody>
      </p:sp>
      <p:grpSp>
        <p:nvGrpSpPr>
          <p:cNvPr id="5" name="Group 37"/>
          <p:cNvGrpSpPr/>
          <p:nvPr/>
        </p:nvGrpSpPr>
        <p:grpSpPr>
          <a:xfrm>
            <a:off x="1576435" y="3542970"/>
            <a:ext cx="2649923" cy="665419"/>
            <a:chOff x="5638262" y="3454112"/>
            <a:chExt cx="2649923" cy="665419"/>
          </a:xfrm>
        </p:grpSpPr>
        <p:sp>
          <p:nvSpPr>
            <p:cNvPr id="65" name="TextBox 64"/>
            <p:cNvSpPr txBox="1"/>
            <p:nvPr/>
          </p:nvSpPr>
          <p:spPr>
            <a:xfrm>
              <a:off x="5638263" y="3454112"/>
              <a:ext cx="1551707" cy="215444"/>
            </a:xfrm>
            <a:prstGeom prst="rect">
              <a:avLst/>
            </a:prstGeom>
            <a:noFill/>
          </p:spPr>
          <p:txBody>
            <a:bodyPr wrap="none" lIns="0" tIns="0" rIns="0" bIns="0" rtlCol="0" anchor="ctr">
              <a:spAutoFit/>
            </a:bodyPr>
            <a:lstStyle/>
            <a:p>
              <a:r>
                <a:rPr lang="en-US" sz="1400" b="1" dirty="0">
                  <a:solidFill>
                    <a:schemeClr val="accent3"/>
                  </a:solidFill>
                </a:rPr>
                <a:t>Program Management</a:t>
              </a:r>
            </a:p>
          </p:txBody>
        </p:sp>
        <p:sp>
          <p:nvSpPr>
            <p:cNvPr id="66" name="TextBox 65"/>
            <p:cNvSpPr txBox="1"/>
            <p:nvPr/>
          </p:nvSpPr>
          <p:spPr>
            <a:xfrm>
              <a:off x="5638262" y="3657866"/>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67" name="Flowchart: Off-page Connector 66"/>
          <p:cNvSpPr/>
          <p:nvPr/>
        </p:nvSpPr>
        <p:spPr>
          <a:xfrm>
            <a:off x="7740385" y="3542258"/>
            <a:ext cx="723797" cy="703078"/>
          </a:xfrm>
          <a:prstGeom prst="flowChartOffpageConnecto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6">
                  <a:lumMod val="50000"/>
                </a:schemeClr>
              </a:solidFill>
            </a:endParaRPr>
          </a:p>
        </p:txBody>
      </p:sp>
      <p:cxnSp>
        <p:nvCxnSpPr>
          <p:cNvPr id="68" name="Straight Connector 67"/>
          <p:cNvCxnSpPr/>
          <p:nvPr/>
        </p:nvCxnSpPr>
        <p:spPr>
          <a:xfrm flipV="1">
            <a:off x="4572000" y="1477217"/>
            <a:ext cx="0" cy="2746157"/>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sp>
        <p:nvSpPr>
          <p:cNvPr id="42" name="Freeform 56"/>
          <p:cNvSpPr>
            <a:spLocks noEditPoints="1"/>
          </p:cNvSpPr>
          <p:nvPr/>
        </p:nvSpPr>
        <p:spPr bwMode="auto">
          <a:xfrm>
            <a:off x="7929462" y="2712854"/>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5"/>
          <p:cNvSpPr>
            <a:spLocks noEditPoints="1"/>
          </p:cNvSpPr>
          <p:nvPr/>
        </p:nvSpPr>
        <p:spPr bwMode="auto">
          <a:xfrm>
            <a:off x="856531" y="1693799"/>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245"/>
          <p:cNvSpPr>
            <a:spLocks/>
          </p:cNvSpPr>
          <p:nvPr/>
        </p:nvSpPr>
        <p:spPr bwMode="auto">
          <a:xfrm>
            <a:off x="875910" y="271986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4"/>
          <p:cNvSpPr>
            <a:spLocks noEditPoints="1"/>
          </p:cNvSpPr>
          <p:nvPr/>
        </p:nvSpPr>
        <p:spPr bwMode="auto">
          <a:xfrm>
            <a:off x="893396" y="3677109"/>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217"/>
          <p:cNvSpPr>
            <a:spLocks noEditPoints="1"/>
          </p:cNvSpPr>
          <p:nvPr/>
        </p:nvSpPr>
        <p:spPr bwMode="auto">
          <a:xfrm>
            <a:off x="7912843" y="1735471"/>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135"/>
          <p:cNvSpPr>
            <a:spLocks noEditPoints="1"/>
          </p:cNvSpPr>
          <p:nvPr/>
        </p:nvSpPr>
        <p:spPr bwMode="auto">
          <a:xfrm>
            <a:off x="7950603" y="3751717"/>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 name="Group 47"/>
          <p:cNvGrpSpPr/>
          <p:nvPr/>
        </p:nvGrpSpPr>
        <p:grpSpPr>
          <a:xfrm>
            <a:off x="4917642" y="1527447"/>
            <a:ext cx="2621653" cy="672788"/>
            <a:chOff x="885153" y="1438589"/>
            <a:chExt cx="2621653" cy="672788"/>
          </a:xfrm>
        </p:grpSpPr>
        <p:sp>
          <p:nvSpPr>
            <p:cNvPr id="49" name="TextBox 48"/>
            <p:cNvSpPr txBox="1"/>
            <p:nvPr/>
          </p:nvSpPr>
          <p:spPr>
            <a:xfrm>
              <a:off x="1878155" y="1438589"/>
              <a:ext cx="1628651" cy="215444"/>
            </a:xfrm>
            <a:prstGeom prst="rect">
              <a:avLst/>
            </a:prstGeom>
            <a:noFill/>
          </p:spPr>
          <p:txBody>
            <a:bodyPr wrap="none" lIns="0" tIns="0" rIns="0" bIns="0" rtlCol="0" anchor="ctr">
              <a:spAutoFit/>
            </a:bodyPr>
            <a:lstStyle/>
            <a:p>
              <a:pPr algn="r"/>
              <a:r>
                <a:rPr lang="en-US" sz="1400" b="1" dirty="0">
                  <a:solidFill>
                    <a:schemeClr val="accent4"/>
                  </a:solidFill>
                  <a:latin typeface="+mj-lt"/>
                </a:rPr>
                <a:t>Worldwide Business</a:t>
              </a:r>
            </a:p>
          </p:txBody>
        </p:sp>
        <p:sp>
          <p:nvSpPr>
            <p:cNvPr id="50" name="TextBox 49"/>
            <p:cNvSpPr txBox="1"/>
            <p:nvPr/>
          </p:nvSpPr>
          <p:spPr>
            <a:xfrm>
              <a:off x="885153" y="1649712"/>
              <a:ext cx="2621652"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grpSp>
        <p:nvGrpSpPr>
          <p:cNvPr id="8" name="Group 50"/>
          <p:cNvGrpSpPr/>
          <p:nvPr/>
        </p:nvGrpSpPr>
        <p:grpSpPr>
          <a:xfrm>
            <a:off x="4917642" y="2544373"/>
            <a:ext cx="2621653" cy="665419"/>
            <a:chOff x="885153" y="2455515"/>
            <a:chExt cx="2621653" cy="665419"/>
          </a:xfrm>
        </p:grpSpPr>
        <p:sp>
          <p:nvSpPr>
            <p:cNvPr id="52" name="TextBox 51"/>
            <p:cNvSpPr txBox="1"/>
            <p:nvPr/>
          </p:nvSpPr>
          <p:spPr>
            <a:xfrm>
              <a:off x="1876551" y="2455515"/>
              <a:ext cx="1630255" cy="215444"/>
            </a:xfrm>
            <a:prstGeom prst="rect">
              <a:avLst/>
            </a:prstGeom>
            <a:noFill/>
          </p:spPr>
          <p:txBody>
            <a:bodyPr wrap="square" lIns="0" tIns="0" rIns="0" bIns="0" rtlCol="0" anchor="ctr">
              <a:spAutoFit/>
            </a:bodyPr>
            <a:lstStyle/>
            <a:p>
              <a:pPr algn="r"/>
              <a:r>
                <a:rPr lang="en-US" sz="1400" b="1" dirty="0">
                  <a:solidFill>
                    <a:schemeClr val="accent5"/>
                  </a:solidFill>
                </a:rPr>
                <a:t>Business To Go</a:t>
              </a:r>
            </a:p>
          </p:txBody>
        </p:sp>
        <p:sp>
          <p:nvSpPr>
            <p:cNvPr id="53" name="TextBox 52"/>
            <p:cNvSpPr txBox="1"/>
            <p:nvPr/>
          </p:nvSpPr>
          <p:spPr>
            <a:xfrm>
              <a:off x="885153" y="2659269"/>
              <a:ext cx="2621653"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grpSp>
        <p:nvGrpSpPr>
          <p:cNvPr id="9" name="Group 53"/>
          <p:cNvGrpSpPr/>
          <p:nvPr/>
        </p:nvGrpSpPr>
        <p:grpSpPr>
          <a:xfrm>
            <a:off x="4917642" y="3552495"/>
            <a:ext cx="2621653" cy="674944"/>
            <a:chOff x="885152" y="3463637"/>
            <a:chExt cx="2621653" cy="674944"/>
          </a:xfrm>
        </p:grpSpPr>
        <p:sp>
          <p:nvSpPr>
            <p:cNvPr id="55" name="TextBox 54"/>
            <p:cNvSpPr txBox="1"/>
            <p:nvPr/>
          </p:nvSpPr>
          <p:spPr>
            <a:xfrm>
              <a:off x="1935862" y="3463637"/>
              <a:ext cx="1570943" cy="215444"/>
            </a:xfrm>
            <a:prstGeom prst="rect">
              <a:avLst/>
            </a:prstGeom>
            <a:noFill/>
          </p:spPr>
          <p:txBody>
            <a:bodyPr wrap="none" lIns="0" tIns="0" rIns="0" bIns="0" rtlCol="0" anchor="ctr">
              <a:spAutoFit/>
            </a:bodyPr>
            <a:lstStyle/>
            <a:p>
              <a:pPr algn="r"/>
              <a:r>
                <a:rPr lang="en-US" sz="1400" b="1" dirty="0">
                  <a:solidFill>
                    <a:schemeClr val="accent6"/>
                  </a:solidFill>
                </a:rPr>
                <a:t>Creative Solutions</a:t>
              </a:r>
            </a:p>
          </p:txBody>
        </p:sp>
        <p:sp>
          <p:nvSpPr>
            <p:cNvPr id="56" name="TextBox 55"/>
            <p:cNvSpPr txBox="1"/>
            <p:nvPr/>
          </p:nvSpPr>
          <p:spPr>
            <a:xfrm>
              <a:off x="885152" y="3676916"/>
              <a:ext cx="2621653"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ppt_x"/>
                                          </p:val>
                                        </p:tav>
                                        <p:tav tm="100000">
                                          <p:val>
                                            <p:strVal val="#ppt_x"/>
                                          </p:val>
                                        </p:tav>
                                      </p:tavLst>
                                    </p:anim>
                                    <p:anim calcmode="lin" valueType="num">
                                      <p:cBhvr additive="base">
                                        <p:cTn id="12" dur="500" fill="hold"/>
                                        <p:tgtEl>
                                          <p:spTgt spid="25"/>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43"/>
                                        </p:tgtEl>
                                        <p:attrNameLst>
                                          <p:attrName>style.visibility</p:attrName>
                                        </p:attrNameLst>
                                      </p:cBhvr>
                                      <p:to>
                                        <p:strVal val="visible"/>
                                      </p:to>
                                    </p:set>
                                    <p:anim calcmode="lin" valueType="num">
                                      <p:cBhvr>
                                        <p:cTn id="16" dur="500" fill="hold"/>
                                        <p:tgtEl>
                                          <p:spTgt spid="43"/>
                                        </p:tgtEl>
                                        <p:attrNameLst>
                                          <p:attrName>ppt_w</p:attrName>
                                        </p:attrNameLst>
                                      </p:cBhvr>
                                      <p:tavLst>
                                        <p:tav tm="0">
                                          <p:val>
                                            <p:fltVal val="0"/>
                                          </p:val>
                                        </p:tav>
                                        <p:tav tm="100000">
                                          <p:val>
                                            <p:strVal val="#ppt_w"/>
                                          </p:val>
                                        </p:tav>
                                      </p:tavLst>
                                    </p:anim>
                                    <p:anim calcmode="lin" valueType="num">
                                      <p:cBhvr>
                                        <p:cTn id="17" dur="500" fill="hold"/>
                                        <p:tgtEl>
                                          <p:spTgt spid="43"/>
                                        </p:tgtEl>
                                        <p:attrNameLst>
                                          <p:attrName>ppt_h</p:attrName>
                                        </p:attrNameLst>
                                      </p:cBhvr>
                                      <p:tavLst>
                                        <p:tav tm="0">
                                          <p:val>
                                            <p:fltVal val="0"/>
                                          </p:val>
                                        </p:tav>
                                        <p:tav tm="100000">
                                          <p:val>
                                            <p:strVal val="#ppt_h"/>
                                          </p:val>
                                        </p:tav>
                                      </p:tavLst>
                                    </p:anim>
                                    <p:animEffect transition="in" filter="fade">
                                      <p:cBhvr>
                                        <p:cTn id="18" dur="500"/>
                                        <p:tgtEl>
                                          <p:spTgt spid="43"/>
                                        </p:tgtEl>
                                      </p:cBhvr>
                                    </p:animEffect>
                                  </p:childTnLst>
                                </p:cTn>
                              </p:par>
                              <p:par>
                                <p:cTn id="19" presetID="2" presetClass="entr" presetSubtype="4" accel="50000" decel="5000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4" accel="50000" decel="50000" fill="hold" grpId="0" nodeType="afterEffect">
                                  <p:stCondLst>
                                    <p:cond delay="0"/>
                                  </p:stCondLst>
                                  <p:childTnLst>
                                    <p:set>
                                      <p:cBhvr>
                                        <p:cTn id="25" dur="1" fill="hold">
                                          <p:stCondLst>
                                            <p:cond delay="0"/>
                                          </p:stCondLst>
                                        </p:cTn>
                                        <p:tgtEl>
                                          <p:spTgt spid="31"/>
                                        </p:tgtEl>
                                        <p:attrNameLst>
                                          <p:attrName>style.visibility</p:attrName>
                                        </p:attrNameLst>
                                      </p:cBhvr>
                                      <p:to>
                                        <p:strVal val="visible"/>
                                      </p:to>
                                    </p:set>
                                    <p:anim calcmode="lin" valueType="num">
                                      <p:cBhvr additive="base">
                                        <p:cTn id="26" dur="500" fill="hold"/>
                                        <p:tgtEl>
                                          <p:spTgt spid="31"/>
                                        </p:tgtEl>
                                        <p:attrNameLst>
                                          <p:attrName>ppt_x</p:attrName>
                                        </p:attrNameLst>
                                      </p:cBhvr>
                                      <p:tavLst>
                                        <p:tav tm="0">
                                          <p:val>
                                            <p:strVal val="#ppt_x"/>
                                          </p:val>
                                        </p:tav>
                                        <p:tav tm="100000">
                                          <p:val>
                                            <p:strVal val="#ppt_x"/>
                                          </p:val>
                                        </p:tav>
                                      </p:tavLst>
                                    </p:anim>
                                    <p:anim calcmode="lin" valueType="num">
                                      <p:cBhvr additive="base">
                                        <p:cTn id="27" dur="500" fill="hold"/>
                                        <p:tgtEl>
                                          <p:spTgt spid="31"/>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500" fill="hold"/>
                                        <p:tgtEl>
                                          <p:spTgt spid="44"/>
                                        </p:tgtEl>
                                        <p:attrNameLst>
                                          <p:attrName>ppt_w</p:attrName>
                                        </p:attrNameLst>
                                      </p:cBhvr>
                                      <p:tavLst>
                                        <p:tav tm="0">
                                          <p:val>
                                            <p:fltVal val="0"/>
                                          </p:val>
                                        </p:tav>
                                        <p:tav tm="100000">
                                          <p:val>
                                            <p:strVal val="#ppt_w"/>
                                          </p:val>
                                        </p:tav>
                                      </p:tavLst>
                                    </p:anim>
                                    <p:anim calcmode="lin" valueType="num">
                                      <p:cBhvr>
                                        <p:cTn id="32" dur="500" fill="hold"/>
                                        <p:tgtEl>
                                          <p:spTgt spid="44"/>
                                        </p:tgtEl>
                                        <p:attrNameLst>
                                          <p:attrName>ppt_h</p:attrName>
                                        </p:attrNameLst>
                                      </p:cBhvr>
                                      <p:tavLst>
                                        <p:tav tm="0">
                                          <p:val>
                                            <p:fltVal val="0"/>
                                          </p:val>
                                        </p:tav>
                                        <p:tav tm="100000">
                                          <p:val>
                                            <p:strVal val="#ppt_h"/>
                                          </p:val>
                                        </p:tav>
                                      </p:tavLst>
                                    </p:anim>
                                    <p:animEffect transition="in" filter="fade">
                                      <p:cBhvr>
                                        <p:cTn id="33" dur="500"/>
                                        <p:tgtEl>
                                          <p:spTgt spid="44"/>
                                        </p:tgtEl>
                                      </p:cBhvr>
                                    </p:animEffect>
                                  </p:childTnLst>
                                </p:cTn>
                              </p:par>
                              <p:par>
                                <p:cTn id="34" presetID="2" presetClass="entr" presetSubtype="4" accel="50000" decel="50000" fill="hold" nodeType="withEffect">
                                  <p:stCondLst>
                                    <p:cond delay="0"/>
                                  </p:stCondLst>
                                  <p:childTnLst>
                                    <p:set>
                                      <p:cBhvr>
                                        <p:cTn id="35" dur="1" fill="hold">
                                          <p:stCondLst>
                                            <p:cond delay="0"/>
                                          </p:stCondLst>
                                        </p:cTn>
                                        <p:tgtEl>
                                          <p:spTgt spid="4"/>
                                        </p:tgtEl>
                                        <p:attrNameLst>
                                          <p:attrName>style.visibility</p:attrName>
                                        </p:attrNameLst>
                                      </p:cBhvr>
                                      <p:to>
                                        <p:strVal val="visible"/>
                                      </p:to>
                                    </p:set>
                                    <p:anim calcmode="lin" valueType="num">
                                      <p:cBhvr additive="base">
                                        <p:cTn id="36" dur="500" fill="hold"/>
                                        <p:tgtEl>
                                          <p:spTgt spid="4"/>
                                        </p:tgtEl>
                                        <p:attrNameLst>
                                          <p:attrName>ppt_x</p:attrName>
                                        </p:attrNameLst>
                                      </p:cBhvr>
                                      <p:tavLst>
                                        <p:tav tm="0">
                                          <p:val>
                                            <p:strVal val="#ppt_x"/>
                                          </p:val>
                                        </p:tav>
                                        <p:tav tm="100000">
                                          <p:val>
                                            <p:strVal val="#ppt_x"/>
                                          </p:val>
                                        </p:tav>
                                      </p:tavLst>
                                    </p:anim>
                                    <p:anim calcmode="lin" valueType="num">
                                      <p:cBhvr additive="base">
                                        <p:cTn id="37" dur="500" fill="hold"/>
                                        <p:tgtEl>
                                          <p:spTgt spid="4"/>
                                        </p:tgtEl>
                                        <p:attrNameLst>
                                          <p:attrName>ppt_y</p:attrName>
                                        </p:attrNameLst>
                                      </p:cBhvr>
                                      <p:tavLst>
                                        <p:tav tm="0">
                                          <p:val>
                                            <p:strVal val="1+#ppt_h/2"/>
                                          </p:val>
                                        </p:tav>
                                        <p:tav tm="100000">
                                          <p:val>
                                            <p:strVal val="#ppt_y"/>
                                          </p:val>
                                        </p:tav>
                                      </p:tavLst>
                                    </p:anim>
                                  </p:childTnLst>
                                </p:cTn>
                              </p:par>
                            </p:childTnLst>
                          </p:cTn>
                        </p:par>
                        <p:par>
                          <p:cTn id="38" fill="hold">
                            <p:stCondLst>
                              <p:cond delay="2500"/>
                            </p:stCondLst>
                            <p:childTnLst>
                              <p:par>
                                <p:cTn id="39" presetID="2" presetClass="entr" presetSubtype="4" accel="50000" decel="50000" fill="hold" grpId="0" nodeType="afterEffect">
                                  <p:stCondLst>
                                    <p:cond delay="0"/>
                                  </p:stCondLst>
                                  <p:childTnLst>
                                    <p:set>
                                      <p:cBhvr>
                                        <p:cTn id="40" dur="1" fill="hold">
                                          <p:stCondLst>
                                            <p:cond delay="0"/>
                                          </p:stCondLst>
                                        </p:cTn>
                                        <p:tgtEl>
                                          <p:spTgt spid="36"/>
                                        </p:tgtEl>
                                        <p:attrNameLst>
                                          <p:attrName>style.visibility</p:attrName>
                                        </p:attrNameLst>
                                      </p:cBhvr>
                                      <p:to>
                                        <p:strVal val="visible"/>
                                      </p:to>
                                    </p:set>
                                    <p:anim calcmode="lin" valueType="num">
                                      <p:cBhvr additive="base">
                                        <p:cTn id="41" dur="500" fill="hold"/>
                                        <p:tgtEl>
                                          <p:spTgt spid="36"/>
                                        </p:tgtEl>
                                        <p:attrNameLst>
                                          <p:attrName>ppt_x</p:attrName>
                                        </p:attrNameLst>
                                      </p:cBhvr>
                                      <p:tavLst>
                                        <p:tav tm="0">
                                          <p:val>
                                            <p:strVal val="#ppt_x"/>
                                          </p:val>
                                        </p:tav>
                                        <p:tav tm="100000">
                                          <p:val>
                                            <p:strVal val="#ppt_x"/>
                                          </p:val>
                                        </p:tav>
                                      </p:tavLst>
                                    </p:anim>
                                    <p:anim calcmode="lin" valueType="num">
                                      <p:cBhvr additive="base">
                                        <p:cTn id="42" dur="500" fill="hold"/>
                                        <p:tgtEl>
                                          <p:spTgt spid="36"/>
                                        </p:tgtEl>
                                        <p:attrNameLst>
                                          <p:attrName>ppt_y</p:attrName>
                                        </p:attrNameLst>
                                      </p:cBhvr>
                                      <p:tavLst>
                                        <p:tav tm="0">
                                          <p:val>
                                            <p:strVal val="1+#ppt_h/2"/>
                                          </p:val>
                                        </p:tav>
                                        <p:tav tm="100000">
                                          <p:val>
                                            <p:strVal val="#ppt_y"/>
                                          </p:val>
                                        </p:tav>
                                      </p:tavLst>
                                    </p:anim>
                                  </p:childTnLst>
                                </p:cTn>
                              </p:par>
                            </p:childTnLst>
                          </p:cTn>
                        </p:par>
                        <p:par>
                          <p:cTn id="43" fill="hold">
                            <p:stCondLst>
                              <p:cond delay="3000"/>
                            </p:stCondLst>
                            <p:childTnLst>
                              <p:par>
                                <p:cTn id="44" presetID="53" presetClass="entr" presetSubtype="0" fill="hold" grpId="0" nodeType="afterEffect">
                                  <p:stCondLst>
                                    <p:cond delay="0"/>
                                  </p:stCondLst>
                                  <p:childTnLst>
                                    <p:set>
                                      <p:cBhvr>
                                        <p:cTn id="45" dur="1" fill="hold">
                                          <p:stCondLst>
                                            <p:cond delay="0"/>
                                          </p:stCondLst>
                                        </p:cTn>
                                        <p:tgtEl>
                                          <p:spTgt spid="45"/>
                                        </p:tgtEl>
                                        <p:attrNameLst>
                                          <p:attrName>style.visibility</p:attrName>
                                        </p:attrNameLst>
                                      </p:cBhvr>
                                      <p:to>
                                        <p:strVal val="visible"/>
                                      </p:to>
                                    </p:set>
                                    <p:anim calcmode="lin" valueType="num">
                                      <p:cBhvr>
                                        <p:cTn id="46" dur="500" fill="hold"/>
                                        <p:tgtEl>
                                          <p:spTgt spid="45"/>
                                        </p:tgtEl>
                                        <p:attrNameLst>
                                          <p:attrName>ppt_w</p:attrName>
                                        </p:attrNameLst>
                                      </p:cBhvr>
                                      <p:tavLst>
                                        <p:tav tm="0">
                                          <p:val>
                                            <p:fltVal val="0"/>
                                          </p:val>
                                        </p:tav>
                                        <p:tav tm="100000">
                                          <p:val>
                                            <p:strVal val="#ppt_w"/>
                                          </p:val>
                                        </p:tav>
                                      </p:tavLst>
                                    </p:anim>
                                    <p:anim calcmode="lin" valueType="num">
                                      <p:cBhvr>
                                        <p:cTn id="47" dur="500" fill="hold"/>
                                        <p:tgtEl>
                                          <p:spTgt spid="45"/>
                                        </p:tgtEl>
                                        <p:attrNameLst>
                                          <p:attrName>ppt_h</p:attrName>
                                        </p:attrNameLst>
                                      </p:cBhvr>
                                      <p:tavLst>
                                        <p:tav tm="0">
                                          <p:val>
                                            <p:fltVal val="0"/>
                                          </p:val>
                                        </p:tav>
                                        <p:tav tm="100000">
                                          <p:val>
                                            <p:strVal val="#ppt_h"/>
                                          </p:val>
                                        </p:tav>
                                      </p:tavLst>
                                    </p:anim>
                                    <p:animEffect transition="in" filter="fade">
                                      <p:cBhvr>
                                        <p:cTn id="48" dur="500"/>
                                        <p:tgtEl>
                                          <p:spTgt spid="45"/>
                                        </p:tgtEl>
                                      </p:cBhvr>
                                    </p:animEffect>
                                  </p:childTnLst>
                                </p:cTn>
                              </p:par>
                              <p:par>
                                <p:cTn id="49" presetID="2" presetClass="entr" presetSubtype="4" accel="50000" decel="50000" fill="hold" nodeType="with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additive="base">
                                        <p:cTn id="51" dur="500" fill="hold"/>
                                        <p:tgtEl>
                                          <p:spTgt spid="5"/>
                                        </p:tgtEl>
                                        <p:attrNameLst>
                                          <p:attrName>ppt_x</p:attrName>
                                        </p:attrNameLst>
                                      </p:cBhvr>
                                      <p:tavLst>
                                        <p:tav tm="0">
                                          <p:val>
                                            <p:strVal val="#ppt_x"/>
                                          </p:val>
                                        </p:tav>
                                        <p:tav tm="100000">
                                          <p:val>
                                            <p:strVal val="#ppt_x"/>
                                          </p:val>
                                        </p:tav>
                                      </p:tavLst>
                                    </p:anim>
                                    <p:anim calcmode="lin" valueType="num">
                                      <p:cBhvr additive="base">
                                        <p:cTn id="52" dur="500" fill="hold"/>
                                        <p:tgtEl>
                                          <p:spTgt spid="5"/>
                                        </p:tgtEl>
                                        <p:attrNameLst>
                                          <p:attrName>ppt_y</p:attrName>
                                        </p:attrNameLst>
                                      </p:cBhvr>
                                      <p:tavLst>
                                        <p:tav tm="0">
                                          <p:val>
                                            <p:strVal val="1+#ppt_h/2"/>
                                          </p:val>
                                        </p:tav>
                                        <p:tav tm="100000">
                                          <p:val>
                                            <p:strVal val="#ppt_y"/>
                                          </p:val>
                                        </p:tav>
                                      </p:tavLst>
                                    </p:anim>
                                  </p:childTnLst>
                                </p:cTn>
                              </p:par>
                            </p:childTnLst>
                          </p:cTn>
                        </p:par>
                        <p:par>
                          <p:cTn id="53" fill="hold">
                            <p:stCondLst>
                              <p:cond delay="3500"/>
                            </p:stCondLst>
                            <p:childTnLst>
                              <p:par>
                                <p:cTn id="54" presetID="2" presetClass="entr" presetSubtype="4" accel="50000" decel="50000" fill="hold" grpId="0" nodeType="afterEffect">
                                  <p:stCondLst>
                                    <p:cond delay="0"/>
                                  </p:stCondLst>
                                  <p:childTnLst>
                                    <p:set>
                                      <p:cBhvr>
                                        <p:cTn id="55" dur="1" fill="hold">
                                          <p:stCondLst>
                                            <p:cond delay="0"/>
                                          </p:stCondLst>
                                        </p:cTn>
                                        <p:tgtEl>
                                          <p:spTgt spid="59"/>
                                        </p:tgtEl>
                                        <p:attrNameLst>
                                          <p:attrName>style.visibility</p:attrName>
                                        </p:attrNameLst>
                                      </p:cBhvr>
                                      <p:to>
                                        <p:strVal val="visible"/>
                                      </p:to>
                                    </p:set>
                                    <p:anim calcmode="lin" valueType="num">
                                      <p:cBhvr additive="base">
                                        <p:cTn id="56" dur="500" fill="hold"/>
                                        <p:tgtEl>
                                          <p:spTgt spid="59"/>
                                        </p:tgtEl>
                                        <p:attrNameLst>
                                          <p:attrName>ppt_x</p:attrName>
                                        </p:attrNameLst>
                                      </p:cBhvr>
                                      <p:tavLst>
                                        <p:tav tm="0">
                                          <p:val>
                                            <p:strVal val="#ppt_x"/>
                                          </p:val>
                                        </p:tav>
                                        <p:tav tm="100000">
                                          <p:val>
                                            <p:strVal val="#ppt_x"/>
                                          </p:val>
                                        </p:tav>
                                      </p:tavLst>
                                    </p:anim>
                                    <p:anim calcmode="lin" valueType="num">
                                      <p:cBhvr additive="base">
                                        <p:cTn id="57" dur="500" fill="hold"/>
                                        <p:tgtEl>
                                          <p:spTgt spid="59"/>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53" presetClass="entr" presetSubtype="0" fill="hold" grpId="0" nodeType="afterEffect">
                                  <p:stCondLst>
                                    <p:cond delay="0"/>
                                  </p:stCondLst>
                                  <p:childTnLst>
                                    <p:set>
                                      <p:cBhvr>
                                        <p:cTn id="60" dur="1" fill="hold">
                                          <p:stCondLst>
                                            <p:cond delay="0"/>
                                          </p:stCondLst>
                                        </p:cTn>
                                        <p:tgtEl>
                                          <p:spTgt spid="46"/>
                                        </p:tgtEl>
                                        <p:attrNameLst>
                                          <p:attrName>style.visibility</p:attrName>
                                        </p:attrNameLst>
                                      </p:cBhvr>
                                      <p:to>
                                        <p:strVal val="visible"/>
                                      </p:to>
                                    </p:set>
                                    <p:anim calcmode="lin" valueType="num">
                                      <p:cBhvr>
                                        <p:cTn id="61" dur="500" fill="hold"/>
                                        <p:tgtEl>
                                          <p:spTgt spid="46"/>
                                        </p:tgtEl>
                                        <p:attrNameLst>
                                          <p:attrName>ppt_w</p:attrName>
                                        </p:attrNameLst>
                                      </p:cBhvr>
                                      <p:tavLst>
                                        <p:tav tm="0">
                                          <p:val>
                                            <p:fltVal val="0"/>
                                          </p:val>
                                        </p:tav>
                                        <p:tav tm="100000">
                                          <p:val>
                                            <p:strVal val="#ppt_w"/>
                                          </p:val>
                                        </p:tav>
                                      </p:tavLst>
                                    </p:anim>
                                    <p:anim calcmode="lin" valueType="num">
                                      <p:cBhvr>
                                        <p:cTn id="62" dur="500" fill="hold"/>
                                        <p:tgtEl>
                                          <p:spTgt spid="46"/>
                                        </p:tgtEl>
                                        <p:attrNameLst>
                                          <p:attrName>ppt_h</p:attrName>
                                        </p:attrNameLst>
                                      </p:cBhvr>
                                      <p:tavLst>
                                        <p:tav tm="0">
                                          <p:val>
                                            <p:fltVal val="0"/>
                                          </p:val>
                                        </p:tav>
                                        <p:tav tm="100000">
                                          <p:val>
                                            <p:strVal val="#ppt_h"/>
                                          </p:val>
                                        </p:tav>
                                      </p:tavLst>
                                    </p:anim>
                                    <p:animEffect transition="in" filter="fade">
                                      <p:cBhvr>
                                        <p:cTn id="63" dur="500"/>
                                        <p:tgtEl>
                                          <p:spTgt spid="46"/>
                                        </p:tgtEl>
                                      </p:cBhvr>
                                    </p:animEffect>
                                  </p:childTnLst>
                                </p:cTn>
                              </p:par>
                              <p:par>
                                <p:cTn id="64" presetID="2" presetClass="entr" presetSubtype="4" accel="50000" decel="50000" fill="hold"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500" fill="hold"/>
                                        <p:tgtEl>
                                          <p:spTgt spid="7"/>
                                        </p:tgtEl>
                                        <p:attrNameLst>
                                          <p:attrName>ppt_x</p:attrName>
                                        </p:attrNameLst>
                                      </p:cBhvr>
                                      <p:tavLst>
                                        <p:tav tm="0">
                                          <p:val>
                                            <p:strVal val="#ppt_x"/>
                                          </p:val>
                                        </p:tav>
                                        <p:tav tm="100000">
                                          <p:val>
                                            <p:strVal val="#ppt_x"/>
                                          </p:val>
                                        </p:tav>
                                      </p:tavLst>
                                    </p:anim>
                                    <p:anim calcmode="lin" valueType="num">
                                      <p:cBhvr additive="base">
                                        <p:cTn id="67" dur="500" fill="hold"/>
                                        <p:tgtEl>
                                          <p:spTgt spid="7"/>
                                        </p:tgtEl>
                                        <p:attrNameLst>
                                          <p:attrName>ppt_y</p:attrName>
                                        </p:attrNameLst>
                                      </p:cBhvr>
                                      <p:tavLst>
                                        <p:tav tm="0">
                                          <p:val>
                                            <p:strVal val="1+#ppt_h/2"/>
                                          </p:val>
                                        </p:tav>
                                        <p:tav tm="100000">
                                          <p:val>
                                            <p:strVal val="#ppt_y"/>
                                          </p:val>
                                        </p:tav>
                                      </p:tavLst>
                                    </p:anim>
                                  </p:childTnLst>
                                </p:cTn>
                              </p:par>
                            </p:childTnLst>
                          </p:cTn>
                        </p:par>
                        <p:par>
                          <p:cTn id="68" fill="hold">
                            <p:stCondLst>
                              <p:cond delay="4500"/>
                            </p:stCondLst>
                            <p:childTnLst>
                              <p:par>
                                <p:cTn id="69" presetID="2" presetClass="entr" presetSubtype="4" accel="50000" decel="50000" fill="hold" grpId="0" nodeType="after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additive="base">
                                        <p:cTn id="71" dur="500" fill="hold"/>
                                        <p:tgtEl>
                                          <p:spTgt spid="63"/>
                                        </p:tgtEl>
                                        <p:attrNameLst>
                                          <p:attrName>ppt_x</p:attrName>
                                        </p:attrNameLst>
                                      </p:cBhvr>
                                      <p:tavLst>
                                        <p:tav tm="0">
                                          <p:val>
                                            <p:strVal val="#ppt_x"/>
                                          </p:val>
                                        </p:tav>
                                        <p:tav tm="100000">
                                          <p:val>
                                            <p:strVal val="#ppt_x"/>
                                          </p:val>
                                        </p:tav>
                                      </p:tavLst>
                                    </p:anim>
                                    <p:anim calcmode="lin" valueType="num">
                                      <p:cBhvr additive="base">
                                        <p:cTn id="72" dur="500" fill="hold"/>
                                        <p:tgtEl>
                                          <p:spTgt spid="63"/>
                                        </p:tgtEl>
                                        <p:attrNameLst>
                                          <p:attrName>ppt_y</p:attrName>
                                        </p:attrNameLst>
                                      </p:cBhvr>
                                      <p:tavLst>
                                        <p:tav tm="0">
                                          <p:val>
                                            <p:strVal val="1+#ppt_h/2"/>
                                          </p:val>
                                        </p:tav>
                                        <p:tav tm="100000">
                                          <p:val>
                                            <p:strVal val="#ppt_y"/>
                                          </p:val>
                                        </p:tav>
                                      </p:tavLst>
                                    </p:anim>
                                  </p:childTnLst>
                                </p:cTn>
                              </p:par>
                            </p:childTnLst>
                          </p:cTn>
                        </p:par>
                        <p:par>
                          <p:cTn id="73" fill="hold">
                            <p:stCondLst>
                              <p:cond delay="5000"/>
                            </p:stCondLst>
                            <p:childTnLst>
                              <p:par>
                                <p:cTn id="74" presetID="53" presetClass="entr" presetSubtype="0" fill="hold" grpId="0" nodeType="afterEffect">
                                  <p:stCondLst>
                                    <p:cond delay="0"/>
                                  </p:stCondLst>
                                  <p:childTnLst>
                                    <p:set>
                                      <p:cBhvr>
                                        <p:cTn id="75" dur="1" fill="hold">
                                          <p:stCondLst>
                                            <p:cond delay="0"/>
                                          </p:stCondLst>
                                        </p:cTn>
                                        <p:tgtEl>
                                          <p:spTgt spid="42"/>
                                        </p:tgtEl>
                                        <p:attrNameLst>
                                          <p:attrName>style.visibility</p:attrName>
                                        </p:attrNameLst>
                                      </p:cBhvr>
                                      <p:to>
                                        <p:strVal val="visible"/>
                                      </p:to>
                                    </p:set>
                                    <p:anim calcmode="lin" valueType="num">
                                      <p:cBhvr>
                                        <p:cTn id="76" dur="500" fill="hold"/>
                                        <p:tgtEl>
                                          <p:spTgt spid="42"/>
                                        </p:tgtEl>
                                        <p:attrNameLst>
                                          <p:attrName>ppt_w</p:attrName>
                                        </p:attrNameLst>
                                      </p:cBhvr>
                                      <p:tavLst>
                                        <p:tav tm="0">
                                          <p:val>
                                            <p:fltVal val="0"/>
                                          </p:val>
                                        </p:tav>
                                        <p:tav tm="100000">
                                          <p:val>
                                            <p:strVal val="#ppt_w"/>
                                          </p:val>
                                        </p:tav>
                                      </p:tavLst>
                                    </p:anim>
                                    <p:anim calcmode="lin" valueType="num">
                                      <p:cBhvr>
                                        <p:cTn id="77" dur="500" fill="hold"/>
                                        <p:tgtEl>
                                          <p:spTgt spid="42"/>
                                        </p:tgtEl>
                                        <p:attrNameLst>
                                          <p:attrName>ppt_h</p:attrName>
                                        </p:attrNameLst>
                                      </p:cBhvr>
                                      <p:tavLst>
                                        <p:tav tm="0">
                                          <p:val>
                                            <p:fltVal val="0"/>
                                          </p:val>
                                        </p:tav>
                                        <p:tav tm="100000">
                                          <p:val>
                                            <p:strVal val="#ppt_h"/>
                                          </p:val>
                                        </p:tav>
                                      </p:tavLst>
                                    </p:anim>
                                    <p:animEffect transition="in" filter="fade">
                                      <p:cBhvr>
                                        <p:cTn id="78" dur="500"/>
                                        <p:tgtEl>
                                          <p:spTgt spid="42"/>
                                        </p:tgtEl>
                                      </p:cBhvr>
                                    </p:animEffect>
                                  </p:childTnLst>
                                </p:cTn>
                              </p:par>
                              <p:par>
                                <p:cTn id="79" presetID="2" presetClass="entr" presetSubtype="4" accel="50000" decel="50000" fill="hold" nodeType="withEffect">
                                  <p:stCondLst>
                                    <p:cond delay="0"/>
                                  </p:stCondLst>
                                  <p:childTnLst>
                                    <p:set>
                                      <p:cBhvr>
                                        <p:cTn id="80" dur="1" fill="hold">
                                          <p:stCondLst>
                                            <p:cond delay="0"/>
                                          </p:stCondLst>
                                        </p:cTn>
                                        <p:tgtEl>
                                          <p:spTgt spid="8"/>
                                        </p:tgtEl>
                                        <p:attrNameLst>
                                          <p:attrName>style.visibility</p:attrName>
                                        </p:attrNameLst>
                                      </p:cBhvr>
                                      <p:to>
                                        <p:strVal val="visible"/>
                                      </p:to>
                                    </p:set>
                                    <p:anim calcmode="lin" valueType="num">
                                      <p:cBhvr additive="base">
                                        <p:cTn id="81" dur="500" fill="hold"/>
                                        <p:tgtEl>
                                          <p:spTgt spid="8"/>
                                        </p:tgtEl>
                                        <p:attrNameLst>
                                          <p:attrName>ppt_x</p:attrName>
                                        </p:attrNameLst>
                                      </p:cBhvr>
                                      <p:tavLst>
                                        <p:tav tm="0">
                                          <p:val>
                                            <p:strVal val="#ppt_x"/>
                                          </p:val>
                                        </p:tav>
                                        <p:tav tm="100000">
                                          <p:val>
                                            <p:strVal val="#ppt_x"/>
                                          </p:val>
                                        </p:tav>
                                      </p:tavLst>
                                    </p:anim>
                                    <p:anim calcmode="lin" valueType="num">
                                      <p:cBhvr additive="base">
                                        <p:cTn id="82" dur="500" fill="hold"/>
                                        <p:tgtEl>
                                          <p:spTgt spid="8"/>
                                        </p:tgtEl>
                                        <p:attrNameLst>
                                          <p:attrName>ppt_y</p:attrName>
                                        </p:attrNameLst>
                                      </p:cBhvr>
                                      <p:tavLst>
                                        <p:tav tm="0">
                                          <p:val>
                                            <p:strVal val="1+#ppt_h/2"/>
                                          </p:val>
                                        </p:tav>
                                        <p:tav tm="100000">
                                          <p:val>
                                            <p:strVal val="#ppt_y"/>
                                          </p:val>
                                        </p:tav>
                                      </p:tavLst>
                                    </p:anim>
                                  </p:childTnLst>
                                </p:cTn>
                              </p:par>
                            </p:childTnLst>
                          </p:cTn>
                        </p:par>
                        <p:par>
                          <p:cTn id="83" fill="hold">
                            <p:stCondLst>
                              <p:cond delay="5500"/>
                            </p:stCondLst>
                            <p:childTnLst>
                              <p:par>
                                <p:cTn id="84" presetID="2" presetClass="entr" presetSubtype="4" accel="50000" decel="50000" fill="hold" grpId="0" nodeType="afterEffect">
                                  <p:stCondLst>
                                    <p:cond delay="0"/>
                                  </p:stCondLst>
                                  <p:childTnLst>
                                    <p:set>
                                      <p:cBhvr>
                                        <p:cTn id="85" dur="1" fill="hold">
                                          <p:stCondLst>
                                            <p:cond delay="0"/>
                                          </p:stCondLst>
                                        </p:cTn>
                                        <p:tgtEl>
                                          <p:spTgt spid="67"/>
                                        </p:tgtEl>
                                        <p:attrNameLst>
                                          <p:attrName>style.visibility</p:attrName>
                                        </p:attrNameLst>
                                      </p:cBhvr>
                                      <p:to>
                                        <p:strVal val="visible"/>
                                      </p:to>
                                    </p:set>
                                    <p:anim calcmode="lin" valueType="num">
                                      <p:cBhvr additive="base">
                                        <p:cTn id="86" dur="500" fill="hold"/>
                                        <p:tgtEl>
                                          <p:spTgt spid="67"/>
                                        </p:tgtEl>
                                        <p:attrNameLst>
                                          <p:attrName>ppt_x</p:attrName>
                                        </p:attrNameLst>
                                      </p:cBhvr>
                                      <p:tavLst>
                                        <p:tav tm="0">
                                          <p:val>
                                            <p:strVal val="#ppt_x"/>
                                          </p:val>
                                        </p:tav>
                                        <p:tav tm="100000">
                                          <p:val>
                                            <p:strVal val="#ppt_x"/>
                                          </p:val>
                                        </p:tav>
                                      </p:tavLst>
                                    </p:anim>
                                    <p:anim calcmode="lin" valueType="num">
                                      <p:cBhvr additive="base">
                                        <p:cTn id="87" dur="500" fill="hold"/>
                                        <p:tgtEl>
                                          <p:spTgt spid="67"/>
                                        </p:tgtEl>
                                        <p:attrNameLst>
                                          <p:attrName>ppt_y</p:attrName>
                                        </p:attrNameLst>
                                      </p:cBhvr>
                                      <p:tavLst>
                                        <p:tav tm="0">
                                          <p:val>
                                            <p:strVal val="1+#ppt_h/2"/>
                                          </p:val>
                                        </p:tav>
                                        <p:tav tm="100000">
                                          <p:val>
                                            <p:strVal val="#ppt_y"/>
                                          </p:val>
                                        </p:tav>
                                      </p:tavLst>
                                    </p:anim>
                                  </p:childTnLst>
                                </p:cTn>
                              </p:par>
                            </p:childTnLst>
                          </p:cTn>
                        </p:par>
                        <p:par>
                          <p:cTn id="88" fill="hold">
                            <p:stCondLst>
                              <p:cond delay="6000"/>
                            </p:stCondLst>
                            <p:childTnLst>
                              <p:par>
                                <p:cTn id="89" presetID="53" presetClass="entr" presetSubtype="0" fill="hold" grpId="0" nodeType="afterEffect">
                                  <p:stCondLst>
                                    <p:cond delay="0"/>
                                  </p:stCondLst>
                                  <p:childTnLst>
                                    <p:set>
                                      <p:cBhvr>
                                        <p:cTn id="90" dur="1" fill="hold">
                                          <p:stCondLst>
                                            <p:cond delay="0"/>
                                          </p:stCondLst>
                                        </p:cTn>
                                        <p:tgtEl>
                                          <p:spTgt spid="47"/>
                                        </p:tgtEl>
                                        <p:attrNameLst>
                                          <p:attrName>style.visibility</p:attrName>
                                        </p:attrNameLst>
                                      </p:cBhvr>
                                      <p:to>
                                        <p:strVal val="visible"/>
                                      </p:to>
                                    </p:set>
                                    <p:anim calcmode="lin" valueType="num">
                                      <p:cBhvr>
                                        <p:cTn id="91" dur="500" fill="hold"/>
                                        <p:tgtEl>
                                          <p:spTgt spid="47"/>
                                        </p:tgtEl>
                                        <p:attrNameLst>
                                          <p:attrName>ppt_w</p:attrName>
                                        </p:attrNameLst>
                                      </p:cBhvr>
                                      <p:tavLst>
                                        <p:tav tm="0">
                                          <p:val>
                                            <p:fltVal val="0"/>
                                          </p:val>
                                        </p:tav>
                                        <p:tav tm="100000">
                                          <p:val>
                                            <p:strVal val="#ppt_w"/>
                                          </p:val>
                                        </p:tav>
                                      </p:tavLst>
                                    </p:anim>
                                    <p:anim calcmode="lin" valueType="num">
                                      <p:cBhvr>
                                        <p:cTn id="92" dur="500" fill="hold"/>
                                        <p:tgtEl>
                                          <p:spTgt spid="47"/>
                                        </p:tgtEl>
                                        <p:attrNameLst>
                                          <p:attrName>ppt_h</p:attrName>
                                        </p:attrNameLst>
                                      </p:cBhvr>
                                      <p:tavLst>
                                        <p:tav tm="0">
                                          <p:val>
                                            <p:fltVal val="0"/>
                                          </p:val>
                                        </p:tav>
                                        <p:tav tm="100000">
                                          <p:val>
                                            <p:strVal val="#ppt_h"/>
                                          </p:val>
                                        </p:tav>
                                      </p:tavLst>
                                    </p:anim>
                                    <p:animEffect transition="in" filter="fade">
                                      <p:cBhvr>
                                        <p:cTn id="93" dur="500"/>
                                        <p:tgtEl>
                                          <p:spTgt spid="47"/>
                                        </p:tgtEl>
                                      </p:cBhvr>
                                    </p:animEffect>
                                  </p:childTnLst>
                                </p:cTn>
                              </p:par>
                              <p:par>
                                <p:cTn id="94" presetID="2" presetClass="entr" presetSubtype="4" accel="50000" decel="50000" fill="hold" nodeType="withEffect">
                                  <p:stCondLst>
                                    <p:cond delay="0"/>
                                  </p:stCondLst>
                                  <p:childTnLst>
                                    <p:set>
                                      <p:cBhvr>
                                        <p:cTn id="95" dur="1" fill="hold">
                                          <p:stCondLst>
                                            <p:cond delay="0"/>
                                          </p:stCondLst>
                                        </p:cTn>
                                        <p:tgtEl>
                                          <p:spTgt spid="9"/>
                                        </p:tgtEl>
                                        <p:attrNameLst>
                                          <p:attrName>style.visibility</p:attrName>
                                        </p:attrNameLst>
                                      </p:cBhvr>
                                      <p:to>
                                        <p:strVal val="visible"/>
                                      </p:to>
                                    </p:set>
                                    <p:anim calcmode="lin" valueType="num">
                                      <p:cBhvr additive="base">
                                        <p:cTn id="96" dur="500" fill="hold"/>
                                        <p:tgtEl>
                                          <p:spTgt spid="9"/>
                                        </p:tgtEl>
                                        <p:attrNameLst>
                                          <p:attrName>ppt_x</p:attrName>
                                        </p:attrNameLst>
                                      </p:cBhvr>
                                      <p:tavLst>
                                        <p:tav tm="0">
                                          <p:val>
                                            <p:strVal val="#ppt_x"/>
                                          </p:val>
                                        </p:tav>
                                        <p:tav tm="100000">
                                          <p:val>
                                            <p:strVal val="#ppt_x"/>
                                          </p:val>
                                        </p:tav>
                                      </p:tavLst>
                                    </p:anim>
                                    <p:anim calcmode="lin" valueType="num">
                                      <p:cBhvr additive="base">
                                        <p:cTn id="9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1" grpId="0" animBg="1"/>
      <p:bldP spid="36" grpId="0" animBg="1"/>
      <p:bldP spid="59" grpId="0" animBg="1"/>
      <p:bldP spid="63" grpId="0" animBg="1"/>
      <p:bldP spid="67" grpId="0" animBg="1"/>
      <p:bldP spid="42" grpId="0" animBg="1"/>
      <p:bldP spid="43" grpId="0" animBg="1"/>
      <p:bldP spid="44" grpId="0" animBg="1"/>
      <p:bldP spid="45" grpId="0" animBg="1"/>
      <p:bldP spid="46" grpId="0" animBg="1"/>
      <p:bldP spid="47"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Iconic List Sample</a:t>
            </a:r>
            <a:endParaRPr lang="en-US" dirty="0"/>
          </a:p>
        </p:txBody>
      </p:sp>
      <p:sp>
        <p:nvSpPr>
          <p:cNvPr id="6" name="Text Placeholder 5"/>
          <p:cNvSpPr>
            <a:spLocks noGrp="1"/>
          </p:cNvSpPr>
          <p:nvPr>
            <p:ph type="body" sz="half" idx="2"/>
          </p:nvPr>
        </p:nvSpPr>
        <p:spPr/>
        <p:txBody>
          <a:bodyPr/>
          <a:lstStyle/>
          <a:p>
            <a:r>
              <a:rPr lang="en-US"/>
              <a:t>Iconic List Sample</a:t>
            </a:r>
            <a:endParaRPr lang="en-US" dirty="0"/>
          </a:p>
        </p:txBody>
      </p:sp>
      <p:sp>
        <p:nvSpPr>
          <p:cNvPr id="32" name="Slide Number Placeholder 31"/>
          <p:cNvSpPr>
            <a:spLocks noGrp="1"/>
          </p:cNvSpPr>
          <p:nvPr>
            <p:ph type="sldNum" sz="quarter" idx="12"/>
          </p:nvPr>
        </p:nvSpPr>
        <p:spPr/>
        <p:txBody>
          <a:bodyPr/>
          <a:lstStyle/>
          <a:p>
            <a:fld id="{C136B7D2-B98C-44FD-8D04-7EC62A564975}" type="slidenum">
              <a:rPr lang="en-US" smtClean="0"/>
              <a:pPr/>
              <a:t>45</a:t>
            </a:fld>
            <a:endParaRPr lang="en-US" dirty="0"/>
          </a:p>
        </p:txBody>
      </p:sp>
      <p:grpSp>
        <p:nvGrpSpPr>
          <p:cNvPr id="3" name="Group 38"/>
          <p:cNvGrpSpPr/>
          <p:nvPr/>
        </p:nvGrpSpPr>
        <p:grpSpPr>
          <a:xfrm>
            <a:off x="769938" y="1469840"/>
            <a:ext cx="2621652" cy="672788"/>
            <a:chOff x="885153" y="1438589"/>
            <a:chExt cx="2621652" cy="672788"/>
          </a:xfrm>
        </p:grpSpPr>
        <p:sp>
          <p:nvSpPr>
            <p:cNvPr id="7" name="TextBox 6"/>
            <p:cNvSpPr txBox="1"/>
            <p:nvPr/>
          </p:nvSpPr>
          <p:spPr>
            <a:xfrm>
              <a:off x="1759595" y="1438589"/>
              <a:ext cx="1747210" cy="215444"/>
            </a:xfrm>
            <a:prstGeom prst="rect">
              <a:avLst/>
            </a:prstGeom>
            <a:noFill/>
          </p:spPr>
          <p:txBody>
            <a:bodyPr wrap="none" lIns="0" tIns="0" rIns="0" bIns="0" rtlCol="0" anchor="ctr">
              <a:spAutoFit/>
            </a:bodyPr>
            <a:lstStyle/>
            <a:p>
              <a:pPr algn="r"/>
              <a:r>
                <a:rPr lang="en-US" sz="1400" b="1" dirty="0">
                  <a:solidFill>
                    <a:schemeClr val="accent1"/>
                  </a:solidFill>
                  <a:latin typeface="+mj-lt"/>
                </a:rPr>
                <a:t>Worldwide Business</a:t>
              </a:r>
            </a:p>
          </p:txBody>
        </p:sp>
        <p:sp>
          <p:nvSpPr>
            <p:cNvPr id="8" name="TextBox 7"/>
            <p:cNvSpPr txBox="1"/>
            <p:nvPr/>
          </p:nvSpPr>
          <p:spPr>
            <a:xfrm>
              <a:off x="885153" y="1649712"/>
              <a:ext cx="2621652"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25" name="Oval 24"/>
          <p:cNvSpPr/>
          <p:nvPr/>
        </p:nvSpPr>
        <p:spPr>
          <a:xfrm>
            <a:off x="3463333" y="1469840"/>
            <a:ext cx="723797" cy="7030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accent1">
                  <a:lumMod val="50000"/>
                </a:schemeClr>
              </a:solidFill>
              <a:latin typeface="FontAwesome" pitchFamily="2" charset="0"/>
            </a:endParaRPr>
          </a:p>
        </p:txBody>
      </p:sp>
      <p:grpSp>
        <p:nvGrpSpPr>
          <p:cNvPr id="4" name="Group 39"/>
          <p:cNvGrpSpPr/>
          <p:nvPr/>
        </p:nvGrpSpPr>
        <p:grpSpPr>
          <a:xfrm>
            <a:off x="769938" y="2486766"/>
            <a:ext cx="2621653" cy="665419"/>
            <a:chOff x="885153" y="2455515"/>
            <a:chExt cx="2621653" cy="665419"/>
          </a:xfrm>
        </p:grpSpPr>
        <p:sp>
          <p:nvSpPr>
            <p:cNvPr id="29" name="TextBox 28"/>
            <p:cNvSpPr txBox="1"/>
            <p:nvPr/>
          </p:nvSpPr>
          <p:spPr>
            <a:xfrm>
              <a:off x="1876551" y="2455515"/>
              <a:ext cx="1630255" cy="215444"/>
            </a:xfrm>
            <a:prstGeom prst="rect">
              <a:avLst/>
            </a:prstGeom>
            <a:noFill/>
          </p:spPr>
          <p:txBody>
            <a:bodyPr wrap="square" lIns="0" tIns="0" rIns="0" bIns="0" rtlCol="0" anchor="ctr">
              <a:spAutoFit/>
            </a:bodyPr>
            <a:lstStyle/>
            <a:p>
              <a:pPr algn="r"/>
              <a:r>
                <a:rPr lang="en-US" sz="1400" b="1" dirty="0">
                  <a:solidFill>
                    <a:schemeClr val="accent2"/>
                  </a:solidFill>
                </a:rPr>
                <a:t>Business To Go</a:t>
              </a:r>
            </a:p>
          </p:txBody>
        </p:sp>
        <p:sp>
          <p:nvSpPr>
            <p:cNvPr id="30" name="TextBox 29"/>
            <p:cNvSpPr txBox="1"/>
            <p:nvPr/>
          </p:nvSpPr>
          <p:spPr>
            <a:xfrm>
              <a:off x="885153" y="2659269"/>
              <a:ext cx="2621653"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31" name="Oval 30"/>
          <p:cNvSpPr/>
          <p:nvPr/>
        </p:nvSpPr>
        <p:spPr>
          <a:xfrm>
            <a:off x="3463333" y="2476529"/>
            <a:ext cx="723797" cy="70307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50000"/>
                </a:schemeClr>
              </a:solidFill>
            </a:endParaRPr>
          </a:p>
        </p:txBody>
      </p:sp>
      <p:grpSp>
        <p:nvGrpSpPr>
          <p:cNvPr id="5" name="Group 40"/>
          <p:cNvGrpSpPr/>
          <p:nvPr/>
        </p:nvGrpSpPr>
        <p:grpSpPr>
          <a:xfrm>
            <a:off x="769938" y="3494888"/>
            <a:ext cx="2621653" cy="674944"/>
            <a:chOff x="885152" y="3463637"/>
            <a:chExt cx="2621653" cy="674944"/>
          </a:xfrm>
        </p:grpSpPr>
        <p:sp>
          <p:nvSpPr>
            <p:cNvPr id="34" name="TextBox 33"/>
            <p:cNvSpPr txBox="1"/>
            <p:nvPr/>
          </p:nvSpPr>
          <p:spPr>
            <a:xfrm>
              <a:off x="2221197" y="3463637"/>
              <a:ext cx="1285608" cy="215444"/>
            </a:xfrm>
            <a:prstGeom prst="rect">
              <a:avLst/>
            </a:prstGeom>
            <a:noFill/>
          </p:spPr>
          <p:txBody>
            <a:bodyPr wrap="none" lIns="0" tIns="0" rIns="0" bIns="0" rtlCol="0" anchor="ctr">
              <a:spAutoFit/>
            </a:bodyPr>
            <a:lstStyle/>
            <a:p>
              <a:pPr algn="r"/>
              <a:r>
                <a:rPr lang="en-US" sz="1400" b="1" dirty="0">
                  <a:solidFill>
                    <a:schemeClr val="accent3"/>
                  </a:solidFill>
                </a:rPr>
                <a:t>Creative Solutions</a:t>
              </a:r>
            </a:p>
          </p:txBody>
        </p:sp>
        <p:sp>
          <p:nvSpPr>
            <p:cNvPr id="35" name="TextBox 34"/>
            <p:cNvSpPr txBox="1"/>
            <p:nvPr/>
          </p:nvSpPr>
          <p:spPr>
            <a:xfrm>
              <a:off x="885152" y="3676916"/>
              <a:ext cx="2621653"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36" name="Oval 35"/>
          <p:cNvSpPr/>
          <p:nvPr/>
        </p:nvSpPr>
        <p:spPr>
          <a:xfrm>
            <a:off x="3463333" y="3484651"/>
            <a:ext cx="723797" cy="70307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5">
                  <a:lumMod val="50000"/>
                </a:schemeClr>
              </a:solidFill>
            </a:endParaRPr>
          </a:p>
        </p:txBody>
      </p:sp>
      <p:grpSp>
        <p:nvGrpSpPr>
          <p:cNvPr id="9" name="Group 32"/>
          <p:cNvGrpSpPr/>
          <p:nvPr/>
        </p:nvGrpSpPr>
        <p:grpSpPr>
          <a:xfrm>
            <a:off x="5724139" y="1478643"/>
            <a:ext cx="2649923" cy="665418"/>
            <a:chOff x="5638262" y="1447392"/>
            <a:chExt cx="2649923" cy="665418"/>
          </a:xfrm>
        </p:grpSpPr>
        <p:sp>
          <p:nvSpPr>
            <p:cNvPr id="57" name="TextBox 56"/>
            <p:cNvSpPr txBox="1"/>
            <p:nvPr/>
          </p:nvSpPr>
          <p:spPr>
            <a:xfrm>
              <a:off x="5638263" y="1447392"/>
              <a:ext cx="1609415" cy="215444"/>
            </a:xfrm>
            <a:prstGeom prst="rect">
              <a:avLst/>
            </a:prstGeom>
            <a:noFill/>
          </p:spPr>
          <p:txBody>
            <a:bodyPr wrap="none" lIns="0" tIns="0" rIns="0" bIns="0" rtlCol="0" anchor="ctr">
              <a:spAutoFit/>
            </a:bodyPr>
            <a:lstStyle/>
            <a:p>
              <a:r>
                <a:rPr lang="en-US" sz="1400" b="1" dirty="0">
                  <a:solidFill>
                    <a:schemeClr val="accent4"/>
                  </a:solidFill>
                  <a:latin typeface="+mj-lt"/>
                </a:rPr>
                <a:t>Market Assessment</a:t>
              </a:r>
            </a:p>
          </p:txBody>
        </p:sp>
        <p:sp>
          <p:nvSpPr>
            <p:cNvPr id="58" name="TextBox 57"/>
            <p:cNvSpPr txBox="1"/>
            <p:nvPr/>
          </p:nvSpPr>
          <p:spPr>
            <a:xfrm>
              <a:off x="5638262" y="1651145"/>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59" name="Oval 58"/>
          <p:cNvSpPr/>
          <p:nvPr/>
        </p:nvSpPr>
        <p:spPr>
          <a:xfrm>
            <a:off x="4917642" y="1468406"/>
            <a:ext cx="723797" cy="70307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accent2">
                  <a:lumMod val="50000"/>
                </a:schemeClr>
              </a:solidFill>
              <a:latin typeface="FontAwesome" pitchFamily="2" charset="0"/>
            </a:endParaRPr>
          </a:p>
        </p:txBody>
      </p:sp>
      <p:grpSp>
        <p:nvGrpSpPr>
          <p:cNvPr id="10" name="Group 36"/>
          <p:cNvGrpSpPr/>
          <p:nvPr/>
        </p:nvGrpSpPr>
        <p:grpSpPr>
          <a:xfrm>
            <a:off x="5724139" y="2454158"/>
            <a:ext cx="2649923" cy="698027"/>
            <a:chOff x="5638262" y="2422907"/>
            <a:chExt cx="2649923" cy="698027"/>
          </a:xfrm>
        </p:grpSpPr>
        <p:sp>
          <p:nvSpPr>
            <p:cNvPr id="61" name="TextBox 60"/>
            <p:cNvSpPr txBox="1"/>
            <p:nvPr/>
          </p:nvSpPr>
          <p:spPr>
            <a:xfrm>
              <a:off x="5638263" y="2422907"/>
              <a:ext cx="1362552" cy="215444"/>
            </a:xfrm>
            <a:prstGeom prst="rect">
              <a:avLst/>
            </a:prstGeom>
            <a:noFill/>
          </p:spPr>
          <p:txBody>
            <a:bodyPr wrap="none" lIns="0" tIns="0" rIns="0" bIns="0" rtlCol="0" anchor="ctr">
              <a:spAutoFit/>
            </a:bodyPr>
            <a:lstStyle/>
            <a:p>
              <a:r>
                <a:rPr lang="en-US" sz="1400" b="1" dirty="0">
                  <a:solidFill>
                    <a:schemeClr val="accent5"/>
                  </a:solidFill>
                </a:rPr>
                <a:t>Regulatory Support</a:t>
              </a:r>
            </a:p>
          </p:txBody>
        </p:sp>
        <p:sp>
          <p:nvSpPr>
            <p:cNvPr id="62" name="TextBox 61"/>
            <p:cNvSpPr txBox="1"/>
            <p:nvPr/>
          </p:nvSpPr>
          <p:spPr>
            <a:xfrm>
              <a:off x="5638262" y="2659269"/>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63" name="Oval 62"/>
          <p:cNvSpPr/>
          <p:nvPr/>
        </p:nvSpPr>
        <p:spPr>
          <a:xfrm>
            <a:off x="4917642" y="2476530"/>
            <a:ext cx="723797" cy="70307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4">
                  <a:lumMod val="50000"/>
                </a:schemeClr>
              </a:solidFill>
              <a:latin typeface="FontAwesome" pitchFamily="2" charset="0"/>
            </a:endParaRPr>
          </a:p>
        </p:txBody>
      </p:sp>
      <p:grpSp>
        <p:nvGrpSpPr>
          <p:cNvPr id="11" name="Group 37"/>
          <p:cNvGrpSpPr/>
          <p:nvPr/>
        </p:nvGrpSpPr>
        <p:grpSpPr>
          <a:xfrm>
            <a:off x="5724139" y="3485363"/>
            <a:ext cx="2649923" cy="665419"/>
            <a:chOff x="5638262" y="3454112"/>
            <a:chExt cx="2649923" cy="665419"/>
          </a:xfrm>
        </p:grpSpPr>
        <p:sp>
          <p:nvSpPr>
            <p:cNvPr id="65" name="TextBox 64"/>
            <p:cNvSpPr txBox="1"/>
            <p:nvPr/>
          </p:nvSpPr>
          <p:spPr>
            <a:xfrm>
              <a:off x="5638263" y="3454112"/>
              <a:ext cx="1881925" cy="215444"/>
            </a:xfrm>
            <a:prstGeom prst="rect">
              <a:avLst/>
            </a:prstGeom>
            <a:noFill/>
          </p:spPr>
          <p:txBody>
            <a:bodyPr wrap="none" lIns="0" tIns="0" rIns="0" bIns="0" rtlCol="0" anchor="ctr">
              <a:spAutoFit/>
            </a:bodyPr>
            <a:lstStyle/>
            <a:p>
              <a:r>
                <a:rPr lang="en-US" sz="1400" b="1" dirty="0">
                  <a:solidFill>
                    <a:schemeClr val="accent6"/>
                  </a:solidFill>
                </a:rPr>
                <a:t>Program Management</a:t>
              </a:r>
            </a:p>
          </p:txBody>
        </p:sp>
        <p:sp>
          <p:nvSpPr>
            <p:cNvPr id="66" name="TextBox 65"/>
            <p:cNvSpPr txBox="1"/>
            <p:nvPr/>
          </p:nvSpPr>
          <p:spPr>
            <a:xfrm>
              <a:off x="5638262" y="3657866"/>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sp>
        <p:nvSpPr>
          <p:cNvPr id="67" name="Oval 66"/>
          <p:cNvSpPr/>
          <p:nvPr/>
        </p:nvSpPr>
        <p:spPr>
          <a:xfrm>
            <a:off x="4917642" y="3484651"/>
            <a:ext cx="723797" cy="70307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6">
                  <a:lumMod val="50000"/>
                </a:schemeClr>
              </a:solidFill>
            </a:endParaRPr>
          </a:p>
        </p:txBody>
      </p:sp>
      <p:cxnSp>
        <p:nvCxnSpPr>
          <p:cNvPr id="68" name="Straight Connector 67"/>
          <p:cNvCxnSpPr/>
          <p:nvPr/>
        </p:nvCxnSpPr>
        <p:spPr>
          <a:xfrm flipV="1">
            <a:off x="4572000" y="1419610"/>
            <a:ext cx="0" cy="2746157"/>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sp>
        <p:nvSpPr>
          <p:cNvPr id="42" name="Freeform 56"/>
          <p:cNvSpPr>
            <a:spLocks noEditPoints="1"/>
          </p:cNvSpPr>
          <p:nvPr/>
        </p:nvSpPr>
        <p:spPr bwMode="auto">
          <a:xfrm>
            <a:off x="5106719" y="2655247"/>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5"/>
          <p:cNvSpPr>
            <a:spLocks noEditPoints="1"/>
          </p:cNvSpPr>
          <p:nvPr/>
        </p:nvSpPr>
        <p:spPr bwMode="auto">
          <a:xfrm>
            <a:off x="3640046" y="1636192"/>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245"/>
          <p:cNvSpPr>
            <a:spLocks/>
          </p:cNvSpPr>
          <p:nvPr/>
        </p:nvSpPr>
        <p:spPr bwMode="auto">
          <a:xfrm>
            <a:off x="3659425" y="2662261"/>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4"/>
          <p:cNvSpPr>
            <a:spLocks noEditPoints="1"/>
          </p:cNvSpPr>
          <p:nvPr/>
        </p:nvSpPr>
        <p:spPr bwMode="auto">
          <a:xfrm>
            <a:off x="3676911" y="3619502"/>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217"/>
          <p:cNvSpPr>
            <a:spLocks noEditPoints="1"/>
          </p:cNvSpPr>
          <p:nvPr/>
        </p:nvSpPr>
        <p:spPr bwMode="auto">
          <a:xfrm>
            <a:off x="5090100" y="1677864"/>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135"/>
          <p:cNvSpPr>
            <a:spLocks noEditPoints="1"/>
          </p:cNvSpPr>
          <p:nvPr/>
        </p:nvSpPr>
        <p:spPr bwMode="auto">
          <a:xfrm>
            <a:off x="5127860" y="3694110"/>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ppt_x"/>
                                          </p:val>
                                        </p:tav>
                                        <p:tav tm="100000">
                                          <p:val>
                                            <p:strVal val="#ppt_x"/>
                                          </p:val>
                                        </p:tav>
                                      </p:tavLst>
                                    </p:anim>
                                    <p:anim calcmode="lin" valueType="num">
                                      <p:cBhvr additive="base">
                                        <p:cTn id="12" dur="500" fill="hold"/>
                                        <p:tgtEl>
                                          <p:spTgt spid="25"/>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43"/>
                                        </p:tgtEl>
                                        <p:attrNameLst>
                                          <p:attrName>style.visibility</p:attrName>
                                        </p:attrNameLst>
                                      </p:cBhvr>
                                      <p:to>
                                        <p:strVal val="visible"/>
                                      </p:to>
                                    </p:set>
                                    <p:anim calcmode="lin" valueType="num">
                                      <p:cBhvr>
                                        <p:cTn id="16" dur="500" fill="hold"/>
                                        <p:tgtEl>
                                          <p:spTgt spid="43"/>
                                        </p:tgtEl>
                                        <p:attrNameLst>
                                          <p:attrName>ppt_w</p:attrName>
                                        </p:attrNameLst>
                                      </p:cBhvr>
                                      <p:tavLst>
                                        <p:tav tm="0">
                                          <p:val>
                                            <p:fltVal val="0"/>
                                          </p:val>
                                        </p:tav>
                                        <p:tav tm="100000">
                                          <p:val>
                                            <p:strVal val="#ppt_w"/>
                                          </p:val>
                                        </p:tav>
                                      </p:tavLst>
                                    </p:anim>
                                    <p:anim calcmode="lin" valueType="num">
                                      <p:cBhvr>
                                        <p:cTn id="17" dur="500" fill="hold"/>
                                        <p:tgtEl>
                                          <p:spTgt spid="43"/>
                                        </p:tgtEl>
                                        <p:attrNameLst>
                                          <p:attrName>ppt_h</p:attrName>
                                        </p:attrNameLst>
                                      </p:cBhvr>
                                      <p:tavLst>
                                        <p:tav tm="0">
                                          <p:val>
                                            <p:fltVal val="0"/>
                                          </p:val>
                                        </p:tav>
                                        <p:tav tm="100000">
                                          <p:val>
                                            <p:strVal val="#ppt_h"/>
                                          </p:val>
                                        </p:tav>
                                      </p:tavLst>
                                    </p:anim>
                                    <p:animEffect transition="in" filter="fade">
                                      <p:cBhvr>
                                        <p:cTn id="18" dur="500"/>
                                        <p:tgtEl>
                                          <p:spTgt spid="43"/>
                                        </p:tgtEl>
                                      </p:cBhvr>
                                    </p:animEffect>
                                  </p:childTnLst>
                                </p:cTn>
                              </p:par>
                              <p:par>
                                <p:cTn id="19" presetID="2" presetClass="entr" presetSubtype="8" accel="50000" decel="5000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 presetClass="entr" presetSubtype="4" accel="50000" decel="50000" fill="hold" grpId="0" nodeType="afterEffect">
                                  <p:stCondLst>
                                    <p:cond delay="0"/>
                                  </p:stCondLst>
                                  <p:childTnLst>
                                    <p:set>
                                      <p:cBhvr>
                                        <p:cTn id="25" dur="1" fill="hold">
                                          <p:stCondLst>
                                            <p:cond delay="0"/>
                                          </p:stCondLst>
                                        </p:cTn>
                                        <p:tgtEl>
                                          <p:spTgt spid="59"/>
                                        </p:tgtEl>
                                        <p:attrNameLst>
                                          <p:attrName>style.visibility</p:attrName>
                                        </p:attrNameLst>
                                      </p:cBhvr>
                                      <p:to>
                                        <p:strVal val="visible"/>
                                      </p:to>
                                    </p:set>
                                    <p:anim calcmode="lin" valueType="num">
                                      <p:cBhvr additive="base">
                                        <p:cTn id="26" dur="500" fill="hold"/>
                                        <p:tgtEl>
                                          <p:spTgt spid="59"/>
                                        </p:tgtEl>
                                        <p:attrNameLst>
                                          <p:attrName>ppt_x</p:attrName>
                                        </p:attrNameLst>
                                      </p:cBhvr>
                                      <p:tavLst>
                                        <p:tav tm="0">
                                          <p:val>
                                            <p:strVal val="#ppt_x"/>
                                          </p:val>
                                        </p:tav>
                                        <p:tav tm="100000">
                                          <p:val>
                                            <p:strVal val="#ppt_x"/>
                                          </p:val>
                                        </p:tav>
                                      </p:tavLst>
                                    </p:anim>
                                    <p:anim calcmode="lin" valueType="num">
                                      <p:cBhvr additive="base">
                                        <p:cTn id="27" dur="500" fill="hold"/>
                                        <p:tgtEl>
                                          <p:spTgt spid="59"/>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46"/>
                                        </p:tgtEl>
                                        <p:attrNameLst>
                                          <p:attrName>style.visibility</p:attrName>
                                        </p:attrNameLst>
                                      </p:cBhvr>
                                      <p:to>
                                        <p:strVal val="visible"/>
                                      </p:to>
                                    </p:set>
                                    <p:anim calcmode="lin" valueType="num">
                                      <p:cBhvr>
                                        <p:cTn id="31" dur="500" fill="hold"/>
                                        <p:tgtEl>
                                          <p:spTgt spid="46"/>
                                        </p:tgtEl>
                                        <p:attrNameLst>
                                          <p:attrName>ppt_w</p:attrName>
                                        </p:attrNameLst>
                                      </p:cBhvr>
                                      <p:tavLst>
                                        <p:tav tm="0">
                                          <p:val>
                                            <p:fltVal val="0"/>
                                          </p:val>
                                        </p:tav>
                                        <p:tav tm="100000">
                                          <p:val>
                                            <p:strVal val="#ppt_w"/>
                                          </p:val>
                                        </p:tav>
                                      </p:tavLst>
                                    </p:anim>
                                    <p:anim calcmode="lin" valueType="num">
                                      <p:cBhvr>
                                        <p:cTn id="32" dur="500" fill="hold"/>
                                        <p:tgtEl>
                                          <p:spTgt spid="46"/>
                                        </p:tgtEl>
                                        <p:attrNameLst>
                                          <p:attrName>ppt_h</p:attrName>
                                        </p:attrNameLst>
                                      </p:cBhvr>
                                      <p:tavLst>
                                        <p:tav tm="0">
                                          <p:val>
                                            <p:fltVal val="0"/>
                                          </p:val>
                                        </p:tav>
                                        <p:tav tm="100000">
                                          <p:val>
                                            <p:strVal val="#ppt_h"/>
                                          </p:val>
                                        </p:tav>
                                      </p:tavLst>
                                    </p:anim>
                                    <p:animEffect transition="in" filter="fade">
                                      <p:cBhvr>
                                        <p:cTn id="33" dur="500"/>
                                        <p:tgtEl>
                                          <p:spTgt spid="46"/>
                                        </p:tgtEl>
                                      </p:cBhvr>
                                    </p:animEffect>
                                  </p:childTnLst>
                                </p:cTn>
                              </p:par>
                              <p:par>
                                <p:cTn id="34" presetID="2" presetClass="entr" presetSubtype="2" accel="50000" decel="50000" fill="hold" nodeType="with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1+#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par>
                          <p:cTn id="38" fill="hold">
                            <p:stCondLst>
                              <p:cond delay="2500"/>
                            </p:stCondLst>
                            <p:childTnLst>
                              <p:par>
                                <p:cTn id="39" presetID="2" presetClass="entr" presetSubtype="4" accel="50000" decel="50000" fill="hold" nodeType="afterEffect">
                                  <p:stCondLst>
                                    <p:cond delay="0"/>
                                  </p:stCondLst>
                                  <p:childTnLst>
                                    <p:set>
                                      <p:cBhvr>
                                        <p:cTn id="40" dur="1" fill="hold">
                                          <p:stCondLst>
                                            <p:cond delay="0"/>
                                          </p:stCondLst>
                                        </p:cTn>
                                        <p:tgtEl>
                                          <p:spTgt spid="31"/>
                                        </p:tgtEl>
                                        <p:attrNameLst>
                                          <p:attrName>style.visibility</p:attrName>
                                        </p:attrNameLst>
                                      </p:cBhvr>
                                      <p:to>
                                        <p:strVal val="visible"/>
                                      </p:to>
                                    </p:set>
                                    <p:anim calcmode="lin" valueType="num">
                                      <p:cBhvr additive="base">
                                        <p:cTn id="41" dur="500" fill="hold"/>
                                        <p:tgtEl>
                                          <p:spTgt spid="31"/>
                                        </p:tgtEl>
                                        <p:attrNameLst>
                                          <p:attrName>ppt_x</p:attrName>
                                        </p:attrNameLst>
                                      </p:cBhvr>
                                      <p:tavLst>
                                        <p:tav tm="0">
                                          <p:val>
                                            <p:strVal val="#ppt_x"/>
                                          </p:val>
                                        </p:tav>
                                        <p:tav tm="100000">
                                          <p:val>
                                            <p:strVal val="#ppt_x"/>
                                          </p:val>
                                        </p:tav>
                                      </p:tavLst>
                                    </p:anim>
                                    <p:anim calcmode="lin" valueType="num">
                                      <p:cBhvr additive="base">
                                        <p:cTn id="42" dur="500" fill="hold"/>
                                        <p:tgtEl>
                                          <p:spTgt spid="31"/>
                                        </p:tgtEl>
                                        <p:attrNameLst>
                                          <p:attrName>ppt_y</p:attrName>
                                        </p:attrNameLst>
                                      </p:cBhvr>
                                      <p:tavLst>
                                        <p:tav tm="0">
                                          <p:val>
                                            <p:strVal val="1+#ppt_h/2"/>
                                          </p:val>
                                        </p:tav>
                                        <p:tav tm="100000">
                                          <p:val>
                                            <p:strVal val="#ppt_y"/>
                                          </p:val>
                                        </p:tav>
                                      </p:tavLst>
                                    </p:anim>
                                  </p:childTnLst>
                                </p:cTn>
                              </p:par>
                            </p:childTnLst>
                          </p:cTn>
                        </p:par>
                        <p:par>
                          <p:cTn id="43" fill="hold">
                            <p:stCondLst>
                              <p:cond delay="3000"/>
                            </p:stCondLst>
                            <p:childTnLst>
                              <p:par>
                                <p:cTn id="44" presetID="53" presetClass="entr" presetSubtype="0" fill="hold" grpId="0" nodeType="afterEffect">
                                  <p:stCondLst>
                                    <p:cond delay="0"/>
                                  </p:stCondLst>
                                  <p:childTnLst>
                                    <p:set>
                                      <p:cBhvr>
                                        <p:cTn id="45" dur="1" fill="hold">
                                          <p:stCondLst>
                                            <p:cond delay="0"/>
                                          </p:stCondLst>
                                        </p:cTn>
                                        <p:tgtEl>
                                          <p:spTgt spid="44"/>
                                        </p:tgtEl>
                                        <p:attrNameLst>
                                          <p:attrName>style.visibility</p:attrName>
                                        </p:attrNameLst>
                                      </p:cBhvr>
                                      <p:to>
                                        <p:strVal val="visible"/>
                                      </p:to>
                                    </p:set>
                                    <p:anim calcmode="lin" valueType="num">
                                      <p:cBhvr>
                                        <p:cTn id="46" dur="500" fill="hold"/>
                                        <p:tgtEl>
                                          <p:spTgt spid="44"/>
                                        </p:tgtEl>
                                        <p:attrNameLst>
                                          <p:attrName>ppt_w</p:attrName>
                                        </p:attrNameLst>
                                      </p:cBhvr>
                                      <p:tavLst>
                                        <p:tav tm="0">
                                          <p:val>
                                            <p:fltVal val="0"/>
                                          </p:val>
                                        </p:tav>
                                        <p:tav tm="100000">
                                          <p:val>
                                            <p:strVal val="#ppt_w"/>
                                          </p:val>
                                        </p:tav>
                                      </p:tavLst>
                                    </p:anim>
                                    <p:anim calcmode="lin" valueType="num">
                                      <p:cBhvr>
                                        <p:cTn id="47" dur="500" fill="hold"/>
                                        <p:tgtEl>
                                          <p:spTgt spid="44"/>
                                        </p:tgtEl>
                                        <p:attrNameLst>
                                          <p:attrName>ppt_h</p:attrName>
                                        </p:attrNameLst>
                                      </p:cBhvr>
                                      <p:tavLst>
                                        <p:tav tm="0">
                                          <p:val>
                                            <p:fltVal val="0"/>
                                          </p:val>
                                        </p:tav>
                                        <p:tav tm="100000">
                                          <p:val>
                                            <p:strVal val="#ppt_h"/>
                                          </p:val>
                                        </p:tav>
                                      </p:tavLst>
                                    </p:anim>
                                    <p:animEffect transition="in" filter="fade">
                                      <p:cBhvr>
                                        <p:cTn id="48" dur="500"/>
                                        <p:tgtEl>
                                          <p:spTgt spid="44"/>
                                        </p:tgtEl>
                                      </p:cBhvr>
                                    </p:animEffect>
                                  </p:childTnLst>
                                </p:cTn>
                              </p:par>
                              <p:par>
                                <p:cTn id="49" presetID="2" presetClass="entr" presetSubtype="8" accel="50000" decel="50000" fill="hold" nodeType="withEffect">
                                  <p:stCondLst>
                                    <p:cond delay="0"/>
                                  </p:stCondLst>
                                  <p:childTnLst>
                                    <p:set>
                                      <p:cBhvr>
                                        <p:cTn id="50" dur="1" fill="hold">
                                          <p:stCondLst>
                                            <p:cond delay="0"/>
                                          </p:stCondLst>
                                        </p:cTn>
                                        <p:tgtEl>
                                          <p:spTgt spid="4"/>
                                        </p:tgtEl>
                                        <p:attrNameLst>
                                          <p:attrName>style.visibility</p:attrName>
                                        </p:attrNameLst>
                                      </p:cBhvr>
                                      <p:to>
                                        <p:strVal val="visible"/>
                                      </p:to>
                                    </p:set>
                                    <p:anim calcmode="lin" valueType="num">
                                      <p:cBhvr additive="base">
                                        <p:cTn id="51" dur="500" fill="hold"/>
                                        <p:tgtEl>
                                          <p:spTgt spid="4"/>
                                        </p:tgtEl>
                                        <p:attrNameLst>
                                          <p:attrName>ppt_x</p:attrName>
                                        </p:attrNameLst>
                                      </p:cBhvr>
                                      <p:tavLst>
                                        <p:tav tm="0">
                                          <p:val>
                                            <p:strVal val="0-#ppt_w/2"/>
                                          </p:val>
                                        </p:tav>
                                        <p:tav tm="100000">
                                          <p:val>
                                            <p:strVal val="#ppt_x"/>
                                          </p:val>
                                        </p:tav>
                                      </p:tavLst>
                                    </p:anim>
                                    <p:anim calcmode="lin" valueType="num">
                                      <p:cBhvr additive="base">
                                        <p:cTn id="52" dur="500" fill="hold"/>
                                        <p:tgtEl>
                                          <p:spTgt spid="4"/>
                                        </p:tgtEl>
                                        <p:attrNameLst>
                                          <p:attrName>ppt_y</p:attrName>
                                        </p:attrNameLst>
                                      </p:cBhvr>
                                      <p:tavLst>
                                        <p:tav tm="0">
                                          <p:val>
                                            <p:strVal val="#ppt_y"/>
                                          </p:val>
                                        </p:tav>
                                        <p:tav tm="100000">
                                          <p:val>
                                            <p:strVal val="#ppt_y"/>
                                          </p:val>
                                        </p:tav>
                                      </p:tavLst>
                                    </p:anim>
                                  </p:childTnLst>
                                </p:cTn>
                              </p:par>
                            </p:childTnLst>
                          </p:cTn>
                        </p:par>
                        <p:par>
                          <p:cTn id="53" fill="hold">
                            <p:stCondLst>
                              <p:cond delay="3500"/>
                            </p:stCondLst>
                            <p:childTnLst>
                              <p:par>
                                <p:cTn id="54" presetID="2" presetClass="entr" presetSubtype="4" accel="50000" decel="50000" fill="hold" grpId="0" nodeType="afterEffect">
                                  <p:stCondLst>
                                    <p:cond delay="0"/>
                                  </p:stCondLst>
                                  <p:childTnLst>
                                    <p:set>
                                      <p:cBhvr>
                                        <p:cTn id="55" dur="1" fill="hold">
                                          <p:stCondLst>
                                            <p:cond delay="0"/>
                                          </p:stCondLst>
                                        </p:cTn>
                                        <p:tgtEl>
                                          <p:spTgt spid="63"/>
                                        </p:tgtEl>
                                        <p:attrNameLst>
                                          <p:attrName>style.visibility</p:attrName>
                                        </p:attrNameLst>
                                      </p:cBhvr>
                                      <p:to>
                                        <p:strVal val="visible"/>
                                      </p:to>
                                    </p:set>
                                    <p:anim calcmode="lin" valueType="num">
                                      <p:cBhvr additive="base">
                                        <p:cTn id="56" dur="500" fill="hold"/>
                                        <p:tgtEl>
                                          <p:spTgt spid="63"/>
                                        </p:tgtEl>
                                        <p:attrNameLst>
                                          <p:attrName>ppt_x</p:attrName>
                                        </p:attrNameLst>
                                      </p:cBhvr>
                                      <p:tavLst>
                                        <p:tav tm="0">
                                          <p:val>
                                            <p:strVal val="#ppt_x"/>
                                          </p:val>
                                        </p:tav>
                                        <p:tav tm="100000">
                                          <p:val>
                                            <p:strVal val="#ppt_x"/>
                                          </p:val>
                                        </p:tav>
                                      </p:tavLst>
                                    </p:anim>
                                    <p:anim calcmode="lin" valueType="num">
                                      <p:cBhvr additive="base">
                                        <p:cTn id="57" dur="500" fill="hold"/>
                                        <p:tgtEl>
                                          <p:spTgt spid="63"/>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53" presetClass="entr" presetSubtype="0" fill="hold" grpId="0" nodeType="afterEffect">
                                  <p:stCondLst>
                                    <p:cond delay="0"/>
                                  </p:stCondLst>
                                  <p:childTnLst>
                                    <p:set>
                                      <p:cBhvr>
                                        <p:cTn id="60" dur="1" fill="hold">
                                          <p:stCondLst>
                                            <p:cond delay="0"/>
                                          </p:stCondLst>
                                        </p:cTn>
                                        <p:tgtEl>
                                          <p:spTgt spid="42"/>
                                        </p:tgtEl>
                                        <p:attrNameLst>
                                          <p:attrName>style.visibility</p:attrName>
                                        </p:attrNameLst>
                                      </p:cBhvr>
                                      <p:to>
                                        <p:strVal val="visible"/>
                                      </p:to>
                                    </p:set>
                                    <p:anim calcmode="lin" valueType="num">
                                      <p:cBhvr>
                                        <p:cTn id="61" dur="500" fill="hold"/>
                                        <p:tgtEl>
                                          <p:spTgt spid="42"/>
                                        </p:tgtEl>
                                        <p:attrNameLst>
                                          <p:attrName>ppt_w</p:attrName>
                                        </p:attrNameLst>
                                      </p:cBhvr>
                                      <p:tavLst>
                                        <p:tav tm="0">
                                          <p:val>
                                            <p:fltVal val="0"/>
                                          </p:val>
                                        </p:tav>
                                        <p:tav tm="100000">
                                          <p:val>
                                            <p:strVal val="#ppt_w"/>
                                          </p:val>
                                        </p:tav>
                                      </p:tavLst>
                                    </p:anim>
                                    <p:anim calcmode="lin" valueType="num">
                                      <p:cBhvr>
                                        <p:cTn id="62" dur="500" fill="hold"/>
                                        <p:tgtEl>
                                          <p:spTgt spid="42"/>
                                        </p:tgtEl>
                                        <p:attrNameLst>
                                          <p:attrName>ppt_h</p:attrName>
                                        </p:attrNameLst>
                                      </p:cBhvr>
                                      <p:tavLst>
                                        <p:tav tm="0">
                                          <p:val>
                                            <p:fltVal val="0"/>
                                          </p:val>
                                        </p:tav>
                                        <p:tav tm="100000">
                                          <p:val>
                                            <p:strVal val="#ppt_h"/>
                                          </p:val>
                                        </p:tav>
                                      </p:tavLst>
                                    </p:anim>
                                    <p:animEffect transition="in" filter="fade">
                                      <p:cBhvr>
                                        <p:cTn id="63" dur="500"/>
                                        <p:tgtEl>
                                          <p:spTgt spid="42"/>
                                        </p:tgtEl>
                                      </p:cBhvr>
                                    </p:animEffect>
                                  </p:childTnLst>
                                </p:cTn>
                              </p:par>
                              <p:par>
                                <p:cTn id="64" presetID="2" presetClass="entr" presetSubtype="2" accel="50000" decel="50000" fill="hold"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additive="base">
                                        <p:cTn id="66" dur="500" fill="hold"/>
                                        <p:tgtEl>
                                          <p:spTgt spid="10"/>
                                        </p:tgtEl>
                                        <p:attrNameLst>
                                          <p:attrName>ppt_x</p:attrName>
                                        </p:attrNameLst>
                                      </p:cBhvr>
                                      <p:tavLst>
                                        <p:tav tm="0">
                                          <p:val>
                                            <p:strVal val="1+#ppt_w/2"/>
                                          </p:val>
                                        </p:tav>
                                        <p:tav tm="100000">
                                          <p:val>
                                            <p:strVal val="#ppt_x"/>
                                          </p:val>
                                        </p:tav>
                                      </p:tavLst>
                                    </p:anim>
                                    <p:anim calcmode="lin" valueType="num">
                                      <p:cBhvr additive="base">
                                        <p:cTn id="67" dur="500" fill="hold"/>
                                        <p:tgtEl>
                                          <p:spTgt spid="10"/>
                                        </p:tgtEl>
                                        <p:attrNameLst>
                                          <p:attrName>ppt_y</p:attrName>
                                        </p:attrNameLst>
                                      </p:cBhvr>
                                      <p:tavLst>
                                        <p:tav tm="0">
                                          <p:val>
                                            <p:strVal val="#ppt_y"/>
                                          </p:val>
                                        </p:tav>
                                        <p:tav tm="100000">
                                          <p:val>
                                            <p:strVal val="#ppt_y"/>
                                          </p:val>
                                        </p:tav>
                                      </p:tavLst>
                                    </p:anim>
                                  </p:childTnLst>
                                </p:cTn>
                              </p:par>
                            </p:childTnLst>
                          </p:cTn>
                        </p:par>
                        <p:par>
                          <p:cTn id="68" fill="hold">
                            <p:stCondLst>
                              <p:cond delay="4500"/>
                            </p:stCondLst>
                            <p:childTnLst>
                              <p:par>
                                <p:cTn id="69" presetID="2" presetClass="entr" presetSubtype="4" accel="50000" decel="50000" fill="hold" grpId="0" nodeType="afterEffect">
                                  <p:stCondLst>
                                    <p:cond delay="0"/>
                                  </p:stCondLst>
                                  <p:childTnLst>
                                    <p:set>
                                      <p:cBhvr>
                                        <p:cTn id="70" dur="1" fill="hold">
                                          <p:stCondLst>
                                            <p:cond delay="0"/>
                                          </p:stCondLst>
                                        </p:cTn>
                                        <p:tgtEl>
                                          <p:spTgt spid="36"/>
                                        </p:tgtEl>
                                        <p:attrNameLst>
                                          <p:attrName>style.visibility</p:attrName>
                                        </p:attrNameLst>
                                      </p:cBhvr>
                                      <p:to>
                                        <p:strVal val="visible"/>
                                      </p:to>
                                    </p:set>
                                    <p:anim calcmode="lin" valueType="num">
                                      <p:cBhvr additive="base">
                                        <p:cTn id="71" dur="500" fill="hold"/>
                                        <p:tgtEl>
                                          <p:spTgt spid="36"/>
                                        </p:tgtEl>
                                        <p:attrNameLst>
                                          <p:attrName>ppt_x</p:attrName>
                                        </p:attrNameLst>
                                      </p:cBhvr>
                                      <p:tavLst>
                                        <p:tav tm="0">
                                          <p:val>
                                            <p:strVal val="#ppt_x"/>
                                          </p:val>
                                        </p:tav>
                                        <p:tav tm="100000">
                                          <p:val>
                                            <p:strVal val="#ppt_x"/>
                                          </p:val>
                                        </p:tav>
                                      </p:tavLst>
                                    </p:anim>
                                    <p:anim calcmode="lin" valueType="num">
                                      <p:cBhvr additive="base">
                                        <p:cTn id="72" dur="500" fill="hold"/>
                                        <p:tgtEl>
                                          <p:spTgt spid="36"/>
                                        </p:tgtEl>
                                        <p:attrNameLst>
                                          <p:attrName>ppt_y</p:attrName>
                                        </p:attrNameLst>
                                      </p:cBhvr>
                                      <p:tavLst>
                                        <p:tav tm="0">
                                          <p:val>
                                            <p:strVal val="1+#ppt_h/2"/>
                                          </p:val>
                                        </p:tav>
                                        <p:tav tm="100000">
                                          <p:val>
                                            <p:strVal val="#ppt_y"/>
                                          </p:val>
                                        </p:tav>
                                      </p:tavLst>
                                    </p:anim>
                                  </p:childTnLst>
                                </p:cTn>
                              </p:par>
                            </p:childTnLst>
                          </p:cTn>
                        </p:par>
                        <p:par>
                          <p:cTn id="73" fill="hold">
                            <p:stCondLst>
                              <p:cond delay="5000"/>
                            </p:stCondLst>
                            <p:childTnLst>
                              <p:par>
                                <p:cTn id="74" presetID="53" presetClass="entr" presetSubtype="0" fill="hold" grpId="0" nodeType="afterEffect">
                                  <p:stCondLst>
                                    <p:cond delay="0"/>
                                  </p:stCondLst>
                                  <p:childTnLst>
                                    <p:set>
                                      <p:cBhvr>
                                        <p:cTn id="75" dur="1" fill="hold">
                                          <p:stCondLst>
                                            <p:cond delay="0"/>
                                          </p:stCondLst>
                                        </p:cTn>
                                        <p:tgtEl>
                                          <p:spTgt spid="45"/>
                                        </p:tgtEl>
                                        <p:attrNameLst>
                                          <p:attrName>style.visibility</p:attrName>
                                        </p:attrNameLst>
                                      </p:cBhvr>
                                      <p:to>
                                        <p:strVal val="visible"/>
                                      </p:to>
                                    </p:set>
                                    <p:anim calcmode="lin" valueType="num">
                                      <p:cBhvr>
                                        <p:cTn id="76" dur="500" fill="hold"/>
                                        <p:tgtEl>
                                          <p:spTgt spid="45"/>
                                        </p:tgtEl>
                                        <p:attrNameLst>
                                          <p:attrName>ppt_w</p:attrName>
                                        </p:attrNameLst>
                                      </p:cBhvr>
                                      <p:tavLst>
                                        <p:tav tm="0">
                                          <p:val>
                                            <p:fltVal val="0"/>
                                          </p:val>
                                        </p:tav>
                                        <p:tav tm="100000">
                                          <p:val>
                                            <p:strVal val="#ppt_w"/>
                                          </p:val>
                                        </p:tav>
                                      </p:tavLst>
                                    </p:anim>
                                    <p:anim calcmode="lin" valueType="num">
                                      <p:cBhvr>
                                        <p:cTn id="77" dur="500" fill="hold"/>
                                        <p:tgtEl>
                                          <p:spTgt spid="45"/>
                                        </p:tgtEl>
                                        <p:attrNameLst>
                                          <p:attrName>ppt_h</p:attrName>
                                        </p:attrNameLst>
                                      </p:cBhvr>
                                      <p:tavLst>
                                        <p:tav tm="0">
                                          <p:val>
                                            <p:fltVal val="0"/>
                                          </p:val>
                                        </p:tav>
                                        <p:tav tm="100000">
                                          <p:val>
                                            <p:strVal val="#ppt_h"/>
                                          </p:val>
                                        </p:tav>
                                      </p:tavLst>
                                    </p:anim>
                                    <p:animEffect transition="in" filter="fade">
                                      <p:cBhvr>
                                        <p:cTn id="78" dur="500"/>
                                        <p:tgtEl>
                                          <p:spTgt spid="45"/>
                                        </p:tgtEl>
                                      </p:cBhvr>
                                    </p:animEffect>
                                  </p:childTnLst>
                                </p:cTn>
                              </p:par>
                              <p:par>
                                <p:cTn id="79" presetID="2" presetClass="entr" presetSubtype="8" accel="50000" decel="50000" fill="hold" nodeType="withEffect">
                                  <p:stCondLst>
                                    <p:cond delay="0"/>
                                  </p:stCondLst>
                                  <p:childTnLst>
                                    <p:set>
                                      <p:cBhvr>
                                        <p:cTn id="80" dur="1" fill="hold">
                                          <p:stCondLst>
                                            <p:cond delay="0"/>
                                          </p:stCondLst>
                                        </p:cTn>
                                        <p:tgtEl>
                                          <p:spTgt spid="5"/>
                                        </p:tgtEl>
                                        <p:attrNameLst>
                                          <p:attrName>style.visibility</p:attrName>
                                        </p:attrNameLst>
                                      </p:cBhvr>
                                      <p:to>
                                        <p:strVal val="visible"/>
                                      </p:to>
                                    </p:set>
                                    <p:anim calcmode="lin" valueType="num">
                                      <p:cBhvr additive="base">
                                        <p:cTn id="81" dur="500" fill="hold"/>
                                        <p:tgtEl>
                                          <p:spTgt spid="5"/>
                                        </p:tgtEl>
                                        <p:attrNameLst>
                                          <p:attrName>ppt_x</p:attrName>
                                        </p:attrNameLst>
                                      </p:cBhvr>
                                      <p:tavLst>
                                        <p:tav tm="0">
                                          <p:val>
                                            <p:strVal val="0-#ppt_w/2"/>
                                          </p:val>
                                        </p:tav>
                                        <p:tav tm="100000">
                                          <p:val>
                                            <p:strVal val="#ppt_x"/>
                                          </p:val>
                                        </p:tav>
                                      </p:tavLst>
                                    </p:anim>
                                    <p:anim calcmode="lin" valueType="num">
                                      <p:cBhvr additive="base">
                                        <p:cTn id="82" dur="500" fill="hold"/>
                                        <p:tgtEl>
                                          <p:spTgt spid="5"/>
                                        </p:tgtEl>
                                        <p:attrNameLst>
                                          <p:attrName>ppt_y</p:attrName>
                                        </p:attrNameLst>
                                      </p:cBhvr>
                                      <p:tavLst>
                                        <p:tav tm="0">
                                          <p:val>
                                            <p:strVal val="#ppt_y"/>
                                          </p:val>
                                        </p:tav>
                                        <p:tav tm="100000">
                                          <p:val>
                                            <p:strVal val="#ppt_y"/>
                                          </p:val>
                                        </p:tav>
                                      </p:tavLst>
                                    </p:anim>
                                  </p:childTnLst>
                                </p:cTn>
                              </p:par>
                            </p:childTnLst>
                          </p:cTn>
                        </p:par>
                        <p:par>
                          <p:cTn id="83" fill="hold">
                            <p:stCondLst>
                              <p:cond delay="5500"/>
                            </p:stCondLst>
                            <p:childTnLst>
                              <p:par>
                                <p:cTn id="84" presetID="2" presetClass="entr" presetSubtype="4" accel="50000" decel="50000" fill="hold" grpId="0" nodeType="afterEffect">
                                  <p:stCondLst>
                                    <p:cond delay="0"/>
                                  </p:stCondLst>
                                  <p:childTnLst>
                                    <p:set>
                                      <p:cBhvr>
                                        <p:cTn id="85" dur="1" fill="hold">
                                          <p:stCondLst>
                                            <p:cond delay="0"/>
                                          </p:stCondLst>
                                        </p:cTn>
                                        <p:tgtEl>
                                          <p:spTgt spid="67"/>
                                        </p:tgtEl>
                                        <p:attrNameLst>
                                          <p:attrName>style.visibility</p:attrName>
                                        </p:attrNameLst>
                                      </p:cBhvr>
                                      <p:to>
                                        <p:strVal val="visible"/>
                                      </p:to>
                                    </p:set>
                                    <p:anim calcmode="lin" valueType="num">
                                      <p:cBhvr additive="base">
                                        <p:cTn id="86" dur="500" fill="hold"/>
                                        <p:tgtEl>
                                          <p:spTgt spid="67"/>
                                        </p:tgtEl>
                                        <p:attrNameLst>
                                          <p:attrName>ppt_x</p:attrName>
                                        </p:attrNameLst>
                                      </p:cBhvr>
                                      <p:tavLst>
                                        <p:tav tm="0">
                                          <p:val>
                                            <p:strVal val="#ppt_x"/>
                                          </p:val>
                                        </p:tav>
                                        <p:tav tm="100000">
                                          <p:val>
                                            <p:strVal val="#ppt_x"/>
                                          </p:val>
                                        </p:tav>
                                      </p:tavLst>
                                    </p:anim>
                                    <p:anim calcmode="lin" valueType="num">
                                      <p:cBhvr additive="base">
                                        <p:cTn id="87" dur="500" fill="hold"/>
                                        <p:tgtEl>
                                          <p:spTgt spid="67"/>
                                        </p:tgtEl>
                                        <p:attrNameLst>
                                          <p:attrName>ppt_y</p:attrName>
                                        </p:attrNameLst>
                                      </p:cBhvr>
                                      <p:tavLst>
                                        <p:tav tm="0">
                                          <p:val>
                                            <p:strVal val="1+#ppt_h/2"/>
                                          </p:val>
                                        </p:tav>
                                        <p:tav tm="100000">
                                          <p:val>
                                            <p:strVal val="#ppt_y"/>
                                          </p:val>
                                        </p:tav>
                                      </p:tavLst>
                                    </p:anim>
                                  </p:childTnLst>
                                </p:cTn>
                              </p:par>
                            </p:childTnLst>
                          </p:cTn>
                        </p:par>
                        <p:par>
                          <p:cTn id="88" fill="hold">
                            <p:stCondLst>
                              <p:cond delay="6000"/>
                            </p:stCondLst>
                            <p:childTnLst>
                              <p:par>
                                <p:cTn id="89" presetID="53" presetClass="entr" presetSubtype="0" fill="hold" grpId="0" nodeType="afterEffect">
                                  <p:stCondLst>
                                    <p:cond delay="0"/>
                                  </p:stCondLst>
                                  <p:childTnLst>
                                    <p:set>
                                      <p:cBhvr>
                                        <p:cTn id="90" dur="1" fill="hold">
                                          <p:stCondLst>
                                            <p:cond delay="0"/>
                                          </p:stCondLst>
                                        </p:cTn>
                                        <p:tgtEl>
                                          <p:spTgt spid="47"/>
                                        </p:tgtEl>
                                        <p:attrNameLst>
                                          <p:attrName>style.visibility</p:attrName>
                                        </p:attrNameLst>
                                      </p:cBhvr>
                                      <p:to>
                                        <p:strVal val="visible"/>
                                      </p:to>
                                    </p:set>
                                    <p:anim calcmode="lin" valueType="num">
                                      <p:cBhvr>
                                        <p:cTn id="91" dur="500" fill="hold"/>
                                        <p:tgtEl>
                                          <p:spTgt spid="47"/>
                                        </p:tgtEl>
                                        <p:attrNameLst>
                                          <p:attrName>ppt_w</p:attrName>
                                        </p:attrNameLst>
                                      </p:cBhvr>
                                      <p:tavLst>
                                        <p:tav tm="0">
                                          <p:val>
                                            <p:fltVal val="0"/>
                                          </p:val>
                                        </p:tav>
                                        <p:tav tm="100000">
                                          <p:val>
                                            <p:strVal val="#ppt_w"/>
                                          </p:val>
                                        </p:tav>
                                      </p:tavLst>
                                    </p:anim>
                                    <p:anim calcmode="lin" valueType="num">
                                      <p:cBhvr>
                                        <p:cTn id="92" dur="500" fill="hold"/>
                                        <p:tgtEl>
                                          <p:spTgt spid="47"/>
                                        </p:tgtEl>
                                        <p:attrNameLst>
                                          <p:attrName>ppt_h</p:attrName>
                                        </p:attrNameLst>
                                      </p:cBhvr>
                                      <p:tavLst>
                                        <p:tav tm="0">
                                          <p:val>
                                            <p:fltVal val="0"/>
                                          </p:val>
                                        </p:tav>
                                        <p:tav tm="100000">
                                          <p:val>
                                            <p:strVal val="#ppt_h"/>
                                          </p:val>
                                        </p:tav>
                                      </p:tavLst>
                                    </p:anim>
                                    <p:animEffect transition="in" filter="fade">
                                      <p:cBhvr>
                                        <p:cTn id="93" dur="500"/>
                                        <p:tgtEl>
                                          <p:spTgt spid="47"/>
                                        </p:tgtEl>
                                      </p:cBhvr>
                                    </p:animEffect>
                                  </p:childTnLst>
                                </p:cTn>
                              </p:par>
                              <p:par>
                                <p:cTn id="94" presetID="2" presetClass="entr" presetSubtype="2" accel="50000" decel="50000" fill="hold" nodeType="withEffect">
                                  <p:stCondLst>
                                    <p:cond delay="0"/>
                                  </p:stCondLst>
                                  <p:childTnLst>
                                    <p:set>
                                      <p:cBhvr>
                                        <p:cTn id="95" dur="1" fill="hold">
                                          <p:stCondLst>
                                            <p:cond delay="0"/>
                                          </p:stCondLst>
                                        </p:cTn>
                                        <p:tgtEl>
                                          <p:spTgt spid="11"/>
                                        </p:tgtEl>
                                        <p:attrNameLst>
                                          <p:attrName>style.visibility</p:attrName>
                                        </p:attrNameLst>
                                      </p:cBhvr>
                                      <p:to>
                                        <p:strVal val="visible"/>
                                      </p:to>
                                    </p:set>
                                    <p:anim calcmode="lin" valueType="num">
                                      <p:cBhvr additive="base">
                                        <p:cTn id="96" dur="500" fill="hold"/>
                                        <p:tgtEl>
                                          <p:spTgt spid="11"/>
                                        </p:tgtEl>
                                        <p:attrNameLst>
                                          <p:attrName>ppt_x</p:attrName>
                                        </p:attrNameLst>
                                      </p:cBhvr>
                                      <p:tavLst>
                                        <p:tav tm="0">
                                          <p:val>
                                            <p:strVal val="1+#ppt_w/2"/>
                                          </p:val>
                                        </p:tav>
                                        <p:tav tm="100000">
                                          <p:val>
                                            <p:strVal val="#ppt_x"/>
                                          </p:val>
                                        </p:tav>
                                      </p:tavLst>
                                    </p:anim>
                                    <p:anim calcmode="lin" valueType="num">
                                      <p:cBhvr additive="base">
                                        <p:cTn id="97"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6" grpId="0" animBg="1"/>
      <p:bldP spid="59" grpId="0" animBg="1"/>
      <p:bldP spid="63" grpId="0" animBg="1"/>
      <p:bldP spid="67" grpId="0" animBg="1"/>
      <p:bldP spid="42" grpId="0" animBg="1"/>
      <p:bldP spid="43" grpId="0" animBg="1"/>
      <p:bldP spid="44" grpId="0" animBg="1"/>
      <p:bldP spid="45" grpId="0" animBg="1"/>
      <p:bldP spid="46" grpId="0" animBg="1"/>
      <p:bldP spid="4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Take Great Steps</a:t>
            </a:r>
            <a:endParaRPr lang="en-US" dirty="0"/>
          </a:p>
        </p:txBody>
      </p:sp>
      <p:sp>
        <p:nvSpPr>
          <p:cNvPr id="4" name="Text Placeholder 3"/>
          <p:cNvSpPr>
            <a:spLocks noGrp="1"/>
          </p:cNvSpPr>
          <p:nvPr>
            <p:ph type="body" sz="half" idx="2"/>
          </p:nvPr>
        </p:nvSpPr>
        <p:spPr/>
        <p:txBody>
          <a:bodyPr/>
          <a:lstStyle/>
          <a:p>
            <a:r>
              <a:rPr lang="en-US"/>
              <a:t>Take Great Steps</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46</a:t>
            </a:fld>
            <a:endParaRPr lang="en-US" dirty="0"/>
          </a:p>
        </p:txBody>
      </p:sp>
      <p:sp>
        <p:nvSpPr>
          <p:cNvPr id="16" name="Text Placeholder 3"/>
          <p:cNvSpPr txBox="1">
            <a:spLocks/>
          </p:cNvSpPr>
          <p:nvPr/>
        </p:nvSpPr>
        <p:spPr>
          <a:xfrm>
            <a:off x="577608" y="1265497"/>
            <a:ext cx="570669" cy="61555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chemeClr val="accent1"/>
                </a:solidFill>
                <a:effectLst/>
                <a:uLnTx/>
                <a:uFillTx/>
                <a:latin typeface="+mn-lt"/>
                <a:ea typeface="+mn-ea"/>
                <a:cs typeface="+mn-cs"/>
              </a:rPr>
              <a:t>01</a:t>
            </a:r>
          </a:p>
        </p:txBody>
      </p:sp>
      <p:cxnSp>
        <p:nvCxnSpPr>
          <p:cNvPr id="26" name="Straight Connector 25"/>
          <p:cNvCxnSpPr/>
          <p:nvPr/>
        </p:nvCxnSpPr>
        <p:spPr>
          <a:xfrm>
            <a:off x="1307449" y="1564675"/>
            <a:ext cx="1785817" cy="0"/>
          </a:xfrm>
          <a:prstGeom prst="line">
            <a:avLst/>
          </a:prstGeom>
          <a:ln w="19050" cap="rnd">
            <a:solidFill>
              <a:schemeClr val="accent1"/>
            </a:solidFill>
            <a:headEnd type="oval"/>
            <a:tailEnd type="triangle"/>
          </a:ln>
        </p:spPr>
        <p:style>
          <a:lnRef idx="1">
            <a:schemeClr val="accent1"/>
          </a:lnRef>
          <a:fillRef idx="0">
            <a:schemeClr val="accent1"/>
          </a:fillRef>
          <a:effectRef idx="0">
            <a:schemeClr val="accent1"/>
          </a:effectRef>
          <a:fontRef idx="minor">
            <a:schemeClr val="tx1"/>
          </a:fontRef>
        </p:style>
      </p:cxnSp>
      <p:grpSp>
        <p:nvGrpSpPr>
          <p:cNvPr id="3" name="Group 31"/>
          <p:cNvGrpSpPr/>
          <p:nvPr/>
        </p:nvGrpSpPr>
        <p:grpSpPr>
          <a:xfrm>
            <a:off x="577608" y="1871760"/>
            <a:ext cx="2506133" cy="829901"/>
            <a:chOff x="625692" y="1885638"/>
            <a:chExt cx="2506133" cy="829901"/>
          </a:xfrm>
        </p:grpSpPr>
        <p:sp>
          <p:nvSpPr>
            <p:cNvPr id="29" name="Footer Text"/>
            <p:cNvSpPr txBox="1"/>
            <p:nvPr/>
          </p:nvSpPr>
          <p:spPr>
            <a:xfrm>
              <a:off x="625692" y="2099986"/>
              <a:ext cx="2506133"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31" name="TextBox 30"/>
            <p:cNvSpPr txBox="1"/>
            <p:nvPr/>
          </p:nvSpPr>
          <p:spPr>
            <a:xfrm>
              <a:off x="625692" y="1885638"/>
              <a:ext cx="1032334" cy="184666"/>
            </a:xfrm>
            <a:prstGeom prst="rect">
              <a:avLst/>
            </a:prstGeom>
            <a:noFill/>
          </p:spPr>
          <p:txBody>
            <a:bodyPr wrap="none" lIns="0" tIns="0" rIns="0" bIns="0" rtlCol="0" anchor="ctr">
              <a:spAutoFit/>
            </a:bodyPr>
            <a:lstStyle/>
            <a:p>
              <a:r>
                <a:rPr lang="en-US" sz="1200" b="1" dirty="0">
                  <a:solidFill>
                    <a:schemeClr val="accent1"/>
                  </a:solidFill>
                  <a:latin typeface="+mj-lt"/>
                </a:rPr>
                <a:t>Keyword Here</a:t>
              </a:r>
            </a:p>
          </p:txBody>
        </p:sp>
      </p:grpSp>
      <p:sp>
        <p:nvSpPr>
          <p:cNvPr id="34" name="Text Placeholder 3"/>
          <p:cNvSpPr txBox="1">
            <a:spLocks/>
          </p:cNvSpPr>
          <p:nvPr/>
        </p:nvSpPr>
        <p:spPr>
          <a:xfrm>
            <a:off x="3305101" y="1265497"/>
            <a:ext cx="570669" cy="61555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chemeClr val="accent2"/>
                </a:solidFill>
                <a:effectLst/>
                <a:uLnTx/>
                <a:uFillTx/>
                <a:latin typeface="+mn-lt"/>
                <a:ea typeface="+mn-ea"/>
                <a:cs typeface="+mn-cs"/>
              </a:rPr>
              <a:t>02</a:t>
            </a:r>
          </a:p>
        </p:txBody>
      </p:sp>
      <p:cxnSp>
        <p:nvCxnSpPr>
          <p:cNvPr id="35" name="Straight Connector 34"/>
          <p:cNvCxnSpPr/>
          <p:nvPr/>
        </p:nvCxnSpPr>
        <p:spPr>
          <a:xfrm>
            <a:off x="4006367" y="1564675"/>
            <a:ext cx="1785817" cy="0"/>
          </a:xfrm>
          <a:prstGeom prst="line">
            <a:avLst/>
          </a:prstGeom>
          <a:ln w="19050" cap="rnd">
            <a:solidFill>
              <a:schemeClr val="accent2"/>
            </a:solidFill>
            <a:headEnd type="oval"/>
            <a:tailEnd type="triangle"/>
          </a:ln>
        </p:spPr>
        <p:style>
          <a:lnRef idx="1">
            <a:schemeClr val="accent1"/>
          </a:lnRef>
          <a:fillRef idx="0">
            <a:schemeClr val="accent1"/>
          </a:fillRef>
          <a:effectRef idx="0">
            <a:schemeClr val="accent1"/>
          </a:effectRef>
          <a:fontRef idx="minor">
            <a:schemeClr val="tx1"/>
          </a:fontRef>
        </p:style>
      </p:cxnSp>
      <p:grpSp>
        <p:nvGrpSpPr>
          <p:cNvPr id="5" name="Group 35"/>
          <p:cNvGrpSpPr/>
          <p:nvPr/>
        </p:nvGrpSpPr>
        <p:grpSpPr>
          <a:xfrm>
            <a:off x="3305101" y="1871760"/>
            <a:ext cx="2506133" cy="829901"/>
            <a:chOff x="625692" y="1885638"/>
            <a:chExt cx="2506133" cy="829901"/>
          </a:xfrm>
        </p:grpSpPr>
        <p:sp>
          <p:nvSpPr>
            <p:cNvPr id="37" name="Footer Text"/>
            <p:cNvSpPr txBox="1"/>
            <p:nvPr/>
          </p:nvSpPr>
          <p:spPr>
            <a:xfrm>
              <a:off x="625692" y="2099986"/>
              <a:ext cx="2506133"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38" name="TextBox 37"/>
            <p:cNvSpPr txBox="1"/>
            <p:nvPr/>
          </p:nvSpPr>
          <p:spPr>
            <a:xfrm>
              <a:off x="625692" y="1885638"/>
              <a:ext cx="1032334" cy="184666"/>
            </a:xfrm>
            <a:prstGeom prst="rect">
              <a:avLst/>
            </a:prstGeom>
            <a:noFill/>
          </p:spPr>
          <p:txBody>
            <a:bodyPr wrap="none" lIns="0" tIns="0" rIns="0" bIns="0" rtlCol="0" anchor="ctr">
              <a:spAutoFit/>
            </a:bodyPr>
            <a:lstStyle/>
            <a:p>
              <a:r>
                <a:rPr lang="en-US" sz="1200" b="1" dirty="0">
                  <a:solidFill>
                    <a:schemeClr val="accent2"/>
                  </a:solidFill>
                  <a:latin typeface="+mj-lt"/>
                </a:rPr>
                <a:t>Keyword Here</a:t>
              </a:r>
            </a:p>
          </p:txBody>
        </p:sp>
      </p:grpSp>
      <p:sp>
        <p:nvSpPr>
          <p:cNvPr id="39" name="Text Placeholder 3"/>
          <p:cNvSpPr txBox="1">
            <a:spLocks/>
          </p:cNvSpPr>
          <p:nvPr/>
        </p:nvSpPr>
        <p:spPr>
          <a:xfrm>
            <a:off x="5964091" y="1265497"/>
            <a:ext cx="570669" cy="61555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chemeClr val="accent3"/>
                </a:solidFill>
                <a:effectLst/>
                <a:uLnTx/>
                <a:uFillTx/>
                <a:latin typeface="+mn-lt"/>
                <a:ea typeface="+mn-ea"/>
                <a:cs typeface="+mn-cs"/>
              </a:rPr>
              <a:t>03</a:t>
            </a:r>
          </a:p>
        </p:txBody>
      </p:sp>
      <p:grpSp>
        <p:nvGrpSpPr>
          <p:cNvPr id="6" name="Group 40"/>
          <p:cNvGrpSpPr/>
          <p:nvPr/>
        </p:nvGrpSpPr>
        <p:grpSpPr>
          <a:xfrm>
            <a:off x="5964091" y="1871760"/>
            <a:ext cx="2506133" cy="829901"/>
            <a:chOff x="625692" y="1885638"/>
            <a:chExt cx="2506133" cy="829901"/>
          </a:xfrm>
        </p:grpSpPr>
        <p:sp>
          <p:nvSpPr>
            <p:cNvPr id="42" name="Footer Text"/>
            <p:cNvSpPr txBox="1"/>
            <p:nvPr/>
          </p:nvSpPr>
          <p:spPr>
            <a:xfrm>
              <a:off x="625692" y="2099986"/>
              <a:ext cx="2506133"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3" name="TextBox 42"/>
            <p:cNvSpPr txBox="1"/>
            <p:nvPr/>
          </p:nvSpPr>
          <p:spPr>
            <a:xfrm>
              <a:off x="625692" y="1885638"/>
              <a:ext cx="1032334" cy="184666"/>
            </a:xfrm>
            <a:prstGeom prst="rect">
              <a:avLst/>
            </a:prstGeom>
            <a:noFill/>
          </p:spPr>
          <p:txBody>
            <a:bodyPr wrap="none" lIns="0" tIns="0" rIns="0" bIns="0" rtlCol="0" anchor="ctr">
              <a:spAutoFit/>
            </a:bodyPr>
            <a:lstStyle/>
            <a:p>
              <a:r>
                <a:rPr lang="en-US" sz="1200" b="1" dirty="0">
                  <a:solidFill>
                    <a:schemeClr val="accent3"/>
                  </a:solidFill>
                  <a:latin typeface="+mj-lt"/>
                </a:rPr>
                <a:t>Keyword Here</a:t>
              </a:r>
            </a:p>
          </p:txBody>
        </p:sp>
      </p:grpSp>
      <p:cxnSp>
        <p:nvCxnSpPr>
          <p:cNvPr id="40" name="Straight Connector 39"/>
          <p:cNvCxnSpPr/>
          <p:nvPr/>
        </p:nvCxnSpPr>
        <p:spPr>
          <a:xfrm>
            <a:off x="6684407" y="1564675"/>
            <a:ext cx="1785817" cy="0"/>
          </a:xfrm>
          <a:prstGeom prst="line">
            <a:avLst/>
          </a:prstGeom>
          <a:ln w="19050" cap="rnd">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45" name="Elbow Connector 44"/>
          <p:cNvCxnSpPr/>
          <p:nvPr/>
        </p:nvCxnSpPr>
        <p:spPr>
          <a:xfrm rot="10800000" flipV="1">
            <a:off x="6581316" y="1564674"/>
            <a:ext cx="1888910" cy="1540235"/>
          </a:xfrm>
          <a:prstGeom prst="bentConnector3">
            <a:avLst>
              <a:gd name="adj1" fmla="val -6981"/>
            </a:avLst>
          </a:prstGeom>
          <a:ln w="1905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56" name="Text Placeholder 3"/>
          <p:cNvSpPr txBox="1">
            <a:spLocks/>
          </p:cNvSpPr>
          <p:nvPr/>
        </p:nvSpPr>
        <p:spPr>
          <a:xfrm>
            <a:off x="577608" y="2806189"/>
            <a:ext cx="570669" cy="61555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chemeClr val="accent6"/>
                </a:solidFill>
                <a:effectLst/>
                <a:uLnTx/>
                <a:uFillTx/>
                <a:latin typeface="+mn-lt"/>
                <a:ea typeface="+mn-ea"/>
                <a:cs typeface="+mn-cs"/>
              </a:rPr>
              <a:t>06</a:t>
            </a:r>
          </a:p>
        </p:txBody>
      </p:sp>
      <p:grpSp>
        <p:nvGrpSpPr>
          <p:cNvPr id="7" name="Group 56"/>
          <p:cNvGrpSpPr/>
          <p:nvPr/>
        </p:nvGrpSpPr>
        <p:grpSpPr>
          <a:xfrm>
            <a:off x="577608" y="3412452"/>
            <a:ext cx="2506133" cy="829901"/>
            <a:chOff x="625692" y="1885638"/>
            <a:chExt cx="2506133" cy="829901"/>
          </a:xfrm>
        </p:grpSpPr>
        <p:sp>
          <p:nvSpPr>
            <p:cNvPr id="58" name="Footer Text"/>
            <p:cNvSpPr txBox="1"/>
            <p:nvPr/>
          </p:nvSpPr>
          <p:spPr>
            <a:xfrm>
              <a:off x="625692" y="2099986"/>
              <a:ext cx="2506133"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9" name="TextBox 58"/>
            <p:cNvSpPr txBox="1"/>
            <p:nvPr/>
          </p:nvSpPr>
          <p:spPr>
            <a:xfrm>
              <a:off x="625692" y="1885638"/>
              <a:ext cx="1032334" cy="184666"/>
            </a:xfrm>
            <a:prstGeom prst="rect">
              <a:avLst/>
            </a:prstGeom>
            <a:noFill/>
          </p:spPr>
          <p:txBody>
            <a:bodyPr wrap="none" lIns="0" tIns="0" rIns="0" bIns="0" rtlCol="0" anchor="ctr">
              <a:spAutoFit/>
            </a:bodyPr>
            <a:lstStyle/>
            <a:p>
              <a:r>
                <a:rPr lang="en-US" sz="1200" b="1" dirty="0">
                  <a:solidFill>
                    <a:schemeClr val="accent6"/>
                  </a:solidFill>
                  <a:latin typeface="+mj-lt"/>
                </a:rPr>
                <a:t>Keyword Here</a:t>
              </a:r>
            </a:p>
          </p:txBody>
        </p:sp>
      </p:grpSp>
      <p:sp>
        <p:nvSpPr>
          <p:cNvPr id="60" name="Text Placeholder 3"/>
          <p:cNvSpPr txBox="1">
            <a:spLocks/>
          </p:cNvSpPr>
          <p:nvPr/>
        </p:nvSpPr>
        <p:spPr>
          <a:xfrm>
            <a:off x="3305101" y="2806189"/>
            <a:ext cx="570669" cy="61555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chemeClr val="accent5"/>
                </a:solidFill>
                <a:effectLst/>
                <a:uLnTx/>
                <a:uFillTx/>
                <a:latin typeface="+mn-lt"/>
                <a:ea typeface="+mn-ea"/>
                <a:cs typeface="+mn-cs"/>
              </a:rPr>
              <a:t>05</a:t>
            </a:r>
          </a:p>
        </p:txBody>
      </p:sp>
      <p:grpSp>
        <p:nvGrpSpPr>
          <p:cNvPr id="8" name="Group 60"/>
          <p:cNvGrpSpPr/>
          <p:nvPr/>
        </p:nvGrpSpPr>
        <p:grpSpPr>
          <a:xfrm>
            <a:off x="3305101" y="3412452"/>
            <a:ext cx="2506133" cy="829901"/>
            <a:chOff x="625692" y="1885638"/>
            <a:chExt cx="2506133" cy="829901"/>
          </a:xfrm>
        </p:grpSpPr>
        <p:sp>
          <p:nvSpPr>
            <p:cNvPr id="62" name="Footer Text"/>
            <p:cNvSpPr txBox="1"/>
            <p:nvPr/>
          </p:nvSpPr>
          <p:spPr>
            <a:xfrm>
              <a:off x="625692" y="2099986"/>
              <a:ext cx="2506133"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63" name="TextBox 62"/>
            <p:cNvSpPr txBox="1"/>
            <p:nvPr/>
          </p:nvSpPr>
          <p:spPr>
            <a:xfrm>
              <a:off x="625692" y="1885638"/>
              <a:ext cx="1032334" cy="184666"/>
            </a:xfrm>
            <a:prstGeom prst="rect">
              <a:avLst/>
            </a:prstGeom>
            <a:noFill/>
          </p:spPr>
          <p:txBody>
            <a:bodyPr wrap="none" lIns="0" tIns="0" rIns="0" bIns="0" rtlCol="0" anchor="ctr">
              <a:spAutoFit/>
            </a:bodyPr>
            <a:lstStyle/>
            <a:p>
              <a:r>
                <a:rPr lang="en-US" sz="1200" b="1" dirty="0">
                  <a:solidFill>
                    <a:schemeClr val="accent5"/>
                  </a:solidFill>
                  <a:latin typeface="+mj-lt"/>
                </a:rPr>
                <a:t>Keyword Here</a:t>
              </a:r>
            </a:p>
          </p:txBody>
        </p:sp>
      </p:grpSp>
      <p:sp>
        <p:nvSpPr>
          <p:cNvPr id="64" name="Text Placeholder 3"/>
          <p:cNvSpPr txBox="1">
            <a:spLocks/>
          </p:cNvSpPr>
          <p:nvPr/>
        </p:nvSpPr>
        <p:spPr>
          <a:xfrm>
            <a:off x="5964091" y="2806189"/>
            <a:ext cx="570669" cy="61555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chemeClr val="accent4"/>
                </a:solidFill>
                <a:effectLst/>
                <a:uLnTx/>
                <a:uFillTx/>
                <a:latin typeface="+mn-lt"/>
                <a:ea typeface="+mn-ea"/>
                <a:cs typeface="+mn-cs"/>
              </a:rPr>
              <a:t>04</a:t>
            </a:r>
          </a:p>
        </p:txBody>
      </p:sp>
      <p:grpSp>
        <p:nvGrpSpPr>
          <p:cNvPr id="9" name="Group 64"/>
          <p:cNvGrpSpPr/>
          <p:nvPr/>
        </p:nvGrpSpPr>
        <p:grpSpPr>
          <a:xfrm>
            <a:off x="5964091" y="3412452"/>
            <a:ext cx="2506133" cy="829901"/>
            <a:chOff x="625692" y="1885638"/>
            <a:chExt cx="2506133" cy="829901"/>
          </a:xfrm>
        </p:grpSpPr>
        <p:sp>
          <p:nvSpPr>
            <p:cNvPr id="66" name="Footer Text"/>
            <p:cNvSpPr txBox="1"/>
            <p:nvPr/>
          </p:nvSpPr>
          <p:spPr>
            <a:xfrm>
              <a:off x="625692" y="2099986"/>
              <a:ext cx="2506133"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67" name="TextBox 66"/>
            <p:cNvSpPr txBox="1"/>
            <p:nvPr/>
          </p:nvSpPr>
          <p:spPr>
            <a:xfrm>
              <a:off x="625692" y="1885638"/>
              <a:ext cx="1032334" cy="184666"/>
            </a:xfrm>
            <a:prstGeom prst="rect">
              <a:avLst/>
            </a:prstGeom>
            <a:noFill/>
          </p:spPr>
          <p:txBody>
            <a:bodyPr wrap="none" lIns="0" tIns="0" rIns="0" bIns="0" rtlCol="0" anchor="ctr">
              <a:spAutoFit/>
            </a:bodyPr>
            <a:lstStyle/>
            <a:p>
              <a:r>
                <a:rPr lang="en-US" sz="1200" b="1" dirty="0">
                  <a:solidFill>
                    <a:schemeClr val="accent4"/>
                  </a:solidFill>
                  <a:latin typeface="+mj-lt"/>
                </a:rPr>
                <a:t>Keyword Here</a:t>
              </a:r>
            </a:p>
          </p:txBody>
        </p:sp>
      </p:grpSp>
      <p:cxnSp>
        <p:nvCxnSpPr>
          <p:cNvPr id="68" name="Straight Connector 67"/>
          <p:cNvCxnSpPr/>
          <p:nvPr/>
        </p:nvCxnSpPr>
        <p:spPr>
          <a:xfrm flipH="1">
            <a:off x="3968267" y="3104909"/>
            <a:ext cx="1785817" cy="0"/>
          </a:xfrm>
          <a:prstGeom prst="line">
            <a:avLst/>
          </a:prstGeom>
          <a:ln w="19050" cap="rnd">
            <a:solidFill>
              <a:schemeClr val="accent4"/>
            </a:solidFill>
            <a:headEnd type="oval"/>
            <a:tailEnd type="triangle"/>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H="1">
            <a:off x="1269349" y="3104909"/>
            <a:ext cx="1785817" cy="0"/>
          </a:xfrm>
          <a:prstGeom prst="line">
            <a:avLst/>
          </a:prstGeom>
          <a:ln w="19050" cap="rnd">
            <a:solidFill>
              <a:schemeClr val="accent5"/>
            </a:solidFill>
            <a:headEnd type="ova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par>
                                <p:cTn id="10" presetID="2" presetClass="entr" presetSubtype="4" accel="50000" decel="50000"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18" presetClass="entr" presetSubtype="6" fill="hold" nodeType="after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strips(downRight)">
                                      <p:cBhvr>
                                        <p:cTn id="17" dur="1000"/>
                                        <p:tgtEl>
                                          <p:spTgt spid="26"/>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500" fill="hold"/>
                                        <p:tgtEl>
                                          <p:spTgt spid="34"/>
                                        </p:tgtEl>
                                        <p:attrNameLst>
                                          <p:attrName>ppt_w</p:attrName>
                                        </p:attrNameLst>
                                      </p:cBhvr>
                                      <p:tavLst>
                                        <p:tav tm="0">
                                          <p:val>
                                            <p:fltVal val="0"/>
                                          </p:val>
                                        </p:tav>
                                        <p:tav tm="100000">
                                          <p:val>
                                            <p:strVal val="#ppt_w"/>
                                          </p:val>
                                        </p:tav>
                                      </p:tavLst>
                                    </p:anim>
                                    <p:anim calcmode="lin" valueType="num">
                                      <p:cBhvr>
                                        <p:cTn id="22" dur="500" fill="hold"/>
                                        <p:tgtEl>
                                          <p:spTgt spid="34"/>
                                        </p:tgtEl>
                                        <p:attrNameLst>
                                          <p:attrName>ppt_h</p:attrName>
                                        </p:attrNameLst>
                                      </p:cBhvr>
                                      <p:tavLst>
                                        <p:tav tm="0">
                                          <p:val>
                                            <p:fltVal val="0"/>
                                          </p:val>
                                        </p:tav>
                                        <p:tav tm="100000">
                                          <p:val>
                                            <p:strVal val="#ppt_h"/>
                                          </p:val>
                                        </p:tav>
                                      </p:tavLst>
                                    </p:anim>
                                    <p:animEffect transition="in" filter="fade">
                                      <p:cBhvr>
                                        <p:cTn id="23" dur="500"/>
                                        <p:tgtEl>
                                          <p:spTgt spid="34"/>
                                        </p:tgtEl>
                                      </p:cBhvr>
                                    </p:animEffect>
                                  </p:childTnLst>
                                </p:cTn>
                              </p:par>
                              <p:par>
                                <p:cTn id="24" presetID="2" presetClass="entr" presetSubtype="4" accel="50000" decel="50000" fill="hold"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500" fill="hold"/>
                                        <p:tgtEl>
                                          <p:spTgt spid="5"/>
                                        </p:tgtEl>
                                        <p:attrNameLst>
                                          <p:attrName>ppt_x</p:attrName>
                                        </p:attrNameLst>
                                      </p:cBhvr>
                                      <p:tavLst>
                                        <p:tav tm="0">
                                          <p:val>
                                            <p:strVal val="#ppt_x"/>
                                          </p:val>
                                        </p:tav>
                                        <p:tav tm="100000">
                                          <p:val>
                                            <p:strVal val="#ppt_x"/>
                                          </p:val>
                                        </p:tav>
                                      </p:tavLst>
                                    </p:anim>
                                    <p:anim calcmode="lin" valueType="num">
                                      <p:cBhvr additive="base">
                                        <p:cTn id="27" dur="500" fill="hold"/>
                                        <p:tgtEl>
                                          <p:spTgt spid="5"/>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18" presetClass="entr" presetSubtype="6" fill="hold"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strips(downRight)">
                                      <p:cBhvr>
                                        <p:cTn id="31" dur="1000"/>
                                        <p:tgtEl>
                                          <p:spTgt spid="35"/>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39"/>
                                        </p:tgtEl>
                                        <p:attrNameLst>
                                          <p:attrName>style.visibility</p:attrName>
                                        </p:attrNameLst>
                                      </p:cBhvr>
                                      <p:to>
                                        <p:strVal val="visible"/>
                                      </p:to>
                                    </p:set>
                                    <p:anim calcmode="lin" valueType="num">
                                      <p:cBhvr>
                                        <p:cTn id="35" dur="500" fill="hold"/>
                                        <p:tgtEl>
                                          <p:spTgt spid="39"/>
                                        </p:tgtEl>
                                        <p:attrNameLst>
                                          <p:attrName>ppt_w</p:attrName>
                                        </p:attrNameLst>
                                      </p:cBhvr>
                                      <p:tavLst>
                                        <p:tav tm="0">
                                          <p:val>
                                            <p:fltVal val="0"/>
                                          </p:val>
                                        </p:tav>
                                        <p:tav tm="100000">
                                          <p:val>
                                            <p:strVal val="#ppt_w"/>
                                          </p:val>
                                        </p:tav>
                                      </p:tavLst>
                                    </p:anim>
                                    <p:anim calcmode="lin" valueType="num">
                                      <p:cBhvr>
                                        <p:cTn id="36" dur="500" fill="hold"/>
                                        <p:tgtEl>
                                          <p:spTgt spid="39"/>
                                        </p:tgtEl>
                                        <p:attrNameLst>
                                          <p:attrName>ppt_h</p:attrName>
                                        </p:attrNameLst>
                                      </p:cBhvr>
                                      <p:tavLst>
                                        <p:tav tm="0">
                                          <p:val>
                                            <p:fltVal val="0"/>
                                          </p:val>
                                        </p:tav>
                                        <p:tav tm="100000">
                                          <p:val>
                                            <p:strVal val="#ppt_h"/>
                                          </p:val>
                                        </p:tav>
                                      </p:tavLst>
                                    </p:anim>
                                    <p:animEffect transition="in" filter="fade">
                                      <p:cBhvr>
                                        <p:cTn id="37" dur="500"/>
                                        <p:tgtEl>
                                          <p:spTgt spid="39"/>
                                        </p:tgtEl>
                                      </p:cBhvr>
                                    </p:animEffect>
                                  </p:childTnLst>
                                </p:cTn>
                              </p:par>
                              <p:par>
                                <p:cTn id="38" presetID="2" presetClass="entr" presetSubtype="4" accel="50000" decel="5000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 calcmode="lin" valueType="num">
                                      <p:cBhvr additive="base">
                                        <p:cTn id="40" dur="500" fill="hold"/>
                                        <p:tgtEl>
                                          <p:spTgt spid="6"/>
                                        </p:tgtEl>
                                        <p:attrNameLst>
                                          <p:attrName>ppt_x</p:attrName>
                                        </p:attrNameLst>
                                      </p:cBhvr>
                                      <p:tavLst>
                                        <p:tav tm="0">
                                          <p:val>
                                            <p:strVal val="#ppt_x"/>
                                          </p:val>
                                        </p:tav>
                                        <p:tav tm="100000">
                                          <p:val>
                                            <p:strVal val="#ppt_x"/>
                                          </p:val>
                                        </p:tav>
                                      </p:tavLst>
                                    </p:anim>
                                    <p:anim calcmode="lin" valueType="num">
                                      <p:cBhvr additive="base">
                                        <p:cTn id="41" dur="500" fill="hold"/>
                                        <p:tgtEl>
                                          <p:spTgt spid="6"/>
                                        </p:tgtEl>
                                        <p:attrNameLst>
                                          <p:attrName>ppt_y</p:attrName>
                                        </p:attrNameLst>
                                      </p:cBhvr>
                                      <p:tavLst>
                                        <p:tav tm="0">
                                          <p:val>
                                            <p:strVal val="1+#ppt_h/2"/>
                                          </p:val>
                                        </p:tav>
                                        <p:tav tm="100000">
                                          <p:val>
                                            <p:strVal val="#ppt_y"/>
                                          </p:val>
                                        </p:tav>
                                      </p:tavLst>
                                    </p:anim>
                                  </p:childTnLst>
                                </p:cTn>
                              </p:par>
                            </p:childTnLst>
                          </p:cTn>
                        </p:par>
                        <p:par>
                          <p:cTn id="42" fill="hold">
                            <p:stCondLst>
                              <p:cond delay="3500"/>
                            </p:stCondLst>
                            <p:childTnLst>
                              <p:par>
                                <p:cTn id="43" presetID="18" presetClass="entr" presetSubtype="6" fill="hold" nodeType="afterEffect">
                                  <p:stCondLst>
                                    <p:cond delay="0"/>
                                  </p:stCondLst>
                                  <p:childTnLst>
                                    <p:set>
                                      <p:cBhvr>
                                        <p:cTn id="44" dur="1" fill="hold">
                                          <p:stCondLst>
                                            <p:cond delay="0"/>
                                          </p:stCondLst>
                                        </p:cTn>
                                        <p:tgtEl>
                                          <p:spTgt spid="40"/>
                                        </p:tgtEl>
                                        <p:attrNameLst>
                                          <p:attrName>style.visibility</p:attrName>
                                        </p:attrNameLst>
                                      </p:cBhvr>
                                      <p:to>
                                        <p:strVal val="visible"/>
                                      </p:to>
                                    </p:set>
                                    <p:animEffect transition="in" filter="strips(downRight)">
                                      <p:cBhvr>
                                        <p:cTn id="45" dur="1000"/>
                                        <p:tgtEl>
                                          <p:spTgt spid="40"/>
                                        </p:tgtEl>
                                      </p:cBhvr>
                                    </p:animEffect>
                                  </p:childTnLst>
                                </p:cTn>
                              </p:par>
                            </p:childTnLst>
                          </p:cTn>
                        </p:par>
                        <p:par>
                          <p:cTn id="46" fill="hold">
                            <p:stCondLst>
                              <p:cond delay="4500"/>
                            </p:stCondLst>
                            <p:childTnLst>
                              <p:par>
                                <p:cTn id="47" presetID="18" presetClass="entr" presetSubtype="12" fill="hold" nodeType="afterEffect">
                                  <p:stCondLst>
                                    <p:cond delay="0"/>
                                  </p:stCondLst>
                                  <p:childTnLst>
                                    <p:set>
                                      <p:cBhvr>
                                        <p:cTn id="48" dur="1" fill="hold">
                                          <p:stCondLst>
                                            <p:cond delay="0"/>
                                          </p:stCondLst>
                                        </p:cTn>
                                        <p:tgtEl>
                                          <p:spTgt spid="45"/>
                                        </p:tgtEl>
                                        <p:attrNameLst>
                                          <p:attrName>style.visibility</p:attrName>
                                        </p:attrNameLst>
                                      </p:cBhvr>
                                      <p:to>
                                        <p:strVal val="visible"/>
                                      </p:to>
                                    </p:set>
                                    <p:animEffect transition="in" filter="strips(downLeft)">
                                      <p:cBhvr>
                                        <p:cTn id="49" dur="1000"/>
                                        <p:tgtEl>
                                          <p:spTgt spid="45"/>
                                        </p:tgtEl>
                                      </p:cBhvr>
                                    </p:animEffect>
                                  </p:childTnLst>
                                </p:cTn>
                              </p:par>
                            </p:childTnLst>
                          </p:cTn>
                        </p:par>
                        <p:par>
                          <p:cTn id="50" fill="hold">
                            <p:stCondLst>
                              <p:cond delay="5500"/>
                            </p:stCondLst>
                            <p:childTnLst>
                              <p:par>
                                <p:cTn id="51" presetID="53" presetClass="entr" presetSubtype="0" fill="hold" grpId="0" nodeType="afterEffect">
                                  <p:stCondLst>
                                    <p:cond delay="0"/>
                                  </p:stCondLst>
                                  <p:childTnLst>
                                    <p:set>
                                      <p:cBhvr>
                                        <p:cTn id="52" dur="1" fill="hold">
                                          <p:stCondLst>
                                            <p:cond delay="0"/>
                                          </p:stCondLst>
                                        </p:cTn>
                                        <p:tgtEl>
                                          <p:spTgt spid="64"/>
                                        </p:tgtEl>
                                        <p:attrNameLst>
                                          <p:attrName>style.visibility</p:attrName>
                                        </p:attrNameLst>
                                      </p:cBhvr>
                                      <p:to>
                                        <p:strVal val="visible"/>
                                      </p:to>
                                    </p:set>
                                    <p:anim calcmode="lin" valueType="num">
                                      <p:cBhvr>
                                        <p:cTn id="53" dur="500" fill="hold"/>
                                        <p:tgtEl>
                                          <p:spTgt spid="64"/>
                                        </p:tgtEl>
                                        <p:attrNameLst>
                                          <p:attrName>ppt_w</p:attrName>
                                        </p:attrNameLst>
                                      </p:cBhvr>
                                      <p:tavLst>
                                        <p:tav tm="0">
                                          <p:val>
                                            <p:fltVal val="0"/>
                                          </p:val>
                                        </p:tav>
                                        <p:tav tm="100000">
                                          <p:val>
                                            <p:strVal val="#ppt_w"/>
                                          </p:val>
                                        </p:tav>
                                      </p:tavLst>
                                    </p:anim>
                                    <p:anim calcmode="lin" valueType="num">
                                      <p:cBhvr>
                                        <p:cTn id="54" dur="500" fill="hold"/>
                                        <p:tgtEl>
                                          <p:spTgt spid="64"/>
                                        </p:tgtEl>
                                        <p:attrNameLst>
                                          <p:attrName>ppt_h</p:attrName>
                                        </p:attrNameLst>
                                      </p:cBhvr>
                                      <p:tavLst>
                                        <p:tav tm="0">
                                          <p:val>
                                            <p:fltVal val="0"/>
                                          </p:val>
                                        </p:tav>
                                        <p:tav tm="100000">
                                          <p:val>
                                            <p:strVal val="#ppt_h"/>
                                          </p:val>
                                        </p:tav>
                                      </p:tavLst>
                                    </p:anim>
                                    <p:animEffect transition="in" filter="fade">
                                      <p:cBhvr>
                                        <p:cTn id="55" dur="500"/>
                                        <p:tgtEl>
                                          <p:spTgt spid="64"/>
                                        </p:tgtEl>
                                      </p:cBhvr>
                                    </p:animEffect>
                                  </p:childTnLst>
                                </p:cTn>
                              </p:par>
                              <p:par>
                                <p:cTn id="56" presetID="2" presetClass="entr" presetSubtype="4" accel="50000" decel="50000" fill="hold"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additive="base">
                                        <p:cTn id="58" dur="500" fill="hold"/>
                                        <p:tgtEl>
                                          <p:spTgt spid="9"/>
                                        </p:tgtEl>
                                        <p:attrNameLst>
                                          <p:attrName>ppt_x</p:attrName>
                                        </p:attrNameLst>
                                      </p:cBhvr>
                                      <p:tavLst>
                                        <p:tav tm="0">
                                          <p:val>
                                            <p:strVal val="#ppt_x"/>
                                          </p:val>
                                        </p:tav>
                                        <p:tav tm="100000">
                                          <p:val>
                                            <p:strVal val="#ppt_x"/>
                                          </p:val>
                                        </p:tav>
                                      </p:tavLst>
                                    </p:anim>
                                    <p:anim calcmode="lin" valueType="num">
                                      <p:cBhvr additive="base">
                                        <p:cTn id="59" dur="500" fill="hold"/>
                                        <p:tgtEl>
                                          <p:spTgt spid="9"/>
                                        </p:tgtEl>
                                        <p:attrNameLst>
                                          <p:attrName>ppt_y</p:attrName>
                                        </p:attrNameLst>
                                      </p:cBhvr>
                                      <p:tavLst>
                                        <p:tav tm="0">
                                          <p:val>
                                            <p:strVal val="1+#ppt_h/2"/>
                                          </p:val>
                                        </p:tav>
                                        <p:tav tm="100000">
                                          <p:val>
                                            <p:strVal val="#ppt_y"/>
                                          </p:val>
                                        </p:tav>
                                      </p:tavLst>
                                    </p:anim>
                                  </p:childTnLst>
                                </p:cTn>
                              </p:par>
                            </p:childTnLst>
                          </p:cTn>
                        </p:par>
                        <p:par>
                          <p:cTn id="60" fill="hold">
                            <p:stCondLst>
                              <p:cond delay="6000"/>
                            </p:stCondLst>
                            <p:childTnLst>
                              <p:par>
                                <p:cTn id="61" presetID="18" presetClass="entr" presetSubtype="12" fill="hold" nodeType="afterEffect">
                                  <p:stCondLst>
                                    <p:cond delay="0"/>
                                  </p:stCondLst>
                                  <p:childTnLst>
                                    <p:set>
                                      <p:cBhvr>
                                        <p:cTn id="62" dur="1" fill="hold">
                                          <p:stCondLst>
                                            <p:cond delay="0"/>
                                          </p:stCondLst>
                                        </p:cTn>
                                        <p:tgtEl>
                                          <p:spTgt spid="68"/>
                                        </p:tgtEl>
                                        <p:attrNameLst>
                                          <p:attrName>style.visibility</p:attrName>
                                        </p:attrNameLst>
                                      </p:cBhvr>
                                      <p:to>
                                        <p:strVal val="visible"/>
                                      </p:to>
                                    </p:set>
                                    <p:animEffect transition="in" filter="strips(downLeft)">
                                      <p:cBhvr>
                                        <p:cTn id="63" dur="1000"/>
                                        <p:tgtEl>
                                          <p:spTgt spid="68"/>
                                        </p:tgtEl>
                                      </p:cBhvr>
                                    </p:animEffect>
                                  </p:childTnLst>
                                </p:cTn>
                              </p:par>
                            </p:childTnLst>
                          </p:cTn>
                        </p:par>
                        <p:par>
                          <p:cTn id="64" fill="hold">
                            <p:stCondLst>
                              <p:cond delay="7000"/>
                            </p:stCondLst>
                            <p:childTnLst>
                              <p:par>
                                <p:cTn id="65" presetID="53" presetClass="entr" presetSubtype="0" fill="hold" grpId="0" nodeType="afterEffect">
                                  <p:stCondLst>
                                    <p:cond delay="0"/>
                                  </p:stCondLst>
                                  <p:childTnLst>
                                    <p:set>
                                      <p:cBhvr>
                                        <p:cTn id="66" dur="1" fill="hold">
                                          <p:stCondLst>
                                            <p:cond delay="0"/>
                                          </p:stCondLst>
                                        </p:cTn>
                                        <p:tgtEl>
                                          <p:spTgt spid="60"/>
                                        </p:tgtEl>
                                        <p:attrNameLst>
                                          <p:attrName>style.visibility</p:attrName>
                                        </p:attrNameLst>
                                      </p:cBhvr>
                                      <p:to>
                                        <p:strVal val="visible"/>
                                      </p:to>
                                    </p:set>
                                    <p:anim calcmode="lin" valueType="num">
                                      <p:cBhvr>
                                        <p:cTn id="67" dur="500" fill="hold"/>
                                        <p:tgtEl>
                                          <p:spTgt spid="60"/>
                                        </p:tgtEl>
                                        <p:attrNameLst>
                                          <p:attrName>ppt_w</p:attrName>
                                        </p:attrNameLst>
                                      </p:cBhvr>
                                      <p:tavLst>
                                        <p:tav tm="0">
                                          <p:val>
                                            <p:fltVal val="0"/>
                                          </p:val>
                                        </p:tav>
                                        <p:tav tm="100000">
                                          <p:val>
                                            <p:strVal val="#ppt_w"/>
                                          </p:val>
                                        </p:tav>
                                      </p:tavLst>
                                    </p:anim>
                                    <p:anim calcmode="lin" valueType="num">
                                      <p:cBhvr>
                                        <p:cTn id="68" dur="500" fill="hold"/>
                                        <p:tgtEl>
                                          <p:spTgt spid="60"/>
                                        </p:tgtEl>
                                        <p:attrNameLst>
                                          <p:attrName>ppt_h</p:attrName>
                                        </p:attrNameLst>
                                      </p:cBhvr>
                                      <p:tavLst>
                                        <p:tav tm="0">
                                          <p:val>
                                            <p:fltVal val="0"/>
                                          </p:val>
                                        </p:tav>
                                        <p:tav tm="100000">
                                          <p:val>
                                            <p:strVal val="#ppt_h"/>
                                          </p:val>
                                        </p:tav>
                                      </p:tavLst>
                                    </p:anim>
                                    <p:animEffect transition="in" filter="fade">
                                      <p:cBhvr>
                                        <p:cTn id="69" dur="500"/>
                                        <p:tgtEl>
                                          <p:spTgt spid="60"/>
                                        </p:tgtEl>
                                      </p:cBhvr>
                                    </p:animEffect>
                                  </p:childTnLst>
                                </p:cTn>
                              </p:par>
                              <p:par>
                                <p:cTn id="70" presetID="2" presetClass="entr" presetSubtype="4" accel="50000" decel="50000" fill="hold" nodeType="withEffect">
                                  <p:stCondLst>
                                    <p:cond delay="0"/>
                                  </p:stCondLst>
                                  <p:childTnLst>
                                    <p:set>
                                      <p:cBhvr>
                                        <p:cTn id="71" dur="1" fill="hold">
                                          <p:stCondLst>
                                            <p:cond delay="0"/>
                                          </p:stCondLst>
                                        </p:cTn>
                                        <p:tgtEl>
                                          <p:spTgt spid="8"/>
                                        </p:tgtEl>
                                        <p:attrNameLst>
                                          <p:attrName>style.visibility</p:attrName>
                                        </p:attrNameLst>
                                      </p:cBhvr>
                                      <p:to>
                                        <p:strVal val="visible"/>
                                      </p:to>
                                    </p:set>
                                    <p:anim calcmode="lin" valueType="num">
                                      <p:cBhvr additive="base">
                                        <p:cTn id="72" dur="500" fill="hold"/>
                                        <p:tgtEl>
                                          <p:spTgt spid="8"/>
                                        </p:tgtEl>
                                        <p:attrNameLst>
                                          <p:attrName>ppt_x</p:attrName>
                                        </p:attrNameLst>
                                      </p:cBhvr>
                                      <p:tavLst>
                                        <p:tav tm="0">
                                          <p:val>
                                            <p:strVal val="#ppt_x"/>
                                          </p:val>
                                        </p:tav>
                                        <p:tav tm="100000">
                                          <p:val>
                                            <p:strVal val="#ppt_x"/>
                                          </p:val>
                                        </p:tav>
                                      </p:tavLst>
                                    </p:anim>
                                    <p:anim calcmode="lin" valueType="num">
                                      <p:cBhvr additive="base">
                                        <p:cTn id="73" dur="500" fill="hold"/>
                                        <p:tgtEl>
                                          <p:spTgt spid="8"/>
                                        </p:tgtEl>
                                        <p:attrNameLst>
                                          <p:attrName>ppt_y</p:attrName>
                                        </p:attrNameLst>
                                      </p:cBhvr>
                                      <p:tavLst>
                                        <p:tav tm="0">
                                          <p:val>
                                            <p:strVal val="1+#ppt_h/2"/>
                                          </p:val>
                                        </p:tav>
                                        <p:tav tm="100000">
                                          <p:val>
                                            <p:strVal val="#ppt_y"/>
                                          </p:val>
                                        </p:tav>
                                      </p:tavLst>
                                    </p:anim>
                                  </p:childTnLst>
                                </p:cTn>
                              </p:par>
                            </p:childTnLst>
                          </p:cTn>
                        </p:par>
                        <p:par>
                          <p:cTn id="74" fill="hold">
                            <p:stCondLst>
                              <p:cond delay="7500"/>
                            </p:stCondLst>
                            <p:childTnLst>
                              <p:par>
                                <p:cTn id="75" presetID="18" presetClass="entr" presetSubtype="12" fill="hold" nodeType="afterEffect">
                                  <p:stCondLst>
                                    <p:cond delay="0"/>
                                  </p:stCondLst>
                                  <p:childTnLst>
                                    <p:set>
                                      <p:cBhvr>
                                        <p:cTn id="76" dur="1" fill="hold">
                                          <p:stCondLst>
                                            <p:cond delay="0"/>
                                          </p:stCondLst>
                                        </p:cTn>
                                        <p:tgtEl>
                                          <p:spTgt spid="69"/>
                                        </p:tgtEl>
                                        <p:attrNameLst>
                                          <p:attrName>style.visibility</p:attrName>
                                        </p:attrNameLst>
                                      </p:cBhvr>
                                      <p:to>
                                        <p:strVal val="visible"/>
                                      </p:to>
                                    </p:set>
                                    <p:animEffect transition="in" filter="strips(downLeft)">
                                      <p:cBhvr>
                                        <p:cTn id="77" dur="1000"/>
                                        <p:tgtEl>
                                          <p:spTgt spid="69"/>
                                        </p:tgtEl>
                                      </p:cBhvr>
                                    </p:animEffect>
                                  </p:childTnLst>
                                </p:cTn>
                              </p:par>
                            </p:childTnLst>
                          </p:cTn>
                        </p:par>
                        <p:par>
                          <p:cTn id="78" fill="hold">
                            <p:stCondLst>
                              <p:cond delay="8500"/>
                            </p:stCondLst>
                            <p:childTnLst>
                              <p:par>
                                <p:cTn id="79" presetID="53" presetClass="entr" presetSubtype="0" fill="hold" grpId="0" nodeType="afterEffect">
                                  <p:stCondLst>
                                    <p:cond delay="0"/>
                                  </p:stCondLst>
                                  <p:childTnLst>
                                    <p:set>
                                      <p:cBhvr>
                                        <p:cTn id="80" dur="1" fill="hold">
                                          <p:stCondLst>
                                            <p:cond delay="0"/>
                                          </p:stCondLst>
                                        </p:cTn>
                                        <p:tgtEl>
                                          <p:spTgt spid="56"/>
                                        </p:tgtEl>
                                        <p:attrNameLst>
                                          <p:attrName>style.visibility</p:attrName>
                                        </p:attrNameLst>
                                      </p:cBhvr>
                                      <p:to>
                                        <p:strVal val="visible"/>
                                      </p:to>
                                    </p:set>
                                    <p:anim calcmode="lin" valueType="num">
                                      <p:cBhvr>
                                        <p:cTn id="81" dur="500" fill="hold"/>
                                        <p:tgtEl>
                                          <p:spTgt spid="56"/>
                                        </p:tgtEl>
                                        <p:attrNameLst>
                                          <p:attrName>ppt_w</p:attrName>
                                        </p:attrNameLst>
                                      </p:cBhvr>
                                      <p:tavLst>
                                        <p:tav tm="0">
                                          <p:val>
                                            <p:fltVal val="0"/>
                                          </p:val>
                                        </p:tav>
                                        <p:tav tm="100000">
                                          <p:val>
                                            <p:strVal val="#ppt_w"/>
                                          </p:val>
                                        </p:tav>
                                      </p:tavLst>
                                    </p:anim>
                                    <p:anim calcmode="lin" valueType="num">
                                      <p:cBhvr>
                                        <p:cTn id="82" dur="500" fill="hold"/>
                                        <p:tgtEl>
                                          <p:spTgt spid="56"/>
                                        </p:tgtEl>
                                        <p:attrNameLst>
                                          <p:attrName>ppt_h</p:attrName>
                                        </p:attrNameLst>
                                      </p:cBhvr>
                                      <p:tavLst>
                                        <p:tav tm="0">
                                          <p:val>
                                            <p:fltVal val="0"/>
                                          </p:val>
                                        </p:tav>
                                        <p:tav tm="100000">
                                          <p:val>
                                            <p:strVal val="#ppt_h"/>
                                          </p:val>
                                        </p:tav>
                                      </p:tavLst>
                                    </p:anim>
                                    <p:animEffect transition="in" filter="fade">
                                      <p:cBhvr>
                                        <p:cTn id="83" dur="500"/>
                                        <p:tgtEl>
                                          <p:spTgt spid="56"/>
                                        </p:tgtEl>
                                      </p:cBhvr>
                                    </p:animEffect>
                                  </p:childTnLst>
                                </p:cTn>
                              </p:par>
                              <p:par>
                                <p:cTn id="84" presetID="2" presetClass="entr" presetSubtype="4" accel="50000" decel="50000" fill="hold" nodeType="withEffect">
                                  <p:stCondLst>
                                    <p:cond delay="0"/>
                                  </p:stCondLst>
                                  <p:childTnLst>
                                    <p:set>
                                      <p:cBhvr>
                                        <p:cTn id="85" dur="1" fill="hold">
                                          <p:stCondLst>
                                            <p:cond delay="0"/>
                                          </p:stCondLst>
                                        </p:cTn>
                                        <p:tgtEl>
                                          <p:spTgt spid="7"/>
                                        </p:tgtEl>
                                        <p:attrNameLst>
                                          <p:attrName>style.visibility</p:attrName>
                                        </p:attrNameLst>
                                      </p:cBhvr>
                                      <p:to>
                                        <p:strVal val="visible"/>
                                      </p:to>
                                    </p:set>
                                    <p:anim calcmode="lin" valueType="num">
                                      <p:cBhvr additive="base">
                                        <p:cTn id="86" dur="500" fill="hold"/>
                                        <p:tgtEl>
                                          <p:spTgt spid="7"/>
                                        </p:tgtEl>
                                        <p:attrNameLst>
                                          <p:attrName>ppt_x</p:attrName>
                                        </p:attrNameLst>
                                      </p:cBhvr>
                                      <p:tavLst>
                                        <p:tav tm="0">
                                          <p:val>
                                            <p:strVal val="#ppt_x"/>
                                          </p:val>
                                        </p:tav>
                                        <p:tav tm="100000">
                                          <p:val>
                                            <p:strVal val="#ppt_x"/>
                                          </p:val>
                                        </p:tav>
                                      </p:tavLst>
                                    </p:anim>
                                    <p:anim calcmode="lin" valueType="num">
                                      <p:cBhvr additive="base">
                                        <p:cTn id="87"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34" grpId="0"/>
      <p:bldP spid="39" grpId="0"/>
      <p:bldP spid="56" grpId="0"/>
      <p:bldP spid="60" grpId="0"/>
      <p:bldP spid="6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644107" y="1362003"/>
            <a:ext cx="3874553" cy="816221"/>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p:cNvSpPr>
            <a:spLocks noGrp="1"/>
          </p:cNvSpPr>
          <p:nvPr>
            <p:ph type="title"/>
          </p:nvPr>
        </p:nvSpPr>
        <p:spPr/>
        <p:txBody>
          <a:bodyPr/>
          <a:lstStyle/>
          <a:p>
            <a:r>
              <a:rPr lang="en-US"/>
              <a:t>Iconic List Sample</a:t>
            </a:r>
            <a:endParaRPr lang="en-US" dirty="0"/>
          </a:p>
        </p:txBody>
      </p:sp>
      <p:sp>
        <p:nvSpPr>
          <p:cNvPr id="6" name="Text Placeholder 5"/>
          <p:cNvSpPr>
            <a:spLocks noGrp="1"/>
          </p:cNvSpPr>
          <p:nvPr>
            <p:ph type="body" sz="half" idx="2"/>
          </p:nvPr>
        </p:nvSpPr>
        <p:spPr/>
        <p:txBody>
          <a:bodyPr/>
          <a:lstStyle/>
          <a:p>
            <a:r>
              <a:rPr lang="en-US"/>
              <a:t>Iconic List Sample</a:t>
            </a:r>
            <a:endParaRPr lang="en-US" dirty="0"/>
          </a:p>
        </p:txBody>
      </p:sp>
      <p:sp>
        <p:nvSpPr>
          <p:cNvPr id="32" name="Slide Number Placeholder 31"/>
          <p:cNvSpPr>
            <a:spLocks noGrp="1"/>
          </p:cNvSpPr>
          <p:nvPr>
            <p:ph type="sldNum" sz="quarter" idx="12"/>
          </p:nvPr>
        </p:nvSpPr>
        <p:spPr/>
        <p:txBody>
          <a:bodyPr/>
          <a:lstStyle/>
          <a:p>
            <a:fld id="{C136B7D2-B98C-44FD-8D04-7EC62A564975}" type="slidenum">
              <a:rPr lang="en-US" smtClean="0"/>
              <a:pPr/>
              <a:t>47</a:t>
            </a:fld>
            <a:endParaRPr lang="en-US" dirty="0"/>
          </a:p>
        </p:txBody>
      </p:sp>
      <p:grpSp>
        <p:nvGrpSpPr>
          <p:cNvPr id="4" name="Group 38"/>
          <p:cNvGrpSpPr/>
          <p:nvPr/>
        </p:nvGrpSpPr>
        <p:grpSpPr>
          <a:xfrm>
            <a:off x="1493735" y="1486789"/>
            <a:ext cx="2621652" cy="518900"/>
            <a:chOff x="885153" y="1438589"/>
            <a:chExt cx="2621652" cy="518900"/>
          </a:xfrm>
        </p:grpSpPr>
        <p:sp>
          <p:nvSpPr>
            <p:cNvPr id="7" name="TextBox 6"/>
            <p:cNvSpPr txBox="1"/>
            <p:nvPr/>
          </p:nvSpPr>
          <p:spPr>
            <a:xfrm>
              <a:off x="885153" y="1438589"/>
              <a:ext cx="1630254" cy="215444"/>
            </a:xfrm>
            <a:prstGeom prst="rect">
              <a:avLst/>
            </a:prstGeom>
            <a:noFill/>
          </p:spPr>
          <p:txBody>
            <a:bodyPr wrap="none" lIns="0" tIns="0" rIns="0" bIns="0" rtlCol="0" anchor="ctr">
              <a:spAutoFit/>
            </a:bodyPr>
            <a:lstStyle/>
            <a:p>
              <a:r>
                <a:rPr lang="en-US" sz="1400" b="1" dirty="0">
                  <a:solidFill>
                    <a:schemeClr val="bg1"/>
                  </a:solidFill>
                  <a:latin typeface="+mj-lt"/>
                </a:rPr>
                <a:t>Worldwide Business</a:t>
              </a:r>
            </a:p>
          </p:txBody>
        </p:sp>
        <p:sp>
          <p:nvSpPr>
            <p:cNvPr id="8" name="TextBox 7"/>
            <p:cNvSpPr txBox="1"/>
            <p:nvPr/>
          </p:nvSpPr>
          <p:spPr>
            <a:xfrm>
              <a:off x="885153" y="1649712"/>
              <a:ext cx="2621652"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cxnSp>
        <p:nvCxnSpPr>
          <p:cNvPr id="68" name="Straight Connector 67"/>
          <p:cNvCxnSpPr/>
          <p:nvPr/>
        </p:nvCxnSpPr>
        <p:spPr>
          <a:xfrm flipV="1">
            <a:off x="4572000" y="1445966"/>
            <a:ext cx="0" cy="2746157"/>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5" name="Group 47"/>
          <p:cNvGrpSpPr/>
          <p:nvPr/>
        </p:nvGrpSpPr>
        <p:grpSpPr>
          <a:xfrm>
            <a:off x="644107" y="2418923"/>
            <a:ext cx="3874553" cy="816221"/>
            <a:chOff x="644107" y="1330751"/>
            <a:chExt cx="3874553" cy="816221"/>
          </a:xfrm>
        </p:grpSpPr>
        <p:sp>
          <p:nvSpPr>
            <p:cNvPr id="49" name="Rounded Rectangle 48"/>
            <p:cNvSpPr/>
            <p:nvPr/>
          </p:nvSpPr>
          <p:spPr>
            <a:xfrm>
              <a:off x="644107" y="1384863"/>
              <a:ext cx="3725972" cy="762109"/>
            </a:xfrm>
            <a:prstGeom prst="roundRect">
              <a:avLst>
                <a:gd name="adj" fmla="val 50000"/>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ounded Rectangle 49"/>
            <p:cNvSpPr/>
            <p:nvPr/>
          </p:nvSpPr>
          <p:spPr>
            <a:xfrm>
              <a:off x="644107" y="1330751"/>
              <a:ext cx="3725972" cy="76210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Isosceles Triangle 50"/>
            <p:cNvSpPr/>
            <p:nvPr/>
          </p:nvSpPr>
          <p:spPr>
            <a:xfrm rot="5400000">
              <a:off x="4322531" y="1607670"/>
              <a:ext cx="183987" cy="20827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38"/>
          <p:cNvGrpSpPr/>
          <p:nvPr/>
        </p:nvGrpSpPr>
        <p:grpSpPr>
          <a:xfrm>
            <a:off x="1493735" y="2532491"/>
            <a:ext cx="2621652" cy="518900"/>
            <a:chOff x="885153" y="1438589"/>
            <a:chExt cx="2621652" cy="518900"/>
          </a:xfrm>
        </p:grpSpPr>
        <p:sp>
          <p:nvSpPr>
            <p:cNvPr id="53" name="TextBox 52"/>
            <p:cNvSpPr txBox="1"/>
            <p:nvPr/>
          </p:nvSpPr>
          <p:spPr>
            <a:xfrm>
              <a:off x="885153" y="1438589"/>
              <a:ext cx="1075614" cy="215444"/>
            </a:xfrm>
            <a:prstGeom prst="rect">
              <a:avLst/>
            </a:prstGeom>
            <a:noFill/>
          </p:spPr>
          <p:txBody>
            <a:bodyPr wrap="none" lIns="0" tIns="0" rIns="0" bIns="0" rtlCol="0" anchor="ctr">
              <a:spAutoFit/>
            </a:bodyPr>
            <a:lstStyle/>
            <a:p>
              <a:r>
                <a:rPr lang="en-US" sz="1400" b="1" dirty="0">
                  <a:solidFill>
                    <a:schemeClr val="bg1"/>
                  </a:solidFill>
                </a:rPr>
                <a:t>Business To Go</a:t>
              </a:r>
            </a:p>
          </p:txBody>
        </p:sp>
        <p:sp>
          <p:nvSpPr>
            <p:cNvPr id="54" name="TextBox 53"/>
            <p:cNvSpPr txBox="1"/>
            <p:nvPr/>
          </p:nvSpPr>
          <p:spPr>
            <a:xfrm>
              <a:off x="885153" y="1649712"/>
              <a:ext cx="2621652"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grpSp>
        <p:nvGrpSpPr>
          <p:cNvPr id="10" name="Group 55"/>
          <p:cNvGrpSpPr/>
          <p:nvPr/>
        </p:nvGrpSpPr>
        <p:grpSpPr>
          <a:xfrm>
            <a:off x="644107" y="3483739"/>
            <a:ext cx="3874553" cy="816221"/>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38"/>
          <p:cNvGrpSpPr/>
          <p:nvPr/>
        </p:nvGrpSpPr>
        <p:grpSpPr>
          <a:xfrm>
            <a:off x="1493735" y="3612713"/>
            <a:ext cx="2621652" cy="518900"/>
            <a:chOff x="885153" y="1438589"/>
            <a:chExt cx="2621652" cy="518900"/>
          </a:xfrm>
        </p:grpSpPr>
        <p:sp>
          <p:nvSpPr>
            <p:cNvPr id="71" name="TextBox 70"/>
            <p:cNvSpPr txBox="1"/>
            <p:nvPr/>
          </p:nvSpPr>
          <p:spPr>
            <a:xfrm>
              <a:off x="885153" y="1438589"/>
              <a:ext cx="1285608" cy="215444"/>
            </a:xfrm>
            <a:prstGeom prst="rect">
              <a:avLst/>
            </a:prstGeom>
            <a:noFill/>
          </p:spPr>
          <p:txBody>
            <a:bodyPr wrap="none" lIns="0" tIns="0" rIns="0" bIns="0" rtlCol="0" anchor="ctr">
              <a:spAutoFit/>
            </a:bodyPr>
            <a:lstStyle/>
            <a:p>
              <a:r>
                <a:rPr lang="en-US" sz="1400" b="1" dirty="0">
                  <a:solidFill>
                    <a:schemeClr val="bg1"/>
                  </a:solidFill>
                </a:rPr>
                <a:t>Creative Solutions</a:t>
              </a:r>
            </a:p>
          </p:txBody>
        </p:sp>
        <p:sp>
          <p:nvSpPr>
            <p:cNvPr id="72" name="TextBox 71"/>
            <p:cNvSpPr txBox="1"/>
            <p:nvPr/>
          </p:nvSpPr>
          <p:spPr>
            <a:xfrm>
              <a:off x="885153" y="1649712"/>
              <a:ext cx="2621652"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grpSp>
        <p:nvGrpSpPr>
          <p:cNvPr id="12" name="Group 73"/>
          <p:cNvGrpSpPr/>
          <p:nvPr/>
        </p:nvGrpSpPr>
        <p:grpSpPr>
          <a:xfrm flipH="1">
            <a:off x="4624705" y="1362003"/>
            <a:ext cx="3874553" cy="816221"/>
            <a:chOff x="644107" y="1330751"/>
            <a:chExt cx="3874553" cy="816221"/>
          </a:xfrm>
        </p:grpSpPr>
        <p:sp>
          <p:nvSpPr>
            <p:cNvPr id="75" name="Rounded Rectangle 74"/>
            <p:cNvSpPr/>
            <p:nvPr/>
          </p:nvSpPr>
          <p:spPr>
            <a:xfrm>
              <a:off x="644107" y="1384863"/>
              <a:ext cx="3725972" cy="762109"/>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Rounded Rectangle 75"/>
            <p:cNvSpPr/>
            <p:nvPr/>
          </p:nvSpPr>
          <p:spPr>
            <a:xfrm>
              <a:off x="644107" y="1330751"/>
              <a:ext cx="3725972" cy="76210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Isosceles Triangle 76"/>
            <p:cNvSpPr/>
            <p:nvPr/>
          </p:nvSpPr>
          <p:spPr>
            <a:xfrm rot="5400000">
              <a:off x="4322531" y="1607670"/>
              <a:ext cx="183987" cy="20827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 38"/>
          <p:cNvGrpSpPr/>
          <p:nvPr/>
        </p:nvGrpSpPr>
        <p:grpSpPr>
          <a:xfrm flipH="1">
            <a:off x="5085561" y="1481254"/>
            <a:ext cx="2621652" cy="518900"/>
            <a:chOff x="885153" y="1438589"/>
            <a:chExt cx="2621652" cy="518900"/>
          </a:xfrm>
        </p:grpSpPr>
        <p:sp>
          <p:nvSpPr>
            <p:cNvPr id="79" name="TextBox 78"/>
            <p:cNvSpPr txBox="1"/>
            <p:nvPr/>
          </p:nvSpPr>
          <p:spPr>
            <a:xfrm>
              <a:off x="885153" y="1438589"/>
              <a:ext cx="1630254" cy="215444"/>
            </a:xfrm>
            <a:prstGeom prst="rect">
              <a:avLst/>
            </a:prstGeom>
            <a:noFill/>
          </p:spPr>
          <p:txBody>
            <a:bodyPr wrap="none" lIns="0" tIns="0" rIns="0" bIns="0" rtlCol="0" anchor="ctr">
              <a:spAutoFit/>
            </a:bodyPr>
            <a:lstStyle/>
            <a:p>
              <a:pPr algn="r"/>
              <a:r>
                <a:rPr lang="en-US" sz="1400" b="1" dirty="0">
                  <a:solidFill>
                    <a:schemeClr val="bg1"/>
                  </a:solidFill>
                  <a:latin typeface="+mj-lt"/>
                </a:rPr>
                <a:t>Worldwide Business</a:t>
              </a:r>
            </a:p>
          </p:txBody>
        </p:sp>
        <p:sp>
          <p:nvSpPr>
            <p:cNvPr id="80" name="TextBox 79"/>
            <p:cNvSpPr txBox="1"/>
            <p:nvPr/>
          </p:nvSpPr>
          <p:spPr>
            <a:xfrm>
              <a:off x="885153" y="1649712"/>
              <a:ext cx="2621652"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grpSp>
        <p:nvGrpSpPr>
          <p:cNvPr id="14" name="Group 81"/>
          <p:cNvGrpSpPr/>
          <p:nvPr/>
        </p:nvGrpSpPr>
        <p:grpSpPr>
          <a:xfrm flipH="1">
            <a:off x="4624705" y="2418923"/>
            <a:ext cx="3874553" cy="816221"/>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38"/>
          <p:cNvGrpSpPr/>
          <p:nvPr/>
        </p:nvGrpSpPr>
        <p:grpSpPr>
          <a:xfrm flipH="1">
            <a:off x="5085561" y="2547699"/>
            <a:ext cx="2621652" cy="518900"/>
            <a:chOff x="885153" y="1438589"/>
            <a:chExt cx="2621652" cy="518900"/>
          </a:xfrm>
        </p:grpSpPr>
        <p:sp>
          <p:nvSpPr>
            <p:cNvPr id="87" name="TextBox 86"/>
            <p:cNvSpPr txBox="1"/>
            <p:nvPr/>
          </p:nvSpPr>
          <p:spPr>
            <a:xfrm>
              <a:off x="885153" y="1438589"/>
              <a:ext cx="1075614" cy="215444"/>
            </a:xfrm>
            <a:prstGeom prst="rect">
              <a:avLst/>
            </a:prstGeom>
            <a:noFill/>
          </p:spPr>
          <p:txBody>
            <a:bodyPr wrap="none" lIns="0" tIns="0" rIns="0" bIns="0" rtlCol="0" anchor="ctr">
              <a:spAutoFit/>
            </a:bodyPr>
            <a:lstStyle/>
            <a:p>
              <a:pPr algn="r"/>
              <a:r>
                <a:rPr lang="en-US" sz="1400" b="1" dirty="0">
                  <a:solidFill>
                    <a:schemeClr val="bg1"/>
                  </a:solidFill>
                </a:rPr>
                <a:t>Business To Go</a:t>
              </a:r>
            </a:p>
          </p:txBody>
        </p:sp>
        <p:sp>
          <p:nvSpPr>
            <p:cNvPr id="88" name="TextBox 87"/>
            <p:cNvSpPr txBox="1"/>
            <p:nvPr/>
          </p:nvSpPr>
          <p:spPr>
            <a:xfrm>
              <a:off x="885153" y="1649712"/>
              <a:ext cx="2621652"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grpSp>
        <p:nvGrpSpPr>
          <p:cNvPr id="16" name="Group 89"/>
          <p:cNvGrpSpPr/>
          <p:nvPr/>
        </p:nvGrpSpPr>
        <p:grpSpPr>
          <a:xfrm flipH="1">
            <a:off x="4624705" y="3483739"/>
            <a:ext cx="3874553" cy="816221"/>
            <a:chOff x="644107" y="1330751"/>
            <a:chExt cx="3874553" cy="816221"/>
          </a:xfrm>
        </p:grpSpPr>
        <p:sp>
          <p:nvSpPr>
            <p:cNvPr id="91" name="Rounded Rectangle 90"/>
            <p:cNvSpPr/>
            <p:nvPr/>
          </p:nvSpPr>
          <p:spPr>
            <a:xfrm>
              <a:off x="644107" y="1384863"/>
              <a:ext cx="3725972" cy="762109"/>
            </a:xfrm>
            <a:prstGeom prst="roundRect">
              <a:avLst>
                <a:gd name="adj" fmla="val 50000"/>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Rounded Rectangle 91"/>
            <p:cNvSpPr/>
            <p:nvPr/>
          </p:nvSpPr>
          <p:spPr>
            <a:xfrm>
              <a:off x="644107" y="1330751"/>
              <a:ext cx="3725972" cy="762109"/>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Isosceles Triangle 92"/>
            <p:cNvSpPr/>
            <p:nvPr/>
          </p:nvSpPr>
          <p:spPr>
            <a:xfrm rot="5400000">
              <a:off x="4322531" y="1607670"/>
              <a:ext cx="183987" cy="208271"/>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38"/>
          <p:cNvGrpSpPr/>
          <p:nvPr/>
        </p:nvGrpSpPr>
        <p:grpSpPr>
          <a:xfrm flipH="1">
            <a:off x="5085561" y="3612515"/>
            <a:ext cx="2621652" cy="518900"/>
            <a:chOff x="885153" y="1438589"/>
            <a:chExt cx="2621652" cy="518900"/>
          </a:xfrm>
        </p:grpSpPr>
        <p:sp>
          <p:nvSpPr>
            <p:cNvPr id="95" name="TextBox 94"/>
            <p:cNvSpPr txBox="1"/>
            <p:nvPr/>
          </p:nvSpPr>
          <p:spPr>
            <a:xfrm>
              <a:off x="885153" y="1438589"/>
              <a:ext cx="1285608" cy="215444"/>
            </a:xfrm>
            <a:prstGeom prst="rect">
              <a:avLst/>
            </a:prstGeom>
            <a:noFill/>
          </p:spPr>
          <p:txBody>
            <a:bodyPr wrap="none" lIns="0" tIns="0" rIns="0" bIns="0" rtlCol="0" anchor="ctr">
              <a:spAutoFit/>
            </a:bodyPr>
            <a:lstStyle/>
            <a:p>
              <a:pPr algn="r"/>
              <a:r>
                <a:rPr lang="en-US" sz="1400" b="1" dirty="0">
                  <a:solidFill>
                    <a:schemeClr val="bg1"/>
                  </a:solidFill>
                </a:rPr>
                <a:t>Creative Solutions</a:t>
              </a:r>
            </a:p>
          </p:txBody>
        </p:sp>
        <p:sp>
          <p:nvSpPr>
            <p:cNvPr id="96" name="TextBox 95"/>
            <p:cNvSpPr txBox="1"/>
            <p:nvPr/>
          </p:nvSpPr>
          <p:spPr>
            <a:xfrm>
              <a:off x="885153" y="1649712"/>
              <a:ext cx="2621652"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grpSp>
        <p:nvGrpSpPr>
          <p:cNvPr id="18" name="Group 64"/>
          <p:cNvGrpSpPr/>
          <p:nvPr/>
        </p:nvGrpSpPr>
        <p:grpSpPr>
          <a:xfrm>
            <a:off x="735191" y="2518747"/>
            <a:ext cx="579038" cy="562460"/>
            <a:chOff x="735191" y="2518747"/>
            <a:chExt cx="579038" cy="562460"/>
          </a:xfrm>
        </p:grpSpPr>
        <p:sp>
          <p:nvSpPr>
            <p:cNvPr id="55" name="Oval 54"/>
            <p:cNvSpPr>
              <a:spLocks noChangeAspect="1"/>
            </p:cNvSpPr>
            <p:nvPr/>
          </p:nvSpPr>
          <p:spPr>
            <a:xfrm>
              <a:off x="735191"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2"/>
                </a:solidFill>
                <a:latin typeface="FontAwesome" pitchFamily="2" charset="0"/>
              </a:endParaRPr>
            </a:p>
          </p:txBody>
        </p:sp>
        <p:sp>
          <p:nvSpPr>
            <p:cNvPr id="63" name="Freeform 52"/>
            <p:cNvSpPr>
              <a:spLocks noEditPoints="1"/>
            </p:cNvSpPr>
            <p:nvPr/>
          </p:nvSpPr>
          <p:spPr bwMode="auto">
            <a:xfrm>
              <a:off x="899027" y="2664760"/>
              <a:ext cx="251367" cy="270435"/>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66"/>
          <p:cNvGrpSpPr/>
          <p:nvPr/>
        </p:nvGrpSpPr>
        <p:grpSpPr>
          <a:xfrm>
            <a:off x="735191" y="3583563"/>
            <a:ext cx="579038" cy="562460"/>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3"/>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73"/>
          <p:cNvGrpSpPr/>
          <p:nvPr/>
        </p:nvGrpSpPr>
        <p:grpSpPr>
          <a:xfrm>
            <a:off x="7840715" y="2518747"/>
            <a:ext cx="579038" cy="562460"/>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5"/>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81"/>
          <p:cNvGrpSpPr/>
          <p:nvPr/>
        </p:nvGrpSpPr>
        <p:grpSpPr>
          <a:xfrm>
            <a:off x="735191" y="1461827"/>
            <a:ext cx="579038" cy="562460"/>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89"/>
          <p:cNvGrpSpPr/>
          <p:nvPr/>
        </p:nvGrpSpPr>
        <p:grpSpPr>
          <a:xfrm>
            <a:off x="7840715" y="3583563"/>
            <a:ext cx="579038" cy="562460"/>
            <a:chOff x="7840715" y="3583563"/>
            <a:chExt cx="579038" cy="562460"/>
          </a:xfrm>
        </p:grpSpPr>
        <p:sp>
          <p:nvSpPr>
            <p:cNvPr id="97" name="Oval 96"/>
            <p:cNvSpPr>
              <a:spLocks noChangeAspect="1"/>
            </p:cNvSpPr>
            <p:nvPr/>
          </p:nvSpPr>
          <p:spPr>
            <a:xfrm flipH="1">
              <a:off x="7840715"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1600" b="1" dirty="0">
                <a:solidFill>
                  <a:schemeClr val="accent6"/>
                </a:solidFill>
                <a:latin typeface="FontAwesome" pitchFamily="2" charset="0"/>
              </a:endParaRPr>
            </a:p>
          </p:txBody>
        </p:sp>
        <p:sp>
          <p:nvSpPr>
            <p:cNvPr id="86" name="Freeform 66"/>
            <p:cNvSpPr>
              <a:spLocks noEditPoints="1"/>
            </p:cNvSpPr>
            <p:nvPr/>
          </p:nvSpPr>
          <p:spPr bwMode="auto">
            <a:xfrm>
              <a:off x="8004822" y="3748112"/>
              <a:ext cx="250825" cy="23336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97"/>
          <p:cNvGrpSpPr/>
          <p:nvPr/>
        </p:nvGrpSpPr>
        <p:grpSpPr>
          <a:xfrm>
            <a:off x="7840715" y="1461827"/>
            <a:ext cx="579038" cy="562460"/>
            <a:chOff x="7840715" y="1461827"/>
            <a:chExt cx="579038" cy="562460"/>
          </a:xfrm>
        </p:grpSpPr>
        <p:sp>
          <p:nvSpPr>
            <p:cNvPr id="81" name="Oval 80"/>
            <p:cNvSpPr>
              <a:spLocks noChangeAspect="1"/>
            </p:cNvSpPr>
            <p:nvPr/>
          </p:nvSpPr>
          <p:spPr>
            <a:xfrm flipH="1">
              <a:off x="7840715"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4"/>
                </a:solidFill>
                <a:latin typeface="FontAwesome" pitchFamily="2" charset="0"/>
              </a:endParaRPr>
            </a:p>
          </p:txBody>
        </p:sp>
        <p:sp>
          <p:nvSpPr>
            <p:cNvPr id="94" name="Freeform 15"/>
            <p:cNvSpPr>
              <a:spLocks noEditPoints="1"/>
            </p:cNvSpPr>
            <p:nvPr/>
          </p:nvSpPr>
          <p:spPr bwMode="auto">
            <a:xfrm>
              <a:off x="7996884" y="1643045"/>
              <a:ext cx="266700" cy="200025"/>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8" accel="50000" decel="5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par>
                                <p:cTn id="19" presetID="10" presetClass="entr" presetSubtype="0" fill="hold" nodeType="with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childTnLst>
                                </p:cTn>
                              </p:par>
                            </p:childTnLst>
                          </p:cTn>
                        </p:par>
                        <p:par>
                          <p:cTn id="22" fill="hold">
                            <p:stCondLst>
                              <p:cond delay="2000"/>
                            </p:stCondLst>
                            <p:childTnLst>
                              <p:par>
                                <p:cTn id="23" presetID="2" presetClass="entr" presetSubtype="8" accel="50000" decel="5000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0-#ppt_w/2"/>
                                          </p:val>
                                        </p:tav>
                                        <p:tav tm="100000">
                                          <p:val>
                                            <p:strVal val="#ppt_x"/>
                                          </p:val>
                                        </p:tav>
                                      </p:tavLst>
                                    </p:anim>
                                    <p:anim calcmode="lin" valueType="num">
                                      <p:cBhvr additive="base">
                                        <p:cTn id="26" dur="500" fill="hold"/>
                                        <p:tgtEl>
                                          <p:spTgt spid="5"/>
                                        </p:tgtEl>
                                        <p:attrNameLst>
                                          <p:attrName>ppt_y</p:attrName>
                                        </p:attrNameLst>
                                      </p:cBhvr>
                                      <p:tavLst>
                                        <p:tav tm="0">
                                          <p:val>
                                            <p:strVal val="#ppt_y"/>
                                          </p:val>
                                        </p:tav>
                                        <p:tav tm="100000">
                                          <p:val>
                                            <p:strVal val="#ppt_y"/>
                                          </p:val>
                                        </p:tav>
                                      </p:tavLst>
                                    </p:anim>
                                  </p:childTnLst>
                                </p:cTn>
                              </p:par>
                            </p:childTnLst>
                          </p:cTn>
                        </p:par>
                        <p:par>
                          <p:cTn id="27" fill="hold">
                            <p:stCondLst>
                              <p:cond delay="2500"/>
                            </p:stCondLst>
                            <p:childTnLst>
                              <p:par>
                                <p:cTn id="28" presetID="53" presetClass="entr" presetSubtype="0" fill="hold" nodeType="after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p:cTn id="30" dur="500" fill="hold"/>
                                        <p:tgtEl>
                                          <p:spTgt spid="18"/>
                                        </p:tgtEl>
                                        <p:attrNameLst>
                                          <p:attrName>ppt_w</p:attrName>
                                        </p:attrNameLst>
                                      </p:cBhvr>
                                      <p:tavLst>
                                        <p:tav tm="0">
                                          <p:val>
                                            <p:fltVal val="0"/>
                                          </p:val>
                                        </p:tav>
                                        <p:tav tm="100000">
                                          <p:val>
                                            <p:strVal val="#ppt_w"/>
                                          </p:val>
                                        </p:tav>
                                      </p:tavLst>
                                    </p:anim>
                                    <p:anim calcmode="lin" valueType="num">
                                      <p:cBhvr>
                                        <p:cTn id="31" dur="500" fill="hold"/>
                                        <p:tgtEl>
                                          <p:spTgt spid="18"/>
                                        </p:tgtEl>
                                        <p:attrNameLst>
                                          <p:attrName>ppt_h</p:attrName>
                                        </p:attrNameLst>
                                      </p:cBhvr>
                                      <p:tavLst>
                                        <p:tav tm="0">
                                          <p:val>
                                            <p:fltVal val="0"/>
                                          </p:val>
                                        </p:tav>
                                        <p:tav tm="100000">
                                          <p:val>
                                            <p:strVal val="#ppt_h"/>
                                          </p:val>
                                        </p:tav>
                                      </p:tavLst>
                                    </p:anim>
                                    <p:animEffect transition="in" filter="fade">
                                      <p:cBhvr>
                                        <p:cTn id="32" dur="500"/>
                                        <p:tgtEl>
                                          <p:spTgt spid="18"/>
                                        </p:tgtEl>
                                      </p:cBhvr>
                                    </p:animEffect>
                                  </p:childTnLst>
                                </p:cTn>
                              </p:par>
                              <p:par>
                                <p:cTn id="33" presetID="10" presetClass="entr" presetSubtype="0"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childTnLst>
                                </p:cTn>
                              </p:par>
                            </p:childTnLst>
                          </p:cTn>
                        </p:par>
                        <p:par>
                          <p:cTn id="36" fill="hold">
                            <p:stCondLst>
                              <p:cond delay="3500"/>
                            </p:stCondLst>
                            <p:childTnLst>
                              <p:par>
                                <p:cTn id="37" presetID="2" presetClass="entr" presetSubtype="8" accel="50000" decel="50000"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0-#ppt_w/2"/>
                                          </p:val>
                                        </p:tav>
                                        <p:tav tm="100000">
                                          <p:val>
                                            <p:strVal val="#ppt_x"/>
                                          </p:val>
                                        </p:tav>
                                      </p:tavLst>
                                    </p:anim>
                                    <p:anim calcmode="lin" valueType="num">
                                      <p:cBhvr additive="base">
                                        <p:cTn id="40" dur="500" fill="hold"/>
                                        <p:tgtEl>
                                          <p:spTgt spid="10"/>
                                        </p:tgtEl>
                                        <p:attrNameLst>
                                          <p:attrName>ppt_y</p:attrName>
                                        </p:attrNameLst>
                                      </p:cBhvr>
                                      <p:tavLst>
                                        <p:tav tm="0">
                                          <p:val>
                                            <p:strVal val="#ppt_y"/>
                                          </p:val>
                                        </p:tav>
                                        <p:tav tm="100000">
                                          <p:val>
                                            <p:strVal val="#ppt_y"/>
                                          </p:val>
                                        </p:tav>
                                      </p:tavLst>
                                    </p:anim>
                                  </p:childTnLst>
                                </p:cTn>
                              </p:par>
                            </p:childTnLst>
                          </p:cTn>
                        </p:par>
                        <p:par>
                          <p:cTn id="41" fill="hold">
                            <p:stCondLst>
                              <p:cond delay="4000"/>
                            </p:stCondLst>
                            <p:childTnLst>
                              <p:par>
                                <p:cTn id="42" presetID="53" presetClass="entr" presetSubtype="0" fill="hold" nodeType="afterEffect">
                                  <p:stCondLst>
                                    <p:cond delay="0"/>
                                  </p:stCondLst>
                                  <p:childTnLst>
                                    <p:set>
                                      <p:cBhvr>
                                        <p:cTn id="43" dur="1" fill="hold">
                                          <p:stCondLst>
                                            <p:cond delay="0"/>
                                          </p:stCondLst>
                                        </p:cTn>
                                        <p:tgtEl>
                                          <p:spTgt spid="19"/>
                                        </p:tgtEl>
                                        <p:attrNameLst>
                                          <p:attrName>style.visibility</p:attrName>
                                        </p:attrNameLst>
                                      </p:cBhvr>
                                      <p:to>
                                        <p:strVal val="visible"/>
                                      </p:to>
                                    </p:set>
                                    <p:anim calcmode="lin" valueType="num">
                                      <p:cBhvr>
                                        <p:cTn id="44" dur="500" fill="hold"/>
                                        <p:tgtEl>
                                          <p:spTgt spid="19"/>
                                        </p:tgtEl>
                                        <p:attrNameLst>
                                          <p:attrName>ppt_w</p:attrName>
                                        </p:attrNameLst>
                                      </p:cBhvr>
                                      <p:tavLst>
                                        <p:tav tm="0">
                                          <p:val>
                                            <p:fltVal val="0"/>
                                          </p:val>
                                        </p:tav>
                                        <p:tav tm="100000">
                                          <p:val>
                                            <p:strVal val="#ppt_w"/>
                                          </p:val>
                                        </p:tav>
                                      </p:tavLst>
                                    </p:anim>
                                    <p:anim calcmode="lin" valueType="num">
                                      <p:cBhvr>
                                        <p:cTn id="45" dur="500" fill="hold"/>
                                        <p:tgtEl>
                                          <p:spTgt spid="19"/>
                                        </p:tgtEl>
                                        <p:attrNameLst>
                                          <p:attrName>ppt_h</p:attrName>
                                        </p:attrNameLst>
                                      </p:cBhvr>
                                      <p:tavLst>
                                        <p:tav tm="0">
                                          <p:val>
                                            <p:fltVal val="0"/>
                                          </p:val>
                                        </p:tav>
                                        <p:tav tm="100000">
                                          <p:val>
                                            <p:strVal val="#ppt_h"/>
                                          </p:val>
                                        </p:tav>
                                      </p:tavLst>
                                    </p:anim>
                                    <p:animEffect transition="in" filter="fade">
                                      <p:cBhvr>
                                        <p:cTn id="46" dur="500"/>
                                        <p:tgtEl>
                                          <p:spTgt spid="19"/>
                                        </p:tgtEl>
                                      </p:cBhvr>
                                    </p:animEffect>
                                  </p:childTnLst>
                                </p:cTn>
                              </p:par>
                              <p:par>
                                <p:cTn id="47" presetID="10" presetClass="entr" presetSubtype="0"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childTnLst>
                                </p:cTn>
                              </p:par>
                            </p:childTnLst>
                          </p:cTn>
                        </p:par>
                        <p:par>
                          <p:cTn id="50" fill="hold">
                            <p:stCondLst>
                              <p:cond delay="5000"/>
                            </p:stCondLst>
                            <p:childTnLst>
                              <p:par>
                                <p:cTn id="51" presetID="2" presetClass="entr" presetSubtype="2" accel="50000" decel="50000" fill="hold" nodeType="afterEffect">
                                  <p:stCondLst>
                                    <p:cond delay="0"/>
                                  </p:stCondLst>
                                  <p:childTnLst>
                                    <p:set>
                                      <p:cBhvr>
                                        <p:cTn id="52" dur="1" fill="hold">
                                          <p:stCondLst>
                                            <p:cond delay="0"/>
                                          </p:stCondLst>
                                        </p:cTn>
                                        <p:tgtEl>
                                          <p:spTgt spid="12"/>
                                        </p:tgtEl>
                                        <p:attrNameLst>
                                          <p:attrName>style.visibility</p:attrName>
                                        </p:attrNameLst>
                                      </p:cBhvr>
                                      <p:to>
                                        <p:strVal val="visible"/>
                                      </p:to>
                                    </p:set>
                                    <p:anim calcmode="lin" valueType="num">
                                      <p:cBhvr additive="base">
                                        <p:cTn id="53" dur="500" fill="hold"/>
                                        <p:tgtEl>
                                          <p:spTgt spid="12"/>
                                        </p:tgtEl>
                                        <p:attrNameLst>
                                          <p:attrName>ppt_x</p:attrName>
                                        </p:attrNameLst>
                                      </p:cBhvr>
                                      <p:tavLst>
                                        <p:tav tm="0">
                                          <p:val>
                                            <p:strVal val="1+#ppt_w/2"/>
                                          </p:val>
                                        </p:tav>
                                        <p:tav tm="100000">
                                          <p:val>
                                            <p:strVal val="#ppt_x"/>
                                          </p:val>
                                        </p:tav>
                                      </p:tavLst>
                                    </p:anim>
                                    <p:anim calcmode="lin" valueType="num">
                                      <p:cBhvr additive="base">
                                        <p:cTn id="54" dur="500" fill="hold"/>
                                        <p:tgtEl>
                                          <p:spTgt spid="12"/>
                                        </p:tgtEl>
                                        <p:attrNameLst>
                                          <p:attrName>ppt_y</p:attrName>
                                        </p:attrNameLst>
                                      </p:cBhvr>
                                      <p:tavLst>
                                        <p:tav tm="0">
                                          <p:val>
                                            <p:strVal val="#ppt_y"/>
                                          </p:val>
                                        </p:tav>
                                        <p:tav tm="100000">
                                          <p:val>
                                            <p:strVal val="#ppt_y"/>
                                          </p:val>
                                        </p:tav>
                                      </p:tavLst>
                                    </p:anim>
                                  </p:childTnLst>
                                </p:cTn>
                              </p:par>
                            </p:childTnLst>
                          </p:cTn>
                        </p:par>
                        <p:par>
                          <p:cTn id="55" fill="hold">
                            <p:stCondLst>
                              <p:cond delay="5500"/>
                            </p:stCondLst>
                            <p:childTnLst>
                              <p:par>
                                <p:cTn id="56" presetID="53" presetClass="entr" presetSubtype="0" fill="hold" nodeType="after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10" presetClass="entr" presetSubtype="0" fill="hold" nodeType="with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fade">
                                      <p:cBhvr>
                                        <p:cTn id="63" dur="1000"/>
                                        <p:tgtEl>
                                          <p:spTgt spid="13"/>
                                        </p:tgtEl>
                                      </p:cBhvr>
                                    </p:animEffect>
                                  </p:childTnLst>
                                </p:cTn>
                              </p:par>
                            </p:childTnLst>
                          </p:cTn>
                        </p:par>
                        <p:par>
                          <p:cTn id="64" fill="hold">
                            <p:stCondLst>
                              <p:cond delay="6500"/>
                            </p:stCondLst>
                            <p:childTnLst>
                              <p:par>
                                <p:cTn id="65" presetID="2" presetClass="entr" presetSubtype="2" accel="50000" decel="50000" fill="hold" nodeType="after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500" fill="hold"/>
                                        <p:tgtEl>
                                          <p:spTgt spid="14"/>
                                        </p:tgtEl>
                                        <p:attrNameLst>
                                          <p:attrName>ppt_x</p:attrName>
                                        </p:attrNameLst>
                                      </p:cBhvr>
                                      <p:tavLst>
                                        <p:tav tm="0">
                                          <p:val>
                                            <p:strVal val="1+#ppt_w/2"/>
                                          </p:val>
                                        </p:tav>
                                        <p:tav tm="100000">
                                          <p:val>
                                            <p:strVal val="#ppt_x"/>
                                          </p:val>
                                        </p:tav>
                                      </p:tavLst>
                                    </p:anim>
                                    <p:anim calcmode="lin" valueType="num">
                                      <p:cBhvr additive="base">
                                        <p:cTn id="68" dur="500" fill="hold"/>
                                        <p:tgtEl>
                                          <p:spTgt spid="14"/>
                                        </p:tgtEl>
                                        <p:attrNameLst>
                                          <p:attrName>ppt_y</p:attrName>
                                        </p:attrNameLst>
                                      </p:cBhvr>
                                      <p:tavLst>
                                        <p:tav tm="0">
                                          <p:val>
                                            <p:strVal val="#ppt_y"/>
                                          </p:val>
                                        </p:tav>
                                        <p:tav tm="100000">
                                          <p:val>
                                            <p:strVal val="#ppt_y"/>
                                          </p:val>
                                        </p:tav>
                                      </p:tavLst>
                                    </p:anim>
                                  </p:childTnLst>
                                </p:cTn>
                              </p:par>
                            </p:childTnLst>
                          </p:cTn>
                        </p:par>
                        <p:par>
                          <p:cTn id="69" fill="hold">
                            <p:stCondLst>
                              <p:cond delay="7000"/>
                            </p:stCondLst>
                            <p:childTnLst>
                              <p:par>
                                <p:cTn id="70" presetID="53" presetClass="entr" presetSubtype="0" fill="hold" nodeType="afterEffect">
                                  <p:stCondLst>
                                    <p:cond delay="0"/>
                                  </p:stCondLst>
                                  <p:childTnLst>
                                    <p:set>
                                      <p:cBhvr>
                                        <p:cTn id="71" dur="1" fill="hold">
                                          <p:stCondLst>
                                            <p:cond delay="0"/>
                                          </p:stCondLst>
                                        </p:cTn>
                                        <p:tgtEl>
                                          <p:spTgt spid="20"/>
                                        </p:tgtEl>
                                        <p:attrNameLst>
                                          <p:attrName>style.visibility</p:attrName>
                                        </p:attrNameLst>
                                      </p:cBhvr>
                                      <p:to>
                                        <p:strVal val="visible"/>
                                      </p:to>
                                    </p:set>
                                    <p:anim calcmode="lin" valueType="num">
                                      <p:cBhvr>
                                        <p:cTn id="72" dur="500" fill="hold"/>
                                        <p:tgtEl>
                                          <p:spTgt spid="20"/>
                                        </p:tgtEl>
                                        <p:attrNameLst>
                                          <p:attrName>ppt_w</p:attrName>
                                        </p:attrNameLst>
                                      </p:cBhvr>
                                      <p:tavLst>
                                        <p:tav tm="0">
                                          <p:val>
                                            <p:fltVal val="0"/>
                                          </p:val>
                                        </p:tav>
                                        <p:tav tm="100000">
                                          <p:val>
                                            <p:strVal val="#ppt_w"/>
                                          </p:val>
                                        </p:tav>
                                      </p:tavLst>
                                    </p:anim>
                                    <p:anim calcmode="lin" valueType="num">
                                      <p:cBhvr>
                                        <p:cTn id="73" dur="500" fill="hold"/>
                                        <p:tgtEl>
                                          <p:spTgt spid="20"/>
                                        </p:tgtEl>
                                        <p:attrNameLst>
                                          <p:attrName>ppt_h</p:attrName>
                                        </p:attrNameLst>
                                      </p:cBhvr>
                                      <p:tavLst>
                                        <p:tav tm="0">
                                          <p:val>
                                            <p:fltVal val="0"/>
                                          </p:val>
                                        </p:tav>
                                        <p:tav tm="100000">
                                          <p:val>
                                            <p:strVal val="#ppt_h"/>
                                          </p:val>
                                        </p:tav>
                                      </p:tavLst>
                                    </p:anim>
                                    <p:animEffect transition="in" filter="fade">
                                      <p:cBhvr>
                                        <p:cTn id="74" dur="500"/>
                                        <p:tgtEl>
                                          <p:spTgt spid="20"/>
                                        </p:tgtEl>
                                      </p:cBhvr>
                                    </p:animEffect>
                                  </p:childTnLst>
                                </p:cTn>
                              </p:par>
                              <p:par>
                                <p:cTn id="75" presetID="10" presetClass="entr" presetSubtype="0" fill="hold" nodeType="withEffect">
                                  <p:stCondLst>
                                    <p:cond delay="0"/>
                                  </p:stCondLst>
                                  <p:childTnLst>
                                    <p:set>
                                      <p:cBhvr>
                                        <p:cTn id="76" dur="1" fill="hold">
                                          <p:stCondLst>
                                            <p:cond delay="0"/>
                                          </p:stCondLst>
                                        </p:cTn>
                                        <p:tgtEl>
                                          <p:spTgt spid="15"/>
                                        </p:tgtEl>
                                        <p:attrNameLst>
                                          <p:attrName>style.visibility</p:attrName>
                                        </p:attrNameLst>
                                      </p:cBhvr>
                                      <p:to>
                                        <p:strVal val="visible"/>
                                      </p:to>
                                    </p:set>
                                    <p:animEffect transition="in" filter="fade">
                                      <p:cBhvr>
                                        <p:cTn id="77" dur="1000"/>
                                        <p:tgtEl>
                                          <p:spTgt spid="15"/>
                                        </p:tgtEl>
                                      </p:cBhvr>
                                    </p:animEffect>
                                  </p:childTnLst>
                                </p:cTn>
                              </p:par>
                            </p:childTnLst>
                          </p:cTn>
                        </p:par>
                        <p:par>
                          <p:cTn id="78" fill="hold">
                            <p:stCondLst>
                              <p:cond delay="8000"/>
                            </p:stCondLst>
                            <p:childTnLst>
                              <p:par>
                                <p:cTn id="79" presetID="2" presetClass="entr" presetSubtype="2" accel="50000" decel="50000" fill="hold" nodeType="afterEffect">
                                  <p:stCondLst>
                                    <p:cond delay="0"/>
                                  </p:stCondLst>
                                  <p:childTnLst>
                                    <p:set>
                                      <p:cBhvr>
                                        <p:cTn id="80" dur="1" fill="hold">
                                          <p:stCondLst>
                                            <p:cond delay="0"/>
                                          </p:stCondLst>
                                        </p:cTn>
                                        <p:tgtEl>
                                          <p:spTgt spid="16"/>
                                        </p:tgtEl>
                                        <p:attrNameLst>
                                          <p:attrName>style.visibility</p:attrName>
                                        </p:attrNameLst>
                                      </p:cBhvr>
                                      <p:to>
                                        <p:strVal val="visible"/>
                                      </p:to>
                                    </p:set>
                                    <p:anim calcmode="lin" valueType="num">
                                      <p:cBhvr additive="base">
                                        <p:cTn id="81" dur="500" fill="hold"/>
                                        <p:tgtEl>
                                          <p:spTgt spid="16"/>
                                        </p:tgtEl>
                                        <p:attrNameLst>
                                          <p:attrName>ppt_x</p:attrName>
                                        </p:attrNameLst>
                                      </p:cBhvr>
                                      <p:tavLst>
                                        <p:tav tm="0">
                                          <p:val>
                                            <p:strVal val="1+#ppt_w/2"/>
                                          </p:val>
                                        </p:tav>
                                        <p:tav tm="100000">
                                          <p:val>
                                            <p:strVal val="#ppt_x"/>
                                          </p:val>
                                        </p:tav>
                                      </p:tavLst>
                                    </p:anim>
                                    <p:anim calcmode="lin" valueType="num">
                                      <p:cBhvr additive="base">
                                        <p:cTn id="82" dur="500" fill="hold"/>
                                        <p:tgtEl>
                                          <p:spTgt spid="16"/>
                                        </p:tgtEl>
                                        <p:attrNameLst>
                                          <p:attrName>ppt_y</p:attrName>
                                        </p:attrNameLst>
                                      </p:cBhvr>
                                      <p:tavLst>
                                        <p:tav tm="0">
                                          <p:val>
                                            <p:strVal val="#ppt_y"/>
                                          </p:val>
                                        </p:tav>
                                        <p:tav tm="100000">
                                          <p:val>
                                            <p:strVal val="#ppt_y"/>
                                          </p:val>
                                        </p:tav>
                                      </p:tavLst>
                                    </p:anim>
                                  </p:childTnLst>
                                </p:cTn>
                              </p:par>
                            </p:childTnLst>
                          </p:cTn>
                        </p:par>
                        <p:par>
                          <p:cTn id="83" fill="hold">
                            <p:stCondLst>
                              <p:cond delay="8500"/>
                            </p:stCondLst>
                            <p:childTnLst>
                              <p:par>
                                <p:cTn id="84" presetID="53" presetClass="entr" presetSubtype="0" fill="hold" nodeType="after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p:cTn id="86" dur="500" fill="hold"/>
                                        <p:tgtEl>
                                          <p:spTgt spid="22"/>
                                        </p:tgtEl>
                                        <p:attrNameLst>
                                          <p:attrName>ppt_w</p:attrName>
                                        </p:attrNameLst>
                                      </p:cBhvr>
                                      <p:tavLst>
                                        <p:tav tm="0">
                                          <p:val>
                                            <p:fltVal val="0"/>
                                          </p:val>
                                        </p:tav>
                                        <p:tav tm="100000">
                                          <p:val>
                                            <p:strVal val="#ppt_w"/>
                                          </p:val>
                                        </p:tav>
                                      </p:tavLst>
                                    </p:anim>
                                    <p:anim calcmode="lin" valueType="num">
                                      <p:cBhvr>
                                        <p:cTn id="87" dur="500" fill="hold"/>
                                        <p:tgtEl>
                                          <p:spTgt spid="22"/>
                                        </p:tgtEl>
                                        <p:attrNameLst>
                                          <p:attrName>ppt_h</p:attrName>
                                        </p:attrNameLst>
                                      </p:cBhvr>
                                      <p:tavLst>
                                        <p:tav tm="0">
                                          <p:val>
                                            <p:fltVal val="0"/>
                                          </p:val>
                                        </p:tav>
                                        <p:tav tm="100000">
                                          <p:val>
                                            <p:strVal val="#ppt_h"/>
                                          </p:val>
                                        </p:tav>
                                      </p:tavLst>
                                    </p:anim>
                                    <p:animEffect transition="in" filter="fade">
                                      <p:cBhvr>
                                        <p:cTn id="88" dur="500"/>
                                        <p:tgtEl>
                                          <p:spTgt spid="22"/>
                                        </p:tgtEl>
                                      </p:cBhvr>
                                    </p:animEffect>
                                  </p:childTnLst>
                                </p:cTn>
                              </p:par>
                              <p:par>
                                <p:cTn id="89" presetID="10" presetClass="entr" presetSubtype="0"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Effect transition="in" filter="fade">
                                      <p:cBhvr>
                                        <p:cTn id="91"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Placeholder 46" descr="imageHolder.jpg"/>
          <p:cNvPicPr>
            <a:picLocks noGrp="1" noChangeAspect="1"/>
          </p:cNvPicPr>
          <p:nvPr>
            <p:ph type="pic" sz="quarter" idx="22"/>
          </p:nvPr>
        </p:nvPicPr>
        <p:blipFill>
          <a:blip r:embed="rId3" cstate="print"/>
          <a:srcRect t="2251" b="2251"/>
          <a:stretch>
            <a:fillRect/>
          </a:stretch>
        </p:blipFill>
        <p:spPr/>
      </p:pic>
      <p:pic>
        <p:nvPicPr>
          <p:cNvPr id="46" name="Picture Placeholder 45" descr="imageHolder.jpg"/>
          <p:cNvPicPr>
            <a:picLocks noGrp="1" noChangeAspect="1"/>
          </p:cNvPicPr>
          <p:nvPr>
            <p:ph type="pic" sz="quarter" idx="10"/>
          </p:nvPr>
        </p:nvPicPr>
        <p:blipFill>
          <a:blip r:embed="rId3" cstate="print"/>
          <a:srcRect t="2026" b="2026"/>
          <a:stretch>
            <a:fillRect/>
          </a:stretch>
        </p:blipFill>
        <p:spPr/>
      </p:pic>
      <p:sp>
        <p:nvSpPr>
          <p:cNvPr id="7" name="Title 6"/>
          <p:cNvSpPr>
            <a:spLocks noGrp="1"/>
          </p:cNvSpPr>
          <p:nvPr>
            <p:ph type="title"/>
          </p:nvPr>
        </p:nvSpPr>
        <p:spPr/>
        <p:txBody>
          <a:bodyPr/>
          <a:lstStyle/>
          <a:p>
            <a:r>
              <a:rPr lang="en-US"/>
              <a:t>2 Columns Portfolio</a:t>
            </a:r>
            <a:endParaRPr lang="en-US" dirty="0"/>
          </a:p>
        </p:txBody>
      </p:sp>
      <p:sp>
        <p:nvSpPr>
          <p:cNvPr id="8" name="Text Placeholder 7"/>
          <p:cNvSpPr>
            <a:spLocks noGrp="1"/>
          </p:cNvSpPr>
          <p:nvPr>
            <p:ph type="body" sz="half" idx="2"/>
          </p:nvPr>
        </p:nvSpPr>
        <p:spPr/>
        <p:txBody>
          <a:bodyPr/>
          <a:lstStyle/>
          <a:p>
            <a:r>
              <a:rPr lang="en-US"/>
              <a:t>2 Columns Portfolio</a:t>
            </a:r>
            <a:endParaRPr lang="en-US" dirty="0"/>
          </a:p>
        </p:txBody>
      </p:sp>
      <p:sp>
        <p:nvSpPr>
          <p:cNvPr id="30" name="Slide Number Placeholder 29"/>
          <p:cNvSpPr>
            <a:spLocks noGrp="1"/>
          </p:cNvSpPr>
          <p:nvPr>
            <p:ph type="sldNum" sz="quarter" idx="14"/>
          </p:nvPr>
        </p:nvSpPr>
        <p:spPr/>
        <p:txBody>
          <a:bodyPr/>
          <a:lstStyle/>
          <a:p>
            <a:fld id="{C136B7D2-B98C-44FD-8D04-7EC62A564975}" type="slidenum">
              <a:rPr lang="en-US" smtClean="0"/>
              <a:pPr/>
              <a:t>48</a:t>
            </a:fld>
            <a:endParaRPr lang="en-US" dirty="0"/>
          </a:p>
        </p:txBody>
      </p:sp>
      <p:sp>
        <p:nvSpPr>
          <p:cNvPr id="28" name="Text Placeholder 27"/>
          <p:cNvSpPr>
            <a:spLocks noGrp="1"/>
          </p:cNvSpPr>
          <p:nvPr>
            <p:ph type="body" sz="half" idx="15"/>
          </p:nvPr>
        </p:nvSpPr>
        <p:spPr/>
        <p:txBody>
          <a:bodyPr/>
          <a:lstStyle/>
          <a:p>
            <a:r>
              <a:rPr lang="en-US"/>
              <a:t>There are many variations of passages of lorem ipsum available, but the majority have suffered alteration in some form, by injected humour, or randomized words which don't look even slightly believable. If you are going to use A passage of lorem.</a:t>
            </a:r>
            <a:endParaRPr lang="en-US" dirty="0"/>
          </a:p>
        </p:txBody>
      </p:sp>
      <p:sp>
        <p:nvSpPr>
          <p:cNvPr id="42" name="Text Placeholder 41"/>
          <p:cNvSpPr>
            <a:spLocks noGrp="1"/>
          </p:cNvSpPr>
          <p:nvPr>
            <p:ph type="body" sz="half" idx="17"/>
          </p:nvPr>
        </p:nvSpPr>
        <p:spPr/>
        <p:txBody>
          <a:bodyPr/>
          <a:lstStyle/>
          <a:p>
            <a:r>
              <a:rPr lang="en-US"/>
              <a:t>Title Goes Here</a:t>
            </a:r>
            <a:endParaRPr lang="en-US" dirty="0"/>
          </a:p>
        </p:txBody>
      </p:sp>
      <p:sp>
        <p:nvSpPr>
          <p:cNvPr id="31" name="Text Placeholder 30"/>
          <p:cNvSpPr>
            <a:spLocks noGrp="1"/>
          </p:cNvSpPr>
          <p:nvPr>
            <p:ph type="body" sz="half" idx="23"/>
          </p:nvPr>
        </p:nvSpPr>
        <p:spPr/>
        <p:txBody>
          <a:bodyPr/>
          <a:lstStyle/>
          <a:p>
            <a:r>
              <a:rPr lang="en-US"/>
              <a:t>There are many variations of passages of lorem ipsum available, but the majority have suffered alteration in some form, by injected humour, or randomized words which don't look even slightly believable. If you are going to use A passage of lorem.</a:t>
            </a:r>
            <a:endParaRPr lang="en-US" dirty="0"/>
          </a:p>
        </p:txBody>
      </p:sp>
      <p:sp>
        <p:nvSpPr>
          <p:cNvPr id="45" name="Text Placeholder 44"/>
          <p:cNvSpPr>
            <a:spLocks noGrp="1"/>
          </p:cNvSpPr>
          <p:nvPr>
            <p:ph type="body" sz="half" idx="25"/>
          </p:nvPr>
        </p:nvSpPr>
        <p:spPr/>
        <p:txBody>
          <a:bodyPr/>
          <a:lstStyle/>
          <a:p>
            <a:r>
              <a:rPr lang="en-US"/>
              <a:t>Title Goes Here</a:t>
            </a:r>
            <a:endParaRPr lang="en-US" dirty="0"/>
          </a:p>
        </p:txBody>
      </p:sp>
      <p:sp>
        <p:nvSpPr>
          <p:cNvPr id="41" name="Text Placeholder 40"/>
          <p:cNvSpPr>
            <a:spLocks noGrp="1"/>
          </p:cNvSpPr>
          <p:nvPr>
            <p:ph type="body" sz="half" idx="16"/>
          </p:nvPr>
        </p:nvSpPr>
        <p:spPr/>
        <p:txBody>
          <a:bodyPr/>
          <a:lstStyle/>
          <a:p>
            <a:r>
              <a:rPr lang="en-US"/>
              <a:t>Title Goes Here</a:t>
            </a:r>
            <a:endParaRPr lang="en-US" dirty="0"/>
          </a:p>
        </p:txBody>
      </p:sp>
      <p:sp>
        <p:nvSpPr>
          <p:cNvPr id="44" name="Text Placeholder 43"/>
          <p:cNvSpPr>
            <a:spLocks noGrp="1"/>
          </p:cNvSpPr>
          <p:nvPr>
            <p:ph type="body" sz="half" idx="24"/>
          </p:nvPr>
        </p:nvSpPr>
        <p:spPr/>
        <p:txBody>
          <a:bodyPr/>
          <a:lstStyle/>
          <a:p>
            <a:r>
              <a:rPr lang="en-US"/>
              <a:t>Title Goes Here</a:t>
            </a:r>
            <a:endParaRPr lang="en-US" dirty="0"/>
          </a:p>
        </p:txBody>
      </p:sp>
    </p:spTree>
  </p:cSld>
  <p:clrMapOvr>
    <a:masterClrMapping/>
  </p:clrMapOvr>
  <p:transition advTm="5000">
    <p:push dir="u"/>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3 Columns Portfolio</a:t>
            </a:r>
            <a:endParaRPr lang="en-US" dirty="0"/>
          </a:p>
        </p:txBody>
      </p:sp>
      <p:sp>
        <p:nvSpPr>
          <p:cNvPr id="8" name="Text Placeholder 7"/>
          <p:cNvSpPr>
            <a:spLocks noGrp="1"/>
          </p:cNvSpPr>
          <p:nvPr>
            <p:ph type="body" sz="half" idx="2"/>
          </p:nvPr>
        </p:nvSpPr>
        <p:spPr/>
        <p:txBody>
          <a:bodyPr/>
          <a:lstStyle/>
          <a:p>
            <a:r>
              <a:rPr lang="en-US"/>
              <a:t>3 Columns Portfolio</a:t>
            </a:r>
            <a:endParaRPr lang="en-US" dirty="0"/>
          </a:p>
        </p:txBody>
      </p:sp>
      <p:sp>
        <p:nvSpPr>
          <p:cNvPr id="30" name="Slide Number Placeholder 29"/>
          <p:cNvSpPr>
            <a:spLocks noGrp="1"/>
          </p:cNvSpPr>
          <p:nvPr>
            <p:ph type="sldNum" sz="quarter" idx="14"/>
          </p:nvPr>
        </p:nvSpPr>
        <p:spPr/>
        <p:txBody>
          <a:bodyPr/>
          <a:lstStyle/>
          <a:p>
            <a:fld id="{C136B7D2-B98C-44FD-8D04-7EC62A564975}" type="slidenum">
              <a:rPr lang="en-US" smtClean="0"/>
              <a:pPr/>
              <a:t>49</a:t>
            </a:fld>
            <a:endParaRPr lang="en-US" dirty="0"/>
          </a:p>
        </p:txBody>
      </p:sp>
      <p:pic>
        <p:nvPicPr>
          <p:cNvPr id="119" name="Picture Placeholder 118" descr="imageHolder.jpg"/>
          <p:cNvPicPr>
            <a:picLocks noGrp="1" noChangeAspect="1"/>
          </p:cNvPicPr>
          <p:nvPr>
            <p:ph type="pic" sz="quarter" idx="10"/>
          </p:nvPr>
        </p:nvPicPr>
        <p:blipFill>
          <a:blip r:embed="rId3" cstate="print"/>
          <a:srcRect l="13007" r="13007"/>
          <a:stretch>
            <a:fillRect/>
          </a:stretch>
        </p:blipFill>
        <p:spPr/>
      </p:pic>
      <p:sp>
        <p:nvSpPr>
          <p:cNvPr id="91" name="Text Placeholder 90"/>
          <p:cNvSpPr>
            <a:spLocks noGrp="1"/>
          </p:cNvSpPr>
          <p:nvPr>
            <p:ph type="body" sz="half" idx="15"/>
          </p:nvPr>
        </p:nvSpPr>
        <p:spPr/>
        <p:txBody>
          <a:bodyPr/>
          <a:lstStyle/>
          <a:p>
            <a:r>
              <a:rPr lang="en-US"/>
              <a:t>There are many variations of the a passages</a:t>
            </a:r>
            <a:br>
              <a:rPr lang="en-US"/>
            </a:br>
            <a:r>
              <a:rPr lang="en-US"/>
              <a:t> lorem ipsum available but the majority</a:t>
            </a:r>
            <a:br>
              <a:rPr lang="en-US"/>
            </a:br>
            <a:r>
              <a:rPr lang="en-US"/>
              <a:t> have suffered  of the alteration </a:t>
            </a:r>
            <a:br>
              <a:rPr lang="en-US"/>
            </a:br>
            <a:r>
              <a:rPr lang="en-US"/>
              <a:t>in some form  The humour</a:t>
            </a:r>
            <a:endParaRPr lang="en-US" dirty="0"/>
          </a:p>
        </p:txBody>
      </p:sp>
      <p:sp>
        <p:nvSpPr>
          <p:cNvPr id="53" name="Text Placeholder 52"/>
          <p:cNvSpPr>
            <a:spLocks noGrp="1"/>
          </p:cNvSpPr>
          <p:nvPr>
            <p:ph type="body" sz="half" idx="17"/>
          </p:nvPr>
        </p:nvSpPr>
        <p:spPr/>
        <p:txBody>
          <a:bodyPr/>
          <a:lstStyle/>
          <a:p>
            <a:r>
              <a:rPr lang="en-US"/>
              <a:t>Keyword Here</a:t>
            </a:r>
            <a:endParaRPr lang="en-US" dirty="0"/>
          </a:p>
        </p:txBody>
      </p:sp>
      <p:sp>
        <p:nvSpPr>
          <p:cNvPr id="74" name="Text Placeholder 73"/>
          <p:cNvSpPr>
            <a:spLocks noGrp="1"/>
          </p:cNvSpPr>
          <p:nvPr>
            <p:ph type="body" sz="half" idx="16"/>
          </p:nvPr>
        </p:nvSpPr>
        <p:spPr>
          <a:xfrm>
            <a:off x="853188" y="1389180"/>
            <a:ext cx="2299268" cy="200746"/>
          </a:xfrm>
        </p:spPr>
        <p:txBody>
          <a:bodyPr/>
          <a:lstStyle/>
          <a:p>
            <a:r>
              <a:rPr lang="en-US"/>
              <a:t>Keyword Here</a:t>
            </a:r>
            <a:endParaRPr lang="en-US" dirty="0"/>
          </a:p>
        </p:txBody>
      </p:sp>
      <p:pic>
        <p:nvPicPr>
          <p:cNvPr id="120" name="Picture Placeholder 119" descr="imageHolder.jpg"/>
          <p:cNvPicPr>
            <a:picLocks noGrp="1" noChangeAspect="1"/>
          </p:cNvPicPr>
          <p:nvPr>
            <p:ph type="pic" sz="quarter" idx="18"/>
          </p:nvPr>
        </p:nvPicPr>
        <p:blipFill>
          <a:blip r:embed="rId3" cstate="print"/>
          <a:srcRect l="13007" r="13007"/>
          <a:stretch>
            <a:fillRect/>
          </a:stretch>
        </p:blipFill>
        <p:spPr/>
      </p:pic>
      <p:sp>
        <p:nvSpPr>
          <p:cNvPr id="93" name="Text Placeholder 92"/>
          <p:cNvSpPr>
            <a:spLocks noGrp="1"/>
          </p:cNvSpPr>
          <p:nvPr>
            <p:ph type="body" sz="half" idx="19"/>
          </p:nvPr>
        </p:nvSpPr>
        <p:spPr/>
        <p:txBody>
          <a:bodyPr/>
          <a:lstStyle/>
          <a:p>
            <a:r>
              <a:rPr lang="en-US"/>
              <a:t>There are many variations of the a passages</a:t>
            </a:r>
            <a:br>
              <a:rPr lang="en-US"/>
            </a:br>
            <a:r>
              <a:rPr lang="en-US"/>
              <a:t> lorem ipsum available but the majority</a:t>
            </a:r>
            <a:br>
              <a:rPr lang="en-US"/>
            </a:br>
            <a:r>
              <a:rPr lang="en-US"/>
              <a:t> have suffered  of the alteration </a:t>
            </a:r>
            <a:br>
              <a:rPr lang="en-US"/>
            </a:br>
            <a:r>
              <a:rPr lang="en-US"/>
              <a:t>in some form  The humour</a:t>
            </a:r>
          </a:p>
          <a:p>
            <a:endParaRPr lang="en-US" dirty="0"/>
          </a:p>
        </p:txBody>
      </p:sp>
      <p:sp>
        <p:nvSpPr>
          <p:cNvPr id="56" name="Text Placeholder 55"/>
          <p:cNvSpPr>
            <a:spLocks noGrp="1"/>
          </p:cNvSpPr>
          <p:nvPr>
            <p:ph type="body" sz="half" idx="20"/>
          </p:nvPr>
        </p:nvSpPr>
        <p:spPr/>
        <p:txBody>
          <a:bodyPr/>
          <a:lstStyle/>
          <a:p>
            <a:r>
              <a:rPr lang="en-US"/>
              <a:t>Keyword Here</a:t>
            </a:r>
            <a:endParaRPr lang="en-US" dirty="0"/>
          </a:p>
        </p:txBody>
      </p:sp>
      <p:sp>
        <p:nvSpPr>
          <p:cNvPr id="77" name="Text Placeholder 76"/>
          <p:cNvSpPr>
            <a:spLocks noGrp="1"/>
          </p:cNvSpPr>
          <p:nvPr>
            <p:ph type="body" sz="half" idx="21"/>
          </p:nvPr>
        </p:nvSpPr>
        <p:spPr/>
        <p:txBody>
          <a:bodyPr/>
          <a:lstStyle/>
          <a:p>
            <a:r>
              <a:rPr lang="en-US"/>
              <a:t>Keyword Here</a:t>
            </a:r>
            <a:endParaRPr lang="en-US" dirty="0"/>
          </a:p>
        </p:txBody>
      </p:sp>
      <p:pic>
        <p:nvPicPr>
          <p:cNvPr id="121" name="Picture Placeholder 120" descr="imageHolder.jpg"/>
          <p:cNvPicPr>
            <a:picLocks noGrp="1" noChangeAspect="1"/>
          </p:cNvPicPr>
          <p:nvPr>
            <p:ph type="pic" sz="quarter" idx="22"/>
          </p:nvPr>
        </p:nvPicPr>
        <p:blipFill>
          <a:blip r:embed="rId3" cstate="print"/>
          <a:srcRect l="13007" r="13007"/>
          <a:stretch>
            <a:fillRect/>
          </a:stretch>
        </p:blipFill>
        <p:spPr/>
      </p:pic>
      <p:sp>
        <p:nvSpPr>
          <p:cNvPr id="95" name="Text Placeholder 94"/>
          <p:cNvSpPr>
            <a:spLocks noGrp="1"/>
          </p:cNvSpPr>
          <p:nvPr>
            <p:ph type="body" sz="half" idx="23"/>
          </p:nvPr>
        </p:nvSpPr>
        <p:spPr/>
        <p:txBody>
          <a:bodyPr/>
          <a:lstStyle/>
          <a:p>
            <a:r>
              <a:rPr lang="en-US"/>
              <a:t>There are many variations of the a passages</a:t>
            </a:r>
            <a:br>
              <a:rPr lang="en-US"/>
            </a:br>
            <a:r>
              <a:rPr lang="en-US"/>
              <a:t> lorem ipsum available but the majority</a:t>
            </a:r>
            <a:br>
              <a:rPr lang="en-US"/>
            </a:br>
            <a:r>
              <a:rPr lang="en-US"/>
              <a:t> have suffered  of the alteration </a:t>
            </a:r>
            <a:br>
              <a:rPr lang="en-US"/>
            </a:br>
            <a:r>
              <a:rPr lang="en-US"/>
              <a:t>in some form  The humour</a:t>
            </a:r>
          </a:p>
          <a:p>
            <a:endParaRPr lang="en-US" dirty="0"/>
          </a:p>
        </p:txBody>
      </p:sp>
      <p:sp>
        <p:nvSpPr>
          <p:cNvPr id="60" name="Text Placeholder 59"/>
          <p:cNvSpPr>
            <a:spLocks noGrp="1"/>
          </p:cNvSpPr>
          <p:nvPr>
            <p:ph type="body" sz="half" idx="24"/>
          </p:nvPr>
        </p:nvSpPr>
        <p:spPr/>
        <p:txBody>
          <a:bodyPr/>
          <a:lstStyle/>
          <a:p>
            <a:r>
              <a:rPr lang="en-US"/>
              <a:t>Keyword Here</a:t>
            </a:r>
            <a:endParaRPr lang="en-US" dirty="0"/>
          </a:p>
        </p:txBody>
      </p:sp>
      <p:sp>
        <p:nvSpPr>
          <p:cNvPr id="80" name="Text Placeholder 79"/>
          <p:cNvSpPr>
            <a:spLocks noGrp="1"/>
          </p:cNvSpPr>
          <p:nvPr>
            <p:ph type="body" sz="half" idx="25"/>
          </p:nvPr>
        </p:nvSpPr>
        <p:spPr/>
        <p:txBody>
          <a:bodyPr/>
          <a:lstStyle/>
          <a:p>
            <a:r>
              <a:rPr lang="en-US"/>
              <a:t>Keyword Here</a:t>
            </a:r>
            <a:endParaRPr lang="en-US" dirty="0"/>
          </a:p>
        </p:txBody>
      </p:sp>
    </p:spTree>
  </p:cSld>
  <p:clrMapOvr>
    <a:masterClrMapping/>
  </p:clrMapOvr>
  <p:transition advTm="5000">
    <p:push dir="u"/>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4 Columns Portfolio</a:t>
            </a:r>
            <a:endParaRPr lang="en-US" dirty="0"/>
          </a:p>
        </p:txBody>
      </p:sp>
      <p:sp>
        <p:nvSpPr>
          <p:cNvPr id="8" name="Text Placeholder 7"/>
          <p:cNvSpPr>
            <a:spLocks noGrp="1"/>
          </p:cNvSpPr>
          <p:nvPr>
            <p:ph type="body" sz="half" idx="2"/>
          </p:nvPr>
        </p:nvSpPr>
        <p:spPr/>
        <p:txBody>
          <a:bodyPr/>
          <a:lstStyle/>
          <a:p>
            <a:r>
              <a:rPr lang="en-US"/>
              <a:t>4 Columns Portfolio</a:t>
            </a:r>
            <a:endParaRPr lang="en-US" dirty="0"/>
          </a:p>
        </p:txBody>
      </p:sp>
      <p:sp>
        <p:nvSpPr>
          <p:cNvPr id="30" name="Slide Number Placeholder 29"/>
          <p:cNvSpPr>
            <a:spLocks noGrp="1"/>
          </p:cNvSpPr>
          <p:nvPr>
            <p:ph type="sldNum" sz="quarter" idx="14"/>
          </p:nvPr>
        </p:nvSpPr>
        <p:spPr/>
        <p:txBody>
          <a:bodyPr/>
          <a:lstStyle/>
          <a:p>
            <a:fld id="{C136B7D2-B98C-44FD-8D04-7EC62A564975}" type="slidenum">
              <a:rPr lang="en-US" smtClean="0"/>
              <a:pPr/>
              <a:t>50</a:t>
            </a:fld>
            <a:endParaRPr lang="en-US" dirty="0"/>
          </a:p>
        </p:txBody>
      </p:sp>
      <p:pic>
        <p:nvPicPr>
          <p:cNvPr id="41" name="Picture Placeholder 40" descr="imageHolder.jpg"/>
          <p:cNvPicPr>
            <a:picLocks noGrp="1" noChangeAspect="1"/>
          </p:cNvPicPr>
          <p:nvPr>
            <p:ph type="pic" sz="quarter" idx="10"/>
          </p:nvPr>
        </p:nvPicPr>
        <p:blipFill>
          <a:blip r:embed="rId3" cstate="print"/>
          <a:srcRect l="22220" r="22220"/>
          <a:stretch>
            <a:fillRect/>
          </a:stretch>
        </p:blipFill>
        <p:spPr/>
      </p:pic>
      <p:sp>
        <p:nvSpPr>
          <p:cNvPr id="21" name="Text Placeholder 20"/>
          <p:cNvSpPr>
            <a:spLocks noGrp="1"/>
          </p:cNvSpPr>
          <p:nvPr>
            <p:ph type="body" sz="half" idx="15"/>
          </p:nvPr>
        </p:nvSpPr>
        <p:spPr/>
        <p:txBody>
          <a:bodyPr/>
          <a:lstStyle/>
          <a:p>
            <a:r>
              <a:rPr lang="en-US"/>
              <a:t>There are many variations of the </a:t>
            </a:r>
            <a:br>
              <a:rPr lang="en-US"/>
            </a:br>
            <a:r>
              <a:rPr lang="en-US"/>
              <a:t>a passages lorem ipsum available</a:t>
            </a:r>
            <a:br>
              <a:rPr lang="en-US"/>
            </a:br>
            <a:r>
              <a:rPr lang="en-US"/>
              <a:t>but the majority have suffered </a:t>
            </a:r>
            <a:br>
              <a:rPr lang="en-US"/>
            </a:br>
            <a:r>
              <a:rPr lang="en-US"/>
              <a:t>of the alteration</a:t>
            </a:r>
            <a:endParaRPr lang="en-US" dirty="0"/>
          </a:p>
        </p:txBody>
      </p:sp>
      <p:sp>
        <p:nvSpPr>
          <p:cNvPr id="23" name="Text Placeholder 22"/>
          <p:cNvSpPr>
            <a:spLocks noGrp="1"/>
          </p:cNvSpPr>
          <p:nvPr>
            <p:ph type="body" sz="half" idx="17"/>
          </p:nvPr>
        </p:nvSpPr>
        <p:spPr/>
        <p:txBody>
          <a:bodyPr/>
          <a:lstStyle/>
          <a:p>
            <a:r>
              <a:rPr lang="en-US"/>
              <a:t>Keyword Here</a:t>
            </a:r>
            <a:endParaRPr lang="en-US" dirty="0"/>
          </a:p>
        </p:txBody>
      </p:sp>
      <p:sp>
        <p:nvSpPr>
          <p:cNvPr id="22" name="Text Placeholder 21"/>
          <p:cNvSpPr>
            <a:spLocks noGrp="1"/>
          </p:cNvSpPr>
          <p:nvPr>
            <p:ph type="body" sz="half" idx="16"/>
          </p:nvPr>
        </p:nvSpPr>
        <p:spPr/>
        <p:txBody>
          <a:bodyPr/>
          <a:lstStyle/>
          <a:p>
            <a:r>
              <a:rPr lang="en-US"/>
              <a:t>Keyword Here</a:t>
            </a:r>
            <a:endParaRPr lang="en-US" dirty="0"/>
          </a:p>
        </p:txBody>
      </p:sp>
      <p:pic>
        <p:nvPicPr>
          <p:cNvPr id="42" name="Picture Placeholder 41" descr="imageHolder.jpg"/>
          <p:cNvPicPr>
            <a:picLocks noGrp="1" noChangeAspect="1"/>
          </p:cNvPicPr>
          <p:nvPr>
            <p:ph type="pic" sz="quarter" idx="18"/>
          </p:nvPr>
        </p:nvPicPr>
        <p:blipFill>
          <a:blip r:embed="rId3" cstate="print"/>
          <a:srcRect l="22220" r="22220"/>
          <a:stretch>
            <a:fillRect/>
          </a:stretch>
        </p:blipFill>
        <p:spPr/>
      </p:pic>
      <p:sp>
        <p:nvSpPr>
          <p:cNvPr id="25" name="Text Placeholder 24"/>
          <p:cNvSpPr>
            <a:spLocks noGrp="1"/>
          </p:cNvSpPr>
          <p:nvPr>
            <p:ph type="body" sz="half" idx="19"/>
          </p:nvPr>
        </p:nvSpPr>
        <p:spPr/>
        <p:txBody>
          <a:bodyPr/>
          <a:lstStyle/>
          <a:p>
            <a:r>
              <a:rPr lang="en-US"/>
              <a:t>There are many variations of the </a:t>
            </a:r>
            <a:br>
              <a:rPr lang="en-US"/>
            </a:br>
            <a:r>
              <a:rPr lang="en-US"/>
              <a:t>a passages lorem ipsum available</a:t>
            </a:r>
            <a:br>
              <a:rPr lang="en-US"/>
            </a:br>
            <a:r>
              <a:rPr lang="en-US"/>
              <a:t>but the majority have suffered </a:t>
            </a:r>
            <a:br>
              <a:rPr lang="en-US"/>
            </a:br>
            <a:r>
              <a:rPr lang="en-US"/>
              <a:t>of the alteration</a:t>
            </a:r>
          </a:p>
          <a:p>
            <a:endParaRPr lang="en-US" dirty="0"/>
          </a:p>
        </p:txBody>
      </p:sp>
      <p:sp>
        <p:nvSpPr>
          <p:cNvPr id="28" name="Text Placeholder 27"/>
          <p:cNvSpPr>
            <a:spLocks noGrp="1"/>
          </p:cNvSpPr>
          <p:nvPr>
            <p:ph type="body" sz="half" idx="20"/>
          </p:nvPr>
        </p:nvSpPr>
        <p:spPr/>
        <p:txBody>
          <a:bodyPr/>
          <a:lstStyle/>
          <a:p>
            <a:r>
              <a:rPr lang="en-US"/>
              <a:t>Keyword Here</a:t>
            </a:r>
            <a:endParaRPr lang="en-US" dirty="0"/>
          </a:p>
        </p:txBody>
      </p:sp>
      <p:sp>
        <p:nvSpPr>
          <p:cNvPr id="32" name="Text Placeholder 31"/>
          <p:cNvSpPr>
            <a:spLocks noGrp="1"/>
          </p:cNvSpPr>
          <p:nvPr>
            <p:ph type="body" sz="half" idx="21"/>
          </p:nvPr>
        </p:nvSpPr>
        <p:spPr/>
        <p:txBody>
          <a:bodyPr/>
          <a:lstStyle/>
          <a:p>
            <a:r>
              <a:rPr lang="en-US"/>
              <a:t>Keyword Here</a:t>
            </a:r>
            <a:endParaRPr lang="en-US" dirty="0"/>
          </a:p>
        </p:txBody>
      </p:sp>
      <p:pic>
        <p:nvPicPr>
          <p:cNvPr id="43" name="Picture Placeholder 42" descr="imageHolder.jpg"/>
          <p:cNvPicPr>
            <a:picLocks noGrp="1" noChangeAspect="1"/>
          </p:cNvPicPr>
          <p:nvPr>
            <p:ph type="pic" sz="quarter" idx="22"/>
          </p:nvPr>
        </p:nvPicPr>
        <p:blipFill>
          <a:blip r:embed="rId3" cstate="print"/>
          <a:srcRect l="22220" r="22220"/>
          <a:stretch>
            <a:fillRect/>
          </a:stretch>
        </p:blipFill>
        <p:spPr/>
      </p:pic>
      <p:sp>
        <p:nvSpPr>
          <p:cNvPr id="34" name="Text Placeholder 33"/>
          <p:cNvSpPr>
            <a:spLocks noGrp="1"/>
          </p:cNvSpPr>
          <p:nvPr>
            <p:ph type="body" sz="half" idx="23"/>
          </p:nvPr>
        </p:nvSpPr>
        <p:spPr/>
        <p:txBody>
          <a:bodyPr/>
          <a:lstStyle/>
          <a:p>
            <a:r>
              <a:rPr lang="en-US"/>
              <a:t>There are many variations of the </a:t>
            </a:r>
            <a:br>
              <a:rPr lang="en-US"/>
            </a:br>
            <a:r>
              <a:rPr lang="en-US"/>
              <a:t>a passages lorem ipsum available</a:t>
            </a:r>
            <a:br>
              <a:rPr lang="en-US"/>
            </a:br>
            <a:r>
              <a:rPr lang="en-US"/>
              <a:t>but the majority have suffered </a:t>
            </a:r>
            <a:br>
              <a:rPr lang="en-US"/>
            </a:br>
            <a:r>
              <a:rPr lang="en-US"/>
              <a:t>of the alteration</a:t>
            </a:r>
            <a:endParaRPr lang="en-US" dirty="0"/>
          </a:p>
        </p:txBody>
      </p:sp>
      <p:sp>
        <p:nvSpPr>
          <p:cNvPr id="35" name="Text Placeholder 34"/>
          <p:cNvSpPr>
            <a:spLocks noGrp="1"/>
          </p:cNvSpPr>
          <p:nvPr>
            <p:ph type="body" sz="half" idx="24"/>
          </p:nvPr>
        </p:nvSpPr>
        <p:spPr/>
        <p:txBody>
          <a:bodyPr/>
          <a:lstStyle/>
          <a:p>
            <a:r>
              <a:rPr lang="en-US"/>
              <a:t>Keyword Here</a:t>
            </a:r>
            <a:endParaRPr lang="en-US" dirty="0"/>
          </a:p>
        </p:txBody>
      </p:sp>
      <p:sp>
        <p:nvSpPr>
          <p:cNvPr id="36" name="Text Placeholder 35"/>
          <p:cNvSpPr>
            <a:spLocks noGrp="1"/>
          </p:cNvSpPr>
          <p:nvPr>
            <p:ph type="body" sz="half" idx="25"/>
          </p:nvPr>
        </p:nvSpPr>
        <p:spPr/>
        <p:txBody>
          <a:bodyPr/>
          <a:lstStyle/>
          <a:p>
            <a:r>
              <a:rPr lang="en-US"/>
              <a:t>Keyword Here</a:t>
            </a:r>
            <a:endParaRPr lang="en-US" dirty="0"/>
          </a:p>
        </p:txBody>
      </p:sp>
      <p:pic>
        <p:nvPicPr>
          <p:cNvPr id="44" name="Picture Placeholder 43" descr="imageHolder.jpg"/>
          <p:cNvPicPr>
            <a:picLocks noGrp="1" noChangeAspect="1"/>
          </p:cNvPicPr>
          <p:nvPr>
            <p:ph type="pic" sz="quarter" idx="26"/>
          </p:nvPr>
        </p:nvPicPr>
        <p:blipFill>
          <a:blip r:embed="rId3" cstate="print"/>
          <a:srcRect l="22220" r="22220"/>
          <a:stretch>
            <a:fillRect/>
          </a:stretch>
        </p:blipFill>
        <p:spPr/>
      </p:pic>
      <p:sp>
        <p:nvSpPr>
          <p:cNvPr id="38" name="Text Placeholder 37"/>
          <p:cNvSpPr>
            <a:spLocks noGrp="1"/>
          </p:cNvSpPr>
          <p:nvPr>
            <p:ph type="body" sz="half" idx="27"/>
          </p:nvPr>
        </p:nvSpPr>
        <p:spPr/>
        <p:txBody>
          <a:bodyPr/>
          <a:lstStyle/>
          <a:p>
            <a:r>
              <a:rPr lang="en-US"/>
              <a:t>There are many variations of the </a:t>
            </a:r>
            <a:br>
              <a:rPr lang="en-US"/>
            </a:br>
            <a:r>
              <a:rPr lang="en-US"/>
              <a:t>a passages lorem ipsum available</a:t>
            </a:r>
            <a:br>
              <a:rPr lang="en-US"/>
            </a:br>
            <a:r>
              <a:rPr lang="en-US"/>
              <a:t>but the majority have suffered </a:t>
            </a:r>
            <a:br>
              <a:rPr lang="en-US"/>
            </a:br>
            <a:r>
              <a:rPr lang="en-US"/>
              <a:t>of the alteration</a:t>
            </a:r>
          </a:p>
          <a:p>
            <a:endParaRPr lang="en-US" dirty="0"/>
          </a:p>
        </p:txBody>
      </p:sp>
      <p:sp>
        <p:nvSpPr>
          <p:cNvPr id="39" name="Text Placeholder 38"/>
          <p:cNvSpPr>
            <a:spLocks noGrp="1"/>
          </p:cNvSpPr>
          <p:nvPr>
            <p:ph type="body" sz="half" idx="28"/>
          </p:nvPr>
        </p:nvSpPr>
        <p:spPr/>
        <p:txBody>
          <a:bodyPr/>
          <a:lstStyle/>
          <a:p>
            <a:r>
              <a:rPr lang="en-US"/>
              <a:t>Keyword Here</a:t>
            </a:r>
            <a:endParaRPr lang="en-US" dirty="0"/>
          </a:p>
        </p:txBody>
      </p:sp>
      <p:sp>
        <p:nvSpPr>
          <p:cNvPr id="40" name="Text Placeholder 39"/>
          <p:cNvSpPr>
            <a:spLocks noGrp="1"/>
          </p:cNvSpPr>
          <p:nvPr>
            <p:ph type="body" sz="half" idx="29"/>
          </p:nvPr>
        </p:nvSpPr>
        <p:spPr/>
        <p:txBody>
          <a:bodyPr/>
          <a:lstStyle/>
          <a:p>
            <a:r>
              <a:rPr lang="en-US"/>
              <a:t>Keyword Here</a:t>
            </a:r>
            <a:endParaRPr lang="en-US" dirty="0"/>
          </a:p>
        </p:txBody>
      </p:sp>
    </p:spTree>
  </p:cSld>
  <p:clrMapOvr>
    <a:masterClrMapping/>
  </p:clrMapOvr>
  <p:transition advTm="5000">
    <p:push dir="u"/>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5 Columns Portfolio</a:t>
            </a:r>
            <a:endParaRPr lang="en-US" dirty="0"/>
          </a:p>
        </p:txBody>
      </p:sp>
      <p:sp>
        <p:nvSpPr>
          <p:cNvPr id="8" name="Text Placeholder 7"/>
          <p:cNvSpPr>
            <a:spLocks noGrp="1"/>
          </p:cNvSpPr>
          <p:nvPr>
            <p:ph type="body" sz="half" idx="2"/>
          </p:nvPr>
        </p:nvSpPr>
        <p:spPr/>
        <p:txBody>
          <a:bodyPr/>
          <a:lstStyle/>
          <a:p>
            <a:r>
              <a:rPr lang="en-US"/>
              <a:t>5Columns Portfolio</a:t>
            </a:r>
            <a:endParaRPr lang="en-US" dirty="0"/>
          </a:p>
        </p:txBody>
      </p:sp>
      <p:sp>
        <p:nvSpPr>
          <p:cNvPr id="30" name="Slide Number Placeholder 29"/>
          <p:cNvSpPr>
            <a:spLocks noGrp="1"/>
          </p:cNvSpPr>
          <p:nvPr>
            <p:ph type="sldNum" sz="quarter" idx="14"/>
          </p:nvPr>
        </p:nvSpPr>
        <p:spPr/>
        <p:txBody>
          <a:bodyPr/>
          <a:lstStyle/>
          <a:p>
            <a:fld id="{C136B7D2-B98C-44FD-8D04-7EC62A564975}" type="slidenum">
              <a:rPr lang="en-US" smtClean="0"/>
              <a:pPr/>
              <a:t>51</a:t>
            </a:fld>
            <a:endParaRPr lang="en-US" dirty="0"/>
          </a:p>
        </p:txBody>
      </p:sp>
      <p:pic>
        <p:nvPicPr>
          <p:cNvPr id="59" name="Picture Placeholder 58" descr="imageHolder.jpg"/>
          <p:cNvPicPr>
            <a:picLocks noGrp="1" noChangeAspect="1"/>
          </p:cNvPicPr>
          <p:nvPr>
            <p:ph type="pic" sz="quarter" idx="10"/>
          </p:nvPr>
        </p:nvPicPr>
        <p:blipFill>
          <a:blip r:embed="rId3" cstate="print"/>
          <a:srcRect l="27144" r="27144"/>
          <a:stretch>
            <a:fillRect/>
          </a:stretch>
        </p:blipFill>
        <p:spPr/>
      </p:pic>
      <p:sp>
        <p:nvSpPr>
          <p:cNvPr id="29" name="Text Placeholder 28"/>
          <p:cNvSpPr>
            <a:spLocks noGrp="1"/>
          </p:cNvSpPr>
          <p:nvPr>
            <p:ph type="body" sz="half" idx="15"/>
          </p:nvPr>
        </p:nvSpPr>
        <p:spPr/>
        <p:txBody>
          <a:bodyPr/>
          <a:lstStyle/>
          <a:p>
            <a:r>
              <a:rPr lang="en-US"/>
              <a:t>There are many variations of </a:t>
            </a:r>
            <a:br>
              <a:rPr lang="en-US"/>
            </a:br>
            <a:r>
              <a:rPr lang="en-US"/>
              <a:t>the a passages lorem ipsum</a:t>
            </a:r>
            <a:br>
              <a:rPr lang="en-US"/>
            </a:br>
            <a:r>
              <a:rPr lang="en-US"/>
              <a:t>available but the majority</a:t>
            </a:r>
            <a:br>
              <a:rPr lang="en-US"/>
            </a:br>
            <a:r>
              <a:rPr lang="en-US"/>
              <a:t>have suffered</a:t>
            </a:r>
            <a:endParaRPr lang="en-US" dirty="0"/>
          </a:p>
        </p:txBody>
      </p:sp>
      <p:sp>
        <p:nvSpPr>
          <p:cNvPr id="32" name="Text Placeholder 31"/>
          <p:cNvSpPr>
            <a:spLocks noGrp="1"/>
          </p:cNvSpPr>
          <p:nvPr>
            <p:ph type="body" sz="half" idx="17"/>
          </p:nvPr>
        </p:nvSpPr>
        <p:spPr/>
        <p:txBody>
          <a:bodyPr/>
          <a:lstStyle/>
          <a:p>
            <a:r>
              <a:rPr lang="en-US"/>
              <a:t>Keyword Here</a:t>
            </a:r>
            <a:endParaRPr lang="en-US" dirty="0"/>
          </a:p>
        </p:txBody>
      </p:sp>
      <p:sp>
        <p:nvSpPr>
          <p:cNvPr id="31" name="Text Placeholder 30"/>
          <p:cNvSpPr>
            <a:spLocks noGrp="1"/>
          </p:cNvSpPr>
          <p:nvPr>
            <p:ph type="body" sz="half" idx="16"/>
          </p:nvPr>
        </p:nvSpPr>
        <p:spPr/>
        <p:txBody>
          <a:bodyPr/>
          <a:lstStyle/>
          <a:p>
            <a:r>
              <a:rPr lang="en-US"/>
              <a:t>Keyword Here</a:t>
            </a:r>
            <a:endParaRPr lang="en-US" dirty="0"/>
          </a:p>
        </p:txBody>
      </p:sp>
      <p:pic>
        <p:nvPicPr>
          <p:cNvPr id="60" name="Picture Placeholder 59" descr="imageHolder.jpg"/>
          <p:cNvPicPr>
            <a:picLocks noGrp="1" noChangeAspect="1"/>
          </p:cNvPicPr>
          <p:nvPr>
            <p:ph type="pic" sz="quarter" idx="18"/>
          </p:nvPr>
        </p:nvPicPr>
        <p:blipFill>
          <a:blip r:embed="rId3" cstate="print"/>
          <a:srcRect l="27144" r="27144"/>
          <a:stretch>
            <a:fillRect/>
          </a:stretch>
        </p:blipFill>
        <p:spPr/>
      </p:pic>
      <p:sp>
        <p:nvSpPr>
          <p:cNvPr id="34" name="Text Placeholder 33"/>
          <p:cNvSpPr>
            <a:spLocks noGrp="1"/>
          </p:cNvSpPr>
          <p:nvPr>
            <p:ph type="body" sz="half" idx="19"/>
          </p:nvPr>
        </p:nvSpPr>
        <p:spPr/>
        <p:txBody>
          <a:bodyPr/>
          <a:lstStyle/>
          <a:p>
            <a:r>
              <a:rPr lang="en-US"/>
              <a:t>There are many variations of </a:t>
            </a:r>
            <a:br>
              <a:rPr lang="en-US"/>
            </a:br>
            <a:r>
              <a:rPr lang="en-US"/>
              <a:t>the a passages lorem ipsum</a:t>
            </a:r>
            <a:br>
              <a:rPr lang="en-US"/>
            </a:br>
            <a:r>
              <a:rPr lang="en-US"/>
              <a:t>available but the majority</a:t>
            </a:r>
            <a:br>
              <a:rPr lang="en-US"/>
            </a:br>
            <a:r>
              <a:rPr lang="en-US"/>
              <a:t>have suffered</a:t>
            </a:r>
          </a:p>
          <a:p>
            <a:endParaRPr lang="en-US" dirty="0"/>
          </a:p>
        </p:txBody>
      </p:sp>
      <p:sp>
        <p:nvSpPr>
          <p:cNvPr id="35" name="Text Placeholder 34"/>
          <p:cNvSpPr>
            <a:spLocks noGrp="1"/>
          </p:cNvSpPr>
          <p:nvPr>
            <p:ph type="body" sz="half" idx="20"/>
          </p:nvPr>
        </p:nvSpPr>
        <p:spPr/>
        <p:txBody>
          <a:bodyPr/>
          <a:lstStyle/>
          <a:p>
            <a:r>
              <a:rPr lang="en-US"/>
              <a:t>Keyword Here</a:t>
            </a:r>
            <a:endParaRPr lang="en-US" dirty="0"/>
          </a:p>
        </p:txBody>
      </p:sp>
      <p:sp>
        <p:nvSpPr>
          <p:cNvPr id="36" name="Text Placeholder 35"/>
          <p:cNvSpPr>
            <a:spLocks noGrp="1"/>
          </p:cNvSpPr>
          <p:nvPr>
            <p:ph type="body" sz="half" idx="21"/>
          </p:nvPr>
        </p:nvSpPr>
        <p:spPr/>
        <p:txBody>
          <a:bodyPr/>
          <a:lstStyle/>
          <a:p>
            <a:r>
              <a:rPr lang="en-US"/>
              <a:t>Keyword Here</a:t>
            </a:r>
            <a:endParaRPr lang="en-US" dirty="0"/>
          </a:p>
        </p:txBody>
      </p:sp>
      <p:pic>
        <p:nvPicPr>
          <p:cNvPr id="61" name="Picture Placeholder 60" descr="imageHolder.jpg"/>
          <p:cNvPicPr>
            <a:picLocks noGrp="1" noChangeAspect="1"/>
          </p:cNvPicPr>
          <p:nvPr>
            <p:ph type="pic" sz="quarter" idx="22"/>
          </p:nvPr>
        </p:nvPicPr>
        <p:blipFill>
          <a:blip r:embed="rId4" cstate="print"/>
          <a:srcRect l="27093" r="27093"/>
          <a:stretch>
            <a:fillRect/>
          </a:stretch>
        </p:blipFill>
        <p:spPr/>
      </p:pic>
      <p:sp>
        <p:nvSpPr>
          <p:cNvPr id="38" name="Text Placeholder 37"/>
          <p:cNvSpPr>
            <a:spLocks noGrp="1"/>
          </p:cNvSpPr>
          <p:nvPr>
            <p:ph type="body" sz="half" idx="23"/>
          </p:nvPr>
        </p:nvSpPr>
        <p:spPr/>
        <p:txBody>
          <a:bodyPr/>
          <a:lstStyle/>
          <a:p>
            <a:r>
              <a:rPr lang="en-US"/>
              <a:t>There are many variations of </a:t>
            </a:r>
            <a:br>
              <a:rPr lang="en-US"/>
            </a:br>
            <a:r>
              <a:rPr lang="en-US"/>
              <a:t>the a passages lorem ipsum</a:t>
            </a:r>
            <a:br>
              <a:rPr lang="en-US"/>
            </a:br>
            <a:r>
              <a:rPr lang="en-US"/>
              <a:t>available but the majority</a:t>
            </a:r>
            <a:br>
              <a:rPr lang="en-US"/>
            </a:br>
            <a:r>
              <a:rPr lang="en-US"/>
              <a:t>have suffered</a:t>
            </a:r>
            <a:endParaRPr lang="en-US" dirty="0"/>
          </a:p>
        </p:txBody>
      </p:sp>
      <p:sp>
        <p:nvSpPr>
          <p:cNvPr id="39" name="Text Placeholder 38"/>
          <p:cNvSpPr>
            <a:spLocks noGrp="1"/>
          </p:cNvSpPr>
          <p:nvPr>
            <p:ph type="body" sz="half" idx="24"/>
          </p:nvPr>
        </p:nvSpPr>
        <p:spPr/>
        <p:txBody>
          <a:bodyPr/>
          <a:lstStyle/>
          <a:p>
            <a:r>
              <a:rPr lang="en-US"/>
              <a:t>Keyword Here</a:t>
            </a:r>
            <a:endParaRPr lang="en-US" dirty="0"/>
          </a:p>
        </p:txBody>
      </p:sp>
      <p:sp>
        <p:nvSpPr>
          <p:cNvPr id="40" name="Text Placeholder 39"/>
          <p:cNvSpPr>
            <a:spLocks noGrp="1"/>
          </p:cNvSpPr>
          <p:nvPr>
            <p:ph type="body" sz="half" idx="25"/>
          </p:nvPr>
        </p:nvSpPr>
        <p:spPr/>
        <p:txBody>
          <a:bodyPr/>
          <a:lstStyle/>
          <a:p>
            <a:r>
              <a:rPr lang="en-US"/>
              <a:t>Keyword Here</a:t>
            </a:r>
            <a:endParaRPr lang="en-US" dirty="0"/>
          </a:p>
        </p:txBody>
      </p:sp>
      <p:pic>
        <p:nvPicPr>
          <p:cNvPr id="62" name="Picture Placeholder 61" descr="imageHolder.jpg"/>
          <p:cNvPicPr>
            <a:picLocks noGrp="1" noChangeAspect="1"/>
          </p:cNvPicPr>
          <p:nvPr>
            <p:ph type="pic" sz="quarter" idx="26"/>
          </p:nvPr>
        </p:nvPicPr>
        <p:blipFill>
          <a:blip r:embed="rId3" cstate="print"/>
          <a:srcRect l="27144" r="27144"/>
          <a:stretch>
            <a:fillRect/>
          </a:stretch>
        </p:blipFill>
        <p:spPr/>
      </p:pic>
      <p:sp>
        <p:nvSpPr>
          <p:cNvPr id="42" name="Text Placeholder 41"/>
          <p:cNvSpPr>
            <a:spLocks noGrp="1"/>
          </p:cNvSpPr>
          <p:nvPr>
            <p:ph type="body" sz="half" idx="27"/>
          </p:nvPr>
        </p:nvSpPr>
        <p:spPr/>
        <p:txBody>
          <a:bodyPr/>
          <a:lstStyle/>
          <a:p>
            <a:r>
              <a:rPr lang="en-US"/>
              <a:t>There are many variations of </a:t>
            </a:r>
            <a:br>
              <a:rPr lang="en-US"/>
            </a:br>
            <a:r>
              <a:rPr lang="en-US"/>
              <a:t>the a passages lorem ipsum</a:t>
            </a:r>
            <a:br>
              <a:rPr lang="en-US"/>
            </a:br>
            <a:r>
              <a:rPr lang="en-US"/>
              <a:t>available but the majority</a:t>
            </a:r>
            <a:br>
              <a:rPr lang="en-US"/>
            </a:br>
            <a:r>
              <a:rPr lang="en-US"/>
              <a:t>have suffered</a:t>
            </a:r>
            <a:endParaRPr lang="en-US" dirty="0"/>
          </a:p>
        </p:txBody>
      </p:sp>
      <p:sp>
        <p:nvSpPr>
          <p:cNvPr id="43" name="Text Placeholder 42"/>
          <p:cNvSpPr>
            <a:spLocks noGrp="1"/>
          </p:cNvSpPr>
          <p:nvPr>
            <p:ph type="body" sz="half" idx="28"/>
          </p:nvPr>
        </p:nvSpPr>
        <p:spPr/>
        <p:txBody>
          <a:bodyPr/>
          <a:lstStyle/>
          <a:p>
            <a:r>
              <a:rPr lang="en-US"/>
              <a:t>Keyword Here</a:t>
            </a:r>
            <a:endParaRPr lang="en-US" dirty="0"/>
          </a:p>
        </p:txBody>
      </p:sp>
      <p:sp>
        <p:nvSpPr>
          <p:cNvPr id="44" name="Text Placeholder 43"/>
          <p:cNvSpPr>
            <a:spLocks noGrp="1"/>
          </p:cNvSpPr>
          <p:nvPr>
            <p:ph type="body" sz="half" idx="29"/>
          </p:nvPr>
        </p:nvSpPr>
        <p:spPr/>
        <p:txBody>
          <a:bodyPr/>
          <a:lstStyle/>
          <a:p>
            <a:r>
              <a:rPr lang="en-US"/>
              <a:t>Keyword Here</a:t>
            </a:r>
            <a:endParaRPr lang="en-US" dirty="0"/>
          </a:p>
        </p:txBody>
      </p:sp>
      <p:pic>
        <p:nvPicPr>
          <p:cNvPr id="63" name="Picture Placeholder 62" descr="imageHolder.jpg"/>
          <p:cNvPicPr>
            <a:picLocks noGrp="1" noChangeAspect="1"/>
          </p:cNvPicPr>
          <p:nvPr>
            <p:ph type="pic" sz="quarter" idx="30"/>
          </p:nvPr>
        </p:nvPicPr>
        <p:blipFill>
          <a:blip r:embed="rId4" cstate="print"/>
          <a:srcRect l="27093" r="27093"/>
          <a:stretch>
            <a:fillRect/>
          </a:stretch>
        </p:blipFill>
        <p:spPr/>
      </p:pic>
      <p:sp>
        <p:nvSpPr>
          <p:cNvPr id="46" name="Text Placeholder 45"/>
          <p:cNvSpPr>
            <a:spLocks noGrp="1"/>
          </p:cNvSpPr>
          <p:nvPr>
            <p:ph type="body" sz="half" idx="31"/>
          </p:nvPr>
        </p:nvSpPr>
        <p:spPr/>
        <p:txBody>
          <a:bodyPr/>
          <a:lstStyle/>
          <a:p>
            <a:r>
              <a:rPr lang="en-US"/>
              <a:t>There are many variations of </a:t>
            </a:r>
            <a:br>
              <a:rPr lang="en-US"/>
            </a:br>
            <a:r>
              <a:rPr lang="en-US"/>
              <a:t>the a passages lorem ipsum</a:t>
            </a:r>
            <a:br>
              <a:rPr lang="en-US"/>
            </a:br>
            <a:r>
              <a:rPr lang="en-US"/>
              <a:t>available but the majority</a:t>
            </a:r>
            <a:br>
              <a:rPr lang="en-US"/>
            </a:br>
            <a:r>
              <a:rPr lang="en-US"/>
              <a:t>have suffered</a:t>
            </a:r>
            <a:endParaRPr lang="en-US" dirty="0"/>
          </a:p>
        </p:txBody>
      </p:sp>
      <p:sp>
        <p:nvSpPr>
          <p:cNvPr id="47" name="Text Placeholder 46"/>
          <p:cNvSpPr>
            <a:spLocks noGrp="1"/>
          </p:cNvSpPr>
          <p:nvPr>
            <p:ph type="body" sz="half" idx="32"/>
          </p:nvPr>
        </p:nvSpPr>
        <p:spPr/>
        <p:txBody>
          <a:bodyPr/>
          <a:lstStyle/>
          <a:p>
            <a:r>
              <a:rPr lang="en-US"/>
              <a:t>Keyword Here</a:t>
            </a:r>
            <a:endParaRPr lang="en-US" dirty="0"/>
          </a:p>
        </p:txBody>
      </p:sp>
      <p:sp>
        <p:nvSpPr>
          <p:cNvPr id="48" name="Text Placeholder 47"/>
          <p:cNvSpPr>
            <a:spLocks noGrp="1"/>
          </p:cNvSpPr>
          <p:nvPr>
            <p:ph type="body" sz="half" idx="33"/>
          </p:nvPr>
        </p:nvSpPr>
        <p:spPr/>
        <p:txBody>
          <a:bodyPr/>
          <a:lstStyle/>
          <a:p>
            <a:r>
              <a:rPr lang="en-US"/>
              <a:t>Keyword Here</a:t>
            </a:r>
            <a:endParaRPr lang="en-US" dirty="0"/>
          </a:p>
        </p:txBody>
      </p:sp>
    </p:spTree>
  </p:cSld>
  <p:clrMapOvr>
    <a:masterClrMapping/>
  </p:clrMapOvr>
  <p:transition advTm="5000">
    <p:push dir="u"/>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Placeholder 46" descr="imageHolder.jpg"/>
          <p:cNvPicPr>
            <a:picLocks noGrp="1" noChangeAspect="1"/>
          </p:cNvPicPr>
          <p:nvPr>
            <p:ph type="pic" sz="quarter" idx="15"/>
          </p:nvPr>
        </p:nvPicPr>
        <p:blipFill>
          <a:blip r:embed="rId3" cstate="print"/>
          <a:srcRect t="3722" b="3722"/>
          <a:stretch>
            <a:fillRect/>
          </a:stretch>
        </p:blipFill>
        <p:spPr/>
      </p:pic>
      <p:sp>
        <p:nvSpPr>
          <p:cNvPr id="2" name="Title 1"/>
          <p:cNvSpPr>
            <a:spLocks noGrp="1"/>
          </p:cNvSpPr>
          <p:nvPr>
            <p:ph type="title"/>
          </p:nvPr>
        </p:nvSpPr>
        <p:spPr/>
        <p:txBody>
          <a:bodyPr/>
          <a:lstStyle/>
          <a:p>
            <a:r>
              <a:rPr lang="en-US"/>
              <a:t>6 Pics Portfolio</a:t>
            </a:r>
            <a:endParaRPr lang="en-US" dirty="0"/>
          </a:p>
        </p:txBody>
      </p:sp>
      <p:sp>
        <p:nvSpPr>
          <p:cNvPr id="4" name="Text Placeholder 3"/>
          <p:cNvSpPr>
            <a:spLocks noGrp="1"/>
          </p:cNvSpPr>
          <p:nvPr>
            <p:ph type="body" sz="half" idx="2"/>
          </p:nvPr>
        </p:nvSpPr>
        <p:spPr/>
        <p:txBody>
          <a:bodyPr/>
          <a:lstStyle/>
          <a:p>
            <a:r>
              <a:rPr lang="en-US"/>
              <a:t>6 Pics Portfolio</a:t>
            </a:r>
            <a:endParaRPr lang="en-US" dirty="0"/>
          </a:p>
        </p:txBody>
      </p:sp>
      <p:sp>
        <p:nvSpPr>
          <p:cNvPr id="22" name="Slide Number Placeholder 21"/>
          <p:cNvSpPr>
            <a:spLocks noGrp="1"/>
          </p:cNvSpPr>
          <p:nvPr>
            <p:ph type="sldNum" sz="quarter" idx="14"/>
          </p:nvPr>
        </p:nvSpPr>
        <p:spPr/>
        <p:txBody>
          <a:bodyPr/>
          <a:lstStyle/>
          <a:p>
            <a:fld id="{C136B7D2-B98C-44FD-8D04-7EC62A564975}" type="slidenum">
              <a:rPr lang="en-US" smtClean="0"/>
              <a:pPr/>
              <a:t>52</a:t>
            </a:fld>
            <a:endParaRPr lang="en-US" dirty="0"/>
          </a:p>
        </p:txBody>
      </p:sp>
      <p:sp>
        <p:nvSpPr>
          <p:cNvPr id="24" name="Text Placeholder 23"/>
          <p:cNvSpPr>
            <a:spLocks noGrp="1"/>
          </p:cNvSpPr>
          <p:nvPr>
            <p:ph type="body" sz="half" idx="17"/>
          </p:nvPr>
        </p:nvSpPr>
        <p:spPr/>
        <p:txBody>
          <a:bodyPr/>
          <a:lstStyle/>
          <a:p>
            <a:r>
              <a:rPr lang="en-US"/>
              <a:t>WORLDWIDE BUSINESS</a:t>
            </a:r>
            <a:endParaRPr lang="en-US" dirty="0"/>
          </a:p>
        </p:txBody>
      </p:sp>
      <p:pic>
        <p:nvPicPr>
          <p:cNvPr id="48" name="Picture Placeholder 47" descr="imageHolder.jpg"/>
          <p:cNvPicPr>
            <a:picLocks noGrp="1" noChangeAspect="1"/>
          </p:cNvPicPr>
          <p:nvPr>
            <p:ph type="pic" sz="quarter" idx="18"/>
          </p:nvPr>
        </p:nvPicPr>
        <p:blipFill>
          <a:blip r:embed="rId3" cstate="print"/>
          <a:srcRect t="3751" b="3751"/>
          <a:stretch>
            <a:fillRect/>
          </a:stretch>
        </p:blipFill>
        <p:spPr/>
      </p:pic>
      <p:sp>
        <p:nvSpPr>
          <p:cNvPr id="32" name="Text Placeholder 31"/>
          <p:cNvSpPr>
            <a:spLocks noGrp="1"/>
          </p:cNvSpPr>
          <p:nvPr>
            <p:ph type="body" sz="half" idx="19"/>
          </p:nvPr>
        </p:nvSpPr>
        <p:spPr/>
        <p:txBody>
          <a:bodyPr/>
          <a:lstStyle/>
          <a:p>
            <a:r>
              <a:rPr lang="en-US"/>
              <a:t>BUSINESS TO GO</a:t>
            </a:r>
            <a:endParaRPr lang="en-US" dirty="0"/>
          </a:p>
        </p:txBody>
      </p:sp>
      <p:pic>
        <p:nvPicPr>
          <p:cNvPr id="49" name="Picture Placeholder 48" descr="imageHolder.jpg"/>
          <p:cNvPicPr>
            <a:picLocks noGrp="1" noChangeAspect="1"/>
          </p:cNvPicPr>
          <p:nvPr>
            <p:ph type="pic" sz="quarter" idx="20"/>
          </p:nvPr>
        </p:nvPicPr>
        <p:blipFill>
          <a:blip r:embed="rId3" cstate="print"/>
          <a:srcRect t="3722" b="3722"/>
          <a:stretch>
            <a:fillRect/>
          </a:stretch>
        </p:blipFill>
        <p:spPr/>
      </p:pic>
      <p:sp>
        <p:nvSpPr>
          <p:cNvPr id="34" name="Text Placeholder 33"/>
          <p:cNvSpPr>
            <a:spLocks noGrp="1"/>
          </p:cNvSpPr>
          <p:nvPr>
            <p:ph type="body" sz="half" idx="21"/>
          </p:nvPr>
        </p:nvSpPr>
        <p:spPr/>
        <p:txBody>
          <a:bodyPr/>
          <a:lstStyle/>
          <a:p>
            <a:r>
              <a:rPr lang="en-US"/>
              <a:t>CREATIVE SOLUTIONS</a:t>
            </a:r>
            <a:endParaRPr lang="en-US" dirty="0"/>
          </a:p>
        </p:txBody>
      </p:sp>
      <p:pic>
        <p:nvPicPr>
          <p:cNvPr id="50" name="Picture Placeholder 49" descr="imageHolder.jpg"/>
          <p:cNvPicPr>
            <a:picLocks noGrp="1" noChangeAspect="1"/>
          </p:cNvPicPr>
          <p:nvPr>
            <p:ph type="pic" sz="quarter" idx="22"/>
          </p:nvPr>
        </p:nvPicPr>
        <p:blipFill>
          <a:blip r:embed="rId3" cstate="print"/>
          <a:srcRect t="3722" b="3722"/>
          <a:stretch>
            <a:fillRect/>
          </a:stretch>
        </p:blipFill>
        <p:spPr/>
      </p:pic>
      <p:sp>
        <p:nvSpPr>
          <p:cNvPr id="42" name="Text Placeholder 41"/>
          <p:cNvSpPr>
            <a:spLocks noGrp="1"/>
          </p:cNvSpPr>
          <p:nvPr>
            <p:ph type="body" sz="half" idx="23"/>
          </p:nvPr>
        </p:nvSpPr>
        <p:spPr/>
        <p:txBody>
          <a:bodyPr/>
          <a:lstStyle/>
          <a:p>
            <a:r>
              <a:rPr lang="en-US"/>
              <a:t>WORLDWIDE BUSINESS</a:t>
            </a:r>
            <a:endParaRPr lang="en-US" dirty="0"/>
          </a:p>
        </p:txBody>
      </p:sp>
      <p:pic>
        <p:nvPicPr>
          <p:cNvPr id="51" name="Picture Placeholder 50" descr="imageHolder.jpg"/>
          <p:cNvPicPr>
            <a:picLocks noGrp="1" noChangeAspect="1"/>
          </p:cNvPicPr>
          <p:nvPr>
            <p:ph type="pic" sz="quarter" idx="24"/>
          </p:nvPr>
        </p:nvPicPr>
        <p:blipFill>
          <a:blip r:embed="rId3" cstate="print"/>
          <a:srcRect t="3751" b="3751"/>
          <a:stretch>
            <a:fillRect/>
          </a:stretch>
        </p:blipFill>
        <p:spPr/>
      </p:pic>
      <p:sp>
        <p:nvSpPr>
          <p:cNvPr id="44" name="Text Placeholder 43"/>
          <p:cNvSpPr>
            <a:spLocks noGrp="1"/>
          </p:cNvSpPr>
          <p:nvPr>
            <p:ph type="body" sz="half" idx="25"/>
          </p:nvPr>
        </p:nvSpPr>
        <p:spPr/>
        <p:txBody>
          <a:bodyPr/>
          <a:lstStyle/>
          <a:p>
            <a:r>
              <a:rPr lang="en-US"/>
              <a:t>BUSINESS TO GO</a:t>
            </a:r>
            <a:endParaRPr lang="en-US" dirty="0"/>
          </a:p>
        </p:txBody>
      </p:sp>
      <p:pic>
        <p:nvPicPr>
          <p:cNvPr id="52" name="Picture Placeholder 51" descr="imageHolder.jpg"/>
          <p:cNvPicPr>
            <a:picLocks noGrp="1" noChangeAspect="1"/>
          </p:cNvPicPr>
          <p:nvPr>
            <p:ph type="pic" sz="quarter" idx="26"/>
          </p:nvPr>
        </p:nvPicPr>
        <p:blipFill>
          <a:blip r:embed="rId3" cstate="print"/>
          <a:srcRect t="3722" b="3722"/>
          <a:stretch>
            <a:fillRect/>
          </a:stretch>
        </p:blipFill>
        <p:spPr/>
      </p:pic>
      <p:sp>
        <p:nvSpPr>
          <p:cNvPr id="46" name="Text Placeholder 45"/>
          <p:cNvSpPr>
            <a:spLocks noGrp="1"/>
          </p:cNvSpPr>
          <p:nvPr>
            <p:ph type="body" sz="half" idx="27"/>
          </p:nvPr>
        </p:nvSpPr>
        <p:spPr/>
        <p:txBody>
          <a:bodyPr/>
          <a:lstStyle/>
          <a:p>
            <a:r>
              <a:rPr lang="en-US"/>
              <a:t>CREATIVE SOLUTIONS</a:t>
            </a:r>
            <a:endParaRPr lang="en-US" dirty="0"/>
          </a:p>
        </p:txBody>
      </p:sp>
    </p:spTree>
  </p:cSld>
  <p:clrMapOvr>
    <a:masterClrMapping/>
  </p:clrMapOvr>
  <p:transition spd="med" advTm="5000">
    <p:push dir="u"/>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365437" y="2994298"/>
            <a:ext cx="2007972" cy="1651304"/>
          </a:xfrm>
          <a:prstGeom prst="rect">
            <a:avLst/>
          </a:prstGeom>
          <a:solidFill>
            <a:schemeClr val="tx1">
              <a:lumMod val="50000"/>
              <a:lumOff val="50000"/>
            </a:schemeClr>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r>
              <a:rPr lang="en-US" sz="1200" b="1" dirty="0">
                <a:solidFill>
                  <a:schemeClr val="bg1">
                    <a:lumMod val="95000"/>
                  </a:schemeClr>
                </a:solidFill>
              </a:rPr>
              <a:t>FRESH IDEAS</a:t>
            </a:r>
          </a:p>
          <a:p>
            <a:pPr lvl="0" algn="ctr" defTabSz="914400">
              <a:spcBef>
                <a:spcPct val="20000"/>
              </a:spcBef>
              <a:defRPr/>
            </a:pPr>
            <a:r>
              <a:rPr lang="en-US" sz="1000" dirty="0">
                <a:solidFill>
                  <a:schemeClr val="bg1">
                    <a:lumMod val="95000"/>
                  </a:schemeClr>
                </a:solidFill>
              </a:rPr>
              <a:t>There are many variations of passages of lorem ipsum available</a:t>
            </a:r>
          </a:p>
        </p:txBody>
      </p:sp>
      <p:sp>
        <p:nvSpPr>
          <p:cNvPr id="28" name="Rectangle 27"/>
          <p:cNvSpPr/>
          <p:nvPr/>
        </p:nvSpPr>
        <p:spPr>
          <a:xfrm>
            <a:off x="2507876" y="1208553"/>
            <a:ext cx="2007972" cy="1651304"/>
          </a:xfrm>
          <a:prstGeom prst="rect">
            <a:avLst/>
          </a:prstGeom>
          <a:solidFill>
            <a:schemeClr val="tx1">
              <a:lumMod val="50000"/>
              <a:lumOff val="50000"/>
            </a:schemeClr>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r>
              <a:rPr lang="en-US" sz="1200" b="1" dirty="0">
                <a:solidFill>
                  <a:schemeClr val="bg1">
                    <a:lumMod val="95000"/>
                  </a:schemeClr>
                </a:solidFill>
              </a:rPr>
              <a:t>3D DESIGN</a:t>
            </a:r>
          </a:p>
          <a:p>
            <a:pPr lvl="0" algn="ctr" defTabSz="914400">
              <a:spcBef>
                <a:spcPct val="20000"/>
              </a:spcBef>
              <a:defRPr/>
            </a:pPr>
            <a:r>
              <a:rPr lang="en-US" sz="1000" dirty="0">
                <a:solidFill>
                  <a:schemeClr val="bg1">
                    <a:lumMod val="95000"/>
                  </a:schemeClr>
                </a:solidFill>
              </a:rPr>
              <a:t>There are many variations of passages of lorem ipsum available</a:t>
            </a:r>
          </a:p>
        </p:txBody>
      </p:sp>
      <p:sp>
        <p:nvSpPr>
          <p:cNvPr id="32" name="Down Arrow Callout 31"/>
          <p:cNvSpPr/>
          <p:nvPr/>
        </p:nvSpPr>
        <p:spPr>
          <a:xfrm>
            <a:off x="365437" y="1208552"/>
            <a:ext cx="2007972" cy="1996875"/>
          </a:xfrm>
          <a:prstGeom prst="downArrowCallout">
            <a:avLst>
              <a:gd name="adj1" fmla="val 23554"/>
              <a:gd name="adj2" fmla="val 10346"/>
              <a:gd name="adj3" fmla="val 10003"/>
              <a:gd name="adj4" fmla="val 89997"/>
            </a:avLst>
          </a:prstGeom>
          <a:solidFill>
            <a:schemeClr val="accent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endParaRPr lang="en-US" sz="4400" b="1" dirty="0">
              <a:solidFill>
                <a:schemeClr val="bg1">
                  <a:lumMod val="95000"/>
                </a:schemeClr>
              </a:solidFill>
            </a:endParaRPr>
          </a:p>
        </p:txBody>
      </p:sp>
      <p:sp>
        <p:nvSpPr>
          <p:cNvPr id="60" name="Up Arrow Callout 59"/>
          <p:cNvSpPr/>
          <p:nvPr/>
        </p:nvSpPr>
        <p:spPr>
          <a:xfrm>
            <a:off x="2507876" y="2629357"/>
            <a:ext cx="2007972" cy="2016245"/>
          </a:xfrm>
          <a:prstGeom prst="upArrowCallout">
            <a:avLst>
              <a:gd name="adj1" fmla="val 25000"/>
              <a:gd name="adj2" fmla="val 9346"/>
              <a:gd name="adj3" fmla="val 11156"/>
              <a:gd name="adj4" fmla="val 88844"/>
            </a:avLst>
          </a:prstGeom>
          <a:solidFill>
            <a:schemeClr val="accent2"/>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endParaRPr lang="en-US" sz="4000" dirty="0">
              <a:solidFill>
                <a:schemeClr val="bg1">
                  <a:lumMod val="95000"/>
                </a:schemeClr>
              </a:solidFill>
            </a:endParaRPr>
          </a:p>
        </p:txBody>
      </p:sp>
      <p:sp>
        <p:nvSpPr>
          <p:cNvPr id="65" name="Title 64"/>
          <p:cNvSpPr>
            <a:spLocks noGrp="1"/>
          </p:cNvSpPr>
          <p:nvPr>
            <p:ph type="title"/>
          </p:nvPr>
        </p:nvSpPr>
        <p:spPr/>
        <p:txBody>
          <a:bodyPr/>
          <a:lstStyle/>
          <a:p>
            <a:r>
              <a:rPr lang="en-US"/>
              <a:t>Portfolio List With Icons</a:t>
            </a:r>
            <a:endParaRPr lang="en-US" dirty="0"/>
          </a:p>
        </p:txBody>
      </p:sp>
      <p:sp>
        <p:nvSpPr>
          <p:cNvPr id="66" name="Text Placeholder 65"/>
          <p:cNvSpPr>
            <a:spLocks noGrp="1"/>
          </p:cNvSpPr>
          <p:nvPr>
            <p:ph type="body" sz="half" idx="2"/>
          </p:nvPr>
        </p:nvSpPr>
        <p:spPr/>
        <p:txBody>
          <a:bodyPr/>
          <a:lstStyle/>
          <a:p>
            <a:r>
              <a:rPr lang="en-US"/>
              <a:t>Portfolio List With Icons</a:t>
            </a:r>
            <a:endParaRPr lang="en-US" dirty="0"/>
          </a:p>
        </p:txBody>
      </p:sp>
      <p:sp>
        <p:nvSpPr>
          <p:cNvPr id="12" name="Slide Number Placeholder 11"/>
          <p:cNvSpPr>
            <a:spLocks noGrp="1"/>
          </p:cNvSpPr>
          <p:nvPr>
            <p:ph type="sldNum" sz="quarter" idx="12"/>
          </p:nvPr>
        </p:nvSpPr>
        <p:spPr/>
        <p:txBody>
          <a:bodyPr/>
          <a:lstStyle/>
          <a:p>
            <a:fld id="{C136B7D2-B98C-44FD-8D04-7EC62A564975}" type="slidenum">
              <a:rPr lang="en-US" smtClean="0"/>
              <a:pPr/>
              <a:t>53</a:t>
            </a:fld>
            <a:endParaRPr lang="en-US" dirty="0"/>
          </a:p>
        </p:txBody>
      </p:sp>
      <p:sp>
        <p:nvSpPr>
          <p:cNvPr id="14" name="Rectangle 13"/>
          <p:cNvSpPr/>
          <p:nvPr/>
        </p:nvSpPr>
        <p:spPr>
          <a:xfrm>
            <a:off x="4628355" y="2994298"/>
            <a:ext cx="2007972" cy="1651304"/>
          </a:xfrm>
          <a:prstGeom prst="rect">
            <a:avLst/>
          </a:prstGeom>
          <a:solidFill>
            <a:schemeClr val="tx1">
              <a:lumMod val="50000"/>
              <a:lumOff val="50000"/>
            </a:schemeClr>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r>
              <a:rPr lang="en-US" sz="1200" b="1" dirty="0">
                <a:solidFill>
                  <a:schemeClr val="bg1">
                    <a:lumMod val="95000"/>
                  </a:schemeClr>
                </a:solidFill>
              </a:rPr>
              <a:t>VIDEO </a:t>
            </a:r>
            <a:br>
              <a:rPr lang="en-US" sz="1600" b="1" dirty="0">
                <a:solidFill>
                  <a:schemeClr val="bg1">
                    <a:lumMod val="95000"/>
                  </a:schemeClr>
                </a:solidFill>
              </a:rPr>
            </a:br>
            <a:r>
              <a:rPr lang="en-US" sz="1000" dirty="0">
                <a:solidFill>
                  <a:schemeClr val="bg1">
                    <a:lumMod val="95000"/>
                  </a:schemeClr>
                </a:solidFill>
              </a:rPr>
              <a:t>There are many variations of passages of lorem ipsum available</a:t>
            </a:r>
          </a:p>
        </p:txBody>
      </p:sp>
      <p:sp>
        <p:nvSpPr>
          <p:cNvPr id="15" name="Down Arrow Callout 14"/>
          <p:cNvSpPr/>
          <p:nvPr/>
        </p:nvSpPr>
        <p:spPr>
          <a:xfrm>
            <a:off x="4628355" y="1208552"/>
            <a:ext cx="2007972" cy="1996875"/>
          </a:xfrm>
          <a:prstGeom prst="downArrowCallout">
            <a:avLst>
              <a:gd name="adj1" fmla="val 23554"/>
              <a:gd name="adj2" fmla="val 10346"/>
              <a:gd name="adj3" fmla="val 10003"/>
              <a:gd name="adj4" fmla="val 89997"/>
            </a:avLst>
          </a:prstGeom>
          <a:solidFill>
            <a:schemeClr val="accent3"/>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r>
              <a:rPr lang="en-US" sz="1000" dirty="0"/>
              <a:t> </a:t>
            </a:r>
            <a:endParaRPr lang="en-US" sz="1000" dirty="0">
              <a:solidFill>
                <a:schemeClr val="bg1">
                  <a:lumMod val="95000"/>
                </a:schemeClr>
              </a:solidFill>
            </a:endParaRPr>
          </a:p>
        </p:txBody>
      </p:sp>
      <p:sp>
        <p:nvSpPr>
          <p:cNvPr id="18" name="Rectangle 17"/>
          <p:cNvSpPr/>
          <p:nvPr/>
        </p:nvSpPr>
        <p:spPr>
          <a:xfrm>
            <a:off x="6759814" y="1208553"/>
            <a:ext cx="2007972" cy="1651304"/>
          </a:xfrm>
          <a:prstGeom prst="rect">
            <a:avLst/>
          </a:prstGeom>
          <a:solidFill>
            <a:schemeClr val="tx1">
              <a:lumMod val="50000"/>
              <a:lumOff val="50000"/>
            </a:schemeClr>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spcBef>
                <a:spcPct val="20000"/>
              </a:spcBef>
              <a:defRPr/>
            </a:pPr>
            <a:r>
              <a:rPr lang="en-US" sz="1200" b="1" dirty="0">
                <a:solidFill>
                  <a:schemeClr val="bg1">
                    <a:lumMod val="95000"/>
                  </a:schemeClr>
                </a:solidFill>
              </a:rPr>
              <a:t>MOBILE APP</a:t>
            </a:r>
          </a:p>
          <a:p>
            <a:pPr algn="ctr" defTabSz="914400">
              <a:spcBef>
                <a:spcPct val="20000"/>
              </a:spcBef>
              <a:defRPr/>
            </a:pPr>
            <a:r>
              <a:rPr lang="en-US" sz="1000" dirty="0">
                <a:solidFill>
                  <a:schemeClr val="bg1">
                    <a:lumMod val="95000"/>
                  </a:schemeClr>
                </a:solidFill>
              </a:rPr>
              <a:t>There are many variations of passages of lorem ipsum available</a:t>
            </a:r>
          </a:p>
        </p:txBody>
      </p:sp>
      <p:sp>
        <p:nvSpPr>
          <p:cNvPr id="19" name="Up Arrow Callout 18"/>
          <p:cNvSpPr/>
          <p:nvPr/>
        </p:nvSpPr>
        <p:spPr>
          <a:xfrm>
            <a:off x="6759814" y="2629357"/>
            <a:ext cx="2007972" cy="2016245"/>
          </a:xfrm>
          <a:prstGeom prst="upArrowCallout">
            <a:avLst>
              <a:gd name="adj1" fmla="val 25000"/>
              <a:gd name="adj2" fmla="val 9346"/>
              <a:gd name="adj3" fmla="val 11156"/>
              <a:gd name="adj4" fmla="val 88844"/>
            </a:avLst>
          </a:prstGeom>
          <a:solidFill>
            <a:schemeClr val="accent4"/>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spcBef>
                <a:spcPct val="20000"/>
              </a:spcBef>
              <a:defRPr/>
            </a:pPr>
            <a:endParaRPr lang="en-US" sz="6000" dirty="0">
              <a:solidFill>
                <a:schemeClr val="bg1">
                  <a:lumMod val="95000"/>
                </a:schemeClr>
              </a:solidFill>
            </a:endParaRPr>
          </a:p>
        </p:txBody>
      </p:sp>
      <p:sp>
        <p:nvSpPr>
          <p:cNvPr id="13" name="Freeform 12"/>
          <p:cNvSpPr>
            <a:spLocks noEditPoints="1"/>
          </p:cNvSpPr>
          <p:nvPr/>
        </p:nvSpPr>
        <p:spPr bwMode="auto">
          <a:xfrm>
            <a:off x="1167667" y="1912235"/>
            <a:ext cx="403512" cy="589508"/>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56"/>
          <p:cNvSpPr>
            <a:spLocks noEditPoints="1"/>
          </p:cNvSpPr>
          <p:nvPr/>
        </p:nvSpPr>
        <p:spPr bwMode="auto">
          <a:xfrm>
            <a:off x="3277754" y="3511501"/>
            <a:ext cx="468217" cy="468217"/>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6"/>
          <p:cNvSpPr>
            <a:spLocks noEditPoints="1"/>
          </p:cNvSpPr>
          <p:nvPr/>
        </p:nvSpPr>
        <p:spPr bwMode="auto">
          <a:xfrm>
            <a:off x="7589424" y="3497512"/>
            <a:ext cx="348752" cy="586787"/>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71"/>
          <p:cNvSpPr>
            <a:spLocks/>
          </p:cNvSpPr>
          <p:nvPr/>
        </p:nvSpPr>
        <p:spPr bwMode="auto">
          <a:xfrm>
            <a:off x="5378498" y="1954767"/>
            <a:ext cx="476853" cy="345546"/>
          </a:xfrm>
          <a:custGeom>
            <a:avLst/>
            <a:gdLst/>
            <a:ahLst/>
            <a:cxnLst>
              <a:cxn ang="0">
                <a:pos x="64" y="42"/>
              </a:cxn>
              <a:cxn ang="0">
                <a:pos x="62" y="44"/>
              </a:cxn>
              <a:cxn ang="0">
                <a:pos x="61" y="45"/>
              </a:cxn>
              <a:cxn ang="0">
                <a:pos x="60" y="44"/>
              </a:cxn>
              <a:cxn ang="0">
                <a:pos x="45" y="30"/>
              </a:cxn>
              <a:cxn ang="0">
                <a:pos x="45" y="36"/>
              </a:cxn>
              <a:cxn ang="0">
                <a:pos x="35" y="46"/>
              </a:cxn>
              <a:cxn ang="0">
                <a:pos x="10" y="46"/>
              </a:cxn>
              <a:cxn ang="0">
                <a:pos x="0" y="36"/>
              </a:cxn>
              <a:cxn ang="0">
                <a:pos x="0" y="10"/>
              </a:cxn>
              <a:cxn ang="0">
                <a:pos x="10" y="0"/>
              </a:cxn>
              <a:cxn ang="0">
                <a:pos x="35" y="0"/>
              </a:cxn>
              <a:cxn ang="0">
                <a:pos x="45" y="10"/>
              </a:cxn>
              <a:cxn ang="0">
                <a:pos x="45" y="16"/>
              </a:cxn>
              <a:cxn ang="0">
                <a:pos x="60" y="2"/>
              </a:cxn>
              <a:cxn ang="0">
                <a:pos x="61" y="1"/>
              </a:cxn>
              <a:cxn ang="0">
                <a:pos x="62" y="1"/>
              </a:cxn>
              <a:cxn ang="0">
                <a:pos x="64" y="4"/>
              </a:cxn>
              <a:cxn ang="0">
                <a:pos x="64" y="42"/>
              </a:cxn>
            </a:cxnLst>
            <a:rect l="0" t="0" r="r" b="b"/>
            <a:pathLst>
              <a:path w="64" h="46">
                <a:moveTo>
                  <a:pt x="64" y="42"/>
                </a:moveTo>
                <a:cubicBezTo>
                  <a:pt x="64" y="43"/>
                  <a:pt x="63" y="44"/>
                  <a:pt x="62" y="44"/>
                </a:cubicBezTo>
                <a:cubicBezTo>
                  <a:pt x="62" y="45"/>
                  <a:pt x="62" y="45"/>
                  <a:pt x="61" y="45"/>
                </a:cubicBezTo>
                <a:cubicBezTo>
                  <a:pt x="61" y="45"/>
                  <a:pt x="60" y="44"/>
                  <a:pt x="60" y="44"/>
                </a:cubicBezTo>
                <a:cubicBezTo>
                  <a:pt x="45" y="30"/>
                  <a:pt x="45" y="30"/>
                  <a:pt x="45" y="30"/>
                </a:cubicBezTo>
                <a:cubicBezTo>
                  <a:pt x="45" y="36"/>
                  <a:pt x="45" y="36"/>
                  <a:pt x="45" y="36"/>
                </a:cubicBezTo>
                <a:cubicBezTo>
                  <a:pt x="45" y="41"/>
                  <a:pt x="41" y="46"/>
                  <a:pt x="35" y="46"/>
                </a:cubicBezTo>
                <a:cubicBezTo>
                  <a:pt x="10" y="46"/>
                  <a:pt x="10" y="46"/>
                  <a:pt x="10" y="46"/>
                </a:cubicBezTo>
                <a:cubicBezTo>
                  <a:pt x="4" y="46"/>
                  <a:pt x="0" y="41"/>
                  <a:pt x="0" y="36"/>
                </a:cubicBezTo>
                <a:cubicBezTo>
                  <a:pt x="0" y="10"/>
                  <a:pt x="0" y="10"/>
                  <a:pt x="0" y="10"/>
                </a:cubicBezTo>
                <a:cubicBezTo>
                  <a:pt x="0" y="5"/>
                  <a:pt x="4" y="0"/>
                  <a:pt x="10" y="0"/>
                </a:cubicBezTo>
                <a:cubicBezTo>
                  <a:pt x="35" y="0"/>
                  <a:pt x="35" y="0"/>
                  <a:pt x="35" y="0"/>
                </a:cubicBezTo>
                <a:cubicBezTo>
                  <a:pt x="41" y="0"/>
                  <a:pt x="45" y="5"/>
                  <a:pt x="45" y="10"/>
                </a:cubicBezTo>
                <a:cubicBezTo>
                  <a:pt x="45" y="16"/>
                  <a:pt x="45" y="16"/>
                  <a:pt x="45" y="16"/>
                </a:cubicBezTo>
                <a:cubicBezTo>
                  <a:pt x="60" y="2"/>
                  <a:pt x="60" y="2"/>
                  <a:pt x="60" y="2"/>
                </a:cubicBezTo>
                <a:cubicBezTo>
                  <a:pt x="60" y="1"/>
                  <a:pt x="61" y="1"/>
                  <a:pt x="61" y="1"/>
                </a:cubicBezTo>
                <a:cubicBezTo>
                  <a:pt x="62" y="1"/>
                  <a:pt x="62" y="1"/>
                  <a:pt x="62" y="1"/>
                </a:cubicBezTo>
                <a:cubicBezTo>
                  <a:pt x="63" y="2"/>
                  <a:pt x="64" y="3"/>
                  <a:pt x="64" y="4"/>
                </a:cubicBezTo>
                <a:lnTo>
                  <a:pt x="64" y="4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2" presetClass="entr" presetSubtype="4" accel="50000" decel="50000" fill="hold" grpId="0" nodeType="withEffect">
                                  <p:stCondLst>
                                    <p:cond delay="0"/>
                                  </p:stCondLst>
                                  <p:childTnLst>
                                    <p:set>
                                      <p:cBhvr>
                                        <p:cTn id="16" dur="1" fill="hold">
                                          <p:stCondLst>
                                            <p:cond delay="0"/>
                                          </p:stCondLst>
                                        </p:cTn>
                                        <p:tgtEl>
                                          <p:spTgt spid="58"/>
                                        </p:tgtEl>
                                        <p:attrNameLst>
                                          <p:attrName>style.visibility</p:attrName>
                                        </p:attrNameLst>
                                      </p:cBhvr>
                                      <p:to>
                                        <p:strVal val="visible"/>
                                      </p:to>
                                    </p:set>
                                    <p:anim calcmode="lin" valueType="num">
                                      <p:cBhvr additive="base">
                                        <p:cTn id="17" dur="500" fill="hold"/>
                                        <p:tgtEl>
                                          <p:spTgt spid="58"/>
                                        </p:tgtEl>
                                        <p:attrNameLst>
                                          <p:attrName>ppt_x</p:attrName>
                                        </p:attrNameLst>
                                      </p:cBhvr>
                                      <p:tavLst>
                                        <p:tav tm="0">
                                          <p:val>
                                            <p:strVal val="#ppt_x"/>
                                          </p:val>
                                        </p:tav>
                                        <p:tav tm="100000">
                                          <p:val>
                                            <p:strVal val="#ppt_x"/>
                                          </p:val>
                                        </p:tav>
                                      </p:tavLst>
                                    </p:anim>
                                    <p:anim calcmode="lin" valueType="num">
                                      <p:cBhvr additive="base">
                                        <p:cTn id="18" dur="500" fill="hold"/>
                                        <p:tgtEl>
                                          <p:spTgt spid="58"/>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1" accel="50000" decel="50000" fill="hold" grpId="0" nodeType="after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additive="base">
                                        <p:cTn id="22" dur="500" fill="hold"/>
                                        <p:tgtEl>
                                          <p:spTgt spid="28"/>
                                        </p:tgtEl>
                                        <p:attrNameLst>
                                          <p:attrName>ppt_x</p:attrName>
                                        </p:attrNameLst>
                                      </p:cBhvr>
                                      <p:tavLst>
                                        <p:tav tm="0">
                                          <p:val>
                                            <p:strVal val="#ppt_x"/>
                                          </p:val>
                                        </p:tav>
                                        <p:tav tm="100000">
                                          <p:val>
                                            <p:strVal val="#ppt_x"/>
                                          </p:val>
                                        </p:tav>
                                      </p:tavLst>
                                    </p:anim>
                                    <p:anim calcmode="lin" valueType="num">
                                      <p:cBhvr additive="base">
                                        <p:cTn id="23" dur="500" fill="hold"/>
                                        <p:tgtEl>
                                          <p:spTgt spid="28"/>
                                        </p:tgtEl>
                                        <p:attrNameLst>
                                          <p:attrName>ppt_y</p:attrName>
                                        </p:attrNameLst>
                                      </p:cBhvr>
                                      <p:tavLst>
                                        <p:tav tm="0">
                                          <p:val>
                                            <p:strVal val="0-#ppt_h/2"/>
                                          </p:val>
                                        </p:tav>
                                        <p:tav tm="100000">
                                          <p:val>
                                            <p:strVal val="#ppt_y"/>
                                          </p:val>
                                        </p:tav>
                                      </p:tavLst>
                                    </p:anim>
                                  </p:childTnLst>
                                </p:cTn>
                              </p:par>
                              <p:par>
                                <p:cTn id="24" presetID="2" presetClass="entr" presetSubtype="4" accel="50000" decel="50000" fill="hold" grpId="0" nodeType="with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additive="base">
                                        <p:cTn id="26" dur="500" fill="hold"/>
                                        <p:tgtEl>
                                          <p:spTgt spid="60"/>
                                        </p:tgtEl>
                                        <p:attrNameLst>
                                          <p:attrName>ppt_x</p:attrName>
                                        </p:attrNameLst>
                                      </p:cBhvr>
                                      <p:tavLst>
                                        <p:tav tm="0">
                                          <p:val>
                                            <p:strVal val="#ppt_x"/>
                                          </p:val>
                                        </p:tav>
                                        <p:tav tm="100000">
                                          <p:val>
                                            <p:strVal val="#ppt_x"/>
                                          </p:val>
                                        </p:tav>
                                      </p:tavLst>
                                    </p:anim>
                                    <p:anim calcmode="lin" valueType="num">
                                      <p:cBhvr additive="base">
                                        <p:cTn id="27" dur="500" fill="hold"/>
                                        <p:tgtEl>
                                          <p:spTgt spid="60"/>
                                        </p:tgtEl>
                                        <p:attrNameLst>
                                          <p:attrName>ppt_y</p:attrName>
                                        </p:attrNameLst>
                                      </p:cBhvr>
                                      <p:tavLst>
                                        <p:tav tm="0">
                                          <p:val>
                                            <p:strVal val="1+#ppt_h/2"/>
                                          </p:val>
                                        </p:tav>
                                        <p:tav tm="100000">
                                          <p:val>
                                            <p:strVal val="#ppt_y"/>
                                          </p:val>
                                        </p:tav>
                                      </p:tavLst>
                                    </p:anim>
                                  </p:childTnLst>
                                </p:cTn>
                              </p:par>
                            </p:childTnLst>
                          </p:cTn>
                        </p:par>
                        <p:par>
                          <p:cTn id="28" fill="hold">
                            <p:stCondLst>
                              <p:cond delay="1500"/>
                            </p:stCondLst>
                            <p:childTnLst>
                              <p:par>
                                <p:cTn id="29" presetID="53" presetClass="entr" presetSubtype="0"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Effect transition="in" filter="fade">
                                      <p:cBhvr>
                                        <p:cTn id="33" dur="500"/>
                                        <p:tgtEl>
                                          <p:spTgt spid="16"/>
                                        </p:tgtEl>
                                      </p:cBhvr>
                                    </p:animEffect>
                                  </p:childTnLst>
                                </p:cTn>
                              </p:par>
                            </p:childTnLst>
                          </p:cTn>
                        </p:par>
                        <p:par>
                          <p:cTn id="34" fill="hold">
                            <p:stCondLst>
                              <p:cond delay="2000"/>
                            </p:stCondLst>
                            <p:childTnLst>
                              <p:par>
                                <p:cTn id="35" presetID="2" presetClass="entr" presetSubtype="1" accel="50000" decel="50000" fill="hold" grpId="0" nodeType="after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500" fill="hold"/>
                                        <p:tgtEl>
                                          <p:spTgt spid="15"/>
                                        </p:tgtEl>
                                        <p:attrNameLst>
                                          <p:attrName>ppt_x</p:attrName>
                                        </p:attrNameLst>
                                      </p:cBhvr>
                                      <p:tavLst>
                                        <p:tav tm="0">
                                          <p:val>
                                            <p:strVal val="#ppt_x"/>
                                          </p:val>
                                        </p:tav>
                                        <p:tav tm="100000">
                                          <p:val>
                                            <p:strVal val="#ppt_x"/>
                                          </p:val>
                                        </p:tav>
                                      </p:tavLst>
                                    </p:anim>
                                    <p:anim calcmode="lin" valueType="num">
                                      <p:cBhvr additive="base">
                                        <p:cTn id="38" dur="500" fill="hold"/>
                                        <p:tgtEl>
                                          <p:spTgt spid="15"/>
                                        </p:tgtEl>
                                        <p:attrNameLst>
                                          <p:attrName>ppt_y</p:attrName>
                                        </p:attrNameLst>
                                      </p:cBhvr>
                                      <p:tavLst>
                                        <p:tav tm="0">
                                          <p:val>
                                            <p:strVal val="0-#ppt_h/2"/>
                                          </p:val>
                                        </p:tav>
                                        <p:tav tm="100000">
                                          <p:val>
                                            <p:strVal val="#ppt_y"/>
                                          </p:val>
                                        </p:tav>
                                      </p:tavLst>
                                    </p:anim>
                                  </p:childTnLst>
                                </p:cTn>
                              </p:par>
                            </p:childTnLst>
                          </p:cTn>
                        </p:par>
                        <p:par>
                          <p:cTn id="39" fill="hold">
                            <p:stCondLst>
                              <p:cond delay="2500"/>
                            </p:stCondLst>
                            <p:childTnLst>
                              <p:par>
                                <p:cTn id="40" presetID="53" presetClass="entr" presetSubtype="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p:cTn id="42" dur="500" fill="hold"/>
                                        <p:tgtEl>
                                          <p:spTgt spid="22"/>
                                        </p:tgtEl>
                                        <p:attrNameLst>
                                          <p:attrName>ppt_w</p:attrName>
                                        </p:attrNameLst>
                                      </p:cBhvr>
                                      <p:tavLst>
                                        <p:tav tm="0">
                                          <p:val>
                                            <p:fltVal val="0"/>
                                          </p:val>
                                        </p:tav>
                                        <p:tav tm="100000">
                                          <p:val>
                                            <p:strVal val="#ppt_w"/>
                                          </p:val>
                                        </p:tav>
                                      </p:tavLst>
                                    </p:anim>
                                    <p:anim calcmode="lin" valueType="num">
                                      <p:cBhvr>
                                        <p:cTn id="43" dur="500" fill="hold"/>
                                        <p:tgtEl>
                                          <p:spTgt spid="22"/>
                                        </p:tgtEl>
                                        <p:attrNameLst>
                                          <p:attrName>ppt_h</p:attrName>
                                        </p:attrNameLst>
                                      </p:cBhvr>
                                      <p:tavLst>
                                        <p:tav tm="0">
                                          <p:val>
                                            <p:fltVal val="0"/>
                                          </p:val>
                                        </p:tav>
                                        <p:tav tm="100000">
                                          <p:val>
                                            <p:strVal val="#ppt_h"/>
                                          </p:val>
                                        </p:tav>
                                      </p:tavLst>
                                    </p:anim>
                                    <p:animEffect transition="in" filter="fade">
                                      <p:cBhvr>
                                        <p:cTn id="44" dur="500"/>
                                        <p:tgtEl>
                                          <p:spTgt spid="22"/>
                                        </p:tgtEl>
                                      </p:cBhvr>
                                    </p:animEffect>
                                  </p:childTnLst>
                                </p:cTn>
                              </p:par>
                              <p:par>
                                <p:cTn id="45" presetID="2" presetClass="entr" presetSubtype="4" accel="50000" decel="50000"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1+#ppt_h/2"/>
                                          </p:val>
                                        </p:tav>
                                        <p:tav tm="100000">
                                          <p:val>
                                            <p:strVal val="#ppt_y"/>
                                          </p:val>
                                        </p:tav>
                                      </p:tavLst>
                                    </p:anim>
                                  </p:childTnLst>
                                </p:cTn>
                              </p:par>
                            </p:childTnLst>
                          </p:cTn>
                        </p:par>
                        <p:par>
                          <p:cTn id="49" fill="hold">
                            <p:stCondLst>
                              <p:cond delay="3000"/>
                            </p:stCondLst>
                            <p:childTnLst>
                              <p:par>
                                <p:cTn id="50" presetID="2" presetClass="entr" presetSubtype="1" accel="50000" decel="50000" fill="hold" grpId="0" nodeType="afterEffect">
                                  <p:stCondLst>
                                    <p:cond delay="0"/>
                                  </p:stCondLst>
                                  <p:childTnLst>
                                    <p:set>
                                      <p:cBhvr>
                                        <p:cTn id="51" dur="1" fill="hold">
                                          <p:stCondLst>
                                            <p:cond delay="0"/>
                                          </p:stCondLst>
                                        </p:cTn>
                                        <p:tgtEl>
                                          <p:spTgt spid="18"/>
                                        </p:tgtEl>
                                        <p:attrNameLst>
                                          <p:attrName>style.visibility</p:attrName>
                                        </p:attrNameLst>
                                      </p:cBhvr>
                                      <p:to>
                                        <p:strVal val="visible"/>
                                      </p:to>
                                    </p:set>
                                    <p:anim calcmode="lin" valueType="num">
                                      <p:cBhvr additive="base">
                                        <p:cTn id="52" dur="500" fill="hold"/>
                                        <p:tgtEl>
                                          <p:spTgt spid="18"/>
                                        </p:tgtEl>
                                        <p:attrNameLst>
                                          <p:attrName>ppt_x</p:attrName>
                                        </p:attrNameLst>
                                      </p:cBhvr>
                                      <p:tavLst>
                                        <p:tav tm="0">
                                          <p:val>
                                            <p:strVal val="#ppt_x"/>
                                          </p:val>
                                        </p:tav>
                                        <p:tav tm="100000">
                                          <p:val>
                                            <p:strVal val="#ppt_x"/>
                                          </p:val>
                                        </p:tav>
                                      </p:tavLst>
                                    </p:anim>
                                    <p:anim calcmode="lin" valueType="num">
                                      <p:cBhvr additive="base">
                                        <p:cTn id="53" dur="500" fill="hold"/>
                                        <p:tgtEl>
                                          <p:spTgt spid="18"/>
                                        </p:tgtEl>
                                        <p:attrNameLst>
                                          <p:attrName>ppt_y</p:attrName>
                                        </p:attrNameLst>
                                      </p:cBhvr>
                                      <p:tavLst>
                                        <p:tav tm="0">
                                          <p:val>
                                            <p:strVal val="0-#ppt_h/2"/>
                                          </p:val>
                                        </p:tav>
                                        <p:tav tm="100000">
                                          <p:val>
                                            <p:strVal val="#ppt_y"/>
                                          </p:val>
                                        </p:tav>
                                      </p:tavLst>
                                    </p:anim>
                                  </p:childTnLst>
                                </p:cTn>
                              </p:par>
                              <p:par>
                                <p:cTn id="54" presetID="2" presetClass="entr" presetSubtype="4" accel="50000" decel="50000" fill="hold" grpId="0" nodeType="withEffect">
                                  <p:stCondLst>
                                    <p:cond delay="0"/>
                                  </p:stCondLst>
                                  <p:childTnLst>
                                    <p:set>
                                      <p:cBhvr>
                                        <p:cTn id="55" dur="1" fill="hold">
                                          <p:stCondLst>
                                            <p:cond delay="0"/>
                                          </p:stCondLst>
                                        </p:cTn>
                                        <p:tgtEl>
                                          <p:spTgt spid="19"/>
                                        </p:tgtEl>
                                        <p:attrNameLst>
                                          <p:attrName>style.visibility</p:attrName>
                                        </p:attrNameLst>
                                      </p:cBhvr>
                                      <p:to>
                                        <p:strVal val="visible"/>
                                      </p:to>
                                    </p:set>
                                    <p:anim calcmode="lin" valueType="num">
                                      <p:cBhvr additive="base">
                                        <p:cTn id="56" dur="500" fill="hold"/>
                                        <p:tgtEl>
                                          <p:spTgt spid="19"/>
                                        </p:tgtEl>
                                        <p:attrNameLst>
                                          <p:attrName>ppt_x</p:attrName>
                                        </p:attrNameLst>
                                      </p:cBhvr>
                                      <p:tavLst>
                                        <p:tav tm="0">
                                          <p:val>
                                            <p:strVal val="#ppt_x"/>
                                          </p:val>
                                        </p:tav>
                                        <p:tav tm="100000">
                                          <p:val>
                                            <p:strVal val="#ppt_x"/>
                                          </p:val>
                                        </p:tav>
                                      </p:tavLst>
                                    </p:anim>
                                    <p:anim calcmode="lin" valueType="num">
                                      <p:cBhvr additive="base">
                                        <p:cTn id="57" dur="500" fill="hold"/>
                                        <p:tgtEl>
                                          <p:spTgt spid="19"/>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53" presetClass="entr" presetSubtype="0" fill="hold" grpId="0" nodeType="afterEffect">
                                  <p:stCondLst>
                                    <p:cond delay="0"/>
                                  </p:stCondLst>
                                  <p:childTnLst>
                                    <p:set>
                                      <p:cBhvr>
                                        <p:cTn id="60" dur="1" fill="hold">
                                          <p:stCondLst>
                                            <p:cond delay="0"/>
                                          </p:stCondLst>
                                        </p:cTn>
                                        <p:tgtEl>
                                          <p:spTgt spid="20"/>
                                        </p:tgtEl>
                                        <p:attrNameLst>
                                          <p:attrName>style.visibility</p:attrName>
                                        </p:attrNameLst>
                                      </p:cBhvr>
                                      <p:to>
                                        <p:strVal val="visible"/>
                                      </p:to>
                                    </p:set>
                                    <p:anim calcmode="lin" valueType="num">
                                      <p:cBhvr>
                                        <p:cTn id="61" dur="500" fill="hold"/>
                                        <p:tgtEl>
                                          <p:spTgt spid="20"/>
                                        </p:tgtEl>
                                        <p:attrNameLst>
                                          <p:attrName>ppt_w</p:attrName>
                                        </p:attrNameLst>
                                      </p:cBhvr>
                                      <p:tavLst>
                                        <p:tav tm="0">
                                          <p:val>
                                            <p:fltVal val="0"/>
                                          </p:val>
                                        </p:tav>
                                        <p:tav tm="100000">
                                          <p:val>
                                            <p:strVal val="#ppt_w"/>
                                          </p:val>
                                        </p:tav>
                                      </p:tavLst>
                                    </p:anim>
                                    <p:anim calcmode="lin" valueType="num">
                                      <p:cBhvr>
                                        <p:cTn id="62" dur="500" fill="hold"/>
                                        <p:tgtEl>
                                          <p:spTgt spid="20"/>
                                        </p:tgtEl>
                                        <p:attrNameLst>
                                          <p:attrName>ppt_h</p:attrName>
                                        </p:attrNameLst>
                                      </p:cBhvr>
                                      <p:tavLst>
                                        <p:tav tm="0">
                                          <p:val>
                                            <p:fltVal val="0"/>
                                          </p:val>
                                        </p:tav>
                                        <p:tav tm="100000">
                                          <p:val>
                                            <p:strVal val="#ppt_h"/>
                                          </p:val>
                                        </p:tav>
                                      </p:tavLst>
                                    </p:anim>
                                    <p:animEffect transition="in" filter="fade">
                                      <p:cBhvr>
                                        <p:cTn id="6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28" grpId="0" animBg="1"/>
      <p:bldP spid="32" grpId="0" animBg="1"/>
      <p:bldP spid="60" grpId="0" animBg="1"/>
      <p:bldP spid="14" grpId="0" animBg="1"/>
      <p:bldP spid="15" grpId="0" animBg="1"/>
      <p:bldP spid="18" grpId="0" animBg="1"/>
      <p:bldP spid="19" grpId="0" animBg="1"/>
      <p:bldP spid="13" grpId="0" animBg="1"/>
      <p:bldP spid="16" grpId="0" animBg="1"/>
      <p:bldP spid="20" grpId="0" animBg="1"/>
      <p:bldP spid="2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imageHolder.jpg"/>
          <p:cNvPicPr>
            <a:picLocks noGrp="1" noChangeAspect="1"/>
          </p:cNvPicPr>
          <p:nvPr>
            <p:ph type="pic" sz="quarter" idx="10"/>
          </p:nvPr>
        </p:nvPicPr>
        <p:blipFill>
          <a:blip r:embed="rId3" cstate="print"/>
          <a:srcRect l="15801" r="15801"/>
          <a:stretch>
            <a:fillRect/>
          </a:stretch>
        </p:blipFill>
        <p:spPr/>
      </p:pic>
      <p:sp>
        <p:nvSpPr>
          <p:cNvPr id="65" name="Title 64"/>
          <p:cNvSpPr>
            <a:spLocks noGrp="1"/>
          </p:cNvSpPr>
          <p:nvPr>
            <p:ph type="title"/>
          </p:nvPr>
        </p:nvSpPr>
        <p:spPr/>
        <p:txBody>
          <a:bodyPr/>
          <a:lstStyle/>
          <a:p>
            <a:r>
              <a:rPr lang="en-US"/>
              <a:t>Portfolio List With Icons &amp; Pictures</a:t>
            </a:r>
            <a:endParaRPr lang="en-US" dirty="0"/>
          </a:p>
        </p:txBody>
      </p:sp>
      <p:sp>
        <p:nvSpPr>
          <p:cNvPr id="66" name="Text Placeholder 65"/>
          <p:cNvSpPr>
            <a:spLocks noGrp="1"/>
          </p:cNvSpPr>
          <p:nvPr>
            <p:ph type="body" sz="half" idx="2"/>
          </p:nvPr>
        </p:nvSpPr>
        <p:spPr/>
        <p:txBody>
          <a:bodyPr/>
          <a:lstStyle/>
          <a:p>
            <a:r>
              <a:rPr lang="en-US"/>
              <a:t>Portfolio List With Icons &amp; Pictures</a:t>
            </a:r>
            <a:endParaRPr lang="en-US" dirty="0"/>
          </a:p>
        </p:txBody>
      </p:sp>
      <p:sp>
        <p:nvSpPr>
          <p:cNvPr id="12" name="Slide Number Placeholder 11"/>
          <p:cNvSpPr>
            <a:spLocks noGrp="1"/>
          </p:cNvSpPr>
          <p:nvPr>
            <p:ph type="sldNum" sz="quarter" idx="14"/>
          </p:nvPr>
        </p:nvSpPr>
        <p:spPr/>
        <p:txBody>
          <a:bodyPr/>
          <a:lstStyle/>
          <a:p>
            <a:fld id="{C136B7D2-B98C-44FD-8D04-7EC62A564975}" type="slidenum">
              <a:rPr lang="en-US" smtClean="0"/>
              <a:pPr/>
              <a:t>54</a:t>
            </a:fld>
            <a:endParaRPr lang="en-US" dirty="0"/>
          </a:p>
        </p:txBody>
      </p:sp>
      <p:pic>
        <p:nvPicPr>
          <p:cNvPr id="27" name="Picture Placeholder 26" descr="imageHolder.jpg"/>
          <p:cNvPicPr>
            <a:picLocks noGrp="1" noChangeAspect="1"/>
          </p:cNvPicPr>
          <p:nvPr>
            <p:ph type="pic" sz="quarter" idx="15"/>
          </p:nvPr>
        </p:nvPicPr>
        <p:blipFill>
          <a:blip r:embed="rId3" cstate="print"/>
          <a:srcRect l="15801" r="15801"/>
          <a:stretch>
            <a:fillRect/>
          </a:stretch>
        </p:blipFill>
        <p:spPr/>
      </p:pic>
      <p:pic>
        <p:nvPicPr>
          <p:cNvPr id="26" name="Picture Placeholder 25" descr="imageHolder.jpg"/>
          <p:cNvPicPr>
            <a:picLocks noGrp="1" noChangeAspect="1"/>
          </p:cNvPicPr>
          <p:nvPr>
            <p:ph type="pic" sz="quarter" idx="16"/>
          </p:nvPr>
        </p:nvPicPr>
        <p:blipFill>
          <a:blip r:embed="rId3" cstate="print"/>
          <a:srcRect l="15801" r="15801"/>
          <a:stretch>
            <a:fillRect/>
          </a:stretch>
        </p:blipFill>
        <p:spPr/>
      </p:pic>
      <p:pic>
        <p:nvPicPr>
          <p:cNvPr id="29" name="Picture Placeholder 28" descr="imageHolder.jpg"/>
          <p:cNvPicPr>
            <a:picLocks noGrp="1" noChangeAspect="1"/>
          </p:cNvPicPr>
          <p:nvPr>
            <p:ph type="pic" sz="quarter" idx="17"/>
          </p:nvPr>
        </p:nvPicPr>
        <p:blipFill>
          <a:blip r:embed="rId4" cstate="print"/>
          <a:srcRect l="15876" r="15876"/>
          <a:stretch>
            <a:fillRect/>
          </a:stretch>
        </p:blipFill>
        <p:spPr/>
      </p:pic>
      <p:sp>
        <p:nvSpPr>
          <p:cNvPr id="13" name="Freeform 12"/>
          <p:cNvSpPr>
            <a:spLocks noEditPoints="1"/>
          </p:cNvSpPr>
          <p:nvPr/>
        </p:nvSpPr>
        <p:spPr bwMode="auto">
          <a:xfrm>
            <a:off x="1167667" y="1719607"/>
            <a:ext cx="403512" cy="589508"/>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56"/>
          <p:cNvSpPr>
            <a:spLocks noEditPoints="1"/>
          </p:cNvSpPr>
          <p:nvPr/>
        </p:nvSpPr>
        <p:spPr bwMode="auto">
          <a:xfrm>
            <a:off x="3277754" y="3484744"/>
            <a:ext cx="468217" cy="468217"/>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6"/>
          <p:cNvSpPr>
            <a:spLocks noEditPoints="1"/>
          </p:cNvSpPr>
          <p:nvPr/>
        </p:nvSpPr>
        <p:spPr bwMode="auto">
          <a:xfrm>
            <a:off x="7589424" y="3346041"/>
            <a:ext cx="348752" cy="586787"/>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71"/>
          <p:cNvSpPr>
            <a:spLocks/>
          </p:cNvSpPr>
          <p:nvPr/>
        </p:nvSpPr>
        <p:spPr bwMode="auto">
          <a:xfrm>
            <a:off x="5378498" y="1850186"/>
            <a:ext cx="476853" cy="345546"/>
          </a:xfrm>
          <a:custGeom>
            <a:avLst/>
            <a:gdLst/>
            <a:ahLst/>
            <a:cxnLst>
              <a:cxn ang="0">
                <a:pos x="64" y="42"/>
              </a:cxn>
              <a:cxn ang="0">
                <a:pos x="62" y="44"/>
              </a:cxn>
              <a:cxn ang="0">
                <a:pos x="61" y="45"/>
              </a:cxn>
              <a:cxn ang="0">
                <a:pos x="60" y="44"/>
              </a:cxn>
              <a:cxn ang="0">
                <a:pos x="45" y="30"/>
              </a:cxn>
              <a:cxn ang="0">
                <a:pos x="45" y="36"/>
              </a:cxn>
              <a:cxn ang="0">
                <a:pos x="35" y="46"/>
              </a:cxn>
              <a:cxn ang="0">
                <a:pos x="10" y="46"/>
              </a:cxn>
              <a:cxn ang="0">
                <a:pos x="0" y="36"/>
              </a:cxn>
              <a:cxn ang="0">
                <a:pos x="0" y="10"/>
              </a:cxn>
              <a:cxn ang="0">
                <a:pos x="10" y="0"/>
              </a:cxn>
              <a:cxn ang="0">
                <a:pos x="35" y="0"/>
              </a:cxn>
              <a:cxn ang="0">
                <a:pos x="45" y="10"/>
              </a:cxn>
              <a:cxn ang="0">
                <a:pos x="45" y="16"/>
              </a:cxn>
              <a:cxn ang="0">
                <a:pos x="60" y="2"/>
              </a:cxn>
              <a:cxn ang="0">
                <a:pos x="61" y="1"/>
              </a:cxn>
              <a:cxn ang="0">
                <a:pos x="62" y="1"/>
              </a:cxn>
              <a:cxn ang="0">
                <a:pos x="64" y="4"/>
              </a:cxn>
              <a:cxn ang="0">
                <a:pos x="64" y="42"/>
              </a:cxn>
            </a:cxnLst>
            <a:rect l="0" t="0" r="r" b="b"/>
            <a:pathLst>
              <a:path w="64" h="46">
                <a:moveTo>
                  <a:pt x="64" y="42"/>
                </a:moveTo>
                <a:cubicBezTo>
                  <a:pt x="64" y="43"/>
                  <a:pt x="63" y="44"/>
                  <a:pt x="62" y="44"/>
                </a:cubicBezTo>
                <a:cubicBezTo>
                  <a:pt x="62" y="45"/>
                  <a:pt x="62" y="45"/>
                  <a:pt x="61" y="45"/>
                </a:cubicBezTo>
                <a:cubicBezTo>
                  <a:pt x="61" y="45"/>
                  <a:pt x="60" y="44"/>
                  <a:pt x="60" y="44"/>
                </a:cubicBezTo>
                <a:cubicBezTo>
                  <a:pt x="45" y="30"/>
                  <a:pt x="45" y="30"/>
                  <a:pt x="45" y="30"/>
                </a:cubicBezTo>
                <a:cubicBezTo>
                  <a:pt x="45" y="36"/>
                  <a:pt x="45" y="36"/>
                  <a:pt x="45" y="36"/>
                </a:cubicBezTo>
                <a:cubicBezTo>
                  <a:pt x="45" y="41"/>
                  <a:pt x="41" y="46"/>
                  <a:pt x="35" y="46"/>
                </a:cubicBezTo>
                <a:cubicBezTo>
                  <a:pt x="10" y="46"/>
                  <a:pt x="10" y="46"/>
                  <a:pt x="10" y="46"/>
                </a:cubicBezTo>
                <a:cubicBezTo>
                  <a:pt x="4" y="46"/>
                  <a:pt x="0" y="41"/>
                  <a:pt x="0" y="36"/>
                </a:cubicBezTo>
                <a:cubicBezTo>
                  <a:pt x="0" y="10"/>
                  <a:pt x="0" y="10"/>
                  <a:pt x="0" y="10"/>
                </a:cubicBezTo>
                <a:cubicBezTo>
                  <a:pt x="0" y="5"/>
                  <a:pt x="4" y="0"/>
                  <a:pt x="10" y="0"/>
                </a:cubicBezTo>
                <a:cubicBezTo>
                  <a:pt x="35" y="0"/>
                  <a:pt x="35" y="0"/>
                  <a:pt x="35" y="0"/>
                </a:cubicBezTo>
                <a:cubicBezTo>
                  <a:pt x="41" y="0"/>
                  <a:pt x="45" y="5"/>
                  <a:pt x="45" y="10"/>
                </a:cubicBezTo>
                <a:cubicBezTo>
                  <a:pt x="45" y="16"/>
                  <a:pt x="45" y="16"/>
                  <a:pt x="45" y="16"/>
                </a:cubicBezTo>
                <a:cubicBezTo>
                  <a:pt x="60" y="2"/>
                  <a:pt x="60" y="2"/>
                  <a:pt x="60" y="2"/>
                </a:cubicBezTo>
                <a:cubicBezTo>
                  <a:pt x="60" y="1"/>
                  <a:pt x="61" y="1"/>
                  <a:pt x="61" y="1"/>
                </a:cubicBezTo>
                <a:cubicBezTo>
                  <a:pt x="62" y="1"/>
                  <a:pt x="62" y="1"/>
                  <a:pt x="62" y="1"/>
                </a:cubicBezTo>
                <a:cubicBezTo>
                  <a:pt x="63" y="2"/>
                  <a:pt x="64" y="3"/>
                  <a:pt x="64" y="4"/>
                </a:cubicBezTo>
                <a:lnTo>
                  <a:pt x="64" y="4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TextBox 44"/>
          <p:cNvSpPr txBox="1"/>
          <p:nvPr/>
        </p:nvSpPr>
        <p:spPr>
          <a:xfrm>
            <a:off x="886920" y="2419350"/>
            <a:ext cx="965008" cy="184666"/>
          </a:xfrm>
          <a:prstGeom prst="rect">
            <a:avLst/>
          </a:prstGeom>
          <a:noFill/>
        </p:spPr>
        <p:txBody>
          <a:bodyPr wrap="none" lIns="0" tIns="0" rIns="0" bIns="0" rtlCol="0" anchor="ctr">
            <a:spAutoFit/>
          </a:bodyPr>
          <a:lstStyle/>
          <a:p>
            <a:pPr algn="ctr"/>
            <a:r>
              <a:rPr lang="en-US" sz="1200" dirty="0">
                <a:solidFill>
                  <a:schemeClr val="bg1"/>
                </a:solidFill>
                <a:latin typeface="+mj-lt"/>
              </a:rPr>
              <a:t>Keyword Here</a:t>
            </a:r>
          </a:p>
        </p:txBody>
      </p:sp>
      <p:sp>
        <p:nvSpPr>
          <p:cNvPr id="46" name="TextBox 45"/>
          <p:cNvSpPr txBox="1"/>
          <p:nvPr/>
        </p:nvSpPr>
        <p:spPr>
          <a:xfrm>
            <a:off x="5105400" y="2419350"/>
            <a:ext cx="965008" cy="184666"/>
          </a:xfrm>
          <a:prstGeom prst="rect">
            <a:avLst/>
          </a:prstGeom>
          <a:noFill/>
        </p:spPr>
        <p:txBody>
          <a:bodyPr wrap="none" lIns="0" tIns="0" rIns="0" bIns="0" rtlCol="0" anchor="ctr">
            <a:spAutoFit/>
          </a:bodyPr>
          <a:lstStyle/>
          <a:p>
            <a:pPr algn="ctr"/>
            <a:r>
              <a:rPr lang="en-US" sz="1200" dirty="0">
                <a:solidFill>
                  <a:schemeClr val="bg1"/>
                </a:solidFill>
                <a:latin typeface="+mj-lt"/>
              </a:rPr>
              <a:t>Keyword Here</a:t>
            </a:r>
          </a:p>
        </p:txBody>
      </p:sp>
      <p:sp>
        <p:nvSpPr>
          <p:cNvPr id="47" name="TextBox 46"/>
          <p:cNvSpPr txBox="1"/>
          <p:nvPr/>
        </p:nvSpPr>
        <p:spPr>
          <a:xfrm>
            <a:off x="7239000" y="4074670"/>
            <a:ext cx="965008" cy="184666"/>
          </a:xfrm>
          <a:prstGeom prst="rect">
            <a:avLst/>
          </a:prstGeom>
          <a:noFill/>
        </p:spPr>
        <p:txBody>
          <a:bodyPr wrap="none" lIns="0" tIns="0" rIns="0" bIns="0" rtlCol="0" anchor="ctr">
            <a:spAutoFit/>
          </a:bodyPr>
          <a:lstStyle/>
          <a:p>
            <a:pPr algn="ctr"/>
            <a:r>
              <a:rPr lang="en-US" sz="1200" dirty="0">
                <a:solidFill>
                  <a:schemeClr val="bg1"/>
                </a:solidFill>
                <a:latin typeface="+mj-lt"/>
              </a:rPr>
              <a:t>Keyword Here</a:t>
            </a:r>
          </a:p>
        </p:txBody>
      </p:sp>
      <p:sp>
        <p:nvSpPr>
          <p:cNvPr id="48" name="TextBox 47"/>
          <p:cNvSpPr txBox="1"/>
          <p:nvPr/>
        </p:nvSpPr>
        <p:spPr>
          <a:xfrm>
            <a:off x="3032720" y="4074670"/>
            <a:ext cx="965008" cy="184666"/>
          </a:xfrm>
          <a:prstGeom prst="rect">
            <a:avLst/>
          </a:prstGeom>
          <a:noFill/>
        </p:spPr>
        <p:txBody>
          <a:bodyPr wrap="none" lIns="0" tIns="0" rIns="0" bIns="0" rtlCol="0" anchor="ctr">
            <a:spAutoFit/>
          </a:bodyPr>
          <a:lstStyle/>
          <a:p>
            <a:pPr algn="ctr"/>
            <a:r>
              <a:rPr lang="en-US" sz="1200" dirty="0">
                <a:solidFill>
                  <a:schemeClr val="bg1"/>
                </a:solidFill>
                <a:latin typeface="+mj-lt"/>
              </a:rPr>
              <a:t>Keyword Here</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Effect transition="in" filter="fade">
                                      <p:cBhvr>
                                        <p:cTn id="9" dur="500"/>
                                        <p:tgtEl>
                                          <p:spTgt spid="13"/>
                                        </p:tgtEl>
                                      </p:cBhvr>
                                    </p:animEffect>
                                  </p:childTnLst>
                                </p:cTn>
                              </p:par>
                              <p:par>
                                <p:cTn id="10" presetID="22" presetClass="entr" presetSubtype="4" fill="hold" grpId="0" nodeType="withEffect">
                                  <p:stCondLst>
                                    <p:cond delay="0"/>
                                  </p:stCondLst>
                                  <p:childTnLst>
                                    <p:set>
                                      <p:cBhvr>
                                        <p:cTn id="11" dur="1" fill="hold">
                                          <p:stCondLst>
                                            <p:cond delay="0"/>
                                          </p:stCondLst>
                                        </p:cTn>
                                        <p:tgtEl>
                                          <p:spTgt spid="45"/>
                                        </p:tgtEl>
                                        <p:attrNameLst>
                                          <p:attrName>style.visibility</p:attrName>
                                        </p:attrNameLst>
                                      </p:cBhvr>
                                      <p:to>
                                        <p:strVal val="visible"/>
                                      </p:to>
                                    </p:set>
                                    <p:animEffect transition="in" filter="wipe(down)">
                                      <p:cBhvr>
                                        <p:cTn id="12" dur="500"/>
                                        <p:tgtEl>
                                          <p:spTgt spid="45"/>
                                        </p:tgtEl>
                                      </p:cBhvr>
                                    </p:animEffect>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16"/>
                                        </p:tgtEl>
                                        <p:attrNameLst>
                                          <p:attrName>style.visibility</p:attrName>
                                        </p:attrNameLst>
                                      </p:cBhvr>
                                      <p:to>
                                        <p:strVal val="visible"/>
                                      </p:to>
                                    </p:set>
                                    <p:anim calcmode="lin" valueType="num">
                                      <p:cBhvr>
                                        <p:cTn id="16" dur="500" fill="hold"/>
                                        <p:tgtEl>
                                          <p:spTgt spid="16"/>
                                        </p:tgtEl>
                                        <p:attrNameLst>
                                          <p:attrName>ppt_w</p:attrName>
                                        </p:attrNameLst>
                                      </p:cBhvr>
                                      <p:tavLst>
                                        <p:tav tm="0">
                                          <p:val>
                                            <p:fltVal val="0"/>
                                          </p:val>
                                        </p:tav>
                                        <p:tav tm="100000">
                                          <p:val>
                                            <p:strVal val="#ppt_w"/>
                                          </p:val>
                                        </p:tav>
                                      </p:tavLst>
                                    </p:anim>
                                    <p:anim calcmode="lin" valueType="num">
                                      <p:cBhvr>
                                        <p:cTn id="17" dur="500" fill="hold"/>
                                        <p:tgtEl>
                                          <p:spTgt spid="16"/>
                                        </p:tgtEl>
                                        <p:attrNameLst>
                                          <p:attrName>ppt_h</p:attrName>
                                        </p:attrNameLst>
                                      </p:cBhvr>
                                      <p:tavLst>
                                        <p:tav tm="0">
                                          <p:val>
                                            <p:fltVal val="0"/>
                                          </p:val>
                                        </p:tav>
                                        <p:tav tm="100000">
                                          <p:val>
                                            <p:strVal val="#ppt_h"/>
                                          </p:val>
                                        </p:tav>
                                      </p:tavLst>
                                    </p:anim>
                                    <p:animEffect transition="in" filter="fade">
                                      <p:cBhvr>
                                        <p:cTn id="18" dur="500"/>
                                        <p:tgtEl>
                                          <p:spTgt spid="16"/>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48"/>
                                        </p:tgtEl>
                                        <p:attrNameLst>
                                          <p:attrName>style.visibility</p:attrName>
                                        </p:attrNameLst>
                                      </p:cBhvr>
                                      <p:to>
                                        <p:strVal val="visible"/>
                                      </p:to>
                                    </p:set>
                                    <p:animEffect transition="in" filter="wipe(down)">
                                      <p:cBhvr>
                                        <p:cTn id="21" dur="500"/>
                                        <p:tgtEl>
                                          <p:spTgt spid="48"/>
                                        </p:tgtEl>
                                      </p:cBhvr>
                                    </p:animEffect>
                                  </p:childTnLst>
                                </p:cTn>
                              </p:par>
                            </p:childTnLst>
                          </p:cTn>
                        </p:par>
                        <p:par>
                          <p:cTn id="22" fill="hold">
                            <p:stCondLst>
                              <p:cond delay="1000"/>
                            </p:stCondLst>
                            <p:childTnLst>
                              <p:par>
                                <p:cTn id="23" presetID="53" presetClass="entr" presetSubtype="0" fill="hold" grpId="0" nodeType="after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500" fill="hold"/>
                                        <p:tgtEl>
                                          <p:spTgt spid="20"/>
                                        </p:tgtEl>
                                        <p:attrNameLst>
                                          <p:attrName>ppt_w</p:attrName>
                                        </p:attrNameLst>
                                      </p:cBhvr>
                                      <p:tavLst>
                                        <p:tav tm="0">
                                          <p:val>
                                            <p:fltVal val="0"/>
                                          </p:val>
                                        </p:tav>
                                        <p:tav tm="100000">
                                          <p:val>
                                            <p:strVal val="#ppt_w"/>
                                          </p:val>
                                        </p:tav>
                                      </p:tavLst>
                                    </p:anim>
                                    <p:anim calcmode="lin" valueType="num">
                                      <p:cBhvr>
                                        <p:cTn id="26" dur="500" fill="hold"/>
                                        <p:tgtEl>
                                          <p:spTgt spid="20"/>
                                        </p:tgtEl>
                                        <p:attrNameLst>
                                          <p:attrName>ppt_h</p:attrName>
                                        </p:attrNameLst>
                                      </p:cBhvr>
                                      <p:tavLst>
                                        <p:tav tm="0">
                                          <p:val>
                                            <p:fltVal val="0"/>
                                          </p:val>
                                        </p:tav>
                                        <p:tav tm="100000">
                                          <p:val>
                                            <p:strVal val="#ppt_h"/>
                                          </p:val>
                                        </p:tav>
                                      </p:tavLst>
                                    </p:anim>
                                    <p:animEffect transition="in" filter="fade">
                                      <p:cBhvr>
                                        <p:cTn id="27" dur="500"/>
                                        <p:tgtEl>
                                          <p:spTgt spid="20"/>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wipe(down)">
                                      <p:cBhvr>
                                        <p:cTn id="30" dur="500"/>
                                        <p:tgtEl>
                                          <p:spTgt spid="46"/>
                                        </p:tgtEl>
                                      </p:cBhvr>
                                    </p:animEffect>
                                  </p:childTnLst>
                                </p:cTn>
                              </p:par>
                            </p:childTnLst>
                          </p:cTn>
                        </p:par>
                        <p:par>
                          <p:cTn id="31" fill="hold">
                            <p:stCondLst>
                              <p:cond delay="1500"/>
                            </p:stCondLst>
                            <p:childTnLst>
                              <p:par>
                                <p:cTn id="32" presetID="53" presetClass="entr" presetSubtype="0" fill="hold" grpId="0" nodeType="after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p:cTn id="34" dur="500" fill="hold"/>
                                        <p:tgtEl>
                                          <p:spTgt spid="17"/>
                                        </p:tgtEl>
                                        <p:attrNameLst>
                                          <p:attrName>ppt_w</p:attrName>
                                        </p:attrNameLst>
                                      </p:cBhvr>
                                      <p:tavLst>
                                        <p:tav tm="0">
                                          <p:val>
                                            <p:fltVal val="0"/>
                                          </p:val>
                                        </p:tav>
                                        <p:tav tm="100000">
                                          <p:val>
                                            <p:strVal val="#ppt_w"/>
                                          </p:val>
                                        </p:tav>
                                      </p:tavLst>
                                    </p:anim>
                                    <p:anim calcmode="lin" valueType="num">
                                      <p:cBhvr>
                                        <p:cTn id="35" dur="500" fill="hold"/>
                                        <p:tgtEl>
                                          <p:spTgt spid="17"/>
                                        </p:tgtEl>
                                        <p:attrNameLst>
                                          <p:attrName>ppt_h</p:attrName>
                                        </p:attrNameLst>
                                      </p:cBhvr>
                                      <p:tavLst>
                                        <p:tav tm="0">
                                          <p:val>
                                            <p:fltVal val="0"/>
                                          </p:val>
                                        </p:tav>
                                        <p:tav tm="100000">
                                          <p:val>
                                            <p:strVal val="#ppt_h"/>
                                          </p:val>
                                        </p:tav>
                                      </p:tavLst>
                                    </p:anim>
                                    <p:animEffect transition="in" filter="fade">
                                      <p:cBhvr>
                                        <p:cTn id="36" dur="500"/>
                                        <p:tgtEl>
                                          <p:spTgt spid="17"/>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47"/>
                                        </p:tgtEl>
                                        <p:attrNameLst>
                                          <p:attrName>style.visibility</p:attrName>
                                        </p:attrNameLst>
                                      </p:cBhvr>
                                      <p:to>
                                        <p:strVal val="visible"/>
                                      </p:to>
                                    </p:set>
                                    <p:animEffect transition="in" filter="wipe(down)">
                                      <p:cBhvr>
                                        <p:cTn id="3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6" grpId="0" animBg="1"/>
      <p:bldP spid="17" grpId="0" animBg="1"/>
      <p:bldP spid="20" grpId="0" animBg="1"/>
      <p:bldP spid="45" grpId="0"/>
      <p:bldP spid="46" grpId="0"/>
      <p:bldP spid="47" grpId="0"/>
      <p:bldP spid="48"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Pricing Plan Table</a:t>
            </a:r>
            <a:endParaRPr lang="en-US" dirty="0"/>
          </a:p>
        </p:txBody>
      </p:sp>
      <p:sp>
        <p:nvSpPr>
          <p:cNvPr id="4" name="Text Placeholder 3"/>
          <p:cNvSpPr>
            <a:spLocks noGrp="1"/>
          </p:cNvSpPr>
          <p:nvPr>
            <p:ph type="body" sz="half" idx="2"/>
          </p:nvPr>
        </p:nvSpPr>
        <p:spPr/>
        <p:txBody>
          <a:bodyPr/>
          <a:lstStyle/>
          <a:p>
            <a:r>
              <a:rPr lang="en-US"/>
              <a:t>Simple Pricing Plan Table</a:t>
            </a:r>
            <a:endParaRPr lang="en-US" dirty="0"/>
          </a:p>
        </p:txBody>
      </p:sp>
      <p:sp>
        <p:nvSpPr>
          <p:cNvPr id="9" name="Slide Number Placeholder 8"/>
          <p:cNvSpPr>
            <a:spLocks noGrp="1"/>
          </p:cNvSpPr>
          <p:nvPr>
            <p:ph type="sldNum" sz="quarter" idx="12"/>
          </p:nvPr>
        </p:nvSpPr>
        <p:spPr/>
        <p:txBody>
          <a:bodyPr/>
          <a:lstStyle/>
          <a:p>
            <a:fld id="{C136B7D2-B98C-44FD-8D04-7EC62A564975}" type="slidenum">
              <a:rPr lang="en-US" smtClean="0"/>
              <a:pPr/>
              <a:t>55</a:t>
            </a:fld>
            <a:endParaRPr lang="en-US" dirty="0"/>
          </a:p>
        </p:txBody>
      </p:sp>
      <p:grpSp>
        <p:nvGrpSpPr>
          <p:cNvPr id="3" name="Group 57"/>
          <p:cNvGrpSpPr/>
          <p:nvPr/>
        </p:nvGrpSpPr>
        <p:grpSpPr>
          <a:xfrm>
            <a:off x="481900" y="1131573"/>
            <a:ext cx="2045051" cy="3398815"/>
            <a:chOff x="481900" y="1131573"/>
            <a:chExt cx="2045051" cy="3398815"/>
          </a:xfrm>
        </p:grpSpPr>
        <p:sp>
          <p:nvSpPr>
            <p:cNvPr id="6" name="Round Same Side Corner Rectangle 5"/>
            <p:cNvSpPr/>
            <p:nvPr/>
          </p:nvSpPr>
          <p:spPr>
            <a:xfrm rot="16200000">
              <a:off x="-194982" y="1808456"/>
              <a:ext cx="3398814" cy="2045050"/>
            </a:xfrm>
            <a:prstGeom prst="round2SameRect">
              <a:avLst>
                <a:gd name="adj1" fmla="val 25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 Same Side Corner Rectangle 11"/>
            <p:cNvSpPr/>
            <p:nvPr/>
          </p:nvSpPr>
          <p:spPr>
            <a:xfrm rot="16200000">
              <a:off x="870748" y="742726"/>
              <a:ext cx="1267356" cy="2045050"/>
            </a:xfrm>
            <a:prstGeom prst="round2SameRect">
              <a:avLst>
                <a:gd name="adj1" fmla="val 2589"/>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59"/>
          <p:cNvGrpSpPr/>
          <p:nvPr/>
        </p:nvGrpSpPr>
        <p:grpSpPr>
          <a:xfrm>
            <a:off x="4572000" y="1131572"/>
            <a:ext cx="2045051" cy="3398816"/>
            <a:chOff x="4572000" y="1131572"/>
            <a:chExt cx="2045051" cy="3398816"/>
          </a:xfrm>
        </p:grpSpPr>
        <p:sp>
          <p:nvSpPr>
            <p:cNvPr id="8" name="Rectangle 7"/>
            <p:cNvSpPr/>
            <p:nvPr/>
          </p:nvSpPr>
          <p:spPr>
            <a:xfrm rot="16200000">
              <a:off x="3895118" y="1808456"/>
              <a:ext cx="3398814" cy="20450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16200000">
              <a:off x="4960847" y="742726"/>
              <a:ext cx="1267357" cy="2045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60"/>
          <p:cNvGrpSpPr/>
          <p:nvPr/>
        </p:nvGrpSpPr>
        <p:grpSpPr>
          <a:xfrm>
            <a:off x="6617051" y="1131572"/>
            <a:ext cx="2045050" cy="3398816"/>
            <a:chOff x="6617051" y="1131572"/>
            <a:chExt cx="2045050" cy="3398816"/>
          </a:xfrm>
        </p:grpSpPr>
        <p:sp>
          <p:nvSpPr>
            <p:cNvPr id="10" name="Round Same Side Corner Rectangle 9"/>
            <p:cNvSpPr/>
            <p:nvPr/>
          </p:nvSpPr>
          <p:spPr>
            <a:xfrm rot="5400000" flipH="1">
              <a:off x="5940169" y="1808456"/>
              <a:ext cx="3398814" cy="2045050"/>
            </a:xfrm>
            <a:prstGeom prst="round2SameRect">
              <a:avLst>
                <a:gd name="adj1" fmla="val 25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ound Same Side Corner Rectangle 14"/>
            <p:cNvSpPr/>
            <p:nvPr/>
          </p:nvSpPr>
          <p:spPr>
            <a:xfrm rot="5400000" flipH="1">
              <a:off x="7005897" y="742726"/>
              <a:ext cx="1267358" cy="2045050"/>
            </a:xfrm>
            <a:prstGeom prst="round2SameRect">
              <a:avLst>
                <a:gd name="adj1" fmla="val 2589"/>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58"/>
          <p:cNvGrpSpPr/>
          <p:nvPr/>
        </p:nvGrpSpPr>
        <p:grpSpPr>
          <a:xfrm>
            <a:off x="2411737" y="940093"/>
            <a:ext cx="2275477" cy="3781775"/>
            <a:chOff x="2411737" y="940093"/>
            <a:chExt cx="2275477" cy="3781775"/>
          </a:xfrm>
        </p:grpSpPr>
        <p:sp>
          <p:nvSpPr>
            <p:cNvPr id="7" name="Rectangle 6"/>
            <p:cNvSpPr/>
            <p:nvPr/>
          </p:nvSpPr>
          <p:spPr>
            <a:xfrm rot="16200000">
              <a:off x="1658589" y="1693243"/>
              <a:ext cx="3781774" cy="2275476"/>
            </a:xfrm>
            <a:prstGeom prst="rect">
              <a:avLst/>
            </a:prstGeom>
            <a:solidFill>
              <a:schemeClr val="bg1">
                <a:lumMod val="9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rot="16200000">
              <a:off x="2820057" y="531773"/>
              <a:ext cx="1458836" cy="22754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Sev01"/>
          <p:cNvSpPr>
            <a:spLocks noChangeAspect="1"/>
          </p:cNvSpPr>
          <p:nvPr/>
        </p:nvSpPr>
        <p:spPr>
          <a:xfrm>
            <a:off x="958532" y="1854032"/>
            <a:ext cx="1091787" cy="1091787"/>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1" name="Sev01"/>
          <p:cNvSpPr>
            <a:spLocks noChangeAspect="1"/>
          </p:cNvSpPr>
          <p:nvPr/>
        </p:nvSpPr>
        <p:spPr>
          <a:xfrm>
            <a:off x="3003582" y="1854032"/>
            <a:ext cx="1091787" cy="1091787"/>
          </a:xfrm>
          <a:prstGeom prst="ellipse">
            <a:avLst/>
          </a:prstGeom>
          <a:solidFill>
            <a:schemeClr val="bg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2" name="Sev01"/>
          <p:cNvSpPr>
            <a:spLocks noChangeAspect="1"/>
          </p:cNvSpPr>
          <p:nvPr/>
        </p:nvSpPr>
        <p:spPr>
          <a:xfrm>
            <a:off x="5048632" y="1854032"/>
            <a:ext cx="1091787" cy="1091787"/>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3" name="Sev01"/>
          <p:cNvSpPr>
            <a:spLocks noChangeAspect="1"/>
          </p:cNvSpPr>
          <p:nvPr/>
        </p:nvSpPr>
        <p:spPr>
          <a:xfrm>
            <a:off x="7093683" y="1854032"/>
            <a:ext cx="1091787" cy="1091787"/>
          </a:xfrm>
          <a:prstGeom prst="ellipse">
            <a:avLst/>
          </a:prstGeom>
          <a:solidFill>
            <a:schemeClr val="bg1"/>
          </a:soli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4" name="TextBox 23"/>
          <p:cNvSpPr txBox="1"/>
          <p:nvPr/>
        </p:nvSpPr>
        <p:spPr>
          <a:xfrm>
            <a:off x="1086383" y="1582040"/>
            <a:ext cx="834652" cy="215444"/>
          </a:xfrm>
          <a:prstGeom prst="rect">
            <a:avLst/>
          </a:prstGeom>
          <a:noFill/>
        </p:spPr>
        <p:txBody>
          <a:bodyPr wrap="none" lIns="0" tIns="0" rIns="0" bIns="0" rtlCol="0" anchor="t">
            <a:spAutoFit/>
          </a:bodyPr>
          <a:lstStyle/>
          <a:p>
            <a:pPr algn="ctr"/>
            <a:r>
              <a:rPr lang="en-US" sz="1400" b="1" dirty="0">
                <a:solidFill>
                  <a:schemeClr val="accent1">
                    <a:lumMod val="50000"/>
                  </a:schemeClr>
                </a:solidFill>
              </a:rPr>
              <a:t>STARTER</a:t>
            </a:r>
          </a:p>
        </p:txBody>
      </p:sp>
      <p:sp>
        <p:nvSpPr>
          <p:cNvPr id="25" name="TextBox 24"/>
          <p:cNvSpPr txBox="1"/>
          <p:nvPr/>
        </p:nvSpPr>
        <p:spPr>
          <a:xfrm>
            <a:off x="2843790" y="1492201"/>
            <a:ext cx="1417055" cy="215444"/>
          </a:xfrm>
          <a:prstGeom prst="rect">
            <a:avLst/>
          </a:prstGeom>
          <a:noFill/>
        </p:spPr>
        <p:txBody>
          <a:bodyPr wrap="none" lIns="0" tIns="0" rIns="0" bIns="0" rtlCol="0" anchor="t">
            <a:spAutoFit/>
          </a:bodyPr>
          <a:lstStyle/>
          <a:p>
            <a:pPr algn="ctr"/>
            <a:r>
              <a:rPr lang="en-US" sz="1400" b="1" dirty="0">
                <a:solidFill>
                  <a:schemeClr val="accent2">
                    <a:lumMod val="50000"/>
                  </a:schemeClr>
                </a:solidFill>
              </a:rPr>
              <a:t>PROFESSIONAL</a:t>
            </a:r>
          </a:p>
        </p:txBody>
      </p:sp>
      <p:sp>
        <p:nvSpPr>
          <p:cNvPr id="26" name="TextBox 25"/>
          <p:cNvSpPr txBox="1"/>
          <p:nvPr/>
        </p:nvSpPr>
        <p:spPr>
          <a:xfrm>
            <a:off x="5179111" y="1585179"/>
            <a:ext cx="920124" cy="215444"/>
          </a:xfrm>
          <a:prstGeom prst="rect">
            <a:avLst/>
          </a:prstGeom>
          <a:noFill/>
        </p:spPr>
        <p:txBody>
          <a:bodyPr wrap="none" lIns="0" tIns="0" rIns="0" bIns="0" rtlCol="0" anchor="t">
            <a:spAutoFit/>
          </a:bodyPr>
          <a:lstStyle/>
          <a:p>
            <a:pPr algn="ctr"/>
            <a:r>
              <a:rPr lang="en-US" sz="1400" b="1" dirty="0">
                <a:solidFill>
                  <a:schemeClr val="accent3">
                    <a:lumMod val="50000"/>
                  </a:schemeClr>
                </a:solidFill>
              </a:rPr>
              <a:t>BUSINESS</a:t>
            </a:r>
          </a:p>
        </p:txBody>
      </p:sp>
      <p:sp>
        <p:nvSpPr>
          <p:cNvPr id="27" name="TextBox 26"/>
          <p:cNvSpPr txBox="1"/>
          <p:nvPr/>
        </p:nvSpPr>
        <p:spPr>
          <a:xfrm>
            <a:off x="7151392" y="1582040"/>
            <a:ext cx="976228" cy="215444"/>
          </a:xfrm>
          <a:prstGeom prst="rect">
            <a:avLst/>
          </a:prstGeom>
          <a:noFill/>
        </p:spPr>
        <p:txBody>
          <a:bodyPr wrap="none" lIns="0" tIns="0" rIns="0" bIns="0" rtlCol="0" anchor="t">
            <a:spAutoFit/>
          </a:bodyPr>
          <a:lstStyle/>
          <a:p>
            <a:pPr algn="ctr"/>
            <a:r>
              <a:rPr lang="en-US" sz="1400" b="1" dirty="0">
                <a:solidFill>
                  <a:schemeClr val="accent4">
                    <a:lumMod val="50000"/>
                  </a:schemeClr>
                </a:solidFill>
              </a:rPr>
              <a:t>UNLIMITED</a:t>
            </a:r>
          </a:p>
        </p:txBody>
      </p:sp>
      <p:sp>
        <p:nvSpPr>
          <p:cNvPr id="28" name="TextBox 27"/>
          <p:cNvSpPr txBox="1"/>
          <p:nvPr/>
        </p:nvSpPr>
        <p:spPr>
          <a:xfrm>
            <a:off x="1127720" y="2215259"/>
            <a:ext cx="753411" cy="369332"/>
          </a:xfrm>
          <a:prstGeom prst="rect">
            <a:avLst/>
          </a:prstGeom>
          <a:noFill/>
        </p:spPr>
        <p:txBody>
          <a:bodyPr wrap="none" lIns="0" tIns="0" rIns="0" bIns="0" rtlCol="0" anchor="t">
            <a:spAutoFit/>
          </a:bodyPr>
          <a:lstStyle/>
          <a:p>
            <a:pPr algn="ctr"/>
            <a:r>
              <a:rPr lang="en-US" sz="1200" b="1" dirty="0">
                <a:solidFill>
                  <a:schemeClr val="accent1"/>
                </a:solidFill>
              </a:rPr>
              <a:t>$20</a:t>
            </a:r>
            <a:br>
              <a:rPr lang="en-US" sz="1200" b="1" dirty="0">
                <a:solidFill>
                  <a:schemeClr val="accent1"/>
                </a:solidFill>
              </a:rPr>
            </a:br>
            <a:r>
              <a:rPr lang="en-US" sz="1200" b="1" dirty="0">
                <a:solidFill>
                  <a:schemeClr val="accent1"/>
                </a:solidFill>
              </a:rPr>
              <a:t>Per Month</a:t>
            </a:r>
          </a:p>
        </p:txBody>
      </p:sp>
      <p:sp>
        <p:nvSpPr>
          <p:cNvPr id="29" name="TextBox 28"/>
          <p:cNvSpPr txBox="1"/>
          <p:nvPr/>
        </p:nvSpPr>
        <p:spPr>
          <a:xfrm>
            <a:off x="3172770" y="2215259"/>
            <a:ext cx="753411" cy="369332"/>
          </a:xfrm>
          <a:prstGeom prst="rect">
            <a:avLst/>
          </a:prstGeom>
          <a:noFill/>
        </p:spPr>
        <p:txBody>
          <a:bodyPr wrap="none" lIns="0" tIns="0" rIns="0" bIns="0" rtlCol="0" anchor="t">
            <a:spAutoFit/>
          </a:bodyPr>
          <a:lstStyle/>
          <a:p>
            <a:pPr algn="ctr"/>
            <a:r>
              <a:rPr lang="en-US" sz="1200" b="1" dirty="0">
                <a:solidFill>
                  <a:schemeClr val="accent2"/>
                </a:solidFill>
              </a:rPr>
              <a:t>$100</a:t>
            </a:r>
            <a:br>
              <a:rPr lang="en-US" sz="1200" b="1" dirty="0">
                <a:solidFill>
                  <a:schemeClr val="accent2"/>
                </a:solidFill>
              </a:rPr>
            </a:br>
            <a:r>
              <a:rPr lang="en-US" sz="1200" b="1" dirty="0">
                <a:solidFill>
                  <a:schemeClr val="accent2"/>
                </a:solidFill>
              </a:rPr>
              <a:t>Per Month</a:t>
            </a:r>
          </a:p>
        </p:txBody>
      </p:sp>
      <p:sp>
        <p:nvSpPr>
          <p:cNvPr id="30" name="TextBox 29"/>
          <p:cNvSpPr txBox="1"/>
          <p:nvPr/>
        </p:nvSpPr>
        <p:spPr>
          <a:xfrm>
            <a:off x="5217820" y="2215259"/>
            <a:ext cx="753411" cy="369332"/>
          </a:xfrm>
          <a:prstGeom prst="rect">
            <a:avLst/>
          </a:prstGeom>
          <a:noFill/>
        </p:spPr>
        <p:txBody>
          <a:bodyPr wrap="none" lIns="0" tIns="0" rIns="0" bIns="0" rtlCol="0" anchor="t">
            <a:spAutoFit/>
          </a:bodyPr>
          <a:lstStyle/>
          <a:p>
            <a:pPr algn="ctr"/>
            <a:r>
              <a:rPr lang="en-US" sz="1200" b="1" dirty="0">
                <a:solidFill>
                  <a:schemeClr val="accent3"/>
                </a:solidFill>
              </a:rPr>
              <a:t>$200</a:t>
            </a:r>
            <a:br>
              <a:rPr lang="en-US" sz="1200" b="1" dirty="0">
                <a:solidFill>
                  <a:schemeClr val="accent3"/>
                </a:solidFill>
              </a:rPr>
            </a:br>
            <a:r>
              <a:rPr lang="en-US" sz="1200" b="1" dirty="0">
                <a:solidFill>
                  <a:schemeClr val="accent3"/>
                </a:solidFill>
              </a:rPr>
              <a:t>Per Month</a:t>
            </a:r>
          </a:p>
        </p:txBody>
      </p:sp>
      <p:sp>
        <p:nvSpPr>
          <p:cNvPr id="31" name="TextBox 30"/>
          <p:cNvSpPr txBox="1"/>
          <p:nvPr/>
        </p:nvSpPr>
        <p:spPr>
          <a:xfrm>
            <a:off x="7262871" y="2215259"/>
            <a:ext cx="753411" cy="369332"/>
          </a:xfrm>
          <a:prstGeom prst="rect">
            <a:avLst/>
          </a:prstGeom>
          <a:noFill/>
        </p:spPr>
        <p:txBody>
          <a:bodyPr wrap="none" lIns="0" tIns="0" rIns="0" bIns="0" rtlCol="0" anchor="t">
            <a:spAutoFit/>
          </a:bodyPr>
          <a:lstStyle/>
          <a:p>
            <a:pPr algn="ctr"/>
            <a:r>
              <a:rPr lang="en-US" sz="1200" b="1" dirty="0">
                <a:solidFill>
                  <a:schemeClr val="accent4"/>
                </a:solidFill>
              </a:rPr>
              <a:t>$550</a:t>
            </a:r>
            <a:br>
              <a:rPr lang="en-US" sz="1200" b="1" dirty="0">
                <a:solidFill>
                  <a:schemeClr val="accent4"/>
                </a:solidFill>
              </a:rPr>
            </a:br>
            <a:r>
              <a:rPr lang="en-US" sz="1200" b="1" dirty="0">
                <a:solidFill>
                  <a:schemeClr val="accent4"/>
                </a:solidFill>
              </a:rPr>
              <a:t>Per Month</a:t>
            </a:r>
          </a:p>
        </p:txBody>
      </p:sp>
      <p:grpSp>
        <p:nvGrpSpPr>
          <p:cNvPr id="17" name="Group 38"/>
          <p:cNvGrpSpPr/>
          <p:nvPr/>
        </p:nvGrpSpPr>
        <p:grpSpPr>
          <a:xfrm>
            <a:off x="654724" y="2955773"/>
            <a:ext cx="1589758" cy="1509388"/>
            <a:chOff x="654724" y="2917392"/>
            <a:chExt cx="1589758" cy="1509388"/>
          </a:xfrm>
        </p:grpSpPr>
        <p:sp>
          <p:nvSpPr>
            <p:cNvPr id="32" name="TextBox 31"/>
            <p:cNvSpPr txBox="1"/>
            <p:nvPr/>
          </p:nvSpPr>
          <p:spPr>
            <a:xfrm>
              <a:off x="654724" y="2917392"/>
              <a:ext cx="1589758" cy="1509388"/>
            </a:xfrm>
            <a:prstGeom prst="rect">
              <a:avLst/>
            </a:prstGeom>
            <a:noFill/>
          </p:spPr>
          <p:txBody>
            <a:bodyPr wrap="square" rtlCol="0">
              <a:spAutoFit/>
            </a:bodyPr>
            <a:lstStyle/>
            <a:p>
              <a:pPr algn="ctr">
                <a:lnSpc>
                  <a:spcPct val="150000"/>
                </a:lnSpc>
                <a:spcBef>
                  <a:spcPts val="400"/>
                </a:spcBef>
              </a:pPr>
              <a:r>
                <a:rPr lang="en-US" sz="1050" b="1" dirty="0">
                  <a:solidFill>
                    <a:schemeClr val="tx1">
                      <a:lumMod val="75000"/>
                      <a:lumOff val="25000"/>
                    </a:schemeClr>
                  </a:solidFill>
                </a:rPr>
                <a:t>2000 MB Bandwidth</a:t>
              </a:r>
              <a:endParaRPr lang="en-US" sz="1050" dirty="0">
                <a:solidFill>
                  <a:schemeClr val="tx1">
                    <a:lumMod val="75000"/>
                    <a:lumOff val="25000"/>
                  </a:schemeClr>
                </a:solidFill>
              </a:endParaRPr>
            </a:p>
            <a:p>
              <a:pPr algn="ctr">
                <a:lnSpc>
                  <a:spcPct val="150000"/>
                </a:lnSpc>
                <a:spcBef>
                  <a:spcPts val="400"/>
                </a:spcBef>
              </a:pPr>
              <a:r>
                <a:rPr lang="en-US" sz="1050" b="1" dirty="0">
                  <a:solidFill>
                    <a:schemeClr val="tx1">
                      <a:lumMod val="75000"/>
                      <a:lumOff val="25000"/>
                    </a:schemeClr>
                  </a:solidFill>
                </a:rPr>
                <a:t>5 GB Space</a:t>
              </a:r>
            </a:p>
            <a:p>
              <a:pPr algn="ctr">
                <a:lnSpc>
                  <a:spcPct val="150000"/>
                </a:lnSpc>
                <a:spcBef>
                  <a:spcPts val="400"/>
                </a:spcBef>
              </a:pPr>
              <a:r>
                <a:rPr lang="en-US" sz="1050" b="1" dirty="0">
                  <a:solidFill>
                    <a:schemeClr val="tx1">
                      <a:lumMod val="75000"/>
                      <a:lumOff val="25000"/>
                    </a:schemeClr>
                  </a:solidFill>
                </a:rPr>
                <a:t>Unlimited User</a:t>
              </a:r>
            </a:p>
            <a:p>
              <a:pPr algn="ctr">
                <a:lnSpc>
                  <a:spcPct val="150000"/>
                </a:lnSpc>
                <a:spcBef>
                  <a:spcPts val="400"/>
                </a:spcBef>
              </a:pPr>
              <a:r>
                <a:rPr lang="en-US" sz="1050" dirty="0">
                  <a:solidFill>
                    <a:schemeClr val="tx1">
                      <a:lumMod val="75000"/>
                      <a:lumOff val="25000"/>
                    </a:schemeClr>
                  </a:solidFill>
                </a:rPr>
                <a:t>Unlimited Accounts</a:t>
              </a:r>
            </a:p>
            <a:p>
              <a:pPr algn="ctr">
                <a:lnSpc>
                  <a:spcPct val="150000"/>
                </a:lnSpc>
                <a:spcBef>
                  <a:spcPts val="400"/>
                </a:spcBef>
              </a:pPr>
              <a:r>
                <a:rPr lang="en-US" sz="1050" dirty="0">
                  <a:solidFill>
                    <a:schemeClr val="tx1">
                      <a:lumMod val="75000"/>
                      <a:lumOff val="25000"/>
                    </a:schemeClr>
                  </a:solidFill>
                </a:rPr>
                <a:t>2000 MB Bandwidth</a:t>
              </a:r>
            </a:p>
          </p:txBody>
        </p:sp>
        <p:cxnSp>
          <p:nvCxnSpPr>
            <p:cNvPr id="34" name="Straight Connector 33"/>
            <p:cNvCxnSpPr/>
            <p:nvPr/>
          </p:nvCxnSpPr>
          <p:spPr>
            <a:xfrm>
              <a:off x="806628" y="3243527"/>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806628" y="355106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806628" y="3839104"/>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06628" y="412713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9" name="Group 39"/>
          <p:cNvGrpSpPr/>
          <p:nvPr/>
        </p:nvGrpSpPr>
        <p:grpSpPr>
          <a:xfrm>
            <a:off x="2754596" y="3021000"/>
            <a:ext cx="1589758" cy="1509388"/>
            <a:chOff x="654724" y="2917392"/>
            <a:chExt cx="1589758" cy="1509388"/>
          </a:xfrm>
        </p:grpSpPr>
        <p:sp>
          <p:nvSpPr>
            <p:cNvPr id="41" name="TextBox 40"/>
            <p:cNvSpPr txBox="1"/>
            <p:nvPr/>
          </p:nvSpPr>
          <p:spPr>
            <a:xfrm>
              <a:off x="654724" y="2917392"/>
              <a:ext cx="1589758" cy="1509388"/>
            </a:xfrm>
            <a:prstGeom prst="rect">
              <a:avLst/>
            </a:prstGeom>
            <a:noFill/>
          </p:spPr>
          <p:txBody>
            <a:bodyPr wrap="square" rtlCol="0">
              <a:spAutoFit/>
            </a:bodyPr>
            <a:lstStyle/>
            <a:p>
              <a:pPr algn="ctr">
                <a:lnSpc>
                  <a:spcPct val="150000"/>
                </a:lnSpc>
                <a:spcBef>
                  <a:spcPts val="400"/>
                </a:spcBef>
              </a:pPr>
              <a:r>
                <a:rPr lang="en-US" sz="1050" b="1" dirty="0">
                  <a:solidFill>
                    <a:schemeClr val="tx1">
                      <a:lumMod val="75000"/>
                      <a:lumOff val="25000"/>
                    </a:schemeClr>
                  </a:solidFill>
                </a:rPr>
                <a:t>2000 MB Bandwidth</a:t>
              </a:r>
              <a:endParaRPr lang="en-US" sz="1050" dirty="0">
                <a:solidFill>
                  <a:schemeClr val="tx1">
                    <a:lumMod val="75000"/>
                    <a:lumOff val="25000"/>
                  </a:schemeClr>
                </a:solidFill>
              </a:endParaRPr>
            </a:p>
            <a:p>
              <a:pPr algn="ctr">
                <a:lnSpc>
                  <a:spcPct val="150000"/>
                </a:lnSpc>
                <a:spcBef>
                  <a:spcPts val="400"/>
                </a:spcBef>
              </a:pPr>
              <a:r>
                <a:rPr lang="en-US" sz="1050" b="1" dirty="0">
                  <a:solidFill>
                    <a:schemeClr val="tx1">
                      <a:lumMod val="75000"/>
                      <a:lumOff val="25000"/>
                    </a:schemeClr>
                  </a:solidFill>
                </a:rPr>
                <a:t>5 GB Space</a:t>
              </a:r>
            </a:p>
            <a:p>
              <a:pPr algn="ctr">
                <a:lnSpc>
                  <a:spcPct val="150000"/>
                </a:lnSpc>
                <a:spcBef>
                  <a:spcPts val="400"/>
                </a:spcBef>
              </a:pPr>
              <a:r>
                <a:rPr lang="en-US" sz="1050" b="1" dirty="0">
                  <a:solidFill>
                    <a:schemeClr val="tx1">
                      <a:lumMod val="75000"/>
                      <a:lumOff val="25000"/>
                    </a:schemeClr>
                  </a:solidFill>
                </a:rPr>
                <a:t>Unlimited User</a:t>
              </a:r>
            </a:p>
            <a:p>
              <a:pPr algn="ctr">
                <a:lnSpc>
                  <a:spcPct val="150000"/>
                </a:lnSpc>
                <a:spcBef>
                  <a:spcPts val="400"/>
                </a:spcBef>
              </a:pPr>
              <a:r>
                <a:rPr lang="en-US" sz="1050" dirty="0">
                  <a:solidFill>
                    <a:schemeClr val="tx1">
                      <a:lumMod val="75000"/>
                      <a:lumOff val="25000"/>
                    </a:schemeClr>
                  </a:solidFill>
                </a:rPr>
                <a:t>Unlimited Accounts</a:t>
              </a:r>
            </a:p>
            <a:p>
              <a:pPr algn="ctr">
                <a:lnSpc>
                  <a:spcPct val="150000"/>
                </a:lnSpc>
                <a:spcBef>
                  <a:spcPts val="400"/>
                </a:spcBef>
              </a:pPr>
              <a:r>
                <a:rPr lang="en-US" sz="1050" dirty="0">
                  <a:solidFill>
                    <a:schemeClr val="tx1">
                      <a:lumMod val="75000"/>
                      <a:lumOff val="25000"/>
                    </a:schemeClr>
                  </a:solidFill>
                </a:rPr>
                <a:t>2000 MB Bandwidth</a:t>
              </a:r>
            </a:p>
          </p:txBody>
        </p:sp>
        <p:cxnSp>
          <p:nvCxnSpPr>
            <p:cNvPr id="42" name="Straight Connector 41"/>
            <p:cNvCxnSpPr/>
            <p:nvPr/>
          </p:nvCxnSpPr>
          <p:spPr>
            <a:xfrm>
              <a:off x="806628" y="3243527"/>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806628" y="355106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806628" y="3839104"/>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806628" y="412713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0" name="Group 45"/>
          <p:cNvGrpSpPr/>
          <p:nvPr/>
        </p:nvGrpSpPr>
        <p:grpSpPr>
          <a:xfrm>
            <a:off x="4837175" y="2940252"/>
            <a:ext cx="1589758" cy="1509388"/>
            <a:chOff x="654724" y="2917392"/>
            <a:chExt cx="1589758" cy="1509388"/>
          </a:xfrm>
        </p:grpSpPr>
        <p:sp>
          <p:nvSpPr>
            <p:cNvPr id="47" name="TextBox 46"/>
            <p:cNvSpPr txBox="1"/>
            <p:nvPr/>
          </p:nvSpPr>
          <p:spPr>
            <a:xfrm>
              <a:off x="654724" y="2917392"/>
              <a:ext cx="1589758" cy="1509388"/>
            </a:xfrm>
            <a:prstGeom prst="rect">
              <a:avLst/>
            </a:prstGeom>
            <a:noFill/>
          </p:spPr>
          <p:txBody>
            <a:bodyPr wrap="square" rtlCol="0">
              <a:spAutoFit/>
            </a:bodyPr>
            <a:lstStyle/>
            <a:p>
              <a:pPr algn="ctr">
                <a:lnSpc>
                  <a:spcPct val="150000"/>
                </a:lnSpc>
                <a:spcBef>
                  <a:spcPts val="400"/>
                </a:spcBef>
              </a:pPr>
              <a:r>
                <a:rPr lang="en-US" sz="1050" b="1" dirty="0">
                  <a:solidFill>
                    <a:schemeClr val="tx1">
                      <a:lumMod val="75000"/>
                      <a:lumOff val="25000"/>
                    </a:schemeClr>
                  </a:solidFill>
                </a:rPr>
                <a:t>2000 MB Bandwidth</a:t>
              </a:r>
              <a:endParaRPr lang="en-US" sz="1050" dirty="0">
                <a:solidFill>
                  <a:schemeClr val="tx1">
                    <a:lumMod val="75000"/>
                    <a:lumOff val="25000"/>
                  </a:schemeClr>
                </a:solidFill>
              </a:endParaRPr>
            </a:p>
            <a:p>
              <a:pPr algn="ctr">
                <a:lnSpc>
                  <a:spcPct val="150000"/>
                </a:lnSpc>
                <a:spcBef>
                  <a:spcPts val="400"/>
                </a:spcBef>
              </a:pPr>
              <a:r>
                <a:rPr lang="en-US" sz="1050" b="1" dirty="0">
                  <a:solidFill>
                    <a:schemeClr val="tx1">
                      <a:lumMod val="75000"/>
                      <a:lumOff val="25000"/>
                    </a:schemeClr>
                  </a:solidFill>
                </a:rPr>
                <a:t>5 GB Space</a:t>
              </a:r>
            </a:p>
            <a:p>
              <a:pPr algn="ctr">
                <a:lnSpc>
                  <a:spcPct val="150000"/>
                </a:lnSpc>
                <a:spcBef>
                  <a:spcPts val="400"/>
                </a:spcBef>
              </a:pPr>
              <a:r>
                <a:rPr lang="en-US" sz="1050" b="1" dirty="0">
                  <a:solidFill>
                    <a:schemeClr val="tx1">
                      <a:lumMod val="75000"/>
                      <a:lumOff val="25000"/>
                    </a:schemeClr>
                  </a:solidFill>
                </a:rPr>
                <a:t>Unlimited User</a:t>
              </a:r>
            </a:p>
            <a:p>
              <a:pPr algn="ctr">
                <a:lnSpc>
                  <a:spcPct val="150000"/>
                </a:lnSpc>
                <a:spcBef>
                  <a:spcPts val="400"/>
                </a:spcBef>
              </a:pPr>
              <a:r>
                <a:rPr lang="en-US" sz="1050" dirty="0">
                  <a:solidFill>
                    <a:schemeClr val="tx1">
                      <a:lumMod val="75000"/>
                      <a:lumOff val="25000"/>
                    </a:schemeClr>
                  </a:solidFill>
                </a:rPr>
                <a:t>Unlimited Accounts</a:t>
              </a:r>
            </a:p>
            <a:p>
              <a:pPr algn="ctr">
                <a:lnSpc>
                  <a:spcPct val="150000"/>
                </a:lnSpc>
                <a:spcBef>
                  <a:spcPts val="400"/>
                </a:spcBef>
              </a:pPr>
              <a:r>
                <a:rPr lang="en-US" sz="1050" dirty="0">
                  <a:solidFill>
                    <a:schemeClr val="tx1">
                      <a:lumMod val="75000"/>
                      <a:lumOff val="25000"/>
                    </a:schemeClr>
                  </a:solidFill>
                </a:rPr>
                <a:t>2000 MB Bandwidth</a:t>
              </a:r>
            </a:p>
          </p:txBody>
        </p:sp>
        <p:cxnSp>
          <p:nvCxnSpPr>
            <p:cNvPr id="48" name="Straight Connector 47"/>
            <p:cNvCxnSpPr/>
            <p:nvPr/>
          </p:nvCxnSpPr>
          <p:spPr>
            <a:xfrm>
              <a:off x="806628" y="3243527"/>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806628" y="355106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806628" y="3839104"/>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06628" y="412713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33" name="Group 51"/>
          <p:cNvGrpSpPr/>
          <p:nvPr/>
        </p:nvGrpSpPr>
        <p:grpSpPr>
          <a:xfrm>
            <a:off x="6911027" y="2940252"/>
            <a:ext cx="1589758" cy="1509388"/>
            <a:chOff x="654724" y="2917392"/>
            <a:chExt cx="1589758" cy="1509388"/>
          </a:xfrm>
        </p:grpSpPr>
        <p:sp>
          <p:nvSpPr>
            <p:cNvPr id="53" name="TextBox 52"/>
            <p:cNvSpPr txBox="1"/>
            <p:nvPr/>
          </p:nvSpPr>
          <p:spPr>
            <a:xfrm>
              <a:off x="654724" y="2917392"/>
              <a:ext cx="1589758" cy="1509388"/>
            </a:xfrm>
            <a:prstGeom prst="rect">
              <a:avLst/>
            </a:prstGeom>
            <a:noFill/>
          </p:spPr>
          <p:txBody>
            <a:bodyPr wrap="square" rtlCol="0">
              <a:spAutoFit/>
            </a:bodyPr>
            <a:lstStyle/>
            <a:p>
              <a:pPr algn="ctr">
                <a:lnSpc>
                  <a:spcPct val="150000"/>
                </a:lnSpc>
                <a:spcBef>
                  <a:spcPts val="400"/>
                </a:spcBef>
              </a:pPr>
              <a:r>
                <a:rPr lang="en-US" sz="1050" b="1" dirty="0">
                  <a:solidFill>
                    <a:schemeClr val="tx1">
                      <a:lumMod val="75000"/>
                      <a:lumOff val="25000"/>
                    </a:schemeClr>
                  </a:solidFill>
                </a:rPr>
                <a:t>2000 MB Bandwidth</a:t>
              </a:r>
              <a:endParaRPr lang="en-US" sz="1050" dirty="0">
                <a:solidFill>
                  <a:schemeClr val="tx1">
                    <a:lumMod val="75000"/>
                    <a:lumOff val="25000"/>
                  </a:schemeClr>
                </a:solidFill>
              </a:endParaRPr>
            </a:p>
            <a:p>
              <a:pPr algn="ctr">
                <a:lnSpc>
                  <a:spcPct val="150000"/>
                </a:lnSpc>
                <a:spcBef>
                  <a:spcPts val="400"/>
                </a:spcBef>
              </a:pPr>
              <a:r>
                <a:rPr lang="en-US" sz="1050" b="1" dirty="0">
                  <a:solidFill>
                    <a:schemeClr val="tx1">
                      <a:lumMod val="75000"/>
                      <a:lumOff val="25000"/>
                    </a:schemeClr>
                  </a:solidFill>
                </a:rPr>
                <a:t>5 GB Space</a:t>
              </a:r>
            </a:p>
            <a:p>
              <a:pPr algn="ctr">
                <a:lnSpc>
                  <a:spcPct val="150000"/>
                </a:lnSpc>
                <a:spcBef>
                  <a:spcPts val="400"/>
                </a:spcBef>
              </a:pPr>
              <a:r>
                <a:rPr lang="en-US" sz="1050" b="1" dirty="0">
                  <a:solidFill>
                    <a:schemeClr val="tx1">
                      <a:lumMod val="75000"/>
                      <a:lumOff val="25000"/>
                    </a:schemeClr>
                  </a:solidFill>
                </a:rPr>
                <a:t>Unlimited User</a:t>
              </a:r>
            </a:p>
            <a:p>
              <a:pPr algn="ctr">
                <a:lnSpc>
                  <a:spcPct val="150000"/>
                </a:lnSpc>
                <a:spcBef>
                  <a:spcPts val="400"/>
                </a:spcBef>
              </a:pPr>
              <a:r>
                <a:rPr lang="en-US" sz="1050" dirty="0">
                  <a:solidFill>
                    <a:schemeClr val="tx1">
                      <a:lumMod val="75000"/>
                      <a:lumOff val="25000"/>
                    </a:schemeClr>
                  </a:solidFill>
                </a:rPr>
                <a:t>Unlimited Accounts</a:t>
              </a:r>
            </a:p>
            <a:p>
              <a:pPr algn="ctr">
                <a:lnSpc>
                  <a:spcPct val="150000"/>
                </a:lnSpc>
                <a:spcBef>
                  <a:spcPts val="400"/>
                </a:spcBef>
              </a:pPr>
              <a:r>
                <a:rPr lang="en-US" sz="1050" dirty="0">
                  <a:solidFill>
                    <a:schemeClr val="tx1">
                      <a:lumMod val="75000"/>
                      <a:lumOff val="25000"/>
                    </a:schemeClr>
                  </a:solidFill>
                </a:rPr>
                <a:t>2000 MB Bandwidth</a:t>
              </a:r>
            </a:p>
          </p:txBody>
        </p:sp>
        <p:cxnSp>
          <p:nvCxnSpPr>
            <p:cNvPr id="54" name="Straight Connector 53"/>
            <p:cNvCxnSpPr/>
            <p:nvPr/>
          </p:nvCxnSpPr>
          <p:spPr>
            <a:xfrm>
              <a:off x="806628" y="3243527"/>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806628" y="355106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806628" y="3839104"/>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806628" y="4127139"/>
              <a:ext cx="1395595" cy="0"/>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p:cTn id="12" dur="500" fill="hold"/>
                                        <p:tgtEl>
                                          <p:spTgt spid="24"/>
                                        </p:tgtEl>
                                        <p:attrNameLst>
                                          <p:attrName>ppt_w</p:attrName>
                                        </p:attrNameLst>
                                      </p:cBhvr>
                                      <p:tavLst>
                                        <p:tav tm="0">
                                          <p:val>
                                            <p:fltVal val="0"/>
                                          </p:val>
                                        </p:tav>
                                        <p:tav tm="100000">
                                          <p:val>
                                            <p:strVal val="#ppt_w"/>
                                          </p:val>
                                        </p:tav>
                                      </p:tavLst>
                                    </p:anim>
                                    <p:anim calcmode="lin" valueType="num">
                                      <p:cBhvr>
                                        <p:cTn id="13" dur="500" fill="hold"/>
                                        <p:tgtEl>
                                          <p:spTgt spid="24"/>
                                        </p:tgtEl>
                                        <p:attrNameLst>
                                          <p:attrName>ppt_h</p:attrName>
                                        </p:attrNameLst>
                                      </p:cBhvr>
                                      <p:tavLst>
                                        <p:tav tm="0">
                                          <p:val>
                                            <p:fltVal val="0"/>
                                          </p:val>
                                        </p:tav>
                                        <p:tav tm="100000">
                                          <p:val>
                                            <p:strVal val="#ppt_h"/>
                                          </p:val>
                                        </p:tav>
                                      </p:tavLst>
                                    </p:anim>
                                    <p:animEffect transition="in" filter="fade">
                                      <p:cBhvr>
                                        <p:cTn id="14" dur="500"/>
                                        <p:tgtEl>
                                          <p:spTgt spid="24"/>
                                        </p:tgtEl>
                                      </p:cBhvr>
                                    </p:animEffect>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 calcmode="lin" valueType="num">
                                      <p:cBhvr>
                                        <p:cTn id="18" dur="500" fill="hold"/>
                                        <p:tgtEl>
                                          <p:spTgt spid="18"/>
                                        </p:tgtEl>
                                        <p:attrNameLst>
                                          <p:attrName>ppt_w</p:attrName>
                                        </p:attrNameLst>
                                      </p:cBhvr>
                                      <p:tavLst>
                                        <p:tav tm="0">
                                          <p:val>
                                            <p:fltVal val="0"/>
                                          </p:val>
                                        </p:tav>
                                        <p:tav tm="100000">
                                          <p:val>
                                            <p:strVal val="#ppt_w"/>
                                          </p:val>
                                        </p:tav>
                                      </p:tavLst>
                                    </p:anim>
                                    <p:anim calcmode="lin" valueType="num">
                                      <p:cBhvr>
                                        <p:cTn id="19" dur="500" fill="hold"/>
                                        <p:tgtEl>
                                          <p:spTgt spid="18"/>
                                        </p:tgtEl>
                                        <p:attrNameLst>
                                          <p:attrName>ppt_h</p:attrName>
                                        </p:attrNameLst>
                                      </p:cBhvr>
                                      <p:tavLst>
                                        <p:tav tm="0">
                                          <p:val>
                                            <p:fltVal val="0"/>
                                          </p:val>
                                        </p:tav>
                                        <p:tav tm="100000">
                                          <p:val>
                                            <p:strVal val="#ppt_h"/>
                                          </p:val>
                                        </p:tav>
                                      </p:tavLst>
                                    </p:anim>
                                    <p:animEffect transition="in" filter="fade">
                                      <p:cBhvr>
                                        <p:cTn id="20" dur="500"/>
                                        <p:tgtEl>
                                          <p:spTgt spid="18"/>
                                        </p:tgtEl>
                                      </p:cBhvr>
                                    </p:animEffect>
                                  </p:childTnLst>
                                </p:cTn>
                              </p:par>
                            </p:childTnLst>
                          </p:cTn>
                        </p:par>
                        <p:par>
                          <p:cTn id="21" fill="hold">
                            <p:stCondLst>
                              <p:cond delay="1500"/>
                            </p:stCondLst>
                            <p:childTnLst>
                              <p:par>
                                <p:cTn id="22" presetID="53" presetClass="entr" presetSubtype="0" fill="hold" grpId="0" nodeType="after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p:cTn id="24" dur="500" fill="hold"/>
                                        <p:tgtEl>
                                          <p:spTgt spid="28"/>
                                        </p:tgtEl>
                                        <p:attrNameLst>
                                          <p:attrName>ppt_w</p:attrName>
                                        </p:attrNameLst>
                                      </p:cBhvr>
                                      <p:tavLst>
                                        <p:tav tm="0">
                                          <p:val>
                                            <p:fltVal val="0"/>
                                          </p:val>
                                        </p:tav>
                                        <p:tav tm="100000">
                                          <p:val>
                                            <p:strVal val="#ppt_w"/>
                                          </p:val>
                                        </p:tav>
                                      </p:tavLst>
                                    </p:anim>
                                    <p:anim calcmode="lin" valueType="num">
                                      <p:cBhvr>
                                        <p:cTn id="25" dur="500" fill="hold"/>
                                        <p:tgtEl>
                                          <p:spTgt spid="28"/>
                                        </p:tgtEl>
                                        <p:attrNameLst>
                                          <p:attrName>ppt_h</p:attrName>
                                        </p:attrNameLst>
                                      </p:cBhvr>
                                      <p:tavLst>
                                        <p:tav tm="0">
                                          <p:val>
                                            <p:fltVal val="0"/>
                                          </p:val>
                                        </p:tav>
                                        <p:tav tm="100000">
                                          <p:val>
                                            <p:strVal val="#ppt_h"/>
                                          </p:val>
                                        </p:tav>
                                      </p:tavLst>
                                    </p:anim>
                                    <p:animEffect transition="in" filter="fade">
                                      <p:cBhvr>
                                        <p:cTn id="26" dur="500"/>
                                        <p:tgtEl>
                                          <p:spTgt spid="28"/>
                                        </p:tgtEl>
                                      </p:cBhvr>
                                    </p:animEffect>
                                  </p:childTnLst>
                                </p:cTn>
                              </p:par>
                            </p:childTnLst>
                          </p:cTn>
                        </p:par>
                        <p:par>
                          <p:cTn id="27" fill="hold">
                            <p:stCondLst>
                              <p:cond delay="2000"/>
                            </p:stCondLst>
                            <p:childTnLst>
                              <p:par>
                                <p:cTn id="28" presetID="53" presetClass="entr" presetSubtype="0" fill="hold" nodeType="afterEffect">
                                  <p:stCondLst>
                                    <p:cond delay="0"/>
                                  </p:stCondLst>
                                  <p:childTnLst>
                                    <p:set>
                                      <p:cBhvr>
                                        <p:cTn id="29" dur="1" fill="hold">
                                          <p:stCondLst>
                                            <p:cond delay="0"/>
                                          </p:stCondLst>
                                        </p:cTn>
                                        <p:tgtEl>
                                          <p:spTgt spid="17"/>
                                        </p:tgtEl>
                                        <p:attrNameLst>
                                          <p:attrName>style.visibility</p:attrName>
                                        </p:attrNameLst>
                                      </p:cBhvr>
                                      <p:to>
                                        <p:strVal val="visible"/>
                                      </p:to>
                                    </p:set>
                                    <p:anim calcmode="lin" valueType="num">
                                      <p:cBhvr>
                                        <p:cTn id="30" dur="500" fill="hold"/>
                                        <p:tgtEl>
                                          <p:spTgt spid="17"/>
                                        </p:tgtEl>
                                        <p:attrNameLst>
                                          <p:attrName>ppt_w</p:attrName>
                                        </p:attrNameLst>
                                      </p:cBhvr>
                                      <p:tavLst>
                                        <p:tav tm="0">
                                          <p:val>
                                            <p:fltVal val="0"/>
                                          </p:val>
                                        </p:tav>
                                        <p:tav tm="100000">
                                          <p:val>
                                            <p:strVal val="#ppt_w"/>
                                          </p:val>
                                        </p:tav>
                                      </p:tavLst>
                                    </p:anim>
                                    <p:anim calcmode="lin" valueType="num">
                                      <p:cBhvr>
                                        <p:cTn id="31" dur="500" fill="hold"/>
                                        <p:tgtEl>
                                          <p:spTgt spid="17"/>
                                        </p:tgtEl>
                                        <p:attrNameLst>
                                          <p:attrName>ppt_h</p:attrName>
                                        </p:attrNameLst>
                                      </p:cBhvr>
                                      <p:tavLst>
                                        <p:tav tm="0">
                                          <p:val>
                                            <p:fltVal val="0"/>
                                          </p:val>
                                        </p:tav>
                                        <p:tav tm="100000">
                                          <p:val>
                                            <p:strVal val="#ppt_h"/>
                                          </p:val>
                                        </p:tav>
                                      </p:tavLst>
                                    </p:anim>
                                    <p:animEffect transition="in" filter="fade">
                                      <p:cBhvr>
                                        <p:cTn id="32" dur="500"/>
                                        <p:tgtEl>
                                          <p:spTgt spid="17"/>
                                        </p:tgtEl>
                                      </p:cBhvr>
                                    </p:animEffect>
                                  </p:childTnLst>
                                </p:cTn>
                              </p:par>
                            </p:childTnLst>
                          </p:cTn>
                        </p:par>
                        <p:par>
                          <p:cTn id="33" fill="hold">
                            <p:stCondLst>
                              <p:cond delay="2500"/>
                            </p:stCondLst>
                            <p:childTnLst>
                              <p:par>
                                <p:cTn id="34" presetID="2" presetClass="entr" presetSubtype="4" accel="50000" decel="50000" fill="hold" nodeType="afterEffect">
                                  <p:stCondLst>
                                    <p:cond delay="0"/>
                                  </p:stCondLst>
                                  <p:childTnLst>
                                    <p:set>
                                      <p:cBhvr>
                                        <p:cTn id="35" dur="1" fill="hold">
                                          <p:stCondLst>
                                            <p:cond delay="0"/>
                                          </p:stCondLst>
                                        </p:cTn>
                                        <p:tgtEl>
                                          <p:spTgt spid="16"/>
                                        </p:tgtEl>
                                        <p:attrNameLst>
                                          <p:attrName>style.visibility</p:attrName>
                                        </p:attrNameLst>
                                      </p:cBhvr>
                                      <p:to>
                                        <p:strVal val="visible"/>
                                      </p:to>
                                    </p:set>
                                    <p:anim calcmode="lin" valueType="num">
                                      <p:cBhvr additive="base">
                                        <p:cTn id="36" dur="500" fill="hold"/>
                                        <p:tgtEl>
                                          <p:spTgt spid="16"/>
                                        </p:tgtEl>
                                        <p:attrNameLst>
                                          <p:attrName>ppt_x</p:attrName>
                                        </p:attrNameLst>
                                      </p:cBhvr>
                                      <p:tavLst>
                                        <p:tav tm="0">
                                          <p:val>
                                            <p:strVal val="#ppt_x"/>
                                          </p:val>
                                        </p:tav>
                                        <p:tav tm="100000">
                                          <p:val>
                                            <p:strVal val="#ppt_x"/>
                                          </p:val>
                                        </p:tav>
                                      </p:tavLst>
                                    </p:anim>
                                    <p:anim calcmode="lin" valueType="num">
                                      <p:cBhvr additive="base">
                                        <p:cTn id="37" dur="500" fill="hold"/>
                                        <p:tgtEl>
                                          <p:spTgt spid="16"/>
                                        </p:tgtEl>
                                        <p:attrNameLst>
                                          <p:attrName>ppt_y</p:attrName>
                                        </p:attrNameLst>
                                      </p:cBhvr>
                                      <p:tavLst>
                                        <p:tav tm="0">
                                          <p:val>
                                            <p:strVal val="1+#ppt_h/2"/>
                                          </p:val>
                                        </p:tav>
                                        <p:tav tm="100000">
                                          <p:val>
                                            <p:strVal val="#ppt_y"/>
                                          </p:val>
                                        </p:tav>
                                      </p:tavLst>
                                    </p:anim>
                                  </p:childTnLst>
                                </p:cTn>
                              </p:par>
                            </p:childTnLst>
                          </p:cTn>
                        </p:par>
                        <p:par>
                          <p:cTn id="38" fill="hold">
                            <p:stCondLst>
                              <p:cond delay="3000"/>
                            </p:stCondLst>
                            <p:childTnLst>
                              <p:par>
                                <p:cTn id="39" presetID="53"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p:cTn id="41" dur="500" fill="hold"/>
                                        <p:tgtEl>
                                          <p:spTgt spid="25"/>
                                        </p:tgtEl>
                                        <p:attrNameLst>
                                          <p:attrName>ppt_w</p:attrName>
                                        </p:attrNameLst>
                                      </p:cBhvr>
                                      <p:tavLst>
                                        <p:tav tm="0">
                                          <p:val>
                                            <p:fltVal val="0"/>
                                          </p:val>
                                        </p:tav>
                                        <p:tav tm="100000">
                                          <p:val>
                                            <p:strVal val="#ppt_w"/>
                                          </p:val>
                                        </p:tav>
                                      </p:tavLst>
                                    </p:anim>
                                    <p:anim calcmode="lin" valueType="num">
                                      <p:cBhvr>
                                        <p:cTn id="42" dur="500" fill="hold"/>
                                        <p:tgtEl>
                                          <p:spTgt spid="25"/>
                                        </p:tgtEl>
                                        <p:attrNameLst>
                                          <p:attrName>ppt_h</p:attrName>
                                        </p:attrNameLst>
                                      </p:cBhvr>
                                      <p:tavLst>
                                        <p:tav tm="0">
                                          <p:val>
                                            <p:fltVal val="0"/>
                                          </p:val>
                                        </p:tav>
                                        <p:tav tm="100000">
                                          <p:val>
                                            <p:strVal val="#ppt_h"/>
                                          </p:val>
                                        </p:tav>
                                      </p:tavLst>
                                    </p:anim>
                                    <p:animEffect transition="in" filter="fade">
                                      <p:cBhvr>
                                        <p:cTn id="43" dur="500"/>
                                        <p:tgtEl>
                                          <p:spTgt spid="25"/>
                                        </p:tgtEl>
                                      </p:cBhvr>
                                    </p:animEffect>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p:cTn id="47" dur="500" fill="hold"/>
                                        <p:tgtEl>
                                          <p:spTgt spid="21"/>
                                        </p:tgtEl>
                                        <p:attrNameLst>
                                          <p:attrName>ppt_w</p:attrName>
                                        </p:attrNameLst>
                                      </p:cBhvr>
                                      <p:tavLst>
                                        <p:tav tm="0">
                                          <p:val>
                                            <p:fltVal val="0"/>
                                          </p:val>
                                        </p:tav>
                                        <p:tav tm="100000">
                                          <p:val>
                                            <p:strVal val="#ppt_w"/>
                                          </p:val>
                                        </p:tav>
                                      </p:tavLst>
                                    </p:anim>
                                    <p:anim calcmode="lin" valueType="num">
                                      <p:cBhvr>
                                        <p:cTn id="48" dur="500" fill="hold"/>
                                        <p:tgtEl>
                                          <p:spTgt spid="21"/>
                                        </p:tgtEl>
                                        <p:attrNameLst>
                                          <p:attrName>ppt_h</p:attrName>
                                        </p:attrNameLst>
                                      </p:cBhvr>
                                      <p:tavLst>
                                        <p:tav tm="0">
                                          <p:val>
                                            <p:fltVal val="0"/>
                                          </p:val>
                                        </p:tav>
                                        <p:tav tm="100000">
                                          <p:val>
                                            <p:strVal val="#ppt_h"/>
                                          </p:val>
                                        </p:tav>
                                      </p:tavLst>
                                    </p:anim>
                                    <p:animEffect transition="in" filter="fade">
                                      <p:cBhvr>
                                        <p:cTn id="49" dur="500"/>
                                        <p:tgtEl>
                                          <p:spTgt spid="21"/>
                                        </p:tgtEl>
                                      </p:cBhvr>
                                    </p:animEffect>
                                  </p:childTnLst>
                                </p:cTn>
                              </p:par>
                            </p:childTnLst>
                          </p:cTn>
                        </p:par>
                        <p:par>
                          <p:cTn id="50" fill="hold">
                            <p:stCondLst>
                              <p:cond delay="4000"/>
                            </p:stCondLst>
                            <p:childTnLst>
                              <p:par>
                                <p:cTn id="51" presetID="53" presetClass="entr" presetSubtype="0" fill="hold" grpId="0" nodeType="afterEffect">
                                  <p:stCondLst>
                                    <p:cond delay="0"/>
                                  </p:stCondLst>
                                  <p:childTnLst>
                                    <p:set>
                                      <p:cBhvr>
                                        <p:cTn id="52" dur="1" fill="hold">
                                          <p:stCondLst>
                                            <p:cond delay="0"/>
                                          </p:stCondLst>
                                        </p:cTn>
                                        <p:tgtEl>
                                          <p:spTgt spid="29"/>
                                        </p:tgtEl>
                                        <p:attrNameLst>
                                          <p:attrName>style.visibility</p:attrName>
                                        </p:attrNameLst>
                                      </p:cBhvr>
                                      <p:to>
                                        <p:strVal val="visible"/>
                                      </p:to>
                                    </p:set>
                                    <p:anim calcmode="lin" valueType="num">
                                      <p:cBhvr>
                                        <p:cTn id="53" dur="500" fill="hold"/>
                                        <p:tgtEl>
                                          <p:spTgt spid="29"/>
                                        </p:tgtEl>
                                        <p:attrNameLst>
                                          <p:attrName>ppt_w</p:attrName>
                                        </p:attrNameLst>
                                      </p:cBhvr>
                                      <p:tavLst>
                                        <p:tav tm="0">
                                          <p:val>
                                            <p:fltVal val="0"/>
                                          </p:val>
                                        </p:tav>
                                        <p:tav tm="100000">
                                          <p:val>
                                            <p:strVal val="#ppt_w"/>
                                          </p:val>
                                        </p:tav>
                                      </p:tavLst>
                                    </p:anim>
                                    <p:anim calcmode="lin" valueType="num">
                                      <p:cBhvr>
                                        <p:cTn id="54" dur="500" fill="hold"/>
                                        <p:tgtEl>
                                          <p:spTgt spid="29"/>
                                        </p:tgtEl>
                                        <p:attrNameLst>
                                          <p:attrName>ppt_h</p:attrName>
                                        </p:attrNameLst>
                                      </p:cBhvr>
                                      <p:tavLst>
                                        <p:tav tm="0">
                                          <p:val>
                                            <p:fltVal val="0"/>
                                          </p:val>
                                        </p:tav>
                                        <p:tav tm="100000">
                                          <p:val>
                                            <p:strVal val="#ppt_h"/>
                                          </p:val>
                                        </p:tav>
                                      </p:tavLst>
                                    </p:anim>
                                    <p:animEffect transition="in" filter="fade">
                                      <p:cBhvr>
                                        <p:cTn id="55" dur="500"/>
                                        <p:tgtEl>
                                          <p:spTgt spid="29"/>
                                        </p:tgtEl>
                                      </p:cBhvr>
                                    </p:animEffect>
                                  </p:childTnLst>
                                </p:cTn>
                              </p:par>
                            </p:childTnLst>
                          </p:cTn>
                        </p:par>
                        <p:par>
                          <p:cTn id="56" fill="hold">
                            <p:stCondLst>
                              <p:cond delay="4500"/>
                            </p:stCondLst>
                            <p:childTnLst>
                              <p:par>
                                <p:cTn id="57" presetID="53" presetClass="entr" presetSubtype="0" fill="hold" nodeType="after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p:cTn id="59" dur="500" fill="hold"/>
                                        <p:tgtEl>
                                          <p:spTgt spid="19"/>
                                        </p:tgtEl>
                                        <p:attrNameLst>
                                          <p:attrName>ppt_w</p:attrName>
                                        </p:attrNameLst>
                                      </p:cBhvr>
                                      <p:tavLst>
                                        <p:tav tm="0">
                                          <p:val>
                                            <p:fltVal val="0"/>
                                          </p:val>
                                        </p:tav>
                                        <p:tav tm="100000">
                                          <p:val>
                                            <p:strVal val="#ppt_w"/>
                                          </p:val>
                                        </p:tav>
                                      </p:tavLst>
                                    </p:anim>
                                    <p:anim calcmode="lin" valueType="num">
                                      <p:cBhvr>
                                        <p:cTn id="60" dur="500" fill="hold"/>
                                        <p:tgtEl>
                                          <p:spTgt spid="19"/>
                                        </p:tgtEl>
                                        <p:attrNameLst>
                                          <p:attrName>ppt_h</p:attrName>
                                        </p:attrNameLst>
                                      </p:cBhvr>
                                      <p:tavLst>
                                        <p:tav tm="0">
                                          <p:val>
                                            <p:fltVal val="0"/>
                                          </p:val>
                                        </p:tav>
                                        <p:tav tm="100000">
                                          <p:val>
                                            <p:strVal val="#ppt_h"/>
                                          </p:val>
                                        </p:tav>
                                      </p:tavLst>
                                    </p:anim>
                                    <p:animEffect transition="in" filter="fade">
                                      <p:cBhvr>
                                        <p:cTn id="61" dur="500"/>
                                        <p:tgtEl>
                                          <p:spTgt spid="19"/>
                                        </p:tgtEl>
                                      </p:cBhvr>
                                    </p:animEffect>
                                  </p:childTnLst>
                                </p:cTn>
                              </p:par>
                            </p:childTnLst>
                          </p:cTn>
                        </p:par>
                        <p:par>
                          <p:cTn id="62" fill="hold">
                            <p:stCondLst>
                              <p:cond delay="5000"/>
                            </p:stCondLst>
                            <p:childTnLst>
                              <p:par>
                                <p:cTn id="63" presetID="2" presetClass="entr" presetSubtype="4" accel="50000" decel="50000" fill="hold" nodeType="afterEffect">
                                  <p:stCondLst>
                                    <p:cond delay="0"/>
                                  </p:stCondLst>
                                  <p:childTnLst>
                                    <p:set>
                                      <p:cBhvr>
                                        <p:cTn id="64" dur="1" fill="hold">
                                          <p:stCondLst>
                                            <p:cond delay="0"/>
                                          </p:stCondLst>
                                        </p:cTn>
                                        <p:tgtEl>
                                          <p:spTgt spid="5"/>
                                        </p:tgtEl>
                                        <p:attrNameLst>
                                          <p:attrName>style.visibility</p:attrName>
                                        </p:attrNameLst>
                                      </p:cBhvr>
                                      <p:to>
                                        <p:strVal val="visible"/>
                                      </p:to>
                                    </p:set>
                                    <p:anim calcmode="lin" valueType="num">
                                      <p:cBhvr additive="base">
                                        <p:cTn id="65" dur="500" fill="hold"/>
                                        <p:tgtEl>
                                          <p:spTgt spid="5"/>
                                        </p:tgtEl>
                                        <p:attrNameLst>
                                          <p:attrName>ppt_x</p:attrName>
                                        </p:attrNameLst>
                                      </p:cBhvr>
                                      <p:tavLst>
                                        <p:tav tm="0">
                                          <p:val>
                                            <p:strVal val="#ppt_x"/>
                                          </p:val>
                                        </p:tav>
                                        <p:tav tm="100000">
                                          <p:val>
                                            <p:strVal val="#ppt_x"/>
                                          </p:val>
                                        </p:tav>
                                      </p:tavLst>
                                    </p:anim>
                                    <p:anim calcmode="lin" valueType="num">
                                      <p:cBhvr additive="base">
                                        <p:cTn id="66" dur="500" fill="hold"/>
                                        <p:tgtEl>
                                          <p:spTgt spid="5"/>
                                        </p:tgtEl>
                                        <p:attrNameLst>
                                          <p:attrName>ppt_y</p:attrName>
                                        </p:attrNameLst>
                                      </p:cBhvr>
                                      <p:tavLst>
                                        <p:tav tm="0">
                                          <p:val>
                                            <p:strVal val="1+#ppt_h/2"/>
                                          </p:val>
                                        </p:tav>
                                        <p:tav tm="100000">
                                          <p:val>
                                            <p:strVal val="#ppt_y"/>
                                          </p:val>
                                        </p:tav>
                                      </p:tavLst>
                                    </p:anim>
                                  </p:childTnLst>
                                </p:cTn>
                              </p:par>
                            </p:childTnLst>
                          </p:cTn>
                        </p:par>
                        <p:par>
                          <p:cTn id="67" fill="hold">
                            <p:stCondLst>
                              <p:cond delay="5500"/>
                            </p:stCondLst>
                            <p:childTnLst>
                              <p:par>
                                <p:cTn id="68" presetID="53" presetClass="entr" presetSubtype="0" fill="hold" grpId="0" nodeType="after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p:cTn id="70" dur="500" fill="hold"/>
                                        <p:tgtEl>
                                          <p:spTgt spid="26"/>
                                        </p:tgtEl>
                                        <p:attrNameLst>
                                          <p:attrName>ppt_w</p:attrName>
                                        </p:attrNameLst>
                                      </p:cBhvr>
                                      <p:tavLst>
                                        <p:tav tm="0">
                                          <p:val>
                                            <p:fltVal val="0"/>
                                          </p:val>
                                        </p:tav>
                                        <p:tav tm="100000">
                                          <p:val>
                                            <p:strVal val="#ppt_w"/>
                                          </p:val>
                                        </p:tav>
                                      </p:tavLst>
                                    </p:anim>
                                    <p:anim calcmode="lin" valueType="num">
                                      <p:cBhvr>
                                        <p:cTn id="71" dur="500" fill="hold"/>
                                        <p:tgtEl>
                                          <p:spTgt spid="26"/>
                                        </p:tgtEl>
                                        <p:attrNameLst>
                                          <p:attrName>ppt_h</p:attrName>
                                        </p:attrNameLst>
                                      </p:cBhvr>
                                      <p:tavLst>
                                        <p:tav tm="0">
                                          <p:val>
                                            <p:fltVal val="0"/>
                                          </p:val>
                                        </p:tav>
                                        <p:tav tm="100000">
                                          <p:val>
                                            <p:strVal val="#ppt_h"/>
                                          </p:val>
                                        </p:tav>
                                      </p:tavLst>
                                    </p:anim>
                                    <p:animEffect transition="in" filter="fade">
                                      <p:cBhvr>
                                        <p:cTn id="72" dur="500"/>
                                        <p:tgtEl>
                                          <p:spTgt spid="26"/>
                                        </p:tgtEl>
                                      </p:cBhvr>
                                    </p:animEffect>
                                  </p:childTnLst>
                                </p:cTn>
                              </p:par>
                            </p:childTnLst>
                          </p:cTn>
                        </p:par>
                        <p:par>
                          <p:cTn id="73" fill="hold">
                            <p:stCondLst>
                              <p:cond delay="6000"/>
                            </p:stCondLst>
                            <p:childTnLst>
                              <p:par>
                                <p:cTn id="74" presetID="53" presetClass="entr" presetSubtype="0" fill="hold" grpId="0" nodeType="afterEffect">
                                  <p:stCondLst>
                                    <p:cond delay="0"/>
                                  </p:stCondLst>
                                  <p:childTnLst>
                                    <p:set>
                                      <p:cBhvr>
                                        <p:cTn id="75" dur="1" fill="hold">
                                          <p:stCondLst>
                                            <p:cond delay="0"/>
                                          </p:stCondLst>
                                        </p:cTn>
                                        <p:tgtEl>
                                          <p:spTgt spid="22"/>
                                        </p:tgtEl>
                                        <p:attrNameLst>
                                          <p:attrName>style.visibility</p:attrName>
                                        </p:attrNameLst>
                                      </p:cBhvr>
                                      <p:to>
                                        <p:strVal val="visible"/>
                                      </p:to>
                                    </p:set>
                                    <p:anim calcmode="lin" valueType="num">
                                      <p:cBhvr>
                                        <p:cTn id="76" dur="500" fill="hold"/>
                                        <p:tgtEl>
                                          <p:spTgt spid="22"/>
                                        </p:tgtEl>
                                        <p:attrNameLst>
                                          <p:attrName>ppt_w</p:attrName>
                                        </p:attrNameLst>
                                      </p:cBhvr>
                                      <p:tavLst>
                                        <p:tav tm="0">
                                          <p:val>
                                            <p:fltVal val="0"/>
                                          </p:val>
                                        </p:tav>
                                        <p:tav tm="100000">
                                          <p:val>
                                            <p:strVal val="#ppt_w"/>
                                          </p:val>
                                        </p:tav>
                                      </p:tavLst>
                                    </p:anim>
                                    <p:anim calcmode="lin" valueType="num">
                                      <p:cBhvr>
                                        <p:cTn id="77" dur="500" fill="hold"/>
                                        <p:tgtEl>
                                          <p:spTgt spid="22"/>
                                        </p:tgtEl>
                                        <p:attrNameLst>
                                          <p:attrName>ppt_h</p:attrName>
                                        </p:attrNameLst>
                                      </p:cBhvr>
                                      <p:tavLst>
                                        <p:tav tm="0">
                                          <p:val>
                                            <p:fltVal val="0"/>
                                          </p:val>
                                        </p:tav>
                                        <p:tav tm="100000">
                                          <p:val>
                                            <p:strVal val="#ppt_h"/>
                                          </p:val>
                                        </p:tav>
                                      </p:tavLst>
                                    </p:anim>
                                    <p:animEffect transition="in" filter="fade">
                                      <p:cBhvr>
                                        <p:cTn id="78" dur="500"/>
                                        <p:tgtEl>
                                          <p:spTgt spid="22"/>
                                        </p:tgtEl>
                                      </p:cBhvr>
                                    </p:animEffect>
                                  </p:childTnLst>
                                </p:cTn>
                              </p:par>
                            </p:childTnLst>
                          </p:cTn>
                        </p:par>
                        <p:par>
                          <p:cTn id="79" fill="hold">
                            <p:stCondLst>
                              <p:cond delay="6500"/>
                            </p:stCondLst>
                            <p:childTnLst>
                              <p:par>
                                <p:cTn id="80" presetID="53" presetClass="entr" presetSubtype="0" fill="hold" grpId="0" nodeType="afterEffect">
                                  <p:stCondLst>
                                    <p:cond delay="0"/>
                                  </p:stCondLst>
                                  <p:childTnLst>
                                    <p:set>
                                      <p:cBhvr>
                                        <p:cTn id="81" dur="1" fill="hold">
                                          <p:stCondLst>
                                            <p:cond delay="0"/>
                                          </p:stCondLst>
                                        </p:cTn>
                                        <p:tgtEl>
                                          <p:spTgt spid="30"/>
                                        </p:tgtEl>
                                        <p:attrNameLst>
                                          <p:attrName>style.visibility</p:attrName>
                                        </p:attrNameLst>
                                      </p:cBhvr>
                                      <p:to>
                                        <p:strVal val="visible"/>
                                      </p:to>
                                    </p:set>
                                    <p:anim calcmode="lin" valueType="num">
                                      <p:cBhvr>
                                        <p:cTn id="82" dur="500" fill="hold"/>
                                        <p:tgtEl>
                                          <p:spTgt spid="30"/>
                                        </p:tgtEl>
                                        <p:attrNameLst>
                                          <p:attrName>ppt_w</p:attrName>
                                        </p:attrNameLst>
                                      </p:cBhvr>
                                      <p:tavLst>
                                        <p:tav tm="0">
                                          <p:val>
                                            <p:fltVal val="0"/>
                                          </p:val>
                                        </p:tav>
                                        <p:tav tm="100000">
                                          <p:val>
                                            <p:strVal val="#ppt_w"/>
                                          </p:val>
                                        </p:tav>
                                      </p:tavLst>
                                    </p:anim>
                                    <p:anim calcmode="lin" valueType="num">
                                      <p:cBhvr>
                                        <p:cTn id="83" dur="500" fill="hold"/>
                                        <p:tgtEl>
                                          <p:spTgt spid="30"/>
                                        </p:tgtEl>
                                        <p:attrNameLst>
                                          <p:attrName>ppt_h</p:attrName>
                                        </p:attrNameLst>
                                      </p:cBhvr>
                                      <p:tavLst>
                                        <p:tav tm="0">
                                          <p:val>
                                            <p:fltVal val="0"/>
                                          </p:val>
                                        </p:tav>
                                        <p:tav tm="100000">
                                          <p:val>
                                            <p:strVal val="#ppt_h"/>
                                          </p:val>
                                        </p:tav>
                                      </p:tavLst>
                                    </p:anim>
                                    <p:animEffect transition="in" filter="fade">
                                      <p:cBhvr>
                                        <p:cTn id="84" dur="500"/>
                                        <p:tgtEl>
                                          <p:spTgt spid="30"/>
                                        </p:tgtEl>
                                      </p:cBhvr>
                                    </p:animEffect>
                                  </p:childTnLst>
                                </p:cTn>
                              </p:par>
                            </p:childTnLst>
                          </p:cTn>
                        </p:par>
                        <p:par>
                          <p:cTn id="85" fill="hold">
                            <p:stCondLst>
                              <p:cond delay="7000"/>
                            </p:stCondLst>
                            <p:childTnLst>
                              <p:par>
                                <p:cTn id="86" presetID="53" presetClass="entr" presetSubtype="0" fill="hold" nodeType="afterEffect">
                                  <p:stCondLst>
                                    <p:cond delay="0"/>
                                  </p:stCondLst>
                                  <p:childTnLst>
                                    <p:set>
                                      <p:cBhvr>
                                        <p:cTn id="87" dur="1" fill="hold">
                                          <p:stCondLst>
                                            <p:cond delay="0"/>
                                          </p:stCondLst>
                                        </p:cTn>
                                        <p:tgtEl>
                                          <p:spTgt spid="20"/>
                                        </p:tgtEl>
                                        <p:attrNameLst>
                                          <p:attrName>style.visibility</p:attrName>
                                        </p:attrNameLst>
                                      </p:cBhvr>
                                      <p:to>
                                        <p:strVal val="visible"/>
                                      </p:to>
                                    </p:set>
                                    <p:anim calcmode="lin" valueType="num">
                                      <p:cBhvr>
                                        <p:cTn id="88" dur="500" fill="hold"/>
                                        <p:tgtEl>
                                          <p:spTgt spid="20"/>
                                        </p:tgtEl>
                                        <p:attrNameLst>
                                          <p:attrName>ppt_w</p:attrName>
                                        </p:attrNameLst>
                                      </p:cBhvr>
                                      <p:tavLst>
                                        <p:tav tm="0">
                                          <p:val>
                                            <p:fltVal val="0"/>
                                          </p:val>
                                        </p:tav>
                                        <p:tav tm="100000">
                                          <p:val>
                                            <p:strVal val="#ppt_w"/>
                                          </p:val>
                                        </p:tav>
                                      </p:tavLst>
                                    </p:anim>
                                    <p:anim calcmode="lin" valueType="num">
                                      <p:cBhvr>
                                        <p:cTn id="89" dur="500" fill="hold"/>
                                        <p:tgtEl>
                                          <p:spTgt spid="20"/>
                                        </p:tgtEl>
                                        <p:attrNameLst>
                                          <p:attrName>ppt_h</p:attrName>
                                        </p:attrNameLst>
                                      </p:cBhvr>
                                      <p:tavLst>
                                        <p:tav tm="0">
                                          <p:val>
                                            <p:fltVal val="0"/>
                                          </p:val>
                                        </p:tav>
                                        <p:tav tm="100000">
                                          <p:val>
                                            <p:strVal val="#ppt_h"/>
                                          </p:val>
                                        </p:tav>
                                      </p:tavLst>
                                    </p:anim>
                                    <p:animEffect transition="in" filter="fade">
                                      <p:cBhvr>
                                        <p:cTn id="90" dur="500"/>
                                        <p:tgtEl>
                                          <p:spTgt spid="20"/>
                                        </p:tgtEl>
                                      </p:cBhvr>
                                    </p:animEffect>
                                  </p:childTnLst>
                                </p:cTn>
                              </p:par>
                            </p:childTnLst>
                          </p:cTn>
                        </p:par>
                        <p:par>
                          <p:cTn id="91" fill="hold">
                            <p:stCondLst>
                              <p:cond delay="7500"/>
                            </p:stCondLst>
                            <p:childTnLst>
                              <p:par>
                                <p:cTn id="92" presetID="2" presetClass="entr" presetSubtype="4" accel="50000" decel="50000" fill="hold" nodeType="afterEffect">
                                  <p:stCondLst>
                                    <p:cond delay="0"/>
                                  </p:stCondLst>
                                  <p:childTnLst>
                                    <p:set>
                                      <p:cBhvr>
                                        <p:cTn id="93" dur="1" fill="hold">
                                          <p:stCondLst>
                                            <p:cond delay="0"/>
                                          </p:stCondLst>
                                        </p:cTn>
                                        <p:tgtEl>
                                          <p:spTgt spid="11"/>
                                        </p:tgtEl>
                                        <p:attrNameLst>
                                          <p:attrName>style.visibility</p:attrName>
                                        </p:attrNameLst>
                                      </p:cBhvr>
                                      <p:to>
                                        <p:strVal val="visible"/>
                                      </p:to>
                                    </p:set>
                                    <p:anim calcmode="lin" valueType="num">
                                      <p:cBhvr additive="base">
                                        <p:cTn id="94" dur="500" fill="hold"/>
                                        <p:tgtEl>
                                          <p:spTgt spid="11"/>
                                        </p:tgtEl>
                                        <p:attrNameLst>
                                          <p:attrName>ppt_x</p:attrName>
                                        </p:attrNameLst>
                                      </p:cBhvr>
                                      <p:tavLst>
                                        <p:tav tm="0">
                                          <p:val>
                                            <p:strVal val="#ppt_x"/>
                                          </p:val>
                                        </p:tav>
                                        <p:tav tm="100000">
                                          <p:val>
                                            <p:strVal val="#ppt_x"/>
                                          </p:val>
                                        </p:tav>
                                      </p:tavLst>
                                    </p:anim>
                                    <p:anim calcmode="lin" valueType="num">
                                      <p:cBhvr additive="base">
                                        <p:cTn id="95" dur="500" fill="hold"/>
                                        <p:tgtEl>
                                          <p:spTgt spid="11"/>
                                        </p:tgtEl>
                                        <p:attrNameLst>
                                          <p:attrName>ppt_y</p:attrName>
                                        </p:attrNameLst>
                                      </p:cBhvr>
                                      <p:tavLst>
                                        <p:tav tm="0">
                                          <p:val>
                                            <p:strVal val="1+#ppt_h/2"/>
                                          </p:val>
                                        </p:tav>
                                        <p:tav tm="100000">
                                          <p:val>
                                            <p:strVal val="#ppt_y"/>
                                          </p:val>
                                        </p:tav>
                                      </p:tavLst>
                                    </p:anim>
                                  </p:childTnLst>
                                </p:cTn>
                              </p:par>
                            </p:childTnLst>
                          </p:cTn>
                        </p:par>
                        <p:par>
                          <p:cTn id="96" fill="hold">
                            <p:stCondLst>
                              <p:cond delay="8000"/>
                            </p:stCondLst>
                            <p:childTnLst>
                              <p:par>
                                <p:cTn id="97" presetID="53" presetClass="entr" presetSubtype="0" fill="hold" grpId="0" nodeType="afterEffect">
                                  <p:stCondLst>
                                    <p:cond delay="0"/>
                                  </p:stCondLst>
                                  <p:childTnLst>
                                    <p:set>
                                      <p:cBhvr>
                                        <p:cTn id="98" dur="1" fill="hold">
                                          <p:stCondLst>
                                            <p:cond delay="0"/>
                                          </p:stCondLst>
                                        </p:cTn>
                                        <p:tgtEl>
                                          <p:spTgt spid="27"/>
                                        </p:tgtEl>
                                        <p:attrNameLst>
                                          <p:attrName>style.visibility</p:attrName>
                                        </p:attrNameLst>
                                      </p:cBhvr>
                                      <p:to>
                                        <p:strVal val="visible"/>
                                      </p:to>
                                    </p:set>
                                    <p:anim calcmode="lin" valueType="num">
                                      <p:cBhvr>
                                        <p:cTn id="99" dur="500" fill="hold"/>
                                        <p:tgtEl>
                                          <p:spTgt spid="27"/>
                                        </p:tgtEl>
                                        <p:attrNameLst>
                                          <p:attrName>ppt_w</p:attrName>
                                        </p:attrNameLst>
                                      </p:cBhvr>
                                      <p:tavLst>
                                        <p:tav tm="0">
                                          <p:val>
                                            <p:fltVal val="0"/>
                                          </p:val>
                                        </p:tav>
                                        <p:tav tm="100000">
                                          <p:val>
                                            <p:strVal val="#ppt_w"/>
                                          </p:val>
                                        </p:tav>
                                      </p:tavLst>
                                    </p:anim>
                                    <p:anim calcmode="lin" valueType="num">
                                      <p:cBhvr>
                                        <p:cTn id="100" dur="500" fill="hold"/>
                                        <p:tgtEl>
                                          <p:spTgt spid="27"/>
                                        </p:tgtEl>
                                        <p:attrNameLst>
                                          <p:attrName>ppt_h</p:attrName>
                                        </p:attrNameLst>
                                      </p:cBhvr>
                                      <p:tavLst>
                                        <p:tav tm="0">
                                          <p:val>
                                            <p:fltVal val="0"/>
                                          </p:val>
                                        </p:tav>
                                        <p:tav tm="100000">
                                          <p:val>
                                            <p:strVal val="#ppt_h"/>
                                          </p:val>
                                        </p:tav>
                                      </p:tavLst>
                                    </p:anim>
                                    <p:animEffect transition="in" filter="fade">
                                      <p:cBhvr>
                                        <p:cTn id="101" dur="500"/>
                                        <p:tgtEl>
                                          <p:spTgt spid="27"/>
                                        </p:tgtEl>
                                      </p:cBhvr>
                                    </p:animEffect>
                                  </p:childTnLst>
                                </p:cTn>
                              </p:par>
                            </p:childTnLst>
                          </p:cTn>
                        </p:par>
                        <p:par>
                          <p:cTn id="102" fill="hold">
                            <p:stCondLst>
                              <p:cond delay="8500"/>
                            </p:stCondLst>
                            <p:childTnLst>
                              <p:par>
                                <p:cTn id="103" presetID="53" presetClass="entr" presetSubtype="0" fill="hold" grpId="0" nodeType="afterEffect">
                                  <p:stCondLst>
                                    <p:cond delay="0"/>
                                  </p:stCondLst>
                                  <p:childTnLst>
                                    <p:set>
                                      <p:cBhvr>
                                        <p:cTn id="104" dur="1" fill="hold">
                                          <p:stCondLst>
                                            <p:cond delay="0"/>
                                          </p:stCondLst>
                                        </p:cTn>
                                        <p:tgtEl>
                                          <p:spTgt spid="23"/>
                                        </p:tgtEl>
                                        <p:attrNameLst>
                                          <p:attrName>style.visibility</p:attrName>
                                        </p:attrNameLst>
                                      </p:cBhvr>
                                      <p:to>
                                        <p:strVal val="visible"/>
                                      </p:to>
                                    </p:set>
                                    <p:anim calcmode="lin" valueType="num">
                                      <p:cBhvr>
                                        <p:cTn id="105" dur="500" fill="hold"/>
                                        <p:tgtEl>
                                          <p:spTgt spid="23"/>
                                        </p:tgtEl>
                                        <p:attrNameLst>
                                          <p:attrName>ppt_w</p:attrName>
                                        </p:attrNameLst>
                                      </p:cBhvr>
                                      <p:tavLst>
                                        <p:tav tm="0">
                                          <p:val>
                                            <p:fltVal val="0"/>
                                          </p:val>
                                        </p:tav>
                                        <p:tav tm="100000">
                                          <p:val>
                                            <p:strVal val="#ppt_w"/>
                                          </p:val>
                                        </p:tav>
                                      </p:tavLst>
                                    </p:anim>
                                    <p:anim calcmode="lin" valueType="num">
                                      <p:cBhvr>
                                        <p:cTn id="106" dur="500" fill="hold"/>
                                        <p:tgtEl>
                                          <p:spTgt spid="23"/>
                                        </p:tgtEl>
                                        <p:attrNameLst>
                                          <p:attrName>ppt_h</p:attrName>
                                        </p:attrNameLst>
                                      </p:cBhvr>
                                      <p:tavLst>
                                        <p:tav tm="0">
                                          <p:val>
                                            <p:fltVal val="0"/>
                                          </p:val>
                                        </p:tav>
                                        <p:tav tm="100000">
                                          <p:val>
                                            <p:strVal val="#ppt_h"/>
                                          </p:val>
                                        </p:tav>
                                      </p:tavLst>
                                    </p:anim>
                                    <p:animEffect transition="in" filter="fade">
                                      <p:cBhvr>
                                        <p:cTn id="107" dur="500"/>
                                        <p:tgtEl>
                                          <p:spTgt spid="23"/>
                                        </p:tgtEl>
                                      </p:cBhvr>
                                    </p:animEffect>
                                  </p:childTnLst>
                                </p:cTn>
                              </p:par>
                            </p:childTnLst>
                          </p:cTn>
                        </p:par>
                        <p:par>
                          <p:cTn id="108" fill="hold">
                            <p:stCondLst>
                              <p:cond delay="9000"/>
                            </p:stCondLst>
                            <p:childTnLst>
                              <p:par>
                                <p:cTn id="109" presetID="53" presetClass="entr" presetSubtype="0" fill="hold" grpId="0" nodeType="afterEffect">
                                  <p:stCondLst>
                                    <p:cond delay="0"/>
                                  </p:stCondLst>
                                  <p:childTnLst>
                                    <p:set>
                                      <p:cBhvr>
                                        <p:cTn id="110" dur="1" fill="hold">
                                          <p:stCondLst>
                                            <p:cond delay="0"/>
                                          </p:stCondLst>
                                        </p:cTn>
                                        <p:tgtEl>
                                          <p:spTgt spid="31"/>
                                        </p:tgtEl>
                                        <p:attrNameLst>
                                          <p:attrName>style.visibility</p:attrName>
                                        </p:attrNameLst>
                                      </p:cBhvr>
                                      <p:to>
                                        <p:strVal val="visible"/>
                                      </p:to>
                                    </p:set>
                                    <p:anim calcmode="lin" valueType="num">
                                      <p:cBhvr>
                                        <p:cTn id="111" dur="500" fill="hold"/>
                                        <p:tgtEl>
                                          <p:spTgt spid="31"/>
                                        </p:tgtEl>
                                        <p:attrNameLst>
                                          <p:attrName>ppt_w</p:attrName>
                                        </p:attrNameLst>
                                      </p:cBhvr>
                                      <p:tavLst>
                                        <p:tav tm="0">
                                          <p:val>
                                            <p:fltVal val="0"/>
                                          </p:val>
                                        </p:tav>
                                        <p:tav tm="100000">
                                          <p:val>
                                            <p:strVal val="#ppt_w"/>
                                          </p:val>
                                        </p:tav>
                                      </p:tavLst>
                                    </p:anim>
                                    <p:anim calcmode="lin" valueType="num">
                                      <p:cBhvr>
                                        <p:cTn id="112" dur="500" fill="hold"/>
                                        <p:tgtEl>
                                          <p:spTgt spid="31"/>
                                        </p:tgtEl>
                                        <p:attrNameLst>
                                          <p:attrName>ppt_h</p:attrName>
                                        </p:attrNameLst>
                                      </p:cBhvr>
                                      <p:tavLst>
                                        <p:tav tm="0">
                                          <p:val>
                                            <p:fltVal val="0"/>
                                          </p:val>
                                        </p:tav>
                                        <p:tav tm="100000">
                                          <p:val>
                                            <p:strVal val="#ppt_h"/>
                                          </p:val>
                                        </p:tav>
                                      </p:tavLst>
                                    </p:anim>
                                    <p:animEffect transition="in" filter="fade">
                                      <p:cBhvr>
                                        <p:cTn id="113" dur="500"/>
                                        <p:tgtEl>
                                          <p:spTgt spid="31"/>
                                        </p:tgtEl>
                                      </p:cBhvr>
                                    </p:animEffect>
                                  </p:childTnLst>
                                </p:cTn>
                              </p:par>
                            </p:childTnLst>
                          </p:cTn>
                        </p:par>
                        <p:par>
                          <p:cTn id="114" fill="hold">
                            <p:stCondLst>
                              <p:cond delay="9500"/>
                            </p:stCondLst>
                            <p:childTnLst>
                              <p:par>
                                <p:cTn id="115" presetID="53" presetClass="entr" presetSubtype="0" fill="hold" nodeType="afterEffect">
                                  <p:stCondLst>
                                    <p:cond delay="0"/>
                                  </p:stCondLst>
                                  <p:childTnLst>
                                    <p:set>
                                      <p:cBhvr>
                                        <p:cTn id="116" dur="1" fill="hold">
                                          <p:stCondLst>
                                            <p:cond delay="0"/>
                                          </p:stCondLst>
                                        </p:cTn>
                                        <p:tgtEl>
                                          <p:spTgt spid="33"/>
                                        </p:tgtEl>
                                        <p:attrNameLst>
                                          <p:attrName>style.visibility</p:attrName>
                                        </p:attrNameLst>
                                      </p:cBhvr>
                                      <p:to>
                                        <p:strVal val="visible"/>
                                      </p:to>
                                    </p:set>
                                    <p:anim calcmode="lin" valueType="num">
                                      <p:cBhvr>
                                        <p:cTn id="117" dur="500" fill="hold"/>
                                        <p:tgtEl>
                                          <p:spTgt spid="33"/>
                                        </p:tgtEl>
                                        <p:attrNameLst>
                                          <p:attrName>ppt_w</p:attrName>
                                        </p:attrNameLst>
                                      </p:cBhvr>
                                      <p:tavLst>
                                        <p:tav tm="0">
                                          <p:val>
                                            <p:fltVal val="0"/>
                                          </p:val>
                                        </p:tav>
                                        <p:tav tm="100000">
                                          <p:val>
                                            <p:strVal val="#ppt_w"/>
                                          </p:val>
                                        </p:tav>
                                      </p:tavLst>
                                    </p:anim>
                                    <p:anim calcmode="lin" valueType="num">
                                      <p:cBhvr>
                                        <p:cTn id="118" dur="500" fill="hold"/>
                                        <p:tgtEl>
                                          <p:spTgt spid="33"/>
                                        </p:tgtEl>
                                        <p:attrNameLst>
                                          <p:attrName>ppt_h</p:attrName>
                                        </p:attrNameLst>
                                      </p:cBhvr>
                                      <p:tavLst>
                                        <p:tav tm="0">
                                          <p:val>
                                            <p:fltVal val="0"/>
                                          </p:val>
                                        </p:tav>
                                        <p:tav tm="100000">
                                          <p:val>
                                            <p:strVal val="#ppt_h"/>
                                          </p:val>
                                        </p:tav>
                                      </p:tavLst>
                                    </p:anim>
                                    <p:animEffect transition="in" filter="fade">
                                      <p:cBhvr>
                                        <p:cTn id="119"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22" grpId="0" animBg="1"/>
      <p:bldP spid="23" grpId="0" animBg="1"/>
      <p:bldP spid="24" grpId="0"/>
      <p:bldP spid="25" grpId="0"/>
      <p:bldP spid="26" grpId="0"/>
      <p:bldP spid="27" grpId="0"/>
      <p:bldP spid="28" grpId="0"/>
      <p:bldP spid="29" grpId="0"/>
      <p:bldP spid="30" grpId="0"/>
      <p:bldP spid="31"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Pricing Plan Table</a:t>
            </a:r>
            <a:endParaRPr lang="en-US" dirty="0"/>
          </a:p>
        </p:txBody>
      </p:sp>
      <p:sp>
        <p:nvSpPr>
          <p:cNvPr id="4" name="Text Placeholder 3"/>
          <p:cNvSpPr>
            <a:spLocks noGrp="1"/>
          </p:cNvSpPr>
          <p:nvPr>
            <p:ph type="body" sz="half" idx="2"/>
          </p:nvPr>
        </p:nvSpPr>
        <p:spPr/>
        <p:txBody>
          <a:bodyPr/>
          <a:lstStyle/>
          <a:p>
            <a:r>
              <a:rPr lang="en-US"/>
              <a:t>Simple Pricing Plan Table</a:t>
            </a:r>
            <a:endParaRPr lang="en-US" dirty="0"/>
          </a:p>
        </p:txBody>
      </p:sp>
      <p:sp>
        <p:nvSpPr>
          <p:cNvPr id="9" name="Slide Number Placeholder 8"/>
          <p:cNvSpPr>
            <a:spLocks noGrp="1"/>
          </p:cNvSpPr>
          <p:nvPr>
            <p:ph type="sldNum" sz="quarter" idx="12"/>
          </p:nvPr>
        </p:nvSpPr>
        <p:spPr/>
        <p:txBody>
          <a:bodyPr/>
          <a:lstStyle/>
          <a:p>
            <a:fld id="{C136B7D2-B98C-44FD-8D04-7EC62A564975}" type="slidenum">
              <a:rPr lang="en-US" smtClean="0"/>
              <a:pPr/>
              <a:t>56</a:t>
            </a:fld>
            <a:endParaRPr lang="en-US" dirty="0"/>
          </a:p>
        </p:txBody>
      </p:sp>
      <p:grpSp>
        <p:nvGrpSpPr>
          <p:cNvPr id="3" name="Group 76"/>
          <p:cNvGrpSpPr/>
          <p:nvPr/>
        </p:nvGrpSpPr>
        <p:grpSpPr>
          <a:xfrm>
            <a:off x="838200" y="1535430"/>
            <a:ext cx="1676400" cy="2712720"/>
            <a:chOff x="838200" y="1535430"/>
            <a:chExt cx="1676400" cy="2712720"/>
          </a:xfrm>
        </p:grpSpPr>
        <p:sp>
          <p:nvSpPr>
            <p:cNvPr id="58" name="Rounded Rectangle 57"/>
            <p:cNvSpPr/>
            <p:nvPr/>
          </p:nvSpPr>
          <p:spPr>
            <a:xfrm>
              <a:off x="838200" y="1535430"/>
              <a:ext cx="1676400" cy="2712720"/>
            </a:xfrm>
            <a:prstGeom prst="roundRect">
              <a:avLst>
                <a:gd name="adj" fmla="val 575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1" name="Straight Connector 60"/>
            <p:cNvCxnSpPr/>
            <p:nvPr/>
          </p:nvCxnSpPr>
          <p:spPr>
            <a:xfrm rot="10800000">
              <a:off x="838200" y="2114550"/>
              <a:ext cx="1676400" cy="1588"/>
            </a:xfrm>
            <a:prstGeom prst="line">
              <a:avLst/>
            </a:prstGeom>
            <a:ln w="38100" cmpd="dbl">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 name="Group 75"/>
          <p:cNvGrpSpPr/>
          <p:nvPr/>
        </p:nvGrpSpPr>
        <p:grpSpPr>
          <a:xfrm>
            <a:off x="1028700" y="3813810"/>
            <a:ext cx="1295400" cy="304800"/>
            <a:chOff x="1028700" y="3813810"/>
            <a:chExt cx="1295400" cy="304800"/>
          </a:xfrm>
        </p:grpSpPr>
        <p:sp>
          <p:nvSpPr>
            <p:cNvPr id="59" name="Rounded Rectangle 58"/>
            <p:cNvSpPr/>
            <p:nvPr/>
          </p:nvSpPr>
          <p:spPr>
            <a:xfrm>
              <a:off x="1028700" y="3813810"/>
              <a:ext cx="1295400" cy="3048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TextBox 61"/>
            <p:cNvSpPr txBox="1"/>
            <p:nvPr/>
          </p:nvSpPr>
          <p:spPr>
            <a:xfrm>
              <a:off x="1183477" y="3873877"/>
              <a:ext cx="985847" cy="184666"/>
            </a:xfrm>
            <a:prstGeom prst="rect">
              <a:avLst/>
            </a:prstGeom>
            <a:noFill/>
          </p:spPr>
          <p:txBody>
            <a:bodyPr wrap="none" lIns="0" tIns="0" rIns="0" bIns="0" rtlCol="0" anchor="t">
              <a:spAutoFit/>
            </a:bodyPr>
            <a:lstStyle/>
            <a:p>
              <a:pPr algn="ctr"/>
              <a:r>
                <a:rPr lang="en-US" sz="1200" b="1" dirty="0">
                  <a:solidFill>
                    <a:schemeClr val="tx1">
                      <a:lumMod val="75000"/>
                      <a:lumOff val="25000"/>
                    </a:schemeClr>
                  </a:solidFill>
                </a:rPr>
                <a:t>Get This Plan</a:t>
              </a:r>
            </a:p>
          </p:txBody>
        </p:sp>
      </p:grpSp>
      <p:sp>
        <p:nvSpPr>
          <p:cNvPr id="63" name="TextBox 62"/>
          <p:cNvSpPr txBox="1"/>
          <p:nvPr/>
        </p:nvSpPr>
        <p:spPr>
          <a:xfrm>
            <a:off x="1259074" y="1734397"/>
            <a:ext cx="834652" cy="215444"/>
          </a:xfrm>
          <a:prstGeom prst="rect">
            <a:avLst/>
          </a:prstGeom>
          <a:noFill/>
        </p:spPr>
        <p:txBody>
          <a:bodyPr wrap="none" lIns="0" tIns="0" rIns="0" bIns="0" rtlCol="0" anchor="t">
            <a:spAutoFit/>
          </a:bodyPr>
          <a:lstStyle/>
          <a:p>
            <a:pPr algn="ctr"/>
            <a:r>
              <a:rPr lang="en-US" sz="1400" b="1" dirty="0">
                <a:solidFill>
                  <a:schemeClr val="bg1"/>
                </a:solidFill>
              </a:rPr>
              <a:t>STARTER</a:t>
            </a:r>
          </a:p>
        </p:txBody>
      </p:sp>
      <p:grpSp>
        <p:nvGrpSpPr>
          <p:cNvPr id="6" name="Group 69"/>
          <p:cNvGrpSpPr/>
          <p:nvPr/>
        </p:nvGrpSpPr>
        <p:grpSpPr>
          <a:xfrm>
            <a:off x="861059" y="2296802"/>
            <a:ext cx="1589758" cy="1451679"/>
            <a:chOff x="654724" y="2917392"/>
            <a:chExt cx="1589758" cy="1451679"/>
          </a:xfrm>
        </p:grpSpPr>
        <p:sp>
          <p:nvSpPr>
            <p:cNvPr id="71" name="TextBox 70"/>
            <p:cNvSpPr txBox="1"/>
            <p:nvPr/>
          </p:nvSpPr>
          <p:spPr>
            <a:xfrm>
              <a:off x="654724" y="2917392"/>
              <a:ext cx="1589758" cy="1451679"/>
            </a:xfrm>
            <a:prstGeom prst="rect">
              <a:avLst/>
            </a:prstGeom>
            <a:noFill/>
          </p:spPr>
          <p:txBody>
            <a:bodyPr wrap="square" rtlCol="0">
              <a:spAutoFit/>
            </a:bodyPr>
            <a:lstStyle/>
            <a:p>
              <a:pPr algn="ctr">
                <a:lnSpc>
                  <a:spcPct val="150000"/>
                </a:lnSpc>
                <a:spcBef>
                  <a:spcPts val="400"/>
                </a:spcBef>
              </a:pPr>
              <a:r>
                <a:rPr lang="en-US" sz="1000" b="1" dirty="0">
                  <a:solidFill>
                    <a:schemeClr val="bg1"/>
                  </a:solidFill>
                </a:rPr>
                <a:t>2000 MB Bandwidth</a:t>
              </a:r>
              <a:endParaRPr lang="en-US" sz="1000" dirty="0">
                <a:solidFill>
                  <a:schemeClr val="bg1"/>
                </a:solidFill>
              </a:endParaRPr>
            </a:p>
            <a:p>
              <a:pPr algn="ctr">
                <a:lnSpc>
                  <a:spcPct val="150000"/>
                </a:lnSpc>
                <a:spcBef>
                  <a:spcPts val="400"/>
                </a:spcBef>
              </a:pPr>
              <a:r>
                <a:rPr lang="en-US" sz="1000" b="1" dirty="0">
                  <a:solidFill>
                    <a:schemeClr val="bg1"/>
                  </a:solidFill>
                </a:rPr>
                <a:t>5 GB Space</a:t>
              </a:r>
            </a:p>
            <a:p>
              <a:pPr algn="ctr">
                <a:lnSpc>
                  <a:spcPct val="150000"/>
                </a:lnSpc>
                <a:spcBef>
                  <a:spcPts val="400"/>
                </a:spcBef>
              </a:pPr>
              <a:r>
                <a:rPr lang="en-US" sz="1000" b="1" dirty="0">
                  <a:solidFill>
                    <a:schemeClr val="bg1"/>
                  </a:solidFill>
                </a:rPr>
                <a:t>Unlimited User</a:t>
              </a:r>
            </a:p>
            <a:p>
              <a:pPr algn="ctr">
                <a:lnSpc>
                  <a:spcPct val="150000"/>
                </a:lnSpc>
                <a:spcBef>
                  <a:spcPts val="400"/>
                </a:spcBef>
              </a:pPr>
              <a:r>
                <a:rPr lang="en-US" sz="1000" dirty="0">
                  <a:solidFill>
                    <a:schemeClr val="bg1"/>
                  </a:solidFill>
                </a:rPr>
                <a:t>Unlimited Accounts</a:t>
              </a:r>
            </a:p>
            <a:p>
              <a:pPr algn="ctr">
                <a:lnSpc>
                  <a:spcPct val="150000"/>
                </a:lnSpc>
                <a:spcBef>
                  <a:spcPts val="400"/>
                </a:spcBef>
              </a:pPr>
              <a:r>
                <a:rPr lang="en-US" sz="1000" dirty="0">
                  <a:solidFill>
                    <a:schemeClr val="bg1"/>
                  </a:solidFill>
                </a:rPr>
                <a:t>2000 MB Bandwidth</a:t>
              </a:r>
            </a:p>
          </p:txBody>
        </p:sp>
        <p:cxnSp>
          <p:nvCxnSpPr>
            <p:cNvPr id="72" name="Straight Connector 71"/>
            <p:cNvCxnSpPr/>
            <p:nvPr/>
          </p:nvCxnSpPr>
          <p:spPr>
            <a:xfrm>
              <a:off x="806628" y="3218127"/>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806628" y="350661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806628" y="3801004"/>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806628" y="410173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grpSp>
        <p:nvGrpSpPr>
          <p:cNvPr id="7" name="Group 77"/>
          <p:cNvGrpSpPr/>
          <p:nvPr/>
        </p:nvGrpSpPr>
        <p:grpSpPr>
          <a:xfrm>
            <a:off x="2750820" y="1535430"/>
            <a:ext cx="1676400" cy="2712720"/>
            <a:chOff x="838200" y="1535430"/>
            <a:chExt cx="1676400" cy="2712720"/>
          </a:xfrm>
          <a:solidFill>
            <a:schemeClr val="accent2"/>
          </a:solidFill>
        </p:grpSpPr>
        <p:sp>
          <p:nvSpPr>
            <p:cNvPr id="79" name="Rounded Rectangle 78"/>
            <p:cNvSpPr/>
            <p:nvPr/>
          </p:nvSpPr>
          <p:spPr>
            <a:xfrm>
              <a:off x="838200" y="1535430"/>
              <a:ext cx="1676400" cy="2712720"/>
            </a:xfrm>
            <a:prstGeom prst="roundRect">
              <a:avLst>
                <a:gd name="adj" fmla="val 575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0" name="Straight Connector 79"/>
            <p:cNvCxnSpPr/>
            <p:nvPr/>
          </p:nvCxnSpPr>
          <p:spPr>
            <a:xfrm rot="10800000">
              <a:off x="838200" y="2114550"/>
              <a:ext cx="1676400" cy="1588"/>
            </a:xfrm>
            <a:prstGeom prst="line">
              <a:avLst/>
            </a:prstGeom>
            <a:grpFill/>
            <a:ln w="38100" cmpd="dbl">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 name="Group 80"/>
          <p:cNvGrpSpPr/>
          <p:nvPr/>
        </p:nvGrpSpPr>
        <p:grpSpPr>
          <a:xfrm>
            <a:off x="2941320" y="3813810"/>
            <a:ext cx="1295400" cy="304800"/>
            <a:chOff x="1028700" y="3813810"/>
            <a:chExt cx="1295400" cy="304800"/>
          </a:xfrm>
        </p:grpSpPr>
        <p:sp>
          <p:nvSpPr>
            <p:cNvPr id="82" name="Rounded Rectangle 81"/>
            <p:cNvSpPr/>
            <p:nvPr/>
          </p:nvSpPr>
          <p:spPr>
            <a:xfrm>
              <a:off x="1028700" y="3813810"/>
              <a:ext cx="1295400" cy="3048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TextBox 82"/>
            <p:cNvSpPr txBox="1"/>
            <p:nvPr/>
          </p:nvSpPr>
          <p:spPr>
            <a:xfrm>
              <a:off x="1183477" y="3873877"/>
              <a:ext cx="985847" cy="184666"/>
            </a:xfrm>
            <a:prstGeom prst="rect">
              <a:avLst/>
            </a:prstGeom>
            <a:noFill/>
          </p:spPr>
          <p:txBody>
            <a:bodyPr wrap="none" lIns="0" tIns="0" rIns="0" bIns="0" rtlCol="0" anchor="t">
              <a:spAutoFit/>
            </a:bodyPr>
            <a:lstStyle/>
            <a:p>
              <a:pPr algn="ctr"/>
              <a:r>
                <a:rPr lang="en-US" sz="1200" b="1" dirty="0">
                  <a:solidFill>
                    <a:schemeClr val="tx1">
                      <a:lumMod val="75000"/>
                      <a:lumOff val="25000"/>
                    </a:schemeClr>
                  </a:solidFill>
                </a:rPr>
                <a:t>Get This Plan</a:t>
              </a:r>
            </a:p>
          </p:txBody>
        </p:sp>
      </p:grpSp>
      <p:sp>
        <p:nvSpPr>
          <p:cNvPr id="84" name="TextBox 83"/>
          <p:cNvSpPr txBox="1"/>
          <p:nvPr/>
        </p:nvSpPr>
        <p:spPr>
          <a:xfrm>
            <a:off x="2894597" y="1734397"/>
            <a:ext cx="1417056" cy="215444"/>
          </a:xfrm>
          <a:prstGeom prst="rect">
            <a:avLst/>
          </a:prstGeom>
          <a:noFill/>
        </p:spPr>
        <p:txBody>
          <a:bodyPr wrap="none" lIns="0" tIns="0" rIns="0" bIns="0" rtlCol="0" anchor="t">
            <a:spAutoFit/>
          </a:bodyPr>
          <a:lstStyle/>
          <a:p>
            <a:pPr algn="ctr"/>
            <a:r>
              <a:rPr lang="en-US" sz="1400" b="1" dirty="0">
                <a:solidFill>
                  <a:schemeClr val="bg1"/>
                </a:solidFill>
              </a:rPr>
              <a:t>PROFESSIONAL</a:t>
            </a:r>
          </a:p>
        </p:txBody>
      </p:sp>
      <p:grpSp>
        <p:nvGrpSpPr>
          <p:cNvPr id="10" name="Group 90"/>
          <p:cNvGrpSpPr/>
          <p:nvPr/>
        </p:nvGrpSpPr>
        <p:grpSpPr>
          <a:xfrm>
            <a:off x="4716780" y="1535430"/>
            <a:ext cx="1676400" cy="2712720"/>
            <a:chOff x="838200" y="1535430"/>
            <a:chExt cx="1676400" cy="2712720"/>
          </a:xfrm>
          <a:solidFill>
            <a:schemeClr val="accent3"/>
          </a:solidFill>
        </p:grpSpPr>
        <p:sp>
          <p:nvSpPr>
            <p:cNvPr id="92" name="Rounded Rectangle 91"/>
            <p:cNvSpPr/>
            <p:nvPr/>
          </p:nvSpPr>
          <p:spPr>
            <a:xfrm>
              <a:off x="838200" y="1535430"/>
              <a:ext cx="1676400" cy="2712720"/>
            </a:xfrm>
            <a:prstGeom prst="roundRect">
              <a:avLst>
                <a:gd name="adj" fmla="val 575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3" name="Straight Connector 92"/>
            <p:cNvCxnSpPr/>
            <p:nvPr/>
          </p:nvCxnSpPr>
          <p:spPr>
            <a:xfrm rot="10800000">
              <a:off x="838200" y="2114550"/>
              <a:ext cx="1676400" cy="1588"/>
            </a:xfrm>
            <a:prstGeom prst="line">
              <a:avLst/>
            </a:prstGeom>
            <a:grpFill/>
            <a:ln w="38100" cmpd="dbl">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 name="Group 93"/>
          <p:cNvGrpSpPr/>
          <p:nvPr/>
        </p:nvGrpSpPr>
        <p:grpSpPr>
          <a:xfrm>
            <a:off x="4907280" y="3813810"/>
            <a:ext cx="1295400" cy="304800"/>
            <a:chOff x="1028700" y="3813810"/>
            <a:chExt cx="1295400" cy="304800"/>
          </a:xfrm>
        </p:grpSpPr>
        <p:sp>
          <p:nvSpPr>
            <p:cNvPr id="95" name="Rounded Rectangle 94"/>
            <p:cNvSpPr/>
            <p:nvPr/>
          </p:nvSpPr>
          <p:spPr>
            <a:xfrm>
              <a:off x="1028700" y="3813810"/>
              <a:ext cx="1295400" cy="3048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TextBox 95"/>
            <p:cNvSpPr txBox="1"/>
            <p:nvPr/>
          </p:nvSpPr>
          <p:spPr>
            <a:xfrm>
              <a:off x="1183477" y="3873877"/>
              <a:ext cx="985847" cy="184666"/>
            </a:xfrm>
            <a:prstGeom prst="rect">
              <a:avLst/>
            </a:prstGeom>
            <a:noFill/>
          </p:spPr>
          <p:txBody>
            <a:bodyPr wrap="none" lIns="0" tIns="0" rIns="0" bIns="0" rtlCol="0" anchor="t">
              <a:spAutoFit/>
            </a:bodyPr>
            <a:lstStyle/>
            <a:p>
              <a:pPr algn="ctr"/>
              <a:r>
                <a:rPr lang="en-US" sz="1200" b="1" dirty="0">
                  <a:solidFill>
                    <a:schemeClr val="tx1">
                      <a:lumMod val="75000"/>
                      <a:lumOff val="25000"/>
                    </a:schemeClr>
                  </a:solidFill>
                </a:rPr>
                <a:t>Get This Plan</a:t>
              </a:r>
            </a:p>
          </p:txBody>
        </p:sp>
      </p:grpSp>
      <p:grpSp>
        <p:nvGrpSpPr>
          <p:cNvPr id="12" name="Group 103"/>
          <p:cNvGrpSpPr/>
          <p:nvPr/>
        </p:nvGrpSpPr>
        <p:grpSpPr>
          <a:xfrm>
            <a:off x="6659880" y="1535430"/>
            <a:ext cx="1676400" cy="2712720"/>
            <a:chOff x="838200" y="1535430"/>
            <a:chExt cx="1676400" cy="2712720"/>
          </a:xfrm>
          <a:solidFill>
            <a:schemeClr val="accent4"/>
          </a:solidFill>
        </p:grpSpPr>
        <p:sp>
          <p:nvSpPr>
            <p:cNvPr id="105" name="Rounded Rectangle 104"/>
            <p:cNvSpPr/>
            <p:nvPr/>
          </p:nvSpPr>
          <p:spPr>
            <a:xfrm>
              <a:off x="838200" y="1535430"/>
              <a:ext cx="1676400" cy="2712720"/>
            </a:xfrm>
            <a:prstGeom prst="roundRect">
              <a:avLst>
                <a:gd name="adj" fmla="val 575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06" name="Straight Connector 105"/>
            <p:cNvCxnSpPr/>
            <p:nvPr/>
          </p:nvCxnSpPr>
          <p:spPr>
            <a:xfrm rot="10800000">
              <a:off x="838200" y="2114550"/>
              <a:ext cx="1676400" cy="1588"/>
            </a:xfrm>
            <a:prstGeom prst="line">
              <a:avLst/>
            </a:prstGeom>
            <a:grpFill/>
            <a:ln w="38100" cmpd="dbl">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 name="Group 106"/>
          <p:cNvGrpSpPr/>
          <p:nvPr/>
        </p:nvGrpSpPr>
        <p:grpSpPr>
          <a:xfrm>
            <a:off x="6850380" y="3813810"/>
            <a:ext cx="1295400" cy="304800"/>
            <a:chOff x="1028700" y="3813810"/>
            <a:chExt cx="1295400" cy="304800"/>
          </a:xfrm>
        </p:grpSpPr>
        <p:sp>
          <p:nvSpPr>
            <p:cNvPr id="108" name="Rounded Rectangle 107"/>
            <p:cNvSpPr/>
            <p:nvPr/>
          </p:nvSpPr>
          <p:spPr>
            <a:xfrm>
              <a:off x="1028700" y="3813810"/>
              <a:ext cx="1295400" cy="3048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TextBox 108"/>
            <p:cNvSpPr txBox="1"/>
            <p:nvPr/>
          </p:nvSpPr>
          <p:spPr>
            <a:xfrm>
              <a:off x="1183477" y="3873877"/>
              <a:ext cx="985847" cy="184666"/>
            </a:xfrm>
            <a:prstGeom prst="rect">
              <a:avLst/>
            </a:prstGeom>
            <a:noFill/>
          </p:spPr>
          <p:txBody>
            <a:bodyPr wrap="none" lIns="0" tIns="0" rIns="0" bIns="0" rtlCol="0" anchor="t">
              <a:spAutoFit/>
            </a:bodyPr>
            <a:lstStyle/>
            <a:p>
              <a:pPr algn="ctr"/>
              <a:r>
                <a:rPr lang="en-US" sz="1200" b="1" dirty="0">
                  <a:solidFill>
                    <a:schemeClr val="tx1">
                      <a:lumMod val="75000"/>
                      <a:lumOff val="25000"/>
                    </a:schemeClr>
                  </a:solidFill>
                </a:rPr>
                <a:t>Get This Plan</a:t>
              </a:r>
            </a:p>
          </p:txBody>
        </p:sp>
      </p:grpSp>
      <p:sp>
        <p:nvSpPr>
          <p:cNvPr id="117" name="TextBox 116"/>
          <p:cNvSpPr txBox="1"/>
          <p:nvPr/>
        </p:nvSpPr>
        <p:spPr>
          <a:xfrm>
            <a:off x="5100157" y="1734397"/>
            <a:ext cx="920124" cy="215444"/>
          </a:xfrm>
          <a:prstGeom prst="rect">
            <a:avLst/>
          </a:prstGeom>
          <a:noFill/>
        </p:spPr>
        <p:txBody>
          <a:bodyPr wrap="none" lIns="0" tIns="0" rIns="0" bIns="0" rtlCol="0" anchor="t">
            <a:spAutoFit/>
          </a:bodyPr>
          <a:lstStyle/>
          <a:p>
            <a:pPr algn="ctr"/>
            <a:r>
              <a:rPr lang="en-US" sz="1400" b="1" dirty="0">
                <a:solidFill>
                  <a:schemeClr val="bg1"/>
                </a:solidFill>
              </a:rPr>
              <a:t>BUSINESS</a:t>
            </a:r>
          </a:p>
        </p:txBody>
      </p:sp>
      <p:sp>
        <p:nvSpPr>
          <p:cNvPr id="118" name="TextBox 117"/>
          <p:cNvSpPr txBox="1"/>
          <p:nvPr/>
        </p:nvSpPr>
        <p:spPr>
          <a:xfrm>
            <a:off x="7009966" y="1734397"/>
            <a:ext cx="976228" cy="215444"/>
          </a:xfrm>
          <a:prstGeom prst="rect">
            <a:avLst/>
          </a:prstGeom>
          <a:noFill/>
        </p:spPr>
        <p:txBody>
          <a:bodyPr wrap="none" lIns="0" tIns="0" rIns="0" bIns="0" rtlCol="0" anchor="t">
            <a:spAutoFit/>
          </a:bodyPr>
          <a:lstStyle/>
          <a:p>
            <a:pPr algn="ctr"/>
            <a:r>
              <a:rPr lang="en-US" sz="1400" b="1" dirty="0">
                <a:solidFill>
                  <a:schemeClr val="bg1"/>
                </a:solidFill>
              </a:rPr>
              <a:t>UNLIMITED</a:t>
            </a:r>
          </a:p>
        </p:txBody>
      </p:sp>
      <p:grpSp>
        <p:nvGrpSpPr>
          <p:cNvPr id="14" name="Group 118"/>
          <p:cNvGrpSpPr/>
          <p:nvPr/>
        </p:nvGrpSpPr>
        <p:grpSpPr>
          <a:xfrm>
            <a:off x="2781300" y="2296802"/>
            <a:ext cx="1589758" cy="1451679"/>
            <a:chOff x="654724" y="2917392"/>
            <a:chExt cx="1589758" cy="1451679"/>
          </a:xfrm>
        </p:grpSpPr>
        <p:sp>
          <p:nvSpPr>
            <p:cNvPr id="120" name="TextBox 119"/>
            <p:cNvSpPr txBox="1"/>
            <p:nvPr/>
          </p:nvSpPr>
          <p:spPr>
            <a:xfrm>
              <a:off x="654724" y="2917392"/>
              <a:ext cx="1589758" cy="1451679"/>
            </a:xfrm>
            <a:prstGeom prst="rect">
              <a:avLst/>
            </a:prstGeom>
            <a:noFill/>
          </p:spPr>
          <p:txBody>
            <a:bodyPr wrap="square" rtlCol="0">
              <a:spAutoFit/>
            </a:bodyPr>
            <a:lstStyle/>
            <a:p>
              <a:pPr algn="ctr">
                <a:lnSpc>
                  <a:spcPct val="150000"/>
                </a:lnSpc>
                <a:spcBef>
                  <a:spcPts val="400"/>
                </a:spcBef>
              </a:pPr>
              <a:r>
                <a:rPr lang="en-US" sz="1000" b="1" dirty="0">
                  <a:solidFill>
                    <a:schemeClr val="bg1"/>
                  </a:solidFill>
                </a:rPr>
                <a:t>2000 MB Bandwidth</a:t>
              </a:r>
              <a:endParaRPr lang="en-US" sz="1000" dirty="0">
                <a:solidFill>
                  <a:schemeClr val="bg1"/>
                </a:solidFill>
              </a:endParaRPr>
            </a:p>
            <a:p>
              <a:pPr algn="ctr">
                <a:lnSpc>
                  <a:spcPct val="150000"/>
                </a:lnSpc>
                <a:spcBef>
                  <a:spcPts val="400"/>
                </a:spcBef>
              </a:pPr>
              <a:r>
                <a:rPr lang="en-US" sz="1000" b="1" dirty="0">
                  <a:solidFill>
                    <a:schemeClr val="bg1"/>
                  </a:solidFill>
                </a:rPr>
                <a:t>5 GB Space</a:t>
              </a:r>
            </a:p>
            <a:p>
              <a:pPr algn="ctr">
                <a:lnSpc>
                  <a:spcPct val="150000"/>
                </a:lnSpc>
                <a:spcBef>
                  <a:spcPts val="400"/>
                </a:spcBef>
              </a:pPr>
              <a:r>
                <a:rPr lang="en-US" sz="1000" b="1" dirty="0">
                  <a:solidFill>
                    <a:schemeClr val="bg1"/>
                  </a:solidFill>
                </a:rPr>
                <a:t>Unlimited User</a:t>
              </a:r>
            </a:p>
            <a:p>
              <a:pPr algn="ctr">
                <a:lnSpc>
                  <a:spcPct val="150000"/>
                </a:lnSpc>
                <a:spcBef>
                  <a:spcPts val="400"/>
                </a:spcBef>
              </a:pPr>
              <a:r>
                <a:rPr lang="en-US" sz="1000" dirty="0">
                  <a:solidFill>
                    <a:schemeClr val="bg1"/>
                  </a:solidFill>
                </a:rPr>
                <a:t>Unlimited Accounts</a:t>
              </a:r>
            </a:p>
            <a:p>
              <a:pPr algn="ctr">
                <a:lnSpc>
                  <a:spcPct val="150000"/>
                </a:lnSpc>
                <a:spcBef>
                  <a:spcPts val="400"/>
                </a:spcBef>
              </a:pPr>
              <a:r>
                <a:rPr lang="en-US" sz="1000" dirty="0">
                  <a:solidFill>
                    <a:schemeClr val="bg1"/>
                  </a:solidFill>
                </a:rPr>
                <a:t>2000 MB Bandwidth</a:t>
              </a:r>
            </a:p>
          </p:txBody>
        </p:sp>
        <p:cxnSp>
          <p:nvCxnSpPr>
            <p:cNvPr id="121" name="Straight Connector 120"/>
            <p:cNvCxnSpPr/>
            <p:nvPr/>
          </p:nvCxnSpPr>
          <p:spPr>
            <a:xfrm>
              <a:off x="806628" y="3218127"/>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806628" y="350661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a:off x="806628" y="3801004"/>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806628" y="410173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grpSp>
        <p:nvGrpSpPr>
          <p:cNvPr id="15" name="Group 124"/>
          <p:cNvGrpSpPr/>
          <p:nvPr/>
        </p:nvGrpSpPr>
        <p:grpSpPr>
          <a:xfrm>
            <a:off x="4754880" y="2296802"/>
            <a:ext cx="1589758" cy="1451679"/>
            <a:chOff x="654724" y="2917392"/>
            <a:chExt cx="1589758" cy="1451679"/>
          </a:xfrm>
        </p:grpSpPr>
        <p:sp>
          <p:nvSpPr>
            <p:cNvPr id="126" name="TextBox 125"/>
            <p:cNvSpPr txBox="1"/>
            <p:nvPr/>
          </p:nvSpPr>
          <p:spPr>
            <a:xfrm>
              <a:off x="654724" y="2917392"/>
              <a:ext cx="1589758" cy="1451679"/>
            </a:xfrm>
            <a:prstGeom prst="rect">
              <a:avLst/>
            </a:prstGeom>
            <a:noFill/>
          </p:spPr>
          <p:txBody>
            <a:bodyPr wrap="square" rtlCol="0">
              <a:spAutoFit/>
            </a:bodyPr>
            <a:lstStyle/>
            <a:p>
              <a:pPr algn="ctr">
                <a:lnSpc>
                  <a:spcPct val="150000"/>
                </a:lnSpc>
                <a:spcBef>
                  <a:spcPts val="400"/>
                </a:spcBef>
              </a:pPr>
              <a:r>
                <a:rPr lang="en-US" sz="1000" b="1" dirty="0">
                  <a:solidFill>
                    <a:schemeClr val="bg1"/>
                  </a:solidFill>
                </a:rPr>
                <a:t>2000 MB Bandwidth</a:t>
              </a:r>
              <a:endParaRPr lang="en-US" sz="1000" dirty="0">
                <a:solidFill>
                  <a:schemeClr val="bg1"/>
                </a:solidFill>
              </a:endParaRPr>
            </a:p>
            <a:p>
              <a:pPr algn="ctr">
                <a:lnSpc>
                  <a:spcPct val="150000"/>
                </a:lnSpc>
                <a:spcBef>
                  <a:spcPts val="400"/>
                </a:spcBef>
              </a:pPr>
              <a:r>
                <a:rPr lang="en-US" sz="1000" b="1" dirty="0">
                  <a:solidFill>
                    <a:schemeClr val="bg1"/>
                  </a:solidFill>
                </a:rPr>
                <a:t>5 GB Space</a:t>
              </a:r>
            </a:p>
            <a:p>
              <a:pPr algn="ctr">
                <a:lnSpc>
                  <a:spcPct val="150000"/>
                </a:lnSpc>
                <a:spcBef>
                  <a:spcPts val="400"/>
                </a:spcBef>
              </a:pPr>
              <a:r>
                <a:rPr lang="en-US" sz="1000" b="1" dirty="0">
                  <a:solidFill>
                    <a:schemeClr val="bg1"/>
                  </a:solidFill>
                </a:rPr>
                <a:t>Unlimited User</a:t>
              </a:r>
            </a:p>
            <a:p>
              <a:pPr algn="ctr">
                <a:lnSpc>
                  <a:spcPct val="150000"/>
                </a:lnSpc>
                <a:spcBef>
                  <a:spcPts val="400"/>
                </a:spcBef>
              </a:pPr>
              <a:r>
                <a:rPr lang="en-US" sz="1000" dirty="0">
                  <a:solidFill>
                    <a:schemeClr val="bg1"/>
                  </a:solidFill>
                </a:rPr>
                <a:t>Unlimited Accounts</a:t>
              </a:r>
            </a:p>
            <a:p>
              <a:pPr algn="ctr">
                <a:lnSpc>
                  <a:spcPct val="150000"/>
                </a:lnSpc>
                <a:spcBef>
                  <a:spcPts val="400"/>
                </a:spcBef>
              </a:pPr>
              <a:r>
                <a:rPr lang="en-US" sz="1000" dirty="0">
                  <a:solidFill>
                    <a:schemeClr val="bg1"/>
                  </a:solidFill>
                </a:rPr>
                <a:t>2000 MB Bandwidth</a:t>
              </a:r>
            </a:p>
          </p:txBody>
        </p:sp>
        <p:cxnSp>
          <p:nvCxnSpPr>
            <p:cNvPr id="127" name="Straight Connector 126"/>
            <p:cNvCxnSpPr/>
            <p:nvPr/>
          </p:nvCxnSpPr>
          <p:spPr>
            <a:xfrm>
              <a:off x="806628" y="3218127"/>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806628" y="350661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806628" y="3801004"/>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806628" y="410173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grpSp>
        <p:nvGrpSpPr>
          <p:cNvPr id="16" name="Group 130"/>
          <p:cNvGrpSpPr/>
          <p:nvPr/>
        </p:nvGrpSpPr>
        <p:grpSpPr>
          <a:xfrm>
            <a:off x="6705600" y="2296802"/>
            <a:ext cx="1589758" cy="1451679"/>
            <a:chOff x="654724" y="2917392"/>
            <a:chExt cx="1589758" cy="1451679"/>
          </a:xfrm>
        </p:grpSpPr>
        <p:sp>
          <p:nvSpPr>
            <p:cNvPr id="132" name="TextBox 131"/>
            <p:cNvSpPr txBox="1"/>
            <p:nvPr/>
          </p:nvSpPr>
          <p:spPr>
            <a:xfrm>
              <a:off x="654724" y="2917392"/>
              <a:ext cx="1589758" cy="1451679"/>
            </a:xfrm>
            <a:prstGeom prst="rect">
              <a:avLst/>
            </a:prstGeom>
            <a:noFill/>
          </p:spPr>
          <p:txBody>
            <a:bodyPr wrap="square" rtlCol="0">
              <a:spAutoFit/>
            </a:bodyPr>
            <a:lstStyle/>
            <a:p>
              <a:pPr algn="ctr">
                <a:lnSpc>
                  <a:spcPct val="150000"/>
                </a:lnSpc>
                <a:spcBef>
                  <a:spcPts val="400"/>
                </a:spcBef>
              </a:pPr>
              <a:r>
                <a:rPr lang="en-US" sz="1000" b="1" dirty="0">
                  <a:solidFill>
                    <a:schemeClr val="bg1"/>
                  </a:solidFill>
                </a:rPr>
                <a:t>2000 MB Bandwidth</a:t>
              </a:r>
              <a:endParaRPr lang="en-US" sz="1000" dirty="0">
                <a:solidFill>
                  <a:schemeClr val="bg1"/>
                </a:solidFill>
              </a:endParaRPr>
            </a:p>
            <a:p>
              <a:pPr algn="ctr">
                <a:lnSpc>
                  <a:spcPct val="150000"/>
                </a:lnSpc>
                <a:spcBef>
                  <a:spcPts val="400"/>
                </a:spcBef>
              </a:pPr>
              <a:r>
                <a:rPr lang="en-US" sz="1000" b="1" dirty="0">
                  <a:solidFill>
                    <a:schemeClr val="bg1"/>
                  </a:solidFill>
                </a:rPr>
                <a:t>5 GB Space</a:t>
              </a:r>
            </a:p>
            <a:p>
              <a:pPr algn="ctr">
                <a:lnSpc>
                  <a:spcPct val="150000"/>
                </a:lnSpc>
                <a:spcBef>
                  <a:spcPts val="400"/>
                </a:spcBef>
              </a:pPr>
              <a:r>
                <a:rPr lang="en-US" sz="1000" b="1" dirty="0">
                  <a:solidFill>
                    <a:schemeClr val="bg1"/>
                  </a:solidFill>
                </a:rPr>
                <a:t>Unlimited User</a:t>
              </a:r>
            </a:p>
            <a:p>
              <a:pPr algn="ctr">
                <a:lnSpc>
                  <a:spcPct val="150000"/>
                </a:lnSpc>
                <a:spcBef>
                  <a:spcPts val="400"/>
                </a:spcBef>
              </a:pPr>
              <a:r>
                <a:rPr lang="en-US" sz="1000" dirty="0">
                  <a:solidFill>
                    <a:schemeClr val="bg1"/>
                  </a:solidFill>
                </a:rPr>
                <a:t>Unlimited Accounts</a:t>
              </a:r>
            </a:p>
            <a:p>
              <a:pPr algn="ctr">
                <a:lnSpc>
                  <a:spcPct val="150000"/>
                </a:lnSpc>
                <a:spcBef>
                  <a:spcPts val="400"/>
                </a:spcBef>
              </a:pPr>
              <a:r>
                <a:rPr lang="en-US" sz="1000" dirty="0">
                  <a:solidFill>
                    <a:schemeClr val="bg1"/>
                  </a:solidFill>
                </a:rPr>
                <a:t>2000 MB Bandwidth</a:t>
              </a:r>
            </a:p>
          </p:txBody>
        </p:sp>
        <p:cxnSp>
          <p:nvCxnSpPr>
            <p:cNvPr id="133" name="Straight Connector 132"/>
            <p:cNvCxnSpPr/>
            <p:nvPr/>
          </p:nvCxnSpPr>
          <p:spPr>
            <a:xfrm>
              <a:off x="806628" y="3218127"/>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806628" y="350661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806628" y="3801004"/>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806628" y="4101739"/>
              <a:ext cx="1395595"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fade">
                                      <p:cBhvr>
                                        <p:cTn id="12" dur="1000"/>
                                        <p:tgtEl>
                                          <p:spTgt spid="63"/>
                                        </p:tgtEl>
                                      </p:cBhvr>
                                    </p:animEffect>
                                  </p:childTnLst>
                                </p:cTn>
                              </p:par>
                              <p:par>
                                <p:cTn id="13" presetID="10"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anim calcmode="lin" valueType="num">
                                      <p:cBhvr>
                                        <p:cTn id="20" dur="500" fill="hold"/>
                                        <p:tgtEl>
                                          <p:spTgt spid="5"/>
                                        </p:tgtEl>
                                        <p:attrNameLst>
                                          <p:attrName>ppt_x</p:attrName>
                                        </p:attrNameLst>
                                      </p:cBhvr>
                                      <p:tavLst>
                                        <p:tav tm="0">
                                          <p:val>
                                            <p:strVal val="#ppt_x"/>
                                          </p:val>
                                        </p:tav>
                                        <p:tav tm="100000">
                                          <p:val>
                                            <p:strVal val="#ppt_x"/>
                                          </p:val>
                                        </p:tav>
                                      </p:tavLst>
                                    </p:anim>
                                    <p:anim calcmode="lin" valueType="num">
                                      <p:cBhvr>
                                        <p:cTn id="21" dur="500" fill="hold"/>
                                        <p:tgtEl>
                                          <p:spTgt spid="5"/>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2" presetClass="entr" presetSubtype="4"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84"/>
                                        </p:tgtEl>
                                        <p:attrNameLst>
                                          <p:attrName>style.visibility</p:attrName>
                                        </p:attrNameLst>
                                      </p:cBhvr>
                                      <p:to>
                                        <p:strVal val="visible"/>
                                      </p:to>
                                    </p:set>
                                    <p:animEffect transition="in" filter="fade">
                                      <p:cBhvr>
                                        <p:cTn id="30" dur="1000"/>
                                        <p:tgtEl>
                                          <p:spTgt spid="84"/>
                                        </p:tgtEl>
                                      </p:cBhvr>
                                    </p:animEffect>
                                  </p:childTnLst>
                                </p:cTn>
                              </p:par>
                              <p:par>
                                <p:cTn id="31" presetID="10" presetClass="entr" presetSubtype="0" fill="hold"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1000"/>
                                        <p:tgtEl>
                                          <p:spTgt spid="14"/>
                                        </p:tgtEl>
                                      </p:cBhvr>
                                    </p:animEffect>
                                  </p:childTnLst>
                                </p:cTn>
                              </p:par>
                            </p:childTnLst>
                          </p:cTn>
                        </p:par>
                        <p:par>
                          <p:cTn id="34" fill="hold">
                            <p:stCondLst>
                              <p:cond delay="4000"/>
                            </p:stCondLst>
                            <p:childTnLst>
                              <p:par>
                                <p:cTn id="35" presetID="42" presetClass="entr" presetSubtype="0"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anim calcmode="lin" valueType="num">
                                      <p:cBhvr>
                                        <p:cTn id="38" dur="500" fill="hold"/>
                                        <p:tgtEl>
                                          <p:spTgt spid="8"/>
                                        </p:tgtEl>
                                        <p:attrNameLst>
                                          <p:attrName>ppt_x</p:attrName>
                                        </p:attrNameLst>
                                      </p:cBhvr>
                                      <p:tavLst>
                                        <p:tav tm="0">
                                          <p:val>
                                            <p:strVal val="#ppt_x"/>
                                          </p:val>
                                        </p:tav>
                                        <p:tav tm="100000">
                                          <p:val>
                                            <p:strVal val="#ppt_x"/>
                                          </p:val>
                                        </p:tav>
                                      </p:tavLst>
                                    </p:anim>
                                    <p:anim calcmode="lin" valueType="num">
                                      <p:cBhvr>
                                        <p:cTn id="39" dur="500" fill="hold"/>
                                        <p:tgtEl>
                                          <p:spTgt spid="8"/>
                                        </p:tgtEl>
                                        <p:attrNameLst>
                                          <p:attrName>ppt_y</p:attrName>
                                        </p:attrNameLst>
                                      </p:cBhvr>
                                      <p:tavLst>
                                        <p:tav tm="0">
                                          <p:val>
                                            <p:strVal val="#ppt_y+.1"/>
                                          </p:val>
                                        </p:tav>
                                        <p:tav tm="100000">
                                          <p:val>
                                            <p:strVal val="#ppt_y"/>
                                          </p:val>
                                        </p:tav>
                                      </p:tavLst>
                                    </p:anim>
                                  </p:childTnLst>
                                </p:cTn>
                              </p:par>
                            </p:childTnLst>
                          </p:cTn>
                        </p:par>
                        <p:par>
                          <p:cTn id="40" fill="hold">
                            <p:stCondLst>
                              <p:cond delay="4500"/>
                            </p:stCondLst>
                            <p:childTnLst>
                              <p:par>
                                <p:cTn id="41" presetID="2" presetClass="entr" presetSubtype="4"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500" fill="hold"/>
                                        <p:tgtEl>
                                          <p:spTgt spid="10"/>
                                        </p:tgtEl>
                                        <p:attrNameLst>
                                          <p:attrName>ppt_x</p:attrName>
                                        </p:attrNameLst>
                                      </p:cBhvr>
                                      <p:tavLst>
                                        <p:tav tm="0">
                                          <p:val>
                                            <p:strVal val="#ppt_x"/>
                                          </p:val>
                                        </p:tav>
                                        <p:tav tm="100000">
                                          <p:val>
                                            <p:strVal val="#ppt_x"/>
                                          </p:val>
                                        </p:tav>
                                      </p:tavLst>
                                    </p:anim>
                                    <p:anim calcmode="lin" valueType="num">
                                      <p:cBhvr additive="base">
                                        <p:cTn id="44" dur="500" fill="hold"/>
                                        <p:tgtEl>
                                          <p:spTgt spid="10"/>
                                        </p:tgtEl>
                                        <p:attrNameLst>
                                          <p:attrName>ppt_y</p:attrName>
                                        </p:attrNameLst>
                                      </p:cBhvr>
                                      <p:tavLst>
                                        <p:tav tm="0">
                                          <p:val>
                                            <p:strVal val="1+#ppt_h/2"/>
                                          </p:val>
                                        </p:tav>
                                        <p:tav tm="100000">
                                          <p:val>
                                            <p:strVal val="#ppt_y"/>
                                          </p:val>
                                        </p:tav>
                                      </p:tavLst>
                                    </p:anim>
                                  </p:childTnLst>
                                </p:cTn>
                              </p:par>
                            </p:childTnLst>
                          </p:cTn>
                        </p:par>
                        <p:par>
                          <p:cTn id="45" fill="hold">
                            <p:stCondLst>
                              <p:cond delay="5000"/>
                            </p:stCondLst>
                            <p:childTnLst>
                              <p:par>
                                <p:cTn id="46" presetID="10" presetClass="entr" presetSubtype="0" fill="hold" grpId="0" nodeType="afterEffect">
                                  <p:stCondLst>
                                    <p:cond delay="0"/>
                                  </p:stCondLst>
                                  <p:childTnLst>
                                    <p:set>
                                      <p:cBhvr>
                                        <p:cTn id="47" dur="1" fill="hold">
                                          <p:stCondLst>
                                            <p:cond delay="0"/>
                                          </p:stCondLst>
                                        </p:cTn>
                                        <p:tgtEl>
                                          <p:spTgt spid="117"/>
                                        </p:tgtEl>
                                        <p:attrNameLst>
                                          <p:attrName>style.visibility</p:attrName>
                                        </p:attrNameLst>
                                      </p:cBhvr>
                                      <p:to>
                                        <p:strVal val="visible"/>
                                      </p:to>
                                    </p:set>
                                    <p:animEffect transition="in" filter="fade">
                                      <p:cBhvr>
                                        <p:cTn id="48" dur="1000"/>
                                        <p:tgtEl>
                                          <p:spTgt spid="117"/>
                                        </p:tgtEl>
                                      </p:cBhvr>
                                    </p:animEffect>
                                  </p:childTnLst>
                                </p:cTn>
                              </p:par>
                              <p:par>
                                <p:cTn id="49" presetID="10" presetClass="entr" presetSubtype="0" fill="hold"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1000"/>
                                        <p:tgtEl>
                                          <p:spTgt spid="15"/>
                                        </p:tgtEl>
                                      </p:cBhvr>
                                    </p:animEffect>
                                  </p:childTnLst>
                                </p:cTn>
                              </p:par>
                            </p:childTnLst>
                          </p:cTn>
                        </p:par>
                        <p:par>
                          <p:cTn id="52" fill="hold">
                            <p:stCondLst>
                              <p:cond delay="6000"/>
                            </p:stCondLst>
                            <p:childTnLst>
                              <p:par>
                                <p:cTn id="53" presetID="42" presetClass="entr" presetSubtype="0"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anim calcmode="lin" valueType="num">
                                      <p:cBhvr>
                                        <p:cTn id="56" dur="500" fill="hold"/>
                                        <p:tgtEl>
                                          <p:spTgt spid="11"/>
                                        </p:tgtEl>
                                        <p:attrNameLst>
                                          <p:attrName>ppt_x</p:attrName>
                                        </p:attrNameLst>
                                      </p:cBhvr>
                                      <p:tavLst>
                                        <p:tav tm="0">
                                          <p:val>
                                            <p:strVal val="#ppt_x"/>
                                          </p:val>
                                        </p:tav>
                                        <p:tav tm="100000">
                                          <p:val>
                                            <p:strVal val="#ppt_x"/>
                                          </p:val>
                                        </p:tav>
                                      </p:tavLst>
                                    </p:anim>
                                    <p:anim calcmode="lin" valueType="num">
                                      <p:cBhvr>
                                        <p:cTn id="57" dur="500" fill="hold"/>
                                        <p:tgtEl>
                                          <p:spTgt spid="11"/>
                                        </p:tgtEl>
                                        <p:attrNameLst>
                                          <p:attrName>ppt_y</p:attrName>
                                        </p:attrNameLst>
                                      </p:cBhvr>
                                      <p:tavLst>
                                        <p:tav tm="0">
                                          <p:val>
                                            <p:strVal val="#ppt_y+.1"/>
                                          </p:val>
                                        </p:tav>
                                        <p:tav tm="100000">
                                          <p:val>
                                            <p:strVal val="#ppt_y"/>
                                          </p:val>
                                        </p:tav>
                                      </p:tavLst>
                                    </p:anim>
                                  </p:childTnLst>
                                </p:cTn>
                              </p:par>
                            </p:childTnLst>
                          </p:cTn>
                        </p:par>
                        <p:par>
                          <p:cTn id="58" fill="hold">
                            <p:stCondLst>
                              <p:cond delay="6500"/>
                            </p:stCondLst>
                            <p:childTnLst>
                              <p:par>
                                <p:cTn id="59" presetID="2" presetClass="entr" presetSubtype="4" fill="hold" nodeType="after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500" fill="hold"/>
                                        <p:tgtEl>
                                          <p:spTgt spid="12"/>
                                        </p:tgtEl>
                                        <p:attrNameLst>
                                          <p:attrName>ppt_x</p:attrName>
                                        </p:attrNameLst>
                                      </p:cBhvr>
                                      <p:tavLst>
                                        <p:tav tm="0">
                                          <p:val>
                                            <p:strVal val="#ppt_x"/>
                                          </p:val>
                                        </p:tav>
                                        <p:tav tm="100000">
                                          <p:val>
                                            <p:strVal val="#ppt_x"/>
                                          </p:val>
                                        </p:tav>
                                      </p:tavLst>
                                    </p:anim>
                                    <p:anim calcmode="lin" valueType="num">
                                      <p:cBhvr additive="base">
                                        <p:cTn id="62" dur="500" fill="hold"/>
                                        <p:tgtEl>
                                          <p:spTgt spid="12"/>
                                        </p:tgtEl>
                                        <p:attrNameLst>
                                          <p:attrName>ppt_y</p:attrName>
                                        </p:attrNameLst>
                                      </p:cBhvr>
                                      <p:tavLst>
                                        <p:tav tm="0">
                                          <p:val>
                                            <p:strVal val="1+#ppt_h/2"/>
                                          </p:val>
                                        </p:tav>
                                        <p:tav tm="100000">
                                          <p:val>
                                            <p:strVal val="#ppt_y"/>
                                          </p:val>
                                        </p:tav>
                                      </p:tavLst>
                                    </p:anim>
                                  </p:childTnLst>
                                </p:cTn>
                              </p:par>
                            </p:childTnLst>
                          </p:cTn>
                        </p:par>
                        <p:par>
                          <p:cTn id="63" fill="hold">
                            <p:stCondLst>
                              <p:cond delay="7000"/>
                            </p:stCondLst>
                            <p:childTnLst>
                              <p:par>
                                <p:cTn id="64" presetID="10" presetClass="entr" presetSubtype="0" fill="hold" grpId="0" nodeType="afterEffect">
                                  <p:stCondLst>
                                    <p:cond delay="0"/>
                                  </p:stCondLst>
                                  <p:childTnLst>
                                    <p:set>
                                      <p:cBhvr>
                                        <p:cTn id="65" dur="1" fill="hold">
                                          <p:stCondLst>
                                            <p:cond delay="0"/>
                                          </p:stCondLst>
                                        </p:cTn>
                                        <p:tgtEl>
                                          <p:spTgt spid="118"/>
                                        </p:tgtEl>
                                        <p:attrNameLst>
                                          <p:attrName>style.visibility</p:attrName>
                                        </p:attrNameLst>
                                      </p:cBhvr>
                                      <p:to>
                                        <p:strVal val="visible"/>
                                      </p:to>
                                    </p:set>
                                    <p:animEffect transition="in" filter="fade">
                                      <p:cBhvr>
                                        <p:cTn id="66" dur="1000"/>
                                        <p:tgtEl>
                                          <p:spTgt spid="118"/>
                                        </p:tgtEl>
                                      </p:cBhvr>
                                    </p:animEffect>
                                  </p:childTnLst>
                                </p:cTn>
                              </p:par>
                              <p:par>
                                <p:cTn id="67" presetID="10" presetClass="entr" presetSubtype="0" fill="hold" nodeType="with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fade">
                                      <p:cBhvr>
                                        <p:cTn id="69" dur="1000"/>
                                        <p:tgtEl>
                                          <p:spTgt spid="16"/>
                                        </p:tgtEl>
                                      </p:cBhvr>
                                    </p:animEffect>
                                  </p:childTnLst>
                                </p:cTn>
                              </p:par>
                            </p:childTnLst>
                          </p:cTn>
                        </p:par>
                        <p:par>
                          <p:cTn id="70" fill="hold">
                            <p:stCondLst>
                              <p:cond delay="8000"/>
                            </p:stCondLst>
                            <p:childTnLst>
                              <p:par>
                                <p:cTn id="71" presetID="42" presetClass="entr" presetSubtype="0" fill="hold" nodeType="after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fade">
                                      <p:cBhvr>
                                        <p:cTn id="73" dur="500"/>
                                        <p:tgtEl>
                                          <p:spTgt spid="13"/>
                                        </p:tgtEl>
                                      </p:cBhvr>
                                    </p:animEffect>
                                    <p:anim calcmode="lin" valueType="num">
                                      <p:cBhvr>
                                        <p:cTn id="74" dur="500" fill="hold"/>
                                        <p:tgtEl>
                                          <p:spTgt spid="13"/>
                                        </p:tgtEl>
                                        <p:attrNameLst>
                                          <p:attrName>ppt_x</p:attrName>
                                        </p:attrNameLst>
                                      </p:cBhvr>
                                      <p:tavLst>
                                        <p:tav tm="0">
                                          <p:val>
                                            <p:strVal val="#ppt_x"/>
                                          </p:val>
                                        </p:tav>
                                        <p:tav tm="100000">
                                          <p:val>
                                            <p:strVal val="#ppt_x"/>
                                          </p:val>
                                        </p:tav>
                                      </p:tavLst>
                                    </p:anim>
                                    <p:anim calcmode="lin" valueType="num">
                                      <p:cBhvr>
                                        <p:cTn id="75" dur="5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84" grpId="0"/>
      <p:bldP spid="117" grpId="0"/>
      <p:bldP spid="11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657350"/>
            <a:ext cx="3006725" cy="566738"/>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TextBox 27"/>
          <p:cNvSpPr txBox="1"/>
          <p:nvPr/>
        </p:nvSpPr>
        <p:spPr>
          <a:xfrm>
            <a:off x="3733800" y="1685925"/>
            <a:ext cx="3579826" cy="523220"/>
          </a:xfrm>
          <a:prstGeom prst="rect">
            <a:avLst/>
          </a:prstGeom>
          <a:noFill/>
        </p:spPr>
        <p:txBody>
          <a:bodyPr wrap="none" rtlCol="0">
            <a:spAutoFit/>
          </a:bodyPr>
          <a:lstStyle/>
          <a:p>
            <a:r>
              <a:rPr lang="en-US" sz="2800" b="1" cap="all" dirty="0">
                <a:solidFill>
                  <a:schemeClr val="tx1">
                    <a:lumMod val="50000"/>
                    <a:lumOff val="50000"/>
                  </a:schemeClr>
                </a:solidFill>
              </a:rPr>
              <a:t>MATRIX INFOGRAPHICS</a:t>
            </a:r>
            <a:endParaRPr lang="en-US" sz="2800" b="1" dirty="0">
              <a:solidFill>
                <a:schemeClr val="tx1">
                  <a:lumMod val="50000"/>
                  <a:lumOff val="50000"/>
                </a:schemeClr>
              </a:solidFill>
            </a:endParaRPr>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slide(fromBottom)">
                                      <p:cBhvr>
                                        <p:cTn id="1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 grpId="0" animBg="1"/>
      <p:bldP spid="2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Management Infographic</a:t>
            </a:r>
            <a:endParaRPr lang="en-US" dirty="0"/>
          </a:p>
        </p:txBody>
      </p:sp>
      <p:sp>
        <p:nvSpPr>
          <p:cNvPr id="45" name="Text Placeholder 44"/>
          <p:cNvSpPr>
            <a:spLocks noGrp="1"/>
          </p:cNvSpPr>
          <p:nvPr>
            <p:ph type="body" sz="half" idx="2"/>
          </p:nvPr>
        </p:nvSpPr>
        <p:spPr/>
        <p:txBody>
          <a:bodyPr/>
          <a:lstStyle/>
          <a:p>
            <a:r>
              <a:rPr lang="en-US"/>
              <a:t>Management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58</a:t>
            </a:fld>
            <a:endParaRPr lang="en-US" dirty="0"/>
          </a:p>
        </p:txBody>
      </p:sp>
      <p:sp>
        <p:nvSpPr>
          <p:cNvPr id="22" name="Rectangle 21"/>
          <p:cNvSpPr/>
          <p:nvPr/>
        </p:nvSpPr>
        <p:spPr>
          <a:xfrm>
            <a:off x="3328305" y="1809496"/>
            <a:ext cx="2487391" cy="2366646"/>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55"/>
          <p:cNvGrpSpPr/>
          <p:nvPr/>
        </p:nvGrpSpPr>
        <p:grpSpPr>
          <a:xfrm>
            <a:off x="3541159" y="1997773"/>
            <a:ext cx="977437" cy="966042"/>
            <a:chOff x="1567697" y="1510258"/>
            <a:chExt cx="1016534" cy="1004684"/>
          </a:xfrm>
        </p:grpSpPr>
        <p:grpSp>
          <p:nvGrpSpPr>
            <p:cNvPr id="3" name="Group 49"/>
            <p:cNvGrpSpPr/>
            <p:nvPr/>
          </p:nvGrpSpPr>
          <p:grpSpPr>
            <a:xfrm flipH="1">
              <a:off x="1567697" y="1510258"/>
              <a:ext cx="1016534" cy="1004684"/>
              <a:chOff x="7162800" y="1192655"/>
              <a:chExt cx="1318260" cy="1628775"/>
            </a:xfrm>
          </p:grpSpPr>
          <p:sp>
            <p:nvSpPr>
              <p:cNvPr id="6" name="Rectangle 5"/>
              <p:cNvSpPr/>
              <p:nvPr/>
            </p:nvSpPr>
            <p:spPr>
              <a:xfrm>
                <a:off x="7162800" y="1192655"/>
                <a:ext cx="1219200" cy="162877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7" name="Rectangle 6"/>
              <p:cNvSpPr/>
              <p:nvPr/>
            </p:nvSpPr>
            <p:spPr>
              <a:xfrm>
                <a:off x="7261860" y="1192655"/>
                <a:ext cx="1219200" cy="1628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1" name="Freeform 72"/>
            <p:cNvSpPr>
              <a:spLocks noEditPoints="1"/>
            </p:cNvSpPr>
            <p:nvPr/>
          </p:nvSpPr>
          <p:spPr bwMode="auto">
            <a:xfrm>
              <a:off x="1861298" y="1814517"/>
              <a:ext cx="396167" cy="396165"/>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grpSp>
      <p:grpSp>
        <p:nvGrpSpPr>
          <p:cNvPr id="4" name="Group 58"/>
          <p:cNvGrpSpPr/>
          <p:nvPr/>
        </p:nvGrpSpPr>
        <p:grpSpPr>
          <a:xfrm>
            <a:off x="3541159" y="3021821"/>
            <a:ext cx="977437" cy="966045"/>
            <a:chOff x="1567697" y="2575269"/>
            <a:chExt cx="1016534" cy="1004687"/>
          </a:xfrm>
        </p:grpSpPr>
        <p:grpSp>
          <p:nvGrpSpPr>
            <p:cNvPr id="5" name="Group 50"/>
            <p:cNvGrpSpPr/>
            <p:nvPr/>
          </p:nvGrpSpPr>
          <p:grpSpPr>
            <a:xfrm flipH="1">
              <a:off x="1567697" y="2575269"/>
              <a:ext cx="1016534" cy="1004687"/>
              <a:chOff x="7162800" y="2897630"/>
              <a:chExt cx="1318260" cy="1647825"/>
            </a:xfrm>
          </p:grpSpPr>
          <p:sp>
            <p:nvSpPr>
              <p:cNvPr id="9" name="Rectangle 8"/>
              <p:cNvSpPr/>
              <p:nvPr/>
            </p:nvSpPr>
            <p:spPr>
              <a:xfrm>
                <a:off x="7162800" y="2897630"/>
                <a:ext cx="1219200" cy="164782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0" name="Rectangle 9"/>
              <p:cNvSpPr/>
              <p:nvPr/>
            </p:nvSpPr>
            <p:spPr>
              <a:xfrm>
                <a:off x="7261860" y="2897630"/>
                <a:ext cx="1219200" cy="16478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2" name="Freeform 153"/>
            <p:cNvSpPr>
              <a:spLocks noEditPoints="1"/>
            </p:cNvSpPr>
            <p:nvPr/>
          </p:nvSpPr>
          <p:spPr bwMode="auto">
            <a:xfrm>
              <a:off x="1886607" y="2885637"/>
              <a:ext cx="378715" cy="383951"/>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grpSp>
      <p:grpSp>
        <p:nvGrpSpPr>
          <p:cNvPr id="8" name="Group 56"/>
          <p:cNvGrpSpPr/>
          <p:nvPr/>
        </p:nvGrpSpPr>
        <p:grpSpPr>
          <a:xfrm>
            <a:off x="4625406" y="1997771"/>
            <a:ext cx="977437" cy="966045"/>
            <a:chOff x="2695314" y="1510256"/>
            <a:chExt cx="1016534" cy="1004687"/>
          </a:xfrm>
        </p:grpSpPr>
        <p:grpSp>
          <p:nvGrpSpPr>
            <p:cNvPr id="13" name="Group 12"/>
            <p:cNvGrpSpPr/>
            <p:nvPr/>
          </p:nvGrpSpPr>
          <p:grpSpPr>
            <a:xfrm>
              <a:off x="2695314" y="1510256"/>
              <a:ext cx="1016534" cy="1004687"/>
              <a:chOff x="7162800" y="2897630"/>
              <a:chExt cx="1318260" cy="1647825"/>
            </a:xfrm>
          </p:grpSpPr>
          <p:sp>
            <p:nvSpPr>
              <p:cNvPr id="14" name="Rectangle 13"/>
              <p:cNvSpPr/>
              <p:nvPr/>
            </p:nvSpPr>
            <p:spPr>
              <a:xfrm>
                <a:off x="7162800" y="2897630"/>
                <a:ext cx="1219200" cy="164782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5" name="Rectangle 14"/>
              <p:cNvSpPr/>
              <p:nvPr/>
            </p:nvSpPr>
            <p:spPr>
              <a:xfrm>
                <a:off x="7261860" y="2897630"/>
                <a:ext cx="1219200" cy="16478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16" name="Group 15"/>
            <p:cNvGrpSpPr/>
            <p:nvPr/>
          </p:nvGrpSpPr>
          <p:grpSpPr>
            <a:xfrm>
              <a:off x="2978461" y="1795644"/>
              <a:ext cx="499989" cy="433911"/>
              <a:chOff x="8783638" y="1235076"/>
              <a:chExt cx="360363" cy="312738"/>
            </a:xfrm>
            <a:solidFill>
              <a:schemeClr val="bg1"/>
            </a:solidFill>
          </p:grpSpPr>
          <p:sp>
            <p:nvSpPr>
              <p:cNvPr id="17" name="Freeform 51"/>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52"/>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Group 57"/>
          <p:cNvGrpSpPr/>
          <p:nvPr/>
        </p:nvGrpSpPr>
        <p:grpSpPr>
          <a:xfrm>
            <a:off x="4625406" y="3021821"/>
            <a:ext cx="977437" cy="966045"/>
            <a:chOff x="2695314" y="2575269"/>
            <a:chExt cx="1016534" cy="1004687"/>
          </a:xfrm>
        </p:grpSpPr>
        <p:grpSp>
          <p:nvGrpSpPr>
            <p:cNvPr id="24" name="Group 18"/>
            <p:cNvGrpSpPr/>
            <p:nvPr/>
          </p:nvGrpSpPr>
          <p:grpSpPr>
            <a:xfrm>
              <a:off x="2695314" y="2575269"/>
              <a:ext cx="1016534" cy="1004687"/>
              <a:chOff x="7162800" y="2897630"/>
              <a:chExt cx="1318260" cy="1647825"/>
            </a:xfrm>
          </p:grpSpPr>
          <p:sp>
            <p:nvSpPr>
              <p:cNvPr id="20" name="Rectangle 19"/>
              <p:cNvSpPr/>
              <p:nvPr/>
            </p:nvSpPr>
            <p:spPr>
              <a:xfrm>
                <a:off x="7162800" y="2897630"/>
                <a:ext cx="1219200" cy="164782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p:cNvSpPr/>
              <p:nvPr/>
            </p:nvSpPr>
            <p:spPr>
              <a:xfrm>
                <a:off x="7261860" y="2897630"/>
                <a:ext cx="1219200" cy="16478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23" name="Freeform 37"/>
            <p:cNvSpPr>
              <a:spLocks noEditPoints="1"/>
            </p:cNvSpPr>
            <p:nvPr/>
          </p:nvSpPr>
          <p:spPr bwMode="auto">
            <a:xfrm>
              <a:off x="3063317" y="2861444"/>
              <a:ext cx="297112" cy="432338"/>
            </a:xfrm>
            <a:custGeom>
              <a:avLst/>
              <a:gdLst/>
              <a:ahLst/>
              <a:cxnLst>
                <a:cxn ang="0">
                  <a:pos x="38" y="109"/>
                </a:cxn>
                <a:cxn ang="0">
                  <a:pos x="40" y="107"/>
                </a:cxn>
                <a:cxn ang="0">
                  <a:pos x="44" y="107"/>
                </a:cxn>
                <a:cxn ang="0">
                  <a:pos x="46" y="109"/>
                </a:cxn>
                <a:cxn ang="0">
                  <a:pos x="44" y="111"/>
                </a:cxn>
                <a:cxn ang="0">
                  <a:pos x="40" y="111"/>
                </a:cxn>
                <a:cxn ang="0">
                  <a:pos x="38" y="109"/>
                </a:cxn>
                <a:cxn ang="0">
                  <a:pos x="48" y="12"/>
                </a:cxn>
                <a:cxn ang="0">
                  <a:pos x="37" y="12"/>
                </a:cxn>
                <a:cxn ang="0">
                  <a:pos x="35" y="14"/>
                </a:cxn>
                <a:cxn ang="0">
                  <a:pos x="37" y="15"/>
                </a:cxn>
                <a:cxn ang="0">
                  <a:pos x="48" y="15"/>
                </a:cxn>
                <a:cxn ang="0">
                  <a:pos x="50" y="14"/>
                </a:cxn>
                <a:cxn ang="0">
                  <a:pos x="48" y="12"/>
                </a:cxn>
                <a:cxn ang="0">
                  <a:pos x="85" y="12"/>
                </a:cxn>
                <a:cxn ang="0">
                  <a:pos x="85" y="111"/>
                </a:cxn>
                <a:cxn ang="0">
                  <a:pos x="73" y="123"/>
                </a:cxn>
                <a:cxn ang="0">
                  <a:pos x="12" y="123"/>
                </a:cxn>
                <a:cxn ang="0">
                  <a:pos x="0" y="111"/>
                </a:cxn>
                <a:cxn ang="0">
                  <a:pos x="0" y="12"/>
                </a:cxn>
                <a:cxn ang="0">
                  <a:pos x="12" y="0"/>
                </a:cxn>
                <a:cxn ang="0">
                  <a:pos x="73" y="0"/>
                </a:cxn>
                <a:cxn ang="0">
                  <a:pos x="85" y="12"/>
                </a:cxn>
                <a:cxn ang="0">
                  <a:pos x="77" y="104"/>
                </a:cxn>
                <a:cxn ang="0">
                  <a:pos x="8" y="104"/>
                </a:cxn>
                <a:cxn ang="0">
                  <a:pos x="8" y="111"/>
                </a:cxn>
                <a:cxn ang="0">
                  <a:pos x="12" y="115"/>
                </a:cxn>
                <a:cxn ang="0">
                  <a:pos x="73" y="115"/>
                </a:cxn>
                <a:cxn ang="0">
                  <a:pos x="77" y="111"/>
                </a:cxn>
                <a:cxn ang="0">
                  <a:pos x="77" y="104"/>
                </a:cxn>
                <a:cxn ang="0">
                  <a:pos x="77" y="23"/>
                </a:cxn>
                <a:cxn ang="0">
                  <a:pos x="8" y="23"/>
                </a:cxn>
                <a:cxn ang="0">
                  <a:pos x="8" y="100"/>
                </a:cxn>
                <a:cxn ang="0">
                  <a:pos x="77" y="100"/>
                </a:cxn>
                <a:cxn ang="0">
                  <a:pos x="77" y="23"/>
                </a:cxn>
                <a:cxn ang="0">
                  <a:pos x="77" y="12"/>
                </a:cxn>
                <a:cxn ang="0">
                  <a:pos x="73" y="8"/>
                </a:cxn>
                <a:cxn ang="0">
                  <a:pos x="12" y="8"/>
                </a:cxn>
                <a:cxn ang="0">
                  <a:pos x="8" y="12"/>
                </a:cxn>
                <a:cxn ang="0">
                  <a:pos x="8" y="19"/>
                </a:cxn>
                <a:cxn ang="0">
                  <a:pos x="77" y="19"/>
                </a:cxn>
                <a:cxn ang="0">
                  <a:pos x="77" y="12"/>
                </a:cxn>
                <a:cxn ang="0">
                  <a:pos x="77" y="12"/>
                </a:cxn>
                <a:cxn ang="0">
                  <a:pos x="77" y="12"/>
                </a:cxn>
              </a:cxnLst>
              <a:rect l="0" t="0" r="r" b="b"/>
              <a:pathLst>
                <a:path w="85" h="123">
                  <a:moveTo>
                    <a:pt x="38" y="109"/>
                  </a:moveTo>
                  <a:cubicBezTo>
                    <a:pt x="38" y="108"/>
                    <a:pt x="39" y="107"/>
                    <a:pt x="40" y="107"/>
                  </a:cubicBezTo>
                  <a:cubicBezTo>
                    <a:pt x="44" y="107"/>
                    <a:pt x="44" y="107"/>
                    <a:pt x="44" y="107"/>
                  </a:cubicBezTo>
                  <a:cubicBezTo>
                    <a:pt x="45" y="107"/>
                    <a:pt x="46" y="108"/>
                    <a:pt x="46" y="109"/>
                  </a:cubicBezTo>
                  <a:cubicBezTo>
                    <a:pt x="46" y="110"/>
                    <a:pt x="45" y="111"/>
                    <a:pt x="44" y="111"/>
                  </a:cubicBezTo>
                  <a:cubicBezTo>
                    <a:pt x="40" y="111"/>
                    <a:pt x="40" y="111"/>
                    <a:pt x="40" y="111"/>
                  </a:cubicBezTo>
                  <a:cubicBezTo>
                    <a:pt x="39" y="111"/>
                    <a:pt x="38" y="110"/>
                    <a:pt x="38" y="109"/>
                  </a:cubicBezTo>
                  <a:close/>
                  <a:moveTo>
                    <a:pt x="48" y="12"/>
                  </a:moveTo>
                  <a:cubicBezTo>
                    <a:pt x="37" y="12"/>
                    <a:pt x="37" y="12"/>
                    <a:pt x="37" y="12"/>
                  </a:cubicBezTo>
                  <a:cubicBezTo>
                    <a:pt x="36" y="12"/>
                    <a:pt x="35" y="12"/>
                    <a:pt x="35" y="14"/>
                  </a:cubicBezTo>
                  <a:cubicBezTo>
                    <a:pt x="35" y="15"/>
                    <a:pt x="36" y="15"/>
                    <a:pt x="37" y="15"/>
                  </a:cubicBezTo>
                  <a:cubicBezTo>
                    <a:pt x="48" y="15"/>
                    <a:pt x="48" y="15"/>
                    <a:pt x="48" y="15"/>
                  </a:cubicBezTo>
                  <a:cubicBezTo>
                    <a:pt x="49" y="15"/>
                    <a:pt x="50" y="15"/>
                    <a:pt x="50" y="14"/>
                  </a:cubicBezTo>
                  <a:cubicBezTo>
                    <a:pt x="50" y="12"/>
                    <a:pt x="49" y="12"/>
                    <a:pt x="48" y="12"/>
                  </a:cubicBezTo>
                  <a:close/>
                  <a:moveTo>
                    <a:pt x="85" y="12"/>
                  </a:moveTo>
                  <a:cubicBezTo>
                    <a:pt x="85" y="111"/>
                    <a:pt x="85" y="111"/>
                    <a:pt x="85" y="111"/>
                  </a:cubicBezTo>
                  <a:cubicBezTo>
                    <a:pt x="85" y="118"/>
                    <a:pt x="79" y="123"/>
                    <a:pt x="73" y="123"/>
                  </a:cubicBezTo>
                  <a:cubicBezTo>
                    <a:pt x="12" y="123"/>
                    <a:pt x="12" y="123"/>
                    <a:pt x="12" y="123"/>
                  </a:cubicBezTo>
                  <a:cubicBezTo>
                    <a:pt x="5" y="123"/>
                    <a:pt x="0" y="118"/>
                    <a:pt x="0" y="111"/>
                  </a:cubicBezTo>
                  <a:cubicBezTo>
                    <a:pt x="0" y="12"/>
                    <a:pt x="0" y="12"/>
                    <a:pt x="0" y="12"/>
                  </a:cubicBezTo>
                  <a:cubicBezTo>
                    <a:pt x="0" y="5"/>
                    <a:pt x="5" y="0"/>
                    <a:pt x="12" y="0"/>
                  </a:cubicBezTo>
                  <a:cubicBezTo>
                    <a:pt x="73" y="0"/>
                    <a:pt x="73" y="0"/>
                    <a:pt x="73" y="0"/>
                  </a:cubicBezTo>
                  <a:cubicBezTo>
                    <a:pt x="79" y="0"/>
                    <a:pt x="85" y="5"/>
                    <a:pt x="85" y="12"/>
                  </a:cubicBezTo>
                  <a:close/>
                  <a:moveTo>
                    <a:pt x="77" y="104"/>
                  </a:moveTo>
                  <a:cubicBezTo>
                    <a:pt x="8" y="104"/>
                    <a:pt x="8" y="104"/>
                    <a:pt x="8" y="104"/>
                  </a:cubicBezTo>
                  <a:cubicBezTo>
                    <a:pt x="8" y="111"/>
                    <a:pt x="8" y="111"/>
                    <a:pt x="8" y="111"/>
                  </a:cubicBezTo>
                  <a:cubicBezTo>
                    <a:pt x="8" y="113"/>
                    <a:pt x="10" y="115"/>
                    <a:pt x="12" y="115"/>
                  </a:cubicBezTo>
                  <a:cubicBezTo>
                    <a:pt x="73" y="115"/>
                    <a:pt x="73" y="115"/>
                    <a:pt x="73" y="115"/>
                  </a:cubicBezTo>
                  <a:cubicBezTo>
                    <a:pt x="75" y="115"/>
                    <a:pt x="77" y="113"/>
                    <a:pt x="77" y="111"/>
                  </a:cubicBezTo>
                  <a:lnTo>
                    <a:pt x="77" y="104"/>
                  </a:lnTo>
                  <a:close/>
                  <a:moveTo>
                    <a:pt x="77" y="23"/>
                  </a:moveTo>
                  <a:cubicBezTo>
                    <a:pt x="8" y="23"/>
                    <a:pt x="8" y="23"/>
                    <a:pt x="8" y="23"/>
                  </a:cubicBezTo>
                  <a:cubicBezTo>
                    <a:pt x="8" y="100"/>
                    <a:pt x="8" y="100"/>
                    <a:pt x="8" y="100"/>
                  </a:cubicBezTo>
                  <a:cubicBezTo>
                    <a:pt x="77" y="100"/>
                    <a:pt x="77" y="100"/>
                    <a:pt x="77" y="100"/>
                  </a:cubicBezTo>
                  <a:lnTo>
                    <a:pt x="77" y="23"/>
                  </a:lnTo>
                  <a:close/>
                  <a:moveTo>
                    <a:pt x="77" y="12"/>
                  </a:moveTo>
                  <a:cubicBezTo>
                    <a:pt x="77" y="9"/>
                    <a:pt x="75" y="8"/>
                    <a:pt x="73" y="8"/>
                  </a:cubicBezTo>
                  <a:cubicBezTo>
                    <a:pt x="12" y="8"/>
                    <a:pt x="12" y="8"/>
                    <a:pt x="12" y="8"/>
                  </a:cubicBezTo>
                  <a:cubicBezTo>
                    <a:pt x="10" y="8"/>
                    <a:pt x="8" y="9"/>
                    <a:pt x="8" y="12"/>
                  </a:cubicBezTo>
                  <a:cubicBezTo>
                    <a:pt x="8" y="19"/>
                    <a:pt x="8" y="19"/>
                    <a:pt x="8" y="19"/>
                  </a:cubicBezTo>
                  <a:cubicBezTo>
                    <a:pt x="77" y="19"/>
                    <a:pt x="77" y="19"/>
                    <a:pt x="77" y="19"/>
                  </a:cubicBezTo>
                  <a:lnTo>
                    <a:pt x="77" y="12"/>
                  </a:lnTo>
                  <a:close/>
                  <a:moveTo>
                    <a:pt x="77" y="12"/>
                  </a:moveTo>
                  <a:cubicBezTo>
                    <a:pt x="77" y="12"/>
                    <a:pt x="77" y="12"/>
                    <a:pt x="77" y="12"/>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67"/>
          <p:cNvGrpSpPr/>
          <p:nvPr/>
        </p:nvGrpSpPr>
        <p:grpSpPr>
          <a:xfrm>
            <a:off x="438149" y="1614466"/>
            <a:ext cx="2105025" cy="1115865"/>
            <a:chOff x="1270277" y="1226266"/>
            <a:chExt cx="2105025" cy="1115865"/>
          </a:xfrm>
        </p:grpSpPr>
        <p:sp>
          <p:nvSpPr>
            <p:cNvPr id="69" name="Text Placeholder 3"/>
            <p:cNvSpPr txBox="1">
              <a:spLocks/>
            </p:cNvSpPr>
            <p:nvPr/>
          </p:nvSpPr>
          <p:spPr>
            <a:xfrm>
              <a:off x="1270277" y="1226266"/>
              <a:ext cx="862416"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70" name="Text Placeholder 3"/>
            <p:cNvSpPr txBox="1">
              <a:spLocks/>
            </p:cNvSpPr>
            <p:nvPr/>
          </p:nvSpPr>
          <p:spPr>
            <a:xfrm>
              <a:off x="1270278" y="1418801"/>
              <a:ext cx="2105024"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000" dirty="0">
                  <a:solidFill>
                    <a:schemeClr val="tx1">
                      <a:lumMod val="50000"/>
                      <a:lumOff val="50000"/>
                    </a:schemeClr>
                  </a:solidFill>
                  <a:cs typeface="+mj-cs"/>
                </a:rPr>
                <a:t>There are many variations of passages but the majority have  suffered of the new ball alteration in some form by injected.</a:t>
              </a:r>
              <a:r>
                <a:rPr lang="en-US" sz="1000" dirty="0">
                  <a:solidFill>
                    <a:schemeClr val="tx1">
                      <a:lumMod val="50000"/>
                      <a:lumOff val="50000"/>
                    </a:schemeClr>
                  </a:solidFill>
                </a:rPr>
                <a:t> There are many variations of passages but the majority have  suffered of the alteration in some form by injected.</a:t>
              </a:r>
            </a:p>
          </p:txBody>
        </p:sp>
      </p:grpSp>
      <p:grpSp>
        <p:nvGrpSpPr>
          <p:cNvPr id="26" name="Group 92"/>
          <p:cNvGrpSpPr/>
          <p:nvPr/>
        </p:nvGrpSpPr>
        <p:grpSpPr>
          <a:xfrm>
            <a:off x="2746375" y="2015563"/>
            <a:ext cx="537480" cy="1954513"/>
            <a:chOff x="2746375" y="2015563"/>
            <a:chExt cx="537480" cy="1954513"/>
          </a:xfrm>
        </p:grpSpPr>
        <p:grpSp>
          <p:nvGrpSpPr>
            <p:cNvPr id="27" name="Group 62"/>
            <p:cNvGrpSpPr/>
            <p:nvPr/>
          </p:nvGrpSpPr>
          <p:grpSpPr>
            <a:xfrm>
              <a:off x="2746375" y="2015563"/>
              <a:ext cx="537480" cy="1954513"/>
              <a:chOff x="2752725" y="2015563"/>
              <a:chExt cx="537480" cy="1954513"/>
            </a:xfrm>
          </p:grpSpPr>
          <p:sp>
            <p:nvSpPr>
              <p:cNvPr id="62" name="Down Arrow Callout 61"/>
              <p:cNvSpPr/>
              <p:nvPr/>
            </p:nvSpPr>
            <p:spPr>
              <a:xfrm rot="16200000">
                <a:off x="2068580" y="2748451"/>
                <a:ext cx="1954513" cy="488737"/>
              </a:xfrm>
              <a:prstGeom prst="downArrowCallout">
                <a:avLst>
                  <a:gd name="adj1" fmla="val 370746"/>
                  <a:gd name="adj2" fmla="val 309962"/>
                  <a:gd name="adj3" fmla="val 44538"/>
                  <a:gd name="adj4" fmla="val 55462"/>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Down Arrow Callout 49"/>
              <p:cNvSpPr/>
              <p:nvPr/>
            </p:nvSpPr>
            <p:spPr>
              <a:xfrm rot="16200000">
                <a:off x="2019837" y="2748451"/>
                <a:ext cx="1954513" cy="488737"/>
              </a:xfrm>
              <a:prstGeom prst="downArrowCallout">
                <a:avLst>
                  <a:gd name="adj1" fmla="val 370746"/>
                  <a:gd name="adj2" fmla="val 309962"/>
                  <a:gd name="adj3" fmla="val 44538"/>
                  <a:gd name="adj4" fmla="val 554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Text Placeholder 3"/>
            <p:cNvSpPr txBox="1">
              <a:spLocks/>
            </p:cNvSpPr>
            <p:nvPr/>
          </p:nvSpPr>
          <p:spPr>
            <a:xfrm rot="16200000">
              <a:off x="2514600" y="2837155"/>
              <a:ext cx="862416"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j-lt"/>
                  <a:ea typeface="+mn-ea"/>
                  <a:cs typeface="+mn-cs"/>
                </a:rPr>
                <a:t>Number One</a:t>
              </a:r>
            </a:p>
          </p:txBody>
        </p:sp>
      </p:grpSp>
      <p:grpSp>
        <p:nvGrpSpPr>
          <p:cNvPr id="28" name="Group 93"/>
          <p:cNvGrpSpPr/>
          <p:nvPr/>
        </p:nvGrpSpPr>
        <p:grpSpPr>
          <a:xfrm>
            <a:off x="3594744" y="1229794"/>
            <a:ext cx="1954513" cy="541602"/>
            <a:chOff x="3594744" y="1229794"/>
            <a:chExt cx="1954513" cy="541602"/>
          </a:xfrm>
        </p:grpSpPr>
        <p:grpSp>
          <p:nvGrpSpPr>
            <p:cNvPr id="29" name="Group 60"/>
            <p:cNvGrpSpPr/>
            <p:nvPr/>
          </p:nvGrpSpPr>
          <p:grpSpPr>
            <a:xfrm>
              <a:off x="3594744" y="1229794"/>
              <a:ext cx="1954513" cy="541602"/>
              <a:chOff x="3594744" y="1229794"/>
              <a:chExt cx="1954513" cy="541602"/>
            </a:xfrm>
          </p:grpSpPr>
          <p:sp>
            <p:nvSpPr>
              <p:cNvPr id="60" name="Down Arrow Callout 59"/>
              <p:cNvSpPr/>
              <p:nvPr/>
            </p:nvSpPr>
            <p:spPr>
              <a:xfrm>
                <a:off x="3594744" y="1282660"/>
                <a:ext cx="1954513" cy="488736"/>
              </a:xfrm>
              <a:prstGeom prst="downArrowCallout">
                <a:avLst>
                  <a:gd name="adj1" fmla="val 370746"/>
                  <a:gd name="adj2" fmla="val 309962"/>
                  <a:gd name="adj3" fmla="val 44538"/>
                  <a:gd name="adj4" fmla="val 55462"/>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Down Arrow Callout 46"/>
              <p:cNvSpPr/>
              <p:nvPr/>
            </p:nvSpPr>
            <p:spPr>
              <a:xfrm>
                <a:off x="3594744" y="1229794"/>
                <a:ext cx="1954513" cy="488736"/>
              </a:xfrm>
              <a:prstGeom prst="downArrowCallout">
                <a:avLst>
                  <a:gd name="adj1" fmla="val 370746"/>
                  <a:gd name="adj2" fmla="val 309962"/>
                  <a:gd name="adj3" fmla="val 44538"/>
                  <a:gd name="adj4" fmla="val 554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 Placeholder 3"/>
            <p:cNvSpPr txBox="1">
              <a:spLocks/>
            </p:cNvSpPr>
            <p:nvPr/>
          </p:nvSpPr>
          <p:spPr>
            <a:xfrm>
              <a:off x="4131976" y="1339328"/>
              <a:ext cx="88004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j-lt"/>
                  <a:ea typeface="+mn-ea"/>
                  <a:cs typeface="+mn-cs"/>
                </a:rPr>
                <a:t>Number Two</a:t>
              </a:r>
            </a:p>
          </p:txBody>
        </p:sp>
      </p:grpSp>
      <p:grpSp>
        <p:nvGrpSpPr>
          <p:cNvPr id="30" name="Group 94"/>
          <p:cNvGrpSpPr/>
          <p:nvPr/>
        </p:nvGrpSpPr>
        <p:grpSpPr>
          <a:xfrm>
            <a:off x="5885546" y="2015563"/>
            <a:ext cx="543829" cy="1954513"/>
            <a:chOff x="5885546" y="2015563"/>
            <a:chExt cx="543829" cy="1954513"/>
          </a:xfrm>
        </p:grpSpPr>
        <p:grpSp>
          <p:nvGrpSpPr>
            <p:cNvPr id="31" name="Group 64"/>
            <p:cNvGrpSpPr/>
            <p:nvPr/>
          </p:nvGrpSpPr>
          <p:grpSpPr>
            <a:xfrm>
              <a:off x="5885546" y="2015563"/>
              <a:ext cx="543829" cy="1954513"/>
              <a:chOff x="5885546" y="2015563"/>
              <a:chExt cx="543829" cy="1954513"/>
            </a:xfrm>
          </p:grpSpPr>
          <p:sp>
            <p:nvSpPr>
              <p:cNvPr id="64" name="Down Arrow Callout 63"/>
              <p:cNvSpPr/>
              <p:nvPr/>
            </p:nvSpPr>
            <p:spPr>
              <a:xfrm rot="5400000">
                <a:off x="5152658" y="2748451"/>
                <a:ext cx="1954513" cy="488737"/>
              </a:xfrm>
              <a:prstGeom prst="downArrowCallout">
                <a:avLst>
                  <a:gd name="adj1" fmla="val 370746"/>
                  <a:gd name="adj2" fmla="val 309962"/>
                  <a:gd name="adj3" fmla="val 44538"/>
                  <a:gd name="adj4" fmla="val 55462"/>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Down Arrow Callout 52"/>
              <p:cNvSpPr/>
              <p:nvPr/>
            </p:nvSpPr>
            <p:spPr>
              <a:xfrm rot="5400000">
                <a:off x="5207750" y="2748451"/>
                <a:ext cx="1954513" cy="488737"/>
              </a:xfrm>
              <a:prstGeom prst="downArrowCallout">
                <a:avLst>
                  <a:gd name="adj1" fmla="val 370746"/>
                  <a:gd name="adj2" fmla="val 309962"/>
                  <a:gd name="adj3" fmla="val 44538"/>
                  <a:gd name="adj4" fmla="val 554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2" name="Text Placeholder 3"/>
            <p:cNvSpPr txBox="1">
              <a:spLocks/>
            </p:cNvSpPr>
            <p:nvPr/>
          </p:nvSpPr>
          <p:spPr>
            <a:xfrm rot="5400000">
              <a:off x="5741191" y="2900486"/>
              <a:ext cx="98103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j-lt"/>
                  <a:ea typeface="+mn-ea"/>
                  <a:cs typeface="+mn-cs"/>
                </a:rPr>
                <a:t>Number Three</a:t>
              </a:r>
            </a:p>
          </p:txBody>
        </p:sp>
      </p:grpSp>
      <p:grpSp>
        <p:nvGrpSpPr>
          <p:cNvPr id="32" name="Group 95"/>
          <p:cNvGrpSpPr/>
          <p:nvPr/>
        </p:nvGrpSpPr>
        <p:grpSpPr>
          <a:xfrm>
            <a:off x="3594744" y="4199002"/>
            <a:ext cx="1954513" cy="546777"/>
            <a:chOff x="3594744" y="4199002"/>
            <a:chExt cx="1954513" cy="546777"/>
          </a:xfrm>
        </p:grpSpPr>
        <p:grpSp>
          <p:nvGrpSpPr>
            <p:cNvPr id="33" name="Group 66"/>
            <p:cNvGrpSpPr/>
            <p:nvPr/>
          </p:nvGrpSpPr>
          <p:grpSpPr>
            <a:xfrm>
              <a:off x="3594744" y="4199002"/>
              <a:ext cx="1954513" cy="546777"/>
              <a:chOff x="3594744" y="4176142"/>
              <a:chExt cx="1954513" cy="546777"/>
            </a:xfrm>
          </p:grpSpPr>
          <p:sp>
            <p:nvSpPr>
              <p:cNvPr id="66" name="Down Arrow Callout 65"/>
              <p:cNvSpPr/>
              <p:nvPr/>
            </p:nvSpPr>
            <p:spPr>
              <a:xfrm rot="10800000">
                <a:off x="3594744" y="4176142"/>
                <a:ext cx="1954513" cy="488736"/>
              </a:xfrm>
              <a:prstGeom prst="downArrowCallout">
                <a:avLst>
                  <a:gd name="adj1" fmla="val 370746"/>
                  <a:gd name="adj2" fmla="val 309962"/>
                  <a:gd name="adj3" fmla="val 44538"/>
                  <a:gd name="adj4" fmla="val 55462"/>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Down Arrow Callout 55"/>
              <p:cNvSpPr/>
              <p:nvPr/>
            </p:nvSpPr>
            <p:spPr>
              <a:xfrm rot="10800000">
                <a:off x="3594744" y="4234183"/>
                <a:ext cx="1954513" cy="488736"/>
              </a:xfrm>
              <a:prstGeom prst="downArrowCallout">
                <a:avLst>
                  <a:gd name="adj1" fmla="val 370746"/>
                  <a:gd name="adj2" fmla="val 309962"/>
                  <a:gd name="adj3" fmla="val 44538"/>
                  <a:gd name="adj4" fmla="val 554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Text Placeholder 3"/>
            <p:cNvSpPr txBox="1">
              <a:spLocks/>
            </p:cNvSpPr>
            <p:nvPr/>
          </p:nvSpPr>
          <p:spPr>
            <a:xfrm>
              <a:off x="4119953" y="4452833"/>
              <a:ext cx="90409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j-lt"/>
                  <a:ea typeface="+mn-ea"/>
                  <a:cs typeface="+mn-cs"/>
                </a:rPr>
                <a:t>Number Four</a:t>
              </a:r>
            </a:p>
          </p:txBody>
        </p:sp>
      </p:grpSp>
      <p:grpSp>
        <p:nvGrpSpPr>
          <p:cNvPr id="34" name="Group 83"/>
          <p:cNvGrpSpPr/>
          <p:nvPr/>
        </p:nvGrpSpPr>
        <p:grpSpPr>
          <a:xfrm>
            <a:off x="438149" y="3051354"/>
            <a:ext cx="2105025" cy="1115865"/>
            <a:chOff x="1270277" y="1226266"/>
            <a:chExt cx="2105025" cy="1115865"/>
          </a:xfrm>
        </p:grpSpPr>
        <p:sp>
          <p:nvSpPr>
            <p:cNvPr id="85" name="Text Placeholder 3"/>
            <p:cNvSpPr txBox="1">
              <a:spLocks/>
            </p:cNvSpPr>
            <p:nvPr/>
          </p:nvSpPr>
          <p:spPr>
            <a:xfrm>
              <a:off x="1270277" y="1226266"/>
              <a:ext cx="88004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Number Two</a:t>
              </a:r>
            </a:p>
          </p:txBody>
        </p:sp>
        <p:sp>
          <p:nvSpPr>
            <p:cNvPr id="86" name="Text Placeholder 3"/>
            <p:cNvSpPr txBox="1">
              <a:spLocks/>
            </p:cNvSpPr>
            <p:nvPr/>
          </p:nvSpPr>
          <p:spPr>
            <a:xfrm>
              <a:off x="1270278" y="1418801"/>
              <a:ext cx="2105024"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000" dirty="0">
                  <a:solidFill>
                    <a:schemeClr val="tx1">
                      <a:lumMod val="50000"/>
                      <a:lumOff val="50000"/>
                    </a:schemeClr>
                  </a:solidFill>
                  <a:cs typeface="+mj-cs"/>
                </a:rPr>
                <a:t>There are many variations of passages but the majority have  suffered of the new ball alteration in some form by injected.</a:t>
              </a:r>
              <a:r>
                <a:rPr lang="en-US" sz="1000" dirty="0">
                  <a:solidFill>
                    <a:schemeClr val="tx1">
                      <a:lumMod val="50000"/>
                      <a:lumOff val="50000"/>
                    </a:schemeClr>
                  </a:solidFill>
                </a:rPr>
                <a:t> There are many variations of passages but the majority have  suffered of the alteration in some form by injected.</a:t>
              </a:r>
            </a:p>
          </p:txBody>
        </p:sp>
      </p:grpSp>
      <p:grpSp>
        <p:nvGrpSpPr>
          <p:cNvPr id="35" name="Group 86"/>
          <p:cNvGrpSpPr/>
          <p:nvPr/>
        </p:nvGrpSpPr>
        <p:grpSpPr>
          <a:xfrm>
            <a:off x="6641807" y="1614466"/>
            <a:ext cx="2105025" cy="1115865"/>
            <a:chOff x="1270278" y="1226266"/>
            <a:chExt cx="2105025" cy="1115865"/>
          </a:xfrm>
        </p:grpSpPr>
        <p:sp>
          <p:nvSpPr>
            <p:cNvPr id="88" name="Text Placeholder 3"/>
            <p:cNvSpPr txBox="1">
              <a:spLocks/>
            </p:cNvSpPr>
            <p:nvPr/>
          </p:nvSpPr>
          <p:spPr>
            <a:xfrm>
              <a:off x="2392662" y="1226266"/>
              <a:ext cx="982641"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j-lt"/>
                  <a:ea typeface="+mn-ea"/>
                  <a:cs typeface="+mn-cs"/>
                </a:rPr>
                <a:t>Number Three</a:t>
              </a:r>
            </a:p>
          </p:txBody>
        </p:sp>
        <p:sp>
          <p:nvSpPr>
            <p:cNvPr id="89" name="Text Placeholder 3"/>
            <p:cNvSpPr txBox="1">
              <a:spLocks/>
            </p:cNvSpPr>
            <p:nvPr/>
          </p:nvSpPr>
          <p:spPr>
            <a:xfrm>
              <a:off x="1270278" y="1418801"/>
              <a:ext cx="2105024"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400">
                <a:spcBef>
                  <a:spcPct val="20000"/>
                </a:spcBef>
                <a:defRPr/>
              </a:pPr>
              <a:r>
                <a:rPr lang="en-US" sz="1000" dirty="0">
                  <a:solidFill>
                    <a:schemeClr val="tx1">
                      <a:lumMod val="50000"/>
                      <a:lumOff val="50000"/>
                    </a:schemeClr>
                  </a:solidFill>
                  <a:cs typeface="+mj-cs"/>
                </a:rPr>
                <a:t>There are many variations of passages but the majority have  suffered of the new ball alteration in some form by injected.</a:t>
              </a:r>
              <a:r>
                <a:rPr lang="en-US" sz="1000" dirty="0">
                  <a:solidFill>
                    <a:schemeClr val="tx1">
                      <a:lumMod val="50000"/>
                      <a:lumOff val="50000"/>
                    </a:schemeClr>
                  </a:solidFill>
                </a:rPr>
                <a:t> There are many variations of passages but the majority have  suffered of the alteration in some form by injected.</a:t>
              </a:r>
            </a:p>
          </p:txBody>
        </p:sp>
      </p:grpSp>
      <p:grpSp>
        <p:nvGrpSpPr>
          <p:cNvPr id="36" name="Group 89"/>
          <p:cNvGrpSpPr/>
          <p:nvPr/>
        </p:nvGrpSpPr>
        <p:grpSpPr>
          <a:xfrm>
            <a:off x="6641807" y="3051354"/>
            <a:ext cx="2105025" cy="1115865"/>
            <a:chOff x="1270278" y="1226266"/>
            <a:chExt cx="2105025" cy="1115865"/>
          </a:xfrm>
        </p:grpSpPr>
        <p:sp>
          <p:nvSpPr>
            <p:cNvPr id="91" name="Text Placeholder 3"/>
            <p:cNvSpPr txBox="1">
              <a:spLocks/>
            </p:cNvSpPr>
            <p:nvPr/>
          </p:nvSpPr>
          <p:spPr>
            <a:xfrm>
              <a:off x="2469606" y="1226266"/>
              <a:ext cx="905697"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Number Four</a:t>
              </a:r>
            </a:p>
          </p:txBody>
        </p:sp>
        <p:sp>
          <p:nvSpPr>
            <p:cNvPr id="92" name="Text Placeholder 3"/>
            <p:cNvSpPr txBox="1">
              <a:spLocks/>
            </p:cNvSpPr>
            <p:nvPr/>
          </p:nvSpPr>
          <p:spPr>
            <a:xfrm>
              <a:off x="1270278" y="1418801"/>
              <a:ext cx="2105024"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400">
                <a:spcBef>
                  <a:spcPct val="20000"/>
                </a:spcBef>
                <a:defRPr/>
              </a:pPr>
              <a:r>
                <a:rPr lang="en-US" sz="1000" dirty="0">
                  <a:solidFill>
                    <a:schemeClr val="tx1">
                      <a:lumMod val="50000"/>
                      <a:lumOff val="50000"/>
                    </a:schemeClr>
                  </a:solidFill>
                  <a:cs typeface="+mj-cs"/>
                </a:rPr>
                <a:t>There are many variations of passages but the majority have  suffered of the new ball alteration in some form by injected.</a:t>
              </a:r>
              <a:r>
                <a:rPr lang="en-US" sz="1000" dirty="0">
                  <a:solidFill>
                    <a:schemeClr val="tx1">
                      <a:lumMod val="50000"/>
                      <a:lumOff val="50000"/>
                    </a:schemeClr>
                  </a:solidFill>
                </a:rPr>
                <a:t> There are many variations of passages but the majority have  suffered of the alteration in some form by injected.</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3" presetClass="entr" presetSubtype="528"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 calcmode="lin" valueType="num">
                                      <p:cBhvr>
                                        <p:cTn id="14" dur="500" fill="hold"/>
                                        <p:tgtEl>
                                          <p:spTgt spid="2"/>
                                        </p:tgtEl>
                                        <p:attrNameLst>
                                          <p:attrName>ppt_x</p:attrName>
                                        </p:attrNameLst>
                                      </p:cBhvr>
                                      <p:tavLst>
                                        <p:tav tm="0">
                                          <p:val>
                                            <p:fltVal val="0.5"/>
                                          </p:val>
                                        </p:tav>
                                        <p:tav tm="100000">
                                          <p:val>
                                            <p:strVal val="#ppt_x"/>
                                          </p:val>
                                        </p:tav>
                                      </p:tavLst>
                                    </p:anim>
                                    <p:anim calcmode="lin" valueType="num">
                                      <p:cBhvr>
                                        <p:cTn id="15" dur="500" fill="hold"/>
                                        <p:tgtEl>
                                          <p:spTgt spid="2"/>
                                        </p:tgtEl>
                                        <p:attrNameLst>
                                          <p:attrName>ppt_y</p:attrName>
                                        </p:attrNameLst>
                                      </p:cBhvr>
                                      <p:tavLst>
                                        <p:tav tm="0">
                                          <p:val>
                                            <p:fltVal val="0.5"/>
                                          </p:val>
                                        </p:tav>
                                        <p:tav tm="100000">
                                          <p:val>
                                            <p:strVal val="#ppt_y"/>
                                          </p:val>
                                        </p:tav>
                                      </p:tavLst>
                                    </p:anim>
                                  </p:childTnLst>
                                </p:cTn>
                              </p:par>
                            </p:childTnLst>
                          </p:cTn>
                        </p:par>
                        <p:par>
                          <p:cTn id="16" fill="hold">
                            <p:stCondLst>
                              <p:cond delay="1000"/>
                            </p:stCondLst>
                            <p:childTnLst>
                              <p:par>
                                <p:cTn id="17" presetID="23" presetClass="entr" presetSubtype="528"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 calcmode="lin" valueType="num">
                                      <p:cBhvr>
                                        <p:cTn id="21" dur="500" fill="hold"/>
                                        <p:tgtEl>
                                          <p:spTgt spid="8"/>
                                        </p:tgtEl>
                                        <p:attrNameLst>
                                          <p:attrName>ppt_x</p:attrName>
                                        </p:attrNameLst>
                                      </p:cBhvr>
                                      <p:tavLst>
                                        <p:tav tm="0">
                                          <p:val>
                                            <p:fltVal val="0.5"/>
                                          </p:val>
                                        </p:tav>
                                        <p:tav tm="100000">
                                          <p:val>
                                            <p:strVal val="#ppt_x"/>
                                          </p:val>
                                        </p:tav>
                                      </p:tavLst>
                                    </p:anim>
                                    <p:anim calcmode="lin" valueType="num">
                                      <p:cBhvr>
                                        <p:cTn id="22" dur="500" fill="hold"/>
                                        <p:tgtEl>
                                          <p:spTgt spid="8"/>
                                        </p:tgtEl>
                                        <p:attrNameLst>
                                          <p:attrName>ppt_y</p:attrName>
                                        </p:attrNameLst>
                                      </p:cBhvr>
                                      <p:tavLst>
                                        <p:tav tm="0">
                                          <p:val>
                                            <p:fltVal val="0.5"/>
                                          </p:val>
                                        </p:tav>
                                        <p:tav tm="100000">
                                          <p:val>
                                            <p:strVal val="#ppt_y"/>
                                          </p:val>
                                        </p:tav>
                                      </p:tavLst>
                                    </p:anim>
                                  </p:childTnLst>
                                </p:cTn>
                              </p:par>
                            </p:childTnLst>
                          </p:cTn>
                        </p:par>
                        <p:par>
                          <p:cTn id="23" fill="hold">
                            <p:stCondLst>
                              <p:cond delay="1500"/>
                            </p:stCondLst>
                            <p:childTnLst>
                              <p:par>
                                <p:cTn id="24" presetID="23" presetClass="entr" presetSubtype="528"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500" fill="hold"/>
                                        <p:tgtEl>
                                          <p:spTgt spid="19"/>
                                        </p:tgtEl>
                                        <p:attrNameLst>
                                          <p:attrName>ppt_w</p:attrName>
                                        </p:attrNameLst>
                                      </p:cBhvr>
                                      <p:tavLst>
                                        <p:tav tm="0">
                                          <p:val>
                                            <p:fltVal val="0"/>
                                          </p:val>
                                        </p:tav>
                                        <p:tav tm="100000">
                                          <p:val>
                                            <p:strVal val="#ppt_w"/>
                                          </p:val>
                                        </p:tav>
                                      </p:tavLst>
                                    </p:anim>
                                    <p:anim calcmode="lin" valueType="num">
                                      <p:cBhvr>
                                        <p:cTn id="27" dur="500" fill="hold"/>
                                        <p:tgtEl>
                                          <p:spTgt spid="19"/>
                                        </p:tgtEl>
                                        <p:attrNameLst>
                                          <p:attrName>ppt_h</p:attrName>
                                        </p:attrNameLst>
                                      </p:cBhvr>
                                      <p:tavLst>
                                        <p:tav tm="0">
                                          <p:val>
                                            <p:fltVal val="0"/>
                                          </p:val>
                                        </p:tav>
                                        <p:tav tm="100000">
                                          <p:val>
                                            <p:strVal val="#ppt_h"/>
                                          </p:val>
                                        </p:tav>
                                      </p:tavLst>
                                    </p:anim>
                                    <p:anim calcmode="lin" valueType="num">
                                      <p:cBhvr>
                                        <p:cTn id="28" dur="500" fill="hold"/>
                                        <p:tgtEl>
                                          <p:spTgt spid="19"/>
                                        </p:tgtEl>
                                        <p:attrNameLst>
                                          <p:attrName>ppt_x</p:attrName>
                                        </p:attrNameLst>
                                      </p:cBhvr>
                                      <p:tavLst>
                                        <p:tav tm="0">
                                          <p:val>
                                            <p:fltVal val="0.5"/>
                                          </p:val>
                                        </p:tav>
                                        <p:tav tm="100000">
                                          <p:val>
                                            <p:strVal val="#ppt_x"/>
                                          </p:val>
                                        </p:tav>
                                      </p:tavLst>
                                    </p:anim>
                                    <p:anim calcmode="lin" valueType="num">
                                      <p:cBhvr>
                                        <p:cTn id="29" dur="500" fill="hold"/>
                                        <p:tgtEl>
                                          <p:spTgt spid="19"/>
                                        </p:tgtEl>
                                        <p:attrNameLst>
                                          <p:attrName>ppt_y</p:attrName>
                                        </p:attrNameLst>
                                      </p:cBhvr>
                                      <p:tavLst>
                                        <p:tav tm="0">
                                          <p:val>
                                            <p:fltVal val="0.5"/>
                                          </p:val>
                                        </p:tav>
                                        <p:tav tm="100000">
                                          <p:val>
                                            <p:strVal val="#ppt_y"/>
                                          </p:val>
                                        </p:tav>
                                      </p:tavLst>
                                    </p:anim>
                                  </p:childTnLst>
                                </p:cTn>
                              </p:par>
                            </p:childTnLst>
                          </p:cTn>
                        </p:par>
                        <p:par>
                          <p:cTn id="30" fill="hold">
                            <p:stCondLst>
                              <p:cond delay="2000"/>
                            </p:stCondLst>
                            <p:childTnLst>
                              <p:par>
                                <p:cTn id="31" presetID="23" presetClass="entr" presetSubtype="528" fill="hold"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ppt_w</p:attrName>
                                        </p:attrNameLst>
                                      </p:cBhvr>
                                      <p:tavLst>
                                        <p:tav tm="0">
                                          <p:val>
                                            <p:fltVal val="0"/>
                                          </p:val>
                                        </p:tav>
                                        <p:tav tm="100000">
                                          <p:val>
                                            <p:strVal val="#ppt_w"/>
                                          </p:val>
                                        </p:tav>
                                      </p:tavLst>
                                    </p:anim>
                                    <p:anim calcmode="lin" valueType="num">
                                      <p:cBhvr>
                                        <p:cTn id="34" dur="500" fill="hold"/>
                                        <p:tgtEl>
                                          <p:spTgt spid="4"/>
                                        </p:tgtEl>
                                        <p:attrNameLst>
                                          <p:attrName>ppt_h</p:attrName>
                                        </p:attrNameLst>
                                      </p:cBhvr>
                                      <p:tavLst>
                                        <p:tav tm="0">
                                          <p:val>
                                            <p:fltVal val="0"/>
                                          </p:val>
                                        </p:tav>
                                        <p:tav tm="100000">
                                          <p:val>
                                            <p:strVal val="#ppt_h"/>
                                          </p:val>
                                        </p:tav>
                                      </p:tavLst>
                                    </p:anim>
                                    <p:anim calcmode="lin" valueType="num">
                                      <p:cBhvr>
                                        <p:cTn id="35" dur="500" fill="hold"/>
                                        <p:tgtEl>
                                          <p:spTgt spid="4"/>
                                        </p:tgtEl>
                                        <p:attrNameLst>
                                          <p:attrName>ppt_x</p:attrName>
                                        </p:attrNameLst>
                                      </p:cBhvr>
                                      <p:tavLst>
                                        <p:tav tm="0">
                                          <p:val>
                                            <p:fltVal val="0.5"/>
                                          </p:val>
                                        </p:tav>
                                        <p:tav tm="100000">
                                          <p:val>
                                            <p:strVal val="#ppt_x"/>
                                          </p:val>
                                        </p:tav>
                                      </p:tavLst>
                                    </p:anim>
                                    <p:anim calcmode="lin" valueType="num">
                                      <p:cBhvr>
                                        <p:cTn id="36" dur="500" fill="hold"/>
                                        <p:tgtEl>
                                          <p:spTgt spid="4"/>
                                        </p:tgtEl>
                                        <p:attrNameLst>
                                          <p:attrName>ppt_y</p:attrName>
                                        </p:attrNameLst>
                                      </p:cBhvr>
                                      <p:tavLst>
                                        <p:tav tm="0">
                                          <p:val>
                                            <p:fltVal val="0.5"/>
                                          </p:val>
                                        </p:tav>
                                        <p:tav tm="100000">
                                          <p:val>
                                            <p:strVal val="#ppt_y"/>
                                          </p:val>
                                        </p:tav>
                                      </p:tavLst>
                                    </p:anim>
                                  </p:childTnLst>
                                </p:cTn>
                              </p:par>
                            </p:childTnLst>
                          </p:cTn>
                        </p:par>
                        <p:par>
                          <p:cTn id="37" fill="hold">
                            <p:stCondLst>
                              <p:cond delay="2500"/>
                            </p:stCondLst>
                            <p:childTnLst>
                              <p:par>
                                <p:cTn id="38" presetID="2" presetClass="entr" presetSubtype="8" accel="50000" decel="50000"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additive="base">
                                        <p:cTn id="40" dur="500" fill="hold"/>
                                        <p:tgtEl>
                                          <p:spTgt spid="26"/>
                                        </p:tgtEl>
                                        <p:attrNameLst>
                                          <p:attrName>ppt_x</p:attrName>
                                        </p:attrNameLst>
                                      </p:cBhvr>
                                      <p:tavLst>
                                        <p:tav tm="0">
                                          <p:val>
                                            <p:strVal val="0-#ppt_w/2"/>
                                          </p:val>
                                        </p:tav>
                                        <p:tav tm="100000">
                                          <p:val>
                                            <p:strVal val="#ppt_x"/>
                                          </p:val>
                                        </p:tav>
                                      </p:tavLst>
                                    </p:anim>
                                    <p:anim calcmode="lin" valueType="num">
                                      <p:cBhvr additive="base">
                                        <p:cTn id="41" dur="500" fill="hold"/>
                                        <p:tgtEl>
                                          <p:spTgt spid="26"/>
                                        </p:tgtEl>
                                        <p:attrNameLst>
                                          <p:attrName>ppt_y</p:attrName>
                                        </p:attrNameLst>
                                      </p:cBhvr>
                                      <p:tavLst>
                                        <p:tav tm="0">
                                          <p:val>
                                            <p:strVal val="#ppt_y"/>
                                          </p:val>
                                        </p:tav>
                                        <p:tav tm="100000">
                                          <p:val>
                                            <p:strVal val="#ppt_y"/>
                                          </p:val>
                                        </p:tav>
                                      </p:tavLst>
                                    </p:anim>
                                  </p:childTnLst>
                                </p:cTn>
                              </p:par>
                            </p:childTnLst>
                          </p:cTn>
                        </p:par>
                        <p:par>
                          <p:cTn id="42" fill="hold">
                            <p:stCondLst>
                              <p:cond delay="3000"/>
                            </p:stCondLst>
                            <p:childTnLst>
                              <p:par>
                                <p:cTn id="43" presetID="2" presetClass="entr" presetSubtype="1"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0-#ppt_h/2"/>
                                          </p:val>
                                        </p:tav>
                                        <p:tav tm="100000">
                                          <p:val>
                                            <p:strVal val="#ppt_y"/>
                                          </p:val>
                                        </p:tav>
                                      </p:tavLst>
                                    </p:anim>
                                  </p:childTnLst>
                                </p:cTn>
                              </p:par>
                            </p:childTnLst>
                          </p:cTn>
                        </p:par>
                        <p:par>
                          <p:cTn id="47" fill="hold">
                            <p:stCondLst>
                              <p:cond delay="3500"/>
                            </p:stCondLst>
                            <p:childTnLst>
                              <p:par>
                                <p:cTn id="48" presetID="2" presetClass="entr" presetSubtype="2" accel="50000" decel="50000" fill="hold" nodeType="afterEffect">
                                  <p:stCondLst>
                                    <p:cond delay="0"/>
                                  </p:stCondLst>
                                  <p:childTnLst>
                                    <p:set>
                                      <p:cBhvr>
                                        <p:cTn id="49" dur="1" fill="hold">
                                          <p:stCondLst>
                                            <p:cond delay="0"/>
                                          </p:stCondLst>
                                        </p:cTn>
                                        <p:tgtEl>
                                          <p:spTgt spid="30"/>
                                        </p:tgtEl>
                                        <p:attrNameLst>
                                          <p:attrName>style.visibility</p:attrName>
                                        </p:attrNameLst>
                                      </p:cBhvr>
                                      <p:to>
                                        <p:strVal val="visible"/>
                                      </p:to>
                                    </p:set>
                                    <p:anim calcmode="lin" valueType="num">
                                      <p:cBhvr additive="base">
                                        <p:cTn id="50" dur="500" fill="hold"/>
                                        <p:tgtEl>
                                          <p:spTgt spid="30"/>
                                        </p:tgtEl>
                                        <p:attrNameLst>
                                          <p:attrName>ppt_x</p:attrName>
                                        </p:attrNameLst>
                                      </p:cBhvr>
                                      <p:tavLst>
                                        <p:tav tm="0">
                                          <p:val>
                                            <p:strVal val="1+#ppt_w/2"/>
                                          </p:val>
                                        </p:tav>
                                        <p:tav tm="100000">
                                          <p:val>
                                            <p:strVal val="#ppt_x"/>
                                          </p:val>
                                        </p:tav>
                                      </p:tavLst>
                                    </p:anim>
                                    <p:anim calcmode="lin" valueType="num">
                                      <p:cBhvr additive="base">
                                        <p:cTn id="51" dur="500" fill="hold"/>
                                        <p:tgtEl>
                                          <p:spTgt spid="30"/>
                                        </p:tgtEl>
                                        <p:attrNameLst>
                                          <p:attrName>ppt_y</p:attrName>
                                        </p:attrNameLst>
                                      </p:cBhvr>
                                      <p:tavLst>
                                        <p:tav tm="0">
                                          <p:val>
                                            <p:strVal val="#ppt_y"/>
                                          </p:val>
                                        </p:tav>
                                        <p:tav tm="100000">
                                          <p:val>
                                            <p:strVal val="#ppt_y"/>
                                          </p:val>
                                        </p:tav>
                                      </p:tavLst>
                                    </p:anim>
                                  </p:childTnLst>
                                </p:cTn>
                              </p:par>
                            </p:childTnLst>
                          </p:cTn>
                        </p:par>
                        <p:par>
                          <p:cTn id="52" fill="hold">
                            <p:stCondLst>
                              <p:cond delay="4000"/>
                            </p:stCondLst>
                            <p:childTnLst>
                              <p:par>
                                <p:cTn id="53" presetID="2" presetClass="entr" presetSubtype="4" accel="50000" decel="50000" fill="hold" nodeType="after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500" fill="hold"/>
                                        <p:tgtEl>
                                          <p:spTgt spid="32"/>
                                        </p:tgtEl>
                                        <p:attrNameLst>
                                          <p:attrName>ppt_x</p:attrName>
                                        </p:attrNameLst>
                                      </p:cBhvr>
                                      <p:tavLst>
                                        <p:tav tm="0">
                                          <p:val>
                                            <p:strVal val="#ppt_x"/>
                                          </p:val>
                                        </p:tav>
                                        <p:tav tm="100000">
                                          <p:val>
                                            <p:strVal val="#ppt_x"/>
                                          </p:val>
                                        </p:tav>
                                      </p:tavLst>
                                    </p:anim>
                                    <p:anim calcmode="lin" valueType="num">
                                      <p:cBhvr additive="base">
                                        <p:cTn id="56" dur="500" fill="hold"/>
                                        <p:tgtEl>
                                          <p:spTgt spid="32"/>
                                        </p:tgtEl>
                                        <p:attrNameLst>
                                          <p:attrName>ppt_y</p:attrName>
                                        </p:attrNameLst>
                                      </p:cBhvr>
                                      <p:tavLst>
                                        <p:tav tm="0">
                                          <p:val>
                                            <p:strVal val="1+#ppt_h/2"/>
                                          </p:val>
                                        </p:tav>
                                        <p:tav tm="100000">
                                          <p:val>
                                            <p:strVal val="#ppt_y"/>
                                          </p:val>
                                        </p:tav>
                                      </p:tavLst>
                                    </p:anim>
                                  </p:childTnLst>
                                </p:cTn>
                              </p:par>
                            </p:childTnLst>
                          </p:cTn>
                        </p:par>
                        <p:par>
                          <p:cTn id="57" fill="hold">
                            <p:stCondLst>
                              <p:cond delay="4500"/>
                            </p:stCondLst>
                            <p:childTnLst>
                              <p:par>
                                <p:cTn id="58" presetID="2" presetClass="entr" presetSubtype="8" accel="50000" decel="50000" fill="hold" nodeType="afterEffect">
                                  <p:stCondLst>
                                    <p:cond delay="0"/>
                                  </p:stCondLst>
                                  <p:childTnLst>
                                    <p:set>
                                      <p:cBhvr>
                                        <p:cTn id="59" dur="1" fill="hold">
                                          <p:stCondLst>
                                            <p:cond delay="0"/>
                                          </p:stCondLst>
                                        </p:cTn>
                                        <p:tgtEl>
                                          <p:spTgt spid="25"/>
                                        </p:tgtEl>
                                        <p:attrNameLst>
                                          <p:attrName>style.visibility</p:attrName>
                                        </p:attrNameLst>
                                      </p:cBhvr>
                                      <p:to>
                                        <p:strVal val="visible"/>
                                      </p:to>
                                    </p:set>
                                    <p:anim calcmode="lin" valueType="num">
                                      <p:cBhvr additive="base">
                                        <p:cTn id="60" dur="500" fill="hold"/>
                                        <p:tgtEl>
                                          <p:spTgt spid="25"/>
                                        </p:tgtEl>
                                        <p:attrNameLst>
                                          <p:attrName>ppt_x</p:attrName>
                                        </p:attrNameLst>
                                      </p:cBhvr>
                                      <p:tavLst>
                                        <p:tav tm="0">
                                          <p:val>
                                            <p:strVal val="0-#ppt_w/2"/>
                                          </p:val>
                                        </p:tav>
                                        <p:tav tm="100000">
                                          <p:val>
                                            <p:strVal val="#ppt_x"/>
                                          </p:val>
                                        </p:tav>
                                      </p:tavLst>
                                    </p:anim>
                                    <p:anim calcmode="lin" valueType="num">
                                      <p:cBhvr additive="base">
                                        <p:cTn id="61" dur="500" fill="hold"/>
                                        <p:tgtEl>
                                          <p:spTgt spid="25"/>
                                        </p:tgtEl>
                                        <p:attrNameLst>
                                          <p:attrName>ppt_y</p:attrName>
                                        </p:attrNameLst>
                                      </p:cBhvr>
                                      <p:tavLst>
                                        <p:tav tm="0">
                                          <p:val>
                                            <p:strVal val="#ppt_y"/>
                                          </p:val>
                                        </p:tav>
                                        <p:tav tm="100000">
                                          <p:val>
                                            <p:strVal val="#ppt_y"/>
                                          </p:val>
                                        </p:tav>
                                      </p:tavLst>
                                    </p:anim>
                                  </p:childTnLst>
                                </p:cTn>
                              </p:par>
                            </p:childTnLst>
                          </p:cTn>
                        </p:par>
                        <p:par>
                          <p:cTn id="62" fill="hold">
                            <p:stCondLst>
                              <p:cond delay="5000"/>
                            </p:stCondLst>
                            <p:childTnLst>
                              <p:par>
                                <p:cTn id="63" presetID="2" presetClass="entr" presetSubtype="8" accel="50000" decel="50000" fill="hold" nodeType="afterEffect">
                                  <p:stCondLst>
                                    <p:cond delay="0"/>
                                  </p:stCondLst>
                                  <p:childTnLst>
                                    <p:set>
                                      <p:cBhvr>
                                        <p:cTn id="64" dur="1" fill="hold">
                                          <p:stCondLst>
                                            <p:cond delay="0"/>
                                          </p:stCondLst>
                                        </p:cTn>
                                        <p:tgtEl>
                                          <p:spTgt spid="34"/>
                                        </p:tgtEl>
                                        <p:attrNameLst>
                                          <p:attrName>style.visibility</p:attrName>
                                        </p:attrNameLst>
                                      </p:cBhvr>
                                      <p:to>
                                        <p:strVal val="visible"/>
                                      </p:to>
                                    </p:set>
                                    <p:anim calcmode="lin" valueType="num">
                                      <p:cBhvr additive="base">
                                        <p:cTn id="65" dur="500" fill="hold"/>
                                        <p:tgtEl>
                                          <p:spTgt spid="34"/>
                                        </p:tgtEl>
                                        <p:attrNameLst>
                                          <p:attrName>ppt_x</p:attrName>
                                        </p:attrNameLst>
                                      </p:cBhvr>
                                      <p:tavLst>
                                        <p:tav tm="0">
                                          <p:val>
                                            <p:strVal val="0-#ppt_w/2"/>
                                          </p:val>
                                        </p:tav>
                                        <p:tav tm="100000">
                                          <p:val>
                                            <p:strVal val="#ppt_x"/>
                                          </p:val>
                                        </p:tav>
                                      </p:tavLst>
                                    </p:anim>
                                    <p:anim calcmode="lin" valueType="num">
                                      <p:cBhvr additive="base">
                                        <p:cTn id="66" dur="500" fill="hold"/>
                                        <p:tgtEl>
                                          <p:spTgt spid="34"/>
                                        </p:tgtEl>
                                        <p:attrNameLst>
                                          <p:attrName>ppt_y</p:attrName>
                                        </p:attrNameLst>
                                      </p:cBhvr>
                                      <p:tavLst>
                                        <p:tav tm="0">
                                          <p:val>
                                            <p:strVal val="#ppt_y"/>
                                          </p:val>
                                        </p:tav>
                                        <p:tav tm="100000">
                                          <p:val>
                                            <p:strVal val="#ppt_y"/>
                                          </p:val>
                                        </p:tav>
                                      </p:tavLst>
                                    </p:anim>
                                  </p:childTnLst>
                                </p:cTn>
                              </p:par>
                            </p:childTnLst>
                          </p:cTn>
                        </p:par>
                        <p:par>
                          <p:cTn id="67" fill="hold">
                            <p:stCondLst>
                              <p:cond delay="5500"/>
                            </p:stCondLst>
                            <p:childTnLst>
                              <p:par>
                                <p:cTn id="68" presetID="2" presetClass="entr" presetSubtype="2" accel="50000" decel="50000" fill="hold"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additive="base">
                                        <p:cTn id="70" dur="500" fill="hold"/>
                                        <p:tgtEl>
                                          <p:spTgt spid="35"/>
                                        </p:tgtEl>
                                        <p:attrNameLst>
                                          <p:attrName>ppt_x</p:attrName>
                                        </p:attrNameLst>
                                      </p:cBhvr>
                                      <p:tavLst>
                                        <p:tav tm="0">
                                          <p:val>
                                            <p:strVal val="1+#ppt_w/2"/>
                                          </p:val>
                                        </p:tav>
                                        <p:tav tm="100000">
                                          <p:val>
                                            <p:strVal val="#ppt_x"/>
                                          </p:val>
                                        </p:tav>
                                      </p:tavLst>
                                    </p:anim>
                                    <p:anim calcmode="lin" valueType="num">
                                      <p:cBhvr additive="base">
                                        <p:cTn id="71" dur="500" fill="hold"/>
                                        <p:tgtEl>
                                          <p:spTgt spid="35"/>
                                        </p:tgtEl>
                                        <p:attrNameLst>
                                          <p:attrName>ppt_y</p:attrName>
                                        </p:attrNameLst>
                                      </p:cBhvr>
                                      <p:tavLst>
                                        <p:tav tm="0">
                                          <p:val>
                                            <p:strVal val="#ppt_y"/>
                                          </p:val>
                                        </p:tav>
                                        <p:tav tm="100000">
                                          <p:val>
                                            <p:strVal val="#ppt_y"/>
                                          </p:val>
                                        </p:tav>
                                      </p:tavLst>
                                    </p:anim>
                                  </p:childTnLst>
                                </p:cTn>
                              </p:par>
                            </p:childTnLst>
                          </p:cTn>
                        </p:par>
                        <p:par>
                          <p:cTn id="72" fill="hold">
                            <p:stCondLst>
                              <p:cond delay="6000"/>
                            </p:stCondLst>
                            <p:childTnLst>
                              <p:par>
                                <p:cTn id="73" presetID="2" presetClass="entr" presetSubtype="2" accel="50000" decel="50000" fill="hold" nodeType="afterEffect">
                                  <p:stCondLst>
                                    <p:cond delay="0"/>
                                  </p:stCondLst>
                                  <p:childTnLst>
                                    <p:set>
                                      <p:cBhvr>
                                        <p:cTn id="74" dur="1" fill="hold">
                                          <p:stCondLst>
                                            <p:cond delay="0"/>
                                          </p:stCondLst>
                                        </p:cTn>
                                        <p:tgtEl>
                                          <p:spTgt spid="36"/>
                                        </p:tgtEl>
                                        <p:attrNameLst>
                                          <p:attrName>style.visibility</p:attrName>
                                        </p:attrNameLst>
                                      </p:cBhvr>
                                      <p:to>
                                        <p:strVal val="visible"/>
                                      </p:to>
                                    </p:set>
                                    <p:anim calcmode="lin" valueType="num">
                                      <p:cBhvr additive="base">
                                        <p:cTn id="75" dur="500" fill="hold"/>
                                        <p:tgtEl>
                                          <p:spTgt spid="36"/>
                                        </p:tgtEl>
                                        <p:attrNameLst>
                                          <p:attrName>ppt_x</p:attrName>
                                        </p:attrNameLst>
                                      </p:cBhvr>
                                      <p:tavLst>
                                        <p:tav tm="0">
                                          <p:val>
                                            <p:strVal val="1+#ppt_w/2"/>
                                          </p:val>
                                        </p:tav>
                                        <p:tav tm="100000">
                                          <p:val>
                                            <p:strVal val="#ppt_x"/>
                                          </p:val>
                                        </p:tav>
                                      </p:tavLst>
                                    </p:anim>
                                    <p:anim calcmode="lin" valueType="num">
                                      <p:cBhvr additive="base">
                                        <p:cTn id="76"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Management Infographic</a:t>
            </a:r>
            <a:endParaRPr lang="en-US" dirty="0"/>
          </a:p>
        </p:txBody>
      </p:sp>
      <p:sp>
        <p:nvSpPr>
          <p:cNvPr id="45" name="Text Placeholder 44"/>
          <p:cNvSpPr>
            <a:spLocks noGrp="1"/>
          </p:cNvSpPr>
          <p:nvPr>
            <p:ph type="body" sz="half" idx="2"/>
          </p:nvPr>
        </p:nvSpPr>
        <p:spPr/>
        <p:txBody>
          <a:bodyPr/>
          <a:lstStyle/>
          <a:p>
            <a:r>
              <a:rPr lang="en-US"/>
              <a:t>Management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59</a:t>
            </a:fld>
            <a:endParaRPr lang="en-US" dirty="0"/>
          </a:p>
        </p:txBody>
      </p:sp>
      <p:sp>
        <p:nvSpPr>
          <p:cNvPr id="22" name="Rectangle 21"/>
          <p:cNvSpPr/>
          <p:nvPr/>
        </p:nvSpPr>
        <p:spPr>
          <a:xfrm>
            <a:off x="1346329" y="1353362"/>
            <a:ext cx="2586887" cy="2461312"/>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55"/>
          <p:cNvGrpSpPr/>
          <p:nvPr/>
        </p:nvGrpSpPr>
        <p:grpSpPr>
          <a:xfrm>
            <a:off x="1567697" y="1549170"/>
            <a:ext cx="1016534" cy="1004684"/>
            <a:chOff x="1567697" y="1510258"/>
            <a:chExt cx="1016534" cy="1004684"/>
          </a:xfrm>
        </p:grpSpPr>
        <p:grpSp>
          <p:nvGrpSpPr>
            <p:cNvPr id="3" name="Group 49"/>
            <p:cNvGrpSpPr/>
            <p:nvPr/>
          </p:nvGrpSpPr>
          <p:grpSpPr>
            <a:xfrm flipH="1">
              <a:off x="1567697" y="1510258"/>
              <a:ext cx="1016534" cy="1004684"/>
              <a:chOff x="7162800" y="1192655"/>
              <a:chExt cx="1318260" cy="1628775"/>
            </a:xfrm>
          </p:grpSpPr>
          <p:sp>
            <p:nvSpPr>
              <p:cNvPr id="6" name="Rectangle 5"/>
              <p:cNvSpPr/>
              <p:nvPr/>
            </p:nvSpPr>
            <p:spPr>
              <a:xfrm>
                <a:off x="7162800" y="1192655"/>
                <a:ext cx="1219200" cy="162877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7" name="Rectangle 6"/>
              <p:cNvSpPr/>
              <p:nvPr/>
            </p:nvSpPr>
            <p:spPr>
              <a:xfrm>
                <a:off x="7261860" y="1192655"/>
                <a:ext cx="1219200" cy="1628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1" name="Freeform 72"/>
            <p:cNvSpPr>
              <a:spLocks noEditPoints="1"/>
            </p:cNvSpPr>
            <p:nvPr/>
          </p:nvSpPr>
          <p:spPr bwMode="auto">
            <a:xfrm>
              <a:off x="1861298" y="1814517"/>
              <a:ext cx="396167" cy="396165"/>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grpSp>
      <p:grpSp>
        <p:nvGrpSpPr>
          <p:cNvPr id="4" name="Group 58"/>
          <p:cNvGrpSpPr/>
          <p:nvPr/>
        </p:nvGrpSpPr>
        <p:grpSpPr>
          <a:xfrm>
            <a:off x="1567697" y="2614181"/>
            <a:ext cx="1016534" cy="1004687"/>
            <a:chOff x="1567697" y="2575269"/>
            <a:chExt cx="1016534" cy="1004687"/>
          </a:xfrm>
        </p:grpSpPr>
        <p:grpSp>
          <p:nvGrpSpPr>
            <p:cNvPr id="5" name="Group 50"/>
            <p:cNvGrpSpPr/>
            <p:nvPr/>
          </p:nvGrpSpPr>
          <p:grpSpPr>
            <a:xfrm flipH="1">
              <a:off x="1567697" y="2575269"/>
              <a:ext cx="1016534" cy="1004687"/>
              <a:chOff x="7162800" y="2897630"/>
              <a:chExt cx="1318260" cy="1647825"/>
            </a:xfrm>
          </p:grpSpPr>
          <p:sp>
            <p:nvSpPr>
              <p:cNvPr id="9" name="Rectangle 8"/>
              <p:cNvSpPr/>
              <p:nvPr/>
            </p:nvSpPr>
            <p:spPr>
              <a:xfrm>
                <a:off x="7162800" y="2897630"/>
                <a:ext cx="1219200" cy="164782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0" name="Rectangle 9"/>
              <p:cNvSpPr/>
              <p:nvPr/>
            </p:nvSpPr>
            <p:spPr>
              <a:xfrm>
                <a:off x="7261860" y="2897630"/>
                <a:ext cx="1219200" cy="16478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2" name="Freeform 153"/>
            <p:cNvSpPr>
              <a:spLocks noEditPoints="1"/>
            </p:cNvSpPr>
            <p:nvPr/>
          </p:nvSpPr>
          <p:spPr bwMode="auto">
            <a:xfrm>
              <a:off x="1886607" y="2885637"/>
              <a:ext cx="378715" cy="383951"/>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grpSp>
      <p:grpSp>
        <p:nvGrpSpPr>
          <p:cNvPr id="8" name="Group 56"/>
          <p:cNvGrpSpPr/>
          <p:nvPr/>
        </p:nvGrpSpPr>
        <p:grpSpPr>
          <a:xfrm>
            <a:off x="2695314" y="1549168"/>
            <a:ext cx="1016534" cy="1004687"/>
            <a:chOff x="2695314" y="1510256"/>
            <a:chExt cx="1016534" cy="1004687"/>
          </a:xfrm>
        </p:grpSpPr>
        <p:grpSp>
          <p:nvGrpSpPr>
            <p:cNvPr id="13" name="Group 12"/>
            <p:cNvGrpSpPr/>
            <p:nvPr/>
          </p:nvGrpSpPr>
          <p:grpSpPr>
            <a:xfrm>
              <a:off x="2695314" y="1510256"/>
              <a:ext cx="1016534" cy="1004687"/>
              <a:chOff x="7162800" y="2897630"/>
              <a:chExt cx="1318260" cy="1647825"/>
            </a:xfrm>
          </p:grpSpPr>
          <p:sp>
            <p:nvSpPr>
              <p:cNvPr id="14" name="Rectangle 13"/>
              <p:cNvSpPr/>
              <p:nvPr/>
            </p:nvSpPr>
            <p:spPr>
              <a:xfrm>
                <a:off x="7162800" y="2897630"/>
                <a:ext cx="1219200" cy="164782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5" name="Rectangle 14"/>
              <p:cNvSpPr/>
              <p:nvPr/>
            </p:nvSpPr>
            <p:spPr>
              <a:xfrm>
                <a:off x="7261860" y="2897630"/>
                <a:ext cx="1219200" cy="16478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16" name="Group 15"/>
            <p:cNvGrpSpPr/>
            <p:nvPr/>
          </p:nvGrpSpPr>
          <p:grpSpPr>
            <a:xfrm>
              <a:off x="2978461" y="1795644"/>
              <a:ext cx="499989" cy="433911"/>
              <a:chOff x="8783638" y="1235076"/>
              <a:chExt cx="360363" cy="312738"/>
            </a:xfrm>
            <a:solidFill>
              <a:schemeClr val="bg1"/>
            </a:solidFill>
          </p:grpSpPr>
          <p:sp>
            <p:nvSpPr>
              <p:cNvPr id="17" name="Freeform 51"/>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52"/>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Group 57"/>
          <p:cNvGrpSpPr/>
          <p:nvPr/>
        </p:nvGrpSpPr>
        <p:grpSpPr>
          <a:xfrm>
            <a:off x="2695314" y="2614181"/>
            <a:ext cx="1016534" cy="1004687"/>
            <a:chOff x="2695314" y="2575269"/>
            <a:chExt cx="1016534" cy="1004687"/>
          </a:xfrm>
        </p:grpSpPr>
        <p:grpSp>
          <p:nvGrpSpPr>
            <p:cNvPr id="26" name="Group 18"/>
            <p:cNvGrpSpPr/>
            <p:nvPr/>
          </p:nvGrpSpPr>
          <p:grpSpPr>
            <a:xfrm>
              <a:off x="2695314" y="2575269"/>
              <a:ext cx="1016534" cy="1004687"/>
              <a:chOff x="7162800" y="2897630"/>
              <a:chExt cx="1318260" cy="1647825"/>
            </a:xfrm>
          </p:grpSpPr>
          <p:sp>
            <p:nvSpPr>
              <p:cNvPr id="20" name="Rectangle 19"/>
              <p:cNvSpPr/>
              <p:nvPr/>
            </p:nvSpPr>
            <p:spPr>
              <a:xfrm>
                <a:off x="7162800" y="2897630"/>
                <a:ext cx="1219200" cy="164782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p:cNvSpPr/>
              <p:nvPr/>
            </p:nvSpPr>
            <p:spPr>
              <a:xfrm>
                <a:off x="7261860" y="2897630"/>
                <a:ext cx="1219200" cy="16478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23" name="Freeform 37"/>
            <p:cNvSpPr>
              <a:spLocks noEditPoints="1"/>
            </p:cNvSpPr>
            <p:nvPr/>
          </p:nvSpPr>
          <p:spPr bwMode="auto">
            <a:xfrm>
              <a:off x="3063317" y="2861444"/>
              <a:ext cx="297112" cy="432338"/>
            </a:xfrm>
            <a:custGeom>
              <a:avLst/>
              <a:gdLst/>
              <a:ahLst/>
              <a:cxnLst>
                <a:cxn ang="0">
                  <a:pos x="38" y="109"/>
                </a:cxn>
                <a:cxn ang="0">
                  <a:pos x="40" y="107"/>
                </a:cxn>
                <a:cxn ang="0">
                  <a:pos x="44" y="107"/>
                </a:cxn>
                <a:cxn ang="0">
                  <a:pos x="46" y="109"/>
                </a:cxn>
                <a:cxn ang="0">
                  <a:pos x="44" y="111"/>
                </a:cxn>
                <a:cxn ang="0">
                  <a:pos x="40" y="111"/>
                </a:cxn>
                <a:cxn ang="0">
                  <a:pos x="38" y="109"/>
                </a:cxn>
                <a:cxn ang="0">
                  <a:pos x="48" y="12"/>
                </a:cxn>
                <a:cxn ang="0">
                  <a:pos x="37" y="12"/>
                </a:cxn>
                <a:cxn ang="0">
                  <a:pos x="35" y="14"/>
                </a:cxn>
                <a:cxn ang="0">
                  <a:pos x="37" y="15"/>
                </a:cxn>
                <a:cxn ang="0">
                  <a:pos x="48" y="15"/>
                </a:cxn>
                <a:cxn ang="0">
                  <a:pos x="50" y="14"/>
                </a:cxn>
                <a:cxn ang="0">
                  <a:pos x="48" y="12"/>
                </a:cxn>
                <a:cxn ang="0">
                  <a:pos x="85" y="12"/>
                </a:cxn>
                <a:cxn ang="0">
                  <a:pos x="85" y="111"/>
                </a:cxn>
                <a:cxn ang="0">
                  <a:pos x="73" y="123"/>
                </a:cxn>
                <a:cxn ang="0">
                  <a:pos x="12" y="123"/>
                </a:cxn>
                <a:cxn ang="0">
                  <a:pos x="0" y="111"/>
                </a:cxn>
                <a:cxn ang="0">
                  <a:pos x="0" y="12"/>
                </a:cxn>
                <a:cxn ang="0">
                  <a:pos x="12" y="0"/>
                </a:cxn>
                <a:cxn ang="0">
                  <a:pos x="73" y="0"/>
                </a:cxn>
                <a:cxn ang="0">
                  <a:pos x="85" y="12"/>
                </a:cxn>
                <a:cxn ang="0">
                  <a:pos x="77" y="104"/>
                </a:cxn>
                <a:cxn ang="0">
                  <a:pos x="8" y="104"/>
                </a:cxn>
                <a:cxn ang="0">
                  <a:pos x="8" y="111"/>
                </a:cxn>
                <a:cxn ang="0">
                  <a:pos x="12" y="115"/>
                </a:cxn>
                <a:cxn ang="0">
                  <a:pos x="73" y="115"/>
                </a:cxn>
                <a:cxn ang="0">
                  <a:pos x="77" y="111"/>
                </a:cxn>
                <a:cxn ang="0">
                  <a:pos x="77" y="104"/>
                </a:cxn>
                <a:cxn ang="0">
                  <a:pos x="77" y="23"/>
                </a:cxn>
                <a:cxn ang="0">
                  <a:pos x="8" y="23"/>
                </a:cxn>
                <a:cxn ang="0">
                  <a:pos x="8" y="100"/>
                </a:cxn>
                <a:cxn ang="0">
                  <a:pos x="77" y="100"/>
                </a:cxn>
                <a:cxn ang="0">
                  <a:pos x="77" y="23"/>
                </a:cxn>
                <a:cxn ang="0">
                  <a:pos x="77" y="12"/>
                </a:cxn>
                <a:cxn ang="0">
                  <a:pos x="73" y="8"/>
                </a:cxn>
                <a:cxn ang="0">
                  <a:pos x="12" y="8"/>
                </a:cxn>
                <a:cxn ang="0">
                  <a:pos x="8" y="12"/>
                </a:cxn>
                <a:cxn ang="0">
                  <a:pos x="8" y="19"/>
                </a:cxn>
                <a:cxn ang="0">
                  <a:pos x="77" y="19"/>
                </a:cxn>
                <a:cxn ang="0">
                  <a:pos x="77" y="12"/>
                </a:cxn>
                <a:cxn ang="0">
                  <a:pos x="77" y="12"/>
                </a:cxn>
                <a:cxn ang="0">
                  <a:pos x="77" y="12"/>
                </a:cxn>
              </a:cxnLst>
              <a:rect l="0" t="0" r="r" b="b"/>
              <a:pathLst>
                <a:path w="85" h="123">
                  <a:moveTo>
                    <a:pt x="38" y="109"/>
                  </a:moveTo>
                  <a:cubicBezTo>
                    <a:pt x="38" y="108"/>
                    <a:pt x="39" y="107"/>
                    <a:pt x="40" y="107"/>
                  </a:cubicBezTo>
                  <a:cubicBezTo>
                    <a:pt x="44" y="107"/>
                    <a:pt x="44" y="107"/>
                    <a:pt x="44" y="107"/>
                  </a:cubicBezTo>
                  <a:cubicBezTo>
                    <a:pt x="45" y="107"/>
                    <a:pt x="46" y="108"/>
                    <a:pt x="46" y="109"/>
                  </a:cubicBezTo>
                  <a:cubicBezTo>
                    <a:pt x="46" y="110"/>
                    <a:pt x="45" y="111"/>
                    <a:pt x="44" y="111"/>
                  </a:cubicBezTo>
                  <a:cubicBezTo>
                    <a:pt x="40" y="111"/>
                    <a:pt x="40" y="111"/>
                    <a:pt x="40" y="111"/>
                  </a:cubicBezTo>
                  <a:cubicBezTo>
                    <a:pt x="39" y="111"/>
                    <a:pt x="38" y="110"/>
                    <a:pt x="38" y="109"/>
                  </a:cubicBezTo>
                  <a:close/>
                  <a:moveTo>
                    <a:pt x="48" y="12"/>
                  </a:moveTo>
                  <a:cubicBezTo>
                    <a:pt x="37" y="12"/>
                    <a:pt x="37" y="12"/>
                    <a:pt x="37" y="12"/>
                  </a:cubicBezTo>
                  <a:cubicBezTo>
                    <a:pt x="36" y="12"/>
                    <a:pt x="35" y="12"/>
                    <a:pt x="35" y="14"/>
                  </a:cubicBezTo>
                  <a:cubicBezTo>
                    <a:pt x="35" y="15"/>
                    <a:pt x="36" y="15"/>
                    <a:pt x="37" y="15"/>
                  </a:cubicBezTo>
                  <a:cubicBezTo>
                    <a:pt x="48" y="15"/>
                    <a:pt x="48" y="15"/>
                    <a:pt x="48" y="15"/>
                  </a:cubicBezTo>
                  <a:cubicBezTo>
                    <a:pt x="49" y="15"/>
                    <a:pt x="50" y="15"/>
                    <a:pt x="50" y="14"/>
                  </a:cubicBezTo>
                  <a:cubicBezTo>
                    <a:pt x="50" y="12"/>
                    <a:pt x="49" y="12"/>
                    <a:pt x="48" y="12"/>
                  </a:cubicBezTo>
                  <a:close/>
                  <a:moveTo>
                    <a:pt x="85" y="12"/>
                  </a:moveTo>
                  <a:cubicBezTo>
                    <a:pt x="85" y="111"/>
                    <a:pt x="85" y="111"/>
                    <a:pt x="85" y="111"/>
                  </a:cubicBezTo>
                  <a:cubicBezTo>
                    <a:pt x="85" y="118"/>
                    <a:pt x="79" y="123"/>
                    <a:pt x="73" y="123"/>
                  </a:cubicBezTo>
                  <a:cubicBezTo>
                    <a:pt x="12" y="123"/>
                    <a:pt x="12" y="123"/>
                    <a:pt x="12" y="123"/>
                  </a:cubicBezTo>
                  <a:cubicBezTo>
                    <a:pt x="5" y="123"/>
                    <a:pt x="0" y="118"/>
                    <a:pt x="0" y="111"/>
                  </a:cubicBezTo>
                  <a:cubicBezTo>
                    <a:pt x="0" y="12"/>
                    <a:pt x="0" y="12"/>
                    <a:pt x="0" y="12"/>
                  </a:cubicBezTo>
                  <a:cubicBezTo>
                    <a:pt x="0" y="5"/>
                    <a:pt x="5" y="0"/>
                    <a:pt x="12" y="0"/>
                  </a:cubicBezTo>
                  <a:cubicBezTo>
                    <a:pt x="73" y="0"/>
                    <a:pt x="73" y="0"/>
                    <a:pt x="73" y="0"/>
                  </a:cubicBezTo>
                  <a:cubicBezTo>
                    <a:pt x="79" y="0"/>
                    <a:pt x="85" y="5"/>
                    <a:pt x="85" y="12"/>
                  </a:cubicBezTo>
                  <a:close/>
                  <a:moveTo>
                    <a:pt x="77" y="104"/>
                  </a:moveTo>
                  <a:cubicBezTo>
                    <a:pt x="8" y="104"/>
                    <a:pt x="8" y="104"/>
                    <a:pt x="8" y="104"/>
                  </a:cubicBezTo>
                  <a:cubicBezTo>
                    <a:pt x="8" y="111"/>
                    <a:pt x="8" y="111"/>
                    <a:pt x="8" y="111"/>
                  </a:cubicBezTo>
                  <a:cubicBezTo>
                    <a:pt x="8" y="113"/>
                    <a:pt x="10" y="115"/>
                    <a:pt x="12" y="115"/>
                  </a:cubicBezTo>
                  <a:cubicBezTo>
                    <a:pt x="73" y="115"/>
                    <a:pt x="73" y="115"/>
                    <a:pt x="73" y="115"/>
                  </a:cubicBezTo>
                  <a:cubicBezTo>
                    <a:pt x="75" y="115"/>
                    <a:pt x="77" y="113"/>
                    <a:pt x="77" y="111"/>
                  </a:cubicBezTo>
                  <a:lnTo>
                    <a:pt x="77" y="104"/>
                  </a:lnTo>
                  <a:close/>
                  <a:moveTo>
                    <a:pt x="77" y="23"/>
                  </a:moveTo>
                  <a:cubicBezTo>
                    <a:pt x="8" y="23"/>
                    <a:pt x="8" y="23"/>
                    <a:pt x="8" y="23"/>
                  </a:cubicBezTo>
                  <a:cubicBezTo>
                    <a:pt x="8" y="100"/>
                    <a:pt x="8" y="100"/>
                    <a:pt x="8" y="100"/>
                  </a:cubicBezTo>
                  <a:cubicBezTo>
                    <a:pt x="77" y="100"/>
                    <a:pt x="77" y="100"/>
                    <a:pt x="77" y="100"/>
                  </a:cubicBezTo>
                  <a:lnTo>
                    <a:pt x="77" y="23"/>
                  </a:lnTo>
                  <a:close/>
                  <a:moveTo>
                    <a:pt x="77" y="12"/>
                  </a:moveTo>
                  <a:cubicBezTo>
                    <a:pt x="77" y="9"/>
                    <a:pt x="75" y="8"/>
                    <a:pt x="73" y="8"/>
                  </a:cubicBezTo>
                  <a:cubicBezTo>
                    <a:pt x="12" y="8"/>
                    <a:pt x="12" y="8"/>
                    <a:pt x="12" y="8"/>
                  </a:cubicBezTo>
                  <a:cubicBezTo>
                    <a:pt x="10" y="8"/>
                    <a:pt x="8" y="9"/>
                    <a:pt x="8" y="12"/>
                  </a:cubicBezTo>
                  <a:cubicBezTo>
                    <a:pt x="8" y="19"/>
                    <a:pt x="8" y="19"/>
                    <a:pt x="8" y="19"/>
                  </a:cubicBezTo>
                  <a:cubicBezTo>
                    <a:pt x="77" y="19"/>
                    <a:pt x="77" y="19"/>
                    <a:pt x="77" y="19"/>
                  </a:cubicBezTo>
                  <a:lnTo>
                    <a:pt x="77" y="12"/>
                  </a:lnTo>
                  <a:close/>
                  <a:moveTo>
                    <a:pt x="77" y="12"/>
                  </a:moveTo>
                  <a:cubicBezTo>
                    <a:pt x="77" y="12"/>
                    <a:pt x="77" y="12"/>
                    <a:pt x="77" y="12"/>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 name="Pentagon 23"/>
          <p:cNvSpPr/>
          <p:nvPr/>
        </p:nvSpPr>
        <p:spPr>
          <a:xfrm>
            <a:off x="1346329" y="3960148"/>
            <a:ext cx="2586887" cy="39798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Strategy</a:t>
            </a:r>
          </a:p>
        </p:txBody>
      </p:sp>
      <p:sp>
        <p:nvSpPr>
          <p:cNvPr id="25" name="Pentagon 24"/>
          <p:cNvSpPr/>
          <p:nvPr/>
        </p:nvSpPr>
        <p:spPr>
          <a:xfrm rot="16200000">
            <a:off x="-260749" y="2385027"/>
            <a:ext cx="2461312" cy="39798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Creativity</a:t>
            </a:r>
          </a:p>
        </p:txBody>
      </p:sp>
      <p:grpSp>
        <p:nvGrpSpPr>
          <p:cNvPr id="27" name="Group 27"/>
          <p:cNvGrpSpPr/>
          <p:nvPr/>
        </p:nvGrpSpPr>
        <p:grpSpPr>
          <a:xfrm>
            <a:off x="4666052" y="1324906"/>
            <a:ext cx="3753439" cy="470168"/>
            <a:chOff x="1270277" y="1256410"/>
            <a:chExt cx="3753439" cy="470168"/>
          </a:xfrm>
        </p:grpSpPr>
        <p:sp>
          <p:nvSpPr>
            <p:cNvPr id="29" name="Text Placeholder 3"/>
            <p:cNvSpPr txBox="1">
              <a:spLocks/>
            </p:cNvSpPr>
            <p:nvPr/>
          </p:nvSpPr>
          <p:spPr>
            <a:xfrm>
              <a:off x="1270277" y="1256410"/>
              <a:ext cx="862416"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30" name="Text Placeholder 3"/>
            <p:cNvSpPr txBox="1">
              <a:spLocks/>
            </p:cNvSpPr>
            <p:nvPr/>
          </p:nvSpPr>
          <p:spPr>
            <a:xfrm>
              <a:off x="1270278" y="1418801"/>
              <a:ext cx="3753438"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of the alteration in some form by injected.</a:t>
              </a:r>
            </a:p>
          </p:txBody>
        </p:sp>
      </p:grpSp>
      <p:sp>
        <p:nvSpPr>
          <p:cNvPr id="41" name="Freeform 45"/>
          <p:cNvSpPr>
            <a:spLocks noEditPoints="1"/>
          </p:cNvSpPr>
          <p:nvPr/>
        </p:nvSpPr>
        <p:spPr bwMode="auto">
          <a:xfrm>
            <a:off x="4260379" y="142949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5"/>
          <p:cNvSpPr>
            <a:spLocks noEditPoints="1"/>
          </p:cNvSpPr>
          <p:nvPr/>
        </p:nvSpPr>
        <p:spPr bwMode="auto">
          <a:xfrm>
            <a:off x="4260379" y="226671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45"/>
          <p:cNvSpPr>
            <a:spLocks noEditPoints="1"/>
          </p:cNvSpPr>
          <p:nvPr/>
        </p:nvSpPr>
        <p:spPr bwMode="auto">
          <a:xfrm>
            <a:off x="4260379" y="310394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5"/>
          <p:cNvSpPr>
            <a:spLocks noEditPoints="1"/>
          </p:cNvSpPr>
          <p:nvPr/>
        </p:nvSpPr>
        <p:spPr bwMode="auto">
          <a:xfrm>
            <a:off x="4260379" y="3941167"/>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8" name="Group 46"/>
          <p:cNvGrpSpPr/>
          <p:nvPr/>
        </p:nvGrpSpPr>
        <p:grpSpPr>
          <a:xfrm>
            <a:off x="4666052" y="2140836"/>
            <a:ext cx="3753439" cy="470168"/>
            <a:chOff x="1270277" y="1256410"/>
            <a:chExt cx="3753439" cy="470168"/>
          </a:xfrm>
        </p:grpSpPr>
        <p:sp>
          <p:nvSpPr>
            <p:cNvPr id="48" name="Text Placeholder 3"/>
            <p:cNvSpPr txBox="1">
              <a:spLocks/>
            </p:cNvSpPr>
            <p:nvPr/>
          </p:nvSpPr>
          <p:spPr>
            <a:xfrm>
              <a:off x="1270277" y="1256410"/>
              <a:ext cx="88004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2"/>
                  </a:solidFill>
                  <a:effectLst/>
                  <a:uLnTx/>
                  <a:uFillTx/>
                  <a:latin typeface="+mj-lt"/>
                  <a:ea typeface="+mn-ea"/>
                  <a:cs typeface="+mn-cs"/>
                </a:rPr>
                <a:t>Number Two</a:t>
              </a:r>
            </a:p>
          </p:txBody>
        </p:sp>
        <p:sp>
          <p:nvSpPr>
            <p:cNvPr id="49" name="Text Placeholder 3"/>
            <p:cNvSpPr txBox="1">
              <a:spLocks/>
            </p:cNvSpPr>
            <p:nvPr/>
          </p:nvSpPr>
          <p:spPr>
            <a:xfrm>
              <a:off x="1270278" y="1418801"/>
              <a:ext cx="3753438"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of the alteration in some form by injected.</a:t>
              </a:r>
            </a:p>
          </p:txBody>
        </p:sp>
      </p:grpSp>
      <p:grpSp>
        <p:nvGrpSpPr>
          <p:cNvPr id="31" name="Group 49"/>
          <p:cNvGrpSpPr/>
          <p:nvPr/>
        </p:nvGrpSpPr>
        <p:grpSpPr>
          <a:xfrm>
            <a:off x="4666052" y="2981699"/>
            <a:ext cx="3753439" cy="470168"/>
            <a:chOff x="1270277" y="1256410"/>
            <a:chExt cx="3753439" cy="470168"/>
          </a:xfrm>
        </p:grpSpPr>
        <p:sp>
          <p:nvSpPr>
            <p:cNvPr id="51" name="Text Placeholder 3"/>
            <p:cNvSpPr txBox="1">
              <a:spLocks/>
            </p:cNvSpPr>
            <p:nvPr/>
          </p:nvSpPr>
          <p:spPr>
            <a:xfrm>
              <a:off x="1270277" y="1256410"/>
              <a:ext cx="98103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52" name="Text Placeholder 3"/>
            <p:cNvSpPr txBox="1">
              <a:spLocks/>
            </p:cNvSpPr>
            <p:nvPr/>
          </p:nvSpPr>
          <p:spPr>
            <a:xfrm>
              <a:off x="1270278" y="1418801"/>
              <a:ext cx="3753438"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of the alteration in some form by injected.</a:t>
              </a:r>
            </a:p>
          </p:txBody>
        </p:sp>
      </p:grpSp>
      <p:grpSp>
        <p:nvGrpSpPr>
          <p:cNvPr id="32" name="Group 52"/>
          <p:cNvGrpSpPr/>
          <p:nvPr/>
        </p:nvGrpSpPr>
        <p:grpSpPr>
          <a:xfrm>
            <a:off x="4666052" y="3781967"/>
            <a:ext cx="3753439" cy="470168"/>
            <a:chOff x="1270277" y="1256410"/>
            <a:chExt cx="3753439" cy="470168"/>
          </a:xfrm>
        </p:grpSpPr>
        <p:sp>
          <p:nvSpPr>
            <p:cNvPr id="54" name="Text Placeholder 3"/>
            <p:cNvSpPr txBox="1">
              <a:spLocks/>
            </p:cNvSpPr>
            <p:nvPr/>
          </p:nvSpPr>
          <p:spPr>
            <a:xfrm>
              <a:off x="1270277" y="1256410"/>
              <a:ext cx="90409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4"/>
                  </a:solidFill>
                  <a:effectLst/>
                  <a:uLnTx/>
                  <a:uFillTx/>
                  <a:latin typeface="+mj-lt"/>
                  <a:ea typeface="+mn-ea"/>
                  <a:cs typeface="+mn-cs"/>
                </a:rPr>
                <a:t>Number Four</a:t>
              </a:r>
            </a:p>
          </p:txBody>
        </p:sp>
        <p:sp>
          <p:nvSpPr>
            <p:cNvPr id="55" name="Text Placeholder 3"/>
            <p:cNvSpPr txBox="1">
              <a:spLocks/>
            </p:cNvSpPr>
            <p:nvPr/>
          </p:nvSpPr>
          <p:spPr>
            <a:xfrm>
              <a:off x="1270278" y="1418801"/>
              <a:ext cx="3753438"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of the alteration in some form by injected.</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slide(fromBottom)">
                                      <p:cBhvr>
                                        <p:cTn id="7" dur="500"/>
                                        <p:tgtEl>
                                          <p:spTgt spid="25"/>
                                        </p:tgtEl>
                                      </p:cBhvr>
                                    </p:animEffect>
                                  </p:childTnLst>
                                </p:cTn>
                              </p:par>
                            </p:childTnLst>
                          </p:cTn>
                        </p:par>
                        <p:par>
                          <p:cTn id="8" fill="hold">
                            <p:stCondLst>
                              <p:cond delay="500"/>
                            </p:stCondLst>
                            <p:childTnLst>
                              <p:par>
                                <p:cTn id="9" presetID="12" presetClass="entr" presetSubtype="8" fill="hold" grpId="0"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slide(fromLeft)">
                                      <p:cBhvr>
                                        <p:cTn id="11" dur="500"/>
                                        <p:tgtEl>
                                          <p:spTgt spid="24"/>
                                        </p:tgtEl>
                                      </p:cBhvr>
                                    </p:animEffect>
                                  </p:childTnLst>
                                </p:cTn>
                              </p:par>
                            </p:childTnLst>
                          </p:cTn>
                        </p:par>
                        <p:par>
                          <p:cTn id="12" fill="hold">
                            <p:stCondLst>
                              <p:cond delay="1000"/>
                            </p:stCondLst>
                            <p:childTnLst>
                              <p:par>
                                <p:cTn id="13" presetID="2" presetClass="entr" presetSubtype="2" accel="50000" decel="50000" fill="hold" grpId="0" nodeType="after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53" presetClass="entr" presetSubtype="0"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p:cTn id="20" dur="500" fill="hold"/>
                                        <p:tgtEl>
                                          <p:spTgt spid="2"/>
                                        </p:tgtEl>
                                        <p:attrNameLst>
                                          <p:attrName>ppt_w</p:attrName>
                                        </p:attrNameLst>
                                      </p:cBhvr>
                                      <p:tavLst>
                                        <p:tav tm="0">
                                          <p:val>
                                            <p:fltVal val="0"/>
                                          </p:val>
                                        </p:tav>
                                        <p:tav tm="100000">
                                          <p:val>
                                            <p:strVal val="#ppt_w"/>
                                          </p:val>
                                        </p:tav>
                                      </p:tavLst>
                                    </p:anim>
                                    <p:anim calcmode="lin" valueType="num">
                                      <p:cBhvr>
                                        <p:cTn id="21" dur="500" fill="hold"/>
                                        <p:tgtEl>
                                          <p:spTgt spid="2"/>
                                        </p:tgtEl>
                                        <p:attrNameLst>
                                          <p:attrName>ppt_h</p:attrName>
                                        </p:attrNameLst>
                                      </p:cBhvr>
                                      <p:tavLst>
                                        <p:tav tm="0">
                                          <p:val>
                                            <p:fltVal val="0"/>
                                          </p:val>
                                        </p:tav>
                                        <p:tav tm="100000">
                                          <p:val>
                                            <p:strVal val="#ppt_h"/>
                                          </p:val>
                                        </p:tav>
                                      </p:tavLst>
                                    </p:anim>
                                    <p:animEffect transition="in" filter="fade">
                                      <p:cBhvr>
                                        <p:cTn id="22" dur="500"/>
                                        <p:tgtEl>
                                          <p:spTgt spid="2"/>
                                        </p:tgtEl>
                                      </p:cBhvr>
                                    </p:animEffect>
                                  </p:childTnLst>
                                </p:cTn>
                              </p:par>
                            </p:childTnLst>
                          </p:cTn>
                        </p:par>
                        <p:par>
                          <p:cTn id="23" fill="hold">
                            <p:stCondLst>
                              <p:cond delay="2000"/>
                            </p:stCondLst>
                            <p:childTnLst>
                              <p:par>
                                <p:cTn id="24" presetID="53" presetClass="entr" presetSubtype="0"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500" fill="hold"/>
                                        <p:tgtEl>
                                          <p:spTgt spid="8"/>
                                        </p:tgtEl>
                                        <p:attrNameLst>
                                          <p:attrName>ppt_w</p:attrName>
                                        </p:attrNameLst>
                                      </p:cBhvr>
                                      <p:tavLst>
                                        <p:tav tm="0">
                                          <p:val>
                                            <p:fltVal val="0"/>
                                          </p:val>
                                        </p:tav>
                                        <p:tav tm="100000">
                                          <p:val>
                                            <p:strVal val="#ppt_w"/>
                                          </p:val>
                                        </p:tav>
                                      </p:tavLst>
                                    </p:anim>
                                    <p:anim calcmode="lin" valueType="num">
                                      <p:cBhvr>
                                        <p:cTn id="27" dur="500" fill="hold"/>
                                        <p:tgtEl>
                                          <p:spTgt spid="8"/>
                                        </p:tgtEl>
                                        <p:attrNameLst>
                                          <p:attrName>ppt_h</p:attrName>
                                        </p:attrNameLst>
                                      </p:cBhvr>
                                      <p:tavLst>
                                        <p:tav tm="0">
                                          <p:val>
                                            <p:fltVal val="0"/>
                                          </p:val>
                                        </p:tav>
                                        <p:tav tm="100000">
                                          <p:val>
                                            <p:strVal val="#ppt_h"/>
                                          </p:val>
                                        </p:tav>
                                      </p:tavLst>
                                    </p:anim>
                                    <p:animEffect transition="in" filter="fade">
                                      <p:cBhvr>
                                        <p:cTn id="28" dur="500"/>
                                        <p:tgtEl>
                                          <p:spTgt spid="8"/>
                                        </p:tgtEl>
                                      </p:cBhvr>
                                    </p:animEffect>
                                  </p:childTnLst>
                                </p:cTn>
                              </p:par>
                            </p:childTnLst>
                          </p:cTn>
                        </p:par>
                        <p:par>
                          <p:cTn id="29" fill="hold">
                            <p:stCondLst>
                              <p:cond delay="2500"/>
                            </p:stCondLst>
                            <p:childTnLst>
                              <p:par>
                                <p:cTn id="30" presetID="53" presetClass="entr" presetSubtype="0"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p:cTn id="32" dur="500" fill="hold"/>
                                        <p:tgtEl>
                                          <p:spTgt spid="4"/>
                                        </p:tgtEl>
                                        <p:attrNameLst>
                                          <p:attrName>ppt_w</p:attrName>
                                        </p:attrNameLst>
                                      </p:cBhvr>
                                      <p:tavLst>
                                        <p:tav tm="0">
                                          <p:val>
                                            <p:fltVal val="0"/>
                                          </p:val>
                                        </p:tav>
                                        <p:tav tm="100000">
                                          <p:val>
                                            <p:strVal val="#ppt_w"/>
                                          </p:val>
                                        </p:tav>
                                      </p:tavLst>
                                    </p:anim>
                                    <p:anim calcmode="lin" valueType="num">
                                      <p:cBhvr>
                                        <p:cTn id="33" dur="500" fill="hold"/>
                                        <p:tgtEl>
                                          <p:spTgt spid="4"/>
                                        </p:tgtEl>
                                        <p:attrNameLst>
                                          <p:attrName>ppt_h</p:attrName>
                                        </p:attrNameLst>
                                      </p:cBhvr>
                                      <p:tavLst>
                                        <p:tav tm="0">
                                          <p:val>
                                            <p:fltVal val="0"/>
                                          </p:val>
                                        </p:tav>
                                        <p:tav tm="100000">
                                          <p:val>
                                            <p:strVal val="#ppt_h"/>
                                          </p:val>
                                        </p:tav>
                                      </p:tavLst>
                                    </p:anim>
                                    <p:animEffect transition="in" filter="fade">
                                      <p:cBhvr>
                                        <p:cTn id="34" dur="500"/>
                                        <p:tgtEl>
                                          <p:spTgt spid="4"/>
                                        </p:tgtEl>
                                      </p:cBhvr>
                                    </p:animEffect>
                                  </p:childTnLst>
                                </p:cTn>
                              </p:par>
                            </p:childTnLst>
                          </p:cTn>
                        </p:par>
                        <p:par>
                          <p:cTn id="35" fill="hold">
                            <p:stCondLst>
                              <p:cond delay="3000"/>
                            </p:stCondLst>
                            <p:childTnLst>
                              <p:par>
                                <p:cTn id="36" presetID="53" presetClass="entr" presetSubtype="0" fill="hold" nodeType="after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p:cTn id="38" dur="500" fill="hold"/>
                                        <p:tgtEl>
                                          <p:spTgt spid="19"/>
                                        </p:tgtEl>
                                        <p:attrNameLst>
                                          <p:attrName>ppt_w</p:attrName>
                                        </p:attrNameLst>
                                      </p:cBhvr>
                                      <p:tavLst>
                                        <p:tav tm="0">
                                          <p:val>
                                            <p:fltVal val="0"/>
                                          </p:val>
                                        </p:tav>
                                        <p:tav tm="100000">
                                          <p:val>
                                            <p:strVal val="#ppt_w"/>
                                          </p:val>
                                        </p:tav>
                                      </p:tavLst>
                                    </p:anim>
                                    <p:anim calcmode="lin" valueType="num">
                                      <p:cBhvr>
                                        <p:cTn id="39" dur="500" fill="hold"/>
                                        <p:tgtEl>
                                          <p:spTgt spid="19"/>
                                        </p:tgtEl>
                                        <p:attrNameLst>
                                          <p:attrName>ppt_h</p:attrName>
                                        </p:attrNameLst>
                                      </p:cBhvr>
                                      <p:tavLst>
                                        <p:tav tm="0">
                                          <p:val>
                                            <p:fltVal val="0"/>
                                          </p:val>
                                        </p:tav>
                                        <p:tav tm="100000">
                                          <p:val>
                                            <p:strVal val="#ppt_h"/>
                                          </p:val>
                                        </p:tav>
                                      </p:tavLst>
                                    </p:anim>
                                    <p:animEffect transition="in" filter="fade">
                                      <p:cBhvr>
                                        <p:cTn id="40" dur="500"/>
                                        <p:tgtEl>
                                          <p:spTgt spid="19"/>
                                        </p:tgtEl>
                                      </p:cBhvr>
                                    </p:animEffect>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41"/>
                                        </p:tgtEl>
                                        <p:attrNameLst>
                                          <p:attrName>style.visibility</p:attrName>
                                        </p:attrNameLst>
                                      </p:cBhvr>
                                      <p:to>
                                        <p:strVal val="visible"/>
                                      </p:to>
                                    </p:set>
                                    <p:anim calcmode="lin" valueType="num">
                                      <p:cBhvr>
                                        <p:cTn id="44" dur="500" fill="hold"/>
                                        <p:tgtEl>
                                          <p:spTgt spid="41"/>
                                        </p:tgtEl>
                                        <p:attrNameLst>
                                          <p:attrName>ppt_w</p:attrName>
                                        </p:attrNameLst>
                                      </p:cBhvr>
                                      <p:tavLst>
                                        <p:tav tm="0">
                                          <p:val>
                                            <p:fltVal val="0"/>
                                          </p:val>
                                        </p:tav>
                                        <p:tav tm="100000">
                                          <p:val>
                                            <p:strVal val="#ppt_w"/>
                                          </p:val>
                                        </p:tav>
                                      </p:tavLst>
                                    </p:anim>
                                    <p:anim calcmode="lin" valueType="num">
                                      <p:cBhvr>
                                        <p:cTn id="45" dur="500" fill="hold"/>
                                        <p:tgtEl>
                                          <p:spTgt spid="41"/>
                                        </p:tgtEl>
                                        <p:attrNameLst>
                                          <p:attrName>ppt_h</p:attrName>
                                        </p:attrNameLst>
                                      </p:cBhvr>
                                      <p:tavLst>
                                        <p:tav tm="0">
                                          <p:val>
                                            <p:fltVal val="0"/>
                                          </p:val>
                                        </p:tav>
                                        <p:tav tm="100000">
                                          <p:val>
                                            <p:strVal val="#ppt_h"/>
                                          </p:val>
                                        </p:tav>
                                      </p:tavLst>
                                    </p:anim>
                                    <p:animEffect transition="in" filter="fade">
                                      <p:cBhvr>
                                        <p:cTn id="46" dur="500"/>
                                        <p:tgtEl>
                                          <p:spTgt spid="41"/>
                                        </p:tgtEl>
                                      </p:cBhvr>
                                    </p:animEffect>
                                  </p:childTnLst>
                                </p:cTn>
                              </p:par>
                              <p:par>
                                <p:cTn id="47" presetID="2" presetClass="entr" presetSubtype="2" accel="50000" decel="50000" fill="hold" nodeType="with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additive="base">
                                        <p:cTn id="49" dur="500" fill="hold"/>
                                        <p:tgtEl>
                                          <p:spTgt spid="27"/>
                                        </p:tgtEl>
                                        <p:attrNameLst>
                                          <p:attrName>ppt_x</p:attrName>
                                        </p:attrNameLst>
                                      </p:cBhvr>
                                      <p:tavLst>
                                        <p:tav tm="0">
                                          <p:val>
                                            <p:strVal val="1+#ppt_w/2"/>
                                          </p:val>
                                        </p:tav>
                                        <p:tav tm="100000">
                                          <p:val>
                                            <p:strVal val="#ppt_x"/>
                                          </p:val>
                                        </p:tav>
                                      </p:tavLst>
                                    </p:anim>
                                    <p:anim calcmode="lin" valueType="num">
                                      <p:cBhvr additive="base">
                                        <p:cTn id="50" dur="500" fill="hold"/>
                                        <p:tgtEl>
                                          <p:spTgt spid="27"/>
                                        </p:tgtEl>
                                        <p:attrNameLst>
                                          <p:attrName>ppt_y</p:attrName>
                                        </p:attrNameLst>
                                      </p:cBhvr>
                                      <p:tavLst>
                                        <p:tav tm="0">
                                          <p:val>
                                            <p:strVal val="#ppt_y"/>
                                          </p:val>
                                        </p:tav>
                                        <p:tav tm="100000">
                                          <p:val>
                                            <p:strVal val="#ppt_y"/>
                                          </p:val>
                                        </p:tav>
                                      </p:tavLst>
                                    </p:anim>
                                  </p:childTnLst>
                                </p:cTn>
                              </p:par>
                            </p:childTnLst>
                          </p:cTn>
                        </p:par>
                        <p:par>
                          <p:cTn id="51" fill="hold">
                            <p:stCondLst>
                              <p:cond delay="4000"/>
                            </p:stCondLst>
                            <p:childTnLst>
                              <p:par>
                                <p:cTn id="52" presetID="53" presetClass="entr" presetSubtype="0" fill="hold" grpId="0" nodeType="after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p:cTn id="54" dur="500" fill="hold"/>
                                        <p:tgtEl>
                                          <p:spTgt spid="42"/>
                                        </p:tgtEl>
                                        <p:attrNameLst>
                                          <p:attrName>ppt_w</p:attrName>
                                        </p:attrNameLst>
                                      </p:cBhvr>
                                      <p:tavLst>
                                        <p:tav tm="0">
                                          <p:val>
                                            <p:fltVal val="0"/>
                                          </p:val>
                                        </p:tav>
                                        <p:tav tm="100000">
                                          <p:val>
                                            <p:strVal val="#ppt_w"/>
                                          </p:val>
                                        </p:tav>
                                      </p:tavLst>
                                    </p:anim>
                                    <p:anim calcmode="lin" valueType="num">
                                      <p:cBhvr>
                                        <p:cTn id="55" dur="500" fill="hold"/>
                                        <p:tgtEl>
                                          <p:spTgt spid="42"/>
                                        </p:tgtEl>
                                        <p:attrNameLst>
                                          <p:attrName>ppt_h</p:attrName>
                                        </p:attrNameLst>
                                      </p:cBhvr>
                                      <p:tavLst>
                                        <p:tav tm="0">
                                          <p:val>
                                            <p:fltVal val="0"/>
                                          </p:val>
                                        </p:tav>
                                        <p:tav tm="100000">
                                          <p:val>
                                            <p:strVal val="#ppt_h"/>
                                          </p:val>
                                        </p:tav>
                                      </p:tavLst>
                                    </p:anim>
                                    <p:animEffect transition="in" filter="fade">
                                      <p:cBhvr>
                                        <p:cTn id="56" dur="500"/>
                                        <p:tgtEl>
                                          <p:spTgt spid="42"/>
                                        </p:tgtEl>
                                      </p:cBhvr>
                                    </p:animEffect>
                                  </p:childTnLst>
                                </p:cTn>
                              </p:par>
                              <p:par>
                                <p:cTn id="57" presetID="2" presetClass="entr" presetSubtype="2" accel="50000" decel="50000" fill="hold"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1+#ppt_w/2"/>
                                          </p:val>
                                        </p:tav>
                                        <p:tav tm="100000">
                                          <p:val>
                                            <p:strVal val="#ppt_x"/>
                                          </p:val>
                                        </p:tav>
                                      </p:tavLst>
                                    </p:anim>
                                    <p:anim calcmode="lin" valueType="num">
                                      <p:cBhvr additive="base">
                                        <p:cTn id="60" dur="500" fill="hold"/>
                                        <p:tgtEl>
                                          <p:spTgt spid="28"/>
                                        </p:tgtEl>
                                        <p:attrNameLst>
                                          <p:attrName>ppt_y</p:attrName>
                                        </p:attrNameLst>
                                      </p:cBhvr>
                                      <p:tavLst>
                                        <p:tav tm="0">
                                          <p:val>
                                            <p:strVal val="#ppt_y"/>
                                          </p:val>
                                        </p:tav>
                                        <p:tav tm="100000">
                                          <p:val>
                                            <p:strVal val="#ppt_y"/>
                                          </p:val>
                                        </p:tav>
                                      </p:tavLst>
                                    </p:anim>
                                  </p:childTnLst>
                                </p:cTn>
                              </p:par>
                            </p:childTnLst>
                          </p:cTn>
                        </p:par>
                        <p:par>
                          <p:cTn id="61" fill="hold">
                            <p:stCondLst>
                              <p:cond delay="4500"/>
                            </p:stCondLst>
                            <p:childTnLst>
                              <p:par>
                                <p:cTn id="62" presetID="53" presetClass="entr" presetSubtype="0" fill="hold" grpId="0" nodeType="afterEffect">
                                  <p:stCondLst>
                                    <p:cond delay="0"/>
                                  </p:stCondLst>
                                  <p:childTnLst>
                                    <p:set>
                                      <p:cBhvr>
                                        <p:cTn id="63" dur="1" fill="hold">
                                          <p:stCondLst>
                                            <p:cond delay="0"/>
                                          </p:stCondLst>
                                        </p:cTn>
                                        <p:tgtEl>
                                          <p:spTgt spid="44"/>
                                        </p:tgtEl>
                                        <p:attrNameLst>
                                          <p:attrName>style.visibility</p:attrName>
                                        </p:attrNameLst>
                                      </p:cBhvr>
                                      <p:to>
                                        <p:strVal val="visible"/>
                                      </p:to>
                                    </p:set>
                                    <p:anim calcmode="lin" valueType="num">
                                      <p:cBhvr>
                                        <p:cTn id="64" dur="500" fill="hold"/>
                                        <p:tgtEl>
                                          <p:spTgt spid="44"/>
                                        </p:tgtEl>
                                        <p:attrNameLst>
                                          <p:attrName>ppt_w</p:attrName>
                                        </p:attrNameLst>
                                      </p:cBhvr>
                                      <p:tavLst>
                                        <p:tav tm="0">
                                          <p:val>
                                            <p:fltVal val="0"/>
                                          </p:val>
                                        </p:tav>
                                        <p:tav tm="100000">
                                          <p:val>
                                            <p:strVal val="#ppt_w"/>
                                          </p:val>
                                        </p:tav>
                                      </p:tavLst>
                                    </p:anim>
                                    <p:anim calcmode="lin" valueType="num">
                                      <p:cBhvr>
                                        <p:cTn id="65" dur="500" fill="hold"/>
                                        <p:tgtEl>
                                          <p:spTgt spid="44"/>
                                        </p:tgtEl>
                                        <p:attrNameLst>
                                          <p:attrName>ppt_h</p:attrName>
                                        </p:attrNameLst>
                                      </p:cBhvr>
                                      <p:tavLst>
                                        <p:tav tm="0">
                                          <p:val>
                                            <p:fltVal val="0"/>
                                          </p:val>
                                        </p:tav>
                                        <p:tav tm="100000">
                                          <p:val>
                                            <p:strVal val="#ppt_h"/>
                                          </p:val>
                                        </p:tav>
                                      </p:tavLst>
                                    </p:anim>
                                    <p:animEffect transition="in" filter="fade">
                                      <p:cBhvr>
                                        <p:cTn id="66" dur="500"/>
                                        <p:tgtEl>
                                          <p:spTgt spid="44"/>
                                        </p:tgtEl>
                                      </p:cBhvr>
                                    </p:animEffect>
                                  </p:childTnLst>
                                </p:cTn>
                              </p:par>
                              <p:par>
                                <p:cTn id="67" presetID="2" presetClass="entr" presetSubtype="2" accel="50000" decel="50000" fill="hold" nodeType="withEffect">
                                  <p:stCondLst>
                                    <p:cond delay="0"/>
                                  </p:stCondLst>
                                  <p:childTnLst>
                                    <p:set>
                                      <p:cBhvr>
                                        <p:cTn id="68" dur="1" fill="hold">
                                          <p:stCondLst>
                                            <p:cond delay="0"/>
                                          </p:stCondLst>
                                        </p:cTn>
                                        <p:tgtEl>
                                          <p:spTgt spid="31"/>
                                        </p:tgtEl>
                                        <p:attrNameLst>
                                          <p:attrName>style.visibility</p:attrName>
                                        </p:attrNameLst>
                                      </p:cBhvr>
                                      <p:to>
                                        <p:strVal val="visible"/>
                                      </p:to>
                                    </p:set>
                                    <p:anim calcmode="lin" valueType="num">
                                      <p:cBhvr additive="base">
                                        <p:cTn id="69" dur="500" fill="hold"/>
                                        <p:tgtEl>
                                          <p:spTgt spid="31"/>
                                        </p:tgtEl>
                                        <p:attrNameLst>
                                          <p:attrName>ppt_x</p:attrName>
                                        </p:attrNameLst>
                                      </p:cBhvr>
                                      <p:tavLst>
                                        <p:tav tm="0">
                                          <p:val>
                                            <p:strVal val="1+#ppt_w/2"/>
                                          </p:val>
                                        </p:tav>
                                        <p:tav tm="100000">
                                          <p:val>
                                            <p:strVal val="#ppt_x"/>
                                          </p:val>
                                        </p:tav>
                                      </p:tavLst>
                                    </p:anim>
                                    <p:anim calcmode="lin" valueType="num">
                                      <p:cBhvr additive="base">
                                        <p:cTn id="70" dur="500" fill="hold"/>
                                        <p:tgtEl>
                                          <p:spTgt spid="31"/>
                                        </p:tgtEl>
                                        <p:attrNameLst>
                                          <p:attrName>ppt_y</p:attrName>
                                        </p:attrNameLst>
                                      </p:cBhvr>
                                      <p:tavLst>
                                        <p:tav tm="0">
                                          <p:val>
                                            <p:strVal val="#ppt_y"/>
                                          </p:val>
                                        </p:tav>
                                        <p:tav tm="100000">
                                          <p:val>
                                            <p:strVal val="#ppt_y"/>
                                          </p:val>
                                        </p:tav>
                                      </p:tavLst>
                                    </p:anim>
                                  </p:childTnLst>
                                </p:cTn>
                              </p:par>
                            </p:childTnLst>
                          </p:cTn>
                        </p:par>
                        <p:par>
                          <p:cTn id="71" fill="hold">
                            <p:stCondLst>
                              <p:cond delay="5000"/>
                            </p:stCondLst>
                            <p:childTnLst>
                              <p:par>
                                <p:cTn id="72" presetID="53" presetClass="entr" presetSubtype="0" fill="hold" grpId="0" nodeType="afterEffect">
                                  <p:stCondLst>
                                    <p:cond delay="0"/>
                                  </p:stCondLst>
                                  <p:childTnLst>
                                    <p:set>
                                      <p:cBhvr>
                                        <p:cTn id="73" dur="1" fill="hold">
                                          <p:stCondLst>
                                            <p:cond delay="0"/>
                                          </p:stCondLst>
                                        </p:cTn>
                                        <p:tgtEl>
                                          <p:spTgt spid="46"/>
                                        </p:tgtEl>
                                        <p:attrNameLst>
                                          <p:attrName>style.visibility</p:attrName>
                                        </p:attrNameLst>
                                      </p:cBhvr>
                                      <p:to>
                                        <p:strVal val="visible"/>
                                      </p:to>
                                    </p:set>
                                    <p:anim calcmode="lin" valueType="num">
                                      <p:cBhvr>
                                        <p:cTn id="74" dur="500" fill="hold"/>
                                        <p:tgtEl>
                                          <p:spTgt spid="46"/>
                                        </p:tgtEl>
                                        <p:attrNameLst>
                                          <p:attrName>ppt_w</p:attrName>
                                        </p:attrNameLst>
                                      </p:cBhvr>
                                      <p:tavLst>
                                        <p:tav tm="0">
                                          <p:val>
                                            <p:fltVal val="0"/>
                                          </p:val>
                                        </p:tav>
                                        <p:tav tm="100000">
                                          <p:val>
                                            <p:strVal val="#ppt_w"/>
                                          </p:val>
                                        </p:tav>
                                      </p:tavLst>
                                    </p:anim>
                                    <p:anim calcmode="lin" valueType="num">
                                      <p:cBhvr>
                                        <p:cTn id="75" dur="500" fill="hold"/>
                                        <p:tgtEl>
                                          <p:spTgt spid="46"/>
                                        </p:tgtEl>
                                        <p:attrNameLst>
                                          <p:attrName>ppt_h</p:attrName>
                                        </p:attrNameLst>
                                      </p:cBhvr>
                                      <p:tavLst>
                                        <p:tav tm="0">
                                          <p:val>
                                            <p:fltVal val="0"/>
                                          </p:val>
                                        </p:tav>
                                        <p:tav tm="100000">
                                          <p:val>
                                            <p:strVal val="#ppt_h"/>
                                          </p:val>
                                        </p:tav>
                                      </p:tavLst>
                                    </p:anim>
                                    <p:animEffect transition="in" filter="fade">
                                      <p:cBhvr>
                                        <p:cTn id="76" dur="500"/>
                                        <p:tgtEl>
                                          <p:spTgt spid="46"/>
                                        </p:tgtEl>
                                      </p:cBhvr>
                                    </p:animEffect>
                                  </p:childTnLst>
                                </p:cTn>
                              </p:par>
                              <p:par>
                                <p:cTn id="77" presetID="2" presetClass="entr" presetSubtype="2" accel="50000" decel="50000" fill="hold" nodeType="withEffect">
                                  <p:stCondLst>
                                    <p:cond delay="0"/>
                                  </p:stCondLst>
                                  <p:childTnLst>
                                    <p:set>
                                      <p:cBhvr>
                                        <p:cTn id="78" dur="1" fill="hold">
                                          <p:stCondLst>
                                            <p:cond delay="0"/>
                                          </p:stCondLst>
                                        </p:cTn>
                                        <p:tgtEl>
                                          <p:spTgt spid="32"/>
                                        </p:tgtEl>
                                        <p:attrNameLst>
                                          <p:attrName>style.visibility</p:attrName>
                                        </p:attrNameLst>
                                      </p:cBhvr>
                                      <p:to>
                                        <p:strVal val="visible"/>
                                      </p:to>
                                    </p:set>
                                    <p:anim calcmode="lin" valueType="num">
                                      <p:cBhvr additive="base">
                                        <p:cTn id="79" dur="500" fill="hold"/>
                                        <p:tgtEl>
                                          <p:spTgt spid="32"/>
                                        </p:tgtEl>
                                        <p:attrNameLst>
                                          <p:attrName>ppt_x</p:attrName>
                                        </p:attrNameLst>
                                      </p:cBhvr>
                                      <p:tavLst>
                                        <p:tav tm="0">
                                          <p:val>
                                            <p:strVal val="1+#ppt_w/2"/>
                                          </p:val>
                                        </p:tav>
                                        <p:tav tm="100000">
                                          <p:val>
                                            <p:strVal val="#ppt_x"/>
                                          </p:val>
                                        </p:tav>
                                      </p:tavLst>
                                    </p:anim>
                                    <p:anim calcmode="lin" valueType="num">
                                      <p:cBhvr additive="base">
                                        <p:cTn id="80"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4" grpId="0" animBg="1"/>
      <p:bldP spid="25" grpId="0" animBg="1"/>
      <p:bldP spid="41" grpId="0" animBg="1"/>
      <p:bldP spid="42" grpId="0" animBg="1"/>
      <p:bldP spid="44" grpId="0" animBg="1"/>
      <p:bldP spid="46"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Management Infographic</a:t>
            </a:r>
            <a:endParaRPr lang="en-US" dirty="0"/>
          </a:p>
        </p:txBody>
      </p:sp>
      <p:sp>
        <p:nvSpPr>
          <p:cNvPr id="45" name="Text Placeholder 44"/>
          <p:cNvSpPr>
            <a:spLocks noGrp="1"/>
          </p:cNvSpPr>
          <p:nvPr>
            <p:ph type="body" sz="half" idx="2"/>
          </p:nvPr>
        </p:nvSpPr>
        <p:spPr/>
        <p:txBody>
          <a:bodyPr/>
          <a:lstStyle/>
          <a:p>
            <a:r>
              <a:rPr lang="en-US"/>
              <a:t>Management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60</a:t>
            </a:fld>
            <a:endParaRPr lang="en-US" dirty="0"/>
          </a:p>
        </p:txBody>
      </p:sp>
      <p:grpSp>
        <p:nvGrpSpPr>
          <p:cNvPr id="2" name="Group 27"/>
          <p:cNvGrpSpPr/>
          <p:nvPr/>
        </p:nvGrpSpPr>
        <p:grpSpPr>
          <a:xfrm>
            <a:off x="4074264" y="1366539"/>
            <a:ext cx="3587220" cy="777944"/>
            <a:chOff x="1436496" y="1256410"/>
            <a:chExt cx="3587220" cy="777944"/>
          </a:xfrm>
        </p:grpSpPr>
        <p:sp>
          <p:nvSpPr>
            <p:cNvPr id="29" name="Text Placeholder 3"/>
            <p:cNvSpPr txBox="1">
              <a:spLocks/>
            </p:cNvSpPr>
            <p:nvPr/>
          </p:nvSpPr>
          <p:spPr>
            <a:xfrm>
              <a:off x="4161300" y="1256410"/>
              <a:ext cx="862416"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30" name="Text Placeholder 3"/>
            <p:cNvSpPr txBox="1">
              <a:spLocks/>
            </p:cNvSpPr>
            <p:nvPr/>
          </p:nvSpPr>
          <p:spPr>
            <a:xfrm>
              <a:off x="1436496" y="1418801"/>
              <a:ext cx="3587220"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400">
                <a:spcBef>
                  <a:spcPct val="20000"/>
                </a:spcBef>
                <a:defRPr/>
              </a:pPr>
              <a:r>
                <a:rPr lang="en-US" sz="1000" dirty="0">
                  <a:solidFill>
                    <a:schemeClr val="tx1">
                      <a:lumMod val="50000"/>
                      <a:lumOff val="50000"/>
                    </a:schemeClr>
                  </a:solidFill>
                  <a:cs typeface="+mj-cs"/>
                </a:rPr>
                <a:t>There are many variations of passages but the majority have  suffered of the  </a:t>
              </a:r>
              <a:r>
                <a:rPr lang="en-US" sz="1000" dirty="0">
                  <a:solidFill>
                    <a:schemeClr val="tx1">
                      <a:lumMod val="50000"/>
                      <a:lumOff val="50000"/>
                    </a:schemeClr>
                  </a:solidFill>
                </a:rPr>
                <a:t>There are many variations of passages but the majority of a have  suffered of the alteration in some form by injected </a:t>
              </a:r>
              <a:r>
                <a:rPr lang="en-US" sz="1000" dirty="0">
                  <a:solidFill>
                    <a:schemeClr val="tx1">
                      <a:lumMod val="50000"/>
                      <a:lumOff val="50000"/>
                    </a:schemeClr>
                  </a:solidFill>
                  <a:cs typeface="+mj-cs"/>
                </a:rPr>
                <a:t>alteration in some form by injected.</a:t>
              </a:r>
            </a:p>
          </p:txBody>
        </p:sp>
      </p:grpSp>
      <p:grpSp>
        <p:nvGrpSpPr>
          <p:cNvPr id="3" name="Group 101"/>
          <p:cNvGrpSpPr/>
          <p:nvPr/>
        </p:nvGrpSpPr>
        <p:grpSpPr>
          <a:xfrm>
            <a:off x="762000" y="2266341"/>
            <a:ext cx="990600" cy="990600"/>
            <a:chOff x="762000" y="2266341"/>
            <a:chExt cx="990600" cy="990600"/>
          </a:xfrm>
        </p:grpSpPr>
        <p:sp>
          <p:nvSpPr>
            <p:cNvPr id="64" name="Rectangle 63"/>
            <p:cNvSpPr/>
            <p:nvPr/>
          </p:nvSpPr>
          <p:spPr>
            <a:xfrm>
              <a:off x="762000" y="2266341"/>
              <a:ext cx="990600" cy="990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Oval 69"/>
            <p:cNvSpPr/>
            <p:nvPr/>
          </p:nvSpPr>
          <p:spPr>
            <a:xfrm>
              <a:off x="1028700" y="2533041"/>
              <a:ext cx="457200" cy="4572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102"/>
          <p:cNvGrpSpPr/>
          <p:nvPr/>
        </p:nvGrpSpPr>
        <p:grpSpPr>
          <a:xfrm>
            <a:off x="762000" y="3256941"/>
            <a:ext cx="990600" cy="990600"/>
            <a:chOff x="762000" y="3256941"/>
            <a:chExt cx="990600" cy="990600"/>
          </a:xfrm>
        </p:grpSpPr>
        <p:sp>
          <p:nvSpPr>
            <p:cNvPr id="67" name="Rectangle 66"/>
            <p:cNvSpPr/>
            <p:nvPr/>
          </p:nvSpPr>
          <p:spPr>
            <a:xfrm>
              <a:off x="762000" y="3256941"/>
              <a:ext cx="990600" cy="990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Oval 70"/>
            <p:cNvSpPr/>
            <p:nvPr/>
          </p:nvSpPr>
          <p:spPr>
            <a:xfrm>
              <a:off x="1028700" y="3523641"/>
              <a:ext cx="457200" cy="4572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103"/>
          <p:cNvGrpSpPr/>
          <p:nvPr/>
        </p:nvGrpSpPr>
        <p:grpSpPr>
          <a:xfrm>
            <a:off x="1752600" y="3256941"/>
            <a:ext cx="990600" cy="990600"/>
            <a:chOff x="1752600" y="3256941"/>
            <a:chExt cx="990600" cy="990600"/>
          </a:xfrm>
        </p:grpSpPr>
        <p:sp>
          <p:nvSpPr>
            <p:cNvPr id="68" name="Rectangle 67"/>
            <p:cNvSpPr/>
            <p:nvPr/>
          </p:nvSpPr>
          <p:spPr>
            <a:xfrm>
              <a:off x="1752600" y="3256941"/>
              <a:ext cx="990600" cy="990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Oval 71"/>
            <p:cNvSpPr/>
            <p:nvPr/>
          </p:nvSpPr>
          <p:spPr>
            <a:xfrm>
              <a:off x="2019300" y="3523641"/>
              <a:ext cx="457200" cy="4572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105"/>
          <p:cNvGrpSpPr/>
          <p:nvPr/>
        </p:nvGrpSpPr>
        <p:grpSpPr>
          <a:xfrm>
            <a:off x="2743200" y="2266341"/>
            <a:ext cx="990600" cy="990600"/>
            <a:chOff x="2743200" y="2266341"/>
            <a:chExt cx="990600" cy="990600"/>
          </a:xfrm>
        </p:grpSpPr>
        <p:sp>
          <p:nvSpPr>
            <p:cNvPr id="66" name="Rectangle 65"/>
            <p:cNvSpPr/>
            <p:nvPr/>
          </p:nvSpPr>
          <p:spPr>
            <a:xfrm>
              <a:off x="2743200" y="2266341"/>
              <a:ext cx="990600" cy="9906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Oval 72"/>
            <p:cNvSpPr/>
            <p:nvPr/>
          </p:nvSpPr>
          <p:spPr>
            <a:xfrm>
              <a:off x="3009900" y="2533041"/>
              <a:ext cx="457200" cy="4572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107"/>
          <p:cNvGrpSpPr/>
          <p:nvPr/>
        </p:nvGrpSpPr>
        <p:grpSpPr>
          <a:xfrm>
            <a:off x="2743200" y="1275741"/>
            <a:ext cx="990600" cy="990600"/>
            <a:chOff x="2743200" y="1275741"/>
            <a:chExt cx="990600" cy="990600"/>
          </a:xfrm>
        </p:grpSpPr>
        <p:sp>
          <p:nvSpPr>
            <p:cNvPr id="63" name="Rectangle 62"/>
            <p:cNvSpPr/>
            <p:nvPr/>
          </p:nvSpPr>
          <p:spPr>
            <a:xfrm>
              <a:off x="2743200" y="1275741"/>
              <a:ext cx="990600" cy="9906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Oval 73"/>
            <p:cNvSpPr/>
            <p:nvPr/>
          </p:nvSpPr>
          <p:spPr>
            <a:xfrm>
              <a:off x="3009900" y="1542441"/>
              <a:ext cx="457200" cy="4572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106"/>
          <p:cNvGrpSpPr/>
          <p:nvPr/>
        </p:nvGrpSpPr>
        <p:grpSpPr>
          <a:xfrm>
            <a:off x="1752600" y="1275741"/>
            <a:ext cx="990600" cy="990600"/>
            <a:chOff x="1752600" y="1275741"/>
            <a:chExt cx="990600" cy="990600"/>
          </a:xfrm>
        </p:grpSpPr>
        <p:sp>
          <p:nvSpPr>
            <p:cNvPr id="62" name="Rectangle 61"/>
            <p:cNvSpPr/>
            <p:nvPr/>
          </p:nvSpPr>
          <p:spPr>
            <a:xfrm>
              <a:off x="1752600" y="1275741"/>
              <a:ext cx="990600" cy="9906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Oval 74"/>
            <p:cNvSpPr/>
            <p:nvPr/>
          </p:nvSpPr>
          <p:spPr>
            <a:xfrm>
              <a:off x="2019300" y="1542441"/>
              <a:ext cx="457200" cy="4572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108"/>
          <p:cNvGrpSpPr/>
          <p:nvPr/>
        </p:nvGrpSpPr>
        <p:grpSpPr>
          <a:xfrm>
            <a:off x="1752600" y="2266341"/>
            <a:ext cx="990600" cy="990600"/>
            <a:chOff x="1752600" y="2266341"/>
            <a:chExt cx="990600" cy="990600"/>
          </a:xfrm>
        </p:grpSpPr>
        <p:sp>
          <p:nvSpPr>
            <p:cNvPr id="65" name="Rectangle 64"/>
            <p:cNvSpPr/>
            <p:nvPr/>
          </p:nvSpPr>
          <p:spPr>
            <a:xfrm>
              <a:off x="1752600" y="2266341"/>
              <a:ext cx="990600" cy="990600"/>
            </a:xfrm>
            <a:prstGeom prst="rect">
              <a:avLst/>
            </a:prstGeom>
            <a:solidFill>
              <a:schemeClr val="bg1">
                <a:lumMod val="9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78"/>
            <p:cNvGrpSpPr/>
            <p:nvPr/>
          </p:nvGrpSpPr>
          <p:grpSpPr>
            <a:xfrm>
              <a:off x="2090303" y="2532316"/>
              <a:ext cx="315194" cy="458650"/>
              <a:chOff x="4075113" y="1909763"/>
              <a:chExt cx="247650" cy="360363"/>
            </a:xfrm>
          </p:grpSpPr>
          <p:sp>
            <p:nvSpPr>
              <p:cNvPr id="80" name="Freeform 78"/>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79"/>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1" name="Group 104"/>
          <p:cNvGrpSpPr/>
          <p:nvPr/>
        </p:nvGrpSpPr>
        <p:grpSpPr>
          <a:xfrm>
            <a:off x="2743200" y="3256941"/>
            <a:ext cx="990600" cy="990600"/>
            <a:chOff x="2743200" y="3256941"/>
            <a:chExt cx="990600" cy="990600"/>
          </a:xfrm>
        </p:grpSpPr>
        <p:sp>
          <p:nvSpPr>
            <p:cNvPr id="69" name="Rectangle 68"/>
            <p:cNvSpPr/>
            <p:nvPr/>
          </p:nvSpPr>
          <p:spPr>
            <a:xfrm>
              <a:off x="2743200" y="3256941"/>
              <a:ext cx="990600" cy="990600"/>
            </a:xfrm>
            <a:prstGeom prst="rect">
              <a:avLst/>
            </a:prstGeom>
            <a:solidFill>
              <a:schemeClr val="bg1">
                <a:lumMod val="9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81"/>
            <p:cNvGrpSpPr/>
            <p:nvPr/>
          </p:nvGrpSpPr>
          <p:grpSpPr>
            <a:xfrm>
              <a:off x="3011197" y="3610808"/>
              <a:ext cx="454606" cy="282866"/>
              <a:chOff x="7145338" y="3636963"/>
              <a:chExt cx="357188" cy="222250"/>
            </a:xfrm>
          </p:grpSpPr>
          <p:sp>
            <p:nvSpPr>
              <p:cNvPr id="83" name="Freeform 145"/>
              <p:cNvSpPr>
                <a:spLocks noEditPoints="1"/>
              </p:cNvSpPr>
              <p:nvPr/>
            </p:nvSpPr>
            <p:spPr bwMode="auto">
              <a:xfrm>
                <a:off x="7145338" y="3636963"/>
                <a:ext cx="357188" cy="222250"/>
              </a:xfrm>
              <a:custGeom>
                <a:avLst/>
                <a:gdLst/>
                <a:ahLst/>
                <a:cxnLst>
                  <a:cxn ang="0">
                    <a:pos x="122" y="37"/>
                  </a:cxn>
                  <a:cxn ang="0">
                    <a:pos x="122" y="37"/>
                  </a:cxn>
                  <a:cxn ang="0">
                    <a:pos x="122" y="36"/>
                  </a:cxn>
                  <a:cxn ang="0">
                    <a:pos x="122" y="36"/>
                  </a:cxn>
                  <a:cxn ang="0">
                    <a:pos x="61" y="0"/>
                  </a:cxn>
                  <a:cxn ang="0">
                    <a:pos x="0" y="36"/>
                  </a:cxn>
                  <a:cxn ang="0">
                    <a:pos x="0" y="36"/>
                  </a:cxn>
                  <a:cxn ang="0">
                    <a:pos x="0" y="37"/>
                  </a:cxn>
                  <a:cxn ang="0">
                    <a:pos x="0" y="37"/>
                  </a:cxn>
                  <a:cxn ang="0">
                    <a:pos x="0" y="38"/>
                  </a:cxn>
                  <a:cxn ang="0">
                    <a:pos x="0" y="39"/>
                  </a:cxn>
                  <a:cxn ang="0">
                    <a:pos x="0" y="39"/>
                  </a:cxn>
                  <a:cxn ang="0">
                    <a:pos x="0" y="39"/>
                  </a:cxn>
                  <a:cxn ang="0">
                    <a:pos x="0" y="40"/>
                  </a:cxn>
                  <a:cxn ang="0">
                    <a:pos x="61" y="76"/>
                  </a:cxn>
                  <a:cxn ang="0">
                    <a:pos x="122" y="40"/>
                  </a:cxn>
                  <a:cxn ang="0">
                    <a:pos x="122" y="39"/>
                  </a:cxn>
                  <a:cxn ang="0">
                    <a:pos x="122" y="39"/>
                  </a:cxn>
                  <a:cxn ang="0">
                    <a:pos x="122" y="39"/>
                  </a:cxn>
                  <a:cxn ang="0">
                    <a:pos x="122" y="38"/>
                  </a:cxn>
                  <a:cxn ang="0">
                    <a:pos x="122" y="37"/>
                  </a:cxn>
                  <a:cxn ang="0">
                    <a:pos x="61" y="69"/>
                  </a:cxn>
                  <a:cxn ang="0">
                    <a:pos x="8" y="38"/>
                  </a:cxn>
                  <a:cxn ang="0">
                    <a:pos x="61" y="7"/>
                  </a:cxn>
                  <a:cxn ang="0">
                    <a:pos x="114" y="38"/>
                  </a:cxn>
                  <a:cxn ang="0">
                    <a:pos x="61" y="69"/>
                  </a:cxn>
                  <a:cxn ang="0">
                    <a:pos x="61" y="69"/>
                  </a:cxn>
                  <a:cxn ang="0">
                    <a:pos x="61" y="69"/>
                  </a:cxn>
                </a:cxnLst>
                <a:rect l="0" t="0" r="r" b="b"/>
                <a:pathLst>
                  <a:path w="122" h="76">
                    <a:moveTo>
                      <a:pt x="122" y="37"/>
                    </a:moveTo>
                    <a:cubicBezTo>
                      <a:pt x="122" y="37"/>
                      <a:pt x="122" y="37"/>
                      <a:pt x="122" y="37"/>
                    </a:cubicBezTo>
                    <a:cubicBezTo>
                      <a:pt x="122" y="37"/>
                      <a:pt x="122" y="37"/>
                      <a:pt x="122" y="36"/>
                    </a:cubicBezTo>
                    <a:cubicBezTo>
                      <a:pt x="122" y="36"/>
                      <a:pt x="122" y="36"/>
                      <a:pt x="122" y="36"/>
                    </a:cubicBezTo>
                    <a:cubicBezTo>
                      <a:pt x="111" y="15"/>
                      <a:pt x="86" y="0"/>
                      <a:pt x="61" y="0"/>
                    </a:cubicBezTo>
                    <a:cubicBezTo>
                      <a:pt x="35" y="0"/>
                      <a:pt x="11" y="15"/>
                      <a:pt x="0" y="36"/>
                    </a:cubicBezTo>
                    <a:cubicBezTo>
                      <a:pt x="0" y="36"/>
                      <a:pt x="0" y="36"/>
                      <a:pt x="0" y="36"/>
                    </a:cubicBezTo>
                    <a:cubicBezTo>
                      <a:pt x="0" y="36"/>
                      <a:pt x="0" y="37"/>
                      <a:pt x="0" y="37"/>
                    </a:cubicBezTo>
                    <a:cubicBezTo>
                      <a:pt x="0" y="37"/>
                      <a:pt x="0" y="37"/>
                      <a:pt x="0" y="37"/>
                    </a:cubicBezTo>
                    <a:cubicBezTo>
                      <a:pt x="0" y="37"/>
                      <a:pt x="0" y="38"/>
                      <a:pt x="0" y="38"/>
                    </a:cubicBezTo>
                    <a:cubicBezTo>
                      <a:pt x="0" y="38"/>
                      <a:pt x="0" y="39"/>
                      <a:pt x="0" y="39"/>
                    </a:cubicBezTo>
                    <a:cubicBezTo>
                      <a:pt x="0" y="39"/>
                      <a:pt x="0" y="39"/>
                      <a:pt x="0" y="39"/>
                    </a:cubicBezTo>
                    <a:cubicBezTo>
                      <a:pt x="0" y="39"/>
                      <a:pt x="0" y="39"/>
                      <a:pt x="0" y="39"/>
                    </a:cubicBezTo>
                    <a:cubicBezTo>
                      <a:pt x="0" y="40"/>
                      <a:pt x="0" y="40"/>
                      <a:pt x="0" y="40"/>
                    </a:cubicBezTo>
                    <a:cubicBezTo>
                      <a:pt x="11" y="61"/>
                      <a:pt x="35" y="76"/>
                      <a:pt x="61" y="76"/>
                    </a:cubicBezTo>
                    <a:cubicBezTo>
                      <a:pt x="86" y="76"/>
                      <a:pt x="111" y="61"/>
                      <a:pt x="122" y="40"/>
                    </a:cubicBezTo>
                    <a:cubicBezTo>
                      <a:pt x="122" y="40"/>
                      <a:pt x="122" y="40"/>
                      <a:pt x="122" y="39"/>
                    </a:cubicBezTo>
                    <a:cubicBezTo>
                      <a:pt x="122" y="39"/>
                      <a:pt x="122" y="39"/>
                      <a:pt x="122" y="39"/>
                    </a:cubicBezTo>
                    <a:cubicBezTo>
                      <a:pt x="122" y="39"/>
                      <a:pt x="122" y="39"/>
                      <a:pt x="122" y="39"/>
                    </a:cubicBezTo>
                    <a:cubicBezTo>
                      <a:pt x="122" y="39"/>
                      <a:pt x="122" y="38"/>
                      <a:pt x="122" y="38"/>
                    </a:cubicBezTo>
                    <a:cubicBezTo>
                      <a:pt x="122" y="38"/>
                      <a:pt x="122" y="37"/>
                      <a:pt x="122" y="37"/>
                    </a:cubicBezTo>
                    <a:close/>
                    <a:moveTo>
                      <a:pt x="61" y="69"/>
                    </a:moveTo>
                    <a:cubicBezTo>
                      <a:pt x="39" y="69"/>
                      <a:pt x="18" y="56"/>
                      <a:pt x="8" y="38"/>
                    </a:cubicBezTo>
                    <a:cubicBezTo>
                      <a:pt x="18" y="20"/>
                      <a:pt x="39" y="7"/>
                      <a:pt x="61" y="7"/>
                    </a:cubicBezTo>
                    <a:cubicBezTo>
                      <a:pt x="82" y="7"/>
                      <a:pt x="104" y="20"/>
                      <a:pt x="114" y="38"/>
                    </a:cubicBezTo>
                    <a:cubicBezTo>
                      <a:pt x="103" y="56"/>
                      <a:pt x="82" y="69"/>
                      <a:pt x="61" y="69"/>
                    </a:cubicBezTo>
                    <a:close/>
                    <a:moveTo>
                      <a:pt x="61" y="69"/>
                    </a:moveTo>
                    <a:cubicBezTo>
                      <a:pt x="61" y="69"/>
                      <a:pt x="61" y="69"/>
                      <a:pt x="61" y="69"/>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46"/>
              <p:cNvSpPr>
                <a:spLocks noEditPoints="1"/>
              </p:cNvSpPr>
              <p:nvPr/>
            </p:nvSpPr>
            <p:spPr bwMode="auto">
              <a:xfrm>
                <a:off x="7280275" y="3703638"/>
                <a:ext cx="50800" cy="50800"/>
              </a:xfrm>
              <a:custGeom>
                <a:avLst/>
                <a:gdLst/>
                <a:ahLst/>
                <a:cxnLst>
                  <a:cxn ang="0">
                    <a:pos x="15" y="0"/>
                  </a:cxn>
                  <a:cxn ang="0">
                    <a:pos x="15" y="0"/>
                  </a:cxn>
                  <a:cxn ang="0">
                    <a:pos x="0" y="15"/>
                  </a:cxn>
                  <a:cxn ang="0">
                    <a:pos x="1" y="17"/>
                  </a:cxn>
                  <a:cxn ang="0">
                    <a:pos x="3" y="15"/>
                  </a:cxn>
                  <a:cxn ang="0">
                    <a:pos x="15" y="3"/>
                  </a:cxn>
                  <a:cxn ang="0">
                    <a:pos x="15" y="3"/>
                  </a:cxn>
                  <a:cxn ang="0">
                    <a:pos x="17" y="2"/>
                  </a:cxn>
                  <a:cxn ang="0">
                    <a:pos x="15" y="0"/>
                  </a:cxn>
                  <a:cxn ang="0">
                    <a:pos x="15" y="0"/>
                  </a:cxn>
                  <a:cxn ang="0">
                    <a:pos x="15" y="0"/>
                  </a:cxn>
                </a:cxnLst>
                <a:rect l="0" t="0" r="r" b="b"/>
                <a:pathLst>
                  <a:path w="17" h="17">
                    <a:moveTo>
                      <a:pt x="15" y="0"/>
                    </a:moveTo>
                    <a:cubicBezTo>
                      <a:pt x="15" y="0"/>
                      <a:pt x="15" y="0"/>
                      <a:pt x="15" y="0"/>
                    </a:cubicBezTo>
                    <a:cubicBezTo>
                      <a:pt x="6" y="0"/>
                      <a:pt x="0" y="7"/>
                      <a:pt x="0" y="15"/>
                    </a:cubicBezTo>
                    <a:cubicBezTo>
                      <a:pt x="0" y="16"/>
                      <a:pt x="0" y="17"/>
                      <a:pt x="1" y="17"/>
                    </a:cubicBezTo>
                    <a:cubicBezTo>
                      <a:pt x="3" y="17"/>
                      <a:pt x="3" y="16"/>
                      <a:pt x="3" y="15"/>
                    </a:cubicBezTo>
                    <a:cubicBezTo>
                      <a:pt x="3" y="9"/>
                      <a:pt x="9" y="3"/>
                      <a:pt x="15" y="3"/>
                    </a:cubicBezTo>
                    <a:cubicBezTo>
                      <a:pt x="15" y="3"/>
                      <a:pt x="15" y="3"/>
                      <a:pt x="15" y="3"/>
                    </a:cubicBezTo>
                    <a:cubicBezTo>
                      <a:pt x="16" y="3"/>
                      <a:pt x="17" y="3"/>
                      <a:pt x="17" y="2"/>
                    </a:cubicBezTo>
                    <a:cubicBezTo>
                      <a:pt x="17" y="0"/>
                      <a:pt x="16" y="0"/>
                      <a:pt x="15" y="0"/>
                    </a:cubicBezTo>
                    <a:close/>
                    <a:moveTo>
                      <a:pt x="15" y="0"/>
                    </a:moveTo>
                    <a:cubicBezTo>
                      <a:pt x="15" y="0"/>
                      <a:pt x="15" y="0"/>
                      <a:pt x="15" y="0"/>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147"/>
              <p:cNvSpPr>
                <a:spLocks noEditPoints="1"/>
              </p:cNvSpPr>
              <p:nvPr/>
            </p:nvSpPr>
            <p:spPr bwMode="auto">
              <a:xfrm>
                <a:off x="7245350" y="3668713"/>
                <a:ext cx="158750" cy="158750"/>
              </a:xfrm>
              <a:custGeom>
                <a:avLst/>
                <a:gdLst/>
                <a:ahLst/>
                <a:cxnLst>
                  <a:cxn ang="0">
                    <a:pos x="27" y="0"/>
                  </a:cxn>
                  <a:cxn ang="0">
                    <a:pos x="0" y="27"/>
                  </a:cxn>
                  <a:cxn ang="0">
                    <a:pos x="27" y="54"/>
                  </a:cxn>
                  <a:cxn ang="0">
                    <a:pos x="54" y="27"/>
                  </a:cxn>
                  <a:cxn ang="0">
                    <a:pos x="27" y="0"/>
                  </a:cxn>
                  <a:cxn ang="0">
                    <a:pos x="27" y="50"/>
                  </a:cxn>
                  <a:cxn ang="0">
                    <a:pos x="4" y="27"/>
                  </a:cxn>
                  <a:cxn ang="0">
                    <a:pos x="27" y="4"/>
                  </a:cxn>
                  <a:cxn ang="0">
                    <a:pos x="50" y="27"/>
                  </a:cxn>
                  <a:cxn ang="0">
                    <a:pos x="27" y="50"/>
                  </a:cxn>
                  <a:cxn ang="0">
                    <a:pos x="27" y="50"/>
                  </a:cxn>
                  <a:cxn ang="0">
                    <a:pos x="27" y="50"/>
                  </a:cxn>
                </a:cxnLst>
                <a:rect l="0" t="0" r="r" b="b"/>
                <a:pathLst>
                  <a:path w="54" h="54">
                    <a:moveTo>
                      <a:pt x="27" y="0"/>
                    </a:moveTo>
                    <a:cubicBezTo>
                      <a:pt x="12" y="0"/>
                      <a:pt x="0" y="12"/>
                      <a:pt x="0" y="27"/>
                    </a:cubicBezTo>
                    <a:cubicBezTo>
                      <a:pt x="0" y="42"/>
                      <a:pt x="12" y="54"/>
                      <a:pt x="27" y="54"/>
                    </a:cubicBezTo>
                    <a:cubicBezTo>
                      <a:pt x="42" y="54"/>
                      <a:pt x="54" y="42"/>
                      <a:pt x="54" y="27"/>
                    </a:cubicBezTo>
                    <a:cubicBezTo>
                      <a:pt x="54" y="12"/>
                      <a:pt x="42" y="0"/>
                      <a:pt x="27" y="0"/>
                    </a:cubicBezTo>
                    <a:close/>
                    <a:moveTo>
                      <a:pt x="27" y="50"/>
                    </a:moveTo>
                    <a:cubicBezTo>
                      <a:pt x="14" y="50"/>
                      <a:pt x="4" y="40"/>
                      <a:pt x="4" y="27"/>
                    </a:cubicBezTo>
                    <a:cubicBezTo>
                      <a:pt x="4" y="14"/>
                      <a:pt x="14" y="4"/>
                      <a:pt x="27" y="4"/>
                    </a:cubicBezTo>
                    <a:cubicBezTo>
                      <a:pt x="40" y="4"/>
                      <a:pt x="50" y="14"/>
                      <a:pt x="50" y="27"/>
                    </a:cubicBezTo>
                    <a:cubicBezTo>
                      <a:pt x="50" y="40"/>
                      <a:pt x="40" y="50"/>
                      <a:pt x="27" y="50"/>
                    </a:cubicBezTo>
                    <a:close/>
                    <a:moveTo>
                      <a:pt x="27" y="50"/>
                    </a:moveTo>
                    <a:cubicBezTo>
                      <a:pt x="27" y="50"/>
                      <a:pt x="27" y="50"/>
                      <a:pt x="27" y="50"/>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3" name="Group 10"/>
          <p:cNvGrpSpPr/>
          <p:nvPr/>
        </p:nvGrpSpPr>
        <p:grpSpPr>
          <a:xfrm>
            <a:off x="7778220" y="1405451"/>
            <a:ext cx="641271" cy="446296"/>
            <a:chOff x="647700" y="1295400"/>
            <a:chExt cx="838200" cy="670560"/>
          </a:xfrm>
        </p:grpSpPr>
        <p:sp>
          <p:nvSpPr>
            <p:cNvPr id="87" name="Rectangle 86"/>
            <p:cNvSpPr/>
            <p:nvPr/>
          </p:nvSpPr>
          <p:spPr>
            <a:xfrm>
              <a:off x="647700" y="1356360"/>
              <a:ext cx="838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8" name="Rectangle 87"/>
            <p:cNvSpPr/>
            <p:nvPr/>
          </p:nvSpPr>
          <p:spPr>
            <a:xfrm>
              <a:off x="647700" y="1295400"/>
              <a:ext cx="838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01</a:t>
              </a:r>
            </a:p>
          </p:txBody>
        </p:sp>
      </p:grpSp>
      <p:grpSp>
        <p:nvGrpSpPr>
          <p:cNvPr id="14" name="Group 15"/>
          <p:cNvGrpSpPr/>
          <p:nvPr/>
        </p:nvGrpSpPr>
        <p:grpSpPr>
          <a:xfrm>
            <a:off x="7778220" y="2399052"/>
            <a:ext cx="641271" cy="446296"/>
            <a:chOff x="647700" y="1295400"/>
            <a:chExt cx="838200" cy="670560"/>
          </a:xfrm>
        </p:grpSpPr>
        <p:sp>
          <p:nvSpPr>
            <p:cNvPr id="90" name="Rectangle 89"/>
            <p:cNvSpPr/>
            <p:nvPr/>
          </p:nvSpPr>
          <p:spPr>
            <a:xfrm>
              <a:off x="647700" y="1356360"/>
              <a:ext cx="838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1" name="Rectangle 90"/>
            <p:cNvSpPr/>
            <p:nvPr/>
          </p:nvSpPr>
          <p:spPr>
            <a:xfrm>
              <a:off x="647700" y="1295400"/>
              <a:ext cx="838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02</a:t>
              </a:r>
            </a:p>
          </p:txBody>
        </p:sp>
      </p:grpSp>
      <p:grpSp>
        <p:nvGrpSpPr>
          <p:cNvPr id="15" name="Group 21"/>
          <p:cNvGrpSpPr/>
          <p:nvPr/>
        </p:nvGrpSpPr>
        <p:grpSpPr>
          <a:xfrm>
            <a:off x="7778220" y="3468026"/>
            <a:ext cx="641271" cy="446296"/>
            <a:chOff x="647700" y="1295400"/>
            <a:chExt cx="838200" cy="670560"/>
          </a:xfrm>
        </p:grpSpPr>
        <p:sp>
          <p:nvSpPr>
            <p:cNvPr id="93" name="Rectangle 92"/>
            <p:cNvSpPr/>
            <p:nvPr/>
          </p:nvSpPr>
          <p:spPr>
            <a:xfrm>
              <a:off x="647700" y="1356360"/>
              <a:ext cx="838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4" name="Rectangle 93"/>
            <p:cNvSpPr/>
            <p:nvPr/>
          </p:nvSpPr>
          <p:spPr>
            <a:xfrm>
              <a:off x="647700" y="1295400"/>
              <a:ext cx="838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03</a:t>
              </a:r>
            </a:p>
          </p:txBody>
        </p:sp>
      </p:grpSp>
      <p:grpSp>
        <p:nvGrpSpPr>
          <p:cNvPr id="16" name="Group 94"/>
          <p:cNvGrpSpPr/>
          <p:nvPr/>
        </p:nvGrpSpPr>
        <p:grpSpPr>
          <a:xfrm>
            <a:off x="4074264" y="2346398"/>
            <a:ext cx="3587220" cy="777944"/>
            <a:chOff x="1436496" y="1256410"/>
            <a:chExt cx="3587220" cy="777944"/>
          </a:xfrm>
        </p:grpSpPr>
        <p:sp>
          <p:nvSpPr>
            <p:cNvPr id="96" name="Text Placeholder 3"/>
            <p:cNvSpPr txBox="1">
              <a:spLocks/>
            </p:cNvSpPr>
            <p:nvPr/>
          </p:nvSpPr>
          <p:spPr>
            <a:xfrm>
              <a:off x="4161300" y="1256410"/>
              <a:ext cx="862416"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2"/>
                  </a:solidFill>
                  <a:effectLst/>
                  <a:uLnTx/>
                  <a:uFillTx/>
                  <a:latin typeface="+mj-lt"/>
                  <a:ea typeface="+mn-ea"/>
                  <a:cs typeface="+mn-cs"/>
                </a:rPr>
                <a:t>Number One</a:t>
              </a:r>
            </a:p>
          </p:txBody>
        </p:sp>
        <p:sp>
          <p:nvSpPr>
            <p:cNvPr id="97" name="Text Placeholder 3"/>
            <p:cNvSpPr txBox="1">
              <a:spLocks/>
            </p:cNvSpPr>
            <p:nvPr/>
          </p:nvSpPr>
          <p:spPr>
            <a:xfrm>
              <a:off x="1436496" y="1418801"/>
              <a:ext cx="3587220"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400">
                <a:spcBef>
                  <a:spcPct val="20000"/>
                </a:spcBef>
                <a:defRPr/>
              </a:pPr>
              <a:r>
                <a:rPr lang="en-US" sz="1000" dirty="0">
                  <a:solidFill>
                    <a:schemeClr val="tx1">
                      <a:lumMod val="50000"/>
                      <a:lumOff val="50000"/>
                    </a:schemeClr>
                  </a:solidFill>
                  <a:cs typeface="+mj-cs"/>
                </a:rPr>
                <a:t>There are many variations of passages but the majority have  suffered of the  </a:t>
              </a:r>
              <a:r>
                <a:rPr lang="en-US" sz="1000" dirty="0">
                  <a:solidFill>
                    <a:schemeClr val="tx1">
                      <a:lumMod val="50000"/>
                      <a:lumOff val="50000"/>
                    </a:schemeClr>
                  </a:solidFill>
                </a:rPr>
                <a:t>There are many variations of passages but the majority of a have  suffered of the alteration in some form by injected </a:t>
              </a:r>
              <a:r>
                <a:rPr lang="en-US" sz="1000" dirty="0">
                  <a:solidFill>
                    <a:schemeClr val="tx1">
                      <a:lumMod val="50000"/>
                      <a:lumOff val="50000"/>
                    </a:schemeClr>
                  </a:solidFill>
                  <a:cs typeface="+mj-cs"/>
                </a:rPr>
                <a:t>alteration in some form by injected.</a:t>
              </a:r>
            </a:p>
          </p:txBody>
        </p:sp>
      </p:grpSp>
      <p:grpSp>
        <p:nvGrpSpPr>
          <p:cNvPr id="17" name="Group 97"/>
          <p:cNvGrpSpPr/>
          <p:nvPr/>
        </p:nvGrpSpPr>
        <p:grpSpPr>
          <a:xfrm>
            <a:off x="4074264" y="3362970"/>
            <a:ext cx="3587220" cy="777944"/>
            <a:chOff x="1436496" y="1256410"/>
            <a:chExt cx="3587220" cy="777944"/>
          </a:xfrm>
        </p:grpSpPr>
        <p:sp>
          <p:nvSpPr>
            <p:cNvPr id="99" name="Text Placeholder 3"/>
            <p:cNvSpPr txBox="1">
              <a:spLocks/>
            </p:cNvSpPr>
            <p:nvPr/>
          </p:nvSpPr>
          <p:spPr>
            <a:xfrm>
              <a:off x="4161300" y="1256410"/>
              <a:ext cx="862416"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3"/>
                  </a:solidFill>
                  <a:effectLst/>
                  <a:uLnTx/>
                  <a:uFillTx/>
                  <a:latin typeface="+mj-lt"/>
                  <a:ea typeface="+mn-ea"/>
                  <a:cs typeface="+mn-cs"/>
                </a:rPr>
                <a:t>Number One</a:t>
              </a:r>
            </a:p>
          </p:txBody>
        </p:sp>
        <p:sp>
          <p:nvSpPr>
            <p:cNvPr id="100" name="Text Placeholder 3"/>
            <p:cNvSpPr txBox="1">
              <a:spLocks/>
            </p:cNvSpPr>
            <p:nvPr/>
          </p:nvSpPr>
          <p:spPr>
            <a:xfrm>
              <a:off x="1436496" y="1418801"/>
              <a:ext cx="3587220"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400">
                <a:spcBef>
                  <a:spcPct val="20000"/>
                </a:spcBef>
                <a:defRPr/>
              </a:pPr>
              <a:r>
                <a:rPr lang="en-US" sz="1000" dirty="0">
                  <a:solidFill>
                    <a:schemeClr val="tx1">
                      <a:lumMod val="50000"/>
                      <a:lumOff val="50000"/>
                    </a:schemeClr>
                  </a:solidFill>
                  <a:cs typeface="+mj-cs"/>
                </a:rPr>
                <a:t>There are many variations of passages but the majority have  suffered of the  </a:t>
              </a:r>
              <a:r>
                <a:rPr lang="en-US" sz="1000" dirty="0">
                  <a:solidFill>
                    <a:schemeClr val="tx1">
                      <a:lumMod val="50000"/>
                      <a:lumOff val="50000"/>
                    </a:schemeClr>
                  </a:solidFill>
                </a:rPr>
                <a:t>There are many variations of passages but the majority of a have  suffered of the alteration in some form by injected </a:t>
              </a:r>
              <a:r>
                <a:rPr lang="en-US" sz="1000" dirty="0">
                  <a:solidFill>
                    <a:schemeClr val="tx1">
                      <a:lumMod val="50000"/>
                      <a:lumOff val="50000"/>
                    </a:schemeClr>
                  </a:solidFill>
                  <a:cs typeface="+mj-cs"/>
                </a:rPr>
                <a:t>alteration in some form by injected.</a:t>
              </a:r>
            </a:p>
          </p:txBody>
        </p:sp>
      </p:grpSp>
      <p:grpSp>
        <p:nvGrpSpPr>
          <p:cNvPr id="18" name="Group 109"/>
          <p:cNvGrpSpPr/>
          <p:nvPr/>
        </p:nvGrpSpPr>
        <p:grpSpPr>
          <a:xfrm>
            <a:off x="762000" y="1275741"/>
            <a:ext cx="990600" cy="990600"/>
            <a:chOff x="762000" y="1275741"/>
            <a:chExt cx="990600" cy="990600"/>
          </a:xfrm>
        </p:grpSpPr>
        <p:sp>
          <p:nvSpPr>
            <p:cNvPr id="111" name="Rectangle 110"/>
            <p:cNvSpPr/>
            <p:nvPr/>
          </p:nvSpPr>
          <p:spPr>
            <a:xfrm>
              <a:off x="762000" y="1275741"/>
              <a:ext cx="990600" cy="990600"/>
            </a:xfrm>
            <a:prstGeom prst="rect">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75"/>
            <p:cNvGrpSpPr/>
            <p:nvPr/>
          </p:nvGrpSpPr>
          <p:grpSpPr>
            <a:xfrm>
              <a:off x="1031007" y="1541717"/>
              <a:ext cx="452586" cy="458648"/>
              <a:chOff x="3036888" y="1909763"/>
              <a:chExt cx="355600" cy="360363"/>
            </a:xfrm>
          </p:grpSpPr>
          <p:sp>
            <p:nvSpPr>
              <p:cNvPr id="113" name="Freeform 112"/>
              <p:cNvSpPr>
                <a:spLocks noEditPoints="1"/>
              </p:cNvSpPr>
              <p:nvPr/>
            </p:nvSpPr>
            <p:spPr bwMode="auto">
              <a:xfrm>
                <a:off x="3036888" y="1909763"/>
                <a:ext cx="355600" cy="360363"/>
              </a:xfrm>
              <a:custGeom>
                <a:avLst/>
                <a:gdLst/>
                <a:ahLst/>
                <a:cxnLst>
                  <a:cxn ang="0">
                    <a:pos x="84" y="0"/>
                  </a:cxn>
                  <a:cxn ang="0">
                    <a:pos x="46" y="38"/>
                  </a:cxn>
                  <a:cxn ang="0">
                    <a:pos x="48" y="52"/>
                  </a:cxn>
                  <a:cxn ang="0">
                    <a:pos x="2" y="99"/>
                  </a:cxn>
                  <a:cxn ang="0">
                    <a:pos x="0" y="103"/>
                  </a:cxn>
                  <a:cxn ang="0">
                    <a:pos x="0" y="115"/>
                  </a:cxn>
                  <a:cxn ang="0">
                    <a:pos x="7" y="123"/>
                  </a:cxn>
                  <a:cxn ang="0">
                    <a:pos x="19" y="123"/>
                  </a:cxn>
                  <a:cxn ang="0">
                    <a:pos x="24" y="120"/>
                  </a:cxn>
                  <a:cxn ang="0">
                    <a:pos x="29" y="115"/>
                  </a:cxn>
                  <a:cxn ang="0">
                    <a:pos x="38" y="115"/>
                  </a:cxn>
                  <a:cxn ang="0">
                    <a:pos x="46" y="107"/>
                  </a:cxn>
                  <a:cxn ang="0">
                    <a:pos x="46" y="100"/>
                  </a:cxn>
                  <a:cxn ang="0">
                    <a:pos x="53" y="100"/>
                  </a:cxn>
                  <a:cxn ang="0">
                    <a:pos x="61" y="92"/>
                  </a:cxn>
                  <a:cxn ang="0">
                    <a:pos x="61" y="83"/>
                  </a:cxn>
                  <a:cxn ang="0">
                    <a:pos x="70" y="74"/>
                  </a:cxn>
                  <a:cxn ang="0">
                    <a:pos x="84" y="77"/>
                  </a:cxn>
                  <a:cxn ang="0">
                    <a:pos x="122" y="38"/>
                  </a:cxn>
                  <a:cxn ang="0">
                    <a:pos x="84" y="0"/>
                  </a:cxn>
                  <a:cxn ang="0">
                    <a:pos x="84" y="69"/>
                  </a:cxn>
                  <a:cxn ang="0">
                    <a:pos x="69" y="65"/>
                  </a:cxn>
                  <a:cxn ang="0">
                    <a:pos x="67" y="66"/>
                  </a:cxn>
                  <a:cxn ang="0">
                    <a:pos x="63" y="70"/>
                  </a:cxn>
                  <a:cxn ang="0">
                    <a:pos x="56" y="77"/>
                  </a:cxn>
                  <a:cxn ang="0">
                    <a:pos x="53" y="83"/>
                  </a:cxn>
                  <a:cxn ang="0">
                    <a:pos x="53" y="92"/>
                  </a:cxn>
                  <a:cxn ang="0">
                    <a:pos x="46" y="92"/>
                  </a:cxn>
                  <a:cxn ang="0">
                    <a:pos x="38" y="100"/>
                  </a:cxn>
                  <a:cxn ang="0">
                    <a:pos x="38" y="107"/>
                  </a:cxn>
                  <a:cxn ang="0">
                    <a:pos x="29" y="107"/>
                  </a:cxn>
                  <a:cxn ang="0">
                    <a:pos x="24" y="109"/>
                  </a:cxn>
                  <a:cxn ang="0">
                    <a:pos x="18" y="115"/>
                  </a:cxn>
                  <a:cxn ang="0">
                    <a:pos x="7" y="115"/>
                  </a:cxn>
                  <a:cxn ang="0">
                    <a:pos x="7" y="104"/>
                  </a:cxn>
                  <a:cxn ang="0">
                    <a:pos x="52" y="59"/>
                  </a:cxn>
                  <a:cxn ang="0">
                    <a:pos x="52" y="59"/>
                  </a:cxn>
                  <a:cxn ang="0">
                    <a:pos x="58" y="54"/>
                  </a:cxn>
                  <a:cxn ang="0">
                    <a:pos x="53" y="38"/>
                  </a:cxn>
                  <a:cxn ang="0">
                    <a:pos x="84" y="7"/>
                  </a:cxn>
                  <a:cxn ang="0">
                    <a:pos x="115" y="38"/>
                  </a:cxn>
                  <a:cxn ang="0">
                    <a:pos x="84" y="69"/>
                  </a:cxn>
                  <a:cxn ang="0">
                    <a:pos x="84" y="69"/>
                  </a:cxn>
                  <a:cxn ang="0">
                    <a:pos x="84" y="69"/>
                  </a:cxn>
                </a:cxnLst>
                <a:rect l="0" t="0" r="r" b="b"/>
                <a:pathLst>
                  <a:path w="122" h="123">
                    <a:moveTo>
                      <a:pt x="84" y="0"/>
                    </a:moveTo>
                    <a:cubicBezTo>
                      <a:pt x="63" y="0"/>
                      <a:pt x="46" y="17"/>
                      <a:pt x="46" y="38"/>
                    </a:cubicBezTo>
                    <a:cubicBezTo>
                      <a:pt x="46" y="43"/>
                      <a:pt x="47" y="48"/>
                      <a:pt x="48" y="52"/>
                    </a:cubicBezTo>
                    <a:cubicBezTo>
                      <a:pt x="2" y="99"/>
                      <a:pt x="2" y="99"/>
                      <a:pt x="2" y="99"/>
                    </a:cubicBezTo>
                    <a:cubicBezTo>
                      <a:pt x="1" y="100"/>
                      <a:pt x="0" y="101"/>
                      <a:pt x="0" y="103"/>
                    </a:cubicBezTo>
                    <a:cubicBezTo>
                      <a:pt x="0" y="115"/>
                      <a:pt x="0" y="115"/>
                      <a:pt x="0" y="115"/>
                    </a:cubicBezTo>
                    <a:cubicBezTo>
                      <a:pt x="0" y="119"/>
                      <a:pt x="3" y="123"/>
                      <a:pt x="7" y="123"/>
                    </a:cubicBezTo>
                    <a:cubicBezTo>
                      <a:pt x="19" y="123"/>
                      <a:pt x="19" y="123"/>
                      <a:pt x="19" y="123"/>
                    </a:cubicBezTo>
                    <a:cubicBezTo>
                      <a:pt x="21" y="123"/>
                      <a:pt x="22" y="122"/>
                      <a:pt x="24" y="120"/>
                    </a:cubicBezTo>
                    <a:cubicBezTo>
                      <a:pt x="29" y="115"/>
                      <a:pt x="29" y="115"/>
                      <a:pt x="29" y="115"/>
                    </a:cubicBezTo>
                    <a:cubicBezTo>
                      <a:pt x="38" y="115"/>
                      <a:pt x="38" y="115"/>
                      <a:pt x="38" y="115"/>
                    </a:cubicBezTo>
                    <a:cubicBezTo>
                      <a:pt x="42" y="115"/>
                      <a:pt x="46" y="111"/>
                      <a:pt x="46" y="107"/>
                    </a:cubicBezTo>
                    <a:cubicBezTo>
                      <a:pt x="46" y="100"/>
                      <a:pt x="46" y="100"/>
                      <a:pt x="46" y="100"/>
                    </a:cubicBezTo>
                    <a:cubicBezTo>
                      <a:pt x="53" y="100"/>
                      <a:pt x="53" y="100"/>
                      <a:pt x="53" y="100"/>
                    </a:cubicBezTo>
                    <a:cubicBezTo>
                      <a:pt x="58" y="100"/>
                      <a:pt x="61" y="96"/>
                      <a:pt x="61" y="92"/>
                    </a:cubicBezTo>
                    <a:cubicBezTo>
                      <a:pt x="61" y="83"/>
                      <a:pt x="61" y="83"/>
                      <a:pt x="61" y="83"/>
                    </a:cubicBezTo>
                    <a:cubicBezTo>
                      <a:pt x="70" y="74"/>
                      <a:pt x="70" y="74"/>
                      <a:pt x="70" y="74"/>
                    </a:cubicBezTo>
                    <a:cubicBezTo>
                      <a:pt x="74" y="76"/>
                      <a:pt x="79" y="77"/>
                      <a:pt x="84" y="77"/>
                    </a:cubicBezTo>
                    <a:cubicBezTo>
                      <a:pt x="105" y="77"/>
                      <a:pt x="122" y="59"/>
                      <a:pt x="122" y="38"/>
                    </a:cubicBezTo>
                    <a:cubicBezTo>
                      <a:pt x="122" y="17"/>
                      <a:pt x="105" y="0"/>
                      <a:pt x="84" y="0"/>
                    </a:cubicBezTo>
                    <a:close/>
                    <a:moveTo>
                      <a:pt x="84" y="69"/>
                    </a:moveTo>
                    <a:cubicBezTo>
                      <a:pt x="78" y="69"/>
                      <a:pt x="73" y="67"/>
                      <a:pt x="69" y="65"/>
                    </a:cubicBezTo>
                    <a:cubicBezTo>
                      <a:pt x="67" y="66"/>
                      <a:pt x="67" y="66"/>
                      <a:pt x="67" y="66"/>
                    </a:cubicBezTo>
                    <a:cubicBezTo>
                      <a:pt x="63" y="70"/>
                      <a:pt x="63" y="70"/>
                      <a:pt x="63" y="70"/>
                    </a:cubicBezTo>
                    <a:cubicBezTo>
                      <a:pt x="56" y="77"/>
                      <a:pt x="56" y="77"/>
                      <a:pt x="56" y="77"/>
                    </a:cubicBezTo>
                    <a:cubicBezTo>
                      <a:pt x="54" y="79"/>
                      <a:pt x="53" y="81"/>
                      <a:pt x="53" y="83"/>
                    </a:cubicBezTo>
                    <a:cubicBezTo>
                      <a:pt x="53" y="92"/>
                      <a:pt x="53" y="92"/>
                      <a:pt x="53" y="92"/>
                    </a:cubicBezTo>
                    <a:cubicBezTo>
                      <a:pt x="46" y="92"/>
                      <a:pt x="46" y="92"/>
                      <a:pt x="46" y="92"/>
                    </a:cubicBezTo>
                    <a:cubicBezTo>
                      <a:pt x="41" y="92"/>
                      <a:pt x="38" y="95"/>
                      <a:pt x="38" y="100"/>
                    </a:cubicBezTo>
                    <a:cubicBezTo>
                      <a:pt x="38" y="107"/>
                      <a:pt x="38" y="107"/>
                      <a:pt x="38" y="107"/>
                    </a:cubicBezTo>
                    <a:cubicBezTo>
                      <a:pt x="29" y="107"/>
                      <a:pt x="29" y="107"/>
                      <a:pt x="29" y="107"/>
                    </a:cubicBezTo>
                    <a:cubicBezTo>
                      <a:pt x="27" y="107"/>
                      <a:pt x="25" y="108"/>
                      <a:pt x="24" y="109"/>
                    </a:cubicBezTo>
                    <a:cubicBezTo>
                      <a:pt x="18" y="115"/>
                      <a:pt x="18" y="115"/>
                      <a:pt x="18" y="115"/>
                    </a:cubicBezTo>
                    <a:cubicBezTo>
                      <a:pt x="7" y="115"/>
                      <a:pt x="7" y="115"/>
                      <a:pt x="7" y="115"/>
                    </a:cubicBezTo>
                    <a:cubicBezTo>
                      <a:pt x="7" y="104"/>
                      <a:pt x="7" y="104"/>
                      <a:pt x="7" y="104"/>
                    </a:cubicBezTo>
                    <a:cubicBezTo>
                      <a:pt x="52" y="59"/>
                      <a:pt x="52" y="59"/>
                      <a:pt x="52" y="59"/>
                    </a:cubicBezTo>
                    <a:cubicBezTo>
                      <a:pt x="52" y="59"/>
                      <a:pt x="52" y="59"/>
                      <a:pt x="52" y="59"/>
                    </a:cubicBezTo>
                    <a:cubicBezTo>
                      <a:pt x="58" y="54"/>
                      <a:pt x="58" y="54"/>
                      <a:pt x="58" y="54"/>
                    </a:cubicBezTo>
                    <a:cubicBezTo>
                      <a:pt x="55" y="49"/>
                      <a:pt x="53" y="44"/>
                      <a:pt x="53" y="38"/>
                    </a:cubicBezTo>
                    <a:cubicBezTo>
                      <a:pt x="53" y="21"/>
                      <a:pt x="67" y="7"/>
                      <a:pt x="84" y="7"/>
                    </a:cubicBezTo>
                    <a:cubicBezTo>
                      <a:pt x="101" y="7"/>
                      <a:pt x="115" y="21"/>
                      <a:pt x="115" y="38"/>
                    </a:cubicBezTo>
                    <a:cubicBezTo>
                      <a:pt x="115" y="55"/>
                      <a:pt x="101" y="69"/>
                      <a:pt x="84" y="69"/>
                    </a:cubicBezTo>
                    <a:close/>
                    <a:moveTo>
                      <a:pt x="84" y="69"/>
                    </a:moveTo>
                    <a:cubicBezTo>
                      <a:pt x="84" y="69"/>
                      <a:pt x="84" y="69"/>
                      <a:pt x="84" y="69"/>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3"/>
              <p:cNvSpPr>
                <a:spLocks noEditPoints="1"/>
              </p:cNvSpPr>
              <p:nvPr/>
            </p:nvSpPr>
            <p:spPr bwMode="auto">
              <a:xfrm>
                <a:off x="3259138" y="1952626"/>
                <a:ext cx="90488" cy="92075"/>
              </a:xfrm>
              <a:custGeom>
                <a:avLst/>
                <a:gdLst/>
                <a:ahLst/>
                <a:cxnLst>
                  <a:cxn ang="0">
                    <a:pos x="30" y="16"/>
                  </a:cxn>
                  <a:cxn ang="0">
                    <a:pos x="15" y="1"/>
                  </a:cxn>
                  <a:cxn ang="0">
                    <a:pos x="11" y="0"/>
                  </a:cxn>
                  <a:cxn ang="0">
                    <a:pos x="1" y="11"/>
                  </a:cxn>
                  <a:cxn ang="0">
                    <a:pos x="0" y="12"/>
                  </a:cxn>
                  <a:cxn ang="0">
                    <a:pos x="1" y="15"/>
                  </a:cxn>
                  <a:cxn ang="0">
                    <a:pos x="17" y="30"/>
                  </a:cxn>
                  <a:cxn ang="0">
                    <a:pos x="20" y="31"/>
                  </a:cxn>
                  <a:cxn ang="0">
                    <a:pos x="31" y="20"/>
                  </a:cxn>
                  <a:cxn ang="0">
                    <a:pos x="31" y="19"/>
                  </a:cxn>
                  <a:cxn ang="0">
                    <a:pos x="30" y="16"/>
                  </a:cxn>
                  <a:cxn ang="0">
                    <a:pos x="19" y="27"/>
                  </a:cxn>
                  <a:cxn ang="0">
                    <a:pos x="4" y="13"/>
                  </a:cxn>
                  <a:cxn ang="0">
                    <a:pos x="13" y="4"/>
                  </a:cxn>
                  <a:cxn ang="0">
                    <a:pos x="27" y="19"/>
                  </a:cxn>
                  <a:cxn ang="0">
                    <a:pos x="19" y="27"/>
                  </a:cxn>
                  <a:cxn ang="0">
                    <a:pos x="19" y="27"/>
                  </a:cxn>
                  <a:cxn ang="0">
                    <a:pos x="19" y="27"/>
                  </a:cxn>
                </a:cxnLst>
                <a:rect l="0" t="0" r="r" b="b"/>
                <a:pathLst>
                  <a:path w="31" h="31">
                    <a:moveTo>
                      <a:pt x="30" y="16"/>
                    </a:moveTo>
                    <a:cubicBezTo>
                      <a:pt x="26" y="10"/>
                      <a:pt x="21" y="5"/>
                      <a:pt x="15" y="1"/>
                    </a:cubicBezTo>
                    <a:cubicBezTo>
                      <a:pt x="14" y="0"/>
                      <a:pt x="13" y="0"/>
                      <a:pt x="11" y="0"/>
                    </a:cubicBezTo>
                    <a:cubicBezTo>
                      <a:pt x="6" y="2"/>
                      <a:pt x="2" y="6"/>
                      <a:pt x="1" y="11"/>
                    </a:cubicBezTo>
                    <a:cubicBezTo>
                      <a:pt x="0" y="12"/>
                      <a:pt x="0" y="12"/>
                      <a:pt x="0" y="12"/>
                    </a:cubicBezTo>
                    <a:cubicBezTo>
                      <a:pt x="0" y="13"/>
                      <a:pt x="1" y="14"/>
                      <a:pt x="1" y="15"/>
                    </a:cubicBezTo>
                    <a:cubicBezTo>
                      <a:pt x="5" y="21"/>
                      <a:pt x="11" y="26"/>
                      <a:pt x="17" y="30"/>
                    </a:cubicBezTo>
                    <a:cubicBezTo>
                      <a:pt x="18" y="31"/>
                      <a:pt x="19" y="31"/>
                      <a:pt x="20" y="31"/>
                    </a:cubicBezTo>
                    <a:cubicBezTo>
                      <a:pt x="25" y="29"/>
                      <a:pt x="29" y="25"/>
                      <a:pt x="31" y="20"/>
                    </a:cubicBezTo>
                    <a:cubicBezTo>
                      <a:pt x="31" y="19"/>
                      <a:pt x="31" y="19"/>
                      <a:pt x="31" y="19"/>
                    </a:cubicBezTo>
                    <a:cubicBezTo>
                      <a:pt x="31" y="18"/>
                      <a:pt x="31" y="17"/>
                      <a:pt x="30" y="16"/>
                    </a:cubicBezTo>
                    <a:close/>
                    <a:moveTo>
                      <a:pt x="19" y="27"/>
                    </a:moveTo>
                    <a:cubicBezTo>
                      <a:pt x="13" y="23"/>
                      <a:pt x="8" y="18"/>
                      <a:pt x="4" y="13"/>
                    </a:cubicBezTo>
                    <a:cubicBezTo>
                      <a:pt x="6" y="8"/>
                      <a:pt x="8" y="6"/>
                      <a:pt x="13" y="4"/>
                    </a:cubicBezTo>
                    <a:cubicBezTo>
                      <a:pt x="18" y="8"/>
                      <a:pt x="23" y="13"/>
                      <a:pt x="27" y="19"/>
                    </a:cubicBezTo>
                    <a:cubicBezTo>
                      <a:pt x="26" y="23"/>
                      <a:pt x="23" y="26"/>
                      <a:pt x="19" y="27"/>
                    </a:cubicBezTo>
                    <a:close/>
                    <a:moveTo>
                      <a:pt x="19" y="27"/>
                    </a:moveTo>
                    <a:cubicBezTo>
                      <a:pt x="19" y="27"/>
                      <a:pt x="19" y="27"/>
                      <a:pt x="19" y="27"/>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Effect transition="in" filter="fade">
                                      <p:cBhvr>
                                        <p:cTn id="9" dur="500"/>
                                        <p:tgtEl>
                                          <p:spTgt spid="18"/>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500" fill="hold"/>
                                        <p:tgtEl>
                                          <p:spTgt spid="11"/>
                                        </p:tgtEl>
                                        <p:attrNameLst>
                                          <p:attrName>ppt_w</p:attrName>
                                        </p:attrNameLst>
                                      </p:cBhvr>
                                      <p:tavLst>
                                        <p:tav tm="0">
                                          <p:val>
                                            <p:fltVal val="0"/>
                                          </p:val>
                                        </p:tav>
                                        <p:tav tm="100000">
                                          <p:val>
                                            <p:strVal val="#ppt_w"/>
                                          </p:val>
                                        </p:tav>
                                      </p:tavLst>
                                    </p:anim>
                                    <p:anim calcmode="lin" valueType="num">
                                      <p:cBhvr>
                                        <p:cTn id="20" dur="500" fill="hold"/>
                                        <p:tgtEl>
                                          <p:spTgt spid="11"/>
                                        </p:tgtEl>
                                        <p:attrNameLst>
                                          <p:attrName>ppt_h</p:attrName>
                                        </p:attrNameLst>
                                      </p:cBhvr>
                                      <p:tavLst>
                                        <p:tav tm="0">
                                          <p:val>
                                            <p:fltVal val="0"/>
                                          </p:val>
                                        </p:tav>
                                        <p:tav tm="100000">
                                          <p:val>
                                            <p:strVal val="#ppt_h"/>
                                          </p:val>
                                        </p:tav>
                                      </p:tavLst>
                                    </p:anim>
                                    <p:animEffect transition="in" filter="fade">
                                      <p:cBhvr>
                                        <p:cTn id="21" dur="500"/>
                                        <p:tgtEl>
                                          <p:spTgt spid="11"/>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p:cTn id="25" dur="500" fill="hold"/>
                                        <p:tgtEl>
                                          <p:spTgt spid="3"/>
                                        </p:tgtEl>
                                        <p:attrNameLst>
                                          <p:attrName>ppt_w</p:attrName>
                                        </p:attrNameLst>
                                      </p:cBhvr>
                                      <p:tavLst>
                                        <p:tav tm="0">
                                          <p:val>
                                            <p:fltVal val="0"/>
                                          </p:val>
                                        </p:tav>
                                        <p:tav tm="100000">
                                          <p:val>
                                            <p:strVal val="#ppt_w"/>
                                          </p:val>
                                        </p:tav>
                                      </p:tavLst>
                                    </p:anim>
                                    <p:anim calcmode="lin" valueType="num">
                                      <p:cBhvr>
                                        <p:cTn id="26" dur="500" fill="hold"/>
                                        <p:tgtEl>
                                          <p:spTgt spid="3"/>
                                        </p:tgtEl>
                                        <p:attrNameLst>
                                          <p:attrName>ppt_h</p:attrName>
                                        </p:attrNameLst>
                                      </p:cBhvr>
                                      <p:tavLst>
                                        <p:tav tm="0">
                                          <p:val>
                                            <p:fltVal val="0"/>
                                          </p:val>
                                        </p:tav>
                                        <p:tav tm="100000">
                                          <p:val>
                                            <p:strVal val="#ppt_h"/>
                                          </p:val>
                                        </p:tav>
                                      </p:tavLst>
                                    </p:anim>
                                    <p:animEffect transition="in" filter="fade">
                                      <p:cBhvr>
                                        <p:cTn id="27" dur="500"/>
                                        <p:tgtEl>
                                          <p:spTgt spid="3"/>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animEffect transition="in" filter="fade">
                                      <p:cBhvr>
                                        <p:cTn id="33" dur="500"/>
                                        <p:tgtEl>
                                          <p:spTgt spid="5"/>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Effect transition="in" filter="fade">
                                      <p:cBhvr>
                                        <p:cTn id="39" dur="500"/>
                                        <p:tgtEl>
                                          <p:spTgt spid="8"/>
                                        </p:tgtEl>
                                      </p:cBhvr>
                                    </p:animEffect>
                                  </p:childTnLst>
                                </p:cTn>
                              </p:par>
                            </p:childTnLst>
                          </p:cTn>
                        </p:par>
                        <p:par>
                          <p:cTn id="40" fill="hold">
                            <p:stCondLst>
                              <p:cond delay="3000"/>
                            </p:stCondLst>
                            <p:childTnLst>
                              <p:par>
                                <p:cTn id="41" presetID="53" presetClass="entr" presetSubtype="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500" fill="hold"/>
                                        <p:tgtEl>
                                          <p:spTgt spid="6"/>
                                        </p:tgtEl>
                                        <p:attrNameLst>
                                          <p:attrName>ppt_w</p:attrName>
                                        </p:attrNameLst>
                                      </p:cBhvr>
                                      <p:tavLst>
                                        <p:tav tm="0">
                                          <p:val>
                                            <p:fltVal val="0"/>
                                          </p:val>
                                        </p:tav>
                                        <p:tav tm="100000">
                                          <p:val>
                                            <p:strVal val="#ppt_w"/>
                                          </p:val>
                                        </p:tav>
                                      </p:tavLst>
                                    </p:anim>
                                    <p:anim calcmode="lin" valueType="num">
                                      <p:cBhvr>
                                        <p:cTn id="44" dur="500" fill="hold"/>
                                        <p:tgtEl>
                                          <p:spTgt spid="6"/>
                                        </p:tgtEl>
                                        <p:attrNameLst>
                                          <p:attrName>ppt_h</p:attrName>
                                        </p:attrNameLst>
                                      </p:cBhvr>
                                      <p:tavLst>
                                        <p:tav tm="0">
                                          <p:val>
                                            <p:fltVal val="0"/>
                                          </p:val>
                                        </p:tav>
                                        <p:tav tm="100000">
                                          <p:val>
                                            <p:strVal val="#ppt_h"/>
                                          </p:val>
                                        </p:tav>
                                      </p:tavLst>
                                    </p:anim>
                                    <p:animEffect transition="in" filter="fade">
                                      <p:cBhvr>
                                        <p:cTn id="45" dur="500"/>
                                        <p:tgtEl>
                                          <p:spTgt spid="6"/>
                                        </p:tgtEl>
                                      </p:cBhvr>
                                    </p:animEffect>
                                  </p:childTnLst>
                                </p:cTn>
                              </p:par>
                            </p:childTnLst>
                          </p:cTn>
                        </p:par>
                        <p:par>
                          <p:cTn id="46" fill="hold">
                            <p:stCondLst>
                              <p:cond delay="3500"/>
                            </p:stCondLst>
                            <p:childTnLst>
                              <p:par>
                                <p:cTn id="47" presetID="53" presetClass="entr" presetSubtype="0" fill="hold" nodeType="afterEffect">
                                  <p:stCondLst>
                                    <p:cond delay="0"/>
                                  </p:stCondLst>
                                  <p:childTnLst>
                                    <p:set>
                                      <p:cBhvr>
                                        <p:cTn id="48" dur="1" fill="hold">
                                          <p:stCondLst>
                                            <p:cond delay="0"/>
                                          </p:stCondLst>
                                        </p:cTn>
                                        <p:tgtEl>
                                          <p:spTgt spid="4"/>
                                        </p:tgtEl>
                                        <p:attrNameLst>
                                          <p:attrName>style.visibility</p:attrName>
                                        </p:attrNameLst>
                                      </p:cBhvr>
                                      <p:to>
                                        <p:strVal val="visible"/>
                                      </p:to>
                                    </p:set>
                                    <p:anim calcmode="lin" valueType="num">
                                      <p:cBhvr>
                                        <p:cTn id="49" dur="500" fill="hold"/>
                                        <p:tgtEl>
                                          <p:spTgt spid="4"/>
                                        </p:tgtEl>
                                        <p:attrNameLst>
                                          <p:attrName>ppt_w</p:attrName>
                                        </p:attrNameLst>
                                      </p:cBhvr>
                                      <p:tavLst>
                                        <p:tav tm="0">
                                          <p:val>
                                            <p:fltVal val="0"/>
                                          </p:val>
                                        </p:tav>
                                        <p:tav tm="100000">
                                          <p:val>
                                            <p:strVal val="#ppt_w"/>
                                          </p:val>
                                        </p:tav>
                                      </p:tavLst>
                                    </p:anim>
                                    <p:anim calcmode="lin" valueType="num">
                                      <p:cBhvr>
                                        <p:cTn id="50" dur="500" fill="hold"/>
                                        <p:tgtEl>
                                          <p:spTgt spid="4"/>
                                        </p:tgtEl>
                                        <p:attrNameLst>
                                          <p:attrName>ppt_h</p:attrName>
                                        </p:attrNameLst>
                                      </p:cBhvr>
                                      <p:tavLst>
                                        <p:tav tm="0">
                                          <p:val>
                                            <p:fltVal val="0"/>
                                          </p:val>
                                        </p:tav>
                                        <p:tav tm="100000">
                                          <p:val>
                                            <p:strVal val="#ppt_h"/>
                                          </p:val>
                                        </p:tav>
                                      </p:tavLst>
                                    </p:anim>
                                    <p:animEffect transition="in" filter="fade">
                                      <p:cBhvr>
                                        <p:cTn id="51" dur="500"/>
                                        <p:tgtEl>
                                          <p:spTgt spid="4"/>
                                        </p:tgtEl>
                                      </p:cBhvr>
                                    </p:animEffect>
                                  </p:childTnLst>
                                </p:cTn>
                              </p:par>
                              <p:par>
                                <p:cTn id="52" presetID="53" presetClass="entr" presetSubtype="0" fill="hold" nodeType="withEffect">
                                  <p:stCondLst>
                                    <p:cond delay="0"/>
                                  </p:stCondLst>
                                  <p:childTnLst>
                                    <p:set>
                                      <p:cBhvr>
                                        <p:cTn id="53" dur="1" fill="hold">
                                          <p:stCondLst>
                                            <p:cond delay="0"/>
                                          </p:stCondLst>
                                        </p:cTn>
                                        <p:tgtEl>
                                          <p:spTgt spid="7"/>
                                        </p:tgtEl>
                                        <p:attrNameLst>
                                          <p:attrName>style.visibility</p:attrName>
                                        </p:attrNameLst>
                                      </p:cBhvr>
                                      <p:to>
                                        <p:strVal val="visible"/>
                                      </p:to>
                                    </p:set>
                                    <p:anim calcmode="lin" valueType="num">
                                      <p:cBhvr>
                                        <p:cTn id="54" dur="500" fill="hold"/>
                                        <p:tgtEl>
                                          <p:spTgt spid="7"/>
                                        </p:tgtEl>
                                        <p:attrNameLst>
                                          <p:attrName>ppt_w</p:attrName>
                                        </p:attrNameLst>
                                      </p:cBhvr>
                                      <p:tavLst>
                                        <p:tav tm="0">
                                          <p:val>
                                            <p:fltVal val="0"/>
                                          </p:val>
                                        </p:tav>
                                        <p:tav tm="100000">
                                          <p:val>
                                            <p:strVal val="#ppt_w"/>
                                          </p:val>
                                        </p:tav>
                                      </p:tavLst>
                                    </p:anim>
                                    <p:anim calcmode="lin" valueType="num">
                                      <p:cBhvr>
                                        <p:cTn id="55" dur="500" fill="hold"/>
                                        <p:tgtEl>
                                          <p:spTgt spid="7"/>
                                        </p:tgtEl>
                                        <p:attrNameLst>
                                          <p:attrName>ppt_h</p:attrName>
                                        </p:attrNameLst>
                                      </p:cBhvr>
                                      <p:tavLst>
                                        <p:tav tm="0">
                                          <p:val>
                                            <p:fltVal val="0"/>
                                          </p:val>
                                        </p:tav>
                                        <p:tav tm="100000">
                                          <p:val>
                                            <p:strVal val="#ppt_h"/>
                                          </p:val>
                                        </p:tav>
                                      </p:tavLst>
                                    </p:anim>
                                    <p:animEffect transition="in" filter="fade">
                                      <p:cBhvr>
                                        <p:cTn id="56" dur="500"/>
                                        <p:tgtEl>
                                          <p:spTgt spid="7"/>
                                        </p:tgtEl>
                                      </p:cBhvr>
                                    </p:animEffect>
                                  </p:childTnLst>
                                </p:cTn>
                              </p:par>
                            </p:childTnLst>
                          </p:cTn>
                        </p:par>
                        <p:par>
                          <p:cTn id="57" fill="hold">
                            <p:stCondLst>
                              <p:cond delay="4000"/>
                            </p:stCondLst>
                            <p:childTnLst>
                              <p:par>
                                <p:cTn id="58" presetID="53" presetClass="entr" presetSubtype="0" fill="hold" nodeType="afterEffect">
                                  <p:stCondLst>
                                    <p:cond delay="0"/>
                                  </p:stCondLst>
                                  <p:childTnLst>
                                    <p:set>
                                      <p:cBhvr>
                                        <p:cTn id="59" dur="1" fill="hold">
                                          <p:stCondLst>
                                            <p:cond delay="0"/>
                                          </p:stCondLst>
                                        </p:cTn>
                                        <p:tgtEl>
                                          <p:spTgt spid="13"/>
                                        </p:tgtEl>
                                        <p:attrNameLst>
                                          <p:attrName>style.visibility</p:attrName>
                                        </p:attrNameLst>
                                      </p:cBhvr>
                                      <p:to>
                                        <p:strVal val="visible"/>
                                      </p:to>
                                    </p:set>
                                    <p:anim calcmode="lin" valueType="num">
                                      <p:cBhvr>
                                        <p:cTn id="60" dur="500" fill="hold"/>
                                        <p:tgtEl>
                                          <p:spTgt spid="13"/>
                                        </p:tgtEl>
                                        <p:attrNameLst>
                                          <p:attrName>ppt_w</p:attrName>
                                        </p:attrNameLst>
                                      </p:cBhvr>
                                      <p:tavLst>
                                        <p:tav tm="0">
                                          <p:val>
                                            <p:fltVal val="0"/>
                                          </p:val>
                                        </p:tav>
                                        <p:tav tm="100000">
                                          <p:val>
                                            <p:strVal val="#ppt_w"/>
                                          </p:val>
                                        </p:tav>
                                      </p:tavLst>
                                    </p:anim>
                                    <p:anim calcmode="lin" valueType="num">
                                      <p:cBhvr>
                                        <p:cTn id="61" dur="500" fill="hold"/>
                                        <p:tgtEl>
                                          <p:spTgt spid="13"/>
                                        </p:tgtEl>
                                        <p:attrNameLst>
                                          <p:attrName>ppt_h</p:attrName>
                                        </p:attrNameLst>
                                      </p:cBhvr>
                                      <p:tavLst>
                                        <p:tav tm="0">
                                          <p:val>
                                            <p:fltVal val="0"/>
                                          </p:val>
                                        </p:tav>
                                        <p:tav tm="100000">
                                          <p:val>
                                            <p:strVal val="#ppt_h"/>
                                          </p:val>
                                        </p:tav>
                                      </p:tavLst>
                                    </p:anim>
                                    <p:animEffect transition="in" filter="fade">
                                      <p:cBhvr>
                                        <p:cTn id="62" dur="500"/>
                                        <p:tgtEl>
                                          <p:spTgt spid="13"/>
                                        </p:tgtEl>
                                      </p:cBhvr>
                                    </p:animEffect>
                                  </p:childTnLst>
                                </p:cTn>
                              </p:par>
                              <p:par>
                                <p:cTn id="63" presetID="2" presetClass="entr" presetSubtype="4" accel="50000" decel="50000" fill="hold" nodeType="with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additive="base">
                                        <p:cTn id="65" dur="500" fill="hold"/>
                                        <p:tgtEl>
                                          <p:spTgt spid="2"/>
                                        </p:tgtEl>
                                        <p:attrNameLst>
                                          <p:attrName>ppt_x</p:attrName>
                                        </p:attrNameLst>
                                      </p:cBhvr>
                                      <p:tavLst>
                                        <p:tav tm="0">
                                          <p:val>
                                            <p:strVal val="#ppt_x"/>
                                          </p:val>
                                        </p:tav>
                                        <p:tav tm="100000">
                                          <p:val>
                                            <p:strVal val="#ppt_x"/>
                                          </p:val>
                                        </p:tav>
                                      </p:tavLst>
                                    </p:anim>
                                    <p:anim calcmode="lin" valueType="num">
                                      <p:cBhvr additive="base">
                                        <p:cTn id="66" dur="500" fill="hold"/>
                                        <p:tgtEl>
                                          <p:spTgt spid="2"/>
                                        </p:tgtEl>
                                        <p:attrNameLst>
                                          <p:attrName>ppt_y</p:attrName>
                                        </p:attrNameLst>
                                      </p:cBhvr>
                                      <p:tavLst>
                                        <p:tav tm="0">
                                          <p:val>
                                            <p:strVal val="1+#ppt_h/2"/>
                                          </p:val>
                                        </p:tav>
                                        <p:tav tm="100000">
                                          <p:val>
                                            <p:strVal val="#ppt_y"/>
                                          </p:val>
                                        </p:tav>
                                      </p:tavLst>
                                    </p:anim>
                                  </p:childTnLst>
                                </p:cTn>
                              </p:par>
                            </p:childTnLst>
                          </p:cTn>
                        </p:par>
                        <p:par>
                          <p:cTn id="67" fill="hold">
                            <p:stCondLst>
                              <p:cond delay="4500"/>
                            </p:stCondLst>
                            <p:childTnLst>
                              <p:par>
                                <p:cTn id="68" presetID="53" presetClass="entr" presetSubtype="0" fill="hold" nodeType="afterEffect">
                                  <p:stCondLst>
                                    <p:cond delay="0"/>
                                  </p:stCondLst>
                                  <p:childTnLst>
                                    <p:set>
                                      <p:cBhvr>
                                        <p:cTn id="69" dur="1" fill="hold">
                                          <p:stCondLst>
                                            <p:cond delay="0"/>
                                          </p:stCondLst>
                                        </p:cTn>
                                        <p:tgtEl>
                                          <p:spTgt spid="14"/>
                                        </p:tgtEl>
                                        <p:attrNameLst>
                                          <p:attrName>style.visibility</p:attrName>
                                        </p:attrNameLst>
                                      </p:cBhvr>
                                      <p:to>
                                        <p:strVal val="visible"/>
                                      </p:to>
                                    </p:set>
                                    <p:anim calcmode="lin" valueType="num">
                                      <p:cBhvr>
                                        <p:cTn id="70" dur="500" fill="hold"/>
                                        <p:tgtEl>
                                          <p:spTgt spid="14"/>
                                        </p:tgtEl>
                                        <p:attrNameLst>
                                          <p:attrName>ppt_w</p:attrName>
                                        </p:attrNameLst>
                                      </p:cBhvr>
                                      <p:tavLst>
                                        <p:tav tm="0">
                                          <p:val>
                                            <p:fltVal val="0"/>
                                          </p:val>
                                        </p:tav>
                                        <p:tav tm="100000">
                                          <p:val>
                                            <p:strVal val="#ppt_w"/>
                                          </p:val>
                                        </p:tav>
                                      </p:tavLst>
                                    </p:anim>
                                    <p:anim calcmode="lin" valueType="num">
                                      <p:cBhvr>
                                        <p:cTn id="71" dur="500" fill="hold"/>
                                        <p:tgtEl>
                                          <p:spTgt spid="14"/>
                                        </p:tgtEl>
                                        <p:attrNameLst>
                                          <p:attrName>ppt_h</p:attrName>
                                        </p:attrNameLst>
                                      </p:cBhvr>
                                      <p:tavLst>
                                        <p:tav tm="0">
                                          <p:val>
                                            <p:fltVal val="0"/>
                                          </p:val>
                                        </p:tav>
                                        <p:tav tm="100000">
                                          <p:val>
                                            <p:strVal val="#ppt_h"/>
                                          </p:val>
                                        </p:tav>
                                      </p:tavLst>
                                    </p:anim>
                                    <p:animEffect transition="in" filter="fade">
                                      <p:cBhvr>
                                        <p:cTn id="72" dur="500"/>
                                        <p:tgtEl>
                                          <p:spTgt spid="14"/>
                                        </p:tgtEl>
                                      </p:cBhvr>
                                    </p:animEffect>
                                  </p:childTnLst>
                                </p:cTn>
                              </p:par>
                              <p:par>
                                <p:cTn id="73" presetID="2" presetClass="entr" presetSubtype="4" accel="50000" decel="50000" fill="hold" nodeType="withEffect">
                                  <p:stCondLst>
                                    <p:cond delay="0"/>
                                  </p:stCondLst>
                                  <p:childTnLst>
                                    <p:set>
                                      <p:cBhvr>
                                        <p:cTn id="74" dur="1" fill="hold">
                                          <p:stCondLst>
                                            <p:cond delay="0"/>
                                          </p:stCondLst>
                                        </p:cTn>
                                        <p:tgtEl>
                                          <p:spTgt spid="16"/>
                                        </p:tgtEl>
                                        <p:attrNameLst>
                                          <p:attrName>style.visibility</p:attrName>
                                        </p:attrNameLst>
                                      </p:cBhvr>
                                      <p:to>
                                        <p:strVal val="visible"/>
                                      </p:to>
                                    </p:set>
                                    <p:anim calcmode="lin" valueType="num">
                                      <p:cBhvr additive="base">
                                        <p:cTn id="75" dur="500" fill="hold"/>
                                        <p:tgtEl>
                                          <p:spTgt spid="16"/>
                                        </p:tgtEl>
                                        <p:attrNameLst>
                                          <p:attrName>ppt_x</p:attrName>
                                        </p:attrNameLst>
                                      </p:cBhvr>
                                      <p:tavLst>
                                        <p:tav tm="0">
                                          <p:val>
                                            <p:strVal val="#ppt_x"/>
                                          </p:val>
                                        </p:tav>
                                        <p:tav tm="100000">
                                          <p:val>
                                            <p:strVal val="#ppt_x"/>
                                          </p:val>
                                        </p:tav>
                                      </p:tavLst>
                                    </p:anim>
                                    <p:anim calcmode="lin" valueType="num">
                                      <p:cBhvr additive="base">
                                        <p:cTn id="76" dur="500" fill="hold"/>
                                        <p:tgtEl>
                                          <p:spTgt spid="16"/>
                                        </p:tgtEl>
                                        <p:attrNameLst>
                                          <p:attrName>ppt_y</p:attrName>
                                        </p:attrNameLst>
                                      </p:cBhvr>
                                      <p:tavLst>
                                        <p:tav tm="0">
                                          <p:val>
                                            <p:strVal val="1+#ppt_h/2"/>
                                          </p:val>
                                        </p:tav>
                                        <p:tav tm="100000">
                                          <p:val>
                                            <p:strVal val="#ppt_y"/>
                                          </p:val>
                                        </p:tav>
                                      </p:tavLst>
                                    </p:anim>
                                  </p:childTnLst>
                                </p:cTn>
                              </p:par>
                            </p:childTnLst>
                          </p:cTn>
                        </p:par>
                        <p:par>
                          <p:cTn id="77" fill="hold">
                            <p:stCondLst>
                              <p:cond delay="5000"/>
                            </p:stCondLst>
                            <p:childTnLst>
                              <p:par>
                                <p:cTn id="78" presetID="53" presetClass="entr" presetSubtype="0" fill="hold" nodeType="afterEffect">
                                  <p:stCondLst>
                                    <p:cond delay="0"/>
                                  </p:stCondLst>
                                  <p:childTnLst>
                                    <p:set>
                                      <p:cBhvr>
                                        <p:cTn id="79" dur="1" fill="hold">
                                          <p:stCondLst>
                                            <p:cond delay="0"/>
                                          </p:stCondLst>
                                        </p:cTn>
                                        <p:tgtEl>
                                          <p:spTgt spid="15"/>
                                        </p:tgtEl>
                                        <p:attrNameLst>
                                          <p:attrName>style.visibility</p:attrName>
                                        </p:attrNameLst>
                                      </p:cBhvr>
                                      <p:to>
                                        <p:strVal val="visible"/>
                                      </p:to>
                                    </p:set>
                                    <p:anim calcmode="lin" valueType="num">
                                      <p:cBhvr>
                                        <p:cTn id="80" dur="500" fill="hold"/>
                                        <p:tgtEl>
                                          <p:spTgt spid="15"/>
                                        </p:tgtEl>
                                        <p:attrNameLst>
                                          <p:attrName>ppt_w</p:attrName>
                                        </p:attrNameLst>
                                      </p:cBhvr>
                                      <p:tavLst>
                                        <p:tav tm="0">
                                          <p:val>
                                            <p:fltVal val="0"/>
                                          </p:val>
                                        </p:tav>
                                        <p:tav tm="100000">
                                          <p:val>
                                            <p:strVal val="#ppt_w"/>
                                          </p:val>
                                        </p:tav>
                                      </p:tavLst>
                                    </p:anim>
                                    <p:anim calcmode="lin" valueType="num">
                                      <p:cBhvr>
                                        <p:cTn id="81" dur="500" fill="hold"/>
                                        <p:tgtEl>
                                          <p:spTgt spid="15"/>
                                        </p:tgtEl>
                                        <p:attrNameLst>
                                          <p:attrName>ppt_h</p:attrName>
                                        </p:attrNameLst>
                                      </p:cBhvr>
                                      <p:tavLst>
                                        <p:tav tm="0">
                                          <p:val>
                                            <p:fltVal val="0"/>
                                          </p:val>
                                        </p:tav>
                                        <p:tav tm="100000">
                                          <p:val>
                                            <p:strVal val="#ppt_h"/>
                                          </p:val>
                                        </p:tav>
                                      </p:tavLst>
                                    </p:anim>
                                    <p:animEffect transition="in" filter="fade">
                                      <p:cBhvr>
                                        <p:cTn id="82" dur="500"/>
                                        <p:tgtEl>
                                          <p:spTgt spid="15"/>
                                        </p:tgtEl>
                                      </p:cBhvr>
                                    </p:animEffect>
                                  </p:childTnLst>
                                </p:cTn>
                              </p:par>
                              <p:par>
                                <p:cTn id="83" presetID="2" presetClass="entr" presetSubtype="4" accel="50000" decel="50000" fill="hold"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500" fill="hold"/>
                                        <p:tgtEl>
                                          <p:spTgt spid="17"/>
                                        </p:tgtEl>
                                        <p:attrNameLst>
                                          <p:attrName>ppt_x</p:attrName>
                                        </p:attrNameLst>
                                      </p:cBhvr>
                                      <p:tavLst>
                                        <p:tav tm="0">
                                          <p:val>
                                            <p:strVal val="#ppt_x"/>
                                          </p:val>
                                        </p:tav>
                                        <p:tav tm="100000">
                                          <p:val>
                                            <p:strVal val="#ppt_x"/>
                                          </p:val>
                                        </p:tav>
                                      </p:tavLst>
                                    </p:anim>
                                    <p:anim calcmode="lin" valueType="num">
                                      <p:cBhvr additive="base">
                                        <p:cTn id="8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Plan Infographic</a:t>
            </a:r>
            <a:endParaRPr lang="en-US" dirty="0"/>
          </a:p>
        </p:txBody>
      </p:sp>
      <p:sp>
        <p:nvSpPr>
          <p:cNvPr id="8" name="Text Placeholder 7"/>
          <p:cNvSpPr>
            <a:spLocks noGrp="1"/>
          </p:cNvSpPr>
          <p:nvPr>
            <p:ph type="body" sz="half" idx="2"/>
          </p:nvPr>
        </p:nvSpPr>
        <p:spPr/>
        <p:txBody>
          <a:bodyPr/>
          <a:lstStyle/>
          <a:p>
            <a:r>
              <a:rPr lang="en-US"/>
              <a:t>Plan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61</a:t>
            </a:fld>
            <a:endParaRPr lang="en-US" dirty="0"/>
          </a:p>
        </p:txBody>
      </p:sp>
      <p:grpSp>
        <p:nvGrpSpPr>
          <p:cNvPr id="2" name="Group 127"/>
          <p:cNvGrpSpPr/>
          <p:nvPr/>
        </p:nvGrpSpPr>
        <p:grpSpPr>
          <a:xfrm>
            <a:off x="4693120" y="3144009"/>
            <a:ext cx="3437041" cy="1618721"/>
            <a:chOff x="4693120" y="3187189"/>
            <a:chExt cx="3437041" cy="1618721"/>
          </a:xfrm>
        </p:grpSpPr>
        <p:sp>
          <p:nvSpPr>
            <p:cNvPr id="111" name="Round Diagonal Corner Rectangle 110"/>
            <p:cNvSpPr/>
            <p:nvPr/>
          </p:nvSpPr>
          <p:spPr>
            <a:xfrm flipH="1" flipV="1">
              <a:off x="4693120" y="3230599"/>
              <a:ext cx="3437041" cy="1575311"/>
            </a:xfrm>
            <a:prstGeom prst="round2DiagRect">
              <a:avLst>
                <a:gd name="adj1" fmla="val 9472"/>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Round Diagonal Corner Rectangle 94"/>
            <p:cNvSpPr/>
            <p:nvPr/>
          </p:nvSpPr>
          <p:spPr>
            <a:xfrm flipH="1" flipV="1">
              <a:off x="4693120" y="3187189"/>
              <a:ext cx="3437041" cy="1575311"/>
            </a:xfrm>
            <a:prstGeom prst="round2DiagRect">
              <a:avLst>
                <a:gd name="adj1" fmla="val 9472"/>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Up Arrow 95"/>
          <p:cNvSpPr/>
          <p:nvPr/>
        </p:nvSpPr>
        <p:spPr>
          <a:xfrm rot="18900000" flipH="1" flipV="1">
            <a:off x="5260213" y="3566178"/>
            <a:ext cx="642922" cy="614356"/>
          </a:xfrm>
          <a:prstGeom prst="upArrow">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126"/>
          <p:cNvGrpSpPr/>
          <p:nvPr/>
        </p:nvGrpSpPr>
        <p:grpSpPr>
          <a:xfrm>
            <a:off x="1013839" y="3144009"/>
            <a:ext cx="3437041" cy="1618721"/>
            <a:chOff x="1013839" y="3187189"/>
            <a:chExt cx="3437041" cy="1618721"/>
          </a:xfrm>
        </p:grpSpPr>
        <p:sp>
          <p:nvSpPr>
            <p:cNvPr id="112" name="Round Diagonal Corner Rectangle 111"/>
            <p:cNvSpPr/>
            <p:nvPr/>
          </p:nvSpPr>
          <p:spPr>
            <a:xfrm flipV="1">
              <a:off x="1013839" y="3230599"/>
              <a:ext cx="3437041" cy="1575311"/>
            </a:xfrm>
            <a:prstGeom prst="round2DiagRect">
              <a:avLst>
                <a:gd name="adj1" fmla="val 9472"/>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Round Diagonal Corner Rectangle 97"/>
            <p:cNvSpPr/>
            <p:nvPr/>
          </p:nvSpPr>
          <p:spPr>
            <a:xfrm flipV="1">
              <a:off x="1013839" y="3187189"/>
              <a:ext cx="3437041" cy="1575311"/>
            </a:xfrm>
            <a:prstGeom prst="round2DiagRect">
              <a:avLst>
                <a:gd name="adj1" fmla="val 9472"/>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Up Arrow 98"/>
          <p:cNvSpPr/>
          <p:nvPr/>
        </p:nvSpPr>
        <p:spPr>
          <a:xfrm rot="2700000" flipV="1">
            <a:off x="3240865" y="3566178"/>
            <a:ext cx="642922" cy="614356"/>
          </a:xfrm>
          <a:prstGeom prst="upArrow">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132"/>
          <p:cNvGrpSpPr/>
          <p:nvPr/>
        </p:nvGrpSpPr>
        <p:grpSpPr>
          <a:xfrm>
            <a:off x="4693120" y="1117246"/>
            <a:ext cx="3439746" cy="1615035"/>
            <a:chOff x="4693120" y="1160426"/>
            <a:chExt cx="3439746" cy="1615035"/>
          </a:xfrm>
        </p:grpSpPr>
        <p:sp>
          <p:nvSpPr>
            <p:cNvPr id="107" name="Round Diagonal Corner Rectangle 106"/>
            <p:cNvSpPr/>
            <p:nvPr/>
          </p:nvSpPr>
          <p:spPr>
            <a:xfrm flipH="1">
              <a:off x="4695825" y="1160426"/>
              <a:ext cx="3437041" cy="1575311"/>
            </a:xfrm>
            <a:prstGeom prst="round2DiagRect">
              <a:avLst>
                <a:gd name="adj1" fmla="val 9472"/>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Round Diagonal Corner Rectangle 89"/>
            <p:cNvSpPr/>
            <p:nvPr/>
          </p:nvSpPr>
          <p:spPr>
            <a:xfrm flipH="1">
              <a:off x="4693120" y="1200150"/>
              <a:ext cx="3437041" cy="1575311"/>
            </a:xfrm>
            <a:prstGeom prst="round2DiagRect">
              <a:avLst>
                <a:gd name="adj1" fmla="val 9472"/>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Up Arrow 92"/>
          <p:cNvSpPr/>
          <p:nvPr/>
        </p:nvSpPr>
        <p:spPr>
          <a:xfrm rot="2700000" flipH="1">
            <a:off x="5260213" y="1680516"/>
            <a:ext cx="642922" cy="614356"/>
          </a:xfrm>
          <a:prstGeom prst="upArrow">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133"/>
          <p:cNvGrpSpPr/>
          <p:nvPr/>
        </p:nvGrpSpPr>
        <p:grpSpPr>
          <a:xfrm>
            <a:off x="1013460" y="1109626"/>
            <a:ext cx="3437420" cy="1622655"/>
            <a:chOff x="1013460" y="1152806"/>
            <a:chExt cx="3437420" cy="1622655"/>
          </a:xfrm>
        </p:grpSpPr>
        <p:sp>
          <p:nvSpPr>
            <p:cNvPr id="108" name="Round Diagonal Corner Rectangle 107"/>
            <p:cNvSpPr/>
            <p:nvPr/>
          </p:nvSpPr>
          <p:spPr>
            <a:xfrm>
              <a:off x="1013460" y="1152806"/>
              <a:ext cx="3437041" cy="1575311"/>
            </a:xfrm>
            <a:prstGeom prst="round2DiagRect">
              <a:avLst>
                <a:gd name="adj1" fmla="val 9472"/>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 Diagonal Corner Rectangle 79"/>
            <p:cNvSpPr/>
            <p:nvPr/>
          </p:nvSpPr>
          <p:spPr>
            <a:xfrm>
              <a:off x="1013839" y="1200150"/>
              <a:ext cx="3437041" cy="1575311"/>
            </a:xfrm>
            <a:prstGeom prst="round2DiagRect">
              <a:avLst>
                <a:gd name="adj1" fmla="val 9472"/>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5" name="Up Arrow 84"/>
          <p:cNvSpPr/>
          <p:nvPr/>
        </p:nvSpPr>
        <p:spPr>
          <a:xfrm rot="18900000">
            <a:off x="3240865" y="1680516"/>
            <a:ext cx="642922" cy="614356"/>
          </a:xfrm>
          <a:prstGeom prst="upArrow">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Oval 60"/>
          <p:cNvSpPr/>
          <p:nvPr/>
        </p:nvSpPr>
        <p:spPr>
          <a:xfrm>
            <a:off x="3404229" y="1802174"/>
            <a:ext cx="2291361" cy="2291361"/>
          </a:xfrm>
          <a:prstGeom prst="ellipse">
            <a:avLst/>
          </a:prstGeom>
          <a:solidFill>
            <a:schemeClr val="bg1"/>
          </a:solidFill>
          <a:ln>
            <a:noFill/>
          </a:ln>
          <a:effectLst>
            <a:innerShdw blurRad="635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Text Placeholder 3"/>
          <p:cNvSpPr txBox="1">
            <a:spLocks/>
          </p:cNvSpPr>
          <p:nvPr/>
        </p:nvSpPr>
        <p:spPr>
          <a:xfrm>
            <a:off x="1580790" y="1421480"/>
            <a:ext cx="1695810" cy="103105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1"/>
                </a:solidFill>
                <a:cs typeface="+mj-cs"/>
              </a:rPr>
              <a:t>Title Goes Here</a:t>
            </a:r>
            <a:br>
              <a:rPr lang="en-US" sz="1100" dirty="0">
                <a:solidFill>
                  <a:schemeClr val="bg2">
                    <a:lumMod val="50000"/>
                  </a:schemeClr>
                </a:solidFill>
                <a:cs typeface="+mj-cs"/>
              </a:rPr>
            </a:br>
            <a:r>
              <a:rPr lang="en-US" sz="1100" dirty="0">
                <a:solidFill>
                  <a:schemeClr val="bg2">
                    <a:lumMod val="50000"/>
                  </a:schemeClr>
                </a:solidFill>
                <a:cs typeface="+mj-cs"/>
              </a:rPr>
              <a:t>There are many variations of passages but the majority have  suffered alteration in some form by injected </a:t>
            </a:r>
            <a:r>
              <a:rPr lang="en-US" sz="1100" dirty="0">
                <a:solidFill>
                  <a:schemeClr val="bg2">
                    <a:lumMod val="50000"/>
                  </a:schemeClr>
                </a:solidFill>
              </a:rPr>
              <a:t> are many variations of </a:t>
            </a:r>
            <a:r>
              <a:rPr lang="en-US" sz="1100" dirty="0">
                <a:solidFill>
                  <a:schemeClr val="bg2">
                    <a:lumMod val="50000"/>
                  </a:schemeClr>
                </a:solidFill>
                <a:cs typeface="+mj-cs"/>
              </a:rPr>
              <a:t>.</a:t>
            </a:r>
          </a:p>
        </p:txBody>
      </p:sp>
      <p:sp>
        <p:nvSpPr>
          <p:cNvPr id="114" name="Freeform 45"/>
          <p:cNvSpPr>
            <a:spLocks noEditPoints="1"/>
          </p:cNvSpPr>
          <p:nvPr/>
        </p:nvSpPr>
        <p:spPr bwMode="auto">
          <a:xfrm>
            <a:off x="1184642" y="178152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Text Placeholder 3"/>
          <p:cNvSpPr txBox="1">
            <a:spLocks/>
          </p:cNvSpPr>
          <p:nvPr/>
        </p:nvSpPr>
        <p:spPr>
          <a:xfrm>
            <a:off x="1580790" y="3428841"/>
            <a:ext cx="1695810" cy="103105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4"/>
                </a:solidFill>
                <a:cs typeface="+mj-cs"/>
              </a:rPr>
              <a:t>Title Goes Here</a:t>
            </a:r>
            <a:br>
              <a:rPr lang="en-US" sz="1100" dirty="0">
                <a:solidFill>
                  <a:schemeClr val="bg2">
                    <a:lumMod val="50000"/>
                  </a:schemeClr>
                </a:solidFill>
                <a:cs typeface="+mj-cs"/>
              </a:rPr>
            </a:br>
            <a:r>
              <a:rPr lang="en-US" sz="1100" dirty="0">
                <a:solidFill>
                  <a:schemeClr val="bg2">
                    <a:lumMod val="50000"/>
                  </a:schemeClr>
                </a:solidFill>
                <a:cs typeface="+mj-cs"/>
              </a:rPr>
              <a:t>There are many variations of passages but the majority have  suffered alteration in some form by injected </a:t>
            </a:r>
            <a:r>
              <a:rPr lang="en-US" sz="1100" dirty="0">
                <a:solidFill>
                  <a:schemeClr val="bg2">
                    <a:lumMod val="50000"/>
                  </a:schemeClr>
                </a:solidFill>
              </a:rPr>
              <a:t> are many variations of </a:t>
            </a:r>
            <a:r>
              <a:rPr lang="en-US" sz="1100" dirty="0">
                <a:solidFill>
                  <a:schemeClr val="bg2">
                    <a:lumMod val="50000"/>
                  </a:schemeClr>
                </a:solidFill>
                <a:cs typeface="+mj-cs"/>
              </a:rPr>
              <a:t>.</a:t>
            </a:r>
          </a:p>
        </p:txBody>
      </p:sp>
      <p:sp>
        <p:nvSpPr>
          <p:cNvPr id="116" name="Freeform 45"/>
          <p:cNvSpPr>
            <a:spLocks noEditPoints="1"/>
          </p:cNvSpPr>
          <p:nvPr/>
        </p:nvSpPr>
        <p:spPr bwMode="auto">
          <a:xfrm>
            <a:off x="1184642" y="378888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Text Placeholder 3"/>
          <p:cNvSpPr txBox="1">
            <a:spLocks/>
          </p:cNvSpPr>
          <p:nvPr/>
        </p:nvSpPr>
        <p:spPr>
          <a:xfrm>
            <a:off x="5895795" y="1421480"/>
            <a:ext cx="1695810" cy="103105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2"/>
                </a:solidFill>
                <a:cs typeface="+mj-cs"/>
              </a:rPr>
              <a:t>Title Goes Here</a:t>
            </a:r>
            <a:br>
              <a:rPr lang="en-US" sz="1100" dirty="0">
                <a:solidFill>
                  <a:schemeClr val="accent2"/>
                </a:solidFill>
                <a:cs typeface="+mj-cs"/>
              </a:rPr>
            </a:br>
            <a:r>
              <a:rPr lang="en-US" sz="1100" dirty="0">
                <a:solidFill>
                  <a:schemeClr val="bg2">
                    <a:lumMod val="50000"/>
                  </a:schemeClr>
                </a:solidFill>
                <a:cs typeface="+mj-cs"/>
              </a:rPr>
              <a:t>There are many variations of passages but the majority have  suffered alteration in some form by injected </a:t>
            </a:r>
            <a:r>
              <a:rPr lang="en-US" sz="1100" dirty="0">
                <a:solidFill>
                  <a:schemeClr val="bg2">
                    <a:lumMod val="50000"/>
                  </a:schemeClr>
                </a:solidFill>
              </a:rPr>
              <a:t> are many variations of </a:t>
            </a:r>
            <a:r>
              <a:rPr lang="en-US" sz="1100" dirty="0">
                <a:solidFill>
                  <a:schemeClr val="bg2">
                    <a:lumMod val="50000"/>
                  </a:schemeClr>
                </a:solidFill>
                <a:cs typeface="+mj-cs"/>
              </a:rPr>
              <a:t>.</a:t>
            </a:r>
          </a:p>
        </p:txBody>
      </p:sp>
      <p:sp>
        <p:nvSpPr>
          <p:cNvPr id="118" name="Freeform 45"/>
          <p:cNvSpPr>
            <a:spLocks noEditPoints="1"/>
          </p:cNvSpPr>
          <p:nvPr/>
        </p:nvSpPr>
        <p:spPr bwMode="auto">
          <a:xfrm>
            <a:off x="7677150" y="178152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Text Placeholder 3"/>
          <p:cNvSpPr txBox="1">
            <a:spLocks/>
          </p:cNvSpPr>
          <p:nvPr/>
        </p:nvSpPr>
        <p:spPr>
          <a:xfrm>
            <a:off x="5895795" y="3428841"/>
            <a:ext cx="1695810" cy="103105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3"/>
                </a:solidFill>
                <a:cs typeface="+mj-cs"/>
              </a:rPr>
              <a:t>Title Goes Here</a:t>
            </a:r>
            <a:br>
              <a:rPr lang="en-US" sz="1100" dirty="0">
                <a:solidFill>
                  <a:schemeClr val="accent3"/>
                </a:solidFill>
                <a:cs typeface="+mj-cs"/>
              </a:rPr>
            </a:br>
            <a:r>
              <a:rPr lang="en-US" sz="1100" dirty="0">
                <a:solidFill>
                  <a:schemeClr val="bg2">
                    <a:lumMod val="50000"/>
                  </a:schemeClr>
                </a:solidFill>
                <a:cs typeface="+mj-cs"/>
              </a:rPr>
              <a:t>There are many variations of passages but the majority have  suffered alteration in some form by injected </a:t>
            </a:r>
            <a:r>
              <a:rPr lang="en-US" sz="1100" dirty="0">
                <a:solidFill>
                  <a:schemeClr val="bg2">
                    <a:lumMod val="50000"/>
                  </a:schemeClr>
                </a:solidFill>
              </a:rPr>
              <a:t> are many variations of </a:t>
            </a:r>
            <a:r>
              <a:rPr lang="en-US" sz="1100" dirty="0">
                <a:solidFill>
                  <a:schemeClr val="bg2">
                    <a:lumMod val="50000"/>
                  </a:schemeClr>
                </a:solidFill>
                <a:cs typeface="+mj-cs"/>
              </a:rPr>
              <a:t>.</a:t>
            </a:r>
          </a:p>
        </p:txBody>
      </p:sp>
      <p:sp>
        <p:nvSpPr>
          <p:cNvPr id="120" name="Freeform 45"/>
          <p:cNvSpPr>
            <a:spLocks noEditPoints="1"/>
          </p:cNvSpPr>
          <p:nvPr/>
        </p:nvSpPr>
        <p:spPr bwMode="auto">
          <a:xfrm>
            <a:off x="7677150" y="378888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6" name="Group 128"/>
          <p:cNvGrpSpPr/>
          <p:nvPr/>
        </p:nvGrpSpPr>
        <p:grpSpPr>
          <a:xfrm>
            <a:off x="3495105" y="1901204"/>
            <a:ext cx="1030994" cy="1030995"/>
            <a:chOff x="3495105" y="1952004"/>
            <a:chExt cx="1030994" cy="1030995"/>
          </a:xfrm>
        </p:grpSpPr>
        <p:sp>
          <p:nvSpPr>
            <p:cNvPr id="74" name="Pie 73"/>
            <p:cNvSpPr/>
            <p:nvPr/>
          </p:nvSpPr>
          <p:spPr>
            <a:xfrm>
              <a:off x="3495105" y="1952004"/>
              <a:ext cx="1030994" cy="1030995"/>
            </a:xfrm>
            <a:prstGeom prst="pieWedge">
              <a:avLst/>
            </a:pr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121" name="Freeform 57"/>
            <p:cNvSpPr>
              <a:spLocks noEditPoints="1"/>
            </p:cNvSpPr>
            <p:nvPr/>
          </p:nvSpPr>
          <p:spPr bwMode="auto">
            <a:xfrm>
              <a:off x="3892550" y="2405343"/>
              <a:ext cx="376464" cy="376468"/>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129"/>
          <p:cNvGrpSpPr/>
          <p:nvPr/>
        </p:nvGrpSpPr>
        <p:grpSpPr>
          <a:xfrm>
            <a:off x="4573720" y="1901206"/>
            <a:ext cx="1030995" cy="1030994"/>
            <a:chOff x="4573720" y="1952006"/>
            <a:chExt cx="1030995" cy="1030994"/>
          </a:xfrm>
        </p:grpSpPr>
        <p:sp>
          <p:nvSpPr>
            <p:cNvPr id="75" name="Pie 74"/>
            <p:cNvSpPr/>
            <p:nvPr/>
          </p:nvSpPr>
          <p:spPr>
            <a:xfrm rot="5400000">
              <a:off x="4573721" y="1952005"/>
              <a:ext cx="1030994" cy="1030995"/>
            </a:xfrm>
            <a:prstGeom prst="pieWedge">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122" name="Freeform 111"/>
            <p:cNvSpPr>
              <a:spLocks noEditPoints="1"/>
            </p:cNvSpPr>
            <p:nvPr/>
          </p:nvSpPr>
          <p:spPr bwMode="auto">
            <a:xfrm>
              <a:off x="4749334" y="2405230"/>
              <a:ext cx="499844" cy="344832"/>
            </a:xfrm>
            <a:custGeom>
              <a:avLst/>
              <a:gdLst/>
              <a:ahLst/>
              <a:cxnLst>
                <a:cxn ang="0">
                  <a:pos x="73" y="36"/>
                </a:cxn>
                <a:cxn ang="0">
                  <a:pos x="58" y="50"/>
                </a:cxn>
                <a:cxn ang="0">
                  <a:pos x="58" y="50"/>
                </a:cxn>
                <a:cxn ang="0">
                  <a:pos x="15" y="50"/>
                </a:cxn>
                <a:cxn ang="0">
                  <a:pos x="15" y="50"/>
                </a:cxn>
                <a:cxn ang="0">
                  <a:pos x="14" y="50"/>
                </a:cxn>
                <a:cxn ang="0">
                  <a:pos x="14" y="50"/>
                </a:cxn>
                <a:cxn ang="0">
                  <a:pos x="0" y="35"/>
                </a:cxn>
                <a:cxn ang="0">
                  <a:pos x="7" y="23"/>
                </a:cxn>
                <a:cxn ang="0">
                  <a:pos x="7" y="20"/>
                </a:cxn>
                <a:cxn ang="0">
                  <a:pos x="17" y="10"/>
                </a:cxn>
                <a:cxn ang="0">
                  <a:pos x="23" y="12"/>
                </a:cxn>
                <a:cxn ang="0">
                  <a:pos x="42" y="0"/>
                </a:cxn>
                <a:cxn ang="0">
                  <a:pos x="64" y="21"/>
                </a:cxn>
                <a:cxn ang="0">
                  <a:pos x="64" y="23"/>
                </a:cxn>
                <a:cxn ang="0">
                  <a:pos x="73" y="36"/>
                </a:cxn>
                <a:cxn ang="0">
                  <a:pos x="27" y="42"/>
                </a:cxn>
                <a:cxn ang="0">
                  <a:pos x="35" y="38"/>
                </a:cxn>
                <a:cxn ang="0">
                  <a:pos x="32" y="34"/>
                </a:cxn>
                <a:cxn ang="0">
                  <a:pos x="27" y="37"/>
                </a:cxn>
                <a:cxn ang="0">
                  <a:pos x="22" y="32"/>
                </a:cxn>
                <a:cxn ang="0">
                  <a:pos x="27" y="28"/>
                </a:cxn>
                <a:cxn ang="0">
                  <a:pos x="48" y="42"/>
                </a:cxn>
                <a:cxn ang="0">
                  <a:pos x="58" y="32"/>
                </a:cxn>
                <a:cxn ang="0">
                  <a:pos x="48" y="23"/>
                </a:cxn>
                <a:cxn ang="0">
                  <a:pos x="39" y="26"/>
                </a:cxn>
                <a:cxn ang="0">
                  <a:pos x="43" y="30"/>
                </a:cxn>
                <a:cxn ang="0">
                  <a:pos x="48" y="28"/>
                </a:cxn>
                <a:cxn ang="0">
                  <a:pos x="52" y="32"/>
                </a:cxn>
                <a:cxn ang="0">
                  <a:pos x="48" y="37"/>
                </a:cxn>
                <a:cxn ang="0">
                  <a:pos x="27" y="23"/>
                </a:cxn>
                <a:cxn ang="0">
                  <a:pos x="16" y="32"/>
                </a:cxn>
                <a:cxn ang="0">
                  <a:pos x="27" y="42"/>
                </a:cxn>
              </a:cxnLst>
              <a:rect l="0" t="0" r="r" b="b"/>
              <a:pathLst>
                <a:path w="73" h="50">
                  <a:moveTo>
                    <a:pt x="73" y="36"/>
                  </a:moveTo>
                  <a:cubicBezTo>
                    <a:pt x="73" y="44"/>
                    <a:pt x="66" y="50"/>
                    <a:pt x="58" y="50"/>
                  </a:cubicBezTo>
                  <a:cubicBezTo>
                    <a:pt x="58" y="50"/>
                    <a:pt x="58" y="50"/>
                    <a:pt x="58" y="50"/>
                  </a:cubicBezTo>
                  <a:cubicBezTo>
                    <a:pt x="15" y="50"/>
                    <a:pt x="15" y="50"/>
                    <a:pt x="15" y="50"/>
                  </a:cubicBezTo>
                  <a:cubicBezTo>
                    <a:pt x="15" y="50"/>
                    <a:pt x="15" y="50"/>
                    <a:pt x="15" y="50"/>
                  </a:cubicBezTo>
                  <a:cubicBezTo>
                    <a:pt x="14" y="50"/>
                    <a:pt x="14" y="50"/>
                    <a:pt x="14" y="50"/>
                  </a:cubicBezTo>
                  <a:cubicBezTo>
                    <a:pt x="14" y="50"/>
                    <a:pt x="14" y="50"/>
                    <a:pt x="14" y="50"/>
                  </a:cubicBezTo>
                  <a:cubicBezTo>
                    <a:pt x="6" y="50"/>
                    <a:pt x="0" y="43"/>
                    <a:pt x="0" y="35"/>
                  </a:cubicBezTo>
                  <a:cubicBezTo>
                    <a:pt x="0" y="30"/>
                    <a:pt x="3" y="26"/>
                    <a:pt x="7" y="23"/>
                  </a:cubicBezTo>
                  <a:cubicBezTo>
                    <a:pt x="7" y="22"/>
                    <a:pt x="7" y="21"/>
                    <a:pt x="7" y="20"/>
                  </a:cubicBezTo>
                  <a:cubicBezTo>
                    <a:pt x="7" y="15"/>
                    <a:pt x="11" y="10"/>
                    <a:pt x="17" y="10"/>
                  </a:cubicBezTo>
                  <a:cubicBezTo>
                    <a:pt x="19" y="10"/>
                    <a:pt x="21" y="11"/>
                    <a:pt x="23" y="12"/>
                  </a:cubicBezTo>
                  <a:cubicBezTo>
                    <a:pt x="26" y="5"/>
                    <a:pt x="34" y="0"/>
                    <a:pt x="42" y="0"/>
                  </a:cubicBezTo>
                  <a:cubicBezTo>
                    <a:pt x="54" y="0"/>
                    <a:pt x="64" y="10"/>
                    <a:pt x="64" y="21"/>
                  </a:cubicBezTo>
                  <a:cubicBezTo>
                    <a:pt x="64" y="22"/>
                    <a:pt x="64" y="22"/>
                    <a:pt x="64" y="23"/>
                  </a:cubicBezTo>
                  <a:cubicBezTo>
                    <a:pt x="69" y="25"/>
                    <a:pt x="73" y="30"/>
                    <a:pt x="73" y="36"/>
                  </a:cubicBezTo>
                  <a:close/>
                  <a:moveTo>
                    <a:pt x="27" y="42"/>
                  </a:moveTo>
                  <a:cubicBezTo>
                    <a:pt x="30" y="42"/>
                    <a:pt x="33" y="41"/>
                    <a:pt x="35" y="38"/>
                  </a:cubicBezTo>
                  <a:cubicBezTo>
                    <a:pt x="34" y="37"/>
                    <a:pt x="33" y="36"/>
                    <a:pt x="32" y="34"/>
                  </a:cubicBezTo>
                  <a:cubicBezTo>
                    <a:pt x="31" y="36"/>
                    <a:pt x="29" y="37"/>
                    <a:pt x="27" y="37"/>
                  </a:cubicBezTo>
                  <a:cubicBezTo>
                    <a:pt x="25" y="37"/>
                    <a:pt x="22" y="35"/>
                    <a:pt x="22" y="32"/>
                  </a:cubicBezTo>
                  <a:cubicBezTo>
                    <a:pt x="22" y="30"/>
                    <a:pt x="25" y="28"/>
                    <a:pt x="27" y="28"/>
                  </a:cubicBezTo>
                  <a:cubicBezTo>
                    <a:pt x="35" y="28"/>
                    <a:pt x="37" y="42"/>
                    <a:pt x="48" y="42"/>
                  </a:cubicBezTo>
                  <a:cubicBezTo>
                    <a:pt x="54" y="42"/>
                    <a:pt x="58" y="38"/>
                    <a:pt x="58" y="32"/>
                  </a:cubicBezTo>
                  <a:cubicBezTo>
                    <a:pt x="58" y="26"/>
                    <a:pt x="53" y="23"/>
                    <a:pt x="48" y="23"/>
                  </a:cubicBezTo>
                  <a:cubicBezTo>
                    <a:pt x="44" y="23"/>
                    <a:pt x="42" y="24"/>
                    <a:pt x="39" y="26"/>
                  </a:cubicBezTo>
                  <a:cubicBezTo>
                    <a:pt x="40" y="28"/>
                    <a:pt x="41" y="29"/>
                    <a:pt x="43" y="30"/>
                  </a:cubicBezTo>
                  <a:cubicBezTo>
                    <a:pt x="44" y="29"/>
                    <a:pt x="46" y="28"/>
                    <a:pt x="48" y="28"/>
                  </a:cubicBezTo>
                  <a:cubicBezTo>
                    <a:pt x="50" y="28"/>
                    <a:pt x="52" y="30"/>
                    <a:pt x="52" y="32"/>
                  </a:cubicBezTo>
                  <a:cubicBezTo>
                    <a:pt x="52" y="35"/>
                    <a:pt x="50" y="37"/>
                    <a:pt x="48" y="37"/>
                  </a:cubicBezTo>
                  <a:cubicBezTo>
                    <a:pt x="40" y="37"/>
                    <a:pt x="38" y="23"/>
                    <a:pt x="27" y="23"/>
                  </a:cubicBezTo>
                  <a:cubicBezTo>
                    <a:pt x="21" y="23"/>
                    <a:pt x="16" y="26"/>
                    <a:pt x="16" y="32"/>
                  </a:cubicBezTo>
                  <a:cubicBezTo>
                    <a:pt x="16" y="38"/>
                    <a:pt x="21" y="42"/>
                    <a:pt x="27" y="4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131"/>
          <p:cNvGrpSpPr/>
          <p:nvPr/>
        </p:nvGrpSpPr>
        <p:grpSpPr>
          <a:xfrm>
            <a:off x="3495105" y="2979820"/>
            <a:ext cx="1030995" cy="1030994"/>
            <a:chOff x="3495105" y="3030620"/>
            <a:chExt cx="1030995" cy="1030994"/>
          </a:xfrm>
        </p:grpSpPr>
        <p:sp>
          <p:nvSpPr>
            <p:cNvPr id="78" name="Pie 77"/>
            <p:cNvSpPr/>
            <p:nvPr/>
          </p:nvSpPr>
          <p:spPr>
            <a:xfrm rot="16200000">
              <a:off x="3495106" y="3030619"/>
              <a:ext cx="1030994" cy="1030995"/>
            </a:xfrm>
            <a:prstGeom prst="pieWedge">
              <a:avLst/>
            </a:pr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123" name="Freeform 144"/>
            <p:cNvSpPr>
              <a:spLocks noEditPoints="1"/>
            </p:cNvSpPr>
            <p:nvPr/>
          </p:nvSpPr>
          <p:spPr bwMode="auto">
            <a:xfrm>
              <a:off x="3829773" y="3236949"/>
              <a:ext cx="404936" cy="351158"/>
            </a:xfrm>
            <a:custGeom>
              <a:avLst/>
              <a:gdLst/>
              <a:ahLst/>
              <a:cxnLst>
                <a:cxn ang="0">
                  <a:pos x="59" y="26"/>
                </a:cxn>
                <a:cxn ang="0">
                  <a:pos x="57" y="28"/>
                </a:cxn>
                <a:cxn ang="0">
                  <a:pos x="20" y="32"/>
                </a:cxn>
                <a:cxn ang="0">
                  <a:pos x="20" y="35"/>
                </a:cxn>
                <a:cxn ang="0">
                  <a:pos x="19" y="37"/>
                </a:cxn>
                <a:cxn ang="0">
                  <a:pos x="52" y="37"/>
                </a:cxn>
                <a:cxn ang="0">
                  <a:pos x="55" y="39"/>
                </a:cxn>
                <a:cxn ang="0">
                  <a:pos x="52" y="42"/>
                </a:cxn>
                <a:cxn ang="0">
                  <a:pos x="16" y="42"/>
                </a:cxn>
                <a:cxn ang="0">
                  <a:pos x="13" y="39"/>
                </a:cxn>
                <a:cxn ang="0">
                  <a:pos x="16" y="34"/>
                </a:cxn>
                <a:cxn ang="0">
                  <a:pos x="9" y="5"/>
                </a:cxn>
                <a:cxn ang="0">
                  <a:pos x="2" y="5"/>
                </a:cxn>
                <a:cxn ang="0">
                  <a:pos x="0" y="3"/>
                </a:cxn>
                <a:cxn ang="0">
                  <a:pos x="2" y="0"/>
                </a:cxn>
                <a:cxn ang="0">
                  <a:pos x="11" y="0"/>
                </a:cxn>
                <a:cxn ang="0">
                  <a:pos x="14" y="5"/>
                </a:cxn>
                <a:cxn ang="0">
                  <a:pos x="57" y="5"/>
                </a:cxn>
                <a:cxn ang="0">
                  <a:pos x="59" y="7"/>
                </a:cxn>
                <a:cxn ang="0">
                  <a:pos x="59" y="26"/>
                </a:cxn>
                <a:cxn ang="0">
                  <a:pos x="18" y="51"/>
                </a:cxn>
                <a:cxn ang="0">
                  <a:pos x="13" y="46"/>
                </a:cxn>
                <a:cxn ang="0">
                  <a:pos x="18" y="42"/>
                </a:cxn>
                <a:cxn ang="0">
                  <a:pos x="23" y="46"/>
                </a:cxn>
                <a:cxn ang="0">
                  <a:pos x="18" y="51"/>
                </a:cxn>
                <a:cxn ang="0">
                  <a:pos x="50" y="51"/>
                </a:cxn>
                <a:cxn ang="0">
                  <a:pos x="45" y="46"/>
                </a:cxn>
                <a:cxn ang="0">
                  <a:pos x="50" y="42"/>
                </a:cxn>
                <a:cxn ang="0">
                  <a:pos x="55" y="46"/>
                </a:cxn>
                <a:cxn ang="0">
                  <a:pos x="50" y="51"/>
                </a:cxn>
              </a:cxnLst>
              <a:rect l="0" t="0" r="r" b="b"/>
              <a:pathLst>
                <a:path w="59" h="51">
                  <a:moveTo>
                    <a:pt x="59" y="26"/>
                  </a:moveTo>
                  <a:cubicBezTo>
                    <a:pt x="59" y="27"/>
                    <a:pt x="58" y="28"/>
                    <a:pt x="57" y="28"/>
                  </a:cubicBezTo>
                  <a:cubicBezTo>
                    <a:pt x="20" y="32"/>
                    <a:pt x="20" y="32"/>
                    <a:pt x="20" y="32"/>
                  </a:cubicBezTo>
                  <a:cubicBezTo>
                    <a:pt x="20" y="33"/>
                    <a:pt x="20" y="34"/>
                    <a:pt x="20" y="35"/>
                  </a:cubicBezTo>
                  <a:cubicBezTo>
                    <a:pt x="20" y="36"/>
                    <a:pt x="20" y="36"/>
                    <a:pt x="19" y="37"/>
                  </a:cubicBezTo>
                  <a:cubicBezTo>
                    <a:pt x="52" y="37"/>
                    <a:pt x="52" y="37"/>
                    <a:pt x="52" y="37"/>
                  </a:cubicBezTo>
                  <a:cubicBezTo>
                    <a:pt x="54" y="37"/>
                    <a:pt x="55" y="38"/>
                    <a:pt x="55" y="39"/>
                  </a:cubicBezTo>
                  <a:cubicBezTo>
                    <a:pt x="55" y="41"/>
                    <a:pt x="54" y="42"/>
                    <a:pt x="52" y="42"/>
                  </a:cubicBezTo>
                  <a:cubicBezTo>
                    <a:pt x="16" y="42"/>
                    <a:pt x="16" y="42"/>
                    <a:pt x="16" y="42"/>
                  </a:cubicBezTo>
                  <a:cubicBezTo>
                    <a:pt x="15" y="42"/>
                    <a:pt x="13" y="41"/>
                    <a:pt x="13" y="39"/>
                  </a:cubicBezTo>
                  <a:cubicBezTo>
                    <a:pt x="13" y="38"/>
                    <a:pt x="15" y="35"/>
                    <a:pt x="16" y="34"/>
                  </a:cubicBezTo>
                  <a:cubicBezTo>
                    <a:pt x="9" y="5"/>
                    <a:pt x="9" y="5"/>
                    <a:pt x="9" y="5"/>
                  </a:cubicBezTo>
                  <a:cubicBezTo>
                    <a:pt x="2" y="5"/>
                    <a:pt x="2" y="5"/>
                    <a:pt x="2" y="5"/>
                  </a:cubicBezTo>
                  <a:cubicBezTo>
                    <a:pt x="1" y="5"/>
                    <a:pt x="0" y="4"/>
                    <a:pt x="0" y="3"/>
                  </a:cubicBezTo>
                  <a:cubicBezTo>
                    <a:pt x="0" y="2"/>
                    <a:pt x="1" y="0"/>
                    <a:pt x="2" y="0"/>
                  </a:cubicBezTo>
                  <a:cubicBezTo>
                    <a:pt x="11" y="0"/>
                    <a:pt x="11" y="0"/>
                    <a:pt x="11" y="0"/>
                  </a:cubicBezTo>
                  <a:cubicBezTo>
                    <a:pt x="14" y="0"/>
                    <a:pt x="14" y="3"/>
                    <a:pt x="14" y="5"/>
                  </a:cubicBezTo>
                  <a:cubicBezTo>
                    <a:pt x="57" y="5"/>
                    <a:pt x="57" y="5"/>
                    <a:pt x="57" y="5"/>
                  </a:cubicBezTo>
                  <a:cubicBezTo>
                    <a:pt x="58" y="5"/>
                    <a:pt x="59" y="6"/>
                    <a:pt x="59" y="7"/>
                  </a:cubicBezTo>
                  <a:lnTo>
                    <a:pt x="59" y="26"/>
                  </a:lnTo>
                  <a:close/>
                  <a:moveTo>
                    <a:pt x="18" y="51"/>
                  </a:moveTo>
                  <a:cubicBezTo>
                    <a:pt x="16" y="51"/>
                    <a:pt x="13" y="49"/>
                    <a:pt x="13" y="46"/>
                  </a:cubicBezTo>
                  <a:cubicBezTo>
                    <a:pt x="13" y="44"/>
                    <a:pt x="16" y="42"/>
                    <a:pt x="18" y="42"/>
                  </a:cubicBezTo>
                  <a:cubicBezTo>
                    <a:pt x="21" y="42"/>
                    <a:pt x="23" y="44"/>
                    <a:pt x="23" y="46"/>
                  </a:cubicBezTo>
                  <a:cubicBezTo>
                    <a:pt x="23" y="49"/>
                    <a:pt x="21" y="51"/>
                    <a:pt x="18" y="51"/>
                  </a:cubicBezTo>
                  <a:close/>
                  <a:moveTo>
                    <a:pt x="50" y="51"/>
                  </a:moveTo>
                  <a:cubicBezTo>
                    <a:pt x="47" y="51"/>
                    <a:pt x="45" y="49"/>
                    <a:pt x="45" y="46"/>
                  </a:cubicBezTo>
                  <a:cubicBezTo>
                    <a:pt x="45" y="44"/>
                    <a:pt x="47" y="42"/>
                    <a:pt x="50" y="42"/>
                  </a:cubicBezTo>
                  <a:cubicBezTo>
                    <a:pt x="53" y="42"/>
                    <a:pt x="55" y="44"/>
                    <a:pt x="55" y="46"/>
                  </a:cubicBezTo>
                  <a:cubicBezTo>
                    <a:pt x="55" y="49"/>
                    <a:pt x="53" y="51"/>
                    <a:pt x="50"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30"/>
          <p:cNvGrpSpPr/>
          <p:nvPr/>
        </p:nvGrpSpPr>
        <p:grpSpPr>
          <a:xfrm>
            <a:off x="4573722" y="2979820"/>
            <a:ext cx="1030995" cy="1030994"/>
            <a:chOff x="4573722" y="3030620"/>
            <a:chExt cx="1030995" cy="1030994"/>
          </a:xfrm>
        </p:grpSpPr>
        <p:sp>
          <p:nvSpPr>
            <p:cNvPr id="76" name="Pie 75"/>
            <p:cNvSpPr/>
            <p:nvPr/>
          </p:nvSpPr>
          <p:spPr>
            <a:xfrm rot="10800000">
              <a:off x="4573722" y="3030620"/>
              <a:ext cx="1030995" cy="1030994"/>
            </a:xfrm>
            <a:prstGeom prst="pieWedge">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124" name="Freeform 145"/>
            <p:cNvSpPr>
              <a:spLocks/>
            </p:cNvSpPr>
            <p:nvPr/>
          </p:nvSpPr>
          <p:spPr bwMode="auto">
            <a:xfrm>
              <a:off x="4751387" y="3234257"/>
              <a:ext cx="436572" cy="376468"/>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p:cTn id="7" dur="500" fill="hold"/>
                                        <p:tgtEl>
                                          <p:spTgt spid="61"/>
                                        </p:tgtEl>
                                        <p:attrNameLst>
                                          <p:attrName>ppt_w</p:attrName>
                                        </p:attrNameLst>
                                      </p:cBhvr>
                                      <p:tavLst>
                                        <p:tav tm="0">
                                          <p:val>
                                            <p:fltVal val="0"/>
                                          </p:val>
                                        </p:tav>
                                        <p:tav tm="100000">
                                          <p:val>
                                            <p:strVal val="#ppt_w"/>
                                          </p:val>
                                        </p:tav>
                                      </p:tavLst>
                                    </p:anim>
                                    <p:anim calcmode="lin" valueType="num">
                                      <p:cBhvr>
                                        <p:cTn id="8" dur="500" fill="hold"/>
                                        <p:tgtEl>
                                          <p:spTgt spid="61"/>
                                        </p:tgtEl>
                                        <p:attrNameLst>
                                          <p:attrName>ppt_h</p:attrName>
                                        </p:attrNameLst>
                                      </p:cBhvr>
                                      <p:tavLst>
                                        <p:tav tm="0">
                                          <p:val>
                                            <p:fltVal val="0"/>
                                          </p:val>
                                        </p:tav>
                                        <p:tav tm="100000">
                                          <p:val>
                                            <p:strVal val="#ppt_h"/>
                                          </p:val>
                                        </p:tav>
                                      </p:tavLst>
                                    </p:anim>
                                    <p:animEffect transition="in" filter="fade">
                                      <p:cBhvr>
                                        <p:cTn id="9" dur="500"/>
                                        <p:tgtEl>
                                          <p:spTgt spid="61"/>
                                        </p:tgtEl>
                                      </p:cBhvr>
                                    </p:animEffect>
                                  </p:childTnLst>
                                </p:cTn>
                              </p:par>
                            </p:childTnLst>
                          </p:cTn>
                        </p:par>
                        <p:par>
                          <p:cTn id="10" fill="hold">
                            <p:stCondLst>
                              <p:cond delay="500"/>
                            </p:stCondLst>
                            <p:childTnLst>
                              <p:par>
                                <p:cTn id="11" presetID="23" presetClass="entr" presetSubtype="528"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 calcmode="lin" valueType="num">
                                      <p:cBhvr>
                                        <p:cTn id="15" dur="500" fill="hold"/>
                                        <p:tgtEl>
                                          <p:spTgt spid="6"/>
                                        </p:tgtEl>
                                        <p:attrNameLst>
                                          <p:attrName>ppt_x</p:attrName>
                                        </p:attrNameLst>
                                      </p:cBhvr>
                                      <p:tavLst>
                                        <p:tav tm="0">
                                          <p:val>
                                            <p:fltVal val="0.5"/>
                                          </p:val>
                                        </p:tav>
                                        <p:tav tm="100000">
                                          <p:val>
                                            <p:strVal val="#ppt_x"/>
                                          </p:val>
                                        </p:tav>
                                      </p:tavLst>
                                    </p:anim>
                                    <p:anim calcmode="lin" valueType="num">
                                      <p:cBhvr>
                                        <p:cTn id="16" dur="500" fill="hold"/>
                                        <p:tgtEl>
                                          <p:spTgt spid="6"/>
                                        </p:tgtEl>
                                        <p:attrNameLst>
                                          <p:attrName>ppt_y</p:attrName>
                                        </p:attrNameLst>
                                      </p:cBhvr>
                                      <p:tavLst>
                                        <p:tav tm="0">
                                          <p:val>
                                            <p:fltVal val="0.5"/>
                                          </p:val>
                                        </p:tav>
                                        <p:tav tm="100000">
                                          <p:val>
                                            <p:strVal val="#ppt_y"/>
                                          </p:val>
                                        </p:tav>
                                      </p:tavLst>
                                    </p:anim>
                                  </p:childTnLst>
                                </p:cTn>
                              </p:par>
                            </p:childTnLst>
                          </p:cTn>
                        </p:par>
                        <p:par>
                          <p:cTn id="17" fill="hold">
                            <p:stCondLst>
                              <p:cond delay="1000"/>
                            </p:stCondLst>
                            <p:childTnLst>
                              <p:par>
                                <p:cTn id="18" presetID="23" presetClass="entr" presetSubtype="528" fill="hold" grpId="0" nodeType="afterEffect">
                                  <p:stCondLst>
                                    <p:cond delay="0"/>
                                  </p:stCondLst>
                                  <p:childTnLst>
                                    <p:set>
                                      <p:cBhvr>
                                        <p:cTn id="19" dur="1" fill="hold">
                                          <p:stCondLst>
                                            <p:cond delay="0"/>
                                          </p:stCondLst>
                                        </p:cTn>
                                        <p:tgtEl>
                                          <p:spTgt spid="85"/>
                                        </p:tgtEl>
                                        <p:attrNameLst>
                                          <p:attrName>style.visibility</p:attrName>
                                        </p:attrNameLst>
                                      </p:cBhvr>
                                      <p:to>
                                        <p:strVal val="visible"/>
                                      </p:to>
                                    </p:set>
                                    <p:anim calcmode="lin" valueType="num">
                                      <p:cBhvr>
                                        <p:cTn id="20" dur="1000" fill="hold"/>
                                        <p:tgtEl>
                                          <p:spTgt spid="85"/>
                                        </p:tgtEl>
                                        <p:attrNameLst>
                                          <p:attrName>ppt_w</p:attrName>
                                        </p:attrNameLst>
                                      </p:cBhvr>
                                      <p:tavLst>
                                        <p:tav tm="0">
                                          <p:val>
                                            <p:fltVal val="0"/>
                                          </p:val>
                                        </p:tav>
                                        <p:tav tm="100000">
                                          <p:val>
                                            <p:strVal val="#ppt_w"/>
                                          </p:val>
                                        </p:tav>
                                      </p:tavLst>
                                    </p:anim>
                                    <p:anim calcmode="lin" valueType="num">
                                      <p:cBhvr>
                                        <p:cTn id="21" dur="1000" fill="hold"/>
                                        <p:tgtEl>
                                          <p:spTgt spid="85"/>
                                        </p:tgtEl>
                                        <p:attrNameLst>
                                          <p:attrName>ppt_h</p:attrName>
                                        </p:attrNameLst>
                                      </p:cBhvr>
                                      <p:tavLst>
                                        <p:tav tm="0">
                                          <p:val>
                                            <p:fltVal val="0"/>
                                          </p:val>
                                        </p:tav>
                                        <p:tav tm="100000">
                                          <p:val>
                                            <p:strVal val="#ppt_h"/>
                                          </p:val>
                                        </p:tav>
                                      </p:tavLst>
                                    </p:anim>
                                    <p:anim calcmode="lin" valueType="num">
                                      <p:cBhvr>
                                        <p:cTn id="22" dur="1000" fill="hold"/>
                                        <p:tgtEl>
                                          <p:spTgt spid="85"/>
                                        </p:tgtEl>
                                        <p:attrNameLst>
                                          <p:attrName>ppt_x</p:attrName>
                                        </p:attrNameLst>
                                      </p:cBhvr>
                                      <p:tavLst>
                                        <p:tav tm="0">
                                          <p:val>
                                            <p:fltVal val="0.5"/>
                                          </p:val>
                                        </p:tav>
                                        <p:tav tm="100000">
                                          <p:val>
                                            <p:strVal val="#ppt_x"/>
                                          </p:val>
                                        </p:tav>
                                      </p:tavLst>
                                    </p:anim>
                                    <p:anim calcmode="lin" valueType="num">
                                      <p:cBhvr>
                                        <p:cTn id="23" dur="1000" fill="hold"/>
                                        <p:tgtEl>
                                          <p:spTgt spid="85"/>
                                        </p:tgtEl>
                                        <p:attrNameLst>
                                          <p:attrName>ppt_y</p:attrName>
                                        </p:attrNameLst>
                                      </p:cBhvr>
                                      <p:tavLst>
                                        <p:tav tm="0">
                                          <p:val>
                                            <p:fltVal val="0.5"/>
                                          </p:val>
                                        </p:tav>
                                        <p:tav tm="100000">
                                          <p:val>
                                            <p:strVal val="#ppt_y"/>
                                          </p:val>
                                        </p:tav>
                                      </p:tavLst>
                                    </p:anim>
                                  </p:childTnLst>
                                </p:cTn>
                              </p:par>
                              <p:par>
                                <p:cTn id="24" presetID="2" presetClass="entr" presetSubtype="8" accel="50000" decel="50000" fill="hold"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500" fill="hold"/>
                                        <p:tgtEl>
                                          <p:spTgt spid="5"/>
                                        </p:tgtEl>
                                        <p:attrNameLst>
                                          <p:attrName>ppt_x</p:attrName>
                                        </p:attrNameLst>
                                      </p:cBhvr>
                                      <p:tavLst>
                                        <p:tav tm="0">
                                          <p:val>
                                            <p:strVal val="0-#ppt_w/2"/>
                                          </p:val>
                                        </p:tav>
                                        <p:tav tm="100000">
                                          <p:val>
                                            <p:strVal val="#ppt_x"/>
                                          </p:val>
                                        </p:tav>
                                      </p:tavLst>
                                    </p:anim>
                                    <p:anim calcmode="lin" valueType="num">
                                      <p:cBhvr additive="base">
                                        <p:cTn id="27" dur="500" fill="hold"/>
                                        <p:tgtEl>
                                          <p:spTgt spid="5"/>
                                        </p:tgtEl>
                                        <p:attrNameLst>
                                          <p:attrName>ppt_y</p:attrName>
                                        </p:attrNameLst>
                                      </p:cBhvr>
                                      <p:tavLst>
                                        <p:tav tm="0">
                                          <p:val>
                                            <p:strVal val="#ppt_y"/>
                                          </p:val>
                                        </p:tav>
                                        <p:tav tm="100000">
                                          <p:val>
                                            <p:strVal val="#ppt_y"/>
                                          </p:val>
                                        </p:tav>
                                      </p:tavLst>
                                    </p:anim>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p:cTn id="31" dur="500" fill="hold"/>
                                        <p:tgtEl>
                                          <p:spTgt spid="114"/>
                                        </p:tgtEl>
                                        <p:attrNameLst>
                                          <p:attrName>ppt_w</p:attrName>
                                        </p:attrNameLst>
                                      </p:cBhvr>
                                      <p:tavLst>
                                        <p:tav tm="0">
                                          <p:val>
                                            <p:fltVal val="0"/>
                                          </p:val>
                                        </p:tav>
                                        <p:tav tm="100000">
                                          <p:val>
                                            <p:strVal val="#ppt_w"/>
                                          </p:val>
                                        </p:tav>
                                      </p:tavLst>
                                    </p:anim>
                                    <p:anim calcmode="lin" valueType="num">
                                      <p:cBhvr>
                                        <p:cTn id="32" dur="500" fill="hold"/>
                                        <p:tgtEl>
                                          <p:spTgt spid="114"/>
                                        </p:tgtEl>
                                        <p:attrNameLst>
                                          <p:attrName>ppt_h</p:attrName>
                                        </p:attrNameLst>
                                      </p:cBhvr>
                                      <p:tavLst>
                                        <p:tav tm="0">
                                          <p:val>
                                            <p:fltVal val="0"/>
                                          </p:val>
                                        </p:tav>
                                        <p:tav tm="100000">
                                          <p:val>
                                            <p:strVal val="#ppt_h"/>
                                          </p:val>
                                        </p:tav>
                                      </p:tavLst>
                                    </p:anim>
                                    <p:animEffect transition="in" filter="fade">
                                      <p:cBhvr>
                                        <p:cTn id="33" dur="500"/>
                                        <p:tgtEl>
                                          <p:spTgt spid="114"/>
                                        </p:tgtEl>
                                      </p:cBhvr>
                                    </p:animEffect>
                                  </p:childTnLst>
                                </p:cTn>
                              </p:par>
                            </p:childTnLst>
                          </p:cTn>
                        </p:par>
                        <p:par>
                          <p:cTn id="34" fill="hold">
                            <p:stCondLst>
                              <p:cond delay="2500"/>
                            </p:stCondLst>
                            <p:childTnLst>
                              <p:par>
                                <p:cTn id="35" presetID="22" presetClass="entr" presetSubtype="8" fill="hold" grpId="0" nodeType="afterEffect">
                                  <p:stCondLst>
                                    <p:cond delay="0"/>
                                  </p:stCondLst>
                                  <p:childTnLst>
                                    <p:set>
                                      <p:cBhvr>
                                        <p:cTn id="36" dur="1" fill="hold">
                                          <p:stCondLst>
                                            <p:cond delay="0"/>
                                          </p:stCondLst>
                                        </p:cTn>
                                        <p:tgtEl>
                                          <p:spTgt spid="113"/>
                                        </p:tgtEl>
                                        <p:attrNameLst>
                                          <p:attrName>style.visibility</p:attrName>
                                        </p:attrNameLst>
                                      </p:cBhvr>
                                      <p:to>
                                        <p:strVal val="visible"/>
                                      </p:to>
                                    </p:set>
                                    <p:animEffect transition="in" filter="wipe(left)">
                                      <p:cBhvr>
                                        <p:cTn id="37" dur="500"/>
                                        <p:tgtEl>
                                          <p:spTgt spid="113"/>
                                        </p:tgtEl>
                                      </p:cBhvr>
                                    </p:animEffect>
                                  </p:childTnLst>
                                </p:cTn>
                              </p:par>
                            </p:childTnLst>
                          </p:cTn>
                        </p:par>
                        <p:par>
                          <p:cTn id="38" fill="hold">
                            <p:stCondLst>
                              <p:cond delay="3000"/>
                            </p:stCondLst>
                            <p:childTnLst>
                              <p:par>
                                <p:cTn id="39" presetID="23" presetClass="entr" presetSubtype="528"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 calcmode="lin" valueType="num">
                                      <p:cBhvr>
                                        <p:cTn id="41" dur="500" fill="hold"/>
                                        <p:tgtEl>
                                          <p:spTgt spid="9"/>
                                        </p:tgtEl>
                                        <p:attrNameLst>
                                          <p:attrName>ppt_w</p:attrName>
                                        </p:attrNameLst>
                                      </p:cBhvr>
                                      <p:tavLst>
                                        <p:tav tm="0">
                                          <p:val>
                                            <p:fltVal val="0"/>
                                          </p:val>
                                        </p:tav>
                                        <p:tav tm="100000">
                                          <p:val>
                                            <p:strVal val="#ppt_w"/>
                                          </p:val>
                                        </p:tav>
                                      </p:tavLst>
                                    </p:anim>
                                    <p:anim calcmode="lin" valueType="num">
                                      <p:cBhvr>
                                        <p:cTn id="42" dur="500" fill="hold"/>
                                        <p:tgtEl>
                                          <p:spTgt spid="9"/>
                                        </p:tgtEl>
                                        <p:attrNameLst>
                                          <p:attrName>ppt_h</p:attrName>
                                        </p:attrNameLst>
                                      </p:cBhvr>
                                      <p:tavLst>
                                        <p:tav tm="0">
                                          <p:val>
                                            <p:fltVal val="0"/>
                                          </p:val>
                                        </p:tav>
                                        <p:tav tm="100000">
                                          <p:val>
                                            <p:strVal val="#ppt_h"/>
                                          </p:val>
                                        </p:tav>
                                      </p:tavLst>
                                    </p:anim>
                                    <p:anim calcmode="lin" valueType="num">
                                      <p:cBhvr>
                                        <p:cTn id="43" dur="500" fill="hold"/>
                                        <p:tgtEl>
                                          <p:spTgt spid="9"/>
                                        </p:tgtEl>
                                        <p:attrNameLst>
                                          <p:attrName>ppt_x</p:attrName>
                                        </p:attrNameLst>
                                      </p:cBhvr>
                                      <p:tavLst>
                                        <p:tav tm="0">
                                          <p:val>
                                            <p:fltVal val="0.5"/>
                                          </p:val>
                                        </p:tav>
                                        <p:tav tm="100000">
                                          <p:val>
                                            <p:strVal val="#ppt_x"/>
                                          </p:val>
                                        </p:tav>
                                      </p:tavLst>
                                    </p:anim>
                                    <p:anim calcmode="lin" valueType="num">
                                      <p:cBhvr>
                                        <p:cTn id="44" dur="500" fill="hold"/>
                                        <p:tgtEl>
                                          <p:spTgt spid="9"/>
                                        </p:tgtEl>
                                        <p:attrNameLst>
                                          <p:attrName>ppt_y</p:attrName>
                                        </p:attrNameLst>
                                      </p:cBhvr>
                                      <p:tavLst>
                                        <p:tav tm="0">
                                          <p:val>
                                            <p:fltVal val="0.5"/>
                                          </p:val>
                                        </p:tav>
                                        <p:tav tm="100000">
                                          <p:val>
                                            <p:strVal val="#ppt_y"/>
                                          </p:val>
                                        </p:tav>
                                      </p:tavLst>
                                    </p:anim>
                                  </p:childTnLst>
                                </p:cTn>
                              </p:par>
                            </p:childTnLst>
                          </p:cTn>
                        </p:par>
                        <p:par>
                          <p:cTn id="45" fill="hold">
                            <p:stCondLst>
                              <p:cond delay="3500"/>
                            </p:stCondLst>
                            <p:childTnLst>
                              <p:par>
                                <p:cTn id="46" presetID="23" presetClass="entr" presetSubtype="528" fill="hold" grpId="0" nodeType="afterEffect">
                                  <p:stCondLst>
                                    <p:cond delay="0"/>
                                  </p:stCondLst>
                                  <p:childTnLst>
                                    <p:set>
                                      <p:cBhvr>
                                        <p:cTn id="47" dur="1" fill="hold">
                                          <p:stCondLst>
                                            <p:cond delay="0"/>
                                          </p:stCondLst>
                                        </p:cTn>
                                        <p:tgtEl>
                                          <p:spTgt spid="93"/>
                                        </p:tgtEl>
                                        <p:attrNameLst>
                                          <p:attrName>style.visibility</p:attrName>
                                        </p:attrNameLst>
                                      </p:cBhvr>
                                      <p:to>
                                        <p:strVal val="visible"/>
                                      </p:to>
                                    </p:set>
                                    <p:anim calcmode="lin" valueType="num">
                                      <p:cBhvr>
                                        <p:cTn id="48" dur="1000" fill="hold"/>
                                        <p:tgtEl>
                                          <p:spTgt spid="93"/>
                                        </p:tgtEl>
                                        <p:attrNameLst>
                                          <p:attrName>ppt_w</p:attrName>
                                        </p:attrNameLst>
                                      </p:cBhvr>
                                      <p:tavLst>
                                        <p:tav tm="0">
                                          <p:val>
                                            <p:fltVal val="0"/>
                                          </p:val>
                                        </p:tav>
                                        <p:tav tm="100000">
                                          <p:val>
                                            <p:strVal val="#ppt_w"/>
                                          </p:val>
                                        </p:tav>
                                      </p:tavLst>
                                    </p:anim>
                                    <p:anim calcmode="lin" valueType="num">
                                      <p:cBhvr>
                                        <p:cTn id="49" dur="1000" fill="hold"/>
                                        <p:tgtEl>
                                          <p:spTgt spid="93"/>
                                        </p:tgtEl>
                                        <p:attrNameLst>
                                          <p:attrName>ppt_h</p:attrName>
                                        </p:attrNameLst>
                                      </p:cBhvr>
                                      <p:tavLst>
                                        <p:tav tm="0">
                                          <p:val>
                                            <p:fltVal val="0"/>
                                          </p:val>
                                        </p:tav>
                                        <p:tav tm="100000">
                                          <p:val>
                                            <p:strVal val="#ppt_h"/>
                                          </p:val>
                                        </p:tav>
                                      </p:tavLst>
                                    </p:anim>
                                    <p:anim calcmode="lin" valueType="num">
                                      <p:cBhvr>
                                        <p:cTn id="50" dur="1000" fill="hold"/>
                                        <p:tgtEl>
                                          <p:spTgt spid="93"/>
                                        </p:tgtEl>
                                        <p:attrNameLst>
                                          <p:attrName>ppt_x</p:attrName>
                                        </p:attrNameLst>
                                      </p:cBhvr>
                                      <p:tavLst>
                                        <p:tav tm="0">
                                          <p:val>
                                            <p:fltVal val="0.5"/>
                                          </p:val>
                                        </p:tav>
                                        <p:tav tm="100000">
                                          <p:val>
                                            <p:strVal val="#ppt_x"/>
                                          </p:val>
                                        </p:tav>
                                      </p:tavLst>
                                    </p:anim>
                                    <p:anim calcmode="lin" valueType="num">
                                      <p:cBhvr>
                                        <p:cTn id="51" dur="1000" fill="hold"/>
                                        <p:tgtEl>
                                          <p:spTgt spid="93"/>
                                        </p:tgtEl>
                                        <p:attrNameLst>
                                          <p:attrName>ppt_y</p:attrName>
                                        </p:attrNameLst>
                                      </p:cBhvr>
                                      <p:tavLst>
                                        <p:tav tm="0">
                                          <p:val>
                                            <p:fltVal val="0.5"/>
                                          </p:val>
                                        </p:tav>
                                        <p:tav tm="100000">
                                          <p:val>
                                            <p:strVal val="#ppt_y"/>
                                          </p:val>
                                        </p:tav>
                                      </p:tavLst>
                                    </p:anim>
                                  </p:childTnLst>
                                </p:cTn>
                              </p:par>
                              <p:par>
                                <p:cTn id="52" presetID="2" presetClass="entr" presetSubtype="2" accel="50000" decel="50000" fill="hold" nodeType="withEffect">
                                  <p:stCondLst>
                                    <p:cond delay="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500" fill="hold"/>
                                        <p:tgtEl>
                                          <p:spTgt spid="4"/>
                                        </p:tgtEl>
                                        <p:attrNameLst>
                                          <p:attrName>ppt_x</p:attrName>
                                        </p:attrNameLst>
                                      </p:cBhvr>
                                      <p:tavLst>
                                        <p:tav tm="0">
                                          <p:val>
                                            <p:strVal val="1+#ppt_w/2"/>
                                          </p:val>
                                        </p:tav>
                                        <p:tav tm="100000">
                                          <p:val>
                                            <p:strVal val="#ppt_x"/>
                                          </p:val>
                                        </p:tav>
                                      </p:tavLst>
                                    </p:anim>
                                    <p:anim calcmode="lin" valueType="num">
                                      <p:cBhvr additive="base">
                                        <p:cTn id="55" dur="500" fill="hold"/>
                                        <p:tgtEl>
                                          <p:spTgt spid="4"/>
                                        </p:tgtEl>
                                        <p:attrNameLst>
                                          <p:attrName>ppt_y</p:attrName>
                                        </p:attrNameLst>
                                      </p:cBhvr>
                                      <p:tavLst>
                                        <p:tav tm="0">
                                          <p:val>
                                            <p:strVal val="#ppt_y"/>
                                          </p:val>
                                        </p:tav>
                                        <p:tav tm="100000">
                                          <p:val>
                                            <p:strVal val="#ppt_y"/>
                                          </p:val>
                                        </p:tav>
                                      </p:tavLst>
                                    </p:anim>
                                  </p:childTnLst>
                                </p:cTn>
                              </p:par>
                            </p:childTnLst>
                          </p:cTn>
                        </p:par>
                        <p:par>
                          <p:cTn id="56" fill="hold">
                            <p:stCondLst>
                              <p:cond delay="4500"/>
                            </p:stCondLst>
                            <p:childTnLst>
                              <p:par>
                                <p:cTn id="57" presetID="53" presetClass="entr" presetSubtype="0" fill="hold" grpId="0" nodeType="afterEffect">
                                  <p:stCondLst>
                                    <p:cond delay="0"/>
                                  </p:stCondLst>
                                  <p:childTnLst>
                                    <p:set>
                                      <p:cBhvr>
                                        <p:cTn id="58" dur="1" fill="hold">
                                          <p:stCondLst>
                                            <p:cond delay="0"/>
                                          </p:stCondLst>
                                        </p:cTn>
                                        <p:tgtEl>
                                          <p:spTgt spid="118"/>
                                        </p:tgtEl>
                                        <p:attrNameLst>
                                          <p:attrName>style.visibility</p:attrName>
                                        </p:attrNameLst>
                                      </p:cBhvr>
                                      <p:to>
                                        <p:strVal val="visible"/>
                                      </p:to>
                                    </p:set>
                                    <p:anim calcmode="lin" valueType="num">
                                      <p:cBhvr>
                                        <p:cTn id="59" dur="500" fill="hold"/>
                                        <p:tgtEl>
                                          <p:spTgt spid="118"/>
                                        </p:tgtEl>
                                        <p:attrNameLst>
                                          <p:attrName>ppt_w</p:attrName>
                                        </p:attrNameLst>
                                      </p:cBhvr>
                                      <p:tavLst>
                                        <p:tav tm="0">
                                          <p:val>
                                            <p:fltVal val="0"/>
                                          </p:val>
                                        </p:tav>
                                        <p:tav tm="100000">
                                          <p:val>
                                            <p:strVal val="#ppt_w"/>
                                          </p:val>
                                        </p:tav>
                                      </p:tavLst>
                                    </p:anim>
                                    <p:anim calcmode="lin" valueType="num">
                                      <p:cBhvr>
                                        <p:cTn id="60" dur="500" fill="hold"/>
                                        <p:tgtEl>
                                          <p:spTgt spid="118"/>
                                        </p:tgtEl>
                                        <p:attrNameLst>
                                          <p:attrName>ppt_h</p:attrName>
                                        </p:attrNameLst>
                                      </p:cBhvr>
                                      <p:tavLst>
                                        <p:tav tm="0">
                                          <p:val>
                                            <p:fltVal val="0"/>
                                          </p:val>
                                        </p:tav>
                                        <p:tav tm="100000">
                                          <p:val>
                                            <p:strVal val="#ppt_h"/>
                                          </p:val>
                                        </p:tav>
                                      </p:tavLst>
                                    </p:anim>
                                    <p:animEffect transition="in" filter="fade">
                                      <p:cBhvr>
                                        <p:cTn id="61" dur="500"/>
                                        <p:tgtEl>
                                          <p:spTgt spid="118"/>
                                        </p:tgtEl>
                                      </p:cBhvr>
                                    </p:animEffect>
                                  </p:childTnLst>
                                </p:cTn>
                              </p:par>
                            </p:childTnLst>
                          </p:cTn>
                        </p:par>
                        <p:par>
                          <p:cTn id="62" fill="hold">
                            <p:stCondLst>
                              <p:cond delay="5000"/>
                            </p:stCondLst>
                            <p:childTnLst>
                              <p:par>
                                <p:cTn id="63" presetID="22" presetClass="entr" presetSubtype="2" fill="hold" grpId="0" nodeType="afterEffect">
                                  <p:stCondLst>
                                    <p:cond delay="0"/>
                                  </p:stCondLst>
                                  <p:childTnLst>
                                    <p:set>
                                      <p:cBhvr>
                                        <p:cTn id="64" dur="1" fill="hold">
                                          <p:stCondLst>
                                            <p:cond delay="0"/>
                                          </p:stCondLst>
                                        </p:cTn>
                                        <p:tgtEl>
                                          <p:spTgt spid="117"/>
                                        </p:tgtEl>
                                        <p:attrNameLst>
                                          <p:attrName>style.visibility</p:attrName>
                                        </p:attrNameLst>
                                      </p:cBhvr>
                                      <p:to>
                                        <p:strVal val="visible"/>
                                      </p:to>
                                    </p:set>
                                    <p:animEffect transition="in" filter="wipe(right)">
                                      <p:cBhvr>
                                        <p:cTn id="65" dur="500"/>
                                        <p:tgtEl>
                                          <p:spTgt spid="117"/>
                                        </p:tgtEl>
                                      </p:cBhvr>
                                    </p:animEffect>
                                  </p:childTnLst>
                                </p:cTn>
                              </p:par>
                            </p:childTnLst>
                          </p:cTn>
                        </p:par>
                        <p:par>
                          <p:cTn id="66" fill="hold">
                            <p:stCondLst>
                              <p:cond delay="5500"/>
                            </p:stCondLst>
                            <p:childTnLst>
                              <p:par>
                                <p:cTn id="67" presetID="23" presetClass="entr" presetSubtype="528" fill="hold" nodeType="after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p:cTn id="69" dur="500" fill="hold"/>
                                        <p:tgtEl>
                                          <p:spTgt spid="10"/>
                                        </p:tgtEl>
                                        <p:attrNameLst>
                                          <p:attrName>ppt_w</p:attrName>
                                        </p:attrNameLst>
                                      </p:cBhvr>
                                      <p:tavLst>
                                        <p:tav tm="0">
                                          <p:val>
                                            <p:fltVal val="0"/>
                                          </p:val>
                                        </p:tav>
                                        <p:tav tm="100000">
                                          <p:val>
                                            <p:strVal val="#ppt_w"/>
                                          </p:val>
                                        </p:tav>
                                      </p:tavLst>
                                    </p:anim>
                                    <p:anim calcmode="lin" valueType="num">
                                      <p:cBhvr>
                                        <p:cTn id="70" dur="500" fill="hold"/>
                                        <p:tgtEl>
                                          <p:spTgt spid="10"/>
                                        </p:tgtEl>
                                        <p:attrNameLst>
                                          <p:attrName>ppt_h</p:attrName>
                                        </p:attrNameLst>
                                      </p:cBhvr>
                                      <p:tavLst>
                                        <p:tav tm="0">
                                          <p:val>
                                            <p:fltVal val="0"/>
                                          </p:val>
                                        </p:tav>
                                        <p:tav tm="100000">
                                          <p:val>
                                            <p:strVal val="#ppt_h"/>
                                          </p:val>
                                        </p:tav>
                                      </p:tavLst>
                                    </p:anim>
                                    <p:anim calcmode="lin" valueType="num">
                                      <p:cBhvr>
                                        <p:cTn id="71" dur="500" fill="hold"/>
                                        <p:tgtEl>
                                          <p:spTgt spid="10"/>
                                        </p:tgtEl>
                                        <p:attrNameLst>
                                          <p:attrName>ppt_x</p:attrName>
                                        </p:attrNameLst>
                                      </p:cBhvr>
                                      <p:tavLst>
                                        <p:tav tm="0">
                                          <p:val>
                                            <p:fltVal val="0.5"/>
                                          </p:val>
                                        </p:tav>
                                        <p:tav tm="100000">
                                          <p:val>
                                            <p:strVal val="#ppt_x"/>
                                          </p:val>
                                        </p:tav>
                                      </p:tavLst>
                                    </p:anim>
                                    <p:anim calcmode="lin" valueType="num">
                                      <p:cBhvr>
                                        <p:cTn id="72" dur="500" fill="hold"/>
                                        <p:tgtEl>
                                          <p:spTgt spid="10"/>
                                        </p:tgtEl>
                                        <p:attrNameLst>
                                          <p:attrName>ppt_y</p:attrName>
                                        </p:attrNameLst>
                                      </p:cBhvr>
                                      <p:tavLst>
                                        <p:tav tm="0">
                                          <p:val>
                                            <p:fltVal val="0.5"/>
                                          </p:val>
                                        </p:tav>
                                        <p:tav tm="100000">
                                          <p:val>
                                            <p:strVal val="#ppt_y"/>
                                          </p:val>
                                        </p:tav>
                                      </p:tavLst>
                                    </p:anim>
                                  </p:childTnLst>
                                </p:cTn>
                              </p:par>
                            </p:childTnLst>
                          </p:cTn>
                        </p:par>
                        <p:par>
                          <p:cTn id="73" fill="hold">
                            <p:stCondLst>
                              <p:cond delay="6000"/>
                            </p:stCondLst>
                            <p:childTnLst>
                              <p:par>
                                <p:cTn id="74" presetID="23" presetClass="entr" presetSubtype="528" fill="hold" grpId="0" nodeType="afterEffect">
                                  <p:stCondLst>
                                    <p:cond delay="0"/>
                                  </p:stCondLst>
                                  <p:childTnLst>
                                    <p:set>
                                      <p:cBhvr>
                                        <p:cTn id="75" dur="1" fill="hold">
                                          <p:stCondLst>
                                            <p:cond delay="0"/>
                                          </p:stCondLst>
                                        </p:cTn>
                                        <p:tgtEl>
                                          <p:spTgt spid="99"/>
                                        </p:tgtEl>
                                        <p:attrNameLst>
                                          <p:attrName>style.visibility</p:attrName>
                                        </p:attrNameLst>
                                      </p:cBhvr>
                                      <p:to>
                                        <p:strVal val="visible"/>
                                      </p:to>
                                    </p:set>
                                    <p:anim calcmode="lin" valueType="num">
                                      <p:cBhvr>
                                        <p:cTn id="76" dur="1000" fill="hold"/>
                                        <p:tgtEl>
                                          <p:spTgt spid="99"/>
                                        </p:tgtEl>
                                        <p:attrNameLst>
                                          <p:attrName>ppt_w</p:attrName>
                                        </p:attrNameLst>
                                      </p:cBhvr>
                                      <p:tavLst>
                                        <p:tav tm="0">
                                          <p:val>
                                            <p:fltVal val="0"/>
                                          </p:val>
                                        </p:tav>
                                        <p:tav tm="100000">
                                          <p:val>
                                            <p:strVal val="#ppt_w"/>
                                          </p:val>
                                        </p:tav>
                                      </p:tavLst>
                                    </p:anim>
                                    <p:anim calcmode="lin" valueType="num">
                                      <p:cBhvr>
                                        <p:cTn id="77" dur="1000" fill="hold"/>
                                        <p:tgtEl>
                                          <p:spTgt spid="99"/>
                                        </p:tgtEl>
                                        <p:attrNameLst>
                                          <p:attrName>ppt_h</p:attrName>
                                        </p:attrNameLst>
                                      </p:cBhvr>
                                      <p:tavLst>
                                        <p:tav tm="0">
                                          <p:val>
                                            <p:fltVal val="0"/>
                                          </p:val>
                                        </p:tav>
                                        <p:tav tm="100000">
                                          <p:val>
                                            <p:strVal val="#ppt_h"/>
                                          </p:val>
                                        </p:tav>
                                      </p:tavLst>
                                    </p:anim>
                                    <p:anim calcmode="lin" valueType="num">
                                      <p:cBhvr>
                                        <p:cTn id="78" dur="1000" fill="hold"/>
                                        <p:tgtEl>
                                          <p:spTgt spid="99"/>
                                        </p:tgtEl>
                                        <p:attrNameLst>
                                          <p:attrName>ppt_x</p:attrName>
                                        </p:attrNameLst>
                                      </p:cBhvr>
                                      <p:tavLst>
                                        <p:tav tm="0">
                                          <p:val>
                                            <p:fltVal val="0.5"/>
                                          </p:val>
                                        </p:tav>
                                        <p:tav tm="100000">
                                          <p:val>
                                            <p:strVal val="#ppt_x"/>
                                          </p:val>
                                        </p:tav>
                                      </p:tavLst>
                                    </p:anim>
                                    <p:anim calcmode="lin" valueType="num">
                                      <p:cBhvr>
                                        <p:cTn id="79" dur="1000" fill="hold"/>
                                        <p:tgtEl>
                                          <p:spTgt spid="99"/>
                                        </p:tgtEl>
                                        <p:attrNameLst>
                                          <p:attrName>ppt_y</p:attrName>
                                        </p:attrNameLst>
                                      </p:cBhvr>
                                      <p:tavLst>
                                        <p:tav tm="0">
                                          <p:val>
                                            <p:fltVal val="0.5"/>
                                          </p:val>
                                        </p:tav>
                                        <p:tav tm="100000">
                                          <p:val>
                                            <p:strVal val="#ppt_y"/>
                                          </p:val>
                                        </p:tav>
                                      </p:tavLst>
                                    </p:anim>
                                  </p:childTnLst>
                                </p:cTn>
                              </p:par>
                              <p:par>
                                <p:cTn id="80" presetID="2" presetClass="entr" presetSubtype="8" accel="50000" decel="50000" fill="hold" nodeType="withEffect">
                                  <p:stCondLst>
                                    <p:cond delay="0"/>
                                  </p:stCondLst>
                                  <p:childTnLst>
                                    <p:set>
                                      <p:cBhvr>
                                        <p:cTn id="81" dur="1" fill="hold">
                                          <p:stCondLst>
                                            <p:cond delay="0"/>
                                          </p:stCondLst>
                                        </p:cTn>
                                        <p:tgtEl>
                                          <p:spTgt spid="3"/>
                                        </p:tgtEl>
                                        <p:attrNameLst>
                                          <p:attrName>style.visibility</p:attrName>
                                        </p:attrNameLst>
                                      </p:cBhvr>
                                      <p:to>
                                        <p:strVal val="visible"/>
                                      </p:to>
                                    </p:set>
                                    <p:anim calcmode="lin" valueType="num">
                                      <p:cBhvr additive="base">
                                        <p:cTn id="82" dur="500" fill="hold"/>
                                        <p:tgtEl>
                                          <p:spTgt spid="3"/>
                                        </p:tgtEl>
                                        <p:attrNameLst>
                                          <p:attrName>ppt_x</p:attrName>
                                        </p:attrNameLst>
                                      </p:cBhvr>
                                      <p:tavLst>
                                        <p:tav tm="0">
                                          <p:val>
                                            <p:strVal val="0-#ppt_w/2"/>
                                          </p:val>
                                        </p:tav>
                                        <p:tav tm="100000">
                                          <p:val>
                                            <p:strVal val="#ppt_x"/>
                                          </p:val>
                                        </p:tav>
                                      </p:tavLst>
                                    </p:anim>
                                    <p:anim calcmode="lin" valueType="num">
                                      <p:cBhvr additive="base">
                                        <p:cTn id="83" dur="500" fill="hold"/>
                                        <p:tgtEl>
                                          <p:spTgt spid="3"/>
                                        </p:tgtEl>
                                        <p:attrNameLst>
                                          <p:attrName>ppt_y</p:attrName>
                                        </p:attrNameLst>
                                      </p:cBhvr>
                                      <p:tavLst>
                                        <p:tav tm="0">
                                          <p:val>
                                            <p:strVal val="#ppt_y"/>
                                          </p:val>
                                        </p:tav>
                                        <p:tav tm="100000">
                                          <p:val>
                                            <p:strVal val="#ppt_y"/>
                                          </p:val>
                                        </p:tav>
                                      </p:tavLst>
                                    </p:anim>
                                  </p:childTnLst>
                                </p:cTn>
                              </p:par>
                            </p:childTnLst>
                          </p:cTn>
                        </p:par>
                        <p:par>
                          <p:cTn id="84" fill="hold">
                            <p:stCondLst>
                              <p:cond delay="7000"/>
                            </p:stCondLst>
                            <p:childTnLst>
                              <p:par>
                                <p:cTn id="85" presetID="53" presetClass="entr" presetSubtype="0" fill="hold" grpId="0" nodeType="afterEffect">
                                  <p:stCondLst>
                                    <p:cond delay="0"/>
                                  </p:stCondLst>
                                  <p:childTnLst>
                                    <p:set>
                                      <p:cBhvr>
                                        <p:cTn id="86" dur="1" fill="hold">
                                          <p:stCondLst>
                                            <p:cond delay="0"/>
                                          </p:stCondLst>
                                        </p:cTn>
                                        <p:tgtEl>
                                          <p:spTgt spid="116"/>
                                        </p:tgtEl>
                                        <p:attrNameLst>
                                          <p:attrName>style.visibility</p:attrName>
                                        </p:attrNameLst>
                                      </p:cBhvr>
                                      <p:to>
                                        <p:strVal val="visible"/>
                                      </p:to>
                                    </p:set>
                                    <p:anim calcmode="lin" valueType="num">
                                      <p:cBhvr>
                                        <p:cTn id="87" dur="500" fill="hold"/>
                                        <p:tgtEl>
                                          <p:spTgt spid="116"/>
                                        </p:tgtEl>
                                        <p:attrNameLst>
                                          <p:attrName>ppt_w</p:attrName>
                                        </p:attrNameLst>
                                      </p:cBhvr>
                                      <p:tavLst>
                                        <p:tav tm="0">
                                          <p:val>
                                            <p:fltVal val="0"/>
                                          </p:val>
                                        </p:tav>
                                        <p:tav tm="100000">
                                          <p:val>
                                            <p:strVal val="#ppt_w"/>
                                          </p:val>
                                        </p:tav>
                                      </p:tavLst>
                                    </p:anim>
                                    <p:anim calcmode="lin" valueType="num">
                                      <p:cBhvr>
                                        <p:cTn id="88" dur="500" fill="hold"/>
                                        <p:tgtEl>
                                          <p:spTgt spid="116"/>
                                        </p:tgtEl>
                                        <p:attrNameLst>
                                          <p:attrName>ppt_h</p:attrName>
                                        </p:attrNameLst>
                                      </p:cBhvr>
                                      <p:tavLst>
                                        <p:tav tm="0">
                                          <p:val>
                                            <p:fltVal val="0"/>
                                          </p:val>
                                        </p:tav>
                                        <p:tav tm="100000">
                                          <p:val>
                                            <p:strVal val="#ppt_h"/>
                                          </p:val>
                                        </p:tav>
                                      </p:tavLst>
                                    </p:anim>
                                    <p:animEffect transition="in" filter="fade">
                                      <p:cBhvr>
                                        <p:cTn id="89" dur="500"/>
                                        <p:tgtEl>
                                          <p:spTgt spid="116"/>
                                        </p:tgtEl>
                                      </p:cBhvr>
                                    </p:animEffect>
                                  </p:childTnLst>
                                </p:cTn>
                              </p:par>
                            </p:childTnLst>
                          </p:cTn>
                        </p:par>
                        <p:par>
                          <p:cTn id="90" fill="hold">
                            <p:stCondLst>
                              <p:cond delay="7500"/>
                            </p:stCondLst>
                            <p:childTnLst>
                              <p:par>
                                <p:cTn id="91" presetID="22" presetClass="entr" presetSubtype="8" fill="hold" grpId="0" nodeType="afterEffect">
                                  <p:stCondLst>
                                    <p:cond delay="0"/>
                                  </p:stCondLst>
                                  <p:childTnLst>
                                    <p:set>
                                      <p:cBhvr>
                                        <p:cTn id="92" dur="1" fill="hold">
                                          <p:stCondLst>
                                            <p:cond delay="0"/>
                                          </p:stCondLst>
                                        </p:cTn>
                                        <p:tgtEl>
                                          <p:spTgt spid="115"/>
                                        </p:tgtEl>
                                        <p:attrNameLst>
                                          <p:attrName>style.visibility</p:attrName>
                                        </p:attrNameLst>
                                      </p:cBhvr>
                                      <p:to>
                                        <p:strVal val="visible"/>
                                      </p:to>
                                    </p:set>
                                    <p:animEffect transition="in" filter="wipe(left)">
                                      <p:cBhvr>
                                        <p:cTn id="93" dur="500"/>
                                        <p:tgtEl>
                                          <p:spTgt spid="115"/>
                                        </p:tgtEl>
                                      </p:cBhvr>
                                    </p:animEffect>
                                  </p:childTnLst>
                                </p:cTn>
                              </p:par>
                            </p:childTnLst>
                          </p:cTn>
                        </p:par>
                        <p:par>
                          <p:cTn id="94" fill="hold">
                            <p:stCondLst>
                              <p:cond delay="8000"/>
                            </p:stCondLst>
                            <p:childTnLst>
                              <p:par>
                                <p:cTn id="95" presetID="23" presetClass="entr" presetSubtype="528" fill="hold" nodeType="after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p:cTn id="97" dur="500" fill="hold"/>
                                        <p:tgtEl>
                                          <p:spTgt spid="11"/>
                                        </p:tgtEl>
                                        <p:attrNameLst>
                                          <p:attrName>ppt_w</p:attrName>
                                        </p:attrNameLst>
                                      </p:cBhvr>
                                      <p:tavLst>
                                        <p:tav tm="0">
                                          <p:val>
                                            <p:fltVal val="0"/>
                                          </p:val>
                                        </p:tav>
                                        <p:tav tm="100000">
                                          <p:val>
                                            <p:strVal val="#ppt_w"/>
                                          </p:val>
                                        </p:tav>
                                      </p:tavLst>
                                    </p:anim>
                                    <p:anim calcmode="lin" valueType="num">
                                      <p:cBhvr>
                                        <p:cTn id="98" dur="500" fill="hold"/>
                                        <p:tgtEl>
                                          <p:spTgt spid="11"/>
                                        </p:tgtEl>
                                        <p:attrNameLst>
                                          <p:attrName>ppt_h</p:attrName>
                                        </p:attrNameLst>
                                      </p:cBhvr>
                                      <p:tavLst>
                                        <p:tav tm="0">
                                          <p:val>
                                            <p:fltVal val="0"/>
                                          </p:val>
                                        </p:tav>
                                        <p:tav tm="100000">
                                          <p:val>
                                            <p:strVal val="#ppt_h"/>
                                          </p:val>
                                        </p:tav>
                                      </p:tavLst>
                                    </p:anim>
                                    <p:anim calcmode="lin" valueType="num">
                                      <p:cBhvr>
                                        <p:cTn id="99" dur="500" fill="hold"/>
                                        <p:tgtEl>
                                          <p:spTgt spid="11"/>
                                        </p:tgtEl>
                                        <p:attrNameLst>
                                          <p:attrName>ppt_x</p:attrName>
                                        </p:attrNameLst>
                                      </p:cBhvr>
                                      <p:tavLst>
                                        <p:tav tm="0">
                                          <p:val>
                                            <p:fltVal val="0.5"/>
                                          </p:val>
                                        </p:tav>
                                        <p:tav tm="100000">
                                          <p:val>
                                            <p:strVal val="#ppt_x"/>
                                          </p:val>
                                        </p:tav>
                                      </p:tavLst>
                                    </p:anim>
                                    <p:anim calcmode="lin" valueType="num">
                                      <p:cBhvr>
                                        <p:cTn id="100" dur="500" fill="hold"/>
                                        <p:tgtEl>
                                          <p:spTgt spid="11"/>
                                        </p:tgtEl>
                                        <p:attrNameLst>
                                          <p:attrName>ppt_y</p:attrName>
                                        </p:attrNameLst>
                                      </p:cBhvr>
                                      <p:tavLst>
                                        <p:tav tm="0">
                                          <p:val>
                                            <p:fltVal val="0.5"/>
                                          </p:val>
                                        </p:tav>
                                        <p:tav tm="100000">
                                          <p:val>
                                            <p:strVal val="#ppt_y"/>
                                          </p:val>
                                        </p:tav>
                                      </p:tavLst>
                                    </p:anim>
                                  </p:childTnLst>
                                </p:cTn>
                              </p:par>
                            </p:childTnLst>
                          </p:cTn>
                        </p:par>
                        <p:par>
                          <p:cTn id="101" fill="hold">
                            <p:stCondLst>
                              <p:cond delay="8500"/>
                            </p:stCondLst>
                            <p:childTnLst>
                              <p:par>
                                <p:cTn id="102" presetID="23" presetClass="entr" presetSubtype="528" fill="hold" grpId="0" nodeType="afterEffect">
                                  <p:stCondLst>
                                    <p:cond delay="0"/>
                                  </p:stCondLst>
                                  <p:childTnLst>
                                    <p:set>
                                      <p:cBhvr>
                                        <p:cTn id="103" dur="1" fill="hold">
                                          <p:stCondLst>
                                            <p:cond delay="0"/>
                                          </p:stCondLst>
                                        </p:cTn>
                                        <p:tgtEl>
                                          <p:spTgt spid="96"/>
                                        </p:tgtEl>
                                        <p:attrNameLst>
                                          <p:attrName>style.visibility</p:attrName>
                                        </p:attrNameLst>
                                      </p:cBhvr>
                                      <p:to>
                                        <p:strVal val="visible"/>
                                      </p:to>
                                    </p:set>
                                    <p:anim calcmode="lin" valueType="num">
                                      <p:cBhvr>
                                        <p:cTn id="104" dur="1000" fill="hold"/>
                                        <p:tgtEl>
                                          <p:spTgt spid="96"/>
                                        </p:tgtEl>
                                        <p:attrNameLst>
                                          <p:attrName>ppt_w</p:attrName>
                                        </p:attrNameLst>
                                      </p:cBhvr>
                                      <p:tavLst>
                                        <p:tav tm="0">
                                          <p:val>
                                            <p:fltVal val="0"/>
                                          </p:val>
                                        </p:tav>
                                        <p:tav tm="100000">
                                          <p:val>
                                            <p:strVal val="#ppt_w"/>
                                          </p:val>
                                        </p:tav>
                                      </p:tavLst>
                                    </p:anim>
                                    <p:anim calcmode="lin" valueType="num">
                                      <p:cBhvr>
                                        <p:cTn id="105" dur="1000" fill="hold"/>
                                        <p:tgtEl>
                                          <p:spTgt spid="96"/>
                                        </p:tgtEl>
                                        <p:attrNameLst>
                                          <p:attrName>ppt_h</p:attrName>
                                        </p:attrNameLst>
                                      </p:cBhvr>
                                      <p:tavLst>
                                        <p:tav tm="0">
                                          <p:val>
                                            <p:fltVal val="0"/>
                                          </p:val>
                                        </p:tav>
                                        <p:tav tm="100000">
                                          <p:val>
                                            <p:strVal val="#ppt_h"/>
                                          </p:val>
                                        </p:tav>
                                      </p:tavLst>
                                    </p:anim>
                                    <p:anim calcmode="lin" valueType="num">
                                      <p:cBhvr>
                                        <p:cTn id="106" dur="1000" fill="hold"/>
                                        <p:tgtEl>
                                          <p:spTgt spid="96"/>
                                        </p:tgtEl>
                                        <p:attrNameLst>
                                          <p:attrName>ppt_x</p:attrName>
                                        </p:attrNameLst>
                                      </p:cBhvr>
                                      <p:tavLst>
                                        <p:tav tm="0">
                                          <p:val>
                                            <p:fltVal val="0.5"/>
                                          </p:val>
                                        </p:tav>
                                        <p:tav tm="100000">
                                          <p:val>
                                            <p:strVal val="#ppt_x"/>
                                          </p:val>
                                        </p:tav>
                                      </p:tavLst>
                                    </p:anim>
                                    <p:anim calcmode="lin" valueType="num">
                                      <p:cBhvr>
                                        <p:cTn id="107" dur="1000" fill="hold"/>
                                        <p:tgtEl>
                                          <p:spTgt spid="96"/>
                                        </p:tgtEl>
                                        <p:attrNameLst>
                                          <p:attrName>ppt_y</p:attrName>
                                        </p:attrNameLst>
                                      </p:cBhvr>
                                      <p:tavLst>
                                        <p:tav tm="0">
                                          <p:val>
                                            <p:fltVal val="0.5"/>
                                          </p:val>
                                        </p:tav>
                                        <p:tav tm="100000">
                                          <p:val>
                                            <p:strVal val="#ppt_y"/>
                                          </p:val>
                                        </p:tav>
                                      </p:tavLst>
                                    </p:anim>
                                  </p:childTnLst>
                                </p:cTn>
                              </p:par>
                              <p:par>
                                <p:cTn id="108" presetID="2" presetClass="entr" presetSubtype="2" accel="50000" decel="50000" fill="hold" nodeType="withEffect">
                                  <p:stCondLst>
                                    <p:cond delay="0"/>
                                  </p:stCondLst>
                                  <p:childTnLst>
                                    <p:set>
                                      <p:cBhvr>
                                        <p:cTn id="109" dur="1" fill="hold">
                                          <p:stCondLst>
                                            <p:cond delay="0"/>
                                          </p:stCondLst>
                                        </p:cTn>
                                        <p:tgtEl>
                                          <p:spTgt spid="2"/>
                                        </p:tgtEl>
                                        <p:attrNameLst>
                                          <p:attrName>style.visibility</p:attrName>
                                        </p:attrNameLst>
                                      </p:cBhvr>
                                      <p:to>
                                        <p:strVal val="visible"/>
                                      </p:to>
                                    </p:set>
                                    <p:anim calcmode="lin" valueType="num">
                                      <p:cBhvr additive="base">
                                        <p:cTn id="110" dur="500" fill="hold"/>
                                        <p:tgtEl>
                                          <p:spTgt spid="2"/>
                                        </p:tgtEl>
                                        <p:attrNameLst>
                                          <p:attrName>ppt_x</p:attrName>
                                        </p:attrNameLst>
                                      </p:cBhvr>
                                      <p:tavLst>
                                        <p:tav tm="0">
                                          <p:val>
                                            <p:strVal val="1+#ppt_w/2"/>
                                          </p:val>
                                        </p:tav>
                                        <p:tav tm="100000">
                                          <p:val>
                                            <p:strVal val="#ppt_x"/>
                                          </p:val>
                                        </p:tav>
                                      </p:tavLst>
                                    </p:anim>
                                    <p:anim calcmode="lin" valueType="num">
                                      <p:cBhvr additive="base">
                                        <p:cTn id="111" dur="500" fill="hold"/>
                                        <p:tgtEl>
                                          <p:spTgt spid="2"/>
                                        </p:tgtEl>
                                        <p:attrNameLst>
                                          <p:attrName>ppt_y</p:attrName>
                                        </p:attrNameLst>
                                      </p:cBhvr>
                                      <p:tavLst>
                                        <p:tav tm="0">
                                          <p:val>
                                            <p:strVal val="#ppt_y"/>
                                          </p:val>
                                        </p:tav>
                                        <p:tav tm="100000">
                                          <p:val>
                                            <p:strVal val="#ppt_y"/>
                                          </p:val>
                                        </p:tav>
                                      </p:tavLst>
                                    </p:anim>
                                  </p:childTnLst>
                                </p:cTn>
                              </p:par>
                            </p:childTnLst>
                          </p:cTn>
                        </p:par>
                        <p:par>
                          <p:cTn id="112" fill="hold">
                            <p:stCondLst>
                              <p:cond delay="9500"/>
                            </p:stCondLst>
                            <p:childTnLst>
                              <p:par>
                                <p:cTn id="113" presetID="53" presetClass="entr" presetSubtype="0" fill="hold" grpId="0" nodeType="afterEffect">
                                  <p:stCondLst>
                                    <p:cond delay="0"/>
                                  </p:stCondLst>
                                  <p:childTnLst>
                                    <p:set>
                                      <p:cBhvr>
                                        <p:cTn id="114" dur="1" fill="hold">
                                          <p:stCondLst>
                                            <p:cond delay="0"/>
                                          </p:stCondLst>
                                        </p:cTn>
                                        <p:tgtEl>
                                          <p:spTgt spid="120"/>
                                        </p:tgtEl>
                                        <p:attrNameLst>
                                          <p:attrName>style.visibility</p:attrName>
                                        </p:attrNameLst>
                                      </p:cBhvr>
                                      <p:to>
                                        <p:strVal val="visible"/>
                                      </p:to>
                                    </p:set>
                                    <p:anim calcmode="lin" valueType="num">
                                      <p:cBhvr>
                                        <p:cTn id="115" dur="500" fill="hold"/>
                                        <p:tgtEl>
                                          <p:spTgt spid="120"/>
                                        </p:tgtEl>
                                        <p:attrNameLst>
                                          <p:attrName>ppt_w</p:attrName>
                                        </p:attrNameLst>
                                      </p:cBhvr>
                                      <p:tavLst>
                                        <p:tav tm="0">
                                          <p:val>
                                            <p:fltVal val="0"/>
                                          </p:val>
                                        </p:tav>
                                        <p:tav tm="100000">
                                          <p:val>
                                            <p:strVal val="#ppt_w"/>
                                          </p:val>
                                        </p:tav>
                                      </p:tavLst>
                                    </p:anim>
                                    <p:anim calcmode="lin" valueType="num">
                                      <p:cBhvr>
                                        <p:cTn id="116" dur="500" fill="hold"/>
                                        <p:tgtEl>
                                          <p:spTgt spid="120"/>
                                        </p:tgtEl>
                                        <p:attrNameLst>
                                          <p:attrName>ppt_h</p:attrName>
                                        </p:attrNameLst>
                                      </p:cBhvr>
                                      <p:tavLst>
                                        <p:tav tm="0">
                                          <p:val>
                                            <p:fltVal val="0"/>
                                          </p:val>
                                        </p:tav>
                                        <p:tav tm="100000">
                                          <p:val>
                                            <p:strVal val="#ppt_h"/>
                                          </p:val>
                                        </p:tav>
                                      </p:tavLst>
                                    </p:anim>
                                    <p:animEffect transition="in" filter="fade">
                                      <p:cBhvr>
                                        <p:cTn id="117" dur="500"/>
                                        <p:tgtEl>
                                          <p:spTgt spid="120"/>
                                        </p:tgtEl>
                                      </p:cBhvr>
                                    </p:animEffect>
                                  </p:childTnLst>
                                </p:cTn>
                              </p:par>
                            </p:childTnLst>
                          </p:cTn>
                        </p:par>
                        <p:par>
                          <p:cTn id="118" fill="hold">
                            <p:stCondLst>
                              <p:cond delay="10000"/>
                            </p:stCondLst>
                            <p:childTnLst>
                              <p:par>
                                <p:cTn id="119" presetID="22" presetClass="entr" presetSubtype="2" fill="hold" grpId="0" nodeType="afterEffect">
                                  <p:stCondLst>
                                    <p:cond delay="0"/>
                                  </p:stCondLst>
                                  <p:childTnLst>
                                    <p:set>
                                      <p:cBhvr>
                                        <p:cTn id="120" dur="1" fill="hold">
                                          <p:stCondLst>
                                            <p:cond delay="0"/>
                                          </p:stCondLst>
                                        </p:cTn>
                                        <p:tgtEl>
                                          <p:spTgt spid="119"/>
                                        </p:tgtEl>
                                        <p:attrNameLst>
                                          <p:attrName>style.visibility</p:attrName>
                                        </p:attrNameLst>
                                      </p:cBhvr>
                                      <p:to>
                                        <p:strVal val="visible"/>
                                      </p:to>
                                    </p:set>
                                    <p:animEffect transition="in" filter="wipe(right)">
                                      <p:cBhvr>
                                        <p:cTn id="121"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99" grpId="0" animBg="1"/>
      <p:bldP spid="93" grpId="0" animBg="1"/>
      <p:bldP spid="85" grpId="0" animBg="1"/>
      <p:bldP spid="61" grpId="0" animBg="1"/>
      <p:bldP spid="113" grpId="0"/>
      <p:bldP spid="114" grpId="0" animBg="1"/>
      <p:bldP spid="115" grpId="0"/>
      <p:bldP spid="116" grpId="0" animBg="1"/>
      <p:bldP spid="117" grpId="0"/>
      <p:bldP spid="118" grpId="0" animBg="1"/>
      <p:bldP spid="119" grpId="0"/>
      <p:bldP spid="12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45"/>
          <p:cNvGrpSpPr/>
          <p:nvPr/>
        </p:nvGrpSpPr>
        <p:grpSpPr>
          <a:xfrm>
            <a:off x="702418" y="2305050"/>
            <a:ext cx="1540213" cy="1242910"/>
            <a:chOff x="721468" y="2305050"/>
            <a:chExt cx="1540213" cy="1242910"/>
          </a:xfrm>
        </p:grpSpPr>
        <p:sp>
          <p:nvSpPr>
            <p:cNvPr id="115" name="Rectangle 114"/>
            <p:cNvSpPr/>
            <p:nvPr/>
          </p:nvSpPr>
          <p:spPr>
            <a:xfrm>
              <a:off x="721468" y="2305050"/>
              <a:ext cx="1540213" cy="12429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1" name="TextBox 70"/>
            <p:cNvSpPr txBox="1"/>
            <p:nvPr/>
          </p:nvSpPr>
          <p:spPr>
            <a:xfrm>
              <a:off x="1004261" y="2823031"/>
              <a:ext cx="974626" cy="215444"/>
            </a:xfrm>
            <a:prstGeom prst="rect">
              <a:avLst/>
            </a:prstGeom>
            <a:noFill/>
          </p:spPr>
          <p:txBody>
            <a:bodyPr wrap="none" lIns="0" tIns="0" rIns="0" bIns="0" rtlCol="0" anchor="ctr">
              <a:spAutoFit/>
            </a:bodyPr>
            <a:lstStyle/>
            <a:p>
              <a:pPr algn="ctr"/>
              <a:r>
                <a:rPr lang="en-US" sz="1400" b="1" dirty="0">
                  <a:solidFill>
                    <a:schemeClr val="tx1">
                      <a:lumMod val="75000"/>
                      <a:lumOff val="25000"/>
                    </a:schemeClr>
                  </a:solidFill>
                </a:rPr>
                <a:t>Keyword Here</a:t>
              </a:r>
            </a:p>
          </p:txBody>
        </p:sp>
      </p:grpSp>
      <p:grpSp>
        <p:nvGrpSpPr>
          <p:cNvPr id="3" name="Group 146"/>
          <p:cNvGrpSpPr/>
          <p:nvPr/>
        </p:nvGrpSpPr>
        <p:grpSpPr>
          <a:xfrm>
            <a:off x="2252156" y="2305051"/>
            <a:ext cx="1540213" cy="1242910"/>
            <a:chOff x="2261681" y="2305051"/>
            <a:chExt cx="1540213" cy="1242910"/>
          </a:xfrm>
        </p:grpSpPr>
        <p:sp>
          <p:nvSpPr>
            <p:cNvPr id="125" name="Rectangle 124"/>
            <p:cNvSpPr/>
            <p:nvPr/>
          </p:nvSpPr>
          <p:spPr>
            <a:xfrm>
              <a:off x="2261681" y="2305051"/>
              <a:ext cx="1540213" cy="12429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2" name="TextBox 71"/>
            <p:cNvSpPr txBox="1"/>
            <p:nvPr/>
          </p:nvSpPr>
          <p:spPr>
            <a:xfrm>
              <a:off x="2544474" y="2823031"/>
              <a:ext cx="974626" cy="215444"/>
            </a:xfrm>
            <a:prstGeom prst="rect">
              <a:avLst/>
            </a:prstGeom>
            <a:noFill/>
          </p:spPr>
          <p:txBody>
            <a:bodyPr wrap="none" lIns="0" tIns="0" rIns="0" bIns="0" rtlCol="0" anchor="ctr">
              <a:spAutoFit/>
            </a:bodyPr>
            <a:lstStyle/>
            <a:p>
              <a:pPr algn="ctr"/>
              <a:r>
                <a:rPr lang="en-US" sz="1400" b="1" dirty="0">
                  <a:solidFill>
                    <a:schemeClr val="tx1">
                      <a:lumMod val="75000"/>
                      <a:lumOff val="25000"/>
                    </a:schemeClr>
                  </a:solidFill>
                </a:rPr>
                <a:t>Keyword Here</a:t>
              </a:r>
            </a:p>
          </p:txBody>
        </p:sp>
      </p:grpSp>
      <p:grpSp>
        <p:nvGrpSpPr>
          <p:cNvPr id="4" name="Group 147"/>
          <p:cNvGrpSpPr/>
          <p:nvPr/>
        </p:nvGrpSpPr>
        <p:grpSpPr>
          <a:xfrm>
            <a:off x="3801894" y="2305052"/>
            <a:ext cx="1540213" cy="1242912"/>
            <a:chOff x="3801894" y="2305052"/>
            <a:chExt cx="1540213" cy="1242912"/>
          </a:xfrm>
        </p:grpSpPr>
        <p:sp>
          <p:nvSpPr>
            <p:cNvPr id="120" name="Rectangle 119"/>
            <p:cNvSpPr/>
            <p:nvPr/>
          </p:nvSpPr>
          <p:spPr>
            <a:xfrm>
              <a:off x="3801894" y="2305052"/>
              <a:ext cx="1540213" cy="124291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TextBox 72"/>
            <p:cNvSpPr txBox="1"/>
            <p:nvPr/>
          </p:nvSpPr>
          <p:spPr>
            <a:xfrm>
              <a:off x="4084687" y="2823031"/>
              <a:ext cx="974626" cy="215444"/>
            </a:xfrm>
            <a:prstGeom prst="rect">
              <a:avLst/>
            </a:prstGeom>
            <a:noFill/>
          </p:spPr>
          <p:txBody>
            <a:bodyPr wrap="none" lIns="0" tIns="0" rIns="0" bIns="0" rtlCol="0" anchor="ctr">
              <a:spAutoFit/>
            </a:bodyPr>
            <a:lstStyle/>
            <a:p>
              <a:pPr algn="ctr"/>
              <a:r>
                <a:rPr lang="en-US" sz="1400" b="1" dirty="0">
                  <a:solidFill>
                    <a:schemeClr val="tx1">
                      <a:lumMod val="75000"/>
                      <a:lumOff val="25000"/>
                    </a:schemeClr>
                  </a:solidFill>
                </a:rPr>
                <a:t>Keyword Here</a:t>
              </a:r>
            </a:p>
          </p:txBody>
        </p:sp>
      </p:grpSp>
      <p:grpSp>
        <p:nvGrpSpPr>
          <p:cNvPr id="5" name="Group 148"/>
          <p:cNvGrpSpPr/>
          <p:nvPr/>
        </p:nvGrpSpPr>
        <p:grpSpPr>
          <a:xfrm>
            <a:off x="5351631" y="2305050"/>
            <a:ext cx="1540213" cy="1242909"/>
            <a:chOff x="5342106" y="2305050"/>
            <a:chExt cx="1540213" cy="1242909"/>
          </a:xfrm>
        </p:grpSpPr>
        <p:sp>
          <p:nvSpPr>
            <p:cNvPr id="130" name="Rectangle 129"/>
            <p:cNvSpPr/>
            <p:nvPr/>
          </p:nvSpPr>
          <p:spPr>
            <a:xfrm>
              <a:off x="5342106" y="2305050"/>
              <a:ext cx="1540213" cy="12429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4" name="TextBox 73"/>
            <p:cNvSpPr txBox="1"/>
            <p:nvPr/>
          </p:nvSpPr>
          <p:spPr>
            <a:xfrm>
              <a:off x="5624899" y="2823031"/>
              <a:ext cx="974626" cy="215444"/>
            </a:xfrm>
            <a:prstGeom prst="rect">
              <a:avLst/>
            </a:prstGeom>
            <a:noFill/>
          </p:spPr>
          <p:txBody>
            <a:bodyPr wrap="none" lIns="0" tIns="0" rIns="0" bIns="0" rtlCol="0" anchor="ctr">
              <a:spAutoFit/>
            </a:bodyPr>
            <a:lstStyle/>
            <a:p>
              <a:pPr algn="ctr"/>
              <a:r>
                <a:rPr lang="en-US" sz="1400" b="1" dirty="0">
                  <a:solidFill>
                    <a:schemeClr val="tx1">
                      <a:lumMod val="75000"/>
                      <a:lumOff val="25000"/>
                    </a:schemeClr>
                  </a:solidFill>
                </a:rPr>
                <a:t>Keyword Here</a:t>
              </a:r>
            </a:p>
          </p:txBody>
        </p:sp>
      </p:grpSp>
      <p:grpSp>
        <p:nvGrpSpPr>
          <p:cNvPr id="10" name="Group 149"/>
          <p:cNvGrpSpPr/>
          <p:nvPr/>
        </p:nvGrpSpPr>
        <p:grpSpPr>
          <a:xfrm>
            <a:off x="6901369" y="2305050"/>
            <a:ext cx="1540213" cy="1242909"/>
            <a:chOff x="6882319" y="2305050"/>
            <a:chExt cx="1540213" cy="1242909"/>
          </a:xfrm>
        </p:grpSpPr>
        <p:sp>
          <p:nvSpPr>
            <p:cNvPr id="135" name="Rectangle 134"/>
            <p:cNvSpPr/>
            <p:nvPr/>
          </p:nvSpPr>
          <p:spPr>
            <a:xfrm>
              <a:off x="6882319" y="2305050"/>
              <a:ext cx="1540213" cy="124290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5" name="TextBox 74"/>
            <p:cNvSpPr txBox="1"/>
            <p:nvPr/>
          </p:nvSpPr>
          <p:spPr>
            <a:xfrm>
              <a:off x="7165112" y="2823031"/>
              <a:ext cx="974626" cy="215444"/>
            </a:xfrm>
            <a:prstGeom prst="rect">
              <a:avLst/>
            </a:prstGeom>
            <a:noFill/>
          </p:spPr>
          <p:txBody>
            <a:bodyPr wrap="none" lIns="0" tIns="0" rIns="0" bIns="0" rtlCol="0" anchor="ctr">
              <a:spAutoFit/>
            </a:bodyPr>
            <a:lstStyle/>
            <a:p>
              <a:pPr algn="ctr"/>
              <a:r>
                <a:rPr lang="en-US" sz="1400" b="1" dirty="0">
                  <a:solidFill>
                    <a:schemeClr val="tx1">
                      <a:lumMod val="75000"/>
                      <a:lumOff val="25000"/>
                    </a:schemeClr>
                  </a:solidFill>
                </a:rPr>
                <a:t>Keyword Here</a:t>
              </a:r>
            </a:p>
          </p:txBody>
        </p:sp>
      </p:grpSp>
      <p:sp>
        <p:nvSpPr>
          <p:cNvPr id="7" name="Title 6"/>
          <p:cNvSpPr>
            <a:spLocks noGrp="1"/>
          </p:cNvSpPr>
          <p:nvPr>
            <p:ph type="title"/>
          </p:nvPr>
        </p:nvSpPr>
        <p:spPr/>
        <p:txBody>
          <a:bodyPr/>
          <a:lstStyle/>
          <a:p>
            <a:r>
              <a:rPr lang="en-US"/>
              <a:t>Management Infographic</a:t>
            </a:r>
            <a:endParaRPr lang="en-US" dirty="0"/>
          </a:p>
        </p:txBody>
      </p:sp>
      <p:sp>
        <p:nvSpPr>
          <p:cNvPr id="8" name="Text Placeholder 7"/>
          <p:cNvSpPr>
            <a:spLocks noGrp="1"/>
          </p:cNvSpPr>
          <p:nvPr>
            <p:ph type="body" sz="half" idx="2"/>
          </p:nvPr>
        </p:nvSpPr>
        <p:spPr/>
        <p:txBody>
          <a:bodyPr/>
          <a:lstStyle/>
          <a:p>
            <a:r>
              <a:rPr lang="en-US"/>
              <a:t>Management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62</a:t>
            </a:fld>
            <a:endParaRPr lang="en-US" dirty="0"/>
          </a:p>
        </p:txBody>
      </p:sp>
      <p:grpSp>
        <p:nvGrpSpPr>
          <p:cNvPr id="13" name="Group 137"/>
          <p:cNvGrpSpPr/>
          <p:nvPr/>
        </p:nvGrpSpPr>
        <p:grpSpPr>
          <a:xfrm>
            <a:off x="3801894" y="1057277"/>
            <a:ext cx="1540213" cy="1523998"/>
            <a:chOff x="3801894" y="1123952"/>
            <a:chExt cx="1540213" cy="1523998"/>
          </a:xfrm>
        </p:grpSpPr>
        <p:grpSp>
          <p:nvGrpSpPr>
            <p:cNvPr id="16" name="Group 76"/>
            <p:cNvGrpSpPr/>
            <p:nvPr/>
          </p:nvGrpSpPr>
          <p:grpSpPr>
            <a:xfrm>
              <a:off x="3801894" y="1123952"/>
              <a:ext cx="1540213" cy="1523998"/>
              <a:chOff x="3801894" y="1123952"/>
              <a:chExt cx="1540213" cy="1523998"/>
            </a:xfrm>
          </p:grpSpPr>
          <p:sp>
            <p:nvSpPr>
              <p:cNvPr id="66" name="Isosceles Triangle 65"/>
              <p:cNvSpPr/>
              <p:nvPr/>
            </p:nvSpPr>
            <p:spPr>
              <a:xfrm flipV="1">
                <a:off x="4381500" y="2343150"/>
                <a:ext cx="381000" cy="304800"/>
              </a:xfrm>
              <a:prstGeom prst="triangle">
                <a:avLst/>
              </a:prstGeom>
              <a:solidFill>
                <a:schemeClr val="accent3">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23"/>
              <p:cNvGrpSpPr/>
              <p:nvPr/>
            </p:nvGrpSpPr>
            <p:grpSpPr>
              <a:xfrm>
                <a:off x="3801894" y="1123952"/>
                <a:ext cx="1540213" cy="1327509"/>
                <a:chOff x="2905413" y="1285293"/>
                <a:chExt cx="784417" cy="1675616"/>
              </a:xfrm>
            </p:grpSpPr>
            <p:sp>
              <p:nvSpPr>
                <p:cNvPr id="11" name="Rectangle 10"/>
                <p:cNvSpPr/>
                <p:nvPr/>
              </p:nvSpPr>
              <p:spPr>
                <a:xfrm>
                  <a:off x="2905413" y="1392074"/>
                  <a:ext cx="784417" cy="156883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 name="Rectangle 11"/>
                <p:cNvSpPr/>
                <p:nvPr/>
              </p:nvSpPr>
              <p:spPr>
                <a:xfrm>
                  <a:off x="2905413" y="1285293"/>
                  <a:ext cx="784417" cy="15688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31" name="Freeform 52"/>
            <p:cNvSpPr>
              <a:spLocks noEditPoints="1"/>
            </p:cNvSpPr>
            <p:nvPr/>
          </p:nvSpPr>
          <p:spPr bwMode="auto">
            <a:xfrm>
              <a:off x="4381124" y="1559035"/>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135"/>
          <p:cNvGrpSpPr/>
          <p:nvPr/>
        </p:nvGrpSpPr>
        <p:grpSpPr>
          <a:xfrm>
            <a:off x="702418" y="1057275"/>
            <a:ext cx="1540213" cy="1524000"/>
            <a:chOff x="721468" y="1123950"/>
            <a:chExt cx="1540213" cy="1524000"/>
          </a:xfrm>
        </p:grpSpPr>
        <p:grpSp>
          <p:nvGrpSpPr>
            <p:cNvPr id="23" name="Group 69"/>
            <p:cNvGrpSpPr/>
            <p:nvPr/>
          </p:nvGrpSpPr>
          <p:grpSpPr>
            <a:xfrm>
              <a:off x="721468" y="1123950"/>
              <a:ext cx="1540213" cy="1524000"/>
              <a:chOff x="721468" y="1123950"/>
              <a:chExt cx="1540213" cy="1524000"/>
            </a:xfrm>
          </p:grpSpPr>
          <p:sp>
            <p:nvSpPr>
              <p:cNvPr id="65" name="Isosceles Triangle 64"/>
              <p:cNvSpPr/>
              <p:nvPr/>
            </p:nvSpPr>
            <p:spPr>
              <a:xfrm flipV="1">
                <a:off x="1301074" y="2343150"/>
                <a:ext cx="381000" cy="304800"/>
              </a:xfrm>
              <a:prstGeom prst="triangle">
                <a:avLst/>
              </a:prstGeom>
              <a:solidFill>
                <a:schemeClr val="accent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p:cNvGrpSpPr/>
              <p:nvPr/>
            </p:nvGrpSpPr>
            <p:grpSpPr>
              <a:xfrm>
                <a:off x="721468" y="1123950"/>
                <a:ext cx="1540213" cy="1327509"/>
                <a:chOff x="2905413" y="1285292"/>
                <a:chExt cx="784417" cy="1675617"/>
              </a:xfrm>
            </p:grpSpPr>
            <p:sp>
              <p:nvSpPr>
                <p:cNvPr id="14" name="Rectangle 13"/>
                <p:cNvSpPr/>
                <p:nvPr/>
              </p:nvSpPr>
              <p:spPr>
                <a:xfrm>
                  <a:off x="2905413" y="1392073"/>
                  <a:ext cx="784417" cy="156883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5" name="Rectangle 14"/>
                <p:cNvSpPr/>
                <p:nvPr/>
              </p:nvSpPr>
              <p:spPr>
                <a:xfrm>
                  <a:off x="2905413" y="1285292"/>
                  <a:ext cx="784417" cy="15688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36" name="Freeform 42"/>
            <p:cNvSpPr>
              <a:spLocks noEditPoints="1"/>
            </p:cNvSpPr>
            <p:nvPr/>
          </p:nvSpPr>
          <p:spPr bwMode="auto">
            <a:xfrm>
              <a:off x="1270110" y="158570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138"/>
          <p:cNvGrpSpPr/>
          <p:nvPr/>
        </p:nvGrpSpPr>
        <p:grpSpPr>
          <a:xfrm>
            <a:off x="5351631" y="1057275"/>
            <a:ext cx="1540213" cy="1524000"/>
            <a:chOff x="5342106" y="1123950"/>
            <a:chExt cx="1540213" cy="1524000"/>
          </a:xfrm>
        </p:grpSpPr>
        <p:grpSp>
          <p:nvGrpSpPr>
            <p:cNvPr id="26" name="Group 77"/>
            <p:cNvGrpSpPr/>
            <p:nvPr/>
          </p:nvGrpSpPr>
          <p:grpSpPr>
            <a:xfrm>
              <a:off x="5342106" y="1123950"/>
              <a:ext cx="1540213" cy="1524000"/>
              <a:chOff x="5342106" y="1123950"/>
              <a:chExt cx="1540213" cy="1524000"/>
            </a:xfrm>
          </p:grpSpPr>
          <p:sp>
            <p:nvSpPr>
              <p:cNvPr id="68" name="Isosceles Triangle 67"/>
              <p:cNvSpPr/>
              <p:nvPr/>
            </p:nvSpPr>
            <p:spPr>
              <a:xfrm flipV="1">
                <a:off x="5921712" y="2343150"/>
                <a:ext cx="381000" cy="304800"/>
              </a:xfrm>
              <a:prstGeom prst="triangle">
                <a:avLst/>
              </a:prstGeom>
              <a:solidFill>
                <a:schemeClr val="accent4">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23"/>
              <p:cNvGrpSpPr/>
              <p:nvPr/>
            </p:nvGrpSpPr>
            <p:grpSpPr>
              <a:xfrm>
                <a:off x="5342106" y="1123950"/>
                <a:ext cx="1540213" cy="1327508"/>
                <a:chOff x="2905413" y="1245382"/>
                <a:chExt cx="784417" cy="1675617"/>
              </a:xfrm>
            </p:grpSpPr>
            <p:sp>
              <p:nvSpPr>
                <p:cNvPr id="6" name="Rectangle 5"/>
                <p:cNvSpPr/>
                <p:nvPr/>
              </p:nvSpPr>
              <p:spPr>
                <a:xfrm>
                  <a:off x="2905413" y="1352164"/>
                  <a:ext cx="784417" cy="156883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 name="Rectangle 8"/>
                <p:cNvSpPr/>
                <p:nvPr/>
              </p:nvSpPr>
              <p:spPr>
                <a:xfrm>
                  <a:off x="2905413" y="1245382"/>
                  <a:ext cx="784417" cy="15688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46" name="Freeform 86"/>
            <p:cNvSpPr>
              <a:spLocks noEditPoints="1"/>
            </p:cNvSpPr>
            <p:nvPr/>
          </p:nvSpPr>
          <p:spPr bwMode="auto">
            <a:xfrm>
              <a:off x="5977031" y="1524299"/>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36"/>
          <p:cNvGrpSpPr/>
          <p:nvPr/>
        </p:nvGrpSpPr>
        <p:grpSpPr>
          <a:xfrm>
            <a:off x="2252156" y="1057276"/>
            <a:ext cx="1540213" cy="1523999"/>
            <a:chOff x="2261681" y="1123951"/>
            <a:chExt cx="1540213" cy="1523999"/>
          </a:xfrm>
        </p:grpSpPr>
        <p:grpSp>
          <p:nvGrpSpPr>
            <p:cNvPr id="29" name="Group 75"/>
            <p:cNvGrpSpPr/>
            <p:nvPr/>
          </p:nvGrpSpPr>
          <p:grpSpPr>
            <a:xfrm>
              <a:off x="2261681" y="1123951"/>
              <a:ext cx="1540213" cy="1523999"/>
              <a:chOff x="2261681" y="1123951"/>
              <a:chExt cx="1540213" cy="1523999"/>
            </a:xfrm>
          </p:grpSpPr>
          <p:sp>
            <p:nvSpPr>
              <p:cNvPr id="67" name="Isosceles Triangle 66"/>
              <p:cNvSpPr/>
              <p:nvPr/>
            </p:nvSpPr>
            <p:spPr>
              <a:xfrm flipV="1">
                <a:off x="2841287" y="2343150"/>
                <a:ext cx="381000" cy="304800"/>
              </a:xfrm>
              <a:prstGeom prst="triangle">
                <a:avLst/>
              </a:prstGeom>
              <a:solidFill>
                <a:schemeClr val="accent2">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 name="Group 23"/>
              <p:cNvGrpSpPr/>
              <p:nvPr/>
            </p:nvGrpSpPr>
            <p:grpSpPr>
              <a:xfrm>
                <a:off x="2261681" y="1123951"/>
                <a:ext cx="1540213" cy="1327509"/>
                <a:chOff x="2905413" y="1245382"/>
                <a:chExt cx="784417" cy="1675617"/>
              </a:xfrm>
            </p:grpSpPr>
            <p:sp>
              <p:nvSpPr>
                <p:cNvPr id="17" name="Rectangle 16"/>
                <p:cNvSpPr/>
                <p:nvPr/>
              </p:nvSpPr>
              <p:spPr>
                <a:xfrm>
                  <a:off x="2905413" y="1352164"/>
                  <a:ext cx="784417" cy="15688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8" name="Rectangle 17"/>
                <p:cNvSpPr/>
                <p:nvPr/>
              </p:nvSpPr>
              <p:spPr>
                <a:xfrm>
                  <a:off x="2905413" y="1245382"/>
                  <a:ext cx="784417" cy="156883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56" name="Freeform 178"/>
            <p:cNvSpPr>
              <a:spLocks noEditPoints="1"/>
            </p:cNvSpPr>
            <p:nvPr/>
          </p:nvSpPr>
          <p:spPr bwMode="auto">
            <a:xfrm>
              <a:off x="2816950" y="1608369"/>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 name="Group 139"/>
          <p:cNvGrpSpPr/>
          <p:nvPr/>
        </p:nvGrpSpPr>
        <p:grpSpPr>
          <a:xfrm>
            <a:off x="6901369" y="1057275"/>
            <a:ext cx="1540213" cy="1524000"/>
            <a:chOff x="6882319" y="1123950"/>
            <a:chExt cx="1540213" cy="1524000"/>
          </a:xfrm>
        </p:grpSpPr>
        <p:grpSp>
          <p:nvGrpSpPr>
            <p:cNvPr id="34" name="Group 78"/>
            <p:cNvGrpSpPr/>
            <p:nvPr/>
          </p:nvGrpSpPr>
          <p:grpSpPr>
            <a:xfrm>
              <a:off x="6882319" y="1123950"/>
              <a:ext cx="1540213" cy="1524000"/>
              <a:chOff x="6882319" y="1123950"/>
              <a:chExt cx="1540213" cy="1524000"/>
            </a:xfrm>
          </p:grpSpPr>
          <p:sp>
            <p:nvSpPr>
              <p:cNvPr id="69" name="Isosceles Triangle 68"/>
              <p:cNvSpPr/>
              <p:nvPr/>
            </p:nvSpPr>
            <p:spPr>
              <a:xfrm flipV="1">
                <a:off x="7461925" y="2343150"/>
                <a:ext cx="381000" cy="304800"/>
              </a:xfrm>
              <a:prstGeom prst="triangle">
                <a:avLst/>
              </a:prstGeom>
              <a:solidFill>
                <a:schemeClr val="accent5">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5" name="Group 23"/>
              <p:cNvGrpSpPr/>
              <p:nvPr/>
            </p:nvGrpSpPr>
            <p:grpSpPr>
              <a:xfrm>
                <a:off x="6882319" y="1123950"/>
                <a:ext cx="1540213" cy="1327508"/>
                <a:chOff x="2905413" y="1245382"/>
                <a:chExt cx="784417" cy="1675617"/>
              </a:xfrm>
            </p:grpSpPr>
            <p:sp>
              <p:nvSpPr>
                <p:cNvPr id="20" name="Rectangle 19"/>
                <p:cNvSpPr/>
                <p:nvPr/>
              </p:nvSpPr>
              <p:spPr>
                <a:xfrm>
                  <a:off x="2905413" y="1352164"/>
                  <a:ext cx="784417" cy="1568835"/>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1" name="Rectangle 20"/>
                <p:cNvSpPr/>
                <p:nvPr/>
              </p:nvSpPr>
              <p:spPr>
                <a:xfrm>
                  <a:off x="2905413" y="1245382"/>
                  <a:ext cx="784417" cy="15688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62" name="Freeform 83"/>
            <p:cNvSpPr>
              <a:spLocks noEditPoints="1"/>
            </p:cNvSpPr>
            <p:nvPr/>
          </p:nvSpPr>
          <p:spPr bwMode="auto">
            <a:xfrm>
              <a:off x="7521560" y="1547163"/>
              <a:ext cx="293165" cy="43974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 name="Group 140"/>
          <p:cNvGrpSpPr/>
          <p:nvPr/>
        </p:nvGrpSpPr>
        <p:grpSpPr>
          <a:xfrm>
            <a:off x="620018" y="3267075"/>
            <a:ext cx="1665982" cy="1524000"/>
            <a:chOff x="639068" y="3333750"/>
            <a:chExt cx="1665982" cy="1524000"/>
          </a:xfrm>
        </p:grpSpPr>
        <p:grpSp>
          <p:nvGrpSpPr>
            <p:cNvPr id="38" name="Group 79"/>
            <p:cNvGrpSpPr/>
            <p:nvPr/>
          </p:nvGrpSpPr>
          <p:grpSpPr>
            <a:xfrm flipV="1">
              <a:off x="721468" y="3333750"/>
              <a:ext cx="1540213" cy="1524000"/>
              <a:chOff x="721468" y="1123950"/>
              <a:chExt cx="1540213" cy="1524000"/>
            </a:xfrm>
          </p:grpSpPr>
          <p:sp>
            <p:nvSpPr>
              <p:cNvPr id="82" name="Isosceles Triangle 81"/>
              <p:cNvSpPr/>
              <p:nvPr/>
            </p:nvSpPr>
            <p:spPr>
              <a:xfrm flipV="1">
                <a:off x="1301074" y="2343150"/>
                <a:ext cx="381000" cy="304800"/>
              </a:xfrm>
              <a:prstGeom prst="triangle">
                <a:avLst/>
              </a:prstGeom>
              <a:solidFill>
                <a:schemeClr val="accent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9" name="Group 23"/>
              <p:cNvGrpSpPr/>
              <p:nvPr/>
            </p:nvGrpSpPr>
            <p:grpSpPr>
              <a:xfrm>
                <a:off x="721468" y="1123950"/>
                <a:ext cx="1540213" cy="1327509"/>
                <a:chOff x="2905413" y="1285292"/>
                <a:chExt cx="784417" cy="1675617"/>
              </a:xfrm>
            </p:grpSpPr>
            <p:sp>
              <p:nvSpPr>
                <p:cNvPr id="83" name="Rectangle 82"/>
                <p:cNvSpPr/>
                <p:nvPr/>
              </p:nvSpPr>
              <p:spPr>
                <a:xfrm>
                  <a:off x="2905413" y="1392073"/>
                  <a:ext cx="784417" cy="156883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Rectangle 83"/>
                <p:cNvSpPr/>
                <p:nvPr/>
              </p:nvSpPr>
              <p:spPr>
                <a:xfrm>
                  <a:off x="2905413" y="1285292"/>
                  <a:ext cx="784417" cy="15688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106" name="TextBox 105"/>
            <p:cNvSpPr txBox="1"/>
            <p:nvPr/>
          </p:nvSpPr>
          <p:spPr>
            <a:xfrm>
              <a:off x="639068" y="3854589"/>
              <a:ext cx="1665982" cy="707886"/>
            </a:xfrm>
            <a:prstGeom prst="rect">
              <a:avLst/>
            </a:prstGeom>
            <a:noFill/>
          </p:spPr>
          <p:txBody>
            <a:bodyPr wrap="square" rtlCol="0">
              <a:spAutoFit/>
            </a:bodyPr>
            <a:lstStyle/>
            <a:p>
              <a:pPr algn="ctr"/>
              <a:r>
                <a:rPr lang="en-US" sz="1000" dirty="0">
                  <a:solidFill>
                    <a:schemeClr val="bg1"/>
                  </a:solidFill>
                </a:rPr>
                <a:t>There are many variations of passages of Lorem Ipsum available but the suffered</a:t>
              </a:r>
              <a:br>
                <a:rPr lang="en-US" sz="1000" dirty="0">
                  <a:solidFill>
                    <a:schemeClr val="bg1"/>
                  </a:solidFill>
                </a:rPr>
              </a:br>
              <a:r>
                <a:rPr lang="en-US" sz="1000" dirty="0">
                  <a:solidFill>
                    <a:schemeClr val="bg1"/>
                  </a:solidFill>
                </a:rPr>
                <a:t> alteration in</a:t>
              </a:r>
            </a:p>
          </p:txBody>
        </p:sp>
      </p:grpSp>
      <p:grpSp>
        <p:nvGrpSpPr>
          <p:cNvPr id="40" name="Group 141"/>
          <p:cNvGrpSpPr/>
          <p:nvPr/>
        </p:nvGrpSpPr>
        <p:grpSpPr>
          <a:xfrm>
            <a:off x="2173201" y="3267075"/>
            <a:ext cx="1665982" cy="1523999"/>
            <a:chOff x="2182726" y="3333750"/>
            <a:chExt cx="1665982" cy="1523999"/>
          </a:xfrm>
        </p:grpSpPr>
        <p:grpSp>
          <p:nvGrpSpPr>
            <p:cNvPr id="41" name="Group 89"/>
            <p:cNvGrpSpPr/>
            <p:nvPr/>
          </p:nvGrpSpPr>
          <p:grpSpPr>
            <a:xfrm flipV="1">
              <a:off x="2261681" y="3333750"/>
              <a:ext cx="1540213" cy="1523999"/>
              <a:chOff x="2261681" y="1123951"/>
              <a:chExt cx="1540213" cy="1523999"/>
            </a:xfrm>
          </p:grpSpPr>
          <p:sp>
            <p:nvSpPr>
              <p:cNvPr id="92" name="Isosceles Triangle 91"/>
              <p:cNvSpPr/>
              <p:nvPr/>
            </p:nvSpPr>
            <p:spPr>
              <a:xfrm flipV="1">
                <a:off x="2841287" y="2343150"/>
                <a:ext cx="381000" cy="304800"/>
              </a:xfrm>
              <a:prstGeom prst="triangle">
                <a:avLst/>
              </a:prstGeom>
              <a:solidFill>
                <a:schemeClr val="accent2">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2" name="Group 23"/>
              <p:cNvGrpSpPr/>
              <p:nvPr/>
            </p:nvGrpSpPr>
            <p:grpSpPr>
              <a:xfrm>
                <a:off x="2261681" y="1123951"/>
                <a:ext cx="1540213" cy="1327509"/>
                <a:chOff x="2905413" y="1245382"/>
                <a:chExt cx="784417" cy="1675617"/>
              </a:xfrm>
            </p:grpSpPr>
            <p:sp>
              <p:nvSpPr>
                <p:cNvPr id="93" name="Rectangle 92"/>
                <p:cNvSpPr/>
                <p:nvPr/>
              </p:nvSpPr>
              <p:spPr>
                <a:xfrm>
                  <a:off x="2905413" y="1352164"/>
                  <a:ext cx="784417" cy="15688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Rectangle 93"/>
                <p:cNvSpPr/>
                <p:nvPr/>
              </p:nvSpPr>
              <p:spPr>
                <a:xfrm>
                  <a:off x="2905413" y="1245382"/>
                  <a:ext cx="784417" cy="156883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107" name="TextBox 106"/>
            <p:cNvSpPr txBox="1"/>
            <p:nvPr/>
          </p:nvSpPr>
          <p:spPr>
            <a:xfrm>
              <a:off x="2182726" y="3854589"/>
              <a:ext cx="1665982" cy="707886"/>
            </a:xfrm>
            <a:prstGeom prst="rect">
              <a:avLst/>
            </a:prstGeom>
            <a:noFill/>
          </p:spPr>
          <p:txBody>
            <a:bodyPr wrap="square" rtlCol="0">
              <a:spAutoFit/>
            </a:bodyPr>
            <a:lstStyle/>
            <a:p>
              <a:pPr algn="ctr"/>
              <a:r>
                <a:rPr lang="en-US" sz="1000" dirty="0">
                  <a:solidFill>
                    <a:schemeClr val="bg1"/>
                  </a:solidFill>
                </a:rPr>
                <a:t>There are many variations of passages of Lorem Ipsum available but the suffered</a:t>
              </a:r>
              <a:br>
                <a:rPr lang="en-US" sz="1000" dirty="0">
                  <a:solidFill>
                    <a:schemeClr val="bg1"/>
                  </a:solidFill>
                </a:rPr>
              </a:br>
              <a:r>
                <a:rPr lang="en-US" sz="1000" dirty="0">
                  <a:solidFill>
                    <a:schemeClr val="bg1"/>
                  </a:solidFill>
                </a:rPr>
                <a:t> alteration in</a:t>
              </a:r>
            </a:p>
          </p:txBody>
        </p:sp>
      </p:grpSp>
      <p:grpSp>
        <p:nvGrpSpPr>
          <p:cNvPr id="43" name="Group 142"/>
          <p:cNvGrpSpPr/>
          <p:nvPr/>
        </p:nvGrpSpPr>
        <p:grpSpPr>
          <a:xfrm>
            <a:off x="3726384" y="3267075"/>
            <a:ext cx="1665982" cy="1523998"/>
            <a:chOff x="3726384" y="3333750"/>
            <a:chExt cx="1665982" cy="1523998"/>
          </a:xfrm>
        </p:grpSpPr>
        <p:grpSp>
          <p:nvGrpSpPr>
            <p:cNvPr id="44" name="Group 84"/>
            <p:cNvGrpSpPr/>
            <p:nvPr/>
          </p:nvGrpSpPr>
          <p:grpSpPr>
            <a:xfrm flipV="1">
              <a:off x="3801894" y="3333750"/>
              <a:ext cx="1540213" cy="1523998"/>
              <a:chOff x="3801894" y="1123952"/>
              <a:chExt cx="1540213" cy="1523998"/>
            </a:xfrm>
          </p:grpSpPr>
          <p:sp>
            <p:nvSpPr>
              <p:cNvPr id="87" name="Isosceles Triangle 86"/>
              <p:cNvSpPr/>
              <p:nvPr/>
            </p:nvSpPr>
            <p:spPr>
              <a:xfrm flipV="1">
                <a:off x="4381500" y="2343150"/>
                <a:ext cx="381000" cy="304800"/>
              </a:xfrm>
              <a:prstGeom prst="triangle">
                <a:avLst/>
              </a:prstGeom>
              <a:solidFill>
                <a:schemeClr val="accent3">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 name="Group 23"/>
              <p:cNvGrpSpPr/>
              <p:nvPr/>
            </p:nvGrpSpPr>
            <p:grpSpPr>
              <a:xfrm>
                <a:off x="3801894" y="1123952"/>
                <a:ext cx="1540213" cy="1327509"/>
                <a:chOff x="2905413" y="1285293"/>
                <a:chExt cx="784417" cy="1675616"/>
              </a:xfrm>
            </p:grpSpPr>
            <p:sp>
              <p:nvSpPr>
                <p:cNvPr id="88" name="Rectangle 87"/>
                <p:cNvSpPr/>
                <p:nvPr/>
              </p:nvSpPr>
              <p:spPr>
                <a:xfrm>
                  <a:off x="2905413" y="1392074"/>
                  <a:ext cx="784417" cy="156883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Rectangle 88"/>
                <p:cNvSpPr/>
                <p:nvPr/>
              </p:nvSpPr>
              <p:spPr>
                <a:xfrm>
                  <a:off x="2905413" y="1285293"/>
                  <a:ext cx="784417" cy="15688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108" name="TextBox 107"/>
            <p:cNvSpPr txBox="1"/>
            <p:nvPr/>
          </p:nvSpPr>
          <p:spPr>
            <a:xfrm>
              <a:off x="3726384" y="3854589"/>
              <a:ext cx="1665982" cy="707886"/>
            </a:xfrm>
            <a:prstGeom prst="rect">
              <a:avLst/>
            </a:prstGeom>
            <a:noFill/>
          </p:spPr>
          <p:txBody>
            <a:bodyPr wrap="square" rtlCol="0">
              <a:spAutoFit/>
            </a:bodyPr>
            <a:lstStyle/>
            <a:p>
              <a:pPr algn="ctr"/>
              <a:r>
                <a:rPr lang="en-US" sz="1000" dirty="0">
                  <a:solidFill>
                    <a:schemeClr val="bg1"/>
                  </a:solidFill>
                </a:rPr>
                <a:t>There are many variations of passages of Lorem Ipsum available but the suffered</a:t>
              </a:r>
              <a:br>
                <a:rPr lang="en-US" sz="1000" dirty="0">
                  <a:solidFill>
                    <a:schemeClr val="bg1"/>
                  </a:solidFill>
                </a:rPr>
              </a:br>
              <a:r>
                <a:rPr lang="en-US" sz="1000" dirty="0">
                  <a:solidFill>
                    <a:schemeClr val="bg1"/>
                  </a:solidFill>
                </a:rPr>
                <a:t> alteration in</a:t>
              </a:r>
            </a:p>
          </p:txBody>
        </p:sp>
      </p:grpSp>
      <p:grpSp>
        <p:nvGrpSpPr>
          <p:cNvPr id="47" name="Group 143"/>
          <p:cNvGrpSpPr/>
          <p:nvPr/>
        </p:nvGrpSpPr>
        <p:grpSpPr>
          <a:xfrm>
            <a:off x="5279567" y="3267075"/>
            <a:ext cx="1665982" cy="1524000"/>
            <a:chOff x="5270042" y="3333750"/>
            <a:chExt cx="1665982" cy="1524000"/>
          </a:xfrm>
        </p:grpSpPr>
        <p:grpSp>
          <p:nvGrpSpPr>
            <p:cNvPr id="48" name="Group 94"/>
            <p:cNvGrpSpPr/>
            <p:nvPr/>
          </p:nvGrpSpPr>
          <p:grpSpPr>
            <a:xfrm flipV="1">
              <a:off x="5342106" y="3333750"/>
              <a:ext cx="1540213" cy="1524000"/>
              <a:chOff x="5342106" y="1123950"/>
              <a:chExt cx="1540213" cy="1524000"/>
            </a:xfrm>
          </p:grpSpPr>
          <p:sp>
            <p:nvSpPr>
              <p:cNvPr id="97" name="Isosceles Triangle 96"/>
              <p:cNvSpPr/>
              <p:nvPr/>
            </p:nvSpPr>
            <p:spPr>
              <a:xfrm flipV="1">
                <a:off x="5921712" y="2343150"/>
                <a:ext cx="381000" cy="304800"/>
              </a:xfrm>
              <a:prstGeom prst="triangle">
                <a:avLst/>
              </a:prstGeom>
              <a:solidFill>
                <a:schemeClr val="accent4">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 name="Group 23"/>
              <p:cNvGrpSpPr/>
              <p:nvPr/>
            </p:nvGrpSpPr>
            <p:grpSpPr>
              <a:xfrm>
                <a:off x="5342106" y="1123950"/>
                <a:ext cx="1540213" cy="1327508"/>
                <a:chOff x="2905413" y="1245382"/>
                <a:chExt cx="784417" cy="1675617"/>
              </a:xfrm>
            </p:grpSpPr>
            <p:sp>
              <p:nvSpPr>
                <p:cNvPr id="98" name="Rectangle 97"/>
                <p:cNvSpPr/>
                <p:nvPr/>
              </p:nvSpPr>
              <p:spPr>
                <a:xfrm>
                  <a:off x="2905413" y="1352164"/>
                  <a:ext cx="784417" cy="156883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Rectangle 98"/>
                <p:cNvSpPr/>
                <p:nvPr/>
              </p:nvSpPr>
              <p:spPr>
                <a:xfrm>
                  <a:off x="2905413" y="1245382"/>
                  <a:ext cx="784417" cy="15688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109" name="TextBox 108"/>
            <p:cNvSpPr txBox="1"/>
            <p:nvPr/>
          </p:nvSpPr>
          <p:spPr>
            <a:xfrm>
              <a:off x="5270042" y="3854589"/>
              <a:ext cx="1665982" cy="707886"/>
            </a:xfrm>
            <a:prstGeom prst="rect">
              <a:avLst/>
            </a:prstGeom>
            <a:noFill/>
          </p:spPr>
          <p:txBody>
            <a:bodyPr wrap="square" rtlCol="0">
              <a:spAutoFit/>
            </a:bodyPr>
            <a:lstStyle/>
            <a:p>
              <a:pPr algn="ctr"/>
              <a:r>
                <a:rPr lang="en-US" sz="1000" dirty="0">
                  <a:solidFill>
                    <a:schemeClr val="bg1"/>
                  </a:solidFill>
                </a:rPr>
                <a:t>There are many variations of passages of Lorem Ipsum available but the suffered</a:t>
              </a:r>
              <a:br>
                <a:rPr lang="en-US" sz="1000" dirty="0">
                  <a:solidFill>
                    <a:schemeClr val="bg1"/>
                  </a:solidFill>
                </a:rPr>
              </a:br>
              <a:r>
                <a:rPr lang="en-US" sz="1000" dirty="0">
                  <a:solidFill>
                    <a:schemeClr val="bg1"/>
                  </a:solidFill>
                </a:rPr>
                <a:t> alteration in</a:t>
              </a:r>
            </a:p>
          </p:txBody>
        </p:sp>
      </p:grpSp>
      <p:grpSp>
        <p:nvGrpSpPr>
          <p:cNvPr id="50" name="Group 144"/>
          <p:cNvGrpSpPr/>
          <p:nvPr/>
        </p:nvGrpSpPr>
        <p:grpSpPr>
          <a:xfrm>
            <a:off x="6832750" y="3267075"/>
            <a:ext cx="1665982" cy="1524000"/>
            <a:chOff x="6813700" y="3333750"/>
            <a:chExt cx="1665982" cy="1524000"/>
          </a:xfrm>
        </p:grpSpPr>
        <p:grpSp>
          <p:nvGrpSpPr>
            <p:cNvPr id="51" name="Group 99"/>
            <p:cNvGrpSpPr/>
            <p:nvPr/>
          </p:nvGrpSpPr>
          <p:grpSpPr>
            <a:xfrm flipV="1">
              <a:off x="6882319" y="3333750"/>
              <a:ext cx="1540213" cy="1524000"/>
              <a:chOff x="6882319" y="1123950"/>
              <a:chExt cx="1540213" cy="1524000"/>
            </a:xfrm>
          </p:grpSpPr>
          <p:sp>
            <p:nvSpPr>
              <p:cNvPr id="102" name="Isosceles Triangle 101"/>
              <p:cNvSpPr/>
              <p:nvPr/>
            </p:nvSpPr>
            <p:spPr>
              <a:xfrm flipV="1">
                <a:off x="7461925" y="2343150"/>
                <a:ext cx="381000" cy="304800"/>
              </a:xfrm>
              <a:prstGeom prst="triangle">
                <a:avLst/>
              </a:prstGeom>
              <a:solidFill>
                <a:schemeClr val="accent5">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 name="Group 23"/>
              <p:cNvGrpSpPr/>
              <p:nvPr/>
            </p:nvGrpSpPr>
            <p:grpSpPr>
              <a:xfrm>
                <a:off x="6882319" y="1123950"/>
                <a:ext cx="1540213" cy="1327508"/>
                <a:chOff x="2905413" y="1245382"/>
                <a:chExt cx="784417" cy="1675617"/>
              </a:xfrm>
            </p:grpSpPr>
            <p:sp>
              <p:nvSpPr>
                <p:cNvPr id="103" name="Rectangle 102"/>
                <p:cNvSpPr/>
                <p:nvPr/>
              </p:nvSpPr>
              <p:spPr>
                <a:xfrm>
                  <a:off x="2905413" y="1352164"/>
                  <a:ext cx="784417" cy="1568835"/>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Rectangle 103"/>
                <p:cNvSpPr/>
                <p:nvPr/>
              </p:nvSpPr>
              <p:spPr>
                <a:xfrm>
                  <a:off x="2905413" y="1245382"/>
                  <a:ext cx="784417" cy="15688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110" name="TextBox 109"/>
            <p:cNvSpPr txBox="1"/>
            <p:nvPr/>
          </p:nvSpPr>
          <p:spPr>
            <a:xfrm>
              <a:off x="6813700" y="3854589"/>
              <a:ext cx="1665982" cy="707886"/>
            </a:xfrm>
            <a:prstGeom prst="rect">
              <a:avLst/>
            </a:prstGeom>
            <a:noFill/>
          </p:spPr>
          <p:txBody>
            <a:bodyPr wrap="square" rtlCol="0">
              <a:spAutoFit/>
            </a:bodyPr>
            <a:lstStyle/>
            <a:p>
              <a:pPr algn="ctr"/>
              <a:r>
                <a:rPr lang="en-US" sz="1000" dirty="0">
                  <a:solidFill>
                    <a:schemeClr val="bg1"/>
                  </a:solidFill>
                </a:rPr>
                <a:t>There are many variations of passages of Lorem Ipsum available but the suffered</a:t>
              </a:r>
              <a:br>
                <a:rPr lang="en-US" sz="1000" dirty="0">
                  <a:solidFill>
                    <a:schemeClr val="bg1"/>
                  </a:solidFill>
                </a:rPr>
              </a:br>
              <a:r>
                <a:rPr lang="en-US" sz="1000" dirty="0">
                  <a:solidFill>
                    <a:schemeClr val="bg1"/>
                  </a:solidFill>
                </a:rPr>
                <a:t> alteration in</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2" presetClass="entr" presetSubtype="4" accel="50000" decel="50000" fill="hold" nodeType="afterEffect">
                                  <p:stCondLst>
                                    <p:cond delay="0"/>
                                  </p:stCondLst>
                                  <p:childTnLst>
                                    <p:set>
                                      <p:cBhvr>
                                        <p:cTn id="15" dur="1" fill="hold">
                                          <p:stCondLst>
                                            <p:cond delay="0"/>
                                          </p:stCondLst>
                                        </p:cTn>
                                        <p:tgtEl>
                                          <p:spTgt spid="37"/>
                                        </p:tgtEl>
                                        <p:attrNameLst>
                                          <p:attrName>style.visibility</p:attrName>
                                        </p:attrNameLst>
                                      </p:cBhvr>
                                      <p:to>
                                        <p:strVal val="visible"/>
                                      </p:to>
                                    </p:set>
                                    <p:anim calcmode="lin" valueType="num">
                                      <p:cBhvr additive="base">
                                        <p:cTn id="16" dur="500" fill="hold"/>
                                        <p:tgtEl>
                                          <p:spTgt spid="37"/>
                                        </p:tgtEl>
                                        <p:attrNameLst>
                                          <p:attrName>ppt_x</p:attrName>
                                        </p:attrNameLst>
                                      </p:cBhvr>
                                      <p:tavLst>
                                        <p:tav tm="0">
                                          <p:val>
                                            <p:strVal val="#ppt_x"/>
                                          </p:val>
                                        </p:tav>
                                        <p:tav tm="100000">
                                          <p:val>
                                            <p:strVal val="#ppt_x"/>
                                          </p:val>
                                        </p:tav>
                                      </p:tavLst>
                                    </p:anim>
                                    <p:anim calcmode="lin" valueType="num">
                                      <p:cBhvr additive="base">
                                        <p:cTn id="17" dur="500" fill="hold"/>
                                        <p:tgtEl>
                                          <p:spTgt spid="37"/>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1" accel="50000" decel="50000" fill="hold" nodeType="afterEffect">
                                  <p:stCondLst>
                                    <p:cond delay="0"/>
                                  </p:stCondLst>
                                  <p:childTnLst>
                                    <p:set>
                                      <p:cBhvr>
                                        <p:cTn id="20" dur="1" fill="hold">
                                          <p:stCondLst>
                                            <p:cond delay="0"/>
                                          </p:stCondLst>
                                        </p:cTn>
                                        <p:tgtEl>
                                          <p:spTgt spid="28"/>
                                        </p:tgtEl>
                                        <p:attrNameLst>
                                          <p:attrName>style.visibility</p:attrName>
                                        </p:attrNameLst>
                                      </p:cBhvr>
                                      <p:to>
                                        <p:strVal val="visible"/>
                                      </p:to>
                                    </p:set>
                                    <p:anim calcmode="lin" valueType="num">
                                      <p:cBhvr additive="base">
                                        <p:cTn id="21" dur="500" fill="hold"/>
                                        <p:tgtEl>
                                          <p:spTgt spid="28"/>
                                        </p:tgtEl>
                                        <p:attrNameLst>
                                          <p:attrName>ppt_x</p:attrName>
                                        </p:attrNameLst>
                                      </p:cBhvr>
                                      <p:tavLst>
                                        <p:tav tm="0">
                                          <p:val>
                                            <p:strVal val="#ppt_x"/>
                                          </p:val>
                                        </p:tav>
                                        <p:tav tm="100000">
                                          <p:val>
                                            <p:strVal val="#ppt_x"/>
                                          </p:val>
                                        </p:tav>
                                      </p:tavLst>
                                    </p:anim>
                                    <p:anim calcmode="lin" valueType="num">
                                      <p:cBhvr additive="base">
                                        <p:cTn id="22" dur="500" fill="hold"/>
                                        <p:tgtEl>
                                          <p:spTgt spid="28"/>
                                        </p:tgtEl>
                                        <p:attrNameLst>
                                          <p:attrName>ppt_y</p:attrName>
                                        </p:attrNameLst>
                                      </p:cBhvr>
                                      <p:tavLst>
                                        <p:tav tm="0">
                                          <p:val>
                                            <p:strVal val="0-#ppt_h/2"/>
                                          </p:val>
                                        </p:tav>
                                        <p:tav tm="100000">
                                          <p:val>
                                            <p:strVal val="#ppt_y"/>
                                          </p:val>
                                        </p:tav>
                                      </p:tavLst>
                                    </p:anim>
                                  </p:childTnLst>
                                </p:cTn>
                              </p:par>
                              <p:par>
                                <p:cTn id="23" presetID="2" presetClass="entr" presetSubtype="4" accel="50000" decel="50000"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ppt_x"/>
                                          </p:val>
                                        </p:tav>
                                        <p:tav tm="100000">
                                          <p:val>
                                            <p:strVal val="#ppt_x"/>
                                          </p:val>
                                        </p:tav>
                                      </p:tavLst>
                                    </p:anim>
                                    <p:anim calcmode="lin" valueType="num">
                                      <p:cBhvr additive="base">
                                        <p:cTn id="26" dur="500" fill="hold"/>
                                        <p:tgtEl>
                                          <p:spTgt spid="3"/>
                                        </p:tgtEl>
                                        <p:attrNameLst>
                                          <p:attrName>ppt_y</p:attrName>
                                        </p:attrNameLst>
                                      </p:cBhvr>
                                      <p:tavLst>
                                        <p:tav tm="0">
                                          <p:val>
                                            <p:strVal val="1+#ppt_h/2"/>
                                          </p:val>
                                        </p:tav>
                                        <p:tav tm="100000">
                                          <p:val>
                                            <p:strVal val="#ppt_y"/>
                                          </p:val>
                                        </p:tav>
                                      </p:tavLst>
                                    </p:anim>
                                  </p:childTnLst>
                                </p:cTn>
                              </p:par>
                            </p:childTnLst>
                          </p:cTn>
                        </p:par>
                        <p:par>
                          <p:cTn id="27" fill="hold">
                            <p:stCondLst>
                              <p:cond delay="1500"/>
                            </p:stCondLst>
                            <p:childTnLst>
                              <p:par>
                                <p:cTn id="28" presetID="2" presetClass="entr" presetSubtype="4" accel="50000" decel="50000" fill="hold" nodeType="afterEffect">
                                  <p:stCondLst>
                                    <p:cond delay="0"/>
                                  </p:stCondLst>
                                  <p:childTnLst>
                                    <p:set>
                                      <p:cBhvr>
                                        <p:cTn id="29" dur="1" fill="hold">
                                          <p:stCondLst>
                                            <p:cond delay="0"/>
                                          </p:stCondLst>
                                        </p:cTn>
                                        <p:tgtEl>
                                          <p:spTgt spid="40"/>
                                        </p:tgtEl>
                                        <p:attrNameLst>
                                          <p:attrName>style.visibility</p:attrName>
                                        </p:attrNameLst>
                                      </p:cBhvr>
                                      <p:to>
                                        <p:strVal val="visible"/>
                                      </p:to>
                                    </p:set>
                                    <p:anim calcmode="lin" valueType="num">
                                      <p:cBhvr additive="base">
                                        <p:cTn id="30" dur="500" fill="hold"/>
                                        <p:tgtEl>
                                          <p:spTgt spid="40"/>
                                        </p:tgtEl>
                                        <p:attrNameLst>
                                          <p:attrName>ppt_x</p:attrName>
                                        </p:attrNameLst>
                                      </p:cBhvr>
                                      <p:tavLst>
                                        <p:tav tm="0">
                                          <p:val>
                                            <p:strVal val="#ppt_x"/>
                                          </p:val>
                                        </p:tav>
                                        <p:tav tm="100000">
                                          <p:val>
                                            <p:strVal val="#ppt_x"/>
                                          </p:val>
                                        </p:tav>
                                      </p:tavLst>
                                    </p:anim>
                                    <p:anim calcmode="lin" valueType="num">
                                      <p:cBhvr additive="base">
                                        <p:cTn id="31" dur="500" fill="hold"/>
                                        <p:tgtEl>
                                          <p:spTgt spid="40"/>
                                        </p:tgtEl>
                                        <p:attrNameLst>
                                          <p:attrName>ppt_y</p:attrName>
                                        </p:attrNameLst>
                                      </p:cBhvr>
                                      <p:tavLst>
                                        <p:tav tm="0">
                                          <p:val>
                                            <p:strVal val="1+#ppt_h/2"/>
                                          </p:val>
                                        </p:tav>
                                        <p:tav tm="100000">
                                          <p:val>
                                            <p:strVal val="#ppt_y"/>
                                          </p:val>
                                        </p:tav>
                                      </p:tavLst>
                                    </p:anim>
                                  </p:childTnLst>
                                </p:cTn>
                              </p:par>
                            </p:childTnLst>
                          </p:cTn>
                        </p:par>
                        <p:par>
                          <p:cTn id="32" fill="hold">
                            <p:stCondLst>
                              <p:cond delay="2000"/>
                            </p:stCondLst>
                            <p:childTnLst>
                              <p:par>
                                <p:cTn id="33" presetID="2" presetClass="entr" presetSubtype="1" accel="50000" decel="50000" fill="hold" nodeType="after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500" fill="hold"/>
                                        <p:tgtEl>
                                          <p:spTgt spid="13"/>
                                        </p:tgtEl>
                                        <p:attrNameLst>
                                          <p:attrName>ppt_x</p:attrName>
                                        </p:attrNameLst>
                                      </p:cBhvr>
                                      <p:tavLst>
                                        <p:tav tm="0">
                                          <p:val>
                                            <p:strVal val="#ppt_x"/>
                                          </p:val>
                                        </p:tav>
                                        <p:tav tm="100000">
                                          <p:val>
                                            <p:strVal val="#ppt_x"/>
                                          </p:val>
                                        </p:tav>
                                      </p:tavLst>
                                    </p:anim>
                                    <p:anim calcmode="lin" valueType="num">
                                      <p:cBhvr additive="base">
                                        <p:cTn id="36" dur="500" fill="hold"/>
                                        <p:tgtEl>
                                          <p:spTgt spid="13"/>
                                        </p:tgtEl>
                                        <p:attrNameLst>
                                          <p:attrName>ppt_y</p:attrName>
                                        </p:attrNameLst>
                                      </p:cBhvr>
                                      <p:tavLst>
                                        <p:tav tm="0">
                                          <p:val>
                                            <p:strVal val="0-#ppt_h/2"/>
                                          </p:val>
                                        </p:tav>
                                        <p:tav tm="100000">
                                          <p:val>
                                            <p:strVal val="#ppt_y"/>
                                          </p:val>
                                        </p:tav>
                                      </p:tavLst>
                                    </p:anim>
                                  </p:childTnLst>
                                </p:cTn>
                              </p:par>
                              <p:par>
                                <p:cTn id="37" presetID="2" presetClass="entr" presetSubtype="4" accel="50000" decel="50000"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ppt_x"/>
                                          </p:val>
                                        </p:tav>
                                        <p:tav tm="100000">
                                          <p:val>
                                            <p:strVal val="#ppt_x"/>
                                          </p:val>
                                        </p:tav>
                                      </p:tavLst>
                                    </p:anim>
                                    <p:anim calcmode="lin" valueType="num">
                                      <p:cBhvr additive="base">
                                        <p:cTn id="40" dur="500" fill="hold"/>
                                        <p:tgtEl>
                                          <p:spTgt spid="4"/>
                                        </p:tgtEl>
                                        <p:attrNameLst>
                                          <p:attrName>ppt_y</p:attrName>
                                        </p:attrNameLst>
                                      </p:cBhvr>
                                      <p:tavLst>
                                        <p:tav tm="0">
                                          <p:val>
                                            <p:strVal val="1+#ppt_h/2"/>
                                          </p:val>
                                        </p:tav>
                                        <p:tav tm="100000">
                                          <p:val>
                                            <p:strVal val="#ppt_y"/>
                                          </p:val>
                                        </p:tav>
                                      </p:tavLst>
                                    </p:anim>
                                  </p:childTnLst>
                                </p:cTn>
                              </p:par>
                            </p:childTnLst>
                          </p:cTn>
                        </p:par>
                        <p:par>
                          <p:cTn id="41" fill="hold">
                            <p:stCondLst>
                              <p:cond delay="2500"/>
                            </p:stCondLst>
                            <p:childTnLst>
                              <p:par>
                                <p:cTn id="42" presetID="2" presetClass="entr" presetSubtype="4" accel="50000" decel="50000" fill="hold" nodeType="afterEffect">
                                  <p:stCondLst>
                                    <p:cond delay="0"/>
                                  </p:stCondLst>
                                  <p:childTnLst>
                                    <p:set>
                                      <p:cBhvr>
                                        <p:cTn id="43" dur="1" fill="hold">
                                          <p:stCondLst>
                                            <p:cond delay="0"/>
                                          </p:stCondLst>
                                        </p:cTn>
                                        <p:tgtEl>
                                          <p:spTgt spid="43"/>
                                        </p:tgtEl>
                                        <p:attrNameLst>
                                          <p:attrName>style.visibility</p:attrName>
                                        </p:attrNameLst>
                                      </p:cBhvr>
                                      <p:to>
                                        <p:strVal val="visible"/>
                                      </p:to>
                                    </p:set>
                                    <p:anim calcmode="lin" valueType="num">
                                      <p:cBhvr additive="base">
                                        <p:cTn id="44" dur="500" fill="hold"/>
                                        <p:tgtEl>
                                          <p:spTgt spid="43"/>
                                        </p:tgtEl>
                                        <p:attrNameLst>
                                          <p:attrName>ppt_x</p:attrName>
                                        </p:attrNameLst>
                                      </p:cBhvr>
                                      <p:tavLst>
                                        <p:tav tm="0">
                                          <p:val>
                                            <p:strVal val="#ppt_x"/>
                                          </p:val>
                                        </p:tav>
                                        <p:tav tm="100000">
                                          <p:val>
                                            <p:strVal val="#ppt_x"/>
                                          </p:val>
                                        </p:tav>
                                      </p:tavLst>
                                    </p:anim>
                                    <p:anim calcmode="lin" valueType="num">
                                      <p:cBhvr additive="base">
                                        <p:cTn id="45" dur="500" fill="hold"/>
                                        <p:tgtEl>
                                          <p:spTgt spid="43"/>
                                        </p:tgtEl>
                                        <p:attrNameLst>
                                          <p:attrName>ppt_y</p:attrName>
                                        </p:attrNameLst>
                                      </p:cBhvr>
                                      <p:tavLst>
                                        <p:tav tm="0">
                                          <p:val>
                                            <p:strVal val="1+#ppt_h/2"/>
                                          </p:val>
                                        </p:tav>
                                        <p:tav tm="100000">
                                          <p:val>
                                            <p:strVal val="#ppt_y"/>
                                          </p:val>
                                        </p:tav>
                                      </p:tavLst>
                                    </p:anim>
                                  </p:childTnLst>
                                </p:cTn>
                              </p:par>
                            </p:childTnLst>
                          </p:cTn>
                        </p:par>
                        <p:par>
                          <p:cTn id="46" fill="hold">
                            <p:stCondLst>
                              <p:cond delay="3000"/>
                            </p:stCondLst>
                            <p:childTnLst>
                              <p:par>
                                <p:cTn id="47" presetID="2" presetClass="entr" presetSubtype="1" accel="50000" decel="50000" fill="hold" nodeType="after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additive="base">
                                        <p:cTn id="49" dur="500" fill="hold"/>
                                        <p:tgtEl>
                                          <p:spTgt spid="25"/>
                                        </p:tgtEl>
                                        <p:attrNameLst>
                                          <p:attrName>ppt_x</p:attrName>
                                        </p:attrNameLst>
                                      </p:cBhvr>
                                      <p:tavLst>
                                        <p:tav tm="0">
                                          <p:val>
                                            <p:strVal val="#ppt_x"/>
                                          </p:val>
                                        </p:tav>
                                        <p:tav tm="100000">
                                          <p:val>
                                            <p:strVal val="#ppt_x"/>
                                          </p:val>
                                        </p:tav>
                                      </p:tavLst>
                                    </p:anim>
                                    <p:anim calcmode="lin" valueType="num">
                                      <p:cBhvr additive="base">
                                        <p:cTn id="50" dur="500" fill="hold"/>
                                        <p:tgtEl>
                                          <p:spTgt spid="25"/>
                                        </p:tgtEl>
                                        <p:attrNameLst>
                                          <p:attrName>ppt_y</p:attrName>
                                        </p:attrNameLst>
                                      </p:cBhvr>
                                      <p:tavLst>
                                        <p:tav tm="0">
                                          <p:val>
                                            <p:strVal val="0-#ppt_h/2"/>
                                          </p:val>
                                        </p:tav>
                                        <p:tav tm="100000">
                                          <p:val>
                                            <p:strVal val="#ppt_y"/>
                                          </p:val>
                                        </p:tav>
                                      </p:tavLst>
                                    </p:anim>
                                  </p:childTnLst>
                                </p:cTn>
                              </p:par>
                              <p:par>
                                <p:cTn id="51" presetID="2" presetClass="entr" presetSubtype="4" accel="50000" decel="50000" fill="hold" nodeType="withEffect">
                                  <p:stCondLst>
                                    <p:cond delay="0"/>
                                  </p:stCondLst>
                                  <p:childTnLst>
                                    <p:set>
                                      <p:cBhvr>
                                        <p:cTn id="52" dur="1" fill="hold">
                                          <p:stCondLst>
                                            <p:cond delay="0"/>
                                          </p:stCondLst>
                                        </p:cTn>
                                        <p:tgtEl>
                                          <p:spTgt spid="5"/>
                                        </p:tgtEl>
                                        <p:attrNameLst>
                                          <p:attrName>style.visibility</p:attrName>
                                        </p:attrNameLst>
                                      </p:cBhvr>
                                      <p:to>
                                        <p:strVal val="visible"/>
                                      </p:to>
                                    </p:set>
                                    <p:anim calcmode="lin" valueType="num">
                                      <p:cBhvr additive="base">
                                        <p:cTn id="53" dur="500" fill="hold"/>
                                        <p:tgtEl>
                                          <p:spTgt spid="5"/>
                                        </p:tgtEl>
                                        <p:attrNameLst>
                                          <p:attrName>ppt_x</p:attrName>
                                        </p:attrNameLst>
                                      </p:cBhvr>
                                      <p:tavLst>
                                        <p:tav tm="0">
                                          <p:val>
                                            <p:strVal val="#ppt_x"/>
                                          </p:val>
                                        </p:tav>
                                        <p:tav tm="100000">
                                          <p:val>
                                            <p:strVal val="#ppt_x"/>
                                          </p:val>
                                        </p:tav>
                                      </p:tavLst>
                                    </p:anim>
                                    <p:anim calcmode="lin" valueType="num">
                                      <p:cBhvr additive="base">
                                        <p:cTn id="54" dur="500" fill="hold"/>
                                        <p:tgtEl>
                                          <p:spTgt spid="5"/>
                                        </p:tgtEl>
                                        <p:attrNameLst>
                                          <p:attrName>ppt_y</p:attrName>
                                        </p:attrNameLst>
                                      </p:cBhvr>
                                      <p:tavLst>
                                        <p:tav tm="0">
                                          <p:val>
                                            <p:strVal val="1+#ppt_h/2"/>
                                          </p:val>
                                        </p:tav>
                                        <p:tav tm="100000">
                                          <p:val>
                                            <p:strVal val="#ppt_y"/>
                                          </p:val>
                                        </p:tav>
                                      </p:tavLst>
                                    </p:anim>
                                  </p:childTnLst>
                                </p:cTn>
                              </p:par>
                            </p:childTnLst>
                          </p:cTn>
                        </p:par>
                        <p:par>
                          <p:cTn id="55" fill="hold">
                            <p:stCondLst>
                              <p:cond delay="3500"/>
                            </p:stCondLst>
                            <p:childTnLst>
                              <p:par>
                                <p:cTn id="56" presetID="2" presetClass="entr" presetSubtype="4" accel="50000" decel="50000" fill="hold" nodeType="afterEffect">
                                  <p:stCondLst>
                                    <p:cond delay="0"/>
                                  </p:stCondLst>
                                  <p:childTnLst>
                                    <p:set>
                                      <p:cBhvr>
                                        <p:cTn id="57" dur="1" fill="hold">
                                          <p:stCondLst>
                                            <p:cond delay="0"/>
                                          </p:stCondLst>
                                        </p:cTn>
                                        <p:tgtEl>
                                          <p:spTgt spid="47"/>
                                        </p:tgtEl>
                                        <p:attrNameLst>
                                          <p:attrName>style.visibility</p:attrName>
                                        </p:attrNameLst>
                                      </p:cBhvr>
                                      <p:to>
                                        <p:strVal val="visible"/>
                                      </p:to>
                                    </p:set>
                                    <p:anim calcmode="lin" valueType="num">
                                      <p:cBhvr additive="base">
                                        <p:cTn id="58" dur="500" fill="hold"/>
                                        <p:tgtEl>
                                          <p:spTgt spid="47"/>
                                        </p:tgtEl>
                                        <p:attrNameLst>
                                          <p:attrName>ppt_x</p:attrName>
                                        </p:attrNameLst>
                                      </p:cBhvr>
                                      <p:tavLst>
                                        <p:tav tm="0">
                                          <p:val>
                                            <p:strVal val="#ppt_x"/>
                                          </p:val>
                                        </p:tav>
                                        <p:tav tm="100000">
                                          <p:val>
                                            <p:strVal val="#ppt_x"/>
                                          </p:val>
                                        </p:tav>
                                      </p:tavLst>
                                    </p:anim>
                                    <p:anim calcmode="lin" valueType="num">
                                      <p:cBhvr additive="base">
                                        <p:cTn id="59" dur="500" fill="hold"/>
                                        <p:tgtEl>
                                          <p:spTgt spid="47"/>
                                        </p:tgtEl>
                                        <p:attrNameLst>
                                          <p:attrName>ppt_y</p:attrName>
                                        </p:attrNameLst>
                                      </p:cBhvr>
                                      <p:tavLst>
                                        <p:tav tm="0">
                                          <p:val>
                                            <p:strVal val="1+#ppt_h/2"/>
                                          </p:val>
                                        </p:tav>
                                        <p:tav tm="100000">
                                          <p:val>
                                            <p:strVal val="#ppt_y"/>
                                          </p:val>
                                        </p:tav>
                                      </p:tavLst>
                                    </p:anim>
                                  </p:childTnLst>
                                </p:cTn>
                              </p:par>
                            </p:childTnLst>
                          </p:cTn>
                        </p:par>
                        <p:par>
                          <p:cTn id="60" fill="hold">
                            <p:stCondLst>
                              <p:cond delay="4000"/>
                            </p:stCondLst>
                            <p:childTnLst>
                              <p:par>
                                <p:cTn id="61" presetID="2" presetClass="entr" presetSubtype="1" accel="50000" decel="50000" fill="hold" nodeType="afterEffect">
                                  <p:stCondLst>
                                    <p:cond delay="0"/>
                                  </p:stCondLst>
                                  <p:childTnLst>
                                    <p:set>
                                      <p:cBhvr>
                                        <p:cTn id="62" dur="1" fill="hold">
                                          <p:stCondLst>
                                            <p:cond delay="0"/>
                                          </p:stCondLst>
                                        </p:cTn>
                                        <p:tgtEl>
                                          <p:spTgt spid="33"/>
                                        </p:tgtEl>
                                        <p:attrNameLst>
                                          <p:attrName>style.visibility</p:attrName>
                                        </p:attrNameLst>
                                      </p:cBhvr>
                                      <p:to>
                                        <p:strVal val="visible"/>
                                      </p:to>
                                    </p:set>
                                    <p:anim calcmode="lin" valueType="num">
                                      <p:cBhvr additive="base">
                                        <p:cTn id="63" dur="500" fill="hold"/>
                                        <p:tgtEl>
                                          <p:spTgt spid="33"/>
                                        </p:tgtEl>
                                        <p:attrNameLst>
                                          <p:attrName>ppt_x</p:attrName>
                                        </p:attrNameLst>
                                      </p:cBhvr>
                                      <p:tavLst>
                                        <p:tav tm="0">
                                          <p:val>
                                            <p:strVal val="#ppt_x"/>
                                          </p:val>
                                        </p:tav>
                                        <p:tav tm="100000">
                                          <p:val>
                                            <p:strVal val="#ppt_x"/>
                                          </p:val>
                                        </p:tav>
                                      </p:tavLst>
                                    </p:anim>
                                    <p:anim calcmode="lin" valueType="num">
                                      <p:cBhvr additive="base">
                                        <p:cTn id="64" dur="500" fill="hold"/>
                                        <p:tgtEl>
                                          <p:spTgt spid="33"/>
                                        </p:tgtEl>
                                        <p:attrNameLst>
                                          <p:attrName>ppt_y</p:attrName>
                                        </p:attrNameLst>
                                      </p:cBhvr>
                                      <p:tavLst>
                                        <p:tav tm="0">
                                          <p:val>
                                            <p:strVal val="0-#ppt_h/2"/>
                                          </p:val>
                                        </p:tav>
                                        <p:tav tm="100000">
                                          <p:val>
                                            <p:strVal val="#ppt_y"/>
                                          </p:val>
                                        </p:tav>
                                      </p:tavLst>
                                    </p:anim>
                                  </p:childTnLst>
                                </p:cTn>
                              </p:par>
                              <p:par>
                                <p:cTn id="65" presetID="2" presetClass="entr" presetSubtype="4" accel="50000" decel="50000" fill="hold"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additive="base">
                                        <p:cTn id="67" dur="500" fill="hold"/>
                                        <p:tgtEl>
                                          <p:spTgt spid="10"/>
                                        </p:tgtEl>
                                        <p:attrNameLst>
                                          <p:attrName>ppt_x</p:attrName>
                                        </p:attrNameLst>
                                      </p:cBhvr>
                                      <p:tavLst>
                                        <p:tav tm="0">
                                          <p:val>
                                            <p:strVal val="#ppt_x"/>
                                          </p:val>
                                        </p:tav>
                                        <p:tav tm="100000">
                                          <p:val>
                                            <p:strVal val="#ppt_x"/>
                                          </p:val>
                                        </p:tav>
                                      </p:tavLst>
                                    </p:anim>
                                    <p:anim calcmode="lin" valueType="num">
                                      <p:cBhvr additive="base">
                                        <p:cTn id="68" dur="500" fill="hold"/>
                                        <p:tgtEl>
                                          <p:spTgt spid="10"/>
                                        </p:tgtEl>
                                        <p:attrNameLst>
                                          <p:attrName>ppt_y</p:attrName>
                                        </p:attrNameLst>
                                      </p:cBhvr>
                                      <p:tavLst>
                                        <p:tav tm="0">
                                          <p:val>
                                            <p:strVal val="1+#ppt_h/2"/>
                                          </p:val>
                                        </p:tav>
                                        <p:tav tm="100000">
                                          <p:val>
                                            <p:strVal val="#ppt_y"/>
                                          </p:val>
                                        </p:tav>
                                      </p:tavLst>
                                    </p:anim>
                                  </p:childTnLst>
                                </p:cTn>
                              </p:par>
                            </p:childTnLst>
                          </p:cTn>
                        </p:par>
                        <p:par>
                          <p:cTn id="69" fill="hold">
                            <p:stCondLst>
                              <p:cond delay="4500"/>
                            </p:stCondLst>
                            <p:childTnLst>
                              <p:par>
                                <p:cTn id="70" presetID="2" presetClass="entr" presetSubtype="4" accel="50000" decel="50000" fill="hold" nodeType="afterEffect">
                                  <p:stCondLst>
                                    <p:cond delay="0"/>
                                  </p:stCondLst>
                                  <p:childTnLst>
                                    <p:set>
                                      <p:cBhvr>
                                        <p:cTn id="71" dur="1" fill="hold">
                                          <p:stCondLst>
                                            <p:cond delay="0"/>
                                          </p:stCondLst>
                                        </p:cTn>
                                        <p:tgtEl>
                                          <p:spTgt spid="50"/>
                                        </p:tgtEl>
                                        <p:attrNameLst>
                                          <p:attrName>style.visibility</p:attrName>
                                        </p:attrNameLst>
                                      </p:cBhvr>
                                      <p:to>
                                        <p:strVal val="visible"/>
                                      </p:to>
                                    </p:set>
                                    <p:anim calcmode="lin" valueType="num">
                                      <p:cBhvr additive="base">
                                        <p:cTn id="72" dur="500" fill="hold"/>
                                        <p:tgtEl>
                                          <p:spTgt spid="50"/>
                                        </p:tgtEl>
                                        <p:attrNameLst>
                                          <p:attrName>ppt_x</p:attrName>
                                        </p:attrNameLst>
                                      </p:cBhvr>
                                      <p:tavLst>
                                        <p:tav tm="0">
                                          <p:val>
                                            <p:strVal val="#ppt_x"/>
                                          </p:val>
                                        </p:tav>
                                        <p:tav tm="100000">
                                          <p:val>
                                            <p:strVal val="#ppt_x"/>
                                          </p:val>
                                        </p:tav>
                                      </p:tavLst>
                                    </p:anim>
                                    <p:anim calcmode="lin" valueType="num">
                                      <p:cBhvr additive="base">
                                        <p:cTn id="73"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House Infographic</a:t>
            </a:r>
            <a:endParaRPr lang="en-US" dirty="0"/>
          </a:p>
        </p:txBody>
      </p:sp>
      <p:sp>
        <p:nvSpPr>
          <p:cNvPr id="8" name="Text Placeholder 7"/>
          <p:cNvSpPr>
            <a:spLocks noGrp="1"/>
          </p:cNvSpPr>
          <p:nvPr>
            <p:ph type="body" sz="half" idx="2"/>
          </p:nvPr>
        </p:nvSpPr>
        <p:spPr/>
        <p:txBody>
          <a:bodyPr/>
          <a:lstStyle/>
          <a:p>
            <a:r>
              <a:rPr lang="en-US"/>
              <a:t>House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63</a:t>
            </a:fld>
            <a:endParaRPr lang="en-US" dirty="0"/>
          </a:p>
        </p:txBody>
      </p:sp>
      <p:grpSp>
        <p:nvGrpSpPr>
          <p:cNvPr id="2" name="Group 16"/>
          <p:cNvGrpSpPr/>
          <p:nvPr/>
        </p:nvGrpSpPr>
        <p:grpSpPr>
          <a:xfrm>
            <a:off x="4705122" y="2742180"/>
            <a:ext cx="618158" cy="618156"/>
            <a:chOff x="2477557" y="3537459"/>
            <a:chExt cx="835480" cy="835478"/>
          </a:xfrm>
        </p:grpSpPr>
        <p:grpSp>
          <p:nvGrpSpPr>
            <p:cNvPr id="3" name="Group 225"/>
            <p:cNvGrpSpPr/>
            <p:nvPr/>
          </p:nvGrpSpPr>
          <p:grpSpPr>
            <a:xfrm>
              <a:off x="2477556" y="3537461"/>
              <a:ext cx="835479" cy="835479"/>
              <a:chOff x="864537" y="1822859"/>
              <a:chExt cx="971309" cy="971307"/>
            </a:xfrm>
          </p:grpSpPr>
          <p:sp>
            <p:nvSpPr>
              <p:cNvPr id="20" name="Oval 19"/>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1" name="Oval 20"/>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19"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21"/>
          <p:cNvGrpSpPr/>
          <p:nvPr/>
        </p:nvGrpSpPr>
        <p:grpSpPr>
          <a:xfrm>
            <a:off x="4705122" y="1304897"/>
            <a:ext cx="618158" cy="618156"/>
            <a:chOff x="1182462" y="2087458"/>
            <a:chExt cx="835480" cy="835478"/>
          </a:xfrm>
        </p:grpSpPr>
        <p:grpSp>
          <p:nvGrpSpPr>
            <p:cNvPr id="13" name="Group 225"/>
            <p:cNvGrpSpPr/>
            <p:nvPr/>
          </p:nvGrpSpPr>
          <p:grpSpPr>
            <a:xfrm>
              <a:off x="1182461" y="2087460"/>
              <a:ext cx="835479" cy="835479"/>
              <a:chOff x="864537" y="1822859"/>
              <a:chExt cx="971309" cy="971307"/>
            </a:xfrm>
          </p:grpSpPr>
          <p:sp>
            <p:nvSpPr>
              <p:cNvPr id="25" name="Oval 24"/>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6" name="Oval 25"/>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24"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26"/>
          <p:cNvGrpSpPr/>
          <p:nvPr/>
        </p:nvGrpSpPr>
        <p:grpSpPr>
          <a:xfrm>
            <a:off x="4705122" y="3460821"/>
            <a:ext cx="618158" cy="618156"/>
            <a:chOff x="5811502" y="3537459"/>
            <a:chExt cx="835480" cy="835478"/>
          </a:xfrm>
        </p:grpSpPr>
        <p:grpSp>
          <p:nvGrpSpPr>
            <p:cNvPr id="16" name="Group 225"/>
            <p:cNvGrpSpPr/>
            <p:nvPr/>
          </p:nvGrpSpPr>
          <p:grpSpPr>
            <a:xfrm>
              <a:off x="5811501" y="3537461"/>
              <a:ext cx="835479" cy="835479"/>
              <a:chOff x="864537" y="1822859"/>
              <a:chExt cx="971309" cy="971307"/>
            </a:xfrm>
          </p:grpSpPr>
          <p:sp>
            <p:nvSpPr>
              <p:cNvPr id="31" name="Oval 30"/>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2" name="Oval 31"/>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29"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32"/>
          <p:cNvGrpSpPr/>
          <p:nvPr/>
        </p:nvGrpSpPr>
        <p:grpSpPr>
          <a:xfrm>
            <a:off x="4705122" y="2023539"/>
            <a:ext cx="618158" cy="618156"/>
            <a:chOff x="1810872" y="2768050"/>
            <a:chExt cx="835480" cy="835478"/>
          </a:xfrm>
        </p:grpSpPr>
        <p:grpSp>
          <p:nvGrpSpPr>
            <p:cNvPr id="18" name="Group 225"/>
            <p:cNvGrpSpPr/>
            <p:nvPr/>
          </p:nvGrpSpPr>
          <p:grpSpPr>
            <a:xfrm>
              <a:off x="1810871" y="2768052"/>
              <a:ext cx="835479" cy="835479"/>
              <a:chOff x="864537" y="1822859"/>
              <a:chExt cx="971309" cy="971307"/>
            </a:xfrm>
          </p:grpSpPr>
          <p:sp>
            <p:nvSpPr>
              <p:cNvPr id="36" name="Oval 35"/>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7" name="Oval 36"/>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5"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37"/>
          <p:cNvGrpSpPr/>
          <p:nvPr/>
        </p:nvGrpSpPr>
        <p:grpSpPr>
          <a:xfrm>
            <a:off x="4705122" y="4179463"/>
            <a:ext cx="618158" cy="618156"/>
            <a:chOff x="7133616" y="2087458"/>
            <a:chExt cx="835480" cy="835478"/>
          </a:xfrm>
        </p:grpSpPr>
        <p:grpSp>
          <p:nvGrpSpPr>
            <p:cNvPr id="23" name="Group 225"/>
            <p:cNvGrpSpPr/>
            <p:nvPr/>
          </p:nvGrpSpPr>
          <p:grpSpPr>
            <a:xfrm>
              <a:off x="7133615" y="2087460"/>
              <a:ext cx="835479" cy="835479"/>
              <a:chOff x="864537" y="1822859"/>
              <a:chExt cx="971309" cy="971307"/>
            </a:xfrm>
          </p:grpSpPr>
          <p:sp>
            <p:nvSpPr>
              <p:cNvPr id="41" name="Oval 40"/>
              <p:cNvSpPr/>
              <p:nvPr/>
            </p:nvSpPr>
            <p:spPr>
              <a:xfrm>
                <a:off x="932451" y="1890773"/>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2" name="Oval 41"/>
              <p:cNvSpPr/>
              <p:nvPr/>
            </p:nvSpPr>
            <p:spPr>
              <a:xfrm>
                <a:off x="864537" y="1822859"/>
                <a:ext cx="971309" cy="971307"/>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40" name="Freeform 83"/>
            <p:cNvSpPr>
              <a:spLocks noEditPoints="1"/>
            </p:cNvSpPr>
            <p:nvPr/>
          </p:nvSpPr>
          <p:spPr bwMode="auto">
            <a:xfrm>
              <a:off x="7404774" y="2285323"/>
              <a:ext cx="293165" cy="43974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14"/>
          <p:cNvGrpSpPr/>
          <p:nvPr/>
        </p:nvGrpSpPr>
        <p:grpSpPr>
          <a:xfrm>
            <a:off x="483747" y="1220906"/>
            <a:ext cx="4078728" cy="3544968"/>
            <a:chOff x="2514600" y="1205230"/>
            <a:chExt cx="4114800" cy="3576320"/>
          </a:xfrm>
          <a:effectLst>
            <a:outerShdw blurRad="50800" dist="38100" algn="l" rotWithShape="0">
              <a:prstClr val="black">
                <a:alpha val="40000"/>
              </a:prstClr>
            </a:outerShdw>
          </a:effectLst>
        </p:grpSpPr>
        <p:sp>
          <p:nvSpPr>
            <p:cNvPr id="14" name="Isosceles Triangle 13"/>
            <p:cNvSpPr/>
            <p:nvPr/>
          </p:nvSpPr>
          <p:spPr bwMode="auto">
            <a:xfrm>
              <a:off x="2514600" y="1205230"/>
              <a:ext cx="4114800" cy="1235075"/>
            </a:xfrm>
            <a:prstGeom prst="triangle">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Rectangle 11"/>
            <p:cNvSpPr/>
            <p:nvPr/>
          </p:nvSpPr>
          <p:spPr bwMode="auto">
            <a:xfrm>
              <a:off x="3352800" y="2266950"/>
              <a:ext cx="2438400" cy="2514600"/>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8" name="Group 79"/>
          <p:cNvGrpSpPr/>
          <p:nvPr/>
        </p:nvGrpSpPr>
        <p:grpSpPr>
          <a:xfrm>
            <a:off x="1437338" y="2414941"/>
            <a:ext cx="2171546" cy="528724"/>
            <a:chOff x="1437338" y="2414941"/>
            <a:chExt cx="2171546" cy="528724"/>
          </a:xfrm>
        </p:grpSpPr>
        <p:sp>
          <p:nvSpPr>
            <p:cNvPr id="10" name="Rectangle 9"/>
            <p:cNvSpPr/>
            <p:nvPr/>
          </p:nvSpPr>
          <p:spPr bwMode="auto">
            <a:xfrm>
              <a:off x="1437338" y="2414941"/>
              <a:ext cx="2171546" cy="528724"/>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6" name="TextBox 55"/>
            <p:cNvSpPr txBox="1"/>
            <p:nvPr/>
          </p:nvSpPr>
          <p:spPr>
            <a:xfrm>
              <a:off x="2086689" y="2555966"/>
              <a:ext cx="959895" cy="211434"/>
            </a:xfrm>
            <a:prstGeom prst="rect">
              <a:avLst/>
            </a:prstGeom>
            <a:noFill/>
          </p:spPr>
          <p:txBody>
            <a:bodyPr wrap="none" lIns="0" tIns="0" rIns="0" bIns="0" rtlCol="0" anchor="ctr">
              <a:spAutoFit/>
            </a:bodyPr>
            <a:lstStyle/>
            <a:p>
              <a:pPr algn="ctr"/>
              <a:r>
                <a:rPr lang="en-US" sz="1200" b="1" dirty="0">
                  <a:solidFill>
                    <a:schemeClr val="bg1"/>
                  </a:solidFill>
                </a:rPr>
                <a:t>Keyword Here</a:t>
              </a:r>
            </a:p>
          </p:txBody>
        </p:sp>
      </p:grpSp>
      <p:grpSp>
        <p:nvGrpSpPr>
          <p:cNvPr id="33" name="Group 80"/>
          <p:cNvGrpSpPr/>
          <p:nvPr/>
        </p:nvGrpSpPr>
        <p:grpSpPr>
          <a:xfrm>
            <a:off x="1437338" y="2971990"/>
            <a:ext cx="2171546" cy="528724"/>
            <a:chOff x="1437338" y="2971990"/>
            <a:chExt cx="2171546" cy="528724"/>
          </a:xfrm>
        </p:grpSpPr>
        <p:sp>
          <p:nvSpPr>
            <p:cNvPr id="9" name="Rectangle 8"/>
            <p:cNvSpPr/>
            <p:nvPr/>
          </p:nvSpPr>
          <p:spPr bwMode="auto">
            <a:xfrm>
              <a:off x="1437338" y="2971990"/>
              <a:ext cx="2171546" cy="528724"/>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9" name="TextBox 58"/>
            <p:cNvSpPr txBox="1"/>
            <p:nvPr/>
          </p:nvSpPr>
          <p:spPr>
            <a:xfrm>
              <a:off x="2086689" y="3120199"/>
              <a:ext cx="959895" cy="211434"/>
            </a:xfrm>
            <a:prstGeom prst="rect">
              <a:avLst/>
            </a:prstGeom>
            <a:noFill/>
          </p:spPr>
          <p:txBody>
            <a:bodyPr wrap="none" lIns="0" tIns="0" rIns="0" bIns="0" rtlCol="0" anchor="ctr">
              <a:spAutoFit/>
            </a:bodyPr>
            <a:lstStyle/>
            <a:p>
              <a:pPr algn="ctr"/>
              <a:r>
                <a:rPr lang="en-US" sz="1200" b="1" dirty="0">
                  <a:solidFill>
                    <a:schemeClr val="bg1"/>
                  </a:solidFill>
                </a:rPr>
                <a:t>Keyword Here</a:t>
              </a:r>
            </a:p>
          </p:txBody>
        </p:sp>
      </p:grpSp>
      <p:grpSp>
        <p:nvGrpSpPr>
          <p:cNvPr id="34" name="Group 81"/>
          <p:cNvGrpSpPr/>
          <p:nvPr/>
        </p:nvGrpSpPr>
        <p:grpSpPr>
          <a:xfrm>
            <a:off x="1437338" y="3547921"/>
            <a:ext cx="2171546" cy="528724"/>
            <a:chOff x="1437338" y="3547921"/>
            <a:chExt cx="2171546" cy="528724"/>
          </a:xfrm>
        </p:grpSpPr>
        <p:sp>
          <p:nvSpPr>
            <p:cNvPr id="6" name="Rectangle 5"/>
            <p:cNvSpPr/>
            <p:nvPr/>
          </p:nvSpPr>
          <p:spPr bwMode="auto">
            <a:xfrm>
              <a:off x="1437338" y="3547921"/>
              <a:ext cx="2171546" cy="528724"/>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0" name="TextBox 59"/>
            <p:cNvSpPr txBox="1"/>
            <p:nvPr/>
          </p:nvSpPr>
          <p:spPr>
            <a:xfrm>
              <a:off x="2086689" y="3732418"/>
              <a:ext cx="959895" cy="211434"/>
            </a:xfrm>
            <a:prstGeom prst="rect">
              <a:avLst/>
            </a:prstGeom>
            <a:noFill/>
          </p:spPr>
          <p:txBody>
            <a:bodyPr wrap="none" lIns="0" tIns="0" rIns="0" bIns="0" rtlCol="0" anchor="ctr">
              <a:spAutoFit/>
            </a:bodyPr>
            <a:lstStyle/>
            <a:p>
              <a:pPr algn="ctr"/>
              <a:r>
                <a:rPr lang="en-US" sz="1200" b="1" dirty="0">
                  <a:solidFill>
                    <a:schemeClr val="bg1"/>
                  </a:solidFill>
                </a:rPr>
                <a:t>Keyword Here</a:t>
              </a:r>
            </a:p>
          </p:txBody>
        </p:sp>
      </p:grpSp>
      <p:grpSp>
        <p:nvGrpSpPr>
          <p:cNvPr id="38" name="Group 82"/>
          <p:cNvGrpSpPr/>
          <p:nvPr/>
        </p:nvGrpSpPr>
        <p:grpSpPr>
          <a:xfrm>
            <a:off x="1437338" y="4114411"/>
            <a:ext cx="2171546" cy="528724"/>
            <a:chOff x="1437338" y="4114411"/>
            <a:chExt cx="2171546" cy="528724"/>
          </a:xfrm>
        </p:grpSpPr>
        <p:sp>
          <p:nvSpPr>
            <p:cNvPr id="5" name="Rectangle 4"/>
            <p:cNvSpPr/>
            <p:nvPr/>
          </p:nvSpPr>
          <p:spPr bwMode="auto">
            <a:xfrm>
              <a:off x="1437338" y="4114411"/>
              <a:ext cx="2171546" cy="528724"/>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1" name="TextBox 60"/>
            <p:cNvSpPr txBox="1"/>
            <p:nvPr/>
          </p:nvSpPr>
          <p:spPr>
            <a:xfrm>
              <a:off x="2086689" y="4242444"/>
              <a:ext cx="959895" cy="211434"/>
            </a:xfrm>
            <a:prstGeom prst="rect">
              <a:avLst/>
            </a:prstGeom>
            <a:noFill/>
          </p:spPr>
          <p:txBody>
            <a:bodyPr wrap="none" lIns="0" tIns="0" rIns="0" bIns="0" rtlCol="0" anchor="ctr">
              <a:spAutoFit/>
            </a:bodyPr>
            <a:lstStyle/>
            <a:p>
              <a:pPr algn="ctr"/>
              <a:r>
                <a:rPr lang="en-US" sz="1200" b="1" dirty="0">
                  <a:solidFill>
                    <a:schemeClr val="bg1"/>
                  </a:solidFill>
                </a:rPr>
                <a:t>Keyword Here</a:t>
              </a:r>
            </a:p>
          </p:txBody>
        </p:sp>
      </p:grpSp>
      <p:grpSp>
        <p:nvGrpSpPr>
          <p:cNvPr id="39" name="Group 78"/>
          <p:cNvGrpSpPr/>
          <p:nvPr/>
        </p:nvGrpSpPr>
        <p:grpSpPr>
          <a:xfrm>
            <a:off x="757550" y="1376376"/>
            <a:ext cx="3531122" cy="981916"/>
            <a:chOff x="757550" y="1376376"/>
            <a:chExt cx="3531122" cy="981916"/>
          </a:xfrm>
        </p:grpSpPr>
        <p:sp>
          <p:nvSpPr>
            <p:cNvPr id="11" name="Isosceles Triangle 10"/>
            <p:cNvSpPr/>
            <p:nvPr/>
          </p:nvSpPr>
          <p:spPr bwMode="auto">
            <a:xfrm>
              <a:off x="757550" y="1376376"/>
              <a:ext cx="3531122" cy="981916"/>
            </a:xfrm>
            <a:prstGeom prst="triangl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3" name="Oval 52"/>
            <p:cNvSpPr/>
            <p:nvPr/>
          </p:nvSpPr>
          <p:spPr bwMode="auto">
            <a:xfrm>
              <a:off x="2395011" y="1609836"/>
              <a:ext cx="256284" cy="256284"/>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2" name="TextBox 61"/>
            <p:cNvSpPr txBox="1"/>
            <p:nvPr/>
          </p:nvSpPr>
          <p:spPr>
            <a:xfrm>
              <a:off x="2086689" y="1961993"/>
              <a:ext cx="959895" cy="211434"/>
            </a:xfrm>
            <a:prstGeom prst="rect">
              <a:avLst/>
            </a:prstGeom>
            <a:noFill/>
          </p:spPr>
          <p:txBody>
            <a:bodyPr wrap="none" lIns="0" tIns="0" rIns="0" bIns="0" rtlCol="0" anchor="ctr">
              <a:spAutoFit/>
            </a:bodyPr>
            <a:lstStyle/>
            <a:p>
              <a:pPr algn="ctr"/>
              <a:r>
                <a:rPr lang="en-US" sz="1200" b="1" dirty="0">
                  <a:solidFill>
                    <a:schemeClr val="bg1"/>
                  </a:solidFill>
                </a:rPr>
                <a:t>Keyword Here</a:t>
              </a:r>
            </a:p>
          </p:txBody>
        </p:sp>
      </p:grpSp>
      <p:grpSp>
        <p:nvGrpSpPr>
          <p:cNvPr id="43" name="Group 63"/>
          <p:cNvGrpSpPr/>
          <p:nvPr/>
        </p:nvGrpSpPr>
        <p:grpSpPr>
          <a:xfrm>
            <a:off x="5418528" y="1329723"/>
            <a:ext cx="3223321" cy="484025"/>
            <a:chOff x="-91496" y="1923738"/>
            <a:chExt cx="3223321" cy="484025"/>
          </a:xfrm>
        </p:grpSpPr>
        <p:sp>
          <p:nvSpPr>
            <p:cNvPr id="65"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66" name="TextBox 65"/>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1"/>
                  </a:solidFill>
                </a:rPr>
                <a:t>Keyword Here</a:t>
              </a:r>
            </a:p>
          </p:txBody>
        </p:sp>
      </p:grpSp>
      <p:grpSp>
        <p:nvGrpSpPr>
          <p:cNvPr id="44" name="Group 66"/>
          <p:cNvGrpSpPr/>
          <p:nvPr/>
        </p:nvGrpSpPr>
        <p:grpSpPr>
          <a:xfrm>
            <a:off x="5418528" y="2058925"/>
            <a:ext cx="3223321" cy="484025"/>
            <a:chOff x="-91496" y="1923738"/>
            <a:chExt cx="3223321" cy="484025"/>
          </a:xfrm>
        </p:grpSpPr>
        <p:sp>
          <p:nvSpPr>
            <p:cNvPr id="68"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69" name="TextBox 68"/>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45" name="Group 69"/>
          <p:cNvGrpSpPr/>
          <p:nvPr/>
        </p:nvGrpSpPr>
        <p:grpSpPr>
          <a:xfrm>
            <a:off x="5418528" y="2788127"/>
            <a:ext cx="3223321" cy="484025"/>
            <a:chOff x="-91496" y="1923738"/>
            <a:chExt cx="3223321" cy="484025"/>
          </a:xfrm>
        </p:grpSpPr>
        <p:sp>
          <p:nvSpPr>
            <p:cNvPr id="71"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72" name="TextBox 71"/>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46" name="Group 72"/>
          <p:cNvGrpSpPr/>
          <p:nvPr/>
        </p:nvGrpSpPr>
        <p:grpSpPr>
          <a:xfrm>
            <a:off x="5418528" y="3517329"/>
            <a:ext cx="3223321" cy="484025"/>
            <a:chOff x="-91496" y="1923738"/>
            <a:chExt cx="3223321" cy="484025"/>
          </a:xfrm>
        </p:grpSpPr>
        <p:sp>
          <p:nvSpPr>
            <p:cNvPr id="74"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75" name="TextBox 74"/>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47" name="Group 75"/>
          <p:cNvGrpSpPr/>
          <p:nvPr/>
        </p:nvGrpSpPr>
        <p:grpSpPr>
          <a:xfrm>
            <a:off x="5418528" y="4246529"/>
            <a:ext cx="3223321" cy="484025"/>
            <a:chOff x="-91496" y="1923738"/>
            <a:chExt cx="3223321" cy="484025"/>
          </a:xfrm>
        </p:grpSpPr>
        <p:sp>
          <p:nvSpPr>
            <p:cNvPr id="77"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78" name="TextBox 77"/>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5"/>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additive="base">
                                        <p:cTn id="12" dur="500" fill="hold"/>
                                        <p:tgtEl>
                                          <p:spTgt spid="38"/>
                                        </p:tgtEl>
                                        <p:attrNameLst>
                                          <p:attrName>ppt_x</p:attrName>
                                        </p:attrNameLst>
                                      </p:cBhvr>
                                      <p:tavLst>
                                        <p:tav tm="0">
                                          <p:val>
                                            <p:strVal val="#ppt_x"/>
                                          </p:val>
                                        </p:tav>
                                        <p:tav tm="100000">
                                          <p:val>
                                            <p:strVal val="#ppt_x"/>
                                          </p:val>
                                        </p:tav>
                                      </p:tavLst>
                                    </p:anim>
                                    <p:anim calcmode="lin" valueType="num">
                                      <p:cBhvr additive="base">
                                        <p:cTn id="13" dur="500" fill="hold"/>
                                        <p:tgtEl>
                                          <p:spTgt spid="38"/>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nodeType="after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fill="hold"/>
                                        <p:tgtEl>
                                          <p:spTgt spid="34"/>
                                        </p:tgtEl>
                                        <p:attrNameLst>
                                          <p:attrName>ppt_x</p:attrName>
                                        </p:attrNameLst>
                                      </p:cBhvr>
                                      <p:tavLst>
                                        <p:tav tm="0">
                                          <p:val>
                                            <p:strVal val="#ppt_x"/>
                                          </p:val>
                                        </p:tav>
                                        <p:tav tm="100000">
                                          <p:val>
                                            <p:strVal val="#ppt_x"/>
                                          </p:val>
                                        </p:tav>
                                      </p:tavLst>
                                    </p:anim>
                                    <p:anim calcmode="lin" valueType="num">
                                      <p:cBhvr additive="base">
                                        <p:cTn id="18" dur="500" fill="hold"/>
                                        <p:tgtEl>
                                          <p:spTgt spid="34"/>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 calcmode="lin" valueType="num">
                                      <p:cBhvr additive="base">
                                        <p:cTn id="22" dur="500" fill="hold"/>
                                        <p:tgtEl>
                                          <p:spTgt spid="33"/>
                                        </p:tgtEl>
                                        <p:attrNameLst>
                                          <p:attrName>ppt_x</p:attrName>
                                        </p:attrNameLst>
                                      </p:cBhvr>
                                      <p:tavLst>
                                        <p:tav tm="0">
                                          <p:val>
                                            <p:strVal val="#ppt_x"/>
                                          </p:val>
                                        </p:tav>
                                        <p:tav tm="100000">
                                          <p:val>
                                            <p:strVal val="#ppt_x"/>
                                          </p:val>
                                        </p:tav>
                                      </p:tavLst>
                                    </p:anim>
                                    <p:anim calcmode="lin" valueType="num">
                                      <p:cBhvr additive="base">
                                        <p:cTn id="23" dur="500" fill="hold"/>
                                        <p:tgtEl>
                                          <p:spTgt spid="33"/>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nodeType="after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500" fill="hold"/>
                                        <p:tgtEl>
                                          <p:spTgt spid="28"/>
                                        </p:tgtEl>
                                        <p:attrNameLst>
                                          <p:attrName>ppt_x</p:attrName>
                                        </p:attrNameLst>
                                      </p:cBhvr>
                                      <p:tavLst>
                                        <p:tav tm="0">
                                          <p:val>
                                            <p:strVal val="#ppt_x"/>
                                          </p:val>
                                        </p:tav>
                                        <p:tav tm="100000">
                                          <p:val>
                                            <p:strVal val="#ppt_x"/>
                                          </p:val>
                                        </p:tav>
                                      </p:tavLst>
                                    </p:anim>
                                    <p:anim calcmode="lin" valueType="num">
                                      <p:cBhvr additive="base">
                                        <p:cTn id="28" dur="500" fill="hold"/>
                                        <p:tgtEl>
                                          <p:spTgt spid="28"/>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nodeType="afterEffect">
                                  <p:stCondLst>
                                    <p:cond delay="0"/>
                                  </p:stCondLst>
                                  <p:childTnLst>
                                    <p:set>
                                      <p:cBhvr>
                                        <p:cTn id="31" dur="1" fill="hold">
                                          <p:stCondLst>
                                            <p:cond delay="0"/>
                                          </p:stCondLst>
                                        </p:cTn>
                                        <p:tgtEl>
                                          <p:spTgt spid="39"/>
                                        </p:tgtEl>
                                        <p:attrNameLst>
                                          <p:attrName>style.visibility</p:attrName>
                                        </p:attrNameLst>
                                      </p:cBhvr>
                                      <p:to>
                                        <p:strVal val="visible"/>
                                      </p:to>
                                    </p:set>
                                    <p:anim calcmode="lin" valueType="num">
                                      <p:cBhvr additive="base">
                                        <p:cTn id="32" dur="500" fill="hold"/>
                                        <p:tgtEl>
                                          <p:spTgt spid="39"/>
                                        </p:tgtEl>
                                        <p:attrNameLst>
                                          <p:attrName>ppt_x</p:attrName>
                                        </p:attrNameLst>
                                      </p:cBhvr>
                                      <p:tavLst>
                                        <p:tav tm="0">
                                          <p:val>
                                            <p:strVal val="#ppt_x"/>
                                          </p:val>
                                        </p:tav>
                                        <p:tav tm="100000">
                                          <p:val>
                                            <p:strVal val="#ppt_x"/>
                                          </p:val>
                                        </p:tav>
                                      </p:tavLst>
                                    </p:anim>
                                    <p:anim calcmode="lin" valueType="num">
                                      <p:cBhvr additive="base">
                                        <p:cTn id="33" dur="500" fill="hold"/>
                                        <p:tgtEl>
                                          <p:spTgt spid="39"/>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53" presetClass="entr" presetSubtype="0"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500" fill="hold"/>
                                        <p:tgtEl>
                                          <p:spTgt spid="4"/>
                                        </p:tgtEl>
                                        <p:attrNameLst>
                                          <p:attrName>ppt_w</p:attrName>
                                        </p:attrNameLst>
                                      </p:cBhvr>
                                      <p:tavLst>
                                        <p:tav tm="0">
                                          <p:val>
                                            <p:fltVal val="0"/>
                                          </p:val>
                                        </p:tav>
                                        <p:tav tm="100000">
                                          <p:val>
                                            <p:strVal val="#ppt_w"/>
                                          </p:val>
                                        </p:tav>
                                      </p:tavLst>
                                    </p:anim>
                                    <p:anim calcmode="lin" valueType="num">
                                      <p:cBhvr>
                                        <p:cTn id="38" dur="500" fill="hold"/>
                                        <p:tgtEl>
                                          <p:spTgt spid="4"/>
                                        </p:tgtEl>
                                        <p:attrNameLst>
                                          <p:attrName>ppt_h</p:attrName>
                                        </p:attrNameLst>
                                      </p:cBhvr>
                                      <p:tavLst>
                                        <p:tav tm="0">
                                          <p:val>
                                            <p:fltVal val="0"/>
                                          </p:val>
                                        </p:tav>
                                        <p:tav tm="100000">
                                          <p:val>
                                            <p:strVal val="#ppt_h"/>
                                          </p:val>
                                        </p:tav>
                                      </p:tavLst>
                                    </p:anim>
                                    <p:animEffect transition="in" filter="fade">
                                      <p:cBhvr>
                                        <p:cTn id="39" dur="500"/>
                                        <p:tgtEl>
                                          <p:spTgt spid="4"/>
                                        </p:tgtEl>
                                      </p:cBhvr>
                                    </p:animEffect>
                                  </p:childTnLst>
                                </p:cTn>
                              </p:par>
                              <p:par>
                                <p:cTn id="40" presetID="2" presetClass="entr" presetSubtype="2" accel="50000" decel="50000" fill="hold" nodeType="withEffect">
                                  <p:stCondLst>
                                    <p:cond delay="0"/>
                                  </p:stCondLst>
                                  <p:childTnLst>
                                    <p:set>
                                      <p:cBhvr>
                                        <p:cTn id="41" dur="1" fill="hold">
                                          <p:stCondLst>
                                            <p:cond delay="0"/>
                                          </p:stCondLst>
                                        </p:cTn>
                                        <p:tgtEl>
                                          <p:spTgt spid="43"/>
                                        </p:tgtEl>
                                        <p:attrNameLst>
                                          <p:attrName>style.visibility</p:attrName>
                                        </p:attrNameLst>
                                      </p:cBhvr>
                                      <p:to>
                                        <p:strVal val="visible"/>
                                      </p:to>
                                    </p:set>
                                    <p:anim calcmode="lin" valueType="num">
                                      <p:cBhvr additive="base">
                                        <p:cTn id="42" dur="500" fill="hold"/>
                                        <p:tgtEl>
                                          <p:spTgt spid="43"/>
                                        </p:tgtEl>
                                        <p:attrNameLst>
                                          <p:attrName>ppt_x</p:attrName>
                                        </p:attrNameLst>
                                      </p:cBhvr>
                                      <p:tavLst>
                                        <p:tav tm="0">
                                          <p:val>
                                            <p:strVal val="1+#ppt_w/2"/>
                                          </p:val>
                                        </p:tav>
                                        <p:tav tm="100000">
                                          <p:val>
                                            <p:strVal val="#ppt_x"/>
                                          </p:val>
                                        </p:tav>
                                      </p:tavLst>
                                    </p:anim>
                                    <p:anim calcmode="lin" valueType="num">
                                      <p:cBhvr additive="base">
                                        <p:cTn id="43" dur="500" fill="hold"/>
                                        <p:tgtEl>
                                          <p:spTgt spid="43"/>
                                        </p:tgtEl>
                                        <p:attrNameLst>
                                          <p:attrName>ppt_y</p:attrName>
                                        </p:attrNameLst>
                                      </p:cBhvr>
                                      <p:tavLst>
                                        <p:tav tm="0">
                                          <p:val>
                                            <p:strVal val="#ppt_y"/>
                                          </p:val>
                                        </p:tav>
                                        <p:tav tm="100000">
                                          <p:val>
                                            <p:strVal val="#ppt_y"/>
                                          </p:val>
                                        </p:tav>
                                      </p:tavLst>
                                    </p:anim>
                                  </p:childTnLst>
                                </p:cTn>
                              </p:par>
                            </p:childTnLst>
                          </p:cTn>
                        </p:par>
                        <p:par>
                          <p:cTn id="44" fill="hold">
                            <p:stCondLst>
                              <p:cond delay="3500"/>
                            </p:stCondLst>
                            <p:childTnLst>
                              <p:par>
                                <p:cTn id="45" presetID="53" presetClass="entr" presetSubtype="0" fill="hold" nodeType="after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500" fill="hold"/>
                                        <p:tgtEl>
                                          <p:spTgt spid="17"/>
                                        </p:tgtEl>
                                        <p:attrNameLst>
                                          <p:attrName>ppt_w</p:attrName>
                                        </p:attrNameLst>
                                      </p:cBhvr>
                                      <p:tavLst>
                                        <p:tav tm="0">
                                          <p:val>
                                            <p:fltVal val="0"/>
                                          </p:val>
                                        </p:tav>
                                        <p:tav tm="100000">
                                          <p:val>
                                            <p:strVal val="#ppt_w"/>
                                          </p:val>
                                        </p:tav>
                                      </p:tavLst>
                                    </p:anim>
                                    <p:anim calcmode="lin" valueType="num">
                                      <p:cBhvr>
                                        <p:cTn id="48" dur="500" fill="hold"/>
                                        <p:tgtEl>
                                          <p:spTgt spid="17"/>
                                        </p:tgtEl>
                                        <p:attrNameLst>
                                          <p:attrName>ppt_h</p:attrName>
                                        </p:attrNameLst>
                                      </p:cBhvr>
                                      <p:tavLst>
                                        <p:tav tm="0">
                                          <p:val>
                                            <p:fltVal val="0"/>
                                          </p:val>
                                        </p:tav>
                                        <p:tav tm="100000">
                                          <p:val>
                                            <p:strVal val="#ppt_h"/>
                                          </p:val>
                                        </p:tav>
                                      </p:tavLst>
                                    </p:anim>
                                    <p:animEffect transition="in" filter="fade">
                                      <p:cBhvr>
                                        <p:cTn id="49" dur="500"/>
                                        <p:tgtEl>
                                          <p:spTgt spid="17"/>
                                        </p:tgtEl>
                                      </p:cBhvr>
                                    </p:animEffect>
                                  </p:childTnLst>
                                </p:cTn>
                              </p:par>
                              <p:par>
                                <p:cTn id="50" presetID="2" presetClass="entr" presetSubtype="2" accel="50000" decel="50000" fill="hold"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500" fill="hold"/>
                                        <p:tgtEl>
                                          <p:spTgt spid="44"/>
                                        </p:tgtEl>
                                        <p:attrNameLst>
                                          <p:attrName>ppt_x</p:attrName>
                                        </p:attrNameLst>
                                      </p:cBhvr>
                                      <p:tavLst>
                                        <p:tav tm="0">
                                          <p:val>
                                            <p:strVal val="1+#ppt_w/2"/>
                                          </p:val>
                                        </p:tav>
                                        <p:tav tm="100000">
                                          <p:val>
                                            <p:strVal val="#ppt_x"/>
                                          </p:val>
                                        </p:tav>
                                      </p:tavLst>
                                    </p:anim>
                                    <p:anim calcmode="lin" valueType="num">
                                      <p:cBhvr additive="base">
                                        <p:cTn id="53" dur="500" fill="hold"/>
                                        <p:tgtEl>
                                          <p:spTgt spid="44"/>
                                        </p:tgtEl>
                                        <p:attrNameLst>
                                          <p:attrName>ppt_y</p:attrName>
                                        </p:attrNameLst>
                                      </p:cBhvr>
                                      <p:tavLst>
                                        <p:tav tm="0">
                                          <p:val>
                                            <p:strVal val="#ppt_y"/>
                                          </p:val>
                                        </p:tav>
                                        <p:tav tm="100000">
                                          <p:val>
                                            <p:strVal val="#ppt_y"/>
                                          </p:val>
                                        </p:tav>
                                      </p:tavLst>
                                    </p:anim>
                                  </p:childTnLst>
                                </p:cTn>
                              </p:par>
                            </p:childTnLst>
                          </p:cTn>
                        </p:par>
                        <p:par>
                          <p:cTn id="54" fill="hold">
                            <p:stCondLst>
                              <p:cond delay="4000"/>
                            </p:stCondLst>
                            <p:childTnLst>
                              <p:par>
                                <p:cTn id="55" presetID="53" presetClass="entr" presetSubtype="0" fill="hold" nodeType="afterEffect">
                                  <p:stCondLst>
                                    <p:cond delay="0"/>
                                  </p:stCondLst>
                                  <p:childTnLst>
                                    <p:set>
                                      <p:cBhvr>
                                        <p:cTn id="56" dur="1" fill="hold">
                                          <p:stCondLst>
                                            <p:cond delay="0"/>
                                          </p:stCondLst>
                                        </p:cTn>
                                        <p:tgtEl>
                                          <p:spTgt spid="2"/>
                                        </p:tgtEl>
                                        <p:attrNameLst>
                                          <p:attrName>style.visibility</p:attrName>
                                        </p:attrNameLst>
                                      </p:cBhvr>
                                      <p:to>
                                        <p:strVal val="visible"/>
                                      </p:to>
                                    </p:set>
                                    <p:anim calcmode="lin" valueType="num">
                                      <p:cBhvr>
                                        <p:cTn id="57" dur="500" fill="hold"/>
                                        <p:tgtEl>
                                          <p:spTgt spid="2"/>
                                        </p:tgtEl>
                                        <p:attrNameLst>
                                          <p:attrName>ppt_w</p:attrName>
                                        </p:attrNameLst>
                                      </p:cBhvr>
                                      <p:tavLst>
                                        <p:tav tm="0">
                                          <p:val>
                                            <p:fltVal val="0"/>
                                          </p:val>
                                        </p:tav>
                                        <p:tav tm="100000">
                                          <p:val>
                                            <p:strVal val="#ppt_w"/>
                                          </p:val>
                                        </p:tav>
                                      </p:tavLst>
                                    </p:anim>
                                    <p:anim calcmode="lin" valueType="num">
                                      <p:cBhvr>
                                        <p:cTn id="58" dur="500" fill="hold"/>
                                        <p:tgtEl>
                                          <p:spTgt spid="2"/>
                                        </p:tgtEl>
                                        <p:attrNameLst>
                                          <p:attrName>ppt_h</p:attrName>
                                        </p:attrNameLst>
                                      </p:cBhvr>
                                      <p:tavLst>
                                        <p:tav tm="0">
                                          <p:val>
                                            <p:fltVal val="0"/>
                                          </p:val>
                                        </p:tav>
                                        <p:tav tm="100000">
                                          <p:val>
                                            <p:strVal val="#ppt_h"/>
                                          </p:val>
                                        </p:tav>
                                      </p:tavLst>
                                    </p:anim>
                                    <p:animEffect transition="in" filter="fade">
                                      <p:cBhvr>
                                        <p:cTn id="59" dur="500"/>
                                        <p:tgtEl>
                                          <p:spTgt spid="2"/>
                                        </p:tgtEl>
                                      </p:cBhvr>
                                    </p:animEffect>
                                  </p:childTnLst>
                                </p:cTn>
                              </p:par>
                              <p:par>
                                <p:cTn id="60" presetID="2" presetClass="entr" presetSubtype="2" accel="50000" decel="50000" fill="hold" nodeType="withEffect">
                                  <p:stCondLst>
                                    <p:cond delay="0"/>
                                  </p:stCondLst>
                                  <p:childTnLst>
                                    <p:set>
                                      <p:cBhvr>
                                        <p:cTn id="61" dur="1" fill="hold">
                                          <p:stCondLst>
                                            <p:cond delay="0"/>
                                          </p:stCondLst>
                                        </p:cTn>
                                        <p:tgtEl>
                                          <p:spTgt spid="45"/>
                                        </p:tgtEl>
                                        <p:attrNameLst>
                                          <p:attrName>style.visibility</p:attrName>
                                        </p:attrNameLst>
                                      </p:cBhvr>
                                      <p:to>
                                        <p:strVal val="visible"/>
                                      </p:to>
                                    </p:set>
                                    <p:anim calcmode="lin" valueType="num">
                                      <p:cBhvr additive="base">
                                        <p:cTn id="62" dur="500" fill="hold"/>
                                        <p:tgtEl>
                                          <p:spTgt spid="45"/>
                                        </p:tgtEl>
                                        <p:attrNameLst>
                                          <p:attrName>ppt_x</p:attrName>
                                        </p:attrNameLst>
                                      </p:cBhvr>
                                      <p:tavLst>
                                        <p:tav tm="0">
                                          <p:val>
                                            <p:strVal val="1+#ppt_w/2"/>
                                          </p:val>
                                        </p:tav>
                                        <p:tav tm="100000">
                                          <p:val>
                                            <p:strVal val="#ppt_x"/>
                                          </p:val>
                                        </p:tav>
                                      </p:tavLst>
                                    </p:anim>
                                    <p:anim calcmode="lin" valueType="num">
                                      <p:cBhvr additive="base">
                                        <p:cTn id="63" dur="500" fill="hold"/>
                                        <p:tgtEl>
                                          <p:spTgt spid="45"/>
                                        </p:tgtEl>
                                        <p:attrNameLst>
                                          <p:attrName>ppt_y</p:attrName>
                                        </p:attrNameLst>
                                      </p:cBhvr>
                                      <p:tavLst>
                                        <p:tav tm="0">
                                          <p:val>
                                            <p:strVal val="#ppt_y"/>
                                          </p:val>
                                        </p:tav>
                                        <p:tav tm="100000">
                                          <p:val>
                                            <p:strVal val="#ppt_y"/>
                                          </p:val>
                                        </p:tav>
                                      </p:tavLst>
                                    </p:anim>
                                  </p:childTnLst>
                                </p:cTn>
                              </p:par>
                            </p:childTnLst>
                          </p:cTn>
                        </p:par>
                        <p:par>
                          <p:cTn id="64" fill="hold">
                            <p:stCondLst>
                              <p:cond delay="4500"/>
                            </p:stCondLst>
                            <p:childTnLst>
                              <p:par>
                                <p:cTn id="65" presetID="53" presetClass="entr" presetSubtype="0" fill="hold"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p:cTn id="67" dur="500" fill="hold"/>
                                        <p:tgtEl>
                                          <p:spTgt spid="15"/>
                                        </p:tgtEl>
                                        <p:attrNameLst>
                                          <p:attrName>ppt_w</p:attrName>
                                        </p:attrNameLst>
                                      </p:cBhvr>
                                      <p:tavLst>
                                        <p:tav tm="0">
                                          <p:val>
                                            <p:fltVal val="0"/>
                                          </p:val>
                                        </p:tav>
                                        <p:tav tm="100000">
                                          <p:val>
                                            <p:strVal val="#ppt_w"/>
                                          </p:val>
                                        </p:tav>
                                      </p:tavLst>
                                    </p:anim>
                                    <p:anim calcmode="lin" valueType="num">
                                      <p:cBhvr>
                                        <p:cTn id="68" dur="500" fill="hold"/>
                                        <p:tgtEl>
                                          <p:spTgt spid="15"/>
                                        </p:tgtEl>
                                        <p:attrNameLst>
                                          <p:attrName>ppt_h</p:attrName>
                                        </p:attrNameLst>
                                      </p:cBhvr>
                                      <p:tavLst>
                                        <p:tav tm="0">
                                          <p:val>
                                            <p:fltVal val="0"/>
                                          </p:val>
                                        </p:tav>
                                        <p:tav tm="100000">
                                          <p:val>
                                            <p:strVal val="#ppt_h"/>
                                          </p:val>
                                        </p:tav>
                                      </p:tavLst>
                                    </p:anim>
                                    <p:animEffect transition="in" filter="fade">
                                      <p:cBhvr>
                                        <p:cTn id="69" dur="500"/>
                                        <p:tgtEl>
                                          <p:spTgt spid="15"/>
                                        </p:tgtEl>
                                      </p:cBhvr>
                                    </p:animEffect>
                                  </p:childTnLst>
                                </p:cTn>
                              </p:par>
                              <p:par>
                                <p:cTn id="70" presetID="2" presetClass="entr" presetSubtype="2" accel="50000" decel="50000" fill="hold" nodeType="withEffect">
                                  <p:stCondLst>
                                    <p:cond delay="0"/>
                                  </p:stCondLst>
                                  <p:childTnLst>
                                    <p:set>
                                      <p:cBhvr>
                                        <p:cTn id="71" dur="1" fill="hold">
                                          <p:stCondLst>
                                            <p:cond delay="0"/>
                                          </p:stCondLst>
                                        </p:cTn>
                                        <p:tgtEl>
                                          <p:spTgt spid="46"/>
                                        </p:tgtEl>
                                        <p:attrNameLst>
                                          <p:attrName>style.visibility</p:attrName>
                                        </p:attrNameLst>
                                      </p:cBhvr>
                                      <p:to>
                                        <p:strVal val="visible"/>
                                      </p:to>
                                    </p:set>
                                    <p:anim calcmode="lin" valueType="num">
                                      <p:cBhvr additive="base">
                                        <p:cTn id="72" dur="500" fill="hold"/>
                                        <p:tgtEl>
                                          <p:spTgt spid="46"/>
                                        </p:tgtEl>
                                        <p:attrNameLst>
                                          <p:attrName>ppt_x</p:attrName>
                                        </p:attrNameLst>
                                      </p:cBhvr>
                                      <p:tavLst>
                                        <p:tav tm="0">
                                          <p:val>
                                            <p:strVal val="1+#ppt_w/2"/>
                                          </p:val>
                                        </p:tav>
                                        <p:tav tm="100000">
                                          <p:val>
                                            <p:strVal val="#ppt_x"/>
                                          </p:val>
                                        </p:tav>
                                      </p:tavLst>
                                    </p:anim>
                                    <p:anim calcmode="lin" valueType="num">
                                      <p:cBhvr additive="base">
                                        <p:cTn id="73" dur="500" fill="hold"/>
                                        <p:tgtEl>
                                          <p:spTgt spid="46"/>
                                        </p:tgtEl>
                                        <p:attrNameLst>
                                          <p:attrName>ppt_y</p:attrName>
                                        </p:attrNameLst>
                                      </p:cBhvr>
                                      <p:tavLst>
                                        <p:tav tm="0">
                                          <p:val>
                                            <p:strVal val="#ppt_y"/>
                                          </p:val>
                                        </p:tav>
                                        <p:tav tm="100000">
                                          <p:val>
                                            <p:strVal val="#ppt_y"/>
                                          </p:val>
                                        </p:tav>
                                      </p:tavLst>
                                    </p:anim>
                                  </p:childTnLst>
                                </p:cTn>
                              </p:par>
                            </p:childTnLst>
                          </p:cTn>
                        </p:par>
                        <p:par>
                          <p:cTn id="74" fill="hold">
                            <p:stCondLst>
                              <p:cond delay="5000"/>
                            </p:stCondLst>
                            <p:childTnLst>
                              <p:par>
                                <p:cTn id="75" presetID="53" presetClass="entr" presetSubtype="0" fill="hold" nodeType="afterEffect">
                                  <p:stCondLst>
                                    <p:cond delay="0"/>
                                  </p:stCondLst>
                                  <p:childTnLst>
                                    <p:set>
                                      <p:cBhvr>
                                        <p:cTn id="76" dur="1" fill="hold">
                                          <p:stCondLst>
                                            <p:cond delay="0"/>
                                          </p:stCondLst>
                                        </p:cTn>
                                        <p:tgtEl>
                                          <p:spTgt spid="22"/>
                                        </p:tgtEl>
                                        <p:attrNameLst>
                                          <p:attrName>style.visibility</p:attrName>
                                        </p:attrNameLst>
                                      </p:cBhvr>
                                      <p:to>
                                        <p:strVal val="visible"/>
                                      </p:to>
                                    </p:set>
                                    <p:anim calcmode="lin" valueType="num">
                                      <p:cBhvr>
                                        <p:cTn id="77" dur="500" fill="hold"/>
                                        <p:tgtEl>
                                          <p:spTgt spid="22"/>
                                        </p:tgtEl>
                                        <p:attrNameLst>
                                          <p:attrName>ppt_w</p:attrName>
                                        </p:attrNameLst>
                                      </p:cBhvr>
                                      <p:tavLst>
                                        <p:tav tm="0">
                                          <p:val>
                                            <p:fltVal val="0"/>
                                          </p:val>
                                        </p:tav>
                                        <p:tav tm="100000">
                                          <p:val>
                                            <p:strVal val="#ppt_w"/>
                                          </p:val>
                                        </p:tav>
                                      </p:tavLst>
                                    </p:anim>
                                    <p:anim calcmode="lin" valueType="num">
                                      <p:cBhvr>
                                        <p:cTn id="78" dur="500" fill="hold"/>
                                        <p:tgtEl>
                                          <p:spTgt spid="22"/>
                                        </p:tgtEl>
                                        <p:attrNameLst>
                                          <p:attrName>ppt_h</p:attrName>
                                        </p:attrNameLst>
                                      </p:cBhvr>
                                      <p:tavLst>
                                        <p:tav tm="0">
                                          <p:val>
                                            <p:fltVal val="0"/>
                                          </p:val>
                                        </p:tav>
                                        <p:tav tm="100000">
                                          <p:val>
                                            <p:strVal val="#ppt_h"/>
                                          </p:val>
                                        </p:tav>
                                      </p:tavLst>
                                    </p:anim>
                                    <p:animEffect transition="in" filter="fade">
                                      <p:cBhvr>
                                        <p:cTn id="79" dur="500"/>
                                        <p:tgtEl>
                                          <p:spTgt spid="22"/>
                                        </p:tgtEl>
                                      </p:cBhvr>
                                    </p:animEffect>
                                  </p:childTnLst>
                                </p:cTn>
                              </p:par>
                              <p:par>
                                <p:cTn id="80" presetID="2" presetClass="entr" presetSubtype="2" accel="50000" decel="50000" fill="hold" nodeType="withEffect">
                                  <p:stCondLst>
                                    <p:cond delay="0"/>
                                  </p:stCondLst>
                                  <p:childTnLst>
                                    <p:set>
                                      <p:cBhvr>
                                        <p:cTn id="81" dur="1" fill="hold">
                                          <p:stCondLst>
                                            <p:cond delay="0"/>
                                          </p:stCondLst>
                                        </p:cTn>
                                        <p:tgtEl>
                                          <p:spTgt spid="47"/>
                                        </p:tgtEl>
                                        <p:attrNameLst>
                                          <p:attrName>style.visibility</p:attrName>
                                        </p:attrNameLst>
                                      </p:cBhvr>
                                      <p:to>
                                        <p:strVal val="visible"/>
                                      </p:to>
                                    </p:set>
                                    <p:anim calcmode="lin" valueType="num">
                                      <p:cBhvr additive="base">
                                        <p:cTn id="82" dur="500" fill="hold"/>
                                        <p:tgtEl>
                                          <p:spTgt spid="47"/>
                                        </p:tgtEl>
                                        <p:attrNameLst>
                                          <p:attrName>ppt_x</p:attrName>
                                        </p:attrNameLst>
                                      </p:cBhvr>
                                      <p:tavLst>
                                        <p:tav tm="0">
                                          <p:val>
                                            <p:strVal val="1+#ppt_w/2"/>
                                          </p:val>
                                        </p:tav>
                                        <p:tav tm="100000">
                                          <p:val>
                                            <p:strVal val="#ppt_x"/>
                                          </p:val>
                                        </p:tav>
                                      </p:tavLst>
                                    </p:anim>
                                    <p:anim calcmode="lin" valueType="num">
                                      <p:cBhvr additive="base">
                                        <p:cTn id="83"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Take Great Steps</a:t>
            </a:r>
            <a:endParaRPr lang="en-US" dirty="0"/>
          </a:p>
        </p:txBody>
      </p:sp>
      <p:sp>
        <p:nvSpPr>
          <p:cNvPr id="4" name="Text Placeholder 3"/>
          <p:cNvSpPr>
            <a:spLocks noGrp="1"/>
          </p:cNvSpPr>
          <p:nvPr>
            <p:ph type="body" sz="half" idx="2"/>
          </p:nvPr>
        </p:nvSpPr>
        <p:spPr/>
        <p:txBody>
          <a:bodyPr/>
          <a:lstStyle/>
          <a:p>
            <a:r>
              <a:rPr lang="en-US"/>
              <a:t>Take Great Steps</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64</a:t>
            </a:fld>
            <a:endParaRPr lang="en-US" dirty="0"/>
          </a:p>
        </p:txBody>
      </p:sp>
      <p:sp>
        <p:nvSpPr>
          <p:cNvPr id="5" name="Frame 4"/>
          <p:cNvSpPr/>
          <p:nvPr/>
        </p:nvSpPr>
        <p:spPr>
          <a:xfrm>
            <a:off x="1046165" y="1410085"/>
            <a:ext cx="2937957" cy="2937957"/>
          </a:xfrm>
          <a:prstGeom prst="frame">
            <a:avLst>
              <a:gd name="adj1" fmla="val 1577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5" name="Pentagon 44"/>
          <p:cNvSpPr/>
          <p:nvPr/>
        </p:nvSpPr>
        <p:spPr>
          <a:xfrm rot="5400000">
            <a:off x="1802974" y="1245182"/>
            <a:ext cx="1424338" cy="748891"/>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Pentagon 45"/>
          <p:cNvSpPr/>
          <p:nvPr/>
        </p:nvSpPr>
        <p:spPr>
          <a:xfrm rot="16200000">
            <a:off x="1802974" y="3754528"/>
            <a:ext cx="1424337" cy="748891"/>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entagon 46"/>
          <p:cNvSpPr/>
          <p:nvPr/>
        </p:nvSpPr>
        <p:spPr>
          <a:xfrm>
            <a:off x="585309" y="2504618"/>
            <a:ext cx="1424338" cy="748891"/>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Pentagon 47"/>
          <p:cNvSpPr/>
          <p:nvPr/>
        </p:nvSpPr>
        <p:spPr>
          <a:xfrm rot="10800000">
            <a:off x="3020641" y="2504617"/>
            <a:ext cx="1424337" cy="748891"/>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7"/>
          <p:cNvGrpSpPr/>
          <p:nvPr/>
        </p:nvGrpSpPr>
        <p:grpSpPr>
          <a:xfrm>
            <a:off x="2127703" y="2522084"/>
            <a:ext cx="761886" cy="761884"/>
            <a:chOff x="2247891" y="2524775"/>
            <a:chExt cx="775554" cy="775552"/>
          </a:xfrm>
        </p:grpSpPr>
        <p:sp>
          <p:nvSpPr>
            <p:cNvPr id="52" name="Sev01"/>
            <p:cNvSpPr>
              <a:spLocks noChangeAspect="1"/>
            </p:cNvSpPr>
            <p:nvPr/>
          </p:nvSpPr>
          <p:spPr>
            <a:xfrm>
              <a:off x="2247891" y="2524775"/>
              <a:ext cx="775554" cy="775552"/>
            </a:xfrm>
            <a:prstGeom prst="ellipse">
              <a:avLst/>
            </a:prstGeom>
            <a:noFill/>
            <a:ln w="571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54" name="Freeform 69"/>
            <p:cNvSpPr>
              <a:spLocks noEditPoints="1"/>
            </p:cNvSpPr>
            <p:nvPr/>
          </p:nvSpPr>
          <p:spPr bwMode="auto">
            <a:xfrm>
              <a:off x="2472673" y="2748252"/>
              <a:ext cx="325992" cy="328598"/>
            </a:xfrm>
            <a:custGeom>
              <a:avLst/>
              <a:gdLst/>
              <a:ahLst/>
              <a:cxnLst>
                <a:cxn ang="0">
                  <a:pos x="29" y="58"/>
                </a:cxn>
                <a:cxn ang="0">
                  <a:pos x="6" y="47"/>
                </a:cxn>
                <a:cxn ang="0">
                  <a:pos x="7" y="46"/>
                </a:cxn>
                <a:cxn ang="0">
                  <a:pos x="12" y="40"/>
                </a:cxn>
                <a:cxn ang="0">
                  <a:pos x="13" y="40"/>
                </a:cxn>
                <a:cxn ang="0">
                  <a:pos x="14" y="41"/>
                </a:cxn>
                <a:cxn ang="0">
                  <a:pos x="29" y="48"/>
                </a:cxn>
                <a:cxn ang="0">
                  <a:pos x="48" y="29"/>
                </a:cxn>
                <a:cxn ang="0">
                  <a:pos x="29" y="9"/>
                </a:cxn>
                <a:cxn ang="0">
                  <a:pos x="16" y="14"/>
                </a:cxn>
                <a:cxn ang="0">
                  <a:pos x="21" y="20"/>
                </a:cxn>
                <a:cxn ang="0">
                  <a:pos x="21" y="22"/>
                </a:cxn>
                <a:cxn ang="0">
                  <a:pos x="19" y="24"/>
                </a:cxn>
                <a:cxn ang="0">
                  <a:pos x="2" y="24"/>
                </a:cxn>
                <a:cxn ang="0">
                  <a:pos x="0" y="21"/>
                </a:cxn>
                <a:cxn ang="0">
                  <a:pos x="0" y="4"/>
                </a:cxn>
                <a:cxn ang="0">
                  <a:pos x="1" y="2"/>
                </a:cxn>
                <a:cxn ang="0">
                  <a:pos x="4" y="3"/>
                </a:cxn>
                <a:cxn ang="0">
                  <a:pos x="9" y="8"/>
                </a:cxn>
                <a:cxn ang="0">
                  <a:pos x="29" y="0"/>
                </a:cxn>
                <a:cxn ang="0">
                  <a:pos x="58" y="29"/>
                </a:cxn>
                <a:cxn ang="0">
                  <a:pos x="29" y="58"/>
                </a:cxn>
                <a:cxn ang="0">
                  <a:pos x="34" y="35"/>
                </a:cxn>
                <a:cxn ang="0">
                  <a:pos x="33" y="36"/>
                </a:cxn>
                <a:cxn ang="0">
                  <a:pos x="20" y="36"/>
                </a:cxn>
                <a:cxn ang="0">
                  <a:pos x="19" y="35"/>
                </a:cxn>
                <a:cxn ang="0">
                  <a:pos x="19" y="32"/>
                </a:cxn>
                <a:cxn ang="0">
                  <a:pos x="20" y="31"/>
                </a:cxn>
                <a:cxn ang="0">
                  <a:pos x="29" y="31"/>
                </a:cxn>
                <a:cxn ang="0">
                  <a:pos x="29" y="18"/>
                </a:cxn>
                <a:cxn ang="0">
                  <a:pos x="30" y="17"/>
                </a:cxn>
                <a:cxn ang="0">
                  <a:pos x="33" y="17"/>
                </a:cxn>
                <a:cxn ang="0">
                  <a:pos x="34" y="18"/>
                </a:cxn>
                <a:cxn ang="0">
                  <a:pos x="34" y="35"/>
                </a:cxn>
              </a:cxnLst>
              <a:rect l="0" t="0" r="r" b="b"/>
              <a:pathLst>
                <a:path w="58" h="58">
                  <a:moveTo>
                    <a:pt x="29" y="58"/>
                  </a:moveTo>
                  <a:cubicBezTo>
                    <a:pt x="20" y="58"/>
                    <a:pt x="12" y="54"/>
                    <a:pt x="6" y="47"/>
                  </a:cubicBezTo>
                  <a:cubicBezTo>
                    <a:pt x="6" y="47"/>
                    <a:pt x="6" y="46"/>
                    <a:pt x="7" y="46"/>
                  </a:cubicBezTo>
                  <a:cubicBezTo>
                    <a:pt x="12" y="40"/>
                    <a:pt x="12" y="40"/>
                    <a:pt x="12" y="40"/>
                  </a:cubicBezTo>
                  <a:cubicBezTo>
                    <a:pt x="12" y="40"/>
                    <a:pt x="12" y="40"/>
                    <a:pt x="13" y="40"/>
                  </a:cubicBezTo>
                  <a:cubicBezTo>
                    <a:pt x="13" y="40"/>
                    <a:pt x="13" y="40"/>
                    <a:pt x="14" y="41"/>
                  </a:cubicBezTo>
                  <a:cubicBezTo>
                    <a:pt x="17" y="45"/>
                    <a:pt x="23" y="48"/>
                    <a:pt x="29" y="48"/>
                  </a:cubicBezTo>
                  <a:cubicBezTo>
                    <a:pt x="40" y="48"/>
                    <a:pt x="48" y="39"/>
                    <a:pt x="48" y="29"/>
                  </a:cubicBezTo>
                  <a:cubicBezTo>
                    <a:pt x="48" y="18"/>
                    <a:pt x="40" y="9"/>
                    <a:pt x="29" y="9"/>
                  </a:cubicBezTo>
                  <a:cubicBezTo>
                    <a:pt x="24" y="9"/>
                    <a:pt x="19" y="11"/>
                    <a:pt x="16" y="14"/>
                  </a:cubicBezTo>
                  <a:cubicBezTo>
                    <a:pt x="21" y="20"/>
                    <a:pt x="21" y="20"/>
                    <a:pt x="21" y="20"/>
                  </a:cubicBezTo>
                  <a:cubicBezTo>
                    <a:pt x="22" y="20"/>
                    <a:pt x="22" y="21"/>
                    <a:pt x="21" y="22"/>
                  </a:cubicBezTo>
                  <a:cubicBezTo>
                    <a:pt x="21" y="23"/>
                    <a:pt x="20" y="24"/>
                    <a:pt x="19" y="24"/>
                  </a:cubicBezTo>
                  <a:cubicBezTo>
                    <a:pt x="2" y="24"/>
                    <a:pt x="2" y="24"/>
                    <a:pt x="2" y="24"/>
                  </a:cubicBezTo>
                  <a:cubicBezTo>
                    <a:pt x="1" y="24"/>
                    <a:pt x="0" y="23"/>
                    <a:pt x="0" y="21"/>
                  </a:cubicBezTo>
                  <a:cubicBezTo>
                    <a:pt x="0" y="4"/>
                    <a:pt x="0" y="4"/>
                    <a:pt x="0" y="4"/>
                  </a:cubicBezTo>
                  <a:cubicBezTo>
                    <a:pt x="0" y="3"/>
                    <a:pt x="0" y="3"/>
                    <a:pt x="1" y="2"/>
                  </a:cubicBezTo>
                  <a:cubicBezTo>
                    <a:pt x="2" y="2"/>
                    <a:pt x="3" y="2"/>
                    <a:pt x="4" y="3"/>
                  </a:cubicBezTo>
                  <a:cubicBezTo>
                    <a:pt x="9" y="8"/>
                    <a:pt x="9" y="8"/>
                    <a:pt x="9" y="8"/>
                  </a:cubicBezTo>
                  <a:cubicBezTo>
                    <a:pt x="14" y="3"/>
                    <a:pt x="21" y="0"/>
                    <a:pt x="29" y="0"/>
                  </a:cubicBezTo>
                  <a:cubicBezTo>
                    <a:pt x="45" y="0"/>
                    <a:pt x="58" y="13"/>
                    <a:pt x="58" y="29"/>
                  </a:cubicBezTo>
                  <a:cubicBezTo>
                    <a:pt x="58" y="45"/>
                    <a:pt x="45" y="58"/>
                    <a:pt x="29" y="58"/>
                  </a:cubicBezTo>
                  <a:close/>
                  <a:moveTo>
                    <a:pt x="34" y="35"/>
                  </a:moveTo>
                  <a:cubicBezTo>
                    <a:pt x="34" y="35"/>
                    <a:pt x="33" y="36"/>
                    <a:pt x="33" y="36"/>
                  </a:cubicBezTo>
                  <a:cubicBezTo>
                    <a:pt x="20" y="36"/>
                    <a:pt x="20" y="36"/>
                    <a:pt x="20" y="36"/>
                  </a:cubicBezTo>
                  <a:cubicBezTo>
                    <a:pt x="20" y="36"/>
                    <a:pt x="19" y="35"/>
                    <a:pt x="19" y="35"/>
                  </a:cubicBezTo>
                  <a:cubicBezTo>
                    <a:pt x="19" y="32"/>
                    <a:pt x="19" y="32"/>
                    <a:pt x="19" y="32"/>
                  </a:cubicBezTo>
                  <a:cubicBezTo>
                    <a:pt x="19" y="32"/>
                    <a:pt x="20" y="31"/>
                    <a:pt x="20" y="31"/>
                  </a:cubicBezTo>
                  <a:cubicBezTo>
                    <a:pt x="29" y="31"/>
                    <a:pt x="29" y="31"/>
                    <a:pt x="29" y="31"/>
                  </a:cubicBezTo>
                  <a:cubicBezTo>
                    <a:pt x="29" y="18"/>
                    <a:pt x="29" y="18"/>
                    <a:pt x="29" y="18"/>
                  </a:cubicBezTo>
                  <a:cubicBezTo>
                    <a:pt x="29" y="17"/>
                    <a:pt x="29" y="17"/>
                    <a:pt x="30" y="17"/>
                  </a:cubicBezTo>
                  <a:cubicBezTo>
                    <a:pt x="33" y="17"/>
                    <a:pt x="33" y="17"/>
                    <a:pt x="33" y="17"/>
                  </a:cubicBezTo>
                  <a:cubicBezTo>
                    <a:pt x="33" y="17"/>
                    <a:pt x="34" y="17"/>
                    <a:pt x="34" y="18"/>
                  </a:cubicBezTo>
                  <a:lnTo>
                    <a:pt x="34" y="3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56"/>
          <p:cNvGrpSpPr/>
          <p:nvPr/>
        </p:nvGrpSpPr>
        <p:grpSpPr>
          <a:xfrm>
            <a:off x="5296454" y="1376530"/>
            <a:ext cx="3432318" cy="485747"/>
            <a:chOff x="1315498" y="1193939"/>
            <a:chExt cx="3432318" cy="485747"/>
          </a:xfrm>
        </p:grpSpPr>
        <p:sp>
          <p:nvSpPr>
            <p:cNvPr id="58" name="Text Placeholder 3"/>
            <p:cNvSpPr txBox="1">
              <a:spLocks/>
            </p:cNvSpPr>
            <p:nvPr/>
          </p:nvSpPr>
          <p:spPr>
            <a:xfrm>
              <a:off x="1315499" y="1193939"/>
              <a:ext cx="1075615"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64" name="Text Placeholder 3"/>
            <p:cNvSpPr txBox="1">
              <a:spLocks/>
            </p:cNvSpPr>
            <p:nvPr/>
          </p:nvSpPr>
          <p:spPr>
            <a:xfrm>
              <a:off x="1315498" y="1371909"/>
              <a:ext cx="343231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some</a:t>
              </a:r>
            </a:p>
          </p:txBody>
        </p:sp>
      </p:grpSp>
      <p:sp>
        <p:nvSpPr>
          <p:cNvPr id="65" name="Text Placeholder 3"/>
          <p:cNvSpPr txBox="1">
            <a:spLocks/>
          </p:cNvSpPr>
          <p:nvPr/>
        </p:nvSpPr>
        <p:spPr>
          <a:xfrm>
            <a:off x="4608553" y="1231116"/>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1"/>
                </a:solidFill>
                <a:effectLst/>
                <a:uLnTx/>
                <a:uFillTx/>
                <a:latin typeface="+mn-lt"/>
                <a:ea typeface="+mn-ea"/>
                <a:cs typeface="+mn-cs"/>
              </a:rPr>
              <a:t>01</a:t>
            </a:r>
          </a:p>
        </p:txBody>
      </p:sp>
      <p:grpSp>
        <p:nvGrpSpPr>
          <p:cNvPr id="7" name="Group 65"/>
          <p:cNvGrpSpPr/>
          <p:nvPr/>
        </p:nvGrpSpPr>
        <p:grpSpPr>
          <a:xfrm>
            <a:off x="5305701" y="2168044"/>
            <a:ext cx="3423071" cy="499052"/>
            <a:chOff x="1324745" y="2185155"/>
            <a:chExt cx="3423071" cy="499052"/>
          </a:xfrm>
        </p:grpSpPr>
        <p:sp>
          <p:nvSpPr>
            <p:cNvPr id="68" name="Text Placeholder 3"/>
            <p:cNvSpPr txBox="1">
              <a:spLocks/>
            </p:cNvSpPr>
            <p:nvPr/>
          </p:nvSpPr>
          <p:spPr>
            <a:xfrm>
              <a:off x="1324745" y="2185155"/>
              <a:ext cx="1071897"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n-lt"/>
                  <a:ea typeface="+mn-ea"/>
                  <a:cs typeface="+mn-cs"/>
                </a:rPr>
                <a:t>Number Two</a:t>
              </a:r>
            </a:p>
          </p:txBody>
        </p:sp>
        <p:sp>
          <p:nvSpPr>
            <p:cNvPr id="69" name="Text Placeholder 3"/>
            <p:cNvSpPr txBox="1">
              <a:spLocks/>
            </p:cNvSpPr>
            <p:nvPr/>
          </p:nvSpPr>
          <p:spPr>
            <a:xfrm>
              <a:off x="1324745" y="2376430"/>
              <a:ext cx="342307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some</a:t>
              </a:r>
            </a:p>
          </p:txBody>
        </p:sp>
      </p:grpSp>
      <p:sp>
        <p:nvSpPr>
          <p:cNvPr id="70" name="Text Placeholder 3"/>
          <p:cNvSpPr txBox="1">
            <a:spLocks/>
          </p:cNvSpPr>
          <p:nvPr/>
        </p:nvSpPr>
        <p:spPr>
          <a:xfrm>
            <a:off x="4617799" y="2046095"/>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2"/>
                </a:solidFill>
                <a:effectLst/>
                <a:uLnTx/>
                <a:uFillTx/>
                <a:latin typeface="+mn-lt"/>
                <a:ea typeface="+mn-ea"/>
                <a:cs typeface="+mn-cs"/>
              </a:rPr>
              <a:t>02</a:t>
            </a:r>
          </a:p>
        </p:txBody>
      </p:sp>
      <p:grpSp>
        <p:nvGrpSpPr>
          <p:cNvPr id="8" name="Group 81"/>
          <p:cNvGrpSpPr/>
          <p:nvPr/>
        </p:nvGrpSpPr>
        <p:grpSpPr>
          <a:xfrm>
            <a:off x="5294786" y="2989526"/>
            <a:ext cx="3433986" cy="502709"/>
            <a:chOff x="1313830" y="2930322"/>
            <a:chExt cx="3433986" cy="502709"/>
          </a:xfrm>
        </p:grpSpPr>
        <p:sp>
          <p:nvSpPr>
            <p:cNvPr id="83" name="Text Placeholder 3"/>
            <p:cNvSpPr txBox="1">
              <a:spLocks/>
            </p:cNvSpPr>
            <p:nvPr/>
          </p:nvSpPr>
          <p:spPr>
            <a:xfrm>
              <a:off x="1313830" y="2930322"/>
              <a:ext cx="121507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84" name="Text Placeholder 3"/>
            <p:cNvSpPr txBox="1">
              <a:spLocks/>
            </p:cNvSpPr>
            <p:nvPr/>
          </p:nvSpPr>
          <p:spPr>
            <a:xfrm>
              <a:off x="1313830" y="3125254"/>
              <a:ext cx="343398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some</a:t>
              </a:r>
            </a:p>
          </p:txBody>
        </p:sp>
      </p:grpSp>
      <p:sp>
        <p:nvSpPr>
          <p:cNvPr id="85" name="Text Placeholder 3"/>
          <p:cNvSpPr txBox="1">
            <a:spLocks/>
          </p:cNvSpPr>
          <p:nvPr/>
        </p:nvSpPr>
        <p:spPr>
          <a:xfrm>
            <a:off x="4606884" y="2861074"/>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3"/>
                </a:solidFill>
                <a:effectLst/>
                <a:uLnTx/>
                <a:uFillTx/>
                <a:latin typeface="+mn-lt"/>
                <a:ea typeface="+mn-ea"/>
                <a:cs typeface="+mn-cs"/>
              </a:rPr>
              <a:t>03</a:t>
            </a:r>
          </a:p>
        </p:txBody>
      </p:sp>
      <p:grpSp>
        <p:nvGrpSpPr>
          <p:cNvPr id="9" name="Group 85"/>
          <p:cNvGrpSpPr/>
          <p:nvPr/>
        </p:nvGrpSpPr>
        <p:grpSpPr>
          <a:xfrm>
            <a:off x="5296455" y="3796024"/>
            <a:ext cx="3432317" cy="511190"/>
            <a:chOff x="1315499" y="3796481"/>
            <a:chExt cx="3432317" cy="511190"/>
          </a:xfrm>
        </p:grpSpPr>
        <p:sp>
          <p:nvSpPr>
            <p:cNvPr id="87" name="Text Placeholder 3"/>
            <p:cNvSpPr txBox="1">
              <a:spLocks/>
            </p:cNvSpPr>
            <p:nvPr/>
          </p:nvSpPr>
          <p:spPr>
            <a:xfrm>
              <a:off x="1315499" y="3796481"/>
              <a:ext cx="1125308"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n-lt"/>
                  <a:ea typeface="+mn-ea"/>
                  <a:cs typeface="+mn-cs"/>
                </a:rPr>
                <a:t>Number Four</a:t>
              </a:r>
            </a:p>
          </p:txBody>
        </p:sp>
        <p:sp>
          <p:nvSpPr>
            <p:cNvPr id="88" name="Text Placeholder 3"/>
            <p:cNvSpPr txBox="1">
              <a:spLocks/>
            </p:cNvSpPr>
            <p:nvPr/>
          </p:nvSpPr>
          <p:spPr>
            <a:xfrm>
              <a:off x="1315499" y="3999894"/>
              <a:ext cx="343231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some</a:t>
              </a:r>
            </a:p>
          </p:txBody>
        </p:sp>
      </p:grpSp>
      <p:sp>
        <p:nvSpPr>
          <p:cNvPr id="91" name="Text Placeholder 3"/>
          <p:cNvSpPr txBox="1">
            <a:spLocks/>
          </p:cNvSpPr>
          <p:nvPr/>
        </p:nvSpPr>
        <p:spPr>
          <a:xfrm>
            <a:off x="4608553" y="3676053"/>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4"/>
                </a:solidFill>
                <a:effectLst/>
                <a:uLnTx/>
                <a:uFillTx/>
                <a:latin typeface="+mn-lt"/>
                <a:ea typeface="+mn-ea"/>
                <a:cs typeface="+mn-cs"/>
              </a:rPr>
              <a:t>04</a:t>
            </a:r>
          </a:p>
        </p:txBody>
      </p:sp>
      <p:grpSp>
        <p:nvGrpSpPr>
          <p:cNvPr id="10" name="Group 23"/>
          <p:cNvGrpSpPr/>
          <p:nvPr/>
        </p:nvGrpSpPr>
        <p:grpSpPr>
          <a:xfrm>
            <a:off x="3239075" y="2715252"/>
            <a:ext cx="1106723" cy="330128"/>
            <a:chOff x="3239075" y="2715252"/>
            <a:chExt cx="1106723" cy="330128"/>
          </a:xfrm>
        </p:grpSpPr>
        <p:sp>
          <p:nvSpPr>
            <p:cNvPr id="97" name="Freeform 105"/>
            <p:cNvSpPr>
              <a:spLocks noEditPoints="1"/>
            </p:cNvSpPr>
            <p:nvPr/>
          </p:nvSpPr>
          <p:spPr bwMode="auto">
            <a:xfrm>
              <a:off x="3239075" y="2715252"/>
              <a:ext cx="334982" cy="330128"/>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
          <p:nvSpPr>
            <p:cNvPr id="100" name="Text Placeholder 3"/>
            <p:cNvSpPr txBox="1">
              <a:spLocks/>
            </p:cNvSpPr>
            <p:nvPr/>
          </p:nvSpPr>
          <p:spPr>
            <a:xfrm>
              <a:off x="3630922" y="2771392"/>
              <a:ext cx="71487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STEP</a:t>
              </a:r>
              <a:r>
                <a:rPr kumimoji="0" lang="en-US" b="1" i="0" u="none" strike="noStrike" kern="1200" cap="none" spc="0" normalizeH="0" noProof="0" dirty="0">
                  <a:ln>
                    <a:noFill/>
                  </a:ln>
                  <a:solidFill>
                    <a:schemeClr val="bg1"/>
                  </a:solidFill>
                  <a:effectLst/>
                  <a:uLnTx/>
                  <a:uFillTx/>
                  <a:latin typeface="+mn-lt"/>
                  <a:ea typeface="+mn-ea"/>
                  <a:cs typeface="+mn-cs"/>
                </a:rPr>
                <a:t> 03</a:t>
              </a:r>
              <a:endParaRPr kumimoji="0" lang="en-US"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1" name="Group 12"/>
          <p:cNvGrpSpPr/>
          <p:nvPr/>
        </p:nvGrpSpPr>
        <p:grpSpPr>
          <a:xfrm>
            <a:off x="651460" y="2700534"/>
            <a:ext cx="1046083" cy="357058"/>
            <a:chOff x="651460" y="2700534"/>
            <a:chExt cx="1046083" cy="357058"/>
          </a:xfrm>
        </p:grpSpPr>
        <p:sp>
          <p:nvSpPr>
            <p:cNvPr id="95" name="Freeform 82"/>
            <p:cNvSpPr>
              <a:spLocks noEditPoints="1"/>
            </p:cNvSpPr>
            <p:nvPr/>
          </p:nvSpPr>
          <p:spPr bwMode="auto">
            <a:xfrm>
              <a:off x="1395417" y="2700534"/>
              <a:ext cx="302126" cy="357058"/>
            </a:xfrm>
            <a:custGeom>
              <a:avLst/>
              <a:gdLst/>
              <a:ahLst/>
              <a:cxnLst>
                <a:cxn ang="0">
                  <a:pos x="61" y="26"/>
                </a:cxn>
                <a:cxn ang="0">
                  <a:pos x="61" y="68"/>
                </a:cxn>
                <a:cxn ang="0">
                  <a:pos x="58" y="72"/>
                </a:cxn>
                <a:cxn ang="0">
                  <a:pos x="4" y="72"/>
                </a:cxn>
                <a:cxn ang="0">
                  <a:pos x="0" y="68"/>
                </a:cxn>
                <a:cxn ang="0">
                  <a:pos x="0" y="4"/>
                </a:cxn>
                <a:cxn ang="0">
                  <a:pos x="4" y="0"/>
                </a:cxn>
                <a:cxn ang="0">
                  <a:pos x="36" y="0"/>
                </a:cxn>
                <a:cxn ang="0">
                  <a:pos x="36" y="22"/>
                </a:cxn>
                <a:cxn ang="0">
                  <a:pos x="40" y="26"/>
                </a:cxn>
                <a:cxn ang="0">
                  <a:pos x="61" y="26"/>
                </a:cxn>
                <a:cxn ang="0">
                  <a:pos x="46" y="32"/>
                </a:cxn>
                <a:cxn ang="0">
                  <a:pos x="45" y="31"/>
                </a:cxn>
                <a:cxn ang="0">
                  <a:pos x="16" y="31"/>
                </a:cxn>
                <a:cxn ang="0">
                  <a:pos x="15" y="32"/>
                </a:cxn>
                <a:cxn ang="0">
                  <a:pos x="15" y="35"/>
                </a:cxn>
                <a:cxn ang="0">
                  <a:pos x="16" y="36"/>
                </a:cxn>
                <a:cxn ang="0">
                  <a:pos x="45" y="36"/>
                </a:cxn>
                <a:cxn ang="0">
                  <a:pos x="46" y="35"/>
                </a:cxn>
                <a:cxn ang="0">
                  <a:pos x="46" y="32"/>
                </a:cxn>
                <a:cxn ang="0">
                  <a:pos x="46" y="43"/>
                </a:cxn>
                <a:cxn ang="0">
                  <a:pos x="45" y="41"/>
                </a:cxn>
                <a:cxn ang="0">
                  <a:pos x="16" y="41"/>
                </a:cxn>
                <a:cxn ang="0">
                  <a:pos x="15" y="43"/>
                </a:cxn>
                <a:cxn ang="0">
                  <a:pos x="15" y="45"/>
                </a:cxn>
                <a:cxn ang="0">
                  <a:pos x="16" y="47"/>
                </a:cxn>
                <a:cxn ang="0">
                  <a:pos x="45" y="47"/>
                </a:cxn>
                <a:cxn ang="0">
                  <a:pos x="46" y="45"/>
                </a:cxn>
                <a:cxn ang="0">
                  <a:pos x="46" y="43"/>
                </a:cxn>
                <a:cxn ang="0">
                  <a:pos x="46" y="53"/>
                </a:cxn>
                <a:cxn ang="0">
                  <a:pos x="45" y="52"/>
                </a:cxn>
                <a:cxn ang="0">
                  <a:pos x="16" y="52"/>
                </a:cxn>
                <a:cxn ang="0">
                  <a:pos x="15" y="53"/>
                </a:cxn>
                <a:cxn ang="0">
                  <a:pos x="15" y="56"/>
                </a:cxn>
                <a:cxn ang="0">
                  <a:pos x="16" y="57"/>
                </a:cxn>
                <a:cxn ang="0">
                  <a:pos x="45" y="57"/>
                </a:cxn>
                <a:cxn ang="0">
                  <a:pos x="46" y="56"/>
                </a:cxn>
                <a:cxn ang="0">
                  <a:pos x="46" y="53"/>
                </a:cxn>
                <a:cxn ang="0">
                  <a:pos x="60" y="21"/>
                </a:cxn>
                <a:cxn ang="0">
                  <a:pos x="41" y="21"/>
                </a:cxn>
                <a:cxn ang="0">
                  <a:pos x="41" y="2"/>
                </a:cxn>
                <a:cxn ang="0">
                  <a:pos x="42" y="3"/>
                </a:cxn>
                <a:cxn ang="0">
                  <a:pos x="59" y="19"/>
                </a:cxn>
                <a:cxn ang="0">
                  <a:pos x="60" y="21"/>
                </a:cxn>
              </a:cxnLst>
              <a:rect l="0" t="0" r="r" b="b"/>
              <a:pathLst>
                <a:path w="61" h="72">
                  <a:moveTo>
                    <a:pt x="61" y="26"/>
                  </a:moveTo>
                  <a:cubicBezTo>
                    <a:pt x="61" y="68"/>
                    <a:pt x="61" y="68"/>
                    <a:pt x="61" y="68"/>
                  </a:cubicBezTo>
                  <a:cubicBezTo>
                    <a:pt x="61" y="71"/>
                    <a:pt x="60" y="72"/>
                    <a:pt x="58" y="72"/>
                  </a:cubicBezTo>
                  <a:cubicBezTo>
                    <a:pt x="4" y="72"/>
                    <a:pt x="4" y="72"/>
                    <a:pt x="4" y="72"/>
                  </a:cubicBezTo>
                  <a:cubicBezTo>
                    <a:pt x="1" y="72"/>
                    <a:pt x="0" y="71"/>
                    <a:pt x="0" y="68"/>
                  </a:cubicBezTo>
                  <a:cubicBezTo>
                    <a:pt x="0" y="4"/>
                    <a:pt x="0" y="4"/>
                    <a:pt x="0" y="4"/>
                  </a:cubicBezTo>
                  <a:cubicBezTo>
                    <a:pt x="0" y="2"/>
                    <a:pt x="1" y="0"/>
                    <a:pt x="4" y="0"/>
                  </a:cubicBezTo>
                  <a:cubicBezTo>
                    <a:pt x="36" y="0"/>
                    <a:pt x="36" y="0"/>
                    <a:pt x="36" y="0"/>
                  </a:cubicBezTo>
                  <a:cubicBezTo>
                    <a:pt x="36" y="22"/>
                    <a:pt x="36" y="22"/>
                    <a:pt x="36" y="22"/>
                  </a:cubicBezTo>
                  <a:cubicBezTo>
                    <a:pt x="36" y="24"/>
                    <a:pt x="37" y="26"/>
                    <a:pt x="40" y="26"/>
                  </a:cubicBezTo>
                  <a:lnTo>
                    <a:pt x="61" y="26"/>
                  </a:lnTo>
                  <a:close/>
                  <a:moveTo>
                    <a:pt x="46" y="32"/>
                  </a:moveTo>
                  <a:cubicBezTo>
                    <a:pt x="46" y="32"/>
                    <a:pt x="45" y="31"/>
                    <a:pt x="45" y="31"/>
                  </a:cubicBezTo>
                  <a:cubicBezTo>
                    <a:pt x="16" y="31"/>
                    <a:pt x="16" y="31"/>
                    <a:pt x="16" y="31"/>
                  </a:cubicBezTo>
                  <a:cubicBezTo>
                    <a:pt x="16" y="31"/>
                    <a:pt x="15" y="32"/>
                    <a:pt x="15" y="32"/>
                  </a:cubicBezTo>
                  <a:cubicBezTo>
                    <a:pt x="15" y="35"/>
                    <a:pt x="15" y="35"/>
                    <a:pt x="15" y="35"/>
                  </a:cubicBezTo>
                  <a:cubicBezTo>
                    <a:pt x="15" y="36"/>
                    <a:pt x="16" y="36"/>
                    <a:pt x="16" y="36"/>
                  </a:cubicBezTo>
                  <a:cubicBezTo>
                    <a:pt x="45" y="36"/>
                    <a:pt x="45" y="36"/>
                    <a:pt x="45" y="36"/>
                  </a:cubicBezTo>
                  <a:cubicBezTo>
                    <a:pt x="45" y="36"/>
                    <a:pt x="46" y="36"/>
                    <a:pt x="46" y="35"/>
                  </a:cubicBezTo>
                  <a:lnTo>
                    <a:pt x="46" y="32"/>
                  </a:lnTo>
                  <a:close/>
                  <a:moveTo>
                    <a:pt x="46" y="43"/>
                  </a:moveTo>
                  <a:cubicBezTo>
                    <a:pt x="46" y="42"/>
                    <a:pt x="45" y="41"/>
                    <a:pt x="45" y="41"/>
                  </a:cubicBezTo>
                  <a:cubicBezTo>
                    <a:pt x="16" y="41"/>
                    <a:pt x="16" y="41"/>
                    <a:pt x="16" y="41"/>
                  </a:cubicBezTo>
                  <a:cubicBezTo>
                    <a:pt x="16" y="41"/>
                    <a:pt x="15" y="42"/>
                    <a:pt x="15" y="43"/>
                  </a:cubicBezTo>
                  <a:cubicBezTo>
                    <a:pt x="15" y="45"/>
                    <a:pt x="15" y="45"/>
                    <a:pt x="15" y="45"/>
                  </a:cubicBezTo>
                  <a:cubicBezTo>
                    <a:pt x="15" y="46"/>
                    <a:pt x="16" y="47"/>
                    <a:pt x="16" y="47"/>
                  </a:cubicBezTo>
                  <a:cubicBezTo>
                    <a:pt x="45" y="47"/>
                    <a:pt x="45" y="47"/>
                    <a:pt x="45" y="47"/>
                  </a:cubicBezTo>
                  <a:cubicBezTo>
                    <a:pt x="45" y="47"/>
                    <a:pt x="46" y="46"/>
                    <a:pt x="46" y="45"/>
                  </a:cubicBezTo>
                  <a:lnTo>
                    <a:pt x="46" y="43"/>
                  </a:lnTo>
                  <a:close/>
                  <a:moveTo>
                    <a:pt x="46" y="53"/>
                  </a:moveTo>
                  <a:cubicBezTo>
                    <a:pt x="46" y="52"/>
                    <a:pt x="45" y="52"/>
                    <a:pt x="45" y="52"/>
                  </a:cubicBezTo>
                  <a:cubicBezTo>
                    <a:pt x="16" y="52"/>
                    <a:pt x="16" y="52"/>
                    <a:pt x="16" y="52"/>
                  </a:cubicBezTo>
                  <a:cubicBezTo>
                    <a:pt x="16" y="52"/>
                    <a:pt x="15" y="52"/>
                    <a:pt x="15" y="53"/>
                  </a:cubicBezTo>
                  <a:cubicBezTo>
                    <a:pt x="15" y="56"/>
                    <a:pt x="15" y="56"/>
                    <a:pt x="15" y="56"/>
                  </a:cubicBezTo>
                  <a:cubicBezTo>
                    <a:pt x="15" y="56"/>
                    <a:pt x="16" y="57"/>
                    <a:pt x="16" y="57"/>
                  </a:cubicBezTo>
                  <a:cubicBezTo>
                    <a:pt x="45" y="57"/>
                    <a:pt x="45" y="57"/>
                    <a:pt x="45" y="57"/>
                  </a:cubicBezTo>
                  <a:cubicBezTo>
                    <a:pt x="45" y="57"/>
                    <a:pt x="46" y="56"/>
                    <a:pt x="46" y="56"/>
                  </a:cubicBezTo>
                  <a:lnTo>
                    <a:pt x="46" y="53"/>
                  </a:lnTo>
                  <a:close/>
                  <a:moveTo>
                    <a:pt x="60" y="21"/>
                  </a:moveTo>
                  <a:cubicBezTo>
                    <a:pt x="41" y="21"/>
                    <a:pt x="41" y="21"/>
                    <a:pt x="41" y="21"/>
                  </a:cubicBezTo>
                  <a:cubicBezTo>
                    <a:pt x="41" y="2"/>
                    <a:pt x="41" y="2"/>
                    <a:pt x="41" y="2"/>
                  </a:cubicBezTo>
                  <a:cubicBezTo>
                    <a:pt x="41" y="2"/>
                    <a:pt x="42" y="3"/>
                    <a:pt x="42" y="3"/>
                  </a:cubicBezTo>
                  <a:cubicBezTo>
                    <a:pt x="59" y="19"/>
                    <a:pt x="59" y="19"/>
                    <a:pt x="59" y="19"/>
                  </a:cubicBezTo>
                  <a:cubicBezTo>
                    <a:pt x="59" y="20"/>
                    <a:pt x="59" y="20"/>
                    <a:pt x="60" y="2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Text Placeholder 3"/>
            <p:cNvSpPr txBox="1">
              <a:spLocks/>
            </p:cNvSpPr>
            <p:nvPr/>
          </p:nvSpPr>
          <p:spPr>
            <a:xfrm>
              <a:off x="651460" y="2781017"/>
              <a:ext cx="71487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STEP</a:t>
              </a:r>
              <a:r>
                <a:rPr kumimoji="0" lang="en-US" b="1" i="0" u="none" strike="noStrike" kern="1200" cap="none" spc="0" normalizeH="0" noProof="0" dirty="0">
                  <a:ln>
                    <a:noFill/>
                  </a:ln>
                  <a:solidFill>
                    <a:schemeClr val="bg1"/>
                  </a:solidFill>
                  <a:effectLst/>
                  <a:uLnTx/>
                  <a:uFillTx/>
                  <a:latin typeface="+mn-lt"/>
                  <a:ea typeface="+mn-ea"/>
                  <a:cs typeface="+mn-cs"/>
                </a:rPr>
                <a:t> 01</a:t>
              </a:r>
              <a:endParaRPr kumimoji="0" lang="en-US"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2" name="Group 13"/>
          <p:cNvGrpSpPr/>
          <p:nvPr/>
        </p:nvGrpSpPr>
        <p:grpSpPr>
          <a:xfrm>
            <a:off x="2329474" y="1009467"/>
            <a:ext cx="364824" cy="1030528"/>
            <a:chOff x="2329474" y="1009467"/>
            <a:chExt cx="364824" cy="1030528"/>
          </a:xfrm>
        </p:grpSpPr>
        <p:sp>
          <p:nvSpPr>
            <p:cNvPr id="93" name="Freeform 187"/>
            <p:cNvSpPr>
              <a:spLocks noEditPoints="1"/>
            </p:cNvSpPr>
            <p:nvPr/>
          </p:nvSpPr>
          <p:spPr bwMode="auto">
            <a:xfrm>
              <a:off x="2329474" y="1804223"/>
              <a:ext cx="364824" cy="235772"/>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Text Placeholder 3"/>
            <p:cNvSpPr txBox="1">
              <a:spLocks/>
            </p:cNvSpPr>
            <p:nvPr/>
          </p:nvSpPr>
          <p:spPr>
            <a:xfrm rot="16200000">
              <a:off x="2144823" y="1259183"/>
              <a:ext cx="71487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STEP</a:t>
              </a:r>
              <a:r>
                <a:rPr kumimoji="0" lang="en-US" b="1" i="0" u="none" strike="noStrike" kern="1200" cap="none" spc="0" normalizeH="0" noProof="0" dirty="0">
                  <a:ln>
                    <a:noFill/>
                  </a:ln>
                  <a:solidFill>
                    <a:schemeClr val="bg1"/>
                  </a:solidFill>
                  <a:effectLst/>
                  <a:uLnTx/>
                  <a:uFillTx/>
                  <a:latin typeface="+mn-lt"/>
                  <a:ea typeface="+mn-ea"/>
                  <a:cs typeface="+mn-cs"/>
                </a:rPr>
                <a:t> 02</a:t>
              </a:r>
              <a:endParaRPr kumimoji="0" lang="en-US"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3" name="Group 24"/>
          <p:cNvGrpSpPr/>
          <p:nvPr/>
        </p:nvGrpSpPr>
        <p:grpSpPr>
          <a:xfrm>
            <a:off x="2331999" y="3704513"/>
            <a:ext cx="339228" cy="1058017"/>
            <a:chOff x="2331999" y="3704513"/>
            <a:chExt cx="339228" cy="1058017"/>
          </a:xfrm>
        </p:grpSpPr>
        <p:sp>
          <p:nvSpPr>
            <p:cNvPr id="99" name="Freeform 6"/>
            <p:cNvSpPr>
              <a:spLocks noEditPoints="1"/>
            </p:cNvSpPr>
            <p:nvPr/>
          </p:nvSpPr>
          <p:spPr bwMode="auto">
            <a:xfrm>
              <a:off x="2331999" y="3704513"/>
              <a:ext cx="339228" cy="265482"/>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Text Placeholder 3"/>
            <p:cNvSpPr txBox="1">
              <a:spLocks/>
            </p:cNvSpPr>
            <p:nvPr/>
          </p:nvSpPr>
          <p:spPr>
            <a:xfrm rot="16200000">
              <a:off x="2144823" y="4297370"/>
              <a:ext cx="71487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STEP</a:t>
              </a:r>
              <a:r>
                <a:rPr kumimoji="0" lang="en-US" b="1" i="0" u="none" strike="noStrike" kern="1200" cap="none" spc="0" normalizeH="0" noProof="0" dirty="0">
                  <a:ln>
                    <a:noFill/>
                  </a:ln>
                  <a:solidFill>
                    <a:schemeClr val="bg1"/>
                  </a:solidFill>
                  <a:effectLst/>
                  <a:uLnTx/>
                  <a:uFillTx/>
                  <a:latin typeface="+mn-lt"/>
                  <a:ea typeface="+mn-ea"/>
                  <a:cs typeface="+mn-cs"/>
                </a:rPr>
                <a:t> 04</a:t>
              </a:r>
              <a:endParaRPr kumimoji="0" lang="en-US" b="1" i="0" u="none" strike="noStrike" kern="1200" cap="none" spc="0" normalizeH="0" baseline="0" noProof="0" dirty="0">
                <a:ln>
                  <a:noFill/>
                </a:ln>
                <a:solidFill>
                  <a:schemeClr val="bg1"/>
                </a:solidFill>
                <a:effectLst/>
                <a:uLnTx/>
                <a:uFillTx/>
                <a:latin typeface="+mn-lt"/>
                <a:ea typeface="+mn-ea"/>
                <a:cs typeface="+mn-cs"/>
              </a:endParaRPr>
            </a:p>
          </p:txBody>
        </p:sp>
      </p:grpSp>
    </p:spTree>
    <p:extLst>
      <p:ext uri="{BB962C8B-B14F-4D97-AF65-F5344CB8AC3E}">
        <p14:creationId xmlns:p14="http://schemas.microsoft.com/office/powerpoint/2010/main" val="4053943709"/>
      </p:ext>
    </p:extLst>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par>
                          <p:cTn id="16" fill="hold">
                            <p:stCondLst>
                              <p:cond delay="1000"/>
                            </p:stCondLst>
                            <p:childTnLst>
                              <p:par>
                                <p:cTn id="17" presetID="22" presetClass="entr" presetSubtype="8"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wipe(left)">
                                      <p:cBhvr>
                                        <p:cTn id="19" dur="500"/>
                                        <p:tgtEl>
                                          <p:spTgt spid="47"/>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000"/>
                            </p:stCondLst>
                            <p:childTnLst>
                              <p:par>
                                <p:cTn id="25" presetID="22" presetClass="entr" presetSubtype="1" fill="hold" grpId="0" nodeType="afterEffect">
                                  <p:stCondLst>
                                    <p:cond delay="0"/>
                                  </p:stCondLst>
                                  <p:childTnLst>
                                    <p:set>
                                      <p:cBhvr>
                                        <p:cTn id="26" dur="1" fill="hold">
                                          <p:stCondLst>
                                            <p:cond delay="0"/>
                                          </p:stCondLst>
                                        </p:cTn>
                                        <p:tgtEl>
                                          <p:spTgt spid="45"/>
                                        </p:tgtEl>
                                        <p:attrNameLst>
                                          <p:attrName>style.visibility</p:attrName>
                                        </p:attrNameLst>
                                      </p:cBhvr>
                                      <p:to>
                                        <p:strVal val="visible"/>
                                      </p:to>
                                    </p:set>
                                    <p:animEffect transition="in" filter="wipe(up)">
                                      <p:cBhvr>
                                        <p:cTn id="27" dur="500"/>
                                        <p:tgtEl>
                                          <p:spTgt spid="45"/>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par>
                          <p:cTn id="32" fill="hold">
                            <p:stCondLst>
                              <p:cond delay="3000"/>
                            </p:stCondLst>
                            <p:childTnLst>
                              <p:par>
                                <p:cTn id="33" presetID="22" presetClass="entr" presetSubtype="2" fill="hold" grpId="0" nodeType="afterEffect">
                                  <p:stCondLst>
                                    <p:cond delay="0"/>
                                  </p:stCondLst>
                                  <p:childTnLst>
                                    <p:set>
                                      <p:cBhvr>
                                        <p:cTn id="34" dur="1" fill="hold">
                                          <p:stCondLst>
                                            <p:cond delay="0"/>
                                          </p:stCondLst>
                                        </p:cTn>
                                        <p:tgtEl>
                                          <p:spTgt spid="48"/>
                                        </p:tgtEl>
                                        <p:attrNameLst>
                                          <p:attrName>style.visibility</p:attrName>
                                        </p:attrNameLst>
                                      </p:cBhvr>
                                      <p:to>
                                        <p:strVal val="visible"/>
                                      </p:to>
                                    </p:set>
                                    <p:animEffect transition="in" filter="wipe(right)">
                                      <p:cBhvr>
                                        <p:cTn id="35" dur="500"/>
                                        <p:tgtEl>
                                          <p:spTgt spid="48"/>
                                        </p:tgtEl>
                                      </p:cBhvr>
                                    </p:animEffect>
                                  </p:childTnLst>
                                </p:cTn>
                              </p:par>
                            </p:childTnLst>
                          </p:cTn>
                        </p:par>
                        <p:par>
                          <p:cTn id="36" fill="hold">
                            <p:stCondLst>
                              <p:cond delay="3500"/>
                            </p:stCondLst>
                            <p:childTnLst>
                              <p:par>
                                <p:cTn id="37" presetID="10" presetClass="entr" presetSubtype="0"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childTnLst>
                          </p:cTn>
                        </p:par>
                        <p:par>
                          <p:cTn id="40" fill="hold">
                            <p:stCondLst>
                              <p:cond delay="4000"/>
                            </p:stCondLst>
                            <p:childTnLst>
                              <p:par>
                                <p:cTn id="41" presetID="22" presetClass="entr" presetSubtype="4" fill="hold" grpId="0" nodeType="afterEffect">
                                  <p:stCondLst>
                                    <p:cond delay="0"/>
                                  </p:stCondLst>
                                  <p:childTnLst>
                                    <p:set>
                                      <p:cBhvr>
                                        <p:cTn id="42" dur="1" fill="hold">
                                          <p:stCondLst>
                                            <p:cond delay="0"/>
                                          </p:stCondLst>
                                        </p:cTn>
                                        <p:tgtEl>
                                          <p:spTgt spid="46"/>
                                        </p:tgtEl>
                                        <p:attrNameLst>
                                          <p:attrName>style.visibility</p:attrName>
                                        </p:attrNameLst>
                                      </p:cBhvr>
                                      <p:to>
                                        <p:strVal val="visible"/>
                                      </p:to>
                                    </p:set>
                                    <p:animEffect transition="in" filter="wipe(down)">
                                      <p:cBhvr>
                                        <p:cTn id="43" dur="500"/>
                                        <p:tgtEl>
                                          <p:spTgt spid="46"/>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par>
                          <p:cTn id="48" fill="hold">
                            <p:stCondLst>
                              <p:cond delay="5000"/>
                            </p:stCondLst>
                            <p:childTnLst>
                              <p:par>
                                <p:cTn id="49" presetID="53" presetClass="entr" presetSubtype="16" fill="hold" grpId="0" nodeType="after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p:cTn id="51" dur="500" fill="hold"/>
                                        <p:tgtEl>
                                          <p:spTgt spid="65"/>
                                        </p:tgtEl>
                                        <p:attrNameLst>
                                          <p:attrName>ppt_w</p:attrName>
                                        </p:attrNameLst>
                                      </p:cBhvr>
                                      <p:tavLst>
                                        <p:tav tm="0">
                                          <p:val>
                                            <p:fltVal val="0"/>
                                          </p:val>
                                        </p:tav>
                                        <p:tav tm="100000">
                                          <p:val>
                                            <p:strVal val="#ppt_w"/>
                                          </p:val>
                                        </p:tav>
                                      </p:tavLst>
                                    </p:anim>
                                    <p:anim calcmode="lin" valueType="num">
                                      <p:cBhvr>
                                        <p:cTn id="52" dur="500" fill="hold"/>
                                        <p:tgtEl>
                                          <p:spTgt spid="65"/>
                                        </p:tgtEl>
                                        <p:attrNameLst>
                                          <p:attrName>ppt_h</p:attrName>
                                        </p:attrNameLst>
                                      </p:cBhvr>
                                      <p:tavLst>
                                        <p:tav tm="0">
                                          <p:val>
                                            <p:fltVal val="0"/>
                                          </p:val>
                                        </p:tav>
                                        <p:tav tm="100000">
                                          <p:val>
                                            <p:strVal val="#ppt_h"/>
                                          </p:val>
                                        </p:tav>
                                      </p:tavLst>
                                    </p:anim>
                                    <p:animEffect transition="in" filter="fade">
                                      <p:cBhvr>
                                        <p:cTn id="53" dur="500"/>
                                        <p:tgtEl>
                                          <p:spTgt spid="65"/>
                                        </p:tgtEl>
                                      </p:cBhvr>
                                    </p:animEffect>
                                  </p:childTnLst>
                                </p:cTn>
                              </p:par>
                            </p:childTnLst>
                          </p:cTn>
                        </p:par>
                        <p:par>
                          <p:cTn id="54" fill="hold">
                            <p:stCondLst>
                              <p:cond delay="5500"/>
                            </p:stCondLst>
                            <p:childTnLst>
                              <p:par>
                                <p:cTn id="55" presetID="2" presetClass="entr" presetSubtype="4" accel="50000" decel="50000" fill="hold"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500" fill="hold"/>
                                        <p:tgtEl>
                                          <p:spTgt spid="6"/>
                                        </p:tgtEl>
                                        <p:attrNameLst>
                                          <p:attrName>ppt_x</p:attrName>
                                        </p:attrNameLst>
                                      </p:cBhvr>
                                      <p:tavLst>
                                        <p:tav tm="0">
                                          <p:val>
                                            <p:strVal val="#ppt_x"/>
                                          </p:val>
                                        </p:tav>
                                        <p:tav tm="100000">
                                          <p:val>
                                            <p:strVal val="#ppt_x"/>
                                          </p:val>
                                        </p:tav>
                                      </p:tavLst>
                                    </p:anim>
                                    <p:anim calcmode="lin" valueType="num">
                                      <p:cBhvr additive="base">
                                        <p:cTn id="58" dur="500" fill="hold"/>
                                        <p:tgtEl>
                                          <p:spTgt spid="6"/>
                                        </p:tgtEl>
                                        <p:attrNameLst>
                                          <p:attrName>ppt_y</p:attrName>
                                        </p:attrNameLst>
                                      </p:cBhvr>
                                      <p:tavLst>
                                        <p:tav tm="0">
                                          <p:val>
                                            <p:strVal val="1+#ppt_h/2"/>
                                          </p:val>
                                        </p:tav>
                                        <p:tav tm="100000">
                                          <p:val>
                                            <p:strVal val="#ppt_y"/>
                                          </p:val>
                                        </p:tav>
                                      </p:tavLst>
                                    </p:anim>
                                  </p:childTnLst>
                                </p:cTn>
                              </p:par>
                            </p:childTnLst>
                          </p:cTn>
                        </p:par>
                        <p:par>
                          <p:cTn id="59" fill="hold">
                            <p:stCondLst>
                              <p:cond delay="6000"/>
                            </p:stCondLst>
                            <p:childTnLst>
                              <p:par>
                                <p:cTn id="60" presetID="53" presetClass="entr" presetSubtype="16" fill="hold" grpId="0" nodeType="afterEffect">
                                  <p:stCondLst>
                                    <p:cond delay="0"/>
                                  </p:stCondLst>
                                  <p:childTnLst>
                                    <p:set>
                                      <p:cBhvr>
                                        <p:cTn id="61" dur="1" fill="hold">
                                          <p:stCondLst>
                                            <p:cond delay="0"/>
                                          </p:stCondLst>
                                        </p:cTn>
                                        <p:tgtEl>
                                          <p:spTgt spid="70"/>
                                        </p:tgtEl>
                                        <p:attrNameLst>
                                          <p:attrName>style.visibility</p:attrName>
                                        </p:attrNameLst>
                                      </p:cBhvr>
                                      <p:to>
                                        <p:strVal val="visible"/>
                                      </p:to>
                                    </p:set>
                                    <p:anim calcmode="lin" valueType="num">
                                      <p:cBhvr>
                                        <p:cTn id="62" dur="500" fill="hold"/>
                                        <p:tgtEl>
                                          <p:spTgt spid="70"/>
                                        </p:tgtEl>
                                        <p:attrNameLst>
                                          <p:attrName>ppt_w</p:attrName>
                                        </p:attrNameLst>
                                      </p:cBhvr>
                                      <p:tavLst>
                                        <p:tav tm="0">
                                          <p:val>
                                            <p:fltVal val="0"/>
                                          </p:val>
                                        </p:tav>
                                        <p:tav tm="100000">
                                          <p:val>
                                            <p:strVal val="#ppt_w"/>
                                          </p:val>
                                        </p:tav>
                                      </p:tavLst>
                                    </p:anim>
                                    <p:anim calcmode="lin" valueType="num">
                                      <p:cBhvr>
                                        <p:cTn id="63" dur="500" fill="hold"/>
                                        <p:tgtEl>
                                          <p:spTgt spid="70"/>
                                        </p:tgtEl>
                                        <p:attrNameLst>
                                          <p:attrName>ppt_h</p:attrName>
                                        </p:attrNameLst>
                                      </p:cBhvr>
                                      <p:tavLst>
                                        <p:tav tm="0">
                                          <p:val>
                                            <p:fltVal val="0"/>
                                          </p:val>
                                        </p:tav>
                                        <p:tav tm="100000">
                                          <p:val>
                                            <p:strVal val="#ppt_h"/>
                                          </p:val>
                                        </p:tav>
                                      </p:tavLst>
                                    </p:anim>
                                    <p:animEffect transition="in" filter="fade">
                                      <p:cBhvr>
                                        <p:cTn id="64" dur="500"/>
                                        <p:tgtEl>
                                          <p:spTgt spid="70"/>
                                        </p:tgtEl>
                                      </p:cBhvr>
                                    </p:animEffect>
                                  </p:childTnLst>
                                </p:cTn>
                              </p:par>
                            </p:childTnLst>
                          </p:cTn>
                        </p:par>
                        <p:par>
                          <p:cTn id="65" fill="hold">
                            <p:stCondLst>
                              <p:cond delay="6500"/>
                            </p:stCondLst>
                            <p:childTnLst>
                              <p:par>
                                <p:cTn id="66" presetID="2" presetClass="entr" presetSubtype="4" accel="50000" decel="50000" fill="hold" nodeType="afterEffect">
                                  <p:stCondLst>
                                    <p:cond delay="0"/>
                                  </p:stCondLst>
                                  <p:childTnLst>
                                    <p:set>
                                      <p:cBhvr>
                                        <p:cTn id="67" dur="1" fill="hold">
                                          <p:stCondLst>
                                            <p:cond delay="0"/>
                                          </p:stCondLst>
                                        </p:cTn>
                                        <p:tgtEl>
                                          <p:spTgt spid="7"/>
                                        </p:tgtEl>
                                        <p:attrNameLst>
                                          <p:attrName>style.visibility</p:attrName>
                                        </p:attrNameLst>
                                      </p:cBhvr>
                                      <p:to>
                                        <p:strVal val="visible"/>
                                      </p:to>
                                    </p:set>
                                    <p:anim calcmode="lin" valueType="num">
                                      <p:cBhvr additive="base">
                                        <p:cTn id="68" dur="500" fill="hold"/>
                                        <p:tgtEl>
                                          <p:spTgt spid="7"/>
                                        </p:tgtEl>
                                        <p:attrNameLst>
                                          <p:attrName>ppt_x</p:attrName>
                                        </p:attrNameLst>
                                      </p:cBhvr>
                                      <p:tavLst>
                                        <p:tav tm="0">
                                          <p:val>
                                            <p:strVal val="#ppt_x"/>
                                          </p:val>
                                        </p:tav>
                                        <p:tav tm="100000">
                                          <p:val>
                                            <p:strVal val="#ppt_x"/>
                                          </p:val>
                                        </p:tav>
                                      </p:tavLst>
                                    </p:anim>
                                    <p:anim calcmode="lin" valueType="num">
                                      <p:cBhvr additive="base">
                                        <p:cTn id="69" dur="500" fill="hold"/>
                                        <p:tgtEl>
                                          <p:spTgt spid="7"/>
                                        </p:tgtEl>
                                        <p:attrNameLst>
                                          <p:attrName>ppt_y</p:attrName>
                                        </p:attrNameLst>
                                      </p:cBhvr>
                                      <p:tavLst>
                                        <p:tav tm="0">
                                          <p:val>
                                            <p:strVal val="1+#ppt_h/2"/>
                                          </p:val>
                                        </p:tav>
                                        <p:tav tm="100000">
                                          <p:val>
                                            <p:strVal val="#ppt_y"/>
                                          </p:val>
                                        </p:tav>
                                      </p:tavLst>
                                    </p:anim>
                                  </p:childTnLst>
                                </p:cTn>
                              </p:par>
                            </p:childTnLst>
                          </p:cTn>
                        </p:par>
                        <p:par>
                          <p:cTn id="70" fill="hold">
                            <p:stCondLst>
                              <p:cond delay="7000"/>
                            </p:stCondLst>
                            <p:childTnLst>
                              <p:par>
                                <p:cTn id="71" presetID="53" presetClass="entr" presetSubtype="16" fill="hold" grpId="0" nodeType="afterEffect">
                                  <p:stCondLst>
                                    <p:cond delay="0"/>
                                  </p:stCondLst>
                                  <p:childTnLst>
                                    <p:set>
                                      <p:cBhvr>
                                        <p:cTn id="72" dur="1" fill="hold">
                                          <p:stCondLst>
                                            <p:cond delay="0"/>
                                          </p:stCondLst>
                                        </p:cTn>
                                        <p:tgtEl>
                                          <p:spTgt spid="85"/>
                                        </p:tgtEl>
                                        <p:attrNameLst>
                                          <p:attrName>style.visibility</p:attrName>
                                        </p:attrNameLst>
                                      </p:cBhvr>
                                      <p:to>
                                        <p:strVal val="visible"/>
                                      </p:to>
                                    </p:set>
                                    <p:anim calcmode="lin" valueType="num">
                                      <p:cBhvr>
                                        <p:cTn id="73" dur="500" fill="hold"/>
                                        <p:tgtEl>
                                          <p:spTgt spid="85"/>
                                        </p:tgtEl>
                                        <p:attrNameLst>
                                          <p:attrName>ppt_w</p:attrName>
                                        </p:attrNameLst>
                                      </p:cBhvr>
                                      <p:tavLst>
                                        <p:tav tm="0">
                                          <p:val>
                                            <p:fltVal val="0"/>
                                          </p:val>
                                        </p:tav>
                                        <p:tav tm="100000">
                                          <p:val>
                                            <p:strVal val="#ppt_w"/>
                                          </p:val>
                                        </p:tav>
                                      </p:tavLst>
                                    </p:anim>
                                    <p:anim calcmode="lin" valueType="num">
                                      <p:cBhvr>
                                        <p:cTn id="74" dur="500" fill="hold"/>
                                        <p:tgtEl>
                                          <p:spTgt spid="85"/>
                                        </p:tgtEl>
                                        <p:attrNameLst>
                                          <p:attrName>ppt_h</p:attrName>
                                        </p:attrNameLst>
                                      </p:cBhvr>
                                      <p:tavLst>
                                        <p:tav tm="0">
                                          <p:val>
                                            <p:fltVal val="0"/>
                                          </p:val>
                                        </p:tav>
                                        <p:tav tm="100000">
                                          <p:val>
                                            <p:strVal val="#ppt_h"/>
                                          </p:val>
                                        </p:tav>
                                      </p:tavLst>
                                    </p:anim>
                                    <p:animEffect transition="in" filter="fade">
                                      <p:cBhvr>
                                        <p:cTn id="75" dur="500"/>
                                        <p:tgtEl>
                                          <p:spTgt spid="85"/>
                                        </p:tgtEl>
                                      </p:cBhvr>
                                    </p:animEffect>
                                  </p:childTnLst>
                                </p:cTn>
                              </p:par>
                            </p:childTnLst>
                          </p:cTn>
                        </p:par>
                        <p:par>
                          <p:cTn id="76" fill="hold">
                            <p:stCondLst>
                              <p:cond delay="7500"/>
                            </p:stCondLst>
                            <p:childTnLst>
                              <p:par>
                                <p:cTn id="77" presetID="2" presetClass="entr" presetSubtype="4" accel="50000" decel="50000" fill="hold" nodeType="after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500" fill="hold"/>
                                        <p:tgtEl>
                                          <p:spTgt spid="8"/>
                                        </p:tgtEl>
                                        <p:attrNameLst>
                                          <p:attrName>ppt_x</p:attrName>
                                        </p:attrNameLst>
                                      </p:cBhvr>
                                      <p:tavLst>
                                        <p:tav tm="0">
                                          <p:val>
                                            <p:strVal val="#ppt_x"/>
                                          </p:val>
                                        </p:tav>
                                        <p:tav tm="100000">
                                          <p:val>
                                            <p:strVal val="#ppt_x"/>
                                          </p:val>
                                        </p:tav>
                                      </p:tavLst>
                                    </p:anim>
                                    <p:anim calcmode="lin" valueType="num">
                                      <p:cBhvr additive="base">
                                        <p:cTn id="80" dur="500" fill="hold"/>
                                        <p:tgtEl>
                                          <p:spTgt spid="8"/>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53" presetClass="entr" presetSubtype="16" fill="hold" grpId="0" nodeType="afterEffect">
                                  <p:stCondLst>
                                    <p:cond delay="0"/>
                                  </p:stCondLst>
                                  <p:childTnLst>
                                    <p:set>
                                      <p:cBhvr>
                                        <p:cTn id="83" dur="1" fill="hold">
                                          <p:stCondLst>
                                            <p:cond delay="0"/>
                                          </p:stCondLst>
                                        </p:cTn>
                                        <p:tgtEl>
                                          <p:spTgt spid="91"/>
                                        </p:tgtEl>
                                        <p:attrNameLst>
                                          <p:attrName>style.visibility</p:attrName>
                                        </p:attrNameLst>
                                      </p:cBhvr>
                                      <p:to>
                                        <p:strVal val="visible"/>
                                      </p:to>
                                    </p:set>
                                    <p:anim calcmode="lin" valueType="num">
                                      <p:cBhvr>
                                        <p:cTn id="84" dur="500" fill="hold"/>
                                        <p:tgtEl>
                                          <p:spTgt spid="91"/>
                                        </p:tgtEl>
                                        <p:attrNameLst>
                                          <p:attrName>ppt_w</p:attrName>
                                        </p:attrNameLst>
                                      </p:cBhvr>
                                      <p:tavLst>
                                        <p:tav tm="0">
                                          <p:val>
                                            <p:fltVal val="0"/>
                                          </p:val>
                                        </p:tav>
                                        <p:tav tm="100000">
                                          <p:val>
                                            <p:strVal val="#ppt_w"/>
                                          </p:val>
                                        </p:tav>
                                      </p:tavLst>
                                    </p:anim>
                                    <p:anim calcmode="lin" valueType="num">
                                      <p:cBhvr>
                                        <p:cTn id="85" dur="500" fill="hold"/>
                                        <p:tgtEl>
                                          <p:spTgt spid="91"/>
                                        </p:tgtEl>
                                        <p:attrNameLst>
                                          <p:attrName>ppt_h</p:attrName>
                                        </p:attrNameLst>
                                      </p:cBhvr>
                                      <p:tavLst>
                                        <p:tav tm="0">
                                          <p:val>
                                            <p:fltVal val="0"/>
                                          </p:val>
                                        </p:tav>
                                        <p:tav tm="100000">
                                          <p:val>
                                            <p:strVal val="#ppt_h"/>
                                          </p:val>
                                        </p:tav>
                                      </p:tavLst>
                                    </p:anim>
                                    <p:animEffect transition="in" filter="fade">
                                      <p:cBhvr>
                                        <p:cTn id="86" dur="500"/>
                                        <p:tgtEl>
                                          <p:spTgt spid="91"/>
                                        </p:tgtEl>
                                      </p:cBhvr>
                                    </p:animEffect>
                                  </p:childTnLst>
                                </p:cTn>
                              </p:par>
                            </p:childTnLst>
                          </p:cTn>
                        </p:par>
                        <p:par>
                          <p:cTn id="87" fill="hold">
                            <p:stCondLst>
                              <p:cond delay="8500"/>
                            </p:stCondLst>
                            <p:childTnLst>
                              <p:par>
                                <p:cTn id="88" presetID="2" presetClass="entr" presetSubtype="4" accel="50000" decel="50000" fill="hold" nodeType="afterEffect">
                                  <p:stCondLst>
                                    <p:cond delay="0"/>
                                  </p:stCondLst>
                                  <p:childTnLst>
                                    <p:set>
                                      <p:cBhvr>
                                        <p:cTn id="89" dur="1" fill="hold">
                                          <p:stCondLst>
                                            <p:cond delay="0"/>
                                          </p:stCondLst>
                                        </p:cTn>
                                        <p:tgtEl>
                                          <p:spTgt spid="9"/>
                                        </p:tgtEl>
                                        <p:attrNameLst>
                                          <p:attrName>style.visibility</p:attrName>
                                        </p:attrNameLst>
                                      </p:cBhvr>
                                      <p:to>
                                        <p:strVal val="visible"/>
                                      </p:to>
                                    </p:set>
                                    <p:anim calcmode="lin" valueType="num">
                                      <p:cBhvr additive="base">
                                        <p:cTn id="90" dur="500" fill="hold"/>
                                        <p:tgtEl>
                                          <p:spTgt spid="9"/>
                                        </p:tgtEl>
                                        <p:attrNameLst>
                                          <p:attrName>ppt_x</p:attrName>
                                        </p:attrNameLst>
                                      </p:cBhvr>
                                      <p:tavLst>
                                        <p:tav tm="0">
                                          <p:val>
                                            <p:strVal val="#ppt_x"/>
                                          </p:val>
                                        </p:tav>
                                        <p:tav tm="100000">
                                          <p:val>
                                            <p:strVal val="#ppt_x"/>
                                          </p:val>
                                        </p:tav>
                                      </p:tavLst>
                                    </p:anim>
                                    <p:anim calcmode="lin" valueType="num">
                                      <p:cBhvr additive="base">
                                        <p:cTn id="9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5" grpId="0" animBg="1"/>
      <p:bldP spid="46" grpId="0" animBg="1"/>
      <p:bldP spid="47" grpId="0" animBg="1"/>
      <p:bldP spid="48" grpId="0" animBg="1"/>
      <p:bldP spid="65" grpId="0"/>
      <p:bldP spid="70" grpId="0"/>
      <p:bldP spid="85" grpId="0"/>
      <p:bldP spid="91"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Integrated Steps Infographic</a:t>
            </a:r>
            <a:endParaRPr lang="en-US" dirty="0"/>
          </a:p>
        </p:txBody>
      </p:sp>
      <p:sp>
        <p:nvSpPr>
          <p:cNvPr id="3" name="Text Placeholder 2"/>
          <p:cNvSpPr>
            <a:spLocks noGrp="1"/>
          </p:cNvSpPr>
          <p:nvPr>
            <p:ph type="body" sz="half" idx="2"/>
          </p:nvPr>
        </p:nvSpPr>
        <p:spPr/>
        <p:txBody>
          <a:bodyPr/>
          <a:lstStyle/>
          <a:p>
            <a:r>
              <a:rPr lang="en-US"/>
              <a:t>Integrated Steps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65</a:t>
            </a:fld>
            <a:endParaRPr lang="en-US" dirty="0"/>
          </a:p>
        </p:txBody>
      </p:sp>
      <p:grpSp>
        <p:nvGrpSpPr>
          <p:cNvPr id="6" name="Group 8"/>
          <p:cNvGrpSpPr/>
          <p:nvPr/>
        </p:nvGrpSpPr>
        <p:grpSpPr>
          <a:xfrm>
            <a:off x="5535820" y="2412370"/>
            <a:ext cx="2440185" cy="1167922"/>
            <a:chOff x="5684457" y="2205191"/>
            <a:chExt cx="2814123" cy="1346897"/>
          </a:xfrm>
        </p:grpSpPr>
        <p:sp>
          <p:nvSpPr>
            <p:cNvPr id="65" name="Rounded Rectangle 64"/>
            <p:cNvSpPr/>
            <p:nvPr/>
          </p:nvSpPr>
          <p:spPr>
            <a:xfrm>
              <a:off x="5684457" y="2245158"/>
              <a:ext cx="2814123" cy="1306930"/>
            </a:xfrm>
            <a:prstGeom prst="roundRect">
              <a:avLst>
                <a:gd name="adj" fmla="val 4147"/>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Rounded Rectangle 65"/>
            <p:cNvSpPr/>
            <p:nvPr/>
          </p:nvSpPr>
          <p:spPr>
            <a:xfrm>
              <a:off x="5684457" y="2205191"/>
              <a:ext cx="2814123" cy="1306930"/>
            </a:xfrm>
            <a:prstGeom prst="roundRect">
              <a:avLst>
                <a:gd name="adj" fmla="val 414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6"/>
          <p:cNvGrpSpPr/>
          <p:nvPr/>
        </p:nvGrpSpPr>
        <p:grpSpPr>
          <a:xfrm>
            <a:off x="5620100" y="2526316"/>
            <a:ext cx="2271625" cy="411391"/>
            <a:chOff x="730351" y="2432848"/>
            <a:chExt cx="2619733" cy="474433"/>
          </a:xfrm>
        </p:grpSpPr>
        <p:sp>
          <p:nvSpPr>
            <p:cNvPr id="68" name="Sev01"/>
            <p:cNvSpPr>
              <a:spLocks noChangeAspect="1"/>
            </p:cNvSpPr>
            <p:nvPr/>
          </p:nvSpPr>
          <p:spPr>
            <a:xfrm>
              <a:off x="730351" y="2432848"/>
              <a:ext cx="2619733" cy="474433"/>
            </a:xfrm>
            <a:prstGeom prst="downArrowCallout">
              <a:avLst>
                <a:gd name="adj1" fmla="val 25000"/>
                <a:gd name="adj2" fmla="val 25000"/>
                <a:gd name="adj3" fmla="val 25000"/>
                <a:gd name="adj4" fmla="val 7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solidFill>
                <a:latin typeface="FontAwesome" pitchFamily="2" charset="0"/>
              </a:endParaRPr>
            </a:p>
          </p:txBody>
        </p:sp>
        <p:sp>
          <p:nvSpPr>
            <p:cNvPr id="69" name="Text Placeholder 3"/>
            <p:cNvSpPr txBox="1">
              <a:spLocks/>
            </p:cNvSpPr>
            <p:nvPr/>
          </p:nvSpPr>
          <p:spPr>
            <a:xfrm>
              <a:off x="1439408" y="2517818"/>
              <a:ext cx="1201623" cy="21296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grpSp>
      <p:sp>
        <p:nvSpPr>
          <p:cNvPr id="70" name="Text Placeholder 3"/>
          <p:cNvSpPr txBox="1">
            <a:spLocks/>
          </p:cNvSpPr>
          <p:nvPr/>
        </p:nvSpPr>
        <p:spPr>
          <a:xfrm>
            <a:off x="5744695" y="2961867"/>
            <a:ext cx="202243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 of passages of Lorem Ipsum available but the majority have suffered</a:t>
            </a:r>
          </a:p>
        </p:txBody>
      </p:sp>
      <p:grpSp>
        <p:nvGrpSpPr>
          <p:cNvPr id="8" name="Group 6"/>
          <p:cNvGrpSpPr/>
          <p:nvPr/>
        </p:nvGrpSpPr>
        <p:grpSpPr>
          <a:xfrm>
            <a:off x="1155731" y="2412370"/>
            <a:ext cx="2440185" cy="1167922"/>
            <a:chOff x="633156" y="2205191"/>
            <a:chExt cx="2814123" cy="1346897"/>
          </a:xfrm>
        </p:grpSpPr>
        <p:sp>
          <p:nvSpPr>
            <p:cNvPr id="62" name="Rounded Rectangle 61"/>
            <p:cNvSpPr/>
            <p:nvPr/>
          </p:nvSpPr>
          <p:spPr>
            <a:xfrm>
              <a:off x="633156" y="2245158"/>
              <a:ext cx="2814123" cy="1306930"/>
            </a:xfrm>
            <a:prstGeom prst="roundRect">
              <a:avLst>
                <a:gd name="adj" fmla="val 4147"/>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ounded Rectangle 4"/>
            <p:cNvSpPr/>
            <p:nvPr/>
          </p:nvSpPr>
          <p:spPr>
            <a:xfrm>
              <a:off x="633156" y="2205191"/>
              <a:ext cx="2814123" cy="1306930"/>
            </a:xfrm>
            <a:prstGeom prst="roundRect">
              <a:avLst>
                <a:gd name="adj" fmla="val 414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5"/>
          <p:cNvGrpSpPr/>
          <p:nvPr/>
        </p:nvGrpSpPr>
        <p:grpSpPr>
          <a:xfrm>
            <a:off x="1240011" y="2526316"/>
            <a:ext cx="2271625" cy="411391"/>
            <a:chOff x="730351" y="2432848"/>
            <a:chExt cx="2619733" cy="474433"/>
          </a:xfrm>
        </p:grpSpPr>
        <p:sp>
          <p:nvSpPr>
            <p:cNvPr id="61" name="Sev01"/>
            <p:cNvSpPr>
              <a:spLocks noChangeAspect="1"/>
            </p:cNvSpPr>
            <p:nvPr/>
          </p:nvSpPr>
          <p:spPr>
            <a:xfrm>
              <a:off x="730351" y="2432848"/>
              <a:ext cx="2619733" cy="474433"/>
            </a:xfrm>
            <a:prstGeom prst="downArrowCallout">
              <a:avLst>
                <a:gd name="adj1" fmla="val 25000"/>
                <a:gd name="adj2" fmla="val 25000"/>
                <a:gd name="adj3" fmla="val 25000"/>
                <a:gd name="adj4" fmla="val 7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solidFill>
                <a:latin typeface="FontAwesome" pitchFamily="2" charset="0"/>
              </a:endParaRPr>
            </a:p>
          </p:txBody>
        </p:sp>
        <p:sp>
          <p:nvSpPr>
            <p:cNvPr id="63" name="Text Placeholder 3"/>
            <p:cNvSpPr txBox="1">
              <a:spLocks/>
            </p:cNvSpPr>
            <p:nvPr/>
          </p:nvSpPr>
          <p:spPr>
            <a:xfrm>
              <a:off x="1507807" y="2517818"/>
              <a:ext cx="1064823" cy="21296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grpSp>
      <p:sp>
        <p:nvSpPr>
          <p:cNvPr id="64" name="Text Placeholder 3"/>
          <p:cNvSpPr txBox="1">
            <a:spLocks/>
          </p:cNvSpPr>
          <p:nvPr/>
        </p:nvSpPr>
        <p:spPr>
          <a:xfrm>
            <a:off x="1364606" y="2961867"/>
            <a:ext cx="202243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 of passages of Lorem Ipsum available but the majority have suffered</a:t>
            </a:r>
          </a:p>
        </p:txBody>
      </p:sp>
      <p:sp>
        <p:nvSpPr>
          <p:cNvPr id="26" name="Freeform 25"/>
          <p:cNvSpPr/>
          <p:nvPr/>
        </p:nvSpPr>
        <p:spPr>
          <a:xfrm>
            <a:off x="4987836" y="936536"/>
            <a:ext cx="872391" cy="872391"/>
          </a:xfrm>
          <a:custGeom>
            <a:avLst/>
            <a:gdLst>
              <a:gd name="connsiteX0" fmla="*/ 0 w 1006078"/>
              <a:gd name="connsiteY0" fmla="*/ 0 h 1006078"/>
              <a:gd name="connsiteX1" fmla="*/ 1006078 w 1006078"/>
              <a:gd name="connsiteY1" fmla="*/ 0 h 1006078"/>
              <a:gd name="connsiteX2" fmla="*/ 1006078 w 1006078"/>
              <a:gd name="connsiteY2" fmla="*/ 1006078 h 1006078"/>
              <a:gd name="connsiteX3" fmla="*/ 0 w 1006078"/>
              <a:gd name="connsiteY3" fmla="*/ 1006078 h 1006078"/>
              <a:gd name="connsiteX4" fmla="*/ 0 w 1006078"/>
              <a:gd name="connsiteY4" fmla="*/ 0 h 100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78" h="1006078">
                <a:moveTo>
                  <a:pt x="0" y="0"/>
                </a:moveTo>
                <a:lnTo>
                  <a:pt x="1006078" y="0"/>
                </a:lnTo>
                <a:lnTo>
                  <a:pt x="1006078" y="1006078"/>
                </a:lnTo>
                <a:lnTo>
                  <a:pt x="0" y="100607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8100" tIns="38100" rIns="38100" bIns="38100"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28" name="Freeform 27"/>
          <p:cNvSpPr/>
          <p:nvPr/>
        </p:nvSpPr>
        <p:spPr>
          <a:xfrm>
            <a:off x="5514924" y="2515992"/>
            <a:ext cx="872391" cy="872391"/>
          </a:xfrm>
          <a:custGeom>
            <a:avLst/>
            <a:gdLst>
              <a:gd name="connsiteX0" fmla="*/ 0 w 1006078"/>
              <a:gd name="connsiteY0" fmla="*/ 0 h 1006078"/>
              <a:gd name="connsiteX1" fmla="*/ 1006078 w 1006078"/>
              <a:gd name="connsiteY1" fmla="*/ 0 h 1006078"/>
              <a:gd name="connsiteX2" fmla="*/ 1006078 w 1006078"/>
              <a:gd name="connsiteY2" fmla="*/ 1006078 h 1006078"/>
              <a:gd name="connsiteX3" fmla="*/ 0 w 1006078"/>
              <a:gd name="connsiteY3" fmla="*/ 1006078 h 1006078"/>
              <a:gd name="connsiteX4" fmla="*/ 0 w 1006078"/>
              <a:gd name="connsiteY4" fmla="*/ 0 h 100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78" h="1006078">
                <a:moveTo>
                  <a:pt x="0" y="0"/>
                </a:moveTo>
                <a:lnTo>
                  <a:pt x="1006078" y="0"/>
                </a:lnTo>
                <a:lnTo>
                  <a:pt x="1006078" y="1006078"/>
                </a:lnTo>
                <a:lnTo>
                  <a:pt x="0" y="100607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8100" tIns="38100" rIns="38100" bIns="38100"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34" name="Freeform 33"/>
          <p:cNvSpPr/>
          <p:nvPr/>
        </p:nvSpPr>
        <p:spPr>
          <a:xfrm>
            <a:off x="3282142" y="936536"/>
            <a:ext cx="872391" cy="872391"/>
          </a:xfrm>
          <a:custGeom>
            <a:avLst/>
            <a:gdLst>
              <a:gd name="connsiteX0" fmla="*/ 0 w 1006078"/>
              <a:gd name="connsiteY0" fmla="*/ 0 h 1006078"/>
              <a:gd name="connsiteX1" fmla="*/ 1006078 w 1006078"/>
              <a:gd name="connsiteY1" fmla="*/ 0 h 1006078"/>
              <a:gd name="connsiteX2" fmla="*/ 1006078 w 1006078"/>
              <a:gd name="connsiteY2" fmla="*/ 1006078 h 1006078"/>
              <a:gd name="connsiteX3" fmla="*/ 0 w 1006078"/>
              <a:gd name="connsiteY3" fmla="*/ 1006078 h 1006078"/>
              <a:gd name="connsiteX4" fmla="*/ 0 w 1006078"/>
              <a:gd name="connsiteY4" fmla="*/ 0 h 100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78" h="1006078">
                <a:moveTo>
                  <a:pt x="0" y="0"/>
                </a:moveTo>
                <a:lnTo>
                  <a:pt x="1006078" y="0"/>
                </a:lnTo>
                <a:lnTo>
                  <a:pt x="1006078" y="1006078"/>
                </a:lnTo>
                <a:lnTo>
                  <a:pt x="0" y="100607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8100" tIns="38100" rIns="38100" bIns="38100"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37" name="Freeform 5"/>
          <p:cNvSpPr>
            <a:spLocks/>
          </p:cNvSpPr>
          <p:nvPr/>
        </p:nvSpPr>
        <p:spPr bwMode="auto">
          <a:xfrm>
            <a:off x="2602343" y="3730285"/>
            <a:ext cx="539151" cy="646980"/>
          </a:xfrm>
          <a:custGeom>
            <a:avLst/>
            <a:gdLst/>
            <a:ahLst/>
            <a:cxnLst>
              <a:cxn ang="0">
                <a:pos x="248" y="158"/>
              </a:cxn>
              <a:cxn ang="0">
                <a:pos x="248" y="160"/>
              </a:cxn>
              <a:cxn ang="0">
                <a:pos x="250" y="192"/>
              </a:cxn>
              <a:cxn ang="0">
                <a:pos x="321" y="335"/>
              </a:cxn>
              <a:cxn ang="0">
                <a:pos x="437" y="401"/>
              </a:cxn>
              <a:cxn ang="0">
                <a:pos x="496" y="408"/>
              </a:cxn>
              <a:cxn ang="0">
                <a:pos x="496" y="595"/>
              </a:cxn>
              <a:cxn ang="0">
                <a:pos x="430" y="591"/>
              </a:cxn>
              <a:cxn ang="0">
                <a:pos x="189" y="468"/>
              </a:cxn>
              <a:cxn ang="0">
                <a:pos x="62" y="192"/>
              </a:cxn>
              <a:cxn ang="0">
                <a:pos x="61" y="160"/>
              </a:cxn>
              <a:cxn ang="0">
                <a:pos x="61" y="158"/>
              </a:cxn>
              <a:cxn ang="0">
                <a:pos x="0" y="158"/>
              </a:cxn>
              <a:cxn ang="0">
                <a:pos x="157" y="0"/>
              </a:cxn>
              <a:cxn ang="0">
                <a:pos x="313" y="158"/>
              </a:cxn>
              <a:cxn ang="0">
                <a:pos x="248" y="158"/>
              </a:cxn>
            </a:cxnLst>
            <a:rect l="0" t="0" r="r" b="b"/>
            <a:pathLst>
              <a:path w="496" h="595">
                <a:moveTo>
                  <a:pt x="248" y="158"/>
                </a:moveTo>
                <a:cubicBezTo>
                  <a:pt x="248" y="158"/>
                  <a:pt x="248" y="159"/>
                  <a:pt x="248" y="160"/>
                </a:cubicBezTo>
                <a:cubicBezTo>
                  <a:pt x="248" y="171"/>
                  <a:pt x="249" y="182"/>
                  <a:pt x="250" y="192"/>
                </a:cubicBezTo>
                <a:cubicBezTo>
                  <a:pt x="257" y="247"/>
                  <a:pt x="281" y="295"/>
                  <a:pt x="321" y="335"/>
                </a:cubicBezTo>
                <a:cubicBezTo>
                  <a:pt x="355" y="369"/>
                  <a:pt x="393" y="391"/>
                  <a:pt x="437" y="401"/>
                </a:cubicBezTo>
                <a:cubicBezTo>
                  <a:pt x="456" y="406"/>
                  <a:pt x="475" y="408"/>
                  <a:pt x="496" y="408"/>
                </a:cubicBezTo>
                <a:cubicBezTo>
                  <a:pt x="496" y="595"/>
                  <a:pt x="496" y="595"/>
                  <a:pt x="496" y="595"/>
                </a:cubicBezTo>
                <a:cubicBezTo>
                  <a:pt x="474" y="595"/>
                  <a:pt x="452" y="594"/>
                  <a:pt x="430" y="591"/>
                </a:cubicBezTo>
                <a:cubicBezTo>
                  <a:pt x="338" y="578"/>
                  <a:pt x="258" y="537"/>
                  <a:pt x="189" y="468"/>
                </a:cubicBezTo>
                <a:cubicBezTo>
                  <a:pt x="112" y="390"/>
                  <a:pt x="69" y="299"/>
                  <a:pt x="62" y="192"/>
                </a:cubicBezTo>
                <a:cubicBezTo>
                  <a:pt x="61" y="182"/>
                  <a:pt x="61" y="171"/>
                  <a:pt x="61" y="160"/>
                </a:cubicBezTo>
                <a:cubicBezTo>
                  <a:pt x="61" y="159"/>
                  <a:pt x="61" y="158"/>
                  <a:pt x="61" y="158"/>
                </a:cubicBezTo>
                <a:cubicBezTo>
                  <a:pt x="0" y="158"/>
                  <a:pt x="0" y="158"/>
                  <a:pt x="0" y="158"/>
                </a:cubicBezTo>
                <a:cubicBezTo>
                  <a:pt x="157" y="0"/>
                  <a:pt x="157" y="0"/>
                  <a:pt x="157" y="0"/>
                </a:cubicBezTo>
                <a:cubicBezTo>
                  <a:pt x="313" y="158"/>
                  <a:pt x="313" y="158"/>
                  <a:pt x="313" y="158"/>
                </a:cubicBezTo>
                <a:lnTo>
                  <a:pt x="248" y="158"/>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6"/>
          <p:cNvSpPr>
            <a:spLocks/>
          </p:cNvSpPr>
          <p:nvPr/>
        </p:nvSpPr>
        <p:spPr bwMode="auto">
          <a:xfrm>
            <a:off x="5899019" y="3783512"/>
            <a:ext cx="648814" cy="540526"/>
          </a:xfrm>
          <a:custGeom>
            <a:avLst/>
            <a:gdLst/>
            <a:ahLst/>
            <a:cxnLst>
              <a:cxn ang="0">
                <a:pos x="403" y="61"/>
              </a:cxn>
              <a:cxn ang="0">
                <a:pos x="410" y="2"/>
              </a:cxn>
              <a:cxn ang="0">
                <a:pos x="410" y="0"/>
              </a:cxn>
              <a:cxn ang="0">
                <a:pos x="597" y="0"/>
              </a:cxn>
              <a:cxn ang="0">
                <a:pos x="597" y="2"/>
              </a:cxn>
              <a:cxn ang="0">
                <a:pos x="592" y="68"/>
              </a:cxn>
              <a:cxn ang="0">
                <a:pos x="469" y="310"/>
              </a:cxn>
              <a:cxn ang="0">
                <a:pos x="161" y="437"/>
              </a:cxn>
              <a:cxn ang="0">
                <a:pos x="160" y="437"/>
              </a:cxn>
              <a:cxn ang="0">
                <a:pos x="160" y="497"/>
              </a:cxn>
              <a:cxn ang="0">
                <a:pos x="0" y="341"/>
              </a:cxn>
              <a:cxn ang="0">
                <a:pos x="160" y="185"/>
              </a:cxn>
              <a:cxn ang="0">
                <a:pos x="160" y="250"/>
              </a:cxn>
              <a:cxn ang="0">
                <a:pos x="161" y="250"/>
              </a:cxn>
              <a:cxn ang="0">
                <a:pos x="337" y="177"/>
              </a:cxn>
              <a:cxn ang="0">
                <a:pos x="403" y="61"/>
              </a:cxn>
            </a:cxnLst>
            <a:rect l="0" t="0" r="r" b="b"/>
            <a:pathLst>
              <a:path w="597" h="497">
                <a:moveTo>
                  <a:pt x="403" y="61"/>
                </a:moveTo>
                <a:cubicBezTo>
                  <a:pt x="408" y="42"/>
                  <a:pt x="410" y="22"/>
                  <a:pt x="410" y="2"/>
                </a:cubicBezTo>
                <a:cubicBezTo>
                  <a:pt x="410" y="1"/>
                  <a:pt x="410" y="0"/>
                  <a:pt x="410" y="0"/>
                </a:cubicBezTo>
                <a:cubicBezTo>
                  <a:pt x="597" y="0"/>
                  <a:pt x="597" y="0"/>
                  <a:pt x="597" y="0"/>
                </a:cubicBezTo>
                <a:cubicBezTo>
                  <a:pt x="597" y="0"/>
                  <a:pt x="597" y="1"/>
                  <a:pt x="597" y="2"/>
                </a:cubicBezTo>
                <a:cubicBezTo>
                  <a:pt x="597" y="24"/>
                  <a:pt x="595" y="46"/>
                  <a:pt x="592" y="68"/>
                </a:cubicBezTo>
                <a:cubicBezTo>
                  <a:pt x="579" y="160"/>
                  <a:pt x="538" y="241"/>
                  <a:pt x="469" y="310"/>
                </a:cubicBezTo>
                <a:cubicBezTo>
                  <a:pt x="384" y="395"/>
                  <a:pt x="281" y="437"/>
                  <a:pt x="161" y="437"/>
                </a:cubicBezTo>
                <a:cubicBezTo>
                  <a:pt x="161" y="437"/>
                  <a:pt x="160" y="437"/>
                  <a:pt x="160" y="437"/>
                </a:cubicBezTo>
                <a:cubicBezTo>
                  <a:pt x="160" y="497"/>
                  <a:pt x="160" y="497"/>
                  <a:pt x="160" y="497"/>
                </a:cubicBezTo>
                <a:cubicBezTo>
                  <a:pt x="0" y="341"/>
                  <a:pt x="0" y="341"/>
                  <a:pt x="0" y="341"/>
                </a:cubicBezTo>
                <a:cubicBezTo>
                  <a:pt x="160" y="185"/>
                  <a:pt x="160" y="185"/>
                  <a:pt x="160" y="185"/>
                </a:cubicBezTo>
                <a:cubicBezTo>
                  <a:pt x="160" y="250"/>
                  <a:pt x="160" y="250"/>
                  <a:pt x="160" y="250"/>
                </a:cubicBezTo>
                <a:cubicBezTo>
                  <a:pt x="160" y="250"/>
                  <a:pt x="161" y="250"/>
                  <a:pt x="161" y="250"/>
                </a:cubicBezTo>
                <a:cubicBezTo>
                  <a:pt x="230" y="250"/>
                  <a:pt x="288" y="226"/>
                  <a:pt x="337" y="177"/>
                </a:cubicBezTo>
                <a:cubicBezTo>
                  <a:pt x="371" y="143"/>
                  <a:pt x="393" y="104"/>
                  <a:pt x="403" y="61"/>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7"/>
          <p:cNvSpPr>
            <a:spLocks/>
          </p:cNvSpPr>
          <p:nvPr/>
        </p:nvSpPr>
        <p:spPr bwMode="auto">
          <a:xfrm>
            <a:off x="5952934" y="1657222"/>
            <a:ext cx="540985" cy="649274"/>
          </a:xfrm>
          <a:custGeom>
            <a:avLst/>
            <a:gdLst/>
            <a:ahLst/>
            <a:cxnLst>
              <a:cxn ang="0">
                <a:pos x="67" y="5"/>
              </a:cxn>
              <a:cxn ang="0">
                <a:pos x="309" y="129"/>
              </a:cxn>
              <a:cxn ang="0">
                <a:pos x="437" y="435"/>
              </a:cxn>
              <a:cxn ang="0">
                <a:pos x="498" y="435"/>
              </a:cxn>
              <a:cxn ang="0">
                <a:pos x="341" y="597"/>
              </a:cxn>
              <a:cxn ang="0">
                <a:pos x="184" y="435"/>
              </a:cxn>
              <a:cxn ang="0">
                <a:pos x="250" y="435"/>
              </a:cxn>
              <a:cxn ang="0">
                <a:pos x="177" y="261"/>
              </a:cxn>
              <a:cxn ang="0">
                <a:pos x="60" y="194"/>
              </a:cxn>
              <a:cxn ang="0">
                <a:pos x="1" y="188"/>
              </a:cxn>
              <a:cxn ang="0">
                <a:pos x="0" y="188"/>
              </a:cxn>
              <a:cxn ang="0">
                <a:pos x="0" y="0"/>
              </a:cxn>
              <a:cxn ang="0">
                <a:pos x="1" y="0"/>
              </a:cxn>
              <a:cxn ang="0">
                <a:pos x="67" y="5"/>
              </a:cxn>
            </a:cxnLst>
            <a:rect l="0" t="0" r="r" b="b"/>
            <a:pathLst>
              <a:path w="498" h="597">
                <a:moveTo>
                  <a:pt x="67" y="5"/>
                </a:moveTo>
                <a:cubicBezTo>
                  <a:pt x="159" y="18"/>
                  <a:pt x="240" y="59"/>
                  <a:pt x="309" y="129"/>
                </a:cubicBezTo>
                <a:cubicBezTo>
                  <a:pt x="394" y="213"/>
                  <a:pt x="436" y="315"/>
                  <a:pt x="437" y="435"/>
                </a:cubicBezTo>
                <a:cubicBezTo>
                  <a:pt x="498" y="435"/>
                  <a:pt x="498" y="435"/>
                  <a:pt x="498" y="435"/>
                </a:cubicBezTo>
                <a:cubicBezTo>
                  <a:pt x="341" y="597"/>
                  <a:pt x="341" y="597"/>
                  <a:pt x="341" y="597"/>
                </a:cubicBezTo>
                <a:cubicBezTo>
                  <a:pt x="184" y="435"/>
                  <a:pt x="184" y="435"/>
                  <a:pt x="184" y="435"/>
                </a:cubicBezTo>
                <a:cubicBezTo>
                  <a:pt x="250" y="435"/>
                  <a:pt x="250" y="435"/>
                  <a:pt x="250" y="435"/>
                </a:cubicBezTo>
                <a:cubicBezTo>
                  <a:pt x="249" y="367"/>
                  <a:pt x="225" y="309"/>
                  <a:pt x="177" y="261"/>
                </a:cubicBezTo>
                <a:cubicBezTo>
                  <a:pt x="143" y="227"/>
                  <a:pt x="104" y="205"/>
                  <a:pt x="60" y="194"/>
                </a:cubicBezTo>
                <a:cubicBezTo>
                  <a:pt x="41" y="190"/>
                  <a:pt x="21" y="188"/>
                  <a:pt x="1" y="188"/>
                </a:cubicBezTo>
                <a:cubicBezTo>
                  <a:pt x="1" y="188"/>
                  <a:pt x="0" y="188"/>
                  <a:pt x="0" y="188"/>
                </a:cubicBezTo>
                <a:cubicBezTo>
                  <a:pt x="0" y="0"/>
                  <a:pt x="0" y="0"/>
                  <a:pt x="0" y="0"/>
                </a:cubicBezTo>
                <a:cubicBezTo>
                  <a:pt x="0" y="0"/>
                  <a:pt x="1" y="0"/>
                  <a:pt x="1" y="0"/>
                </a:cubicBezTo>
                <a:cubicBezTo>
                  <a:pt x="24" y="0"/>
                  <a:pt x="46" y="2"/>
                  <a:pt x="67" y="5"/>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8"/>
          <p:cNvSpPr>
            <a:spLocks noEditPoints="1"/>
          </p:cNvSpPr>
          <p:nvPr/>
        </p:nvSpPr>
        <p:spPr bwMode="auto">
          <a:xfrm>
            <a:off x="2548429" y="1712284"/>
            <a:ext cx="646979" cy="539150"/>
          </a:xfrm>
          <a:custGeom>
            <a:avLst/>
            <a:gdLst/>
            <a:ahLst/>
            <a:cxnLst>
              <a:cxn ang="0">
                <a:pos x="96" y="338"/>
              </a:cxn>
              <a:cxn ang="0">
                <a:pos x="95" y="338"/>
              </a:cxn>
              <a:cxn ang="0">
                <a:pos x="96" y="338"/>
              </a:cxn>
              <a:cxn ang="0">
                <a:pos x="435" y="0"/>
              </a:cxn>
              <a:cxn ang="0">
                <a:pos x="595" y="157"/>
              </a:cxn>
              <a:cxn ang="0">
                <a:pos x="435" y="314"/>
              </a:cxn>
              <a:cxn ang="0">
                <a:pos x="435" y="249"/>
              </a:cxn>
              <a:cxn ang="0">
                <a:pos x="260" y="322"/>
              </a:cxn>
              <a:cxn ang="0">
                <a:pos x="194" y="437"/>
              </a:cxn>
              <a:cxn ang="0">
                <a:pos x="187" y="496"/>
              </a:cxn>
              <a:cxn ang="0">
                <a:pos x="0" y="496"/>
              </a:cxn>
              <a:cxn ang="0">
                <a:pos x="5" y="429"/>
              </a:cxn>
              <a:cxn ang="0">
                <a:pos x="128" y="190"/>
              </a:cxn>
              <a:cxn ang="0">
                <a:pos x="435" y="61"/>
              </a:cxn>
              <a:cxn ang="0">
                <a:pos x="435" y="0"/>
              </a:cxn>
            </a:cxnLst>
            <a:rect l="0" t="0" r="r" b="b"/>
            <a:pathLst>
              <a:path w="595" h="496">
                <a:moveTo>
                  <a:pt x="96" y="338"/>
                </a:moveTo>
                <a:cubicBezTo>
                  <a:pt x="96" y="338"/>
                  <a:pt x="95" y="338"/>
                  <a:pt x="95" y="338"/>
                </a:cubicBezTo>
                <a:cubicBezTo>
                  <a:pt x="96" y="338"/>
                  <a:pt x="96" y="338"/>
                  <a:pt x="96" y="338"/>
                </a:cubicBezTo>
                <a:close/>
                <a:moveTo>
                  <a:pt x="435" y="0"/>
                </a:moveTo>
                <a:cubicBezTo>
                  <a:pt x="595" y="157"/>
                  <a:pt x="595" y="157"/>
                  <a:pt x="595" y="157"/>
                </a:cubicBezTo>
                <a:cubicBezTo>
                  <a:pt x="435" y="314"/>
                  <a:pt x="435" y="314"/>
                  <a:pt x="435" y="314"/>
                </a:cubicBezTo>
                <a:cubicBezTo>
                  <a:pt x="435" y="249"/>
                  <a:pt x="435" y="249"/>
                  <a:pt x="435" y="249"/>
                </a:cubicBezTo>
                <a:cubicBezTo>
                  <a:pt x="367" y="249"/>
                  <a:pt x="309" y="273"/>
                  <a:pt x="260" y="322"/>
                </a:cubicBezTo>
                <a:cubicBezTo>
                  <a:pt x="227" y="356"/>
                  <a:pt x="204" y="394"/>
                  <a:pt x="194" y="437"/>
                </a:cubicBezTo>
                <a:cubicBezTo>
                  <a:pt x="190" y="456"/>
                  <a:pt x="187" y="475"/>
                  <a:pt x="187" y="496"/>
                </a:cubicBezTo>
                <a:cubicBezTo>
                  <a:pt x="0" y="496"/>
                  <a:pt x="0" y="496"/>
                  <a:pt x="0" y="496"/>
                </a:cubicBezTo>
                <a:cubicBezTo>
                  <a:pt x="0" y="473"/>
                  <a:pt x="2" y="451"/>
                  <a:pt x="5" y="429"/>
                </a:cubicBezTo>
                <a:cubicBezTo>
                  <a:pt x="18" y="338"/>
                  <a:pt x="59" y="258"/>
                  <a:pt x="128" y="190"/>
                </a:cubicBezTo>
                <a:cubicBezTo>
                  <a:pt x="213" y="104"/>
                  <a:pt x="315" y="62"/>
                  <a:pt x="435" y="61"/>
                </a:cubicBezTo>
                <a:lnTo>
                  <a:pt x="435"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Text Placeholder 3"/>
          <p:cNvSpPr txBox="1">
            <a:spLocks/>
          </p:cNvSpPr>
          <p:nvPr/>
        </p:nvSpPr>
        <p:spPr>
          <a:xfrm>
            <a:off x="2034605" y="1563907"/>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1"/>
                </a:solidFill>
                <a:effectLst/>
                <a:uLnTx/>
                <a:uFillTx/>
                <a:latin typeface="+mn-lt"/>
                <a:ea typeface="+mn-ea"/>
                <a:cs typeface="+mn-cs"/>
              </a:rPr>
              <a:t>20%</a:t>
            </a:r>
          </a:p>
        </p:txBody>
      </p:sp>
      <p:sp>
        <p:nvSpPr>
          <p:cNvPr id="58" name="Text Placeholder 3"/>
          <p:cNvSpPr txBox="1">
            <a:spLocks/>
          </p:cNvSpPr>
          <p:nvPr/>
        </p:nvSpPr>
        <p:spPr>
          <a:xfrm>
            <a:off x="2034605" y="4141622"/>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4"/>
                </a:solidFill>
                <a:effectLst/>
                <a:uLnTx/>
                <a:uFillTx/>
                <a:latin typeface="+mn-lt"/>
                <a:ea typeface="+mn-ea"/>
                <a:cs typeface="+mn-cs"/>
              </a:rPr>
              <a:t>50%</a:t>
            </a:r>
          </a:p>
        </p:txBody>
      </p:sp>
      <p:sp>
        <p:nvSpPr>
          <p:cNvPr id="59" name="Text Placeholder 3"/>
          <p:cNvSpPr txBox="1">
            <a:spLocks/>
          </p:cNvSpPr>
          <p:nvPr/>
        </p:nvSpPr>
        <p:spPr>
          <a:xfrm>
            <a:off x="6418669" y="1563907"/>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2"/>
                </a:solidFill>
                <a:effectLst/>
                <a:uLnTx/>
                <a:uFillTx/>
                <a:latin typeface="+mn-lt"/>
                <a:ea typeface="+mn-ea"/>
                <a:cs typeface="+mn-cs"/>
              </a:rPr>
              <a:t>70%</a:t>
            </a:r>
          </a:p>
        </p:txBody>
      </p:sp>
      <p:sp>
        <p:nvSpPr>
          <p:cNvPr id="60" name="Text Placeholder 3"/>
          <p:cNvSpPr txBox="1">
            <a:spLocks/>
          </p:cNvSpPr>
          <p:nvPr/>
        </p:nvSpPr>
        <p:spPr>
          <a:xfrm>
            <a:off x="6418669" y="4141622"/>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3"/>
                </a:solidFill>
                <a:effectLst/>
                <a:uLnTx/>
                <a:uFillTx/>
                <a:latin typeface="+mn-lt"/>
                <a:ea typeface="+mn-ea"/>
                <a:cs typeface="+mn-cs"/>
              </a:rPr>
              <a:t>90%</a:t>
            </a:r>
          </a:p>
        </p:txBody>
      </p:sp>
      <p:grpSp>
        <p:nvGrpSpPr>
          <p:cNvPr id="10" name="Group 7"/>
          <p:cNvGrpSpPr/>
          <p:nvPr/>
        </p:nvGrpSpPr>
        <p:grpSpPr>
          <a:xfrm>
            <a:off x="3345310" y="1137492"/>
            <a:ext cx="2440185" cy="1167922"/>
            <a:chOff x="3158270" y="823748"/>
            <a:chExt cx="2814123" cy="1346897"/>
          </a:xfrm>
        </p:grpSpPr>
        <p:sp>
          <p:nvSpPr>
            <p:cNvPr id="71" name="Rounded Rectangle 70"/>
            <p:cNvSpPr/>
            <p:nvPr/>
          </p:nvSpPr>
          <p:spPr>
            <a:xfrm>
              <a:off x="3158270" y="863715"/>
              <a:ext cx="2814123" cy="1306930"/>
            </a:xfrm>
            <a:prstGeom prst="roundRect">
              <a:avLst>
                <a:gd name="adj" fmla="val 4147"/>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ounded Rectangle 71"/>
            <p:cNvSpPr/>
            <p:nvPr/>
          </p:nvSpPr>
          <p:spPr>
            <a:xfrm>
              <a:off x="3158270" y="823748"/>
              <a:ext cx="2814123" cy="1306930"/>
            </a:xfrm>
            <a:prstGeom prst="roundRect">
              <a:avLst>
                <a:gd name="adj" fmla="val 414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72"/>
          <p:cNvGrpSpPr/>
          <p:nvPr/>
        </p:nvGrpSpPr>
        <p:grpSpPr>
          <a:xfrm>
            <a:off x="3429590" y="1251438"/>
            <a:ext cx="2271625" cy="411391"/>
            <a:chOff x="730351" y="2432848"/>
            <a:chExt cx="2619733" cy="474433"/>
          </a:xfrm>
        </p:grpSpPr>
        <p:sp>
          <p:nvSpPr>
            <p:cNvPr id="74" name="Sev01"/>
            <p:cNvSpPr>
              <a:spLocks noChangeAspect="1"/>
            </p:cNvSpPr>
            <p:nvPr/>
          </p:nvSpPr>
          <p:spPr>
            <a:xfrm>
              <a:off x="730351" y="2432848"/>
              <a:ext cx="2619733" cy="474433"/>
            </a:xfrm>
            <a:prstGeom prst="downArrowCallout">
              <a:avLst>
                <a:gd name="adj1" fmla="val 25000"/>
                <a:gd name="adj2" fmla="val 25000"/>
                <a:gd name="adj3" fmla="val 25000"/>
                <a:gd name="adj4" fmla="val 7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solidFill>
                <a:latin typeface="FontAwesome" pitchFamily="2" charset="0"/>
              </a:endParaRPr>
            </a:p>
          </p:txBody>
        </p:sp>
        <p:sp>
          <p:nvSpPr>
            <p:cNvPr id="75" name="Text Placeholder 3"/>
            <p:cNvSpPr txBox="1">
              <a:spLocks/>
            </p:cNvSpPr>
            <p:nvPr/>
          </p:nvSpPr>
          <p:spPr>
            <a:xfrm>
              <a:off x="1508842" y="2517818"/>
              <a:ext cx="1062752" cy="21296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Number Two</a:t>
              </a:r>
            </a:p>
          </p:txBody>
        </p:sp>
      </p:grpSp>
      <p:sp>
        <p:nvSpPr>
          <p:cNvPr id="76" name="Text Placeholder 3"/>
          <p:cNvSpPr txBox="1">
            <a:spLocks/>
          </p:cNvSpPr>
          <p:nvPr/>
        </p:nvSpPr>
        <p:spPr>
          <a:xfrm>
            <a:off x="3554185" y="1686990"/>
            <a:ext cx="202243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 of passages of Lorem Ipsum available but the majority have suffered</a:t>
            </a:r>
          </a:p>
        </p:txBody>
      </p:sp>
      <p:grpSp>
        <p:nvGrpSpPr>
          <p:cNvPr id="13" name="Group 76"/>
          <p:cNvGrpSpPr/>
          <p:nvPr/>
        </p:nvGrpSpPr>
        <p:grpSpPr>
          <a:xfrm>
            <a:off x="3345310" y="3664369"/>
            <a:ext cx="2440185" cy="1167922"/>
            <a:chOff x="3158270" y="823748"/>
            <a:chExt cx="2814123" cy="1346897"/>
          </a:xfrm>
        </p:grpSpPr>
        <p:sp>
          <p:nvSpPr>
            <p:cNvPr id="78" name="Rounded Rectangle 77"/>
            <p:cNvSpPr/>
            <p:nvPr/>
          </p:nvSpPr>
          <p:spPr>
            <a:xfrm>
              <a:off x="3158270" y="863715"/>
              <a:ext cx="2814123" cy="1306930"/>
            </a:xfrm>
            <a:prstGeom prst="roundRect">
              <a:avLst>
                <a:gd name="adj" fmla="val 4147"/>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ounded Rectangle 78"/>
            <p:cNvSpPr/>
            <p:nvPr/>
          </p:nvSpPr>
          <p:spPr>
            <a:xfrm>
              <a:off x="3158270" y="823748"/>
              <a:ext cx="2814123" cy="1306930"/>
            </a:xfrm>
            <a:prstGeom prst="roundRect">
              <a:avLst>
                <a:gd name="adj" fmla="val 41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79"/>
          <p:cNvGrpSpPr/>
          <p:nvPr/>
        </p:nvGrpSpPr>
        <p:grpSpPr>
          <a:xfrm>
            <a:off x="3429590" y="3778315"/>
            <a:ext cx="2271625" cy="411391"/>
            <a:chOff x="730351" y="2432848"/>
            <a:chExt cx="2619733" cy="474433"/>
          </a:xfrm>
        </p:grpSpPr>
        <p:sp>
          <p:nvSpPr>
            <p:cNvPr id="81" name="Sev01"/>
            <p:cNvSpPr>
              <a:spLocks noChangeAspect="1"/>
            </p:cNvSpPr>
            <p:nvPr/>
          </p:nvSpPr>
          <p:spPr>
            <a:xfrm>
              <a:off x="730351" y="2432848"/>
              <a:ext cx="2619733" cy="474433"/>
            </a:xfrm>
            <a:prstGeom prst="downArrowCallout">
              <a:avLst>
                <a:gd name="adj1" fmla="val 25000"/>
                <a:gd name="adj2" fmla="val 25000"/>
                <a:gd name="adj3" fmla="val 25000"/>
                <a:gd name="adj4" fmla="val 7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accent1"/>
                </a:solidFill>
                <a:latin typeface="FontAwesome" pitchFamily="2" charset="0"/>
              </a:endParaRPr>
            </a:p>
          </p:txBody>
        </p:sp>
        <p:sp>
          <p:nvSpPr>
            <p:cNvPr id="82" name="Text Placeholder 3"/>
            <p:cNvSpPr txBox="1">
              <a:spLocks/>
            </p:cNvSpPr>
            <p:nvPr/>
          </p:nvSpPr>
          <p:spPr>
            <a:xfrm>
              <a:off x="1482849" y="2517818"/>
              <a:ext cx="1114736" cy="21296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Number Four</a:t>
              </a:r>
            </a:p>
          </p:txBody>
        </p:sp>
      </p:grpSp>
      <p:sp>
        <p:nvSpPr>
          <p:cNvPr id="83" name="Text Placeholder 3"/>
          <p:cNvSpPr txBox="1">
            <a:spLocks/>
          </p:cNvSpPr>
          <p:nvPr/>
        </p:nvSpPr>
        <p:spPr>
          <a:xfrm>
            <a:off x="3554185" y="4213866"/>
            <a:ext cx="202243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 of passages of Lorem Ipsum available but the majority have suffered</a:t>
            </a:r>
          </a:p>
        </p:txBody>
      </p:sp>
      <p:grpSp>
        <p:nvGrpSpPr>
          <p:cNvPr id="15" name="Group 12"/>
          <p:cNvGrpSpPr/>
          <p:nvPr/>
        </p:nvGrpSpPr>
        <p:grpSpPr>
          <a:xfrm>
            <a:off x="4053625" y="2435478"/>
            <a:ext cx="1052778" cy="1089654"/>
            <a:chOff x="4053625" y="2445103"/>
            <a:chExt cx="1052778" cy="1089654"/>
          </a:xfrm>
        </p:grpSpPr>
        <p:sp>
          <p:nvSpPr>
            <p:cNvPr id="84" name="Oval 83"/>
            <p:cNvSpPr/>
            <p:nvPr/>
          </p:nvSpPr>
          <p:spPr>
            <a:xfrm>
              <a:off x="4053625" y="2481979"/>
              <a:ext cx="1052778" cy="105277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p:cNvSpPr/>
            <p:nvPr/>
          </p:nvSpPr>
          <p:spPr>
            <a:xfrm>
              <a:off x="4053625" y="2445103"/>
              <a:ext cx="1052778" cy="105277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Freeform 52"/>
          <p:cNvSpPr>
            <a:spLocks noEditPoints="1"/>
          </p:cNvSpPr>
          <p:nvPr/>
        </p:nvSpPr>
        <p:spPr bwMode="auto">
          <a:xfrm>
            <a:off x="4310052" y="2692229"/>
            <a:ext cx="539080" cy="539078"/>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p:cTn id="13" dur="500" fill="hold"/>
                                        <p:tgtEl>
                                          <p:spTgt spid="42"/>
                                        </p:tgtEl>
                                        <p:attrNameLst>
                                          <p:attrName>ppt_w</p:attrName>
                                        </p:attrNameLst>
                                      </p:cBhvr>
                                      <p:tavLst>
                                        <p:tav tm="0">
                                          <p:val>
                                            <p:fltVal val="0"/>
                                          </p:val>
                                        </p:tav>
                                        <p:tav tm="100000">
                                          <p:val>
                                            <p:strVal val="#ppt_w"/>
                                          </p:val>
                                        </p:tav>
                                      </p:tavLst>
                                    </p:anim>
                                    <p:anim calcmode="lin" valueType="num">
                                      <p:cBhvr>
                                        <p:cTn id="14" dur="500" fill="hold"/>
                                        <p:tgtEl>
                                          <p:spTgt spid="42"/>
                                        </p:tgtEl>
                                        <p:attrNameLst>
                                          <p:attrName>ppt_h</p:attrName>
                                        </p:attrNameLst>
                                      </p:cBhvr>
                                      <p:tavLst>
                                        <p:tav tm="0">
                                          <p:val>
                                            <p:fltVal val="0"/>
                                          </p:val>
                                        </p:tav>
                                        <p:tav tm="100000">
                                          <p:val>
                                            <p:strVal val="#ppt_h"/>
                                          </p:val>
                                        </p:tav>
                                      </p:tavLst>
                                    </p:anim>
                                    <p:animEffect transition="in" filter="fade">
                                      <p:cBhvr>
                                        <p:cTn id="15" dur="500"/>
                                        <p:tgtEl>
                                          <p:spTgt spid="42"/>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Effect transition="in" filter="fade">
                                      <p:cBhvr>
                                        <p:cTn id="21" dur="500"/>
                                        <p:tgtEl>
                                          <p:spTgt spid="8"/>
                                        </p:tgtEl>
                                      </p:cBhvr>
                                    </p:animEffect>
                                  </p:childTnLst>
                                </p:cTn>
                              </p:par>
                            </p:childTnLst>
                          </p:cTn>
                        </p:par>
                        <p:par>
                          <p:cTn id="22" fill="hold">
                            <p:stCondLst>
                              <p:cond delay="1500"/>
                            </p:stCondLst>
                            <p:childTnLst>
                              <p:par>
                                <p:cTn id="23" presetID="12" presetClass="entr" presetSubtype="1"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p:tgtEl>
                                          <p:spTgt spid="9"/>
                                        </p:tgtEl>
                                        <p:attrNameLst>
                                          <p:attrName>ppt_y</p:attrName>
                                        </p:attrNameLst>
                                      </p:cBhvr>
                                      <p:tavLst>
                                        <p:tav tm="0">
                                          <p:val>
                                            <p:strVal val="#ppt_y-#ppt_h*1.125000"/>
                                          </p:val>
                                        </p:tav>
                                        <p:tav tm="100000">
                                          <p:val>
                                            <p:strVal val="#ppt_y"/>
                                          </p:val>
                                        </p:tav>
                                      </p:tavLst>
                                    </p:anim>
                                    <p:animEffect transition="in" filter="wipe(down)">
                                      <p:cBhvr>
                                        <p:cTn id="26" dur="500"/>
                                        <p:tgtEl>
                                          <p:spTgt spid="9"/>
                                        </p:tgtEl>
                                      </p:cBhvr>
                                    </p:animEffect>
                                  </p:childTnLst>
                                </p:cTn>
                              </p:par>
                            </p:childTnLst>
                          </p:cTn>
                        </p:par>
                        <p:par>
                          <p:cTn id="27" fill="hold">
                            <p:stCondLst>
                              <p:cond delay="2000"/>
                            </p:stCondLst>
                            <p:childTnLst>
                              <p:par>
                                <p:cTn id="28" presetID="10" presetClass="entr" presetSubtype="0" fill="hold" grpId="0" nodeType="after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fade">
                                      <p:cBhvr>
                                        <p:cTn id="30" dur="500"/>
                                        <p:tgtEl>
                                          <p:spTgt spid="64"/>
                                        </p:tgtEl>
                                      </p:cBhvr>
                                    </p:animEffect>
                                  </p:childTnLst>
                                </p:cTn>
                              </p:par>
                            </p:childTnLst>
                          </p:cTn>
                        </p:par>
                        <p:par>
                          <p:cTn id="31" fill="hold">
                            <p:stCondLst>
                              <p:cond delay="2500"/>
                            </p:stCondLst>
                            <p:childTnLst>
                              <p:par>
                                <p:cTn id="32" presetID="18" presetClass="entr" presetSubtype="3" fill="hold" grpId="0" nodeType="after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strips(upRight)">
                                      <p:cBhvr>
                                        <p:cTn id="34" dur="500"/>
                                        <p:tgtEl>
                                          <p:spTgt spid="40"/>
                                        </p:tgtEl>
                                      </p:cBhvr>
                                    </p:animEffect>
                                  </p:childTnLst>
                                </p:cTn>
                              </p:par>
                            </p:childTnLst>
                          </p:cTn>
                        </p:par>
                        <p:par>
                          <p:cTn id="35" fill="hold">
                            <p:stCondLst>
                              <p:cond delay="3000"/>
                            </p:stCondLst>
                            <p:childTnLst>
                              <p:par>
                                <p:cTn id="36" presetID="53" presetClass="entr" presetSubtype="16" fill="hold" grpId="0" nodeType="afterEffect">
                                  <p:stCondLst>
                                    <p:cond delay="0"/>
                                  </p:stCondLst>
                                  <p:childTnLst>
                                    <p:set>
                                      <p:cBhvr>
                                        <p:cTn id="37" dur="1" fill="hold">
                                          <p:stCondLst>
                                            <p:cond delay="0"/>
                                          </p:stCondLst>
                                        </p:cTn>
                                        <p:tgtEl>
                                          <p:spTgt spid="57"/>
                                        </p:tgtEl>
                                        <p:attrNameLst>
                                          <p:attrName>style.visibility</p:attrName>
                                        </p:attrNameLst>
                                      </p:cBhvr>
                                      <p:to>
                                        <p:strVal val="visible"/>
                                      </p:to>
                                    </p:set>
                                    <p:anim calcmode="lin" valueType="num">
                                      <p:cBhvr>
                                        <p:cTn id="38" dur="500" fill="hold"/>
                                        <p:tgtEl>
                                          <p:spTgt spid="57"/>
                                        </p:tgtEl>
                                        <p:attrNameLst>
                                          <p:attrName>ppt_w</p:attrName>
                                        </p:attrNameLst>
                                      </p:cBhvr>
                                      <p:tavLst>
                                        <p:tav tm="0">
                                          <p:val>
                                            <p:fltVal val="0"/>
                                          </p:val>
                                        </p:tav>
                                        <p:tav tm="100000">
                                          <p:val>
                                            <p:strVal val="#ppt_w"/>
                                          </p:val>
                                        </p:tav>
                                      </p:tavLst>
                                    </p:anim>
                                    <p:anim calcmode="lin" valueType="num">
                                      <p:cBhvr>
                                        <p:cTn id="39" dur="500" fill="hold"/>
                                        <p:tgtEl>
                                          <p:spTgt spid="57"/>
                                        </p:tgtEl>
                                        <p:attrNameLst>
                                          <p:attrName>ppt_h</p:attrName>
                                        </p:attrNameLst>
                                      </p:cBhvr>
                                      <p:tavLst>
                                        <p:tav tm="0">
                                          <p:val>
                                            <p:fltVal val="0"/>
                                          </p:val>
                                        </p:tav>
                                        <p:tav tm="100000">
                                          <p:val>
                                            <p:strVal val="#ppt_h"/>
                                          </p:val>
                                        </p:tav>
                                      </p:tavLst>
                                    </p:anim>
                                    <p:animEffect transition="in" filter="fade">
                                      <p:cBhvr>
                                        <p:cTn id="40" dur="500"/>
                                        <p:tgtEl>
                                          <p:spTgt spid="57"/>
                                        </p:tgtEl>
                                      </p:cBhvr>
                                    </p:animEffect>
                                  </p:childTnLst>
                                </p:cTn>
                              </p:par>
                            </p:childTnLst>
                          </p:cTn>
                        </p:par>
                        <p:par>
                          <p:cTn id="41" fill="hold">
                            <p:stCondLst>
                              <p:cond delay="3500"/>
                            </p:stCondLst>
                            <p:childTnLst>
                              <p:par>
                                <p:cTn id="42" presetID="53" presetClass="entr" presetSubtype="16" fill="hold" nodeType="after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p:cTn id="44" dur="500" fill="hold"/>
                                        <p:tgtEl>
                                          <p:spTgt spid="10"/>
                                        </p:tgtEl>
                                        <p:attrNameLst>
                                          <p:attrName>ppt_w</p:attrName>
                                        </p:attrNameLst>
                                      </p:cBhvr>
                                      <p:tavLst>
                                        <p:tav tm="0">
                                          <p:val>
                                            <p:fltVal val="0"/>
                                          </p:val>
                                        </p:tav>
                                        <p:tav tm="100000">
                                          <p:val>
                                            <p:strVal val="#ppt_w"/>
                                          </p:val>
                                        </p:tav>
                                      </p:tavLst>
                                    </p:anim>
                                    <p:anim calcmode="lin" valueType="num">
                                      <p:cBhvr>
                                        <p:cTn id="45" dur="500" fill="hold"/>
                                        <p:tgtEl>
                                          <p:spTgt spid="10"/>
                                        </p:tgtEl>
                                        <p:attrNameLst>
                                          <p:attrName>ppt_h</p:attrName>
                                        </p:attrNameLst>
                                      </p:cBhvr>
                                      <p:tavLst>
                                        <p:tav tm="0">
                                          <p:val>
                                            <p:fltVal val="0"/>
                                          </p:val>
                                        </p:tav>
                                        <p:tav tm="100000">
                                          <p:val>
                                            <p:strVal val="#ppt_h"/>
                                          </p:val>
                                        </p:tav>
                                      </p:tavLst>
                                    </p:anim>
                                    <p:animEffect transition="in" filter="fade">
                                      <p:cBhvr>
                                        <p:cTn id="46" dur="500"/>
                                        <p:tgtEl>
                                          <p:spTgt spid="10"/>
                                        </p:tgtEl>
                                      </p:cBhvr>
                                    </p:animEffect>
                                  </p:childTnLst>
                                </p:cTn>
                              </p:par>
                            </p:childTnLst>
                          </p:cTn>
                        </p:par>
                        <p:par>
                          <p:cTn id="47" fill="hold">
                            <p:stCondLst>
                              <p:cond delay="4000"/>
                            </p:stCondLst>
                            <p:childTnLst>
                              <p:par>
                                <p:cTn id="48" presetID="12" presetClass="entr" presetSubtype="1" fill="hold" nodeType="after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500"/>
                                        <p:tgtEl>
                                          <p:spTgt spid="11"/>
                                        </p:tgtEl>
                                        <p:attrNameLst>
                                          <p:attrName>ppt_y</p:attrName>
                                        </p:attrNameLst>
                                      </p:cBhvr>
                                      <p:tavLst>
                                        <p:tav tm="0">
                                          <p:val>
                                            <p:strVal val="#ppt_y-#ppt_h*1.125000"/>
                                          </p:val>
                                        </p:tav>
                                        <p:tav tm="100000">
                                          <p:val>
                                            <p:strVal val="#ppt_y"/>
                                          </p:val>
                                        </p:tav>
                                      </p:tavLst>
                                    </p:anim>
                                    <p:animEffect transition="in" filter="wipe(down)">
                                      <p:cBhvr>
                                        <p:cTn id="51" dur="500"/>
                                        <p:tgtEl>
                                          <p:spTgt spid="11"/>
                                        </p:tgtEl>
                                      </p:cBhvr>
                                    </p:animEffect>
                                  </p:childTnLst>
                                </p:cTn>
                              </p:par>
                            </p:childTnLst>
                          </p:cTn>
                        </p:par>
                        <p:par>
                          <p:cTn id="52" fill="hold">
                            <p:stCondLst>
                              <p:cond delay="4500"/>
                            </p:stCondLst>
                            <p:childTnLst>
                              <p:par>
                                <p:cTn id="53" presetID="10" presetClass="entr" presetSubtype="0" fill="hold" grpId="0" nodeType="afterEffect">
                                  <p:stCondLst>
                                    <p:cond delay="0"/>
                                  </p:stCondLst>
                                  <p:childTnLst>
                                    <p:set>
                                      <p:cBhvr>
                                        <p:cTn id="54" dur="1" fill="hold">
                                          <p:stCondLst>
                                            <p:cond delay="0"/>
                                          </p:stCondLst>
                                        </p:cTn>
                                        <p:tgtEl>
                                          <p:spTgt spid="76"/>
                                        </p:tgtEl>
                                        <p:attrNameLst>
                                          <p:attrName>style.visibility</p:attrName>
                                        </p:attrNameLst>
                                      </p:cBhvr>
                                      <p:to>
                                        <p:strVal val="visible"/>
                                      </p:to>
                                    </p:set>
                                    <p:animEffect transition="in" filter="fade">
                                      <p:cBhvr>
                                        <p:cTn id="55" dur="500"/>
                                        <p:tgtEl>
                                          <p:spTgt spid="76"/>
                                        </p:tgtEl>
                                      </p:cBhvr>
                                    </p:animEffect>
                                  </p:childTnLst>
                                </p:cTn>
                              </p:par>
                            </p:childTnLst>
                          </p:cTn>
                        </p:par>
                        <p:par>
                          <p:cTn id="56" fill="hold">
                            <p:stCondLst>
                              <p:cond delay="5000"/>
                            </p:stCondLst>
                            <p:childTnLst>
                              <p:par>
                                <p:cTn id="57" presetID="18" presetClass="entr" presetSubtype="6" fill="hold" grpId="0" nodeType="afterEffect">
                                  <p:stCondLst>
                                    <p:cond delay="0"/>
                                  </p:stCondLst>
                                  <p:childTnLst>
                                    <p:set>
                                      <p:cBhvr>
                                        <p:cTn id="58" dur="1" fill="hold">
                                          <p:stCondLst>
                                            <p:cond delay="0"/>
                                          </p:stCondLst>
                                        </p:cTn>
                                        <p:tgtEl>
                                          <p:spTgt spid="39"/>
                                        </p:tgtEl>
                                        <p:attrNameLst>
                                          <p:attrName>style.visibility</p:attrName>
                                        </p:attrNameLst>
                                      </p:cBhvr>
                                      <p:to>
                                        <p:strVal val="visible"/>
                                      </p:to>
                                    </p:set>
                                    <p:animEffect transition="in" filter="strips(downRight)">
                                      <p:cBhvr>
                                        <p:cTn id="59" dur="500"/>
                                        <p:tgtEl>
                                          <p:spTgt spid="39"/>
                                        </p:tgtEl>
                                      </p:cBhvr>
                                    </p:animEffect>
                                  </p:childTnLst>
                                </p:cTn>
                              </p:par>
                            </p:childTnLst>
                          </p:cTn>
                        </p:par>
                        <p:par>
                          <p:cTn id="60" fill="hold">
                            <p:stCondLst>
                              <p:cond delay="5500"/>
                            </p:stCondLst>
                            <p:childTnLst>
                              <p:par>
                                <p:cTn id="61" presetID="53" presetClass="entr" presetSubtype="16" fill="hold" grpId="0" nodeType="afterEffect">
                                  <p:stCondLst>
                                    <p:cond delay="0"/>
                                  </p:stCondLst>
                                  <p:childTnLst>
                                    <p:set>
                                      <p:cBhvr>
                                        <p:cTn id="62" dur="1" fill="hold">
                                          <p:stCondLst>
                                            <p:cond delay="0"/>
                                          </p:stCondLst>
                                        </p:cTn>
                                        <p:tgtEl>
                                          <p:spTgt spid="59"/>
                                        </p:tgtEl>
                                        <p:attrNameLst>
                                          <p:attrName>style.visibility</p:attrName>
                                        </p:attrNameLst>
                                      </p:cBhvr>
                                      <p:to>
                                        <p:strVal val="visible"/>
                                      </p:to>
                                    </p:set>
                                    <p:anim calcmode="lin" valueType="num">
                                      <p:cBhvr>
                                        <p:cTn id="63" dur="500" fill="hold"/>
                                        <p:tgtEl>
                                          <p:spTgt spid="59"/>
                                        </p:tgtEl>
                                        <p:attrNameLst>
                                          <p:attrName>ppt_w</p:attrName>
                                        </p:attrNameLst>
                                      </p:cBhvr>
                                      <p:tavLst>
                                        <p:tav tm="0">
                                          <p:val>
                                            <p:fltVal val="0"/>
                                          </p:val>
                                        </p:tav>
                                        <p:tav tm="100000">
                                          <p:val>
                                            <p:strVal val="#ppt_w"/>
                                          </p:val>
                                        </p:tav>
                                      </p:tavLst>
                                    </p:anim>
                                    <p:anim calcmode="lin" valueType="num">
                                      <p:cBhvr>
                                        <p:cTn id="64" dur="500" fill="hold"/>
                                        <p:tgtEl>
                                          <p:spTgt spid="59"/>
                                        </p:tgtEl>
                                        <p:attrNameLst>
                                          <p:attrName>ppt_h</p:attrName>
                                        </p:attrNameLst>
                                      </p:cBhvr>
                                      <p:tavLst>
                                        <p:tav tm="0">
                                          <p:val>
                                            <p:fltVal val="0"/>
                                          </p:val>
                                        </p:tav>
                                        <p:tav tm="100000">
                                          <p:val>
                                            <p:strVal val="#ppt_h"/>
                                          </p:val>
                                        </p:tav>
                                      </p:tavLst>
                                    </p:anim>
                                    <p:animEffect transition="in" filter="fade">
                                      <p:cBhvr>
                                        <p:cTn id="65" dur="500"/>
                                        <p:tgtEl>
                                          <p:spTgt spid="59"/>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6"/>
                                        </p:tgtEl>
                                        <p:attrNameLst>
                                          <p:attrName>style.visibility</p:attrName>
                                        </p:attrNameLst>
                                      </p:cBhvr>
                                      <p:to>
                                        <p:strVal val="visible"/>
                                      </p:to>
                                    </p:set>
                                    <p:anim calcmode="lin" valueType="num">
                                      <p:cBhvr>
                                        <p:cTn id="69" dur="500" fill="hold"/>
                                        <p:tgtEl>
                                          <p:spTgt spid="6"/>
                                        </p:tgtEl>
                                        <p:attrNameLst>
                                          <p:attrName>ppt_w</p:attrName>
                                        </p:attrNameLst>
                                      </p:cBhvr>
                                      <p:tavLst>
                                        <p:tav tm="0">
                                          <p:val>
                                            <p:fltVal val="0"/>
                                          </p:val>
                                        </p:tav>
                                        <p:tav tm="100000">
                                          <p:val>
                                            <p:strVal val="#ppt_w"/>
                                          </p:val>
                                        </p:tav>
                                      </p:tavLst>
                                    </p:anim>
                                    <p:anim calcmode="lin" valueType="num">
                                      <p:cBhvr>
                                        <p:cTn id="70" dur="500" fill="hold"/>
                                        <p:tgtEl>
                                          <p:spTgt spid="6"/>
                                        </p:tgtEl>
                                        <p:attrNameLst>
                                          <p:attrName>ppt_h</p:attrName>
                                        </p:attrNameLst>
                                      </p:cBhvr>
                                      <p:tavLst>
                                        <p:tav tm="0">
                                          <p:val>
                                            <p:fltVal val="0"/>
                                          </p:val>
                                        </p:tav>
                                        <p:tav tm="100000">
                                          <p:val>
                                            <p:strVal val="#ppt_h"/>
                                          </p:val>
                                        </p:tav>
                                      </p:tavLst>
                                    </p:anim>
                                    <p:animEffect transition="in" filter="fade">
                                      <p:cBhvr>
                                        <p:cTn id="71" dur="500"/>
                                        <p:tgtEl>
                                          <p:spTgt spid="6"/>
                                        </p:tgtEl>
                                      </p:cBhvr>
                                    </p:animEffect>
                                  </p:childTnLst>
                                </p:cTn>
                              </p:par>
                            </p:childTnLst>
                          </p:cTn>
                        </p:par>
                        <p:par>
                          <p:cTn id="72" fill="hold">
                            <p:stCondLst>
                              <p:cond delay="6500"/>
                            </p:stCondLst>
                            <p:childTnLst>
                              <p:par>
                                <p:cTn id="73" presetID="12" presetClass="entr" presetSubtype="1" fill="hold" nodeType="after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additive="base">
                                        <p:cTn id="75" dur="500"/>
                                        <p:tgtEl>
                                          <p:spTgt spid="7"/>
                                        </p:tgtEl>
                                        <p:attrNameLst>
                                          <p:attrName>ppt_y</p:attrName>
                                        </p:attrNameLst>
                                      </p:cBhvr>
                                      <p:tavLst>
                                        <p:tav tm="0">
                                          <p:val>
                                            <p:strVal val="#ppt_y-#ppt_h*1.125000"/>
                                          </p:val>
                                        </p:tav>
                                        <p:tav tm="100000">
                                          <p:val>
                                            <p:strVal val="#ppt_y"/>
                                          </p:val>
                                        </p:tav>
                                      </p:tavLst>
                                    </p:anim>
                                    <p:animEffect transition="in" filter="wipe(down)">
                                      <p:cBhvr>
                                        <p:cTn id="76" dur="500"/>
                                        <p:tgtEl>
                                          <p:spTgt spid="7"/>
                                        </p:tgtEl>
                                      </p:cBhvr>
                                    </p:animEffect>
                                  </p:childTnLst>
                                </p:cTn>
                              </p:par>
                            </p:childTnLst>
                          </p:cTn>
                        </p:par>
                        <p:par>
                          <p:cTn id="77" fill="hold">
                            <p:stCondLst>
                              <p:cond delay="7000"/>
                            </p:stCondLst>
                            <p:childTnLst>
                              <p:par>
                                <p:cTn id="78" presetID="10" presetClass="entr" presetSubtype="0" fill="hold" grpId="0" nodeType="afterEffect">
                                  <p:stCondLst>
                                    <p:cond delay="0"/>
                                  </p:stCondLst>
                                  <p:childTnLst>
                                    <p:set>
                                      <p:cBhvr>
                                        <p:cTn id="79" dur="1" fill="hold">
                                          <p:stCondLst>
                                            <p:cond delay="0"/>
                                          </p:stCondLst>
                                        </p:cTn>
                                        <p:tgtEl>
                                          <p:spTgt spid="70"/>
                                        </p:tgtEl>
                                        <p:attrNameLst>
                                          <p:attrName>style.visibility</p:attrName>
                                        </p:attrNameLst>
                                      </p:cBhvr>
                                      <p:to>
                                        <p:strVal val="visible"/>
                                      </p:to>
                                    </p:set>
                                    <p:animEffect transition="in" filter="fade">
                                      <p:cBhvr>
                                        <p:cTn id="80" dur="500"/>
                                        <p:tgtEl>
                                          <p:spTgt spid="70"/>
                                        </p:tgtEl>
                                      </p:cBhvr>
                                    </p:animEffect>
                                  </p:childTnLst>
                                </p:cTn>
                              </p:par>
                            </p:childTnLst>
                          </p:cTn>
                        </p:par>
                        <p:par>
                          <p:cTn id="81" fill="hold">
                            <p:stCondLst>
                              <p:cond delay="7500"/>
                            </p:stCondLst>
                            <p:childTnLst>
                              <p:par>
                                <p:cTn id="82" presetID="18" presetClass="entr" presetSubtype="12" fill="hold" grpId="0" nodeType="afterEffect">
                                  <p:stCondLst>
                                    <p:cond delay="0"/>
                                  </p:stCondLst>
                                  <p:childTnLst>
                                    <p:set>
                                      <p:cBhvr>
                                        <p:cTn id="83" dur="1" fill="hold">
                                          <p:stCondLst>
                                            <p:cond delay="0"/>
                                          </p:stCondLst>
                                        </p:cTn>
                                        <p:tgtEl>
                                          <p:spTgt spid="38"/>
                                        </p:tgtEl>
                                        <p:attrNameLst>
                                          <p:attrName>style.visibility</p:attrName>
                                        </p:attrNameLst>
                                      </p:cBhvr>
                                      <p:to>
                                        <p:strVal val="visible"/>
                                      </p:to>
                                    </p:set>
                                    <p:animEffect transition="in" filter="strips(downLeft)">
                                      <p:cBhvr>
                                        <p:cTn id="84" dur="500"/>
                                        <p:tgtEl>
                                          <p:spTgt spid="38"/>
                                        </p:tgtEl>
                                      </p:cBhvr>
                                    </p:animEffect>
                                  </p:childTnLst>
                                </p:cTn>
                              </p:par>
                            </p:childTnLst>
                          </p:cTn>
                        </p:par>
                        <p:par>
                          <p:cTn id="85" fill="hold">
                            <p:stCondLst>
                              <p:cond delay="8000"/>
                            </p:stCondLst>
                            <p:childTnLst>
                              <p:par>
                                <p:cTn id="86" presetID="53" presetClass="entr" presetSubtype="16" fill="hold" grpId="0" nodeType="afterEffect">
                                  <p:stCondLst>
                                    <p:cond delay="0"/>
                                  </p:stCondLst>
                                  <p:childTnLst>
                                    <p:set>
                                      <p:cBhvr>
                                        <p:cTn id="87" dur="1" fill="hold">
                                          <p:stCondLst>
                                            <p:cond delay="0"/>
                                          </p:stCondLst>
                                        </p:cTn>
                                        <p:tgtEl>
                                          <p:spTgt spid="60"/>
                                        </p:tgtEl>
                                        <p:attrNameLst>
                                          <p:attrName>style.visibility</p:attrName>
                                        </p:attrNameLst>
                                      </p:cBhvr>
                                      <p:to>
                                        <p:strVal val="visible"/>
                                      </p:to>
                                    </p:set>
                                    <p:anim calcmode="lin" valueType="num">
                                      <p:cBhvr>
                                        <p:cTn id="88" dur="500" fill="hold"/>
                                        <p:tgtEl>
                                          <p:spTgt spid="60"/>
                                        </p:tgtEl>
                                        <p:attrNameLst>
                                          <p:attrName>ppt_w</p:attrName>
                                        </p:attrNameLst>
                                      </p:cBhvr>
                                      <p:tavLst>
                                        <p:tav tm="0">
                                          <p:val>
                                            <p:fltVal val="0"/>
                                          </p:val>
                                        </p:tav>
                                        <p:tav tm="100000">
                                          <p:val>
                                            <p:strVal val="#ppt_w"/>
                                          </p:val>
                                        </p:tav>
                                      </p:tavLst>
                                    </p:anim>
                                    <p:anim calcmode="lin" valueType="num">
                                      <p:cBhvr>
                                        <p:cTn id="89" dur="500" fill="hold"/>
                                        <p:tgtEl>
                                          <p:spTgt spid="60"/>
                                        </p:tgtEl>
                                        <p:attrNameLst>
                                          <p:attrName>ppt_h</p:attrName>
                                        </p:attrNameLst>
                                      </p:cBhvr>
                                      <p:tavLst>
                                        <p:tav tm="0">
                                          <p:val>
                                            <p:fltVal val="0"/>
                                          </p:val>
                                        </p:tav>
                                        <p:tav tm="100000">
                                          <p:val>
                                            <p:strVal val="#ppt_h"/>
                                          </p:val>
                                        </p:tav>
                                      </p:tavLst>
                                    </p:anim>
                                    <p:animEffect transition="in" filter="fade">
                                      <p:cBhvr>
                                        <p:cTn id="90" dur="500"/>
                                        <p:tgtEl>
                                          <p:spTgt spid="60"/>
                                        </p:tgtEl>
                                      </p:cBhvr>
                                    </p:animEffect>
                                  </p:childTnLst>
                                </p:cTn>
                              </p:par>
                            </p:childTnLst>
                          </p:cTn>
                        </p:par>
                        <p:par>
                          <p:cTn id="91" fill="hold">
                            <p:stCondLst>
                              <p:cond delay="8500"/>
                            </p:stCondLst>
                            <p:childTnLst>
                              <p:par>
                                <p:cTn id="92" presetID="53" presetClass="entr" presetSubtype="16" fill="hold" nodeType="after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p:cTn id="94" dur="500" fill="hold"/>
                                        <p:tgtEl>
                                          <p:spTgt spid="13"/>
                                        </p:tgtEl>
                                        <p:attrNameLst>
                                          <p:attrName>ppt_w</p:attrName>
                                        </p:attrNameLst>
                                      </p:cBhvr>
                                      <p:tavLst>
                                        <p:tav tm="0">
                                          <p:val>
                                            <p:fltVal val="0"/>
                                          </p:val>
                                        </p:tav>
                                        <p:tav tm="100000">
                                          <p:val>
                                            <p:strVal val="#ppt_w"/>
                                          </p:val>
                                        </p:tav>
                                      </p:tavLst>
                                    </p:anim>
                                    <p:anim calcmode="lin" valueType="num">
                                      <p:cBhvr>
                                        <p:cTn id="95" dur="500" fill="hold"/>
                                        <p:tgtEl>
                                          <p:spTgt spid="13"/>
                                        </p:tgtEl>
                                        <p:attrNameLst>
                                          <p:attrName>ppt_h</p:attrName>
                                        </p:attrNameLst>
                                      </p:cBhvr>
                                      <p:tavLst>
                                        <p:tav tm="0">
                                          <p:val>
                                            <p:fltVal val="0"/>
                                          </p:val>
                                        </p:tav>
                                        <p:tav tm="100000">
                                          <p:val>
                                            <p:strVal val="#ppt_h"/>
                                          </p:val>
                                        </p:tav>
                                      </p:tavLst>
                                    </p:anim>
                                    <p:animEffect transition="in" filter="fade">
                                      <p:cBhvr>
                                        <p:cTn id="96" dur="500"/>
                                        <p:tgtEl>
                                          <p:spTgt spid="13"/>
                                        </p:tgtEl>
                                      </p:cBhvr>
                                    </p:animEffect>
                                  </p:childTnLst>
                                </p:cTn>
                              </p:par>
                            </p:childTnLst>
                          </p:cTn>
                        </p:par>
                        <p:par>
                          <p:cTn id="97" fill="hold">
                            <p:stCondLst>
                              <p:cond delay="9000"/>
                            </p:stCondLst>
                            <p:childTnLst>
                              <p:par>
                                <p:cTn id="98" presetID="12" presetClass="entr" presetSubtype="1" fill="hold" nodeType="afterEffect">
                                  <p:stCondLst>
                                    <p:cond delay="0"/>
                                  </p:stCondLst>
                                  <p:childTnLst>
                                    <p:set>
                                      <p:cBhvr>
                                        <p:cTn id="99" dur="1" fill="hold">
                                          <p:stCondLst>
                                            <p:cond delay="0"/>
                                          </p:stCondLst>
                                        </p:cTn>
                                        <p:tgtEl>
                                          <p:spTgt spid="14"/>
                                        </p:tgtEl>
                                        <p:attrNameLst>
                                          <p:attrName>style.visibility</p:attrName>
                                        </p:attrNameLst>
                                      </p:cBhvr>
                                      <p:to>
                                        <p:strVal val="visible"/>
                                      </p:to>
                                    </p:set>
                                    <p:anim calcmode="lin" valueType="num">
                                      <p:cBhvr additive="base">
                                        <p:cTn id="100" dur="500"/>
                                        <p:tgtEl>
                                          <p:spTgt spid="14"/>
                                        </p:tgtEl>
                                        <p:attrNameLst>
                                          <p:attrName>ppt_y</p:attrName>
                                        </p:attrNameLst>
                                      </p:cBhvr>
                                      <p:tavLst>
                                        <p:tav tm="0">
                                          <p:val>
                                            <p:strVal val="#ppt_y-#ppt_h*1.125000"/>
                                          </p:val>
                                        </p:tav>
                                        <p:tav tm="100000">
                                          <p:val>
                                            <p:strVal val="#ppt_y"/>
                                          </p:val>
                                        </p:tav>
                                      </p:tavLst>
                                    </p:anim>
                                    <p:animEffect transition="in" filter="wipe(down)">
                                      <p:cBhvr>
                                        <p:cTn id="101" dur="500"/>
                                        <p:tgtEl>
                                          <p:spTgt spid="14"/>
                                        </p:tgtEl>
                                      </p:cBhvr>
                                    </p:animEffect>
                                  </p:childTnLst>
                                </p:cTn>
                              </p:par>
                            </p:childTnLst>
                          </p:cTn>
                        </p:par>
                        <p:par>
                          <p:cTn id="102" fill="hold">
                            <p:stCondLst>
                              <p:cond delay="9500"/>
                            </p:stCondLst>
                            <p:childTnLst>
                              <p:par>
                                <p:cTn id="103" presetID="10" presetClass="entr" presetSubtype="0" fill="hold" grpId="0" nodeType="afterEffect">
                                  <p:stCondLst>
                                    <p:cond delay="0"/>
                                  </p:stCondLst>
                                  <p:childTnLst>
                                    <p:set>
                                      <p:cBhvr>
                                        <p:cTn id="104" dur="1" fill="hold">
                                          <p:stCondLst>
                                            <p:cond delay="0"/>
                                          </p:stCondLst>
                                        </p:cTn>
                                        <p:tgtEl>
                                          <p:spTgt spid="83"/>
                                        </p:tgtEl>
                                        <p:attrNameLst>
                                          <p:attrName>style.visibility</p:attrName>
                                        </p:attrNameLst>
                                      </p:cBhvr>
                                      <p:to>
                                        <p:strVal val="visible"/>
                                      </p:to>
                                    </p:set>
                                    <p:animEffect transition="in" filter="fade">
                                      <p:cBhvr>
                                        <p:cTn id="105" dur="500"/>
                                        <p:tgtEl>
                                          <p:spTgt spid="83"/>
                                        </p:tgtEl>
                                      </p:cBhvr>
                                    </p:animEffect>
                                  </p:childTnLst>
                                </p:cTn>
                              </p:par>
                            </p:childTnLst>
                          </p:cTn>
                        </p:par>
                        <p:par>
                          <p:cTn id="106" fill="hold">
                            <p:stCondLst>
                              <p:cond delay="10000"/>
                            </p:stCondLst>
                            <p:childTnLst>
                              <p:par>
                                <p:cTn id="107" presetID="18" presetClass="entr" presetSubtype="9" fill="hold" grpId="0" nodeType="afterEffect">
                                  <p:stCondLst>
                                    <p:cond delay="0"/>
                                  </p:stCondLst>
                                  <p:childTnLst>
                                    <p:set>
                                      <p:cBhvr>
                                        <p:cTn id="108" dur="1" fill="hold">
                                          <p:stCondLst>
                                            <p:cond delay="0"/>
                                          </p:stCondLst>
                                        </p:cTn>
                                        <p:tgtEl>
                                          <p:spTgt spid="37"/>
                                        </p:tgtEl>
                                        <p:attrNameLst>
                                          <p:attrName>style.visibility</p:attrName>
                                        </p:attrNameLst>
                                      </p:cBhvr>
                                      <p:to>
                                        <p:strVal val="visible"/>
                                      </p:to>
                                    </p:set>
                                    <p:animEffect transition="in" filter="strips(upLeft)">
                                      <p:cBhvr>
                                        <p:cTn id="109" dur="500"/>
                                        <p:tgtEl>
                                          <p:spTgt spid="37"/>
                                        </p:tgtEl>
                                      </p:cBhvr>
                                    </p:animEffect>
                                  </p:childTnLst>
                                </p:cTn>
                              </p:par>
                            </p:childTnLst>
                          </p:cTn>
                        </p:par>
                        <p:par>
                          <p:cTn id="110" fill="hold">
                            <p:stCondLst>
                              <p:cond delay="10500"/>
                            </p:stCondLst>
                            <p:childTnLst>
                              <p:par>
                                <p:cTn id="111" presetID="53" presetClass="entr" presetSubtype="16"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64" grpId="0"/>
      <p:bldP spid="37" grpId="0" animBg="1"/>
      <p:bldP spid="38" grpId="0" animBg="1"/>
      <p:bldP spid="39" grpId="0" animBg="1"/>
      <p:bldP spid="40" grpId="0" animBg="1"/>
      <p:bldP spid="57" grpId="0"/>
      <p:bldP spid="58" grpId="0"/>
      <p:bldP spid="59" grpId="0"/>
      <p:bldP spid="60" grpId="0"/>
      <p:bldP spid="76" grpId="0"/>
      <p:bldP spid="83" grpId="0"/>
      <p:bldP spid="42"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Integrated Steps Infographic</a:t>
            </a:r>
            <a:endParaRPr lang="en-US" dirty="0"/>
          </a:p>
        </p:txBody>
      </p:sp>
      <p:sp>
        <p:nvSpPr>
          <p:cNvPr id="3" name="Text Placeholder 2"/>
          <p:cNvSpPr>
            <a:spLocks noGrp="1"/>
          </p:cNvSpPr>
          <p:nvPr>
            <p:ph type="body" sz="half" idx="2"/>
          </p:nvPr>
        </p:nvSpPr>
        <p:spPr/>
        <p:txBody>
          <a:bodyPr/>
          <a:lstStyle/>
          <a:p>
            <a:r>
              <a:rPr lang="en-US"/>
              <a:t>Integrated Steps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66</a:t>
            </a:fld>
            <a:endParaRPr lang="en-US" dirty="0"/>
          </a:p>
        </p:txBody>
      </p:sp>
      <p:sp>
        <p:nvSpPr>
          <p:cNvPr id="26" name="Freeform 25"/>
          <p:cNvSpPr/>
          <p:nvPr/>
        </p:nvSpPr>
        <p:spPr>
          <a:xfrm>
            <a:off x="5052499" y="569105"/>
            <a:ext cx="1006078" cy="1006078"/>
          </a:xfrm>
          <a:custGeom>
            <a:avLst/>
            <a:gdLst>
              <a:gd name="connsiteX0" fmla="*/ 0 w 1006078"/>
              <a:gd name="connsiteY0" fmla="*/ 0 h 1006078"/>
              <a:gd name="connsiteX1" fmla="*/ 1006078 w 1006078"/>
              <a:gd name="connsiteY1" fmla="*/ 0 h 1006078"/>
              <a:gd name="connsiteX2" fmla="*/ 1006078 w 1006078"/>
              <a:gd name="connsiteY2" fmla="*/ 1006078 h 1006078"/>
              <a:gd name="connsiteX3" fmla="*/ 0 w 1006078"/>
              <a:gd name="connsiteY3" fmla="*/ 1006078 h 1006078"/>
              <a:gd name="connsiteX4" fmla="*/ 0 w 1006078"/>
              <a:gd name="connsiteY4" fmla="*/ 0 h 100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78" h="1006078">
                <a:moveTo>
                  <a:pt x="0" y="0"/>
                </a:moveTo>
                <a:lnTo>
                  <a:pt x="1006078" y="0"/>
                </a:lnTo>
                <a:lnTo>
                  <a:pt x="1006078" y="1006078"/>
                </a:lnTo>
                <a:lnTo>
                  <a:pt x="0" y="100607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8100" tIns="38100" rIns="38100" bIns="38100"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34" name="Freeform 33"/>
          <p:cNvSpPr/>
          <p:nvPr/>
        </p:nvSpPr>
        <p:spPr>
          <a:xfrm>
            <a:off x="3085422" y="569105"/>
            <a:ext cx="1006078" cy="1006078"/>
          </a:xfrm>
          <a:custGeom>
            <a:avLst/>
            <a:gdLst>
              <a:gd name="connsiteX0" fmla="*/ 0 w 1006078"/>
              <a:gd name="connsiteY0" fmla="*/ 0 h 1006078"/>
              <a:gd name="connsiteX1" fmla="*/ 1006078 w 1006078"/>
              <a:gd name="connsiteY1" fmla="*/ 0 h 1006078"/>
              <a:gd name="connsiteX2" fmla="*/ 1006078 w 1006078"/>
              <a:gd name="connsiteY2" fmla="*/ 1006078 h 1006078"/>
              <a:gd name="connsiteX3" fmla="*/ 0 w 1006078"/>
              <a:gd name="connsiteY3" fmla="*/ 1006078 h 1006078"/>
              <a:gd name="connsiteX4" fmla="*/ 0 w 1006078"/>
              <a:gd name="connsiteY4" fmla="*/ 0 h 100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78" h="1006078">
                <a:moveTo>
                  <a:pt x="0" y="0"/>
                </a:moveTo>
                <a:lnTo>
                  <a:pt x="1006078" y="0"/>
                </a:lnTo>
                <a:lnTo>
                  <a:pt x="1006078" y="1006078"/>
                </a:lnTo>
                <a:lnTo>
                  <a:pt x="0" y="100607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8100" tIns="38100" rIns="38100" bIns="38100"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70" name="Rounded Rectangle 69"/>
          <p:cNvSpPr/>
          <p:nvPr/>
        </p:nvSpPr>
        <p:spPr>
          <a:xfrm rot="18900000">
            <a:off x="2976498" y="1488502"/>
            <a:ext cx="2836000" cy="2836000"/>
          </a:xfrm>
          <a:prstGeom prst="roundRect">
            <a:avLst>
              <a:gd name="adj" fmla="val 2125"/>
            </a:avLst>
          </a:prstGeom>
          <a:solidFill>
            <a:srgbClr val="E8E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50"/>
          <p:cNvGrpSpPr/>
          <p:nvPr/>
        </p:nvGrpSpPr>
        <p:grpSpPr>
          <a:xfrm>
            <a:off x="2728576" y="1372052"/>
            <a:ext cx="1499087" cy="1480274"/>
            <a:chOff x="2901397" y="1304396"/>
            <a:chExt cx="1823780" cy="1800892"/>
          </a:xfrm>
        </p:grpSpPr>
        <p:sp>
          <p:nvSpPr>
            <p:cNvPr id="48" name="Rounded Rectangle 47"/>
            <p:cNvSpPr/>
            <p:nvPr/>
          </p:nvSpPr>
          <p:spPr>
            <a:xfrm>
              <a:off x="2901397" y="1377078"/>
              <a:ext cx="1823780" cy="1728210"/>
            </a:xfrm>
            <a:prstGeom prst="roundRect">
              <a:avLst>
                <a:gd name="adj" fmla="val 8669"/>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ounded Rectangle 44"/>
            <p:cNvSpPr/>
            <p:nvPr/>
          </p:nvSpPr>
          <p:spPr>
            <a:xfrm>
              <a:off x="2901397" y="1304396"/>
              <a:ext cx="1823780" cy="1728210"/>
            </a:xfrm>
            <a:prstGeom prst="roundRect">
              <a:avLst>
                <a:gd name="adj" fmla="val 866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53"/>
          <p:cNvGrpSpPr/>
          <p:nvPr/>
        </p:nvGrpSpPr>
        <p:grpSpPr>
          <a:xfrm>
            <a:off x="4446558" y="1372052"/>
            <a:ext cx="1499087" cy="1480274"/>
            <a:chOff x="2901397" y="1304396"/>
            <a:chExt cx="1823780" cy="1800892"/>
          </a:xfrm>
        </p:grpSpPr>
        <p:sp>
          <p:nvSpPr>
            <p:cNvPr id="61" name="Rounded Rectangle 60"/>
            <p:cNvSpPr/>
            <p:nvPr/>
          </p:nvSpPr>
          <p:spPr>
            <a:xfrm>
              <a:off x="2901397" y="1377078"/>
              <a:ext cx="1823780" cy="1728210"/>
            </a:xfrm>
            <a:prstGeom prst="roundRect">
              <a:avLst>
                <a:gd name="adj" fmla="val 8669"/>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ounded Rectangle 61"/>
            <p:cNvSpPr/>
            <p:nvPr/>
          </p:nvSpPr>
          <p:spPr>
            <a:xfrm>
              <a:off x="2901397" y="1304396"/>
              <a:ext cx="1823780" cy="1728210"/>
            </a:xfrm>
            <a:prstGeom prst="roundRect">
              <a:avLst>
                <a:gd name="adj" fmla="val 866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2"/>
          <p:cNvGrpSpPr/>
          <p:nvPr/>
        </p:nvGrpSpPr>
        <p:grpSpPr>
          <a:xfrm>
            <a:off x="4446558" y="2942823"/>
            <a:ext cx="1499087" cy="1480274"/>
            <a:chOff x="2901397" y="1304396"/>
            <a:chExt cx="1823780" cy="1800892"/>
          </a:xfrm>
        </p:grpSpPr>
        <p:sp>
          <p:nvSpPr>
            <p:cNvPr id="64" name="Rounded Rectangle 63"/>
            <p:cNvSpPr/>
            <p:nvPr/>
          </p:nvSpPr>
          <p:spPr>
            <a:xfrm>
              <a:off x="2901397" y="1377078"/>
              <a:ext cx="1823780" cy="1728210"/>
            </a:xfrm>
            <a:prstGeom prst="roundRect">
              <a:avLst>
                <a:gd name="adj" fmla="val 866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ounded Rectangle 64"/>
            <p:cNvSpPr/>
            <p:nvPr/>
          </p:nvSpPr>
          <p:spPr>
            <a:xfrm>
              <a:off x="2901397" y="1304396"/>
              <a:ext cx="1823780" cy="1728210"/>
            </a:xfrm>
            <a:prstGeom prst="roundRect">
              <a:avLst>
                <a:gd name="adj" fmla="val 866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65"/>
          <p:cNvGrpSpPr/>
          <p:nvPr/>
        </p:nvGrpSpPr>
        <p:grpSpPr>
          <a:xfrm>
            <a:off x="2728576" y="2942823"/>
            <a:ext cx="1499087" cy="1480274"/>
            <a:chOff x="2901397" y="1304396"/>
            <a:chExt cx="1823780" cy="1800892"/>
          </a:xfrm>
        </p:grpSpPr>
        <p:sp>
          <p:nvSpPr>
            <p:cNvPr id="67" name="Rounded Rectangle 66"/>
            <p:cNvSpPr/>
            <p:nvPr/>
          </p:nvSpPr>
          <p:spPr>
            <a:xfrm>
              <a:off x="2901397" y="1377078"/>
              <a:ext cx="1823780" cy="1728210"/>
            </a:xfrm>
            <a:prstGeom prst="roundRect">
              <a:avLst>
                <a:gd name="adj" fmla="val 866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Rounded Rectangle 67"/>
            <p:cNvSpPr/>
            <p:nvPr/>
          </p:nvSpPr>
          <p:spPr>
            <a:xfrm>
              <a:off x="2901397" y="1304396"/>
              <a:ext cx="1823780" cy="1728210"/>
            </a:xfrm>
            <a:prstGeom prst="roundRect">
              <a:avLst>
                <a:gd name="adj" fmla="val 866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58"/>
          <p:cNvGrpSpPr/>
          <p:nvPr/>
        </p:nvGrpSpPr>
        <p:grpSpPr>
          <a:xfrm>
            <a:off x="6058577" y="1692486"/>
            <a:ext cx="2276195" cy="680893"/>
            <a:chOff x="7174424" y="1381167"/>
            <a:chExt cx="2276195" cy="680893"/>
          </a:xfrm>
        </p:grpSpPr>
        <p:sp>
          <p:nvSpPr>
            <p:cNvPr id="73" name="TextBox 72"/>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4" name="Rectangle 73"/>
            <p:cNvSpPr/>
            <p:nvPr/>
          </p:nvSpPr>
          <p:spPr>
            <a:xfrm>
              <a:off x="7174424" y="1381167"/>
              <a:ext cx="1032334" cy="184666"/>
            </a:xfrm>
            <a:prstGeom prst="rect">
              <a:avLst/>
            </a:prstGeom>
          </p:spPr>
          <p:txBody>
            <a:bodyPr wrap="none" lIns="0" tIns="0" rIns="0" bIns="0">
              <a:spAutoFit/>
            </a:bodyPr>
            <a:lstStyle/>
            <a:p>
              <a:r>
                <a:rPr lang="en-US" sz="1200" b="1" dirty="0">
                  <a:solidFill>
                    <a:schemeClr val="accent2"/>
                  </a:solidFill>
                </a:rPr>
                <a:t>Keyword Here</a:t>
              </a:r>
            </a:p>
          </p:txBody>
        </p:sp>
      </p:grpSp>
      <p:grpSp>
        <p:nvGrpSpPr>
          <p:cNvPr id="10" name="Group 56"/>
          <p:cNvGrpSpPr/>
          <p:nvPr/>
        </p:nvGrpSpPr>
        <p:grpSpPr>
          <a:xfrm>
            <a:off x="279559" y="1699877"/>
            <a:ext cx="2276196" cy="666111"/>
            <a:chOff x="-296510" y="1406858"/>
            <a:chExt cx="2276196" cy="666111"/>
          </a:xfrm>
        </p:grpSpPr>
        <p:sp>
          <p:nvSpPr>
            <p:cNvPr id="76" name="TextBox 75"/>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7" name="Rectangle 76"/>
            <p:cNvSpPr/>
            <p:nvPr/>
          </p:nvSpPr>
          <p:spPr>
            <a:xfrm>
              <a:off x="947351" y="1406858"/>
              <a:ext cx="1032334" cy="184666"/>
            </a:xfrm>
            <a:prstGeom prst="rect">
              <a:avLst/>
            </a:prstGeom>
          </p:spPr>
          <p:txBody>
            <a:bodyPr wrap="none" lIns="0" tIns="0" rIns="0" bIns="0">
              <a:spAutoFit/>
            </a:bodyPr>
            <a:lstStyle/>
            <a:p>
              <a:pPr algn="r"/>
              <a:r>
                <a:rPr lang="en-US" sz="1200" b="1" dirty="0">
                  <a:solidFill>
                    <a:schemeClr val="accent1"/>
                  </a:solidFill>
                </a:rPr>
                <a:t>Keyword Here</a:t>
              </a:r>
            </a:p>
          </p:txBody>
        </p:sp>
      </p:grpSp>
      <p:grpSp>
        <p:nvGrpSpPr>
          <p:cNvPr id="11" name="Group 56"/>
          <p:cNvGrpSpPr/>
          <p:nvPr/>
        </p:nvGrpSpPr>
        <p:grpSpPr>
          <a:xfrm>
            <a:off x="309082" y="3456937"/>
            <a:ext cx="2276196" cy="652318"/>
            <a:chOff x="-296510" y="1420651"/>
            <a:chExt cx="2276196" cy="652318"/>
          </a:xfrm>
        </p:grpSpPr>
        <p:sp>
          <p:nvSpPr>
            <p:cNvPr id="79" name="TextBox 78"/>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0" name="Rectangle 79"/>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3"/>
                  </a:solidFill>
                </a:rPr>
                <a:t>Keyword Here</a:t>
              </a:r>
            </a:p>
          </p:txBody>
        </p:sp>
      </p:grpSp>
      <p:grpSp>
        <p:nvGrpSpPr>
          <p:cNvPr id="12" name="Group 59"/>
          <p:cNvGrpSpPr/>
          <p:nvPr/>
        </p:nvGrpSpPr>
        <p:grpSpPr>
          <a:xfrm>
            <a:off x="6155474" y="3447412"/>
            <a:ext cx="2276195" cy="671368"/>
            <a:chOff x="7154104" y="3244276"/>
            <a:chExt cx="2276195" cy="671368"/>
          </a:xfrm>
        </p:grpSpPr>
        <p:sp>
          <p:nvSpPr>
            <p:cNvPr id="82" name="TextBox 81"/>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3" name="Rectangle 82"/>
            <p:cNvSpPr/>
            <p:nvPr/>
          </p:nvSpPr>
          <p:spPr>
            <a:xfrm>
              <a:off x="7154104" y="3244276"/>
              <a:ext cx="1032334" cy="184666"/>
            </a:xfrm>
            <a:prstGeom prst="rect">
              <a:avLst/>
            </a:prstGeom>
          </p:spPr>
          <p:txBody>
            <a:bodyPr wrap="none" lIns="0" tIns="0" rIns="0" bIns="0">
              <a:spAutoFit/>
            </a:bodyPr>
            <a:lstStyle/>
            <a:p>
              <a:r>
                <a:rPr lang="en-US" sz="1200" b="1" dirty="0">
                  <a:solidFill>
                    <a:schemeClr val="accent4"/>
                  </a:solidFill>
                </a:rPr>
                <a:t>Keyword Here</a:t>
              </a:r>
            </a:p>
          </p:txBody>
        </p:sp>
      </p:grpSp>
      <p:sp>
        <p:nvSpPr>
          <p:cNvPr id="84" name="Freeform 52"/>
          <p:cNvSpPr>
            <a:spLocks noEditPoints="1"/>
          </p:cNvSpPr>
          <p:nvPr/>
        </p:nvSpPr>
        <p:spPr bwMode="auto">
          <a:xfrm>
            <a:off x="4986684" y="1546866"/>
            <a:ext cx="418835" cy="418835"/>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Group 58"/>
          <p:cNvGrpSpPr/>
          <p:nvPr/>
        </p:nvGrpSpPr>
        <p:grpSpPr>
          <a:xfrm>
            <a:off x="4592413" y="2003465"/>
            <a:ext cx="1196048" cy="638361"/>
            <a:chOff x="7363712" y="1423699"/>
            <a:chExt cx="1196048" cy="638361"/>
          </a:xfrm>
        </p:grpSpPr>
        <p:sp>
          <p:nvSpPr>
            <p:cNvPr id="86" name="TextBox 85"/>
            <p:cNvSpPr txBox="1"/>
            <p:nvPr/>
          </p:nvSpPr>
          <p:spPr>
            <a:xfrm>
              <a:off x="7363712" y="1600395"/>
              <a:ext cx="1196048"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 lorem ipsum</a:t>
              </a:r>
            </a:p>
          </p:txBody>
        </p:sp>
        <p:sp>
          <p:nvSpPr>
            <p:cNvPr id="87" name="Rectangle 86"/>
            <p:cNvSpPr/>
            <p:nvPr/>
          </p:nvSpPr>
          <p:spPr>
            <a:xfrm>
              <a:off x="7487247" y="1423699"/>
              <a:ext cx="948978" cy="169277"/>
            </a:xfrm>
            <a:prstGeom prst="rect">
              <a:avLst/>
            </a:prstGeom>
          </p:spPr>
          <p:txBody>
            <a:bodyPr wrap="none" lIns="0" tIns="0" rIns="0" bIns="0">
              <a:spAutoFit/>
            </a:bodyPr>
            <a:lstStyle/>
            <a:p>
              <a:pPr algn="ctr"/>
              <a:r>
                <a:rPr lang="en-US" sz="1100" b="1" dirty="0">
                  <a:solidFill>
                    <a:schemeClr val="bg1"/>
                  </a:solidFill>
                </a:rPr>
                <a:t>Keyword Here</a:t>
              </a:r>
            </a:p>
          </p:txBody>
        </p:sp>
      </p:grpSp>
      <p:grpSp>
        <p:nvGrpSpPr>
          <p:cNvPr id="14" name="Group 58"/>
          <p:cNvGrpSpPr/>
          <p:nvPr/>
        </p:nvGrpSpPr>
        <p:grpSpPr>
          <a:xfrm>
            <a:off x="2880095" y="2003465"/>
            <a:ext cx="1196048" cy="638361"/>
            <a:chOff x="7363712" y="1423699"/>
            <a:chExt cx="1196048" cy="638361"/>
          </a:xfrm>
        </p:grpSpPr>
        <p:sp>
          <p:nvSpPr>
            <p:cNvPr id="89" name="TextBox 88"/>
            <p:cNvSpPr txBox="1"/>
            <p:nvPr/>
          </p:nvSpPr>
          <p:spPr>
            <a:xfrm>
              <a:off x="7363712" y="1600395"/>
              <a:ext cx="1196048"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 lorem ipsum</a:t>
              </a:r>
            </a:p>
          </p:txBody>
        </p:sp>
        <p:sp>
          <p:nvSpPr>
            <p:cNvPr id="90" name="Rectangle 89"/>
            <p:cNvSpPr/>
            <p:nvPr/>
          </p:nvSpPr>
          <p:spPr>
            <a:xfrm>
              <a:off x="7487247" y="1423699"/>
              <a:ext cx="948978" cy="169277"/>
            </a:xfrm>
            <a:prstGeom prst="rect">
              <a:avLst/>
            </a:prstGeom>
          </p:spPr>
          <p:txBody>
            <a:bodyPr wrap="none" lIns="0" tIns="0" rIns="0" bIns="0">
              <a:spAutoFit/>
            </a:bodyPr>
            <a:lstStyle/>
            <a:p>
              <a:pPr algn="ctr"/>
              <a:r>
                <a:rPr lang="en-US" sz="1100" b="1" dirty="0">
                  <a:solidFill>
                    <a:schemeClr val="bg1"/>
                  </a:solidFill>
                </a:rPr>
                <a:t>Keyword Here</a:t>
              </a:r>
            </a:p>
          </p:txBody>
        </p:sp>
      </p:grpSp>
      <p:grpSp>
        <p:nvGrpSpPr>
          <p:cNvPr id="15" name="Group 58"/>
          <p:cNvGrpSpPr/>
          <p:nvPr/>
        </p:nvGrpSpPr>
        <p:grpSpPr>
          <a:xfrm>
            <a:off x="2880095" y="3546385"/>
            <a:ext cx="1196048" cy="638361"/>
            <a:chOff x="7363712" y="1423699"/>
            <a:chExt cx="1196048" cy="638361"/>
          </a:xfrm>
        </p:grpSpPr>
        <p:sp>
          <p:nvSpPr>
            <p:cNvPr id="92" name="TextBox 91"/>
            <p:cNvSpPr txBox="1"/>
            <p:nvPr/>
          </p:nvSpPr>
          <p:spPr>
            <a:xfrm>
              <a:off x="7363712" y="1600395"/>
              <a:ext cx="1196048"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 lorem ipsum</a:t>
              </a:r>
            </a:p>
          </p:txBody>
        </p:sp>
        <p:sp>
          <p:nvSpPr>
            <p:cNvPr id="93" name="Rectangle 92"/>
            <p:cNvSpPr/>
            <p:nvPr/>
          </p:nvSpPr>
          <p:spPr>
            <a:xfrm>
              <a:off x="7487247" y="1423699"/>
              <a:ext cx="948978" cy="169277"/>
            </a:xfrm>
            <a:prstGeom prst="rect">
              <a:avLst/>
            </a:prstGeom>
          </p:spPr>
          <p:txBody>
            <a:bodyPr wrap="none" lIns="0" tIns="0" rIns="0" bIns="0">
              <a:spAutoFit/>
            </a:bodyPr>
            <a:lstStyle/>
            <a:p>
              <a:pPr algn="ctr"/>
              <a:r>
                <a:rPr lang="en-US" sz="1100" b="1" dirty="0">
                  <a:solidFill>
                    <a:schemeClr val="bg1"/>
                  </a:solidFill>
                </a:rPr>
                <a:t>Keyword Here</a:t>
              </a:r>
            </a:p>
          </p:txBody>
        </p:sp>
      </p:grpSp>
      <p:grpSp>
        <p:nvGrpSpPr>
          <p:cNvPr id="16" name="Group 58"/>
          <p:cNvGrpSpPr/>
          <p:nvPr/>
        </p:nvGrpSpPr>
        <p:grpSpPr>
          <a:xfrm>
            <a:off x="4598077" y="3546385"/>
            <a:ext cx="1196048" cy="638361"/>
            <a:chOff x="7363712" y="1423699"/>
            <a:chExt cx="1196048" cy="638361"/>
          </a:xfrm>
        </p:grpSpPr>
        <p:sp>
          <p:nvSpPr>
            <p:cNvPr id="95" name="TextBox 94"/>
            <p:cNvSpPr txBox="1"/>
            <p:nvPr/>
          </p:nvSpPr>
          <p:spPr>
            <a:xfrm>
              <a:off x="7363712" y="1600395"/>
              <a:ext cx="1196048"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 lorem ipsum</a:t>
              </a:r>
            </a:p>
          </p:txBody>
        </p:sp>
        <p:sp>
          <p:nvSpPr>
            <p:cNvPr id="96" name="Rectangle 95"/>
            <p:cNvSpPr/>
            <p:nvPr/>
          </p:nvSpPr>
          <p:spPr>
            <a:xfrm>
              <a:off x="7487247" y="1423699"/>
              <a:ext cx="948978" cy="169277"/>
            </a:xfrm>
            <a:prstGeom prst="rect">
              <a:avLst/>
            </a:prstGeom>
          </p:spPr>
          <p:txBody>
            <a:bodyPr wrap="none" lIns="0" tIns="0" rIns="0" bIns="0">
              <a:spAutoFit/>
            </a:bodyPr>
            <a:lstStyle/>
            <a:p>
              <a:pPr algn="ctr"/>
              <a:r>
                <a:rPr lang="en-US" sz="1100" b="1" dirty="0">
                  <a:solidFill>
                    <a:schemeClr val="bg1"/>
                  </a:solidFill>
                </a:rPr>
                <a:t>Keyword Here</a:t>
              </a:r>
            </a:p>
          </p:txBody>
        </p:sp>
      </p:grpSp>
      <p:sp>
        <p:nvSpPr>
          <p:cNvPr id="97" name="Freeform 187"/>
          <p:cNvSpPr>
            <a:spLocks noEditPoints="1"/>
          </p:cNvSpPr>
          <p:nvPr/>
        </p:nvSpPr>
        <p:spPr bwMode="auto">
          <a:xfrm>
            <a:off x="3260500" y="1623046"/>
            <a:ext cx="435239" cy="281277"/>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51"/>
          <p:cNvSpPr>
            <a:spLocks noEditPoints="1"/>
          </p:cNvSpPr>
          <p:nvPr/>
        </p:nvSpPr>
        <p:spPr bwMode="auto">
          <a:xfrm>
            <a:off x="5035001" y="3037318"/>
            <a:ext cx="322200" cy="456144"/>
          </a:xfrm>
          <a:custGeom>
            <a:avLst/>
            <a:gdLst/>
            <a:ahLst/>
            <a:cxnLst>
              <a:cxn ang="0">
                <a:pos x="30" y="24"/>
              </a:cxn>
              <a:cxn ang="0">
                <a:pos x="30" y="54"/>
              </a:cxn>
              <a:cxn ang="0">
                <a:pos x="26" y="58"/>
              </a:cxn>
              <a:cxn ang="0">
                <a:pos x="22" y="54"/>
              </a:cxn>
              <a:cxn ang="0">
                <a:pos x="22" y="40"/>
              </a:cxn>
              <a:cxn ang="0">
                <a:pos x="19" y="40"/>
              </a:cxn>
              <a:cxn ang="0">
                <a:pos x="19" y="54"/>
              </a:cxn>
              <a:cxn ang="0">
                <a:pos x="15" y="58"/>
              </a:cxn>
              <a:cxn ang="0">
                <a:pos x="11" y="54"/>
              </a:cxn>
              <a:cxn ang="0">
                <a:pos x="11" y="24"/>
              </a:cxn>
              <a:cxn ang="0">
                <a:pos x="1" y="14"/>
              </a:cxn>
              <a:cxn ang="0">
                <a:pos x="1" y="9"/>
              </a:cxn>
              <a:cxn ang="0">
                <a:pos x="6" y="9"/>
              </a:cxn>
              <a:cxn ang="0">
                <a:pos x="14" y="17"/>
              </a:cxn>
              <a:cxn ang="0">
                <a:pos x="27" y="17"/>
              </a:cxn>
              <a:cxn ang="0">
                <a:pos x="35" y="9"/>
              </a:cxn>
              <a:cxn ang="0">
                <a:pos x="40" y="9"/>
              </a:cxn>
              <a:cxn ang="0">
                <a:pos x="40" y="14"/>
              </a:cxn>
              <a:cxn ang="0">
                <a:pos x="30" y="24"/>
              </a:cxn>
              <a:cxn ang="0">
                <a:pos x="21" y="16"/>
              </a:cxn>
              <a:cxn ang="0">
                <a:pos x="13" y="8"/>
              </a:cxn>
              <a:cxn ang="0">
                <a:pos x="21" y="0"/>
              </a:cxn>
              <a:cxn ang="0">
                <a:pos x="29" y="8"/>
              </a:cxn>
              <a:cxn ang="0">
                <a:pos x="21" y="16"/>
              </a:cxn>
            </a:cxnLst>
            <a:rect l="0" t="0" r="r" b="b"/>
            <a:pathLst>
              <a:path w="41" h="58">
                <a:moveTo>
                  <a:pt x="30" y="24"/>
                </a:moveTo>
                <a:cubicBezTo>
                  <a:pt x="30" y="54"/>
                  <a:pt x="30" y="54"/>
                  <a:pt x="30" y="54"/>
                </a:cubicBezTo>
                <a:cubicBezTo>
                  <a:pt x="30" y="56"/>
                  <a:pt x="28" y="58"/>
                  <a:pt x="26" y="58"/>
                </a:cubicBezTo>
                <a:cubicBezTo>
                  <a:pt x="24" y="58"/>
                  <a:pt x="22" y="56"/>
                  <a:pt x="22" y="54"/>
                </a:cubicBezTo>
                <a:cubicBezTo>
                  <a:pt x="22" y="40"/>
                  <a:pt x="22" y="40"/>
                  <a:pt x="22" y="40"/>
                </a:cubicBezTo>
                <a:cubicBezTo>
                  <a:pt x="19" y="40"/>
                  <a:pt x="19" y="40"/>
                  <a:pt x="19" y="40"/>
                </a:cubicBezTo>
                <a:cubicBezTo>
                  <a:pt x="19" y="54"/>
                  <a:pt x="19" y="54"/>
                  <a:pt x="19" y="54"/>
                </a:cubicBezTo>
                <a:cubicBezTo>
                  <a:pt x="19" y="56"/>
                  <a:pt x="18" y="58"/>
                  <a:pt x="15" y="58"/>
                </a:cubicBezTo>
                <a:cubicBezTo>
                  <a:pt x="13" y="58"/>
                  <a:pt x="11" y="56"/>
                  <a:pt x="11" y="54"/>
                </a:cubicBezTo>
                <a:cubicBezTo>
                  <a:pt x="11" y="24"/>
                  <a:pt x="11" y="24"/>
                  <a:pt x="11" y="24"/>
                </a:cubicBezTo>
                <a:cubicBezTo>
                  <a:pt x="1" y="14"/>
                  <a:pt x="1" y="14"/>
                  <a:pt x="1" y="14"/>
                </a:cubicBezTo>
                <a:cubicBezTo>
                  <a:pt x="0" y="13"/>
                  <a:pt x="0" y="10"/>
                  <a:pt x="1" y="9"/>
                </a:cubicBezTo>
                <a:cubicBezTo>
                  <a:pt x="2" y="8"/>
                  <a:pt x="5" y="8"/>
                  <a:pt x="6" y="9"/>
                </a:cubicBezTo>
                <a:cubicBezTo>
                  <a:pt x="14" y="17"/>
                  <a:pt x="14" y="17"/>
                  <a:pt x="14" y="17"/>
                </a:cubicBezTo>
                <a:cubicBezTo>
                  <a:pt x="27" y="17"/>
                  <a:pt x="27" y="17"/>
                  <a:pt x="27" y="17"/>
                </a:cubicBezTo>
                <a:cubicBezTo>
                  <a:pt x="35" y="9"/>
                  <a:pt x="35" y="9"/>
                  <a:pt x="35" y="9"/>
                </a:cubicBezTo>
                <a:cubicBezTo>
                  <a:pt x="37" y="8"/>
                  <a:pt x="39" y="8"/>
                  <a:pt x="40" y="9"/>
                </a:cubicBezTo>
                <a:cubicBezTo>
                  <a:pt x="41" y="10"/>
                  <a:pt x="41" y="13"/>
                  <a:pt x="40" y="14"/>
                </a:cubicBezTo>
                <a:lnTo>
                  <a:pt x="30" y="24"/>
                </a:lnTo>
                <a:close/>
                <a:moveTo>
                  <a:pt x="21" y="16"/>
                </a:moveTo>
                <a:cubicBezTo>
                  <a:pt x="16" y="16"/>
                  <a:pt x="13" y="12"/>
                  <a:pt x="13" y="8"/>
                </a:cubicBezTo>
                <a:cubicBezTo>
                  <a:pt x="13" y="4"/>
                  <a:pt x="16" y="0"/>
                  <a:pt x="21" y="0"/>
                </a:cubicBezTo>
                <a:cubicBezTo>
                  <a:pt x="25" y="0"/>
                  <a:pt x="29" y="4"/>
                  <a:pt x="29" y="8"/>
                </a:cubicBezTo>
                <a:cubicBezTo>
                  <a:pt x="29" y="12"/>
                  <a:pt x="25" y="16"/>
                  <a:pt x="21" y="1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152"/>
          <p:cNvSpPr>
            <a:spLocks noEditPoints="1"/>
          </p:cNvSpPr>
          <p:nvPr/>
        </p:nvSpPr>
        <p:spPr bwMode="auto">
          <a:xfrm>
            <a:off x="3279633" y="3126606"/>
            <a:ext cx="396972" cy="366856"/>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Effect transition="in" filter="fade">
                                      <p:cBhvr>
                                        <p:cTn id="9" dur="500"/>
                                        <p:tgtEl>
                                          <p:spTgt spid="70"/>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500" fill="hold"/>
                                        <p:tgtEl>
                                          <p:spTgt spid="97"/>
                                        </p:tgtEl>
                                        <p:attrNameLst>
                                          <p:attrName>ppt_w</p:attrName>
                                        </p:attrNameLst>
                                      </p:cBhvr>
                                      <p:tavLst>
                                        <p:tav tm="0">
                                          <p:val>
                                            <p:fltVal val="0"/>
                                          </p:val>
                                        </p:tav>
                                        <p:tav tm="100000">
                                          <p:val>
                                            <p:strVal val="#ppt_w"/>
                                          </p:val>
                                        </p:tav>
                                      </p:tavLst>
                                    </p:anim>
                                    <p:anim calcmode="lin" valueType="num">
                                      <p:cBhvr>
                                        <p:cTn id="20" dur="500" fill="hold"/>
                                        <p:tgtEl>
                                          <p:spTgt spid="97"/>
                                        </p:tgtEl>
                                        <p:attrNameLst>
                                          <p:attrName>ppt_h</p:attrName>
                                        </p:attrNameLst>
                                      </p:cBhvr>
                                      <p:tavLst>
                                        <p:tav tm="0">
                                          <p:val>
                                            <p:fltVal val="0"/>
                                          </p:val>
                                        </p:tav>
                                        <p:tav tm="100000">
                                          <p:val>
                                            <p:strVal val="#ppt_h"/>
                                          </p:val>
                                        </p:tav>
                                      </p:tavLst>
                                    </p:anim>
                                    <p:animEffect transition="in" filter="fade">
                                      <p:cBhvr>
                                        <p:cTn id="21" dur="500"/>
                                        <p:tgtEl>
                                          <p:spTgt spid="97"/>
                                        </p:tgtEl>
                                      </p:cBhvr>
                                    </p:animEffect>
                                  </p:childTnLst>
                                </p:cTn>
                              </p:par>
                              <p:par>
                                <p:cTn id="22" presetID="42"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anim calcmode="lin" valueType="num">
                                      <p:cBhvr>
                                        <p:cTn id="25" dur="500" fill="hold"/>
                                        <p:tgtEl>
                                          <p:spTgt spid="14"/>
                                        </p:tgtEl>
                                        <p:attrNameLst>
                                          <p:attrName>ppt_x</p:attrName>
                                        </p:attrNameLst>
                                      </p:cBhvr>
                                      <p:tavLst>
                                        <p:tav tm="0">
                                          <p:val>
                                            <p:strVal val="#ppt_x"/>
                                          </p:val>
                                        </p:tav>
                                        <p:tav tm="100000">
                                          <p:val>
                                            <p:strVal val="#ppt_x"/>
                                          </p:val>
                                        </p:tav>
                                      </p:tavLst>
                                    </p:anim>
                                    <p:anim calcmode="lin" valueType="num">
                                      <p:cBhvr>
                                        <p:cTn id="26" dur="500" fill="hold"/>
                                        <p:tgtEl>
                                          <p:spTgt spid="14"/>
                                        </p:tgtEl>
                                        <p:attrNameLst>
                                          <p:attrName>ppt_y</p:attrName>
                                        </p:attrNameLst>
                                      </p:cBhvr>
                                      <p:tavLst>
                                        <p:tav tm="0">
                                          <p:val>
                                            <p:strVal val="#ppt_y+.1"/>
                                          </p:val>
                                        </p:tav>
                                        <p:tav tm="100000">
                                          <p:val>
                                            <p:strVal val="#ppt_y"/>
                                          </p:val>
                                        </p:tav>
                                      </p:tavLst>
                                    </p:anim>
                                  </p:childTnLst>
                                </p:cTn>
                              </p:par>
                            </p:childTnLst>
                          </p:cTn>
                        </p:par>
                        <p:par>
                          <p:cTn id="27" fill="hold">
                            <p:stCondLst>
                              <p:cond delay="1500"/>
                            </p:stCondLst>
                            <p:childTnLst>
                              <p:par>
                                <p:cTn id="28" presetID="2" presetClass="entr" presetSubtype="8" accel="50000" decel="50000"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fill="hold"/>
                                        <p:tgtEl>
                                          <p:spTgt spid="10"/>
                                        </p:tgtEl>
                                        <p:attrNameLst>
                                          <p:attrName>ppt_x</p:attrName>
                                        </p:attrNameLst>
                                      </p:cBhvr>
                                      <p:tavLst>
                                        <p:tav tm="0">
                                          <p:val>
                                            <p:strVal val="0-#ppt_w/2"/>
                                          </p:val>
                                        </p:tav>
                                        <p:tav tm="100000">
                                          <p:val>
                                            <p:strVal val="#ppt_x"/>
                                          </p:val>
                                        </p:tav>
                                      </p:tavLst>
                                    </p:anim>
                                    <p:anim calcmode="lin" valueType="num">
                                      <p:cBhvr additive="base">
                                        <p:cTn id="31" dur="500" fill="hold"/>
                                        <p:tgtEl>
                                          <p:spTgt spid="10"/>
                                        </p:tgtEl>
                                        <p:attrNameLst>
                                          <p:attrName>ppt_y</p:attrName>
                                        </p:attrNameLst>
                                      </p:cBhvr>
                                      <p:tavLst>
                                        <p:tav tm="0">
                                          <p:val>
                                            <p:strVal val="#ppt_y"/>
                                          </p:val>
                                        </p:tav>
                                        <p:tav tm="100000">
                                          <p:val>
                                            <p:strVal val="#ppt_y"/>
                                          </p:val>
                                        </p:tav>
                                      </p:tavLst>
                                    </p:anim>
                                  </p:childTnLst>
                                </p:cTn>
                              </p:par>
                            </p:childTnLst>
                          </p:cTn>
                        </p:par>
                        <p:par>
                          <p:cTn id="32" fill="hold">
                            <p:stCondLst>
                              <p:cond delay="2000"/>
                            </p:stCondLst>
                            <p:childTnLst>
                              <p:par>
                                <p:cTn id="33" presetID="53" presetClass="entr" presetSubtype="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par>
                          <p:cTn id="38" fill="hold">
                            <p:stCondLst>
                              <p:cond delay="2500"/>
                            </p:stCondLst>
                            <p:childTnLst>
                              <p:par>
                                <p:cTn id="39" presetID="53" presetClass="entr" presetSubtype="0" fill="hold" grpId="0" nodeType="afterEffect">
                                  <p:stCondLst>
                                    <p:cond delay="0"/>
                                  </p:stCondLst>
                                  <p:childTnLst>
                                    <p:set>
                                      <p:cBhvr>
                                        <p:cTn id="40" dur="1" fill="hold">
                                          <p:stCondLst>
                                            <p:cond delay="0"/>
                                          </p:stCondLst>
                                        </p:cTn>
                                        <p:tgtEl>
                                          <p:spTgt spid="84"/>
                                        </p:tgtEl>
                                        <p:attrNameLst>
                                          <p:attrName>style.visibility</p:attrName>
                                        </p:attrNameLst>
                                      </p:cBhvr>
                                      <p:to>
                                        <p:strVal val="visible"/>
                                      </p:to>
                                    </p:set>
                                    <p:anim calcmode="lin" valueType="num">
                                      <p:cBhvr>
                                        <p:cTn id="41" dur="500" fill="hold"/>
                                        <p:tgtEl>
                                          <p:spTgt spid="84"/>
                                        </p:tgtEl>
                                        <p:attrNameLst>
                                          <p:attrName>ppt_w</p:attrName>
                                        </p:attrNameLst>
                                      </p:cBhvr>
                                      <p:tavLst>
                                        <p:tav tm="0">
                                          <p:val>
                                            <p:fltVal val="0"/>
                                          </p:val>
                                        </p:tav>
                                        <p:tav tm="100000">
                                          <p:val>
                                            <p:strVal val="#ppt_w"/>
                                          </p:val>
                                        </p:tav>
                                      </p:tavLst>
                                    </p:anim>
                                    <p:anim calcmode="lin" valueType="num">
                                      <p:cBhvr>
                                        <p:cTn id="42" dur="500" fill="hold"/>
                                        <p:tgtEl>
                                          <p:spTgt spid="84"/>
                                        </p:tgtEl>
                                        <p:attrNameLst>
                                          <p:attrName>ppt_h</p:attrName>
                                        </p:attrNameLst>
                                      </p:cBhvr>
                                      <p:tavLst>
                                        <p:tav tm="0">
                                          <p:val>
                                            <p:fltVal val="0"/>
                                          </p:val>
                                        </p:tav>
                                        <p:tav tm="100000">
                                          <p:val>
                                            <p:strVal val="#ppt_h"/>
                                          </p:val>
                                        </p:tav>
                                      </p:tavLst>
                                    </p:anim>
                                    <p:animEffect transition="in" filter="fade">
                                      <p:cBhvr>
                                        <p:cTn id="43" dur="500"/>
                                        <p:tgtEl>
                                          <p:spTgt spid="84"/>
                                        </p:tgtEl>
                                      </p:cBhvr>
                                    </p:animEffect>
                                  </p:childTnLst>
                                </p:cTn>
                              </p:par>
                              <p:par>
                                <p:cTn id="44" presetID="42" presetClass="entr" presetSubtype="0" fill="hold"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anim calcmode="lin" valueType="num">
                                      <p:cBhvr>
                                        <p:cTn id="47" dur="500" fill="hold"/>
                                        <p:tgtEl>
                                          <p:spTgt spid="13"/>
                                        </p:tgtEl>
                                        <p:attrNameLst>
                                          <p:attrName>ppt_x</p:attrName>
                                        </p:attrNameLst>
                                      </p:cBhvr>
                                      <p:tavLst>
                                        <p:tav tm="0">
                                          <p:val>
                                            <p:strVal val="#ppt_x"/>
                                          </p:val>
                                        </p:tav>
                                        <p:tav tm="100000">
                                          <p:val>
                                            <p:strVal val="#ppt_x"/>
                                          </p:val>
                                        </p:tav>
                                      </p:tavLst>
                                    </p:anim>
                                    <p:anim calcmode="lin" valueType="num">
                                      <p:cBhvr>
                                        <p:cTn id="48" dur="500" fill="hold"/>
                                        <p:tgtEl>
                                          <p:spTgt spid="13"/>
                                        </p:tgtEl>
                                        <p:attrNameLst>
                                          <p:attrName>ppt_y</p:attrName>
                                        </p:attrNameLst>
                                      </p:cBhvr>
                                      <p:tavLst>
                                        <p:tav tm="0">
                                          <p:val>
                                            <p:strVal val="#ppt_y+.1"/>
                                          </p:val>
                                        </p:tav>
                                        <p:tav tm="100000">
                                          <p:val>
                                            <p:strVal val="#ppt_y"/>
                                          </p:val>
                                        </p:tav>
                                      </p:tavLst>
                                    </p:anim>
                                  </p:childTnLst>
                                </p:cTn>
                              </p:par>
                            </p:childTnLst>
                          </p:cTn>
                        </p:par>
                        <p:par>
                          <p:cTn id="49" fill="hold">
                            <p:stCondLst>
                              <p:cond delay="3000"/>
                            </p:stCondLst>
                            <p:childTnLst>
                              <p:par>
                                <p:cTn id="50" presetID="2" presetClass="entr" presetSubtype="2" accel="50000" decel="50000" fill="hold" nodeType="after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500" fill="hold"/>
                                        <p:tgtEl>
                                          <p:spTgt spid="9"/>
                                        </p:tgtEl>
                                        <p:attrNameLst>
                                          <p:attrName>ppt_x</p:attrName>
                                        </p:attrNameLst>
                                      </p:cBhvr>
                                      <p:tavLst>
                                        <p:tav tm="0">
                                          <p:val>
                                            <p:strVal val="1+#ppt_w/2"/>
                                          </p:val>
                                        </p:tav>
                                        <p:tav tm="100000">
                                          <p:val>
                                            <p:strVal val="#ppt_x"/>
                                          </p:val>
                                        </p:tav>
                                      </p:tavLst>
                                    </p:anim>
                                    <p:anim calcmode="lin" valueType="num">
                                      <p:cBhvr additive="base">
                                        <p:cTn id="53" dur="500" fill="hold"/>
                                        <p:tgtEl>
                                          <p:spTgt spid="9"/>
                                        </p:tgtEl>
                                        <p:attrNameLst>
                                          <p:attrName>ppt_y</p:attrName>
                                        </p:attrNameLst>
                                      </p:cBhvr>
                                      <p:tavLst>
                                        <p:tav tm="0">
                                          <p:val>
                                            <p:strVal val="#ppt_y"/>
                                          </p:val>
                                        </p:tav>
                                        <p:tav tm="100000">
                                          <p:val>
                                            <p:strVal val="#ppt_y"/>
                                          </p:val>
                                        </p:tav>
                                      </p:tavLst>
                                    </p:anim>
                                  </p:childTnLst>
                                </p:cTn>
                              </p:par>
                            </p:childTnLst>
                          </p:cTn>
                        </p:par>
                        <p:par>
                          <p:cTn id="54" fill="hold">
                            <p:stCondLst>
                              <p:cond delay="3500"/>
                            </p:stCondLst>
                            <p:childTnLst>
                              <p:par>
                                <p:cTn id="55" presetID="53" presetClass="entr" presetSubtype="0" fill="hold" nodeType="after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Effect transition="in" filter="fade">
                                      <p:cBhvr>
                                        <p:cTn id="59" dur="500"/>
                                        <p:tgtEl>
                                          <p:spTgt spid="8"/>
                                        </p:tgtEl>
                                      </p:cBhvr>
                                    </p:animEffect>
                                  </p:childTnLst>
                                </p:cTn>
                              </p:par>
                            </p:childTnLst>
                          </p:cTn>
                        </p:par>
                        <p:par>
                          <p:cTn id="60" fill="hold">
                            <p:stCondLst>
                              <p:cond delay="4000"/>
                            </p:stCondLst>
                            <p:childTnLst>
                              <p:par>
                                <p:cTn id="61" presetID="53" presetClass="entr" presetSubtype="0" fill="hold" grpId="0" nodeType="afterEffect">
                                  <p:stCondLst>
                                    <p:cond delay="0"/>
                                  </p:stCondLst>
                                  <p:childTnLst>
                                    <p:set>
                                      <p:cBhvr>
                                        <p:cTn id="62" dur="1" fill="hold">
                                          <p:stCondLst>
                                            <p:cond delay="0"/>
                                          </p:stCondLst>
                                        </p:cTn>
                                        <p:tgtEl>
                                          <p:spTgt spid="99"/>
                                        </p:tgtEl>
                                        <p:attrNameLst>
                                          <p:attrName>style.visibility</p:attrName>
                                        </p:attrNameLst>
                                      </p:cBhvr>
                                      <p:to>
                                        <p:strVal val="visible"/>
                                      </p:to>
                                    </p:set>
                                    <p:anim calcmode="lin" valueType="num">
                                      <p:cBhvr>
                                        <p:cTn id="63" dur="500" fill="hold"/>
                                        <p:tgtEl>
                                          <p:spTgt spid="99"/>
                                        </p:tgtEl>
                                        <p:attrNameLst>
                                          <p:attrName>ppt_w</p:attrName>
                                        </p:attrNameLst>
                                      </p:cBhvr>
                                      <p:tavLst>
                                        <p:tav tm="0">
                                          <p:val>
                                            <p:fltVal val="0"/>
                                          </p:val>
                                        </p:tav>
                                        <p:tav tm="100000">
                                          <p:val>
                                            <p:strVal val="#ppt_w"/>
                                          </p:val>
                                        </p:tav>
                                      </p:tavLst>
                                    </p:anim>
                                    <p:anim calcmode="lin" valueType="num">
                                      <p:cBhvr>
                                        <p:cTn id="64" dur="500" fill="hold"/>
                                        <p:tgtEl>
                                          <p:spTgt spid="99"/>
                                        </p:tgtEl>
                                        <p:attrNameLst>
                                          <p:attrName>ppt_h</p:attrName>
                                        </p:attrNameLst>
                                      </p:cBhvr>
                                      <p:tavLst>
                                        <p:tav tm="0">
                                          <p:val>
                                            <p:fltVal val="0"/>
                                          </p:val>
                                        </p:tav>
                                        <p:tav tm="100000">
                                          <p:val>
                                            <p:strVal val="#ppt_h"/>
                                          </p:val>
                                        </p:tav>
                                      </p:tavLst>
                                    </p:anim>
                                    <p:animEffect transition="in" filter="fade">
                                      <p:cBhvr>
                                        <p:cTn id="65" dur="500"/>
                                        <p:tgtEl>
                                          <p:spTgt spid="99"/>
                                        </p:tgtEl>
                                      </p:cBhvr>
                                    </p:animEffect>
                                  </p:childTnLst>
                                </p:cTn>
                              </p:par>
                              <p:par>
                                <p:cTn id="66" presetID="42" presetClass="entr" presetSubtype="0" fill="hold" nodeType="with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fade">
                                      <p:cBhvr>
                                        <p:cTn id="68" dur="500"/>
                                        <p:tgtEl>
                                          <p:spTgt spid="15"/>
                                        </p:tgtEl>
                                      </p:cBhvr>
                                    </p:animEffect>
                                    <p:anim calcmode="lin" valueType="num">
                                      <p:cBhvr>
                                        <p:cTn id="69" dur="500" fill="hold"/>
                                        <p:tgtEl>
                                          <p:spTgt spid="15"/>
                                        </p:tgtEl>
                                        <p:attrNameLst>
                                          <p:attrName>ppt_x</p:attrName>
                                        </p:attrNameLst>
                                      </p:cBhvr>
                                      <p:tavLst>
                                        <p:tav tm="0">
                                          <p:val>
                                            <p:strVal val="#ppt_x"/>
                                          </p:val>
                                        </p:tav>
                                        <p:tav tm="100000">
                                          <p:val>
                                            <p:strVal val="#ppt_x"/>
                                          </p:val>
                                        </p:tav>
                                      </p:tavLst>
                                    </p:anim>
                                    <p:anim calcmode="lin" valueType="num">
                                      <p:cBhvr>
                                        <p:cTn id="70" dur="500" fill="hold"/>
                                        <p:tgtEl>
                                          <p:spTgt spid="15"/>
                                        </p:tgtEl>
                                        <p:attrNameLst>
                                          <p:attrName>ppt_y</p:attrName>
                                        </p:attrNameLst>
                                      </p:cBhvr>
                                      <p:tavLst>
                                        <p:tav tm="0">
                                          <p:val>
                                            <p:strVal val="#ppt_y+.1"/>
                                          </p:val>
                                        </p:tav>
                                        <p:tav tm="100000">
                                          <p:val>
                                            <p:strVal val="#ppt_y"/>
                                          </p:val>
                                        </p:tav>
                                      </p:tavLst>
                                    </p:anim>
                                  </p:childTnLst>
                                </p:cTn>
                              </p:par>
                            </p:childTnLst>
                          </p:cTn>
                        </p:par>
                        <p:par>
                          <p:cTn id="71" fill="hold">
                            <p:stCondLst>
                              <p:cond delay="4500"/>
                            </p:stCondLst>
                            <p:childTnLst>
                              <p:par>
                                <p:cTn id="72" presetID="2" presetClass="entr" presetSubtype="8" accel="50000" decel="50000" fill="hold" nodeType="afterEffect">
                                  <p:stCondLst>
                                    <p:cond delay="0"/>
                                  </p:stCondLst>
                                  <p:childTnLst>
                                    <p:set>
                                      <p:cBhvr>
                                        <p:cTn id="73" dur="1" fill="hold">
                                          <p:stCondLst>
                                            <p:cond delay="0"/>
                                          </p:stCondLst>
                                        </p:cTn>
                                        <p:tgtEl>
                                          <p:spTgt spid="11"/>
                                        </p:tgtEl>
                                        <p:attrNameLst>
                                          <p:attrName>style.visibility</p:attrName>
                                        </p:attrNameLst>
                                      </p:cBhvr>
                                      <p:to>
                                        <p:strVal val="visible"/>
                                      </p:to>
                                    </p:set>
                                    <p:anim calcmode="lin" valueType="num">
                                      <p:cBhvr additive="base">
                                        <p:cTn id="74" dur="500" fill="hold"/>
                                        <p:tgtEl>
                                          <p:spTgt spid="11"/>
                                        </p:tgtEl>
                                        <p:attrNameLst>
                                          <p:attrName>ppt_x</p:attrName>
                                        </p:attrNameLst>
                                      </p:cBhvr>
                                      <p:tavLst>
                                        <p:tav tm="0">
                                          <p:val>
                                            <p:strVal val="0-#ppt_w/2"/>
                                          </p:val>
                                        </p:tav>
                                        <p:tav tm="100000">
                                          <p:val>
                                            <p:strVal val="#ppt_x"/>
                                          </p:val>
                                        </p:tav>
                                      </p:tavLst>
                                    </p:anim>
                                    <p:anim calcmode="lin" valueType="num">
                                      <p:cBhvr additive="base">
                                        <p:cTn id="75" dur="500" fill="hold"/>
                                        <p:tgtEl>
                                          <p:spTgt spid="11"/>
                                        </p:tgtEl>
                                        <p:attrNameLst>
                                          <p:attrName>ppt_y</p:attrName>
                                        </p:attrNameLst>
                                      </p:cBhvr>
                                      <p:tavLst>
                                        <p:tav tm="0">
                                          <p:val>
                                            <p:strVal val="#ppt_y"/>
                                          </p:val>
                                        </p:tav>
                                        <p:tav tm="100000">
                                          <p:val>
                                            <p:strVal val="#ppt_y"/>
                                          </p:val>
                                        </p:tav>
                                      </p:tavLst>
                                    </p:anim>
                                  </p:childTnLst>
                                </p:cTn>
                              </p:par>
                            </p:childTnLst>
                          </p:cTn>
                        </p:par>
                        <p:par>
                          <p:cTn id="76" fill="hold">
                            <p:stCondLst>
                              <p:cond delay="5000"/>
                            </p:stCondLst>
                            <p:childTnLst>
                              <p:par>
                                <p:cTn id="77" presetID="53" presetClass="entr" presetSubtype="0" fill="hold" nodeType="afterEffect">
                                  <p:stCondLst>
                                    <p:cond delay="0"/>
                                  </p:stCondLst>
                                  <p:childTnLst>
                                    <p:set>
                                      <p:cBhvr>
                                        <p:cTn id="78" dur="1" fill="hold">
                                          <p:stCondLst>
                                            <p:cond delay="0"/>
                                          </p:stCondLst>
                                        </p:cTn>
                                        <p:tgtEl>
                                          <p:spTgt spid="7"/>
                                        </p:tgtEl>
                                        <p:attrNameLst>
                                          <p:attrName>style.visibility</p:attrName>
                                        </p:attrNameLst>
                                      </p:cBhvr>
                                      <p:to>
                                        <p:strVal val="visible"/>
                                      </p:to>
                                    </p:set>
                                    <p:anim calcmode="lin" valueType="num">
                                      <p:cBhvr>
                                        <p:cTn id="79" dur="500" fill="hold"/>
                                        <p:tgtEl>
                                          <p:spTgt spid="7"/>
                                        </p:tgtEl>
                                        <p:attrNameLst>
                                          <p:attrName>ppt_w</p:attrName>
                                        </p:attrNameLst>
                                      </p:cBhvr>
                                      <p:tavLst>
                                        <p:tav tm="0">
                                          <p:val>
                                            <p:fltVal val="0"/>
                                          </p:val>
                                        </p:tav>
                                        <p:tav tm="100000">
                                          <p:val>
                                            <p:strVal val="#ppt_w"/>
                                          </p:val>
                                        </p:tav>
                                      </p:tavLst>
                                    </p:anim>
                                    <p:anim calcmode="lin" valueType="num">
                                      <p:cBhvr>
                                        <p:cTn id="80" dur="500" fill="hold"/>
                                        <p:tgtEl>
                                          <p:spTgt spid="7"/>
                                        </p:tgtEl>
                                        <p:attrNameLst>
                                          <p:attrName>ppt_h</p:attrName>
                                        </p:attrNameLst>
                                      </p:cBhvr>
                                      <p:tavLst>
                                        <p:tav tm="0">
                                          <p:val>
                                            <p:fltVal val="0"/>
                                          </p:val>
                                        </p:tav>
                                        <p:tav tm="100000">
                                          <p:val>
                                            <p:strVal val="#ppt_h"/>
                                          </p:val>
                                        </p:tav>
                                      </p:tavLst>
                                    </p:anim>
                                    <p:animEffect transition="in" filter="fade">
                                      <p:cBhvr>
                                        <p:cTn id="81" dur="500"/>
                                        <p:tgtEl>
                                          <p:spTgt spid="7"/>
                                        </p:tgtEl>
                                      </p:cBhvr>
                                    </p:animEffect>
                                  </p:childTnLst>
                                </p:cTn>
                              </p:par>
                            </p:childTnLst>
                          </p:cTn>
                        </p:par>
                        <p:par>
                          <p:cTn id="82" fill="hold">
                            <p:stCondLst>
                              <p:cond delay="5500"/>
                            </p:stCondLst>
                            <p:childTnLst>
                              <p:par>
                                <p:cTn id="83" presetID="53" presetClass="entr" presetSubtype="0" fill="hold" grpId="0" nodeType="afterEffect">
                                  <p:stCondLst>
                                    <p:cond delay="0"/>
                                  </p:stCondLst>
                                  <p:childTnLst>
                                    <p:set>
                                      <p:cBhvr>
                                        <p:cTn id="84" dur="1" fill="hold">
                                          <p:stCondLst>
                                            <p:cond delay="0"/>
                                          </p:stCondLst>
                                        </p:cTn>
                                        <p:tgtEl>
                                          <p:spTgt spid="98"/>
                                        </p:tgtEl>
                                        <p:attrNameLst>
                                          <p:attrName>style.visibility</p:attrName>
                                        </p:attrNameLst>
                                      </p:cBhvr>
                                      <p:to>
                                        <p:strVal val="visible"/>
                                      </p:to>
                                    </p:set>
                                    <p:anim calcmode="lin" valueType="num">
                                      <p:cBhvr>
                                        <p:cTn id="85" dur="500" fill="hold"/>
                                        <p:tgtEl>
                                          <p:spTgt spid="98"/>
                                        </p:tgtEl>
                                        <p:attrNameLst>
                                          <p:attrName>ppt_w</p:attrName>
                                        </p:attrNameLst>
                                      </p:cBhvr>
                                      <p:tavLst>
                                        <p:tav tm="0">
                                          <p:val>
                                            <p:fltVal val="0"/>
                                          </p:val>
                                        </p:tav>
                                        <p:tav tm="100000">
                                          <p:val>
                                            <p:strVal val="#ppt_w"/>
                                          </p:val>
                                        </p:tav>
                                      </p:tavLst>
                                    </p:anim>
                                    <p:anim calcmode="lin" valueType="num">
                                      <p:cBhvr>
                                        <p:cTn id="86" dur="500" fill="hold"/>
                                        <p:tgtEl>
                                          <p:spTgt spid="98"/>
                                        </p:tgtEl>
                                        <p:attrNameLst>
                                          <p:attrName>ppt_h</p:attrName>
                                        </p:attrNameLst>
                                      </p:cBhvr>
                                      <p:tavLst>
                                        <p:tav tm="0">
                                          <p:val>
                                            <p:fltVal val="0"/>
                                          </p:val>
                                        </p:tav>
                                        <p:tav tm="100000">
                                          <p:val>
                                            <p:strVal val="#ppt_h"/>
                                          </p:val>
                                        </p:tav>
                                      </p:tavLst>
                                    </p:anim>
                                    <p:animEffect transition="in" filter="fade">
                                      <p:cBhvr>
                                        <p:cTn id="87" dur="500"/>
                                        <p:tgtEl>
                                          <p:spTgt spid="98"/>
                                        </p:tgtEl>
                                      </p:cBhvr>
                                    </p:animEffect>
                                  </p:childTnLst>
                                </p:cTn>
                              </p:par>
                              <p:par>
                                <p:cTn id="88" presetID="42" presetClass="entr" presetSubtype="0" fill="hold" nodeType="withEffect">
                                  <p:stCondLst>
                                    <p:cond delay="0"/>
                                  </p:stCondLst>
                                  <p:childTnLst>
                                    <p:set>
                                      <p:cBhvr>
                                        <p:cTn id="89" dur="1" fill="hold">
                                          <p:stCondLst>
                                            <p:cond delay="0"/>
                                          </p:stCondLst>
                                        </p:cTn>
                                        <p:tgtEl>
                                          <p:spTgt spid="16"/>
                                        </p:tgtEl>
                                        <p:attrNameLst>
                                          <p:attrName>style.visibility</p:attrName>
                                        </p:attrNameLst>
                                      </p:cBhvr>
                                      <p:to>
                                        <p:strVal val="visible"/>
                                      </p:to>
                                    </p:set>
                                    <p:animEffect transition="in" filter="fade">
                                      <p:cBhvr>
                                        <p:cTn id="90" dur="500"/>
                                        <p:tgtEl>
                                          <p:spTgt spid="16"/>
                                        </p:tgtEl>
                                      </p:cBhvr>
                                    </p:animEffect>
                                    <p:anim calcmode="lin" valueType="num">
                                      <p:cBhvr>
                                        <p:cTn id="91" dur="500" fill="hold"/>
                                        <p:tgtEl>
                                          <p:spTgt spid="16"/>
                                        </p:tgtEl>
                                        <p:attrNameLst>
                                          <p:attrName>ppt_x</p:attrName>
                                        </p:attrNameLst>
                                      </p:cBhvr>
                                      <p:tavLst>
                                        <p:tav tm="0">
                                          <p:val>
                                            <p:strVal val="#ppt_x"/>
                                          </p:val>
                                        </p:tav>
                                        <p:tav tm="100000">
                                          <p:val>
                                            <p:strVal val="#ppt_x"/>
                                          </p:val>
                                        </p:tav>
                                      </p:tavLst>
                                    </p:anim>
                                    <p:anim calcmode="lin" valueType="num">
                                      <p:cBhvr>
                                        <p:cTn id="92" dur="500" fill="hold"/>
                                        <p:tgtEl>
                                          <p:spTgt spid="16"/>
                                        </p:tgtEl>
                                        <p:attrNameLst>
                                          <p:attrName>ppt_y</p:attrName>
                                        </p:attrNameLst>
                                      </p:cBhvr>
                                      <p:tavLst>
                                        <p:tav tm="0">
                                          <p:val>
                                            <p:strVal val="#ppt_y+.1"/>
                                          </p:val>
                                        </p:tav>
                                        <p:tav tm="100000">
                                          <p:val>
                                            <p:strVal val="#ppt_y"/>
                                          </p:val>
                                        </p:tav>
                                      </p:tavLst>
                                    </p:anim>
                                  </p:childTnLst>
                                </p:cTn>
                              </p:par>
                            </p:childTnLst>
                          </p:cTn>
                        </p:par>
                        <p:par>
                          <p:cTn id="93" fill="hold">
                            <p:stCondLst>
                              <p:cond delay="6000"/>
                            </p:stCondLst>
                            <p:childTnLst>
                              <p:par>
                                <p:cTn id="94" presetID="2" presetClass="entr" presetSubtype="2" accel="50000" decel="50000" fill="hold" nodeType="afterEffect">
                                  <p:stCondLst>
                                    <p:cond delay="0"/>
                                  </p:stCondLst>
                                  <p:childTnLst>
                                    <p:set>
                                      <p:cBhvr>
                                        <p:cTn id="95" dur="1" fill="hold">
                                          <p:stCondLst>
                                            <p:cond delay="0"/>
                                          </p:stCondLst>
                                        </p:cTn>
                                        <p:tgtEl>
                                          <p:spTgt spid="12"/>
                                        </p:tgtEl>
                                        <p:attrNameLst>
                                          <p:attrName>style.visibility</p:attrName>
                                        </p:attrNameLst>
                                      </p:cBhvr>
                                      <p:to>
                                        <p:strVal val="visible"/>
                                      </p:to>
                                    </p:set>
                                    <p:anim calcmode="lin" valueType="num">
                                      <p:cBhvr additive="base">
                                        <p:cTn id="96" dur="500" fill="hold"/>
                                        <p:tgtEl>
                                          <p:spTgt spid="12"/>
                                        </p:tgtEl>
                                        <p:attrNameLst>
                                          <p:attrName>ppt_x</p:attrName>
                                        </p:attrNameLst>
                                      </p:cBhvr>
                                      <p:tavLst>
                                        <p:tav tm="0">
                                          <p:val>
                                            <p:strVal val="1+#ppt_w/2"/>
                                          </p:val>
                                        </p:tav>
                                        <p:tav tm="100000">
                                          <p:val>
                                            <p:strVal val="#ppt_x"/>
                                          </p:val>
                                        </p:tav>
                                      </p:tavLst>
                                    </p:anim>
                                    <p:anim calcmode="lin" valueType="num">
                                      <p:cBhvr additive="base">
                                        <p:cTn id="97"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84" grpId="0" animBg="1"/>
      <p:bldP spid="97" grpId="0" animBg="1"/>
      <p:bldP spid="98" grpId="0" animBg="1"/>
      <p:bldP spid="99"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Strategy Analysis</a:t>
            </a:r>
            <a:endParaRPr lang="en-US" dirty="0"/>
          </a:p>
        </p:txBody>
      </p:sp>
      <p:sp>
        <p:nvSpPr>
          <p:cNvPr id="45" name="Text Placeholder 44"/>
          <p:cNvSpPr>
            <a:spLocks noGrp="1"/>
          </p:cNvSpPr>
          <p:nvPr>
            <p:ph type="body" sz="half" idx="2"/>
          </p:nvPr>
        </p:nvSpPr>
        <p:spPr/>
        <p:txBody>
          <a:bodyPr/>
          <a:lstStyle/>
          <a:p>
            <a:r>
              <a:rPr lang="en-US"/>
              <a:t>Strategy Analysis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67</a:t>
            </a:fld>
            <a:endParaRPr lang="en-US" dirty="0"/>
          </a:p>
        </p:txBody>
      </p:sp>
      <p:grpSp>
        <p:nvGrpSpPr>
          <p:cNvPr id="2" name="Group 65"/>
          <p:cNvGrpSpPr/>
          <p:nvPr/>
        </p:nvGrpSpPr>
        <p:grpSpPr>
          <a:xfrm>
            <a:off x="1938544" y="1152526"/>
            <a:ext cx="4792657" cy="1154176"/>
            <a:chOff x="1938544" y="1152526"/>
            <a:chExt cx="4792657" cy="1154176"/>
          </a:xfrm>
        </p:grpSpPr>
        <p:sp>
          <p:nvSpPr>
            <p:cNvPr id="44" name="Round Same Side Corner Rectangle 43"/>
            <p:cNvSpPr/>
            <p:nvPr/>
          </p:nvSpPr>
          <p:spPr>
            <a:xfrm flipV="1">
              <a:off x="1938544" y="159881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3" name="Group 9"/>
            <p:cNvGrpSpPr/>
            <p:nvPr/>
          </p:nvGrpSpPr>
          <p:grpSpPr>
            <a:xfrm>
              <a:off x="1938544" y="1152526"/>
              <a:ext cx="4792657" cy="446296"/>
              <a:chOff x="1600200" y="1295400"/>
              <a:chExt cx="5410200" cy="670560"/>
            </a:xfrm>
          </p:grpSpPr>
          <p:sp>
            <p:nvSpPr>
              <p:cNvPr id="6" name="Rectangle 5"/>
              <p:cNvSpPr/>
              <p:nvPr/>
            </p:nvSpPr>
            <p:spPr>
              <a:xfrm>
                <a:off x="1600200" y="1356360"/>
                <a:ext cx="5410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 name="Rectangle 4"/>
              <p:cNvSpPr/>
              <p:nvPr/>
            </p:nvSpPr>
            <p:spPr>
              <a:xfrm>
                <a:off x="1600200" y="1295400"/>
                <a:ext cx="5410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Strategy Analysis</a:t>
                </a:r>
              </a:p>
            </p:txBody>
          </p:sp>
        </p:grpSp>
      </p:grpSp>
      <p:grpSp>
        <p:nvGrpSpPr>
          <p:cNvPr id="4" name="Group 10"/>
          <p:cNvGrpSpPr/>
          <p:nvPr/>
        </p:nvGrpSpPr>
        <p:grpSpPr>
          <a:xfrm>
            <a:off x="1094766" y="1152523"/>
            <a:ext cx="641271" cy="446296"/>
            <a:chOff x="647700" y="1295400"/>
            <a:chExt cx="838200" cy="670560"/>
          </a:xfrm>
        </p:grpSpPr>
        <p:sp>
          <p:nvSpPr>
            <p:cNvPr id="7" name="Rectangle 6"/>
            <p:cNvSpPr/>
            <p:nvPr/>
          </p:nvSpPr>
          <p:spPr>
            <a:xfrm>
              <a:off x="647700" y="1356360"/>
              <a:ext cx="838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 name="Rectangle 7"/>
            <p:cNvSpPr/>
            <p:nvPr/>
          </p:nvSpPr>
          <p:spPr>
            <a:xfrm>
              <a:off x="647700" y="1295400"/>
              <a:ext cx="838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01</a:t>
              </a:r>
            </a:p>
          </p:txBody>
        </p:sp>
      </p:grpSp>
      <p:grpSp>
        <p:nvGrpSpPr>
          <p:cNvPr id="9" name="Group 15"/>
          <p:cNvGrpSpPr/>
          <p:nvPr/>
        </p:nvGrpSpPr>
        <p:grpSpPr>
          <a:xfrm>
            <a:off x="1094766" y="2376003"/>
            <a:ext cx="641271" cy="446296"/>
            <a:chOff x="647700" y="1295400"/>
            <a:chExt cx="838200" cy="670560"/>
          </a:xfrm>
        </p:grpSpPr>
        <p:sp>
          <p:nvSpPr>
            <p:cNvPr id="17" name="Rectangle 16"/>
            <p:cNvSpPr/>
            <p:nvPr/>
          </p:nvSpPr>
          <p:spPr>
            <a:xfrm>
              <a:off x="647700" y="1356360"/>
              <a:ext cx="838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8" name="Rectangle 17"/>
            <p:cNvSpPr/>
            <p:nvPr/>
          </p:nvSpPr>
          <p:spPr>
            <a:xfrm>
              <a:off x="647700" y="1295400"/>
              <a:ext cx="838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02</a:t>
              </a:r>
            </a:p>
          </p:txBody>
        </p:sp>
      </p:grpSp>
      <p:grpSp>
        <p:nvGrpSpPr>
          <p:cNvPr id="10" name="Group 21"/>
          <p:cNvGrpSpPr/>
          <p:nvPr/>
        </p:nvGrpSpPr>
        <p:grpSpPr>
          <a:xfrm>
            <a:off x="1094766" y="3610353"/>
            <a:ext cx="641271" cy="446296"/>
            <a:chOff x="647700" y="1295400"/>
            <a:chExt cx="838200" cy="670560"/>
          </a:xfrm>
        </p:grpSpPr>
        <p:sp>
          <p:nvSpPr>
            <p:cNvPr id="23" name="Rectangle 22"/>
            <p:cNvSpPr/>
            <p:nvPr/>
          </p:nvSpPr>
          <p:spPr>
            <a:xfrm>
              <a:off x="647700" y="1356360"/>
              <a:ext cx="838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4" name="Rectangle 23"/>
            <p:cNvSpPr/>
            <p:nvPr/>
          </p:nvSpPr>
          <p:spPr>
            <a:xfrm>
              <a:off x="647700" y="1295400"/>
              <a:ext cx="838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03</a:t>
              </a:r>
            </a:p>
          </p:txBody>
        </p:sp>
      </p:grpSp>
      <p:grpSp>
        <p:nvGrpSpPr>
          <p:cNvPr id="11" name="Group 49"/>
          <p:cNvGrpSpPr/>
          <p:nvPr/>
        </p:nvGrpSpPr>
        <p:grpSpPr>
          <a:xfrm>
            <a:off x="6866206" y="1152526"/>
            <a:ext cx="1167788" cy="1154175"/>
            <a:chOff x="7162800" y="1192655"/>
            <a:chExt cx="1318260" cy="1628775"/>
          </a:xfrm>
        </p:grpSpPr>
        <p:sp>
          <p:nvSpPr>
            <p:cNvPr id="41" name="Rectangle 40"/>
            <p:cNvSpPr/>
            <p:nvPr/>
          </p:nvSpPr>
          <p:spPr>
            <a:xfrm>
              <a:off x="7162800" y="1192655"/>
              <a:ext cx="1219200" cy="162877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8" name="Rectangle 37"/>
            <p:cNvSpPr/>
            <p:nvPr/>
          </p:nvSpPr>
          <p:spPr>
            <a:xfrm>
              <a:off x="7261860" y="1192655"/>
              <a:ext cx="1219200" cy="1628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12" name="Group 50"/>
          <p:cNvGrpSpPr/>
          <p:nvPr/>
        </p:nvGrpSpPr>
        <p:grpSpPr>
          <a:xfrm>
            <a:off x="6866206" y="2376004"/>
            <a:ext cx="1167788" cy="1154178"/>
            <a:chOff x="7162800" y="2897630"/>
            <a:chExt cx="1318260" cy="1647825"/>
          </a:xfrm>
        </p:grpSpPr>
        <p:sp>
          <p:nvSpPr>
            <p:cNvPr id="42" name="Rectangle 41"/>
            <p:cNvSpPr/>
            <p:nvPr/>
          </p:nvSpPr>
          <p:spPr>
            <a:xfrm>
              <a:off x="7162800" y="2897630"/>
              <a:ext cx="1219200" cy="164782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0" name="Rectangle 39"/>
            <p:cNvSpPr/>
            <p:nvPr/>
          </p:nvSpPr>
          <p:spPr>
            <a:xfrm>
              <a:off x="7261860" y="2897630"/>
              <a:ext cx="1219200" cy="16478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48" name="Freeform 72"/>
          <p:cNvSpPr>
            <a:spLocks noEditPoints="1"/>
          </p:cNvSpPr>
          <p:nvPr/>
        </p:nvSpPr>
        <p:spPr bwMode="auto">
          <a:xfrm>
            <a:off x="7222543" y="1502057"/>
            <a:ext cx="455114" cy="455112"/>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sp>
        <p:nvSpPr>
          <p:cNvPr id="49" name="Freeform 153"/>
          <p:cNvSpPr>
            <a:spLocks noEditPoints="1"/>
          </p:cNvSpPr>
          <p:nvPr/>
        </p:nvSpPr>
        <p:spPr bwMode="auto">
          <a:xfrm>
            <a:off x="7232568" y="2732553"/>
            <a:ext cx="435065" cy="44108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grpSp>
        <p:nvGrpSpPr>
          <p:cNvPr id="13" name="Group 66"/>
          <p:cNvGrpSpPr/>
          <p:nvPr/>
        </p:nvGrpSpPr>
        <p:grpSpPr>
          <a:xfrm>
            <a:off x="1938544" y="2376003"/>
            <a:ext cx="4792657" cy="1154179"/>
            <a:chOff x="1938544" y="2376003"/>
            <a:chExt cx="4792657" cy="1154179"/>
          </a:xfrm>
        </p:grpSpPr>
        <p:grpSp>
          <p:nvGrpSpPr>
            <p:cNvPr id="16" name="Group 12"/>
            <p:cNvGrpSpPr/>
            <p:nvPr/>
          </p:nvGrpSpPr>
          <p:grpSpPr>
            <a:xfrm>
              <a:off x="1938544" y="2376003"/>
              <a:ext cx="4792657" cy="446296"/>
              <a:chOff x="1600200" y="1295400"/>
              <a:chExt cx="5410200" cy="670560"/>
            </a:xfrm>
          </p:grpSpPr>
          <p:sp>
            <p:nvSpPr>
              <p:cNvPr id="14" name="Rectangle 13"/>
              <p:cNvSpPr/>
              <p:nvPr/>
            </p:nvSpPr>
            <p:spPr>
              <a:xfrm>
                <a:off x="1600200" y="1356360"/>
                <a:ext cx="5410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5" name="Rectangle 14"/>
              <p:cNvSpPr/>
              <p:nvPr/>
            </p:nvSpPr>
            <p:spPr>
              <a:xfrm>
                <a:off x="1600200" y="1295400"/>
                <a:ext cx="5410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Structure Analysis</a:t>
                </a:r>
              </a:p>
            </p:txBody>
          </p:sp>
        </p:grpSp>
        <p:sp>
          <p:nvSpPr>
            <p:cNvPr id="46" name="Round Same Side Corner Rectangle 45"/>
            <p:cNvSpPr/>
            <p:nvPr/>
          </p:nvSpPr>
          <p:spPr>
            <a:xfrm flipV="1">
              <a:off x="1938544" y="282229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19" name="Group 67"/>
          <p:cNvGrpSpPr/>
          <p:nvPr/>
        </p:nvGrpSpPr>
        <p:grpSpPr>
          <a:xfrm>
            <a:off x="1938544" y="3610353"/>
            <a:ext cx="4792657" cy="1154179"/>
            <a:chOff x="1938544" y="3610353"/>
            <a:chExt cx="4792657" cy="1154179"/>
          </a:xfrm>
        </p:grpSpPr>
        <p:grpSp>
          <p:nvGrpSpPr>
            <p:cNvPr id="22" name="Group 18"/>
            <p:cNvGrpSpPr/>
            <p:nvPr/>
          </p:nvGrpSpPr>
          <p:grpSpPr>
            <a:xfrm>
              <a:off x="1938544" y="3610353"/>
              <a:ext cx="4792657" cy="446296"/>
              <a:chOff x="1600200" y="1295400"/>
              <a:chExt cx="5410200" cy="670560"/>
            </a:xfrm>
          </p:grpSpPr>
          <p:sp>
            <p:nvSpPr>
              <p:cNvPr id="20" name="Rectangle 19"/>
              <p:cNvSpPr/>
              <p:nvPr/>
            </p:nvSpPr>
            <p:spPr>
              <a:xfrm>
                <a:off x="1600200" y="1356360"/>
                <a:ext cx="5410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p:cNvSpPr/>
              <p:nvPr/>
            </p:nvSpPr>
            <p:spPr>
              <a:xfrm>
                <a:off x="1600200" y="1295400"/>
                <a:ext cx="5410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System Analysis</a:t>
                </a:r>
              </a:p>
            </p:txBody>
          </p:sp>
        </p:grpSp>
        <p:sp>
          <p:nvSpPr>
            <p:cNvPr id="47" name="Round Same Side Corner Rectangle 46"/>
            <p:cNvSpPr/>
            <p:nvPr/>
          </p:nvSpPr>
          <p:spPr>
            <a:xfrm flipV="1">
              <a:off x="1938544" y="405664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25" name="Group 50"/>
          <p:cNvGrpSpPr/>
          <p:nvPr/>
        </p:nvGrpSpPr>
        <p:grpSpPr>
          <a:xfrm>
            <a:off x="6866206" y="3610353"/>
            <a:ext cx="1167788" cy="1154178"/>
            <a:chOff x="7162800" y="2897630"/>
            <a:chExt cx="1318260" cy="1647825"/>
          </a:xfrm>
        </p:grpSpPr>
        <p:sp>
          <p:nvSpPr>
            <p:cNvPr id="52" name="Rectangle 51"/>
            <p:cNvSpPr/>
            <p:nvPr/>
          </p:nvSpPr>
          <p:spPr>
            <a:xfrm>
              <a:off x="7162800" y="2897630"/>
              <a:ext cx="1219200" cy="164782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3" name="Rectangle 52"/>
            <p:cNvSpPr/>
            <p:nvPr/>
          </p:nvSpPr>
          <p:spPr>
            <a:xfrm>
              <a:off x="7261860" y="2897630"/>
              <a:ext cx="1219200" cy="16478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26" name="Group 54"/>
          <p:cNvGrpSpPr/>
          <p:nvPr/>
        </p:nvGrpSpPr>
        <p:grpSpPr>
          <a:xfrm>
            <a:off x="7162908" y="3938205"/>
            <a:ext cx="574384" cy="498474"/>
            <a:chOff x="8783638" y="1235076"/>
            <a:chExt cx="360363" cy="312738"/>
          </a:xfrm>
          <a:solidFill>
            <a:schemeClr val="bg1"/>
          </a:solidFill>
        </p:grpSpPr>
        <p:sp>
          <p:nvSpPr>
            <p:cNvPr id="56" name="Freeform 51"/>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2"/>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0" name="Text Placeholder 3"/>
          <p:cNvSpPr txBox="1">
            <a:spLocks/>
          </p:cNvSpPr>
          <p:nvPr/>
        </p:nvSpPr>
        <p:spPr>
          <a:xfrm>
            <a:off x="2514600" y="1783483"/>
            <a:ext cx="4114800"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61" name="Freeform 45"/>
          <p:cNvSpPr>
            <a:spLocks noEditPoints="1"/>
          </p:cNvSpPr>
          <p:nvPr/>
        </p:nvSpPr>
        <p:spPr bwMode="auto">
          <a:xfrm>
            <a:off x="2118452" y="179727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Text Placeholder 3"/>
          <p:cNvSpPr txBox="1">
            <a:spLocks/>
          </p:cNvSpPr>
          <p:nvPr/>
        </p:nvSpPr>
        <p:spPr>
          <a:xfrm>
            <a:off x="2514600" y="3004356"/>
            <a:ext cx="4114800"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63" name="Freeform 45"/>
          <p:cNvSpPr>
            <a:spLocks noEditPoints="1"/>
          </p:cNvSpPr>
          <p:nvPr/>
        </p:nvSpPr>
        <p:spPr bwMode="auto">
          <a:xfrm>
            <a:off x="2118452" y="301814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Text Placeholder 3"/>
          <p:cNvSpPr txBox="1">
            <a:spLocks/>
          </p:cNvSpPr>
          <p:nvPr/>
        </p:nvSpPr>
        <p:spPr>
          <a:xfrm>
            <a:off x="2514600" y="4267402"/>
            <a:ext cx="4114800"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65" name="Freeform 45"/>
          <p:cNvSpPr>
            <a:spLocks noEditPoints="1"/>
          </p:cNvSpPr>
          <p:nvPr/>
        </p:nvSpPr>
        <p:spPr bwMode="auto">
          <a:xfrm>
            <a:off x="2118452" y="428119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2" presetClass="entr" presetSubtype="2" accel="50000" decel="50000" fill="hold" nodeType="afterEffect">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500" fill="hold"/>
                                        <p:tgtEl>
                                          <p:spTgt spid="11"/>
                                        </p:tgtEl>
                                        <p:attrNameLst>
                                          <p:attrName>ppt_x</p:attrName>
                                        </p:attrNameLst>
                                      </p:cBhvr>
                                      <p:tavLst>
                                        <p:tav tm="0">
                                          <p:val>
                                            <p:strVal val="1+#ppt_w/2"/>
                                          </p:val>
                                        </p:tav>
                                        <p:tav tm="100000">
                                          <p:val>
                                            <p:strVal val="#ppt_x"/>
                                          </p:val>
                                        </p:tav>
                                      </p:tavLst>
                                    </p:anim>
                                    <p:anim calcmode="lin" valueType="num">
                                      <p:cBhvr additive="base">
                                        <p:cTn id="17" dur="500" fill="hold"/>
                                        <p:tgtEl>
                                          <p:spTgt spid="11"/>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53" presetClass="entr" presetSubtype="0" fill="hold" grpId="0" nodeType="afterEffect">
                                  <p:stCondLst>
                                    <p:cond delay="0"/>
                                  </p:stCondLst>
                                  <p:childTnLst>
                                    <p:set>
                                      <p:cBhvr>
                                        <p:cTn id="20" dur="1" fill="hold">
                                          <p:stCondLst>
                                            <p:cond delay="0"/>
                                          </p:stCondLst>
                                        </p:cTn>
                                        <p:tgtEl>
                                          <p:spTgt spid="48"/>
                                        </p:tgtEl>
                                        <p:attrNameLst>
                                          <p:attrName>style.visibility</p:attrName>
                                        </p:attrNameLst>
                                      </p:cBhvr>
                                      <p:to>
                                        <p:strVal val="visible"/>
                                      </p:to>
                                    </p:set>
                                    <p:anim calcmode="lin" valueType="num">
                                      <p:cBhvr>
                                        <p:cTn id="21" dur="500" fill="hold"/>
                                        <p:tgtEl>
                                          <p:spTgt spid="48"/>
                                        </p:tgtEl>
                                        <p:attrNameLst>
                                          <p:attrName>ppt_w</p:attrName>
                                        </p:attrNameLst>
                                      </p:cBhvr>
                                      <p:tavLst>
                                        <p:tav tm="0">
                                          <p:val>
                                            <p:fltVal val="0"/>
                                          </p:val>
                                        </p:tav>
                                        <p:tav tm="100000">
                                          <p:val>
                                            <p:strVal val="#ppt_w"/>
                                          </p:val>
                                        </p:tav>
                                      </p:tavLst>
                                    </p:anim>
                                    <p:anim calcmode="lin" valueType="num">
                                      <p:cBhvr>
                                        <p:cTn id="22" dur="500" fill="hold"/>
                                        <p:tgtEl>
                                          <p:spTgt spid="48"/>
                                        </p:tgtEl>
                                        <p:attrNameLst>
                                          <p:attrName>ppt_h</p:attrName>
                                        </p:attrNameLst>
                                      </p:cBhvr>
                                      <p:tavLst>
                                        <p:tav tm="0">
                                          <p:val>
                                            <p:fltVal val="0"/>
                                          </p:val>
                                        </p:tav>
                                        <p:tav tm="100000">
                                          <p:val>
                                            <p:strVal val="#ppt_h"/>
                                          </p:val>
                                        </p:tav>
                                      </p:tavLst>
                                    </p:anim>
                                    <p:animEffect transition="in" filter="fade">
                                      <p:cBhvr>
                                        <p:cTn id="23" dur="500"/>
                                        <p:tgtEl>
                                          <p:spTgt spid="48"/>
                                        </p:tgtEl>
                                      </p:cBhvr>
                                    </p:animEffect>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 calcmode="lin" valueType="num">
                                      <p:cBhvr>
                                        <p:cTn id="27" dur="500" fill="hold"/>
                                        <p:tgtEl>
                                          <p:spTgt spid="61"/>
                                        </p:tgtEl>
                                        <p:attrNameLst>
                                          <p:attrName>ppt_w</p:attrName>
                                        </p:attrNameLst>
                                      </p:cBhvr>
                                      <p:tavLst>
                                        <p:tav tm="0">
                                          <p:val>
                                            <p:fltVal val="0"/>
                                          </p:val>
                                        </p:tav>
                                        <p:tav tm="100000">
                                          <p:val>
                                            <p:strVal val="#ppt_w"/>
                                          </p:val>
                                        </p:tav>
                                      </p:tavLst>
                                    </p:anim>
                                    <p:anim calcmode="lin" valueType="num">
                                      <p:cBhvr>
                                        <p:cTn id="28" dur="500" fill="hold"/>
                                        <p:tgtEl>
                                          <p:spTgt spid="61"/>
                                        </p:tgtEl>
                                        <p:attrNameLst>
                                          <p:attrName>ppt_h</p:attrName>
                                        </p:attrNameLst>
                                      </p:cBhvr>
                                      <p:tavLst>
                                        <p:tav tm="0">
                                          <p:val>
                                            <p:fltVal val="0"/>
                                          </p:val>
                                        </p:tav>
                                        <p:tav tm="100000">
                                          <p:val>
                                            <p:strVal val="#ppt_h"/>
                                          </p:val>
                                        </p:tav>
                                      </p:tavLst>
                                    </p:anim>
                                    <p:animEffect transition="in" filter="fade">
                                      <p:cBhvr>
                                        <p:cTn id="29" dur="500"/>
                                        <p:tgtEl>
                                          <p:spTgt spid="6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60"/>
                                        </p:tgtEl>
                                        <p:attrNameLst>
                                          <p:attrName>style.visibility</p:attrName>
                                        </p:attrNameLst>
                                      </p:cBhvr>
                                      <p:to>
                                        <p:strVal val="visible"/>
                                      </p:to>
                                    </p:set>
                                    <p:animEffect transition="in" filter="wipe(left)">
                                      <p:cBhvr>
                                        <p:cTn id="32" dur="500"/>
                                        <p:tgtEl>
                                          <p:spTgt spid="60"/>
                                        </p:tgtEl>
                                      </p:cBhvr>
                                    </p:animEffect>
                                  </p:childTnLst>
                                </p:cTn>
                              </p:par>
                            </p:childTnLst>
                          </p:cTn>
                        </p:par>
                        <p:par>
                          <p:cTn id="33" fill="hold">
                            <p:stCondLst>
                              <p:cond delay="2000"/>
                            </p:stCondLst>
                            <p:childTnLst>
                              <p:par>
                                <p:cTn id="34" presetID="2" presetClass="entr" presetSubtype="8" accel="50000" decel="50000" fill="hold" nodeType="after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par>
                                <p:cTn id="38" presetID="2" presetClass="entr" presetSubtype="4" accel="50000" decel="50000" fill="hold" nodeType="with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additive="base">
                                        <p:cTn id="40" dur="500" fill="hold"/>
                                        <p:tgtEl>
                                          <p:spTgt spid="13"/>
                                        </p:tgtEl>
                                        <p:attrNameLst>
                                          <p:attrName>ppt_x</p:attrName>
                                        </p:attrNameLst>
                                      </p:cBhvr>
                                      <p:tavLst>
                                        <p:tav tm="0">
                                          <p:val>
                                            <p:strVal val="#ppt_x"/>
                                          </p:val>
                                        </p:tav>
                                        <p:tav tm="100000">
                                          <p:val>
                                            <p:strVal val="#ppt_x"/>
                                          </p:val>
                                        </p:tav>
                                      </p:tavLst>
                                    </p:anim>
                                    <p:anim calcmode="lin" valueType="num">
                                      <p:cBhvr additive="base">
                                        <p:cTn id="41" dur="500" fill="hold"/>
                                        <p:tgtEl>
                                          <p:spTgt spid="13"/>
                                        </p:tgtEl>
                                        <p:attrNameLst>
                                          <p:attrName>ppt_y</p:attrName>
                                        </p:attrNameLst>
                                      </p:cBhvr>
                                      <p:tavLst>
                                        <p:tav tm="0">
                                          <p:val>
                                            <p:strVal val="1+#ppt_h/2"/>
                                          </p:val>
                                        </p:tav>
                                        <p:tav tm="100000">
                                          <p:val>
                                            <p:strVal val="#ppt_y"/>
                                          </p:val>
                                        </p:tav>
                                      </p:tavLst>
                                    </p:anim>
                                  </p:childTnLst>
                                </p:cTn>
                              </p:par>
                            </p:childTnLst>
                          </p:cTn>
                        </p:par>
                        <p:par>
                          <p:cTn id="42" fill="hold">
                            <p:stCondLst>
                              <p:cond delay="2500"/>
                            </p:stCondLst>
                            <p:childTnLst>
                              <p:par>
                                <p:cTn id="43" presetID="2" presetClass="entr" presetSubtype="2" accel="50000" decel="50000" fill="hold" nodeType="afterEffect">
                                  <p:stCondLst>
                                    <p:cond delay="0"/>
                                  </p:stCondLst>
                                  <p:childTnLst>
                                    <p:set>
                                      <p:cBhvr>
                                        <p:cTn id="44" dur="1" fill="hold">
                                          <p:stCondLst>
                                            <p:cond delay="0"/>
                                          </p:stCondLst>
                                        </p:cTn>
                                        <p:tgtEl>
                                          <p:spTgt spid="12"/>
                                        </p:tgtEl>
                                        <p:attrNameLst>
                                          <p:attrName>style.visibility</p:attrName>
                                        </p:attrNameLst>
                                      </p:cBhvr>
                                      <p:to>
                                        <p:strVal val="visible"/>
                                      </p:to>
                                    </p:set>
                                    <p:anim calcmode="lin" valueType="num">
                                      <p:cBhvr additive="base">
                                        <p:cTn id="45" dur="500" fill="hold"/>
                                        <p:tgtEl>
                                          <p:spTgt spid="12"/>
                                        </p:tgtEl>
                                        <p:attrNameLst>
                                          <p:attrName>ppt_x</p:attrName>
                                        </p:attrNameLst>
                                      </p:cBhvr>
                                      <p:tavLst>
                                        <p:tav tm="0">
                                          <p:val>
                                            <p:strVal val="1+#ppt_w/2"/>
                                          </p:val>
                                        </p:tav>
                                        <p:tav tm="100000">
                                          <p:val>
                                            <p:strVal val="#ppt_x"/>
                                          </p:val>
                                        </p:tav>
                                      </p:tavLst>
                                    </p:anim>
                                    <p:anim calcmode="lin" valueType="num">
                                      <p:cBhvr additive="base">
                                        <p:cTn id="46" dur="500" fill="hold"/>
                                        <p:tgtEl>
                                          <p:spTgt spid="12"/>
                                        </p:tgtEl>
                                        <p:attrNameLst>
                                          <p:attrName>ppt_y</p:attrName>
                                        </p:attrNameLst>
                                      </p:cBhvr>
                                      <p:tavLst>
                                        <p:tav tm="0">
                                          <p:val>
                                            <p:strVal val="#ppt_y"/>
                                          </p:val>
                                        </p:tav>
                                        <p:tav tm="100000">
                                          <p:val>
                                            <p:strVal val="#ppt_y"/>
                                          </p:val>
                                        </p:tav>
                                      </p:tavLst>
                                    </p:anim>
                                  </p:childTnLst>
                                </p:cTn>
                              </p:par>
                            </p:childTnLst>
                          </p:cTn>
                        </p:par>
                        <p:par>
                          <p:cTn id="47" fill="hold">
                            <p:stCondLst>
                              <p:cond delay="3000"/>
                            </p:stCondLst>
                            <p:childTnLst>
                              <p:par>
                                <p:cTn id="48" presetID="53" presetClass="entr" presetSubtype="0" fill="hold" grpId="0" nodeType="afterEffect">
                                  <p:stCondLst>
                                    <p:cond delay="0"/>
                                  </p:stCondLst>
                                  <p:childTnLst>
                                    <p:set>
                                      <p:cBhvr>
                                        <p:cTn id="49" dur="1" fill="hold">
                                          <p:stCondLst>
                                            <p:cond delay="0"/>
                                          </p:stCondLst>
                                        </p:cTn>
                                        <p:tgtEl>
                                          <p:spTgt spid="49"/>
                                        </p:tgtEl>
                                        <p:attrNameLst>
                                          <p:attrName>style.visibility</p:attrName>
                                        </p:attrNameLst>
                                      </p:cBhvr>
                                      <p:to>
                                        <p:strVal val="visible"/>
                                      </p:to>
                                    </p:set>
                                    <p:anim calcmode="lin" valueType="num">
                                      <p:cBhvr>
                                        <p:cTn id="50" dur="500" fill="hold"/>
                                        <p:tgtEl>
                                          <p:spTgt spid="49"/>
                                        </p:tgtEl>
                                        <p:attrNameLst>
                                          <p:attrName>ppt_w</p:attrName>
                                        </p:attrNameLst>
                                      </p:cBhvr>
                                      <p:tavLst>
                                        <p:tav tm="0">
                                          <p:val>
                                            <p:fltVal val="0"/>
                                          </p:val>
                                        </p:tav>
                                        <p:tav tm="100000">
                                          <p:val>
                                            <p:strVal val="#ppt_w"/>
                                          </p:val>
                                        </p:tav>
                                      </p:tavLst>
                                    </p:anim>
                                    <p:anim calcmode="lin" valueType="num">
                                      <p:cBhvr>
                                        <p:cTn id="51" dur="500" fill="hold"/>
                                        <p:tgtEl>
                                          <p:spTgt spid="49"/>
                                        </p:tgtEl>
                                        <p:attrNameLst>
                                          <p:attrName>ppt_h</p:attrName>
                                        </p:attrNameLst>
                                      </p:cBhvr>
                                      <p:tavLst>
                                        <p:tav tm="0">
                                          <p:val>
                                            <p:fltVal val="0"/>
                                          </p:val>
                                        </p:tav>
                                        <p:tav tm="100000">
                                          <p:val>
                                            <p:strVal val="#ppt_h"/>
                                          </p:val>
                                        </p:tav>
                                      </p:tavLst>
                                    </p:anim>
                                    <p:animEffect transition="in" filter="fade">
                                      <p:cBhvr>
                                        <p:cTn id="52" dur="500"/>
                                        <p:tgtEl>
                                          <p:spTgt spid="49"/>
                                        </p:tgtEl>
                                      </p:cBhvr>
                                    </p:animEffect>
                                  </p:childTnLst>
                                </p:cTn>
                              </p:par>
                            </p:childTnLst>
                          </p:cTn>
                        </p:par>
                        <p:par>
                          <p:cTn id="53" fill="hold">
                            <p:stCondLst>
                              <p:cond delay="3500"/>
                            </p:stCondLst>
                            <p:childTnLst>
                              <p:par>
                                <p:cTn id="54" presetID="53" presetClass="entr" presetSubtype="0" fill="hold" grpId="0" nodeType="afterEffect">
                                  <p:stCondLst>
                                    <p:cond delay="0"/>
                                  </p:stCondLst>
                                  <p:childTnLst>
                                    <p:set>
                                      <p:cBhvr>
                                        <p:cTn id="55" dur="1" fill="hold">
                                          <p:stCondLst>
                                            <p:cond delay="0"/>
                                          </p:stCondLst>
                                        </p:cTn>
                                        <p:tgtEl>
                                          <p:spTgt spid="63"/>
                                        </p:tgtEl>
                                        <p:attrNameLst>
                                          <p:attrName>style.visibility</p:attrName>
                                        </p:attrNameLst>
                                      </p:cBhvr>
                                      <p:to>
                                        <p:strVal val="visible"/>
                                      </p:to>
                                    </p:set>
                                    <p:anim calcmode="lin" valueType="num">
                                      <p:cBhvr>
                                        <p:cTn id="56" dur="500" fill="hold"/>
                                        <p:tgtEl>
                                          <p:spTgt spid="63"/>
                                        </p:tgtEl>
                                        <p:attrNameLst>
                                          <p:attrName>ppt_w</p:attrName>
                                        </p:attrNameLst>
                                      </p:cBhvr>
                                      <p:tavLst>
                                        <p:tav tm="0">
                                          <p:val>
                                            <p:fltVal val="0"/>
                                          </p:val>
                                        </p:tav>
                                        <p:tav tm="100000">
                                          <p:val>
                                            <p:strVal val="#ppt_w"/>
                                          </p:val>
                                        </p:tav>
                                      </p:tavLst>
                                    </p:anim>
                                    <p:anim calcmode="lin" valueType="num">
                                      <p:cBhvr>
                                        <p:cTn id="57" dur="500" fill="hold"/>
                                        <p:tgtEl>
                                          <p:spTgt spid="63"/>
                                        </p:tgtEl>
                                        <p:attrNameLst>
                                          <p:attrName>ppt_h</p:attrName>
                                        </p:attrNameLst>
                                      </p:cBhvr>
                                      <p:tavLst>
                                        <p:tav tm="0">
                                          <p:val>
                                            <p:fltVal val="0"/>
                                          </p:val>
                                        </p:tav>
                                        <p:tav tm="100000">
                                          <p:val>
                                            <p:strVal val="#ppt_h"/>
                                          </p:val>
                                        </p:tav>
                                      </p:tavLst>
                                    </p:anim>
                                    <p:animEffect transition="in" filter="fade">
                                      <p:cBhvr>
                                        <p:cTn id="58" dur="500"/>
                                        <p:tgtEl>
                                          <p:spTgt spid="63"/>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62"/>
                                        </p:tgtEl>
                                        <p:attrNameLst>
                                          <p:attrName>style.visibility</p:attrName>
                                        </p:attrNameLst>
                                      </p:cBhvr>
                                      <p:to>
                                        <p:strVal val="visible"/>
                                      </p:to>
                                    </p:set>
                                    <p:animEffect transition="in" filter="wipe(left)">
                                      <p:cBhvr>
                                        <p:cTn id="61" dur="500"/>
                                        <p:tgtEl>
                                          <p:spTgt spid="62"/>
                                        </p:tgtEl>
                                      </p:cBhvr>
                                    </p:animEffect>
                                  </p:childTnLst>
                                </p:cTn>
                              </p:par>
                            </p:childTnLst>
                          </p:cTn>
                        </p:par>
                        <p:par>
                          <p:cTn id="62" fill="hold">
                            <p:stCondLst>
                              <p:cond delay="4000"/>
                            </p:stCondLst>
                            <p:childTnLst>
                              <p:par>
                                <p:cTn id="63" presetID="2" presetClass="entr" presetSubtype="8" accel="50000" decel="50000"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 calcmode="lin" valueType="num">
                                      <p:cBhvr additive="base">
                                        <p:cTn id="65" dur="500" fill="hold"/>
                                        <p:tgtEl>
                                          <p:spTgt spid="10"/>
                                        </p:tgtEl>
                                        <p:attrNameLst>
                                          <p:attrName>ppt_x</p:attrName>
                                        </p:attrNameLst>
                                      </p:cBhvr>
                                      <p:tavLst>
                                        <p:tav tm="0">
                                          <p:val>
                                            <p:strVal val="0-#ppt_w/2"/>
                                          </p:val>
                                        </p:tav>
                                        <p:tav tm="100000">
                                          <p:val>
                                            <p:strVal val="#ppt_x"/>
                                          </p:val>
                                        </p:tav>
                                      </p:tavLst>
                                    </p:anim>
                                    <p:anim calcmode="lin" valueType="num">
                                      <p:cBhvr additive="base">
                                        <p:cTn id="66" dur="500" fill="hold"/>
                                        <p:tgtEl>
                                          <p:spTgt spid="10"/>
                                        </p:tgtEl>
                                        <p:attrNameLst>
                                          <p:attrName>ppt_y</p:attrName>
                                        </p:attrNameLst>
                                      </p:cBhvr>
                                      <p:tavLst>
                                        <p:tav tm="0">
                                          <p:val>
                                            <p:strVal val="#ppt_y"/>
                                          </p:val>
                                        </p:tav>
                                        <p:tav tm="100000">
                                          <p:val>
                                            <p:strVal val="#ppt_y"/>
                                          </p:val>
                                        </p:tav>
                                      </p:tavLst>
                                    </p:anim>
                                  </p:childTnLst>
                                </p:cTn>
                              </p:par>
                              <p:par>
                                <p:cTn id="67" presetID="2" presetClass="entr" presetSubtype="4" accel="50000" decel="50000" fill="hold" nodeType="withEffect">
                                  <p:stCondLst>
                                    <p:cond delay="0"/>
                                  </p:stCondLst>
                                  <p:childTnLst>
                                    <p:set>
                                      <p:cBhvr>
                                        <p:cTn id="68" dur="1" fill="hold">
                                          <p:stCondLst>
                                            <p:cond delay="0"/>
                                          </p:stCondLst>
                                        </p:cTn>
                                        <p:tgtEl>
                                          <p:spTgt spid="19"/>
                                        </p:tgtEl>
                                        <p:attrNameLst>
                                          <p:attrName>style.visibility</p:attrName>
                                        </p:attrNameLst>
                                      </p:cBhvr>
                                      <p:to>
                                        <p:strVal val="visible"/>
                                      </p:to>
                                    </p:set>
                                    <p:anim calcmode="lin" valueType="num">
                                      <p:cBhvr additive="base">
                                        <p:cTn id="69" dur="500" fill="hold"/>
                                        <p:tgtEl>
                                          <p:spTgt spid="19"/>
                                        </p:tgtEl>
                                        <p:attrNameLst>
                                          <p:attrName>ppt_x</p:attrName>
                                        </p:attrNameLst>
                                      </p:cBhvr>
                                      <p:tavLst>
                                        <p:tav tm="0">
                                          <p:val>
                                            <p:strVal val="#ppt_x"/>
                                          </p:val>
                                        </p:tav>
                                        <p:tav tm="100000">
                                          <p:val>
                                            <p:strVal val="#ppt_x"/>
                                          </p:val>
                                        </p:tav>
                                      </p:tavLst>
                                    </p:anim>
                                    <p:anim calcmode="lin" valueType="num">
                                      <p:cBhvr additive="base">
                                        <p:cTn id="70" dur="500" fill="hold"/>
                                        <p:tgtEl>
                                          <p:spTgt spid="19"/>
                                        </p:tgtEl>
                                        <p:attrNameLst>
                                          <p:attrName>ppt_y</p:attrName>
                                        </p:attrNameLst>
                                      </p:cBhvr>
                                      <p:tavLst>
                                        <p:tav tm="0">
                                          <p:val>
                                            <p:strVal val="1+#ppt_h/2"/>
                                          </p:val>
                                        </p:tav>
                                        <p:tav tm="100000">
                                          <p:val>
                                            <p:strVal val="#ppt_y"/>
                                          </p:val>
                                        </p:tav>
                                      </p:tavLst>
                                    </p:anim>
                                  </p:childTnLst>
                                </p:cTn>
                              </p:par>
                            </p:childTnLst>
                          </p:cTn>
                        </p:par>
                        <p:par>
                          <p:cTn id="71" fill="hold">
                            <p:stCondLst>
                              <p:cond delay="4500"/>
                            </p:stCondLst>
                            <p:childTnLst>
                              <p:par>
                                <p:cTn id="72" presetID="2" presetClass="entr" presetSubtype="2" accel="50000" decel="50000" fill="hold" nodeType="after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 fill="hold"/>
                                        <p:tgtEl>
                                          <p:spTgt spid="25"/>
                                        </p:tgtEl>
                                        <p:attrNameLst>
                                          <p:attrName>ppt_x</p:attrName>
                                        </p:attrNameLst>
                                      </p:cBhvr>
                                      <p:tavLst>
                                        <p:tav tm="0">
                                          <p:val>
                                            <p:strVal val="1+#ppt_w/2"/>
                                          </p:val>
                                        </p:tav>
                                        <p:tav tm="100000">
                                          <p:val>
                                            <p:strVal val="#ppt_x"/>
                                          </p:val>
                                        </p:tav>
                                      </p:tavLst>
                                    </p:anim>
                                    <p:anim calcmode="lin" valueType="num">
                                      <p:cBhvr additive="base">
                                        <p:cTn id="75" dur="500" fill="hold"/>
                                        <p:tgtEl>
                                          <p:spTgt spid="25"/>
                                        </p:tgtEl>
                                        <p:attrNameLst>
                                          <p:attrName>ppt_y</p:attrName>
                                        </p:attrNameLst>
                                      </p:cBhvr>
                                      <p:tavLst>
                                        <p:tav tm="0">
                                          <p:val>
                                            <p:strVal val="#ppt_y"/>
                                          </p:val>
                                        </p:tav>
                                        <p:tav tm="100000">
                                          <p:val>
                                            <p:strVal val="#ppt_y"/>
                                          </p:val>
                                        </p:tav>
                                      </p:tavLst>
                                    </p:anim>
                                  </p:childTnLst>
                                </p:cTn>
                              </p:par>
                            </p:childTnLst>
                          </p:cTn>
                        </p:par>
                        <p:par>
                          <p:cTn id="76" fill="hold">
                            <p:stCondLst>
                              <p:cond delay="5000"/>
                            </p:stCondLst>
                            <p:childTnLst>
                              <p:par>
                                <p:cTn id="77" presetID="53" presetClass="entr" presetSubtype="0" fill="hold" nodeType="after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p:cTn id="79" dur="500" fill="hold"/>
                                        <p:tgtEl>
                                          <p:spTgt spid="26"/>
                                        </p:tgtEl>
                                        <p:attrNameLst>
                                          <p:attrName>ppt_w</p:attrName>
                                        </p:attrNameLst>
                                      </p:cBhvr>
                                      <p:tavLst>
                                        <p:tav tm="0">
                                          <p:val>
                                            <p:fltVal val="0"/>
                                          </p:val>
                                        </p:tav>
                                        <p:tav tm="100000">
                                          <p:val>
                                            <p:strVal val="#ppt_w"/>
                                          </p:val>
                                        </p:tav>
                                      </p:tavLst>
                                    </p:anim>
                                    <p:anim calcmode="lin" valueType="num">
                                      <p:cBhvr>
                                        <p:cTn id="80" dur="500" fill="hold"/>
                                        <p:tgtEl>
                                          <p:spTgt spid="26"/>
                                        </p:tgtEl>
                                        <p:attrNameLst>
                                          <p:attrName>ppt_h</p:attrName>
                                        </p:attrNameLst>
                                      </p:cBhvr>
                                      <p:tavLst>
                                        <p:tav tm="0">
                                          <p:val>
                                            <p:fltVal val="0"/>
                                          </p:val>
                                        </p:tav>
                                        <p:tav tm="100000">
                                          <p:val>
                                            <p:strVal val="#ppt_h"/>
                                          </p:val>
                                        </p:tav>
                                      </p:tavLst>
                                    </p:anim>
                                    <p:animEffect transition="in" filter="fade">
                                      <p:cBhvr>
                                        <p:cTn id="81" dur="500"/>
                                        <p:tgtEl>
                                          <p:spTgt spid="26"/>
                                        </p:tgtEl>
                                      </p:cBhvr>
                                    </p:animEffect>
                                  </p:childTnLst>
                                </p:cTn>
                              </p:par>
                            </p:childTnLst>
                          </p:cTn>
                        </p:par>
                        <p:par>
                          <p:cTn id="82" fill="hold">
                            <p:stCondLst>
                              <p:cond delay="5500"/>
                            </p:stCondLst>
                            <p:childTnLst>
                              <p:par>
                                <p:cTn id="83" presetID="53" presetClass="entr" presetSubtype="0" fill="hold" grpId="0" nodeType="afterEffect">
                                  <p:stCondLst>
                                    <p:cond delay="0"/>
                                  </p:stCondLst>
                                  <p:childTnLst>
                                    <p:set>
                                      <p:cBhvr>
                                        <p:cTn id="84" dur="1" fill="hold">
                                          <p:stCondLst>
                                            <p:cond delay="0"/>
                                          </p:stCondLst>
                                        </p:cTn>
                                        <p:tgtEl>
                                          <p:spTgt spid="65"/>
                                        </p:tgtEl>
                                        <p:attrNameLst>
                                          <p:attrName>style.visibility</p:attrName>
                                        </p:attrNameLst>
                                      </p:cBhvr>
                                      <p:to>
                                        <p:strVal val="visible"/>
                                      </p:to>
                                    </p:set>
                                    <p:anim calcmode="lin" valueType="num">
                                      <p:cBhvr>
                                        <p:cTn id="85" dur="500" fill="hold"/>
                                        <p:tgtEl>
                                          <p:spTgt spid="65"/>
                                        </p:tgtEl>
                                        <p:attrNameLst>
                                          <p:attrName>ppt_w</p:attrName>
                                        </p:attrNameLst>
                                      </p:cBhvr>
                                      <p:tavLst>
                                        <p:tav tm="0">
                                          <p:val>
                                            <p:fltVal val="0"/>
                                          </p:val>
                                        </p:tav>
                                        <p:tav tm="100000">
                                          <p:val>
                                            <p:strVal val="#ppt_w"/>
                                          </p:val>
                                        </p:tav>
                                      </p:tavLst>
                                    </p:anim>
                                    <p:anim calcmode="lin" valueType="num">
                                      <p:cBhvr>
                                        <p:cTn id="86" dur="500" fill="hold"/>
                                        <p:tgtEl>
                                          <p:spTgt spid="65"/>
                                        </p:tgtEl>
                                        <p:attrNameLst>
                                          <p:attrName>ppt_h</p:attrName>
                                        </p:attrNameLst>
                                      </p:cBhvr>
                                      <p:tavLst>
                                        <p:tav tm="0">
                                          <p:val>
                                            <p:fltVal val="0"/>
                                          </p:val>
                                        </p:tav>
                                        <p:tav tm="100000">
                                          <p:val>
                                            <p:strVal val="#ppt_h"/>
                                          </p:val>
                                        </p:tav>
                                      </p:tavLst>
                                    </p:anim>
                                    <p:animEffect transition="in" filter="fade">
                                      <p:cBhvr>
                                        <p:cTn id="87" dur="500"/>
                                        <p:tgtEl>
                                          <p:spTgt spid="65"/>
                                        </p:tgtEl>
                                      </p:cBhvr>
                                    </p:animEffect>
                                  </p:childTnLst>
                                </p:cTn>
                              </p:par>
                              <p:par>
                                <p:cTn id="88" presetID="22" presetClass="entr" presetSubtype="8" fill="hold" grpId="0" nodeType="withEffect">
                                  <p:stCondLst>
                                    <p:cond delay="0"/>
                                  </p:stCondLst>
                                  <p:childTnLst>
                                    <p:set>
                                      <p:cBhvr>
                                        <p:cTn id="89" dur="1" fill="hold">
                                          <p:stCondLst>
                                            <p:cond delay="0"/>
                                          </p:stCondLst>
                                        </p:cTn>
                                        <p:tgtEl>
                                          <p:spTgt spid="64"/>
                                        </p:tgtEl>
                                        <p:attrNameLst>
                                          <p:attrName>style.visibility</p:attrName>
                                        </p:attrNameLst>
                                      </p:cBhvr>
                                      <p:to>
                                        <p:strVal val="visible"/>
                                      </p:to>
                                    </p:set>
                                    <p:animEffect transition="in" filter="wipe(left)">
                                      <p:cBhvr>
                                        <p:cTn id="90"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60" grpId="0"/>
      <p:bldP spid="61" grpId="0" animBg="1"/>
      <p:bldP spid="62" grpId="0"/>
      <p:bldP spid="63" grpId="0" animBg="1"/>
      <p:bldP spid="64" grpId="0"/>
      <p:bldP spid="6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224087"/>
            <a:ext cx="3006725" cy="566738"/>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TextBox 22"/>
          <p:cNvSpPr txBox="1"/>
          <p:nvPr/>
        </p:nvSpPr>
        <p:spPr>
          <a:xfrm>
            <a:off x="3733800" y="2248555"/>
            <a:ext cx="3810659" cy="523220"/>
          </a:xfrm>
          <a:prstGeom prst="rect">
            <a:avLst/>
          </a:prstGeom>
          <a:noFill/>
        </p:spPr>
        <p:txBody>
          <a:bodyPr wrap="none" rtlCol="0">
            <a:spAutoFit/>
          </a:bodyPr>
          <a:lstStyle/>
          <a:p>
            <a:r>
              <a:rPr lang="en-US" sz="2800" b="1" cap="all" dirty="0">
                <a:solidFill>
                  <a:schemeClr val="tx1">
                    <a:lumMod val="50000"/>
                    <a:lumOff val="50000"/>
                  </a:schemeClr>
                </a:solidFill>
              </a:rPr>
              <a:t>PROCESS INFOGRAPHICS</a:t>
            </a:r>
            <a:endParaRPr lang="en-US" sz="2800" b="1" dirty="0">
              <a:solidFill>
                <a:schemeClr val="tx1">
                  <a:lumMod val="50000"/>
                  <a:lumOff val="50000"/>
                </a:schemeClr>
              </a:solidFill>
            </a:endParaRPr>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slide(fromBottom)">
                                      <p:cBhvr>
                                        <p:cTn id="1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 grpId="0" animBg="1"/>
      <p:bldP spid="23"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Take Great Steps</a:t>
            </a:r>
            <a:endParaRPr lang="en-US" dirty="0"/>
          </a:p>
        </p:txBody>
      </p:sp>
      <p:sp>
        <p:nvSpPr>
          <p:cNvPr id="4" name="Text Placeholder 3"/>
          <p:cNvSpPr>
            <a:spLocks noGrp="1"/>
          </p:cNvSpPr>
          <p:nvPr>
            <p:ph type="body" sz="half" idx="2"/>
          </p:nvPr>
        </p:nvSpPr>
        <p:spPr/>
        <p:txBody>
          <a:bodyPr/>
          <a:lstStyle/>
          <a:p>
            <a:r>
              <a:rPr lang="en-US"/>
              <a:t>Take Great Steps</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69</a:t>
            </a:fld>
            <a:endParaRPr lang="en-US" dirty="0"/>
          </a:p>
        </p:txBody>
      </p:sp>
      <p:cxnSp>
        <p:nvCxnSpPr>
          <p:cNvPr id="26" name="Straight Connector 25"/>
          <p:cNvCxnSpPr/>
          <p:nvPr/>
        </p:nvCxnSpPr>
        <p:spPr>
          <a:xfrm>
            <a:off x="1460304" y="1753985"/>
            <a:ext cx="1785817" cy="0"/>
          </a:xfrm>
          <a:prstGeom prst="line">
            <a:avLst/>
          </a:prstGeom>
          <a:ln w="38100" cap="rnd">
            <a:solidFill>
              <a:schemeClr val="accent1"/>
            </a:solidFill>
            <a:headEnd type="oval"/>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8822" y="1753985"/>
            <a:ext cx="1785817" cy="0"/>
          </a:xfrm>
          <a:prstGeom prst="line">
            <a:avLst/>
          </a:prstGeom>
          <a:ln w="38100" cap="rnd">
            <a:solidFill>
              <a:schemeClr val="accent2"/>
            </a:solidFill>
            <a:headEnd type="oval"/>
            <a:tailEnd type="triangl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428146" y="1753985"/>
            <a:ext cx="1785817" cy="0"/>
          </a:xfrm>
          <a:prstGeom prst="line">
            <a:avLst/>
          </a:prstGeom>
          <a:ln w="38100" cap="rnd">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45" name="Elbow Connector 44"/>
          <p:cNvCxnSpPr/>
          <p:nvPr/>
        </p:nvCxnSpPr>
        <p:spPr>
          <a:xfrm rot="10800000" flipV="1">
            <a:off x="6325055" y="1753984"/>
            <a:ext cx="1888910" cy="1540235"/>
          </a:xfrm>
          <a:prstGeom prst="bentConnector3">
            <a:avLst>
              <a:gd name="adj1" fmla="val -698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H="1">
            <a:off x="3899749" y="3294219"/>
            <a:ext cx="1785817" cy="0"/>
          </a:xfrm>
          <a:prstGeom prst="line">
            <a:avLst/>
          </a:prstGeom>
          <a:ln w="38100" cap="rnd">
            <a:solidFill>
              <a:schemeClr val="accent4"/>
            </a:solidFill>
            <a:headEnd type="oval"/>
            <a:tailEnd type="triangle"/>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0800000">
            <a:off x="1051166" y="3294219"/>
            <a:ext cx="2156857" cy="1588"/>
          </a:xfrm>
          <a:prstGeom prst="line">
            <a:avLst/>
          </a:prstGeom>
          <a:ln w="38100" cap="rnd">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grpSp>
        <p:nvGrpSpPr>
          <p:cNvPr id="3" name="Group 43"/>
          <p:cNvGrpSpPr/>
          <p:nvPr/>
        </p:nvGrpSpPr>
        <p:grpSpPr>
          <a:xfrm>
            <a:off x="771728" y="1428750"/>
            <a:ext cx="650476" cy="650470"/>
            <a:chOff x="618873" y="1239440"/>
            <a:chExt cx="650476" cy="650470"/>
          </a:xfrm>
        </p:grpSpPr>
        <p:sp>
          <p:nvSpPr>
            <p:cNvPr id="36" name="Oval 35"/>
            <p:cNvSpPr/>
            <p:nvPr/>
          </p:nvSpPr>
          <p:spPr>
            <a:xfrm>
              <a:off x="618873" y="1239440"/>
              <a:ext cx="650476" cy="650470"/>
            </a:xfrm>
            <a:prstGeom prst="ellips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4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45"/>
          <p:cNvGrpSpPr/>
          <p:nvPr/>
        </p:nvGrpSpPr>
        <p:grpSpPr>
          <a:xfrm>
            <a:off x="3246121" y="1428750"/>
            <a:ext cx="650476" cy="650470"/>
            <a:chOff x="618873" y="1239440"/>
            <a:chExt cx="650476" cy="650470"/>
          </a:xfrm>
        </p:grpSpPr>
        <p:sp>
          <p:nvSpPr>
            <p:cNvPr id="47" name="Oval 46"/>
            <p:cNvSpPr/>
            <p:nvPr/>
          </p:nvSpPr>
          <p:spPr>
            <a:xfrm>
              <a:off x="618873" y="1239440"/>
              <a:ext cx="650476" cy="65047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48"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48"/>
          <p:cNvGrpSpPr/>
          <p:nvPr/>
        </p:nvGrpSpPr>
        <p:grpSpPr>
          <a:xfrm>
            <a:off x="5725183" y="1428750"/>
            <a:ext cx="650476" cy="650470"/>
            <a:chOff x="618873" y="1239440"/>
            <a:chExt cx="650476" cy="650470"/>
          </a:xfrm>
        </p:grpSpPr>
        <p:sp>
          <p:nvSpPr>
            <p:cNvPr id="50" name="Oval 49"/>
            <p:cNvSpPr/>
            <p:nvPr/>
          </p:nvSpPr>
          <p:spPr>
            <a:xfrm>
              <a:off x="618873" y="1239440"/>
              <a:ext cx="650476" cy="650470"/>
            </a:xfrm>
            <a:prstGeom prst="ellipse">
              <a:avLst/>
            </a:prstGeom>
            <a:solidFill>
              <a:schemeClr val="accent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5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 name="Group 51"/>
          <p:cNvGrpSpPr/>
          <p:nvPr/>
        </p:nvGrpSpPr>
        <p:grpSpPr>
          <a:xfrm rot="10800000">
            <a:off x="5725183" y="2968984"/>
            <a:ext cx="650476" cy="650470"/>
            <a:chOff x="618873" y="1239440"/>
            <a:chExt cx="650476" cy="650470"/>
          </a:xfrm>
        </p:grpSpPr>
        <p:sp>
          <p:nvSpPr>
            <p:cNvPr id="53" name="Oval 52"/>
            <p:cNvSpPr/>
            <p:nvPr/>
          </p:nvSpPr>
          <p:spPr>
            <a:xfrm>
              <a:off x="618873" y="1239440"/>
              <a:ext cx="650476" cy="650470"/>
            </a:xfrm>
            <a:prstGeom prst="ellipse">
              <a:avLst/>
            </a:prstGeom>
            <a:solidFill>
              <a:schemeClr val="accent4"/>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54"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 name="Group 54"/>
          <p:cNvGrpSpPr/>
          <p:nvPr/>
        </p:nvGrpSpPr>
        <p:grpSpPr>
          <a:xfrm rot="10800000">
            <a:off x="3269434" y="2968984"/>
            <a:ext cx="650476" cy="650470"/>
            <a:chOff x="618873" y="1239440"/>
            <a:chExt cx="650476" cy="650470"/>
          </a:xfrm>
        </p:grpSpPr>
        <p:sp>
          <p:nvSpPr>
            <p:cNvPr id="57" name="Oval 56"/>
            <p:cNvSpPr/>
            <p:nvPr/>
          </p:nvSpPr>
          <p:spPr>
            <a:xfrm>
              <a:off x="618873" y="1239440"/>
              <a:ext cx="650476" cy="650470"/>
            </a:xfrm>
            <a:prstGeom prst="ellipse">
              <a:avLst/>
            </a:prstGeom>
            <a:solidFill>
              <a:schemeClr val="accent5"/>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6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27" name="Straight Connector 26"/>
          <p:cNvCxnSpPr/>
          <p:nvPr/>
        </p:nvCxnSpPr>
        <p:spPr>
          <a:xfrm rot="16200000" flipV="1">
            <a:off x="128114" y="4218860"/>
            <a:ext cx="1847692" cy="1588"/>
          </a:xfrm>
          <a:prstGeom prst="line">
            <a:avLst/>
          </a:prstGeom>
          <a:ln w="38100" cap="rnd">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Footer Text"/>
          <p:cNvSpPr txBox="1"/>
          <p:nvPr/>
        </p:nvSpPr>
        <p:spPr>
          <a:xfrm>
            <a:off x="304754" y="2129853"/>
            <a:ext cx="1632192" cy="800219"/>
          </a:xfrm>
          <a:prstGeom prst="rect">
            <a:avLst/>
          </a:prstGeom>
          <a:noFill/>
        </p:spPr>
        <p:txBody>
          <a:bodyPr wrap="square" lIns="0" tIns="0" rIns="0" bIns="0" rtlCol="0">
            <a:spAutoFit/>
          </a:bodyPr>
          <a:lstStyle/>
          <a:p>
            <a:pPr algn="ctr"/>
            <a:r>
              <a:rPr lang="en-US" sz="1200" b="1" dirty="0">
                <a:solidFill>
                  <a:schemeClr val="accent1"/>
                </a:solidFill>
              </a:rPr>
              <a:t>Keyword Here</a:t>
            </a:r>
            <a:endParaRPr lang="en-US" sz="1200" dirty="0">
              <a:solidFill>
                <a:schemeClr val="tx1">
                  <a:lumMod val="50000"/>
                  <a:lumOff val="50000"/>
                </a:schemeClr>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32" name="Footer Text"/>
          <p:cNvSpPr txBox="1"/>
          <p:nvPr/>
        </p:nvSpPr>
        <p:spPr>
          <a:xfrm>
            <a:off x="2790216" y="2129853"/>
            <a:ext cx="1632192" cy="800219"/>
          </a:xfrm>
          <a:prstGeom prst="rect">
            <a:avLst/>
          </a:prstGeom>
          <a:noFill/>
        </p:spPr>
        <p:txBody>
          <a:bodyPr wrap="square" lIns="0" tIns="0" rIns="0" bIns="0" rtlCol="0">
            <a:spAutoFit/>
          </a:bodyPr>
          <a:lstStyle/>
          <a:p>
            <a:pPr algn="ctr"/>
            <a:r>
              <a:rPr lang="en-US" sz="1200" b="1" dirty="0">
                <a:solidFill>
                  <a:schemeClr val="accent2"/>
                </a:solidFill>
              </a:rPr>
              <a:t>Keyword Here</a:t>
            </a:r>
            <a:endParaRPr lang="en-US" sz="1200" dirty="0">
              <a:solidFill>
                <a:schemeClr val="accent2"/>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33" name="Footer Text"/>
          <p:cNvSpPr txBox="1"/>
          <p:nvPr/>
        </p:nvSpPr>
        <p:spPr>
          <a:xfrm>
            <a:off x="5277256" y="2129853"/>
            <a:ext cx="1632192" cy="800219"/>
          </a:xfrm>
          <a:prstGeom prst="rect">
            <a:avLst/>
          </a:prstGeom>
          <a:noFill/>
        </p:spPr>
        <p:txBody>
          <a:bodyPr wrap="square" lIns="0" tIns="0" rIns="0" bIns="0" rtlCol="0">
            <a:spAutoFit/>
          </a:bodyPr>
          <a:lstStyle/>
          <a:p>
            <a:pPr algn="ctr"/>
            <a:r>
              <a:rPr lang="en-US" sz="1200" b="1" dirty="0">
                <a:solidFill>
                  <a:schemeClr val="accent3"/>
                </a:solidFill>
              </a:rPr>
              <a:t>Keyword Here</a:t>
            </a:r>
            <a:endParaRPr lang="en-US" sz="1200" dirty="0">
              <a:solidFill>
                <a:schemeClr val="accent3"/>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34" name="Footer Text"/>
          <p:cNvSpPr txBox="1"/>
          <p:nvPr/>
        </p:nvSpPr>
        <p:spPr>
          <a:xfrm>
            <a:off x="2790216" y="3648638"/>
            <a:ext cx="1632192" cy="800219"/>
          </a:xfrm>
          <a:prstGeom prst="rect">
            <a:avLst/>
          </a:prstGeom>
          <a:noFill/>
        </p:spPr>
        <p:txBody>
          <a:bodyPr wrap="square" lIns="0" tIns="0" rIns="0" bIns="0" rtlCol="0">
            <a:spAutoFit/>
          </a:bodyPr>
          <a:lstStyle/>
          <a:p>
            <a:pPr algn="ctr"/>
            <a:r>
              <a:rPr lang="en-US" sz="1200" b="1" dirty="0">
                <a:solidFill>
                  <a:schemeClr val="accent5"/>
                </a:solidFill>
              </a:rPr>
              <a:t>Keyword Here</a:t>
            </a:r>
            <a:endParaRPr lang="en-US" sz="1200" dirty="0">
              <a:solidFill>
                <a:schemeClr val="accent5"/>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37" name="Footer Text"/>
          <p:cNvSpPr txBox="1"/>
          <p:nvPr/>
        </p:nvSpPr>
        <p:spPr>
          <a:xfrm>
            <a:off x="5277256" y="3648638"/>
            <a:ext cx="1632192" cy="800219"/>
          </a:xfrm>
          <a:prstGeom prst="rect">
            <a:avLst/>
          </a:prstGeom>
          <a:noFill/>
        </p:spPr>
        <p:txBody>
          <a:bodyPr wrap="square" lIns="0" tIns="0" rIns="0" bIns="0" rtlCol="0">
            <a:spAutoFit/>
          </a:bodyPr>
          <a:lstStyle/>
          <a:p>
            <a:pPr algn="ctr"/>
            <a:r>
              <a:rPr lang="en-US" sz="1200" b="1" dirty="0">
                <a:solidFill>
                  <a:schemeClr val="accent4"/>
                </a:solidFill>
              </a:rPr>
              <a:t>Keyword Here</a:t>
            </a:r>
            <a:endParaRPr lang="en-US" sz="1200" dirty="0">
              <a:solidFill>
                <a:schemeClr val="accent4"/>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Tree>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down)">
                                      <p:cBhvr>
                                        <p:cTn id="13" dur="500"/>
                                        <p:tgtEl>
                                          <p:spTgt spid="30"/>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wipe(left)">
                                      <p:cBhvr>
                                        <p:cTn id="17" dur="500"/>
                                        <p:tgtEl>
                                          <p:spTgt spid="26"/>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childTnLst>
                          </p:cTn>
                        </p:par>
                        <p:par>
                          <p:cTn id="24" fill="hold">
                            <p:stCondLst>
                              <p:cond delay="2000"/>
                            </p:stCondLst>
                            <p:childTnLst>
                              <p:par>
                                <p:cTn id="25" presetID="22" presetClass="entr" presetSubtype="4"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wipe(down)">
                                      <p:cBhvr>
                                        <p:cTn id="27" dur="500"/>
                                        <p:tgtEl>
                                          <p:spTgt spid="32"/>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left)">
                                      <p:cBhvr>
                                        <p:cTn id="31" dur="500"/>
                                        <p:tgtEl>
                                          <p:spTgt spid="35"/>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par>
                          <p:cTn id="38" fill="hold">
                            <p:stCondLst>
                              <p:cond delay="3500"/>
                            </p:stCondLst>
                            <p:childTnLst>
                              <p:par>
                                <p:cTn id="39" presetID="22" presetClass="entr" presetSubtype="4" fill="hold" grpId="0" nodeType="after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wipe(down)">
                                      <p:cBhvr>
                                        <p:cTn id="41" dur="500"/>
                                        <p:tgtEl>
                                          <p:spTgt spid="33"/>
                                        </p:tgtEl>
                                      </p:cBhvr>
                                    </p:animEffect>
                                  </p:childTnLst>
                                </p:cTn>
                              </p:par>
                            </p:childTnLst>
                          </p:cTn>
                        </p:par>
                        <p:par>
                          <p:cTn id="42" fill="hold">
                            <p:stCondLst>
                              <p:cond delay="4000"/>
                            </p:stCondLst>
                            <p:childTnLst>
                              <p:par>
                                <p:cTn id="43" presetID="22" presetClass="entr" presetSubtype="8" fill="hold" nodeType="afterEffect">
                                  <p:stCondLst>
                                    <p:cond delay="0"/>
                                  </p:stCondLst>
                                  <p:childTnLst>
                                    <p:set>
                                      <p:cBhvr>
                                        <p:cTn id="44" dur="1" fill="hold">
                                          <p:stCondLst>
                                            <p:cond delay="0"/>
                                          </p:stCondLst>
                                        </p:cTn>
                                        <p:tgtEl>
                                          <p:spTgt spid="40"/>
                                        </p:tgtEl>
                                        <p:attrNameLst>
                                          <p:attrName>style.visibility</p:attrName>
                                        </p:attrNameLst>
                                      </p:cBhvr>
                                      <p:to>
                                        <p:strVal val="visible"/>
                                      </p:to>
                                    </p:set>
                                    <p:animEffect transition="in" filter="wipe(left)">
                                      <p:cBhvr>
                                        <p:cTn id="45" dur="500"/>
                                        <p:tgtEl>
                                          <p:spTgt spid="40"/>
                                        </p:tgtEl>
                                      </p:cBhvr>
                                    </p:animEffect>
                                  </p:childTnLst>
                                </p:cTn>
                              </p:par>
                            </p:childTnLst>
                          </p:cTn>
                        </p:par>
                        <p:par>
                          <p:cTn id="46" fill="hold">
                            <p:stCondLst>
                              <p:cond delay="4500"/>
                            </p:stCondLst>
                            <p:childTnLst>
                              <p:par>
                                <p:cTn id="47" presetID="22" presetClass="entr" presetSubtype="2" fill="hold" nodeType="afterEffect">
                                  <p:stCondLst>
                                    <p:cond delay="0"/>
                                  </p:stCondLst>
                                  <p:childTnLst>
                                    <p:set>
                                      <p:cBhvr>
                                        <p:cTn id="48" dur="1" fill="hold">
                                          <p:stCondLst>
                                            <p:cond delay="0"/>
                                          </p:stCondLst>
                                        </p:cTn>
                                        <p:tgtEl>
                                          <p:spTgt spid="45"/>
                                        </p:tgtEl>
                                        <p:attrNameLst>
                                          <p:attrName>style.visibility</p:attrName>
                                        </p:attrNameLst>
                                      </p:cBhvr>
                                      <p:to>
                                        <p:strVal val="visible"/>
                                      </p:to>
                                    </p:set>
                                    <p:animEffect transition="in" filter="wipe(right)">
                                      <p:cBhvr>
                                        <p:cTn id="49" dur="500"/>
                                        <p:tgtEl>
                                          <p:spTgt spid="45"/>
                                        </p:tgtEl>
                                      </p:cBhvr>
                                    </p:animEffect>
                                  </p:childTnLst>
                                </p:cTn>
                              </p:par>
                            </p:childTnLst>
                          </p:cTn>
                        </p:par>
                        <p:par>
                          <p:cTn id="50" fill="hold">
                            <p:stCondLst>
                              <p:cond delay="5000"/>
                            </p:stCondLst>
                            <p:childTnLst>
                              <p:par>
                                <p:cTn id="51" presetID="53" presetClass="entr" presetSubtype="0" fill="hold" nodeType="after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p:cTn id="53" dur="500" fill="hold"/>
                                        <p:tgtEl>
                                          <p:spTgt spid="7"/>
                                        </p:tgtEl>
                                        <p:attrNameLst>
                                          <p:attrName>ppt_w</p:attrName>
                                        </p:attrNameLst>
                                      </p:cBhvr>
                                      <p:tavLst>
                                        <p:tav tm="0">
                                          <p:val>
                                            <p:fltVal val="0"/>
                                          </p:val>
                                        </p:tav>
                                        <p:tav tm="100000">
                                          <p:val>
                                            <p:strVal val="#ppt_w"/>
                                          </p:val>
                                        </p:tav>
                                      </p:tavLst>
                                    </p:anim>
                                    <p:anim calcmode="lin" valueType="num">
                                      <p:cBhvr>
                                        <p:cTn id="54" dur="500" fill="hold"/>
                                        <p:tgtEl>
                                          <p:spTgt spid="7"/>
                                        </p:tgtEl>
                                        <p:attrNameLst>
                                          <p:attrName>ppt_h</p:attrName>
                                        </p:attrNameLst>
                                      </p:cBhvr>
                                      <p:tavLst>
                                        <p:tav tm="0">
                                          <p:val>
                                            <p:fltVal val="0"/>
                                          </p:val>
                                        </p:tav>
                                        <p:tav tm="100000">
                                          <p:val>
                                            <p:strVal val="#ppt_h"/>
                                          </p:val>
                                        </p:tav>
                                      </p:tavLst>
                                    </p:anim>
                                    <p:animEffect transition="in" filter="fade">
                                      <p:cBhvr>
                                        <p:cTn id="55" dur="500"/>
                                        <p:tgtEl>
                                          <p:spTgt spid="7"/>
                                        </p:tgtEl>
                                      </p:cBhvr>
                                    </p:animEffect>
                                  </p:childTnLst>
                                </p:cTn>
                              </p:par>
                            </p:childTnLst>
                          </p:cTn>
                        </p:par>
                        <p:par>
                          <p:cTn id="56" fill="hold">
                            <p:stCondLst>
                              <p:cond delay="5500"/>
                            </p:stCondLst>
                            <p:childTnLst>
                              <p:par>
                                <p:cTn id="57" presetID="22" presetClass="entr" presetSubtype="4" fill="hold" grpId="0" nodeType="afterEffect">
                                  <p:stCondLst>
                                    <p:cond delay="0"/>
                                  </p:stCondLst>
                                  <p:childTnLst>
                                    <p:set>
                                      <p:cBhvr>
                                        <p:cTn id="58" dur="1" fill="hold">
                                          <p:stCondLst>
                                            <p:cond delay="0"/>
                                          </p:stCondLst>
                                        </p:cTn>
                                        <p:tgtEl>
                                          <p:spTgt spid="37"/>
                                        </p:tgtEl>
                                        <p:attrNameLst>
                                          <p:attrName>style.visibility</p:attrName>
                                        </p:attrNameLst>
                                      </p:cBhvr>
                                      <p:to>
                                        <p:strVal val="visible"/>
                                      </p:to>
                                    </p:set>
                                    <p:animEffect transition="in" filter="wipe(down)">
                                      <p:cBhvr>
                                        <p:cTn id="59" dur="500"/>
                                        <p:tgtEl>
                                          <p:spTgt spid="37"/>
                                        </p:tgtEl>
                                      </p:cBhvr>
                                    </p:animEffect>
                                  </p:childTnLst>
                                </p:cTn>
                              </p:par>
                            </p:childTnLst>
                          </p:cTn>
                        </p:par>
                        <p:par>
                          <p:cTn id="60" fill="hold">
                            <p:stCondLst>
                              <p:cond delay="6000"/>
                            </p:stCondLst>
                            <p:childTnLst>
                              <p:par>
                                <p:cTn id="61" presetID="22" presetClass="entr" presetSubtype="2" fill="hold" nodeType="afterEffect">
                                  <p:stCondLst>
                                    <p:cond delay="0"/>
                                  </p:stCondLst>
                                  <p:childTnLst>
                                    <p:set>
                                      <p:cBhvr>
                                        <p:cTn id="62" dur="1" fill="hold">
                                          <p:stCondLst>
                                            <p:cond delay="0"/>
                                          </p:stCondLst>
                                        </p:cTn>
                                        <p:tgtEl>
                                          <p:spTgt spid="68"/>
                                        </p:tgtEl>
                                        <p:attrNameLst>
                                          <p:attrName>style.visibility</p:attrName>
                                        </p:attrNameLst>
                                      </p:cBhvr>
                                      <p:to>
                                        <p:strVal val="visible"/>
                                      </p:to>
                                    </p:set>
                                    <p:animEffect transition="in" filter="wipe(right)">
                                      <p:cBhvr>
                                        <p:cTn id="63" dur="500"/>
                                        <p:tgtEl>
                                          <p:spTgt spid="68"/>
                                        </p:tgtEl>
                                      </p:cBhvr>
                                    </p:animEffect>
                                  </p:childTnLst>
                                </p:cTn>
                              </p:par>
                            </p:childTnLst>
                          </p:cTn>
                        </p:par>
                        <p:par>
                          <p:cTn id="64" fill="hold">
                            <p:stCondLst>
                              <p:cond delay="6500"/>
                            </p:stCondLst>
                            <p:childTnLst>
                              <p:par>
                                <p:cTn id="65" presetID="53" presetClass="entr" presetSubtype="0" fill="hold" nodeType="after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500" fill="hold"/>
                                        <p:tgtEl>
                                          <p:spTgt spid="8"/>
                                        </p:tgtEl>
                                        <p:attrNameLst>
                                          <p:attrName>ppt_w</p:attrName>
                                        </p:attrNameLst>
                                      </p:cBhvr>
                                      <p:tavLst>
                                        <p:tav tm="0">
                                          <p:val>
                                            <p:fltVal val="0"/>
                                          </p:val>
                                        </p:tav>
                                        <p:tav tm="100000">
                                          <p:val>
                                            <p:strVal val="#ppt_w"/>
                                          </p:val>
                                        </p:tav>
                                      </p:tavLst>
                                    </p:anim>
                                    <p:anim calcmode="lin" valueType="num">
                                      <p:cBhvr>
                                        <p:cTn id="68" dur="500" fill="hold"/>
                                        <p:tgtEl>
                                          <p:spTgt spid="8"/>
                                        </p:tgtEl>
                                        <p:attrNameLst>
                                          <p:attrName>ppt_h</p:attrName>
                                        </p:attrNameLst>
                                      </p:cBhvr>
                                      <p:tavLst>
                                        <p:tav tm="0">
                                          <p:val>
                                            <p:fltVal val="0"/>
                                          </p:val>
                                        </p:tav>
                                        <p:tav tm="100000">
                                          <p:val>
                                            <p:strVal val="#ppt_h"/>
                                          </p:val>
                                        </p:tav>
                                      </p:tavLst>
                                    </p:anim>
                                    <p:animEffect transition="in" filter="fade">
                                      <p:cBhvr>
                                        <p:cTn id="69" dur="500"/>
                                        <p:tgtEl>
                                          <p:spTgt spid="8"/>
                                        </p:tgtEl>
                                      </p:cBhvr>
                                    </p:animEffect>
                                  </p:childTnLst>
                                </p:cTn>
                              </p:par>
                            </p:childTnLst>
                          </p:cTn>
                        </p:par>
                        <p:par>
                          <p:cTn id="70" fill="hold">
                            <p:stCondLst>
                              <p:cond delay="7000"/>
                            </p:stCondLst>
                            <p:childTnLst>
                              <p:par>
                                <p:cTn id="71" presetID="22" presetClass="entr" presetSubtype="4" fill="hold" grpId="0" nodeType="afterEffect">
                                  <p:stCondLst>
                                    <p:cond delay="0"/>
                                  </p:stCondLst>
                                  <p:childTnLst>
                                    <p:set>
                                      <p:cBhvr>
                                        <p:cTn id="72" dur="1" fill="hold">
                                          <p:stCondLst>
                                            <p:cond delay="0"/>
                                          </p:stCondLst>
                                        </p:cTn>
                                        <p:tgtEl>
                                          <p:spTgt spid="34"/>
                                        </p:tgtEl>
                                        <p:attrNameLst>
                                          <p:attrName>style.visibility</p:attrName>
                                        </p:attrNameLst>
                                      </p:cBhvr>
                                      <p:to>
                                        <p:strVal val="visible"/>
                                      </p:to>
                                    </p:set>
                                    <p:animEffect transition="in" filter="wipe(down)">
                                      <p:cBhvr>
                                        <p:cTn id="73" dur="500"/>
                                        <p:tgtEl>
                                          <p:spTgt spid="34"/>
                                        </p:tgtEl>
                                      </p:cBhvr>
                                    </p:animEffect>
                                  </p:childTnLst>
                                </p:cTn>
                              </p:par>
                            </p:childTnLst>
                          </p:cTn>
                        </p:par>
                        <p:par>
                          <p:cTn id="74" fill="hold">
                            <p:stCondLst>
                              <p:cond delay="7500"/>
                            </p:stCondLst>
                            <p:childTnLst>
                              <p:par>
                                <p:cTn id="75" presetID="22" presetClass="entr" presetSubtype="2" fill="hold" nodeType="afterEffect">
                                  <p:stCondLst>
                                    <p:cond delay="0"/>
                                  </p:stCondLst>
                                  <p:childTnLst>
                                    <p:set>
                                      <p:cBhvr>
                                        <p:cTn id="76" dur="1" fill="hold">
                                          <p:stCondLst>
                                            <p:cond delay="0"/>
                                          </p:stCondLst>
                                        </p:cTn>
                                        <p:tgtEl>
                                          <p:spTgt spid="69"/>
                                        </p:tgtEl>
                                        <p:attrNameLst>
                                          <p:attrName>style.visibility</p:attrName>
                                        </p:attrNameLst>
                                      </p:cBhvr>
                                      <p:to>
                                        <p:strVal val="visible"/>
                                      </p:to>
                                    </p:set>
                                    <p:animEffect transition="in" filter="wipe(right)">
                                      <p:cBhvr>
                                        <p:cTn id="77" dur="500"/>
                                        <p:tgtEl>
                                          <p:spTgt spid="69"/>
                                        </p:tgtEl>
                                      </p:cBhvr>
                                    </p:animEffect>
                                  </p:childTnLst>
                                </p:cTn>
                              </p:par>
                            </p:childTnLst>
                          </p:cTn>
                        </p:par>
                        <p:par>
                          <p:cTn id="78" fill="hold">
                            <p:stCondLst>
                              <p:cond delay="8000"/>
                            </p:stCondLst>
                            <p:childTnLst>
                              <p:par>
                                <p:cTn id="79" presetID="22" presetClass="entr" presetSubtype="1" fill="hold" nodeType="after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wipe(up)">
                                      <p:cBhvr>
                                        <p:cTn id="8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2" grpId="0"/>
      <p:bldP spid="33" grpId="0"/>
      <p:bldP spid="34" grpId="0"/>
      <p:bldP spid="37"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Slide Number Placeholder 17"/>
          <p:cNvSpPr>
            <a:spLocks noGrp="1"/>
          </p:cNvSpPr>
          <p:nvPr>
            <p:ph type="sldNum" sz="quarter" idx="12"/>
          </p:nvPr>
        </p:nvSpPr>
        <p:spPr/>
        <p:txBody>
          <a:bodyPr/>
          <a:lstStyle/>
          <a:p>
            <a:fld id="{C136B7D2-B98C-44FD-8D04-7EC62A564975}" type="slidenum">
              <a:rPr lang="en-US" smtClean="0"/>
              <a:pPr/>
              <a:t>70</a:t>
            </a:fld>
            <a:endParaRPr lang="en-US" dirty="0"/>
          </a:p>
        </p:txBody>
      </p:sp>
      <p:cxnSp>
        <p:nvCxnSpPr>
          <p:cNvPr id="26" name="Straight Connector 25"/>
          <p:cNvCxnSpPr/>
          <p:nvPr/>
        </p:nvCxnSpPr>
        <p:spPr>
          <a:xfrm>
            <a:off x="1460304" y="1753985"/>
            <a:ext cx="1785817" cy="0"/>
          </a:xfrm>
          <a:prstGeom prst="line">
            <a:avLst/>
          </a:prstGeom>
          <a:ln w="38100" cap="rnd">
            <a:solidFill>
              <a:schemeClr val="accent6"/>
            </a:solidFill>
            <a:headEnd type="oval"/>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8822" y="1753985"/>
            <a:ext cx="1785817" cy="0"/>
          </a:xfrm>
          <a:prstGeom prst="line">
            <a:avLst/>
          </a:prstGeom>
          <a:ln w="38100" cap="rnd">
            <a:solidFill>
              <a:schemeClr val="accent1"/>
            </a:solidFill>
            <a:headEnd type="oval"/>
            <a:tailEnd type="triangl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428146" y="1753985"/>
            <a:ext cx="1785817" cy="0"/>
          </a:xfrm>
          <a:prstGeom prst="line">
            <a:avLst/>
          </a:prstGeom>
          <a:ln w="38100" cap="rnd">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45" name="Elbow Connector 44"/>
          <p:cNvCxnSpPr/>
          <p:nvPr/>
        </p:nvCxnSpPr>
        <p:spPr>
          <a:xfrm rot="10800000" flipV="1">
            <a:off x="6325055" y="1753984"/>
            <a:ext cx="1888910" cy="1540235"/>
          </a:xfrm>
          <a:prstGeom prst="bentConnector3">
            <a:avLst>
              <a:gd name="adj1" fmla="val -6981"/>
            </a:avLst>
          </a:prstGeom>
          <a:ln w="381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H="1">
            <a:off x="3899749" y="3294219"/>
            <a:ext cx="1785817" cy="0"/>
          </a:xfrm>
          <a:prstGeom prst="line">
            <a:avLst/>
          </a:prstGeom>
          <a:ln w="38100" cap="rnd">
            <a:solidFill>
              <a:schemeClr val="accent3"/>
            </a:solidFill>
            <a:headEnd type="oval"/>
            <a:tailEnd type="triangle"/>
          </a:ln>
        </p:spPr>
        <p:style>
          <a:lnRef idx="1">
            <a:schemeClr val="accent1"/>
          </a:lnRef>
          <a:fillRef idx="0">
            <a:schemeClr val="accent1"/>
          </a:fillRef>
          <a:effectRef idx="0">
            <a:schemeClr val="accent1"/>
          </a:effectRef>
          <a:fontRef idx="minor">
            <a:schemeClr val="tx1"/>
          </a:fontRef>
        </p:style>
      </p:cxnSp>
      <p:grpSp>
        <p:nvGrpSpPr>
          <p:cNvPr id="2" name="Group 43"/>
          <p:cNvGrpSpPr/>
          <p:nvPr/>
        </p:nvGrpSpPr>
        <p:grpSpPr>
          <a:xfrm>
            <a:off x="771728" y="1428750"/>
            <a:ext cx="650476" cy="650470"/>
            <a:chOff x="618873" y="1239440"/>
            <a:chExt cx="650476" cy="650470"/>
          </a:xfrm>
        </p:grpSpPr>
        <p:sp>
          <p:nvSpPr>
            <p:cNvPr id="36" name="Oval 35"/>
            <p:cNvSpPr/>
            <p:nvPr/>
          </p:nvSpPr>
          <p:spPr>
            <a:xfrm>
              <a:off x="618873" y="1239440"/>
              <a:ext cx="650476" cy="650470"/>
            </a:xfrm>
            <a:prstGeom prst="ellipse">
              <a:avLst/>
            </a:prstGeom>
            <a:solidFill>
              <a:schemeClr val="accent6"/>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4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45"/>
          <p:cNvGrpSpPr/>
          <p:nvPr/>
        </p:nvGrpSpPr>
        <p:grpSpPr>
          <a:xfrm>
            <a:off x="3246121" y="1428750"/>
            <a:ext cx="650476" cy="650470"/>
            <a:chOff x="618873" y="1239440"/>
            <a:chExt cx="650476" cy="650470"/>
          </a:xfrm>
        </p:grpSpPr>
        <p:sp>
          <p:nvSpPr>
            <p:cNvPr id="47" name="Oval 46"/>
            <p:cNvSpPr/>
            <p:nvPr/>
          </p:nvSpPr>
          <p:spPr>
            <a:xfrm>
              <a:off x="618873" y="1239440"/>
              <a:ext cx="650476" cy="650470"/>
            </a:xfrm>
            <a:prstGeom prst="ellips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48"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48"/>
          <p:cNvGrpSpPr/>
          <p:nvPr/>
        </p:nvGrpSpPr>
        <p:grpSpPr>
          <a:xfrm>
            <a:off x="5731939" y="1428750"/>
            <a:ext cx="650476" cy="650470"/>
            <a:chOff x="618873" y="1239440"/>
            <a:chExt cx="650476" cy="650470"/>
          </a:xfrm>
        </p:grpSpPr>
        <p:sp>
          <p:nvSpPr>
            <p:cNvPr id="50" name="Oval 49"/>
            <p:cNvSpPr/>
            <p:nvPr/>
          </p:nvSpPr>
          <p:spPr>
            <a:xfrm>
              <a:off x="618873" y="1239440"/>
              <a:ext cx="650476" cy="65047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5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51"/>
          <p:cNvGrpSpPr/>
          <p:nvPr/>
        </p:nvGrpSpPr>
        <p:grpSpPr>
          <a:xfrm rot="10800000">
            <a:off x="5699783" y="2968984"/>
            <a:ext cx="650476" cy="650470"/>
            <a:chOff x="618873" y="1239440"/>
            <a:chExt cx="650476" cy="650470"/>
          </a:xfrm>
        </p:grpSpPr>
        <p:sp>
          <p:nvSpPr>
            <p:cNvPr id="53" name="Oval 52"/>
            <p:cNvSpPr/>
            <p:nvPr/>
          </p:nvSpPr>
          <p:spPr>
            <a:xfrm>
              <a:off x="618873" y="1239440"/>
              <a:ext cx="650476" cy="650470"/>
            </a:xfrm>
            <a:prstGeom prst="ellipse">
              <a:avLst/>
            </a:prstGeom>
            <a:solidFill>
              <a:schemeClr val="accent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54"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54"/>
          <p:cNvGrpSpPr/>
          <p:nvPr/>
        </p:nvGrpSpPr>
        <p:grpSpPr>
          <a:xfrm rot="10800000">
            <a:off x="3269434" y="2968984"/>
            <a:ext cx="650476" cy="650470"/>
            <a:chOff x="618873" y="1239440"/>
            <a:chExt cx="650476" cy="650470"/>
          </a:xfrm>
        </p:grpSpPr>
        <p:sp>
          <p:nvSpPr>
            <p:cNvPr id="57" name="Oval 56"/>
            <p:cNvSpPr/>
            <p:nvPr/>
          </p:nvSpPr>
          <p:spPr>
            <a:xfrm>
              <a:off x="618873" y="1239440"/>
              <a:ext cx="650476" cy="650470"/>
            </a:xfrm>
            <a:prstGeom prst="ellipse">
              <a:avLst/>
            </a:prstGeom>
            <a:solidFill>
              <a:schemeClr val="accent4"/>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6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74" name="Straight Connector 73"/>
          <p:cNvCxnSpPr/>
          <p:nvPr/>
        </p:nvCxnSpPr>
        <p:spPr>
          <a:xfrm rot="5400000" flipH="1" flipV="1">
            <a:off x="364849" y="687903"/>
            <a:ext cx="1375810" cy="1588"/>
          </a:xfrm>
          <a:prstGeom prst="line">
            <a:avLst/>
          </a:prstGeom>
          <a:ln w="38100" cap="rnd">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76" name="Footer Text"/>
          <p:cNvSpPr txBox="1"/>
          <p:nvPr/>
        </p:nvSpPr>
        <p:spPr>
          <a:xfrm>
            <a:off x="304754" y="2129853"/>
            <a:ext cx="1632192" cy="800219"/>
          </a:xfrm>
          <a:prstGeom prst="rect">
            <a:avLst/>
          </a:prstGeom>
          <a:noFill/>
        </p:spPr>
        <p:txBody>
          <a:bodyPr wrap="square" lIns="0" tIns="0" rIns="0" bIns="0" rtlCol="0">
            <a:spAutoFit/>
          </a:bodyPr>
          <a:lstStyle/>
          <a:p>
            <a:pPr algn="ctr"/>
            <a:r>
              <a:rPr lang="en-US" sz="1200" b="1" dirty="0">
                <a:solidFill>
                  <a:schemeClr val="accent6"/>
                </a:solidFill>
              </a:rPr>
              <a:t>Keyword Here</a:t>
            </a:r>
            <a:endParaRPr lang="en-US" sz="1200" dirty="0">
              <a:solidFill>
                <a:schemeClr val="accent6"/>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77" name="Footer Text"/>
          <p:cNvSpPr txBox="1"/>
          <p:nvPr/>
        </p:nvSpPr>
        <p:spPr>
          <a:xfrm>
            <a:off x="2790216" y="2129853"/>
            <a:ext cx="1632192" cy="800219"/>
          </a:xfrm>
          <a:prstGeom prst="rect">
            <a:avLst/>
          </a:prstGeom>
          <a:noFill/>
        </p:spPr>
        <p:txBody>
          <a:bodyPr wrap="square" lIns="0" tIns="0" rIns="0" bIns="0" rtlCol="0">
            <a:spAutoFit/>
          </a:bodyPr>
          <a:lstStyle/>
          <a:p>
            <a:pPr algn="ctr"/>
            <a:r>
              <a:rPr lang="en-US" sz="1200" b="1" dirty="0">
                <a:solidFill>
                  <a:schemeClr val="accent1"/>
                </a:solidFill>
              </a:rPr>
              <a:t>Keyword Here</a:t>
            </a:r>
            <a:endParaRPr lang="en-US" sz="1200" dirty="0">
              <a:solidFill>
                <a:schemeClr val="accent1"/>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78" name="Footer Text"/>
          <p:cNvSpPr txBox="1"/>
          <p:nvPr/>
        </p:nvSpPr>
        <p:spPr>
          <a:xfrm>
            <a:off x="5277256" y="2129853"/>
            <a:ext cx="1632192" cy="800219"/>
          </a:xfrm>
          <a:prstGeom prst="rect">
            <a:avLst/>
          </a:prstGeom>
          <a:noFill/>
        </p:spPr>
        <p:txBody>
          <a:bodyPr wrap="square" lIns="0" tIns="0" rIns="0" bIns="0" rtlCol="0">
            <a:spAutoFit/>
          </a:bodyPr>
          <a:lstStyle/>
          <a:p>
            <a:pPr algn="ctr"/>
            <a:r>
              <a:rPr lang="en-US" sz="1200" b="1" dirty="0">
                <a:solidFill>
                  <a:schemeClr val="accent2"/>
                </a:solidFill>
              </a:rPr>
              <a:t>Keyword Here</a:t>
            </a:r>
            <a:endParaRPr lang="en-US" sz="1200" dirty="0">
              <a:solidFill>
                <a:schemeClr val="accent2"/>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79" name="Footer Text"/>
          <p:cNvSpPr txBox="1"/>
          <p:nvPr/>
        </p:nvSpPr>
        <p:spPr>
          <a:xfrm>
            <a:off x="2790216" y="3648638"/>
            <a:ext cx="1632192" cy="800219"/>
          </a:xfrm>
          <a:prstGeom prst="rect">
            <a:avLst/>
          </a:prstGeom>
          <a:noFill/>
        </p:spPr>
        <p:txBody>
          <a:bodyPr wrap="square" lIns="0" tIns="0" rIns="0" bIns="0" rtlCol="0">
            <a:spAutoFit/>
          </a:bodyPr>
          <a:lstStyle/>
          <a:p>
            <a:pPr algn="ctr"/>
            <a:r>
              <a:rPr lang="en-US" sz="1200" b="1" dirty="0">
                <a:solidFill>
                  <a:schemeClr val="accent4"/>
                </a:solidFill>
              </a:rPr>
              <a:t>Keyword Here</a:t>
            </a:r>
            <a:endParaRPr lang="en-US" sz="1200" dirty="0">
              <a:solidFill>
                <a:schemeClr val="accent4"/>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
        <p:nvSpPr>
          <p:cNvPr id="80" name="Footer Text"/>
          <p:cNvSpPr txBox="1"/>
          <p:nvPr/>
        </p:nvSpPr>
        <p:spPr>
          <a:xfrm>
            <a:off x="5277256" y="3648638"/>
            <a:ext cx="1632192" cy="800219"/>
          </a:xfrm>
          <a:prstGeom prst="rect">
            <a:avLst/>
          </a:prstGeom>
          <a:noFill/>
        </p:spPr>
        <p:txBody>
          <a:bodyPr wrap="square" lIns="0" tIns="0" rIns="0" bIns="0" rtlCol="0">
            <a:spAutoFit/>
          </a:bodyPr>
          <a:lstStyle/>
          <a:p>
            <a:pPr algn="ctr"/>
            <a:r>
              <a:rPr lang="en-US" sz="1200" b="1" dirty="0">
                <a:solidFill>
                  <a:schemeClr val="accent3"/>
                </a:solidFill>
              </a:rPr>
              <a:t>Keyword Here</a:t>
            </a:r>
            <a:endParaRPr lang="en-US" sz="1200" dirty="0">
              <a:solidFill>
                <a:schemeClr val="accent3"/>
              </a:solidFill>
            </a:endParaRPr>
          </a:p>
          <a:p>
            <a:pPr algn="ctr"/>
            <a:r>
              <a:rPr lang="en-US" sz="1000" dirty="0">
                <a:solidFill>
                  <a:schemeClr val="tx1">
                    <a:lumMod val="50000"/>
                    <a:lumOff val="50000"/>
                  </a:schemeClr>
                </a:solidFill>
              </a:rPr>
              <a:t>There are many variations of the a passages lorem ipsum but the majority have suffered  of the alteration in</a:t>
            </a:r>
          </a:p>
        </p:txBody>
      </p:sp>
    </p:spTree>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up)">
                                      <p:cBhvr>
                                        <p:cTn id="7" dur="500"/>
                                        <p:tgtEl>
                                          <p:spTgt spid="74"/>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animEffect transition="in" filter="fade">
                                      <p:cBhvr>
                                        <p:cTn id="13" dur="500"/>
                                        <p:tgtEl>
                                          <p:spTgt spid="2"/>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wipe(down)">
                                      <p:cBhvr>
                                        <p:cTn id="17" dur="500"/>
                                        <p:tgtEl>
                                          <p:spTgt spid="76"/>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left)">
                                      <p:cBhvr>
                                        <p:cTn id="21" dur="500"/>
                                        <p:tgtEl>
                                          <p:spTgt spid="26"/>
                                        </p:tgtEl>
                                      </p:cBhvr>
                                    </p:animEffect>
                                  </p:childTnLst>
                                </p:cTn>
                              </p:par>
                            </p:childTnLst>
                          </p:cTn>
                        </p:par>
                        <p:par>
                          <p:cTn id="22" fill="hold">
                            <p:stCondLst>
                              <p:cond delay="2000"/>
                            </p:stCondLst>
                            <p:childTnLst>
                              <p:par>
                                <p:cTn id="23" presetID="53"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p:cTn id="25" dur="500" fill="hold"/>
                                        <p:tgtEl>
                                          <p:spTgt spid="3"/>
                                        </p:tgtEl>
                                        <p:attrNameLst>
                                          <p:attrName>ppt_w</p:attrName>
                                        </p:attrNameLst>
                                      </p:cBhvr>
                                      <p:tavLst>
                                        <p:tav tm="0">
                                          <p:val>
                                            <p:fltVal val="0"/>
                                          </p:val>
                                        </p:tav>
                                        <p:tav tm="100000">
                                          <p:val>
                                            <p:strVal val="#ppt_w"/>
                                          </p:val>
                                        </p:tav>
                                      </p:tavLst>
                                    </p:anim>
                                    <p:anim calcmode="lin" valueType="num">
                                      <p:cBhvr>
                                        <p:cTn id="26" dur="500" fill="hold"/>
                                        <p:tgtEl>
                                          <p:spTgt spid="3"/>
                                        </p:tgtEl>
                                        <p:attrNameLst>
                                          <p:attrName>ppt_h</p:attrName>
                                        </p:attrNameLst>
                                      </p:cBhvr>
                                      <p:tavLst>
                                        <p:tav tm="0">
                                          <p:val>
                                            <p:fltVal val="0"/>
                                          </p:val>
                                        </p:tav>
                                        <p:tav tm="100000">
                                          <p:val>
                                            <p:strVal val="#ppt_h"/>
                                          </p:val>
                                        </p:tav>
                                      </p:tavLst>
                                    </p:anim>
                                    <p:animEffect transition="in" filter="fade">
                                      <p:cBhvr>
                                        <p:cTn id="27" dur="500"/>
                                        <p:tgtEl>
                                          <p:spTgt spid="3"/>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wipe(down)">
                                      <p:cBhvr>
                                        <p:cTn id="31" dur="500"/>
                                        <p:tgtEl>
                                          <p:spTgt spid="77"/>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3500"/>
                            </p:stCondLst>
                            <p:childTnLst>
                              <p:par>
                                <p:cTn id="37" presetID="53" presetClass="entr" presetSubtype="0"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500" fill="hold"/>
                                        <p:tgtEl>
                                          <p:spTgt spid="4"/>
                                        </p:tgtEl>
                                        <p:attrNameLst>
                                          <p:attrName>ppt_w</p:attrName>
                                        </p:attrNameLst>
                                      </p:cBhvr>
                                      <p:tavLst>
                                        <p:tav tm="0">
                                          <p:val>
                                            <p:fltVal val="0"/>
                                          </p:val>
                                        </p:tav>
                                        <p:tav tm="100000">
                                          <p:val>
                                            <p:strVal val="#ppt_w"/>
                                          </p:val>
                                        </p:tav>
                                      </p:tavLst>
                                    </p:anim>
                                    <p:anim calcmode="lin" valueType="num">
                                      <p:cBhvr>
                                        <p:cTn id="40" dur="500" fill="hold"/>
                                        <p:tgtEl>
                                          <p:spTgt spid="4"/>
                                        </p:tgtEl>
                                        <p:attrNameLst>
                                          <p:attrName>ppt_h</p:attrName>
                                        </p:attrNameLst>
                                      </p:cBhvr>
                                      <p:tavLst>
                                        <p:tav tm="0">
                                          <p:val>
                                            <p:fltVal val="0"/>
                                          </p:val>
                                        </p:tav>
                                        <p:tav tm="100000">
                                          <p:val>
                                            <p:strVal val="#ppt_h"/>
                                          </p:val>
                                        </p:tav>
                                      </p:tavLst>
                                    </p:anim>
                                    <p:animEffect transition="in" filter="fade">
                                      <p:cBhvr>
                                        <p:cTn id="41" dur="500"/>
                                        <p:tgtEl>
                                          <p:spTgt spid="4"/>
                                        </p:tgtEl>
                                      </p:cBhvr>
                                    </p:animEffect>
                                  </p:childTnLst>
                                </p:cTn>
                              </p:par>
                            </p:childTnLst>
                          </p:cTn>
                        </p:par>
                        <p:par>
                          <p:cTn id="42" fill="hold">
                            <p:stCondLst>
                              <p:cond delay="4000"/>
                            </p:stCondLst>
                            <p:childTnLst>
                              <p:par>
                                <p:cTn id="43" presetID="22" presetClass="entr" presetSubtype="4" fill="hold" grpId="0" nodeType="afterEffect">
                                  <p:stCondLst>
                                    <p:cond delay="0"/>
                                  </p:stCondLst>
                                  <p:childTnLst>
                                    <p:set>
                                      <p:cBhvr>
                                        <p:cTn id="44" dur="1" fill="hold">
                                          <p:stCondLst>
                                            <p:cond delay="0"/>
                                          </p:stCondLst>
                                        </p:cTn>
                                        <p:tgtEl>
                                          <p:spTgt spid="78"/>
                                        </p:tgtEl>
                                        <p:attrNameLst>
                                          <p:attrName>style.visibility</p:attrName>
                                        </p:attrNameLst>
                                      </p:cBhvr>
                                      <p:to>
                                        <p:strVal val="visible"/>
                                      </p:to>
                                    </p:set>
                                    <p:animEffect transition="in" filter="wipe(down)">
                                      <p:cBhvr>
                                        <p:cTn id="45" dur="500"/>
                                        <p:tgtEl>
                                          <p:spTgt spid="78"/>
                                        </p:tgtEl>
                                      </p:cBhvr>
                                    </p:animEffect>
                                  </p:childTnLst>
                                </p:cTn>
                              </p:par>
                            </p:childTnLst>
                          </p:cTn>
                        </p:par>
                        <p:par>
                          <p:cTn id="46" fill="hold">
                            <p:stCondLst>
                              <p:cond delay="4500"/>
                            </p:stCondLst>
                            <p:childTnLst>
                              <p:par>
                                <p:cTn id="47" presetID="22" presetClass="entr" presetSubtype="8"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wipe(left)">
                                      <p:cBhvr>
                                        <p:cTn id="49" dur="500"/>
                                        <p:tgtEl>
                                          <p:spTgt spid="40"/>
                                        </p:tgtEl>
                                      </p:cBhvr>
                                    </p:animEffect>
                                  </p:childTnLst>
                                </p:cTn>
                              </p:par>
                            </p:childTnLst>
                          </p:cTn>
                        </p:par>
                        <p:par>
                          <p:cTn id="50" fill="hold">
                            <p:stCondLst>
                              <p:cond delay="5000"/>
                            </p:stCondLst>
                            <p:childTnLst>
                              <p:par>
                                <p:cTn id="51" presetID="22" presetClass="entr" presetSubtype="2" fill="hold" nodeType="afterEffect">
                                  <p:stCondLst>
                                    <p:cond delay="0"/>
                                  </p:stCondLst>
                                  <p:childTnLst>
                                    <p:set>
                                      <p:cBhvr>
                                        <p:cTn id="52" dur="1" fill="hold">
                                          <p:stCondLst>
                                            <p:cond delay="0"/>
                                          </p:stCondLst>
                                        </p:cTn>
                                        <p:tgtEl>
                                          <p:spTgt spid="45"/>
                                        </p:tgtEl>
                                        <p:attrNameLst>
                                          <p:attrName>style.visibility</p:attrName>
                                        </p:attrNameLst>
                                      </p:cBhvr>
                                      <p:to>
                                        <p:strVal val="visible"/>
                                      </p:to>
                                    </p:set>
                                    <p:animEffect transition="in" filter="wipe(right)">
                                      <p:cBhvr>
                                        <p:cTn id="53" dur="500"/>
                                        <p:tgtEl>
                                          <p:spTgt spid="45"/>
                                        </p:tgtEl>
                                      </p:cBhvr>
                                    </p:animEffect>
                                  </p:childTnLst>
                                </p:cTn>
                              </p:par>
                            </p:childTnLst>
                          </p:cTn>
                        </p:par>
                        <p:par>
                          <p:cTn id="54" fill="hold">
                            <p:stCondLst>
                              <p:cond delay="5500"/>
                            </p:stCondLst>
                            <p:childTnLst>
                              <p:par>
                                <p:cTn id="55" presetID="53" presetClass="entr" presetSubtype="0" fill="hold" nodeType="after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p:cTn id="57" dur="500" fill="hold"/>
                                        <p:tgtEl>
                                          <p:spTgt spid="5"/>
                                        </p:tgtEl>
                                        <p:attrNameLst>
                                          <p:attrName>ppt_w</p:attrName>
                                        </p:attrNameLst>
                                      </p:cBhvr>
                                      <p:tavLst>
                                        <p:tav tm="0">
                                          <p:val>
                                            <p:fltVal val="0"/>
                                          </p:val>
                                        </p:tav>
                                        <p:tav tm="100000">
                                          <p:val>
                                            <p:strVal val="#ppt_w"/>
                                          </p:val>
                                        </p:tav>
                                      </p:tavLst>
                                    </p:anim>
                                    <p:anim calcmode="lin" valueType="num">
                                      <p:cBhvr>
                                        <p:cTn id="58" dur="500" fill="hold"/>
                                        <p:tgtEl>
                                          <p:spTgt spid="5"/>
                                        </p:tgtEl>
                                        <p:attrNameLst>
                                          <p:attrName>ppt_h</p:attrName>
                                        </p:attrNameLst>
                                      </p:cBhvr>
                                      <p:tavLst>
                                        <p:tav tm="0">
                                          <p:val>
                                            <p:fltVal val="0"/>
                                          </p:val>
                                        </p:tav>
                                        <p:tav tm="100000">
                                          <p:val>
                                            <p:strVal val="#ppt_h"/>
                                          </p:val>
                                        </p:tav>
                                      </p:tavLst>
                                    </p:anim>
                                    <p:animEffect transition="in" filter="fade">
                                      <p:cBhvr>
                                        <p:cTn id="59" dur="500"/>
                                        <p:tgtEl>
                                          <p:spTgt spid="5"/>
                                        </p:tgtEl>
                                      </p:cBhvr>
                                    </p:animEffect>
                                  </p:childTnLst>
                                </p:cTn>
                              </p:par>
                            </p:childTnLst>
                          </p:cTn>
                        </p:par>
                        <p:par>
                          <p:cTn id="60" fill="hold">
                            <p:stCondLst>
                              <p:cond delay="6000"/>
                            </p:stCondLst>
                            <p:childTnLst>
                              <p:par>
                                <p:cTn id="61" presetID="22" presetClass="entr" presetSubtype="4" fill="hold" grpId="0" nodeType="afterEffect">
                                  <p:stCondLst>
                                    <p:cond delay="0"/>
                                  </p:stCondLst>
                                  <p:childTnLst>
                                    <p:set>
                                      <p:cBhvr>
                                        <p:cTn id="62" dur="1" fill="hold">
                                          <p:stCondLst>
                                            <p:cond delay="0"/>
                                          </p:stCondLst>
                                        </p:cTn>
                                        <p:tgtEl>
                                          <p:spTgt spid="80"/>
                                        </p:tgtEl>
                                        <p:attrNameLst>
                                          <p:attrName>style.visibility</p:attrName>
                                        </p:attrNameLst>
                                      </p:cBhvr>
                                      <p:to>
                                        <p:strVal val="visible"/>
                                      </p:to>
                                    </p:set>
                                    <p:animEffect transition="in" filter="wipe(down)">
                                      <p:cBhvr>
                                        <p:cTn id="63" dur="500"/>
                                        <p:tgtEl>
                                          <p:spTgt spid="80"/>
                                        </p:tgtEl>
                                      </p:cBhvr>
                                    </p:animEffect>
                                  </p:childTnLst>
                                </p:cTn>
                              </p:par>
                            </p:childTnLst>
                          </p:cTn>
                        </p:par>
                        <p:par>
                          <p:cTn id="64" fill="hold">
                            <p:stCondLst>
                              <p:cond delay="6500"/>
                            </p:stCondLst>
                            <p:childTnLst>
                              <p:par>
                                <p:cTn id="65" presetID="22" presetClass="entr" presetSubtype="2" fill="hold" nodeType="after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wipe(right)">
                                      <p:cBhvr>
                                        <p:cTn id="67" dur="500"/>
                                        <p:tgtEl>
                                          <p:spTgt spid="68"/>
                                        </p:tgtEl>
                                      </p:cBhvr>
                                    </p:animEffect>
                                  </p:childTnLst>
                                </p:cTn>
                              </p:par>
                            </p:childTnLst>
                          </p:cTn>
                        </p:par>
                        <p:par>
                          <p:cTn id="68" fill="hold">
                            <p:stCondLst>
                              <p:cond delay="7000"/>
                            </p:stCondLst>
                            <p:childTnLst>
                              <p:par>
                                <p:cTn id="69" presetID="53" presetClass="entr" presetSubtype="0" fill="hold"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500" fill="hold"/>
                                        <p:tgtEl>
                                          <p:spTgt spid="6"/>
                                        </p:tgtEl>
                                        <p:attrNameLst>
                                          <p:attrName>ppt_w</p:attrName>
                                        </p:attrNameLst>
                                      </p:cBhvr>
                                      <p:tavLst>
                                        <p:tav tm="0">
                                          <p:val>
                                            <p:fltVal val="0"/>
                                          </p:val>
                                        </p:tav>
                                        <p:tav tm="100000">
                                          <p:val>
                                            <p:strVal val="#ppt_w"/>
                                          </p:val>
                                        </p:tav>
                                      </p:tavLst>
                                    </p:anim>
                                    <p:anim calcmode="lin" valueType="num">
                                      <p:cBhvr>
                                        <p:cTn id="72" dur="500" fill="hold"/>
                                        <p:tgtEl>
                                          <p:spTgt spid="6"/>
                                        </p:tgtEl>
                                        <p:attrNameLst>
                                          <p:attrName>ppt_h</p:attrName>
                                        </p:attrNameLst>
                                      </p:cBhvr>
                                      <p:tavLst>
                                        <p:tav tm="0">
                                          <p:val>
                                            <p:fltVal val="0"/>
                                          </p:val>
                                        </p:tav>
                                        <p:tav tm="100000">
                                          <p:val>
                                            <p:strVal val="#ppt_h"/>
                                          </p:val>
                                        </p:tav>
                                      </p:tavLst>
                                    </p:anim>
                                    <p:animEffect transition="in" filter="fade">
                                      <p:cBhvr>
                                        <p:cTn id="73" dur="500"/>
                                        <p:tgtEl>
                                          <p:spTgt spid="6"/>
                                        </p:tgtEl>
                                      </p:cBhvr>
                                    </p:animEffect>
                                  </p:childTnLst>
                                </p:cTn>
                              </p:par>
                            </p:childTnLst>
                          </p:cTn>
                        </p:par>
                        <p:par>
                          <p:cTn id="74" fill="hold">
                            <p:stCondLst>
                              <p:cond delay="7500"/>
                            </p:stCondLst>
                            <p:childTnLst>
                              <p:par>
                                <p:cTn id="75" presetID="22" presetClass="entr" presetSubtype="4" fill="hold" grpId="0" nodeType="afterEffect">
                                  <p:stCondLst>
                                    <p:cond delay="0"/>
                                  </p:stCondLst>
                                  <p:childTnLst>
                                    <p:set>
                                      <p:cBhvr>
                                        <p:cTn id="76" dur="1" fill="hold">
                                          <p:stCondLst>
                                            <p:cond delay="0"/>
                                          </p:stCondLst>
                                        </p:cTn>
                                        <p:tgtEl>
                                          <p:spTgt spid="79"/>
                                        </p:tgtEl>
                                        <p:attrNameLst>
                                          <p:attrName>style.visibility</p:attrName>
                                        </p:attrNameLst>
                                      </p:cBhvr>
                                      <p:to>
                                        <p:strVal val="visible"/>
                                      </p:to>
                                    </p:set>
                                    <p:animEffect transition="in" filter="wipe(down)">
                                      <p:cBhvr>
                                        <p:cTn id="77"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77" grpId="0"/>
      <p:bldP spid="78" grpId="0"/>
      <p:bldP spid="79" grpId="0"/>
      <p:bldP spid="80"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Process Line Infographic</a:t>
            </a:r>
            <a:endParaRPr lang="en-US" dirty="0"/>
          </a:p>
        </p:txBody>
      </p:sp>
      <p:sp>
        <p:nvSpPr>
          <p:cNvPr id="57" name="Text Placeholder 56"/>
          <p:cNvSpPr>
            <a:spLocks noGrp="1"/>
          </p:cNvSpPr>
          <p:nvPr>
            <p:ph type="body" sz="half" idx="2"/>
          </p:nvPr>
        </p:nvSpPr>
        <p:spPr/>
        <p:txBody>
          <a:bodyPr/>
          <a:lstStyle/>
          <a:p>
            <a:r>
              <a:rPr lang="en-US"/>
              <a:t>Process Line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71</a:t>
            </a:fld>
            <a:endParaRPr lang="en-US" dirty="0"/>
          </a:p>
        </p:txBody>
      </p:sp>
      <p:sp>
        <p:nvSpPr>
          <p:cNvPr id="80" name="U-Turn Arrow 79"/>
          <p:cNvSpPr/>
          <p:nvPr/>
        </p:nvSpPr>
        <p:spPr>
          <a:xfrm rot="16200000" flipV="1">
            <a:off x="6299110" y="911477"/>
            <a:ext cx="1061035" cy="3276600"/>
          </a:xfrm>
          <a:prstGeom prst="uturnArrow">
            <a:avLst>
              <a:gd name="adj1" fmla="val 11268"/>
              <a:gd name="adj2" fmla="val 25000"/>
              <a:gd name="adj3" fmla="val 0"/>
              <a:gd name="adj4" fmla="val 4031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4" name="U-Turn Arrow 83"/>
          <p:cNvSpPr/>
          <p:nvPr/>
        </p:nvSpPr>
        <p:spPr>
          <a:xfrm rot="5400000" flipV="1">
            <a:off x="1727108" y="380960"/>
            <a:ext cx="1061035" cy="3276600"/>
          </a:xfrm>
          <a:prstGeom prst="uturnArrow">
            <a:avLst>
              <a:gd name="adj1" fmla="val 11268"/>
              <a:gd name="adj2" fmla="val 25000"/>
              <a:gd name="adj3" fmla="val 0"/>
              <a:gd name="adj4" fmla="val 40317"/>
              <a:gd name="adj5" fmla="val 1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5" name="U-Turn Arrow 84"/>
          <p:cNvSpPr/>
          <p:nvPr/>
        </p:nvSpPr>
        <p:spPr>
          <a:xfrm rot="5400000" flipV="1">
            <a:off x="1727108" y="1856461"/>
            <a:ext cx="1061035" cy="3276600"/>
          </a:xfrm>
          <a:prstGeom prst="uturnArrow">
            <a:avLst>
              <a:gd name="adj1" fmla="val 11268"/>
              <a:gd name="adj2" fmla="val 25000"/>
              <a:gd name="adj3" fmla="val 0"/>
              <a:gd name="adj4" fmla="val 40317"/>
              <a:gd name="adj5" fmla="val 1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6" name="U-Turn Arrow 85"/>
          <p:cNvSpPr/>
          <p:nvPr/>
        </p:nvSpPr>
        <p:spPr>
          <a:xfrm rot="16200000" flipV="1">
            <a:off x="6299110" y="2386978"/>
            <a:ext cx="1061035" cy="3276600"/>
          </a:xfrm>
          <a:prstGeom prst="uturnArrow">
            <a:avLst>
              <a:gd name="adj1" fmla="val 11268"/>
              <a:gd name="adj2" fmla="val 25000"/>
              <a:gd name="adj3" fmla="val 0"/>
              <a:gd name="adj4" fmla="val 40317"/>
              <a:gd name="adj5" fmla="val 1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nvGrpSpPr>
          <p:cNvPr id="3" name="Group 117"/>
          <p:cNvGrpSpPr/>
          <p:nvPr/>
        </p:nvGrpSpPr>
        <p:grpSpPr>
          <a:xfrm>
            <a:off x="3667328" y="1978993"/>
            <a:ext cx="1828800" cy="570785"/>
            <a:chOff x="3657600" y="1978993"/>
            <a:chExt cx="1828800" cy="570785"/>
          </a:xfrm>
        </p:grpSpPr>
        <p:sp>
          <p:nvSpPr>
            <p:cNvPr id="115" name="Rounded Rectangle 114"/>
            <p:cNvSpPr/>
            <p:nvPr/>
          </p:nvSpPr>
          <p:spPr bwMode="auto">
            <a:xfrm>
              <a:off x="3657600" y="1978993"/>
              <a:ext cx="1828800" cy="530519"/>
            </a:xfrm>
            <a:prstGeom prst="roundRect">
              <a:avLst/>
            </a:prstGeom>
            <a:solidFill>
              <a:schemeClr val="accent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1600" b="1" dirty="0">
                <a:solidFill>
                  <a:schemeClr val="bg1"/>
                </a:solidFill>
              </a:endParaRPr>
            </a:p>
          </p:txBody>
        </p:sp>
        <p:sp>
          <p:nvSpPr>
            <p:cNvPr id="88" name="Rounded Rectangle 87"/>
            <p:cNvSpPr/>
            <p:nvPr/>
          </p:nvSpPr>
          <p:spPr bwMode="auto">
            <a:xfrm>
              <a:off x="3657600" y="2019259"/>
              <a:ext cx="1828800" cy="530519"/>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Title Goes Here</a:t>
              </a:r>
            </a:p>
          </p:txBody>
        </p:sp>
      </p:grpSp>
      <p:grpSp>
        <p:nvGrpSpPr>
          <p:cNvPr id="4" name="Group 118"/>
          <p:cNvGrpSpPr/>
          <p:nvPr/>
        </p:nvGrpSpPr>
        <p:grpSpPr>
          <a:xfrm>
            <a:off x="3667328" y="2716743"/>
            <a:ext cx="1828800" cy="570785"/>
            <a:chOff x="3657600" y="2716743"/>
            <a:chExt cx="1828800" cy="570785"/>
          </a:xfrm>
        </p:grpSpPr>
        <p:sp>
          <p:nvSpPr>
            <p:cNvPr id="116" name="Rounded Rectangle 115"/>
            <p:cNvSpPr/>
            <p:nvPr/>
          </p:nvSpPr>
          <p:spPr bwMode="auto">
            <a:xfrm>
              <a:off x="3657600" y="2716743"/>
              <a:ext cx="1828800" cy="530519"/>
            </a:xfrm>
            <a:prstGeom prst="roundRect">
              <a:avLst/>
            </a:prstGeom>
            <a:solidFill>
              <a:schemeClr val="accent2">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1600" b="1" dirty="0">
                <a:solidFill>
                  <a:schemeClr val="bg1"/>
                </a:solidFill>
              </a:endParaRPr>
            </a:p>
          </p:txBody>
        </p:sp>
        <p:sp>
          <p:nvSpPr>
            <p:cNvPr id="89" name="Rounded Rectangle 88"/>
            <p:cNvSpPr/>
            <p:nvPr/>
          </p:nvSpPr>
          <p:spPr bwMode="auto">
            <a:xfrm>
              <a:off x="3657600" y="2757009"/>
              <a:ext cx="1828800" cy="530519"/>
            </a:xfrm>
            <a:prstGeom prst="round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Title Goes Here</a:t>
              </a:r>
            </a:p>
          </p:txBody>
        </p:sp>
      </p:grpSp>
      <p:grpSp>
        <p:nvGrpSpPr>
          <p:cNvPr id="5" name="Group 119"/>
          <p:cNvGrpSpPr/>
          <p:nvPr/>
        </p:nvGrpSpPr>
        <p:grpSpPr>
          <a:xfrm>
            <a:off x="3667328" y="3454494"/>
            <a:ext cx="1828800" cy="570785"/>
            <a:chOff x="3657600" y="3454494"/>
            <a:chExt cx="1828800" cy="570785"/>
          </a:xfrm>
        </p:grpSpPr>
        <p:sp>
          <p:nvSpPr>
            <p:cNvPr id="117" name="Rounded Rectangle 116"/>
            <p:cNvSpPr/>
            <p:nvPr/>
          </p:nvSpPr>
          <p:spPr bwMode="auto">
            <a:xfrm>
              <a:off x="3657600" y="3454494"/>
              <a:ext cx="1828800" cy="530519"/>
            </a:xfrm>
            <a:prstGeom prst="roundRect">
              <a:avLst/>
            </a:prstGeom>
            <a:solidFill>
              <a:schemeClr val="accent3">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1600" b="1" dirty="0">
                <a:solidFill>
                  <a:schemeClr val="bg1"/>
                </a:solidFill>
              </a:endParaRPr>
            </a:p>
          </p:txBody>
        </p:sp>
        <p:sp>
          <p:nvSpPr>
            <p:cNvPr id="90" name="Rounded Rectangle 89"/>
            <p:cNvSpPr/>
            <p:nvPr/>
          </p:nvSpPr>
          <p:spPr bwMode="auto">
            <a:xfrm>
              <a:off x="3657600" y="3494760"/>
              <a:ext cx="1828800" cy="530519"/>
            </a:xfrm>
            <a:prstGeom prst="round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Title Goes Here</a:t>
              </a:r>
            </a:p>
          </p:txBody>
        </p:sp>
      </p:grpSp>
      <p:grpSp>
        <p:nvGrpSpPr>
          <p:cNvPr id="6" name="Group 90"/>
          <p:cNvGrpSpPr/>
          <p:nvPr/>
        </p:nvGrpSpPr>
        <p:grpSpPr>
          <a:xfrm>
            <a:off x="4845652" y="4230561"/>
            <a:ext cx="533282" cy="533277"/>
            <a:chOff x="618873" y="1239440"/>
            <a:chExt cx="650476" cy="650470"/>
          </a:xfrm>
        </p:grpSpPr>
        <p:sp>
          <p:nvSpPr>
            <p:cNvPr id="92" name="Oval 91"/>
            <p:cNvSpPr/>
            <p:nvPr/>
          </p:nvSpPr>
          <p:spPr>
            <a:xfrm>
              <a:off x="618873" y="1239440"/>
              <a:ext cx="650476" cy="650470"/>
            </a:xfrm>
            <a:prstGeom prst="ellipse">
              <a:avLst/>
            </a:prstGeom>
            <a:solidFill>
              <a:schemeClr val="accent4"/>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93"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 name="Group 93"/>
          <p:cNvGrpSpPr/>
          <p:nvPr/>
        </p:nvGrpSpPr>
        <p:grpSpPr>
          <a:xfrm rot="10800000">
            <a:off x="3590373" y="1288092"/>
            <a:ext cx="533282" cy="533277"/>
            <a:chOff x="618873" y="1239440"/>
            <a:chExt cx="650476" cy="650470"/>
          </a:xfrm>
        </p:grpSpPr>
        <p:sp>
          <p:nvSpPr>
            <p:cNvPr id="95" name="Oval 94"/>
            <p:cNvSpPr/>
            <p:nvPr/>
          </p:nvSpPr>
          <p:spPr>
            <a:xfrm>
              <a:off x="618873" y="1239440"/>
              <a:ext cx="650476" cy="650470"/>
            </a:xfrm>
            <a:prstGeom prst="ellips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96"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 name="Group 58"/>
          <p:cNvGrpSpPr/>
          <p:nvPr/>
        </p:nvGrpSpPr>
        <p:grpSpPr>
          <a:xfrm>
            <a:off x="1108960" y="3122467"/>
            <a:ext cx="2276195" cy="507955"/>
            <a:chOff x="7174424" y="1400217"/>
            <a:chExt cx="2276195" cy="507955"/>
          </a:xfrm>
        </p:grpSpPr>
        <p:sp>
          <p:nvSpPr>
            <p:cNvPr id="104" name="TextBox 103"/>
            <p:cNvSpPr txBox="1"/>
            <p:nvPr/>
          </p:nvSpPr>
          <p:spPr>
            <a:xfrm>
              <a:off x="7174424" y="1600395"/>
              <a:ext cx="2276195"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a:t>
              </a:r>
              <a:endParaRPr lang="en-US" sz="1000" dirty="0">
                <a:solidFill>
                  <a:schemeClr val="tx1">
                    <a:lumMod val="65000"/>
                    <a:lumOff val="35000"/>
                  </a:schemeClr>
                </a:solidFill>
              </a:endParaRPr>
            </a:p>
          </p:txBody>
        </p:sp>
        <p:sp>
          <p:nvSpPr>
            <p:cNvPr id="105" name="Rectangle 104"/>
            <p:cNvSpPr/>
            <p:nvPr/>
          </p:nvSpPr>
          <p:spPr>
            <a:xfrm>
              <a:off x="7174424" y="1400217"/>
              <a:ext cx="1070806" cy="215444"/>
            </a:xfrm>
            <a:prstGeom prst="rect">
              <a:avLst/>
            </a:prstGeom>
          </p:spPr>
          <p:txBody>
            <a:bodyPr wrap="none" lIns="0" tIns="0" rIns="0" bIns="0">
              <a:spAutoFit/>
            </a:bodyPr>
            <a:lstStyle/>
            <a:p>
              <a:r>
                <a:rPr lang="en-US" sz="1400" b="1" dirty="0">
                  <a:solidFill>
                    <a:schemeClr val="accent3"/>
                  </a:solidFill>
                </a:rPr>
                <a:t>Title Goes Here</a:t>
              </a:r>
            </a:p>
          </p:txBody>
        </p:sp>
      </p:grpSp>
      <p:grpSp>
        <p:nvGrpSpPr>
          <p:cNvPr id="9" name="Group 56"/>
          <p:cNvGrpSpPr/>
          <p:nvPr/>
        </p:nvGrpSpPr>
        <p:grpSpPr>
          <a:xfrm>
            <a:off x="5736080" y="3873822"/>
            <a:ext cx="2276202" cy="490356"/>
            <a:chOff x="-296510" y="1428725"/>
            <a:chExt cx="2276202" cy="490356"/>
          </a:xfrm>
        </p:grpSpPr>
        <p:sp>
          <p:nvSpPr>
            <p:cNvPr id="107" name="TextBox 106"/>
            <p:cNvSpPr txBox="1"/>
            <p:nvPr/>
          </p:nvSpPr>
          <p:spPr>
            <a:xfrm>
              <a:off x="-296510" y="1611304"/>
              <a:ext cx="2276196" cy="307777"/>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a:t>
              </a:r>
              <a:endParaRPr lang="en-US" sz="1000" dirty="0">
                <a:solidFill>
                  <a:schemeClr val="tx1">
                    <a:lumMod val="65000"/>
                    <a:lumOff val="35000"/>
                  </a:schemeClr>
                </a:solidFill>
              </a:endParaRPr>
            </a:p>
          </p:txBody>
        </p:sp>
        <p:sp>
          <p:nvSpPr>
            <p:cNvPr id="108" name="Rectangle 107"/>
            <p:cNvSpPr/>
            <p:nvPr/>
          </p:nvSpPr>
          <p:spPr>
            <a:xfrm>
              <a:off x="908886" y="1428725"/>
              <a:ext cx="1070806" cy="215444"/>
            </a:xfrm>
            <a:prstGeom prst="rect">
              <a:avLst/>
            </a:prstGeom>
          </p:spPr>
          <p:txBody>
            <a:bodyPr wrap="none" lIns="0" tIns="0" rIns="0" bIns="0">
              <a:spAutoFit/>
            </a:bodyPr>
            <a:lstStyle/>
            <a:p>
              <a:pPr algn="r"/>
              <a:r>
                <a:rPr lang="en-US" sz="1400" b="1" dirty="0">
                  <a:solidFill>
                    <a:schemeClr val="accent4"/>
                  </a:solidFill>
                </a:rPr>
                <a:t>Title Goes Here</a:t>
              </a:r>
            </a:p>
          </p:txBody>
        </p:sp>
      </p:grpSp>
      <p:grpSp>
        <p:nvGrpSpPr>
          <p:cNvPr id="10" name="Group 58"/>
          <p:cNvGrpSpPr/>
          <p:nvPr/>
        </p:nvGrpSpPr>
        <p:grpSpPr>
          <a:xfrm>
            <a:off x="1108960" y="1640797"/>
            <a:ext cx="2276195" cy="507955"/>
            <a:chOff x="7174424" y="1400217"/>
            <a:chExt cx="2276195" cy="507955"/>
          </a:xfrm>
        </p:grpSpPr>
        <p:sp>
          <p:nvSpPr>
            <p:cNvPr id="110" name="TextBox 109"/>
            <p:cNvSpPr txBox="1"/>
            <p:nvPr/>
          </p:nvSpPr>
          <p:spPr>
            <a:xfrm>
              <a:off x="7174424" y="1600395"/>
              <a:ext cx="2276195"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a:t>
              </a:r>
              <a:endParaRPr lang="en-US" sz="1000" dirty="0">
                <a:solidFill>
                  <a:schemeClr val="tx1">
                    <a:lumMod val="65000"/>
                    <a:lumOff val="35000"/>
                  </a:schemeClr>
                </a:solidFill>
              </a:endParaRPr>
            </a:p>
          </p:txBody>
        </p:sp>
        <p:sp>
          <p:nvSpPr>
            <p:cNvPr id="111" name="Rectangle 110"/>
            <p:cNvSpPr/>
            <p:nvPr/>
          </p:nvSpPr>
          <p:spPr>
            <a:xfrm>
              <a:off x="7174424" y="1400217"/>
              <a:ext cx="1070806" cy="215444"/>
            </a:xfrm>
            <a:prstGeom prst="rect">
              <a:avLst/>
            </a:prstGeom>
          </p:spPr>
          <p:txBody>
            <a:bodyPr wrap="none" lIns="0" tIns="0" rIns="0" bIns="0">
              <a:spAutoFit/>
            </a:bodyPr>
            <a:lstStyle/>
            <a:p>
              <a:r>
                <a:rPr lang="en-US" sz="1400" b="1" dirty="0">
                  <a:solidFill>
                    <a:schemeClr val="accent1"/>
                  </a:solidFill>
                </a:rPr>
                <a:t>Title Goes Here</a:t>
              </a:r>
            </a:p>
          </p:txBody>
        </p:sp>
      </p:grpSp>
      <p:grpSp>
        <p:nvGrpSpPr>
          <p:cNvPr id="11" name="Group 56"/>
          <p:cNvGrpSpPr/>
          <p:nvPr/>
        </p:nvGrpSpPr>
        <p:grpSpPr>
          <a:xfrm>
            <a:off x="5736080" y="2392152"/>
            <a:ext cx="2276202" cy="490356"/>
            <a:chOff x="-296510" y="1428725"/>
            <a:chExt cx="2276202" cy="490356"/>
          </a:xfrm>
        </p:grpSpPr>
        <p:sp>
          <p:nvSpPr>
            <p:cNvPr id="113" name="TextBox 112"/>
            <p:cNvSpPr txBox="1"/>
            <p:nvPr/>
          </p:nvSpPr>
          <p:spPr>
            <a:xfrm>
              <a:off x="-296510" y="1611304"/>
              <a:ext cx="2276196" cy="307777"/>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a:t>
              </a:r>
              <a:endParaRPr lang="en-US" sz="1000" dirty="0">
                <a:solidFill>
                  <a:schemeClr val="tx1">
                    <a:lumMod val="65000"/>
                    <a:lumOff val="35000"/>
                  </a:schemeClr>
                </a:solidFill>
              </a:endParaRPr>
            </a:p>
          </p:txBody>
        </p:sp>
        <p:sp>
          <p:nvSpPr>
            <p:cNvPr id="114" name="Rectangle 113"/>
            <p:cNvSpPr/>
            <p:nvPr/>
          </p:nvSpPr>
          <p:spPr>
            <a:xfrm>
              <a:off x="908886" y="1428725"/>
              <a:ext cx="1070806" cy="215444"/>
            </a:xfrm>
            <a:prstGeom prst="rect">
              <a:avLst/>
            </a:prstGeom>
          </p:spPr>
          <p:txBody>
            <a:bodyPr wrap="none" lIns="0" tIns="0" rIns="0" bIns="0">
              <a:spAutoFit/>
            </a:bodyPr>
            <a:lstStyle/>
            <a:p>
              <a:pPr algn="r"/>
              <a:r>
                <a:rPr lang="en-US" sz="1400" b="1" dirty="0">
                  <a:solidFill>
                    <a:schemeClr val="accent2"/>
                  </a:solidFill>
                </a:rPr>
                <a:t>Title Goes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84"/>
                                        </p:tgtEl>
                                        <p:attrNameLst>
                                          <p:attrName>style.visibility</p:attrName>
                                        </p:attrNameLst>
                                      </p:cBhvr>
                                      <p:to>
                                        <p:strVal val="visible"/>
                                      </p:to>
                                    </p:set>
                                    <p:animEffect transition="in" filter="wipe(left)">
                                      <p:cBhvr>
                                        <p:cTn id="13" dur="500"/>
                                        <p:tgtEl>
                                          <p:spTgt spid="84"/>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fltVal val="0"/>
                                          </p:val>
                                        </p:tav>
                                        <p:tav tm="100000">
                                          <p:val>
                                            <p:strVal val="#ppt_w"/>
                                          </p:val>
                                        </p:tav>
                                      </p:tavLst>
                                    </p:anim>
                                    <p:anim calcmode="lin" valueType="num">
                                      <p:cBhvr>
                                        <p:cTn id="18" dur="500" fill="hold"/>
                                        <p:tgtEl>
                                          <p:spTgt spid="3"/>
                                        </p:tgtEl>
                                        <p:attrNameLst>
                                          <p:attrName>ppt_h</p:attrName>
                                        </p:attrNameLst>
                                      </p:cBhvr>
                                      <p:tavLst>
                                        <p:tav tm="0">
                                          <p:val>
                                            <p:fltVal val="0"/>
                                          </p:val>
                                        </p:tav>
                                        <p:tav tm="100000">
                                          <p:val>
                                            <p:strVal val="#ppt_h"/>
                                          </p:val>
                                        </p:tav>
                                      </p:tavLst>
                                    </p:anim>
                                    <p:animEffect transition="in" filter="fade">
                                      <p:cBhvr>
                                        <p:cTn id="19" dur="500"/>
                                        <p:tgtEl>
                                          <p:spTgt spid="3"/>
                                        </p:tgtEl>
                                      </p:cBhvr>
                                    </p:animEffect>
                                  </p:childTnLst>
                                </p:cTn>
                              </p:par>
                            </p:childTnLst>
                          </p:cTn>
                        </p:par>
                        <p:par>
                          <p:cTn id="20" fill="hold">
                            <p:stCondLst>
                              <p:cond delay="1500"/>
                            </p:stCondLst>
                            <p:childTnLst>
                              <p:par>
                                <p:cTn id="21" presetID="22" presetClass="entr" presetSubtype="8"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left)">
                                      <p:cBhvr>
                                        <p:cTn id="23" dur="500"/>
                                        <p:tgtEl>
                                          <p:spTgt spid="10"/>
                                        </p:tgtEl>
                                      </p:cBhvr>
                                    </p:animEffect>
                                  </p:childTnLst>
                                </p:cTn>
                              </p:par>
                            </p:childTnLst>
                          </p:cTn>
                        </p:par>
                        <p:par>
                          <p:cTn id="24" fill="hold">
                            <p:stCondLst>
                              <p:cond delay="2000"/>
                            </p:stCondLst>
                            <p:childTnLst>
                              <p:par>
                                <p:cTn id="25" presetID="22" presetClass="entr" presetSubtype="2" fill="hold" grpId="0" nodeType="after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wipe(right)">
                                      <p:cBhvr>
                                        <p:cTn id="27" dur="500"/>
                                        <p:tgtEl>
                                          <p:spTgt spid="80"/>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500" fill="hold"/>
                                        <p:tgtEl>
                                          <p:spTgt spid="4"/>
                                        </p:tgtEl>
                                        <p:attrNameLst>
                                          <p:attrName>ppt_w</p:attrName>
                                        </p:attrNameLst>
                                      </p:cBhvr>
                                      <p:tavLst>
                                        <p:tav tm="0">
                                          <p:val>
                                            <p:fltVal val="0"/>
                                          </p:val>
                                        </p:tav>
                                        <p:tav tm="100000">
                                          <p:val>
                                            <p:strVal val="#ppt_w"/>
                                          </p:val>
                                        </p:tav>
                                      </p:tavLst>
                                    </p:anim>
                                    <p:anim calcmode="lin" valueType="num">
                                      <p:cBhvr>
                                        <p:cTn id="32" dur="500" fill="hold"/>
                                        <p:tgtEl>
                                          <p:spTgt spid="4"/>
                                        </p:tgtEl>
                                        <p:attrNameLst>
                                          <p:attrName>ppt_h</p:attrName>
                                        </p:attrNameLst>
                                      </p:cBhvr>
                                      <p:tavLst>
                                        <p:tav tm="0">
                                          <p:val>
                                            <p:fltVal val="0"/>
                                          </p:val>
                                        </p:tav>
                                        <p:tav tm="100000">
                                          <p:val>
                                            <p:strVal val="#ppt_h"/>
                                          </p:val>
                                        </p:tav>
                                      </p:tavLst>
                                    </p:anim>
                                    <p:animEffect transition="in" filter="fade">
                                      <p:cBhvr>
                                        <p:cTn id="33" dur="500"/>
                                        <p:tgtEl>
                                          <p:spTgt spid="4"/>
                                        </p:tgtEl>
                                      </p:cBhvr>
                                    </p:animEffect>
                                  </p:childTnLst>
                                </p:cTn>
                              </p:par>
                            </p:childTnLst>
                          </p:cTn>
                        </p:par>
                        <p:par>
                          <p:cTn id="34" fill="hold">
                            <p:stCondLst>
                              <p:cond delay="3000"/>
                            </p:stCondLst>
                            <p:childTnLst>
                              <p:par>
                                <p:cTn id="35" presetID="22" presetClass="entr" presetSubtype="2"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right)">
                                      <p:cBhvr>
                                        <p:cTn id="37" dur="500"/>
                                        <p:tgtEl>
                                          <p:spTgt spid="11"/>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85"/>
                                        </p:tgtEl>
                                        <p:attrNameLst>
                                          <p:attrName>style.visibility</p:attrName>
                                        </p:attrNameLst>
                                      </p:cBhvr>
                                      <p:to>
                                        <p:strVal val="visible"/>
                                      </p:to>
                                    </p:set>
                                    <p:animEffect transition="in" filter="wipe(left)">
                                      <p:cBhvr>
                                        <p:cTn id="41" dur="500"/>
                                        <p:tgtEl>
                                          <p:spTgt spid="85"/>
                                        </p:tgtEl>
                                      </p:cBhvr>
                                    </p:animEffect>
                                  </p:childTnLst>
                                </p:cTn>
                              </p:par>
                            </p:childTnLst>
                          </p:cTn>
                        </p:par>
                        <p:par>
                          <p:cTn id="42" fill="hold">
                            <p:stCondLst>
                              <p:cond delay="4000"/>
                            </p:stCondLst>
                            <p:childTnLst>
                              <p:par>
                                <p:cTn id="43" presetID="53" presetClass="entr" presetSubtype="0" fill="hold" nodeType="after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500" fill="hold"/>
                                        <p:tgtEl>
                                          <p:spTgt spid="5"/>
                                        </p:tgtEl>
                                        <p:attrNameLst>
                                          <p:attrName>ppt_w</p:attrName>
                                        </p:attrNameLst>
                                      </p:cBhvr>
                                      <p:tavLst>
                                        <p:tav tm="0">
                                          <p:val>
                                            <p:fltVal val="0"/>
                                          </p:val>
                                        </p:tav>
                                        <p:tav tm="100000">
                                          <p:val>
                                            <p:strVal val="#ppt_w"/>
                                          </p:val>
                                        </p:tav>
                                      </p:tavLst>
                                    </p:anim>
                                    <p:anim calcmode="lin" valueType="num">
                                      <p:cBhvr>
                                        <p:cTn id="46" dur="500" fill="hold"/>
                                        <p:tgtEl>
                                          <p:spTgt spid="5"/>
                                        </p:tgtEl>
                                        <p:attrNameLst>
                                          <p:attrName>ppt_h</p:attrName>
                                        </p:attrNameLst>
                                      </p:cBhvr>
                                      <p:tavLst>
                                        <p:tav tm="0">
                                          <p:val>
                                            <p:fltVal val="0"/>
                                          </p:val>
                                        </p:tav>
                                        <p:tav tm="100000">
                                          <p:val>
                                            <p:strVal val="#ppt_h"/>
                                          </p:val>
                                        </p:tav>
                                      </p:tavLst>
                                    </p:anim>
                                    <p:animEffect transition="in" filter="fade">
                                      <p:cBhvr>
                                        <p:cTn id="47" dur="500"/>
                                        <p:tgtEl>
                                          <p:spTgt spid="5"/>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wipe(left)">
                                      <p:cBhvr>
                                        <p:cTn id="51" dur="500"/>
                                        <p:tgtEl>
                                          <p:spTgt spid="8"/>
                                        </p:tgtEl>
                                      </p:cBhvr>
                                    </p:animEffect>
                                  </p:childTnLst>
                                </p:cTn>
                              </p:par>
                            </p:childTnLst>
                          </p:cTn>
                        </p:par>
                        <p:par>
                          <p:cTn id="52" fill="hold">
                            <p:stCondLst>
                              <p:cond delay="5000"/>
                            </p:stCondLst>
                            <p:childTnLst>
                              <p:par>
                                <p:cTn id="53" presetID="22" presetClass="entr" presetSubtype="2" fill="hold" grpId="0" nodeType="afterEffect">
                                  <p:stCondLst>
                                    <p:cond delay="0"/>
                                  </p:stCondLst>
                                  <p:childTnLst>
                                    <p:set>
                                      <p:cBhvr>
                                        <p:cTn id="54" dur="1" fill="hold">
                                          <p:stCondLst>
                                            <p:cond delay="0"/>
                                          </p:stCondLst>
                                        </p:cTn>
                                        <p:tgtEl>
                                          <p:spTgt spid="86"/>
                                        </p:tgtEl>
                                        <p:attrNameLst>
                                          <p:attrName>style.visibility</p:attrName>
                                        </p:attrNameLst>
                                      </p:cBhvr>
                                      <p:to>
                                        <p:strVal val="visible"/>
                                      </p:to>
                                    </p:set>
                                    <p:animEffect transition="in" filter="wipe(right)">
                                      <p:cBhvr>
                                        <p:cTn id="55" dur="500"/>
                                        <p:tgtEl>
                                          <p:spTgt spid="86"/>
                                        </p:tgtEl>
                                      </p:cBhvr>
                                    </p:animEffect>
                                  </p:childTnLst>
                                </p:cTn>
                              </p:par>
                            </p:childTnLst>
                          </p:cTn>
                        </p:par>
                        <p:par>
                          <p:cTn id="56" fill="hold">
                            <p:stCondLst>
                              <p:cond delay="5500"/>
                            </p:stCondLst>
                            <p:childTnLst>
                              <p:par>
                                <p:cTn id="57" presetID="53" presetClass="entr" presetSubtype="0" fill="hold" nodeType="after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500" fill="hold"/>
                                        <p:tgtEl>
                                          <p:spTgt spid="6"/>
                                        </p:tgtEl>
                                        <p:attrNameLst>
                                          <p:attrName>ppt_w</p:attrName>
                                        </p:attrNameLst>
                                      </p:cBhvr>
                                      <p:tavLst>
                                        <p:tav tm="0">
                                          <p:val>
                                            <p:fltVal val="0"/>
                                          </p:val>
                                        </p:tav>
                                        <p:tav tm="100000">
                                          <p:val>
                                            <p:strVal val="#ppt_w"/>
                                          </p:val>
                                        </p:tav>
                                      </p:tavLst>
                                    </p:anim>
                                    <p:anim calcmode="lin" valueType="num">
                                      <p:cBhvr>
                                        <p:cTn id="60" dur="500" fill="hold"/>
                                        <p:tgtEl>
                                          <p:spTgt spid="6"/>
                                        </p:tgtEl>
                                        <p:attrNameLst>
                                          <p:attrName>ppt_h</p:attrName>
                                        </p:attrNameLst>
                                      </p:cBhvr>
                                      <p:tavLst>
                                        <p:tav tm="0">
                                          <p:val>
                                            <p:fltVal val="0"/>
                                          </p:val>
                                        </p:tav>
                                        <p:tav tm="100000">
                                          <p:val>
                                            <p:strVal val="#ppt_h"/>
                                          </p:val>
                                        </p:tav>
                                      </p:tavLst>
                                    </p:anim>
                                    <p:animEffect transition="in" filter="fade">
                                      <p:cBhvr>
                                        <p:cTn id="61" dur="500"/>
                                        <p:tgtEl>
                                          <p:spTgt spid="6"/>
                                        </p:tgtEl>
                                      </p:cBhvr>
                                    </p:animEffect>
                                  </p:childTnLst>
                                </p:cTn>
                              </p:par>
                            </p:childTnLst>
                          </p:cTn>
                        </p:par>
                        <p:par>
                          <p:cTn id="62" fill="hold">
                            <p:stCondLst>
                              <p:cond delay="6000"/>
                            </p:stCondLst>
                            <p:childTnLst>
                              <p:par>
                                <p:cTn id="63" presetID="22" presetClass="entr" presetSubtype="2"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animEffect transition="in" filter="wipe(right)">
                                      <p:cBhvr>
                                        <p:cTn id="6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4" grpId="0" animBg="1"/>
      <p:bldP spid="85" grpId="0" animBg="1"/>
      <p:bldP spid="86"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Stairs Infographic</a:t>
            </a:r>
            <a:endParaRPr lang="en-US" dirty="0"/>
          </a:p>
        </p:txBody>
      </p:sp>
      <p:sp>
        <p:nvSpPr>
          <p:cNvPr id="8" name="Text Placeholder 7"/>
          <p:cNvSpPr>
            <a:spLocks noGrp="1"/>
          </p:cNvSpPr>
          <p:nvPr>
            <p:ph type="body" sz="half" idx="2"/>
          </p:nvPr>
        </p:nvSpPr>
        <p:spPr/>
        <p:txBody>
          <a:bodyPr/>
          <a:lstStyle/>
          <a:p>
            <a:r>
              <a:rPr lang="en-US"/>
              <a:t>Stairs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72</a:t>
            </a:fld>
            <a:endParaRPr lang="en-US" dirty="0"/>
          </a:p>
        </p:txBody>
      </p:sp>
      <p:grpSp>
        <p:nvGrpSpPr>
          <p:cNvPr id="2" name="Group 58"/>
          <p:cNvGrpSpPr/>
          <p:nvPr/>
        </p:nvGrpSpPr>
        <p:grpSpPr>
          <a:xfrm>
            <a:off x="533400" y="1426519"/>
            <a:ext cx="1181100" cy="1044819"/>
            <a:chOff x="533400" y="1426519"/>
            <a:chExt cx="1181100" cy="1044819"/>
          </a:xfrm>
        </p:grpSpPr>
        <p:sp>
          <p:nvSpPr>
            <p:cNvPr id="5" name="Freeform 4"/>
            <p:cNvSpPr/>
            <p:nvPr/>
          </p:nvSpPr>
          <p:spPr bwMode="auto">
            <a:xfrm>
              <a:off x="533400" y="1426519"/>
              <a:ext cx="1181100" cy="317989"/>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 name="Freeform 8"/>
            <p:cNvSpPr/>
            <p:nvPr/>
          </p:nvSpPr>
          <p:spPr bwMode="auto">
            <a:xfrm rot="16200000" flipH="1">
              <a:off x="1192090" y="1948929"/>
              <a:ext cx="726831" cy="317988"/>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59"/>
          <p:cNvGrpSpPr/>
          <p:nvPr/>
        </p:nvGrpSpPr>
        <p:grpSpPr>
          <a:xfrm>
            <a:off x="1714500" y="2153350"/>
            <a:ext cx="1181100" cy="1044819"/>
            <a:chOff x="1714500" y="2153350"/>
            <a:chExt cx="1181100" cy="1044819"/>
          </a:xfrm>
        </p:grpSpPr>
        <p:sp>
          <p:nvSpPr>
            <p:cNvPr id="10" name="Freeform 9"/>
            <p:cNvSpPr/>
            <p:nvPr/>
          </p:nvSpPr>
          <p:spPr bwMode="auto">
            <a:xfrm>
              <a:off x="1714500" y="2153350"/>
              <a:ext cx="1181100" cy="317989"/>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 name="Freeform 10"/>
            <p:cNvSpPr/>
            <p:nvPr/>
          </p:nvSpPr>
          <p:spPr bwMode="auto">
            <a:xfrm rot="16200000" flipH="1">
              <a:off x="2373190" y="2675760"/>
              <a:ext cx="726831" cy="317988"/>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60"/>
          <p:cNvGrpSpPr/>
          <p:nvPr/>
        </p:nvGrpSpPr>
        <p:grpSpPr>
          <a:xfrm>
            <a:off x="2895600" y="2880181"/>
            <a:ext cx="1181100" cy="1044818"/>
            <a:chOff x="2895600" y="2880181"/>
            <a:chExt cx="1181100" cy="1044818"/>
          </a:xfrm>
        </p:grpSpPr>
        <p:sp>
          <p:nvSpPr>
            <p:cNvPr id="12" name="Freeform 11"/>
            <p:cNvSpPr/>
            <p:nvPr/>
          </p:nvSpPr>
          <p:spPr bwMode="auto">
            <a:xfrm>
              <a:off x="2895600" y="2880181"/>
              <a:ext cx="1181100" cy="317989"/>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Freeform 12"/>
            <p:cNvSpPr/>
            <p:nvPr/>
          </p:nvSpPr>
          <p:spPr bwMode="auto">
            <a:xfrm rot="16200000" flipH="1">
              <a:off x="3554290" y="3402590"/>
              <a:ext cx="726831" cy="317988"/>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6" name="Group 61"/>
          <p:cNvGrpSpPr/>
          <p:nvPr/>
        </p:nvGrpSpPr>
        <p:grpSpPr>
          <a:xfrm>
            <a:off x="4076700" y="3607012"/>
            <a:ext cx="1181100" cy="1044818"/>
            <a:chOff x="4076700" y="3607012"/>
            <a:chExt cx="1181100" cy="1044818"/>
          </a:xfrm>
        </p:grpSpPr>
        <p:sp>
          <p:nvSpPr>
            <p:cNvPr id="14" name="Freeform 13"/>
            <p:cNvSpPr/>
            <p:nvPr/>
          </p:nvSpPr>
          <p:spPr bwMode="auto">
            <a:xfrm>
              <a:off x="4076700" y="3607012"/>
              <a:ext cx="1181100" cy="317989"/>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 name="Freeform 14"/>
            <p:cNvSpPr/>
            <p:nvPr/>
          </p:nvSpPr>
          <p:spPr bwMode="auto">
            <a:xfrm rot="16200000" flipH="1">
              <a:off x="4735390" y="4129421"/>
              <a:ext cx="726831" cy="317988"/>
            </a:xfrm>
            <a:custGeom>
              <a:avLst/>
              <a:gdLst>
                <a:gd name="connsiteX0" fmla="*/ 0 w 1981200"/>
                <a:gd name="connsiteY0" fmla="*/ 0 h 533400"/>
                <a:gd name="connsiteX1" fmla="*/ 1981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764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 name="connsiteX0" fmla="*/ 0 w 1981200"/>
                <a:gd name="connsiteY0" fmla="*/ 0 h 533400"/>
                <a:gd name="connsiteX1" fmla="*/ 1600200 w 1981200"/>
                <a:gd name="connsiteY1" fmla="*/ 0 h 533400"/>
                <a:gd name="connsiteX2" fmla="*/ 1981200 w 1981200"/>
                <a:gd name="connsiteY2" fmla="*/ 533400 h 533400"/>
                <a:gd name="connsiteX3" fmla="*/ 0 w 1981200"/>
                <a:gd name="connsiteY3" fmla="*/ 533400 h 533400"/>
                <a:gd name="connsiteX4" fmla="*/ 0 w 19812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0" h="533400">
                  <a:moveTo>
                    <a:pt x="0" y="0"/>
                  </a:moveTo>
                  <a:lnTo>
                    <a:pt x="1600200" y="0"/>
                  </a:lnTo>
                  <a:lnTo>
                    <a:pt x="1981200" y="533400"/>
                  </a:lnTo>
                  <a:lnTo>
                    <a:pt x="0" y="533400"/>
                  </a:lnTo>
                  <a:lnTo>
                    <a:pt x="0" y="0"/>
                  </a:lnTo>
                  <a:close/>
                </a:path>
              </a:pathLst>
            </a:cu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9" name="Rectangle 18"/>
          <p:cNvSpPr/>
          <p:nvPr/>
        </p:nvSpPr>
        <p:spPr bwMode="auto">
          <a:xfrm>
            <a:off x="5257800" y="4333842"/>
            <a:ext cx="1219200" cy="317989"/>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 name="Rectangle 19"/>
          <p:cNvSpPr/>
          <p:nvPr/>
        </p:nvSpPr>
        <p:spPr>
          <a:xfrm>
            <a:off x="1775220" y="2664737"/>
            <a:ext cx="647613" cy="215444"/>
          </a:xfrm>
          <a:prstGeom prst="rect">
            <a:avLst/>
          </a:prstGeom>
        </p:spPr>
        <p:txBody>
          <a:bodyPr wrap="none" lIns="0" tIns="0" rIns="0" bIns="0">
            <a:spAutoFit/>
          </a:bodyPr>
          <a:lstStyle/>
          <a:p>
            <a:pPr algn="ctr"/>
            <a:r>
              <a:rPr lang="en-US" sz="1400" b="1" dirty="0">
                <a:solidFill>
                  <a:schemeClr val="accent2"/>
                </a:solidFill>
              </a:rPr>
              <a:t>Step Two</a:t>
            </a:r>
          </a:p>
        </p:txBody>
      </p:sp>
      <p:sp>
        <p:nvSpPr>
          <p:cNvPr id="21" name="Rectangle 20"/>
          <p:cNvSpPr/>
          <p:nvPr/>
        </p:nvSpPr>
        <p:spPr>
          <a:xfrm>
            <a:off x="2872740" y="3391568"/>
            <a:ext cx="756618" cy="215444"/>
          </a:xfrm>
          <a:prstGeom prst="rect">
            <a:avLst/>
          </a:prstGeom>
        </p:spPr>
        <p:txBody>
          <a:bodyPr wrap="none" lIns="0" tIns="0" rIns="0" bIns="0">
            <a:spAutoFit/>
          </a:bodyPr>
          <a:lstStyle/>
          <a:p>
            <a:pPr algn="ctr"/>
            <a:r>
              <a:rPr lang="en-US" sz="1400" b="1" dirty="0">
                <a:solidFill>
                  <a:schemeClr val="accent3"/>
                </a:solidFill>
              </a:rPr>
              <a:t>Step Three</a:t>
            </a:r>
          </a:p>
        </p:txBody>
      </p:sp>
      <p:sp>
        <p:nvSpPr>
          <p:cNvPr id="22" name="Rectangle 21"/>
          <p:cNvSpPr/>
          <p:nvPr/>
        </p:nvSpPr>
        <p:spPr>
          <a:xfrm>
            <a:off x="647700" y="1937906"/>
            <a:ext cx="617157" cy="215444"/>
          </a:xfrm>
          <a:prstGeom prst="rect">
            <a:avLst/>
          </a:prstGeom>
        </p:spPr>
        <p:txBody>
          <a:bodyPr wrap="none" lIns="0" tIns="0" rIns="0" bIns="0">
            <a:spAutoFit/>
          </a:bodyPr>
          <a:lstStyle/>
          <a:p>
            <a:pPr algn="ctr"/>
            <a:r>
              <a:rPr lang="en-US" sz="1400" b="1" dirty="0">
                <a:solidFill>
                  <a:schemeClr val="accent1"/>
                </a:solidFill>
              </a:rPr>
              <a:t>Step one</a:t>
            </a:r>
          </a:p>
        </p:txBody>
      </p:sp>
      <p:sp>
        <p:nvSpPr>
          <p:cNvPr id="23" name="Rectangle 22"/>
          <p:cNvSpPr/>
          <p:nvPr/>
        </p:nvSpPr>
        <p:spPr>
          <a:xfrm>
            <a:off x="4076700" y="4118398"/>
            <a:ext cx="682879" cy="215444"/>
          </a:xfrm>
          <a:prstGeom prst="rect">
            <a:avLst/>
          </a:prstGeom>
        </p:spPr>
        <p:txBody>
          <a:bodyPr wrap="none" lIns="0" tIns="0" rIns="0" bIns="0">
            <a:spAutoFit/>
          </a:bodyPr>
          <a:lstStyle/>
          <a:p>
            <a:pPr algn="ctr"/>
            <a:r>
              <a:rPr lang="en-US" sz="1400" b="1" dirty="0">
                <a:solidFill>
                  <a:schemeClr val="accent4"/>
                </a:solidFill>
              </a:rPr>
              <a:t>Step Four</a:t>
            </a:r>
          </a:p>
        </p:txBody>
      </p:sp>
      <p:sp>
        <p:nvSpPr>
          <p:cNvPr id="24" name="Rectangle 23"/>
          <p:cNvSpPr/>
          <p:nvPr/>
        </p:nvSpPr>
        <p:spPr>
          <a:xfrm>
            <a:off x="5514975" y="4718506"/>
            <a:ext cx="657231" cy="215444"/>
          </a:xfrm>
          <a:prstGeom prst="rect">
            <a:avLst/>
          </a:prstGeom>
        </p:spPr>
        <p:txBody>
          <a:bodyPr wrap="none" lIns="0" tIns="0" rIns="0" bIns="0">
            <a:spAutoFit/>
          </a:bodyPr>
          <a:lstStyle/>
          <a:p>
            <a:pPr algn="ctr"/>
            <a:r>
              <a:rPr lang="en-US" sz="1400" b="1" dirty="0">
                <a:solidFill>
                  <a:schemeClr val="accent5"/>
                </a:solidFill>
              </a:rPr>
              <a:t>Step Five</a:t>
            </a:r>
          </a:p>
        </p:txBody>
      </p:sp>
      <p:sp>
        <p:nvSpPr>
          <p:cNvPr id="25" name="Freeform 245"/>
          <p:cNvSpPr>
            <a:spLocks/>
          </p:cNvSpPr>
          <p:nvPr/>
        </p:nvSpPr>
        <p:spPr bwMode="auto">
          <a:xfrm>
            <a:off x="5600700" y="3827936"/>
            <a:ext cx="406927" cy="406927"/>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63"/>
          <p:cNvSpPr>
            <a:spLocks noEditPoints="1"/>
          </p:cNvSpPr>
          <p:nvPr/>
        </p:nvSpPr>
        <p:spPr bwMode="auto">
          <a:xfrm>
            <a:off x="1938496" y="1729869"/>
            <a:ext cx="461804" cy="336105"/>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103"/>
          <p:cNvSpPr>
            <a:spLocks noEditPoints="1"/>
          </p:cNvSpPr>
          <p:nvPr/>
        </p:nvSpPr>
        <p:spPr bwMode="auto">
          <a:xfrm>
            <a:off x="865098" y="893120"/>
            <a:ext cx="307398" cy="452650"/>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56"/>
          <p:cNvSpPr>
            <a:spLocks noEditPoints="1"/>
          </p:cNvSpPr>
          <p:nvPr/>
        </p:nvSpPr>
        <p:spPr bwMode="auto">
          <a:xfrm>
            <a:off x="3089482" y="2356611"/>
            <a:ext cx="478729" cy="478729"/>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66"/>
          <p:cNvSpPr>
            <a:spLocks noEditPoints="1"/>
          </p:cNvSpPr>
          <p:nvPr/>
        </p:nvSpPr>
        <p:spPr bwMode="auto">
          <a:xfrm>
            <a:off x="4304947" y="3161644"/>
            <a:ext cx="464157" cy="360020"/>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31" name="Straight Connector 30"/>
          <p:cNvCxnSpPr/>
          <p:nvPr/>
        </p:nvCxnSpPr>
        <p:spPr>
          <a:xfrm>
            <a:off x="1638300" y="1433114"/>
            <a:ext cx="1257300" cy="1588"/>
          </a:xfrm>
          <a:prstGeom prst="line">
            <a:avLst/>
          </a:prstGeom>
          <a:ln w="19050" cap="rnd">
            <a:solidFill>
              <a:schemeClr val="accent1"/>
            </a:solidFill>
            <a:prstDash val="sysDot"/>
            <a:headEnd type="oval"/>
            <a:tailEnd type="triangl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2819400" y="2153350"/>
            <a:ext cx="1257300" cy="1588"/>
          </a:xfrm>
          <a:prstGeom prst="line">
            <a:avLst/>
          </a:prstGeom>
          <a:ln w="19050" cap="rnd">
            <a:solidFill>
              <a:schemeClr val="accent2"/>
            </a:solidFill>
            <a:prstDash val="sysDot"/>
            <a:headEnd type="oval"/>
            <a:tailEnd type="triangl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000500" y="2878593"/>
            <a:ext cx="1257300" cy="1588"/>
          </a:xfrm>
          <a:prstGeom prst="line">
            <a:avLst/>
          </a:prstGeom>
          <a:ln w="19050" cap="rnd">
            <a:solidFill>
              <a:schemeClr val="accent3"/>
            </a:solidFill>
            <a:prstDash val="sysDot"/>
            <a:headEnd type="oval"/>
            <a:tailEnd type="triangle"/>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5219700" y="3607012"/>
            <a:ext cx="1257300" cy="1588"/>
          </a:xfrm>
          <a:prstGeom prst="line">
            <a:avLst/>
          </a:prstGeom>
          <a:ln w="19050" cap="rnd">
            <a:solidFill>
              <a:schemeClr val="accent4"/>
            </a:solidFill>
            <a:prstDash val="sysDot"/>
            <a:headEnd type="oval"/>
            <a:tailEnd type="triangle"/>
          </a:ln>
        </p:spPr>
        <p:style>
          <a:lnRef idx="1">
            <a:schemeClr val="accent1"/>
          </a:lnRef>
          <a:fillRef idx="0">
            <a:schemeClr val="accent1"/>
          </a:fillRef>
          <a:effectRef idx="0">
            <a:schemeClr val="accent1"/>
          </a:effectRef>
          <a:fontRef idx="minor">
            <a:schemeClr val="tx1"/>
          </a:fontRef>
        </p:style>
      </p:cxnSp>
      <p:grpSp>
        <p:nvGrpSpPr>
          <p:cNvPr id="16" name="Group 66"/>
          <p:cNvGrpSpPr/>
          <p:nvPr/>
        </p:nvGrpSpPr>
        <p:grpSpPr>
          <a:xfrm>
            <a:off x="2992202" y="1171318"/>
            <a:ext cx="1947726" cy="493342"/>
            <a:chOff x="5603652" y="1698219"/>
            <a:chExt cx="1947726" cy="493342"/>
          </a:xfrm>
        </p:grpSpPr>
        <p:sp>
          <p:nvSpPr>
            <p:cNvPr id="45"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p>
          </p:txBody>
        </p:sp>
        <p:sp>
          <p:nvSpPr>
            <p:cNvPr id="46"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17" name="Group 66"/>
          <p:cNvGrpSpPr/>
          <p:nvPr/>
        </p:nvGrpSpPr>
        <p:grpSpPr>
          <a:xfrm>
            <a:off x="4175604" y="1890444"/>
            <a:ext cx="1947726" cy="493342"/>
            <a:chOff x="5603652" y="1698219"/>
            <a:chExt cx="1947726" cy="493342"/>
          </a:xfrm>
        </p:grpSpPr>
        <p:sp>
          <p:nvSpPr>
            <p:cNvPr id="48"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49"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18" name="Group 66"/>
          <p:cNvGrpSpPr/>
          <p:nvPr/>
        </p:nvGrpSpPr>
        <p:grpSpPr>
          <a:xfrm>
            <a:off x="5316980" y="2608125"/>
            <a:ext cx="1947726" cy="493342"/>
            <a:chOff x="5603652" y="1698219"/>
            <a:chExt cx="1947726" cy="493342"/>
          </a:xfrm>
        </p:grpSpPr>
        <p:sp>
          <p:nvSpPr>
            <p:cNvPr id="51"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52"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32" name="Group 66"/>
          <p:cNvGrpSpPr/>
          <p:nvPr/>
        </p:nvGrpSpPr>
        <p:grpSpPr>
          <a:xfrm>
            <a:off x="6586674" y="3350613"/>
            <a:ext cx="1947726" cy="493342"/>
            <a:chOff x="5603652" y="1698219"/>
            <a:chExt cx="1947726" cy="493342"/>
          </a:xfrm>
        </p:grpSpPr>
        <p:sp>
          <p:nvSpPr>
            <p:cNvPr id="54"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p>
          </p:txBody>
        </p:sp>
        <p:sp>
          <p:nvSpPr>
            <p:cNvPr id="55"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33" name="Group 66"/>
          <p:cNvGrpSpPr/>
          <p:nvPr/>
        </p:nvGrpSpPr>
        <p:grpSpPr>
          <a:xfrm>
            <a:off x="6586674" y="4207129"/>
            <a:ext cx="1947726" cy="493342"/>
            <a:chOff x="5603652" y="1698219"/>
            <a:chExt cx="1947726" cy="493342"/>
          </a:xfrm>
        </p:grpSpPr>
        <p:sp>
          <p:nvSpPr>
            <p:cNvPr id="57"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p>
          </p:txBody>
        </p:sp>
        <p:sp>
          <p:nvSpPr>
            <p:cNvPr id="58"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wipe(left)">
                                      <p:cBhvr>
                                        <p:cTn id="11" dur="500"/>
                                        <p:tgtEl>
                                          <p:spTgt spid="22"/>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p:cTn id="15" dur="500" fill="hold"/>
                                        <p:tgtEl>
                                          <p:spTgt spid="27"/>
                                        </p:tgtEl>
                                        <p:attrNameLst>
                                          <p:attrName>ppt_w</p:attrName>
                                        </p:attrNameLst>
                                      </p:cBhvr>
                                      <p:tavLst>
                                        <p:tav tm="0">
                                          <p:val>
                                            <p:fltVal val="0"/>
                                          </p:val>
                                        </p:tav>
                                        <p:tav tm="100000">
                                          <p:val>
                                            <p:strVal val="#ppt_w"/>
                                          </p:val>
                                        </p:tav>
                                      </p:tavLst>
                                    </p:anim>
                                    <p:anim calcmode="lin" valueType="num">
                                      <p:cBhvr>
                                        <p:cTn id="16" dur="500" fill="hold"/>
                                        <p:tgtEl>
                                          <p:spTgt spid="27"/>
                                        </p:tgtEl>
                                        <p:attrNameLst>
                                          <p:attrName>ppt_h</p:attrName>
                                        </p:attrNameLst>
                                      </p:cBhvr>
                                      <p:tavLst>
                                        <p:tav tm="0">
                                          <p:val>
                                            <p:fltVal val="0"/>
                                          </p:val>
                                        </p:tav>
                                        <p:tav tm="100000">
                                          <p:val>
                                            <p:strVal val="#ppt_h"/>
                                          </p:val>
                                        </p:tav>
                                      </p:tavLst>
                                    </p:anim>
                                    <p:animEffect transition="in" filter="fade">
                                      <p:cBhvr>
                                        <p:cTn id="17" dur="500"/>
                                        <p:tgtEl>
                                          <p:spTgt spid="27"/>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wipe(left)">
                                      <p:cBhvr>
                                        <p:cTn id="25" dur="500"/>
                                        <p:tgtEl>
                                          <p:spTgt spid="16"/>
                                        </p:tgtEl>
                                      </p:cBhvr>
                                    </p:animEffect>
                                  </p:childTnLst>
                                </p:cTn>
                              </p:par>
                            </p:childTnLst>
                          </p:cTn>
                        </p:par>
                        <p:par>
                          <p:cTn id="26" fill="hold">
                            <p:stCondLst>
                              <p:cond delay="2500"/>
                            </p:stCondLst>
                            <p:childTnLst>
                              <p:par>
                                <p:cTn id="27" presetID="22" presetClass="entr" presetSubtype="1"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wipe(up)">
                                      <p:cBhvr>
                                        <p:cTn id="29" dur="500"/>
                                        <p:tgtEl>
                                          <p:spTgt spid="3"/>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wipe(left)">
                                      <p:cBhvr>
                                        <p:cTn id="33" dur="500"/>
                                        <p:tgtEl>
                                          <p:spTgt spid="20"/>
                                        </p:tgtEl>
                                      </p:cBhvr>
                                    </p:animEffect>
                                  </p:childTnLst>
                                </p:cTn>
                              </p:par>
                            </p:childTnLst>
                          </p:cTn>
                        </p:par>
                        <p:par>
                          <p:cTn id="34" fill="hold">
                            <p:stCondLst>
                              <p:cond delay="3500"/>
                            </p:stCondLst>
                            <p:childTnLst>
                              <p:par>
                                <p:cTn id="35" presetID="53" presetClass="entr" presetSubtype="0" fill="hold" grpId="0" nodeType="afterEffect">
                                  <p:stCondLst>
                                    <p:cond delay="0"/>
                                  </p:stCondLst>
                                  <p:childTnLst>
                                    <p:set>
                                      <p:cBhvr>
                                        <p:cTn id="36" dur="1" fill="hold">
                                          <p:stCondLst>
                                            <p:cond delay="0"/>
                                          </p:stCondLst>
                                        </p:cTn>
                                        <p:tgtEl>
                                          <p:spTgt spid="26"/>
                                        </p:tgtEl>
                                        <p:attrNameLst>
                                          <p:attrName>style.visibility</p:attrName>
                                        </p:attrNameLst>
                                      </p:cBhvr>
                                      <p:to>
                                        <p:strVal val="visible"/>
                                      </p:to>
                                    </p:set>
                                    <p:anim calcmode="lin" valueType="num">
                                      <p:cBhvr>
                                        <p:cTn id="37" dur="500" fill="hold"/>
                                        <p:tgtEl>
                                          <p:spTgt spid="26"/>
                                        </p:tgtEl>
                                        <p:attrNameLst>
                                          <p:attrName>ppt_w</p:attrName>
                                        </p:attrNameLst>
                                      </p:cBhvr>
                                      <p:tavLst>
                                        <p:tav tm="0">
                                          <p:val>
                                            <p:fltVal val="0"/>
                                          </p:val>
                                        </p:tav>
                                        <p:tav tm="100000">
                                          <p:val>
                                            <p:strVal val="#ppt_w"/>
                                          </p:val>
                                        </p:tav>
                                      </p:tavLst>
                                    </p:anim>
                                    <p:anim calcmode="lin" valueType="num">
                                      <p:cBhvr>
                                        <p:cTn id="38" dur="500" fill="hold"/>
                                        <p:tgtEl>
                                          <p:spTgt spid="26"/>
                                        </p:tgtEl>
                                        <p:attrNameLst>
                                          <p:attrName>ppt_h</p:attrName>
                                        </p:attrNameLst>
                                      </p:cBhvr>
                                      <p:tavLst>
                                        <p:tav tm="0">
                                          <p:val>
                                            <p:fltVal val="0"/>
                                          </p:val>
                                        </p:tav>
                                        <p:tav tm="100000">
                                          <p:val>
                                            <p:strVal val="#ppt_h"/>
                                          </p:val>
                                        </p:tav>
                                      </p:tavLst>
                                    </p:anim>
                                    <p:animEffect transition="in" filter="fade">
                                      <p:cBhvr>
                                        <p:cTn id="39" dur="500"/>
                                        <p:tgtEl>
                                          <p:spTgt spid="26"/>
                                        </p:tgtEl>
                                      </p:cBhvr>
                                    </p:animEffect>
                                  </p:childTnLst>
                                </p:cTn>
                              </p:par>
                            </p:childTnLst>
                          </p:cTn>
                        </p:par>
                        <p:par>
                          <p:cTn id="40" fill="hold">
                            <p:stCondLst>
                              <p:cond delay="4000"/>
                            </p:stCondLst>
                            <p:childTnLst>
                              <p:par>
                                <p:cTn id="41" presetID="22" presetClass="entr" presetSubtype="8" fill="hold" nodeType="afterEffect">
                                  <p:stCondLst>
                                    <p:cond delay="0"/>
                                  </p:stCondLst>
                                  <p:childTnLst>
                                    <p:set>
                                      <p:cBhvr>
                                        <p:cTn id="42" dur="1" fill="hold">
                                          <p:stCondLst>
                                            <p:cond delay="0"/>
                                          </p:stCondLst>
                                        </p:cTn>
                                        <p:tgtEl>
                                          <p:spTgt spid="40"/>
                                        </p:tgtEl>
                                        <p:attrNameLst>
                                          <p:attrName>style.visibility</p:attrName>
                                        </p:attrNameLst>
                                      </p:cBhvr>
                                      <p:to>
                                        <p:strVal val="visible"/>
                                      </p:to>
                                    </p:set>
                                    <p:animEffect transition="in" filter="wipe(left)">
                                      <p:cBhvr>
                                        <p:cTn id="43" dur="500"/>
                                        <p:tgtEl>
                                          <p:spTgt spid="40"/>
                                        </p:tgtEl>
                                      </p:cBhvr>
                                    </p:animEffect>
                                  </p:childTnLst>
                                </p:cTn>
                              </p:par>
                            </p:childTnLst>
                          </p:cTn>
                        </p:par>
                        <p:par>
                          <p:cTn id="44" fill="hold">
                            <p:stCondLst>
                              <p:cond delay="4500"/>
                            </p:stCondLst>
                            <p:childTnLst>
                              <p:par>
                                <p:cTn id="45" presetID="22" presetClass="entr" presetSubtype="8" fill="hold" nodeType="after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wipe(left)">
                                      <p:cBhvr>
                                        <p:cTn id="47" dur="500"/>
                                        <p:tgtEl>
                                          <p:spTgt spid="17"/>
                                        </p:tgtEl>
                                      </p:cBhvr>
                                    </p:animEffect>
                                  </p:childTnLst>
                                </p:cTn>
                              </p:par>
                            </p:childTnLst>
                          </p:cTn>
                        </p:par>
                        <p:par>
                          <p:cTn id="48" fill="hold">
                            <p:stCondLst>
                              <p:cond delay="5000"/>
                            </p:stCondLst>
                            <p:childTnLst>
                              <p:par>
                                <p:cTn id="49" presetID="22" presetClass="entr" presetSubtype="1" fill="hold" nodeType="afterEffect">
                                  <p:stCondLst>
                                    <p:cond delay="0"/>
                                  </p:stCondLst>
                                  <p:childTnLst>
                                    <p:set>
                                      <p:cBhvr>
                                        <p:cTn id="50" dur="1" fill="hold">
                                          <p:stCondLst>
                                            <p:cond delay="0"/>
                                          </p:stCondLst>
                                        </p:cTn>
                                        <p:tgtEl>
                                          <p:spTgt spid="4"/>
                                        </p:tgtEl>
                                        <p:attrNameLst>
                                          <p:attrName>style.visibility</p:attrName>
                                        </p:attrNameLst>
                                      </p:cBhvr>
                                      <p:to>
                                        <p:strVal val="visible"/>
                                      </p:to>
                                    </p:set>
                                    <p:animEffect transition="in" filter="wipe(up)">
                                      <p:cBhvr>
                                        <p:cTn id="51" dur="500"/>
                                        <p:tgtEl>
                                          <p:spTgt spid="4"/>
                                        </p:tgtEl>
                                      </p:cBhvr>
                                    </p:animEffect>
                                  </p:childTnLst>
                                </p:cTn>
                              </p:par>
                            </p:childTnLst>
                          </p:cTn>
                        </p:par>
                        <p:par>
                          <p:cTn id="52" fill="hold">
                            <p:stCondLst>
                              <p:cond delay="5500"/>
                            </p:stCondLst>
                            <p:childTnLst>
                              <p:par>
                                <p:cTn id="53" presetID="22" presetClass="entr" presetSubtype="8"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wipe(left)">
                                      <p:cBhvr>
                                        <p:cTn id="55" dur="500"/>
                                        <p:tgtEl>
                                          <p:spTgt spid="21"/>
                                        </p:tgtEl>
                                      </p:cBhvr>
                                    </p:animEffect>
                                  </p:childTnLst>
                                </p:cTn>
                              </p:par>
                            </p:childTnLst>
                          </p:cTn>
                        </p:par>
                        <p:par>
                          <p:cTn id="56" fill="hold">
                            <p:stCondLst>
                              <p:cond delay="6000"/>
                            </p:stCondLst>
                            <p:childTnLst>
                              <p:par>
                                <p:cTn id="57" presetID="53" presetClass="entr" presetSubtype="0"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childTnLst>
                          </p:cTn>
                        </p:par>
                        <p:par>
                          <p:cTn id="62" fill="hold">
                            <p:stCondLst>
                              <p:cond delay="6500"/>
                            </p:stCondLst>
                            <p:childTnLst>
                              <p:par>
                                <p:cTn id="63" presetID="22" presetClass="entr" presetSubtype="8" fill="hold" nodeType="afterEffect">
                                  <p:stCondLst>
                                    <p:cond delay="0"/>
                                  </p:stCondLst>
                                  <p:childTnLst>
                                    <p:set>
                                      <p:cBhvr>
                                        <p:cTn id="64" dur="1" fill="hold">
                                          <p:stCondLst>
                                            <p:cond delay="0"/>
                                          </p:stCondLst>
                                        </p:cTn>
                                        <p:tgtEl>
                                          <p:spTgt spid="41"/>
                                        </p:tgtEl>
                                        <p:attrNameLst>
                                          <p:attrName>style.visibility</p:attrName>
                                        </p:attrNameLst>
                                      </p:cBhvr>
                                      <p:to>
                                        <p:strVal val="visible"/>
                                      </p:to>
                                    </p:set>
                                    <p:animEffect transition="in" filter="wipe(left)">
                                      <p:cBhvr>
                                        <p:cTn id="65" dur="500"/>
                                        <p:tgtEl>
                                          <p:spTgt spid="41"/>
                                        </p:tgtEl>
                                      </p:cBhvr>
                                    </p:animEffect>
                                  </p:childTnLst>
                                </p:cTn>
                              </p:par>
                            </p:childTnLst>
                          </p:cTn>
                        </p:par>
                        <p:par>
                          <p:cTn id="66" fill="hold">
                            <p:stCondLst>
                              <p:cond delay="7000"/>
                            </p:stCondLst>
                            <p:childTnLst>
                              <p:par>
                                <p:cTn id="67" presetID="22" presetClass="entr" presetSubtype="8" fill="hold" nodeType="after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wipe(left)">
                                      <p:cBhvr>
                                        <p:cTn id="69" dur="500"/>
                                        <p:tgtEl>
                                          <p:spTgt spid="18"/>
                                        </p:tgtEl>
                                      </p:cBhvr>
                                    </p:animEffect>
                                  </p:childTnLst>
                                </p:cTn>
                              </p:par>
                            </p:childTnLst>
                          </p:cTn>
                        </p:par>
                        <p:par>
                          <p:cTn id="70" fill="hold">
                            <p:stCondLst>
                              <p:cond delay="7500"/>
                            </p:stCondLst>
                            <p:childTnLst>
                              <p:par>
                                <p:cTn id="71" presetID="22" presetClass="entr" presetSubtype="1" fill="hold" nodeType="afterEffect">
                                  <p:stCondLst>
                                    <p:cond delay="0"/>
                                  </p:stCondLst>
                                  <p:childTnLst>
                                    <p:set>
                                      <p:cBhvr>
                                        <p:cTn id="72" dur="1" fill="hold">
                                          <p:stCondLst>
                                            <p:cond delay="0"/>
                                          </p:stCondLst>
                                        </p:cTn>
                                        <p:tgtEl>
                                          <p:spTgt spid="6"/>
                                        </p:tgtEl>
                                        <p:attrNameLst>
                                          <p:attrName>style.visibility</p:attrName>
                                        </p:attrNameLst>
                                      </p:cBhvr>
                                      <p:to>
                                        <p:strVal val="visible"/>
                                      </p:to>
                                    </p:set>
                                    <p:animEffect transition="in" filter="wipe(up)">
                                      <p:cBhvr>
                                        <p:cTn id="73" dur="500"/>
                                        <p:tgtEl>
                                          <p:spTgt spid="6"/>
                                        </p:tgtEl>
                                      </p:cBhvr>
                                    </p:animEffect>
                                  </p:childTnLst>
                                </p:cTn>
                              </p:par>
                            </p:childTnLst>
                          </p:cTn>
                        </p:par>
                        <p:par>
                          <p:cTn id="74" fill="hold">
                            <p:stCondLst>
                              <p:cond delay="8000"/>
                            </p:stCondLst>
                            <p:childTnLst>
                              <p:par>
                                <p:cTn id="75" presetID="22" presetClass="entr" presetSubtype="8"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wipe(left)">
                                      <p:cBhvr>
                                        <p:cTn id="77" dur="500"/>
                                        <p:tgtEl>
                                          <p:spTgt spid="23"/>
                                        </p:tgtEl>
                                      </p:cBhvr>
                                    </p:animEffect>
                                  </p:childTnLst>
                                </p:cTn>
                              </p:par>
                            </p:childTnLst>
                          </p:cTn>
                        </p:par>
                        <p:par>
                          <p:cTn id="78" fill="hold">
                            <p:stCondLst>
                              <p:cond delay="8500"/>
                            </p:stCondLst>
                            <p:childTnLst>
                              <p:par>
                                <p:cTn id="79" presetID="53" presetClass="entr" presetSubtype="0" fill="hold" grpId="0" nodeType="afterEffect">
                                  <p:stCondLst>
                                    <p:cond delay="0"/>
                                  </p:stCondLst>
                                  <p:childTnLst>
                                    <p:set>
                                      <p:cBhvr>
                                        <p:cTn id="80" dur="1" fill="hold">
                                          <p:stCondLst>
                                            <p:cond delay="0"/>
                                          </p:stCondLst>
                                        </p:cTn>
                                        <p:tgtEl>
                                          <p:spTgt spid="29"/>
                                        </p:tgtEl>
                                        <p:attrNameLst>
                                          <p:attrName>style.visibility</p:attrName>
                                        </p:attrNameLst>
                                      </p:cBhvr>
                                      <p:to>
                                        <p:strVal val="visible"/>
                                      </p:to>
                                    </p:set>
                                    <p:anim calcmode="lin" valueType="num">
                                      <p:cBhvr>
                                        <p:cTn id="81" dur="500" fill="hold"/>
                                        <p:tgtEl>
                                          <p:spTgt spid="29"/>
                                        </p:tgtEl>
                                        <p:attrNameLst>
                                          <p:attrName>ppt_w</p:attrName>
                                        </p:attrNameLst>
                                      </p:cBhvr>
                                      <p:tavLst>
                                        <p:tav tm="0">
                                          <p:val>
                                            <p:fltVal val="0"/>
                                          </p:val>
                                        </p:tav>
                                        <p:tav tm="100000">
                                          <p:val>
                                            <p:strVal val="#ppt_w"/>
                                          </p:val>
                                        </p:tav>
                                      </p:tavLst>
                                    </p:anim>
                                    <p:anim calcmode="lin" valueType="num">
                                      <p:cBhvr>
                                        <p:cTn id="82" dur="500" fill="hold"/>
                                        <p:tgtEl>
                                          <p:spTgt spid="29"/>
                                        </p:tgtEl>
                                        <p:attrNameLst>
                                          <p:attrName>ppt_h</p:attrName>
                                        </p:attrNameLst>
                                      </p:cBhvr>
                                      <p:tavLst>
                                        <p:tav tm="0">
                                          <p:val>
                                            <p:fltVal val="0"/>
                                          </p:val>
                                        </p:tav>
                                        <p:tav tm="100000">
                                          <p:val>
                                            <p:strVal val="#ppt_h"/>
                                          </p:val>
                                        </p:tav>
                                      </p:tavLst>
                                    </p:anim>
                                    <p:animEffect transition="in" filter="fade">
                                      <p:cBhvr>
                                        <p:cTn id="83" dur="500"/>
                                        <p:tgtEl>
                                          <p:spTgt spid="29"/>
                                        </p:tgtEl>
                                      </p:cBhvr>
                                    </p:animEffect>
                                  </p:childTnLst>
                                </p:cTn>
                              </p:par>
                            </p:childTnLst>
                          </p:cTn>
                        </p:par>
                        <p:par>
                          <p:cTn id="84" fill="hold">
                            <p:stCondLst>
                              <p:cond delay="9000"/>
                            </p:stCondLst>
                            <p:childTnLst>
                              <p:par>
                                <p:cTn id="85" presetID="22" presetClass="entr" presetSubtype="8" fill="hold" nodeType="afterEffect">
                                  <p:stCondLst>
                                    <p:cond delay="0"/>
                                  </p:stCondLst>
                                  <p:childTnLst>
                                    <p:set>
                                      <p:cBhvr>
                                        <p:cTn id="86" dur="1" fill="hold">
                                          <p:stCondLst>
                                            <p:cond delay="0"/>
                                          </p:stCondLst>
                                        </p:cTn>
                                        <p:tgtEl>
                                          <p:spTgt spid="42"/>
                                        </p:tgtEl>
                                        <p:attrNameLst>
                                          <p:attrName>style.visibility</p:attrName>
                                        </p:attrNameLst>
                                      </p:cBhvr>
                                      <p:to>
                                        <p:strVal val="visible"/>
                                      </p:to>
                                    </p:set>
                                    <p:animEffect transition="in" filter="wipe(left)">
                                      <p:cBhvr>
                                        <p:cTn id="87" dur="500"/>
                                        <p:tgtEl>
                                          <p:spTgt spid="42"/>
                                        </p:tgtEl>
                                      </p:cBhvr>
                                    </p:animEffect>
                                  </p:childTnLst>
                                </p:cTn>
                              </p:par>
                            </p:childTnLst>
                          </p:cTn>
                        </p:par>
                        <p:par>
                          <p:cTn id="88" fill="hold">
                            <p:stCondLst>
                              <p:cond delay="9500"/>
                            </p:stCondLst>
                            <p:childTnLst>
                              <p:par>
                                <p:cTn id="89" presetID="22" presetClass="entr" presetSubtype="8" fill="hold" nodeType="after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wipe(left)">
                                      <p:cBhvr>
                                        <p:cTn id="91" dur="500"/>
                                        <p:tgtEl>
                                          <p:spTgt spid="32"/>
                                        </p:tgtEl>
                                      </p:cBhvr>
                                    </p:animEffect>
                                  </p:childTnLst>
                                </p:cTn>
                              </p:par>
                            </p:childTnLst>
                          </p:cTn>
                        </p:par>
                        <p:par>
                          <p:cTn id="92" fill="hold">
                            <p:stCondLst>
                              <p:cond delay="10000"/>
                            </p:stCondLst>
                            <p:childTnLst>
                              <p:par>
                                <p:cTn id="93" presetID="22" presetClass="entr" presetSubtype="8" fill="hold" grpId="0" nodeType="afterEffect">
                                  <p:stCondLst>
                                    <p:cond delay="0"/>
                                  </p:stCondLst>
                                  <p:childTnLst>
                                    <p:set>
                                      <p:cBhvr>
                                        <p:cTn id="94" dur="1" fill="hold">
                                          <p:stCondLst>
                                            <p:cond delay="0"/>
                                          </p:stCondLst>
                                        </p:cTn>
                                        <p:tgtEl>
                                          <p:spTgt spid="19"/>
                                        </p:tgtEl>
                                        <p:attrNameLst>
                                          <p:attrName>style.visibility</p:attrName>
                                        </p:attrNameLst>
                                      </p:cBhvr>
                                      <p:to>
                                        <p:strVal val="visible"/>
                                      </p:to>
                                    </p:set>
                                    <p:animEffect transition="in" filter="wipe(left)">
                                      <p:cBhvr>
                                        <p:cTn id="95" dur="500"/>
                                        <p:tgtEl>
                                          <p:spTgt spid="19"/>
                                        </p:tgtEl>
                                      </p:cBhvr>
                                    </p:animEffect>
                                  </p:childTnLst>
                                </p:cTn>
                              </p:par>
                            </p:childTnLst>
                          </p:cTn>
                        </p:par>
                        <p:par>
                          <p:cTn id="96" fill="hold">
                            <p:stCondLst>
                              <p:cond delay="10500"/>
                            </p:stCondLst>
                            <p:childTnLst>
                              <p:par>
                                <p:cTn id="97" presetID="22" presetClass="entr" presetSubtype="8" fill="hold" grpId="0" nodeType="afterEffect">
                                  <p:stCondLst>
                                    <p:cond delay="0"/>
                                  </p:stCondLst>
                                  <p:childTnLst>
                                    <p:set>
                                      <p:cBhvr>
                                        <p:cTn id="98" dur="1" fill="hold">
                                          <p:stCondLst>
                                            <p:cond delay="0"/>
                                          </p:stCondLst>
                                        </p:cTn>
                                        <p:tgtEl>
                                          <p:spTgt spid="24"/>
                                        </p:tgtEl>
                                        <p:attrNameLst>
                                          <p:attrName>style.visibility</p:attrName>
                                        </p:attrNameLst>
                                      </p:cBhvr>
                                      <p:to>
                                        <p:strVal val="visible"/>
                                      </p:to>
                                    </p:set>
                                    <p:animEffect transition="in" filter="wipe(left)">
                                      <p:cBhvr>
                                        <p:cTn id="99" dur="500"/>
                                        <p:tgtEl>
                                          <p:spTgt spid="24"/>
                                        </p:tgtEl>
                                      </p:cBhvr>
                                    </p:animEffect>
                                  </p:childTnLst>
                                </p:cTn>
                              </p:par>
                            </p:childTnLst>
                          </p:cTn>
                        </p:par>
                        <p:par>
                          <p:cTn id="100" fill="hold">
                            <p:stCondLst>
                              <p:cond delay="11000"/>
                            </p:stCondLst>
                            <p:childTnLst>
                              <p:par>
                                <p:cTn id="101" presetID="53" presetClass="entr" presetSubtype="0" fill="hold" grpId="0" nodeType="afterEffect">
                                  <p:stCondLst>
                                    <p:cond delay="0"/>
                                  </p:stCondLst>
                                  <p:childTnLst>
                                    <p:set>
                                      <p:cBhvr>
                                        <p:cTn id="102" dur="1" fill="hold">
                                          <p:stCondLst>
                                            <p:cond delay="0"/>
                                          </p:stCondLst>
                                        </p:cTn>
                                        <p:tgtEl>
                                          <p:spTgt spid="25"/>
                                        </p:tgtEl>
                                        <p:attrNameLst>
                                          <p:attrName>style.visibility</p:attrName>
                                        </p:attrNameLst>
                                      </p:cBhvr>
                                      <p:to>
                                        <p:strVal val="visible"/>
                                      </p:to>
                                    </p:set>
                                    <p:anim calcmode="lin" valueType="num">
                                      <p:cBhvr>
                                        <p:cTn id="103" dur="500" fill="hold"/>
                                        <p:tgtEl>
                                          <p:spTgt spid="25"/>
                                        </p:tgtEl>
                                        <p:attrNameLst>
                                          <p:attrName>ppt_w</p:attrName>
                                        </p:attrNameLst>
                                      </p:cBhvr>
                                      <p:tavLst>
                                        <p:tav tm="0">
                                          <p:val>
                                            <p:fltVal val="0"/>
                                          </p:val>
                                        </p:tav>
                                        <p:tav tm="100000">
                                          <p:val>
                                            <p:strVal val="#ppt_w"/>
                                          </p:val>
                                        </p:tav>
                                      </p:tavLst>
                                    </p:anim>
                                    <p:anim calcmode="lin" valueType="num">
                                      <p:cBhvr>
                                        <p:cTn id="104" dur="500" fill="hold"/>
                                        <p:tgtEl>
                                          <p:spTgt spid="25"/>
                                        </p:tgtEl>
                                        <p:attrNameLst>
                                          <p:attrName>ppt_h</p:attrName>
                                        </p:attrNameLst>
                                      </p:cBhvr>
                                      <p:tavLst>
                                        <p:tav tm="0">
                                          <p:val>
                                            <p:fltVal val="0"/>
                                          </p:val>
                                        </p:tav>
                                        <p:tav tm="100000">
                                          <p:val>
                                            <p:strVal val="#ppt_h"/>
                                          </p:val>
                                        </p:tav>
                                      </p:tavLst>
                                    </p:anim>
                                    <p:animEffect transition="in" filter="fade">
                                      <p:cBhvr>
                                        <p:cTn id="105" dur="500"/>
                                        <p:tgtEl>
                                          <p:spTgt spid="25"/>
                                        </p:tgtEl>
                                      </p:cBhvr>
                                    </p:animEffect>
                                  </p:childTnLst>
                                </p:cTn>
                              </p:par>
                            </p:childTnLst>
                          </p:cTn>
                        </p:par>
                        <p:par>
                          <p:cTn id="106" fill="hold">
                            <p:stCondLst>
                              <p:cond delay="11500"/>
                            </p:stCondLst>
                            <p:childTnLst>
                              <p:par>
                                <p:cTn id="107" presetID="22" presetClass="entr" presetSubtype="8" fill="hold" nodeType="afterEffect">
                                  <p:stCondLst>
                                    <p:cond delay="0"/>
                                  </p:stCondLst>
                                  <p:childTnLst>
                                    <p:set>
                                      <p:cBhvr>
                                        <p:cTn id="108" dur="1" fill="hold">
                                          <p:stCondLst>
                                            <p:cond delay="0"/>
                                          </p:stCondLst>
                                        </p:cTn>
                                        <p:tgtEl>
                                          <p:spTgt spid="33"/>
                                        </p:tgtEl>
                                        <p:attrNameLst>
                                          <p:attrName>style.visibility</p:attrName>
                                        </p:attrNameLst>
                                      </p:cBhvr>
                                      <p:to>
                                        <p:strVal val="visible"/>
                                      </p:to>
                                    </p:set>
                                    <p:animEffect transition="in" filter="wipe(left)">
                                      <p:cBhvr>
                                        <p:cTn id="109"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p:bldP spid="21" grpId="0"/>
      <p:bldP spid="22" grpId="0"/>
      <p:bldP spid="23" grpId="0"/>
      <p:bldP spid="24" grpId="0"/>
      <p:bldP spid="25" grpId="0" animBg="1"/>
      <p:bldP spid="26" grpId="0" animBg="1"/>
      <p:bldP spid="27" grpId="0" animBg="1"/>
      <p:bldP spid="28" grpId="0" animBg="1"/>
      <p:bldP spid="29"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Circle Steps Infographic</a:t>
            </a:r>
            <a:endParaRPr lang="en-US" dirty="0"/>
          </a:p>
        </p:txBody>
      </p:sp>
      <p:sp>
        <p:nvSpPr>
          <p:cNvPr id="137" name="Text Placeholder 136"/>
          <p:cNvSpPr>
            <a:spLocks noGrp="1"/>
          </p:cNvSpPr>
          <p:nvPr>
            <p:ph type="body" sz="half" idx="2"/>
          </p:nvPr>
        </p:nvSpPr>
        <p:spPr/>
        <p:txBody>
          <a:bodyPr/>
          <a:lstStyle/>
          <a:p>
            <a:r>
              <a:rPr lang="en-US"/>
              <a:t>Circle Steps Infographic</a:t>
            </a:r>
            <a:endParaRPr lang="en-US" dirty="0"/>
          </a:p>
        </p:txBody>
      </p:sp>
      <p:sp>
        <p:nvSpPr>
          <p:cNvPr id="36" name="Slide Number Placeholder 35"/>
          <p:cNvSpPr>
            <a:spLocks noGrp="1"/>
          </p:cNvSpPr>
          <p:nvPr>
            <p:ph type="sldNum" sz="quarter" idx="12"/>
          </p:nvPr>
        </p:nvSpPr>
        <p:spPr/>
        <p:txBody>
          <a:bodyPr/>
          <a:lstStyle/>
          <a:p>
            <a:fld id="{C136B7D2-B98C-44FD-8D04-7EC62A564975}" type="slidenum">
              <a:rPr lang="en-US" smtClean="0"/>
              <a:pPr/>
              <a:t>73</a:t>
            </a:fld>
            <a:endParaRPr lang="en-US" dirty="0"/>
          </a:p>
        </p:txBody>
      </p:sp>
      <p:sp>
        <p:nvSpPr>
          <p:cNvPr id="52" name="Block Arc 51"/>
          <p:cNvSpPr/>
          <p:nvPr/>
        </p:nvSpPr>
        <p:spPr>
          <a:xfrm rot="16200000" flipH="1">
            <a:off x="4043145" y="1059396"/>
            <a:ext cx="1059088" cy="1059089"/>
          </a:xfrm>
          <a:prstGeom prst="blockArc">
            <a:avLst>
              <a:gd name="adj1" fmla="val 10800000"/>
              <a:gd name="adj2" fmla="val 3"/>
              <a:gd name="adj3" fmla="val 15291"/>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Block Arc 52"/>
          <p:cNvSpPr/>
          <p:nvPr/>
        </p:nvSpPr>
        <p:spPr>
          <a:xfrm rot="5400000" flipH="1">
            <a:off x="4041768" y="1955104"/>
            <a:ext cx="1059088" cy="1059089"/>
          </a:xfrm>
          <a:prstGeom prst="blockArc">
            <a:avLst>
              <a:gd name="adj1" fmla="val 10800000"/>
              <a:gd name="adj2" fmla="val 3"/>
              <a:gd name="adj3" fmla="val 15291"/>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4" name="Block Arc 53"/>
          <p:cNvSpPr/>
          <p:nvPr/>
        </p:nvSpPr>
        <p:spPr>
          <a:xfrm rot="16200000" flipH="1">
            <a:off x="4043145" y="2851742"/>
            <a:ext cx="1059088" cy="1059089"/>
          </a:xfrm>
          <a:prstGeom prst="blockArc">
            <a:avLst>
              <a:gd name="adj1" fmla="val 10800000"/>
              <a:gd name="adj2" fmla="val 3"/>
              <a:gd name="adj3" fmla="val 15291"/>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5" name="Block Arc 54"/>
          <p:cNvSpPr/>
          <p:nvPr/>
        </p:nvSpPr>
        <p:spPr>
          <a:xfrm rot="5400000" flipH="1">
            <a:off x="4041768" y="3747451"/>
            <a:ext cx="1059088" cy="1059089"/>
          </a:xfrm>
          <a:prstGeom prst="blockArc">
            <a:avLst>
              <a:gd name="adj1" fmla="val 10800000"/>
              <a:gd name="adj2" fmla="val 3"/>
              <a:gd name="adj3" fmla="val 15291"/>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nvGrpSpPr>
          <p:cNvPr id="3" name="Group 43"/>
          <p:cNvGrpSpPr/>
          <p:nvPr/>
        </p:nvGrpSpPr>
        <p:grpSpPr>
          <a:xfrm>
            <a:off x="4251326" y="1250667"/>
            <a:ext cx="1158874" cy="675862"/>
            <a:chOff x="4251326" y="1250667"/>
            <a:chExt cx="1158874" cy="675862"/>
          </a:xfrm>
        </p:grpSpPr>
        <p:sp>
          <p:nvSpPr>
            <p:cNvPr id="42" name="Round Same Side Corner Rectangle 41"/>
            <p:cNvSpPr/>
            <p:nvPr/>
          </p:nvSpPr>
          <p:spPr bwMode="auto">
            <a:xfrm rot="16200000">
              <a:off x="4416632" y="1085361"/>
              <a:ext cx="675862" cy="1006474"/>
            </a:xfrm>
            <a:prstGeom prst="round2SameRect">
              <a:avLst>
                <a:gd name="adj1" fmla="val 50000"/>
                <a:gd name="adj2"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3" name="Isosceles Triangle 42"/>
            <p:cNvSpPr/>
            <p:nvPr/>
          </p:nvSpPr>
          <p:spPr bwMode="auto">
            <a:xfrm rot="5400000">
              <a:off x="5209504" y="1512398"/>
              <a:ext cx="248992" cy="152400"/>
            </a:xfrm>
            <a:prstGeom prst="triangl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44"/>
          <p:cNvGrpSpPr/>
          <p:nvPr/>
        </p:nvGrpSpPr>
        <p:grpSpPr>
          <a:xfrm rot="10800000">
            <a:off x="3729039" y="2147060"/>
            <a:ext cx="1158874" cy="675862"/>
            <a:chOff x="4251326" y="1250667"/>
            <a:chExt cx="1158874" cy="675862"/>
          </a:xfrm>
          <a:solidFill>
            <a:schemeClr val="accent2"/>
          </a:solidFill>
        </p:grpSpPr>
        <p:sp>
          <p:nvSpPr>
            <p:cNvPr id="46" name="Round Same Side Corner Rectangle 45"/>
            <p:cNvSpPr/>
            <p:nvPr/>
          </p:nvSpPr>
          <p:spPr bwMode="auto">
            <a:xfrm rot="16200000">
              <a:off x="4416632" y="1085361"/>
              <a:ext cx="675862" cy="1006474"/>
            </a:xfrm>
            <a:prstGeom prst="round2SameRect">
              <a:avLst>
                <a:gd name="adj1" fmla="val 50000"/>
                <a:gd name="adj2" fmla="val 0"/>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7" name="Isosceles Triangle 46"/>
            <p:cNvSpPr/>
            <p:nvPr/>
          </p:nvSpPr>
          <p:spPr bwMode="auto">
            <a:xfrm rot="5400000">
              <a:off x="5209504" y="1512398"/>
              <a:ext cx="248992" cy="152400"/>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5" name="Group 47"/>
          <p:cNvGrpSpPr/>
          <p:nvPr/>
        </p:nvGrpSpPr>
        <p:grpSpPr>
          <a:xfrm>
            <a:off x="4251326" y="3042768"/>
            <a:ext cx="1158874" cy="675862"/>
            <a:chOff x="4251326" y="1250667"/>
            <a:chExt cx="1158874" cy="675862"/>
          </a:xfrm>
          <a:solidFill>
            <a:schemeClr val="accent3"/>
          </a:solidFill>
        </p:grpSpPr>
        <p:sp>
          <p:nvSpPr>
            <p:cNvPr id="49" name="Round Same Side Corner Rectangle 48"/>
            <p:cNvSpPr/>
            <p:nvPr/>
          </p:nvSpPr>
          <p:spPr bwMode="auto">
            <a:xfrm rot="16200000">
              <a:off x="4416632" y="1085361"/>
              <a:ext cx="675862" cy="1006474"/>
            </a:xfrm>
            <a:prstGeom prst="round2SameRect">
              <a:avLst>
                <a:gd name="adj1" fmla="val 50000"/>
                <a:gd name="adj2" fmla="val 0"/>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0" name="Isosceles Triangle 49"/>
            <p:cNvSpPr/>
            <p:nvPr/>
          </p:nvSpPr>
          <p:spPr bwMode="auto">
            <a:xfrm rot="5400000">
              <a:off x="5209504" y="1512398"/>
              <a:ext cx="248992" cy="152400"/>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6" name="Group 50"/>
          <p:cNvGrpSpPr/>
          <p:nvPr/>
        </p:nvGrpSpPr>
        <p:grpSpPr>
          <a:xfrm rot="10800000">
            <a:off x="3729039" y="3939406"/>
            <a:ext cx="1158874" cy="675862"/>
            <a:chOff x="4251326" y="1250667"/>
            <a:chExt cx="1158874" cy="675862"/>
          </a:xfrm>
          <a:solidFill>
            <a:schemeClr val="accent4"/>
          </a:solidFill>
        </p:grpSpPr>
        <p:sp>
          <p:nvSpPr>
            <p:cNvPr id="57" name="Round Same Side Corner Rectangle 56"/>
            <p:cNvSpPr/>
            <p:nvPr/>
          </p:nvSpPr>
          <p:spPr bwMode="auto">
            <a:xfrm rot="16200000">
              <a:off x="4416632" y="1085361"/>
              <a:ext cx="675862" cy="1006474"/>
            </a:xfrm>
            <a:prstGeom prst="round2SameRect">
              <a:avLst>
                <a:gd name="adj1" fmla="val 50000"/>
                <a:gd name="adj2" fmla="val 0"/>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8" name="Isosceles Triangle 57"/>
            <p:cNvSpPr/>
            <p:nvPr/>
          </p:nvSpPr>
          <p:spPr bwMode="auto">
            <a:xfrm rot="5400000">
              <a:off x="5209504" y="1512398"/>
              <a:ext cx="248992" cy="152400"/>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7" name="Group 66"/>
          <p:cNvGrpSpPr/>
          <p:nvPr/>
        </p:nvGrpSpPr>
        <p:grpSpPr>
          <a:xfrm>
            <a:off x="5505450" y="1336392"/>
            <a:ext cx="1947726" cy="493342"/>
            <a:chOff x="5603652" y="1698219"/>
            <a:chExt cx="1947726" cy="493342"/>
          </a:xfrm>
        </p:grpSpPr>
        <p:sp>
          <p:nvSpPr>
            <p:cNvPr id="60"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p>
          </p:txBody>
        </p:sp>
        <p:sp>
          <p:nvSpPr>
            <p:cNvPr id="61"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8" name="Group 66"/>
          <p:cNvGrpSpPr/>
          <p:nvPr/>
        </p:nvGrpSpPr>
        <p:grpSpPr>
          <a:xfrm>
            <a:off x="1686063" y="2243855"/>
            <a:ext cx="1947726" cy="493342"/>
            <a:chOff x="5603652" y="1698219"/>
            <a:chExt cx="1947726" cy="493342"/>
          </a:xfrm>
        </p:grpSpPr>
        <p:sp>
          <p:nvSpPr>
            <p:cNvPr id="68" name="Text Placeholder 3"/>
            <p:cNvSpPr txBox="1">
              <a:spLocks/>
            </p:cNvSpPr>
            <p:nvPr/>
          </p:nvSpPr>
          <p:spPr>
            <a:xfrm>
              <a:off x="6631254"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69"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9" name="Group 66"/>
          <p:cNvGrpSpPr/>
          <p:nvPr/>
        </p:nvGrpSpPr>
        <p:grpSpPr>
          <a:xfrm>
            <a:off x="5505450" y="3118968"/>
            <a:ext cx="1947726" cy="493342"/>
            <a:chOff x="5603652" y="1698219"/>
            <a:chExt cx="1947726" cy="493342"/>
          </a:xfrm>
        </p:grpSpPr>
        <p:sp>
          <p:nvSpPr>
            <p:cNvPr id="71"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72"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10" name="Group 66"/>
          <p:cNvGrpSpPr/>
          <p:nvPr/>
        </p:nvGrpSpPr>
        <p:grpSpPr>
          <a:xfrm>
            <a:off x="1686063" y="4026431"/>
            <a:ext cx="1947726" cy="493342"/>
            <a:chOff x="5603652" y="1698219"/>
            <a:chExt cx="1947726" cy="493342"/>
          </a:xfrm>
        </p:grpSpPr>
        <p:sp>
          <p:nvSpPr>
            <p:cNvPr id="74" name="Text Placeholder 3"/>
            <p:cNvSpPr txBox="1">
              <a:spLocks/>
            </p:cNvSpPr>
            <p:nvPr/>
          </p:nvSpPr>
          <p:spPr>
            <a:xfrm>
              <a:off x="6631254"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p>
          </p:txBody>
        </p:sp>
        <p:sp>
          <p:nvSpPr>
            <p:cNvPr id="75"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sp>
        <p:nvSpPr>
          <p:cNvPr id="77" name="Freeform 63"/>
          <p:cNvSpPr>
            <a:spLocks noEditPoints="1"/>
          </p:cNvSpPr>
          <p:nvPr/>
        </p:nvSpPr>
        <p:spPr bwMode="auto">
          <a:xfrm>
            <a:off x="4132371" y="2282907"/>
            <a:ext cx="461804" cy="336105"/>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3"/>
          <p:cNvSpPr>
            <a:spLocks noEditPoints="1"/>
          </p:cNvSpPr>
          <p:nvPr/>
        </p:nvSpPr>
        <p:spPr bwMode="auto">
          <a:xfrm>
            <a:off x="4565600" y="1346169"/>
            <a:ext cx="307398" cy="452650"/>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56"/>
          <p:cNvSpPr>
            <a:spLocks noEditPoints="1"/>
          </p:cNvSpPr>
          <p:nvPr/>
        </p:nvSpPr>
        <p:spPr bwMode="auto">
          <a:xfrm>
            <a:off x="4565600" y="3166593"/>
            <a:ext cx="415718" cy="415718"/>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66"/>
          <p:cNvSpPr>
            <a:spLocks noEditPoints="1"/>
          </p:cNvSpPr>
          <p:nvPr/>
        </p:nvSpPr>
        <p:spPr bwMode="auto">
          <a:xfrm>
            <a:off x="4120493" y="4105216"/>
            <a:ext cx="464157" cy="360020"/>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up)">
                                      <p:cBhvr>
                                        <p:cTn id="7" dur="500"/>
                                        <p:tgtEl>
                                          <p:spTgt spid="5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80"/>
                                        </p:tgtEl>
                                        <p:attrNameLst>
                                          <p:attrName>style.visibility</p:attrName>
                                        </p:attrNameLst>
                                      </p:cBhvr>
                                      <p:to>
                                        <p:strVal val="visible"/>
                                      </p:to>
                                    </p:set>
                                    <p:anim calcmode="lin" valueType="num">
                                      <p:cBhvr>
                                        <p:cTn id="15" dur="500" fill="hold"/>
                                        <p:tgtEl>
                                          <p:spTgt spid="80"/>
                                        </p:tgtEl>
                                        <p:attrNameLst>
                                          <p:attrName>ppt_w</p:attrName>
                                        </p:attrNameLst>
                                      </p:cBhvr>
                                      <p:tavLst>
                                        <p:tav tm="0">
                                          <p:val>
                                            <p:fltVal val="0"/>
                                          </p:val>
                                        </p:tav>
                                        <p:tav tm="100000">
                                          <p:val>
                                            <p:strVal val="#ppt_w"/>
                                          </p:val>
                                        </p:tav>
                                      </p:tavLst>
                                    </p:anim>
                                    <p:anim calcmode="lin" valueType="num">
                                      <p:cBhvr>
                                        <p:cTn id="16" dur="500" fill="hold"/>
                                        <p:tgtEl>
                                          <p:spTgt spid="80"/>
                                        </p:tgtEl>
                                        <p:attrNameLst>
                                          <p:attrName>ppt_h</p:attrName>
                                        </p:attrNameLst>
                                      </p:cBhvr>
                                      <p:tavLst>
                                        <p:tav tm="0">
                                          <p:val>
                                            <p:fltVal val="0"/>
                                          </p:val>
                                        </p:tav>
                                        <p:tav tm="100000">
                                          <p:val>
                                            <p:strVal val="#ppt_h"/>
                                          </p:val>
                                        </p:tav>
                                      </p:tavLst>
                                    </p:anim>
                                    <p:animEffect transition="in" filter="fade">
                                      <p:cBhvr>
                                        <p:cTn id="17" dur="500"/>
                                        <p:tgtEl>
                                          <p:spTgt spid="80"/>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left)">
                                      <p:cBhvr>
                                        <p:cTn id="21" dur="500"/>
                                        <p:tgtEl>
                                          <p:spTgt spid="7"/>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wipe(up)">
                                      <p:cBhvr>
                                        <p:cTn id="25" dur="500"/>
                                        <p:tgtEl>
                                          <p:spTgt spid="53"/>
                                        </p:tgtEl>
                                      </p:cBhvr>
                                    </p:animEffect>
                                  </p:childTnLst>
                                </p:cTn>
                              </p:par>
                            </p:childTnLst>
                          </p:cTn>
                        </p:par>
                        <p:par>
                          <p:cTn id="26" fill="hold">
                            <p:stCondLst>
                              <p:cond delay="2500"/>
                            </p:stCondLst>
                            <p:childTnLst>
                              <p:par>
                                <p:cTn id="27" presetID="22" presetClass="entr" presetSubtype="2"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right)">
                                      <p:cBhvr>
                                        <p:cTn id="29" dur="500"/>
                                        <p:tgtEl>
                                          <p:spTgt spid="4"/>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77"/>
                                        </p:tgtEl>
                                        <p:attrNameLst>
                                          <p:attrName>style.visibility</p:attrName>
                                        </p:attrNameLst>
                                      </p:cBhvr>
                                      <p:to>
                                        <p:strVal val="visible"/>
                                      </p:to>
                                    </p:set>
                                    <p:anim calcmode="lin" valueType="num">
                                      <p:cBhvr>
                                        <p:cTn id="33" dur="500" fill="hold"/>
                                        <p:tgtEl>
                                          <p:spTgt spid="77"/>
                                        </p:tgtEl>
                                        <p:attrNameLst>
                                          <p:attrName>ppt_w</p:attrName>
                                        </p:attrNameLst>
                                      </p:cBhvr>
                                      <p:tavLst>
                                        <p:tav tm="0">
                                          <p:val>
                                            <p:fltVal val="0"/>
                                          </p:val>
                                        </p:tav>
                                        <p:tav tm="100000">
                                          <p:val>
                                            <p:strVal val="#ppt_w"/>
                                          </p:val>
                                        </p:tav>
                                      </p:tavLst>
                                    </p:anim>
                                    <p:anim calcmode="lin" valueType="num">
                                      <p:cBhvr>
                                        <p:cTn id="34" dur="500" fill="hold"/>
                                        <p:tgtEl>
                                          <p:spTgt spid="77"/>
                                        </p:tgtEl>
                                        <p:attrNameLst>
                                          <p:attrName>ppt_h</p:attrName>
                                        </p:attrNameLst>
                                      </p:cBhvr>
                                      <p:tavLst>
                                        <p:tav tm="0">
                                          <p:val>
                                            <p:fltVal val="0"/>
                                          </p:val>
                                        </p:tav>
                                        <p:tav tm="100000">
                                          <p:val>
                                            <p:strVal val="#ppt_h"/>
                                          </p:val>
                                        </p:tav>
                                      </p:tavLst>
                                    </p:anim>
                                    <p:animEffect transition="in" filter="fade">
                                      <p:cBhvr>
                                        <p:cTn id="35" dur="500"/>
                                        <p:tgtEl>
                                          <p:spTgt spid="77"/>
                                        </p:tgtEl>
                                      </p:cBhvr>
                                    </p:animEffect>
                                  </p:childTnLst>
                                </p:cTn>
                              </p:par>
                            </p:childTnLst>
                          </p:cTn>
                        </p:par>
                        <p:par>
                          <p:cTn id="36" fill="hold">
                            <p:stCondLst>
                              <p:cond delay="3500"/>
                            </p:stCondLst>
                            <p:childTnLst>
                              <p:par>
                                <p:cTn id="37" presetID="22" presetClass="entr" presetSubtype="2"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wipe(right)">
                                      <p:cBhvr>
                                        <p:cTn id="39" dur="500"/>
                                        <p:tgtEl>
                                          <p:spTgt spid="8"/>
                                        </p:tgtEl>
                                      </p:cBhvr>
                                    </p:animEffect>
                                  </p:childTnLst>
                                </p:cTn>
                              </p:par>
                            </p:childTnLst>
                          </p:cTn>
                        </p:par>
                        <p:par>
                          <p:cTn id="40" fill="hold">
                            <p:stCondLst>
                              <p:cond delay="4000"/>
                            </p:stCondLst>
                            <p:childTnLst>
                              <p:par>
                                <p:cTn id="41" presetID="22" presetClass="entr" presetSubtype="1" fill="hold" grpId="0" nodeType="afterEffect">
                                  <p:stCondLst>
                                    <p:cond delay="0"/>
                                  </p:stCondLst>
                                  <p:childTnLst>
                                    <p:set>
                                      <p:cBhvr>
                                        <p:cTn id="42" dur="1" fill="hold">
                                          <p:stCondLst>
                                            <p:cond delay="0"/>
                                          </p:stCondLst>
                                        </p:cTn>
                                        <p:tgtEl>
                                          <p:spTgt spid="54"/>
                                        </p:tgtEl>
                                        <p:attrNameLst>
                                          <p:attrName>style.visibility</p:attrName>
                                        </p:attrNameLst>
                                      </p:cBhvr>
                                      <p:to>
                                        <p:strVal val="visible"/>
                                      </p:to>
                                    </p:set>
                                    <p:animEffect transition="in" filter="wipe(up)">
                                      <p:cBhvr>
                                        <p:cTn id="43" dur="500"/>
                                        <p:tgtEl>
                                          <p:spTgt spid="54"/>
                                        </p:tgtEl>
                                      </p:cBhvr>
                                    </p:animEffect>
                                  </p:childTnLst>
                                </p:cTn>
                              </p:par>
                            </p:childTnLst>
                          </p:cTn>
                        </p:par>
                        <p:par>
                          <p:cTn id="44" fill="hold">
                            <p:stCondLst>
                              <p:cond delay="4500"/>
                            </p:stCondLst>
                            <p:childTnLst>
                              <p:par>
                                <p:cTn id="45" presetID="22" presetClass="entr" presetSubtype="8" fill="hold" nodeType="after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wipe(left)">
                                      <p:cBhvr>
                                        <p:cTn id="47" dur="500"/>
                                        <p:tgtEl>
                                          <p:spTgt spid="5"/>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cBhvr>
                                        <p:cTn id="51" dur="500" fill="hold"/>
                                        <p:tgtEl>
                                          <p:spTgt spid="81"/>
                                        </p:tgtEl>
                                        <p:attrNameLst>
                                          <p:attrName>ppt_w</p:attrName>
                                        </p:attrNameLst>
                                      </p:cBhvr>
                                      <p:tavLst>
                                        <p:tav tm="0">
                                          <p:val>
                                            <p:fltVal val="0"/>
                                          </p:val>
                                        </p:tav>
                                        <p:tav tm="100000">
                                          <p:val>
                                            <p:strVal val="#ppt_w"/>
                                          </p:val>
                                        </p:tav>
                                      </p:tavLst>
                                    </p:anim>
                                    <p:anim calcmode="lin" valueType="num">
                                      <p:cBhvr>
                                        <p:cTn id="52" dur="500" fill="hold"/>
                                        <p:tgtEl>
                                          <p:spTgt spid="81"/>
                                        </p:tgtEl>
                                        <p:attrNameLst>
                                          <p:attrName>ppt_h</p:attrName>
                                        </p:attrNameLst>
                                      </p:cBhvr>
                                      <p:tavLst>
                                        <p:tav tm="0">
                                          <p:val>
                                            <p:fltVal val="0"/>
                                          </p:val>
                                        </p:tav>
                                        <p:tav tm="100000">
                                          <p:val>
                                            <p:strVal val="#ppt_h"/>
                                          </p:val>
                                        </p:tav>
                                      </p:tavLst>
                                    </p:anim>
                                    <p:animEffect transition="in" filter="fade">
                                      <p:cBhvr>
                                        <p:cTn id="53" dur="500"/>
                                        <p:tgtEl>
                                          <p:spTgt spid="81"/>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wipe(left)">
                                      <p:cBhvr>
                                        <p:cTn id="57" dur="500"/>
                                        <p:tgtEl>
                                          <p:spTgt spid="9"/>
                                        </p:tgtEl>
                                      </p:cBhvr>
                                    </p:animEffect>
                                  </p:childTnLst>
                                </p:cTn>
                              </p:par>
                            </p:childTnLst>
                          </p:cTn>
                        </p:par>
                        <p:par>
                          <p:cTn id="58" fill="hold">
                            <p:stCondLst>
                              <p:cond delay="6000"/>
                            </p:stCondLst>
                            <p:childTnLst>
                              <p:par>
                                <p:cTn id="59" presetID="22" presetClass="entr" presetSubtype="1" fill="hold" grpId="0" nodeType="after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wipe(up)">
                                      <p:cBhvr>
                                        <p:cTn id="61" dur="500"/>
                                        <p:tgtEl>
                                          <p:spTgt spid="55"/>
                                        </p:tgtEl>
                                      </p:cBhvr>
                                    </p:animEffect>
                                  </p:childTnLst>
                                </p:cTn>
                              </p:par>
                            </p:childTnLst>
                          </p:cTn>
                        </p:par>
                        <p:par>
                          <p:cTn id="62" fill="hold">
                            <p:stCondLst>
                              <p:cond delay="6500"/>
                            </p:stCondLst>
                            <p:childTnLst>
                              <p:par>
                                <p:cTn id="63" presetID="22" presetClass="entr" presetSubtype="2" fill="hold" nodeType="afterEffect">
                                  <p:stCondLst>
                                    <p:cond delay="0"/>
                                  </p:stCondLst>
                                  <p:childTnLst>
                                    <p:set>
                                      <p:cBhvr>
                                        <p:cTn id="64" dur="1" fill="hold">
                                          <p:stCondLst>
                                            <p:cond delay="0"/>
                                          </p:stCondLst>
                                        </p:cTn>
                                        <p:tgtEl>
                                          <p:spTgt spid="6"/>
                                        </p:tgtEl>
                                        <p:attrNameLst>
                                          <p:attrName>style.visibility</p:attrName>
                                        </p:attrNameLst>
                                      </p:cBhvr>
                                      <p:to>
                                        <p:strVal val="visible"/>
                                      </p:to>
                                    </p:set>
                                    <p:animEffect transition="in" filter="wipe(right)">
                                      <p:cBhvr>
                                        <p:cTn id="65" dur="500"/>
                                        <p:tgtEl>
                                          <p:spTgt spid="6"/>
                                        </p:tgtEl>
                                      </p:cBhvr>
                                    </p:animEffect>
                                  </p:childTnLst>
                                </p:cTn>
                              </p:par>
                            </p:childTnLst>
                          </p:cTn>
                        </p:par>
                        <p:par>
                          <p:cTn id="66" fill="hold">
                            <p:stCondLst>
                              <p:cond delay="7000"/>
                            </p:stCondLst>
                            <p:childTnLst>
                              <p:par>
                                <p:cTn id="67" presetID="53" presetClass="entr" presetSubtype="0" fill="hold" grpId="0" nodeType="afterEffect">
                                  <p:stCondLst>
                                    <p:cond delay="0"/>
                                  </p:stCondLst>
                                  <p:childTnLst>
                                    <p:set>
                                      <p:cBhvr>
                                        <p:cTn id="68" dur="1" fill="hold">
                                          <p:stCondLst>
                                            <p:cond delay="0"/>
                                          </p:stCondLst>
                                        </p:cTn>
                                        <p:tgtEl>
                                          <p:spTgt spid="84"/>
                                        </p:tgtEl>
                                        <p:attrNameLst>
                                          <p:attrName>style.visibility</p:attrName>
                                        </p:attrNameLst>
                                      </p:cBhvr>
                                      <p:to>
                                        <p:strVal val="visible"/>
                                      </p:to>
                                    </p:set>
                                    <p:anim calcmode="lin" valueType="num">
                                      <p:cBhvr>
                                        <p:cTn id="69" dur="500" fill="hold"/>
                                        <p:tgtEl>
                                          <p:spTgt spid="84"/>
                                        </p:tgtEl>
                                        <p:attrNameLst>
                                          <p:attrName>ppt_w</p:attrName>
                                        </p:attrNameLst>
                                      </p:cBhvr>
                                      <p:tavLst>
                                        <p:tav tm="0">
                                          <p:val>
                                            <p:fltVal val="0"/>
                                          </p:val>
                                        </p:tav>
                                        <p:tav tm="100000">
                                          <p:val>
                                            <p:strVal val="#ppt_w"/>
                                          </p:val>
                                        </p:tav>
                                      </p:tavLst>
                                    </p:anim>
                                    <p:anim calcmode="lin" valueType="num">
                                      <p:cBhvr>
                                        <p:cTn id="70" dur="500" fill="hold"/>
                                        <p:tgtEl>
                                          <p:spTgt spid="84"/>
                                        </p:tgtEl>
                                        <p:attrNameLst>
                                          <p:attrName>ppt_h</p:attrName>
                                        </p:attrNameLst>
                                      </p:cBhvr>
                                      <p:tavLst>
                                        <p:tav tm="0">
                                          <p:val>
                                            <p:fltVal val="0"/>
                                          </p:val>
                                        </p:tav>
                                        <p:tav tm="100000">
                                          <p:val>
                                            <p:strVal val="#ppt_h"/>
                                          </p:val>
                                        </p:tav>
                                      </p:tavLst>
                                    </p:anim>
                                    <p:animEffect transition="in" filter="fade">
                                      <p:cBhvr>
                                        <p:cTn id="71" dur="500"/>
                                        <p:tgtEl>
                                          <p:spTgt spid="84"/>
                                        </p:tgtEl>
                                      </p:cBhvr>
                                    </p:animEffect>
                                  </p:childTnLst>
                                </p:cTn>
                              </p:par>
                            </p:childTnLst>
                          </p:cTn>
                        </p:par>
                        <p:par>
                          <p:cTn id="72" fill="hold">
                            <p:stCondLst>
                              <p:cond delay="7500"/>
                            </p:stCondLst>
                            <p:childTnLst>
                              <p:par>
                                <p:cTn id="73" presetID="22" presetClass="entr" presetSubtype="2" fill="hold" nodeType="after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right)">
                                      <p:cBhvr>
                                        <p:cTn id="7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animBg="1"/>
      <p:bldP spid="54" grpId="0" animBg="1"/>
      <p:bldP spid="55" grpId="0" animBg="1"/>
      <p:bldP spid="77" grpId="0" animBg="1"/>
      <p:bldP spid="80" grpId="0" animBg="1"/>
      <p:bldP spid="81" grpId="0" animBg="1"/>
      <p:bldP spid="8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Growth Infographic</a:t>
            </a:r>
            <a:endParaRPr lang="en-US" dirty="0"/>
          </a:p>
        </p:txBody>
      </p:sp>
      <p:sp>
        <p:nvSpPr>
          <p:cNvPr id="8" name="Text Placeholder 7"/>
          <p:cNvSpPr>
            <a:spLocks noGrp="1"/>
          </p:cNvSpPr>
          <p:nvPr>
            <p:ph type="body" sz="half" idx="2"/>
          </p:nvPr>
        </p:nvSpPr>
        <p:spPr/>
        <p:txBody>
          <a:bodyPr/>
          <a:lstStyle/>
          <a:p>
            <a:r>
              <a:rPr lang="en-US"/>
              <a:t>Growth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74</a:t>
            </a:fld>
            <a:endParaRPr lang="en-US" dirty="0"/>
          </a:p>
        </p:txBody>
      </p:sp>
      <p:grpSp>
        <p:nvGrpSpPr>
          <p:cNvPr id="2" name="Group 8"/>
          <p:cNvGrpSpPr/>
          <p:nvPr/>
        </p:nvGrpSpPr>
        <p:grpSpPr>
          <a:xfrm>
            <a:off x="2947818" y="3692339"/>
            <a:ext cx="3248364" cy="581497"/>
            <a:chOff x="2895600" y="3333750"/>
            <a:chExt cx="2895600" cy="904875"/>
          </a:xfrm>
        </p:grpSpPr>
        <p:sp>
          <p:nvSpPr>
            <p:cNvPr id="6" name="Round Same Side Corner Rectangle 5"/>
            <p:cNvSpPr/>
            <p:nvPr/>
          </p:nvSpPr>
          <p:spPr bwMode="auto">
            <a:xfrm>
              <a:off x="2895600" y="3400425"/>
              <a:ext cx="2895600" cy="838200"/>
            </a:xfrm>
            <a:prstGeom prst="round2SameRect">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 name="Round Same Side Corner Rectangle 4"/>
            <p:cNvSpPr/>
            <p:nvPr/>
          </p:nvSpPr>
          <p:spPr bwMode="auto">
            <a:xfrm>
              <a:off x="2895600" y="3333750"/>
              <a:ext cx="2895600" cy="838200"/>
            </a:xfrm>
            <a:prstGeom prst="round2Same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9"/>
          <p:cNvGrpSpPr/>
          <p:nvPr/>
        </p:nvGrpSpPr>
        <p:grpSpPr>
          <a:xfrm>
            <a:off x="3289751" y="3110843"/>
            <a:ext cx="2564498" cy="581497"/>
            <a:chOff x="2895600" y="3333750"/>
            <a:chExt cx="2895600" cy="904875"/>
          </a:xfrm>
        </p:grpSpPr>
        <p:sp>
          <p:nvSpPr>
            <p:cNvPr id="11" name="Round Same Side Corner Rectangle 10"/>
            <p:cNvSpPr/>
            <p:nvPr/>
          </p:nvSpPr>
          <p:spPr bwMode="auto">
            <a:xfrm>
              <a:off x="2895600" y="3400425"/>
              <a:ext cx="2895600" cy="838200"/>
            </a:xfrm>
            <a:prstGeom prst="round2SameRect">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Round Same Side Corner Rectangle 11"/>
            <p:cNvSpPr/>
            <p:nvPr/>
          </p:nvSpPr>
          <p:spPr bwMode="auto">
            <a:xfrm>
              <a:off x="2895600" y="3333750"/>
              <a:ext cx="2895600" cy="838200"/>
            </a:xfrm>
            <a:prstGeom prst="round2Same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12"/>
          <p:cNvGrpSpPr/>
          <p:nvPr/>
        </p:nvGrpSpPr>
        <p:grpSpPr>
          <a:xfrm>
            <a:off x="3546200" y="2529346"/>
            <a:ext cx="2051599" cy="581497"/>
            <a:chOff x="2895600" y="3333750"/>
            <a:chExt cx="2895600" cy="904875"/>
          </a:xfrm>
        </p:grpSpPr>
        <p:sp>
          <p:nvSpPr>
            <p:cNvPr id="14" name="Round Same Side Corner Rectangle 13"/>
            <p:cNvSpPr/>
            <p:nvPr/>
          </p:nvSpPr>
          <p:spPr bwMode="auto">
            <a:xfrm>
              <a:off x="2895600" y="3400425"/>
              <a:ext cx="2895600" cy="838200"/>
            </a:xfrm>
            <a:prstGeom prst="round2SameRect">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 name="Round Same Side Corner Rectangle 14"/>
            <p:cNvSpPr/>
            <p:nvPr/>
          </p:nvSpPr>
          <p:spPr bwMode="auto">
            <a:xfrm>
              <a:off x="2895600" y="3333750"/>
              <a:ext cx="2895600" cy="838200"/>
            </a:xfrm>
            <a:prstGeom prst="round2Same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9" name="Group 16"/>
          <p:cNvGrpSpPr/>
          <p:nvPr/>
        </p:nvGrpSpPr>
        <p:grpSpPr>
          <a:xfrm>
            <a:off x="3729832" y="1947848"/>
            <a:ext cx="1684337" cy="581497"/>
            <a:chOff x="2895600" y="3333750"/>
            <a:chExt cx="2895600" cy="904875"/>
          </a:xfrm>
        </p:grpSpPr>
        <p:sp>
          <p:nvSpPr>
            <p:cNvPr id="18" name="Round Same Side Corner Rectangle 17"/>
            <p:cNvSpPr/>
            <p:nvPr/>
          </p:nvSpPr>
          <p:spPr bwMode="auto">
            <a:xfrm>
              <a:off x="2895600" y="3400425"/>
              <a:ext cx="2895600" cy="838200"/>
            </a:xfrm>
            <a:prstGeom prst="round2SameRect">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Round Same Side Corner Rectangle 18"/>
            <p:cNvSpPr/>
            <p:nvPr/>
          </p:nvSpPr>
          <p:spPr bwMode="auto">
            <a:xfrm>
              <a:off x="2895600" y="3333750"/>
              <a:ext cx="2895600" cy="838200"/>
            </a:xfrm>
            <a:prstGeom prst="round2Same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21" name="Round Same Side Corner Rectangle 20"/>
          <p:cNvSpPr/>
          <p:nvPr/>
        </p:nvSpPr>
        <p:spPr bwMode="auto">
          <a:xfrm>
            <a:off x="3974524" y="1181100"/>
            <a:ext cx="1194952" cy="765689"/>
          </a:xfrm>
          <a:prstGeom prst="upArrow">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Freeform 72"/>
          <p:cNvSpPr>
            <a:spLocks noEditPoints="1"/>
          </p:cNvSpPr>
          <p:nvPr/>
        </p:nvSpPr>
        <p:spPr bwMode="auto">
          <a:xfrm>
            <a:off x="4331350" y="1418224"/>
            <a:ext cx="399582" cy="399582"/>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50"/>
          <p:cNvSpPr>
            <a:spLocks noEditPoints="1"/>
          </p:cNvSpPr>
          <p:nvPr/>
        </p:nvSpPr>
        <p:spPr bwMode="auto">
          <a:xfrm>
            <a:off x="4371330" y="2046728"/>
            <a:ext cx="401340" cy="383738"/>
          </a:xfrm>
          <a:custGeom>
            <a:avLst/>
            <a:gdLst/>
            <a:ahLst/>
            <a:cxnLst>
              <a:cxn ang="0">
                <a:pos x="122" y="44"/>
              </a:cxn>
              <a:cxn ang="0">
                <a:pos x="115" y="38"/>
              </a:cxn>
              <a:cxn ang="0">
                <a:pos x="83" y="33"/>
              </a:cxn>
              <a:cxn ang="0">
                <a:pos x="70" y="5"/>
              </a:cxn>
              <a:cxn ang="0">
                <a:pos x="62" y="0"/>
              </a:cxn>
              <a:cxn ang="0">
                <a:pos x="54" y="5"/>
              </a:cxn>
              <a:cxn ang="0">
                <a:pos x="40" y="33"/>
              </a:cxn>
              <a:cxn ang="0">
                <a:pos x="8" y="38"/>
              </a:cxn>
              <a:cxn ang="0">
                <a:pos x="1" y="44"/>
              </a:cxn>
              <a:cxn ang="0">
                <a:pos x="3" y="53"/>
              </a:cxn>
              <a:cxn ang="0">
                <a:pos x="26" y="76"/>
              </a:cxn>
              <a:cxn ang="0">
                <a:pos x="21" y="108"/>
              </a:cxn>
              <a:cxn ang="0">
                <a:pos x="24" y="117"/>
              </a:cxn>
              <a:cxn ang="0">
                <a:pos x="29" y="118"/>
              </a:cxn>
              <a:cxn ang="0">
                <a:pos x="34" y="117"/>
              </a:cxn>
              <a:cxn ang="0">
                <a:pos x="62" y="102"/>
              </a:cxn>
              <a:cxn ang="0">
                <a:pos x="89" y="117"/>
              </a:cxn>
              <a:cxn ang="0">
                <a:pos x="94" y="118"/>
              </a:cxn>
              <a:cxn ang="0">
                <a:pos x="99" y="117"/>
              </a:cxn>
              <a:cxn ang="0">
                <a:pos x="102" y="108"/>
              </a:cxn>
              <a:cxn ang="0">
                <a:pos x="97" y="76"/>
              </a:cxn>
              <a:cxn ang="0">
                <a:pos x="120" y="53"/>
              </a:cxn>
              <a:cxn ang="0">
                <a:pos x="122" y="44"/>
              </a:cxn>
              <a:cxn ang="0">
                <a:pos x="91" y="70"/>
              </a:cxn>
              <a:cxn ang="0">
                <a:pos x="88" y="77"/>
              </a:cxn>
              <a:cxn ang="0">
                <a:pos x="94" y="110"/>
              </a:cxn>
              <a:cxn ang="0">
                <a:pos x="66" y="95"/>
              </a:cxn>
              <a:cxn ang="0">
                <a:pos x="62" y="94"/>
              </a:cxn>
              <a:cxn ang="0">
                <a:pos x="57" y="95"/>
              </a:cxn>
              <a:cxn ang="0">
                <a:pos x="29" y="110"/>
              </a:cxn>
              <a:cxn ang="0">
                <a:pos x="35" y="77"/>
              </a:cxn>
              <a:cxn ang="0">
                <a:pos x="32" y="70"/>
              </a:cxn>
              <a:cxn ang="0">
                <a:pos x="9" y="47"/>
              </a:cxn>
              <a:cxn ang="0">
                <a:pos x="41" y="42"/>
              </a:cxn>
              <a:cxn ang="0">
                <a:pos x="48" y="37"/>
              </a:cxn>
              <a:cxn ang="0">
                <a:pos x="62" y="8"/>
              </a:cxn>
              <a:cxn ang="0">
                <a:pos x="75" y="37"/>
              </a:cxn>
              <a:cxn ang="0">
                <a:pos x="82" y="42"/>
              </a:cxn>
              <a:cxn ang="0">
                <a:pos x="114" y="47"/>
              </a:cxn>
              <a:cxn ang="0">
                <a:pos x="91" y="70"/>
              </a:cxn>
              <a:cxn ang="0">
                <a:pos x="91" y="70"/>
              </a:cxn>
              <a:cxn ang="0">
                <a:pos x="91" y="70"/>
              </a:cxn>
            </a:cxnLst>
            <a:rect l="0" t="0" r="r" b="b"/>
            <a:pathLst>
              <a:path w="124" h="118">
                <a:moveTo>
                  <a:pt x="122" y="44"/>
                </a:moveTo>
                <a:cubicBezTo>
                  <a:pt x="121" y="41"/>
                  <a:pt x="119" y="39"/>
                  <a:pt x="115" y="38"/>
                </a:cubicBezTo>
                <a:cubicBezTo>
                  <a:pt x="83" y="33"/>
                  <a:pt x="83" y="33"/>
                  <a:pt x="83" y="33"/>
                </a:cubicBezTo>
                <a:cubicBezTo>
                  <a:pt x="70" y="5"/>
                  <a:pt x="70" y="5"/>
                  <a:pt x="70" y="5"/>
                </a:cubicBezTo>
                <a:cubicBezTo>
                  <a:pt x="68" y="1"/>
                  <a:pt x="65" y="0"/>
                  <a:pt x="62" y="0"/>
                </a:cubicBezTo>
                <a:cubicBezTo>
                  <a:pt x="58" y="0"/>
                  <a:pt x="55" y="1"/>
                  <a:pt x="54" y="5"/>
                </a:cubicBezTo>
                <a:cubicBezTo>
                  <a:pt x="40" y="33"/>
                  <a:pt x="40" y="33"/>
                  <a:pt x="40" y="33"/>
                </a:cubicBezTo>
                <a:cubicBezTo>
                  <a:pt x="8" y="38"/>
                  <a:pt x="8" y="38"/>
                  <a:pt x="8" y="38"/>
                </a:cubicBezTo>
                <a:cubicBezTo>
                  <a:pt x="4" y="39"/>
                  <a:pt x="2" y="41"/>
                  <a:pt x="1" y="44"/>
                </a:cubicBezTo>
                <a:cubicBezTo>
                  <a:pt x="0" y="47"/>
                  <a:pt x="0" y="50"/>
                  <a:pt x="3" y="53"/>
                </a:cubicBezTo>
                <a:cubicBezTo>
                  <a:pt x="26" y="76"/>
                  <a:pt x="26" y="76"/>
                  <a:pt x="26" y="76"/>
                </a:cubicBezTo>
                <a:cubicBezTo>
                  <a:pt x="21" y="108"/>
                  <a:pt x="21" y="108"/>
                  <a:pt x="21" y="108"/>
                </a:cubicBezTo>
                <a:cubicBezTo>
                  <a:pt x="20" y="112"/>
                  <a:pt x="22" y="115"/>
                  <a:pt x="24" y="117"/>
                </a:cubicBezTo>
                <a:cubicBezTo>
                  <a:pt x="26" y="118"/>
                  <a:pt x="28" y="118"/>
                  <a:pt x="29" y="118"/>
                </a:cubicBezTo>
                <a:cubicBezTo>
                  <a:pt x="31" y="118"/>
                  <a:pt x="32" y="118"/>
                  <a:pt x="34" y="117"/>
                </a:cubicBezTo>
                <a:cubicBezTo>
                  <a:pt x="62" y="102"/>
                  <a:pt x="62" y="102"/>
                  <a:pt x="62" y="102"/>
                </a:cubicBezTo>
                <a:cubicBezTo>
                  <a:pt x="89" y="117"/>
                  <a:pt x="89" y="117"/>
                  <a:pt x="89" y="117"/>
                </a:cubicBezTo>
                <a:cubicBezTo>
                  <a:pt x="91" y="118"/>
                  <a:pt x="92" y="118"/>
                  <a:pt x="94" y="118"/>
                </a:cubicBezTo>
                <a:cubicBezTo>
                  <a:pt x="96" y="118"/>
                  <a:pt x="97" y="118"/>
                  <a:pt x="99" y="117"/>
                </a:cubicBezTo>
                <a:cubicBezTo>
                  <a:pt x="102" y="115"/>
                  <a:pt x="103" y="112"/>
                  <a:pt x="102" y="108"/>
                </a:cubicBezTo>
                <a:cubicBezTo>
                  <a:pt x="97" y="76"/>
                  <a:pt x="97" y="76"/>
                  <a:pt x="97" y="76"/>
                </a:cubicBezTo>
                <a:cubicBezTo>
                  <a:pt x="120" y="53"/>
                  <a:pt x="120" y="53"/>
                  <a:pt x="120" y="53"/>
                </a:cubicBezTo>
                <a:cubicBezTo>
                  <a:pt x="123" y="50"/>
                  <a:pt x="124" y="47"/>
                  <a:pt x="122" y="44"/>
                </a:cubicBezTo>
                <a:close/>
                <a:moveTo>
                  <a:pt x="91" y="70"/>
                </a:moveTo>
                <a:cubicBezTo>
                  <a:pt x="89" y="72"/>
                  <a:pt x="88" y="75"/>
                  <a:pt x="88" y="77"/>
                </a:cubicBezTo>
                <a:cubicBezTo>
                  <a:pt x="94" y="110"/>
                  <a:pt x="94" y="110"/>
                  <a:pt x="94" y="110"/>
                </a:cubicBezTo>
                <a:cubicBezTo>
                  <a:pt x="66" y="95"/>
                  <a:pt x="66" y="95"/>
                  <a:pt x="66" y="95"/>
                </a:cubicBezTo>
                <a:cubicBezTo>
                  <a:pt x="65" y="94"/>
                  <a:pt x="63" y="94"/>
                  <a:pt x="62" y="94"/>
                </a:cubicBezTo>
                <a:cubicBezTo>
                  <a:pt x="60" y="94"/>
                  <a:pt x="59" y="94"/>
                  <a:pt x="57" y="95"/>
                </a:cubicBezTo>
                <a:cubicBezTo>
                  <a:pt x="29" y="110"/>
                  <a:pt x="29" y="110"/>
                  <a:pt x="29" y="110"/>
                </a:cubicBezTo>
                <a:cubicBezTo>
                  <a:pt x="35" y="77"/>
                  <a:pt x="35" y="77"/>
                  <a:pt x="35" y="77"/>
                </a:cubicBezTo>
                <a:cubicBezTo>
                  <a:pt x="35" y="75"/>
                  <a:pt x="34" y="72"/>
                  <a:pt x="32" y="70"/>
                </a:cubicBezTo>
                <a:cubicBezTo>
                  <a:pt x="9" y="47"/>
                  <a:pt x="9" y="47"/>
                  <a:pt x="9" y="47"/>
                </a:cubicBezTo>
                <a:cubicBezTo>
                  <a:pt x="41" y="42"/>
                  <a:pt x="41" y="42"/>
                  <a:pt x="41" y="42"/>
                </a:cubicBezTo>
                <a:cubicBezTo>
                  <a:pt x="44" y="41"/>
                  <a:pt x="46" y="40"/>
                  <a:pt x="48" y="37"/>
                </a:cubicBezTo>
                <a:cubicBezTo>
                  <a:pt x="62" y="8"/>
                  <a:pt x="62" y="8"/>
                  <a:pt x="62" y="8"/>
                </a:cubicBezTo>
                <a:cubicBezTo>
                  <a:pt x="75" y="37"/>
                  <a:pt x="75" y="37"/>
                  <a:pt x="75" y="37"/>
                </a:cubicBezTo>
                <a:cubicBezTo>
                  <a:pt x="77" y="40"/>
                  <a:pt x="79" y="41"/>
                  <a:pt x="82" y="42"/>
                </a:cubicBezTo>
                <a:cubicBezTo>
                  <a:pt x="114" y="47"/>
                  <a:pt x="114" y="47"/>
                  <a:pt x="114" y="47"/>
                </a:cubicBezTo>
                <a:lnTo>
                  <a:pt x="91" y="70"/>
                </a:lnTo>
                <a:close/>
                <a:moveTo>
                  <a:pt x="91" y="70"/>
                </a:moveTo>
                <a:cubicBezTo>
                  <a:pt x="91" y="70"/>
                  <a:pt x="91" y="70"/>
                  <a:pt x="91" y="7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44"/>
          <p:cNvSpPr>
            <a:spLocks noEditPoints="1"/>
          </p:cNvSpPr>
          <p:nvPr/>
        </p:nvSpPr>
        <p:spPr bwMode="auto">
          <a:xfrm>
            <a:off x="4342915" y="2612918"/>
            <a:ext cx="408381" cy="399582"/>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 name="Group 46"/>
          <p:cNvGrpSpPr/>
          <p:nvPr/>
        </p:nvGrpSpPr>
        <p:grpSpPr>
          <a:xfrm>
            <a:off x="4354980" y="3185498"/>
            <a:ext cx="399582" cy="399582"/>
            <a:chOff x="8780463" y="1906588"/>
            <a:chExt cx="360363" cy="360363"/>
          </a:xfrm>
          <a:solidFill>
            <a:schemeClr val="bg1"/>
          </a:solidFill>
        </p:grpSpPr>
        <p:sp>
          <p:nvSpPr>
            <p:cNvPr id="32"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 name="Group 54"/>
          <p:cNvGrpSpPr/>
          <p:nvPr/>
        </p:nvGrpSpPr>
        <p:grpSpPr>
          <a:xfrm>
            <a:off x="4404523" y="3751782"/>
            <a:ext cx="274600" cy="399582"/>
            <a:chOff x="4075113" y="1909763"/>
            <a:chExt cx="247650" cy="360363"/>
          </a:xfrm>
          <a:solidFill>
            <a:schemeClr val="bg1"/>
          </a:solidFill>
        </p:grpSpPr>
        <p:sp>
          <p:nvSpPr>
            <p:cNvPr id="41" name="Freeform 78"/>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79"/>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 name="Group 42"/>
          <p:cNvGrpSpPr/>
          <p:nvPr/>
        </p:nvGrpSpPr>
        <p:grpSpPr>
          <a:xfrm>
            <a:off x="5943600" y="3135475"/>
            <a:ext cx="2287091" cy="484025"/>
            <a:chOff x="844734" y="1923738"/>
            <a:chExt cx="2287091" cy="484025"/>
          </a:xfrm>
        </p:grpSpPr>
        <p:sp>
          <p:nvSpPr>
            <p:cNvPr id="44" name="Footer Text"/>
            <p:cNvSpPr txBox="1"/>
            <p:nvPr/>
          </p:nvSpPr>
          <p:spPr>
            <a:xfrm>
              <a:off x="844734" y="2099986"/>
              <a:ext cx="228709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a:t>
              </a:r>
            </a:p>
          </p:txBody>
        </p:sp>
        <p:sp>
          <p:nvSpPr>
            <p:cNvPr id="45" name="TextBox 44"/>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17" name="Group 45"/>
          <p:cNvGrpSpPr/>
          <p:nvPr/>
        </p:nvGrpSpPr>
        <p:grpSpPr>
          <a:xfrm>
            <a:off x="1132384" y="2552700"/>
            <a:ext cx="2287091" cy="484025"/>
            <a:chOff x="844734" y="1923738"/>
            <a:chExt cx="2287091" cy="484025"/>
          </a:xfrm>
        </p:grpSpPr>
        <p:sp>
          <p:nvSpPr>
            <p:cNvPr id="47" name="Footer Text"/>
            <p:cNvSpPr txBox="1"/>
            <p:nvPr/>
          </p:nvSpPr>
          <p:spPr>
            <a:xfrm>
              <a:off x="844734" y="2099986"/>
              <a:ext cx="228709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a:t>
              </a:r>
            </a:p>
          </p:txBody>
        </p:sp>
        <p:sp>
          <p:nvSpPr>
            <p:cNvPr id="48" name="TextBox 4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grpSp>
        <p:nvGrpSpPr>
          <p:cNvPr id="20" name="Group 48"/>
          <p:cNvGrpSpPr/>
          <p:nvPr/>
        </p:nvGrpSpPr>
        <p:grpSpPr>
          <a:xfrm>
            <a:off x="5504359" y="1992475"/>
            <a:ext cx="2287091" cy="484025"/>
            <a:chOff x="844734" y="1923738"/>
            <a:chExt cx="2287091" cy="484025"/>
          </a:xfrm>
        </p:grpSpPr>
        <p:sp>
          <p:nvSpPr>
            <p:cNvPr id="50" name="Footer Text"/>
            <p:cNvSpPr txBox="1"/>
            <p:nvPr/>
          </p:nvSpPr>
          <p:spPr>
            <a:xfrm>
              <a:off x="844734" y="2099986"/>
              <a:ext cx="228709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a:t>
              </a:r>
            </a:p>
          </p:txBody>
        </p:sp>
        <p:sp>
          <p:nvSpPr>
            <p:cNvPr id="51" name="TextBox 50"/>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22" name="Group 51"/>
          <p:cNvGrpSpPr/>
          <p:nvPr/>
        </p:nvGrpSpPr>
        <p:grpSpPr>
          <a:xfrm>
            <a:off x="1580059" y="1333500"/>
            <a:ext cx="2287091" cy="484025"/>
            <a:chOff x="844734" y="1923738"/>
            <a:chExt cx="2287091" cy="484025"/>
          </a:xfrm>
        </p:grpSpPr>
        <p:sp>
          <p:nvSpPr>
            <p:cNvPr id="53" name="Footer Text"/>
            <p:cNvSpPr txBox="1"/>
            <p:nvPr/>
          </p:nvSpPr>
          <p:spPr>
            <a:xfrm>
              <a:off x="844734" y="2099986"/>
              <a:ext cx="228709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a:t>
              </a:r>
            </a:p>
          </p:txBody>
        </p:sp>
        <p:sp>
          <p:nvSpPr>
            <p:cNvPr id="54" name="TextBox 53"/>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5"/>
                  </a:solidFill>
                </a:rPr>
                <a:t>Keyword Here</a:t>
              </a:r>
            </a:p>
          </p:txBody>
        </p:sp>
      </p:grpSp>
      <p:grpSp>
        <p:nvGrpSpPr>
          <p:cNvPr id="23" name="Group 55"/>
          <p:cNvGrpSpPr/>
          <p:nvPr/>
        </p:nvGrpSpPr>
        <p:grpSpPr>
          <a:xfrm>
            <a:off x="3428455" y="4393376"/>
            <a:ext cx="2287091" cy="484025"/>
            <a:chOff x="844734" y="1923738"/>
            <a:chExt cx="2287091" cy="484025"/>
          </a:xfrm>
        </p:grpSpPr>
        <p:sp>
          <p:nvSpPr>
            <p:cNvPr id="57"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a:t>
              </a:r>
            </a:p>
          </p:txBody>
        </p:sp>
        <p:sp>
          <p:nvSpPr>
            <p:cNvPr id="58" name="TextBox 57"/>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1"/>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23"/>
                                        </p:tgtEl>
                                        <p:attrNameLst>
                                          <p:attrName>style.visibility</p:attrName>
                                        </p:attrNameLst>
                                      </p:cBhvr>
                                      <p:to>
                                        <p:strVal val="visible"/>
                                      </p:to>
                                    </p:set>
                                    <p:anim calcmode="lin" valueType="num">
                                      <p:cBhvr additive="base">
                                        <p:cTn id="18" dur="500" fill="hold"/>
                                        <p:tgtEl>
                                          <p:spTgt spid="23"/>
                                        </p:tgtEl>
                                        <p:attrNameLst>
                                          <p:attrName>ppt_x</p:attrName>
                                        </p:attrNameLst>
                                      </p:cBhvr>
                                      <p:tavLst>
                                        <p:tav tm="0">
                                          <p:val>
                                            <p:strVal val="#ppt_x"/>
                                          </p:val>
                                        </p:tav>
                                        <p:tav tm="100000">
                                          <p:val>
                                            <p:strVal val="#ppt_x"/>
                                          </p:val>
                                        </p:tav>
                                      </p:tavLst>
                                    </p:anim>
                                    <p:anim calcmode="lin" valueType="num">
                                      <p:cBhvr additive="base">
                                        <p:cTn id="19" dur="500" fill="hold"/>
                                        <p:tgtEl>
                                          <p:spTgt spid="23"/>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1"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53" presetClass="entr" presetSubtype="0" fill="hold" nodeType="after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par>
                          <p:cTn id="31" fill="hold">
                            <p:stCondLst>
                              <p:cond delay="2500"/>
                            </p:stCondLst>
                            <p:childTnLst>
                              <p:par>
                                <p:cTn id="32" presetID="2" presetClass="entr" presetSubtype="2" fill="hold" nodeType="after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500" fill="hold"/>
                                        <p:tgtEl>
                                          <p:spTgt spid="16"/>
                                        </p:tgtEl>
                                        <p:attrNameLst>
                                          <p:attrName>ppt_x</p:attrName>
                                        </p:attrNameLst>
                                      </p:cBhvr>
                                      <p:tavLst>
                                        <p:tav tm="0">
                                          <p:val>
                                            <p:strVal val="1+#ppt_w/2"/>
                                          </p:val>
                                        </p:tav>
                                        <p:tav tm="100000">
                                          <p:val>
                                            <p:strVal val="#ppt_x"/>
                                          </p:val>
                                        </p:tav>
                                      </p:tavLst>
                                    </p:anim>
                                    <p:anim calcmode="lin" valueType="num">
                                      <p:cBhvr additive="base">
                                        <p:cTn id="35" dur="500" fill="hold"/>
                                        <p:tgtEl>
                                          <p:spTgt spid="16"/>
                                        </p:tgtEl>
                                        <p:attrNameLst>
                                          <p:attrName>ppt_y</p:attrName>
                                        </p:attrNameLst>
                                      </p:cBhvr>
                                      <p:tavLst>
                                        <p:tav tm="0">
                                          <p:val>
                                            <p:strVal val="#ppt_y"/>
                                          </p:val>
                                        </p:tav>
                                        <p:tav tm="100000">
                                          <p:val>
                                            <p:strVal val="#ppt_y"/>
                                          </p:val>
                                        </p:tav>
                                      </p:tavLst>
                                    </p:anim>
                                  </p:childTnLst>
                                </p:cTn>
                              </p:par>
                            </p:childTnLst>
                          </p:cTn>
                        </p:par>
                        <p:par>
                          <p:cTn id="36" fill="hold">
                            <p:stCondLst>
                              <p:cond delay="3000"/>
                            </p:stCondLst>
                            <p:childTnLst>
                              <p:par>
                                <p:cTn id="37" presetID="2" presetClass="entr" presetSubtype="1"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ppt_x"/>
                                          </p:val>
                                        </p:tav>
                                        <p:tav tm="100000">
                                          <p:val>
                                            <p:strVal val="#ppt_x"/>
                                          </p:val>
                                        </p:tav>
                                      </p:tavLst>
                                    </p:anim>
                                    <p:anim calcmode="lin" valueType="num">
                                      <p:cBhvr additive="base">
                                        <p:cTn id="40" dur="500" fill="hold"/>
                                        <p:tgtEl>
                                          <p:spTgt spid="4"/>
                                        </p:tgtEl>
                                        <p:attrNameLst>
                                          <p:attrName>ppt_y</p:attrName>
                                        </p:attrNameLst>
                                      </p:cBhvr>
                                      <p:tavLst>
                                        <p:tav tm="0">
                                          <p:val>
                                            <p:strVal val="0-#ppt_h/2"/>
                                          </p:val>
                                        </p:tav>
                                        <p:tav tm="100000">
                                          <p:val>
                                            <p:strVal val="#ppt_y"/>
                                          </p:val>
                                        </p:tav>
                                      </p:tavLst>
                                    </p:anim>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26"/>
                                        </p:tgtEl>
                                        <p:attrNameLst>
                                          <p:attrName>style.visibility</p:attrName>
                                        </p:attrNameLst>
                                      </p:cBhvr>
                                      <p:to>
                                        <p:strVal val="visible"/>
                                      </p:to>
                                    </p:set>
                                    <p:anim calcmode="lin" valueType="num">
                                      <p:cBhvr>
                                        <p:cTn id="44" dur="500" fill="hold"/>
                                        <p:tgtEl>
                                          <p:spTgt spid="26"/>
                                        </p:tgtEl>
                                        <p:attrNameLst>
                                          <p:attrName>ppt_w</p:attrName>
                                        </p:attrNameLst>
                                      </p:cBhvr>
                                      <p:tavLst>
                                        <p:tav tm="0">
                                          <p:val>
                                            <p:fltVal val="0"/>
                                          </p:val>
                                        </p:tav>
                                        <p:tav tm="100000">
                                          <p:val>
                                            <p:strVal val="#ppt_w"/>
                                          </p:val>
                                        </p:tav>
                                      </p:tavLst>
                                    </p:anim>
                                    <p:anim calcmode="lin" valueType="num">
                                      <p:cBhvr>
                                        <p:cTn id="45" dur="500" fill="hold"/>
                                        <p:tgtEl>
                                          <p:spTgt spid="26"/>
                                        </p:tgtEl>
                                        <p:attrNameLst>
                                          <p:attrName>ppt_h</p:attrName>
                                        </p:attrNameLst>
                                      </p:cBhvr>
                                      <p:tavLst>
                                        <p:tav tm="0">
                                          <p:val>
                                            <p:fltVal val="0"/>
                                          </p:val>
                                        </p:tav>
                                        <p:tav tm="100000">
                                          <p:val>
                                            <p:strVal val="#ppt_h"/>
                                          </p:val>
                                        </p:tav>
                                      </p:tavLst>
                                    </p:anim>
                                    <p:animEffect transition="in" filter="fade">
                                      <p:cBhvr>
                                        <p:cTn id="46" dur="500"/>
                                        <p:tgtEl>
                                          <p:spTgt spid="26"/>
                                        </p:tgtEl>
                                      </p:cBhvr>
                                    </p:animEffect>
                                  </p:childTnLst>
                                </p:cTn>
                              </p:par>
                            </p:childTnLst>
                          </p:cTn>
                        </p:par>
                        <p:par>
                          <p:cTn id="47" fill="hold">
                            <p:stCondLst>
                              <p:cond delay="4000"/>
                            </p:stCondLst>
                            <p:childTnLst>
                              <p:par>
                                <p:cTn id="48" presetID="2" presetClass="entr" presetSubtype="8" fill="hold" nodeType="afterEffect">
                                  <p:stCondLst>
                                    <p:cond delay="0"/>
                                  </p:stCondLst>
                                  <p:childTnLst>
                                    <p:set>
                                      <p:cBhvr>
                                        <p:cTn id="49" dur="1" fill="hold">
                                          <p:stCondLst>
                                            <p:cond delay="0"/>
                                          </p:stCondLst>
                                        </p:cTn>
                                        <p:tgtEl>
                                          <p:spTgt spid="17"/>
                                        </p:tgtEl>
                                        <p:attrNameLst>
                                          <p:attrName>style.visibility</p:attrName>
                                        </p:attrNameLst>
                                      </p:cBhvr>
                                      <p:to>
                                        <p:strVal val="visible"/>
                                      </p:to>
                                    </p:set>
                                    <p:anim calcmode="lin" valueType="num">
                                      <p:cBhvr additive="base">
                                        <p:cTn id="50" dur="500" fill="hold"/>
                                        <p:tgtEl>
                                          <p:spTgt spid="17"/>
                                        </p:tgtEl>
                                        <p:attrNameLst>
                                          <p:attrName>ppt_x</p:attrName>
                                        </p:attrNameLst>
                                      </p:cBhvr>
                                      <p:tavLst>
                                        <p:tav tm="0">
                                          <p:val>
                                            <p:strVal val="0-#ppt_w/2"/>
                                          </p:val>
                                        </p:tav>
                                        <p:tav tm="100000">
                                          <p:val>
                                            <p:strVal val="#ppt_x"/>
                                          </p:val>
                                        </p:tav>
                                      </p:tavLst>
                                    </p:anim>
                                    <p:anim calcmode="lin" valueType="num">
                                      <p:cBhvr additive="base">
                                        <p:cTn id="51" dur="500" fill="hold"/>
                                        <p:tgtEl>
                                          <p:spTgt spid="17"/>
                                        </p:tgtEl>
                                        <p:attrNameLst>
                                          <p:attrName>ppt_y</p:attrName>
                                        </p:attrNameLst>
                                      </p:cBhvr>
                                      <p:tavLst>
                                        <p:tav tm="0">
                                          <p:val>
                                            <p:strVal val="#ppt_y"/>
                                          </p:val>
                                        </p:tav>
                                        <p:tav tm="100000">
                                          <p:val>
                                            <p:strVal val="#ppt_y"/>
                                          </p:val>
                                        </p:tav>
                                      </p:tavLst>
                                    </p:anim>
                                  </p:childTnLst>
                                </p:cTn>
                              </p:par>
                            </p:childTnLst>
                          </p:cTn>
                        </p:par>
                        <p:par>
                          <p:cTn id="52" fill="hold">
                            <p:stCondLst>
                              <p:cond delay="4500"/>
                            </p:stCondLst>
                            <p:childTnLst>
                              <p:par>
                                <p:cTn id="53" presetID="2" presetClass="entr" presetSubtype="1" fill="hold" nodeType="after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500" fill="hold"/>
                                        <p:tgtEl>
                                          <p:spTgt spid="9"/>
                                        </p:tgtEl>
                                        <p:attrNameLst>
                                          <p:attrName>ppt_x</p:attrName>
                                        </p:attrNameLst>
                                      </p:cBhvr>
                                      <p:tavLst>
                                        <p:tav tm="0">
                                          <p:val>
                                            <p:strVal val="#ppt_x"/>
                                          </p:val>
                                        </p:tav>
                                        <p:tav tm="100000">
                                          <p:val>
                                            <p:strVal val="#ppt_x"/>
                                          </p:val>
                                        </p:tav>
                                      </p:tavLst>
                                    </p:anim>
                                    <p:anim calcmode="lin" valueType="num">
                                      <p:cBhvr additive="base">
                                        <p:cTn id="56" dur="500" fill="hold"/>
                                        <p:tgtEl>
                                          <p:spTgt spid="9"/>
                                        </p:tgtEl>
                                        <p:attrNameLst>
                                          <p:attrName>ppt_y</p:attrName>
                                        </p:attrNameLst>
                                      </p:cBhvr>
                                      <p:tavLst>
                                        <p:tav tm="0">
                                          <p:val>
                                            <p:strVal val="0-#ppt_h/2"/>
                                          </p:val>
                                        </p:tav>
                                        <p:tav tm="100000">
                                          <p:val>
                                            <p:strVal val="#ppt_y"/>
                                          </p:val>
                                        </p:tav>
                                      </p:tavLst>
                                    </p:anim>
                                  </p:childTnLst>
                                </p:cTn>
                              </p:par>
                            </p:childTnLst>
                          </p:cTn>
                        </p:par>
                        <p:par>
                          <p:cTn id="57" fill="hold">
                            <p:stCondLst>
                              <p:cond delay="5000"/>
                            </p:stCondLst>
                            <p:childTnLst>
                              <p:par>
                                <p:cTn id="58" presetID="53" presetClass="entr" presetSubtype="0" fill="hold" grpId="0" nodeType="afterEffect">
                                  <p:stCondLst>
                                    <p:cond delay="0"/>
                                  </p:stCondLst>
                                  <p:childTnLst>
                                    <p:set>
                                      <p:cBhvr>
                                        <p:cTn id="59" dur="1" fill="hold">
                                          <p:stCondLst>
                                            <p:cond delay="0"/>
                                          </p:stCondLst>
                                        </p:cTn>
                                        <p:tgtEl>
                                          <p:spTgt spid="25"/>
                                        </p:tgtEl>
                                        <p:attrNameLst>
                                          <p:attrName>style.visibility</p:attrName>
                                        </p:attrNameLst>
                                      </p:cBhvr>
                                      <p:to>
                                        <p:strVal val="visible"/>
                                      </p:to>
                                    </p:set>
                                    <p:anim calcmode="lin" valueType="num">
                                      <p:cBhvr>
                                        <p:cTn id="60" dur="500" fill="hold"/>
                                        <p:tgtEl>
                                          <p:spTgt spid="25"/>
                                        </p:tgtEl>
                                        <p:attrNameLst>
                                          <p:attrName>ppt_w</p:attrName>
                                        </p:attrNameLst>
                                      </p:cBhvr>
                                      <p:tavLst>
                                        <p:tav tm="0">
                                          <p:val>
                                            <p:fltVal val="0"/>
                                          </p:val>
                                        </p:tav>
                                        <p:tav tm="100000">
                                          <p:val>
                                            <p:strVal val="#ppt_w"/>
                                          </p:val>
                                        </p:tav>
                                      </p:tavLst>
                                    </p:anim>
                                    <p:anim calcmode="lin" valueType="num">
                                      <p:cBhvr>
                                        <p:cTn id="61" dur="500" fill="hold"/>
                                        <p:tgtEl>
                                          <p:spTgt spid="25"/>
                                        </p:tgtEl>
                                        <p:attrNameLst>
                                          <p:attrName>ppt_h</p:attrName>
                                        </p:attrNameLst>
                                      </p:cBhvr>
                                      <p:tavLst>
                                        <p:tav tm="0">
                                          <p:val>
                                            <p:fltVal val="0"/>
                                          </p:val>
                                        </p:tav>
                                        <p:tav tm="100000">
                                          <p:val>
                                            <p:strVal val="#ppt_h"/>
                                          </p:val>
                                        </p:tav>
                                      </p:tavLst>
                                    </p:anim>
                                    <p:animEffect transition="in" filter="fade">
                                      <p:cBhvr>
                                        <p:cTn id="62" dur="500"/>
                                        <p:tgtEl>
                                          <p:spTgt spid="25"/>
                                        </p:tgtEl>
                                      </p:cBhvr>
                                    </p:animEffect>
                                  </p:childTnLst>
                                </p:cTn>
                              </p:par>
                            </p:childTnLst>
                          </p:cTn>
                        </p:par>
                        <p:par>
                          <p:cTn id="63" fill="hold">
                            <p:stCondLst>
                              <p:cond delay="5500"/>
                            </p:stCondLst>
                            <p:childTnLst>
                              <p:par>
                                <p:cTn id="64" presetID="2" presetClass="entr" presetSubtype="2" fill="hold" nodeType="after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 fill="hold"/>
                                        <p:tgtEl>
                                          <p:spTgt spid="20"/>
                                        </p:tgtEl>
                                        <p:attrNameLst>
                                          <p:attrName>ppt_x</p:attrName>
                                        </p:attrNameLst>
                                      </p:cBhvr>
                                      <p:tavLst>
                                        <p:tav tm="0">
                                          <p:val>
                                            <p:strVal val="1+#ppt_w/2"/>
                                          </p:val>
                                        </p:tav>
                                        <p:tav tm="100000">
                                          <p:val>
                                            <p:strVal val="#ppt_x"/>
                                          </p:val>
                                        </p:tav>
                                      </p:tavLst>
                                    </p:anim>
                                    <p:anim calcmode="lin" valueType="num">
                                      <p:cBhvr additive="base">
                                        <p:cTn id="67" dur="500" fill="hold"/>
                                        <p:tgtEl>
                                          <p:spTgt spid="20"/>
                                        </p:tgtEl>
                                        <p:attrNameLst>
                                          <p:attrName>ppt_y</p:attrName>
                                        </p:attrNameLst>
                                      </p:cBhvr>
                                      <p:tavLst>
                                        <p:tav tm="0">
                                          <p:val>
                                            <p:strVal val="#ppt_y"/>
                                          </p:val>
                                        </p:tav>
                                        <p:tav tm="100000">
                                          <p:val>
                                            <p:strVal val="#ppt_y"/>
                                          </p:val>
                                        </p:tav>
                                      </p:tavLst>
                                    </p:anim>
                                  </p:childTnLst>
                                </p:cTn>
                              </p:par>
                            </p:childTnLst>
                          </p:cTn>
                        </p:par>
                        <p:par>
                          <p:cTn id="68" fill="hold">
                            <p:stCondLst>
                              <p:cond delay="6000"/>
                            </p:stCondLst>
                            <p:childTnLst>
                              <p:par>
                                <p:cTn id="69" presetID="2" presetClass="entr" presetSubtype="1" fill="hold" grpId="0" nodeType="after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500" fill="hold"/>
                                        <p:tgtEl>
                                          <p:spTgt spid="21"/>
                                        </p:tgtEl>
                                        <p:attrNameLst>
                                          <p:attrName>ppt_x</p:attrName>
                                        </p:attrNameLst>
                                      </p:cBhvr>
                                      <p:tavLst>
                                        <p:tav tm="0">
                                          <p:val>
                                            <p:strVal val="#ppt_x"/>
                                          </p:val>
                                        </p:tav>
                                        <p:tav tm="100000">
                                          <p:val>
                                            <p:strVal val="#ppt_x"/>
                                          </p:val>
                                        </p:tav>
                                      </p:tavLst>
                                    </p:anim>
                                    <p:anim calcmode="lin" valueType="num">
                                      <p:cBhvr additive="base">
                                        <p:cTn id="72" dur="500" fill="hold"/>
                                        <p:tgtEl>
                                          <p:spTgt spid="21"/>
                                        </p:tgtEl>
                                        <p:attrNameLst>
                                          <p:attrName>ppt_y</p:attrName>
                                        </p:attrNameLst>
                                      </p:cBhvr>
                                      <p:tavLst>
                                        <p:tav tm="0">
                                          <p:val>
                                            <p:strVal val="0-#ppt_h/2"/>
                                          </p:val>
                                        </p:tav>
                                        <p:tav tm="100000">
                                          <p:val>
                                            <p:strVal val="#ppt_y"/>
                                          </p:val>
                                        </p:tav>
                                      </p:tavLst>
                                    </p:anim>
                                  </p:childTnLst>
                                </p:cTn>
                              </p:par>
                            </p:childTnLst>
                          </p:cTn>
                        </p:par>
                        <p:par>
                          <p:cTn id="73" fill="hold">
                            <p:stCondLst>
                              <p:cond delay="6500"/>
                            </p:stCondLst>
                            <p:childTnLst>
                              <p:par>
                                <p:cTn id="74" presetID="53" presetClass="entr" presetSubtype="0"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 calcmode="lin" valueType="num">
                                      <p:cBhvr>
                                        <p:cTn id="76" dur="500" fill="hold"/>
                                        <p:tgtEl>
                                          <p:spTgt spid="24"/>
                                        </p:tgtEl>
                                        <p:attrNameLst>
                                          <p:attrName>ppt_w</p:attrName>
                                        </p:attrNameLst>
                                      </p:cBhvr>
                                      <p:tavLst>
                                        <p:tav tm="0">
                                          <p:val>
                                            <p:fltVal val="0"/>
                                          </p:val>
                                        </p:tav>
                                        <p:tav tm="100000">
                                          <p:val>
                                            <p:strVal val="#ppt_w"/>
                                          </p:val>
                                        </p:tav>
                                      </p:tavLst>
                                    </p:anim>
                                    <p:anim calcmode="lin" valueType="num">
                                      <p:cBhvr>
                                        <p:cTn id="77" dur="500" fill="hold"/>
                                        <p:tgtEl>
                                          <p:spTgt spid="24"/>
                                        </p:tgtEl>
                                        <p:attrNameLst>
                                          <p:attrName>ppt_h</p:attrName>
                                        </p:attrNameLst>
                                      </p:cBhvr>
                                      <p:tavLst>
                                        <p:tav tm="0">
                                          <p:val>
                                            <p:fltVal val="0"/>
                                          </p:val>
                                        </p:tav>
                                        <p:tav tm="100000">
                                          <p:val>
                                            <p:strVal val="#ppt_h"/>
                                          </p:val>
                                        </p:tav>
                                      </p:tavLst>
                                    </p:anim>
                                    <p:animEffect transition="in" filter="fade">
                                      <p:cBhvr>
                                        <p:cTn id="78" dur="500"/>
                                        <p:tgtEl>
                                          <p:spTgt spid="24"/>
                                        </p:tgtEl>
                                      </p:cBhvr>
                                    </p:animEffect>
                                  </p:childTnLst>
                                </p:cTn>
                              </p:par>
                            </p:childTnLst>
                          </p:cTn>
                        </p:par>
                        <p:par>
                          <p:cTn id="79" fill="hold">
                            <p:stCondLst>
                              <p:cond delay="7000"/>
                            </p:stCondLst>
                            <p:childTnLst>
                              <p:par>
                                <p:cTn id="80" presetID="2" presetClass="entr" presetSubtype="8" fill="hold" nodeType="after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500" fill="hold"/>
                                        <p:tgtEl>
                                          <p:spTgt spid="22"/>
                                        </p:tgtEl>
                                        <p:attrNameLst>
                                          <p:attrName>ppt_x</p:attrName>
                                        </p:attrNameLst>
                                      </p:cBhvr>
                                      <p:tavLst>
                                        <p:tav tm="0">
                                          <p:val>
                                            <p:strVal val="0-#ppt_w/2"/>
                                          </p:val>
                                        </p:tav>
                                        <p:tav tm="100000">
                                          <p:val>
                                            <p:strVal val="#ppt_x"/>
                                          </p:val>
                                        </p:tav>
                                      </p:tavLst>
                                    </p:anim>
                                    <p:anim calcmode="lin" valueType="num">
                                      <p:cBhvr additive="base">
                                        <p:cTn id="83"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4" grpId="0" animBg="1"/>
      <p:bldP spid="25" grpId="0" animBg="1"/>
      <p:bldP spid="2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Timeline Infographic</a:t>
            </a:r>
            <a:endParaRPr lang="en-US" dirty="0"/>
          </a:p>
        </p:txBody>
      </p:sp>
      <p:sp>
        <p:nvSpPr>
          <p:cNvPr id="4" name="Text Placeholder 3"/>
          <p:cNvSpPr>
            <a:spLocks noGrp="1"/>
          </p:cNvSpPr>
          <p:nvPr>
            <p:ph type="body" sz="half" idx="2"/>
          </p:nvPr>
        </p:nvSpPr>
        <p:spPr/>
        <p:txBody>
          <a:bodyPr/>
          <a:lstStyle/>
          <a:p>
            <a:r>
              <a:rPr lang="en-US"/>
              <a:t>Timeline Infographic</a:t>
            </a:r>
            <a:endParaRPr lang="en-US" dirty="0"/>
          </a:p>
        </p:txBody>
      </p:sp>
      <p:sp>
        <p:nvSpPr>
          <p:cNvPr id="87" name="Slide Number Placeholder 86"/>
          <p:cNvSpPr>
            <a:spLocks noGrp="1"/>
          </p:cNvSpPr>
          <p:nvPr>
            <p:ph type="sldNum" sz="quarter" idx="12"/>
          </p:nvPr>
        </p:nvSpPr>
        <p:spPr/>
        <p:txBody>
          <a:bodyPr/>
          <a:lstStyle/>
          <a:p>
            <a:fld id="{C136B7D2-B98C-44FD-8D04-7EC62A564975}" type="slidenum">
              <a:rPr lang="en-US" smtClean="0"/>
              <a:pPr/>
              <a:t>75</a:t>
            </a:fld>
            <a:endParaRPr lang="en-US" dirty="0"/>
          </a:p>
        </p:txBody>
      </p:sp>
      <p:grpSp>
        <p:nvGrpSpPr>
          <p:cNvPr id="3" name="Group 64"/>
          <p:cNvGrpSpPr/>
          <p:nvPr/>
        </p:nvGrpSpPr>
        <p:grpSpPr>
          <a:xfrm>
            <a:off x="1075693" y="1086256"/>
            <a:ext cx="1142254" cy="1142254"/>
            <a:chOff x="1075693" y="1086256"/>
            <a:chExt cx="1142254" cy="1142254"/>
          </a:xfrm>
        </p:grpSpPr>
        <p:grpSp>
          <p:nvGrpSpPr>
            <p:cNvPr id="5" name="Group 62"/>
            <p:cNvGrpSpPr/>
            <p:nvPr/>
          </p:nvGrpSpPr>
          <p:grpSpPr>
            <a:xfrm>
              <a:off x="1194068" y="1204631"/>
              <a:ext cx="905504" cy="905504"/>
              <a:chOff x="957321" y="1131575"/>
              <a:chExt cx="905504" cy="905504"/>
            </a:xfrm>
          </p:grpSpPr>
          <p:sp>
            <p:nvSpPr>
              <p:cNvPr id="33" name="Freeform 32"/>
              <p:cNvSpPr/>
              <p:nvPr/>
            </p:nvSpPr>
            <p:spPr>
              <a:xfrm>
                <a:off x="957321" y="113157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sp>
            <p:nvSpPr>
              <p:cNvPr id="59" name="Freeform 116"/>
              <p:cNvSpPr>
                <a:spLocks noEditPoints="1"/>
              </p:cNvSpPr>
              <p:nvPr/>
            </p:nvSpPr>
            <p:spPr bwMode="auto">
              <a:xfrm>
                <a:off x="1190295" y="1407087"/>
                <a:ext cx="439557" cy="354481"/>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9" name="Freeform 68"/>
            <p:cNvSpPr/>
            <p:nvPr/>
          </p:nvSpPr>
          <p:spPr>
            <a:xfrm>
              <a:off x="1075693" y="1086256"/>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6" name="Group 85"/>
          <p:cNvGrpSpPr/>
          <p:nvPr/>
        </p:nvGrpSpPr>
        <p:grpSpPr>
          <a:xfrm>
            <a:off x="2538283" y="1086256"/>
            <a:ext cx="1142254" cy="1142254"/>
            <a:chOff x="2133600" y="1510935"/>
            <a:chExt cx="1142254" cy="1142254"/>
          </a:xfrm>
        </p:grpSpPr>
        <p:grpSp>
          <p:nvGrpSpPr>
            <p:cNvPr id="7" name="Group 64"/>
            <p:cNvGrpSpPr/>
            <p:nvPr/>
          </p:nvGrpSpPr>
          <p:grpSpPr>
            <a:xfrm>
              <a:off x="2251975" y="1629310"/>
              <a:ext cx="905504" cy="905504"/>
              <a:chOff x="2222093" y="3487327"/>
              <a:chExt cx="905504" cy="905504"/>
            </a:xfrm>
          </p:grpSpPr>
          <p:sp>
            <p:nvSpPr>
              <p:cNvPr id="37" name="Freeform 36"/>
              <p:cNvSpPr/>
              <p:nvPr/>
            </p:nvSpPr>
            <p:spPr>
              <a:xfrm>
                <a:off x="2222093" y="3487327"/>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64" name="Freeform 105"/>
              <p:cNvSpPr>
                <a:spLocks noEditPoints="1"/>
              </p:cNvSpPr>
              <p:nvPr/>
            </p:nvSpPr>
            <p:spPr bwMode="auto">
              <a:xfrm>
                <a:off x="2457767" y="3726147"/>
                <a:ext cx="434156" cy="427865"/>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sp>
          <p:nvSpPr>
            <p:cNvPr id="73" name="Freeform 72"/>
            <p:cNvSpPr/>
            <p:nvPr/>
          </p:nvSpPr>
          <p:spPr>
            <a:xfrm>
              <a:off x="2133600"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8" name="Group 87"/>
          <p:cNvGrpSpPr/>
          <p:nvPr/>
        </p:nvGrpSpPr>
        <p:grpSpPr>
          <a:xfrm>
            <a:off x="4027808" y="1086256"/>
            <a:ext cx="1142254" cy="1142254"/>
            <a:chOff x="3352800" y="1510935"/>
            <a:chExt cx="1142254" cy="1142254"/>
          </a:xfrm>
        </p:grpSpPr>
        <p:grpSp>
          <p:nvGrpSpPr>
            <p:cNvPr id="9" name="Group 68"/>
            <p:cNvGrpSpPr/>
            <p:nvPr/>
          </p:nvGrpSpPr>
          <p:grpSpPr>
            <a:xfrm>
              <a:off x="3471175" y="1629310"/>
              <a:ext cx="905504" cy="905504"/>
              <a:chOff x="3486865" y="1132752"/>
              <a:chExt cx="905504" cy="905504"/>
            </a:xfrm>
          </p:grpSpPr>
          <p:sp>
            <p:nvSpPr>
              <p:cNvPr id="36" name="Freeform 35"/>
              <p:cNvSpPr/>
              <p:nvPr/>
            </p:nvSpPr>
            <p:spPr>
              <a:xfrm>
                <a:off x="3486865" y="1132752"/>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82880"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68" name="Freeform 15"/>
              <p:cNvSpPr>
                <a:spLocks noEditPoints="1"/>
              </p:cNvSpPr>
              <p:nvPr/>
            </p:nvSpPr>
            <p:spPr bwMode="auto">
              <a:xfrm>
                <a:off x="3721031" y="1421565"/>
                <a:ext cx="437172" cy="327879"/>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8" name="Freeform 77"/>
            <p:cNvSpPr/>
            <p:nvPr/>
          </p:nvSpPr>
          <p:spPr>
            <a:xfrm>
              <a:off x="3352800"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10" name="Group 88"/>
          <p:cNvGrpSpPr/>
          <p:nvPr/>
        </p:nvGrpSpPr>
        <p:grpSpPr>
          <a:xfrm>
            <a:off x="5486853" y="1086256"/>
            <a:ext cx="1142254" cy="1142254"/>
            <a:chOff x="4648200" y="1510935"/>
            <a:chExt cx="1142254" cy="1142254"/>
          </a:xfrm>
        </p:grpSpPr>
        <p:grpSp>
          <p:nvGrpSpPr>
            <p:cNvPr id="11" name="Group 77"/>
            <p:cNvGrpSpPr/>
            <p:nvPr/>
          </p:nvGrpSpPr>
          <p:grpSpPr>
            <a:xfrm>
              <a:off x="4766575" y="1629310"/>
              <a:ext cx="905504" cy="905504"/>
              <a:chOff x="4751637" y="3488705"/>
              <a:chExt cx="905504" cy="905504"/>
            </a:xfrm>
          </p:grpSpPr>
          <p:sp>
            <p:nvSpPr>
              <p:cNvPr id="35" name="Freeform 34"/>
              <p:cNvSpPr/>
              <p:nvPr/>
            </p:nvSpPr>
            <p:spPr>
              <a:xfrm>
                <a:off x="4751637" y="348870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91440"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70" name="Freeform 57"/>
              <p:cNvSpPr>
                <a:spLocks noEditPoints="1"/>
              </p:cNvSpPr>
              <p:nvPr/>
            </p:nvSpPr>
            <p:spPr bwMode="auto">
              <a:xfrm>
                <a:off x="5026751" y="3763819"/>
                <a:ext cx="355277" cy="355277"/>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2" name="Freeform 81"/>
            <p:cNvSpPr/>
            <p:nvPr/>
          </p:nvSpPr>
          <p:spPr>
            <a:xfrm>
              <a:off x="4648200"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12" name="Group 89"/>
          <p:cNvGrpSpPr/>
          <p:nvPr/>
        </p:nvGrpSpPr>
        <p:grpSpPr>
          <a:xfrm>
            <a:off x="6951855" y="1086256"/>
            <a:ext cx="1142254" cy="1142254"/>
            <a:chOff x="7044429" y="1510935"/>
            <a:chExt cx="1142254" cy="1142254"/>
          </a:xfrm>
        </p:grpSpPr>
        <p:grpSp>
          <p:nvGrpSpPr>
            <p:cNvPr id="13" name="Group 81"/>
            <p:cNvGrpSpPr/>
            <p:nvPr/>
          </p:nvGrpSpPr>
          <p:grpSpPr>
            <a:xfrm>
              <a:off x="7162804" y="1629310"/>
              <a:ext cx="905504" cy="905504"/>
              <a:chOff x="7281179" y="3488705"/>
              <a:chExt cx="905504" cy="905504"/>
            </a:xfrm>
          </p:grpSpPr>
          <p:sp>
            <p:nvSpPr>
              <p:cNvPr id="74" name="Freeform 73"/>
              <p:cNvSpPr/>
              <p:nvPr/>
            </p:nvSpPr>
            <p:spPr>
              <a:xfrm>
                <a:off x="7281179" y="348870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81" name="Freeform 152"/>
              <p:cNvSpPr>
                <a:spLocks noEditPoints="1"/>
              </p:cNvSpPr>
              <p:nvPr/>
            </p:nvSpPr>
            <p:spPr bwMode="auto">
              <a:xfrm>
                <a:off x="7542869" y="3764890"/>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4" name="Freeform 83"/>
            <p:cNvSpPr/>
            <p:nvPr/>
          </p:nvSpPr>
          <p:spPr>
            <a:xfrm>
              <a:off x="7044429"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cxnSp>
        <p:nvCxnSpPr>
          <p:cNvPr id="92" name="Straight Connector 91"/>
          <p:cNvCxnSpPr/>
          <p:nvPr/>
        </p:nvCxnSpPr>
        <p:spPr>
          <a:xfrm>
            <a:off x="2225117" y="1658972"/>
            <a:ext cx="305546" cy="1588"/>
          </a:xfrm>
          <a:prstGeom prst="line">
            <a:avLst/>
          </a:prstGeom>
          <a:ln w="19050">
            <a:solidFill>
              <a:schemeClr val="tx1">
                <a:lumMod val="75000"/>
                <a:lumOff val="2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3692537" y="1658972"/>
            <a:ext cx="305546" cy="1588"/>
          </a:xfrm>
          <a:prstGeom prst="line">
            <a:avLst/>
          </a:prstGeom>
          <a:ln w="19050">
            <a:solidFill>
              <a:schemeClr val="tx1">
                <a:lumMod val="75000"/>
                <a:lumOff val="2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5170062" y="1658972"/>
            <a:ext cx="305546" cy="1588"/>
          </a:xfrm>
          <a:prstGeom prst="line">
            <a:avLst/>
          </a:prstGeom>
          <a:ln w="19050">
            <a:solidFill>
              <a:schemeClr val="tx1">
                <a:lumMod val="75000"/>
                <a:lumOff val="2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6644347" y="1658972"/>
            <a:ext cx="305546" cy="1588"/>
          </a:xfrm>
          <a:prstGeom prst="line">
            <a:avLst/>
          </a:prstGeom>
          <a:ln w="19050">
            <a:solidFill>
              <a:schemeClr val="tx1">
                <a:lumMod val="75000"/>
                <a:lumOff val="2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96" name="Rounded Rectangle 95"/>
          <p:cNvSpPr/>
          <p:nvPr/>
        </p:nvSpPr>
        <p:spPr bwMode="auto">
          <a:xfrm>
            <a:off x="1194068" y="2469208"/>
            <a:ext cx="905504" cy="304800"/>
          </a:xfrm>
          <a:prstGeom prst="roundRect">
            <a:avLst>
              <a:gd name="adj" fmla="val 47917"/>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2010</a:t>
            </a:r>
          </a:p>
        </p:txBody>
      </p:sp>
      <p:sp>
        <p:nvSpPr>
          <p:cNvPr id="97" name="Rounded Rectangle 96"/>
          <p:cNvSpPr/>
          <p:nvPr/>
        </p:nvSpPr>
        <p:spPr bwMode="auto">
          <a:xfrm>
            <a:off x="2656658" y="2469208"/>
            <a:ext cx="905504" cy="304800"/>
          </a:xfrm>
          <a:prstGeom prst="roundRect">
            <a:avLst>
              <a:gd name="adj" fmla="val 47917"/>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2011</a:t>
            </a:r>
          </a:p>
        </p:txBody>
      </p:sp>
      <p:sp>
        <p:nvSpPr>
          <p:cNvPr id="98" name="Rounded Rectangle 97"/>
          <p:cNvSpPr/>
          <p:nvPr/>
        </p:nvSpPr>
        <p:spPr bwMode="auto">
          <a:xfrm>
            <a:off x="4146183" y="2469208"/>
            <a:ext cx="905504" cy="304800"/>
          </a:xfrm>
          <a:prstGeom prst="roundRect">
            <a:avLst>
              <a:gd name="adj" fmla="val 47917"/>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2012</a:t>
            </a:r>
          </a:p>
        </p:txBody>
      </p:sp>
      <p:sp>
        <p:nvSpPr>
          <p:cNvPr id="99" name="Rounded Rectangle 98"/>
          <p:cNvSpPr/>
          <p:nvPr/>
        </p:nvSpPr>
        <p:spPr bwMode="auto">
          <a:xfrm>
            <a:off x="5605228" y="2469208"/>
            <a:ext cx="905504" cy="304800"/>
          </a:xfrm>
          <a:prstGeom prst="roundRect">
            <a:avLst>
              <a:gd name="adj" fmla="val 47917"/>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2014</a:t>
            </a:r>
          </a:p>
        </p:txBody>
      </p:sp>
      <p:sp>
        <p:nvSpPr>
          <p:cNvPr id="100" name="Rounded Rectangle 99"/>
          <p:cNvSpPr/>
          <p:nvPr/>
        </p:nvSpPr>
        <p:spPr bwMode="auto">
          <a:xfrm>
            <a:off x="7070230" y="2469208"/>
            <a:ext cx="905504" cy="304800"/>
          </a:xfrm>
          <a:prstGeom prst="roundRect">
            <a:avLst>
              <a:gd name="adj" fmla="val 47917"/>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2015</a:t>
            </a:r>
          </a:p>
        </p:txBody>
      </p:sp>
      <p:sp>
        <p:nvSpPr>
          <p:cNvPr id="101" name="TextBox 100"/>
          <p:cNvSpPr txBox="1"/>
          <p:nvPr/>
        </p:nvSpPr>
        <p:spPr>
          <a:xfrm>
            <a:off x="850922" y="2851426"/>
            <a:ext cx="1543549" cy="615553"/>
          </a:xfrm>
          <a:prstGeom prst="rect">
            <a:avLst/>
          </a:prstGeom>
          <a:noFill/>
        </p:spPr>
        <p:txBody>
          <a:bodyPr wrap="square" rtlCol="0">
            <a:spAutoFit/>
          </a:bodyPr>
          <a:lstStyle/>
          <a:p>
            <a:pPr algn="ctr"/>
            <a:r>
              <a:rPr lang="en-US" sz="1200" b="1" dirty="0">
                <a:solidFill>
                  <a:schemeClr val="accent1"/>
                </a:solidFill>
                <a:latin typeface="+mj-lt"/>
              </a:rPr>
              <a:t>Title Goes here</a:t>
            </a:r>
          </a:p>
          <a:p>
            <a:pPr algn="ctr" defTabSz="914400">
              <a:spcBef>
                <a:spcPct val="20000"/>
              </a:spcBef>
              <a:defRPr/>
            </a:pPr>
            <a:r>
              <a:rPr lang="en-US" sz="1000" dirty="0">
                <a:solidFill>
                  <a:schemeClr val="bg1">
                    <a:lumMod val="50000"/>
                  </a:schemeClr>
                </a:solidFill>
              </a:rPr>
              <a:t>There are many variations available, but the majority </a:t>
            </a:r>
          </a:p>
        </p:txBody>
      </p:sp>
      <p:sp>
        <p:nvSpPr>
          <p:cNvPr id="102" name="TextBox 101"/>
          <p:cNvSpPr txBox="1"/>
          <p:nvPr/>
        </p:nvSpPr>
        <p:spPr>
          <a:xfrm>
            <a:off x="2316594" y="2851426"/>
            <a:ext cx="1543549" cy="615553"/>
          </a:xfrm>
          <a:prstGeom prst="rect">
            <a:avLst/>
          </a:prstGeom>
          <a:noFill/>
        </p:spPr>
        <p:txBody>
          <a:bodyPr wrap="square" rtlCol="0">
            <a:spAutoFit/>
          </a:bodyPr>
          <a:lstStyle/>
          <a:p>
            <a:pPr algn="ctr"/>
            <a:r>
              <a:rPr lang="en-US" sz="1200" b="1" dirty="0">
                <a:solidFill>
                  <a:schemeClr val="accent2"/>
                </a:solidFill>
                <a:latin typeface="+mj-lt"/>
              </a:rPr>
              <a:t>Title Goes here</a:t>
            </a:r>
          </a:p>
          <a:p>
            <a:pPr algn="ctr" defTabSz="914400">
              <a:spcBef>
                <a:spcPct val="20000"/>
              </a:spcBef>
              <a:defRPr/>
            </a:pPr>
            <a:r>
              <a:rPr lang="en-US" sz="1000" dirty="0">
                <a:solidFill>
                  <a:schemeClr val="bg1">
                    <a:lumMod val="50000"/>
                  </a:schemeClr>
                </a:solidFill>
              </a:rPr>
              <a:t>There are many variations available, but the majority </a:t>
            </a:r>
          </a:p>
        </p:txBody>
      </p:sp>
      <p:sp>
        <p:nvSpPr>
          <p:cNvPr id="103" name="TextBox 102"/>
          <p:cNvSpPr txBox="1"/>
          <p:nvPr/>
        </p:nvSpPr>
        <p:spPr>
          <a:xfrm>
            <a:off x="3782266" y="2851426"/>
            <a:ext cx="1543549" cy="615553"/>
          </a:xfrm>
          <a:prstGeom prst="rect">
            <a:avLst/>
          </a:prstGeom>
          <a:noFill/>
        </p:spPr>
        <p:txBody>
          <a:bodyPr wrap="square" rtlCol="0">
            <a:spAutoFit/>
          </a:bodyPr>
          <a:lstStyle/>
          <a:p>
            <a:pPr algn="ctr"/>
            <a:r>
              <a:rPr lang="en-US" sz="1200" b="1" dirty="0">
                <a:solidFill>
                  <a:schemeClr val="accent3"/>
                </a:solidFill>
                <a:latin typeface="+mj-lt"/>
              </a:rPr>
              <a:t>Title Goes here</a:t>
            </a:r>
          </a:p>
          <a:p>
            <a:pPr algn="ctr" defTabSz="914400">
              <a:spcBef>
                <a:spcPct val="20000"/>
              </a:spcBef>
              <a:defRPr/>
            </a:pPr>
            <a:r>
              <a:rPr lang="en-US" sz="1000" dirty="0">
                <a:solidFill>
                  <a:schemeClr val="bg1">
                    <a:lumMod val="50000"/>
                  </a:schemeClr>
                </a:solidFill>
              </a:rPr>
              <a:t>There are many variations available, but the majority </a:t>
            </a:r>
          </a:p>
        </p:txBody>
      </p:sp>
      <p:sp>
        <p:nvSpPr>
          <p:cNvPr id="104" name="TextBox 103"/>
          <p:cNvSpPr txBox="1"/>
          <p:nvPr/>
        </p:nvSpPr>
        <p:spPr>
          <a:xfrm>
            <a:off x="5247938" y="2851426"/>
            <a:ext cx="1543549" cy="615553"/>
          </a:xfrm>
          <a:prstGeom prst="rect">
            <a:avLst/>
          </a:prstGeom>
          <a:noFill/>
        </p:spPr>
        <p:txBody>
          <a:bodyPr wrap="square" rtlCol="0">
            <a:spAutoFit/>
          </a:bodyPr>
          <a:lstStyle/>
          <a:p>
            <a:pPr algn="ctr"/>
            <a:r>
              <a:rPr lang="en-US" sz="1200" b="1" dirty="0">
                <a:solidFill>
                  <a:schemeClr val="accent4"/>
                </a:solidFill>
                <a:latin typeface="+mj-lt"/>
              </a:rPr>
              <a:t>Title Goes here</a:t>
            </a:r>
          </a:p>
          <a:p>
            <a:pPr algn="ctr" defTabSz="914400">
              <a:spcBef>
                <a:spcPct val="20000"/>
              </a:spcBef>
              <a:defRPr/>
            </a:pPr>
            <a:r>
              <a:rPr lang="en-US" sz="1000" dirty="0">
                <a:solidFill>
                  <a:schemeClr val="bg1">
                    <a:lumMod val="50000"/>
                  </a:schemeClr>
                </a:solidFill>
              </a:rPr>
              <a:t>There are many variations available, but the majority </a:t>
            </a:r>
          </a:p>
        </p:txBody>
      </p:sp>
      <p:sp>
        <p:nvSpPr>
          <p:cNvPr id="105" name="TextBox 104"/>
          <p:cNvSpPr txBox="1"/>
          <p:nvPr/>
        </p:nvSpPr>
        <p:spPr>
          <a:xfrm>
            <a:off x="6713611" y="2851426"/>
            <a:ext cx="1543549" cy="615553"/>
          </a:xfrm>
          <a:prstGeom prst="rect">
            <a:avLst/>
          </a:prstGeom>
          <a:noFill/>
        </p:spPr>
        <p:txBody>
          <a:bodyPr wrap="square" rtlCol="0">
            <a:spAutoFit/>
          </a:bodyPr>
          <a:lstStyle/>
          <a:p>
            <a:pPr algn="ctr"/>
            <a:r>
              <a:rPr lang="en-US" sz="1200" b="1" dirty="0">
                <a:solidFill>
                  <a:schemeClr val="accent5"/>
                </a:solidFill>
                <a:latin typeface="+mj-lt"/>
              </a:rPr>
              <a:t>Title Goes here</a:t>
            </a:r>
          </a:p>
          <a:p>
            <a:pPr algn="ctr" defTabSz="914400">
              <a:spcBef>
                <a:spcPct val="20000"/>
              </a:spcBef>
              <a:defRPr/>
            </a:pPr>
            <a:r>
              <a:rPr lang="en-US" sz="1000" dirty="0">
                <a:solidFill>
                  <a:schemeClr val="bg1">
                    <a:lumMod val="50000"/>
                  </a:schemeClr>
                </a:solidFill>
              </a:rPr>
              <a:t>There are many variations available, but the majority </a:t>
            </a:r>
          </a:p>
        </p:txBody>
      </p:sp>
      <p:graphicFrame>
        <p:nvGraphicFramePr>
          <p:cNvPr id="43" name="Chart 42"/>
          <p:cNvGraphicFramePr/>
          <p:nvPr/>
        </p:nvGraphicFramePr>
        <p:xfrm>
          <a:off x="745092" y="3563561"/>
          <a:ext cx="1571502" cy="129202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4" name="Chart 43"/>
          <p:cNvGraphicFramePr/>
          <p:nvPr/>
        </p:nvGraphicFramePr>
        <p:xfrm>
          <a:off x="2237222" y="3563561"/>
          <a:ext cx="1571502" cy="129202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5" name="Chart 44"/>
          <p:cNvGraphicFramePr/>
          <p:nvPr/>
        </p:nvGraphicFramePr>
        <p:xfrm>
          <a:off x="3729352" y="3563561"/>
          <a:ext cx="1571502" cy="129202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6" name="Chart 45"/>
          <p:cNvGraphicFramePr/>
          <p:nvPr/>
        </p:nvGraphicFramePr>
        <p:xfrm>
          <a:off x="5221482" y="3563561"/>
          <a:ext cx="1571502" cy="129202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7" name="Chart 46"/>
          <p:cNvGraphicFramePr/>
          <p:nvPr/>
        </p:nvGraphicFramePr>
        <p:xfrm>
          <a:off x="6713611" y="3563561"/>
          <a:ext cx="1571502" cy="1292022"/>
        </p:xfrm>
        <a:graphic>
          <a:graphicData uri="http://schemas.openxmlformats.org/drawingml/2006/chart">
            <c:chart xmlns:c="http://schemas.openxmlformats.org/drawingml/2006/chart" xmlns:r="http://schemas.openxmlformats.org/officeDocument/2006/relationships" r:id="rId7"/>
          </a:graphicData>
        </a:graphic>
      </p:graphicFrame>
      <p:grpSp>
        <p:nvGrpSpPr>
          <p:cNvPr id="14" name="Group 33"/>
          <p:cNvGrpSpPr/>
          <p:nvPr/>
        </p:nvGrpSpPr>
        <p:grpSpPr>
          <a:xfrm>
            <a:off x="1940359" y="3609975"/>
            <a:ext cx="345641" cy="288035"/>
            <a:chOff x="6703460" y="2542946"/>
            <a:chExt cx="345641" cy="288035"/>
          </a:xfrm>
        </p:grpSpPr>
        <p:sp>
          <p:nvSpPr>
            <p:cNvPr id="49" name="Down Arrow Callout 48"/>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ectangle 49"/>
            <p:cNvSpPr/>
            <p:nvPr/>
          </p:nvSpPr>
          <p:spPr>
            <a:xfrm>
              <a:off x="6769680" y="2565806"/>
              <a:ext cx="213200" cy="153888"/>
            </a:xfrm>
            <a:prstGeom prst="rect">
              <a:avLst/>
            </a:prstGeom>
          </p:spPr>
          <p:txBody>
            <a:bodyPr wrap="none" lIns="0" tIns="0" rIns="0" bIns="0" anchor="ctr">
              <a:spAutoFit/>
            </a:bodyPr>
            <a:lstStyle/>
            <a:p>
              <a:pPr algn="ctr"/>
              <a:r>
                <a:rPr lang="en-US" sz="1000" b="1" dirty="0">
                  <a:solidFill>
                    <a:schemeClr val="bg1"/>
                  </a:solidFill>
                </a:rPr>
                <a:t>75%</a:t>
              </a:r>
            </a:p>
          </p:txBody>
        </p:sp>
      </p:grpSp>
      <p:grpSp>
        <p:nvGrpSpPr>
          <p:cNvPr id="15" name="Group 34"/>
          <p:cNvGrpSpPr/>
          <p:nvPr/>
        </p:nvGrpSpPr>
        <p:grpSpPr>
          <a:xfrm>
            <a:off x="3393508" y="3609975"/>
            <a:ext cx="345641" cy="288035"/>
            <a:chOff x="6703460" y="2542946"/>
            <a:chExt cx="345641" cy="288035"/>
          </a:xfrm>
        </p:grpSpPr>
        <p:sp>
          <p:nvSpPr>
            <p:cNvPr id="52" name="Down Arrow Callout 51"/>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ectangle 52"/>
            <p:cNvSpPr/>
            <p:nvPr/>
          </p:nvSpPr>
          <p:spPr>
            <a:xfrm>
              <a:off x="6769681" y="2565806"/>
              <a:ext cx="213199" cy="153888"/>
            </a:xfrm>
            <a:prstGeom prst="rect">
              <a:avLst/>
            </a:prstGeom>
          </p:spPr>
          <p:txBody>
            <a:bodyPr wrap="none" lIns="0" tIns="0" rIns="0" bIns="0" anchor="ctr">
              <a:spAutoFit/>
            </a:bodyPr>
            <a:lstStyle/>
            <a:p>
              <a:pPr algn="ctr"/>
              <a:r>
                <a:rPr lang="en-US" sz="1000" b="1" dirty="0">
                  <a:solidFill>
                    <a:schemeClr val="bg1"/>
                  </a:solidFill>
                </a:rPr>
                <a:t>60%</a:t>
              </a:r>
            </a:p>
          </p:txBody>
        </p:sp>
      </p:grpSp>
      <p:grpSp>
        <p:nvGrpSpPr>
          <p:cNvPr id="16" name="Group 37"/>
          <p:cNvGrpSpPr/>
          <p:nvPr/>
        </p:nvGrpSpPr>
        <p:grpSpPr>
          <a:xfrm>
            <a:off x="4846657" y="3609975"/>
            <a:ext cx="345641" cy="288035"/>
            <a:chOff x="6703460" y="2542946"/>
            <a:chExt cx="345641" cy="288035"/>
          </a:xfrm>
        </p:grpSpPr>
        <p:sp>
          <p:nvSpPr>
            <p:cNvPr id="55" name="Down Arrow Callout 54"/>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ectangle 55"/>
            <p:cNvSpPr/>
            <p:nvPr/>
          </p:nvSpPr>
          <p:spPr>
            <a:xfrm>
              <a:off x="6769680" y="2565806"/>
              <a:ext cx="213200" cy="153888"/>
            </a:xfrm>
            <a:prstGeom prst="rect">
              <a:avLst/>
            </a:prstGeom>
          </p:spPr>
          <p:txBody>
            <a:bodyPr wrap="none" lIns="0" tIns="0" rIns="0" bIns="0" anchor="ctr">
              <a:spAutoFit/>
            </a:bodyPr>
            <a:lstStyle/>
            <a:p>
              <a:pPr algn="ctr"/>
              <a:r>
                <a:rPr lang="en-US" sz="1000" b="1" dirty="0">
                  <a:solidFill>
                    <a:schemeClr val="bg1"/>
                  </a:solidFill>
                </a:rPr>
                <a:t>45%</a:t>
              </a:r>
            </a:p>
          </p:txBody>
        </p:sp>
      </p:grpSp>
      <p:grpSp>
        <p:nvGrpSpPr>
          <p:cNvPr id="17" name="Group 40"/>
          <p:cNvGrpSpPr/>
          <p:nvPr/>
        </p:nvGrpSpPr>
        <p:grpSpPr>
          <a:xfrm>
            <a:off x="7752956" y="3609975"/>
            <a:ext cx="345641" cy="288035"/>
            <a:chOff x="6703460" y="2542946"/>
            <a:chExt cx="345641" cy="288035"/>
          </a:xfrm>
        </p:grpSpPr>
        <p:sp>
          <p:nvSpPr>
            <p:cNvPr id="58" name="Down Arrow Callout 57"/>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ectangle 59"/>
            <p:cNvSpPr/>
            <p:nvPr/>
          </p:nvSpPr>
          <p:spPr>
            <a:xfrm>
              <a:off x="6769681" y="2565806"/>
              <a:ext cx="213199" cy="153888"/>
            </a:xfrm>
            <a:prstGeom prst="rect">
              <a:avLst/>
            </a:prstGeom>
          </p:spPr>
          <p:txBody>
            <a:bodyPr wrap="none" lIns="0" tIns="0" rIns="0" bIns="0" anchor="ctr">
              <a:spAutoFit/>
            </a:bodyPr>
            <a:lstStyle/>
            <a:p>
              <a:pPr algn="ctr"/>
              <a:r>
                <a:rPr lang="en-US" sz="1000" b="1" dirty="0">
                  <a:solidFill>
                    <a:schemeClr val="bg1"/>
                  </a:solidFill>
                </a:rPr>
                <a:t>90%</a:t>
              </a:r>
            </a:p>
          </p:txBody>
        </p:sp>
      </p:grpSp>
      <p:grpSp>
        <p:nvGrpSpPr>
          <p:cNvPr id="18" name="Group 37"/>
          <p:cNvGrpSpPr/>
          <p:nvPr/>
        </p:nvGrpSpPr>
        <p:grpSpPr>
          <a:xfrm>
            <a:off x="6299806" y="3609975"/>
            <a:ext cx="345641" cy="288035"/>
            <a:chOff x="6703460" y="2542946"/>
            <a:chExt cx="345641" cy="288035"/>
          </a:xfrm>
        </p:grpSpPr>
        <p:sp>
          <p:nvSpPr>
            <p:cNvPr id="62" name="Down Arrow Callout 61"/>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ectangle 62"/>
            <p:cNvSpPr/>
            <p:nvPr/>
          </p:nvSpPr>
          <p:spPr>
            <a:xfrm>
              <a:off x="6769680" y="2565806"/>
              <a:ext cx="213200" cy="153888"/>
            </a:xfrm>
            <a:prstGeom prst="rect">
              <a:avLst/>
            </a:prstGeom>
          </p:spPr>
          <p:txBody>
            <a:bodyPr wrap="none" lIns="0" tIns="0" rIns="0" bIns="0" anchor="ctr">
              <a:spAutoFit/>
            </a:bodyPr>
            <a:lstStyle/>
            <a:p>
              <a:pPr algn="ctr"/>
              <a:r>
                <a:rPr lang="en-US" sz="1000" b="1" dirty="0">
                  <a:solidFill>
                    <a:schemeClr val="bg1"/>
                  </a:solidFill>
                </a:rPr>
                <a:t>20%</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96"/>
                                        </p:tgtEl>
                                        <p:attrNameLst>
                                          <p:attrName>style.visibility</p:attrName>
                                        </p:attrNameLst>
                                      </p:cBhvr>
                                      <p:to>
                                        <p:strVal val="visible"/>
                                      </p:to>
                                    </p:set>
                                    <p:anim calcmode="lin" valueType="num">
                                      <p:cBhvr>
                                        <p:cTn id="13" dur="500" fill="hold"/>
                                        <p:tgtEl>
                                          <p:spTgt spid="96"/>
                                        </p:tgtEl>
                                        <p:attrNameLst>
                                          <p:attrName>ppt_w</p:attrName>
                                        </p:attrNameLst>
                                      </p:cBhvr>
                                      <p:tavLst>
                                        <p:tav tm="0">
                                          <p:val>
                                            <p:fltVal val="0"/>
                                          </p:val>
                                        </p:tav>
                                        <p:tav tm="100000">
                                          <p:val>
                                            <p:strVal val="#ppt_w"/>
                                          </p:val>
                                        </p:tav>
                                      </p:tavLst>
                                    </p:anim>
                                    <p:anim calcmode="lin" valueType="num">
                                      <p:cBhvr>
                                        <p:cTn id="14" dur="500" fill="hold"/>
                                        <p:tgtEl>
                                          <p:spTgt spid="96"/>
                                        </p:tgtEl>
                                        <p:attrNameLst>
                                          <p:attrName>ppt_h</p:attrName>
                                        </p:attrNameLst>
                                      </p:cBhvr>
                                      <p:tavLst>
                                        <p:tav tm="0">
                                          <p:val>
                                            <p:fltVal val="0"/>
                                          </p:val>
                                        </p:tav>
                                        <p:tav tm="100000">
                                          <p:val>
                                            <p:strVal val="#ppt_h"/>
                                          </p:val>
                                        </p:tav>
                                      </p:tavLst>
                                    </p:anim>
                                    <p:animEffect transition="in" filter="fade">
                                      <p:cBhvr>
                                        <p:cTn id="15" dur="500"/>
                                        <p:tgtEl>
                                          <p:spTgt spid="96"/>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101"/>
                                        </p:tgtEl>
                                        <p:attrNameLst>
                                          <p:attrName>style.visibility</p:attrName>
                                        </p:attrNameLst>
                                      </p:cBhvr>
                                      <p:to>
                                        <p:strVal val="visible"/>
                                      </p:to>
                                    </p:set>
                                    <p:animEffect transition="in" filter="wipe(down)">
                                      <p:cBhvr>
                                        <p:cTn id="18" dur="500"/>
                                        <p:tgtEl>
                                          <p:spTgt spid="101"/>
                                        </p:tgtEl>
                                      </p:cBhvr>
                                    </p:animEffect>
                                  </p:childTnLst>
                                </p:cTn>
                              </p:par>
                            </p:childTnLst>
                          </p:cTn>
                        </p:par>
                        <p:par>
                          <p:cTn id="19" fill="hold">
                            <p:stCondLst>
                              <p:cond delay="1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43"/>
                                        </p:tgtEl>
                                        <p:attrNameLst>
                                          <p:attrName>style.visibility</p:attrName>
                                        </p:attrNameLst>
                                      </p:cBhvr>
                                      <p:to>
                                        <p:strVal val="visible"/>
                                      </p:to>
                                    </p:set>
                                    <p:anim calcmode="lin" valueType="num">
                                      <p:cBhvr additive="base">
                                        <p:cTn id="22" dur="500" fill="hold"/>
                                        <p:tgtEl>
                                          <p:spTgt spid="43"/>
                                        </p:tgtEl>
                                        <p:attrNameLst>
                                          <p:attrName>ppt_x</p:attrName>
                                        </p:attrNameLst>
                                      </p:cBhvr>
                                      <p:tavLst>
                                        <p:tav tm="0">
                                          <p:val>
                                            <p:strVal val="#ppt_x"/>
                                          </p:val>
                                        </p:tav>
                                        <p:tav tm="100000">
                                          <p:val>
                                            <p:strVal val="#ppt_x"/>
                                          </p:val>
                                        </p:tav>
                                      </p:tavLst>
                                    </p:anim>
                                    <p:anim calcmode="lin" valueType="num">
                                      <p:cBhvr additive="base">
                                        <p:cTn id="23" dur="500" fill="hold"/>
                                        <p:tgtEl>
                                          <p:spTgt spid="43"/>
                                        </p:tgtEl>
                                        <p:attrNameLst>
                                          <p:attrName>ppt_y</p:attrName>
                                        </p:attrNameLst>
                                      </p:cBhvr>
                                      <p:tavLst>
                                        <p:tav tm="0">
                                          <p:val>
                                            <p:strVal val="1+#ppt_h/2"/>
                                          </p:val>
                                        </p:tav>
                                        <p:tav tm="100000">
                                          <p:val>
                                            <p:strVal val="#ppt_y"/>
                                          </p:val>
                                        </p:tav>
                                      </p:tavLst>
                                    </p:anim>
                                  </p:childTnLst>
                                </p:cTn>
                              </p:par>
                              <p:par>
                                <p:cTn id="24" presetID="47"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anim calcmode="lin" valueType="num">
                                      <p:cBhvr>
                                        <p:cTn id="27" dur="500" fill="hold"/>
                                        <p:tgtEl>
                                          <p:spTgt spid="14"/>
                                        </p:tgtEl>
                                        <p:attrNameLst>
                                          <p:attrName>ppt_x</p:attrName>
                                        </p:attrNameLst>
                                      </p:cBhvr>
                                      <p:tavLst>
                                        <p:tav tm="0">
                                          <p:val>
                                            <p:strVal val="#ppt_x"/>
                                          </p:val>
                                        </p:tav>
                                        <p:tav tm="100000">
                                          <p:val>
                                            <p:strVal val="#ppt_x"/>
                                          </p:val>
                                        </p:tav>
                                      </p:tavLst>
                                    </p:anim>
                                    <p:anim calcmode="lin" valueType="num">
                                      <p:cBhvr>
                                        <p:cTn id="28" dur="500" fill="hold"/>
                                        <p:tgtEl>
                                          <p:spTgt spid="14"/>
                                        </p:tgtEl>
                                        <p:attrNameLst>
                                          <p:attrName>ppt_y</p:attrName>
                                        </p:attrNameLst>
                                      </p:cBhvr>
                                      <p:tavLst>
                                        <p:tav tm="0">
                                          <p:val>
                                            <p:strVal val="#ppt_y-.1"/>
                                          </p:val>
                                        </p:tav>
                                        <p:tav tm="100000">
                                          <p:val>
                                            <p:strVal val="#ppt_y"/>
                                          </p:val>
                                        </p:tav>
                                      </p:tavLst>
                                    </p:anim>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wipe(left)">
                                      <p:cBhvr>
                                        <p:cTn id="32" dur="500"/>
                                        <p:tgtEl>
                                          <p:spTgt spid="92"/>
                                        </p:tgtEl>
                                      </p:cBhvr>
                                    </p:animEffect>
                                  </p:childTnLst>
                                </p:cTn>
                              </p:par>
                            </p:childTnLst>
                          </p:cTn>
                        </p:par>
                        <p:par>
                          <p:cTn id="33" fill="hold">
                            <p:stCondLst>
                              <p:cond delay="2000"/>
                            </p:stCondLst>
                            <p:childTnLst>
                              <p:par>
                                <p:cTn id="34" presetID="53" presetClass="entr" presetSubtype="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p:cTn id="36" dur="500" fill="hold"/>
                                        <p:tgtEl>
                                          <p:spTgt spid="6"/>
                                        </p:tgtEl>
                                        <p:attrNameLst>
                                          <p:attrName>ppt_w</p:attrName>
                                        </p:attrNameLst>
                                      </p:cBhvr>
                                      <p:tavLst>
                                        <p:tav tm="0">
                                          <p:val>
                                            <p:fltVal val="0"/>
                                          </p:val>
                                        </p:tav>
                                        <p:tav tm="100000">
                                          <p:val>
                                            <p:strVal val="#ppt_w"/>
                                          </p:val>
                                        </p:tav>
                                      </p:tavLst>
                                    </p:anim>
                                    <p:anim calcmode="lin" valueType="num">
                                      <p:cBhvr>
                                        <p:cTn id="37" dur="500" fill="hold"/>
                                        <p:tgtEl>
                                          <p:spTgt spid="6"/>
                                        </p:tgtEl>
                                        <p:attrNameLst>
                                          <p:attrName>ppt_h</p:attrName>
                                        </p:attrNameLst>
                                      </p:cBhvr>
                                      <p:tavLst>
                                        <p:tav tm="0">
                                          <p:val>
                                            <p:fltVal val="0"/>
                                          </p:val>
                                        </p:tav>
                                        <p:tav tm="100000">
                                          <p:val>
                                            <p:strVal val="#ppt_h"/>
                                          </p:val>
                                        </p:tav>
                                      </p:tavLst>
                                    </p:anim>
                                    <p:animEffect transition="in" filter="fade">
                                      <p:cBhvr>
                                        <p:cTn id="38" dur="500"/>
                                        <p:tgtEl>
                                          <p:spTgt spid="6"/>
                                        </p:tgtEl>
                                      </p:cBhvr>
                                    </p:animEffect>
                                  </p:childTnLst>
                                </p:cTn>
                              </p:par>
                            </p:childTnLst>
                          </p:cTn>
                        </p:par>
                        <p:par>
                          <p:cTn id="39" fill="hold">
                            <p:stCondLst>
                              <p:cond delay="2500"/>
                            </p:stCondLst>
                            <p:childTnLst>
                              <p:par>
                                <p:cTn id="40" presetID="53" presetClass="entr" presetSubtype="0" fill="hold" grpId="0" nodeType="afterEffect">
                                  <p:stCondLst>
                                    <p:cond delay="0"/>
                                  </p:stCondLst>
                                  <p:childTnLst>
                                    <p:set>
                                      <p:cBhvr>
                                        <p:cTn id="41" dur="1" fill="hold">
                                          <p:stCondLst>
                                            <p:cond delay="0"/>
                                          </p:stCondLst>
                                        </p:cTn>
                                        <p:tgtEl>
                                          <p:spTgt spid="97"/>
                                        </p:tgtEl>
                                        <p:attrNameLst>
                                          <p:attrName>style.visibility</p:attrName>
                                        </p:attrNameLst>
                                      </p:cBhvr>
                                      <p:to>
                                        <p:strVal val="visible"/>
                                      </p:to>
                                    </p:set>
                                    <p:anim calcmode="lin" valueType="num">
                                      <p:cBhvr>
                                        <p:cTn id="42" dur="500" fill="hold"/>
                                        <p:tgtEl>
                                          <p:spTgt spid="97"/>
                                        </p:tgtEl>
                                        <p:attrNameLst>
                                          <p:attrName>ppt_w</p:attrName>
                                        </p:attrNameLst>
                                      </p:cBhvr>
                                      <p:tavLst>
                                        <p:tav tm="0">
                                          <p:val>
                                            <p:fltVal val="0"/>
                                          </p:val>
                                        </p:tav>
                                        <p:tav tm="100000">
                                          <p:val>
                                            <p:strVal val="#ppt_w"/>
                                          </p:val>
                                        </p:tav>
                                      </p:tavLst>
                                    </p:anim>
                                    <p:anim calcmode="lin" valueType="num">
                                      <p:cBhvr>
                                        <p:cTn id="43" dur="500" fill="hold"/>
                                        <p:tgtEl>
                                          <p:spTgt spid="97"/>
                                        </p:tgtEl>
                                        <p:attrNameLst>
                                          <p:attrName>ppt_h</p:attrName>
                                        </p:attrNameLst>
                                      </p:cBhvr>
                                      <p:tavLst>
                                        <p:tav tm="0">
                                          <p:val>
                                            <p:fltVal val="0"/>
                                          </p:val>
                                        </p:tav>
                                        <p:tav tm="100000">
                                          <p:val>
                                            <p:strVal val="#ppt_h"/>
                                          </p:val>
                                        </p:tav>
                                      </p:tavLst>
                                    </p:anim>
                                    <p:animEffect transition="in" filter="fade">
                                      <p:cBhvr>
                                        <p:cTn id="44" dur="500"/>
                                        <p:tgtEl>
                                          <p:spTgt spid="97"/>
                                        </p:tgtEl>
                                      </p:cBhvr>
                                    </p:animEffect>
                                  </p:childTnLst>
                                </p:cTn>
                              </p:par>
                              <p:par>
                                <p:cTn id="45" presetID="22" presetClass="entr" presetSubtype="4" fill="hold" grpId="0" nodeType="withEffect">
                                  <p:stCondLst>
                                    <p:cond delay="0"/>
                                  </p:stCondLst>
                                  <p:childTnLst>
                                    <p:set>
                                      <p:cBhvr>
                                        <p:cTn id="46" dur="1" fill="hold">
                                          <p:stCondLst>
                                            <p:cond delay="0"/>
                                          </p:stCondLst>
                                        </p:cTn>
                                        <p:tgtEl>
                                          <p:spTgt spid="102"/>
                                        </p:tgtEl>
                                        <p:attrNameLst>
                                          <p:attrName>style.visibility</p:attrName>
                                        </p:attrNameLst>
                                      </p:cBhvr>
                                      <p:to>
                                        <p:strVal val="visible"/>
                                      </p:to>
                                    </p:set>
                                    <p:animEffect transition="in" filter="wipe(down)">
                                      <p:cBhvr>
                                        <p:cTn id="47" dur="500"/>
                                        <p:tgtEl>
                                          <p:spTgt spid="102"/>
                                        </p:tgtEl>
                                      </p:cBhvr>
                                    </p:animEffect>
                                  </p:childTnLst>
                                </p:cTn>
                              </p:par>
                            </p:childTnLst>
                          </p:cTn>
                        </p:par>
                        <p:par>
                          <p:cTn id="48" fill="hold">
                            <p:stCondLst>
                              <p:cond delay="3000"/>
                            </p:stCondLst>
                            <p:childTnLst>
                              <p:par>
                                <p:cTn id="49" presetID="2" presetClass="entr" presetSubtype="4" accel="50000" decel="50000" fill="hold" grpId="0" nodeType="afterEffect">
                                  <p:stCondLst>
                                    <p:cond delay="0"/>
                                  </p:stCondLst>
                                  <p:childTnLst>
                                    <p:set>
                                      <p:cBhvr>
                                        <p:cTn id="50" dur="1" fill="hold">
                                          <p:stCondLst>
                                            <p:cond delay="0"/>
                                          </p:stCondLst>
                                        </p:cTn>
                                        <p:tgtEl>
                                          <p:spTgt spid="44"/>
                                        </p:tgtEl>
                                        <p:attrNameLst>
                                          <p:attrName>style.visibility</p:attrName>
                                        </p:attrNameLst>
                                      </p:cBhvr>
                                      <p:to>
                                        <p:strVal val="visible"/>
                                      </p:to>
                                    </p:set>
                                    <p:anim calcmode="lin" valueType="num">
                                      <p:cBhvr additive="base">
                                        <p:cTn id="51" dur="500" fill="hold"/>
                                        <p:tgtEl>
                                          <p:spTgt spid="44"/>
                                        </p:tgtEl>
                                        <p:attrNameLst>
                                          <p:attrName>ppt_x</p:attrName>
                                        </p:attrNameLst>
                                      </p:cBhvr>
                                      <p:tavLst>
                                        <p:tav tm="0">
                                          <p:val>
                                            <p:strVal val="#ppt_x"/>
                                          </p:val>
                                        </p:tav>
                                        <p:tav tm="100000">
                                          <p:val>
                                            <p:strVal val="#ppt_x"/>
                                          </p:val>
                                        </p:tav>
                                      </p:tavLst>
                                    </p:anim>
                                    <p:anim calcmode="lin" valueType="num">
                                      <p:cBhvr additive="base">
                                        <p:cTn id="52" dur="500" fill="hold"/>
                                        <p:tgtEl>
                                          <p:spTgt spid="44"/>
                                        </p:tgtEl>
                                        <p:attrNameLst>
                                          <p:attrName>ppt_y</p:attrName>
                                        </p:attrNameLst>
                                      </p:cBhvr>
                                      <p:tavLst>
                                        <p:tav tm="0">
                                          <p:val>
                                            <p:strVal val="1+#ppt_h/2"/>
                                          </p:val>
                                        </p:tav>
                                        <p:tav tm="100000">
                                          <p:val>
                                            <p:strVal val="#ppt_y"/>
                                          </p:val>
                                        </p:tav>
                                      </p:tavLst>
                                    </p:anim>
                                  </p:childTnLst>
                                </p:cTn>
                              </p:par>
                              <p:par>
                                <p:cTn id="53" presetID="47" presetClass="entr" presetSubtype="0" fill="hold" nodeType="with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fade">
                                      <p:cBhvr>
                                        <p:cTn id="55" dur="500"/>
                                        <p:tgtEl>
                                          <p:spTgt spid="15"/>
                                        </p:tgtEl>
                                      </p:cBhvr>
                                    </p:animEffect>
                                    <p:anim calcmode="lin" valueType="num">
                                      <p:cBhvr>
                                        <p:cTn id="56" dur="500" fill="hold"/>
                                        <p:tgtEl>
                                          <p:spTgt spid="15"/>
                                        </p:tgtEl>
                                        <p:attrNameLst>
                                          <p:attrName>ppt_x</p:attrName>
                                        </p:attrNameLst>
                                      </p:cBhvr>
                                      <p:tavLst>
                                        <p:tav tm="0">
                                          <p:val>
                                            <p:strVal val="#ppt_x"/>
                                          </p:val>
                                        </p:tav>
                                        <p:tav tm="100000">
                                          <p:val>
                                            <p:strVal val="#ppt_x"/>
                                          </p:val>
                                        </p:tav>
                                      </p:tavLst>
                                    </p:anim>
                                    <p:anim calcmode="lin" valueType="num">
                                      <p:cBhvr>
                                        <p:cTn id="57" dur="500" fill="hold"/>
                                        <p:tgtEl>
                                          <p:spTgt spid="15"/>
                                        </p:tgtEl>
                                        <p:attrNameLst>
                                          <p:attrName>ppt_y</p:attrName>
                                        </p:attrNameLst>
                                      </p:cBhvr>
                                      <p:tavLst>
                                        <p:tav tm="0">
                                          <p:val>
                                            <p:strVal val="#ppt_y-.1"/>
                                          </p:val>
                                        </p:tav>
                                        <p:tav tm="100000">
                                          <p:val>
                                            <p:strVal val="#ppt_y"/>
                                          </p:val>
                                        </p:tav>
                                      </p:tavLst>
                                    </p:anim>
                                  </p:childTnLst>
                                </p:cTn>
                              </p:par>
                            </p:childTnLst>
                          </p:cTn>
                        </p:par>
                        <p:par>
                          <p:cTn id="58" fill="hold">
                            <p:stCondLst>
                              <p:cond delay="3500"/>
                            </p:stCondLst>
                            <p:childTnLst>
                              <p:par>
                                <p:cTn id="59" presetID="22" presetClass="entr" presetSubtype="8" fill="hold" nodeType="afterEffect">
                                  <p:stCondLst>
                                    <p:cond delay="0"/>
                                  </p:stCondLst>
                                  <p:childTnLst>
                                    <p:set>
                                      <p:cBhvr>
                                        <p:cTn id="60" dur="1" fill="hold">
                                          <p:stCondLst>
                                            <p:cond delay="0"/>
                                          </p:stCondLst>
                                        </p:cTn>
                                        <p:tgtEl>
                                          <p:spTgt spid="93"/>
                                        </p:tgtEl>
                                        <p:attrNameLst>
                                          <p:attrName>style.visibility</p:attrName>
                                        </p:attrNameLst>
                                      </p:cBhvr>
                                      <p:to>
                                        <p:strVal val="visible"/>
                                      </p:to>
                                    </p:set>
                                    <p:animEffect transition="in" filter="wipe(left)">
                                      <p:cBhvr>
                                        <p:cTn id="61" dur="500"/>
                                        <p:tgtEl>
                                          <p:spTgt spid="93"/>
                                        </p:tgtEl>
                                      </p:cBhvr>
                                    </p:animEffect>
                                  </p:childTnLst>
                                </p:cTn>
                              </p:par>
                            </p:childTnLst>
                          </p:cTn>
                        </p:par>
                        <p:par>
                          <p:cTn id="62" fill="hold">
                            <p:stCondLst>
                              <p:cond delay="4000"/>
                            </p:stCondLst>
                            <p:childTnLst>
                              <p:par>
                                <p:cTn id="63" presetID="53" presetClass="entr" presetSubtype="0"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 calcmode="lin" valueType="num">
                                      <p:cBhvr>
                                        <p:cTn id="65" dur="500" fill="hold"/>
                                        <p:tgtEl>
                                          <p:spTgt spid="8"/>
                                        </p:tgtEl>
                                        <p:attrNameLst>
                                          <p:attrName>ppt_w</p:attrName>
                                        </p:attrNameLst>
                                      </p:cBhvr>
                                      <p:tavLst>
                                        <p:tav tm="0">
                                          <p:val>
                                            <p:fltVal val="0"/>
                                          </p:val>
                                        </p:tav>
                                        <p:tav tm="100000">
                                          <p:val>
                                            <p:strVal val="#ppt_w"/>
                                          </p:val>
                                        </p:tav>
                                      </p:tavLst>
                                    </p:anim>
                                    <p:anim calcmode="lin" valueType="num">
                                      <p:cBhvr>
                                        <p:cTn id="66" dur="500" fill="hold"/>
                                        <p:tgtEl>
                                          <p:spTgt spid="8"/>
                                        </p:tgtEl>
                                        <p:attrNameLst>
                                          <p:attrName>ppt_h</p:attrName>
                                        </p:attrNameLst>
                                      </p:cBhvr>
                                      <p:tavLst>
                                        <p:tav tm="0">
                                          <p:val>
                                            <p:fltVal val="0"/>
                                          </p:val>
                                        </p:tav>
                                        <p:tav tm="100000">
                                          <p:val>
                                            <p:strVal val="#ppt_h"/>
                                          </p:val>
                                        </p:tav>
                                      </p:tavLst>
                                    </p:anim>
                                    <p:animEffect transition="in" filter="fade">
                                      <p:cBhvr>
                                        <p:cTn id="67" dur="500"/>
                                        <p:tgtEl>
                                          <p:spTgt spid="8"/>
                                        </p:tgtEl>
                                      </p:cBhvr>
                                    </p:animEffect>
                                  </p:childTnLst>
                                </p:cTn>
                              </p:par>
                            </p:childTnLst>
                          </p:cTn>
                        </p:par>
                        <p:par>
                          <p:cTn id="68" fill="hold">
                            <p:stCondLst>
                              <p:cond delay="4500"/>
                            </p:stCondLst>
                            <p:childTnLst>
                              <p:par>
                                <p:cTn id="69" presetID="53" presetClass="entr" presetSubtype="0" fill="hold" grpId="0" nodeType="afterEffect">
                                  <p:stCondLst>
                                    <p:cond delay="0"/>
                                  </p:stCondLst>
                                  <p:childTnLst>
                                    <p:set>
                                      <p:cBhvr>
                                        <p:cTn id="70" dur="1" fill="hold">
                                          <p:stCondLst>
                                            <p:cond delay="0"/>
                                          </p:stCondLst>
                                        </p:cTn>
                                        <p:tgtEl>
                                          <p:spTgt spid="98"/>
                                        </p:tgtEl>
                                        <p:attrNameLst>
                                          <p:attrName>style.visibility</p:attrName>
                                        </p:attrNameLst>
                                      </p:cBhvr>
                                      <p:to>
                                        <p:strVal val="visible"/>
                                      </p:to>
                                    </p:set>
                                    <p:anim calcmode="lin" valueType="num">
                                      <p:cBhvr>
                                        <p:cTn id="71" dur="500" fill="hold"/>
                                        <p:tgtEl>
                                          <p:spTgt spid="98"/>
                                        </p:tgtEl>
                                        <p:attrNameLst>
                                          <p:attrName>ppt_w</p:attrName>
                                        </p:attrNameLst>
                                      </p:cBhvr>
                                      <p:tavLst>
                                        <p:tav tm="0">
                                          <p:val>
                                            <p:fltVal val="0"/>
                                          </p:val>
                                        </p:tav>
                                        <p:tav tm="100000">
                                          <p:val>
                                            <p:strVal val="#ppt_w"/>
                                          </p:val>
                                        </p:tav>
                                      </p:tavLst>
                                    </p:anim>
                                    <p:anim calcmode="lin" valueType="num">
                                      <p:cBhvr>
                                        <p:cTn id="72" dur="500" fill="hold"/>
                                        <p:tgtEl>
                                          <p:spTgt spid="98"/>
                                        </p:tgtEl>
                                        <p:attrNameLst>
                                          <p:attrName>ppt_h</p:attrName>
                                        </p:attrNameLst>
                                      </p:cBhvr>
                                      <p:tavLst>
                                        <p:tav tm="0">
                                          <p:val>
                                            <p:fltVal val="0"/>
                                          </p:val>
                                        </p:tav>
                                        <p:tav tm="100000">
                                          <p:val>
                                            <p:strVal val="#ppt_h"/>
                                          </p:val>
                                        </p:tav>
                                      </p:tavLst>
                                    </p:anim>
                                    <p:animEffect transition="in" filter="fade">
                                      <p:cBhvr>
                                        <p:cTn id="73" dur="500"/>
                                        <p:tgtEl>
                                          <p:spTgt spid="98"/>
                                        </p:tgtEl>
                                      </p:cBhvr>
                                    </p:animEffect>
                                  </p:childTnLst>
                                </p:cTn>
                              </p:par>
                              <p:par>
                                <p:cTn id="74" presetID="22" presetClass="entr" presetSubtype="4" fill="hold" grpId="0" nodeType="withEffect">
                                  <p:stCondLst>
                                    <p:cond delay="0"/>
                                  </p:stCondLst>
                                  <p:childTnLst>
                                    <p:set>
                                      <p:cBhvr>
                                        <p:cTn id="75" dur="1" fill="hold">
                                          <p:stCondLst>
                                            <p:cond delay="0"/>
                                          </p:stCondLst>
                                        </p:cTn>
                                        <p:tgtEl>
                                          <p:spTgt spid="103"/>
                                        </p:tgtEl>
                                        <p:attrNameLst>
                                          <p:attrName>style.visibility</p:attrName>
                                        </p:attrNameLst>
                                      </p:cBhvr>
                                      <p:to>
                                        <p:strVal val="visible"/>
                                      </p:to>
                                    </p:set>
                                    <p:animEffect transition="in" filter="wipe(down)">
                                      <p:cBhvr>
                                        <p:cTn id="76" dur="500"/>
                                        <p:tgtEl>
                                          <p:spTgt spid="103"/>
                                        </p:tgtEl>
                                      </p:cBhvr>
                                    </p:animEffect>
                                  </p:childTnLst>
                                </p:cTn>
                              </p:par>
                            </p:childTnLst>
                          </p:cTn>
                        </p:par>
                        <p:par>
                          <p:cTn id="77" fill="hold">
                            <p:stCondLst>
                              <p:cond delay="5000"/>
                            </p:stCondLst>
                            <p:childTnLst>
                              <p:par>
                                <p:cTn id="78" presetID="2" presetClass="entr" presetSubtype="4" accel="50000" decel="50000" fill="hold" grpId="0" nodeType="afterEffect">
                                  <p:stCondLst>
                                    <p:cond delay="0"/>
                                  </p:stCondLst>
                                  <p:childTnLst>
                                    <p:set>
                                      <p:cBhvr>
                                        <p:cTn id="79" dur="1" fill="hold">
                                          <p:stCondLst>
                                            <p:cond delay="0"/>
                                          </p:stCondLst>
                                        </p:cTn>
                                        <p:tgtEl>
                                          <p:spTgt spid="45"/>
                                        </p:tgtEl>
                                        <p:attrNameLst>
                                          <p:attrName>style.visibility</p:attrName>
                                        </p:attrNameLst>
                                      </p:cBhvr>
                                      <p:to>
                                        <p:strVal val="visible"/>
                                      </p:to>
                                    </p:set>
                                    <p:anim calcmode="lin" valueType="num">
                                      <p:cBhvr additive="base">
                                        <p:cTn id="80" dur="500" fill="hold"/>
                                        <p:tgtEl>
                                          <p:spTgt spid="45"/>
                                        </p:tgtEl>
                                        <p:attrNameLst>
                                          <p:attrName>ppt_x</p:attrName>
                                        </p:attrNameLst>
                                      </p:cBhvr>
                                      <p:tavLst>
                                        <p:tav tm="0">
                                          <p:val>
                                            <p:strVal val="#ppt_x"/>
                                          </p:val>
                                        </p:tav>
                                        <p:tav tm="100000">
                                          <p:val>
                                            <p:strVal val="#ppt_x"/>
                                          </p:val>
                                        </p:tav>
                                      </p:tavLst>
                                    </p:anim>
                                    <p:anim calcmode="lin" valueType="num">
                                      <p:cBhvr additive="base">
                                        <p:cTn id="81" dur="500" fill="hold"/>
                                        <p:tgtEl>
                                          <p:spTgt spid="45"/>
                                        </p:tgtEl>
                                        <p:attrNameLst>
                                          <p:attrName>ppt_y</p:attrName>
                                        </p:attrNameLst>
                                      </p:cBhvr>
                                      <p:tavLst>
                                        <p:tav tm="0">
                                          <p:val>
                                            <p:strVal val="1+#ppt_h/2"/>
                                          </p:val>
                                        </p:tav>
                                        <p:tav tm="100000">
                                          <p:val>
                                            <p:strVal val="#ppt_y"/>
                                          </p:val>
                                        </p:tav>
                                      </p:tavLst>
                                    </p:anim>
                                  </p:childTnLst>
                                </p:cTn>
                              </p:par>
                              <p:par>
                                <p:cTn id="82" presetID="47" presetClass="entr" presetSubtype="0" fill="hold" nodeType="withEffect">
                                  <p:stCondLst>
                                    <p:cond delay="0"/>
                                  </p:stCondLst>
                                  <p:childTnLst>
                                    <p:set>
                                      <p:cBhvr>
                                        <p:cTn id="83" dur="1" fill="hold">
                                          <p:stCondLst>
                                            <p:cond delay="0"/>
                                          </p:stCondLst>
                                        </p:cTn>
                                        <p:tgtEl>
                                          <p:spTgt spid="16"/>
                                        </p:tgtEl>
                                        <p:attrNameLst>
                                          <p:attrName>style.visibility</p:attrName>
                                        </p:attrNameLst>
                                      </p:cBhvr>
                                      <p:to>
                                        <p:strVal val="visible"/>
                                      </p:to>
                                    </p:set>
                                    <p:animEffect transition="in" filter="fade">
                                      <p:cBhvr>
                                        <p:cTn id="84" dur="500"/>
                                        <p:tgtEl>
                                          <p:spTgt spid="16"/>
                                        </p:tgtEl>
                                      </p:cBhvr>
                                    </p:animEffect>
                                    <p:anim calcmode="lin" valueType="num">
                                      <p:cBhvr>
                                        <p:cTn id="85" dur="500" fill="hold"/>
                                        <p:tgtEl>
                                          <p:spTgt spid="16"/>
                                        </p:tgtEl>
                                        <p:attrNameLst>
                                          <p:attrName>ppt_x</p:attrName>
                                        </p:attrNameLst>
                                      </p:cBhvr>
                                      <p:tavLst>
                                        <p:tav tm="0">
                                          <p:val>
                                            <p:strVal val="#ppt_x"/>
                                          </p:val>
                                        </p:tav>
                                        <p:tav tm="100000">
                                          <p:val>
                                            <p:strVal val="#ppt_x"/>
                                          </p:val>
                                        </p:tav>
                                      </p:tavLst>
                                    </p:anim>
                                    <p:anim calcmode="lin" valueType="num">
                                      <p:cBhvr>
                                        <p:cTn id="86" dur="500" fill="hold"/>
                                        <p:tgtEl>
                                          <p:spTgt spid="16"/>
                                        </p:tgtEl>
                                        <p:attrNameLst>
                                          <p:attrName>ppt_y</p:attrName>
                                        </p:attrNameLst>
                                      </p:cBhvr>
                                      <p:tavLst>
                                        <p:tav tm="0">
                                          <p:val>
                                            <p:strVal val="#ppt_y-.1"/>
                                          </p:val>
                                        </p:tav>
                                        <p:tav tm="100000">
                                          <p:val>
                                            <p:strVal val="#ppt_y"/>
                                          </p:val>
                                        </p:tav>
                                      </p:tavLst>
                                    </p:anim>
                                  </p:childTnLst>
                                </p:cTn>
                              </p:par>
                            </p:childTnLst>
                          </p:cTn>
                        </p:par>
                        <p:par>
                          <p:cTn id="87" fill="hold">
                            <p:stCondLst>
                              <p:cond delay="5500"/>
                            </p:stCondLst>
                            <p:childTnLst>
                              <p:par>
                                <p:cTn id="88" presetID="22" presetClass="entr" presetSubtype="8" fill="hold" nodeType="afterEffect">
                                  <p:stCondLst>
                                    <p:cond delay="0"/>
                                  </p:stCondLst>
                                  <p:childTnLst>
                                    <p:set>
                                      <p:cBhvr>
                                        <p:cTn id="89" dur="1" fill="hold">
                                          <p:stCondLst>
                                            <p:cond delay="0"/>
                                          </p:stCondLst>
                                        </p:cTn>
                                        <p:tgtEl>
                                          <p:spTgt spid="94"/>
                                        </p:tgtEl>
                                        <p:attrNameLst>
                                          <p:attrName>style.visibility</p:attrName>
                                        </p:attrNameLst>
                                      </p:cBhvr>
                                      <p:to>
                                        <p:strVal val="visible"/>
                                      </p:to>
                                    </p:set>
                                    <p:animEffect transition="in" filter="wipe(left)">
                                      <p:cBhvr>
                                        <p:cTn id="90" dur="500"/>
                                        <p:tgtEl>
                                          <p:spTgt spid="94"/>
                                        </p:tgtEl>
                                      </p:cBhvr>
                                    </p:animEffect>
                                  </p:childTnLst>
                                </p:cTn>
                              </p:par>
                            </p:childTnLst>
                          </p:cTn>
                        </p:par>
                        <p:par>
                          <p:cTn id="91" fill="hold">
                            <p:stCondLst>
                              <p:cond delay="6000"/>
                            </p:stCondLst>
                            <p:childTnLst>
                              <p:par>
                                <p:cTn id="92" presetID="53" presetClass="entr" presetSubtype="0" fill="hold" nodeType="afterEffect">
                                  <p:stCondLst>
                                    <p:cond delay="0"/>
                                  </p:stCondLst>
                                  <p:childTnLst>
                                    <p:set>
                                      <p:cBhvr>
                                        <p:cTn id="93" dur="1" fill="hold">
                                          <p:stCondLst>
                                            <p:cond delay="0"/>
                                          </p:stCondLst>
                                        </p:cTn>
                                        <p:tgtEl>
                                          <p:spTgt spid="10"/>
                                        </p:tgtEl>
                                        <p:attrNameLst>
                                          <p:attrName>style.visibility</p:attrName>
                                        </p:attrNameLst>
                                      </p:cBhvr>
                                      <p:to>
                                        <p:strVal val="visible"/>
                                      </p:to>
                                    </p:set>
                                    <p:anim calcmode="lin" valueType="num">
                                      <p:cBhvr>
                                        <p:cTn id="94" dur="500" fill="hold"/>
                                        <p:tgtEl>
                                          <p:spTgt spid="10"/>
                                        </p:tgtEl>
                                        <p:attrNameLst>
                                          <p:attrName>ppt_w</p:attrName>
                                        </p:attrNameLst>
                                      </p:cBhvr>
                                      <p:tavLst>
                                        <p:tav tm="0">
                                          <p:val>
                                            <p:fltVal val="0"/>
                                          </p:val>
                                        </p:tav>
                                        <p:tav tm="100000">
                                          <p:val>
                                            <p:strVal val="#ppt_w"/>
                                          </p:val>
                                        </p:tav>
                                      </p:tavLst>
                                    </p:anim>
                                    <p:anim calcmode="lin" valueType="num">
                                      <p:cBhvr>
                                        <p:cTn id="95" dur="500" fill="hold"/>
                                        <p:tgtEl>
                                          <p:spTgt spid="10"/>
                                        </p:tgtEl>
                                        <p:attrNameLst>
                                          <p:attrName>ppt_h</p:attrName>
                                        </p:attrNameLst>
                                      </p:cBhvr>
                                      <p:tavLst>
                                        <p:tav tm="0">
                                          <p:val>
                                            <p:fltVal val="0"/>
                                          </p:val>
                                        </p:tav>
                                        <p:tav tm="100000">
                                          <p:val>
                                            <p:strVal val="#ppt_h"/>
                                          </p:val>
                                        </p:tav>
                                      </p:tavLst>
                                    </p:anim>
                                    <p:animEffect transition="in" filter="fade">
                                      <p:cBhvr>
                                        <p:cTn id="96" dur="500"/>
                                        <p:tgtEl>
                                          <p:spTgt spid="10"/>
                                        </p:tgtEl>
                                      </p:cBhvr>
                                    </p:animEffect>
                                  </p:childTnLst>
                                </p:cTn>
                              </p:par>
                            </p:childTnLst>
                          </p:cTn>
                        </p:par>
                        <p:par>
                          <p:cTn id="97" fill="hold">
                            <p:stCondLst>
                              <p:cond delay="6500"/>
                            </p:stCondLst>
                            <p:childTnLst>
                              <p:par>
                                <p:cTn id="98" presetID="53" presetClass="entr" presetSubtype="0" fill="hold" grpId="0" nodeType="afterEffect">
                                  <p:stCondLst>
                                    <p:cond delay="0"/>
                                  </p:stCondLst>
                                  <p:childTnLst>
                                    <p:set>
                                      <p:cBhvr>
                                        <p:cTn id="99" dur="1" fill="hold">
                                          <p:stCondLst>
                                            <p:cond delay="0"/>
                                          </p:stCondLst>
                                        </p:cTn>
                                        <p:tgtEl>
                                          <p:spTgt spid="99"/>
                                        </p:tgtEl>
                                        <p:attrNameLst>
                                          <p:attrName>style.visibility</p:attrName>
                                        </p:attrNameLst>
                                      </p:cBhvr>
                                      <p:to>
                                        <p:strVal val="visible"/>
                                      </p:to>
                                    </p:set>
                                    <p:anim calcmode="lin" valueType="num">
                                      <p:cBhvr>
                                        <p:cTn id="100" dur="500" fill="hold"/>
                                        <p:tgtEl>
                                          <p:spTgt spid="99"/>
                                        </p:tgtEl>
                                        <p:attrNameLst>
                                          <p:attrName>ppt_w</p:attrName>
                                        </p:attrNameLst>
                                      </p:cBhvr>
                                      <p:tavLst>
                                        <p:tav tm="0">
                                          <p:val>
                                            <p:fltVal val="0"/>
                                          </p:val>
                                        </p:tav>
                                        <p:tav tm="100000">
                                          <p:val>
                                            <p:strVal val="#ppt_w"/>
                                          </p:val>
                                        </p:tav>
                                      </p:tavLst>
                                    </p:anim>
                                    <p:anim calcmode="lin" valueType="num">
                                      <p:cBhvr>
                                        <p:cTn id="101" dur="500" fill="hold"/>
                                        <p:tgtEl>
                                          <p:spTgt spid="99"/>
                                        </p:tgtEl>
                                        <p:attrNameLst>
                                          <p:attrName>ppt_h</p:attrName>
                                        </p:attrNameLst>
                                      </p:cBhvr>
                                      <p:tavLst>
                                        <p:tav tm="0">
                                          <p:val>
                                            <p:fltVal val="0"/>
                                          </p:val>
                                        </p:tav>
                                        <p:tav tm="100000">
                                          <p:val>
                                            <p:strVal val="#ppt_h"/>
                                          </p:val>
                                        </p:tav>
                                      </p:tavLst>
                                    </p:anim>
                                    <p:animEffect transition="in" filter="fade">
                                      <p:cBhvr>
                                        <p:cTn id="102" dur="500"/>
                                        <p:tgtEl>
                                          <p:spTgt spid="99"/>
                                        </p:tgtEl>
                                      </p:cBhvr>
                                    </p:animEffect>
                                  </p:childTnLst>
                                </p:cTn>
                              </p:par>
                              <p:par>
                                <p:cTn id="103" presetID="22" presetClass="entr" presetSubtype="4" fill="hold" grpId="0" nodeType="withEffect">
                                  <p:stCondLst>
                                    <p:cond delay="0"/>
                                  </p:stCondLst>
                                  <p:childTnLst>
                                    <p:set>
                                      <p:cBhvr>
                                        <p:cTn id="104" dur="1" fill="hold">
                                          <p:stCondLst>
                                            <p:cond delay="0"/>
                                          </p:stCondLst>
                                        </p:cTn>
                                        <p:tgtEl>
                                          <p:spTgt spid="104"/>
                                        </p:tgtEl>
                                        <p:attrNameLst>
                                          <p:attrName>style.visibility</p:attrName>
                                        </p:attrNameLst>
                                      </p:cBhvr>
                                      <p:to>
                                        <p:strVal val="visible"/>
                                      </p:to>
                                    </p:set>
                                    <p:animEffect transition="in" filter="wipe(down)">
                                      <p:cBhvr>
                                        <p:cTn id="105" dur="500"/>
                                        <p:tgtEl>
                                          <p:spTgt spid="104"/>
                                        </p:tgtEl>
                                      </p:cBhvr>
                                    </p:animEffect>
                                  </p:childTnLst>
                                </p:cTn>
                              </p:par>
                            </p:childTnLst>
                          </p:cTn>
                        </p:par>
                        <p:par>
                          <p:cTn id="106" fill="hold">
                            <p:stCondLst>
                              <p:cond delay="7000"/>
                            </p:stCondLst>
                            <p:childTnLst>
                              <p:par>
                                <p:cTn id="107" presetID="2" presetClass="entr" presetSubtype="4" accel="50000" decel="50000" fill="hold" grpId="0" nodeType="afterEffect">
                                  <p:stCondLst>
                                    <p:cond delay="0"/>
                                  </p:stCondLst>
                                  <p:childTnLst>
                                    <p:set>
                                      <p:cBhvr>
                                        <p:cTn id="108" dur="1" fill="hold">
                                          <p:stCondLst>
                                            <p:cond delay="0"/>
                                          </p:stCondLst>
                                        </p:cTn>
                                        <p:tgtEl>
                                          <p:spTgt spid="46"/>
                                        </p:tgtEl>
                                        <p:attrNameLst>
                                          <p:attrName>style.visibility</p:attrName>
                                        </p:attrNameLst>
                                      </p:cBhvr>
                                      <p:to>
                                        <p:strVal val="visible"/>
                                      </p:to>
                                    </p:set>
                                    <p:anim calcmode="lin" valueType="num">
                                      <p:cBhvr additive="base">
                                        <p:cTn id="109" dur="500" fill="hold"/>
                                        <p:tgtEl>
                                          <p:spTgt spid="46"/>
                                        </p:tgtEl>
                                        <p:attrNameLst>
                                          <p:attrName>ppt_x</p:attrName>
                                        </p:attrNameLst>
                                      </p:cBhvr>
                                      <p:tavLst>
                                        <p:tav tm="0">
                                          <p:val>
                                            <p:strVal val="#ppt_x"/>
                                          </p:val>
                                        </p:tav>
                                        <p:tav tm="100000">
                                          <p:val>
                                            <p:strVal val="#ppt_x"/>
                                          </p:val>
                                        </p:tav>
                                      </p:tavLst>
                                    </p:anim>
                                    <p:anim calcmode="lin" valueType="num">
                                      <p:cBhvr additive="base">
                                        <p:cTn id="110" dur="500" fill="hold"/>
                                        <p:tgtEl>
                                          <p:spTgt spid="46"/>
                                        </p:tgtEl>
                                        <p:attrNameLst>
                                          <p:attrName>ppt_y</p:attrName>
                                        </p:attrNameLst>
                                      </p:cBhvr>
                                      <p:tavLst>
                                        <p:tav tm="0">
                                          <p:val>
                                            <p:strVal val="1+#ppt_h/2"/>
                                          </p:val>
                                        </p:tav>
                                        <p:tav tm="100000">
                                          <p:val>
                                            <p:strVal val="#ppt_y"/>
                                          </p:val>
                                        </p:tav>
                                      </p:tavLst>
                                    </p:anim>
                                  </p:childTnLst>
                                </p:cTn>
                              </p:par>
                              <p:par>
                                <p:cTn id="111" presetID="47" presetClass="entr" presetSubtype="0" fill="hold" nodeType="withEffect">
                                  <p:stCondLst>
                                    <p:cond delay="0"/>
                                  </p:stCondLst>
                                  <p:childTnLst>
                                    <p:set>
                                      <p:cBhvr>
                                        <p:cTn id="112" dur="1" fill="hold">
                                          <p:stCondLst>
                                            <p:cond delay="0"/>
                                          </p:stCondLst>
                                        </p:cTn>
                                        <p:tgtEl>
                                          <p:spTgt spid="18"/>
                                        </p:tgtEl>
                                        <p:attrNameLst>
                                          <p:attrName>style.visibility</p:attrName>
                                        </p:attrNameLst>
                                      </p:cBhvr>
                                      <p:to>
                                        <p:strVal val="visible"/>
                                      </p:to>
                                    </p:set>
                                    <p:animEffect transition="in" filter="fade">
                                      <p:cBhvr>
                                        <p:cTn id="113" dur="500"/>
                                        <p:tgtEl>
                                          <p:spTgt spid="18"/>
                                        </p:tgtEl>
                                      </p:cBhvr>
                                    </p:animEffect>
                                    <p:anim calcmode="lin" valueType="num">
                                      <p:cBhvr>
                                        <p:cTn id="114" dur="500" fill="hold"/>
                                        <p:tgtEl>
                                          <p:spTgt spid="18"/>
                                        </p:tgtEl>
                                        <p:attrNameLst>
                                          <p:attrName>ppt_x</p:attrName>
                                        </p:attrNameLst>
                                      </p:cBhvr>
                                      <p:tavLst>
                                        <p:tav tm="0">
                                          <p:val>
                                            <p:strVal val="#ppt_x"/>
                                          </p:val>
                                        </p:tav>
                                        <p:tav tm="100000">
                                          <p:val>
                                            <p:strVal val="#ppt_x"/>
                                          </p:val>
                                        </p:tav>
                                      </p:tavLst>
                                    </p:anim>
                                    <p:anim calcmode="lin" valueType="num">
                                      <p:cBhvr>
                                        <p:cTn id="115" dur="500" fill="hold"/>
                                        <p:tgtEl>
                                          <p:spTgt spid="18"/>
                                        </p:tgtEl>
                                        <p:attrNameLst>
                                          <p:attrName>ppt_y</p:attrName>
                                        </p:attrNameLst>
                                      </p:cBhvr>
                                      <p:tavLst>
                                        <p:tav tm="0">
                                          <p:val>
                                            <p:strVal val="#ppt_y-.1"/>
                                          </p:val>
                                        </p:tav>
                                        <p:tav tm="100000">
                                          <p:val>
                                            <p:strVal val="#ppt_y"/>
                                          </p:val>
                                        </p:tav>
                                      </p:tavLst>
                                    </p:anim>
                                  </p:childTnLst>
                                </p:cTn>
                              </p:par>
                            </p:childTnLst>
                          </p:cTn>
                        </p:par>
                        <p:par>
                          <p:cTn id="116" fill="hold">
                            <p:stCondLst>
                              <p:cond delay="7500"/>
                            </p:stCondLst>
                            <p:childTnLst>
                              <p:par>
                                <p:cTn id="117" presetID="22" presetClass="entr" presetSubtype="8" fill="hold" nodeType="afterEffect">
                                  <p:stCondLst>
                                    <p:cond delay="0"/>
                                  </p:stCondLst>
                                  <p:childTnLst>
                                    <p:set>
                                      <p:cBhvr>
                                        <p:cTn id="118" dur="1" fill="hold">
                                          <p:stCondLst>
                                            <p:cond delay="0"/>
                                          </p:stCondLst>
                                        </p:cTn>
                                        <p:tgtEl>
                                          <p:spTgt spid="95"/>
                                        </p:tgtEl>
                                        <p:attrNameLst>
                                          <p:attrName>style.visibility</p:attrName>
                                        </p:attrNameLst>
                                      </p:cBhvr>
                                      <p:to>
                                        <p:strVal val="visible"/>
                                      </p:to>
                                    </p:set>
                                    <p:animEffect transition="in" filter="wipe(left)">
                                      <p:cBhvr>
                                        <p:cTn id="119" dur="500"/>
                                        <p:tgtEl>
                                          <p:spTgt spid="95"/>
                                        </p:tgtEl>
                                      </p:cBhvr>
                                    </p:animEffect>
                                  </p:childTnLst>
                                </p:cTn>
                              </p:par>
                            </p:childTnLst>
                          </p:cTn>
                        </p:par>
                        <p:par>
                          <p:cTn id="120" fill="hold">
                            <p:stCondLst>
                              <p:cond delay="8000"/>
                            </p:stCondLst>
                            <p:childTnLst>
                              <p:par>
                                <p:cTn id="121" presetID="53" presetClass="entr" presetSubtype="0" fill="hold" nodeType="afterEffect">
                                  <p:stCondLst>
                                    <p:cond delay="0"/>
                                  </p:stCondLst>
                                  <p:childTnLst>
                                    <p:set>
                                      <p:cBhvr>
                                        <p:cTn id="122" dur="1" fill="hold">
                                          <p:stCondLst>
                                            <p:cond delay="0"/>
                                          </p:stCondLst>
                                        </p:cTn>
                                        <p:tgtEl>
                                          <p:spTgt spid="12"/>
                                        </p:tgtEl>
                                        <p:attrNameLst>
                                          <p:attrName>style.visibility</p:attrName>
                                        </p:attrNameLst>
                                      </p:cBhvr>
                                      <p:to>
                                        <p:strVal val="visible"/>
                                      </p:to>
                                    </p:set>
                                    <p:anim calcmode="lin" valueType="num">
                                      <p:cBhvr>
                                        <p:cTn id="123" dur="500" fill="hold"/>
                                        <p:tgtEl>
                                          <p:spTgt spid="12"/>
                                        </p:tgtEl>
                                        <p:attrNameLst>
                                          <p:attrName>ppt_w</p:attrName>
                                        </p:attrNameLst>
                                      </p:cBhvr>
                                      <p:tavLst>
                                        <p:tav tm="0">
                                          <p:val>
                                            <p:fltVal val="0"/>
                                          </p:val>
                                        </p:tav>
                                        <p:tav tm="100000">
                                          <p:val>
                                            <p:strVal val="#ppt_w"/>
                                          </p:val>
                                        </p:tav>
                                      </p:tavLst>
                                    </p:anim>
                                    <p:anim calcmode="lin" valueType="num">
                                      <p:cBhvr>
                                        <p:cTn id="124" dur="500" fill="hold"/>
                                        <p:tgtEl>
                                          <p:spTgt spid="12"/>
                                        </p:tgtEl>
                                        <p:attrNameLst>
                                          <p:attrName>ppt_h</p:attrName>
                                        </p:attrNameLst>
                                      </p:cBhvr>
                                      <p:tavLst>
                                        <p:tav tm="0">
                                          <p:val>
                                            <p:fltVal val="0"/>
                                          </p:val>
                                        </p:tav>
                                        <p:tav tm="100000">
                                          <p:val>
                                            <p:strVal val="#ppt_h"/>
                                          </p:val>
                                        </p:tav>
                                      </p:tavLst>
                                    </p:anim>
                                    <p:animEffect transition="in" filter="fade">
                                      <p:cBhvr>
                                        <p:cTn id="125" dur="500"/>
                                        <p:tgtEl>
                                          <p:spTgt spid="12"/>
                                        </p:tgtEl>
                                      </p:cBhvr>
                                    </p:animEffect>
                                  </p:childTnLst>
                                </p:cTn>
                              </p:par>
                            </p:childTnLst>
                          </p:cTn>
                        </p:par>
                        <p:par>
                          <p:cTn id="126" fill="hold">
                            <p:stCondLst>
                              <p:cond delay="8500"/>
                            </p:stCondLst>
                            <p:childTnLst>
                              <p:par>
                                <p:cTn id="127" presetID="53" presetClass="entr" presetSubtype="0" fill="hold" grpId="0" nodeType="afterEffect">
                                  <p:stCondLst>
                                    <p:cond delay="0"/>
                                  </p:stCondLst>
                                  <p:childTnLst>
                                    <p:set>
                                      <p:cBhvr>
                                        <p:cTn id="128" dur="1" fill="hold">
                                          <p:stCondLst>
                                            <p:cond delay="0"/>
                                          </p:stCondLst>
                                        </p:cTn>
                                        <p:tgtEl>
                                          <p:spTgt spid="100"/>
                                        </p:tgtEl>
                                        <p:attrNameLst>
                                          <p:attrName>style.visibility</p:attrName>
                                        </p:attrNameLst>
                                      </p:cBhvr>
                                      <p:to>
                                        <p:strVal val="visible"/>
                                      </p:to>
                                    </p:set>
                                    <p:anim calcmode="lin" valueType="num">
                                      <p:cBhvr>
                                        <p:cTn id="129" dur="500" fill="hold"/>
                                        <p:tgtEl>
                                          <p:spTgt spid="100"/>
                                        </p:tgtEl>
                                        <p:attrNameLst>
                                          <p:attrName>ppt_w</p:attrName>
                                        </p:attrNameLst>
                                      </p:cBhvr>
                                      <p:tavLst>
                                        <p:tav tm="0">
                                          <p:val>
                                            <p:fltVal val="0"/>
                                          </p:val>
                                        </p:tav>
                                        <p:tav tm="100000">
                                          <p:val>
                                            <p:strVal val="#ppt_w"/>
                                          </p:val>
                                        </p:tav>
                                      </p:tavLst>
                                    </p:anim>
                                    <p:anim calcmode="lin" valueType="num">
                                      <p:cBhvr>
                                        <p:cTn id="130" dur="500" fill="hold"/>
                                        <p:tgtEl>
                                          <p:spTgt spid="100"/>
                                        </p:tgtEl>
                                        <p:attrNameLst>
                                          <p:attrName>ppt_h</p:attrName>
                                        </p:attrNameLst>
                                      </p:cBhvr>
                                      <p:tavLst>
                                        <p:tav tm="0">
                                          <p:val>
                                            <p:fltVal val="0"/>
                                          </p:val>
                                        </p:tav>
                                        <p:tav tm="100000">
                                          <p:val>
                                            <p:strVal val="#ppt_h"/>
                                          </p:val>
                                        </p:tav>
                                      </p:tavLst>
                                    </p:anim>
                                    <p:animEffect transition="in" filter="fade">
                                      <p:cBhvr>
                                        <p:cTn id="131" dur="500"/>
                                        <p:tgtEl>
                                          <p:spTgt spid="100"/>
                                        </p:tgtEl>
                                      </p:cBhvr>
                                    </p:animEffect>
                                  </p:childTnLst>
                                </p:cTn>
                              </p:par>
                              <p:par>
                                <p:cTn id="132" presetID="22" presetClass="entr" presetSubtype="4" fill="hold" grpId="0" nodeType="withEffect">
                                  <p:stCondLst>
                                    <p:cond delay="0"/>
                                  </p:stCondLst>
                                  <p:childTnLst>
                                    <p:set>
                                      <p:cBhvr>
                                        <p:cTn id="133" dur="1" fill="hold">
                                          <p:stCondLst>
                                            <p:cond delay="0"/>
                                          </p:stCondLst>
                                        </p:cTn>
                                        <p:tgtEl>
                                          <p:spTgt spid="105"/>
                                        </p:tgtEl>
                                        <p:attrNameLst>
                                          <p:attrName>style.visibility</p:attrName>
                                        </p:attrNameLst>
                                      </p:cBhvr>
                                      <p:to>
                                        <p:strVal val="visible"/>
                                      </p:to>
                                    </p:set>
                                    <p:animEffect transition="in" filter="wipe(down)">
                                      <p:cBhvr>
                                        <p:cTn id="134" dur="500"/>
                                        <p:tgtEl>
                                          <p:spTgt spid="105"/>
                                        </p:tgtEl>
                                      </p:cBhvr>
                                    </p:animEffect>
                                  </p:childTnLst>
                                </p:cTn>
                              </p:par>
                            </p:childTnLst>
                          </p:cTn>
                        </p:par>
                        <p:par>
                          <p:cTn id="135" fill="hold">
                            <p:stCondLst>
                              <p:cond delay="9000"/>
                            </p:stCondLst>
                            <p:childTnLst>
                              <p:par>
                                <p:cTn id="136" presetID="2" presetClass="entr" presetSubtype="4" accel="50000" decel="50000" fill="hold" grpId="0" nodeType="afterEffect">
                                  <p:stCondLst>
                                    <p:cond delay="0"/>
                                  </p:stCondLst>
                                  <p:childTnLst>
                                    <p:set>
                                      <p:cBhvr>
                                        <p:cTn id="137" dur="1" fill="hold">
                                          <p:stCondLst>
                                            <p:cond delay="0"/>
                                          </p:stCondLst>
                                        </p:cTn>
                                        <p:tgtEl>
                                          <p:spTgt spid="47"/>
                                        </p:tgtEl>
                                        <p:attrNameLst>
                                          <p:attrName>style.visibility</p:attrName>
                                        </p:attrNameLst>
                                      </p:cBhvr>
                                      <p:to>
                                        <p:strVal val="visible"/>
                                      </p:to>
                                    </p:set>
                                    <p:anim calcmode="lin" valueType="num">
                                      <p:cBhvr additive="base">
                                        <p:cTn id="138" dur="500" fill="hold"/>
                                        <p:tgtEl>
                                          <p:spTgt spid="47"/>
                                        </p:tgtEl>
                                        <p:attrNameLst>
                                          <p:attrName>ppt_x</p:attrName>
                                        </p:attrNameLst>
                                      </p:cBhvr>
                                      <p:tavLst>
                                        <p:tav tm="0">
                                          <p:val>
                                            <p:strVal val="#ppt_x"/>
                                          </p:val>
                                        </p:tav>
                                        <p:tav tm="100000">
                                          <p:val>
                                            <p:strVal val="#ppt_x"/>
                                          </p:val>
                                        </p:tav>
                                      </p:tavLst>
                                    </p:anim>
                                    <p:anim calcmode="lin" valueType="num">
                                      <p:cBhvr additive="base">
                                        <p:cTn id="139" dur="500" fill="hold"/>
                                        <p:tgtEl>
                                          <p:spTgt spid="47"/>
                                        </p:tgtEl>
                                        <p:attrNameLst>
                                          <p:attrName>ppt_y</p:attrName>
                                        </p:attrNameLst>
                                      </p:cBhvr>
                                      <p:tavLst>
                                        <p:tav tm="0">
                                          <p:val>
                                            <p:strVal val="1+#ppt_h/2"/>
                                          </p:val>
                                        </p:tav>
                                        <p:tav tm="100000">
                                          <p:val>
                                            <p:strVal val="#ppt_y"/>
                                          </p:val>
                                        </p:tav>
                                      </p:tavLst>
                                    </p:anim>
                                  </p:childTnLst>
                                </p:cTn>
                              </p:par>
                              <p:par>
                                <p:cTn id="140" presetID="47" presetClass="entr" presetSubtype="0" fill="hold"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fade">
                                      <p:cBhvr>
                                        <p:cTn id="142" dur="500"/>
                                        <p:tgtEl>
                                          <p:spTgt spid="17"/>
                                        </p:tgtEl>
                                      </p:cBhvr>
                                    </p:animEffect>
                                    <p:anim calcmode="lin" valueType="num">
                                      <p:cBhvr>
                                        <p:cTn id="143" dur="500" fill="hold"/>
                                        <p:tgtEl>
                                          <p:spTgt spid="17"/>
                                        </p:tgtEl>
                                        <p:attrNameLst>
                                          <p:attrName>ppt_x</p:attrName>
                                        </p:attrNameLst>
                                      </p:cBhvr>
                                      <p:tavLst>
                                        <p:tav tm="0">
                                          <p:val>
                                            <p:strVal val="#ppt_x"/>
                                          </p:val>
                                        </p:tav>
                                        <p:tav tm="100000">
                                          <p:val>
                                            <p:strVal val="#ppt_x"/>
                                          </p:val>
                                        </p:tav>
                                      </p:tavLst>
                                    </p:anim>
                                    <p:anim calcmode="lin" valueType="num">
                                      <p:cBhvr>
                                        <p:cTn id="144"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97" grpId="0" animBg="1"/>
      <p:bldP spid="98" grpId="0" animBg="1"/>
      <p:bldP spid="99" grpId="0" animBg="1"/>
      <p:bldP spid="100" grpId="0" animBg="1"/>
      <p:bldP spid="101" grpId="0"/>
      <p:bldP spid="102" grpId="0"/>
      <p:bldP spid="103" grpId="0"/>
      <p:bldP spid="104" grpId="0"/>
      <p:bldP spid="105" grpId="0"/>
      <p:bldGraphic spid="43" grpId="0">
        <p:bldAsOne/>
      </p:bldGraphic>
      <p:bldGraphic spid="44" grpId="0">
        <p:bldAsOne/>
      </p:bldGraphic>
      <p:bldGraphic spid="45" grpId="0">
        <p:bldAsOne/>
      </p:bldGraphic>
      <p:bldGraphic spid="46" grpId="0">
        <p:bldAsOne/>
      </p:bldGraphic>
      <p:bldGraphic spid="47" grpId="0">
        <p:bldAsOne/>
      </p:bldGraphic>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28"/>
          <p:cNvGrpSpPr/>
          <p:nvPr/>
        </p:nvGrpSpPr>
        <p:grpSpPr>
          <a:xfrm>
            <a:off x="1071629" y="1845945"/>
            <a:ext cx="1561966" cy="1365576"/>
            <a:chOff x="1071629" y="1845945"/>
            <a:chExt cx="1561966" cy="1365576"/>
          </a:xfrm>
        </p:grpSpPr>
        <p:sp>
          <p:nvSpPr>
            <p:cNvPr id="121" name="Rounded Rectangle 120"/>
            <p:cNvSpPr/>
            <p:nvPr/>
          </p:nvSpPr>
          <p:spPr bwMode="auto">
            <a:xfrm>
              <a:off x="1071629" y="1916516"/>
              <a:ext cx="1561966" cy="1295005"/>
            </a:xfrm>
            <a:prstGeom prst="roundRect">
              <a:avLst>
                <a:gd name="adj" fmla="val 8404"/>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5" name="Group 124"/>
            <p:cNvGrpSpPr/>
            <p:nvPr/>
          </p:nvGrpSpPr>
          <p:grpSpPr>
            <a:xfrm>
              <a:off x="1071629" y="1845945"/>
              <a:ext cx="1561966" cy="1295005"/>
              <a:chOff x="1071629" y="1845945"/>
              <a:chExt cx="1561966" cy="1295005"/>
            </a:xfrm>
          </p:grpSpPr>
          <p:sp>
            <p:nvSpPr>
              <p:cNvPr id="63" name="Rounded Rectangle 62"/>
              <p:cNvSpPr/>
              <p:nvPr/>
            </p:nvSpPr>
            <p:spPr bwMode="auto">
              <a:xfrm>
                <a:off x="1071629" y="1845945"/>
                <a:ext cx="1561966" cy="1295005"/>
              </a:xfrm>
              <a:prstGeom prst="roundRect">
                <a:avLst>
                  <a:gd name="adj" fmla="val 8404"/>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6" name="Group 116"/>
              <p:cNvGrpSpPr/>
              <p:nvPr/>
            </p:nvGrpSpPr>
            <p:grpSpPr>
              <a:xfrm>
                <a:off x="1071629" y="2192570"/>
                <a:ext cx="428316" cy="601755"/>
                <a:chOff x="1071629" y="2163995"/>
                <a:chExt cx="428316" cy="601755"/>
              </a:xfrm>
            </p:grpSpPr>
            <p:sp>
              <p:nvSpPr>
                <p:cNvPr id="65" name="Round Same Side Corner Rectangle 64"/>
                <p:cNvSpPr/>
                <p:nvPr/>
              </p:nvSpPr>
              <p:spPr bwMode="auto">
                <a:xfrm rot="5400000">
                  <a:off x="984909" y="2250715"/>
                  <a:ext cx="601755" cy="428316"/>
                </a:xfrm>
                <a:prstGeom prst="round2SameRect">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73" name="TextBox 72"/>
                <p:cNvSpPr txBox="1"/>
                <p:nvPr/>
              </p:nvSpPr>
              <p:spPr>
                <a:xfrm>
                  <a:off x="1163069" y="2310456"/>
                  <a:ext cx="254878" cy="308305"/>
                </a:xfrm>
                <a:prstGeom prst="rect">
                  <a:avLst/>
                </a:prstGeom>
                <a:noFill/>
              </p:spPr>
              <p:txBody>
                <a:bodyPr wrap="square" lIns="0" tIns="0" rIns="0" bIns="0" rtlCol="0" anchor="ctr">
                  <a:spAutoFit/>
                </a:bodyPr>
                <a:lstStyle/>
                <a:p>
                  <a:pPr lvl="0" algn="ctr" defTabSz="914400">
                    <a:spcBef>
                      <a:spcPct val="20000"/>
                    </a:spcBef>
                    <a:defRPr/>
                  </a:pPr>
                  <a:r>
                    <a:rPr lang="en-US" b="1" dirty="0">
                      <a:solidFill>
                        <a:schemeClr val="accent1"/>
                      </a:solidFill>
                    </a:rPr>
                    <a:t>01</a:t>
                  </a:r>
                  <a:endParaRPr lang="en-US" dirty="0">
                    <a:solidFill>
                      <a:schemeClr val="accent1"/>
                    </a:solidFill>
                  </a:endParaRPr>
                </a:p>
              </p:txBody>
            </p:sp>
          </p:grpSp>
        </p:grpSp>
      </p:grpSp>
      <p:grpSp>
        <p:nvGrpSpPr>
          <p:cNvPr id="7" name="Group 129"/>
          <p:cNvGrpSpPr/>
          <p:nvPr/>
        </p:nvGrpSpPr>
        <p:grpSpPr>
          <a:xfrm>
            <a:off x="2852805" y="1390650"/>
            <a:ext cx="1561966" cy="1365576"/>
            <a:chOff x="2852805" y="1390650"/>
            <a:chExt cx="1561966" cy="1365576"/>
          </a:xfrm>
        </p:grpSpPr>
        <p:sp>
          <p:nvSpPr>
            <p:cNvPr id="122" name="Rounded Rectangle 121"/>
            <p:cNvSpPr/>
            <p:nvPr/>
          </p:nvSpPr>
          <p:spPr bwMode="auto">
            <a:xfrm>
              <a:off x="2852805" y="1461221"/>
              <a:ext cx="1561966" cy="1295005"/>
            </a:xfrm>
            <a:prstGeom prst="roundRect">
              <a:avLst>
                <a:gd name="adj" fmla="val 8404"/>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8" name="Group 125"/>
            <p:cNvGrpSpPr/>
            <p:nvPr/>
          </p:nvGrpSpPr>
          <p:grpSpPr>
            <a:xfrm>
              <a:off x="2852805" y="1390650"/>
              <a:ext cx="1561966" cy="1295005"/>
              <a:chOff x="2852805" y="1390650"/>
              <a:chExt cx="1561966" cy="1295005"/>
            </a:xfrm>
          </p:grpSpPr>
          <p:sp>
            <p:nvSpPr>
              <p:cNvPr id="91" name="Rounded Rectangle 90"/>
              <p:cNvSpPr/>
              <p:nvPr/>
            </p:nvSpPr>
            <p:spPr bwMode="auto">
              <a:xfrm>
                <a:off x="2852805" y="1390650"/>
                <a:ext cx="1561966" cy="1295005"/>
              </a:xfrm>
              <a:prstGeom prst="roundRect">
                <a:avLst>
                  <a:gd name="adj" fmla="val 8404"/>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9" name="Group 117"/>
              <p:cNvGrpSpPr/>
              <p:nvPr/>
            </p:nvGrpSpPr>
            <p:grpSpPr>
              <a:xfrm>
                <a:off x="2852805" y="1737275"/>
                <a:ext cx="428316" cy="601755"/>
                <a:chOff x="2852805" y="1708700"/>
                <a:chExt cx="428316" cy="601755"/>
              </a:xfrm>
            </p:grpSpPr>
            <p:sp>
              <p:nvSpPr>
                <p:cNvPr id="92" name="Round Same Side Corner Rectangle 91"/>
                <p:cNvSpPr/>
                <p:nvPr/>
              </p:nvSpPr>
              <p:spPr bwMode="auto">
                <a:xfrm rot="5400000">
                  <a:off x="2766085" y="1795420"/>
                  <a:ext cx="601755" cy="428316"/>
                </a:xfrm>
                <a:prstGeom prst="round2SameRect">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3" name="TextBox 92"/>
                <p:cNvSpPr txBox="1"/>
                <p:nvPr/>
              </p:nvSpPr>
              <p:spPr>
                <a:xfrm>
                  <a:off x="2944245" y="1855689"/>
                  <a:ext cx="254878"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2"/>
                      </a:solidFill>
                    </a:rPr>
                    <a:t>02</a:t>
                  </a:r>
                  <a:endParaRPr lang="en-US" dirty="0">
                    <a:solidFill>
                      <a:schemeClr val="accent2"/>
                    </a:solidFill>
                  </a:endParaRPr>
                </a:p>
              </p:txBody>
            </p:sp>
          </p:grpSp>
        </p:grpSp>
      </p:grpSp>
      <p:grpSp>
        <p:nvGrpSpPr>
          <p:cNvPr id="10" name="Group 130"/>
          <p:cNvGrpSpPr/>
          <p:nvPr/>
        </p:nvGrpSpPr>
        <p:grpSpPr>
          <a:xfrm>
            <a:off x="4649282" y="1845945"/>
            <a:ext cx="1561966" cy="1365576"/>
            <a:chOff x="4649282" y="1845945"/>
            <a:chExt cx="1561966" cy="1365576"/>
          </a:xfrm>
        </p:grpSpPr>
        <p:sp>
          <p:nvSpPr>
            <p:cNvPr id="123" name="Rounded Rectangle 122"/>
            <p:cNvSpPr/>
            <p:nvPr/>
          </p:nvSpPr>
          <p:spPr bwMode="auto">
            <a:xfrm>
              <a:off x="4649282" y="1916516"/>
              <a:ext cx="1561966" cy="1295005"/>
            </a:xfrm>
            <a:prstGeom prst="roundRect">
              <a:avLst>
                <a:gd name="adj" fmla="val 8404"/>
              </a:avLst>
            </a:prstGeom>
            <a:solidFill>
              <a:schemeClr val="accent3">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1" name="Group 126"/>
            <p:cNvGrpSpPr/>
            <p:nvPr/>
          </p:nvGrpSpPr>
          <p:grpSpPr>
            <a:xfrm>
              <a:off x="4649282" y="1845945"/>
              <a:ext cx="1561966" cy="1295005"/>
              <a:chOff x="4649282" y="1845945"/>
              <a:chExt cx="1561966" cy="1295005"/>
            </a:xfrm>
          </p:grpSpPr>
          <p:sp>
            <p:nvSpPr>
              <p:cNvPr id="96" name="Rounded Rectangle 95"/>
              <p:cNvSpPr/>
              <p:nvPr/>
            </p:nvSpPr>
            <p:spPr bwMode="auto">
              <a:xfrm>
                <a:off x="4649282" y="1845945"/>
                <a:ext cx="1561966" cy="1295005"/>
              </a:xfrm>
              <a:prstGeom prst="roundRect">
                <a:avLst>
                  <a:gd name="adj" fmla="val 8404"/>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2" name="Group 118"/>
              <p:cNvGrpSpPr/>
              <p:nvPr/>
            </p:nvGrpSpPr>
            <p:grpSpPr>
              <a:xfrm>
                <a:off x="4649282" y="2192570"/>
                <a:ext cx="428316" cy="601755"/>
                <a:chOff x="4649282" y="2163995"/>
                <a:chExt cx="428316" cy="601755"/>
              </a:xfrm>
            </p:grpSpPr>
            <p:sp>
              <p:nvSpPr>
                <p:cNvPr id="97" name="Round Same Side Corner Rectangle 96"/>
                <p:cNvSpPr/>
                <p:nvPr/>
              </p:nvSpPr>
              <p:spPr bwMode="auto">
                <a:xfrm rot="5400000">
                  <a:off x="4562562" y="2250715"/>
                  <a:ext cx="601755" cy="428316"/>
                </a:xfrm>
                <a:prstGeom prst="round2SameRect">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0" name="TextBox 99"/>
                <p:cNvSpPr txBox="1"/>
                <p:nvPr/>
              </p:nvSpPr>
              <p:spPr>
                <a:xfrm>
                  <a:off x="4740722" y="2310984"/>
                  <a:ext cx="254878"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3"/>
                      </a:solidFill>
                    </a:rPr>
                    <a:t>03</a:t>
                  </a:r>
                  <a:endParaRPr lang="en-US" dirty="0">
                    <a:solidFill>
                      <a:schemeClr val="accent3"/>
                    </a:solidFill>
                  </a:endParaRPr>
                </a:p>
              </p:txBody>
            </p:sp>
          </p:grpSp>
        </p:grpSp>
      </p:grpSp>
      <p:grpSp>
        <p:nvGrpSpPr>
          <p:cNvPr id="13" name="Group 131"/>
          <p:cNvGrpSpPr/>
          <p:nvPr/>
        </p:nvGrpSpPr>
        <p:grpSpPr>
          <a:xfrm>
            <a:off x="6510405" y="1390650"/>
            <a:ext cx="1561966" cy="1365576"/>
            <a:chOff x="6510405" y="1390650"/>
            <a:chExt cx="1561966" cy="1365576"/>
          </a:xfrm>
        </p:grpSpPr>
        <p:sp>
          <p:nvSpPr>
            <p:cNvPr id="124" name="Rounded Rectangle 123"/>
            <p:cNvSpPr/>
            <p:nvPr/>
          </p:nvSpPr>
          <p:spPr bwMode="auto">
            <a:xfrm>
              <a:off x="6510405" y="1461221"/>
              <a:ext cx="1561966" cy="1295005"/>
            </a:xfrm>
            <a:prstGeom prst="roundRect">
              <a:avLst>
                <a:gd name="adj" fmla="val 8404"/>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4" name="Group 127"/>
            <p:cNvGrpSpPr/>
            <p:nvPr/>
          </p:nvGrpSpPr>
          <p:grpSpPr>
            <a:xfrm>
              <a:off x="6510405" y="1390650"/>
              <a:ext cx="1561966" cy="1295005"/>
              <a:chOff x="6510405" y="1390650"/>
              <a:chExt cx="1561966" cy="1295005"/>
            </a:xfrm>
          </p:grpSpPr>
          <p:sp>
            <p:nvSpPr>
              <p:cNvPr id="105" name="Rounded Rectangle 104"/>
              <p:cNvSpPr/>
              <p:nvPr/>
            </p:nvSpPr>
            <p:spPr bwMode="auto">
              <a:xfrm>
                <a:off x="6510405" y="1390650"/>
                <a:ext cx="1561966" cy="1295005"/>
              </a:xfrm>
              <a:prstGeom prst="roundRect">
                <a:avLst>
                  <a:gd name="adj" fmla="val 8404"/>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5" name="Group 119"/>
              <p:cNvGrpSpPr/>
              <p:nvPr/>
            </p:nvGrpSpPr>
            <p:grpSpPr>
              <a:xfrm>
                <a:off x="6510405" y="1737275"/>
                <a:ext cx="428316" cy="601755"/>
                <a:chOff x="6510405" y="1708700"/>
                <a:chExt cx="428316" cy="601755"/>
              </a:xfrm>
            </p:grpSpPr>
            <p:sp>
              <p:nvSpPr>
                <p:cNvPr id="106" name="Round Same Side Corner Rectangle 105"/>
                <p:cNvSpPr/>
                <p:nvPr/>
              </p:nvSpPr>
              <p:spPr bwMode="auto">
                <a:xfrm rot="5400000">
                  <a:off x="6423685" y="1795420"/>
                  <a:ext cx="601755" cy="428316"/>
                </a:xfrm>
                <a:prstGeom prst="round2SameRect">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7" name="TextBox 106"/>
                <p:cNvSpPr txBox="1"/>
                <p:nvPr/>
              </p:nvSpPr>
              <p:spPr>
                <a:xfrm>
                  <a:off x="6601845" y="1855689"/>
                  <a:ext cx="254878"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4"/>
                      </a:solidFill>
                    </a:rPr>
                    <a:t>04</a:t>
                  </a:r>
                  <a:endParaRPr lang="en-US" dirty="0">
                    <a:solidFill>
                      <a:schemeClr val="accent4"/>
                    </a:solidFill>
                  </a:endParaRPr>
                </a:p>
              </p:txBody>
            </p:sp>
          </p:grpSp>
        </p:grpSp>
      </p:grpSp>
      <p:cxnSp>
        <p:nvCxnSpPr>
          <p:cNvPr id="44" name="Straight Connector 43"/>
          <p:cNvCxnSpPr/>
          <p:nvPr/>
        </p:nvCxnSpPr>
        <p:spPr>
          <a:xfrm>
            <a:off x="827545" y="4164374"/>
            <a:ext cx="7488910" cy="0"/>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a:t>Timeline Infographic</a:t>
            </a:r>
            <a:endParaRPr lang="en-US" dirty="0"/>
          </a:p>
        </p:txBody>
      </p:sp>
      <p:sp>
        <p:nvSpPr>
          <p:cNvPr id="4" name="Text Placeholder 3"/>
          <p:cNvSpPr>
            <a:spLocks noGrp="1"/>
          </p:cNvSpPr>
          <p:nvPr>
            <p:ph type="body" sz="half" idx="2"/>
          </p:nvPr>
        </p:nvSpPr>
        <p:spPr/>
        <p:txBody>
          <a:bodyPr/>
          <a:lstStyle/>
          <a:p>
            <a:r>
              <a:rPr lang="en-US"/>
              <a:t>Timeline Infographic</a:t>
            </a:r>
            <a:endParaRPr lang="en-US" dirty="0"/>
          </a:p>
        </p:txBody>
      </p:sp>
      <p:sp>
        <p:nvSpPr>
          <p:cNvPr id="87" name="Slide Number Placeholder 86"/>
          <p:cNvSpPr>
            <a:spLocks noGrp="1"/>
          </p:cNvSpPr>
          <p:nvPr>
            <p:ph type="sldNum" sz="quarter" idx="12"/>
          </p:nvPr>
        </p:nvSpPr>
        <p:spPr/>
        <p:txBody>
          <a:bodyPr/>
          <a:lstStyle/>
          <a:p>
            <a:fld id="{C136B7D2-B98C-44FD-8D04-7EC62A564975}" type="slidenum">
              <a:rPr lang="en-US" smtClean="0"/>
              <a:pPr/>
              <a:t>76</a:t>
            </a:fld>
            <a:endParaRPr lang="en-US" dirty="0"/>
          </a:p>
        </p:txBody>
      </p:sp>
      <p:sp>
        <p:nvSpPr>
          <p:cNvPr id="38" name="Oval 37"/>
          <p:cNvSpPr/>
          <p:nvPr/>
        </p:nvSpPr>
        <p:spPr>
          <a:xfrm>
            <a:off x="1542028" y="3854855"/>
            <a:ext cx="650476" cy="650470"/>
          </a:xfrm>
          <a:prstGeom prst="ellips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69" name="Freeform 38"/>
          <p:cNvSpPr>
            <a:spLocks noEditPoints="1"/>
          </p:cNvSpPr>
          <p:nvPr/>
        </p:nvSpPr>
        <p:spPr bwMode="auto">
          <a:xfrm rot="16200000">
            <a:off x="1659224" y="3972048"/>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Rectangle 70"/>
          <p:cNvSpPr/>
          <p:nvPr/>
        </p:nvSpPr>
        <p:spPr bwMode="auto">
          <a:xfrm>
            <a:off x="1833629" y="3140950"/>
            <a:ext cx="76200" cy="721525"/>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8" name="Oval 77"/>
          <p:cNvSpPr/>
          <p:nvPr/>
        </p:nvSpPr>
        <p:spPr>
          <a:xfrm>
            <a:off x="3304021" y="3854855"/>
            <a:ext cx="650476" cy="65047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86" name="Freeform 38"/>
          <p:cNvSpPr>
            <a:spLocks noEditPoints="1"/>
          </p:cNvSpPr>
          <p:nvPr/>
        </p:nvSpPr>
        <p:spPr bwMode="auto">
          <a:xfrm rot="16200000">
            <a:off x="3421217" y="3972048"/>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Rectangle 87"/>
          <p:cNvSpPr/>
          <p:nvPr/>
        </p:nvSpPr>
        <p:spPr bwMode="auto">
          <a:xfrm>
            <a:off x="3595622" y="2676130"/>
            <a:ext cx="76200" cy="1186345"/>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0" name="TextBox 89"/>
          <p:cNvSpPr txBox="1"/>
          <p:nvPr/>
        </p:nvSpPr>
        <p:spPr>
          <a:xfrm>
            <a:off x="1396626" y="2054866"/>
            <a:ext cx="1236970" cy="877163"/>
          </a:xfrm>
          <a:prstGeom prst="rect">
            <a:avLst/>
          </a:prstGeom>
          <a:noFill/>
        </p:spPr>
        <p:txBody>
          <a:bodyPr wrap="square" rtlCol="0">
            <a:spAutoFit/>
          </a:bodyPr>
          <a:lstStyle/>
          <a:p>
            <a:pPr algn="ctr"/>
            <a:r>
              <a:rPr lang="en-US" sz="1100" b="1" dirty="0">
                <a:solidFill>
                  <a:schemeClr val="bg1"/>
                </a:solidFill>
                <a:latin typeface="+mj-lt"/>
              </a:rPr>
              <a:t>Title Goes Here</a:t>
            </a:r>
            <a:br>
              <a:rPr lang="en-US" sz="1200" b="1" dirty="0">
                <a:solidFill>
                  <a:schemeClr val="bg1"/>
                </a:solidFill>
                <a:latin typeface="+mj-lt"/>
              </a:rPr>
            </a:br>
            <a:r>
              <a:rPr lang="en-US" sz="1000" dirty="0">
                <a:solidFill>
                  <a:schemeClr val="bg1"/>
                </a:solidFill>
              </a:rPr>
              <a:t>There are many variations of  that Ipsum but the majority have </a:t>
            </a:r>
          </a:p>
        </p:txBody>
      </p:sp>
      <p:sp>
        <p:nvSpPr>
          <p:cNvPr id="94" name="TextBox 93"/>
          <p:cNvSpPr txBox="1"/>
          <p:nvPr/>
        </p:nvSpPr>
        <p:spPr>
          <a:xfrm>
            <a:off x="3177802" y="1599571"/>
            <a:ext cx="1236970" cy="877163"/>
          </a:xfrm>
          <a:prstGeom prst="rect">
            <a:avLst/>
          </a:prstGeom>
          <a:noFill/>
        </p:spPr>
        <p:txBody>
          <a:bodyPr wrap="square" rtlCol="0">
            <a:spAutoFit/>
          </a:bodyPr>
          <a:lstStyle/>
          <a:p>
            <a:pPr algn="ctr"/>
            <a:r>
              <a:rPr lang="en-US" sz="1100" b="1" dirty="0">
                <a:solidFill>
                  <a:schemeClr val="bg1"/>
                </a:solidFill>
                <a:latin typeface="+mj-lt"/>
              </a:rPr>
              <a:t>Title Goes Here</a:t>
            </a:r>
            <a:br>
              <a:rPr lang="en-US" sz="1200" b="1" dirty="0">
                <a:solidFill>
                  <a:schemeClr val="bg1"/>
                </a:solidFill>
                <a:latin typeface="+mj-lt"/>
              </a:rPr>
            </a:br>
            <a:r>
              <a:rPr lang="en-US" sz="1000" dirty="0">
                <a:solidFill>
                  <a:schemeClr val="bg1"/>
                </a:solidFill>
              </a:rPr>
              <a:t>There are many variations of  that Ipsum but the majority have </a:t>
            </a:r>
          </a:p>
        </p:txBody>
      </p:sp>
      <p:sp>
        <p:nvSpPr>
          <p:cNvPr id="95" name="Oval 94"/>
          <p:cNvSpPr/>
          <p:nvPr/>
        </p:nvSpPr>
        <p:spPr>
          <a:xfrm>
            <a:off x="5119681" y="3854855"/>
            <a:ext cx="650476" cy="650470"/>
          </a:xfrm>
          <a:prstGeom prst="ellipse">
            <a:avLst/>
          </a:prstGeom>
          <a:solidFill>
            <a:schemeClr val="accent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98" name="Freeform 38"/>
          <p:cNvSpPr>
            <a:spLocks noEditPoints="1"/>
          </p:cNvSpPr>
          <p:nvPr/>
        </p:nvSpPr>
        <p:spPr bwMode="auto">
          <a:xfrm rot="16200000">
            <a:off x="5236877" y="3972048"/>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Rectangle 98"/>
          <p:cNvSpPr/>
          <p:nvPr/>
        </p:nvSpPr>
        <p:spPr bwMode="auto">
          <a:xfrm>
            <a:off x="5411282" y="3140950"/>
            <a:ext cx="76200" cy="721525"/>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1" name="TextBox 100"/>
          <p:cNvSpPr txBox="1"/>
          <p:nvPr/>
        </p:nvSpPr>
        <p:spPr>
          <a:xfrm>
            <a:off x="4974279" y="2054866"/>
            <a:ext cx="1236970" cy="877163"/>
          </a:xfrm>
          <a:prstGeom prst="rect">
            <a:avLst/>
          </a:prstGeom>
          <a:noFill/>
        </p:spPr>
        <p:txBody>
          <a:bodyPr wrap="square" rtlCol="0">
            <a:spAutoFit/>
          </a:bodyPr>
          <a:lstStyle/>
          <a:p>
            <a:pPr algn="ctr"/>
            <a:r>
              <a:rPr lang="en-US" sz="1100" b="1" dirty="0">
                <a:solidFill>
                  <a:schemeClr val="bg1"/>
                </a:solidFill>
                <a:latin typeface="+mj-lt"/>
              </a:rPr>
              <a:t>Title Goes Here</a:t>
            </a:r>
            <a:br>
              <a:rPr lang="en-US" sz="1200" b="1" dirty="0">
                <a:solidFill>
                  <a:schemeClr val="bg1"/>
                </a:solidFill>
                <a:latin typeface="+mj-lt"/>
              </a:rPr>
            </a:br>
            <a:r>
              <a:rPr lang="en-US" sz="1000" dirty="0">
                <a:solidFill>
                  <a:schemeClr val="bg1"/>
                </a:solidFill>
              </a:rPr>
              <a:t>There are many variations of  that Ipsum but the majority have </a:t>
            </a:r>
          </a:p>
        </p:txBody>
      </p:sp>
      <p:sp>
        <p:nvSpPr>
          <p:cNvPr id="102" name="Oval 101"/>
          <p:cNvSpPr/>
          <p:nvPr/>
        </p:nvSpPr>
        <p:spPr>
          <a:xfrm>
            <a:off x="6961621" y="3854855"/>
            <a:ext cx="650476" cy="650470"/>
          </a:xfrm>
          <a:prstGeom prst="ellipse">
            <a:avLst/>
          </a:prstGeom>
          <a:solidFill>
            <a:schemeClr val="accent4"/>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03" name="Freeform 38"/>
          <p:cNvSpPr>
            <a:spLocks noEditPoints="1"/>
          </p:cNvSpPr>
          <p:nvPr/>
        </p:nvSpPr>
        <p:spPr bwMode="auto">
          <a:xfrm rot="16200000">
            <a:off x="7078817" y="3972048"/>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Rectangle 103"/>
          <p:cNvSpPr/>
          <p:nvPr/>
        </p:nvSpPr>
        <p:spPr bwMode="auto">
          <a:xfrm>
            <a:off x="7253222" y="2676130"/>
            <a:ext cx="76200" cy="1186345"/>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8" name="TextBox 107"/>
          <p:cNvSpPr txBox="1"/>
          <p:nvPr/>
        </p:nvSpPr>
        <p:spPr>
          <a:xfrm>
            <a:off x="6835402" y="1599571"/>
            <a:ext cx="1236970" cy="877163"/>
          </a:xfrm>
          <a:prstGeom prst="rect">
            <a:avLst/>
          </a:prstGeom>
          <a:noFill/>
        </p:spPr>
        <p:txBody>
          <a:bodyPr wrap="square" rtlCol="0">
            <a:spAutoFit/>
          </a:bodyPr>
          <a:lstStyle/>
          <a:p>
            <a:pPr algn="ctr"/>
            <a:r>
              <a:rPr lang="en-US" sz="1100" b="1" dirty="0">
                <a:solidFill>
                  <a:schemeClr val="bg1"/>
                </a:solidFill>
                <a:latin typeface="+mj-lt"/>
              </a:rPr>
              <a:t>Title Goes Here</a:t>
            </a:r>
            <a:br>
              <a:rPr lang="en-US" sz="1200" b="1" dirty="0">
                <a:solidFill>
                  <a:schemeClr val="bg1"/>
                </a:solidFill>
                <a:latin typeface="+mj-lt"/>
              </a:rPr>
            </a:br>
            <a:r>
              <a:rPr lang="en-US" sz="1000" dirty="0">
                <a:solidFill>
                  <a:schemeClr val="bg1"/>
                </a:solidFill>
              </a:rPr>
              <a:t>There are many variations of  that Ipsum but the majority have </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strips(upRight)">
                                      <p:cBhvr>
                                        <p:cTn id="7" dur="500"/>
                                        <p:tgtEl>
                                          <p:spTgt spid="44"/>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p:cTn id="11" dur="500" fill="hold"/>
                                        <p:tgtEl>
                                          <p:spTgt spid="38"/>
                                        </p:tgtEl>
                                        <p:attrNameLst>
                                          <p:attrName>ppt_w</p:attrName>
                                        </p:attrNameLst>
                                      </p:cBhvr>
                                      <p:tavLst>
                                        <p:tav tm="0">
                                          <p:val>
                                            <p:fltVal val="0"/>
                                          </p:val>
                                        </p:tav>
                                        <p:tav tm="100000">
                                          <p:val>
                                            <p:strVal val="#ppt_w"/>
                                          </p:val>
                                        </p:tav>
                                      </p:tavLst>
                                    </p:anim>
                                    <p:anim calcmode="lin" valueType="num">
                                      <p:cBhvr>
                                        <p:cTn id="12" dur="500" fill="hold"/>
                                        <p:tgtEl>
                                          <p:spTgt spid="38"/>
                                        </p:tgtEl>
                                        <p:attrNameLst>
                                          <p:attrName>ppt_h</p:attrName>
                                        </p:attrNameLst>
                                      </p:cBhvr>
                                      <p:tavLst>
                                        <p:tav tm="0">
                                          <p:val>
                                            <p:fltVal val="0"/>
                                          </p:val>
                                        </p:tav>
                                        <p:tav tm="100000">
                                          <p:val>
                                            <p:strVal val="#ppt_h"/>
                                          </p:val>
                                        </p:tav>
                                      </p:tavLst>
                                    </p:anim>
                                    <p:animEffect transition="in" filter="fade">
                                      <p:cBhvr>
                                        <p:cTn id="13" dur="500"/>
                                        <p:tgtEl>
                                          <p:spTgt spid="38"/>
                                        </p:tgtEl>
                                      </p:cBhvr>
                                    </p:animEffect>
                                  </p:childTnLst>
                                </p:cTn>
                              </p:par>
                            </p:childTnLst>
                          </p:cTn>
                        </p:par>
                        <p:par>
                          <p:cTn id="14" fill="hold">
                            <p:stCondLst>
                              <p:cond delay="1000"/>
                            </p:stCondLst>
                            <p:childTnLst>
                              <p:par>
                                <p:cTn id="15" presetID="53" presetClass="entr" presetSubtype="0" fill="hold" grpId="0" nodeType="afterEffect">
                                  <p:stCondLst>
                                    <p:cond delay="0"/>
                                  </p:stCondLst>
                                  <p:childTnLst>
                                    <p:set>
                                      <p:cBhvr>
                                        <p:cTn id="16" dur="1" fill="hold">
                                          <p:stCondLst>
                                            <p:cond delay="0"/>
                                          </p:stCondLst>
                                        </p:cTn>
                                        <p:tgtEl>
                                          <p:spTgt spid="69"/>
                                        </p:tgtEl>
                                        <p:attrNameLst>
                                          <p:attrName>style.visibility</p:attrName>
                                        </p:attrNameLst>
                                      </p:cBhvr>
                                      <p:to>
                                        <p:strVal val="visible"/>
                                      </p:to>
                                    </p:set>
                                    <p:anim calcmode="lin" valueType="num">
                                      <p:cBhvr>
                                        <p:cTn id="17" dur="500" fill="hold"/>
                                        <p:tgtEl>
                                          <p:spTgt spid="69"/>
                                        </p:tgtEl>
                                        <p:attrNameLst>
                                          <p:attrName>ppt_w</p:attrName>
                                        </p:attrNameLst>
                                      </p:cBhvr>
                                      <p:tavLst>
                                        <p:tav tm="0">
                                          <p:val>
                                            <p:fltVal val="0"/>
                                          </p:val>
                                        </p:tav>
                                        <p:tav tm="100000">
                                          <p:val>
                                            <p:strVal val="#ppt_w"/>
                                          </p:val>
                                        </p:tav>
                                      </p:tavLst>
                                    </p:anim>
                                    <p:anim calcmode="lin" valueType="num">
                                      <p:cBhvr>
                                        <p:cTn id="18" dur="500" fill="hold"/>
                                        <p:tgtEl>
                                          <p:spTgt spid="69"/>
                                        </p:tgtEl>
                                        <p:attrNameLst>
                                          <p:attrName>ppt_h</p:attrName>
                                        </p:attrNameLst>
                                      </p:cBhvr>
                                      <p:tavLst>
                                        <p:tav tm="0">
                                          <p:val>
                                            <p:fltVal val="0"/>
                                          </p:val>
                                        </p:tav>
                                        <p:tav tm="100000">
                                          <p:val>
                                            <p:strVal val="#ppt_h"/>
                                          </p:val>
                                        </p:tav>
                                      </p:tavLst>
                                    </p:anim>
                                    <p:animEffect transition="in" filter="fade">
                                      <p:cBhvr>
                                        <p:cTn id="19" dur="500"/>
                                        <p:tgtEl>
                                          <p:spTgt spid="69"/>
                                        </p:tgtEl>
                                      </p:cBhvr>
                                    </p:animEffect>
                                  </p:childTnLst>
                                </p:cTn>
                              </p:par>
                            </p:childTnLst>
                          </p:cTn>
                        </p:par>
                        <p:par>
                          <p:cTn id="20" fill="hold">
                            <p:stCondLst>
                              <p:cond delay="1500"/>
                            </p:stCondLst>
                            <p:childTnLst>
                              <p:par>
                                <p:cTn id="21" presetID="22" presetClass="entr" presetSubtype="4"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wipe(down)">
                                      <p:cBhvr>
                                        <p:cTn id="23" dur="500"/>
                                        <p:tgtEl>
                                          <p:spTgt spid="71"/>
                                        </p:tgtEl>
                                      </p:cBhvr>
                                    </p:animEffect>
                                  </p:childTnLst>
                                </p:cTn>
                              </p:par>
                              <p:par>
                                <p:cTn id="24" presetID="2" presetClass="entr" presetSubtype="1" accel="50000" decel="5000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additive="base">
                                        <p:cTn id="26" dur="500" fill="hold"/>
                                        <p:tgtEl>
                                          <p:spTgt spid="3"/>
                                        </p:tgtEl>
                                        <p:attrNameLst>
                                          <p:attrName>ppt_x</p:attrName>
                                        </p:attrNameLst>
                                      </p:cBhvr>
                                      <p:tavLst>
                                        <p:tav tm="0">
                                          <p:val>
                                            <p:strVal val="#ppt_x"/>
                                          </p:val>
                                        </p:tav>
                                        <p:tav tm="100000">
                                          <p:val>
                                            <p:strVal val="#ppt_x"/>
                                          </p:val>
                                        </p:tav>
                                      </p:tavLst>
                                    </p:anim>
                                    <p:anim calcmode="lin" valueType="num">
                                      <p:cBhvr additive="base">
                                        <p:cTn id="27" dur="500" fill="hold"/>
                                        <p:tgtEl>
                                          <p:spTgt spid="3"/>
                                        </p:tgtEl>
                                        <p:attrNameLst>
                                          <p:attrName>ppt_y</p:attrName>
                                        </p:attrNameLst>
                                      </p:cBhvr>
                                      <p:tavLst>
                                        <p:tav tm="0">
                                          <p:val>
                                            <p:strVal val="0-#ppt_h/2"/>
                                          </p:val>
                                        </p:tav>
                                        <p:tav tm="100000">
                                          <p:val>
                                            <p:strVal val="#ppt_y"/>
                                          </p:val>
                                        </p:tav>
                                      </p:tavLst>
                                    </p:anim>
                                  </p:childTnLst>
                                </p:cTn>
                              </p:par>
                            </p:childTnLst>
                          </p:cTn>
                        </p:par>
                        <p:par>
                          <p:cTn id="28" fill="hold">
                            <p:stCondLst>
                              <p:cond delay="2000"/>
                            </p:stCondLst>
                            <p:childTnLst>
                              <p:par>
                                <p:cTn id="29" presetID="22" presetClass="entr" presetSubtype="4" fill="hold" grpId="0" nodeType="afterEffect">
                                  <p:stCondLst>
                                    <p:cond delay="0"/>
                                  </p:stCondLst>
                                  <p:childTnLst>
                                    <p:set>
                                      <p:cBhvr>
                                        <p:cTn id="30" dur="1" fill="hold">
                                          <p:stCondLst>
                                            <p:cond delay="0"/>
                                          </p:stCondLst>
                                        </p:cTn>
                                        <p:tgtEl>
                                          <p:spTgt spid="90"/>
                                        </p:tgtEl>
                                        <p:attrNameLst>
                                          <p:attrName>style.visibility</p:attrName>
                                        </p:attrNameLst>
                                      </p:cBhvr>
                                      <p:to>
                                        <p:strVal val="visible"/>
                                      </p:to>
                                    </p:set>
                                    <p:animEffect transition="in" filter="wipe(down)">
                                      <p:cBhvr>
                                        <p:cTn id="31" dur="500"/>
                                        <p:tgtEl>
                                          <p:spTgt spid="90"/>
                                        </p:tgtEl>
                                      </p:cBhvr>
                                    </p:animEffect>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 calcmode="lin" valueType="num">
                                      <p:cBhvr>
                                        <p:cTn id="35" dur="500" fill="hold"/>
                                        <p:tgtEl>
                                          <p:spTgt spid="78"/>
                                        </p:tgtEl>
                                        <p:attrNameLst>
                                          <p:attrName>ppt_w</p:attrName>
                                        </p:attrNameLst>
                                      </p:cBhvr>
                                      <p:tavLst>
                                        <p:tav tm="0">
                                          <p:val>
                                            <p:fltVal val="0"/>
                                          </p:val>
                                        </p:tav>
                                        <p:tav tm="100000">
                                          <p:val>
                                            <p:strVal val="#ppt_w"/>
                                          </p:val>
                                        </p:tav>
                                      </p:tavLst>
                                    </p:anim>
                                    <p:anim calcmode="lin" valueType="num">
                                      <p:cBhvr>
                                        <p:cTn id="36" dur="500" fill="hold"/>
                                        <p:tgtEl>
                                          <p:spTgt spid="78"/>
                                        </p:tgtEl>
                                        <p:attrNameLst>
                                          <p:attrName>ppt_h</p:attrName>
                                        </p:attrNameLst>
                                      </p:cBhvr>
                                      <p:tavLst>
                                        <p:tav tm="0">
                                          <p:val>
                                            <p:fltVal val="0"/>
                                          </p:val>
                                        </p:tav>
                                        <p:tav tm="100000">
                                          <p:val>
                                            <p:strVal val="#ppt_h"/>
                                          </p:val>
                                        </p:tav>
                                      </p:tavLst>
                                    </p:anim>
                                    <p:animEffect transition="in" filter="fade">
                                      <p:cBhvr>
                                        <p:cTn id="37" dur="500"/>
                                        <p:tgtEl>
                                          <p:spTgt spid="78"/>
                                        </p:tgtEl>
                                      </p:cBhvr>
                                    </p:animEffect>
                                  </p:childTnLst>
                                </p:cTn>
                              </p:par>
                            </p:childTnLst>
                          </p:cTn>
                        </p:par>
                        <p:par>
                          <p:cTn id="38" fill="hold">
                            <p:stCondLst>
                              <p:cond delay="3000"/>
                            </p:stCondLst>
                            <p:childTnLst>
                              <p:par>
                                <p:cTn id="39" presetID="53" presetClass="entr" presetSubtype="0"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Effect transition="in" filter="fade">
                                      <p:cBhvr>
                                        <p:cTn id="43" dur="500"/>
                                        <p:tgtEl>
                                          <p:spTgt spid="86"/>
                                        </p:tgtEl>
                                      </p:cBhvr>
                                    </p:animEffect>
                                  </p:childTnLst>
                                </p:cTn>
                              </p:par>
                            </p:childTnLst>
                          </p:cTn>
                        </p:par>
                        <p:par>
                          <p:cTn id="44" fill="hold">
                            <p:stCondLst>
                              <p:cond delay="3500"/>
                            </p:stCondLst>
                            <p:childTnLst>
                              <p:par>
                                <p:cTn id="45" presetID="22" presetClass="entr" presetSubtype="4" fill="hold" grpId="0" nodeType="afterEffect">
                                  <p:stCondLst>
                                    <p:cond delay="0"/>
                                  </p:stCondLst>
                                  <p:childTnLst>
                                    <p:set>
                                      <p:cBhvr>
                                        <p:cTn id="46" dur="1" fill="hold">
                                          <p:stCondLst>
                                            <p:cond delay="0"/>
                                          </p:stCondLst>
                                        </p:cTn>
                                        <p:tgtEl>
                                          <p:spTgt spid="88"/>
                                        </p:tgtEl>
                                        <p:attrNameLst>
                                          <p:attrName>style.visibility</p:attrName>
                                        </p:attrNameLst>
                                      </p:cBhvr>
                                      <p:to>
                                        <p:strVal val="visible"/>
                                      </p:to>
                                    </p:set>
                                    <p:animEffect transition="in" filter="wipe(down)">
                                      <p:cBhvr>
                                        <p:cTn id="47" dur="500"/>
                                        <p:tgtEl>
                                          <p:spTgt spid="88"/>
                                        </p:tgtEl>
                                      </p:cBhvr>
                                    </p:animEffect>
                                  </p:childTnLst>
                                </p:cTn>
                              </p:par>
                              <p:par>
                                <p:cTn id="48" presetID="2" presetClass="entr" presetSubtype="1" accel="50000" decel="50000" fill="hold" nodeType="withEffect">
                                  <p:stCondLst>
                                    <p:cond delay="0"/>
                                  </p:stCondLst>
                                  <p:childTnLst>
                                    <p:set>
                                      <p:cBhvr>
                                        <p:cTn id="49" dur="1" fill="hold">
                                          <p:stCondLst>
                                            <p:cond delay="0"/>
                                          </p:stCondLst>
                                        </p:cTn>
                                        <p:tgtEl>
                                          <p:spTgt spid="7"/>
                                        </p:tgtEl>
                                        <p:attrNameLst>
                                          <p:attrName>style.visibility</p:attrName>
                                        </p:attrNameLst>
                                      </p:cBhvr>
                                      <p:to>
                                        <p:strVal val="visible"/>
                                      </p:to>
                                    </p:set>
                                    <p:anim calcmode="lin" valueType="num">
                                      <p:cBhvr additive="base">
                                        <p:cTn id="50" dur="500" fill="hold"/>
                                        <p:tgtEl>
                                          <p:spTgt spid="7"/>
                                        </p:tgtEl>
                                        <p:attrNameLst>
                                          <p:attrName>ppt_x</p:attrName>
                                        </p:attrNameLst>
                                      </p:cBhvr>
                                      <p:tavLst>
                                        <p:tav tm="0">
                                          <p:val>
                                            <p:strVal val="#ppt_x"/>
                                          </p:val>
                                        </p:tav>
                                        <p:tav tm="100000">
                                          <p:val>
                                            <p:strVal val="#ppt_x"/>
                                          </p:val>
                                        </p:tav>
                                      </p:tavLst>
                                    </p:anim>
                                    <p:anim calcmode="lin" valueType="num">
                                      <p:cBhvr additive="base">
                                        <p:cTn id="51" dur="500" fill="hold"/>
                                        <p:tgtEl>
                                          <p:spTgt spid="7"/>
                                        </p:tgtEl>
                                        <p:attrNameLst>
                                          <p:attrName>ppt_y</p:attrName>
                                        </p:attrNameLst>
                                      </p:cBhvr>
                                      <p:tavLst>
                                        <p:tav tm="0">
                                          <p:val>
                                            <p:strVal val="0-#ppt_h/2"/>
                                          </p:val>
                                        </p:tav>
                                        <p:tav tm="100000">
                                          <p:val>
                                            <p:strVal val="#ppt_y"/>
                                          </p:val>
                                        </p:tav>
                                      </p:tavLst>
                                    </p:anim>
                                  </p:childTnLst>
                                </p:cTn>
                              </p:par>
                            </p:childTnLst>
                          </p:cTn>
                        </p:par>
                        <p:par>
                          <p:cTn id="52" fill="hold">
                            <p:stCondLst>
                              <p:cond delay="4000"/>
                            </p:stCondLst>
                            <p:childTnLst>
                              <p:par>
                                <p:cTn id="53" presetID="22" presetClass="entr" presetSubtype="4" fill="hold" grpId="0" nodeType="afterEffect">
                                  <p:stCondLst>
                                    <p:cond delay="0"/>
                                  </p:stCondLst>
                                  <p:childTnLst>
                                    <p:set>
                                      <p:cBhvr>
                                        <p:cTn id="54" dur="1" fill="hold">
                                          <p:stCondLst>
                                            <p:cond delay="0"/>
                                          </p:stCondLst>
                                        </p:cTn>
                                        <p:tgtEl>
                                          <p:spTgt spid="94"/>
                                        </p:tgtEl>
                                        <p:attrNameLst>
                                          <p:attrName>style.visibility</p:attrName>
                                        </p:attrNameLst>
                                      </p:cBhvr>
                                      <p:to>
                                        <p:strVal val="visible"/>
                                      </p:to>
                                    </p:set>
                                    <p:animEffect transition="in" filter="wipe(down)">
                                      <p:cBhvr>
                                        <p:cTn id="55" dur="500"/>
                                        <p:tgtEl>
                                          <p:spTgt spid="94"/>
                                        </p:tgtEl>
                                      </p:cBhvr>
                                    </p:animEffect>
                                  </p:childTnLst>
                                </p:cTn>
                              </p:par>
                            </p:childTnLst>
                          </p:cTn>
                        </p:par>
                        <p:par>
                          <p:cTn id="56" fill="hold">
                            <p:stCondLst>
                              <p:cond delay="4500"/>
                            </p:stCondLst>
                            <p:childTnLst>
                              <p:par>
                                <p:cTn id="57" presetID="53" presetClass="entr" presetSubtype="0" fill="hold" grpId="0" nodeType="afterEffect">
                                  <p:stCondLst>
                                    <p:cond delay="0"/>
                                  </p:stCondLst>
                                  <p:childTnLst>
                                    <p:set>
                                      <p:cBhvr>
                                        <p:cTn id="58" dur="1" fill="hold">
                                          <p:stCondLst>
                                            <p:cond delay="0"/>
                                          </p:stCondLst>
                                        </p:cTn>
                                        <p:tgtEl>
                                          <p:spTgt spid="95"/>
                                        </p:tgtEl>
                                        <p:attrNameLst>
                                          <p:attrName>style.visibility</p:attrName>
                                        </p:attrNameLst>
                                      </p:cBhvr>
                                      <p:to>
                                        <p:strVal val="visible"/>
                                      </p:to>
                                    </p:set>
                                    <p:anim calcmode="lin" valueType="num">
                                      <p:cBhvr>
                                        <p:cTn id="59" dur="500" fill="hold"/>
                                        <p:tgtEl>
                                          <p:spTgt spid="95"/>
                                        </p:tgtEl>
                                        <p:attrNameLst>
                                          <p:attrName>ppt_w</p:attrName>
                                        </p:attrNameLst>
                                      </p:cBhvr>
                                      <p:tavLst>
                                        <p:tav tm="0">
                                          <p:val>
                                            <p:fltVal val="0"/>
                                          </p:val>
                                        </p:tav>
                                        <p:tav tm="100000">
                                          <p:val>
                                            <p:strVal val="#ppt_w"/>
                                          </p:val>
                                        </p:tav>
                                      </p:tavLst>
                                    </p:anim>
                                    <p:anim calcmode="lin" valueType="num">
                                      <p:cBhvr>
                                        <p:cTn id="60" dur="500" fill="hold"/>
                                        <p:tgtEl>
                                          <p:spTgt spid="95"/>
                                        </p:tgtEl>
                                        <p:attrNameLst>
                                          <p:attrName>ppt_h</p:attrName>
                                        </p:attrNameLst>
                                      </p:cBhvr>
                                      <p:tavLst>
                                        <p:tav tm="0">
                                          <p:val>
                                            <p:fltVal val="0"/>
                                          </p:val>
                                        </p:tav>
                                        <p:tav tm="100000">
                                          <p:val>
                                            <p:strVal val="#ppt_h"/>
                                          </p:val>
                                        </p:tav>
                                      </p:tavLst>
                                    </p:anim>
                                    <p:animEffect transition="in" filter="fade">
                                      <p:cBhvr>
                                        <p:cTn id="61" dur="500"/>
                                        <p:tgtEl>
                                          <p:spTgt spid="95"/>
                                        </p:tgtEl>
                                      </p:cBhvr>
                                    </p:animEffect>
                                  </p:childTnLst>
                                </p:cTn>
                              </p:par>
                            </p:childTnLst>
                          </p:cTn>
                        </p:par>
                        <p:par>
                          <p:cTn id="62" fill="hold">
                            <p:stCondLst>
                              <p:cond delay="5000"/>
                            </p:stCondLst>
                            <p:childTnLst>
                              <p:par>
                                <p:cTn id="63" presetID="53" presetClass="entr" presetSubtype="0" fill="hold" grpId="0" nodeType="afterEffect">
                                  <p:stCondLst>
                                    <p:cond delay="0"/>
                                  </p:stCondLst>
                                  <p:childTnLst>
                                    <p:set>
                                      <p:cBhvr>
                                        <p:cTn id="64" dur="1" fill="hold">
                                          <p:stCondLst>
                                            <p:cond delay="0"/>
                                          </p:stCondLst>
                                        </p:cTn>
                                        <p:tgtEl>
                                          <p:spTgt spid="98"/>
                                        </p:tgtEl>
                                        <p:attrNameLst>
                                          <p:attrName>style.visibility</p:attrName>
                                        </p:attrNameLst>
                                      </p:cBhvr>
                                      <p:to>
                                        <p:strVal val="visible"/>
                                      </p:to>
                                    </p:set>
                                    <p:anim calcmode="lin" valueType="num">
                                      <p:cBhvr>
                                        <p:cTn id="65" dur="500" fill="hold"/>
                                        <p:tgtEl>
                                          <p:spTgt spid="98"/>
                                        </p:tgtEl>
                                        <p:attrNameLst>
                                          <p:attrName>ppt_w</p:attrName>
                                        </p:attrNameLst>
                                      </p:cBhvr>
                                      <p:tavLst>
                                        <p:tav tm="0">
                                          <p:val>
                                            <p:fltVal val="0"/>
                                          </p:val>
                                        </p:tav>
                                        <p:tav tm="100000">
                                          <p:val>
                                            <p:strVal val="#ppt_w"/>
                                          </p:val>
                                        </p:tav>
                                      </p:tavLst>
                                    </p:anim>
                                    <p:anim calcmode="lin" valueType="num">
                                      <p:cBhvr>
                                        <p:cTn id="66" dur="500" fill="hold"/>
                                        <p:tgtEl>
                                          <p:spTgt spid="98"/>
                                        </p:tgtEl>
                                        <p:attrNameLst>
                                          <p:attrName>ppt_h</p:attrName>
                                        </p:attrNameLst>
                                      </p:cBhvr>
                                      <p:tavLst>
                                        <p:tav tm="0">
                                          <p:val>
                                            <p:fltVal val="0"/>
                                          </p:val>
                                        </p:tav>
                                        <p:tav tm="100000">
                                          <p:val>
                                            <p:strVal val="#ppt_h"/>
                                          </p:val>
                                        </p:tav>
                                      </p:tavLst>
                                    </p:anim>
                                    <p:animEffect transition="in" filter="fade">
                                      <p:cBhvr>
                                        <p:cTn id="67" dur="500"/>
                                        <p:tgtEl>
                                          <p:spTgt spid="98"/>
                                        </p:tgtEl>
                                      </p:cBhvr>
                                    </p:animEffect>
                                  </p:childTnLst>
                                </p:cTn>
                              </p:par>
                            </p:childTnLst>
                          </p:cTn>
                        </p:par>
                        <p:par>
                          <p:cTn id="68" fill="hold">
                            <p:stCondLst>
                              <p:cond delay="5500"/>
                            </p:stCondLst>
                            <p:childTnLst>
                              <p:par>
                                <p:cTn id="69" presetID="22" presetClass="entr" presetSubtype="4" fill="hold" grpId="0" nodeType="afterEffect">
                                  <p:stCondLst>
                                    <p:cond delay="0"/>
                                  </p:stCondLst>
                                  <p:childTnLst>
                                    <p:set>
                                      <p:cBhvr>
                                        <p:cTn id="70" dur="1" fill="hold">
                                          <p:stCondLst>
                                            <p:cond delay="0"/>
                                          </p:stCondLst>
                                        </p:cTn>
                                        <p:tgtEl>
                                          <p:spTgt spid="99"/>
                                        </p:tgtEl>
                                        <p:attrNameLst>
                                          <p:attrName>style.visibility</p:attrName>
                                        </p:attrNameLst>
                                      </p:cBhvr>
                                      <p:to>
                                        <p:strVal val="visible"/>
                                      </p:to>
                                    </p:set>
                                    <p:animEffect transition="in" filter="wipe(down)">
                                      <p:cBhvr>
                                        <p:cTn id="71" dur="500"/>
                                        <p:tgtEl>
                                          <p:spTgt spid="99"/>
                                        </p:tgtEl>
                                      </p:cBhvr>
                                    </p:animEffect>
                                  </p:childTnLst>
                                </p:cTn>
                              </p:par>
                              <p:par>
                                <p:cTn id="72" presetID="2" presetClass="entr" presetSubtype="1" accel="50000" decel="50000" fill="hold"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500" fill="hold"/>
                                        <p:tgtEl>
                                          <p:spTgt spid="10"/>
                                        </p:tgtEl>
                                        <p:attrNameLst>
                                          <p:attrName>ppt_x</p:attrName>
                                        </p:attrNameLst>
                                      </p:cBhvr>
                                      <p:tavLst>
                                        <p:tav tm="0">
                                          <p:val>
                                            <p:strVal val="#ppt_x"/>
                                          </p:val>
                                        </p:tav>
                                        <p:tav tm="100000">
                                          <p:val>
                                            <p:strVal val="#ppt_x"/>
                                          </p:val>
                                        </p:tav>
                                      </p:tavLst>
                                    </p:anim>
                                    <p:anim calcmode="lin" valueType="num">
                                      <p:cBhvr additive="base">
                                        <p:cTn id="75" dur="500" fill="hold"/>
                                        <p:tgtEl>
                                          <p:spTgt spid="10"/>
                                        </p:tgtEl>
                                        <p:attrNameLst>
                                          <p:attrName>ppt_y</p:attrName>
                                        </p:attrNameLst>
                                      </p:cBhvr>
                                      <p:tavLst>
                                        <p:tav tm="0">
                                          <p:val>
                                            <p:strVal val="0-#ppt_h/2"/>
                                          </p:val>
                                        </p:tav>
                                        <p:tav tm="100000">
                                          <p:val>
                                            <p:strVal val="#ppt_y"/>
                                          </p:val>
                                        </p:tav>
                                      </p:tavLst>
                                    </p:anim>
                                  </p:childTnLst>
                                </p:cTn>
                              </p:par>
                            </p:childTnLst>
                          </p:cTn>
                        </p:par>
                        <p:par>
                          <p:cTn id="76" fill="hold">
                            <p:stCondLst>
                              <p:cond delay="6000"/>
                            </p:stCondLst>
                            <p:childTnLst>
                              <p:par>
                                <p:cTn id="77" presetID="22" presetClass="entr" presetSubtype="4" fill="hold" grpId="0" nodeType="afterEffect">
                                  <p:stCondLst>
                                    <p:cond delay="0"/>
                                  </p:stCondLst>
                                  <p:childTnLst>
                                    <p:set>
                                      <p:cBhvr>
                                        <p:cTn id="78" dur="1" fill="hold">
                                          <p:stCondLst>
                                            <p:cond delay="0"/>
                                          </p:stCondLst>
                                        </p:cTn>
                                        <p:tgtEl>
                                          <p:spTgt spid="101"/>
                                        </p:tgtEl>
                                        <p:attrNameLst>
                                          <p:attrName>style.visibility</p:attrName>
                                        </p:attrNameLst>
                                      </p:cBhvr>
                                      <p:to>
                                        <p:strVal val="visible"/>
                                      </p:to>
                                    </p:set>
                                    <p:animEffect transition="in" filter="wipe(down)">
                                      <p:cBhvr>
                                        <p:cTn id="79" dur="500"/>
                                        <p:tgtEl>
                                          <p:spTgt spid="101"/>
                                        </p:tgtEl>
                                      </p:cBhvr>
                                    </p:animEffect>
                                  </p:childTnLst>
                                </p:cTn>
                              </p:par>
                            </p:childTnLst>
                          </p:cTn>
                        </p:par>
                        <p:par>
                          <p:cTn id="80" fill="hold">
                            <p:stCondLst>
                              <p:cond delay="6500"/>
                            </p:stCondLst>
                            <p:childTnLst>
                              <p:par>
                                <p:cTn id="81" presetID="53" presetClass="entr" presetSubtype="0" fill="hold" grpId="0" nodeType="afterEffect">
                                  <p:stCondLst>
                                    <p:cond delay="0"/>
                                  </p:stCondLst>
                                  <p:childTnLst>
                                    <p:set>
                                      <p:cBhvr>
                                        <p:cTn id="82" dur="1" fill="hold">
                                          <p:stCondLst>
                                            <p:cond delay="0"/>
                                          </p:stCondLst>
                                        </p:cTn>
                                        <p:tgtEl>
                                          <p:spTgt spid="102"/>
                                        </p:tgtEl>
                                        <p:attrNameLst>
                                          <p:attrName>style.visibility</p:attrName>
                                        </p:attrNameLst>
                                      </p:cBhvr>
                                      <p:to>
                                        <p:strVal val="visible"/>
                                      </p:to>
                                    </p:set>
                                    <p:anim calcmode="lin" valueType="num">
                                      <p:cBhvr>
                                        <p:cTn id="83" dur="500" fill="hold"/>
                                        <p:tgtEl>
                                          <p:spTgt spid="102"/>
                                        </p:tgtEl>
                                        <p:attrNameLst>
                                          <p:attrName>ppt_w</p:attrName>
                                        </p:attrNameLst>
                                      </p:cBhvr>
                                      <p:tavLst>
                                        <p:tav tm="0">
                                          <p:val>
                                            <p:fltVal val="0"/>
                                          </p:val>
                                        </p:tav>
                                        <p:tav tm="100000">
                                          <p:val>
                                            <p:strVal val="#ppt_w"/>
                                          </p:val>
                                        </p:tav>
                                      </p:tavLst>
                                    </p:anim>
                                    <p:anim calcmode="lin" valueType="num">
                                      <p:cBhvr>
                                        <p:cTn id="84" dur="500" fill="hold"/>
                                        <p:tgtEl>
                                          <p:spTgt spid="102"/>
                                        </p:tgtEl>
                                        <p:attrNameLst>
                                          <p:attrName>ppt_h</p:attrName>
                                        </p:attrNameLst>
                                      </p:cBhvr>
                                      <p:tavLst>
                                        <p:tav tm="0">
                                          <p:val>
                                            <p:fltVal val="0"/>
                                          </p:val>
                                        </p:tav>
                                        <p:tav tm="100000">
                                          <p:val>
                                            <p:strVal val="#ppt_h"/>
                                          </p:val>
                                        </p:tav>
                                      </p:tavLst>
                                    </p:anim>
                                    <p:animEffect transition="in" filter="fade">
                                      <p:cBhvr>
                                        <p:cTn id="85" dur="500"/>
                                        <p:tgtEl>
                                          <p:spTgt spid="102"/>
                                        </p:tgtEl>
                                      </p:cBhvr>
                                    </p:animEffect>
                                  </p:childTnLst>
                                </p:cTn>
                              </p:par>
                            </p:childTnLst>
                          </p:cTn>
                        </p:par>
                        <p:par>
                          <p:cTn id="86" fill="hold">
                            <p:stCondLst>
                              <p:cond delay="7000"/>
                            </p:stCondLst>
                            <p:childTnLst>
                              <p:par>
                                <p:cTn id="87" presetID="53" presetClass="entr" presetSubtype="0" fill="hold" grpId="0" nodeType="afterEffect">
                                  <p:stCondLst>
                                    <p:cond delay="0"/>
                                  </p:stCondLst>
                                  <p:childTnLst>
                                    <p:set>
                                      <p:cBhvr>
                                        <p:cTn id="88" dur="1" fill="hold">
                                          <p:stCondLst>
                                            <p:cond delay="0"/>
                                          </p:stCondLst>
                                        </p:cTn>
                                        <p:tgtEl>
                                          <p:spTgt spid="103"/>
                                        </p:tgtEl>
                                        <p:attrNameLst>
                                          <p:attrName>style.visibility</p:attrName>
                                        </p:attrNameLst>
                                      </p:cBhvr>
                                      <p:to>
                                        <p:strVal val="visible"/>
                                      </p:to>
                                    </p:set>
                                    <p:anim calcmode="lin" valueType="num">
                                      <p:cBhvr>
                                        <p:cTn id="89" dur="500" fill="hold"/>
                                        <p:tgtEl>
                                          <p:spTgt spid="103"/>
                                        </p:tgtEl>
                                        <p:attrNameLst>
                                          <p:attrName>ppt_w</p:attrName>
                                        </p:attrNameLst>
                                      </p:cBhvr>
                                      <p:tavLst>
                                        <p:tav tm="0">
                                          <p:val>
                                            <p:fltVal val="0"/>
                                          </p:val>
                                        </p:tav>
                                        <p:tav tm="100000">
                                          <p:val>
                                            <p:strVal val="#ppt_w"/>
                                          </p:val>
                                        </p:tav>
                                      </p:tavLst>
                                    </p:anim>
                                    <p:anim calcmode="lin" valueType="num">
                                      <p:cBhvr>
                                        <p:cTn id="90" dur="500" fill="hold"/>
                                        <p:tgtEl>
                                          <p:spTgt spid="103"/>
                                        </p:tgtEl>
                                        <p:attrNameLst>
                                          <p:attrName>ppt_h</p:attrName>
                                        </p:attrNameLst>
                                      </p:cBhvr>
                                      <p:tavLst>
                                        <p:tav tm="0">
                                          <p:val>
                                            <p:fltVal val="0"/>
                                          </p:val>
                                        </p:tav>
                                        <p:tav tm="100000">
                                          <p:val>
                                            <p:strVal val="#ppt_h"/>
                                          </p:val>
                                        </p:tav>
                                      </p:tavLst>
                                    </p:anim>
                                    <p:animEffect transition="in" filter="fade">
                                      <p:cBhvr>
                                        <p:cTn id="91" dur="500"/>
                                        <p:tgtEl>
                                          <p:spTgt spid="103"/>
                                        </p:tgtEl>
                                      </p:cBhvr>
                                    </p:animEffect>
                                  </p:childTnLst>
                                </p:cTn>
                              </p:par>
                            </p:childTnLst>
                          </p:cTn>
                        </p:par>
                        <p:par>
                          <p:cTn id="92" fill="hold">
                            <p:stCondLst>
                              <p:cond delay="7500"/>
                            </p:stCondLst>
                            <p:childTnLst>
                              <p:par>
                                <p:cTn id="93" presetID="22" presetClass="entr" presetSubtype="4"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wipe(down)">
                                      <p:cBhvr>
                                        <p:cTn id="95" dur="500"/>
                                        <p:tgtEl>
                                          <p:spTgt spid="104"/>
                                        </p:tgtEl>
                                      </p:cBhvr>
                                    </p:animEffect>
                                  </p:childTnLst>
                                </p:cTn>
                              </p:par>
                              <p:par>
                                <p:cTn id="96" presetID="2" presetClass="entr" presetSubtype="1" accel="50000" decel="50000" fill="hold"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additive="base">
                                        <p:cTn id="98" dur="500" fill="hold"/>
                                        <p:tgtEl>
                                          <p:spTgt spid="13"/>
                                        </p:tgtEl>
                                        <p:attrNameLst>
                                          <p:attrName>ppt_x</p:attrName>
                                        </p:attrNameLst>
                                      </p:cBhvr>
                                      <p:tavLst>
                                        <p:tav tm="0">
                                          <p:val>
                                            <p:strVal val="#ppt_x"/>
                                          </p:val>
                                        </p:tav>
                                        <p:tav tm="100000">
                                          <p:val>
                                            <p:strVal val="#ppt_x"/>
                                          </p:val>
                                        </p:tav>
                                      </p:tavLst>
                                    </p:anim>
                                    <p:anim calcmode="lin" valueType="num">
                                      <p:cBhvr additive="base">
                                        <p:cTn id="99" dur="500" fill="hold"/>
                                        <p:tgtEl>
                                          <p:spTgt spid="13"/>
                                        </p:tgtEl>
                                        <p:attrNameLst>
                                          <p:attrName>ppt_y</p:attrName>
                                        </p:attrNameLst>
                                      </p:cBhvr>
                                      <p:tavLst>
                                        <p:tav tm="0">
                                          <p:val>
                                            <p:strVal val="0-#ppt_h/2"/>
                                          </p:val>
                                        </p:tav>
                                        <p:tav tm="100000">
                                          <p:val>
                                            <p:strVal val="#ppt_y"/>
                                          </p:val>
                                        </p:tav>
                                      </p:tavLst>
                                    </p:anim>
                                  </p:childTnLst>
                                </p:cTn>
                              </p:par>
                            </p:childTnLst>
                          </p:cTn>
                        </p:par>
                        <p:par>
                          <p:cTn id="100" fill="hold">
                            <p:stCondLst>
                              <p:cond delay="8000"/>
                            </p:stCondLst>
                            <p:childTnLst>
                              <p:par>
                                <p:cTn id="101" presetID="22" presetClass="entr" presetSubtype="4" fill="hold" grpId="0" nodeType="afterEffect">
                                  <p:stCondLst>
                                    <p:cond delay="0"/>
                                  </p:stCondLst>
                                  <p:childTnLst>
                                    <p:set>
                                      <p:cBhvr>
                                        <p:cTn id="102" dur="1" fill="hold">
                                          <p:stCondLst>
                                            <p:cond delay="0"/>
                                          </p:stCondLst>
                                        </p:cTn>
                                        <p:tgtEl>
                                          <p:spTgt spid="108"/>
                                        </p:tgtEl>
                                        <p:attrNameLst>
                                          <p:attrName>style.visibility</p:attrName>
                                        </p:attrNameLst>
                                      </p:cBhvr>
                                      <p:to>
                                        <p:strVal val="visible"/>
                                      </p:to>
                                    </p:set>
                                    <p:animEffect transition="in" filter="wipe(down)">
                                      <p:cBhvr>
                                        <p:cTn id="10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69" grpId="0" animBg="1"/>
      <p:bldP spid="71" grpId="0" animBg="1"/>
      <p:bldP spid="78" grpId="0" animBg="1"/>
      <p:bldP spid="86" grpId="0" animBg="1"/>
      <p:bldP spid="88" grpId="0" animBg="1"/>
      <p:bldP spid="90" grpId="0"/>
      <p:bldP spid="94" grpId="0"/>
      <p:bldP spid="95" grpId="0" animBg="1"/>
      <p:bldP spid="98" grpId="0" animBg="1"/>
      <p:bldP spid="99" grpId="0" animBg="1"/>
      <p:bldP spid="101" grpId="0"/>
      <p:bldP spid="102" grpId="0" animBg="1"/>
      <p:bldP spid="103" grpId="0" animBg="1"/>
      <p:bldP spid="104" grpId="0" animBg="1"/>
      <p:bldP spid="10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7"/>
          <p:cNvGrpSpPr/>
          <p:nvPr/>
        </p:nvGrpSpPr>
        <p:grpSpPr>
          <a:xfrm>
            <a:off x="601731" y="2047669"/>
            <a:ext cx="1809750" cy="2057400"/>
            <a:chOff x="684972" y="1809750"/>
            <a:chExt cx="1809750" cy="2057400"/>
          </a:xfrm>
        </p:grpSpPr>
        <p:sp>
          <p:nvSpPr>
            <p:cNvPr id="6" name="Rectangle 5"/>
            <p:cNvSpPr/>
            <p:nvPr/>
          </p:nvSpPr>
          <p:spPr bwMode="auto">
            <a:xfrm rot="5400000" flipV="1">
              <a:off x="789747" y="1704975"/>
              <a:ext cx="1600200" cy="180975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ight Triangle 8"/>
            <p:cNvSpPr/>
            <p:nvPr/>
          </p:nvSpPr>
          <p:spPr bwMode="auto">
            <a:xfrm rot="5400000">
              <a:off x="1980372" y="3352800"/>
              <a:ext cx="457200" cy="571500"/>
            </a:xfrm>
            <a:prstGeom prst="rtTriangle">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43"/>
          <p:cNvGrpSpPr/>
          <p:nvPr/>
        </p:nvGrpSpPr>
        <p:grpSpPr>
          <a:xfrm>
            <a:off x="2148385" y="2652279"/>
            <a:ext cx="434546" cy="434542"/>
            <a:chOff x="618873" y="1239440"/>
            <a:chExt cx="650476" cy="650470"/>
          </a:xfrm>
        </p:grpSpPr>
        <p:sp>
          <p:nvSpPr>
            <p:cNvPr id="110" name="Oval 109"/>
            <p:cNvSpPr/>
            <p:nvPr/>
          </p:nvSpPr>
          <p:spPr>
            <a:xfrm>
              <a:off x="618873" y="1239440"/>
              <a:ext cx="650476" cy="650470"/>
            </a:xfrm>
            <a:prstGeom prst="ellips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11"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 name="Title 6"/>
          <p:cNvSpPr>
            <a:spLocks noGrp="1"/>
          </p:cNvSpPr>
          <p:nvPr>
            <p:ph type="title"/>
          </p:nvPr>
        </p:nvSpPr>
        <p:spPr/>
        <p:txBody>
          <a:bodyPr/>
          <a:lstStyle/>
          <a:p>
            <a:r>
              <a:rPr lang="en-US"/>
              <a:t>Management Slide</a:t>
            </a:r>
            <a:endParaRPr lang="en-US" dirty="0"/>
          </a:p>
        </p:txBody>
      </p:sp>
      <p:sp>
        <p:nvSpPr>
          <p:cNvPr id="8" name="Text Placeholder 7"/>
          <p:cNvSpPr>
            <a:spLocks noGrp="1"/>
          </p:cNvSpPr>
          <p:nvPr>
            <p:ph type="body" sz="half" idx="2"/>
          </p:nvPr>
        </p:nvSpPr>
        <p:spPr/>
        <p:txBody>
          <a:bodyPr/>
          <a:lstStyle/>
          <a:p>
            <a:r>
              <a:rPr lang="en-US"/>
              <a:t>Management Slide</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77</a:t>
            </a:fld>
            <a:endParaRPr lang="en-US" dirty="0"/>
          </a:p>
        </p:txBody>
      </p:sp>
      <p:grpSp>
        <p:nvGrpSpPr>
          <p:cNvPr id="4" name="Group 25"/>
          <p:cNvGrpSpPr/>
          <p:nvPr/>
        </p:nvGrpSpPr>
        <p:grpSpPr>
          <a:xfrm>
            <a:off x="832030" y="2763949"/>
            <a:ext cx="1349152" cy="702040"/>
            <a:chOff x="764014" y="1593667"/>
            <a:chExt cx="1408928" cy="702040"/>
          </a:xfrm>
        </p:grpSpPr>
        <p:sp>
          <p:nvSpPr>
            <p:cNvPr id="72"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76"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sp>
        <p:nvSpPr>
          <p:cNvPr id="77" name="Freeform 72"/>
          <p:cNvSpPr>
            <a:spLocks noEditPoints="1"/>
          </p:cNvSpPr>
          <p:nvPr/>
        </p:nvSpPr>
        <p:spPr bwMode="auto">
          <a:xfrm>
            <a:off x="1277280" y="2204873"/>
            <a:ext cx="458652" cy="458652"/>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78"/>
          <p:cNvGrpSpPr/>
          <p:nvPr/>
        </p:nvGrpSpPr>
        <p:grpSpPr>
          <a:xfrm>
            <a:off x="2621031" y="2047669"/>
            <a:ext cx="1809750" cy="2057400"/>
            <a:chOff x="684972" y="1809750"/>
            <a:chExt cx="1809750" cy="2057400"/>
          </a:xfrm>
        </p:grpSpPr>
        <p:sp>
          <p:nvSpPr>
            <p:cNvPr id="80" name="Rectangle 79"/>
            <p:cNvSpPr/>
            <p:nvPr/>
          </p:nvSpPr>
          <p:spPr bwMode="auto">
            <a:xfrm rot="5400000" flipV="1">
              <a:off x="789747" y="1704975"/>
              <a:ext cx="1600200" cy="180975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1" name="Right Triangle 80"/>
            <p:cNvSpPr/>
            <p:nvPr/>
          </p:nvSpPr>
          <p:spPr bwMode="auto">
            <a:xfrm rot="5400000">
              <a:off x="1980372" y="3352800"/>
              <a:ext cx="457200" cy="571500"/>
            </a:xfrm>
            <a:prstGeom prst="rtTriangle">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0" name="Group 25"/>
          <p:cNvGrpSpPr/>
          <p:nvPr/>
        </p:nvGrpSpPr>
        <p:grpSpPr>
          <a:xfrm>
            <a:off x="2851330" y="2763949"/>
            <a:ext cx="1349152" cy="702040"/>
            <a:chOff x="764014" y="1593667"/>
            <a:chExt cx="1408928" cy="702040"/>
          </a:xfrm>
        </p:grpSpPr>
        <p:sp>
          <p:nvSpPr>
            <p:cNvPr id="83"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84"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grpSp>
        <p:nvGrpSpPr>
          <p:cNvPr id="11" name="Group 85"/>
          <p:cNvGrpSpPr/>
          <p:nvPr/>
        </p:nvGrpSpPr>
        <p:grpSpPr>
          <a:xfrm>
            <a:off x="4697895" y="2047669"/>
            <a:ext cx="1809750" cy="2057400"/>
            <a:chOff x="684972" y="1809750"/>
            <a:chExt cx="1809750" cy="2057400"/>
          </a:xfrm>
        </p:grpSpPr>
        <p:sp>
          <p:nvSpPr>
            <p:cNvPr id="87" name="Rectangle 86"/>
            <p:cNvSpPr/>
            <p:nvPr/>
          </p:nvSpPr>
          <p:spPr bwMode="auto">
            <a:xfrm rot="5400000" flipV="1">
              <a:off x="789747" y="1704975"/>
              <a:ext cx="1600200" cy="180975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8" name="Right Triangle 87"/>
            <p:cNvSpPr/>
            <p:nvPr/>
          </p:nvSpPr>
          <p:spPr bwMode="auto">
            <a:xfrm rot="5400000">
              <a:off x="1980372" y="3352800"/>
              <a:ext cx="457200" cy="571500"/>
            </a:xfrm>
            <a:prstGeom prst="rtTriangle">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2" name="Group 25"/>
          <p:cNvGrpSpPr/>
          <p:nvPr/>
        </p:nvGrpSpPr>
        <p:grpSpPr>
          <a:xfrm>
            <a:off x="4928194" y="2763949"/>
            <a:ext cx="1349152" cy="702040"/>
            <a:chOff x="764014" y="1593667"/>
            <a:chExt cx="1408928" cy="702040"/>
          </a:xfrm>
        </p:grpSpPr>
        <p:sp>
          <p:nvSpPr>
            <p:cNvPr id="90"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91"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grpSp>
        <p:nvGrpSpPr>
          <p:cNvPr id="13" name="Group 92"/>
          <p:cNvGrpSpPr/>
          <p:nvPr/>
        </p:nvGrpSpPr>
        <p:grpSpPr>
          <a:xfrm>
            <a:off x="6727548" y="2047669"/>
            <a:ext cx="1809750" cy="2057400"/>
            <a:chOff x="684972" y="1809750"/>
            <a:chExt cx="1809750" cy="2057400"/>
          </a:xfrm>
        </p:grpSpPr>
        <p:sp>
          <p:nvSpPr>
            <p:cNvPr id="94" name="Rectangle 93"/>
            <p:cNvSpPr/>
            <p:nvPr/>
          </p:nvSpPr>
          <p:spPr bwMode="auto">
            <a:xfrm rot="5400000" flipV="1">
              <a:off x="789747" y="1704975"/>
              <a:ext cx="1600200" cy="180975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5" name="Right Triangle 94"/>
            <p:cNvSpPr/>
            <p:nvPr/>
          </p:nvSpPr>
          <p:spPr bwMode="auto">
            <a:xfrm rot="5400000">
              <a:off x="1980372" y="3352800"/>
              <a:ext cx="457200" cy="571500"/>
            </a:xfrm>
            <a:prstGeom prst="rtTriangle">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4" name="Group 25"/>
          <p:cNvGrpSpPr/>
          <p:nvPr/>
        </p:nvGrpSpPr>
        <p:grpSpPr>
          <a:xfrm>
            <a:off x="6957847" y="2763949"/>
            <a:ext cx="1349152" cy="702040"/>
            <a:chOff x="764014" y="1593667"/>
            <a:chExt cx="1408928" cy="702040"/>
          </a:xfrm>
        </p:grpSpPr>
        <p:sp>
          <p:nvSpPr>
            <p:cNvPr id="97"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98"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sp>
        <p:nvSpPr>
          <p:cNvPr id="100" name="Freeform 50"/>
          <p:cNvSpPr>
            <a:spLocks noEditPoints="1"/>
          </p:cNvSpPr>
          <p:nvPr/>
        </p:nvSpPr>
        <p:spPr bwMode="auto">
          <a:xfrm>
            <a:off x="3295571" y="2213966"/>
            <a:ext cx="460670" cy="440466"/>
          </a:xfrm>
          <a:custGeom>
            <a:avLst/>
            <a:gdLst/>
            <a:ahLst/>
            <a:cxnLst>
              <a:cxn ang="0">
                <a:pos x="122" y="44"/>
              </a:cxn>
              <a:cxn ang="0">
                <a:pos x="115" y="38"/>
              </a:cxn>
              <a:cxn ang="0">
                <a:pos x="83" y="33"/>
              </a:cxn>
              <a:cxn ang="0">
                <a:pos x="70" y="5"/>
              </a:cxn>
              <a:cxn ang="0">
                <a:pos x="62" y="0"/>
              </a:cxn>
              <a:cxn ang="0">
                <a:pos x="54" y="5"/>
              </a:cxn>
              <a:cxn ang="0">
                <a:pos x="40" y="33"/>
              </a:cxn>
              <a:cxn ang="0">
                <a:pos x="8" y="38"/>
              </a:cxn>
              <a:cxn ang="0">
                <a:pos x="1" y="44"/>
              </a:cxn>
              <a:cxn ang="0">
                <a:pos x="3" y="53"/>
              </a:cxn>
              <a:cxn ang="0">
                <a:pos x="26" y="76"/>
              </a:cxn>
              <a:cxn ang="0">
                <a:pos x="21" y="108"/>
              </a:cxn>
              <a:cxn ang="0">
                <a:pos x="24" y="117"/>
              </a:cxn>
              <a:cxn ang="0">
                <a:pos x="29" y="118"/>
              </a:cxn>
              <a:cxn ang="0">
                <a:pos x="34" y="117"/>
              </a:cxn>
              <a:cxn ang="0">
                <a:pos x="62" y="102"/>
              </a:cxn>
              <a:cxn ang="0">
                <a:pos x="89" y="117"/>
              </a:cxn>
              <a:cxn ang="0">
                <a:pos x="94" y="118"/>
              </a:cxn>
              <a:cxn ang="0">
                <a:pos x="99" y="117"/>
              </a:cxn>
              <a:cxn ang="0">
                <a:pos x="102" y="108"/>
              </a:cxn>
              <a:cxn ang="0">
                <a:pos x="97" y="76"/>
              </a:cxn>
              <a:cxn ang="0">
                <a:pos x="120" y="53"/>
              </a:cxn>
              <a:cxn ang="0">
                <a:pos x="122" y="44"/>
              </a:cxn>
              <a:cxn ang="0">
                <a:pos x="91" y="70"/>
              </a:cxn>
              <a:cxn ang="0">
                <a:pos x="88" y="77"/>
              </a:cxn>
              <a:cxn ang="0">
                <a:pos x="94" y="110"/>
              </a:cxn>
              <a:cxn ang="0">
                <a:pos x="66" y="95"/>
              </a:cxn>
              <a:cxn ang="0">
                <a:pos x="62" y="94"/>
              </a:cxn>
              <a:cxn ang="0">
                <a:pos x="57" y="95"/>
              </a:cxn>
              <a:cxn ang="0">
                <a:pos x="29" y="110"/>
              </a:cxn>
              <a:cxn ang="0">
                <a:pos x="35" y="77"/>
              </a:cxn>
              <a:cxn ang="0">
                <a:pos x="32" y="70"/>
              </a:cxn>
              <a:cxn ang="0">
                <a:pos x="9" y="47"/>
              </a:cxn>
              <a:cxn ang="0">
                <a:pos x="41" y="42"/>
              </a:cxn>
              <a:cxn ang="0">
                <a:pos x="48" y="37"/>
              </a:cxn>
              <a:cxn ang="0">
                <a:pos x="62" y="8"/>
              </a:cxn>
              <a:cxn ang="0">
                <a:pos x="75" y="37"/>
              </a:cxn>
              <a:cxn ang="0">
                <a:pos x="82" y="42"/>
              </a:cxn>
              <a:cxn ang="0">
                <a:pos x="114" y="47"/>
              </a:cxn>
              <a:cxn ang="0">
                <a:pos x="91" y="70"/>
              </a:cxn>
              <a:cxn ang="0">
                <a:pos x="91" y="70"/>
              </a:cxn>
              <a:cxn ang="0">
                <a:pos x="91" y="70"/>
              </a:cxn>
            </a:cxnLst>
            <a:rect l="0" t="0" r="r" b="b"/>
            <a:pathLst>
              <a:path w="124" h="118">
                <a:moveTo>
                  <a:pt x="122" y="44"/>
                </a:moveTo>
                <a:cubicBezTo>
                  <a:pt x="121" y="41"/>
                  <a:pt x="119" y="39"/>
                  <a:pt x="115" y="38"/>
                </a:cubicBezTo>
                <a:cubicBezTo>
                  <a:pt x="83" y="33"/>
                  <a:pt x="83" y="33"/>
                  <a:pt x="83" y="33"/>
                </a:cubicBezTo>
                <a:cubicBezTo>
                  <a:pt x="70" y="5"/>
                  <a:pt x="70" y="5"/>
                  <a:pt x="70" y="5"/>
                </a:cubicBezTo>
                <a:cubicBezTo>
                  <a:pt x="68" y="1"/>
                  <a:pt x="65" y="0"/>
                  <a:pt x="62" y="0"/>
                </a:cubicBezTo>
                <a:cubicBezTo>
                  <a:pt x="58" y="0"/>
                  <a:pt x="55" y="1"/>
                  <a:pt x="54" y="5"/>
                </a:cubicBezTo>
                <a:cubicBezTo>
                  <a:pt x="40" y="33"/>
                  <a:pt x="40" y="33"/>
                  <a:pt x="40" y="33"/>
                </a:cubicBezTo>
                <a:cubicBezTo>
                  <a:pt x="8" y="38"/>
                  <a:pt x="8" y="38"/>
                  <a:pt x="8" y="38"/>
                </a:cubicBezTo>
                <a:cubicBezTo>
                  <a:pt x="4" y="39"/>
                  <a:pt x="2" y="41"/>
                  <a:pt x="1" y="44"/>
                </a:cubicBezTo>
                <a:cubicBezTo>
                  <a:pt x="0" y="47"/>
                  <a:pt x="0" y="50"/>
                  <a:pt x="3" y="53"/>
                </a:cubicBezTo>
                <a:cubicBezTo>
                  <a:pt x="26" y="76"/>
                  <a:pt x="26" y="76"/>
                  <a:pt x="26" y="76"/>
                </a:cubicBezTo>
                <a:cubicBezTo>
                  <a:pt x="21" y="108"/>
                  <a:pt x="21" y="108"/>
                  <a:pt x="21" y="108"/>
                </a:cubicBezTo>
                <a:cubicBezTo>
                  <a:pt x="20" y="112"/>
                  <a:pt x="22" y="115"/>
                  <a:pt x="24" y="117"/>
                </a:cubicBezTo>
                <a:cubicBezTo>
                  <a:pt x="26" y="118"/>
                  <a:pt x="28" y="118"/>
                  <a:pt x="29" y="118"/>
                </a:cubicBezTo>
                <a:cubicBezTo>
                  <a:pt x="31" y="118"/>
                  <a:pt x="32" y="118"/>
                  <a:pt x="34" y="117"/>
                </a:cubicBezTo>
                <a:cubicBezTo>
                  <a:pt x="62" y="102"/>
                  <a:pt x="62" y="102"/>
                  <a:pt x="62" y="102"/>
                </a:cubicBezTo>
                <a:cubicBezTo>
                  <a:pt x="89" y="117"/>
                  <a:pt x="89" y="117"/>
                  <a:pt x="89" y="117"/>
                </a:cubicBezTo>
                <a:cubicBezTo>
                  <a:pt x="91" y="118"/>
                  <a:pt x="92" y="118"/>
                  <a:pt x="94" y="118"/>
                </a:cubicBezTo>
                <a:cubicBezTo>
                  <a:pt x="96" y="118"/>
                  <a:pt x="97" y="118"/>
                  <a:pt x="99" y="117"/>
                </a:cubicBezTo>
                <a:cubicBezTo>
                  <a:pt x="102" y="115"/>
                  <a:pt x="103" y="112"/>
                  <a:pt x="102" y="108"/>
                </a:cubicBezTo>
                <a:cubicBezTo>
                  <a:pt x="97" y="76"/>
                  <a:pt x="97" y="76"/>
                  <a:pt x="97" y="76"/>
                </a:cubicBezTo>
                <a:cubicBezTo>
                  <a:pt x="120" y="53"/>
                  <a:pt x="120" y="53"/>
                  <a:pt x="120" y="53"/>
                </a:cubicBezTo>
                <a:cubicBezTo>
                  <a:pt x="123" y="50"/>
                  <a:pt x="124" y="47"/>
                  <a:pt x="122" y="44"/>
                </a:cubicBezTo>
                <a:close/>
                <a:moveTo>
                  <a:pt x="91" y="70"/>
                </a:moveTo>
                <a:cubicBezTo>
                  <a:pt x="89" y="72"/>
                  <a:pt x="88" y="75"/>
                  <a:pt x="88" y="77"/>
                </a:cubicBezTo>
                <a:cubicBezTo>
                  <a:pt x="94" y="110"/>
                  <a:pt x="94" y="110"/>
                  <a:pt x="94" y="110"/>
                </a:cubicBezTo>
                <a:cubicBezTo>
                  <a:pt x="66" y="95"/>
                  <a:pt x="66" y="95"/>
                  <a:pt x="66" y="95"/>
                </a:cubicBezTo>
                <a:cubicBezTo>
                  <a:pt x="65" y="94"/>
                  <a:pt x="63" y="94"/>
                  <a:pt x="62" y="94"/>
                </a:cubicBezTo>
                <a:cubicBezTo>
                  <a:pt x="60" y="94"/>
                  <a:pt x="59" y="94"/>
                  <a:pt x="57" y="95"/>
                </a:cubicBezTo>
                <a:cubicBezTo>
                  <a:pt x="29" y="110"/>
                  <a:pt x="29" y="110"/>
                  <a:pt x="29" y="110"/>
                </a:cubicBezTo>
                <a:cubicBezTo>
                  <a:pt x="35" y="77"/>
                  <a:pt x="35" y="77"/>
                  <a:pt x="35" y="77"/>
                </a:cubicBezTo>
                <a:cubicBezTo>
                  <a:pt x="35" y="75"/>
                  <a:pt x="34" y="72"/>
                  <a:pt x="32" y="70"/>
                </a:cubicBezTo>
                <a:cubicBezTo>
                  <a:pt x="9" y="47"/>
                  <a:pt x="9" y="47"/>
                  <a:pt x="9" y="47"/>
                </a:cubicBezTo>
                <a:cubicBezTo>
                  <a:pt x="41" y="42"/>
                  <a:pt x="41" y="42"/>
                  <a:pt x="41" y="42"/>
                </a:cubicBezTo>
                <a:cubicBezTo>
                  <a:pt x="44" y="41"/>
                  <a:pt x="46" y="40"/>
                  <a:pt x="48" y="37"/>
                </a:cubicBezTo>
                <a:cubicBezTo>
                  <a:pt x="62" y="8"/>
                  <a:pt x="62" y="8"/>
                  <a:pt x="62" y="8"/>
                </a:cubicBezTo>
                <a:cubicBezTo>
                  <a:pt x="75" y="37"/>
                  <a:pt x="75" y="37"/>
                  <a:pt x="75" y="37"/>
                </a:cubicBezTo>
                <a:cubicBezTo>
                  <a:pt x="77" y="40"/>
                  <a:pt x="79" y="41"/>
                  <a:pt x="82" y="42"/>
                </a:cubicBezTo>
                <a:cubicBezTo>
                  <a:pt x="114" y="47"/>
                  <a:pt x="114" y="47"/>
                  <a:pt x="114" y="47"/>
                </a:cubicBezTo>
                <a:lnTo>
                  <a:pt x="91" y="70"/>
                </a:lnTo>
                <a:close/>
                <a:moveTo>
                  <a:pt x="91" y="70"/>
                </a:moveTo>
                <a:cubicBezTo>
                  <a:pt x="91" y="70"/>
                  <a:pt x="91" y="70"/>
                  <a:pt x="91" y="7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 name="Group 100"/>
          <p:cNvGrpSpPr/>
          <p:nvPr/>
        </p:nvGrpSpPr>
        <p:grpSpPr>
          <a:xfrm>
            <a:off x="5373444" y="2204873"/>
            <a:ext cx="458652" cy="458652"/>
            <a:chOff x="8780463" y="1906588"/>
            <a:chExt cx="360363" cy="360363"/>
          </a:xfrm>
          <a:solidFill>
            <a:schemeClr val="bg1"/>
          </a:solidFill>
        </p:grpSpPr>
        <p:sp>
          <p:nvSpPr>
            <p:cNvPr id="102"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08" name="Freeform 144"/>
          <p:cNvSpPr>
            <a:spLocks noEditPoints="1"/>
          </p:cNvSpPr>
          <p:nvPr/>
        </p:nvSpPr>
        <p:spPr bwMode="auto">
          <a:xfrm>
            <a:off x="7398047" y="2204873"/>
            <a:ext cx="468752" cy="458652"/>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 name="Group 43"/>
          <p:cNvGrpSpPr/>
          <p:nvPr/>
        </p:nvGrpSpPr>
        <p:grpSpPr>
          <a:xfrm>
            <a:off x="4213508" y="2652279"/>
            <a:ext cx="434546" cy="434542"/>
            <a:chOff x="618873" y="1239440"/>
            <a:chExt cx="650476" cy="650470"/>
          </a:xfrm>
        </p:grpSpPr>
        <p:sp>
          <p:nvSpPr>
            <p:cNvPr id="113" name="Oval 112"/>
            <p:cNvSpPr/>
            <p:nvPr/>
          </p:nvSpPr>
          <p:spPr>
            <a:xfrm>
              <a:off x="618873" y="1239440"/>
              <a:ext cx="650476" cy="65047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14"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7" name="Group 43"/>
          <p:cNvGrpSpPr/>
          <p:nvPr/>
        </p:nvGrpSpPr>
        <p:grpSpPr>
          <a:xfrm>
            <a:off x="6253660" y="2652279"/>
            <a:ext cx="434546" cy="434542"/>
            <a:chOff x="618873" y="1239440"/>
            <a:chExt cx="650476" cy="650470"/>
          </a:xfrm>
        </p:grpSpPr>
        <p:sp>
          <p:nvSpPr>
            <p:cNvPr id="116" name="Oval 115"/>
            <p:cNvSpPr/>
            <p:nvPr/>
          </p:nvSpPr>
          <p:spPr>
            <a:xfrm>
              <a:off x="618873" y="1239440"/>
              <a:ext cx="650476" cy="650470"/>
            </a:xfrm>
            <a:prstGeom prst="ellipse">
              <a:avLst/>
            </a:prstGeom>
            <a:solidFill>
              <a:schemeClr val="accent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17"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8" name="Arc 117"/>
          <p:cNvSpPr/>
          <p:nvPr/>
        </p:nvSpPr>
        <p:spPr>
          <a:xfrm rot="19051047">
            <a:off x="1785578" y="1537928"/>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9" name="Arc 118"/>
          <p:cNvSpPr/>
          <p:nvPr/>
        </p:nvSpPr>
        <p:spPr>
          <a:xfrm rot="19051047">
            <a:off x="3740894" y="1537929"/>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0" name="Arc 119"/>
          <p:cNvSpPr/>
          <p:nvPr/>
        </p:nvSpPr>
        <p:spPr>
          <a:xfrm rot="19051047">
            <a:off x="5798294" y="1537929"/>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77"/>
                                        </p:tgtEl>
                                        <p:attrNameLst>
                                          <p:attrName>style.visibility</p:attrName>
                                        </p:attrNameLst>
                                      </p:cBhvr>
                                      <p:to>
                                        <p:strVal val="visible"/>
                                      </p:to>
                                    </p:set>
                                    <p:anim calcmode="lin" valueType="num">
                                      <p:cBhvr>
                                        <p:cTn id="12" dur="500" fill="hold"/>
                                        <p:tgtEl>
                                          <p:spTgt spid="77"/>
                                        </p:tgtEl>
                                        <p:attrNameLst>
                                          <p:attrName>ppt_w</p:attrName>
                                        </p:attrNameLst>
                                      </p:cBhvr>
                                      <p:tavLst>
                                        <p:tav tm="0">
                                          <p:val>
                                            <p:fltVal val="0"/>
                                          </p:val>
                                        </p:tav>
                                        <p:tav tm="100000">
                                          <p:val>
                                            <p:strVal val="#ppt_w"/>
                                          </p:val>
                                        </p:tav>
                                      </p:tavLst>
                                    </p:anim>
                                    <p:anim calcmode="lin" valueType="num">
                                      <p:cBhvr>
                                        <p:cTn id="13" dur="500" fill="hold"/>
                                        <p:tgtEl>
                                          <p:spTgt spid="77"/>
                                        </p:tgtEl>
                                        <p:attrNameLst>
                                          <p:attrName>ppt_h</p:attrName>
                                        </p:attrNameLst>
                                      </p:cBhvr>
                                      <p:tavLst>
                                        <p:tav tm="0">
                                          <p:val>
                                            <p:fltVal val="0"/>
                                          </p:val>
                                        </p:tav>
                                        <p:tav tm="100000">
                                          <p:val>
                                            <p:strVal val="#ppt_h"/>
                                          </p:val>
                                        </p:tav>
                                      </p:tavLst>
                                    </p:anim>
                                    <p:animEffect transition="in" filter="fade">
                                      <p:cBhvr>
                                        <p:cTn id="14" dur="500"/>
                                        <p:tgtEl>
                                          <p:spTgt spid="77"/>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down)">
                                      <p:cBhvr>
                                        <p:cTn id="18" dur="500"/>
                                        <p:tgtEl>
                                          <p:spTgt spid="4"/>
                                        </p:tgtEl>
                                      </p:cBhvr>
                                    </p:animEffect>
                                  </p:childTnLst>
                                </p:cTn>
                              </p:par>
                            </p:childTnLst>
                          </p:cTn>
                        </p:par>
                        <p:par>
                          <p:cTn id="19" fill="hold">
                            <p:stCondLst>
                              <p:cond delay="1500"/>
                            </p:stCondLst>
                            <p:childTnLst>
                              <p:par>
                                <p:cTn id="20" presetID="53" presetClass="entr" presetSubtype="0"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500" fill="hold"/>
                                        <p:tgtEl>
                                          <p:spTgt spid="3"/>
                                        </p:tgtEl>
                                        <p:attrNameLst>
                                          <p:attrName>ppt_w</p:attrName>
                                        </p:attrNameLst>
                                      </p:cBhvr>
                                      <p:tavLst>
                                        <p:tav tm="0">
                                          <p:val>
                                            <p:fltVal val="0"/>
                                          </p:val>
                                        </p:tav>
                                        <p:tav tm="100000">
                                          <p:val>
                                            <p:strVal val="#ppt_w"/>
                                          </p:val>
                                        </p:tav>
                                      </p:tavLst>
                                    </p:anim>
                                    <p:anim calcmode="lin" valueType="num">
                                      <p:cBhvr>
                                        <p:cTn id="23" dur="500" fill="hold"/>
                                        <p:tgtEl>
                                          <p:spTgt spid="3"/>
                                        </p:tgtEl>
                                        <p:attrNameLst>
                                          <p:attrName>ppt_h</p:attrName>
                                        </p:attrNameLst>
                                      </p:cBhvr>
                                      <p:tavLst>
                                        <p:tav tm="0">
                                          <p:val>
                                            <p:fltVal val="0"/>
                                          </p:val>
                                        </p:tav>
                                        <p:tav tm="100000">
                                          <p:val>
                                            <p:strVal val="#ppt_h"/>
                                          </p:val>
                                        </p:tav>
                                      </p:tavLst>
                                    </p:anim>
                                    <p:animEffect transition="in" filter="fade">
                                      <p:cBhvr>
                                        <p:cTn id="24" dur="500"/>
                                        <p:tgtEl>
                                          <p:spTgt spid="3"/>
                                        </p:tgtEl>
                                      </p:cBhvr>
                                    </p:animEffect>
                                  </p:childTnLst>
                                </p:cTn>
                              </p:par>
                            </p:childTnLst>
                          </p:cTn>
                        </p:par>
                        <p:par>
                          <p:cTn id="25" fill="hold">
                            <p:stCondLst>
                              <p:cond delay="2000"/>
                            </p:stCondLst>
                            <p:childTnLst>
                              <p:par>
                                <p:cTn id="26" presetID="2" presetClass="entr" presetSubtype="4" accel="50000" decel="50000"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ppt_x"/>
                                          </p:val>
                                        </p:tav>
                                        <p:tav tm="100000">
                                          <p:val>
                                            <p:strVal val="#ppt_x"/>
                                          </p:val>
                                        </p:tav>
                                      </p:tavLst>
                                    </p:anim>
                                    <p:anim calcmode="lin" valueType="num">
                                      <p:cBhvr additive="base">
                                        <p:cTn id="29" dur="500" fill="hold"/>
                                        <p:tgtEl>
                                          <p:spTgt spid="5"/>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100"/>
                                        </p:tgtEl>
                                        <p:attrNameLst>
                                          <p:attrName>style.visibility</p:attrName>
                                        </p:attrNameLst>
                                      </p:cBhvr>
                                      <p:to>
                                        <p:strVal val="visible"/>
                                      </p:to>
                                    </p:set>
                                    <p:anim calcmode="lin" valueType="num">
                                      <p:cBhvr>
                                        <p:cTn id="33" dur="500" fill="hold"/>
                                        <p:tgtEl>
                                          <p:spTgt spid="100"/>
                                        </p:tgtEl>
                                        <p:attrNameLst>
                                          <p:attrName>ppt_w</p:attrName>
                                        </p:attrNameLst>
                                      </p:cBhvr>
                                      <p:tavLst>
                                        <p:tav tm="0">
                                          <p:val>
                                            <p:fltVal val="0"/>
                                          </p:val>
                                        </p:tav>
                                        <p:tav tm="100000">
                                          <p:val>
                                            <p:strVal val="#ppt_w"/>
                                          </p:val>
                                        </p:tav>
                                      </p:tavLst>
                                    </p:anim>
                                    <p:anim calcmode="lin" valueType="num">
                                      <p:cBhvr>
                                        <p:cTn id="34" dur="500" fill="hold"/>
                                        <p:tgtEl>
                                          <p:spTgt spid="100"/>
                                        </p:tgtEl>
                                        <p:attrNameLst>
                                          <p:attrName>ppt_h</p:attrName>
                                        </p:attrNameLst>
                                      </p:cBhvr>
                                      <p:tavLst>
                                        <p:tav tm="0">
                                          <p:val>
                                            <p:fltVal val="0"/>
                                          </p:val>
                                        </p:tav>
                                        <p:tav tm="100000">
                                          <p:val>
                                            <p:strVal val="#ppt_h"/>
                                          </p:val>
                                        </p:tav>
                                      </p:tavLst>
                                    </p:anim>
                                    <p:animEffect transition="in" filter="fade">
                                      <p:cBhvr>
                                        <p:cTn id="35" dur="500"/>
                                        <p:tgtEl>
                                          <p:spTgt spid="100"/>
                                        </p:tgtEl>
                                      </p:cBhvr>
                                    </p:animEffect>
                                  </p:childTnLst>
                                </p:cTn>
                              </p:par>
                            </p:childTnLst>
                          </p:cTn>
                        </p:par>
                        <p:par>
                          <p:cTn id="36" fill="hold">
                            <p:stCondLst>
                              <p:cond delay="3000"/>
                            </p:stCondLst>
                            <p:childTnLst>
                              <p:par>
                                <p:cTn id="37" presetID="22" presetClass="entr" presetSubtype="4"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down)">
                                      <p:cBhvr>
                                        <p:cTn id="39" dur="500"/>
                                        <p:tgtEl>
                                          <p:spTgt spid="10"/>
                                        </p:tgtEl>
                                      </p:cBhvr>
                                    </p:animEffect>
                                  </p:childTnLst>
                                </p:cTn>
                              </p:par>
                            </p:childTnLst>
                          </p:cTn>
                        </p:par>
                        <p:par>
                          <p:cTn id="40" fill="hold">
                            <p:stCondLst>
                              <p:cond delay="3500"/>
                            </p:stCondLst>
                            <p:childTnLst>
                              <p:par>
                                <p:cTn id="41" presetID="53" presetClass="entr" presetSubtype="0" fill="hold" nodeType="after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p:cTn id="43" dur="500" fill="hold"/>
                                        <p:tgtEl>
                                          <p:spTgt spid="16"/>
                                        </p:tgtEl>
                                        <p:attrNameLst>
                                          <p:attrName>ppt_w</p:attrName>
                                        </p:attrNameLst>
                                      </p:cBhvr>
                                      <p:tavLst>
                                        <p:tav tm="0">
                                          <p:val>
                                            <p:fltVal val="0"/>
                                          </p:val>
                                        </p:tav>
                                        <p:tav tm="100000">
                                          <p:val>
                                            <p:strVal val="#ppt_w"/>
                                          </p:val>
                                        </p:tav>
                                      </p:tavLst>
                                    </p:anim>
                                    <p:anim calcmode="lin" valueType="num">
                                      <p:cBhvr>
                                        <p:cTn id="44" dur="500" fill="hold"/>
                                        <p:tgtEl>
                                          <p:spTgt spid="16"/>
                                        </p:tgtEl>
                                        <p:attrNameLst>
                                          <p:attrName>ppt_h</p:attrName>
                                        </p:attrNameLst>
                                      </p:cBhvr>
                                      <p:tavLst>
                                        <p:tav tm="0">
                                          <p:val>
                                            <p:fltVal val="0"/>
                                          </p:val>
                                        </p:tav>
                                        <p:tav tm="100000">
                                          <p:val>
                                            <p:strVal val="#ppt_h"/>
                                          </p:val>
                                        </p:tav>
                                      </p:tavLst>
                                    </p:anim>
                                    <p:animEffect transition="in" filter="fade">
                                      <p:cBhvr>
                                        <p:cTn id="45" dur="500"/>
                                        <p:tgtEl>
                                          <p:spTgt spid="16"/>
                                        </p:tgtEl>
                                      </p:cBhvr>
                                    </p:animEffect>
                                  </p:childTnLst>
                                </p:cTn>
                              </p:par>
                            </p:childTnLst>
                          </p:cTn>
                        </p:par>
                        <p:par>
                          <p:cTn id="46" fill="hold">
                            <p:stCondLst>
                              <p:cond delay="4000"/>
                            </p:stCondLst>
                            <p:childTnLst>
                              <p:par>
                                <p:cTn id="47" presetID="2" presetClass="entr" presetSubtype="4" accel="50000" decel="50000" fill="hold" nodeType="after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500" fill="hold"/>
                                        <p:tgtEl>
                                          <p:spTgt spid="11"/>
                                        </p:tgtEl>
                                        <p:attrNameLst>
                                          <p:attrName>ppt_x</p:attrName>
                                        </p:attrNameLst>
                                      </p:cBhvr>
                                      <p:tavLst>
                                        <p:tav tm="0">
                                          <p:val>
                                            <p:strVal val="#ppt_x"/>
                                          </p:val>
                                        </p:tav>
                                        <p:tav tm="100000">
                                          <p:val>
                                            <p:strVal val="#ppt_x"/>
                                          </p:val>
                                        </p:tav>
                                      </p:tavLst>
                                    </p:anim>
                                    <p:anim calcmode="lin" valueType="num">
                                      <p:cBhvr additive="base">
                                        <p:cTn id="50" dur="500" fill="hold"/>
                                        <p:tgtEl>
                                          <p:spTgt spid="11"/>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53" presetClass="entr" presetSubtype="0"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p:cTn id="54" dur="500" fill="hold"/>
                                        <p:tgtEl>
                                          <p:spTgt spid="15"/>
                                        </p:tgtEl>
                                        <p:attrNameLst>
                                          <p:attrName>ppt_w</p:attrName>
                                        </p:attrNameLst>
                                      </p:cBhvr>
                                      <p:tavLst>
                                        <p:tav tm="0">
                                          <p:val>
                                            <p:fltVal val="0"/>
                                          </p:val>
                                        </p:tav>
                                        <p:tav tm="100000">
                                          <p:val>
                                            <p:strVal val="#ppt_w"/>
                                          </p:val>
                                        </p:tav>
                                      </p:tavLst>
                                    </p:anim>
                                    <p:anim calcmode="lin" valueType="num">
                                      <p:cBhvr>
                                        <p:cTn id="55" dur="500" fill="hold"/>
                                        <p:tgtEl>
                                          <p:spTgt spid="15"/>
                                        </p:tgtEl>
                                        <p:attrNameLst>
                                          <p:attrName>ppt_h</p:attrName>
                                        </p:attrNameLst>
                                      </p:cBhvr>
                                      <p:tavLst>
                                        <p:tav tm="0">
                                          <p:val>
                                            <p:fltVal val="0"/>
                                          </p:val>
                                        </p:tav>
                                        <p:tav tm="100000">
                                          <p:val>
                                            <p:strVal val="#ppt_h"/>
                                          </p:val>
                                        </p:tav>
                                      </p:tavLst>
                                    </p:anim>
                                    <p:animEffect transition="in" filter="fade">
                                      <p:cBhvr>
                                        <p:cTn id="56" dur="500"/>
                                        <p:tgtEl>
                                          <p:spTgt spid="15"/>
                                        </p:tgtEl>
                                      </p:cBhvr>
                                    </p:animEffect>
                                  </p:childTnLst>
                                </p:cTn>
                              </p:par>
                            </p:childTnLst>
                          </p:cTn>
                        </p:par>
                        <p:par>
                          <p:cTn id="57" fill="hold">
                            <p:stCondLst>
                              <p:cond delay="5000"/>
                            </p:stCondLst>
                            <p:childTnLst>
                              <p:par>
                                <p:cTn id="58" presetID="22" presetClass="entr" presetSubtype="4" fill="hold" nodeType="afterEffect">
                                  <p:stCondLst>
                                    <p:cond delay="0"/>
                                  </p:stCondLst>
                                  <p:childTnLst>
                                    <p:set>
                                      <p:cBhvr>
                                        <p:cTn id="59" dur="1" fill="hold">
                                          <p:stCondLst>
                                            <p:cond delay="0"/>
                                          </p:stCondLst>
                                        </p:cTn>
                                        <p:tgtEl>
                                          <p:spTgt spid="12"/>
                                        </p:tgtEl>
                                        <p:attrNameLst>
                                          <p:attrName>style.visibility</p:attrName>
                                        </p:attrNameLst>
                                      </p:cBhvr>
                                      <p:to>
                                        <p:strVal val="visible"/>
                                      </p:to>
                                    </p:set>
                                    <p:animEffect transition="in" filter="wipe(down)">
                                      <p:cBhvr>
                                        <p:cTn id="60" dur="500"/>
                                        <p:tgtEl>
                                          <p:spTgt spid="12"/>
                                        </p:tgtEl>
                                      </p:cBhvr>
                                    </p:animEffect>
                                  </p:childTnLst>
                                </p:cTn>
                              </p:par>
                            </p:childTnLst>
                          </p:cTn>
                        </p:par>
                        <p:par>
                          <p:cTn id="61" fill="hold">
                            <p:stCondLst>
                              <p:cond delay="5500"/>
                            </p:stCondLst>
                            <p:childTnLst>
                              <p:par>
                                <p:cTn id="62" presetID="53" presetClass="entr" presetSubtype="0" fill="hold" nodeType="afterEffect">
                                  <p:stCondLst>
                                    <p:cond delay="0"/>
                                  </p:stCondLst>
                                  <p:childTnLst>
                                    <p:set>
                                      <p:cBhvr>
                                        <p:cTn id="63" dur="1" fill="hold">
                                          <p:stCondLst>
                                            <p:cond delay="0"/>
                                          </p:stCondLst>
                                        </p:cTn>
                                        <p:tgtEl>
                                          <p:spTgt spid="17"/>
                                        </p:tgtEl>
                                        <p:attrNameLst>
                                          <p:attrName>style.visibility</p:attrName>
                                        </p:attrNameLst>
                                      </p:cBhvr>
                                      <p:to>
                                        <p:strVal val="visible"/>
                                      </p:to>
                                    </p:set>
                                    <p:anim calcmode="lin" valueType="num">
                                      <p:cBhvr>
                                        <p:cTn id="64" dur="500" fill="hold"/>
                                        <p:tgtEl>
                                          <p:spTgt spid="17"/>
                                        </p:tgtEl>
                                        <p:attrNameLst>
                                          <p:attrName>ppt_w</p:attrName>
                                        </p:attrNameLst>
                                      </p:cBhvr>
                                      <p:tavLst>
                                        <p:tav tm="0">
                                          <p:val>
                                            <p:fltVal val="0"/>
                                          </p:val>
                                        </p:tav>
                                        <p:tav tm="100000">
                                          <p:val>
                                            <p:strVal val="#ppt_w"/>
                                          </p:val>
                                        </p:tav>
                                      </p:tavLst>
                                    </p:anim>
                                    <p:anim calcmode="lin" valueType="num">
                                      <p:cBhvr>
                                        <p:cTn id="65" dur="500" fill="hold"/>
                                        <p:tgtEl>
                                          <p:spTgt spid="17"/>
                                        </p:tgtEl>
                                        <p:attrNameLst>
                                          <p:attrName>ppt_h</p:attrName>
                                        </p:attrNameLst>
                                      </p:cBhvr>
                                      <p:tavLst>
                                        <p:tav tm="0">
                                          <p:val>
                                            <p:fltVal val="0"/>
                                          </p:val>
                                        </p:tav>
                                        <p:tav tm="100000">
                                          <p:val>
                                            <p:strVal val="#ppt_h"/>
                                          </p:val>
                                        </p:tav>
                                      </p:tavLst>
                                    </p:anim>
                                    <p:animEffect transition="in" filter="fade">
                                      <p:cBhvr>
                                        <p:cTn id="66" dur="500"/>
                                        <p:tgtEl>
                                          <p:spTgt spid="17"/>
                                        </p:tgtEl>
                                      </p:cBhvr>
                                    </p:animEffect>
                                  </p:childTnLst>
                                </p:cTn>
                              </p:par>
                            </p:childTnLst>
                          </p:cTn>
                        </p:par>
                        <p:par>
                          <p:cTn id="67" fill="hold">
                            <p:stCondLst>
                              <p:cond delay="6000"/>
                            </p:stCondLst>
                            <p:childTnLst>
                              <p:par>
                                <p:cTn id="68" presetID="2" presetClass="entr" presetSubtype="4" accel="50000" decel="50000" fill="hold" nodeType="after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 fill="hold"/>
                                        <p:tgtEl>
                                          <p:spTgt spid="13"/>
                                        </p:tgtEl>
                                        <p:attrNameLst>
                                          <p:attrName>ppt_x</p:attrName>
                                        </p:attrNameLst>
                                      </p:cBhvr>
                                      <p:tavLst>
                                        <p:tav tm="0">
                                          <p:val>
                                            <p:strVal val="#ppt_x"/>
                                          </p:val>
                                        </p:tav>
                                        <p:tav tm="100000">
                                          <p:val>
                                            <p:strVal val="#ppt_x"/>
                                          </p:val>
                                        </p:tav>
                                      </p:tavLst>
                                    </p:anim>
                                    <p:anim calcmode="lin" valueType="num">
                                      <p:cBhvr additive="base">
                                        <p:cTn id="71" dur="500" fill="hold"/>
                                        <p:tgtEl>
                                          <p:spTgt spid="13"/>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53" presetClass="entr" presetSubtype="0" fill="hold" grpId="0" nodeType="afterEffect">
                                  <p:stCondLst>
                                    <p:cond delay="0"/>
                                  </p:stCondLst>
                                  <p:childTnLst>
                                    <p:set>
                                      <p:cBhvr>
                                        <p:cTn id="74" dur="1" fill="hold">
                                          <p:stCondLst>
                                            <p:cond delay="0"/>
                                          </p:stCondLst>
                                        </p:cTn>
                                        <p:tgtEl>
                                          <p:spTgt spid="108"/>
                                        </p:tgtEl>
                                        <p:attrNameLst>
                                          <p:attrName>style.visibility</p:attrName>
                                        </p:attrNameLst>
                                      </p:cBhvr>
                                      <p:to>
                                        <p:strVal val="visible"/>
                                      </p:to>
                                    </p:set>
                                    <p:anim calcmode="lin" valueType="num">
                                      <p:cBhvr>
                                        <p:cTn id="75" dur="500" fill="hold"/>
                                        <p:tgtEl>
                                          <p:spTgt spid="108"/>
                                        </p:tgtEl>
                                        <p:attrNameLst>
                                          <p:attrName>ppt_w</p:attrName>
                                        </p:attrNameLst>
                                      </p:cBhvr>
                                      <p:tavLst>
                                        <p:tav tm="0">
                                          <p:val>
                                            <p:fltVal val="0"/>
                                          </p:val>
                                        </p:tav>
                                        <p:tav tm="100000">
                                          <p:val>
                                            <p:strVal val="#ppt_w"/>
                                          </p:val>
                                        </p:tav>
                                      </p:tavLst>
                                    </p:anim>
                                    <p:anim calcmode="lin" valueType="num">
                                      <p:cBhvr>
                                        <p:cTn id="76" dur="500" fill="hold"/>
                                        <p:tgtEl>
                                          <p:spTgt spid="108"/>
                                        </p:tgtEl>
                                        <p:attrNameLst>
                                          <p:attrName>ppt_h</p:attrName>
                                        </p:attrNameLst>
                                      </p:cBhvr>
                                      <p:tavLst>
                                        <p:tav tm="0">
                                          <p:val>
                                            <p:fltVal val="0"/>
                                          </p:val>
                                        </p:tav>
                                        <p:tav tm="100000">
                                          <p:val>
                                            <p:strVal val="#ppt_h"/>
                                          </p:val>
                                        </p:tav>
                                      </p:tavLst>
                                    </p:anim>
                                    <p:animEffect transition="in" filter="fade">
                                      <p:cBhvr>
                                        <p:cTn id="77" dur="500"/>
                                        <p:tgtEl>
                                          <p:spTgt spid="108"/>
                                        </p:tgtEl>
                                      </p:cBhvr>
                                    </p:animEffect>
                                  </p:childTnLst>
                                </p:cTn>
                              </p:par>
                            </p:childTnLst>
                          </p:cTn>
                        </p:par>
                        <p:par>
                          <p:cTn id="78" fill="hold">
                            <p:stCondLst>
                              <p:cond delay="7000"/>
                            </p:stCondLst>
                            <p:childTnLst>
                              <p:par>
                                <p:cTn id="79" presetID="22" presetClass="entr" presetSubtype="4" fill="hold" nodeType="afterEffect">
                                  <p:stCondLst>
                                    <p:cond delay="0"/>
                                  </p:stCondLst>
                                  <p:childTnLst>
                                    <p:set>
                                      <p:cBhvr>
                                        <p:cTn id="80" dur="1" fill="hold">
                                          <p:stCondLst>
                                            <p:cond delay="0"/>
                                          </p:stCondLst>
                                        </p:cTn>
                                        <p:tgtEl>
                                          <p:spTgt spid="14"/>
                                        </p:tgtEl>
                                        <p:attrNameLst>
                                          <p:attrName>style.visibility</p:attrName>
                                        </p:attrNameLst>
                                      </p:cBhvr>
                                      <p:to>
                                        <p:strVal val="visible"/>
                                      </p:to>
                                    </p:set>
                                    <p:animEffect transition="in" filter="wipe(down)">
                                      <p:cBhvr>
                                        <p:cTn id="81" dur="500"/>
                                        <p:tgtEl>
                                          <p:spTgt spid="14"/>
                                        </p:tgtEl>
                                      </p:cBhvr>
                                    </p:animEffect>
                                  </p:childTnLst>
                                </p:cTn>
                              </p:par>
                            </p:childTnLst>
                          </p:cTn>
                        </p:par>
                        <p:par>
                          <p:cTn id="82" fill="hold">
                            <p:stCondLst>
                              <p:cond delay="7500"/>
                            </p:stCondLst>
                            <p:childTnLst>
                              <p:par>
                                <p:cTn id="83" presetID="18" presetClass="entr" presetSubtype="6" fill="hold" grpId="0" nodeType="afterEffect">
                                  <p:stCondLst>
                                    <p:cond delay="0"/>
                                  </p:stCondLst>
                                  <p:childTnLst>
                                    <p:set>
                                      <p:cBhvr>
                                        <p:cTn id="84" dur="1" fill="hold">
                                          <p:stCondLst>
                                            <p:cond delay="0"/>
                                          </p:stCondLst>
                                        </p:cTn>
                                        <p:tgtEl>
                                          <p:spTgt spid="118"/>
                                        </p:tgtEl>
                                        <p:attrNameLst>
                                          <p:attrName>style.visibility</p:attrName>
                                        </p:attrNameLst>
                                      </p:cBhvr>
                                      <p:to>
                                        <p:strVal val="visible"/>
                                      </p:to>
                                    </p:set>
                                    <p:animEffect transition="in" filter="strips(downRight)">
                                      <p:cBhvr>
                                        <p:cTn id="85" dur="500"/>
                                        <p:tgtEl>
                                          <p:spTgt spid="118"/>
                                        </p:tgtEl>
                                      </p:cBhvr>
                                    </p:animEffect>
                                  </p:childTnLst>
                                </p:cTn>
                              </p:par>
                            </p:childTnLst>
                          </p:cTn>
                        </p:par>
                        <p:par>
                          <p:cTn id="86" fill="hold">
                            <p:stCondLst>
                              <p:cond delay="8000"/>
                            </p:stCondLst>
                            <p:childTnLst>
                              <p:par>
                                <p:cTn id="87" presetID="18" presetClass="entr" presetSubtype="6" fill="hold" grpId="0" nodeType="afterEffect">
                                  <p:stCondLst>
                                    <p:cond delay="0"/>
                                  </p:stCondLst>
                                  <p:childTnLst>
                                    <p:set>
                                      <p:cBhvr>
                                        <p:cTn id="88" dur="1" fill="hold">
                                          <p:stCondLst>
                                            <p:cond delay="0"/>
                                          </p:stCondLst>
                                        </p:cTn>
                                        <p:tgtEl>
                                          <p:spTgt spid="119"/>
                                        </p:tgtEl>
                                        <p:attrNameLst>
                                          <p:attrName>style.visibility</p:attrName>
                                        </p:attrNameLst>
                                      </p:cBhvr>
                                      <p:to>
                                        <p:strVal val="visible"/>
                                      </p:to>
                                    </p:set>
                                    <p:animEffect transition="in" filter="strips(downRight)">
                                      <p:cBhvr>
                                        <p:cTn id="89" dur="500"/>
                                        <p:tgtEl>
                                          <p:spTgt spid="119"/>
                                        </p:tgtEl>
                                      </p:cBhvr>
                                    </p:animEffect>
                                  </p:childTnLst>
                                </p:cTn>
                              </p:par>
                            </p:childTnLst>
                          </p:cTn>
                        </p:par>
                        <p:par>
                          <p:cTn id="90" fill="hold">
                            <p:stCondLst>
                              <p:cond delay="8500"/>
                            </p:stCondLst>
                            <p:childTnLst>
                              <p:par>
                                <p:cTn id="91" presetID="18" presetClass="entr" presetSubtype="6" fill="hold" grpId="0" nodeType="afterEffect">
                                  <p:stCondLst>
                                    <p:cond delay="0"/>
                                  </p:stCondLst>
                                  <p:childTnLst>
                                    <p:set>
                                      <p:cBhvr>
                                        <p:cTn id="92" dur="1" fill="hold">
                                          <p:stCondLst>
                                            <p:cond delay="0"/>
                                          </p:stCondLst>
                                        </p:cTn>
                                        <p:tgtEl>
                                          <p:spTgt spid="120"/>
                                        </p:tgtEl>
                                        <p:attrNameLst>
                                          <p:attrName>style.visibility</p:attrName>
                                        </p:attrNameLst>
                                      </p:cBhvr>
                                      <p:to>
                                        <p:strVal val="visible"/>
                                      </p:to>
                                    </p:set>
                                    <p:animEffect transition="in" filter="strips(downRight)">
                                      <p:cBhvr>
                                        <p:cTn id="93"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100" grpId="0" animBg="1"/>
      <p:bldP spid="108" grpId="0" animBg="1"/>
      <p:bldP spid="118" grpId="0" animBg="1"/>
      <p:bldP spid="119" grpId="0" animBg="1"/>
      <p:bldP spid="120"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Process Line Infographic</a:t>
            </a:r>
            <a:endParaRPr lang="en-US" dirty="0"/>
          </a:p>
        </p:txBody>
      </p:sp>
      <p:sp>
        <p:nvSpPr>
          <p:cNvPr id="4" name="Text Placeholder 3"/>
          <p:cNvSpPr>
            <a:spLocks noGrp="1"/>
          </p:cNvSpPr>
          <p:nvPr>
            <p:ph type="body" sz="half" idx="2"/>
          </p:nvPr>
        </p:nvSpPr>
        <p:spPr/>
        <p:txBody>
          <a:bodyPr/>
          <a:lstStyle/>
          <a:p>
            <a:r>
              <a:rPr lang="en-US"/>
              <a:t>Process Line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78</a:t>
            </a:fld>
            <a:endParaRPr lang="en-US" dirty="0"/>
          </a:p>
        </p:txBody>
      </p:sp>
      <p:sp>
        <p:nvSpPr>
          <p:cNvPr id="44" name="U-Turn Arrow 43"/>
          <p:cNvSpPr/>
          <p:nvPr/>
        </p:nvSpPr>
        <p:spPr>
          <a:xfrm rot="16200000">
            <a:off x="2998954" y="845085"/>
            <a:ext cx="1600200" cy="1828800"/>
          </a:xfrm>
          <a:prstGeom prst="uturnArrow">
            <a:avLst>
              <a:gd name="adj1" fmla="val 12725"/>
              <a:gd name="adj2" fmla="val 25000"/>
              <a:gd name="adj3" fmla="val 0"/>
              <a:gd name="adj4" fmla="val 40681"/>
              <a:gd name="adj5" fmla="val 1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6" name="U-Turn Arrow 45"/>
          <p:cNvSpPr/>
          <p:nvPr/>
        </p:nvSpPr>
        <p:spPr>
          <a:xfrm rot="5400000">
            <a:off x="4827754" y="2241956"/>
            <a:ext cx="1600200" cy="1828800"/>
          </a:xfrm>
          <a:prstGeom prst="uturnArrow">
            <a:avLst>
              <a:gd name="adj1" fmla="val 12725"/>
              <a:gd name="adj2" fmla="val 25000"/>
              <a:gd name="adj3" fmla="val 0"/>
              <a:gd name="adj4" fmla="val 40681"/>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U-Turn Arrow 48"/>
          <p:cNvSpPr/>
          <p:nvPr/>
        </p:nvSpPr>
        <p:spPr>
          <a:xfrm rot="16200000">
            <a:off x="2998954" y="3042056"/>
            <a:ext cx="1600200" cy="1828800"/>
          </a:xfrm>
          <a:prstGeom prst="uturnArrow">
            <a:avLst>
              <a:gd name="adj1" fmla="val 12725"/>
              <a:gd name="adj2" fmla="val 25000"/>
              <a:gd name="adj3" fmla="val 0"/>
              <a:gd name="adj4" fmla="val 40681"/>
              <a:gd name="adj5" fmla="val 1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2" name="Oval 51"/>
          <p:cNvSpPr>
            <a:spLocks noChangeAspect="1"/>
          </p:cNvSpPr>
          <p:nvPr/>
        </p:nvSpPr>
        <p:spPr>
          <a:xfrm>
            <a:off x="3217014" y="1577355"/>
            <a:ext cx="662044" cy="662597"/>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01</a:t>
            </a:r>
            <a:endParaRPr lang="en-US" sz="1600" b="1" dirty="0">
              <a:solidFill>
                <a:schemeClr val="bg1"/>
              </a:solidFill>
              <a:latin typeface="+mj-lt"/>
            </a:endParaRPr>
          </a:p>
        </p:txBody>
      </p:sp>
      <p:sp>
        <p:nvSpPr>
          <p:cNvPr id="54" name="Oval 53"/>
          <p:cNvSpPr>
            <a:spLocks noChangeAspect="1"/>
          </p:cNvSpPr>
          <p:nvPr/>
        </p:nvSpPr>
        <p:spPr>
          <a:xfrm>
            <a:off x="5543550" y="2659801"/>
            <a:ext cx="662044" cy="662597"/>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02</a:t>
            </a:r>
            <a:endParaRPr lang="en-US" sz="1600" b="1" dirty="0">
              <a:latin typeface="+mj-lt"/>
            </a:endParaRPr>
          </a:p>
        </p:txBody>
      </p:sp>
      <p:sp>
        <p:nvSpPr>
          <p:cNvPr id="57" name="Oval 56"/>
          <p:cNvSpPr>
            <a:spLocks noChangeAspect="1"/>
          </p:cNvSpPr>
          <p:nvPr/>
        </p:nvSpPr>
        <p:spPr>
          <a:xfrm>
            <a:off x="3217014" y="3771494"/>
            <a:ext cx="662044" cy="662597"/>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03</a:t>
            </a:r>
            <a:endParaRPr lang="en-US" sz="1600" b="1" dirty="0">
              <a:latin typeface="+mj-lt"/>
            </a:endParaRPr>
          </a:p>
        </p:txBody>
      </p:sp>
      <p:grpSp>
        <p:nvGrpSpPr>
          <p:cNvPr id="3" name="Group 58"/>
          <p:cNvGrpSpPr/>
          <p:nvPr/>
        </p:nvGrpSpPr>
        <p:grpSpPr>
          <a:xfrm>
            <a:off x="4110164" y="1577355"/>
            <a:ext cx="2276195" cy="660828"/>
            <a:chOff x="7174424" y="1401232"/>
            <a:chExt cx="2276195" cy="660828"/>
          </a:xfrm>
        </p:grpSpPr>
        <p:sp>
          <p:nvSpPr>
            <p:cNvPr id="61" name="TextBox 60"/>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4" name="Rectangle 63"/>
            <p:cNvSpPr/>
            <p:nvPr/>
          </p:nvSpPr>
          <p:spPr>
            <a:xfrm>
              <a:off x="7174424" y="1401232"/>
              <a:ext cx="1205458" cy="215444"/>
            </a:xfrm>
            <a:prstGeom prst="rect">
              <a:avLst/>
            </a:prstGeom>
          </p:spPr>
          <p:txBody>
            <a:bodyPr wrap="none" lIns="0" tIns="0" rIns="0" bIns="0">
              <a:spAutoFit/>
            </a:bodyPr>
            <a:lstStyle/>
            <a:p>
              <a:r>
                <a:rPr lang="en-US" sz="1400" b="1" dirty="0">
                  <a:solidFill>
                    <a:schemeClr val="accent1"/>
                  </a:solidFill>
                </a:rPr>
                <a:t>Keyword Here</a:t>
              </a:r>
            </a:p>
          </p:txBody>
        </p:sp>
      </p:grpSp>
      <p:grpSp>
        <p:nvGrpSpPr>
          <p:cNvPr id="5" name="Group 56"/>
          <p:cNvGrpSpPr/>
          <p:nvPr/>
        </p:nvGrpSpPr>
        <p:grpSpPr>
          <a:xfrm>
            <a:off x="3129462" y="2659801"/>
            <a:ext cx="2276196" cy="670556"/>
            <a:chOff x="-296510" y="1402413"/>
            <a:chExt cx="2276196" cy="670556"/>
          </a:xfrm>
        </p:grpSpPr>
        <p:sp>
          <p:nvSpPr>
            <p:cNvPr id="66" name="TextBox 65"/>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7" name="Rectangle 66"/>
            <p:cNvSpPr/>
            <p:nvPr/>
          </p:nvSpPr>
          <p:spPr>
            <a:xfrm>
              <a:off x="774227" y="1402413"/>
              <a:ext cx="1205458" cy="215444"/>
            </a:xfrm>
            <a:prstGeom prst="rect">
              <a:avLst/>
            </a:prstGeom>
          </p:spPr>
          <p:txBody>
            <a:bodyPr wrap="none" lIns="0" tIns="0" rIns="0" bIns="0">
              <a:spAutoFit/>
            </a:bodyPr>
            <a:lstStyle/>
            <a:p>
              <a:pPr algn="r"/>
              <a:r>
                <a:rPr lang="en-US" sz="1400" b="1" dirty="0">
                  <a:solidFill>
                    <a:schemeClr val="accent2"/>
                  </a:solidFill>
                </a:rPr>
                <a:t>Keyword Here</a:t>
              </a:r>
            </a:p>
          </p:txBody>
        </p:sp>
      </p:grpSp>
      <p:grpSp>
        <p:nvGrpSpPr>
          <p:cNvPr id="6" name="Group 58"/>
          <p:cNvGrpSpPr/>
          <p:nvPr/>
        </p:nvGrpSpPr>
        <p:grpSpPr>
          <a:xfrm>
            <a:off x="4110164" y="3771494"/>
            <a:ext cx="2276195" cy="660828"/>
            <a:chOff x="7174424" y="1401232"/>
            <a:chExt cx="2276195" cy="660828"/>
          </a:xfrm>
        </p:grpSpPr>
        <p:sp>
          <p:nvSpPr>
            <p:cNvPr id="71" name="TextBox 70"/>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2" name="Rectangle 71"/>
            <p:cNvSpPr/>
            <p:nvPr/>
          </p:nvSpPr>
          <p:spPr>
            <a:xfrm>
              <a:off x="7174424" y="1401232"/>
              <a:ext cx="1205458" cy="215444"/>
            </a:xfrm>
            <a:prstGeom prst="rect">
              <a:avLst/>
            </a:prstGeom>
          </p:spPr>
          <p:txBody>
            <a:bodyPr wrap="none" lIns="0" tIns="0" rIns="0" bIns="0">
              <a:spAutoFit/>
            </a:bodyPr>
            <a:lstStyle/>
            <a:p>
              <a:r>
                <a:rPr lang="en-US" sz="1400" b="1" dirty="0">
                  <a:solidFill>
                    <a:schemeClr val="accent3"/>
                  </a:solidFill>
                </a:rPr>
                <a:t>Keyword Here</a:t>
              </a:r>
            </a:p>
          </p:txBody>
        </p:sp>
      </p:grpSp>
      <p:sp>
        <p:nvSpPr>
          <p:cNvPr id="81" name="Freeform 101"/>
          <p:cNvSpPr>
            <a:spLocks noEditPoints="1"/>
          </p:cNvSpPr>
          <p:nvPr/>
        </p:nvSpPr>
        <p:spPr bwMode="auto">
          <a:xfrm>
            <a:off x="2177518" y="1675728"/>
            <a:ext cx="577064" cy="533880"/>
          </a:xfrm>
          <a:custGeom>
            <a:avLst/>
            <a:gdLst/>
            <a:ahLst/>
            <a:cxnLst>
              <a:cxn ang="0">
                <a:pos x="39" y="36"/>
              </a:cxn>
              <a:cxn ang="0">
                <a:pos x="41" y="44"/>
              </a:cxn>
              <a:cxn ang="0">
                <a:pos x="35" y="50"/>
              </a:cxn>
              <a:cxn ang="0">
                <a:pos x="27" y="53"/>
              </a:cxn>
              <a:cxn ang="0">
                <a:pos x="18" y="53"/>
              </a:cxn>
              <a:cxn ang="0">
                <a:pos x="11" y="50"/>
              </a:cxn>
              <a:cxn ang="0">
                <a:pos x="4" y="44"/>
              </a:cxn>
              <a:cxn ang="0">
                <a:pos x="6" y="36"/>
              </a:cxn>
              <a:cxn ang="0">
                <a:pos x="0" y="28"/>
              </a:cxn>
              <a:cxn ang="0">
                <a:pos x="7" y="23"/>
              </a:cxn>
              <a:cxn ang="0">
                <a:pos x="4" y="18"/>
              </a:cxn>
              <a:cxn ang="0">
                <a:pos x="15" y="16"/>
              </a:cxn>
              <a:cxn ang="0">
                <a:pos x="19" y="8"/>
              </a:cxn>
              <a:cxn ang="0">
                <a:pos x="28" y="15"/>
              </a:cxn>
              <a:cxn ang="0">
                <a:pos x="35" y="12"/>
              </a:cxn>
              <a:cxn ang="0">
                <a:pos x="41" y="19"/>
              </a:cxn>
              <a:cxn ang="0">
                <a:pos x="45" y="27"/>
              </a:cxn>
              <a:cxn ang="0">
                <a:pos x="23" y="22"/>
              </a:cxn>
              <a:cxn ang="0">
                <a:pos x="32" y="31"/>
              </a:cxn>
              <a:cxn ang="0">
                <a:pos x="63" y="16"/>
              </a:cxn>
              <a:cxn ang="0">
                <a:pos x="64" y="24"/>
              </a:cxn>
              <a:cxn ang="0">
                <a:pos x="55" y="22"/>
              </a:cxn>
              <a:cxn ang="0">
                <a:pos x="46" y="24"/>
              </a:cxn>
              <a:cxn ang="0">
                <a:pos x="46" y="16"/>
              </a:cxn>
              <a:cxn ang="0">
                <a:pos x="46" y="9"/>
              </a:cxn>
              <a:cxn ang="0">
                <a:pos x="46" y="2"/>
              </a:cxn>
              <a:cxn ang="0">
                <a:pos x="55" y="4"/>
              </a:cxn>
              <a:cxn ang="0">
                <a:pos x="59" y="0"/>
              </a:cxn>
              <a:cxn ang="0">
                <a:pos x="62" y="7"/>
              </a:cxn>
              <a:cxn ang="0">
                <a:pos x="68" y="15"/>
              </a:cxn>
              <a:cxn ang="0">
                <a:pos x="62" y="55"/>
              </a:cxn>
              <a:cxn ang="0">
                <a:pos x="59" y="63"/>
              </a:cxn>
              <a:cxn ang="0">
                <a:pos x="54" y="59"/>
              </a:cxn>
              <a:cxn ang="0">
                <a:pos x="45" y="60"/>
              </a:cxn>
              <a:cxn ang="0">
                <a:pos x="41" y="52"/>
              </a:cxn>
              <a:cxn ang="0">
                <a:pos x="47" y="44"/>
              </a:cxn>
              <a:cxn ang="0">
                <a:pos x="50" y="36"/>
              </a:cxn>
              <a:cxn ang="0">
                <a:pos x="56" y="40"/>
              </a:cxn>
              <a:cxn ang="0">
                <a:pos x="64" y="39"/>
              </a:cxn>
              <a:cxn ang="0">
                <a:pos x="63" y="46"/>
              </a:cxn>
              <a:cxn ang="0">
                <a:pos x="55" y="8"/>
              </a:cxn>
              <a:cxn ang="0">
                <a:pos x="59" y="13"/>
              </a:cxn>
              <a:cxn ang="0">
                <a:pos x="50" y="49"/>
              </a:cxn>
              <a:cxn ang="0">
                <a:pos x="55" y="45"/>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24"/>
          <p:cNvSpPr>
            <a:spLocks noEditPoints="1"/>
          </p:cNvSpPr>
          <p:nvPr/>
        </p:nvSpPr>
        <p:spPr bwMode="auto">
          <a:xfrm>
            <a:off x="6629400" y="2740352"/>
            <a:ext cx="457200" cy="496492"/>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3"/>
          <p:cNvSpPr>
            <a:spLocks noEditPoints="1"/>
          </p:cNvSpPr>
          <p:nvPr/>
        </p:nvSpPr>
        <p:spPr bwMode="auto">
          <a:xfrm>
            <a:off x="2420610" y="3892505"/>
            <a:ext cx="359878" cy="53981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84" name="Straight Connector 83"/>
          <p:cNvCxnSpPr/>
          <p:nvPr/>
        </p:nvCxnSpPr>
        <p:spPr>
          <a:xfrm rot="10800000">
            <a:off x="4854996" y="1352550"/>
            <a:ext cx="1069554" cy="2"/>
          </a:xfrm>
          <a:prstGeom prst="line">
            <a:avLst/>
          </a:prstGeom>
          <a:ln w="190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87" name="Text Placeholder 3"/>
          <p:cNvSpPr txBox="1">
            <a:spLocks/>
          </p:cNvSpPr>
          <p:nvPr/>
        </p:nvSpPr>
        <p:spPr>
          <a:xfrm>
            <a:off x="6026484" y="1127012"/>
            <a:ext cx="719749"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lumMod val="65000"/>
                  </a:schemeClr>
                </a:solidFill>
                <a:effectLst/>
                <a:uLnTx/>
                <a:uFillTx/>
                <a:latin typeface="+mn-lt"/>
                <a:ea typeface="+mn-ea"/>
                <a:cs typeface="+mn-cs"/>
              </a:rPr>
              <a:t>20%</a:t>
            </a:r>
          </a:p>
        </p:txBody>
      </p:sp>
      <p:cxnSp>
        <p:nvCxnSpPr>
          <p:cNvPr id="88" name="Straight Connector 87"/>
          <p:cNvCxnSpPr/>
          <p:nvPr/>
        </p:nvCxnSpPr>
        <p:spPr>
          <a:xfrm rot="10800000">
            <a:off x="4854996" y="4640100"/>
            <a:ext cx="1069554" cy="2"/>
          </a:xfrm>
          <a:prstGeom prst="line">
            <a:avLst/>
          </a:prstGeom>
          <a:ln w="190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89" name="Text Placeholder 3"/>
          <p:cNvSpPr txBox="1">
            <a:spLocks/>
          </p:cNvSpPr>
          <p:nvPr/>
        </p:nvSpPr>
        <p:spPr>
          <a:xfrm>
            <a:off x="6026484" y="4395106"/>
            <a:ext cx="719749"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lumMod val="65000"/>
                  </a:schemeClr>
                </a:solidFill>
                <a:effectLst/>
                <a:uLnTx/>
                <a:uFillTx/>
                <a:latin typeface="+mn-lt"/>
                <a:ea typeface="+mn-ea"/>
                <a:cs typeface="+mn-cs"/>
              </a:rPr>
              <a:t>50%</a:t>
            </a:r>
          </a:p>
        </p:txBody>
      </p:sp>
      <p:cxnSp>
        <p:nvCxnSpPr>
          <p:cNvPr id="90" name="Straight Connector 89"/>
          <p:cNvCxnSpPr/>
          <p:nvPr/>
        </p:nvCxnSpPr>
        <p:spPr>
          <a:xfrm rot="10800000" flipV="1">
            <a:off x="2177518" y="3031497"/>
            <a:ext cx="855810" cy="2"/>
          </a:xfrm>
          <a:prstGeom prst="line">
            <a:avLst/>
          </a:prstGeom>
          <a:ln w="190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91" name="Text Placeholder 3"/>
          <p:cNvSpPr txBox="1">
            <a:spLocks/>
          </p:cNvSpPr>
          <p:nvPr/>
        </p:nvSpPr>
        <p:spPr>
          <a:xfrm>
            <a:off x="1337651" y="2825413"/>
            <a:ext cx="719749"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lumMod val="65000"/>
                  </a:schemeClr>
                </a:solidFill>
                <a:effectLst/>
                <a:uLnTx/>
                <a:uFillTx/>
                <a:latin typeface="+mn-lt"/>
                <a:ea typeface="+mn-ea"/>
                <a:cs typeface="+mn-cs"/>
              </a:rPr>
              <a:t>90%</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strips(downLeft)">
                                      <p:cBhvr>
                                        <p:cTn id="7" dur="1000"/>
                                        <p:tgtEl>
                                          <p:spTgt spid="44"/>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500" fill="hold"/>
                                        <p:tgtEl>
                                          <p:spTgt spid="81"/>
                                        </p:tgtEl>
                                        <p:attrNameLst>
                                          <p:attrName>ppt_w</p:attrName>
                                        </p:attrNameLst>
                                      </p:cBhvr>
                                      <p:tavLst>
                                        <p:tav tm="0">
                                          <p:val>
                                            <p:fltVal val="0"/>
                                          </p:val>
                                        </p:tav>
                                        <p:tav tm="100000">
                                          <p:val>
                                            <p:strVal val="#ppt_w"/>
                                          </p:val>
                                        </p:tav>
                                      </p:tavLst>
                                    </p:anim>
                                    <p:anim calcmode="lin" valueType="num">
                                      <p:cBhvr>
                                        <p:cTn id="12" dur="500" fill="hold"/>
                                        <p:tgtEl>
                                          <p:spTgt spid="81"/>
                                        </p:tgtEl>
                                        <p:attrNameLst>
                                          <p:attrName>ppt_h</p:attrName>
                                        </p:attrNameLst>
                                      </p:cBhvr>
                                      <p:tavLst>
                                        <p:tav tm="0">
                                          <p:val>
                                            <p:fltVal val="0"/>
                                          </p:val>
                                        </p:tav>
                                        <p:tav tm="100000">
                                          <p:val>
                                            <p:strVal val="#ppt_h"/>
                                          </p:val>
                                        </p:tav>
                                      </p:tavLst>
                                    </p:anim>
                                    <p:animEffect transition="in" filter="fade">
                                      <p:cBhvr>
                                        <p:cTn id="13" dur="500"/>
                                        <p:tgtEl>
                                          <p:spTgt spid="81"/>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p:cTn id="17" dur="500" fill="hold"/>
                                        <p:tgtEl>
                                          <p:spTgt spid="52"/>
                                        </p:tgtEl>
                                        <p:attrNameLst>
                                          <p:attrName>ppt_w</p:attrName>
                                        </p:attrNameLst>
                                      </p:cBhvr>
                                      <p:tavLst>
                                        <p:tav tm="0">
                                          <p:val>
                                            <p:fltVal val="0"/>
                                          </p:val>
                                        </p:tav>
                                        <p:tav tm="100000">
                                          <p:val>
                                            <p:strVal val="#ppt_w"/>
                                          </p:val>
                                        </p:tav>
                                      </p:tavLst>
                                    </p:anim>
                                    <p:anim calcmode="lin" valueType="num">
                                      <p:cBhvr>
                                        <p:cTn id="18" dur="500" fill="hold"/>
                                        <p:tgtEl>
                                          <p:spTgt spid="52"/>
                                        </p:tgtEl>
                                        <p:attrNameLst>
                                          <p:attrName>ppt_h</p:attrName>
                                        </p:attrNameLst>
                                      </p:cBhvr>
                                      <p:tavLst>
                                        <p:tav tm="0">
                                          <p:val>
                                            <p:fltVal val="0"/>
                                          </p:val>
                                        </p:tav>
                                        <p:tav tm="100000">
                                          <p:val>
                                            <p:strVal val="#ppt_h"/>
                                          </p:val>
                                        </p:tav>
                                      </p:tavLst>
                                    </p:anim>
                                    <p:animEffect transition="in" filter="fade">
                                      <p:cBhvr>
                                        <p:cTn id="19" dur="500"/>
                                        <p:tgtEl>
                                          <p:spTgt spid="52"/>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84"/>
                                        </p:tgtEl>
                                        <p:attrNameLst>
                                          <p:attrName>style.visibility</p:attrName>
                                        </p:attrNameLst>
                                      </p:cBhvr>
                                      <p:to>
                                        <p:strVal val="visible"/>
                                      </p:to>
                                    </p:set>
                                    <p:animEffect transition="in" filter="wipe(left)">
                                      <p:cBhvr>
                                        <p:cTn id="27" dur="500"/>
                                        <p:tgtEl>
                                          <p:spTgt spid="84"/>
                                        </p:tgtEl>
                                      </p:cBhvr>
                                    </p:animEffect>
                                  </p:childTnLst>
                                </p:cTn>
                              </p:par>
                              <p:par>
                                <p:cTn id="28" presetID="53" presetClass="entr" presetSubtype="0" fill="hold" grpId="0" nodeType="withEffect">
                                  <p:stCondLst>
                                    <p:cond delay="0"/>
                                  </p:stCondLst>
                                  <p:childTnLst>
                                    <p:set>
                                      <p:cBhvr>
                                        <p:cTn id="29" dur="1" fill="hold">
                                          <p:stCondLst>
                                            <p:cond delay="0"/>
                                          </p:stCondLst>
                                        </p:cTn>
                                        <p:tgtEl>
                                          <p:spTgt spid="87"/>
                                        </p:tgtEl>
                                        <p:attrNameLst>
                                          <p:attrName>style.visibility</p:attrName>
                                        </p:attrNameLst>
                                      </p:cBhvr>
                                      <p:to>
                                        <p:strVal val="visible"/>
                                      </p:to>
                                    </p:set>
                                    <p:anim calcmode="lin" valueType="num">
                                      <p:cBhvr>
                                        <p:cTn id="30" dur="500" fill="hold"/>
                                        <p:tgtEl>
                                          <p:spTgt spid="87"/>
                                        </p:tgtEl>
                                        <p:attrNameLst>
                                          <p:attrName>ppt_w</p:attrName>
                                        </p:attrNameLst>
                                      </p:cBhvr>
                                      <p:tavLst>
                                        <p:tav tm="0">
                                          <p:val>
                                            <p:fltVal val="0"/>
                                          </p:val>
                                        </p:tav>
                                        <p:tav tm="100000">
                                          <p:val>
                                            <p:strVal val="#ppt_w"/>
                                          </p:val>
                                        </p:tav>
                                      </p:tavLst>
                                    </p:anim>
                                    <p:anim calcmode="lin" valueType="num">
                                      <p:cBhvr>
                                        <p:cTn id="31" dur="500" fill="hold"/>
                                        <p:tgtEl>
                                          <p:spTgt spid="87"/>
                                        </p:tgtEl>
                                        <p:attrNameLst>
                                          <p:attrName>ppt_h</p:attrName>
                                        </p:attrNameLst>
                                      </p:cBhvr>
                                      <p:tavLst>
                                        <p:tav tm="0">
                                          <p:val>
                                            <p:fltVal val="0"/>
                                          </p:val>
                                        </p:tav>
                                        <p:tav tm="100000">
                                          <p:val>
                                            <p:strVal val="#ppt_h"/>
                                          </p:val>
                                        </p:tav>
                                      </p:tavLst>
                                    </p:anim>
                                    <p:animEffect transition="in" filter="fade">
                                      <p:cBhvr>
                                        <p:cTn id="32" dur="500"/>
                                        <p:tgtEl>
                                          <p:spTgt spid="87"/>
                                        </p:tgtEl>
                                      </p:cBhvr>
                                    </p:animEffect>
                                  </p:childTnLst>
                                </p:cTn>
                              </p:par>
                            </p:childTnLst>
                          </p:cTn>
                        </p:par>
                        <p:par>
                          <p:cTn id="33" fill="hold">
                            <p:stCondLst>
                              <p:cond delay="3000"/>
                            </p:stCondLst>
                            <p:childTnLst>
                              <p:par>
                                <p:cTn id="34" presetID="18" presetClass="entr" presetSubtype="6" fill="hold" grpId="0" nodeType="afterEffect">
                                  <p:stCondLst>
                                    <p:cond delay="0"/>
                                  </p:stCondLst>
                                  <p:childTnLst>
                                    <p:set>
                                      <p:cBhvr>
                                        <p:cTn id="35" dur="1" fill="hold">
                                          <p:stCondLst>
                                            <p:cond delay="0"/>
                                          </p:stCondLst>
                                        </p:cTn>
                                        <p:tgtEl>
                                          <p:spTgt spid="46"/>
                                        </p:tgtEl>
                                        <p:attrNameLst>
                                          <p:attrName>style.visibility</p:attrName>
                                        </p:attrNameLst>
                                      </p:cBhvr>
                                      <p:to>
                                        <p:strVal val="visible"/>
                                      </p:to>
                                    </p:set>
                                    <p:animEffect transition="in" filter="strips(downRight)">
                                      <p:cBhvr>
                                        <p:cTn id="36" dur="1000"/>
                                        <p:tgtEl>
                                          <p:spTgt spid="46"/>
                                        </p:tgtEl>
                                      </p:cBhvr>
                                    </p:animEffect>
                                  </p:childTnLst>
                                </p:cTn>
                              </p:par>
                            </p:childTnLst>
                          </p:cTn>
                        </p:par>
                        <p:par>
                          <p:cTn id="37" fill="hold">
                            <p:stCondLst>
                              <p:cond delay="4000"/>
                            </p:stCondLst>
                            <p:childTnLst>
                              <p:par>
                                <p:cTn id="38" presetID="53" presetClass="entr" presetSubtype="0" fill="hold" grpId="0" nodeType="afterEffect">
                                  <p:stCondLst>
                                    <p:cond delay="0"/>
                                  </p:stCondLst>
                                  <p:childTnLst>
                                    <p:set>
                                      <p:cBhvr>
                                        <p:cTn id="39" dur="1" fill="hold">
                                          <p:stCondLst>
                                            <p:cond delay="0"/>
                                          </p:stCondLst>
                                        </p:cTn>
                                        <p:tgtEl>
                                          <p:spTgt spid="82"/>
                                        </p:tgtEl>
                                        <p:attrNameLst>
                                          <p:attrName>style.visibility</p:attrName>
                                        </p:attrNameLst>
                                      </p:cBhvr>
                                      <p:to>
                                        <p:strVal val="visible"/>
                                      </p:to>
                                    </p:set>
                                    <p:anim calcmode="lin" valueType="num">
                                      <p:cBhvr>
                                        <p:cTn id="40" dur="500" fill="hold"/>
                                        <p:tgtEl>
                                          <p:spTgt spid="82"/>
                                        </p:tgtEl>
                                        <p:attrNameLst>
                                          <p:attrName>ppt_w</p:attrName>
                                        </p:attrNameLst>
                                      </p:cBhvr>
                                      <p:tavLst>
                                        <p:tav tm="0">
                                          <p:val>
                                            <p:fltVal val="0"/>
                                          </p:val>
                                        </p:tav>
                                        <p:tav tm="100000">
                                          <p:val>
                                            <p:strVal val="#ppt_w"/>
                                          </p:val>
                                        </p:tav>
                                      </p:tavLst>
                                    </p:anim>
                                    <p:anim calcmode="lin" valueType="num">
                                      <p:cBhvr>
                                        <p:cTn id="41" dur="500" fill="hold"/>
                                        <p:tgtEl>
                                          <p:spTgt spid="82"/>
                                        </p:tgtEl>
                                        <p:attrNameLst>
                                          <p:attrName>ppt_h</p:attrName>
                                        </p:attrNameLst>
                                      </p:cBhvr>
                                      <p:tavLst>
                                        <p:tav tm="0">
                                          <p:val>
                                            <p:fltVal val="0"/>
                                          </p:val>
                                        </p:tav>
                                        <p:tav tm="100000">
                                          <p:val>
                                            <p:strVal val="#ppt_h"/>
                                          </p:val>
                                        </p:tav>
                                      </p:tavLst>
                                    </p:anim>
                                    <p:animEffect transition="in" filter="fade">
                                      <p:cBhvr>
                                        <p:cTn id="42" dur="500"/>
                                        <p:tgtEl>
                                          <p:spTgt spid="82"/>
                                        </p:tgtEl>
                                      </p:cBhvr>
                                    </p:animEffect>
                                  </p:childTnLst>
                                </p:cTn>
                              </p:par>
                            </p:childTnLst>
                          </p:cTn>
                        </p:par>
                        <p:par>
                          <p:cTn id="43" fill="hold">
                            <p:stCondLst>
                              <p:cond delay="4500"/>
                            </p:stCondLst>
                            <p:childTnLst>
                              <p:par>
                                <p:cTn id="44" presetID="53" presetClass="entr" presetSubtype="0" fill="hold" grpId="0" nodeType="afterEffect">
                                  <p:stCondLst>
                                    <p:cond delay="0"/>
                                  </p:stCondLst>
                                  <p:childTnLst>
                                    <p:set>
                                      <p:cBhvr>
                                        <p:cTn id="45" dur="1" fill="hold">
                                          <p:stCondLst>
                                            <p:cond delay="0"/>
                                          </p:stCondLst>
                                        </p:cTn>
                                        <p:tgtEl>
                                          <p:spTgt spid="54"/>
                                        </p:tgtEl>
                                        <p:attrNameLst>
                                          <p:attrName>style.visibility</p:attrName>
                                        </p:attrNameLst>
                                      </p:cBhvr>
                                      <p:to>
                                        <p:strVal val="visible"/>
                                      </p:to>
                                    </p:set>
                                    <p:anim calcmode="lin" valueType="num">
                                      <p:cBhvr>
                                        <p:cTn id="46" dur="500" fill="hold"/>
                                        <p:tgtEl>
                                          <p:spTgt spid="54"/>
                                        </p:tgtEl>
                                        <p:attrNameLst>
                                          <p:attrName>ppt_w</p:attrName>
                                        </p:attrNameLst>
                                      </p:cBhvr>
                                      <p:tavLst>
                                        <p:tav tm="0">
                                          <p:val>
                                            <p:fltVal val="0"/>
                                          </p:val>
                                        </p:tav>
                                        <p:tav tm="100000">
                                          <p:val>
                                            <p:strVal val="#ppt_w"/>
                                          </p:val>
                                        </p:tav>
                                      </p:tavLst>
                                    </p:anim>
                                    <p:anim calcmode="lin" valueType="num">
                                      <p:cBhvr>
                                        <p:cTn id="47" dur="500" fill="hold"/>
                                        <p:tgtEl>
                                          <p:spTgt spid="54"/>
                                        </p:tgtEl>
                                        <p:attrNameLst>
                                          <p:attrName>ppt_h</p:attrName>
                                        </p:attrNameLst>
                                      </p:cBhvr>
                                      <p:tavLst>
                                        <p:tav tm="0">
                                          <p:val>
                                            <p:fltVal val="0"/>
                                          </p:val>
                                        </p:tav>
                                        <p:tav tm="100000">
                                          <p:val>
                                            <p:strVal val="#ppt_h"/>
                                          </p:val>
                                        </p:tav>
                                      </p:tavLst>
                                    </p:anim>
                                    <p:animEffect transition="in" filter="fade">
                                      <p:cBhvr>
                                        <p:cTn id="48" dur="500"/>
                                        <p:tgtEl>
                                          <p:spTgt spid="54"/>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wipe(right)">
                                      <p:cBhvr>
                                        <p:cTn id="52" dur="500"/>
                                        <p:tgtEl>
                                          <p:spTgt spid="5"/>
                                        </p:tgtEl>
                                      </p:cBhvr>
                                    </p:animEffect>
                                  </p:childTnLst>
                                </p:cTn>
                              </p:par>
                            </p:childTnLst>
                          </p:cTn>
                        </p:par>
                        <p:par>
                          <p:cTn id="53" fill="hold">
                            <p:stCondLst>
                              <p:cond delay="5500"/>
                            </p:stCondLst>
                            <p:childTnLst>
                              <p:par>
                                <p:cTn id="54" presetID="22" presetClass="entr" presetSubtype="2" fill="hold" nodeType="afterEffect">
                                  <p:stCondLst>
                                    <p:cond delay="0"/>
                                  </p:stCondLst>
                                  <p:childTnLst>
                                    <p:set>
                                      <p:cBhvr>
                                        <p:cTn id="55" dur="1" fill="hold">
                                          <p:stCondLst>
                                            <p:cond delay="0"/>
                                          </p:stCondLst>
                                        </p:cTn>
                                        <p:tgtEl>
                                          <p:spTgt spid="90"/>
                                        </p:tgtEl>
                                        <p:attrNameLst>
                                          <p:attrName>style.visibility</p:attrName>
                                        </p:attrNameLst>
                                      </p:cBhvr>
                                      <p:to>
                                        <p:strVal val="visible"/>
                                      </p:to>
                                    </p:set>
                                    <p:animEffect transition="in" filter="wipe(right)">
                                      <p:cBhvr>
                                        <p:cTn id="56" dur="500"/>
                                        <p:tgtEl>
                                          <p:spTgt spid="90"/>
                                        </p:tgtEl>
                                      </p:cBhvr>
                                    </p:animEffect>
                                  </p:childTnLst>
                                </p:cTn>
                              </p:par>
                              <p:par>
                                <p:cTn id="57" presetID="53" presetClass="entr" presetSubtype="0" fill="hold" grpId="0" nodeType="withEffect">
                                  <p:stCondLst>
                                    <p:cond delay="0"/>
                                  </p:stCondLst>
                                  <p:childTnLst>
                                    <p:set>
                                      <p:cBhvr>
                                        <p:cTn id="58" dur="1" fill="hold">
                                          <p:stCondLst>
                                            <p:cond delay="0"/>
                                          </p:stCondLst>
                                        </p:cTn>
                                        <p:tgtEl>
                                          <p:spTgt spid="91"/>
                                        </p:tgtEl>
                                        <p:attrNameLst>
                                          <p:attrName>style.visibility</p:attrName>
                                        </p:attrNameLst>
                                      </p:cBhvr>
                                      <p:to>
                                        <p:strVal val="visible"/>
                                      </p:to>
                                    </p:set>
                                    <p:anim calcmode="lin" valueType="num">
                                      <p:cBhvr>
                                        <p:cTn id="59" dur="500" fill="hold"/>
                                        <p:tgtEl>
                                          <p:spTgt spid="91"/>
                                        </p:tgtEl>
                                        <p:attrNameLst>
                                          <p:attrName>ppt_w</p:attrName>
                                        </p:attrNameLst>
                                      </p:cBhvr>
                                      <p:tavLst>
                                        <p:tav tm="0">
                                          <p:val>
                                            <p:fltVal val="0"/>
                                          </p:val>
                                        </p:tav>
                                        <p:tav tm="100000">
                                          <p:val>
                                            <p:strVal val="#ppt_w"/>
                                          </p:val>
                                        </p:tav>
                                      </p:tavLst>
                                    </p:anim>
                                    <p:anim calcmode="lin" valueType="num">
                                      <p:cBhvr>
                                        <p:cTn id="60" dur="500" fill="hold"/>
                                        <p:tgtEl>
                                          <p:spTgt spid="91"/>
                                        </p:tgtEl>
                                        <p:attrNameLst>
                                          <p:attrName>ppt_h</p:attrName>
                                        </p:attrNameLst>
                                      </p:cBhvr>
                                      <p:tavLst>
                                        <p:tav tm="0">
                                          <p:val>
                                            <p:fltVal val="0"/>
                                          </p:val>
                                        </p:tav>
                                        <p:tav tm="100000">
                                          <p:val>
                                            <p:strVal val="#ppt_h"/>
                                          </p:val>
                                        </p:tav>
                                      </p:tavLst>
                                    </p:anim>
                                    <p:animEffect transition="in" filter="fade">
                                      <p:cBhvr>
                                        <p:cTn id="61" dur="500"/>
                                        <p:tgtEl>
                                          <p:spTgt spid="91"/>
                                        </p:tgtEl>
                                      </p:cBhvr>
                                    </p:animEffect>
                                  </p:childTnLst>
                                </p:cTn>
                              </p:par>
                            </p:childTnLst>
                          </p:cTn>
                        </p:par>
                        <p:par>
                          <p:cTn id="62" fill="hold">
                            <p:stCondLst>
                              <p:cond delay="6000"/>
                            </p:stCondLst>
                            <p:childTnLst>
                              <p:par>
                                <p:cTn id="63" presetID="18" presetClass="entr" presetSubtype="12" fill="hold" grpId="0" nodeType="afterEffect">
                                  <p:stCondLst>
                                    <p:cond delay="0"/>
                                  </p:stCondLst>
                                  <p:childTnLst>
                                    <p:set>
                                      <p:cBhvr>
                                        <p:cTn id="64" dur="1" fill="hold">
                                          <p:stCondLst>
                                            <p:cond delay="0"/>
                                          </p:stCondLst>
                                        </p:cTn>
                                        <p:tgtEl>
                                          <p:spTgt spid="49"/>
                                        </p:tgtEl>
                                        <p:attrNameLst>
                                          <p:attrName>style.visibility</p:attrName>
                                        </p:attrNameLst>
                                      </p:cBhvr>
                                      <p:to>
                                        <p:strVal val="visible"/>
                                      </p:to>
                                    </p:set>
                                    <p:animEffect transition="in" filter="strips(downLeft)">
                                      <p:cBhvr>
                                        <p:cTn id="65" dur="1000"/>
                                        <p:tgtEl>
                                          <p:spTgt spid="49"/>
                                        </p:tgtEl>
                                      </p:cBhvr>
                                    </p:animEffect>
                                  </p:childTnLst>
                                </p:cTn>
                              </p:par>
                            </p:childTnLst>
                          </p:cTn>
                        </p:par>
                        <p:par>
                          <p:cTn id="66" fill="hold">
                            <p:stCondLst>
                              <p:cond delay="7000"/>
                            </p:stCondLst>
                            <p:childTnLst>
                              <p:par>
                                <p:cTn id="67" presetID="53" presetClass="entr" presetSubtype="0" fill="hold" grpId="0" nodeType="afterEffect">
                                  <p:stCondLst>
                                    <p:cond delay="0"/>
                                  </p:stCondLst>
                                  <p:childTnLst>
                                    <p:set>
                                      <p:cBhvr>
                                        <p:cTn id="68" dur="1" fill="hold">
                                          <p:stCondLst>
                                            <p:cond delay="0"/>
                                          </p:stCondLst>
                                        </p:cTn>
                                        <p:tgtEl>
                                          <p:spTgt spid="83"/>
                                        </p:tgtEl>
                                        <p:attrNameLst>
                                          <p:attrName>style.visibility</p:attrName>
                                        </p:attrNameLst>
                                      </p:cBhvr>
                                      <p:to>
                                        <p:strVal val="visible"/>
                                      </p:to>
                                    </p:set>
                                    <p:anim calcmode="lin" valueType="num">
                                      <p:cBhvr>
                                        <p:cTn id="69" dur="500" fill="hold"/>
                                        <p:tgtEl>
                                          <p:spTgt spid="83"/>
                                        </p:tgtEl>
                                        <p:attrNameLst>
                                          <p:attrName>ppt_w</p:attrName>
                                        </p:attrNameLst>
                                      </p:cBhvr>
                                      <p:tavLst>
                                        <p:tav tm="0">
                                          <p:val>
                                            <p:fltVal val="0"/>
                                          </p:val>
                                        </p:tav>
                                        <p:tav tm="100000">
                                          <p:val>
                                            <p:strVal val="#ppt_w"/>
                                          </p:val>
                                        </p:tav>
                                      </p:tavLst>
                                    </p:anim>
                                    <p:anim calcmode="lin" valueType="num">
                                      <p:cBhvr>
                                        <p:cTn id="70" dur="500" fill="hold"/>
                                        <p:tgtEl>
                                          <p:spTgt spid="83"/>
                                        </p:tgtEl>
                                        <p:attrNameLst>
                                          <p:attrName>ppt_h</p:attrName>
                                        </p:attrNameLst>
                                      </p:cBhvr>
                                      <p:tavLst>
                                        <p:tav tm="0">
                                          <p:val>
                                            <p:fltVal val="0"/>
                                          </p:val>
                                        </p:tav>
                                        <p:tav tm="100000">
                                          <p:val>
                                            <p:strVal val="#ppt_h"/>
                                          </p:val>
                                        </p:tav>
                                      </p:tavLst>
                                    </p:anim>
                                    <p:animEffect transition="in" filter="fade">
                                      <p:cBhvr>
                                        <p:cTn id="71" dur="500"/>
                                        <p:tgtEl>
                                          <p:spTgt spid="83"/>
                                        </p:tgtEl>
                                      </p:cBhvr>
                                    </p:animEffect>
                                  </p:childTnLst>
                                </p:cTn>
                              </p:par>
                            </p:childTnLst>
                          </p:cTn>
                        </p:par>
                        <p:par>
                          <p:cTn id="72" fill="hold">
                            <p:stCondLst>
                              <p:cond delay="7500"/>
                            </p:stCondLst>
                            <p:childTnLst>
                              <p:par>
                                <p:cTn id="73" presetID="53" presetClass="entr" presetSubtype="0" fill="hold" grpId="0" nodeType="afterEffect">
                                  <p:stCondLst>
                                    <p:cond delay="0"/>
                                  </p:stCondLst>
                                  <p:childTnLst>
                                    <p:set>
                                      <p:cBhvr>
                                        <p:cTn id="74" dur="1" fill="hold">
                                          <p:stCondLst>
                                            <p:cond delay="0"/>
                                          </p:stCondLst>
                                        </p:cTn>
                                        <p:tgtEl>
                                          <p:spTgt spid="57"/>
                                        </p:tgtEl>
                                        <p:attrNameLst>
                                          <p:attrName>style.visibility</p:attrName>
                                        </p:attrNameLst>
                                      </p:cBhvr>
                                      <p:to>
                                        <p:strVal val="visible"/>
                                      </p:to>
                                    </p:set>
                                    <p:anim calcmode="lin" valueType="num">
                                      <p:cBhvr>
                                        <p:cTn id="75" dur="500" fill="hold"/>
                                        <p:tgtEl>
                                          <p:spTgt spid="57"/>
                                        </p:tgtEl>
                                        <p:attrNameLst>
                                          <p:attrName>ppt_w</p:attrName>
                                        </p:attrNameLst>
                                      </p:cBhvr>
                                      <p:tavLst>
                                        <p:tav tm="0">
                                          <p:val>
                                            <p:fltVal val="0"/>
                                          </p:val>
                                        </p:tav>
                                        <p:tav tm="100000">
                                          <p:val>
                                            <p:strVal val="#ppt_w"/>
                                          </p:val>
                                        </p:tav>
                                      </p:tavLst>
                                    </p:anim>
                                    <p:anim calcmode="lin" valueType="num">
                                      <p:cBhvr>
                                        <p:cTn id="76" dur="500" fill="hold"/>
                                        <p:tgtEl>
                                          <p:spTgt spid="57"/>
                                        </p:tgtEl>
                                        <p:attrNameLst>
                                          <p:attrName>ppt_h</p:attrName>
                                        </p:attrNameLst>
                                      </p:cBhvr>
                                      <p:tavLst>
                                        <p:tav tm="0">
                                          <p:val>
                                            <p:fltVal val="0"/>
                                          </p:val>
                                        </p:tav>
                                        <p:tav tm="100000">
                                          <p:val>
                                            <p:strVal val="#ppt_h"/>
                                          </p:val>
                                        </p:tav>
                                      </p:tavLst>
                                    </p:anim>
                                    <p:animEffect transition="in" filter="fade">
                                      <p:cBhvr>
                                        <p:cTn id="77" dur="500"/>
                                        <p:tgtEl>
                                          <p:spTgt spid="57"/>
                                        </p:tgtEl>
                                      </p:cBhvr>
                                    </p:animEffect>
                                  </p:childTnLst>
                                </p:cTn>
                              </p:par>
                            </p:childTnLst>
                          </p:cTn>
                        </p:par>
                        <p:par>
                          <p:cTn id="78" fill="hold">
                            <p:stCondLst>
                              <p:cond delay="8000"/>
                            </p:stCondLst>
                            <p:childTnLst>
                              <p:par>
                                <p:cTn id="79" presetID="22" presetClass="entr" presetSubtype="8" fill="hold" nodeType="afterEffect">
                                  <p:stCondLst>
                                    <p:cond delay="0"/>
                                  </p:stCondLst>
                                  <p:childTnLst>
                                    <p:set>
                                      <p:cBhvr>
                                        <p:cTn id="80" dur="1" fill="hold">
                                          <p:stCondLst>
                                            <p:cond delay="0"/>
                                          </p:stCondLst>
                                        </p:cTn>
                                        <p:tgtEl>
                                          <p:spTgt spid="6"/>
                                        </p:tgtEl>
                                        <p:attrNameLst>
                                          <p:attrName>style.visibility</p:attrName>
                                        </p:attrNameLst>
                                      </p:cBhvr>
                                      <p:to>
                                        <p:strVal val="visible"/>
                                      </p:to>
                                    </p:set>
                                    <p:animEffect transition="in" filter="wipe(left)">
                                      <p:cBhvr>
                                        <p:cTn id="81" dur="500"/>
                                        <p:tgtEl>
                                          <p:spTgt spid="6"/>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88"/>
                                        </p:tgtEl>
                                        <p:attrNameLst>
                                          <p:attrName>style.visibility</p:attrName>
                                        </p:attrNameLst>
                                      </p:cBhvr>
                                      <p:to>
                                        <p:strVal val="visible"/>
                                      </p:to>
                                    </p:set>
                                    <p:animEffect transition="in" filter="wipe(left)">
                                      <p:cBhvr>
                                        <p:cTn id="85" dur="500"/>
                                        <p:tgtEl>
                                          <p:spTgt spid="88"/>
                                        </p:tgtEl>
                                      </p:cBhvr>
                                    </p:animEffect>
                                  </p:childTnLst>
                                </p:cTn>
                              </p:par>
                              <p:par>
                                <p:cTn id="86" presetID="53" presetClass="entr" presetSubtype="0" fill="hold" grpId="0" nodeType="withEffect">
                                  <p:stCondLst>
                                    <p:cond delay="0"/>
                                  </p:stCondLst>
                                  <p:childTnLst>
                                    <p:set>
                                      <p:cBhvr>
                                        <p:cTn id="87" dur="1" fill="hold">
                                          <p:stCondLst>
                                            <p:cond delay="0"/>
                                          </p:stCondLst>
                                        </p:cTn>
                                        <p:tgtEl>
                                          <p:spTgt spid="89"/>
                                        </p:tgtEl>
                                        <p:attrNameLst>
                                          <p:attrName>style.visibility</p:attrName>
                                        </p:attrNameLst>
                                      </p:cBhvr>
                                      <p:to>
                                        <p:strVal val="visible"/>
                                      </p:to>
                                    </p:set>
                                    <p:anim calcmode="lin" valueType="num">
                                      <p:cBhvr>
                                        <p:cTn id="88" dur="500" fill="hold"/>
                                        <p:tgtEl>
                                          <p:spTgt spid="89"/>
                                        </p:tgtEl>
                                        <p:attrNameLst>
                                          <p:attrName>ppt_w</p:attrName>
                                        </p:attrNameLst>
                                      </p:cBhvr>
                                      <p:tavLst>
                                        <p:tav tm="0">
                                          <p:val>
                                            <p:fltVal val="0"/>
                                          </p:val>
                                        </p:tav>
                                        <p:tav tm="100000">
                                          <p:val>
                                            <p:strVal val="#ppt_w"/>
                                          </p:val>
                                        </p:tav>
                                      </p:tavLst>
                                    </p:anim>
                                    <p:anim calcmode="lin" valueType="num">
                                      <p:cBhvr>
                                        <p:cTn id="89" dur="500" fill="hold"/>
                                        <p:tgtEl>
                                          <p:spTgt spid="89"/>
                                        </p:tgtEl>
                                        <p:attrNameLst>
                                          <p:attrName>ppt_h</p:attrName>
                                        </p:attrNameLst>
                                      </p:cBhvr>
                                      <p:tavLst>
                                        <p:tav tm="0">
                                          <p:val>
                                            <p:fltVal val="0"/>
                                          </p:val>
                                        </p:tav>
                                        <p:tav tm="100000">
                                          <p:val>
                                            <p:strVal val="#ppt_h"/>
                                          </p:val>
                                        </p:tav>
                                      </p:tavLst>
                                    </p:anim>
                                    <p:animEffect transition="in" filter="fade">
                                      <p:cBhvr>
                                        <p:cTn id="90"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6" grpId="0" animBg="1"/>
      <p:bldP spid="49" grpId="0" animBg="1"/>
      <p:bldP spid="52" grpId="0" animBg="1"/>
      <p:bldP spid="54" grpId="0" animBg="1"/>
      <p:bldP spid="57" grpId="0" animBg="1"/>
      <p:bldP spid="81" grpId="0" animBg="1"/>
      <p:bldP spid="82" grpId="0" animBg="1"/>
      <p:bldP spid="83" grpId="0" animBg="1"/>
      <p:bldP spid="87" grpId="0"/>
      <p:bldP spid="89" grpId="0"/>
      <p:bldP spid="91"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Circle Steps Infographic</a:t>
            </a:r>
            <a:endParaRPr lang="en-US" dirty="0"/>
          </a:p>
        </p:txBody>
      </p:sp>
      <p:sp>
        <p:nvSpPr>
          <p:cNvPr id="137" name="Text Placeholder 136"/>
          <p:cNvSpPr>
            <a:spLocks noGrp="1"/>
          </p:cNvSpPr>
          <p:nvPr>
            <p:ph type="body" sz="half" idx="2"/>
          </p:nvPr>
        </p:nvSpPr>
        <p:spPr/>
        <p:txBody>
          <a:bodyPr/>
          <a:lstStyle/>
          <a:p>
            <a:r>
              <a:rPr lang="en-US"/>
              <a:t>Circle Steps Infographic</a:t>
            </a:r>
            <a:endParaRPr lang="en-US" dirty="0"/>
          </a:p>
        </p:txBody>
      </p:sp>
      <p:sp>
        <p:nvSpPr>
          <p:cNvPr id="36" name="Slide Number Placeholder 35"/>
          <p:cNvSpPr>
            <a:spLocks noGrp="1"/>
          </p:cNvSpPr>
          <p:nvPr>
            <p:ph type="sldNum" sz="quarter" idx="12"/>
          </p:nvPr>
        </p:nvSpPr>
        <p:spPr/>
        <p:txBody>
          <a:bodyPr/>
          <a:lstStyle/>
          <a:p>
            <a:fld id="{C136B7D2-B98C-44FD-8D04-7EC62A564975}" type="slidenum">
              <a:rPr lang="en-US" smtClean="0"/>
              <a:pPr/>
              <a:t>79</a:t>
            </a:fld>
            <a:endParaRPr lang="en-US" dirty="0"/>
          </a:p>
        </p:txBody>
      </p:sp>
      <p:sp>
        <p:nvSpPr>
          <p:cNvPr id="52" name="Block Arc 51"/>
          <p:cNvSpPr/>
          <p:nvPr/>
        </p:nvSpPr>
        <p:spPr>
          <a:xfrm>
            <a:off x="925758" y="1999225"/>
            <a:ext cx="1663184" cy="1663184"/>
          </a:xfrm>
          <a:prstGeom prst="blockArc">
            <a:avLst>
              <a:gd name="adj1" fmla="val 10800000"/>
              <a:gd name="adj2" fmla="val 3"/>
              <a:gd name="adj3" fmla="val 1529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Block Arc 52"/>
          <p:cNvSpPr/>
          <p:nvPr/>
        </p:nvSpPr>
        <p:spPr>
          <a:xfrm rot="10800000">
            <a:off x="2332371" y="1997063"/>
            <a:ext cx="1663184" cy="1663184"/>
          </a:xfrm>
          <a:prstGeom prst="blockArc">
            <a:avLst>
              <a:gd name="adj1" fmla="val 10800000"/>
              <a:gd name="adj2" fmla="val 3"/>
              <a:gd name="adj3" fmla="val 1529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4" name="Block Arc 53"/>
          <p:cNvSpPr/>
          <p:nvPr/>
        </p:nvSpPr>
        <p:spPr>
          <a:xfrm>
            <a:off x="3740445" y="1999225"/>
            <a:ext cx="1663184" cy="1663184"/>
          </a:xfrm>
          <a:prstGeom prst="blockArc">
            <a:avLst>
              <a:gd name="adj1" fmla="val 10800000"/>
              <a:gd name="adj2" fmla="val 3"/>
              <a:gd name="adj3" fmla="val 1529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5" name="Block Arc 54"/>
          <p:cNvSpPr/>
          <p:nvPr/>
        </p:nvSpPr>
        <p:spPr>
          <a:xfrm rot="10800000">
            <a:off x="5147059" y="1997063"/>
            <a:ext cx="1663184" cy="1663184"/>
          </a:xfrm>
          <a:prstGeom prst="blockArc">
            <a:avLst>
              <a:gd name="adj1" fmla="val 10800000"/>
              <a:gd name="adj2" fmla="val 3"/>
              <a:gd name="adj3" fmla="val 1529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6" name="Block Arc 55"/>
          <p:cNvSpPr/>
          <p:nvPr/>
        </p:nvSpPr>
        <p:spPr>
          <a:xfrm>
            <a:off x="6555059" y="1999225"/>
            <a:ext cx="1663184" cy="1663184"/>
          </a:xfrm>
          <a:prstGeom prst="blockArc">
            <a:avLst>
              <a:gd name="adj1" fmla="val 10800000"/>
              <a:gd name="adj2" fmla="val 3"/>
              <a:gd name="adj3" fmla="val 1529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Freeform 62"/>
          <p:cNvSpPr/>
          <p:nvPr/>
        </p:nvSpPr>
        <p:spPr>
          <a:xfrm>
            <a:off x="1277491" y="2364357"/>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accent1"/>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1"/>
              </a:solidFill>
              <a:latin typeface="FontAwesome" pitchFamily="2" charset="0"/>
            </a:endParaRPr>
          </a:p>
        </p:txBody>
      </p:sp>
      <p:sp>
        <p:nvSpPr>
          <p:cNvPr id="64" name="Freeform 63"/>
          <p:cNvSpPr/>
          <p:nvPr/>
        </p:nvSpPr>
        <p:spPr>
          <a:xfrm>
            <a:off x="2687506" y="2364357"/>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accent2"/>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2"/>
              </a:solidFill>
              <a:latin typeface="FontAwesome" pitchFamily="2" charset="0"/>
            </a:endParaRPr>
          </a:p>
        </p:txBody>
      </p:sp>
      <p:sp>
        <p:nvSpPr>
          <p:cNvPr id="65" name="Freeform 64"/>
          <p:cNvSpPr/>
          <p:nvPr/>
        </p:nvSpPr>
        <p:spPr>
          <a:xfrm>
            <a:off x="4097521" y="2364357"/>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accent3"/>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3"/>
              </a:solidFill>
              <a:latin typeface="FontAwesome" pitchFamily="2" charset="0"/>
            </a:endParaRPr>
          </a:p>
        </p:txBody>
      </p:sp>
      <p:sp>
        <p:nvSpPr>
          <p:cNvPr id="66" name="Freeform 65"/>
          <p:cNvSpPr/>
          <p:nvPr/>
        </p:nvSpPr>
        <p:spPr>
          <a:xfrm>
            <a:off x="5507536" y="2364357"/>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accent4"/>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4"/>
              </a:solidFill>
              <a:latin typeface="FontAwesome" pitchFamily="2" charset="0"/>
            </a:endParaRPr>
          </a:p>
        </p:txBody>
      </p:sp>
      <p:sp>
        <p:nvSpPr>
          <p:cNvPr id="67" name="Freeform 66"/>
          <p:cNvSpPr/>
          <p:nvPr/>
        </p:nvSpPr>
        <p:spPr>
          <a:xfrm>
            <a:off x="6917552" y="2364357"/>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accent5"/>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5"/>
              </a:solidFill>
              <a:latin typeface="FontAwesome" pitchFamily="2" charset="0"/>
            </a:endParaRPr>
          </a:p>
        </p:txBody>
      </p:sp>
      <p:sp>
        <p:nvSpPr>
          <p:cNvPr id="76" name="TextBox 75"/>
          <p:cNvSpPr txBox="1"/>
          <p:nvPr/>
        </p:nvSpPr>
        <p:spPr>
          <a:xfrm>
            <a:off x="1480409" y="3469846"/>
            <a:ext cx="519373"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1"/>
                </a:solidFill>
              </a:rPr>
              <a:t>2006</a:t>
            </a:r>
            <a:endParaRPr lang="en-US" dirty="0">
              <a:solidFill>
                <a:schemeClr val="accent1"/>
              </a:solidFill>
            </a:endParaRPr>
          </a:p>
        </p:txBody>
      </p:sp>
      <p:sp>
        <p:nvSpPr>
          <p:cNvPr id="78" name="TextBox 77"/>
          <p:cNvSpPr txBox="1"/>
          <p:nvPr/>
        </p:nvSpPr>
        <p:spPr>
          <a:xfrm>
            <a:off x="2884292" y="2004535"/>
            <a:ext cx="519373"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2"/>
                </a:solidFill>
              </a:rPr>
              <a:t>2009</a:t>
            </a:r>
            <a:endParaRPr lang="en-US" dirty="0">
              <a:solidFill>
                <a:schemeClr val="accent2"/>
              </a:solidFill>
            </a:endParaRPr>
          </a:p>
        </p:txBody>
      </p:sp>
      <p:sp>
        <p:nvSpPr>
          <p:cNvPr id="79" name="TextBox 78"/>
          <p:cNvSpPr txBox="1"/>
          <p:nvPr/>
        </p:nvSpPr>
        <p:spPr>
          <a:xfrm>
            <a:off x="4335220" y="3469846"/>
            <a:ext cx="519374"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3"/>
                </a:solidFill>
              </a:rPr>
              <a:t>2008</a:t>
            </a:r>
            <a:endParaRPr lang="en-US" dirty="0">
              <a:solidFill>
                <a:schemeClr val="accent3"/>
              </a:solidFill>
            </a:endParaRPr>
          </a:p>
        </p:txBody>
      </p:sp>
      <p:sp>
        <p:nvSpPr>
          <p:cNvPr id="82" name="TextBox 81"/>
          <p:cNvSpPr txBox="1"/>
          <p:nvPr/>
        </p:nvSpPr>
        <p:spPr>
          <a:xfrm>
            <a:off x="5724140" y="2004535"/>
            <a:ext cx="519374"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4"/>
                </a:solidFill>
              </a:rPr>
              <a:t>2010</a:t>
            </a:r>
            <a:endParaRPr lang="en-US" dirty="0">
              <a:solidFill>
                <a:schemeClr val="accent4"/>
              </a:solidFill>
            </a:endParaRPr>
          </a:p>
        </p:txBody>
      </p:sp>
      <p:sp>
        <p:nvSpPr>
          <p:cNvPr id="83" name="TextBox 82"/>
          <p:cNvSpPr txBox="1"/>
          <p:nvPr/>
        </p:nvSpPr>
        <p:spPr>
          <a:xfrm>
            <a:off x="7164315" y="3469846"/>
            <a:ext cx="519374"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5"/>
                </a:solidFill>
              </a:rPr>
              <a:t>2012</a:t>
            </a:r>
            <a:endParaRPr lang="en-US" dirty="0">
              <a:solidFill>
                <a:schemeClr val="accent5"/>
              </a:solidFill>
            </a:endParaRPr>
          </a:p>
        </p:txBody>
      </p:sp>
      <p:grpSp>
        <p:nvGrpSpPr>
          <p:cNvPr id="3" name="Group 88"/>
          <p:cNvGrpSpPr/>
          <p:nvPr/>
        </p:nvGrpSpPr>
        <p:grpSpPr>
          <a:xfrm>
            <a:off x="1000366" y="1304396"/>
            <a:ext cx="1571926" cy="484307"/>
            <a:chOff x="805797" y="661615"/>
            <a:chExt cx="1155277" cy="263203"/>
          </a:xfrm>
        </p:grpSpPr>
        <p:sp>
          <p:nvSpPr>
            <p:cNvPr id="87" name="TextBox 86"/>
            <p:cNvSpPr txBox="1"/>
            <p:nvPr/>
          </p:nvSpPr>
          <p:spPr>
            <a:xfrm>
              <a:off x="1145456" y="661615"/>
              <a:ext cx="475959" cy="91996"/>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STATISTICS</a:t>
              </a:r>
            </a:p>
          </p:txBody>
        </p:sp>
        <p:sp>
          <p:nvSpPr>
            <p:cNvPr id="90" name="TextBox 89"/>
            <p:cNvSpPr txBox="1"/>
            <p:nvPr/>
          </p:nvSpPr>
          <p:spPr>
            <a:xfrm>
              <a:off x="805797" y="757552"/>
              <a:ext cx="1155277" cy="167266"/>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65000"/>
                      <a:lumOff val="35000"/>
                    </a:schemeClr>
                  </a:solidFill>
                </a:rPr>
                <a:t>There are many variations of passages of lorem ipsum</a:t>
              </a:r>
            </a:p>
          </p:txBody>
        </p:sp>
      </p:grpSp>
      <p:grpSp>
        <p:nvGrpSpPr>
          <p:cNvPr id="4" name="Group 88"/>
          <p:cNvGrpSpPr/>
          <p:nvPr/>
        </p:nvGrpSpPr>
        <p:grpSpPr>
          <a:xfrm>
            <a:off x="2383812" y="3873260"/>
            <a:ext cx="1571926" cy="484307"/>
            <a:chOff x="805797" y="661615"/>
            <a:chExt cx="1155277" cy="263203"/>
          </a:xfrm>
        </p:grpSpPr>
        <p:sp>
          <p:nvSpPr>
            <p:cNvPr id="94" name="TextBox 93"/>
            <p:cNvSpPr txBox="1"/>
            <p:nvPr/>
          </p:nvSpPr>
          <p:spPr>
            <a:xfrm>
              <a:off x="1145456" y="661615"/>
              <a:ext cx="475959" cy="91996"/>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STATISTICS</a:t>
              </a:r>
            </a:p>
          </p:txBody>
        </p:sp>
        <p:sp>
          <p:nvSpPr>
            <p:cNvPr id="98" name="TextBox 97"/>
            <p:cNvSpPr txBox="1"/>
            <p:nvPr/>
          </p:nvSpPr>
          <p:spPr>
            <a:xfrm>
              <a:off x="805797" y="757552"/>
              <a:ext cx="1155277" cy="167266"/>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65000"/>
                      <a:lumOff val="35000"/>
                    </a:schemeClr>
                  </a:solidFill>
                </a:rPr>
                <a:t>There are many variations of passages of lorem ipsum</a:t>
              </a:r>
            </a:p>
          </p:txBody>
        </p:sp>
      </p:grpSp>
      <p:grpSp>
        <p:nvGrpSpPr>
          <p:cNvPr id="5" name="Group 88"/>
          <p:cNvGrpSpPr/>
          <p:nvPr/>
        </p:nvGrpSpPr>
        <p:grpSpPr>
          <a:xfrm>
            <a:off x="3831703" y="1304396"/>
            <a:ext cx="1571926" cy="484307"/>
            <a:chOff x="805797" y="661615"/>
            <a:chExt cx="1155277" cy="263203"/>
          </a:xfrm>
        </p:grpSpPr>
        <p:sp>
          <p:nvSpPr>
            <p:cNvPr id="100" name="TextBox 99"/>
            <p:cNvSpPr txBox="1"/>
            <p:nvPr/>
          </p:nvSpPr>
          <p:spPr>
            <a:xfrm>
              <a:off x="1145456" y="661615"/>
              <a:ext cx="475959" cy="91996"/>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STATISTICS</a:t>
              </a:r>
            </a:p>
          </p:txBody>
        </p:sp>
        <p:sp>
          <p:nvSpPr>
            <p:cNvPr id="101" name="TextBox 100"/>
            <p:cNvSpPr txBox="1"/>
            <p:nvPr/>
          </p:nvSpPr>
          <p:spPr>
            <a:xfrm>
              <a:off x="805797" y="757552"/>
              <a:ext cx="1155277" cy="167266"/>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65000"/>
                      <a:lumOff val="35000"/>
                    </a:schemeClr>
                  </a:solidFill>
                </a:rPr>
                <a:t>There are many variations of passages of lorem ipsum</a:t>
              </a:r>
            </a:p>
          </p:txBody>
        </p:sp>
      </p:grpSp>
      <p:grpSp>
        <p:nvGrpSpPr>
          <p:cNvPr id="6" name="Group 88"/>
          <p:cNvGrpSpPr/>
          <p:nvPr/>
        </p:nvGrpSpPr>
        <p:grpSpPr>
          <a:xfrm>
            <a:off x="5238317" y="3873260"/>
            <a:ext cx="1571926" cy="484307"/>
            <a:chOff x="805797" y="661615"/>
            <a:chExt cx="1155277" cy="263203"/>
          </a:xfrm>
        </p:grpSpPr>
        <p:sp>
          <p:nvSpPr>
            <p:cNvPr id="103" name="TextBox 102"/>
            <p:cNvSpPr txBox="1"/>
            <p:nvPr/>
          </p:nvSpPr>
          <p:spPr>
            <a:xfrm>
              <a:off x="1145456" y="661615"/>
              <a:ext cx="475959" cy="91996"/>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STATISTICS</a:t>
              </a:r>
            </a:p>
          </p:txBody>
        </p:sp>
        <p:sp>
          <p:nvSpPr>
            <p:cNvPr id="104" name="TextBox 103"/>
            <p:cNvSpPr txBox="1"/>
            <p:nvPr/>
          </p:nvSpPr>
          <p:spPr>
            <a:xfrm>
              <a:off x="805797" y="757552"/>
              <a:ext cx="1155277" cy="167266"/>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65000"/>
                      <a:lumOff val="35000"/>
                    </a:schemeClr>
                  </a:solidFill>
                </a:rPr>
                <a:t>There are many variations of passages of lorem ipsum</a:t>
              </a:r>
            </a:p>
          </p:txBody>
        </p:sp>
      </p:grpSp>
      <p:grpSp>
        <p:nvGrpSpPr>
          <p:cNvPr id="7" name="Group 88"/>
          <p:cNvGrpSpPr/>
          <p:nvPr/>
        </p:nvGrpSpPr>
        <p:grpSpPr>
          <a:xfrm>
            <a:off x="6555059" y="1304396"/>
            <a:ext cx="1571926" cy="484307"/>
            <a:chOff x="805797" y="661615"/>
            <a:chExt cx="1155277" cy="263203"/>
          </a:xfrm>
        </p:grpSpPr>
        <p:sp>
          <p:nvSpPr>
            <p:cNvPr id="106" name="TextBox 105"/>
            <p:cNvSpPr txBox="1"/>
            <p:nvPr/>
          </p:nvSpPr>
          <p:spPr>
            <a:xfrm>
              <a:off x="1145456" y="661615"/>
              <a:ext cx="475959" cy="91996"/>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STATISTICS</a:t>
              </a:r>
            </a:p>
          </p:txBody>
        </p:sp>
        <p:sp>
          <p:nvSpPr>
            <p:cNvPr id="107" name="TextBox 106"/>
            <p:cNvSpPr txBox="1"/>
            <p:nvPr/>
          </p:nvSpPr>
          <p:spPr>
            <a:xfrm>
              <a:off x="805797" y="757552"/>
              <a:ext cx="1155277" cy="167266"/>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65000"/>
                      <a:lumOff val="35000"/>
                    </a:schemeClr>
                  </a:solidFill>
                </a:rPr>
                <a:t>There are many variations of passages of lorem ipsum</a:t>
              </a:r>
            </a:p>
          </p:txBody>
        </p:sp>
      </p:grpSp>
      <p:sp>
        <p:nvSpPr>
          <p:cNvPr id="35" name="Freeform 178"/>
          <p:cNvSpPr>
            <a:spLocks noEditPoints="1"/>
          </p:cNvSpPr>
          <p:nvPr/>
        </p:nvSpPr>
        <p:spPr bwMode="auto">
          <a:xfrm>
            <a:off x="4323238" y="2653645"/>
            <a:ext cx="515095" cy="38795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116"/>
          <p:cNvSpPr>
            <a:spLocks noEditPoints="1"/>
          </p:cNvSpPr>
          <p:nvPr/>
        </p:nvSpPr>
        <p:spPr bwMode="auto">
          <a:xfrm>
            <a:off x="1561981" y="2687320"/>
            <a:ext cx="397548" cy="320603"/>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105"/>
          <p:cNvSpPr>
            <a:spLocks noEditPoints="1"/>
          </p:cNvSpPr>
          <p:nvPr/>
        </p:nvSpPr>
        <p:spPr bwMode="auto">
          <a:xfrm>
            <a:off x="2954130" y="2634120"/>
            <a:ext cx="433281" cy="427002"/>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
        <p:nvSpPr>
          <p:cNvPr id="39" name="Freeform 62"/>
          <p:cNvSpPr>
            <a:spLocks noChangeAspect="1" noEditPoints="1"/>
          </p:cNvSpPr>
          <p:nvPr/>
        </p:nvSpPr>
        <p:spPr bwMode="auto">
          <a:xfrm>
            <a:off x="5778993" y="2634120"/>
            <a:ext cx="423615" cy="427002"/>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45"/>
          <p:cNvSpPr>
            <a:spLocks noEditPoints="1"/>
          </p:cNvSpPr>
          <p:nvPr/>
        </p:nvSpPr>
        <p:spPr bwMode="auto">
          <a:xfrm>
            <a:off x="7206189" y="2652994"/>
            <a:ext cx="389255" cy="389255"/>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ppt_x"/>
                                          </p:val>
                                        </p:tav>
                                        <p:tav tm="100000">
                                          <p:val>
                                            <p:strVal val="#ppt_x"/>
                                          </p:val>
                                        </p:tav>
                                      </p:tavLst>
                                    </p:anim>
                                    <p:anim calcmode="lin" valueType="num">
                                      <p:cBhvr additive="base">
                                        <p:cTn id="8" dur="500" fill="hold"/>
                                        <p:tgtEl>
                                          <p:spTgt spid="5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63"/>
                                        </p:tgtEl>
                                        <p:attrNameLst>
                                          <p:attrName>style.visibility</p:attrName>
                                        </p:attrNameLst>
                                      </p:cBhvr>
                                      <p:to>
                                        <p:strVal val="visible"/>
                                      </p:to>
                                    </p:set>
                                    <p:anim calcmode="lin" valueType="num">
                                      <p:cBhvr>
                                        <p:cTn id="12" dur="500" fill="hold"/>
                                        <p:tgtEl>
                                          <p:spTgt spid="63"/>
                                        </p:tgtEl>
                                        <p:attrNameLst>
                                          <p:attrName>ppt_w</p:attrName>
                                        </p:attrNameLst>
                                      </p:cBhvr>
                                      <p:tavLst>
                                        <p:tav tm="0">
                                          <p:val>
                                            <p:fltVal val="0"/>
                                          </p:val>
                                        </p:tav>
                                        <p:tav tm="100000">
                                          <p:val>
                                            <p:strVal val="#ppt_w"/>
                                          </p:val>
                                        </p:tav>
                                      </p:tavLst>
                                    </p:anim>
                                    <p:anim calcmode="lin" valueType="num">
                                      <p:cBhvr>
                                        <p:cTn id="13" dur="500" fill="hold"/>
                                        <p:tgtEl>
                                          <p:spTgt spid="63"/>
                                        </p:tgtEl>
                                        <p:attrNameLst>
                                          <p:attrName>ppt_h</p:attrName>
                                        </p:attrNameLst>
                                      </p:cBhvr>
                                      <p:tavLst>
                                        <p:tav tm="0">
                                          <p:val>
                                            <p:fltVal val="0"/>
                                          </p:val>
                                        </p:tav>
                                        <p:tav tm="100000">
                                          <p:val>
                                            <p:strVal val="#ppt_h"/>
                                          </p:val>
                                        </p:tav>
                                      </p:tavLst>
                                    </p:anim>
                                    <p:animEffect transition="in" filter="fade">
                                      <p:cBhvr>
                                        <p:cTn id="14" dur="500"/>
                                        <p:tgtEl>
                                          <p:spTgt spid="63"/>
                                        </p:tgtEl>
                                      </p:cBhvr>
                                    </p:animEffect>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37"/>
                                        </p:tgtEl>
                                        <p:attrNameLst>
                                          <p:attrName>style.visibility</p:attrName>
                                        </p:attrNameLst>
                                      </p:cBhvr>
                                      <p:to>
                                        <p:strVal val="visible"/>
                                      </p:to>
                                    </p:set>
                                    <p:anim calcmode="lin" valueType="num">
                                      <p:cBhvr>
                                        <p:cTn id="18" dur="500" fill="hold"/>
                                        <p:tgtEl>
                                          <p:spTgt spid="37"/>
                                        </p:tgtEl>
                                        <p:attrNameLst>
                                          <p:attrName>ppt_w</p:attrName>
                                        </p:attrNameLst>
                                      </p:cBhvr>
                                      <p:tavLst>
                                        <p:tav tm="0">
                                          <p:val>
                                            <p:fltVal val="0"/>
                                          </p:val>
                                        </p:tav>
                                        <p:tav tm="100000">
                                          <p:val>
                                            <p:strVal val="#ppt_w"/>
                                          </p:val>
                                        </p:tav>
                                      </p:tavLst>
                                    </p:anim>
                                    <p:anim calcmode="lin" valueType="num">
                                      <p:cBhvr>
                                        <p:cTn id="19" dur="500" fill="hold"/>
                                        <p:tgtEl>
                                          <p:spTgt spid="37"/>
                                        </p:tgtEl>
                                        <p:attrNameLst>
                                          <p:attrName>ppt_h</p:attrName>
                                        </p:attrNameLst>
                                      </p:cBhvr>
                                      <p:tavLst>
                                        <p:tav tm="0">
                                          <p:val>
                                            <p:fltVal val="0"/>
                                          </p:val>
                                        </p:tav>
                                        <p:tav tm="100000">
                                          <p:val>
                                            <p:strVal val="#ppt_h"/>
                                          </p:val>
                                        </p:tav>
                                      </p:tavLst>
                                    </p:anim>
                                    <p:animEffect transition="in" filter="fade">
                                      <p:cBhvr>
                                        <p:cTn id="20" dur="500"/>
                                        <p:tgtEl>
                                          <p:spTgt spid="37"/>
                                        </p:tgtEl>
                                      </p:cBhvr>
                                    </p:animEffect>
                                  </p:childTnLst>
                                </p:cTn>
                              </p:par>
                            </p:childTnLst>
                          </p:cTn>
                        </p:par>
                        <p:par>
                          <p:cTn id="21" fill="hold">
                            <p:stCondLst>
                              <p:cond delay="1500"/>
                            </p:stCondLst>
                            <p:childTnLst>
                              <p:par>
                                <p:cTn id="22" presetID="12" presetClass="entr" presetSubtype="4" fill="hold" grpId="0" nodeType="afterEffect">
                                  <p:stCondLst>
                                    <p:cond delay="0"/>
                                  </p:stCondLst>
                                  <p:childTnLst>
                                    <p:set>
                                      <p:cBhvr>
                                        <p:cTn id="23" dur="1" fill="hold">
                                          <p:stCondLst>
                                            <p:cond delay="0"/>
                                          </p:stCondLst>
                                        </p:cTn>
                                        <p:tgtEl>
                                          <p:spTgt spid="76"/>
                                        </p:tgtEl>
                                        <p:attrNameLst>
                                          <p:attrName>style.visibility</p:attrName>
                                        </p:attrNameLst>
                                      </p:cBhvr>
                                      <p:to>
                                        <p:strVal val="visible"/>
                                      </p:to>
                                    </p:set>
                                    <p:animEffect transition="in" filter="slide(fromBottom)">
                                      <p:cBhvr>
                                        <p:cTn id="24" dur="500"/>
                                        <p:tgtEl>
                                          <p:spTgt spid="76"/>
                                        </p:tgtEl>
                                      </p:cBhvr>
                                    </p:animEffect>
                                  </p:childTnLst>
                                </p:cTn>
                              </p:par>
                              <p:par>
                                <p:cTn id="25" presetID="12" presetClass="entr" presetSubtype="4"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slide(fromBottom)">
                                      <p:cBhvr>
                                        <p:cTn id="27" dur="500"/>
                                        <p:tgtEl>
                                          <p:spTgt spid="3"/>
                                        </p:tgtEl>
                                      </p:cBhvr>
                                    </p:animEffect>
                                  </p:childTnLst>
                                </p:cTn>
                              </p:par>
                            </p:childTnLst>
                          </p:cTn>
                        </p:par>
                        <p:par>
                          <p:cTn id="28" fill="hold">
                            <p:stCondLst>
                              <p:cond delay="2000"/>
                            </p:stCondLst>
                            <p:childTnLst>
                              <p:par>
                                <p:cTn id="29" presetID="2" presetClass="entr" presetSubtype="4" accel="50000" decel="50000" fill="hold" grpId="0" nodeType="afterEffect">
                                  <p:stCondLst>
                                    <p:cond delay="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500" fill="hold"/>
                                        <p:tgtEl>
                                          <p:spTgt spid="53"/>
                                        </p:tgtEl>
                                        <p:attrNameLst>
                                          <p:attrName>ppt_x</p:attrName>
                                        </p:attrNameLst>
                                      </p:cBhvr>
                                      <p:tavLst>
                                        <p:tav tm="0">
                                          <p:val>
                                            <p:strVal val="#ppt_x"/>
                                          </p:val>
                                        </p:tav>
                                        <p:tav tm="100000">
                                          <p:val>
                                            <p:strVal val="#ppt_x"/>
                                          </p:val>
                                        </p:tav>
                                      </p:tavLst>
                                    </p:anim>
                                    <p:anim calcmode="lin" valueType="num">
                                      <p:cBhvr additive="base">
                                        <p:cTn id="32" dur="500" fill="hold"/>
                                        <p:tgtEl>
                                          <p:spTgt spid="53"/>
                                        </p:tgtEl>
                                        <p:attrNameLst>
                                          <p:attrName>ppt_y</p:attrName>
                                        </p:attrNameLst>
                                      </p:cBhvr>
                                      <p:tavLst>
                                        <p:tav tm="0">
                                          <p:val>
                                            <p:strVal val="1+#ppt_h/2"/>
                                          </p:val>
                                        </p:tav>
                                        <p:tav tm="100000">
                                          <p:val>
                                            <p:strVal val="#ppt_y"/>
                                          </p:val>
                                        </p:tav>
                                      </p:tavLst>
                                    </p:anim>
                                  </p:childTnLst>
                                </p:cTn>
                              </p:par>
                            </p:childTnLst>
                          </p:cTn>
                        </p:par>
                        <p:par>
                          <p:cTn id="33" fill="hold">
                            <p:stCondLst>
                              <p:cond delay="2500"/>
                            </p:stCondLst>
                            <p:childTnLst>
                              <p:par>
                                <p:cTn id="34" presetID="53" presetClass="entr" presetSubtype="0" fill="hold" grpId="0" nodeType="afterEffect">
                                  <p:stCondLst>
                                    <p:cond delay="0"/>
                                  </p:stCondLst>
                                  <p:childTnLst>
                                    <p:set>
                                      <p:cBhvr>
                                        <p:cTn id="35" dur="1" fill="hold">
                                          <p:stCondLst>
                                            <p:cond delay="0"/>
                                          </p:stCondLst>
                                        </p:cTn>
                                        <p:tgtEl>
                                          <p:spTgt spid="64"/>
                                        </p:tgtEl>
                                        <p:attrNameLst>
                                          <p:attrName>style.visibility</p:attrName>
                                        </p:attrNameLst>
                                      </p:cBhvr>
                                      <p:to>
                                        <p:strVal val="visible"/>
                                      </p:to>
                                    </p:set>
                                    <p:anim calcmode="lin" valueType="num">
                                      <p:cBhvr>
                                        <p:cTn id="36" dur="500" fill="hold"/>
                                        <p:tgtEl>
                                          <p:spTgt spid="64"/>
                                        </p:tgtEl>
                                        <p:attrNameLst>
                                          <p:attrName>ppt_w</p:attrName>
                                        </p:attrNameLst>
                                      </p:cBhvr>
                                      <p:tavLst>
                                        <p:tav tm="0">
                                          <p:val>
                                            <p:fltVal val="0"/>
                                          </p:val>
                                        </p:tav>
                                        <p:tav tm="100000">
                                          <p:val>
                                            <p:strVal val="#ppt_w"/>
                                          </p:val>
                                        </p:tav>
                                      </p:tavLst>
                                    </p:anim>
                                    <p:anim calcmode="lin" valueType="num">
                                      <p:cBhvr>
                                        <p:cTn id="37" dur="500" fill="hold"/>
                                        <p:tgtEl>
                                          <p:spTgt spid="64"/>
                                        </p:tgtEl>
                                        <p:attrNameLst>
                                          <p:attrName>ppt_h</p:attrName>
                                        </p:attrNameLst>
                                      </p:cBhvr>
                                      <p:tavLst>
                                        <p:tav tm="0">
                                          <p:val>
                                            <p:fltVal val="0"/>
                                          </p:val>
                                        </p:tav>
                                        <p:tav tm="100000">
                                          <p:val>
                                            <p:strVal val="#ppt_h"/>
                                          </p:val>
                                        </p:tav>
                                      </p:tavLst>
                                    </p:anim>
                                    <p:animEffect transition="in" filter="fade">
                                      <p:cBhvr>
                                        <p:cTn id="38" dur="500"/>
                                        <p:tgtEl>
                                          <p:spTgt spid="64"/>
                                        </p:tgtEl>
                                      </p:cBhvr>
                                    </p:animEffect>
                                  </p:childTnLst>
                                </p:cTn>
                              </p:par>
                            </p:childTnLst>
                          </p:cTn>
                        </p:par>
                        <p:par>
                          <p:cTn id="39" fill="hold">
                            <p:stCondLst>
                              <p:cond delay="3000"/>
                            </p:stCondLst>
                            <p:childTnLst>
                              <p:par>
                                <p:cTn id="40" presetID="53" presetClass="entr" presetSubtype="0"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 calcmode="lin" valueType="num">
                                      <p:cBhvr>
                                        <p:cTn id="42" dur="500" fill="hold"/>
                                        <p:tgtEl>
                                          <p:spTgt spid="38"/>
                                        </p:tgtEl>
                                        <p:attrNameLst>
                                          <p:attrName>ppt_w</p:attrName>
                                        </p:attrNameLst>
                                      </p:cBhvr>
                                      <p:tavLst>
                                        <p:tav tm="0">
                                          <p:val>
                                            <p:fltVal val="0"/>
                                          </p:val>
                                        </p:tav>
                                        <p:tav tm="100000">
                                          <p:val>
                                            <p:strVal val="#ppt_w"/>
                                          </p:val>
                                        </p:tav>
                                      </p:tavLst>
                                    </p:anim>
                                    <p:anim calcmode="lin" valueType="num">
                                      <p:cBhvr>
                                        <p:cTn id="43" dur="500" fill="hold"/>
                                        <p:tgtEl>
                                          <p:spTgt spid="38"/>
                                        </p:tgtEl>
                                        <p:attrNameLst>
                                          <p:attrName>ppt_h</p:attrName>
                                        </p:attrNameLst>
                                      </p:cBhvr>
                                      <p:tavLst>
                                        <p:tav tm="0">
                                          <p:val>
                                            <p:fltVal val="0"/>
                                          </p:val>
                                        </p:tav>
                                        <p:tav tm="100000">
                                          <p:val>
                                            <p:strVal val="#ppt_h"/>
                                          </p:val>
                                        </p:tav>
                                      </p:tavLst>
                                    </p:anim>
                                    <p:animEffect transition="in" filter="fade">
                                      <p:cBhvr>
                                        <p:cTn id="44" dur="500"/>
                                        <p:tgtEl>
                                          <p:spTgt spid="38"/>
                                        </p:tgtEl>
                                      </p:cBhvr>
                                    </p:animEffect>
                                  </p:childTnLst>
                                </p:cTn>
                              </p:par>
                            </p:childTnLst>
                          </p:cTn>
                        </p:par>
                        <p:par>
                          <p:cTn id="45" fill="hold">
                            <p:stCondLst>
                              <p:cond delay="3500"/>
                            </p:stCondLst>
                            <p:childTnLst>
                              <p:par>
                                <p:cTn id="46" presetID="12" presetClass="entr" presetSubtype="4" fill="hold" grpId="0" nodeType="afterEffect">
                                  <p:stCondLst>
                                    <p:cond delay="0"/>
                                  </p:stCondLst>
                                  <p:childTnLst>
                                    <p:set>
                                      <p:cBhvr>
                                        <p:cTn id="47" dur="1" fill="hold">
                                          <p:stCondLst>
                                            <p:cond delay="0"/>
                                          </p:stCondLst>
                                        </p:cTn>
                                        <p:tgtEl>
                                          <p:spTgt spid="78"/>
                                        </p:tgtEl>
                                        <p:attrNameLst>
                                          <p:attrName>style.visibility</p:attrName>
                                        </p:attrNameLst>
                                      </p:cBhvr>
                                      <p:to>
                                        <p:strVal val="visible"/>
                                      </p:to>
                                    </p:set>
                                    <p:animEffect transition="in" filter="slide(fromBottom)">
                                      <p:cBhvr>
                                        <p:cTn id="48" dur="500"/>
                                        <p:tgtEl>
                                          <p:spTgt spid="78"/>
                                        </p:tgtEl>
                                      </p:cBhvr>
                                    </p:animEffect>
                                  </p:childTnLst>
                                </p:cTn>
                              </p:par>
                              <p:par>
                                <p:cTn id="49" presetID="12" presetClass="entr" presetSubtype="4" fill="hold" nodeType="withEffect">
                                  <p:stCondLst>
                                    <p:cond delay="0"/>
                                  </p:stCondLst>
                                  <p:childTnLst>
                                    <p:set>
                                      <p:cBhvr>
                                        <p:cTn id="50" dur="1" fill="hold">
                                          <p:stCondLst>
                                            <p:cond delay="0"/>
                                          </p:stCondLst>
                                        </p:cTn>
                                        <p:tgtEl>
                                          <p:spTgt spid="4"/>
                                        </p:tgtEl>
                                        <p:attrNameLst>
                                          <p:attrName>style.visibility</p:attrName>
                                        </p:attrNameLst>
                                      </p:cBhvr>
                                      <p:to>
                                        <p:strVal val="visible"/>
                                      </p:to>
                                    </p:set>
                                    <p:animEffect transition="in" filter="slide(fromBottom)">
                                      <p:cBhvr>
                                        <p:cTn id="51" dur="500"/>
                                        <p:tgtEl>
                                          <p:spTgt spid="4"/>
                                        </p:tgtEl>
                                      </p:cBhvr>
                                    </p:animEffect>
                                  </p:childTnLst>
                                </p:cTn>
                              </p:par>
                            </p:childTnLst>
                          </p:cTn>
                        </p:par>
                        <p:par>
                          <p:cTn id="52" fill="hold">
                            <p:stCondLst>
                              <p:cond delay="4000"/>
                            </p:stCondLst>
                            <p:childTnLst>
                              <p:par>
                                <p:cTn id="53" presetID="2" presetClass="entr" presetSubtype="1" accel="50000" decel="50000" fill="hold" grpId="0" nodeType="afterEffect">
                                  <p:stCondLst>
                                    <p:cond delay="0"/>
                                  </p:stCondLst>
                                  <p:childTnLst>
                                    <p:set>
                                      <p:cBhvr>
                                        <p:cTn id="54" dur="1" fill="hold">
                                          <p:stCondLst>
                                            <p:cond delay="0"/>
                                          </p:stCondLst>
                                        </p:cTn>
                                        <p:tgtEl>
                                          <p:spTgt spid="54"/>
                                        </p:tgtEl>
                                        <p:attrNameLst>
                                          <p:attrName>style.visibility</p:attrName>
                                        </p:attrNameLst>
                                      </p:cBhvr>
                                      <p:to>
                                        <p:strVal val="visible"/>
                                      </p:to>
                                    </p:set>
                                    <p:anim calcmode="lin" valueType="num">
                                      <p:cBhvr additive="base">
                                        <p:cTn id="55" dur="500" fill="hold"/>
                                        <p:tgtEl>
                                          <p:spTgt spid="54"/>
                                        </p:tgtEl>
                                        <p:attrNameLst>
                                          <p:attrName>ppt_x</p:attrName>
                                        </p:attrNameLst>
                                      </p:cBhvr>
                                      <p:tavLst>
                                        <p:tav tm="0">
                                          <p:val>
                                            <p:strVal val="#ppt_x"/>
                                          </p:val>
                                        </p:tav>
                                        <p:tav tm="100000">
                                          <p:val>
                                            <p:strVal val="#ppt_x"/>
                                          </p:val>
                                        </p:tav>
                                      </p:tavLst>
                                    </p:anim>
                                    <p:anim calcmode="lin" valueType="num">
                                      <p:cBhvr additive="base">
                                        <p:cTn id="56" dur="500" fill="hold"/>
                                        <p:tgtEl>
                                          <p:spTgt spid="54"/>
                                        </p:tgtEl>
                                        <p:attrNameLst>
                                          <p:attrName>ppt_y</p:attrName>
                                        </p:attrNameLst>
                                      </p:cBhvr>
                                      <p:tavLst>
                                        <p:tav tm="0">
                                          <p:val>
                                            <p:strVal val="0-#ppt_h/2"/>
                                          </p:val>
                                        </p:tav>
                                        <p:tav tm="100000">
                                          <p:val>
                                            <p:strVal val="#ppt_y"/>
                                          </p:val>
                                        </p:tav>
                                      </p:tavLst>
                                    </p:anim>
                                  </p:childTnLst>
                                </p:cTn>
                              </p:par>
                            </p:childTnLst>
                          </p:cTn>
                        </p:par>
                        <p:par>
                          <p:cTn id="57" fill="hold">
                            <p:stCondLst>
                              <p:cond delay="4500"/>
                            </p:stCondLst>
                            <p:childTnLst>
                              <p:par>
                                <p:cTn id="58" presetID="53" presetClass="entr" presetSubtype="0" fill="hold" grpId="0" nodeType="afterEffect">
                                  <p:stCondLst>
                                    <p:cond delay="0"/>
                                  </p:stCondLst>
                                  <p:childTnLst>
                                    <p:set>
                                      <p:cBhvr>
                                        <p:cTn id="59" dur="1" fill="hold">
                                          <p:stCondLst>
                                            <p:cond delay="0"/>
                                          </p:stCondLst>
                                        </p:cTn>
                                        <p:tgtEl>
                                          <p:spTgt spid="65"/>
                                        </p:tgtEl>
                                        <p:attrNameLst>
                                          <p:attrName>style.visibility</p:attrName>
                                        </p:attrNameLst>
                                      </p:cBhvr>
                                      <p:to>
                                        <p:strVal val="visible"/>
                                      </p:to>
                                    </p:set>
                                    <p:anim calcmode="lin" valueType="num">
                                      <p:cBhvr>
                                        <p:cTn id="60" dur="500" fill="hold"/>
                                        <p:tgtEl>
                                          <p:spTgt spid="65"/>
                                        </p:tgtEl>
                                        <p:attrNameLst>
                                          <p:attrName>ppt_w</p:attrName>
                                        </p:attrNameLst>
                                      </p:cBhvr>
                                      <p:tavLst>
                                        <p:tav tm="0">
                                          <p:val>
                                            <p:fltVal val="0"/>
                                          </p:val>
                                        </p:tav>
                                        <p:tav tm="100000">
                                          <p:val>
                                            <p:strVal val="#ppt_w"/>
                                          </p:val>
                                        </p:tav>
                                      </p:tavLst>
                                    </p:anim>
                                    <p:anim calcmode="lin" valueType="num">
                                      <p:cBhvr>
                                        <p:cTn id="61" dur="500" fill="hold"/>
                                        <p:tgtEl>
                                          <p:spTgt spid="65"/>
                                        </p:tgtEl>
                                        <p:attrNameLst>
                                          <p:attrName>ppt_h</p:attrName>
                                        </p:attrNameLst>
                                      </p:cBhvr>
                                      <p:tavLst>
                                        <p:tav tm="0">
                                          <p:val>
                                            <p:fltVal val="0"/>
                                          </p:val>
                                        </p:tav>
                                        <p:tav tm="100000">
                                          <p:val>
                                            <p:strVal val="#ppt_h"/>
                                          </p:val>
                                        </p:tav>
                                      </p:tavLst>
                                    </p:anim>
                                    <p:animEffect transition="in" filter="fade">
                                      <p:cBhvr>
                                        <p:cTn id="62" dur="500"/>
                                        <p:tgtEl>
                                          <p:spTgt spid="65"/>
                                        </p:tgtEl>
                                      </p:cBhvr>
                                    </p:animEffect>
                                  </p:childTnLst>
                                </p:cTn>
                              </p:par>
                            </p:childTnLst>
                          </p:cTn>
                        </p:par>
                        <p:par>
                          <p:cTn id="63" fill="hold">
                            <p:stCondLst>
                              <p:cond delay="5000"/>
                            </p:stCondLst>
                            <p:childTnLst>
                              <p:par>
                                <p:cTn id="64" presetID="53" presetClass="entr" presetSubtype="0" fill="hold" grpId="0" nodeType="after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p:cTn id="66" dur="500" fill="hold"/>
                                        <p:tgtEl>
                                          <p:spTgt spid="35"/>
                                        </p:tgtEl>
                                        <p:attrNameLst>
                                          <p:attrName>ppt_w</p:attrName>
                                        </p:attrNameLst>
                                      </p:cBhvr>
                                      <p:tavLst>
                                        <p:tav tm="0">
                                          <p:val>
                                            <p:fltVal val="0"/>
                                          </p:val>
                                        </p:tav>
                                        <p:tav tm="100000">
                                          <p:val>
                                            <p:strVal val="#ppt_w"/>
                                          </p:val>
                                        </p:tav>
                                      </p:tavLst>
                                    </p:anim>
                                    <p:anim calcmode="lin" valueType="num">
                                      <p:cBhvr>
                                        <p:cTn id="67" dur="500" fill="hold"/>
                                        <p:tgtEl>
                                          <p:spTgt spid="35"/>
                                        </p:tgtEl>
                                        <p:attrNameLst>
                                          <p:attrName>ppt_h</p:attrName>
                                        </p:attrNameLst>
                                      </p:cBhvr>
                                      <p:tavLst>
                                        <p:tav tm="0">
                                          <p:val>
                                            <p:fltVal val="0"/>
                                          </p:val>
                                        </p:tav>
                                        <p:tav tm="100000">
                                          <p:val>
                                            <p:strVal val="#ppt_h"/>
                                          </p:val>
                                        </p:tav>
                                      </p:tavLst>
                                    </p:anim>
                                    <p:animEffect transition="in" filter="fade">
                                      <p:cBhvr>
                                        <p:cTn id="68" dur="500"/>
                                        <p:tgtEl>
                                          <p:spTgt spid="35"/>
                                        </p:tgtEl>
                                      </p:cBhvr>
                                    </p:animEffect>
                                  </p:childTnLst>
                                </p:cTn>
                              </p:par>
                            </p:childTnLst>
                          </p:cTn>
                        </p:par>
                        <p:par>
                          <p:cTn id="69" fill="hold">
                            <p:stCondLst>
                              <p:cond delay="5500"/>
                            </p:stCondLst>
                            <p:childTnLst>
                              <p:par>
                                <p:cTn id="70" presetID="12" presetClass="entr" presetSubtype="4" fill="hold" grpId="0" nodeType="afterEffect">
                                  <p:stCondLst>
                                    <p:cond delay="0"/>
                                  </p:stCondLst>
                                  <p:childTnLst>
                                    <p:set>
                                      <p:cBhvr>
                                        <p:cTn id="71" dur="1" fill="hold">
                                          <p:stCondLst>
                                            <p:cond delay="0"/>
                                          </p:stCondLst>
                                        </p:cTn>
                                        <p:tgtEl>
                                          <p:spTgt spid="79"/>
                                        </p:tgtEl>
                                        <p:attrNameLst>
                                          <p:attrName>style.visibility</p:attrName>
                                        </p:attrNameLst>
                                      </p:cBhvr>
                                      <p:to>
                                        <p:strVal val="visible"/>
                                      </p:to>
                                    </p:set>
                                    <p:animEffect transition="in" filter="slide(fromBottom)">
                                      <p:cBhvr>
                                        <p:cTn id="72" dur="500"/>
                                        <p:tgtEl>
                                          <p:spTgt spid="79"/>
                                        </p:tgtEl>
                                      </p:cBhvr>
                                    </p:animEffect>
                                  </p:childTnLst>
                                </p:cTn>
                              </p:par>
                              <p:par>
                                <p:cTn id="73" presetID="12" presetClass="entr" presetSubtype="4" fill="hold" nodeType="withEffect">
                                  <p:stCondLst>
                                    <p:cond delay="0"/>
                                  </p:stCondLst>
                                  <p:childTnLst>
                                    <p:set>
                                      <p:cBhvr>
                                        <p:cTn id="74" dur="1" fill="hold">
                                          <p:stCondLst>
                                            <p:cond delay="0"/>
                                          </p:stCondLst>
                                        </p:cTn>
                                        <p:tgtEl>
                                          <p:spTgt spid="5"/>
                                        </p:tgtEl>
                                        <p:attrNameLst>
                                          <p:attrName>style.visibility</p:attrName>
                                        </p:attrNameLst>
                                      </p:cBhvr>
                                      <p:to>
                                        <p:strVal val="visible"/>
                                      </p:to>
                                    </p:set>
                                    <p:animEffect transition="in" filter="slide(fromBottom)">
                                      <p:cBhvr>
                                        <p:cTn id="75" dur="500"/>
                                        <p:tgtEl>
                                          <p:spTgt spid="5"/>
                                        </p:tgtEl>
                                      </p:cBhvr>
                                    </p:animEffect>
                                  </p:childTnLst>
                                </p:cTn>
                              </p:par>
                            </p:childTnLst>
                          </p:cTn>
                        </p:par>
                        <p:par>
                          <p:cTn id="76" fill="hold">
                            <p:stCondLst>
                              <p:cond delay="6000"/>
                            </p:stCondLst>
                            <p:childTnLst>
                              <p:par>
                                <p:cTn id="77" presetID="2" presetClass="entr" presetSubtype="4" accel="50000" decel="50000" fill="hold" grpId="0" nodeType="afterEffect">
                                  <p:stCondLst>
                                    <p:cond delay="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500" fill="hold"/>
                                        <p:tgtEl>
                                          <p:spTgt spid="55"/>
                                        </p:tgtEl>
                                        <p:attrNameLst>
                                          <p:attrName>ppt_x</p:attrName>
                                        </p:attrNameLst>
                                      </p:cBhvr>
                                      <p:tavLst>
                                        <p:tav tm="0">
                                          <p:val>
                                            <p:strVal val="#ppt_x"/>
                                          </p:val>
                                        </p:tav>
                                        <p:tav tm="100000">
                                          <p:val>
                                            <p:strVal val="#ppt_x"/>
                                          </p:val>
                                        </p:tav>
                                      </p:tavLst>
                                    </p:anim>
                                    <p:anim calcmode="lin" valueType="num">
                                      <p:cBhvr additive="base">
                                        <p:cTn id="80" dur="500" fill="hold"/>
                                        <p:tgtEl>
                                          <p:spTgt spid="55"/>
                                        </p:tgtEl>
                                        <p:attrNameLst>
                                          <p:attrName>ppt_y</p:attrName>
                                        </p:attrNameLst>
                                      </p:cBhvr>
                                      <p:tavLst>
                                        <p:tav tm="0">
                                          <p:val>
                                            <p:strVal val="1+#ppt_h/2"/>
                                          </p:val>
                                        </p:tav>
                                        <p:tav tm="100000">
                                          <p:val>
                                            <p:strVal val="#ppt_y"/>
                                          </p:val>
                                        </p:tav>
                                      </p:tavLst>
                                    </p:anim>
                                  </p:childTnLst>
                                </p:cTn>
                              </p:par>
                            </p:childTnLst>
                          </p:cTn>
                        </p:par>
                        <p:par>
                          <p:cTn id="81" fill="hold">
                            <p:stCondLst>
                              <p:cond delay="6500"/>
                            </p:stCondLst>
                            <p:childTnLst>
                              <p:par>
                                <p:cTn id="82" presetID="53" presetClass="entr" presetSubtype="0" fill="hold" grpId="0" nodeType="afterEffect">
                                  <p:stCondLst>
                                    <p:cond delay="0"/>
                                  </p:stCondLst>
                                  <p:childTnLst>
                                    <p:set>
                                      <p:cBhvr>
                                        <p:cTn id="83" dur="1" fill="hold">
                                          <p:stCondLst>
                                            <p:cond delay="0"/>
                                          </p:stCondLst>
                                        </p:cTn>
                                        <p:tgtEl>
                                          <p:spTgt spid="66"/>
                                        </p:tgtEl>
                                        <p:attrNameLst>
                                          <p:attrName>style.visibility</p:attrName>
                                        </p:attrNameLst>
                                      </p:cBhvr>
                                      <p:to>
                                        <p:strVal val="visible"/>
                                      </p:to>
                                    </p:set>
                                    <p:anim calcmode="lin" valueType="num">
                                      <p:cBhvr>
                                        <p:cTn id="84" dur="500" fill="hold"/>
                                        <p:tgtEl>
                                          <p:spTgt spid="66"/>
                                        </p:tgtEl>
                                        <p:attrNameLst>
                                          <p:attrName>ppt_w</p:attrName>
                                        </p:attrNameLst>
                                      </p:cBhvr>
                                      <p:tavLst>
                                        <p:tav tm="0">
                                          <p:val>
                                            <p:fltVal val="0"/>
                                          </p:val>
                                        </p:tav>
                                        <p:tav tm="100000">
                                          <p:val>
                                            <p:strVal val="#ppt_w"/>
                                          </p:val>
                                        </p:tav>
                                      </p:tavLst>
                                    </p:anim>
                                    <p:anim calcmode="lin" valueType="num">
                                      <p:cBhvr>
                                        <p:cTn id="85" dur="500" fill="hold"/>
                                        <p:tgtEl>
                                          <p:spTgt spid="66"/>
                                        </p:tgtEl>
                                        <p:attrNameLst>
                                          <p:attrName>ppt_h</p:attrName>
                                        </p:attrNameLst>
                                      </p:cBhvr>
                                      <p:tavLst>
                                        <p:tav tm="0">
                                          <p:val>
                                            <p:fltVal val="0"/>
                                          </p:val>
                                        </p:tav>
                                        <p:tav tm="100000">
                                          <p:val>
                                            <p:strVal val="#ppt_h"/>
                                          </p:val>
                                        </p:tav>
                                      </p:tavLst>
                                    </p:anim>
                                    <p:animEffect transition="in" filter="fade">
                                      <p:cBhvr>
                                        <p:cTn id="86" dur="500"/>
                                        <p:tgtEl>
                                          <p:spTgt spid="66"/>
                                        </p:tgtEl>
                                      </p:cBhvr>
                                    </p:animEffect>
                                  </p:childTnLst>
                                </p:cTn>
                              </p:par>
                            </p:childTnLst>
                          </p:cTn>
                        </p:par>
                        <p:par>
                          <p:cTn id="87" fill="hold">
                            <p:stCondLst>
                              <p:cond delay="7000"/>
                            </p:stCondLst>
                            <p:childTnLst>
                              <p:par>
                                <p:cTn id="88" presetID="53" presetClass="entr" presetSubtype="0" fill="hold" grpId="0" nodeType="afterEffect">
                                  <p:stCondLst>
                                    <p:cond delay="0"/>
                                  </p:stCondLst>
                                  <p:childTnLst>
                                    <p:set>
                                      <p:cBhvr>
                                        <p:cTn id="89" dur="1" fill="hold">
                                          <p:stCondLst>
                                            <p:cond delay="0"/>
                                          </p:stCondLst>
                                        </p:cTn>
                                        <p:tgtEl>
                                          <p:spTgt spid="39"/>
                                        </p:tgtEl>
                                        <p:attrNameLst>
                                          <p:attrName>style.visibility</p:attrName>
                                        </p:attrNameLst>
                                      </p:cBhvr>
                                      <p:to>
                                        <p:strVal val="visible"/>
                                      </p:to>
                                    </p:set>
                                    <p:anim calcmode="lin" valueType="num">
                                      <p:cBhvr>
                                        <p:cTn id="90" dur="500" fill="hold"/>
                                        <p:tgtEl>
                                          <p:spTgt spid="39"/>
                                        </p:tgtEl>
                                        <p:attrNameLst>
                                          <p:attrName>ppt_w</p:attrName>
                                        </p:attrNameLst>
                                      </p:cBhvr>
                                      <p:tavLst>
                                        <p:tav tm="0">
                                          <p:val>
                                            <p:fltVal val="0"/>
                                          </p:val>
                                        </p:tav>
                                        <p:tav tm="100000">
                                          <p:val>
                                            <p:strVal val="#ppt_w"/>
                                          </p:val>
                                        </p:tav>
                                      </p:tavLst>
                                    </p:anim>
                                    <p:anim calcmode="lin" valueType="num">
                                      <p:cBhvr>
                                        <p:cTn id="91" dur="500" fill="hold"/>
                                        <p:tgtEl>
                                          <p:spTgt spid="39"/>
                                        </p:tgtEl>
                                        <p:attrNameLst>
                                          <p:attrName>ppt_h</p:attrName>
                                        </p:attrNameLst>
                                      </p:cBhvr>
                                      <p:tavLst>
                                        <p:tav tm="0">
                                          <p:val>
                                            <p:fltVal val="0"/>
                                          </p:val>
                                        </p:tav>
                                        <p:tav tm="100000">
                                          <p:val>
                                            <p:strVal val="#ppt_h"/>
                                          </p:val>
                                        </p:tav>
                                      </p:tavLst>
                                    </p:anim>
                                    <p:animEffect transition="in" filter="fade">
                                      <p:cBhvr>
                                        <p:cTn id="92" dur="500"/>
                                        <p:tgtEl>
                                          <p:spTgt spid="39"/>
                                        </p:tgtEl>
                                      </p:cBhvr>
                                    </p:animEffect>
                                  </p:childTnLst>
                                </p:cTn>
                              </p:par>
                            </p:childTnLst>
                          </p:cTn>
                        </p:par>
                        <p:par>
                          <p:cTn id="93" fill="hold">
                            <p:stCondLst>
                              <p:cond delay="7500"/>
                            </p:stCondLst>
                            <p:childTnLst>
                              <p:par>
                                <p:cTn id="94" presetID="12" presetClass="entr" presetSubtype="4" fill="hold" grpId="0" nodeType="afterEffect">
                                  <p:stCondLst>
                                    <p:cond delay="0"/>
                                  </p:stCondLst>
                                  <p:childTnLst>
                                    <p:set>
                                      <p:cBhvr>
                                        <p:cTn id="95" dur="1" fill="hold">
                                          <p:stCondLst>
                                            <p:cond delay="0"/>
                                          </p:stCondLst>
                                        </p:cTn>
                                        <p:tgtEl>
                                          <p:spTgt spid="82"/>
                                        </p:tgtEl>
                                        <p:attrNameLst>
                                          <p:attrName>style.visibility</p:attrName>
                                        </p:attrNameLst>
                                      </p:cBhvr>
                                      <p:to>
                                        <p:strVal val="visible"/>
                                      </p:to>
                                    </p:set>
                                    <p:animEffect transition="in" filter="slide(fromBottom)">
                                      <p:cBhvr>
                                        <p:cTn id="96" dur="500"/>
                                        <p:tgtEl>
                                          <p:spTgt spid="82"/>
                                        </p:tgtEl>
                                      </p:cBhvr>
                                    </p:animEffect>
                                  </p:childTnLst>
                                </p:cTn>
                              </p:par>
                              <p:par>
                                <p:cTn id="97" presetID="12" presetClass="entr" presetSubtype="4" fill="hold" nodeType="withEffect">
                                  <p:stCondLst>
                                    <p:cond delay="0"/>
                                  </p:stCondLst>
                                  <p:childTnLst>
                                    <p:set>
                                      <p:cBhvr>
                                        <p:cTn id="98" dur="1" fill="hold">
                                          <p:stCondLst>
                                            <p:cond delay="0"/>
                                          </p:stCondLst>
                                        </p:cTn>
                                        <p:tgtEl>
                                          <p:spTgt spid="6"/>
                                        </p:tgtEl>
                                        <p:attrNameLst>
                                          <p:attrName>style.visibility</p:attrName>
                                        </p:attrNameLst>
                                      </p:cBhvr>
                                      <p:to>
                                        <p:strVal val="visible"/>
                                      </p:to>
                                    </p:set>
                                    <p:animEffect transition="in" filter="slide(fromBottom)">
                                      <p:cBhvr>
                                        <p:cTn id="99" dur="500"/>
                                        <p:tgtEl>
                                          <p:spTgt spid="6"/>
                                        </p:tgtEl>
                                      </p:cBhvr>
                                    </p:animEffect>
                                  </p:childTnLst>
                                </p:cTn>
                              </p:par>
                            </p:childTnLst>
                          </p:cTn>
                        </p:par>
                        <p:par>
                          <p:cTn id="100" fill="hold">
                            <p:stCondLst>
                              <p:cond delay="8000"/>
                            </p:stCondLst>
                            <p:childTnLst>
                              <p:par>
                                <p:cTn id="101" presetID="2" presetClass="entr" presetSubtype="1" accel="50000" decel="50000" fill="hold" grpId="0" nodeType="afterEffect">
                                  <p:stCondLst>
                                    <p:cond delay="0"/>
                                  </p:stCondLst>
                                  <p:childTnLst>
                                    <p:set>
                                      <p:cBhvr>
                                        <p:cTn id="102" dur="1" fill="hold">
                                          <p:stCondLst>
                                            <p:cond delay="0"/>
                                          </p:stCondLst>
                                        </p:cTn>
                                        <p:tgtEl>
                                          <p:spTgt spid="56"/>
                                        </p:tgtEl>
                                        <p:attrNameLst>
                                          <p:attrName>style.visibility</p:attrName>
                                        </p:attrNameLst>
                                      </p:cBhvr>
                                      <p:to>
                                        <p:strVal val="visible"/>
                                      </p:to>
                                    </p:set>
                                    <p:anim calcmode="lin" valueType="num">
                                      <p:cBhvr additive="base">
                                        <p:cTn id="103" dur="500" fill="hold"/>
                                        <p:tgtEl>
                                          <p:spTgt spid="56"/>
                                        </p:tgtEl>
                                        <p:attrNameLst>
                                          <p:attrName>ppt_x</p:attrName>
                                        </p:attrNameLst>
                                      </p:cBhvr>
                                      <p:tavLst>
                                        <p:tav tm="0">
                                          <p:val>
                                            <p:strVal val="#ppt_x"/>
                                          </p:val>
                                        </p:tav>
                                        <p:tav tm="100000">
                                          <p:val>
                                            <p:strVal val="#ppt_x"/>
                                          </p:val>
                                        </p:tav>
                                      </p:tavLst>
                                    </p:anim>
                                    <p:anim calcmode="lin" valueType="num">
                                      <p:cBhvr additive="base">
                                        <p:cTn id="104" dur="500" fill="hold"/>
                                        <p:tgtEl>
                                          <p:spTgt spid="56"/>
                                        </p:tgtEl>
                                        <p:attrNameLst>
                                          <p:attrName>ppt_y</p:attrName>
                                        </p:attrNameLst>
                                      </p:cBhvr>
                                      <p:tavLst>
                                        <p:tav tm="0">
                                          <p:val>
                                            <p:strVal val="0-#ppt_h/2"/>
                                          </p:val>
                                        </p:tav>
                                        <p:tav tm="100000">
                                          <p:val>
                                            <p:strVal val="#ppt_y"/>
                                          </p:val>
                                        </p:tav>
                                      </p:tavLst>
                                    </p:anim>
                                  </p:childTnLst>
                                </p:cTn>
                              </p:par>
                            </p:childTnLst>
                          </p:cTn>
                        </p:par>
                        <p:par>
                          <p:cTn id="105" fill="hold">
                            <p:stCondLst>
                              <p:cond delay="8500"/>
                            </p:stCondLst>
                            <p:childTnLst>
                              <p:par>
                                <p:cTn id="106" presetID="53" presetClass="entr" presetSubtype="0" fill="hold" grpId="0" nodeType="afterEffect">
                                  <p:stCondLst>
                                    <p:cond delay="0"/>
                                  </p:stCondLst>
                                  <p:childTnLst>
                                    <p:set>
                                      <p:cBhvr>
                                        <p:cTn id="107" dur="1" fill="hold">
                                          <p:stCondLst>
                                            <p:cond delay="0"/>
                                          </p:stCondLst>
                                        </p:cTn>
                                        <p:tgtEl>
                                          <p:spTgt spid="67"/>
                                        </p:tgtEl>
                                        <p:attrNameLst>
                                          <p:attrName>style.visibility</p:attrName>
                                        </p:attrNameLst>
                                      </p:cBhvr>
                                      <p:to>
                                        <p:strVal val="visible"/>
                                      </p:to>
                                    </p:set>
                                    <p:anim calcmode="lin" valueType="num">
                                      <p:cBhvr>
                                        <p:cTn id="108" dur="500" fill="hold"/>
                                        <p:tgtEl>
                                          <p:spTgt spid="67"/>
                                        </p:tgtEl>
                                        <p:attrNameLst>
                                          <p:attrName>ppt_w</p:attrName>
                                        </p:attrNameLst>
                                      </p:cBhvr>
                                      <p:tavLst>
                                        <p:tav tm="0">
                                          <p:val>
                                            <p:fltVal val="0"/>
                                          </p:val>
                                        </p:tav>
                                        <p:tav tm="100000">
                                          <p:val>
                                            <p:strVal val="#ppt_w"/>
                                          </p:val>
                                        </p:tav>
                                      </p:tavLst>
                                    </p:anim>
                                    <p:anim calcmode="lin" valueType="num">
                                      <p:cBhvr>
                                        <p:cTn id="109" dur="500" fill="hold"/>
                                        <p:tgtEl>
                                          <p:spTgt spid="67"/>
                                        </p:tgtEl>
                                        <p:attrNameLst>
                                          <p:attrName>ppt_h</p:attrName>
                                        </p:attrNameLst>
                                      </p:cBhvr>
                                      <p:tavLst>
                                        <p:tav tm="0">
                                          <p:val>
                                            <p:fltVal val="0"/>
                                          </p:val>
                                        </p:tav>
                                        <p:tav tm="100000">
                                          <p:val>
                                            <p:strVal val="#ppt_h"/>
                                          </p:val>
                                        </p:tav>
                                      </p:tavLst>
                                    </p:anim>
                                    <p:animEffect transition="in" filter="fade">
                                      <p:cBhvr>
                                        <p:cTn id="110" dur="500"/>
                                        <p:tgtEl>
                                          <p:spTgt spid="67"/>
                                        </p:tgtEl>
                                      </p:cBhvr>
                                    </p:animEffect>
                                  </p:childTnLst>
                                </p:cTn>
                              </p:par>
                            </p:childTnLst>
                          </p:cTn>
                        </p:par>
                        <p:par>
                          <p:cTn id="111" fill="hold">
                            <p:stCondLst>
                              <p:cond delay="9000"/>
                            </p:stCondLst>
                            <p:childTnLst>
                              <p:par>
                                <p:cTn id="112" presetID="53" presetClass="entr" presetSubtype="0" fill="hold" grpId="0" nodeType="afterEffect">
                                  <p:stCondLst>
                                    <p:cond delay="0"/>
                                  </p:stCondLst>
                                  <p:childTnLst>
                                    <p:set>
                                      <p:cBhvr>
                                        <p:cTn id="113" dur="1" fill="hold">
                                          <p:stCondLst>
                                            <p:cond delay="0"/>
                                          </p:stCondLst>
                                        </p:cTn>
                                        <p:tgtEl>
                                          <p:spTgt spid="40"/>
                                        </p:tgtEl>
                                        <p:attrNameLst>
                                          <p:attrName>style.visibility</p:attrName>
                                        </p:attrNameLst>
                                      </p:cBhvr>
                                      <p:to>
                                        <p:strVal val="visible"/>
                                      </p:to>
                                    </p:set>
                                    <p:anim calcmode="lin" valueType="num">
                                      <p:cBhvr>
                                        <p:cTn id="114" dur="500" fill="hold"/>
                                        <p:tgtEl>
                                          <p:spTgt spid="40"/>
                                        </p:tgtEl>
                                        <p:attrNameLst>
                                          <p:attrName>ppt_w</p:attrName>
                                        </p:attrNameLst>
                                      </p:cBhvr>
                                      <p:tavLst>
                                        <p:tav tm="0">
                                          <p:val>
                                            <p:fltVal val="0"/>
                                          </p:val>
                                        </p:tav>
                                        <p:tav tm="100000">
                                          <p:val>
                                            <p:strVal val="#ppt_w"/>
                                          </p:val>
                                        </p:tav>
                                      </p:tavLst>
                                    </p:anim>
                                    <p:anim calcmode="lin" valueType="num">
                                      <p:cBhvr>
                                        <p:cTn id="115" dur="500" fill="hold"/>
                                        <p:tgtEl>
                                          <p:spTgt spid="40"/>
                                        </p:tgtEl>
                                        <p:attrNameLst>
                                          <p:attrName>ppt_h</p:attrName>
                                        </p:attrNameLst>
                                      </p:cBhvr>
                                      <p:tavLst>
                                        <p:tav tm="0">
                                          <p:val>
                                            <p:fltVal val="0"/>
                                          </p:val>
                                        </p:tav>
                                        <p:tav tm="100000">
                                          <p:val>
                                            <p:strVal val="#ppt_h"/>
                                          </p:val>
                                        </p:tav>
                                      </p:tavLst>
                                    </p:anim>
                                    <p:animEffect transition="in" filter="fade">
                                      <p:cBhvr>
                                        <p:cTn id="116" dur="500"/>
                                        <p:tgtEl>
                                          <p:spTgt spid="40"/>
                                        </p:tgtEl>
                                      </p:cBhvr>
                                    </p:animEffect>
                                  </p:childTnLst>
                                </p:cTn>
                              </p:par>
                            </p:childTnLst>
                          </p:cTn>
                        </p:par>
                        <p:par>
                          <p:cTn id="117" fill="hold">
                            <p:stCondLst>
                              <p:cond delay="9500"/>
                            </p:stCondLst>
                            <p:childTnLst>
                              <p:par>
                                <p:cTn id="118" presetID="12" presetClass="entr" presetSubtype="4" fill="hold" grpId="0" nodeType="afterEffect">
                                  <p:stCondLst>
                                    <p:cond delay="0"/>
                                  </p:stCondLst>
                                  <p:childTnLst>
                                    <p:set>
                                      <p:cBhvr>
                                        <p:cTn id="119" dur="1" fill="hold">
                                          <p:stCondLst>
                                            <p:cond delay="0"/>
                                          </p:stCondLst>
                                        </p:cTn>
                                        <p:tgtEl>
                                          <p:spTgt spid="83"/>
                                        </p:tgtEl>
                                        <p:attrNameLst>
                                          <p:attrName>style.visibility</p:attrName>
                                        </p:attrNameLst>
                                      </p:cBhvr>
                                      <p:to>
                                        <p:strVal val="visible"/>
                                      </p:to>
                                    </p:set>
                                    <p:animEffect transition="in" filter="slide(fromBottom)">
                                      <p:cBhvr>
                                        <p:cTn id="120" dur="500"/>
                                        <p:tgtEl>
                                          <p:spTgt spid="83"/>
                                        </p:tgtEl>
                                      </p:cBhvr>
                                    </p:animEffect>
                                  </p:childTnLst>
                                </p:cTn>
                              </p:par>
                              <p:par>
                                <p:cTn id="121" presetID="12" presetClass="entr" presetSubtype="4" fill="hold" nodeType="withEffect">
                                  <p:stCondLst>
                                    <p:cond delay="0"/>
                                  </p:stCondLst>
                                  <p:childTnLst>
                                    <p:set>
                                      <p:cBhvr>
                                        <p:cTn id="122" dur="1" fill="hold">
                                          <p:stCondLst>
                                            <p:cond delay="0"/>
                                          </p:stCondLst>
                                        </p:cTn>
                                        <p:tgtEl>
                                          <p:spTgt spid="7"/>
                                        </p:tgtEl>
                                        <p:attrNameLst>
                                          <p:attrName>style.visibility</p:attrName>
                                        </p:attrNameLst>
                                      </p:cBhvr>
                                      <p:to>
                                        <p:strVal val="visible"/>
                                      </p:to>
                                    </p:set>
                                    <p:animEffect transition="in" filter="slide(fromBottom)">
                                      <p:cBhvr>
                                        <p:cTn id="1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animBg="1"/>
      <p:bldP spid="54" grpId="0" animBg="1"/>
      <p:bldP spid="55" grpId="0" animBg="1"/>
      <p:bldP spid="56" grpId="0" animBg="1"/>
      <p:bldP spid="63" grpId="0" animBg="1"/>
      <p:bldP spid="64" grpId="0" animBg="1"/>
      <p:bldP spid="65" grpId="0" animBg="1"/>
      <p:bldP spid="66" grpId="0" animBg="1"/>
      <p:bldP spid="67" grpId="0" animBg="1"/>
      <p:bldP spid="76" grpId="0"/>
      <p:bldP spid="78" grpId="0"/>
      <p:bldP spid="79" grpId="0"/>
      <p:bldP spid="82" grpId="0"/>
      <p:bldP spid="83" grpId="0"/>
      <p:bldP spid="35" grpId="0" animBg="1"/>
      <p:bldP spid="37" grpId="0" animBg="1"/>
      <p:bldP spid="38" grpId="0" animBg="1"/>
      <p:bldP spid="39" grpId="0" animBg="1"/>
      <p:bldP spid="40"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Business Plan Infographic</a:t>
            </a:r>
            <a:endParaRPr lang="en-US" dirty="0"/>
          </a:p>
        </p:txBody>
      </p:sp>
      <p:sp>
        <p:nvSpPr>
          <p:cNvPr id="8" name="Text Placeholder 7"/>
          <p:cNvSpPr>
            <a:spLocks noGrp="1"/>
          </p:cNvSpPr>
          <p:nvPr>
            <p:ph type="body" sz="half" idx="2"/>
          </p:nvPr>
        </p:nvSpPr>
        <p:spPr/>
        <p:txBody>
          <a:bodyPr/>
          <a:lstStyle/>
          <a:p>
            <a:r>
              <a:rPr lang="en-US"/>
              <a:t>Business Plan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80</a:t>
            </a:fld>
            <a:endParaRPr lang="en-US" dirty="0"/>
          </a:p>
        </p:txBody>
      </p:sp>
      <p:grpSp>
        <p:nvGrpSpPr>
          <p:cNvPr id="2" name="Group 84"/>
          <p:cNvGrpSpPr/>
          <p:nvPr/>
        </p:nvGrpSpPr>
        <p:grpSpPr>
          <a:xfrm>
            <a:off x="1178675" y="2992860"/>
            <a:ext cx="843049" cy="843755"/>
            <a:chOff x="1245350" y="3178284"/>
            <a:chExt cx="843049" cy="843755"/>
          </a:xfrm>
        </p:grpSpPr>
        <p:grpSp>
          <p:nvGrpSpPr>
            <p:cNvPr id="3" name="Group 134"/>
            <p:cNvGrpSpPr>
              <a:grpSpLocks noChangeAspect="1"/>
            </p:cNvGrpSpPr>
            <p:nvPr/>
          </p:nvGrpSpPr>
          <p:grpSpPr>
            <a:xfrm>
              <a:off x="1245350" y="3178284"/>
              <a:ext cx="843049" cy="843755"/>
              <a:chOff x="3287425" y="1417883"/>
              <a:chExt cx="648499" cy="649042"/>
            </a:xfrm>
          </p:grpSpPr>
          <p:sp>
            <p:nvSpPr>
              <p:cNvPr id="77" name="Oval 76"/>
              <p:cNvSpPr>
                <a:spLocks noChangeAspect="1"/>
              </p:cNvSpPr>
              <p:nvPr/>
            </p:nvSpPr>
            <p:spPr>
              <a:xfrm>
                <a:off x="3287425" y="1417883"/>
                <a:ext cx="648499" cy="649042"/>
              </a:xfrm>
              <a:prstGeom prst="ellipse">
                <a:avLst/>
              </a:prstGeom>
              <a:solidFill>
                <a:schemeClr val="accent1">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78" name="Oval 77"/>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grpSp>
        <p:sp>
          <p:nvSpPr>
            <p:cNvPr id="79" name="Freeform 78"/>
            <p:cNvSpPr>
              <a:spLocks noEditPoints="1"/>
            </p:cNvSpPr>
            <p:nvPr/>
          </p:nvSpPr>
          <p:spPr bwMode="auto">
            <a:xfrm>
              <a:off x="1518737" y="3383239"/>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88"/>
          <p:cNvGrpSpPr/>
          <p:nvPr/>
        </p:nvGrpSpPr>
        <p:grpSpPr>
          <a:xfrm>
            <a:off x="3561865" y="2992860"/>
            <a:ext cx="843049" cy="843755"/>
            <a:chOff x="3584844" y="2915264"/>
            <a:chExt cx="843049" cy="843755"/>
          </a:xfrm>
        </p:grpSpPr>
        <p:grpSp>
          <p:nvGrpSpPr>
            <p:cNvPr id="5" name="Group 130"/>
            <p:cNvGrpSpPr>
              <a:grpSpLocks noChangeAspect="1"/>
            </p:cNvGrpSpPr>
            <p:nvPr/>
          </p:nvGrpSpPr>
          <p:grpSpPr>
            <a:xfrm>
              <a:off x="3584844" y="2915264"/>
              <a:ext cx="843049" cy="843755"/>
              <a:chOff x="3287425" y="3613920"/>
              <a:chExt cx="648499" cy="649042"/>
            </a:xfrm>
          </p:grpSpPr>
          <p:sp>
            <p:nvSpPr>
              <p:cNvPr id="58" name="Oval 57"/>
              <p:cNvSpPr>
                <a:spLocks noChangeAspect="1"/>
              </p:cNvSpPr>
              <p:nvPr/>
            </p:nvSpPr>
            <p:spPr>
              <a:xfrm>
                <a:off x="3287425" y="3613920"/>
                <a:ext cx="648499" cy="649042"/>
              </a:xfrm>
              <a:prstGeom prst="ellipse">
                <a:avLst/>
              </a:prstGeom>
              <a:solidFill>
                <a:schemeClr val="accent3">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62" name="Oval 61"/>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sp>
          <p:nvSpPr>
            <p:cNvPr id="80" name="Freeform 83"/>
            <p:cNvSpPr>
              <a:spLocks noEditPoints="1"/>
            </p:cNvSpPr>
            <p:nvPr/>
          </p:nvSpPr>
          <p:spPr bwMode="auto">
            <a:xfrm>
              <a:off x="3907109" y="3188253"/>
              <a:ext cx="198518" cy="29777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90"/>
          <p:cNvGrpSpPr/>
          <p:nvPr/>
        </p:nvGrpSpPr>
        <p:grpSpPr>
          <a:xfrm>
            <a:off x="7136649" y="1976504"/>
            <a:ext cx="843049" cy="843755"/>
            <a:chOff x="7203324" y="1921403"/>
            <a:chExt cx="843049" cy="843755"/>
          </a:xfrm>
        </p:grpSpPr>
        <p:grpSp>
          <p:nvGrpSpPr>
            <p:cNvPr id="9" name="Group 131"/>
            <p:cNvGrpSpPr>
              <a:grpSpLocks noChangeAspect="1"/>
            </p:cNvGrpSpPr>
            <p:nvPr/>
          </p:nvGrpSpPr>
          <p:grpSpPr>
            <a:xfrm>
              <a:off x="7203324" y="1921403"/>
              <a:ext cx="843049" cy="843755"/>
              <a:chOff x="5244691" y="3613920"/>
              <a:chExt cx="648499" cy="649042"/>
            </a:xfrm>
          </p:grpSpPr>
          <p:sp>
            <p:nvSpPr>
              <p:cNvPr id="74" name="Oval 73"/>
              <p:cNvSpPr>
                <a:spLocks noChangeAspect="1"/>
              </p:cNvSpPr>
              <p:nvPr/>
            </p:nvSpPr>
            <p:spPr>
              <a:xfrm>
                <a:off x="5244691" y="3613920"/>
                <a:ext cx="648499" cy="649042"/>
              </a:xfrm>
              <a:prstGeom prst="ellipse">
                <a:avLst/>
              </a:prstGeom>
              <a:solidFill>
                <a:schemeClr val="accent6">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75" name="Oval 74"/>
              <p:cNvSpPr>
                <a:spLocks noChangeAspect="1"/>
              </p:cNvSpPr>
              <p:nvPr/>
            </p:nvSpPr>
            <p:spPr>
              <a:xfrm>
                <a:off x="5319518" y="3688810"/>
                <a:ext cx="498845" cy="499263"/>
              </a:xfrm>
              <a:prstGeom prst="ellipse">
                <a:avLst/>
              </a:prstGeom>
              <a:solidFill>
                <a:schemeClr val="accent6"/>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sp>
          <p:nvSpPr>
            <p:cNvPr id="81" name="Freeform 137"/>
            <p:cNvSpPr>
              <a:spLocks noEditPoints="1"/>
            </p:cNvSpPr>
            <p:nvPr/>
          </p:nvSpPr>
          <p:spPr bwMode="auto">
            <a:xfrm>
              <a:off x="7460025" y="2174501"/>
              <a:ext cx="329647" cy="337558"/>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87"/>
          <p:cNvGrpSpPr/>
          <p:nvPr/>
        </p:nvGrpSpPr>
        <p:grpSpPr>
          <a:xfrm>
            <a:off x="4753460" y="1976504"/>
            <a:ext cx="843049" cy="843755"/>
            <a:chOff x="4592738" y="1758620"/>
            <a:chExt cx="843049" cy="843755"/>
          </a:xfrm>
        </p:grpSpPr>
        <p:grpSp>
          <p:nvGrpSpPr>
            <p:cNvPr id="11" name="Group 133"/>
            <p:cNvGrpSpPr>
              <a:grpSpLocks noChangeAspect="1"/>
            </p:cNvGrpSpPr>
            <p:nvPr/>
          </p:nvGrpSpPr>
          <p:grpSpPr>
            <a:xfrm>
              <a:off x="4592738" y="1758620"/>
              <a:ext cx="843049" cy="843755"/>
              <a:chOff x="5249342" y="1406453"/>
              <a:chExt cx="648499" cy="649042"/>
            </a:xfrm>
          </p:grpSpPr>
          <p:sp>
            <p:nvSpPr>
              <p:cNvPr id="65" name="Oval 64"/>
              <p:cNvSpPr>
                <a:spLocks noChangeAspect="1"/>
              </p:cNvSpPr>
              <p:nvPr/>
            </p:nvSpPr>
            <p:spPr>
              <a:xfrm>
                <a:off x="5249342" y="1406453"/>
                <a:ext cx="648499" cy="649042"/>
              </a:xfrm>
              <a:prstGeom prst="ellipse">
                <a:avLst/>
              </a:prstGeom>
              <a:solidFill>
                <a:schemeClr val="accent4">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67" name="Oval 66"/>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sp>
          <p:nvSpPr>
            <p:cNvPr id="82" name="Freeform 53"/>
            <p:cNvSpPr>
              <a:spLocks/>
            </p:cNvSpPr>
            <p:nvPr/>
          </p:nvSpPr>
          <p:spPr bwMode="auto">
            <a:xfrm>
              <a:off x="4838943" y="2032612"/>
              <a:ext cx="350639" cy="259998"/>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89"/>
          <p:cNvGrpSpPr/>
          <p:nvPr/>
        </p:nvGrpSpPr>
        <p:grpSpPr>
          <a:xfrm>
            <a:off x="5945055" y="2992860"/>
            <a:ext cx="843049" cy="843755"/>
            <a:chOff x="5696894" y="2915264"/>
            <a:chExt cx="843049" cy="843755"/>
          </a:xfrm>
        </p:grpSpPr>
        <p:grpSp>
          <p:nvGrpSpPr>
            <p:cNvPr id="13" name="Group 132"/>
            <p:cNvGrpSpPr>
              <a:grpSpLocks noChangeAspect="1"/>
            </p:cNvGrpSpPr>
            <p:nvPr/>
          </p:nvGrpSpPr>
          <p:grpSpPr>
            <a:xfrm>
              <a:off x="5696894" y="2915264"/>
              <a:ext cx="843049" cy="843755"/>
              <a:chOff x="5716010" y="2517212"/>
              <a:chExt cx="648499" cy="649042"/>
            </a:xfrm>
          </p:grpSpPr>
          <p:sp>
            <p:nvSpPr>
              <p:cNvPr id="70" name="Oval 69"/>
              <p:cNvSpPr>
                <a:spLocks noChangeAspect="1"/>
              </p:cNvSpPr>
              <p:nvPr/>
            </p:nvSpPr>
            <p:spPr>
              <a:xfrm>
                <a:off x="5716010" y="2517212"/>
                <a:ext cx="648499" cy="649042"/>
              </a:xfrm>
              <a:prstGeom prst="ellipse">
                <a:avLst/>
              </a:prstGeom>
              <a:solidFill>
                <a:schemeClr val="accent5">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71" name="Oval 70"/>
              <p:cNvSpPr>
                <a:spLocks noChangeAspect="1"/>
              </p:cNvSpPr>
              <p:nvPr/>
            </p:nvSpPr>
            <p:spPr>
              <a:xfrm>
                <a:off x="5790837" y="2592102"/>
                <a:ext cx="498845" cy="499263"/>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sp>
          <p:nvSpPr>
            <p:cNvPr id="83" name="Freeform 57"/>
            <p:cNvSpPr>
              <a:spLocks noEditPoints="1"/>
            </p:cNvSpPr>
            <p:nvPr/>
          </p:nvSpPr>
          <p:spPr bwMode="auto">
            <a:xfrm>
              <a:off x="5972842" y="3208084"/>
              <a:ext cx="291152" cy="25811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85"/>
          <p:cNvGrpSpPr/>
          <p:nvPr/>
        </p:nvGrpSpPr>
        <p:grpSpPr>
          <a:xfrm>
            <a:off x="2370270" y="1976504"/>
            <a:ext cx="843049" cy="843755"/>
            <a:chOff x="2347176" y="2092666"/>
            <a:chExt cx="843049" cy="843755"/>
          </a:xfrm>
        </p:grpSpPr>
        <p:grpSp>
          <p:nvGrpSpPr>
            <p:cNvPr id="15" name="Group 129"/>
            <p:cNvGrpSpPr>
              <a:grpSpLocks noChangeAspect="1"/>
            </p:cNvGrpSpPr>
            <p:nvPr/>
          </p:nvGrpSpPr>
          <p:grpSpPr>
            <a:xfrm>
              <a:off x="2347176" y="2092666"/>
              <a:ext cx="843049" cy="843755"/>
              <a:chOff x="2779491" y="2517212"/>
              <a:chExt cx="648499" cy="649042"/>
            </a:xfrm>
          </p:grpSpPr>
          <p:sp>
            <p:nvSpPr>
              <p:cNvPr id="49" name="Oval 48"/>
              <p:cNvSpPr>
                <a:spLocks noChangeAspect="1"/>
              </p:cNvSpPr>
              <p:nvPr/>
            </p:nvSpPr>
            <p:spPr>
              <a:xfrm>
                <a:off x="2779491" y="2517212"/>
                <a:ext cx="648499" cy="649042"/>
              </a:xfrm>
              <a:prstGeom prst="ellipse">
                <a:avLst/>
              </a:prstGeom>
              <a:solidFill>
                <a:schemeClr val="accent2">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2" name="Oval 51"/>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latin typeface="+mj-lt"/>
                </a:endParaRPr>
              </a:p>
            </p:txBody>
          </p:sp>
        </p:grpSp>
        <p:sp>
          <p:nvSpPr>
            <p:cNvPr id="84" name="Freeform 65"/>
            <p:cNvSpPr>
              <a:spLocks noEditPoints="1"/>
            </p:cNvSpPr>
            <p:nvPr/>
          </p:nvSpPr>
          <p:spPr bwMode="auto">
            <a:xfrm>
              <a:off x="2585919" y="2347985"/>
              <a:ext cx="365563" cy="333116"/>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59"/>
          <p:cNvGrpSpPr/>
          <p:nvPr/>
        </p:nvGrpSpPr>
        <p:grpSpPr>
          <a:xfrm>
            <a:off x="6629400" y="1143000"/>
            <a:ext cx="1797100" cy="709468"/>
            <a:chOff x="7258071" y="3206176"/>
            <a:chExt cx="1797100" cy="709468"/>
          </a:xfrm>
        </p:grpSpPr>
        <p:sp>
          <p:nvSpPr>
            <p:cNvPr id="93" name="TextBox 92"/>
            <p:cNvSpPr txBox="1"/>
            <p:nvPr/>
          </p:nvSpPr>
          <p:spPr>
            <a:xfrm>
              <a:off x="7258071" y="3453979"/>
              <a:ext cx="179710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a:t>
              </a:r>
              <a:endParaRPr lang="en-US" sz="1000" dirty="0">
                <a:solidFill>
                  <a:schemeClr val="tx1">
                    <a:lumMod val="65000"/>
                    <a:lumOff val="35000"/>
                  </a:schemeClr>
                </a:solidFill>
              </a:endParaRPr>
            </a:p>
          </p:txBody>
        </p:sp>
        <p:sp>
          <p:nvSpPr>
            <p:cNvPr id="94" name="Rectangle 93"/>
            <p:cNvSpPr/>
            <p:nvPr/>
          </p:nvSpPr>
          <p:spPr>
            <a:xfrm>
              <a:off x="7289685" y="3206176"/>
              <a:ext cx="1733873" cy="215444"/>
            </a:xfrm>
            <a:prstGeom prst="rect">
              <a:avLst/>
            </a:prstGeom>
          </p:spPr>
          <p:txBody>
            <a:bodyPr wrap="none" lIns="0" tIns="0" rIns="0" bIns="0">
              <a:spAutoFit/>
            </a:bodyPr>
            <a:lstStyle/>
            <a:p>
              <a:pPr algn="ctr"/>
              <a:r>
                <a:rPr lang="en-US" sz="1400" b="1" dirty="0">
                  <a:solidFill>
                    <a:schemeClr val="accent6"/>
                  </a:solidFill>
                </a:rPr>
                <a:t>Launch Your Project</a:t>
              </a:r>
            </a:p>
          </p:txBody>
        </p:sp>
      </p:grpSp>
      <p:grpSp>
        <p:nvGrpSpPr>
          <p:cNvPr id="17" name="Group 57"/>
          <p:cNvGrpSpPr/>
          <p:nvPr/>
        </p:nvGrpSpPr>
        <p:grpSpPr>
          <a:xfrm>
            <a:off x="1819275" y="1143000"/>
            <a:ext cx="1938031" cy="709468"/>
            <a:chOff x="-4190" y="3168889"/>
            <a:chExt cx="1938031" cy="709468"/>
          </a:xfrm>
        </p:grpSpPr>
        <p:sp>
          <p:nvSpPr>
            <p:cNvPr id="96" name="TextBox 95"/>
            <p:cNvSpPr txBox="1"/>
            <p:nvPr/>
          </p:nvSpPr>
          <p:spPr>
            <a:xfrm>
              <a:off x="160566" y="3416692"/>
              <a:ext cx="1608519"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a:t>
              </a:r>
              <a:endParaRPr lang="en-US" sz="1000" dirty="0">
                <a:solidFill>
                  <a:schemeClr val="tx1">
                    <a:lumMod val="65000"/>
                    <a:lumOff val="35000"/>
                  </a:schemeClr>
                </a:solidFill>
              </a:endParaRPr>
            </a:p>
          </p:txBody>
        </p:sp>
        <p:sp>
          <p:nvSpPr>
            <p:cNvPr id="97" name="Rectangle 96"/>
            <p:cNvSpPr/>
            <p:nvPr/>
          </p:nvSpPr>
          <p:spPr>
            <a:xfrm>
              <a:off x="-4190" y="3168889"/>
              <a:ext cx="1938031" cy="215444"/>
            </a:xfrm>
            <a:prstGeom prst="rect">
              <a:avLst/>
            </a:prstGeom>
          </p:spPr>
          <p:txBody>
            <a:bodyPr wrap="none" lIns="0" tIns="0" rIns="0" bIns="0">
              <a:spAutoFit/>
            </a:bodyPr>
            <a:lstStyle/>
            <a:p>
              <a:pPr algn="ctr"/>
              <a:r>
                <a:rPr lang="en-US" sz="1400" b="1" dirty="0">
                  <a:solidFill>
                    <a:schemeClr val="accent2"/>
                  </a:solidFill>
                </a:rPr>
                <a:t>Construction &amp; Design</a:t>
              </a:r>
            </a:p>
          </p:txBody>
        </p:sp>
      </p:grpSp>
      <p:grpSp>
        <p:nvGrpSpPr>
          <p:cNvPr id="18" name="Group 58"/>
          <p:cNvGrpSpPr/>
          <p:nvPr/>
        </p:nvGrpSpPr>
        <p:grpSpPr>
          <a:xfrm>
            <a:off x="4364789" y="1143000"/>
            <a:ext cx="1613202" cy="709468"/>
            <a:chOff x="7174425" y="1352592"/>
            <a:chExt cx="1613202" cy="709468"/>
          </a:xfrm>
        </p:grpSpPr>
        <p:sp>
          <p:nvSpPr>
            <p:cNvPr id="99" name="TextBox 98"/>
            <p:cNvSpPr txBox="1"/>
            <p:nvPr/>
          </p:nvSpPr>
          <p:spPr>
            <a:xfrm>
              <a:off x="7174425" y="1600395"/>
              <a:ext cx="1613202"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a:t>
              </a:r>
              <a:endParaRPr lang="en-US" sz="1000" dirty="0">
                <a:solidFill>
                  <a:schemeClr val="tx1">
                    <a:lumMod val="65000"/>
                    <a:lumOff val="35000"/>
                  </a:schemeClr>
                </a:solidFill>
              </a:endParaRPr>
            </a:p>
          </p:txBody>
        </p:sp>
        <p:sp>
          <p:nvSpPr>
            <p:cNvPr id="100" name="Rectangle 99"/>
            <p:cNvSpPr/>
            <p:nvPr/>
          </p:nvSpPr>
          <p:spPr>
            <a:xfrm>
              <a:off x="7588197" y="1352592"/>
              <a:ext cx="804708" cy="215444"/>
            </a:xfrm>
            <a:prstGeom prst="rect">
              <a:avLst/>
            </a:prstGeom>
          </p:spPr>
          <p:txBody>
            <a:bodyPr wrap="none" lIns="0" tIns="0" rIns="0" bIns="0">
              <a:spAutoFit/>
            </a:bodyPr>
            <a:lstStyle/>
            <a:p>
              <a:pPr algn="ctr"/>
              <a:r>
                <a:rPr lang="en-US" sz="1400" b="1" dirty="0">
                  <a:solidFill>
                    <a:schemeClr val="accent4"/>
                  </a:solidFill>
                </a:rPr>
                <a:t>Go Cloud</a:t>
              </a:r>
            </a:p>
          </p:txBody>
        </p:sp>
      </p:grpSp>
      <p:grpSp>
        <p:nvGrpSpPr>
          <p:cNvPr id="19" name="Group 56"/>
          <p:cNvGrpSpPr/>
          <p:nvPr/>
        </p:nvGrpSpPr>
        <p:grpSpPr>
          <a:xfrm>
            <a:off x="731280" y="3896667"/>
            <a:ext cx="1783320" cy="709468"/>
            <a:chOff x="-59272" y="1363501"/>
            <a:chExt cx="1783320" cy="709468"/>
          </a:xfrm>
        </p:grpSpPr>
        <p:sp>
          <p:nvSpPr>
            <p:cNvPr id="102" name="TextBox 101"/>
            <p:cNvSpPr txBox="1"/>
            <p:nvPr/>
          </p:nvSpPr>
          <p:spPr>
            <a:xfrm>
              <a:off x="-59272" y="1611304"/>
              <a:ext cx="178332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a:t>
              </a:r>
              <a:endParaRPr lang="en-US" sz="1000" dirty="0">
                <a:solidFill>
                  <a:schemeClr val="tx1">
                    <a:lumMod val="65000"/>
                    <a:lumOff val="35000"/>
                  </a:schemeClr>
                </a:solidFill>
              </a:endParaRPr>
            </a:p>
          </p:txBody>
        </p:sp>
        <p:sp>
          <p:nvSpPr>
            <p:cNvPr id="103" name="Rectangle 102"/>
            <p:cNvSpPr/>
            <p:nvPr/>
          </p:nvSpPr>
          <p:spPr>
            <a:xfrm>
              <a:off x="10849" y="1363501"/>
              <a:ext cx="1643079" cy="215444"/>
            </a:xfrm>
            <a:prstGeom prst="rect">
              <a:avLst/>
            </a:prstGeom>
          </p:spPr>
          <p:txBody>
            <a:bodyPr wrap="none" lIns="0" tIns="0" rIns="0" bIns="0">
              <a:spAutoFit/>
            </a:bodyPr>
            <a:lstStyle/>
            <a:p>
              <a:pPr algn="ctr"/>
              <a:r>
                <a:rPr lang="en-US" sz="1400" b="1" dirty="0">
                  <a:solidFill>
                    <a:schemeClr val="accent1"/>
                  </a:solidFill>
                </a:rPr>
                <a:t>Brainstorm &amp; Ideas</a:t>
              </a:r>
            </a:p>
          </p:txBody>
        </p:sp>
      </p:grpSp>
      <p:grpSp>
        <p:nvGrpSpPr>
          <p:cNvPr id="20" name="Group 56"/>
          <p:cNvGrpSpPr/>
          <p:nvPr/>
        </p:nvGrpSpPr>
        <p:grpSpPr>
          <a:xfrm>
            <a:off x="3078603" y="3925242"/>
            <a:ext cx="1760097" cy="709468"/>
            <a:chOff x="-12796" y="1363501"/>
            <a:chExt cx="1760097" cy="709468"/>
          </a:xfrm>
        </p:grpSpPr>
        <p:sp>
          <p:nvSpPr>
            <p:cNvPr id="105" name="TextBox 104"/>
            <p:cNvSpPr txBox="1"/>
            <p:nvPr/>
          </p:nvSpPr>
          <p:spPr>
            <a:xfrm>
              <a:off x="52267" y="1611304"/>
              <a:ext cx="1629971"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a:t>
              </a:r>
              <a:endParaRPr lang="en-US" sz="1000" dirty="0">
                <a:solidFill>
                  <a:schemeClr val="tx1">
                    <a:lumMod val="65000"/>
                    <a:lumOff val="35000"/>
                  </a:schemeClr>
                </a:solidFill>
              </a:endParaRPr>
            </a:p>
          </p:txBody>
        </p:sp>
        <p:sp>
          <p:nvSpPr>
            <p:cNvPr id="106" name="Rectangle 105"/>
            <p:cNvSpPr/>
            <p:nvPr/>
          </p:nvSpPr>
          <p:spPr>
            <a:xfrm>
              <a:off x="-12796" y="1363501"/>
              <a:ext cx="1760097" cy="215444"/>
            </a:xfrm>
            <a:prstGeom prst="rect">
              <a:avLst/>
            </a:prstGeom>
          </p:spPr>
          <p:txBody>
            <a:bodyPr wrap="none" lIns="0" tIns="0" rIns="0" bIns="0">
              <a:spAutoFit/>
            </a:bodyPr>
            <a:lstStyle/>
            <a:p>
              <a:pPr algn="ctr"/>
              <a:r>
                <a:rPr lang="en-US" sz="1400" b="1" dirty="0">
                  <a:solidFill>
                    <a:schemeClr val="accent3"/>
                  </a:solidFill>
                </a:rPr>
                <a:t>Marketing Campaign</a:t>
              </a:r>
            </a:p>
          </p:txBody>
        </p:sp>
      </p:grpSp>
      <p:grpSp>
        <p:nvGrpSpPr>
          <p:cNvPr id="21" name="Group 58"/>
          <p:cNvGrpSpPr/>
          <p:nvPr/>
        </p:nvGrpSpPr>
        <p:grpSpPr>
          <a:xfrm>
            <a:off x="5503317" y="3925242"/>
            <a:ext cx="1786345" cy="709468"/>
            <a:chOff x="7270287" y="1352592"/>
            <a:chExt cx="1786345" cy="709468"/>
          </a:xfrm>
        </p:grpSpPr>
        <p:sp>
          <p:nvSpPr>
            <p:cNvPr id="108" name="TextBox 107"/>
            <p:cNvSpPr txBox="1"/>
            <p:nvPr/>
          </p:nvSpPr>
          <p:spPr>
            <a:xfrm>
              <a:off x="7270287" y="1600395"/>
              <a:ext cx="1786345"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a:t>
              </a:r>
              <a:endParaRPr lang="en-US" sz="1000" dirty="0">
                <a:solidFill>
                  <a:schemeClr val="tx1">
                    <a:lumMod val="65000"/>
                    <a:lumOff val="35000"/>
                  </a:schemeClr>
                </a:solidFill>
              </a:endParaRPr>
            </a:p>
          </p:txBody>
        </p:sp>
        <p:sp>
          <p:nvSpPr>
            <p:cNvPr id="109" name="Rectangle 108"/>
            <p:cNvSpPr/>
            <p:nvPr/>
          </p:nvSpPr>
          <p:spPr>
            <a:xfrm>
              <a:off x="7323486" y="1352592"/>
              <a:ext cx="1679947" cy="215444"/>
            </a:xfrm>
            <a:prstGeom prst="rect">
              <a:avLst/>
            </a:prstGeom>
          </p:spPr>
          <p:txBody>
            <a:bodyPr wrap="none" lIns="0" tIns="0" rIns="0" bIns="0">
              <a:spAutoFit/>
            </a:bodyPr>
            <a:lstStyle/>
            <a:p>
              <a:pPr algn="ctr"/>
              <a:r>
                <a:rPr lang="en-US" sz="1400" b="1" dirty="0">
                  <a:solidFill>
                    <a:schemeClr val="accent5"/>
                  </a:solidFill>
                </a:rPr>
                <a:t>Review The Results</a:t>
              </a:r>
            </a:p>
          </p:txBody>
        </p:sp>
      </p:grpSp>
      <p:cxnSp>
        <p:nvCxnSpPr>
          <p:cNvPr id="110" name="Straight Connector 109"/>
          <p:cNvCxnSpPr/>
          <p:nvPr/>
        </p:nvCxnSpPr>
        <p:spPr>
          <a:xfrm rot="5400000" flipH="1" flipV="1">
            <a:off x="2005748" y="2725693"/>
            <a:ext cx="366066" cy="362980"/>
          </a:xfrm>
          <a:prstGeom prst="line">
            <a:avLst/>
          </a:prstGeom>
          <a:ln w="19050" cap="rnd">
            <a:solidFill>
              <a:schemeClr val="tx2">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rot="5400000" flipH="1" flipV="1">
            <a:off x="4403371" y="2725693"/>
            <a:ext cx="366066" cy="362980"/>
          </a:xfrm>
          <a:prstGeom prst="line">
            <a:avLst/>
          </a:prstGeom>
          <a:ln w="19050" cap="rnd">
            <a:solidFill>
              <a:schemeClr val="tx2">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rot="5400000" flipH="1" flipV="1">
            <a:off x="6786561" y="2725693"/>
            <a:ext cx="366066" cy="362980"/>
          </a:xfrm>
          <a:prstGeom prst="line">
            <a:avLst/>
          </a:prstGeom>
          <a:ln w="19050" cap="rnd">
            <a:solidFill>
              <a:schemeClr val="tx2">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flipH="1">
            <a:off x="5594966" y="2725693"/>
            <a:ext cx="366066" cy="362980"/>
          </a:xfrm>
          <a:prstGeom prst="line">
            <a:avLst/>
          </a:prstGeom>
          <a:ln w="19050" cap="rnd">
            <a:solidFill>
              <a:schemeClr val="tx2">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rot="16200000" flipH="1">
            <a:off x="3197342" y="2725693"/>
            <a:ext cx="366066" cy="362980"/>
          </a:xfrm>
          <a:prstGeom prst="line">
            <a:avLst/>
          </a:prstGeom>
          <a:ln w="19050" cap="rnd">
            <a:solidFill>
              <a:schemeClr val="tx2">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down)">
                                      <p:cBhvr>
                                        <p:cTn id="13" dur="500"/>
                                        <p:tgtEl>
                                          <p:spTgt spid="19"/>
                                        </p:tgtEl>
                                      </p:cBhvr>
                                    </p:animEffect>
                                  </p:childTnLst>
                                </p:cTn>
                              </p:par>
                            </p:childTnLst>
                          </p:cTn>
                        </p:par>
                        <p:par>
                          <p:cTn id="14" fill="hold">
                            <p:stCondLst>
                              <p:cond delay="1000"/>
                            </p:stCondLst>
                            <p:childTnLst>
                              <p:par>
                                <p:cTn id="15" presetID="18" presetClass="entr" presetSubtype="3" fill="hold" nodeType="afterEffect">
                                  <p:stCondLst>
                                    <p:cond delay="0"/>
                                  </p:stCondLst>
                                  <p:childTnLst>
                                    <p:set>
                                      <p:cBhvr>
                                        <p:cTn id="16" dur="1" fill="hold">
                                          <p:stCondLst>
                                            <p:cond delay="0"/>
                                          </p:stCondLst>
                                        </p:cTn>
                                        <p:tgtEl>
                                          <p:spTgt spid="110"/>
                                        </p:tgtEl>
                                        <p:attrNameLst>
                                          <p:attrName>style.visibility</p:attrName>
                                        </p:attrNameLst>
                                      </p:cBhvr>
                                      <p:to>
                                        <p:strVal val="visible"/>
                                      </p:to>
                                    </p:set>
                                    <p:animEffect transition="in" filter="strips(upRight)">
                                      <p:cBhvr>
                                        <p:cTn id="17" dur="500"/>
                                        <p:tgtEl>
                                          <p:spTgt spid="110"/>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1" fill="hold"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up)">
                                      <p:cBhvr>
                                        <p:cTn id="27" dur="500"/>
                                        <p:tgtEl>
                                          <p:spTgt spid="17"/>
                                        </p:tgtEl>
                                      </p:cBhvr>
                                    </p:animEffect>
                                  </p:childTnLst>
                                </p:cTn>
                              </p:par>
                            </p:childTnLst>
                          </p:cTn>
                        </p:par>
                        <p:par>
                          <p:cTn id="28" fill="hold">
                            <p:stCondLst>
                              <p:cond delay="2500"/>
                            </p:stCondLst>
                            <p:childTnLst>
                              <p:par>
                                <p:cTn id="29" presetID="18" presetClass="entr" presetSubtype="9" fill="hold" nodeType="afterEffect">
                                  <p:stCondLst>
                                    <p:cond delay="0"/>
                                  </p:stCondLst>
                                  <p:childTnLst>
                                    <p:set>
                                      <p:cBhvr>
                                        <p:cTn id="30" dur="1" fill="hold">
                                          <p:stCondLst>
                                            <p:cond delay="0"/>
                                          </p:stCondLst>
                                        </p:cTn>
                                        <p:tgtEl>
                                          <p:spTgt spid="115"/>
                                        </p:tgtEl>
                                        <p:attrNameLst>
                                          <p:attrName>style.visibility</p:attrName>
                                        </p:attrNameLst>
                                      </p:cBhvr>
                                      <p:to>
                                        <p:strVal val="visible"/>
                                      </p:to>
                                    </p:set>
                                    <p:animEffect transition="in" filter="strips(upLeft)">
                                      <p:cBhvr>
                                        <p:cTn id="31" dur="500"/>
                                        <p:tgtEl>
                                          <p:spTgt spid="115"/>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500" fill="hold"/>
                                        <p:tgtEl>
                                          <p:spTgt spid="4"/>
                                        </p:tgtEl>
                                        <p:attrNameLst>
                                          <p:attrName>ppt_w</p:attrName>
                                        </p:attrNameLst>
                                      </p:cBhvr>
                                      <p:tavLst>
                                        <p:tav tm="0">
                                          <p:val>
                                            <p:fltVal val="0"/>
                                          </p:val>
                                        </p:tav>
                                        <p:tav tm="100000">
                                          <p:val>
                                            <p:strVal val="#ppt_w"/>
                                          </p:val>
                                        </p:tav>
                                      </p:tavLst>
                                    </p:anim>
                                    <p:anim calcmode="lin" valueType="num">
                                      <p:cBhvr>
                                        <p:cTn id="36" dur="500" fill="hold"/>
                                        <p:tgtEl>
                                          <p:spTgt spid="4"/>
                                        </p:tgtEl>
                                        <p:attrNameLst>
                                          <p:attrName>ppt_h</p:attrName>
                                        </p:attrNameLst>
                                      </p:cBhvr>
                                      <p:tavLst>
                                        <p:tav tm="0">
                                          <p:val>
                                            <p:fltVal val="0"/>
                                          </p:val>
                                        </p:tav>
                                        <p:tav tm="100000">
                                          <p:val>
                                            <p:strVal val="#ppt_h"/>
                                          </p:val>
                                        </p:tav>
                                      </p:tavLst>
                                    </p:anim>
                                    <p:animEffect transition="in" filter="fade">
                                      <p:cBhvr>
                                        <p:cTn id="37" dur="500"/>
                                        <p:tgtEl>
                                          <p:spTgt spid="4"/>
                                        </p:tgtEl>
                                      </p:cBhvr>
                                    </p:animEffect>
                                  </p:childTnLst>
                                </p:cTn>
                              </p:par>
                            </p:childTnLst>
                          </p:cTn>
                        </p:par>
                        <p:par>
                          <p:cTn id="38" fill="hold">
                            <p:stCondLst>
                              <p:cond delay="3500"/>
                            </p:stCondLst>
                            <p:childTnLst>
                              <p:par>
                                <p:cTn id="39" presetID="22" presetClass="entr" presetSubtype="4" fill="hold"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down)">
                                      <p:cBhvr>
                                        <p:cTn id="41" dur="500"/>
                                        <p:tgtEl>
                                          <p:spTgt spid="20"/>
                                        </p:tgtEl>
                                      </p:cBhvr>
                                    </p:animEffect>
                                  </p:childTnLst>
                                </p:cTn>
                              </p:par>
                            </p:childTnLst>
                          </p:cTn>
                        </p:par>
                        <p:par>
                          <p:cTn id="42" fill="hold">
                            <p:stCondLst>
                              <p:cond delay="4000"/>
                            </p:stCondLst>
                            <p:childTnLst>
                              <p:par>
                                <p:cTn id="43" presetID="18" presetClass="entr" presetSubtype="3" fill="hold" nodeType="afterEffect">
                                  <p:stCondLst>
                                    <p:cond delay="0"/>
                                  </p:stCondLst>
                                  <p:childTnLst>
                                    <p:set>
                                      <p:cBhvr>
                                        <p:cTn id="44" dur="1" fill="hold">
                                          <p:stCondLst>
                                            <p:cond delay="0"/>
                                          </p:stCondLst>
                                        </p:cTn>
                                        <p:tgtEl>
                                          <p:spTgt spid="112"/>
                                        </p:tgtEl>
                                        <p:attrNameLst>
                                          <p:attrName>style.visibility</p:attrName>
                                        </p:attrNameLst>
                                      </p:cBhvr>
                                      <p:to>
                                        <p:strVal val="visible"/>
                                      </p:to>
                                    </p:set>
                                    <p:animEffect transition="in" filter="strips(upRight)">
                                      <p:cBhvr>
                                        <p:cTn id="45" dur="500"/>
                                        <p:tgtEl>
                                          <p:spTgt spid="112"/>
                                        </p:tgtEl>
                                      </p:cBhvr>
                                    </p:animEffect>
                                  </p:childTnLst>
                                </p:cTn>
                              </p:par>
                            </p:childTnLst>
                          </p:cTn>
                        </p:par>
                        <p:par>
                          <p:cTn id="46" fill="hold">
                            <p:stCondLst>
                              <p:cond delay="4500"/>
                            </p:stCondLst>
                            <p:childTnLst>
                              <p:par>
                                <p:cTn id="47" presetID="53"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p:cTn id="49" dur="500" fill="hold"/>
                                        <p:tgtEl>
                                          <p:spTgt spid="10"/>
                                        </p:tgtEl>
                                        <p:attrNameLst>
                                          <p:attrName>ppt_w</p:attrName>
                                        </p:attrNameLst>
                                      </p:cBhvr>
                                      <p:tavLst>
                                        <p:tav tm="0">
                                          <p:val>
                                            <p:fltVal val="0"/>
                                          </p:val>
                                        </p:tav>
                                        <p:tav tm="100000">
                                          <p:val>
                                            <p:strVal val="#ppt_w"/>
                                          </p:val>
                                        </p:tav>
                                      </p:tavLst>
                                    </p:anim>
                                    <p:anim calcmode="lin" valueType="num">
                                      <p:cBhvr>
                                        <p:cTn id="50" dur="500" fill="hold"/>
                                        <p:tgtEl>
                                          <p:spTgt spid="10"/>
                                        </p:tgtEl>
                                        <p:attrNameLst>
                                          <p:attrName>ppt_h</p:attrName>
                                        </p:attrNameLst>
                                      </p:cBhvr>
                                      <p:tavLst>
                                        <p:tav tm="0">
                                          <p:val>
                                            <p:fltVal val="0"/>
                                          </p:val>
                                        </p:tav>
                                        <p:tav tm="100000">
                                          <p:val>
                                            <p:strVal val="#ppt_h"/>
                                          </p:val>
                                        </p:tav>
                                      </p:tavLst>
                                    </p:anim>
                                    <p:animEffect transition="in" filter="fade">
                                      <p:cBhvr>
                                        <p:cTn id="51" dur="500"/>
                                        <p:tgtEl>
                                          <p:spTgt spid="10"/>
                                        </p:tgtEl>
                                      </p:cBhvr>
                                    </p:animEffect>
                                  </p:childTnLst>
                                </p:cTn>
                              </p:par>
                            </p:childTnLst>
                          </p:cTn>
                        </p:par>
                        <p:par>
                          <p:cTn id="52" fill="hold">
                            <p:stCondLst>
                              <p:cond delay="5000"/>
                            </p:stCondLst>
                            <p:childTnLst>
                              <p:par>
                                <p:cTn id="53" presetID="22" presetClass="entr" presetSubtype="1" fill="hold" nodeType="after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wipe(up)">
                                      <p:cBhvr>
                                        <p:cTn id="55" dur="500"/>
                                        <p:tgtEl>
                                          <p:spTgt spid="18"/>
                                        </p:tgtEl>
                                      </p:cBhvr>
                                    </p:animEffect>
                                  </p:childTnLst>
                                </p:cTn>
                              </p:par>
                            </p:childTnLst>
                          </p:cTn>
                        </p:par>
                        <p:par>
                          <p:cTn id="56" fill="hold">
                            <p:stCondLst>
                              <p:cond delay="5500"/>
                            </p:stCondLst>
                            <p:childTnLst>
                              <p:par>
                                <p:cTn id="57" presetID="18" presetClass="entr" presetSubtype="9" fill="hold" nodeType="after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strips(upLeft)">
                                      <p:cBhvr>
                                        <p:cTn id="59" dur="500"/>
                                        <p:tgtEl>
                                          <p:spTgt spid="114"/>
                                        </p:tgtEl>
                                      </p:cBhvr>
                                    </p:animEffect>
                                  </p:childTnLst>
                                </p:cTn>
                              </p:par>
                            </p:childTnLst>
                          </p:cTn>
                        </p:par>
                        <p:par>
                          <p:cTn id="60" fill="hold">
                            <p:stCondLst>
                              <p:cond delay="6000"/>
                            </p:stCondLst>
                            <p:childTnLst>
                              <p:par>
                                <p:cTn id="61" presetID="53" presetClass="entr" presetSubtype="0" fill="hold" nodeType="after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p:cTn id="63" dur="500" fill="hold"/>
                                        <p:tgtEl>
                                          <p:spTgt spid="12"/>
                                        </p:tgtEl>
                                        <p:attrNameLst>
                                          <p:attrName>ppt_w</p:attrName>
                                        </p:attrNameLst>
                                      </p:cBhvr>
                                      <p:tavLst>
                                        <p:tav tm="0">
                                          <p:val>
                                            <p:fltVal val="0"/>
                                          </p:val>
                                        </p:tav>
                                        <p:tav tm="100000">
                                          <p:val>
                                            <p:strVal val="#ppt_w"/>
                                          </p:val>
                                        </p:tav>
                                      </p:tavLst>
                                    </p:anim>
                                    <p:anim calcmode="lin" valueType="num">
                                      <p:cBhvr>
                                        <p:cTn id="64" dur="500" fill="hold"/>
                                        <p:tgtEl>
                                          <p:spTgt spid="12"/>
                                        </p:tgtEl>
                                        <p:attrNameLst>
                                          <p:attrName>ppt_h</p:attrName>
                                        </p:attrNameLst>
                                      </p:cBhvr>
                                      <p:tavLst>
                                        <p:tav tm="0">
                                          <p:val>
                                            <p:fltVal val="0"/>
                                          </p:val>
                                        </p:tav>
                                        <p:tav tm="100000">
                                          <p:val>
                                            <p:strVal val="#ppt_h"/>
                                          </p:val>
                                        </p:tav>
                                      </p:tavLst>
                                    </p:anim>
                                    <p:animEffect transition="in" filter="fade">
                                      <p:cBhvr>
                                        <p:cTn id="65" dur="500"/>
                                        <p:tgtEl>
                                          <p:spTgt spid="12"/>
                                        </p:tgtEl>
                                      </p:cBhvr>
                                    </p:animEffect>
                                  </p:childTnLst>
                                </p:cTn>
                              </p:par>
                            </p:childTnLst>
                          </p:cTn>
                        </p:par>
                        <p:par>
                          <p:cTn id="66" fill="hold">
                            <p:stCondLst>
                              <p:cond delay="6500"/>
                            </p:stCondLst>
                            <p:childTnLst>
                              <p:par>
                                <p:cTn id="67" presetID="22" presetClass="entr" presetSubtype="4" fill="hold" nodeType="after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wipe(down)">
                                      <p:cBhvr>
                                        <p:cTn id="69" dur="500"/>
                                        <p:tgtEl>
                                          <p:spTgt spid="21"/>
                                        </p:tgtEl>
                                      </p:cBhvr>
                                    </p:animEffect>
                                  </p:childTnLst>
                                </p:cTn>
                              </p:par>
                            </p:childTnLst>
                          </p:cTn>
                        </p:par>
                        <p:par>
                          <p:cTn id="70" fill="hold">
                            <p:stCondLst>
                              <p:cond delay="7000"/>
                            </p:stCondLst>
                            <p:childTnLst>
                              <p:par>
                                <p:cTn id="71" presetID="18" presetClass="entr" presetSubtype="3" fill="hold" nodeType="afterEffect">
                                  <p:stCondLst>
                                    <p:cond delay="0"/>
                                  </p:stCondLst>
                                  <p:childTnLst>
                                    <p:set>
                                      <p:cBhvr>
                                        <p:cTn id="72" dur="1" fill="hold">
                                          <p:stCondLst>
                                            <p:cond delay="0"/>
                                          </p:stCondLst>
                                        </p:cTn>
                                        <p:tgtEl>
                                          <p:spTgt spid="113"/>
                                        </p:tgtEl>
                                        <p:attrNameLst>
                                          <p:attrName>style.visibility</p:attrName>
                                        </p:attrNameLst>
                                      </p:cBhvr>
                                      <p:to>
                                        <p:strVal val="visible"/>
                                      </p:to>
                                    </p:set>
                                    <p:animEffect transition="in" filter="strips(upRight)">
                                      <p:cBhvr>
                                        <p:cTn id="73" dur="500"/>
                                        <p:tgtEl>
                                          <p:spTgt spid="113"/>
                                        </p:tgtEl>
                                      </p:cBhvr>
                                    </p:animEffect>
                                  </p:childTnLst>
                                </p:cTn>
                              </p:par>
                            </p:childTnLst>
                          </p:cTn>
                        </p:par>
                        <p:par>
                          <p:cTn id="74" fill="hold">
                            <p:stCondLst>
                              <p:cond delay="7500"/>
                            </p:stCondLst>
                            <p:childTnLst>
                              <p:par>
                                <p:cTn id="75" presetID="53" presetClass="entr" presetSubtype="0" fill="hold" nodeType="after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p:cTn id="77" dur="500" fill="hold"/>
                                        <p:tgtEl>
                                          <p:spTgt spid="6"/>
                                        </p:tgtEl>
                                        <p:attrNameLst>
                                          <p:attrName>ppt_w</p:attrName>
                                        </p:attrNameLst>
                                      </p:cBhvr>
                                      <p:tavLst>
                                        <p:tav tm="0">
                                          <p:val>
                                            <p:fltVal val="0"/>
                                          </p:val>
                                        </p:tav>
                                        <p:tav tm="100000">
                                          <p:val>
                                            <p:strVal val="#ppt_w"/>
                                          </p:val>
                                        </p:tav>
                                      </p:tavLst>
                                    </p:anim>
                                    <p:anim calcmode="lin" valueType="num">
                                      <p:cBhvr>
                                        <p:cTn id="78" dur="500" fill="hold"/>
                                        <p:tgtEl>
                                          <p:spTgt spid="6"/>
                                        </p:tgtEl>
                                        <p:attrNameLst>
                                          <p:attrName>ppt_h</p:attrName>
                                        </p:attrNameLst>
                                      </p:cBhvr>
                                      <p:tavLst>
                                        <p:tav tm="0">
                                          <p:val>
                                            <p:fltVal val="0"/>
                                          </p:val>
                                        </p:tav>
                                        <p:tav tm="100000">
                                          <p:val>
                                            <p:strVal val="#ppt_h"/>
                                          </p:val>
                                        </p:tav>
                                      </p:tavLst>
                                    </p:anim>
                                    <p:animEffect transition="in" filter="fade">
                                      <p:cBhvr>
                                        <p:cTn id="79" dur="500"/>
                                        <p:tgtEl>
                                          <p:spTgt spid="6"/>
                                        </p:tgtEl>
                                      </p:cBhvr>
                                    </p:animEffect>
                                  </p:childTnLst>
                                </p:cTn>
                              </p:par>
                            </p:childTnLst>
                          </p:cTn>
                        </p:par>
                        <p:par>
                          <p:cTn id="80" fill="hold">
                            <p:stCondLst>
                              <p:cond delay="8000"/>
                            </p:stCondLst>
                            <p:childTnLst>
                              <p:par>
                                <p:cTn id="81" presetID="22" presetClass="entr" presetSubtype="1" fill="hold" nodeType="afterEffect">
                                  <p:stCondLst>
                                    <p:cond delay="0"/>
                                  </p:stCondLst>
                                  <p:childTnLst>
                                    <p:set>
                                      <p:cBhvr>
                                        <p:cTn id="82" dur="1" fill="hold">
                                          <p:stCondLst>
                                            <p:cond delay="0"/>
                                          </p:stCondLst>
                                        </p:cTn>
                                        <p:tgtEl>
                                          <p:spTgt spid="16"/>
                                        </p:tgtEl>
                                        <p:attrNameLst>
                                          <p:attrName>style.visibility</p:attrName>
                                        </p:attrNameLst>
                                      </p:cBhvr>
                                      <p:to>
                                        <p:strVal val="visible"/>
                                      </p:to>
                                    </p:set>
                                    <p:animEffect transition="in" filter="wipe(up)">
                                      <p:cBhvr>
                                        <p:cTn id="8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Take Great Steps</a:t>
            </a:r>
            <a:endParaRPr lang="en-US" dirty="0"/>
          </a:p>
        </p:txBody>
      </p:sp>
      <p:sp>
        <p:nvSpPr>
          <p:cNvPr id="4" name="Text Placeholder 3"/>
          <p:cNvSpPr>
            <a:spLocks noGrp="1"/>
          </p:cNvSpPr>
          <p:nvPr>
            <p:ph type="body" sz="half" idx="2"/>
          </p:nvPr>
        </p:nvSpPr>
        <p:spPr/>
        <p:txBody>
          <a:bodyPr/>
          <a:lstStyle/>
          <a:p>
            <a:r>
              <a:rPr lang="en-US"/>
              <a:t>Take Great Steps</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81</a:t>
            </a:fld>
            <a:endParaRPr lang="en-US" dirty="0"/>
          </a:p>
        </p:txBody>
      </p:sp>
      <p:grpSp>
        <p:nvGrpSpPr>
          <p:cNvPr id="3" name="Group 60"/>
          <p:cNvGrpSpPr/>
          <p:nvPr/>
        </p:nvGrpSpPr>
        <p:grpSpPr>
          <a:xfrm>
            <a:off x="0" y="3487738"/>
            <a:ext cx="3592681" cy="1014412"/>
            <a:chOff x="0" y="3487738"/>
            <a:chExt cx="3592681" cy="1014412"/>
          </a:xfrm>
        </p:grpSpPr>
        <p:sp>
          <p:nvSpPr>
            <p:cNvPr id="9" name="Rectangle 7"/>
            <p:cNvSpPr>
              <a:spLocks noChangeArrowheads="1"/>
            </p:cNvSpPr>
            <p:nvPr/>
          </p:nvSpPr>
          <p:spPr bwMode="auto">
            <a:xfrm>
              <a:off x="1073151" y="3487738"/>
              <a:ext cx="2519530" cy="468312"/>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 name="Rectangle 8"/>
            <p:cNvSpPr>
              <a:spLocks noChangeArrowheads="1"/>
            </p:cNvSpPr>
            <p:nvPr/>
          </p:nvSpPr>
          <p:spPr bwMode="auto">
            <a:xfrm>
              <a:off x="0" y="3903663"/>
              <a:ext cx="666750" cy="598487"/>
            </a:xfrm>
            <a:prstGeom prst="rect">
              <a:avLst/>
            </a:pr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5"/>
            <p:cNvSpPr>
              <a:spLocks/>
            </p:cNvSpPr>
            <p:nvPr/>
          </p:nvSpPr>
          <p:spPr bwMode="auto">
            <a:xfrm>
              <a:off x="666750" y="3487738"/>
              <a:ext cx="406400" cy="1014412"/>
            </a:xfrm>
            <a:custGeom>
              <a:avLst/>
              <a:gdLst>
                <a:gd name="T0" fmla="*/ 256 w 256"/>
                <a:gd name="T1" fmla="*/ 0 h 639"/>
                <a:gd name="T2" fmla="*/ 256 w 256"/>
                <a:gd name="T3" fmla="*/ 295 h 639"/>
                <a:gd name="T4" fmla="*/ 0 w 256"/>
                <a:gd name="T5" fmla="*/ 639 h 639"/>
                <a:gd name="T6" fmla="*/ 0 w 256"/>
                <a:gd name="T7" fmla="*/ 262 h 639"/>
                <a:gd name="T8" fmla="*/ 256 w 256"/>
                <a:gd name="T9" fmla="*/ 0 h 639"/>
              </a:gdLst>
              <a:ahLst/>
              <a:cxnLst>
                <a:cxn ang="0">
                  <a:pos x="T0" y="T1"/>
                </a:cxn>
                <a:cxn ang="0">
                  <a:pos x="T2" y="T3"/>
                </a:cxn>
                <a:cxn ang="0">
                  <a:pos x="T4" y="T5"/>
                </a:cxn>
                <a:cxn ang="0">
                  <a:pos x="T6" y="T7"/>
                </a:cxn>
                <a:cxn ang="0">
                  <a:pos x="T8" y="T9"/>
                </a:cxn>
              </a:cxnLst>
              <a:rect l="0" t="0" r="r" b="b"/>
              <a:pathLst>
                <a:path w="256" h="639">
                  <a:moveTo>
                    <a:pt x="256" y="0"/>
                  </a:moveTo>
                  <a:lnTo>
                    <a:pt x="256" y="295"/>
                  </a:lnTo>
                  <a:lnTo>
                    <a:pt x="0" y="639"/>
                  </a:lnTo>
                  <a:lnTo>
                    <a:pt x="0" y="262"/>
                  </a:lnTo>
                  <a:lnTo>
                    <a:pt x="256"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25"/>
          <p:cNvGrpSpPr/>
          <p:nvPr/>
        </p:nvGrpSpPr>
        <p:grpSpPr>
          <a:xfrm>
            <a:off x="0" y="1077913"/>
            <a:ext cx="3592681" cy="1011237"/>
            <a:chOff x="0" y="1077913"/>
            <a:chExt cx="3592681" cy="1011237"/>
          </a:xfrm>
        </p:grpSpPr>
        <p:sp>
          <p:nvSpPr>
            <p:cNvPr id="11" name="Rectangle 9"/>
            <p:cNvSpPr>
              <a:spLocks noChangeArrowheads="1"/>
            </p:cNvSpPr>
            <p:nvPr/>
          </p:nvSpPr>
          <p:spPr bwMode="auto">
            <a:xfrm>
              <a:off x="0" y="1077913"/>
              <a:ext cx="666750" cy="630237"/>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0"/>
            <p:cNvSpPr>
              <a:spLocks/>
            </p:cNvSpPr>
            <p:nvPr/>
          </p:nvSpPr>
          <p:spPr bwMode="auto">
            <a:xfrm>
              <a:off x="1073151" y="1620838"/>
              <a:ext cx="2519530" cy="468312"/>
            </a:xfrm>
            <a:custGeom>
              <a:avLst/>
              <a:gdLst>
                <a:gd name="T0" fmla="*/ 0 w 2603"/>
                <a:gd name="T1" fmla="*/ 290 h 295"/>
                <a:gd name="T2" fmla="*/ 0 w 2603"/>
                <a:gd name="T3" fmla="*/ 0 h 295"/>
                <a:gd name="T4" fmla="*/ 2603 w 2603"/>
                <a:gd name="T5" fmla="*/ 0 h 295"/>
                <a:gd name="T6" fmla="*/ 2603 w 2603"/>
                <a:gd name="T7" fmla="*/ 295 h 295"/>
                <a:gd name="T8" fmla="*/ 0 w 2603"/>
                <a:gd name="T9" fmla="*/ 295 h 295"/>
                <a:gd name="T10" fmla="*/ 0 w 2603"/>
                <a:gd name="T11" fmla="*/ 290 h 295"/>
              </a:gdLst>
              <a:ahLst/>
              <a:cxnLst>
                <a:cxn ang="0">
                  <a:pos x="T0" y="T1"/>
                </a:cxn>
                <a:cxn ang="0">
                  <a:pos x="T2" y="T3"/>
                </a:cxn>
                <a:cxn ang="0">
                  <a:pos x="T4" y="T5"/>
                </a:cxn>
                <a:cxn ang="0">
                  <a:pos x="T6" y="T7"/>
                </a:cxn>
                <a:cxn ang="0">
                  <a:pos x="T8" y="T9"/>
                </a:cxn>
                <a:cxn ang="0">
                  <a:pos x="T10" y="T11"/>
                </a:cxn>
              </a:cxnLst>
              <a:rect l="0" t="0" r="r" b="b"/>
              <a:pathLst>
                <a:path w="2603" h="295">
                  <a:moveTo>
                    <a:pt x="0" y="290"/>
                  </a:moveTo>
                  <a:lnTo>
                    <a:pt x="0" y="0"/>
                  </a:lnTo>
                  <a:lnTo>
                    <a:pt x="2603" y="0"/>
                  </a:lnTo>
                  <a:lnTo>
                    <a:pt x="2603" y="295"/>
                  </a:lnTo>
                  <a:lnTo>
                    <a:pt x="0" y="295"/>
                  </a:lnTo>
                  <a:lnTo>
                    <a:pt x="0" y="29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6"/>
            <p:cNvSpPr>
              <a:spLocks/>
            </p:cNvSpPr>
            <p:nvPr/>
          </p:nvSpPr>
          <p:spPr bwMode="auto">
            <a:xfrm>
              <a:off x="666750" y="1077913"/>
              <a:ext cx="406400" cy="1003300"/>
            </a:xfrm>
            <a:custGeom>
              <a:avLst/>
              <a:gdLst>
                <a:gd name="T0" fmla="*/ 0 w 256"/>
                <a:gd name="T1" fmla="*/ 397 h 632"/>
                <a:gd name="T2" fmla="*/ 0 w 256"/>
                <a:gd name="T3" fmla="*/ 0 h 632"/>
                <a:gd name="T4" fmla="*/ 256 w 256"/>
                <a:gd name="T5" fmla="*/ 342 h 632"/>
                <a:gd name="T6" fmla="*/ 256 w 256"/>
                <a:gd name="T7" fmla="*/ 632 h 632"/>
                <a:gd name="T8" fmla="*/ 0 w 256"/>
                <a:gd name="T9" fmla="*/ 397 h 632"/>
              </a:gdLst>
              <a:ahLst/>
              <a:cxnLst>
                <a:cxn ang="0">
                  <a:pos x="T0" y="T1"/>
                </a:cxn>
                <a:cxn ang="0">
                  <a:pos x="T2" y="T3"/>
                </a:cxn>
                <a:cxn ang="0">
                  <a:pos x="T4" y="T5"/>
                </a:cxn>
                <a:cxn ang="0">
                  <a:pos x="T6" y="T7"/>
                </a:cxn>
                <a:cxn ang="0">
                  <a:pos x="T8" y="T9"/>
                </a:cxn>
              </a:cxnLst>
              <a:rect l="0" t="0" r="r" b="b"/>
              <a:pathLst>
                <a:path w="256" h="632">
                  <a:moveTo>
                    <a:pt x="0" y="397"/>
                  </a:moveTo>
                  <a:lnTo>
                    <a:pt x="0" y="0"/>
                  </a:lnTo>
                  <a:lnTo>
                    <a:pt x="256" y="342"/>
                  </a:lnTo>
                  <a:lnTo>
                    <a:pt x="256" y="632"/>
                  </a:lnTo>
                  <a:lnTo>
                    <a:pt x="0" y="397"/>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26"/>
          <p:cNvGrpSpPr/>
          <p:nvPr/>
        </p:nvGrpSpPr>
        <p:grpSpPr>
          <a:xfrm>
            <a:off x="0" y="1708150"/>
            <a:ext cx="4341572" cy="847725"/>
            <a:chOff x="0" y="1708150"/>
            <a:chExt cx="4341572" cy="847725"/>
          </a:xfrm>
        </p:grpSpPr>
        <p:sp>
          <p:nvSpPr>
            <p:cNvPr id="7" name="Rectangle 5"/>
            <p:cNvSpPr>
              <a:spLocks noChangeArrowheads="1"/>
            </p:cNvSpPr>
            <p:nvPr/>
          </p:nvSpPr>
          <p:spPr bwMode="auto">
            <a:xfrm>
              <a:off x="1073151" y="2089150"/>
              <a:ext cx="3268421" cy="466725"/>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 name="Rectangle 6"/>
            <p:cNvSpPr>
              <a:spLocks noChangeArrowheads="1"/>
            </p:cNvSpPr>
            <p:nvPr/>
          </p:nvSpPr>
          <p:spPr bwMode="auto">
            <a:xfrm>
              <a:off x="0" y="1708150"/>
              <a:ext cx="666750" cy="617537"/>
            </a:xfrm>
            <a:prstGeom prst="rect">
              <a:avLst/>
            </a:pr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7"/>
            <p:cNvSpPr>
              <a:spLocks/>
            </p:cNvSpPr>
            <p:nvPr/>
          </p:nvSpPr>
          <p:spPr bwMode="auto">
            <a:xfrm>
              <a:off x="666750" y="1708150"/>
              <a:ext cx="406400" cy="847725"/>
            </a:xfrm>
            <a:custGeom>
              <a:avLst/>
              <a:gdLst>
                <a:gd name="T0" fmla="*/ 256 w 256"/>
                <a:gd name="T1" fmla="*/ 534 h 534"/>
                <a:gd name="T2" fmla="*/ 0 w 256"/>
                <a:gd name="T3" fmla="*/ 389 h 534"/>
                <a:gd name="T4" fmla="*/ 0 w 256"/>
                <a:gd name="T5" fmla="*/ 0 h 534"/>
                <a:gd name="T6" fmla="*/ 256 w 256"/>
                <a:gd name="T7" fmla="*/ 235 h 534"/>
                <a:gd name="T8" fmla="*/ 256 w 256"/>
                <a:gd name="T9" fmla="*/ 240 h 534"/>
                <a:gd name="T10" fmla="*/ 256 w 256"/>
                <a:gd name="T11" fmla="*/ 534 h 534"/>
              </a:gdLst>
              <a:ahLst/>
              <a:cxnLst>
                <a:cxn ang="0">
                  <a:pos x="T0" y="T1"/>
                </a:cxn>
                <a:cxn ang="0">
                  <a:pos x="T2" y="T3"/>
                </a:cxn>
                <a:cxn ang="0">
                  <a:pos x="T4" y="T5"/>
                </a:cxn>
                <a:cxn ang="0">
                  <a:pos x="T6" y="T7"/>
                </a:cxn>
                <a:cxn ang="0">
                  <a:pos x="T8" y="T9"/>
                </a:cxn>
                <a:cxn ang="0">
                  <a:pos x="T10" y="T11"/>
                </a:cxn>
              </a:cxnLst>
              <a:rect l="0" t="0" r="r" b="b"/>
              <a:pathLst>
                <a:path w="256" h="534">
                  <a:moveTo>
                    <a:pt x="256" y="534"/>
                  </a:moveTo>
                  <a:lnTo>
                    <a:pt x="0" y="389"/>
                  </a:lnTo>
                  <a:lnTo>
                    <a:pt x="0" y="0"/>
                  </a:lnTo>
                  <a:lnTo>
                    <a:pt x="256" y="235"/>
                  </a:lnTo>
                  <a:lnTo>
                    <a:pt x="256" y="240"/>
                  </a:lnTo>
                  <a:lnTo>
                    <a:pt x="256" y="534"/>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59"/>
          <p:cNvGrpSpPr/>
          <p:nvPr/>
        </p:nvGrpSpPr>
        <p:grpSpPr>
          <a:xfrm>
            <a:off x="0" y="3021013"/>
            <a:ext cx="4341572" cy="882650"/>
            <a:chOff x="0" y="3021013"/>
            <a:chExt cx="4341572" cy="882650"/>
          </a:xfrm>
        </p:grpSpPr>
        <p:sp>
          <p:nvSpPr>
            <p:cNvPr id="15" name="Rectangle 11"/>
            <p:cNvSpPr>
              <a:spLocks noChangeArrowheads="1"/>
            </p:cNvSpPr>
            <p:nvPr/>
          </p:nvSpPr>
          <p:spPr bwMode="auto">
            <a:xfrm>
              <a:off x="0" y="3270250"/>
              <a:ext cx="666750" cy="633412"/>
            </a:xfrm>
            <a:prstGeom prst="rect">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Rectangle 12"/>
            <p:cNvSpPr>
              <a:spLocks noChangeArrowheads="1"/>
            </p:cNvSpPr>
            <p:nvPr/>
          </p:nvSpPr>
          <p:spPr bwMode="auto">
            <a:xfrm>
              <a:off x="1073151" y="3021013"/>
              <a:ext cx="3268421" cy="466725"/>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8"/>
            <p:cNvSpPr>
              <a:spLocks/>
            </p:cNvSpPr>
            <p:nvPr/>
          </p:nvSpPr>
          <p:spPr bwMode="auto">
            <a:xfrm>
              <a:off x="666750" y="3021013"/>
              <a:ext cx="406400" cy="882650"/>
            </a:xfrm>
            <a:custGeom>
              <a:avLst/>
              <a:gdLst>
                <a:gd name="T0" fmla="*/ 256 w 256"/>
                <a:gd name="T1" fmla="*/ 294 h 556"/>
                <a:gd name="T2" fmla="*/ 0 w 256"/>
                <a:gd name="T3" fmla="*/ 556 h 556"/>
                <a:gd name="T4" fmla="*/ 0 w 256"/>
                <a:gd name="T5" fmla="*/ 157 h 556"/>
                <a:gd name="T6" fmla="*/ 256 w 256"/>
                <a:gd name="T7" fmla="*/ 0 h 556"/>
                <a:gd name="T8" fmla="*/ 256 w 256"/>
                <a:gd name="T9" fmla="*/ 294 h 556"/>
              </a:gdLst>
              <a:ahLst/>
              <a:cxnLst>
                <a:cxn ang="0">
                  <a:pos x="T0" y="T1"/>
                </a:cxn>
                <a:cxn ang="0">
                  <a:pos x="T2" y="T3"/>
                </a:cxn>
                <a:cxn ang="0">
                  <a:pos x="T4" y="T5"/>
                </a:cxn>
                <a:cxn ang="0">
                  <a:pos x="T6" y="T7"/>
                </a:cxn>
                <a:cxn ang="0">
                  <a:pos x="T8" y="T9"/>
                </a:cxn>
              </a:cxnLst>
              <a:rect l="0" t="0" r="r" b="b"/>
              <a:pathLst>
                <a:path w="256" h="556">
                  <a:moveTo>
                    <a:pt x="256" y="294"/>
                  </a:moveTo>
                  <a:lnTo>
                    <a:pt x="0" y="556"/>
                  </a:lnTo>
                  <a:lnTo>
                    <a:pt x="0" y="157"/>
                  </a:lnTo>
                  <a:lnTo>
                    <a:pt x="256" y="0"/>
                  </a:lnTo>
                  <a:lnTo>
                    <a:pt x="256" y="294"/>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58"/>
          <p:cNvGrpSpPr/>
          <p:nvPr/>
        </p:nvGrpSpPr>
        <p:grpSpPr>
          <a:xfrm>
            <a:off x="0" y="2325688"/>
            <a:ext cx="5205413" cy="944562"/>
            <a:chOff x="0" y="2325688"/>
            <a:chExt cx="5205413" cy="944562"/>
          </a:xfrm>
        </p:grpSpPr>
        <p:sp>
          <p:nvSpPr>
            <p:cNvPr id="17" name="Rectangle 13"/>
            <p:cNvSpPr>
              <a:spLocks noChangeArrowheads="1"/>
            </p:cNvSpPr>
            <p:nvPr/>
          </p:nvSpPr>
          <p:spPr bwMode="auto">
            <a:xfrm>
              <a:off x="1073150" y="2555875"/>
              <a:ext cx="4132263" cy="465137"/>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Rectangle 14"/>
            <p:cNvSpPr>
              <a:spLocks noChangeArrowheads="1"/>
            </p:cNvSpPr>
            <p:nvPr/>
          </p:nvSpPr>
          <p:spPr bwMode="auto">
            <a:xfrm>
              <a:off x="0" y="2325688"/>
              <a:ext cx="666750" cy="944562"/>
            </a:xfrm>
            <a:prstGeom prst="rect">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9"/>
            <p:cNvSpPr>
              <a:spLocks/>
            </p:cNvSpPr>
            <p:nvPr/>
          </p:nvSpPr>
          <p:spPr bwMode="auto">
            <a:xfrm>
              <a:off x="666750" y="2325688"/>
              <a:ext cx="406400" cy="944562"/>
            </a:xfrm>
            <a:custGeom>
              <a:avLst/>
              <a:gdLst>
                <a:gd name="T0" fmla="*/ 0 w 256"/>
                <a:gd name="T1" fmla="*/ 0 h 595"/>
                <a:gd name="T2" fmla="*/ 256 w 256"/>
                <a:gd name="T3" fmla="*/ 145 h 595"/>
                <a:gd name="T4" fmla="*/ 256 w 256"/>
                <a:gd name="T5" fmla="*/ 438 h 595"/>
                <a:gd name="T6" fmla="*/ 0 w 256"/>
                <a:gd name="T7" fmla="*/ 595 h 595"/>
                <a:gd name="T8" fmla="*/ 0 w 256"/>
                <a:gd name="T9" fmla="*/ 0 h 595"/>
              </a:gdLst>
              <a:ahLst/>
              <a:cxnLst>
                <a:cxn ang="0">
                  <a:pos x="T0" y="T1"/>
                </a:cxn>
                <a:cxn ang="0">
                  <a:pos x="T2" y="T3"/>
                </a:cxn>
                <a:cxn ang="0">
                  <a:pos x="T4" y="T5"/>
                </a:cxn>
                <a:cxn ang="0">
                  <a:pos x="T6" y="T7"/>
                </a:cxn>
                <a:cxn ang="0">
                  <a:pos x="T8" y="T9"/>
                </a:cxn>
              </a:cxnLst>
              <a:rect l="0" t="0" r="r" b="b"/>
              <a:pathLst>
                <a:path w="256" h="595">
                  <a:moveTo>
                    <a:pt x="0" y="0"/>
                  </a:moveTo>
                  <a:lnTo>
                    <a:pt x="256" y="145"/>
                  </a:lnTo>
                  <a:lnTo>
                    <a:pt x="256" y="438"/>
                  </a:lnTo>
                  <a:lnTo>
                    <a:pt x="0" y="595"/>
                  </a:lnTo>
                  <a:lnTo>
                    <a:pt x="0"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8" name="Sev01"/>
          <p:cNvSpPr>
            <a:spLocks noChangeAspect="1"/>
          </p:cNvSpPr>
          <p:nvPr/>
        </p:nvSpPr>
        <p:spPr>
          <a:xfrm>
            <a:off x="3166875" y="1495138"/>
            <a:ext cx="719711" cy="719711"/>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29" name="Sev01"/>
          <p:cNvSpPr>
            <a:spLocks noChangeAspect="1"/>
          </p:cNvSpPr>
          <p:nvPr/>
        </p:nvSpPr>
        <p:spPr>
          <a:xfrm>
            <a:off x="3958856" y="1962656"/>
            <a:ext cx="719711" cy="719711"/>
          </a:xfrm>
          <a:prstGeom prst="ellipse">
            <a:avLst/>
          </a:prstGeom>
          <a:solidFill>
            <a:schemeClr val="bg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30" name="Sev01"/>
          <p:cNvSpPr>
            <a:spLocks noChangeAspect="1"/>
          </p:cNvSpPr>
          <p:nvPr/>
        </p:nvSpPr>
        <p:spPr>
          <a:xfrm>
            <a:off x="3166875" y="3362038"/>
            <a:ext cx="719711" cy="719711"/>
          </a:xfrm>
          <a:prstGeom prst="ellipse">
            <a:avLst/>
          </a:prstGeom>
          <a:solidFill>
            <a:schemeClr val="bg1"/>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31" name="Sev01"/>
          <p:cNvSpPr>
            <a:spLocks noChangeAspect="1"/>
          </p:cNvSpPr>
          <p:nvPr/>
        </p:nvSpPr>
        <p:spPr>
          <a:xfrm>
            <a:off x="3958856" y="2894519"/>
            <a:ext cx="719711" cy="719711"/>
          </a:xfrm>
          <a:prstGeom prst="ellipse">
            <a:avLst/>
          </a:prstGeom>
          <a:solidFill>
            <a:schemeClr val="bg1"/>
          </a:soli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33" name="Sev01"/>
          <p:cNvSpPr>
            <a:spLocks noChangeAspect="1"/>
          </p:cNvSpPr>
          <p:nvPr/>
        </p:nvSpPr>
        <p:spPr>
          <a:xfrm>
            <a:off x="4802428" y="2428587"/>
            <a:ext cx="719711" cy="719711"/>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34" name="Text Placeholder 3"/>
          <p:cNvSpPr txBox="1">
            <a:spLocks/>
          </p:cNvSpPr>
          <p:nvPr/>
        </p:nvSpPr>
        <p:spPr>
          <a:xfrm>
            <a:off x="1365058" y="1765300"/>
            <a:ext cx="1552046"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Keyword goes here</a:t>
            </a:r>
            <a:endParaRPr lang="en-US" sz="1000" dirty="0">
              <a:solidFill>
                <a:schemeClr val="bg1"/>
              </a:solidFill>
            </a:endParaRPr>
          </a:p>
        </p:txBody>
      </p:sp>
      <p:sp>
        <p:nvSpPr>
          <p:cNvPr id="39" name="Text Placeholder 3"/>
          <p:cNvSpPr txBox="1">
            <a:spLocks/>
          </p:cNvSpPr>
          <p:nvPr/>
        </p:nvSpPr>
        <p:spPr>
          <a:xfrm>
            <a:off x="1365058" y="2235484"/>
            <a:ext cx="1552046"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Keyword goes here</a:t>
            </a:r>
            <a:endParaRPr lang="en-US" sz="1000" dirty="0">
              <a:solidFill>
                <a:schemeClr val="bg1"/>
              </a:solidFill>
            </a:endParaRPr>
          </a:p>
        </p:txBody>
      </p:sp>
      <p:sp>
        <p:nvSpPr>
          <p:cNvPr id="40" name="Text Placeholder 3"/>
          <p:cNvSpPr txBox="1">
            <a:spLocks/>
          </p:cNvSpPr>
          <p:nvPr/>
        </p:nvSpPr>
        <p:spPr>
          <a:xfrm>
            <a:off x="1365058" y="2705668"/>
            <a:ext cx="1552046"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Keyword goes here</a:t>
            </a:r>
            <a:endParaRPr lang="en-US" sz="1000" dirty="0">
              <a:solidFill>
                <a:schemeClr val="bg1"/>
              </a:solidFill>
            </a:endParaRPr>
          </a:p>
        </p:txBody>
      </p:sp>
      <p:sp>
        <p:nvSpPr>
          <p:cNvPr id="41" name="Text Placeholder 3"/>
          <p:cNvSpPr txBox="1">
            <a:spLocks/>
          </p:cNvSpPr>
          <p:nvPr/>
        </p:nvSpPr>
        <p:spPr>
          <a:xfrm>
            <a:off x="1365058" y="3175852"/>
            <a:ext cx="1552046"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Keyword goes here</a:t>
            </a:r>
            <a:endParaRPr lang="en-US" sz="1000" dirty="0">
              <a:solidFill>
                <a:schemeClr val="bg1"/>
              </a:solidFill>
            </a:endParaRPr>
          </a:p>
        </p:txBody>
      </p:sp>
      <p:sp>
        <p:nvSpPr>
          <p:cNvPr id="42" name="Text Placeholder 3"/>
          <p:cNvSpPr txBox="1">
            <a:spLocks/>
          </p:cNvSpPr>
          <p:nvPr/>
        </p:nvSpPr>
        <p:spPr>
          <a:xfrm>
            <a:off x="1365058" y="3646035"/>
            <a:ext cx="1552046"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Keyword goes here</a:t>
            </a:r>
            <a:endParaRPr lang="en-US" sz="1000" dirty="0">
              <a:solidFill>
                <a:schemeClr val="bg1"/>
              </a:solidFill>
            </a:endParaRPr>
          </a:p>
        </p:txBody>
      </p:sp>
      <p:sp>
        <p:nvSpPr>
          <p:cNvPr id="43" name="Freeform 113"/>
          <p:cNvSpPr>
            <a:spLocks noEditPoints="1"/>
          </p:cNvSpPr>
          <p:nvPr/>
        </p:nvSpPr>
        <p:spPr bwMode="auto">
          <a:xfrm>
            <a:off x="5001055" y="2662012"/>
            <a:ext cx="322456" cy="252861"/>
          </a:xfrm>
          <a:custGeom>
            <a:avLst/>
            <a:gdLst/>
            <a:ahLst/>
            <a:cxnLst>
              <a:cxn ang="0">
                <a:pos x="63" y="20"/>
              </a:cxn>
              <a:cxn ang="0">
                <a:pos x="44" y="43"/>
              </a:cxn>
              <a:cxn ang="0">
                <a:pos x="28" y="47"/>
              </a:cxn>
              <a:cxn ang="0">
                <a:pos x="18" y="46"/>
              </a:cxn>
              <a:cxn ang="0">
                <a:pos x="11" y="43"/>
              </a:cxn>
              <a:cxn ang="0">
                <a:pos x="4" y="50"/>
              </a:cxn>
              <a:cxn ang="0">
                <a:pos x="0" y="47"/>
              </a:cxn>
              <a:cxn ang="0">
                <a:pos x="0" y="46"/>
              </a:cxn>
              <a:cxn ang="0">
                <a:pos x="7" y="37"/>
              </a:cxn>
              <a:cxn ang="0">
                <a:pos x="6" y="34"/>
              </a:cxn>
              <a:cxn ang="0">
                <a:pos x="5" y="30"/>
              </a:cxn>
              <a:cxn ang="0">
                <a:pos x="25" y="8"/>
              </a:cxn>
              <a:cxn ang="0">
                <a:pos x="52" y="3"/>
              </a:cxn>
              <a:cxn ang="0">
                <a:pos x="58" y="0"/>
              </a:cxn>
              <a:cxn ang="0">
                <a:pos x="64" y="13"/>
              </a:cxn>
              <a:cxn ang="0">
                <a:pos x="63" y="20"/>
              </a:cxn>
              <a:cxn ang="0">
                <a:pos x="43" y="18"/>
              </a:cxn>
              <a:cxn ang="0">
                <a:pos x="14" y="32"/>
              </a:cxn>
              <a:cxn ang="0">
                <a:pos x="13" y="34"/>
              </a:cxn>
              <a:cxn ang="0">
                <a:pos x="16" y="36"/>
              </a:cxn>
              <a:cxn ang="0">
                <a:pos x="17" y="36"/>
              </a:cxn>
              <a:cxn ang="0">
                <a:pos x="22" y="31"/>
              </a:cxn>
              <a:cxn ang="0">
                <a:pos x="43" y="23"/>
              </a:cxn>
              <a:cxn ang="0">
                <a:pos x="45" y="20"/>
              </a:cxn>
              <a:cxn ang="0">
                <a:pos x="43" y="18"/>
              </a:cxn>
            </a:cxnLst>
            <a:rect l="0" t="0" r="r" b="b"/>
            <a:pathLst>
              <a:path w="64" h="50">
                <a:moveTo>
                  <a:pt x="63" y="20"/>
                </a:moveTo>
                <a:cubicBezTo>
                  <a:pt x="61" y="31"/>
                  <a:pt x="54" y="38"/>
                  <a:pt x="44" y="43"/>
                </a:cubicBezTo>
                <a:cubicBezTo>
                  <a:pt x="39" y="46"/>
                  <a:pt x="33" y="47"/>
                  <a:pt x="28" y="47"/>
                </a:cubicBezTo>
                <a:cubicBezTo>
                  <a:pt x="25" y="47"/>
                  <a:pt x="21" y="47"/>
                  <a:pt x="18" y="46"/>
                </a:cubicBezTo>
                <a:cubicBezTo>
                  <a:pt x="16" y="45"/>
                  <a:pt x="13" y="43"/>
                  <a:pt x="11" y="43"/>
                </a:cubicBezTo>
                <a:cubicBezTo>
                  <a:pt x="9" y="43"/>
                  <a:pt x="7" y="50"/>
                  <a:pt x="4" y="50"/>
                </a:cubicBezTo>
                <a:cubicBezTo>
                  <a:pt x="2" y="50"/>
                  <a:pt x="1" y="49"/>
                  <a:pt x="0" y="47"/>
                </a:cubicBezTo>
                <a:cubicBezTo>
                  <a:pt x="0" y="47"/>
                  <a:pt x="0" y="46"/>
                  <a:pt x="0" y="46"/>
                </a:cubicBezTo>
                <a:cubicBezTo>
                  <a:pt x="0" y="42"/>
                  <a:pt x="7" y="39"/>
                  <a:pt x="7" y="37"/>
                </a:cubicBezTo>
                <a:cubicBezTo>
                  <a:pt x="7" y="37"/>
                  <a:pt x="6" y="35"/>
                  <a:pt x="6" y="34"/>
                </a:cubicBezTo>
                <a:cubicBezTo>
                  <a:pt x="6" y="33"/>
                  <a:pt x="5" y="32"/>
                  <a:pt x="5" y="30"/>
                </a:cubicBezTo>
                <a:cubicBezTo>
                  <a:pt x="5" y="19"/>
                  <a:pt x="14" y="11"/>
                  <a:pt x="25" y="8"/>
                </a:cubicBezTo>
                <a:cubicBezTo>
                  <a:pt x="32" y="5"/>
                  <a:pt x="47" y="8"/>
                  <a:pt x="52" y="3"/>
                </a:cubicBezTo>
                <a:cubicBezTo>
                  <a:pt x="54" y="1"/>
                  <a:pt x="55" y="0"/>
                  <a:pt x="58" y="0"/>
                </a:cubicBezTo>
                <a:cubicBezTo>
                  <a:pt x="62" y="0"/>
                  <a:pt x="64" y="10"/>
                  <a:pt x="64" y="13"/>
                </a:cubicBezTo>
                <a:cubicBezTo>
                  <a:pt x="64" y="16"/>
                  <a:pt x="63" y="18"/>
                  <a:pt x="63" y="20"/>
                </a:cubicBezTo>
                <a:close/>
                <a:moveTo>
                  <a:pt x="43" y="18"/>
                </a:moveTo>
                <a:cubicBezTo>
                  <a:pt x="31" y="18"/>
                  <a:pt x="22" y="23"/>
                  <a:pt x="14" y="32"/>
                </a:cubicBezTo>
                <a:cubicBezTo>
                  <a:pt x="14" y="33"/>
                  <a:pt x="13" y="33"/>
                  <a:pt x="13" y="34"/>
                </a:cubicBezTo>
                <a:cubicBezTo>
                  <a:pt x="13" y="35"/>
                  <a:pt x="15" y="36"/>
                  <a:pt x="16" y="36"/>
                </a:cubicBezTo>
                <a:cubicBezTo>
                  <a:pt x="16" y="36"/>
                  <a:pt x="17" y="36"/>
                  <a:pt x="17" y="36"/>
                </a:cubicBezTo>
                <a:cubicBezTo>
                  <a:pt x="19" y="34"/>
                  <a:pt x="21" y="32"/>
                  <a:pt x="22" y="31"/>
                </a:cubicBezTo>
                <a:cubicBezTo>
                  <a:pt x="29" y="25"/>
                  <a:pt x="34" y="23"/>
                  <a:pt x="43" y="23"/>
                </a:cubicBezTo>
                <a:cubicBezTo>
                  <a:pt x="44" y="23"/>
                  <a:pt x="45" y="22"/>
                  <a:pt x="45" y="20"/>
                </a:cubicBezTo>
                <a:cubicBezTo>
                  <a:pt x="45" y="19"/>
                  <a:pt x="44" y="18"/>
                  <a:pt x="43" y="1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103"/>
          <p:cNvSpPr>
            <a:spLocks/>
          </p:cNvSpPr>
          <p:nvPr/>
        </p:nvSpPr>
        <p:spPr bwMode="auto">
          <a:xfrm>
            <a:off x="4190124" y="2188697"/>
            <a:ext cx="257175" cy="267629"/>
          </a:xfrm>
          <a:custGeom>
            <a:avLst/>
            <a:gdLst/>
            <a:ahLst/>
            <a:cxnLst>
              <a:cxn ang="0">
                <a:pos x="56" y="5"/>
              </a:cxn>
              <a:cxn ang="0">
                <a:pos x="33" y="27"/>
              </a:cxn>
              <a:cxn ang="0">
                <a:pos x="33" y="55"/>
              </a:cxn>
              <a:cxn ang="0">
                <a:pos x="45" y="55"/>
              </a:cxn>
              <a:cxn ang="0">
                <a:pos x="47" y="57"/>
              </a:cxn>
              <a:cxn ang="0">
                <a:pos x="45" y="59"/>
              </a:cxn>
              <a:cxn ang="0">
                <a:pos x="13" y="59"/>
              </a:cxn>
              <a:cxn ang="0">
                <a:pos x="10" y="57"/>
              </a:cxn>
              <a:cxn ang="0">
                <a:pos x="13" y="55"/>
              </a:cxn>
              <a:cxn ang="0">
                <a:pos x="24" y="55"/>
              </a:cxn>
              <a:cxn ang="0">
                <a:pos x="24" y="27"/>
              </a:cxn>
              <a:cxn ang="0">
                <a:pos x="2" y="5"/>
              </a:cxn>
              <a:cxn ang="0">
                <a:pos x="0" y="2"/>
              </a:cxn>
              <a:cxn ang="0">
                <a:pos x="4" y="0"/>
              </a:cxn>
              <a:cxn ang="0">
                <a:pos x="54" y="0"/>
              </a:cxn>
              <a:cxn ang="0">
                <a:pos x="57" y="2"/>
              </a:cxn>
              <a:cxn ang="0">
                <a:pos x="56" y="5"/>
              </a:cxn>
            </a:cxnLst>
            <a:rect l="0" t="0" r="r" b="b"/>
            <a:pathLst>
              <a:path w="57" h="59">
                <a:moveTo>
                  <a:pt x="56" y="5"/>
                </a:moveTo>
                <a:cubicBezTo>
                  <a:pt x="33" y="27"/>
                  <a:pt x="33" y="27"/>
                  <a:pt x="33" y="27"/>
                </a:cubicBezTo>
                <a:cubicBezTo>
                  <a:pt x="33" y="55"/>
                  <a:pt x="33" y="55"/>
                  <a:pt x="33" y="55"/>
                </a:cubicBezTo>
                <a:cubicBezTo>
                  <a:pt x="45" y="55"/>
                  <a:pt x="45" y="55"/>
                  <a:pt x="45" y="55"/>
                </a:cubicBezTo>
                <a:cubicBezTo>
                  <a:pt x="46" y="55"/>
                  <a:pt x="47" y="56"/>
                  <a:pt x="47" y="57"/>
                </a:cubicBezTo>
                <a:cubicBezTo>
                  <a:pt x="47" y="58"/>
                  <a:pt x="46" y="59"/>
                  <a:pt x="45" y="59"/>
                </a:cubicBezTo>
                <a:cubicBezTo>
                  <a:pt x="13" y="59"/>
                  <a:pt x="13" y="59"/>
                  <a:pt x="13" y="59"/>
                </a:cubicBezTo>
                <a:cubicBezTo>
                  <a:pt x="12" y="59"/>
                  <a:pt x="10" y="58"/>
                  <a:pt x="10" y="57"/>
                </a:cubicBezTo>
                <a:cubicBezTo>
                  <a:pt x="10" y="56"/>
                  <a:pt x="12" y="55"/>
                  <a:pt x="13" y="55"/>
                </a:cubicBezTo>
                <a:cubicBezTo>
                  <a:pt x="24" y="55"/>
                  <a:pt x="24" y="55"/>
                  <a:pt x="24" y="55"/>
                </a:cubicBezTo>
                <a:cubicBezTo>
                  <a:pt x="24" y="27"/>
                  <a:pt x="24" y="27"/>
                  <a:pt x="24" y="27"/>
                </a:cubicBezTo>
                <a:cubicBezTo>
                  <a:pt x="2" y="5"/>
                  <a:pt x="2" y="5"/>
                  <a:pt x="2" y="5"/>
                </a:cubicBezTo>
                <a:cubicBezTo>
                  <a:pt x="1" y="4"/>
                  <a:pt x="0" y="3"/>
                  <a:pt x="0" y="2"/>
                </a:cubicBezTo>
                <a:cubicBezTo>
                  <a:pt x="0" y="0"/>
                  <a:pt x="2" y="0"/>
                  <a:pt x="4" y="0"/>
                </a:cubicBezTo>
                <a:cubicBezTo>
                  <a:pt x="54" y="0"/>
                  <a:pt x="54" y="0"/>
                  <a:pt x="54" y="0"/>
                </a:cubicBezTo>
                <a:cubicBezTo>
                  <a:pt x="55" y="0"/>
                  <a:pt x="57" y="0"/>
                  <a:pt x="57" y="2"/>
                </a:cubicBezTo>
                <a:cubicBezTo>
                  <a:pt x="57" y="3"/>
                  <a:pt x="57" y="4"/>
                  <a:pt x="56" y="5"/>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71"/>
          <p:cNvSpPr>
            <a:spLocks noEditPoints="1"/>
          </p:cNvSpPr>
          <p:nvPr/>
        </p:nvSpPr>
        <p:spPr bwMode="auto">
          <a:xfrm>
            <a:off x="3330942" y="1671538"/>
            <a:ext cx="391577" cy="366911"/>
          </a:xfrm>
          <a:custGeom>
            <a:avLst/>
            <a:gdLst/>
            <a:ahLst/>
            <a:cxnLst>
              <a:cxn ang="0">
                <a:pos x="65" y="22"/>
              </a:cxn>
              <a:cxn ang="0">
                <a:pos x="26" y="45"/>
              </a:cxn>
              <a:cxn ang="0">
                <a:pos x="0" y="26"/>
              </a:cxn>
              <a:cxn ang="0">
                <a:pos x="39" y="0"/>
              </a:cxn>
              <a:cxn ang="0">
                <a:pos x="65" y="22"/>
              </a:cxn>
              <a:cxn ang="0">
                <a:pos x="65" y="69"/>
              </a:cxn>
              <a:cxn ang="0">
                <a:pos x="39" y="91"/>
              </a:cxn>
              <a:cxn ang="0">
                <a:pos x="0" y="67"/>
              </a:cxn>
              <a:cxn ang="0">
                <a:pos x="26" y="45"/>
              </a:cxn>
              <a:cxn ang="0">
                <a:pos x="65" y="69"/>
              </a:cxn>
              <a:cxn ang="0">
                <a:pos x="101" y="97"/>
              </a:cxn>
              <a:cxn ang="0">
                <a:pos x="65" y="119"/>
              </a:cxn>
              <a:cxn ang="0">
                <a:pos x="65" y="119"/>
              </a:cxn>
              <a:cxn ang="0">
                <a:pos x="65" y="119"/>
              </a:cxn>
              <a:cxn ang="0">
                <a:pos x="65" y="119"/>
              </a:cxn>
              <a:cxn ang="0">
                <a:pos x="65" y="119"/>
              </a:cxn>
              <a:cxn ang="0">
                <a:pos x="26" y="97"/>
              </a:cxn>
              <a:cxn ang="0">
                <a:pos x="26" y="89"/>
              </a:cxn>
              <a:cxn ang="0">
                <a:pos x="39" y="95"/>
              </a:cxn>
              <a:cxn ang="0">
                <a:pos x="65" y="74"/>
              </a:cxn>
              <a:cxn ang="0">
                <a:pos x="65" y="74"/>
              </a:cxn>
              <a:cxn ang="0">
                <a:pos x="65" y="74"/>
              </a:cxn>
              <a:cxn ang="0">
                <a:pos x="65" y="74"/>
              </a:cxn>
              <a:cxn ang="0">
                <a:pos x="65" y="74"/>
              </a:cxn>
              <a:cxn ang="0">
                <a:pos x="91" y="95"/>
              </a:cxn>
              <a:cxn ang="0">
                <a:pos x="101" y="89"/>
              </a:cxn>
              <a:cxn ang="0">
                <a:pos x="101" y="97"/>
              </a:cxn>
              <a:cxn ang="0">
                <a:pos x="127" y="26"/>
              </a:cxn>
              <a:cxn ang="0">
                <a:pos x="101" y="45"/>
              </a:cxn>
              <a:cxn ang="0">
                <a:pos x="65" y="22"/>
              </a:cxn>
              <a:cxn ang="0">
                <a:pos x="91" y="0"/>
              </a:cxn>
              <a:cxn ang="0">
                <a:pos x="127" y="26"/>
              </a:cxn>
              <a:cxn ang="0">
                <a:pos x="127" y="67"/>
              </a:cxn>
              <a:cxn ang="0">
                <a:pos x="91" y="91"/>
              </a:cxn>
              <a:cxn ang="0">
                <a:pos x="65" y="69"/>
              </a:cxn>
              <a:cxn ang="0">
                <a:pos x="101" y="45"/>
              </a:cxn>
              <a:cxn ang="0">
                <a:pos x="127" y="67"/>
              </a:cxn>
            </a:cxnLst>
            <a:rect l="0" t="0" r="r" b="b"/>
            <a:pathLst>
              <a:path w="127" h="119">
                <a:moveTo>
                  <a:pt x="65" y="22"/>
                </a:moveTo>
                <a:lnTo>
                  <a:pt x="26" y="45"/>
                </a:lnTo>
                <a:lnTo>
                  <a:pt x="0" y="26"/>
                </a:lnTo>
                <a:lnTo>
                  <a:pt x="39" y="0"/>
                </a:lnTo>
                <a:lnTo>
                  <a:pt x="65" y="22"/>
                </a:lnTo>
                <a:close/>
                <a:moveTo>
                  <a:pt x="65" y="69"/>
                </a:moveTo>
                <a:lnTo>
                  <a:pt x="39" y="91"/>
                </a:lnTo>
                <a:lnTo>
                  <a:pt x="0" y="67"/>
                </a:lnTo>
                <a:lnTo>
                  <a:pt x="26" y="45"/>
                </a:lnTo>
                <a:lnTo>
                  <a:pt x="65" y="69"/>
                </a:lnTo>
                <a:close/>
                <a:moveTo>
                  <a:pt x="101" y="97"/>
                </a:moveTo>
                <a:lnTo>
                  <a:pt x="65" y="119"/>
                </a:lnTo>
                <a:lnTo>
                  <a:pt x="65" y="119"/>
                </a:lnTo>
                <a:lnTo>
                  <a:pt x="65" y="119"/>
                </a:lnTo>
                <a:lnTo>
                  <a:pt x="65" y="119"/>
                </a:lnTo>
                <a:lnTo>
                  <a:pt x="65" y="119"/>
                </a:lnTo>
                <a:lnTo>
                  <a:pt x="26" y="97"/>
                </a:lnTo>
                <a:lnTo>
                  <a:pt x="26" y="89"/>
                </a:lnTo>
                <a:lnTo>
                  <a:pt x="39" y="95"/>
                </a:lnTo>
                <a:lnTo>
                  <a:pt x="65" y="74"/>
                </a:lnTo>
                <a:lnTo>
                  <a:pt x="65" y="74"/>
                </a:lnTo>
                <a:lnTo>
                  <a:pt x="65" y="74"/>
                </a:lnTo>
                <a:lnTo>
                  <a:pt x="65" y="74"/>
                </a:lnTo>
                <a:lnTo>
                  <a:pt x="65" y="74"/>
                </a:lnTo>
                <a:lnTo>
                  <a:pt x="91" y="95"/>
                </a:lnTo>
                <a:lnTo>
                  <a:pt x="101" y="89"/>
                </a:lnTo>
                <a:lnTo>
                  <a:pt x="101" y="97"/>
                </a:lnTo>
                <a:close/>
                <a:moveTo>
                  <a:pt x="127" y="26"/>
                </a:moveTo>
                <a:lnTo>
                  <a:pt x="101" y="45"/>
                </a:lnTo>
                <a:lnTo>
                  <a:pt x="65" y="22"/>
                </a:lnTo>
                <a:lnTo>
                  <a:pt x="91" y="0"/>
                </a:lnTo>
                <a:lnTo>
                  <a:pt x="127" y="26"/>
                </a:lnTo>
                <a:close/>
                <a:moveTo>
                  <a:pt x="127" y="67"/>
                </a:moveTo>
                <a:lnTo>
                  <a:pt x="91" y="91"/>
                </a:lnTo>
                <a:lnTo>
                  <a:pt x="65" y="69"/>
                </a:lnTo>
                <a:lnTo>
                  <a:pt x="101" y="45"/>
                </a:lnTo>
                <a:lnTo>
                  <a:pt x="127" y="6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6"/>
          <p:cNvSpPr>
            <a:spLocks noEditPoints="1"/>
          </p:cNvSpPr>
          <p:nvPr/>
        </p:nvSpPr>
        <p:spPr bwMode="auto">
          <a:xfrm>
            <a:off x="4157483" y="3093146"/>
            <a:ext cx="322456" cy="322456"/>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144"/>
          <p:cNvSpPr>
            <a:spLocks noEditPoints="1"/>
          </p:cNvSpPr>
          <p:nvPr/>
        </p:nvSpPr>
        <p:spPr bwMode="auto">
          <a:xfrm>
            <a:off x="3346935" y="3565977"/>
            <a:ext cx="359591" cy="311833"/>
          </a:xfrm>
          <a:custGeom>
            <a:avLst/>
            <a:gdLst/>
            <a:ahLst/>
            <a:cxnLst>
              <a:cxn ang="0">
                <a:pos x="59" y="26"/>
              </a:cxn>
              <a:cxn ang="0">
                <a:pos x="57" y="28"/>
              </a:cxn>
              <a:cxn ang="0">
                <a:pos x="20" y="32"/>
              </a:cxn>
              <a:cxn ang="0">
                <a:pos x="20" y="35"/>
              </a:cxn>
              <a:cxn ang="0">
                <a:pos x="19" y="37"/>
              </a:cxn>
              <a:cxn ang="0">
                <a:pos x="52" y="37"/>
              </a:cxn>
              <a:cxn ang="0">
                <a:pos x="55" y="39"/>
              </a:cxn>
              <a:cxn ang="0">
                <a:pos x="52" y="42"/>
              </a:cxn>
              <a:cxn ang="0">
                <a:pos x="16" y="42"/>
              </a:cxn>
              <a:cxn ang="0">
                <a:pos x="13" y="39"/>
              </a:cxn>
              <a:cxn ang="0">
                <a:pos x="16" y="34"/>
              </a:cxn>
              <a:cxn ang="0">
                <a:pos x="9" y="5"/>
              </a:cxn>
              <a:cxn ang="0">
                <a:pos x="2" y="5"/>
              </a:cxn>
              <a:cxn ang="0">
                <a:pos x="0" y="3"/>
              </a:cxn>
              <a:cxn ang="0">
                <a:pos x="2" y="0"/>
              </a:cxn>
              <a:cxn ang="0">
                <a:pos x="11" y="0"/>
              </a:cxn>
              <a:cxn ang="0">
                <a:pos x="14" y="5"/>
              </a:cxn>
              <a:cxn ang="0">
                <a:pos x="57" y="5"/>
              </a:cxn>
              <a:cxn ang="0">
                <a:pos x="59" y="7"/>
              </a:cxn>
              <a:cxn ang="0">
                <a:pos x="59" y="26"/>
              </a:cxn>
              <a:cxn ang="0">
                <a:pos x="18" y="51"/>
              </a:cxn>
              <a:cxn ang="0">
                <a:pos x="13" y="46"/>
              </a:cxn>
              <a:cxn ang="0">
                <a:pos x="18" y="42"/>
              </a:cxn>
              <a:cxn ang="0">
                <a:pos x="23" y="46"/>
              </a:cxn>
              <a:cxn ang="0">
                <a:pos x="18" y="51"/>
              </a:cxn>
              <a:cxn ang="0">
                <a:pos x="50" y="51"/>
              </a:cxn>
              <a:cxn ang="0">
                <a:pos x="45" y="46"/>
              </a:cxn>
              <a:cxn ang="0">
                <a:pos x="50" y="42"/>
              </a:cxn>
              <a:cxn ang="0">
                <a:pos x="55" y="46"/>
              </a:cxn>
              <a:cxn ang="0">
                <a:pos x="50" y="51"/>
              </a:cxn>
            </a:cxnLst>
            <a:rect l="0" t="0" r="r" b="b"/>
            <a:pathLst>
              <a:path w="59" h="51">
                <a:moveTo>
                  <a:pt x="59" y="26"/>
                </a:moveTo>
                <a:cubicBezTo>
                  <a:pt x="59" y="27"/>
                  <a:pt x="58" y="28"/>
                  <a:pt x="57" y="28"/>
                </a:cubicBezTo>
                <a:cubicBezTo>
                  <a:pt x="20" y="32"/>
                  <a:pt x="20" y="32"/>
                  <a:pt x="20" y="32"/>
                </a:cubicBezTo>
                <a:cubicBezTo>
                  <a:pt x="20" y="33"/>
                  <a:pt x="20" y="34"/>
                  <a:pt x="20" y="35"/>
                </a:cubicBezTo>
                <a:cubicBezTo>
                  <a:pt x="20" y="36"/>
                  <a:pt x="20" y="36"/>
                  <a:pt x="19" y="37"/>
                </a:cubicBezTo>
                <a:cubicBezTo>
                  <a:pt x="52" y="37"/>
                  <a:pt x="52" y="37"/>
                  <a:pt x="52" y="37"/>
                </a:cubicBezTo>
                <a:cubicBezTo>
                  <a:pt x="54" y="37"/>
                  <a:pt x="55" y="38"/>
                  <a:pt x="55" y="39"/>
                </a:cubicBezTo>
                <a:cubicBezTo>
                  <a:pt x="55" y="41"/>
                  <a:pt x="54" y="42"/>
                  <a:pt x="52" y="42"/>
                </a:cubicBezTo>
                <a:cubicBezTo>
                  <a:pt x="16" y="42"/>
                  <a:pt x="16" y="42"/>
                  <a:pt x="16" y="42"/>
                </a:cubicBezTo>
                <a:cubicBezTo>
                  <a:pt x="15" y="42"/>
                  <a:pt x="13" y="41"/>
                  <a:pt x="13" y="39"/>
                </a:cubicBezTo>
                <a:cubicBezTo>
                  <a:pt x="13" y="38"/>
                  <a:pt x="15" y="35"/>
                  <a:pt x="16" y="34"/>
                </a:cubicBezTo>
                <a:cubicBezTo>
                  <a:pt x="9" y="5"/>
                  <a:pt x="9" y="5"/>
                  <a:pt x="9" y="5"/>
                </a:cubicBezTo>
                <a:cubicBezTo>
                  <a:pt x="2" y="5"/>
                  <a:pt x="2" y="5"/>
                  <a:pt x="2" y="5"/>
                </a:cubicBezTo>
                <a:cubicBezTo>
                  <a:pt x="1" y="5"/>
                  <a:pt x="0" y="4"/>
                  <a:pt x="0" y="3"/>
                </a:cubicBezTo>
                <a:cubicBezTo>
                  <a:pt x="0" y="2"/>
                  <a:pt x="1" y="0"/>
                  <a:pt x="2" y="0"/>
                </a:cubicBezTo>
                <a:cubicBezTo>
                  <a:pt x="11" y="0"/>
                  <a:pt x="11" y="0"/>
                  <a:pt x="11" y="0"/>
                </a:cubicBezTo>
                <a:cubicBezTo>
                  <a:pt x="14" y="0"/>
                  <a:pt x="14" y="3"/>
                  <a:pt x="14" y="5"/>
                </a:cubicBezTo>
                <a:cubicBezTo>
                  <a:pt x="57" y="5"/>
                  <a:pt x="57" y="5"/>
                  <a:pt x="57" y="5"/>
                </a:cubicBezTo>
                <a:cubicBezTo>
                  <a:pt x="58" y="5"/>
                  <a:pt x="59" y="6"/>
                  <a:pt x="59" y="7"/>
                </a:cubicBezTo>
                <a:lnTo>
                  <a:pt x="59" y="26"/>
                </a:lnTo>
                <a:close/>
                <a:moveTo>
                  <a:pt x="18" y="51"/>
                </a:moveTo>
                <a:cubicBezTo>
                  <a:pt x="16" y="51"/>
                  <a:pt x="13" y="49"/>
                  <a:pt x="13" y="46"/>
                </a:cubicBezTo>
                <a:cubicBezTo>
                  <a:pt x="13" y="44"/>
                  <a:pt x="16" y="42"/>
                  <a:pt x="18" y="42"/>
                </a:cubicBezTo>
                <a:cubicBezTo>
                  <a:pt x="21" y="42"/>
                  <a:pt x="23" y="44"/>
                  <a:pt x="23" y="46"/>
                </a:cubicBezTo>
                <a:cubicBezTo>
                  <a:pt x="23" y="49"/>
                  <a:pt x="21" y="51"/>
                  <a:pt x="18" y="51"/>
                </a:cubicBezTo>
                <a:close/>
                <a:moveTo>
                  <a:pt x="50" y="51"/>
                </a:moveTo>
                <a:cubicBezTo>
                  <a:pt x="47" y="51"/>
                  <a:pt x="45" y="49"/>
                  <a:pt x="45" y="46"/>
                </a:cubicBezTo>
                <a:cubicBezTo>
                  <a:pt x="45" y="44"/>
                  <a:pt x="47" y="42"/>
                  <a:pt x="50" y="42"/>
                </a:cubicBezTo>
                <a:cubicBezTo>
                  <a:pt x="53" y="42"/>
                  <a:pt x="55" y="44"/>
                  <a:pt x="55" y="46"/>
                </a:cubicBezTo>
                <a:cubicBezTo>
                  <a:pt x="55" y="49"/>
                  <a:pt x="53" y="51"/>
                  <a:pt x="50" y="51"/>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Text Placeholder 3"/>
          <p:cNvSpPr txBox="1">
            <a:spLocks/>
          </p:cNvSpPr>
          <p:nvPr/>
        </p:nvSpPr>
        <p:spPr>
          <a:xfrm>
            <a:off x="6098357" y="1273476"/>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1"/>
                </a:solidFill>
              </a:rPr>
              <a:t>Keyword goes here</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50" name="Freeform 45"/>
          <p:cNvSpPr>
            <a:spLocks noEditPoints="1"/>
          </p:cNvSpPr>
          <p:nvPr/>
        </p:nvSpPr>
        <p:spPr bwMode="auto">
          <a:xfrm>
            <a:off x="5704351" y="139953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45"/>
          <p:cNvSpPr>
            <a:spLocks noEditPoints="1"/>
          </p:cNvSpPr>
          <p:nvPr/>
        </p:nvSpPr>
        <p:spPr bwMode="auto">
          <a:xfrm>
            <a:off x="5704351" y="199301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45"/>
          <p:cNvSpPr>
            <a:spLocks noEditPoints="1"/>
          </p:cNvSpPr>
          <p:nvPr/>
        </p:nvSpPr>
        <p:spPr bwMode="auto">
          <a:xfrm>
            <a:off x="5704351" y="260081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Text Placeholder 3"/>
          <p:cNvSpPr txBox="1">
            <a:spLocks/>
          </p:cNvSpPr>
          <p:nvPr/>
        </p:nvSpPr>
        <p:spPr>
          <a:xfrm>
            <a:off x="6098357" y="1877229"/>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2"/>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54" name="Text Placeholder 3"/>
          <p:cNvSpPr txBox="1">
            <a:spLocks/>
          </p:cNvSpPr>
          <p:nvPr/>
        </p:nvSpPr>
        <p:spPr>
          <a:xfrm>
            <a:off x="6098357" y="2485033"/>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3"/>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55" name="Freeform 45"/>
          <p:cNvSpPr>
            <a:spLocks noEditPoints="1"/>
          </p:cNvSpPr>
          <p:nvPr/>
        </p:nvSpPr>
        <p:spPr bwMode="auto">
          <a:xfrm>
            <a:off x="5704351" y="323700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Text Placeholder 3"/>
          <p:cNvSpPr txBox="1">
            <a:spLocks/>
          </p:cNvSpPr>
          <p:nvPr/>
        </p:nvSpPr>
        <p:spPr>
          <a:xfrm>
            <a:off x="6098357" y="3121224"/>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4"/>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57" name="Freeform 45"/>
          <p:cNvSpPr>
            <a:spLocks noEditPoints="1"/>
          </p:cNvSpPr>
          <p:nvPr/>
        </p:nvSpPr>
        <p:spPr bwMode="auto">
          <a:xfrm>
            <a:off x="5704351" y="387279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Text Placeholder 3"/>
          <p:cNvSpPr txBox="1">
            <a:spLocks/>
          </p:cNvSpPr>
          <p:nvPr/>
        </p:nvSpPr>
        <p:spPr>
          <a:xfrm>
            <a:off x="6098357" y="3757017"/>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5"/>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Tree>
    <p:extLst>
      <p:ext uri="{BB962C8B-B14F-4D97-AF65-F5344CB8AC3E}">
        <p14:creationId xmlns:p14="http://schemas.microsoft.com/office/powerpoint/2010/main" val="3551766396"/>
      </p:ext>
    </p:extLst>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 calcmode="lin" valueType="num">
                                      <p:cBhvr>
                                        <p:cTn id="10" dur="500" fill="hold"/>
                                        <p:tgtEl>
                                          <p:spTgt spid="28"/>
                                        </p:tgtEl>
                                        <p:attrNameLst>
                                          <p:attrName>ppt_w</p:attrName>
                                        </p:attrNameLst>
                                      </p:cBhvr>
                                      <p:tavLst>
                                        <p:tav tm="0">
                                          <p:val>
                                            <p:fltVal val="0"/>
                                          </p:val>
                                        </p:tav>
                                        <p:tav tm="100000">
                                          <p:val>
                                            <p:strVal val="#ppt_w"/>
                                          </p:val>
                                        </p:tav>
                                      </p:tavLst>
                                    </p:anim>
                                    <p:anim calcmode="lin" valueType="num">
                                      <p:cBhvr>
                                        <p:cTn id="11" dur="500" fill="hold"/>
                                        <p:tgtEl>
                                          <p:spTgt spid="28"/>
                                        </p:tgtEl>
                                        <p:attrNameLst>
                                          <p:attrName>ppt_h</p:attrName>
                                        </p:attrNameLst>
                                      </p:cBhvr>
                                      <p:tavLst>
                                        <p:tav tm="0">
                                          <p:val>
                                            <p:fltVal val="0"/>
                                          </p:val>
                                        </p:tav>
                                        <p:tav tm="100000">
                                          <p:val>
                                            <p:strVal val="#ppt_h"/>
                                          </p:val>
                                        </p:tav>
                                      </p:tavLst>
                                    </p:anim>
                                    <p:animEffect transition="in" filter="fade">
                                      <p:cBhvr>
                                        <p:cTn id="12" dur="500"/>
                                        <p:tgtEl>
                                          <p:spTgt spid="28"/>
                                        </p:tgtEl>
                                      </p:cBhvr>
                                    </p:animEffect>
                                  </p:childTnLst>
                                </p:cTn>
                              </p:par>
                            </p:childTnLst>
                          </p:cTn>
                        </p:par>
                        <p:par>
                          <p:cTn id="13" fill="hold">
                            <p:stCondLst>
                              <p:cond delay="500"/>
                            </p:stCondLst>
                            <p:childTnLst>
                              <p:par>
                                <p:cTn id="14" presetID="53" presetClass="entr" presetSubtype="16" fill="hold" grpId="0" nodeType="afterEffect">
                                  <p:stCondLst>
                                    <p:cond delay="0"/>
                                  </p:stCondLst>
                                  <p:childTnLst>
                                    <p:set>
                                      <p:cBhvr>
                                        <p:cTn id="15" dur="1" fill="hold">
                                          <p:stCondLst>
                                            <p:cond delay="0"/>
                                          </p:stCondLst>
                                        </p:cTn>
                                        <p:tgtEl>
                                          <p:spTgt spid="45"/>
                                        </p:tgtEl>
                                        <p:attrNameLst>
                                          <p:attrName>style.visibility</p:attrName>
                                        </p:attrNameLst>
                                      </p:cBhvr>
                                      <p:to>
                                        <p:strVal val="visible"/>
                                      </p:to>
                                    </p:set>
                                    <p:anim calcmode="lin" valueType="num">
                                      <p:cBhvr>
                                        <p:cTn id="16" dur="500" fill="hold"/>
                                        <p:tgtEl>
                                          <p:spTgt spid="45"/>
                                        </p:tgtEl>
                                        <p:attrNameLst>
                                          <p:attrName>ppt_w</p:attrName>
                                        </p:attrNameLst>
                                      </p:cBhvr>
                                      <p:tavLst>
                                        <p:tav tm="0">
                                          <p:val>
                                            <p:fltVal val="0"/>
                                          </p:val>
                                        </p:tav>
                                        <p:tav tm="100000">
                                          <p:val>
                                            <p:strVal val="#ppt_w"/>
                                          </p:val>
                                        </p:tav>
                                      </p:tavLst>
                                    </p:anim>
                                    <p:anim calcmode="lin" valueType="num">
                                      <p:cBhvr>
                                        <p:cTn id="17" dur="500" fill="hold"/>
                                        <p:tgtEl>
                                          <p:spTgt spid="45"/>
                                        </p:tgtEl>
                                        <p:attrNameLst>
                                          <p:attrName>ppt_h</p:attrName>
                                        </p:attrNameLst>
                                      </p:cBhvr>
                                      <p:tavLst>
                                        <p:tav tm="0">
                                          <p:val>
                                            <p:fltVal val="0"/>
                                          </p:val>
                                        </p:tav>
                                        <p:tav tm="100000">
                                          <p:val>
                                            <p:strVal val="#ppt_h"/>
                                          </p:val>
                                        </p:tav>
                                      </p:tavLst>
                                    </p:anim>
                                    <p:animEffect transition="in" filter="fade">
                                      <p:cBhvr>
                                        <p:cTn id="18" dur="500"/>
                                        <p:tgtEl>
                                          <p:spTgt spid="45"/>
                                        </p:tgtEl>
                                      </p:cBhvr>
                                    </p:animEffect>
                                  </p:childTnLst>
                                </p:cTn>
                              </p:par>
                            </p:childTnLst>
                          </p:cTn>
                        </p:par>
                        <p:par>
                          <p:cTn id="19" fill="hold">
                            <p:stCondLst>
                              <p:cond delay="1000"/>
                            </p:stCondLst>
                            <p:childTnLst>
                              <p:par>
                                <p:cTn id="20" presetID="22" presetClass="entr" presetSubtype="8" fill="hold" grpId="0" nodeType="after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wipe(left)">
                                      <p:cBhvr>
                                        <p:cTn id="22" dur="500"/>
                                        <p:tgtEl>
                                          <p:spTgt spid="34"/>
                                        </p:tgtEl>
                                      </p:cBhvr>
                                    </p:animEffect>
                                  </p:childTnLst>
                                </p:cTn>
                              </p:par>
                            </p:childTnLst>
                          </p:cTn>
                        </p:par>
                        <p:par>
                          <p:cTn id="23" fill="hold">
                            <p:stCondLst>
                              <p:cond delay="1500"/>
                            </p:stCondLst>
                            <p:childTnLst>
                              <p:par>
                                <p:cTn id="24" presetID="22" presetClass="entr" presetSubtype="8"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left)">
                                      <p:cBhvr>
                                        <p:cTn id="26" dur="500"/>
                                        <p:tgtEl>
                                          <p:spTgt spid="6"/>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anim calcmode="lin" valueType="num">
                                      <p:cBhvr>
                                        <p:cTn id="29" dur="500" fill="hold"/>
                                        <p:tgtEl>
                                          <p:spTgt spid="29"/>
                                        </p:tgtEl>
                                        <p:attrNameLst>
                                          <p:attrName>ppt_w</p:attrName>
                                        </p:attrNameLst>
                                      </p:cBhvr>
                                      <p:tavLst>
                                        <p:tav tm="0">
                                          <p:val>
                                            <p:fltVal val="0"/>
                                          </p:val>
                                        </p:tav>
                                        <p:tav tm="100000">
                                          <p:val>
                                            <p:strVal val="#ppt_w"/>
                                          </p:val>
                                        </p:tav>
                                      </p:tavLst>
                                    </p:anim>
                                    <p:anim calcmode="lin" valueType="num">
                                      <p:cBhvr>
                                        <p:cTn id="30" dur="500" fill="hold"/>
                                        <p:tgtEl>
                                          <p:spTgt spid="29"/>
                                        </p:tgtEl>
                                        <p:attrNameLst>
                                          <p:attrName>ppt_h</p:attrName>
                                        </p:attrNameLst>
                                      </p:cBhvr>
                                      <p:tavLst>
                                        <p:tav tm="0">
                                          <p:val>
                                            <p:fltVal val="0"/>
                                          </p:val>
                                        </p:tav>
                                        <p:tav tm="100000">
                                          <p:val>
                                            <p:strVal val="#ppt_h"/>
                                          </p:val>
                                        </p:tav>
                                      </p:tavLst>
                                    </p:anim>
                                    <p:animEffect transition="in" filter="fade">
                                      <p:cBhvr>
                                        <p:cTn id="31" dur="500"/>
                                        <p:tgtEl>
                                          <p:spTgt spid="29"/>
                                        </p:tgtEl>
                                      </p:cBhvr>
                                    </p:animEffect>
                                  </p:childTnLst>
                                </p:cTn>
                              </p:par>
                            </p:childTnLst>
                          </p:cTn>
                        </p:par>
                        <p:par>
                          <p:cTn id="32" fill="hold">
                            <p:stCondLst>
                              <p:cond delay="2000"/>
                            </p:stCondLst>
                            <p:childTnLst>
                              <p:par>
                                <p:cTn id="33" presetID="53" presetClass="entr" presetSubtype="16" fill="hold" grpId="0" nodeType="afterEffect">
                                  <p:stCondLst>
                                    <p:cond delay="0"/>
                                  </p:stCondLst>
                                  <p:childTnLst>
                                    <p:set>
                                      <p:cBhvr>
                                        <p:cTn id="34" dur="1" fill="hold">
                                          <p:stCondLst>
                                            <p:cond delay="0"/>
                                          </p:stCondLst>
                                        </p:cTn>
                                        <p:tgtEl>
                                          <p:spTgt spid="44"/>
                                        </p:tgtEl>
                                        <p:attrNameLst>
                                          <p:attrName>style.visibility</p:attrName>
                                        </p:attrNameLst>
                                      </p:cBhvr>
                                      <p:to>
                                        <p:strVal val="visible"/>
                                      </p:to>
                                    </p:set>
                                    <p:anim calcmode="lin" valueType="num">
                                      <p:cBhvr>
                                        <p:cTn id="35" dur="500" fill="hold"/>
                                        <p:tgtEl>
                                          <p:spTgt spid="44"/>
                                        </p:tgtEl>
                                        <p:attrNameLst>
                                          <p:attrName>ppt_w</p:attrName>
                                        </p:attrNameLst>
                                      </p:cBhvr>
                                      <p:tavLst>
                                        <p:tav tm="0">
                                          <p:val>
                                            <p:fltVal val="0"/>
                                          </p:val>
                                        </p:tav>
                                        <p:tav tm="100000">
                                          <p:val>
                                            <p:strVal val="#ppt_w"/>
                                          </p:val>
                                        </p:tav>
                                      </p:tavLst>
                                    </p:anim>
                                    <p:anim calcmode="lin" valueType="num">
                                      <p:cBhvr>
                                        <p:cTn id="36" dur="500" fill="hold"/>
                                        <p:tgtEl>
                                          <p:spTgt spid="44"/>
                                        </p:tgtEl>
                                        <p:attrNameLst>
                                          <p:attrName>ppt_h</p:attrName>
                                        </p:attrNameLst>
                                      </p:cBhvr>
                                      <p:tavLst>
                                        <p:tav tm="0">
                                          <p:val>
                                            <p:fltVal val="0"/>
                                          </p:val>
                                        </p:tav>
                                        <p:tav tm="100000">
                                          <p:val>
                                            <p:strVal val="#ppt_h"/>
                                          </p:val>
                                        </p:tav>
                                      </p:tavLst>
                                    </p:anim>
                                    <p:animEffect transition="in" filter="fade">
                                      <p:cBhvr>
                                        <p:cTn id="37" dur="500"/>
                                        <p:tgtEl>
                                          <p:spTgt spid="44"/>
                                        </p:tgtEl>
                                      </p:cBhvr>
                                    </p:animEffect>
                                  </p:childTnLst>
                                </p:cTn>
                              </p:par>
                            </p:childTnLst>
                          </p:cTn>
                        </p:par>
                        <p:par>
                          <p:cTn id="38" fill="hold">
                            <p:stCondLst>
                              <p:cond delay="2500"/>
                            </p:stCondLst>
                            <p:childTnLst>
                              <p:par>
                                <p:cTn id="39" presetID="22" presetClass="entr" presetSubtype="8" fill="hold" grpId="0" nodeType="afterEffect">
                                  <p:stCondLst>
                                    <p:cond delay="0"/>
                                  </p:stCondLst>
                                  <p:childTnLst>
                                    <p:set>
                                      <p:cBhvr>
                                        <p:cTn id="40" dur="1" fill="hold">
                                          <p:stCondLst>
                                            <p:cond delay="0"/>
                                          </p:stCondLst>
                                        </p:cTn>
                                        <p:tgtEl>
                                          <p:spTgt spid="39"/>
                                        </p:tgtEl>
                                        <p:attrNameLst>
                                          <p:attrName>style.visibility</p:attrName>
                                        </p:attrNameLst>
                                      </p:cBhvr>
                                      <p:to>
                                        <p:strVal val="visible"/>
                                      </p:to>
                                    </p:set>
                                    <p:animEffect transition="in" filter="wipe(left)">
                                      <p:cBhvr>
                                        <p:cTn id="41" dur="500"/>
                                        <p:tgtEl>
                                          <p:spTgt spid="39"/>
                                        </p:tgtEl>
                                      </p:cBhvr>
                                    </p:animEffect>
                                  </p:childTnLst>
                                </p:cTn>
                              </p:par>
                            </p:childTnLst>
                          </p:cTn>
                        </p:par>
                        <p:par>
                          <p:cTn id="42" fill="hold">
                            <p:stCondLst>
                              <p:cond delay="3000"/>
                            </p:stCondLst>
                            <p:childTnLst>
                              <p:par>
                                <p:cTn id="43" presetID="22" presetClass="entr" presetSubtype="8" fill="hold" nodeType="after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ipe(left)">
                                      <p:cBhvr>
                                        <p:cTn id="45" dur="500"/>
                                        <p:tgtEl>
                                          <p:spTgt spid="14"/>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33"/>
                                        </p:tgtEl>
                                        <p:attrNameLst>
                                          <p:attrName>style.visibility</p:attrName>
                                        </p:attrNameLst>
                                      </p:cBhvr>
                                      <p:to>
                                        <p:strVal val="visible"/>
                                      </p:to>
                                    </p:set>
                                    <p:anim calcmode="lin" valueType="num">
                                      <p:cBhvr>
                                        <p:cTn id="48" dur="500" fill="hold"/>
                                        <p:tgtEl>
                                          <p:spTgt spid="33"/>
                                        </p:tgtEl>
                                        <p:attrNameLst>
                                          <p:attrName>ppt_w</p:attrName>
                                        </p:attrNameLst>
                                      </p:cBhvr>
                                      <p:tavLst>
                                        <p:tav tm="0">
                                          <p:val>
                                            <p:fltVal val="0"/>
                                          </p:val>
                                        </p:tav>
                                        <p:tav tm="100000">
                                          <p:val>
                                            <p:strVal val="#ppt_w"/>
                                          </p:val>
                                        </p:tav>
                                      </p:tavLst>
                                    </p:anim>
                                    <p:anim calcmode="lin" valueType="num">
                                      <p:cBhvr>
                                        <p:cTn id="49" dur="500" fill="hold"/>
                                        <p:tgtEl>
                                          <p:spTgt spid="33"/>
                                        </p:tgtEl>
                                        <p:attrNameLst>
                                          <p:attrName>ppt_h</p:attrName>
                                        </p:attrNameLst>
                                      </p:cBhvr>
                                      <p:tavLst>
                                        <p:tav tm="0">
                                          <p:val>
                                            <p:fltVal val="0"/>
                                          </p:val>
                                        </p:tav>
                                        <p:tav tm="100000">
                                          <p:val>
                                            <p:strVal val="#ppt_h"/>
                                          </p:val>
                                        </p:tav>
                                      </p:tavLst>
                                    </p:anim>
                                    <p:animEffect transition="in" filter="fade">
                                      <p:cBhvr>
                                        <p:cTn id="50" dur="500"/>
                                        <p:tgtEl>
                                          <p:spTgt spid="33"/>
                                        </p:tgtEl>
                                      </p:cBhvr>
                                    </p:animEffect>
                                  </p:childTnLst>
                                </p:cTn>
                              </p:par>
                            </p:childTnLst>
                          </p:cTn>
                        </p:par>
                        <p:par>
                          <p:cTn id="51" fill="hold">
                            <p:stCondLst>
                              <p:cond delay="3500"/>
                            </p:stCondLst>
                            <p:childTnLst>
                              <p:par>
                                <p:cTn id="52" presetID="53" presetClass="entr" presetSubtype="16" fill="hold" grpId="0" nodeType="afterEffect">
                                  <p:stCondLst>
                                    <p:cond delay="0"/>
                                  </p:stCondLst>
                                  <p:childTnLst>
                                    <p:set>
                                      <p:cBhvr>
                                        <p:cTn id="53" dur="1" fill="hold">
                                          <p:stCondLst>
                                            <p:cond delay="0"/>
                                          </p:stCondLst>
                                        </p:cTn>
                                        <p:tgtEl>
                                          <p:spTgt spid="43"/>
                                        </p:tgtEl>
                                        <p:attrNameLst>
                                          <p:attrName>style.visibility</p:attrName>
                                        </p:attrNameLst>
                                      </p:cBhvr>
                                      <p:to>
                                        <p:strVal val="visible"/>
                                      </p:to>
                                    </p:set>
                                    <p:anim calcmode="lin" valueType="num">
                                      <p:cBhvr>
                                        <p:cTn id="54" dur="500" fill="hold"/>
                                        <p:tgtEl>
                                          <p:spTgt spid="43"/>
                                        </p:tgtEl>
                                        <p:attrNameLst>
                                          <p:attrName>ppt_w</p:attrName>
                                        </p:attrNameLst>
                                      </p:cBhvr>
                                      <p:tavLst>
                                        <p:tav tm="0">
                                          <p:val>
                                            <p:fltVal val="0"/>
                                          </p:val>
                                        </p:tav>
                                        <p:tav tm="100000">
                                          <p:val>
                                            <p:strVal val="#ppt_w"/>
                                          </p:val>
                                        </p:tav>
                                      </p:tavLst>
                                    </p:anim>
                                    <p:anim calcmode="lin" valueType="num">
                                      <p:cBhvr>
                                        <p:cTn id="55" dur="500" fill="hold"/>
                                        <p:tgtEl>
                                          <p:spTgt spid="43"/>
                                        </p:tgtEl>
                                        <p:attrNameLst>
                                          <p:attrName>ppt_h</p:attrName>
                                        </p:attrNameLst>
                                      </p:cBhvr>
                                      <p:tavLst>
                                        <p:tav tm="0">
                                          <p:val>
                                            <p:fltVal val="0"/>
                                          </p:val>
                                        </p:tav>
                                        <p:tav tm="100000">
                                          <p:val>
                                            <p:strVal val="#ppt_h"/>
                                          </p:val>
                                        </p:tav>
                                      </p:tavLst>
                                    </p:anim>
                                    <p:animEffect transition="in" filter="fade">
                                      <p:cBhvr>
                                        <p:cTn id="56" dur="500"/>
                                        <p:tgtEl>
                                          <p:spTgt spid="43"/>
                                        </p:tgtEl>
                                      </p:cBhvr>
                                    </p:animEffect>
                                  </p:childTnLst>
                                </p:cTn>
                              </p:par>
                            </p:childTnLst>
                          </p:cTn>
                        </p:par>
                        <p:par>
                          <p:cTn id="57" fill="hold">
                            <p:stCondLst>
                              <p:cond delay="4000"/>
                            </p:stCondLst>
                            <p:childTnLst>
                              <p:par>
                                <p:cTn id="58" presetID="22" presetClass="entr" presetSubtype="8" fill="hold" grpId="0" nodeType="afterEffect">
                                  <p:stCondLst>
                                    <p:cond delay="0"/>
                                  </p:stCondLst>
                                  <p:childTnLst>
                                    <p:set>
                                      <p:cBhvr>
                                        <p:cTn id="59" dur="1" fill="hold">
                                          <p:stCondLst>
                                            <p:cond delay="0"/>
                                          </p:stCondLst>
                                        </p:cTn>
                                        <p:tgtEl>
                                          <p:spTgt spid="40"/>
                                        </p:tgtEl>
                                        <p:attrNameLst>
                                          <p:attrName>style.visibility</p:attrName>
                                        </p:attrNameLst>
                                      </p:cBhvr>
                                      <p:to>
                                        <p:strVal val="visible"/>
                                      </p:to>
                                    </p:set>
                                    <p:animEffect transition="in" filter="wipe(left)">
                                      <p:cBhvr>
                                        <p:cTn id="60" dur="500"/>
                                        <p:tgtEl>
                                          <p:spTgt spid="40"/>
                                        </p:tgtEl>
                                      </p:cBhvr>
                                    </p:animEffect>
                                  </p:childTnLst>
                                </p:cTn>
                              </p:par>
                            </p:childTnLst>
                          </p:cTn>
                        </p:par>
                        <p:par>
                          <p:cTn id="61" fill="hold">
                            <p:stCondLst>
                              <p:cond delay="4500"/>
                            </p:stCondLst>
                            <p:childTnLst>
                              <p:par>
                                <p:cTn id="62" presetID="22" presetClass="entr" presetSubtype="8" fill="hold" nodeType="after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wipe(left)">
                                      <p:cBhvr>
                                        <p:cTn id="64" dur="500"/>
                                        <p:tgtEl>
                                          <p:spTgt spid="13"/>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31"/>
                                        </p:tgtEl>
                                        <p:attrNameLst>
                                          <p:attrName>style.visibility</p:attrName>
                                        </p:attrNameLst>
                                      </p:cBhvr>
                                      <p:to>
                                        <p:strVal val="visible"/>
                                      </p:to>
                                    </p:set>
                                    <p:anim calcmode="lin" valueType="num">
                                      <p:cBhvr>
                                        <p:cTn id="67" dur="500" fill="hold"/>
                                        <p:tgtEl>
                                          <p:spTgt spid="31"/>
                                        </p:tgtEl>
                                        <p:attrNameLst>
                                          <p:attrName>ppt_w</p:attrName>
                                        </p:attrNameLst>
                                      </p:cBhvr>
                                      <p:tavLst>
                                        <p:tav tm="0">
                                          <p:val>
                                            <p:fltVal val="0"/>
                                          </p:val>
                                        </p:tav>
                                        <p:tav tm="100000">
                                          <p:val>
                                            <p:strVal val="#ppt_w"/>
                                          </p:val>
                                        </p:tav>
                                      </p:tavLst>
                                    </p:anim>
                                    <p:anim calcmode="lin" valueType="num">
                                      <p:cBhvr>
                                        <p:cTn id="68" dur="500" fill="hold"/>
                                        <p:tgtEl>
                                          <p:spTgt spid="31"/>
                                        </p:tgtEl>
                                        <p:attrNameLst>
                                          <p:attrName>ppt_h</p:attrName>
                                        </p:attrNameLst>
                                      </p:cBhvr>
                                      <p:tavLst>
                                        <p:tav tm="0">
                                          <p:val>
                                            <p:fltVal val="0"/>
                                          </p:val>
                                        </p:tav>
                                        <p:tav tm="100000">
                                          <p:val>
                                            <p:strVal val="#ppt_h"/>
                                          </p:val>
                                        </p:tav>
                                      </p:tavLst>
                                    </p:anim>
                                    <p:animEffect transition="in" filter="fade">
                                      <p:cBhvr>
                                        <p:cTn id="69" dur="500"/>
                                        <p:tgtEl>
                                          <p:spTgt spid="31"/>
                                        </p:tgtEl>
                                      </p:cBhvr>
                                    </p:animEffect>
                                  </p:childTnLst>
                                </p:cTn>
                              </p:par>
                            </p:childTnLst>
                          </p:cTn>
                        </p:par>
                        <p:par>
                          <p:cTn id="70" fill="hold">
                            <p:stCondLst>
                              <p:cond delay="5000"/>
                            </p:stCondLst>
                            <p:childTnLst>
                              <p:par>
                                <p:cTn id="71" presetID="53" presetClass="entr" presetSubtype="16" fill="hold" grpId="0" nodeType="afterEffect">
                                  <p:stCondLst>
                                    <p:cond delay="0"/>
                                  </p:stCondLst>
                                  <p:childTnLst>
                                    <p:set>
                                      <p:cBhvr>
                                        <p:cTn id="72" dur="1" fill="hold">
                                          <p:stCondLst>
                                            <p:cond delay="0"/>
                                          </p:stCondLst>
                                        </p:cTn>
                                        <p:tgtEl>
                                          <p:spTgt spid="46"/>
                                        </p:tgtEl>
                                        <p:attrNameLst>
                                          <p:attrName>style.visibility</p:attrName>
                                        </p:attrNameLst>
                                      </p:cBhvr>
                                      <p:to>
                                        <p:strVal val="visible"/>
                                      </p:to>
                                    </p:set>
                                    <p:anim calcmode="lin" valueType="num">
                                      <p:cBhvr>
                                        <p:cTn id="73" dur="500" fill="hold"/>
                                        <p:tgtEl>
                                          <p:spTgt spid="46"/>
                                        </p:tgtEl>
                                        <p:attrNameLst>
                                          <p:attrName>ppt_w</p:attrName>
                                        </p:attrNameLst>
                                      </p:cBhvr>
                                      <p:tavLst>
                                        <p:tav tm="0">
                                          <p:val>
                                            <p:fltVal val="0"/>
                                          </p:val>
                                        </p:tav>
                                        <p:tav tm="100000">
                                          <p:val>
                                            <p:strVal val="#ppt_w"/>
                                          </p:val>
                                        </p:tav>
                                      </p:tavLst>
                                    </p:anim>
                                    <p:anim calcmode="lin" valueType="num">
                                      <p:cBhvr>
                                        <p:cTn id="74" dur="500" fill="hold"/>
                                        <p:tgtEl>
                                          <p:spTgt spid="46"/>
                                        </p:tgtEl>
                                        <p:attrNameLst>
                                          <p:attrName>ppt_h</p:attrName>
                                        </p:attrNameLst>
                                      </p:cBhvr>
                                      <p:tavLst>
                                        <p:tav tm="0">
                                          <p:val>
                                            <p:fltVal val="0"/>
                                          </p:val>
                                        </p:tav>
                                        <p:tav tm="100000">
                                          <p:val>
                                            <p:strVal val="#ppt_h"/>
                                          </p:val>
                                        </p:tav>
                                      </p:tavLst>
                                    </p:anim>
                                    <p:animEffect transition="in" filter="fade">
                                      <p:cBhvr>
                                        <p:cTn id="75" dur="500"/>
                                        <p:tgtEl>
                                          <p:spTgt spid="46"/>
                                        </p:tgtEl>
                                      </p:cBhvr>
                                    </p:animEffect>
                                  </p:childTnLst>
                                </p:cTn>
                              </p:par>
                            </p:childTnLst>
                          </p:cTn>
                        </p:par>
                        <p:par>
                          <p:cTn id="76" fill="hold">
                            <p:stCondLst>
                              <p:cond delay="5500"/>
                            </p:stCondLst>
                            <p:childTnLst>
                              <p:par>
                                <p:cTn id="77" presetID="22" presetClass="entr" presetSubtype="8" fill="hold" grpId="0" nodeType="after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wipe(left)">
                                      <p:cBhvr>
                                        <p:cTn id="79" dur="500"/>
                                        <p:tgtEl>
                                          <p:spTgt spid="41"/>
                                        </p:tgtEl>
                                      </p:cBhvr>
                                    </p:animEffect>
                                  </p:childTnLst>
                                </p:cTn>
                              </p:par>
                            </p:childTnLst>
                          </p:cTn>
                        </p:par>
                        <p:par>
                          <p:cTn id="80" fill="hold">
                            <p:stCondLst>
                              <p:cond delay="6000"/>
                            </p:stCondLst>
                            <p:childTnLst>
                              <p:par>
                                <p:cTn id="81" presetID="22" presetClass="entr" presetSubtype="8" fill="hold" nodeType="afterEffect">
                                  <p:stCondLst>
                                    <p:cond delay="0"/>
                                  </p:stCondLst>
                                  <p:childTnLst>
                                    <p:set>
                                      <p:cBhvr>
                                        <p:cTn id="82" dur="1" fill="hold">
                                          <p:stCondLst>
                                            <p:cond delay="0"/>
                                          </p:stCondLst>
                                        </p:cTn>
                                        <p:tgtEl>
                                          <p:spTgt spid="3"/>
                                        </p:tgtEl>
                                        <p:attrNameLst>
                                          <p:attrName>style.visibility</p:attrName>
                                        </p:attrNameLst>
                                      </p:cBhvr>
                                      <p:to>
                                        <p:strVal val="visible"/>
                                      </p:to>
                                    </p:set>
                                    <p:animEffect transition="in" filter="wipe(left)">
                                      <p:cBhvr>
                                        <p:cTn id="83" dur="500"/>
                                        <p:tgtEl>
                                          <p:spTgt spid="3"/>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30"/>
                                        </p:tgtEl>
                                        <p:attrNameLst>
                                          <p:attrName>style.visibility</p:attrName>
                                        </p:attrNameLst>
                                      </p:cBhvr>
                                      <p:to>
                                        <p:strVal val="visible"/>
                                      </p:to>
                                    </p:set>
                                    <p:anim calcmode="lin" valueType="num">
                                      <p:cBhvr>
                                        <p:cTn id="86" dur="500" fill="hold"/>
                                        <p:tgtEl>
                                          <p:spTgt spid="30"/>
                                        </p:tgtEl>
                                        <p:attrNameLst>
                                          <p:attrName>ppt_w</p:attrName>
                                        </p:attrNameLst>
                                      </p:cBhvr>
                                      <p:tavLst>
                                        <p:tav tm="0">
                                          <p:val>
                                            <p:fltVal val="0"/>
                                          </p:val>
                                        </p:tav>
                                        <p:tav tm="100000">
                                          <p:val>
                                            <p:strVal val="#ppt_w"/>
                                          </p:val>
                                        </p:tav>
                                      </p:tavLst>
                                    </p:anim>
                                    <p:anim calcmode="lin" valueType="num">
                                      <p:cBhvr>
                                        <p:cTn id="87" dur="500" fill="hold"/>
                                        <p:tgtEl>
                                          <p:spTgt spid="30"/>
                                        </p:tgtEl>
                                        <p:attrNameLst>
                                          <p:attrName>ppt_h</p:attrName>
                                        </p:attrNameLst>
                                      </p:cBhvr>
                                      <p:tavLst>
                                        <p:tav tm="0">
                                          <p:val>
                                            <p:fltVal val="0"/>
                                          </p:val>
                                        </p:tav>
                                        <p:tav tm="100000">
                                          <p:val>
                                            <p:strVal val="#ppt_h"/>
                                          </p:val>
                                        </p:tav>
                                      </p:tavLst>
                                    </p:anim>
                                    <p:animEffect transition="in" filter="fade">
                                      <p:cBhvr>
                                        <p:cTn id="88" dur="500"/>
                                        <p:tgtEl>
                                          <p:spTgt spid="30"/>
                                        </p:tgtEl>
                                      </p:cBhvr>
                                    </p:animEffect>
                                  </p:childTnLst>
                                </p:cTn>
                              </p:par>
                            </p:childTnLst>
                          </p:cTn>
                        </p:par>
                        <p:par>
                          <p:cTn id="89" fill="hold">
                            <p:stCondLst>
                              <p:cond delay="6500"/>
                            </p:stCondLst>
                            <p:childTnLst>
                              <p:par>
                                <p:cTn id="90" presetID="53" presetClass="entr" presetSubtype="16" fill="hold" grpId="0" nodeType="afterEffect">
                                  <p:stCondLst>
                                    <p:cond delay="0"/>
                                  </p:stCondLst>
                                  <p:childTnLst>
                                    <p:set>
                                      <p:cBhvr>
                                        <p:cTn id="91" dur="1" fill="hold">
                                          <p:stCondLst>
                                            <p:cond delay="0"/>
                                          </p:stCondLst>
                                        </p:cTn>
                                        <p:tgtEl>
                                          <p:spTgt spid="48"/>
                                        </p:tgtEl>
                                        <p:attrNameLst>
                                          <p:attrName>style.visibility</p:attrName>
                                        </p:attrNameLst>
                                      </p:cBhvr>
                                      <p:to>
                                        <p:strVal val="visible"/>
                                      </p:to>
                                    </p:set>
                                    <p:anim calcmode="lin" valueType="num">
                                      <p:cBhvr>
                                        <p:cTn id="92" dur="500" fill="hold"/>
                                        <p:tgtEl>
                                          <p:spTgt spid="48"/>
                                        </p:tgtEl>
                                        <p:attrNameLst>
                                          <p:attrName>ppt_w</p:attrName>
                                        </p:attrNameLst>
                                      </p:cBhvr>
                                      <p:tavLst>
                                        <p:tav tm="0">
                                          <p:val>
                                            <p:fltVal val="0"/>
                                          </p:val>
                                        </p:tav>
                                        <p:tav tm="100000">
                                          <p:val>
                                            <p:strVal val="#ppt_w"/>
                                          </p:val>
                                        </p:tav>
                                      </p:tavLst>
                                    </p:anim>
                                    <p:anim calcmode="lin" valueType="num">
                                      <p:cBhvr>
                                        <p:cTn id="93" dur="500" fill="hold"/>
                                        <p:tgtEl>
                                          <p:spTgt spid="48"/>
                                        </p:tgtEl>
                                        <p:attrNameLst>
                                          <p:attrName>ppt_h</p:attrName>
                                        </p:attrNameLst>
                                      </p:cBhvr>
                                      <p:tavLst>
                                        <p:tav tm="0">
                                          <p:val>
                                            <p:fltVal val="0"/>
                                          </p:val>
                                        </p:tav>
                                        <p:tav tm="100000">
                                          <p:val>
                                            <p:strVal val="#ppt_h"/>
                                          </p:val>
                                        </p:tav>
                                      </p:tavLst>
                                    </p:anim>
                                    <p:animEffect transition="in" filter="fade">
                                      <p:cBhvr>
                                        <p:cTn id="94" dur="500"/>
                                        <p:tgtEl>
                                          <p:spTgt spid="48"/>
                                        </p:tgtEl>
                                      </p:cBhvr>
                                    </p:animEffect>
                                  </p:childTnLst>
                                </p:cTn>
                              </p:par>
                            </p:childTnLst>
                          </p:cTn>
                        </p:par>
                        <p:par>
                          <p:cTn id="95" fill="hold">
                            <p:stCondLst>
                              <p:cond delay="7000"/>
                            </p:stCondLst>
                            <p:childTnLst>
                              <p:par>
                                <p:cTn id="96" presetID="22" presetClass="entr" presetSubtype="8" fill="hold" grpId="0" nodeType="afterEffect">
                                  <p:stCondLst>
                                    <p:cond delay="0"/>
                                  </p:stCondLst>
                                  <p:childTnLst>
                                    <p:set>
                                      <p:cBhvr>
                                        <p:cTn id="97" dur="1" fill="hold">
                                          <p:stCondLst>
                                            <p:cond delay="0"/>
                                          </p:stCondLst>
                                        </p:cTn>
                                        <p:tgtEl>
                                          <p:spTgt spid="42"/>
                                        </p:tgtEl>
                                        <p:attrNameLst>
                                          <p:attrName>style.visibility</p:attrName>
                                        </p:attrNameLst>
                                      </p:cBhvr>
                                      <p:to>
                                        <p:strVal val="visible"/>
                                      </p:to>
                                    </p:set>
                                    <p:animEffect transition="in" filter="wipe(left)">
                                      <p:cBhvr>
                                        <p:cTn id="98" dur="500"/>
                                        <p:tgtEl>
                                          <p:spTgt spid="42"/>
                                        </p:tgtEl>
                                      </p:cBhvr>
                                    </p:animEffect>
                                  </p:childTnLst>
                                </p:cTn>
                              </p:par>
                            </p:childTnLst>
                          </p:cTn>
                        </p:par>
                        <p:par>
                          <p:cTn id="99" fill="hold">
                            <p:stCondLst>
                              <p:cond delay="7500"/>
                            </p:stCondLst>
                            <p:childTnLst>
                              <p:par>
                                <p:cTn id="100" presetID="53" presetClass="entr" presetSubtype="16" fill="hold" grpId="0" nodeType="afterEffect">
                                  <p:stCondLst>
                                    <p:cond delay="0"/>
                                  </p:stCondLst>
                                  <p:childTnLst>
                                    <p:set>
                                      <p:cBhvr>
                                        <p:cTn id="101" dur="1" fill="hold">
                                          <p:stCondLst>
                                            <p:cond delay="0"/>
                                          </p:stCondLst>
                                        </p:cTn>
                                        <p:tgtEl>
                                          <p:spTgt spid="50"/>
                                        </p:tgtEl>
                                        <p:attrNameLst>
                                          <p:attrName>style.visibility</p:attrName>
                                        </p:attrNameLst>
                                      </p:cBhvr>
                                      <p:to>
                                        <p:strVal val="visible"/>
                                      </p:to>
                                    </p:set>
                                    <p:anim calcmode="lin" valueType="num">
                                      <p:cBhvr>
                                        <p:cTn id="102" dur="500" fill="hold"/>
                                        <p:tgtEl>
                                          <p:spTgt spid="50"/>
                                        </p:tgtEl>
                                        <p:attrNameLst>
                                          <p:attrName>ppt_w</p:attrName>
                                        </p:attrNameLst>
                                      </p:cBhvr>
                                      <p:tavLst>
                                        <p:tav tm="0">
                                          <p:val>
                                            <p:fltVal val="0"/>
                                          </p:val>
                                        </p:tav>
                                        <p:tav tm="100000">
                                          <p:val>
                                            <p:strVal val="#ppt_w"/>
                                          </p:val>
                                        </p:tav>
                                      </p:tavLst>
                                    </p:anim>
                                    <p:anim calcmode="lin" valueType="num">
                                      <p:cBhvr>
                                        <p:cTn id="103" dur="500" fill="hold"/>
                                        <p:tgtEl>
                                          <p:spTgt spid="50"/>
                                        </p:tgtEl>
                                        <p:attrNameLst>
                                          <p:attrName>ppt_h</p:attrName>
                                        </p:attrNameLst>
                                      </p:cBhvr>
                                      <p:tavLst>
                                        <p:tav tm="0">
                                          <p:val>
                                            <p:fltVal val="0"/>
                                          </p:val>
                                        </p:tav>
                                        <p:tav tm="100000">
                                          <p:val>
                                            <p:strVal val="#ppt_h"/>
                                          </p:val>
                                        </p:tav>
                                      </p:tavLst>
                                    </p:anim>
                                    <p:animEffect transition="in" filter="fade">
                                      <p:cBhvr>
                                        <p:cTn id="104" dur="500"/>
                                        <p:tgtEl>
                                          <p:spTgt spid="50"/>
                                        </p:tgtEl>
                                      </p:cBhvr>
                                    </p:animEffect>
                                  </p:childTnLst>
                                </p:cTn>
                              </p:par>
                              <p:par>
                                <p:cTn id="105" presetID="2" presetClass="entr" presetSubtype="2" fill="hold" grpId="0" nodeType="withEffect">
                                  <p:stCondLst>
                                    <p:cond delay="0"/>
                                  </p:stCondLst>
                                  <p:childTnLst>
                                    <p:set>
                                      <p:cBhvr>
                                        <p:cTn id="106" dur="1" fill="hold">
                                          <p:stCondLst>
                                            <p:cond delay="0"/>
                                          </p:stCondLst>
                                        </p:cTn>
                                        <p:tgtEl>
                                          <p:spTgt spid="49"/>
                                        </p:tgtEl>
                                        <p:attrNameLst>
                                          <p:attrName>style.visibility</p:attrName>
                                        </p:attrNameLst>
                                      </p:cBhvr>
                                      <p:to>
                                        <p:strVal val="visible"/>
                                      </p:to>
                                    </p:set>
                                    <p:anim calcmode="lin" valueType="num">
                                      <p:cBhvr additive="base">
                                        <p:cTn id="107" dur="500" fill="hold"/>
                                        <p:tgtEl>
                                          <p:spTgt spid="49"/>
                                        </p:tgtEl>
                                        <p:attrNameLst>
                                          <p:attrName>ppt_x</p:attrName>
                                        </p:attrNameLst>
                                      </p:cBhvr>
                                      <p:tavLst>
                                        <p:tav tm="0">
                                          <p:val>
                                            <p:strVal val="1+#ppt_w/2"/>
                                          </p:val>
                                        </p:tav>
                                        <p:tav tm="100000">
                                          <p:val>
                                            <p:strVal val="#ppt_x"/>
                                          </p:val>
                                        </p:tav>
                                      </p:tavLst>
                                    </p:anim>
                                    <p:anim calcmode="lin" valueType="num">
                                      <p:cBhvr additive="base">
                                        <p:cTn id="108" dur="500" fill="hold"/>
                                        <p:tgtEl>
                                          <p:spTgt spid="49"/>
                                        </p:tgtEl>
                                        <p:attrNameLst>
                                          <p:attrName>ppt_y</p:attrName>
                                        </p:attrNameLst>
                                      </p:cBhvr>
                                      <p:tavLst>
                                        <p:tav tm="0">
                                          <p:val>
                                            <p:strVal val="#ppt_y"/>
                                          </p:val>
                                        </p:tav>
                                        <p:tav tm="100000">
                                          <p:val>
                                            <p:strVal val="#ppt_y"/>
                                          </p:val>
                                        </p:tav>
                                      </p:tavLst>
                                    </p:anim>
                                  </p:childTnLst>
                                </p:cTn>
                              </p:par>
                            </p:childTnLst>
                          </p:cTn>
                        </p:par>
                        <p:par>
                          <p:cTn id="109" fill="hold">
                            <p:stCondLst>
                              <p:cond delay="8000"/>
                            </p:stCondLst>
                            <p:childTnLst>
                              <p:par>
                                <p:cTn id="110" presetID="53" presetClass="entr" presetSubtype="16" fill="hold" grpId="0" nodeType="afterEffect">
                                  <p:stCondLst>
                                    <p:cond delay="0"/>
                                  </p:stCondLst>
                                  <p:childTnLst>
                                    <p:set>
                                      <p:cBhvr>
                                        <p:cTn id="111" dur="1" fill="hold">
                                          <p:stCondLst>
                                            <p:cond delay="0"/>
                                          </p:stCondLst>
                                        </p:cTn>
                                        <p:tgtEl>
                                          <p:spTgt spid="51"/>
                                        </p:tgtEl>
                                        <p:attrNameLst>
                                          <p:attrName>style.visibility</p:attrName>
                                        </p:attrNameLst>
                                      </p:cBhvr>
                                      <p:to>
                                        <p:strVal val="visible"/>
                                      </p:to>
                                    </p:set>
                                    <p:anim calcmode="lin" valueType="num">
                                      <p:cBhvr>
                                        <p:cTn id="112" dur="500" fill="hold"/>
                                        <p:tgtEl>
                                          <p:spTgt spid="51"/>
                                        </p:tgtEl>
                                        <p:attrNameLst>
                                          <p:attrName>ppt_w</p:attrName>
                                        </p:attrNameLst>
                                      </p:cBhvr>
                                      <p:tavLst>
                                        <p:tav tm="0">
                                          <p:val>
                                            <p:fltVal val="0"/>
                                          </p:val>
                                        </p:tav>
                                        <p:tav tm="100000">
                                          <p:val>
                                            <p:strVal val="#ppt_w"/>
                                          </p:val>
                                        </p:tav>
                                      </p:tavLst>
                                    </p:anim>
                                    <p:anim calcmode="lin" valueType="num">
                                      <p:cBhvr>
                                        <p:cTn id="113" dur="500" fill="hold"/>
                                        <p:tgtEl>
                                          <p:spTgt spid="51"/>
                                        </p:tgtEl>
                                        <p:attrNameLst>
                                          <p:attrName>ppt_h</p:attrName>
                                        </p:attrNameLst>
                                      </p:cBhvr>
                                      <p:tavLst>
                                        <p:tav tm="0">
                                          <p:val>
                                            <p:fltVal val="0"/>
                                          </p:val>
                                        </p:tav>
                                        <p:tav tm="100000">
                                          <p:val>
                                            <p:strVal val="#ppt_h"/>
                                          </p:val>
                                        </p:tav>
                                      </p:tavLst>
                                    </p:anim>
                                    <p:animEffect transition="in" filter="fade">
                                      <p:cBhvr>
                                        <p:cTn id="114" dur="500"/>
                                        <p:tgtEl>
                                          <p:spTgt spid="51"/>
                                        </p:tgtEl>
                                      </p:cBhvr>
                                    </p:animEffect>
                                  </p:childTnLst>
                                </p:cTn>
                              </p:par>
                              <p:par>
                                <p:cTn id="115" presetID="2" presetClass="entr" presetSubtype="2" fill="hold" grpId="0"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500" fill="hold"/>
                                        <p:tgtEl>
                                          <p:spTgt spid="53"/>
                                        </p:tgtEl>
                                        <p:attrNameLst>
                                          <p:attrName>ppt_x</p:attrName>
                                        </p:attrNameLst>
                                      </p:cBhvr>
                                      <p:tavLst>
                                        <p:tav tm="0">
                                          <p:val>
                                            <p:strVal val="1+#ppt_w/2"/>
                                          </p:val>
                                        </p:tav>
                                        <p:tav tm="100000">
                                          <p:val>
                                            <p:strVal val="#ppt_x"/>
                                          </p:val>
                                        </p:tav>
                                      </p:tavLst>
                                    </p:anim>
                                    <p:anim calcmode="lin" valueType="num">
                                      <p:cBhvr additive="base">
                                        <p:cTn id="118" dur="500" fill="hold"/>
                                        <p:tgtEl>
                                          <p:spTgt spid="53"/>
                                        </p:tgtEl>
                                        <p:attrNameLst>
                                          <p:attrName>ppt_y</p:attrName>
                                        </p:attrNameLst>
                                      </p:cBhvr>
                                      <p:tavLst>
                                        <p:tav tm="0">
                                          <p:val>
                                            <p:strVal val="#ppt_y"/>
                                          </p:val>
                                        </p:tav>
                                        <p:tav tm="100000">
                                          <p:val>
                                            <p:strVal val="#ppt_y"/>
                                          </p:val>
                                        </p:tav>
                                      </p:tavLst>
                                    </p:anim>
                                  </p:childTnLst>
                                </p:cTn>
                              </p:par>
                            </p:childTnLst>
                          </p:cTn>
                        </p:par>
                        <p:par>
                          <p:cTn id="119" fill="hold">
                            <p:stCondLst>
                              <p:cond delay="8500"/>
                            </p:stCondLst>
                            <p:childTnLst>
                              <p:par>
                                <p:cTn id="120" presetID="53" presetClass="entr" presetSubtype="16" fill="hold" grpId="0" nodeType="afterEffect">
                                  <p:stCondLst>
                                    <p:cond delay="0"/>
                                  </p:stCondLst>
                                  <p:childTnLst>
                                    <p:set>
                                      <p:cBhvr>
                                        <p:cTn id="121" dur="1" fill="hold">
                                          <p:stCondLst>
                                            <p:cond delay="0"/>
                                          </p:stCondLst>
                                        </p:cTn>
                                        <p:tgtEl>
                                          <p:spTgt spid="52"/>
                                        </p:tgtEl>
                                        <p:attrNameLst>
                                          <p:attrName>style.visibility</p:attrName>
                                        </p:attrNameLst>
                                      </p:cBhvr>
                                      <p:to>
                                        <p:strVal val="visible"/>
                                      </p:to>
                                    </p:set>
                                    <p:anim calcmode="lin" valueType="num">
                                      <p:cBhvr>
                                        <p:cTn id="122" dur="500" fill="hold"/>
                                        <p:tgtEl>
                                          <p:spTgt spid="52"/>
                                        </p:tgtEl>
                                        <p:attrNameLst>
                                          <p:attrName>ppt_w</p:attrName>
                                        </p:attrNameLst>
                                      </p:cBhvr>
                                      <p:tavLst>
                                        <p:tav tm="0">
                                          <p:val>
                                            <p:fltVal val="0"/>
                                          </p:val>
                                        </p:tav>
                                        <p:tav tm="100000">
                                          <p:val>
                                            <p:strVal val="#ppt_w"/>
                                          </p:val>
                                        </p:tav>
                                      </p:tavLst>
                                    </p:anim>
                                    <p:anim calcmode="lin" valueType="num">
                                      <p:cBhvr>
                                        <p:cTn id="123" dur="500" fill="hold"/>
                                        <p:tgtEl>
                                          <p:spTgt spid="52"/>
                                        </p:tgtEl>
                                        <p:attrNameLst>
                                          <p:attrName>ppt_h</p:attrName>
                                        </p:attrNameLst>
                                      </p:cBhvr>
                                      <p:tavLst>
                                        <p:tav tm="0">
                                          <p:val>
                                            <p:fltVal val="0"/>
                                          </p:val>
                                        </p:tav>
                                        <p:tav tm="100000">
                                          <p:val>
                                            <p:strVal val="#ppt_h"/>
                                          </p:val>
                                        </p:tav>
                                      </p:tavLst>
                                    </p:anim>
                                    <p:animEffect transition="in" filter="fade">
                                      <p:cBhvr>
                                        <p:cTn id="124" dur="500"/>
                                        <p:tgtEl>
                                          <p:spTgt spid="52"/>
                                        </p:tgtEl>
                                      </p:cBhvr>
                                    </p:animEffect>
                                  </p:childTnLst>
                                </p:cTn>
                              </p:par>
                              <p:par>
                                <p:cTn id="125" presetID="2" presetClass="entr" presetSubtype="2" fill="hold" grpId="0"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500" fill="hold"/>
                                        <p:tgtEl>
                                          <p:spTgt spid="54"/>
                                        </p:tgtEl>
                                        <p:attrNameLst>
                                          <p:attrName>ppt_x</p:attrName>
                                        </p:attrNameLst>
                                      </p:cBhvr>
                                      <p:tavLst>
                                        <p:tav tm="0">
                                          <p:val>
                                            <p:strVal val="1+#ppt_w/2"/>
                                          </p:val>
                                        </p:tav>
                                        <p:tav tm="100000">
                                          <p:val>
                                            <p:strVal val="#ppt_x"/>
                                          </p:val>
                                        </p:tav>
                                      </p:tavLst>
                                    </p:anim>
                                    <p:anim calcmode="lin" valueType="num">
                                      <p:cBhvr additive="base">
                                        <p:cTn id="128" dur="500" fill="hold"/>
                                        <p:tgtEl>
                                          <p:spTgt spid="54"/>
                                        </p:tgtEl>
                                        <p:attrNameLst>
                                          <p:attrName>ppt_y</p:attrName>
                                        </p:attrNameLst>
                                      </p:cBhvr>
                                      <p:tavLst>
                                        <p:tav tm="0">
                                          <p:val>
                                            <p:strVal val="#ppt_y"/>
                                          </p:val>
                                        </p:tav>
                                        <p:tav tm="100000">
                                          <p:val>
                                            <p:strVal val="#ppt_y"/>
                                          </p:val>
                                        </p:tav>
                                      </p:tavLst>
                                    </p:anim>
                                  </p:childTnLst>
                                </p:cTn>
                              </p:par>
                            </p:childTnLst>
                          </p:cTn>
                        </p:par>
                        <p:par>
                          <p:cTn id="129" fill="hold">
                            <p:stCondLst>
                              <p:cond delay="9000"/>
                            </p:stCondLst>
                            <p:childTnLst>
                              <p:par>
                                <p:cTn id="130" presetID="53" presetClass="entr" presetSubtype="16" fill="hold" grpId="0" nodeType="afterEffect">
                                  <p:stCondLst>
                                    <p:cond delay="0"/>
                                  </p:stCondLst>
                                  <p:childTnLst>
                                    <p:set>
                                      <p:cBhvr>
                                        <p:cTn id="131" dur="1" fill="hold">
                                          <p:stCondLst>
                                            <p:cond delay="0"/>
                                          </p:stCondLst>
                                        </p:cTn>
                                        <p:tgtEl>
                                          <p:spTgt spid="55"/>
                                        </p:tgtEl>
                                        <p:attrNameLst>
                                          <p:attrName>style.visibility</p:attrName>
                                        </p:attrNameLst>
                                      </p:cBhvr>
                                      <p:to>
                                        <p:strVal val="visible"/>
                                      </p:to>
                                    </p:set>
                                    <p:anim calcmode="lin" valueType="num">
                                      <p:cBhvr>
                                        <p:cTn id="132" dur="500" fill="hold"/>
                                        <p:tgtEl>
                                          <p:spTgt spid="55"/>
                                        </p:tgtEl>
                                        <p:attrNameLst>
                                          <p:attrName>ppt_w</p:attrName>
                                        </p:attrNameLst>
                                      </p:cBhvr>
                                      <p:tavLst>
                                        <p:tav tm="0">
                                          <p:val>
                                            <p:fltVal val="0"/>
                                          </p:val>
                                        </p:tav>
                                        <p:tav tm="100000">
                                          <p:val>
                                            <p:strVal val="#ppt_w"/>
                                          </p:val>
                                        </p:tav>
                                      </p:tavLst>
                                    </p:anim>
                                    <p:anim calcmode="lin" valueType="num">
                                      <p:cBhvr>
                                        <p:cTn id="133" dur="500" fill="hold"/>
                                        <p:tgtEl>
                                          <p:spTgt spid="55"/>
                                        </p:tgtEl>
                                        <p:attrNameLst>
                                          <p:attrName>ppt_h</p:attrName>
                                        </p:attrNameLst>
                                      </p:cBhvr>
                                      <p:tavLst>
                                        <p:tav tm="0">
                                          <p:val>
                                            <p:fltVal val="0"/>
                                          </p:val>
                                        </p:tav>
                                        <p:tav tm="100000">
                                          <p:val>
                                            <p:strVal val="#ppt_h"/>
                                          </p:val>
                                        </p:tav>
                                      </p:tavLst>
                                    </p:anim>
                                    <p:animEffect transition="in" filter="fade">
                                      <p:cBhvr>
                                        <p:cTn id="134" dur="500"/>
                                        <p:tgtEl>
                                          <p:spTgt spid="55"/>
                                        </p:tgtEl>
                                      </p:cBhvr>
                                    </p:animEffect>
                                  </p:childTnLst>
                                </p:cTn>
                              </p:par>
                              <p:par>
                                <p:cTn id="135" presetID="2" presetClass="entr" presetSubtype="2" fill="hold" grpId="0" nodeType="withEffect">
                                  <p:stCondLst>
                                    <p:cond delay="0"/>
                                  </p:stCondLst>
                                  <p:childTnLst>
                                    <p:set>
                                      <p:cBhvr>
                                        <p:cTn id="136" dur="1" fill="hold">
                                          <p:stCondLst>
                                            <p:cond delay="0"/>
                                          </p:stCondLst>
                                        </p:cTn>
                                        <p:tgtEl>
                                          <p:spTgt spid="56"/>
                                        </p:tgtEl>
                                        <p:attrNameLst>
                                          <p:attrName>style.visibility</p:attrName>
                                        </p:attrNameLst>
                                      </p:cBhvr>
                                      <p:to>
                                        <p:strVal val="visible"/>
                                      </p:to>
                                    </p:set>
                                    <p:anim calcmode="lin" valueType="num">
                                      <p:cBhvr additive="base">
                                        <p:cTn id="137" dur="500" fill="hold"/>
                                        <p:tgtEl>
                                          <p:spTgt spid="56"/>
                                        </p:tgtEl>
                                        <p:attrNameLst>
                                          <p:attrName>ppt_x</p:attrName>
                                        </p:attrNameLst>
                                      </p:cBhvr>
                                      <p:tavLst>
                                        <p:tav tm="0">
                                          <p:val>
                                            <p:strVal val="1+#ppt_w/2"/>
                                          </p:val>
                                        </p:tav>
                                        <p:tav tm="100000">
                                          <p:val>
                                            <p:strVal val="#ppt_x"/>
                                          </p:val>
                                        </p:tav>
                                      </p:tavLst>
                                    </p:anim>
                                    <p:anim calcmode="lin" valueType="num">
                                      <p:cBhvr additive="base">
                                        <p:cTn id="138" dur="500" fill="hold"/>
                                        <p:tgtEl>
                                          <p:spTgt spid="56"/>
                                        </p:tgtEl>
                                        <p:attrNameLst>
                                          <p:attrName>ppt_y</p:attrName>
                                        </p:attrNameLst>
                                      </p:cBhvr>
                                      <p:tavLst>
                                        <p:tav tm="0">
                                          <p:val>
                                            <p:strVal val="#ppt_y"/>
                                          </p:val>
                                        </p:tav>
                                        <p:tav tm="100000">
                                          <p:val>
                                            <p:strVal val="#ppt_y"/>
                                          </p:val>
                                        </p:tav>
                                      </p:tavLst>
                                    </p:anim>
                                  </p:childTnLst>
                                </p:cTn>
                              </p:par>
                            </p:childTnLst>
                          </p:cTn>
                        </p:par>
                        <p:par>
                          <p:cTn id="139" fill="hold">
                            <p:stCondLst>
                              <p:cond delay="9500"/>
                            </p:stCondLst>
                            <p:childTnLst>
                              <p:par>
                                <p:cTn id="140" presetID="53" presetClass="entr" presetSubtype="16" fill="hold" grpId="0" nodeType="afterEffect">
                                  <p:stCondLst>
                                    <p:cond delay="0"/>
                                  </p:stCondLst>
                                  <p:childTnLst>
                                    <p:set>
                                      <p:cBhvr>
                                        <p:cTn id="141" dur="1" fill="hold">
                                          <p:stCondLst>
                                            <p:cond delay="0"/>
                                          </p:stCondLst>
                                        </p:cTn>
                                        <p:tgtEl>
                                          <p:spTgt spid="57"/>
                                        </p:tgtEl>
                                        <p:attrNameLst>
                                          <p:attrName>style.visibility</p:attrName>
                                        </p:attrNameLst>
                                      </p:cBhvr>
                                      <p:to>
                                        <p:strVal val="visible"/>
                                      </p:to>
                                    </p:set>
                                    <p:anim calcmode="lin" valueType="num">
                                      <p:cBhvr>
                                        <p:cTn id="142" dur="500" fill="hold"/>
                                        <p:tgtEl>
                                          <p:spTgt spid="57"/>
                                        </p:tgtEl>
                                        <p:attrNameLst>
                                          <p:attrName>ppt_w</p:attrName>
                                        </p:attrNameLst>
                                      </p:cBhvr>
                                      <p:tavLst>
                                        <p:tav tm="0">
                                          <p:val>
                                            <p:fltVal val="0"/>
                                          </p:val>
                                        </p:tav>
                                        <p:tav tm="100000">
                                          <p:val>
                                            <p:strVal val="#ppt_w"/>
                                          </p:val>
                                        </p:tav>
                                      </p:tavLst>
                                    </p:anim>
                                    <p:anim calcmode="lin" valueType="num">
                                      <p:cBhvr>
                                        <p:cTn id="143" dur="500" fill="hold"/>
                                        <p:tgtEl>
                                          <p:spTgt spid="57"/>
                                        </p:tgtEl>
                                        <p:attrNameLst>
                                          <p:attrName>ppt_h</p:attrName>
                                        </p:attrNameLst>
                                      </p:cBhvr>
                                      <p:tavLst>
                                        <p:tav tm="0">
                                          <p:val>
                                            <p:fltVal val="0"/>
                                          </p:val>
                                        </p:tav>
                                        <p:tav tm="100000">
                                          <p:val>
                                            <p:strVal val="#ppt_h"/>
                                          </p:val>
                                        </p:tav>
                                      </p:tavLst>
                                    </p:anim>
                                    <p:animEffect transition="in" filter="fade">
                                      <p:cBhvr>
                                        <p:cTn id="144" dur="500"/>
                                        <p:tgtEl>
                                          <p:spTgt spid="57"/>
                                        </p:tgtEl>
                                      </p:cBhvr>
                                    </p:animEffect>
                                  </p:childTnLst>
                                </p:cTn>
                              </p:par>
                              <p:par>
                                <p:cTn id="145" presetID="2" presetClass="entr" presetSubtype="2" fill="hold" grpId="0" nodeType="withEffect">
                                  <p:stCondLst>
                                    <p:cond delay="0"/>
                                  </p:stCondLst>
                                  <p:childTnLst>
                                    <p:set>
                                      <p:cBhvr>
                                        <p:cTn id="146" dur="1" fill="hold">
                                          <p:stCondLst>
                                            <p:cond delay="0"/>
                                          </p:stCondLst>
                                        </p:cTn>
                                        <p:tgtEl>
                                          <p:spTgt spid="58"/>
                                        </p:tgtEl>
                                        <p:attrNameLst>
                                          <p:attrName>style.visibility</p:attrName>
                                        </p:attrNameLst>
                                      </p:cBhvr>
                                      <p:to>
                                        <p:strVal val="visible"/>
                                      </p:to>
                                    </p:set>
                                    <p:anim calcmode="lin" valueType="num">
                                      <p:cBhvr additive="base">
                                        <p:cTn id="147" dur="500" fill="hold"/>
                                        <p:tgtEl>
                                          <p:spTgt spid="58"/>
                                        </p:tgtEl>
                                        <p:attrNameLst>
                                          <p:attrName>ppt_x</p:attrName>
                                        </p:attrNameLst>
                                      </p:cBhvr>
                                      <p:tavLst>
                                        <p:tav tm="0">
                                          <p:val>
                                            <p:strVal val="1+#ppt_w/2"/>
                                          </p:val>
                                        </p:tav>
                                        <p:tav tm="100000">
                                          <p:val>
                                            <p:strVal val="#ppt_x"/>
                                          </p:val>
                                        </p:tav>
                                      </p:tavLst>
                                    </p:anim>
                                    <p:anim calcmode="lin" valueType="num">
                                      <p:cBhvr additive="base">
                                        <p:cTn id="148" dur="500" fill="hold"/>
                                        <p:tgtEl>
                                          <p:spTgt spid="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33" grpId="0" animBg="1"/>
      <p:bldP spid="34" grpId="0"/>
      <p:bldP spid="39" grpId="0"/>
      <p:bldP spid="40" grpId="0"/>
      <p:bldP spid="41" grpId="0"/>
      <p:bldP spid="42" grpId="0"/>
      <p:bldP spid="43" grpId="0" animBg="1"/>
      <p:bldP spid="44" grpId="0" animBg="1"/>
      <p:bldP spid="45" grpId="0" animBg="1"/>
      <p:bldP spid="46" grpId="0" animBg="1"/>
      <p:bldP spid="48" grpId="0" animBg="1"/>
      <p:bldP spid="49" grpId="0"/>
      <p:bldP spid="50" grpId="0" animBg="1"/>
      <p:bldP spid="51" grpId="0" animBg="1"/>
      <p:bldP spid="52" grpId="0" animBg="1"/>
      <p:bldP spid="53" grpId="0"/>
      <p:bldP spid="54" grpId="0"/>
      <p:bldP spid="55" grpId="0" animBg="1"/>
      <p:bldP spid="56" grpId="0"/>
      <p:bldP spid="57" grpId="0" animBg="1"/>
      <p:bldP spid="5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U-Turn Arrow 117"/>
          <p:cNvSpPr/>
          <p:nvPr/>
        </p:nvSpPr>
        <p:spPr>
          <a:xfrm rot="5400000" flipH="1">
            <a:off x="7023306" y="2371244"/>
            <a:ext cx="1192106" cy="818121"/>
          </a:xfrm>
          <a:prstGeom prst="uturnArrow">
            <a:avLst>
              <a:gd name="adj1" fmla="val 3877"/>
              <a:gd name="adj2" fmla="val 25000"/>
              <a:gd name="adj3" fmla="val 0"/>
              <a:gd name="adj4" fmla="val 10911"/>
              <a:gd name="adj5" fmla="val 9199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U-Turn Arrow 38"/>
          <p:cNvSpPr/>
          <p:nvPr/>
        </p:nvSpPr>
        <p:spPr>
          <a:xfrm rot="16200000">
            <a:off x="896095" y="1503347"/>
            <a:ext cx="1167140" cy="728166"/>
          </a:xfrm>
          <a:prstGeom prst="uturnArrow">
            <a:avLst>
              <a:gd name="adj1" fmla="val 3877"/>
              <a:gd name="adj2" fmla="val 25000"/>
              <a:gd name="adj3" fmla="val 0"/>
              <a:gd name="adj4" fmla="val 10911"/>
              <a:gd name="adj5" fmla="val 9199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p:cNvSpPr>
            <a:spLocks noGrp="1"/>
          </p:cNvSpPr>
          <p:nvPr>
            <p:ph type="title"/>
          </p:nvPr>
        </p:nvSpPr>
        <p:spPr/>
        <p:txBody>
          <a:bodyPr/>
          <a:lstStyle/>
          <a:p>
            <a:r>
              <a:rPr lang="en-US"/>
              <a:t>Take Great Steps</a:t>
            </a:r>
            <a:endParaRPr lang="en-US" dirty="0"/>
          </a:p>
        </p:txBody>
      </p:sp>
      <p:sp>
        <p:nvSpPr>
          <p:cNvPr id="4" name="Text Placeholder 3"/>
          <p:cNvSpPr>
            <a:spLocks noGrp="1"/>
          </p:cNvSpPr>
          <p:nvPr>
            <p:ph type="body" sz="half" idx="2"/>
          </p:nvPr>
        </p:nvSpPr>
        <p:spPr/>
        <p:txBody>
          <a:bodyPr/>
          <a:lstStyle/>
          <a:p>
            <a:r>
              <a:rPr lang="en-US"/>
              <a:t>Take Great Steps</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82</a:t>
            </a:fld>
            <a:endParaRPr lang="en-US" dirty="0"/>
          </a:p>
        </p:txBody>
      </p:sp>
      <p:grpSp>
        <p:nvGrpSpPr>
          <p:cNvPr id="3" name="Group 13"/>
          <p:cNvGrpSpPr/>
          <p:nvPr/>
        </p:nvGrpSpPr>
        <p:grpSpPr>
          <a:xfrm>
            <a:off x="1630011" y="1073384"/>
            <a:ext cx="5611162" cy="837675"/>
            <a:chOff x="1630011" y="1206734"/>
            <a:chExt cx="5611162" cy="837675"/>
          </a:xfrm>
        </p:grpSpPr>
        <p:sp>
          <p:nvSpPr>
            <p:cNvPr id="54" name="Rounded Rectangle 53"/>
            <p:cNvSpPr/>
            <p:nvPr/>
          </p:nvSpPr>
          <p:spPr>
            <a:xfrm>
              <a:off x="1883721" y="1264199"/>
              <a:ext cx="5357452" cy="780210"/>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12"/>
            <p:cNvGrpSpPr/>
            <p:nvPr/>
          </p:nvGrpSpPr>
          <p:grpSpPr>
            <a:xfrm>
              <a:off x="1630011" y="1206734"/>
              <a:ext cx="5591912" cy="780210"/>
              <a:chOff x="1630011" y="1206734"/>
              <a:chExt cx="5591912" cy="780210"/>
            </a:xfrm>
          </p:grpSpPr>
          <p:sp>
            <p:nvSpPr>
              <p:cNvPr id="5" name="Rounded Rectangle 4"/>
              <p:cNvSpPr/>
              <p:nvPr/>
            </p:nvSpPr>
            <p:spPr>
              <a:xfrm>
                <a:off x="1864471" y="1206734"/>
                <a:ext cx="5357452" cy="78021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Isosceles Triangle 5"/>
              <p:cNvSpPr/>
              <p:nvPr/>
            </p:nvSpPr>
            <p:spPr>
              <a:xfrm rot="16200000">
                <a:off x="1656611" y="1455026"/>
                <a:ext cx="230428" cy="283627"/>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52" name="Sev01"/>
          <p:cNvSpPr>
            <a:spLocks noChangeAspect="1"/>
          </p:cNvSpPr>
          <p:nvPr/>
        </p:nvSpPr>
        <p:spPr>
          <a:xfrm>
            <a:off x="6566077" y="1171046"/>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57" name="Text Placeholder 3"/>
          <p:cNvSpPr txBox="1">
            <a:spLocks/>
          </p:cNvSpPr>
          <p:nvPr/>
        </p:nvSpPr>
        <p:spPr>
          <a:xfrm>
            <a:off x="2354202" y="1301677"/>
            <a:ext cx="3744455" cy="3231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a:t>
            </a:r>
          </a:p>
        </p:txBody>
      </p:sp>
      <p:sp>
        <p:nvSpPr>
          <p:cNvPr id="58" name="Freeform 66"/>
          <p:cNvSpPr>
            <a:spLocks noEditPoints="1"/>
          </p:cNvSpPr>
          <p:nvPr/>
        </p:nvSpPr>
        <p:spPr bwMode="auto">
          <a:xfrm>
            <a:off x="6731699" y="1315351"/>
            <a:ext cx="253646" cy="296278"/>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81"/>
          <p:cNvGrpSpPr/>
          <p:nvPr/>
        </p:nvGrpSpPr>
        <p:grpSpPr>
          <a:xfrm flipH="1">
            <a:off x="1820511" y="1994216"/>
            <a:ext cx="5611162" cy="837675"/>
            <a:chOff x="1630011" y="1206734"/>
            <a:chExt cx="5611162" cy="837675"/>
          </a:xfrm>
        </p:grpSpPr>
        <p:sp>
          <p:nvSpPr>
            <p:cNvPr id="83" name="Rounded Rectangle 82"/>
            <p:cNvSpPr/>
            <p:nvPr/>
          </p:nvSpPr>
          <p:spPr>
            <a:xfrm>
              <a:off x="1883721" y="1264199"/>
              <a:ext cx="5357452" cy="780210"/>
            </a:xfrm>
            <a:prstGeom prst="roundRect">
              <a:avLst>
                <a:gd name="adj" fmla="val 50000"/>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3"/>
            <p:cNvGrpSpPr/>
            <p:nvPr/>
          </p:nvGrpSpPr>
          <p:grpSpPr>
            <a:xfrm>
              <a:off x="1630011" y="1206734"/>
              <a:ext cx="5591912" cy="780210"/>
              <a:chOff x="1630011" y="1206734"/>
              <a:chExt cx="5591912" cy="780210"/>
            </a:xfrm>
          </p:grpSpPr>
          <p:sp>
            <p:nvSpPr>
              <p:cNvPr id="85" name="Rounded Rectangle 84"/>
              <p:cNvSpPr/>
              <p:nvPr/>
            </p:nvSpPr>
            <p:spPr>
              <a:xfrm>
                <a:off x="1864471" y="1206734"/>
                <a:ext cx="5357452" cy="78021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Isosceles Triangle 85"/>
              <p:cNvSpPr/>
              <p:nvPr/>
            </p:nvSpPr>
            <p:spPr>
              <a:xfrm rot="16200000">
                <a:off x="1656611" y="1455026"/>
                <a:ext cx="230428" cy="283627"/>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87" name="Sev01"/>
          <p:cNvSpPr>
            <a:spLocks noChangeAspect="1"/>
          </p:cNvSpPr>
          <p:nvPr/>
        </p:nvSpPr>
        <p:spPr>
          <a:xfrm flipH="1">
            <a:off x="1943213" y="2082196"/>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88" name="Text Placeholder 3"/>
          <p:cNvSpPr txBox="1">
            <a:spLocks/>
          </p:cNvSpPr>
          <p:nvPr/>
        </p:nvSpPr>
        <p:spPr>
          <a:xfrm>
            <a:off x="2959946" y="2193777"/>
            <a:ext cx="3744455" cy="3231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a:t>
            </a:r>
          </a:p>
        </p:txBody>
      </p:sp>
      <p:sp>
        <p:nvSpPr>
          <p:cNvPr id="98" name="Freeform 63"/>
          <p:cNvSpPr>
            <a:spLocks noEditPoints="1"/>
          </p:cNvSpPr>
          <p:nvPr/>
        </p:nvSpPr>
        <p:spPr bwMode="auto">
          <a:xfrm>
            <a:off x="2074739" y="2241620"/>
            <a:ext cx="365532" cy="266040"/>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0" name="Group 98"/>
          <p:cNvGrpSpPr/>
          <p:nvPr/>
        </p:nvGrpSpPr>
        <p:grpSpPr>
          <a:xfrm>
            <a:off x="1630011" y="2890188"/>
            <a:ext cx="5611162" cy="837675"/>
            <a:chOff x="1630011" y="1206734"/>
            <a:chExt cx="5611162" cy="837675"/>
          </a:xfrm>
        </p:grpSpPr>
        <p:sp>
          <p:nvSpPr>
            <p:cNvPr id="100" name="Rounded Rectangle 99"/>
            <p:cNvSpPr/>
            <p:nvPr/>
          </p:nvSpPr>
          <p:spPr>
            <a:xfrm>
              <a:off x="1883721" y="1264199"/>
              <a:ext cx="5357452" cy="780210"/>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0"/>
            <p:cNvGrpSpPr/>
            <p:nvPr/>
          </p:nvGrpSpPr>
          <p:grpSpPr>
            <a:xfrm>
              <a:off x="1630011" y="1206734"/>
              <a:ext cx="5591912" cy="780210"/>
              <a:chOff x="1630011" y="1206734"/>
              <a:chExt cx="5591912" cy="780210"/>
            </a:xfrm>
          </p:grpSpPr>
          <p:sp>
            <p:nvSpPr>
              <p:cNvPr id="102" name="Rounded Rectangle 101"/>
              <p:cNvSpPr/>
              <p:nvPr/>
            </p:nvSpPr>
            <p:spPr>
              <a:xfrm>
                <a:off x="1864471" y="1206734"/>
                <a:ext cx="5357452" cy="78021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Isosceles Triangle 102"/>
              <p:cNvSpPr/>
              <p:nvPr/>
            </p:nvSpPr>
            <p:spPr>
              <a:xfrm rot="16200000">
                <a:off x="1656611" y="1455026"/>
                <a:ext cx="230428" cy="283627"/>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4" name="Sev01"/>
          <p:cNvSpPr>
            <a:spLocks noChangeAspect="1"/>
          </p:cNvSpPr>
          <p:nvPr/>
        </p:nvSpPr>
        <p:spPr>
          <a:xfrm>
            <a:off x="6544230" y="2987850"/>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105" name="Text Placeholder 3"/>
          <p:cNvSpPr txBox="1">
            <a:spLocks/>
          </p:cNvSpPr>
          <p:nvPr/>
        </p:nvSpPr>
        <p:spPr>
          <a:xfrm>
            <a:off x="2354202" y="3118481"/>
            <a:ext cx="3744455" cy="3231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a:t>
            </a:r>
          </a:p>
        </p:txBody>
      </p:sp>
      <p:grpSp>
        <p:nvGrpSpPr>
          <p:cNvPr id="12" name="Group 106"/>
          <p:cNvGrpSpPr/>
          <p:nvPr/>
        </p:nvGrpSpPr>
        <p:grpSpPr>
          <a:xfrm flipH="1">
            <a:off x="1820511" y="3811020"/>
            <a:ext cx="5376702" cy="837675"/>
            <a:chOff x="1864471" y="1206734"/>
            <a:chExt cx="5376702" cy="837675"/>
          </a:xfrm>
        </p:grpSpPr>
        <p:sp>
          <p:nvSpPr>
            <p:cNvPr id="108" name="Rounded Rectangle 107"/>
            <p:cNvSpPr/>
            <p:nvPr/>
          </p:nvSpPr>
          <p:spPr>
            <a:xfrm>
              <a:off x="1883721" y="1264199"/>
              <a:ext cx="5357452" cy="780210"/>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Rounded Rectangle 109"/>
            <p:cNvSpPr/>
            <p:nvPr/>
          </p:nvSpPr>
          <p:spPr>
            <a:xfrm>
              <a:off x="1864471" y="1206734"/>
              <a:ext cx="5357452" cy="78021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2" name="Sev01"/>
          <p:cNvSpPr>
            <a:spLocks noChangeAspect="1"/>
          </p:cNvSpPr>
          <p:nvPr/>
        </p:nvSpPr>
        <p:spPr>
          <a:xfrm flipH="1">
            <a:off x="1943213" y="3908525"/>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113" name="Text Placeholder 3"/>
          <p:cNvSpPr txBox="1">
            <a:spLocks/>
          </p:cNvSpPr>
          <p:nvPr/>
        </p:nvSpPr>
        <p:spPr>
          <a:xfrm>
            <a:off x="2959946" y="4010581"/>
            <a:ext cx="3744455" cy="3231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a:t>
            </a:r>
          </a:p>
        </p:txBody>
      </p:sp>
      <p:sp>
        <p:nvSpPr>
          <p:cNvPr id="116" name="Freeform 72"/>
          <p:cNvSpPr>
            <a:spLocks noEditPoints="1"/>
          </p:cNvSpPr>
          <p:nvPr/>
        </p:nvSpPr>
        <p:spPr bwMode="auto">
          <a:xfrm>
            <a:off x="6665913" y="3120408"/>
            <a:ext cx="341524" cy="319772"/>
          </a:xfrm>
          <a:custGeom>
            <a:avLst/>
            <a:gdLst/>
            <a:ahLst/>
            <a:cxnLst>
              <a:cxn ang="0">
                <a:pos x="73" y="14"/>
              </a:cxn>
              <a:cxn ang="0">
                <a:pos x="73" y="19"/>
              </a:cxn>
              <a:cxn ang="0">
                <a:pos x="68" y="19"/>
              </a:cxn>
              <a:cxn ang="0">
                <a:pos x="65" y="22"/>
              </a:cxn>
              <a:cxn ang="0">
                <a:pos x="7" y="22"/>
              </a:cxn>
              <a:cxn ang="0">
                <a:pos x="5" y="19"/>
              </a:cxn>
              <a:cxn ang="0">
                <a:pos x="0" y="19"/>
              </a:cxn>
              <a:cxn ang="0">
                <a:pos x="0" y="14"/>
              </a:cxn>
              <a:cxn ang="0">
                <a:pos x="36" y="0"/>
              </a:cxn>
              <a:cxn ang="0">
                <a:pos x="73" y="14"/>
              </a:cxn>
              <a:cxn ang="0">
                <a:pos x="73" y="63"/>
              </a:cxn>
              <a:cxn ang="0">
                <a:pos x="73" y="68"/>
              </a:cxn>
              <a:cxn ang="0">
                <a:pos x="0" y="68"/>
              </a:cxn>
              <a:cxn ang="0">
                <a:pos x="0" y="63"/>
              </a:cxn>
              <a:cxn ang="0">
                <a:pos x="2" y="60"/>
              </a:cxn>
              <a:cxn ang="0">
                <a:pos x="70" y="60"/>
              </a:cxn>
              <a:cxn ang="0">
                <a:pos x="73" y="63"/>
              </a:cxn>
              <a:cxn ang="0">
                <a:pos x="19" y="24"/>
              </a:cxn>
              <a:cxn ang="0">
                <a:pos x="19" y="53"/>
              </a:cxn>
              <a:cxn ang="0">
                <a:pos x="24" y="53"/>
              </a:cxn>
              <a:cxn ang="0">
                <a:pos x="24" y="24"/>
              </a:cxn>
              <a:cxn ang="0">
                <a:pos x="34" y="24"/>
              </a:cxn>
              <a:cxn ang="0">
                <a:pos x="34" y="53"/>
              </a:cxn>
              <a:cxn ang="0">
                <a:pos x="39" y="53"/>
              </a:cxn>
              <a:cxn ang="0">
                <a:pos x="39" y="24"/>
              </a:cxn>
              <a:cxn ang="0">
                <a:pos x="48" y="24"/>
              </a:cxn>
              <a:cxn ang="0">
                <a:pos x="48" y="53"/>
              </a:cxn>
              <a:cxn ang="0">
                <a:pos x="53" y="53"/>
              </a:cxn>
              <a:cxn ang="0">
                <a:pos x="53" y="24"/>
              </a:cxn>
              <a:cxn ang="0">
                <a:pos x="63" y="24"/>
              </a:cxn>
              <a:cxn ang="0">
                <a:pos x="63" y="53"/>
              </a:cxn>
              <a:cxn ang="0">
                <a:pos x="65" y="53"/>
              </a:cxn>
              <a:cxn ang="0">
                <a:pos x="68" y="56"/>
              </a:cxn>
              <a:cxn ang="0">
                <a:pos x="68" y="58"/>
              </a:cxn>
              <a:cxn ang="0">
                <a:pos x="5" y="58"/>
              </a:cxn>
              <a:cxn ang="0">
                <a:pos x="5" y="56"/>
              </a:cxn>
              <a:cxn ang="0">
                <a:pos x="7" y="53"/>
              </a:cxn>
              <a:cxn ang="0">
                <a:pos x="9" y="53"/>
              </a:cxn>
              <a:cxn ang="0">
                <a:pos x="9" y="24"/>
              </a:cxn>
              <a:cxn ang="0">
                <a:pos x="19" y="24"/>
              </a:cxn>
            </a:cxnLst>
            <a:rect l="0" t="0" r="r" b="b"/>
            <a:pathLst>
              <a:path w="73" h="68">
                <a:moveTo>
                  <a:pt x="73" y="14"/>
                </a:moveTo>
                <a:cubicBezTo>
                  <a:pt x="73" y="19"/>
                  <a:pt x="73" y="19"/>
                  <a:pt x="73" y="19"/>
                </a:cubicBezTo>
                <a:cubicBezTo>
                  <a:pt x="68" y="19"/>
                  <a:pt x="68" y="19"/>
                  <a:pt x="68" y="19"/>
                </a:cubicBezTo>
                <a:cubicBezTo>
                  <a:pt x="68" y="20"/>
                  <a:pt x="67" y="22"/>
                  <a:pt x="65" y="22"/>
                </a:cubicBezTo>
                <a:cubicBezTo>
                  <a:pt x="7" y="22"/>
                  <a:pt x="7" y="22"/>
                  <a:pt x="7" y="22"/>
                </a:cubicBezTo>
                <a:cubicBezTo>
                  <a:pt x="6" y="22"/>
                  <a:pt x="5" y="20"/>
                  <a:pt x="5" y="19"/>
                </a:cubicBezTo>
                <a:cubicBezTo>
                  <a:pt x="0" y="19"/>
                  <a:pt x="0" y="19"/>
                  <a:pt x="0" y="19"/>
                </a:cubicBezTo>
                <a:cubicBezTo>
                  <a:pt x="0" y="14"/>
                  <a:pt x="0" y="14"/>
                  <a:pt x="0" y="14"/>
                </a:cubicBezTo>
                <a:cubicBezTo>
                  <a:pt x="36" y="0"/>
                  <a:pt x="36" y="0"/>
                  <a:pt x="36" y="0"/>
                </a:cubicBezTo>
                <a:lnTo>
                  <a:pt x="73" y="14"/>
                </a:lnTo>
                <a:close/>
                <a:moveTo>
                  <a:pt x="73" y="63"/>
                </a:moveTo>
                <a:cubicBezTo>
                  <a:pt x="73" y="68"/>
                  <a:pt x="73" y="68"/>
                  <a:pt x="73" y="68"/>
                </a:cubicBezTo>
                <a:cubicBezTo>
                  <a:pt x="0" y="68"/>
                  <a:pt x="0" y="68"/>
                  <a:pt x="0" y="68"/>
                </a:cubicBezTo>
                <a:cubicBezTo>
                  <a:pt x="0" y="63"/>
                  <a:pt x="0" y="63"/>
                  <a:pt x="0" y="63"/>
                </a:cubicBezTo>
                <a:cubicBezTo>
                  <a:pt x="0" y="62"/>
                  <a:pt x="1" y="60"/>
                  <a:pt x="2" y="60"/>
                </a:cubicBezTo>
                <a:cubicBezTo>
                  <a:pt x="70" y="60"/>
                  <a:pt x="70" y="60"/>
                  <a:pt x="70" y="60"/>
                </a:cubicBezTo>
                <a:cubicBezTo>
                  <a:pt x="71" y="60"/>
                  <a:pt x="73" y="62"/>
                  <a:pt x="73" y="63"/>
                </a:cubicBezTo>
                <a:close/>
                <a:moveTo>
                  <a:pt x="19" y="24"/>
                </a:moveTo>
                <a:cubicBezTo>
                  <a:pt x="19" y="53"/>
                  <a:pt x="19" y="53"/>
                  <a:pt x="19" y="53"/>
                </a:cubicBezTo>
                <a:cubicBezTo>
                  <a:pt x="24" y="53"/>
                  <a:pt x="24" y="53"/>
                  <a:pt x="24" y="53"/>
                </a:cubicBezTo>
                <a:cubicBezTo>
                  <a:pt x="24" y="24"/>
                  <a:pt x="24" y="24"/>
                  <a:pt x="24" y="24"/>
                </a:cubicBezTo>
                <a:cubicBezTo>
                  <a:pt x="34" y="24"/>
                  <a:pt x="34" y="24"/>
                  <a:pt x="34" y="24"/>
                </a:cubicBezTo>
                <a:cubicBezTo>
                  <a:pt x="34" y="53"/>
                  <a:pt x="34" y="53"/>
                  <a:pt x="34" y="53"/>
                </a:cubicBezTo>
                <a:cubicBezTo>
                  <a:pt x="39" y="53"/>
                  <a:pt x="39" y="53"/>
                  <a:pt x="39" y="53"/>
                </a:cubicBezTo>
                <a:cubicBezTo>
                  <a:pt x="39" y="24"/>
                  <a:pt x="39" y="24"/>
                  <a:pt x="39" y="24"/>
                </a:cubicBezTo>
                <a:cubicBezTo>
                  <a:pt x="48" y="24"/>
                  <a:pt x="48" y="24"/>
                  <a:pt x="48" y="24"/>
                </a:cubicBezTo>
                <a:cubicBezTo>
                  <a:pt x="48" y="53"/>
                  <a:pt x="48" y="53"/>
                  <a:pt x="48" y="53"/>
                </a:cubicBezTo>
                <a:cubicBezTo>
                  <a:pt x="53" y="53"/>
                  <a:pt x="53" y="53"/>
                  <a:pt x="53" y="53"/>
                </a:cubicBezTo>
                <a:cubicBezTo>
                  <a:pt x="53" y="24"/>
                  <a:pt x="53" y="24"/>
                  <a:pt x="53" y="24"/>
                </a:cubicBezTo>
                <a:cubicBezTo>
                  <a:pt x="63" y="24"/>
                  <a:pt x="63" y="24"/>
                  <a:pt x="63" y="24"/>
                </a:cubicBezTo>
                <a:cubicBezTo>
                  <a:pt x="63" y="53"/>
                  <a:pt x="63" y="53"/>
                  <a:pt x="63" y="53"/>
                </a:cubicBezTo>
                <a:cubicBezTo>
                  <a:pt x="65" y="53"/>
                  <a:pt x="65" y="53"/>
                  <a:pt x="65" y="53"/>
                </a:cubicBezTo>
                <a:cubicBezTo>
                  <a:pt x="67" y="53"/>
                  <a:pt x="68" y="54"/>
                  <a:pt x="68" y="56"/>
                </a:cubicBezTo>
                <a:cubicBezTo>
                  <a:pt x="68" y="58"/>
                  <a:pt x="68" y="58"/>
                  <a:pt x="68" y="58"/>
                </a:cubicBezTo>
                <a:cubicBezTo>
                  <a:pt x="5" y="58"/>
                  <a:pt x="5" y="58"/>
                  <a:pt x="5" y="58"/>
                </a:cubicBezTo>
                <a:cubicBezTo>
                  <a:pt x="5" y="56"/>
                  <a:pt x="5" y="56"/>
                  <a:pt x="5" y="56"/>
                </a:cubicBezTo>
                <a:cubicBezTo>
                  <a:pt x="5" y="54"/>
                  <a:pt x="6" y="53"/>
                  <a:pt x="7" y="53"/>
                </a:cubicBezTo>
                <a:cubicBezTo>
                  <a:pt x="9" y="53"/>
                  <a:pt x="9" y="53"/>
                  <a:pt x="9" y="53"/>
                </a:cubicBezTo>
                <a:cubicBezTo>
                  <a:pt x="9" y="24"/>
                  <a:pt x="9" y="24"/>
                  <a:pt x="9" y="24"/>
                </a:cubicBezTo>
                <a:lnTo>
                  <a:pt x="19" y="2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233"/>
          <p:cNvSpPr>
            <a:spLocks/>
          </p:cNvSpPr>
          <p:nvPr/>
        </p:nvSpPr>
        <p:spPr bwMode="auto">
          <a:xfrm>
            <a:off x="2052891" y="4018204"/>
            <a:ext cx="365534" cy="365530"/>
          </a:xfrm>
          <a:custGeom>
            <a:avLst/>
            <a:gdLst/>
            <a:ahLst/>
            <a:cxnLst>
              <a:cxn ang="0">
                <a:pos x="49" y="15"/>
              </a:cxn>
              <a:cxn ang="0">
                <a:pos x="43" y="21"/>
              </a:cxn>
              <a:cxn ang="0">
                <a:pos x="49" y="47"/>
              </a:cxn>
              <a:cxn ang="0">
                <a:pos x="49" y="49"/>
              </a:cxn>
              <a:cxn ang="0">
                <a:pos x="44" y="52"/>
              </a:cxn>
              <a:cxn ang="0">
                <a:pos x="43" y="53"/>
              </a:cxn>
              <a:cxn ang="0">
                <a:pos x="43" y="53"/>
              </a:cxn>
              <a:cxn ang="0">
                <a:pos x="42" y="52"/>
              </a:cxn>
              <a:cxn ang="0">
                <a:pos x="31" y="33"/>
              </a:cxn>
              <a:cxn ang="0">
                <a:pos x="21" y="42"/>
              </a:cxn>
              <a:cxn ang="0">
                <a:pos x="23" y="50"/>
              </a:cxn>
              <a:cxn ang="0">
                <a:pos x="23" y="51"/>
              </a:cxn>
              <a:cxn ang="0">
                <a:pos x="20" y="55"/>
              </a:cxn>
              <a:cxn ang="0">
                <a:pos x="19" y="55"/>
              </a:cxn>
              <a:cxn ang="0">
                <a:pos x="19" y="55"/>
              </a:cxn>
              <a:cxn ang="0">
                <a:pos x="18" y="55"/>
              </a:cxn>
              <a:cxn ang="0">
                <a:pos x="10" y="45"/>
              </a:cxn>
              <a:cxn ang="0">
                <a:pos x="1" y="38"/>
              </a:cxn>
              <a:cxn ang="0">
                <a:pos x="0" y="37"/>
              </a:cxn>
              <a:cxn ang="0">
                <a:pos x="1" y="36"/>
              </a:cxn>
              <a:cxn ang="0">
                <a:pos x="4" y="32"/>
              </a:cxn>
              <a:cxn ang="0">
                <a:pos x="5" y="32"/>
              </a:cxn>
              <a:cxn ang="0">
                <a:pos x="6" y="32"/>
              </a:cxn>
              <a:cxn ang="0">
                <a:pos x="13" y="34"/>
              </a:cxn>
              <a:cxn ang="0">
                <a:pos x="23" y="24"/>
              </a:cxn>
              <a:cxn ang="0">
                <a:pos x="4" y="14"/>
              </a:cxn>
              <a:cxn ang="0">
                <a:pos x="3" y="13"/>
              </a:cxn>
              <a:cxn ang="0">
                <a:pos x="3" y="12"/>
              </a:cxn>
              <a:cxn ang="0">
                <a:pos x="8" y="7"/>
              </a:cxn>
              <a:cxn ang="0">
                <a:pos x="9" y="6"/>
              </a:cxn>
              <a:cxn ang="0">
                <a:pos x="34" y="12"/>
              </a:cxn>
              <a:cxn ang="0">
                <a:pos x="41" y="6"/>
              </a:cxn>
              <a:cxn ang="0">
                <a:pos x="53" y="3"/>
              </a:cxn>
              <a:cxn ang="0">
                <a:pos x="49" y="15"/>
              </a:cxn>
            </a:cxnLst>
            <a:rect l="0" t="0" r="r" b="b"/>
            <a:pathLst>
              <a:path w="55" h="55">
                <a:moveTo>
                  <a:pt x="49" y="15"/>
                </a:moveTo>
                <a:cubicBezTo>
                  <a:pt x="43" y="21"/>
                  <a:pt x="43" y="21"/>
                  <a:pt x="43" y="21"/>
                </a:cubicBezTo>
                <a:cubicBezTo>
                  <a:pt x="49" y="47"/>
                  <a:pt x="49" y="47"/>
                  <a:pt x="49" y="47"/>
                </a:cubicBezTo>
                <a:cubicBezTo>
                  <a:pt x="49" y="48"/>
                  <a:pt x="49" y="48"/>
                  <a:pt x="49" y="49"/>
                </a:cubicBezTo>
                <a:cubicBezTo>
                  <a:pt x="44" y="52"/>
                  <a:pt x="44" y="52"/>
                  <a:pt x="44" y="52"/>
                </a:cubicBezTo>
                <a:cubicBezTo>
                  <a:pt x="43" y="52"/>
                  <a:pt x="43" y="53"/>
                  <a:pt x="43" y="53"/>
                </a:cubicBezTo>
                <a:cubicBezTo>
                  <a:pt x="43" y="53"/>
                  <a:pt x="43" y="53"/>
                  <a:pt x="43" y="53"/>
                </a:cubicBezTo>
                <a:cubicBezTo>
                  <a:pt x="42" y="52"/>
                  <a:pt x="42" y="52"/>
                  <a:pt x="42" y="52"/>
                </a:cubicBezTo>
                <a:cubicBezTo>
                  <a:pt x="31" y="33"/>
                  <a:pt x="31" y="33"/>
                  <a:pt x="31" y="33"/>
                </a:cubicBezTo>
                <a:cubicBezTo>
                  <a:pt x="21" y="42"/>
                  <a:pt x="21" y="42"/>
                  <a:pt x="21" y="42"/>
                </a:cubicBezTo>
                <a:cubicBezTo>
                  <a:pt x="23" y="50"/>
                  <a:pt x="23" y="50"/>
                  <a:pt x="23" y="50"/>
                </a:cubicBezTo>
                <a:cubicBezTo>
                  <a:pt x="24" y="50"/>
                  <a:pt x="23" y="51"/>
                  <a:pt x="23" y="51"/>
                </a:cubicBezTo>
                <a:cubicBezTo>
                  <a:pt x="20" y="55"/>
                  <a:pt x="20" y="55"/>
                  <a:pt x="20" y="55"/>
                </a:cubicBezTo>
                <a:cubicBezTo>
                  <a:pt x="19" y="55"/>
                  <a:pt x="19" y="55"/>
                  <a:pt x="19" y="55"/>
                </a:cubicBezTo>
                <a:cubicBezTo>
                  <a:pt x="19" y="55"/>
                  <a:pt x="19" y="55"/>
                  <a:pt x="19" y="55"/>
                </a:cubicBezTo>
                <a:cubicBezTo>
                  <a:pt x="18" y="55"/>
                  <a:pt x="18" y="55"/>
                  <a:pt x="18" y="55"/>
                </a:cubicBezTo>
                <a:cubicBezTo>
                  <a:pt x="10" y="45"/>
                  <a:pt x="10" y="45"/>
                  <a:pt x="10" y="45"/>
                </a:cubicBezTo>
                <a:cubicBezTo>
                  <a:pt x="1" y="38"/>
                  <a:pt x="1" y="38"/>
                  <a:pt x="1" y="38"/>
                </a:cubicBezTo>
                <a:cubicBezTo>
                  <a:pt x="1" y="38"/>
                  <a:pt x="0" y="37"/>
                  <a:pt x="0" y="37"/>
                </a:cubicBezTo>
                <a:cubicBezTo>
                  <a:pt x="0" y="37"/>
                  <a:pt x="1" y="36"/>
                  <a:pt x="1" y="36"/>
                </a:cubicBezTo>
                <a:cubicBezTo>
                  <a:pt x="4" y="32"/>
                  <a:pt x="4" y="32"/>
                  <a:pt x="4" y="32"/>
                </a:cubicBezTo>
                <a:cubicBezTo>
                  <a:pt x="5" y="32"/>
                  <a:pt x="5" y="32"/>
                  <a:pt x="5" y="32"/>
                </a:cubicBezTo>
                <a:cubicBezTo>
                  <a:pt x="5" y="32"/>
                  <a:pt x="6" y="32"/>
                  <a:pt x="6" y="32"/>
                </a:cubicBezTo>
                <a:cubicBezTo>
                  <a:pt x="13" y="34"/>
                  <a:pt x="13" y="34"/>
                  <a:pt x="13" y="34"/>
                </a:cubicBezTo>
                <a:cubicBezTo>
                  <a:pt x="23" y="24"/>
                  <a:pt x="23" y="24"/>
                  <a:pt x="23" y="24"/>
                </a:cubicBezTo>
                <a:cubicBezTo>
                  <a:pt x="4" y="14"/>
                  <a:pt x="4" y="14"/>
                  <a:pt x="4" y="14"/>
                </a:cubicBezTo>
                <a:cubicBezTo>
                  <a:pt x="3" y="13"/>
                  <a:pt x="3" y="13"/>
                  <a:pt x="3" y="13"/>
                </a:cubicBezTo>
                <a:cubicBezTo>
                  <a:pt x="3" y="12"/>
                  <a:pt x="3" y="12"/>
                  <a:pt x="3" y="12"/>
                </a:cubicBezTo>
                <a:cubicBezTo>
                  <a:pt x="8" y="7"/>
                  <a:pt x="8" y="7"/>
                  <a:pt x="8" y="7"/>
                </a:cubicBezTo>
                <a:cubicBezTo>
                  <a:pt x="8" y="6"/>
                  <a:pt x="9" y="6"/>
                  <a:pt x="9" y="6"/>
                </a:cubicBezTo>
                <a:cubicBezTo>
                  <a:pt x="34" y="12"/>
                  <a:pt x="34" y="12"/>
                  <a:pt x="34" y="12"/>
                </a:cubicBezTo>
                <a:cubicBezTo>
                  <a:pt x="41" y="6"/>
                  <a:pt x="41" y="6"/>
                  <a:pt x="41" y="6"/>
                </a:cubicBezTo>
                <a:cubicBezTo>
                  <a:pt x="44" y="3"/>
                  <a:pt x="50" y="0"/>
                  <a:pt x="53" y="3"/>
                </a:cubicBezTo>
                <a:cubicBezTo>
                  <a:pt x="55" y="5"/>
                  <a:pt x="53" y="11"/>
                  <a:pt x="49" y="15"/>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U-Turn Arrow 118"/>
          <p:cNvSpPr/>
          <p:nvPr/>
        </p:nvSpPr>
        <p:spPr>
          <a:xfrm rot="16200000">
            <a:off x="896096" y="3318919"/>
            <a:ext cx="1167139" cy="728165"/>
          </a:xfrm>
          <a:prstGeom prst="uturnArrow">
            <a:avLst>
              <a:gd name="adj1" fmla="val 3877"/>
              <a:gd name="adj2" fmla="val 25000"/>
              <a:gd name="adj3" fmla="val 0"/>
              <a:gd name="adj4" fmla="val 10911"/>
              <a:gd name="adj5" fmla="val 9199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Tree>
    <p:extLst>
      <p:ext uri="{BB962C8B-B14F-4D97-AF65-F5344CB8AC3E}">
        <p14:creationId xmlns:p14="http://schemas.microsoft.com/office/powerpoint/2010/main" val="231989149"/>
      </p:ext>
    </p:extLst>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righ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p:cTn id="11" dur="500" fill="hold"/>
                                        <p:tgtEl>
                                          <p:spTgt spid="52"/>
                                        </p:tgtEl>
                                        <p:attrNameLst>
                                          <p:attrName>ppt_w</p:attrName>
                                        </p:attrNameLst>
                                      </p:cBhvr>
                                      <p:tavLst>
                                        <p:tav tm="0">
                                          <p:val>
                                            <p:fltVal val="0"/>
                                          </p:val>
                                        </p:tav>
                                        <p:tav tm="100000">
                                          <p:val>
                                            <p:strVal val="#ppt_w"/>
                                          </p:val>
                                        </p:tav>
                                      </p:tavLst>
                                    </p:anim>
                                    <p:anim calcmode="lin" valueType="num">
                                      <p:cBhvr>
                                        <p:cTn id="12" dur="500" fill="hold"/>
                                        <p:tgtEl>
                                          <p:spTgt spid="52"/>
                                        </p:tgtEl>
                                        <p:attrNameLst>
                                          <p:attrName>ppt_h</p:attrName>
                                        </p:attrNameLst>
                                      </p:cBhvr>
                                      <p:tavLst>
                                        <p:tav tm="0">
                                          <p:val>
                                            <p:fltVal val="0"/>
                                          </p:val>
                                        </p:tav>
                                        <p:tav tm="100000">
                                          <p:val>
                                            <p:strVal val="#ppt_h"/>
                                          </p:val>
                                        </p:tav>
                                      </p:tavLst>
                                    </p:anim>
                                    <p:animEffect transition="in" filter="fade">
                                      <p:cBhvr>
                                        <p:cTn id="13" dur="500"/>
                                        <p:tgtEl>
                                          <p:spTgt spid="52"/>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Effect transition="in" filter="fade">
                                      <p:cBhvr>
                                        <p:cTn id="19" dur="500"/>
                                        <p:tgtEl>
                                          <p:spTgt spid="58"/>
                                        </p:tgtEl>
                                      </p:cBhvr>
                                    </p:animEffect>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fade">
                                      <p:cBhvr>
                                        <p:cTn id="23" dur="500"/>
                                        <p:tgtEl>
                                          <p:spTgt spid="57"/>
                                        </p:tgtEl>
                                      </p:cBhvr>
                                    </p:animEffect>
                                  </p:childTnLst>
                                </p:cTn>
                              </p:par>
                            </p:childTnLst>
                          </p:cTn>
                        </p:par>
                        <p:par>
                          <p:cTn id="24" fill="hold">
                            <p:stCondLst>
                              <p:cond delay="2000"/>
                            </p:stCondLst>
                            <p:childTnLst>
                              <p:par>
                                <p:cTn id="25" presetID="18" presetClass="entr" presetSubtype="12"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strips(downLeft)">
                                      <p:cBhvr>
                                        <p:cTn id="27" dur="500"/>
                                        <p:tgtEl>
                                          <p:spTgt spid="39"/>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left)">
                                      <p:cBhvr>
                                        <p:cTn id="31" dur="500"/>
                                        <p:tgtEl>
                                          <p:spTgt spid="8"/>
                                        </p:tgtEl>
                                      </p:cBhvr>
                                    </p:animEffect>
                                  </p:childTnLst>
                                </p:cTn>
                              </p:par>
                            </p:childTnLst>
                          </p:cTn>
                        </p:par>
                        <p:par>
                          <p:cTn id="32" fill="hold">
                            <p:stCondLst>
                              <p:cond delay="3000"/>
                            </p:stCondLst>
                            <p:childTnLst>
                              <p:par>
                                <p:cTn id="33" presetID="53" presetClass="entr" presetSubtype="16" fill="hold" grpId="0" nodeType="afterEffect">
                                  <p:stCondLst>
                                    <p:cond delay="0"/>
                                  </p:stCondLst>
                                  <p:childTnLst>
                                    <p:set>
                                      <p:cBhvr>
                                        <p:cTn id="34" dur="1" fill="hold">
                                          <p:stCondLst>
                                            <p:cond delay="0"/>
                                          </p:stCondLst>
                                        </p:cTn>
                                        <p:tgtEl>
                                          <p:spTgt spid="87"/>
                                        </p:tgtEl>
                                        <p:attrNameLst>
                                          <p:attrName>style.visibility</p:attrName>
                                        </p:attrNameLst>
                                      </p:cBhvr>
                                      <p:to>
                                        <p:strVal val="visible"/>
                                      </p:to>
                                    </p:set>
                                    <p:anim calcmode="lin" valueType="num">
                                      <p:cBhvr>
                                        <p:cTn id="35" dur="500" fill="hold"/>
                                        <p:tgtEl>
                                          <p:spTgt spid="87"/>
                                        </p:tgtEl>
                                        <p:attrNameLst>
                                          <p:attrName>ppt_w</p:attrName>
                                        </p:attrNameLst>
                                      </p:cBhvr>
                                      <p:tavLst>
                                        <p:tav tm="0">
                                          <p:val>
                                            <p:fltVal val="0"/>
                                          </p:val>
                                        </p:tav>
                                        <p:tav tm="100000">
                                          <p:val>
                                            <p:strVal val="#ppt_w"/>
                                          </p:val>
                                        </p:tav>
                                      </p:tavLst>
                                    </p:anim>
                                    <p:anim calcmode="lin" valueType="num">
                                      <p:cBhvr>
                                        <p:cTn id="36" dur="500" fill="hold"/>
                                        <p:tgtEl>
                                          <p:spTgt spid="87"/>
                                        </p:tgtEl>
                                        <p:attrNameLst>
                                          <p:attrName>ppt_h</p:attrName>
                                        </p:attrNameLst>
                                      </p:cBhvr>
                                      <p:tavLst>
                                        <p:tav tm="0">
                                          <p:val>
                                            <p:fltVal val="0"/>
                                          </p:val>
                                        </p:tav>
                                        <p:tav tm="100000">
                                          <p:val>
                                            <p:strVal val="#ppt_h"/>
                                          </p:val>
                                        </p:tav>
                                      </p:tavLst>
                                    </p:anim>
                                    <p:animEffect transition="in" filter="fade">
                                      <p:cBhvr>
                                        <p:cTn id="37" dur="500"/>
                                        <p:tgtEl>
                                          <p:spTgt spid="87"/>
                                        </p:tgtEl>
                                      </p:cBhvr>
                                    </p:animEffect>
                                  </p:childTnLst>
                                </p:cTn>
                              </p:par>
                            </p:childTnLst>
                          </p:cTn>
                        </p:par>
                        <p:par>
                          <p:cTn id="38" fill="hold">
                            <p:stCondLst>
                              <p:cond delay="3500"/>
                            </p:stCondLst>
                            <p:childTnLst>
                              <p:par>
                                <p:cTn id="39" presetID="53" presetClass="entr" presetSubtype="16" fill="hold" grpId="0" nodeType="afterEffect">
                                  <p:stCondLst>
                                    <p:cond delay="0"/>
                                  </p:stCondLst>
                                  <p:childTnLst>
                                    <p:set>
                                      <p:cBhvr>
                                        <p:cTn id="40" dur="1" fill="hold">
                                          <p:stCondLst>
                                            <p:cond delay="0"/>
                                          </p:stCondLst>
                                        </p:cTn>
                                        <p:tgtEl>
                                          <p:spTgt spid="98"/>
                                        </p:tgtEl>
                                        <p:attrNameLst>
                                          <p:attrName>style.visibility</p:attrName>
                                        </p:attrNameLst>
                                      </p:cBhvr>
                                      <p:to>
                                        <p:strVal val="visible"/>
                                      </p:to>
                                    </p:set>
                                    <p:anim calcmode="lin" valueType="num">
                                      <p:cBhvr>
                                        <p:cTn id="41" dur="500" fill="hold"/>
                                        <p:tgtEl>
                                          <p:spTgt spid="98"/>
                                        </p:tgtEl>
                                        <p:attrNameLst>
                                          <p:attrName>ppt_w</p:attrName>
                                        </p:attrNameLst>
                                      </p:cBhvr>
                                      <p:tavLst>
                                        <p:tav tm="0">
                                          <p:val>
                                            <p:fltVal val="0"/>
                                          </p:val>
                                        </p:tav>
                                        <p:tav tm="100000">
                                          <p:val>
                                            <p:strVal val="#ppt_w"/>
                                          </p:val>
                                        </p:tav>
                                      </p:tavLst>
                                    </p:anim>
                                    <p:anim calcmode="lin" valueType="num">
                                      <p:cBhvr>
                                        <p:cTn id="42" dur="500" fill="hold"/>
                                        <p:tgtEl>
                                          <p:spTgt spid="98"/>
                                        </p:tgtEl>
                                        <p:attrNameLst>
                                          <p:attrName>ppt_h</p:attrName>
                                        </p:attrNameLst>
                                      </p:cBhvr>
                                      <p:tavLst>
                                        <p:tav tm="0">
                                          <p:val>
                                            <p:fltVal val="0"/>
                                          </p:val>
                                        </p:tav>
                                        <p:tav tm="100000">
                                          <p:val>
                                            <p:strVal val="#ppt_h"/>
                                          </p:val>
                                        </p:tav>
                                      </p:tavLst>
                                    </p:anim>
                                    <p:animEffect transition="in" filter="fade">
                                      <p:cBhvr>
                                        <p:cTn id="43" dur="500"/>
                                        <p:tgtEl>
                                          <p:spTgt spid="98"/>
                                        </p:tgtEl>
                                      </p:cBhvr>
                                    </p:animEffect>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88"/>
                                        </p:tgtEl>
                                        <p:attrNameLst>
                                          <p:attrName>style.visibility</p:attrName>
                                        </p:attrNameLst>
                                      </p:cBhvr>
                                      <p:to>
                                        <p:strVal val="visible"/>
                                      </p:to>
                                    </p:set>
                                    <p:animEffect transition="in" filter="fade">
                                      <p:cBhvr>
                                        <p:cTn id="47" dur="500"/>
                                        <p:tgtEl>
                                          <p:spTgt spid="88"/>
                                        </p:tgtEl>
                                      </p:cBhvr>
                                    </p:animEffect>
                                  </p:childTnLst>
                                </p:cTn>
                              </p:par>
                            </p:childTnLst>
                          </p:cTn>
                        </p:par>
                        <p:par>
                          <p:cTn id="48" fill="hold">
                            <p:stCondLst>
                              <p:cond delay="4500"/>
                            </p:stCondLst>
                            <p:childTnLst>
                              <p:par>
                                <p:cTn id="49" presetID="18" presetClass="entr" presetSubtype="6" fill="hold" grpId="0" nodeType="afterEffect">
                                  <p:stCondLst>
                                    <p:cond delay="0"/>
                                  </p:stCondLst>
                                  <p:childTnLst>
                                    <p:set>
                                      <p:cBhvr>
                                        <p:cTn id="50" dur="1" fill="hold">
                                          <p:stCondLst>
                                            <p:cond delay="0"/>
                                          </p:stCondLst>
                                        </p:cTn>
                                        <p:tgtEl>
                                          <p:spTgt spid="118"/>
                                        </p:tgtEl>
                                        <p:attrNameLst>
                                          <p:attrName>style.visibility</p:attrName>
                                        </p:attrNameLst>
                                      </p:cBhvr>
                                      <p:to>
                                        <p:strVal val="visible"/>
                                      </p:to>
                                    </p:set>
                                    <p:animEffect transition="in" filter="strips(downRight)">
                                      <p:cBhvr>
                                        <p:cTn id="51" dur="500"/>
                                        <p:tgtEl>
                                          <p:spTgt spid="118"/>
                                        </p:tgtEl>
                                      </p:cBhvr>
                                    </p:animEffect>
                                  </p:childTnLst>
                                </p:cTn>
                              </p:par>
                            </p:childTnLst>
                          </p:cTn>
                        </p:par>
                        <p:par>
                          <p:cTn id="52" fill="hold">
                            <p:stCondLst>
                              <p:cond delay="5000"/>
                            </p:stCondLst>
                            <p:childTnLst>
                              <p:par>
                                <p:cTn id="53" presetID="22" presetClass="entr" presetSubtype="2" fill="hold" nodeType="after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wipe(right)">
                                      <p:cBhvr>
                                        <p:cTn id="55" dur="500"/>
                                        <p:tgtEl>
                                          <p:spTgt spid="10"/>
                                        </p:tgtEl>
                                      </p:cBhvr>
                                    </p:animEffect>
                                  </p:childTnLst>
                                </p:cTn>
                              </p:par>
                            </p:childTnLst>
                          </p:cTn>
                        </p:par>
                        <p:par>
                          <p:cTn id="56" fill="hold">
                            <p:stCondLst>
                              <p:cond delay="5500"/>
                            </p:stCondLst>
                            <p:childTnLst>
                              <p:par>
                                <p:cTn id="57" presetID="53" presetClass="entr" presetSubtype="16" fill="hold" grpId="0" nodeType="afterEffect">
                                  <p:stCondLst>
                                    <p:cond delay="0"/>
                                  </p:stCondLst>
                                  <p:childTnLst>
                                    <p:set>
                                      <p:cBhvr>
                                        <p:cTn id="58" dur="1" fill="hold">
                                          <p:stCondLst>
                                            <p:cond delay="0"/>
                                          </p:stCondLst>
                                        </p:cTn>
                                        <p:tgtEl>
                                          <p:spTgt spid="104"/>
                                        </p:tgtEl>
                                        <p:attrNameLst>
                                          <p:attrName>style.visibility</p:attrName>
                                        </p:attrNameLst>
                                      </p:cBhvr>
                                      <p:to>
                                        <p:strVal val="visible"/>
                                      </p:to>
                                    </p:set>
                                    <p:anim calcmode="lin" valueType="num">
                                      <p:cBhvr>
                                        <p:cTn id="59" dur="500" fill="hold"/>
                                        <p:tgtEl>
                                          <p:spTgt spid="104"/>
                                        </p:tgtEl>
                                        <p:attrNameLst>
                                          <p:attrName>ppt_w</p:attrName>
                                        </p:attrNameLst>
                                      </p:cBhvr>
                                      <p:tavLst>
                                        <p:tav tm="0">
                                          <p:val>
                                            <p:fltVal val="0"/>
                                          </p:val>
                                        </p:tav>
                                        <p:tav tm="100000">
                                          <p:val>
                                            <p:strVal val="#ppt_w"/>
                                          </p:val>
                                        </p:tav>
                                      </p:tavLst>
                                    </p:anim>
                                    <p:anim calcmode="lin" valueType="num">
                                      <p:cBhvr>
                                        <p:cTn id="60" dur="500" fill="hold"/>
                                        <p:tgtEl>
                                          <p:spTgt spid="104"/>
                                        </p:tgtEl>
                                        <p:attrNameLst>
                                          <p:attrName>ppt_h</p:attrName>
                                        </p:attrNameLst>
                                      </p:cBhvr>
                                      <p:tavLst>
                                        <p:tav tm="0">
                                          <p:val>
                                            <p:fltVal val="0"/>
                                          </p:val>
                                        </p:tav>
                                        <p:tav tm="100000">
                                          <p:val>
                                            <p:strVal val="#ppt_h"/>
                                          </p:val>
                                        </p:tav>
                                      </p:tavLst>
                                    </p:anim>
                                    <p:animEffect transition="in" filter="fade">
                                      <p:cBhvr>
                                        <p:cTn id="61" dur="500"/>
                                        <p:tgtEl>
                                          <p:spTgt spid="104"/>
                                        </p:tgtEl>
                                      </p:cBhvr>
                                    </p:animEffect>
                                  </p:childTnLst>
                                </p:cTn>
                              </p:par>
                            </p:childTnLst>
                          </p:cTn>
                        </p:par>
                        <p:par>
                          <p:cTn id="62" fill="hold">
                            <p:stCondLst>
                              <p:cond delay="6000"/>
                            </p:stCondLst>
                            <p:childTnLst>
                              <p:par>
                                <p:cTn id="63" presetID="53" presetClass="entr" presetSubtype="16" fill="hold" grpId="0" nodeType="afterEffect">
                                  <p:stCondLst>
                                    <p:cond delay="0"/>
                                  </p:stCondLst>
                                  <p:childTnLst>
                                    <p:set>
                                      <p:cBhvr>
                                        <p:cTn id="64" dur="1" fill="hold">
                                          <p:stCondLst>
                                            <p:cond delay="0"/>
                                          </p:stCondLst>
                                        </p:cTn>
                                        <p:tgtEl>
                                          <p:spTgt spid="116"/>
                                        </p:tgtEl>
                                        <p:attrNameLst>
                                          <p:attrName>style.visibility</p:attrName>
                                        </p:attrNameLst>
                                      </p:cBhvr>
                                      <p:to>
                                        <p:strVal val="visible"/>
                                      </p:to>
                                    </p:set>
                                    <p:anim calcmode="lin" valueType="num">
                                      <p:cBhvr>
                                        <p:cTn id="65" dur="500" fill="hold"/>
                                        <p:tgtEl>
                                          <p:spTgt spid="116"/>
                                        </p:tgtEl>
                                        <p:attrNameLst>
                                          <p:attrName>ppt_w</p:attrName>
                                        </p:attrNameLst>
                                      </p:cBhvr>
                                      <p:tavLst>
                                        <p:tav tm="0">
                                          <p:val>
                                            <p:fltVal val="0"/>
                                          </p:val>
                                        </p:tav>
                                        <p:tav tm="100000">
                                          <p:val>
                                            <p:strVal val="#ppt_w"/>
                                          </p:val>
                                        </p:tav>
                                      </p:tavLst>
                                    </p:anim>
                                    <p:anim calcmode="lin" valueType="num">
                                      <p:cBhvr>
                                        <p:cTn id="66" dur="500" fill="hold"/>
                                        <p:tgtEl>
                                          <p:spTgt spid="116"/>
                                        </p:tgtEl>
                                        <p:attrNameLst>
                                          <p:attrName>ppt_h</p:attrName>
                                        </p:attrNameLst>
                                      </p:cBhvr>
                                      <p:tavLst>
                                        <p:tav tm="0">
                                          <p:val>
                                            <p:fltVal val="0"/>
                                          </p:val>
                                        </p:tav>
                                        <p:tav tm="100000">
                                          <p:val>
                                            <p:strVal val="#ppt_h"/>
                                          </p:val>
                                        </p:tav>
                                      </p:tavLst>
                                    </p:anim>
                                    <p:animEffect transition="in" filter="fade">
                                      <p:cBhvr>
                                        <p:cTn id="67" dur="500"/>
                                        <p:tgtEl>
                                          <p:spTgt spid="116"/>
                                        </p:tgtEl>
                                      </p:cBhvr>
                                    </p:animEffect>
                                  </p:childTnLst>
                                </p:cTn>
                              </p:par>
                            </p:childTnLst>
                          </p:cTn>
                        </p:par>
                        <p:par>
                          <p:cTn id="68" fill="hold">
                            <p:stCondLst>
                              <p:cond delay="6500"/>
                            </p:stCondLst>
                            <p:childTnLst>
                              <p:par>
                                <p:cTn id="69" presetID="10" presetClass="entr" presetSubtype="0" fill="hold" grpId="0" nodeType="afterEffect">
                                  <p:stCondLst>
                                    <p:cond delay="0"/>
                                  </p:stCondLst>
                                  <p:childTnLst>
                                    <p:set>
                                      <p:cBhvr>
                                        <p:cTn id="70" dur="1" fill="hold">
                                          <p:stCondLst>
                                            <p:cond delay="0"/>
                                          </p:stCondLst>
                                        </p:cTn>
                                        <p:tgtEl>
                                          <p:spTgt spid="105"/>
                                        </p:tgtEl>
                                        <p:attrNameLst>
                                          <p:attrName>style.visibility</p:attrName>
                                        </p:attrNameLst>
                                      </p:cBhvr>
                                      <p:to>
                                        <p:strVal val="visible"/>
                                      </p:to>
                                    </p:set>
                                    <p:animEffect transition="in" filter="fade">
                                      <p:cBhvr>
                                        <p:cTn id="71" dur="500"/>
                                        <p:tgtEl>
                                          <p:spTgt spid="105"/>
                                        </p:tgtEl>
                                      </p:cBhvr>
                                    </p:animEffect>
                                  </p:childTnLst>
                                </p:cTn>
                              </p:par>
                            </p:childTnLst>
                          </p:cTn>
                        </p:par>
                        <p:par>
                          <p:cTn id="72" fill="hold">
                            <p:stCondLst>
                              <p:cond delay="7000"/>
                            </p:stCondLst>
                            <p:childTnLst>
                              <p:par>
                                <p:cTn id="73" presetID="18" presetClass="entr" presetSubtype="12" fill="hold" grpId="0" nodeType="after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strips(downLeft)">
                                      <p:cBhvr>
                                        <p:cTn id="75" dur="500"/>
                                        <p:tgtEl>
                                          <p:spTgt spid="119"/>
                                        </p:tgtEl>
                                      </p:cBhvr>
                                    </p:animEffect>
                                  </p:childTnLst>
                                </p:cTn>
                              </p:par>
                            </p:childTnLst>
                          </p:cTn>
                        </p:par>
                        <p:par>
                          <p:cTn id="76" fill="hold">
                            <p:stCondLst>
                              <p:cond delay="7500"/>
                            </p:stCondLst>
                            <p:childTnLst>
                              <p:par>
                                <p:cTn id="77" presetID="22" presetClass="entr" presetSubtype="8" fill="hold" nodeType="after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wipe(left)">
                                      <p:cBhvr>
                                        <p:cTn id="79" dur="500"/>
                                        <p:tgtEl>
                                          <p:spTgt spid="12"/>
                                        </p:tgtEl>
                                      </p:cBhvr>
                                    </p:animEffect>
                                  </p:childTnLst>
                                </p:cTn>
                              </p:par>
                            </p:childTnLst>
                          </p:cTn>
                        </p:par>
                        <p:par>
                          <p:cTn id="80" fill="hold">
                            <p:stCondLst>
                              <p:cond delay="8000"/>
                            </p:stCondLst>
                            <p:childTnLst>
                              <p:par>
                                <p:cTn id="81" presetID="53" presetClass="entr" presetSubtype="16" fill="hold" grpId="0" nodeType="after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p:cTn id="83" dur="500" fill="hold"/>
                                        <p:tgtEl>
                                          <p:spTgt spid="112"/>
                                        </p:tgtEl>
                                        <p:attrNameLst>
                                          <p:attrName>ppt_w</p:attrName>
                                        </p:attrNameLst>
                                      </p:cBhvr>
                                      <p:tavLst>
                                        <p:tav tm="0">
                                          <p:val>
                                            <p:fltVal val="0"/>
                                          </p:val>
                                        </p:tav>
                                        <p:tav tm="100000">
                                          <p:val>
                                            <p:strVal val="#ppt_w"/>
                                          </p:val>
                                        </p:tav>
                                      </p:tavLst>
                                    </p:anim>
                                    <p:anim calcmode="lin" valueType="num">
                                      <p:cBhvr>
                                        <p:cTn id="84" dur="500" fill="hold"/>
                                        <p:tgtEl>
                                          <p:spTgt spid="112"/>
                                        </p:tgtEl>
                                        <p:attrNameLst>
                                          <p:attrName>ppt_h</p:attrName>
                                        </p:attrNameLst>
                                      </p:cBhvr>
                                      <p:tavLst>
                                        <p:tav tm="0">
                                          <p:val>
                                            <p:fltVal val="0"/>
                                          </p:val>
                                        </p:tav>
                                        <p:tav tm="100000">
                                          <p:val>
                                            <p:strVal val="#ppt_h"/>
                                          </p:val>
                                        </p:tav>
                                      </p:tavLst>
                                    </p:anim>
                                    <p:animEffect transition="in" filter="fade">
                                      <p:cBhvr>
                                        <p:cTn id="85" dur="500"/>
                                        <p:tgtEl>
                                          <p:spTgt spid="112"/>
                                        </p:tgtEl>
                                      </p:cBhvr>
                                    </p:animEffect>
                                  </p:childTnLst>
                                </p:cTn>
                              </p:par>
                            </p:childTnLst>
                          </p:cTn>
                        </p:par>
                        <p:par>
                          <p:cTn id="86" fill="hold">
                            <p:stCondLst>
                              <p:cond delay="8500"/>
                            </p:stCondLst>
                            <p:childTnLst>
                              <p:par>
                                <p:cTn id="87" presetID="53" presetClass="entr" presetSubtype="16" fill="hold" grpId="0" nodeType="afterEffect">
                                  <p:stCondLst>
                                    <p:cond delay="0"/>
                                  </p:stCondLst>
                                  <p:childTnLst>
                                    <p:set>
                                      <p:cBhvr>
                                        <p:cTn id="88" dur="1" fill="hold">
                                          <p:stCondLst>
                                            <p:cond delay="0"/>
                                          </p:stCondLst>
                                        </p:cTn>
                                        <p:tgtEl>
                                          <p:spTgt spid="117"/>
                                        </p:tgtEl>
                                        <p:attrNameLst>
                                          <p:attrName>style.visibility</p:attrName>
                                        </p:attrNameLst>
                                      </p:cBhvr>
                                      <p:to>
                                        <p:strVal val="visible"/>
                                      </p:to>
                                    </p:set>
                                    <p:anim calcmode="lin" valueType="num">
                                      <p:cBhvr>
                                        <p:cTn id="89" dur="500" fill="hold"/>
                                        <p:tgtEl>
                                          <p:spTgt spid="117"/>
                                        </p:tgtEl>
                                        <p:attrNameLst>
                                          <p:attrName>ppt_w</p:attrName>
                                        </p:attrNameLst>
                                      </p:cBhvr>
                                      <p:tavLst>
                                        <p:tav tm="0">
                                          <p:val>
                                            <p:fltVal val="0"/>
                                          </p:val>
                                        </p:tav>
                                        <p:tav tm="100000">
                                          <p:val>
                                            <p:strVal val="#ppt_w"/>
                                          </p:val>
                                        </p:tav>
                                      </p:tavLst>
                                    </p:anim>
                                    <p:anim calcmode="lin" valueType="num">
                                      <p:cBhvr>
                                        <p:cTn id="90" dur="500" fill="hold"/>
                                        <p:tgtEl>
                                          <p:spTgt spid="117"/>
                                        </p:tgtEl>
                                        <p:attrNameLst>
                                          <p:attrName>ppt_h</p:attrName>
                                        </p:attrNameLst>
                                      </p:cBhvr>
                                      <p:tavLst>
                                        <p:tav tm="0">
                                          <p:val>
                                            <p:fltVal val="0"/>
                                          </p:val>
                                        </p:tav>
                                        <p:tav tm="100000">
                                          <p:val>
                                            <p:strVal val="#ppt_h"/>
                                          </p:val>
                                        </p:tav>
                                      </p:tavLst>
                                    </p:anim>
                                    <p:animEffect transition="in" filter="fade">
                                      <p:cBhvr>
                                        <p:cTn id="91" dur="500"/>
                                        <p:tgtEl>
                                          <p:spTgt spid="117"/>
                                        </p:tgtEl>
                                      </p:cBhvr>
                                    </p:animEffect>
                                  </p:childTnLst>
                                </p:cTn>
                              </p:par>
                            </p:childTnLst>
                          </p:cTn>
                        </p:par>
                        <p:par>
                          <p:cTn id="92" fill="hold">
                            <p:stCondLst>
                              <p:cond delay="9000"/>
                            </p:stCondLst>
                            <p:childTnLst>
                              <p:par>
                                <p:cTn id="93" presetID="10" presetClass="entr" presetSubtype="0" fill="hold" grpId="0" nodeType="afterEffect">
                                  <p:stCondLst>
                                    <p:cond delay="0"/>
                                  </p:stCondLst>
                                  <p:childTnLst>
                                    <p:set>
                                      <p:cBhvr>
                                        <p:cTn id="94" dur="1" fill="hold">
                                          <p:stCondLst>
                                            <p:cond delay="0"/>
                                          </p:stCondLst>
                                        </p:cTn>
                                        <p:tgtEl>
                                          <p:spTgt spid="113"/>
                                        </p:tgtEl>
                                        <p:attrNameLst>
                                          <p:attrName>style.visibility</p:attrName>
                                        </p:attrNameLst>
                                      </p:cBhvr>
                                      <p:to>
                                        <p:strVal val="visible"/>
                                      </p:to>
                                    </p:set>
                                    <p:animEffect transition="in" filter="fade">
                                      <p:cBhvr>
                                        <p:cTn id="95"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39" grpId="0" animBg="1"/>
      <p:bldP spid="52" grpId="0" animBg="1"/>
      <p:bldP spid="57" grpId="0"/>
      <p:bldP spid="58" grpId="0" animBg="1"/>
      <p:bldP spid="87" grpId="0" animBg="1"/>
      <p:bldP spid="88" grpId="0"/>
      <p:bldP spid="98" grpId="0" animBg="1"/>
      <p:bldP spid="104" grpId="0" animBg="1"/>
      <p:bldP spid="105" grpId="0"/>
      <p:bldP spid="112" grpId="0" animBg="1"/>
      <p:bldP spid="113" grpId="0"/>
      <p:bldP spid="116" grpId="0" animBg="1"/>
      <p:bldP spid="117" grpId="0" animBg="1"/>
      <p:bldP spid="119"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Process Infographic</a:t>
            </a:r>
            <a:endParaRPr lang="en-US" dirty="0"/>
          </a:p>
        </p:txBody>
      </p:sp>
      <p:sp>
        <p:nvSpPr>
          <p:cNvPr id="4" name="Text Placeholder 3"/>
          <p:cNvSpPr>
            <a:spLocks noGrp="1"/>
          </p:cNvSpPr>
          <p:nvPr>
            <p:ph type="body" sz="half" idx="2"/>
          </p:nvPr>
        </p:nvSpPr>
        <p:spPr/>
        <p:txBody>
          <a:bodyPr/>
          <a:lstStyle/>
          <a:p>
            <a:r>
              <a:rPr lang="en-US"/>
              <a:t>Process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83</a:t>
            </a:fld>
            <a:endParaRPr lang="en-US" dirty="0"/>
          </a:p>
        </p:txBody>
      </p:sp>
      <p:sp>
        <p:nvSpPr>
          <p:cNvPr id="37" name="Rectangle 36"/>
          <p:cNvSpPr/>
          <p:nvPr/>
        </p:nvSpPr>
        <p:spPr>
          <a:xfrm rot="2700000">
            <a:off x="628806" y="1640356"/>
            <a:ext cx="1676400" cy="1676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p:cNvSpPr/>
          <p:nvPr/>
        </p:nvSpPr>
        <p:spPr>
          <a:xfrm rot="2700000">
            <a:off x="2665074" y="1640354"/>
            <a:ext cx="1676400" cy="1676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p:cNvSpPr/>
          <p:nvPr/>
        </p:nvSpPr>
        <p:spPr>
          <a:xfrm rot="2700000">
            <a:off x="4760850" y="1640355"/>
            <a:ext cx="1676400" cy="1676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rot="2700000">
            <a:off x="6836686" y="1640356"/>
            <a:ext cx="1676400" cy="1676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56"/>
          <p:cNvGrpSpPr/>
          <p:nvPr/>
        </p:nvGrpSpPr>
        <p:grpSpPr>
          <a:xfrm>
            <a:off x="760940" y="2159687"/>
            <a:ext cx="1314852" cy="1017244"/>
            <a:chOff x="664833" y="1363501"/>
            <a:chExt cx="1314852" cy="1017244"/>
          </a:xfrm>
        </p:grpSpPr>
        <p:sp>
          <p:nvSpPr>
            <p:cNvPr id="51" name="TextBox 50"/>
            <p:cNvSpPr txBox="1"/>
            <p:nvPr/>
          </p:nvSpPr>
          <p:spPr>
            <a:xfrm>
              <a:off x="664833" y="1611304"/>
              <a:ext cx="1314852" cy="769441"/>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passages of lorem ipsum available  majority have suffered alteration</a:t>
              </a:r>
            </a:p>
          </p:txBody>
        </p:sp>
        <p:sp>
          <p:nvSpPr>
            <p:cNvPr id="59" name="Rectangle 58"/>
            <p:cNvSpPr/>
            <p:nvPr/>
          </p:nvSpPr>
          <p:spPr>
            <a:xfrm>
              <a:off x="919906" y="1363501"/>
              <a:ext cx="804707" cy="215444"/>
            </a:xfrm>
            <a:prstGeom prst="rect">
              <a:avLst/>
            </a:prstGeom>
          </p:spPr>
          <p:txBody>
            <a:bodyPr wrap="none" lIns="0" tIns="0" rIns="0" bIns="0">
              <a:spAutoFit/>
            </a:bodyPr>
            <a:lstStyle/>
            <a:p>
              <a:pPr algn="ctr"/>
              <a:r>
                <a:rPr lang="en-US" sz="1400" b="1" dirty="0">
                  <a:solidFill>
                    <a:schemeClr val="bg1"/>
                  </a:solidFill>
                </a:rPr>
                <a:t>Just start</a:t>
              </a:r>
            </a:p>
          </p:txBody>
        </p:sp>
      </p:grpSp>
      <p:grpSp>
        <p:nvGrpSpPr>
          <p:cNvPr id="5" name="Group 56"/>
          <p:cNvGrpSpPr/>
          <p:nvPr/>
        </p:nvGrpSpPr>
        <p:grpSpPr>
          <a:xfrm>
            <a:off x="2845848" y="2141292"/>
            <a:ext cx="1314852" cy="1017244"/>
            <a:chOff x="664833" y="1363501"/>
            <a:chExt cx="1314852" cy="1017244"/>
          </a:xfrm>
        </p:grpSpPr>
        <p:sp>
          <p:nvSpPr>
            <p:cNvPr id="62" name="TextBox 61"/>
            <p:cNvSpPr txBox="1"/>
            <p:nvPr/>
          </p:nvSpPr>
          <p:spPr>
            <a:xfrm>
              <a:off x="664833" y="1611304"/>
              <a:ext cx="1314852" cy="769441"/>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passages of lorem ipsum available  majority have suffered alteration</a:t>
              </a:r>
            </a:p>
          </p:txBody>
        </p:sp>
        <p:sp>
          <p:nvSpPr>
            <p:cNvPr id="63" name="Rectangle 62"/>
            <p:cNvSpPr/>
            <p:nvPr/>
          </p:nvSpPr>
          <p:spPr>
            <a:xfrm>
              <a:off x="919906" y="1363501"/>
              <a:ext cx="804707" cy="215444"/>
            </a:xfrm>
            <a:prstGeom prst="rect">
              <a:avLst/>
            </a:prstGeom>
          </p:spPr>
          <p:txBody>
            <a:bodyPr wrap="none" lIns="0" tIns="0" rIns="0" bIns="0">
              <a:spAutoFit/>
            </a:bodyPr>
            <a:lstStyle/>
            <a:p>
              <a:pPr algn="ctr"/>
              <a:r>
                <a:rPr lang="en-US" sz="1400" b="1" dirty="0">
                  <a:solidFill>
                    <a:schemeClr val="bg1"/>
                  </a:solidFill>
                </a:rPr>
                <a:t>Just start</a:t>
              </a:r>
            </a:p>
          </p:txBody>
        </p:sp>
      </p:grpSp>
      <p:grpSp>
        <p:nvGrpSpPr>
          <p:cNvPr id="6" name="Group 56"/>
          <p:cNvGrpSpPr/>
          <p:nvPr/>
        </p:nvGrpSpPr>
        <p:grpSpPr>
          <a:xfrm>
            <a:off x="4961080" y="2118775"/>
            <a:ext cx="1314852" cy="1017244"/>
            <a:chOff x="664833" y="1363501"/>
            <a:chExt cx="1314852" cy="1017244"/>
          </a:xfrm>
        </p:grpSpPr>
        <p:sp>
          <p:nvSpPr>
            <p:cNvPr id="65" name="TextBox 64"/>
            <p:cNvSpPr txBox="1"/>
            <p:nvPr/>
          </p:nvSpPr>
          <p:spPr>
            <a:xfrm>
              <a:off x="664833" y="1611304"/>
              <a:ext cx="1314852" cy="769441"/>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passages of lorem ipsum available  majority have suffered alteration</a:t>
              </a:r>
            </a:p>
          </p:txBody>
        </p:sp>
        <p:sp>
          <p:nvSpPr>
            <p:cNvPr id="66" name="Rectangle 65"/>
            <p:cNvSpPr/>
            <p:nvPr/>
          </p:nvSpPr>
          <p:spPr>
            <a:xfrm>
              <a:off x="919906" y="1363501"/>
              <a:ext cx="804707" cy="215444"/>
            </a:xfrm>
            <a:prstGeom prst="rect">
              <a:avLst/>
            </a:prstGeom>
          </p:spPr>
          <p:txBody>
            <a:bodyPr wrap="none" lIns="0" tIns="0" rIns="0" bIns="0">
              <a:spAutoFit/>
            </a:bodyPr>
            <a:lstStyle/>
            <a:p>
              <a:pPr algn="ctr"/>
              <a:r>
                <a:rPr lang="en-US" sz="1400" b="1" dirty="0">
                  <a:solidFill>
                    <a:schemeClr val="bg1"/>
                  </a:solidFill>
                </a:rPr>
                <a:t>Just start</a:t>
              </a:r>
            </a:p>
          </p:txBody>
        </p:sp>
      </p:grpSp>
      <p:grpSp>
        <p:nvGrpSpPr>
          <p:cNvPr id="7" name="Group 56"/>
          <p:cNvGrpSpPr/>
          <p:nvPr/>
        </p:nvGrpSpPr>
        <p:grpSpPr>
          <a:xfrm>
            <a:off x="7056372" y="2130650"/>
            <a:ext cx="1314852" cy="1017244"/>
            <a:chOff x="664833" y="1363501"/>
            <a:chExt cx="1314852" cy="1017244"/>
          </a:xfrm>
        </p:grpSpPr>
        <p:sp>
          <p:nvSpPr>
            <p:cNvPr id="68" name="TextBox 67"/>
            <p:cNvSpPr txBox="1"/>
            <p:nvPr/>
          </p:nvSpPr>
          <p:spPr>
            <a:xfrm>
              <a:off x="664833" y="1611304"/>
              <a:ext cx="1314852" cy="769441"/>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bg1"/>
                  </a:solidFill>
                </a:rPr>
                <a:t>There are many variations passages of lorem ipsum available  majority have suffered alteration</a:t>
              </a:r>
            </a:p>
          </p:txBody>
        </p:sp>
        <p:sp>
          <p:nvSpPr>
            <p:cNvPr id="69" name="Rectangle 68"/>
            <p:cNvSpPr/>
            <p:nvPr/>
          </p:nvSpPr>
          <p:spPr>
            <a:xfrm>
              <a:off x="919906" y="1363501"/>
              <a:ext cx="804707" cy="215444"/>
            </a:xfrm>
            <a:prstGeom prst="rect">
              <a:avLst/>
            </a:prstGeom>
          </p:spPr>
          <p:txBody>
            <a:bodyPr wrap="none" lIns="0" tIns="0" rIns="0" bIns="0">
              <a:spAutoFit/>
            </a:bodyPr>
            <a:lstStyle/>
            <a:p>
              <a:pPr algn="ctr"/>
              <a:r>
                <a:rPr lang="en-US" sz="1400" b="1" dirty="0">
                  <a:solidFill>
                    <a:schemeClr val="bg1"/>
                  </a:solidFill>
                </a:rPr>
                <a:t>Just start</a:t>
              </a:r>
            </a:p>
          </p:txBody>
        </p:sp>
      </p:grpSp>
      <p:sp>
        <p:nvSpPr>
          <p:cNvPr id="70" name="Freeform 245"/>
          <p:cNvSpPr>
            <a:spLocks/>
          </p:cNvSpPr>
          <p:nvPr/>
        </p:nvSpPr>
        <p:spPr bwMode="auto">
          <a:xfrm>
            <a:off x="1247031" y="1700280"/>
            <a:ext cx="439951" cy="439951"/>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55"/>
          <p:cNvSpPr>
            <a:spLocks noEditPoints="1"/>
          </p:cNvSpPr>
          <p:nvPr/>
        </p:nvSpPr>
        <p:spPr bwMode="auto">
          <a:xfrm>
            <a:off x="5416882" y="1687836"/>
            <a:ext cx="403249" cy="301016"/>
          </a:xfrm>
          <a:custGeom>
            <a:avLst/>
            <a:gdLst/>
            <a:ahLst/>
            <a:cxnLst>
              <a:cxn ang="0">
                <a:pos x="19" y="42"/>
              </a:cxn>
              <a:cxn ang="0">
                <a:pos x="17" y="42"/>
              </a:cxn>
              <a:cxn ang="0">
                <a:pos x="1" y="25"/>
              </a:cxn>
              <a:cxn ang="0">
                <a:pos x="1" y="24"/>
              </a:cxn>
              <a:cxn ang="0">
                <a:pos x="17" y="7"/>
              </a:cxn>
              <a:cxn ang="0">
                <a:pos x="19" y="7"/>
              </a:cxn>
              <a:cxn ang="0">
                <a:pos x="21" y="9"/>
              </a:cxn>
              <a:cxn ang="0">
                <a:pos x="21" y="11"/>
              </a:cxn>
              <a:cxn ang="0">
                <a:pos x="7" y="25"/>
              </a:cxn>
              <a:cxn ang="0">
                <a:pos x="21" y="39"/>
              </a:cxn>
              <a:cxn ang="0">
                <a:pos x="21" y="40"/>
              </a:cxn>
              <a:cxn ang="0">
                <a:pos x="19" y="42"/>
              </a:cxn>
              <a:cxn ang="0">
                <a:pos x="29" y="48"/>
              </a:cxn>
              <a:cxn ang="0">
                <a:pos x="27" y="49"/>
              </a:cxn>
              <a:cxn ang="0">
                <a:pos x="25" y="48"/>
              </a:cxn>
              <a:cxn ang="0">
                <a:pos x="24" y="47"/>
              </a:cxn>
              <a:cxn ang="0">
                <a:pos x="38" y="1"/>
              </a:cxn>
              <a:cxn ang="0">
                <a:pos x="39" y="0"/>
              </a:cxn>
              <a:cxn ang="0">
                <a:pos x="41" y="1"/>
              </a:cxn>
              <a:cxn ang="0">
                <a:pos x="42" y="2"/>
              </a:cxn>
              <a:cxn ang="0">
                <a:pos x="29" y="48"/>
              </a:cxn>
              <a:cxn ang="0">
                <a:pos x="49" y="42"/>
              </a:cxn>
              <a:cxn ang="0">
                <a:pos x="47" y="42"/>
              </a:cxn>
              <a:cxn ang="0">
                <a:pos x="45" y="40"/>
              </a:cxn>
              <a:cxn ang="0">
                <a:pos x="45" y="39"/>
              </a:cxn>
              <a:cxn ang="0">
                <a:pos x="59" y="25"/>
              </a:cxn>
              <a:cxn ang="0">
                <a:pos x="45" y="11"/>
              </a:cxn>
              <a:cxn ang="0">
                <a:pos x="45" y="9"/>
              </a:cxn>
              <a:cxn ang="0">
                <a:pos x="47" y="7"/>
              </a:cxn>
              <a:cxn ang="0">
                <a:pos x="49" y="7"/>
              </a:cxn>
              <a:cxn ang="0">
                <a:pos x="65" y="24"/>
              </a:cxn>
              <a:cxn ang="0">
                <a:pos x="65" y="25"/>
              </a:cxn>
              <a:cxn ang="0">
                <a:pos x="49" y="42"/>
              </a:cxn>
            </a:cxnLst>
            <a:rect l="0" t="0" r="r" b="b"/>
            <a:pathLst>
              <a:path w="66" h="49">
                <a:moveTo>
                  <a:pt x="19" y="42"/>
                </a:moveTo>
                <a:cubicBezTo>
                  <a:pt x="19" y="43"/>
                  <a:pt x="18" y="43"/>
                  <a:pt x="17" y="42"/>
                </a:cubicBezTo>
                <a:cubicBezTo>
                  <a:pt x="1" y="25"/>
                  <a:pt x="1" y="25"/>
                  <a:pt x="1" y="25"/>
                </a:cubicBezTo>
                <a:cubicBezTo>
                  <a:pt x="0" y="25"/>
                  <a:pt x="0" y="24"/>
                  <a:pt x="1" y="24"/>
                </a:cubicBezTo>
                <a:cubicBezTo>
                  <a:pt x="17" y="7"/>
                  <a:pt x="17" y="7"/>
                  <a:pt x="17" y="7"/>
                </a:cubicBezTo>
                <a:cubicBezTo>
                  <a:pt x="18" y="7"/>
                  <a:pt x="19" y="7"/>
                  <a:pt x="19" y="7"/>
                </a:cubicBezTo>
                <a:cubicBezTo>
                  <a:pt x="21" y="9"/>
                  <a:pt x="21" y="9"/>
                  <a:pt x="21" y="9"/>
                </a:cubicBezTo>
                <a:cubicBezTo>
                  <a:pt x="21" y="9"/>
                  <a:pt x="21" y="10"/>
                  <a:pt x="21" y="11"/>
                </a:cubicBezTo>
                <a:cubicBezTo>
                  <a:pt x="7" y="25"/>
                  <a:pt x="7" y="25"/>
                  <a:pt x="7" y="25"/>
                </a:cubicBezTo>
                <a:cubicBezTo>
                  <a:pt x="21" y="39"/>
                  <a:pt x="21" y="39"/>
                  <a:pt x="21" y="39"/>
                </a:cubicBezTo>
                <a:cubicBezTo>
                  <a:pt x="21" y="39"/>
                  <a:pt x="21" y="40"/>
                  <a:pt x="21" y="40"/>
                </a:cubicBezTo>
                <a:lnTo>
                  <a:pt x="19" y="42"/>
                </a:lnTo>
                <a:close/>
                <a:moveTo>
                  <a:pt x="29" y="48"/>
                </a:moveTo>
                <a:cubicBezTo>
                  <a:pt x="28" y="49"/>
                  <a:pt x="28" y="49"/>
                  <a:pt x="27" y="49"/>
                </a:cubicBezTo>
                <a:cubicBezTo>
                  <a:pt x="25" y="48"/>
                  <a:pt x="25" y="48"/>
                  <a:pt x="25" y="48"/>
                </a:cubicBezTo>
                <a:cubicBezTo>
                  <a:pt x="24" y="48"/>
                  <a:pt x="24" y="48"/>
                  <a:pt x="24" y="47"/>
                </a:cubicBezTo>
                <a:cubicBezTo>
                  <a:pt x="38" y="1"/>
                  <a:pt x="38" y="1"/>
                  <a:pt x="38" y="1"/>
                </a:cubicBezTo>
                <a:cubicBezTo>
                  <a:pt x="38" y="0"/>
                  <a:pt x="38" y="0"/>
                  <a:pt x="39" y="0"/>
                </a:cubicBezTo>
                <a:cubicBezTo>
                  <a:pt x="41" y="1"/>
                  <a:pt x="41" y="1"/>
                  <a:pt x="41" y="1"/>
                </a:cubicBezTo>
                <a:cubicBezTo>
                  <a:pt x="42" y="1"/>
                  <a:pt x="42" y="2"/>
                  <a:pt x="42" y="2"/>
                </a:cubicBezTo>
                <a:lnTo>
                  <a:pt x="29" y="48"/>
                </a:lnTo>
                <a:close/>
                <a:moveTo>
                  <a:pt x="49" y="42"/>
                </a:moveTo>
                <a:cubicBezTo>
                  <a:pt x="48" y="43"/>
                  <a:pt x="48" y="43"/>
                  <a:pt x="47" y="42"/>
                </a:cubicBezTo>
                <a:cubicBezTo>
                  <a:pt x="45" y="40"/>
                  <a:pt x="45" y="40"/>
                  <a:pt x="45" y="40"/>
                </a:cubicBezTo>
                <a:cubicBezTo>
                  <a:pt x="45" y="40"/>
                  <a:pt x="45" y="39"/>
                  <a:pt x="45" y="39"/>
                </a:cubicBezTo>
                <a:cubicBezTo>
                  <a:pt x="59" y="25"/>
                  <a:pt x="59" y="25"/>
                  <a:pt x="59" y="25"/>
                </a:cubicBezTo>
                <a:cubicBezTo>
                  <a:pt x="45" y="11"/>
                  <a:pt x="45" y="11"/>
                  <a:pt x="45" y="11"/>
                </a:cubicBezTo>
                <a:cubicBezTo>
                  <a:pt x="45" y="10"/>
                  <a:pt x="45" y="9"/>
                  <a:pt x="45" y="9"/>
                </a:cubicBezTo>
                <a:cubicBezTo>
                  <a:pt x="47" y="7"/>
                  <a:pt x="47" y="7"/>
                  <a:pt x="47" y="7"/>
                </a:cubicBezTo>
                <a:cubicBezTo>
                  <a:pt x="48" y="7"/>
                  <a:pt x="48" y="7"/>
                  <a:pt x="49" y="7"/>
                </a:cubicBezTo>
                <a:cubicBezTo>
                  <a:pt x="65" y="24"/>
                  <a:pt x="65" y="24"/>
                  <a:pt x="65" y="24"/>
                </a:cubicBezTo>
                <a:cubicBezTo>
                  <a:pt x="66" y="24"/>
                  <a:pt x="66" y="25"/>
                  <a:pt x="65" y="25"/>
                </a:cubicBezTo>
                <a:lnTo>
                  <a:pt x="49" y="4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05"/>
          <p:cNvSpPr>
            <a:spLocks noEditPoints="1"/>
          </p:cNvSpPr>
          <p:nvPr/>
        </p:nvSpPr>
        <p:spPr bwMode="auto">
          <a:xfrm>
            <a:off x="3311838" y="1667193"/>
            <a:ext cx="382873" cy="377324"/>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
        <p:nvSpPr>
          <p:cNvPr id="73" name="Freeform 34"/>
          <p:cNvSpPr>
            <a:spLocks noEditPoints="1"/>
          </p:cNvSpPr>
          <p:nvPr/>
        </p:nvSpPr>
        <p:spPr bwMode="auto">
          <a:xfrm>
            <a:off x="7480296" y="1726335"/>
            <a:ext cx="330812" cy="330812"/>
          </a:xfrm>
          <a:custGeom>
            <a:avLst/>
            <a:gdLst/>
            <a:ahLst/>
            <a:cxnLst>
              <a:cxn ang="0">
                <a:pos x="27" y="55"/>
              </a:cxn>
              <a:cxn ang="0">
                <a:pos x="0" y="28"/>
              </a:cxn>
              <a:cxn ang="0">
                <a:pos x="27" y="0"/>
              </a:cxn>
              <a:cxn ang="0">
                <a:pos x="55" y="28"/>
              </a:cxn>
              <a:cxn ang="0">
                <a:pos x="27" y="55"/>
              </a:cxn>
              <a:cxn ang="0">
                <a:pos x="27" y="5"/>
              </a:cxn>
              <a:cxn ang="0">
                <a:pos x="4" y="28"/>
              </a:cxn>
              <a:cxn ang="0">
                <a:pos x="27" y="51"/>
              </a:cxn>
              <a:cxn ang="0">
                <a:pos x="50" y="28"/>
              </a:cxn>
              <a:cxn ang="0">
                <a:pos x="27" y="5"/>
              </a:cxn>
              <a:cxn ang="0">
                <a:pos x="27" y="46"/>
              </a:cxn>
              <a:cxn ang="0">
                <a:pos x="9" y="28"/>
              </a:cxn>
              <a:cxn ang="0">
                <a:pos x="27" y="9"/>
              </a:cxn>
              <a:cxn ang="0">
                <a:pos x="45" y="28"/>
              </a:cxn>
              <a:cxn ang="0">
                <a:pos x="27" y="46"/>
              </a:cxn>
              <a:cxn ang="0">
                <a:pos x="27" y="14"/>
              </a:cxn>
              <a:cxn ang="0">
                <a:pos x="13" y="28"/>
              </a:cxn>
              <a:cxn ang="0">
                <a:pos x="27" y="41"/>
              </a:cxn>
              <a:cxn ang="0">
                <a:pos x="41" y="28"/>
              </a:cxn>
              <a:cxn ang="0">
                <a:pos x="27" y="14"/>
              </a:cxn>
              <a:cxn ang="0">
                <a:pos x="27" y="37"/>
              </a:cxn>
              <a:cxn ang="0">
                <a:pos x="18" y="28"/>
              </a:cxn>
              <a:cxn ang="0">
                <a:pos x="27" y="19"/>
              </a:cxn>
              <a:cxn ang="0">
                <a:pos x="36" y="28"/>
              </a:cxn>
              <a:cxn ang="0">
                <a:pos x="27" y="37"/>
              </a:cxn>
            </a:cxnLst>
            <a:rect l="0" t="0" r="r" b="b"/>
            <a:pathLst>
              <a:path w="55" h="55">
                <a:moveTo>
                  <a:pt x="27" y="55"/>
                </a:moveTo>
                <a:cubicBezTo>
                  <a:pt x="12" y="55"/>
                  <a:pt x="0" y="43"/>
                  <a:pt x="0" y="28"/>
                </a:cubicBezTo>
                <a:cubicBezTo>
                  <a:pt x="0" y="13"/>
                  <a:pt x="12" y="0"/>
                  <a:pt x="27" y="0"/>
                </a:cubicBezTo>
                <a:cubicBezTo>
                  <a:pt x="42" y="0"/>
                  <a:pt x="55" y="13"/>
                  <a:pt x="55" y="28"/>
                </a:cubicBezTo>
                <a:cubicBezTo>
                  <a:pt x="55" y="43"/>
                  <a:pt x="42" y="55"/>
                  <a:pt x="27" y="55"/>
                </a:cubicBezTo>
                <a:close/>
                <a:moveTo>
                  <a:pt x="27" y="5"/>
                </a:moveTo>
                <a:cubicBezTo>
                  <a:pt x="15" y="5"/>
                  <a:pt x="4" y="15"/>
                  <a:pt x="4" y="28"/>
                </a:cubicBezTo>
                <a:cubicBezTo>
                  <a:pt x="4" y="40"/>
                  <a:pt x="15" y="51"/>
                  <a:pt x="27" y="51"/>
                </a:cubicBezTo>
                <a:cubicBezTo>
                  <a:pt x="40" y="51"/>
                  <a:pt x="50" y="40"/>
                  <a:pt x="50" y="28"/>
                </a:cubicBezTo>
                <a:cubicBezTo>
                  <a:pt x="50" y="15"/>
                  <a:pt x="40" y="5"/>
                  <a:pt x="27" y="5"/>
                </a:cubicBezTo>
                <a:close/>
                <a:moveTo>
                  <a:pt x="27" y="46"/>
                </a:moveTo>
                <a:cubicBezTo>
                  <a:pt x="17" y="46"/>
                  <a:pt x="9" y="38"/>
                  <a:pt x="9" y="28"/>
                </a:cubicBezTo>
                <a:cubicBezTo>
                  <a:pt x="9" y="18"/>
                  <a:pt x="17" y="9"/>
                  <a:pt x="27" y="9"/>
                </a:cubicBezTo>
                <a:cubicBezTo>
                  <a:pt x="37" y="9"/>
                  <a:pt x="45" y="18"/>
                  <a:pt x="45" y="28"/>
                </a:cubicBezTo>
                <a:cubicBezTo>
                  <a:pt x="45" y="38"/>
                  <a:pt x="37" y="46"/>
                  <a:pt x="27" y="46"/>
                </a:cubicBezTo>
                <a:close/>
                <a:moveTo>
                  <a:pt x="27" y="14"/>
                </a:moveTo>
                <a:cubicBezTo>
                  <a:pt x="20" y="14"/>
                  <a:pt x="13" y="20"/>
                  <a:pt x="13" y="28"/>
                </a:cubicBezTo>
                <a:cubicBezTo>
                  <a:pt x="13" y="35"/>
                  <a:pt x="20" y="41"/>
                  <a:pt x="27" y="41"/>
                </a:cubicBezTo>
                <a:cubicBezTo>
                  <a:pt x="35" y="41"/>
                  <a:pt x="41" y="35"/>
                  <a:pt x="41" y="28"/>
                </a:cubicBezTo>
                <a:cubicBezTo>
                  <a:pt x="41" y="20"/>
                  <a:pt x="35" y="14"/>
                  <a:pt x="27" y="14"/>
                </a:cubicBezTo>
                <a:close/>
                <a:moveTo>
                  <a:pt x="27" y="37"/>
                </a:moveTo>
                <a:cubicBezTo>
                  <a:pt x="22" y="37"/>
                  <a:pt x="18" y="33"/>
                  <a:pt x="18" y="28"/>
                </a:cubicBezTo>
                <a:cubicBezTo>
                  <a:pt x="18" y="23"/>
                  <a:pt x="22" y="19"/>
                  <a:pt x="27" y="19"/>
                </a:cubicBezTo>
                <a:cubicBezTo>
                  <a:pt x="32" y="19"/>
                  <a:pt x="36" y="23"/>
                  <a:pt x="36" y="28"/>
                </a:cubicBezTo>
                <a:cubicBezTo>
                  <a:pt x="36" y="33"/>
                  <a:pt x="32" y="37"/>
                  <a:pt x="27" y="3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Rectangle 26"/>
          <p:cNvSpPr/>
          <p:nvPr/>
        </p:nvSpPr>
        <p:spPr>
          <a:xfrm rot="2700000" flipH="1">
            <a:off x="2169393" y="2170723"/>
            <a:ext cx="548392" cy="548392"/>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01</a:t>
            </a:r>
          </a:p>
        </p:txBody>
      </p:sp>
      <p:sp>
        <p:nvSpPr>
          <p:cNvPr id="28" name="Rectangle 27"/>
          <p:cNvSpPr/>
          <p:nvPr/>
        </p:nvSpPr>
        <p:spPr>
          <a:xfrm rot="2700000" flipH="1">
            <a:off x="4293733" y="2170723"/>
            <a:ext cx="548392" cy="548392"/>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02</a:t>
            </a:r>
          </a:p>
        </p:txBody>
      </p:sp>
      <p:sp>
        <p:nvSpPr>
          <p:cNvPr id="29" name="Rectangle 28"/>
          <p:cNvSpPr/>
          <p:nvPr/>
        </p:nvSpPr>
        <p:spPr>
          <a:xfrm rot="2700000" flipH="1">
            <a:off x="6394115" y="2170723"/>
            <a:ext cx="548392" cy="548392"/>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03</a:t>
            </a:r>
          </a:p>
        </p:txBody>
      </p:sp>
      <p:sp>
        <p:nvSpPr>
          <p:cNvPr id="35" name="Footer Text"/>
          <p:cNvSpPr txBox="1"/>
          <p:nvPr/>
        </p:nvSpPr>
        <p:spPr>
          <a:xfrm>
            <a:off x="692056" y="4013597"/>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36" name="Straight Line buttom"/>
          <p:cNvCxnSpPr/>
          <p:nvPr/>
        </p:nvCxnSpPr>
        <p:spPr>
          <a:xfrm>
            <a:off x="685800" y="3880146"/>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0559454"/>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500" fill="hold"/>
                                        <p:tgtEl>
                                          <p:spTgt spid="37"/>
                                        </p:tgtEl>
                                        <p:attrNameLst>
                                          <p:attrName>ppt_w</p:attrName>
                                        </p:attrNameLst>
                                      </p:cBhvr>
                                      <p:tavLst>
                                        <p:tav tm="0">
                                          <p:val>
                                            <p:fltVal val="0"/>
                                          </p:val>
                                        </p:tav>
                                        <p:tav tm="100000">
                                          <p:val>
                                            <p:strVal val="#ppt_w"/>
                                          </p:val>
                                        </p:tav>
                                      </p:tavLst>
                                    </p:anim>
                                    <p:anim calcmode="lin" valueType="num">
                                      <p:cBhvr>
                                        <p:cTn id="8" dur="500" fill="hold"/>
                                        <p:tgtEl>
                                          <p:spTgt spid="37"/>
                                        </p:tgtEl>
                                        <p:attrNameLst>
                                          <p:attrName>ppt_h</p:attrName>
                                        </p:attrNameLst>
                                      </p:cBhvr>
                                      <p:tavLst>
                                        <p:tav tm="0">
                                          <p:val>
                                            <p:fltVal val="0"/>
                                          </p:val>
                                        </p:tav>
                                        <p:tav tm="100000">
                                          <p:val>
                                            <p:strVal val="#ppt_h"/>
                                          </p:val>
                                        </p:tav>
                                      </p:tavLst>
                                    </p:anim>
                                    <p:animEffect transition="in" filter="fade">
                                      <p:cBhvr>
                                        <p:cTn id="9" dur="500"/>
                                        <p:tgtEl>
                                          <p:spTgt spid="37"/>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70"/>
                                        </p:tgtEl>
                                        <p:attrNameLst>
                                          <p:attrName>style.visibility</p:attrName>
                                        </p:attrNameLst>
                                      </p:cBhvr>
                                      <p:to>
                                        <p:strVal val="visible"/>
                                      </p:to>
                                    </p:set>
                                    <p:anim calcmode="lin" valueType="num">
                                      <p:cBhvr>
                                        <p:cTn id="13" dur="500" fill="hold"/>
                                        <p:tgtEl>
                                          <p:spTgt spid="70"/>
                                        </p:tgtEl>
                                        <p:attrNameLst>
                                          <p:attrName>ppt_w</p:attrName>
                                        </p:attrNameLst>
                                      </p:cBhvr>
                                      <p:tavLst>
                                        <p:tav tm="0">
                                          <p:val>
                                            <p:fltVal val="0"/>
                                          </p:val>
                                        </p:tav>
                                        <p:tav tm="100000">
                                          <p:val>
                                            <p:strVal val="#ppt_w"/>
                                          </p:val>
                                        </p:tav>
                                      </p:tavLst>
                                    </p:anim>
                                    <p:anim calcmode="lin" valueType="num">
                                      <p:cBhvr>
                                        <p:cTn id="14" dur="500" fill="hold"/>
                                        <p:tgtEl>
                                          <p:spTgt spid="70"/>
                                        </p:tgtEl>
                                        <p:attrNameLst>
                                          <p:attrName>ppt_h</p:attrName>
                                        </p:attrNameLst>
                                      </p:cBhvr>
                                      <p:tavLst>
                                        <p:tav tm="0">
                                          <p:val>
                                            <p:fltVal val="0"/>
                                          </p:val>
                                        </p:tav>
                                        <p:tav tm="100000">
                                          <p:val>
                                            <p:strVal val="#ppt_h"/>
                                          </p:val>
                                        </p:tav>
                                      </p:tavLst>
                                    </p:anim>
                                    <p:animEffect transition="in" filter="fade">
                                      <p:cBhvr>
                                        <p:cTn id="15" dur="500"/>
                                        <p:tgtEl>
                                          <p:spTgt spid="70"/>
                                        </p:tgtEl>
                                      </p:cBhvr>
                                    </p:animEffect>
                                  </p:childTnLst>
                                </p:cTn>
                              </p:par>
                            </p:childTnLst>
                          </p:cTn>
                        </p:par>
                        <p:par>
                          <p:cTn id="16" fill="hold">
                            <p:stCondLst>
                              <p:cond delay="1000"/>
                            </p:stCondLst>
                            <p:childTnLst>
                              <p:par>
                                <p:cTn id="17" presetID="22" presetClass="entr" presetSubtype="4"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Effect transition="in" filter="fade">
                                      <p:cBhvr>
                                        <p:cTn id="25" dur="500"/>
                                        <p:tgtEl>
                                          <p:spTgt spid="41"/>
                                        </p:tgtEl>
                                      </p:cBhvr>
                                    </p:animEffect>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72"/>
                                        </p:tgtEl>
                                        <p:attrNameLst>
                                          <p:attrName>style.visibility</p:attrName>
                                        </p:attrNameLst>
                                      </p:cBhvr>
                                      <p:to>
                                        <p:strVal val="visible"/>
                                      </p:to>
                                    </p:set>
                                    <p:anim calcmode="lin" valueType="num">
                                      <p:cBhvr>
                                        <p:cTn id="29" dur="500" fill="hold"/>
                                        <p:tgtEl>
                                          <p:spTgt spid="72"/>
                                        </p:tgtEl>
                                        <p:attrNameLst>
                                          <p:attrName>ppt_w</p:attrName>
                                        </p:attrNameLst>
                                      </p:cBhvr>
                                      <p:tavLst>
                                        <p:tav tm="0">
                                          <p:val>
                                            <p:fltVal val="0"/>
                                          </p:val>
                                        </p:tav>
                                        <p:tav tm="100000">
                                          <p:val>
                                            <p:strVal val="#ppt_w"/>
                                          </p:val>
                                        </p:tav>
                                      </p:tavLst>
                                    </p:anim>
                                    <p:anim calcmode="lin" valueType="num">
                                      <p:cBhvr>
                                        <p:cTn id="30" dur="500" fill="hold"/>
                                        <p:tgtEl>
                                          <p:spTgt spid="72"/>
                                        </p:tgtEl>
                                        <p:attrNameLst>
                                          <p:attrName>ppt_h</p:attrName>
                                        </p:attrNameLst>
                                      </p:cBhvr>
                                      <p:tavLst>
                                        <p:tav tm="0">
                                          <p:val>
                                            <p:fltVal val="0"/>
                                          </p:val>
                                        </p:tav>
                                        <p:tav tm="100000">
                                          <p:val>
                                            <p:strVal val="#ppt_h"/>
                                          </p:val>
                                        </p:tav>
                                      </p:tavLst>
                                    </p:anim>
                                    <p:animEffect transition="in" filter="fade">
                                      <p:cBhvr>
                                        <p:cTn id="31" dur="500"/>
                                        <p:tgtEl>
                                          <p:spTgt spid="72"/>
                                        </p:tgtEl>
                                      </p:cBhvr>
                                    </p:animEffect>
                                  </p:childTnLst>
                                </p:cTn>
                              </p:par>
                            </p:childTnLst>
                          </p:cTn>
                        </p:par>
                        <p:par>
                          <p:cTn id="32" fill="hold">
                            <p:stCondLst>
                              <p:cond delay="2500"/>
                            </p:stCondLst>
                            <p:childTnLst>
                              <p:par>
                                <p:cTn id="33" presetID="22" presetClass="entr" presetSubtype="4"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ipe(down)">
                                      <p:cBhvr>
                                        <p:cTn id="35" dur="500"/>
                                        <p:tgtEl>
                                          <p:spTgt spid="5"/>
                                        </p:tgtEl>
                                      </p:cBhvr>
                                    </p:animEffect>
                                  </p:childTnLst>
                                </p:cTn>
                              </p:par>
                            </p:childTnLst>
                          </p:cTn>
                        </p:par>
                        <p:par>
                          <p:cTn id="36" fill="hold">
                            <p:stCondLst>
                              <p:cond delay="3000"/>
                            </p:stCondLst>
                            <p:childTnLst>
                              <p:par>
                                <p:cTn id="37" presetID="53" presetClass="entr" presetSubtype="0" fill="hold" grpId="0" nodeType="after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p:cTn id="39" dur="500" fill="hold"/>
                                        <p:tgtEl>
                                          <p:spTgt spid="44"/>
                                        </p:tgtEl>
                                        <p:attrNameLst>
                                          <p:attrName>ppt_w</p:attrName>
                                        </p:attrNameLst>
                                      </p:cBhvr>
                                      <p:tavLst>
                                        <p:tav tm="0">
                                          <p:val>
                                            <p:fltVal val="0"/>
                                          </p:val>
                                        </p:tav>
                                        <p:tav tm="100000">
                                          <p:val>
                                            <p:strVal val="#ppt_w"/>
                                          </p:val>
                                        </p:tav>
                                      </p:tavLst>
                                    </p:anim>
                                    <p:anim calcmode="lin" valueType="num">
                                      <p:cBhvr>
                                        <p:cTn id="40" dur="500" fill="hold"/>
                                        <p:tgtEl>
                                          <p:spTgt spid="44"/>
                                        </p:tgtEl>
                                        <p:attrNameLst>
                                          <p:attrName>ppt_h</p:attrName>
                                        </p:attrNameLst>
                                      </p:cBhvr>
                                      <p:tavLst>
                                        <p:tav tm="0">
                                          <p:val>
                                            <p:fltVal val="0"/>
                                          </p:val>
                                        </p:tav>
                                        <p:tav tm="100000">
                                          <p:val>
                                            <p:strVal val="#ppt_h"/>
                                          </p:val>
                                        </p:tav>
                                      </p:tavLst>
                                    </p:anim>
                                    <p:animEffect transition="in" filter="fade">
                                      <p:cBhvr>
                                        <p:cTn id="41" dur="500"/>
                                        <p:tgtEl>
                                          <p:spTgt spid="44"/>
                                        </p:tgtEl>
                                      </p:cBhvr>
                                    </p:animEffect>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71"/>
                                        </p:tgtEl>
                                        <p:attrNameLst>
                                          <p:attrName>style.visibility</p:attrName>
                                        </p:attrNameLst>
                                      </p:cBhvr>
                                      <p:to>
                                        <p:strVal val="visible"/>
                                      </p:to>
                                    </p:set>
                                    <p:anim calcmode="lin" valueType="num">
                                      <p:cBhvr>
                                        <p:cTn id="45" dur="500" fill="hold"/>
                                        <p:tgtEl>
                                          <p:spTgt spid="71"/>
                                        </p:tgtEl>
                                        <p:attrNameLst>
                                          <p:attrName>ppt_w</p:attrName>
                                        </p:attrNameLst>
                                      </p:cBhvr>
                                      <p:tavLst>
                                        <p:tav tm="0">
                                          <p:val>
                                            <p:fltVal val="0"/>
                                          </p:val>
                                        </p:tav>
                                        <p:tav tm="100000">
                                          <p:val>
                                            <p:strVal val="#ppt_w"/>
                                          </p:val>
                                        </p:tav>
                                      </p:tavLst>
                                    </p:anim>
                                    <p:anim calcmode="lin" valueType="num">
                                      <p:cBhvr>
                                        <p:cTn id="46" dur="500" fill="hold"/>
                                        <p:tgtEl>
                                          <p:spTgt spid="71"/>
                                        </p:tgtEl>
                                        <p:attrNameLst>
                                          <p:attrName>ppt_h</p:attrName>
                                        </p:attrNameLst>
                                      </p:cBhvr>
                                      <p:tavLst>
                                        <p:tav tm="0">
                                          <p:val>
                                            <p:fltVal val="0"/>
                                          </p:val>
                                        </p:tav>
                                        <p:tav tm="100000">
                                          <p:val>
                                            <p:strVal val="#ppt_h"/>
                                          </p:val>
                                        </p:tav>
                                      </p:tavLst>
                                    </p:anim>
                                    <p:animEffect transition="in" filter="fade">
                                      <p:cBhvr>
                                        <p:cTn id="47" dur="500"/>
                                        <p:tgtEl>
                                          <p:spTgt spid="71"/>
                                        </p:tgtEl>
                                      </p:cBhvr>
                                    </p:animEffect>
                                  </p:childTnLst>
                                </p:cTn>
                              </p:par>
                            </p:childTnLst>
                          </p:cTn>
                        </p:par>
                        <p:par>
                          <p:cTn id="48" fill="hold">
                            <p:stCondLst>
                              <p:cond delay="4000"/>
                            </p:stCondLst>
                            <p:childTnLst>
                              <p:par>
                                <p:cTn id="49" presetID="22" presetClass="entr" presetSubtype="4" fill="hold" nodeType="after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wipe(down)">
                                      <p:cBhvr>
                                        <p:cTn id="51" dur="500"/>
                                        <p:tgtEl>
                                          <p:spTgt spid="6"/>
                                        </p:tgtEl>
                                      </p:cBhvr>
                                    </p:animEffect>
                                  </p:childTnLst>
                                </p:cTn>
                              </p:par>
                            </p:childTnLst>
                          </p:cTn>
                        </p:par>
                        <p:par>
                          <p:cTn id="52" fill="hold">
                            <p:stCondLst>
                              <p:cond delay="4500"/>
                            </p:stCondLst>
                            <p:childTnLst>
                              <p:par>
                                <p:cTn id="53" presetID="53" presetClass="entr" presetSubtype="0" fill="hold" grpId="0" nodeType="afterEffect">
                                  <p:stCondLst>
                                    <p:cond delay="0"/>
                                  </p:stCondLst>
                                  <p:childTnLst>
                                    <p:set>
                                      <p:cBhvr>
                                        <p:cTn id="54" dur="1" fill="hold">
                                          <p:stCondLst>
                                            <p:cond delay="0"/>
                                          </p:stCondLst>
                                        </p:cTn>
                                        <p:tgtEl>
                                          <p:spTgt spid="46"/>
                                        </p:tgtEl>
                                        <p:attrNameLst>
                                          <p:attrName>style.visibility</p:attrName>
                                        </p:attrNameLst>
                                      </p:cBhvr>
                                      <p:to>
                                        <p:strVal val="visible"/>
                                      </p:to>
                                    </p:set>
                                    <p:anim calcmode="lin" valueType="num">
                                      <p:cBhvr>
                                        <p:cTn id="55" dur="500" fill="hold"/>
                                        <p:tgtEl>
                                          <p:spTgt spid="46"/>
                                        </p:tgtEl>
                                        <p:attrNameLst>
                                          <p:attrName>ppt_w</p:attrName>
                                        </p:attrNameLst>
                                      </p:cBhvr>
                                      <p:tavLst>
                                        <p:tav tm="0">
                                          <p:val>
                                            <p:fltVal val="0"/>
                                          </p:val>
                                        </p:tav>
                                        <p:tav tm="100000">
                                          <p:val>
                                            <p:strVal val="#ppt_w"/>
                                          </p:val>
                                        </p:tav>
                                      </p:tavLst>
                                    </p:anim>
                                    <p:anim calcmode="lin" valueType="num">
                                      <p:cBhvr>
                                        <p:cTn id="56" dur="500" fill="hold"/>
                                        <p:tgtEl>
                                          <p:spTgt spid="46"/>
                                        </p:tgtEl>
                                        <p:attrNameLst>
                                          <p:attrName>ppt_h</p:attrName>
                                        </p:attrNameLst>
                                      </p:cBhvr>
                                      <p:tavLst>
                                        <p:tav tm="0">
                                          <p:val>
                                            <p:fltVal val="0"/>
                                          </p:val>
                                        </p:tav>
                                        <p:tav tm="100000">
                                          <p:val>
                                            <p:strVal val="#ppt_h"/>
                                          </p:val>
                                        </p:tav>
                                      </p:tavLst>
                                    </p:anim>
                                    <p:animEffect transition="in" filter="fade">
                                      <p:cBhvr>
                                        <p:cTn id="57" dur="500"/>
                                        <p:tgtEl>
                                          <p:spTgt spid="46"/>
                                        </p:tgtEl>
                                      </p:cBhvr>
                                    </p:animEffect>
                                  </p:childTnLst>
                                </p:cTn>
                              </p:par>
                            </p:childTnLst>
                          </p:cTn>
                        </p:par>
                        <p:par>
                          <p:cTn id="58" fill="hold">
                            <p:stCondLst>
                              <p:cond delay="5000"/>
                            </p:stCondLst>
                            <p:childTnLst>
                              <p:par>
                                <p:cTn id="59" presetID="53" presetClass="entr" presetSubtype="0" fill="hold" grpId="0" nodeType="afterEffect">
                                  <p:stCondLst>
                                    <p:cond delay="0"/>
                                  </p:stCondLst>
                                  <p:childTnLst>
                                    <p:set>
                                      <p:cBhvr>
                                        <p:cTn id="60" dur="1" fill="hold">
                                          <p:stCondLst>
                                            <p:cond delay="0"/>
                                          </p:stCondLst>
                                        </p:cTn>
                                        <p:tgtEl>
                                          <p:spTgt spid="73"/>
                                        </p:tgtEl>
                                        <p:attrNameLst>
                                          <p:attrName>style.visibility</p:attrName>
                                        </p:attrNameLst>
                                      </p:cBhvr>
                                      <p:to>
                                        <p:strVal val="visible"/>
                                      </p:to>
                                    </p:set>
                                    <p:anim calcmode="lin" valueType="num">
                                      <p:cBhvr>
                                        <p:cTn id="61" dur="500" fill="hold"/>
                                        <p:tgtEl>
                                          <p:spTgt spid="73"/>
                                        </p:tgtEl>
                                        <p:attrNameLst>
                                          <p:attrName>ppt_w</p:attrName>
                                        </p:attrNameLst>
                                      </p:cBhvr>
                                      <p:tavLst>
                                        <p:tav tm="0">
                                          <p:val>
                                            <p:fltVal val="0"/>
                                          </p:val>
                                        </p:tav>
                                        <p:tav tm="100000">
                                          <p:val>
                                            <p:strVal val="#ppt_w"/>
                                          </p:val>
                                        </p:tav>
                                      </p:tavLst>
                                    </p:anim>
                                    <p:anim calcmode="lin" valueType="num">
                                      <p:cBhvr>
                                        <p:cTn id="62" dur="500" fill="hold"/>
                                        <p:tgtEl>
                                          <p:spTgt spid="73"/>
                                        </p:tgtEl>
                                        <p:attrNameLst>
                                          <p:attrName>ppt_h</p:attrName>
                                        </p:attrNameLst>
                                      </p:cBhvr>
                                      <p:tavLst>
                                        <p:tav tm="0">
                                          <p:val>
                                            <p:fltVal val="0"/>
                                          </p:val>
                                        </p:tav>
                                        <p:tav tm="100000">
                                          <p:val>
                                            <p:strVal val="#ppt_h"/>
                                          </p:val>
                                        </p:tav>
                                      </p:tavLst>
                                    </p:anim>
                                    <p:animEffect transition="in" filter="fade">
                                      <p:cBhvr>
                                        <p:cTn id="63" dur="500"/>
                                        <p:tgtEl>
                                          <p:spTgt spid="73"/>
                                        </p:tgtEl>
                                      </p:cBhvr>
                                    </p:animEffect>
                                  </p:childTnLst>
                                </p:cTn>
                              </p:par>
                            </p:childTnLst>
                          </p:cTn>
                        </p:par>
                        <p:par>
                          <p:cTn id="64" fill="hold">
                            <p:stCondLst>
                              <p:cond delay="5500"/>
                            </p:stCondLst>
                            <p:childTnLst>
                              <p:par>
                                <p:cTn id="65" presetID="22" presetClass="entr" presetSubtype="4" fill="hold" nodeType="afterEffect">
                                  <p:stCondLst>
                                    <p:cond delay="0"/>
                                  </p:stCondLst>
                                  <p:childTnLst>
                                    <p:set>
                                      <p:cBhvr>
                                        <p:cTn id="66" dur="1" fill="hold">
                                          <p:stCondLst>
                                            <p:cond delay="0"/>
                                          </p:stCondLst>
                                        </p:cTn>
                                        <p:tgtEl>
                                          <p:spTgt spid="7"/>
                                        </p:tgtEl>
                                        <p:attrNameLst>
                                          <p:attrName>style.visibility</p:attrName>
                                        </p:attrNameLst>
                                      </p:cBhvr>
                                      <p:to>
                                        <p:strVal val="visible"/>
                                      </p:to>
                                    </p:set>
                                    <p:animEffect transition="in" filter="wipe(down)">
                                      <p:cBhvr>
                                        <p:cTn id="67" dur="500"/>
                                        <p:tgtEl>
                                          <p:spTgt spid="7"/>
                                        </p:tgtEl>
                                      </p:cBhvr>
                                    </p:animEffect>
                                  </p:childTnLst>
                                </p:cTn>
                              </p:par>
                            </p:childTnLst>
                          </p:cTn>
                        </p:par>
                        <p:par>
                          <p:cTn id="68" fill="hold">
                            <p:stCondLst>
                              <p:cond delay="6000"/>
                            </p:stCondLst>
                            <p:childTnLst>
                              <p:par>
                                <p:cTn id="69" presetID="53" presetClass="entr" presetSubtype="0"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 calcmode="lin" valueType="num">
                                      <p:cBhvr>
                                        <p:cTn id="71" dur="500" fill="hold"/>
                                        <p:tgtEl>
                                          <p:spTgt spid="27"/>
                                        </p:tgtEl>
                                        <p:attrNameLst>
                                          <p:attrName>ppt_w</p:attrName>
                                        </p:attrNameLst>
                                      </p:cBhvr>
                                      <p:tavLst>
                                        <p:tav tm="0">
                                          <p:val>
                                            <p:fltVal val="0"/>
                                          </p:val>
                                        </p:tav>
                                        <p:tav tm="100000">
                                          <p:val>
                                            <p:strVal val="#ppt_w"/>
                                          </p:val>
                                        </p:tav>
                                      </p:tavLst>
                                    </p:anim>
                                    <p:anim calcmode="lin" valueType="num">
                                      <p:cBhvr>
                                        <p:cTn id="72" dur="500" fill="hold"/>
                                        <p:tgtEl>
                                          <p:spTgt spid="27"/>
                                        </p:tgtEl>
                                        <p:attrNameLst>
                                          <p:attrName>ppt_h</p:attrName>
                                        </p:attrNameLst>
                                      </p:cBhvr>
                                      <p:tavLst>
                                        <p:tav tm="0">
                                          <p:val>
                                            <p:fltVal val="0"/>
                                          </p:val>
                                        </p:tav>
                                        <p:tav tm="100000">
                                          <p:val>
                                            <p:strVal val="#ppt_h"/>
                                          </p:val>
                                        </p:tav>
                                      </p:tavLst>
                                    </p:anim>
                                    <p:animEffect transition="in" filter="fade">
                                      <p:cBhvr>
                                        <p:cTn id="73" dur="500"/>
                                        <p:tgtEl>
                                          <p:spTgt spid="27"/>
                                        </p:tgtEl>
                                      </p:cBhvr>
                                    </p:animEffect>
                                  </p:childTnLst>
                                </p:cTn>
                              </p:par>
                            </p:childTnLst>
                          </p:cTn>
                        </p:par>
                        <p:par>
                          <p:cTn id="74" fill="hold">
                            <p:stCondLst>
                              <p:cond delay="6500"/>
                            </p:stCondLst>
                            <p:childTnLst>
                              <p:par>
                                <p:cTn id="75" presetID="53" presetClass="entr" presetSubtype="0" fill="hold" grpId="0" nodeType="afterEffect">
                                  <p:stCondLst>
                                    <p:cond delay="0"/>
                                  </p:stCondLst>
                                  <p:childTnLst>
                                    <p:set>
                                      <p:cBhvr>
                                        <p:cTn id="76" dur="1" fill="hold">
                                          <p:stCondLst>
                                            <p:cond delay="0"/>
                                          </p:stCondLst>
                                        </p:cTn>
                                        <p:tgtEl>
                                          <p:spTgt spid="28"/>
                                        </p:tgtEl>
                                        <p:attrNameLst>
                                          <p:attrName>style.visibility</p:attrName>
                                        </p:attrNameLst>
                                      </p:cBhvr>
                                      <p:to>
                                        <p:strVal val="visible"/>
                                      </p:to>
                                    </p:set>
                                    <p:anim calcmode="lin" valueType="num">
                                      <p:cBhvr>
                                        <p:cTn id="77" dur="500" fill="hold"/>
                                        <p:tgtEl>
                                          <p:spTgt spid="28"/>
                                        </p:tgtEl>
                                        <p:attrNameLst>
                                          <p:attrName>ppt_w</p:attrName>
                                        </p:attrNameLst>
                                      </p:cBhvr>
                                      <p:tavLst>
                                        <p:tav tm="0">
                                          <p:val>
                                            <p:fltVal val="0"/>
                                          </p:val>
                                        </p:tav>
                                        <p:tav tm="100000">
                                          <p:val>
                                            <p:strVal val="#ppt_w"/>
                                          </p:val>
                                        </p:tav>
                                      </p:tavLst>
                                    </p:anim>
                                    <p:anim calcmode="lin" valueType="num">
                                      <p:cBhvr>
                                        <p:cTn id="78" dur="500" fill="hold"/>
                                        <p:tgtEl>
                                          <p:spTgt spid="28"/>
                                        </p:tgtEl>
                                        <p:attrNameLst>
                                          <p:attrName>ppt_h</p:attrName>
                                        </p:attrNameLst>
                                      </p:cBhvr>
                                      <p:tavLst>
                                        <p:tav tm="0">
                                          <p:val>
                                            <p:fltVal val="0"/>
                                          </p:val>
                                        </p:tav>
                                        <p:tav tm="100000">
                                          <p:val>
                                            <p:strVal val="#ppt_h"/>
                                          </p:val>
                                        </p:tav>
                                      </p:tavLst>
                                    </p:anim>
                                    <p:animEffect transition="in" filter="fade">
                                      <p:cBhvr>
                                        <p:cTn id="79" dur="500"/>
                                        <p:tgtEl>
                                          <p:spTgt spid="28"/>
                                        </p:tgtEl>
                                      </p:cBhvr>
                                    </p:animEffect>
                                  </p:childTnLst>
                                </p:cTn>
                              </p:par>
                            </p:childTnLst>
                          </p:cTn>
                        </p:par>
                        <p:par>
                          <p:cTn id="80" fill="hold">
                            <p:stCondLst>
                              <p:cond delay="7000"/>
                            </p:stCondLst>
                            <p:childTnLst>
                              <p:par>
                                <p:cTn id="81" presetID="53" presetClass="entr" presetSubtype="0" fill="hold" grpId="0" nodeType="afterEffect">
                                  <p:stCondLst>
                                    <p:cond delay="0"/>
                                  </p:stCondLst>
                                  <p:childTnLst>
                                    <p:set>
                                      <p:cBhvr>
                                        <p:cTn id="82" dur="1" fill="hold">
                                          <p:stCondLst>
                                            <p:cond delay="0"/>
                                          </p:stCondLst>
                                        </p:cTn>
                                        <p:tgtEl>
                                          <p:spTgt spid="29"/>
                                        </p:tgtEl>
                                        <p:attrNameLst>
                                          <p:attrName>style.visibility</p:attrName>
                                        </p:attrNameLst>
                                      </p:cBhvr>
                                      <p:to>
                                        <p:strVal val="visible"/>
                                      </p:to>
                                    </p:set>
                                    <p:anim calcmode="lin" valueType="num">
                                      <p:cBhvr>
                                        <p:cTn id="83" dur="500" fill="hold"/>
                                        <p:tgtEl>
                                          <p:spTgt spid="29"/>
                                        </p:tgtEl>
                                        <p:attrNameLst>
                                          <p:attrName>ppt_w</p:attrName>
                                        </p:attrNameLst>
                                      </p:cBhvr>
                                      <p:tavLst>
                                        <p:tav tm="0">
                                          <p:val>
                                            <p:fltVal val="0"/>
                                          </p:val>
                                        </p:tav>
                                        <p:tav tm="100000">
                                          <p:val>
                                            <p:strVal val="#ppt_w"/>
                                          </p:val>
                                        </p:tav>
                                      </p:tavLst>
                                    </p:anim>
                                    <p:anim calcmode="lin" valueType="num">
                                      <p:cBhvr>
                                        <p:cTn id="84" dur="500" fill="hold"/>
                                        <p:tgtEl>
                                          <p:spTgt spid="29"/>
                                        </p:tgtEl>
                                        <p:attrNameLst>
                                          <p:attrName>ppt_h</p:attrName>
                                        </p:attrNameLst>
                                      </p:cBhvr>
                                      <p:tavLst>
                                        <p:tav tm="0">
                                          <p:val>
                                            <p:fltVal val="0"/>
                                          </p:val>
                                        </p:tav>
                                        <p:tav tm="100000">
                                          <p:val>
                                            <p:strVal val="#ppt_h"/>
                                          </p:val>
                                        </p:tav>
                                      </p:tavLst>
                                    </p:anim>
                                    <p:animEffect transition="in" filter="fade">
                                      <p:cBhvr>
                                        <p:cTn id="85" dur="500"/>
                                        <p:tgtEl>
                                          <p:spTgt spid="29"/>
                                        </p:tgtEl>
                                      </p:cBhvr>
                                    </p:animEffect>
                                  </p:childTnLst>
                                </p:cTn>
                              </p:par>
                            </p:childTnLst>
                          </p:cTn>
                        </p:par>
                        <p:par>
                          <p:cTn id="86" fill="hold">
                            <p:stCondLst>
                              <p:cond delay="7500"/>
                            </p:stCondLst>
                            <p:childTnLst>
                              <p:par>
                                <p:cTn id="87" presetID="13" presetClass="entr" presetSubtype="16" fill="hold" nodeType="afterEffect">
                                  <p:stCondLst>
                                    <p:cond delay="0"/>
                                  </p:stCondLst>
                                  <p:childTnLst>
                                    <p:set>
                                      <p:cBhvr>
                                        <p:cTn id="88" dur="1" fill="hold">
                                          <p:stCondLst>
                                            <p:cond delay="0"/>
                                          </p:stCondLst>
                                        </p:cTn>
                                        <p:tgtEl>
                                          <p:spTgt spid="36"/>
                                        </p:tgtEl>
                                        <p:attrNameLst>
                                          <p:attrName>style.visibility</p:attrName>
                                        </p:attrNameLst>
                                      </p:cBhvr>
                                      <p:to>
                                        <p:strVal val="visible"/>
                                      </p:to>
                                    </p:set>
                                    <p:animEffect transition="in" filter="plus(in)">
                                      <p:cBhvr>
                                        <p:cTn id="89" dur="500"/>
                                        <p:tgtEl>
                                          <p:spTgt spid="36"/>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1" grpId="0" animBg="1"/>
      <p:bldP spid="44" grpId="0" animBg="1"/>
      <p:bldP spid="46" grpId="0" animBg="1"/>
      <p:bldP spid="70" grpId="0" animBg="1"/>
      <p:bldP spid="71" grpId="0" animBg="1"/>
      <p:bldP spid="72" grpId="0" animBg="1"/>
      <p:bldP spid="73" grpId="0" animBg="1"/>
      <p:bldP spid="27" grpId="0" animBg="1"/>
      <p:bldP spid="28" grpId="0" animBg="1"/>
      <p:bldP spid="29" grpId="0" animBg="1"/>
      <p:bldP spid="35"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Chain Infographic</a:t>
            </a:r>
            <a:endParaRPr lang="en-US" dirty="0"/>
          </a:p>
        </p:txBody>
      </p:sp>
      <p:sp>
        <p:nvSpPr>
          <p:cNvPr id="8" name="Text Placeholder 7"/>
          <p:cNvSpPr>
            <a:spLocks noGrp="1"/>
          </p:cNvSpPr>
          <p:nvPr>
            <p:ph type="body" sz="half" idx="2"/>
          </p:nvPr>
        </p:nvSpPr>
        <p:spPr/>
        <p:txBody>
          <a:bodyPr/>
          <a:lstStyle/>
          <a:p>
            <a:r>
              <a:rPr lang="en-US"/>
              <a:t>Chain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84</a:t>
            </a:fld>
            <a:endParaRPr lang="en-US" dirty="0"/>
          </a:p>
        </p:txBody>
      </p:sp>
      <p:sp>
        <p:nvSpPr>
          <p:cNvPr id="5125" name="Freeform 5"/>
          <p:cNvSpPr>
            <a:spLocks/>
          </p:cNvSpPr>
          <p:nvPr/>
        </p:nvSpPr>
        <p:spPr bwMode="auto">
          <a:xfrm rot="18900000">
            <a:off x="826067" y="1901543"/>
            <a:ext cx="2014235" cy="880584"/>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6" name="Oval 6"/>
          <p:cNvSpPr>
            <a:spLocks noChangeArrowheads="1"/>
          </p:cNvSpPr>
          <p:nvPr/>
        </p:nvSpPr>
        <p:spPr bwMode="auto">
          <a:xfrm>
            <a:off x="1096153" y="2408509"/>
            <a:ext cx="667595" cy="669885"/>
          </a:xfrm>
          <a:prstGeom prst="ellipse">
            <a:avLst/>
          </a:prstGeom>
          <a:solidFill>
            <a:schemeClr val="bg1"/>
          </a:solidFill>
          <a:ln w="9525">
            <a:noFill/>
            <a:round/>
            <a:headEnd/>
            <a:tailEnd/>
          </a:ln>
        </p:spPr>
        <p:txBody>
          <a:bodyPr vert="horz" wrap="square" lIns="91440" tIns="45720" rIns="91440" bIns="45720" numCol="1" anchor="ctr" anchorCtr="0" compatLnSpc="1">
            <a:prstTxWarp prst="textNoShape">
              <a:avLst/>
            </a:prstTxWarp>
          </a:bodyPr>
          <a:lstStyle/>
          <a:p>
            <a:pPr algn="ctr"/>
            <a:r>
              <a:rPr lang="en-US" sz="1600" b="1" dirty="0">
                <a:solidFill>
                  <a:schemeClr val="accent1"/>
                </a:solidFill>
              </a:rPr>
              <a:t>01</a:t>
            </a:r>
          </a:p>
        </p:txBody>
      </p:sp>
      <p:sp>
        <p:nvSpPr>
          <p:cNvPr id="143" name="Freeform 5"/>
          <p:cNvSpPr>
            <a:spLocks/>
          </p:cNvSpPr>
          <p:nvPr/>
        </p:nvSpPr>
        <p:spPr bwMode="auto">
          <a:xfrm rot="2700000">
            <a:off x="1637371" y="1901544"/>
            <a:ext cx="2014236" cy="880583"/>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5"/>
          <p:cNvSpPr>
            <a:spLocks/>
          </p:cNvSpPr>
          <p:nvPr/>
        </p:nvSpPr>
        <p:spPr bwMode="auto">
          <a:xfrm rot="18900000">
            <a:off x="2438987" y="1901544"/>
            <a:ext cx="2014235" cy="880584"/>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Oval 6"/>
          <p:cNvSpPr>
            <a:spLocks noChangeArrowheads="1"/>
          </p:cNvSpPr>
          <p:nvPr/>
        </p:nvSpPr>
        <p:spPr bwMode="auto">
          <a:xfrm>
            <a:off x="2709072" y="2408509"/>
            <a:ext cx="667595" cy="669885"/>
          </a:xfrm>
          <a:prstGeom prst="ellipse">
            <a:avLst/>
          </a:prstGeom>
          <a:solidFill>
            <a:schemeClr val="bg1"/>
          </a:solidFill>
          <a:ln w="9525">
            <a:noFill/>
            <a:round/>
            <a:headEnd/>
            <a:tailEnd/>
          </a:ln>
        </p:spPr>
        <p:txBody>
          <a:bodyPr vert="horz" wrap="square" lIns="91440" tIns="45720" rIns="91440" bIns="45720" numCol="1" anchor="ctr" anchorCtr="0" compatLnSpc="1">
            <a:prstTxWarp prst="textNoShape">
              <a:avLst/>
            </a:prstTxWarp>
          </a:bodyPr>
          <a:lstStyle/>
          <a:p>
            <a:pPr algn="ctr"/>
            <a:r>
              <a:rPr lang="en-US" sz="1600" b="1" dirty="0">
                <a:solidFill>
                  <a:schemeClr val="accent3"/>
                </a:solidFill>
              </a:rPr>
              <a:t>02</a:t>
            </a:r>
          </a:p>
        </p:txBody>
      </p:sp>
      <p:sp>
        <p:nvSpPr>
          <p:cNvPr id="147" name="Freeform 5"/>
          <p:cNvSpPr>
            <a:spLocks/>
          </p:cNvSpPr>
          <p:nvPr/>
        </p:nvSpPr>
        <p:spPr bwMode="auto">
          <a:xfrm rot="2700000">
            <a:off x="3246974" y="1901547"/>
            <a:ext cx="2014236" cy="880583"/>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5"/>
          <p:cNvSpPr>
            <a:spLocks/>
          </p:cNvSpPr>
          <p:nvPr/>
        </p:nvSpPr>
        <p:spPr bwMode="auto">
          <a:xfrm rot="18900000">
            <a:off x="4059246" y="1901548"/>
            <a:ext cx="2014235" cy="880584"/>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Oval 6"/>
          <p:cNvSpPr>
            <a:spLocks noChangeArrowheads="1"/>
          </p:cNvSpPr>
          <p:nvPr/>
        </p:nvSpPr>
        <p:spPr bwMode="auto">
          <a:xfrm>
            <a:off x="4329332" y="2408514"/>
            <a:ext cx="667595" cy="669885"/>
          </a:xfrm>
          <a:prstGeom prst="ellipse">
            <a:avLst/>
          </a:prstGeom>
          <a:solidFill>
            <a:schemeClr val="bg1"/>
          </a:solidFill>
          <a:ln w="9525">
            <a:noFill/>
            <a:round/>
            <a:headEnd/>
            <a:tailEnd/>
          </a:ln>
        </p:spPr>
        <p:txBody>
          <a:bodyPr vert="horz" wrap="square" lIns="91440" tIns="45720" rIns="91440" bIns="45720" numCol="1" anchor="ctr" anchorCtr="0" compatLnSpc="1">
            <a:prstTxWarp prst="textNoShape">
              <a:avLst/>
            </a:prstTxWarp>
          </a:bodyPr>
          <a:lstStyle/>
          <a:p>
            <a:pPr algn="ctr"/>
            <a:r>
              <a:rPr lang="en-US" sz="1600" b="1" dirty="0">
                <a:solidFill>
                  <a:schemeClr val="accent5"/>
                </a:solidFill>
              </a:rPr>
              <a:t>03</a:t>
            </a:r>
          </a:p>
        </p:txBody>
      </p:sp>
      <p:sp>
        <p:nvSpPr>
          <p:cNvPr id="151" name="Freeform 5"/>
          <p:cNvSpPr>
            <a:spLocks/>
          </p:cNvSpPr>
          <p:nvPr/>
        </p:nvSpPr>
        <p:spPr bwMode="auto">
          <a:xfrm rot="2700000">
            <a:off x="4870550" y="1901548"/>
            <a:ext cx="2014236" cy="880583"/>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5"/>
          <p:cNvSpPr>
            <a:spLocks/>
          </p:cNvSpPr>
          <p:nvPr/>
        </p:nvSpPr>
        <p:spPr bwMode="auto">
          <a:xfrm rot="18900000">
            <a:off x="5672165" y="1901549"/>
            <a:ext cx="2014235" cy="880584"/>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Oval 6"/>
          <p:cNvSpPr>
            <a:spLocks noChangeArrowheads="1"/>
          </p:cNvSpPr>
          <p:nvPr/>
        </p:nvSpPr>
        <p:spPr bwMode="auto">
          <a:xfrm>
            <a:off x="5942250" y="2408514"/>
            <a:ext cx="667595" cy="669885"/>
          </a:xfrm>
          <a:prstGeom prst="ellipse">
            <a:avLst/>
          </a:prstGeom>
          <a:solidFill>
            <a:schemeClr val="bg1"/>
          </a:solidFill>
          <a:ln w="9525">
            <a:noFill/>
            <a:round/>
            <a:headEnd/>
            <a:tailEnd/>
          </a:ln>
        </p:spPr>
        <p:txBody>
          <a:bodyPr vert="horz" wrap="square" lIns="91440" tIns="45720" rIns="91440" bIns="45720" numCol="1" anchor="ctr" anchorCtr="0" compatLnSpc="1">
            <a:prstTxWarp prst="textNoShape">
              <a:avLst/>
            </a:prstTxWarp>
          </a:bodyPr>
          <a:lstStyle/>
          <a:p>
            <a:pPr algn="ctr"/>
            <a:r>
              <a:rPr lang="en-US" sz="1600" b="1" dirty="0">
                <a:solidFill>
                  <a:schemeClr val="accent1"/>
                </a:solidFill>
              </a:rPr>
              <a:t>04</a:t>
            </a:r>
          </a:p>
        </p:txBody>
      </p:sp>
      <p:sp>
        <p:nvSpPr>
          <p:cNvPr id="155" name="Freeform 5"/>
          <p:cNvSpPr>
            <a:spLocks/>
          </p:cNvSpPr>
          <p:nvPr/>
        </p:nvSpPr>
        <p:spPr bwMode="auto">
          <a:xfrm rot="2700000">
            <a:off x="6480153" y="1901552"/>
            <a:ext cx="2014236" cy="880583"/>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Oval 7"/>
          <p:cNvSpPr>
            <a:spLocks noChangeArrowheads="1"/>
          </p:cNvSpPr>
          <p:nvPr/>
        </p:nvSpPr>
        <p:spPr bwMode="auto">
          <a:xfrm>
            <a:off x="7555089" y="2406898"/>
            <a:ext cx="667595" cy="669884"/>
          </a:xfrm>
          <a:prstGeom prst="ellipse">
            <a:avLst/>
          </a:prstGeom>
          <a:solidFill>
            <a:schemeClr val="bg1"/>
          </a:solidFill>
          <a:ln w="9525">
            <a:noFill/>
            <a:round/>
            <a:headEnd/>
            <a:tailEnd/>
          </a:ln>
        </p:spPr>
        <p:txBody>
          <a:bodyPr vert="horz" wrap="square" lIns="91440" tIns="45720" rIns="91440" bIns="45720" numCol="1" anchor="ctr" anchorCtr="0" compatLnSpc="1">
            <a:prstTxWarp prst="textNoShape">
              <a:avLst/>
            </a:prstTxWarp>
          </a:bodyPr>
          <a:lstStyle/>
          <a:p>
            <a:pPr algn="ctr"/>
            <a:r>
              <a:rPr lang="en-US" sz="1600" b="1" dirty="0">
                <a:solidFill>
                  <a:schemeClr val="accent2"/>
                </a:solidFill>
              </a:rPr>
              <a:t>05</a:t>
            </a:r>
          </a:p>
        </p:txBody>
      </p:sp>
      <p:grpSp>
        <p:nvGrpSpPr>
          <p:cNvPr id="2" name="Group 159"/>
          <p:cNvGrpSpPr/>
          <p:nvPr/>
        </p:nvGrpSpPr>
        <p:grpSpPr>
          <a:xfrm>
            <a:off x="3517534" y="1604805"/>
            <a:ext cx="669884" cy="667595"/>
            <a:chOff x="3686049" y="2007713"/>
            <a:chExt cx="669884" cy="667595"/>
          </a:xfrm>
        </p:grpSpPr>
        <p:sp>
          <p:nvSpPr>
            <p:cNvPr id="148" name="Oval 6"/>
            <p:cNvSpPr>
              <a:spLocks noChangeArrowheads="1"/>
            </p:cNvSpPr>
            <p:nvPr/>
          </p:nvSpPr>
          <p:spPr bwMode="auto">
            <a:xfrm rot="2700000">
              <a:off x="3687193" y="2006569"/>
              <a:ext cx="667595" cy="669884"/>
            </a:xfrm>
            <a:prstGeom prst="ellipse">
              <a:avLst/>
            </a:pr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127"/>
            <p:cNvSpPr>
              <a:spLocks/>
            </p:cNvSpPr>
            <p:nvPr/>
          </p:nvSpPr>
          <p:spPr bwMode="auto">
            <a:xfrm>
              <a:off x="3836478" y="2127854"/>
              <a:ext cx="363410" cy="400425"/>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157"/>
          <p:cNvGrpSpPr/>
          <p:nvPr/>
        </p:nvGrpSpPr>
        <p:grpSpPr>
          <a:xfrm>
            <a:off x="6750713" y="1604810"/>
            <a:ext cx="669884" cy="667595"/>
            <a:chOff x="6919228" y="2007718"/>
            <a:chExt cx="669884" cy="667595"/>
          </a:xfrm>
        </p:grpSpPr>
        <p:sp>
          <p:nvSpPr>
            <p:cNvPr id="157" name="Oval 6"/>
            <p:cNvSpPr>
              <a:spLocks noChangeArrowheads="1"/>
            </p:cNvSpPr>
            <p:nvPr/>
          </p:nvSpPr>
          <p:spPr bwMode="auto">
            <a:xfrm rot="2700000">
              <a:off x="6920372" y="2006574"/>
              <a:ext cx="667595" cy="669884"/>
            </a:xfrm>
            <a:prstGeom prst="ellipse">
              <a:avLst/>
            </a:pr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56"/>
            <p:cNvSpPr>
              <a:spLocks noEditPoints="1"/>
            </p:cNvSpPr>
            <p:nvPr/>
          </p:nvSpPr>
          <p:spPr bwMode="auto">
            <a:xfrm>
              <a:off x="7073538" y="2160885"/>
              <a:ext cx="361263" cy="361263"/>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158"/>
          <p:cNvGrpSpPr/>
          <p:nvPr/>
        </p:nvGrpSpPr>
        <p:grpSpPr>
          <a:xfrm>
            <a:off x="5141110" y="1604806"/>
            <a:ext cx="669884" cy="667595"/>
            <a:chOff x="5309625" y="2007714"/>
            <a:chExt cx="669884" cy="667595"/>
          </a:xfrm>
        </p:grpSpPr>
        <p:sp>
          <p:nvSpPr>
            <p:cNvPr id="152" name="Oval 6"/>
            <p:cNvSpPr>
              <a:spLocks noChangeArrowheads="1"/>
            </p:cNvSpPr>
            <p:nvPr/>
          </p:nvSpPr>
          <p:spPr bwMode="auto">
            <a:xfrm rot="2700000">
              <a:off x="5310769" y="2006570"/>
              <a:ext cx="667595" cy="669884"/>
            </a:xfrm>
            <a:prstGeom prst="ellipse">
              <a:avLst/>
            </a:pr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24"/>
            <p:cNvSpPr>
              <a:spLocks noEditPoints="1"/>
            </p:cNvSpPr>
            <p:nvPr/>
          </p:nvSpPr>
          <p:spPr bwMode="auto">
            <a:xfrm>
              <a:off x="5492264" y="2176121"/>
              <a:ext cx="304604" cy="330782"/>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160"/>
          <p:cNvGrpSpPr/>
          <p:nvPr/>
        </p:nvGrpSpPr>
        <p:grpSpPr>
          <a:xfrm>
            <a:off x="1907931" y="1604802"/>
            <a:ext cx="669884" cy="667595"/>
            <a:chOff x="2076446" y="2007710"/>
            <a:chExt cx="669884" cy="667595"/>
          </a:xfrm>
        </p:grpSpPr>
        <p:sp>
          <p:nvSpPr>
            <p:cNvPr id="144" name="Oval 6"/>
            <p:cNvSpPr>
              <a:spLocks noChangeArrowheads="1"/>
            </p:cNvSpPr>
            <p:nvPr/>
          </p:nvSpPr>
          <p:spPr bwMode="auto">
            <a:xfrm rot="2700000">
              <a:off x="2077590" y="2006566"/>
              <a:ext cx="667595" cy="669884"/>
            </a:xfrm>
            <a:prstGeom prst="ellipse">
              <a:avLst/>
            </a:pr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74"/>
            <p:cNvSpPr>
              <a:spLocks noEditPoints="1"/>
            </p:cNvSpPr>
            <p:nvPr/>
          </p:nvSpPr>
          <p:spPr bwMode="auto">
            <a:xfrm>
              <a:off x="2261584" y="2225314"/>
              <a:ext cx="299606" cy="232388"/>
            </a:xfrm>
            <a:custGeom>
              <a:avLst/>
              <a:gdLst/>
              <a:ahLst/>
              <a:cxnLst>
                <a:cxn ang="0">
                  <a:pos x="66" y="17"/>
                </a:cxn>
                <a:cxn ang="0">
                  <a:pos x="47" y="30"/>
                </a:cxn>
                <a:cxn ang="0">
                  <a:pos x="37" y="36"/>
                </a:cxn>
                <a:cxn ang="0">
                  <a:pos x="36" y="36"/>
                </a:cxn>
                <a:cxn ang="0">
                  <a:pos x="36" y="36"/>
                </a:cxn>
                <a:cxn ang="0">
                  <a:pos x="26" y="30"/>
                </a:cxn>
                <a:cxn ang="0">
                  <a:pos x="7" y="17"/>
                </a:cxn>
                <a:cxn ang="0">
                  <a:pos x="0" y="7"/>
                </a:cxn>
                <a:cxn ang="0">
                  <a:pos x="7" y="0"/>
                </a:cxn>
                <a:cxn ang="0">
                  <a:pos x="66" y="0"/>
                </a:cxn>
                <a:cxn ang="0">
                  <a:pos x="72" y="6"/>
                </a:cxn>
                <a:cxn ang="0">
                  <a:pos x="66" y="17"/>
                </a:cxn>
                <a:cxn ang="0">
                  <a:pos x="72" y="50"/>
                </a:cxn>
                <a:cxn ang="0">
                  <a:pos x="66" y="56"/>
                </a:cxn>
                <a:cxn ang="0">
                  <a:pos x="7" y="56"/>
                </a:cxn>
                <a:cxn ang="0">
                  <a:pos x="0" y="50"/>
                </a:cxn>
                <a:cxn ang="0">
                  <a:pos x="0" y="18"/>
                </a:cxn>
                <a:cxn ang="0">
                  <a:pos x="5" y="21"/>
                </a:cxn>
                <a:cxn ang="0">
                  <a:pos x="24" y="35"/>
                </a:cxn>
                <a:cxn ang="0">
                  <a:pos x="36" y="41"/>
                </a:cxn>
                <a:cxn ang="0">
                  <a:pos x="36" y="41"/>
                </a:cxn>
                <a:cxn ang="0">
                  <a:pos x="37" y="41"/>
                </a:cxn>
                <a:cxn ang="0">
                  <a:pos x="48" y="35"/>
                </a:cxn>
                <a:cxn ang="0">
                  <a:pos x="68" y="21"/>
                </a:cxn>
                <a:cxn ang="0">
                  <a:pos x="72" y="18"/>
                </a:cxn>
                <a:cxn ang="0">
                  <a:pos x="72" y="50"/>
                </a:cxn>
              </a:cxnLst>
              <a:rect l="0" t="0" r="r" b="b"/>
              <a:pathLst>
                <a:path w="72" h="56">
                  <a:moveTo>
                    <a:pt x="66" y="17"/>
                  </a:moveTo>
                  <a:cubicBezTo>
                    <a:pt x="59" y="21"/>
                    <a:pt x="53" y="26"/>
                    <a:pt x="47" y="30"/>
                  </a:cubicBezTo>
                  <a:cubicBezTo>
                    <a:pt x="44" y="32"/>
                    <a:pt x="40" y="36"/>
                    <a:pt x="37" y="36"/>
                  </a:cubicBezTo>
                  <a:cubicBezTo>
                    <a:pt x="36" y="36"/>
                    <a:pt x="36" y="36"/>
                    <a:pt x="36" y="36"/>
                  </a:cubicBezTo>
                  <a:cubicBezTo>
                    <a:pt x="36" y="36"/>
                    <a:pt x="36" y="36"/>
                    <a:pt x="36" y="36"/>
                  </a:cubicBezTo>
                  <a:cubicBezTo>
                    <a:pt x="33" y="36"/>
                    <a:pt x="29" y="32"/>
                    <a:pt x="26" y="30"/>
                  </a:cubicBezTo>
                  <a:cubicBezTo>
                    <a:pt x="20" y="26"/>
                    <a:pt x="14" y="21"/>
                    <a:pt x="7" y="17"/>
                  </a:cubicBezTo>
                  <a:cubicBezTo>
                    <a:pt x="5" y="15"/>
                    <a:pt x="0" y="11"/>
                    <a:pt x="0" y="7"/>
                  </a:cubicBezTo>
                  <a:cubicBezTo>
                    <a:pt x="0" y="3"/>
                    <a:pt x="3" y="0"/>
                    <a:pt x="7" y="0"/>
                  </a:cubicBezTo>
                  <a:cubicBezTo>
                    <a:pt x="66" y="0"/>
                    <a:pt x="66" y="0"/>
                    <a:pt x="66" y="0"/>
                  </a:cubicBezTo>
                  <a:cubicBezTo>
                    <a:pt x="70" y="0"/>
                    <a:pt x="72" y="2"/>
                    <a:pt x="72" y="6"/>
                  </a:cubicBezTo>
                  <a:cubicBezTo>
                    <a:pt x="72" y="11"/>
                    <a:pt x="69" y="15"/>
                    <a:pt x="66" y="17"/>
                  </a:cubicBezTo>
                  <a:close/>
                  <a:moveTo>
                    <a:pt x="72" y="50"/>
                  </a:moveTo>
                  <a:cubicBezTo>
                    <a:pt x="72" y="53"/>
                    <a:pt x="70" y="56"/>
                    <a:pt x="66" y="56"/>
                  </a:cubicBezTo>
                  <a:cubicBezTo>
                    <a:pt x="7" y="56"/>
                    <a:pt x="7" y="56"/>
                    <a:pt x="7" y="56"/>
                  </a:cubicBezTo>
                  <a:cubicBezTo>
                    <a:pt x="3" y="56"/>
                    <a:pt x="0" y="53"/>
                    <a:pt x="0" y="50"/>
                  </a:cubicBezTo>
                  <a:cubicBezTo>
                    <a:pt x="0" y="18"/>
                    <a:pt x="0" y="18"/>
                    <a:pt x="0" y="18"/>
                  </a:cubicBezTo>
                  <a:cubicBezTo>
                    <a:pt x="2" y="19"/>
                    <a:pt x="3" y="20"/>
                    <a:pt x="5" y="21"/>
                  </a:cubicBezTo>
                  <a:cubicBezTo>
                    <a:pt x="11" y="26"/>
                    <a:pt x="18" y="30"/>
                    <a:pt x="24" y="35"/>
                  </a:cubicBezTo>
                  <a:cubicBezTo>
                    <a:pt x="28" y="38"/>
                    <a:pt x="32" y="41"/>
                    <a:pt x="36" y="41"/>
                  </a:cubicBezTo>
                  <a:cubicBezTo>
                    <a:pt x="36" y="41"/>
                    <a:pt x="36" y="41"/>
                    <a:pt x="36" y="41"/>
                  </a:cubicBezTo>
                  <a:cubicBezTo>
                    <a:pt x="37" y="41"/>
                    <a:pt x="37" y="41"/>
                    <a:pt x="37" y="41"/>
                  </a:cubicBezTo>
                  <a:cubicBezTo>
                    <a:pt x="41" y="41"/>
                    <a:pt x="45" y="38"/>
                    <a:pt x="48" y="35"/>
                  </a:cubicBezTo>
                  <a:cubicBezTo>
                    <a:pt x="55" y="30"/>
                    <a:pt x="62" y="26"/>
                    <a:pt x="68" y="21"/>
                  </a:cubicBezTo>
                  <a:cubicBezTo>
                    <a:pt x="70" y="20"/>
                    <a:pt x="71" y="19"/>
                    <a:pt x="72" y="18"/>
                  </a:cubicBezTo>
                  <a:lnTo>
                    <a:pt x="72" y="5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25"/>
          <p:cNvGrpSpPr/>
          <p:nvPr/>
        </p:nvGrpSpPr>
        <p:grpSpPr>
          <a:xfrm>
            <a:off x="613966" y="3469942"/>
            <a:ext cx="1479103" cy="709660"/>
            <a:chOff x="764014" y="1586047"/>
            <a:chExt cx="1544637" cy="709660"/>
          </a:xfrm>
        </p:grpSpPr>
        <p:sp>
          <p:nvSpPr>
            <p:cNvPr id="164"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16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9" name="Group 25"/>
          <p:cNvGrpSpPr/>
          <p:nvPr/>
        </p:nvGrpSpPr>
        <p:grpSpPr>
          <a:xfrm>
            <a:off x="2252266" y="3469942"/>
            <a:ext cx="1479103" cy="709660"/>
            <a:chOff x="764014" y="1586047"/>
            <a:chExt cx="1544637" cy="709660"/>
          </a:xfrm>
        </p:grpSpPr>
        <p:sp>
          <p:nvSpPr>
            <p:cNvPr id="167"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16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0" name="Group 25"/>
          <p:cNvGrpSpPr/>
          <p:nvPr/>
        </p:nvGrpSpPr>
        <p:grpSpPr>
          <a:xfrm>
            <a:off x="3890566" y="3469942"/>
            <a:ext cx="1479103" cy="709660"/>
            <a:chOff x="764014" y="1586047"/>
            <a:chExt cx="1544637" cy="709660"/>
          </a:xfrm>
        </p:grpSpPr>
        <p:sp>
          <p:nvSpPr>
            <p:cNvPr id="170"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17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1" name="Group 25"/>
          <p:cNvGrpSpPr/>
          <p:nvPr/>
        </p:nvGrpSpPr>
        <p:grpSpPr>
          <a:xfrm>
            <a:off x="5521772" y="3469942"/>
            <a:ext cx="1479103" cy="709660"/>
            <a:chOff x="764014" y="1586047"/>
            <a:chExt cx="1544637" cy="709660"/>
          </a:xfrm>
        </p:grpSpPr>
        <p:sp>
          <p:nvSpPr>
            <p:cNvPr id="173"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174"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2" name="Group 25"/>
          <p:cNvGrpSpPr/>
          <p:nvPr/>
        </p:nvGrpSpPr>
        <p:grpSpPr>
          <a:xfrm>
            <a:off x="7160072" y="3469942"/>
            <a:ext cx="1479103" cy="709660"/>
            <a:chOff x="764014" y="1586047"/>
            <a:chExt cx="1544637" cy="709660"/>
          </a:xfrm>
        </p:grpSpPr>
        <p:sp>
          <p:nvSpPr>
            <p:cNvPr id="176"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177"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125"/>
                                        </p:tgtEl>
                                        <p:attrNameLst>
                                          <p:attrName>style.visibility</p:attrName>
                                        </p:attrNameLst>
                                      </p:cBhvr>
                                      <p:to>
                                        <p:strVal val="visible"/>
                                      </p:to>
                                    </p:set>
                                    <p:anim calcmode="lin" valueType="num">
                                      <p:cBhvr>
                                        <p:cTn id="7" dur="500" fill="hold"/>
                                        <p:tgtEl>
                                          <p:spTgt spid="5125"/>
                                        </p:tgtEl>
                                        <p:attrNameLst>
                                          <p:attrName>ppt_w</p:attrName>
                                        </p:attrNameLst>
                                      </p:cBhvr>
                                      <p:tavLst>
                                        <p:tav tm="0">
                                          <p:val>
                                            <p:fltVal val="0"/>
                                          </p:val>
                                        </p:tav>
                                        <p:tav tm="100000">
                                          <p:val>
                                            <p:strVal val="#ppt_w"/>
                                          </p:val>
                                        </p:tav>
                                      </p:tavLst>
                                    </p:anim>
                                    <p:anim calcmode="lin" valueType="num">
                                      <p:cBhvr>
                                        <p:cTn id="8" dur="500" fill="hold"/>
                                        <p:tgtEl>
                                          <p:spTgt spid="5125"/>
                                        </p:tgtEl>
                                        <p:attrNameLst>
                                          <p:attrName>ppt_h</p:attrName>
                                        </p:attrNameLst>
                                      </p:cBhvr>
                                      <p:tavLst>
                                        <p:tav tm="0">
                                          <p:val>
                                            <p:fltVal val="0"/>
                                          </p:val>
                                        </p:tav>
                                        <p:tav tm="100000">
                                          <p:val>
                                            <p:strVal val="#ppt_h"/>
                                          </p:val>
                                        </p:tav>
                                      </p:tavLst>
                                    </p:anim>
                                    <p:animEffect transition="in" filter="fade">
                                      <p:cBhvr>
                                        <p:cTn id="9" dur="500"/>
                                        <p:tgtEl>
                                          <p:spTgt spid="512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126"/>
                                        </p:tgtEl>
                                        <p:attrNameLst>
                                          <p:attrName>style.visibility</p:attrName>
                                        </p:attrNameLst>
                                      </p:cBhvr>
                                      <p:to>
                                        <p:strVal val="visible"/>
                                      </p:to>
                                    </p:set>
                                    <p:anim calcmode="lin" valueType="num">
                                      <p:cBhvr>
                                        <p:cTn id="13" dur="500" fill="hold"/>
                                        <p:tgtEl>
                                          <p:spTgt spid="5126"/>
                                        </p:tgtEl>
                                        <p:attrNameLst>
                                          <p:attrName>ppt_w</p:attrName>
                                        </p:attrNameLst>
                                      </p:cBhvr>
                                      <p:tavLst>
                                        <p:tav tm="0">
                                          <p:val>
                                            <p:fltVal val="0"/>
                                          </p:val>
                                        </p:tav>
                                        <p:tav tm="100000">
                                          <p:val>
                                            <p:strVal val="#ppt_w"/>
                                          </p:val>
                                        </p:tav>
                                      </p:tavLst>
                                    </p:anim>
                                    <p:anim calcmode="lin" valueType="num">
                                      <p:cBhvr>
                                        <p:cTn id="14" dur="500" fill="hold"/>
                                        <p:tgtEl>
                                          <p:spTgt spid="5126"/>
                                        </p:tgtEl>
                                        <p:attrNameLst>
                                          <p:attrName>ppt_h</p:attrName>
                                        </p:attrNameLst>
                                      </p:cBhvr>
                                      <p:tavLst>
                                        <p:tav tm="0">
                                          <p:val>
                                            <p:fltVal val="0"/>
                                          </p:val>
                                        </p:tav>
                                        <p:tav tm="100000">
                                          <p:val>
                                            <p:strVal val="#ppt_h"/>
                                          </p:val>
                                        </p:tav>
                                      </p:tavLst>
                                    </p:anim>
                                    <p:animEffect transition="in" filter="fade">
                                      <p:cBhvr>
                                        <p:cTn id="15" dur="500"/>
                                        <p:tgtEl>
                                          <p:spTgt spid="5126"/>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143"/>
                                        </p:tgtEl>
                                        <p:attrNameLst>
                                          <p:attrName>style.visibility</p:attrName>
                                        </p:attrNameLst>
                                      </p:cBhvr>
                                      <p:to>
                                        <p:strVal val="visible"/>
                                      </p:to>
                                    </p:set>
                                    <p:anim calcmode="lin" valueType="num">
                                      <p:cBhvr>
                                        <p:cTn id="19" dur="500" fill="hold"/>
                                        <p:tgtEl>
                                          <p:spTgt spid="143"/>
                                        </p:tgtEl>
                                        <p:attrNameLst>
                                          <p:attrName>ppt_w</p:attrName>
                                        </p:attrNameLst>
                                      </p:cBhvr>
                                      <p:tavLst>
                                        <p:tav tm="0">
                                          <p:val>
                                            <p:fltVal val="0"/>
                                          </p:val>
                                        </p:tav>
                                        <p:tav tm="100000">
                                          <p:val>
                                            <p:strVal val="#ppt_w"/>
                                          </p:val>
                                        </p:tav>
                                      </p:tavLst>
                                    </p:anim>
                                    <p:anim calcmode="lin" valueType="num">
                                      <p:cBhvr>
                                        <p:cTn id="20" dur="500" fill="hold"/>
                                        <p:tgtEl>
                                          <p:spTgt spid="143"/>
                                        </p:tgtEl>
                                        <p:attrNameLst>
                                          <p:attrName>ppt_h</p:attrName>
                                        </p:attrNameLst>
                                      </p:cBhvr>
                                      <p:tavLst>
                                        <p:tav tm="0">
                                          <p:val>
                                            <p:fltVal val="0"/>
                                          </p:val>
                                        </p:tav>
                                        <p:tav tm="100000">
                                          <p:val>
                                            <p:strVal val="#ppt_h"/>
                                          </p:val>
                                        </p:tav>
                                      </p:tavLst>
                                    </p:anim>
                                    <p:animEffect transition="in" filter="fade">
                                      <p:cBhvr>
                                        <p:cTn id="21" dur="500"/>
                                        <p:tgtEl>
                                          <p:spTgt spid="143"/>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500" fill="hold"/>
                                        <p:tgtEl>
                                          <p:spTgt spid="5"/>
                                        </p:tgtEl>
                                        <p:attrNameLst>
                                          <p:attrName>ppt_w</p:attrName>
                                        </p:attrNameLst>
                                      </p:cBhvr>
                                      <p:tavLst>
                                        <p:tav tm="0">
                                          <p:val>
                                            <p:fltVal val="0"/>
                                          </p:val>
                                        </p:tav>
                                        <p:tav tm="100000">
                                          <p:val>
                                            <p:strVal val="#ppt_w"/>
                                          </p:val>
                                        </p:tav>
                                      </p:tavLst>
                                    </p:anim>
                                    <p:anim calcmode="lin" valueType="num">
                                      <p:cBhvr>
                                        <p:cTn id="26" dur="500" fill="hold"/>
                                        <p:tgtEl>
                                          <p:spTgt spid="5"/>
                                        </p:tgtEl>
                                        <p:attrNameLst>
                                          <p:attrName>ppt_h</p:attrName>
                                        </p:attrNameLst>
                                      </p:cBhvr>
                                      <p:tavLst>
                                        <p:tav tm="0">
                                          <p:val>
                                            <p:fltVal val="0"/>
                                          </p:val>
                                        </p:tav>
                                        <p:tav tm="100000">
                                          <p:val>
                                            <p:strVal val="#ppt_h"/>
                                          </p:val>
                                        </p:tav>
                                      </p:tavLst>
                                    </p:anim>
                                    <p:animEffect transition="in" filter="fade">
                                      <p:cBhvr>
                                        <p:cTn id="27" dur="500"/>
                                        <p:tgtEl>
                                          <p:spTgt spid="5"/>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145"/>
                                        </p:tgtEl>
                                        <p:attrNameLst>
                                          <p:attrName>style.visibility</p:attrName>
                                        </p:attrNameLst>
                                      </p:cBhvr>
                                      <p:to>
                                        <p:strVal val="visible"/>
                                      </p:to>
                                    </p:set>
                                    <p:anim calcmode="lin" valueType="num">
                                      <p:cBhvr>
                                        <p:cTn id="31" dur="500" fill="hold"/>
                                        <p:tgtEl>
                                          <p:spTgt spid="145"/>
                                        </p:tgtEl>
                                        <p:attrNameLst>
                                          <p:attrName>ppt_w</p:attrName>
                                        </p:attrNameLst>
                                      </p:cBhvr>
                                      <p:tavLst>
                                        <p:tav tm="0">
                                          <p:val>
                                            <p:fltVal val="0"/>
                                          </p:val>
                                        </p:tav>
                                        <p:tav tm="100000">
                                          <p:val>
                                            <p:strVal val="#ppt_w"/>
                                          </p:val>
                                        </p:tav>
                                      </p:tavLst>
                                    </p:anim>
                                    <p:anim calcmode="lin" valueType="num">
                                      <p:cBhvr>
                                        <p:cTn id="32" dur="500" fill="hold"/>
                                        <p:tgtEl>
                                          <p:spTgt spid="145"/>
                                        </p:tgtEl>
                                        <p:attrNameLst>
                                          <p:attrName>ppt_h</p:attrName>
                                        </p:attrNameLst>
                                      </p:cBhvr>
                                      <p:tavLst>
                                        <p:tav tm="0">
                                          <p:val>
                                            <p:fltVal val="0"/>
                                          </p:val>
                                        </p:tav>
                                        <p:tav tm="100000">
                                          <p:val>
                                            <p:strVal val="#ppt_h"/>
                                          </p:val>
                                        </p:tav>
                                      </p:tavLst>
                                    </p:anim>
                                    <p:animEffect transition="in" filter="fade">
                                      <p:cBhvr>
                                        <p:cTn id="33" dur="500"/>
                                        <p:tgtEl>
                                          <p:spTgt spid="145"/>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146"/>
                                        </p:tgtEl>
                                        <p:attrNameLst>
                                          <p:attrName>style.visibility</p:attrName>
                                        </p:attrNameLst>
                                      </p:cBhvr>
                                      <p:to>
                                        <p:strVal val="visible"/>
                                      </p:to>
                                    </p:set>
                                    <p:anim calcmode="lin" valueType="num">
                                      <p:cBhvr>
                                        <p:cTn id="37" dur="500" fill="hold"/>
                                        <p:tgtEl>
                                          <p:spTgt spid="146"/>
                                        </p:tgtEl>
                                        <p:attrNameLst>
                                          <p:attrName>ppt_w</p:attrName>
                                        </p:attrNameLst>
                                      </p:cBhvr>
                                      <p:tavLst>
                                        <p:tav tm="0">
                                          <p:val>
                                            <p:fltVal val="0"/>
                                          </p:val>
                                        </p:tav>
                                        <p:tav tm="100000">
                                          <p:val>
                                            <p:strVal val="#ppt_w"/>
                                          </p:val>
                                        </p:tav>
                                      </p:tavLst>
                                    </p:anim>
                                    <p:anim calcmode="lin" valueType="num">
                                      <p:cBhvr>
                                        <p:cTn id="38" dur="500" fill="hold"/>
                                        <p:tgtEl>
                                          <p:spTgt spid="146"/>
                                        </p:tgtEl>
                                        <p:attrNameLst>
                                          <p:attrName>ppt_h</p:attrName>
                                        </p:attrNameLst>
                                      </p:cBhvr>
                                      <p:tavLst>
                                        <p:tav tm="0">
                                          <p:val>
                                            <p:fltVal val="0"/>
                                          </p:val>
                                        </p:tav>
                                        <p:tav tm="100000">
                                          <p:val>
                                            <p:strVal val="#ppt_h"/>
                                          </p:val>
                                        </p:tav>
                                      </p:tavLst>
                                    </p:anim>
                                    <p:animEffect transition="in" filter="fade">
                                      <p:cBhvr>
                                        <p:cTn id="39" dur="500"/>
                                        <p:tgtEl>
                                          <p:spTgt spid="146"/>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147"/>
                                        </p:tgtEl>
                                        <p:attrNameLst>
                                          <p:attrName>style.visibility</p:attrName>
                                        </p:attrNameLst>
                                      </p:cBhvr>
                                      <p:to>
                                        <p:strVal val="visible"/>
                                      </p:to>
                                    </p:set>
                                    <p:anim calcmode="lin" valueType="num">
                                      <p:cBhvr>
                                        <p:cTn id="43" dur="500" fill="hold"/>
                                        <p:tgtEl>
                                          <p:spTgt spid="147"/>
                                        </p:tgtEl>
                                        <p:attrNameLst>
                                          <p:attrName>ppt_w</p:attrName>
                                        </p:attrNameLst>
                                      </p:cBhvr>
                                      <p:tavLst>
                                        <p:tav tm="0">
                                          <p:val>
                                            <p:fltVal val="0"/>
                                          </p:val>
                                        </p:tav>
                                        <p:tav tm="100000">
                                          <p:val>
                                            <p:strVal val="#ppt_w"/>
                                          </p:val>
                                        </p:tav>
                                      </p:tavLst>
                                    </p:anim>
                                    <p:anim calcmode="lin" valueType="num">
                                      <p:cBhvr>
                                        <p:cTn id="44" dur="500" fill="hold"/>
                                        <p:tgtEl>
                                          <p:spTgt spid="147"/>
                                        </p:tgtEl>
                                        <p:attrNameLst>
                                          <p:attrName>ppt_h</p:attrName>
                                        </p:attrNameLst>
                                      </p:cBhvr>
                                      <p:tavLst>
                                        <p:tav tm="0">
                                          <p:val>
                                            <p:fltVal val="0"/>
                                          </p:val>
                                        </p:tav>
                                        <p:tav tm="100000">
                                          <p:val>
                                            <p:strVal val="#ppt_h"/>
                                          </p:val>
                                        </p:tav>
                                      </p:tavLst>
                                    </p:anim>
                                    <p:animEffect transition="in" filter="fade">
                                      <p:cBhvr>
                                        <p:cTn id="45" dur="500"/>
                                        <p:tgtEl>
                                          <p:spTgt spid="147"/>
                                        </p:tgtEl>
                                      </p:cBhvr>
                                    </p:animEffect>
                                  </p:childTnLst>
                                </p:cTn>
                              </p:par>
                            </p:childTnLst>
                          </p:cTn>
                        </p:par>
                        <p:par>
                          <p:cTn id="46" fill="hold">
                            <p:stCondLst>
                              <p:cond delay="3500"/>
                            </p:stCondLst>
                            <p:childTnLst>
                              <p:par>
                                <p:cTn id="47" presetID="53" presetClass="entr" presetSubtype="0" fill="hold" nodeType="afterEffect">
                                  <p:stCondLst>
                                    <p:cond delay="0"/>
                                  </p:stCondLst>
                                  <p:childTnLst>
                                    <p:set>
                                      <p:cBhvr>
                                        <p:cTn id="48" dur="1" fill="hold">
                                          <p:stCondLst>
                                            <p:cond delay="0"/>
                                          </p:stCondLst>
                                        </p:cTn>
                                        <p:tgtEl>
                                          <p:spTgt spid="2"/>
                                        </p:tgtEl>
                                        <p:attrNameLst>
                                          <p:attrName>style.visibility</p:attrName>
                                        </p:attrNameLst>
                                      </p:cBhvr>
                                      <p:to>
                                        <p:strVal val="visible"/>
                                      </p:to>
                                    </p:set>
                                    <p:anim calcmode="lin" valueType="num">
                                      <p:cBhvr>
                                        <p:cTn id="49" dur="500" fill="hold"/>
                                        <p:tgtEl>
                                          <p:spTgt spid="2"/>
                                        </p:tgtEl>
                                        <p:attrNameLst>
                                          <p:attrName>ppt_w</p:attrName>
                                        </p:attrNameLst>
                                      </p:cBhvr>
                                      <p:tavLst>
                                        <p:tav tm="0">
                                          <p:val>
                                            <p:fltVal val="0"/>
                                          </p:val>
                                        </p:tav>
                                        <p:tav tm="100000">
                                          <p:val>
                                            <p:strVal val="#ppt_w"/>
                                          </p:val>
                                        </p:tav>
                                      </p:tavLst>
                                    </p:anim>
                                    <p:anim calcmode="lin" valueType="num">
                                      <p:cBhvr>
                                        <p:cTn id="50" dur="500" fill="hold"/>
                                        <p:tgtEl>
                                          <p:spTgt spid="2"/>
                                        </p:tgtEl>
                                        <p:attrNameLst>
                                          <p:attrName>ppt_h</p:attrName>
                                        </p:attrNameLst>
                                      </p:cBhvr>
                                      <p:tavLst>
                                        <p:tav tm="0">
                                          <p:val>
                                            <p:fltVal val="0"/>
                                          </p:val>
                                        </p:tav>
                                        <p:tav tm="100000">
                                          <p:val>
                                            <p:strVal val="#ppt_h"/>
                                          </p:val>
                                        </p:tav>
                                      </p:tavLst>
                                    </p:anim>
                                    <p:animEffect transition="in" filter="fade">
                                      <p:cBhvr>
                                        <p:cTn id="51" dur="500"/>
                                        <p:tgtEl>
                                          <p:spTgt spid="2"/>
                                        </p:tgtEl>
                                      </p:cBhvr>
                                    </p:animEffect>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149"/>
                                        </p:tgtEl>
                                        <p:attrNameLst>
                                          <p:attrName>style.visibility</p:attrName>
                                        </p:attrNameLst>
                                      </p:cBhvr>
                                      <p:to>
                                        <p:strVal val="visible"/>
                                      </p:to>
                                    </p:set>
                                    <p:anim calcmode="lin" valueType="num">
                                      <p:cBhvr>
                                        <p:cTn id="55" dur="500" fill="hold"/>
                                        <p:tgtEl>
                                          <p:spTgt spid="149"/>
                                        </p:tgtEl>
                                        <p:attrNameLst>
                                          <p:attrName>ppt_w</p:attrName>
                                        </p:attrNameLst>
                                      </p:cBhvr>
                                      <p:tavLst>
                                        <p:tav tm="0">
                                          <p:val>
                                            <p:fltVal val="0"/>
                                          </p:val>
                                        </p:tav>
                                        <p:tav tm="100000">
                                          <p:val>
                                            <p:strVal val="#ppt_w"/>
                                          </p:val>
                                        </p:tav>
                                      </p:tavLst>
                                    </p:anim>
                                    <p:anim calcmode="lin" valueType="num">
                                      <p:cBhvr>
                                        <p:cTn id="56" dur="500" fill="hold"/>
                                        <p:tgtEl>
                                          <p:spTgt spid="149"/>
                                        </p:tgtEl>
                                        <p:attrNameLst>
                                          <p:attrName>ppt_h</p:attrName>
                                        </p:attrNameLst>
                                      </p:cBhvr>
                                      <p:tavLst>
                                        <p:tav tm="0">
                                          <p:val>
                                            <p:fltVal val="0"/>
                                          </p:val>
                                        </p:tav>
                                        <p:tav tm="100000">
                                          <p:val>
                                            <p:strVal val="#ppt_h"/>
                                          </p:val>
                                        </p:tav>
                                      </p:tavLst>
                                    </p:anim>
                                    <p:animEffect transition="in" filter="fade">
                                      <p:cBhvr>
                                        <p:cTn id="57" dur="500"/>
                                        <p:tgtEl>
                                          <p:spTgt spid="149"/>
                                        </p:tgtEl>
                                      </p:cBhvr>
                                    </p:animEffect>
                                  </p:childTnLst>
                                </p:cTn>
                              </p:par>
                            </p:childTnLst>
                          </p:cTn>
                        </p:par>
                        <p:par>
                          <p:cTn id="58" fill="hold">
                            <p:stCondLst>
                              <p:cond delay="4500"/>
                            </p:stCondLst>
                            <p:childTnLst>
                              <p:par>
                                <p:cTn id="59" presetID="53" presetClass="entr" presetSubtype="0" fill="hold" grpId="0" nodeType="afterEffect">
                                  <p:stCondLst>
                                    <p:cond delay="0"/>
                                  </p:stCondLst>
                                  <p:childTnLst>
                                    <p:set>
                                      <p:cBhvr>
                                        <p:cTn id="60" dur="1" fill="hold">
                                          <p:stCondLst>
                                            <p:cond delay="0"/>
                                          </p:stCondLst>
                                        </p:cTn>
                                        <p:tgtEl>
                                          <p:spTgt spid="150"/>
                                        </p:tgtEl>
                                        <p:attrNameLst>
                                          <p:attrName>style.visibility</p:attrName>
                                        </p:attrNameLst>
                                      </p:cBhvr>
                                      <p:to>
                                        <p:strVal val="visible"/>
                                      </p:to>
                                    </p:set>
                                    <p:anim calcmode="lin" valueType="num">
                                      <p:cBhvr>
                                        <p:cTn id="61" dur="500" fill="hold"/>
                                        <p:tgtEl>
                                          <p:spTgt spid="150"/>
                                        </p:tgtEl>
                                        <p:attrNameLst>
                                          <p:attrName>ppt_w</p:attrName>
                                        </p:attrNameLst>
                                      </p:cBhvr>
                                      <p:tavLst>
                                        <p:tav tm="0">
                                          <p:val>
                                            <p:fltVal val="0"/>
                                          </p:val>
                                        </p:tav>
                                        <p:tav tm="100000">
                                          <p:val>
                                            <p:strVal val="#ppt_w"/>
                                          </p:val>
                                        </p:tav>
                                      </p:tavLst>
                                    </p:anim>
                                    <p:anim calcmode="lin" valueType="num">
                                      <p:cBhvr>
                                        <p:cTn id="62" dur="500" fill="hold"/>
                                        <p:tgtEl>
                                          <p:spTgt spid="150"/>
                                        </p:tgtEl>
                                        <p:attrNameLst>
                                          <p:attrName>ppt_h</p:attrName>
                                        </p:attrNameLst>
                                      </p:cBhvr>
                                      <p:tavLst>
                                        <p:tav tm="0">
                                          <p:val>
                                            <p:fltVal val="0"/>
                                          </p:val>
                                        </p:tav>
                                        <p:tav tm="100000">
                                          <p:val>
                                            <p:strVal val="#ppt_h"/>
                                          </p:val>
                                        </p:tav>
                                      </p:tavLst>
                                    </p:anim>
                                    <p:animEffect transition="in" filter="fade">
                                      <p:cBhvr>
                                        <p:cTn id="63" dur="500"/>
                                        <p:tgtEl>
                                          <p:spTgt spid="150"/>
                                        </p:tgtEl>
                                      </p:cBhvr>
                                    </p:animEffect>
                                  </p:childTnLst>
                                </p:cTn>
                              </p:par>
                            </p:childTnLst>
                          </p:cTn>
                        </p:par>
                        <p:par>
                          <p:cTn id="64" fill="hold">
                            <p:stCondLst>
                              <p:cond delay="5000"/>
                            </p:stCondLst>
                            <p:childTnLst>
                              <p:par>
                                <p:cTn id="65" presetID="53" presetClass="entr" presetSubtype="0" fill="hold" grpId="0" nodeType="afterEffect">
                                  <p:stCondLst>
                                    <p:cond delay="0"/>
                                  </p:stCondLst>
                                  <p:childTnLst>
                                    <p:set>
                                      <p:cBhvr>
                                        <p:cTn id="66" dur="1" fill="hold">
                                          <p:stCondLst>
                                            <p:cond delay="0"/>
                                          </p:stCondLst>
                                        </p:cTn>
                                        <p:tgtEl>
                                          <p:spTgt spid="151"/>
                                        </p:tgtEl>
                                        <p:attrNameLst>
                                          <p:attrName>style.visibility</p:attrName>
                                        </p:attrNameLst>
                                      </p:cBhvr>
                                      <p:to>
                                        <p:strVal val="visible"/>
                                      </p:to>
                                    </p:set>
                                    <p:anim calcmode="lin" valueType="num">
                                      <p:cBhvr>
                                        <p:cTn id="67" dur="500" fill="hold"/>
                                        <p:tgtEl>
                                          <p:spTgt spid="151"/>
                                        </p:tgtEl>
                                        <p:attrNameLst>
                                          <p:attrName>ppt_w</p:attrName>
                                        </p:attrNameLst>
                                      </p:cBhvr>
                                      <p:tavLst>
                                        <p:tav tm="0">
                                          <p:val>
                                            <p:fltVal val="0"/>
                                          </p:val>
                                        </p:tav>
                                        <p:tav tm="100000">
                                          <p:val>
                                            <p:strVal val="#ppt_w"/>
                                          </p:val>
                                        </p:tav>
                                      </p:tavLst>
                                    </p:anim>
                                    <p:anim calcmode="lin" valueType="num">
                                      <p:cBhvr>
                                        <p:cTn id="68" dur="500" fill="hold"/>
                                        <p:tgtEl>
                                          <p:spTgt spid="151"/>
                                        </p:tgtEl>
                                        <p:attrNameLst>
                                          <p:attrName>ppt_h</p:attrName>
                                        </p:attrNameLst>
                                      </p:cBhvr>
                                      <p:tavLst>
                                        <p:tav tm="0">
                                          <p:val>
                                            <p:fltVal val="0"/>
                                          </p:val>
                                        </p:tav>
                                        <p:tav tm="100000">
                                          <p:val>
                                            <p:strVal val="#ppt_h"/>
                                          </p:val>
                                        </p:tav>
                                      </p:tavLst>
                                    </p:anim>
                                    <p:animEffect transition="in" filter="fade">
                                      <p:cBhvr>
                                        <p:cTn id="69" dur="500"/>
                                        <p:tgtEl>
                                          <p:spTgt spid="151"/>
                                        </p:tgtEl>
                                      </p:cBhvr>
                                    </p:animEffect>
                                  </p:childTnLst>
                                </p:cTn>
                              </p:par>
                            </p:childTnLst>
                          </p:cTn>
                        </p:par>
                        <p:par>
                          <p:cTn id="70" fill="hold">
                            <p:stCondLst>
                              <p:cond delay="5500"/>
                            </p:stCondLst>
                            <p:childTnLst>
                              <p:par>
                                <p:cTn id="71" presetID="53" presetClass="entr" presetSubtype="0" fill="hold" nodeType="after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p:cTn id="73" dur="500" fill="hold"/>
                                        <p:tgtEl>
                                          <p:spTgt spid="4"/>
                                        </p:tgtEl>
                                        <p:attrNameLst>
                                          <p:attrName>ppt_w</p:attrName>
                                        </p:attrNameLst>
                                      </p:cBhvr>
                                      <p:tavLst>
                                        <p:tav tm="0">
                                          <p:val>
                                            <p:fltVal val="0"/>
                                          </p:val>
                                        </p:tav>
                                        <p:tav tm="100000">
                                          <p:val>
                                            <p:strVal val="#ppt_w"/>
                                          </p:val>
                                        </p:tav>
                                      </p:tavLst>
                                    </p:anim>
                                    <p:anim calcmode="lin" valueType="num">
                                      <p:cBhvr>
                                        <p:cTn id="74" dur="500" fill="hold"/>
                                        <p:tgtEl>
                                          <p:spTgt spid="4"/>
                                        </p:tgtEl>
                                        <p:attrNameLst>
                                          <p:attrName>ppt_h</p:attrName>
                                        </p:attrNameLst>
                                      </p:cBhvr>
                                      <p:tavLst>
                                        <p:tav tm="0">
                                          <p:val>
                                            <p:fltVal val="0"/>
                                          </p:val>
                                        </p:tav>
                                        <p:tav tm="100000">
                                          <p:val>
                                            <p:strVal val="#ppt_h"/>
                                          </p:val>
                                        </p:tav>
                                      </p:tavLst>
                                    </p:anim>
                                    <p:animEffect transition="in" filter="fade">
                                      <p:cBhvr>
                                        <p:cTn id="75" dur="500"/>
                                        <p:tgtEl>
                                          <p:spTgt spid="4"/>
                                        </p:tgtEl>
                                      </p:cBhvr>
                                    </p:animEffect>
                                  </p:childTnLst>
                                </p:cTn>
                              </p:par>
                            </p:childTnLst>
                          </p:cTn>
                        </p:par>
                        <p:par>
                          <p:cTn id="76" fill="hold">
                            <p:stCondLst>
                              <p:cond delay="6000"/>
                            </p:stCondLst>
                            <p:childTnLst>
                              <p:par>
                                <p:cTn id="77" presetID="53" presetClass="entr" presetSubtype="0" fill="hold" grpId="0" nodeType="afterEffect">
                                  <p:stCondLst>
                                    <p:cond delay="0"/>
                                  </p:stCondLst>
                                  <p:childTnLst>
                                    <p:set>
                                      <p:cBhvr>
                                        <p:cTn id="78" dur="1" fill="hold">
                                          <p:stCondLst>
                                            <p:cond delay="0"/>
                                          </p:stCondLst>
                                        </p:cTn>
                                        <p:tgtEl>
                                          <p:spTgt spid="153"/>
                                        </p:tgtEl>
                                        <p:attrNameLst>
                                          <p:attrName>style.visibility</p:attrName>
                                        </p:attrNameLst>
                                      </p:cBhvr>
                                      <p:to>
                                        <p:strVal val="visible"/>
                                      </p:to>
                                    </p:set>
                                    <p:anim calcmode="lin" valueType="num">
                                      <p:cBhvr>
                                        <p:cTn id="79" dur="500" fill="hold"/>
                                        <p:tgtEl>
                                          <p:spTgt spid="153"/>
                                        </p:tgtEl>
                                        <p:attrNameLst>
                                          <p:attrName>ppt_w</p:attrName>
                                        </p:attrNameLst>
                                      </p:cBhvr>
                                      <p:tavLst>
                                        <p:tav tm="0">
                                          <p:val>
                                            <p:fltVal val="0"/>
                                          </p:val>
                                        </p:tav>
                                        <p:tav tm="100000">
                                          <p:val>
                                            <p:strVal val="#ppt_w"/>
                                          </p:val>
                                        </p:tav>
                                      </p:tavLst>
                                    </p:anim>
                                    <p:anim calcmode="lin" valueType="num">
                                      <p:cBhvr>
                                        <p:cTn id="80" dur="500" fill="hold"/>
                                        <p:tgtEl>
                                          <p:spTgt spid="153"/>
                                        </p:tgtEl>
                                        <p:attrNameLst>
                                          <p:attrName>ppt_h</p:attrName>
                                        </p:attrNameLst>
                                      </p:cBhvr>
                                      <p:tavLst>
                                        <p:tav tm="0">
                                          <p:val>
                                            <p:fltVal val="0"/>
                                          </p:val>
                                        </p:tav>
                                        <p:tav tm="100000">
                                          <p:val>
                                            <p:strVal val="#ppt_h"/>
                                          </p:val>
                                        </p:tav>
                                      </p:tavLst>
                                    </p:anim>
                                    <p:animEffect transition="in" filter="fade">
                                      <p:cBhvr>
                                        <p:cTn id="81" dur="500"/>
                                        <p:tgtEl>
                                          <p:spTgt spid="153"/>
                                        </p:tgtEl>
                                      </p:cBhvr>
                                    </p:animEffect>
                                  </p:childTnLst>
                                </p:cTn>
                              </p:par>
                            </p:childTnLst>
                          </p:cTn>
                        </p:par>
                        <p:par>
                          <p:cTn id="82" fill="hold">
                            <p:stCondLst>
                              <p:cond delay="6500"/>
                            </p:stCondLst>
                            <p:childTnLst>
                              <p:par>
                                <p:cTn id="83" presetID="53" presetClass="entr" presetSubtype="0" fill="hold" grpId="0" nodeType="afterEffect">
                                  <p:stCondLst>
                                    <p:cond delay="0"/>
                                  </p:stCondLst>
                                  <p:childTnLst>
                                    <p:set>
                                      <p:cBhvr>
                                        <p:cTn id="84" dur="1" fill="hold">
                                          <p:stCondLst>
                                            <p:cond delay="0"/>
                                          </p:stCondLst>
                                        </p:cTn>
                                        <p:tgtEl>
                                          <p:spTgt spid="154"/>
                                        </p:tgtEl>
                                        <p:attrNameLst>
                                          <p:attrName>style.visibility</p:attrName>
                                        </p:attrNameLst>
                                      </p:cBhvr>
                                      <p:to>
                                        <p:strVal val="visible"/>
                                      </p:to>
                                    </p:set>
                                    <p:anim calcmode="lin" valueType="num">
                                      <p:cBhvr>
                                        <p:cTn id="85" dur="500" fill="hold"/>
                                        <p:tgtEl>
                                          <p:spTgt spid="154"/>
                                        </p:tgtEl>
                                        <p:attrNameLst>
                                          <p:attrName>ppt_w</p:attrName>
                                        </p:attrNameLst>
                                      </p:cBhvr>
                                      <p:tavLst>
                                        <p:tav tm="0">
                                          <p:val>
                                            <p:fltVal val="0"/>
                                          </p:val>
                                        </p:tav>
                                        <p:tav tm="100000">
                                          <p:val>
                                            <p:strVal val="#ppt_w"/>
                                          </p:val>
                                        </p:tav>
                                      </p:tavLst>
                                    </p:anim>
                                    <p:anim calcmode="lin" valueType="num">
                                      <p:cBhvr>
                                        <p:cTn id="86" dur="500" fill="hold"/>
                                        <p:tgtEl>
                                          <p:spTgt spid="154"/>
                                        </p:tgtEl>
                                        <p:attrNameLst>
                                          <p:attrName>ppt_h</p:attrName>
                                        </p:attrNameLst>
                                      </p:cBhvr>
                                      <p:tavLst>
                                        <p:tav tm="0">
                                          <p:val>
                                            <p:fltVal val="0"/>
                                          </p:val>
                                        </p:tav>
                                        <p:tav tm="100000">
                                          <p:val>
                                            <p:strVal val="#ppt_h"/>
                                          </p:val>
                                        </p:tav>
                                      </p:tavLst>
                                    </p:anim>
                                    <p:animEffect transition="in" filter="fade">
                                      <p:cBhvr>
                                        <p:cTn id="87" dur="500"/>
                                        <p:tgtEl>
                                          <p:spTgt spid="154"/>
                                        </p:tgtEl>
                                      </p:cBhvr>
                                    </p:animEffect>
                                  </p:childTnLst>
                                </p:cTn>
                              </p:par>
                            </p:childTnLst>
                          </p:cTn>
                        </p:par>
                        <p:par>
                          <p:cTn id="88" fill="hold">
                            <p:stCondLst>
                              <p:cond delay="7000"/>
                            </p:stCondLst>
                            <p:childTnLst>
                              <p:par>
                                <p:cTn id="89" presetID="53" presetClass="entr" presetSubtype="0" fill="hold" grpId="0" nodeType="afterEffect">
                                  <p:stCondLst>
                                    <p:cond delay="0"/>
                                  </p:stCondLst>
                                  <p:childTnLst>
                                    <p:set>
                                      <p:cBhvr>
                                        <p:cTn id="90" dur="1" fill="hold">
                                          <p:stCondLst>
                                            <p:cond delay="0"/>
                                          </p:stCondLst>
                                        </p:cTn>
                                        <p:tgtEl>
                                          <p:spTgt spid="155"/>
                                        </p:tgtEl>
                                        <p:attrNameLst>
                                          <p:attrName>style.visibility</p:attrName>
                                        </p:attrNameLst>
                                      </p:cBhvr>
                                      <p:to>
                                        <p:strVal val="visible"/>
                                      </p:to>
                                    </p:set>
                                    <p:anim calcmode="lin" valueType="num">
                                      <p:cBhvr>
                                        <p:cTn id="91" dur="500" fill="hold"/>
                                        <p:tgtEl>
                                          <p:spTgt spid="155"/>
                                        </p:tgtEl>
                                        <p:attrNameLst>
                                          <p:attrName>ppt_w</p:attrName>
                                        </p:attrNameLst>
                                      </p:cBhvr>
                                      <p:tavLst>
                                        <p:tav tm="0">
                                          <p:val>
                                            <p:fltVal val="0"/>
                                          </p:val>
                                        </p:tav>
                                        <p:tav tm="100000">
                                          <p:val>
                                            <p:strVal val="#ppt_w"/>
                                          </p:val>
                                        </p:tav>
                                      </p:tavLst>
                                    </p:anim>
                                    <p:anim calcmode="lin" valueType="num">
                                      <p:cBhvr>
                                        <p:cTn id="92" dur="500" fill="hold"/>
                                        <p:tgtEl>
                                          <p:spTgt spid="155"/>
                                        </p:tgtEl>
                                        <p:attrNameLst>
                                          <p:attrName>ppt_h</p:attrName>
                                        </p:attrNameLst>
                                      </p:cBhvr>
                                      <p:tavLst>
                                        <p:tav tm="0">
                                          <p:val>
                                            <p:fltVal val="0"/>
                                          </p:val>
                                        </p:tav>
                                        <p:tav tm="100000">
                                          <p:val>
                                            <p:strVal val="#ppt_h"/>
                                          </p:val>
                                        </p:tav>
                                      </p:tavLst>
                                    </p:anim>
                                    <p:animEffect transition="in" filter="fade">
                                      <p:cBhvr>
                                        <p:cTn id="93" dur="500"/>
                                        <p:tgtEl>
                                          <p:spTgt spid="155"/>
                                        </p:tgtEl>
                                      </p:cBhvr>
                                    </p:animEffect>
                                  </p:childTnLst>
                                </p:cTn>
                              </p:par>
                            </p:childTnLst>
                          </p:cTn>
                        </p:par>
                        <p:par>
                          <p:cTn id="94" fill="hold">
                            <p:stCondLst>
                              <p:cond delay="7500"/>
                            </p:stCondLst>
                            <p:childTnLst>
                              <p:par>
                                <p:cTn id="95" presetID="53" presetClass="entr" presetSubtype="0" fill="hold" nodeType="afterEffect">
                                  <p:stCondLst>
                                    <p:cond delay="0"/>
                                  </p:stCondLst>
                                  <p:childTnLst>
                                    <p:set>
                                      <p:cBhvr>
                                        <p:cTn id="96" dur="1" fill="hold">
                                          <p:stCondLst>
                                            <p:cond delay="0"/>
                                          </p:stCondLst>
                                        </p:cTn>
                                        <p:tgtEl>
                                          <p:spTgt spid="3"/>
                                        </p:tgtEl>
                                        <p:attrNameLst>
                                          <p:attrName>style.visibility</p:attrName>
                                        </p:attrNameLst>
                                      </p:cBhvr>
                                      <p:to>
                                        <p:strVal val="visible"/>
                                      </p:to>
                                    </p:set>
                                    <p:anim calcmode="lin" valueType="num">
                                      <p:cBhvr>
                                        <p:cTn id="97" dur="500" fill="hold"/>
                                        <p:tgtEl>
                                          <p:spTgt spid="3"/>
                                        </p:tgtEl>
                                        <p:attrNameLst>
                                          <p:attrName>ppt_w</p:attrName>
                                        </p:attrNameLst>
                                      </p:cBhvr>
                                      <p:tavLst>
                                        <p:tav tm="0">
                                          <p:val>
                                            <p:fltVal val="0"/>
                                          </p:val>
                                        </p:tav>
                                        <p:tav tm="100000">
                                          <p:val>
                                            <p:strVal val="#ppt_w"/>
                                          </p:val>
                                        </p:tav>
                                      </p:tavLst>
                                    </p:anim>
                                    <p:anim calcmode="lin" valueType="num">
                                      <p:cBhvr>
                                        <p:cTn id="98" dur="500" fill="hold"/>
                                        <p:tgtEl>
                                          <p:spTgt spid="3"/>
                                        </p:tgtEl>
                                        <p:attrNameLst>
                                          <p:attrName>ppt_h</p:attrName>
                                        </p:attrNameLst>
                                      </p:cBhvr>
                                      <p:tavLst>
                                        <p:tav tm="0">
                                          <p:val>
                                            <p:fltVal val="0"/>
                                          </p:val>
                                        </p:tav>
                                        <p:tav tm="100000">
                                          <p:val>
                                            <p:strVal val="#ppt_h"/>
                                          </p:val>
                                        </p:tav>
                                      </p:tavLst>
                                    </p:anim>
                                    <p:animEffect transition="in" filter="fade">
                                      <p:cBhvr>
                                        <p:cTn id="99" dur="500"/>
                                        <p:tgtEl>
                                          <p:spTgt spid="3"/>
                                        </p:tgtEl>
                                      </p:cBhvr>
                                    </p:animEffect>
                                  </p:childTnLst>
                                </p:cTn>
                              </p:par>
                            </p:childTnLst>
                          </p:cTn>
                        </p:par>
                        <p:par>
                          <p:cTn id="100" fill="hold">
                            <p:stCondLst>
                              <p:cond delay="8000"/>
                            </p:stCondLst>
                            <p:childTnLst>
                              <p:par>
                                <p:cTn id="101" presetID="53" presetClass="entr" presetSubtype="0" fill="hold" grpId="0" nodeType="afterEffect">
                                  <p:stCondLst>
                                    <p:cond delay="0"/>
                                  </p:stCondLst>
                                  <p:childTnLst>
                                    <p:set>
                                      <p:cBhvr>
                                        <p:cTn id="102" dur="1" fill="hold">
                                          <p:stCondLst>
                                            <p:cond delay="0"/>
                                          </p:stCondLst>
                                        </p:cTn>
                                        <p:tgtEl>
                                          <p:spTgt spid="156"/>
                                        </p:tgtEl>
                                        <p:attrNameLst>
                                          <p:attrName>style.visibility</p:attrName>
                                        </p:attrNameLst>
                                      </p:cBhvr>
                                      <p:to>
                                        <p:strVal val="visible"/>
                                      </p:to>
                                    </p:set>
                                    <p:anim calcmode="lin" valueType="num">
                                      <p:cBhvr>
                                        <p:cTn id="103" dur="500" fill="hold"/>
                                        <p:tgtEl>
                                          <p:spTgt spid="156"/>
                                        </p:tgtEl>
                                        <p:attrNameLst>
                                          <p:attrName>ppt_w</p:attrName>
                                        </p:attrNameLst>
                                      </p:cBhvr>
                                      <p:tavLst>
                                        <p:tav tm="0">
                                          <p:val>
                                            <p:fltVal val="0"/>
                                          </p:val>
                                        </p:tav>
                                        <p:tav tm="100000">
                                          <p:val>
                                            <p:strVal val="#ppt_w"/>
                                          </p:val>
                                        </p:tav>
                                      </p:tavLst>
                                    </p:anim>
                                    <p:anim calcmode="lin" valueType="num">
                                      <p:cBhvr>
                                        <p:cTn id="104" dur="500" fill="hold"/>
                                        <p:tgtEl>
                                          <p:spTgt spid="156"/>
                                        </p:tgtEl>
                                        <p:attrNameLst>
                                          <p:attrName>ppt_h</p:attrName>
                                        </p:attrNameLst>
                                      </p:cBhvr>
                                      <p:tavLst>
                                        <p:tav tm="0">
                                          <p:val>
                                            <p:fltVal val="0"/>
                                          </p:val>
                                        </p:tav>
                                        <p:tav tm="100000">
                                          <p:val>
                                            <p:strVal val="#ppt_h"/>
                                          </p:val>
                                        </p:tav>
                                      </p:tavLst>
                                    </p:anim>
                                    <p:animEffect transition="in" filter="fade">
                                      <p:cBhvr>
                                        <p:cTn id="105" dur="500"/>
                                        <p:tgtEl>
                                          <p:spTgt spid="156"/>
                                        </p:tgtEl>
                                      </p:cBhvr>
                                    </p:animEffect>
                                  </p:childTnLst>
                                </p:cTn>
                              </p:par>
                            </p:childTnLst>
                          </p:cTn>
                        </p:par>
                        <p:par>
                          <p:cTn id="106" fill="hold">
                            <p:stCondLst>
                              <p:cond delay="8500"/>
                            </p:stCondLst>
                            <p:childTnLst>
                              <p:par>
                                <p:cTn id="107" presetID="2" presetClass="entr" presetSubtype="4" accel="50000" decel="50000" fill="hold" nodeType="afterEffect">
                                  <p:stCondLst>
                                    <p:cond delay="0"/>
                                  </p:stCondLst>
                                  <p:childTnLst>
                                    <p:set>
                                      <p:cBhvr>
                                        <p:cTn id="108" dur="1" fill="hold">
                                          <p:stCondLst>
                                            <p:cond delay="0"/>
                                          </p:stCondLst>
                                        </p:cTn>
                                        <p:tgtEl>
                                          <p:spTgt spid="6"/>
                                        </p:tgtEl>
                                        <p:attrNameLst>
                                          <p:attrName>style.visibility</p:attrName>
                                        </p:attrNameLst>
                                      </p:cBhvr>
                                      <p:to>
                                        <p:strVal val="visible"/>
                                      </p:to>
                                    </p:set>
                                    <p:anim calcmode="lin" valueType="num">
                                      <p:cBhvr additive="base">
                                        <p:cTn id="109" dur="500" fill="hold"/>
                                        <p:tgtEl>
                                          <p:spTgt spid="6"/>
                                        </p:tgtEl>
                                        <p:attrNameLst>
                                          <p:attrName>ppt_x</p:attrName>
                                        </p:attrNameLst>
                                      </p:cBhvr>
                                      <p:tavLst>
                                        <p:tav tm="0">
                                          <p:val>
                                            <p:strVal val="#ppt_x"/>
                                          </p:val>
                                        </p:tav>
                                        <p:tav tm="100000">
                                          <p:val>
                                            <p:strVal val="#ppt_x"/>
                                          </p:val>
                                        </p:tav>
                                      </p:tavLst>
                                    </p:anim>
                                    <p:anim calcmode="lin" valueType="num">
                                      <p:cBhvr additive="base">
                                        <p:cTn id="110" dur="500" fill="hold"/>
                                        <p:tgtEl>
                                          <p:spTgt spid="6"/>
                                        </p:tgtEl>
                                        <p:attrNameLst>
                                          <p:attrName>ppt_y</p:attrName>
                                        </p:attrNameLst>
                                      </p:cBhvr>
                                      <p:tavLst>
                                        <p:tav tm="0">
                                          <p:val>
                                            <p:strVal val="1+#ppt_h/2"/>
                                          </p:val>
                                        </p:tav>
                                        <p:tav tm="100000">
                                          <p:val>
                                            <p:strVal val="#ppt_y"/>
                                          </p:val>
                                        </p:tav>
                                      </p:tavLst>
                                    </p:anim>
                                  </p:childTnLst>
                                </p:cTn>
                              </p:par>
                            </p:childTnLst>
                          </p:cTn>
                        </p:par>
                        <p:par>
                          <p:cTn id="111" fill="hold">
                            <p:stCondLst>
                              <p:cond delay="9000"/>
                            </p:stCondLst>
                            <p:childTnLst>
                              <p:par>
                                <p:cTn id="112" presetID="2" presetClass="entr" presetSubtype="4" accel="50000" decel="50000" fill="hold" nodeType="afterEffect">
                                  <p:stCondLst>
                                    <p:cond delay="0"/>
                                  </p:stCondLst>
                                  <p:childTnLst>
                                    <p:set>
                                      <p:cBhvr>
                                        <p:cTn id="113" dur="1" fill="hold">
                                          <p:stCondLst>
                                            <p:cond delay="0"/>
                                          </p:stCondLst>
                                        </p:cTn>
                                        <p:tgtEl>
                                          <p:spTgt spid="9"/>
                                        </p:tgtEl>
                                        <p:attrNameLst>
                                          <p:attrName>style.visibility</p:attrName>
                                        </p:attrNameLst>
                                      </p:cBhvr>
                                      <p:to>
                                        <p:strVal val="visible"/>
                                      </p:to>
                                    </p:set>
                                    <p:anim calcmode="lin" valueType="num">
                                      <p:cBhvr additive="base">
                                        <p:cTn id="114" dur="500" fill="hold"/>
                                        <p:tgtEl>
                                          <p:spTgt spid="9"/>
                                        </p:tgtEl>
                                        <p:attrNameLst>
                                          <p:attrName>ppt_x</p:attrName>
                                        </p:attrNameLst>
                                      </p:cBhvr>
                                      <p:tavLst>
                                        <p:tav tm="0">
                                          <p:val>
                                            <p:strVal val="#ppt_x"/>
                                          </p:val>
                                        </p:tav>
                                        <p:tav tm="100000">
                                          <p:val>
                                            <p:strVal val="#ppt_x"/>
                                          </p:val>
                                        </p:tav>
                                      </p:tavLst>
                                    </p:anim>
                                    <p:anim calcmode="lin" valueType="num">
                                      <p:cBhvr additive="base">
                                        <p:cTn id="115" dur="500" fill="hold"/>
                                        <p:tgtEl>
                                          <p:spTgt spid="9"/>
                                        </p:tgtEl>
                                        <p:attrNameLst>
                                          <p:attrName>ppt_y</p:attrName>
                                        </p:attrNameLst>
                                      </p:cBhvr>
                                      <p:tavLst>
                                        <p:tav tm="0">
                                          <p:val>
                                            <p:strVal val="1+#ppt_h/2"/>
                                          </p:val>
                                        </p:tav>
                                        <p:tav tm="100000">
                                          <p:val>
                                            <p:strVal val="#ppt_y"/>
                                          </p:val>
                                        </p:tav>
                                      </p:tavLst>
                                    </p:anim>
                                  </p:childTnLst>
                                </p:cTn>
                              </p:par>
                            </p:childTnLst>
                          </p:cTn>
                        </p:par>
                        <p:par>
                          <p:cTn id="116" fill="hold">
                            <p:stCondLst>
                              <p:cond delay="9500"/>
                            </p:stCondLst>
                            <p:childTnLst>
                              <p:par>
                                <p:cTn id="117" presetID="2" presetClass="entr" presetSubtype="4" accel="50000" decel="50000" fill="hold" nodeType="afterEffect">
                                  <p:stCondLst>
                                    <p:cond delay="0"/>
                                  </p:stCondLst>
                                  <p:childTnLst>
                                    <p:set>
                                      <p:cBhvr>
                                        <p:cTn id="118" dur="1" fill="hold">
                                          <p:stCondLst>
                                            <p:cond delay="0"/>
                                          </p:stCondLst>
                                        </p:cTn>
                                        <p:tgtEl>
                                          <p:spTgt spid="10"/>
                                        </p:tgtEl>
                                        <p:attrNameLst>
                                          <p:attrName>style.visibility</p:attrName>
                                        </p:attrNameLst>
                                      </p:cBhvr>
                                      <p:to>
                                        <p:strVal val="visible"/>
                                      </p:to>
                                    </p:set>
                                    <p:anim calcmode="lin" valueType="num">
                                      <p:cBhvr additive="base">
                                        <p:cTn id="119" dur="500" fill="hold"/>
                                        <p:tgtEl>
                                          <p:spTgt spid="10"/>
                                        </p:tgtEl>
                                        <p:attrNameLst>
                                          <p:attrName>ppt_x</p:attrName>
                                        </p:attrNameLst>
                                      </p:cBhvr>
                                      <p:tavLst>
                                        <p:tav tm="0">
                                          <p:val>
                                            <p:strVal val="#ppt_x"/>
                                          </p:val>
                                        </p:tav>
                                        <p:tav tm="100000">
                                          <p:val>
                                            <p:strVal val="#ppt_x"/>
                                          </p:val>
                                        </p:tav>
                                      </p:tavLst>
                                    </p:anim>
                                    <p:anim calcmode="lin" valueType="num">
                                      <p:cBhvr additive="base">
                                        <p:cTn id="120" dur="500" fill="hold"/>
                                        <p:tgtEl>
                                          <p:spTgt spid="10"/>
                                        </p:tgtEl>
                                        <p:attrNameLst>
                                          <p:attrName>ppt_y</p:attrName>
                                        </p:attrNameLst>
                                      </p:cBhvr>
                                      <p:tavLst>
                                        <p:tav tm="0">
                                          <p:val>
                                            <p:strVal val="1+#ppt_h/2"/>
                                          </p:val>
                                        </p:tav>
                                        <p:tav tm="100000">
                                          <p:val>
                                            <p:strVal val="#ppt_y"/>
                                          </p:val>
                                        </p:tav>
                                      </p:tavLst>
                                    </p:anim>
                                  </p:childTnLst>
                                </p:cTn>
                              </p:par>
                            </p:childTnLst>
                          </p:cTn>
                        </p:par>
                        <p:par>
                          <p:cTn id="121" fill="hold">
                            <p:stCondLst>
                              <p:cond delay="10000"/>
                            </p:stCondLst>
                            <p:childTnLst>
                              <p:par>
                                <p:cTn id="122" presetID="2" presetClass="entr" presetSubtype="4" accel="50000" decel="50000" fill="hold" nodeType="afterEffect">
                                  <p:stCondLst>
                                    <p:cond delay="0"/>
                                  </p:stCondLst>
                                  <p:childTnLst>
                                    <p:set>
                                      <p:cBhvr>
                                        <p:cTn id="123" dur="1" fill="hold">
                                          <p:stCondLst>
                                            <p:cond delay="0"/>
                                          </p:stCondLst>
                                        </p:cTn>
                                        <p:tgtEl>
                                          <p:spTgt spid="11"/>
                                        </p:tgtEl>
                                        <p:attrNameLst>
                                          <p:attrName>style.visibility</p:attrName>
                                        </p:attrNameLst>
                                      </p:cBhvr>
                                      <p:to>
                                        <p:strVal val="visible"/>
                                      </p:to>
                                    </p:set>
                                    <p:anim calcmode="lin" valueType="num">
                                      <p:cBhvr additive="base">
                                        <p:cTn id="124" dur="500" fill="hold"/>
                                        <p:tgtEl>
                                          <p:spTgt spid="11"/>
                                        </p:tgtEl>
                                        <p:attrNameLst>
                                          <p:attrName>ppt_x</p:attrName>
                                        </p:attrNameLst>
                                      </p:cBhvr>
                                      <p:tavLst>
                                        <p:tav tm="0">
                                          <p:val>
                                            <p:strVal val="#ppt_x"/>
                                          </p:val>
                                        </p:tav>
                                        <p:tav tm="100000">
                                          <p:val>
                                            <p:strVal val="#ppt_x"/>
                                          </p:val>
                                        </p:tav>
                                      </p:tavLst>
                                    </p:anim>
                                    <p:anim calcmode="lin" valueType="num">
                                      <p:cBhvr additive="base">
                                        <p:cTn id="125" dur="500" fill="hold"/>
                                        <p:tgtEl>
                                          <p:spTgt spid="11"/>
                                        </p:tgtEl>
                                        <p:attrNameLst>
                                          <p:attrName>ppt_y</p:attrName>
                                        </p:attrNameLst>
                                      </p:cBhvr>
                                      <p:tavLst>
                                        <p:tav tm="0">
                                          <p:val>
                                            <p:strVal val="1+#ppt_h/2"/>
                                          </p:val>
                                        </p:tav>
                                        <p:tav tm="100000">
                                          <p:val>
                                            <p:strVal val="#ppt_y"/>
                                          </p:val>
                                        </p:tav>
                                      </p:tavLst>
                                    </p:anim>
                                  </p:childTnLst>
                                </p:cTn>
                              </p:par>
                            </p:childTnLst>
                          </p:cTn>
                        </p:par>
                        <p:par>
                          <p:cTn id="126" fill="hold">
                            <p:stCondLst>
                              <p:cond delay="10500"/>
                            </p:stCondLst>
                            <p:childTnLst>
                              <p:par>
                                <p:cTn id="127" presetID="2" presetClass="entr" presetSubtype="4" accel="50000" decel="50000" fill="hold" nodeType="afterEffect">
                                  <p:stCondLst>
                                    <p:cond delay="0"/>
                                  </p:stCondLst>
                                  <p:childTnLst>
                                    <p:set>
                                      <p:cBhvr>
                                        <p:cTn id="128" dur="1" fill="hold">
                                          <p:stCondLst>
                                            <p:cond delay="0"/>
                                          </p:stCondLst>
                                        </p:cTn>
                                        <p:tgtEl>
                                          <p:spTgt spid="12"/>
                                        </p:tgtEl>
                                        <p:attrNameLst>
                                          <p:attrName>style.visibility</p:attrName>
                                        </p:attrNameLst>
                                      </p:cBhvr>
                                      <p:to>
                                        <p:strVal val="visible"/>
                                      </p:to>
                                    </p:set>
                                    <p:anim calcmode="lin" valueType="num">
                                      <p:cBhvr additive="base">
                                        <p:cTn id="129" dur="500" fill="hold"/>
                                        <p:tgtEl>
                                          <p:spTgt spid="12"/>
                                        </p:tgtEl>
                                        <p:attrNameLst>
                                          <p:attrName>ppt_x</p:attrName>
                                        </p:attrNameLst>
                                      </p:cBhvr>
                                      <p:tavLst>
                                        <p:tav tm="0">
                                          <p:val>
                                            <p:strVal val="#ppt_x"/>
                                          </p:val>
                                        </p:tav>
                                        <p:tav tm="100000">
                                          <p:val>
                                            <p:strVal val="#ppt_x"/>
                                          </p:val>
                                        </p:tav>
                                      </p:tavLst>
                                    </p:anim>
                                    <p:anim calcmode="lin" valueType="num">
                                      <p:cBhvr additive="base">
                                        <p:cTn id="13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5" grpId="0" animBg="1"/>
      <p:bldP spid="5126" grpId="0" animBg="1"/>
      <p:bldP spid="143" grpId="0" animBg="1"/>
      <p:bldP spid="145" grpId="0" animBg="1"/>
      <p:bldP spid="146" grpId="0" animBg="1"/>
      <p:bldP spid="147" grpId="0" animBg="1"/>
      <p:bldP spid="149" grpId="0" animBg="1"/>
      <p:bldP spid="150" grpId="0" animBg="1"/>
      <p:bldP spid="151" grpId="0" animBg="1"/>
      <p:bldP spid="153" grpId="0" animBg="1"/>
      <p:bldP spid="154" grpId="0" animBg="1"/>
      <p:bldP spid="155" grpId="0" animBg="1"/>
      <p:bldP spid="15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2817178"/>
            <a:ext cx="2400016" cy="523220"/>
          </a:xfrm>
          <a:prstGeom prst="rect">
            <a:avLst/>
          </a:prstGeom>
          <a:noFill/>
        </p:spPr>
        <p:txBody>
          <a:bodyPr wrap="none" rtlCol="0">
            <a:spAutoFit/>
          </a:bodyPr>
          <a:lstStyle/>
          <a:p>
            <a:r>
              <a:rPr lang="en-US" sz="2800" b="1" cap="all" dirty="0">
                <a:solidFill>
                  <a:schemeClr val="tx1">
                    <a:lumMod val="50000"/>
                    <a:lumOff val="50000"/>
                  </a:schemeClr>
                </a:solidFill>
              </a:rPr>
              <a:t>Data Diagram</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788603"/>
            <a:ext cx="3006725" cy="566738"/>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Integrated Infographic</a:t>
            </a:r>
            <a:endParaRPr lang="en-US" dirty="0"/>
          </a:p>
        </p:txBody>
      </p:sp>
      <p:sp>
        <p:nvSpPr>
          <p:cNvPr id="8" name="Text Placeholder 7"/>
          <p:cNvSpPr>
            <a:spLocks noGrp="1"/>
          </p:cNvSpPr>
          <p:nvPr>
            <p:ph type="body" sz="half" idx="2"/>
          </p:nvPr>
        </p:nvSpPr>
        <p:spPr/>
        <p:txBody>
          <a:bodyPr/>
          <a:lstStyle/>
          <a:p>
            <a:r>
              <a:rPr lang="en-US"/>
              <a:t>Integrated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86</a:t>
            </a:fld>
            <a:endParaRPr lang="en-US" dirty="0"/>
          </a:p>
        </p:txBody>
      </p:sp>
      <p:sp>
        <p:nvSpPr>
          <p:cNvPr id="3077" name="Freeform 5"/>
          <p:cNvSpPr>
            <a:spLocks/>
          </p:cNvSpPr>
          <p:nvPr/>
        </p:nvSpPr>
        <p:spPr bwMode="auto">
          <a:xfrm>
            <a:off x="2949575" y="1744282"/>
            <a:ext cx="1223963" cy="1519238"/>
          </a:xfrm>
          <a:custGeom>
            <a:avLst/>
            <a:gdLst/>
            <a:ahLst/>
            <a:cxnLst>
              <a:cxn ang="0">
                <a:pos x="228" y="39"/>
              </a:cxn>
              <a:cxn ang="0">
                <a:pos x="21" y="225"/>
              </a:cxn>
              <a:cxn ang="0">
                <a:pos x="21" y="225"/>
              </a:cxn>
              <a:cxn ang="0">
                <a:pos x="25" y="373"/>
              </a:cxn>
              <a:cxn ang="0">
                <a:pos x="251" y="444"/>
              </a:cxn>
              <a:cxn ang="0">
                <a:pos x="322" y="218"/>
              </a:cxn>
              <a:cxn ang="0">
                <a:pos x="180" y="129"/>
              </a:cxn>
              <a:cxn ang="0">
                <a:pos x="248" y="91"/>
              </a:cxn>
              <a:cxn ang="0">
                <a:pos x="263" y="130"/>
              </a:cxn>
              <a:cxn ang="0">
                <a:pos x="391" y="49"/>
              </a:cxn>
              <a:cxn ang="0">
                <a:pos x="213" y="0"/>
              </a:cxn>
              <a:cxn ang="0">
                <a:pos x="228" y="39"/>
              </a:cxn>
            </a:cxnLst>
            <a:rect l="0" t="0" r="r" b="b"/>
            <a:pathLst>
              <a:path w="391" h="486">
                <a:moveTo>
                  <a:pt x="228" y="39"/>
                </a:moveTo>
                <a:cubicBezTo>
                  <a:pt x="150" y="69"/>
                  <a:pt x="58" y="146"/>
                  <a:pt x="21" y="225"/>
                </a:cubicBezTo>
                <a:cubicBezTo>
                  <a:pt x="22" y="225"/>
                  <a:pt x="21" y="225"/>
                  <a:pt x="21" y="225"/>
                </a:cubicBezTo>
                <a:cubicBezTo>
                  <a:pt x="0" y="270"/>
                  <a:pt x="0" y="325"/>
                  <a:pt x="25" y="373"/>
                </a:cubicBezTo>
                <a:cubicBezTo>
                  <a:pt x="68" y="455"/>
                  <a:pt x="169" y="486"/>
                  <a:pt x="251" y="444"/>
                </a:cubicBezTo>
                <a:cubicBezTo>
                  <a:pt x="333" y="401"/>
                  <a:pt x="364" y="300"/>
                  <a:pt x="322" y="218"/>
                </a:cubicBezTo>
                <a:cubicBezTo>
                  <a:pt x="293" y="163"/>
                  <a:pt x="238" y="131"/>
                  <a:pt x="180" y="129"/>
                </a:cubicBezTo>
                <a:cubicBezTo>
                  <a:pt x="201" y="113"/>
                  <a:pt x="224" y="100"/>
                  <a:pt x="248" y="91"/>
                </a:cubicBezTo>
                <a:cubicBezTo>
                  <a:pt x="253" y="104"/>
                  <a:pt x="258" y="117"/>
                  <a:pt x="263" y="130"/>
                </a:cubicBezTo>
                <a:cubicBezTo>
                  <a:pt x="291" y="94"/>
                  <a:pt x="334" y="64"/>
                  <a:pt x="391" y="49"/>
                </a:cubicBezTo>
                <a:cubicBezTo>
                  <a:pt x="341" y="18"/>
                  <a:pt x="280" y="0"/>
                  <a:pt x="213" y="0"/>
                </a:cubicBezTo>
                <a:cubicBezTo>
                  <a:pt x="218" y="13"/>
                  <a:pt x="223" y="26"/>
                  <a:pt x="228" y="3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8" name="Freeform 6"/>
          <p:cNvSpPr>
            <a:spLocks/>
          </p:cNvSpPr>
          <p:nvPr/>
        </p:nvSpPr>
        <p:spPr bwMode="auto">
          <a:xfrm>
            <a:off x="2955925" y="3033332"/>
            <a:ext cx="1454150" cy="1379538"/>
          </a:xfrm>
          <a:custGeom>
            <a:avLst/>
            <a:gdLst/>
            <a:ahLst/>
            <a:cxnLst>
              <a:cxn ang="0">
                <a:pos x="41" y="157"/>
              </a:cxn>
              <a:cxn ang="0">
                <a:pos x="177" y="399"/>
              </a:cxn>
              <a:cxn ang="0">
                <a:pos x="177" y="399"/>
              </a:cxn>
              <a:cxn ang="0">
                <a:pos x="322" y="427"/>
              </a:cxn>
              <a:cxn ang="0">
                <a:pos x="441" y="223"/>
              </a:cxn>
              <a:cxn ang="0">
                <a:pos x="236" y="104"/>
              </a:cxn>
              <a:cxn ang="0">
                <a:pos x="118" y="223"/>
              </a:cxn>
              <a:cxn ang="0">
                <a:pos x="96" y="149"/>
              </a:cxn>
              <a:cxn ang="0">
                <a:pos x="137" y="143"/>
              </a:cxn>
              <a:cxn ang="0">
                <a:pos x="86" y="0"/>
              </a:cxn>
              <a:cxn ang="0">
                <a:pos x="0" y="163"/>
              </a:cxn>
              <a:cxn ang="0">
                <a:pos x="41" y="157"/>
              </a:cxn>
            </a:cxnLst>
            <a:rect l="0" t="0" r="r" b="b"/>
            <a:pathLst>
              <a:path w="465" h="441">
                <a:moveTo>
                  <a:pt x="41" y="157"/>
                </a:moveTo>
                <a:cubicBezTo>
                  <a:pt x="53" y="239"/>
                  <a:pt x="108" y="346"/>
                  <a:pt x="177" y="399"/>
                </a:cubicBezTo>
                <a:cubicBezTo>
                  <a:pt x="177" y="399"/>
                  <a:pt x="177" y="399"/>
                  <a:pt x="177" y="399"/>
                </a:cubicBezTo>
                <a:cubicBezTo>
                  <a:pt x="217" y="429"/>
                  <a:pt x="270" y="441"/>
                  <a:pt x="322" y="427"/>
                </a:cubicBezTo>
                <a:cubicBezTo>
                  <a:pt x="411" y="404"/>
                  <a:pt x="465" y="312"/>
                  <a:pt x="441" y="223"/>
                </a:cubicBezTo>
                <a:cubicBezTo>
                  <a:pt x="417" y="134"/>
                  <a:pt x="326" y="81"/>
                  <a:pt x="236" y="104"/>
                </a:cubicBezTo>
                <a:cubicBezTo>
                  <a:pt x="176" y="120"/>
                  <a:pt x="133" y="167"/>
                  <a:pt x="118" y="223"/>
                </a:cubicBezTo>
                <a:cubicBezTo>
                  <a:pt x="107" y="199"/>
                  <a:pt x="100" y="174"/>
                  <a:pt x="96" y="149"/>
                </a:cubicBezTo>
                <a:cubicBezTo>
                  <a:pt x="110" y="147"/>
                  <a:pt x="123" y="145"/>
                  <a:pt x="137" y="143"/>
                </a:cubicBezTo>
                <a:cubicBezTo>
                  <a:pt x="109" y="108"/>
                  <a:pt x="88" y="59"/>
                  <a:pt x="86" y="0"/>
                </a:cubicBezTo>
                <a:cubicBezTo>
                  <a:pt x="45" y="42"/>
                  <a:pt x="14" y="97"/>
                  <a:pt x="0" y="163"/>
                </a:cubicBezTo>
                <a:cubicBezTo>
                  <a:pt x="14" y="161"/>
                  <a:pt x="27" y="159"/>
                  <a:pt x="41" y="157"/>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9" name="Freeform 7"/>
          <p:cNvSpPr>
            <a:spLocks/>
          </p:cNvSpPr>
          <p:nvPr/>
        </p:nvSpPr>
        <p:spPr bwMode="auto">
          <a:xfrm>
            <a:off x="4229100" y="3379407"/>
            <a:ext cx="1585913" cy="1208088"/>
          </a:xfrm>
          <a:custGeom>
            <a:avLst/>
            <a:gdLst/>
            <a:ahLst/>
            <a:cxnLst>
              <a:cxn ang="0">
                <a:pos x="120" y="347"/>
              </a:cxn>
              <a:cxn ang="0">
                <a:pos x="398" y="334"/>
              </a:cxn>
              <a:cxn ang="0">
                <a:pos x="398" y="334"/>
              </a:cxn>
              <a:cxn ang="0">
                <a:pos x="488" y="217"/>
              </a:cxn>
              <a:cxn ang="0">
                <a:pos x="358" y="19"/>
              </a:cxn>
              <a:cxn ang="0">
                <a:pos x="161" y="149"/>
              </a:cxn>
              <a:cxn ang="0">
                <a:pos x="214" y="308"/>
              </a:cxn>
              <a:cxn ang="0">
                <a:pos x="138" y="294"/>
              </a:cxn>
              <a:cxn ang="0">
                <a:pos x="151" y="255"/>
              </a:cxn>
              <a:cxn ang="0">
                <a:pos x="0" y="236"/>
              </a:cxn>
              <a:cxn ang="0">
                <a:pos x="107" y="386"/>
              </a:cxn>
              <a:cxn ang="0">
                <a:pos x="120" y="347"/>
              </a:cxn>
            </a:cxnLst>
            <a:rect l="0" t="0" r="r" b="b"/>
            <a:pathLst>
              <a:path w="507" h="386">
                <a:moveTo>
                  <a:pt x="120" y="347"/>
                </a:moveTo>
                <a:cubicBezTo>
                  <a:pt x="199" y="373"/>
                  <a:pt x="319" y="372"/>
                  <a:pt x="398" y="334"/>
                </a:cubicBezTo>
                <a:cubicBezTo>
                  <a:pt x="397" y="333"/>
                  <a:pt x="398" y="334"/>
                  <a:pt x="398" y="334"/>
                </a:cubicBezTo>
                <a:cubicBezTo>
                  <a:pt x="443" y="312"/>
                  <a:pt x="477" y="269"/>
                  <a:pt x="488" y="217"/>
                </a:cubicBezTo>
                <a:cubicBezTo>
                  <a:pt x="507" y="126"/>
                  <a:pt x="449" y="38"/>
                  <a:pt x="358" y="19"/>
                </a:cubicBezTo>
                <a:cubicBezTo>
                  <a:pt x="268" y="0"/>
                  <a:pt x="180" y="58"/>
                  <a:pt x="161" y="149"/>
                </a:cubicBezTo>
                <a:cubicBezTo>
                  <a:pt x="148" y="209"/>
                  <a:pt x="170" y="269"/>
                  <a:pt x="214" y="308"/>
                </a:cubicBezTo>
                <a:cubicBezTo>
                  <a:pt x="188" y="307"/>
                  <a:pt x="162" y="302"/>
                  <a:pt x="138" y="294"/>
                </a:cubicBezTo>
                <a:cubicBezTo>
                  <a:pt x="142" y="281"/>
                  <a:pt x="146" y="268"/>
                  <a:pt x="151" y="255"/>
                </a:cubicBezTo>
                <a:cubicBezTo>
                  <a:pt x="106" y="264"/>
                  <a:pt x="53" y="261"/>
                  <a:pt x="0" y="236"/>
                </a:cubicBezTo>
                <a:cubicBezTo>
                  <a:pt x="19" y="292"/>
                  <a:pt x="55" y="345"/>
                  <a:pt x="107" y="386"/>
                </a:cubicBezTo>
                <a:cubicBezTo>
                  <a:pt x="111" y="373"/>
                  <a:pt x="116" y="360"/>
                  <a:pt x="120" y="347"/>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0" name="Freeform 8"/>
          <p:cNvSpPr>
            <a:spLocks/>
          </p:cNvSpPr>
          <p:nvPr/>
        </p:nvSpPr>
        <p:spPr bwMode="auto">
          <a:xfrm>
            <a:off x="5030788" y="2009395"/>
            <a:ext cx="1163638" cy="1620838"/>
          </a:xfrm>
          <a:custGeom>
            <a:avLst/>
            <a:gdLst/>
            <a:ahLst/>
            <a:cxnLst>
              <a:cxn ang="0">
                <a:pos x="298" y="430"/>
              </a:cxn>
              <a:cxn ang="0">
                <a:pos x="356" y="159"/>
              </a:cxn>
              <a:cxn ang="0">
                <a:pos x="356" y="159"/>
              </a:cxn>
              <a:cxn ang="0">
                <a:pos x="266" y="41"/>
              </a:cxn>
              <a:cxn ang="0">
                <a:pos x="42" y="116"/>
              </a:cxn>
              <a:cxn ang="0">
                <a:pos x="117" y="340"/>
              </a:cxn>
              <a:cxn ang="0">
                <a:pos x="284" y="330"/>
              </a:cxn>
              <a:cxn ang="0">
                <a:pos x="251" y="400"/>
              </a:cxn>
              <a:cxn ang="0">
                <a:pos x="216" y="377"/>
              </a:cxn>
              <a:cxn ang="0">
                <a:pos x="160" y="518"/>
              </a:cxn>
              <a:cxn ang="0">
                <a:pos x="332" y="453"/>
              </a:cxn>
              <a:cxn ang="0">
                <a:pos x="298" y="430"/>
              </a:cxn>
            </a:cxnLst>
            <a:rect l="0" t="0" r="r" b="b"/>
            <a:pathLst>
              <a:path w="372" h="518">
                <a:moveTo>
                  <a:pt x="298" y="430"/>
                </a:moveTo>
                <a:cubicBezTo>
                  <a:pt x="343" y="360"/>
                  <a:pt x="372" y="244"/>
                  <a:pt x="356" y="159"/>
                </a:cubicBezTo>
                <a:cubicBezTo>
                  <a:pt x="355" y="159"/>
                  <a:pt x="356" y="158"/>
                  <a:pt x="356" y="159"/>
                </a:cubicBezTo>
                <a:cubicBezTo>
                  <a:pt x="346" y="109"/>
                  <a:pt x="314" y="65"/>
                  <a:pt x="266" y="41"/>
                </a:cubicBezTo>
                <a:cubicBezTo>
                  <a:pt x="183" y="0"/>
                  <a:pt x="83" y="33"/>
                  <a:pt x="42" y="116"/>
                </a:cubicBezTo>
                <a:cubicBezTo>
                  <a:pt x="0" y="199"/>
                  <a:pt x="34" y="299"/>
                  <a:pt x="117" y="340"/>
                </a:cubicBezTo>
                <a:cubicBezTo>
                  <a:pt x="172" y="368"/>
                  <a:pt x="236" y="362"/>
                  <a:pt x="284" y="330"/>
                </a:cubicBezTo>
                <a:cubicBezTo>
                  <a:pt x="276" y="355"/>
                  <a:pt x="265" y="378"/>
                  <a:pt x="251" y="400"/>
                </a:cubicBezTo>
                <a:cubicBezTo>
                  <a:pt x="240" y="392"/>
                  <a:pt x="228" y="385"/>
                  <a:pt x="216" y="377"/>
                </a:cubicBezTo>
                <a:cubicBezTo>
                  <a:pt x="214" y="422"/>
                  <a:pt x="197" y="473"/>
                  <a:pt x="160" y="518"/>
                </a:cubicBezTo>
                <a:cubicBezTo>
                  <a:pt x="218" y="514"/>
                  <a:pt x="279" y="493"/>
                  <a:pt x="332" y="453"/>
                </a:cubicBezTo>
                <a:cubicBezTo>
                  <a:pt x="321" y="445"/>
                  <a:pt x="309" y="438"/>
                  <a:pt x="298" y="43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1" name="Freeform 9"/>
          <p:cNvSpPr>
            <a:spLocks/>
          </p:cNvSpPr>
          <p:nvPr/>
        </p:nvSpPr>
        <p:spPr bwMode="auto">
          <a:xfrm>
            <a:off x="4060825" y="1258507"/>
            <a:ext cx="1579563" cy="1117600"/>
          </a:xfrm>
          <a:custGeom>
            <a:avLst/>
            <a:gdLst/>
            <a:ahLst/>
            <a:cxnLst>
              <a:cxn ang="0">
                <a:pos x="445" y="130"/>
              </a:cxn>
              <a:cxn ang="0">
                <a:pos x="197" y="4"/>
              </a:cxn>
              <a:cxn ang="0">
                <a:pos x="197" y="4"/>
              </a:cxn>
              <a:cxn ang="0">
                <a:pos x="61" y="60"/>
              </a:cxn>
              <a:cxn ang="0">
                <a:pos x="75" y="296"/>
              </a:cxn>
              <a:cxn ang="0">
                <a:pos x="311" y="282"/>
              </a:cxn>
              <a:cxn ang="0">
                <a:pos x="344" y="117"/>
              </a:cxn>
              <a:cxn ang="0">
                <a:pos x="403" y="167"/>
              </a:cxn>
              <a:cxn ang="0">
                <a:pos x="372" y="195"/>
              </a:cxn>
              <a:cxn ang="0">
                <a:pos x="494" y="285"/>
              </a:cxn>
              <a:cxn ang="0">
                <a:pos x="476" y="102"/>
              </a:cxn>
              <a:cxn ang="0">
                <a:pos x="445" y="130"/>
              </a:cxn>
            </a:cxnLst>
            <a:rect l="0" t="0" r="r" b="b"/>
            <a:pathLst>
              <a:path w="505" h="357">
                <a:moveTo>
                  <a:pt x="445" y="130"/>
                </a:moveTo>
                <a:cubicBezTo>
                  <a:pt x="389" y="68"/>
                  <a:pt x="285" y="10"/>
                  <a:pt x="197" y="4"/>
                </a:cubicBezTo>
                <a:cubicBezTo>
                  <a:pt x="197" y="4"/>
                  <a:pt x="197" y="3"/>
                  <a:pt x="197" y="4"/>
                </a:cubicBezTo>
                <a:cubicBezTo>
                  <a:pt x="147" y="0"/>
                  <a:pt x="96" y="20"/>
                  <a:pt x="61" y="60"/>
                </a:cubicBezTo>
                <a:cubicBezTo>
                  <a:pt x="0" y="129"/>
                  <a:pt x="6" y="235"/>
                  <a:pt x="75" y="296"/>
                </a:cubicBezTo>
                <a:cubicBezTo>
                  <a:pt x="144" y="357"/>
                  <a:pt x="250" y="351"/>
                  <a:pt x="311" y="282"/>
                </a:cubicBezTo>
                <a:cubicBezTo>
                  <a:pt x="352" y="235"/>
                  <a:pt x="363" y="172"/>
                  <a:pt x="344" y="117"/>
                </a:cubicBezTo>
                <a:cubicBezTo>
                  <a:pt x="366" y="131"/>
                  <a:pt x="386" y="148"/>
                  <a:pt x="403" y="167"/>
                </a:cubicBezTo>
                <a:cubicBezTo>
                  <a:pt x="393" y="176"/>
                  <a:pt x="383" y="186"/>
                  <a:pt x="372" y="195"/>
                </a:cubicBezTo>
                <a:cubicBezTo>
                  <a:pt x="416" y="209"/>
                  <a:pt x="460" y="238"/>
                  <a:pt x="494" y="285"/>
                </a:cubicBezTo>
                <a:cubicBezTo>
                  <a:pt x="505" y="228"/>
                  <a:pt x="500" y="164"/>
                  <a:pt x="476" y="102"/>
                </a:cubicBezTo>
                <a:cubicBezTo>
                  <a:pt x="465" y="112"/>
                  <a:pt x="455" y="121"/>
                  <a:pt x="445" y="13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36"/>
          <p:cNvGrpSpPr/>
          <p:nvPr/>
        </p:nvGrpSpPr>
        <p:grpSpPr>
          <a:xfrm>
            <a:off x="4170363" y="1334707"/>
            <a:ext cx="935038" cy="935038"/>
            <a:chOff x="4170363" y="1276350"/>
            <a:chExt cx="935038" cy="935038"/>
          </a:xfrm>
        </p:grpSpPr>
        <p:sp>
          <p:nvSpPr>
            <p:cNvPr id="3086" name="Freeform 14"/>
            <p:cNvSpPr>
              <a:spLocks/>
            </p:cNvSpPr>
            <p:nvPr/>
          </p:nvSpPr>
          <p:spPr bwMode="auto">
            <a:xfrm>
              <a:off x="4170363" y="1276350"/>
              <a:ext cx="935038" cy="935038"/>
            </a:xfrm>
            <a:custGeom>
              <a:avLst/>
              <a:gdLst/>
              <a:ahLst/>
              <a:cxnLst>
                <a:cxn ang="0">
                  <a:pos x="239" y="49"/>
                </a:cxn>
                <a:cxn ang="0">
                  <a:pos x="250" y="239"/>
                </a:cxn>
                <a:cxn ang="0">
                  <a:pos x="61" y="250"/>
                </a:cxn>
                <a:cxn ang="0">
                  <a:pos x="49" y="61"/>
                </a:cxn>
                <a:cxn ang="0">
                  <a:pos x="239" y="49"/>
                </a:cxn>
              </a:cxnLst>
              <a:rect l="0" t="0" r="r" b="b"/>
              <a:pathLst>
                <a:path w="299" h="299">
                  <a:moveTo>
                    <a:pt x="239" y="49"/>
                  </a:moveTo>
                  <a:cubicBezTo>
                    <a:pt x="294" y="98"/>
                    <a:pt x="299" y="183"/>
                    <a:pt x="250" y="239"/>
                  </a:cubicBezTo>
                  <a:cubicBezTo>
                    <a:pt x="201" y="294"/>
                    <a:pt x="116" y="299"/>
                    <a:pt x="61" y="250"/>
                  </a:cubicBezTo>
                  <a:cubicBezTo>
                    <a:pt x="5" y="201"/>
                    <a:pt x="0" y="116"/>
                    <a:pt x="49" y="61"/>
                  </a:cubicBezTo>
                  <a:cubicBezTo>
                    <a:pt x="98" y="5"/>
                    <a:pt x="183" y="0"/>
                    <a:pt x="239"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22"/>
            <p:cNvSpPr>
              <a:spLocks noEditPoints="1"/>
            </p:cNvSpPr>
            <p:nvPr/>
          </p:nvSpPr>
          <p:spPr bwMode="auto">
            <a:xfrm>
              <a:off x="4374115" y="1536861"/>
              <a:ext cx="527534" cy="414016"/>
            </a:xfrm>
            <a:custGeom>
              <a:avLst/>
              <a:gdLst/>
              <a:ahLst/>
              <a:cxnLst>
                <a:cxn ang="0">
                  <a:pos x="57" y="37"/>
                </a:cxn>
                <a:cxn ang="0">
                  <a:pos x="38" y="56"/>
                </a:cxn>
                <a:cxn ang="0">
                  <a:pos x="34" y="57"/>
                </a:cxn>
                <a:cxn ang="0">
                  <a:pos x="31" y="56"/>
                </a:cxn>
                <a:cxn ang="0">
                  <a:pos x="4" y="28"/>
                </a:cxn>
                <a:cxn ang="0">
                  <a:pos x="0" y="20"/>
                </a:cxn>
                <a:cxn ang="0">
                  <a:pos x="0" y="4"/>
                </a:cxn>
                <a:cxn ang="0">
                  <a:pos x="5" y="0"/>
                </a:cxn>
                <a:cxn ang="0">
                  <a:pos x="21" y="0"/>
                </a:cxn>
                <a:cxn ang="0">
                  <a:pos x="29" y="3"/>
                </a:cxn>
                <a:cxn ang="0">
                  <a:pos x="57" y="30"/>
                </a:cxn>
                <a:cxn ang="0">
                  <a:pos x="58" y="34"/>
                </a:cxn>
                <a:cxn ang="0">
                  <a:pos x="57" y="37"/>
                </a:cxn>
                <a:cxn ang="0">
                  <a:pos x="13" y="7"/>
                </a:cxn>
                <a:cxn ang="0">
                  <a:pos x="8" y="12"/>
                </a:cxn>
                <a:cxn ang="0">
                  <a:pos x="13" y="17"/>
                </a:cxn>
                <a:cxn ang="0">
                  <a:pos x="17" y="12"/>
                </a:cxn>
                <a:cxn ang="0">
                  <a:pos x="13" y="7"/>
                </a:cxn>
                <a:cxn ang="0">
                  <a:pos x="71" y="37"/>
                </a:cxn>
                <a:cxn ang="0">
                  <a:pos x="52" y="56"/>
                </a:cxn>
                <a:cxn ang="0">
                  <a:pos x="49" y="57"/>
                </a:cxn>
                <a:cxn ang="0">
                  <a:pos x="45" y="55"/>
                </a:cxn>
                <a:cxn ang="0">
                  <a:pos x="63" y="37"/>
                </a:cxn>
                <a:cxn ang="0">
                  <a:pos x="64" y="34"/>
                </a:cxn>
                <a:cxn ang="0">
                  <a:pos x="63" y="30"/>
                </a:cxn>
                <a:cxn ang="0">
                  <a:pos x="35" y="3"/>
                </a:cxn>
                <a:cxn ang="0">
                  <a:pos x="27" y="0"/>
                </a:cxn>
                <a:cxn ang="0">
                  <a:pos x="36" y="0"/>
                </a:cxn>
                <a:cxn ang="0">
                  <a:pos x="44" y="3"/>
                </a:cxn>
                <a:cxn ang="0">
                  <a:pos x="71" y="30"/>
                </a:cxn>
                <a:cxn ang="0">
                  <a:pos x="73" y="34"/>
                </a:cxn>
                <a:cxn ang="0">
                  <a:pos x="71" y="37"/>
                </a:cxn>
              </a:cxnLst>
              <a:rect l="0" t="0" r="r" b="b"/>
              <a:pathLst>
                <a:path w="73" h="57">
                  <a:moveTo>
                    <a:pt x="57" y="37"/>
                  </a:moveTo>
                  <a:cubicBezTo>
                    <a:pt x="38" y="56"/>
                    <a:pt x="38" y="56"/>
                    <a:pt x="38" y="56"/>
                  </a:cubicBezTo>
                  <a:cubicBezTo>
                    <a:pt x="37" y="57"/>
                    <a:pt x="36" y="57"/>
                    <a:pt x="34" y="57"/>
                  </a:cubicBezTo>
                  <a:cubicBezTo>
                    <a:pt x="33" y="57"/>
                    <a:pt x="32" y="57"/>
                    <a:pt x="31" y="56"/>
                  </a:cubicBezTo>
                  <a:cubicBezTo>
                    <a:pt x="4" y="28"/>
                    <a:pt x="4" y="28"/>
                    <a:pt x="4" y="28"/>
                  </a:cubicBezTo>
                  <a:cubicBezTo>
                    <a:pt x="2" y="27"/>
                    <a:pt x="0" y="23"/>
                    <a:pt x="0" y="20"/>
                  </a:cubicBezTo>
                  <a:cubicBezTo>
                    <a:pt x="0" y="4"/>
                    <a:pt x="0" y="4"/>
                    <a:pt x="0" y="4"/>
                  </a:cubicBezTo>
                  <a:cubicBezTo>
                    <a:pt x="0" y="2"/>
                    <a:pt x="3" y="0"/>
                    <a:pt x="5" y="0"/>
                  </a:cubicBezTo>
                  <a:cubicBezTo>
                    <a:pt x="21" y="0"/>
                    <a:pt x="21" y="0"/>
                    <a:pt x="21" y="0"/>
                  </a:cubicBezTo>
                  <a:cubicBezTo>
                    <a:pt x="24" y="0"/>
                    <a:pt x="27" y="1"/>
                    <a:pt x="29" y="3"/>
                  </a:cubicBezTo>
                  <a:cubicBezTo>
                    <a:pt x="57" y="30"/>
                    <a:pt x="57" y="30"/>
                    <a:pt x="57" y="30"/>
                  </a:cubicBezTo>
                  <a:cubicBezTo>
                    <a:pt x="57" y="31"/>
                    <a:pt x="58" y="32"/>
                    <a:pt x="58" y="34"/>
                  </a:cubicBezTo>
                  <a:cubicBezTo>
                    <a:pt x="58" y="35"/>
                    <a:pt x="57" y="36"/>
                    <a:pt x="57" y="37"/>
                  </a:cubicBezTo>
                  <a:close/>
                  <a:moveTo>
                    <a:pt x="13" y="7"/>
                  </a:moveTo>
                  <a:cubicBezTo>
                    <a:pt x="10" y="7"/>
                    <a:pt x="8" y="9"/>
                    <a:pt x="8" y="12"/>
                  </a:cubicBezTo>
                  <a:cubicBezTo>
                    <a:pt x="8" y="14"/>
                    <a:pt x="10" y="17"/>
                    <a:pt x="13" y="17"/>
                  </a:cubicBezTo>
                  <a:cubicBezTo>
                    <a:pt x="15" y="17"/>
                    <a:pt x="17" y="14"/>
                    <a:pt x="17" y="12"/>
                  </a:cubicBezTo>
                  <a:cubicBezTo>
                    <a:pt x="17" y="9"/>
                    <a:pt x="15" y="7"/>
                    <a:pt x="13" y="7"/>
                  </a:cubicBezTo>
                  <a:close/>
                  <a:moveTo>
                    <a:pt x="71" y="37"/>
                  </a:moveTo>
                  <a:cubicBezTo>
                    <a:pt x="52" y="56"/>
                    <a:pt x="52" y="56"/>
                    <a:pt x="52" y="56"/>
                  </a:cubicBezTo>
                  <a:cubicBezTo>
                    <a:pt x="52" y="57"/>
                    <a:pt x="50" y="57"/>
                    <a:pt x="49" y="57"/>
                  </a:cubicBezTo>
                  <a:cubicBezTo>
                    <a:pt x="47" y="57"/>
                    <a:pt x="46" y="56"/>
                    <a:pt x="45" y="55"/>
                  </a:cubicBezTo>
                  <a:cubicBezTo>
                    <a:pt x="63" y="37"/>
                    <a:pt x="63" y="37"/>
                    <a:pt x="63" y="37"/>
                  </a:cubicBezTo>
                  <a:cubicBezTo>
                    <a:pt x="63" y="36"/>
                    <a:pt x="64" y="35"/>
                    <a:pt x="64" y="34"/>
                  </a:cubicBezTo>
                  <a:cubicBezTo>
                    <a:pt x="64" y="32"/>
                    <a:pt x="63" y="31"/>
                    <a:pt x="63" y="30"/>
                  </a:cubicBezTo>
                  <a:cubicBezTo>
                    <a:pt x="35" y="3"/>
                    <a:pt x="35" y="3"/>
                    <a:pt x="35" y="3"/>
                  </a:cubicBezTo>
                  <a:cubicBezTo>
                    <a:pt x="34" y="1"/>
                    <a:pt x="30" y="0"/>
                    <a:pt x="27" y="0"/>
                  </a:cubicBezTo>
                  <a:cubicBezTo>
                    <a:pt x="36" y="0"/>
                    <a:pt x="36" y="0"/>
                    <a:pt x="36" y="0"/>
                  </a:cubicBezTo>
                  <a:cubicBezTo>
                    <a:pt x="38" y="0"/>
                    <a:pt x="42" y="1"/>
                    <a:pt x="44" y="3"/>
                  </a:cubicBezTo>
                  <a:cubicBezTo>
                    <a:pt x="71" y="30"/>
                    <a:pt x="71" y="30"/>
                    <a:pt x="71" y="30"/>
                  </a:cubicBezTo>
                  <a:cubicBezTo>
                    <a:pt x="72" y="31"/>
                    <a:pt x="73" y="32"/>
                    <a:pt x="73" y="34"/>
                  </a:cubicBezTo>
                  <a:cubicBezTo>
                    <a:pt x="73" y="35"/>
                    <a:pt x="72" y="36"/>
                    <a:pt x="71" y="3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7"/>
          <p:cNvGrpSpPr/>
          <p:nvPr/>
        </p:nvGrpSpPr>
        <p:grpSpPr>
          <a:xfrm>
            <a:off x="5145088" y="2128457"/>
            <a:ext cx="958850" cy="960438"/>
            <a:chOff x="5145088" y="2070100"/>
            <a:chExt cx="958850" cy="960438"/>
          </a:xfrm>
        </p:grpSpPr>
        <p:sp>
          <p:nvSpPr>
            <p:cNvPr id="3085" name="Freeform 13"/>
            <p:cNvSpPr>
              <a:spLocks/>
            </p:cNvSpPr>
            <p:nvPr/>
          </p:nvSpPr>
          <p:spPr bwMode="auto">
            <a:xfrm>
              <a:off x="5145088" y="2070100"/>
              <a:ext cx="958850" cy="960438"/>
            </a:xfrm>
            <a:custGeom>
              <a:avLst/>
              <a:gdLst/>
              <a:ahLst/>
              <a:cxnLst>
                <a:cxn ang="0">
                  <a:pos x="273" y="214"/>
                </a:cxn>
                <a:cxn ang="0">
                  <a:pos x="93" y="274"/>
                </a:cxn>
                <a:cxn ang="0">
                  <a:pos x="33" y="94"/>
                </a:cxn>
                <a:cxn ang="0">
                  <a:pos x="213" y="34"/>
                </a:cxn>
                <a:cxn ang="0">
                  <a:pos x="273" y="214"/>
                </a:cxn>
              </a:cxnLst>
              <a:rect l="0" t="0" r="r" b="b"/>
              <a:pathLst>
                <a:path w="306" h="307">
                  <a:moveTo>
                    <a:pt x="273" y="214"/>
                  </a:moveTo>
                  <a:cubicBezTo>
                    <a:pt x="240" y="280"/>
                    <a:pt x="159" y="307"/>
                    <a:pt x="93" y="274"/>
                  </a:cubicBezTo>
                  <a:cubicBezTo>
                    <a:pt x="27" y="240"/>
                    <a:pt x="0" y="160"/>
                    <a:pt x="33" y="94"/>
                  </a:cubicBezTo>
                  <a:cubicBezTo>
                    <a:pt x="66" y="27"/>
                    <a:pt x="147" y="0"/>
                    <a:pt x="213" y="34"/>
                  </a:cubicBezTo>
                  <a:cubicBezTo>
                    <a:pt x="279" y="67"/>
                    <a:pt x="306" y="147"/>
                    <a:pt x="273" y="214"/>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66"/>
            <p:cNvSpPr>
              <a:spLocks noEditPoints="1"/>
            </p:cNvSpPr>
            <p:nvPr/>
          </p:nvSpPr>
          <p:spPr bwMode="auto">
            <a:xfrm>
              <a:off x="5398163" y="2322304"/>
              <a:ext cx="452700" cy="456030"/>
            </a:xfrm>
            <a:custGeom>
              <a:avLst/>
              <a:gdLst/>
              <a:ahLst/>
              <a:cxnLst>
                <a:cxn ang="0">
                  <a:pos x="1" y="42"/>
                </a:cxn>
                <a:cxn ang="0">
                  <a:pos x="1" y="40"/>
                </a:cxn>
                <a:cxn ang="0">
                  <a:pos x="14" y="41"/>
                </a:cxn>
                <a:cxn ang="0">
                  <a:pos x="30" y="19"/>
                </a:cxn>
                <a:cxn ang="0">
                  <a:pos x="17" y="8"/>
                </a:cxn>
                <a:cxn ang="0">
                  <a:pos x="9" y="14"/>
                </a:cxn>
                <a:cxn ang="0">
                  <a:pos x="9" y="19"/>
                </a:cxn>
                <a:cxn ang="0">
                  <a:pos x="18" y="39"/>
                </a:cxn>
                <a:cxn ang="0">
                  <a:pos x="4" y="24"/>
                </a:cxn>
                <a:cxn ang="0">
                  <a:pos x="4" y="9"/>
                </a:cxn>
                <a:cxn ang="0">
                  <a:pos x="17" y="0"/>
                </a:cxn>
                <a:cxn ang="0">
                  <a:pos x="37" y="16"/>
                </a:cxn>
                <a:cxn ang="0">
                  <a:pos x="30" y="19"/>
                </a:cxn>
                <a:cxn ang="0">
                  <a:pos x="6" y="58"/>
                </a:cxn>
                <a:cxn ang="0">
                  <a:pos x="5" y="56"/>
                </a:cxn>
                <a:cxn ang="0">
                  <a:pos x="16" y="46"/>
                </a:cxn>
                <a:cxn ang="0">
                  <a:pos x="7" y="58"/>
                </a:cxn>
                <a:cxn ang="0">
                  <a:pos x="22" y="63"/>
                </a:cxn>
                <a:cxn ang="0">
                  <a:pos x="20" y="49"/>
                </a:cxn>
                <a:cxn ang="0">
                  <a:pos x="23" y="49"/>
                </a:cxn>
                <a:cxn ang="0">
                  <a:pos x="59" y="54"/>
                </a:cxn>
                <a:cxn ang="0">
                  <a:pos x="46" y="62"/>
                </a:cxn>
                <a:cxn ang="0">
                  <a:pos x="25" y="46"/>
                </a:cxn>
                <a:cxn ang="0">
                  <a:pos x="33" y="43"/>
                </a:cxn>
                <a:cxn ang="0">
                  <a:pos x="48" y="54"/>
                </a:cxn>
                <a:cxn ang="0">
                  <a:pos x="55" y="46"/>
                </a:cxn>
                <a:cxn ang="0">
                  <a:pos x="44" y="33"/>
                </a:cxn>
                <a:cxn ang="0">
                  <a:pos x="46" y="25"/>
                </a:cxn>
                <a:cxn ang="0">
                  <a:pos x="62" y="46"/>
                </a:cxn>
                <a:cxn ang="0">
                  <a:pos x="42" y="13"/>
                </a:cxn>
                <a:cxn ang="0">
                  <a:pos x="40" y="13"/>
                </a:cxn>
                <a:cxn ang="0">
                  <a:pos x="41" y="0"/>
                </a:cxn>
                <a:cxn ang="0">
                  <a:pos x="42" y="13"/>
                </a:cxn>
                <a:cxn ang="0">
                  <a:pos x="47" y="17"/>
                </a:cxn>
                <a:cxn ang="0">
                  <a:pos x="46" y="15"/>
                </a:cxn>
                <a:cxn ang="0">
                  <a:pos x="58" y="5"/>
                </a:cxn>
                <a:cxn ang="0">
                  <a:pos x="48" y="16"/>
                </a:cxn>
                <a:cxn ang="0">
                  <a:pos x="50" y="23"/>
                </a:cxn>
                <a:cxn ang="0">
                  <a:pos x="50" y="20"/>
                </a:cxn>
                <a:cxn ang="0">
                  <a:pos x="63" y="22"/>
                </a:cxn>
              </a:cxnLst>
              <a:rect l="0" t="0" r="r" b="b"/>
              <a:pathLst>
                <a:path w="63" h="63">
                  <a:moveTo>
                    <a:pt x="13" y="42"/>
                  </a:moveTo>
                  <a:cubicBezTo>
                    <a:pt x="1" y="42"/>
                    <a:pt x="1" y="42"/>
                    <a:pt x="1" y="42"/>
                  </a:cubicBezTo>
                  <a:cubicBezTo>
                    <a:pt x="0" y="42"/>
                    <a:pt x="0" y="42"/>
                    <a:pt x="0" y="41"/>
                  </a:cubicBezTo>
                  <a:cubicBezTo>
                    <a:pt x="0" y="40"/>
                    <a:pt x="0" y="40"/>
                    <a:pt x="1" y="40"/>
                  </a:cubicBezTo>
                  <a:cubicBezTo>
                    <a:pt x="13" y="40"/>
                    <a:pt x="13" y="40"/>
                    <a:pt x="13" y="40"/>
                  </a:cubicBezTo>
                  <a:cubicBezTo>
                    <a:pt x="14" y="40"/>
                    <a:pt x="14" y="40"/>
                    <a:pt x="14" y="41"/>
                  </a:cubicBezTo>
                  <a:cubicBezTo>
                    <a:pt x="14" y="42"/>
                    <a:pt x="14" y="42"/>
                    <a:pt x="13" y="42"/>
                  </a:cubicBezTo>
                  <a:close/>
                  <a:moveTo>
                    <a:pt x="30" y="19"/>
                  </a:moveTo>
                  <a:cubicBezTo>
                    <a:pt x="19" y="9"/>
                    <a:pt x="19" y="9"/>
                    <a:pt x="19" y="9"/>
                  </a:cubicBezTo>
                  <a:cubicBezTo>
                    <a:pt x="19" y="8"/>
                    <a:pt x="18" y="8"/>
                    <a:pt x="17" y="8"/>
                  </a:cubicBezTo>
                  <a:cubicBezTo>
                    <a:pt x="16" y="8"/>
                    <a:pt x="15" y="8"/>
                    <a:pt x="14" y="9"/>
                  </a:cubicBezTo>
                  <a:cubicBezTo>
                    <a:pt x="9" y="14"/>
                    <a:pt x="9" y="14"/>
                    <a:pt x="9" y="14"/>
                  </a:cubicBezTo>
                  <a:cubicBezTo>
                    <a:pt x="8" y="15"/>
                    <a:pt x="8" y="16"/>
                    <a:pt x="8" y="17"/>
                  </a:cubicBezTo>
                  <a:cubicBezTo>
                    <a:pt x="8" y="18"/>
                    <a:pt x="8" y="19"/>
                    <a:pt x="9" y="19"/>
                  </a:cubicBezTo>
                  <a:cubicBezTo>
                    <a:pt x="19" y="30"/>
                    <a:pt x="19" y="30"/>
                    <a:pt x="19" y="30"/>
                  </a:cubicBezTo>
                  <a:cubicBezTo>
                    <a:pt x="18" y="39"/>
                    <a:pt x="18" y="39"/>
                    <a:pt x="18" y="39"/>
                  </a:cubicBezTo>
                  <a:cubicBezTo>
                    <a:pt x="18" y="38"/>
                    <a:pt x="17" y="38"/>
                    <a:pt x="16" y="37"/>
                  </a:cubicBezTo>
                  <a:cubicBezTo>
                    <a:pt x="4" y="24"/>
                    <a:pt x="4" y="24"/>
                    <a:pt x="4" y="24"/>
                  </a:cubicBezTo>
                  <a:cubicBezTo>
                    <a:pt x="2" y="22"/>
                    <a:pt x="0" y="20"/>
                    <a:pt x="0" y="17"/>
                  </a:cubicBezTo>
                  <a:cubicBezTo>
                    <a:pt x="0" y="14"/>
                    <a:pt x="2" y="11"/>
                    <a:pt x="4" y="9"/>
                  </a:cubicBezTo>
                  <a:cubicBezTo>
                    <a:pt x="9" y="3"/>
                    <a:pt x="9" y="3"/>
                    <a:pt x="9" y="3"/>
                  </a:cubicBezTo>
                  <a:cubicBezTo>
                    <a:pt x="11" y="1"/>
                    <a:pt x="14" y="0"/>
                    <a:pt x="17" y="0"/>
                  </a:cubicBezTo>
                  <a:cubicBezTo>
                    <a:pt x="20" y="0"/>
                    <a:pt x="23" y="1"/>
                    <a:pt x="25" y="4"/>
                  </a:cubicBezTo>
                  <a:cubicBezTo>
                    <a:pt x="37" y="16"/>
                    <a:pt x="37" y="16"/>
                    <a:pt x="37" y="16"/>
                  </a:cubicBezTo>
                  <a:cubicBezTo>
                    <a:pt x="38" y="17"/>
                    <a:pt x="38" y="18"/>
                    <a:pt x="39" y="18"/>
                  </a:cubicBezTo>
                  <a:lnTo>
                    <a:pt x="30" y="19"/>
                  </a:lnTo>
                  <a:close/>
                  <a:moveTo>
                    <a:pt x="7" y="58"/>
                  </a:moveTo>
                  <a:cubicBezTo>
                    <a:pt x="6" y="58"/>
                    <a:pt x="6" y="58"/>
                    <a:pt x="6" y="58"/>
                  </a:cubicBezTo>
                  <a:cubicBezTo>
                    <a:pt x="6" y="58"/>
                    <a:pt x="5" y="58"/>
                    <a:pt x="5" y="58"/>
                  </a:cubicBezTo>
                  <a:cubicBezTo>
                    <a:pt x="5" y="57"/>
                    <a:pt x="5" y="56"/>
                    <a:pt x="5" y="56"/>
                  </a:cubicBezTo>
                  <a:cubicBezTo>
                    <a:pt x="15" y="46"/>
                    <a:pt x="15" y="46"/>
                    <a:pt x="15" y="46"/>
                  </a:cubicBezTo>
                  <a:cubicBezTo>
                    <a:pt x="15" y="46"/>
                    <a:pt x="16" y="46"/>
                    <a:pt x="16" y="46"/>
                  </a:cubicBezTo>
                  <a:cubicBezTo>
                    <a:pt x="17" y="47"/>
                    <a:pt x="17" y="47"/>
                    <a:pt x="16" y="48"/>
                  </a:cubicBezTo>
                  <a:lnTo>
                    <a:pt x="7" y="58"/>
                  </a:lnTo>
                  <a:close/>
                  <a:moveTo>
                    <a:pt x="23" y="62"/>
                  </a:moveTo>
                  <a:cubicBezTo>
                    <a:pt x="23" y="62"/>
                    <a:pt x="22" y="63"/>
                    <a:pt x="22" y="63"/>
                  </a:cubicBezTo>
                  <a:cubicBezTo>
                    <a:pt x="21" y="63"/>
                    <a:pt x="20" y="62"/>
                    <a:pt x="20" y="62"/>
                  </a:cubicBezTo>
                  <a:cubicBezTo>
                    <a:pt x="20" y="49"/>
                    <a:pt x="20" y="49"/>
                    <a:pt x="20" y="49"/>
                  </a:cubicBezTo>
                  <a:cubicBezTo>
                    <a:pt x="20" y="49"/>
                    <a:pt x="21" y="48"/>
                    <a:pt x="22" y="48"/>
                  </a:cubicBezTo>
                  <a:cubicBezTo>
                    <a:pt x="22" y="48"/>
                    <a:pt x="23" y="49"/>
                    <a:pt x="23" y="49"/>
                  </a:cubicBezTo>
                  <a:lnTo>
                    <a:pt x="23" y="62"/>
                  </a:lnTo>
                  <a:close/>
                  <a:moveTo>
                    <a:pt x="59" y="54"/>
                  </a:moveTo>
                  <a:cubicBezTo>
                    <a:pt x="54" y="59"/>
                    <a:pt x="54" y="59"/>
                    <a:pt x="54" y="59"/>
                  </a:cubicBezTo>
                  <a:cubicBezTo>
                    <a:pt x="51" y="61"/>
                    <a:pt x="49" y="62"/>
                    <a:pt x="46" y="62"/>
                  </a:cubicBezTo>
                  <a:cubicBezTo>
                    <a:pt x="43" y="62"/>
                    <a:pt x="40" y="61"/>
                    <a:pt x="38" y="59"/>
                  </a:cubicBezTo>
                  <a:cubicBezTo>
                    <a:pt x="25" y="46"/>
                    <a:pt x="25" y="46"/>
                    <a:pt x="25" y="46"/>
                  </a:cubicBezTo>
                  <a:cubicBezTo>
                    <a:pt x="25" y="46"/>
                    <a:pt x="24" y="45"/>
                    <a:pt x="24" y="44"/>
                  </a:cubicBezTo>
                  <a:cubicBezTo>
                    <a:pt x="33" y="43"/>
                    <a:pt x="33" y="43"/>
                    <a:pt x="33" y="43"/>
                  </a:cubicBezTo>
                  <a:cubicBezTo>
                    <a:pt x="43" y="54"/>
                    <a:pt x="43" y="54"/>
                    <a:pt x="43" y="54"/>
                  </a:cubicBezTo>
                  <a:cubicBezTo>
                    <a:pt x="45" y="55"/>
                    <a:pt x="47" y="55"/>
                    <a:pt x="48" y="54"/>
                  </a:cubicBezTo>
                  <a:cubicBezTo>
                    <a:pt x="54" y="48"/>
                    <a:pt x="54" y="48"/>
                    <a:pt x="54" y="48"/>
                  </a:cubicBezTo>
                  <a:cubicBezTo>
                    <a:pt x="55" y="48"/>
                    <a:pt x="55" y="47"/>
                    <a:pt x="55" y="46"/>
                  </a:cubicBezTo>
                  <a:cubicBezTo>
                    <a:pt x="55" y="45"/>
                    <a:pt x="55" y="44"/>
                    <a:pt x="54" y="43"/>
                  </a:cubicBezTo>
                  <a:cubicBezTo>
                    <a:pt x="44" y="33"/>
                    <a:pt x="44" y="33"/>
                    <a:pt x="44" y="33"/>
                  </a:cubicBezTo>
                  <a:cubicBezTo>
                    <a:pt x="44" y="24"/>
                    <a:pt x="44" y="24"/>
                    <a:pt x="44" y="24"/>
                  </a:cubicBezTo>
                  <a:cubicBezTo>
                    <a:pt x="45" y="24"/>
                    <a:pt x="46" y="25"/>
                    <a:pt x="46" y="25"/>
                  </a:cubicBezTo>
                  <a:cubicBezTo>
                    <a:pt x="59" y="38"/>
                    <a:pt x="59" y="38"/>
                    <a:pt x="59" y="38"/>
                  </a:cubicBezTo>
                  <a:cubicBezTo>
                    <a:pt x="61" y="40"/>
                    <a:pt x="62" y="43"/>
                    <a:pt x="62" y="46"/>
                  </a:cubicBezTo>
                  <a:cubicBezTo>
                    <a:pt x="62" y="49"/>
                    <a:pt x="61" y="52"/>
                    <a:pt x="59" y="54"/>
                  </a:cubicBezTo>
                  <a:close/>
                  <a:moveTo>
                    <a:pt x="42" y="13"/>
                  </a:moveTo>
                  <a:cubicBezTo>
                    <a:pt x="42" y="14"/>
                    <a:pt x="42" y="14"/>
                    <a:pt x="41" y="14"/>
                  </a:cubicBezTo>
                  <a:cubicBezTo>
                    <a:pt x="40" y="14"/>
                    <a:pt x="40" y="14"/>
                    <a:pt x="40" y="13"/>
                  </a:cubicBezTo>
                  <a:cubicBezTo>
                    <a:pt x="40" y="1"/>
                    <a:pt x="40" y="1"/>
                    <a:pt x="40" y="1"/>
                  </a:cubicBezTo>
                  <a:cubicBezTo>
                    <a:pt x="40" y="0"/>
                    <a:pt x="40" y="0"/>
                    <a:pt x="41" y="0"/>
                  </a:cubicBezTo>
                  <a:cubicBezTo>
                    <a:pt x="42" y="0"/>
                    <a:pt x="42" y="0"/>
                    <a:pt x="42" y="1"/>
                  </a:cubicBezTo>
                  <a:lnTo>
                    <a:pt x="42" y="13"/>
                  </a:lnTo>
                  <a:close/>
                  <a:moveTo>
                    <a:pt x="48" y="16"/>
                  </a:moveTo>
                  <a:cubicBezTo>
                    <a:pt x="48" y="17"/>
                    <a:pt x="47" y="17"/>
                    <a:pt x="47" y="17"/>
                  </a:cubicBezTo>
                  <a:cubicBezTo>
                    <a:pt x="47" y="17"/>
                    <a:pt x="47" y="17"/>
                    <a:pt x="46" y="16"/>
                  </a:cubicBezTo>
                  <a:cubicBezTo>
                    <a:pt x="46" y="16"/>
                    <a:pt x="46" y="15"/>
                    <a:pt x="46" y="15"/>
                  </a:cubicBezTo>
                  <a:cubicBezTo>
                    <a:pt x="56" y="5"/>
                    <a:pt x="56" y="5"/>
                    <a:pt x="56" y="5"/>
                  </a:cubicBezTo>
                  <a:cubicBezTo>
                    <a:pt x="56" y="4"/>
                    <a:pt x="57" y="4"/>
                    <a:pt x="58" y="5"/>
                  </a:cubicBezTo>
                  <a:cubicBezTo>
                    <a:pt x="58" y="5"/>
                    <a:pt x="58" y="6"/>
                    <a:pt x="58" y="7"/>
                  </a:cubicBezTo>
                  <a:lnTo>
                    <a:pt x="48" y="16"/>
                  </a:lnTo>
                  <a:close/>
                  <a:moveTo>
                    <a:pt x="62" y="23"/>
                  </a:moveTo>
                  <a:cubicBezTo>
                    <a:pt x="50" y="23"/>
                    <a:pt x="50" y="23"/>
                    <a:pt x="50" y="23"/>
                  </a:cubicBezTo>
                  <a:cubicBezTo>
                    <a:pt x="49" y="23"/>
                    <a:pt x="48" y="22"/>
                    <a:pt x="48" y="22"/>
                  </a:cubicBezTo>
                  <a:cubicBezTo>
                    <a:pt x="48" y="21"/>
                    <a:pt x="49" y="20"/>
                    <a:pt x="50" y="20"/>
                  </a:cubicBezTo>
                  <a:cubicBezTo>
                    <a:pt x="62" y="20"/>
                    <a:pt x="62" y="20"/>
                    <a:pt x="62" y="20"/>
                  </a:cubicBezTo>
                  <a:cubicBezTo>
                    <a:pt x="62" y="20"/>
                    <a:pt x="63" y="21"/>
                    <a:pt x="63" y="22"/>
                  </a:cubicBezTo>
                  <a:cubicBezTo>
                    <a:pt x="63" y="22"/>
                    <a:pt x="62" y="23"/>
                    <a:pt x="62" y="23"/>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4"/>
          <p:cNvGrpSpPr/>
          <p:nvPr/>
        </p:nvGrpSpPr>
        <p:grpSpPr>
          <a:xfrm>
            <a:off x="3362325" y="3411157"/>
            <a:ext cx="928688" cy="933450"/>
            <a:chOff x="3362325" y="3352800"/>
            <a:chExt cx="928688" cy="933450"/>
          </a:xfrm>
        </p:grpSpPr>
        <p:sp>
          <p:nvSpPr>
            <p:cNvPr id="3083" name="Freeform 11"/>
            <p:cNvSpPr>
              <a:spLocks/>
            </p:cNvSpPr>
            <p:nvPr/>
          </p:nvSpPr>
          <p:spPr bwMode="auto">
            <a:xfrm>
              <a:off x="3362325" y="3352800"/>
              <a:ext cx="928688" cy="933450"/>
            </a:xfrm>
            <a:custGeom>
              <a:avLst/>
              <a:gdLst/>
              <a:ahLst/>
              <a:cxnLst>
                <a:cxn ang="0">
                  <a:pos x="19" y="183"/>
                </a:cxn>
                <a:cxn ang="0">
                  <a:pos x="114" y="19"/>
                </a:cxn>
                <a:cxn ang="0">
                  <a:pos x="278" y="114"/>
                </a:cxn>
                <a:cxn ang="0">
                  <a:pos x="183" y="278"/>
                </a:cxn>
                <a:cxn ang="0">
                  <a:pos x="19" y="183"/>
                </a:cxn>
              </a:cxnLst>
              <a:rect l="0" t="0" r="r" b="b"/>
              <a:pathLst>
                <a:path w="297" h="298">
                  <a:moveTo>
                    <a:pt x="19" y="183"/>
                  </a:moveTo>
                  <a:cubicBezTo>
                    <a:pt x="0" y="112"/>
                    <a:pt x="42" y="38"/>
                    <a:pt x="114" y="19"/>
                  </a:cubicBezTo>
                  <a:cubicBezTo>
                    <a:pt x="185" y="0"/>
                    <a:pt x="259" y="43"/>
                    <a:pt x="278" y="114"/>
                  </a:cubicBezTo>
                  <a:cubicBezTo>
                    <a:pt x="297" y="186"/>
                    <a:pt x="254" y="259"/>
                    <a:pt x="183" y="278"/>
                  </a:cubicBezTo>
                  <a:cubicBezTo>
                    <a:pt x="111" y="298"/>
                    <a:pt x="38" y="255"/>
                    <a:pt x="19" y="18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0"/>
            <p:cNvSpPr>
              <a:spLocks noEditPoints="1"/>
            </p:cNvSpPr>
            <p:nvPr/>
          </p:nvSpPr>
          <p:spPr bwMode="auto">
            <a:xfrm>
              <a:off x="3610941" y="3602211"/>
              <a:ext cx="431456" cy="434628"/>
            </a:xfrm>
            <a:custGeom>
              <a:avLst/>
              <a:gdLst/>
              <a:ahLst/>
              <a:cxnLst>
                <a:cxn ang="0">
                  <a:pos x="63" y="43"/>
                </a:cxn>
                <a:cxn ang="0">
                  <a:pos x="60" y="48"/>
                </a:cxn>
                <a:cxn ang="0">
                  <a:pos x="34" y="62"/>
                </a:cxn>
                <a:cxn ang="0">
                  <a:pos x="31" y="63"/>
                </a:cxn>
                <a:cxn ang="0">
                  <a:pos x="29" y="62"/>
                </a:cxn>
                <a:cxn ang="0">
                  <a:pos x="2" y="48"/>
                </a:cxn>
                <a:cxn ang="0">
                  <a:pos x="0" y="43"/>
                </a:cxn>
                <a:cxn ang="0">
                  <a:pos x="0" y="14"/>
                </a:cxn>
                <a:cxn ang="0">
                  <a:pos x="3" y="10"/>
                </a:cxn>
                <a:cxn ang="0">
                  <a:pos x="30" y="0"/>
                </a:cxn>
                <a:cxn ang="0">
                  <a:pos x="31" y="0"/>
                </a:cxn>
                <a:cxn ang="0">
                  <a:pos x="33" y="0"/>
                </a:cxn>
                <a:cxn ang="0">
                  <a:pos x="60" y="10"/>
                </a:cxn>
                <a:cxn ang="0">
                  <a:pos x="63" y="14"/>
                </a:cxn>
                <a:cxn ang="0">
                  <a:pos x="63" y="43"/>
                </a:cxn>
                <a:cxn ang="0">
                  <a:pos x="58" y="14"/>
                </a:cxn>
                <a:cxn ang="0">
                  <a:pos x="31" y="4"/>
                </a:cxn>
                <a:cxn ang="0">
                  <a:pos x="5" y="14"/>
                </a:cxn>
                <a:cxn ang="0">
                  <a:pos x="31" y="24"/>
                </a:cxn>
                <a:cxn ang="0">
                  <a:pos x="58" y="14"/>
                </a:cxn>
                <a:cxn ang="0">
                  <a:pos x="58" y="43"/>
                </a:cxn>
                <a:cxn ang="0">
                  <a:pos x="58" y="19"/>
                </a:cxn>
                <a:cxn ang="0">
                  <a:pos x="34" y="28"/>
                </a:cxn>
                <a:cxn ang="0">
                  <a:pos x="34" y="57"/>
                </a:cxn>
                <a:cxn ang="0">
                  <a:pos x="58" y="43"/>
                </a:cxn>
              </a:cxnLst>
              <a:rect l="0" t="0" r="r" b="b"/>
              <a:pathLst>
                <a:path w="63" h="63">
                  <a:moveTo>
                    <a:pt x="63" y="43"/>
                  </a:moveTo>
                  <a:cubicBezTo>
                    <a:pt x="63" y="45"/>
                    <a:pt x="62" y="47"/>
                    <a:pt x="60" y="48"/>
                  </a:cubicBezTo>
                  <a:cubicBezTo>
                    <a:pt x="34" y="62"/>
                    <a:pt x="34" y="62"/>
                    <a:pt x="34" y="62"/>
                  </a:cubicBezTo>
                  <a:cubicBezTo>
                    <a:pt x="33" y="63"/>
                    <a:pt x="32" y="63"/>
                    <a:pt x="31" y="63"/>
                  </a:cubicBezTo>
                  <a:cubicBezTo>
                    <a:pt x="31" y="63"/>
                    <a:pt x="30" y="63"/>
                    <a:pt x="29" y="62"/>
                  </a:cubicBezTo>
                  <a:cubicBezTo>
                    <a:pt x="2" y="48"/>
                    <a:pt x="2" y="48"/>
                    <a:pt x="2" y="48"/>
                  </a:cubicBezTo>
                  <a:cubicBezTo>
                    <a:pt x="1" y="47"/>
                    <a:pt x="0" y="45"/>
                    <a:pt x="0" y="43"/>
                  </a:cubicBezTo>
                  <a:cubicBezTo>
                    <a:pt x="0" y="14"/>
                    <a:pt x="0" y="14"/>
                    <a:pt x="0" y="14"/>
                  </a:cubicBezTo>
                  <a:cubicBezTo>
                    <a:pt x="0" y="12"/>
                    <a:pt x="1" y="10"/>
                    <a:pt x="3" y="10"/>
                  </a:cubicBezTo>
                  <a:cubicBezTo>
                    <a:pt x="30" y="0"/>
                    <a:pt x="30" y="0"/>
                    <a:pt x="30" y="0"/>
                  </a:cubicBezTo>
                  <a:cubicBezTo>
                    <a:pt x="30" y="0"/>
                    <a:pt x="31" y="0"/>
                    <a:pt x="31" y="0"/>
                  </a:cubicBezTo>
                  <a:cubicBezTo>
                    <a:pt x="32" y="0"/>
                    <a:pt x="32" y="0"/>
                    <a:pt x="33" y="0"/>
                  </a:cubicBezTo>
                  <a:cubicBezTo>
                    <a:pt x="60" y="10"/>
                    <a:pt x="60" y="10"/>
                    <a:pt x="60" y="10"/>
                  </a:cubicBezTo>
                  <a:cubicBezTo>
                    <a:pt x="62" y="10"/>
                    <a:pt x="63" y="12"/>
                    <a:pt x="63" y="14"/>
                  </a:cubicBezTo>
                  <a:lnTo>
                    <a:pt x="63" y="43"/>
                  </a:lnTo>
                  <a:close/>
                  <a:moveTo>
                    <a:pt x="58" y="14"/>
                  </a:moveTo>
                  <a:cubicBezTo>
                    <a:pt x="31" y="4"/>
                    <a:pt x="31" y="4"/>
                    <a:pt x="31" y="4"/>
                  </a:cubicBezTo>
                  <a:cubicBezTo>
                    <a:pt x="5" y="14"/>
                    <a:pt x="5" y="14"/>
                    <a:pt x="5" y="14"/>
                  </a:cubicBezTo>
                  <a:cubicBezTo>
                    <a:pt x="31" y="24"/>
                    <a:pt x="31" y="24"/>
                    <a:pt x="31" y="24"/>
                  </a:cubicBezTo>
                  <a:lnTo>
                    <a:pt x="58" y="14"/>
                  </a:lnTo>
                  <a:close/>
                  <a:moveTo>
                    <a:pt x="58" y="43"/>
                  </a:moveTo>
                  <a:cubicBezTo>
                    <a:pt x="58" y="19"/>
                    <a:pt x="58" y="19"/>
                    <a:pt x="58" y="19"/>
                  </a:cubicBezTo>
                  <a:cubicBezTo>
                    <a:pt x="34" y="28"/>
                    <a:pt x="34" y="28"/>
                    <a:pt x="34" y="28"/>
                  </a:cubicBezTo>
                  <a:cubicBezTo>
                    <a:pt x="34" y="57"/>
                    <a:pt x="34" y="57"/>
                    <a:pt x="34" y="57"/>
                  </a:cubicBezTo>
                  <a:lnTo>
                    <a:pt x="58" y="4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38"/>
          <p:cNvGrpSpPr/>
          <p:nvPr/>
        </p:nvGrpSpPr>
        <p:grpSpPr>
          <a:xfrm>
            <a:off x="4783138" y="3504820"/>
            <a:ext cx="915988" cy="917575"/>
            <a:chOff x="4783138" y="3446463"/>
            <a:chExt cx="915988" cy="917575"/>
          </a:xfrm>
        </p:grpSpPr>
        <p:sp>
          <p:nvSpPr>
            <p:cNvPr id="3084" name="Freeform 12"/>
            <p:cNvSpPr>
              <a:spLocks/>
            </p:cNvSpPr>
            <p:nvPr/>
          </p:nvSpPr>
          <p:spPr bwMode="auto">
            <a:xfrm>
              <a:off x="4783138" y="3446463"/>
              <a:ext cx="915988" cy="917575"/>
            </a:xfrm>
            <a:custGeom>
              <a:avLst/>
              <a:gdLst/>
              <a:ahLst/>
              <a:cxnLst>
                <a:cxn ang="0">
                  <a:pos x="119" y="278"/>
                </a:cxn>
                <a:cxn ang="0">
                  <a:pos x="15" y="119"/>
                </a:cxn>
                <a:cxn ang="0">
                  <a:pos x="174" y="15"/>
                </a:cxn>
                <a:cxn ang="0">
                  <a:pos x="278" y="174"/>
                </a:cxn>
                <a:cxn ang="0">
                  <a:pos x="119" y="278"/>
                </a:cxn>
              </a:cxnLst>
              <a:rect l="0" t="0" r="r" b="b"/>
              <a:pathLst>
                <a:path w="293" h="293">
                  <a:moveTo>
                    <a:pt x="119" y="278"/>
                  </a:moveTo>
                  <a:cubicBezTo>
                    <a:pt x="47" y="263"/>
                    <a:pt x="0" y="192"/>
                    <a:pt x="15" y="119"/>
                  </a:cubicBezTo>
                  <a:cubicBezTo>
                    <a:pt x="30" y="47"/>
                    <a:pt x="101" y="0"/>
                    <a:pt x="174" y="15"/>
                  </a:cubicBezTo>
                  <a:cubicBezTo>
                    <a:pt x="246" y="30"/>
                    <a:pt x="293" y="101"/>
                    <a:pt x="278" y="174"/>
                  </a:cubicBezTo>
                  <a:cubicBezTo>
                    <a:pt x="263" y="246"/>
                    <a:pt x="192" y="293"/>
                    <a:pt x="119" y="27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122"/>
            <p:cNvSpPr>
              <a:spLocks/>
            </p:cNvSpPr>
            <p:nvPr/>
          </p:nvSpPr>
          <p:spPr bwMode="auto">
            <a:xfrm>
              <a:off x="5075471" y="3697490"/>
              <a:ext cx="407522" cy="385040"/>
            </a:xfrm>
            <a:custGeom>
              <a:avLst/>
              <a:gdLst/>
              <a:ahLst/>
              <a:cxnLst>
                <a:cxn ang="0">
                  <a:pos x="60" y="52"/>
                </a:cxn>
                <a:cxn ang="0">
                  <a:pos x="49" y="48"/>
                </a:cxn>
                <a:cxn ang="0">
                  <a:pos x="45" y="53"/>
                </a:cxn>
                <a:cxn ang="0">
                  <a:pos x="46" y="62"/>
                </a:cxn>
                <a:cxn ang="0">
                  <a:pos x="46" y="62"/>
                </a:cxn>
                <a:cxn ang="0">
                  <a:pos x="45" y="62"/>
                </a:cxn>
                <a:cxn ang="0">
                  <a:pos x="32" y="63"/>
                </a:cxn>
                <a:cxn ang="0">
                  <a:pos x="26" y="59"/>
                </a:cxn>
                <a:cxn ang="0">
                  <a:pos x="31" y="48"/>
                </a:cxn>
                <a:cxn ang="0">
                  <a:pos x="23" y="41"/>
                </a:cxn>
                <a:cxn ang="0">
                  <a:pos x="15" y="48"/>
                </a:cxn>
                <a:cxn ang="0">
                  <a:pos x="19" y="58"/>
                </a:cxn>
                <a:cxn ang="0">
                  <a:pos x="17" y="62"/>
                </a:cxn>
                <a:cxn ang="0">
                  <a:pos x="13" y="63"/>
                </a:cxn>
                <a:cxn ang="0">
                  <a:pos x="3" y="62"/>
                </a:cxn>
                <a:cxn ang="0">
                  <a:pos x="0" y="62"/>
                </a:cxn>
                <a:cxn ang="0">
                  <a:pos x="0" y="62"/>
                </a:cxn>
                <a:cxn ang="0">
                  <a:pos x="0" y="62"/>
                </a:cxn>
                <a:cxn ang="0">
                  <a:pos x="0" y="21"/>
                </a:cxn>
                <a:cxn ang="0">
                  <a:pos x="3" y="21"/>
                </a:cxn>
                <a:cxn ang="0">
                  <a:pos x="13" y="22"/>
                </a:cxn>
                <a:cxn ang="0">
                  <a:pos x="17" y="21"/>
                </a:cxn>
                <a:cxn ang="0">
                  <a:pos x="19" y="17"/>
                </a:cxn>
                <a:cxn ang="0">
                  <a:pos x="15" y="7"/>
                </a:cxn>
                <a:cxn ang="0">
                  <a:pos x="23" y="0"/>
                </a:cxn>
                <a:cxn ang="0">
                  <a:pos x="31" y="7"/>
                </a:cxn>
                <a:cxn ang="0">
                  <a:pos x="26" y="18"/>
                </a:cxn>
                <a:cxn ang="0">
                  <a:pos x="32" y="22"/>
                </a:cxn>
                <a:cxn ang="0">
                  <a:pos x="46" y="21"/>
                </a:cxn>
                <a:cxn ang="0">
                  <a:pos x="46" y="21"/>
                </a:cxn>
                <a:cxn ang="0">
                  <a:pos x="46" y="24"/>
                </a:cxn>
                <a:cxn ang="0">
                  <a:pos x="45" y="34"/>
                </a:cxn>
                <a:cxn ang="0">
                  <a:pos x="46" y="38"/>
                </a:cxn>
                <a:cxn ang="0">
                  <a:pos x="50" y="40"/>
                </a:cxn>
                <a:cxn ang="0">
                  <a:pos x="60" y="36"/>
                </a:cxn>
                <a:cxn ang="0">
                  <a:pos x="67" y="44"/>
                </a:cxn>
                <a:cxn ang="0">
                  <a:pos x="60" y="52"/>
                </a:cxn>
              </a:cxnLst>
              <a:rect l="0" t="0" r="r" b="b"/>
              <a:pathLst>
                <a:path w="67" h="63">
                  <a:moveTo>
                    <a:pt x="60" y="52"/>
                  </a:moveTo>
                  <a:cubicBezTo>
                    <a:pt x="55" y="52"/>
                    <a:pt x="54" y="48"/>
                    <a:pt x="49" y="48"/>
                  </a:cubicBezTo>
                  <a:cubicBezTo>
                    <a:pt x="46" y="48"/>
                    <a:pt x="45" y="50"/>
                    <a:pt x="45" y="53"/>
                  </a:cubicBezTo>
                  <a:cubicBezTo>
                    <a:pt x="45" y="56"/>
                    <a:pt x="46" y="59"/>
                    <a:pt x="46" y="62"/>
                  </a:cubicBezTo>
                  <a:cubicBezTo>
                    <a:pt x="46" y="62"/>
                    <a:pt x="46" y="62"/>
                    <a:pt x="46" y="62"/>
                  </a:cubicBezTo>
                  <a:cubicBezTo>
                    <a:pt x="46" y="62"/>
                    <a:pt x="45" y="62"/>
                    <a:pt x="45" y="62"/>
                  </a:cubicBezTo>
                  <a:cubicBezTo>
                    <a:pt x="41" y="62"/>
                    <a:pt x="36" y="63"/>
                    <a:pt x="32" y="63"/>
                  </a:cubicBezTo>
                  <a:cubicBezTo>
                    <a:pt x="29" y="63"/>
                    <a:pt x="26" y="62"/>
                    <a:pt x="26" y="59"/>
                  </a:cubicBezTo>
                  <a:cubicBezTo>
                    <a:pt x="26" y="54"/>
                    <a:pt x="31" y="53"/>
                    <a:pt x="31" y="48"/>
                  </a:cubicBezTo>
                  <a:cubicBezTo>
                    <a:pt x="31" y="44"/>
                    <a:pt x="27" y="41"/>
                    <a:pt x="23" y="41"/>
                  </a:cubicBezTo>
                  <a:cubicBezTo>
                    <a:pt x="19" y="41"/>
                    <a:pt x="15" y="44"/>
                    <a:pt x="15" y="48"/>
                  </a:cubicBezTo>
                  <a:cubicBezTo>
                    <a:pt x="15" y="53"/>
                    <a:pt x="19" y="56"/>
                    <a:pt x="19" y="58"/>
                  </a:cubicBezTo>
                  <a:cubicBezTo>
                    <a:pt x="19" y="60"/>
                    <a:pt x="18" y="61"/>
                    <a:pt x="17" y="62"/>
                  </a:cubicBezTo>
                  <a:cubicBezTo>
                    <a:pt x="16" y="63"/>
                    <a:pt x="14" y="63"/>
                    <a:pt x="13" y="63"/>
                  </a:cubicBezTo>
                  <a:cubicBezTo>
                    <a:pt x="9" y="63"/>
                    <a:pt x="6" y="63"/>
                    <a:pt x="3" y="62"/>
                  </a:cubicBezTo>
                  <a:cubicBezTo>
                    <a:pt x="2" y="62"/>
                    <a:pt x="1" y="62"/>
                    <a:pt x="0" y="62"/>
                  </a:cubicBezTo>
                  <a:cubicBezTo>
                    <a:pt x="0" y="62"/>
                    <a:pt x="0" y="62"/>
                    <a:pt x="0" y="62"/>
                  </a:cubicBezTo>
                  <a:cubicBezTo>
                    <a:pt x="0" y="62"/>
                    <a:pt x="0" y="62"/>
                    <a:pt x="0" y="62"/>
                  </a:cubicBezTo>
                  <a:cubicBezTo>
                    <a:pt x="0" y="21"/>
                    <a:pt x="0" y="21"/>
                    <a:pt x="0" y="21"/>
                  </a:cubicBezTo>
                  <a:cubicBezTo>
                    <a:pt x="0" y="21"/>
                    <a:pt x="2" y="21"/>
                    <a:pt x="3" y="21"/>
                  </a:cubicBezTo>
                  <a:cubicBezTo>
                    <a:pt x="6" y="22"/>
                    <a:pt x="9" y="22"/>
                    <a:pt x="13" y="22"/>
                  </a:cubicBezTo>
                  <a:cubicBezTo>
                    <a:pt x="14" y="22"/>
                    <a:pt x="16" y="22"/>
                    <a:pt x="17" y="21"/>
                  </a:cubicBezTo>
                  <a:cubicBezTo>
                    <a:pt x="18" y="20"/>
                    <a:pt x="19" y="19"/>
                    <a:pt x="19" y="17"/>
                  </a:cubicBezTo>
                  <a:cubicBezTo>
                    <a:pt x="19" y="15"/>
                    <a:pt x="15" y="12"/>
                    <a:pt x="15" y="7"/>
                  </a:cubicBezTo>
                  <a:cubicBezTo>
                    <a:pt x="15" y="3"/>
                    <a:pt x="19" y="0"/>
                    <a:pt x="23" y="0"/>
                  </a:cubicBezTo>
                  <a:cubicBezTo>
                    <a:pt x="27" y="0"/>
                    <a:pt x="31" y="3"/>
                    <a:pt x="31" y="7"/>
                  </a:cubicBezTo>
                  <a:cubicBezTo>
                    <a:pt x="31" y="12"/>
                    <a:pt x="26" y="13"/>
                    <a:pt x="26" y="18"/>
                  </a:cubicBezTo>
                  <a:cubicBezTo>
                    <a:pt x="26" y="21"/>
                    <a:pt x="29" y="22"/>
                    <a:pt x="32" y="22"/>
                  </a:cubicBezTo>
                  <a:cubicBezTo>
                    <a:pt x="37" y="22"/>
                    <a:pt x="41" y="21"/>
                    <a:pt x="46" y="21"/>
                  </a:cubicBezTo>
                  <a:cubicBezTo>
                    <a:pt x="46" y="21"/>
                    <a:pt x="46" y="21"/>
                    <a:pt x="46" y="21"/>
                  </a:cubicBezTo>
                  <a:cubicBezTo>
                    <a:pt x="46" y="21"/>
                    <a:pt x="46" y="23"/>
                    <a:pt x="46" y="24"/>
                  </a:cubicBezTo>
                  <a:cubicBezTo>
                    <a:pt x="45" y="27"/>
                    <a:pt x="45" y="30"/>
                    <a:pt x="45" y="34"/>
                  </a:cubicBezTo>
                  <a:cubicBezTo>
                    <a:pt x="45" y="35"/>
                    <a:pt x="45" y="37"/>
                    <a:pt x="46" y="38"/>
                  </a:cubicBezTo>
                  <a:cubicBezTo>
                    <a:pt x="47" y="39"/>
                    <a:pt x="48" y="40"/>
                    <a:pt x="50" y="40"/>
                  </a:cubicBezTo>
                  <a:cubicBezTo>
                    <a:pt x="52" y="40"/>
                    <a:pt x="55" y="36"/>
                    <a:pt x="60" y="36"/>
                  </a:cubicBezTo>
                  <a:cubicBezTo>
                    <a:pt x="64" y="36"/>
                    <a:pt x="67" y="40"/>
                    <a:pt x="67" y="44"/>
                  </a:cubicBezTo>
                  <a:cubicBezTo>
                    <a:pt x="67" y="49"/>
                    <a:pt x="64" y="52"/>
                    <a:pt x="60" y="5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5"/>
          <p:cNvGrpSpPr/>
          <p:nvPr/>
        </p:nvGrpSpPr>
        <p:grpSpPr>
          <a:xfrm>
            <a:off x="3018252" y="2191957"/>
            <a:ext cx="960438" cy="960438"/>
            <a:chOff x="3018252" y="2133600"/>
            <a:chExt cx="960438" cy="960438"/>
          </a:xfrm>
        </p:grpSpPr>
        <p:sp>
          <p:nvSpPr>
            <p:cNvPr id="3082" name="Freeform 10"/>
            <p:cNvSpPr>
              <a:spLocks/>
            </p:cNvSpPr>
            <p:nvPr/>
          </p:nvSpPr>
          <p:spPr bwMode="auto">
            <a:xfrm>
              <a:off x="3018252" y="2133600"/>
              <a:ext cx="960438" cy="960438"/>
            </a:xfrm>
            <a:custGeom>
              <a:avLst/>
              <a:gdLst/>
              <a:ahLst/>
              <a:cxnLst>
                <a:cxn ang="0">
                  <a:pos x="91" y="35"/>
                </a:cxn>
                <a:cxn ang="0">
                  <a:pos x="272" y="92"/>
                </a:cxn>
                <a:cxn ang="0">
                  <a:pos x="215" y="273"/>
                </a:cxn>
                <a:cxn ang="0">
                  <a:pos x="34" y="215"/>
                </a:cxn>
                <a:cxn ang="0">
                  <a:pos x="91" y="35"/>
                </a:cxn>
              </a:cxnLst>
              <a:rect l="0" t="0" r="r" b="b"/>
              <a:pathLst>
                <a:path w="307" h="307">
                  <a:moveTo>
                    <a:pt x="91" y="35"/>
                  </a:moveTo>
                  <a:cubicBezTo>
                    <a:pt x="157" y="0"/>
                    <a:pt x="238" y="26"/>
                    <a:pt x="272" y="92"/>
                  </a:cubicBezTo>
                  <a:cubicBezTo>
                    <a:pt x="307" y="157"/>
                    <a:pt x="281" y="238"/>
                    <a:pt x="215" y="273"/>
                  </a:cubicBezTo>
                  <a:cubicBezTo>
                    <a:pt x="150" y="307"/>
                    <a:pt x="69" y="281"/>
                    <a:pt x="34" y="215"/>
                  </a:cubicBezTo>
                  <a:cubicBezTo>
                    <a:pt x="0" y="150"/>
                    <a:pt x="26" y="69"/>
                    <a:pt x="91" y="3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107"/>
            <p:cNvSpPr>
              <a:spLocks noEditPoints="1"/>
            </p:cNvSpPr>
            <p:nvPr/>
          </p:nvSpPr>
          <p:spPr bwMode="auto">
            <a:xfrm>
              <a:off x="3281386" y="2393655"/>
              <a:ext cx="434170" cy="440328"/>
            </a:xfrm>
            <a:custGeom>
              <a:avLst/>
              <a:gdLst/>
              <a:ahLst/>
              <a:cxnLst>
                <a:cxn ang="0">
                  <a:pos x="64" y="14"/>
                </a:cxn>
                <a:cxn ang="0">
                  <a:pos x="12" y="65"/>
                </a:cxn>
                <a:cxn ang="0">
                  <a:pos x="10" y="66"/>
                </a:cxn>
                <a:cxn ang="0">
                  <a:pos x="8" y="65"/>
                </a:cxn>
                <a:cxn ang="0">
                  <a:pos x="0" y="57"/>
                </a:cxn>
                <a:cxn ang="0">
                  <a:pos x="0" y="56"/>
                </a:cxn>
                <a:cxn ang="0">
                  <a:pos x="0" y="54"/>
                </a:cxn>
                <a:cxn ang="0">
                  <a:pos x="52" y="2"/>
                </a:cxn>
                <a:cxn ang="0">
                  <a:pos x="54" y="1"/>
                </a:cxn>
                <a:cxn ang="0">
                  <a:pos x="56" y="2"/>
                </a:cxn>
                <a:cxn ang="0">
                  <a:pos x="64" y="10"/>
                </a:cxn>
                <a:cxn ang="0">
                  <a:pos x="64" y="12"/>
                </a:cxn>
                <a:cxn ang="0">
                  <a:pos x="64" y="14"/>
                </a:cxn>
                <a:cxn ang="0">
                  <a:pos x="14" y="5"/>
                </a:cxn>
                <a:cxn ang="0">
                  <a:pos x="10" y="7"/>
                </a:cxn>
                <a:cxn ang="0">
                  <a:pos x="9" y="11"/>
                </a:cxn>
                <a:cxn ang="0">
                  <a:pos x="8" y="7"/>
                </a:cxn>
                <a:cxn ang="0">
                  <a:pos x="4" y="5"/>
                </a:cxn>
                <a:cxn ang="0">
                  <a:pos x="8" y="4"/>
                </a:cxn>
                <a:cxn ang="0">
                  <a:pos x="9" y="0"/>
                </a:cxn>
                <a:cxn ang="0">
                  <a:pos x="10" y="4"/>
                </a:cxn>
                <a:cxn ang="0">
                  <a:pos x="14" y="5"/>
                </a:cxn>
                <a:cxn ang="0">
                  <a:pos x="32" y="13"/>
                </a:cxn>
                <a:cxn ang="0">
                  <a:pos x="24" y="16"/>
                </a:cxn>
                <a:cxn ang="0">
                  <a:pos x="22" y="23"/>
                </a:cxn>
                <a:cxn ang="0">
                  <a:pos x="19" y="16"/>
                </a:cxn>
                <a:cxn ang="0">
                  <a:pos x="11" y="13"/>
                </a:cxn>
                <a:cxn ang="0">
                  <a:pos x="19" y="11"/>
                </a:cxn>
                <a:cxn ang="0">
                  <a:pos x="22" y="3"/>
                </a:cxn>
                <a:cxn ang="0">
                  <a:pos x="24" y="11"/>
                </a:cxn>
                <a:cxn ang="0">
                  <a:pos x="32" y="13"/>
                </a:cxn>
                <a:cxn ang="0">
                  <a:pos x="40" y="5"/>
                </a:cxn>
                <a:cxn ang="0">
                  <a:pos x="36" y="7"/>
                </a:cxn>
                <a:cxn ang="0">
                  <a:pos x="34" y="11"/>
                </a:cxn>
                <a:cxn ang="0">
                  <a:pos x="33" y="7"/>
                </a:cxn>
                <a:cxn ang="0">
                  <a:pos x="29" y="5"/>
                </a:cxn>
                <a:cxn ang="0">
                  <a:pos x="33" y="4"/>
                </a:cxn>
                <a:cxn ang="0">
                  <a:pos x="34" y="0"/>
                </a:cxn>
                <a:cxn ang="0">
                  <a:pos x="36" y="4"/>
                </a:cxn>
                <a:cxn ang="0">
                  <a:pos x="40" y="5"/>
                </a:cxn>
                <a:cxn ang="0">
                  <a:pos x="58" y="12"/>
                </a:cxn>
                <a:cxn ang="0">
                  <a:pos x="54" y="8"/>
                </a:cxn>
                <a:cxn ang="0">
                  <a:pos x="42" y="19"/>
                </a:cxn>
                <a:cxn ang="0">
                  <a:pos x="46" y="24"/>
                </a:cxn>
                <a:cxn ang="0">
                  <a:pos x="58" y="12"/>
                </a:cxn>
                <a:cxn ang="0">
                  <a:pos x="65" y="31"/>
                </a:cxn>
                <a:cxn ang="0">
                  <a:pos x="61" y="32"/>
                </a:cxn>
                <a:cxn ang="0">
                  <a:pos x="60" y="36"/>
                </a:cxn>
                <a:cxn ang="0">
                  <a:pos x="59" y="32"/>
                </a:cxn>
                <a:cxn ang="0">
                  <a:pos x="55" y="31"/>
                </a:cxn>
                <a:cxn ang="0">
                  <a:pos x="59" y="30"/>
                </a:cxn>
                <a:cxn ang="0">
                  <a:pos x="60" y="26"/>
                </a:cxn>
                <a:cxn ang="0">
                  <a:pos x="61" y="30"/>
                </a:cxn>
                <a:cxn ang="0">
                  <a:pos x="65" y="31"/>
                </a:cxn>
              </a:cxnLst>
              <a:rect l="0" t="0" r="r" b="b"/>
              <a:pathLst>
                <a:path w="65" h="66">
                  <a:moveTo>
                    <a:pt x="64" y="14"/>
                  </a:moveTo>
                  <a:cubicBezTo>
                    <a:pt x="12" y="65"/>
                    <a:pt x="12" y="65"/>
                    <a:pt x="12" y="65"/>
                  </a:cubicBezTo>
                  <a:cubicBezTo>
                    <a:pt x="11" y="66"/>
                    <a:pt x="11" y="66"/>
                    <a:pt x="10" y="66"/>
                  </a:cubicBezTo>
                  <a:cubicBezTo>
                    <a:pt x="9" y="66"/>
                    <a:pt x="9" y="66"/>
                    <a:pt x="8" y="65"/>
                  </a:cubicBezTo>
                  <a:cubicBezTo>
                    <a:pt x="0" y="57"/>
                    <a:pt x="0" y="57"/>
                    <a:pt x="0" y="57"/>
                  </a:cubicBezTo>
                  <a:cubicBezTo>
                    <a:pt x="0" y="57"/>
                    <a:pt x="0" y="56"/>
                    <a:pt x="0" y="56"/>
                  </a:cubicBezTo>
                  <a:cubicBezTo>
                    <a:pt x="0" y="55"/>
                    <a:pt x="0" y="54"/>
                    <a:pt x="0" y="54"/>
                  </a:cubicBezTo>
                  <a:cubicBezTo>
                    <a:pt x="52" y="2"/>
                    <a:pt x="52" y="2"/>
                    <a:pt x="52" y="2"/>
                  </a:cubicBezTo>
                  <a:cubicBezTo>
                    <a:pt x="52" y="2"/>
                    <a:pt x="53" y="1"/>
                    <a:pt x="54" y="1"/>
                  </a:cubicBezTo>
                  <a:cubicBezTo>
                    <a:pt x="54" y="1"/>
                    <a:pt x="55" y="2"/>
                    <a:pt x="56" y="2"/>
                  </a:cubicBezTo>
                  <a:cubicBezTo>
                    <a:pt x="64" y="10"/>
                    <a:pt x="64" y="10"/>
                    <a:pt x="64" y="10"/>
                  </a:cubicBezTo>
                  <a:cubicBezTo>
                    <a:pt x="64" y="11"/>
                    <a:pt x="64" y="11"/>
                    <a:pt x="64" y="12"/>
                  </a:cubicBezTo>
                  <a:cubicBezTo>
                    <a:pt x="64" y="13"/>
                    <a:pt x="64" y="13"/>
                    <a:pt x="64" y="14"/>
                  </a:cubicBezTo>
                  <a:close/>
                  <a:moveTo>
                    <a:pt x="14" y="5"/>
                  </a:moveTo>
                  <a:cubicBezTo>
                    <a:pt x="10" y="7"/>
                    <a:pt x="10" y="7"/>
                    <a:pt x="10" y="7"/>
                  </a:cubicBezTo>
                  <a:cubicBezTo>
                    <a:pt x="9" y="11"/>
                    <a:pt x="9" y="11"/>
                    <a:pt x="9" y="11"/>
                  </a:cubicBezTo>
                  <a:cubicBezTo>
                    <a:pt x="8" y="7"/>
                    <a:pt x="8" y="7"/>
                    <a:pt x="8" y="7"/>
                  </a:cubicBezTo>
                  <a:cubicBezTo>
                    <a:pt x="4" y="5"/>
                    <a:pt x="4" y="5"/>
                    <a:pt x="4" y="5"/>
                  </a:cubicBezTo>
                  <a:cubicBezTo>
                    <a:pt x="8" y="4"/>
                    <a:pt x="8" y="4"/>
                    <a:pt x="8" y="4"/>
                  </a:cubicBezTo>
                  <a:cubicBezTo>
                    <a:pt x="9" y="0"/>
                    <a:pt x="9" y="0"/>
                    <a:pt x="9" y="0"/>
                  </a:cubicBezTo>
                  <a:cubicBezTo>
                    <a:pt x="10" y="4"/>
                    <a:pt x="10" y="4"/>
                    <a:pt x="10" y="4"/>
                  </a:cubicBezTo>
                  <a:lnTo>
                    <a:pt x="14" y="5"/>
                  </a:lnTo>
                  <a:close/>
                  <a:moveTo>
                    <a:pt x="32" y="13"/>
                  </a:moveTo>
                  <a:cubicBezTo>
                    <a:pt x="24" y="16"/>
                    <a:pt x="24" y="16"/>
                    <a:pt x="24" y="16"/>
                  </a:cubicBezTo>
                  <a:cubicBezTo>
                    <a:pt x="22" y="23"/>
                    <a:pt x="22" y="23"/>
                    <a:pt x="22" y="23"/>
                  </a:cubicBezTo>
                  <a:cubicBezTo>
                    <a:pt x="19" y="16"/>
                    <a:pt x="19" y="16"/>
                    <a:pt x="19" y="16"/>
                  </a:cubicBezTo>
                  <a:cubicBezTo>
                    <a:pt x="11" y="13"/>
                    <a:pt x="11" y="13"/>
                    <a:pt x="11" y="13"/>
                  </a:cubicBezTo>
                  <a:cubicBezTo>
                    <a:pt x="19" y="11"/>
                    <a:pt x="19" y="11"/>
                    <a:pt x="19" y="11"/>
                  </a:cubicBezTo>
                  <a:cubicBezTo>
                    <a:pt x="22" y="3"/>
                    <a:pt x="22" y="3"/>
                    <a:pt x="22" y="3"/>
                  </a:cubicBezTo>
                  <a:cubicBezTo>
                    <a:pt x="24" y="11"/>
                    <a:pt x="24" y="11"/>
                    <a:pt x="24" y="11"/>
                  </a:cubicBezTo>
                  <a:lnTo>
                    <a:pt x="32" y="13"/>
                  </a:lnTo>
                  <a:close/>
                  <a:moveTo>
                    <a:pt x="40" y="5"/>
                  </a:moveTo>
                  <a:cubicBezTo>
                    <a:pt x="36" y="7"/>
                    <a:pt x="36" y="7"/>
                    <a:pt x="36" y="7"/>
                  </a:cubicBezTo>
                  <a:cubicBezTo>
                    <a:pt x="34" y="11"/>
                    <a:pt x="34" y="11"/>
                    <a:pt x="34" y="11"/>
                  </a:cubicBezTo>
                  <a:cubicBezTo>
                    <a:pt x="33" y="7"/>
                    <a:pt x="33" y="7"/>
                    <a:pt x="33" y="7"/>
                  </a:cubicBezTo>
                  <a:cubicBezTo>
                    <a:pt x="29" y="5"/>
                    <a:pt x="29" y="5"/>
                    <a:pt x="29" y="5"/>
                  </a:cubicBezTo>
                  <a:cubicBezTo>
                    <a:pt x="33" y="4"/>
                    <a:pt x="33" y="4"/>
                    <a:pt x="33" y="4"/>
                  </a:cubicBezTo>
                  <a:cubicBezTo>
                    <a:pt x="34" y="0"/>
                    <a:pt x="34" y="0"/>
                    <a:pt x="34" y="0"/>
                  </a:cubicBezTo>
                  <a:cubicBezTo>
                    <a:pt x="36" y="4"/>
                    <a:pt x="36" y="4"/>
                    <a:pt x="36" y="4"/>
                  </a:cubicBezTo>
                  <a:lnTo>
                    <a:pt x="40" y="5"/>
                  </a:lnTo>
                  <a:close/>
                  <a:moveTo>
                    <a:pt x="58" y="12"/>
                  </a:moveTo>
                  <a:cubicBezTo>
                    <a:pt x="54" y="8"/>
                    <a:pt x="54" y="8"/>
                    <a:pt x="54" y="8"/>
                  </a:cubicBezTo>
                  <a:cubicBezTo>
                    <a:pt x="42" y="19"/>
                    <a:pt x="42" y="19"/>
                    <a:pt x="42" y="19"/>
                  </a:cubicBezTo>
                  <a:cubicBezTo>
                    <a:pt x="46" y="24"/>
                    <a:pt x="46" y="24"/>
                    <a:pt x="46" y="24"/>
                  </a:cubicBezTo>
                  <a:lnTo>
                    <a:pt x="58" y="12"/>
                  </a:lnTo>
                  <a:close/>
                  <a:moveTo>
                    <a:pt x="65" y="31"/>
                  </a:moveTo>
                  <a:cubicBezTo>
                    <a:pt x="61" y="32"/>
                    <a:pt x="61" y="32"/>
                    <a:pt x="61" y="32"/>
                  </a:cubicBezTo>
                  <a:cubicBezTo>
                    <a:pt x="60" y="36"/>
                    <a:pt x="60" y="36"/>
                    <a:pt x="60" y="36"/>
                  </a:cubicBezTo>
                  <a:cubicBezTo>
                    <a:pt x="59" y="32"/>
                    <a:pt x="59" y="32"/>
                    <a:pt x="59" y="32"/>
                  </a:cubicBezTo>
                  <a:cubicBezTo>
                    <a:pt x="55" y="31"/>
                    <a:pt x="55" y="31"/>
                    <a:pt x="55" y="31"/>
                  </a:cubicBezTo>
                  <a:cubicBezTo>
                    <a:pt x="59" y="30"/>
                    <a:pt x="59" y="30"/>
                    <a:pt x="59" y="30"/>
                  </a:cubicBezTo>
                  <a:cubicBezTo>
                    <a:pt x="60" y="26"/>
                    <a:pt x="60" y="26"/>
                    <a:pt x="60" y="26"/>
                  </a:cubicBezTo>
                  <a:cubicBezTo>
                    <a:pt x="61" y="30"/>
                    <a:pt x="61" y="30"/>
                    <a:pt x="61" y="30"/>
                  </a:cubicBezTo>
                  <a:lnTo>
                    <a:pt x="65" y="31"/>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59"/>
          <p:cNvGrpSpPr/>
          <p:nvPr/>
        </p:nvGrpSpPr>
        <p:grpSpPr>
          <a:xfrm>
            <a:off x="5923588" y="3788910"/>
            <a:ext cx="2276195" cy="709468"/>
            <a:chOff x="7154104" y="3206176"/>
            <a:chExt cx="2276195" cy="709468"/>
          </a:xfrm>
        </p:grpSpPr>
        <p:sp>
          <p:nvSpPr>
            <p:cNvPr id="41" name="TextBox 40"/>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2" name="Rectangle 41"/>
            <p:cNvSpPr/>
            <p:nvPr/>
          </p:nvSpPr>
          <p:spPr>
            <a:xfrm>
              <a:off x="7154104" y="3206176"/>
              <a:ext cx="1309589" cy="215444"/>
            </a:xfrm>
            <a:prstGeom prst="rect">
              <a:avLst/>
            </a:prstGeom>
          </p:spPr>
          <p:txBody>
            <a:bodyPr wrap="none" lIns="0" tIns="0" rIns="0" bIns="0">
              <a:spAutoFit/>
            </a:bodyPr>
            <a:lstStyle/>
            <a:p>
              <a:r>
                <a:rPr lang="en-US" sz="1400" b="1" dirty="0">
                  <a:solidFill>
                    <a:schemeClr val="accent4"/>
                  </a:solidFill>
                </a:rPr>
                <a:t>Title Goes Here</a:t>
              </a:r>
            </a:p>
          </p:txBody>
        </p:sp>
      </p:grpSp>
      <p:grpSp>
        <p:nvGrpSpPr>
          <p:cNvPr id="10" name="Group 57"/>
          <p:cNvGrpSpPr/>
          <p:nvPr/>
        </p:nvGrpSpPr>
        <p:grpSpPr>
          <a:xfrm>
            <a:off x="572310" y="2377839"/>
            <a:ext cx="2247090" cy="709468"/>
            <a:chOff x="-267404" y="3168889"/>
            <a:chExt cx="2247090" cy="709468"/>
          </a:xfrm>
        </p:grpSpPr>
        <p:sp>
          <p:nvSpPr>
            <p:cNvPr id="44" name="TextBox 4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5" name="Rectangle 44"/>
            <p:cNvSpPr/>
            <p:nvPr/>
          </p:nvSpPr>
          <p:spPr>
            <a:xfrm>
              <a:off x="908880" y="3168889"/>
              <a:ext cx="1070806" cy="215444"/>
            </a:xfrm>
            <a:prstGeom prst="rect">
              <a:avLst/>
            </a:prstGeom>
          </p:spPr>
          <p:txBody>
            <a:bodyPr wrap="none" lIns="0" tIns="0" rIns="0" bIns="0">
              <a:spAutoFit/>
            </a:bodyPr>
            <a:lstStyle/>
            <a:p>
              <a:pPr algn="r"/>
              <a:r>
                <a:rPr lang="en-US" sz="1400" b="1" dirty="0">
                  <a:solidFill>
                    <a:schemeClr val="accent1"/>
                  </a:solidFill>
                </a:rPr>
                <a:t>Title Goes Here</a:t>
              </a:r>
            </a:p>
          </p:txBody>
        </p:sp>
      </p:grpSp>
      <p:grpSp>
        <p:nvGrpSpPr>
          <p:cNvPr id="11" name="Group 58"/>
          <p:cNvGrpSpPr/>
          <p:nvPr/>
        </p:nvGrpSpPr>
        <p:grpSpPr>
          <a:xfrm>
            <a:off x="5699126" y="1229967"/>
            <a:ext cx="2276195" cy="709468"/>
            <a:chOff x="7174424" y="1352592"/>
            <a:chExt cx="2276195" cy="709468"/>
          </a:xfrm>
        </p:grpSpPr>
        <p:sp>
          <p:nvSpPr>
            <p:cNvPr id="47" name="TextBox 4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8" name="Rectangle 47"/>
            <p:cNvSpPr/>
            <p:nvPr/>
          </p:nvSpPr>
          <p:spPr>
            <a:xfrm>
              <a:off x="7178222" y="1352592"/>
              <a:ext cx="1309589" cy="215444"/>
            </a:xfrm>
            <a:prstGeom prst="rect">
              <a:avLst/>
            </a:prstGeom>
          </p:spPr>
          <p:txBody>
            <a:bodyPr wrap="none" lIns="0" tIns="0" rIns="0" bIns="0">
              <a:spAutoFit/>
            </a:bodyPr>
            <a:lstStyle/>
            <a:p>
              <a:r>
                <a:rPr lang="en-US" sz="1400" b="1" dirty="0">
                  <a:solidFill>
                    <a:schemeClr val="accent2"/>
                  </a:solidFill>
                </a:rPr>
                <a:t>Title Goes Here</a:t>
              </a:r>
            </a:p>
          </p:txBody>
        </p:sp>
      </p:grpSp>
      <p:grpSp>
        <p:nvGrpSpPr>
          <p:cNvPr id="12" name="Group 56"/>
          <p:cNvGrpSpPr/>
          <p:nvPr/>
        </p:nvGrpSpPr>
        <p:grpSpPr>
          <a:xfrm>
            <a:off x="835309" y="3788910"/>
            <a:ext cx="2276196" cy="709468"/>
            <a:chOff x="-296510" y="1363501"/>
            <a:chExt cx="2276196" cy="709468"/>
          </a:xfrm>
        </p:grpSpPr>
        <p:sp>
          <p:nvSpPr>
            <p:cNvPr id="53" name="TextBox 52"/>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4" name="Rectangle 53"/>
            <p:cNvSpPr/>
            <p:nvPr/>
          </p:nvSpPr>
          <p:spPr>
            <a:xfrm>
              <a:off x="670096" y="1363501"/>
              <a:ext cx="1309589" cy="215444"/>
            </a:xfrm>
            <a:prstGeom prst="rect">
              <a:avLst/>
            </a:prstGeom>
          </p:spPr>
          <p:txBody>
            <a:bodyPr wrap="none" lIns="0" tIns="0" rIns="0" bIns="0">
              <a:spAutoFit/>
            </a:bodyPr>
            <a:lstStyle/>
            <a:p>
              <a:pPr algn="r"/>
              <a:r>
                <a:rPr lang="en-US" sz="1400" b="1" dirty="0">
                  <a:solidFill>
                    <a:schemeClr val="accent5"/>
                  </a:solidFill>
                </a:rPr>
                <a:t>Title Goes Here</a:t>
              </a:r>
            </a:p>
          </p:txBody>
        </p:sp>
      </p:grpSp>
      <p:grpSp>
        <p:nvGrpSpPr>
          <p:cNvPr id="13" name="Group 58"/>
          <p:cNvGrpSpPr/>
          <p:nvPr/>
        </p:nvGrpSpPr>
        <p:grpSpPr>
          <a:xfrm>
            <a:off x="6324600" y="2377839"/>
            <a:ext cx="2276195" cy="709468"/>
            <a:chOff x="7174424" y="1352592"/>
            <a:chExt cx="2276195" cy="709468"/>
          </a:xfrm>
        </p:grpSpPr>
        <p:sp>
          <p:nvSpPr>
            <p:cNvPr id="56" name="TextBox 55"/>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7" name="Rectangle 56"/>
            <p:cNvSpPr/>
            <p:nvPr/>
          </p:nvSpPr>
          <p:spPr>
            <a:xfrm>
              <a:off x="7174424" y="1352592"/>
              <a:ext cx="1309589" cy="215444"/>
            </a:xfrm>
            <a:prstGeom prst="rect">
              <a:avLst/>
            </a:prstGeom>
          </p:spPr>
          <p:txBody>
            <a:bodyPr wrap="none" lIns="0" tIns="0" rIns="0" bIns="0">
              <a:spAutoFit/>
            </a:bodyPr>
            <a:lstStyle/>
            <a:p>
              <a:r>
                <a:rPr lang="en-US" sz="1400" b="1" dirty="0">
                  <a:solidFill>
                    <a:schemeClr val="accent3"/>
                  </a:solidFill>
                </a:rPr>
                <a:t>Title Goes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077"/>
                                        </p:tgtEl>
                                        <p:attrNameLst>
                                          <p:attrName>style.visibility</p:attrName>
                                        </p:attrNameLst>
                                      </p:cBhvr>
                                      <p:to>
                                        <p:strVal val="visible"/>
                                      </p:to>
                                    </p:set>
                                    <p:animEffect transition="in" filter="dissolve">
                                      <p:cBhvr>
                                        <p:cTn id="7" dur="500"/>
                                        <p:tgtEl>
                                          <p:spTgt spid="3077"/>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animEffect transition="in" filter="fade">
                                      <p:cBhvr>
                                        <p:cTn id="13" dur="500"/>
                                        <p:tgtEl>
                                          <p:spTgt spid="6"/>
                                        </p:tgtEl>
                                      </p:cBhvr>
                                    </p:animEffect>
                                  </p:childTnLst>
                                </p:cTn>
                              </p:par>
                            </p:childTnLst>
                          </p:cTn>
                        </p:par>
                        <p:par>
                          <p:cTn id="14" fill="hold">
                            <p:stCondLst>
                              <p:cond delay="1000"/>
                            </p:stCondLst>
                            <p:childTnLst>
                              <p:par>
                                <p:cTn id="15" presetID="9" presetClass="entr" presetSubtype="0" fill="hold" nodeType="afterEffect">
                                  <p:stCondLst>
                                    <p:cond delay="0"/>
                                  </p:stCondLst>
                                  <p:childTnLst>
                                    <p:set>
                                      <p:cBhvr>
                                        <p:cTn id="16" dur="1" fill="hold">
                                          <p:stCondLst>
                                            <p:cond delay="0"/>
                                          </p:stCondLst>
                                        </p:cTn>
                                        <p:tgtEl>
                                          <p:spTgt spid="3081"/>
                                        </p:tgtEl>
                                        <p:attrNameLst>
                                          <p:attrName>style.visibility</p:attrName>
                                        </p:attrNameLst>
                                      </p:cBhvr>
                                      <p:to>
                                        <p:strVal val="visible"/>
                                      </p:to>
                                    </p:set>
                                    <p:animEffect transition="in" filter="dissolve">
                                      <p:cBhvr>
                                        <p:cTn id="17" dur="500"/>
                                        <p:tgtEl>
                                          <p:spTgt spid="3081"/>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500" fill="hold"/>
                                        <p:tgtEl>
                                          <p:spTgt spid="2"/>
                                        </p:tgtEl>
                                        <p:attrNameLst>
                                          <p:attrName>ppt_w</p:attrName>
                                        </p:attrNameLst>
                                      </p:cBhvr>
                                      <p:tavLst>
                                        <p:tav tm="0">
                                          <p:val>
                                            <p:fltVal val="0"/>
                                          </p:val>
                                        </p:tav>
                                        <p:tav tm="100000">
                                          <p:val>
                                            <p:strVal val="#ppt_w"/>
                                          </p:val>
                                        </p:tav>
                                      </p:tavLst>
                                    </p:anim>
                                    <p:anim calcmode="lin" valueType="num">
                                      <p:cBhvr>
                                        <p:cTn id="22" dur="500" fill="hold"/>
                                        <p:tgtEl>
                                          <p:spTgt spid="2"/>
                                        </p:tgtEl>
                                        <p:attrNameLst>
                                          <p:attrName>ppt_h</p:attrName>
                                        </p:attrNameLst>
                                      </p:cBhvr>
                                      <p:tavLst>
                                        <p:tav tm="0">
                                          <p:val>
                                            <p:fltVal val="0"/>
                                          </p:val>
                                        </p:tav>
                                        <p:tav tm="100000">
                                          <p:val>
                                            <p:strVal val="#ppt_h"/>
                                          </p:val>
                                        </p:tav>
                                      </p:tavLst>
                                    </p:anim>
                                    <p:animEffect transition="in" filter="fade">
                                      <p:cBhvr>
                                        <p:cTn id="23" dur="500"/>
                                        <p:tgtEl>
                                          <p:spTgt spid="2"/>
                                        </p:tgtEl>
                                      </p:cBhvr>
                                    </p:animEffect>
                                  </p:childTnLst>
                                </p:cTn>
                              </p:par>
                            </p:childTnLst>
                          </p:cTn>
                        </p:par>
                        <p:par>
                          <p:cTn id="24" fill="hold">
                            <p:stCondLst>
                              <p:cond delay="2000"/>
                            </p:stCondLst>
                            <p:childTnLst>
                              <p:par>
                                <p:cTn id="25" presetID="9" presetClass="entr" presetSubtype="0" fill="hold" nodeType="afterEffect">
                                  <p:stCondLst>
                                    <p:cond delay="0"/>
                                  </p:stCondLst>
                                  <p:childTnLst>
                                    <p:set>
                                      <p:cBhvr>
                                        <p:cTn id="26" dur="1" fill="hold">
                                          <p:stCondLst>
                                            <p:cond delay="0"/>
                                          </p:stCondLst>
                                        </p:cTn>
                                        <p:tgtEl>
                                          <p:spTgt spid="3080"/>
                                        </p:tgtEl>
                                        <p:attrNameLst>
                                          <p:attrName>style.visibility</p:attrName>
                                        </p:attrNameLst>
                                      </p:cBhvr>
                                      <p:to>
                                        <p:strVal val="visible"/>
                                      </p:to>
                                    </p:set>
                                    <p:animEffect transition="in" filter="dissolve">
                                      <p:cBhvr>
                                        <p:cTn id="27" dur="500"/>
                                        <p:tgtEl>
                                          <p:spTgt spid="3080"/>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500" fill="hold"/>
                                        <p:tgtEl>
                                          <p:spTgt spid="3"/>
                                        </p:tgtEl>
                                        <p:attrNameLst>
                                          <p:attrName>ppt_w</p:attrName>
                                        </p:attrNameLst>
                                      </p:cBhvr>
                                      <p:tavLst>
                                        <p:tav tm="0">
                                          <p:val>
                                            <p:fltVal val="0"/>
                                          </p:val>
                                        </p:tav>
                                        <p:tav tm="100000">
                                          <p:val>
                                            <p:strVal val="#ppt_w"/>
                                          </p:val>
                                        </p:tav>
                                      </p:tavLst>
                                    </p:anim>
                                    <p:anim calcmode="lin" valueType="num">
                                      <p:cBhvr>
                                        <p:cTn id="32" dur="500" fill="hold"/>
                                        <p:tgtEl>
                                          <p:spTgt spid="3"/>
                                        </p:tgtEl>
                                        <p:attrNameLst>
                                          <p:attrName>ppt_h</p:attrName>
                                        </p:attrNameLst>
                                      </p:cBhvr>
                                      <p:tavLst>
                                        <p:tav tm="0">
                                          <p:val>
                                            <p:fltVal val="0"/>
                                          </p:val>
                                        </p:tav>
                                        <p:tav tm="100000">
                                          <p:val>
                                            <p:strVal val="#ppt_h"/>
                                          </p:val>
                                        </p:tav>
                                      </p:tavLst>
                                    </p:anim>
                                    <p:animEffect transition="in" filter="fade">
                                      <p:cBhvr>
                                        <p:cTn id="33" dur="500"/>
                                        <p:tgtEl>
                                          <p:spTgt spid="3"/>
                                        </p:tgtEl>
                                      </p:cBhvr>
                                    </p:animEffect>
                                  </p:childTnLst>
                                </p:cTn>
                              </p:par>
                            </p:childTnLst>
                          </p:cTn>
                        </p:par>
                        <p:par>
                          <p:cTn id="34" fill="hold">
                            <p:stCondLst>
                              <p:cond delay="3000"/>
                            </p:stCondLst>
                            <p:childTnLst>
                              <p:par>
                                <p:cTn id="35" presetID="9" presetClass="entr" presetSubtype="0" fill="hold" nodeType="afterEffect">
                                  <p:stCondLst>
                                    <p:cond delay="0"/>
                                  </p:stCondLst>
                                  <p:childTnLst>
                                    <p:set>
                                      <p:cBhvr>
                                        <p:cTn id="36" dur="1" fill="hold">
                                          <p:stCondLst>
                                            <p:cond delay="0"/>
                                          </p:stCondLst>
                                        </p:cTn>
                                        <p:tgtEl>
                                          <p:spTgt spid="3079"/>
                                        </p:tgtEl>
                                        <p:attrNameLst>
                                          <p:attrName>style.visibility</p:attrName>
                                        </p:attrNameLst>
                                      </p:cBhvr>
                                      <p:to>
                                        <p:strVal val="visible"/>
                                      </p:to>
                                    </p:set>
                                    <p:animEffect transition="in" filter="dissolve">
                                      <p:cBhvr>
                                        <p:cTn id="37" dur="500"/>
                                        <p:tgtEl>
                                          <p:spTgt spid="3079"/>
                                        </p:tgtEl>
                                      </p:cBhvr>
                                    </p:animEffect>
                                  </p:childTnLst>
                                </p:cTn>
                              </p:par>
                            </p:childTnLst>
                          </p:cTn>
                        </p:par>
                        <p:par>
                          <p:cTn id="38" fill="hold">
                            <p:stCondLst>
                              <p:cond delay="3500"/>
                            </p:stCondLst>
                            <p:childTnLst>
                              <p:par>
                                <p:cTn id="39" presetID="53" presetClass="entr" presetSubtype="0" fill="hold" nodeType="afterEffect">
                                  <p:stCondLst>
                                    <p:cond delay="0"/>
                                  </p:stCondLst>
                                  <p:childTnLst>
                                    <p:set>
                                      <p:cBhvr>
                                        <p:cTn id="40" dur="1" fill="hold">
                                          <p:stCondLst>
                                            <p:cond delay="0"/>
                                          </p:stCondLst>
                                        </p:cTn>
                                        <p:tgtEl>
                                          <p:spTgt spid="5"/>
                                        </p:tgtEl>
                                        <p:attrNameLst>
                                          <p:attrName>style.visibility</p:attrName>
                                        </p:attrNameLst>
                                      </p:cBhvr>
                                      <p:to>
                                        <p:strVal val="visible"/>
                                      </p:to>
                                    </p:set>
                                    <p:anim calcmode="lin" valueType="num">
                                      <p:cBhvr>
                                        <p:cTn id="41" dur="500" fill="hold"/>
                                        <p:tgtEl>
                                          <p:spTgt spid="5"/>
                                        </p:tgtEl>
                                        <p:attrNameLst>
                                          <p:attrName>ppt_w</p:attrName>
                                        </p:attrNameLst>
                                      </p:cBhvr>
                                      <p:tavLst>
                                        <p:tav tm="0">
                                          <p:val>
                                            <p:fltVal val="0"/>
                                          </p:val>
                                        </p:tav>
                                        <p:tav tm="100000">
                                          <p:val>
                                            <p:strVal val="#ppt_w"/>
                                          </p:val>
                                        </p:tav>
                                      </p:tavLst>
                                    </p:anim>
                                    <p:anim calcmode="lin" valueType="num">
                                      <p:cBhvr>
                                        <p:cTn id="42" dur="500" fill="hold"/>
                                        <p:tgtEl>
                                          <p:spTgt spid="5"/>
                                        </p:tgtEl>
                                        <p:attrNameLst>
                                          <p:attrName>ppt_h</p:attrName>
                                        </p:attrNameLst>
                                      </p:cBhvr>
                                      <p:tavLst>
                                        <p:tav tm="0">
                                          <p:val>
                                            <p:fltVal val="0"/>
                                          </p:val>
                                        </p:tav>
                                        <p:tav tm="100000">
                                          <p:val>
                                            <p:strVal val="#ppt_h"/>
                                          </p:val>
                                        </p:tav>
                                      </p:tavLst>
                                    </p:anim>
                                    <p:animEffect transition="in" filter="fade">
                                      <p:cBhvr>
                                        <p:cTn id="43" dur="500"/>
                                        <p:tgtEl>
                                          <p:spTgt spid="5"/>
                                        </p:tgtEl>
                                      </p:cBhvr>
                                    </p:animEffect>
                                  </p:childTnLst>
                                </p:cTn>
                              </p:par>
                            </p:childTnLst>
                          </p:cTn>
                        </p:par>
                        <p:par>
                          <p:cTn id="44" fill="hold">
                            <p:stCondLst>
                              <p:cond delay="4000"/>
                            </p:stCondLst>
                            <p:childTnLst>
                              <p:par>
                                <p:cTn id="45" presetID="9" presetClass="entr" presetSubtype="0" fill="hold" nodeType="afterEffect">
                                  <p:stCondLst>
                                    <p:cond delay="0"/>
                                  </p:stCondLst>
                                  <p:childTnLst>
                                    <p:set>
                                      <p:cBhvr>
                                        <p:cTn id="46" dur="1" fill="hold">
                                          <p:stCondLst>
                                            <p:cond delay="0"/>
                                          </p:stCondLst>
                                        </p:cTn>
                                        <p:tgtEl>
                                          <p:spTgt spid="3078"/>
                                        </p:tgtEl>
                                        <p:attrNameLst>
                                          <p:attrName>style.visibility</p:attrName>
                                        </p:attrNameLst>
                                      </p:cBhvr>
                                      <p:to>
                                        <p:strVal val="visible"/>
                                      </p:to>
                                    </p:set>
                                    <p:animEffect transition="in" filter="dissolve">
                                      <p:cBhvr>
                                        <p:cTn id="47" dur="500"/>
                                        <p:tgtEl>
                                          <p:spTgt spid="3078"/>
                                        </p:tgtEl>
                                      </p:cBhvr>
                                    </p:animEffect>
                                  </p:childTnLst>
                                </p:cTn>
                              </p:par>
                            </p:childTnLst>
                          </p:cTn>
                        </p:par>
                        <p:par>
                          <p:cTn id="48" fill="hold">
                            <p:stCondLst>
                              <p:cond delay="4500"/>
                            </p:stCondLst>
                            <p:childTnLst>
                              <p:par>
                                <p:cTn id="49" presetID="53" presetClass="entr" presetSubtype="0" fill="hold" nodeType="afterEffect">
                                  <p:stCondLst>
                                    <p:cond delay="0"/>
                                  </p:stCondLst>
                                  <p:childTnLst>
                                    <p:set>
                                      <p:cBhvr>
                                        <p:cTn id="50" dur="1" fill="hold">
                                          <p:stCondLst>
                                            <p:cond delay="0"/>
                                          </p:stCondLst>
                                        </p:cTn>
                                        <p:tgtEl>
                                          <p:spTgt spid="4"/>
                                        </p:tgtEl>
                                        <p:attrNameLst>
                                          <p:attrName>style.visibility</p:attrName>
                                        </p:attrNameLst>
                                      </p:cBhvr>
                                      <p:to>
                                        <p:strVal val="visible"/>
                                      </p:to>
                                    </p:set>
                                    <p:anim calcmode="lin" valueType="num">
                                      <p:cBhvr>
                                        <p:cTn id="51" dur="500" fill="hold"/>
                                        <p:tgtEl>
                                          <p:spTgt spid="4"/>
                                        </p:tgtEl>
                                        <p:attrNameLst>
                                          <p:attrName>ppt_w</p:attrName>
                                        </p:attrNameLst>
                                      </p:cBhvr>
                                      <p:tavLst>
                                        <p:tav tm="0">
                                          <p:val>
                                            <p:fltVal val="0"/>
                                          </p:val>
                                        </p:tav>
                                        <p:tav tm="100000">
                                          <p:val>
                                            <p:strVal val="#ppt_w"/>
                                          </p:val>
                                        </p:tav>
                                      </p:tavLst>
                                    </p:anim>
                                    <p:anim calcmode="lin" valueType="num">
                                      <p:cBhvr>
                                        <p:cTn id="52" dur="500" fill="hold"/>
                                        <p:tgtEl>
                                          <p:spTgt spid="4"/>
                                        </p:tgtEl>
                                        <p:attrNameLst>
                                          <p:attrName>ppt_h</p:attrName>
                                        </p:attrNameLst>
                                      </p:cBhvr>
                                      <p:tavLst>
                                        <p:tav tm="0">
                                          <p:val>
                                            <p:fltVal val="0"/>
                                          </p:val>
                                        </p:tav>
                                        <p:tav tm="100000">
                                          <p:val>
                                            <p:strVal val="#ppt_h"/>
                                          </p:val>
                                        </p:tav>
                                      </p:tavLst>
                                    </p:anim>
                                    <p:animEffect transition="in" filter="fade">
                                      <p:cBhvr>
                                        <p:cTn id="53" dur="500"/>
                                        <p:tgtEl>
                                          <p:spTgt spid="4"/>
                                        </p:tgtEl>
                                      </p:cBhvr>
                                    </p:animEffect>
                                  </p:childTnLst>
                                </p:cTn>
                              </p:par>
                            </p:childTnLst>
                          </p:cTn>
                        </p:par>
                        <p:par>
                          <p:cTn id="54" fill="hold">
                            <p:stCondLst>
                              <p:cond delay="5000"/>
                            </p:stCondLst>
                            <p:childTnLst>
                              <p:par>
                                <p:cTn id="55" presetID="2" presetClass="entr" presetSubtype="8" accel="50000" decel="50000" fill="hold" nodeType="after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500" fill="hold"/>
                                        <p:tgtEl>
                                          <p:spTgt spid="10"/>
                                        </p:tgtEl>
                                        <p:attrNameLst>
                                          <p:attrName>ppt_x</p:attrName>
                                        </p:attrNameLst>
                                      </p:cBhvr>
                                      <p:tavLst>
                                        <p:tav tm="0">
                                          <p:val>
                                            <p:strVal val="0-#ppt_w/2"/>
                                          </p:val>
                                        </p:tav>
                                        <p:tav tm="100000">
                                          <p:val>
                                            <p:strVal val="#ppt_x"/>
                                          </p:val>
                                        </p:tav>
                                      </p:tavLst>
                                    </p:anim>
                                    <p:anim calcmode="lin" valueType="num">
                                      <p:cBhvr additive="base">
                                        <p:cTn id="58" dur="500" fill="hold"/>
                                        <p:tgtEl>
                                          <p:spTgt spid="10"/>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2" accel="50000" decel="50000" fill="hold" nodeType="after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500" fill="hold"/>
                                        <p:tgtEl>
                                          <p:spTgt spid="11"/>
                                        </p:tgtEl>
                                        <p:attrNameLst>
                                          <p:attrName>ppt_x</p:attrName>
                                        </p:attrNameLst>
                                      </p:cBhvr>
                                      <p:tavLst>
                                        <p:tav tm="0">
                                          <p:val>
                                            <p:strVal val="1+#ppt_w/2"/>
                                          </p:val>
                                        </p:tav>
                                        <p:tav tm="100000">
                                          <p:val>
                                            <p:strVal val="#ppt_x"/>
                                          </p:val>
                                        </p:tav>
                                      </p:tavLst>
                                    </p:anim>
                                    <p:anim calcmode="lin" valueType="num">
                                      <p:cBhvr additive="base">
                                        <p:cTn id="63" dur="500" fill="hold"/>
                                        <p:tgtEl>
                                          <p:spTgt spid="11"/>
                                        </p:tgtEl>
                                        <p:attrNameLst>
                                          <p:attrName>ppt_y</p:attrName>
                                        </p:attrNameLst>
                                      </p:cBhvr>
                                      <p:tavLst>
                                        <p:tav tm="0">
                                          <p:val>
                                            <p:strVal val="#ppt_y"/>
                                          </p:val>
                                        </p:tav>
                                        <p:tav tm="100000">
                                          <p:val>
                                            <p:strVal val="#ppt_y"/>
                                          </p:val>
                                        </p:tav>
                                      </p:tavLst>
                                    </p:anim>
                                  </p:childTnLst>
                                </p:cTn>
                              </p:par>
                            </p:childTnLst>
                          </p:cTn>
                        </p:par>
                        <p:par>
                          <p:cTn id="64" fill="hold">
                            <p:stCondLst>
                              <p:cond delay="6000"/>
                            </p:stCondLst>
                            <p:childTnLst>
                              <p:par>
                                <p:cTn id="65" presetID="2" presetClass="entr" presetSubtype="2" accel="50000" decel="50000" fill="hold" nodeType="after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additive="base">
                                        <p:cTn id="67" dur="500" fill="hold"/>
                                        <p:tgtEl>
                                          <p:spTgt spid="13"/>
                                        </p:tgtEl>
                                        <p:attrNameLst>
                                          <p:attrName>ppt_x</p:attrName>
                                        </p:attrNameLst>
                                      </p:cBhvr>
                                      <p:tavLst>
                                        <p:tav tm="0">
                                          <p:val>
                                            <p:strVal val="1+#ppt_w/2"/>
                                          </p:val>
                                        </p:tav>
                                        <p:tav tm="100000">
                                          <p:val>
                                            <p:strVal val="#ppt_x"/>
                                          </p:val>
                                        </p:tav>
                                      </p:tavLst>
                                    </p:anim>
                                    <p:anim calcmode="lin" valueType="num">
                                      <p:cBhvr additive="base">
                                        <p:cTn id="68" dur="500" fill="hold"/>
                                        <p:tgtEl>
                                          <p:spTgt spid="13"/>
                                        </p:tgtEl>
                                        <p:attrNameLst>
                                          <p:attrName>ppt_y</p:attrName>
                                        </p:attrNameLst>
                                      </p:cBhvr>
                                      <p:tavLst>
                                        <p:tav tm="0">
                                          <p:val>
                                            <p:strVal val="#ppt_y"/>
                                          </p:val>
                                        </p:tav>
                                        <p:tav tm="100000">
                                          <p:val>
                                            <p:strVal val="#ppt_y"/>
                                          </p:val>
                                        </p:tav>
                                      </p:tavLst>
                                    </p:anim>
                                  </p:childTnLst>
                                </p:cTn>
                              </p:par>
                            </p:childTnLst>
                          </p:cTn>
                        </p:par>
                        <p:par>
                          <p:cTn id="69" fill="hold">
                            <p:stCondLst>
                              <p:cond delay="6500"/>
                            </p:stCondLst>
                            <p:childTnLst>
                              <p:par>
                                <p:cTn id="70" presetID="2" presetClass="entr" presetSubtype="2" accel="50000" decel="50000" fill="hold" nodeType="afterEffect">
                                  <p:stCondLst>
                                    <p:cond delay="0"/>
                                  </p:stCondLst>
                                  <p:childTnLst>
                                    <p:set>
                                      <p:cBhvr>
                                        <p:cTn id="71" dur="1" fill="hold">
                                          <p:stCondLst>
                                            <p:cond delay="0"/>
                                          </p:stCondLst>
                                        </p:cTn>
                                        <p:tgtEl>
                                          <p:spTgt spid="9"/>
                                        </p:tgtEl>
                                        <p:attrNameLst>
                                          <p:attrName>style.visibility</p:attrName>
                                        </p:attrNameLst>
                                      </p:cBhvr>
                                      <p:to>
                                        <p:strVal val="visible"/>
                                      </p:to>
                                    </p:set>
                                    <p:anim calcmode="lin" valueType="num">
                                      <p:cBhvr additive="base">
                                        <p:cTn id="72" dur="500" fill="hold"/>
                                        <p:tgtEl>
                                          <p:spTgt spid="9"/>
                                        </p:tgtEl>
                                        <p:attrNameLst>
                                          <p:attrName>ppt_x</p:attrName>
                                        </p:attrNameLst>
                                      </p:cBhvr>
                                      <p:tavLst>
                                        <p:tav tm="0">
                                          <p:val>
                                            <p:strVal val="1+#ppt_w/2"/>
                                          </p:val>
                                        </p:tav>
                                        <p:tav tm="100000">
                                          <p:val>
                                            <p:strVal val="#ppt_x"/>
                                          </p:val>
                                        </p:tav>
                                      </p:tavLst>
                                    </p:anim>
                                    <p:anim calcmode="lin" valueType="num">
                                      <p:cBhvr additive="base">
                                        <p:cTn id="73" dur="500" fill="hold"/>
                                        <p:tgtEl>
                                          <p:spTgt spid="9"/>
                                        </p:tgtEl>
                                        <p:attrNameLst>
                                          <p:attrName>ppt_y</p:attrName>
                                        </p:attrNameLst>
                                      </p:cBhvr>
                                      <p:tavLst>
                                        <p:tav tm="0">
                                          <p:val>
                                            <p:strVal val="#ppt_y"/>
                                          </p:val>
                                        </p:tav>
                                        <p:tav tm="100000">
                                          <p:val>
                                            <p:strVal val="#ppt_y"/>
                                          </p:val>
                                        </p:tav>
                                      </p:tavLst>
                                    </p:anim>
                                  </p:childTnLst>
                                </p:cTn>
                              </p:par>
                            </p:childTnLst>
                          </p:cTn>
                        </p:par>
                        <p:par>
                          <p:cTn id="74" fill="hold">
                            <p:stCondLst>
                              <p:cond delay="7000"/>
                            </p:stCondLst>
                            <p:childTnLst>
                              <p:par>
                                <p:cTn id="75" presetID="2" presetClass="entr" presetSubtype="8" accel="50000" decel="50000" fill="hold" nodeType="after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additive="base">
                                        <p:cTn id="77" dur="500" fill="hold"/>
                                        <p:tgtEl>
                                          <p:spTgt spid="12"/>
                                        </p:tgtEl>
                                        <p:attrNameLst>
                                          <p:attrName>ppt_x</p:attrName>
                                        </p:attrNameLst>
                                      </p:cBhvr>
                                      <p:tavLst>
                                        <p:tav tm="0">
                                          <p:val>
                                            <p:strVal val="0-#ppt_w/2"/>
                                          </p:val>
                                        </p:tav>
                                        <p:tav tm="100000">
                                          <p:val>
                                            <p:strVal val="#ppt_x"/>
                                          </p:val>
                                        </p:tav>
                                      </p:tavLst>
                                    </p:anim>
                                    <p:anim calcmode="lin" valueType="num">
                                      <p:cBhvr additive="base">
                                        <p:cTn id="78"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7"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2" name="Slide Number Placeholder 1"/>
          <p:cNvSpPr>
            <a:spLocks noGrp="1"/>
          </p:cNvSpPr>
          <p:nvPr>
            <p:ph type="sldNum" sz="quarter" idx="12"/>
          </p:nvPr>
        </p:nvSpPr>
        <p:spPr/>
        <p:txBody>
          <a:bodyPr/>
          <a:lstStyle/>
          <a:p>
            <a:fld id="{C136B7D2-B98C-44FD-8D04-7EC62A564975}" type="slidenum">
              <a:rPr lang="en-US" smtClean="0"/>
              <a:pPr/>
              <a:t>87</a:t>
            </a:fld>
            <a:endParaRPr lang="en-US" dirty="0"/>
          </a:p>
        </p:txBody>
      </p:sp>
      <p:grpSp>
        <p:nvGrpSpPr>
          <p:cNvPr id="5" name="Group 57"/>
          <p:cNvGrpSpPr/>
          <p:nvPr/>
        </p:nvGrpSpPr>
        <p:grpSpPr>
          <a:xfrm>
            <a:off x="1029511" y="3909962"/>
            <a:ext cx="2247089" cy="671368"/>
            <a:chOff x="-267404" y="3206989"/>
            <a:chExt cx="2247089" cy="671368"/>
          </a:xfrm>
        </p:grpSpPr>
        <p:sp>
          <p:nvSpPr>
            <p:cNvPr id="14" name="TextBox 1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5" name="Rectangle 14"/>
            <p:cNvSpPr/>
            <p:nvPr/>
          </p:nvSpPr>
          <p:spPr>
            <a:xfrm>
              <a:off x="413552" y="3206989"/>
              <a:ext cx="1566133" cy="215444"/>
            </a:xfrm>
            <a:prstGeom prst="rect">
              <a:avLst/>
            </a:prstGeom>
          </p:spPr>
          <p:txBody>
            <a:bodyPr wrap="none" lIns="0" tIns="0" rIns="0" bIns="0">
              <a:spAutoFit/>
            </a:bodyPr>
            <a:lstStyle/>
            <a:p>
              <a:pPr algn="r"/>
              <a:r>
                <a:rPr lang="en-US" sz="1400" b="1" dirty="0">
                  <a:solidFill>
                    <a:schemeClr val="accent4"/>
                  </a:solidFill>
                </a:rPr>
                <a:t>Construction &amp; Design</a:t>
              </a:r>
            </a:p>
          </p:txBody>
        </p:sp>
      </p:grpSp>
      <p:grpSp>
        <p:nvGrpSpPr>
          <p:cNvPr id="6" name="Group 58"/>
          <p:cNvGrpSpPr/>
          <p:nvPr/>
        </p:nvGrpSpPr>
        <p:grpSpPr>
          <a:xfrm>
            <a:off x="5715000" y="1400846"/>
            <a:ext cx="2276195" cy="671368"/>
            <a:chOff x="7174424" y="1390692"/>
            <a:chExt cx="2276195" cy="671368"/>
          </a:xfrm>
        </p:grpSpPr>
        <p:sp>
          <p:nvSpPr>
            <p:cNvPr id="17" name="TextBox 1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8" name="Rectangle 17"/>
            <p:cNvSpPr/>
            <p:nvPr/>
          </p:nvSpPr>
          <p:spPr>
            <a:xfrm>
              <a:off x="7174424" y="1390692"/>
              <a:ext cx="628377" cy="215444"/>
            </a:xfrm>
            <a:prstGeom prst="rect">
              <a:avLst/>
            </a:prstGeom>
          </p:spPr>
          <p:txBody>
            <a:bodyPr wrap="none" lIns="0" tIns="0" rIns="0" bIns="0">
              <a:spAutoFit/>
            </a:bodyPr>
            <a:lstStyle/>
            <a:p>
              <a:r>
                <a:rPr lang="en-US" sz="1400" b="1" dirty="0">
                  <a:solidFill>
                    <a:schemeClr val="accent2"/>
                  </a:solidFill>
                </a:rPr>
                <a:t>Go Cloud</a:t>
              </a:r>
            </a:p>
          </p:txBody>
        </p:sp>
      </p:grpSp>
      <p:grpSp>
        <p:nvGrpSpPr>
          <p:cNvPr id="7" name="Group 56"/>
          <p:cNvGrpSpPr/>
          <p:nvPr/>
        </p:nvGrpSpPr>
        <p:grpSpPr>
          <a:xfrm>
            <a:off x="1000404" y="1400846"/>
            <a:ext cx="2276196" cy="671368"/>
            <a:chOff x="-296510" y="1401601"/>
            <a:chExt cx="2276196" cy="671368"/>
          </a:xfrm>
        </p:grpSpPr>
        <p:sp>
          <p:nvSpPr>
            <p:cNvPr id="20" name="TextBox 19"/>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1" name="Rectangle 20"/>
            <p:cNvSpPr/>
            <p:nvPr/>
          </p:nvSpPr>
          <p:spPr>
            <a:xfrm>
              <a:off x="634767" y="1401601"/>
              <a:ext cx="1344919" cy="215444"/>
            </a:xfrm>
            <a:prstGeom prst="rect">
              <a:avLst/>
            </a:prstGeom>
          </p:spPr>
          <p:txBody>
            <a:bodyPr wrap="none" lIns="0" tIns="0" rIns="0" bIns="0">
              <a:spAutoFit/>
            </a:bodyPr>
            <a:lstStyle/>
            <a:p>
              <a:pPr algn="r"/>
              <a:r>
                <a:rPr lang="en-US" sz="1400" b="1" dirty="0">
                  <a:solidFill>
                    <a:schemeClr val="accent1"/>
                  </a:solidFill>
                </a:rPr>
                <a:t>Brainstorm &amp; Ideas</a:t>
              </a:r>
            </a:p>
          </p:txBody>
        </p:sp>
      </p:grpSp>
      <p:grpSp>
        <p:nvGrpSpPr>
          <p:cNvPr id="8" name="Group 58"/>
          <p:cNvGrpSpPr/>
          <p:nvPr/>
        </p:nvGrpSpPr>
        <p:grpSpPr>
          <a:xfrm>
            <a:off x="5715000" y="3909962"/>
            <a:ext cx="2276195" cy="671368"/>
            <a:chOff x="7174424" y="1390692"/>
            <a:chExt cx="2276195" cy="671368"/>
          </a:xfrm>
        </p:grpSpPr>
        <p:sp>
          <p:nvSpPr>
            <p:cNvPr id="23" name="TextBox 22"/>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4" name="Rectangle 23"/>
            <p:cNvSpPr/>
            <p:nvPr/>
          </p:nvSpPr>
          <p:spPr>
            <a:xfrm>
              <a:off x="7174424" y="1390692"/>
              <a:ext cx="1364156" cy="215444"/>
            </a:xfrm>
            <a:prstGeom prst="rect">
              <a:avLst/>
            </a:prstGeom>
          </p:spPr>
          <p:txBody>
            <a:bodyPr wrap="none" lIns="0" tIns="0" rIns="0" bIns="0">
              <a:spAutoFit/>
            </a:bodyPr>
            <a:lstStyle/>
            <a:p>
              <a:r>
                <a:rPr lang="en-US" sz="1400" b="1" dirty="0">
                  <a:solidFill>
                    <a:schemeClr val="accent3"/>
                  </a:solidFill>
                </a:rPr>
                <a:t>Review The Results</a:t>
              </a:r>
            </a:p>
          </p:txBody>
        </p:sp>
      </p:grpSp>
      <p:sp>
        <p:nvSpPr>
          <p:cNvPr id="75" name="Pie 74"/>
          <p:cNvSpPr/>
          <p:nvPr/>
        </p:nvSpPr>
        <p:spPr>
          <a:xfrm rot="5400000">
            <a:off x="4512019" y="1722898"/>
            <a:ext cx="1246751" cy="1246751"/>
          </a:xfrm>
          <a:prstGeom prst="pieWedge">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76" name="Pie 75"/>
          <p:cNvSpPr/>
          <p:nvPr/>
        </p:nvSpPr>
        <p:spPr>
          <a:xfrm rot="16200000">
            <a:off x="3272709" y="2966990"/>
            <a:ext cx="1246751" cy="1246751"/>
          </a:xfrm>
          <a:prstGeom prst="pieWedge">
            <a:avLst/>
          </a:pr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77" name="Pie 76"/>
          <p:cNvSpPr/>
          <p:nvPr/>
        </p:nvSpPr>
        <p:spPr>
          <a:xfrm rot="10800000">
            <a:off x="4512020" y="2966990"/>
            <a:ext cx="1246751" cy="1246751"/>
          </a:xfrm>
          <a:prstGeom prst="pieWedge">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78" name="Pie 77"/>
          <p:cNvSpPr/>
          <p:nvPr/>
        </p:nvSpPr>
        <p:spPr>
          <a:xfrm>
            <a:off x="3272710" y="1722896"/>
            <a:ext cx="1246750" cy="1246753"/>
          </a:xfrm>
          <a:prstGeom prst="pieWedge">
            <a:avLst/>
          </a:pr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71" name="Pentagon 70"/>
          <p:cNvSpPr/>
          <p:nvPr/>
        </p:nvSpPr>
        <p:spPr bwMode="auto">
          <a:xfrm>
            <a:off x="5432358" y="2629962"/>
            <a:ext cx="825538" cy="336512"/>
          </a:xfrm>
          <a:prstGeom prst="homePlat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2" name="Pentagon 71"/>
          <p:cNvSpPr/>
          <p:nvPr/>
        </p:nvSpPr>
        <p:spPr bwMode="auto">
          <a:xfrm flipH="1">
            <a:off x="2793034" y="2974093"/>
            <a:ext cx="776645" cy="336512"/>
          </a:xfrm>
          <a:prstGeom prst="homePlat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3" name="Pentagon 72"/>
          <p:cNvSpPr/>
          <p:nvPr/>
        </p:nvSpPr>
        <p:spPr bwMode="auto">
          <a:xfrm rot="5400000" flipH="1">
            <a:off x="3937412" y="1468125"/>
            <a:ext cx="830581" cy="333514"/>
          </a:xfrm>
          <a:prstGeom prst="homePlat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4" name="Pentagon 73"/>
          <p:cNvSpPr/>
          <p:nvPr/>
        </p:nvSpPr>
        <p:spPr bwMode="auto">
          <a:xfrm rot="16200000" flipH="1">
            <a:off x="4321728" y="4105007"/>
            <a:ext cx="714770" cy="333514"/>
          </a:xfrm>
          <a:prstGeom prst="homePlat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80" name="Freeform 69"/>
          <p:cNvSpPr>
            <a:spLocks/>
          </p:cNvSpPr>
          <p:nvPr/>
        </p:nvSpPr>
        <p:spPr bwMode="auto">
          <a:xfrm>
            <a:off x="4191000" y="1809750"/>
            <a:ext cx="203268" cy="381816"/>
          </a:xfrm>
          <a:custGeom>
            <a:avLst/>
            <a:gdLst/>
            <a:ahLst/>
            <a:cxnLst>
              <a:cxn ang="0">
                <a:pos x="21" y="57"/>
              </a:cxn>
              <a:cxn ang="0">
                <a:pos x="21" y="63"/>
              </a:cxn>
              <a:cxn ang="0">
                <a:pos x="20" y="64"/>
              </a:cxn>
              <a:cxn ang="0">
                <a:pos x="15" y="64"/>
              </a:cxn>
              <a:cxn ang="0">
                <a:pos x="14" y="63"/>
              </a:cxn>
              <a:cxn ang="0">
                <a:pos x="14" y="57"/>
              </a:cxn>
              <a:cxn ang="0">
                <a:pos x="1" y="50"/>
              </a:cxn>
              <a:cxn ang="0">
                <a:pos x="1" y="49"/>
              </a:cxn>
              <a:cxn ang="0">
                <a:pos x="4" y="44"/>
              </a:cxn>
              <a:cxn ang="0">
                <a:pos x="5" y="43"/>
              </a:cxn>
              <a:cxn ang="0">
                <a:pos x="6" y="44"/>
              </a:cxn>
              <a:cxn ang="0">
                <a:pos x="17" y="49"/>
              </a:cxn>
              <a:cxn ang="0">
                <a:pos x="25" y="43"/>
              </a:cxn>
              <a:cxn ang="0">
                <a:pos x="16" y="36"/>
              </a:cxn>
              <a:cxn ang="0">
                <a:pos x="1" y="21"/>
              </a:cxn>
              <a:cxn ang="0">
                <a:pos x="14" y="8"/>
              </a:cxn>
              <a:cxn ang="0">
                <a:pos x="14" y="1"/>
              </a:cxn>
              <a:cxn ang="0">
                <a:pos x="15" y="0"/>
              </a:cxn>
              <a:cxn ang="0">
                <a:pos x="20" y="0"/>
              </a:cxn>
              <a:cxn ang="0">
                <a:pos x="21" y="1"/>
              </a:cxn>
              <a:cxn ang="0">
                <a:pos x="21" y="7"/>
              </a:cxn>
              <a:cxn ang="0">
                <a:pos x="32" y="12"/>
              </a:cxn>
              <a:cxn ang="0">
                <a:pos x="32" y="14"/>
              </a:cxn>
              <a:cxn ang="0">
                <a:pos x="29" y="19"/>
              </a:cxn>
              <a:cxn ang="0">
                <a:pos x="29" y="19"/>
              </a:cxn>
              <a:cxn ang="0">
                <a:pos x="28" y="19"/>
              </a:cxn>
              <a:cxn ang="0">
                <a:pos x="18" y="15"/>
              </a:cxn>
              <a:cxn ang="0">
                <a:pos x="10" y="21"/>
              </a:cxn>
              <a:cxn ang="0">
                <a:pos x="20" y="28"/>
              </a:cxn>
              <a:cxn ang="0">
                <a:pos x="34" y="42"/>
              </a:cxn>
              <a:cxn ang="0">
                <a:pos x="21" y="57"/>
              </a:cxn>
            </a:cxnLst>
            <a:rect l="0" t="0" r="r" b="b"/>
            <a:pathLst>
              <a:path w="34" h="64">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23"/>
          <p:cNvSpPr>
            <a:spLocks noEditPoints="1"/>
          </p:cNvSpPr>
          <p:nvPr/>
        </p:nvSpPr>
        <p:spPr bwMode="auto">
          <a:xfrm>
            <a:off x="3397786" y="3034884"/>
            <a:ext cx="291592" cy="275721"/>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7"/>
          <p:cNvSpPr>
            <a:spLocks noEditPoints="1"/>
          </p:cNvSpPr>
          <p:nvPr/>
        </p:nvSpPr>
        <p:spPr bwMode="auto">
          <a:xfrm>
            <a:off x="4636658" y="3810929"/>
            <a:ext cx="348254" cy="308736"/>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66"/>
          <p:cNvSpPr>
            <a:spLocks noEditPoints="1"/>
          </p:cNvSpPr>
          <p:nvPr/>
        </p:nvSpPr>
        <p:spPr bwMode="auto">
          <a:xfrm>
            <a:off x="5346005" y="2549217"/>
            <a:ext cx="258487" cy="301933"/>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9" name="Group 84"/>
          <p:cNvGrpSpPr/>
          <p:nvPr/>
        </p:nvGrpSpPr>
        <p:grpSpPr>
          <a:xfrm>
            <a:off x="3752311" y="2204891"/>
            <a:ext cx="1526857" cy="1526855"/>
            <a:chOff x="3752311" y="2204891"/>
            <a:chExt cx="1526857" cy="1526855"/>
          </a:xfrm>
        </p:grpSpPr>
        <p:sp>
          <p:nvSpPr>
            <p:cNvPr id="70" name="Oval 69"/>
            <p:cNvSpPr/>
            <p:nvPr/>
          </p:nvSpPr>
          <p:spPr bwMode="auto">
            <a:xfrm>
              <a:off x="3752311" y="2204891"/>
              <a:ext cx="1526857" cy="1526855"/>
            </a:xfrm>
            <a:prstGeom prst="ellipse">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4" name="Freeform 130"/>
            <p:cNvSpPr>
              <a:spLocks noEditPoints="1"/>
            </p:cNvSpPr>
            <p:nvPr/>
          </p:nvSpPr>
          <p:spPr bwMode="auto">
            <a:xfrm>
              <a:off x="3947519" y="2421287"/>
              <a:ext cx="1136441" cy="1094062"/>
            </a:xfrm>
            <a:custGeom>
              <a:avLst/>
              <a:gdLst/>
              <a:ahLst/>
              <a:cxnLst>
                <a:cxn ang="0">
                  <a:pos x="275" y="12"/>
                </a:cxn>
                <a:cxn ang="0">
                  <a:pos x="297" y="7"/>
                </a:cxn>
                <a:cxn ang="0">
                  <a:pos x="237" y="26"/>
                </a:cxn>
                <a:cxn ang="0">
                  <a:pos x="731" y="474"/>
                </a:cxn>
                <a:cxn ang="0">
                  <a:pos x="724" y="482"/>
                </a:cxn>
                <a:cxn ang="0">
                  <a:pos x="470" y="13"/>
                </a:cxn>
                <a:cxn ang="0">
                  <a:pos x="454" y="10"/>
                </a:cxn>
                <a:cxn ang="0">
                  <a:pos x="470" y="32"/>
                </a:cxn>
                <a:cxn ang="0">
                  <a:pos x="475" y="26"/>
                </a:cxn>
                <a:cxn ang="0">
                  <a:pos x="432" y="9"/>
                </a:cxn>
                <a:cxn ang="0">
                  <a:pos x="423" y="8"/>
                </a:cxn>
                <a:cxn ang="0">
                  <a:pos x="397" y="9"/>
                </a:cxn>
                <a:cxn ang="0">
                  <a:pos x="386" y="10"/>
                </a:cxn>
                <a:cxn ang="0">
                  <a:pos x="390" y="18"/>
                </a:cxn>
                <a:cxn ang="0">
                  <a:pos x="538" y="408"/>
                </a:cxn>
                <a:cxn ang="0">
                  <a:pos x="730" y="264"/>
                </a:cxn>
                <a:cxn ang="0">
                  <a:pos x="478" y="71"/>
                </a:cxn>
                <a:cxn ang="0">
                  <a:pos x="418" y="50"/>
                </a:cxn>
                <a:cxn ang="0">
                  <a:pos x="363" y="88"/>
                </a:cxn>
                <a:cxn ang="0">
                  <a:pos x="418" y="83"/>
                </a:cxn>
                <a:cxn ang="0">
                  <a:pos x="389" y="134"/>
                </a:cxn>
                <a:cxn ang="0">
                  <a:pos x="366" y="141"/>
                </a:cxn>
                <a:cxn ang="0">
                  <a:pos x="283" y="212"/>
                </a:cxn>
                <a:cxn ang="0">
                  <a:pos x="375" y="215"/>
                </a:cxn>
                <a:cxn ang="0">
                  <a:pos x="451" y="261"/>
                </a:cxn>
                <a:cxn ang="0">
                  <a:pos x="492" y="285"/>
                </a:cxn>
                <a:cxn ang="0">
                  <a:pos x="500" y="23"/>
                </a:cxn>
                <a:cxn ang="0">
                  <a:pos x="512" y="40"/>
                </a:cxn>
                <a:cxn ang="0">
                  <a:pos x="514" y="62"/>
                </a:cxn>
                <a:cxn ang="0">
                  <a:pos x="671" y="360"/>
                </a:cxn>
                <a:cxn ang="0">
                  <a:pos x="733" y="432"/>
                </a:cxn>
                <a:cxn ang="0">
                  <a:pos x="314" y="123"/>
                </a:cxn>
                <a:cxn ang="0">
                  <a:pos x="291" y="165"/>
                </a:cxn>
                <a:cxn ang="0">
                  <a:pos x="288" y="153"/>
                </a:cxn>
                <a:cxn ang="0">
                  <a:pos x="460" y="297"/>
                </a:cxn>
                <a:cxn ang="0">
                  <a:pos x="364" y="533"/>
                </a:cxn>
                <a:cxn ang="0">
                  <a:pos x="48" y="434"/>
                </a:cxn>
                <a:cxn ang="0">
                  <a:pos x="126" y="647"/>
                </a:cxn>
                <a:cxn ang="0">
                  <a:pos x="166" y="674"/>
                </a:cxn>
                <a:cxn ang="0">
                  <a:pos x="11" y="348"/>
                </a:cxn>
                <a:cxn ang="0">
                  <a:pos x="290" y="70"/>
                </a:cxn>
                <a:cxn ang="0">
                  <a:pos x="88" y="161"/>
                </a:cxn>
                <a:cxn ang="0">
                  <a:pos x="351" y="3"/>
                </a:cxn>
                <a:cxn ang="0">
                  <a:pos x="352" y="1"/>
                </a:cxn>
                <a:cxn ang="0">
                  <a:pos x="347" y="1"/>
                </a:cxn>
                <a:cxn ang="0">
                  <a:pos x="341" y="2"/>
                </a:cxn>
                <a:cxn ang="0">
                  <a:pos x="322" y="4"/>
                </a:cxn>
                <a:cxn ang="0">
                  <a:pos x="281" y="13"/>
                </a:cxn>
                <a:cxn ang="0">
                  <a:pos x="270" y="17"/>
                </a:cxn>
                <a:cxn ang="0">
                  <a:pos x="242" y="33"/>
                </a:cxn>
                <a:cxn ang="0">
                  <a:pos x="175" y="96"/>
                </a:cxn>
                <a:cxn ang="0">
                  <a:pos x="299" y="35"/>
                </a:cxn>
                <a:cxn ang="0">
                  <a:pos x="351" y="0"/>
                </a:cxn>
                <a:cxn ang="0">
                  <a:pos x="330" y="2"/>
                </a:cxn>
                <a:cxn ang="0">
                  <a:pos x="271" y="14"/>
                </a:cxn>
                <a:cxn ang="0">
                  <a:pos x="319" y="3"/>
                </a:cxn>
                <a:cxn ang="0">
                  <a:pos x="186" y="52"/>
                </a:cxn>
                <a:cxn ang="0">
                  <a:pos x="208" y="42"/>
                </a:cxn>
                <a:cxn ang="0">
                  <a:pos x="179" y="53"/>
                </a:cxn>
                <a:cxn ang="0">
                  <a:pos x="193" y="48"/>
                </a:cxn>
                <a:cxn ang="0">
                  <a:pos x="108" y="138"/>
                </a:cxn>
                <a:cxn ang="0">
                  <a:pos x="86" y="134"/>
                </a:cxn>
                <a:cxn ang="0">
                  <a:pos x="66" y="186"/>
                </a:cxn>
              </a:cxnLst>
              <a:rect l="0" t="0" r="r" b="b"/>
              <a:pathLst>
                <a:path w="746" h="719">
                  <a:moveTo>
                    <a:pt x="713" y="218"/>
                  </a:moveTo>
                  <a:cubicBezTo>
                    <a:pt x="709" y="210"/>
                    <a:pt x="709" y="210"/>
                    <a:pt x="709" y="210"/>
                  </a:cubicBezTo>
                  <a:cubicBezTo>
                    <a:pt x="711" y="213"/>
                    <a:pt x="712" y="216"/>
                    <a:pt x="713" y="218"/>
                  </a:cubicBezTo>
                  <a:cubicBezTo>
                    <a:pt x="713" y="218"/>
                    <a:pt x="713" y="218"/>
                    <a:pt x="713" y="218"/>
                  </a:cubicBezTo>
                  <a:moveTo>
                    <a:pt x="709" y="210"/>
                  </a:moveTo>
                  <a:cubicBezTo>
                    <a:pt x="706" y="203"/>
                    <a:pt x="701" y="194"/>
                    <a:pt x="697" y="187"/>
                  </a:cubicBezTo>
                  <a:cubicBezTo>
                    <a:pt x="697" y="186"/>
                    <a:pt x="697" y="186"/>
                    <a:pt x="697" y="186"/>
                  </a:cubicBezTo>
                  <a:cubicBezTo>
                    <a:pt x="702" y="195"/>
                    <a:pt x="704" y="199"/>
                    <a:pt x="709" y="210"/>
                  </a:cubicBezTo>
                  <a:cubicBezTo>
                    <a:pt x="709" y="210"/>
                    <a:pt x="709" y="210"/>
                    <a:pt x="709" y="210"/>
                  </a:cubicBezTo>
                  <a:moveTo>
                    <a:pt x="696" y="186"/>
                  </a:moveTo>
                  <a:cubicBezTo>
                    <a:pt x="697" y="186"/>
                    <a:pt x="697" y="186"/>
                    <a:pt x="697" y="186"/>
                  </a:cubicBezTo>
                  <a:cubicBezTo>
                    <a:pt x="697" y="187"/>
                    <a:pt x="697" y="187"/>
                    <a:pt x="697" y="187"/>
                  </a:cubicBezTo>
                  <a:cubicBezTo>
                    <a:pt x="697" y="186"/>
                    <a:pt x="697" y="186"/>
                    <a:pt x="696" y="186"/>
                  </a:cubicBezTo>
                  <a:moveTo>
                    <a:pt x="746" y="352"/>
                  </a:moveTo>
                  <a:cubicBezTo>
                    <a:pt x="745" y="351"/>
                    <a:pt x="745" y="350"/>
                    <a:pt x="745" y="348"/>
                  </a:cubicBezTo>
                  <a:cubicBezTo>
                    <a:pt x="745" y="350"/>
                    <a:pt x="745" y="351"/>
                    <a:pt x="746" y="352"/>
                  </a:cubicBezTo>
                  <a:cubicBezTo>
                    <a:pt x="746" y="352"/>
                    <a:pt x="746" y="352"/>
                    <a:pt x="746" y="352"/>
                  </a:cubicBezTo>
                  <a:moveTo>
                    <a:pt x="745" y="347"/>
                  </a:moveTo>
                  <a:cubicBezTo>
                    <a:pt x="745" y="346"/>
                    <a:pt x="745" y="344"/>
                    <a:pt x="745" y="343"/>
                  </a:cubicBezTo>
                  <a:cubicBezTo>
                    <a:pt x="745" y="345"/>
                    <a:pt x="745" y="347"/>
                    <a:pt x="745" y="348"/>
                  </a:cubicBezTo>
                  <a:cubicBezTo>
                    <a:pt x="745" y="348"/>
                    <a:pt x="745" y="348"/>
                    <a:pt x="745" y="347"/>
                  </a:cubicBezTo>
                  <a:moveTo>
                    <a:pt x="743" y="327"/>
                  </a:moveTo>
                  <a:cubicBezTo>
                    <a:pt x="743" y="321"/>
                    <a:pt x="743" y="321"/>
                    <a:pt x="743" y="321"/>
                  </a:cubicBezTo>
                  <a:cubicBezTo>
                    <a:pt x="743" y="324"/>
                    <a:pt x="743" y="326"/>
                    <a:pt x="743" y="329"/>
                  </a:cubicBezTo>
                  <a:cubicBezTo>
                    <a:pt x="743" y="328"/>
                    <a:pt x="743" y="327"/>
                    <a:pt x="743" y="327"/>
                  </a:cubicBezTo>
                  <a:moveTo>
                    <a:pt x="309" y="4"/>
                  </a:moveTo>
                  <a:cubicBezTo>
                    <a:pt x="309" y="5"/>
                    <a:pt x="309" y="5"/>
                    <a:pt x="309" y="5"/>
                  </a:cubicBezTo>
                  <a:cubicBezTo>
                    <a:pt x="313" y="4"/>
                    <a:pt x="313" y="4"/>
                    <a:pt x="313" y="4"/>
                  </a:cubicBezTo>
                  <a:cubicBezTo>
                    <a:pt x="313" y="4"/>
                    <a:pt x="313" y="4"/>
                    <a:pt x="313" y="4"/>
                  </a:cubicBezTo>
                  <a:cubicBezTo>
                    <a:pt x="312" y="4"/>
                    <a:pt x="311" y="4"/>
                    <a:pt x="309" y="4"/>
                  </a:cubicBezTo>
                  <a:moveTo>
                    <a:pt x="307" y="5"/>
                  </a:moveTo>
                  <a:cubicBezTo>
                    <a:pt x="304" y="5"/>
                    <a:pt x="304" y="5"/>
                    <a:pt x="304" y="5"/>
                  </a:cubicBezTo>
                  <a:cubicBezTo>
                    <a:pt x="305" y="5"/>
                    <a:pt x="305" y="5"/>
                    <a:pt x="305" y="5"/>
                  </a:cubicBezTo>
                  <a:cubicBezTo>
                    <a:pt x="306" y="5"/>
                    <a:pt x="306" y="5"/>
                    <a:pt x="307" y="5"/>
                  </a:cubicBezTo>
                  <a:moveTo>
                    <a:pt x="259" y="17"/>
                  </a:moveTo>
                  <a:cubicBezTo>
                    <a:pt x="259" y="17"/>
                    <a:pt x="258" y="17"/>
                    <a:pt x="258" y="17"/>
                  </a:cubicBezTo>
                  <a:cubicBezTo>
                    <a:pt x="258" y="17"/>
                    <a:pt x="259" y="17"/>
                    <a:pt x="259" y="17"/>
                  </a:cubicBezTo>
                  <a:moveTo>
                    <a:pt x="266" y="15"/>
                  </a:moveTo>
                  <a:cubicBezTo>
                    <a:pt x="267" y="14"/>
                    <a:pt x="267" y="14"/>
                    <a:pt x="268" y="14"/>
                  </a:cubicBezTo>
                  <a:cubicBezTo>
                    <a:pt x="268" y="14"/>
                    <a:pt x="268" y="14"/>
                    <a:pt x="268" y="14"/>
                  </a:cubicBezTo>
                  <a:cubicBezTo>
                    <a:pt x="267" y="14"/>
                    <a:pt x="267" y="14"/>
                    <a:pt x="267" y="14"/>
                  </a:cubicBezTo>
                  <a:cubicBezTo>
                    <a:pt x="267" y="14"/>
                    <a:pt x="267" y="14"/>
                    <a:pt x="267" y="14"/>
                  </a:cubicBezTo>
                  <a:cubicBezTo>
                    <a:pt x="266" y="15"/>
                    <a:pt x="266" y="15"/>
                    <a:pt x="266" y="15"/>
                  </a:cubicBezTo>
                  <a:cubicBezTo>
                    <a:pt x="266" y="15"/>
                    <a:pt x="266" y="15"/>
                    <a:pt x="266" y="15"/>
                  </a:cubicBezTo>
                  <a:moveTo>
                    <a:pt x="269" y="14"/>
                  </a:moveTo>
                  <a:cubicBezTo>
                    <a:pt x="269" y="14"/>
                    <a:pt x="269" y="14"/>
                    <a:pt x="269" y="14"/>
                  </a:cubicBezTo>
                  <a:cubicBezTo>
                    <a:pt x="269" y="14"/>
                    <a:pt x="269" y="14"/>
                    <a:pt x="268" y="14"/>
                  </a:cubicBezTo>
                  <a:cubicBezTo>
                    <a:pt x="267" y="14"/>
                    <a:pt x="267" y="14"/>
                    <a:pt x="266" y="15"/>
                  </a:cubicBezTo>
                  <a:cubicBezTo>
                    <a:pt x="269" y="14"/>
                    <a:pt x="269" y="14"/>
                    <a:pt x="269" y="14"/>
                  </a:cubicBezTo>
                  <a:moveTo>
                    <a:pt x="267" y="14"/>
                  </a:moveTo>
                  <a:cubicBezTo>
                    <a:pt x="268" y="14"/>
                    <a:pt x="268" y="14"/>
                    <a:pt x="268" y="14"/>
                  </a:cubicBezTo>
                  <a:cubicBezTo>
                    <a:pt x="269" y="14"/>
                    <a:pt x="269" y="14"/>
                    <a:pt x="270" y="13"/>
                  </a:cubicBezTo>
                  <a:cubicBezTo>
                    <a:pt x="269" y="14"/>
                    <a:pt x="268" y="14"/>
                    <a:pt x="268" y="14"/>
                  </a:cubicBezTo>
                  <a:cubicBezTo>
                    <a:pt x="267" y="14"/>
                    <a:pt x="267" y="14"/>
                    <a:pt x="267" y="14"/>
                  </a:cubicBezTo>
                  <a:cubicBezTo>
                    <a:pt x="267" y="14"/>
                    <a:pt x="267" y="14"/>
                    <a:pt x="267" y="14"/>
                  </a:cubicBezTo>
                  <a:moveTo>
                    <a:pt x="270" y="13"/>
                  </a:moveTo>
                  <a:cubicBezTo>
                    <a:pt x="274" y="12"/>
                    <a:pt x="274" y="12"/>
                    <a:pt x="274" y="12"/>
                  </a:cubicBezTo>
                  <a:cubicBezTo>
                    <a:pt x="274" y="12"/>
                    <a:pt x="274" y="12"/>
                    <a:pt x="274" y="12"/>
                  </a:cubicBezTo>
                  <a:cubicBezTo>
                    <a:pt x="275" y="12"/>
                    <a:pt x="275" y="12"/>
                    <a:pt x="275" y="12"/>
                  </a:cubicBezTo>
                  <a:cubicBezTo>
                    <a:pt x="275" y="12"/>
                    <a:pt x="275" y="12"/>
                    <a:pt x="275" y="12"/>
                  </a:cubicBezTo>
                  <a:cubicBezTo>
                    <a:pt x="273" y="13"/>
                    <a:pt x="272" y="13"/>
                    <a:pt x="270" y="13"/>
                  </a:cubicBezTo>
                  <a:cubicBezTo>
                    <a:pt x="269" y="14"/>
                    <a:pt x="269" y="14"/>
                    <a:pt x="268" y="14"/>
                  </a:cubicBezTo>
                  <a:cubicBezTo>
                    <a:pt x="270" y="13"/>
                    <a:pt x="270" y="13"/>
                    <a:pt x="270" y="13"/>
                  </a:cubicBezTo>
                  <a:moveTo>
                    <a:pt x="279" y="11"/>
                  </a:moveTo>
                  <a:cubicBezTo>
                    <a:pt x="279" y="11"/>
                    <a:pt x="279" y="11"/>
                    <a:pt x="279" y="11"/>
                  </a:cubicBezTo>
                  <a:cubicBezTo>
                    <a:pt x="280" y="11"/>
                    <a:pt x="281" y="11"/>
                    <a:pt x="281" y="10"/>
                  </a:cubicBezTo>
                  <a:cubicBezTo>
                    <a:pt x="284" y="10"/>
                    <a:pt x="284" y="10"/>
                    <a:pt x="284" y="10"/>
                  </a:cubicBezTo>
                  <a:cubicBezTo>
                    <a:pt x="284" y="10"/>
                    <a:pt x="284" y="10"/>
                    <a:pt x="284" y="10"/>
                  </a:cubicBezTo>
                  <a:cubicBezTo>
                    <a:pt x="283" y="10"/>
                    <a:pt x="283" y="10"/>
                    <a:pt x="283" y="10"/>
                  </a:cubicBezTo>
                  <a:cubicBezTo>
                    <a:pt x="282" y="10"/>
                    <a:pt x="281" y="10"/>
                    <a:pt x="280" y="11"/>
                  </a:cubicBezTo>
                  <a:cubicBezTo>
                    <a:pt x="280" y="11"/>
                    <a:pt x="280" y="11"/>
                    <a:pt x="280" y="11"/>
                  </a:cubicBezTo>
                  <a:cubicBezTo>
                    <a:pt x="279" y="11"/>
                    <a:pt x="279" y="11"/>
                    <a:pt x="279" y="11"/>
                  </a:cubicBezTo>
                  <a:moveTo>
                    <a:pt x="286" y="9"/>
                  </a:moveTo>
                  <a:cubicBezTo>
                    <a:pt x="287" y="9"/>
                    <a:pt x="287" y="9"/>
                    <a:pt x="287" y="9"/>
                  </a:cubicBezTo>
                  <a:cubicBezTo>
                    <a:pt x="289" y="9"/>
                    <a:pt x="289" y="9"/>
                    <a:pt x="289" y="9"/>
                  </a:cubicBezTo>
                  <a:cubicBezTo>
                    <a:pt x="290" y="8"/>
                    <a:pt x="290" y="8"/>
                    <a:pt x="290" y="8"/>
                  </a:cubicBezTo>
                  <a:cubicBezTo>
                    <a:pt x="288" y="9"/>
                    <a:pt x="288" y="9"/>
                    <a:pt x="288" y="9"/>
                  </a:cubicBezTo>
                  <a:cubicBezTo>
                    <a:pt x="287" y="9"/>
                    <a:pt x="287" y="9"/>
                    <a:pt x="287" y="9"/>
                  </a:cubicBezTo>
                  <a:cubicBezTo>
                    <a:pt x="286" y="9"/>
                    <a:pt x="286" y="9"/>
                    <a:pt x="286" y="9"/>
                  </a:cubicBezTo>
                  <a:cubicBezTo>
                    <a:pt x="286" y="9"/>
                    <a:pt x="286" y="9"/>
                    <a:pt x="286" y="9"/>
                  </a:cubicBezTo>
                  <a:moveTo>
                    <a:pt x="293" y="8"/>
                  </a:moveTo>
                  <a:cubicBezTo>
                    <a:pt x="294" y="7"/>
                    <a:pt x="294" y="7"/>
                    <a:pt x="294" y="7"/>
                  </a:cubicBezTo>
                  <a:cubicBezTo>
                    <a:pt x="298" y="7"/>
                    <a:pt x="298" y="7"/>
                    <a:pt x="298" y="7"/>
                  </a:cubicBezTo>
                  <a:cubicBezTo>
                    <a:pt x="298" y="7"/>
                    <a:pt x="298" y="7"/>
                    <a:pt x="298" y="7"/>
                  </a:cubicBezTo>
                  <a:cubicBezTo>
                    <a:pt x="296" y="7"/>
                    <a:pt x="296" y="7"/>
                    <a:pt x="296" y="7"/>
                  </a:cubicBezTo>
                  <a:cubicBezTo>
                    <a:pt x="293" y="8"/>
                    <a:pt x="293" y="8"/>
                    <a:pt x="293" y="8"/>
                  </a:cubicBezTo>
                  <a:cubicBezTo>
                    <a:pt x="292" y="8"/>
                    <a:pt x="292" y="8"/>
                    <a:pt x="292" y="8"/>
                  </a:cubicBezTo>
                  <a:cubicBezTo>
                    <a:pt x="292" y="8"/>
                    <a:pt x="291" y="8"/>
                    <a:pt x="291" y="8"/>
                  </a:cubicBezTo>
                  <a:cubicBezTo>
                    <a:pt x="293" y="8"/>
                    <a:pt x="293" y="8"/>
                    <a:pt x="293" y="8"/>
                  </a:cubicBezTo>
                  <a:moveTo>
                    <a:pt x="298" y="7"/>
                  </a:moveTo>
                  <a:cubicBezTo>
                    <a:pt x="298" y="7"/>
                    <a:pt x="298" y="7"/>
                    <a:pt x="298" y="7"/>
                  </a:cubicBezTo>
                  <a:cubicBezTo>
                    <a:pt x="298" y="7"/>
                    <a:pt x="298" y="7"/>
                    <a:pt x="298" y="7"/>
                  </a:cubicBezTo>
                  <a:cubicBezTo>
                    <a:pt x="298" y="7"/>
                    <a:pt x="298" y="7"/>
                    <a:pt x="298" y="7"/>
                  </a:cubicBezTo>
                  <a:moveTo>
                    <a:pt x="309" y="5"/>
                  </a:moveTo>
                  <a:cubicBezTo>
                    <a:pt x="314" y="4"/>
                    <a:pt x="314" y="4"/>
                    <a:pt x="314" y="4"/>
                  </a:cubicBezTo>
                  <a:cubicBezTo>
                    <a:pt x="315" y="4"/>
                    <a:pt x="315" y="4"/>
                    <a:pt x="315" y="4"/>
                  </a:cubicBezTo>
                  <a:cubicBezTo>
                    <a:pt x="314" y="4"/>
                    <a:pt x="313" y="4"/>
                    <a:pt x="312" y="4"/>
                  </a:cubicBezTo>
                  <a:cubicBezTo>
                    <a:pt x="311" y="4"/>
                    <a:pt x="311" y="4"/>
                    <a:pt x="311" y="4"/>
                  </a:cubicBezTo>
                  <a:cubicBezTo>
                    <a:pt x="308" y="5"/>
                    <a:pt x="308" y="5"/>
                    <a:pt x="308" y="5"/>
                  </a:cubicBezTo>
                  <a:cubicBezTo>
                    <a:pt x="309" y="5"/>
                    <a:pt x="309" y="5"/>
                    <a:pt x="309" y="5"/>
                  </a:cubicBezTo>
                  <a:moveTo>
                    <a:pt x="315" y="4"/>
                  </a:moveTo>
                  <a:cubicBezTo>
                    <a:pt x="315" y="4"/>
                    <a:pt x="315" y="4"/>
                    <a:pt x="315" y="4"/>
                  </a:cubicBezTo>
                  <a:cubicBezTo>
                    <a:pt x="315" y="4"/>
                    <a:pt x="315" y="4"/>
                    <a:pt x="315" y="4"/>
                  </a:cubicBezTo>
                  <a:cubicBezTo>
                    <a:pt x="315" y="4"/>
                    <a:pt x="315" y="4"/>
                    <a:pt x="315" y="4"/>
                  </a:cubicBezTo>
                  <a:moveTo>
                    <a:pt x="295" y="7"/>
                  </a:moveTo>
                  <a:cubicBezTo>
                    <a:pt x="295" y="7"/>
                    <a:pt x="295" y="7"/>
                    <a:pt x="295" y="7"/>
                  </a:cubicBezTo>
                  <a:cubicBezTo>
                    <a:pt x="295" y="7"/>
                    <a:pt x="295" y="7"/>
                    <a:pt x="294" y="8"/>
                  </a:cubicBezTo>
                  <a:cubicBezTo>
                    <a:pt x="295" y="7"/>
                    <a:pt x="295" y="7"/>
                    <a:pt x="295" y="7"/>
                  </a:cubicBezTo>
                  <a:moveTo>
                    <a:pt x="295" y="7"/>
                  </a:moveTo>
                  <a:cubicBezTo>
                    <a:pt x="296" y="7"/>
                    <a:pt x="296" y="7"/>
                    <a:pt x="296" y="7"/>
                  </a:cubicBezTo>
                  <a:cubicBezTo>
                    <a:pt x="298" y="7"/>
                    <a:pt x="298" y="7"/>
                    <a:pt x="298" y="7"/>
                  </a:cubicBezTo>
                  <a:cubicBezTo>
                    <a:pt x="301" y="6"/>
                    <a:pt x="301" y="6"/>
                    <a:pt x="301" y="6"/>
                  </a:cubicBezTo>
                  <a:cubicBezTo>
                    <a:pt x="300" y="6"/>
                    <a:pt x="300" y="6"/>
                    <a:pt x="300" y="6"/>
                  </a:cubicBezTo>
                  <a:cubicBezTo>
                    <a:pt x="303" y="6"/>
                    <a:pt x="303" y="6"/>
                    <a:pt x="303" y="6"/>
                  </a:cubicBezTo>
                  <a:cubicBezTo>
                    <a:pt x="305" y="5"/>
                    <a:pt x="305" y="5"/>
                    <a:pt x="305" y="5"/>
                  </a:cubicBezTo>
                  <a:cubicBezTo>
                    <a:pt x="305" y="5"/>
                    <a:pt x="305" y="5"/>
                    <a:pt x="305" y="5"/>
                  </a:cubicBezTo>
                  <a:cubicBezTo>
                    <a:pt x="305" y="5"/>
                    <a:pt x="305" y="5"/>
                    <a:pt x="305" y="5"/>
                  </a:cubicBezTo>
                  <a:cubicBezTo>
                    <a:pt x="302" y="6"/>
                    <a:pt x="300" y="6"/>
                    <a:pt x="297" y="7"/>
                  </a:cubicBezTo>
                  <a:cubicBezTo>
                    <a:pt x="296" y="7"/>
                    <a:pt x="296" y="7"/>
                    <a:pt x="295" y="7"/>
                  </a:cubicBezTo>
                  <a:cubicBezTo>
                    <a:pt x="295" y="7"/>
                    <a:pt x="295" y="7"/>
                    <a:pt x="295" y="7"/>
                  </a:cubicBezTo>
                  <a:moveTo>
                    <a:pt x="2" y="405"/>
                  </a:moveTo>
                  <a:cubicBezTo>
                    <a:pt x="2" y="405"/>
                    <a:pt x="2" y="405"/>
                    <a:pt x="2" y="405"/>
                  </a:cubicBezTo>
                  <a:cubicBezTo>
                    <a:pt x="2" y="406"/>
                    <a:pt x="2" y="406"/>
                    <a:pt x="2" y="406"/>
                  </a:cubicBezTo>
                  <a:cubicBezTo>
                    <a:pt x="2" y="405"/>
                    <a:pt x="2" y="405"/>
                    <a:pt x="2" y="405"/>
                  </a:cubicBezTo>
                  <a:moveTo>
                    <a:pt x="2" y="404"/>
                  </a:moveTo>
                  <a:cubicBezTo>
                    <a:pt x="2" y="403"/>
                    <a:pt x="2" y="402"/>
                    <a:pt x="1" y="401"/>
                  </a:cubicBezTo>
                  <a:cubicBezTo>
                    <a:pt x="2" y="401"/>
                    <a:pt x="2" y="401"/>
                    <a:pt x="2" y="402"/>
                  </a:cubicBezTo>
                  <a:cubicBezTo>
                    <a:pt x="2" y="405"/>
                    <a:pt x="2" y="405"/>
                    <a:pt x="2" y="405"/>
                  </a:cubicBezTo>
                  <a:cubicBezTo>
                    <a:pt x="2" y="404"/>
                    <a:pt x="2" y="404"/>
                    <a:pt x="2" y="404"/>
                  </a:cubicBezTo>
                  <a:moveTo>
                    <a:pt x="1" y="383"/>
                  </a:moveTo>
                  <a:cubicBezTo>
                    <a:pt x="1" y="385"/>
                    <a:pt x="1" y="386"/>
                    <a:pt x="1" y="388"/>
                  </a:cubicBezTo>
                  <a:cubicBezTo>
                    <a:pt x="1" y="392"/>
                    <a:pt x="1" y="395"/>
                    <a:pt x="1" y="398"/>
                  </a:cubicBezTo>
                  <a:cubicBezTo>
                    <a:pt x="1" y="399"/>
                    <a:pt x="1" y="399"/>
                    <a:pt x="1" y="399"/>
                  </a:cubicBezTo>
                  <a:cubicBezTo>
                    <a:pt x="1" y="394"/>
                    <a:pt x="1" y="388"/>
                    <a:pt x="1" y="383"/>
                  </a:cubicBezTo>
                  <a:moveTo>
                    <a:pt x="23" y="243"/>
                  </a:moveTo>
                  <a:cubicBezTo>
                    <a:pt x="24" y="240"/>
                    <a:pt x="26" y="236"/>
                    <a:pt x="27" y="232"/>
                  </a:cubicBezTo>
                  <a:cubicBezTo>
                    <a:pt x="26" y="235"/>
                    <a:pt x="25" y="237"/>
                    <a:pt x="25" y="239"/>
                  </a:cubicBezTo>
                  <a:cubicBezTo>
                    <a:pt x="23" y="243"/>
                    <a:pt x="23" y="243"/>
                    <a:pt x="23" y="243"/>
                  </a:cubicBezTo>
                  <a:cubicBezTo>
                    <a:pt x="23" y="243"/>
                    <a:pt x="23" y="243"/>
                    <a:pt x="23" y="243"/>
                  </a:cubicBezTo>
                  <a:moveTo>
                    <a:pt x="33" y="217"/>
                  </a:moveTo>
                  <a:cubicBezTo>
                    <a:pt x="33" y="218"/>
                    <a:pt x="33" y="218"/>
                    <a:pt x="33" y="219"/>
                  </a:cubicBezTo>
                  <a:cubicBezTo>
                    <a:pt x="31" y="224"/>
                    <a:pt x="29" y="228"/>
                    <a:pt x="27" y="232"/>
                  </a:cubicBezTo>
                  <a:cubicBezTo>
                    <a:pt x="26" y="236"/>
                    <a:pt x="24" y="240"/>
                    <a:pt x="23" y="243"/>
                  </a:cubicBezTo>
                  <a:cubicBezTo>
                    <a:pt x="27" y="232"/>
                    <a:pt x="29" y="227"/>
                    <a:pt x="33" y="217"/>
                  </a:cubicBezTo>
                  <a:moveTo>
                    <a:pt x="33" y="217"/>
                  </a:moveTo>
                  <a:cubicBezTo>
                    <a:pt x="33" y="217"/>
                    <a:pt x="33" y="217"/>
                    <a:pt x="33" y="217"/>
                  </a:cubicBezTo>
                  <a:cubicBezTo>
                    <a:pt x="33" y="218"/>
                    <a:pt x="33" y="218"/>
                    <a:pt x="33" y="218"/>
                  </a:cubicBezTo>
                  <a:cubicBezTo>
                    <a:pt x="33" y="219"/>
                    <a:pt x="33" y="219"/>
                    <a:pt x="33" y="219"/>
                  </a:cubicBezTo>
                  <a:cubicBezTo>
                    <a:pt x="33" y="218"/>
                    <a:pt x="33" y="218"/>
                    <a:pt x="33" y="217"/>
                  </a:cubicBezTo>
                  <a:moveTo>
                    <a:pt x="47" y="190"/>
                  </a:moveTo>
                  <a:cubicBezTo>
                    <a:pt x="47" y="190"/>
                    <a:pt x="48" y="189"/>
                    <a:pt x="48" y="188"/>
                  </a:cubicBezTo>
                  <a:cubicBezTo>
                    <a:pt x="48" y="189"/>
                    <a:pt x="48" y="189"/>
                    <a:pt x="47" y="190"/>
                  </a:cubicBezTo>
                  <a:cubicBezTo>
                    <a:pt x="47" y="190"/>
                    <a:pt x="47" y="190"/>
                    <a:pt x="47" y="190"/>
                  </a:cubicBezTo>
                  <a:cubicBezTo>
                    <a:pt x="47" y="190"/>
                    <a:pt x="47" y="190"/>
                    <a:pt x="47" y="190"/>
                  </a:cubicBezTo>
                  <a:moveTo>
                    <a:pt x="47" y="190"/>
                  </a:moveTo>
                  <a:cubicBezTo>
                    <a:pt x="47" y="190"/>
                    <a:pt x="48" y="189"/>
                    <a:pt x="48" y="188"/>
                  </a:cubicBezTo>
                  <a:cubicBezTo>
                    <a:pt x="48" y="189"/>
                    <a:pt x="47" y="190"/>
                    <a:pt x="47" y="190"/>
                  </a:cubicBezTo>
                  <a:cubicBezTo>
                    <a:pt x="52" y="181"/>
                    <a:pt x="55" y="177"/>
                    <a:pt x="59" y="170"/>
                  </a:cubicBezTo>
                  <a:cubicBezTo>
                    <a:pt x="55" y="176"/>
                    <a:pt x="52" y="182"/>
                    <a:pt x="48" y="188"/>
                  </a:cubicBezTo>
                  <a:cubicBezTo>
                    <a:pt x="48" y="189"/>
                    <a:pt x="47" y="190"/>
                    <a:pt x="47" y="190"/>
                  </a:cubicBezTo>
                  <a:cubicBezTo>
                    <a:pt x="47" y="190"/>
                    <a:pt x="47" y="190"/>
                    <a:pt x="47" y="190"/>
                  </a:cubicBezTo>
                  <a:moveTo>
                    <a:pt x="135" y="87"/>
                  </a:moveTo>
                  <a:cubicBezTo>
                    <a:pt x="136" y="86"/>
                    <a:pt x="136" y="85"/>
                    <a:pt x="137" y="85"/>
                  </a:cubicBezTo>
                  <a:cubicBezTo>
                    <a:pt x="138" y="84"/>
                    <a:pt x="139" y="83"/>
                    <a:pt x="140" y="82"/>
                  </a:cubicBezTo>
                  <a:cubicBezTo>
                    <a:pt x="140" y="82"/>
                    <a:pt x="140" y="82"/>
                    <a:pt x="140" y="82"/>
                  </a:cubicBezTo>
                  <a:cubicBezTo>
                    <a:pt x="138" y="83"/>
                    <a:pt x="138" y="83"/>
                    <a:pt x="138" y="83"/>
                  </a:cubicBezTo>
                  <a:cubicBezTo>
                    <a:pt x="134" y="87"/>
                    <a:pt x="134" y="87"/>
                    <a:pt x="134" y="87"/>
                  </a:cubicBezTo>
                  <a:cubicBezTo>
                    <a:pt x="134" y="87"/>
                    <a:pt x="134" y="87"/>
                    <a:pt x="134" y="87"/>
                  </a:cubicBezTo>
                  <a:cubicBezTo>
                    <a:pt x="135" y="87"/>
                    <a:pt x="135" y="87"/>
                    <a:pt x="135" y="87"/>
                  </a:cubicBezTo>
                  <a:moveTo>
                    <a:pt x="140" y="81"/>
                  </a:moveTo>
                  <a:cubicBezTo>
                    <a:pt x="141" y="81"/>
                    <a:pt x="141" y="81"/>
                    <a:pt x="141" y="81"/>
                  </a:cubicBezTo>
                  <a:cubicBezTo>
                    <a:pt x="143" y="79"/>
                    <a:pt x="143" y="79"/>
                    <a:pt x="143" y="79"/>
                  </a:cubicBezTo>
                  <a:cubicBezTo>
                    <a:pt x="140" y="81"/>
                    <a:pt x="137" y="83"/>
                    <a:pt x="137" y="84"/>
                  </a:cubicBezTo>
                  <a:cubicBezTo>
                    <a:pt x="137" y="84"/>
                    <a:pt x="139" y="82"/>
                    <a:pt x="140" y="81"/>
                  </a:cubicBezTo>
                  <a:moveTo>
                    <a:pt x="231" y="28"/>
                  </a:moveTo>
                  <a:cubicBezTo>
                    <a:pt x="233" y="28"/>
                    <a:pt x="233" y="28"/>
                    <a:pt x="233" y="28"/>
                  </a:cubicBezTo>
                  <a:cubicBezTo>
                    <a:pt x="237" y="26"/>
                    <a:pt x="237" y="26"/>
                    <a:pt x="237" y="26"/>
                  </a:cubicBezTo>
                  <a:cubicBezTo>
                    <a:pt x="237" y="26"/>
                    <a:pt x="237" y="26"/>
                    <a:pt x="237" y="26"/>
                  </a:cubicBezTo>
                  <a:cubicBezTo>
                    <a:pt x="236" y="25"/>
                    <a:pt x="236" y="25"/>
                    <a:pt x="236" y="25"/>
                  </a:cubicBezTo>
                  <a:cubicBezTo>
                    <a:pt x="231" y="28"/>
                    <a:pt x="231" y="28"/>
                    <a:pt x="231" y="28"/>
                  </a:cubicBezTo>
                  <a:cubicBezTo>
                    <a:pt x="228" y="29"/>
                    <a:pt x="228" y="29"/>
                    <a:pt x="228" y="29"/>
                  </a:cubicBezTo>
                  <a:cubicBezTo>
                    <a:pt x="228" y="30"/>
                    <a:pt x="228" y="30"/>
                    <a:pt x="228" y="30"/>
                  </a:cubicBezTo>
                  <a:cubicBezTo>
                    <a:pt x="231" y="28"/>
                    <a:pt x="231" y="28"/>
                    <a:pt x="231" y="28"/>
                  </a:cubicBezTo>
                  <a:moveTo>
                    <a:pt x="695" y="448"/>
                  </a:moveTo>
                  <a:cubicBezTo>
                    <a:pt x="695" y="447"/>
                    <a:pt x="695" y="446"/>
                    <a:pt x="695" y="445"/>
                  </a:cubicBezTo>
                  <a:cubicBezTo>
                    <a:pt x="695" y="445"/>
                    <a:pt x="695" y="444"/>
                    <a:pt x="695" y="444"/>
                  </a:cubicBezTo>
                  <a:cubicBezTo>
                    <a:pt x="695" y="443"/>
                    <a:pt x="696" y="443"/>
                    <a:pt x="696" y="443"/>
                  </a:cubicBezTo>
                  <a:cubicBezTo>
                    <a:pt x="696" y="443"/>
                    <a:pt x="696" y="440"/>
                    <a:pt x="694" y="436"/>
                  </a:cubicBezTo>
                  <a:cubicBezTo>
                    <a:pt x="694" y="436"/>
                    <a:pt x="694" y="436"/>
                    <a:pt x="694" y="433"/>
                  </a:cubicBezTo>
                  <a:cubicBezTo>
                    <a:pt x="694" y="432"/>
                    <a:pt x="694" y="432"/>
                    <a:pt x="694" y="432"/>
                  </a:cubicBezTo>
                  <a:cubicBezTo>
                    <a:pt x="693" y="433"/>
                    <a:pt x="693" y="433"/>
                    <a:pt x="693" y="433"/>
                  </a:cubicBezTo>
                  <a:cubicBezTo>
                    <a:pt x="692" y="435"/>
                    <a:pt x="692" y="435"/>
                    <a:pt x="692" y="435"/>
                  </a:cubicBezTo>
                  <a:cubicBezTo>
                    <a:pt x="692" y="435"/>
                    <a:pt x="692" y="437"/>
                    <a:pt x="692" y="438"/>
                  </a:cubicBezTo>
                  <a:cubicBezTo>
                    <a:pt x="692" y="438"/>
                    <a:pt x="692" y="438"/>
                    <a:pt x="692" y="439"/>
                  </a:cubicBezTo>
                  <a:cubicBezTo>
                    <a:pt x="692" y="439"/>
                    <a:pt x="692" y="439"/>
                    <a:pt x="692" y="439"/>
                  </a:cubicBezTo>
                  <a:cubicBezTo>
                    <a:pt x="692" y="440"/>
                    <a:pt x="692" y="441"/>
                    <a:pt x="692" y="441"/>
                  </a:cubicBezTo>
                  <a:cubicBezTo>
                    <a:pt x="691" y="444"/>
                    <a:pt x="691" y="444"/>
                    <a:pt x="691" y="444"/>
                  </a:cubicBezTo>
                  <a:cubicBezTo>
                    <a:pt x="690" y="447"/>
                    <a:pt x="690" y="449"/>
                    <a:pt x="690" y="450"/>
                  </a:cubicBezTo>
                  <a:cubicBezTo>
                    <a:pt x="690" y="451"/>
                    <a:pt x="691" y="453"/>
                    <a:pt x="691" y="453"/>
                  </a:cubicBezTo>
                  <a:cubicBezTo>
                    <a:pt x="692" y="453"/>
                    <a:pt x="692" y="453"/>
                    <a:pt x="694" y="453"/>
                  </a:cubicBezTo>
                  <a:cubicBezTo>
                    <a:pt x="694" y="451"/>
                    <a:pt x="695" y="449"/>
                    <a:pt x="695" y="448"/>
                  </a:cubicBezTo>
                  <a:moveTo>
                    <a:pt x="711" y="529"/>
                  </a:moveTo>
                  <a:cubicBezTo>
                    <a:pt x="714" y="522"/>
                    <a:pt x="714" y="522"/>
                    <a:pt x="714" y="522"/>
                  </a:cubicBezTo>
                  <a:cubicBezTo>
                    <a:pt x="714" y="522"/>
                    <a:pt x="715" y="520"/>
                    <a:pt x="715" y="520"/>
                  </a:cubicBezTo>
                  <a:cubicBezTo>
                    <a:pt x="714" y="521"/>
                    <a:pt x="713" y="521"/>
                    <a:pt x="712" y="522"/>
                  </a:cubicBezTo>
                  <a:cubicBezTo>
                    <a:pt x="712" y="522"/>
                    <a:pt x="712" y="522"/>
                    <a:pt x="711" y="523"/>
                  </a:cubicBezTo>
                  <a:cubicBezTo>
                    <a:pt x="712" y="523"/>
                    <a:pt x="712" y="523"/>
                    <a:pt x="712" y="523"/>
                  </a:cubicBezTo>
                  <a:cubicBezTo>
                    <a:pt x="711" y="524"/>
                    <a:pt x="711" y="525"/>
                    <a:pt x="711" y="525"/>
                  </a:cubicBezTo>
                  <a:cubicBezTo>
                    <a:pt x="711" y="525"/>
                    <a:pt x="711" y="525"/>
                    <a:pt x="711" y="525"/>
                  </a:cubicBezTo>
                  <a:cubicBezTo>
                    <a:pt x="711" y="526"/>
                    <a:pt x="711" y="526"/>
                    <a:pt x="710" y="527"/>
                  </a:cubicBezTo>
                  <a:cubicBezTo>
                    <a:pt x="710" y="528"/>
                    <a:pt x="710" y="528"/>
                    <a:pt x="710" y="528"/>
                  </a:cubicBezTo>
                  <a:cubicBezTo>
                    <a:pt x="710" y="528"/>
                    <a:pt x="710" y="528"/>
                    <a:pt x="710" y="528"/>
                  </a:cubicBezTo>
                  <a:cubicBezTo>
                    <a:pt x="710" y="528"/>
                    <a:pt x="711" y="527"/>
                    <a:pt x="711" y="527"/>
                  </a:cubicBezTo>
                  <a:cubicBezTo>
                    <a:pt x="711" y="527"/>
                    <a:pt x="711" y="526"/>
                    <a:pt x="712" y="527"/>
                  </a:cubicBezTo>
                  <a:cubicBezTo>
                    <a:pt x="711" y="527"/>
                    <a:pt x="711" y="528"/>
                    <a:pt x="711" y="529"/>
                  </a:cubicBezTo>
                  <a:cubicBezTo>
                    <a:pt x="711" y="528"/>
                    <a:pt x="711" y="528"/>
                    <a:pt x="711" y="528"/>
                  </a:cubicBezTo>
                  <a:cubicBezTo>
                    <a:pt x="711" y="528"/>
                    <a:pt x="711" y="528"/>
                    <a:pt x="711" y="528"/>
                  </a:cubicBezTo>
                  <a:cubicBezTo>
                    <a:pt x="711" y="529"/>
                    <a:pt x="710" y="530"/>
                    <a:pt x="710" y="531"/>
                  </a:cubicBezTo>
                  <a:cubicBezTo>
                    <a:pt x="710" y="531"/>
                    <a:pt x="710" y="531"/>
                    <a:pt x="710" y="531"/>
                  </a:cubicBezTo>
                  <a:cubicBezTo>
                    <a:pt x="710" y="531"/>
                    <a:pt x="710" y="531"/>
                    <a:pt x="710" y="531"/>
                  </a:cubicBezTo>
                  <a:cubicBezTo>
                    <a:pt x="710" y="530"/>
                    <a:pt x="710" y="530"/>
                    <a:pt x="711" y="529"/>
                  </a:cubicBezTo>
                  <a:moveTo>
                    <a:pt x="712" y="517"/>
                  </a:moveTo>
                  <a:cubicBezTo>
                    <a:pt x="712" y="517"/>
                    <a:pt x="712" y="516"/>
                    <a:pt x="712" y="516"/>
                  </a:cubicBezTo>
                  <a:cubicBezTo>
                    <a:pt x="712" y="515"/>
                    <a:pt x="712" y="515"/>
                    <a:pt x="712" y="515"/>
                  </a:cubicBezTo>
                  <a:cubicBezTo>
                    <a:pt x="713" y="515"/>
                    <a:pt x="713" y="514"/>
                    <a:pt x="713" y="514"/>
                  </a:cubicBezTo>
                  <a:cubicBezTo>
                    <a:pt x="713" y="514"/>
                    <a:pt x="713" y="515"/>
                    <a:pt x="712" y="515"/>
                  </a:cubicBezTo>
                  <a:cubicBezTo>
                    <a:pt x="712" y="515"/>
                    <a:pt x="712" y="516"/>
                    <a:pt x="712" y="516"/>
                  </a:cubicBezTo>
                  <a:cubicBezTo>
                    <a:pt x="712" y="517"/>
                    <a:pt x="712" y="517"/>
                    <a:pt x="712" y="517"/>
                  </a:cubicBezTo>
                  <a:moveTo>
                    <a:pt x="728" y="487"/>
                  </a:moveTo>
                  <a:cubicBezTo>
                    <a:pt x="734" y="465"/>
                    <a:pt x="734" y="465"/>
                    <a:pt x="734" y="465"/>
                  </a:cubicBezTo>
                  <a:cubicBezTo>
                    <a:pt x="733" y="469"/>
                    <a:pt x="733" y="469"/>
                    <a:pt x="733" y="469"/>
                  </a:cubicBezTo>
                  <a:cubicBezTo>
                    <a:pt x="732" y="471"/>
                    <a:pt x="732" y="473"/>
                    <a:pt x="731" y="475"/>
                  </a:cubicBezTo>
                  <a:cubicBezTo>
                    <a:pt x="731" y="476"/>
                    <a:pt x="731" y="476"/>
                    <a:pt x="731" y="476"/>
                  </a:cubicBezTo>
                  <a:cubicBezTo>
                    <a:pt x="731" y="475"/>
                    <a:pt x="731" y="475"/>
                    <a:pt x="731" y="474"/>
                  </a:cubicBezTo>
                  <a:cubicBezTo>
                    <a:pt x="731" y="473"/>
                    <a:pt x="731" y="473"/>
                    <a:pt x="731" y="473"/>
                  </a:cubicBezTo>
                  <a:cubicBezTo>
                    <a:pt x="731" y="474"/>
                    <a:pt x="731" y="474"/>
                    <a:pt x="731" y="474"/>
                  </a:cubicBezTo>
                  <a:cubicBezTo>
                    <a:pt x="728" y="480"/>
                    <a:pt x="727" y="486"/>
                    <a:pt x="725" y="493"/>
                  </a:cubicBezTo>
                  <a:cubicBezTo>
                    <a:pt x="725" y="493"/>
                    <a:pt x="725" y="493"/>
                    <a:pt x="725" y="493"/>
                  </a:cubicBezTo>
                  <a:cubicBezTo>
                    <a:pt x="725" y="494"/>
                    <a:pt x="725" y="494"/>
                    <a:pt x="725" y="494"/>
                  </a:cubicBezTo>
                  <a:cubicBezTo>
                    <a:pt x="723" y="498"/>
                    <a:pt x="723" y="498"/>
                    <a:pt x="722" y="501"/>
                  </a:cubicBezTo>
                  <a:cubicBezTo>
                    <a:pt x="722" y="504"/>
                    <a:pt x="721" y="504"/>
                    <a:pt x="721" y="504"/>
                  </a:cubicBezTo>
                  <a:cubicBezTo>
                    <a:pt x="722" y="504"/>
                    <a:pt x="722" y="504"/>
                    <a:pt x="722" y="504"/>
                  </a:cubicBezTo>
                  <a:cubicBezTo>
                    <a:pt x="728" y="487"/>
                    <a:pt x="728" y="487"/>
                    <a:pt x="728" y="487"/>
                  </a:cubicBezTo>
                  <a:moveTo>
                    <a:pt x="714" y="506"/>
                  </a:moveTo>
                  <a:cubicBezTo>
                    <a:pt x="715" y="505"/>
                    <a:pt x="715" y="503"/>
                    <a:pt x="716" y="502"/>
                  </a:cubicBezTo>
                  <a:cubicBezTo>
                    <a:pt x="716" y="501"/>
                    <a:pt x="716" y="501"/>
                    <a:pt x="716" y="501"/>
                  </a:cubicBezTo>
                  <a:cubicBezTo>
                    <a:pt x="716" y="500"/>
                    <a:pt x="716" y="500"/>
                    <a:pt x="716" y="500"/>
                  </a:cubicBezTo>
                  <a:cubicBezTo>
                    <a:pt x="716" y="500"/>
                    <a:pt x="716" y="500"/>
                    <a:pt x="716" y="500"/>
                  </a:cubicBezTo>
                  <a:cubicBezTo>
                    <a:pt x="716" y="500"/>
                    <a:pt x="716" y="499"/>
                    <a:pt x="716" y="496"/>
                  </a:cubicBezTo>
                  <a:cubicBezTo>
                    <a:pt x="718" y="491"/>
                    <a:pt x="718" y="491"/>
                    <a:pt x="718" y="491"/>
                  </a:cubicBezTo>
                  <a:cubicBezTo>
                    <a:pt x="715" y="496"/>
                    <a:pt x="715" y="502"/>
                    <a:pt x="715" y="503"/>
                  </a:cubicBezTo>
                  <a:cubicBezTo>
                    <a:pt x="715" y="503"/>
                    <a:pt x="715" y="503"/>
                    <a:pt x="715" y="504"/>
                  </a:cubicBezTo>
                  <a:cubicBezTo>
                    <a:pt x="714" y="505"/>
                    <a:pt x="714" y="506"/>
                    <a:pt x="714" y="506"/>
                  </a:cubicBezTo>
                  <a:cubicBezTo>
                    <a:pt x="714" y="506"/>
                    <a:pt x="714" y="506"/>
                    <a:pt x="714" y="506"/>
                  </a:cubicBezTo>
                  <a:moveTo>
                    <a:pt x="719" y="481"/>
                  </a:moveTo>
                  <a:cubicBezTo>
                    <a:pt x="719" y="480"/>
                    <a:pt x="719" y="480"/>
                    <a:pt x="719" y="480"/>
                  </a:cubicBezTo>
                  <a:cubicBezTo>
                    <a:pt x="719" y="480"/>
                    <a:pt x="719" y="480"/>
                    <a:pt x="719" y="481"/>
                  </a:cubicBezTo>
                  <a:cubicBezTo>
                    <a:pt x="719" y="481"/>
                    <a:pt x="719" y="481"/>
                    <a:pt x="719" y="481"/>
                  </a:cubicBezTo>
                  <a:moveTo>
                    <a:pt x="719" y="485"/>
                  </a:moveTo>
                  <a:cubicBezTo>
                    <a:pt x="719" y="484"/>
                    <a:pt x="719" y="484"/>
                    <a:pt x="719" y="484"/>
                  </a:cubicBezTo>
                  <a:cubicBezTo>
                    <a:pt x="719" y="483"/>
                    <a:pt x="719" y="482"/>
                    <a:pt x="719" y="482"/>
                  </a:cubicBezTo>
                  <a:cubicBezTo>
                    <a:pt x="720" y="479"/>
                    <a:pt x="720" y="479"/>
                    <a:pt x="720" y="479"/>
                  </a:cubicBezTo>
                  <a:cubicBezTo>
                    <a:pt x="719" y="478"/>
                    <a:pt x="719" y="478"/>
                    <a:pt x="719" y="478"/>
                  </a:cubicBezTo>
                  <a:cubicBezTo>
                    <a:pt x="719" y="479"/>
                    <a:pt x="719" y="479"/>
                    <a:pt x="719" y="479"/>
                  </a:cubicBezTo>
                  <a:cubicBezTo>
                    <a:pt x="719" y="480"/>
                    <a:pt x="719" y="480"/>
                    <a:pt x="719" y="482"/>
                  </a:cubicBezTo>
                  <a:cubicBezTo>
                    <a:pt x="719" y="485"/>
                    <a:pt x="719" y="485"/>
                    <a:pt x="718" y="486"/>
                  </a:cubicBezTo>
                  <a:cubicBezTo>
                    <a:pt x="719" y="485"/>
                    <a:pt x="719" y="485"/>
                    <a:pt x="719" y="485"/>
                  </a:cubicBezTo>
                  <a:moveTo>
                    <a:pt x="720" y="475"/>
                  </a:moveTo>
                  <a:cubicBezTo>
                    <a:pt x="720" y="475"/>
                    <a:pt x="720" y="474"/>
                    <a:pt x="720" y="474"/>
                  </a:cubicBezTo>
                  <a:cubicBezTo>
                    <a:pt x="720" y="473"/>
                    <a:pt x="720" y="473"/>
                    <a:pt x="720" y="473"/>
                  </a:cubicBezTo>
                  <a:cubicBezTo>
                    <a:pt x="720" y="472"/>
                    <a:pt x="720" y="471"/>
                    <a:pt x="720" y="471"/>
                  </a:cubicBezTo>
                  <a:cubicBezTo>
                    <a:pt x="720" y="470"/>
                    <a:pt x="720" y="470"/>
                    <a:pt x="720" y="470"/>
                  </a:cubicBezTo>
                  <a:cubicBezTo>
                    <a:pt x="720" y="470"/>
                    <a:pt x="720" y="471"/>
                    <a:pt x="720" y="471"/>
                  </a:cubicBezTo>
                  <a:cubicBezTo>
                    <a:pt x="720" y="472"/>
                    <a:pt x="720" y="472"/>
                    <a:pt x="719" y="473"/>
                  </a:cubicBezTo>
                  <a:cubicBezTo>
                    <a:pt x="719" y="474"/>
                    <a:pt x="719" y="474"/>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20" y="475"/>
                    <a:pt x="720" y="475"/>
                    <a:pt x="720" y="475"/>
                  </a:cubicBezTo>
                  <a:moveTo>
                    <a:pt x="721" y="502"/>
                  </a:moveTo>
                  <a:cubicBezTo>
                    <a:pt x="721" y="502"/>
                    <a:pt x="723" y="495"/>
                    <a:pt x="723" y="494"/>
                  </a:cubicBezTo>
                  <a:cubicBezTo>
                    <a:pt x="722" y="495"/>
                    <a:pt x="722" y="495"/>
                    <a:pt x="721" y="497"/>
                  </a:cubicBezTo>
                  <a:cubicBezTo>
                    <a:pt x="721" y="497"/>
                    <a:pt x="721" y="497"/>
                    <a:pt x="721" y="497"/>
                  </a:cubicBezTo>
                  <a:cubicBezTo>
                    <a:pt x="723" y="492"/>
                    <a:pt x="723" y="492"/>
                    <a:pt x="723" y="492"/>
                  </a:cubicBezTo>
                  <a:cubicBezTo>
                    <a:pt x="723" y="492"/>
                    <a:pt x="723" y="492"/>
                    <a:pt x="723" y="492"/>
                  </a:cubicBezTo>
                  <a:cubicBezTo>
                    <a:pt x="722" y="491"/>
                    <a:pt x="722" y="491"/>
                    <a:pt x="722" y="491"/>
                  </a:cubicBezTo>
                  <a:cubicBezTo>
                    <a:pt x="723" y="490"/>
                    <a:pt x="723" y="489"/>
                    <a:pt x="723" y="488"/>
                  </a:cubicBezTo>
                  <a:cubicBezTo>
                    <a:pt x="724" y="486"/>
                    <a:pt x="724" y="484"/>
                    <a:pt x="725" y="482"/>
                  </a:cubicBezTo>
                  <a:cubicBezTo>
                    <a:pt x="724" y="482"/>
                    <a:pt x="724" y="482"/>
                    <a:pt x="724" y="482"/>
                  </a:cubicBezTo>
                  <a:cubicBezTo>
                    <a:pt x="724" y="482"/>
                    <a:pt x="724" y="482"/>
                    <a:pt x="724" y="482"/>
                  </a:cubicBezTo>
                  <a:cubicBezTo>
                    <a:pt x="724" y="480"/>
                    <a:pt x="725" y="477"/>
                    <a:pt x="726" y="474"/>
                  </a:cubicBezTo>
                  <a:cubicBezTo>
                    <a:pt x="725" y="475"/>
                    <a:pt x="725" y="475"/>
                    <a:pt x="725" y="475"/>
                  </a:cubicBezTo>
                  <a:cubicBezTo>
                    <a:pt x="725" y="475"/>
                    <a:pt x="725" y="475"/>
                    <a:pt x="725" y="475"/>
                  </a:cubicBezTo>
                  <a:cubicBezTo>
                    <a:pt x="725" y="475"/>
                    <a:pt x="724" y="474"/>
                    <a:pt x="725" y="473"/>
                  </a:cubicBezTo>
                  <a:cubicBezTo>
                    <a:pt x="725" y="472"/>
                    <a:pt x="725" y="472"/>
                    <a:pt x="725" y="472"/>
                  </a:cubicBezTo>
                  <a:cubicBezTo>
                    <a:pt x="725" y="471"/>
                    <a:pt x="725" y="464"/>
                    <a:pt x="725" y="461"/>
                  </a:cubicBezTo>
                  <a:cubicBezTo>
                    <a:pt x="725" y="461"/>
                    <a:pt x="725" y="461"/>
                    <a:pt x="725" y="457"/>
                  </a:cubicBezTo>
                  <a:cubicBezTo>
                    <a:pt x="725" y="457"/>
                    <a:pt x="724" y="458"/>
                    <a:pt x="724" y="458"/>
                  </a:cubicBezTo>
                  <a:cubicBezTo>
                    <a:pt x="724" y="458"/>
                    <a:pt x="723" y="456"/>
                    <a:pt x="723" y="455"/>
                  </a:cubicBezTo>
                  <a:cubicBezTo>
                    <a:pt x="722" y="455"/>
                    <a:pt x="722" y="456"/>
                    <a:pt x="722" y="458"/>
                  </a:cubicBezTo>
                  <a:cubicBezTo>
                    <a:pt x="722" y="461"/>
                    <a:pt x="722" y="461"/>
                    <a:pt x="722" y="465"/>
                  </a:cubicBezTo>
                  <a:cubicBezTo>
                    <a:pt x="723" y="468"/>
                    <a:pt x="721" y="470"/>
                    <a:pt x="721" y="473"/>
                  </a:cubicBezTo>
                  <a:cubicBezTo>
                    <a:pt x="721" y="473"/>
                    <a:pt x="721" y="473"/>
                    <a:pt x="721" y="473"/>
                  </a:cubicBezTo>
                  <a:cubicBezTo>
                    <a:pt x="722" y="474"/>
                    <a:pt x="722" y="474"/>
                    <a:pt x="722" y="474"/>
                  </a:cubicBezTo>
                  <a:cubicBezTo>
                    <a:pt x="722" y="475"/>
                    <a:pt x="721" y="478"/>
                    <a:pt x="721" y="481"/>
                  </a:cubicBezTo>
                  <a:cubicBezTo>
                    <a:pt x="721" y="481"/>
                    <a:pt x="720" y="481"/>
                    <a:pt x="720" y="482"/>
                  </a:cubicBezTo>
                  <a:cubicBezTo>
                    <a:pt x="720" y="485"/>
                    <a:pt x="720" y="488"/>
                    <a:pt x="719" y="491"/>
                  </a:cubicBezTo>
                  <a:cubicBezTo>
                    <a:pt x="719" y="494"/>
                    <a:pt x="718" y="497"/>
                    <a:pt x="717" y="500"/>
                  </a:cubicBezTo>
                  <a:cubicBezTo>
                    <a:pt x="716" y="506"/>
                    <a:pt x="715" y="512"/>
                    <a:pt x="713" y="517"/>
                  </a:cubicBezTo>
                  <a:cubicBezTo>
                    <a:pt x="714" y="516"/>
                    <a:pt x="715" y="515"/>
                    <a:pt x="715" y="514"/>
                  </a:cubicBezTo>
                  <a:cubicBezTo>
                    <a:pt x="715" y="514"/>
                    <a:pt x="716" y="513"/>
                    <a:pt x="716" y="513"/>
                  </a:cubicBezTo>
                  <a:cubicBezTo>
                    <a:pt x="716" y="513"/>
                    <a:pt x="718" y="508"/>
                    <a:pt x="719" y="506"/>
                  </a:cubicBezTo>
                  <a:cubicBezTo>
                    <a:pt x="719" y="506"/>
                    <a:pt x="719" y="506"/>
                    <a:pt x="719" y="505"/>
                  </a:cubicBezTo>
                  <a:cubicBezTo>
                    <a:pt x="720" y="503"/>
                    <a:pt x="720" y="503"/>
                    <a:pt x="720" y="503"/>
                  </a:cubicBezTo>
                  <a:cubicBezTo>
                    <a:pt x="720" y="504"/>
                    <a:pt x="720" y="504"/>
                    <a:pt x="720" y="504"/>
                  </a:cubicBezTo>
                  <a:cubicBezTo>
                    <a:pt x="720" y="503"/>
                    <a:pt x="720" y="503"/>
                    <a:pt x="721" y="502"/>
                  </a:cubicBezTo>
                  <a:moveTo>
                    <a:pt x="482" y="16"/>
                  </a:moveTo>
                  <a:cubicBezTo>
                    <a:pt x="480" y="15"/>
                    <a:pt x="479" y="15"/>
                    <a:pt x="479" y="15"/>
                  </a:cubicBezTo>
                  <a:cubicBezTo>
                    <a:pt x="479" y="15"/>
                    <a:pt x="479" y="15"/>
                    <a:pt x="479" y="15"/>
                  </a:cubicBezTo>
                  <a:cubicBezTo>
                    <a:pt x="478" y="15"/>
                    <a:pt x="478" y="15"/>
                    <a:pt x="478" y="15"/>
                  </a:cubicBezTo>
                  <a:cubicBezTo>
                    <a:pt x="478" y="15"/>
                    <a:pt x="478" y="15"/>
                    <a:pt x="478" y="15"/>
                  </a:cubicBezTo>
                  <a:cubicBezTo>
                    <a:pt x="478" y="15"/>
                    <a:pt x="478" y="15"/>
                    <a:pt x="478" y="15"/>
                  </a:cubicBezTo>
                  <a:cubicBezTo>
                    <a:pt x="479" y="15"/>
                    <a:pt x="479" y="15"/>
                    <a:pt x="479" y="15"/>
                  </a:cubicBezTo>
                  <a:cubicBezTo>
                    <a:pt x="480" y="15"/>
                    <a:pt x="480" y="15"/>
                    <a:pt x="481" y="15"/>
                  </a:cubicBezTo>
                  <a:cubicBezTo>
                    <a:pt x="481" y="15"/>
                    <a:pt x="481" y="15"/>
                    <a:pt x="481" y="15"/>
                  </a:cubicBezTo>
                  <a:cubicBezTo>
                    <a:pt x="481" y="16"/>
                    <a:pt x="482" y="16"/>
                    <a:pt x="482" y="16"/>
                  </a:cubicBezTo>
                  <a:cubicBezTo>
                    <a:pt x="483" y="16"/>
                    <a:pt x="483" y="16"/>
                    <a:pt x="483" y="16"/>
                  </a:cubicBezTo>
                  <a:cubicBezTo>
                    <a:pt x="483" y="16"/>
                    <a:pt x="483" y="16"/>
                    <a:pt x="483" y="16"/>
                  </a:cubicBezTo>
                  <a:cubicBezTo>
                    <a:pt x="483" y="16"/>
                    <a:pt x="482" y="16"/>
                    <a:pt x="482" y="16"/>
                  </a:cubicBezTo>
                  <a:moveTo>
                    <a:pt x="492" y="21"/>
                  </a:moveTo>
                  <a:cubicBezTo>
                    <a:pt x="492" y="20"/>
                    <a:pt x="488" y="19"/>
                    <a:pt x="488" y="19"/>
                  </a:cubicBezTo>
                  <a:cubicBezTo>
                    <a:pt x="488" y="19"/>
                    <a:pt x="488" y="19"/>
                    <a:pt x="488" y="19"/>
                  </a:cubicBezTo>
                  <a:cubicBezTo>
                    <a:pt x="489" y="20"/>
                    <a:pt x="490" y="20"/>
                    <a:pt x="490" y="20"/>
                  </a:cubicBezTo>
                  <a:cubicBezTo>
                    <a:pt x="491" y="20"/>
                    <a:pt x="491" y="20"/>
                    <a:pt x="491" y="21"/>
                  </a:cubicBezTo>
                  <a:cubicBezTo>
                    <a:pt x="491" y="20"/>
                    <a:pt x="491" y="20"/>
                    <a:pt x="491" y="20"/>
                  </a:cubicBezTo>
                  <a:cubicBezTo>
                    <a:pt x="491" y="20"/>
                    <a:pt x="492" y="21"/>
                    <a:pt x="492" y="21"/>
                  </a:cubicBezTo>
                  <a:cubicBezTo>
                    <a:pt x="492" y="21"/>
                    <a:pt x="492" y="21"/>
                    <a:pt x="492" y="21"/>
                  </a:cubicBezTo>
                  <a:moveTo>
                    <a:pt x="476" y="14"/>
                  </a:moveTo>
                  <a:cubicBezTo>
                    <a:pt x="475" y="14"/>
                    <a:pt x="475" y="14"/>
                    <a:pt x="474" y="14"/>
                  </a:cubicBezTo>
                  <a:cubicBezTo>
                    <a:pt x="474" y="13"/>
                    <a:pt x="473" y="13"/>
                    <a:pt x="473" y="13"/>
                  </a:cubicBezTo>
                  <a:cubicBezTo>
                    <a:pt x="473" y="13"/>
                    <a:pt x="473" y="13"/>
                    <a:pt x="473" y="13"/>
                  </a:cubicBezTo>
                  <a:cubicBezTo>
                    <a:pt x="469" y="12"/>
                    <a:pt x="468" y="12"/>
                    <a:pt x="467" y="12"/>
                  </a:cubicBezTo>
                  <a:cubicBezTo>
                    <a:pt x="468" y="12"/>
                    <a:pt x="469" y="12"/>
                    <a:pt x="469" y="12"/>
                  </a:cubicBezTo>
                  <a:cubicBezTo>
                    <a:pt x="469" y="12"/>
                    <a:pt x="469" y="12"/>
                    <a:pt x="469" y="12"/>
                  </a:cubicBezTo>
                  <a:cubicBezTo>
                    <a:pt x="467" y="12"/>
                    <a:pt x="465" y="11"/>
                    <a:pt x="463" y="11"/>
                  </a:cubicBezTo>
                  <a:cubicBezTo>
                    <a:pt x="463" y="11"/>
                    <a:pt x="463" y="11"/>
                    <a:pt x="463" y="11"/>
                  </a:cubicBezTo>
                  <a:cubicBezTo>
                    <a:pt x="465" y="12"/>
                    <a:pt x="468" y="12"/>
                    <a:pt x="470" y="13"/>
                  </a:cubicBezTo>
                  <a:cubicBezTo>
                    <a:pt x="470" y="13"/>
                    <a:pt x="470" y="13"/>
                    <a:pt x="470" y="13"/>
                  </a:cubicBezTo>
                  <a:cubicBezTo>
                    <a:pt x="482" y="17"/>
                    <a:pt x="482" y="17"/>
                    <a:pt x="483" y="17"/>
                  </a:cubicBezTo>
                  <a:cubicBezTo>
                    <a:pt x="482" y="16"/>
                    <a:pt x="480" y="16"/>
                    <a:pt x="479" y="15"/>
                  </a:cubicBezTo>
                  <a:cubicBezTo>
                    <a:pt x="480" y="16"/>
                    <a:pt x="480" y="16"/>
                    <a:pt x="480" y="16"/>
                  </a:cubicBezTo>
                  <a:cubicBezTo>
                    <a:pt x="480" y="16"/>
                    <a:pt x="480" y="16"/>
                    <a:pt x="480" y="16"/>
                  </a:cubicBezTo>
                  <a:cubicBezTo>
                    <a:pt x="479" y="15"/>
                    <a:pt x="479" y="15"/>
                    <a:pt x="478" y="15"/>
                  </a:cubicBezTo>
                  <a:cubicBezTo>
                    <a:pt x="479" y="15"/>
                    <a:pt x="479" y="15"/>
                    <a:pt x="479" y="15"/>
                  </a:cubicBezTo>
                  <a:cubicBezTo>
                    <a:pt x="478" y="15"/>
                    <a:pt x="478" y="15"/>
                    <a:pt x="478" y="15"/>
                  </a:cubicBezTo>
                  <a:cubicBezTo>
                    <a:pt x="478" y="15"/>
                    <a:pt x="478" y="15"/>
                    <a:pt x="478" y="15"/>
                  </a:cubicBezTo>
                  <a:cubicBezTo>
                    <a:pt x="478" y="15"/>
                    <a:pt x="477" y="14"/>
                    <a:pt x="476" y="14"/>
                  </a:cubicBezTo>
                  <a:moveTo>
                    <a:pt x="460" y="10"/>
                  </a:moveTo>
                  <a:cubicBezTo>
                    <a:pt x="455" y="9"/>
                    <a:pt x="455" y="9"/>
                    <a:pt x="455" y="9"/>
                  </a:cubicBezTo>
                  <a:cubicBezTo>
                    <a:pt x="455" y="9"/>
                    <a:pt x="456" y="9"/>
                    <a:pt x="457" y="10"/>
                  </a:cubicBezTo>
                  <a:cubicBezTo>
                    <a:pt x="457" y="10"/>
                    <a:pt x="457" y="10"/>
                    <a:pt x="455" y="9"/>
                  </a:cubicBezTo>
                  <a:cubicBezTo>
                    <a:pt x="454" y="9"/>
                    <a:pt x="454" y="9"/>
                    <a:pt x="453" y="9"/>
                  </a:cubicBezTo>
                  <a:cubicBezTo>
                    <a:pt x="453" y="9"/>
                    <a:pt x="453" y="9"/>
                    <a:pt x="453" y="9"/>
                  </a:cubicBezTo>
                  <a:cubicBezTo>
                    <a:pt x="454" y="9"/>
                    <a:pt x="455" y="9"/>
                    <a:pt x="456" y="10"/>
                  </a:cubicBezTo>
                  <a:cubicBezTo>
                    <a:pt x="455" y="10"/>
                    <a:pt x="455" y="10"/>
                    <a:pt x="455" y="10"/>
                  </a:cubicBezTo>
                  <a:cubicBezTo>
                    <a:pt x="456" y="10"/>
                    <a:pt x="457" y="10"/>
                    <a:pt x="458" y="10"/>
                  </a:cubicBezTo>
                  <a:cubicBezTo>
                    <a:pt x="457" y="10"/>
                    <a:pt x="457" y="10"/>
                    <a:pt x="457" y="10"/>
                  </a:cubicBezTo>
                  <a:cubicBezTo>
                    <a:pt x="458" y="11"/>
                    <a:pt x="459" y="11"/>
                    <a:pt x="460" y="11"/>
                  </a:cubicBezTo>
                  <a:cubicBezTo>
                    <a:pt x="461" y="11"/>
                    <a:pt x="461" y="11"/>
                    <a:pt x="461" y="11"/>
                  </a:cubicBezTo>
                  <a:cubicBezTo>
                    <a:pt x="462" y="11"/>
                    <a:pt x="462" y="11"/>
                    <a:pt x="466" y="13"/>
                  </a:cubicBezTo>
                  <a:cubicBezTo>
                    <a:pt x="467" y="13"/>
                    <a:pt x="467" y="13"/>
                    <a:pt x="467" y="13"/>
                  </a:cubicBezTo>
                  <a:cubicBezTo>
                    <a:pt x="468" y="13"/>
                    <a:pt x="469" y="13"/>
                    <a:pt x="470" y="13"/>
                  </a:cubicBezTo>
                  <a:cubicBezTo>
                    <a:pt x="470" y="13"/>
                    <a:pt x="470" y="13"/>
                    <a:pt x="470" y="13"/>
                  </a:cubicBezTo>
                  <a:cubicBezTo>
                    <a:pt x="471" y="13"/>
                    <a:pt x="471" y="13"/>
                    <a:pt x="471" y="13"/>
                  </a:cubicBezTo>
                  <a:cubicBezTo>
                    <a:pt x="471" y="13"/>
                    <a:pt x="471" y="13"/>
                    <a:pt x="471" y="13"/>
                  </a:cubicBezTo>
                  <a:cubicBezTo>
                    <a:pt x="470" y="13"/>
                    <a:pt x="470" y="13"/>
                    <a:pt x="469" y="13"/>
                  </a:cubicBezTo>
                  <a:cubicBezTo>
                    <a:pt x="468" y="12"/>
                    <a:pt x="467" y="12"/>
                    <a:pt x="466" y="12"/>
                  </a:cubicBezTo>
                  <a:cubicBezTo>
                    <a:pt x="464" y="12"/>
                    <a:pt x="462" y="11"/>
                    <a:pt x="460" y="10"/>
                  </a:cubicBezTo>
                  <a:moveTo>
                    <a:pt x="445" y="7"/>
                  </a:moveTo>
                  <a:cubicBezTo>
                    <a:pt x="444" y="7"/>
                    <a:pt x="444" y="7"/>
                    <a:pt x="444" y="7"/>
                  </a:cubicBezTo>
                  <a:cubicBezTo>
                    <a:pt x="444" y="7"/>
                    <a:pt x="444" y="7"/>
                    <a:pt x="444" y="7"/>
                  </a:cubicBezTo>
                  <a:cubicBezTo>
                    <a:pt x="443" y="7"/>
                    <a:pt x="443" y="7"/>
                    <a:pt x="443" y="7"/>
                  </a:cubicBezTo>
                  <a:cubicBezTo>
                    <a:pt x="440" y="6"/>
                    <a:pt x="439" y="6"/>
                    <a:pt x="438" y="6"/>
                  </a:cubicBezTo>
                  <a:cubicBezTo>
                    <a:pt x="440" y="6"/>
                    <a:pt x="441" y="6"/>
                    <a:pt x="442" y="7"/>
                  </a:cubicBezTo>
                  <a:cubicBezTo>
                    <a:pt x="442" y="7"/>
                    <a:pt x="442" y="7"/>
                    <a:pt x="442" y="7"/>
                  </a:cubicBezTo>
                  <a:cubicBezTo>
                    <a:pt x="444" y="7"/>
                    <a:pt x="445" y="7"/>
                    <a:pt x="447" y="8"/>
                  </a:cubicBezTo>
                  <a:cubicBezTo>
                    <a:pt x="447" y="8"/>
                    <a:pt x="447" y="8"/>
                    <a:pt x="447" y="8"/>
                  </a:cubicBezTo>
                  <a:cubicBezTo>
                    <a:pt x="450" y="9"/>
                    <a:pt x="450" y="9"/>
                    <a:pt x="450" y="9"/>
                  </a:cubicBezTo>
                  <a:cubicBezTo>
                    <a:pt x="450" y="9"/>
                    <a:pt x="450" y="9"/>
                    <a:pt x="450" y="9"/>
                  </a:cubicBezTo>
                  <a:cubicBezTo>
                    <a:pt x="450" y="9"/>
                    <a:pt x="450" y="9"/>
                    <a:pt x="450" y="9"/>
                  </a:cubicBezTo>
                  <a:cubicBezTo>
                    <a:pt x="451" y="9"/>
                    <a:pt x="452" y="9"/>
                    <a:pt x="452" y="9"/>
                  </a:cubicBezTo>
                  <a:cubicBezTo>
                    <a:pt x="454" y="9"/>
                    <a:pt x="454" y="9"/>
                    <a:pt x="454" y="9"/>
                  </a:cubicBezTo>
                  <a:cubicBezTo>
                    <a:pt x="454" y="9"/>
                    <a:pt x="453" y="9"/>
                    <a:pt x="452" y="9"/>
                  </a:cubicBezTo>
                  <a:cubicBezTo>
                    <a:pt x="453" y="9"/>
                    <a:pt x="453" y="9"/>
                    <a:pt x="453" y="9"/>
                  </a:cubicBezTo>
                  <a:cubicBezTo>
                    <a:pt x="452" y="9"/>
                    <a:pt x="452" y="9"/>
                    <a:pt x="451" y="9"/>
                  </a:cubicBezTo>
                  <a:cubicBezTo>
                    <a:pt x="451" y="8"/>
                    <a:pt x="451" y="8"/>
                    <a:pt x="451" y="8"/>
                  </a:cubicBezTo>
                  <a:cubicBezTo>
                    <a:pt x="451" y="8"/>
                    <a:pt x="451" y="8"/>
                    <a:pt x="449" y="8"/>
                  </a:cubicBezTo>
                  <a:cubicBezTo>
                    <a:pt x="448" y="8"/>
                    <a:pt x="447" y="7"/>
                    <a:pt x="446" y="7"/>
                  </a:cubicBezTo>
                  <a:cubicBezTo>
                    <a:pt x="446" y="7"/>
                    <a:pt x="446" y="7"/>
                    <a:pt x="446" y="7"/>
                  </a:cubicBezTo>
                  <a:cubicBezTo>
                    <a:pt x="446" y="7"/>
                    <a:pt x="445" y="7"/>
                    <a:pt x="445" y="7"/>
                  </a:cubicBezTo>
                  <a:moveTo>
                    <a:pt x="459" y="11"/>
                  </a:moveTo>
                  <a:cubicBezTo>
                    <a:pt x="458" y="10"/>
                    <a:pt x="458" y="10"/>
                    <a:pt x="458" y="10"/>
                  </a:cubicBezTo>
                  <a:cubicBezTo>
                    <a:pt x="457" y="10"/>
                    <a:pt x="457" y="10"/>
                    <a:pt x="457" y="10"/>
                  </a:cubicBezTo>
                  <a:cubicBezTo>
                    <a:pt x="456" y="10"/>
                    <a:pt x="456" y="10"/>
                    <a:pt x="456" y="10"/>
                  </a:cubicBezTo>
                  <a:cubicBezTo>
                    <a:pt x="456" y="10"/>
                    <a:pt x="456" y="10"/>
                    <a:pt x="456" y="10"/>
                  </a:cubicBezTo>
                  <a:cubicBezTo>
                    <a:pt x="455" y="10"/>
                    <a:pt x="454" y="10"/>
                    <a:pt x="454" y="10"/>
                  </a:cubicBezTo>
                  <a:cubicBezTo>
                    <a:pt x="454" y="10"/>
                    <a:pt x="454" y="10"/>
                    <a:pt x="454" y="10"/>
                  </a:cubicBezTo>
                  <a:cubicBezTo>
                    <a:pt x="453" y="9"/>
                    <a:pt x="453" y="9"/>
                    <a:pt x="453" y="9"/>
                  </a:cubicBezTo>
                  <a:cubicBezTo>
                    <a:pt x="454" y="10"/>
                    <a:pt x="454" y="10"/>
                    <a:pt x="454" y="10"/>
                  </a:cubicBezTo>
                  <a:cubicBezTo>
                    <a:pt x="454" y="10"/>
                    <a:pt x="454" y="10"/>
                    <a:pt x="454" y="10"/>
                  </a:cubicBezTo>
                  <a:cubicBezTo>
                    <a:pt x="454" y="10"/>
                    <a:pt x="454" y="10"/>
                    <a:pt x="454" y="10"/>
                  </a:cubicBezTo>
                  <a:cubicBezTo>
                    <a:pt x="457" y="10"/>
                    <a:pt x="457" y="10"/>
                    <a:pt x="458" y="11"/>
                  </a:cubicBezTo>
                  <a:cubicBezTo>
                    <a:pt x="458" y="11"/>
                    <a:pt x="458" y="11"/>
                    <a:pt x="458" y="11"/>
                  </a:cubicBezTo>
                  <a:cubicBezTo>
                    <a:pt x="458" y="11"/>
                    <a:pt x="459" y="11"/>
                    <a:pt x="460" y="11"/>
                  </a:cubicBezTo>
                  <a:cubicBezTo>
                    <a:pt x="460" y="11"/>
                    <a:pt x="460" y="11"/>
                    <a:pt x="460" y="11"/>
                  </a:cubicBezTo>
                  <a:cubicBezTo>
                    <a:pt x="460" y="11"/>
                    <a:pt x="459" y="11"/>
                    <a:pt x="459" y="11"/>
                  </a:cubicBezTo>
                  <a:moveTo>
                    <a:pt x="440" y="6"/>
                  </a:moveTo>
                  <a:cubicBezTo>
                    <a:pt x="440" y="6"/>
                    <a:pt x="437" y="6"/>
                    <a:pt x="436" y="6"/>
                  </a:cubicBezTo>
                  <a:cubicBezTo>
                    <a:pt x="437" y="6"/>
                    <a:pt x="437" y="6"/>
                    <a:pt x="437" y="6"/>
                  </a:cubicBezTo>
                  <a:cubicBezTo>
                    <a:pt x="437" y="6"/>
                    <a:pt x="436" y="6"/>
                    <a:pt x="436" y="6"/>
                  </a:cubicBezTo>
                  <a:cubicBezTo>
                    <a:pt x="437" y="6"/>
                    <a:pt x="437" y="6"/>
                    <a:pt x="437" y="6"/>
                  </a:cubicBezTo>
                  <a:cubicBezTo>
                    <a:pt x="438" y="6"/>
                    <a:pt x="439" y="6"/>
                    <a:pt x="440" y="6"/>
                  </a:cubicBezTo>
                  <a:cubicBezTo>
                    <a:pt x="440" y="7"/>
                    <a:pt x="441" y="7"/>
                    <a:pt x="442" y="7"/>
                  </a:cubicBezTo>
                  <a:cubicBezTo>
                    <a:pt x="442" y="7"/>
                    <a:pt x="442" y="7"/>
                    <a:pt x="442" y="7"/>
                  </a:cubicBezTo>
                  <a:cubicBezTo>
                    <a:pt x="441" y="7"/>
                    <a:pt x="441" y="7"/>
                    <a:pt x="440" y="6"/>
                  </a:cubicBezTo>
                  <a:moveTo>
                    <a:pt x="487" y="60"/>
                  </a:moveTo>
                  <a:cubicBezTo>
                    <a:pt x="487" y="59"/>
                    <a:pt x="487" y="59"/>
                    <a:pt x="486" y="59"/>
                  </a:cubicBezTo>
                  <a:cubicBezTo>
                    <a:pt x="485" y="59"/>
                    <a:pt x="485" y="59"/>
                    <a:pt x="485" y="59"/>
                  </a:cubicBezTo>
                  <a:cubicBezTo>
                    <a:pt x="484" y="58"/>
                    <a:pt x="484" y="58"/>
                    <a:pt x="484" y="58"/>
                  </a:cubicBezTo>
                  <a:cubicBezTo>
                    <a:pt x="483" y="58"/>
                    <a:pt x="482" y="58"/>
                    <a:pt x="480" y="58"/>
                  </a:cubicBezTo>
                  <a:cubicBezTo>
                    <a:pt x="481" y="58"/>
                    <a:pt x="481" y="58"/>
                    <a:pt x="481" y="58"/>
                  </a:cubicBezTo>
                  <a:cubicBezTo>
                    <a:pt x="482" y="59"/>
                    <a:pt x="482" y="59"/>
                    <a:pt x="482" y="59"/>
                  </a:cubicBezTo>
                  <a:cubicBezTo>
                    <a:pt x="483" y="60"/>
                    <a:pt x="483" y="61"/>
                    <a:pt x="484" y="62"/>
                  </a:cubicBezTo>
                  <a:cubicBezTo>
                    <a:pt x="485" y="62"/>
                    <a:pt x="485" y="62"/>
                    <a:pt x="486" y="62"/>
                  </a:cubicBezTo>
                  <a:cubicBezTo>
                    <a:pt x="487" y="62"/>
                    <a:pt x="486" y="62"/>
                    <a:pt x="486" y="61"/>
                  </a:cubicBezTo>
                  <a:cubicBezTo>
                    <a:pt x="486" y="61"/>
                    <a:pt x="486" y="61"/>
                    <a:pt x="486" y="61"/>
                  </a:cubicBezTo>
                  <a:cubicBezTo>
                    <a:pt x="486" y="61"/>
                    <a:pt x="486" y="61"/>
                    <a:pt x="486" y="61"/>
                  </a:cubicBezTo>
                  <a:cubicBezTo>
                    <a:pt x="487" y="61"/>
                    <a:pt x="487" y="61"/>
                    <a:pt x="487" y="61"/>
                  </a:cubicBezTo>
                  <a:cubicBezTo>
                    <a:pt x="487" y="61"/>
                    <a:pt x="487" y="61"/>
                    <a:pt x="487" y="61"/>
                  </a:cubicBezTo>
                  <a:cubicBezTo>
                    <a:pt x="487" y="60"/>
                    <a:pt x="487" y="60"/>
                    <a:pt x="487" y="60"/>
                  </a:cubicBezTo>
                  <a:moveTo>
                    <a:pt x="473" y="23"/>
                  </a:moveTo>
                  <a:cubicBezTo>
                    <a:pt x="471" y="22"/>
                    <a:pt x="471" y="22"/>
                    <a:pt x="468" y="21"/>
                  </a:cubicBezTo>
                  <a:cubicBezTo>
                    <a:pt x="468" y="21"/>
                    <a:pt x="468" y="21"/>
                    <a:pt x="468" y="21"/>
                  </a:cubicBezTo>
                  <a:cubicBezTo>
                    <a:pt x="468" y="21"/>
                    <a:pt x="468" y="21"/>
                    <a:pt x="468" y="21"/>
                  </a:cubicBezTo>
                  <a:cubicBezTo>
                    <a:pt x="468" y="21"/>
                    <a:pt x="468" y="21"/>
                    <a:pt x="467" y="21"/>
                  </a:cubicBezTo>
                  <a:cubicBezTo>
                    <a:pt x="468" y="22"/>
                    <a:pt x="469" y="22"/>
                    <a:pt x="470" y="23"/>
                  </a:cubicBezTo>
                  <a:cubicBezTo>
                    <a:pt x="470" y="23"/>
                    <a:pt x="470" y="23"/>
                    <a:pt x="470" y="23"/>
                  </a:cubicBezTo>
                  <a:cubicBezTo>
                    <a:pt x="469" y="23"/>
                    <a:pt x="469" y="23"/>
                    <a:pt x="469" y="23"/>
                  </a:cubicBezTo>
                  <a:cubicBezTo>
                    <a:pt x="469" y="23"/>
                    <a:pt x="470" y="23"/>
                    <a:pt x="470" y="23"/>
                  </a:cubicBezTo>
                  <a:cubicBezTo>
                    <a:pt x="469" y="23"/>
                    <a:pt x="469" y="23"/>
                    <a:pt x="469" y="23"/>
                  </a:cubicBezTo>
                  <a:cubicBezTo>
                    <a:pt x="469" y="24"/>
                    <a:pt x="469" y="24"/>
                    <a:pt x="469" y="24"/>
                  </a:cubicBezTo>
                  <a:cubicBezTo>
                    <a:pt x="469" y="24"/>
                    <a:pt x="469" y="24"/>
                    <a:pt x="469" y="24"/>
                  </a:cubicBezTo>
                  <a:cubicBezTo>
                    <a:pt x="469" y="24"/>
                    <a:pt x="469" y="24"/>
                    <a:pt x="469" y="24"/>
                  </a:cubicBezTo>
                  <a:cubicBezTo>
                    <a:pt x="468" y="24"/>
                    <a:pt x="468" y="24"/>
                    <a:pt x="467" y="24"/>
                  </a:cubicBezTo>
                  <a:cubicBezTo>
                    <a:pt x="467" y="24"/>
                    <a:pt x="467" y="24"/>
                    <a:pt x="467" y="24"/>
                  </a:cubicBezTo>
                  <a:cubicBezTo>
                    <a:pt x="467" y="24"/>
                    <a:pt x="467" y="24"/>
                    <a:pt x="467" y="24"/>
                  </a:cubicBezTo>
                  <a:cubicBezTo>
                    <a:pt x="466" y="24"/>
                    <a:pt x="466" y="24"/>
                    <a:pt x="466" y="24"/>
                  </a:cubicBezTo>
                  <a:cubicBezTo>
                    <a:pt x="466" y="24"/>
                    <a:pt x="466" y="24"/>
                    <a:pt x="466" y="24"/>
                  </a:cubicBezTo>
                  <a:cubicBezTo>
                    <a:pt x="466" y="25"/>
                    <a:pt x="466" y="25"/>
                    <a:pt x="468" y="26"/>
                  </a:cubicBezTo>
                  <a:cubicBezTo>
                    <a:pt x="467" y="26"/>
                    <a:pt x="466" y="26"/>
                    <a:pt x="466" y="26"/>
                  </a:cubicBezTo>
                  <a:cubicBezTo>
                    <a:pt x="466" y="26"/>
                    <a:pt x="466" y="26"/>
                    <a:pt x="467" y="27"/>
                  </a:cubicBezTo>
                  <a:cubicBezTo>
                    <a:pt x="467" y="27"/>
                    <a:pt x="467" y="27"/>
                    <a:pt x="467" y="27"/>
                  </a:cubicBezTo>
                  <a:cubicBezTo>
                    <a:pt x="467" y="27"/>
                    <a:pt x="467" y="27"/>
                    <a:pt x="466" y="28"/>
                  </a:cubicBezTo>
                  <a:cubicBezTo>
                    <a:pt x="466" y="28"/>
                    <a:pt x="466" y="28"/>
                    <a:pt x="469" y="30"/>
                  </a:cubicBezTo>
                  <a:cubicBezTo>
                    <a:pt x="468" y="30"/>
                    <a:pt x="467" y="29"/>
                    <a:pt x="467" y="30"/>
                  </a:cubicBezTo>
                  <a:cubicBezTo>
                    <a:pt x="468" y="30"/>
                    <a:pt x="469" y="31"/>
                    <a:pt x="470" y="32"/>
                  </a:cubicBezTo>
                  <a:cubicBezTo>
                    <a:pt x="470" y="33"/>
                    <a:pt x="470" y="33"/>
                    <a:pt x="470" y="33"/>
                  </a:cubicBezTo>
                  <a:cubicBezTo>
                    <a:pt x="471" y="33"/>
                    <a:pt x="471" y="33"/>
                    <a:pt x="472" y="34"/>
                  </a:cubicBezTo>
                  <a:cubicBezTo>
                    <a:pt x="471" y="34"/>
                    <a:pt x="471" y="33"/>
                    <a:pt x="470" y="34"/>
                  </a:cubicBezTo>
                  <a:cubicBezTo>
                    <a:pt x="470" y="34"/>
                    <a:pt x="470" y="34"/>
                    <a:pt x="470" y="35"/>
                  </a:cubicBezTo>
                  <a:cubicBezTo>
                    <a:pt x="470" y="35"/>
                    <a:pt x="472" y="37"/>
                    <a:pt x="472" y="36"/>
                  </a:cubicBezTo>
                  <a:cubicBezTo>
                    <a:pt x="472" y="36"/>
                    <a:pt x="472" y="36"/>
                    <a:pt x="474" y="37"/>
                  </a:cubicBezTo>
                  <a:cubicBezTo>
                    <a:pt x="474" y="37"/>
                    <a:pt x="474" y="37"/>
                    <a:pt x="474" y="37"/>
                  </a:cubicBezTo>
                  <a:cubicBezTo>
                    <a:pt x="475" y="37"/>
                    <a:pt x="475" y="37"/>
                    <a:pt x="475" y="37"/>
                  </a:cubicBezTo>
                  <a:cubicBezTo>
                    <a:pt x="474" y="38"/>
                    <a:pt x="473" y="37"/>
                    <a:pt x="473" y="38"/>
                  </a:cubicBezTo>
                  <a:cubicBezTo>
                    <a:pt x="473" y="38"/>
                    <a:pt x="474" y="39"/>
                    <a:pt x="475" y="39"/>
                  </a:cubicBezTo>
                  <a:cubicBezTo>
                    <a:pt x="474" y="39"/>
                    <a:pt x="473" y="39"/>
                    <a:pt x="473" y="40"/>
                  </a:cubicBezTo>
                  <a:cubicBezTo>
                    <a:pt x="474" y="41"/>
                    <a:pt x="475" y="41"/>
                    <a:pt x="475" y="42"/>
                  </a:cubicBezTo>
                  <a:cubicBezTo>
                    <a:pt x="475" y="42"/>
                    <a:pt x="475" y="42"/>
                    <a:pt x="476" y="43"/>
                  </a:cubicBezTo>
                  <a:cubicBezTo>
                    <a:pt x="475" y="43"/>
                    <a:pt x="475" y="43"/>
                    <a:pt x="475" y="43"/>
                  </a:cubicBezTo>
                  <a:cubicBezTo>
                    <a:pt x="475" y="43"/>
                    <a:pt x="475" y="43"/>
                    <a:pt x="476" y="44"/>
                  </a:cubicBezTo>
                  <a:cubicBezTo>
                    <a:pt x="476" y="44"/>
                    <a:pt x="476" y="44"/>
                    <a:pt x="476" y="44"/>
                  </a:cubicBezTo>
                  <a:cubicBezTo>
                    <a:pt x="477" y="46"/>
                    <a:pt x="478" y="46"/>
                    <a:pt x="479" y="47"/>
                  </a:cubicBezTo>
                  <a:cubicBezTo>
                    <a:pt x="479" y="47"/>
                    <a:pt x="480" y="47"/>
                    <a:pt x="480" y="47"/>
                  </a:cubicBezTo>
                  <a:cubicBezTo>
                    <a:pt x="480" y="47"/>
                    <a:pt x="480" y="47"/>
                    <a:pt x="480" y="47"/>
                  </a:cubicBezTo>
                  <a:cubicBezTo>
                    <a:pt x="480" y="47"/>
                    <a:pt x="480" y="47"/>
                    <a:pt x="480" y="47"/>
                  </a:cubicBezTo>
                  <a:cubicBezTo>
                    <a:pt x="481" y="47"/>
                    <a:pt x="481" y="47"/>
                    <a:pt x="482" y="48"/>
                  </a:cubicBezTo>
                  <a:cubicBezTo>
                    <a:pt x="482" y="47"/>
                    <a:pt x="482" y="47"/>
                    <a:pt x="481" y="47"/>
                  </a:cubicBezTo>
                  <a:cubicBezTo>
                    <a:pt x="484" y="48"/>
                    <a:pt x="485" y="48"/>
                    <a:pt x="486" y="49"/>
                  </a:cubicBezTo>
                  <a:cubicBezTo>
                    <a:pt x="486" y="50"/>
                    <a:pt x="486" y="50"/>
                    <a:pt x="486" y="50"/>
                  </a:cubicBezTo>
                  <a:cubicBezTo>
                    <a:pt x="487" y="51"/>
                    <a:pt x="487" y="51"/>
                    <a:pt x="487" y="51"/>
                  </a:cubicBezTo>
                  <a:cubicBezTo>
                    <a:pt x="488" y="51"/>
                    <a:pt x="488" y="51"/>
                    <a:pt x="488" y="51"/>
                  </a:cubicBezTo>
                  <a:cubicBezTo>
                    <a:pt x="488" y="51"/>
                    <a:pt x="489" y="51"/>
                    <a:pt x="490" y="51"/>
                  </a:cubicBezTo>
                  <a:cubicBezTo>
                    <a:pt x="492" y="51"/>
                    <a:pt x="494" y="52"/>
                    <a:pt x="495" y="52"/>
                  </a:cubicBezTo>
                  <a:cubicBezTo>
                    <a:pt x="495" y="52"/>
                    <a:pt x="496" y="52"/>
                    <a:pt x="496" y="52"/>
                  </a:cubicBezTo>
                  <a:cubicBezTo>
                    <a:pt x="496" y="52"/>
                    <a:pt x="496" y="52"/>
                    <a:pt x="497" y="52"/>
                  </a:cubicBezTo>
                  <a:cubicBezTo>
                    <a:pt x="496" y="52"/>
                    <a:pt x="496" y="51"/>
                    <a:pt x="495" y="51"/>
                  </a:cubicBezTo>
                  <a:cubicBezTo>
                    <a:pt x="495" y="51"/>
                    <a:pt x="495" y="51"/>
                    <a:pt x="487" y="46"/>
                  </a:cubicBezTo>
                  <a:cubicBezTo>
                    <a:pt x="486" y="45"/>
                    <a:pt x="484" y="44"/>
                    <a:pt x="483" y="43"/>
                  </a:cubicBezTo>
                  <a:cubicBezTo>
                    <a:pt x="483" y="43"/>
                    <a:pt x="483" y="43"/>
                    <a:pt x="483" y="43"/>
                  </a:cubicBezTo>
                  <a:cubicBezTo>
                    <a:pt x="483" y="42"/>
                    <a:pt x="483" y="42"/>
                    <a:pt x="481" y="41"/>
                  </a:cubicBezTo>
                  <a:cubicBezTo>
                    <a:pt x="480" y="40"/>
                    <a:pt x="480" y="40"/>
                    <a:pt x="480" y="40"/>
                  </a:cubicBezTo>
                  <a:cubicBezTo>
                    <a:pt x="480" y="40"/>
                    <a:pt x="480" y="40"/>
                    <a:pt x="480" y="40"/>
                  </a:cubicBezTo>
                  <a:cubicBezTo>
                    <a:pt x="480" y="39"/>
                    <a:pt x="480" y="39"/>
                    <a:pt x="479" y="39"/>
                  </a:cubicBezTo>
                  <a:cubicBezTo>
                    <a:pt x="479" y="38"/>
                    <a:pt x="479" y="38"/>
                    <a:pt x="479" y="38"/>
                  </a:cubicBezTo>
                  <a:cubicBezTo>
                    <a:pt x="479" y="38"/>
                    <a:pt x="479" y="38"/>
                    <a:pt x="479" y="38"/>
                  </a:cubicBezTo>
                  <a:cubicBezTo>
                    <a:pt x="479" y="38"/>
                    <a:pt x="479" y="38"/>
                    <a:pt x="479" y="38"/>
                  </a:cubicBezTo>
                  <a:cubicBezTo>
                    <a:pt x="479" y="37"/>
                    <a:pt x="479" y="37"/>
                    <a:pt x="479" y="37"/>
                  </a:cubicBezTo>
                  <a:cubicBezTo>
                    <a:pt x="479" y="37"/>
                    <a:pt x="479" y="37"/>
                    <a:pt x="479" y="37"/>
                  </a:cubicBezTo>
                  <a:cubicBezTo>
                    <a:pt x="479" y="37"/>
                    <a:pt x="479" y="37"/>
                    <a:pt x="478" y="36"/>
                  </a:cubicBezTo>
                  <a:cubicBezTo>
                    <a:pt x="478" y="35"/>
                    <a:pt x="477" y="35"/>
                    <a:pt x="477" y="35"/>
                  </a:cubicBezTo>
                  <a:cubicBezTo>
                    <a:pt x="477" y="35"/>
                    <a:pt x="477" y="35"/>
                    <a:pt x="477" y="35"/>
                  </a:cubicBezTo>
                  <a:cubicBezTo>
                    <a:pt x="477" y="34"/>
                    <a:pt x="475" y="33"/>
                    <a:pt x="474" y="32"/>
                  </a:cubicBezTo>
                  <a:cubicBezTo>
                    <a:pt x="475" y="32"/>
                    <a:pt x="475" y="32"/>
                    <a:pt x="476" y="32"/>
                  </a:cubicBezTo>
                  <a:cubicBezTo>
                    <a:pt x="475" y="31"/>
                    <a:pt x="475" y="31"/>
                    <a:pt x="475" y="31"/>
                  </a:cubicBezTo>
                  <a:cubicBezTo>
                    <a:pt x="476" y="31"/>
                    <a:pt x="476" y="31"/>
                    <a:pt x="476" y="31"/>
                  </a:cubicBezTo>
                  <a:cubicBezTo>
                    <a:pt x="475" y="31"/>
                    <a:pt x="475" y="31"/>
                    <a:pt x="475" y="31"/>
                  </a:cubicBezTo>
                  <a:cubicBezTo>
                    <a:pt x="475" y="30"/>
                    <a:pt x="475" y="30"/>
                    <a:pt x="475" y="30"/>
                  </a:cubicBezTo>
                  <a:cubicBezTo>
                    <a:pt x="475" y="30"/>
                    <a:pt x="475" y="30"/>
                    <a:pt x="475" y="30"/>
                  </a:cubicBezTo>
                  <a:cubicBezTo>
                    <a:pt x="475" y="29"/>
                    <a:pt x="473" y="29"/>
                    <a:pt x="472" y="28"/>
                  </a:cubicBezTo>
                  <a:cubicBezTo>
                    <a:pt x="473" y="27"/>
                    <a:pt x="473" y="28"/>
                    <a:pt x="474" y="28"/>
                  </a:cubicBezTo>
                  <a:cubicBezTo>
                    <a:pt x="474" y="27"/>
                    <a:pt x="473" y="27"/>
                    <a:pt x="473" y="27"/>
                  </a:cubicBezTo>
                  <a:cubicBezTo>
                    <a:pt x="473" y="27"/>
                    <a:pt x="473" y="27"/>
                    <a:pt x="473" y="27"/>
                  </a:cubicBezTo>
                  <a:cubicBezTo>
                    <a:pt x="473" y="26"/>
                    <a:pt x="473" y="26"/>
                    <a:pt x="473" y="26"/>
                  </a:cubicBezTo>
                  <a:cubicBezTo>
                    <a:pt x="474" y="26"/>
                    <a:pt x="474" y="26"/>
                    <a:pt x="475" y="26"/>
                  </a:cubicBezTo>
                  <a:cubicBezTo>
                    <a:pt x="475" y="26"/>
                    <a:pt x="474" y="26"/>
                    <a:pt x="474" y="26"/>
                  </a:cubicBezTo>
                  <a:cubicBezTo>
                    <a:pt x="475" y="25"/>
                    <a:pt x="475" y="25"/>
                    <a:pt x="475" y="25"/>
                  </a:cubicBezTo>
                  <a:cubicBezTo>
                    <a:pt x="474" y="25"/>
                    <a:pt x="474" y="25"/>
                    <a:pt x="474" y="25"/>
                  </a:cubicBezTo>
                  <a:cubicBezTo>
                    <a:pt x="475" y="25"/>
                    <a:pt x="475" y="25"/>
                    <a:pt x="476" y="25"/>
                  </a:cubicBezTo>
                  <a:cubicBezTo>
                    <a:pt x="475" y="24"/>
                    <a:pt x="475" y="24"/>
                    <a:pt x="473" y="23"/>
                  </a:cubicBezTo>
                  <a:cubicBezTo>
                    <a:pt x="473" y="23"/>
                    <a:pt x="473" y="23"/>
                    <a:pt x="473" y="23"/>
                  </a:cubicBezTo>
                  <a:cubicBezTo>
                    <a:pt x="474" y="23"/>
                    <a:pt x="474" y="23"/>
                    <a:pt x="474" y="23"/>
                  </a:cubicBezTo>
                  <a:cubicBezTo>
                    <a:pt x="474" y="23"/>
                    <a:pt x="473" y="23"/>
                    <a:pt x="473" y="23"/>
                  </a:cubicBezTo>
                  <a:moveTo>
                    <a:pt x="504" y="38"/>
                  </a:moveTo>
                  <a:cubicBezTo>
                    <a:pt x="503" y="37"/>
                    <a:pt x="501" y="36"/>
                    <a:pt x="501" y="36"/>
                  </a:cubicBezTo>
                  <a:cubicBezTo>
                    <a:pt x="500" y="36"/>
                    <a:pt x="500" y="36"/>
                    <a:pt x="500" y="36"/>
                  </a:cubicBezTo>
                  <a:cubicBezTo>
                    <a:pt x="500" y="36"/>
                    <a:pt x="500" y="36"/>
                    <a:pt x="500" y="36"/>
                  </a:cubicBezTo>
                  <a:cubicBezTo>
                    <a:pt x="501" y="37"/>
                    <a:pt x="501" y="37"/>
                    <a:pt x="501" y="37"/>
                  </a:cubicBezTo>
                  <a:cubicBezTo>
                    <a:pt x="502" y="38"/>
                    <a:pt x="502" y="38"/>
                    <a:pt x="502" y="38"/>
                  </a:cubicBezTo>
                  <a:cubicBezTo>
                    <a:pt x="503" y="39"/>
                    <a:pt x="503" y="39"/>
                    <a:pt x="503" y="39"/>
                  </a:cubicBezTo>
                  <a:cubicBezTo>
                    <a:pt x="504" y="39"/>
                    <a:pt x="504" y="39"/>
                    <a:pt x="504" y="39"/>
                  </a:cubicBezTo>
                  <a:cubicBezTo>
                    <a:pt x="504" y="39"/>
                    <a:pt x="504" y="39"/>
                    <a:pt x="504" y="39"/>
                  </a:cubicBezTo>
                  <a:cubicBezTo>
                    <a:pt x="504" y="39"/>
                    <a:pt x="504" y="39"/>
                    <a:pt x="504" y="39"/>
                  </a:cubicBezTo>
                  <a:cubicBezTo>
                    <a:pt x="504" y="38"/>
                    <a:pt x="504" y="38"/>
                    <a:pt x="504" y="38"/>
                  </a:cubicBezTo>
                  <a:cubicBezTo>
                    <a:pt x="504" y="38"/>
                    <a:pt x="504" y="38"/>
                    <a:pt x="504" y="38"/>
                  </a:cubicBezTo>
                  <a:cubicBezTo>
                    <a:pt x="504" y="38"/>
                    <a:pt x="504" y="38"/>
                    <a:pt x="504" y="38"/>
                  </a:cubicBezTo>
                  <a:cubicBezTo>
                    <a:pt x="505" y="38"/>
                    <a:pt x="505" y="38"/>
                    <a:pt x="505" y="38"/>
                  </a:cubicBezTo>
                  <a:cubicBezTo>
                    <a:pt x="505" y="38"/>
                    <a:pt x="504" y="38"/>
                    <a:pt x="504" y="38"/>
                  </a:cubicBezTo>
                  <a:moveTo>
                    <a:pt x="428" y="7"/>
                  </a:moveTo>
                  <a:cubicBezTo>
                    <a:pt x="428" y="7"/>
                    <a:pt x="428" y="7"/>
                    <a:pt x="428" y="7"/>
                  </a:cubicBezTo>
                  <a:cubicBezTo>
                    <a:pt x="428" y="7"/>
                    <a:pt x="427" y="6"/>
                    <a:pt x="426" y="6"/>
                  </a:cubicBezTo>
                  <a:cubicBezTo>
                    <a:pt x="426" y="6"/>
                    <a:pt x="426" y="6"/>
                    <a:pt x="426" y="6"/>
                  </a:cubicBezTo>
                  <a:cubicBezTo>
                    <a:pt x="426" y="6"/>
                    <a:pt x="426" y="6"/>
                    <a:pt x="426" y="6"/>
                  </a:cubicBezTo>
                  <a:cubicBezTo>
                    <a:pt x="426" y="6"/>
                    <a:pt x="426" y="6"/>
                    <a:pt x="426" y="6"/>
                  </a:cubicBezTo>
                  <a:cubicBezTo>
                    <a:pt x="427" y="7"/>
                    <a:pt x="427" y="7"/>
                    <a:pt x="427" y="7"/>
                  </a:cubicBezTo>
                  <a:cubicBezTo>
                    <a:pt x="426" y="7"/>
                    <a:pt x="426" y="7"/>
                    <a:pt x="426" y="7"/>
                  </a:cubicBezTo>
                  <a:cubicBezTo>
                    <a:pt x="426" y="7"/>
                    <a:pt x="427" y="7"/>
                    <a:pt x="427" y="7"/>
                  </a:cubicBezTo>
                  <a:cubicBezTo>
                    <a:pt x="427" y="7"/>
                    <a:pt x="427" y="7"/>
                    <a:pt x="427" y="7"/>
                  </a:cubicBezTo>
                  <a:cubicBezTo>
                    <a:pt x="427" y="7"/>
                    <a:pt x="431" y="8"/>
                    <a:pt x="431" y="8"/>
                  </a:cubicBezTo>
                  <a:cubicBezTo>
                    <a:pt x="431" y="8"/>
                    <a:pt x="431" y="8"/>
                    <a:pt x="431" y="8"/>
                  </a:cubicBezTo>
                  <a:cubicBezTo>
                    <a:pt x="431" y="8"/>
                    <a:pt x="431" y="8"/>
                    <a:pt x="429" y="7"/>
                  </a:cubicBezTo>
                  <a:cubicBezTo>
                    <a:pt x="429" y="7"/>
                    <a:pt x="429" y="7"/>
                    <a:pt x="429" y="7"/>
                  </a:cubicBezTo>
                  <a:cubicBezTo>
                    <a:pt x="428" y="7"/>
                    <a:pt x="428" y="7"/>
                    <a:pt x="428" y="7"/>
                  </a:cubicBezTo>
                  <a:moveTo>
                    <a:pt x="431" y="8"/>
                  </a:moveTo>
                  <a:cubicBezTo>
                    <a:pt x="430" y="8"/>
                    <a:pt x="430" y="8"/>
                    <a:pt x="429" y="8"/>
                  </a:cubicBezTo>
                  <a:cubicBezTo>
                    <a:pt x="429" y="8"/>
                    <a:pt x="429" y="8"/>
                    <a:pt x="428" y="8"/>
                  </a:cubicBezTo>
                  <a:cubicBezTo>
                    <a:pt x="427" y="7"/>
                    <a:pt x="426" y="7"/>
                    <a:pt x="425" y="7"/>
                  </a:cubicBezTo>
                  <a:cubicBezTo>
                    <a:pt x="424" y="6"/>
                    <a:pt x="424" y="6"/>
                    <a:pt x="424" y="6"/>
                  </a:cubicBezTo>
                  <a:cubicBezTo>
                    <a:pt x="424" y="6"/>
                    <a:pt x="424" y="6"/>
                    <a:pt x="424" y="6"/>
                  </a:cubicBezTo>
                  <a:cubicBezTo>
                    <a:pt x="424" y="6"/>
                    <a:pt x="424" y="6"/>
                    <a:pt x="424" y="7"/>
                  </a:cubicBezTo>
                  <a:cubicBezTo>
                    <a:pt x="425" y="7"/>
                    <a:pt x="425" y="7"/>
                    <a:pt x="426" y="7"/>
                  </a:cubicBezTo>
                  <a:cubicBezTo>
                    <a:pt x="425" y="7"/>
                    <a:pt x="425" y="7"/>
                    <a:pt x="425" y="7"/>
                  </a:cubicBezTo>
                  <a:cubicBezTo>
                    <a:pt x="425" y="7"/>
                    <a:pt x="426" y="7"/>
                    <a:pt x="426" y="7"/>
                  </a:cubicBezTo>
                  <a:cubicBezTo>
                    <a:pt x="426" y="7"/>
                    <a:pt x="426" y="7"/>
                    <a:pt x="426" y="7"/>
                  </a:cubicBezTo>
                  <a:cubicBezTo>
                    <a:pt x="427" y="8"/>
                    <a:pt x="427" y="8"/>
                    <a:pt x="428" y="8"/>
                  </a:cubicBezTo>
                  <a:cubicBezTo>
                    <a:pt x="428" y="8"/>
                    <a:pt x="429" y="8"/>
                    <a:pt x="430" y="9"/>
                  </a:cubicBezTo>
                  <a:cubicBezTo>
                    <a:pt x="430" y="8"/>
                    <a:pt x="430" y="8"/>
                    <a:pt x="430" y="8"/>
                  </a:cubicBezTo>
                  <a:cubicBezTo>
                    <a:pt x="429" y="8"/>
                    <a:pt x="429" y="8"/>
                    <a:pt x="429" y="8"/>
                  </a:cubicBezTo>
                  <a:cubicBezTo>
                    <a:pt x="430" y="8"/>
                    <a:pt x="430" y="8"/>
                    <a:pt x="430" y="8"/>
                  </a:cubicBezTo>
                  <a:cubicBezTo>
                    <a:pt x="430" y="8"/>
                    <a:pt x="430" y="8"/>
                    <a:pt x="430" y="8"/>
                  </a:cubicBezTo>
                  <a:cubicBezTo>
                    <a:pt x="430" y="8"/>
                    <a:pt x="430" y="8"/>
                    <a:pt x="431" y="8"/>
                  </a:cubicBezTo>
                  <a:cubicBezTo>
                    <a:pt x="431" y="8"/>
                    <a:pt x="431" y="8"/>
                    <a:pt x="431" y="8"/>
                  </a:cubicBezTo>
                  <a:moveTo>
                    <a:pt x="433" y="10"/>
                  </a:moveTo>
                  <a:cubicBezTo>
                    <a:pt x="433" y="10"/>
                    <a:pt x="432" y="9"/>
                    <a:pt x="432" y="9"/>
                  </a:cubicBezTo>
                  <a:cubicBezTo>
                    <a:pt x="432" y="9"/>
                    <a:pt x="432" y="9"/>
                    <a:pt x="432" y="9"/>
                  </a:cubicBezTo>
                  <a:cubicBezTo>
                    <a:pt x="432" y="9"/>
                    <a:pt x="432" y="9"/>
                    <a:pt x="432" y="9"/>
                  </a:cubicBezTo>
                  <a:cubicBezTo>
                    <a:pt x="432" y="9"/>
                    <a:pt x="432" y="9"/>
                    <a:pt x="432" y="9"/>
                  </a:cubicBezTo>
                  <a:cubicBezTo>
                    <a:pt x="432" y="9"/>
                    <a:pt x="432" y="9"/>
                    <a:pt x="432" y="9"/>
                  </a:cubicBezTo>
                  <a:cubicBezTo>
                    <a:pt x="432" y="10"/>
                    <a:pt x="432" y="10"/>
                    <a:pt x="432" y="10"/>
                  </a:cubicBezTo>
                  <a:cubicBezTo>
                    <a:pt x="432" y="10"/>
                    <a:pt x="432" y="10"/>
                    <a:pt x="432" y="10"/>
                  </a:cubicBezTo>
                  <a:cubicBezTo>
                    <a:pt x="432" y="10"/>
                    <a:pt x="432" y="10"/>
                    <a:pt x="432" y="10"/>
                  </a:cubicBezTo>
                  <a:cubicBezTo>
                    <a:pt x="432" y="10"/>
                    <a:pt x="432" y="10"/>
                    <a:pt x="432" y="10"/>
                  </a:cubicBezTo>
                  <a:cubicBezTo>
                    <a:pt x="432" y="10"/>
                    <a:pt x="432" y="10"/>
                    <a:pt x="432" y="10"/>
                  </a:cubicBezTo>
                  <a:cubicBezTo>
                    <a:pt x="433" y="10"/>
                    <a:pt x="433" y="10"/>
                    <a:pt x="433" y="10"/>
                  </a:cubicBezTo>
                  <a:cubicBezTo>
                    <a:pt x="434" y="10"/>
                    <a:pt x="434" y="10"/>
                    <a:pt x="434" y="10"/>
                  </a:cubicBezTo>
                  <a:cubicBezTo>
                    <a:pt x="434" y="10"/>
                    <a:pt x="434" y="10"/>
                    <a:pt x="434" y="10"/>
                  </a:cubicBezTo>
                  <a:cubicBezTo>
                    <a:pt x="433" y="10"/>
                    <a:pt x="433" y="10"/>
                    <a:pt x="433" y="10"/>
                  </a:cubicBezTo>
                  <a:cubicBezTo>
                    <a:pt x="433" y="10"/>
                    <a:pt x="433" y="10"/>
                    <a:pt x="433" y="10"/>
                  </a:cubicBezTo>
                  <a:moveTo>
                    <a:pt x="430" y="9"/>
                  </a:moveTo>
                  <a:cubicBezTo>
                    <a:pt x="429" y="9"/>
                    <a:pt x="429" y="9"/>
                    <a:pt x="429" y="9"/>
                  </a:cubicBezTo>
                  <a:cubicBezTo>
                    <a:pt x="428" y="8"/>
                    <a:pt x="428" y="8"/>
                    <a:pt x="428" y="8"/>
                  </a:cubicBezTo>
                  <a:cubicBezTo>
                    <a:pt x="428" y="8"/>
                    <a:pt x="428" y="8"/>
                    <a:pt x="427" y="8"/>
                  </a:cubicBezTo>
                  <a:cubicBezTo>
                    <a:pt x="427" y="8"/>
                    <a:pt x="427" y="8"/>
                    <a:pt x="427" y="8"/>
                  </a:cubicBezTo>
                  <a:cubicBezTo>
                    <a:pt x="428" y="9"/>
                    <a:pt x="428" y="9"/>
                    <a:pt x="428" y="9"/>
                  </a:cubicBezTo>
                  <a:cubicBezTo>
                    <a:pt x="428" y="9"/>
                    <a:pt x="428" y="9"/>
                    <a:pt x="428" y="9"/>
                  </a:cubicBezTo>
                  <a:cubicBezTo>
                    <a:pt x="429" y="9"/>
                    <a:pt x="429" y="10"/>
                    <a:pt x="430" y="10"/>
                  </a:cubicBezTo>
                  <a:cubicBezTo>
                    <a:pt x="431" y="10"/>
                    <a:pt x="431" y="10"/>
                    <a:pt x="431" y="10"/>
                  </a:cubicBezTo>
                  <a:cubicBezTo>
                    <a:pt x="430" y="9"/>
                    <a:pt x="429" y="9"/>
                    <a:pt x="429" y="9"/>
                  </a:cubicBezTo>
                  <a:cubicBezTo>
                    <a:pt x="430" y="10"/>
                    <a:pt x="431" y="10"/>
                    <a:pt x="432" y="10"/>
                  </a:cubicBezTo>
                  <a:cubicBezTo>
                    <a:pt x="431" y="10"/>
                    <a:pt x="431" y="10"/>
                    <a:pt x="431" y="10"/>
                  </a:cubicBezTo>
                  <a:cubicBezTo>
                    <a:pt x="432" y="10"/>
                    <a:pt x="432" y="10"/>
                    <a:pt x="432" y="10"/>
                  </a:cubicBezTo>
                  <a:cubicBezTo>
                    <a:pt x="431" y="10"/>
                    <a:pt x="430" y="9"/>
                    <a:pt x="429" y="9"/>
                  </a:cubicBezTo>
                  <a:cubicBezTo>
                    <a:pt x="430" y="9"/>
                    <a:pt x="430" y="9"/>
                    <a:pt x="430" y="9"/>
                  </a:cubicBezTo>
                  <a:moveTo>
                    <a:pt x="425" y="7"/>
                  </a:moveTo>
                  <a:cubicBezTo>
                    <a:pt x="424" y="7"/>
                    <a:pt x="424" y="7"/>
                    <a:pt x="424" y="7"/>
                  </a:cubicBezTo>
                  <a:cubicBezTo>
                    <a:pt x="423" y="7"/>
                    <a:pt x="423" y="7"/>
                    <a:pt x="423" y="6"/>
                  </a:cubicBezTo>
                  <a:cubicBezTo>
                    <a:pt x="422" y="6"/>
                    <a:pt x="422" y="6"/>
                    <a:pt x="422" y="6"/>
                  </a:cubicBezTo>
                  <a:cubicBezTo>
                    <a:pt x="422" y="7"/>
                    <a:pt x="422" y="7"/>
                    <a:pt x="422" y="7"/>
                  </a:cubicBezTo>
                  <a:cubicBezTo>
                    <a:pt x="422" y="7"/>
                    <a:pt x="422" y="7"/>
                    <a:pt x="419" y="6"/>
                  </a:cubicBezTo>
                  <a:cubicBezTo>
                    <a:pt x="419" y="5"/>
                    <a:pt x="418" y="5"/>
                    <a:pt x="418" y="5"/>
                  </a:cubicBezTo>
                  <a:cubicBezTo>
                    <a:pt x="418" y="5"/>
                    <a:pt x="418" y="5"/>
                    <a:pt x="418" y="5"/>
                  </a:cubicBezTo>
                  <a:cubicBezTo>
                    <a:pt x="418" y="5"/>
                    <a:pt x="418" y="5"/>
                    <a:pt x="418" y="5"/>
                  </a:cubicBezTo>
                  <a:cubicBezTo>
                    <a:pt x="418" y="5"/>
                    <a:pt x="418" y="5"/>
                    <a:pt x="418" y="5"/>
                  </a:cubicBezTo>
                  <a:cubicBezTo>
                    <a:pt x="418" y="6"/>
                    <a:pt x="418" y="6"/>
                    <a:pt x="418" y="6"/>
                  </a:cubicBezTo>
                  <a:cubicBezTo>
                    <a:pt x="419" y="6"/>
                    <a:pt x="420" y="6"/>
                    <a:pt x="421" y="7"/>
                  </a:cubicBezTo>
                  <a:cubicBezTo>
                    <a:pt x="420" y="6"/>
                    <a:pt x="420" y="6"/>
                    <a:pt x="420" y="6"/>
                  </a:cubicBezTo>
                  <a:cubicBezTo>
                    <a:pt x="420" y="6"/>
                    <a:pt x="420" y="6"/>
                    <a:pt x="420" y="6"/>
                  </a:cubicBezTo>
                  <a:cubicBezTo>
                    <a:pt x="420" y="6"/>
                    <a:pt x="420" y="6"/>
                    <a:pt x="420" y="6"/>
                  </a:cubicBezTo>
                  <a:cubicBezTo>
                    <a:pt x="420" y="6"/>
                    <a:pt x="420" y="6"/>
                    <a:pt x="420" y="6"/>
                  </a:cubicBezTo>
                  <a:cubicBezTo>
                    <a:pt x="420" y="7"/>
                    <a:pt x="421" y="7"/>
                    <a:pt x="421" y="7"/>
                  </a:cubicBezTo>
                  <a:cubicBezTo>
                    <a:pt x="421" y="7"/>
                    <a:pt x="421" y="7"/>
                    <a:pt x="421" y="7"/>
                  </a:cubicBezTo>
                  <a:cubicBezTo>
                    <a:pt x="422" y="7"/>
                    <a:pt x="422" y="7"/>
                    <a:pt x="422" y="7"/>
                  </a:cubicBezTo>
                  <a:cubicBezTo>
                    <a:pt x="423" y="7"/>
                    <a:pt x="423" y="8"/>
                    <a:pt x="424"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4" y="9"/>
                  </a:cubicBezTo>
                  <a:cubicBezTo>
                    <a:pt x="424" y="9"/>
                    <a:pt x="424" y="9"/>
                    <a:pt x="424" y="9"/>
                  </a:cubicBezTo>
                  <a:cubicBezTo>
                    <a:pt x="425" y="9"/>
                    <a:pt x="425" y="9"/>
                    <a:pt x="425" y="9"/>
                  </a:cubicBezTo>
                  <a:cubicBezTo>
                    <a:pt x="425" y="9"/>
                    <a:pt x="425" y="9"/>
                    <a:pt x="425" y="9"/>
                  </a:cubicBezTo>
                  <a:cubicBezTo>
                    <a:pt x="425" y="9"/>
                    <a:pt x="425" y="9"/>
                    <a:pt x="425" y="9"/>
                  </a:cubicBezTo>
                  <a:cubicBezTo>
                    <a:pt x="425" y="9"/>
                    <a:pt x="424" y="9"/>
                    <a:pt x="423" y="8"/>
                  </a:cubicBezTo>
                  <a:cubicBezTo>
                    <a:pt x="424" y="8"/>
                    <a:pt x="424" y="8"/>
                    <a:pt x="424" y="8"/>
                  </a:cubicBezTo>
                  <a:cubicBezTo>
                    <a:pt x="424" y="8"/>
                    <a:pt x="424" y="8"/>
                    <a:pt x="424" y="8"/>
                  </a:cubicBezTo>
                  <a:cubicBezTo>
                    <a:pt x="424" y="8"/>
                    <a:pt x="424" y="8"/>
                    <a:pt x="424" y="8"/>
                  </a:cubicBezTo>
                  <a:cubicBezTo>
                    <a:pt x="424" y="8"/>
                    <a:pt x="424" y="8"/>
                    <a:pt x="424" y="8"/>
                  </a:cubicBezTo>
                  <a:cubicBezTo>
                    <a:pt x="424" y="8"/>
                    <a:pt x="424" y="8"/>
                    <a:pt x="424" y="8"/>
                  </a:cubicBezTo>
                  <a:cubicBezTo>
                    <a:pt x="424" y="8"/>
                    <a:pt x="424" y="8"/>
                    <a:pt x="423" y="8"/>
                  </a:cubicBezTo>
                  <a:cubicBezTo>
                    <a:pt x="423" y="7"/>
                    <a:pt x="423" y="7"/>
                    <a:pt x="423" y="7"/>
                  </a:cubicBezTo>
                  <a:cubicBezTo>
                    <a:pt x="424" y="8"/>
                    <a:pt x="424" y="8"/>
                    <a:pt x="425" y="8"/>
                  </a:cubicBezTo>
                  <a:cubicBezTo>
                    <a:pt x="425" y="8"/>
                    <a:pt x="425" y="8"/>
                    <a:pt x="425" y="8"/>
                  </a:cubicBezTo>
                  <a:cubicBezTo>
                    <a:pt x="422" y="7"/>
                    <a:pt x="422" y="7"/>
                    <a:pt x="422" y="7"/>
                  </a:cubicBezTo>
                  <a:cubicBezTo>
                    <a:pt x="423" y="7"/>
                    <a:pt x="423" y="7"/>
                    <a:pt x="423" y="7"/>
                  </a:cubicBezTo>
                  <a:cubicBezTo>
                    <a:pt x="425" y="7"/>
                    <a:pt x="425" y="7"/>
                    <a:pt x="425" y="7"/>
                  </a:cubicBezTo>
                  <a:cubicBezTo>
                    <a:pt x="425" y="7"/>
                    <a:pt x="425" y="7"/>
                    <a:pt x="425" y="7"/>
                  </a:cubicBezTo>
                  <a:moveTo>
                    <a:pt x="421" y="8"/>
                  </a:moveTo>
                  <a:cubicBezTo>
                    <a:pt x="420" y="8"/>
                    <a:pt x="420" y="8"/>
                    <a:pt x="419" y="7"/>
                  </a:cubicBezTo>
                  <a:cubicBezTo>
                    <a:pt x="419" y="7"/>
                    <a:pt x="419" y="7"/>
                    <a:pt x="419" y="7"/>
                  </a:cubicBezTo>
                  <a:cubicBezTo>
                    <a:pt x="418" y="7"/>
                    <a:pt x="417" y="7"/>
                    <a:pt x="417" y="7"/>
                  </a:cubicBezTo>
                  <a:cubicBezTo>
                    <a:pt x="416" y="6"/>
                    <a:pt x="416" y="6"/>
                    <a:pt x="416" y="6"/>
                  </a:cubicBezTo>
                  <a:cubicBezTo>
                    <a:pt x="416" y="6"/>
                    <a:pt x="416" y="6"/>
                    <a:pt x="416" y="6"/>
                  </a:cubicBezTo>
                  <a:cubicBezTo>
                    <a:pt x="416" y="6"/>
                    <a:pt x="416" y="6"/>
                    <a:pt x="416" y="6"/>
                  </a:cubicBezTo>
                  <a:cubicBezTo>
                    <a:pt x="416" y="6"/>
                    <a:pt x="416" y="6"/>
                    <a:pt x="416" y="6"/>
                  </a:cubicBezTo>
                  <a:cubicBezTo>
                    <a:pt x="416" y="7"/>
                    <a:pt x="416" y="7"/>
                    <a:pt x="416" y="7"/>
                  </a:cubicBezTo>
                  <a:cubicBezTo>
                    <a:pt x="416" y="7"/>
                    <a:pt x="417" y="7"/>
                    <a:pt x="417" y="7"/>
                  </a:cubicBezTo>
                  <a:cubicBezTo>
                    <a:pt x="417" y="7"/>
                    <a:pt x="417" y="7"/>
                    <a:pt x="416" y="7"/>
                  </a:cubicBezTo>
                  <a:cubicBezTo>
                    <a:pt x="416" y="7"/>
                    <a:pt x="416" y="7"/>
                    <a:pt x="416" y="7"/>
                  </a:cubicBezTo>
                  <a:cubicBezTo>
                    <a:pt x="417" y="7"/>
                    <a:pt x="417" y="7"/>
                    <a:pt x="417" y="7"/>
                  </a:cubicBezTo>
                  <a:cubicBezTo>
                    <a:pt x="416" y="7"/>
                    <a:pt x="416" y="7"/>
                    <a:pt x="416" y="7"/>
                  </a:cubicBezTo>
                  <a:cubicBezTo>
                    <a:pt x="416" y="7"/>
                    <a:pt x="416" y="7"/>
                    <a:pt x="415" y="7"/>
                  </a:cubicBezTo>
                  <a:cubicBezTo>
                    <a:pt x="416" y="8"/>
                    <a:pt x="416" y="8"/>
                    <a:pt x="416" y="8"/>
                  </a:cubicBezTo>
                  <a:cubicBezTo>
                    <a:pt x="416" y="8"/>
                    <a:pt x="415" y="7"/>
                    <a:pt x="415" y="7"/>
                  </a:cubicBezTo>
                  <a:cubicBezTo>
                    <a:pt x="414" y="7"/>
                    <a:pt x="414" y="7"/>
                    <a:pt x="414" y="7"/>
                  </a:cubicBezTo>
                  <a:cubicBezTo>
                    <a:pt x="416" y="8"/>
                    <a:pt x="417" y="9"/>
                    <a:pt x="417" y="8"/>
                  </a:cubicBezTo>
                  <a:cubicBezTo>
                    <a:pt x="417" y="8"/>
                    <a:pt x="417" y="8"/>
                    <a:pt x="417" y="8"/>
                  </a:cubicBezTo>
                  <a:cubicBezTo>
                    <a:pt x="417" y="8"/>
                    <a:pt x="417" y="8"/>
                    <a:pt x="417" y="8"/>
                  </a:cubicBezTo>
                  <a:cubicBezTo>
                    <a:pt x="417" y="8"/>
                    <a:pt x="417" y="8"/>
                    <a:pt x="417" y="8"/>
                  </a:cubicBezTo>
                  <a:cubicBezTo>
                    <a:pt x="417" y="8"/>
                    <a:pt x="418" y="8"/>
                    <a:pt x="418" y="8"/>
                  </a:cubicBezTo>
                  <a:cubicBezTo>
                    <a:pt x="418" y="8"/>
                    <a:pt x="418" y="8"/>
                    <a:pt x="418" y="8"/>
                  </a:cubicBezTo>
                  <a:cubicBezTo>
                    <a:pt x="419" y="8"/>
                    <a:pt x="419" y="8"/>
                    <a:pt x="420" y="9"/>
                  </a:cubicBezTo>
                  <a:cubicBezTo>
                    <a:pt x="419" y="9"/>
                    <a:pt x="419" y="9"/>
                    <a:pt x="419" y="9"/>
                  </a:cubicBezTo>
                  <a:cubicBezTo>
                    <a:pt x="420" y="9"/>
                    <a:pt x="420" y="9"/>
                    <a:pt x="420" y="9"/>
                  </a:cubicBezTo>
                  <a:cubicBezTo>
                    <a:pt x="421" y="9"/>
                    <a:pt x="421" y="10"/>
                    <a:pt x="422" y="10"/>
                  </a:cubicBezTo>
                  <a:cubicBezTo>
                    <a:pt x="424" y="10"/>
                    <a:pt x="424" y="10"/>
                    <a:pt x="424" y="10"/>
                  </a:cubicBezTo>
                  <a:cubicBezTo>
                    <a:pt x="424" y="10"/>
                    <a:pt x="423" y="9"/>
                    <a:pt x="421" y="9"/>
                  </a:cubicBezTo>
                  <a:cubicBezTo>
                    <a:pt x="421" y="9"/>
                    <a:pt x="421" y="9"/>
                    <a:pt x="421" y="9"/>
                  </a:cubicBezTo>
                  <a:cubicBezTo>
                    <a:pt x="421" y="9"/>
                    <a:pt x="421" y="9"/>
                    <a:pt x="422" y="9"/>
                  </a:cubicBezTo>
                  <a:cubicBezTo>
                    <a:pt x="422" y="9"/>
                    <a:pt x="422" y="9"/>
                    <a:pt x="422" y="9"/>
                  </a:cubicBezTo>
                  <a:cubicBezTo>
                    <a:pt x="422" y="9"/>
                    <a:pt x="422" y="9"/>
                    <a:pt x="422" y="9"/>
                  </a:cubicBezTo>
                  <a:cubicBezTo>
                    <a:pt x="422" y="8"/>
                    <a:pt x="421" y="8"/>
                    <a:pt x="421" y="8"/>
                  </a:cubicBezTo>
                  <a:moveTo>
                    <a:pt x="399" y="10"/>
                  </a:moveTo>
                  <a:cubicBezTo>
                    <a:pt x="399" y="9"/>
                    <a:pt x="399" y="9"/>
                    <a:pt x="399" y="9"/>
                  </a:cubicBezTo>
                  <a:cubicBezTo>
                    <a:pt x="398" y="9"/>
                    <a:pt x="398" y="9"/>
                    <a:pt x="398" y="9"/>
                  </a:cubicBezTo>
                  <a:cubicBezTo>
                    <a:pt x="397" y="9"/>
                    <a:pt x="397" y="9"/>
                    <a:pt x="397" y="9"/>
                  </a:cubicBezTo>
                  <a:cubicBezTo>
                    <a:pt x="397" y="9"/>
                    <a:pt x="397" y="9"/>
                    <a:pt x="397" y="9"/>
                  </a:cubicBezTo>
                  <a:cubicBezTo>
                    <a:pt x="397" y="9"/>
                    <a:pt x="397" y="9"/>
                    <a:pt x="397" y="9"/>
                  </a:cubicBezTo>
                  <a:cubicBezTo>
                    <a:pt x="396" y="8"/>
                    <a:pt x="395" y="8"/>
                    <a:pt x="395" y="8"/>
                  </a:cubicBezTo>
                  <a:cubicBezTo>
                    <a:pt x="395" y="9"/>
                    <a:pt x="395" y="9"/>
                    <a:pt x="394" y="9"/>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3" y="8"/>
                    <a:pt x="393" y="8"/>
                    <a:pt x="393" y="8"/>
                  </a:cubicBezTo>
                  <a:cubicBezTo>
                    <a:pt x="393" y="8"/>
                    <a:pt x="393" y="8"/>
                    <a:pt x="393" y="8"/>
                  </a:cubicBezTo>
                  <a:cubicBezTo>
                    <a:pt x="393" y="9"/>
                    <a:pt x="393" y="9"/>
                    <a:pt x="393" y="9"/>
                  </a:cubicBezTo>
                  <a:cubicBezTo>
                    <a:pt x="393" y="9"/>
                    <a:pt x="393" y="9"/>
                    <a:pt x="393" y="9"/>
                  </a:cubicBezTo>
                  <a:cubicBezTo>
                    <a:pt x="393" y="9"/>
                    <a:pt x="392" y="8"/>
                    <a:pt x="392" y="8"/>
                  </a:cubicBezTo>
                  <a:cubicBezTo>
                    <a:pt x="392" y="8"/>
                    <a:pt x="390" y="8"/>
                    <a:pt x="389" y="8"/>
                  </a:cubicBezTo>
                  <a:cubicBezTo>
                    <a:pt x="389" y="8"/>
                    <a:pt x="388" y="9"/>
                    <a:pt x="390" y="9"/>
                  </a:cubicBezTo>
                  <a:cubicBezTo>
                    <a:pt x="390" y="9"/>
                    <a:pt x="390" y="9"/>
                    <a:pt x="390" y="9"/>
                  </a:cubicBezTo>
                  <a:cubicBezTo>
                    <a:pt x="391" y="9"/>
                    <a:pt x="391" y="9"/>
                    <a:pt x="391" y="9"/>
                  </a:cubicBezTo>
                  <a:cubicBezTo>
                    <a:pt x="391" y="9"/>
                    <a:pt x="391" y="9"/>
                    <a:pt x="392" y="9"/>
                  </a:cubicBezTo>
                  <a:cubicBezTo>
                    <a:pt x="392" y="9"/>
                    <a:pt x="392" y="10"/>
                    <a:pt x="393" y="10"/>
                  </a:cubicBezTo>
                  <a:cubicBezTo>
                    <a:pt x="392" y="10"/>
                    <a:pt x="391" y="10"/>
                    <a:pt x="391" y="10"/>
                  </a:cubicBezTo>
                  <a:cubicBezTo>
                    <a:pt x="391" y="10"/>
                    <a:pt x="391" y="10"/>
                    <a:pt x="391" y="10"/>
                  </a:cubicBezTo>
                  <a:cubicBezTo>
                    <a:pt x="391" y="11"/>
                    <a:pt x="392" y="11"/>
                    <a:pt x="392" y="11"/>
                  </a:cubicBezTo>
                  <a:cubicBezTo>
                    <a:pt x="393" y="11"/>
                    <a:pt x="393" y="11"/>
                    <a:pt x="394" y="11"/>
                  </a:cubicBezTo>
                  <a:cubicBezTo>
                    <a:pt x="394" y="11"/>
                    <a:pt x="394" y="11"/>
                    <a:pt x="394" y="11"/>
                  </a:cubicBezTo>
                  <a:cubicBezTo>
                    <a:pt x="395" y="11"/>
                    <a:pt x="395" y="11"/>
                    <a:pt x="395" y="11"/>
                  </a:cubicBezTo>
                  <a:cubicBezTo>
                    <a:pt x="396" y="12"/>
                    <a:pt x="396" y="12"/>
                    <a:pt x="396" y="12"/>
                  </a:cubicBezTo>
                  <a:cubicBezTo>
                    <a:pt x="397" y="12"/>
                    <a:pt x="397" y="11"/>
                    <a:pt x="397" y="11"/>
                  </a:cubicBezTo>
                  <a:cubicBezTo>
                    <a:pt x="398" y="11"/>
                    <a:pt x="398" y="11"/>
                    <a:pt x="399" y="11"/>
                  </a:cubicBezTo>
                  <a:cubicBezTo>
                    <a:pt x="398" y="11"/>
                    <a:pt x="398" y="11"/>
                    <a:pt x="398" y="11"/>
                  </a:cubicBezTo>
                  <a:cubicBezTo>
                    <a:pt x="398" y="10"/>
                    <a:pt x="398" y="10"/>
                    <a:pt x="398" y="10"/>
                  </a:cubicBezTo>
                  <a:cubicBezTo>
                    <a:pt x="398" y="10"/>
                    <a:pt x="399" y="10"/>
                    <a:pt x="399" y="10"/>
                  </a:cubicBezTo>
                  <a:moveTo>
                    <a:pt x="390" y="11"/>
                  </a:moveTo>
                  <a:cubicBezTo>
                    <a:pt x="390" y="11"/>
                    <a:pt x="390" y="11"/>
                    <a:pt x="390" y="11"/>
                  </a:cubicBezTo>
                  <a:cubicBezTo>
                    <a:pt x="390" y="11"/>
                    <a:pt x="390" y="11"/>
                    <a:pt x="390" y="11"/>
                  </a:cubicBezTo>
                  <a:cubicBezTo>
                    <a:pt x="390" y="11"/>
                    <a:pt x="390" y="11"/>
                    <a:pt x="390" y="11"/>
                  </a:cubicBezTo>
                  <a:cubicBezTo>
                    <a:pt x="390" y="11"/>
                    <a:pt x="390" y="11"/>
                    <a:pt x="390" y="11"/>
                  </a:cubicBezTo>
                  <a:moveTo>
                    <a:pt x="401" y="18"/>
                  </a:moveTo>
                  <a:cubicBezTo>
                    <a:pt x="401" y="17"/>
                    <a:pt x="401" y="17"/>
                    <a:pt x="401" y="17"/>
                  </a:cubicBezTo>
                  <a:cubicBezTo>
                    <a:pt x="401" y="17"/>
                    <a:pt x="401" y="17"/>
                    <a:pt x="399" y="17"/>
                  </a:cubicBezTo>
                  <a:cubicBezTo>
                    <a:pt x="398" y="16"/>
                    <a:pt x="398" y="16"/>
                    <a:pt x="398" y="16"/>
                  </a:cubicBezTo>
                  <a:cubicBezTo>
                    <a:pt x="398" y="15"/>
                    <a:pt x="397" y="15"/>
                    <a:pt x="396" y="15"/>
                  </a:cubicBezTo>
                  <a:cubicBezTo>
                    <a:pt x="396" y="15"/>
                    <a:pt x="396" y="14"/>
                    <a:pt x="395" y="14"/>
                  </a:cubicBezTo>
                  <a:cubicBezTo>
                    <a:pt x="395" y="14"/>
                    <a:pt x="395" y="14"/>
                    <a:pt x="394" y="13"/>
                  </a:cubicBezTo>
                  <a:cubicBezTo>
                    <a:pt x="394" y="13"/>
                    <a:pt x="394" y="13"/>
                    <a:pt x="393" y="13"/>
                  </a:cubicBezTo>
                  <a:cubicBezTo>
                    <a:pt x="393" y="13"/>
                    <a:pt x="393" y="12"/>
                    <a:pt x="392" y="12"/>
                  </a:cubicBezTo>
                  <a:cubicBezTo>
                    <a:pt x="392" y="12"/>
                    <a:pt x="392" y="12"/>
                    <a:pt x="392" y="12"/>
                  </a:cubicBezTo>
                  <a:cubicBezTo>
                    <a:pt x="392" y="12"/>
                    <a:pt x="392" y="12"/>
                    <a:pt x="391" y="12"/>
                  </a:cubicBezTo>
                  <a:cubicBezTo>
                    <a:pt x="390" y="12"/>
                    <a:pt x="390" y="12"/>
                    <a:pt x="390" y="12"/>
                  </a:cubicBezTo>
                  <a:cubicBezTo>
                    <a:pt x="390" y="11"/>
                    <a:pt x="390" y="11"/>
                    <a:pt x="390" y="11"/>
                  </a:cubicBezTo>
                  <a:cubicBezTo>
                    <a:pt x="389" y="11"/>
                    <a:pt x="389" y="11"/>
                    <a:pt x="389" y="11"/>
                  </a:cubicBezTo>
                  <a:cubicBezTo>
                    <a:pt x="389" y="10"/>
                    <a:pt x="389" y="10"/>
                    <a:pt x="389" y="10"/>
                  </a:cubicBezTo>
                  <a:cubicBezTo>
                    <a:pt x="388" y="10"/>
                    <a:pt x="387" y="9"/>
                    <a:pt x="387" y="9"/>
                  </a:cubicBezTo>
                  <a:cubicBezTo>
                    <a:pt x="387" y="9"/>
                    <a:pt x="387" y="9"/>
                    <a:pt x="387" y="9"/>
                  </a:cubicBezTo>
                  <a:cubicBezTo>
                    <a:pt x="386" y="9"/>
                    <a:pt x="386" y="9"/>
                    <a:pt x="386" y="10"/>
                  </a:cubicBezTo>
                  <a:cubicBezTo>
                    <a:pt x="386" y="10"/>
                    <a:pt x="386" y="10"/>
                    <a:pt x="386" y="10"/>
                  </a:cubicBezTo>
                  <a:cubicBezTo>
                    <a:pt x="386" y="11"/>
                    <a:pt x="387" y="11"/>
                    <a:pt x="387" y="11"/>
                  </a:cubicBezTo>
                  <a:cubicBezTo>
                    <a:pt x="386" y="12"/>
                    <a:pt x="386" y="12"/>
                    <a:pt x="386" y="12"/>
                  </a:cubicBezTo>
                  <a:cubicBezTo>
                    <a:pt x="385" y="11"/>
                    <a:pt x="385" y="11"/>
                    <a:pt x="385" y="11"/>
                  </a:cubicBezTo>
                  <a:cubicBezTo>
                    <a:pt x="385" y="11"/>
                    <a:pt x="385" y="11"/>
                    <a:pt x="385" y="11"/>
                  </a:cubicBezTo>
                  <a:cubicBezTo>
                    <a:pt x="385" y="10"/>
                    <a:pt x="385" y="10"/>
                    <a:pt x="385" y="10"/>
                  </a:cubicBezTo>
                  <a:cubicBezTo>
                    <a:pt x="385" y="10"/>
                    <a:pt x="385" y="10"/>
                    <a:pt x="385" y="10"/>
                  </a:cubicBezTo>
                  <a:cubicBezTo>
                    <a:pt x="385" y="10"/>
                    <a:pt x="385" y="10"/>
                    <a:pt x="385" y="10"/>
                  </a:cubicBezTo>
                  <a:cubicBezTo>
                    <a:pt x="385" y="9"/>
                    <a:pt x="385" y="9"/>
                    <a:pt x="385" y="9"/>
                  </a:cubicBezTo>
                  <a:cubicBezTo>
                    <a:pt x="384" y="10"/>
                    <a:pt x="384" y="10"/>
                    <a:pt x="384" y="10"/>
                  </a:cubicBezTo>
                  <a:cubicBezTo>
                    <a:pt x="383" y="10"/>
                    <a:pt x="383" y="10"/>
                    <a:pt x="383" y="10"/>
                  </a:cubicBezTo>
                  <a:cubicBezTo>
                    <a:pt x="383" y="10"/>
                    <a:pt x="383" y="10"/>
                    <a:pt x="383" y="10"/>
                  </a:cubicBezTo>
                  <a:cubicBezTo>
                    <a:pt x="383" y="9"/>
                    <a:pt x="383" y="9"/>
                    <a:pt x="383" y="9"/>
                  </a:cubicBezTo>
                  <a:cubicBezTo>
                    <a:pt x="383" y="9"/>
                    <a:pt x="383" y="9"/>
                    <a:pt x="383" y="9"/>
                  </a:cubicBezTo>
                  <a:cubicBezTo>
                    <a:pt x="383" y="9"/>
                    <a:pt x="383" y="9"/>
                    <a:pt x="382" y="10"/>
                  </a:cubicBezTo>
                  <a:cubicBezTo>
                    <a:pt x="382" y="10"/>
                    <a:pt x="381" y="10"/>
                    <a:pt x="381" y="10"/>
                  </a:cubicBezTo>
                  <a:cubicBezTo>
                    <a:pt x="378" y="10"/>
                    <a:pt x="380" y="11"/>
                    <a:pt x="380" y="11"/>
                  </a:cubicBezTo>
                  <a:cubicBezTo>
                    <a:pt x="380" y="11"/>
                    <a:pt x="381" y="11"/>
                    <a:pt x="381" y="11"/>
                  </a:cubicBezTo>
                  <a:cubicBezTo>
                    <a:pt x="381" y="11"/>
                    <a:pt x="381" y="12"/>
                    <a:pt x="381" y="12"/>
                  </a:cubicBezTo>
                  <a:cubicBezTo>
                    <a:pt x="380" y="13"/>
                    <a:pt x="381" y="13"/>
                    <a:pt x="381" y="14"/>
                  </a:cubicBezTo>
                  <a:cubicBezTo>
                    <a:pt x="380" y="14"/>
                    <a:pt x="380" y="12"/>
                    <a:pt x="379" y="12"/>
                  </a:cubicBezTo>
                  <a:cubicBezTo>
                    <a:pt x="379" y="13"/>
                    <a:pt x="379" y="13"/>
                    <a:pt x="379" y="14"/>
                  </a:cubicBezTo>
                  <a:cubicBezTo>
                    <a:pt x="380" y="15"/>
                    <a:pt x="381" y="15"/>
                    <a:pt x="381" y="15"/>
                  </a:cubicBezTo>
                  <a:cubicBezTo>
                    <a:pt x="381" y="14"/>
                    <a:pt x="381" y="14"/>
                    <a:pt x="381" y="14"/>
                  </a:cubicBezTo>
                  <a:cubicBezTo>
                    <a:pt x="381" y="14"/>
                    <a:pt x="381" y="14"/>
                    <a:pt x="381" y="14"/>
                  </a:cubicBezTo>
                  <a:cubicBezTo>
                    <a:pt x="382" y="15"/>
                    <a:pt x="382" y="15"/>
                    <a:pt x="382" y="15"/>
                  </a:cubicBezTo>
                  <a:cubicBezTo>
                    <a:pt x="382" y="15"/>
                    <a:pt x="382" y="15"/>
                    <a:pt x="383" y="15"/>
                  </a:cubicBezTo>
                  <a:cubicBezTo>
                    <a:pt x="383" y="15"/>
                    <a:pt x="383" y="15"/>
                    <a:pt x="383" y="15"/>
                  </a:cubicBezTo>
                  <a:cubicBezTo>
                    <a:pt x="384" y="15"/>
                    <a:pt x="384" y="14"/>
                    <a:pt x="384" y="14"/>
                  </a:cubicBezTo>
                  <a:cubicBezTo>
                    <a:pt x="384" y="14"/>
                    <a:pt x="384" y="14"/>
                    <a:pt x="385" y="14"/>
                  </a:cubicBezTo>
                  <a:cubicBezTo>
                    <a:pt x="385" y="14"/>
                    <a:pt x="385" y="14"/>
                    <a:pt x="385" y="14"/>
                  </a:cubicBezTo>
                  <a:cubicBezTo>
                    <a:pt x="385" y="13"/>
                    <a:pt x="385" y="13"/>
                    <a:pt x="385" y="13"/>
                  </a:cubicBezTo>
                  <a:cubicBezTo>
                    <a:pt x="385" y="13"/>
                    <a:pt x="385" y="13"/>
                    <a:pt x="385" y="13"/>
                  </a:cubicBezTo>
                  <a:cubicBezTo>
                    <a:pt x="385" y="13"/>
                    <a:pt x="385" y="13"/>
                    <a:pt x="385" y="14"/>
                  </a:cubicBezTo>
                  <a:cubicBezTo>
                    <a:pt x="386" y="14"/>
                    <a:pt x="386" y="14"/>
                    <a:pt x="387" y="14"/>
                  </a:cubicBezTo>
                  <a:cubicBezTo>
                    <a:pt x="387" y="14"/>
                    <a:pt x="387" y="14"/>
                    <a:pt x="387" y="14"/>
                  </a:cubicBezTo>
                  <a:cubicBezTo>
                    <a:pt x="388" y="14"/>
                    <a:pt x="388" y="14"/>
                    <a:pt x="388" y="14"/>
                  </a:cubicBezTo>
                  <a:cubicBezTo>
                    <a:pt x="388" y="15"/>
                    <a:pt x="388" y="15"/>
                    <a:pt x="388" y="15"/>
                  </a:cubicBezTo>
                  <a:cubicBezTo>
                    <a:pt x="388" y="15"/>
                    <a:pt x="388" y="15"/>
                    <a:pt x="388" y="15"/>
                  </a:cubicBezTo>
                  <a:cubicBezTo>
                    <a:pt x="388" y="15"/>
                    <a:pt x="388" y="15"/>
                    <a:pt x="387" y="15"/>
                  </a:cubicBezTo>
                  <a:cubicBezTo>
                    <a:pt x="387" y="15"/>
                    <a:pt x="387" y="15"/>
                    <a:pt x="387" y="15"/>
                  </a:cubicBezTo>
                  <a:cubicBezTo>
                    <a:pt x="387" y="15"/>
                    <a:pt x="383" y="15"/>
                    <a:pt x="383" y="16"/>
                  </a:cubicBezTo>
                  <a:cubicBezTo>
                    <a:pt x="383" y="17"/>
                    <a:pt x="383" y="17"/>
                    <a:pt x="383" y="17"/>
                  </a:cubicBezTo>
                  <a:cubicBezTo>
                    <a:pt x="384" y="17"/>
                    <a:pt x="384" y="17"/>
                    <a:pt x="384" y="17"/>
                  </a:cubicBezTo>
                  <a:cubicBezTo>
                    <a:pt x="384" y="17"/>
                    <a:pt x="384" y="17"/>
                    <a:pt x="384" y="17"/>
                  </a:cubicBezTo>
                  <a:cubicBezTo>
                    <a:pt x="385" y="17"/>
                    <a:pt x="385" y="17"/>
                    <a:pt x="386" y="17"/>
                  </a:cubicBezTo>
                  <a:cubicBezTo>
                    <a:pt x="386" y="17"/>
                    <a:pt x="387" y="16"/>
                    <a:pt x="387" y="16"/>
                  </a:cubicBezTo>
                  <a:cubicBezTo>
                    <a:pt x="387" y="16"/>
                    <a:pt x="387" y="16"/>
                    <a:pt x="387" y="16"/>
                  </a:cubicBezTo>
                  <a:cubicBezTo>
                    <a:pt x="387" y="16"/>
                    <a:pt x="387" y="16"/>
                    <a:pt x="388" y="16"/>
                  </a:cubicBezTo>
                  <a:cubicBezTo>
                    <a:pt x="387" y="17"/>
                    <a:pt x="387" y="17"/>
                    <a:pt x="387" y="17"/>
                  </a:cubicBezTo>
                  <a:cubicBezTo>
                    <a:pt x="386" y="18"/>
                    <a:pt x="386" y="18"/>
                    <a:pt x="386" y="18"/>
                  </a:cubicBezTo>
                  <a:cubicBezTo>
                    <a:pt x="386" y="18"/>
                    <a:pt x="386" y="18"/>
                    <a:pt x="386" y="18"/>
                  </a:cubicBezTo>
                  <a:cubicBezTo>
                    <a:pt x="383" y="17"/>
                    <a:pt x="383" y="18"/>
                    <a:pt x="384" y="19"/>
                  </a:cubicBezTo>
                  <a:cubicBezTo>
                    <a:pt x="384" y="19"/>
                    <a:pt x="384" y="19"/>
                    <a:pt x="385" y="19"/>
                  </a:cubicBezTo>
                  <a:cubicBezTo>
                    <a:pt x="386" y="19"/>
                    <a:pt x="386" y="19"/>
                    <a:pt x="388" y="22"/>
                  </a:cubicBezTo>
                  <a:cubicBezTo>
                    <a:pt x="388" y="22"/>
                    <a:pt x="388" y="22"/>
                    <a:pt x="388" y="22"/>
                  </a:cubicBezTo>
                  <a:cubicBezTo>
                    <a:pt x="388" y="21"/>
                    <a:pt x="388" y="21"/>
                    <a:pt x="388" y="21"/>
                  </a:cubicBezTo>
                  <a:cubicBezTo>
                    <a:pt x="388" y="21"/>
                    <a:pt x="389" y="21"/>
                    <a:pt x="389" y="20"/>
                  </a:cubicBezTo>
                  <a:cubicBezTo>
                    <a:pt x="389" y="19"/>
                    <a:pt x="389" y="19"/>
                    <a:pt x="389" y="18"/>
                  </a:cubicBezTo>
                  <a:cubicBezTo>
                    <a:pt x="390" y="18"/>
                    <a:pt x="390" y="18"/>
                    <a:pt x="390" y="18"/>
                  </a:cubicBezTo>
                  <a:cubicBezTo>
                    <a:pt x="390" y="17"/>
                    <a:pt x="390" y="17"/>
                    <a:pt x="390" y="16"/>
                  </a:cubicBezTo>
                  <a:cubicBezTo>
                    <a:pt x="391" y="16"/>
                    <a:pt x="391" y="16"/>
                    <a:pt x="391" y="16"/>
                  </a:cubicBezTo>
                  <a:cubicBezTo>
                    <a:pt x="391" y="15"/>
                    <a:pt x="391" y="14"/>
                    <a:pt x="391" y="14"/>
                  </a:cubicBezTo>
                  <a:cubicBezTo>
                    <a:pt x="391" y="14"/>
                    <a:pt x="392" y="14"/>
                    <a:pt x="393" y="14"/>
                  </a:cubicBezTo>
                  <a:cubicBezTo>
                    <a:pt x="393" y="14"/>
                    <a:pt x="393" y="14"/>
                    <a:pt x="393" y="14"/>
                  </a:cubicBezTo>
                  <a:cubicBezTo>
                    <a:pt x="393" y="14"/>
                    <a:pt x="393" y="15"/>
                    <a:pt x="393" y="15"/>
                  </a:cubicBezTo>
                  <a:cubicBezTo>
                    <a:pt x="395" y="15"/>
                    <a:pt x="395" y="17"/>
                    <a:pt x="395" y="17"/>
                  </a:cubicBezTo>
                  <a:cubicBezTo>
                    <a:pt x="394" y="17"/>
                    <a:pt x="394" y="18"/>
                    <a:pt x="395" y="18"/>
                  </a:cubicBezTo>
                  <a:cubicBezTo>
                    <a:pt x="395" y="18"/>
                    <a:pt x="395" y="18"/>
                    <a:pt x="395" y="18"/>
                  </a:cubicBezTo>
                  <a:cubicBezTo>
                    <a:pt x="396" y="18"/>
                    <a:pt x="396" y="17"/>
                    <a:pt x="397" y="17"/>
                  </a:cubicBezTo>
                  <a:cubicBezTo>
                    <a:pt x="397" y="18"/>
                    <a:pt x="397" y="18"/>
                    <a:pt x="398" y="19"/>
                  </a:cubicBezTo>
                  <a:cubicBezTo>
                    <a:pt x="398" y="19"/>
                    <a:pt x="398" y="19"/>
                    <a:pt x="399" y="19"/>
                  </a:cubicBezTo>
                  <a:cubicBezTo>
                    <a:pt x="399" y="19"/>
                    <a:pt x="399" y="19"/>
                    <a:pt x="399" y="19"/>
                  </a:cubicBezTo>
                  <a:cubicBezTo>
                    <a:pt x="399" y="18"/>
                    <a:pt x="399" y="18"/>
                    <a:pt x="399" y="18"/>
                  </a:cubicBezTo>
                  <a:cubicBezTo>
                    <a:pt x="400" y="18"/>
                    <a:pt x="400" y="18"/>
                    <a:pt x="401" y="18"/>
                  </a:cubicBezTo>
                  <a:cubicBezTo>
                    <a:pt x="401" y="18"/>
                    <a:pt x="401" y="18"/>
                    <a:pt x="401" y="18"/>
                  </a:cubicBezTo>
                  <a:moveTo>
                    <a:pt x="609" y="325"/>
                  </a:moveTo>
                  <a:cubicBezTo>
                    <a:pt x="608" y="313"/>
                    <a:pt x="607" y="300"/>
                    <a:pt x="605" y="288"/>
                  </a:cubicBezTo>
                  <a:cubicBezTo>
                    <a:pt x="590" y="288"/>
                    <a:pt x="575" y="288"/>
                    <a:pt x="558" y="288"/>
                  </a:cubicBezTo>
                  <a:cubicBezTo>
                    <a:pt x="537" y="287"/>
                    <a:pt x="514" y="287"/>
                    <a:pt x="492" y="287"/>
                  </a:cubicBezTo>
                  <a:cubicBezTo>
                    <a:pt x="492" y="287"/>
                    <a:pt x="490" y="292"/>
                    <a:pt x="489" y="294"/>
                  </a:cubicBezTo>
                  <a:cubicBezTo>
                    <a:pt x="488" y="294"/>
                    <a:pt x="488" y="294"/>
                    <a:pt x="488" y="294"/>
                  </a:cubicBezTo>
                  <a:cubicBezTo>
                    <a:pt x="488" y="295"/>
                    <a:pt x="488" y="295"/>
                    <a:pt x="488" y="295"/>
                  </a:cubicBezTo>
                  <a:cubicBezTo>
                    <a:pt x="487" y="295"/>
                    <a:pt x="487" y="295"/>
                    <a:pt x="487" y="295"/>
                  </a:cubicBezTo>
                  <a:cubicBezTo>
                    <a:pt x="486" y="295"/>
                    <a:pt x="486" y="295"/>
                    <a:pt x="484" y="295"/>
                  </a:cubicBezTo>
                  <a:cubicBezTo>
                    <a:pt x="484" y="295"/>
                    <a:pt x="484" y="295"/>
                    <a:pt x="484" y="295"/>
                  </a:cubicBezTo>
                  <a:cubicBezTo>
                    <a:pt x="483" y="295"/>
                    <a:pt x="483" y="295"/>
                    <a:pt x="483" y="295"/>
                  </a:cubicBezTo>
                  <a:cubicBezTo>
                    <a:pt x="482" y="296"/>
                    <a:pt x="482" y="296"/>
                    <a:pt x="482" y="296"/>
                  </a:cubicBezTo>
                  <a:cubicBezTo>
                    <a:pt x="482" y="296"/>
                    <a:pt x="482" y="296"/>
                    <a:pt x="482" y="296"/>
                  </a:cubicBezTo>
                  <a:cubicBezTo>
                    <a:pt x="481" y="296"/>
                    <a:pt x="481" y="296"/>
                    <a:pt x="480" y="296"/>
                  </a:cubicBezTo>
                  <a:cubicBezTo>
                    <a:pt x="480" y="295"/>
                    <a:pt x="479" y="295"/>
                    <a:pt x="479" y="295"/>
                  </a:cubicBezTo>
                  <a:cubicBezTo>
                    <a:pt x="479" y="295"/>
                    <a:pt x="478" y="294"/>
                    <a:pt x="478" y="294"/>
                  </a:cubicBezTo>
                  <a:cubicBezTo>
                    <a:pt x="478" y="294"/>
                    <a:pt x="475" y="294"/>
                    <a:pt x="473" y="294"/>
                  </a:cubicBezTo>
                  <a:cubicBezTo>
                    <a:pt x="473" y="294"/>
                    <a:pt x="473" y="294"/>
                    <a:pt x="473" y="294"/>
                  </a:cubicBezTo>
                  <a:cubicBezTo>
                    <a:pt x="472" y="294"/>
                    <a:pt x="472" y="294"/>
                    <a:pt x="472" y="294"/>
                  </a:cubicBezTo>
                  <a:cubicBezTo>
                    <a:pt x="471" y="294"/>
                    <a:pt x="471" y="294"/>
                    <a:pt x="471" y="294"/>
                  </a:cubicBezTo>
                  <a:cubicBezTo>
                    <a:pt x="473" y="295"/>
                    <a:pt x="474" y="295"/>
                    <a:pt x="477" y="296"/>
                  </a:cubicBezTo>
                  <a:cubicBezTo>
                    <a:pt x="478" y="296"/>
                    <a:pt x="478" y="297"/>
                    <a:pt x="478" y="297"/>
                  </a:cubicBezTo>
                  <a:cubicBezTo>
                    <a:pt x="478" y="298"/>
                    <a:pt x="478" y="298"/>
                    <a:pt x="478" y="298"/>
                  </a:cubicBezTo>
                  <a:cubicBezTo>
                    <a:pt x="478" y="299"/>
                    <a:pt x="478" y="299"/>
                    <a:pt x="479" y="300"/>
                  </a:cubicBezTo>
                  <a:cubicBezTo>
                    <a:pt x="479" y="300"/>
                    <a:pt x="479" y="301"/>
                    <a:pt x="479" y="301"/>
                  </a:cubicBezTo>
                  <a:cubicBezTo>
                    <a:pt x="479" y="302"/>
                    <a:pt x="479" y="302"/>
                    <a:pt x="479" y="302"/>
                  </a:cubicBezTo>
                  <a:cubicBezTo>
                    <a:pt x="479" y="303"/>
                    <a:pt x="479" y="303"/>
                    <a:pt x="479" y="303"/>
                  </a:cubicBezTo>
                  <a:cubicBezTo>
                    <a:pt x="479" y="306"/>
                    <a:pt x="482" y="308"/>
                    <a:pt x="483" y="311"/>
                  </a:cubicBezTo>
                  <a:cubicBezTo>
                    <a:pt x="485" y="314"/>
                    <a:pt x="486" y="314"/>
                    <a:pt x="487" y="315"/>
                  </a:cubicBezTo>
                  <a:cubicBezTo>
                    <a:pt x="488" y="315"/>
                    <a:pt x="488" y="315"/>
                    <a:pt x="489" y="315"/>
                  </a:cubicBezTo>
                  <a:cubicBezTo>
                    <a:pt x="491" y="316"/>
                    <a:pt x="491" y="313"/>
                    <a:pt x="492" y="312"/>
                  </a:cubicBezTo>
                  <a:cubicBezTo>
                    <a:pt x="492" y="313"/>
                    <a:pt x="493" y="313"/>
                    <a:pt x="493" y="313"/>
                  </a:cubicBezTo>
                  <a:cubicBezTo>
                    <a:pt x="495" y="316"/>
                    <a:pt x="498" y="318"/>
                    <a:pt x="499" y="321"/>
                  </a:cubicBezTo>
                  <a:cubicBezTo>
                    <a:pt x="505" y="332"/>
                    <a:pt x="505" y="332"/>
                    <a:pt x="505" y="332"/>
                  </a:cubicBezTo>
                  <a:cubicBezTo>
                    <a:pt x="505" y="333"/>
                    <a:pt x="505" y="333"/>
                    <a:pt x="505" y="333"/>
                  </a:cubicBezTo>
                  <a:cubicBezTo>
                    <a:pt x="504" y="335"/>
                    <a:pt x="504" y="337"/>
                    <a:pt x="505" y="339"/>
                  </a:cubicBezTo>
                  <a:cubicBezTo>
                    <a:pt x="506" y="341"/>
                    <a:pt x="509" y="340"/>
                    <a:pt x="510" y="341"/>
                  </a:cubicBezTo>
                  <a:cubicBezTo>
                    <a:pt x="511" y="342"/>
                    <a:pt x="516" y="352"/>
                    <a:pt x="516" y="352"/>
                  </a:cubicBezTo>
                  <a:cubicBezTo>
                    <a:pt x="518" y="356"/>
                    <a:pt x="514" y="362"/>
                    <a:pt x="519" y="364"/>
                  </a:cubicBezTo>
                  <a:cubicBezTo>
                    <a:pt x="519" y="364"/>
                    <a:pt x="525" y="368"/>
                    <a:pt x="527" y="373"/>
                  </a:cubicBezTo>
                  <a:cubicBezTo>
                    <a:pt x="527" y="376"/>
                    <a:pt x="528" y="376"/>
                    <a:pt x="529" y="377"/>
                  </a:cubicBezTo>
                  <a:cubicBezTo>
                    <a:pt x="531" y="379"/>
                    <a:pt x="531" y="379"/>
                    <a:pt x="538" y="397"/>
                  </a:cubicBezTo>
                  <a:cubicBezTo>
                    <a:pt x="538" y="401"/>
                    <a:pt x="538" y="404"/>
                    <a:pt x="538" y="408"/>
                  </a:cubicBezTo>
                  <a:cubicBezTo>
                    <a:pt x="539" y="414"/>
                    <a:pt x="547" y="415"/>
                    <a:pt x="549" y="412"/>
                  </a:cubicBezTo>
                  <a:cubicBezTo>
                    <a:pt x="553" y="408"/>
                    <a:pt x="553" y="408"/>
                    <a:pt x="555" y="407"/>
                  </a:cubicBezTo>
                  <a:cubicBezTo>
                    <a:pt x="557" y="407"/>
                    <a:pt x="559" y="407"/>
                    <a:pt x="561" y="407"/>
                  </a:cubicBezTo>
                  <a:cubicBezTo>
                    <a:pt x="561" y="407"/>
                    <a:pt x="561" y="407"/>
                    <a:pt x="561" y="407"/>
                  </a:cubicBezTo>
                  <a:cubicBezTo>
                    <a:pt x="562" y="408"/>
                    <a:pt x="562" y="408"/>
                    <a:pt x="563" y="408"/>
                  </a:cubicBezTo>
                  <a:cubicBezTo>
                    <a:pt x="563" y="408"/>
                    <a:pt x="563" y="408"/>
                    <a:pt x="563" y="408"/>
                  </a:cubicBezTo>
                  <a:cubicBezTo>
                    <a:pt x="564" y="408"/>
                    <a:pt x="564" y="407"/>
                    <a:pt x="565" y="406"/>
                  </a:cubicBezTo>
                  <a:cubicBezTo>
                    <a:pt x="569" y="400"/>
                    <a:pt x="577" y="402"/>
                    <a:pt x="582" y="397"/>
                  </a:cubicBezTo>
                  <a:cubicBezTo>
                    <a:pt x="583" y="396"/>
                    <a:pt x="583" y="396"/>
                    <a:pt x="586" y="396"/>
                  </a:cubicBezTo>
                  <a:cubicBezTo>
                    <a:pt x="587" y="395"/>
                    <a:pt x="587" y="395"/>
                    <a:pt x="587" y="395"/>
                  </a:cubicBezTo>
                  <a:cubicBezTo>
                    <a:pt x="587" y="392"/>
                    <a:pt x="587" y="392"/>
                    <a:pt x="588" y="391"/>
                  </a:cubicBezTo>
                  <a:cubicBezTo>
                    <a:pt x="589" y="391"/>
                    <a:pt x="589" y="391"/>
                    <a:pt x="591" y="390"/>
                  </a:cubicBezTo>
                  <a:cubicBezTo>
                    <a:pt x="593" y="389"/>
                    <a:pt x="593" y="389"/>
                    <a:pt x="601" y="389"/>
                  </a:cubicBezTo>
                  <a:cubicBezTo>
                    <a:pt x="601" y="389"/>
                    <a:pt x="601" y="385"/>
                    <a:pt x="603" y="382"/>
                  </a:cubicBezTo>
                  <a:cubicBezTo>
                    <a:pt x="605" y="382"/>
                    <a:pt x="606" y="382"/>
                    <a:pt x="608" y="382"/>
                  </a:cubicBezTo>
                  <a:cubicBezTo>
                    <a:pt x="609" y="379"/>
                    <a:pt x="610" y="376"/>
                    <a:pt x="610" y="376"/>
                  </a:cubicBezTo>
                  <a:cubicBezTo>
                    <a:pt x="611" y="365"/>
                    <a:pt x="610" y="354"/>
                    <a:pt x="610" y="342"/>
                  </a:cubicBezTo>
                  <a:cubicBezTo>
                    <a:pt x="609" y="343"/>
                    <a:pt x="609" y="343"/>
                    <a:pt x="609" y="343"/>
                  </a:cubicBezTo>
                  <a:cubicBezTo>
                    <a:pt x="608" y="342"/>
                    <a:pt x="609" y="340"/>
                    <a:pt x="608" y="339"/>
                  </a:cubicBezTo>
                  <a:cubicBezTo>
                    <a:pt x="607" y="339"/>
                    <a:pt x="607" y="339"/>
                    <a:pt x="607" y="338"/>
                  </a:cubicBezTo>
                  <a:cubicBezTo>
                    <a:pt x="607" y="335"/>
                    <a:pt x="606" y="333"/>
                    <a:pt x="606" y="331"/>
                  </a:cubicBezTo>
                  <a:cubicBezTo>
                    <a:pt x="606" y="330"/>
                    <a:pt x="606" y="330"/>
                    <a:pt x="605" y="329"/>
                  </a:cubicBezTo>
                  <a:cubicBezTo>
                    <a:pt x="602" y="331"/>
                    <a:pt x="602" y="331"/>
                    <a:pt x="601" y="340"/>
                  </a:cubicBezTo>
                  <a:cubicBezTo>
                    <a:pt x="600" y="340"/>
                    <a:pt x="599" y="340"/>
                    <a:pt x="597" y="340"/>
                  </a:cubicBezTo>
                  <a:cubicBezTo>
                    <a:pt x="596" y="340"/>
                    <a:pt x="596" y="340"/>
                    <a:pt x="596" y="340"/>
                  </a:cubicBezTo>
                  <a:cubicBezTo>
                    <a:pt x="595" y="340"/>
                    <a:pt x="594" y="339"/>
                    <a:pt x="593" y="339"/>
                  </a:cubicBezTo>
                  <a:cubicBezTo>
                    <a:pt x="592" y="339"/>
                    <a:pt x="592" y="339"/>
                    <a:pt x="592" y="339"/>
                  </a:cubicBezTo>
                  <a:cubicBezTo>
                    <a:pt x="589" y="341"/>
                    <a:pt x="589" y="341"/>
                    <a:pt x="588" y="343"/>
                  </a:cubicBezTo>
                  <a:cubicBezTo>
                    <a:pt x="588" y="343"/>
                    <a:pt x="584" y="342"/>
                    <a:pt x="584" y="337"/>
                  </a:cubicBezTo>
                  <a:cubicBezTo>
                    <a:pt x="584" y="337"/>
                    <a:pt x="584" y="336"/>
                    <a:pt x="585" y="336"/>
                  </a:cubicBezTo>
                  <a:cubicBezTo>
                    <a:pt x="586" y="335"/>
                    <a:pt x="586" y="335"/>
                    <a:pt x="587" y="335"/>
                  </a:cubicBezTo>
                  <a:cubicBezTo>
                    <a:pt x="587" y="335"/>
                    <a:pt x="588" y="335"/>
                    <a:pt x="588" y="335"/>
                  </a:cubicBezTo>
                  <a:cubicBezTo>
                    <a:pt x="594" y="338"/>
                    <a:pt x="594" y="334"/>
                    <a:pt x="594" y="334"/>
                  </a:cubicBezTo>
                  <a:cubicBezTo>
                    <a:pt x="593" y="334"/>
                    <a:pt x="593" y="334"/>
                    <a:pt x="593" y="334"/>
                  </a:cubicBezTo>
                  <a:cubicBezTo>
                    <a:pt x="592" y="333"/>
                    <a:pt x="592" y="333"/>
                    <a:pt x="591" y="333"/>
                  </a:cubicBezTo>
                  <a:cubicBezTo>
                    <a:pt x="591" y="333"/>
                    <a:pt x="590" y="333"/>
                    <a:pt x="590" y="334"/>
                  </a:cubicBezTo>
                  <a:cubicBezTo>
                    <a:pt x="589" y="334"/>
                    <a:pt x="589" y="334"/>
                    <a:pt x="588" y="334"/>
                  </a:cubicBezTo>
                  <a:cubicBezTo>
                    <a:pt x="585" y="333"/>
                    <a:pt x="582" y="333"/>
                    <a:pt x="580" y="332"/>
                  </a:cubicBezTo>
                  <a:cubicBezTo>
                    <a:pt x="579" y="332"/>
                    <a:pt x="578" y="332"/>
                    <a:pt x="578" y="332"/>
                  </a:cubicBezTo>
                  <a:cubicBezTo>
                    <a:pt x="578" y="330"/>
                    <a:pt x="578" y="327"/>
                    <a:pt x="577" y="325"/>
                  </a:cubicBezTo>
                  <a:cubicBezTo>
                    <a:pt x="576" y="324"/>
                    <a:pt x="576" y="324"/>
                    <a:pt x="570" y="321"/>
                  </a:cubicBezTo>
                  <a:cubicBezTo>
                    <a:pt x="568" y="316"/>
                    <a:pt x="565" y="311"/>
                    <a:pt x="565" y="305"/>
                  </a:cubicBezTo>
                  <a:cubicBezTo>
                    <a:pt x="566" y="301"/>
                    <a:pt x="571" y="303"/>
                    <a:pt x="572" y="303"/>
                  </a:cubicBezTo>
                  <a:cubicBezTo>
                    <a:pt x="572" y="304"/>
                    <a:pt x="572" y="304"/>
                    <a:pt x="576" y="308"/>
                  </a:cubicBezTo>
                  <a:cubicBezTo>
                    <a:pt x="578" y="310"/>
                    <a:pt x="578" y="310"/>
                    <a:pt x="580" y="314"/>
                  </a:cubicBezTo>
                  <a:cubicBezTo>
                    <a:pt x="581" y="317"/>
                    <a:pt x="584" y="317"/>
                    <a:pt x="586" y="319"/>
                  </a:cubicBezTo>
                  <a:cubicBezTo>
                    <a:pt x="589" y="323"/>
                    <a:pt x="590" y="323"/>
                    <a:pt x="598" y="324"/>
                  </a:cubicBezTo>
                  <a:cubicBezTo>
                    <a:pt x="599" y="324"/>
                    <a:pt x="599" y="324"/>
                    <a:pt x="599" y="324"/>
                  </a:cubicBezTo>
                  <a:cubicBezTo>
                    <a:pt x="599" y="324"/>
                    <a:pt x="600" y="324"/>
                    <a:pt x="600" y="324"/>
                  </a:cubicBezTo>
                  <a:cubicBezTo>
                    <a:pt x="601" y="324"/>
                    <a:pt x="602" y="324"/>
                    <a:pt x="604" y="323"/>
                  </a:cubicBezTo>
                  <a:cubicBezTo>
                    <a:pt x="604" y="323"/>
                    <a:pt x="605" y="323"/>
                    <a:pt x="605" y="323"/>
                  </a:cubicBezTo>
                  <a:cubicBezTo>
                    <a:pt x="607" y="323"/>
                    <a:pt x="607" y="323"/>
                    <a:pt x="609" y="325"/>
                  </a:cubicBezTo>
                  <a:cubicBezTo>
                    <a:pt x="609" y="325"/>
                    <a:pt x="609" y="325"/>
                    <a:pt x="609" y="325"/>
                  </a:cubicBezTo>
                  <a:moveTo>
                    <a:pt x="680" y="160"/>
                  </a:moveTo>
                  <a:cubicBezTo>
                    <a:pt x="671" y="147"/>
                    <a:pt x="657" y="130"/>
                    <a:pt x="646" y="118"/>
                  </a:cubicBezTo>
                  <a:cubicBezTo>
                    <a:pt x="649" y="120"/>
                    <a:pt x="614" y="121"/>
                    <a:pt x="550" y="121"/>
                  </a:cubicBezTo>
                  <a:cubicBezTo>
                    <a:pt x="577" y="168"/>
                    <a:pt x="596" y="225"/>
                    <a:pt x="605" y="288"/>
                  </a:cubicBezTo>
                  <a:cubicBezTo>
                    <a:pt x="690" y="289"/>
                    <a:pt x="736" y="287"/>
                    <a:pt x="736" y="284"/>
                  </a:cubicBezTo>
                  <a:cubicBezTo>
                    <a:pt x="730" y="264"/>
                    <a:pt x="730" y="264"/>
                    <a:pt x="730" y="264"/>
                  </a:cubicBezTo>
                  <a:cubicBezTo>
                    <a:pt x="718" y="228"/>
                    <a:pt x="718" y="227"/>
                    <a:pt x="709" y="210"/>
                  </a:cubicBezTo>
                  <a:cubicBezTo>
                    <a:pt x="693" y="178"/>
                    <a:pt x="690" y="173"/>
                    <a:pt x="680" y="160"/>
                  </a:cubicBezTo>
                  <a:moveTo>
                    <a:pt x="415" y="119"/>
                  </a:moveTo>
                  <a:cubicBezTo>
                    <a:pt x="416" y="119"/>
                    <a:pt x="418" y="119"/>
                    <a:pt x="420" y="119"/>
                  </a:cubicBezTo>
                  <a:cubicBezTo>
                    <a:pt x="419" y="119"/>
                    <a:pt x="419" y="119"/>
                    <a:pt x="419" y="119"/>
                  </a:cubicBezTo>
                  <a:cubicBezTo>
                    <a:pt x="418" y="119"/>
                    <a:pt x="418" y="119"/>
                    <a:pt x="418" y="119"/>
                  </a:cubicBezTo>
                  <a:cubicBezTo>
                    <a:pt x="418" y="119"/>
                    <a:pt x="418" y="119"/>
                    <a:pt x="418" y="119"/>
                  </a:cubicBezTo>
                  <a:cubicBezTo>
                    <a:pt x="418" y="119"/>
                    <a:pt x="418" y="119"/>
                    <a:pt x="417" y="118"/>
                  </a:cubicBezTo>
                  <a:cubicBezTo>
                    <a:pt x="417" y="117"/>
                    <a:pt x="417" y="117"/>
                    <a:pt x="417" y="117"/>
                  </a:cubicBezTo>
                  <a:cubicBezTo>
                    <a:pt x="417" y="117"/>
                    <a:pt x="417" y="117"/>
                    <a:pt x="417" y="117"/>
                  </a:cubicBezTo>
                  <a:cubicBezTo>
                    <a:pt x="416" y="117"/>
                    <a:pt x="416" y="117"/>
                    <a:pt x="415" y="117"/>
                  </a:cubicBezTo>
                  <a:cubicBezTo>
                    <a:pt x="415" y="117"/>
                    <a:pt x="415" y="117"/>
                    <a:pt x="415" y="117"/>
                  </a:cubicBezTo>
                  <a:cubicBezTo>
                    <a:pt x="414" y="118"/>
                    <a:pt x="414" y="118"/>
                    <a:pt x="414" y="118"/>
                  </a:cubicBezTo>
                  <a:cubicBezTo>
                    <a:pt x="414" y="118"/>
                    <a:pt x="414" y="118"/>
                    <a:pt x="414" y="118"/>
                  </a:cubicBezTo>
                  <a:cubicBezTo>
                    <a:pt x="415" y="119"/>
                    <a:pt x="415" y="119"/>
                    <a:pt x="415" y="119"/>
                  </a:cubicBezTo>
                  <a:moveTo>
                    <a:pt x="416" y="52"/>
                  </a:moveTo>
                  <a:cubicBezTo>
                    <a:pt x="416" y="51"/>
                    <a:pt x="416" y="50"/>
                    <a:pt x="415" y="50"/>
                  </a:cubicBezTo>
                  <a:cubicBezTo>
                    <a:pt x="415" y="50"/>
                    <a:pt x="415" y="50"/>
                    <a:pt x="415" y="50"/>
                  </a:cubicBezTo>
                  <a:cubicBezTo>
                    <a:pt x="415" y="50"/>
                    <a:pt x="415" y="50"/>
                    <a:pt x="415" y="50"/>
                  </a:cubicBezTo>
                  <a:cubicBezTo>
                    <a:pt x="414" y="50"/>
                    <a:pt x="414" y="50"/>
                    <a:pt x="413" y="50"/>
                  </a:cubicBezTo>
                  <a:cubicBezTo>
                    <a:pt x="414" y="50"/>
                    <a:pt x="414" y="50"/>
                    <a:pt x="414" y="50"/>
                  </a:cubicBezTo>
                  <a:cubicBezTo>
                    <a:pt x="414" y="51"/>
                    <a:pt x="414" y="51"/>
                    <a:pt x="414" y="51"/>
                  </a:cubicBezTo>
                  <a:cubicBezTo>
                    <a:pt x="414" y="51"/>
                    <a:pt x="414" y="52"/>
                    <a:pt x="414" y="52"/>
                  </a:cubicBezTo>
                  <a:cubicBezTo>
                    <a:pt x="415" y="52"/>
                    <a:pt x="415" y="52"/>
                    <a:pt x="416" y="52"/>
                  </a:cubicBezTo>
                  <a:moveTo>
                    <a:pt x="550" y="121"/>
                  </a:moveTo>
                  <a:cubicBezTo>
                    <a:pt x="537" y="99"/>
                    <a:pt x="522" y="79"/>
                    <a:pt x="507" y="62"/>
                  </a:cubicBezTo>
                  <a:cubicBezTo>
                    <a:pt x="507" y="63"/>
                    <a:pt x="507" y="63"/>
                    <a:pt x="507" y="63"/>
                  </a:cubicBezTo>
                  <a:cubicBezTo>
                    <a:pt x="506" y="64"/>
                    <a:pt x="506" y="64"/>
                    <a:pt x="506" y="64"/>
                  </a:cubicBezTo>
                  <a:cubicBezTo>
                    <a:pt x="505" y="63"/>
                    <a:pt x="504" y="63"/>
                    <a:pt x="504" y="63"/>
                  </a:cubicBezTo>
                  <a:cubicBezTo>
                    <a:pt x="504" y="63"/>
                    <a:pt x="504" y="63"/>
                    <a:pt x="503" y="63"/>
                  </a:cubicBezTo>
                  <a:cubicBezTo>
                    <a:pt x="503" y="64"/>
                    <a:pt x="504" y="65"/>
                    <a:pt x="504" y="65"/>
                  </a:cubicBezTo>
                  <a:cubicBezTo>
                    <a:pt x="504" y="65"/>
                    <a:pt x="503" y="65"/>
                    <a:pt x="503" y="65"/>
                  </a:cubicBezTo>
                  <a:cubicBezTo>
                    <a:pt x="501" y="64"/>
                    <a:pt x="501" y="64"/>
                    <a:pt x="498" y="61"/>
                  </a:cubicBezTo>
                  <a:cubicBezTo>
                    <a:pt x="497" y="62"/>
                    <a:pt x="497" y="62"/>
                    <a:pt x="497" y="62"/>
                  </a:cubicBezTo>
                  <a:cubicBezTo>
                    <a:pt x="497" y="62"/>
                    <a:pt x="497" y="62"/>
                    <a:pt x="496" y="62"/>
                  </a:cubicBezTo>
                  <a:cubicBezTo>
                    <a:pt x="496" y="63"/>
                    <a:pt x="496" y="63"/>
                    <a:pt x="496" y="63"/>
                  </a:cubicBezTo>
                  <a:cubicBezTo>
                    <a:pt x="495" y="63"/>
                    <a:pt x="495" y="63"/>
                    <a:pt x="495" y="63"/>
                  </a:cubicBezTo>
                  <a:cubicBezTo>
                    <a:pt x="494" y="63"/>
                    <a:pt x="494" y="63"/>
                    <a:pt x="494" y="63"/>
                  </a:cubicBezTo>
                  <a:cubicBezTo>
                    <a:pt x="494" y="64"/>
                    <a:pt x="493" y="64"/>
                    <a:pt x="493" y="64"/>
                  </a:cubicBezTo>
                  <a:cubicBezTo>
                    <a:pt x="492" y="65"/>
                    <a:pt x="492" y="65"/>
                    <a:pt x="492" y="65"/>
                  </a:cubicBezTo>
                  <a:cubicBezTo>
                    <a:pt x="490" y="65"/>
                    <a:pt x="490" y="65"/>
                    <a:pt x="490" y="67"/>
                  </a:cubicBezTo>
                  <a:cubicBezTo>
                    <a:pt x="489" y="67"/>
                    <a:pt x="489" y="67"/>
                    <a:pt x="488" y="67"/>
                  </a:cubicBezTo>
                  <a:cubicBezTo>
                    <a:pt x="487" y="68"/>
                    <a:pt x="487" y="68"/>
                    <a:pt x="487" y="68"/>
                  </a:cubicBezTo>
                  <a:cubicBezTo>
                    <a:pt x="490" y="70"/>
                    <a:pt x="490" y="70"/>
                    <a:pt x="490" y="70"/>
                  </a:cubicBezTo>
                  <a:cubicBezTo>
                    <a:pt x="489" y="72"/>
                    <a:pt x="489" y="72"/>
                    <a:pt x="486" y="73"/>
                  </a:cubicBezTo>
                  <a:cubicBezTo>
                    <a:pt x="486" y="73"/>
                    <a:pt x="486" y="73"/>
                    <a:pt x="486" y="73"/>
                  </a:cubicBezTo>
                  <a:cubicBezTo>
                    <a:pt x="480" y="69"/>
                    <a:pt x="480" y="69"/>
                    <a:pt x="480" y="68"/>
                  </a:cubicBezTo>
                  <a:cubicBezTo>
                    <a:pt x="481" y="68"/>
                    <a:pt x="482" y="68"/>
                    <a:pt x="483" y="68"/>
                  </a:cubicBezTo>
                  <a:cubicBezTo>
                    <a:pt x="483" y="67"/>
                    <a:pt x="482" y="66"/>
                    <a:pt x="482" y="65"/>
                  </a:cubicBezTo>
                  <a:cubicBezTo>
                    <a:pt x="481" y="65"/>
                    <a:pt x="481" y="65"/>
                    <a:pt x="480" y="65"/>
                  </a:cubicBezTo>
                  <a:cubicBezTo>
                    <a:pt x="479" y="64"/>
                    <a:pt x="479" y="64"/>
                    <a:pt x="477" y="63"/>
                  </a:cubicBezTo>
                  <a:cubicBezTo>
                    <a:pt x="477" y="63"/>
                    <a:pt x="477" y="63"/>
                    <a:pt x="476" y="63"/>
                  </a:cubicBezTo>
                  <a:cubicBezTo>
                    <a:pt x="476" y="63"/>
                    <a:pt x="476" y="63"/>
                    <a:pt x="476" y="63"/>
                  </a:cubicBezTo>
                  <a:cubicBezTo>
                    <a:pt x="475" y="62"/>
                    <a:pt x="475" y="62"/>
                    <a:pt x="473" y="62"/>
                  </a:cubicBezTo>
                  <a:cubicBezTo>
                    <a:pt x="472" y="62"/>
                    <a:pt x="472" y="62"/>
                    <a:pt x="472" y="62"/>
                  </a:cubicBezTo>
                  <a:cubicBezTo>
                    <a:pt x="471" y="63"/>
                    <a:pt x="471" y="63"/>
                    <a:pt x="472" y="63"/>
                  </a:cubicBezTo>
                  <a:cubicBezTo>
                    <a:pt x="472" y="64"/>
                    <a:pt x="472" y="64"/>
                    <a:pt x="473" y="64"/>
                  </a:cubicBezTo>
                  <a:cubicBezTo>
                    <a:pt x="475" y="65"/>
                    <a:pt x="476" y="67"/>
                    <a:pt x="476" y="68"/>
                  </a:cubicBezTo>
                  <a:cubicBezTo>
                    <a:pt x="476" y="69"/>
                    <a:pt x="476" y="70"/>
                    <a:pt x="478" y="71"/>
                  </a:cubicBezTo>
                  <a:cubicBezTo>
                    <a:pt x="479" y="71"/>
                    <a:pt x="479" y="71"/>
                    <a:pt x="481" y="73"/>
                  </a:cubicBezTo>
                  <a:cubicBezTo>
                    <a:pt x="481" y="73"/>
                    <a:pt x="481" y="73"/>
                    <a:pt x="481" y="73"/>
                  </a:cubicBezTo>
                  <a:cubicBezTo>
                    <a:pt x="481" y="75"/>
                    <a:pt x="482" y="76"/>
                    <a:pt x="483" y="77"/>
                  </a:cubicBezTo>
                  <a:cubicBezTo>
                    <a:pt x="480" y="77"/>
                    <a:pt x="480" y="77"/>
                    <a:pt x="480" y="76"/>
                  </a:cubicBezTo>
                  <a:cubicBezTo>
                    <a:pt x="479" y="75"/>
                    <a:pt x="479" y="75"/>
                    <a:pt x="479" y="75"/>
                  </a:cubicBezTo>
                  <a:cubicBezTo>
                    <a:pt x="479" y="75"/>
                    <a:pt x="479" y="75"/>
                    <a:pt x="474" y="75"/>
                  </a:cubicBezTo>
                  <a:cubicBezTo>
                    <a:pt x="474" y="76"/>
                    <a:pt x="474" y="77"/>
                    <a:pt x="474" y="77"/>
                  </a:cubicBezTo>
                  <a:cubicBezTo>
                    <a:pt x="471" y="78"/>
                    <a:pt x="471" y="78"/>
                    <a:pt x="471" y="80"/>
                  </a:cubicBezTo>
                  <a:cubicBezTo>
                    <a:pt x="470" y="80"/>
                    <a:pt x="470" y="80"/>
                    <a:pt x="470" y="80"/>
                  </a:cubicBezTo>
                  <a:cubicBezTo>
                    <a:pt x="470" y="80"/>
                    <a:pt x="470" y="80"/>
                    <a:pt x="470" y="80"/>
                  </a:cubicBezTo>
                  <a:cubicBezTo>
                    <a:pt x="471" y="82"/>
                    <a:pt x="474" y="83"/>
                    <a:pt x="475" y="85"/>
                  </a:cubicBezTo>
                  <a:cubicBezTo>
                    <a:pt x="474" y="85"/>
                    <a:pt x="474" y="85"/>
                    <a:pt x="474" y="85"/>
                  </a:cubicBezTo>
                  <a:cubicBezTo>
                    <a:pt x="471" y="85"/>
                    <a:pt x="471" y="85"/>
                    <a:pt x="470" y="85"/>
                  </a:cubicBezTo>
                  <a:cubicBezTo>
                    <a:pt x="470" y="85"/>
                    <a:pt x="470" y="85"/>
                    <a:pt x="469" y="85"/>
                  </a:cubicBezTo>
                  <a:cubicBezTo>
                    <a:pt x="464" y="84"/>
                    <a:pt x="462" y="82"/>
                    <a:pt x="462" y="81"/>
                  </a:cubicBezTo>
                  <a:cubicBezTo>
                    <a:pt x="461" y="82"/>
                    <a:pt x="461" y="82"/>
                    <a:pt x="460" y="83"/>
                  </a:cubicBezTo>
                  <a:cubicBezTo>
                    <a:pt x="460" y="84"/>
                    <a:pt x="460" y="85"/>
                    <a:pt x="463" y="85"/>
                  </a:cubicBezTo>
                  <a:cubicBezTo>
                    <a:pt x="463" y="86"/>
                    <a:pt x="463" y="86"/>
                    <a:pt x="463" y="86"/>
                  </a:cubicBezTo>
                  <a:cubicBezTo>
                    <a:pt x="464" y="87"/>
                    <a:pt x="464" y="87"/>
                    <a:pt x="464" y="87"/>
                  </a:cubicBezTo>
                  <a:cubicBezTo>
                    <a:pt x="466" y="87"/>
                    <a:pt x="467" y="87"/>
                    <a:pt x="468" y="88"/>
                  </a:cubicBezTo>
                  <a:cubicBezTo>
                    <a:pt x="468" y="89"/>
                    <a:pt x="468" y="89"/>
                    <a:pt x="468" y="89"/>
                  </a:cubicBezTo>
                  <a:cubicBezTo>
                    <a:pt x="467" y="89"/>
                    <a:pt x="466" y="89"/>
                    <a:pt x="465" y="89"/>
                  </a:cubicBezTo>
                  <a:cubicBezTo>
                    <a:pt x="464" y="90"/>
                    <a:pt x="464" y="90"/>
                    <a:pt x="464" y="90"/>
                  </a:cubicBezTo>
                  <a:cubicBezTo>
                    <a:pt x="455" y="83"/>
                    <a:pt x="455" y="83"/>
                    <a:pt x="455" y="83"/>
                  </a:cubicBezTo>
                  <a:cubicBezTo>
                    <a:pt x="454" y="83"/>
                    <a:pt x="453" y="83"/>
                    <a:pt x="453" y="83"/>
                  </a:cubicBezTo>
                  <a:cubicBezTo>
                    <a:pt x="452" y="80"/>
                    <a:pt x="452" y="80"/>
                    <a:pt x="452" y="80"/>
                  </a:cubicBezTo>
                  <a:cubicBezTo>
                    <a:pt x="450" y="75"/>
                    <a:pt x="443" y="75"/>
                    <a:pt x="441" y="70"/>
                  </a:cubicBezTo>
                  <a:cubicBezTo>
                    <a:pt x="443" y="71"/>
                    <a:pt x="452" y="74"/>
                    <a:pt x="452" y="74"/>
                  </a:cubicBezTo>
                  <a:cubicBezTo>
                    <a:pt x="454" y="74"/>
                    <a:pt x="455" y="75"/>
                    <a:pt x="457" y="75"/>
                  </a:cubicBezTo>
                  <a:cubicBezTo>
                    <a:pt x="459" y="75"/>
                    <a:pt x="460" y="76"/>
                    <a:pt x="462" y="76"/>
                  </a:cubicBezTo>
                  <a:cubicBezTo>
                    <a:pt x="463" y="76"/>
                    <a:pt x="463" y="76"/>
                    <a:pt x="464" y="76"/>
                  </a:cubicBezTo>
                  <a:cubicBezTo>
                    <a:pt x="464" y="76"/>
                    <a:pt x="464" y="76"/>
                    <a:pt x="464" y="76"/>
                  </a:cubicBezTo>
                  <a:cubicBezTo>
                    <a:pt x="477" y="72"/>
                    <a:pt x="464" y="66"/>
                    <a:pt x="464" y="66"/>
                  </a:cubicBezTo>
                  <a:cubicBezTo>
                    <a:pt x="454" y="62"/>
                    <a:pt x="454" y="62"/>
                    <a:pt x="454" y="62"/>
                  </a:cubicBezTo>
                  <a:cubicBezTo>
                    <a:pt x="453" y="61"/>
                    <a:pt x="452" y="61"/>
                    <a:pt x="451" y="61"/>
                  </a:cubicBezTo>
                  <a:cubicBezTo>
                    <a:pt x="450" y="60"/>
                    <a:pt x="450" y="60"/>
                    <a:pt x="447" y="60"/>
                  </a:cubicBezTo>
                  <a:cubicBezTo>
                    <a:pt x="446" y="60"/>
                    <a:pt x="446" y="60"/>
                    <a:pt x="446" y="60"/>
                  </a:cubicBezTo>
                  <a:cubicBezTo>
                    <a:pt x="445" y="60"/>
                    <a:pt x="444" y="59"/>
                    <a:pt x="443" y="58"/>
                  </a:cubicBezTo>
                  <a:cubicBezTo>
                    <a:pt x="442" y="58"/>
                    <a:pt x="441" y="58"/>
                    <a:pt x="441" y="58"/>
                  </a:cubicBezTo>
                  <a:cubicBezTo>
                    <a:pt x="441" y="59"/>
                    <a:pt x="441" y="59"/>
                    <a:pt x="441" y="59"/>
                  </a:cubicBezTo>
                  <a:cubicBezTo>
                    <a:pt x="440" y="60"/>
                    <a:pt x="440" y="60"/>
                    <a:pt x="440" y="60"/>
                  </a:cubicBezTo>
                  <a:cubicBezTo>
                    <a:pt x="439" y="59"/>
                    <a:pt x="439" y="59"/>
                    <a:pt x="439" y="59"/>
                  </a:cubicBezTo>
                  <a:cubicBezTo>
                    <a:pt x="439" y="59"/>
                    <a:pt x="439" y="58"/>
                    <a:pt x="439" y="58"/>
                  </a:cubicBezTo>
                  <a:cubicBezTo>
                    <a:pt x="439" y="57"/>
                    <a:pt x="439" y="57"/>
                    <a:pt x="439" y="57"/>
                  </a:cubicBezTo>
                  <a:cubicBezTo>
                    <a:pt x="438" y="57"/>
                    <a:pt x="437" y="57"/>
                    <a:pt x="436" y="55"/>
                  </a:cubicBezTo>
                  <a:cubicBezTo>
                    <a:pt x="436" y="55"/>
                    <a:pt x="435" y="55"/>
                    <a:pt x="435" y="55"/>
                  </a:cubicBezTo>
                  <a:cubicBezTo>
                    <a:pt x="434" y="56"/>
                    <a:pt x="434" y="56"/>
                    <a:pt x="434" y="56"/>
                  </a:cubicBezTo>
                  <a:cubicBezTo>
                    <a:pt x="432" y="56"/>
                    <a:pt x="431" y="55"/>
                    <a:pt x="429" y="54"/>
                  </a:cubicBezTo>
                  <a:cubicBezTo>
                    <a:pt x="428" y="54"/>
                    <a:pt x="428" y="54"/>
                    <a:pt x="428" y="54"/>
                  </a:cubicBezTo>
                  <a:cubicBezTo>
                    <a:pt x="428" y="54"/>
                    <a:pt x="429" y="54"/>
                    <a:pt x="429" y="54"/>
                  </a:cubicBezTo>
                  <a:cubicBezTo>
                    <a:pt x="429" y="53"/>
                    <a:pt x="429" y="53"/>
                    <a:pt x="430" y="52"/>
                  </a:cubicBezTo>
                  <a:cubicBezTo>
                    <a:pt x="429" y="52"/>
                    <a:pt x="427" y="50"/>
                    <a:pt x="423" y="50"/>
                  </a:cubicBezTo>
                  <a:cubicBezTo>
                    <a:pt x="423" y="50"/>
                    <a:pt x="423" y="51"/>
                    <a:pt x="423" y="51"/>
                  </a:cubicBezTo>
                  <a:cubicBezTo>
                    <a:pt x="423" y="51"/>
                    <a:pt x="423" y="51"/>
                    <a:pt x="422" y="51"/>
                  </a:cubicBezTo>
                  <a:cubicBezTo>
                    <a:pt x="422" y="51"/>
                    <a:pt x="421" y="51"/>
                    <a:pt x="421" y="50"/>
                  </a:cubicBezTo>
                  <a:cubicBezTo>
                    <a:pt x="422" y="49"/>
                    <a:pt x="422" y="49"/>
                    <a:pt x="422" y="49"/>
                  </a:cubicBezTo>
                  <a:cubicBezTo>
                    <a:pt x="422" y="49"/>
                    <a:pt x="422" y="49"/>
                    <a:pt x="422" y="49"/>
                  </a:cubicBezTo>
                  <a:cubicBezTo>
                    <a:pt x="418" y="48"/>
                    <a:pt x="418" y="48"/>
                    <a:pt x="418" y="48"/>
                  </a:cubicBezTo>
                  <a:cubicBezTo>
                    <a:pt x="418" y="49"/>
                    <a:pt x="418" y="50"/>
                    <a:pt x="418" y="50"/>
                  </a:cubicBezTo>
                  <a:cubicBezTo>
                    <a:pt x="418" y="51"/>
                    <a:pt x="418" y="51"/>
                    <a:pt x="418" y="52"/>
                  </a:cubicBezTo>
                  <a:cubicBezTo>
                    <a:pt x="418" y="52"/>
                    <a:pt x="418" y="52"/>
                    <a:pt x="418" y="52"/>
                  </a:cubicBezTo>
                  <a:cubicBezTo>
                    <a:pt x="418" y="50"/>
                    <a:pt x="418" y="50"/>
                    <a:pt x="417" y="49"/>
                  </a:cubicBezTo>
                  <a:cubicBezTo>
                    <a:pt x="416" y="49"/>
                    <a:pt x="416" y="49"/>
                    <a:pt x="415" y="49"/>
                  </a:cubicBezTo>
                  <a:cubicBezTo>
                    <a:pt x="415" y="48"/>
                    <a:pt x="415" y="48"/>
                    <a:pt x="415" y="48"/>
                  </a:cubicBezTo>
                  <a:cubicBezTo>
                    <a:pt x="414" y="48"/>
                    <a:pt x="414" y="48"/>
                    <a:pt x="414" y="48"/>
                  </a:cubicBezTo>
                  <a:cubicBezTo>
                    <a:pt x="414" y="48"/>
                    <a:pt x="414" y="48"/>
                    <a:pt x="414" y="48"/>
                  </a:cubicBezTo>
                  <a:cubicBezTo>
                    <a:pt x="413" y="48"/>
                    <a:pt x="412" y="49"/>
                    <a:pt x="411" y="49"/>
                  </a:cubicBezTo>
                  <a:cubicBezTo>
                    <a:pt x="411" y="50"/>
                    <a:pt x="411" y="50"/>
                    <a:pt x="410" y="51"/>
                  </a:cubicBezTo>
                  <a:cubicBezTo>
                    <a:pt x="410" y="51"/>
                    <a:pt x="410" y="51"/>
                    <a:pt x="410" y="51"/>
                  </a:cubicBezTo>
                  <a:cubicBezTo>
                    <a:pt x="409" y="50"/>
                    <a:pt x="409" y="50"/>
                    <a:pt x="409" y="50"/>
                  </a:cubicBezTo>
                  <a:cubicBezTo>
                    <a:pt x="409" y="50"/>
                    <a:pt x="409" y="50"/>
                    <a:pt x="409" y="49"/>
                  </a:cubicBezTo>
                  <a:cubicBezTo>
                    <a:pt x="409" y="49"/>
                    <a:pt x="408" y="49"/>
                    <a:pt x="407" y="49"/>
                  </a:cubicBezTo>
                  <a:cubicBezTo>
                    <a:pt x="406" y="49"/>
                    <a:pt x="405" y="49"/>
                    <a:pt x="404" y="50"/>
                  </a:cubicBezTo>
                  <a:cubicBezTo>
                    <a:pt x="405" y="52"/>
                    <a:pt x="405" y="52"/>
                    <a:pt x="407" y="52"/>
                  </a:cubicBezTo>
                  <a:cubicBezTo>
                    <a:pt x="408" y="53"/>
                    <a:pt x="408" y="53"/>
                    <a:pt x="408" y="54"/>
                  </a:cubicBezTo>
                  <a:cubicBezTo>
                    <a:pt x="408" y="54"/>
                    <a:pt x="407" y="54"/>
                    <a:pt x="407" y="54"/>
                  </a:cubicBezTo>
                  <a:cubicBezTo>
                    <a:pt x="406" y="53"/>
                    <a:pt x="406" y="53"/>
                    <a:pt x="404" y="53"/>
                  </a:cubicBezTo>
                  <a:cubicBezTo>
                    <a:pt x="402" y="53"/>
                    <a:pt x="402" y="53"/>
                    <a:pt x="402" y="53"/>
                  </a:cubicBezTo>
                  <a:cubicBezTo>
                    <a:pt x="402" y="55"/>
                    <a:pt x="402" y="55"/>
                    <a:pt x="402" y="56"/>
                  </a:cubicBezTo>
                  <a:cubicBezTo>
                    <a:pt x="401" y="55"/>
                    <a:pt x="401" y="54"/>
                    <a:pt x="401" y="54"/>
                  </a:cubicBezTo>
                  <a:cubicBezTo>
                    <a:pt x="399" y="54"/>
                    <a:pt x="398" y="52"/>
                    <a:pt x="396" y="52"/>
                  </a:cubicBezTo>
                  <a:cubicBezTo>
                    <a:pt x="396" y="52"/>
                    <a:pt x="396" y="53"/>
                    <a:pt x="396" y="53"/>
                  </a:cubicBezTo>
                  <a:cubicBezTo>
                    <a:pt x="397" y="56"/>
                    <a:pt x="395" y="57"/>
                    <a:pt x="394" y="57"/>
                  </a:cubicBezTo>
                  <a:cubicBezTo>
                    <a:pt x="394" y="57"/>
                    <a:pt x="393" y="56"/>
                    <a:pt x="393" y="55"/>
                  </a:cubicBezTo>
                  <a:cubicBezTo>
                    <a:pt x="393" y="56"/>
                    <a:pt x="393" y="56"/>
                    <a:pt x="393" y="56"/>
                  </a:cubicBezTo>
                  <a:cubicBezTo>
                    <a:pt x="392" y="56"/>
                    <a:pt x="392" y="56"/>
                    <a:pt x="391" y="56"/>
                  </a:cubicBezTo>
                  <a:cubicBezTo>
                    <a:pt x="391" y="57"/>
                    <a:pt x="391" y="57"/>
                    <a:pt x="391" y="57"/>
                  </a:cubicBezTo>
                  <a:cubicBezTo>
                    <a:pt x="391" y="58"/>
                    <a:pt x="392" y="58"/>
                    <a:pt x="392" y="59"/>
                  </a:cubicBezTo>
                  <a:cubicBezTo>
                    <a:pt x="392" y="59"/>
                    <a:pt x="392" y="60"/>
                    <a:pt x="392" y="60"/>
                  </a:cubicBezTo>
                  <a:cubicBezTo>
                    <a:pt x="391" y="60"/>
                    <a:pt x="391" y="60"/>
                    <a:pt x="391" y="60"/>
                  </a:cubicBezTo>
                  <a:cubicBezTo>
                    <a:pt x="391" y="60"/>
                    <a:pt x="391" y="60"/>
                    <a:pt x="388" y="59"/>
                  </a:cubicBezTo>
                  <a:cubicBezTo>
                    <a:pt x="389" y="59"/>
                    <a:pt x="389" y="58"/>
                    <a:pt x="389" y="57"/>
                  </a:cubicBezTo>
                  <a:cubicBezTo>
                    <a:pt x="388" y="57"/>
                    <a:pt x="388" y="57"/>
                    <a:pt x="388" y="57"/>
                  </a:cubicBezTo>
                  <a:cubicBezTo>
                    <a:pt x="388" y="58"/>
                    <a:pt x="388" y="58"/>
                    <a:pt x="388" y="59"/>
                  </a:cubicBezTo>
                  <a:cubicBezTo>
                    <a:pt x="385" y="59"/>
                    <a:pt x="385" y="59"/>
                    <a:pt x="384" y="59"/>
                  </a:cubicBezTo>
                  <a:cubicBezTo>
                    <a:pt x="385" y="60"/>
                    <a:pt x="385" y="60"/>
                    <a:pt x="385" y="60"/>
                  </a:cubicBezTo>
                  <a:cubicBezTo>
                    <a:pt x="384" y="61"/>
                    <a:pt x="384" y="61"/>
                    <a:pt x="384" y="61"/>
                  </a:cubicBezTo>
                  <a:cubicBezTo>
                    <a:pt x="382" y="61"/>
                    <a:pt x="382" y="61"/>
                    <a:pt x="381" y="62"/>
                  </a:cubicBezTo>
                  <a:cubicBezTo>
                    <a:pt x="380" y="62"/>
                    <a:pt x="380" y="62"/>
                    <a:pt x="380" y="62"/>
                  </a:cubicBezTo>
                  <a:cubicBezTo>
                    <a:pt x="380" y="64"/>
                    <a:pt x="380" y="64"/>
                    <a:pt x="380" y="64"/>
                  </a:cubicBezTo>
                  <a:cubicBezTo>
                    <a:pt x="379" y="64"/>
                    <a:pt x="379" y="64"/>
                    <a:pt x="379" y="64"/>
                  </a:cubicBezTo>
                  <a:cubicBezTo>
                    <a:pt x="378" y="65"/>
                    <a:pt x="378" y="65"/>
                    <a:pt x="378" y="65"/>
                  </a:cubicBezTo>
                  <a:cubicBezTo>
                    <a:pt x="379" y="65"/>
                    <a:pt x="379" y="65"/>
                    <a:pt x="379" y="65"/>
                  </a:cubicBezTo>
                  <a:cubicBezTo>
                    <a:pt x="382" y="63"/>
                    <a:pt x="382" y="63"/>
                    <a:pt x="383" y="63"/>
                  </a:cubicBezTo>
                  <a:cubicBezTo>
                    <a:pt x="386" y="61"/>
                    <a:pt x="388" y="62"/>
                    <a:pt x="390" y="62"/>
                  </a:cubicBezTo>
                  <a:cubicBezTo>
                    <a:pt x="390" y="62"/>
                    <a:pt x="390" y="63"/>
                    <a:pt x="390" y="63"/>
                  </a:cubicBezTo>
                  <a:cubicBezTo>
                    <a:pt x="389" y="63"/>
                    <a:pt x="389" y="63"/>
                    <a:pt x="386" y="64"/>
                  </a:cubicBezTo>
                  <a:cubicBezTo>
                    <a:pt x="386" y="65"/>
                    <a:pt x="385" y="66"/>
                    <a:pt x="385" y="68"/>
                  </a:cubicBezTo>
                  <a:cubicBezTo>
                    <a:pt x="384" y="68"/>
                    <a:pt x="383" y="69"/>
                    <a:pt x="383" y="69"/>
                  </a:cubicBezTo>
                  <a:cubicBezTo>
                    <a:pt x="382" y="71"/>
                    <a:pt x="379" y="72"/>
                    <a:pt x="379" y="72"/>
                  </a:cubicBezTo>
                  <a:cubicBezTo>
                    <a:pt x="378" y="74"/>
                    <a:pt x="377" y="76"/>
                    <a:pt x="377" y="78"/>
                  </a:cubicBezTo>
                  <a:cubicBezTo>
                    <a:pt x="376" y="78"/>
                    <a:pt x="376" y="78"/>
                    <a:pt x="376" y="78"/>
                  </a:cubicBezTo>
                  <a:cubicBezTo>
                    <a:pt x="376" y="78"/>
                    <a:pt x="375" y="79"/>
                    <a:pt x="371" y="81"/>
                  </a:cubicBezTo>
                  <a:cubicBezTo>
                    <a:pt x="370" y="82"/>
                    <a:pt x="370" y="82"/>
                    <a:pt x="370" y="82"/>
                  </a:cubicBezTo>
                  <a:cubicBezTo>
                    <a:pt x="371" y="82"/>
                    <a:pt x="371" y="82"/>
                    <a:pt x="371" y="82"/>
                  </a:cubicBezTo>
                  <a:cubicBezTo>
                    <a:pt x="372" y="82"/>
                    <a:pt x="373" y="82"/>
                    <a:pt x="373" y="82"/>
                  </a:cubicBezTo>
                  <a:cubicBezTo>
                    <a:pt x="372" y="86"/>
                    <a:pt x="367" y="86"/>
                    <a:pt x="365" y="89"/>
                  </a:cubicBezTo>
                  <a:cubicBezTo>
                    <a:pt x="364" y="89"/>
                    <a:pt x="363" y="89"/>
                    <a:pt x="363" y="88"/>
                  </a:cubicBezTo>
                  <a:cubicBezTo>
                    <a:pt x="362" y="88"/>
                    <a:pt x="361" y="88"/>
                    <a:pt x="361" y="88"/>
                  </a:cubicBezTo>
                  <a:cubicBezTo>
                    <a:pt x="361" y="90"/>
                    <a:pt x="361" y="90"/>
                    <a:pt x="361" y="90"/>
                  </a:cubicBezTo>
                  <a:cubicBezTo>
                    <a:pt x="361" y="90"/>
                    <a:pt x="361" y="91"/>
                    <a:pt x="361" y="91"/>
                  </a:cubicBezTo>
                  <a:cubicBezTo>
                    <a:pt x="360" y="91"/>
                    <a:pt x="360" y="92"/>
                    <a:pt x="359"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6" y="92"/>
                    <a:pt x="355" y="93"/>
                    <a:pt x="353" y="94"/>
                  </a:cubicBezTo>
                  <a:cubicBezTo>
                    <a:pt x="352" y="97"/>
                    <a:pt x="349" y="97"/>
                    <a:pt x="347" y="98"/>
                  </a:cubicBezTo>
                  <a:cubicBezTo>
                    <a:pt x="347" y="99"/>
                    <a:pt x="347" y="100"/>
                    <a:pt x="347" y="100"/>
                  </a:cubicBezTo>
                  <a:cubicBezTo>
                    <a:pt x="347" y="100"/>
                    <a:pt x="347" y="100"/>
                    <a:pt x="346" y="105"/>
                  </a:cubicBezTo>
                  <a:cubicBezTo>
                    <a:pt x="345" y="105"/>
                    <a:pt x="345" y="105"/>
                    <a:pt x="345" y="105"/>
                  </a:cubicBezTo>
                  <a:cubicBezTo>
                    <a:pt x="344" y="106"/>
                    <a:pt x="344" y="107"/>
                    <a:pt x="344" y="108"/>
                  </a:cubicBezTo>
                  <a:cubicBezTo>
                    <a:pt x="345" y="108"/>
                    <a:pt x="346" y="108"/>
                    <a:pt x="346" y="108"/>
                  </a:cubicBezTo>
                  <a:cubicBezTo>
                    <a:pt x="347" y="108"/>
                    <a:pt x="347" y="108"/>
                    <a:pt x="347" y="108"/>
                  </a:cubicBezTo>
                  <a:cubicBezTo>
                    <a:pt x="348" y="108"/>
                    <a:pt x="348" y="108"/>
                    <a:pt x="348" y="108"/>
                  </a:cubicBezTo>
                  <a:cubicBezTo>
                    <a:pt x="348" y="109"/>
                    <a:pt x="347" y="110"/>
                    <a:pt x="347" y="110"/>
                  </a:cubicBezTo>
                  <a:cubicBezTo>
                    <a:pt x="346" y="112"/>
                    <a:pt x="346" y="112"/>
                    <a:pt x="345" y="112"/>
                  </a:cubicBezTo>
                  <a:cubicBezTo>
                    <a:pt x="345" y="113"/>
                    <a:pt x="345" y="113"/>
                    <a:pt x="345" y="114"/>
                  </a:cubicBezTo>
                  <a:cubicBezTo>
                    <a:pt x="346" y="114"/>
                    <a:pt x="346" y="114"/>
                    <a:pt x="348" y="114"/>
                  </a:cubicBezTo>
                  <a:cubicBezTo>
                    <a:pt x="348" y="116"/>
                    <a:pt x="348" y="116"/>
                    <a:pt x="347" y="117"/>
                  </a:cubicBezTo>
                  <a:cubicBezTo>
                    <a:pt x="352" y="117"/>
                    <a:pt x="357" y="117"/>
                    <a:pt x="362" y="117"/>
                  </a:cubicBezTo>
                  <a:cubicBezTo>
                    <a:pt x="363" y="116"/>
                    <a:pt x="363" y="116"/>
                    <a:pt x="366" y="115"/>
                  </a:cubicBezTo>
                  <a:cubicBezTo>
                    <a:pt x="366" y="114"/>
                    <a:pt x="366" y="114"/>
                    <a:pt x="366" y="113"/>
                  </a:cubicBezTo>
                  <a:cubicBezTo>
                    <a:pt x="368" y="113"/>
                    <a:pt x="368" y="115"/>
                    <a:pt x="369" y="116"/>
                  </a:cubicBezTo>
                  <a:cubicBezTo>
                    <a:pt x="369" y="116"/>
                    <a:pt x="369" y="117"/>
                    <a:pt x="369" y="117"/>
                  </a:cubicBezTo>
                  <a:cubicBezTo>
                    <a:pt x="378" y="118"/>
                    <a:pt x="387" y="118"/>
                    <a:pt x="395" y="118"/>
                  </a:cubicBezTo>
                  <a:cubicBezTo>
                    <a:pt x="396" y="118"/>
                    <a:pt x="397" y="118"/>
                    <a:pt x="398" y="117"/>
                  </a:cubicBezTo>
                  <a:cubicBezTo>
                    <a:pt x="398" y="116"/>
                    <a:pt x="399" y="115"/>
                    <a:pt x="401" y="114"/>
                  </a:cubicBezTo>
                  <a:cubicBezTo>
                    <a:pt x="401" y="113"/>
                    <a:pt x="401" y="112"/>
                    <a:pt x="401" y="112"/>
                  </a:cubicBezTo>
                  <a:cubicBezTo>
                    <a:pt x="401" y="112"/>
                    <a:pt x="400" y="111"/>
                    <a:pt x="400" y="111"/>
                  </a:cubicBezTo>
                  <a:cubicBezTo>
                    <a:pt x="399" y="111"/>
                    <a:pt x="398" y="111"/>
                    <a:pt x="396" y="111"/>
                  </a:cubicBezTo>
                  <a:cubicBezTo>
                    <a:pt x="396" y="109"/>
                    <a:pt x="396" y="109"/>
                    <a:pt x="396" y="107"/>
                  </a:cubicBezTo>
                  <a:cubicBezTo>
                    <a:pt x="395" y="107"/>
                    <a:pt x="394" y="107"/>
                    <a:pt x="394" y="107"/>
                  </a:cubicBezTo>
                  <a:cubicBezTo>
                    <a:pt x="394" y="104"/>
                    <a:pt x="394" y="101"/>
                    <a:pt x="393" y="99"/>
                  </a:cubicBezTo>
                  <a:cubicBezTo>
                    <a:pt x="394" y="99"/>
                    <a:pt x="394" y="99"/>
                    <a:pt x="397" y="94"/>
                  </a:cubicBezTo>
                  <a:cubicBezTo>
                    <a:pt x="402" y="93"/>
                    <a:pt x="405" y="88"/>
                    <a:pt x="405" y="88"/>
                  </a:cubicBezTo>
                  <a:cubicBezTo>
                    <a:pt x="406" y="87"/>
                    <a:pt x="406" y="87"/>
                    <a:pt x="408" y="87"/>
                  </a:cubicBezTo>
                  <a:cubicBezTo>
                    <a:pt x="409" y="86"/>
                    <a:pt x="409" y="86"/>
                    <a:pt x="409" y="86"/>
                  </a:cubicBezTo>
                  <a:cubicBezTo>
                    <a:pt x="408" y="83"/>
                    <a:pt x="410" y="80"/>
                    <a:pt x="410" y="77"/>
                  </a:cubicBezTo>
                  <a:cubicBezTo>
                    <a:pt x="411" y="77"/>
                    <a:pt x="411" y="77"/>
                    <a:pt x="413" y="77"/>
                  </a:cubicBezTo>
                  <a:cubicBezTo>
                    <a:pt x="413" y="77"/>
                    <a:pt x="413" y="77"/>
                    <a:pt x="413" y="77"/>
                  </a:cubicBezTo>
                  <a:cubicBezTo>
                    <a:pt x="413" y="77"/>
                    <a:pt x="413" y="77"/>
                    <a:pt x="413" y="77"/>
                  </a:cubicBezTo>
                  <a:cubicBezTo>
                    <a:pt x="413" y="77"/>
                    <a:pt x="413" y="77"/>
                    <a:pt x="413" y="77"/>
                  </a:cubicBezTo>
                  <a:cubicBezTo>
                    <a:pt x="413" y="77"/>
                    <a:pt x="413" y="77"/>
                    <a:pt x="413" y="77"/>
                  </a:cubicBezTo>
                  <a:cubicBezTo>
                    <a:pt x="413" y="77"/>
                    <a:pt x="413" y="77"/>
                    <a:pt x="413" y="77"/>
                  </a:cubicBezTo>
                  <a:cubicBezTo>
                    <a:pt x="413" y="77"/>
                    <a:pt x="413" y="77"/>
                    <a:pt x="413" y="77"/>
                  </a:cubicBezTo>
                  <a:cubicBezTo>
                    <a:pt x="414" y="77"/>
                    <a:pt x="414" y="77"/>
                    <a:pt x="414" y="77"/>
                  </a:cubicBezTo>
                  <a:cubicBezTo>
                    <a:pt x="414" y="77"/>
                    <a:pt x="414" y="77"/>
                    <a:pt x="414" y="77"/>
                  </a:cubicBezTo>
                  <a:cubicBezTo>
                    <a:pt x="415" y="79"/>
                    <a:pt x="415" y="79"/>
                    <a:pt x="416" y="79"/>
                  </a:cubicBezTo>
                  <a:cubicBezTo>
                    <a:pt x="417" y="78"/>
                    <a:pt x="417" y="78"/>
                    <a:pt x="417" y="78"/>
                  </a:cubicBezTo>
                  <a:cubicBezTo>
                    <a:pt x="419" y="79"/>
                    <a:pt x="419" y="79"/>
                    <a:pt x="420" y="80"/>
                  </a:cubicBezTo>
                  <a:cubicBezTo>
                    <a:pt x="420" y="82"/>
                    <a:pt x="420" y="82"/>
                    <a:pt x="420" y="83"/>
                  </a:cubicBezTo>
                  <a:cubicBezTo>
                    <a:pt x="420" y="83"/>
                    <a:pt x="419" y="83"/>
                    <a:pt x="418" y="83"/>
                  </a:cubicBezTo>
                  <a:cubicBezTo>
                    <a:pt x="419" y="86"/>
                    <a:pt x="419" y="86"/>
                    <a:pt x="409" y="95"/>
                  </a:cubicBezTo>
                  <a:cubicBezTo>
                    <a:pt x="409" y="97"/>
                    <a:pt x="408" y="100"/>
                    <a:pt x="409" y="103"/>
                  </a:cubicBezTo>
                  <a:cubicBezTo>
                    <a:pt x="409" y="104"/>
                    <a:pt x="409" y="104"/>
                    <a:pt x="409" y="104"/>
                  </a:cubicBezTo>
                  <a:cubicBezTo>
                    <a:pt x="409" y="105"/>
                    <a:pt x="410" y="106"/>
                    <a:pt x="410" y="106"/>
                  </a:cubicBezTo>
                  <a:cubicBezTo>
                    <a:pt x="411" y="108"/>
                    <a:pt x="419" y="112"/>
                    <a:pt x="419" y="112"/>
                  </a:cubicBezTo>
                  <a:cubicBezTo>
                    <a:pt x="420" y="112"/>
                    <a:pt x="420" y="112"/>
                    <a:pt x="420" y="112"/>
                  </a:cubicBezTo>
                  <a:cubicBezTo>
                    <a:pt x="423" y="111"/>
                    <a:pt x="426" y="111"/>
                    <a:pt x="429" y="110"/>
                  </a:cubicBezTo>
                  <a:cubicBezTo>
                    <a:pt x="429" y="109"/>
                    <a:pt x="429" y="109"/>
                    <a:pt x="429" y="109"/>
                  </a:cubicBezTo>
                  <a:cubicBezTo>
                    <a:pt x="432" y="109"/>
                    <a:pt x="434" y="109"/>
                    <a:pt x="436" y="109"/>
                  </a:cubicBezTo>
                  <a:cubicBezTo>
                    <a:pt x="436" y="109"/>
                    <a:pt x="437" y="108"/>
                    <a:pt x="438" y="108"/>
                  </a:cubicBezTo>
                  <a:cubicBezTo>
                    <a:pt x="438" y="108"/>
                    <a:pt x="438" y="108"/>
                    <a:pt x="438" y="108"/>
                  </a:cubicBezTo>
                  <a:cubicBezTo>
                    <a:pt x="439" y="109"/>
                    <a:pt x="439" y="109"/>
                    <a:pt x="440" y="110"/>
                  </a:cubicBezTo>
                  <a:cubicBezTo>
                    <a:pt x="442" y="111"/>
                    <a:pt x="443" y="111"/>
                    <a:pt x="445" y="111"/>
                  </a:cubicBezTo>
                  <a:cubicBezTo>
                    <a:pt x="445" y="111"/>
                    <a:pt x="445" y="111"/>
                    <a:pt x="445" y="111"/>
                  </a:cubicBezTo>
                  <a:cubicBezTo>
                    <a:pt x="445" y="112"/>
                    <a:pt x="445" y="112"/>
                    <a:pt x="445" y="112"/>
                  </a:cubicBezTo>
                  <a:cubicBezTo>
                    <a:pt x="439" y="112"/>
                    <a:pt x="438" y="112"/>
                    <a:pt x="437" y="116"/>
                  </a:cubicBezTo>
                  <a:cubicBezTo>
                    <a:pt x="432" y="118"/>
                    <a:pt x="428" y="114"/>
                    <a:pt x="424" y="116"/>
                  </a:cubicBezTo>
                  <a:cubicBezTo>
                    <a:pt x="422" y="116"/>
                    <a:pt x="422" y="116"/>
                    <a:pt x="421" y="116"/>
                  </a:cubicBezTo>
                  <a:cubicBezTo>
                    <a:pt x="421" y="117"/>
                    <a:pt x="420" y="118"/>
                    <a:pt x="420" y="118"/>
                  </a:cubicBezTo>
                  <a:cubicBezTo>
                    <a:pt x="453" y="120"/>
                    <a:pt x="485" y="121"/>
                    <a:pt x="515" y="121"/>
                  </a:cubicBezTo>
                  <a:cubicBezTo>
                    <a:pt x="528" y="121"/>
                    <a:pt x="539" y="121"/>
                    <a:pt x="550" y="121"/>
                  </a:cubicBezTo>
                  <a:moveTo>
                    <a:pt x="362" y="117"/>
                  </a:moveTo>
                  <a:cubicBezTo>
                    <a:pt x="357" y="117"/>
                    <a:pt x="352" y="117"/>
                    <a:pt x="347" y="117"/>
                  </a:cubicBezTo>
                  <a:cubicBezTo>
                    <a:pt x="347" y="117"/>
                    <a:pt x="347" y="117"/>
                    <a:pt x="347" y="117"/>
                  </a:cubicBezTo>
                  <a:cubicBezTo>
                    <a:pt x="346" y="118"/>
                    <a:pt x="346" y="118"/>
                    <a:pt x="346" y="118"/>
                  </a:cubicBezTo>
                  <a:cubicBezTo>
                    <a:pt x="346" y="118"/>
                    <a:pt x="346" y="118"/>
                    <a:pt x="346" y="119"/>
                  </a:cubicBezTo>
                  <a:cubicBezTo>
                    <a:pt x="346" y="119"/>
                    <a:pt x="346" y="119"/>
                    <a:pt x="346" y="119"/>
                  </a:cubicBezTo>
                  <a:cubicBezTo>
                    <a:pt x="349" y="119"/>
                    <a:pt x="349" y="119"/>
                    <a:pt x="349" y="119"/>
                  </a:cubicBezTo>
                  <a:cubicBezTo>
                    <a:pt x="349" y="120"/>
                    <a:pt x="349" y="120"/>
                    <a:pt x="349" y="120"/>
                  </a:cubicBezTo>
                  <a:cubicBezTo>
                    <a:pt x="349" y="120"/>
                    <a:pt x="349" y="120"/>
                    <a:pt x="350" y="121"/>
                  </a:cubicBezTo>
                  <a:cubicBezTo>
                    <a:pt x="351" y="121"/>
                    <a:pt x="352" y="121"/>
                    <a:pt x="352" y="121"/>
                  </a:cubicBezTo>
                  <a:cubicBezTo>
                    <a:pt x="353" y="121"/>
                    <a:pt x="353" y="121"/>
                    <a:pt x="354" y="122"/>
                  </a:cubicBezTo>
                  <a:cubicBezTo>
                    <a:pt x="354" y="122"/>
                    <a:pt x="354" y="122"/>
                    <a:pt x="355" y="122"/>
                  </a:cubicBezTo>
                  <a:cubicBezTo>
                    <a:pt x="355" y="122"/>
                    <a:pt x="356" y="121"/>
                    <a:pt x="357" y="121"/>
                  </a:cubicBezTo>
                  <a:cubicBezTo>
                    <a:pt x="357" y="120"/>
                    <a:pt x="357" y="120"/>
                    <a:pt x="357" y="120"/>
                  </a:cubicBezTo>
                  <a:cubicBezTo>
                    <a:pt x="359" y="120"/>
                    <a:pt x="359" y="120"/>
                    <a:pt x="359" y="120"/>
                  </a:cubicBezTo>
                  <a:cubicBezTo>
                    <a:pt x="359" y="120"/>
                    <a:pt x="360" y="119"/>
                    <a:pt x="360" y="119"/>
                  </a:cubicBezTo>
                  <a:cubicBezTo>
                    <a:pt x="360" y="118"/>
                    <a:pt x="360" y="118"/>
                    <a:pt x="360" y="118"/>
                  </a:cubicBezTo>
                  <a:cubicBezTo>
                    <a:pt x="361" y="118"/>
                    <a:pt x="361" y="118"/>
                    <a:pt x="362" y="117"/>
                  </a:cubicBezTo>
                  <a:moveTo>
                    <a:pt x="395" y="118"/>
                  </a:moveTo>
                  <a:cubicBezTo>
                    <a:pt x="387" y="118"/>
                    <a:pt x="378" y="118"/>
                    <a:pt x="369" y="118"/>
                  </a:cubicBezTo>
                  <a:cubicBezTo>
                    <a:pt x="369" y="119"/>
                    <a:pt x="371" y="119"/>
                    <a:pt x="371" y="121"/>
                  </a:cubicBezTo>
                  <a:cubicBezTo>
                    <a:pt x="371" y="121"/>
                    <a:pt x="371" y="121"/>
                    <a:pt x="371" y="121"/>
                  </a:cubicBezTo>
                  <a:cubicBezTo>
                    <a:pt x="371" y="122"/>
                    <a:pt x="370" y="122"/>
                    <a:pt x="370" y="122"/>
                  </a:cubicBezTo>
                  <a:cubicBezTo>
                    <a:pt x="370" y="122"/>
                    <a:pt x="370" y="124"/>
                    <a:pt x="371" y="125"/>
                  </a:cubicBezTo>
                  <a:cubicBezTo>
                    <a:pt x="372" y="125"/>
                    <a:pt x="372" y="125"/>
                    <a:pt x="372" y="125"/>
                  </a:cubicBezTo>
                  <a:cubicBezTo>
                    <a:pt x="372" y="125"/>
                    <a:pt x="373" y="126"/>
                    <a:pt x="373" y="127"/>
                  </a:cubicBezTo>
                  <a:cubicBezTo>
                    <a:pt x="373" y="127"/>
                    <a:pt x="373" y="128"/>
                    <a:pt x="373" y="128"/>
                  </a:cubicBezTo>
                  <a:cubicBezTo>
                    <a:pt x="373" y="129"/>
                    <a:pt x="373" y="129"/>
                    <a:pt x="373" y="129"/>
                  </a:cubicBezTo>
                  <a:cubicBezTo>
                    <a:pt x="373" y="131"/>
                    <a:pt x="374" y="131"/>
                    <a:pt x="375" y="132"/>
                  </a:cubicBezTo>
                  <a:cubicBezTo>
                    <a:pt x="376" y="133"/>
                    <a:pt x="376" y="133"/>
                    <a:pt x="376" y="134"/>
                  </a:cubicBezTo>
                  <a:cubicBezTo>
                    <a:pt x="376" y="135"/>
                    <a:pt x="375" y="135"/>
                    <a:pt x="375" y="136"/>
                  </a:cubicBezTo>
                  <a:cubicBezTo>
                    <a:pt x="375" y="137"/>
                    <a:pt x="375" y="137"/>
                    <a:pt x="375" y="137"/>
                  </a:cubicBezTo>
                  <a:cubicBezTo>
                    <a:pt x="375" y="137"/>
                    <a:pt x="376" y="138"/>
                    <a:pt x="376" y="138"/>
                  </a:cubicBezTo>
                  <a:cubicBezTo>
                    <a:pt x="378" y="139"/>
                    <a:pt x="380" y="139"/>
                    <a:pt x="382" y="139"/>
                  </a:cubicBezTo>
                  <a:cubicBezTo>
                    <a:pt x="382" y="136"/>
                    <a:pt x="383" y="134"/>
                    <a:pt x="385" y="135"/>
                  </a:cubicBezTo>
                  <a:cubicBezTo>
                    <a:pt x="385" y="135"/>
                    <a:pt x="386" y="135"/>
                    <a:pt x="386" y="135"/>
                  </a:cubicBezTo>
                  <a:cubicBezTo>
                    <a:pt x="387" y="135"/>
                    <a:pt x="387" y="135"/>
                    <a:pt x="387" y="135"/>
                  </a:cubicBezTo>
                  <a:cubicBezTo>
                    <a:pt x="388" y="136"/>
                    <a:pt x="388" y="135"/>
                    <a:pt x="389" y="134"/>
                  </a:cubicBezTo>
                  <a:cubicBezTo>
                    <a:pt x="389" y="134"/>
                    <a:pt x="390" y="134"/>
                    <a:pt x="391" y="134"/>
                  </a:cubicBezTo>
                  <a:cubicBezTo>
                    <a:pt x="391" y="133"/>
                    <a:pt x="391" y="132"/>
                    <a:pt x="391" y="131"/>
                  </a:cubicBezTo>
                  <a:cubicBezTo>
                    <a:pt x="392" y="131"/>
                    <a:pt x="394" y="131"/>
                    <a:pt x="395" y="131"/>
                  </a:cubicBezTo>
                  <a:cubicBezTo>
                    <a:pt x="395" y="130"/>
                    <a:pt x="395" y="130"/>
                    <a:pt x="395" y="129"/>
                  </a:cubicBezTo>
                  <a:cubicBezTo>
                    <a:pt x="394" y="129"/>
                    <a:pt x="394" y="129"/>
                    <a:pt x="393" y="129"/>
                  </a:cubicBezTo>
                  <a:cubicBezTo>
                    <a:pt x="391" y="129"/>
                    <a:pt x="391" y="129"/>
                    <a:pt x="391" y="129"/>
                  </a:cubicBezTo>
                  <a:cubicBezTo>
                    <a:pt x="391" y="128"/>
                    <a:pt x="391" y="128"/>
                    <a:pt x="391" y="128"/>
                  </a:cubicBezTo>
                  <a:cubicBezTo>
                    <a:pt x="390" y="128"/>
                    <a:pt x="390" y="128"/>
                    <a:pt x="390" y="128"/>
                  </a:cubicBezTo>
                  <a:cubicBezTo>
                    <a:pt x="392" y="125"/>
                    <a:pt x="392" y="125"/>
                    <a:pt x="392" y="123"/>
                  </a:cubicBezTo>
                  <a:cubicBezTo>
                    <a:pt x="393" y="120"/>
                    <a:pt x="393" y="120"/>
                    <a:pt x="393" y="120"/>
                  </a:cubicBezTo>
                  <a:cubicBezTo>
                    <a:pt x="394" y="119"/>
                    <a:pt x="395" y="119"/>
                    <a:pt x="395" y="118"/>
                  </a:cubicBezTo>
                  <a:moveTo>
                    <a:pt x="605" y="288"/>
                  </a:moveTo>
                  <a:cubicBezTo>
                    <a:pt x="596" y="225"/>
                    <a:pt x="577" y="168"/>
                    <a:pt x="550" y="121"/>
                  </a:cubicBezTo>
                  <a:cubicBezTo>
                    <a:pt x="539" y="121"/>
                    <a:pt x="528" y="121"/>
                    <a:pt x="515" y="121"/>
                  </a:cubicBezTo>
                  <a:cubicBezTo>
                    <a:pt x="485" y="121"/>
                    <a:pt x="453" y="120"/>
                    <a:pt x="420" y="119"/>
                  </a:cubicBezTo>
                  <a:cubicBezTo>
                    <a:pt x="418" y="119"/>
                    <a:pt x="416" y="119"/>
                    <a:pt x="415"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5" y="120"/>
                    <a:pt x="414" y="120"/>
                    <a:pt x="412" y="121"/>
                  </a:cubicBezTo>
                  <a:cubicBezTo>
                    <a:pt x="412" y="121"/>
                    <a:pt x="412" y="122"/>
                    <a:pt x="413" y="123"/>
                  </a:cubicBezTo>
                  <a:cubicBezTo>
                    <a:pt x="415" y="124"/>
                    <a:pt x="415" y="124"/>
                    <a:pt x="418" y="124"/>
                  </a:cubicBezTo>
                  <a:cubicBezTo>
                    <a:pt x="418" y="123"/>
                    <a:pt x="420" y="122"/>
                    <a:pt x="420" y="121"/>
                  </a:cubicBezTo>
                  <a:cubicBezTo>
                    <a:pt x="423" y="122"/>
                    <a:pt x="424" y="125"/>
                    <a:pt x="426" y="126"/>
                  </a:cubicBezTo>
                  <a:cubicBezTo>
                    <a:pt x="426" y="126"/>
                    <a:pt x="426" y="127"/>
                    <a:pt x="426" y="127"/>
                  </a:cubicBezTo>
                  <a:cubicBezTo>
                    <a:pt x="425" y="128"/>
                    <a:pt x="424" y="129"/>
                    <a:pt x="423" y="130"/>
                  </a:cubicBezTo>
                  <a:cubicBezTo>
                    <a:pt x="423" y="131"/>
                    <a:pt x="422" y="131"/>
                    <a:pt x="421" y="131"/>
                  </a:cubicBezTo>
                  <a:cubicBezTo>
                    <a:pt x="421" y="131"/>
                    <a:pt x="420" y="131"/>
                    <a:pt x="420" y="131"/>
                  </a:cubicBezTo>
                  <a:cubicBezTo>
                    <a:pt x="419" y="130"/>
                    <a:pt x="419" y="129"/>
                    <a:pt x="419" y="129"/>
                  </a:cubicBezTo>
                  <a:cubicBezTo>
                    <a:pt x="418" y="128"/>
                    <a:pt x="417" y="128"/>
                    <a:pt x="417" y="128"/>
                  </a:cubicBezTo>
                  <a:cubicBezTo>
                    <a:pt x="417" y="127"/>
                    <a:pt x="417" y="126"/>
                    <a:pt x="417" y="126"/>
                  </a:cubicBezTo>
                  <a:cubicBezTo>
                    <a:pt x="416" y="126"/>
                    <a:pt x="416" y="126"/>
                    <a:pt x="415" y="126"/>
                  </a:cubicBezTo>
                  <a:cubicBezTo>
                    <a:pt x="415" y="127"/>
                    <a:pt x="414" y="128"/>
                    <a:pt x="413" y="128"/>
                  </a:cubicBezTo>
                  <a:cubicBezTo>
                    <a:pt x="412" y="133"/>
                    <a:pt x="410" y="141"/>
                    <a:pt x="410" y="141"/>
                  </a:cubicBezTo>
                  <a:cubicBezTo>
                    <a:pt x="411" y="141"/>
                    <a:pt x="411" y="141"/>
                    <a:pt x="412" y="142"/>
                  </a:cubicBezTo>
                  <a:cubicBezTo>
                    <a:pt x="411" y="143"/>
                    <a:pt x="411" y="143"/>
                    <a:pt x="411" y="143"/>
                  </a:cubicBezTo>
                  <a:cubicBezTo>
                    <a:pt x="404" y="141"/>
                    <a:pt x="404" y="141"/>
                    <a:pt x="402" y="143"/>
                  </a:cubicBezTo>
                  <a:cubicBezTo>
                    <a:pt x="403" y="144"/>
                    <a:pt x="404" y="145"/>
                    <a:pt x="404" y="146"/>
                  </a:cubicBezTo>
                  <a:cubicBezTo>
                    <a:pt x="404" y="147"/>
                    <a:pt x="404" y="147"/>
                    <a:pt x="404" y="147"/>
                  </a:cubicBezTo>
                  <a:cubicBezTo>
                    <a:pt x="403" y="147"/>
                    <a:pt x="403" y="147"/>
                    <a:pt x="403" y="147"/>
                  </a:cubicBezTo>
                  <a:cubicBezTo>
                    <a:pt x="401" y="145"/>
                    <a:pt x="399" y="144"/>
                    <a:pt x="397" y="142"/>
                  </a:cubicBezTo>
                  <a:cubicBezTo>
                    <a:pt x="383" y="149"/>
                    <a:pt x="379" y="151"/>
                    <a:pt x="379" y="144"/>
                  </a:cubicBezTo>
                  <a:cubicBezTo>
                    <a:pt x="377" y="144"/>
                    <a:pt x="377" y="144"/>
                    <a:pt x="377" y="144"/>
                  </a:cubicBezTo>
                  <a:cubicBezTo>
                    <a:pt x="376" y="145"/>
                    <a:pt x="375" y="145"/>
                    <a:pt x="374" y="145"/>
                  </a:cubicBezTo>
                  <a:cubicBezTo>
                    <a:pt x="373" y="145"/>
                    <a:pt x="372" y="145"/>
                    <a:pt x="372" y="145"/>
                  </a:cubicBezTo>
                  <a:cubicBezTo>
                    <a:pt x="371" y="145"/>
                    <a:pt x="370" y="145"/>
                    <a:pt x="370" y="145"/>
                  </a:cubicBezTo>
                  <a:cubicBezTo>
                    <a:pt x="370" y="145"/>
                    <a:pt x="370" y="146"/>
                    <a:pt x="370" y="147"/>
                  </a:cubicBezTo>
                  <a:cubicBezTo>
                    <a:pt x="369" y="148"/>
                    <a:pt x="368" y="148"/>
                    <a:pt x="368" y="148"/>
                  </a:cubicBezTo>
                  <a:cubicBezTo>
                    <a:pt x="367" y="148"/>
                    <a:pt x="367" y="147"/>
                    <a:pt x="366" y="147"/>
                  </a:cubicBezTo>
                  <a:cubicBezTo>
                    <a:pt x="366" y="146"/>
                    <a:pt x="365" y="145"/>
                    <a:pt x="364" y="145"/>
                  </a:cubicBezTo>
                  <a:cubicBezTo>
                    <a:pt x="363" y="145"/>
                    <a:pt x="363" y="145"/>
                    <a:pt x="362" y="145"/>
                  </a:cubicBezTo>
                  <a:cubicBezTo>
                    <a:pt x="362" y="144"/>
                    <a:pt x="362" y="144"/>
                    <a:pt x="362" y="143"/>
                  </a:cubicBezTo>
                  <a:cubicBezTo>
                    <a:pt x="362" y="143"/>
                    <a:pt x="363" y="142"/>
                    <a:pt x="363" y="141"/>
                  </a:cubicBezTo>
                  <a:cubicBezTo>
                    <a:pt x="364" y="141"/>
                    <a:pt x="365" y="141"/>
                    <a:pt x="366" y="141"/>
                  </a:cubicBezTo>
                  <a:cubicBezTo>
                    <a:pt x="368" y="142"/>
                    <a:pt x="370" y="143"/>
                    <a:pt x="372" y="143"/>
                  </a:cubicBezTo>
                  <a:cubicBezTo>
                    <a:pt x="372" y="142"/>
                    <a:pt x="374" y="140"/>
                    <a:pt x="374" y="135"/>
                  </a:cubicBezTo>
                  <a:cubicBezTo>
                    <a:pt x="373" y="134"/>
                    <a:pt x="373" y="134"/>
                    <a:pt x="372" y="134"/>
                  </a:cubicBezTo>
                  <a:cubicBezTo>
                    <a:pt x="369" y="135"/>
                    <a:pt x="369" y="135"/>
                    <a:pt x="368" y="136"/>
                  </a:cubicBezTo>
                  <a:cubicBezTo>
                    <a:pt x="367" y="137"/>
                    <a:pt x="367" y="137"/>
                    <a:pt x="367" y="137"/>
                  </a:cubicBezTo>
                  <a:cubicBezTo>
                    <a:pt x="366" y="137"/>
                    <a:pt x="366" y="137"/>
                    <a:pt x="366" y="137"/>
                  </a:cubicBezTo>
                  <a:cubicBezTo>
                    <a:pt x="366" y="136"/>
                    <a:pt x="366" y="136"/>
                    <a:pt x="366" y="135"/>
                  </a:cubicBezTo>
                  <a:cubicBezTo>
                    <a:pt x="366" y="135"/>
                    <a:pt x="367" y="134"/>
                    <a:pt x="367" y="134"/>
                  </a:cubicBezTo>
                  <a:cubicBezTo>
                    <a:pt x="367" y="132"/>
                    <a:pt x="367" y="132"/>
                    <a:pt x="367" y="131"/>
                  </a:cubicBezTo>
                  <a:cubicBezTo>
                    <a:pt x="367" y="132"/>
                    <a:pt x="366" y="132"/>
                    <a:pt x="366" y="132"/>
                  </a:cubicBezTo>
                  <a:cubicBezTo>
                    <a:pt x="365" y="125"/>
                    <a:pt x="365" y="125"/>
                    <a:pt x="364" y="124"/>
                  </a:cubicBezTo>
                  <a:cubicBezTo>
                    <a:pt x="360" y="128"/>
                    <a:pt x="360" y="128"/>
                    <a:pt x="359" y="128"/>
                  </a:cubicBezTo>
                  <a:cubicBezTo>
                    <a:pt x="358" y="129"/>
                    <a:pt x="358" y="129"/>
                    <a:pt x="358" y="130"/>
                  </a:cubicBezTo>
                  <a:cubicBezTo>
                    <a:pt x="358" y="131"/>
                    <a:pt x="358" y="131"/>
                    <a:pt x="358" y="131"/>
                  </a:cubicBezTo>
                  <a:cubicBezTo>
                    <a:pt x="357" y="132"/>
                    <a:pt x="356" y="132"/>
                    <a:pt x="355" y="133"/>
                  </a:cubicBezTo>
                  <a:cubicBezTo>
                    <a:pt x="353" y="136"/>
                    <a:pt x="357" y="138"/>
                    <a:pt x="356" y="141"/>
                  </a:cubicBezTo>
                  <a:cubicBezTo>
                    <a:pt x="356" y="142"/>
                    <a:pt x="356" y="142"/>
                    <a:pt x="356" y="142"/>
                  </a:cubicBezTo>
                  <a:cubicBezTo>
                    <a:pt x="355" y="144"/>
                    <a:pt x="355" y="144"/>
                    <a:pt x="355" y="144"/>
                  </a:cubicBezTo>
                  <a:cubicBezTo>
                    <a:pt x="356" y="145"/>
                    <a:pt x="356" y="147"/>
                    <a:pt x="356" y="148"/>
                  </a:cubicBezTo>
                  <a:cubicBezTo>
                    <a:pt x="356" y="149"/>
                    <a:pt x="356" y="150"/>
                    <a:pt x="356" y="150"/>
                  </a:cubicBezTo>
                  <a:cubicBezTo>
                    <a:pt x="356" y="150"/>
                    <a:pt x="355" y="150"/>
                    <a:pt x="355" y="150"/>
                  </a:cubicBezTo>
                  <a:cubicBezTo>
                    <a:pt x="354" y="150"/>
                    <a:pt x="354" y="150"/>
                    <a:pt x="353" y="150"/>
                  </a:cubicBezTo>
                  <a:cubicBezTo>
                    <a:pt x="351" y="151"/>
                    <a:pt x="351" y="151"/>
                    <a:pt x="350" y="150"/>
                  </a:cubicBezTo>
                  <a:cubicBezTo>
                    <a:pt x="346" y="150"/>
                    <a:pt x="346" y="150"/>
                    <a:pt x="337" y="156"/>
                  </a:cubicBezTo>
                  <a:cubicBezTo>
                    <a:pt x="336" y="155"/>
                    <a:pt x="336" y="155"/>
                    <a:pt x="335" y="155"/>
                  </a:cubicBezTo>
                  <a:cubicBezTo>
                    <a:pt x="335" y="155"/>
                    <a:pt x="335" y="155"/>
                    <a:pt x="334" y="155"/>
                  </a:cubicBezTo>
                  <a:cubicBezTo>
                    <a:pt x="334" y="155"/>
                    <a:pt x="333" y="155"/>
                    <a:pt x="333" y="155"/>
                  </a:cubicBezTo>
                  <a:cubicBezTo>
                    <a:pt x="332" y="155"/>
                    <a:pt x="332" y="156"/>
                    <a:pt x="332" y="157"/>
                  </a:cubicBezTo>
                  <a:cubicBezTo>
                    <a:pt x="334" y="158"/>
                    <a:pt x="334" y="158"/>
                    <a:pt x="334" y="158"/>
                  </a:cubicBezTo>
                  <a:cubicBezTo>
                    <a:pt x="334" y="159"/>
                    <a:pt x="334" y="160"/>
                    <a:pt x="333" y="161"/>
                  </a:cubicBezTo>
                  <a:cubicBezTo>
                    <a:pt x="330" y="161"/>
                    <a:pt x="330" y="161"/>
                    <a:pt x="325" y="165"/>
                  </a:cubicBezTo>
                  <a:cubicBezTo>
                    <a:pt x="324" y="165"/>
                    <a:pt x="324" y="165"/>
                    <a:pt x="324" y="165"/>
                  </a:cubicBezTo>
                  <a:cubicBezTo>
                    <a:pt x="323" y="165"/>
                    <a:pt x="322" y="165"/>
                    <a:pt x="322" y="165"/>
                  </a:cubicBezTo>
                  <a:cubicBezTo>
                    <a:pt x="320" y="167"/>
                    <a:pt x="320" y="169"/>
                    <a:pt x="319" y="171"/>
                  </a:cubicBezTo>
                  <a:cubicBezTo>
                    <a:pt x="317" y="171"/>
                    <a:pt x="316" y="171"/>
                    <a:pt x="314" y="172"/>
                  </a:cubicBezTo>
                  <a:cubicBezTo>
                    <a:pt x="314" y="173"/>
                    <a:pt x="313" y="174"/>
                    <a:pt x="313" y="175"/>
                  </a:cubicBezTo>
                  <a:cubicBezTo>
                    <a:pt x="312" y="175"/>
                    <a:pt x="311" y="175"/>
                    <a:pt x="310" y="175"/>
                  </a:cubicBezTo>
                  <a:cubicBezTo>
                    <a:pt x="309" y="174"/>
                    <a:pt x="309" y="174"/>
                    <a:pt x="309" y="174"/>
                  </a:cubicBezTo>
                  <a:cubicBezTo>
                    <a:pt x="308" y="174"/>
                    <a:pt x="307" y="174"/>
                    <a:pt x="307" y="174"/>
                  </a:cubicBezTo>
                  <a:cubicBezTo>
                    <a:pt x="306" y="173"/>
                    <a:pt x="306" y="173"/>
                    <a:pt x="306" y="173"/>
                  </a:cubicBezTo>
                  <a:cubicBezTo>
                    <a:pt x="305" y="172"/>
                    <a:pt x="305" y="172"/>
                    <a:pt x="304" y="172"/>
                  </a:cubicBezTo>
                  <a:cubicBezTo>
                    <a:pt x="303" y="173"/>
                    <a:pt x="303" y="174"/>
                    <a:pt x="303" y="175"/>
                  </a:cubicBezTo>
                  <a:cubicBezTo>
                    <a:pt x="303" y="175"/>
                    <a:pt x="304" y="176"/>
                    <a:pt x="304" y="176"/>
                  </a:cubicBezTo>
                  <a:cubicBezTo>
                    <a:pt x="304" y="176"/>
                    <a:pt x="303" y="177"/>
                    <a:pt x="303" y="178"/>
                  </a:cubicBezTo>
                  <a:cubicBezTo>
                    <a:pt x="303" y="179"/>
                    <a:pt x="303" y="179"/>
                    <a:pt x="303" y="179"/>
                  </a:cubicBezTo>
                  <a:cubicBezTo>
                    <a:pt x="303" y="179"/>
                    <a:pt x="303" y="180"/>
                    <a:pt x="303" y="180"/>
                  </a:cubicBezTo>
                  <a:cubicBezTo>
                    <a:pt x="301" y="180"/>
                    <a:pt x="298" y="180"/>
                    <a:pt x="296" y="180"/>
                  </a:cubicBezTo>
                  <a:cubicBezTo>
                    <a:pt x="295" y="179"/>
                    <a:pt x="295" y="179"/>
                    <a:pt x="295" y="178"/>
                  </a:cubicBezTo>
                  <a:cubicBezTo>
                    <a:pt x="289" y="179"/>
                    <a:pt x="289" y="179"/>
                    <a:pt x="288" y="180"/>
                  </a:cubicBezTo>
                  <a:cubicBezTo>
                    <a:pt x="288" y="182"/>
                    <a:pt x="289" y="182"/>
                    <a:pt x="289" y="182"/>
                  </a:cubicBezTo>
                  <a:cubicBezTo>
                    <a:pt x="290" y="183"/>
                    <a:pt x="291" y="184"/>
                    <a:pt x="292" y="184"/>
                  </a:cubicBezTo>
                  <a:cubicBezTo>
                    <a:pt x="294" y="184"/>
                    <a:pt x="294" y="184"/>
                    <a:pt x="295" y="184"/>
                  </a:cubicBezTo>
                  <a:cubicBezTo>
                    <a:pt x="298" y="187"/>
                    <a:pt x="298" y="187"/>
                    <a:pt x="298" y="188"/>
                  </a:cubicBezTo>
                  <a:cubicBezTo>
                    <a:pt x="299" y="191"/>
                    <a:pt x="299" y="193"/>
                    <a:pt x="299" y="195"/>
                  </a:cubicBezTo>
                  <a:cubicBezTo>
                    <a:pt x="300" y="196"/>
                    <a:pt x="301" y="197"/>
                    <a:pt x="302" y="199"/>
                  </a:cubicBezTo>
                  <a:cubicBezTo>
                    <a:pt x="302" y="201"/>
                    <a:pt x="302" y="201"/>
                    <a:pt x="297" y="213"/>
                  </a:cubicBezTo>
                  <a:cubicBezTo>
                    <a:pt x="296" y="214"/>
                    <a:pt x="294" y="215"/>
                    <a:pt x="293" y="215"/>
                  </a:cubicBezTo>
                  <a:cubicBezTo>
                    <a:pt x="292" y="215"/>
                    <a:pt x="292" y="215"/>
                    <a:pt x="292" y="215"/>
                  </a:cubicBezTo>
                  <a:cubicBezTo>
                    <a:pt x="289" y="214"/>
                    <a:pt x="286" y="214"/>
                    <a:pt x="283" y="212"/>
                  </a:cubicBezTo>
                  <a:cubicBezTo>
                    <a:pt x="279" y="211"/>
                    <a:pt x="276" y="211"/>
                    <a:pt x="273" y="211"/>
                  </a:cubicBezTo>
                  <a:cubicBezTo>
                    <a:pt x="269" y="210"/>
                    <a:pt x="269" y="210"/>
                    <a:pt x="268" y="209"/>
                  </a:cubicBezTo>
                  <a:cubicBezTo>
                    <a:pt x="268" y="209"/>
                    <a:pt x="268" y="209"/>
                    <a:pt x="268" y="209"/>
                  </a:cubicBezTo>
                  <a:cubicBezTo>
                    <a:pt x="267" y="210"/>
                    <a:pt x="267" y="210"/>
                    <a:pt x="266" y="210"/>
                  </a:cubicBezTo>
                  <a:cubicBezTo>
                    <a:pt x="264" y="212"/>
                    <a:pt x="262" y="212"/>
                    <a:pt x="260" y="212"/>
                  </a:cubicBezTo>
                  <a:cubicBezTo>
                    <a:pt x="260" y="213"/>
                    <a:pt x="260" y="213"/>
                    <a:pt x="260" y="213"/>
                  </a:cubicBezTo>
                  <a:cubicBezTo>
                    <a:pt x="262" y="217"/>
                    <a:pt x="258" y="221"/>
                    <a:pt x="260" y="225"/>
                  </a:cubicBezTo>
                  <a:cubicBezTo>
                    <a:pt x="259" y="227"/>
                    <a:pt x="259" y="229"/>
                    <a:pt x="259" y="232"/>
                  </a:cubicBezTo>
                  <a:cubicBezTo>
                    <a:pt x="254" y="239"/>
                    <a:pt x="254" y="239"/>
                    <a:pt x="255" y="241"/>
                  </a:cubicBezTo>
                  <a:cubicBezTo>
                    <a:pt x="256" y="243"/>
                    <a:pt x="256" y="244"/>
                    <a:pt x="256" y="244"/>
                  </a:cubicBezTo>
                  <a:cubicBezTo>
                    <a:pt x="255" y="245"/>
                    <a:pt x="255" y="245"/>
                    <a:pt x="255" y="245"/>
                  </a:cubicBezTo>
                  <a:cubicBezTo>
                    <a:pt x="254" y="247"/>
                    <a:pt x="254" y="247"/>
                    <a:pt x="254" y="251"/>
                  </a:cubicBezTo>
                  <a:cubicBezTo>
                    <a:pt x="255" y="251"/>
                    <a:pt x="256" y="251"/>
                    <a:pt x="257" y="251"/>
                  </a:cubicBezTo>
                  <a:cubicBezTo>
                    <a:pt x="259" y="251"/>
                    <a:pt x="260" y="250"/>
                    <a:pt x="262" y="253"/>
                  </a:cubicBezTo>
                  <a:cubicBezTo>
                    <a:pt x="263" y="253"/>
                    <a:pt x="264" y="252"/>
                    <a:pt x="265" y="252"/>
                  </a:cubicBezTo>
                  <a:cubicBezTo>
                    <a:pt x="266" y="252"/>
                    <a:pt x="266" y="252"/>
                    <a:pt x="269" y="254"/>
                  </a:cubicBezTo>
                  <a:cubicBezTo>
                    <a:pt x="270" y="255"/>
                    <a:pt x="270" y="257"/>
                    <a:pt x="271" y="258"/>
                  </a:cubicBezTo>
                  <a:cubicBezTo>
                    <a:pt x="271" y="258"/>
                    <a:pt x="272" y="258"/>
                    <a:pt x="272" y="258"/>
                  </a:cubicBezTo>
                  <a:cubicBezTo>
                    <a:pt x="271" y="257"/>
                    <a:pt x="271" y="257"/>
                    <a:pt x="271" y="257"/>
                  </a:cubicBezTo>
                  <a:cubicBezTo>
                    <a:pt x="281" y="254"/>
                    <a:pt x="289" y="246"/>
                    <a:pt x="301" y="246"/>
                  </a:cubicBezTo>
                  <a:cubicBezTo>
                    <a:pt x="303" y="244"/>
                    <a:pt x="303" y="243"/>
                    <a:pt x="303" y="242"/>
                  </a:cubicBezTo>
                  <a:cubicBezTo>
                    <a:pt x="302" y="241"/>
                    <a:pt x="301" y="240"/>
                    <a:pt x="301" y="239"/>
                  </a:cubicBezTo>
                  <a:cubicBezTo>
                    <a:pt x="301" y="238"/>
                    <a:pt x="301" y="238"/>
                    <a:pt x="304" y="232"/>
                  </a:cubicBezTo>
                  <a:cubicBezTo>
                    <a:pt x="306" y="229"/>
                    <a:pt x="320" y="226"/>
                    <a:pt x="320" y="226"/>
                  </a:cubicBezTo>
                  <a:cubicBezTo>
                    <a:pt x="322" y="224"/>
                    <a:pt x="322" y="223"/>
                    <a:pt x="322" y="222"/>
                  </a:cubicBezTo>
                  <a:cubicBezTo>
                    <a:pt x="322" y="222"/>
                    <a:pt x="322" y="222"/>
                    <a:pt x="322" y="221"/>
                  </a:cubicBezTo>
                  <a:cubicBezTo>
                    <a:pt x="322" y="216"/>
                    <a:pt x="322" y="212"/>
                    <a:pt x="329"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1" y="214"/>
                    <a:pt x="331" y="214"/>
                    <a:pt x="331" y="214"/>
                  </a:cubicBezTo>
                  <a:cubicBezTo>
                    <a:pt x="334" y="216"/>
                    <a:pt x="334" y="216"/>
                    <a:pt x="336" y="216"/>
                  </a:cubicBezTo>
                  <a:cubicBezTo>
                    <a:pt x="337" y="216"/>
                    <a:pt x="337" y="216"/>
                    <a:pt x="338" y="216"/>
                  </a:cubicBezTo>
                  <a:cubicBezTo>
                    <a:pt x="338" y="216"/>
                    <a:pt x="339" y="216"/>
                    <a:pt x="340" y="216"/>
                  </a:cubicBezTo>
                  <a:cubicBezTo>
                    <a:pt x="340" y="214"/>
                    <a:pt x="340" y="214"/>
                    <a:pt x="342" y="212"/>
                  </a:cubicBezTo>
                  <a:cubicBezTo>
                    <a:pt x="344" y="212"/>
                    <a:pt x="344" y="212"/>
                    <a:pt x="345" y="212"/>
                  </a:cubicBezTo>
                  <a:cubicBezTo>
                    <a:pt x="346" y="212"/>
                    <a:pt x="348" y="212"/>
                    <a:pt x="351" y="208"/>
                  </a:cubicBezTo>
                  <a:cubicBezTo>
                    <a:pt x="358" y="209"/>
                    <a:pt x="357" y="217"/>
                    <a:pt x="362" y="220"/>
                  </a:cubicBezTo>
                  <a:cubicBezTo>
                    <a:pt x="363" y="220"/>
                    <a:pt x="364" y="221"/>
                    <a:pt x="364" y="223"/>
                  </a:cubicBezTo>
                  <a:cubicBezTo>
                    <a:pt x="380" y="233"/>
                    <a:pt x="388" y="241"/>
                    <a:pt x="387" y="246"/>
                  </a:cubicBezTo>
                  <a:cubicBezTo>
                    <a:pt x="385" y="247"/>
                    <a:pt x="373" y="249"/>
                    <a:pt x="369" y="249"/>
                  </a:cubicBezTo>
                  <a:cubicBezTo>
                    <a:pt x="369" y="249"/>
                    <a:pt x="368" y="250"/>
                    <a:pt x="368" y="250"/>
                  </a:cubicBezTo>
                  <a:cubicBezTo>
                    <a:pt x="371" y="252"/>
                    <a:pt x="373" y="255"/>
                    <a:pt x="377" y="256"/>
                  </a:cubicBezTo>
                  <a:cubicBezTo>
                    <a:pt x="379" y="256"/>
                    <a:pt x="382" y="256"/>
                    <a:pt x="384" y="256"/>
                  </a:cubicBezTo>
                  <a:cubicBezTo>
                    <a:pt x="384" y="255"/>
                    <a:pt x="384" y="253"/>
                    <a:pt x="384" y="252"/>
                  </a:cubicBezTo>
                  <a:cubicBezTo>
                    <a:pt x="389" y="250"/>
                    <a:pt x="392" y="245"/>
                    <a:pt x="396" y="242"/>
                  </a:cubicBezTo>
                  <a:cubicBezTo>
                    <a:pt x="396" y="240"/>
                    <a:pt x="396" y="240"/>
                    <a:pt x="396" y="239"/>
                  </a:cubicBezTo>
                  <a:cubicBezTo>
                    <a:pt x="393" y="239"/>
                    <a:pt x="393" y="239"/>
                    <a:pt x="392" y="239"/>
                  </a:cubicBezTo>
                  <a:cubicBezTo>
                    <a:pt x="391" y="239"/>
                    <a:pt x="391" y="238"/>
                    <a:pt x="391" y="238"/>
                  </a:cubicBezTo>
                  <a:cubicBezTo>
                    <a:pt x="393" y="236"/>
                    <a:pt x="394" y="236"/>
                    <a:pt x="395" y="236"/>
                  </a:cubicBezTo>
                  <a:cubicBezTo>
                    <a:pt x="398" y="237"/>
                    <a:pt x="398" y="237"/>
                    <a:pt x="400" y="239"/>
                  </a:cubicBezTo>
                  <a:cubicBezTo>
                    <a:pt x="400" y="239"/>
                    <a:pt x="400" y="239"/>
                    <a:pt x="400" y="234"/>
                  </a:cubicBezTo>
                  <a:cubicBezTo>
                    <a:pt x="396" y="231"/>
                    <a:pt x="391" y="230"/>
                    <a:pt x="389" y="226"/>
                  </a:cubicBezTo>
                  <a:cubicBezTo>
                    <a:pt x="388" y="226"/>
                    <a:pt x="385" y="226"/>
                    <a:pt x="380" y="221"/>
                  </a:cubicBezTo>
                  <a:cubicBezTo>
                    <a:pt x="381" y="219"/>
                    <a:pt x="381" y="219"/>
                    <a:pt x="375" y="215"/>
                  </a:cubicBezTo>
                  <a:cubicBezTo>
                    <a:pt x="375" y="214"/>
                    <a:pt x="374" y="214"/>
                    <a:pt x="374" y="214"/>
                  </a:cubicBezTo>
                  <a:cubicBezTo>
                    <a:pt x="374" y="213"/>
                    <a:pt x="373" y="212"/>
                    <a:pt x="373" y="211"/>
                  </a:cubicBezTo>
                  <a:cubicBezTo>
                    <a:pt x="372" y="210"/>
                    <a:pt x="370" y="210"/>
                    <a:pt x="369" y="210"/>
                  </a:cubicBezTo>
                  <a:cubicBezTo>
                    <a:pt x="369" y="209"/>
                    <a:pt x="369" y="209"/>
                    <a:pt x="369" y="208"/>
                  </a:cubicBezTo>
                  <a:cubicBezTo>
                    <a:pt x="370" y="207"/>
                    <a:pt x="370" y="207"/>
                    <a:pt x="370" y="207"/>
                  </a:cubicBezTo>
                  <a:cubicBezTo>
                    <a:pt x="371" y="206"/>
                    <a:pt x="371" y="205"/>
                    <a:pt x="371" y="205"/>
                  </a:cubicBezTo>
                  <a:cubicBezTo>
                    <a:pt x="371" y="204"/>
                    <a:pt x="371" y="203"/>
                    <a:pt x="371" y="202"/>
                  </a:cubicBezTo>
                  <a:cubicBezTo>
                    <a:pt x="374" y="201"/>
                    <a:pt x="375" y="202"/>
                    <a:pt x="376" y="205"/>
                  </a:cubicBezTo>
                  <a:cubicBezTo>
                    <a:pt x="384" y="206"/>
                    <a:pt x="386" y="216"/>
                    <a:pt x="394" y="217"/>
                  </a:cubicBezTo>
                  <a:cubicBezTo>
                    <a:pt x="394" y="218"/>
                    <a:pt x="394" y="218"/>
                    <a:pt x="395" y="218"/>
                  </a:cubicBezTo>
                  <a:cubicBezTo>
                    <a:pt x="398" y="222"/>
                    <a:pt x="404" y="223"/>
                    <a:pt x="406" y="228"/>
                  </a:cubicBezTo>
                  <a:cubicBezTo>
                    <a:pt x="404" y="234"/>
                    <a:pt x="404" y="234"/>
                    <a:pt x="406" y="236"/>
                  </a:cubicBezTo>
                  <a:cubicBezTo>
                    <a:pt x="407" y="239"/>
                    <a:pt x="407" y="242"/>
                    <a:pt x="411" y="242"/>
                  </a:cubicBezTo>
                  <a:cubicBezTo>
                    <a:pt x="413" y="244"/>
                    <a:pt x="413" y="246"/>
                    <a:pt x="413" y="247"/>
                  </a:cubicBezTo>
                  <a:cubicBezTo>
                    <a:pt x="412" y="247"/>
                    <a:pt x="411" y="247"/>
                    <a:pt x="410" y="247"/>
                  </a:cubicBezTo>
                  <a:cubicBezTo>
                    <a:pt x="410" y="247"/>
                    <a:pt x="409" y="246"/>
                    <a:pt x="409" y="246"/>
                  </a:cubicBezTo>
                  <a:cubicBezTo>
                    <a:pt x="409" y="246"/>
                    <a:pt x="408" y="247"/>
                    <a:pt x="408" y="247"/>
                  </a:cubicBezTo>
                  <a:cubicBezTo>
                    <a:pt x="411" y="251"/>
                    <a:pt x="411" y="251"/>
                    <a:pt x="414" y="252"/>
                  </a:cubicBezTo>
                  <a:cubicBezTo>
                    <a:pt x="414" y="252"/>
                    <a:pt x="414" y="251"/>
                    <a:pt x="414" y="251"/>
                  </a:cubicBezTo>
                  <a:cubicBezTo>
                    <a:pt x="416" y="252"/>
                    <a:pt x="417" y="252"/>
                    <a:pt x="419" y="254"/>
                  </a:cubicBezTo>
                  <a:cubicBezTo>
                    <a:pt x="418" y="256"/>
                    <a:pt x="418" y="257"/>
                    <a:pt x="419" y="258"/>
                  </a:cubicBezTo>
                  <a:cubicBezTo>
                    <a:pt x="421" y="259"/>
                    <a:pt x="421" y="259"/>
                    <a:pt x="422" y="259"/>
                  </a:cubicBezTo>
                  <a:cubicBezTo>
                    <a:pt x="423" y="259"/>
                    <a:pt x="424" y="259"/>
                    <a:pt x="424" y="259"/>
                  </a:cubicBezTo>
                  <a:cubicBezTo>
                    <a:pt x="425" y="258"/>
                    <a:pt x="426" y="257"/>
                    <a:pt x="426" y="256"/>
                  </a:cubicBezTo>
                  <a:cubicBezTo>
                    <a:pt x="426" y="255"/>
                    <a:pt x="426" y="255"/>
                    <a:pt x="426" y="254"/>
                  </a:cubicBezTo>
                  <a:cubicBezTo>
                    <a:pt x="426" y="254"/>
                    <a:pt x="426" y="253"/>
                    <a:pt x="426" y="253"/>
                  </a:cubicBezTo>
                  <a:cubicBezTo>
                    <a:pt x="426" y="252"/>
                    <a:pt x="427" y="252"/>
                    <a:pt x="427" y="251"/>
                  </a:cubicBezTo>
                  <a:cubicBezTo>
                    <a:pt x="428" y="252"/>
                    <a:pt x="430" y="252"/>
                    <a:pt x="430" y="253"/>
                  </a:cubicBezTo>
                  <a:cubicBezTo>
                    <a:pt x="431" y="253"/>
                    <a:pt x="432" y="253"/>
                    <a:pt x="432" y="253"/>
                  </a:cubicBezTo>
                  <a:cubicBezTo>
                    <a:pt x="432" y="253"/>
                    <a:pt x="433" y="252"/>
                    <a:pt x="433" y="252"/>
                  </a:cubicBezTo>
                  <a:cubicBezTo>
                    <a:pt x="433" y="251"/>
                    <a:pt x="433" y="249"/>
                    <a:pt x="433" y="248"/>
                  </a:cubicBezTo>
                  <a:cubicBezTo>
                    <a:pt x="435" y="248"/>
                    <a:pt x="436" y="248"/>
                    <a:pt x="437" y="248"/>
                  </a:cubicBezTo>
                  <a:cubicBezTo>
                    <a:pt x="436" y="246"/>
                    <a:pt x="435" y="246"/>
                    <a:pt x="433" y="245"/>
                  </a:cubicBezTo>
                  <a:cubicBezTo>
                    <a:pt x="433" y="246"/>
                    <a:pt x="432" y="247"/>
                    <a:pt x="432" y="248"/>
                  </a:cubicBezTo>
                  <a:cubicBezTo>
                    <a:pt x="429" y="248"/>
                    <a:pt x="429" y="247"/>
                    <a:pt x="427" y="241"/>
                  </a:cubicBezTo>
                  <a:cubicBezTo>
                    <a:pt x="424" y="240"/>
                    <a:pt x="424" y="240"/>
                    <a:pt x="422" y="238"/>
                  </a:cubicBezTo>
                  <a:cubicBezTo>
                    <a:pt x="422" y="237"/>
                    <a:pt x="422" y="237"/>
                    <a:pt x="422" y="236"/>
                  </a:cubicBezTo>
                  <a:cubicBezTo>
                    <a:pt x="424" y="236"/>
                    <a:pt x="424" y="236"/>
                    <a:pt x="424" y="236"/>
                  </a:cubicBezTo>
                  <a:cubicBezTo>
                    <a:pt x="425" y="236"/>
                    <a:pt x="426" y="237"/>
                    <a:pt x="427" y="237"/>
                  </a:cubicBezTo>
                  <a:cubicBezTo>
                    <a:pt x="429" y="237"/>
                    <a:pt x="429" y="237"/>
                    <a:pt x="430" y="237"/>
                  </a:cubicBezTo>
                  <a:cubicBezTo>
                    <a:pt x="430" y="237"/>
                    <a:pt x="430" y="238"/>
                    <a:pt x="431" y="238"/>
                  </a:cubicBezTo>
                  <a:cubicBezTo>
                    <a:pt x="431" y="237"/>
                    <a:pt x="431" y="235"/>
                    <a:pt x="431" y="234"/>
                  </a:cubicBezTo>
                  <a:cubicBezTo>
                    <a:pt x="433" y="232"/>
                    <a:pt x="433" y="232"/>
                    <a:pt x="442" y="236"/>
                  </a:cubicBezTo>
                  <a:cubicBezTo>
                    <a:pt x="442" y="236"/>
                    <a:pt x="443" y="237"/>
                    <a:pt x="443" y="238"/>
                  </a:cubicBezTo>
                  <a:cubicBezTo>
                    <a:pt x="443" y="238"/>
                    <a:pt x="443" y="238"/>
                    <a:pt x="444" y="238"/>
                  </a:cubicBezTo>
                  <a:cubicBezTo>
                    <a:pt x="445" y="240"/>
                    <a:pt x="445" y="240"/>
                    <a:pt x="445" y="240"/>
                  </a:cubicBezTo>
                  <a:cubicBezTo>
                    <a:pt x="444" y="240"/>
                    <a:pt x="443" y="241"/>
                    <a:pt x="443" y="241"/>
                  </a:cubicBezTo>
                  <a:cubicBezTo>
                    <a:pt x="443" y="244"/>
                    <a:pt x="448" y="245"/>
                    <a:pt x="447" y="249"/>
                  </a:cubicBezTo>
                  <a:cubicBezTo>
                    <a:pt x="447" y="250"/>
                    <a:pt x="447" y="251"/>
                    <a:pt x="447" y="251"/>
                  </a:cubicBezTo>
                  <a:cubicBezTo>
                    <a:pt x="447" y="252"/>
                    <a:pt x="447" y="252"/>
                    <a:pt x="447" y="253"/>
                  </a:cubicBezTo>
                  <a:cubicBezTo>
                    <a:pt x="447" y="254"/>
                    <a:pt x="448" y="255"/>
                    <a:pt x="449" y="256"/>
                  </a:cubicBezTo>
                  <a:cubicBezTo>
                    <a:pt x="449" y="256"/>
                    <a:pt x="449" y="256"/>
                    <a:pt x="449" y="256"/>
                  </a:cubicBezTo>
                  <a:cubicBezTo>
                    <a:pt x="450" y="257"/>
                    <a:pt x="450" y="257"/>
                    <a:pt x="450" y="257"/>
                  </a:cubicBezTo>
                  <a:cubicBezTo>
                    <a:pt x="450" y="257"/>
                    <a:pt x="450" y="257"/>
                    <a:pt x="450" y="257"/>
                  </a:cubicBezTo>
                  <a:cubicBezTo>
                    <a:pt x="451" y="258"/>
                    <a:pt x="451" y="258"/>
                    <a:pt x="451" y="258"/>
                  </a:cubicBezTo>
                  <a:cubicBezTo>
                    <a:pt x="452" y="258"/>
                    <a:pt x="452" y="258"/>
                    <a:pt x="452" y="258"/>
                  </a:cubicBezTo>
                  <a:cubicBezTo>
                    <a:pt x="452" y="259"/>
                    <a:pt x="452" y="259"/>
                    <a:pt x="452" y="260"/>
                  </a:cubicBezTo>
                  <a:cubicBezTo>
                    <a:pt x="452" y="261"/>
                    <a:pt x="452" y="261"/>
                    <a:pt x="452" y="261"/>
                  </a:cubicBezTo>
                  <a:cubicBezTo>
                    <a:pt x="451" y="261"/>
                    <a:pt x="451" y="261"/>
                    <a:pt x="451" y="261"/>
                  </a:cubicBezTo>
                  <a:cubicBezTo>
                    <a:pt x="451" y="262"/>
                    <a:pt x="451" y="262"/>
                    <a:pt x="451" y="262"/>
                  </a:cubicBezTo>
                  <a:cubicBezTo>
                    <a:pt x="451" y="263"/>
                    <a:pt x="451" y="264"/>
                    <a:pt x="452" y="265"/>
                  </a:cubicBezTo>
                  <a:cubicBezTo>
                    <a:pt x="452" y="266"/>
                    <a:pt x="452" y="266"/>
                    <a:pt x="452" y="266"/>
                  </a:cubicBezTo>
                  <a:cubicBezTo>
                    <a:pt x="453" y="266"/>
                    <a:pt x="453" y="266"/>
                    <a:pt x="453" y="266"/>
                  </a:cubicBezTo>
                  <a:cubicBezTo>
                    <a:pt x="454" y="265"/>
                    <a:pt x="454" y="265"/>
                    <a:pt x="454" y="265"/>
                  </a:cubicBezTo>
                  <a:cubicBezTo>
                    <a:pt x="454" y="263"/>
                    <a:pt x="454" y="263"/>
                    <a:pt x="454" y="263"/>
                  </a:cubicBezTo>
                  <a:cubicBezTo>
                    <a:pt x="454" y="262"/>
                    <a:pt x="454" y="261"/>
                    <a:pt x="454" y="261"/>
                  </a:cubicBezTo>
                  <a:cubicBezTo>
                    <a:pt x="455" y="259"/>
                    <a:pt x="455" y="259"/>
                    <a:pt x="455" y="259"/>
                  </a:cubicBezTo>
                  <a:cubicBezTo>
                    <a:pt x="456" y="259"/>
                    <a:pt x="456" y="259"/>
                    <a:pt x="456" y="259"/>
                  </a:cubicBezTo>
                  <a:cubicBezTo>
                    <a:pt x="456" y="260"/>
                    <a:pt x="456" y="260"/>
                    <a:pt x="456" y="260"/>
                  </a:cubicBezTo>
                  <a:cubicBezTo>
                    <a:pt x="457" y="260"/>
                    <a:pt x="457" y="260"/>
                    <a:pt x="457" y="260"/>
                  </a:cubicBezTo>
                  <a:cubicBezTo>
                    <a:pt x="457" y="261"/>
                    <a:pt x="457" y="261"/>
                    <a:pt x="457" y="261"/>
                  </a:cubicBezTo>
                  <a:cubicBezTo>
                    <a:pt x="458" y="261"/>
                    <a:pt x="459" y="262"/>
                    <a:pt x="459" y="262"/>
                  </a:cubicBezTo>
                  <a:cubicBezTo>
                    <a:pt x="460" y="263"/>
                    <a:pt x="460" y="263"/>
                    <a:pt x="460" y="263"/>
                  </a:cubicBezTo>
                  <a:cubicBezTo>
                    <a:pt x="460" y="264"/>
                    <a:pt x="460" y="264"/>
                    <a:pt x="460" y="264"/>
                  </a:cubicBezTo>
                  <a:cubicBezTo>
                    <a:pt x="461" y="264"/>
                    <a:pt x="461" y="264"/>
                    <a:pt x="461" y="264"/>
                  </a:cubicBezTo>
                  <a:cubicBezTo>
                    <a:pt x="462" y="264"/>
                    <a:pt x="462" y="264"/>
                    <a:pt x="462" y="264"/>
                  </a:cubicBezTo>
                  <a:cubicBezTo>
                    <a:pt x="462" y="264"/>
                    <a:pt x="464" y="264"/>
                    <a:pt x="464" y="265"/>
                  </a:cubicBezTo>
                  <a:cubicBezTo>
                    <a:pt x="466" y="265"/>
                    <a:pt x="466" y="265"/>
                    <a:pt x="466" y="265"/>
                  </a:cubicBezTo>
                  <a:cubicBezTo>
                    <a:pt x="467" y="265"/>
                    <a:pt x="467" y="265"/>
                    <a:pt x="467" y="265"/>
                  </a:cubicBezTo>
                  <a:cubicBezTo>
                    <a:pt x="467" y="264"/>
                    <a:pt x="467" y="264"/>
                    <a:pt x="467" y="264"/>
                  </a:cubicBezTo>
                  <a:cubicBezTo>
                    <a:pt x="467" y="264"/>
                    <a:pt x="467" y="264"/>
                    <a:pt x="467" y="264"/>
                  </a:cubicBezTo>
                  <a:cubicBezTo>
                    <a:pt x="467" y="263"/>
                    <a:pt x="467" y="263"/>
                    <a:pt x="467" y="263"/>
                  </a:cubicBezTo>
                  <a:cubicBezTo>
                    <a:pt x="467" y="262"/>
                    <a:pt x="467" y="261"/>
                    <a:pt x="468" y="260"/>
                  </a:cubicBezTo>
                  <a:cubicBezTo>
                    <a:pt x="468" y="259"/>
                    <a:pt x="468" y="259"/>
                    <a:pt x="468" y="259"/>
                  </a:cubicBezTo>
                  <a:cubicBezTo>
                    <a:pt x="469" y="259"/>
                    <a:pt x="469" y="259"/>
                    <a:pt x="469" y="259"/>
                  </a:cubicBezTo>
                  <a:cubicBezTo>
                    <a:pt x="470" y="259"/>
                    <a:pt x="471" y="259"/>
                    <a:pt x="472" y="260"/>
                  </a:cubicBezTo>
                  <a:cubicBezTo>
                    <a:pt x="474" y="261"/>
                    <a:pt x="474" y="261"/>
                    <a:pt x="474" y="261"/>
                  </a:cubicBezTo>
                  <a:cubicBezTo>
                    <a:pt x="476" y="263"/>
                    <a:pt x="476" y="263"/>
                    <a:pt x="476" y="263"/>
                  </a:cubicBezTo>
                  <a:cubicBezTo>
                    <a:pt x="477" y="263"/>
                    <a:pt x="477" y="263"/>
                    <a:pt x="477" y="263"/>
                  </a:cubicBezTo>
                  <a:cubicBezTo>
                    <a:pt x="477" y="264"/>
                    <a:pt x="477" y="264"/>
                    <a:pt x="477" y="264"/>
                  </a:cubicBezTo>
                  <a:cubicBezTo>
                    <a:pt x="478" y="264"/>
                    <a:pt x="478" y="264"/>
                    <a:pt x="478" y="264"/>
                  </a:cubicBezTo>
                  <a:cubicBezTo>
                    <a:pt x="478" y="264"/>
                    <a:pt x="478" y="264"/>
                    <a:pt x="478" y="264"/>
                  </a:cubicBezTo>
                  <a:cubicBezTo>
                    <a:pt x="481" y="264"/>
                    <a:pt x="484" y="264"/>
                    <a:pt x="486" y="265"/>
                  </a:cubicBezTo>
                  <a:cubicBezTo>
                    <a:pt x="486" y="264"/>
                    <a:pt x="486" y="263"/>
                    <a:pt x="486" y="263"/>
                  </a:cubicBezTo>
                  <a:cubicBezTo>
                    <a:pt x="486" y="262"/>
                    <a:pt x="486" y="262"/>
                    <a:pt x="486" y="262"/>
                  </a:cubicBezTo>
                  <a:cubicBezTo>
                    <a:pt x="486" y="261"/>
                    <a:pt x="486" y="261"/>
                    <a:pt x="486" y="260"/>
                  </a:cubicBezTo>
                  <a:cubicBezTo>
                    <a:pt x="486" y="260"/>
                    <a:pt x="487" y="260"/>
                    <a:pt x="487" y="260"/>
                  </a:cubicBezTo>
                  <a:cubicBezTo>
                    <a:pt x="488" y="259"/>
                    <a:pt x="488" y="259"/>
                    <a:pt x="488" y="259"/>
                  </a:cubicBezTo>
                  <a:cubicBezTo>
                    <a:pt x="489" y="259"/>
                    <a:pt x="489" y="259"/>
                    <a:pt x="489" y="259"/>
                  </a:cubicBezTo>
                  <a:cubicBezTo>
                    <a:pt x="490" y="260"/>
                    <a:pt x="491" y="261"/>
                    <a:pt x="492" y="261"/>
                  </a:cubicBezTo>
                  <a:cubicBezTo>
                    <a:pt x="493" y="262"/>
                    <a:pt x="494" y="262"/>
                    <a:pt x="494" y="262"/>
                  </a:cubicBezTo>
                  <a:cubicBezTo>
                    <a:pt x="494" y="261"/>
                    <a:pt x="494" y="261"/>
                    <a:pt x="494" y="261"/>
                  </a:cubicBezTo>
                  <a:cubicBezTo>
                    <a:pt x="495" y="261"/>
                    <a:pt x="495" y="261"/>
                    <a:pt x="495" y="261"/>
                  </a:cubicBezTo>
                  <a:cubicBezTo>
                    <a:pt x="495" y="260"/>
                    <a:pt x="495" y="260"/>
                    <a:pt x="495" y="260"/>
                  </a:cubicBezTo>
                  <a:cubicBezTo>
                    <a:pt x="496" y="260"/>
                    <a:pt x="496" y="260"/>
                    <a:pt x="496" y="260"/>
                  </a:cubicBezTo>
                  <a:cubicBezTo>
                    <a:pt x="497" y="262"/>
                    <a:pt x="497" y="262"/>
                    <a:pt x="497" y="262"/>
                  </a:cubicBezTo>
                  <a:cubicBezTo>
                    <a:pt x="497" y="263"/>
                    <a:pt x="497" y="263"/>
                    <a:pt x="497" y="263"/>
                  </a:cubicBezTo>
                  <a:cubicBezTo>
                    <a:pt x="497" y="264"/>
                    <a:pt x="497" y="265"/>
                    <a:pt x="497" y="266"/>
                  </a:cubicBezTo>
                  <a:cubicBezTo>
                    <a:pt x="496" y="268"/>
                    <a:pt x="496" y="270"/>
                    <a:pt x="497" y="273"/>
                  </a:cubicBezTo>
                  <a:cubicBezTo>
                    <a:pt x="497" y="273"/>
                    <a:pt x="497" y="273"/>
                    <a:pt x="497" y="273"/>
                  </a:cubicBezTo>
                  <a:cubicBezTo>
                    <a:pt x="497" y="274"/>
                    <a:pt x="498" y="274"/>
                    <a:pt x="498" y="275"/>
                  </a:cubicBezTo>
                  <a:cubicBezTo>
                    <a:pt x="498" y="275"/>
                    <a:pt x="497" y="276"/>
                    <a:pt x="497" y="277"/>
                  </a:cubicBezTo>
                  <a:cubicBezTo>
                    <a:pt x="497" y="277"/>
                    <a:pt x="497" y="277"/>
                    <a:pt x="497" y="277"/>
                  </a:cubicBezTo>
                  <a:cubicBezTo>
                    <a:pt x="497" y="278"/>
                    <a:pt x="497" y="278"/>
                    <a:pt x="497" y="278"/>
                  </a:cubicBezTo>
                  <a:cubicBezTo>
                    <a:pt x="496" y="280"/>
                    <a:pt x="496" y="280"/>
                    <a:pt x="496" y="280"/>
                  </a:cubicBezTo>
                  <a:cubicBezTo>
                    <a:pt x="496" y="280"/>
                    <a:pt x="496" y="280"/>
                    <a:pt x="496" y="280"/>
                  </a:cubicBezTo>
                  <a:cubicBezTo>
                    <a:pt x="494" y="284"/>
                    <a:pt x="494" y="284"/>
                    <a:pt x="493" y="284"/>
                  </a:cubicBezTo>
                  <a:cubicBezTo>
                    <a:pt x="492" y="285"/>
                    <a:pt x="492" y="285"/>
                    <a:pt x="492" y="285"/>
                  </a:cubicBezTo>
                  <a:cubicBezTo>
                    <a:pt x="492" y="285"/>
                    <a:pt x="492" y="285"/>
                    <a:pt x="492" y="285"/>
                  </a:cubicBezTo>
                  <a:cubicBezTo>
                    <a:pt x="492" y="286"/>
                    <a:pt x="492" y="286"/>
                    <a:pt x="492" y="286"/>
                  </a:cubicBezTo>
                  <a:cubicBezTo>
                    <a:pt x="514" y="287"/>
                    <a:pt x="537" y="287"/>
                    <a:pt x="558" y="288"/>
                  </a:cubicBezTo>
                  <a:cubicBezTo>
                    <a:pt x="575" y="288"/>
                    <a:pt x="590" y="288"/>
                    <a:pt x="605" y="288"/>
                  </a:cubicBezTo>
                  <a:moveTo>
                    <a:pt x="554" y="46"/>
                  </a:moveTo>
                  <a:cubicBezTo>
                    <a:pt x="531" y="34"/>
                    <a:pt x="531" y="34"/>
                    <a:pt x="531" y="34"/>
                  </a:cubicBezTo>
                  <a:cubicBezTo>
                    <a:pt x="531" y="34"/>
                    <a:pt x="531" y="34"/>
                    <a:pt x="531" y="34"/>
                  </a:cubicBezTo>
                  <a:cubicBezTo>
                    <a:pt x="532" y="34"/>
                    <a:pt x="532" y="34"/>
                    <a:pt x="532" y="34"/>
                  </a:cubicBezTo>
                  <a:cubicBezTo>
                    <a:pt x="533" y="35"/>
                    <a:pt x="533" y="35"/>
                    <a:pt x="533" y="35"/>
                  </a:cubicBezTo>
                  <a:cubicBezTo>
                    <a:pt x="532" y="35"/>
                    <a:pt x="532" y="35"/>
                    <a:pt x="532" y="35"/>
                  </a:cubicBezTo>
                  <a:cubicBezTo>
                    <a:pt x="533" y="35"/>
                    <a:pt x="533" y="35"/>
                    <a:pt x="533" y="35"/>
                  </a:cubicBezTo>
                  <a:cubicBezTo>
                    <a:pt x="534" y="35"/>
                    <a:pt x="534" y="35"/>
                    <a:pt x="534" y="35"/>
                  </a:cubicBezTo>
                  <a:cubicBezTo>
                    <a:pt x="533" y="35"/>
                    <a:pt x="533" y="35"/>
                    <a:pt x="533" y="35"/>
                  </a:cubicBezTo>
                  <a:cubicBezTo>
                    <a:pt x="532" y="35"/>
                    <a:pt x="530" y="34"/>
                    <a:pt x="529" y="33"/>
                  </a:cubicBezTo>
                  <a:cubicBezTo>
                    <a:pt x="530" y="33"/>
                    <a:pt x="530" y="34"/>
                    <a:pt x="531" y="34"/>
                  </a:cubicBezTo>
                  <a:cubicBezTo>
                    <a:pt x="531" y="34"/>
                    <a:pt x="530" y="34"/>
                    <a:pt x="529" y="33"/>
                  </a:cubicBezTo>
                  <a:cubicBezTo>
                    <a:pt x="528" y="33"/>
                    <a:pt x="528" y="33"/>
                    <a:pt x="525" y="31"/>
                  </a:cubicBezTo>
                  <a:cubicBezTo>
                    <a:pt x="524" y="31"/>
                    <a:pt x="524" y="31"/>
                    <a:pt x="524" y="31"/>
                  </a:cubicBezTo>
                  <a:cubicBezTo>
                    <a:pt x="523" y="31"/>
                    <a:pt x="523" y="31"/>
                    <a:pt x="523" y="31"/>
                  </a:cubicBezTo>
                  <a:cubicBezTo>
                    <a:pt x="525" y="32"/>
                    <a:pt x="527" y="32"/>
                    <a:pt x="529" y="33"/>
                  </a:cubicBezTo>
                  <a:cubicBezTo>
                    <a:pt x="529" y="33"/>
                    <a:pt x="529" y="33"/>
                    <a:pt x="529" y="33"/>
                  </a:cubicBezTo>
                  <a:cubicBezTo>
                    <a:pt x="529" y="34"/>
                    <a:pt x="529" y="34"/>
                    <a:pt x="529" y="34"/>
                  </a:cubicBezTo>
                  <a:cubicBezTo>
                    <a:pt x="530" y="34"/>
                    <a:pt x="531" y="34"/>
                    <a:pt x="532" y="35"/>
                  </a:cubicBezTo>
                  <a:cubicBezTo>
                    <a:pt x="532" y="35"/>
                    <a:pt x="532" y="35"/>
                    <a:pt x="533" y="35"/>
                  </a:cubicBezTo>
                  <a:cubicBezTo>
                    <a:pt x="533" y="35"/>
                    <a:pt x="534" y="36"/>
                    <a:pt x="534" y="36"/>
                  </a:cubicBezTo>
                  <a:cubicBezTo>
                    <a:pt x="534" y="36"/>
                    <a:pt x="534" y="36"/>
                    <a:pt x="534" y="36"/>
                  </a:cubicBezTo>
                  <a:cubicBezTo>
                    <a:pt x="535" y="37"/>
                    <a:pt x="535" y="37"/>
                    <a:pt x="535" y="37"/>
                  </a:cubicBezTo>
                  <a:cubicBezTo>
                    <a:pt x="535" y="37"/>
                    <a:pt x="535" y="37"/>
                    <a:pt x="535" y="37"/>
                  </a:cubicBezTo>
                  <a:cubicBezTo>
                    <a:pt x="536" y="37"/>
                    <a:pt x="536" y="37"/>
                    <a:pt x="536" y="37"/>
                  </a:cubicBezTo>
                  <a:cubicBezTo>
                    <a:pt x="535" y="37"/>
                    <a:pt x="535" y="37"/>
                    <a:pt x="535" y="37"/>
                  </a:cubicBezTo>
                  <a:cubicBezTo>
                    <a:pt x="535" y="37"/>
                    <a:pt x="529" y="34"/>
                    <a:pt x="526" y="32"/>
                  </a:cubicBezTo>
                  <a:cubicBezTo>
                    <a:pt x="526" y="32"/>
                    <a:pt x="526" y="32"/>
                    <a:pt x="526" y="32"/>
                  </a:cubicBezTo>
                  <a:cubicBezTo>
                    <a:pt x="525" y="32"/>
                    <a:pt x="524" y="31"/>
                    <a:pt x="524" y="31"/>
                  </a:cubicBezTo>
                  <a:cubicBezTo>
                    <a:pt x="523" y="31"/>
                    <a:pt x="523" y="31"/>
                    <a:pt x="522" y="30"/>
                  </a:cubicBezTo>
                  <a:cubicBezTo>
                    <a:pt x="522" y="30"/>
                    <a:pt x="522" y="30"/>
                    <a:pt x="522" y="30"/>
                  </a:cubicBezTo>
                  <a:cubicBezTo>
                    <a:pt x="521" y="30"/>
                    <a:pt x="521" y="30"/>
                    <a:pt x="517" y="28"/>
                  </a:cubicBezTo>
                  <a:cubicBezTo>
                    <a:pt x="517" y="28"/>
                    <a:pt x="517" y="28"/>
                    <a:pt x="517" y="28"/>
                  </a:cubicBezTo>
                  <a:cubicBezTo>
                    <a:pt x="516" y="27"/>
                    <a:pt x="514" y="27"/>
                    <a:pt x="513" y="26"/>
                  </a:cubicBezTo>
                  <a:cubicBezTo>
                    <a:pt x="513" y="26"/>
                    <a:pt x="513" y="26"/>
                    <a:pt x="513" y="26"/>
                  </a:cubicBezTo>
                  <a:cubicBezTo>
                    <a:pt x="511" y="25"/>
                    <a:pt x="509" y="25"/>
                    <a:pt x="507" y="24"/>
                  </a:cubicBezTo>
                  <a:cubicBezTo>
                    <a:pt x="507" y="24"/>
                    <a:pt x="507" y="24"/>
                    <a:pt x="507" y="24"/>
                  </a:cubicBezTo>
                  <a:cubicBezTo>
                    <a:pt x="504" y="23"/>
                    <a:pt x="502" y="22"/>
                    <a:pt x="499" y="21"/>
                  </a:cubicBezTo>
                  <a:cubicBezTo>
                    <a:pt x="498" y="21"/>
                    <a:pt x="498" y="21"/>
                    <a:pt x="498" y="21"/>
                  </a:cubicBezTo>
                  <a:cubicBezTo>
                    <a:pt x="498" y="21"/>
                    <a:pt x="498" y="21"/>
                    <a:pt x="498" y="21"/>
                  </a:cubicBezTo>
                  <a:cubicBezTo>
                    <a:pt x="498" y="21"/>
                    <a:pt x="499" y="21"/>
                    <a:pt x="499" y="21"/>
                  </a:cubicBezTo>
                  <a:cubicBezTo>
                    <a:pt x="499" y="21"/>
                    <a:pt x="498" y="21"/>
                    <a:pt x="497" y="21"/>
                  </a:cubicBezTo>
                  <a:cubicBezTo>
                    <a:pt x="498" y="21"/>
                    <a:pt x="499" y="21"/>
                    <a:pt x="500" y="22"/>
                  </a:cubicBezTo>
                  <a:cubicBezTo>
                    <a:pt x="500" y="22"/>
                    <a:pt x="500" y="22"/>
                    <a:pt x="500" y="22"/>
                  </a:cubicBezTo>
                  <a:cubicBezTo>
                    <a:pt x="499" y="22"/>
                    <a:pt x="499" y="22"/>
                    <a:pt x="499" y="22"/>
                  </a:cubicBezTo>
                  <a:cubicBezTo>
                    <a:pt x="499" y="21"/>
                    <a:pt x="498" y="21"/>
                    <a:pt x="498" y="21"/>
                  </a:cubicBezTo>
                  <a:cubicBezTo>
                    <a:pt x="497" y="21"/>
                    <a:pt x="496" y="20"/>
                    <a:pt x="494" y="20"/>
                  </a:cubicBezTo>
                  <a:cubicBezTo>
                    <a:pt x="494" y="20"/>
                    <a:pt x="494" y="20"/>
                    <a:pt x="494" y="20"/>
                  </a:cubicBezTo>
                  <a:cubicBezTo>
                    <a:pt x="494" y="20"/>
                    <a:pt x="493" y="20"/>
                    <a:pt x="489" y="18"/>
                  </a:cubicBezTo>
                  <a:cubicBezTo>
                    <a:pt x="489" y="18"/>
                    <a:pt x="488" y="18"/>
                    <a:pt x="487" y="17"/>
                  </a:cubicBezTo>
                  <a:cubicBezTo>
                    <a:pt x="486" y="18"/>
                    <a:pt x="486" y="18"/>
                    <a:pt x="486" y="18"/>
                  </a:cubicBezTo>
                  <a:cubicBezTo>
                    <a:pt x="497" y="21"/>
                    <a:pt x="497" y="21"/>
                    <a:pt x="499" y="22"/>
                  </a:cubicBezTo>
                  <a:cubicBezTo>
                    <a:pt x="498" y="22"/>
                    <a:pt x="498" y="22"/>
                    <a:pt x="498" y="22"/>
                  </a:cubicBezTo>
                  <a:cubicBezTo>
                    <a:pt x="498" y="22"/>
                    <a:pt x="499" y="23"/>
                    <a:pt x="500" y="23"/>
                  </a:cubicBezTo>
                  <a:cubicBezTo>
                    <a:pt x="500" y="23"/>
                    <a:pt x="500" y="23"/>
                    <a:pt x="500" y="23"/>
                  </a:cubicBezTo>
                  <a:cubicBezTo>
                    <a:pt x="500" y="23"/>
                    <a:pt x="500" y="23"/>
                    <a:pt x="500" y="23"/>
                  </a:cubicBezTo>
                  <a:cubicBezTo>
                    <a:pt x="500" y="23"/>
                    <a:pt x="500" y="23"/>
                    <a:pt x="500" y="23"/>
                  </a:cubicBezTo>
                  <a:cubicBezTo>
                    <a:pt x="500" y="23"/>
                    <a:pt x="500" y="23"/>
                    <a:pt x="500" y="23"/>
                  </a:cubicBezTo>
                  <a:cubicBezTo>
                    <a:pt x="500" y="23"/>
                    <a:pt x="500" y="23"/>
                    <a:pt x="500" y="23"/>
                  </a:cubicBezTo>
                  <a:cubicBezTo>
                    <a:pt x="500" y="23"/>
                    <a:pt x="500" y="23"/>
                    <a:pt x="500" y="23"/>
                  </a:cubicBezTo>
                  <a:cubicBezTo>
                    <a:pt x="501" y="24"/>
                    <a:pt x="501" y="24"/>
                    <a:pt x="502" y="24"/>
                  </a:cubicBezTo>
                  <a:cubicBezTo>
                    <a:pt x="502" y="24"/>
                    <a:pt x="503" y="24"/>
                    <a:pt x="503" y="25"/>
                  </a:cubicBezTo>
                  <a:cubicBezTo>
                    <a:pt x="503" y="24"/>
                    <a:pt x="503" y="24"/>
                    <a:pt x="500" y="24"/>
                  </a:cubicBezTo>
                  <a:cubicBezTo>
                    <a:pt x="499" y="24"/>
                    <a:pt x="499" y="24"/>
                    <a:pt x="499" y="24"/>
                  </a:cubicBezTo>
                  <a:cubicBezTo>
                    <a:pt x="498" y="23"/>
                    <a:pt x="498" y="23"/>
                    <a:pt x="498" y="23"/>
                  </a:cubicBezTo>
                  <a:cubicBezTo>
                    <a:pt x="500" y="24"/>
                    <a:pt x="501" y="25"/>
                    <a:pt x="502" y="25"/>
                  </a:cubicBezTo>
                  <a:cubicBezTo>
                    <a:pt x="502" y="25"/>
                    <a:pt x="502" y="25"/>
                    <a:pt x="502" y="25"/>
                  </a:cubicBezTo>
                  <a:cubicBezTo>
                    <a:pt x="503" y="26"/>
                    <a:pt x="504" y="26"/>
                    <a:pt x="504" y="27"/>
                  </a:cubicBezTo>
                  <a:cubicBezTo>
                    <a:pt x="504" y="27"/>
                    <a:pt x="504" y="27"/>
                    <a:pt x="504" y="27"/>
                  </a:cubicBezTo>
                  <a:cubicBezTo>
                    <a:pt x="506" y="29"/>
                    <a:pt x="506" y="29"/>
                    <a:pt x="515" y="34"/>
                  </a:cubicBezTo>
                  <a:cubicBezTo>
                    <a:pt x="516" y="34"/>
                    <a:pt x="516" y="34"/>
                    <a:pt x="517" y="34"/>
                  </a:cubicBezTo>
                  <a:cubicBezTo>
                    <a:pt x="517" y="35"/>
                    <a:pt x="517" y="35"/>
                    <a:pt x="517" y="35"/>
                  </a:cubicBezTo>
                  <a:cubicBezTo>
                    <a:pt x="517" y="35"/>
                    <a:pt x="517" y="35"/>
                    <a:pt x="517" y="35"/>
                  </a:cubicBezTo>
                  <a:cubicBezTo>
                    <a:pt x="517" y="35"/>
                    <a:pt x="517" y="35"/>
                    <a:pt x="517" y="35"/>
                  </a:cubicBezTo>
                  <a:cubicBezTo>
                    <a:pt x="516" y="35"/>
                    <a:pt x="516" y="35"/>
                    <a:pt x="515" y="35"/>
                  </a:cubicBezTo>
                  <a:cubicBezTo>
                    <a:pt x="515" y="36"/>
                    <a:pt x="515" y="36"/>
                    <a:pt x="514" y="36"/>
                  </a:cubicBezTo>
                  <a:cubicBezTo>
                    <a:pt x="515" y="36"/>
                    <a:pt x="515" y="36"/>
                    <a:pt x="515" y="36"/>
                  </a:cubicBezTo>
                  <a:cubicBezTo>
                    <a:pt x="515" y="37"/>
                    <a:pt x="515" y="37"/>
                    <a:pt x="515" y="37"/>
                  </a:cubicBezTo>
                  <a:cubicBezTo>
                    <a:pt x="515" y="37"/>
                    <a:pt x="515" y="37"/>
                    <a:pt x="514" y="37"/>
                  </a:cubicBezTo>
                  <a:cubicBezTo>
                    <a:pt x="515" y="37"/>
                    <a:pt x="524" y="42"/>
                    <a:pt x="525" y="43"/>
                  </a:cubicBezTo>
                  <a:cubicBezTo>
                    <a:pt x="526" y="43"/>
                    <a:pt x="526" y="43"/>
                    <a:pt x="526" y="43"/>
                  </a:cubicBezTo>
                  <a:cubicBezTo>
                    <a:pt x="526" y="43"/>
                    <a:pt x="527" y="43"/>
                    <a:pt x="530" y="44"/>
                  </a:cubicBezTo>
                  <a:cubicBezTo>
                    <a:pt x="530" y="45"/>
                    <a:pt x="531" y="45"/>
                    <a:pt x="531" y="45"/>
                  </a:cubicBezTo>
                  <a:cubicBezTo>
                    <a:pt x="532" y="46"/>
                    <a:pt x="532" y="46"/>
                    <a:pt x="532" y="46"/>
                  </a:cubicBezTo>
                  <a:cubicBezTo>
                    <a:pt x="531" y="46"/>
                    <a:pt x="531" y="46"/>
                    <a:pt x="524" y="43"/>
                  </a:cubicBezTo>
                  <a:cubicBezTo>
                    <a:pt x="524" y="43"/>
                    <a:pt x="523" y="43"/>
                    <a:pt x="523" y="43"/>
                  </a:cubicBezTo>
                  <a:cubicBezTo>
                    <a:pt x="522" y="43"/>
                    <a:pt x="521" y="42"/>
                    <a:pt x="520" y="42"/>
                  </a:cubicBezTo>
                  <a:cubicBezTo>
                    <a:pt x="519" y="41"/>
                    <a:pt x="519" y="41"/>
                    <a:pt x="519" y="41"/>
                  </a:cubicBezTo>
                  <a:cubicBezTo>
                    <a:pt x="519" y="42"/>
                    <a:pt x="519" y="42"/>
                    <a:pt x="519" y="42"/>
                  </a:cubicBezTo>
                  <a:cubicBezTo>
                    <a:pt x="520" y="43"/>
                    <a:pt x="520" y="43"/>
                    <a:pt x="520" y="43"/>
                  </a:cubicBezTo>
                  <a:cubicBezTo>
                    <a:pt x="522" y="43"/>
                    <a:pt x="522" y="43"/>
                    <a:pt x="524" y="45"/>
                  </a:cubicBezTo>
                  <a:cubicBezTo>
                    <a:pt x="524" y="45"/>
                    <a:pt x="524" y="45"/>
                    <a:pt x="522" y="44"/>
                  </a:cubicBezTo>
                  <a:cubicBezTo>
                    <a:pt x="521" y="44"/>
                    <a:pt x="521" y="44"/>
                    <a:pt x="521" y="44"/>
                  </a:cubicBezTo>
                  <a:cubicBezTo>
                    <a:pt x="523" y="46"/>
                    <a:pt x="525" y="47"/>
                    <a:pt x="526" y="47"/>
                  </a:cubicBezTo>
                  <a:cubicBezTo>
                    <a:pt x="526" y="47"/>
                    <a:pt x="526" y="47"/>
                    <a:pt x="526" y="47"/>
                  </a:cubicBezTo>
                  <a:cubicBezTo>
                    <a:pt x="526" y="47"/>
                    <a:pt x="526" y="47"/>
                    <a:pt x="526" y="47"/>
                  </a:cubicBezTo>
                  <a:cubicBezTo>
                    <a:pt x="526" y="47"/>
                    <a:pt x="526" y="47"/>
                    <a:pt x="526" y="47"/>
                  </a:cubicBezTo>
                  <a:cubicBezTo>
                    <a:pt x="526" y="47"/>
                    <a:pt x="526" y="47"/>
                    <a:pt x="526" y="47"/>
                  </a:cubicBezTo>
                  <a:cubicBezTo>
                    <a:pt x="527" y="47"/>
                    <a:pt x="527" y="47"/>
                    <a:pt x="527" y="47"/>
                  </a:cubicBezTo>
                  <a:cubicBezTo>
                    <a:pt x="527" y="47"/>
                    <a:pt x="527" y="47"/>
                    <a:pt x="527" y="47"/>
                  </a:cubicBezTo>
                  <a:cubicBezTo>
                    <a:pt x="527" y="47"/>
                    <a:pt x="527" y="47"/>
                    <a:pt x="527" y="47"/>
                  </a:cubicBezTo>
                  <a:cubicBezTo>
                    <a:pt x="527" y="47"/>
                    <a:pt x="527" y="47"/>
                    <a:pt x="527" y="47"/>
                  </a:cubicBezTo>
                  <a:cubicBezTo>
                    <a:pt x="530" y="48"/>
                    <a:pt x="533" y="50"/>
                    <a:pt x="533" y="50"/>
                  </a:cubicBezTo>
                  <a:cubicBezTo>
                    <a:pt x="530" y="48"/>
                    <a:pt x="526" y="48"/>
                    <a:pt x="523" y="46"/>
                  </a:cubicBezTo>
                  <a:cubicBezTo>
                    <a:pt x="522" y="46"/>
                    <a:pt x="521" y="45"/>
                    <a:pt x="521" y="45"/>
                  </a:cubicBezTo>
                  <a:cubicBezTo>
                    <a:pt x="515" y="41"/>
                    <a:pt x="515" y="41"/>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7" y="43"/>
                    <a:pt x="517" y="43"/>
                    <a:pt x="517" y="43"/>
                  </a:cubicBezTo>
                  <a:cubicBezTo>
                    <a:pt x="518" y="44"/>
                    <a:pt x="518" y="44"/>
                    <a:pt x="519" y="44"/>
                  </a:cubicBezTo>
                  <a:cubicBezTo>
                    <a:pt x="518" y="44"/>
                    <a:pt x="518" y="44"/>
                    <a:pt x="518" y="44"/>
                  </a:cubicBezTo>
                  <a:cubicBezTo>
                    <a:pt x="519" y="46"/>
                    <a:pt x="521" y="47"/>
                    <a:pt x="521" y="47"/>
                  </a:cubicBezTo>
                  <a:cubicBezTo>
                    <a:pt x="521" y="48"/>
                    <a:pt x="521" y="48"/>
                    <a:pt x="521" y="48"/>
                  </a:cubicBezTo>
                  <a:cubicBezTo>
                    <a:pt x="530" y="53"/>
                    <a:pt x="530" y="53"/>
                    <a:pt x="532" y="54"/>
                  </a:cubicBezTo>
                  <a:cubicBezTo>
                    <a:pt x="532" y="55"/>
                    <a:pt x="532" y="55"/>
                    <a:pt x="532" y="55"/>
                  </a:cubicBezTo>
                  <a:cubicBezTo>
                    <a:pt x="534" y="56"/>
                    <a:pt x="537" y="58"/>
                    <a:pt x="539" y="60"/>
                  </a:cubicBezTo>
                  <a:cubicBezTo>
                    <a:pt x="540" y="60"/>
                    <a:pt x="541" y="60"/>
                    <a:pt x="541" y="60"/>
                  </a:cubicBezTo>
                  <a:cubicBezTo>
                    <a:pt x="541" y="59"/>
                    <a:pt x="540" y="59"/>
                    <a:pt x="540" y="58"/>
                  </a:cubicBezTo>
                  <a:cubicBezTo>
                    <a:pt x="540" y="58"/>
                    <a:pt x="540" y="58"/>
                    <a:pt x="540" y="58"/>
                  </a:cubicBezTo>
                  <a:cubicBezTo>
                    <a:pt x="546" y="60"/>
                    <a:pt x="550" y="65"/>
                    <a:pt x="556" y="67"/>
                  </a:cubicBezTo>
                  <a:cubicBezTo>
                    <a:pt x="557" y="68"/>
                    <a:pt x="558" y="68"/>
                    <a:pt x="559" y="69"/>
                  </a:cubicBezTo>
                  <a:cubicBezTo>
                    <a:pt x="558" y="70"/>
                    <a:pt x="558" y="70"/>
                    <a:pt x="558" y="70"/>
                  </a:cubicBezTo>
                  <a:cubicBezTo>
                    <a:pt x="555" y="68"/>
                    <a:pt x="555" y="68"/>
                    <a:pt x="553" y="67"/>
                  </a:cubicBezTo>
                  <a:cubicBezTo>
                    <a:pt x="553" y="66"/>
                    <a:pt x="553" y="66"/>
                    <a:pt x="552" y="66"/>
                  </a:cubicBezTo>
                  <a:cubicBezTo>
                    <a:pt x="552" y="66"/>
                    <a:pt x="546" y="61"/>
                    <a:pt x="544" y="62"/>
                  </a:cubicBezTo>
                  <a:cubicBezTo>
                    <a:pt x="543" y="62"/>
                    <a:pt x="543" y="62"/>
                    <a:pt x="543" y="62"/>
                  </a:cubicBezTo>
                  <a:cubicBezTo>
                    <a:pt x="544" y="64"/>
                    <a:pt x="554" y="73"/>
                    <a:pt x="554" y="73"/>
                  </a:cubicBezTo>
                  <a:cubicBezTo>
                    <a:pt x="553" y="73"/>
                    <a:pt x="553" y="73"/>
                    <a:pt x="553" y="73"/>
                  </a:cubicBezTo>
                  <a:cubicBezTo>
                    <a:pt x="553" y="73"/>
                    <a:pt x="553" y="74"/>
                    <a:pt x="553" y="75"/>
                  </a:cubicBezTo>
                  <a:cubicBezTo>
                    <a:pt x="553" y="75"/>
                    <a:pt x="554" y="76"/>
                    <a:pt x="554" y="76"/>
                  </a:cubicBezTo>
                  <a:cubicBezTo>
                    <a:pt x="554" y="76"/>
                    <a:pt x="554" y="76"/>
                    <a:pt x="554" y="76"/>
                  </a:cubicBezTo>
                  <a:cubicBezTo>
                    <a:pt x="553" y="76"/>
                    <a:pt x="553" y="76"/>
                    <a:pt x="551" y="76"/>
                  </a:cubicBezTo>
                  <a:cubicBezTo>
                    <a:pt x="550" y="75"/>
                    <a:pt x="549" y="75"/>
                    <a:pt x="548" y="75"/>
                  </a:cubicBezTo>
                  <a:cubicBezTo>
                    <a:pt x="547" y="75"/>
                    <a:pt x="547" y="75"/>
                    <a:pt x="547" y="75"/>
                  </a:cubicBezTo>
                  <a:cubicBezTo>
                    <a:pt x="547" y="74"/>
                    <a:pt x="546" y="74"/>
                    <a:pt x="546" y="73"/>
                  </a:cubicBezTo>
                  <a:cubicBezTo>
                    <a:pt x="547" y="73"/>
                    <a:pt x="548" y="74"/>
                    <a:pt x="550" y="74"/>
                  </a:cubicBezTo>
                  <a:cubicBezTo>
                    <a:pt x="550" y="73"/>
                    <a:pt x="550" y="72"/>
                    <a:pt x="547" y="68"/>
                  </a:cubicBezTo>
                  <a:cubicBezTo>
                    <a:pt x="547" y="68"/>
                    <a:pt x="547" y="68"/>
                    <a:pt x="533" y="57"/>
                  </a:cubicBezTo>
                  <a:cubicBezTo>
                    <a:pt x="532" y="56"/>
                    <a:pt x="532" y="56"/>
                    <a:pt x="531" y="56"/>
                  </a:cubicBezTo>
                  <a:cubicBezTo>
                    <a:pt x="527" y="52"/>
                    <a:pt x="527" y="52"/>
                    <a:pt x="520" y="48"/>
                  </a:cubicBezTo>
                  <a:cubicBezTo>
                    <a:pt x="518" y="47"/>
                    <a:pt x="516" y="45"/>
                    <a:pt x="515" y="44"/>
                  </a:cubicBezTo>
                  <a:cubicBezTo>
                    <a:pt x="515" y="44"/>
                    <a:pt x="515" y="44"/>
                    <a:pt x="516" y="44"/>
                  </a:cubicBezTo>
                  <a:cubicBezTo>
                    <a:pt x="510" y="41"/>
                    <a:pt x="510" y="41"/>
                    <a:pt x="510" y="41"/>
                  </a:cubicBezTo>
                  <a:cubicBezTo>
                    <a:pt x="509" y="41"/>
                    <a:pt x="508" y="40"/>
                    <a:pt x="507" y="40"/>
                  </a:cubicBezTo>
                  <a:cubicBezTo>
                    <a:pt x="506" y="40"/>
                    <a:pt x="506" y="40"/>
                    <a:pt x="506" y="40"/>
                  </a:cubicBezTo>
                  <a:cubicBezTo>
                    <a:pt x="505" y="40"/>
                    <a:pt x="505" y="40"/>
                    <a:pt x="505" y="40"/>
                  </a:cubicBezTo>
                  <a:cubicBezTo>
                    <a:pt x="506" y="41"/>
                    <a:pt x="506" y="41"/>
                    <a:pt x="506" y="41"/>
                  </a:cubicBezTo>
                  <a:cubicBezTo>
                    <a:pt x="505" y="41"/>
                    <a:pt x="505" y="41"/>
                    <a:pt x="505" y="41"/>
                  </a:cubicBezTo>
                  <a:cubicBezTo>
                    <a:pt x="506" y="43"/>
                    <a:pt x="513" y="48"/>
                    <a:pt x="513" y="48"/>
                  </a:cubicBezTo>
                  <a:cubicBezTo>
                    <a:pt x="512" y="48"/>
                    <a:pt x="512" y="48"/>
                    <a:pt x="512" y="48"/>
                  </a:cubicBezTo>
                  <a:cubicBezTo>
                    <a:pt x="512" y="49"/>
                    <a:pt x="512" y="49"/>
                    <a:pt x="512" y="49"/>
                  </a:cubicBezTo>
                  <a:cubicBezTo>
                    <a:pt x="513" y="50"/>
                    <a:pt x="513" y="50"/>
                    <a:pt x="513" y="50"/>
                  </a:cubicBezTo>
                  <a:cubicBezTo>
                    <a:pt x="514" y="50"/>
                    <a:pt x="514" y="50"/>
                    <a:pt x="514" y="50"/>
                  </a:cubicBezTo>
                  <a:cubicBezTo>
                    <a:pt x="514" y="51"/>
                    <a:pt x="515" y="51"/>
                    <a:pt x="515" y="51"/>
                  </a:cubicBezTo>
                  <a:cubicBezTo>
                    <a:pt x="516" y="51"/>
                    <a:pt x="519" y="53"/>
                    <a:pt x="520" y="54"/>
                  </a:cubicBezTo>
                  <a:cubicBezTo>
                    <a:pt x="521" y="56"/>
                    <a:pt x="523" y="57"/>
                    <a:pt x="530" y="60"/>
                  </a:cubicBezTo>
                  <a:cubicBezTo>
                    <a:pt x="532" y="62"/>
                    <a:pt x="532" y="62"/>
                    <a:pt x="535" y="65"/>
                  </a:cubicBezTo>
                  <a:cubicBezTo>
                    <a:pt x="535" y="65"/>
                    <a:pt x="534" y="65"/>
                    <a:pt x="534" y="65"/>
                  </a:cubicBezTo>
                  <a:cubicBezTo>
                    <a:pt x="533" y="65"/>
                    <a:pt x="533" y="65"/>
                    <a:pt x="516" y="57"/>
                  </a:cubicBezTo>
                  <a:cubicBezTo>
                    <a:pt x="515" y="57"/>
                    <a:pt x="515" y="57"/>
                    <a:pt x="514" y="57"/>
                  </a:cubicBezTo>
                  <a:cubicBezTo>
                    <a:pt x="513" y="57"/>
                    <a:pt x="512" y="56"/>
                    <a:pt x="511" y="56"/>
                  </a:cubicBezTo>
                  <a:cubicBezTo>
                    <a:pt x="510" y="56"/>
                    <a:pt x="510" y="56"/>
                    <a:pt x="509" y="56"/>
                  </a:cubicBezTo>
                  <a:cubicBezTo>
                    <a:pt x="507" y="55"/>
                    <a:pt x="505" y="54"/>
                    <a:pt x="503" y="53"/>
                  </a:cubicBezTo>
                  <a:cubicBezTo>
                    <a:pt x="502" y="53"/>
                    <a:pt x="502" y="52"/>
                    <a:pt x="501" y="52"/>
                  </a:cubicBezTo>
                  <a:cubicBezTo>
                    <a:pt x="500" y="52"/>
                    <a:pt x="500" y="52"/>
                    <a:pt x="500" y="52"/>
                  </a:cubicBezTo>
                  <a:cubicBezTo>
                    <a:pt x="500" y="53"/>
                    <a:pt x="500" y="53"/>
                    <a:pt x="500" y="53"/>
                  </a:cubicBezTo>
                  <a:cubicBezTo>
                    <a:pt x="504" y="57"/>
                    <a:pt x="511" y="56"/>
                    <a:pt x="514" y="62"/>
                  </a:cubicBezTo>
                  <a:cubicBezTo>
                    <a:pt x="514" y="62"/>
                    <a:pt x="514" y="62"/>
                    <a:pt x="514" y="62"/>
                  </a:cubicBezTo>
                  <a:cubicBezTo>
                    <a:pt x="514" y="63"/>
                    <a:pt x="514" y="64"/>
                    <a:pt x="514" y="65"/>
                  </a:cubicBezTo>
                  <a:cubicBezTo>
                    <a:pt x="514" y="65"/>
                    <a:pt x="514" y="65"/>
                    <a:pt x="514" y="65"/>
                  </a:cubicBezTo>
                  <a:cubicBezTo>
                    <a:pt x="510" y="61"/>
                    <a:pt x="510" y="61"/>
                    <a:pt x="510" y="61"/>
                  </a:cubicBezTo>
                  <a:cubicBezTo>
                    <a:pt x="509" y="61"/>
                    <a:pt x="509" y="61"/>
                    <a:pt x="509" y="61"/>
                  </a:cubicBezTo>
                  <a:cubicBezTo>
                    <a:pt x="509" y="61"/>
                    <a:pt x="509" y="61"/>
                    <a:pt x="509" y="61"/>
                  </a:cubicBezTo>
                  <a:cubicBezTo>
                    <a:pt x="509" y="62"/>
                    <a:pt x="509" y="62"/>
                    <a:pt x="509" y="62"/>
                  </a:cubicBezTo>
                  <a:cubicBezTo>
                    <a:pt x="508" y="63"/>
                    <a:pt x="508" y="63"/>
                    <a:pt x="508" y="63"/>
                  </a:cubicBezTo>
                  <a:cubicBezTo>
                    <a:pt x="508" y="63"/>
                    <a:pt x="508" y="63"/>
                    <a:pt x="508" y="63"/>
                  </a:cubicBezTo>
                  <a:cubicBezTo>
                    <a:pt x="507" y="62"/>
                    <a:pt x="507" y="62"/>
                    <a:pt x="507" y="62"/>
                  </a:cubicBezTo>
                  <a:cubicBezTo>
                    <a:pt x="522" y="79"/>
                    <a:pt x="537" y="99"/>
                    <a:pt x="550" y="121"/>
                  </a:cubicBezTo>
                  <a:cubicBezTo>
                    <a:pt x="614" y="121"/>
                    <a:pt x="649" y="120"/>
                    <a:pt x="646" y="118"/>
                  </a:cubicBezTo>
                  <a:cubicBezTo>
                    <a:pt x="644" y="116"/>
                    <a:pt x="644" y="116"/>
                    <a:pt x="644" y="116"/>
                  </a:cubicBezTo>
                  <a:cubicBezTo>
                    <a:pt x="617" y="89"/>
                    <a:pt x="617" y="89"/>
                    <a:pt x="602" y="77"/>
                  </a:cubicBezTo>
                  <a:cubicBezTo>
                    <a:pt x="573" y="57"/>
                    <a:pt x="569" y="54"/>
                    <a:pt x="554" y="46"/>
                  </a:cubicBezTo>
                  <a:moveTo>
                    <a:pt x="624" y="357"/>
                  </a:moveTo>
                  <a:cubicBezTo>
                    <a:pt x="624" y="357"/>
                    <a:pt x="624" y="357"/>
                    <a:pt x="624" y="357"/>
                  </a:cubicBezTo>
                  <a:cubicBezTo>
                    <a:pt x="624" y="356"/>
                    <a:pt x="624" y="354"/>
                    <a:pt x="623" y="354"/>
                  </a:cubicBezTo>
                  <a:cubicBezTo>
                    <a:pt x="623" y="353"/>
                    <a:pt x="622" y="353"/>
                    <a:pt x="621" y="353"/>
                  </a:cubicBezTo>
                  <a:cubicBezTo>
                    <a:pt x="620" y="352"/>
                    <a:pt x="620" y="352"/>
                    <a:pt x="620" y="352"/>
                  </a:cubicBezTo>
                  <a:cubicBezTo>
                    <a:pt x="619" y="351"/>
                    <a:pt x="620" y="349"/>
                    <a:pt x="619" y="348"/>
                  </a:cubicBezTo>
                  <a:cubicBezTo>
                    <a:pt x="618" y="346"/>
                    <a:pt x="616" y="345"/>
                    <a:pt x="615" y="345"/>
                  </a:cubicBezTo>
                  <a:cubicBezTo>
                    <a:pt x="613" y="345"/>
                    <a:pt x="615" y="341"/>
                    <a:pt x="614" y="340"/>
                  </a:cubicBezTo>
                  <a:cubicBezTo>
                    <a:pt x="612" y="338"/>
                    <a:pt x="612" y="338"/>
                    <a:pt x="612" y="338"/>
                  </a:cubicBezTo>
                  <a:cubicBezTo>
                    <a:pt x="612" y="338"/>
                    <a:pt x="611" y="338"/>
                    <a:pt x="610" y="338"/>
                  </a:cubicBezTo>
                  <a:cubicBezTo>
                    <a:pt x="611" y="341"/>
                    <a:pt x="611" y="341"/>
                    <a:pt x="610" y="342"/>
                  </a:cubicBezTo>
                  <a:cubicBezTo>
                    <a:pt x="610" y="354"/>
                    <a:pt x="611" y="365"/>
                    <a:pt x="610" y="376"/>
                  </a:cubicBezTo>
                  <a:cubicBezTo>
                    <a:pt x="611" y="376"/>
                    <a:pt x="611" y="376"/>
                    <a:pt x="611" y="376"/>
                  </a:cubicBezTo>
                  <a:cubicBezTo>
                    <a:pt x="612" y="376"/>
                    <a:pt x="612" y="376"/>
                    <a:pt x="612" y="376"/>
                  </a:cubicBezTo>
                  <a:cubicBezTo>
                    <a:pt x="613" y="376"/>
                    <a:pt x="613" y="376"/>
                    <a:pt x="613" y="376"/>
                  </a:cubicBezTo>
                  <a:cubicBezTo>
                    <a:pt x="614" y="375"/>
                    <a:pt x="614" y="374"/>
                    <a:pt x="614" y="374"/>
                  </a:cubicBezTo>
                  <a:cubicBezTo>
                    <a:pt x="614" y="373"/>
                    <a:pt x="614" y="373"/>
                    <a:pt x="614" y="372"/>
                  </a:cubicBezTo>
                  <a:cubicBezTo>
                    <a:pt x="614" y="372"/>
                    <a:pt x="614" y="372"/>
                    <a:pt x="614" y="372"/>
                  </a:cubicBezTo>
                  <a:cubicBezTo>
                    <a:pt x="614" y="370"/>
                    <a:pt x="616" y="368"/>
                    <a:pt x="617" y="368"/>
                  </a:cubicBezTo>
                  <a:cubicBezTo>
                    <a:pt x="618" y="368"/>
                    <a:pt x="618" y="368"/>
                    <a:pt x="618" y="368"/>
                  </a:cubicBezTo>
                  <a:cubicBezTo>
                    <a:pt x="618" y="368"/>
                    <a:pt x="618" y="369"/>
                    <a:pt x="619" y="369"/>
                  </a:cubicBezTo>
                  <a:cubicBezTo>
                    <a:pt x="620" y="366"/>
                    <a:pt x="619" y="362"/>
                    <a:pt x="620" y="359"/>
                  </a:cubicBezTo>
                  <a:cubicBezTo>
                    <a:pt x="620" y="358"/>
                    <a:pt x="620" y="358"/>
                    <a:pt x="622" y="358"/>
                  </a:cubicBezTo>
                  <a:cubicBezTo>
                    <a:pt x="622" y="358"/>
                    <a:pt x="623" y="358"/>
                    <a:pt x="624" y="357"/>
                  </a:cubicBezTo>
                  <a:moveTo>
                    <a:pt x="743" y="321"/>
                  </a:moveTo>
                  <a:cubicBezTo>
                    <a:pt x="741" y="310"/>
                    <a:pt x="738" y="295"/>
                    <a:pt x="736" y="284"/>
                  </a:cubicBezTo>
                  <a:cubicBezTo>
                    <a:pt x="736" y="287"/>
                    <a:pt x="690" y="289"/>
                    <a:pt x="605" y="288"/>
                  </a:cubicBezTo>
                  <a:cubicBezTo>
                    <a:pt x="607" y="300"/>
                    <a:pt x="608" y="313"/>
                    <a:pt x="609" y="325"/>
                  </a:cubicBezTo>
                  <a:cubicBezTo>
                    <a:pt x="610" y="327"/>
                    <a:pt x="610" y="330"/>
                    <a:pt x="612" y="331"/>
                  </a:cubicBezTo>
                  <a:cubicBezTo>
                    <a:pt x="614" y="331"/>
                    <a:pt x="616" y="331"/>
                    <a:pt x="618" y="331"/>
                  </a:cubicBezTo>
                  <a:cubicBezTo>
                    <a:pt x="621" y="330"/>
                    <a:pt x="621" y="334"/>
                    <a:pt x="623" y="334"/>
                  </a:cubicBezTo>
                  <a:cubicBezTo>
                    <a:pt x="625" y="334"/>
                    <a:pt x="627" y="334"/>
                    <a:pt x="628" y="334"/>
                  </a:cubicBezTo>
                  <a:cubicBezTo>
                    <a:pt x="629" y="335"/>
                    <a:pt x="629" y="335"/>
                    <a:pt x="630" y="335"/>
                  </a:cubicBezTo>
                  <a:cubicBezTo>
                    <a:pt x="637" y="335"/>
                    <a:pt x="637" y="335"/>
                    <a:pt x="637" y="335"/>
                  </a:cubicBezTo>
                  <a:cubicBezTo>
                    <a:pt x="643" y="334"/>
                    <a:pt x="643" y="334"/>
                    <a:pt x="643" y="334"/>
                  </a:cubicBezTo>
                  <a:cubicBezTo>
                    <a:pt x="644" y="334"/>
                    <a:pt x="646" y="334"/>
                    <a:pt x="647" y="334"/>
                  </a:cubicBezTo>
                  <a:cubicBezTo>
                    <a:pt x="648" y="334"/>
                    <a:pt x="655" y="341"/>
                    <a:pt x="656" y="346"/>
                  </a:cubicBezTo>
                  <a:cubicBezTo>
                    <a:pt x="656" y="346"/>
                    <a:pt x="656" y="346"/>
                    <a:pt x="657" y="346"/>
                  </a:cubicBezTo>
                  <a:cubicBezTo>
                    <a:pt x="657" y="347"/>
                    <a:pt x="657" y="347"/>
                    <a:pt x="658" y="349"/>
                  </a:cubicBezTo>
                  <a:cubicBezTo>
                    <a:pt x="659" y="349"/>
                    <a:pt x="659" y="349"/>
                    <a:pt x="660" y="349"/>
                  </a:cubicBezTo>
                  <a:cubicBezTo>
                    <a:pt x="661" y="349"/>
                    <a:pt x="661" y="349"/>
                    <a:pt x="664" y="351"/>
                  </a:cubicBezTo>
                  <a:cubicBezTo>
                    <a:pt x="657" y="352"/>
                    <a:pt x="661" y="356"/>
                    <a:pt x="661" y="356"/>
                  </a:cubicBezTo>
                  <a:cubicBezTo>
                    <a:pt x="664" y="358"/>
                    <a:pt x="663" y="363"/>
                    <a:pt x="668" y="363"/>
                  </a:cubicBezTo>
                  <a:cubicBezTo>
                    <a:pt x="670" y="360"/>
                    <a:pt x="670" y="360"/>
                    <a:pt x="671" y="360"/>
                  </a:cubicBezTo>
                  <a:cubicBezTo>
                    <a:pt x="671" y="359"/>
                    <a:pt x="671" y="358"/>
                    <a:pt x="672" y="358"/>
                  </a:cubicBezTo>
                  <a:cubicBezTo>
                    <a:pt x="672" y="358"/>
                    <a:pt x="672" y="357"/>
                    <a:pt x="673" y="357"/>
                  </a:cubicBezTo>
                  <a:cubicBezTo>
                    <a:pt x="676" y="360"/>
                    <a:pt x="676" y="371"/>
                    <a:pt x="676" y="372"/>
                  </a:cubicBezTo>
                  <a:cubicBezTo>
                    <a:pt x="676" y="373"/>
                    <a:pt x="676" y="374"/>
                    <a:pt x="676" y="375"/>
                  </a:cubicBezTo>
                  <a:cubicBezTo>
                    <a:pt x="674" y="389"/>
                    <a:pt x="682" y="401"/>
                    <a:pt x="681" y="415"/>
                  </a:cubicBezTo>
                  <a:cubicBezTo>
                    <a:pt x="681" y="416"/>
                    <a:pt x="681" y="416"/>
                    <a:pt x="681" y="416"/>
                  </a:cubicBezTo>
                  <a:cubicBezTo>
                    <a:pt x="680" y="424"/>
                    <a:pt x="683" y="431"/>
                    <a:pt x="683" y="439"/>
                  </a:cubicBezTo>
                  <a:cubicBezTo>
                    <a:pt x="684" y="439"/>
                    <a:pt x="684" y="440"/>
                    <a:pt x="684" y="441"/>
                  </a:cubicBezTo>
                  <a:cubicBezTo>
                    <a:pt x="684" y="441"/>
                    <a:pt x="685" y="441"/>
                    <a:pt x="685" y="441"/>
                  </a:cubicBezTo>
                  <a:cubicBezTo>
                    <a:pt x="690" y="437"/>
                    <a:pt x="690" y="437"/>
                    <a:pt x="696" y="409"/>
                  </a:cubicBezTo>
                  <a:cubicBezTo>
                    <a:pt x="696" y="407"/>
                    <a:pt x="697" y="405"/>
                    <a:pt x="697" y="402"/>
                  </a:cubicBezTo>
                  <a:cubicBezTo>
                    <a:pt x="697" y="395"/>
                    <a:pt x="697" y="395"/>
                    <a:pt x="698" y="394"/>
                  </a:cubicBezTo>
                  <a:cubicBezTo>
                    <a:pt x="705" y="394"/>
                    <a:pt x="710" y="372"/>
                    <a:pt x="710" y="371"/>
                  </a:cubicBezTo>
                  <a:cubicBezTo>
                    <a:pt x="710" y="371"/>
                    <a:pt x="710" y="371"/>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4" y="367"/>
                    <a:pt x="714" y="367"/>
                    <a:pt x="714" y="367"/>
                  </a:cubicBezTo>
                  <a:cubicBezTo>
                    <a:pt x="715" y="366"/>
                    <a:pt x="715" y="366"/>
                    <a:pt x="715" y="358"/>
                  </a:cubicBezTo>
                  <a:cubicBezTo>
                    <a:pt x="716" y="357"/>
                    <a:pt x="716" y="357"/>
                    <a:pt x="717" y="357"/>
                  </a:cubicBezTo>
                  <a:cubicBezTo>
                    <a:pt x="718" y="358"/>
                    <a:pt x="718" y="358"/>
                    <a:pt x="718" y="358"/>
                  </a:cubicBezTo>
                  <a:cubicBezTo>
                    <a:pt x="718" y="358"/>
                    <a:pt x="718" y="358"/>
                    <a:pt x="718" y="358"/>
                  </a:cubicBezTo>
                  <a:cubicBezTo>
                    <a:pt x="719" y="357"/>
                    <a:pt x="720" y="355"/>
                    <a:pt x="721" y="354"/>
                  </a:cubicBezTo>
                  <a:cubicBezTo>
                    <a:pt x="721" y="353"/>
                    <a:pt x="722" y="353"/>
                    <a:pt x="723" y="353"/>
                  </a:cubicBezTo>
                  <a:cubicBezTo>
                    <a:pt x="723" y="352"/>
                    <a:pt x="723" y="351"/>
                    <a:pt x="723" y="350"/>
                  </a:cubicBezTo>
                  <a:cubicBezTo>
                    <a:pt x="724" y="350"/>
                    <a:pt x="724" y="350"/>
                    <a:pt x="724" y="350"/>
                  </a:cubicBezTo>
                  <a:cubicBezTo>
                    <a:pt x="725" y="353"/>
                    <a:pt x="726" y="358"/>
                    <a:pt x="727" y="365"/>
                  </a:cubicBezTo>
                  <a:cubicBezTo>
                    <a:pt x="728" y="369"/>
                    <a:pt x="728" y="369"/>
                    <a:pt x="728" y="370"/>
                  </a:cubicBezTo>
                  <a:cubicBezTo>
                    <a:pt x="728" y="371"/>
                    <a:pt x="728" y="371"/>
                    <a:pt x="728" y="372"/>
                  </a:cubicBezTo>
                  <a:cubicBezTo>
                    <a:pt x="728" y="373"/>
                    <a:pt x="728" y="373"/>
                    <a:pt x="728" y="375"/>
                  </a:cubicBezTo>
                  <a:cubicBezTo>
                    <a:pt x="728" y="376"/>
                    <a:pt x="728" y="376"/>
                    <a:pt x="728" y="376"/>
                  </a:cubicBezTo>
                  <a:cubicBezTo>
                    <a:pt x="729" y="376"/>
                    <a:pt x="729" y="376"/>
                    <a:pt x="729" y="376"/>
                  </a:cubicBezTo>
                  <a:cubicBezTo>
                    <a:pt x="732" y="381"/>
                    <a:pt x="727" y="387"/>
                    <a:pt x="730" y="392"/>
                  </a:cubicBezTo>
                  <a:cubicBezTo>
                    <a:pt x="731" y="392"/>
                    <a:pt x="731" y="392"/>
                    <a:pt x="731" y="392"/>
                  </a:cubicBezTo>
                  <a:cubicBezTo>
                    <a:pt x="731" y="391"/>
                    <a:pt x="732" y="391"/>
                    <a:pt x="733" y="389"/>
                  </a:cubicBezTo>
                  <a:cubicBezTo>
                    <a:pt x="733" y="389"/>
                    <a:pt x="733" y="388"/>
                    <a:pt x="733" y="388"/>
                  </a:cubicBezTo>
                  <a:cubicBezTo>
                    <a:pt x="733" y="387"/>
                    <a:pt x="733" y="387"/>
                    <a:pt x="733" y="387"/>
                  </a:cubicBezTo>
                  <a:cubicBezTo>
                    <a:pt x="733" y="386"/>
                    <a:pt x="733" y="386"/>
                    <a:pt x="733" y="385"/>
                  </a:cubicBezTo>
                  <a:cubicBezTo>
                    <a:pt x="737" y="389"/>
                    <a:pt x="735" y="403"/>
                    <a:pt x="731" y="428"/>
                  </a:cubicBezTo>
                  <a:cubicBezTo>
                    <a:pt x="731" y="429"/>
                    <a:pt x="731" y="430"/>
                    <a:pt x="731" y="430"/>
                  </a:cubicBezTo>
                  <a:cubicBezTo>
                    <a:pt x="730" y="436"/>
                    <a:pt x="731" y="442"/>
                    <a:pt x="730" y="448"/>
                  </a:cubicBezTo>
                  <a:cubicBezTo>
                    <a:pt x="730" y="449"/>
                    <a:pt x="730" y="449"/>
                    <a:pt x="730" y="449"/>
                  </a:cubicBezTo>
                  <a:cubicBezTo>
                    <a:pt x="729" y="453"/>
                    <a:pt x="729" y="456"/>
                    <a:pt x="729" y="459"/>
                  </a:cubicBezTo>
                  <a:cubicBezTo>
                    <a:pt x="728" y="462"/>
                    <a:pt x="728" y="464"/>
                    <a:pt x="727" y="467"/>
                  </a:cubicBezTo>
                  <a:cubicBezTo>
                    <a:pt x="726" y="470"/>
                    <a:pt x="725" y="476"/>
                    <a:pt x="726" y="480"/>
                  </a:cubicBezTo>
                  <a:cubicBezTo>
                    <a:pt x="726" y="480"/>
                    <a:pt x="726" y="480"/>
                    <a:pt x="726" y="480"/>
                  </a:cubicBezTo>
                  <a:cubicBezTo>
                    <a:pt x="727" y="478"/>
                    <a:pt x="727" y="476"/>
                    <a:pt x="727" y="476"/>
                  </a:cubicBezTo>
                  <a:cubicBezTo>
                    <a:pt x="728" y="473"/>
                    <a:pt x="731" y="459"/>
                    <a:pt x="731" y="459"/>
                  </a:cubicBezTo>
                  <a:cubicBezTo>
                    <a:pt x="731" y="458"/>
                    <a:pt x="731" y="458"/>
                    <a:pt x="731" y="458"/>
                  </a:cubicBezTo>
                  <a:cubicBezTo>
                    <a:pt x="731" y="457"/>
                    <a:pt x="731" y="457"/>
                    <a:pt x="732" y="457"/>
                  </a:cubicBezTo>
                  <a:cubicBezTo>
                    <a:pt x="732" y="456"/>
                    <a:pt x="732" y="456"/>
                    <a:pt x="732" y="455"/>
                  </a:cubicBezTo>
                  <a:cubicBezTo>
                    <a:pt x="732" y="455"/>
                    <a:pt x="732" y="454"/>
                    <a:pt x="732" y="454"/>
                  </a:cubicBezTo>
                  <a:cubicBezTo>
                    <a:pt x="732" y="453"/>
                    <a:pt x="733" y="452"/>
                    <a:pt x="733" y="451"/>
                  </a:cubicBezTo>
                  <a:cubicBezTo>
                    <a:pt x="732" y="450"/>
                    <a:pt x="732" y="438"/>
                    <a:pt x="733" y="434"/>
                  </a:cubicBezTo>
                  <a:cubicBezTo>
                    <a:pt x="733" y="433"/>
                    <a:pt x="733" y="433"/>
                    <a:pt x="733" y="432"/>
                  </a:cubicBezTo>
                  <a:cubicBezTo>
                    <a:pt x="733" y="431"/>
                    <a:pt x="733" y="431"/>
                    <a:pt x="733" y="430"/>
                  </a:cubicBezTo>
                  <a:cubicBezTo>
                    <a:pt x="733" y="428"/>
                    <a:pt x="733" y="426"/>
                    <a:pt x="733" y="424"/>
                  </a:cubicBezTo>
                  <a:cubicBezTo>
                    <a:pt x="734" y="421"/>
                    <a:pt x="737" y="408"/>
                    <a:pt x="737" y="407"/>
                  </a:cubicBezTo>
                  <a:cubicBezTo>
                    <a:pt x="738" y="410"/>
                    <a:pt x="737" y="412"/>
                    <a:pt x="737" y="414"/>
                  </a:cubicBezTo>
                  <a:cubicBezTo>
                    <a:pt x="738" y="414"/>
                    <a:pt x="738" y="414"/>
                    <a:pt x="738" y="414"/>
                  </a:cubicBezTo>
                  <a:cubicBezTo>
                    <a:pt x="738" y="413"/>
                    <a:pt x="738" y="413"/>
                    <a:pt x="738" y="413"/>
                  </a:cubicBezTo>
                  <a:cubicBezTo>
                    <a:pt x="739" y="417"/>
                    <a:pt x="739" y="417"/>
                    <a:pt x="737" y="440"/>
                  </a:cubicBezTo>
                  <a:cubicBezTo>
                    <a:pt x="742" y="419"/>
                    <a:pt x="742" y="419"/>
                    <a:pt x="743" y="409"/>
                  </a:cubicBezTo>
                  <a:cubicBezTo>
                    <a:pt x="743" y="407"/>
                    <a:pt x="744" y="406"/>
                    <a:pt x="744" y="404"/>
                  </a:cubicBezTo>
                  <a:cubicBezTo>
                    <a:pt x="745" y="395"/>
                    <a:pt x="745" y="395"/>
                    <a:pt x="744" y="385"/>
                  </a:cubicBezTo>
                  <a:cubicBezTo>
                    <a:pt x="743" y="379"/>
                    <a:pt x="743" y="364"/>
                    <a:pt x="744" y="355"/>
                  </a:cubicBezTo>
                  <a:cubicBezTo>
                    <a:pt x="745" y="355"/>
                    <a:pt x="745" y="356"/>
                    <a:pt x="745" y="356"/>
                  </a:cubicBezTo>
                  <a:cubicBezTo>
                    <a:pt x="745" y="357"/>
                    <a:pt x="745" y="357"/>
                    <a:pt x="745" y="357"/>
                  </a:cubicBezTo>
                  <a:cubicBezTo>
                    <a:pt x="745" y="360"/>
                    <a:pt x="745" y="362"/>
                    <a:pt x="745" y="364"/>
                  </a:cubicBezTo>
                  <a:cubicBezTo>
                    <a:pt x="745" y="368"/>
                    <a:pt x="745" y="371"/>
                    <a:pt x="745" y="374"/>
                  </a:cubicBezTo>
                  <a:cubicBezTo>
                    <a:pt x="745" y="375"/>
                    <a:pt x="745" y="375"/>
                    <a:pt x="746" y="375"/>
                  </a:cubicBezTo>
                  <a:cubicBezTo>
                    <a:pt x="746" y="365"/>
                    <a:pt x="746" y="365"/>
                    <a:pt x="745" y="364"/>
                  </a:cubicBezTo>
                  <a:cubicBezTo>
                    <a:pt x="745" y="361"/>
                    <a:pt x="745" y="359"/>
                    <a:pt x="745" y="356"/>
                  </a:cubicBezTo>
                  <a:cubicBezTo>
                    <a:pt x="745" y="356"/>
                    <a:pt x="745" y="356"/>
                    <a:pt x="745" y="356"/>
                  </a:cubicBezTo>
                  <a:cubicBezTo>
                    <a:pt x="745" y="355"/>
                    <a:pt x="745" y="354"/>
                    <a:pt x="745" y="353"/>
                  </a:cubicBezTo>
                  <a:cubicBezTo>
                    <a:pt x="745" y="352"/>
                    <a:pt x="745" y="352"/>
                    <a:pt x="745" y="352"/>
                  </a:cubicBezTo>
                  <a:cubicBezTo>
                    <a:pt x="745" y="343"/>
                    <a:pt x="744" y="330"/>
                    <a:pt x="743" y="321"/>
                  </a:cubicBezTo>
                  <a:moveTo>
                    <a:pt x="299" y="117"/>
                  </a:moveTo>
                  <a:cubicBezTo>
                    <a:pt x="299" y="117"/>
                    <a:pt x="299" y="117"/>
                    <a:pt x="299" y="117"/>
                  </a:cubicBezTo>
                  <a:cubicBezTo>
                    <a:pt x="297" y="117"/>
                    <a:pt x="297" y="117"/>
                    <a:pt x="297" y="117"/>
                  </a:cubicBezTo>
                  <a:cubicBezTo>
                    <a:pt x="297" y="118"/>
                    <a:pt x="296" y="118"/>
                    <a:pt x="296" y="118"/>
                  </a:cubicBezTo>
                  <a:cubicBezTo>
                    <a:pt x="295" y="119"/>
                    <a:pt x="295" y="119"/>
                    <a:pt x="295" y="119"/>
                  </a:cubicBezTo>
                  <a:cubicBezTo>
                    <a:pt x="295" y="119"/>
                    <a:pt x="295" y="119"/>
                    <a:pt x="295" y="119"/>
                  </a:cubicBezTo>
                  <a:cubicBezTo>
                    <a:pt x="294" y="119"/>
                    <a:pt x="294" y="119"/>
                    <a:pt x="294" y="119"/>
                  </a:cubicBezTo>
                  <a:cubicBezTo>
                    <a:pt x="293" y="120"/>
                    <a:pt x="293" y="120"/>
                    <a:pt x="292" y="121"/>
                  </a:cubicBezTo>
                  <a:cubicBezTo>
                    <a:pt x="292" y="121"/>
                    <a:pt x="292" y="122"/>
                    <a:pt x="292" y="122"/>
                  </a:cubicBezTo>
                  <a:cubicBezTo>
                    <a:pt x="292" y="123"/>
                    <a:pt x="292" y="123"/>
                    <a:pt x="292" y="123"/>
                  </a:cubicBezTo>
                  <a:cubicBezTo>
                    <a:pt x="294" y="122"/>
                    <a:pt x="294" y="122"/>
                    <a:pt x="294" y="122"/>
                  </a:cubicBezTo>
                  <a:cubicBezTo>
                    <a:pt x="295" y="120"/>
                    <a:pt x="295" y="120"/>
                    <a:pt x="295" y="120"/>
                  </a:cubicBezTo>
                  <a:cubicBezTo>
                    <a:pt x="295" y="120"/>
                    <a:pt x="295" y="120"/>
                    <a:pt x="295" y="120"/>
                  </a:cubicBezTo>
                  <a:cubicBezTo>
                    <a:pt x="296" y="121"/>
                    <a:pt x="297" y="120"/>
                    <a:pt x="297" y="120"/>
                  </a:cubicBezTo>
                  <a:cubicBezTo>
                    <a:pt x="297" y="119"/>
                    <a:pt x="297" y="119"/>
                    <a:pt x="297" y="119"/>
                  </a:cubicBezTo>
                  <a:cubicBezTo>
                    <a:pt x="297" y="119"/>
                    <a:pt x="298" y="119"/>
                    <a:pt x="298" y="118"/>
                  </a:cubicBezTo>
                  <a:cubicBezTo>
                    <a:pt x="298" y="118"/>
                    <a:pt x="298" y="118"/>
                    <a:pt x="298" y="118"/>
                  </a:cubicBezTo>
                  <a:cubicBezTo>
                    <a:pt x="298" y="118"/>
                    <a:pt x="299" y="117"/>
                    <a:pt x="299" y="117"/>
                  </a:cubicBezTo>
                  <a:moveTo>
                    <a:pt x="324" y="158"/>
                  </a:moveTo>
                  <a:cubicBezTo>
                    <a:pt x="324" y="157"/>
                    <a:pt x="324" y="156"/>
                    <a:pt x="324" y="156"/>
                  </a:cubicBezTo>
                  <a:cubicBezTo>
                    <a:pt x="323" y="155"/>
                    <a:pt x="323" y="153"/>
                    <a:pt x="323" y="153"/>
                  </a:cubicBezTo>
                  <a:cubicBezTo>
                    <a:pt x="323" y="152"/>
                    <a:pt x="322" y="152"/>
                    <a:pt x="322" y="151"/>
                  </a:cubicBezTo>
                  <a:cubicBezTo>
                    <a:pt x="321" y="152"/>
                    <a:pt x="321" y="152"/>
                    <a:pt x="321" y="152"/>
                  </a:cubicBezTo>
                  <a:cubicBezTo>
                    <a:pt x="321" y="152"/>
                    <a:pt x="321" y="153"/>
                    <a:pt x="319" y="154"/>
                  </a:cubicBezTo>
                  <a:cubicBezTo>
                    <a:pt x="318" y="155"/>
                    <a:pt x="318" y="155"/>
                    <a:pt x="318" y="149"/>
                  </a:cubicBezTo>
                  <a:cubicBezTo>
                    <a:pt x="317" y="149"/>
                    <a:pt x="316" y="149"/>
                    <a:pt x="315" y="149"/>
                  </a:cubicBezTo>
                  <a:cubicBezTo>
                    <a:pt x="316" y="145"/>
                    <a:pt x="317" y="144"/>
                    <a:pt x="314" y="143"/>
                  </a:cubicBezTo>
                  <a:cubicBezTo>
                    <a:pt x="314" y="143"/>
                    <a:pt x="314" y="143"/>
                    <a:pt x="314" y="142"/>
                  </a:cubicBezTo>
                  <a:cubicBezTo>
                    <a:pt x="313" y="142"/>
                    <a:pt x="313" y="142"/>
                    <a:pt x="313" y="142"/>
                  </a:cubicBezTo>
                  <a:cubicBezTo>
                    <a:pt x="313" y="141"/>
                    <a:pt x="313" y="140"/>
                    <a:pt x="312" y="139"/>
                  </a:cubicBezTo>
                  <a:cubicBezTo>
                    <a:pt x="312" y="139"/>
                    <a:pt x="312" y="139"/>
                    <a:pt x="312" y="139"/>
                  </a:cubicBezTo>
                  <a:cubicBezTo>
                    <a:pt x="312" y="138"/>
                    <a:pt x="311" y="135"/>
                    <a:pt x="310" y="135"/>
                  </a:cubicBezTo>
                  <a:cubicBezTo>
                    <a:pt x="306" y="135"/>
                    <a:pt x="306" y="135"/>
                    <a:pt x="306" y="134"/>
                  </a:cubicBezTo>
                  <a:cubicBezTo>
                    <a:pt x="307" y="131"/>
                    <a:pt x="307" y="131"/>
                    <a:pt x="310" y="131"/>
                  </a:cubicBezTo>
                  <a:cubicBezTo>
                    <a:pt x="310" y="131"/>
                    <a:pt x="310" y="130"/>
                    <a:pt x="310" y="130"/>
                  </a:cubicBezTo>
                  <a:cubicBezTo>
                    <a:pt x="310" y="128"/>
                    <a:pt x="312" y="128"/>
                    <a:pt x="313" y="127"/>
                  </a:cubicBezTo>
                  <a:cubicBezTo>
                    <a:pt x="313" y="126"/>
                    <a:pt x="313" y="125"/>
                    <a:pt x="314" y="123"/>
                  </a:cubicBezTo>
                  <a:cubicBezTo>
                    <a:pt x="311" y="123"/>
                    <a:pt x="308" y="123"/>
                    <a:pt x="305" y="123"/>
                  </a:cubicBezTo>
                  <a:cubicBezTo>
                    <a:pt x="307" y="120"/>
                    <a:pt x="307" y="120"/>
                    <a:pt x="307" y="120"/>
                  </a:cubicBezTo>
                  <a:cubicBezTo>
                    <a:pt x="308" y="119"/>
                    <a:pt x="310" y="119"/>
                    <a:pt x="310" y="118"/>
                  </a:cubicBezTo>
                  <a:cubicBezTo>
                    <a:pt x="310" y="117"/>
                    <a:pt x="310" y="117"/>
                    <a:pt x="309" y="117"/>
                  </a:cubicBezTo>
                  <a:cubicBezTo>
                    <a:pt x="309" y="117"/>
                    <a:pt x="309" y="117"/>
                    <a:pt x="309" y="117"/>
                  </a:cubicBezTo>
                  <a:cubicBezTo>
                    <a:pt x="308" y="117"/>
                    <a:pt x="308" y="117"/>
                    <a:pt x="307" y="117"/>
                  </a:cubicBezTo>
                  <a:cubicBezTo>
                    <a:pt x="306" y="117"/>
                    <a:pt x="304" y="116"/>
                    <a:pt x="303" y="117"/>
                  </a:cubicBezTo>
                  <a:cubicBezTo>
                    <a:pt x="303" y="118"/>
                    <a:pt x="302" y="119"/>
                    <a:pt x="301" y="120"/>
                  </a:cubicBezTo>
                  <a:cubicBezTo>
                    <a:pt x="301" y="121"/>
                    <a:pt x="301" y="122"/>
                    <a:pt x="300" y="123"/>
                  </a:cubicBezTo>
                  <a:cubicBezTo>
                    <a:pt x="298" y="124"/>
                    <a:pt x="298" y="124"/>
                    <a:pt x="298" y="124"/>
                  </a:cubicBezTo>
                  <a:cubicBezTo>
                    <a:pt x="297" y="123"/>
                    <a:pt x="297" y="123"/>
                    <a:pt x="297" y="122"/>
                  </a:cubicBezTo>
                  <a:cubicBezTo>
                    <a:pt x="296" y="123"/>
                    <a:pt x="296" y="123"/>
                    <a:pt x="296" y="123"/>
                  </a:cubicBezTo>
                  <a:cubicBezTo>
                    <a:pt x="294" y="123"/>
                    <a:pt x="294" y="126"/>
                    <a:pt x="294" y="126"/>
                  </a:cubicBezTo>
                  <a:cubicBezTo>
                    <a:pt x="295" y="127"/>
                    <a:pt x="296" y="126"/>
                    <a:pt x="297" y="127"/>
                  </a:cubicBezTo>
                  <a:cubicBezTo>
                    <a:pt x="296" y="128"/>
                    <a:pt x="296" y="128"/>
                    <a:pt x="296" y="128"/>
                  </a:cubicBezTo>
                  <a:cubicBezTo>
                    <a:pt x="296" y="128"/>
                    <a:pt x="296" y="128"/>
                    <a:pt x="296" y="129"/>
                  </a:cubicBezTo>
                  <a:cubicBezTo>
                    <a:pt x="295" y="130"/>
                    <a:pt x="296" y="131"/>
                    <a:pt x="294" y="131"/>
                  </a:cubicBezTo>
                  <a:cubicBezTo>
                    <a:pt x="292" y="132"/>
                    <a:pt x="292" y="133"/>
                    <a:pt x="292" y="133"/>
                  </a:cubicBezTo>
                  <a:cubicBezTo>
                    <a:pt x="292" y="134"/>
                    <a:pt x="292" y="134"/>
                    <a:pt x="292" y="134"/>
                  </a:cubicBezTo>
                  <a:cubicBezTo>
                    <a:pt x="292" y="134"/>
                    <a:pt x="293" y="134"/>
                    <a:pt x="294" y="134"/>
                  </a:cubicBezTo>
                  <a:cubicBezTo>
                    <a:pt x="294" y="134"/>
                    <a:pt x="294" y="133"/>
                    <a:pt x="295" y="134"/>
                  </a:cubicBezTo>
                  <a:cubicBezTo>
                    <a:pt x="295" y="135"/>
                    <a:pt x="295" y="135"/>
                    <a:pt x="296" y="135"/>
                  </a:cubicBezTo>
                  <a:cubicBezTo>
                    <a:pt x="296" y="136"/>
                    <a:pt x="297" y="136"/>
                    <a:pt x="297" y="135"/>
                  </a:cubicBezTo>
                  <a:cubicBezTo>
                    <a:pt x="297" y="135"/>
                    <a:pt x="297" y="135"/>
                    <a:pt x="298" y="134"/>
                  </a:cubicBezTo>
                  <a:cubicBezTo>
                    <a:pt x="299" y="135"/>
                    <a:pt x="299" y="135"/>
                    <a:pt x="299" y="135"/>
                  </a:cubicBezTo>
                  <a:cubicBezTo>
                    <a:pt x="298" y="136"/>
                    <a:pt x="299" y="137"/>
                    <a:pt x="299" y="138"/>
                  </a:cubicBezTo>
                  <a:cubicBezTo>
                    <a:pt x="298" y="139"/>
                    <a:pt x="297" y="138"/>
                    <a:pt x="296" y="139"/>
                  </a:cubicBezTo>
                  <a:cubicBezTo>
                    <a:pt x="296" y="140"/>
                    <a:pt x="296" y="140"/>
                    <a:pt x="296" y="141"/>
                  </a:cubicBezTo>
                  <a:cubicBezTo>
                    <a:pt x="298" y="141"/>
                    <a:pt x="299" y="141"/>
                    <a:pt x="301" y="141"/>
                  </a:cubicBezTo>
                  <a:cubicBezTo>
                    <a:pt x="302" y="140"/>
                    <a:pt x="302" y="140"/>
                    <a:pt x="302" y="140"/>
                  </a:cubicBezTo>
                  <a:cubicBezTo>
                    <a:pt x="304" y="142"/>
                    <a:pt x="301" y="145"/>
                    <a:pt x="304" y="146"/>
                  </a:cubicBezTo>
                  <a:cubicBezTo>
                    <a:pt x="304" y="146"/>
                    <a:pt x="304" y="146"/>
                    <a:pt x="304" y="146"/>
                  </a:cubicBezTo>
                  <a:cubicBezTo>
                    <a:pt x="304" y="147"/>
                    <a:pt x="303" y="148"/>
                    <a:pt x="303" y="149"/>
                  </a:cubicBezTo>
                  <a:cubicBezTo>
                    <a:pt x="304" y="150"/>
                    <a:pt x="303" y="151"/>
                    <a:pt x="302" y="151"/>
                  </a:cubicBezTo>
                  <a:cubicBezTo>
                    <a:pt x="300" y="152"/>
                    <a:pt x="299" y="150"/>
                    <a:pt x="297" y="150"/>
                  </a:cubicBezTo>
                  <a:cubicBezTo>
                    <a:pt x="297" y="150"/>
                    <a:pt x="297" y="150"/>
                    <a:pt x="297" y="150"/>
                  </a:cubicBezTo>
                  <a:cubicBezTo>
                    <a:pt x="296" y="150"/>
                    <a:pt x="296" y="150"/>
                    <a:pt x="295" y="151"/>
                  </a:cubicBezTo>
                  <a:cubicBezTo>
                    <a:pt x="295" y="152"/>
                    <a:pt x="295" y="152"/>
                    <a:pt x="295" y="152"/>
                  </a:cubicBezTo>
                  <a:cubicBezTo>
                    <a:pt x="294" y="152"/>
                    <a:pt x="294" y="152"/>
                    <a:pt x="293" y="152"/>
                  </a:cubicBezTo>
                  <a:cubicBezTo>
                    <a:pt x="292" y="153"/>
                    <a:pt x="292" y="153"/>
                    <a:pt x="292" y="153"/>
                  </a:cubicBezTo>
                  <a:cubicBezTo>
                    <a:pt x="294" y="154"/>
                    <a:pt x="295" y="153"/>
                    <a:pt x="297" y="154"/>
                  </a:cubicBezTo>
                  <a:cubicBezTo>
                    <a:pt x="297" y="154"/>
                    <a:pt x="297" y="155"/>
                    <a:pt x="296" y="156"/>
                  </a:cubicBezTo>
                  <a:cubicBezTo>
                    <a:pt x="296" y="156"/>
                    <a:pt x="296" y="156"/>
                    <a:pt x="295" y="156"/>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1" y="159"/>
                    <a:pt x="291" y="159"/>
                    <a:pt x="291" y="160"/>
                  </a:cubicBezTo>
                  <a:cubicBezTo>
                    <a:pt x="293" y="161"/>
                    <a:pt x="295" y="159"/>
                    <a:pt x="296" y="160"/>
                  </a:cubicBezTo>
                  <a:cubicBezTo>
                    <a:pt x="298" y="161"/>
                    <a:pt x="299" y="160"/>
                    <a:pt x="301" y="161"/>
                  </a:cubicBezTo>
                  <a:cubicBezTo>
                    <a:pt x="301" y="162"/>
                    <a:pt x="301" y="162"/>
                    <a:pt x="300" y="163"/>
                  </a:cubicBezTo>
                  <a:cubicBezTo>
                    <a:pt x="300" y="163"/>
                    <a:pt x="299" y="163"/>
                    <a:pt x="296" y="163"/>
                  </a:cubicBezTo>
                  <a:cubicBezTo>
                    <a:pt x="295" y="163"/>
                    <a:pt x="295" y="164"/>
                    <a:pt x="294" y="165"/>
                  </a:cubicBezTo>
                  <a:cubicBezTo>
                    <a:pt x="293" y="165"/>
                    <a:pt x="292" y="165"/>
                    <a:pt x="291" y="165"/>
                  </a:cubicBezTo>
                  <a:cubicBezTo>
                    <a:pt x="291" y="168"/>
                    <a:pt x="291" y="168"/>
                    <a:pt x="287" y="169"/>
                  </a:cubicBezTo>
                  <a:cubicBezTo>
                    <a:pt x="288" y="170"/>
                    <a:pt x="288" y="170"/>
                    <a:pt x="291" y="169"/>
                  </a:cubicBezTo>
                  <a:cubicBezTo>
                    <a:pt x="292" y="169"/>
                    <a:pt x="292" y="169"/>
                    <a:pt x="293" y="168"/>
                  </a:cubicBezTo>
                  <a:cubicBezTo>
                    <a:pt x="293" y="168"/>
                    <a:pt x="293" y="168"/>
                    <a:pt x="295" y="169"/>
                  </a:cubicBezTo>
                  <a:cubicBezTo>
                    <a:pt x="296" y="169"/>
                    <a:pt x="296" y="169"/>
                    <a:pt x="297" y="169"/>
                  </a:cubicBezTo>
                  <a:cubicBezTo>
                    <a:pt x="298" y="167"/>
                    <a:pt x="298" y="167"/>
                    <a:pt x="298" y="166"/>
                  </a:cubicBezTo>
                  <a:cubicBezTo>
                    <a:pt x="300" y="167"/>
                    <a:pt x="302" y="166"/>
                    <a:pt x="304" y="167"/>
                  </a:cubicBezTo>
                  <a:cubicBezTo>
                    <a:pt x="306" y="167"/>
                    <a:pt x="306" y="165"/>
                    <a:pt x="307" y="165"/>
                  </a:cubicBezTo>
                  <a:cubicBezTo>
                    <a:pt x="309" y="165"/>
                    <a:pt x="309" y="167"/>
                    <a:pt x="310" y="167"/>
                  </a:cubicBezTo>
                  <a:cubicBezTo>
                    <a:pt x="311" y="167"/>
                    <a:pt x="311" y="167"/>
                    <a:pt x="311" y="167"/>
                  </a:cubicBezTo>
                  <a:cubicBezTo>
                    <a:pt x="312" y="167"/>
                    <a:pt x="314" y="167"/>
                    <a:pt x="316" y="166"/>
                  </a:cubicBezTo>
                  <a:cubicBezTo>
                    <a:pt x="317" y="165"/>
                    <a:pt x="317" y="165"/>
                    <a:pt x="317" y="165"/>
                  </a:cubicBezTo>
                  <a:cubicBezTo>
                    <a:pt x="319" y="165"/>
                    <a:pt x="319" y="165"/>
                    <a:pt x="320" y="165"/>
                  </a:cubicBezTo>
                  <a:cubicBezTo>
                    <a:pt x="320" y="164"/>
                    <a:pt x="320" y="164"/>
                    <a:pt x="320" y="164"/>
                  </a:cubicBezTo>
                  <a:cubicBezTo>
                    <a:pt x="320" y="163"/>
                    <a:pt x="319" y="162"/>
                    <a:pt x="319" y="161"/>
                  </a:cubicBezTo>
                  <a:cubicBezTo>
                    <a:pt x="319" y="161"/>
                    <a:pt x="319" y="161"/>
                    <a:pt x="319" y="161"/>
                  </a:cubicBezTo>
                  <a:cubicBezTo>
                    <a:pt x="319" y="160"/>
                    <a:pt x="319" y="159"/>
                    <a:pt x="321" y="160"/>
                  </a:cubicBezTo>
                  <a:cubicBezTo>
                    <a:pt x="321" y="160"/>
                    <a:pt x="321" y="160"/>
                    <a:pt x="322" y="158"/>
                  </a:cubicBezTo>
                  <a:cubicBezTo>
                    <a:pt x="323" y="158"/>
                    <a:pt x="323" y="158"/>
                    <a:pt x="324" y="158"/>
                  </a:cubicBezTo>
                  <a:moveTo>
                    <a:pt x="281" y="142"/>
                  </a:moveTo>
                  <a:cubicBezTo>
                    <a:pt x="281" y="142"/>
                    <a:pt x="281" y="142"/>
                    <a:pt x="281" y="142"/>
                  </a:cubicBezTo>
                  <a:cubicBezTo>
                    <a:pt x="281" y="142"/>
                    <a:pt x="281" y="142"/>
                    <a:pt x="281" y="142"/>
                  </a:cubicBezTo>
                  <a:cubicBezTo>
                    <a:pt x="281" y="142"/>
                    <a:pt x="281" y="142"/>
                    <a:pt x="281" y="142"/>
                  </a:cubicBezTo>
                  <a:moveTo>
                    <a:pt x="293" y="143"/>
                  </a:moveTo>
                  <a:cubicBezTo>
                    <a:pt x="293" y="143"/>
                    <a:pt x="294" y="142"/>
                    <a:pt x="293" y="141"/>
                  </a:cubicBezTo>
                  <a:cubicBezTo>
                    <a:pt x="292" y="140"/>
                    <a:pt x="293" y="139"/>
                    <a:pt x="293" y="139"/>
                  </a:cubicBezTo>
                  <a:cubicBezTo>
                    <a:pt x="293" y="139"/>
                    <a:pt x="293" y="138"/>
                    <a:pt x="292" y="138"/>
                  </a:cubicBezTo>
                  <a:cubicBezTo>
                    <a:pt x="292" y="138"/>
                    <a:pt x="291" y="138"/>
                    <a:pt x="291" y="138"/>
                  </a:cubicBezTo>
                  <a:cubicBezTo>
                    <a:pt x="291" y="137"/>
                    <a:pt x="291" y="137"/>
                    <a:pt x="291" y="137"/>
                  </a:cubicBezTo>
                  <a:cubicBezTo>
                    <a:pt x="290" y="137"/>
                    <a:pt x="290" y="137"/>
                    <a:pt x="290" y="137"/>
                  </a:cubicBezTo>
                  <a:cubicBezTo>
                    <a:pt x="289" y="137"/>
                    <a:pt x="288" y="138"/>
                    <a:pt x="288" y="138"/>
                  </a:cubicBezTo>
                  <a:cubicBezTo>
                    <a:pt x="287" y="138"/>
                    <a:pt x="287" y="138"/>
                    <a:pt x="287" y="139"/>
                  </a:cubicBezTo>
                  <a:cubicBezTo>
                    <a:pt x="287" y="139"/>
                    <a:pt x="286" y="139"/>
                    <a:pt x="286" y="139"/>
                  </a:cubicBezTo>
                  <a:cubicBezTo>
                    <a:pt x="285" y="139"/>
                    <a:pt x="285" y="139"/>
                    <a:pt x="285" y="139"/>
                  </a:cubicBezTo>
                  <a:cubicBezTo>
                    <a:pt x="285" y="138"/>
                    <a:pt x="285" y="138"/>
                    <a:pt x="285" y="137"/>
                  </a:cubicBezTo>
                  <a:cubicBezTo>
                    <a:pt x="284" y="137"/>
                    <a:pt x="284" y="137"/>
                    <a:pt x="282" y="137"/>
                  </a:cubicBezTo>
                  <a:cubicBezTo>
                    <a:pt x="282" y="139"/>
                    <a:pt x="281" y="140"/>
                    <a:pt x="281" y="142"/>
                  </a:cubicBezTo>
                  <a:cubicBezTo>
                    <a:pt x="280" y="142"/>
                    <a:pt x="280" y="143"/>
                    <a:pt x="279" y="142"/>
                  </a:cubicBezTo>
                  <a:cubicBezTo>
                    <a:pt x="278" y="142"/>
                    <a:pt x="278" y="143"/>
                    <a:pt x="277" y="143"/>
                  </a:cubicBezTo>
                  <a:cubicBezTo>
                    <a:pt x="277" y="143"/>
                    <a:pt x="277" y="143"/>
                    <a:pt x="276" y="142"/>
                  </a:cubicBezTo>
                  <a:cubicBezTo>
                    <a:pt x="275" y="142"/>
                    <a:pt x="275" y="142"/>
                    <a:pt x="275" y="142"/>
                  </a:cubicBezTo>
                  <a:cubicBezTo>
                    <a:pt x="274" y="145"/>
                    <a:pt x="273" y="147"/>
                    <a:pt x="273" y="149"/>
                  </a:cubicBezTo>
                  <a:cubicBezTo>
                    <a:pt x="274" y="149"/>
                    <a:pt x="274" y="149"/>
                    <a:pt x="276" y="149"/>
                  </a:cubicBezTo>
                  <a:cubicBezTo>
                    <a:pt x="275" y="150"/>
                    <a:pt x="275" y="151"/>
                    <a:pt x="275" y="152"/>
                  </a:cubicBezTo>
                  <a:cubicBezTo>
                    <a:pt x="272" y="153"/>
                    <a:pt x="272" y="153"/>
                    <a:pt x="271" y="154"/>
                  </a:cubicBezTo>
                  <a:cubicBezTo>
                    <a:pt x="271" y="154"/>
                    <a:pt x="271" y="154"/>
                    <a:pt x="271" y="154"/>
                  </a:cubicBezTo>
                  <a:cubicBezTo>
                    <a:pt x="271" y="155"/>
                    <a:pt x="271" y="156"/>
                    <a:pt x="270" y="156"/>
                  </a:cubicBezTo>
                  <a:cubicBezTo>
                    <a:pt x="270" y="157"/>
                    <a:pt x="269" y="157"/>
                    <a:pt x="269" y="157"/>
                  </a:cubicBezTo>
                  <a:cubicBezTo>
                    <a:pt x="269" y="158"/>
                    <a:pt x="269" y="158"/>
                    <a:pt x="269" y="158"/>
                  </a:cubicBezTo>
                  <a:cubicBezTo>
                    <a:pt x="269" y="158"/>
                    <a:pt x="268" y="159"/>
                    <a:pt x="269" y="159"/>
                  </a:cubicBezTo>
                  <a:cubicBezTo>
                    <a:pt x="270" y="160"/>
                    <a:pt x="271" y="160"/>
                    <a:pt x="271" y="160"/>
                  </a:cubicBezTo>
                  <a:cubicBezTo>
                    <a:pt x="273" y="159"/>
                    <a:pt x="274" y="160"/>
                    <a:pt x="274" y="160"/>
                  </a:cubicBezTo>
                  <a:cubicBezTo>
                    <a:pt x="275" y="160"/>
                    <a:pt x="277" y="159"/>
                    <a:pt x="277" y="159"/>
                  </a:cubicBezTo>
                  <a:cubicBezTo>
                    <a:pt x="277" y="159"/>
                    <a:pt x="277" y="159"/>
                    <a:pt x="277" y="158"/>
                  </a:cubicBezTo>
                  <a:cubicBezTo>
                    <a:pt x="278" y="157"/>
                    <a:pt x="278" y="157"/>
                    <a:pt x="278" y="157"/>
                  </a:cubicBezTo>
                  <a:cubicBezTo>
                    <a:pt x="281" y="157"/>
                    <a:pt x="284" y="157"/>
                    <a:pt x="286" y="157"/>
                  </a:cubicBezTo>
                  <a:cubicBezTo>
                    <a:pt x="286" y="157"/>
                    <a:pt x="287" y="156"/>
                    <a:pt x="287" y="156"/>
                  </a:cubicBezTo>
                  <a:cubicBezTo>
                    <a:pt x="287" y="155"/>
                    <a:pt x="286" y="155"/>
                    <a:pt x="286" y="154"/>
                  </a:cubicBezTo>
                  <a:cubicBezTo>
                    <a:pt x="287" y="153"/>
                    <a:pt x="287" y="154"/>
                    <a:pt x="288" y="153"/>
                  </a:cubicBezTo>
                  <a:cubicBezTo>
                    <a:pt x="288" y="152"/>
                    <a:pt x="288" y="152"/>
                    <a:pt x="289" y="150"/>
                  </a:cubicBezTo>
                  <a:cubicBezTo>
                    <a:pt x="289" y="149"/>
                    <a:pt x="290" y="148"/>
                    <a:pt x="290" y="147"/>
                  </a:cubicBezTo>
                  <a:cubicBezTo>
                    <a:pt x="290" y="146"/>
                    <a:pt x="290" y="145"/>
                    <a:pt x="290" y="145"/>
                  </a:cubicBezTo>
                  <a:cubicBezTo>
                    <a:pt x="292" y="145"/>
                    <a:pt x="293" y="144"/>
                    <a:pt x="293" y="143"/>
                  </a:cubicBezTo>
                  <a:moveTo>
                    <a:pt x="544" y="571"/>
                  </a:moveTo>
                  <a:cubicBezTo>
                    <a:pt x="544" y="571"/>
                    <a:pt x="544" y="570"/>
                    <a:pt x="545" y="570"/>
                  </a:cubicBezTo>
                  <a:cubicBezTo>
                    <a:pt x="548" y="559"/>
                    <a:pt x="548" y="559"/>
                    <a:pt x="548" y="559"/>
                  </a:cubicBezTo>
                  <a:cubicBezTo>
                    <a:pt x="547" y="558"/>
                    <a:pt x="547" y="556"/>
                    <a:pt x="543" y="555"/>
                  </a:cubicBezTo>
                  <a:cubicBezTo>
                    <a:pt x="542" y="559"/>
                    <a:pt x="542" y="559"/>
                    <a:pt x="542" y="559"/>
                  </a:cubicBezTo>
                  <a:cubicBezTo>
                    <a:pt x="541" y="560"/>
                    <a:pt x="541" y="560"/>
                    <a:pt x="535" y="564"/>
                  </a:cubicBezTo>
                  <a:cubicBezTo>
                    <a:pt x="535" y="564"/>
                    <a:pt x="533" y="567"/>
                    <a:pt x="533" y="567"/>
                  </a:cubicBezTo>
                  <a:cubicBezTo>
                    <a:pt x="533" y="568"/>
                    <a:pt x="533" y="568"/>
                    <a:pt x="533" y="568"/>
                  </a:cubicBezTo>
                  <a:cubicBezTo>
                    <a:pt x="532" y="569"/>
                    <a:pt x="531" y="568"/>
                    <a:pt x="531" y="569"/>
                  </a:cubicBezTo>
                  <a:cubicBezTo>
                    <a:pt x="530" y="570"/>
                    <a:pt x="530" y="571"/>
                    <a:pt x="528" y="572"/>
                  </a:cubicBezTo>
                  <a:cubicBezTo>
                    <a:pt x="525" y="575"/>
                    <a:pt x="522" y="572"/>
                    <a:pt x="518" y="573"/>
                  </a:cubicBezTo>
                  <a:cubicBezTo>
                    <a:pt x="517" y="574"/>
                    <a:pt x="516" y="574"/>
                    <a:pt x="516" y="575"/>
                  </a:cubicBezTo>
                  <a:cubicBezTo>
                    <a:pt x="515" y="576"/>
                    <a:pt x="515" y="577"/>
                    <a:pt x="514" y="579"/>
                  </a:cubicBezTo>
                  <a:cubicBezTo>
                    <a:pt x="513" y="580"/>
                    <a:pt x="512" y="581"/>
                    <a:pt x="511" y="582"/>
                  </a:cubicBezTo>
                  <a:cubicBezTo>
                    <a:pt x="511" y="582"/>
                    <a:pt x="509" y="588"/>
                    <a:pt x="510" y="589"/>
                  </a:cubicBezTo>
                  <a:cubicBezTo>
                    <a:pt x="510" y="590"/>
                    <a:pt x="510" y="590"/>
                    <a:pt x="510" y="591"/>
                  </a:cubicBezTo>
                  <a:cubicBezTo>
                    <a:pt x="510" y="591"/>
                    <a:pt x="509" y="594"/>
                    <a:pt x="509" y="594"/>
                  </a:cubicBezTo>
                  <a:cubicBezTo>
                    <a:pt x="509" y="595"/>
                    <a:pt x="508" y="595"/>
                    <a:pt x="508" y="594"/>
                  </a:cubicBezTo>
                  <a:cubicBezTo>
                    <a:pt x="507" y="594"/>
                    <a:pt x="507" y="594"/>
                    <a:pt x="504" y="597"/>
                  </a:cubicBezTo>
                  <a:cubicBezTo>
                    <a:pt x="503" y="599"/>
                    <a:pt x="503" y="601"/>
                    <a:pt x="501" y="603"/>
                  </a:cubicBezTo>
                  <a:cubicBezTo>
                    <a:pt x="501" y="603"/>
                    <a:pt x="501" y="603"/>
                    <a:pt x="500" y="604"/>
                  </a:cubicBezTo>
                  <a:cubicBezTo>
                    <a:pt x="500" y="604"/>
                    <a:pt x="500" y="604"/>
                    <a:pt x="500" y="605"/>
                  </a:cubicBezTo>
                  <a:cubicBezTo>
                    <a:pt x="500" y="606"/>
                    <a:pt x="500" y="608"/>
                    <a:pt x="500" y="609"/>
                  </a:cubicBezTo>
                  <a:cubicBezTo>
                    <a:pt x="499" y="610"/>
                    <a:pt x="499" y="610"/>
                    <a:pt x="499" y="611"/>
                  </a:cubicBezTo>
                  <a:cubicBezTo>
                    <a:pt x="498" y="614"/>
                    <a:pt x="498" y="614"/>
                    <a:pt x="497" y="616"/>
                  </a:cubicBezTo>
                  <a:cubicBezTo>
                    <a:pt x="499" y="617"/>
                    <a:pt x="501" y="616"/>
                    <a:pt x="503" y="616"/>
                  </a:cubicBezTo>
                  <a:cubicBezTo>
                    <a:pt x="503" y="617"/>
                    <a:pt x="503" y="617"/>
                    <a:pt x="503" y="618"/>
                  </a:cubicBezTo>
                  <a:cubicBezTo>
                    <a:pt x="505" y="619"/>
                    <a:pt x="510" y="620"/>
                    <a:pt x="515" y="615"/>
                  </a:cubicBezTo>
                  <a:cubicBezTo>
                    <a:pt x="517" y="612"/>
                    <a:pt x="517" y="609"/>
                    <a:pt x="519" y="606"/>
                  </a:cubicBezTo>
                  <a:cubicBezTo>
                    <a:pt x="521" y="604"/>
                    <a:pt x="523" y="603"/>
                    <a:pt x="524" y="601"/>
                  </a:cubicBezTo>
                  <a:cubicBezTo>
                    <a:pt x="526" y="599"/>
                    <a:pt x="526" y="596"/>
                    <a:pt x="528" y="593"/>
                  </a:cubicBezTo>
                  <a:cubicBezTo>
                    <a:pt x="529" y="592"/>
                    <a:pt x="531" y="592"/>
                    <a:pt x="532" y="591"/>
                  </a:cubicBezTo>
                  <a:cubicBezTo>
                    <a:pt x="533" y="590"/>
                    <a:pt x="534" y="591"/>
                    <a:pt x="535" y="590"/>
                  </a:cubicBezTo>
                  <a:cubicBezTo>
                    <a:pt x="536" y="588"/>
                    <a:pt x="535" y="585"/>
                    <a:pt x="536" y="583"/>
                  </a:cubicBezTo>
                  <a:cubicBezTo>
                    <a:pt x="537" y="582"/>
                    <a:pt x="539" y="581"/>
                    <a:pt x="539" y="579"/>
                  </a:cubicBezTo>
                  <a:cubicBezTo>
                    <a:pt x="539" y="579"/>
                    <a:pt x="540" y="578"/>
                    <a:pt x="540" y="577"/>
                  </a:cubicBezTo>
                  <a:cubicBezTo>
                    <a:pt x="540" y="577"/>
                    <a:pt x="540" y="576"/>
                    <a:pt x="540" y="575"/>
                  </a:cubicBezTo>
                  <a:cubicBezTo>
                    <a:pt x="540" y="575"/>
                    <a:pt x="541" y="575"/>
                    <a:pt x="541" y="574"/>
                  </a:cubicBezTo>
                  <a:cubicBezTo>
                    <a:pt x="541" y="573"/>
                    <a:pt x="543" y="572"/>
                    <a:pt x="544" y="571"/>
                  </a:cubicBezTo>
                  <a:moveTo>
                    <a:pt x="577" y="426"/>
                  </a:moveTo>
                  <a:cubicBezTo>
                    <a:pt x="577" y="425"/>
                    <a:pt x="577" y="423"/>
                    <a:pt x="575" y="421"/>
                  </a:cubicBezTo>
                  <a:cubicBezTo>
                    <a:pt x="568" y="420"/>
                    <a:pt x="563" y="428"/>
                    <a:pt x="556" y="426"/>
                  </a:cubicBezTo>
                  <a:cubicBezTo>
                    <a:pt x="555" y="426"/>
                    <a:pt x="554" y="426"/>
                    <a:pt x="552" y="426"/>
                  </a:cubicBezTo>
                  <a:cubicBezTo>
                    <a:pt x="546" y="427"/>
                    <a:pt x="544" y="426"/>
                    <a:pt x="541" y="425"/>
                  </a:cubicBezTo>
                  <a:cubicBezTo>
                    <a:pt x="539" y="419"/>
                    <a:pt x="539" y="419"/>
                    <a:pt x="539" y="417"/>
                  </a:cubicBezTo>
                  <a:cubicBezTo>
                    <a:pt x="538" y="417"/>
                    <a:pt x="537" y="416"/>
                    <a:pt x="537" y="416"/>
                  </a:cubicBezTo>
                  <a:cubicBezTo>
                    <a:pt x="536" y="414"/>
                    <a:pt x="536" y="412"/>
                    <a:pt x="536" y="411"/>
                  </a:cubicBezTo>
                  <a:cubicBezTo>
                    <a:pt x="519" y="396"/>
                    <a:pt x="504" y="384"/>
                    <a:pt x="507" y="371"/>
                  </a:cubicBezTo>
                  <a:cubicBezTo>
                    <a:pt x="507" y="371"/>
                    <a:pt x="507" y="370"/>
                    <a:pt x="507" y="367"/>
                  </a:cubicBezTo>
                  <a:cubicBezTo>
                    <a:pt x="507" y="365"/>
                    <a:pt x="507" y="364"/>
                    <a:pt x="506" y="362"/>
                  </a:cubicBezTo>
                  <a:cubicBezTo>
                    <a:pt x="506" y="362"/>
                    <a:pt x="477" y="309"/>
                    <a:pt x="477" y="300"/>
                  </a:cubicBezTo>
                  <a:cubicBezTo>
                    <a:pt x="474" y="297"/>
                    <a:pt x="470" y="297"/>
                    <a:pt x="468" y="295"/>
                  </a:cubicBezTo>
                  <a:cubicBezTo>
                    <a:pt x="467" y="295"/>
                    <a:pt x="467" y="295"/>
                    <a:pt x="465" y="295"/>
                  </a:cubicBezTo>
                  <a:cubicBezTo>
                    <a:pt x="464" y="295"/>
                    <a:pt x="462" y="296"/>
                    <a:pt x="461" y="297"/>
                  </a:cubicBezTo>
                  <a:cubicBezTo>
                    <a:pt x="460" y="297"/>
                    <a:pt x="460" y="297"/>
                    <a:pt x="460" y="297"/>
                  </a:cubicBezTo>
                  <a:cubicBezTo>
                    <a:pt x="443" y="293"/>
                    <a:pt x="427" y="284"/>
                    <a:pt x="410" y="284"/>
                  </a:cubicBezTo>
                  <a:cubicBezTo>
                    <a:pt x="409" y="297"/>
                    <a:pt x="409" y="297"/>
                    <a:pt x="408" y="299"/>
                  </a:cubicBezTo>
                  <a:cubicBezTo>
                    <a:pt x="408" y="299"/>
                    <a:pt x="407" y="299"/>
                    <a:pt x="406" y="299"/>
                  </a:cubicBezTo>
                  <a:cubicBezTo>
                    <a:pt x="405" y="299"/>
                    <a:pt x="405" y="299"/>
                    <a:pt x="403" y="299"/>
                  </a:cubicBezTo>
                  <a:cubicBezTo>
                    <a:pt x="399" y="298"/>
                    <a:pt x="397" y="294"/>
                    <a:pt x="394" y="293"/>
                  </a:cubicBezTo>
                  <a:cubicBezTo>
                    <a:pt x="390" y="293"/>
                    <a:pt x="386" y="293"/>
                    <a:pt x="381" y="291"/>
                  </a:cubicBezTo>
                  <a:cubicBezTo>
                    <a:pt x="379" y="283"/>
                    <a:pt x="367" y="283"/>
                    <a:pt x="367" y="283"/>
                  </a:cubicBezTo>
                  <a:cubicBezTo>
                    <a:pt x="361" y="283"/>
                    <a:pt x="361" y="283"/>
                    <a:pt x="354" y="261"/>
                  </a:cubicBezTo>
                  <a:cubicBezTo>
                    <a:pt x="355" y="260"/>
                    <a:pt x="355" y="260"/>
                    <a:pt x="360" y="258"/>
                  </a:cubicBezTo>
                  <a:cubicBezTo>
                    <a:pt x="360" y="258"/>
                    <a:pt x="359" y="257"/>
                    <a:pt x="359" y="256"/>
                  </a:cubicBezTo>
                  <a:cubicBezTo>
                    <a:pt x="357" y="255"/>
                    <a:pt x="355" y="254"/>
                    <a:pt x="353" y="254"/>
                  </a:cubicBezTo>
                  <a:cubicBezTo>
                    <a:pt x="337" y="254"/>
                    <a:pt x="337" y="254"/>
                    <a:pt x="329" y="258"/>
                  </a:cubicBezTo>
                  <a:cubicBezTo>
                    <a:pt x="325" y="255"/>
                    <a:pt x="318" y="249"/>
                    <a:pt x="310" y="257"/>
                  </a:cubicBezTo>
                  <a:cubicBezTo>
                    <a:pt x="306" y="257"/>
                    <a:pt x="303" y="257"/>
                    <a:pt x="299" y="257"/>
                  </a:cubicBezTo>
                  <a:cubicBezTo>
                    <a:pt x="299" y="258"/>
                    <a:pt x="299" y="258"/>
                    <a:pt x="285" y="264"/>
                  </a:cubicBezTo>
                  <a:cubicBezTo>
                    <a:pt x="285" y="264"/>
                    <a:pt x="285" y="264"/>
                    <a:pt x="284" y="264"/>
                  </a:cubicBezTo>
                  <a:cubicBezTo>
                    <a:pt x="279" y="263"/>
                    <a:pt x="274" y="265"/>
                    <a:pt x="270" y="261"/>
                  </a:cubicBezTo>
                  <a:cubicBezTo>
                    <a:pt x="270" y="261"/>
                    <a:pt x="268" y="260"/>
                    <a:pt x="268" y="260"/>
                  </a:cubicBezTo>
                  <a:cubicBezTo>
                    <a:pt x="266" y="263"/>
                    <a:pt x="265" y="269"/>
                    <a:pt x="265" y="269"/>
                  </a:cubicBezTo>
                  <a:cubicBezTo>
                    <a:pt x="263" y="270"/>
                    <a:pt x="262" y="271"/>
                    <a:pt x="257" y="270"/>
                  </a:cubicBezTo>
                  <a:cubicBezTo>
                    <a:pt x="256" y="273"/>
                    <a:pt x="256" y="276"/>
                    <a:pt x="255" y="280"/>
                  </a:cubicBezTo>
                  <a:cubicBezTo>
                    <a:pt x="253" y="280"/>
                    <a:pt x="250" y="279"/>
                    <a:pt x="247" y="281"/>
                  </a:cubicBezTo>
                  <a:cubicBezTo>
                    <a:pt x="246" y="286"/>
                    <a:pt x="244" y="291"/>
                    <a:pt x="243" y="297"/>
                  </a:cubicBezTo>
                  <a:cubicBezTo>
                    <a:pt x="243" y="298"/>
                    <a:pt x="243" y="299"/>
                    <a:pt x="243" y="301"/>
                  </a:cubicBezTo>
                  <a:cubicBezTo>
                    <a:pt x="240" y="301"/>
                    <a:pt x="238" y="301"/>
                    <a:pt x="236" y="301"/>
                  </a:cubicBezTo>
                  <a:cubicBezTo>
                    <a:pt x="235" y="307"/>
                    <a:pt x="227" y="311"/>
                    <a:pt x="224" y="311"/>
                  </a:cubicBezTo>
                  <a:cubicBezTo>
                    <a:pt x="220" y="319"/>
                    <a:pt x="213" y="326"/>
                    <a:pt x="211" y="334"/>
                  </a:cubicBezTo>
                  <a:cubicBezTo>
                    <a:pt x="210" y="334"/>
                    <a:pt x="210" y="334"/>
                    <a:pt x="209" y="334"/>
                  </a:cubicBezTo>
                  <a:cubicBezTo>
                    <a:pt x="209" y="334"/>
                    <a:pt x="209" y="334"/>
                    <a:pt x="207" y="335"/>
                  </a:cubicBezTo>
                  <a:cubicBezTo>
                    <a:pt x="207" y="335"/>
                    <a:pt x="206" y="335"/>
                    <a:pt x="205" y="335"/>
                  </a:cubicBezTo>
                  <a:cubicBezTo>
                    <a:pt x="204" y="348"/>
                    <a:pt x="204" y="349"/>
                    <a:pt x="198" y="351"/>
                  </a:cubicBezTo>
                  <a:cubicBezTo>
                    <a:pt x="198" y="351"/>
                    <a:pt x="198" y="352"/>
                    <a:pt x="197" y="353"/>
                  </a:cubicBezTo>
                  <a:cubicBezTo>
                    <a:pt x="197" y="354"/>
                    <a:pt x="197" y="356"/>
                    <a:pt x="198" y="357"/>
                  </a:cubicBezTo>
                  <a:cubicBezTo>
                    <a:pt x="206" y="359"/>
                    <a:pt x="206" y="359"/>
                    <a:pt x="207" y="361"/>
                  </a:cubicBezTo>
                  <a:cubicBezTo>
                    <a:pt x="204" y="366"/>
                    <a:pt x="204" y="366"/>
                    <a:pt x="204" y="381"/>
                  </a:cubicBezTo>
                  <a:cubicBezTo>
                    <a:pt x="204" y="382"/>
                    <a:pt x="204" y="383"/>
                    <a:pt x="204" y="386"/>
                  </a:cubicBezTo>
                  <a:cubicBezTo>
                    <a:pt x="204" y="386"/>
                    <a:pt x="204" y="386"/>
                    <a:pt x="200" y="390"/>
                  </a:cubicBezTo>
                  <a:cubicBezTo>
                    <a:pt x="200" y="393"/>
                    <a:pt x="201" y="396"/>
                    <a:pt x="202" y="399"/>
                  </a:cubicBezTo>
                  <a:cubicBezTo>
                    <a:pt x="202" y="402"/>
                    <a:pt x="202" y="402"/>
                    <a:pt x="202" y="402"/>
                  </a:cubicBezTo>
                  <a:cubicBezTo>
                    <a:pt x="202" y="413"/>
                    <a:pt x="220" y="423"/>
                    <a:pt x="220" y="424"/>
                  </a:cubicBezTo>
                  <a:cubicBezTo>
                    <a:pt x="220" y="430"/>
                    <a:pt x="220" y="435"/>
                    <a:pt x="234" y="438"/>
                  </a:cubicBezTo>
                  <a:cubicBezTo>
                    <a:pt x="235" y="441"/>
                    <a:pt x="235" y="441"/>
                    <a:pt x="235" y="445"/>
                  </a:cubicBezTo>
                  <a:cubicBezTo>
                    <a:pt x="247" y="456"/>
                    <a:pt x="255" y="455"/>
                    <a:pt x="255" y="455"/>
                  </a:cubicBezTo>
                  <a:cubicBezTo>
                    <a:pt x="255" y="454"/>
                    <a:pt x="256" y="452"/>
                    <a:pt x="257" y="451"/>
                  </a:cubicBezTo>
                  <a:cubicBezTo>
                    <a:pt x="260" y="450"/>
                    <a:pt x="262" y="451"/>
                    <a:pt x="265" y="451"/>
                  </a:cubicBezTo>
                  <a:cubicBezTo>
                    <a:pt x="266" y="451"/>
                    <a:pt x="266" y="451"/>
                    <a:pt x="268" y="451"/>
                  </a:cubicBezTo>
                  <a:cubicBezTo>
                    <a:pt x="270" y="451"/>
                    <a:pt x="273" y="451"/>
                    <a:pt x="275" y="451"/>
                  </a:cubicBezTo>
                  <a:cubicBezTo>
                    <a:pt x="277" y="456"/>
                    <a:pt x="281" y="455"/>
                    <a:pt x="290" y="453"/>
                  </a:cubicBezTo>
                  <a:cubicBezTo>
                    <a:pt x="293" y="447"/>
                    <a:pt x="295" y="447"/>
                    <a:pt x="305" y="449"/>
                  </a:cubicBezTo>
                  <a:cubicBezTo>
                    <a:pt x="305" y="449"/>
                    <a:pt x="306" y="449"/>
                    <a:pt x="306" y="449"/>
                  </a:cubicBezTo>
                  <a:cubicBezTo>
                    <a:pt x="312" y="443"/>
                    <a:pt x="317" y="446"/>
                    <a:pt x="319" y="446"/>
                  </a:cubicBezTo>
                  <a:cubicBezTo>
                    <a:pt x="321" y="456"/>
                    <a:pt x="323" y="457"/>
                    <a:pt x="327" y="458"/>
                  </a:cubicBezTo>
                  <a:cubicBezTo>
                    <a:pt x="334" y="458"/>
                    <a:pt x="341" y="458"/>
                    <a:pt x="347" y="459"/>
                  </a:cubicBezTo>
                  <a:cubicBezTo>
                    <a:pt x="347" y="461"/>
                    <a:pt x="347" y="463"/>
                    <a:pt x="347" y="467"/>
                  </a:cubicBezTo>
                  <a:cubicBezTo>
                    <a:pt x="347" y="467"/>
                    <a:pt x="345" y="485"/>
                    <a:pt x="343" y="489"/>
                  </a:cubicBezTo>
                  <a:cubicBezTo>
                    <a:pt x="342" y="489"/>
                    <a:pt x="341" y="489"/>
                    <a:pt x="341" y="489"/>
                  </a:cubicBezTo>
                  <a:cubicBezTo>
                    <a:pt x="340" y="490"/>
                    <a:pt x="340" y="491"/>
                    <a:pt x="340" y="491"/>
                  </a:cubicBezTo>
                  <a:cubicBezTo>
                    <a:pt x="355" y="500"/>
                    <a:pt x="356" y="518"/>
                    <a:pt x="365" y="531"/>
                  </a:cubicBezTo>
                  <a:cubicBezTo>
                    <a:pt x="364" y="532"/>
                    <a:pt x="364" y="533"/>
                    <a:pt x="364" y="533"/>
                  </a:cubicBezTo>
                  <a:cubicBezTo>
                    <a:pt x="364" y="534"/>
                    <a:pt x="364" y="535"/>
                    <a:pt x="364" y="536"/>
                  </a:cubicBezTo>
                  <a:cubicBezTo>
                    <a:pt x="364" y="540"/>
                    <a:pt x="365" y="540"/>
                    <a:pt x="367" y="541"/>
                  </a:cubicBezTo>
                  <a:cubicBezTo>
                    <a:pt x="367" y="553"/>
                    <a:pt x="357" y="562"/>
                    <a:pt x="356" y="574"/>
                  </a:cubicBezTo>
                  <a:cubicBezTo>
                    <a:pt x="356" y="580"/>
                    <a:pt x="357" y="580"/>
                    <a:pt x="361" y="583"/>
                  </a:cubicBezTo>
                  <a:cubicBezTo>
                    <a:pt x="361" y="589"/>
                    <a:pt x="361" y="591"/>
                    <a:pt x="366" y="594"/>
                  </a:cubicBezTo>
                  <a:cubicBezTo>
                    <a:pt x="368" y="603"/>
                    <a:pt x="368" y="603"/>
                    <a:pt x="370" y="604"/>
                  </a:cubicBezTo>
                  <a:cubicBezTo>
                    <a:pt x="370" y="607"/>
                    <a:pt x="369" y="610"/>
                    <a:pt x="369" y="613"/>
                  </a:cubicBezTo>
                  <a:cubicBezTo>
                    <a:pt x="369" y="614"/>
                    <a:pt x="375" y="632"/>
                    <a:pt x="382" y="639"/>
                  </a:cubicBezTo>
                  <a:cubicBezTo>
                    <a:pt x="381" y="642"/>
                    <a:pt x="381" y="642"/>
                    <a:pt x="383" y="645"/>
                  </a:cubicBezTo>
                  <a:cubicBezTo>
                    <a:pt x="383" y="646"/>
                    <a:pt x="383" y="646"/>
                    <a:pt x="383" y="647"/>
                  </a:cubicBezTo>
                  <a:cubicBezTo>
                    <a:pt x="382" y="648"/>
                    <a:pt x="380" y="649"/>
                    <a:pt x="380" y="650"/>
                  </a:cubicBezTo>
                  <a:cubicBezTo>
                    <a:pt x="380" y="650"/>
                    <a:pt x="381" y="651"/>
                    <a:pt x="381" y="651"/>
                  </a:cubicBezTo>
                  <a:cubicBezTo>
                    <a:pt x="382" y="651"/>
                    <a:pt x="383" y="651"/>
                    <a:pt x="383" y="651"/>
                  </a:cubicBezTo>
                  <a:cubicBezTo>
                    <a:pt x="383" y="654"/>
                    <a:pt x="383" y="654"/>
                    <a:pt x="386" y="656"/>
                  </a:cubicBezTo>
                  <a:cubicBezTo>
                    <a:pt x="389" y="656"/>
                    <a:pt x="391" y="656"/>
                    <a:pt x="394" y="656"/>
                  </a:cubicBezTo>
                  <a:cubicBezTo>
                    <a:pt x="398" y="655"/>
                    <a:pt x="398" y="655"/>
                    <a:pt x="401" y="654"/>
                  </a:cubicBezTo>
                  <a:cubicBezTo>
                    <a:pt x="404" y="654"/>
                    <a:pt x="408" y="654"/>
                    <a:pt x="412" y="653"/>
                  </a:cubicBezTo>
                  <a:cubicBezTo>
                    <a:pt x="413" y="653"/>
                    <a:pt x="413" y="652"/>
                    <a:pt x="413" y="651"/>
                  </a:cubicBezTo>
                  <a:cubicBezTo>
                    <a:pt x="422" y="650"/>
                    <a:pt x="422" y="650"/>
                    <a:pt x="424" y="647"/>
                  </a:cubicBezTo>
                  <a:cubicBezTo>
                    <a:pt x="424" y="647"/>
                    <a:pt x="451" y="634"/>
                    <a:pt x="448" y="620"/>
                  </a:cubicBezTo>
                  <a:cubicBezTo>
                    <a:pt x="448" y="619"/>
                    <a:pt x="460" y="612"/>
                    <a:pt x="465" y="610"/>
                  </a:cubicBezTo>
                  <a:cubicBezTo>
                    <a:pt x="466" y="606"/>
                    <a:pt x="466" y="606"/>
                    <a:pt x="464" y="592"/>
                  </a:cubicBezTo>
                  <a:cubicBezTo>
                    <a:pt x="476" y="582"/>
                    <a:pt x="492" y="578"/>
                    <a:pt x="500" y="564"/>
                  </a:cubicBezTo>
                  <a:cubicBezTo>
                    <a:pt x="500" y="563"/>
                    <a:pt x="501" y="562"/>
                    <a:pt x="501" y="560"/>
                  </a:cubicBezTo>
                  <a:cubicBezTo>
                    <a:pt x="502" y="558"/>
                    <a:pt x="502" y="557"/>
                    <a:pt x="501" y="555"/>
                  </a:cubicBezTo>
                  <a:cubicBezTo>
                    <a:pt x="502" y="551"/>
                    <a:pt x="503" y="547"/>
                    <a:pt x="503" y="542"/>
                  </a:cubicBezTo>
                  <a:cubicBezTo>
                    <a:pt x="499" y="535"/>
                    <a:pt x="505" y="528"/>
                    <a:pt x="502" y="521"/>
                  </a:cubicBezTo>
                  <a:cubicBezTo>
                    <a:pt x="502" y="519"/>
                    <a:pt x="502" y="519"/>
                    <a:pt x="502" y="519"/>
                  </a:cubicBezTo>
                  <a:cubicBezTo>
                    <a:pt x="515" y="479"/>
                    <a:pt x="568" y="470"/>
                    <a:pt x="577" y="426"/>
                  </a:cubicBezTo>
                  <a:moveTo>
                    <a:pt x="133" y="516"/>
                  </a:moveTo>
                  <a:cubicBezTo>
                    <a:pt x="132" y="514"/>
                    <a:pt x="129" y="503"/>
                    <a:pt x="124" y="501"/>
                  </a:cubicBezTo>
                  <a:cubicBezTo>
                    <a:pt x="123" y="501"/>
                    <a:pt x="122" y="501"/>
                    <a:pt x="120" y="501"/>
                  </a:cubicBezTo>
                  <a:cubicBezTo>
                    <a:pt x="114" y="498"/>
                    <a:pt x="113" y="486"/>
                    <a:pt x="105" y="490"/>
                  </a:cubicBezTo>
                  <a:cubicBezTo>
                    <a:pt x="103" y="490"/>
                    <a:pt x="101" y="490"/>
                    <a:pt x="99" y="489"/>
                  </a:cubicBezTo>
                  <a:cubicBezTo>
                    <a:pt x="96" y="486"/>
                    <a:pt x="96" y="486"/>
                    <a:pt x="93" y="486"/>
                  </a:cubicBezTo>
                  <a:cubicBezTo>
                    <a:pt x="93" y="487"/>
                    <a:pt x="93" y="489"/>
                    <a:pt x="93" y="490"/>
                  </a:cubicBezTo>
                  <a:cubicBezTo>
                    <a:pt x="89" y="489"/>
                    <a:pt x="89" y="488"/>
                    <a:pt x="89" y="486"/>
                  </a:cubicBezTo>
                  <a:cubicBezTo>
                    <a:pt x="89" y="486"/>
                    <a:pt x="90" y="485"/>
                    <a:pt x="90" y="485"/>
                  </a:cubicBezTo>
                  <a:cubicBezTo>
                    <a:pt x="83" y="478"/>
                    <a:pt x="82" y="478"/>
                    <a:pt x="80" y="478"/>
                  </a:cubicBezTo>
                  <a:cubicBezTo>
                    <a:pt x="80" y="478"/>
                    <a:pt x="80" y="478"/>
                    <a:pt x="79" y="477"/>
                  </a:cubicBezTo>
                  <a:cubicBezTo>
                    <a:pt x="77" y="475"/>
                    <a:pt x="77" y="475"/>
                    <a:pt x="74" y="476"/>
                  </a:cubicBezTo>
                  <a:cubicBezTo>
                    <a:pt x="75" y="477"/>
                    <a:pt x="75" y="479"/>
                    <a:pt x="76" y="481"/>
                  </a:cubicBezTo>
                  <a:cubicBezTo>
                    <a:pt x="75" y="481"/>
                    <a:pt x="74" y="481"/>
                    <a:pt x="73" y="481"/>
                  </a:cubicBezTo>
                  <a:cubicBezTo>
                    <a:pt x="73" y="480"/>
                    <a:pt x="73" y="479"/>
                    <a:pt x="72" y="478"/>
                  </a:cubicBezTo>
                  <a:cubicBezTo>
                    <a:pt x="72" y="477"/>
                    <a:pt x="73" y="476"/>
                    <a:pt x="73" y="475"/>
                  </a:cubicBezTo>
                  <a:cubicBezTo>
                    <a:pt x="73" y="475"/>
                    <a:pt x="73" y="474"/>
                    <a:pt x="73" y="474"/>
                  </a:cubicBezTo>
                  <a:cubicBezTo>
                    <a:pt x="73" y="472"/>
                    <a:pt x="73" y="472"/>
                    <a:pt x="68" y="470"/>
                  </a:cubicBezTo>
                  <a:cubicBezTo>
                    <a:pt x="68" y="470"/>
                    <a:pt x="68" y="470"/>
                    <a:pt x="68" y="470"/>
                  </a:cubicBezTo>
                  <a:cubicBezTo>
                    <a:pt x="68" y="470"/>
                    <a:pt x="67" y="470"/>
                    <a:pt x="66" y="470"/>
                  </a:cubicBezTo>
                  <a:cubicBezTo>
                    <a:pt x="67" y="474"/>
                    <a:pt x="67" y="474"/>
                    <a:pt x="67" y="475"/>
                  </a:cubicBezTo>
                  <a:cubicBezTo>
                    <a:pt x="66" y="475"/>
                    <a:pt x="65" y="475"/>
                    <a:pt x="65" y="475"/>
                  </a:cubicBezTo>
                  <a:cubicBezTo>
                    <a:pt x="65" y="474"/>
                    <a:pt x="64" y="473"/>
                    <a:pt x="64" y="472"/>
                  </a:cubicBezTo>
                  <a:cubicBezTo>
                    <a:pt x="65" y="471"/>
                    <a:pt x="66" y="470"/>
                    <a:pt x="66" y="469"/>
                  </a:cubicBezTo>
                  <a:cubicBezTo>
                    <a:pt x="65" y="461"/>
                    <a:pt x="65" y="461"/>
                    <a:pt x="64" y="459"/>
                  </a:cubicBezTo>
                  <a:cubicBezTo>
                    <a:pt x="64" y="459"/>
                    <a:pt x="63" y="459"/>
                    <a:pt x="62" y="459"/>
                  </a:cubicBezTo>
                  <a:cubicBezTo>
                    <a:pt x="62" y="457"/>
                    <a:pt x="62" y="454"/>
                    <a:pt x="61" y="451"/>
                  </a:cubicBezTo>
                  <a:cubicBezTo>
                    <a:pt x="59" y="446"/>
                    <a:pt x="55" y="442"/>
                    <a:pt x="52" y="437"/>
                  </a:cubicBezTo>
                  <a:cubicBezTo>
                    <a:pt x="51" y="437"/>
                    <a:pt x="50" y="436"/>
                    <a:pt x="49" y="436"/>
                  </a:cubicBezTo>
                  <a:cubicBezTo>
                    <a:pt x="49" y="435"/>
                    <a:pt x="48" y="435"/>
                    <a:pt x="48" y="434"/>
                  </a:cubicBezTo>
                  <a:cubicBezTo>
                    <a:pt x="47" y="435"/>
                    <a:pt x="45" y="435"/>
                    <a:pt x="45" y="435"/>
                  </a:cubicBezTo>
                  <a:cubicBezTo>
                    <a:pt x="44" y="435"/>
                    <a:pt x="44" y="435"/>
                    <a:pt x="44" y="435"/>
                  </a:cubicBezTo>
                  <a:cubicBezTo>
                    <a:pt x="44" y="435"/>
                    <a:pt x="34" y="422"/>
                    <a:pt x="32" y="419"/>
                  </a:cubicBezTo>
                  <a:cubicBezTo>
                    <a:pt x="32" y="419"/>
                    <a:pt x="32" y="418"/>
                    <a:pt x="31" y="417"/>
                  </a:cubicBezTo>
                  <a:cubicBezTo>
                    <a:pt x="30" y="415"/>
                    <a:pt x="30" y="415"/>
                    <a:pt x="30" y="412"/>
                  </a:cubicBezTo>
                  <a:cubicBezTo>
                    <a:pt x="30" y="412"/>
                    <a:pt x="30" y="412"/>
                    <a:pt x="29" y="412"/>
                  </a:cubicBezTo>
                  <a:cubicBezTo>
                    <a:pt x="29" y="412"/>
                    <a:pt x="28" y="413"/>
                    <a:pt x="28" y="413"/>
                  </a:cubicBezTo>
                  <a:cubicBezTo>
                    <a:pt x="27" y="412"/>
                    <a:pt x="27" y="412"/>
                    <a:pt x="26" y="408"/>
                  </a:cubicBezTo>
                  <a:cubicBezTo>
                    <a:pt x="26" y="408"/>
                    <a:pt x="27" y="407"/>
                    <a:pt x="27" y="407"/>
                  </a:cubicBezTo>
                  <a:cubicBezTo>
                    <a:pt x="26" y="406"/>
                    <a:pt x="26" y="405"/>
                    <a:pt x="25" y="404"/>
                  </a:cubicBezTo>
                  <a:cubicBezTo>
                    <a:pt x="24" y="406"/>
                    <a:pt x="24" y="406"/>
                    <a:pt x="24" y="406"/>
                  </a:cubicBezTo>
                  <a:cubicBezTo>
                    <a:pt x="24" y="406"/>
                    <a:pt x="24" y="406"/>
                    <a:pt x="24" y="406"/>
                  </a:cubicBezTo>
                  <a:cubicBezTo>
                    <a:pt x="23" y="405"/>
                    <a:pt x="22" y="405"/>
                    <a:pt x="22" y="405"/>
                  </a:cubicBezTo>
                  <a:cubicBezTo>
                    <a:pt x="22" y="406"/>
                    <a:pt x="22" y="407"/>
                    <a:pt x="22" y="409"/>
                  </a:cubicBezTo>
                  <a:cubicBezTo>
                    <a:pt x="21" y="409"/>
                    <a:pt x="21" y="409"/>
                    <a:pt x="21" y="410"/>
                  </a:cubicBezTo>
                  <a:cubicBezTo>
                    <a:pt x="20" y="406"/>
                    <a:pt x="20" y="406"/>
                    <a:pt x="18" y="405"/>
                  </a:cubicBezTo>
                  <a:cubicBezTo>
                    <a:pt x="18" y="405"/>
                    <a:pt x="17" y="405"/>
                    <a:pt x="16" y="405"/>
                  </a:cubicBezTo>
                  <a:cubicBezTo>
                    <a:pt x="16" y="404"/>
                    <a:pt x="15" y="404"/>
                    <a:pt x="15" y="403"/>
                  </a:cubicBezTo>
                  <a:cubicBezTo>
                    <a:pt x="15" y="402"/>
                    <a:pt x="15" y="401"/>
                    <a:pt x="14" y="399"/>
                  </a:cubicBezTo>
                  <a:cubicBezTo>
                    <a:pt x="13" y="398"/>
                    <a:pt x="12" y="397"/>
                    <a:pt x="12" y="396"/>
                  </a:cubicBezTo>
                  <a:cubicBezTo>
                    <a:pt x="12" y="396"/>
                    <a:pt x="12" y="409"/>
                    <a:pt x="11" y="413"/>
                  </a:cubicBezTo>
                  <a:cubicBezTo>
                    <a:pt x="9" y="402"/>
                    <a:pt x="10" y="396"/>
                    <a:pt x="10" y="393"/>
                  </a:cubicBezTo>
                  <a:cubicBezTo>
                    <a:pt x="10" y="392"/>
                    <a:pt x="10" y="392"/>
                    <a:pt x="10" y="392"/>
                  </a:cubicBezTo>
                  <a:cubicBezTo>
                    <a:pt x="10" y="392"/>
                    <a:pt x="10" y="392"/>
                    <a:pt x="9" y="392"/>
                  </a:cubicBezTo>
                  <a:cubicBezTo>
                    <a:pt x="9" y="394"/>
                    <a:pt x="9" y="394"/>
                    <a:pt x="9" y="397"/>
                  </a:cubicBezTo>
                  <a:cubicBezTo>
                    <a:pt x="8" y="397"/>
                    <a:pt x="8" y="397"/>
                    <a:pt x="7" y="398"/>
                  </a:cubicBezTo>
                  <a:cubicBezTo>
                    <a:pt x="7" y="399"/>
                    <a:pt x="6" y="401"/>
                    <a:pt x="6" y="401"/>
                  </a:cubicBezTo>
                  <a:cubicBezTo>
                    <a:pt x="6" y="404"/>
                    <a:pt x="6" y="406"/>
                    <a:pt x="6" y="410"/>
                  </a:cubicBezTo>
                  <a:cubicBezTo>
                    <a:pt x="2" y="424"/>
                    <a:pt x="12" y="436"/>
                    <a:pt x="10" y="449"/>
                  </a:cubicBezTo>
                  <a:cubicBezTo>
                    <a:pt x="11" y="454"/>
                    <a:pt x="11" y="454"/>
                    <a:pt x="11" y="456"/>
                  </a:cubicBezTo>
                  <a:cubicBezTo>
                    <a:pt x="12" y="461"/>
                    <a:pt x="12" y="461"/>
                    <a:pt x="13" y="465"/>
                  </a:cubicBezTo>
                  <a:cubicBezTo>
                    <a:pt x="13" y="465"/>
                    <a:pt x="13" y="465"/>
                    <a:pt x="13" y="466"/>
                  </a:cubicBezTo>
                  <a:cubicBezTo>
                    <a:pt x="16" y="475"/>
                    <a:pt x="16" y="475"/>
                    <a:pt x="16" y="476"/>
                  </a:cubicBezTo>
                  <a:cubicBezTo>
                    <a:pt x="17" y="477"/>
                    <a:pt x="17" y="478"/>
                    <a:pt x="17" y="479"/>
                  </a:cubicBezTo>
                  <a:cubicBezTo>
                    <a:pt x="17" y="479"/>
                    <a:pt x="18" y="484"/>
                    <a:pt x="21" y="492"/>
                  </a:cubicBezTo>
                  <a:cubicBezTo>
                    <a:pt x="21" y="493"/>
                    <a:pt x="21" y="493"/>
                    <a:pt x="22" y="494"/>
                  </a:cubicBezTo>
                  <a:cubicBezTo>
                    <a:pt x="25" y="502"/>
                    <a:pt x="28" y="509"/>
                    <a:pt x="32" y="517"/>
                  </a:cubicBezTo>
                  <a:cubicBezTo>
                    <a:pt x="32" y="518"/>
                    <a:pt x="32" y="519"/>
                    <a:pt x="33" y="520"/>
                  </a:cubicBezTo>
                  <a:cubicBezTo>
                    <a:pt x="38" y="531"/>
                    <a:pt x="50" y="555"/>
                    <a:pt x="61" y="564"/>
                  </a:cubicBezTo>
                  <a:cubicBezTo>
                    <a:pt x="64" y="567"/>
                    <a:pt x="66" y="571"/>
                    <a:pt x="68" y="575"/>
                  </a:cubicBezTo>
                  <a:cubicBezTo>
                    <a:pt x="69" y="576"/>
                    <a:pt x="70" y="577"/>
                    <a:pt x="70" y="578"/>
                  </a:cubicBezTo>
                  <a:cubicBezTo>
                    <a:pt x="70" y="579"/>
                    <a:pt x="70" y="579"/>
                    <a:pt x="70" y="579"/>
                  </a:cubicBezTo>
                  <a:cubicBezTo>
                    <a:pt x="71" y="579"/>
                    <a:pt x="71" y="579"/>
                    <a:pt x="72" y="580"/>
                  </a:cubicBezTo>
                  <a:cubicBezTo>
                    <a:pt x="72" y="581"/>
                    <a:pt x="72" y="581"/>
                    <a:pt x="73" y="582"/>
                  </a:cubicBezTo>
                  <a:cubicBezTo>
                    <a:pt x="73" y="582"/>
                    <a:pt x="73" y="582"/>
                    <a:pt x="73" y="583"/>
                  </a:cubicBezTo>
                  <a:cubicBezTo>
                    <a:pt x="75" y="586"/>
                    <a:pt x="75" y="586"/>
                    <a:pt x="76" y="587"/>
                  </a:cubicBezTo>
                  <a:cubicBezTo>
                    <a:pt x="76" y="587"/>
                    <a:pt x="76" y="587"/>
                    <a:pt x="76" y="587"/>
                  </a:cubicBezTo>
                  <a:cubicBezTo>
                    <a:pt x="77" y="588"/>
                    <a:pt x="77" y="588"/>
                    <a:pt x="78" y="590"/>
                  </a:cubicBezTo>
                  <a:cubicBezTo>
                    <a:pt x="78" y="590"/>
                    <a:pt x="79" y="591"/>
                    <a:pt x="79" y="591"/>
                  </a:cubicBezTo>
                  <a:cubicBezTo>
                    <a:pt x="79" y="592"/>
                    <a:pt x="79" y="592"/>
                    <a:pt x="79" y="592"/>
                  </a:cubicBezTo>
                  <a:cubicBezTo>
                    <a:pt x="79" y="592"/>
                    <a:pt x="80" y="592"/>
                    <a:pt x="80" y="592"/>
                  </a:cubicBezTo>
                  <a:cubicBezTo>
                    <a:pt x="81" y="594"/>
                    <a:pt x="81" y="595"/>
                    <a:pt x="83" y="597"/>
                  </a:cubicBezTo>
                  <a:cubicBezTo>
                    <a:pt x="83" y="597"/>
                    <a:pt x="84" y="598"/>
                    <a:pt x="84" y="598"/>
                  </a:cubicBezTo>
                  <a:cubicBezTo>
                    <a:pt x="84" y="598"/>
                    <a:pt x="84" y="599"/>
                    <a:pt x="85" y="599"/>
                  </a:cubicBezTo>
                  <a:cubicBezTo>
                    <a:pt x="87" y="602"/>
                    <a:pt x="89" y="606"/>
                    <a:pt x="92" y="609"/>
                  </a:cubicBezTo>
                  <a:cubicBezTo>
                    <a:pt x="92" y="609"/>
                    <a:pt x="100" y="619"/>
                    <a:pt x="102" y="622"/>
                  </a:cubicBezTo>
                  <a:cubicBezTo>
                    <a:pt x="103" y="622"/>
                    <a:pt x="103" y="623"/>
                    <a:pt x="103" y="623"/>
                  </a:cubicBezTo>
                  <a:cubicBezTo>
                    <a:pt x="110" y="630"/>
                    <a:pt x="117" y="637"/>
                    <a:pt x="123" y="644"/>
                  </a:cubicBezTo>
                  <a:cubicBezTo>
                    <a:pt x="124" y="645"/>
                    <a:pt x="124" y="645"/>
                    <a:pt x="126" y="647"/>
                  </a:cubicBezTo>
                  <a:cubicBezTo>
                    <a:pt x="126" y="647"/>
                    <a:pt x="127" y="648"/>
                    <a:pt x="127" y="648"/>
                  </a:cubicBezTo>
                  <a:cubicBezTo>
                    <a:pt x="148" y="666"/>
                    <a:pt x="148" y="666"/>
                    <a:pt x="152" y="669"/>
                  </a:cubicBezTo>
                  <a:cubicBezTo>
                    <a:pt x="156" y="672"/>
                    <a:pt x="160" y="675"/>
                    <a:pt x="165" y="678"/>
                  </a:cubicBezTo>
                  <a:cubicBezTo>
                    <a:pt x="165" y="678"/>
                    <a:pt x="165" y="678"/>
                    <a:pt x="165" y="678"/>
                  </a:cubicBezTo>
                  <a:cubicBezTo>
                    <a:pt x="156" y="672"/>
                    <a:pt x="156" y="672"/>
                    <a:pt x="156" y="672"/>
                  </a:cubicBezTo>
                  <a:cubicBezTo>
                    <a:pt x="157" y="672"/>
                    <a:pt x="157" y="672"/>
                    <a:pt x="157" y="672"/>
                  </a:cubicBezTo>
                  <a:cubicBezTo>
                    <a:pt x="158" y="673"/>
                    <a:pt x="159" y="674"/>
                    <a:pt x="161" y="675"/>
                  </a:cubicBezTo>
                  <a:cubicBezTo>
                    <a:pt x="161" y="675"/>
                    <a:pt x="161" y="676"/>
                    <a:pt x="162" y="676"/>
                  </a:cubicBezTo>
                  <a:cubicBezTo>
                    <a:pt x="163" y="677"/>
                    <a:pt x="165" y="678"/>
                    <a:pt x="167" y="680"/>
                  </a:cubicBezTo>
                  <a:cubicBezTo>
                    <a:pt x="169" y="681"/>
                    <a:pt x="169" y="681"/>
                    <a:pt x="178" y="687"/>
                  </a:cubicBezTo>
                  <a:cubicBezTo>
                    <a:pt x="177" y="686"/>
                    <a:pt x="175" y="685"/>
                    <a:pt x="174" y="685"/>
                  </a:cubicBezTo>
                  <a:cubicBezTo>
                    <a:pt x="174" y="684"/>
                    <a:pt x="174" y="684"/>
                    <a:pt x="173" y="684"/>
                  </a:cubicBezTo>
                  <a:cubicBezTo>
                    <a:pt x="172" y="683"/>
                    <a:pt x="172" y="683"/>
                    <a:pt x="171" y="683"/>
                  </a:cubicBezTo>
                  <a:cubicBezTo>
                    <a:pt x="172" y="683"/>
                    <a:pt x="172" y="683"/>
                    <a:pt x="172" y="683"/>
                  </a:cubicBezTo>
                  <a:cubicBezTo>
                    <a:pt x="173" y="684"/>
                    <a:pt x="174" y="684"/>
                    <a:pt x="175" y="685"/>
                  </a:cubicBezTo>
                  <a:cubicBezTo>
                    <a:pt x="177" y="686"/>
                    <a:pt x="180" y="688"/>
                    <a:pt x="182" y="689"/>
                  </a:cubicBezTo>
                  <a:cubicBezTo>
                    <a:pt x="181" y="689"/>
                    <a:pt x="179" y="688"/>
                    <a:pt x="178" y="687"/>
                  </a:cubicBezTo>
                  <a:cubicBezTo>
                    <a:pt x="179" y="688"/>
                    <a:pt x="180" y="688"/>
                    <a:pt x="181" y="689"/>
                  </a:cubicBezTo>
                  <a:cubicBezTo>
                    <a:pt x="186" y="692"/>
                    <a:pt x="191" y="695"/>
                    <a:pt x="196" y="698"/>
                  </a:cubicBezTo>
                  <a:cubicBezTo>
                    <a:pt x="197" y="698"/>
                    <a:pt x="197" y="698"/>
                    <a:pt x="198" y="699"/>
                  </a:cubicBezTo>
                  <a:cubicBezTo>
                    <a:pt x="199" y="700"/>
                    <a:pt x="201" y="700"/>
                    <a:pt x="202" y="701"/>
                  </a:cubicBezTo>
                  <a:cubicBezTo>
                    <a:pt x="203" y="701"/>
                    <a:pt x="203" y="701"/>
                    <a:pt x="203" y="702"/>
                  </a:cubicBezTo>
                  <a:cubicBezTo>
                    <a:pt x="207" y="703"/>
                    <a:pt x="210" y="705"/>
                    <a:pt x="213" y="706"/>
                  </a:cubicBezTo>
                  <a:cubicBezTo>
                    <a:pt x="214" y="707"/>
                    <a:pt x="214" y="707"/>
                    <a:pt x="214" y="707"/>
                  </a:cubicBezTo>
                  <a:cubicBezTo>
                    <a:pt x="215" y="707"/>
                    <a:pt x="215" y="707"/>
                    <a:pt x="215" y="707"/>
                  </a:cubicBezTo>
                  <a:cubicBezTo>
                    <a:pt x="215" y="708"/>
                    <a:pt x="215" y="708"/>
                    <a:pt x="215" y="708"/>
                  </a:cubicBezTo>
                  <a:cubicBezTo>
                    <a:pt x="219" y="709"/>
                    <a:pt x="219" y="709"/>
                    <a:pt x="220" y="710"/>
                  </a:cubicBezTo>
                  <a:cubicBezTo>
                    <a:pt x="221" y="710"/>
                    <a:pt x="221" y="710"/>
                    <a:pt x="221" y="710"/>
                  </a:cubicBezTo>
                  <a:cubicBezTo>
                    <a:pt x="228" y="713"/>
                    <a:pt x="237" y="717"/>
                    <a:pt x="237" y="717"/>
                  </a:cubicBezTo>
                  <a:cubicBezTo>
                    <a:pt x="237" y="717"/>
                    <a:pt x="238" y="717"/>
                    <a:pt x="238" y="717"/>
                  </a:cubicBezTo>
                  <a:cubicBezTo>
                    <a:pt x="240" y="718"/>
                    <a:pt x="240" y="718"/>
                    <a:pt x="243" y="719"/>
                  </a:cubicBezTo>
                  <a:cubicBezTo>
                    <a:pt x="243" y="719"/>
                    <a:pt x="243" y="719"/>
                    <a:pt x="245" y="719"/>
                  </a:cubicBezTo>
                  <a:cubicBezTo>
                    <a:pt x="245" y="719"/>
                    <a:pt x="245" y="719"/>
                    <a:pt x="245" y="719"/>
                  </a:cubicBezTo>
                  <a:cubicBezTo>
                    <a:pt x="241" y="717"/>
                    <a:pt x="241" y="717"/>
                    <a:pt x="239" y="717"/>
                  </a:cubicBezTo>
                  <a:cubicBezTo>
                    <a:pt x="238" y="717"/>
                    <a:pt x="238" y="716"/>
                    <a:pt x="236" y="716"/>
                  </a:cubicBezTo>
                  <a:cubicBezTo>
                    <a:pt x="236" y="716"/>
                    <a:pt x="230" y="713"/>
                    <a:pt x="227" y="712"/>
                  </a:cubicBezTo>
                  <a:cubicBezTo>
                    <a:pt x="226" y="712"/>
                    <a:pt x="226" y="712"/>
                    <a:pt x="225" y="711"/>
                  </a:cubicBezTo>
                  <a:cubicBezTo>
                    <a:pt x="218" y="708"/>
                    <a:pt x="218" y="708"/>
                    <a:pt x="217" y="707"/>
                  </a:cubicBezTo>
                  <a:cubicBezTo>
                    <a:pt x="217" y="707"/>
                    <a:pt x="216" y="707"/>
                    <a:pt x="215" y="706"/>
                  </a:cubicBezTo>
                  <a:cubicBezTo>
                    <a:pt x="214" y="706"/>
                    <a:pt x="212" y="705"/>
                    <a:pt x="210" y="704"/>
                  </a:cubicBezTo>
                  <a:cubicBezTo>
                    <a:pt x="210" y="704"/>
                    <a:pt x="209" y="704"/>
                    <a:pt x="209" y="703"/>
                  </a:cubicBezTo>
                  <a:cubicBezTo>
                    <a:pt x="209" y="703"/>
                    <a:pt x="209" y="704"/>
                    <a:pt x="208" y="703"/>
                  </a:cubicBezTo>
                  <a:cubicBezTo>
                    <a:pt x="203" y="700"/>
                    <a:pt x="196" y="695"/>
                    <a:pt x="196" y="695"/>
                  </a:cubicBezTo>
                  <a:cubicBezTo>
                    <a:pt x="195" y="695"/>
                    <a:pt x="194" y="694"/>
                    <a:pt x="194" y="694"/>
                  </a:cubicBezTo>
                  <a:cubicBezTo>
                    <a:pt x="193" y="694"/>
                    <a:pt x="193" y="694"/>
                    <a:pt x="192" y="693"/>
                  </a:cubicBezTo>
                  <a:cubicBezTo>
                    <a:pt x="190" y="692"/>
                    <a:pt x="187" y="691"/>
                    <a:pt x="184" y="689"/>
                  </a:cubicBezTo>
                  <a:cubicBezTo>
                    <a:pt x="184" y="689"/>
                    <a:pt x="184" y="689"/>
                    <a:pt x="183" y="688"/>
                  </a:cubicBezTo>
                  <a:cubicBezTo>
                    <a:pt x="182" y="688"/>
                    <a:pt x="181" y="687"/>
                    <a:pt x="180" y="686"/>
                  </a:cubicBezTo>
                  <a:cubicBezTo>
                    <a:pt x="181" y="686"/>
                    <a:pt x="181" y="686"/>
                    <a:pt x="182" y="686"/>
                  </a:cubicBezTo>
                  <a:cubicBezTo>
                    <a:pt x="180" y="685"/>
                    <a:pt x="178" y="684"/>
                    <a:pt x="176" y="682"/>
                  </a:cubicBezTo>
                  <a:cubicBezTo>
                    <a:pt x="173" y="680"/>
                    <a:pt x="171" y="678"/>
                    <a:pt x="168" y="676"/>
                  </a:cubicBezTo>
                  <a:cubicBezTo>
                    <a:pt x="168" y="675"/>
                    <a:pt x="168" y="675"/>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7" y="675"/>
                  </a:cubicBezTo>
                  <a:cubicBezTo>
                    <a:pt x="165" y="675"/>
                    <a:pt x="165" y="675"/>
                    <a:pt x="161" y="671"/>
                  </a:cubicBezTo>
                  <a:cubicBezTo>
                    <a:pt x="160" y="671"/>
                    <a:pt x="159" y="670"/>
                    <a:pt x="158" y="669"/>
                  </a:cubicBezTo>
                  <a:cubicBezTo>
                    <a:pt x="158" y="669"/>
                    <a:pt x="158" y="669"/>
                    <a:pt x="160" y="670"/>
                  </a:cubicBezTo>
                  <a:cubicBezTo>
                    <a:pt x="161" y="670"/>
                    <a:pt x="161" y="671"/>
                    <a:pt x="162" y="671"/>
                  </a:cubicBezTo>
                  <a:cubicBezTo>
                    <a:pt x="162" y="671"/>
                    <a:pt x="163" y="671"/>
                    <a:pt x="163" y="671"/>
                  </a:cubicBezTo>
                  <a:cubicBezTo>
                    <a:pt x="162" y="670"/>
                    <a:pt x="162" y="670"/>
                    <a:pt x="161" y="670"/>
                  </a:cubicBezTo>
                  <a:cubicBezTo>
                    <a:pt x="161" y="669"/>
                    <a:pt x="161" y="669"/>
                    <a:pt x="159" y="668"/>
                  </a:cubicBezTo>
                  <a:cubicBezTo>
                    <a:pt x="158" y="667"/>
                    <a:pt x="158" y="667"/>
                    <a:pt x="154" y="663"/>
                  </a:cubicBezTo>
                  <a:cubicBezTo>
                    <a:pt x="153" y="663"/>
                    <a:pt x="153" y="662"/>
                    <a:pt x="152" y="662"/>
                  </a:cubicBezTo>
                  <a:cubicBezTo>
                    <a:pt x="152" y="662"/>
                    <a:pt x="153" y="662"/>
                    <a:pt x="153" y="662"/>
                  </a:cubicBezTo>
                  <a:cubicBezTo>
                    <a:pt x="154" y="662"/>
                    <a:pt x="154" y="662"/>
                    <a:pt x="154" y="661"/>
                  </a:cubicBezTo>
                  <a:cubicBezTo>
                    <a:pt x="155" y="661"/>
                    <a:pt x="155" y="661"/>
                    <a:pt x="157" y="662"/>
                  </a:cubicBezTo>
                  <a:cubicBezTo>
                    <a:pt x="155" y="660"/>
                    <a:pt x="153" y="657"/>
                    <a:pt x="152" y="655"/>
                  </a:cubicBezTo>
                  <a:cubicBezTo>
                    <a:pt x="151" y="653"/>
                    <a:pt x="151" y="653"/>
                    <a:pt x="151" y="653"/>
                  </a:cubicBezTo>
                  <a:cubicBezTo>
                    <a:pt x="150" y="653"/>
                    <a:pt x="149" y="652"/>
                    <a:pt x="148" y="651"/>
                  </a:cubicBezTo>
                  <a:cubicBezTo>
                    <a:pt x="148" y="651"/>
                    <a:pt x="148" y="651"/>
                    <a:pt x="147" y="651"/>
                  </a:cubicBezTo>
                  <a:cubicBezTo>
                    <a:pt x="147" y="650"/>
                    <a:pt x="146" y="650"/>
                    <a:pt x="145" y="648"/>
                  </a:cubicBezTo>
                  <a:cubicBezTo>
                    <a:pt x="142" y="646"/>
                    <a:pt x="139" y="645"/>
                    <a:pt x="137" y="643"/>
                  </a:cubicBezTo>
                  <a:cubicBezTo>
                    <a:pt x="138" y="643"/>
                    <a:pt x="138" y="643"/>
                    <a:pt x="139" y="643"/>
                  </a:cubicBezTo>
                  <a:cubicBezTo>
                    <a:pt x="145" y="646"/>
                    <a:pt x="145" y="646"/>
                    <a:pt x="146" y="644"/>
                  </a:cubicBezTo>
                  <a:cubicBezTo>
                    <a:pt x="137" y="630"/>
                    <a:pt x="137" y="628"/>
                    <a:pt x="137" y="627"/>
                  </a:cubicBezTo>
                  <a:cubicBezTo>
                    <a:pt x="138" y="628"/>
                    <a:pt x="139" y="630"/>
                    <a:pt x="140" y="631"/>
                  </a:cubicBezTo>
                  <a:cubicBezTo>
                    <a:pt x="137" y="619"/>
                    <a:pt x="125" y="611"/>
                    <a:pt x="127" y="597"/>
                  </a:cubicBezTo>
                  <a:cubicBezTo>
                    <a:pt x="128" y="597"/>
                    <a:pt x="129" y="597"/>
                    <a:pt x="130" y="597"/>
                  </a:cubicBezTo>
                  <a:cubicBezTo>
                    <a:pt x="130" y="596"/>
                    <a:pt x="131" y="594"/>
                    <a:pt x="131" y="593"/>
                  </a:cubicBezTo>
                  <a:cubicBezTo>
                    <a:pt x="133" y="594"/>
                    <a:pt x="136" y="594"/>
                    <a:pt x="138" y="594"/>
                  </a:cubicBezTo>
                  <a:cubicBezTo>
                    <a:pt x="138" y="593"/>
                    <a:pt x="138" y="592"/>
                    <a:pt x="137" y="591"/>
                  </a:cubicBezTo>
                  <a:cubicBezTo>
                    <a:pt x="138" y="590"/>
                    <a:pt x="138" y="590"/>
                    <a:pt x="138" y="590"/>
                  </a:cubicBezTo>
                  <a:cubicBezTo>
                    <a:pt x="137" y="585"/>
                    <a:pt x="137" y="585"/>
                    <a:pt x="137" y="584"/>
                  </a:cubicBezTo>
                  <a:cubicBezTo>
                    <a:pt x="137" y="583"/>
                    <a:pt x="138" y="583"/>
                    <a:pt x="138" y="583"/>
                  </a:cubicBezTo>
                  <a:cubicBezTo>
                    <a:pt x="136" y="579"/>
                    <a:pt x="136" y="578"/>
                    <a:pt x="136" y="575"/>
                  </a:cubicBezTo>
                  <a:cubicBezTo>
                    <a:pt x="136" y="575"/>
                    <a:pt x="136" y="575"/>
                    <a:pt x="136" y="575"/>
                  </a:cubicBezTo>
                  <a:cubicBezTo>
                    <a:pt x="136" y="572"/>
                    <a:pt x="134" y="569"/>
                    <a:pt x="133" y="566"/>
                  </a:cubicBezTo>
                  <a:cubicBezTo>
                    <a:pt x="133" y="566"/>
                    <a:pt x="133" y="566"/>
                    <a:pt x="133" y="564"/>
                  </a:cubicBezTo>
                  <a:cubicBezTo>
                    <a:pt x="133" y="561"/>
                    <a:pt x="132" y="559"/>
                    <a:pt x="131" y="557"/>
                  </a:cubicBezTo>
                  <a:cubicBezTo>
                    <a:pt x="131" y="557"/>
                    <a:pt x="131" y="556"/>
                    <a:pt x="130" y="555"/>
                  </a:cubicBezTo>
                  <a:cubicBezTo>
                    <a:pt x="130" y="554"/>
                    <a:pt x="130" y="554"/>
                    <a:pt x="129" y="553"/>
                  </a:cubicBezTo>
                  <a:cubicBezTo>
                    <a:pt x="129" y="552"/>
                    <a:pt x="129" y="552"/>
                    <a:pt x="128" y="550"/>
                  </a:cubicBezTo>
                  <a:cubicBezTo>
                    <a:pt x="127" y="548"/>
                    <a:pt x="126" y="545"/>
                    <a:pt x="126" y="543"/>
                  </a:cubicBezTo>
                  <a:cubicBezTo>
                    <a:pt x="126" y="543"/>
                    <a:pt x="126" y="543"/>
                    <a:pt x="129" y="535"/>
                  </a:cubicBezTo>
                  <a:cubicBezTo>
                    <a:pt x="129" y="534"/>
                    <a:pt x="130" y="534"/>
                    <a:pt x="130" y="534"/>
                  </a:cubicBezTo>
                  <a:cubicBezTo>
                    <a:pt x="130" y="533"/>
                    <a:pt x="131" y="533"/>
                    <a:pt x="131" y="532"/>
                  </a:cubicBezTo>
                  <a:cubicBezTo>
                    <a:pt x="131" y="532"/>
                    <a:pt x="132" y="525"/>
                    <a:pt x="133" y="522"/>
                  </a:cubicBezTo>
                  <a:cubicBezTo>
                    <a:pt x="134" y="519"/>
                    <a:pt x="134" y="519"/>
                    <a:pt x="133" y="516"/>
                  </a:cubicBezTo>
                  <a:moveTo>
                    <a:pt x="19" y="357"/>
                  </a:moveTo>
                  <a:cubicBezTo>
                    <a:pt x="20" y="357"/>
                    <a:pt x="20" y="357"/>
                    <a:pt x="20" y="357"/>
                  </a:cubicBezTo>
                  <a:cubicBezTo>
                    <a:pt x="19" y="357"/>
                    <a:pt x="19" y="356"/>
                    <a:pt x="19" y="356"/>
                  </a:cubicBezTo>
                  <a:cubicBezTo>
                    <a:pt x="19" y="355"/>
                    <a:pt x="19" y="353"/>
                    <a:pt x="19" y="352"/>
                  </a:cubicBezTo>
                  <a:cubicBezTo>
                    <a:pt x="17" y="353"/>
                    <a:pt x="17" y="353"/>
                    <a:pt x="17" y="353"/>
                  </a:cubicBezTo>
                  <a:cubicBezTo>
                    <a:pt x="16" y="353"/>
                    <a:pt x="16" y="353"/>
                    <a:pt x="16" y="353"/>
                  </a:cubicBezTo>
                  <a:cubicBezTo>
                    <a:pt x="16" y="352"/>
                    <a:pt x="16" y="352"/>
                    <a:pt x="15" y="351"/>
                  </a:cubicBezTo>
                  <a:cubicBezTo>
                    <a:pt x="15" y="351"/>
                    <a:pt x="15" y="351"/>
                    <a:pt x="15" y="351"/>
                  </a:cubicBezTo>
                  <a:cubicBezTo>
                    <a:pt x="14" y="352"/>
                    <a:pt x="14" y="353"/>
                    <a:pt x="14" y="353"/>
                  </a:cubicBezTo>
                  <a:cubicBezTo>
                    <a:pt x="13" y="353"/>
                    <a:pt x="13" y="353"/>
                    <a:pt x="13" y="353"/>
                  </a:cubicBezTo>
                  <a:cubicBezTo>
                    <a:pt x="13" y="353"/>
                    <a:pt x="13" y="353"/>
                    <a:pt x="12" y="352"/>
                  </a:cubicBezTo>
                  <a:cubicBezTo>
                    <a:pt x="12" y="351"/>
                    <a:pt x="12" y="351"/>
                    <a:pt x="12" y="351"/>
                  </a:cubicBezTo>
                  <a:cubicBezTo>
                    <a:pt x="12" y="350"/>
                    <a:pt x="12" y="350"/>
                    <a:pt x="11" y="349"/>
                  </a:cubicBezTo>
                  <a:cubicBezTo>
                    <a:pt x="11" y="348"/>
                    <a:pt x="11" y="348"/>
                    <a:pt x="11" y="348"/>
                  </a:cubicBezTo>
                  <a:cubicBezTo>
                    <a:pt x="11" y="348"/>
                    <a:pt x="11" y="348"/>
                    <a:pt x="11" y="348"/>
                  </a:cubicBezTo>
                  <a:cubicBezTo>
                    <a:pt x="10" y="348"/>
                    <a:pt x="10" y="348"/>
                    <a:pt x="10" y="348"/>
                  </a:cubicBezTo>
                  <a:cubicBezTo>
                    <a:pt x="10" y="348"/>
                    <a:pt x="10" y="347"/>
                    <a:pt x="9" y="347"/>
                  </a:cubicBezTo>
                  <a:cubicBezTo>
                    <a:pt x="9" y="347"/>
                    <a:pt x="9" y="347"/>
                    <a:pt x="8" y="348"/>
                  </a:cubicBezTo>
                  <a:cubicBezTo>
                    <a:pt x="8" y="350"/>
                    <a:pt x="8" y="353"/>
                    <a:pt x="8" y="355"/>
                  </a:cubicBezTo>
                  <a:cubicBezTo>
                    <a:pt x="8" y="359"/>
                    <a:pt x="8" y="360"/>
                    <a:pt x="8" y="360"/>
                  </a:cubicBezTo>
                  <a:cubicBezTo>
                    <a:pt x="9" y="360"/>
                    <a:pt x="9" y="360"/>
                    <a:pt x="9" y="360"/>
                  </a:cubicBezTo>
                  <a:cubicBezTo>
                    <a:pt x="9" y="360"/>
                    <a:pt x="9" y="360"/>
                    <a:pt x="10" y="358"/>
                  </a:cubicBezTo>
                  <a:cubicBezTo>
                    <a:pt x="10" y="357"/>
                    <a:pt x="11" y="357"/>
                    <a:pt x="11" y="357"/>
                  </a:cubicBezTo>
                  <a:cubicBezTo>
                    <a:pt x="11" y="357"/>
                    <a:pt x="11" y="357"/>
                    <a:pt x="12" y="358"/>
                  </a:cubicBezTo>
                  <a:cubicBezTo>
                    <a:pt x="12" y="358"/>
                    <a:pt x="12" y="358"/>
                    <a:pt x="12" y="358"/>
                  </a:cubicBezTo>
                  <a:cubicBezTo>
                    <a:pt x="12" y="358"/>
                    <a:pt x="12" y="358"/>
                    <a:pt x="12" y="358"/>
                  </a:cubicBezTo>
                  <a:cubicBezTo>
                    <a:pt x="12" y="357"/>
                    <a:pt x="12" y="357"/>
                    <a:pt x="13" y="358"/>
                  </a:cubicBezTo>
                  <a:cubicBezTo>
                    <a:pt x="14" y="358"/>
                    <a:pt x="15" y="357"/>
                    <a:pt x="15" y="357"/>
                  </a:cubicBezTo>
                  <a:cubicBezTo>
                    <a:pt x="16" y="357"/>
                    <a:pt x="16" y="357"/>
                    <a:pt x="16" y="357"/>
                  </a:cubicBezTo>
                  <a:cubicBezTo>
                    <a:pt x="17" y="358"/>
                    <a:pt x="18" y="358"/>
                    <a:pt x="18" y="358"/>
                  </a:cubicBezTo>
                  <a:cubicBezTo>
                    <a:pt x="19" y="358"/>
                    <a:pt x="19" y="358"/>
                    <a:pt x="19" y="358"/>
                  </a:cubicBezTo>
                  <a:cubicBezTo>
                    <a:pt x="19" y="358"/>
                    <a:pt x="19" y="358"/>
                    <a:pt x="19" y="357"/>
                  </a:cubicBezTo>
                  <a:moveTo>
                    <a:pt x="4" y="358"/>
                  </a:moveTo>
                  <a:cubicBezTo>
                    <a:pt x="4" y="357"/>
                    <a:pt x="4" y="355"/>
                    <a:pt x="4" y="355"/>
                  </a:cubicBezTo>
                  <a:cubicBezTo>
                    <a:pt x="4" y="354"/>
                    <a:pt x="4" y="354"/>
                    <a:pt x="4" y="354"/>
                  </a:cubicBezTo>
                  <a:cubicBezTo>
                    <a:pt x="4" y="354"/>
                    <a:pt x="4" y="353"/>
                    <a:pt x="4" y="353"/>
                  </a:cubicBezTo>
                  <a:cubicBezTo>
                    <a:pt x="4" y="353"/>
                    <a:pt x="4" y="353"/>
                    <a:pt x="4" y="353"/>
                  </a:cubicBezTo>
                  <a:cubicBezTo>
                    <a:pt x="3" y="353"/>
                    <a:pt x="3" y="352"/>
                    <a:pt x="3" y="352"/>
                  </a:cubicBezTo>
                  <a:cubicBezTo>
                    <a:pt x="3" y="356"/>
                    <a:pt x="3" y="356"/>
                    <a:pt x="3" y="356"/>
                  </a:cubicBezTo>
                  <a:cubicBezTo>
                    <a:pt x="3" y="356"/>
                    <a:pt x="3" y="356"/>
                    <a:pt x="3" y="356"/>
                  </a:cubicBezTo>
                  <a:cubicBezTo>
                    <a:pt x="3" y="356"/>
                    <a:pt x="3" y="356"/>
                    <a:pt x="3" y="356"/>
                  </a:cubicBezTo>
                  <a:cubicBezTo>
                    <a:pt x="3" y="356"/>
                    <a:pt x="4" y="357"/>
                    <a:pt x="4" y="357"/>
                  </a:cubicBezTo>
                  <a:cubicBezTo>
                    <a:pt x="4" y="358"/>
                    <a:pt x="4" y="359"/>
                    <a:pt x="4" y="360"/>
                  </a:cubicBezTo>
                  <a:cubicBezTo>
                    <a:pt x="4" y="360"/>
                    <a:pt x="4" y="360"/>
                    <a:pt x="4" y="360"/>
                  </a:cubicBezTo>
                  <a:cubicBezTo>
                    <a:pt x="4" y="360"/>
                    <a:pt x="4" y="360"/>
                    <a:pt x="4" y="358"/>
                  </a:cubicBezTo>
                  <a:moveTo>
                    <a:pt x="4" y="343"/>
                  </a:moveTo>
                  <a:cubicBezTo>
                    <a:pt x="5" y="343"/>
                    <a:pt x="6" y="343"/>
                    <a:pt x="7" y="343"/>
                  </a:cubicBezTo>
                  <a:cubicBezTo>
                    <a:pt x="7" y="342"/>
                    <a:pt x="7" y="336"/>
                    <a:pt x="6" y="335"/>
                  </a:cubicBezTo>
                  <a:cubicBezTo>
                    <a:pt x="6" y="335"/>
                    <a:pt x="6" y="335"/>
                    <a:pt x="6" y="335"/>
                  </a:cubicBezTo>
                  <a:cubicBezTo>
                    <a:pt x="5" y="335"/>
                    <a:pt x="5" y="335"/>
                    <a:pt x="5" y="335"/>
                  </a:cubicBezTo>
                  <a:cubicBezTo>
                    <a:pt x="5" y="335"/>
                    <a:pt x="5" y="335"/>
                    <a:pt x="5" y="335"/>
                  </a:cubicBezTo>
                  <a:cubicBezTo>
                    <a:pt x="5" y="335"/>
                    <a:pt x="5" y="335"/>
                    <a:pt x="4" y="327"/>
                  </a:cubicBezTo>
                  <a:cubicBezTo>
                    <a:pt x="4" y="325"/>
                    <a:pt x="4" y="325"/>
                    <a:pt x="4" y="324"/>
                  </a:cubicBezTo>
                  <a:cubicBezTo>
                    <a:pt x="5" y="323"/>
                    <a:pt x="5" y="323"/>
                    <a:pt x="4" y="323"/>
                  </a:cubicBezTo>
                  <a:cubicBezTo>
                    <a:pt x="4" y="323"/>
                    <a:pt x="4" y="323"/>
                    <a:pt x="4" y="323"/>
                  </a:cubicBezTo>
                  <a:cubicBezTo>
                    <a:pt x="4" y="323"/>
                    <a:pt x="4" y="323"/>
                    <a:pt x="4" y="323"/>
                  </a:cubicBezTo>
                  <a:cubicBezTo>
                    <a:pt x="4" y="323"/>
                    <a:pt x="4" y="323"/>
                    <a:pt x="4" y="323"/>
                  </a:cubicBezTo>
                  <a:cubicBezTo>
                    <a:pt x="4" y="323"/>
                    <a:pt x="4" y="323"/>
                    <a:pt x="4" y="324"/>
                  </a:cubicBezTo>
                  <a:cubicBezTo>
                    <a:pt x="4" y="323"/>
                    <a:pt x="4" y="323"/>
                    <a:pt x="4" y="323"/>
                  </a:cubicBezTo>
                  <a:cubicBezTo>
                    <a:pt x="4" y="323"/>
                    <a:pt x="4" y="323"/>
                    <a:pt x="4" y="323"/>
                  </a:cubicBezTo>
                  <a:cubicBezTo>
                    <a:pt x="3" y="323"/>
                    <a:pt x="3" y="323"/>
                    <a:pt x="3" y="323"/>
                  </a:cubicBezTo>
                  <a:cubicBezTo>
                    <a:pt x="3" y="323"/>
                    <a:pt x="2" y="331"/>
                    <a:pt x="3" y="332"/>
                  </a:cubicBezTo>
                  <a:cubicBezTo>
                    <a:pt x="3" y="331"/>
                    <a:pt x="3" y="330"/>
                    <a:pt x="3" y="329"/>
                  </a:cubicBezTo>
                  <a:cubicBezTo>
                    <a:pt x="4" y="329"/>
                    <a:pt x="3" y="332"/>
                    <a:pt x="3" y="334"/>
                  </a:cubicBezTo>
                  <a:cubicBezTo>
                    <a:pt x="3" y="335"/>
                    <a:pt x="3" y="337"/>
                    <a:pt x="4" y="337"/>
                  </a:cubicBezTo>
                  <a:cubicBezTo>
                    <a:pt x="4" y="337"/>
                    <a:pt x="4" y="337"/>
                    <a:pt x="4" y="337"/>
                  </a:cubicBezTo>
                  <a:cubicBezTo>
                    <a:pt x="4" y="337"/>
                    <a:pt x="4" y="337"/>
                    <a:pt x="4" y="339"/>
                  </a:cubicBezTo>
                  <a:cubicBezTo>
                    <a:pt x="4" y="339"/>
                    <a:pt x="4" y="342"/>
                    <a:pt x="4" y="343"/>
                  </a:cubicBezTo>
                  <a:moveTo>
                    <a:pt x="287" y="80"/>
                  </a:moveTo>
                  <a:cubicBezTo>
                    <a:pt x="287" y="79"/>
                    <a:pt x="288" y="78"/>
                    <a:pt x="289" y="77"/>
                  </a:cubicBezTo>
                  <a:cubicBezTo>
                    <a:pt x="289" y="76"/>
                    <a:pt x="289" y="76"/>
                    <a:pt x="289" y="75"/>
                  </a:cubicBezTo>
                  <a:cubicBezTo>
                    <a:pt x="288" y="75"/>
                    <a:pt x="288" y="75"/>
                    <a:pt x="287" y="74"/>
                  </a:cubicBezTo>
                  <a:cubicBezTo>
                    <a:pt x="289" y="71"/>
                    <a:pt x="289" y="71"/>
                    <a:pt x="290" y="70"/>
                  </a:cubicBezTo>
                  <a:cubicBezTo>
                    <a:pt x="289" y="70"/>
                    <a:pt x="288" y="70"/>
                    <a:pt x="287" y="70"/>
                  </a:cubicBezTo>
                  <a:cubicBezTo>
                    <a:pt x="286" y="70"/>
                    <a:pt x="286" y="70"/>
                    <a:pt x="286" y="70"/>
                  </a:cubicBezTo>
                  <a:cubicBezTo>
                    <a:pt x="284" y="70"/>
                    <a:pt x="282" y="72"/>
                    <a:pt x="280" y="72"/>
                  </a:cubicBezTo>
                  <a:cubicBezTo>
                    <a:pt x="279" y="72"/>
                    <a:pt x="279" y="72"/>
                    <a:pt x="278" y="72"/>
                  </a:cubicBezTo>
                  <a:cubicBezTo>
                    <a:pt x="278" y="71"/>
                    <a:pt x="277" y="71"/>
                    <a:pt x="276" y="71"/>
                  </a:cubicBezTo>
                  <a:cubicBezTo>
                    <a:pt x="274" y="71"/>
                    <a:pt x="272" y="73"/>
                    <a:pt x="270" y="73"/>
                  </a:cubicBezTo>
                  <a:cubicBezTo>
                    <a:pt x="270" y="73"/>
                    <a:pt x="269" y="73"/>
                    <a:pt x="268" y="73"/>
                  </a:cubicBezTo>
                  <a:cubicBezTo>
                    <a:pt x="268" y="72"/>
                    <a:pt x="269" y="72"/>
                    <a:pt x="269" y="71"/>
                  </a:cubicBezTo>
                  <a:cubicBezTo>
                    <a:pt x="269" y="71"/>
                    <a:pt x="270" y="70"/>
                    <a:pt x="270" y="70"/>
                  </a:cubicBezTo>
                  <a:cubicBezTo>
                    <a:pt x="270" y="69"/>
                    <a:pt x="270" y="69"/>
                    <a:pt x="270" y="68"/>
                  </a:cubicBezTo>
                  <a:cubicBezTo>
                    <a:pt x="269" y="69"/>
                    <a:pt x="269" y="69"/>
                    <a:pt x="269" y="69"/>
                  </a:cubicBezTo>
                  <a:cubicBezTo>
                    <a:pt x="268" y="69"/>
                    <a:pt x="268" y="70"/>
                    <a:pt x="268" y="70"/>
                  </a:cubicBezTo>
                  <a:cubicBezTo>
                    <a:pt x="268" y="70"/>
                    <a:pt x="262" y="67"/>
                    <a:pt x="258" y="73"/>
                  </a:cubicBezTo>
                  <a:cubicBezTo>
                    <a:pt x="259" y="73"/>
                    <a:pt x="260" y="73"/>
                    <a:pt x="261" y="73"/>
                  </a:cubicBezTo>
                  <a:cubicBezTo>
                    <a:pt x="263" y="73"/>
                    <a:pt x="263" y="73"/>
                    <a:pt x="263" y="73"/>
                  </a:cubicBezTo>
                  <a:cubicBezTo>
                    <a:pt x="263" y="75"/>
                    <a:pt x="263" y="75"/>
                    <a:pt x="263" y="75"/>
                  </a:cubicBezTo>
                  <a:cubicBezTo>
                    <a:pt x="264" y="76"/>
                    <a:pt x="262" y="76"/>
                    <a:pt x="262" y="77"/>
                  </a:cubicBezTo>
                  <a:cubicBezTo>
                    <a:pt x="260" y="76"/>
                    <a:pt x="257" y="76"/>
                    <a:pt x="256" y="76"/>
                  </a:cubicBezTo>
                  <a:cubicBezTo>
                    <a:pt x="255" y="77"/>
                    <a:pt x="255" y="78"/>
                    <a:pt x="254" y="79"/>
                  </a:cubicBezTo>
                  <a:cubicBezTo>
                    <a:pt x="255" y="78"/>
                    <a:pt x="255" y="78"/>
                    <a:pt x="256" y="78"/>
                  </a:cubicBezTo>
                  <a:cubicBezTo>
                    <a:pt x="257" y="78"/>
                    <a:pt x="258" y="78"/>
                    <a:pt x="258" y="78"/>
                  </a:cubicBezTo>
                  <a:cubicBezTo>
                    <a:pt x="259" y="79"/>
                    <a:pt x="259" y="79"/>
                    <a:pt x="259" y="79"/>
                  </a:cubicBezTo>
                  <a:cubicBezTo>
                    <a:pt x="258" y="80"/>
                    <a:pt x="257" y="81"/>
                    <a:pt x="256" y="82"/>
                  </a:cubicBezTo>
                  <a:cubicBezTo>
                    <a:pt x="256" y="83"/>
                    <a:pt x="256" y="83"/>
                    <a:pt x="256" y="83"/>
                  </a:cubicBezTo>
                  <a:cubicBezTo>
                    <a:pt x="256" y="83"/>
                    <a:pt x="257" y="83"/>
                    <a:pt x="257" y="83"/>
                  </a:cubicBezTo>
                  <a:cubicBezTo>
                    <a:pt x="259" y="83"/>
                    <a:pt x="260" y="83"/>
                    <a:pt x="261" y="83"/>
                  </a:cubicBezTo>
                  <a:cubicBezTo>
                    <a:pt x="262" y="83"/>
                    <a:pt x="262" y="83"/>
                    <a:pt x="263" y="83"/>
                  </a:cubicBezTo>
                  <a:cubicBezTo>
                    <a:pt x="264" y="83"/>
                    <a:pt x="264" y="83"/>
                    <a:pt x="264" y="84"/>
                  </a:cubicBezTo>
                  <a:cubicBezTo>
                    <a:pt x="264" y="84"/>
                    <a:pt x="264" y="86"/>
                    <a:pt x="266" y="86"/>
                  </a:cubicBezTo>
                  <a:cubicBezTo>
                    <a:pt x="267" y="86"/>
                    <a:pt x="268" y="86"/>
                    <a:pt x="269" y="86"/>
                  </a:cubicBezTo>
                  <a:cubicBezTo>
                    <a:pt x="270" y="85"/>
                    <a:pt x="270" y="85"/>
                    <a:pt x="272" y="83"/>
                  </a:cubicBezTo>
                  <a:cubicBezTo>
                    <a:pt x="273" y="83"/>
                    <a:pt x="275" y="82"/>
                    <a:pt x="275" y="82"/>
                  </a:cubicBezTo>
                  <a:cubicBezTo>
                    <a:pt x="276" y="82"/>
                    <a:pt x="277" y="82"/>
                    <a:pt x="277" y="81"/>
                  </a:cubicBezTo>
                  <a:cubicBezTo>
                    <a:pt x="278" y="80"/>
                    <a:pt x="279" y="80"/>
                    <a:pt x="281" y="80"/>
                  </a:cubicBezTo>
                  <a:cubicBezTo>
                    <a:pt x="282" y="79"/>
                    <a:pt x="282" y="79"/>
                    <a:pt x="287" y="80"/>
                  </a:cubicBezTo>
                  <a:moveTo>
                    <a:pt x="103" y="171"/>
                  </a:moveTo>
                  <a:cubicBezTo>
                    <a:pt x="104" y="170"/>
                    <a:pt x="104" y="170"/>
                    <a:pt x="104" y="170"/>
                  </a:cubicBezTo>
                  <a:cubicBezTo>
                    <a:pt x="104" y="169"/>
                    <a:pt x="104" y="169"/>
                    <a:pt x="104" y="168"/>
                  </a:cubicBezTo>
                  <a:cubicBezTo>
                    <a:pt x="104" y="168"/>
                    <a:pt x="104" y="168"/>
                    <a:pt x="104" y="168"/>
                  </a:cubicBezTo>
                  <a:cubicBezTo>
                    <a:pt x="103" y="168"/>
                    <a:pt x="103" y="164"/>
                    <a:pt x="103" y="164"/>
                  </a:cubicBezTo>
                  <a:cubicBezTo>
                    <a:pt x="103" y="163"/>
                    <a:pt x="103" y="163"/>
                    <a:pt x="101" y="162"/>
                  </a:cubicBezTo>
                  <a:cubicBezTo>
                    <a:pt x="101" y="162"/>
                    <a:pt x="101" y="162"/>
                    <a:pt x="101" y="161"/>
                  </a:cubicBezTo>
                  <a:cubicBezTo>
                    <a:pt x="104" y="158"/>
                    <a:pt x="104" y="158"/>
                    <a:pt x="104" y="158"/>
                  </a:cubicBezTo>
                  <a:cubicBezTo>
                    <a:pt x="105" y="157"/>
                    <a:pt x="106" y="157"/>
                    <a:pt x="106" y="157"/>
                  </a:cubicBezTo>
                  <a:cubicBezTo>
                    <a:pt x="108" y="155"/>
                    <a:pt x="108" y="154"/>
                    <a:pt x="108" y="153"/>
                  </a:cubicBezTo>
                  <a:cubicBezTo>
                    <a:pt x="108" y="152"/>
                    <a:pt x="108" y="152"/>
                    <a:pt x="108" y="152"/>
                  </a:cubicBezTo>
                  <a:cubicBezTo>
                    <a:pt x="108" y="152"/>
                    <a:pt x="106" y="153"/>
                    <a:pt x="106" y="153"/>
                  </a:cubicBezTo>
                  <a:cubicBezTo>
                    <a:pt x="104" y="155"/>
                    <a:pt x="104" y="157"/>
                    <a:pt x="102" y="158"/>
                  </a:cubicBezTo>
                  <a:cubicBezTo>
                    <a:pt x="99" y="162"/>
                    <a:pt x="95" y="165"/>
                    <a:pt x="92" y="168"/>
                  </a:cubicBezTo>
                  <a:cubicBezTo>
                    <a:pt x="90" y="170"/>
                    <a:pt x="90" y="170"/>
                    <a:pt x="88" y="174"/>
                  </a:cubicBezTo>
                  <a:cubicBezTo>
                    <a:pt x="90" y="175"/>
                    <a:pt x="92" y="175"/>
                    <a:pt x="94" y="175"/>
                  </a:cubicBezTo>
                  <a:cubicBezTo>
                    <a:pt x="95" y="175"/>
                    <a:pt x="95" y="175"/>
                    <a:pt x="95" y="177"/>
                  </a:cubicBezTo>
                  <a:cubicBezTo>
                    <a:pt x="94" y="180"/>
                    <a:pt x="95" y="181"/>
                    <a:pt x="95" y="182"/>
                  </a:cubicBezTo>
                  <a:cubicBezTo>
                    <a:pt x="96" y="181"/>
                    <a:pt x="96" y="181"/>
                    <a:pt x="96" y="181"/>
                  </a:cubicBezTo>
                  <a:cubicBezTo>
                    <a:pt x="97" y="181"/>
                    <a:pt x="97" y="180"/>
                    <a:pt x="99" y="176"/>
                  </a:cubicBezTo>
                  <a:cubicBezTo>
                    <a:pt x="101" y="173"/>
                    <a:pt x="101" y="173"/>
                    <a:pt x="103" y="171"/>
                  </a:cubicBezTo>
                  <a:moveTo>
                    <a:pt x="89" y="162"/>
                  </a:moveTo>
                  <a:cubicBezTo>
                    <a:pt x="89" y="162"/>
                    <a:pt x="89" y="162"/>
                    <a:pt x="89" y="162"/>
                  </a:cubicBezTo>
                  <a:cubicBezTo>
                    <a:pt x="89" y="162"/>
                    <a:pt x="89" y="161"/>
                    <a:pt x="88" y="161"/>
                  </a:cubicBezTo>
                  <a:cubicBezTo>
                    <a:pt x="88" y="161"/>
                    <a:pt x="88" y="161"/>
                    <a:pt x="88" y="161"/>
                  </a:cubicBezTo>
                  <a:cubicBezTo>
                    <a:pt x="88" y="160"/>
                    <a:pt x="88" y="160"/>
                    <a:pt x="88" y="159"/>
                  </a:cubicBezTo>
                  <a:cubicBezTo>
                    <a:pt x="88" y="158"/>
                    <a:pt x="88" y="158"/>
                    <a:pt x="88" y="158"/>
                  </a:cubicBezTo>
                  <a:cubicBezTo>
                    <a:pt x="88" y="158"/>
                    <a:pt x="88" y="158"/>
                    <a:pt x="88" y="158"/>
                  </a:cubicBezTo>
                  <a:cubicBezTo>
                    <a:pt x="87" y="158"/>
                    <a:pt x="87" y="159"/>
                    <a:pt x="86" y="159"/>
                  </a:cubicBezTo>
                  <a:cubicBezTo>
                    <a:pt x="86" y="159"/>
                    <a:pt x="86" y="160"/>
                    <a:pt x="86" y="160"/>
                  </a:cubicBezTo>
                  <a:cubicBezTo>
                    <a:pt x="86" y="161"/>
                    <a:pt x="86" y="161"/>
                    <a:pt x="86" y="162"/>
                  </a:cubicBezTo>
                  <a:cubicBezTo>
                    <a:pt x="85" y="165"/>
                    <a:pt x="85" y="165"/>
                    <a:pt x="85" y="165"/>
                  </a:cubicBezTo>
                  <a:cubicBezTo>
                    <a:pt x="85" y="166"/>
                    <a:pt x="85" y="166"/>
                    <a:pt x="89" y="162"/>
                  </a:cubicBezTo>
                  <a:moveTo>
                    <a:pt x="363" y="4"/>
                  </a:moveTo>
                  <a:cubicBezTo>
                    <a:pt x="363" y="3"/>
                    <a:pt x="363" y="3"/>
                    <a:pt x="363" y="3"/>
                  </a:cubicBezTo>
                  <a:cubicBezTo>
                    <a:pt x="363" y="3"/>
                    <a:pt x="363"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1" y="3"/>
                  </a:cubicBezTo>
                  <a:cubicBezTo>
                    <a:pt x="361" y="3"/>
                    <a:pt x="356"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3" y="4"/>
                  </a:cubicBezTo>
                  <a:cubicBezTo>
                    <a:pt x="351" y="5"/>
                    <a:pt x="349" y="5"/>
                    <a:pt x="348" y="6"/>
                  </a:cubicBezTo>
                  <a:cubicBezTo>
                    <a:pt x="350" y="5"/>
                    <a:pt x="352" y="5"/>
                    <a:pt x="354" y="4"/>
                  </a:cubicBezTo>
                  <a:cubicBezTo>
                    <a:pt x="354" y="4"/>
                    <a:pt x="355" y="4"/>
                    <a:pt x="355" y="4"/>
                  </a:cubicBezTo>
                  <a:cubicBezTo>
                    <a:pt x="358" y="3"/>
                    <a:pt x="358" y="3"/>
                    <a:pt x="360" y="3"/>
                  </a:cubicBezTo>
                  <a:cubicBezTo>
                    <a:pt x="359" y="3"/>
                    <a:pt x="359" y="3"/>
                    <a:pt x="359" y="3"/>
                  </a:cubicBezTo>
                  <a:cubicBezTo>
                    <a:pt x="357" y="3"/>
                    <a:pt x="354" y="3"/>
                    <a:pt x="352" y="4"/>
                  </a:cubicBezTo>
                  <a:cubicBezTo>
                    <a:pt x="354" y="3"/>
                    <a:pt x="354" y="3"/>
                    <a:pt x="355" y="3"/>
                  </a:cubicBezTo>
                  <a:cubicBezTo>
                    <a:pt x="355" y="3"/>
                    <a:pt x="355" y="3"/>
                    <a:pt x="356" y="3"/>
                  </a:cubicBezTo>
                  <a:cubicBezTo>
                    <a:pt x="357" y="3"/>
                    <a:pt x="357" y="3"/>
                    <a:pt x="357" y="3"/>
                  </a:cubicBezTo>
                  <a:cubicBezTo>
                    <a:pt x="357" y="3"/>
                    <a:pt x="357" y="3"/>
                    <a:pt x="357" y="3"/>
                  </a:cubicBezTo>
                  <a:cubicBezTo>
                    <a:pt x="357" y="3"/>
                    <a:pt x="356" y="3"/>
                    <a:pt x="356" y="3"/>
                  </a:cubicBezTo>
                  <a:cubicBezTo>
                    <a:pt x="355" y="3"/>
                    <a:pt x="355" y="3"/>
                    <a:pt x="354" y="3"/>
                  </a:cubicBezTo>
                  <a:cubicBezTo>
                    <a:pt x="354" y="3"/>
                    <a:pt x="353"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0" y="3"/>
                    <a:pt x="350" y="3"/>
                  </a:cubicBezTo>
                  <a:cubicBezTo>
                    <a:pt x="351" y="3"/>
                    <a:pt x="353" y="2"/>
                    <a:pt x="355" y="2"/>
                  </a:cubicBezTo>
                  <a:cubicBezTo>
                    <a:pt x="356" y="2"/>
                    <a:pt x="356" y="2"/>
                    <a:pt x="358" y="2"/>
                  </a:cubicBezTo>
                  <a:cubicBezTo>
                    <a:pt x="359" y="2"/>
                    <a:pt x="359" y="2"/>
                    <a:pt x="359" y="2"/>
                  </a:cubicBezTo>
                  <a:cubicBezTo>
                    <a:pt x="359" y="2"/>
                    <a:pt x="360" y="2"/>
                    <a:pt x="361" y="2"/>
                  </a:cubicBezTo>
                  <a:cubicBezTo>
                    <a:pt x="362" y="2"/>
                    <a:pt x="362" y="2"/>
                    <a:pt x="364" y="2"/>
                  </a:cubicBezTo>
                  <a:cubicBezTo>
                    <a:pt x="364" y="2"/>
                    <a:pt x="365" y="2"/>
                    <a:pt x="365" y="1"/>
                  </a:cubicBezTo>
                  <a:cubicBezTo>
                    <a:pt x="365" y="1"/>
                    <a:pt x="365" y="1"/>
                    <a:pt x="365" y="1"/>
                  </a:cubicBezTo>
                  <a:cubicBezTo>
                    <a:pt x="365" y="1"/>
                    <a:pt x="365" y="1"/>
                    <a:pt x="365" y="1"/>
                  </a:cubicBezTo>
                  <a:cubicBezTo>
                    <a:pt x="366" y="1"/>
                    <a:pt x="366" y="1"/>
                    <a:pt x="366" y="1"/>
                  </a:cubicBezTo>
                  <a:cubicBezTo>
                    <a:pt x="366" y="1"/>
                    <a:pt x="366" y="1"/>
                    <a:pt x="366" y="1"/>
                  </a:cubicBezTo>
                  <a:cubicBezTo>
                    <a:pt x="366" y="1"/>
                    <a:pt x="365" y="1"/>
                    <a:pt x="366" y="1"/>
                  </a:cubicBezTo>
                  <a:cubicBezTo>
                    <a:pt x="366" y="1"/>
                    <a:pt x="366" y="1"/>
                    <a:pt x="366" y="1"/>
                  </a:cubicBezTo>
                  <a:cubicBezTo>
                    <a:pt x="365" y="1"/>
                    <a:pt x="365" y="1"/>
                    <a:pt x="365" y="1"/>
                  </a:cubicBezTo>
                  <a:cubicBezTo>
                    <a:pt x="365" y="1"/>
                    <a:pt x="365" y="1"/>
                    <a:pt x="365" y="1"/>
                  </a:cubicBezTo>
                  <a:cubicBezTo>
                    <a:pt x="365" y="1"/>
                    <a:pt x="365" y="1"/>
                    <a:pt x="365" y="1"/>
                  </a:cubicBezTo>
                  <a:cubicBezTo>
                    <a:pt x="364" y="1"/>
                    <a:pt x="364" y="1"/>
                    <a:pt x="364" y="1"/>
                  </a:cubicBezTo>
                  <a:cubicBezTo>
                    <a:pt x="363" y="1"/>
                    <a:pt x="363" y="1"/>
                    <a:pt x="363" y="1"/>
                  </a:cubicBezTo>
                  <a:cubicBezTo>
                    <a:pt x="364" y="1"/>
                    <a:pt x="364" y="1"/>
                    <a:pt x="364" y="1"/>
                  </a:cubicBezTo>
                  <a:cubicBezTo>
                    <a:pt x="364" y="1"/>
                    <a:pt x="364" y="1"/>
                    <a:pt x="365" y="1"/>
                  </a:cubicBezTo>
                  <a:cubicBezTo>
                    <a:pt x="365" y="1"/>
                    <a:pt x="366" y="1"/>
                    <a:pt x="366" y="1"/>
                  </a:cubicBezTo>
                  <a:cubicBezTo>
                    <a:pt x="367" y="1"/>
                    <a:pt x="367" y="1"/>
                    <a:pt x="368" y="1"/>
                  </a:cubicBezTo>
                  <a:cubicBezTo>
                    <a:pt x="369" y="1"/>
                    <a:pt x="370" y="0"/>
                    <a:pt x="370" y="0"/>
                  </a:cubicBezTo>
                  <a:cubicBezTo>
                    <a:pt x="370" y="0"/>
                    <a:pt x="370" y="0"/>
                    <a:pt x="370" y="0"/>
                  </a:cubicBezTo>
                  <a:cubicBezTo>
                    <a:pt x="370" y="0"/>
                    <a:pt x="370" y="0"/>
                    <a:pt x="370" y="0"/>
                  </a:cubicBezTo>
                  <a:cubicBezTo>
                    <a:pt x="370" y="0"/>
                    <a:pt x="370" y="0"/>
                    <a:pt x="369" y="0"/>
                  </a:cubicBezTo>
                  <a:cubicBezTo>
                    <a:pt x="369" y="0"/>
                    <a:pt x="368" y="0"/>
                    <a:pt x="367" y="0"/>
                  </a:cubicBezTo>
                  <a:cubicBezTo>
                    <a:pt x="367" y="0"/>
                    <a:pt x="367" y="0"/>
                    <a:pt x="367" y="0"/>
                  </a:cubicBezTo>
                  <a:cubicBezTo>
                    <a:pt x="367" y="0"/>
                    <a:pt x="367" y="0"/>
                    <a:pt x="367" y="0"/>
                  </a:cubicBezTo>
                  <a:cubicBezTo>
                    <a:pt x="365" y="0"/>
                    <a:pt x="363" y="1"/>
                    <a:pt x="362" y="1"/>
                  </a:cubicBezTo>
                  <a:cubicBezTo>
                    <a:pt x="361" y="1"/>
                    <a:pt x="361" y="1"/>
                    <a:pt x="362" y="0"/>
                  </a:cubicBezTo>
                  <a:cubicBezTo>
                    <a:pt x="362" y="0"/>
                    <a:pt x="363" y="0"/>
                    <a:pt x="363" y="0"/>
                  </a:cubicBezTo>
                  <a:cubicBezTo>
                    <a:pt x="363" y="0"/>
                    <a:pt x="362" y="0"/>
                    <a:pt x="361" y="0"/>
                  </a:cubicBezTo>
                  <a:cubicBezTo>
                    <a:pt x="361" y="0"/>
                    <a:pt x="361" y="0"/>
                    <a:pt x="361" y="0"/>
                  </a:cubicBezTo>
                  <a:cubicBezTo>
                    <a:pt x="360" y="0"/>
                    <a:pt x="360" y="0"/>
                    <a:pt x="360" y="0"/>
                  </a:cubicBezTo>
                  <a:cubicBezTo>
                    <a:pt x="360" y="0"/>
                    <a:pt x="360" y="0"/>
                    <a:pt x="360" y="0"/>
                  </a:cubicBezTo>
                  <a:cubicBezTo>
                    <a:pt x="359" y="0"/>
                    <a:pt x="359" y="1"/>
                    <a:pt x="358" y="1"/>
                  </a:cubicBezTo>
                  <a:cubicBezTo>
                    <a:pt x="357" y="1"/>
                    <a:pt x="357" y="1"/>
                    <a:pt x="357" y="1"/>
                  </a:cubicBezTo>
                  <a:cubicBezTo>
                    <a:pt x="357" y="1"/>
                    <a:pt x="357" y="1"/>
                    <a:pt x="357" y="1"/>
                  </a:cubicBezTo>
                  <a:cubicBezTo>
                    <a:pt x="357" y="1"/>
                    <a:pt x="357" y="1"/>
                    <a:pt x="357" y="1"/>
                  </a:cubicBezTo>
                  <a:cubicBezTo>
                    <a:pt x="356" y="1"/>
                    <a:pt x="356" y="1"/>
                    <a:pt x="356" y="1"/>
                  </a:cubicBezTo>
                  <a:cubicBezTo>
                    <a:pt x="356" y="1"/>
                    <a:pt x="356" y="1"/>
                    <a:pt x="356" y="1"/>
                  </a:cubicBezTo>
                  <a:cubicBezTo>
                    <a:pt x="355" y="1"/>
                    <a:pt x="354" y="1"/>
                    <a:pt x="353" y="1"/>
                  </a:cubicBezTo>
                  <a:cubicBezTo>
                    <a:pt x="353" y="1"/>
                    <a:pt x="353" y="1"/>
                    <a:pt x="353" y="1"/>
                  </a:cubicBezTo>
                  <a:cubicBezTo>
                    <a:pt x="354" y="1"/>
                    <a:pt x="354" y="1"/>
                    <a:pt x="354" y="1"/>
                  </a:cubicBezTo>
                  <a:cubicBezTo>
                    <a:pt x="354" y="1"/>
                    <a:pt x="354" y="1"/>
                    <a:pt x="354" y="1"/>
                  </a:cubicBezTo>
                  <a:cubicBezTo>
                    <a:pt x="354" y="1"/>
                    <a:pt x="354" y="1"/>
                    <a:pt x="354" y="1"/>
                  </a:cubicBezTo>
                  <a:cubicBezTo>
                    <a:pt x="354" y="1"/>
                    <a:pt x="354" y="1"/>
                    <a:pt x="354" y="1"/>
                  </a:cubicBezTo>
                  <a:cubicBezTo>
                    <a:pt x="354" y="1"/>
                    <a:pt x="354" y="1"/>
                    <a:pt x="354" y="1"/>
                  </a:cubicBezTo>
                  <a:cubicBezTo>
                    <a:pt x="355" y="1"/>
                    <a:pt x="355" y="1"/>
                    <a:pt x="355" y="1"/>
                  </a:cubicBezTo>
                  <a:cubicBezTo>
                    <a:pt x="355" y="1"/>
                    <a:pt x="355" y="1"/>
                    <a:pt x="355" y="1"/>
                  </a:cubicBezTo>
                  <a:cubicBezTo>
                    <a:pt x="355" y="1"/>
                    <a:pt x="355" y="1"/>
                    <a:pt x="355" y="1"/>
                  </a:cubicBezTo>
                  <a:cubicBezTo>
                    <a:pt x="355" y="1"/>
                    <a:pt x="355" y="1"/>
                    <a:pt x="355" y="1"/>
                  </a:cubicBezTo>
                  <a:cubicBezTo>
                    <a:pt x="355" y="1"/>
                    <a:pt x="355" y="1"/>
                    <a:pt x="355" y="1"/>
                  </a:cubicBezTo>
                  <a:cubicBezTo>
                    <a:pt x="355" y="1"/>
                    <a:pt x="355" y="1"/>
                    <a:pt x="355" y="1"/>
                  </a:cubicBezTo>
                  <a:cubicBezTo>
                    <a:pt x="355" y="1"/>
                    <a:pt x="355" y="1"/>
                    <a:pt x="355" y="1"/>
                  </a:cubicBezTo>
                  <a:cubicBezTo>
                    <a:pt x="354" y="1"/>
                    <a:pt x="354" y="1"/>
                    <a:pt x="354" y="1"/>
                  </a:cubicBezTo>
                  <a:cubicBezTo>
                    <a:pt x="352" y="1"/>
                    <a:pt x="352" y="1"/>
                    <a:pt x="352" y="1"/>
                  </a:cubicBezTo>
                  <a:cubicBezTo>
                    <a:pt x="352" y="1"/>
                    <a:pt x="352" y="1"/>
                    <a:pt x="352" y="1"/>
                  </a:cubicBezTo>
                  <a:cubicBezTo>
                    <a:pt x="351" y="1"/>
                    <a:pt x="351" y="1"/>
                    <a:pt x="351" y="1"/>
                  </a:cubicBezTo>
                  <a:cubicBezTo>
                    <a:pt x="351" y="1"/>
                    <a:pt x="351" y="1"/>
                    <a:pt x="351" y="1"/>
                  </a:cubicBezTo>
                  <a:cubicBezTo>
                    <a:pt x="350" y="1"/>
                    <a:pt x="350" y="1"/>
                    <a:pt x="350" y="1"/>
                  </a:cubicBezTo>
                  <a:cubicBezTo>
                    <a:pt x="350" y="2"/>
                    <a:pt x="350" y="2"/>
                    <a:pt x="350" y="2"/>
                  </a:cubicBezTo>
                  <a:cubicBezTo>
                    <a:pt x="350" y="2"/>
                    <a:pt x="350" y="2"/>
                    <a:pt x="350" y="2"/>
                  </a:cubicBezTo>
                  <a:cubicBezTo>
                    <a:pt x="350" y="2"/>
                    <a:pt x="350" y="2"/>
                    <a:pt x="350" y="2"/>
                  </a:cubicBezTo>
                  <a:cubicBezTo>
                    <a:pt x="350" y="2"/>
                    <a:pt x="350" y="2"/>
                    <a:pt x="350" y="2"/>
                  </a:cubicBezTo>
                  <a:cubicBezTo>
                    <a:pt x="349" y="2"/>
                    <a:pt x="349" y="2"/>
                    <a:pt x="349" y="2"/>
                  </a:cubicBezTo>
                  <a:cubicBezTo>
                    <a:pt x="348" y="2"/>
                    <a:pt x="348" y="2"/>
                    <a:pt x="348" y="2"/>
                  </a:cubicBezTo>
                  <a:cubicBezTo>
                    <a:pt x="347" y="2"/>
                    <a:pt x="347" y="2"/>
                    <a:pt x="347" y="2"/>
                  </a:cubicBezTo>
                  <a:cubicBezTo>
                    <a:pt x="347" y="2"/>
                    <a:pt x="347" y="2"/>
                    <a:pt x="347" y="2"/>
                  </a:cubicBezTo>
                  <a:cubicBezTo>
                    <a:pt x="346" y="2"/>
                    <a:pt x="346" y="2"/>
                    <a:pt x="346" y="2"/>
                  </a:cubicBezTo>
                  <a:cubicBezTo>
                    <a:pt x="344" y="2"/>
                    <a:pt x="344" y="2"/>
                    <a:pt x="344" y="2"/>
                  </a:cubicBezTo>
                  <a:cubicBezTo>
                    <a:pt x="345" y="2"/>
                    <a:pt x="345" y="2"/>
                    <a:pt x="345" y="2"/>
                  </a:cubicBezTo>
                  <a:cubicBezTo>
                    <a:pt x="345" y="2"/>
                    <a:pt x="345" y="2"/>
                    <a:pt x="345" y="2"/>
                  </a:cubicBezTo>
                  <a:cubicBezTo>
                    <a:pt x="345" y="2"/>
                    <a:pt x="345" y="2"/>
                    <a:pt x="345" y="2"/>
                  </a:cubicBezTo>
                  <a:cubicBezTo>
                    <a:pt x="346" y="2"/>
                    <a:pt x="346" y="2"/>
                    <a:pt x="346" y="2"/>
                  </a:cubicBezTo>
                  <a:cubicBezTo>
                    <a:pt x="346" y="2"/>
                    <a:pt x="346" y="2"/>
                    <a:pt x="346" y="2"/>
                  </a:cubicBezTo>
                  <a:cubicBezTo>
                    <a:pt x="346" y="2"/>
                    <a:pt x="346" y="2"/>
                    <a:pt x="346" y="2"/>
                  </a:cubicBezTo>
                  <a:cubicBezTo>
                    <a:pt x="346" y="2"/>
                    <a:pt x="347" y="2"/>
                    <a:pt x="347" y="2"/>
                  </a:cubicBezTo>
                  <a:cubicBezTo>
                    <a:pt x="347" y="2"/>
                    <a:pt x="347" y="2"/>
                    <a:pt x="347" y="2"/>
                  </a:cubicBezTo>
                  <a:cubicBezTo>
                    <a:pt x="348" y="2"/>
                    <a:pt x="348" y="2"/>
                    <a:pt x="348" y="2"/>
                  </a:cubicBezTo>
                  <a:cubicBezTo>
                    <a:pt x="348" y="2"/>
                    <a:pt x="348" y="2"/>
                    <a:pt x="348" y="2"/>
                  </a:cubicBezTo>
                  <a:cubicBezTo>
                    <a:pt x="349" y="2"/>
                    <a:pt x="349" y="2"/>
                    <a:pt x="349" y="2"/>
                  </a:cubicBezTo>
                  <a:cubicBezTo>
                    <a:pt x="349" y="2"/>
                    <a:pt x="349" y="2"/>
                    <a:pt x="349" y="2"/>
                  </a:cubicBezTo>
                  <a:cubicBezTo>
                    <a:pt x="350" y="1"/>
                    <a:pt x="350" y="1"/>
                    <a:pt x="350" y="1"/>
                  </a:cubicBezTo>
                  <a:cubicBezTo>
                    <a:pt x="350" y="1"/>
                    <a:pt x="350" y="1"/>
                    <a:pt x="350" y="1"/>
                  </a:cubicBezTo>
                  <a:cubicBezTo>
                    <a:pt x="350" y="1"/>
                    <a:pt x="350" y="1"/>
                    <a:pt x="350" y="1"/>
                  </a:cubicBezTo>
                  <a:cubicBezTo>
                    <a:pt x="350" y="1"/>
                    <a:pt x="350" y="1"/>
                    <a:pt x="350" y="1"/>
                  </a:cubicBezTo>
                  <a:cubicBezTo>
                    <a:pt x="350" y="1"/>
                    <a:pt x="350" y="1"/>
                    <a:pt x="350" y="1"/>
                  </a:cubicBezTo>
                  <a:cubicBezTo>
                    <a:pt x="350" y="1"/>
                    <a:pt x="350" y="1"/>
                    <a:pt x="350" y="1"/>
                  </a:cubicBezTo>
                  <a:cubicBezTo>
                    <a:pt x="351" y="1"/>
                    <a:pt x="351" y="1"/>
                    <a:pt x="351" y="1"/>
                  </a:cubicBezTo>
                  <a:cubicBezTo>
                    <a:pt x="351" y="1"/>
                    <a:pt x="350" y="1"/>
                    <a:pt x="350" y="1"/>
                  </a:cubicBezTo>
                  <a:cubicBezTo>
                    <a:pt x="349" y="1"/>
                    <a:pt x="348" y="1"/>
                    <a:pt x="348" y="2"/>
                  </a:cubicBezTo>
                  <a:cubicBezTo>
                    <a:pt x="348" y="2"/>
                    <a:pt x="348" y="2"/>
                    <a:pt x="348" y="2"/>
                  </a:cubicBezTo>
                  <a:cubicBezTo>
                    <a:pt x="347" y="2"/>
                    <a:pt x="347" y="2"/>
                    <a:pt x="347" y="2"/>
                  </a:cubicBezTo>
                  <a:cubicBezTo>
                    <a:pt x="346" y="2"/>
                    <a:pt x="346" y="2"/>
                    <a:pt x="346" y="2"/>
                  </a:cubicBezTo>
                  <a:cubicBezTo>
                    <a:pt x="346" y="2"/>
                    <a:pt x="346" y="2"/>
                    <a:pt x="346" y="2"/>
                  </a:cubicBezTo>
                  <a:cubicBezTo>
                    <a:pt x="345" y="2"/>
                    <a:pt x="345" y="2"/>
                    <a:pt x="345" y="2"/>
                  </a:cubicBezTo>
                  <a:cubicBezTo>
                    <a:pt x="345" y="2"/>
                    <a:pt x="344" y="2"/>
                    <a:pt x="344" y="2"/>
                  </a:cubicBezTo>
                  <a:cubicBezTo>
                    <a:pt x="343" y="2"/>
                    <a:pt x="343" y="2"/>
                    <a:pt x="343" y="2"/>
                  </a:cubicBezTo>
                  <a:cubicBezTo>
                    <a:pt x="343" y="2"/>
                    <a:pt x="342" y="2"/>
                    <a:pt x="341" y="2"/>
                  </a:cubicBezTo>
                  <a:cubicBezTo>
                    <a:pt x="341" y="3"/>
                    <a:pt x="341" y="3"/>
                    <a:pt x="341" y="3"/>
                  </a:cubicBezTo>
                  <a:cubicBezTo>
                    <a:pt x="341" y="3"/>
                    <a:pt x="341" y="3"/>
                    <a:pt x="341" y="3"/>
                  </a:cubicBezTo>
                  <a:cubicBezTo>
                    <a:pt x="341" y="3"/>
                    <a:pt x="341" y="3"/>
                    <a:pt x="341" y="3"/>
                  </a:cubicBezTo>
                  <a:cubicBezTo>
                    <a:pt x="341" y="3"/>
                    <a:pt x="341" y="3"/>
                    <a:pt x="341" y="3"/>
                  </a:cubicBezTo>
                  <a:cubicBezTo>
                    <a:pt x="341" y="2"/>
                    <a:pt x="341" y="2"/>
                    <a:pt x="341" y="2"/>
                  </a:cubicBezTo>
                  <a:cubicBezTo>
                    <a:pt x="341" y="2"/>
                    <a:pt x="341" y="2"/>
                    <a:pt x="341" y="2"/>
                  </a:cubicBezTo>
                  <a:cubicBezTo>
                    <a:pt x="342" y="2"/>
                    <a:pt x="342" y="2"/>
                    <a:pt x="342" y="2"/>
                  </a:cubicBezTo>
                  <a:cubicBezTo>
                    <a:pt x="342" y="2"/>
                    <a:pt x="342" y="2"/>
                    <a:pt x="342" y="2"/>
                  </a:cubicBezTo>
                  <a:cubicBezTo>
                    <a:pt x="343" y="2"/>
                    <a:pt x="343" y="2"/>
                    <a:pt x="343" y="2"/>
                  </a:cubicBezTo>
                  <a:cubicBezTo>
                    <a:pt x="343" y="2"/>
                    <a:pt x="343" y="2"/>
                    <a:pt x="343" y="2"/>
                  </a:cubicBezTo>
                  <a:cubicBezTo>
                    <a:pt x="344" y="2"/>
                    <a:pt x="344" y="2"/>
                    <a:pt x="344" y="2"/>
                  </a:cubicBezTo>
                  <a:cubicBezTo>
                    <a:pt x="345" y="2"/>
                    <a:pt x="345" y="2"/>
                    <a:pt x="345" y="2"/>
                  </a:cubicBezTo>
                  <a:cubicBezTo>
                    <a:pt x="345" y="2"/>
                    <a:pt x="345" y="2"/>
                    <a:pt x="345" y="2"/>
                  </a:cubicBezTo>
                  <a:cubicBezTo>
                    <a:pt x="346" y="2"/>
                    <a:pt x="346" y="2"/>
                    <a:pt x="346" y="2"/>
                  </a:cubicBezTo>
                  <a:cubicBezTo>
                    <a:pt x="346" y="2"/>
                    <a:pt x="346" y="2"/>
                    <a:pt x="346" y="2"/>
                  </a:cubicBezTo>
                  <a:cubicBezTo>
                    <a:pt x="346" y="2"/>
                    <a:pt x="346" y="2"/>
                    <a:pt x="346" y="2"/>
                  </a:cubicBezTo>
                  <a:cubicBezTo>
                    <a:pt x="347" y="1"/>
                    <a:pt x="347" y="1"/>
                    <a:pt x="347" y="1"/>
                  </a:cubicBezTo>
                  <a:cubicBezTo>
                    <a:pt x="348" y="1"/>
                    <a:pt x="348" y="1"/>
                    <a:pt x="348" y="1"/>
                  </a:cubicBezTo>
                  <a:cubicBezTo>
                    <a:pt x="348" y="1"/>
                    <a:pt x="348" y="1"/>
                    <a:pt x="348" y="1"/>
                  </a:cubicBezTo>
                  <a:cubicBezTo>
                    <a:pt x="349" y="1"/>
                    <a:pt x="349" y="1"/>
                    <a:pt x="349" y="1"/>
                  </a:cubicBezTo>
                  <a:cubicBezTo>
                    <a:pt x="349" y="1"/>
                    <a:pt x="349" y="1"/>
                    <a:pt x="349" y="1"/>
                  </a:cubicBezTo>
                  <a:cubicBezTo>
                    <a:pt x="348" y="1"/>
                    <a:pt x="348" y="1"/>
                    <a:pt x="348" y="1"/>
                  </a:cubicBezTo>
                  <a:cubicBezTo>
                    <a:pt x="348" y="1"/>
                    <a:pt x="348" y="1"/>
                    <a:pt x="346" y="1"/>
                  </a:cubicBezTo>
                  <a:cubicBezTo>
                    <a:pt x="345" y="2"/>
                    <a:pt x="344" y="2"/>
                    <a:pt x="343" y="2"/>
                  </a:cubicBezTo>
                  <a:cubicBezTo>
                    <a:pt x="342" y="2"/>
                    <a:pt x="342" y="2"/>
                    <a:pt x="342" y="2"/>
                  </a:cubicBezTo>
                  <a:cubicBezTo>
                    <a:pt x="342" y="2"/>
                    <a:pt x="342" y="2"/>
                    <a:pt x="342" y="2"/>
                  </a:cubicBezTo>
                  <a:cubicBezTo>
                    <a:pt x="341" y="2"/>
                    <a:pt x="341" y="2"/>
                    <a:pt x="341" y="2"/>
                  </a:cubicBezTo>
                  <a:cubicBezTo>
                    <a:pt x="340" y="2"/>
                    <a:pt x="339" y="2"/>
                    <a:pt x="338" y="3"/>
                  </a:cubicBezTo>
                  <a:cubicBezTo>
                    <a:pt x="338" y="3"/>
                    <a:pt x="338" y="3"/>
                    <a:pt x="338" y="3"/>
                  </a:cubicBezTo>
                  <a:cubicBezTo>
                    <a:pt x="337" y="3"/>
                    <a:pt x="337" y="3"/>
                    <a:pt x="337" y="3"/>
                  </a:cubicBezTo>
                  <a:cubicBezTo>
                    <a:pt x="338" y="2"/>
                    <a:pt x="338" y="2"/>
                    <a:pt x="338" y="2"/>
                  </a:cubicBezTo>
                  <a:cubicBezTo>
                    <a:pt x="339" y="2"/>
                    <a:pt x="339" y="2"/>
                    <a:pt x="339" y="2"/>
                  </a:cubicBezTo>
                  <a:cubicBezTo>
                    <a:pt x="339" y="2"/>
                    <a:pt x="340" y="2"/>
                    <a:pt x="340" y="2"/>
                  </a:cubicBezTo>
                  <a:cubicBezTo>
                    <a:pt x="341" y="2"/>
                    <a:pt x="341" y="2"/>
                    <a:pt x="342" y="2"/>
                  </a:cubicBezTo>
                  <a:cubicBezTo>
                    <a:pt x="343" y="2"/>
                    <a:pt x="343" y="2"/>
                    <a:pt x="343" y="2"/>
                  </a:cubicBezTo>
                  <a:cubicBezTo>
                    <a:pt x="343" y="2"/>
                    <a:pt x="343" y="2"/>
                    <a:pt x="343" y="2"/>
                  </a:cubicBezTo>
                  <a:cubicBezTo>
                    <a:pt x="344" y="2"/>
                    <a:pt x="344" y="2"/>
                    <a:pt x="344" y="2"/>
                  </a:cubicBezTo>
                  <a:cubicBezTo>
                    <a:pt x="344" y="2"/>
                    <a:pt x="344" y="2"/>
                    <a:pt x="344" y="2"/>
                  </a:cubicBezTo>
                  <a:cubicBezTo>
                    <a:pt x="345" y="2"/>
                    <a:pt x="345" y="2"/>
                    <a:pt x="345" y="2"/>
                  </a:cubicBezTo>
                  <a:cubicBezTo>
                    <a:pt x="346" y="2"/>
                    <a:pt x="346" y="2"/>
                    <a:pt x="346" y="2"/>
                  </a:cubicBezTo>
                  <a:cubicBezTo>
                    <a:pt x="346" y="1"/>
                    <a:pt x="346" y="1"/>
                    <a:pt x="346" y="1"/>
                  </a:cubicBezTo>
                  <a:cubicBezTo>
                    <a:pt x="347" y="1"/>
                    <a:pt x="347" y="1"/>
                    <a:pt x="348" y="1"/>
                  </a:cubicBezTo>
                  <a:cubicBezTo>
                    <a:pt x="348" y="1"/>
                    <a:pt x="348" y="1"/>
                    <a:pt x="348" y="1"/>
                  </a:cubicBezTo>
                  <a:cubicBezTo>
                    <a:pt x="349" y="1"/>
                    <a:pt x="349" y="1"/>
                    <a:pt x="349" y="1"/>
                  </a:cubicBezTo>
                  <a:cubicBezTo>
                    <a:pt x="349" y="1"/>
                    <a:pt x="349" y="1"/>
                    <a:pt x="349" y="1"/>
                  </a:cubicBezTo>
                  <a:cubicBezTo>
                    <a:pt x="349" y="1"/>
                    <a:pt x="349" y="1"/>
                    <a:pt x="349" y="1"/>
                  </a:cubicBezTo>
                  <a:cubicBezTo>
                    <a:pt x="349" y="1"/>
                    <a:pt x="349" y="1"/>
                    <a:pt x="349" y="1"/>
                  </a:cubicBezTo>
                  <a:cubicBezTo>
                    <a:pt x="348" y="1"/>
                    <a:pt x="348" y="1"/>
                    <a:pt x="348" y="1"/>
                  </a:cubicBezTo>
                  <a:cubicBezTo>
                    <a:pt x="347" y="1"/>
                    <a:pt x="347" y="1"/>
                    <a:pt x="347" y="1"/>
                  </a:cubicBezTo>
                  <a:cubicBezTo>
                    <a:pt x="347" y="1"/>
                    <a:pt x="347" y="1"/>
                    <a:pt x="347" y="1"/>
                  </a:cubicBezTo>
                  <a:cubicBezTo>
                    <a:pt x="346" y="1"/>
                    <a:pt x="346" y="1"/>
                    <a:pt x="346" y="1"/>
                  </a:cubicBezTo>
                  <a:cubicBezTo>
                    <a:pt x="346" y="1"/>
                    <a:pt x="346" y="1"/>
                    <a:pt x="346" y="1"/>
                  </a:cubicBezTo>
                  <a:cubicBezTo>
                    <a:pt x="346" y="1"/>
                    <a:pt x="346" y="1"/>
                    <a:pt x="346" y="1"/>
                  </a:cubicBezTo>
                  <a:cubicBezTo>
                    <a:pt x="346" y="1"/>
                    <a:pt x="346" y="1"/>
                    <a:pt x="346" y="1"/>
                  </a:cubicBezTo>
                  <a:cubicBezTo>
                    <a:pt x="345" y="1"/>
                    <a:pt x="345" y="1"/>
                    <a:pt x="345" y="1"/>
                  </a:cubicBezTo>
                  <a:cubicBezTo>
                    <a:pt x="345" y="1"/>
                    <a:pt x="345" y="1"/>
                    <a:pt x="345" y="1"/>
                  </a:cubicBezTo>
                  <a:cubicBezTo>
                    <a:pt x="345" y="1"/>
                    <a:pt x="345" y="1"/>
                    <a:pt x="345" y="1"/>
                  </a:cubicBezTo>
                  <a:cubicBezTo>
                    <a:pt x="345" y="1"/>
                    <a:pt x="345" y="1"/>
                    <a:pt x="345" y="1"/>
                  </a:cubicBezTo>
                  <a:cubicBezTo>
                    <a:pt x="345" y="1"/>
                    <a:pt x="345" y="1"/>
                    <a:pt x="345" y="1"/>
                  </a:cubicBezTo>
                  <a:cubicBezTo>
                    <a:pt x="344" y="1"/>
                    <a:pt x="344" y="1"/>
                    <a:pt x="344" y="1"/>
                  </a:cubicBezTo>
                  <a:cubicBezTo>
                    <a:pt x="344" y="1"/>
                    <a:pt x="344" y="1"/>
                    <a:pt x="344" y="1"/>
                  </a:cubicBezTo>
                  <a:cubicBezTo>
                    <a:pt x="343" y="1"/>
                    <a:pt x="343" y="1"/>
                    <a:pt x="343" y="1"/>
                  </a:cubicBezTo>
                  <a:cubicBezTo>
                    <a:pt x="343" y="1"/>
                    <a:pt x="343" y="1"/>
                    <a:pt x="343" y="1"/>
                  </a:cubicBezTo>
                  <a:cubicBezTo>
                    <a:pt x="343" y="2"/>
                    <a:pt x="343" y="2"/>
                    <a:pt x="343" y="2"/>
                  </a:cubicBezTo>
                  <a:cubicBezTo>
                    <a:pt x="342" y="2"/>
                    <a:pt x="342" y="2"/>
                    <a:pt x="342"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0" y="2"/>
                    <a:pt x="340" y="2"/>
                    <a:pt x="340" y="2"/>
                  </a:cubicBezTo>
                  <a:cubicBezTo>
                    <a:pt x="340" y="2"/>
                    <a:pt x="340" y="2"/>
                    <a:pt x="340" y="2"/>
                  </a:cubicBezTo>
                  <a:cubicBezTo>
                    <a:pt x="339" y="2"/>
                    <a:pt x="339" y="2"/>
                    <a:pt x="339"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7" y="2"/>
                    <a:pt x="337" y="2"/>
                    <a:pt x="337" y="2"/>
                  </a:cubicBezTo>
                  <a:cubicBezTo>
                    <a:pt x="336" y="2"/>
                    <a:pt x="336" y="2"/>
                    <a:pt x="336" y="2"/>
                  </a:cubicBezTo>
                  <a:cubicBezTo>
                    <a:pt x="335" y="3"/>
                    <a:pt x="335" y="3"/>
                    <a:pt x="335" y="3"/>
                  </a:cubicBezTo>
                  <a:cubicBezTo>
                    <a:pt x="335" y="3"/>
                    <a:pt x="335" y="3"/>
                    <a:pt x="335" y="3"/>
                  </a:cubicBezTo>
                  <a:cubicBezTo>
                    <a:pt x="335" y="3"/>
                    <a:pt x="335" y="3"/>
                    <a:pt x="335" y="3"/>
                  </a:cubicBezTo>
                  <a:cubicBezTo>
                    <a:pt x="335" y="3"/>
                    <a:pt x="335" y="3"/>
                    <a:pt x="335" y="3"/>
                  </a:cubicBezTo>
                  <a:cubicBezTo>
                    <a:pt x="335" y="3"/>
                    <a:pt x="335" y="3"/>
                    <a:pt x="335" y="3"/>
                  </a:cubicBezTo>
                  <a:cubicBezTo>
                    <a:pt x="336" y="3"/>
                    <a:pt x="336" y="3"/>
                    <a:pt x="336" y="3"/>
                  </a:cubicBezTo>
                  <a:cubicBezTo>
                    <a:pt x="336" y="2"/>
                    <a:pt x="336" y="2"/>
                    <a:pt x="336" y="2"/>
                  </a:cubicBezTo>
                  <a:cubicBezTo>
                    <a:pt x="336" y="2"/>
                    <a:pt x="336" y="2"/>
                    <a:pt x="336" y="2"/>
                  </a:cubicBezTo>
                  <a:cubicBezTo>
                    <a:pt x="337" y="2"/>
                    <a:pt x="337" y="2"/>
                    <a:pt x="337" y="2"/>
                  </a:cubicBezTo>
                  <a:cubicBezTo>
                    <a:pt x="337" y="2"/>
                    <a:pt x="337" y="2"/>
                    <a:pt x="337" y="2"/>
                  </a:cubicBezTo>
                  <a:cubicBezTo>
                    <a:pt x="337" y="2"/>
                    <a:pt x="337" y="2"/>
                    <a:pt x="337" y="2"/>
                  </a:cubicBezTo>
                  <a:cubicBezTo>
                    <a:pt x="337" y="2"/>
                    <a:pt x="337" y="2"/>
                    <a:pt x="337" y="2"/>
                  </a:cubicBezTo>
                  <a:cubicBezTo>
                    <a:pt x="338" y="2"/>
                    <a:pt x="338" y="2"/>
                    <a:pt x="338" y="2"/>
                  </a:cubicBezTo>
                  <a:cubicBezTo>
                    <a:pt x="339" y="2"/>
                    <a:pt x="339" y="2"/>
                    <a:pt x="339" y="2"/>
                  </a:cubicBezTo>
                  <a:cubicBezTo>
                    <a:pt x="340" y="2"/>
                    <a:pt x="340" y="2"/>
                    <a:pt x="340" y="2"/>
                  </a:cubicBezTo>
                  <a:cubicBezTo>
                    <a:pt x="340" y="2"/>
                    <a:pt x="340" y="2"/>
                    <a:pt x="340" y="2"/>
                  </a:cubicBezTo>
                  <a:cubicBezTo>
                    <a:pt x="341" y="2"/>
                    <a:pt x="341" y="2"/>
                    <a:pt x="341" y="2"/>
                  </a:cubicBezTo>
                  <a:cubicBezTo>
                    <a:pt x="341" y="2"/>
                    <a:pt x="341" y="2"/>
                    <a:pt x="341" y="2"/>
                  </a:cubicBezTo>
                  <a:cubicBezTo>
                    <a:pt x="341" y="2"/>
                    <a:pt x="341" y="2"/>
                    <a:pt x="341" y="2"/>
                  </a:cubicBezTo>
                  <a:cubicBezTo>
                    <a:pt x="340" y="2"/>
                    <a:pt x="340" y="2"/>
                    <a:pt x="340" y="2"/>
                  </a:cubicBezTo>
                  <a:cubicBezTo>
                    <a:pt x="340" y="2"/>
                    <a:pt x="340" y="2"/>
                    <a:pt x="340" y="2"/>
                  </a:cubicBezTo>
                  <a:cubicBezTo>
                    <a:pt x="339" y="2"/>
                    <a:pt x="339" y="2"/>
                    <a:pt x="339" y="2"/>
                  </a:cubicBezTo>
                  <a:cubicBezTo>
                    <a:pt x="339" y="2"/>
                    <a:pt x="339" y="2"/>
                    <a:pt x="339" y="2"/>
                  </a:cubicBezTo>
                  <a:cubicBezTo>
                    <a:pt x="338" y="2"/>
                    <a:pt x="338" y="2"/>
                    <a:pt x="338" y="2"/>
                  </a:cubicBezTo>
                  <a:cubicBezTo>
                    <a:pt x="337" y="2"/>
                    <a:pt x="336" y="2"/>
                    <a:pt x="336" y="2"/>
                  </a:cubicBezTo>
                  <a:cubicBezTo>
                    <a:pt x="335" y="2"/>
                    <a:pt x="335" y="2"/>
                    <a:pt x="335" y="2"/>
                  </a:cubicBezTo>
                  <a:cubicBezTo>
                    <a:pt x="335" y="2"/>
                    <a:pt x="335" y="2"/>
                    <a:pt x="335" y="2"/>
                  </a:cubicBezTo>
                  <a:cubicBezTo>
                    <a:pt x="334" y="2"/>
                    <a:pt x="334" y="2"/>
                    <a:pt x="334" y="2"/>
                  </a:cubicBezTo>
                  <a:cubicBezTo>
                    <a:pt x="332" y="3"/>
                    <a:pt x="331" y="3"/>
                    <a:pt x="329" y="3"/>
                  </a:cubicBezTo>
                  <a:cubicBezTo>
                    <a:pt x="329" y="3"/>
                    <a:pt x="329" y="3"/>
                    <a:pt x="329" y="3"/>
                  </a:cubicBezTo>
                  <a:cubicBezTo>
                    <a:pt x="330" y="3"/>
                    <a:pt x="330" y="3"/>
                    <a:pt x="330" y="3"/>
                  </a:cubicBezTo>
                  <a:cubicBezTo>
                    <a:pt x="330" y="3"/>
                    <a:pt x="330" y="3"/>
                    <a:pt x="330" y="3"/>
                  </a:cubicBezTo>
                  <a:cubicBezTo>
                    <a:pt x="330" y="3"/>
                    <a:pt x="330" y="3"/>
                    <a:pt x="330" y="3"/>
                  </a:cubicBezTo>
                  <a:cubicBezTo>
                    <a:pt x="330" y="3"/>
                    <a:pt x="329" y="3"/>
                    <a:pt x="328" y="3"/>
                  </a:cubicBezTo>
                  <a:cubicBezTo>
                    <a:pt x="327" y="3"/>
                    <a:pt x="326" y="3"/>
                    <a:pt x="325" y="3"/>
                  </a:cubicBezTo>
                  <a:cubicBezTo>
                    <a:pt x="325" y="3"/>
                    <a:pt x="324" y="4"/>
                    <a:pt x="323" y="4"/>
                  </a:cubicBezTo>
                  <a:cubicBezTo>
                    <a:pt x="323" y="4"/>
                    <a:pt x="323" y="4"/>
                    <a:pt x="323" y="4"/>
                  </a:cubicBezTo>
                  <a:cubicBezTo>
                    <a:pt x="323" y="4"/>
                    <a:pt x="323" y="4"/>
                    <a:pt x="323" y="4"/>
                  </a:cubicBezTo>
                  <a:cubicBezTo>
                    <a:pt x="323" y="4"/>
                    <a:pt x="323" y="4"/>
                    <a:pt x="323" y="4"/>
                  </a:cubicBezTo>
                  <a:cubicBezTo>
                    <a:pt x="322" y="4"/>
                    <a:pt x="322" y="4"/>
                    <a:pt x="322" y="4"/>
                  </a:cubicBezTo>
                  <a:cubicBezTo>
                    <a:pt x="322" y="4"/>
                    <a:pt x="322" y="4"/>
                    <a:pt x="322" y="4"/>
                  </a:cubicBezTo>
                  <a:cubicBezTo>
                    <a:pt x="322" y="4"/>
                    <a:pt x="322" y="4"/>
                    <a:pt x="322" y="4"/>
                  </a:cubicBezTo>
                  <a:cubicBezTo>
                    <a:pt x="321" y="4"/>
                    <a:pt x="321" y="4"/>
                    <a:pt x="321" y="4"/>
                  </a:cubicBezTo>
                  <a:cubicBezTo>
                    <a:pt x="321" y="4"/>
                    <a:pt x="321" y="4"/>
                    <a:pt x="321" y="4"/>
                  </a:cubicBezTo>
                  <a:cubicBezTo>
                    <a:pt x="320" y="4"/>
                    <a:pt x="320" y="4"/>
                    <a:pt x="320" y="4"/>
                  </a:cubicBezTo>
                  <a:cubicBezTo>
                    <a:pt x="320" y="4"/>
                    <a:pt x="320" y="4"/>
                    <a:pt x="320" y="4"/>
                  </a:cubicBezTo>
                  <a:cubicBezTo>
                    <a:pt x="320" y="4"/>
                    <a:pt x="320" y="4"/>
                    <a:pt x="320" y="4"/>
                  </a:cubicBezTo>
                  <a:cubicBezTo>
                    <a:pt x="319" y="4"/>
                    <a:pt x="319" y="4"/>
                    <a:pt x="319" y="4"/>
                  </a:cubicBezTo>
                  <a:cubicBezTo>
                    <a:pt x="319" y="4"/>
                    <a:pt x="318" y="4"/>
                    <a:pt x="317" y="5"/>
                  </a:cubicBezTo>
                  <a:cubicBezTo>
                    <a:pt x="317" y="5"/>
                    <a:pt x="317" y="5"/>
                    <a:pt x="317" y="5"/>
                  </a:cubicBezTo>
                  <a:cubicBezTo>
                    <a:pt x="316" y="5"/>
                    <a:pt x="315" y="5"/>
                    <a:pt x="315" y="5"/>
                  </a:cubicBezTo>
                  <a:cubicBezTo>
                    <a:pt x="315" y="5"/>
                    <a:pt x="315" y="5"/>
                    <a:pt x="314" y="5"/>
                  </a:cubicBezTo>
                  <a:cubicBezTo>
                    <a:pt x="314" y="5"/>
                    <a:pt x="314" y="5"/>
                    <a:pt x="314" y="5"/>
                  </a:cubicBezTo>
                  <a:cubicBezTo>
                    <a:pt x="313" y="5"/>
                    <a:pt x="313" y="5"/>
                    <a:pt x="313" y="5"/>
                  </a:cubicBezTo>
                  <a:cubicBezTo>
                    <a:pt x="313" y="5"/>
                    <a:pt x="313" y="5"/>
                    <a:pt x="314" y="5"/>
                  </a:cubicBezTo>
                  <a:cubicBezTo>
                    <a:pt x="314" y="5"/>
                    <a:pt x="314" y="5"/>
                    <a:pt x="314" y="5"/>
                  </a:cubicBezTo>
                  <a:cubicBezTo>
                    <a:pt x="315" y="5"/>
                    <a:pt x="315" y="5"/>
                    <a:pt x="315" y="5"/>
                  </a:cubicBezTo>
                  <a:cubicBezTo>
                    <a:pt x="314" y="5"/>
                    <a:pt x="313" y="6"/>
                    <a:pt x="312" y="6"/>
                  </a:cubicBezTo>
                  <a:cubicBezTo>
                    <a:pt x="311" y="6"/>
                    <a:pt x="311" y="6"/>
                    <a:pt x="311" y="6"/>
                  </a:cubicBezTo>
                  <a:cubicBezTo>
                    <a:pt x="311" y="6"/>
                    <a:pt x="311" y="6"/>
                    <a:pt x="311" y="6"/>
                  </a:cubicBezTo>
                  <a:cubicBezTo>
                    <a:pt x="310" y="6"/>
                    <a:pt x="310" y="6"/>
                    <a:pt x="310" y="6"/>
                  </a:cubicBezTo>
                  <a:cubicBezTo>
                    <a:pt x="309" y="6"/>
                    <a:pt x="308" y="6"/>
                    <a:pt x="307" y="7"/>
                  </a:cubicBezTo>
                  <a:cubicBezTo>
                    <a:pt x="306" y="7"/>
                    <a:pt x="305" y="7"/>
                    <a:pt x="305" y="7"/>
                  </a:cubicBezTo>
                  <a:cubicBezTo>
                    <a:pt x="304" y="7"/>
                    <a:pt x="304" y="7"/>
                    <a:pt x="304" y="7"/>
                  </a:cubicBezTo>
                  <a:cubicBezTo>
                    <a:pt x="303" y="7"/>
                    <a:pt x="303" y="7"/>
                    <a:pt x="303" y="7"/>
                  </a:cubicBezTo>
                  <a:cubicBezTo>
                    <a:pt x="303" y="7"/>
                    <a:pt x="303" y="7"/>
                    <a:pt x="303" y="7"/>
                  </a:cubicBezTo>
                  <a:cubicBezTo>
                    <a:pt x="303" y="7"/>
                    <a:pt x="303" y="7"/>
                    <a:pt x="303" y="7"/>
                  </a:cubicBezTo>
                  <a:cubicBezTo>
                    <a:pt x="302" y="8"/>
                    <a:pt x="302" y="8"/>
                    <a:pt x="302" y="8"/>
                  </a:cubicBezTo>
                  <a:cubicBezTo>
                    <a:pt x="302" y="8"/>
                    <a:pt x="302" y="8"/>
                    <a:pt x="302" y="8"/>
                  </a:cubicBezTo>
                  <a:cubicBezTo>
                    <a:pt x="302" y="7"/>
                    <a:pt x="302" y="7"/>
                    <a:pt x="302" y="7"/>
                  </a:cubicBezTo>
                  <a:cubicBezTo>
                    <a:pt x="302" y="7"/>
                    <a:pt x="302" y="7"/>
                    <a:pt x="302" y="7"/>
                  </a:cubicBezTo>
                  <a:cubicBezTo>
                    <a:pt x="301" y="8"/>
                    <a:pt x="301" y="8"/>
                    <a:pt x="301" y="8"/>
                  </a:cubicBezTo>
                  <a:cubicBezTo>
                    <a:pt x="300" y="8"/>
                    <a:pt x="300" y="8"/>
                    <a:pt x="300" y="8"/>
                  </a:cubicBezTo>
                  <a:cubicBezTo>
                    <a:pt x="300" y="8"/>
                    <a:pt x="300" y="8"/>
                    <a:pt x="299" y="8"/>
                  </a:cubicBezTo>
                  <a:cubicBezTo>
                    <a:pt x="299" y="8"/>
                    <a:pt x="298" y="8"/>
                    <a:pt x="298" y="8"/>
                  </a:cubicBezTo>
                  <a:cubicBezTo>
                    <a:pt x="298" y="8"/>
                    <a:pt x="298" y="8"/>
                    <a:pt x="298" y="8"/>
                  </a:cubicBezTo>
                  <a:cubicBezTo>
                    <a:pt x="298" y="8"/>
                    <a:pt x="298" y="8"/>
                    <a:pt x="297" y="8"/>
                  </a:cubicBezTo>
                  <a:cubicBezTo>
                    <a:pt x="296" y="8"/>
                    <a:pt x="296" y="8"/>
                    <a:pt x="296" y="8"/>
                  </a:cubicBezTo>
                  <a:cubicBezTo>
                    <a:pt x="295" y="8"/>
                    <a:pt x="295" y="8"/>
                    <a:pt x="295" y="8"/>
                  </a:cubicBezTo>
                  <a:cubicBezTo>
                    <a:pt x="295" y="8"/>
                    <a:pt x="295" y="8"/>
                    <a:pt x="295" y="8"/>
                  </a:cubicBezTo>
                  <a:cubicBezTo>
                    <a:pt x="295" y="9"/>
                    <a:pt x="295" y="9"/>
                    <a:pt x="295" y="9"/>
                  </a:cubicBezTo>
                  <a:cubicBezTo>
                    <a:pt x="294" y="9"/>
                    <a:pt x="294" y="9"/>
                    <a:pt x="294" y="9"/>
                  </a:cubicBezTo>
                  <a:cubicBezTo>
                    <a:pt x="294" y="9"/>
                    <a:pt x="294" y="9"/>
                    <a:pt x="294" y="9"/>
                  </a:cubicBezTo>
                  <a:cubicBezTo>
                    <a:pt x="293" y="9"/>
                    <a:pt x="293" y="9"/>
                    <a:pt x="293" y="9"/>
                  </a:cubicBezTo>
                  <a:cubicBezTo>
                    <a:pt x="292" y="9"/>
                    <a:pt x="292" y="9"/>
                    <a:pt x="292" y="9"/>
                  </a:cubicBezTo>
                  <a:cubicBezTo>
                    <a:pt x="292" y="9"/>
                    <a:pt x="292" y="9"/>
                    <a:pt x="292" y="9"/>
                  </a:cubicBezTo>
                  <a:cubicBezTo>
                    <a:pt x="292" y="9"/>
                    <a:pt x="292" y="9"/>
                    <a:pt x="292" y="9"/>
                  </a:cubicBezTo>
                  <a:cubicBezTo>
                    <a:pt x="289" y="10"/>
                    <a:pt x="287" y="11"/>
                    <a:pt x="284" y="11"/>
                  </a:cubicBezTo>
                  <a:cubicBezTo>
                    <a:pt x="284" y="11"/>
                    <a:pt x="284" y="11"/>
                    <a:pt x="284" y="11"/>
                  </a:cubicBezTo>
                  <a:cubicBezTo>
                    <a:pt x="283" y="12"/>
                    <a:pt x="283" y="12"/>
                    <a:pt x="283" y="12"/>
                  </a:cubicBezTo>
                  <a:cubicBezTo>
                    <a:pt x="283" y="12"/>
                    <a:pt x="283" y="12"/>
                    <a:pt x="283" y="12"/>
                  </a:cubicBezTo>
                  <a:cubicBezTo>
                    <a:pt x="282" y="12"/>
                    <a:pt x="282" y="12"/>
                    <a:pt x="282" y="12"/>
                  </a:cubicBezTo>
                  <a:cubicBezTo>
                    <a:pt x="282" y="12"/>
                    <a:pt x="282" y="12"/>
                    <a:pt x="282" y="12"/>
                  </a:cubicBezTo>
                  <a:cubicBezTo>
                    <a:pt x="283" y="12"/>
                    <a:pt x="283" y="12"/>
                    <a:pt x="283" y="12"/>
                  </a:cubicBezTo>
                  <a:cubicBezTo>
                    <a:pt x="284" y="12"/>
                    <a:pt x="284" y="12"/>
                    <a:pt x="284" y="12"/>
                  </a:cubicBezTo>
                  <a:cubicBezTo>
                    <a:pt x="284" y="12"/>
                    <a:pt x="284" y="12"/>
                    <a:pt x="285" y="12"/>
                  </a:cubicBezTo>
                  <a:cubicBezTo>
                    <a:pt x="285" y="12"/>
                    <a:pt x="285" y="12"/>
                    <a:pt x="285" y="12"/>
                  </a:cubicBezTo>
                  <a:cubicBezTo>
                    <a:pt x="285" y="12"/>
                    <a:pt x="285" y="12"/>
                    <a:pt x="285" y="12"/>
                  </a:cubicBezTo>
                  <a:cubicBezTo>
                    <a:pt x="284" y="12"/>
                    <a:pt x="283" y="12"/>
                    <a:pt x="282" y="13"/>
                  </a:cubicBezTo>
                  <a:cubicBezTo>
                    <a:pt x="282" y="13"/>
                    <a:pt x="282" y="13"/>
                    <a:pt x="281" y="13"/>
                  </a:cubicBezTo>
                  <a:cubicBezTo>
                    <a:pt x="281" y="13"/>
                    <a:pt x="281" y="13"/>
                    <a:pt x="281" y="13"/>
                  </a:cubicBezTo>
                  <a:cubicBezTo>
                    <a:pt x="280" y="13"/>
                    <a:pt x="280" y="13"/>
                    <a:pt x="279" y="13"/>
                  </a:cubicBezTo>
                  <a:cubicBezTo>
                    <a:pt x="279" y="13"/>
                    <a:pt x="279" y="13"/>
                    <a:pt x="279" y="13"/>
                  </a:cubicBezTo>
                  <a:cubicBezTo>
                    <a:pt x="279" y="13"/>
                    <a:pt x="279" y="13"/>
                    <a:pt x="279" y="13"/>
                  </a:cubicBezTo>
                  <a:cubicBezTo>
                    <a:pt x="279" y="13"/>
                    <a:pt x="279" y="13"/>
                    <a:pt x="279" y="13"/>
                  </a:cubicBezTo>
                  <a:cubicBezTo>
                    <a:pt x="279" y="13"/>
                    <a:pt x="279" y="13"/>
                    <a:pt x="279"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79" y="13"/>
                    <a:pt x="279" y="13"/>
                    <a:pt x="279" y="13"/>
                  </a:cubicBezTo>
                  <a:cubicBezTo>
                    <a:pt x="278" y="13"/>
                    <a:pt x="278" y="13"/>
                    <a:pt x="278" y="13"/>
                  </a:cubicBezTo>
                  <a:cubicBezTo>
                    <a:pt x="278" y="13"/>
                    <a:pt x="278" y="13"/>
                    <a:pt x="278" y="13"/>
                  </a:cubicBezTo>
                  <a:cubicBezTo>
                    <a:pt x="279" y="13"/>
                    <a:pt x="279" y="13"/>
                    <a:pt x="279" y="13"/>
                  </a:cubicBezTo>
                  <a:cubicBezTo>
                    <a:pt x="279" y="13"/>
                    <a:pt x="279" y="13"/>
                    <a:pt x="279" y="13"/>
                  </a:cubicBezTo>
                  <a:cubicBezTo>
                    <a:pt x="278" y="13"/>
                    <a:pt x="278" y="13"/>
                    <a:pt x="277" y="13"/>
                  </a:cubicBezTo>
                  <a:cubicBezTo>
                    <a:pt x="277" y="13"/>
                    <a:pt x="277" y="13"/>
                    <a:pt x="277" y="13"/>
                  </a:cubicBezTo>
                  <a:cubicBezTo>
                    <a:pt x="276" y="14"/>
                    <a:pt x="275" y="14"/>
                    <a:pt x="274" y="14"/>
                  </a:cubicBezTo>
                  <a:cubicBezTo>
                    <a:pt x="274" y="14"/>
                    <a:pt x="274" y="14"/>
                    <a:pt x="274" y="14"/>
                  </a:cubicBezTo>
                  <a:cubicBezTo>
                    <a:pt x="273" y="15"/>
                    <a:pt x="273" y="15"/>
                    <a:pt x="271" y="15"/>
                  </a:cubicBezTo>
                  <a:cubicBezTo>
                    <a:pt x="271" y="16"/>
                    <a:pt x="271" y="16"/>
                    <a:pt x="271" y="16"/>
                  </a:cubicBezTo>
                  <a:cubicBezTo>
                    <a:pt x="270" y="16"/>
                    <a:pt x="270" y="16"/>
                    <a:pt x="270" y="16"/>
                  </a:cubicBezTo>
                  <a:cubicBezTo>
                    <a:pt x="270" y="16"/>
                    <a:pt x="270" y="16"/>
                    <a:pt x="270" y="16"/>
                  </a:cubicBezTo>
                  <a:cubicBezTo>
                    <a:pt x="269" y="16"/>
                    <a:pt x="269" y="16"/>
                    <a:pt x="269" y="16"/>
                  </a:cubicBezTo>
                  <a:cubicBezTo>
                    <a:pt x="269" y="16"/>
                    <a:pt x="269" y="16"/>
                    <a:pt x="269" y="16"/>
                  </a:cubicBezTo>
                  <a:cubicBezTo>
                    <a:pt x="268" y="16"/>
                    <a:pt x="268" y="16"/>
                    <a:pt x="268" y="16"/>
                  </a:cubicBezTo>
                  <a:cubicBezTo>
                    <a:pt x="268" y="17"/>
                    <a:pt x="268" y="17"/>
                    <a:pt x="268" y="17"/>
                  </a:cubicBezTo>
                  <a:cubicBezTo>
                    <a:pt x="267" y="17"/>
                    <a:pt x="267" y="17"/>
                    <a:pt x="267" y="17"/>
                  </a:cubicBezTo>
                  <a:cubicBezTo>
                    <a:pt x="267" y="17"/>
                    <a:pt x="267" y="17"/>
                    <a:pt x="267" y="17"/>
                  </a:cubicBezTo>
                  <a:cubicBezTo>
                    <a:pt x="267" y="17"/>
                    <a:pt x="267" y="17"/>
                    <a:pt x="267" y="17"/>
                  </a:cubicBezTo>
                  <a:cubicBezTo>
                    <a:pt x="266" y="17"/>
                    <a:pt x="266" y="17"/>
                    <a:pt x="266" y="17"/>
                  </a:cubicBezTo>
                  <a:cubicBezTo>
                    <a:pt x="266" y="17"/>
                    <a:pt x="266" y="17"/>
                    <a:pt x="266" y="17"/>
                  </a:cubicBezTo>
                  <a:cubicBezTo>
                    <a:pt x="266" y="17"/>
                    <a:pt x="266" y="17"/>
                    <a:pt x="266" y="17"/>
                  </a:cubicBezTo>
                  <a:cubicBezTo>
                    <a:pt x="265" y="18"/>
                    <a:pt x="265" y="18"/>
                    <a:pt x="265" y="18"/>
                  </a:cubicBezTo>
                  <a:cubicBezTo>
                    <a:pt x="265" y="18"/>
                    <a:pt x="265" y="18"/>
                    <a:pt x="265" y="18"/>
                  </a:cubicBezTo>
                  <a:cubicBezTo>
                    <a:pt x="265" y="18"/>
                    <a:pt x="265" y="18"/>
                    <a:pt x="265" y="18"/>
                  </a:cubicBezTo>
                  <a:cubicBezTo>
                    <a:pt x="265" y="18"/>
                    <a:pt x="265" y="18"/>
                    <a:pt x="265" y="18"/>
                  </a:cubicBezTo>
                  <a:cubicBezTo>
                    <a:pt x="265" y="18"/>
                    <a:pt x="265" y="18"/>
                    <a:pt x="265" y="18"/>
                  </a:cubicBezTo>
                  <a:cubicBezTo>
                    <a:pt x="266" y="18"/>
                    <a:pt x="266" y="18"/>
                    <a:pt x="266" y="18"/>
                  </a:cubicBezTo>
                  <a:cubicBezTo>
                    <a:pt x="266" y="17"/>
                    <a:pt x="267" y="17"/>
                    <a:pt x="268" y="17"/>
                  </a:cubicBezTo>
                  <a:cubicBezTo>
                    <a:pt x="268" y="17"/>
                    <a:pt x="268" y="17"/>
                    <a:pt x="268" y="17"/>
                  </a:cubicBezTo>
                  <a:cubicBezTo>
                    <a:pt x="268" y="17"/>
                    <a:pt x="268" y="17"/>
                    <a:pt x="268" y="17"/>
                  </a:cubicBezTo>
                  <a:cubicBezTo>
                    <a:pt x="268" y="17"/>
                    <a:pt x="268" y="17"/>
                    <a:pt x="268" y="17"/>
                  </a:cubicBezTo>
                  <a:cubicBezTo>
                    <a:pt x="268" y="17"/>
                    <a:pt x="268" y="17"/>
                    <a:pt x="268" y="17"/>
                  </a:cubicBezTo>
                  <a:cubicBezTo>
                    <a:pt x="268" y="17"/>
                    <a:pt x="268" y="17"/>
                    <a:pt x="268" y="17"/>
                  </a:cubicBezTo>
                  <a:cubicBezTo>
                    <a:pt x="268" y="17"/>
                    <a:pt x="268" y="17"/>
                    <a:pt x="269" y="17"/>
                  </a:cubicBezTo>
                  <a:cubicBezTo>
                    <a:pt x="269" y="17"/>
                    <a:pt x="269" y="17"/>
                    <a:pt x="269" y="17"/>
                  </a:cubicBezTo>
                  <a:cubicBezTo>
                    <a:pt x="269" y="17"/>
                    <a:pt x="269" y="17"/>
                    <a:pt x="269" y="17"/>
                  </a:cubicBezTo>
                  <a:cubicBezTo>
                    <a:pt x="269" y="17"/>
                    <a:pt x="269" y="17"/>
                    <a:pt x="269" y="17"/>
                  </a:cubicBezTo>
                  <a:cubicBezTo>
                    <a:pt x="269" y="17"/>
                    <a:pt x="269" y="17"/>
                    <a:pt x="269"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1" y="17"/>
                    <a:pt x="271" y="17"/>
                    <a:pt x="271" y="17"/>
                  </a:cubicBezTo>
                  <a:cubicBezTo>
                    <a:pt x="271" y="17"/>
                    <a:pt x="271" y="17"/>
                    <a:pt x="271" y="17"/>
                  </a:cubicBezTo>
                  <a:cubicBezTo>
                    <a:pt x="272" y="16"/>
                    <a:pt x="272" y="16"/>
                    <a:pt x="272" y="16"/>
                  </a:cubicBezTo>
                  <a:cubicBezTo>
                    <a:pt x="271" y="17"/>
                    <a:pt x="271" y="17"/>
                    <a:pt x="271" y="17"/>
                  </a:cubicBezTo>
                  <a:cubicBezTo>
                    <a:pt x="271" y="17"/>
                    <a:pt x="271" y="17"/>
                    <a:pt x="271" y="17"/>
                  </a:cubicBezTo>
                  <a:cubicBezTo>
                    <a:pt x="271" y="17"/>
                    <a:pt x="271" y="17"/>
                    <a:pt x="271" y="17"/>
                  </a:cubicBezTo>
                  <a:cubicBezTo>
                    <a:pt x="271" y="17"/>
                    <a:pt x="271" y="17"/>
                    <a:pt x="271" y="17"/>
                  </a:cubicBezTo>
                  <a:cubicBezTo>
                    <a:pt x="271" y="18"/>
                    <a:pt x="271" y="18"/>
                    <a:pt x="271" y="18"/>
                  </a:cubicBezTo>
                  <a:cubicBezTo>
                    <a:pt x="270" y="18"/>
                    <a:pt x="270" y="18"/>
                    <a:pt x="270" y="18"/>
                  </a:cubicBezTo>
                  <a:cubicBezTo>
                    <a:pt x="270" y="18"/>
                    <a:pt x="270" y="18"/>
                    <a:pt x="270" y="18"/>
                  </a:cubicBezTo>
                  <a:cubicBezTo>
                    <a:pt x="270" y="18"/>
                    <a:pt x="270" y="18"/>
                    <a:pt x="270" y="18"/>
                  </a:cubicBezTo>
                  <a:cubicBezTo>
                    <a:pt x="270" y="18"/>
                    <a:pt x="270" y="18"/>
                    <a:pt x="270" y="18"/>
                  </a:cubicBezTo>
                  <a:cubicBezTo>
                    <a:pt x="270" y="18"/>
                    <a:pt x="270" y="18"/>
                    <a:pt x="270" y="18"/>
                  </a:cubicBezTo>
                  <a:cubicBezTo>
                    <a:pt x="270" y="18"/>
                    <a:pt x="270" y="18"/>
                    <a:pt x="270" y="18"/>
                  </a:cubicBezTo>
                  <a:cubicBezTo>
                    <a:pt x="269" y="19"/>
                    <a:pt x="269" y="19"/>
                    <a:pt x="269" y="19"/>
                  </a:cubicBezTo>
                  <a:cubicBezTo>
                    <a:pt x="270" y="19"/>
                    <a:pt x="270" y="19"/>
                    <a:pt x="270" y="19"/>
                  </a:cubicBezTo>
                  <a:cubicBezTo>
                    <a:pt x="270" y="19"/>
                    <a:pt x="270" y="19"/>
                    <a:pt x="270" y="19"/>
                  </a:cubicBezTo>
                  <a:cubicBezTo>
                    <a:pt x="268" y="19"/>
                    <a:pt x="268" y="19"/>
                    <a:pt x="268" y="19"/>
                  </a:cubicBezTo>
                  <a:cubicBezTo>
                    <a:pt x="268" y="19"/>
                    <a:pt x="268" y="19"/>
                    <a:pt x="268" y="19"/>
                  </a:cubicBezTo>
                  <a:cubicBezTo>
                    <a:pt x="268" y="20"/>
                    <a:pt x="268" y="20"/>
                    <a:pt x="268" y="20"/>
                  </a:cubicBezTo>
                  <a:cubicBezTo>
                    <a:pt x="267" y="20"/>
                    <a:pt x="267" y="20"/>
                    <a:pt x="267" y="20"/>
                  </a:cubicBezTo>
                  <a:cubicBezTo>
                    <a:pt x="266" y="21"/>
                    <a:pt x="264" y="21"/>
                    <a:pt x="263" y="22"/>
                  </a:cubicBezTo>
                  <a:cubicBezTo>
                    <a:pt x="262" y="22"/>
                    <a:pt x="262" y="22"/>
                    <a:pt x="262" y="22"/>
                  </a:cubicBezTo>
                  <a:cubicBezTo>
                    <a:pt x="262" y="22"/>
                    <a:pt x="262" y="22"/>
                    <a:pt x="262" y="22"/>
                  </a:cubicBezTo>
                  <a:cubicBezTo>
                    <a:pt x="261" y="22"/>
                    <a:pt x="261" y="22"/>
                    <a:pt x="261" y="22"/>
                  </a:cubicBezTo>
                  <a:cubicBezTo>
                    <a:pt x="261" y="22"/>
                    <a:pt x="261" y="22"/>
                    <a:pt x="261" y="22"/>
                  </a:cubicBezTo>
                  <a:cubicBezTo>
                    <a:pt x="261" y="22"/>
                    <a:pt x="261" y="22"/>
                    <a:pt x="261" y="22"/>
                  </a:cubicBezTo>
                  <a:cubicBezTo>
                    <a:pt x="261" y="23"/>
                    <a:pt x="261" y="23"/>
                    <a:pt x="261" y="23"/>
                  </a:cubicBezTo>
                  <a:cubicBezTo>
                    <a:pt x="261" y="23"/>
                    <a:pt x="261" y="23"/>
                    <a:pt x="261" y="23"/>
                  </a:cubicBezTo>
                  <a:cubicBezTo>
                    <a:pt x="261" y="23"/>
                    <a:pt x="261" y="23"/>
                    <a:pt x="261" y="23"/>
                  </a:cubicBezTo>
                  <a:cubicBezTo>
                    <a:pt x="260" y="23"/>
                    <a:pt x="260" y="23"/>
                    <a:pt x="259" y="24"/>
                  </a:cubicBezTo>
                  <a:cubicBezTo>
                    <a:pt x="259" y="24"/>
                    <a:pt x="259" y="24"/>
                    <a:pt x="259" y="24"/>
                  </a:cubicBezTo>
                  <a:cubicBezTo>
                    <a:pt x="259" y="24"/>
                    <a:pt x="258" y="24"/>
                    <a:pt x="258" y="24"/>
                  </a:cubicBezTo>
                  <a:cubicBezTo>
                    <a:pt x="257" y="25"/>
                    <a:pt x="257" y="25"/>
                    <a:pt x="257" y="25"/>
                  </a:cubicBezTo>
                  <a:cubicBezTo>
                    <a:pt x="257" y="25"/>
                    <a:pt x="257" y="25"/>
                    <a:pt x="257" y="25"/>
                  </a:cubicBezTo>
                  <a:cubicBezTo>
                    <a:pt x="256" y="25"/>
                    <a:pt x="256" y="25"/>
                    <a:pt x="256" y="25"/>
                  </a:cubicBezTo>
                  <a:cubicBezTo>
                    <a:pt x="256" y="26"/>
                    <a:pt x="255" y="26"/>
                    <a:pt x="254" y="26"/>
                  </a:cubicBezTo>
                  <a:cubicBezTo>
                    <a:pt x="254" y="27"/>
                    <a:pt x="253" y="27"/>
                    <a:pt x="252" y="27"/>
                  </a:cubicBezTo>
                  <a:cubicBezTo>
                    <a:pt x="252" y="28"/>
                    <a:pt x="252" y="28"/>
                    <a:pt x="252" y="28"/>
                  </a:cubicBezTo>
                  <a:cubicBezTo>
                    <a:pt x="251" y="28"/>
                    <a:pt x="251" y="28"/>
                    <a:pt x="251" y="28"/>
                  </a:cubicBezTo>
                  <a:cubicBezTo>
                    <a:pt x="251" y="28"/>
                    <a:pt x="251" y="28"/>
                    <a:pt x="250" y="29"/>
                  </a:cubicBezTo>
                  <a:cubicBezTo>
                    <a:pt x="249" y="29"/>
                    <a:pt x="249" y="29"/>
                    <a:pt x="247" y="30"/>
                  </a:cubicBezTo>
                  <a:cubicBezTo>
                    <a:pt x="246" y="31"/>
                    <a:pt x="245" y="31"/>
                    <a:pt x="244" y="32"/>
                  </a:cubicBezTo>
                  <a:cubicBezTo>
                    <a:pt x="243" y="32"/>
                    <a:pt x="242" y="32"/>
                    <a:pt x="242" y="33"/>
                  </a:cubicBezTo>
                  <a:cubicBezTo>
                    <a:pt x="242" y="33"/>
                    <a:pt x="242" y="33"/>
                    <a:pt x="242" y="33"/>
                  </a:cubicBezTo>
                  <a:cubicBezTo>
                    <a:pt x="242" y="33"/>
                    <a:pt x="241" y="33"/>
                    <a:pt x="240" y="34"/>
                  </a:cubicBezTo>
                  <a:cubicBezTo>
                    <a:pt x="239" y="34"/>
                    <a:pt x="239" y="34"/>
                    <a:pt x="239" y="34"/>
                  </a:cubicBezTo>
                  <a:cubicBezTo>
                    <a:pt x="238" y="35"/>
                    <a:pt x="237" y="35"/>
                    <a:pt x="235" y="36"/>
                  </a:cubicBezTo>
                  <a:cubicBezTo>
                    <a:pt x="235" y="36"/>
                    <a:pt x="235" y="36"/>
                    <a:pt x="235" y="36"/>
                  </a:cubicBezTo>
                  <a:cubicBezTo>
                    <a:pt x="234" y="36"/>
                    <a:pt x="233" y="37"/>
                    <a:pt x="233" y="37"/>
                  </a:cubicBezTo>
                  <a:cubicBezTo>
                    <a:pt x="232" y="38"/>
                    <a:pt x="232" y="38"/>
                    <a:pt x="232" y="38"/>
                  </a:cubicBezTo>
                  <a:cubicBezTo>
                    <a:pt x="232" y="38"/>
                    <a:pt x="232" y="38"/>
                    <a:pt x="232" y="38"/>
                  </a:cubicBezTo>
                  <a:cubicBezTo>
                    <a:pt x="233" y="38"/>
                    <a:pt x="233" y="38"/>
                    <a:pt x="234" y="38"/>
                  </a:cubicBezTo>
                  <a:cubicBezTo>
                    <a:pt x="235" y="37"/>
                    <a:pt x="235" y="37"/>
                    <a:pt x="237" y="38"/>
                  </a:cubicBezTo>
                  <a:cubicBezTo>
                    <a:pt x="234" y="39"/>
                    <a:pt x="234" y="39"/>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2" y="42"/>
                    <a:pt x="232" y="42"/>
                    <a:pt x="231" y="43"/>
                  </a:cubicBezTo>
                  <a:cubicBezTo>
                    <a:pt x="230" y="43"/>
                    <a:pt x="230" y="43"/>
                    <a:pt x="230" y="43"/>
                  </a:cubicBezTo>
                  <a:cubicBezTo>
                    <a:pt x="230" y="43"/>
                    <a:pt x="230" y="43"/>
                    <a:pt x="229" y="43"/>
                  </a:cubicBezTo>
                  <a:cubicBezTo>
                    <a:pt x="229" y="43"/>
                    <a:pt x="229" y="43"/>
                    <a:pt x="229" y="43"/>
                  </a:cubicBezTo>
                  <a:cubicBezTo>
                    <a:pt x="229" y="43"/>
                    <a:pt x="229" y="43"/>
                    <a:pt x="228" y="42"/>
                  </a:cubicBezTo>
                  <a:cubicBezTo>
                    <a:pt x="229" y="42"/>
                    <a:pt x="229" y="42"/>
                    <a:pt x="229" y="42"/>
                  </a:cubicBezTo>
                  <a:cubicBezTo>
                    <a:pt x="219" y="46"/>
                    <a:pt x="219" y="46"/>
                    <a:pt x="219" y="46"/>
                  </a:cubicBezTo>
                  <a:cubicBezTo>
                    <a:pt x="219" y="47"/>
                    <a:pt x="219" y="47"/>
                    <a:pt x="217" y="49"/>
                  </a:cubicBezTo>
                  <a:cubicBezTo>
                    <a:pt x="220" y="48"/>
                    <a:pt x="220" y="48"/>
                    <a:pt x="221" y="48"/>
                  </a:cubicBezTo>
                  <a:cubicBezTo>
                    <a:pt x="222" y="47"/>
                    <a:pt x="223" y="46"/>
                    <a:pt x="224" y="46"/>
                  </a:cubicBezTo>
                  <a:cubicBezTo>
                    <a:pt x="224" y="45"/>
                    <a:pt x="224" y="45"/>
                    <a:pt x="224" y="45"/>
                  </a:cubicBezTo>
                  <a:cubicBezTo>
                    <a:pt x="225" y="44"/>
                    <a:pt x="225" y="44"/>
                    <a:pt x="225" y="44"/>
                  </a:cubicBezTo>
                  <a:cubicBezTo>
                    <a:pt x="225" y="44"/>
                    <a:pt x="225" y="44"/>
                    <a:pt x="226" y="44"/>
                  </a:cubicBezTo>
                  <a:cubicBezTo>
                    <a:pt x="226" y="45"/>
                    <a:pt x="226" y="45"/>
                    <a:pt x="226" y="45"/>
                  </a:cubicBezTo>
                  <a:cubicBezTo>
                    <a:pt x="226" y="45"/>
                    <a:pt x="226" y="45"/>
                    <a:pt x="227" y="46"/>
                  </a:cubicBezTo>
                  <a:cubicBezTo>
                    <a:pt x="226" y="46"/>
                    <a:pt x="226" y="46"/>
                    <a:pt x="226" y="46"/>
                  </a:cubicBezTo>
                  <a:cubicBezTo>
                    <a:pt x="226" y="46"/>
                    <a:pt x="225" y="47"/>
                    <a:pt x="225" y="47"/>
                  </a:cubicBezTo>
                  <a:cubicBezTo>
                    <a:pt x="224" y="47"/>
                    <a:pt x="223" y="48"/>
                    <a:pt x="222" y="48"/>
                  </a:cubicBezTo>
                  <a:cubicBezTo>
                    <a:pt x="222" y="48"/>
                    <a:pt x="222" y="48"/>
                    <a:pt x="221" y="49"/>
                  </a:cubicBezTo>
                  <a:cubicBezTo>
                    <a:pt x="221" y="49"/>
                    <a:pt x="220" y="50"/>
                    <a:pt x="220" y="50"/>
                  </a:cubicBezTo>
                  <a:cubicBezTo>
                    <a:pt x="219" y="51"/>
                    <a:pt x="218" y="52"/>
                    <a:pt x="217" y="52"/>
                  </a:cubicBezTo>
                  <a:cubicBezTo>
                    <a:pt x="217" y="52"/>
                    <a:pt x="216" y="52"/>
                    <a:pt x="215" y="52"/>
                  </a:cubicBezTo>
                  <a:cubicBezTo>
                    <a:pt x="215" y="52"/>
                    <a:pt x="214" y="53"/>
                    <a:pt x="213" y="53"/>
                  </a:cubicBezTo>
                  <a:cubicBezTo>
                    <a:pt x="213" y="53"/>
                    <a:pt x="213" y="53"/>
                    <a:pt x="213" y="53"/>
                  </a:cubicBezTo>
                  <a:cubicBezTo>
                    <a:pt x="213" y="53"/>
                    <a:pt x="213" y="53"/>
                    <a:pt x="212" y="53"/>
                  </a:cubicBezTo>
                  <a:cubicBezTo>
                    <a:pt x="211" y="54"/>
                    <a:pt x="209" y="55"/>
                    <a:pt x="208" y="55"/>
                  </a:cubicBezTo>
                  <a:cubicBezTo>
                    <a:pt x="206" y="56"/>
                    <a:pt x="204" y="56"/>
                    <a:pt x="203" y="58"/>
                  </a:cubicBezTo>
                  <a:cubicBezTo>
                    <a:pt x="203" y="58"/>
                    <a:pt x="203" y="58"/>
                    <a:pt x="202" y="59"/>
                  </a:cubicBezTo>
                  <a:cubicBezTo>
                    <a:pt x="193" y="66"/>
                    <a:pt x="193" y="66"/>
                    <a:pt x="193" y="67"/>
                  </a:cubicBezTo>
                  <a:cubicBezTo>
                    <a:pt x="194" y="67"/>
                    <a:pt x="194" y="67"/>
                    <a:pt x="195" y="67"/>
                  </a:cubicBezTo>
                  <a:cubicBezTo>
                    <a:pt x="195" y="67"/>
                    <a:pt x="195" y="67"/>
                    <a:pt x="195" y="67"/>
                  </a:cubicBezTo>
                  <a:cubicBezTo>
                    <a:pt x="195" y="68"/>
                    <a:pt x="194" y="68"/>
                    <a:pt x="194" y="69"/>
                  </a:cubicBezTo>
                  <a:cubicBezTo>
                    <a:pt x="193" y="69"/>
                    <a:pt x="193" y="68"/>
                    <a:pt x="193" y="69"/>
                  </a:cubicBezTo>
                  <a:cubicBezTo>
                    <a:pt x="187" y="73"/>
                    <a:pt x="187" y="73"/>
                    <a:pt x="186" y="74"/>
                  </a:cubicBezTo>
                  <a:cubicBezTo>
                    <a:pt x="188" y="74"/>
                    <a:pt x="189" y="72"/>
                    <a:pt x="191" y="73"/>
                  </a:cubicBezTo>
                  <a:cubicBezTo>
                    <a:pt x="190" y="73"/>
                    <a:pt x="189" y="74"/>
                    <a:pt x="187" y="76"/>
                  </a:cubicBezTo>
                  <a:cubicBezTo>
                    <a:pt x="182" y="79"/>
                    <a:pt x="178" y="81"/>
                    <a:pt x="173" y="94"/>
                  </a:cubicBezTo>
                  <a:cubicBezTo>
                    <a:pt x="173" y="95"/>
                    <a:pt x="173" y="95"/>
                    <a:pt x="173" y="95"/>
                  </a:cubicBezTo>
                  <a:cubicBezTo>
                    <a:pt x="173" y="95"/>
                    <a:pt x="173" y="96"/>
                    <a:pt x="173" y="97"/>
                  </a:cubicBezTo>
                  <a:cubicBezTo>
                    <a:pt x="174" y="97"/>
                    <a:pt x="174" y="97"/>
                    <a:pt x="175" y="96"/>
                  </a:cubicBezTo>
                  <a:cubicBezTo>
                    <a:pt x="175" y="96"/>
                    <a:pt x="175" y="96"/>
                    <a:pt x="176" y="96"/>
                  </a:cubicBezTo>
                  <a:cubicBezTo>
                    <a:pt x="176" y="96"/>
                    <a:pt x="176" y="96"/>
                    <a:pt x="177" y="97"/>
                  </a:cubicBezTo>
                  <a:cubicBezTo>
                    <a:pt x="176" y="97"/>
                    <a:pt x="176" y="98"/>
                    <a:pt x="175" y="99"/>
                  </a:cubicBezTo>
                  <a:cubicBezTo>
                    <a:pt x="176" y="99"/>
                    <a:pt x="176" y="100"/>
                    <a:pt x="177" y="100"/>
                  </a:cubicBezTo>
                  <a:cubicBezTo>
                    <a:pt x="176" y="101"/>
                    <a:pt x="176" y="102"/>
                    <a:pt x="176" y="102"/>
                  </a:cubicBezTo>
                  <a:cubicBezTo>
                    <a:pt x="177" y="102"/>
                    <a:pt x="180" y="102"/>
                    <a:pt x="182" y="100"/>
                  </a:cubicBezTo>
                  <a:cubicBezTo>
                    <a:pt x="182" y="100"/>
                    <a:pt x="182" y="99"/>
                    <a:pt x="183" y="99"/>
                  </a:cubicBezTo>
                  <a:cubicBezTo>
                    <a:pt x="194" y="85"/>
                    <a:pt x="196" y="85"/>
                    <a:pt x="197" y="85"/>
                  </a:cubicBezTo>
                  <a:cubicBezTo>
                    <a:pt x="197" y="85"/>
                    <a:pt x="198" y="85"/>
                    <a:pt x="198" y="85"/>
                  </a:cubicBezTo>
                  <a:cubicBezTo>
                    <a:pt x="201" y="85"/>
                    <a:pt x="203" y="82"/>
                    <a:pt x="205" y="81"/>
                  </a:cubicBezTo>
                  <a:cubicBezTo>
                    <a:pt x="206" y="80"/>
                    <a:pt x="208" y="79"/>
                    <a:pt x="209" y="77"/>
                  </a:cubicBezTo>
                  <a:cubicBezTo>
                    <a:pt x="211" y="76"/>
                    <a:pt x="211" y="76"/>
                    <a:pt x="220" y="70"/>
                  </a:cubicBezTo>
                  <a:cubicBezTo>
                    <a:pt x="221" y="70"/>
                    <a:pt x="222" y="70"/>
                    <a:pt x="223" y="70"/>
                  </a:cubicBezTo>
                  <a:cubicBezTo>
                    <a:pt x="224" y="68"/>
                    <a:pt x="224" y="68"/>
                    <a:pt x="225" y="67"/>
                  </a:cubicBezTo>
                  <a:cubicBezTo>
                    <a:pt x="226" y="67"/>
                    <a:pt x="226" y="67"/>
                    <a:pt x="227" y="68"/>
                  </a:cubicBezTo>
                  <a:cubicBezTo>
                    <a:pt x="225" y="69"/>
                    <a:pt x="225" y="69"/>
                    <a:pt x="225" y="70"/>
                  </a:cubicBezTo>
                  <a:cubicBezTo>
                    <a:pt x="228" y="71"/>
                    <a:pt x="229" y="68"/>
                    <a:pt x="232" y="67"/>
                  </a:cubicBezTo>
                  <a:cubicBezTo>
                    <a:pt x="232" y="67"/>
                    <a:pt x="232" y="67"/>
                    <a:pt x="233" y="67"/>
                  </a:cubicBezTo>
                  <a:cubicBezTo>
                    <a:pt x="234" y="67"/>
                    <a:pt x="234" y="67"/>
                    <a:pt x="235" y="66"/>
                  </a:cubicBezTo>
                  <a:cubicBezTo>
                    <a:pt x="237" y="65"/>
                    <a:pt x="239" y="64"/>
                    <a:pt x="241" y="63"/>
                  </a:cubicBezTo>
                  <a:cubicBezTo>
                    <a:pt x="242" y="63"/>
                    <a:pt x="242" y="63"/>
                    <a:pt x="245" y="61"/>
                  </a:cubicBezTo>
                  <a:cubicBezTo>
                    <a:pt x="247" y="61"/>
                    <a:pt x="247" y="61"/>
                    <a:pt x="247" y="61"/>
                  </a:cubicBezTo>
                  <a:cubicBezTo>
                    <a:pt x="247" y="60"/>
                    <a:pt x="247" y="60"/>
                    <a:pt x="248" y="60"/>
                  </a:cubicBezTo>
                  <a:cubicBezTo>
                    <a:pt x="251" y="58"/>
                    <a:pt x="251" y="58"/>
                    <a:pt x="252" y="57"/>
                  </a:cubicBezTo>
                  <a:cubicBezTo>
                    <a:pt x="252" y="56"/>
                    <a:pt x="252" y="56"/>
                    <a:pt x="252" y="56"/>
                  </a:cubicBezTo>
                  <a:cubicBezTo>
                    <a:pt x="252" y="56"/>
                    <a:pt x="252" y="56"/>
                    <a:pt x="253" y="57"/>
                  </a:cubicBezTo>
                  <a:cubicBezTo>
                    <a:pt x="253" y="57"/>
                    <a:pt x="253" y="57"/>
                    <a:pt x="253" y="57"/>
                  </a:cubicBezTo>
                  <a:cubicBezTo>
                    <a:pt x="253" y="57"/>
                    <a:pt x="253" y="57"/>
                    <a:pt x="253" y="57"/>
                  </a:cubicBezTo>
                  <a:cubicBezTo>
                    <a:pt x="253" y="57"/>
                    <a:pt x="253" y="57"/>
                    <a:pt x="253" y="57"/>
                  </a:cubicBezTo>
                  <a:cubicBezTo>
                    <a:pt x="253" y="57"/>
                    <a:pt x="253" y="57"/>
                    <a:pt x="253" y="57"/>
                  </a:cubicBezTo>
                  <a:cubicBezTo>
                    <a:pt x="253" y="57"/>
                    <a:pt x="253" y="57"/>
                    <a:pt x="253" y="57"/>
                  </a:cubicBezTo>
                  <a:cubicBezTo>
                    <a:pt x="253" y="57"/>
                    <a:pt x="253" y="57"/>
                    <a:pt x="253" y="57"/>
                  </a:cubicBezTo>
                  <a:cubicBezTo>
                    <a:pt x="253" y="58"/>
                    <a:pt x="254" y="58"/>
                    <a:pt x="255" y="58"/>
                  </a:cubicBezTo>
                  <a:cubicBezTo>
                    <a:pt x="255" y="59"/>
                    <a:pt x="255" y="59"/>
                    <a:pt x="255" y="59"/>
                  </a:cubicBezTo>
                  <a:cubicBezTo>
                    <a:pt x="263" y="59"/>
                    <a:pt x="269" y="53"/>
                    <a:pt x="276" y="51"/>
                  </a:cubicBezTo>
                  <a:cubicBezTo>
                    <a:pt x="277" y="51"/>
                    <a:pt x="278" y="51"/>
                    <a:pt x="280" y="51"/>
                  </a:cubicBezTo>
                  <a:cubicBezTo>
                    <a:pt x="283" y="50"/>
                    <a:pt x="283" y="50"/>
                    <a:pt x="284" y="49"/>
                  </a:cubicBezTo>
                  <a:cubicBezTo>
                    <a:pt x="283" y="49"/>
                    <a:pt x="283" y="49"/>
                    <a:pt x="283" y="49"/>
                  </a:cubicBezTo>
                  <a:cubicBezTo>
                    <a:pt x="283" y="49"/>
                    <a:pt x="282" y="49"/>
                    <a:pt x="281" y="50"/>
                  </a:cubicBezTo>
                  <a:cubicBezTo>
                    <a:pt x="280" y="50"/>
                    <a:pt x="280" y="50"/>
                    <a:pt x="280" y="50"/>
                  </a:cubicBezTo>
                  <a:cubicBezTo>
                    <a:pt x="280" y="50"/>
                    <a:pt x="280" y="50"/>
                    <a:pt x="279" y="50"/>
                  </a:cubicBezTo>
                  <a:cubicBezTo>
                    <a:pt x="279" y="49"/>
                    <a:pt x="279" y="49"/>
                    <a:pt x="279" y="49"/>
                  </a:cubicBezTo>
                  <a:cubicBezTo>
                    <a:pt x="279" y="49"/>
                    <a:pt x="278" y="49"/>
                    <a:pt x="278" y="49"/>
                  </a:cubicBezTo>
                  <a:cubicBezTo>
                    <a:pt x="277" y="48"/>
                    <a:pt x="277" y="48"/>
                    <a:pt x="276" y="48"/>
                  </a:cubicBezTo>
                  <a:cubicBezTo>
                    <a:pt x="276" y="47"/>
                    <a:pt x="276" y="47"/>
                    <a:pt x="276" y="47"/>
                  </a:cubicBezTo>
                  <a:cubicBezTo>
                    <a:pt x="277" y="46"/>
                    <a:pt x="277" y="46"/>
                    <a:pt x="277" y="46"/>
                  </a:cubicBezTo>
                  <a:cubicBezTo>
                    <a:pt x="277" y="46"/>
                    <a:pt x="278" y="46"/>
                    <a:pt x="279" y="45"/>
                  </a:cubicBezTo>
                  <a:cubicBezTo>
                    <a:pt x="280" y="45"/>
                    <a:pt x="280" y="45"/>
                    <a:pt x="280" y="45"/>
                  </a:cubicBezTo>
                  <a:cubicBezTo>
                    <a:pt x="281" y="45"/>
                    <a:pt x="283" y="44"/>
                    <a:pt x="285" y="44"/>
                  </a:cubicBezTo>
                  <a:cubicBezTo>
                    <a:pt x="283" y="46"/>
                    <a:pt x="283" y="46"/>
                    <a:pt x="283" y="47"/>
                  </a:cubicBezTo>
                  <a:cubicBezTo>
                    <a:pt x="283" y="48"/>
                    <a:pt x="283" y="48"/>
                    <a:pt x="283" y="48"/>
                  </a:cubicBezTo>
                  <a:cubicBezTo>
                    <a:pt x="284" y="47"/>
                    <a:pt x="284" y="47"/>
                    <a:pt x="284" y="47"/>
                  </a:cubicBezTo>
                  <a:cubicBezTo>
                    <a:pt x="286" y="45"/>
                    <a:pt x="293" y="46"/>
                    <a:pt x="291" y="42"/>
                  </a:cubicBezTo>
                  <a:cubicBezTo>
                    <a:pt x="293" y="38"/>
                    <a:pt x="293" y="38"/>
                    <a:pt x="293" y="37"/>
                  </a:cubicBezTo>
                  <a:cubicBezTo>
                    <a:pt x="294" y="37"/>
                    <a:pt x="294" y="37"/>
                    <a:pt x="294" y="37"/>
                  </a:cubicBezTo>
                  <a:cubicBezTo>
                    <a:pt x="294" y="38"/>
                    <a:pt x="294" y="38"/>
                    <a:pt x="294" y="38"/>
                  </a:cubicBezTo>
                  <a:cubicBezTo>
                    <a:pt x="295" y="38"/>
                    <a:pt x="295" y="38"/>
                    <a:pt x="296" y="38"/>
                  </a:cubicBezTo>
                  <a:cubicBezTo>
                    <a:pt x="297" y="38"/>
                    <a:pt x="297" y="38"/>
                    <a:pt x="298" y="36"/>
                  </a:cubicBezTo>
                  <a:cubicBezTo>
                    <a:pt x="299" y="36"/>
                    <a:pt x="299" y="36"/>
                    <a:pt x="299" y="35"/>
                  </a:cubicBezTo>
                  <a:cubicBezTo>
                    <a:pt x="300" y="35"/>
                    <a:pt x="301" y="34"/>
                    <a:pt x="301" y="34"/>
                  </a:cubicBezTo>
                  <a:cubicBezTo>
                    <a:pt x="300" y="34"/>
                    <a:pt x="300" y="34"/>
                    <a:pt x="298" y="34"/>
                  </a:cubicBezTo>
                  <a:cubicBezTo>
                    <a:pt x="297" y="34"/>
                    <a:pt x="297" y="34"/>
                    <a:pt x="296" y="34"/>
                  </a:cubicBezTo>
                  <a:cubicBezTo>
                    <a:pt x="297" y="34"/>
                    <a:pt x="297" y="34"/>
                    <a:pt x="299" y="33"/>
                  </a:cubicBezTo>
                  <a:cubicBezTo>
                    <a:pt x="299" y="33"/>
                    <a:pt x="299" y="32"/>
                    <a:pt x="299" y="32"/>
                  </a:cubicBezTo>
                  <a:cubicBezTo>
                    <a:pt x="300" y="32"/>
                    <a:pt x="300" y="32"/>
                    <a:pt x="300" y="32"/>
                  </a:cubicBezTo>
                  <a:cubicBezTo>
                    <a:pt x="301" y="32"/>
                    <a:pt x="301" y="32"/>
                    <a:pt x="302" y="32"/>
                  </a:cubicBezTo>
                  <a:cubicBezTo>
                    <a:pt x="301" y="32"/>
                    <a:pt x="301" y="33"/>
                    <a:pt x="300" y="33"/>
                  </a:cubicBezTo>
                  <a:cubicBezTo>
                    <a:pt x="300" y="33"/>
                    <a:pt x="301" y="33"/>
                    <a:pt x="302" y="33"/>
                  </a:cubicBezTo>
                  <a:cubicBezTo>
                    <a:pt x="303" y="33"/>
                    <a:pt x="303" y="32"/>
                    <a:pt x="304" y="32"/>
                  </a:cubicBezTo>
                  <a:cubicBezTo>
                    <a:pt x="304" y="32"/>
                    <a:pt x="304" y="32"/>
                    <a:pt x="305" y="33"/>
                  </a:cubicBezTo>
                  <a:cubicBezTo>
                    <a:pt x="308" y="32"/>
                    <a:pt x="309" y="31"/>
                    <a:pt x="309" y="30"/>
                  </a:cubicBezTo>
                  <a:cubicBezTo>
                    <a:pt x="308" y="30"/>
                    <a:pt x="307" y="30"/>
                    <a:pt x="307" y="30"/>
                  </a:cubicBezTo>
                  <a:cubicBezTo>
                    <a:pt x="307" y="30"/>
                    <a:pt x="307" y="30"/>
                    <a:pt x="311" y="29"/>
                  </a:cubicBezTo>
                  <a:cubicBezTo>
                    <a:pt x="311" y="29"/>
                    <a:pt x="312" y="29"/>
                    <a:pt x="313" y="29"/>
                  </a:cubicBezTo>
                  <a:cubicBezTo>
                    <a:pt x="313" y="29"/>
                    <a:pt x="313" y="29"/>
                    <a:pt x="313" y="29"/>
                  </a:cubicBezTo>
                  <a:cubicBezTo>
                    <a:pt x="314" y="29"/>
                    <a:pt x="315" y="28"/>
                    <a:pt x="315" y="28"/>
                  </a:cubicBezTo>
                  <a:cubicBezTo>
                    <a:pt x="315" y="27"/>
                    <a:pt x="315" y="27"/>
                    <a:pt x="315" y="27"/>
                  </a:cubicBezTo>
                  <a:cubicBezTo>
                    <a:pt x="316" y="26"/>
                    <a:pt x="316" y="26"/>
                    <a:pt x="318" y="24"/>
                  </a:cubicBezTo>
                  <a:cubicBezTo>
                    <a:pt x="318" y="24"/>
                    <a:pt x="319" y="24"/>
                    <a:pt x="320" y="24"/>
                  </a:cubicBezTo>
                  <a:cubicBezTo>
                    <a:pt x="320" y="24"/>
                    <a:pt x="321" y="23"/>
                    <a:pt x="322" y="22"/>
                  </a:cubicBezTo>
                  <a:cubicBezTo>
                    <a:pt x="322" y="22"/>
                    <a:pt x="323" y="21"/>
                    <a:pt x="324" y="20"/>
                  </a:cubicBezTo>
                  <a:cubicBezTo>
                    <a:pt x="323" y="20"/>
                    <a:pt x="323" y="20"/>
                    <a:pt x="322" y="20"/>
                  </a:cubicBezTo>
                  <a:cubicBezTo>
                    <a:pt x="323" y="20"/>
                    <a:pt x="323" y="20"/>
                    <a:pt x="323" y="19"/>
                  </a:cubicBezTo>
                  <a:cubicBezTo>
                    <a:pt x="323" y="19"/>
                    <a:pt x="323" y="19"/>
                    <a:pt x="323" y="19"/>
                  </a:cubicBezTo>
                  <a:cubicBezTo>
                    <a:pt x="324" y="19"/>
                    <a:pt x="324" y="19"/>
                    <a:pt x="324" y="19"/>
                  </a:cubicBezTo>
                  <a:cubicBezTo>
                    <a:pt x="325" y="18"/>
                    <a:pt x="325" y="18"/>
                    <a:pt x="327" y="18"/>
                  </a:cubicBezTo>
                  <a:cubicBezTo>
                    <a:pt x="327" y="18"/>
                    <a:pt x="327" y="18"/>
                    <a:pt x="328" y="19"/>
                  </a:cubicBezTo>
                  <a:cubicBezTo>
                    <a:pt x="327" y="19"/>
                    <a:pt x="327" y="19"/>
                    <a:pt x="327" y="19"/>
                  </a:cubicBezTo>
                  <a:cubicBezTo>
                    <a:pt x="325" y="20"/>
                    <a:pt x="325" y="20"/>
                    <a:pt x="324" y="21"/>
                  </a:cubicBezTo>
                  <a:cubicBezTo>
                    <a:pt x="324" y="21"/>
                    <a:pt x="324" y="21"/>
                    <a:pt x="324" y="21"/>
                  </a:cubicBezTo>
                  <a:cubicBezTo>
                    <a:pt x="326" y="20"/>
                    <a:pt x="327" y="19"/>
                    <a:pt x="330" y="18"/>
                  </a:cubicBezTo>
                  <a:cubicBezTo>
                    <a:pt x="330" y="18"/>
                    <a:pt x="330" y="17"/>
                    <a:pt x="331" y="17"/>
                  </a:cubicBezTo>
                  <a:cubicBezTo>
                    <a:pt x="331" y="17"/>
                    <a:pt x="331" y="17"/>
                    <a:pt x="331" y="16"/>
                  </a:cubicBezTo>
                  <a:cubicBezTo>
                    <a:pt x="331" y="16"/>
                    <a:pt x="330" y="16"/>
                    <a:pt x="330" y="16"/>
                  </a:cubicBezTo>
                  <a:cubicBezTo>
                    <a:pt x="330" y="16"/>
                    <a:pt x="330" y="16"/>
                    <a:pt x="329" y="16"/>
                  </a:cubicBezTo>
                  <a:cubicBezTo>
                    <a:pt x="330" y="16"/>
                    <a:pt x="330" y="16"/>
                    <a:pt x="331" y="15"/>
                  </a:cubicBezTo>
                  <a:cubicBezTo>
                    <a:pt x="332" y="15"/>
                    <a:pt x="332" y="15"/>
                    <a:pt x="332" y="15"/>
                  </a:cubicBezTo>
                  <a:cubicBezTo>
                    <a:pt x="333" y="15"/>
                    <a:pt x="333" y="15"/>
                    <a:pt x="334" y="14"/>
                  </a:cubicBezTo>
                  <a:cubicBezTo>
                    <a:pt x="333" y="14"/>
                    <a:pt x="333" y="14"/>
                    <a:pt x="330" y="15"/>
                  </a:cubicBezTo>
                  <a:cubicBezTo>
                    <a:pt x="331" y="14"/>
                    <a:pt x="332" y="14"/>
                    <a:pt x="333" y="13"/>
                  </a:cubicBezTo>
                  <a:cubicBezTo>
                    <a:pt x="333" y="13"/>
                    <a:pt x="333" y="13"/>
                    <a:pt x="338" y="11"/>
                  </a:cubicBezTo>
                  <a:cubicBezTo>
                    <a:pt x="339" y="11"/>
                    <a:pt x="339" y="11"/>
                    <a:pt x="339" y="11"/>
                  </a:cubicBezTo>
                  <a:cubicBezTo>
                    <a:pt x="340" y="10"/>
                    <a:pt x="340" y="10"/>
                    <a:pt x="342" y="10"/>
                  </a:cubicBezTo>
                  <a:cubicBezTo>
                    <a:pt x="342" y="10"/>
                    <a:pt x="342" y="10"/>
                    <a:pt x="343" y="10"/>
                  </a:cubicBezTo>
                  <a:cubicBezTo>
                    <a:pt x="343" y="10"/>
                    <a:pt x="346" y="8"/>
                    <a:pt x="353" y="6"/>
                  </a:cubicBezTo>
                  <a:cubicBezTo>
                    <a:pt x="354" y="6"/>
                    <a:pt x="354" y="6"/>
                    <a:pt x="354" y="6"/>
                  </a:cubicBezTo>
                  <a:cubicBezTo>
                    <a:pt x="354" y="6"/>
                    <a:pt x="353" y="6"/>
                    <a:pt x="352" y="6"/>
                  </a:cubicBezTo>
                  <a:cubicBezTo>
                    <a:pt x="352" y="6"/>
                    <a:pt x="352" y="6"/>
                    <a:pt x="352" y="6"/>
                  </a:cubicBezTo>
                  <a:cubicBezTo>
                    <a:pt x="353" y="6"/>
                    <a:pt x="354" y="6"/>
                    <a:pt x="354" y="6"/>
                  </a:cubicBezTo>
                  <a:cubicBezTo>
                    <a:pt x="355" y="6"/>
                    <a:pt x="355" y="6"/>
                    <a:pt x="355" y="6"/>
                  </a:cubicBezTo>
                  <a:cubicBezTo>
                    <a:pt x="356" y="5"/>
                    <a:pt x="358" y="5"/>
                    <a:pt x="359" y="5"/>
                  </a:cubicBezTo>
                  <a:cubicBezTo>
                    <a:pt x="359" y="5"/>
                    <a:pt x="359" y="5"/>
                    <a:pt x="360" y="5"/>
                  </a:cubicBezTo>
                  <a:cubicBezTo>
                    <a:pt x="361" y="5"/>
                    <a:pt x="361" y="5"/>
                    <a:pt x="363" y="4"/>
                  </a:cubicBezTo>
                  <a:moveTo>
                    <a:pt x="346" y="1"/>
                  </a:moveTo>
                  <a:cubicBezTo>
                    <a:pt x="347" y="1"/>
                    <a:pt x="348" y="1"/>
                    <a:pt x="349" y="1"/>
                  </a:cubicBezTo>
                  <a:cubicBezTo>
                    <a:pt x="347" y="1"/>
                    <a:pt x="347" y="1"/>
                    <a:pt x="347" y="1"/>
                  </a:cubicBezTo>
                  <a:cubicBezTo>
                    <a:pt x="348" y="1"/>
                    <a:pt x="348" y="1"/>
                    <a:pt x="348" y="1"/>
                  </a:cubicBezTo>
                  <a:cubicBezTo>
                    <a:pt x="351" y="0"/>
                    <a:pt x="351" y="0"/>
                    <a:pt x="351" y="0"/>
                  </a:cubicBezTo>
                  <a:cubicBezTo>
                    <a:pt x="354" y="0"/>
                    <a:pt x="354" y="0"/>
                    <a:pt x="354" y="0"/>
                  </a:cubicBezTo>
                  <a:cubicBezTo>
                    <a:pt x="352" y="0"/>
                    <a:pt x="352" y="0"/>
                    <a:pt x="352" y="0"/>
                  </a:cubicBezTo>
                  <a:cubicBezTo>
                    <a:pt x="352" y="0"/>
                    <a:pt x="352" y="0"/>
                    <a:pt x="352" y="0"/>
                  </a:cubicBezTo>
                  <a:cubicBezTo>
                    <a:pt x="350" y="0"/>
                    <a:pt x="350" y="0"/>
                    <a:pt x="350" y="0"/>
                  </a:cubicBezTo>
                  <a:cubicBezTo>
                    <a:pt x="353" y="0"/>
                    <a:pt x="353" y="0"/>
                    <a:pt x="353" y="0"/>
                  </a:cubicBezTo>
                  <a:cubicBezTo>
                    <a:pt x="353" y="0"/>
                    <a:pt x="353" y="0"/>
                    <a:pt x="353" y="0"/>
                  </a:cubicBezTo>
                  <a:cubicBezTo>
                    <a:pt x="353" y="0"/>
                    <a:pt x="354" y="0"/>
                    <a:pt x="355" y="0"/>
                  </a:cubicBezTo>
                  <a:cubicBezTo>
                    <a:pt x="355" y="0"/>
                    <a:pt x="356" y="0"/>
                    <a:pt x="356" y="0"/>
                  </a:cubicBezTo>
                  <a:cubicBezTo>
                    <a:pt x="355" y="0"/>
                    <a:pt x="353" y="0"/>
                    <a:pt x="352" y="0"/>
                  </a:cubicBezTo>
                  <a:cubicBezTo>
                    <a:pt x="353" y="0"/>
                    <a:pt x="353" y="0"/>
                    <a:pt x="354" y="0"/>
                  </a:cubicBezTo>
                  <a:cubicBezTo>
                    <a:pt x="353" y="0"/>
                    <a:pt x="352" y="0"/>
                    <a:pt x="351" y="0"/>
                  </a:cubicBezTo>
                  <a:cubicBezTo>
                    <a:pt x="352" y="0"/>
                    <a:pt x="353" y="0"/>
                    <a:pt x="355" y="0"/>
                  </a:cubicBezTo>
                  <a:cubicBezTo>
                    <a:pt x="355" y="0"/>
                    <a:pt x="355" y="0"/>
                    <a:pt x="355" y="0"/>
                  </a:cubicBezTo>
                  <a:cubicBezTo>
                    <a:pt x="354" y="0"/>
                    <a:pt x="352" y="0"/>
                    <a:pt x="349" y="0"/>
                  </a:cubicBezTo>
                  <a:cubicBezTo>
                    <a:pt x="349" y="0"/>
                    <a:pt x="349" y="0"/>
                    <a:pt x="349" y="0"/>
                  </a:cubicBezTo>
                  <a:cubicBezTo>
                    <a:pt x="350" y="0"/>
                    <a:pt x="351" y="0"/>
                    <a:pt x="352" y="0"/>
                  </a:cubicBezTo>
                  <a:cubicBezTo>
                    <a:pt x="352" y="0"/>
                    <a:pt x="352" y="0"/>
                    <a:pt x="352" y="0"/>
                  </a:cubicBezTo>
                  <a:cubicBezTo>
                    <a:pt x="349" y="0"/>
                    <a:pt x="349" y="0"/>
                    <a:pt x="349" y="0"/>
                  </a:cubicBezTo>
                  <a:cubicBezTo>
                    <a:pt x="349" y="0"/>
                    <a:pt x="349" y="0"/>
                    <a:pt x="349" y="0"/>
                  </a:cubicBezTo>
                  <a:cubicBezTo>
                    <a:pt x="350" y="0"/>
                    <a:pt x="350" y="0"/>
                    <a:pt x="350" y="0"/>
                  </a:cubicBezTo>
                  <a:cubicBezTo>
                    <a:pt x="349" y="0"/>
                    <a:pt x="348" y="0"/>
                    <a:pt x="347" y="0"/>
                  </a:cubicBezTo>
                  <a:cubicBezTo>
                    <a:pt x="344" y="0"/>
                    <a:pt x="344" y="0"/>
                    <a:pt x="344" y="0"/>
                  </a:cubicBezTo>
                  <a:cubicBezTo>
                    <a:pt x="344" y="0"/>
                    <a:pt x="344" y="0"/>
                    <a:pt x="344" y="0"/>
                  </a:cubicBezTo>
                  <a:cubicBezTo>
                    <a:pt x="341" y="1"/>
                    <a:pt x="339" y="1"/>
                    <a:pt x="336" y="1"/>
                  </a:cubicBezTo>
                  <a:cubicBezTo>
                    <a:pt x="337" y="1"/>
                    <a:pt x="339" y="1"/>
                    <a:pt x="340" y="1"/>
                  </a:cubicBezTo>
                  <a:cubicBezTo>
                    <a:pt x="340" y="1"/>
                    <a:pt x="340" y="1"/>
                    <a:pt x="340" y="1"/>
                  </a:cubicBezTo>
                  <a:cubicBezTo>
                    <a:pt x="341" y="1"/>
                    <a:pt x="343" y="1"/>
                    <a:pt x="345" y="0"/>
                  </a:cubicBezTo>
                  <a:cubicBezTo>
                    <a:pt x="344" y="0"/>
                    <a:pt x="344" y="0"/>
                    <a:pt x="344" y="0"/>
                  </a:cubicBezTo>
                  <a:cubicBezTo>
                    <a:pt x="346" y="0"/>
                    <a:pt x="346" y="0"/>
                    <a:pt x="346" y="0"/>
                  </a:cubicBezTo>
                  <a:cubicBezTo>
                    <a:pt x="346" y="0"/>
                    <a:pt x="346" y="0"/>
                    <a:pt x="346" y="0"/>
                  </a:cubicBezTo>
                  <a:cubicBezTo>
                    <a:pt x="343" y="0"/>
                    <a:pt x="341" y="1"/>
                    <a:pt x="339" y="1"/>
                  </a:cubicBezTo>
                  <a:cubicBezTo>
                    <a:pt x="339" y="1"/>
                    <a:pt x="339" y="1"/>
                    <a:pt x="339" y="1"/>
                  </a:cubicBezTo>
                  <a:cubicBezTo>
                    <a:pt x="341" y="1"/>
                    <a:pt x="341" y="1"/>
                    <a:pt x="341" y="1"/>
                  </a:cubicBezTo>
                  <a:cubicBezTo>
                    <a:pt x="341" y="1"/>
                    <a:pt x="341" y="1"/>
                    <a:pt x="341" y="1"/>
                  </a:cubicBezTo>
                  <a:cubicBezTo>
                    <a:pt x="341" y="1"/>
                    <a:pt x="341" y="1"/>
                    <a:pt x="337" y="1"/>
                  </a:cubicBezTo>
                  <a:cubicBezTo>
                    <a:pt x="337" y="1"/>
                    <a:pt x="337" y="1"/>
                    <a:pt x="337" y="1"/>
                  </a:cubicBezTo>
                  <a:cubicBezTo>
                    <a:pt x="337" y="1"/>
                    <a:pt x="337" y="1"/>
                    <a:pt x="337" y="1"/>
                  </a:cubicBezTo>
                  <a:cubicBezTo>
                    <a:pt x="335" y="1"/>
                    <a:pt x="335" y="1"/>
                    <a:pt x="335" y="1"/>
                  </a:cubicBezTo>
                  <a:cubicBezTo>
                    <a:pt x="335" y="1"/>
                    <a:pt x="335" y="1"/>
                    <a:pt x="335" y="1"/>
                  </a:cubicBezTo>
                  <a:cubicBezTo>
                    <a:pt x="332" y="1"/>
                    <a:pt x="332" y="1"/>
                    <a:pt x="332" y="1"/>
                  </a:cubicBezTo>
                  <a:cubicBezTo>
                    <a:pt x="332" y="1"/>
                    <a:pt x="332" y="1"/>
                    <a:pt x="332" y="1"/>
                  </a:cubicBezTo>
                  <a:cubicBezTo>
                    <a:pt x="331" y="2"/>
                    <a:pt x="331" y="2"/>
                    <a:pt x="331" y="2"/>
                  </a:cubicBezTo>
                  <a:cubicBezTo>
                    <a:pt x="327" y="2"/>
                    <a:pt x="327" y="2"/>
                    <a:pt x="327" y="2"/>
                  </a:cubicBezTo>
                  <a:cubicBezTo>
                    <a:pt x="321" y="3"/>
                    <a:pt x="321" y="3"/>
                    <a:pt x="320" y="3"/>
                  </a:cubicBezTo>
                  <a:cubicBezTo>
                    <a:pt x="324" y="2"/>
                    <a:pt x="324" y="2"/>
                    <a:pt x="324" y="2"/>
                  </a:cubicBezTo>
                  <a:cubicBezTo>
                    <a:pt x="326" y="2"/>
                    <a:pt x="326" y="2"/>
                    <a:pt x="326" y="2"/>
                  </a:cubicBezTo>
                  <a:cubicBezTo>
                    <a:pt x="327" y="2"/>
                    <a:pt x="327" y="2"/>
                    <a:pt x="327" y="2"/>
                  </a:cubicBezTo>
                  <a:cubicBezTo>
                    <a:pt x="324" y="2"/>
                    <a:pt x="324" y="2"/>
                    <a:pt x="324" y="2"/>
                  </a:cubicBezTo>
                  <a:cubicBezTo>
                    <a:pt x="320" y="3"/>
                    <a:pt x="320" y="3"/>
                    <a:pt x="320" y="3"/>
                  </a:cubicBezTo>
                  <a:cubicBezTo>
                    <a:pt x="316" y="4"/>
                    <a:pt x="316" y="4"/>
                    <a:pt x="316" y="4"/>
                  </a:cubicBezTo>
                  <a:cubicBezTo>
                    <a:pt x="317" y="4"/>
                    <a:pt x="317" y="4"/>
                    <a:pt x="317" y="4"/>
                  </a:cubicBezTo>
                  <a:cubicBezTo>
                    <a:pt x="316" y="4"/>
                    <a:pt x="316" y="4"/>
                    <a:pt x="316" y="4"/>
                  </a:cubicBezTo>
                  <a:cubicBezTo>
                    <a:pt x="318" y="3"/>
                    <a:pt x="319" y="3"/>
                    <a:pt x="321" y="3"/>
                  </a:cubicBezTo>
                  <a:cubicBezTo>
                    <a:pt x="320" y="3"/>
                    <a:pt x="320" y="3"/>
                    <a:pt x="320" y="3"/>
                  </a:cubicBezTo>
                  <a:cubicBezTo>
                    <a:pt x="320" y="3"/>
                    <a:pt x="320" y="3"/>
                    <a:pt x="320" y="3"/>
                  </a:cubicBezTo>
                  <a:cubicBezTo>
                    <a:pt x="323" y="3"/>
                    <a:pt x="323" y="3"/>
                    <a:pt x="323" y="3"/>
                  </a:cubicBezTo>
                  <a:cubicBezTo>
                    <a:pt x="326" y="2"/>
                    <a:pt x="326" y="2"/>
                    <a:pt x="326" y="2"/>
                  </a:cubicBezTo>
                  <a:cubicBezTo>
                    <a:pt x="328" y="2"/>
                    <a:pt x="329" y="2"/>
                    <a:pt x="331" y="2"/>
                  </a:cubicBezTo>
                  <a:cubicBezTo>
                    <a:pt x="330" y="2"/>
                    <a:pt x="330" y="2"/>
                    <a:pt x="330" y="2"/>
                  </a:cubicBezTo>
                  <a:cubicBezTo>
                    <a:pt x="330" y="2"/>
                    <a:pt x="330" y="2"/>
                    <a:pt x="330" y="2"/>
                  </a:cubicBezTo>
                  <a:cubicBezTo>
                    <a:pt x="328" y="2"/>
                    <a:pt x="326" y="3"/>
                    <a:pt x="324" y="3"/>
                  </a:cubicBezTo>
                  <a:cubicBezTo>
                    <a:pt x="324" y="3"/>
                    <a:pt x="324" y="3"/>
                    <a:pt x="324" y="3"/>
                  </a:cubicBezTo>
                  <a:cubicBezTo>
                    <a:pt x="323" y="3"/>
                    <a:pt x="323" y="3"/>
                    <a:pt x="323" y="3"/>
                  </a:cubicBezTo>
                  <a:cubicBezTo>
                    <a:pt x="323" y="3"/>
                    <a:pt x="323" y="3"/>
                    <a:pt x="323" y="3"/>
                  </a:cubicBezTo>
                  <a:cubicBezTo>
                    <a:pt x="321" y="3"/>
                    <a:pt x="321" y="3"/>
                    <a:pt x="321" y="3"/>
                  </a:cubicBezTo>
                  <a:cubicBezTo>
                    <a:pt x="321" y="3"/>
                    <a:pt x="321" y="3"/>
                    <a:pt x="321" y="3"/>
                  </a:cubicBezTo>
                  <a:cubicBezTo>
                    <a:pt x="320" y="3"/>
                    <a:pt x="320" y="3"/>
                    <a:pt x="320" y="3"/>
                  </a:cubicBezTo>
                  <a:cubicBezTo>
                    <a:pt x="319" y="3"/>
                    <a:pt x="319" y="3"/>
                    <a:pt x="319" y="3"/>
                  </a:cubicBezTo>
                  <a:cubicBezTo>
                    <a:pt x="318" y="3"/>
                    <a:pt x="317" y="4"/>
                    <a:pt x="317" y="4"/>
                  </a:cubicBezTo>
                  <a:cubicBezTo>
                    <a:pt x="317" y="4"/>
                    <a:pt x="317" y="4"/>
                    <a:pt x="317" y="4"/>
                  </a:cubicBezTo>
                  <a:cubicBezTo>
                    <a:pt x="316" y="4"/>
                    <a:pt x="316" y="4"/>
                    <a:pt x="316" y="4"/>
                  </a:cubicBezTo>
                  <a:cubicBezTo>
                    <a:pt x="315" y="4"/>
                    <a:pt x="314" y="4"/>
                    <a:pt x="313" y="4"/>
                  </a:cubicBezTo>
                  <a:cubicBezTo>
                    <a:pt x="312" y="4"/>
                    <a:pt x="312" y="4"/>
                    <a:pt x="312" y="4"/>
                  </a:cubicBezTo>
                  <a:cubicBezTo>
                    <a:pt x="310" y="5"/>
                    <a:pt x="310" y="5"/>
                    <a:pt x="310" y="5"/>
                  </a:cubicBezTo>
                  <a:cubicBezTo>
                    <a:pt x="307" y="5"/>
                    <a:pt x="307" y="5"/>
                    <a:pt x="307" y="5"/>
                  </a:cubicBezTo>
                  <a:cubicBezTo>
                    <a:pt x="306" y="5"/>
                    <a:pt x="306" y="5"/>
                    <a:pt x="306" y="5"/>
                  </a:cubicBezTo>
                  <a:cubicBezTo>
                    <a:pt x="306" y="6"/>
                    <a:pt x="306" y="6"/>
                    <a:pt x="306" y="6"/>
                  </a:cubicBezTo>
                  <a:cubicBezTo>
                    <a:pt x="308" y="4"/>
                    <a:pt x="311" y="5"/>
                    <a:pt x="314" y="4"/>
                  </a:cubicBezTo>
                  <a:cubicBezTo>
                    <a:pt x="315" y="4"/>
                    <a:pt x="315" y="4"/>
                    <a:pt x="315" y="4"/>
                  </a:cubicBezTo>
                  <a:cubicBezTo>
                    <a:pt x="312" y="4"/>
                    <a:pt x="312" y="4"/>
                    <a:pt x="312" y="4"/>
                  </a:cubicBezTo>
                  <a:cubicBezTo>
                    <a:pt x="309" y="5"/>
                    <a:pt x="309" y="5"/>
                    <a:pt x="309" y="5"/>
                  </a:cubicBezTo>
                  <a:cubicBezTo>
                    <a:pt x="305" y="5"/>
                    <a:pt x="305" y="5"/>
                    <a:pt x="305" y="5"/>
                  </a:cubicBezTo>
                  <a:cubicBezTo>
                    <a:pt x="300" y="6"/>
                    <a:pt x="300" y="6"/>
                    <a:pt x="300" y="6"/>
                  </a:cubicBezTo>
                  <a:cubicBezTo>
                    <a:pt x="298" y="7"/>
                    <a:pt x="298" y="7"/>
                    <a:pt x="298" y="7"/>
                  </a:cubicBezTo>
                  <a:cubicBezTo>
                    <a:pt x="297" y="7"/>
                    <a:pt x="296" y="7"/>
                    <a:pt x="294" y="8"/>
                  </a:cubicBezTo>
                  <a:cubicBezTo>
                    <a:pt x="293" y="8"/>
                    <a:pt x="292" y="8"/>
                    <a:pt x="291" y="9"/>
                  </a:cubicBezTo>
                  <a:cubicBezTo>
                    <a:pt x="296" y="7"/>
                    <a:pt x="296" y="7"/>
                    <a:pt x="296" y="7"/>
                  </a:cubicBezTo>
                  <a:cubicBezTo>
                    <a:pt x="297" y="7"/>
                    <a:pt x="297" y="7"/>
                    <a:pt x="297" y="7"/>
                  </a:cubicBezTo>
                  <a:cubicBezTo>
                    <a:pt x="296" y="7"/>
                    <a:pt x="296" y="7"/>
                    <a:pt x="296" y="7"/>
                  </a:cubicBezTo>
                  <a:cubicBezTo>
                    <a:pt x="295" y="7"/>
                    <a:pt x="295" y="7"/>
                    <a:pt x="295" y="7"/>
                  </a:cubicBezTo>
                  <a:cubicBezTo>
                    <a:pt x="293" y="8"/>
                    <a:pt x="293" y="8"/>
                    <a:pt x="293" y="8"/>
                  </a:cubicBezTo>
                  <a:cubicBezTo>
                    <a:pt x="292" y="8"/>
                    <a:pt x="291" y="8"/>
                    <a:pt x="290" y="9"/>
                  </a:cubicBezTo>
                  <a:cubicBezTo>
                    <a:pt x="287" y="9"/>
                    <a:pt x="287" y="9"/>
                    <a:pt x="287" y="9"/>
                  </a:cubicBezTo>
                  <a:cubicBezTo>
                    <a:pt x="286" y="9"/>
                    <a:pt x="286" y="9"/>
                    <a:pt x="286" y="9"/>
                  </a:cubicBezTo>
                  <a:cubicBezTo>
                    <a:pt x="286" y="9"/>
                    <a:pt x="286" y="9"/>
                    <a:pt x="286" y="9"/>
                  </a:cubicBezTo>
                  <a:cubicBezTo>
                    <a:pt x="287" y="9"/>
                    <a:pt x="287" y="9"/>
                    <a:pt x="287" y="9"/>
                  </a:cubicBezTo>
                  <a:cubicBezTo>
                    <a:pt x="284" y="10"/>
                    <a:pt x="284" y="10"/>
                    <a:pt x="284" y="10"/>
                  </a:cubicBezTo>
                  <a:cubicBezTo>
                    <a:pt x="281" y="11"/>
                    <a:pt x="281" y="11"/>
                    <a:pt x="281" y="11"/>
                  </a:cubicBezTo>
                  <a:cubicBezTo>
                    <a:pt x="281" y="11"/>
                    <a:pt x="281" y="11"/>
                    <a:pt x="281" y="11"/>
                  </a:cubicBezTo>
                  <a:cubicBezTo>
                    <a:pt x="282" y="11"/>
                    <a:pt x="284" y="10"/>
                    <a:pt x="285" y="10"/>
                  </a:cubicBezTo>
                  <a:cubicBezTo>
                    <a:pt x="282" y="11"/>
                    <a:pt x="282" y="11"/>
                    <a:pt x="282" y="11"/>
                  </a:cubicBezTo>
                  <a:cubicBezTo>
                    <a:pt x="278" y="11"/>
                    <a:pt x="278" y="11"/>
                    <a:pt x="278" y="11"/>
                  </a:cubicBezTo>
                  <a:cubicBezTo>
                    <a:pt x="278" y="12"/>
                    <a:pt x="278" y="12"/>
                    <a:pt x="278" y="12"/>
                  </a:cubicBezTo>
                  <a:cubicBezTo>
                    <a:pt x="280" y="11"/>
                    <a:pt x="282" y="11"/>
                    <a:pt x="283" y="10"/>
                  </a:cubicBezTo>
                  <a:cubicBezTo>
                    <a:pt x="280" y="11"/>
                    <a:pt x="277" y="12"/>
                    <a:pt x="274" y="12"/>
                  </a:cubicBezTo>
                  <a:cubicBezTo>
                    <a:pt x="271" y="13"/>
                    <a:pt x="271" y="13"/>
                    <a:pt x="271" y="13"/>
                  </a:cubicBezTo>
                  <a:cubicBezTo>
                    <a:pt x="267" y="14"/>
                    <a:pt x="267" y="14"/>
                    <a:pt x="267" y="14"/>
                  </a:cubicBezTo>
                  <a:cubicBezTo>
                    <a:pt x="265" y="15"/>
                    <a:pt x="265" y="15"/>
                    <a:pt x="265" y="15"/>
                  </a:cubicBezTo>
                  <a:cubicBezTo>
                    <a:pt x="265" y="15"/>
                    <a:pt x="266" y="15"/>
                    <a:pt x="267" y="15"/>
                  </a:cubicBezTo>
                  <a:cubicBezTo>
                    <a:pt x="266" y="15"/>
                    <a:pt x="265" y="15"/>
                    <a:pt x="265" y="15"/>
                  </a:cubicBezTo>
                  <a:cubicBezTo>
                    <a:pt x="266" y="15"/>
                    <a:pt x="267" y="15"/>
                    <a:pt x="267" y="14"/>
                  </a:cubicBezTo>
                  <a:cubicBezTo>
                    <a:pt x="266" y="15"/>
                    <a:pt x="266" y="15"/>
                    <a:pt x="266" y="15"/>
                  </a:cubicBezTo>
                  <a:cubicBezTo>
                    <a:pt x="266" y="15"/>
                    <a:pt x="266" y="15"/>
                    <a:pt x="267" y="15"/>
                  </a:cubicBezTo>
                  <a:cubicBezTo>
                    <a:pt x="267" y="15"/>
                    <a:pt x="267" y="15"/>
                    <a:pt x="267" y="15"/>
                  </a:cubicBezTo>
                  <a:cubicBezTo>
                    <a:pt x="264" y="16"/>
                    <a:pt x="264" y="16"/>
                    <a:pt x="263" y="16"/>
                  </a:cubicBezTo>
                  <a:cubicBezTo>
                    <a:pt x="264" y="16"/>
                    <a:pt x="264" y="16"/>
                    <a:pt x="264" y="16"/>
                  </a:cubicBezTo>
                  <a:cubicBezTo>
                    <a:pt x="264" y="16"/>
                    <a:pt x="264" y="16"/>
                    <a:pt x="264" y="16"/>
                  </a:cubicBezTo>
                  <a:cubicBezTo>
                    <a:pt x="268" y="15"/>
                    <a:pt x="268" y="15"/>
                    <a:pt x="271" y="14"/>
                  </a:cubicBezTo>
                  <a:cubicBezTo>
                    <a:pt x="274" y="13"/>
                    <a:pt x="274" y="13"/>
                    <a:pt x="274" y="13"/>
                  </a:cubicBezTo>
                  <a:cubicBezTo>
                    <a:pt x="272" y="14"/>
                    <a:pt x="272" y="14"/>
                    <a:pt x="272" y="14"/>
                  </a:cubicBezTo>
                  <a:cubicBezTo>
                    <a:pt x="276" y="12"/>
                    <a:pt x="276" y="12"/>
                    <a:pt x="276" y="12"/>
                  </a:cubicBezTo>
                  <a:cubicBezTo>
                    <a:pt x="277" y="12"/>
                    <a:pt x="277" y="12"/>
                    <a:pt x="277" y="12"/>
                  </a:cubicBezTo>
                  <a:cubicBezTo>
                    <a:pt x="281" y="11"/>
                    <a:pt x="281" y="11"/>
                    <a:pt x="281" y="11"/>
                  </a:cubicBezTo>
                  <a:cubicBezTo>
                    <a:pt x="285" y="10"/>
                    <a:pt x="285" y="10"/>
                    <a:pt x="285" y="10"/>
                  </a:cubicBezTo>
                  <a:cubicBezTo>
                    <a:pt x="285" y="10"/>
                    <a:pt x="285" y="10"/>
                    <a:pt x="285" y="10"/>
                  </a:cubicBezTo>
                  <a:cubicBezTo>
                    <a:pt x="285" y="10"/>
                    <a:pt x="285" y="10"/>
                    <a:pt x="285" y="10"/>
                  </a:cubicBezTo>
                  <a:cubicBezTo>
                    <a:pt x="288" y="10"/>
                    <a:pt x="291" y="9"/>
                    <a:pt x="293" y="8"/>
                  </a:cubicBezTo>
                  <a:cubicBezTo>
                    <a:pt x="294" y="8"/>
                    <a:pt x="294" y="8"/>
                    <a:pt x="294" y="8"/>
                  </a:cubicBezTo>
                  <a:cubicBezTo>
                    <a:pt x="294" y="8"/>
                    <a:pt x="299" y="7"/>
                    <a:pt x="300" y="7"/>
                  </a:cubicBezTo>
                  <a:cubicBezTo>
                    <a:pt x="297" y="7"/>
                    <a:pt x="297" y="7"/>
                    <a:pt x="297" y="7"/>
                  </a:cubicBezTo>
                  <a:cubicBezTo>
                    <a:pt x="296" y="8"/>
                    <a:pt x="296" y="8"/>
                    <a:pt x="296" y="8"/>
                  </a:cubicBezTo>
                  <a:cubicBezTo>
                    <a:pt x="299" y="7"/>
                    <a:pt x="299" y="7"/>
                    <a:pt x="299" y="7"/>
                  </a:cubicBezTo>
                  <a:cubicBezTo>
                    <a:pt x="300" y="7"/>
                    <a:pt x="302" y="6"/>
                    <a:pt x="304" y="6"/>
                  </a:cubicBezTo>
                  <a:cubicBezTo>
                    <a:pt x="304" y="6"/>
                    <a:pt x="304" y="6"/>
                    <a:pt x="304" y="6"/>
                  </a:cubicBezTo>
                  <a:cubicBezTo>
                    <a:pt x="302" y="7"/>
                    <a:pt x="302" y="7"/>
                    <a:pt x="302" y="7"/>
                  </a:cubicBezTo>
                  <a:cubicBezTo>
                    <a:pt x="301" y="7"/>
                    <a:pt x="301" y="7"/>
                    <a:pt x="301" y="7"/>
                  </a:cubicBezTo>
                  <a:cubicBezTo>
                    <a:pt x="302" y="7"/>
                    <a:pt x="304" y="6"/>
                    <a:pt x="305" y="6"/>
                  </a:cubicBezTo>
                  <a:cubicBezTo>
                    <a:pt x="309" y="5"/>
                    <a:pt x="309" y="5"/>
                    <a:pt x="309" y="5"/>
                  </a:cubicBezTo>
                  <a:cubicBezTo>
                    <a:pt x="309" y="5"/>
                    <a:pt x="309" y="5"/>
                    <a:pt x="309" y="5"/>
                  </a:cubicBezTo>
                  <a:cubicBezTo>
                    <a:pt x="307" y="6"/>
                    <a:pt x="307" y="6"/>
                    <a:pt x="307" y="6"/>
                  </a:cubicBezTo>
                  <a:cubicBezTo>
                    <a:pt x="307" y="6"/>
                    <a:pt x="307" y="6"/>
                    <a:pt x="307" y="6"/>
                  </a:cubicBezTo>
                  <a:cubicBezTo>
                    <a:pt x="309" y="6"/>
                    <a:pt x="309" y="6"/>
                    <a:pt x="309" y="6"/>
                  </a:cubicBezTo>
                  <a:cubicBezTo>
                    <a:pt x="314" y="5"/>
                    <a:pt x="314" y="5"/>
                    <a:pt x="314" y="5"/>
                  </a:cubicBezTo>
                  <a:cubicBezTo>
                    <a:pt x="315" y="4"/>
                    <a:pt x="315" y="4"/>
                    <a:pt x="315" y="4"/>
                  </a:cubicBezTo>
                  <a:cubicBezTo>
                    <a:pt x="315" y="5"/>
                    <a:pt x="315" y="5"/>
                    <a:pt x="315" y="5"/>
                  </a:cubicBezTo>
                  <a:cubicBezTo>
                    <a:pt x="315" y="5"/>
                    <a:pt x="315" y="5"/>
                    <a:pt x="315" y="5"/>
                  </a:cubicBezTo>
                  <a:cubicBezTo>
                    <a:pt x="318" y="4"/>
                    <a:pt x="318" y="4"/>
                    <a:pt x="318" y="4"/>
                  </a:cubicBezTo>
                  <a:cubicBezTo>
                    <a:pt x="320" y="4"/>
                    <a:pt x="320" y="4"/>
                    <a:pt x="320" y="4"/>
                  </a:cubicBezTo>
                  <a:cubicBezTo>
                    <a:pt x="323" y="3"/>
                    <a:pt x="327" y="3"/>
                    <a:pt x="330" y="3"/>
                  </a:cubicBezTo>
                  <a:cubicBezTo>
                    <a:pt x="331" y="3"/>
                    <a:pt x="331" y="3"/>
                    <a:pt x="331" y="3"/>
                  </a:cubicBezTo>
                  <a:cubicBezTo>
                    <a:pt x="332" y="2"/>
                    <a:pt x="332" y="2"/>
                    <a:pt x="332" y="2"/>
                  </a:cubicBezTo>
                  <a:cubicBezTo>
                    <a:pt x="333" y="2"/>
                    <a:pt x="334" y="2"/>
                    <a:pt x="335" y="2"/>
                  </a:cubicBezTo>
                  <a:cubicBezTo>
                    <a:pt x="333" y="2"/>
                    <a:pt x="333" y="2"/>
                    <a:pt x="332" y="2"/>
                  </a:cubicBezTo>
                  <a:cubicBezTo>
                    <a:pt x="333" y="2"/>
                    <a:pt x="333" y="2"/>
                    <a:pt x="333" y="2"/>
                  </a:cubicBezTo>
                  <a:cubicBezTo>
                    <a:pt x="332" y="2"/>
                    <a:pt x="332" y="2"/>
                    <a:pt x="332" y="2"/>
                  </a:cubicBezTo>
                  <a:cubicBezTo>
                    <a:pt x="335" y="2"/>
                    <a:pt x="335" y="2"/>
                    <a:pt x="335" y="2"/>
                  </a:cubicBezTo>
                  <a:cubicBezTo>
                    <a:pt x="337" y="2"/>
                    <a:pt x="337" y="2"/>
                    <a:pt x="337" y="2"/>
                  </a:cubicBezTo>
                  <a:cubicBezTo>
                    <a:pt x="337" y="2"/>
                    <a:pt x="337" y="2"/>
                    <a:pt x="337" y="2"/>
                  </a:cubicBezTo>
                  <a:cubicBezTo>
                    <a:pt x="337" y="2"/>
                    <a:pt x="337" y="2"/>
                    <a:pt x="337" y="2"/>
                  </a:cubicBezTo>
                  <a:cubicBezTo>
                    <a:pt x="338" y="2"/>
                    <a:pt x="340" y="2"/>
                    <a:pt x="341" y="1"/>
                  </a:cubicBezTo>
                  <a:cubicBezTo>
                    <a:pt x="342" y="1"/>
                    <a:pt x="342" y="1"/>
                    <a:pt x="346" y="1"/>
                  </a:cubicBezTo>
                  <a:moveTo>
                    <a:pt x="300" y="6"/>
                  </a:moveTo>
                  <a:cubicBezTo>
                    <a:pt x="301" y="6"/>
                    <a:pt x="303" y="6"/>
                    <a:pt x="304" y="6"/>
                  </a:cubicBezTo>
                  <a:cubicBezTo>
                    <a:pt x="305" y="5"/>
                    <a:pt x="306" y="5"/>
                    <a:pt x="308" y="5"/>
                  </a:cubicBezTo>
                  <a:cubicBezTo>
                    <a:pt x="311" y="4"/>
                    <a:pt x="311" y="4"/>
                    <a:pt x="311" y="4"/>
                  </a:cubicBezTo>
                  <a:cubicBezTo>
                    <a:pt x="311" y="4"/>
                    <a:pt x="312" y="4"/>
                    <a:pt x="313" y="4"/>
                  </a:cubicBezTo>
                  <a:cubicBezTo>
                    <a:pt x="314" y="4"/>
                    <a:pt x="315" y="4"/>
                    <a:pt x="315" y="4"/>
                  </a:cubicBezTo>
                  <a:cubicBezTo>
                    <a:pt x="315" y="4"/>
                    <a:pt x="314" y="4"/>
                    <a:pt x="313" y="4"/>
                  </a:cubicBezTo>
                  <a:cubicBezTo>
                    <a:pt x="313" y="4"/>
                    <a:pt x="319" y="3"/>
                    <a:pt x="324" y="2"/>
                  </a:cubicBezTo>
                  <a:cubicBezTo>
                    <a:pt x="326" y="2"/>
                    <a:pt x="328" y="2"/>
                    <a:pt x="331" y="2"/>
                  </a:cubicBezTo>
                  <a:cubicBezTo>
                    <a:pt x="330" y="2"/>
                    <a:pt x="329" y="2"/>
                    <a:pt x="328" y="2"/>
                  </a:cubicBezTo>
                  <a:cubicBezTo>
                    <a:pt x="328" y="2"/>
                    <a:pt x="328" y="2"/>
                    <a:pt x="328" y="2"/>
                  </a:cubicBezTo>
                  <a:cubicBezTo>
                    <a:pt x="327" y="2"/>
                    <a:pt x="326" y="2"/>
                    <a:pt x="325" y="2"/>
                  </a:cubicBezTo>
                  <a:cubicBezTo>
                    <a:pt x="325" y="2"/>
                    <a:pt x="325" y="2"/>
                    <a:pt x="325" y="2"/>
                  </a:cubicBezTo>
                  <a:cubicBezTo>
                    <a:pt x="323" y="2"/>
                    <a:pt x="321" y="3"/>
                    <a:pt x="319" y="3"/>
                  </a:cubicBezTo>
                  <a:cubicBezTo>
                    <a:pt x="319" y="3"/>
                    <a:pt x="319" y="3"/>
                    <a:pt x="319" y="3"/>
                  </a:cubicBezTo>
                  <a:cubicBezTo>
                    <a:pt x="319" y="3"/>
                    <a:pt x="319" y="3"/>
                    <a:pt x="319" y="3"/>
                  </a:cubicBezTo>
                  <a:cubicBezTo>
                    <a:pt x="315" y="4"/>
                    <a:pt x="315" y="4"/>
                    <a:pt x="315" y="4"/>
                  </a:cubicBezTo>
                  <a:cubicBezTo>
                    <a:pt x="313" y="4"/>
                    <a:pt x="313" y="4"/>
                    <a:pt x="313" y="4"/>
                  </a:cubicBezTo>
                  <a:cubicBezTo>
                    <a:pt x="309" y="5"/>
                    <a:pt x="309" y="5"/>
                    <a:pt x="309" y="5"/>
                  </a:cubicBezTo>
                  <a:cubicBezTo>
                    <a:pt x="309" y="5"/>
                    <a:pt x="309" y="5"/>
                    <a:pt x="309" y="5"/>
                  </a:cubicBezTo>
                  <a:cubicBezTo>
                    <a:pt x="308" y="5"/>
                    <a:pt x="308" y="5"/>
                    <a:pt x="307" y="5"/>
                  </a:cubicBezTo>
                  <a:cubicBezTo>
                    <a:pt x="304" y="5"/>
                    <a:pt x="304" y="5"/>
                    <a:pt x="304" y="5"/>
                  </a:cubicBezTo>
                  <a:cubicBezTo>
                    <a:pt x="303" y="6"/>
                    <a:pt x="303" y="6"/>
                    <a:pt x="303" y="6"/>
                  </a:cubicBezTo>
                  <a:cubicBezTo>
                    <a:pt x="303" y="6"/>
                    <a:pt x="303" y="6"/>
                    <a:pt x="303" y="6"/>
                  </a:cubicBezTo>
                  <a:cubicBezTo>
                    <a:pt x="304" y="5"/>
                    <a:pt x="304" y="5"/>
                    <a:pt x="304" y="5"/>
                  </a:cubicBezTo>
                  <a:cubicBezTo>
                    <a:pt x="304" y="5"/>
                    <a:pt x="304" y="5"/>
                    <a:pt x="304" y="5"/>
                  </a:cubicBezTo>
                  <a:cubicBezTo>
                    <a:pt x="303" y="6"/>
                    <a:pt x="301" y="6"/>
                    <a:pt x="300" y="6"/>
                  </a:cubicBezTo>
                  <a:cubicBezTo>
                    <a:pt x="300" y="6"/>
                    <a:pt x="300" y="6"/>
                    <a:pt x="300" y="6"/>
                  </a:cubicBezTo>
                  <a:cubicBezTo>
                    <a:pt x="298" y="7"/>
                    <a:pt x="298" y="7"/>
                    <a:pt x="298" y="7"/>
                  </a:cubicBezTo>
                  <a:cubicBezTo>
                    <a:pt x="295" y="7"/>
                    <a:pt x="295" y="7"/>
                    <a:pt x="295" y="7"/>
                  </a:cubicBezTo>
                  <a:cubicBezTo>
                    <a:pt x="291" y="8"/>
                    <a:pt x="291" y="8"/>
                    <a:pt x="291" y="8"/>
                  </a:cubicBezTo>
                  <a:cubicBezTo>
                    <a:pt x="289" y="9"/>
                    <a:pt x="289" y="9"/>
                    <a:pt x="289" y="9"/>
                  </a:cubicBezTo>
                  <a:cubicBezTo>
                    <a:pt x="290" y="8"/>
                    <a:pt x="290" y="8"/>
                    <a:pt x="290" y="8"/>
                  </a:cubicBezTo>
                  <a:cubicBezTo>
                    <a:pt x="288" y="9"/>
                    <a:pt x="288" y="9"/>
                    <a:pt x="288" y="9"/>
                  </a:cubicBezTo>
                  <a:cubicBezTo>
                    <a:pt x="291" y="8"/>
                    <a:pt x="291" y="8"/>
                    <a:pt x="291" y="8"/>
                  </a:cubicBezTo>
                  <a:cubicBezTo>
                    <a:pt x="291" y="8"/>
                    <a:pt x="291" y="8"/>
                    <a:pt x="291" y="8"/>
                  </a:cubicBezTo>
                  <a:cubicBezTo>
                    <a:pt x="292" y="8"/>
                    <a:pt x="293" y="8"/>
                    <a:pt x="294" y="8"/>
                  </a:cubicBezTo>
                  <a:cubicBezTo>
                    <a:pt x="297" y="7"/>
                    <a:pt x="297" y="7"/>
                    <a:pt x="297" y="7"/>
                  </a:cubicBezTo>
                  <a:cubicBezTo>
                    <a:pt x="296" y="7"/>
                    <a:pt x="296" y="7"/>
                    <a:pt x="295" y="7"/>
                  </a:cubicBezTo>
                  <a:cubicBezTo>
                    <a:pt x="296" y="7"/>
                    <a:pt x="297" y="7"/>
                    <a:pt x="298" y="7"/>
                  </a:cubicBezTo>
                  <a:cubicBezTo>
                    <a:pt x="297" y="7"/>
                    <a:pt x="297" y="7"/>
                    <a:pt x="297" y="7"/>
                  </a:cubicBezTo>
                  <a:cubicBezTo>
                    <a:pt x="298" y="7"/>
                    <a:pt x="299" y="7"/>
                    <a:pt x="300" y="6"/>
                  </a:cubicBezTo>
                  <a:moveTo>
                    <a:pt x="275" y="12"/>
                  </a:moveTo>
                  <a:cubicBezTo>
                    <a:pt x="277" y="11"/>
                    <a:pt x="280" y="11"/>
                    <a:pt x="282" y="10"/>
                  </a:cubicBezTo>
                  <a:cubicBezTo>
                    <a:pt x="281" y="11"/>
                    <a:pt x="281" y="11"/>
                    <a:pt x="281" y="11"/>
                  </a:cubicBezTo>
                  <a:cubicBezTo>
                    <a:pt x="277" y="12"/>
                    <a:pt x="277" y="12"/>
                    <a:pt x="277" y="12"/>
                  </a:cubicBezTo>
                  <a:cubicBezTo>
                    <a:pt x="275" y="12"/>
                    <a:pt x="275" y="12"/>
                    <a:pt x="275" y="12"/>
                  </a:cubicBezTo>
                  <a:moveTo>
                    <a:pt x="251" y="20"/>
                  </a:moveTo>
                  <a:cubicBezTo>
                    <a:pt x="251" y="20"/>
                    <a:pt x="251" y="20"/>
                    <a:pt x="251" y="20"/>
                  </a:cubicBezTo>
                  <a:cubicBezTo>
                    <a:pt x="256" y="18"/>
                    <a:pt x="256" y="18"/>
                    <a:pt x="256" y="18"/>
                  </a:cubicBezTo>
                  <a:cubicBezTo>
                    <a:pt x="258" y="18"/>
                    <a:pt x="258" y="18"/>
                    <a:pt x="258" y="18"/>
                  </a:cubicBezTo>
                  <a:cubicBezTo>
                    <a:pt x="259" y="17"/>
                    <a:pt x="259" y="17"/>
                    <a:pt x="259" y="17"/>
                  </a:cubicBezTo>
                  <a:cubicBezTo>
                    <a:pt x="257" y="18"/>
                    <a:pt x="257" y="18"/>
                    <a:pt x="257" y="18"/>
                  </a:cubicBezTo>
                  <a:cubicBezTo>
                    <a:pt x="255" y="18"/>
                    <a:pt x="255" y="18"/>
                    <a:pt x="255" y="18"/>
                  </a:cubicBezTo>
                  <a:cubicBezTo>
                    <a:pt x="255" y="18"/>
                    <a:pt x="255" y="18"/>
                    <a:pt x="255" y="18"/>
                  </a:cubicBezTo>
                  <a:cubicBezTo>
                    <a:pt x="256" y="18"/>
                    <a:pt x="256" y="18"/>
                    <a:pt x="256" y="18"/>
                  </a:cubicBezTo>
                  <a:cubicBezTo>
                    <a:pt x="256" y="18"/>
                    <a:pt x="256" y="18"/>
                    <a:pt x="256" y="18"/>
                  </a:cubicBezTo>
                  <a:cubicBezTo>
                    <a:pt x="260" y="16"/>
                    <a:pt x="260" y="16"/>
                    <a:pt x="260" y="16"/>
                  </a:cubicBezTo>
                  <a:cubicBezTo>
                    <a:pt x="265" y="15"/>
                    <a:pt x="265" y="15"/>
                    <a:pt x="265" y="15"/>
                  </a:cubicBezTo>
                  <a:cubicBezTo>
                    <a:pt x="269" y="14"/>
                    <a:pt x="269" y="14"/>
                    <a:pt x="269" y="14"/>
                  </a:cubicBezTo>
                  <a:cubicBezTo>
                    <a:pt x="269" y="14"/>
                    <a:pt x="269" y="14"/>
                    <a:pt x="269" y="14"/>
                  </a:cubicBezTo>
                  <a:cubicBezTo>
                    <a:pt x="266" y="15"/>
                    <a:pt x="266" y="15"/>
                    <a:pt x="266" y="15"/>
                  </a:cubicBezTo>
                  <a:cubicBezTo>
                    <a:pt x="245" y="21"/>
                    <a:pt x="245" y="21"/>
                    <a:pt x="245" y="21"/>
                  </a:cubicBezTo>
                  <a:cubicBezTo>
                    <a:pt x="246" y="21"/>
                    <a:pt x="246" y="21"/>
                    <a:pt x="246" y="21"/>
                  </a:cubicBezTo>
                  <a:cubicBezTo>
                    <a:pt x="246" y="21"/>
                    <a:pt x="247" y="21"/>
                    <a:pt x="248" y="21"/>
                  </a:cubicBezTo>
                  <a:cubicBezTo>
                    <a:pt x="244" y="22"/>
                    <a:pt x="244" y="22"/>
                    <a:pt x="244" y="22"/>
                  </a:cubicBezTo>
                  <a:cubicBezTo>
                    <a:pt x="244" y="22"/>
                    <a:pt x="244" y="22"/>
                    <a:pt x="244" y="22"/>
                  </a:cubicBezTo>
                  <a:cubicBezTo>
                    <a:pt x="244" y="22"/>
                    <a:pt x="244" y="22"/>
                    <a:pt x="244" y="22"/>
                  </a:cubicBezTo>
                  <a:cubicBezTo>
                    <a:pt x="245" y="22"/>
                    <a:pt x="245" y="22"/>
                    <a:pt x="245" y="22"/>
                  </a:cubicBezTo>
                  <a:cubicBezTo>
                    <a:pt x="247" y="21"/>
                    <a:pt x="247" y="21"/>
                    <a:pt x="247" y="21"/>
                  </a:cubicBezTo>
                  <a:cubicBezTo>
                    <a:pt x="245" y="22"/>
                    <a:pt x="245" y="22"/>
                    <a:pt x="245" y="22"/>
                  </a:cubicBezTo>
                  <a:cubicBezTo>
                    <a:pt x="247" y="22"/>
                    <a:pt x="249" y="21"/>
                    <a:pt x="251" y="20"/>
                  </a:cubicBezTo>
                  <a:moveTo>
                    <a:pt x="179" y="56"/>
                  </a:moveTo>
                  <a:cubicBezTo>
                    <a:pt x="182" y="54"/>
                    <a:pt x="182" y="54"/>
                    <a:pt x="182" y="54"/>
                  </a:cubicBezTo>
                  <a:cubicBezTo>
                    <a:pt x="186" y="52"/>
                    <a:pt x="186" y="52"/>
                    <a:pt x="186" y="52"/>
                  </a:cubicBezTo>
                  <a:cubicBezTo>
                    <a:pt x="185" y="52"/>
                    <a:pt x="185" y="52"/>
                    <a:pt x="180" y="54"/>
                  </a:cubicBezTo>
                  <a:cubicBezTo>
                    <a:pt x="177" y="56"/>
                    <a:pt x="177" y="56"/>
                    <a:pt x="177" y="56"/>
                  </a:cubicBezTo>
                  <a:cubicBezTo>
                    <a:pt x="177" y="57"/>
                    <a:pt x="177" y="57"/>
                    <a:pt x="177" y="57"/>
                  </a:cubicBezTo>
                  <a:cubicBezTo>
                    <a:pt x="179" y="56"/>
                    <a:pt x="179" y="56"/>
                    <a:pt x="179" y="56"/>
                  </a:cubicBezTo>
                  <a:moveTo>
                    <a:pt x="156" y="69"/>
                  </a:moveTo>
                  <a:cubicBezTo>
                    <a:pt x="154" y="70"/>
                    <a:pt x="154" y="70"/>
                    <a:pt x="154" y="70"/>
                  </a:cubicBezTo>
                  <a:cubicBezTo>
                    <a:pt x="153" y="71"/>
                    <a:pt x="153" y="71"/>
                    <a:pt x="153" y="71"/>
                  </a:cubicBezTo>
                  <a:cubicBezTo>
                    <a:pt x="160" y="66"/>
                    <a:pt x="160" y="66"/>
                    <a:pt x="160" y="66"/>
                  </a:cubicBezTo>
                  <a:cubicBezTo>
                    <a:pt x="159" y="66"/>
                    <a:pt x="159" y="66"/>
                    <a:pt x="159" y="66"/>
                  </a:cubicBezTo>
                  <a:cubicBezTo>
                    <a:pt x="156" y="69"/>
                    <a:pt x="156" y="69"/>
                    <a:pt x="156" y="69"/>
                  </a:cubicBezTo>
                  <a:close/>
                  <a:moveTo>
                    <a:pt x="6" y="417"/>
                  </a:moveTo>
                  <a:cubicBezTo>
                    <a:pt x="5" y="413"/>
                    <a:pt x="5" y="413"/>
                    <a:pt x="5" y="413"/>
                  </a:cubicBezTo>
                  <a:cubicBezTo>
                    <a:pt x="5" y="409"/>
                    <a:pt x="5" y="409"/>
                    <a:pt x="5" y="409"/>
                  </a:cubicBezTo>
                  <a:cubicBezTo>
                    <a:pt x="4" y="409"/>
                    <a:pt x="4" y="409"/>
                    <a:pt x="4" y="409"/>
                  </a:cubicBezTo>
                  <a:cubicBezTo>
                    <a:pt x="3" y="408"/>
                    <a:pt x="3" y="408"/>
                    <a:pt x="3" y="408"/>
                  </a:cubicBezTo>
                  <a:cubicBezTo>
                    <a:pt x="2" y="407"/>
                    <a:pt x="2" y="407"/>
                    <a:pt x="2" y="407"/>
                  </a:cubicBezTo>
                  <a:cubicBezTo>
                    <a:pt x="2" y="405"/>
                    <a:pt x="2" y="405"/>
                    <a:pt x="2" y="405"/>
                  </a:cubicBezTo>
                  <a:cubicBezTo>
                    <a:pt x="1" y="398"/>
                    <a:pt x="1" y="398"/>
                    <a:pt x="1" y="398"/>
                  </a:cubicBezTo>
                  <a:cubicBezTo>
                    <a:pt x="1" y="394"/>
                    <a:pt x="1" y="394"/>
                    <a:pt x="1" y="394"/>
                  </a:cubicBezTo>
                  <a:cubicBezTo>
                    <a:pt x="1" y="392"/>
                    <a:pt x="1" y="389"/>
                    <a:pt x="1" y="387"/>
                  </a:cubicBezTo>
                  <a:cubicBezTo>
                    <a:pt x="1" y="379"/>
                    <a:pt x="1" y="379"/>
                    <a:pt x="1" y="379"/>
                  </a:cubicBezTo>
                  <a:cubicBezTo>
                    <a:pt x="1" y="378"/>
                    <a:pt x="1" y="376"/>
                    <a:pt x="1" y="374"/>
                  </a:cubicBezTo>
                  <a:cubicBezTo>
                    <a:pt x="0" y="370"/>
                    <a:pt x="0" y="370"/>
                    <a:pt x="0" y="370"/>
                  </a:cubicBezTo>
                  <a:cubicBezTo>
                    <a:pt x="0" y="367"/>
                    <a:pt x="0" y="367"/>
                    <a:pt x="0" y="367"/>
                  </a:cubicBezTo>
                  <a:cubicBezTo>
                    <a:pt x="0" y="367"/>
                    <a:pt x="0" y="367"/>
                    <a:pt x="0" y="367"/>
                  </a:cubicBezTo>
                  <a:cubicBezTo>
                    <a:pt x="0" y="376"/>
                    <a:pt x="1" y="389"/>
                    <a:pt x="1" y="399"/>
                  </a:cubicBezTo>
                  <a:cubicBezTo>
                    <a:pt x="2" y="405"/>
                    <a:pt x="2" y="405"/>
                    <a:pt x="2" y="405"/>
                  </a:cubicBezTo>
                  <a:cubicBezTo>
                    <a:pt x="2" y="405"/>
                    <a:pt x="2" y="405"/>
                    <a:pt x="2" y="405"/>
                  </a:cubicBezTo>
                  <a:cubicBezTo>
                    <a:pt x="2" y="407"/>
                    <a:pt x="2" y="407"/>
                    <a:pt x="2" y="407"/>
                  </a:cubicBezTo>
                  <a:cubicBezTo>
                    <a:pt x="3" y="414"/>
                    <a:pt x="3" y="414"/>
                    <a:pt x="3" y="414"/>
                  </a:cubicBezTo>
                  <a:cubicBezTo>
                    <a:pt x="3" y="414"/>
                    <a:pt x="3" y="414"/>
                    <a:pt x="3" y="414"/>
                  </a:cubicBezTo>
                  <a:cubicBezTo>
                    <a:pt x="4" y="419"/>
                    <a:pt x="4" y="419"/>
                    <a:pt x="4" y="419"/>
                  </a:cubicBezTo>
                  <a:cubicBezTo>
                    <a:pt x="5" y="421"/>
                    <a:pt x="5" y="421"/>
                    <a:pt x="5" y="421"/>
                  </a:cubicBezTo>
                  <a:cubicBezTo>
                    <a:pt x="4" y="416"/>
                    <a:pt x="4" y="416"/>
                    <a:pt x="4" y="416"/>
                  </a:cubicBezTo>
                  <a:cubicBezTo>
                    <a:pt x="4" y="413"/>
                    <a:pt x="4" y="413"/>
                    <a:pt x="4" y="413"/>
                  </a:cubicBezTo>
                  <a:cubicBezTo>
                    <a:pt x="5" y="414"/>
                    <a:pt x="5" y="414"/>
                    <a:pt x="5" y="414"/>
                  </a:cubicBezTo>
                  <a:cubicBezTo>
                    <a:pt x="5" y="417"/>
                    <a:pt x="5" y="417"/>
                    <a:pt x="5" y="417"/>
                  </a:cubicBezTo>
                  <a:cubicBezTo>
                    <a:pt x="6" y="417"/>
                    <a:pt x="6" y="417"/>
                    <a:pt x="6" y="417"/>
                  </a:cubicBezTo>
                  <a:moveTo>
                    <a:pt x="182" y="64"/>
                  </a:moveTo>
                  <a:cubicBezTo>
                    <a:pt x="185" y="62"/>
                    <a:pt x="185" y="62"/>
                    <a:pt x="185" y="62"/>
                  </a:cubicBezTo>
                  <a:cubicBezTo>
                    <a:pt x="189" y="60"/>
                    <a:pt x="189" y="60"/>
                    <a:pt x="189" y="60"/>
                  </a:cubicBezTo>
                  <a:cubicBezTo>
                    <a:pt x="188" y="60"/>
                    <a:pt x="187" y="60"/>
                    <a:pt x="187" y="60"/>
                  </a:cubicBezTo>
                  <a:cubicBezTo>
                    <a:pt x="187" y="59"/>
                    <a:pt x="188" y="59"/>
                    <a:pt x="189" y="58"/>
                  </a:cubicBezTo>
                  <a:cubicBezTo>
                    <a:pt x="191" y="56"/>
                    <a:pt x="191" y="56"/>
                    <a:pt x="191" y="56"/>
                  </a:cubicBezTo>
                  <a:cubicBezTo>
                    <a:pt x="191" y="56"/>
                    <a:pt x="191" y="56"/>
                    <a:pt x="191" y="56"/>
                  </a:cubicBezTo>
                  <a:cubicBezTo>
                    <a:pt x="192" y="54"/>
                    <a:pt x="192" y="54"/>
                    <a:pt x="192" y="54"/>
                  </a:cubicBezTo>
                  <a:cubicBezTo>
                    <a:pt x="191" y="54"/>
                    <a:pt x="191" y="54"/>
                    <a:pt x="191" y="54"/>
                  </a:cubicBezTo>
                  <a:cubicBezTo>
                    <a:pt x="193" y="52"/>
                    <a:pt x="193" y="52"/>
                    <a:pt x="193" y="52"/>
                  </a:cubicBezTo>
                  <a:cubicBezTo>
                    <a:pt x="196" y="51"/>
                    <a:pt x="196" y="51"/>
                    <a:pt x="196" y="51"/>
                  </a:cubicBezTo>
                  <a:cubicBezTo>
                    <a:pt x="195" y="51"/>
                    <a:pt x="195" y="51"/>
                    <a:pt x="194" y="51"/>
                  </a:cubicBezTo>
                  <a:cubicBezTo>
                    <a:pt x="194" y="51"/>
                    <a:pt x="194" y="51"/>
                    <a:pt x="194" y="51"/>
                  </a:cubicBezTo>
                  <a:cubicBezTo>
                    <a:pt x="196" y="50"/>
                    <a:pt x="197" y="49"/>
                    <a:pt x="199" y="48"/>
                  </a:cubicBezTo>
                  <a:cubicBezTo>
                    <a:pt x="199" y="48"/>
                    <a:pt x="199" y="48"/>
                    <a:pt x="199" y="48"/>
                  </a:cubicBezTo>
                  <a:cubicBezTo>
                    <a:pt x="202" y="47"/>
                    <a:pt x="202" y="47"/>
                    <a:pt x="202" y="47"/>
                  </a:cubicBezTo>
                  <a:cubicBezTo>
                    <a:pt x="202" y="46"/>
                    <a:pt x="202" y="46"/>
                    <a:pt x="202" y="46"/>
                  </a:cubicBezTo>
                  <a:cubicBezTo>
                    <a:pt x="204" y="45"/>
                    <a:pt x="204" y="45"/>
                    <a:pt x="204" y="45"/>
                  </a:cubicBezTo>
                  <a:cubicBezTo>
                    <a:pt x="205" y="45"/>
                    <a:pt x="205" y="45"/>
                    <a:pt x="205" y="45"/>
                  </a:cubicBezTo>
                  <a:cubicBezTo>
                    <a:pt x="208" y="43"/>
                    <a:pt x="208" y="43"/>
                    <a:pt x="208" y="43"/>
                  </a:cubicBezTo>
                  <a:cubicBezTo>
                    <a:pt x="208" y="42"/>
                    <a:pt x="208" y="42"/>
                    <a:pt x="208" y="42"/>
                  </a:cubicBezTo>
                  <a:cubicBezTo>
                    <a:pt x="211" y="41"/>
                    <a:pt x="211" y="41"/>
                    <a:pt x="211" y="41"/>
                  </a:cubicBezTo>
                  <a:cubicBezTo>
                    <a:pt x="213" y="39"/>
                    <a:pt x="213" y="39"/>
                    <a:pt x="213" y="39"/>
                  </a:cubicBezTo>
                  <a:cubicBezTo>
                    <a:pt x="212" y="39"/>
                    <a:pt x="212" y="39"/>
                    <a:pt x="212" y="39"/>
                  </a:cubicBezTo>
                  <a:cubicBezTo>
                    <a:pt x="214" y="38"/>
                    <a:pt x="214" y="38"/>
                    <a:pt x="214" y="38"/>
                  </a:cubicBezTo>
                  <a:cubicBezTo>
                    <a:pt x="214" y="38"/>
                    <a:pt x="214" y="38"/>
                    <a:pt x="214" y="38"/>
                  </a:cubicBezTo>
                  <a:cubicBezTo>
                    <a:pt x="214" y="38"/>
                    <a:pt x="214" y="38"/>
                    <a:pt x="214" y="38"/>
                  </a:cubicBezTo>
                  <a:cubicBezTo>
                    <a:pt x="217" y="37"/>
                    <a:pt x="217" y="37"/>
                    <a:pt x="217" y="37"/>
                  </a:cubicBezTo>
                  <a:cubicBezTo>
                    <a:pt x="218" y="36"/>
                    <a:pt x="218" y="36"/>
                    <a:pt x="218" y="36"/>
                  </a:cubicBezTo>
                  <a:cubicBezTo>
                    <a:pt x="216" y="36"/>
                    <a:pt x="216" y="36"/>
                    <a:pt x="216" y="36"/>
                  </a:cubicBezTo>
                  <a:cubicBezTo>
                    <a:pt x="220" y="34"/>
                    <a:pt x="220" y="34"/>
                    <a:pt x="220" y="34"/>
                  </a:cubicBezTo>
                  <a:cubicBezTo>
                    <a:pt x="222" y="33"/>
                    <a:pt x="222" y="33"/>
                    <a:pt x="222" y="33"/>
                  </a:cubicBezTo>
                  <a:cubicBezTo>
                    <a:pt x="222" y="33"/>
                    <a:pt x="222" y="33"/>
                    <a:pt x="222" y="33"/>
                  </a:cubicBezTo>
                  <a:cubicBezTo>
                    <a:pt x="225" y="31"/>
                    <a:pt x="225" y="31"/>
                    <a:pt x="225" y="31"/>
                  </a:cubicBezTo>
                  <a:cubicBezTo>
                    <a:pt x="227" y="30"/>
                    <a:pt x="227" y="30"/>
                    <a:pt x="227" y="30"/>
                  </a:cubicBezTo>
                  <a:cubicBezTo>
                    <a:pt x="226" y="30"/>
                    <a:pt x="226" y="30"/>
                    <a:pt x="226" y="30"/>
                  </a:cubicBezTo>
                  <a:cubicBezTo>
                    <a:pt x="224" y="31"/>
                    <a:pt x="224" y="31"/>
                    <a:pt x="224" y="31"/>
                  </a:cubicBezTo>
                  <a:cubicBezTo>
                    <a:pt x="223" y="31"/>
                    <a:pt x="223" y="31"/>
                    <a:pt x="223" y="31"/>
                  </a:cubicBezTo>
                  <a:cubicBezTo>
                    <a:pt x="223" y="31"/>
                    <a:pt x="223" y="31"/>
                    <a:pt x="223" y="31"/>
                  </a:cubicBezTo>
                  <a:cubicBezTo>
                    <a:pt x="220" y="32"/>
                    <a:pt x="220" y="32"/>
                    <a:pt x="220" y="32"/>
                  </a:cubicBezTo>
                  <a:cubicBezTo>
                    <a:pt x="220" y="32"/>
                    <a:pt x="220" y="32"/>
                    <a:pt x="220" y="32"/>
                  </a:cubicBezTo>
                  <a:cubicBezTo>
                    <a:pt x="224" y="31"/>
                    <a:pt x="224" y="31"/>
                    <a:pt x="224" y="31"/>
                  </a:cubicBezTo>
                  <a:cubicBezTo>
                    <a:pt x="227" y="29"/>
                    <a:pt x="227" y="29"/>
                    <a:pt x="227" y="29"/>
                  </a:cubicBezTo>
                  <a:cubicBezTo>
                    <a:pt x="232" y="27"/>
                    <a:pt x="232" y="27"/>
                    <a:pt x="232" y="27"/>
                  </a:cubicBezTo>
                  <a:cubicBezTo>
                    <a:pt x="237" y="25"/>
                    <a:pt x="237" y="25"/>
                    <a:pt x="237" y="25"/>
                  </a:cubicBezTo>
                  <a:cubicBezTo>
                    <a:pt x="237" y="25"/>
                    <a:pt x="237" y="25"/>
                    <a:pt x="237" y="25"/>
                  </a:cubicBezTo>
                  <a:cubicBezTo>
                    <a:pt x="233" y="26"/>
                    <a:pt x="233" y="26"/>
                    <a:pt x="233" y="26"/>
                  </a:cubicBezTo>
                  <a:cubicBezTo>
                    <a:pt x="233" y="26"/>
                    <a:pt x="233" y="26"/>
                    <a:pt x="233" y="26"/>
                  </a:cubicBezTo>
                  <a:cubicBezTo>
                    <a:pt x="231" y="27"/>
                    <a:pt x="231" y="27"/>
                    <a:pt x="231" y="27"/>
                  </a:cubicBezTo>
                  <a:cubicBezTo>
                    <a:pt x="226" y="29"/>
                    <a:pt x="226" y="29"/>
                    <a:pt x="226" y="29"/>
                  </a:cubicBezTo>
                  <a:cubicBezTo>
                    <a:pt x="221" y="31"/>
                    <a:pt x="221" y="31"/>
                    <a:pt x="221" y="31"/>
                  </a:cubicBezTo>
                  <a:cubicBezTo>
                    <a:pt x="218" y="33"/>
                    <a:pt x="218" y="33"/>
                    <a:pt x="218" y="33"/>
                  </a:cubicBezTo>
                  <a:cubicBezTo>
                    <a:pt x="213" y="35"/>
                    <a:pt x="213" y="35"/>
                    <a:pt x="213" y="35"/>
                  </a:cubicBezTo>
                  <a:cubicBezTo>
                    <a:pt x="212" y="36"/>
                    <a:pt x="212" y="36"/>
                    <a:pt x="212" y="36"/>
                  </a:cubicBezTo>
                  <a:cubicBezTo>
                    <a:pt x="217" y="33"/>
                    <a:pt x="217" y="33"/>
                    <a:pt x="217" y="33"/>
                  </a:cubicBezTo>
                  <a:cubicBezTo>
                    <a:pt x="224" y="30"/>
                    <a:pt x="224" y="30"/>
                    <a:pt x="224" y="30"/>
                  </a:cubicBezTo>
                  <a:cubicBezTo>
                    <a:pt x="228" y="28"/>
                    <a:pt x="228" y="28"/>
                    <a:pt x="228" y="28"/>
                  </a:cubicBezTo>
                  <a:cubicBezTo>
                    <a:pt x="233" y="26"/>
                    <a:pt x="233" y="26"/>
                    <a:pt x="233" y="26"/>
                  </a:cubicBezTo>
                  <a:cubicBezTo>
                    <a:pt x="237" y="25"/>
                    <a:pt x="237" y="25"/>
                    <a:pt x="237" y="25"/>
                  </a:cubicBezTo>
                  <a:cubicBezTo>
                    <a:pt x="237" y="25"/>
                    <a:pt x="237" y="25"/>
                    <a:pt x="237" y="25"/>
                  </a:cubicBezTo>
                  <a:cubicBezTo>
                    <a:pt x="236" y="25"/>
                    <a:pt x="236" y="25"/>
                    <a:pt x="236" y="25"/>
                  </a:cubicBezTo>
                  <a:cubicBezTo>
                    <a:pt x="231" y="27"/>
                    <a:pt x="231" y="27"/>
                    <a:pt x="231" y="27"/>
                  </a:cubicBezTo>
                  <a:cubicBezTo>
                    <a:pt x="224" y="30"/>
                    <a:pt x="224" y="30"/>
                    <a:pt x="224" y="30"/>
                  </a:cubicBezTo>
                  <a:cubicBezTo>
                    <a:pt x="213" y="35"/>
                    <a:pt x="213" y="35"/>
                    <a:pt x="213" y="35"/>
                  </a:cubicBezTo>
                  <a:cubicBezTo>
                    <a:pt x="212" y="35"/>
                    <a:pt x="212" y="35"/>
                    <a:pt x="212" y="35"/>
                  </a:cubicBezTo>
                  <a:cubicBezTo>
                    <a:pt x="212" y="36"/>
                    <a:pt x="212" y="36"/>
                    <a:pt x="212" y="36"/>
                  </a:cubicBezTo>
                  <a:cubicBezTo>
                    <a:pt x="208" y="37"/>
                    <a:pt x="208" y="37"/>
                    <a:pt x="208" y="37"/>
                  </a:cubicBezTo>
                  <a:cubicBezTo>
                    <a:pt x="209" y="37"/>
                    <a:pt x="209" y="37"/>
                    <a:pt x="209" y="37"/>
                  </a:cubicBezTo>
                  <a:cubicBezTo>
                    <a:pt x="208" y="37"/>
                    <a:pt x="208" y="37"/>
                    <a:pt x="208" y="37"/>
                  </a:cubicBezTo>
                  <a:cubicBezTo>
                    <a:pt x="206" y="38"/>
                    <a:pt x="206" y="38"/>
                    <a:pt x="206" y="38"/>
                  </a:cubicBezTo>
                  <a:cubicBezTo>
                    <a:pt x="203" y="40"/>
                    <a:pt x="203" y="40"/>
                    <a:pt x="203" y="40"/>
                  </a:cubicBezTo>
                  <a:cubicBezTo>
                    <a:pt x="203" y="40"/>
                    <a:pt x="203" y="40"/>
                    <a:pt x="203" y="40"/>
                  </a:cubicBezTo>
                  <a:cubicBezTo>
                    <a:pt x="204" y="39"/>
                    <a:pt x="204" y="39"/>
                    <a:pt x="204" y="39"/>
                  </a:cubicBezTo>
                  <a:cubicBezTo>
                    <a:pt x="201" y="41"/>
                    <a:pt x="201" y="41"/>
                    <a:pt x="201" y="41"/>
                  </a:cubicBezTo>
                  <a:cubicBezTo>
                    <a:pt x="199" y="42"/>
                    <a:pt x="199" y="42"/>
                    <a:pt x="199" y="42"/>
                  </a:cubicBezTo>
                  <a:cubicBezTo>
                    <a:pt x="198" y="43"/>
                    <a:pt x="198" y="43"/>
                    <a:pt x="198" y="43"/>
                  </a:cubicBezTo>
                  <a:cubicBezTo>
                    <a:pt x="194" y="45"/>
                    <a:pt x="194" y="45"/>
                    <a:pt x="194" y="45"/>
                  </a:cubicBezTo>
                  <a:cubicBezTo>
                    <a:pt x="191" y="46"/>
                    <a:pt x="191" y="46"/>
                    <a:pt x="191" y="46"/>
                  </a:cubicBezTo>
                  <a:cubicBezTo>
                    <a:pt x="184" y="50"/>
                    <a:pt x="184" y="50"/>
                    <a:pt x="184" y="50"/>
                  </a:cubicBezTo>
                  <a:cubicBezTo>
                    <a:pt x="179" y="53"/>
                    <a:pt x="179" y="53"/>
                    <a:pt x="179" y="53"/>
                  </a:cubicBezTo>
                  <a:cubicBezTo>
                    <a:pt x="176" y="55"/>
                    <a:pt x="176" y="55"/>
                    <a:pt x="176" y="55"/>
                  </a:cubicBezTo>
                  <a:cubicBezTo>
                    <a:pt x="177" y="54"/>
                    <a:pt x="177" y="54"/>
                    <a:pt x="177" y="54"/>
                  </a:cubicBezTo>
                  <a:cubicBezTo>
                    <a:pt x="183" y="51"/>
                    <a:pt x="183" y="51"/>
                    <a:pt x="183" y="51"/>
                  </a:cubicBezTo>
                  <a:cubicBezTo>
                    <a:pt x="187" y="49"/>
                    <a:pt x="187" y="49"/>
                    <a:pt x="187" y="49"/>
                  </a:cubicBezTo>
                  <a:cubicBezTo>
                    <a:pt x="191" y="46"/>
                    <a:pt x="191" y="46"/>
                    <a:pt x="191" y="46"/>
                  </a:cubicBezTo>
                  <a:cubicBezTo>
                    <a:pt x="182" y="51"/>
                    <a:pt x="171" y="59"/>
                    <a:pt x="162" y="64"/>
                  </a:cubicBezTo>
                  <a:cubicBezTo>
                    <a:pt x="162" y="64"/>
                    <a:pt x="162" y="64"/>
                    <a:pt x="162" y="64"/>
                  </a:cubicBezTo>
                  <a:cubicBezTo>
                    <a:pt x="163" y="64"/>
                    <a:pt x="163" y="64"/>
                    <a:pt x="163" y="64"/>
                  </a:cubicBezTo>
                  <a:cubicBezTo>
                    <a:pt x="167" y="61"/>
                    <a:pt x="167" y="61"/>
                    <a:pt x="167" y="61"/>
                  </a:cubicBezTo>
                  <a:cubicBezTo>
                    <a:pt x="170" y="59"/>
                    <a:pt x="170" y="59"/>
                    <a:pt x="170" y="59"/>
                  </a:cubicBezTo>
                  <a:cubicBezTo>
                    <a:pt x="170" y="59"/>
                    <a:pt x="170" y="59"/>
                    <a:pt x="170" y="59"/>
                  </a:cubicBezTo>
                  <a:cubicBezTo>
                    <a:pt x="167" y="61"/>
                    <a:pt x="167" y="61"/>
                    <a:pt x="167" y="61"/>
                  </a:cubicBezTo>
                  <a:cubicBezTo>
                    <a:pt x="164" y="63"/>
                    <a:pt x="164" y="63"/>
                    <a:pt x="164" y="63"/>
                  </a:cubicBezTo>
                  <a:cubicBezTo>
                    <a:pt x="159" y="67"/>
                    <a:pt x="159" y="67"/>
                    <a:pt x="159" y="67"/>
                  </a:cubicBezTo>
                  <a:cubicBezTo>
                    <a:pt x="156" y="68"/>
                    <a:pt x="154" y="70"/>
                    <a:pt x="152" y="71"/>
                  </a:cubicBezTo>
                  <a:cubicBezTo>
                    <a:pt x="151" y="72"/>
                    <a:pt x="151" y="72"/>
                    <a:pt x="151" y="72"/>
                  </a:cubicBezTo>
                  <a:cubicBezTo>
                    <a:pt x="148" y="75"/>
                    <a:pt x="148" y="75"/>
                    <a:pt x="148" y="75"/>
                  </a:cubicBezTo>
                  <a:cubicBezTo>
                    <a:pt x="147" y="75"/>
                    <a:pt x="147" y="75"/>
                    <a:pt x="147" y="75"/>
                  </a:cubicBezTo>
                  <a:cubicBezTo>
                    <a:pt x="147" y="76"/>
                    <a:pt x="146" y="76"/>
                    <a:pt x="145" y="77"/>
                  </a:cubicBezTo>
                  <a:cubicBezTo>
                    <a:pt x="145" y="77"/>
                    <a:pt x="145" y="77"/>
                    <a:pt x="145" y="77"/>
                  </a:cubicBezTo>
                  <a:cubicBezTo>
                    <a:pt x="149" y="74"/>
                    <a:pt x="149" y="74"/>
                    <a:pt x="149" y="74"/>
                  </a:cubicBezTo>
                  <a:cubicBezTo>
                    <a:pt x="149" y="74"/>
                    <a:pt x="149" y="74"/>
                    <a:pt x="149" y="74"/>
                  </a:cubicBezTo>
                  <a:cubicBezTo>
                    <a:pt x="148" y="75"/>
                    <a:pt x="148" y="75"/>
                    <a:pt x="148" y="75"/>
                  </a:cubicBezTo>
                  <a:cubicBezTo>
                    <a:pt x="147" y="76"/>
                    <a:pt x="147" y="76"/>
                    <a:pt x="147" y="76"/>
                  </a:cubicBezTo>
                  <a:cubicBezTo>
                    <a:pt x="147" y="76"/>
                    <a:pt x="147" y="76"/>
                    <a:pt x="147" y="76"/>
                  </a:cubicBezTo>
                  <a:cubicBezTo>
                    <a:pt x="151" y="73"/>
                    <a:pt x="151" y="73"/>
                    <a:pt x="151" y="73"/>
                  </a:cubicBezTo>
                  <a:cubicBezTo>
                    <a:pt x="151" y="73"/>
                    <a:pt x="151" y="73"/>
                    <a:pt x="151" y="73"/>
                  </a:cubicBezTo>
                  <a:cubicBezTo>
                    <a:pt x="156" y="69"/>
                    <a:pt x="156" y="69"/>
                    <a:pt x="156" y="69"/>
                  </a:cubicBezTo>
                  <a:cubicBezTo>
                    <a:pt x="156" y="69"/>
                    <a:pt x="156" y="69"/>
                    <a:pt x="156" y="69"/>
                  </a:cubicBezTo>
                  <a:cubicBezTo>
                    <a:pt x="160" y="66"/>
                    <a:pt x="160" y="66"/>
                    <a:pt x="160" y="66"/>
                  </a:cubicBezTo>
                  <a:cubicBezTo>
                    <a:pt x="161" y="65"/>
                    <a:pt x="161" y="65"/>
                    <a:pt x="161" y="65"/>
                  </a:cubicBezTo>
                  <a:cubicBezTo>
                    <a:pt x="162" y="65"/>
                    <a:pt x="163" y="64"/>
                    <a:pt x="164" y="63"/>
                  </a:cubicBezTo>
                  <a:cubicBezTo>
                    <a:pt x="163" y="64"/>
                    <a:pt x="163" y="64"/>
                    <a:pt x="163" y="64"/>
                  </a:cubicBezTo>
                  <a:cubicBezTo>
                    <a:pt x="165" y="63"/>
                    <a:pt x="165" y="63"/>
                    <a:pt x="165" y="63"/>
                  </a:cubicBezTo>
                  <a:cubicBezTo>
                    <a:pt x="167" y="61"/>
                    <a:pt x="167" y="61"/>
                    <a:pt x="167" y="61"/>
                  </a:cubicBezTo>
                  <a:cubicBezTo>
                    <a:pt x="167" y="61"/>
                    <a:pt x="167" y="61"/>
                    <a:pt x="167" y="61"/>
                  </a:cubicBezTo>
                  <a:cubicBezTo>
                    <a:pt x="170" y="59"/>
                    <a:pt x="170" y="59"/>
                    <a:pt x="170" y="59"/>
                  </a:cubicBezTo>
                  <a:cubicBezTo>
                    <a:pt x="174" y="57"/>
                    <a:pt x="174" y="57"/>
                    <a:pt x="174" y="57"/>
                  </a:cubicBezTo>
                  <a:cubicBezTo>
                    <a:pt x="177" y="55"/>
                    <a:pt x="177" y="55"/>
                    <a:pt x="177" y="55"/>
                  </a:cubicBezTo>
                  <a:cubicBezTo>
                    <a:pt x="180" y="54"/>
                    <a:pt x="180" y="54"/>
                    <a:pt x="180" y="54"/>
                  </a:cubicBezTo>
                  <a:cubicBezTo>
                    <a:pt x="185" y="50"/>
                    <a:pt x="185" y="50"/>
                    <a:pt x="185" y="50"/>
                  </a:cubicBezTo>
                  <a:cubicBezTo>
                    <a:pt x="186" y="50"/>
                    <a:pt x="186" y="50"/>
                    <a:pt x="186" y="50"/>
                  </a:cubicBezTo>
                  <a:cubicBezTo>
                    <a:pt x="190" y="48"/>
                    <a:pt x="190" y="48"/>
                    <a:pt x="190" y="48"/>
                  </a:cubicBezTo>
                  <a:cubicBezTo>
                    <a:pt x="194" y="45"/>
                    <a:pt x="194" y="45"/>
                    <a:pt x="194" y="45"/>
                  </a:cubicBezTo>
                  <a:cubicBezTo>
                    <a:pt x="196" y="44"/>
                    <a:pt x="196" y="44"/>
                    <a:pt x="196" y="44"/>
                  </a:cubicBezTo>
                  <a:cubicBezTo>
                    <a:pt x="199" y="42"/>
                    <a:pt x="199" y="42"/>
                    <a:pt x="199" y="42"/>
                  </a:cubicBezTo>
                  <a:cubicBezTo>
                    <a:pt x="199" y="43"/>
                    <a:pt x="199" y="43"/>
                    <a:pt x="199" y="43"/>
                  </a:cubicBezTo>
                  <a:cubicBezTo>
                    <a:pt x="201" y="41"/>
                    <a:pt x="201" y="41"/>
                    <a:pt x="201" y="41"/>
                  </a:cubicBezTo>
                  <a:cubicBezTo>
                    <a:pt x="201" y="42"/>
                    <a:pt x="201" y="42"/>
                    <a:pt x="201" y="42"/>
                  </a:cubicBezTo>
                  <a:cubicBezTo>
                    <a:pt x="198" y="43"/>
                    <a:pt x="198" y="43"/>
                    <a:pt x="198" y="43"/>
                  </a:cubicBezTo>
                  <a:cubicBezTo>
                    <a:pt x="199" y="43"/>
                    <a:pt x="199" y="43"/>
                    <a:pt x="199" y="43"/>
                  </a:cubicBezTo>
                  <a:cubicBezTo>
                    <a:pt x="200" y="43"/>
                    <a:pt x="200" y="43"/>
                    <a:pt x="200" y="43"/>
                  </a:cubicBezTo>
                  <a:cubicBezTo>
                    <a:pt x="204" y="40"/>
                    <a:pt x="204" y="40"/>
                    <a:pt x="204" y="40"/>
                  </a:cubicBezTo>
                  <a:cubicBezTo>
                    <a:pt x="205" y="40"/>
                    <a:pt x="205" y="40"/>
                    <a:pt x="205" y="40"/>
                  </a:cubicBezTo>
                  <a:cubicBezTo>
                    <a:pt x="201" y="43"/>
                    <a:pt x="201" y="43"/>
                    <a:pt x="201" y="43"/>
                  </a:cubicBezTo>
                  <a:cubicBezTo>
                    <a:pt x="200" y="43"/>
                    <a:pt x="200" y="43"/>
                    <a:pt x="200" y="43"/>
                  </a:cubicBezTo>
                  <a:cubicBezTo>
                    <a:pt x="196" y="45"/>
                    <a:pt x="196" y="45"/>
                    <a:pt x="196" y="45"/>
                  </a:cubicBezTo>
                  <a:cubicBezTo>
                    <a:pt x="196" y="46"/>
                    <a:pt x="196" y="46"/>
                    <a:pt x="196" y="46"/>
                  </a:cubicBezTo>
                  <a:cubicBezTo>
                    <a:pt x="193" y="48"/>
                    <a:pt x="193" y="48"/>
                    <a:pt x="193" y="48"/>
                  </a:cubicBezTo>
                  <a:cubicBezTo>
                    <a:pt x="192" y="49"/>
                    <a:pt x="192" y="49"/>
                    <a:pt x="192" y="49"/>
                  </a:cubicBezTo>
                  <a:cubicBezTo>
                    <a:pt x="188" y="51"/>
                    <a:pt x="188" y="51"/>
                    <a:pt x="188" y="51"/>
                  </a:cubicBezTo>
                  <a:cubicBezTo>
                    <a:pt x="187" y="52"/>
                    <a:pt x="187" y="52"/>
                    <a:pt x="187" y="52"/>
                  </a:cubicBezTo>
                  <a:cubicBezTo>
                    <a:pt x="184" y="54"/>
                    <a:pt x="184" y="54"/>
                    <a:pt x="184" y="54"/>
                  </a:cubicBezTo>
                  <a:cubicBezTo>
                    <a:pt x="179" y="57"/>
                    <a:pt x="179" y="57"/>
                    <a:pt x="179" y="57"/>
                  </a:cubicBezTo>
                  <a:cubicBezTo>
                    <a:pt x="174" y="60"/>
                    <a:pt x="174" y="60"/>
                    <a:pt x="174" y="60"/>
                  </a:cubicBezTo>
                  <a:cubicBezTo>
                    <a:pt x="169" y="63"/>
                    <a:pt x="169" y="63"/>
                    <a:pt x="169" y="63"/>
                  </a:cubicBezTo>
                  <a:cubicBezTo>
                    <a:pt x="165" y="66"/>
                    <a:pt x="165" y="66"/>
                    <a:pt x="165" y="66"/>
                  </a:cubicBezTo>
                  <a:cubicBezTo>
                    <a:pt x="163" y="67"/>
                    <a:pt x="163" y="67"/>
                    <a:pt x="163" y="67"/>
                  </a:cubicBezTo>
                  <a:cubicBezTo>
                    <a:pt x="163" y="66"/>
                    <a:pt x="163" y="66"/>
                    <a:pt x="163" y="66"/>
                  </a:cubicBezTo>
                  <a:cubicBezTo>
                    <a:pt x="163" y="66"/>
                    <a:pt x="163" y="66"/>
                    <a:pt x="163" y="66"/>
                  </a:cubicBezTo>
                  <a:cubicBezTo>
                    <a:pt x="159" y="68"/>
                    <a:pt x="159" y="68"/>
                    <a:pt x="159" y="68"/>
                  </a:cubicBezTo>
                  <a:cubicBezTo>
                    <a:pt x="157" y="69"/>
                    <a:pt x="156" y="70"/>
                    <a:pt x="155" y="71"/>
                  </a:cubicBezTo>
                  <a:cubicBezTo>
                    <a:pt x="154" y="72"/>
                    <a:pt x="154" y="72"/>
                    <a:pt x="154" y="72"/>
                  </a:cubicBezTo>
                  <a:cubicBezTo>
                    <a:pt x="155" y="72"/>
                    <a:pt x="155" y="72"/>
                    <a:pt x="155" y="72"/>
                  </a:cubicBezTo>
                  <a:cubicBezTo>
                    <a:pt x="158" y="70"/>
                    <a:pt x="158" y="70"/>
                    <a:pt x="158" y="70"/>
                  </a:cubicBezTo>
                  <a:cubicBezTo>
                    <a:pt x="159" y="70"/>
                    <a:pt x="159" y="70"/>
                    <a:pt x="159" y="70"/>
                  </a:cubicBezTo>
                  <a:cubicBezTo>
                    <a:pt x="159" y="70"/>
                    <a:pt x="159" y="70"/>
                    <a:pt x="159" y="70"/>
                  </a:cubicBezTo>
                  <a:cubicBezTo>
                    <a:pt x="158" y="72"/>
                    <a:pt x="158" y="72"/>
                    <a:pt x="158" y="72"/>
                  </a:cubicBezTo>
                  <a:cubicBezTo>
                    <a:pt x="153" y="76"/>
                    <a:pt x="153" y="76"/>
                    <a:pt x="153" y="76"/>
                  </a:cubicBezTo>
                  <a:cubicBezTo>
                    <a:pt x="151" y="78"/>
                    <a:pt x="151" y="78"/>
                    <a:pt x="151" y="78"/>
                  </a:cubicBezTo>
                  <a:cubicBezTo>
                    <a:pt x="148" y="81"/>
                    <a:pt x="148" y="81"/>
                    <a:pt x="148" y="81"/>
                  </a:cubicBezTo>
                  <a:cubicBezTo>
                    <a:pt x="148" y="81"/>
                    <a:pt x="149" y="81"/>
                    <a:pt x="149" y="81"/>
                  </a:cubicBezTo>
                  <a:cubicBezTo>
                    <a:pt x="145" y="85"/>
                    <a:pt x="145" y="85"/>
                    <a:pt x="145" y="85"/>
                  </a:cubicBezTo>
                  <a:cubicBezTo>
                    <a:pt x="147" y="85"/>
                    <a:pt x="147" y="85"/>
                    <a:pt x="147" y="85"/>
                  </a:cubicBezTo>
                  <a:cubicBezTo>
                    <a:pt x="146" y="87"/>
                    <a:pt x="146" y="87"/>
                    <a:pt x="146" y="87"/>
                  </a:cubicBezTo>
                  <a:cubicBezTo>
                    <a:pt x="149" y="85"/>
                    <a:pt x="149" y="85"/>
                    <a:pt x="149" y="85"/>
                  </a:cubicBezTo>
                  <a:cubicBezTo>
                    <a:pt x="153" y="80"/>
                    <a:pt x="153" y="80"/>
                    <a:pt x="153" y="80"/>
                  </a:cubicBezTo>
                  <a:cubicBezTo>
                    <a:pt x="154" y="78"/>
                    <a:pt x="154" y="78"/>
                    <a:pt x="154" y="78"/>
                  </a:cubicBezTo>
                  <a:cubicBezTo>
                    <a:pt x="157" y="76"/>
                    <a:pt x="157" y="76"/>
                    <a:pt x="157" y="76"/>
                  </a:cubicBezTo>
                  <a:cubicBezTo>
                    <a:pt x="155" y="78"/>
                    <a:pt x="155" y="78"/>
                    <a:pt x="155" y="78"/>
                  </a:cubicBezTo>
                  <a:cubicBezTo>
                    <a:pt x="153" y="82"/>
                    <a:pt x="153" y="82"/>
                    <a:pt x="153" y="82"/>
                  </a:cubicBezTo>
                  <a:cubicBezTo>
                    <a:pt x="152" y="84"/>
                    <a:pt x="152" y="84"/>
                    <a:pt x="152" y="84"/>
                  </a:cubicBezTo>
                  <a:cubicBezTo>
                    <a:pt x="153" y="83"/>
                    <a:pt x="155" y="82"/>
                    <a:pt x="156" y="80"/>
                  </a:cubicBezTo>
                  <a:cubicBezTo>
                    <a:pt x="160" y="78"/>
                    <a:pt x="160" y="78"/>
                    <a:pt x="160" y="78"/>
                  </a:cubicBezTo>
                  <a:cubicBezTo>
                    <a:pt x="161" y="76"/>
                    <a:pt x="161" y="76"/>
                    <a:pt x="161" y="76"/>
                  </a:cubicBezTo>
                  <a:cubicBezTo>
                    <a:pt x="167" y="71"/>
                    <a:pt x="167" y="71"/>
                    <a:pt x="167" y="71"/>
                  </a:cubicBezTo>
                  <a:cubicBezTo>
                    <a:pt x="168" y="69"/>
                    <a:pt x="168" y="69"/>
                    <a:pt x="168" y="69"/>
                  </a:cubicBezTo>
                  <a:cubicBezTo>
                    <a:pt x="174" y="64"/>
                    <a:pt x="174" y="64"/>
                    <a:pt x="174" y="64"/>
                  </a:cubicBezTo>
                  <a:cubicBezTo>
                    <a:pt x="176" y="62"/>
                    <a:pt x="176" y="62"/>
                    <a:pt x="176" y="62"/>
                  </a:cubicBezTo>
                  <a:cubicBezTo>
                    <a:pt x="179" y="61"/>
                    <a:pt x="179" y="61"/>
                    <a:pt x="179" y="61"/>
                  </a:cubicBezTo>
                  <a:cubicBezTo>
                    <a:pt x="174" y="66"/>
                    <a:pt x="174" y="66"/>
                    <a:pt x="174" y="66"/>
                  </a:cubicBezTo>
                  <a:cubicBezTo>
                    <a:pt x="170" y="70"/>
                    <a:pt x="170" y="70"/>
                    <a:pt x="170" y="70"/>
                  </a:cubicBezTo>
                  <a:cubicBezTo>
                    <a:pt x="171" y="70"/>
                    <a:pt x="171" y="70"/>
                    <a:pt x="171" y="70"/>
                  </a:cubicBezTo>
                  <a:cubicBezTo>
                    <a:pt x="176" y="67"/>
                    <a:pt x="176" y="67"/>
                    <a:pt x="176" y="67"/>
                  </a:cubicBezTo>
                  <a:cubicBezTo>
                    <a:pt x="179" y="65"/>
                    <a:pt x="179" y="65"/>
                    <a:pt x="179" y="65"/>
                  </a:cubicBezTo>
                  <a:cubicBezTo>
                    <a:pt x="182" y="64"/>
                    <a:pt x="182" y="64"/>
                    <a:pt x="182" y="64"/>
                  </a:cubicBezTo>
                  <a:cubicBezTo>
                    <a:pt x="182" y="64"/>
                    <a:pt x="182" y="64"/>
                    <a:pt x="182" y="64"/>
                  </a:cubicBezTo>
                  <a:moveTo>
                    <a:pt x="110" y="148"/>
                  </a:moveTo>
                  <a:cubicBezTo>
                    <a:pt x="112" y="146"/>
                    <a:pt x="112" y="146"/>
                    <a:pt x="112" y="146"/>
                  </a:cubicBezTo>
                  <a:cubicBezTo>
                    <a:pt x="113" y="144"/>
                    <a:pt x="113" y="144"/>
                    <a:pt x="113" y="144"/>
                  </a:cubicBezTo>
                  <a:cubicBezTo>
                    <a:pt x="115" y="143"/>
                    <a:pt x="115" y="143"/>
                    <a:pt x="115" y="143"/>
                  </a:cubicBezTo>
                  <a:cubicBezTo>
                    <a:pt x="118" y="139"/>
                    <a:pt x="118" y="139"/>
                    <a:pt x="118" y="139"/>
                  </a:cubicBezTo>
                  <a:cubicBezTo>
                    <a:pt x="116" y="138"/>
                    <a:pt x="116" y="138"/>
                    <a:pt x="116" y="138"/>
                  </a:cubicBezTo>
                  <a:cubicBezTo>
                    <a:pt x="117" y="135"/>
                    <a:pt x="117" y="135"/>
                    <a:pt x="117" y="135"/>
                  </a:cubicBezTo>
                  <a:cubicBezTo>
                    <a:pt x="116" y="135"/>
                    <a:pt x="115" y="135"/>
                    <a:pt x="115" y="135"/>
                  </a:cubicBezTo>
                  <a:cubicBezTo>
                    <a:pt x="111" y="137"/>
                    <a:pt x="111" y="137"/>
                    <a:pt x="111" y="137"/>
                  </a:cubicBezTo>
                  <a:cubicBezTo>
                    <a:pt x="108" y="139"/>
                    <a:pt x="108" y="139"/>
                    <a:pt x="108" y="139"/>
                  </a:cubicBezTo>
                  <a:cubicBezTo>
                    <a:pt x="108" y="138"/>
                    <a:pt x="108" y="138"/>
                    <a:pt x="108" y="138"/>
                  </a:cubicBezTo>
                  <a:cubicBezTo>
                    <a:pt x="111" y="135"/>
                    <a:pt x="111" y="135"/>
                    <a:pt x="111" y="135"/>
                  </a:cubicBezTo>
                  <a:cubicBezTo>
                    <a:pt x="114" y="134"/>
                    <a:pt x="114" y="134"/>
                    <a:pt x="114" y="134"/>
                  </a:cubicBezTo>
                  <a:cubicBezTo>
                    <a:pt x="118" y="133"/>
                    <a:pt x="118" y="133"/>
                    <a:pt x="118" y="133"/>
                  </a:cubicBezTo>
                  <a:cubicBezTo>
                    <a:pt x="121" y="131"/>
                    <a:pt x="121" y="131"/>
                    <a:pt x="121" y="131"/>
                  </a:cubicBezTo>
                  <a:cubicBezTo>
                    <a:pt x="119" y="130"/>
                    <a:pt x="119" y="130"/>
                    <a:pt x="119" y="130"/>
                  </a:cubicBezTo>
                  <a:cubicBezTo>
                    <a:pt x="119" y="128"/>
                    <a:pt x="119" y="128"/>
                    <a:pt x="119" y="128"/>
                  </a:cubicBezTo>
                  <a:cubicBezTo>
                    <a:pt x="118" y="127"/>
                    <a:pt x="118" y="127"/>
                    <a:pt x="118" y="127"/>
                  </a:cubicBezTo>
                  <a:cubicBezTo>
                    <a:pt x="119" y="124"/>
                    <a:pt x="119" y="124"/>
                    <a:pt x="119" y="124"/>
                  </a:cubicBezTo>
                  <a:cubicBezTo>
                    <a:pt x="120" y="121"/>
                    <a:pt x="120" y="121"/>
                    <a:pt x="120" y="121"/>
                  </a:cubicBezTo>
                  <a:cubicBezTo>
                    <a:pt x="122" y="119"/>
                    <a:pt x="122" y="119"/>
                    <a:pt x="122" y="119"/>
                  </a:cubicBezTo>
                  <a:cubicBezTo>
                    <a:pt x="123" y="118"/>
                    <a:pt x="123" y="118"/>
                    <a:pt x="123" y="118"/>
                  </a:cubicBezTo>
                  <a:cubicBezTo>
                    <a:pt x="125" y="116"/>
                    <a:pt x="125" y="116"/>
                    <a:pt x="125" y="116"/>
                  </a:cubicBezTo>
                  <a:cubicBezTo>
                    <a:pt x="127" y="112"/>
                    <a:pt x="127" y="112"/>
                    <a:pt x="127" y="112"/>
                  </a:cubicBezTo>
                  <a:cubicBezTo>
                    <a:pt x="130" y="108"/>
                    <a:pt x="130" y="108"/>
                    <a:pt x="130" y="108"/>
                  </a:cubicBezTo>
                  <a:cubicBezTo>
                    <a:pt x="136" y="100"/>
                    <a:pt x="136" y="100"/>
                    <a:pt x="136" y="100"/>
                  </a:cubicBezTo>
                  <a:cubicBezTo>
                    <a:pt x="139" y="96"/>
                    <a:pt x="139" y="96"/>
                    <a:pt x="139" y="96"/>
                  </a:cubicBezTo>
                  <a:cubicBezTo>
                    <a:pt x="133" y="101"/>
                    <a:pt x="133" y="101"/>
                    <a:pt x="133" y="101"/>
                  </a:cubicBezTo>
                  <a:cubicBezTo>
                    <a:pt x="132" y="102"/>
                    <a:pt x="130" y="103"/>
                    <a:pt x="129" y="104"/>
                  </a:cubicBezTo>
                  <a:cubicBezTo>
                    <a:pt x="126" y="106"/>
                    <a:pt x="126" y="106"/>
                    <a:pt x="126" y="106"/>
                  </a:cubicBezTo>
                  <a:cubicBezTo>
                    <a:pt x="123" y="108"/>
                    <a:pt x="123" y="108"/>
                    <a:pt x="123" y="108"/>
                  </a:cubicBezTo>
                  <a:cubicBezTo>
                    <a:pt x="122" y="108"/>
                    <a:pt x="122" y="108"/>
                    <a:pt x="122" y="108"/>
                  </a:cubicBezTo>
                  <a:cubicBezTo>
                    <a:pt x="124" y="105"/>
                    <a:pt x="124" y="105"/>
                    <a:pt x="124" y="105"/>
                  </a:cubicBezTo>
                  <a:cubicBezTo>
                    <a:pt x="125" y="103"/>
                    <a:pt x="125" y="103"/>
                    <a:pt x="125" y="103"/>
                  </a:cubicBezTo>
                  <a:cubicBezTo>
                    <a:pt x="123" y="104"/>
                    <a:pt x="123" y="104"/>
                    <a:pt x="123" y="104"/>
                  </a:cubicBezTo>
                  <a:cubicBezTo>
                    <a:pt x="128" y="100"/>
                    <a:pt x="128" y="100"/>
                    <a:pt x="128" y="100"/>
                  </a:cubicBezTo>
                  <a:cubicBezTo>
                    <a:pt x="130" y="98"/>
                    <a:pt x="132" y="96"/>
                    <a:pt x="134" y="94"/>
                  </a:cubicBezTo>
                  <a:cubicBezTo>
                    <a:pt x="137" y="91"/>
                    <a:pt x="137" y="91"/>
                    <a:pt x="137" y="91"/>
                  </a:cubicBezTo>
                  <a:cubicBezTo>
                    <a:pt x="137" y="91"/>
                    <a:pt x="137" y="91"/>
                    <a:pt x="137" y="91"/>
                  </a:cubicBezTo>
                  <a:cubicBezTo>
                    <a:pt x="138" y="89"/>
                    <a:pt x="138" y="89"/>
                    <a:pt x="138" y="89"/>
                  </a:cubicBezTo>
                  <a:cubicBezTo>
                    <a:pt x="141" y="85"/>
                    <a:pt x="141" y="85"/>
                    <a:pt x="141" y="85"/>
                  </a:cubicBezTo>
                  <a:cubicBezTo>
                    <a:pt x="144" y="82"/>
                    <a:pt x="144" y="82"/>
                    <a:pt x="144" y="82"/>
                  </a:cubicBezTo>
                  <a:cubicBezTo>
                    <a:pt x="142" y="83"/>
                    <a:pt x="142" y="83"/>
                    <a:pt x="142" y="83"/>
                  </a:cubicBezTo>
                  <a:cubicBezTo>
                    <a:pt x="141" y="83"/>
                    <a:pt x="141" y="83"/>
                    <a:pt x="141" y="83"/>
                  </a:cubicBezTo>
                  <a:cubicBezTo>
                    <a:pt x="142" y="82"/>
                    <a:pt x="142" y="82"/>
                    <a:pt x="142" y="82"/>
                  </a:cubicBezTo>
                  <a:cubicBezTo>
                    <a:pt x="142" y="82"/>
                    <a:pt x="142" y="82"/>
                    <a:pt x="142" y="82"/>
                  </a:cubicBezTo>
                  <a:cubicBezTo>
                    <a:pt x="139" y="84"/>
                    <a:pt x="139" y="84"/>
                    <a:pt x="139" y="84"/>
                  </a:cubicBezTo>
                  <a:cubicBezTo>
                    <a:pt x="135" y="87"/>
                    <a:pt x="135" y="87"/>
                    <a:pt x="135" y="87"/>
                  </a:cubicBezTo>
                  <a:cubicBezTo>
                    <a:pt x="131" y="91"/>
                    <a:pt x="131" y="91"/>
                    <a:pt x="131" y="91"/>
                  </a:cubicBezTo>
                  <a:cubicBezTo>
                    <a:pt x="127" y="94"/>
                    <a:pt x="127" y="94"/>
                    <a:pt x="127" y="94"/>
                  </a:cubicBezTo>
                  <a:cubicBezTo>
                    <a:pt x="123" y="98"/>
                    <a:pt x="123" y="98"/>
                    <a:pt x="123" y="98"/>
                  </a:cubicBezTo>
                  <a:cubicBezTo>
                    <a:pt x="123" y="97"/>
                    <a:pt x="123" y="97"/>
                    <a:pt x="123" y="97"/>
                  </a:cubicBezTo>
                  <a:cubicBezTo>
                    <a:pt x="119" y="101"/>
                    <a:pt x="119" y="101"/>
                    <a:pt x="119" y="101"/>
                  </a:cubicBezTo>
                  <a:cubicBezTo>
                    <a:pt x="117" y="103"/>
                    <a:pt x="117" y="103"/>
                    <a:pt x="117" y="103"/>
                  </a:cubicBezTo>
                  <a:cubicBezTo>
                    <a:pt x="115" y="105"/>
                    <a:pt x="115" y="105"/>
                    <a:pt x="115" y="105"/>
                  </a:cubicBezTo>
                  <a:cubicBezTo>
                    <a:pt x="113" y="108"/>
                    <a:pt x="113" y="108"/>
                    <a:pt x="113" y="108"/>
                  </a:cubicBezTo>
                  <a:cubicBezTo>
                    <a:pt x="109" y="113"/>
                    <a:pt x="109" y="113"/>
                    <a:pt x="109" y="113"/>
                  </a:cubicBezTo>
                  <a:cubicBezTo>
                    <a:pt x="107" y="115"/>
                    <a:pt x="105" y="116"/>
                    <a:pt x="103" y="118"/>
                  </a:cubicBezTo>
                  <a:cubicBezTo>
                    <a:pt x="99" y="122"/>
                    <a:pt x="99" y="122"/>
                    <a:pt x="99" y="122"/>
                  </a:cubicBezTo>
                  <a:cubicBezTo>
                    <a:pt x="96" y="125"/>
                    <a:pt x="96" y="125"/>
                    <a:pt x="96" y="125"/>
                  </a:cubicBezTo>
                  <a:cubicBezTo>
                    <a:pt x="95" y="126"/>
                    <a:pt x="95" y="126"/>
                    <a:pt x="95" y="126"/>
                  </a:cubicBezTo>
                  <a:cubicBezTo>
                    <a:pt x="91" y="131"/>
                    <a:pt x="91" y="131"/>
                    <a:pt x="91" y="131"/>
                  </a:cubicBezTo>
                  <a:cubicBezTo>
                    <a:pt x="89" y="133"/>
                    <a:pt x="87" y="135"/>
                    <a:pt x="85" y="137"/>
                  </a:cubicBezTo>
                  <a:cubicBezTo>
                    <a:pt x="83" y="141"/>
                    <a:pt x="83" y="141"/>
                    <a:pt x="83" y="141"/>
                  </a:cubicBezTo>
                  <a:cubicBezTo>
                    <a:pt x="80" y="144"/>
                    <a:pt x="80" y="144"/>
                    <a:pt x="80" y="144"/>
                  </a:cubicBezTo>
                  <a:cubicBezTo>
                    <a:pt x="77" y="148"/>
                    <a:pt x="77" y="148"/>
                    <a:pt x="77" y="148"/>
                  </a:cubicBezTo>
                  <a:cubicBezTo>
                    <a:pt x="76" y="148"/>
                    <a:pt x="76" y="148"/>
                    <a:pt x="76" y="148"/>
                  </a:cubicBezTo>
                  <a:cubicBezTo>
                    <a:pt x="80" y="143"/>
                    <a:pt x="80" y="143"/>
                    <a:pt x="80" y="143"/>
                  </a:cubicBezTo>
                  <a:cubicBezTo>
                    <a:pt x="83" y="138"/>
                    <a:pt x="83" y="138"/>
                    <a:pt x="83" y="138"/>
                  </a:cubicBezTo>
                  <a:cubicBezTo>
                    <a:pt x="84" y="137"/>
                    <a:pt x="85" y="135"/>
                    <a:pt x="86" y="134"/>
                  </a:cubicBezTo>
                  <a:cubicBezTo>
                    <a:pt x="91" y="128"/>
                    <a:pt x="91" y="128"/>
                    <a:pt x="91" y="128"/>
                  </a:cubicBezTo>
                  <a:cubicBezTo>
                    <a:pt x="95" y="124"/>
                    <a:pt x="95" y="124"/>
                    <a:pt x="95" y="124"/>
                  </a:cubicBezTo>
                  <a:cubicBezTo>
                    <a:pt x="96" y="123"/>
                    <a:pt x="96" y="123"/>
                    <a:pt x="96" y="123"/>
                  </a:cubicBezTo>
                  <a:cubicBezTo>
                    <a:pt x="96" y="122"/>
                    <a:pt x="96" y="122"/>
                    <a:pt x="96" y="122"/>
                  </a:cubicBezTo>
                  <a:cubicBezTo>
                    <a:pt x="97" y="121"/>
                    <a:pt x="97" y="121"/>
                    <a:pt x="97" y="121"/>
                  </a:cubicBezTo>
                  <a:cubicBezTo>
                    <a:pt x="99" y="119"/>
                    <a:pt x="99" y="119"/>
                    <a:pt x="99" y="119"/>
                  </a:cubicBezTo>
                  <a:cubicBezTo>
                    <a:pt x="92" y="126"/>
                    <a:pt x="85" y="135"/>
                    <a:pt x="79" y="142"/>
                  </a:cubicBezTo>
                  <a:cubicBezTo>
                    <a:pt x="67" y="158"/>
                    <a:pt x="67" y="158"/>
                    <a:pt x="47" y="190"/>
                  </a:cubicBezTo>
                  <a:cubicBezTo>
                    <a:pt x="37" y="208"/>
                    <a:pt x="37" y="208"/>
                    <a:pt x="23" y="243"/>
                  </a:cubicBezTo>
                  <a:cubicBezTo>
                    <a:pt x="19" y="253"/>
                    <a:pt x="15" y="267"/>
                    <a:pt x="12" y="277"/>
                  </a:cubicBezTo>
                  <a:cubicBezTo>
                    <a:pt x="11" y="280"/>
                    <a:pt x="11" y="280"/>
                    <a:pt x="11" y="280"/>
                  </a:cubicBezTo>
                  <a:cubicBezTo>
                    <a:pt x="11" y="280"/>
                    <a:pt x="11" y="280"/>
                    <a:pt x="11" y="280"/>
                  </a:cubicBezTo>
                  <a:cubicBezTo>
                    <a:pt x="12" y="278"/>
                    <a:pt x="12" y="278"/>
                    <a:pt x="12" y="278"/>
                  </a:cubicBezTo>
                  <a:cubicBezTo>
                    <a:pt x="12" y="277"/>
                    <a:pt x="12" y="277"/>
                    <a:pt x="12" y="277"/>
                  </a:cubicBezTo>
                  <a:cubicBezTo>
                    <a:pt x="11" y="281"/>
                    <a:pt x="11" y="281"/>
                    <a:pt x="11" y="281"/>
                  </a:cubicBezTo>
                  <a:cubicBezTo>
                    <a:pt x="10" y="286"/>
                    <a:pt x="10" y="286"/>
                    <a:pt x="10" y="286"/>
                  </a:cubicBezTo>
                  <a:cubicBezTo>
                    <a:pt x="10" y="288"/>
                    <a:pt x="10" y="289"/>
                    <a:pt x="9" y="291"/>
                  </a:cubicBezTo>
                  <a:cubicBezTo>
                    <a:pt x="9" y="294"/>
                    <a:pt x="9" y="294"/>
                    <a:pt x="9" y="294"/>
                  </a:cubicBezTo>
                  <a:cubicBezTo>
                    <a:pt x="8" y="297"/>
                    <a:pt x="8" y="297"/>
                    <a:pt x="8" y="297"/>
                  </a:cubicBezTo>
                  <a:cubicBezTo>
                    <a:pt x="8" y="300"/>
                    <a:pt x="8" y="300"/>
                    <a:pt x="8" y="300"/>
                  </a:cubicBezTo>
                  <a:cubicBezTo>
                    <a:pt x="7" y="304"/>
                    <a:pt x="7" y="304"/>
                    <a:pt x="7" y="304"/>
                  </a:cubicBezTo>
                  <a:cubicBezTo>
                    <a:pt x="7" y="306"/>
                    <a:pt x="7" y="306"/>
                    <a:pt x="7" y="306"/>
                  </a:cubicBezTo>
                  <a:cubicBezTo>
                    <a:pt x="6" y="310"/>
                    <a:pt x="6" y="310"/>
                    <a:pt x="6" y="310"/>
                  </a:cubicBezTo>
                  <a:cubicBezTo>
                    <a:pt x="6" y="311"/>
                    <a:pt x="6" y="311"/>
                    <a:pt x="6" y="311"/>
                  </a:cubicBezTo>
                  <a:cubicBezTo>
                    <a:pt x="7" y="308"/>
                    <a:pt x="7" y="308"/>
                    <a:pt x="7" y="308"/>
                  </a:cubicBezTo>
                  <a:cubicBezTo>
                    <a:pt x="8" y="304"/>
                    <a:pt x="8" y="304"/>
                    <a:pt x="8" y="304"/>
                  </a:cubicBezTo>
                  <a:cubicBezTo>
                    <a:pt x="9" y="298"/>
                    <a:pt x="9" y="298"/>
                    <a:pt x="9" y="298"/>
                  </a:cubicBezTo>
                  <a:cubicBezTo>
                    <a:pt x="10" y="291"/>
                    <a:pt x="10" y="291"/>
                    <a:pt x="10" y="291"/>
                  </a:cubicBezTo>
                  <a:cubicBezTo>
                    <a:pt x="12" y="283"/>
                    <a:pt x="12" y="283"/>
                    <a:pt x="12" y="283"/>
                  </a:cubicBezTo>
                  <a:cubicBezTo>
                    <a:pt x="12" y="280"/>
                    <a:pt x="13" y="277"/>
                    <a:pt x="14" y="274"/>
                  </a:cubicBezTo>
                  <a:cubicBezTo>
                    <a:pt x="15" y="272"/>
                    <a:pt x="15" y="270"/>
                    <a:pt x="16" y="268"/>
                  </a:cubicBezTo>
                  <a:cubicBezTo>
                    <a:pt x="18" y="262"/>
                    <a:pt x="18" y="262"/>
                    <a:pt x="18" y="262"/>
                  </a:cubicBezTo>
                  <a:cubicBezTo>
                    <a:pt x="19" y="260"/>
                    <a:pt x="19" y="260"/>
                    <a:pt x="19" y="260"/>
                  </a:cubicBezTo>
                  <a:cubicBezTo>
                    <a:pt x="21" y="255"/>
                    <a:pt x="21" y="255"/>
                    <a:pt x="21" y="255"/>
                  </a:cubicBezTo>
                  <a:cubicBezTo>
                    <a:pt x="23" y="252"/>
                    <a:pt x="23" y="252"/>
                    <a:pt x="23" y="252"/>
                  </a:cubicBezTo>
                  <a:cubicBezTo>
                    <a:pt x="24" y="250"/>
                    <a:pt x="24" y="250"/>
                    <a:pt x="24" y="250"/>
                  </a:cubicBezTo>
                  <a:cubicBezTo>
                    <a:pt x="26" y="246"/>
                    <a:pt x="26" y="246"/>
                    <a:pt x="26" y="246"/>
                  </a:cubicBezTo>
                  <a:cubicBezTo>
                    <a:pt x="27" y="244"/>
                    <a:pt x="27" y="244"/>
                    <a:pt x="27" y="244"/>
                  </a:cubicBezTo>
                  <a:cubicBezTo>
                    <a:pt x="29" y="237"/>
                    <a:pt x="29" y="237"/>
                    <a:pt x="29" y="237"/>
                  </a:cubicBezTo>
                  <a:cubicBezTo>
                    <a:pt x="30" y="235"/>
                    <a:pt x="30" y="235"/>
                    <a:pt x="30" y="235"/>
                  </a:cubicBezTo>
                  <a:cubicBezTo>
                    <a:pt x="31" y="231"/>
                    <a:pt x="31" y="231"/>
                    <a:pt x="31" y="231"/>
                  </a:cubicBezTo>
                  <a:cubicBezTo>
                    <a:pt x="32" y="228"/>
                    <a:pt x="32" y="228"/>
                    <a:pt x="32" y="228"/>
                  </a:cubicBezTo>
                  <a:cubicBezTo>
                    <a:pt x="34" y="226"/>
                    <a:pt x="34" y="226"/>
                    <a:pt x="34" y="226"/>
                  </a:cubicBezTo>
                  <a:cubicBezTo>
                    <a:pt x="32" y="231"/>
                    <a:pt x="32" y="231"/>
                    <a:pt x="32" y="231"/>
                  </a:cubicBezTo>
                  <a:cubicBezTo>
                    <a:pt x="35" y="226"/>
                    <a:pt x="35" y="226"/>
                    <a:pt x="35" y="226"/>
                  </a:cubicBezTo>
                  <a:cubicBezTo>
                    <a:pt x="37" y="223"/>
                    <a:pt x="37" y="223"/>
                    <a:pt x="37" y="223"/>
                  </a:cubicBezTo>
                  <a:cubicBezTo>
                    <a:pt x="38" y="220"/>
                    <a:pt x="38" y="220"/>
                    <a:pt x="38" y="220"/>
                  </a:cubicBezTo>
                  <a:cubicBezTo>
                    <a:pt x="42" y="212"/>
                    <a:pt x="42" y="212"/>
                    <a:pt x="42" y="212"/>
                  </a:cubicBezTo>
                  <a:cubicBezTo>
                    <a:pt x="43" y="212"/>
                    <a:pt x="43" y="212"/>
                    <a:pt x="44" y="212"/>
                  </a:cubicBezTo>
                  <a:cubicBezTo>
                    <a:pt x="46" y="210"/>
                    <a:pt x="46" y="210"/>
                    <a:pt x="46" y="210"/>
                  </a:cubicBezTo>
                  <a:cubicBezTo>
                    <a:pt x="48" y="209"/>
                    <a:pt x="48" y="209"/>
                    <a:pt x="48" y="209"/>
                  </a:cubicBezTo>
                  <a:cubicBezTo>
                    <a:pt x="49" y="206"/>
                    <a:pt x="49" y="206"/>
                    <a:pt x="49" y="206"/>
                  </a:cubicBezTo>
                  <a:cubicBezTo>
                    <a:pt x="52" y="199"/>
                    <a:pt x="52" y="199"/>
                    <a:pt x="52" y="199"/>
                  </a:cubicBezTo>
                  <a:cubicBezTo>
                    <a:pt x="56" y="194"/>
                    <a:pt x="56" y="194"/>
                    <a:pt x="56" y="194"/>
                  </a:cubicBezTo>
                  <a:cubicBezTo>
                    <a:pt x="56" y="194"/>
                    <a:pt x="57" y="194"/>
                    <a:pt x="57" y="194"/>
                  </a:cubicBezTo>
                  <a:cubicBezTo>
                    <a:pt x="59" y="192"/>
                    <a:pt x="59" y="192"/>
                    <a:pt x="59" y="192"/>
                  </a:cubicBezTo>
                  <a:cubicBezTo>
                    <a:pt x="60" y="192"/>
                    <a:pt x="60" y="192"/>
                    <a:pt x="60" y="192"/>
                  </a:cubicBezTo>
                  <a:cubicBezTo>
                    <a:pt x="63" y="189"/>
                    <a:pt x="63" y="189"/>
                    <a:pt x="63" y="189"/>
                  </a:cubicBezTo>
                  <a:cubicBezTo>
                    <a:pt x="66" y="186"/>
                    <a:pt x="66" y="186"/>
                    <a:pt x="66" y="186"/>
                  </a:cubicBezTo>
                  <a:cubicBezTo>
                    <a:pt x="68" y="186"/>
                    <a:pt x="69" y="186"/>
                    <a:pt x="70" y="187"/>
                  </a:cubicBezTo>
                  <a:cubicBezTo>
                    <a:pt x="70" y="188"/>
                    <a:pt x="69" y="188"/>
                    <a:pt x="69" y="189"/>
                  </a:cubicBezTo>
                  <a:cubicBezTo>
                    <a:pt x="68" y="189"/>
                    <a:pt x="67" y="189"/>
                    <a:pt x="66" y="189"/>
                  </a:cubicBezTo>
                  <a:cubicBezTo>
                    <a:pt x="63" y="192"/>
                    <a:pt x="63" y="192"/>
                    <a:pt x="61" y="196"/>
                  </a:cubicBezTo>
                  <a:cubicBezTo>
                    <a:pt x="61" y="197"/>
                    <a:pt x="61" y="197"/>
                    <a:pt x="61" y="197"/>
                  </a:cubicBezTo>
                  <a:cubicBezTo>
                    <a:pt x="64" y="195"/>
                    <a:pt x="64" y="195"/>
                    <a:pt x="64" y="195"/>
                  </a:cubicBezTo>
                  <a:cubicBezTo>
                    <a:pt x="66" y="193"/>
                    <a:pt x="66" y="193"/>
                    <a:pt x="66" y="193"/>
                  </a:cubicBezTo>
                  <a:cubicBezTo>
                    <a:pt x="68" y="192"/>
                    <a:pt x="68" y="192"/>
                    <a:pt x="68" y="192"/>
                  </a:cubicBezTo>
                  <a:cubicBezTo>
                    <a:pt x="71" y="190"/>
                    <a:pt x="71" y="190"/>
                    <a:pt x="71" y="190"/>
                  </a:cubicBezTo>
                  <a:cubicBezTo>
                    <a:pt x="73" y="189"/>
                    <a:pt x="73" y="189"/>
                    <a:pt x="73" y="189"/>
                  </a:cubicBezTo>
                  <a:cubicBezTo>
                    <a:pt x="77" y="185"/>
                    <a:pt x="77" y="185"/>
                    <a:pt x="77" y="185"/>
                  </a:cubicBezTo>
                  <a:cubicBezTo>
                    <a:pt x="80" y="182"/>
                    <a:pt x="80" y="182"/>
                    <a:pt x="80" y="182"/>
                  </a:cubicBezTo>
                  <a:cubicBezTo>
                    <a:pt x="83" y="178"/>
                    <a:pt x="83" y="178"/>
                    <a:pt x="83" y="178"/>
                  </a:cubicBezTo>
                  <a:cubicBezTo>
                    <a:pt x="80" y="179"/>
                    <a:pt x="80" y="179"/>
                    <a:pt x="80" y="179"/>
                  </a:cubicBezTo>
                  <a:cubicBezTo>
                    <a:pt x="75" y="184"/>
                    <a:pt x="75" y="184"/>
                    <a:pt x="75" y="184"/>
                  </a:cubicBezTo>
                  <a:cubicBezTo>
                    <a:pt x="73" y="184"/>
                    <a:pt x="73" y="184"/>
                    <a:pt x="73" y="184"/>
                  </a:cubicBezTo>
                  <a:cubicBezTo>
                    <a:pt x="73" y="182"/>
                    <a:pt x="73" y="182"/>
                    <a:pt x="73" y="182"/>
                  </a:cubicBezTo>
                  <a:cubicBezTo>
                    <a:pt x="73" y="178"/>
                    <a:pt x="73" y="178"/>
                    <a:pt x="73" y="178"/>
                  </a:cubicBezTo>
                  <a:cubicBezTo>
                    <a:pt x="76" y="171"/>
                    <a:pt x="76" y="171"/>
                    <a:pt x="76" y="171"/>
                  </a:cubicBezTo>
                  <a:cubicBezTo>
                    <a:pt x="80" y="168"/>
                    <a:pt x="80" y="168"/>
                    <a:pt x="80" y="168"/>
                  </a:cubicBezTo>
                  <a:cubicBezTo>
                    <a:pt x="83" y="163"/>
                    <a:pt x="83" y="163"/>
                    <a:pt x="83" y="163"/>
                  </a:cubicBezTo>
                  <a:cubicBezTo>
                    <a:pt x="81" y="162"/>
                    <a:pt x="81" y="162"/>
                    <a:pt x="81" y="162"/>
                  </a:cubicBezTo>
                  <a:cubicBezTo>
                    <a:pt x="78" y="164"/>
                    <a:pt x="78" y="164"/>
                    <a:pt x="78" y="164"/>
                  </a:cubicBezTo>
                  <a:cubicBezTo>
                    <a:pt x="73" y="168"/>
                    <a:pt x="73" y="168"/>
                    <a:pt x="73" y="168"/>
                  </a:cubicBezTo>
                  <a:cubicBezTo>
                    <a:pt x="67" y="174"/>
                    <a:pt x="67" y="174"/>
                    <a:pt x="67" y="174"/>
                  </a:cubicBezTo>
                  <a:cubicBezTo>
                    <a:pt x="63" y="178"/>
                    <a:pt x="63" y="178"/>
                    <a:pt x="63" y="178"/>
                  </a:cubicBezTo>
                  <a:cubicBezTo>
                    <a:pt x="66" y="175"/>
                    <a:pt x="66" y="175"/>
                    <a:pt x="66" y="175"/>
                  </a:cubicBezTo>
                  <a:cubicBezTo>
                    <a:pt x="69" y="171"/>
                    <a:pt x="69" y="171"/>
                    <a:pt x="69" y="171"/>
                  </a:cubicBezTo>
                  <a:cubicBezTo>
                    <a:pt x="71" y="169"/>
                    <a:pt x="71" y="169"/>
                    <a:pt x="71" y="169"/>
                  </a:cubicBezTo>
                  <a:cubicBezTo>
                    <a:pt x="71" y="167"/>
                    <a:pt x="71" y="167"/>
                    <a:pt x="71" y="167"/>
                  </a:cubicBezTo>
                  <a:cubicBezTo>
                    <a:pt x="71" y="167"/>
                    <a:pt x="72" y="167"/>
                    <a:pt x="72" y="167"/>
                  </a:cubicBezTo>
                  <a:cubicBezTo>
                    <a:pt x="75" y="164"/>
                    <a:pt x="75" y="164"/>
                    <a:pt x="75" y="164"/>
                  </a:cubicBezTo>
                  <a:cubicBezTo>
                    <a:pt x="78" y="161"/>
                    <a:pt x="78" y="161"/>
                    <a:pt x="78" y="161"/>
                  </a:cubicBezTo>
                  <a:cubicBezTo>
                    <a:pt x="80" y="161"/>
                    <a:pt x="80" y="161"/>
                    <a:pt x="80" y="161"/>
                  </a:cubicBezTo>
                  <a:cubicBezTo>
                    <a:pt x="83" y="157"/>
                    <a:pt x="83" y="157"/>
                    <a:pt x="83" y="157"/>
                  </a:cubicBezTo>
                  <a:cubicBezTo>
                    <a:pt x="85" y="156"/>
                    <a:pt x="85" y="156"/>
                    <a:pt x="85" y="156"/>
                  </a:cubicBezTo>
                  <a:cubicBezTo>
                    <a:pt x="86" y="156"/>
                    <a:pt x="87" y="156"/>
                    <a:pt x="87" y="156"/>
                  </a:cubicBezTo>
                  <a:cubicBezTo>
                    <a:pt x="92" y="156"/>
                    <a:pt x="92" y="156"/>
                    <a:pt x="92" y="156"/>
                  </a:cubicBezTo>
                  <a:cubicBezTo>
                    <a:pt x="93" y="157"/>
                    <a:pt x="93" y="157"/>
                    <a:pt x="93" y="157"/>
                  </a:cubicBezTo>
                  <a:cubicBezTo>
                    <a:pt x="95" y="157"/>
                    <a:pt x="95" y="157"/>
                    <a:pt x="95" y="157"/>
                  </a:cubicBezTo>
                  <a:cubicBezTo>
                    <a:pt x="99" y="154"/>
                    <a:pt x="99" y="154"/>
                    <a:pt x="99" y="154"/>
                  </a:cubicBezTo>
                  <a:cubicBezTo>
                    <a:pt x="104" y="150"/>
                    <a:pt x="104" y="150"/>
                    <a:pt x="104" y="150"/>
                  </a:cubicBezTo>
                  <a:cubicBezTo>
                    <a:pt x="107" y="150"/>
                    <a:pt x="107" y="150"/>
                    <a:pt x="107" y="150"/>
                  </a:cubicBezTo>
                  <a:cubicBezTo>
                    <a:pt x="110" y="148"/>
                    <a:pt x="110" y="148"/>
                    <a:pt x="110" y="148"/>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78"/>
                                        </p:tgtEl>
                                        <p:attrNameLst>
                                          <p:attrName>style.visibility</p:attrName>
                                        </p:attrNameLst>
                                      </p:cBhvr>
                                      <p:to>
                                        <p:strVal val="visible"/>
                                      </p:to>
                                    </p:set>
                                    <p:anim calcmode="lin" valueType="num">
                                      <p:cBhvr>
                                        <p:cTn id="13" dur="500" fill="hold"/>
                                        <p:tgtEl>
                                          <p:spTgt spid="78"/>
                                        </p:tgtEl>
                                        <p:attrNameLst>
                                          <p:attrName>ppt_w</p:attrName>
                                        </p:attrNameLst>
                                      </p:cBhvr>
                                      <p:tavLst>
                                        <p:tav tm="0">
                                          <p:val>
                                            <p:fltVal val="0"/>
                                          </p:val>
                                        </p:tav>
                                        <p:tav tm="100000">
                                          <p:val>
                                            <p:strVal val="#ppt_w"/>
                                          </p:val>
                                        </p:tav>
                                      </p:tavLst>
                                    </p:anim>
                                    <p:anim calcmode="lin" valueType="num">
                                      <p:cBhvr>
                                        <p:cTn id="14" dur="500" fill="hold"/>
                                        <p:tgtEl>
                                          <p:spTgt spid="78"/>
                                        </p:tgtEl>
                                        <p:attrNameLst>
                                          <p:attrName>ppt_h</p:attrName>
                                        </p:attrNameLst>
                                      </p:cBhvr>
                                      <p:tavLst>
                                        <p:tav tm="0">
                                          <p:val>
                                            <p:fltVal val="0"/>
                                          </p:val>
                                        </p:tav>
                                        <p:tav tm="100000">
                                          <p:val>
                                            <p:strVal val="#ppt_h"/>
                                          </p:val>
                                        </p:tav>
                                      </p:tavLst>
                                    </p:anim>
                                    <p:animEffect transition="in" filter="fade">
                                      <p:cBhvr>
                                        <p:cTn id="15" dur="500"/>
                                        <p:tgtEl>
                                          <p:spTgt spid="78"/>
                                        </p:tgtEl>
                                      </p:cBhvr>
                                    </p:animEffect>
                                  </p:childTnLst>
                                </p:cTn>
                              </p:par>
                            </p:childTnLst>
                          </p:cTn>
                        </p:par>
                        <p:par>
                          <p:cTn id="16" fill="hold">
                            <p:stCondLst>
                              <p:cond delay="1000"/>
                            </p:stCondLst>
                            <p:childTnLst>
                              <p:par>
                                <p:cTn id="17" presetID="22" presetClass="entr" presetSubtype="4" fill="hold" grpId="0" nodeType="afterEffect">
                                  <p:stCondLst>
                                    <p:cond delay="0"/>
                                  </p:stCondLst>
                                  <p:childTnLst>
                                    <p:set>
                                      <p:cBhvr>
                                        <p:cTn id="18" dur="1" fill="hold">
                                          <p:stCondLst>
                                            <p:cond delay="0"/>
                                          </p:stCondLst>
                                        </p:cTn>
                                        <p:tgtEl>
                                          <p:spTgt spid="73"/>
                                        </p:tgtEl>
                                        <p:attrNameLst>
                                          <p:attrName>style.visibility</p:attrName>
                                        </p:attrNameLst>
                                      </p:cBhvr>
                                      <p:to>
                                        <p:strVal val="visible"/>
                                      </p:to>
                                    </p:set>
                                    <p:animEffect transition="in" filter="wipe(down)">
                                      <p:cBhvr>
                                        <p:cTn id="19" dur="500"/>
                                        <p:tgtEl>
                                          <p:spTgt spid="73"/>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80"/>
                                        </p:tgtEl>
                                        <p:attrNameLst>
                                          <p:attrName>style.visibility</p:attrName>
                                        </p:attrNameLst>
                                      </p:cBhvr>
                                      <p:to>
                                        <p:strVal val="visible"/>
                                      </p:to>
                                    </p:set>
                                    <p:anim calcmode="lin" valueType="num">
                                      <p:cBhvr>
                                        <p:cTn id="23" dur="500" fill="hold"/>
                                        <p:tgtEl>
                                          <p:spTgt spid="80"/>
                                        </p:tgtEl>
                                        <p:attrNameLst>
                                          <p:attrName>ppt_w</p:attrName>
                                        </p:attrNameLst>
                                      </p:cBhvr>
                                      <p:tavLst>
                                        <p:tav tm="0">
                                          <p:val>
                                            <p:fltVal val="0"/>
                                          </p:val>
                                        </p:tav>
                                        <p:tav tm="100000">
                                          <p:val>
                                            <p:strVal val="#ppt_w"/>
                                          </p:val>
                                        </p:tav>
                                      </p:tavLst>
                                    </p:anim>
                                    <p:anim calcmode="lin" valueType="num">
                                      <p:cBhvr>
                                        <p:cTn id="24" dur="500" fill="hold"/>
                                        <p:tgtEl>
                                          <p:spTgt spid="80"/>
                                        </p:tgtEl>
                                        <p:attrNameLst>
                                          <p:attrName>ppt_h</p:attrName>
                                        </p:attrNameLst>
                                      </p:cBhvr>
                                      <p:tavLst>
                                        <p:tav tm="0">
                                          <p:val>
                                            <p:fltVal val="0"/>
                                          </p:val>
                                        </p:tav>
                                        <p:tav tm="100000">
                                          <p:val>
                                            <p:strVal val="#ppt_h"/>
                                          </p:val>
                                        </p:tav>
                                      </p:tavLst>
                                    </p:anim>
                                    <p:animEffect transition="in" filter="fade">
                                      <p:cBhvr>
                                        <p:cTn id="25" dur="500"/>
                                        <p:tgtEl>
                                          <p:spTgt spid="80"/>
                                        </p:tgtEl>
                                      </p:cBhvr>
                                    </p:animEffect>
                                  </p:childTnLst>
                                </p:cTn>
                              </p:par>
                            </p:childTnLst>
                          </p:cTn>
                        </p:par>
                        <p:par>
                          <p:cTn id="26" fill="hold">
                            <p:stCondLst>
                              <p:cond delay="2000"/>
                            </p:stCondLst>
                            <p:childTnLst>
                              <p:par>
                                <p:cTn id="27" presetID="22" presetClass="entr" presetSubtype="2"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wipe(right)">
                                      <p:cBhvr>
                                        <p:cTn id="29" dur="500"/>
                                        <p:tgtEl>
                                          <p:spTgt spid="7"/>
                                        </p:tgtEl>
                                      </p:cBhvr>
                                    </p:animEffect>
                                  </p:childTnLst>
                                </p:cTn>
                              </p:par>
                            </p:childTnLst>
                          </p:cTn>
                        </p:par>
                        <p:par>
                          <p:cTn id="30" fill="hold">
                            <p:stCondLst>
                              <p:cond delay="2500"/>
                            </p:stCondLst>
                            <p:childTnLst>
                              <p:par>
                                <p:cTn id="31" presetID="53" presetClass="entr" presetSubtype="0" fill="hold" nodeType="afterEffect">
                                  <p:stCondLst>
                                    <p:cond delay="0"/>
                                  </p:stCondLst>
                                  <p:childTnLst>
                                    <p:set>
                                      <p:cBhvr>
                                        <p:cTn id="32" dur="1" fill="hold">
                                          <p:stCondLst>
                                            <p:cond delay="0"/>
                                          </p:stCondLst>
                                        </p:cTn>
                                        <p:tgtEl>
                                          <p:spTgt spid="75"/>
                                        </p:tgtEl>
                                        <p:attrNameLst>
                                          <p:attrName>style.visibility</p:attrName>
                                        </p:attrNameLst>
                                      </p:cBhvr>
                                      <p:to>
                                        <p:strVal val="visible"/>
                                      </p:to>
                                    </p:set>
                                    <p:anim calcmode="lin" valueType="num">
                                      <p:cBhvr>
                                        <p:cTn id="33" dur="500" fill="hold"/>
                                        <p:tgtEl>
                                          <p:spTgt spid="75"/>
                                        </p:tgtEl>
                                        <p:attrNameLst>
                                          <p:attrName>ppt_w</p:attrName>
                                        </p:attrNameLst>
                                      </p:cBhvr>
                                      <p:tavLst>
                                        <p:tav tm="0">
                                          <p:val>
                                            <p:fltVal val="0"/>
                                          </p:val>
                                        </p:tav>
                                        <p:tav tm="100000">
                                          <p:val>
                                            <p:strVal val="#ppt_w"/>
                                          </p:val>
                                        </p:tav>
                                      </p:tavLst>
                                    </p:anim>
                                    <p:anim calcmode="lin" valueType="num">
                                      <p:cBhvr>
                                        <p:cTn id="34" dur="500" fill="hold"/>
                                        <p:tgtEl>
                                          <p:spTgt spid="75"/>
                                        </p:tgtEl>
                                        <p:attrNameLst>
                                          <p:attrName>ppt_h</p:attrName>
                                        </p:attrNameLst>
                                      </p:cBhvr>
                                      <p:tavLst>
                                        <p:tav tm="0">
                                          <p:val>
                                            <p:fltVal val="0"/>
                                          </p:val>
                                        </p:tav>
                                        <p:tav tm="100000">
                                          <p:val>
                                            <p:strVal val="#ppt_h"/>
                                          </p:val>
                                        </p:tav>
                                      </p:tavLst>
                                    </p:anim>
                                    <p:animEffect transition="in" filter="fade">
                                      <p:cBhvr>
                                        <p:cTn id="35" dur="500"/>
                                        <p:tgtEl>
                                          <p:spTgt spid="75"/>
                                        </p:tgtEl>
                                      </p:cBhvr>
                                    </p:animEffec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left)">
                                      <p:cBhvr>
                                        <p:cTn id="39" dur="500"/>
                                        <p:tgtEl>
                                          <p:spTgt spid="71"/>
                                        </p:tgtEl>
                                      </p:cBhvr>
                                    </p:animEffect>
                                  </p:childTnLst>
                                </p:cTn>
                              </p:par>
                            </p:childTnLst>
                          </p:cTn>
                        </p:par>
                        <p:par>
                          <p:cTn id="40" fill="hold">
                            <p:stCondLst>
                              <p:cond delay="3500"/>
                            </p:stCondLst>
                            <p:childTnLst>
                              <p:par>
                                <p:cTn id="41" presetID="53" presetClass="entr" presetSubtype="0" fill="hold" grpId="0" nodeType="afterEffect">
                                  <p:stCondLst>
                                    <p:cond delay="0"/>
                                  </p:stCondLst>
                                  <p:childTnLst>
                                    <p:set>
                                      <p:cBhvr>
                                        <p:cTn id="42" dur="1" fill="hold">
                                          <p:stCondLst>
                                            <p:cond delay="0"/>
                                          </p:stCondLst>
                                        </p:cTn>
                                        <p:tgtEl>
                                          <p:spTgt spid="83"/>
                                        </p:tgtEl>
                                        <p:attrNameLst>
                                          <p:attrName>style.visibility</p:attrName>
                                        </p:attrNameLst>
                                      </p:cBhvr>
                                      <p:to>
                                        <p:strVal val="visible"/>
                                      </p:to>
                                    </p:set>
                                    <p:anim calcmode="lin" valueType="num">
                                      <p:cBhvr>
                                        <p:cTn id="43" dur="500" fill="hold"/>
                                        <p:tgtEl>
                                          <p:spTgt spid="83"/>
                                        </p:tgtEl>
                                        <p:attrNameLst>
                                          <p:attrName>ppt_w</p:attrName>
                                        </p:attrNameLst>
                                      </p:cBhvr>
                                      <p:tavLst>
                                        <p:tav tm="0">
                                          <p:val>
                                            <p:fltVal val="0"/>
                                          </p:val>
                                        </p:tav>
                                        <p:tav tm="100000">
                                          <p:val>
                                            <p:strVal val="#ppt_w"/>
                                          </p:val>
                                        </p:tav>
                                      </p:tavLst>
                                    </p:anim>
                                    <p:anim calcmode="lin" valueType="num">
                                      <p:cBhvr>
                                        <p:cTn id="44" dur="500" fill="hold"/>
                                        <p:tgtEl>
                                          <p:spTgt spid="83"/>
                                        </p:tgtEl>
                                        <p:attrNameLst>
                                          <p:attrName>ppt_h</p:attrName>
                                        </p:attrNameLst>
                                      </p:cBhvr>
                                      <p:tavLst>
                                        <p:tav tm="0">
                                          <p:val>
                                            <p:fltVal val="0"/>
                                          </p:val>
                                        </p:tav>
                                        <p:tav tm="100000">
                                          <p:val>
                                            <p:strVal val="#ppt_h"/>
                                          </p:val>
                                        </p:tav>
                                      </p:tavLst>
                                    </p:anim>
                                    <p:animEffect transition="in" filter="fade">
                                      <p:cBhvr>
                                        <p:cTn id="45" dur="500"/>
                                        <p:tgtEl>
                                          <p:spTgt spid="83"/>
                                        </p:tgtEl>
                                      </p:cBhvr>
                                    </p:animEffect>
                                  </p:childTnLst>
                                </p:cTn>
                              </p:par>
                            </p:childTnLst>
                          </p:cTn>
                        </p:par>
                        <p:par>
                          <p:cTn id="46" fill="hold">
                            <p:stCondLst>
                              <p:cond delay="4000"/>
                            </p:stCondLst>
                            <p:childTnLst>
                              <p:par>
                                <p:cTn id="47" presetID="22" presetClass="entr" presetSubtype="8" fill="hold" nodeType="after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wipe(left)">
                                      <p:cBhvr>
                                        <p:cTn id="49" dur="500"/>
                                        <p:tgtEl>
                                          <p:spTgt spid="6"/>
                                        </p:tgtEl>
                                      </p:cBhvr>
                                    </p:animEffect>
                                  </p:childTnLst>
                                </p:cTn>
                              </p:par>
                            </p:childTnLst>
                          </p:cTn>
                        </p:par>
                        <p:par>
                          <p:cTn id="50" fill="hold">
                            <p:stCondLst>
                              <p:cond delay="4500"/>
                            </p:stCondLst>
                            <p:childTnLst>
                              <p:par>
                                <p:cTn id="51" presetID="53" presetClass="entr" presetSubtype="0" fill="hold" nodeType="afterEffect">
                                  <p:stCondLst>
                                    <p:cond delay="0"/>
                                  </p:stCondLst>
                                  <p:childTnLst>
                                    <p:set>
                                      <p:cBhvr>
                                        <p:cTn id="52" dur="1" fill="hold">
                                          <p:stCondLst>
                                            <p:cond delay="0"/>
                                          </p:stCondLst>
                                        </p:cTn>
                                        <p:tgtEl>
                                          <p:spTgt spid="77"/>
                                        </p:tgtEl>
                                        <p:attrNameLst>
                                          <p:attrName>style.visibility</p:attrName>
                                        </p:attrNameLst>
                                      </p:cBhvr>
                                      <p:to>
                                        <p:strVal val="visible"/>
                                      </p:to>
                                    </p:set>
                                    <p:anim calcmode="lin" valueType="num">
                                      <p:cBhvr>
                                        <p:cTn id="53" dur="500" fill="hold"/>
                                        <p:tgtEl>
                                          <p:spTgt spid="77"/>
                                        </p:tgtEl>
                                        <p:attrNameLst>
                                          <p:attrName>ppt_w</p:attrName>
                                        </p:attrNameLst>
                                      </p:cBhvr>
                                      <p:tavLst>
                                        <p:tav tm="0">
                                          <p:val>
                                            <p:fltVal val="0"/>
                                          </p:val>
                                        </p:tav>
                                        <p:tav tm="100000">
                                          <p:val>
                                            <p:strVal val="#ppt_w"/>
                                          </p:val>
                                        </p:tav>
                                      </p:tavLst>
                                    </p:anim>
                                    <p:anim calcmode="lin" valueType="num">
                                      <p:cBhvr>
                                        <p:cTn id="54" dur="500" fill="hold"/>
                                        <p:tgtEl>
                                          <p:spTgt spid="77"/>
                                        </p:tgtEl>
                                        <p:attrNameLst>
                                          <p:attrName>ppt_h</p:attrName>
                                        </p:attrNameLst>
                                      </p:cBhvr>
                                      <p:tavLst>
                                        <p:tav tm="0">
                                          <p:val>
                                            <p:fltVal val="0"/>
                                          </p:val>
                                        </p:tav>
                                        <p:tav tm="100000">
                                          <p:val>
                                            <p:strVal val="#ppt_h"/>
                                          </p:val>
                                        </p:tav>
                                      </p:tavLst>
                                    </p:anim>
                                    <p:animEffect transition="in" filter="fade">
                                      <p:cBhvr>
                                        <p:cTn id="55" dur="500"/>
                                        <p:tgtEl>
                                          <p:spTgt spid="77"/>
                                        </p:tgtEl>
                                      </p:cBhvr>
                                    </p:animEffect>
                                  </p:childTnLst>
                                </p:cTn>
                              </p:par>
                            </p:childTnLst>
                          </p:cTn>
                        </p:par>
                        <p:par>
                          <p:cTn id="56" fill="hold">
                            <p:stCondLst>
                              <p:cond delay="5000"/>
                            </p:stCondLst>
                            <p:childTnLst>
                              <p:par>
                                <p:cTn id="57" presetID="22" presetClass="entr" presetSubtype="1" fill="hold" grpId="0" nodeType="afterEffect">
                                  <p:stCondLst>
                                    <p:cond delay="0"/>
                                  </p:stCondLst>
                                  <p:childTnLst>
                                    <p:set>
                                      <p:cBhvr>
                                        <p:cTn id="58" dur="1" fill="hold">
                                          <p:stCondLst>
                                            <p:cond delay="0"/>
                                          </p:stCondLst>
                                        </p:cTn>
                                        <p:tgtEl>
                                          <p:spTgt spid="74"/>
                                        </p:tgtEl>
                                        <p:attrNameLst>
                                          <p:attrName>style.visibility</p:attrName>
                                        </p:attrNameLst>
                                      </p:cBhvr>
                                      <p:to>
                                        <p:strVal val="visible"/>
                                      </p:to>
                                    </p:set>
                                    <p:animEffect transition="in" filter="wipe(up)">
                                      <p:cBhvr>
                                        <p:cTn id="59" dur="500"/>
                                        <p:tgtEl>
                                          <p:spTgt spid="74"/>
                                        </p:tgtEl>
                                      </p:cBhvr>
                                    </p:animEffect>
                                  </p:childTnLst>
                                </p:cTn>
                              </p:par>
                            </p:childTnLst>
                          </p:cTn>
                        </p:par>
                        <p:par>
                          <p:cTn id="60" fill="hold">
                            <p:stCondLst>
                              <p:cond delay="5500"/>
                            </p:stCondLst>
                            <p:childTnLst>
                              <p:par>
                                <p:cTn id="61" presetID="53" presetClass="entr" presetSubtype="0" fill="hold" grpId="0" nodeType="afterEffect">
                                  <p:stCondLst>
                                    <p:cond delay="0"/>
                                  </p:stCondLst>
                                  <p:childTnLst>
                                    <p:set>
                                      <p:cBhvr>
                                        <p:cTn id="62" dur="1" fill="hold">
                                          <p:stCondLst>
                                            <p:cond delay="0"/>
                                          </p:stCondLst>
                                        </p:cTn>
                                        <p:tgtEl>
                                          <p:spTgt spid="82"/>
                                        </p:tgtEl>
                                        <p:attrNameLst>
                                          <p:attrName>style.visibility</p:attrName>
                                        </p:attrNameLst>
                                      </p:cBhvr>
                                      <p:to>
                                        <p:strVal val="visible"/>
                                      </p:to>
                                    </p:set>
                                    <p:anim calcmode="lin" valueType="num">
                                      <p:cBhvr>
                                        <p:cTn id="63" dur="500" fill="hold"/>
                                        <p:tgtEl>
                                          <p:spTgt spid="82"/>
                                        </p:tgtEl>
                                        <p:attrNameLst>
                                          <p:attrName>ppt_w</p:attrName>
                                        </p:attrNameLst>
                                      </p:cBhvr>
                                      <p:tavLst>
                                        <p:tav tm="0">
                                          <p:val>
                                            <p:fltVal val="0"/>
                                          </p:val>
                                        </p:tav>
                                        <p:tav tm="100000">
                                          <p:val>
                                            <p:strVal val="#ppt_w"/>
                                          </p:val>
                                        </p:tav>
                                      </p:tavLst>
                                    </p:anim>
                                    <p:anim calcmode="lin" valueType="num">
                                      <p:cBhvr>
                                        <p:cTn id="64" dur="500" fill="hold"/>
                                        <p:tgtEl>
                                          <p:spTgt spid="82"/>
                                        </p:tgtEl>
                                        <p:attrNameLst>
                                          <p:attrName>ppt_h</p:attrName>
                                        </p:attrNameLst>
                                      </p:cBhvr>
                                      <p:tavLst>
                                        <p:tav tm="0">
                                          <p:val>
                                            <p:fltVal val="0"/>
                                          </p:val>
                                        </p:tav>
                                        <p:tav tm="100000">
                                          <p:val>
                                            <p:strVal val="#ppt_h"/>
                                          </p:val>
                                        </p:tav>
                                      </p:tavLst>
                                    </p:anim>
                                    <p:animEffect transition="in" filter="fade">
                                      <p:cBhvr>
                                        <p:cTn id="65" dur="500"/>
                                        <p:tgtEl>
                                          <p:spTgt spid="82"/>
                                        </p:tgtEl>
                                      </p:cBhvr>
                                    </p:animEffect>
                                  </p:childTnLst>
                                </p:cTn>
                              </p:par>
                            </p:childTnLst>
                          </p:cTn>
                        </p:par>
                        <p:par>
                          <p:cTn id="66" fill="hold">
                            <p:stCondLst>
                              <p:cond delay="6000"/>
                            </p:stCondLst>
                            <p:childTnLst>
                              <p:par>
                                <p:cTn id="67" presetID="22" presetClass="entr" presetSubtype="8" fill="hold" nodeType="afterEffect">
                                  <p:stCondLst>
                                    <p:cond delay="0"/>
                                  </p:stCondLst>
                                  <p:childTnLst>
                                    <p:set>
                                      <p:cBhvr>
                                        <p:cTn id="68" dur="1" fill="hold">
                                          <p:stCondLst>
                                            <p:cond delay="0"/>
                                          </p:stCondLst>
                                        </p:cTn>
                                        <p:tgtEl>
                                          <p:spTgt spid="8"/>
                                        </p:tgtEl>
                                        <p:attrNameLst>
                                          <p:attrName>style.visibility</p:attrName>
                                        </p:attrNameLst>
                                      </p:cBhvr>
                                      <p:to>
                                        <p:strVal val="visible"/>
                                      </p:to>
                                    </p:set>
                                    <p:animEffect transition="in" filter="wipe(left)">
                                      <p:cBhvr>
                                        <p:cTn id="69" dur="500"/>
                                        <p:tgtEl>
                                          <p:spTgt spid="8"/>
                                        </p:tgtEl>
                                      </p:cBhvr>
                                    </p:animEffect>
                                  </p:childTnLst>
                                </p:cTn>
                              </p:par>
                            </p:childTnLst>
                          </p:cTn>
                        </p:par>
                        <p:par>
                          <p:cTn id="70" fill="hold">
                            <p:stCondLst>
                              <p:cond delay="6500"/>
                            </p:stCondLst>
                            <p:childTnLst>
                              <p:par>
                                <p:cTn id="71" presetID="53" presetClass="entr" presetSubtype="0" fill="hold" nodeType="afterEffect">
                                  <p:stCondLst>
                                    <p:cond delay="0"/>
                                  </p:stCondLst>
                                  <p:childTnLst>
                                    <p:set>
                                      <p:cBhvr>
                                        <p:cTn id="72" dur="1" fill="hold">
                                          <p:stCondLst>
                                            <p:cond delay="0"/>
                                          </p:stCondLst>
                                        </p:cTn>
                                        <p:tgtEl>
                                          <p:spTgt spid="76"/>
                                        </p:tgtEl>
                                        <p:attrNameLst>
                                          <p:attrName>style.visibility</p:attrName>
                                        </p:attrNameLst>
                                      </p:cBhvr>
                                      <p:to>
                                        <p:strVal val="visible"/>
                                      </p:to>
                                    </p:set>
                                    <p:anim calcmode="lin" valueType="num">
                                      <p:cBhvr>
                                        <p:cTn id="73" dur="500" fill="hold"/>
                                        <p:tgtEl>
                                          <p:spTgt spid="76"/>
                                        </p:tgtEl>
                                        <p:attrNameLst>
                                          <p:attrName>ppt_w</p:attrName>
                                        </p:attrNameLst>
                                      </p:cBhvr>
                                      <p:tavLst>
                                        <p:tav tm="0">
                                          <p:val>
                                            <p:fltVal val="0"/>
                                          </p:val>
                                        </p:tav>
                                        <p:tav tm="100000">
                                          <p:val>
                                            <p:strVal val="#ppt_w"/>
                                          </p:val>
                                        </p:tav>
                                      </p:tavLst>
                                    </p:anim>
                                    <p:anim calcmode="lin" valueType="num">
                                      <p:cBhvr>
                                        <p:cTn id="74" dur="500" fill="hold"/>
                                        <p:tgtEl>
                                          <p:spTgt spid="76"/>
                                        </p:tgtEl>
                                        <p:attrNameLst>
                                          <p:attrName>ppt_h</p:attrName>
                                        </p:attrNameLst>
                                      </p:cBhvr>
                                      <p:tavLst>
                                        <p:tav tm="0">
                                          <p:val>
                                            <p:fltVal val="0"/>
                                          </p:val>
                                        </p:tav>
                                        <p:tav tm="100000">
                                          <p:val>
                                            <p:strVal val="#ppt_h"/>
                                          </p:val>
                                        </p:tav>
                                      </p:tavLst>
                                    </p:anim>
                                    <p:animEffect transition="in" filter="fade">
                                      <p:cBhvr>
                                        <p:cTn id="75" dur="500"/>
                                        <p:tgtEl>
                                          <p:spTgt spid="76"/>
                                        </p:tgtEl>
                                      </p:cBhvr>
                                    </p:animEffect>
                                  </p:childTnLst>
                                </p:cTn>
                              </p:par>
                            </p:childTnLst>
                          </p:cTn>
                        </p:par>
                        <p:par>
                          <p:cTn id="76" fill="hold">
                            <p:stCondLst>
                              <p:cond delay="7000"/>
                            </p:stCondLst>
                            <p:childTnLst>
                              <p:par>
                                <p:cTn id="77" presetID="22" presetClass="entr" presetSubtype="2" fill="hold" grpId="0" nodeType="afterEffect">
                                  <p:stCondLst>
                                    <p:cond delay="0"/>
                                  </p:stCondLst>
                                  <p:childTnLst>
                                    <p:set>
                                      <p:cBhvr>
                                        <p:cTn id="78" dur="1" fill="hold">
                                          <p:stCondLst>
                                            <p:cond delay="0"/>
                                          </p:stCondLst>
                                        </p:cTn>
                                        <p:tgtEl>
                                          <p:spTgt spid="72"/>
                                        </p:tgtEl>
                                        <p:attrNameLst>
                                          <p:attrName>style.visibility</p:attrName>
                                        </p:attrNameLst>
                                      </p:cBhvr>
                                      <p:to>
                                        <p:strVal val="visible"/>
                                      </p:to>
                                    </p:set>
                                    <p:animEffect transition="in" filter="wipe(right)">
                                      <p:cBhvr>
                                        <p:cTn id="79" dur="500"/>
                                        <p:tgtEl>
                                          <p:spTgt spid="72"/>
                                        </p:tgtEl>
                                      </p:cBhvr>
                                    </p:animEffect>
                                  </p:childTnLst>
                                </p:cTn>
                              </p:par>
                            </p:childTnLst>
                          </p:cTn>
                        </p:par>
                        <p:par>
                          <p:cTn id="80" fill="hold">
                            <p:stCondLst>
                              <p:cond delay="7500"/>
                            </p:stCondLst>
                            <p:childTnLst>
                              <p:par>
                                <p:cTn id="81" presetID="53" presetClass="entr" presetSubtype="0" fill="hold" grpId="0" nodeType="afterEffect">
                                  <p:stCondLst>
                                    <p:cond delay="0"/>
                                  </p:stCondLst>
                                  <p:childTnLst>
                                    <p:set>
                                      <p:cBhvr>
                                        <p:cTn id="82" dur="1" fill="hold">
                                          <p:stCondLst>
                                            <p:cond delay="0"/>
                                          </p:stCondLst>
                                        </p:cTn>
                                        <p:tgtEl>
                                          <p:spTgt spid="81"/>
                                        </p:tgtEl>
                                        <p:attrNameLst>
                                          <p:attrName>style.visibility</p:attrName>
                                        </p:attrNameLst>
                                      </p:cBhvr>
                                      <p:to>
                                        <p:strVal val="visible"/>
                                      </p:to>
                                    </p:set>
                                    <p:anim calcmode="lin" valueType="num">
                                      <p:cBhvr>
                                        <p:cTn id="83" dur="500" fill="hold"/>
                                        <p:tgtEl>
                                          <p:spTgt spid="81"/>
                                        </p:tgtEl>
                                        <p:attrNameLst>
                                          <p:attrName>ppt_w</p:attrName>
                                        </p:attrNameLst>
                                      </p:cBhvr>
                                      <p:tavLst>
                                        <p:tav tm="0">
                                          <p:val>
                                            <p:fltVal val="0"/>
                                          </p:val>
                                        </p:tav>
                                        <p:tav tm="100000">
                                          <p:val>
                                            <p:strVal val="#ppt_w"/>
                                          </p:val>
                                        </p:tav>
                                      </p:tavLst>
                                    </p:anim>
                                    <p:anim calcmode="lin" valueType="num">
                                      <p:cBhvr>
                                        <p:cTn id="84" dur="500" fill="hold"/>
                                        <p:tgtEl>
                                          <p:spTgt spid="81"/>
                                        </p:tgtEl>
                                        <p:attrNameLst>
                                          <p:attrName>ppt_h</p:attrName>
                                        </p:attrNameLst>
                                      </p:cBhvr>
                                      <p:tavLst>
                                        <p:tav tm="0">
                                          <p:val>
                                            <p:fltVal val="0"/>
                                          </p:val>
                                        </p:tav>
                                        <p:tav tm="100000">
                                          <p:val>
                                            <p:strVal val="#ppt_h"/>
                                          </p:val>
                                        </p:tav>
                                      </p:tavLst>
                                    </p:anim>
                                    <p:animEffect transition="in" filter="fade">
                                      <p:cBhvr>
                                        <p:cTn id="85" dur="500"/>
                                        <p:tgtEl>
                                          <p:spTgt spid="81"/>
                                        </p:tgtEl>
                                      </p:cBhvr>
                                    </p:animEffect>
                                  </p:childTnLst>
                                </p:cTn>
                              </p:par>
                            </p:childTnLst>
                          </p:cTn>
                        </p:par>
                        <p:par>
                          <p:cTn id="86" fill="hold">
                            <p:stCondLst>
                              <p:cond delay="8000"/>
                            </p:stCondLst>
                            <p:childTnLst>
                              <p:par>
                                <p:cTn id="87" presetID="22" presetClass="entr" presetSubtype="2" fill="hold" nodeType="afterEffect">
                                  <p:stCondLst>
                                    <p:cond delay="0"/>
                                  </p:stCondLst>
                                  <p:childTnLst>
                                    <p:set>
                                      <p:cBhvr>
                                        <p:cTn id="88" dur="1" fill="hold">
                                          <p:stCondLst>
                                            <p:cond delay="0"/>
                                          </p:stCondLst>
                                        </p:cTn>
                                        <p:tgtEl>
                                          <p:spTgt spid="5"/>
                                        </p:tgtEl>
                                        <p:attrNameLst>
                                          <p:attrName>style.visibility</p:attrName>
                                        </p:attrNameLst>
                                      </p:cBhvr>
                                      <p:to>
                                        <p:strVal val="visible"/>
                                      </p:to>
                                    </p:set>
                                    <p:animEffect transition="in" filter="wipe(right)">
                                      <p:cBhvr>
                                        <p:cTn id="8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4" grpId="0" animBg="1"/>
      <p:bldP spid="80" grpId="0" animBg="1"/>
      <p:bldP spid="81" grpId="0" animBg="1"/>
      <p:bldP spid="82" grpId="0" animBg="1"/>
      <p:bldP spid="83"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88</a:t>
            </a:fld>
            <a:endParaRPr lang="en-US" dirty="0"/>
          </a:p>
        </p:txBody>
      </p:sp>
      <p:grpSp>
        <p:nvGrpSpPr>
          <p:cNvPr id="2" name="Group 14"/>
          <p:cNvGrpSpPr/>
          <p:nvPr/>
        </p:nvGrpSpPr>
        <p:grpSpPr>
          <a:xfrm>
            <a:off x="3734181" y="1140112"/>
            <a:ext cx="1676400" cy="1944624"/>
            <a:chOff x="3734181" y="1102012"/>
            <a:chExt cx="1676400" cy="1944624"/>
          </a:xfrm>
        </p:grpSpPr>
        <p:sp>
          <p:nvSpPr>
            <p:cNvPr id="9" name="Hexagon 8"/>
            <p:cNvSpPr/>
            <p:nvPr/>
          </p:nvSpPr>
          <p:spPr bwMode="auto">
            <a:xfrm rot="5400000">
              <a:off x="3600069" y="1236124"/>
              <a:ext cx="1944624" cy="1676400"/>
            </a:xfrm>
            <a:prstGeom prst="hexagon">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 name="Hexagon 13"/>
            <p:cNvSpPr/>
            <p:nvPr/>
          </p:nvSpPr>
          <p:spPr bwMode="auto">
            <a:xfrm rot="5400000">
              <a:off x="3734501" y="1369093"/>
              <a:ext cx="1636136" cy="1410462"/>
            </a:xfrm>
            <a:prstGeom prst="hexagon">
              <a:avLst/>
            </a:prstGeom>
            <a:noFill/>
            <a:ln w="19050">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18"/>
          <p:cNvGrpSpPr/>
          <p:nvPr/>
        </p:nvGrpSpPr>
        <p:grpSpPr>
          <a:xfrm>
            <a:off x="4591431" y="2695575"/>
            <a:ext cx="1676400" cy="1944624"/>
            <a:chOff x="3734181" y="1102012"/>
            <a:chExt cx="1676400" cy="1944624"/>
          </a:xfrm>
        </p:grpSpPr>
        <p:sp>
          <p:nvSpPr>
            <p:cNvPr id="20" name="Hexagon 19"/>
            <p:cNvSpPr/>
            <p:nvPr/>
          </p:nvSpPr>
          <p:spPr bwMode="auto">
            <a:xfrm rot="5400000">
              <a:off x="3600069" y="1236124"/>
              <a:ext cx="1944624" cy="1676400"/>
            </a:xfrm>
            <a:prstGeom prst="hexagon">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Hexagon 20"/>
            <p:cNvSpPr/>
            <p:nvPr/>
          </p:nvSpPr>
          <p:spPr bwMode="auto">
            <a:xfrm rot="5400000">
              <a:off x="3734501" y="1369093"/>
              <a:ext cx="1636136" cy="1410462"/>
            </a:xfrm>
            <a:prstGeom prst="hexagon">
              <a:avLst/>
            </a:prstGeom>
            <a:noFill/>
            <a:ln w="19050">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24"/>
          <p:cNvGrpSpPr/>
          <p:nvPr/>
        </p:nvGrpSpPr>
        <p:grpSpPr>
          <a:xfrm>
            <a:off x="2876169" y="2695575"/>
            <a:ext cx="1676400" cy="1944624"/>
            <a:chOff x="3734181" y="1102012"/>
            <a:chExt cx="1676400" cy="1944624"/>
          </a:xfrm>
        </p:grpSpPr>
        <p:sp>
          <p:nvSpPr>
            <p:cNvPr id="26" name="Hexagon 25"/>
            <p:cNvSpPr/>
            <p:nvPr/>
          </p:nvSpPr>
          <p:spPr bwMode="auto">
            <a:xfrm rot="5400000">
              <a:off x="3600069" y="1236124"/>
              <a:ext cx="1944624" cy="1676400"/>
            </a:xfrm>
            <a:prstGeom prst="hexagon">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7" name="Hexagon 26"/>
            <p:cNvSpPr/>
            <p:nvPr/>
          </p:nvSpPr>
          <p:spPr bwMode="auto">
            <a:xfrm rot="5400000">
              <a:off x="3734501" y="1369093"/>
              <a:ext cx="1636136" cy="1410462"/>
            </a:xfrm>
            <a:prstGeom prst="hexagon">
              <a:avLst/>
            </a:prstGeom>
            <a:noFill/>
            <a:ln w="19050">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5" name="Group 81"/>
          <p:cNvGrpSpPr/>
          <p:nvPr/>
        </p:nvGrpSpPr>
        <p:grpSpPr>
          <a:xfrm>
            <a:off x="3962400" y="2473714"/>
            <a:ext cx="1258062" cy="1222043"/>
            <a:chOff x="735191" y="1461827"/>
            <a:chExt cx="579038" cy="562460"/>
          </a:xfrm>
        </p:grpSpPr>
        <p:sp>
          <p:nvSpPr>
            <p:cNvPr id="29" name="Oval 28"/>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sp>
          <p:nvSpPr>
            <p:cNvPr id="31" name="Freeform 245"/>
            <p:cNvSpPr>
              <a:spLocks/>
            </p:cNvSpPr>
            <p:nvPr/>
          </p:nvSpPr>
          <p:spPr bwMode="auto">
            <a:xfrm>
              <a:off x="895557" y="1626375"/>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2"/>
          <p:cNvGrpSpPr/>
          <p:nvPr/>
        </p:nvGrpSpPr>
        <p:grpSpPr>
          <a:xfrm>
            <a:off x="1458979" y="1657915"/>
            <a:ext cx="2189066" cy="835255"/>
            <a:chOff x="741363" y="1319784"/>
            <a:chExt cx="2189066" cy="835255"/>
          </a:xfrm>
        </p:grpSpPr>
        <p:sp>
          <p:nvSpPr>
            <p:cNvPr id="33" name="Text Placeholder 3"/>
            <p:cNvSpPr txBox="1">
              <a:spLocks/>
            </p:cNvSpPr>
            <p:nvPr/>
          </p:nvSpPr>
          <p:spPr>
            <a:xfrm>
              <a:off x="741363" y="1319784"/>
              <a:ext cx="82875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34"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passages of Lorem Ipsum available, but the majority have suffered alteration in some injected humour slightly</a:t>
              </a:r>
            </a:p>
          </p:txBody>
        </p:sp>
      </p:grpSp>
      <p:grpSp>
        <p:nvGrpSpPr>
          <p:cNvPr id="10" name="Group 33"/>
          <p:cNvGrpSpPr/>
          <p:nvPr/>
        </p:nvGrpSpPr>
        <p:grpSpPr>
          <a:xfrm>
            <a:off x="658067" y="3229601"/>
            <a:ext cx="2189066" cy="819866"/>
            <a:chOff x="741363" y="1335173"/>
            <a:chExt cx="2189066" cy="819866"/>
          </a:xfrm>
        </p:grpSpPr>
        <p:sp>
          <p:nvSpPr>
            <p:cNvPr id="36" name="Text Placeholder 3"/>
            <p:cNvSpPr txBox="1">
              <a:spLocks/>
            </p:cNvSpPr>
            <p:nvPr/>
          </p:nvSpPr>
          <p:spPr>
            <a:xfrm>
              <a:off x="741363" y="1335173"/>
              <a:ext cx="107721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NUMBER TWO</a:t>
              </a:r>
            </a:p>
          </p:txBody>
        </p:sp>
        <p:sp>
          <p:nvSpPr>
            <p:cNvPr id="37"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passages of Lorem Ipsum available, but the majority have suffered alteration in some injected humour slightly</a:t>
              </a:r>
            </a:p>
          </p:txBody>
        </p:sp>
      </p:grpSp>
      <p:grpSp>
        <p:nvGrpSpPr>
          <p:cNvPr id="11" name="Group 37"/>
          <p:cNvGrpSpPr/>
          <p:nvPr/>
        </p:nvGrpSpPr>
        <p:grpSpPr>
          <a:xfrm>
            <a:off x="6274336" y="3229601"/>
            <a:ext cx="2189066" cy="819866"/>
            <a:chOff x="741363" y="1335173"/>
            <a:chExt cx="2189066" cy="819866"/>
          </a:xfrm>
        </p:grpSpPr>
        <p:sp>
          <p:nvSpPr>
            <p:cNvPr id="39" name="Text Placeholder 3"/>
            <p:cNvSpPr txBox="1">
              <a:spLocks/>
            </p:cNvSpPr>
            <p:nvPr/>
          </p:nvSpPr>
          <p:spPr>
            <a:xfrm>
              <a:off x="1952597" y="1335173"/>
              <a:ext cx="9778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40"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000" dirty="0">
                  <a:solidFill>
                    <a:schemeClr val="tx1">
                      <a:lumMod val="50000"/>
                      <a:lumOff val="50000"/>
                    </a:schemeClr>
                  </a:solidFill>
                </a:rPr>
                <a:t>There are many variations of passages of Lorem Ipsum available, but the majority have suffered alteration in some injected humour slightly</a:t>
              </a:r>
            </a:p>
          </p:txBody>
        </p:sp>
      </p:grpSp>
      <p:grpSp>
        <p:nvGrpSpPr>
          <p:cNvPr id="12" name="Group 21"/>
          <p:cNvGrpSpPr/>
          <p:nvPr/>
        </p:nvGrpSpPr>
        <p:grpSpPr>
          <a:xfrm>
            <a:off x="5145103" y="3408620"/>
            <a:ext cx="518534" cy="518534"/>
            <a:chOff x="8780463" y="1906588"/>
            <a:chExt cx="360363" cy="360363"/>
          </a:xfrm>
          <a:solidFill>
            <a:schemeClr val="bg1"/>
          </a:solidFill>
        </p:grpSpPr>
        <p:sp>
          <p:nvSpPr>
            <p:cNvPr id="42"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8" name="Freeform 131"/>
          <p:cNvSpPr>
            <a:spLocks noEditPoints="1"/>
          </p:cNvSpPr>
          <p:nvPr/>
        </p:nvSpPr>
        <p:spPr bwMode="auto">
          <a:xfrm>
            <a:off x="4313114" y="1842581"/>
            <a:ext cx="518534" cy="486554"/>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44"/>
          <p:cNvSpPr>
            <a:spLocks noEditPoints="1"/>
          </p:cNvSpPr>
          <p:nvPr/>
        </p:nvSpPr>
        <p:spPr bwMode="auto">
          <a:xfrm>
            <a:off x="3383068" y="3408620"/>
            <a:ext cx="529954" cy="518534"/>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500"/>
                            </p:stCondLst>
                            <p:childTnLst>
                              <p:par>
                                <p:cTn id="11" presetID="23" presetClass="entr" presetSubtype="52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 calcmode="lin" valueType="num">
                                      <p:cBhvr>
                                        <p:cTn id="15" dur="500" fill="hold"/>
                                        <p:tgtEl>
                                          <p:spTgt spid="2"/>
                                        </p:tgtEl>
                                        <p:attrNameLst>
                                          <p:attrName>ppt_x</p:attrName>
                                        </p:attrNameLst>
                                      </p:cBhvr>
                                      <p:tavLst>
                                        <p:tav tm="0">
                                          <p:val>
                                            <p:fltVal val="0.5"/>
                                          </p:val>
                                        </p:tav>
                                        <p:tav tm="100000">
                                          <p:val>
                                            <p:strVal val="#ppt_x"/>
                                          </p:val>
                                        </p:tav>
                                      </p:tavLst>
                                    </p:anim>
                                    <p:anim calcmode="lin" valueType="num">
                                      <p:cBhvr>
                                        <p:cTn id="16" dur="500" fill="hold"/>
                                        <p:tgtEl>
                                          <p:spTgt spid="2"/>
                                        </p:tgtEl>
                                        <p:attrNameLst>
                                          <p:attrName>ppt_y</p:attrName>
                                        </p:attrNameLst>
                                      </p:cBhvr>
                                      <p:tavLst>
                                        <p:tav tm="0">
                                          <p:val>
                                            <p:fltVal val="0.5"/>
                                          </p:val>
                                        </p:tav>
                                        <p:tav tm="100000">
                                          <p:val>
                                            <p:strVal val="#ppt_y"/>
                                          </p:val>
                                        </p:tav>
                                      </p:tavLst>
                                    </p:anim>
                                  </p:childTnLst>
                                </p:cTn>
                              </p:par>
                            </p:childTnLst>
                          </p:cTn>
                        </p:par>
                        <p:par>
                          <p:cTn id="17" fill="hold">
                            <p:stCondLst>
                              <p:cond delay="1000"/>
                            </p:stCondLst>
                            <p:childTnLst>
                              <p:par>
                                <p:cTn id="18" presetID="53" presetClass="entr" presetSubtype="0" fill="hold" grpId="0" nodeType="afterEffect">
                                  <p:stCondLst>
                                    <p:cond delay="0"/>
                                  </p:stCondLst>
                                  <p:childTnLst>
                                    <p:set>
                                      <p:cBhvr>
                                        <p:cTn id="19" dur="1" fill="hold">
                                          <p:stCondLst>
                                            <p:cond delay="0"/>
                                          </p:stCondLst>
                                        </p:cTn>
                                        <p:tgtEl>
                                          <p:spTgt spid="48"/>
                                        </p:tgtEl>
                                        <p:attrNameLst>
                                          <p:attrName>style.visibility</p:attrName>
                                        </p:attrNameLst>
                                      </p:cBhvr>
                                      <p:to>
                                        <p:strVal val="visible"/>
                                      </p:to>
                                    </p:set>
                                    <p:anim calcmode="lin" valueType="num">
                                      <p:cBhvr>
                                        <p:cTn id="20" dur="500" fill="hold"/>
                                        <p:tgtEl>
                                          <p:spTgt spid="48"/>
                                        </p:tgtEl>
                                        <p:attrNameLst>
                                          <p:attrName>ppt_w</p:attrName>
                                        </p:attrNameLst>
                                      </p:cBhvr>
                                      <p:tavLst>
                                        <p:tav tm="0">
                                          <p:val>
                                            <p:fltVal val="0"/>
                                          </p:val>
                                        </p:tav>
                                        <p:tav tm="100000">
                                          <p:val>
                                            <p:strVal val="#ppt_w"/>
                                          </p:val>
                                        </p:tav>
                                      </p:tavLst>
                                    </p:anim>
                                    <p:anim calcmode="lin" valueType="num">
                                      <p:cBhvr>
                                        <p:cTn id="21" dur="500" fill="hold"/>
                                        <p:tgtEl>
                                          <p:spTgt spid="48"/>
                                        </p:tgtEl>
                                        <p:attrNameLst>
                                          <p:attrName>ppt_h</p:attrName>
                                        </p:attrNameLst>
                                      </p:cBhvr>
                                      <p:tavLst>
                                        <p:tav tm="0">
                                          <p:val>
                                            <p:fltVal val="0"/>
                                          </p:val>
                                        </p:tav>
                                        <p:tav tm="100000">
                                          <p:val>
                                            <p:strVal val="#ppt_h"/>
                                          </p:val>
                                        </p:tav>
                                      </p:tavLst>
                                    </p:anim>
                                    <p:animEffect transition="in" filter="fade">
                                      <p:cBhvr>
                                        <p:cTn id="22" dur="500"/>
                                        <p:tgtEl>
                                          <p:spTgt spid="48"/>
                                        </p:tgtEl>
                                      </p:cBhvr>
                                    </p:animEffect>
                                  </p:childTnLst>
                                </p:cTn>
                              </p:par>
                            </p:childTnLst>
                          </p:cTn>
                        </p:par>
                        <p:par>
                          <p:cTn id="23" fill="hold">
                            <p:stCondLst>
                              <p:cond delay="1500"/>
                            </p:stCondLst>
                            <p:childTnLst>
                              <p:par>
                                <p:cTn id="24" presetID="22" presetClass="entr" presetSubtype="8"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left)">
                                      <p:cBhvr>
                                        <p:cTn id="26" dur="500"/>
                                        <p:tgtEl>
                                          <p:spTgt spid="6"/>
                                        </p:tgtEl>
                                      </p:cBhvr>
                                    </p:animEffect>
                                  </p:childTnLst>
                                </p:cTn>
                              </p:par>
                            </p:childTnLst>
                          </p:cTn>
                        </p:par>
                        <p:par>
                          <p:cTn id="27" fill="hold">
                            <p:stCondLst>
                              <p:cond delay="2000"/>
                            </p:stCondLst>
                            <p:childTnLst>
                              <p:par>
                                <p:cTn id="28" presetID="23" presetClass="entr" presetSubtype="528" fill="hold" nodeType="after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p:cTn id="30" dur="500" fill="hold"/>
                                        <p:tgtEl>
                                          <p:spTgt spid="4"/>
                                        </p:tgtEl>
                                        <p:attrNameLst>
                                          <p:attrName>ppt_w</p:attrName>
                                        </p:attrNameLst>
                                      </p:cBhvr>
                                      <p:tavLst>
                                        <p:tav tm="0">
                                          <p:val>
                                            <p:fltVal val="0"/>
                                          </p:val>
                                        </p:tav>
                                        <p:tav tm="100000">
                                          <p:val>
                                            <p:strVal val="#ppt_w"/>
                                          </p:val>
                                        </p:tav>
                                      </p:tavLst>
                                    </p:anim>
                                    <p:anim calcmode="lin" valueType="num">
                                      <p:cBhvr>
                                        <p:cTn id="31" dur="500" fill="hold"/>
                                        <p:tgtEl>
                                          <p:spTgt spid="4"/>
                                        </p:tgtEl>
                                        <p:attrNameLst>
                                          <p:attrName>ppt_h</p:attrName>
                                        </p:attrNameLst>
                                      </p:cBhvr>
                                      <p:tavLst>
                                        <p:tav tm="0">
                                          <p:val>
                                            <p:fltVal val="0"/>
                                          </p:val>
                                        </p:tav>
                                        <p:tav tm="100000">
                                          <p:val>
                                            <p:strVal val="#ppt_h"/>
                                          </p:val>
                                        </p:tav>
                                      </p:tavLst>
                                    </p:anim>
                                    <p:anim calcmode="lin" valueType="num">
                                      <p:cBhvr>
                                        <p:cTn id="32" dur="500" fill="hold"/>
                                        <p:tgtEl>
                                          <p:spTgt spid="4"/>
                                        </p:tgtEl>
                                        <p:attrNameLst>
                                          <p:attrName>ppt_x</p:attrName>
                                        </p:attrNameLst>
                                      </p:cBhvr>
                                      <p:tavLst>
                                        <p:tav tm="0">
                                          <p:val>
                                            <p:fltVal val="0.5"/>
                                          </p:val>
                                        </p:tav>
                                        <p:tav tm="100000">
                                          <p:val>
                                            <p:strVal val="#ppt_x"/>
                                          </p:val>
                                        </p:tav>
                                      </p:tavLst>
                                    </p:anim>
                                    <p:anim calcmode="lin" valueType="num">
                                      <p:cBhvr>
                                        <p:cTn id="33" dur="500" fill="hold"/>
                                        <p:tgtEl>
                                          <p:spTgt spid="4"/>
                                        </p:tgtEl>
                                        <p:attrNameLst>
                                          <p:attrName>ppt_y</p:attrName>
                                        </p:attrNameLst>
                                      </p:cBhvr>
                                      <p:tavLst>
                                        <p:tav tm="0">
                                          <p:val>
                                            <p:fltVal val="0.5"/>
                                          </p:val>
                                        </p:tav>
                                        <p:tav tm="100000">
                                          <p:val>
                                            <p:strVal val="#ppt_y"/>
                                          </p:val>
                                        </p:tav>
                                      </p:tavLst>
                                    </p:anim>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49"/>
                                        </p:tgtEl>
                                        <p:attrNameLst>
                                          <p:attrName>style.visibility</p:attrName>
                                        </p:attrNameLst>
                                      </p:cBhvr>
                                      <p:to>
                                        <p:strVal val="visible"/>
                                      </p:to>
                                    </p:set>
                                    <p:anim calcmode="lin" valueType="num">
                                      <p:cBhvr>
                                        <p:cTn id="37" dur="500" fill="hold"/>
                                        <p:tgtEl>
                                          <p:spTgt spid="49"/>
                                        </p:tgtEl>
                                        <p:attrNameLst>
                                          <p:attrName>ppt_w</p:attrName>
                                        </p:attrNameLst>
                                      </p:cBhvr>
                                      <p:tavLst>
                                        <p:tav tm="0">
                                          <p:val>
                                            <p:fltVal val="0"/>
                                          </p:val>
                                        </p:tav>
                                        <p:tav tm="100000">
                                          <p:val>
                                            <p:strVal val="#ppt_w"/>
                                          </p:val>
                                        </p:tav>
                                      </p:tavLst>
                                    </p:anim>
                                    <p:anim calcmode="lin" valueType="num">
                                      <p:cBhvr>
                                        <p:cTn id="38" dur="500" fill="hold"/>
                                        <p:tgtEl>
                                          <p:spTgt spid="49"/>
                                        </p:tgtEl>
                                        <p:attrNameLst>
                                          <p:attrName>ppt_h</p:attrName>
                                        </p:attrNameLst>
                                      </p:cBhvr>
                                      <p:tavLst>
                                        <p:tav tm="0">
                                          <p:val>
                                            <p:fltVal val="0"/>
                                          </p:val>
                                        </p:tav>
                                        <p:tav tm="100000">
                                          <p:val>
                                            <p:strVal val="#ppt_h"/>
                                          </p:val>
                                        </p:tav>
                                      </p:tavLst>
                                    </p:anim>
                                    <p:animEffect transition="in" filter="fade">
                                      <p:cBhvr>
                                        <p:cTn id="39" dur="500"/>
                                        <p:tgtEl>
                                          <p:spTgt spid="49"/>
                                        </p:tgtEl>
                                      </p:cBhvr>
                                    </p:animEffect>
                                  </p:childTnLst>
                                </p:cTn>
                              </p:par>
                            </p:childTnLst>
                          </p:cTn>
                        </p:par>
                        <p:par>
                          <p:cTn id="40" fill="hold">
                            <p:stCondLst>
                              <p:cond delay="3000"/>
                            </p:stCondLst>
                            <p:childTnLst>
                              <p:par>
                                <p:cTn id="41" presetID="22" presetClass="entr" presetSubtype="8"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left)">
                                      <p:cBhvr>
                                        <p:cTn id="43" dur="500"/>
                                        <p:tgtEl>
                                          <p:spTgt spid="10"/>
                                        </p:tgtEl>
                                      </p:cBhvr>
                                    </p:animEffect>
                                  </p:childTnLst>
                                </p:cTn>
                              </p:par>
                            </p:childTnLst>
                          </p:cTn>
                        </p:par>
                        <p:par>
                          <p:cTn id="44" fill="hold">
                            <p:stCondLst>
                              <p:cond delay="3500"/>
                            </p:stCondLst>
                            <p:childTnLst>
                              <p:par>
                                <p:cTn id="45" presetID="23" presetClass="entr" presetSubtype="528"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 calcmode="lin" valueType="num">
                                      <p:cBhvr>
                                        <p:cTn id="47" dur="500" fill="hold"/>
                                        <p:tgtEl>
                                          <p:spTgt spid="3"/>
                                        </p:tgtEl>
                                        <p:attrNameLst>
                                          <p:attrName>ppt_w</p:attrName>
                                        </p:attrNameLst>
                                      </p:cBhvr>
                                      <p:tavLst>
                                        <p:tav tm="0">
                                          <p:val>
                                            <p:fltVal val="0"/>
                                          </p:val>
                                        </p:tav>
                                        <p:tav tm="100000">
                                          <p:val>
                                            <p:strVal val="#ppt_w"/>
                                          </p:val>
                                        </p:tav>
                                      </p:tavLst>
                                    </p:anim>
                                    <p:anim calcmode="lin" valueType="num">
                                      <p:cBhvr>
                                        <p:cTn id="48" dur="500" fill="hold"/>
                                        <p:tgtEl>
                                          <p:spTgt spid="3"/>
                                        </p:tgtEl>
                                        <p:attrNameLst>
                                          <p:attrName>ppt_h</p:attrName>
                                        </p:attrNameLst>
                                      </p:cBhvr>
                                      <p:tavLst>
                                        <p:tav tm="0">
                                          <p:val>
                                            <p:fltVal val="0"/>
                                          </p:val>
                                        </p:tav>
                                        <p:tav tm="100000">
                                          <p:val>
                                            <p:strVal val="#ppt_h"/>
                                          </p:val>
                                        </p:tav>
                                      </p:tavLst>
                                    </p:anim>
                                    <p:anim calcmode="lin" valueType="num">
                                      <p:cBhvr>
                                        <p:cTn id="49" dur="500" fill="hold"/>
                                        <p:tgtEl>
                                          <p:spTgt spid="3"/>
                                        </p:tgtEl>
                                        <p:attrNameLst>
                                          <p:attrName>ppt_x</p:attrName>
                                        </p:attrNameLst>
                                      </p:cBhvr>
                                      <p:tavLst>
                                        <p:tav tm="0">
                                          <p:val>
                                            <p:fltVal val="0.5"/>
                                          </p:val>
                                        </p:tav>
                                        <p:tav tm="100000">
                                          <p:val>
                                            <p:strVal val="#ppt_x"/>
                                          </p:val>
                                        </p:tav>
                                      </p:tavLst>
                                    </p:anim>
                                    <p:anim calcmode="lin" valueType="num">
                                      <p:cBhvr>
                                        <p:cTn id="50" dur="500" fill="hold"/>
                                        <p:tgtEl>
                                          <p:spTgt spid="3"/>
                                        </p:tgtEl>
                                        <p:attrNameLst>
                                          <p:attrName>ppt_y</p:attrName>
                                        </p:attrNameLst>
                                      </p:cBhvr>
                                      <p:tavLst>
                                        <p:tav tm="0">
                                          <p:val>
                                            <p:fltVal val="0.5"/>
                                          </p:val>
                                        </p:tav>
                                        <p:tav tm="100000">
                                          <p:val>
                                            <p:strVal val="#ppt_y"/>
                                          </p:val>
                                        </p:tav>
                                      </p:tavLst>
                                    </p:anim>
                                  </p:childTnLst>
                                </p:cTn>
                              </p:par>
                            </p:childTnLst>
                          </p:cTn>
                        </p:par>
                        <p:par>
                          <p:cTn id="51" fill="hold">
                            <p:stCondLst>
                              <p:cond delay="4000"/>
                            </p:stCondLst>
                            <p:childTnLst>
                              <p:par>
                                <p:cTn id="52" presetID="53" presetClass="entr" presetSubtype="0" fill="hold" nodeType="after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p:cTn id="54" dur="500" fill="hold"/>
                                        <p:tgtEl>
                                          <p:spTgt spid="12"/>
                                        </p:tgtEl>
                                        <p:attrNameLst>
                                          <p:attrName>ppt_w</p:attrName>
                                        </p:attrNameLst>
                                      </p:cBhvr>
                                      <p:tavLst>
                                        <p:tav tm="0">
                                          <p:val>
                                            <p:fltVal val="0"/>
                                          </p:val>
                                        </p:tav>
                                        <p:tav tm="100000">
                                          <p:val>
                                            <p:strVal val="#ppt_w"/>
                                          </p:val>
                                        </p:tav>
                                      </p:tavLst>
                                    </p:anim>
                                    <p:anim calcmode="lin" valueType="num">
                                      <p:cBhvr>
                                        <p:cTn id="55" dur="500" fill="hold"/>
                                        <p:tgtEl>
                                          <p:spTgt spid="12"/>
                                        </p:tgtEl>
                                        <p:attrNameLst>
                                          <p:attrName>ppt_h</p:attrName>
                                        </p:attrNameLst>
                                      </p:cBhvr>
                                      <p:tavLst>
                                        <p:tav tm="0">
                                          <p:val>
                                            <p:fltVal val="0"/>
                                          </p:val>
                                        </p:tav>
                                        <p:tav tm="100000">
                                          <p:val>
                                            <p:strVal val="#ppt_h"/>
                                          </p:val>
                                        </p:tav>
                                      </p:tavLst>
                                    </p:anim>
                                    <p:animEffect transition="in" filter="fade">
                                      <p:cBhvr>
                                        <p:cTn id="56" dur="500"/>
                                        <p:tgtEl>
                                          <p:spTgt spid="12"/>
                                        </p:tgtEl>
                                      </p:cBhvr>
                                    </p:animEffect>
                                  </p:childTnLst>
                                </p:cTn>
                              </p:par>
                            </p:childTnLst>
                          </p:cTn>
                        </p:par>
                        <p:par>
                          <p:cTn id="57" fill="hold">
                            <p:stCondLst>
                              <p:cond delay="4500"/>
                            </p:stCondLst>
                            <p:childTnLst>
                              <p:par>
                                <p:cTn id="58" presetID="22" presetClass="entr" presetSubtype="2" fill="hold" nodeType="afterEffect">
                                  <p:stCondLst>
                                    <p:cond delay="0"/>
                                  </p:stCondLst>
                                  <p:childTnLst>
                                    <p:set>
                                      <p:cBhvr>
                                        <p:cTn id="59" dur="1" fill="hold">
                                          <p:stCondLst>
                                            <p:cond delay="0"/>
                                          </p:stCondLst>
                                        </p:cTn>
                                        <p:tgtEl>
                                          <p:spTgt spid="11"/>
                                        </p:tgtEl>
                                        <p:attrNameLst>
                                          <p:attrName>style.visibility</p:attrName>
                                        </p:attrNameLst>
                                      </p:cBhvr>
                                      <p:to>
                                        <p:strVal val="visible"/>
                                      </p:to>
                                    </p:set>
                                    <p:animEffect transition="in" filter="wipe(right)">
                                      <p:cBhvr>
                                        <p:cTn id="6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2" name="Slide Number Placeholder 1"/>
          <p:cNvSpPr>
            <a:spLocks noGrp="1"/>
          </p:cNvSpPr>
          <p:nvPr>
            <p:ph type="sldNum" sz="quarter" idx="12"/>
          </p:nvPr>
        </p:nvSpPr>
        <p:spPr/>
        <p:txBody>
          <a:bodyPr/>
          <a:lstStyle/>
          <a:p>
            <a:fld id="{C136B7D2-B98C-44FD-8D04-7EC62A564975}" type="slidenum">
              <a:rPr lang="en-US" smtClean="0"/>
              <a:pPr/>
              <a:t>89</a:t>
            </a:fld>
            <a:endParaRPr lang="en-US" dirty="0"/>
          </a:p>
        </p:txBody>
      </p:sp>
      <p:grpSp>
        <p:nvGrpSpPr>
          <p:cNvPr id="5" name="Group 34"/>
          <p:cNvGrpSpPr/>
          <p:nvPr/>
        </p:nvGrpSpPr>
        <p:grpSpPr>
          <a:xfrm rot="13500000">
            <a:off x="3813459" y="1366608"/>
            <a:ext cx="1360950" cy="1380423"/>
            <a:chOff x="3045240" y="1362746"/>
            <a:chExt cx="1315035" cy="1333851"/>
          </a:xfrm>
        </p:grpSpPr>
        <p:sp>
          <p:nvSpPr>
            <p:cNvPr id="31" name="Teardrop 30"/>
            <p:cNvSpPr/>
            <p:nvPr/>
          </p:nvSpPr>
          <p:spPr>
            <a:xfrm rot="16200000">
              <a:off x="3074219" y="1410542"/>
              <a:ext cx="1286055" cy="1286056"/>
            </a:xfrm>
            <a:prstGeom prst="teardrop">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ardrop 6"/>
            <p:cNvSpPr/>
            <p:nvPr/>
          </p:nvSpPr>
          <p:spPr>
            <a:xfrm rot="16200000">
              <a:off x="3045240" y="1362746"/>
              <a:ext cx="1286055" cy="1286056"/>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37"/>
          <p:cNvGrpSpPr/>
          <p:nvPr/>
        </p:nvGrpSpPr>
        <p:grpSpPr>
          <a:xfrm rot="13500000">
            <a:off x="4780251" y="2318368"/>
            <a:ext cx="1330959" cy="1380246"/>
            <a:chOff x="4812704" y="1362746"/>
            <a:chExt cx="1286056" cy="1333680"/>
          </a:xfrm>
        </p:grpSpPr>
        <p:sp>
          <p:nvSpPr>
            <p:cNvPr id="32" name="Teardrop 31"/>
            <p:cNvSpPr/>
            <p:nvPr/>
          </p:nvSpPr>
          <p:spPr>
            <a:xfrm>
              <a:off x="4812704" y="1410371"/>
              <a:ext cx="1286056" cy="1286055"/>
            </a:xfrm>
            <a:prstGeom prst="teardrop">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ardrop 7"/>
            <p:cNvSpPr/>
            <p:nvPr/>
          </p:nvSpPr>
          <p:spPr>
            <a:xfrm>
              <a:off x="4812704" y="1362746"/>
              <a:ext cx="1286056" cy="1286055"/>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35"/>
          <p:cNvGrpSpPr/>
          <p:nvPr/>
        </p:nvGrpSpPr>
        <p:grpSpPr>
          <a:xfrm rot="13500000">
            <a:off x="2837210" y="2341410"/>
            <a:ext cx="1370389" cy="1360530"/>
            <a:chOff x="3045240" y="2985330"/>
            <a:chExt cx="1324156" cy="1314630"/>
          </a:xfrm>
        </p:grpSpPr>
        <p:sp>
          <p:nvSpPr>
            <p:cNvPr id="33" name="Teardrop 32"/>
            <p:cNvSpPr/>
            <p:nvPr/>
          </p:nvSpPr>
          <p:spPr>
            <a:xfrm rot="10800000">
              <a:off x="3083340" y="2985330"/>
              <a:ext cx="1286056" cy="1286055"/>
            </a:xfrm>
            <a:prstGeom prst="teardrop">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ardrop 8"/>
            <p:cNvSpPr/>
            <p:nvPr/>
          </p:nvSpPr>
          <p:spPr>
            <a:xfrm rot="10800000">
              <a:off x="3045240" y="3013905"/>
              <a:ext cx="1286056" cy="128605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36"/>
          <p:cNvGrpSpPr/>
          <p:nvPr/>
        </p:nvGrpSpPr>
        <p:grpSpPr>
          <a:xfrm rot="13500000">
            <a:off x="3807665" y="3306937"/>
            <a:ext cx="1360532" cy="1360530"/>
            <a:chOff x="4784130" y="2985330"/>
            <a:chExt cx="1314631" cy="1314630"/>
          </a:xfrm>
        </p:grpSpPr>
        <p:sp>
          <p:nvSpPr>
            <p:cNvPr id="34" name="Teardrop 33"/>
            <p:cNvSpPr/>
            <p:nvPr/>
          </p:nvSpPr>
          <p:spPr>
            <a:xfrm rot="5400000">
              <a:off x="4784130" y="2985330"/>
              <a:ext cx="1286055" cy="1286056"/>
            </a:xfrm>
            <a:prstGeom prst="teardrop">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ardrop 9"/>
            <p:cNvSpPr/>
            <p:nvPr/>
          </p:nvSpPr>
          <p:spPr>
            <a:xfrm rot="5400000">
              <a:off x="4812705" y="3013905"/>
              <a:ext cx="1286055" cy="1286056"/>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 57"/>
          <p:cNvGrpSpPr/>
          <p:nvPr/>
        </p:nvGrpSpPr>
        <p:grpSpPr>
          <a:xfrm>
            <a:off x="1312601" y="3909962"/>
            <a:ext cx="2247089" cy="671368"/>
            <a:chOff x="-267404" y="3206989"/>
            <a:chExt cx="2247089" cy="671368"/>
          </a:xfrm>
        </p:grpSpPr>
        <p:sp>
          <p:nvSpPr>
            <p:cNvPr id="14" name="TextBox 1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5" name="Rectangle 14"/>
            <p:cNvSpPr/>
            <p:nvPr/>
          </p:nvSpPr>
          <p:spPr>
            <a:xfrm>
              <a:off x="41654" y="3206989"/>
              <a:ext cx="1938031" cy="215444"/>
            </a:xfrm>
            <a:prstGeom prst="rect">
              <a:avLst/>
            </a:prstGeom>
          </p:spPr>
          <p:txBody>
            <a:bodyPr wrap="none" lIns="0" tIns="0" rIns="0" bIns="0">
              <a:spAutoFit/>
            </a:bodyPr>
            <a:lstStyle/>
            <a:p>
              <a:pPr algn="r"/>
              <a:r>
                <a:rPr lang="en-US" sz="1400" b="1" dirty="0">
                  <a:solidFill>
                    <a:schemeClr val="accent1"/>
                  </a:solidFill>
                </a:rPr>
                <a:t>Construction &amp; Design</a:t>
              </a:r>
            </a:p>
          </p:txBody>
        </p:sp>
      </p:grpSp>
      <p:grpSp>
        <p:nvGrpSpPr>
          <p:cNvPr id="16" name="Group 58"/>
          <p:cNvGrpSpPr/>
          <p:nvPr/>
        </p:nvGrpSpPr>
        <p:grpSpPr>
          <a:xfrm>
            <a:off x="5588748" y="1400846"/>
            <a:ext cx="2276195" cy="671368"/>
            <a:chOff x="7174424" y="1390692"/>
            <a:chExt cx="2276195" cy="671368"/>
          </a:xfrm>
        </p:grpSpPr>
        <p:sp>
          <p:nvSpPr>
            <p:cNvPr id="17" name="TextBox 1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8" name="Rectangle 17"/>
            <p:cNvSpPr/>
            <p:nvPr/>
          </p:nvSpPr>
          <p:spPr>
            <a:xfrm>
              <a:off x="7174424" y="1390692"/>
              <a:ext cx="804707" cy="215444"/>
            </a:xfrm>
            <a:prstGeom prst="rect">
              <a:avLst/>
            </a:prstGeom>
          </p:spPr>
          <p:txBody>
            <a:bodyPr wrap="none" lIns="0" tIns="0" rIns="0" bIns="0">
              <a:spAutoFit/>
            </a:bodyPr>
            <a:lstStyle/>
            <a:p>
              <a:r>
                <a:rPr lang="en-US" sz="1400" b="1" dirty="0">
                  <a:solidFill>
                    <a:schemeClr val="accent3"/>
                  </a:solidFill>
                </a:rPr>
                <a:t>Go Cloud</a:t>
              </a:r>
            </a:p>
          </p:txBody>
        </p:sp>
      </p:grpSp>
      <p:grpSp>
        <p:nvGrpSpPr>
          <p:cNvPr id="19" name="Group 56"/>
          <p:cNvGrpSpPr/>
          <p:nvPr/>
        </p:nvGrpSpPr>
        <p:grpSpPr>
          <a:xfrm>
            <a:off x="1283494" y="1400846"/>
            <a:ext cx="2276196" cy="671368"/>
            <a:chOff x="-296510" y="1401601"/>
            <a:chExt cx="2276196" cy="671368"/>
          </a:xfrm>
        </p:grpSpPr>
        <p:sp>
          <p:nvSpPr>
            <p:cNvPr id="20" name="TextBox 19"/>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1" name="Rectangle 20"/>
            <p:cNvSpPr/>
            <p:nvPr/>
          </p:nvSpPr>
          <p:spPr>
            <a:xfrm>
              <a:off x="336606" y="1401601"/>
              <a:ext cx="1643079" cy="215444"/>
            </a:xfrm>
            <a:prstGeom prst="rect">
              <a:avLst/>
            </a:prstGeom>
          </p:spPr>
          <p:txBody>
            <a:bodyPr wrap="none" lIns="0" tIns="0" rIns="0" bIns="0">
              <a:spAutoFit/>
            </a:bodyPr>
            <a:lstStyle/>
            <a:p>
              <a:pPr algn="r"/>
              <a:r>
                <a:rPr lang="en-US" sz="1400" b="1" dirty="0">
                  <a:solidFill>
                    <a:schemeClr val="accent2"/>
                  </a:solidFill>
                </a:rPr>
                <a:t>Brainstorm &amp; Ideas</a:t>
              </a:r>
            </a:p>
          </p:txBody>
        </p:sp>
      </p:grpSp>
      <p:grpSp>
        <p:nvGrpSpPr>
          <p:cNvPr id="22" name="Group 58"/>
          <p:cNvGrpSpPr/>
          <p:nvPr/>
        </p:nvGrpSpPr>
        <p:grpSpPr>
          <a:xfrm>
            <a:off x="5588748" y="3909962"/>
            <a:ext cx="2276195" cy="671368"/>
            <a:chOff x="7174424" y="1390692"/>
            <a:chExt cx="2276195" cy="671368"/>
          </a:xfrm>
        </p:grpSpPr>
        <p:sp>
          <p:nvSpPr>
            <p:cNvPr id="23" name="TextBox 22"/>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4" name="Rectangle 23"/>
            <p:cNvSpPr/>
            <p:nvPr/>
          </p:nvSpPr>
          <p:spPr>
            <a:xfrm>
              <a:off x="7174424" y="1390692"/>
              <a:ext cx="1679947" cy="215444"/>
            </a:xfrm>
            <a:prstGeom prst="rect">
              <a:avLst/>
            </a:prstGeom>
          </p:spPr>
          <p:txBody>
            <a:bodyPr wrap="none" lIns="0" tIns="0" rIns="0" bIns="0">
              <a:spAutoFit/>
            </a:bodyPr>
            <a:lstStyle/>
            <a:p>
              <a:r>
                <a:rPr lang="en-US" sz="1400" b="1" dirty="0">
                  <a:solidFill>
                    <a:schemeClr val="accent4"/>
                  </a:solidFill>
                </a:rPr>
                <a:t>Review The Results</a:t>
              </a:r>
            </a:p>
          </p:txBody>
        </p:sp>
      </p:grpSp>
      <p:sp>
        <p:nvSpPr>
          <p:cNvPr id="27" name="Freeform 69"/>
          <p:cNvSpPr>
            <a:spLocks/>
          </p:cNvSpPr>
          <p:nvPr/>
        </p:nvSpPr>
        <p:spPr bwMode="auto">
          <a:xfrm>
            <a:off x="4344733" y="1804530"/>
            <a:ext cx="298402" cy="560513"/>
          </a:xfrm>
          <a:custGeom>
            <a:avLst/>
            <a:gdLst/>
            <a:ahLst/>
            <a:cxnLst>
              <a:cxn ang="0">
                <a:pos x="21" y="57"/>
              </a:cxn>
              <a:cxn ang="0">
                <a:pos x="21" y="63"/>
              </a:cxn>
              <a:cxn ang="0">
                <a:pos x="20" y="64"/>
              </a:cxn>
              <a:cxn ang="0">
                <a:pos x="15" y="64"/>
              </a:cxn>
              <a:cxn ang="0">
                <a:pos x="14" y="63"/>
              </a:cxn>
              <a:cxn ang="0">
                <a:pos x="14" y="57"/>
              </a:cxn>
              <a:cxn ang="0">
                <a:pos x="1" y="50"/>
              </a:cxn>
              <a:cxn ang="0">
                <a:pos x="1" y="49"/>
              </a:cxn>
              <a:cxn ang="0">
                <a:pos x="4" y="44"/>
              </a:cxn>
              <a:cxn ang="0">
                <a:pos x="5" y="43"/>
              </a:cxn>
              <a:cxn ang="0">
                <a:pos x="6" y="44"/>
              </a:cxn>
              <a:cxn ang="0">
                <a:pos x="17" y="49"/>
              </a:cxn>
              <a:cxn ang="0">
                <a:pos x="25" y="43"/>
              </a:cxn>
              <a:cxn ang="0">
                <a:pos x="16" y="36"/>
              </a:cxn>
              <a:cxn ang="0">
                <a:pos x="1" y="21"/>
              </a:cxn>
              <a:cxn ang="0">
                <a:pos x="14" y="8"/>
              </a:cxn>
              <a:cxn ang="0">
                <a:pos x="14" y="1"/>
              </a:cxn>
              <a:cxn ang="0">
                <a:pos x="15" y="0"/>
              </a:cxn>
              <a:cxn ang="0">
                <a:pos x="20" y="0"/>
              </a:cxn>
              <a:cxn ang="0">
                <a:pos x="21" y="1"/>
              </a:cxn>
              <a:cxn ang="0">
                <a:pos x="21" y="7"/>
              </a:cxn>
              <a:cxn ang="0">
                <a:pos x="32" y="12"/>
              </a:cxn>
              <a:cxn ang="0">
                <a:pos x="32" y="14"/>
              </a:cxn>
              <a:cxn ang="0">
                <a:pos x="29" y="19"/>
              </a:cxn>
              <a:cxn ang="0">
                <a:pos x="29" y="19"/>
              </a:cxn>
              <a:cxn ang="0">
                <a:pos x="28" y="19"/>
              </a:cxn>
              <a:cxn ang="0">
                <a:pos x="18" y="15"/>
              </a:cxn>
              <a:cxn ang="0">
                <a:pos x="10" y="21"/>
              </a:cxn>
              <a:cxn ang="0">
                <a:pos x="20" y="28"/>
              </a:cxn>
              <a:cxn ang="0">
                <a:pos x="34" y="42"/>
              </a:cxn>
              <a:cxn ang="0">
                <a:pos x="21" y="57"/>
              </a:cxn>
            </a:cxnLst>
            <a:rect l="0" t="0" r="r" b="b"/>
            <a:pathLst>
              <a:path w="34" h="64">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3"/>
          <p:cNvSpPr>
            <a:spLocks noEditPoints="1"/>
          </p:cNvSpPr>
          <p:nvPr/>
        </p:nvSpPr>
        <p:spPr bwMode="auto">
          <a:xfrm>
            <a:off x="3290117" y="2727977"/>
            <a:ext cx="511605" cy="483762"/>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57"/>
          <p:cNvSpPr>
            <a:spLocks noEditPoints="1"/>
          </p:cNvSpPr>
          <p:nvPr/>
        </p:nvSpPr>
        <p:spPr bwMode="auto">
          <a:xfrm>
            <a:off x="4232309" y="3738681"/>
            <a:ext cx="511244" cy="453231"/>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66"/>
          <p:cNvSpPr>
            <a:spLocks noEditPoints="1"/>
          </p:cNvSpPr>
          <p:nvPr/>
        </p:nvSpPr>
        <p:spPr bwMode="auto">
          <a:xfrm>
            <a:off x="5222174" y="2730479"/>
            <a:ext cx="412011" cy="481260"/>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 calcmode="lin" valueType="num">
                                      <p:cBhvr>
                                        <p:cTn id="9" dur="500" fill="hold"/>
                                        <p:tgtEl>
                                          <p:spTgt spid="11"/>
                                        </p:tgtEl>
                                        <p:attrNameLst>
                                          <p:attrName>ppt_x</p:attrName>
                                        </p:attrNameLst>
                                      </p:cBhvr>
                                      <p:tavLst>
                                        <p:tav tm="0">
                                          <p:val>
                                            <p:fltVal val="0.5"/>
                                          </p:val>
                                        </p:tav>
                                        <p:tav tm="100000">
                                          <p:val>
                                            <p:strVal val="#ppt_x"/>
                                          </p:val>
                                        </p:tav>
                                      </p:tavLst>
                                    </p:anim>
                                    <p:anim calcmode="lin" valueType="num">
                                      <p:cBhvr>
                                        <p:cTn id="10" dur="500" fill="hold"/>
                                        <p:tgtEl>
                                          <p:spTgt spid="11"/>
                                        </p:tgtEl>
                                        <p:attrNameLst>
                                          <p:attrName>ppt_y</p:attrName>
                                        </p:attrNameLst>
                                      </p:cBhvr>
                                      <p:tavLst>
                                        <p:tav tm="0">
                                          <p:val>
                                            <p:fltVal val="0.5"/>
                                          </p:val>
                                        </p:tav>
                                        <p:tav tm="100000">
                                          <p:val>
                                            <p:strVal val="#ppt_y"/>
                                          </p:val>
                                        </p:tav>
                                      </p:tavLst>
                                    </p:anim>
                                  </p:childTnLst>
                                </p:cTn>
                              </p:par>
                            </p:childTnLst>
                          </p:cTn>
                        </p:par>
                        <p:par>
                          <p:cTn id="11" fill="hold">
                            <p:stCondLst>
                              <p:cond delay="500"/>
                            </p:stCondLst>
                            <p:childTnLst>
                              <p:par>
                                <p:cTn id="12" presetID="53" presetClass="entr" presetSubtype="0" fill="hold" grpId="0" nodeType="after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p:cTn id="14" dur="500" fill="hold"/>
                                        <p:tgtEl>
                                          <p:spTgt spid="28"/>
                                        </p:tgtEl>
                                        <p:attrNameLst>
                                          <p:attrName>ppt_w</p:attrName>
                                        </p:attrNameLst>
                                      </p:cBhvr>
                                      <p:tavLst>
                                        <p:tav tm="0">
                                          <p:val>
                                            <p:fltVal val="0"/>
                                          </p:val>
                                        </p:tav>
                                        <p:tav tm="100000">
                                          <p:val>
                                            <p:strVal val="#ppt_w"/>
                                          </p:val>
                                        </p:tav>
                                      </p:tavLst>
                                    </p:anim>
                                    <p:anim calcmode="lin" valueType="num">
                                      <p:cBhvr>
                                        <p:cTn id="15" dur="500" fill="hold"/>
                                        <p:tgtEl>
                                          <p:spTgt spid="28"/>
                                        </p:tgtEl>
                                        <p:attrNameLst>
                                          <p:attrName>ppt_h</p:attrName>
                                        </p:attrNameLst>
                                      </p:cBhvr>
                                      <p:tavLst>
                                        <p:tav tm="0">
                                          <p:val>
                                            <p:fltVal val="0"/>
                                          </p:val>
                                        </p:tav>
                                        <p:tav tm="100000">
                                          <p:val>
                                            <p:strVal val="#ppt_h"/>
                                          </p:val>
                                        </p:tav>
                                      </p:tavLst>
                                    </p:anim>
                                    <p:animEffect transition="in" filter="fade">
                                      <p:cBhvr>
                                        <p:cTn id="16" dur="500"/>
                                        <p:tgtEl>
                                          <p:spTgt spid="28"/>
                                        </p:tgtEl>
                                      </p:cBhvr>
                                    </p:animEffect>
                                  </p:childTnLst>
                                </p:cTn>
                              </p:par>
                            </p:childTnLst>
                          </p:cTn>
                        </p:par>
                        <p:par>
                          <p:cTn id="17" fill="hold">
                            <p:stCondLst>
                              <p:cond delay="1000"/>
                            </p:stCondLst>
                            <p:childTnLst>
                              <p:par>
                                <p:cTn id="18" presetID="23" presetClass="entr" presetSubtype="528" fill="hold" nodeType="after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500" fill="hold"/>
                                        <p:tgtEl>
                                          <p:spTgt spid="5"/>
                                        </p:tgtEl>
                                        <p:attrNameLst>
                                          <p:attrName>ppt_w</p:attrName>
                                        </p:attrNameLst>
                                      </p:cBhvr>
                                      <p:tavLst>
                                        <p:tav tm="0">
                                          <p:val>
                                            <p:fltVal val="0"/>
                                          </p:val>
                                        </p:tav>
                                        <p:tav tm="100000">
                                          <p:val>
                                            <p:strVal val="#ppt_w"/>
                                          </p:val>
                                        </p:tav>
                                      </p:tavLst>
                                    </p:anim>
                                    <p:anim calcmode="lin" valueType="num">
                                      <p:cBhvr>
                                        <p:cTn id="21" dur="500" fill="hold"/>
                                        <p:tgtEl>
                                          <p:spTgt spid="5"/>
                                        </p:tgtEl>
                                        <p:attrNameLst>
                                          <p:attrName>ppt_h</p:attrName>
                                        </p:attrNameLst>
                                      </p:cBhvr>
                                      <p:tavLst>
                                        <p:tav tm="0">
                                          <p:val>
                                            <p:fltVal val="0"/>
                                          </p:val>
                                        </p:tav>
                                        <p:tav tm="100000">
                                          <p:val>
                                            <p:strVal val="#ppt_h"/>
                                          </p:val>
                                        </p:tav>
                                      </p:tavLst>
                                    </p:anim>
                                    <p:anim calcmode="lin" valueType="num">
                                      <p:cBhvr>
                                        <p:cTn id="22" dur="500" fill="hold"/>
                                        <p:tgtEl>
                                          <p:spTgt spid="5"/>
                                        </p:tgtEl>
                                        <p:attrNameLst>
                                          <p:attrName>ppt_x</p:attrName>
                                        </p:attrNameLst>
                                      </p:cBhvr>
                                      <p:tavLst>
                                        <p:tav tm="0">
                                          <p:val>
                                            <p:fltVal val="0.5"/>
                                          </p:val>
                                        </p:tav>
                                        <p:tav tm="100000">
                                          <p:val>
                                            <p:strVal val="#ppt_x"/>
                                          </p:val>
                                        </p:tav>
                                      </p:tavLst>
                                    </p:anim>
                                    <p:anim calcmode="lin" valueType="num">
                                      <p:cBhvr>
                                        <p:cTn id="23" dur="500" fill="hold"/>
                                        <p:tgtEl>
                                          <p:spTgt spid="5"/>
                                        </p:tgtEl>
                                        <p:attrNameLst>
                                          <p:attrName>ppt_y</p:attrName>
                                        </p:attrNameLst>
                                      </p:cBhvr>
                                      <p:tavLst>
                                        <p:tav tm="0">
                                          <p:val>
                                            <p:fltVal val="0.5"/>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p:cTn id="27" dur="500" fill="hold"/>
                                        <p:tgtEl>
                                          <p:spTgt spid="27"/>
                                        </p:tgtEl>
                                        <p:attrNameLst>
                                          <p:attrName>ppt_w</p:attrName>
                                        </p:attrNameLst>
                                      </p:cBhvr>
                                      <p:tavLst>
                                        <p:tav tm="0">
                                          <p:val>
                                            <p:fltVal val="0"/>
                                          </p:val>
                                        </p:tav>
                                        <p:tav tm="100000">
                                          <p:val>
                                            <p:strVal val="#ppt_w"/>
                                          </p:val>
                                        </p:tav>
                                      </p:tavLst>
                                    </p:anim>
                                    <p:anim calcmode="lin" valueType="num">
                                      <p:cBhvr>
                                        <p:cTn id="28" dur="500" fill="hold"/>
                                        <p:tgtEl>
                                          <p:spTgt spid="27"/>
                                        </p:tgtEl>
                                        <p:attrNameLst>
                                          <p:attrName>ppt_h</p:attrName>
                                        </p:attrNameLst>
                                      </p:cBhvr>
                                      <p:tavLst>
                                        <p:tav tm="0">
                                          <p:val>
                                            <p:fltVal val="0"/>
                                          </p:val>
                                        </p:tav>
                                        <p:tav tm="100000">
                                          <p:val>
                                            <p:strVal val="#ppt_h"/>
                                          </p:val>
                                        </p:tav>
                                      </p:tavLst>
                                    </p:anim>
                                    <p:animEffect transition="in" filter="fade">
                                      <p:cBhvr>
                                        <p:cTn id="29" dur="500"/>
                                        <p:tgtEl>
                                          <p:spTgt spid="27"/>
                                        </p:tgtEl>
                                      </p:cBhvr>
                                    </p:animEffect>
                                  </p:childTnLst>
                                </p:cTn>
                              </p:par>
                            </p:childTnLst>
                          </p:cTn>
                        </p:par>
                        <p:par>
                          <p:cTn id="30" fill="hold">
                            <p:stCondLst>
                              <p:cond delay="2000"/>
                            </p:stCondLst>
                            <p:childTnLst>
                              <p:par>
                                <p:cTn id="31" presetID="23" presetClass="entr" presetSubtype="528"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 calcmode="lin" valueType="num">
                                      <p:cBhvr>
                                        <p:cTn id="33" dur="500" fill="hold"/>
                                        <p:tgtEl>
                                          <p:spTgt spid="6"/>
                                        </p:tgtEl>
                                        <p:attrNameLst>
                                          <p:attrName>ppt_w</p:attrName>
                                        </p:attrNameLst>
                                      </p:cBhvr>
                                      <p:tavLst>
                                        <p:tav tm="0">
                                          <p:val>
                                            <p:fltVal val="0"/>
                                          </p:val>
                                        </p:tav>
                                        <p:tav tm="100000">
                                          <p:val>
                                            <p:strVal val="#ppt_w"/>
                                          </p:val>
                                        </p:tav>
                                      </p:tavLst>
                                    </p:anim>
                                    <p:anim calcmode="lin" valueType="num">
                                      <p:cBhvr>
                                        <p:cTn id="34" dur="500" fill="hold"/>
                                        <p:tgtEl>
                                          <p:spTgt spid="6"/>
                                        </p:tgtEl>
                                        <p:attrNameLst>
                                          <p:attrName>ppt_h</p:attrName>
                                        </p:attrNameLst>
                                      </p:cBhvr>
                                      <p:tavLst>
                                        <p:tav tm="0">
                                          <p:val>
                                            <p:fltVal val="0"/>
                                          </p:val>
                                        </p:tav>
                                        <p:tav tm="100000">
                                          <p:val>
                                            <p:strVal val="#ppt_h"/>
                                          </p:val>
                                        </p:tav>
                                      </p:tavLst>
                                    </p:anim>
                                    <p:anim calcmode="lin" valueType="num">
                                      <p:cBhvr>
                                        <p:cTn id="35" dur="500" fill="hold"/>
                                        <p:tgtEl>
                                          <p:spTgt spid="6"/>
                                        </p:tgtEl>
                                        <p:attrNameLst>
                                          <p:attrName>ppt_x</p:attrName>
                                        </p:attrNameLst>
                                      </p:cBhvr>
                                      <p:tavLst>
                                        <p:tav tm="0">
                                          <p:val>
                                            <p:fltVal val="0.5"/>
                                          </p:val>
                                        </p:tav>
                                        <p:tav tm="100000">
                                          <p:val>
                                            <p:strVal val="#ppt_x"/>
                                          </p:val>
                                        </p:tav>
                                      </p:tavLst>
                                    </p:anim>
                                    <p:anim calcmode="lin" valueType="num">
                                      <p:cBhvr>
                                        <p:cTn id="36" dur="500" fill="hold"/>
                                        <p:tgtEl>
                                          <p:spTgt spid="6"/>
                                        </p:tgtEl>
                                        <p:attrNameLst>
                                          <p:attrName>ppt_y</p:attrName>
                                        </p:attrNameLst>
                                      </p:cBhvr>
                                      <p:tavLst>
                                        <p:tav tm="0">
                                          <p:val>
                                            <p:fltVal val="0.5"/>
                                          </p:val>
                                        </p:tav>
                                        <p:tav tm="100000">
                                          <p:val>
                                            <p:strVal val="#ppt_y"/>
                                          </p:val>
                                        </p:tav>
                                      </p:tavLst>
                                    </p:anim>
                                  </p:childTnLst>
                                </p:cTn>
                              </p:par>
                            </p:childTnLst>
                          </p:cTn>
                        </p:par>
                        <p:par>
                          <p:cTn id="37" fill="hold">
                            <p:stCondLst>
                              <p:cond delay="2500"/>
                            </p:stCondLst>
                            <p:childTnLst>
                              <p:par>
                                <p:cTn id="38" presetID="53" presetClass="entr" presetSubtype="0" fill="hold" grpId="0" nodeType="afterEffect">
                                  <p:stCondLst>
                                    <p:cond delay="0"/>
                                  </p:stCondLst>
                                  <p:childTnLst>
                                    <p:set>
                                      <p:cBhvr>
                                        <p:cTn id="39" dur="1" fill="hold">
                                          <p:stCondLst>
                                            <p:cond delay="0"/>
                                          </p:stCondLst>
                                        </p:cTn>
                                        <p:tgtEl>
                                          <p:spTgt spid="36"/>
                                        </p:tgtEl>
                                        <p:attrNameLst>
                                          <p:attrName>style.visibility</p:attrName>
                                        </p:attrNameLst>
                                      </p:cBhvr>
                                      <p:to>
                                        <p:strVal val="visible"/>
                                      </p:to>
                                    </p:set>
                                    <p:anim calcmode="lin" valueType="num">
                                      <p:cBhvr>
                                        <p:cTn id="40" dur="500" fill="hold"/>
                                        <p:tgtEl>
                                          <p:spTgt spid="36"/>
                                        </p:tgtEl>
                                        <p:attrNameLst>
                                          <p:attrName>ppt_w</p:attrName>
                                        </p:attrNameLst>
                                      </p:cBhvr>
                                      <p:tavLst>
                                        <p:tav tm="0">
                                          <p:val>
                                            <p:fltVal val="0"/>
                                          </p:val>
                                        </p:tav>
                                        <p:tav tm="100000">
                                          <p:val>
                                            <p:strVal val="#ppt_w"/>
                                          </p:val>
                                        </p:tav>
                                      </p:tavLst>
                                    </p:anim>
                                    <p:anim calcmode="lin" valueType="num">
                                      <p:cBhvr>
                                        <p:cTn id="41" dur="500" fill="hold"/>
                                        <p:tgtEl>
                                          <p:spTgt spid="36"/>
                                        </p:tgtEl>
                                        <p:attrNameLst>
                                          <p:attrName>ppt_h</p:attrName>
                                        </p:attrNameLst>
                                      </p:cBhvr>
                                      <p:tavLst>
                                        <p:tav tm="0">
                                          <p:val>
                                            <p:fltVal val="0"/>
                                          </p:val>
                                        </p:tav>
                                        <p:tav tm="100000">
                                          <p:val>
                                            <p:strVal val="#ppt_h"/>
                                          </p:val>
                                        </p:tav>
                                      </p:tavLst>
                                    </p:anim>
                                    <p:animEffect transition="in" filter="fade">
                                      <p:cBhvr>
                                        <p:cTn id="42" dur="500"/>
                                        <p:tgtEl>
                                          <p:spTgt spid="36"/>
                                        </p:tgtEl>
                                      </p:cBhvr>
                                    </p:animEffect>
                                  </p:childTnLst>
                                </p:cTn>
                              </p:par>
                            </p:childTnLst>
                          </p:cTn>
                        </p:par>
                        <p:par>
                          <p:cTn id="43" fill="hold">
                            <p:stCondLst>
                              <p:cond delay="3000"/>
                            </p:stCondLst>
                            <p:childTnLst>
                              <p:par>
                                <p:cTn id="44" presetID="23" presetClass="entr" presetSubtype="528"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 calcmode="lin" valueType="num">
                                      <p:cBhvr>
                                        <p:cTn id="48" dur="500" fill="hold"/>
                                        <p:tgtEl>
                                          <p:spTgt spid="12"/>
                                        </p:tgtEl>
                                        <p:attrNameLst>
                                          <p:attrName>ppt_x</p:attrName>
                                        </p:attrNameLst>
                                      </p:cBhvr>
                                      <p:tavLst>
                                        <p:tav tm="0">
                                          <p:val>
                                            <p:fltVal val="0.5"/>
                                          </p:val>
                                        </p:tav>
                                        <p:tav tm="100000">
                                          <p:val>
                                            <p:strVal val="#ppt_x"/>
                                          </p:val>
                                        </p:tav>
                                      </p:tavLst>
                                    </p:anim>
                                    <p:anim calcmode="lin" valueType="num">
                                      <p:cBhvr>
                                        <p:cTn id="49" dur="500" fill="hold"/>
                                        <p:tgtEl>
                                          <p:spTgt spid="12"/>
                                        </p:tgtEl>
                                        <p:attrNameLst>
                                          <p:attrName>ppt_y</p:attrName>
                                        </p:attrNameLst>
                                      </p:cBhvr>
                                      <p:tavLst>
                                        <p:tav tm="0">
                                          <p:val>
                                            <p:fltVal val="0.5"/>
                                          </p:val>
                                        </p:tav>
                                        <p:tav tm="100000">
                                          <p:val>
                                            <p:strVal val="#ppt_y"/>
                                          </p:val>
                                        </p:tav>
                                      </p:tavLst>
                                    </p:anim>
                                  </p:childTnLst>
                                </p:cTn>
                              </p:par>
                            </p:childTnLst>
                          </p:cTn>
                        </p:par>
                        <p:par>
                          <p:cTn id="50" fill="hold">
                            <p:stCondLst>
                              <p:cond delay="3500"/>
                            </p:stCondLst>
                            <p:childTnLst>
                              <p:par>
                                <p:cTn id="51" presetID="53" presetClass="entr" presetSubtype="0" fill="hold" grpId="0" nodeType="afterEffect">
                                  <p:stCondLst>
                                    <p:cond delay="0"/>
                                  </p:stCondLst>
                                  <p:childTnLst>
                                    <p:set>
                                      <p:cBhvr>
                                        <p:cTn id="52" dur="1" fill="hold">
                                          <p:stCondLst>
                                            <p:cond delay="0"/>
                                          </p:stCondLst>
                                        </p:cTn>
                                        <p:tgtEl>
                                          <p:spTgt spid="30"/>
                                        </p:tgtEl>
                                        <p:attrNameLst>
                                          <p:attrName>style.visibility</p:attrName>
                                        </p:attrNameLst>
                                      </p:cBhvr>
                                      <p:to>
                                        <p:strVal val="visible"/>
                                      </p:to>
                                    </p:set>
                                    <p:anim calcmode="lin" valueType="num">
                                      <p:cBhvr>
                                        <p:cTn id="53" dur="500" fill="hold"/>
                                        <p:tgtEl>
                                          <p:spTgt spid="30"/>
                                        </p:tgtEl>
                                        <p:attrNameLst>
                                          <p:attrName>ppt_w</p:attrName>
                                        </p:attrNameLst>
                                      </p:cBhvr>
                                      <p:tavLst>
                                        <p:tav tm="0">
                                          <p:val>
                                            <p:fltVal val="0"/>
                                          </p:val>
                                        </p:tav>
                                        <p:tav tm="100000">
                                          <p:val>
                                            <p:strVal val="#ppt_w"/>
                                          </p:val>
                                        </p:tav>
                                      </p:tavLst>
                                    </p:anim>
                                    <p:anim calcmode="lin" valueType="num">
                                      <p:cBhvr>
                                        <p:cTn id="54" dur="500" fill="hold"/>
                                        <p:tgtEl>
                                          <p:spTgt spid="30"/>
                                        </p:tgtEl>
                                        <p:attrNameLst>
                                          <p:attrName>ppt_h</p:attrName>
                                        </p:attrNameLst>
                                      </p:cBhvr>
                                      <p:tavLst>
                                        <p:tav tm="0">
                                          <p:val>
                                            <p:fltVal val="0"/>
                                          </p:val>
                                        </p:tav>
                                        <p:tav tm="100000">
                                          <p:val>
                                            <p:strVal val="#ppt_h"/>
                                          </p:val>
                                        </p:tav>
                                      </p:tavLst>
                                    </p:anim>
                                    <p:animEffect transition="in" filter="fade">
                                      <p:cBhvr>
                                        <p:cTn id="55" dur="500"/>
                                        <p:tgtEl>
                                          <p:spTgt spid="30"/>
                                        </p:tgtEl>
                                      </p:cBhvr>
                                    </p:animEffect>
                                  </p:childTnLst>
                                </p:cTn>
                              </p:par>
                            </p:childTnLst>
                          </p:cTn>
                        </p:par>
                        <p:par>
                          <p:cTn id="56" fill="hold">
                            <p:stCondLst>
                              <p:cond delay="4000"/>
                            </p:stCondLst>
                            <p:childTnLst>
                              <p:par>
                                <p:cTn id="57" presetID="22" presetClass="entr" presetSubtype="2" fill="hold" nodeType="after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wipe(right)">
                                      <p:cBhvr>
                                        <p:cTn id="59" dur="500"/>
                                        <p:tgtEl>
                                          <p:spTgt spid="19"/>
                                        </p:tgtEl>
                                      </p:cBhvr>
                                    </p:animEffect>
                                  </p:childTnLst>
                                </p:cTn>
                              </p:par>
                            </p:childTnLst>
                          </p:cTn>
                        </p:par>
                        <p:par>
                          <p:cTn id="60" fill="hold">
                            <p:stCondLst>
                              <p:cond delay="4500"/>
                            </p:stCondLst>
                            <p:childTnLst>
                              <p:par>
                                <p:cTn id="61" presetID="22" presetClass="entr" presetSubtype="8" fill="hold" nodeType="after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wipe(left)">
                                      <p:cBhvr>
                                        <p:cTn id="63" dur="500"/>
                                        <p:tgtEl>
                                          <p:spTgt spid="16"/>
                                        </p:tgtEl>
                                      </p:cBhvr>
                                    </p:animEffect>
                                  </p:childTnLst>
                                </p:cTn>
                              </p:par>
                            </p:childTnLst>
                          </p:cTn>
                        </p:par>
                        <p:par>
                          <p:cTn id="64" fill="hold">
                            <p:stCondLst>
                              <p:cond delay="5000"/>
                            </p:stCondLst>
                            <p:childTnLst>
                              <p:par>
                                <p:cTn id="65" presetID="22" presetClass="entr" presetSubtype="8" fill="hold" nodeType="after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wipe(left)">
                                      <p:cBhvr>
                                        <p:cTn id="67" dur="500"/>
                                        <p:tgtEl>
                                          <p:spTgt spid="22"/>
                                        </p:tgtEl>
                                      </p:cBhvr>
                                    </p:animEffect>
                                  </p:childTnLst>
                                </p:cTn>
                              </p:par>
                            </p:childTnLst>
                          </p:cTn>
                        </p:par>
                        <p:par>
                          <p:cTn id="68" fill="hold">
                            <p:stCondLst>
                              <p:cond delay="5500"/>
                            </p:stCondLst>
                            <p:childTnLst>
                              <p:par>
                                <p:cTn id="69" presetID="22" presetClass="entr" presetSubtype="2" fill="hold" nodeType="afterEffect">
                                  <p:stCondLst>
                                    <p:cond delay="0"/>
                                  </p:stCondLst>
                                  <p:childTnLst>
                                    <p:set>
                                      <p:cBhvr>
                                        <p:cTn id="70" dur="1" fill="hold">
                                          <p:stCondLst>
                                            <p:cond delay="0"/>
                                          </p:stCondLst>
                                        </p:cTn>
                                        <p:tgtEl>
                                          <p:spTgt spid="13"/>
                                        </p:tgtEl>
                                        <p:attrNameLst>
                                          <p:attrName>style.visibility</p:attrName>
                                        </p:attrNameLst>
                                      </p:cBhvr>
                                      <p:to>
                                        <p:strVal val="visible"/>
                                      </p:to>
                                    </p:set>
                                    <p:animEffect transition="in" filter="wipe(right)">
                                      <p:cBhvr>
                                        <p:cTn id="7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30" grpId="0" animBg="1"/>
      <p:bldP spid="36"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Poters &amp; Forces</a:t>
            </a:r>
            <a:endParaRPr lang="en-US" dirty="0"/>
          </a:p>
        </p:txBody>
      </p:sp>
      <p:sp>
        <p:nvSpPr>
          <p:cNvPr id="8" name="Text Placeholder 7"/>
          <p:cNvSpPr>
            <a:spLocks noGrp="1"/>
          </p:cNvSpPr>
          <p:nvPr>
            <p:ph type="body" sz="half" idx="2"/>
          </p:nvPr>
        </p:nvSpPr>
        <p:spPr/>
        <p:txBody>
          <a:bodyPr/>
          <a:lstStyle/>
          <a:p>
            <a:r>
              <a:rPr lang="en-US"/>
              <a:t>Poters &amp; Forces</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90</a:t>
            </a:fld>
            <a:endParaRPr lang="en-US" dirty="0"/>
          </a:p>
        </p:txBody>
      </p:sp>
      <p:grpSp>
        <p:nvGrpSpPr>
          <p:cNvPr id="2" name="Group 66"/>
          <p:cNvGrpSpPr/>
          <p:nvPr/>
        </p:nvGrpSpPr>
        <p:grpSpPr>
          <a:xfrm>
            <a:off x="6481290" y="1545090"/>
            <a:ext cx="1947726" cy="647230"/>
            <a:chOff x="5603652" y="1698219"/>
            <a:chExt cx="1947726" cy="647230"/>
          </a:xfrm>
        </p:grpSpPr>
        <p:sp>
          <p:nvSpPr>
            <p:cNvPr id="18" name="Text Placeholder 3"/>
            <p:cNvSpPr txBox="1">
              <a:spLocks/>
            </p:cNvSpPr>
            <p:nvPr/>
          </p:nvSpPr>
          <p:spPr>
            <a:xfrm>
              <a:off x="5603652" y="1698219"/>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19"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3" name="Group 75"/>
          <p:cNvGrpSpPr/>
          <p:nvPr/>
        </p:nvGrpSpPr>
        <p:grpSpPr>
          <a:xfrm>
            <a:off x="719274" y="1535651"/>
            <a:ext cx="1947726" cy="666108"/>
            <a:chOff x="5603652" y="1679341"/>
            <a:chExt cx="1947726" cy="666108"/>
          </a:xfrm>
        </p:grpSpPr>
        <p:sp>
          <p:nvSpPr>
            <p:cNvPr id="21" name="Text Placeholder 3"/>
            <p:cNvSpPr txBox="1">
              <a:spLocks/>
            </p:cNvSpPr>
            <p:nvPr/>
          </p:nvSpPr>
          <p:spPr>
            <a:xfrm>
              <a:off x="6707749" y="1679341"/>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22"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4" name="Group 72"/>
          <p:cNvGrpSpPr/>
          <p:nvPr/>
        </p:nvGrpSpPr>
        <p:grpSpPr>
          <a:xfrm>
            <a:off x="719274" y="3652710"/>
            <a:ext cx="1947726" cy="631194"/>
            <a:chOff x="5603652" y="1714255"/>
            <a:chExt cx="1947726" cy="631194"/>
          </a:xfrm>
        </p:grpSpPr>
        <p:sp>
          <p:nvSpPr>
            <p:cNvPr id="24" name="Text Placeholder 3"/>
            <p:cNvSpPr txBox="1">
              <a:spLocks/>
            </p:cNvSpPr>
            <p:nvPr/>
          </p:nvSpPr>
          <p:spPr>
            <a:xfrm>
              <a:off x="6894147" y="1714255"/>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25"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5" name="Group 69"/>
          <p:cNvGrpSpPr/>
          <p:nvPr/>
        </p:nvGrpSpPr>
        <p:grpSpPr>
          <a:xfrm>
            <a:off x="6481290" y="3643311"/>
            <a:ext cx="1947726" cy="649993"/>
            <a:chOff x="5603652" y="1695456"/>
            <a:chExt cx="1947726" cy="649993"/>
          </a:xfrm>
        </p:grpSpPr>
        <p:sp>
          <p:nvSpPr>
            <p:cNvPr id="27"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28"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
        <p:nvSpPr>
          <p:cNvPr id="6" name="Donut 5"/>
          <p:cNvSpPr/>
          <p:nvPr/>
        </p:nvSpPr>
        <p:spPr bwMode="auto">
          <a:xfrm>
            <a:off x="3200400" y="1458470"/>
            <a:ext cx="2895600" cy="2895600"/>
          </a:xfrm>
          <a:prstGeom prst="donut">
            <a:avLst>
              <a:gd name="adj" fmla="val 15026"/>
            </a:avLst>
          </a:prstGeom>
          <a:solidFill>
            <a:schemeClr val="tx1">
              <a:lumMod val="25000"/>
              <a:lumOff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7" name="Group 37"/>
          <p:cNvGrpSpPr/>
          <p:nvPr/>
        </p:nvGrpSpPr>
        <p:grpSpPr>
          <a:xfrm>
            <a:off x="2819400" y="1229870"/>
            <a:ext cx="1295400" cy="1339340"/>
            <a:chOff x="2819400" y="1255270"/>
            <a:chExt cx="1295400" cy="1339340"/>
          </a:xfrm>
        </p:grpSpPr>
        <p:sp>
          <p:nvSpPr>
            <p:cNvPr id="13" name="Teardrop 12"/>
            <p:cNvSpPr/>
            <p:nvPr/>
          </p:nvSpPr>
          <p:spPr bwMode="auto">
            <a:xfrm flipV="1">
              <a:off x="2819400" y="1299210"/>
              <a:ext cx="1295400" cy="1295400"/>
            </a:xfrm>
            <a:prstGeom prst="teardrop">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Teardrop 9"/>
            <p:cNvSpPr/>
            <p:nvPr/>
          </p:nvSpPr>
          <p:spPr bwMode="auto">
            <a:xfrm flipV="1">
              <a:off x="2819400" y="1255270"/>
              <a:ext cx="1295400" cy="1295400"/>
            </a:xfrm>
            <a:prstGeom prst="teardrop">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0" name="Group 38"/>
          <p:cNvGrpSpPr/>
          <p:nvPr/>
        </p:nvGrpSpPr>
        <p:grpSpPr>
          <a:xfrm>
            <a:off x="2819400" y="3247390"/>
            <a:ext cx="1295400" cy="1335280"/>
            <a:chOff x="2819400" y="3272790"/>
            <a:chExt cx="1295400" cy="1335280"/>
          </a:xfrm>
        </p:grpSpPr>
        <p:sp>
          <p:nvSpPr>
            <p:cNvPr id="14" name="Teardrop 13"/>
            <p:cNvSpPr/>
            <p:nvPr/>
          </p:nvSpPr>
          <p:spPr bwMode="auto">
            <a:xfrm>
              <a:off x="2819400" y="3272790"/>
              <a:ext cx="1295400" cy="1295400"/>
            </a:xfrm>
            <a:prstGeom prst="teardrop">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 name="Teardrop 8"/>
            <p:cNvSpPr/>
            <p:nvPr/>
          </p:nvSpPr>
          <p:spPr bwMode="auto">
            <a:xfrm>
              <a:off x="2819400" y="3312670"/>
              <a:ext cx="1295400" cy="1295400"/>
            </a:xfrm>
            <a:prstGeom prst="teardrop">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3" name="Group 40"/>
          <p:cNvGrpSpPr/>
          <p:nvPr/>
        </p:nvGrpSpPr>
        <p:grpSpPr>
          <a:xfrm>
            <a:off x="5029200" y="1229870"/>
            <a:ext cx="1295400" cy="1339340"/>
            <a:chOff x="5029200" y="1255270"/>
            <a:chExt cx="1295400" cy="1339340"/>
          </a:xfrm>
        </p:grpSpPr>
        <p:sp>
          <p:nvSpPr>
            <p:cNvPr id="15" name="Teardrop 14"/>
            <p:cNvSpPr/>
            <p:nvPr/>
          </p:nvSpPr>
          <p:spPr bwMode="auto">
            <a:xfrm flipH="1" flipV="1">
              <a:off x="5029200" y="1299210"/>
              <a:ext cx="1295400" cy="1295400"/>
            </a:xfrm>
            <a:prstGeom prst="teardrop">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Teardrop 11"/>
            <p:cNvSpPr/>
            <p:nvPr/>
          </p:nvSpPr>
          <p:spPr bwMode="auto">
            <a:xfrm flipH="1" flipV="1">
              <a:off x="5029200" y="1255270"/>
              <a:ext cx="1295400" cy="1295400"/>
            </a:xfrm>
            <a:prstGeom prst="teardrop">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6" name="Group 39"/>
          <p:cNvGrpSpPr/>
          <p:nvPr/>
        </p:nvGrpSpPr>
        <p:grpSpPr>
          <a:xfrm>
            <a:off x="5029200" y="3247390"/>
            <a:ext cx="1295400" cy="1335280"/>
            <a:chOff x="5029200" y="3272790"/>
            <a:chExt cx="1295400" cy="1335280"/>
          </a:xfrm>
        </p:grpSpPr>
        <p:sp>
          <p:nvSpPr>
            <p:cNvPr id="16" name="Teardrop 15"/>
            <p:cNvSpPr/>
            <p:nvPr/>
          </p:nvSpPr>
          <p:spPr bwMode="auto">
            <a:xfrm flipH="1">
              <a:off x="5029200" y="3272790"/>
              <a:ext cx="1295400" cy="1295400"/>
            </a:xfrm>
            <a:prstGeom prst="teardrop">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 name="Teardrop 10"/>
            <p:cNvSpPr/>
            <p:nvPr/>
          </p:nvSpPr>
          <p:spPr bwMode="auto">
            <a:xfrm flipH="1">
              <a:off x="5029200" y="3312670"/>
              <a:ext cx="1295400" cy="1295400"/>
            </a:xfrm>
            <a:prstGeom prst="teardrop">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29" name="Freeform 62"/>
          <p:cNvSpPr>
            <a:spLocks noEditPoints="1"/>
          </p:cNvSpPr>
          <p:nvPr/>
        </p:nvSpPr>
        <p:spPr bwMode="auto">
          <a:xfrm>
            <a:off x="5424764" y="1623418"/>
            <a:ext cx="504272" cy="508304"/>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66"/>
          <p:cNvSpPr>
            <a:spLocks noEditPoints="1"/>
          </p:cNvSpPr>
          <p:nvPr/>
        </p:nvSpPr>
        <p:spPr bwMode="auto">
          <a:xfrm>
            <a:off x="3144850" y="1627619"/>
            <a:ext cx="644500" cy="499902"/>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57"/>
          <p:cNvSpPr>
            <a:spLocks noEditPoints="1"/>
          </p:cNvSpPr>
          <p:nvPr/>
        </p:nvSpPr>
        <p:spPr bwMode="auto">
          <a:xfrm>
            <a:off x="5460243" y="3742898"/>
            <a:ext cx="433314" cy="38414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131"/>
          <p:cNvSpPr>
            <a:spLocks/>
          </p:cNvSpPr>
          <p:nvPr/>
        </p:nvSpPr>
        <p:spPr bwMode="auto">
          <a:xfrm>
            <a:off x="3221889" y="3686045"/>
            <a:ext cx="490422" cy="49785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4" name="Group 81"/>
          <p:cNvGrpSpPr/>
          <p:nvPr/>
        </p:nvGrpSpPr>
        <p:grpSpPr>
          <a:xfrm>
            <a:off x="4210431" y="2481034"/>
            <a:ext cx="875538" cy="850472"/>
            <a:chOff x="735191" y="1461827"/>
            <a:chExt cx="579038" cy="562460"/>
          </a:xfrm>
        </p:grpSpPr>
        <p:sp>
          <p:nvSpPr>
            <p:cNvPr id="36" name="Oval 35"/>
            <p:cNvSpPr>
              <a:spLocks noChangeAspect="1"/>
            </p:cNvSpPr>
            <p:nvPr/>
          </p:nvSpPr>
          <p:spPr>
            <a:xfrm>
              <a:off x="735191" y="1461827"/>
              <a:ext cx="579038" cy="562460"/>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sp>
          <p:nvSpPr>
            <p:cNvPr id="37" name="Freeform 245"/>
            <p:cNvSpPr>
              <a:spLocks/>
            </p:cNvSpPr>
            <p:nvPr/>
          </p:nvSpPr>
          <p:spPr bwMode="auto">
            <a:xfrm>
              <a:off x="895557" y="1626375"/>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edge">
                                      <p:cBhvr>
                                        <p:cTn id="12" dur="1000"/>
                                        <p:tgtEl>
                                          <p:spTgt spid="6"/>
                                        </p:tgtEl>
                                      </p:cBhvr>
                                    </p:animEffect>
                                  </p:childTnLst>
                                </p:cTn>
                              </p:par>
                            </p:childTnLst>
                          </p:cTn>
                        </p:par>
                        <p:par>
                          <p:cTn id="13" fill="hold">
                            <p:stCondLst>
                              <p:cond delay="1500"/>
                            </p:stCondLst>
                            <p:childTnLst>
                              <p:par>
                                <p:cTn id="14" presetID="23" presetClass="entr" presetSubtype="528" fill="hold"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p:cTn id="16" dur="500" fill="hold"/>
                                        <p:tgtEl>
                                          <p:spTgt spid="17"/>
                                        </p:tgtEl>
                                        <p:attrNameLst>
                                          <p:attrName>ppt_w</p:attrName>
                                        </p:attrNameLst>
                                      </p:cBhvr>
                                      <p:tavLst>
                                        <p:tav tm="0">
                                          <p:val>
                                            <p:fltVal val="0"/>
                                          </p:val>
                                        </p:tav>
                                        <p:tav tm="100000">
                                          <p:val>
                                            <p:strVal val="#ppt_w"/>
                                          </p:val>
                                        </p:tav>
                                      </p:tavLst>
                                    </p:anim>
                                    <p:anim calcmode="lin" valueType="num">
                                      <p:cBhvr>
                                        <p:cTn id="17" dur="500" fill="hold"/>
                                        <p:tgtEl>
                                          <p:spTgt spid="17"/>
                                        </p:tgtEl>
                                        <p:attrNameLst>
                                          <p:attrName>ppt_h</p:attrName>
                                        </p:attrNameLst>
                                      </p:cBhvr>
                                      <p:tavLst>
                                        <p:tav tm="0">
                                          <p:val>
                                            <p:fltVal val="0"/>
                                          </p:val>
                                        </p:tav>
                                        <p:tav tm="100000">
                                          <p:val>
                                            <p:strVal val="#ppt_h"/>
                                          </p:val>
                                        </p:tav>
                                      </p:tavLst>
                                    </p:anim>
                                    <p:anim calcmode="lin" valueType="num">
                                      <p:cBhvr>
                                        <p:cTn id="18" dur="500" fill="hold"/>
                                        <p:tgtEl>
                                          <p:spTgt spid="17"/>
                                        </p:tgtEl>
                                        <p:attrNameLst>
                                          <p:attrName>ppt_x</p:attrName>
                                        </p:attrNameLst>
                                      </p:cBhvr>
                                      <p:tavLst>
                                        <p:tav tm="0">
                                          <p:val>
                                            <p:fltVal val="0.5"/>
                                          </p:val>
                                        </p:tav>
                                        <p:tav tm="100000">
                                          <p:val>
                                            <p:strVal val="#ppt_x"/>
                                          </p:val>
                                        </p:tav>
                                      </p:tavLst>
                                    </p:anim>
                                    <p:anim calcmode="lin" valueType="num">
                                      <p:cBhvr>
                                        <p:cTn id="19" dur="500" fill="hold"/>
                                        <p:tgtEl>
                                          <p:spTgt spid="17"/>
                                        </p:tgtEl>
                                        <p:attrNameLst>
                                          <p:attrName>ppt_y</p:attrName>
                                        </p:attrNameLst>
                                      </p:cBhvr>
                                      <p:tavLst>
                                        <p:tav tm="0">
                                          <p:val>
                                            <p:fltVal val="0.5"/>
                                          </p:val>
                                        </p:tav>
                                        <p:tav tm="100000">
                                          <p:val>
                                            <p:strVal val="#ppt_y"/>
                                          </p:val>
                                        </p:tav>
                                      </p:tavLst>
                                    </p:anim>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p:cTn id="23" dur="500" fill="hold"/>
                                        <p:tgtEl>
                                          <p:spTgt spid="31"/>
                                        </p:tgtEl>
                                        <p:attrNameLst>
                                          <p:attrName>ppt_w</p:attrName>
                                        </p:attrNameLst>
                                      </p:cBhvr>
                                      <p:tavLst>
                                        <p:tav tm="0">
                                          <p:val>
                                            <p:fltVal val="0"/>
                                          </p:val>
                                        </p:tav>
                                        <p:tav tm="100000">
                                          <p:val>
                                            <p:strVal val="#ppt_w"/>
                                          </p:val>
                                        </p:tav>
                                      </p:tavLst>
                                    </p:anim>
                                    <p:anim calcmode="lin" valueType="num">
                                      <p:cBhvr>
                                        <p:cTn id="24" dur="500" fill="hold"/>
                                        <p:tgtEl>
                                          <p:spTgt spid="31"/>
                                        </p:tgtEl>
                                        <p:attrNameLst>
                                          <p:attrName>ppt_h</p:attrName>
                                        </p:attrNameLst>
                                      </p:cBhvr>
                                      <p:tavLst>
                                        <p:tav tm="0">
                                          <p:val>
                                            <p:fltVal val="0"/>
                                          </p:val>
                                        </p:tav>
                                        <p:tav tm="100000">
                                          <p:val>
                                            <p:strVal val="#ppt_h"/>
                                          </p:val>
                                        </p:tav>
                                      </p:tavLst>
                                    </p:anim>
                                    <p:animEffect transition="in" filter="fade">
                                      <p:cBhvr>
                                        <p:cTn id="25" dur="500"/>
                                        <p:tgtEl>
                                          <p:spTgt spid="31"/>
                                        </p:tgtEl>
                                      </p:cBhvr>
                                    </p:animEffect>
                                  </p:childTnLst>
                                </p:cTn>
                              </p:par>
                              <p:par>
                                <p:cTn id="26" presetID="22" presetClass="entr" presetSubtype="2" fill="hold" nodeType="with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wipe(right)">
                                      <p:cBhvr>
                                        <p:cTn id="28" dur="500"/>
                                        <p:tgtEl>
                                          <p:spTgt spid="3"/>
                                        </p:tgtEl>
                                      </p:cBhvr>
                                    </p:animEffect>
                                  </p:childTnLst>
                                </p:cTn>
                              </p:par>
                            </p:childTnLst>
                          </p:cTn>
                        </p:par>
                        <p:par>
                          <p:cTn id="29" fill="hold">
                            <p:stCondLst>
                              <p:cond delay="2500"/>
                            </p:stCondLst>
                            <p:childTnLst>
                              <p:par>
                                <p:cTn id="30" presetID="23" presetClass="entr" presetSubtype="528" fill="hold" nodeType="after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p:cTn id="32" dur="500" fill="hold"/>
                                        <p:tgtEl>
                                          <p:spTgt spid="23"/>
                                        </p:tgtEl>
                                        <p:attrNameLst>
                                          <p:attrName>ppt_w</p:attrName>
                                        </p:attrNameLst>
                                      </p:cBhvr>
                                      <p:tavLst>
                                        <p:tav tm="0">
                                          <p:val>
                                            <p:fltVal val="0"/>
                                          </p:val>
                                        </p:tav>
                                        <p:tav tm="100000">
                                          <p:val>
                                            <p:strVal val="#ppt_w"/>
                                          </p:val>
                                        </p:tav>
                                      </p:tavLst>
                                    </p:anim>
                                    <p:anim calcmode="lin" valueType="num">
                                      <p:cBhvr>
                                        <p:cTn id="33" dur="500" fill="hold"/>
                                        <p:tgtEl>
                                          <p:spTgt spid="23"/>
                                        </p:tgtEl>
                                        <p:attrNameLst>
                                          <p:attrName>ppt_h</p:attrName>
                                        </p:attrNameLst>
                                      </p:cBhvr>
                                      <p:tavLst>
                                        <p:tav tm="0">
                                          <p:val>
                                            <p:fltVal val="0"/>
                                          </p:val>
                                        </p:tav>
                                        <p:tav tm="100000">
                                          <p:val>
                                            <p:strVal val="#ppt_h"/>
                                          </p:val>
                                        </p:tav>
                                      </p:tavLst>
                                    </p:anim>
                                    <p:anim calcmode="lin" valueType="num">
                                      <p:cBhvr>
                                        <p:cTn id="34" dur="500" fill="hold"/>
                                        <p:tgtEl>
                                          <p:spTgt spid="23"/>
                                        </p:tgtEl>
                                        <p:attrNameLst>
                                          <p:attrName>ppt_x</p:attrName>
                                        </p:attrNameLst>
                                      </p:cBhvr>
                                      <p:tavLst>
                                        <p:tav tm="0">
                                          <p:val>
                                            <p:fltVal val="0.5"/>
                                          </p:val>
                                        </p:tav>
                                        <p:tav tm="100000">
                                          <p:val>
                                            <p:strVal val="#ppt_x"/>
                                          </p:val>
                                        </p:tav>
                                      </p:tavLst>
                                    </p:anim>
                                    <p:anim calcmode="lin" valueType="num">
                                      <p:cBhvr>
                                        <p:cTn id="35" dur="500" fill="hold"/>
                                        <p:tgtEl>
                                          <p:spTgt spid="23"/>
                                        </p:tgtEl>
                                        <p:attrNameLst>
                                          <p:attrName>ppt_y</p:attrName>
                                        </p:attrNameLst>
                                      </p:cBhvr>
                                      <p:tavLst>
                                        <p:tav tm="0">
                                          <p:val>
                                            <p:fltVal val="0.5"/>
                                          </p:val>
                                        </p:tav>
                                        <p:tav tm="100000">
                                          <p:val>
                                            <p:strVal val="#ppt_y"/>
                                          </p:val>
                                        </p:tav>
                                      </p:tavLst>
                                    </p:anim>
                                  </p:childTnLst>
                                </p:cTn>
                              </p:par>
                            </p:childTnLst>
                          </p:cTn>
                        </p:par>
                        <p:par>
                          <p:cTn id="36" fill="hold">
                            <p:stCondLst>
                              <p:cond delay="3000"/>
                            </p:stCondLst>
                            <p:childTnLst>
                              <p:par>
                                <p:cTn id="37" presetID="53" presetClass="entr" presetSubtype="0" fill="hold" grpId="0" nodeType="after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p:cTn id="39" dur="500" fill="hold"/>
                                        <p:tgtEl>
                                          <p:spTgt spid="29"/>
                                        </p:tgtEl>
                                        <p:attrNameLst>
                                          <p:attrName>ppt_w</p:attrName>
                                        </p:attrNameLst>
                                      </p:cBhvr>
                                      <p:tavLst>
                                        <p:tav tm="0">
                                          <p:val>
                                            <p:fltVal val="0"/>
                                          </p:val>
                                        </p:tav>
                                        <p:tav tm="100000">
                                          <p:val>
                                            <p:strVal val="#ppt_w"/>
                                          </p:val>
                                        </p:tav>
                                      </p:tavLst>
                                    </p:anim>
                                    <p:anim calcmode="lin" valueType="num">
                                      <p:cBhvr>
                                        <p:cTn id="40" dur="500" fill="hold"/>
                                        <p:tgtEl>
                                          <p:spTgt spid="29"/>
                                        </p:tgtEl>
                                        <p:attrNameLst>
                                          <p:attrName>ppt_h</p:attrName>
                                        </p:attrNameLst>
                                      </p:cBhvr>
                                      <p:tavLst>
                                        <p:tav tm="0">
                                          <p:val>
                                            <p:fltVal val="0"/>
                                          </p:val>
                                        </p:tav>
                                        <p:tav tm="100000">
                                          <p:val>
                                            <p:strVal val="#ppt_h"/>
                                          </p:val>
                                        </p:tav>
                                      </p:tavLst>
                                    </p:anim>
                                    <p:animEffect transition="in" filter="fade">
                                      <p:cBhvr>
                                        <p:cTn id="41" dur="500"/>
                                        <p:tgtEl>
                                          <p:spTgt spid="29"/>
                                        </p:tgtEl>
                                      </p:cBhvr>
                                    </p:animEffect>
                                  </p:childTnLst>
                                </p:cTn>
                              </p:par>
                              <p:par>
                                <p:cTn id="42" presetID="22" presetClass="entr" presetSubtype="8" fill="hold" nodeType="with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wipe(left)">
                                      <p:cBhvr>
                                        <p:cTn id="44" dur="500"/>
                                        <p:tgtEl>
                                          <p:spTgt spid="2"/>
                                        </p:tgtEl>
                                      </p:cBhvr>
                                    </p:animEffect>
                                  </p:childTnLst>
                                </p:cTn>
                              </p:par>
                            </p:childTnLst>
                          </p:cTn>
                        </p:par>
                        <p:par>
                          <p:cTn id="45" fill="hold">
                            <p:stCondLst>
                              <p:cond delay="3500"/>
                            </p:stCondLst>
                            <p:childTnLst>
                              <p:par>
                                <p:cTn id="46" presetID="23" presetClass="entr" presetSubtype="528" fill="hold" nodeType="afterEffect">
                                  <p:stCondLst>
                                    <p:cond delay="0"/>
                                  </p:stCondLst>
                                  <p:childTnLst>
                                    <p:set>
                                      <p:cBhvr>
                                        <p:cTn id="47" dur="1" fill="hold">
                                          <p:stCondLst>
                                            <p:cond delay="0"/>
                                          </p:stCondLst>
                                        </p:cTn>
                                        <p:tgtEl>
                                          <p:spTgt spid="26"/>
                                        </p:tgtEl>
                                        <p:attrNameLst>
                                          <p:attrName>style.visibility</p:attrName>
                                        </p:attrNameLst>
                                      </p:cBhvr>
                                      <p:to>
                                        <p:strVal val="visible"/>
                                      </p:to>
                                    </p:set>
                                    <p:anim calcmode="lin" valueType="num">
                                      <p:cBhvr>
                                        <p:cTn id="48" dur="500" fill="hold"/>
                                        <p:tgtEl>
                                          <p:spTgt spid="26"/>
                                        </p:tgtEl>
                                        <p:attrNameLst>
                                          <p:attrName>ppt_w</p:attrName>
                                        </p:attrNameLst>
                                      </p:cBhvr>
                                      <p:tavLst>
                                        <p:tav tm="0">
                                          <p:val>
                                            <p:fltVal val="0"/>
                                          </p:val>
                                        </p:tav>
                                        <p:tav tm="100000">
                                          <p:val>
                                            <p:strVal val="#ppt_w"/>
                                          </p:val>
                                        </p:tav>
                                      </p:tavLst>
                                    </p:anim>
                                    <p:anim calcmode="lin" valueType="num">
                                      <p:cBhvr>
                                        <p:cTn id="49" dur="500" fill="hold"/>
                                        <p:tgtEl>
                                          <p:spTgt spid="26"/>
                                        </p:tgtEl>
                                        <p:attrNameLst>
                                          <p:attrName>ppt_h</p:attrName>
                                        </p:attrNameLst>
                                      </p:cBhvr>
                                      <p:tavLst>
                                        <p:tav tm="0">
                                          <p:val>
                                            <p:fltVal val="0"/>
                                          </p:val>
                                        </p:tav>
                                        <p:tav tm="100000">
                                          <p:val>
                                            <p:strVal val="#ppt_h"/>
                                          </p:val>
                                        </p:tav>
                                      </p:tavLst>
                                    </p:anim>
                                    <p:anim calcmode="lin" valueType="num">
                                      <p:cBhvr>
                                        <p:cTn id="50" dur="500" fill="hold"/>
                                        <p:tgtEl>
                                          <p:spTgt spid="26"/>
                                        </p:tgtEl>
                                        <p:attrNameLst>
                                          <p:attrName>ppt_x</p:attrName>
                                        </p:attrNameLst>
                                      </p:cBhvr>
                                      <p:tavLst>
                                        <p:tav tm="0">
                                          <p:val>
                                            <p:fltVal val="0.5"/>
                                          </p:val>
                                        </p:tav>
                                        <p:tav tm="100000">
                                          <p:val>
                                            <p:strVal val="#ppt_x"/>
                                          </p:val>
                                        </p:tav>
                                      </p:tavLst>
                                    </p:anim>
                                    <p:anim calcmode="lin" valueType="num">
                                      <p:cBhvr>
                                        <p:cTn id="51" dur="500" fill="hold"/>
                                        <p:tgtEl>
                                          <p:spTgt spid="26"/>
                                        </p:tgtEl>
                                        <p:attrNameLst>
                                          <p:attrName>ppt_y</p:attrName>
                                        </p:attrNameLst>
                                      </p:cBhvr>
                                      <p:tavLst>
                                        <p:tav tm="0">
                                          <p:val>
                                            <p:fltVal val="0.5"/>
                                          </p:val>
                                        </p:tav>
                                        <p:tav tm="100000">
                                          <p:val>
                                            <p:strVal val="#ppt_y"/>
                                          </p:val>
                                        </p:tav>
                                      </p:tavLst>
                                    </p:anim>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p:cTn id="55" dur="500" fill="hold"/>
                                        <p:tgtEl>
                                          <p:spTgt spid="32"/>
                                        </p:tgtEl>
                                        <p:attrNameLst>
                                          <p:attrName>ppt_w</p:attrName>
                                        </p:attrNameLst>
                                      </p:cBhvr>
                                      <p:tavLst>
                                        <p:tav tm="0">
                                          <p:val>
                                            <p:fltVal val="0"/>
                                          </p:val>
                                        </p:tav>
                                        <p:tav tm="100000">
                                          <p:val>
                                            <p:strVal val="#ppt_w"/>
                                          </p:val>
                                        </p:tav>
                                      </p:tavLst>
                                    </p:anim>
                                    <p:anim calcmode="lin" valueType="num">
                                      <p:cBhvr>
                                        <p:cTn id="56" dur="500" fill="hold"/>
                                        <p:tgtEl>
                                          <p:spTgt spid="32"/>
                                        </p:tgtEl>
                                        <p:attrNameLst>
                                          <p:attrName>ppt_h</p:attrName>
                                        </p:attrNameLst>
                                      </p:cBhvr>
                                      <p:tavLst>
                                        <p:tav tm="0">
                                          <p:val>
                                            <p:fltVal val="0"/>
                                          </p:val>
                                        </p:tav>
                                        <p:tav tm="100000">
                                          <p:val>
                                            <p:strVal val="#ppt_h"/>
                                          </p:val>
                                        </p:tav>
                                      </p:tavLst>
                                    </p:anim>
                                    <p:animEffect transition="in" filter="fade">
                                      <p:cBhvr>
                                        <p:cTn id="57" dur="500"/>
                                        <p:tgtEl>
                                          <p:spTgt spid="32"/>
                                        </p:tgtEl>
                                      </p:cBhvr>
                                    </p:animEffect>
                                  </p:childTnLst>
                                </p:cTn>
                              </p:par>
                              <p:par>
                                <p:cTn id="58" presetID="22" presetClass="entr" presetSubtype="8" fill="hold" nodeType="withEffect">
                                  <p:stCondLst>
                                    <p:cond delay="0"/>
                                  </p:stCondLst>
                                  <p:childTnLst>
                                    <p:set>
                                      <p:cBhvr>
                                        <p:cTn id="59" dur="1" fill="hold">
                                          <p:stCondLst>
                                            <p:cond delay="0"/>
                                          </p:stCondLst>
                                        </p:cTn>
                                        <p:tgtEl>
                                          <p:spTgt spid="5"/>
                                        </p:tgtEl>
                                        <p:attrNameLst>
                                          <p:attrName>style.visibility</p:attrName>
                                        </p:attrNameLst>
                                      </p:cBhvr>
                                      <p:to>
                                        <p:strVal val="visible"/>
                                      </p:to>
                                    </p:set>
                                    <p:animEffect transition="in" filter="wipe(left)">
                                      <p:cBhvr>
                                        <p:cTn id="60" dur="500"/>
                                        <p:tgtEl>
                                          <p:spTgt spid="5"/>
                                        </p:tgtEl>
                                      </p:cBhvr>
                                    </p:animEffect>
                                  </p:childTnLst>
                                </p:cTn>
                              </p:par>
                            </p:childTnLst>
                          </p:cTn>
                        </p:par>
                        <p:par>
                          <p:cTn id="61" fill="hold">
                            <p:stCondLst>
                              <p:cond delay="4500"/>
                            </p:stCondLst>
                            <p:childTnLst>
                              <p:par>
                                <p:cTn id="62" presetID="23" presetClass="entr" presetSubtype="528" fill="hold" nodeType="after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p:cTn id="64" dur="500" fill="hold"/>
                                        <p:tgtEl>
                                          <p:spTgt spid="20"/>
                                        </p:tgtEl>
                                        <p:attrNameLst>
                                          <p:attrName>ppt_w</p:attrName>
                                        </p:attrNameLst>
                                      </p:cBhvr>
                                      <p:tavLst>
                                        <p:tav tm="0">
                                          <p:val>
                                            <p:fltVal val="0"/>
                                          </p:val>
                                        </p:tav>
                                        <p:tav tm="100000">
                                          <p:val>
                                            <p:strVal val="#ppt_w"/>
                                          </p:val>
                                        </p:tav>
                                      </p:tavLst>
                                    </p:anim>
                                    <p:anim calcmode="lin" valueType="num">
                                      <p:cBhvr>
                                        <p:cTn id="65" dur="500" fill="hold"/>
                                        <p:tgtEl>
                                          <p:spTgt spid="20"/>
                                        </p:tgtEl>
                                        <p:attrNameLst>
                                          <p:attrName>ppt_h</p:attrName>
                                        </p:attrNameLst>
                                      </p:cBhvr>
                                      <p:tavLst>
                                        <p:tav tm="0">
                                          <p:val>
                                            <p:fltVal val="0"/>
                                          </p:val>
                                        </p:tav>
                                        <p:tav tm="100000">
                                          <p:val>
                                            <p:strVal val="#ppt_h"/>
                                          </p:val>
                                        </p:tav>
                                      </p:tavLst>
                                    </p:anim>
                                    <p:anim calcmode="lin" valueType="num">
                                      <p:cBhvr>
                                        <p:cTn id="66" dur="500" fill="hold"/>
                                        <p:tgtEl>
                                          <p:spTgt spid="20"/>
                                        </p:tgtEl>
                                        <p:attrNameLst>
                                          <p:attrName>ppt_x</p:attrName>
                                        </p:attrNameLst>
                                      </p:cBhvr>
                                      <p:tavLst>
                                        <p:tav tm="0">
                                          <p:val>
                                            <p:fltVal val="0.5"/>
                                          </p:val>
                                        </p:tav>
                                        <p:tav tm="100000">
                                          <p:val>
                                            <p:strVal val="#ppt_x"/>
                                          </p:val>
                                        </p:tav>
                                      </p:tavLst>
                                    </p:anim>
                                    <p:anim calcmode="lin" valueType="num">
                                      <p:cBhvr>
                                        <p:cTn id="67" dur="500" fill="hold"/>
                                        <p:tgtEl>
                                          <p:spTgt spid="20"/>
                                        </p:tgtEl>
                                        <p:attrNameLst>
                                          <p:attrName>ppt_y</p:attrName>
                                        </p:attrNameLst>
                                      </p:cBhvr>
                                      <p:tavLst>
                                        <p:tav tm="0">
                                          <p:val>
                                            <p:fltVal val="0.5"/>
                                          </p:val>
                                        </p:tav>
                                        <p:tav tm="100000">
                                          <p:val>
                                            <p:strVal val="#ppt_y"/>
                                          </p:val>
                                        </p:tav>
                                      </p:tavLst>
                                    </p:anim>
                                  </p:childTnLst>
                                </p:cTn>
                              </p:par>
                            </p:childTnLst>
                          </p:cTn>
                        </p:par>
                        <p:par>
                          <p:cTn id="68" fill="hold">
                            <p:stCondLst>
                              <p:cond delay="5000"/>
                            </p:stCondLst>
                            <p:childTnLst>
                              <p:par>
                                <p:cTn id="69" presetID="53" presetClass="entr" presetSubtype="0" fill="hold" grpId="0" nodeType="afterEffect">
                                  <p:stCondLst>
                                    <p:cond delay="0"/>
                                  </p:stCondLst>
                                  <p:childTnLst>
                                    <p:set>
                                      <p:cBhvr>
                                        <p:cTn id="70" dur="1" fill="hold">
                                          <p:stCondLst>
                                            <p:cond delay="0"/>
                                          </p:stCondLst>
                                        </p:cTn>
                                        <p:tgtEl>
                                          <p:spTgt spid="33"/>
                                        </p:tgtEl>
                                        <p:attrNameLst>
                                          <p:attrName>style.visibility</p:attrName>
                                        </p:attrNameLst>
                                      </p:cBhvr>
                                      <p:to>
                                        <p:strVal val="visible"/>
                                      </p:to>
                                    </p:set>
                                    <p:anim calcmode="lin" valueType="num">
                                      <p:cBhvr>
                                        <p:cTn id="71" dur="500" fill="hold"/>
                                        <p:tgtEl>
                                          <p:spTgt spid="33"/>
                                        </p:tgtEl>
                                        <p:attrNameLst>
                                          <p:attrName>ppt_w</p:attrName>
                                        </p:attrNameLst>
                                      </p:cBhvr>
                                      <p:tavLst>
                                        <p:tav tm="0">
                                          <p:val>
                                            <p:fltVal val="0"/>
                                          </p:val>
                                        </p:tav>
                                        <p:tav tm="100000">
                                          <p:val>
                                            <p:strVal val="#ppt_w"/>
                                          </p:val>
                                        </p:tav>
                                      </p:tavLst>
                                    </p:anim>
                                    <p:anim calcmode="lin" valueType="num">
                                      <p:cBhvr>
                                        <p:cTn id="72" dur="500" fill="hold"/>
                                        <p:tgtEl>
                                          <p:spTgt spid="33"/>
                                        </p:tgtEl>
                                        <p:attrNameLst>
                                          <p:attrName>ppt_h</p:attrName>
                                        </p:attrNameLst>
                                      </p:cBhvr>
                                      <p:tavLst>
                                        <p:tav tm="0">
                                          <p:val>
                                            <p:fltVal val="0"/>
                                          </p:val>
                                        </p:tav>
                                        <p:tav tm="100000">
                                          <p:val>
                                            <p:strVal val="#ppt_h"/>
                                          </p:val>
                                        </p:tav>
                                      </p:tavLst>
                                    </p:anim>
                                    <p:animEffect transition="in" filter="fade">
                                      <p:cBhvr>
                                        <p:cTn id="73" dur="500"/>
                                        <p:tgtEl>
                                          <p:spTgt spid="33"/>
                                        </p:tgtEl>
                                      </p:cBhvr>
                                    </p:animEffect>
                                  </p:childTnLst>
                                </p:cTn>
                              </p:par>
                              <p:par>
                                <p:cTn id="74" presetID="22" presetClass="entr" presetSubtype="2" fill="hold" nodeType="withEffect">
                                  <p:stCondLst>
                                    <p:cond delay="0"/>
                                  </p:stCondLst>
                                  <p:childTnLst>
                                    <p:set>
                                      <p:cBhvr>
                                        <p:cTn id="75" dur="1" fill="hold">
                                          <p:stCondLst>
                                            <p:cond delay="0"/>
                                          </p:stCondLst>
                                        </p:cTn>
                                        <p:tgtEl>
                                          <p:spTgt spid="4"/>
                                        </p:tgtEl>
                                        <p:attrNameLst>
                                          <p:attrName>style.visibility</p:attrName>
                                        </p:attrNameLst>
                                      </p:cBhvr>
                                      <p:to>
                                        <p:strVal val="visible"/>
                                      </p:to>
                                    </p:set>
                                    <p:animEffect transition="in" filter="wipe(right)">
                                      <p:cBhvr>
                                        <p:cTn id="7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animBg="1"/>
      <p:bldP spid="31" grpId="0" animBg="1"/>
      <p:bldP spid="32" grpId="0" animBg="1"/>
      <p:bldP spid="33"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Flower Infographic</a:t>
            </a:r>
            <a:endParaRPr lang="en-US" dirty="0"/>
          </a:p>
        </p:txBody>
      </p:sp>
      <p:sp>
        <p:nvSpPr>
          <p:cNvPr id="8" name="Text Placeholder 7"/>
          <p:cNvSpPr>
            <a:spLocks noGrp="1"/>
          </p:cNvSpPr>
          <p:nvPr>
            <p:ph type="body" sz="half" idx="2"/>
          </p:nvPr>
        </p:nvSpPr>
        <p:spPr/>
        <p:txBody>
          <a:bodyPr/>
          <a:lstStyle/>
          <a:p>
            <a:r>
              <a:rPr lang="en-US"/>
              <a:t>Flower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91</a:t>
            </a:fld>
            <a:endParaRPr lang="en-US" dirty="0"/>
          </a:p>
        </p:txBody>
      </p:sp>
      <p:grpSp>
        <p:nvGrpSpPr>
          <p:cNvPr id="2" name="Group 41"/>
          <p:cNvGrpSpPr/>
          <p:nvPr/>
        </p:nvGrpSpPr>
        <p:grpSpPr>
          <a:xfrm rot="10800000">
            <a:off x="4064709" y="1333097"/>
            <a:ext cx="1014581" cy="1066698"/>
            <a:chOff x="3959157" y="1286381"/>
            <a:chExt cx="1295400" cy="1361942"/>
          </a:xfrm>
        </p:grpSpPr>
        <p:grpSp>
          <p:nvGrpSpPr>
            <p:cNvPr id="3" name="Group 37"/>
            <p:cNvGrpSpPr/>
            <p:nvPr/>
          </p:nvGrpSpPr>
          <p:grpSpPr>
            <a:xfrm>
              <a:off x="3959157" y="1286381"/>
              <a:ext cx="1295400" cy="1361942"/>
              <a:chOff x="3959157" y="1286381"/>
              <a:chExt cx="1295400" cy="1361942"/>
            </a:xfrm>
          </p:grpSpPr>
          <p:sp>
            <p:nvSpPr>
              <p:cNvPr id="13" name="Teardrop 12"/>
              <p:cNvSpPr/>
              <p:nvPr/>
            </p:nvSpPr>
            <p:spPr bwMode="auto">
              <a:xfrm rot="2700000" flipV="1">
                <a:off x="3959157" y="1352923"/>
                <a:ext cx="1295400" cy="1295400"/>
              </a:xfrm>
              <a:prstGeom prst="teardrop">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Teardrop 9"/>
              <p:cNvSpPr/>
              <p:nvPr/>
            </p:nvSpPr>
            <p:spPr bwMode="auto">
              <a:xfrm rot="2700000" flipV="1">
                <a:off x="3959157" y="1286381"/>
                <a:ext cx="1295400" cy="1295400"/>
              </a:xfrm>
              <a:prstGeom prst="teardrop">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40" name="Oval 39"/>
            <p:cNvSpPr>
              <a:spLocks noChangeAspect="1"/>
            </p:cNvSpPr>
            <p:nvPr/>
          </p:nvSpPr>
          <p:spPr>
            <a:xfrm>
              <a:off x="4169088" y="1504950"/>
              <a:ext cx="875538" cy="85047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grpSp>
      <p:grpSp>
        <p:nvGrpSpPr>
          <p:cNvPr id="4" name="Group 42"/>
          <p:cNvGrpSpPr/>
          <p:nvPr/>
        </p:nvGrpSpPr>
        <p:grpSpPr>
          <a:xfrm>
            <a:off x="4064709" y="3429505"/>
            <a:ext cx="1014581" cy="1066698"/>
            <a:chOff x="3959157" y="1286381"/>
            <a:chExt cx="1295400" cy="1361942"/>
          </a:xfrm>
        </p:grpSpPr>
        <p:grpSp>
          <p:nvGrpSpPr>
            <p:cNvPr id="5" name="Group 43"/>
            <p:cNvGrpSpPr/>
            <p:nvPr/>
          </p:nvGrpSpPr>
          <p:grpSpPr>
            <a:xfrm>
              <a:off x="3959157" y="1286381"/>
              <a:ext cx="1295400" cy="1361942"/>
              <a:chOff x="3959157" y="1286381"/>
              <a:chExt cx="1295400" cy="1361942"/>
            </a:xfrm>
          </p:grpSpPr>
          <p:sp>
            <p:nvSpPr>
              <p:cNvPr id="46" name="Teardrop 45"/>
              <p:cNvSpPr/>
              <p:nvPr/>
            </p:nvSpPr>
            <p:spPr bwMode="auto">
              <a:xfrm rot="2700000" flipV="1">
                <a:off x="3959157" y="1352923"/>
                <a:ext cx="1295400" cy="1295400"/>
              </a:xfrm>
              <a:prstGeom prst="teardrop">
                <a:avLst/>
              </a:prstGeom>
              <a:solidFill>
                <a:schemeClr val="accent5">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7" name="Teardrop 46"/>
              <p:cNvSpPr/>
              <p:nvPr/>
            </p:nvSpPr>
            <p:spPr bwMode="auto">
              <a:xfrm rot="2700000" flipV="1">
                <a:off x="3959157" y="1286381"/>
                <a:ext cx="1295400" cy="1295400"/>
              </a:xfrm>
              <a:prstGeom prst="teardrop">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45" name="Oval 44"/>
            <p:cNvSpPr>
              <a:spLocks noChangeAspect="1"/>
            </p:cNvSpPr>
            <p:nvPr/>
          </p:nvSpPr>
          <p:spPr>
            <a:xfrm>
              <a:off x="4169088" y="1504950"/>
              <a:ext cx="875538" cy="85047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grpSp>
      <p:grpSp>
        <p:nvGrpSpPr>
          <p:cNvPr id="6" name="Group 47"/>
          <p:cNvGrpSpPr/>
          <p:nvPr/>
        </p:nvGrpSpPr>
        <p:grpSpPr>
          <a:xfrm rot="3600000">
            <a:off x="3199966" y="2899214"/>
            <a:ext cx="1014581" cy="1066698"/>
            <a:chOff x="3959157" y="1286381"/>
            <a:chExt cx="1295400" cy="1361942"/>
          </a:xfrm>
        </p:grpSpPr>
        <p:grpSp>
          <p:nvGrpSpPr>
            <p:cNvPr id="9" name="Group 48"/>
            <p:cNvGrpSpPr/>
            <p:nvPr/>
          </p:nvGrpSpPr>
          <p:grpSpPr>
            <a:xfrm>
              <a:off x="3959157" y="1286381"/>
              <a:ext cx="1295400" cy="1361942"/>
              <a:chOff x="3959157" y="1286381"/>
              <a:chExt cx="1295400" cy="1361942"/>
            </a:xfrm>
          </p:grpSpPr>
          <p:sp>
            <p:nvSpPr>
              <p:cNvPr id="51" name="Teardrop 50"/>
              <p:cNvSpPr/>
              <p:nvPr/>
            </p:nvSpPr>
            <p:spPr bwMode="auto">
              <a:xfrm rot="2700000" flipV="1">
                <a:off x="3959157" y="1352923"/>
                <a:ext cx="1295400" cy="1295400"/>
              </a:xfrm>
              <a:prstGeom prst="teardrop">
                <a:avLst/>
              </a:prstGeom>
              <a:solidFill>
                <a:schemeClr val="accent6">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2" name="Teardrop 51"/>
              <p:cNvSpPr/>
              <p:nvPr/>
            </p:nvSpPr>
            <p:spPr bwMode="auto">
              <a:xfrm rot="2700000" flipV="1">
                <a:off x="3959157" y="1286381"/>
                <a:ext cx="1295400" cy="1295400"/>
              </a:xfrm>
              <a:prstGeom prst="teardrop">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50" name="Oval 49"/>
            <p:cNvSpPr>
              <a:spLocks noChangeAspect="1"/>
            </p:cNvSpPr>
            <p:nvPr/>
          </p:nvSpPr>
          <p:spPr>
            <a:xfrm>
              <a:off x="4169088" y="1504950"/>
              <a:ext cx="875538" cy="85047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grpSp>
      <p:grpSp>
        <p:nvGrpSpPr>
          <p:cNvPr id="11" name="Group 52"/>
          <p:cNvGrpSpPr/>
          <p:nvPr/>
        </p:nvGrpSpPr>
        <p:grpSpPr>
          <a:xfrm rot="18000000" flipV="1">
            <a:off x="3199966" y="1869263"/>
            <a:ext cx="1014581" cy="1066698"/>
            <a:chOff x="3959157" y="1286381"/>
            <a:chExt cx="1295400" cy="1361942"/>
          </a:xfrm>
        </p:grpSpPr>
        <p:grpSp>
          <p:nvGrpSpPr>
            <p:cNvPr id="12" name="Group 53"/>
            <p:cNvGrpSpPr/>
            <p:nvPr/>
          </p:nvGrpSpPr>
          <p:grpSpPr>
            <a:xfrm>
              <a:off x="3959157" y="1286381"/>
              <a:ext cx="1295400" cy="1361942"/>
              <a:chOff x="3959157" y="1286381"/>
              <a:chExt cx="1295400" cy="1361942"/>
            </a:xfrm>
          </p:grpSpPr>
          <p:sp>
            <p:nvSpPr>
              <p:cNvPr id="56" name="Teardrop 55"/>
              <p:cNvSpPr/>
              <p:nvPr/>
            </p:nvSpPr>
            <p:spPr bwMode="auto">
              <a:xfrm rot="2700000" flipV="1">
                <a:off x="3959157" y="1352923"/>
                <a:ext cx="1295400" cy="1295400"/>
              </a:xfrm>
              <a:prstGeom prst="teardrop">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7" name="Teardrop 56"/>
              <p:cNvSpPr/>
              <p:nvPr/>
            </p:nvSpPr>
            <p:spPr bwMode="auto">
              <a:xfrm rot="2700000" flipV="1">
                <a:off x="3959157" y="1286381"/>
                <a:ext cx="1295400" cy="1295400"/>
              </a:xfrm>
              <a:prstGeom prst="teardrop">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55" name="Oval 54"/>
            <p:cNvSpPr>
              <a:spLocks noChangeAspect="1"/>
            </p:cNvSpPr>
            <p:nvPr/>
          </p:nvSpPr>
          <p:spPr>
            <a:xfrm>
              <a:off x="4169088" y="1504950"/>
              <a:ext cx="875538" cy="85047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grpSp>
      <p:grpSp>
        <p:nvGrpSpPr>
          <p:cNvPr id="14" name="Group 57"/>
          <p:cNvGrpSpPr/>
          <p:nvPr/>
        </p:nvGrpSpPr>
        <p:grpSpPr>
          <a:xfrm rot="18000000" flipH="1">
            <a:off x="4929452" y="2899214"/>
            <a:ext cx="1014581" cy="1066698"/>
            <a:chOff x="3959157" y="1286381"/>
            <a:chExt cx="1295400" cy="1361942"/>
          </a:xfrm>
        </p:grpSpPr>
        <p:grpSp>
          <p:nvGrpSpPr>
            <p:cNvPr id="15" name="Group 58"/>
            <p:cNvGrpSpPr/>
            <p:nvPr/>
          </p:nvGrpSpPr>
          <p:grpSpPr>
            <a:xfrm>
              <a:off x="3959157" y="1286381"/>
              <a:ext cx="1295400" cy="1361942"/>
              <a:chOff x="3959157" y="1286381"/>
              <a:chExt cx="1295400" cy="1361942"/>
            </a:xfrm>
          </p:grpSpPr>
          <p:sp>
            <p:nvSpPr>
              <p:cNvPr id="61" name="Teardrop 60"/>
              <p:cNvSpPr/>
              <p:nvPr/>
            </p:nvSpPr>
            <p:spPr bwMode="auto">
              <a:xfrm rot="2700000" flipV="1">
                <a:off x="3959157" y="1352923"/>
                <a:ext cx="1295400" cy="1295400"/>
              </a:xfrm>
              <a:prstGeom prst="teardrop">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2" name="Teardrop 61"/>
              <p:cNvSpPr/>
              <p:nvPr/>
            </p:nvSpPr>
            <p:spPr bwMode="auto">
              <a:xfrm rot="2700000" flipV="1">
                <a:off x="3959157" y="1286381"/>
                <a:ext cx="1295400" cy="1295400"/>
              </a:xfrm>
              <a:prstGeom prst="teardrop">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60" name="Oval 59"/>
            <p:cNvSpPr>
              <a:spLocks noChangeAspect="1"/>
            </p:cNvSpPr>
            <p:nvPr/>
          </p:nvSpPr>
          <p:spPr>
            <a:xfrm>
              <a:off x="4169088" y="1504950"/>
              <a:ext cx="875538" cy="85047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grpSp>
      <p:grpSp>
        <p:nvGrpSpPr>
          <p:cNvPr id="16" name="Group 62"/>
          <p:cNvGrpSpPr/>
          <p:nvPr/>
        </p:nvGrpSpPr>
        <p:grpSpPr>
          <a:xfrm rot="3600000" flipH="1" flipV="1">
            <a:off x="4929452" y="1869263"/>
            <a:ext cx="1014581" cy="1066698"/>
            <a:chOff x="3959157" y="1286381"/>
            <a:chExt cx="1295400" cy="1361942"/>
          </a:xfrm>
        </p:grpSpPr>
        <p:grpSp>
          <p:nvGrpSpPr>
            <p:cNvPr id="17" name="Group 63"/>
            <p:cNvGrpSpPr/>
            <p:nvPr/>
          </p:nvGrpSpPr>
          <p:grpSpPr>
            <a:xfrm>
              <a:off x="3959157" y="1286381"/>
              <a:ext cx="1295400" cy="1361942"/>
              <a:chOff x="3959157" y="1286381"/>
              <a:chExt cx="1295400" cy="1361942"/>
            </a:xfrm>
          </p:grpSpPr>
          <p:sp>
            <p:nvSpPr>
              <p:cNvPr id="66" name="Teardrop 65"/>
              <p:cNvSpPr/>
              <p:nvPr/>
            </p:nvSpPr>
            <p:spPr bwMode="auto">
              <a:xfrm rot="2700000" flipV="1">
                <a:off x="3959157" y="1352923"/>
                <a:ext cx="1295400" cy="1295400"/>
              </a:xfrm>
              <a:prstGeom prst="teardrop">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7" name="Teardrop 66"/>
              <p:cNvSpPr/>
              <p:nvPr/>
            </p:nvSpPr>
            <p:spPr bwMode="auto">
              <a:xfrm rot="2700000" flipV="1">
                <a:off x="3959157" y="1286381"/>
                <a:ext cx="1295400" cy="1295400"/>
              </a:xfrm>
              <a:prstGeom prst="teardrop">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65" name="Oval 64"/>
            <p:cNvSpPr>
              <a:spLocks noChangeAspect="1"/>
            </p:cNvSpPr>
            <p:nvPr/>
          </p:nvSpPr>
          <p:spPr>
            <a:xfrm>
              <a:off x="4169088" y="1504950"/>
              <a:ext cx="875538" cy="85047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b="1" dirty="0">
                <a:solidFill>
                  <a:schemeClr val="accent1"/>
                </a:solidFill>
                <a:latin typeface="FontAwesome" pitchFamily="2" charset="0"/>
              </a:endParaRPr>
            </a:p>
          </p:txBody>
        </p:sp>
      </p:grpSp>
      <p:grpSp>
        <p:nvGrpSpPr>
          <p:cNvPr id="18" name="Group 59"/>
          <p:cNvGrpSpPr/>
          <p:nvPr/>
        </p:nvGrpSpPr>
        <p:grpSpPr>
          <a:xfrm>
            <a:off x="5562600" y="3995882"/>
            <a:ext cx="2276195" cy="709468"/>
            <a:chOff x="7154104" y="3206176"/>
            <a:chExt cx="2276195" cy="709468"/>
          </a:xfrm>
        </p:grpSpPr>
        <p:sp>
          <p:nvSpPr>
            <p:cNvPr id="70" name="TextBox 69"/>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1" name="Rectangle 70"/>
            <p:cNvSpPr/>
            <p:nvPr/>
          </p:nvSpPr>
          <p:spPr>
            <a:xfrm>
              <a:off x="7154104" y="3206176"/>
              <a:ext cx="1309589" cy="215444"/>
            </a:xfrm>
            <a:prstGeom prst="rect">
              <a:avLst/>
            </a:prstGeom>
          </p:spPr>
          <p:txBody>
            <a:bodyPr wrap="none" lIns="0" tIns="0" rIns="0" bIns="0">
              <a:spAutoFit/>
            </a:bodyPr>
            <a:lstStyle/>
            <a:p>
              <a:r>
                <a:rPr lang="en-US" sz="1400" b="1" dirty="0">
                  <a:solidFill>
                    <a:schemeClr val="accent4"/>
                  </a:solidFill>
                </a:rPr>
                <a:t>Title Goes Here</a:t>
              </a:r>
            </a:p>
          </p:txBody>
        </p:sp>
      </p:grpSp>
      <p:grpSp>
        <p:nvGrpSpPr>
          <p:cNvPr id="19" name="Group 57"/>
          <p:cNvGrpSpPr/>
          <p:nvPr/>
        </p:nvGrpSpPr>
        <p:grpSpPr>
          <a:xfrm>
            <a:off x="724711" y="2456287"/>
            <a:ext cx="2247089" cy="709468"/>
            <a:chOff x="-267404" y="3168889"/>
            <a:chExt cx="2247089" cy="709468"/>
          </a:xfrm>
        </p:grpSpPr>
        <p:sp>
          <p:nvSpPr>
            <p:cNvPr id="73" name="TextBox 72"/>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4" name="Rectangle 73"/>
            <p:cNvSpPr/>
            <p:nvPr/>
          </p:nvSpPr>
          <p:spPr>
            <a:xfrm>
              <a:off x="670096" y="3168889"/>
              <a:ext cx="1309589" cy="215444"/>
            </a:xfrm>
            <a:prstGeom prst="rect">
              <a:avLst/>
            </a:prstGeom>
          </p:spPr>
          <p:txBody>
            <a:bodyPr wrap="none" lIns="0" tIns="0" rIns="0" bIns="0">
              <a:spAutoFit/>
            </a:bodyPr>
            <a:lstStyle/>
            <a:p>
              <a:pPr algn="r"/>
              <a:r>
                <a:rPr lang="en-US" sz="1400" b="1" dirty="0">
                  <a:solidFill>
                    <a:schemeClr val="accent6"/>
                  </a:solidFill>
                </a:rPr>
                <a:t>Title Goes Here</a:t>
              </a:r>
            </a:p>
          </p:txBody>
        </p:sp>
      </p:grpSp>
      <p:grpSp>
        <p:nvGrpSpPr>
          <p:cNvPr id="20" name="Group 58"/>
          <p:cNvGrpSpPr/>
          <p:nvPr/>
        </p:nvGrpSpPr>
        <p:grpSpPr>
          <a:xfrm>
            <a:off x="5638800" y="1123950"/>
            <a:ext cx="2276195" cy="709468"/>
            <a:chOff x="7174424" y="1352592"/>
            <a:chExt cx="2276195" cy="709468"/>
          </a:xfrm>
        </p:grpSpPr>
        <p:sp>
          <p:nvSpPr>
            <p:cNvPr id="76" name="TextBox 75"/>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7" name="Rectangle 76"/>
            <p:cNvSpPr/>
            <p:nvPr/>
          </p:nvSpPr>
          <p:spPr>
            <a:xfrm>
              <a:off x="7178222" y="1352592"/>
              <a:ext cx="1309589" cy="215444"/>
            </a:xfrm>
            <a:prstGeom prst="rect">
              <a:avLst/>
            </a:prstGeom>
          </p:spPr>
          <p:txBody>
            <a:bodyPr wrap="none" lIns="0" tIns="0" rIns="0" bIns="0">
              <a:spAutoFit/>
            </a:bodyPr>
            <a:lstStyle/>
            <a:p>
              <a:r>
                <a:rPr lang="en-US" sz="1400" b="1" dirty="0">
                  <a:solidFill>
                    <a:schemeClr val="accent2"/>
                  </a:solidFill>
                </a:rPr>
                <a:t>Title Goes Here</a:t>
              </a:r>
            </a:p>
          </p:txBody>
        </p:sp>
      </p:grpSp>
      <p:grpSp>
        <p:nvGrpSpPr>
          <p:cNvPr id="21" name="Group 56"/>
          <p:cNvGrpSpPr/>
          <p:nvPr/>
        </p:nvGrpSpPr>
        <p:grpSpPr>
          <a:xfrm>
            <a:off x="1152804" y="1123950"/>
            <a:ext cx="2276196" cy="709468"/>
            <a:chOff x="-296510" y="1363501"/>
            <a:chExt cx="2276196" cy="709468"/>
          </a:xfrm>
        </p:grpSpPr>
        <p:sp>
          <p:nvSpPr>
            <p:cNvPr id="79" name="TextBox 78"/>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0" name="Rectangle 79"/>
            <p:cNvSpPr/>
            <p:nvPr/>
          </p:nvSpPr>
          <p:spPr>
            <a:xfrm>
              <a:off x="634765" y="1363501"/>
              <a:ext cx="1344920" cy="215444"/>
            </a:xfrm>
            <a:prstGeom prst="rect">
              <a:avLst/>
            </a:prstGeom>
          </p:spPr>
          <p:txBody>
            <a:bodyPr wrap="none" lIns="0" tIns="0" rIns="0" bIns="0">
              <a:spAutoFit/>
            </a:bodyPr>
            <a:lstStyle/>
            <a:p>
              <a:pPr algn="r"/>
              <a:r>
                <a:rPr lang="en-US" sz="1400" b="1" dirty="0">
                  <a:solidFill>
                    <a:schemeClr val="accent1"/>
                  </a:solidFill>
                </a:rPr>
                <a:t>Title Goes Here</a:t>
              </a:r>
            </a:p>
          </p:txBody>
        </p:sp>
      </p:grpSp>
      <p:grpSp>
        <p:nvGrpSpPr>
          <p:cNvPr id="22" name="Group 56"/>
          <p:cNvGrpSpPr/>
          <p:nvPr/>
        </p:nvGrpSpPr>
        <p:grpSpPr>
          <a:xfrm>
            <a:off x="1229004" y="3995882"/>
            <a:ext cx="2276196" cy="709468"/>
            <a:chOff x="-296510" y="1363501"/>
            <a:chExt cx="2276196" cy="709468"/>
          </a:xfrm>
        </p:grpSpPr>
        <p:sp>
          <p:nvSpPr>
            <p:cNvPr id="82" name="TextBox 81"/>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3" name="Rectangle 82"/>
            <p:cNvSpPr/>
            <p:nvPr/>
          </p:nvSpPr>
          <p:spPr>
            <a:xfrm>
              <a:off x="670096" y="1363501"/>
              <a:ext cx="1309589" cy="215444"/>
            </a:xfrm>
            <a:prstGeom prst="rect">
              <a:avLst/>
            </a:prstGeom>
          </p:spPr>
          <p:txBody>
            <a:bodyPr wrap="none" lIns="0" tIns="0" rIns="0" bIns="0">
              <a:spAutoFit/>
            </a:bodyPr>
            <a:lstStyle/>
            <a:p>
              <a:pPr algn="r"/>
              <a:r>
                <a:rPr lang="en-US" sz="1400" b="1" dirty="0">
                  <a:solidFill>
                    <a:schemeClr val="accent5"/>
                  </a:solidFill>
                </a:rPr>
                <a:t>Title Goes Here</a:t>
              </a:r>
            </a:p>
          </p:txBody>
        </p:sp>
      </p:grpSp>
      <p:grpSp>
        <p:nvGrpSpPr>
          <p:cNvPr id="23" name="Group 58"/>
          <p:cNvGrpSpPr/>
          <p:nvPr/>
        </p:nvGrpSpPr>
        <p:grpSpPr>
          <a:xfrm>
            <a:off x="6096000" y="2456287"/>
            <a:ext cx="2276195" cy="709468"/>
            <a:chOff x="7174424" y="1352592"/>
            <a:chExt cx="2276195" cy="709468"/>
          </a:xfrm>
        </p:grpSpPr>
        <p:sp>
          <p:nvSpPr>
            <p:cNvPr id="85" name="TextBox 84"/>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6" name="Rectangle 85"/>
            <p:cNvSpPr/>
            <p:nvPr/>
          </p:nvSpPr>
          <p:spPr>
            <a:xfrm>
              <a:off x="7174424" y="1352592"/>
              <a:ext cx="1309589" cy="215444"/>
            </a:xfrm>
            <a:prstGeom prst="rect">
              <a:avLst/>
            </a:prstGeom>
          </p:spPr>
          <p:txBody>
            <a:bodyPr wrap="none" lIns="0" tIns="0" rIns="0" bIns="0">
              <a:spAutoFit/>
            </a:bodyPr>
            <a:lstStyle/>
            <a:p>
              <a:r>
                <a:rPr lang="en-US" sz="1400" b="1" dirty="0">
                  <a:solidFill>
                    <a:schemeClr val="accent3"/>
                  </a:solidFill>
                </a:rPr>
                <a:t>Title Goes Here</a:t>
              </a:r>
            </a:p>
          </p:txBody>
        </p:sp>
      </p:grpSp>
      <p:sp>
        <p:nvSpPr>
          <p:cNvPr id="87" name="Freeform 62"/>
          <p:cNvSpPr>
            <a:spLocks noEditPoints="1"/>
          </p:cNvSpPr>
          <p:nvPr/>
        </p:nvSpPr>
        <p:spPr bwMode="auto">
          <a:xfrm>
            <a:off x="4421604" y="1735842"/>
            <a:ext cx="319010" cy="321560"/>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66"/>
          <p:cNvSpPr>
            <a:spLocks noEditPoints="1"/>
          </p:cNvSpPr>
          <p:nvPr/>
        </p:nvSpPr>
        <p:spPr bwMode="auto">
          <a:xfrm>
            <a:off x="3514646" y="2224593"/>
            <a:ext cx="454156" cy="352264"/>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7"/>
          <p:cNvSpPr>
            <a:spLocks noEditPoints="1"/>
          </p:cNvSpPr>
          <p:nvPr/>
        </p:nvSpPr>
        <p:spPr bwMode="auto">
          <a:xfrm>
            <a:off x="5271263" y="2283553"/>
            <a:ext cx="309356" cy="274252"/>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31"/>
          <p:cNvSpPr>
            <a:spLocks/>
          </p:cNvSpPr>
          <p:nvPr/>
        </p:nvSpPr>
        <p:spPr bwMode="auto">
          <a:xfrm>
            <a:off x="3511549" y="3227045"/>
            <a:ext cx="381001" cy="386772"/>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2"/>
          <p:cNvSpPr>
            <a:spLocks noEditPoints="1"/>
          </p:cNvSpPr>
          <p:nvPr/>
        </p:nvSpPr>
        <p:spPr bwMode="auto">
          <a:xfrm>
            <a:off x="4403396" y="3714979"/>
            <a:ext cx="352458" cy="37919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178"/>
          <p:cNvSpPr>
            <a:spLocks noEditPoints="1"/>
          </p:cNvSpPr>
          <p:nvPr/>
        </p:nvSpPr>
        <p:spPr bwMode="auto">
          <a:xfrm>
            <a:off x="5209023" y="3257478"/>
            <a:ext cx="384057" cy="28925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 calcmode="lin" valueType="num">
                                      <p:cBhvr>
                                        <p:cTn id="9" dur="500" fill="hold"/>
                                        <p:tgtEl>
                                          <p:spTgt spid="11"/>
                                        </p:tgtEl>
                                        <p:attrNameLst>
                                          <p:attrName>ppt_x</p:attrName>
                                        </p:attrNameLst>
                                      </p:cBhvr>
                                      <p:tavLst>
                                        <p:tav tm="0">
                                          <p:val>
                                            <p:fltVal val="0.5"/>
                                          </p:val>
                                        </p:tav>
                                        <p:tav tm="100000">
                                          <p:val>
                                            <p:strVal val="#ppt_x"/>
                                          </p:val>
                                        </p:tav>
                                      </p:tavLst>
                                    </p:anim>
                                    <p:anim calcmode="lin" valueType="num">
                                      <p:cBhvr>
                                        <p:cTn id="10" dur="500" fill="hold"/>
                                        <p:tgtEl>
                                          <p:spTgt spid="11"/>
                                        </p:tgtEl>
                                        <p:attrNameLst>
                                          <p:attrName>ppt_y</p:attrName>
                                        </p:attrNameLst>
                                      </p:cBhvr>
                                      <p:tavLst>
                                        <p:tav tm="0">
                                          <p:val>
                                            <p:fltVal val="0.5"/>
                                          </p:val>
                                        </p:tav>
                                        <p:tav tm="100000">
                                          <p:val>
                                            <p:strVal val="#ppt_y"/>
                                          </p:val>
                                        </p:tav>
                                      </p:tavLst>
                                    </p:anim>
                                  </p:childTnLst>
                                </p:cTn>
                              </p:par>
                            </p:childTnLst>
                          </p:cTn>
                        </p:par>
                        <p:par>
                          <p:cTn id="11" fill="hold">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88"/>
                                        </p:tgtEl>
                                        <p:attrNameLst>
                                          <p:attrName>style.visibility</p:attrName>
                                        </p:attrNameLst>
                                      </p:cBhvr>
                                      <p:to>
                                        <p:strVal val="visible"/>
                                      </p:to>
                                    </p:set>
                                    <p:anim calcmode="lin" valueType="num">
                                      <p:cBhvr>
                                        <p:cTn id="14" dur="500" fill="hold"/>
                                        <p:tgtEl>
                                          <p:spTgt spid="88"/>
                                        </p:tgtEl>
                                        <p:attrNameLst>
                                          <p:attrName>ppt_w</p:attrName>
                                        </p:attrNameLst>
                                      </p:cBhvr>
                                      <p:tavLst>
                                        <p:tav tm="0">
                                          <p:val>
                                            <p:fltVal val="0"/>
                                          </p:val>
                                        </p:tav>
                                        <p:tav tm="100000">
                                          <p:val>
                                            <p:strVal val="#ppt_w"/>
                                          </p:val>
                                        </p:tav>
                                      </p:tavLst>
                                    </p:anim>
                                    <p:anim calcmode="lin" valueType="num">
                                      <p:cBhvr>
                                        <p:cTn id="15" dur="500" fill="hold"/>
                                        <p:tgtEl>
                                          <p:spTgt spid="88"/>
                                        </p:tgtEl>
                                        <p:attrNameLst>
                                          <p:attrName>ppt_h</p:attrName>
                                        </p:attrNameLst>
                                      </p:cBhvr>
                                      <p:tavLst>
                                        <p:tav tm="0">
                                          <p:val>
                                            <p:fltVal val="0"/>
                                          </p:val>
                                        </p:tav>
                                        <p:tav tm="100000">
                                          <p:val>
                                            <p:strVal val="#ppt_h"/>
                                          </p:val>
                                        </p:tav>
                                      </p:tavLst>
                                    </p:anim>
                                  </p:childTnLst>
                                </p:cTn>
                              </p:par>
                            </p:childTnLst>
                          </p:cTn>
                        </p:par>
                        <p:par>
                          <p:cTn id="16" fill="hold">
                            <p:stCondLst>
                              <p:cond delay="1000"/>
                            </p:stCondLst>
                            <p:childTnLst>
                              <p:par>
                                <p:cTn id="17" presetID="23" presetClass="entr" presetSubtype="528"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 calcmode="lin" valueType="num">
                                      <p:cBhvr>
                                        <p:cTn id="21" dur="500" fill="hold"/>
                                        <p:tgtEl>
                                          <p:spTgt spid="2"/>
                                        </p:tgtEl>
                                        <p:attrNameLst>
                                          <p:attrName>ppt_x</p:attrName>
                                        </p:attrNameLst>
                                      </p:cBhvr>
                                      <p:tavLst>
                                        <p:tav tm="0">
                                          <p:val>
                                            <p:fltVal val="0.5"/>
                                          </p:val>
                                        </p:tav>
                                        <p:tav tm="100000">
                                          <p:val>
                                            <p:strVal val="#ppt_x"/>
                                          </p:val>
                                        </p:tav>
                                      </p:tavLst>
                                    </p:anim>
                                    <p:anim calcmode="lin" valueType="num">
                                      <p:cBhvr>
                                        <p:cTn id="22" dur="500" fill="hold"/>
                                        <p:tgtEl>
                                          <p:spTgt spid="2"/>
                                        </p:tgtEl>
                                        <p:attrNameLst>
                                          <p:attrName>ppt_y</p:attrName>
                                        </p:attrNameLst>
                                      </p:cBhvr>
                                      <p:tavLst>
                                        <p:tav tm="0">
                                          <p:val>
                                            <p:fltVal val="0.5"/>
                                          </p:val>
                                        </p:tav>
                                        <p:tav tm="100000">
                                          <p:val>
                                            <p:strVal val="#ppt_y"/>
                                          </p:val>
                                        </p:tav>
                                      </p:tavLst>
                                    </p:anim>
                                  </p:childTnLst>
                                </p:cTn>
                              </p:par>
                            </p:childTnLst>
                          </p:cTn>
                        </p:par>
                        <p:par>
                          <p:cTn id="23" fill="hold">
                            <p:stCondLst>
                              <p:cond delay="1500"/>
                            </p:stCondLst>
                            <p:childTnLst>
                              <p:par>
                                <p:cTn id="24" presetID="23" presetClass="entr" presetSubtype="16" fill="hold" grpId="0" nodeType="after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500" fill="hold"/>
                                        <p:tgtEl>
                                          <p:spTgt spid="87"/>
                                        </p:tgtEl>
                                        <p:attrNameLst>
                                          <p:attrName>ppt_w</p:attrName>
                                        </p:attrNameLst>
                                      </p:cBhvr>
                                      <p:tavLst>
                                        <p:tav tm="0">
                                          <p:val>
                                            <p:fltVal val="0"/>
                                          </p:val>
                                        </p:tav>
                                        <p:tav tm="100000">
                                          <p:val>
                                            <p:strVal val="#ppt_w"/>
                                          </p:val>
                                        </p:tav>
                                      </p:tavLst>
                                    </p:anim>
                                    <p:anim calcmode="lin" valueType="num">
                                      <p:cBhvr>
                                        <p:cTn id="27" dur="500" fill="hold"/>
                                        <p:tgtEl>
                                          <p:spTgt spid="87"/>
                                        </p:tgtEl>
                                        <p:attrNameLst>
                                          <p:attrName>ppt_h</p:attrName>
                                        </p:attrNameLst>
                                      </p:cBhvr>
                                      <p:tavLst>
                                        <p:tav tm="0">
                                          <p:val>
                                            <p:fltVal val="0"/>
                                          </p:val>
                                        </p:tav>
                                        <p:tav tm="100000">
                                          <p:val>
                                            <p:strVal val="#ppt_h"/>
                                          </p:val>
                                        </p:tav>
                                      </p:tavLst>
                                    </p:anim>
                                  </p:childTnLst>
                                </p:cTn>
                              </p:par>
                            </p:childTnLst>
                          </p:cTn>
                        </p:par>
                        <p:par>
                          <p:cTn id="28" fill="hold">
                            <p:stCondLst>
                              <p:cond delay="2000"/>
                            </p:stCondLst>
                            <p:childTnLst>
                              <p:par>
                                <p:cTn id="29" presetID="23" presetClass="entr" presetSubtype="528" fill="hold" nodeType="after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 calcmode="lin" valueType="num">
                                      <p:cBhvr>
                                        <p:cTn id="33" dur="500" fill="hold"/>
                                        <p:tgtEl>
                                          <p:spTgt spid="16"/>
                                        </p:tgtEl>
                                        <p:attrNameLst>
                                          <p:attrName>ppt_x</p:attrName>
                                        </p:attrNameLst>
                                      </p:cBhvr>
                                      <p:tavLst>
                                        <p:tav tm="0">
                                          <p:val>
                                            <p:fltVal val="0.5"/>
                                          </p:val>
                                        </p:tav>
                                        <p:tav tm="100000">
                                          <p:val>
                                            <p:strVal val="#ppt_x"/>
                                          </p:val>
                                        </p:tav>
                                      </p:tavLst>
                                    </p:anim>
                                    <p:anim calcmode="lin" valueType="num">
                                      <p:cBhvr>
                                        <p:cTn id="34" dur="500" fill="hold"/>
                                        <p:tgtEl>
                                          <p:spTgt spid="16"/>
                                        </p:tgtEl>
                                        <p:attrNameLst>
                                          <p:attrName>ppt_y</p:attrName>
                                        </p:attrNameLst>
                                      </p:cBhvr>
                                      <p:tavLst>
                                        <p:tav tm="0">
                                          <p:val>
                                            <p:fltVal val="0.5"/>
                                          </p:val>
                                        </p:tav>
                                        <p:tav tm="100000">
                                          <p:val>
                                            <p:strVal val="#ppt_y"/>
                                          </p:val>
                                        </p:tav>
                                      </p:tavLst>
                                    </p:anim>
                                  </p:childTnLst>
                                </p:cTn>
                              </p:par>
                            </p:childTnLst>
                          </p:cTn>
                        </p:par>
                        <p:par>
                          <p:cTn id="35" fill="hold">
                            <p:stCondLst>
                              <p:cond delay="2500"/>
                            </p:stCondLst>
                            <p:childTnLst>
                              <p:par>
                                <p:cTn id="36" presetID="23" presetClass="entr" presetSubtype="16" fill="hold" grpId="0" nodeType="afterEffect">
                                  <p:stCondLst>
                                    <p:cond delay="0"/>
                                  </p:stCondLst>
                                  <p:childTnLst>
                                    <p:set>
                                      <p:cBhvr>
                                        <p:cTn id="37" dur="1" fill="hold">
                                          <p:stCondLst>
                                            <p:cond delay="0"/>
                                          </p:stCondLst>
                                        </p:cTn>
                                        <p:tgtEl>
                                          <p:spTgt spid="89"/>
                                        </p:tgtEl>
                                        <p:attrNameLst>
                                          <p:attrName>style.visibility</p:attrName>
                                        </p:attrNameLst>
                                      </p:cBhvr>
                                      <p:to>
                                        <p:strVal val="visible"/>
                                      </p:to>
                                    </p:set>
                                    <p:anim calcmode="lin" valueType="num">
                                      <p:cBhvr>
                                        <p:cTn id="38" dur="500" fill="hold"/>
                                        <p:tgtEl>
                                          <p:spTgt spid="89"/>
                                        </p:tgtEl>
                                        <p:attrNameLst>
                                          <p:attrName>ppt_w</p:attrName>
                                        </p:attrNameLst>
                                      </p:cBhvr>
                                      <p:tavLst>
                                        <p:tav tm="0">
                                          <p:val>
                                            <p:fltVal val="0"/>
                                          </p:val>
                                        </p:tav>
                                        <p:tav tm="100000">
                                          <p:val>
                                            <p:strVal val="#ppt_w"/>
                                          </p:val>
                                        </p:tav>
                                      </p:tavLst>
                                    </p:anim>
                                    <p:anim calcmode="lin" valueType="num">
                                      <p:cBhvr>
                                        <p:cTn id="39" dur="500" fill="hold"/>
                                        <p:tgtEl>
                                          <p:spTgt spid="89"/>
                                        </p:tgtEl>
                                        <p:attrNameLst>
                                          <p:attrName>ppt_h</p:attrName>
                                        </p:attrNameLst>
                                      </p:cBhvr>
                                      <p:tavLst>
                                        <p:tav tm="0">
                                          <p:val>
                                            <p:fltVal val="0"/>
                                          </p:val>
                                        </p:tav>
                                        <p:tav tm="100000">
                                          <p:val>
                                            <p:strVal val="#ppt_h"/>
                                          </p:val>
                                        </p:tav>
                                      </p:tavLst>
                                    </p:anim>
                                  </p:childTnLst>
                                </p:cTn>
                              </p:par>
                            </p:childTnLst>
                          </p:cTn>
                        </p:par>
                        <p:par>
                          <p:cTn id="40" fill="hold">
                            <p:stCondLst>
                              <p:cond delay="3000"/>
                            </p:stCondLst>
                            <p:childTnLst>
                              <p:par>
                                <p:cTn id="41" presetID="23" presetClass="entr" presetSubtype="528" fill="hold" nodeType="after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p:cTn id="43" dur="500" fill="hold"/>
                                        <p:tgtEl>
                                          <p:spTgt spid="14"/>
                                        </p:tgtEl>
                                        <p:attrNameLst>
                                          <p:attrName>ppt_w</p:attrName>
                                        </p:attrNameLst>
                                      </p:cBhvr>
                                      <p:tavLst>
                                        <p:tav tm="0">
                                          <p:val>
                                            <p:fltVal val="0"/>
                                          </p:val>
                                        </p:tav>
                                        <p:tav tm="100000">
                                          <p:val>
                                            <p:strVal val="#ppt_w"/>
                                          </p:val>
                                        </p:tav>
                                      </p:tavLst>
                                    </p:anim>
                                    <p:anim calcmode="lin" valueType="num">
                                      <p:cBhvr>
                                        <p:cTn id="44" dur="500" fill="hold"/>
                                        <p:tgtEl>
                                          <p:spTgt spid="14"/>
                                        </p:tgtEl>
                                        <p:attrNameLst>
                                          <p:attrName>ppt_h</p:attrName>
                                        </p:attrNameLst>
                                      </p:cBhvr>
                                      <p:tavLst>
                                        <p:tav tm="0">
                                          <p:val>
                                            <p:fltVal val="0"/>
                                          </p:val>
                                        </p:tav>
                                        <p:tav tm="100000">
                                          <p:val>
                                            <p:strVal val="#ppt_h"/>
                                          </p:val>
                                        </p:tav>
                                      </p:tavLst>
                                    </p:anim>
                                    <p:anim calcmode="lin" valueType="num">
                                      <p:cBhvr>
                                        <p:cTn id="45" dur="500" fill="hold"/>
                                        <p:tgtEl>
                                          <p:spTgt spid="14"/>
                                        </p:tgtEl>
                                        <p:attrNameLst>
                                          <p:attrName>ppt_x</p:attrName>
                                        </p:attrNameLst>
                                      </p:cBhvr>
                                      <p:tavLst>
                                        <p:tav tm="0">
                                          <p:val>
                                            <p:fltVal val="0.5"/>
                                          </p:val>
                                        </p:tav>
                                        <p:tav tm="100000">
                                          <p:val>
                                            <p:strVal val="#ppt_x"/>
                                          </p:val>
                                        </p:tav>
                                      </p:tavLst>
                                    </p:anim>
                                    <p:anim calcmode="lin" valueType="num">
                                      <p:cBhvr>
                                        <p:cTn id="46" dur="500" fill="hold"/>
                                        <p:tgtEl>
                                          <p:spTgt spid="14"/>
                                        </p:tgtEl>
                                        <p:attrNameLst>
                                          <p:attrName>ppt_y</p:attrName>
                                        </p:attrNameLst>
                                      </p:cBhvr>
                                      <p:tavLst>
                                        <p:tav tm="0">
                                          <p:val>
                                            <p:fltVal val="0.5"/>
                                          </p:val>
                                        </p:tav>
                                        <p:tav tm="100000">
                                          <p:val>
                                            <p:strVal val="#ppt_y"/>
                                          </p:val>
                                        </p:tav>
                                      </p:tavLst>
                                    </p:anim>
                                  </p:childTnLst>
                                </p:cTn>
                              </p:par>
                            </p:childTnLst>
                          </p:cTn>
                        </p:par>
                        <p:par>
                          <p:cTn id="47" fill="hold">
                            <p:stCondLst>
                              <p:cond delay="3500"/>
                            </p:stCondLst>
                            <p:childTnLst>
                              <p:par>
                                <p:cTn id="48" presetID="23" presetClass="entr" presetSubtype="16" fill="hold" grpId="0" nodeType="afterEffect">
                                  <p:stCondLst>
                                    <p:cond delay="0"/>
                                  </p:stCondLst>
                                  <p:childTnLst>
                                    <p:set>
                                      <p:cBhvr>
                                        <p:cTn id="49" dur="1" fill="hold">
                                          <p:stCondLst>
                                            <p:cond delay="0"/>
                                          </p:stCondLst>
                                        </p:cTn>
                                        <p:tgtEl>
                                          <p:spTgt spid="92"/>
                                        </p:tgtEl>
                                        <p:attrNameLst>
                                          <p:attrName>style.visibility</p:attrName>
                                        </p:attrNameLst>
                                      </p:cBhvr>
                                      <p:to>
                                        <p:strVal val="visible"/>
                                      </p:to>
                                    </p:set>
                                    <p:anim calcmode="lin" valueType="num">
                                      <p:cBhvr>
                                        <p:cTn id="50" dur="500" fill="hold"/>
                                        <p:tgtEl>
                                          <p:spTgt spid="92"/>
                                        </p:tgtEl>
                                        <p:attrNameLst>
                                          <p:attrName>ppt_w</p:attrName>
                                        </p:attrNameLst>
                                      </p:cBhvr>
                                      <p:tavLst>
                                        <p:tav tm="0">
                                          <p:val>
                                            <p:fltVal val="0"/>
                                          </p:val>
                                        </p:tav>
                                        <p:tav tm="100000">
                                          <p:val>
                                            <p:strVal val="#ppt_w"/>
                                          </p:val>
                                        </p:tav>
                                      </p:tavLst>
                                    </p:anim>
                                    <p:anim calcmode="lin" valueType="num">
                                      <p:cBhvr>
                                        <p:cTn id="51" dur="500" fill="hold"/>
                                        <p:tgtEl>
                                          <p:spTgt spid="92"/>
                                        </p:tgtEl>
                                        <p:attrNameLst>
                                          <p:attrName>ppt_h</p:attrName>
                                        </p:attrNameLst>
                                      </p:cBhvr>
                                      <p:tavLst>
                                        <p:tav tm="0">
                                          <p:val>
                                            <p:fltVal val="0"/>
                                          </p:val>
                                        </p:tav>
                                        <p:tav tm="100000">
                                          <p:val>
                                            <p:strVal val="#ppt_h"/>
                                          </p:val>
                                        </p:tav>
                                      </p:tavLst>
                                    </p:anim>
                                  </p:childTnLst>
                                </p:cTn>
                              </p:par>
                            </p:childTnLst>
                          </p:cTn>
                        </p:par>
                        <p:par>
                          <p:cTn id="52" fill="hold">
                            <p:stCondLst>
                              <p:cond delay="4000"/>
                            </p:stCondLst>
                            <p:childTnLst>
                              <p:par>
                                <p:cTn id="53" presetID="23" presetClass="entr" presetSubtype="528"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p:cTn id="55" dur="500" fill="hold"/>
                                        <p:tgtEl>
                                          <p:spTgt spid="4"/>
                                        </p:tgtEl>
                                        <p:attrNameLst>
                                          <p:attrName>ppt_w</p:attrName>
                                        </p:attrNameLst>
                                      </p:cBhvr>
                                      <p:tavLst>
                                        <p:tav tm="0">
                                          <p:val>
                                            <p:fltVal val="0"/>
                                          </p:val>
                                        </p:tav>
                                        <p:tav tm="100000">
                                          <p:val>
                                            <p:strVal val="#ppt_w"/>
                                          </p:val>
                                        </p:tav>
                                      </p:tavLst>
                                    </p:anim>
                                    <p:anim calcmode="lin" valueType="num">
                                      <p:cBhvr>
                                        <p:cTn id="56" dur="500" fill="hold"/>
                                        <p:tgtEl>
                                          <p:spTgt spid="4"/>
                                        </p:tgtEl>
                                        <p:attrNameLst>
                                          <p:attrName>ppt_h</p:attrName>
                                        </p:attrNameLst>
                                      </p:cBhvr>
                                      <p:tavLst>
                                        <p:tav tm="0">
                                          <p:val>
                                            <p:fltVal val="0"/>
                                          </p:val>
                                        </p:tav>
                                        <p:tav tm="100000">
                                          <p:val>
                                            <p:strVal val="#ppt_h"/>
                                          </p:val>
                                        </p:tav>
                                      </p:tavLst>
                                    </p:anim>
                                    <p:anim calcmode="lin" valueType="num">
                                      <p:cBhvr>
                                        <p:cTn id="57" dur="500" fill="hold"/>
                                        <p:tgtEl>
                                          <p:spTgt spid="4"/>
                                        </p:tgtEl>
                                        <p:attrNameLst>
                                          <p:attrName>ppt_x</p:attrName>
                                        </p:attrNameLst>
                                      </p:cBhvr>
                                      <p:tavLst>
                                        <p:tav tm="0">
                                          <p:val>
                                            <p:fltVal val="0.5"/>
                                          </p:val>
                                        </p:tav>
                                        <p:tav tm="100000">
                                          <p:val>
                                            <p:strVal val="#ppt_x"/>
                                          </p:val>
                                        </p:tav>
                                      </p:tavLst>
                                    </p:anim>
                                    <p:anim calcmode="lin" valueType="num">
                                      <p:cBhvr>
                                        <p:cTn id="58" dur="500" fill="hold"/>
                                        <p:tgtEl>
                                          <p:spTgt spid="4"/>
                                        </p:tgtEl>
                                        <p:attrNameLst>
                                          <p:attrName>ppt_y</p:attrName>
                                        </p:attrNameLst>
                                      </p:cBhvr>
                                      <p:tavLst>
                                        <p:tav tm="0">
                                          <p:val>
                                            <p:fltVal val="0.5"/>
                                          </p:val>
                                        </p:tav>
                                        <p:tav tm="100000">
                                          <p:val>
                                            <p:strVal val="#ppt_y"/>
                                          </p:val>
                                        </p:tav>
                                      </p:tavLst>
                                    </p:anim>
                                  </p:childTnLst>
                                </p:cTn>
                              </p:par>
                            </p:childTnLst>
                          </p:cTn>
                        </p:par>
                        <p:par>
                          <p:cTn id="59" fill="hold">
                            <p:stCondLst>
                              <p:cond delay="4500"/>
                            </p:stCondLst>
                            <p:childTnLst>
                              <p:par>
                                <p:cTn id="60" presetID="23" presetClass="entr" presetSubtype="16" fill="hold" grpId="0" nodeType="afterEffect">
                                  <p:stCondLst>
                                    <p:cond delay="0"/>
                                  </p:stCondLst>
                                  <p:childTnLst>
                                    <p:set>
                                      <p:cBhvr>
                                        <p:cTn id="61" dur="1" fill="hold">
                                          <p:stCondLst>
                                            <p:cond delay="0"/>
                                          </p:stCondLst>
                                        </p:cTn>
                                        <p:tgtEl>
                                          <p:spTgt spid="91"/>
                                        </p:tgtEl>
                                        <p:attrNameLst>
                                          <p:attrName>style.visibility</p:attrName>
                                        </p:attrNameLst>
                                      </p:cBhvr>
                                      <p:to>
                                        <p:strVal val="visible"/>
                                      </p:to>
                                    </p:set>
                                    <p:anim calcmode="lin" valueType="num">
                                      <p:cBhvr>
                                        <p:cTn id="62" dur="500" fill="hold"/>
                                        <p:tgtEl>
                                          <p:spTgt spid="91"/>
                                        </p:tgtEl>
                                        <p:attrNameLst>
                                          <p:attrName>ppt_w</p:attrName>
                                        </p:attrNameLst>
                                      </p:cBhvr>
                                      <p:tavLst>
                                        <p:tav tm="0">
                                          <p:val>
                                            <p:fltVal val="0"/>
                                          </p:val>
                                        </p:tav>
                                        <p:tav tm="100000">
                                          <p:val>
                                            <p:strVal val="#ppt_w"/>
                                          </p:val>
                                        </p:tav>
                                      </p:tavLst>
                                    </p:anim>
                                    <p:anim calcmode="lin" valueType="num">
                                      <p:cBhvr>
                                        <p:cTn id="63" dur="500" fill="hold"/>
                                        <p:tgtEl>
                                          <p:spTgt spid="91"/>
                                        </p:tgtEl>
                                        <p:attrNameLst>
                                          <p:attrName>ppt_h</p:attrName>
                                        </p:attrNameLst>
                                      </p:cBhvr>
                                      <p:tavLst>
                                        <p:tav tm="0">
                                          <p:val>
                                            <p:fltVal val="0"/>
                                          </p:val>
                                        </p:tav>
                                        <p:tav tm="100000">
                                          <p:val>
                                            <p:strVal val="#ppt_h"/>
                                          </p:val>
                                        </p:tav>
                                      </p:tavLst>
                                    </p:anim>
                                  </p:childTnLst>
                                </p:cTn>
                              </p:par>
                            </p:childTnLst>
                          </p:cTn>
                        </p:par>
                        <p:par>
                          <p:cTn id="64" fill="hold">
                            <p:stCondLst>
                              <p:cond delay="5000"/>
                            </p:stCondLst>
                            <p:childTnLst>
                              <p:par>
                                <p:cTn id="65" presetID="23" presetClass="entr" presetSubtype="528" fill="hold" nodeType="after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p:cTn id="67" dur="500" fill="hold"/>
                                        <p:tgtEl>
                                          <p:spTgt spid="6"/>
                                        </p:tgtEl>
                                        <p:attrNameLst>
                                          <p:attrName>ppt_w</p:attrName>
                                        </p:attrNameLst>
                                      </p:cBhvr>
                                      <p:tavLst>
                                        <p:tav tm="0">
                                          <p:val>
                                            <p:fltVal val="0"/>
                                          </p:val>
                                        </p:tav>
                                        <p:tav tm="100000">
                                          <p:val>
                                            <p:strVal val="#ppt_w"/>
                                          </p:val>
                                        </p:tav>
                                      </p:tavLst>
                                    </p:anim>
                                    <p:anim calcmode="lin" valueType="num">
                                      <p:cBhvr>
                                        <p:cTn id="68" dur="500" fill="hold"/>
                                        <p:tgtEl>
                                          <p:spTgt spid="6"/>
                                        </p:tgtEl>
                                        <p:attrNameLst>
                                          <p:attrName>ppt_h</p:attrName>
                                        </p:attrNameLst>
                                      </p:cBhvr>
                                      <p:tavLst>
                                        <p:tav tm="0">
                                          <p:val>
                                            <p:fltVal val="0"/>
                                          </p:val>
                                        </p:tav>
                                        <p:tav tm="100000">
                                          <p:val>
                                            <p:strVal val="#ppt_h"/>
                                          </p:val>
                                        </p:tav>
                                      </p:tavLst>
                                    </p:anim>
                                    <p:anim calcmode="lin" valueType="num">
                                      <p:cBhvr>
                                        <p:cTn id="69" dur="500" fill="hold"/>
                                        <p:tgtEl>
                                          <p:spTgt spid="6"/>
                                        </p:tgtEl>
                                        <p:attrNameLst>
                                          <p:attrName>ppt_x</p:attrName>
                                        </p:attrNameLst>
                                      </p:cBhvr>
                                      <p:tavLst>
                                        <p:tav tm="0">
                                          <p:val>
                                            <p:fltVal val="0.5"/>
                                          </p:val>
                                        </p:tav>
                                        <p:tav tm="100000">
                                          <p:val>
                                            <p:strVal val="#ppt_x"/>
                                          </p:val>
                                        </p:tav>
                                      </p:tavLst>
                                    </p:anim>
                                    <p:anim calcmode="lin" valueType="num">
                                      <p:cBhvr>
                                        <p:cTn id="70" dur="500" fill="hold"/>
                                        <p:tgtEl>
                                          <p:spTgt spid="6"/>
                                        </p:tgtEl>
                                        <p:attrNameLst>
                                          <p:attrName>ppt_y</p:attrName>
                                        </p:attrNameLst>
                                      </p:cBhvr>
                                      <p:tavLst>
                                        <p:tav tm="0">
                                          <p:val>
                                            <p:fltVal val="0.5"/>
                                          </p:val>
                                        </p:tav>
                                        <p:tav tm="100000">
                                          <p:val>
                                            <p:strVal val="#ppt_y"/>
                                          </p:val>
                                        </p:tav>
                                      </p:tavLst>
                                    </p:anim>
                                  </p:childTnLst>
                                </p:cTn>
                              </p:par>
                            </p:childTnLst>
                          </p:cTn>
                        </p:par>
                        <p:par>
                          <p:cTn id="71" fill="hold">
                            <p:stCondLst>
                              <p:cond delay="5500"/>
                            </p:stCondLst>
                            <p:childTnLst>
                              <p:par>
                                <p:cTn id="72" presetID="23" presetClass="entr" presetSubtype="16" fill="hold" grpId="0" nodeType="afterEffect">
                                  <p:stCondLst>
                                    <p:cond delay="0"/>
                                  </p:stCondLst>
                                  <p:childTnLst>
                                    <p:set>
                                      <p:cBhvr>
                                        <p:cTn id="73" dur="1" fill="hold">
                                          <p:stCondLst>
                                            <p:cond delay="0"/>
                                          </p:stCondLst>
                                        </p:cTn>
                                        <p:tgtEl>
                                          <p:spTgt spid="90"/>
                                        </p:tgtEl>
                                        <p:attrNameLst>
                                          <p:attrName>style.visibility</p:attrName>
                                        </p:attrNameLst>
                                      </p:cBhvr>
                                      <p:to>
                                        <p:strVal val="visible"/>
                                      </p:to>
                                    </p:set>
                                    <p:anim calcmode="lin" valueType="num">
                                      <p:cBhvr>
                                        <p:cTn id="74" dur="500" fill="hold"/>
                                        <p:tgtEl>
                                          <p:spTgt spid="90"/>
                                        </p:tgtEl>
                                        <p:attrNameLst>
                                          <p:attrName>ppt_w</p:attrName>
                                        </p:attrNameLst>
                                      </p:cBhvr>
                                      <p:tavLst>
                                        <p:tav tm="0">
                                          <p:val>
                                            <p:fltVal val="0"/>
                                          </p:val>
                                        </p:tav>
                                        <p:tav tm="100000">
                                          <p:val>
                                            <p:strVal val="#ppt_w"/>
                                          </p:val>
                                        </p:tav>
                                      </p:tavLst>
                                    </p:anim>
                                    <p:anim calcmode="lin" valueType="num">
                                      <p:cBhvr>
                                        <p:cTn id="75" dur="500" fill="hold"/>
                                        <p:tgtEl>
                                          <p:spTgt spid="90"/>
                                        </p:tgtEl>
                                        <p:attrNameLst>
                                          <p:attrName>ppt_h</p:attrName>
                                        </p:attrNameLst>
                                      </p:cBhvr>
                                      <p:tavLst>
                                        <p:tav tm="0">
                                          <p:val>
                                            <p:fltVal val="0"/>
                                          </p:val>
                                        </p:tav>
                                        <p:tav tm="100000">
                                          <p:val>
                                            <p:strVal val="#ppt_h"/>
                                          </p:val>
                                        </p:tav>
                                      </p:tavLst>
                                    </p:anim>
                                  </p:childTnLst>
                                </p:cTn>
                              </p:par>
                            </p:childTnLst>
                          </p:cTn>
                        </p:par>
                        <p:par>
                          <p:cTn id="76" fill="hold">
                            <p:stCondLst>
                              <p:cond delay="6000"/>
                            </p:stCondLst>
                            <p:childTnLst>
                              <p:par>
                                <p:cTn id="77" presetID="2" presetClass="entr" presetSubtype="8" accel="50000" decel="50000" fill="hold" nodeType="after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500" fill="hold"/>
                                        <p:tgtEl>
                                          <p:spTgt spid="21"/>
                                        </p:tgtEl>
                                        <p:attrNameLst>
                                          <p:attrName>ppt_x</p:attrName>
                                        </p:attrNameLst>
                                      </p:cBhvr>
                                      <p:tavLst>
                                        <p:tav tm="0">
                                          <p:val>
                                            <p:strVal val="0-#ppt_w/2"/>
                                          </p:val>
                                        </p:tav>
                                        <p:tav tm="100000">
                                          <p:val>
                                            <p:strVal val="#ppt_x"/>
                                          </p:val>
                                        </p:tav>
                                      </p:tavLst>
                                    </p:anim>
                                    <p:anim calcmode="lin" valueType="num">
                                      <p:cBhvr additive="base">
                                        <p:cTn id="80" dur="500" fill="hold"/>
                                        <p:tgtEl>
                                          <p:spTgt spid="21"/>
                                        </p:tgtEl>
                                        <p:attrNameLst>
                                          <p:attrName>ppt_y</p:attrName>
                                        </p:attrNameLst>
                                      </p:cBhvr>
                                      <p:tavLst>
                                        <p:tav tm="0">
                                          <p:val>
                                            <p:strVal val="#ppt_y"/>
                                          </p:val>
                                        </p:tav>
                                        <p:tav tm="100000">
                                          <p:val>
                                            <p:strVal val="#ppt_y"/>
                                          </p:val>
                                        </p:tav>
                                      </p:tavLst>
                                    </p:anim>
                                  </p:childTnLst>
                                </p:cTn>
                              </p:par>
                            </p:childTnLst>
                          </p:cTn>
                        </p:par>
                        <p:par>
                          <p:cTn id="81" fill="hold">
                            <p:stCondLst>
                              <p:cond delay="6500"/>
                            </p:stCondLst>
                            <p:childTnLst>
                              <p:par>
                                <p:cTn id="82" presetID="2" presetClass="entr" presetSubtype="2" accel="50000" decel="50000" fill="hold" nodeType="afterEffect">
                                  <p:stCondLst>
                                    <p:cond delay="0"/>
                                  </p:stCondLst>
                                  <p:childTnLst>
                                    <p:set>
                                      <p:cBhvr>
                                        <p:cTn id="83" dur="1" fill="hold">
                                          <p:stCondLst>
                                            <p:cond delay="0"/>
                                          </p:stCondLst>
                                        </p:cTn>
                                        <p:tgtEl>
                                          <p:spTgt spid="20"/>
                                        </p:tgtEl>
                                        <p:attrNameLst>
                                          <p:attrName>style.visibility</p:attrName>
                                        </p:attrNameLst>
                                      </p:cBhvr>
                                      <p:to>
                                        <p:strVal val="visible"/>
                                      </p:to>
                                    </p:set>
                                    <p:anim calcmode="lin" valueType="num">
                                      <p:cBhvr additive="base">
                                        <p:cTn id="84" dur="500" fill="hold"/>
                                        <p:tgtEl>
                                          <p:spTgt spid="20"/>
                                        </p:tgtEl>
                                        <p:attrNameLst>
                                          <p:attrName>ppt_x</p:attrName>
                                        </p:attrNameLst>
                                      </p:cBhvr>
                                      <p:tavLst>
                                        <p:tav tm="0">
                                          <p:val>
                                            <p:strVal val="1+#ppt_w/2"/>
                                          </p:val>
                                        </p:tav>
                                        <p:tav tm="100000">
                                          <p:val>
                                            <p:strVal val="#ppt_x"/>
                                          </p:val>
                                        </p:tav>
                                      </p:tavLst>
                                    </p:anim>
                                    <p:anim calcmode="lin" valueType="num">
                                      <p:cBhvr additive="base">
                                        <p:cTn id="85" dur="500" fill="hold"/>
                                        <p:tgtEl>
                                          <p:spTgt spid="20"/>
                                        </p:tgtEl>
                                        <p:attrNameLst>
                                          <p:attrName>ppt_y</p:attrName>
                                        </p:attrNameLst>
                                      </p:cBhvr>
                                      <p:tavLst>
                                        <p:tav tm="0">
                                          <p:val>
                                            <p:strVal val="#ppt_y"/>
                                          </p:val>
                                        </p:tav>
                                        <p:tav tm="100000">
                                          <p:val>
                                            <p:strVal val="#ppt_y"/>
                                          </p:val>
                                        </p:tav>
                                      </p:tavLst>
                                    </p:anim>
                                  </p:childTnLst>
                                </p:cTn>
                              </p:par>
                            </p:childTnLst>
                          </p:cTn>
                        </p:par>
                        <p:par>
                          <p:cTn id="86" fill="hold">
                            <p:stCondLst>
                              <p:cond delay="7000"/>
                            </p:stCondLst>
                            <p:childTnLst>
                              <p:par>
                                <p:cTn id="87" presetID="2" presetClass="entr" presetSubtype="2" accel="50000" decel="50000" fill="hold" nodeType="afterEffect">
                                  <p:stCondLst>
                                    <p:cond delay="0"/>
                                  </p:stCondLst>
                                  <p:childTnLst>
                                    <p:set>
                                      <p:cBhvr>
                                        <p:cTn id="88" dur="1" fill="hold">
                                          <p:stCondLst>
                                            <p:cond delay="0"/>
                                          </p:stCondLst>
                                        </p:cTn>
                                        <p:tgtEl>
                                          <p:spTgt spid="23"/>
                                        </p:tgtEl>
                                        <p:attrNameLst>
                                          <p:attrName>style.visibility</p:attrName>
                                        </p:attrNameLst>
                                      </p:cBhvr>
                                      <p:to>
                                        <p:strVal val="visible"/>
                                      </p:to>
                                    </p:set>
                                    <p:anim calcmode="lin" valueType="num">
                                      <p:cBhvr additive="base">
                                        <p:cTn id="89" dur="500" fill="hold"/>
                                        <p:tgtEl>
                                          <p:spTgt spid="23"/>
                                        </p:tgtEl>
                                        <p:attrNameLst>
                                          <p:attrName>ppt_x</p:attrName>
                                        </p:attrNameLst>
                                      </p:cBhvr>
                                      <p:tavLst>
                                        <p:tav tm="0">
                                          <p:val>
                                            <p:strVal val="1+#ppt_w/2"/>
                                          </p:val>
                                        </p:tav>
                                        <p:tav tm="100000">
                                          <p:val>
                                            <p:strVal val="#ppt_x"/>
                                          </p:val>
                                        </p:tav>
                                      </p:tavLst>
                                    </p:anim>
                                    <p:anim calcmode="lin" valueType="num">
                                      <p:cBhvr additive="base">
                                        <p:cTn id="90" dur="500" fill="hold"/>
                                        <p:tgtEl>
                                          <p:spTgt spid="23"/>
                                        </p:tgtEl>
                                        <p:attrNameLst>
                                          <p:attrName>ppt_y</p:attrName>
                                        </p:attrNameLst>
                                      </p:cBhvr>
                                      <p:tavLst>
                                        <p:tav tm="0">
                                          <p:val>
                                            <p:strVal val="#ppt_y"/>
                                          </p:val>
                                        </p:tav>
                                        <p:tav tm="100000">
                                          <p:val>
                                            <p:strVal val="#ppt_y"/>
                                          </p:val>
                                        </p:tav>
                                      </p:tavLst>
                                    </p:anim>
                                  </p:childTnLst>
                                </p:cTn>
                              </p:par>
                            </p:childTnLst>
                          </p:cTn>
                        </p:par>
                        <p:par>
                          <p:cTn id="91" fill="hold">
                            <p:stCondLst>
                              <p:cond delay="7500"/>
                            </p:stCondLst>
                            <p:childTnLst>
                              <p:par>
                                <p:cTn id="92" presetID="2" presetClass="entr" presetSubtype="2" accel="50000" decel="50000" fill="hold" nodeType="after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500" fill="hold"/>
                                        <p:tgtEl>
                                          <p:spTgt spid="18"/>
                                        </p:tgtEl>
                                        <p:attrNameLst>
                                          <p:attrName>ppt_x</p:attrName>
                                        </p:attrNameLst>
                                      </p:cBhvr>
                                      <p:tavLst>
                                        <p:tav tm="0">
                                          <p:val>
                                            <p:strVal val="1+#ppt_w/2"/>
                                          </p:val>
                                        </p:tav>
                                        <p:tav tm="100000">
                                          <p:val>
                                            <p:strVal val="#ppt_x"/>
                                          </p:val>
                                        </p:tav>
                                      </p:tavLst>
                                    </p:anim>
                                    <p:anim calcmode="lin" valueType="num">
                                      <p:cBhvr additive="base">
                                        <p:cTn id="95" dur="500" fill="hold"/>
                                        <p:tgtEl>
                                          <p:spTgt spid="18"/>
                                        </p:tgtEl>
                                        <p:attrNameLst>
                                          <p:attrName>ppt_y</p:attrName>
                                        </p:attrNameLst>
                                      </p:cBhvr>
                                      <p:tavLst>
                                        <p:tav tm="0">
                                          <p:val>
                                            <p:strVal val="#ppt_y"/>
                                          </p:val>
                                        </p:tav>
                                        <p:tav tm="100000">
                                          <p:val>
                                            <p:strVal val="#ppt_y"/>
                                          </p:val>
                                        </p:tav>
                                      </p:tavLst>
                                    </p:anim>
                                  </p:childTnLst>
                                </p:cTn>
                              </p:par>
                            </p:childTnLst>
                          </p:cTn>
                        </p:par>
                        <p:par>
                          <p:cTn id="96" fill="hold">
                            <p:stCondLst>
                              <p:cond delay="8000"/>
                            </p:stCondLst>
                            <p:childTnLst>
                              <p:par>
                                <p:cTn id="97" presetID="2" presetClass="entr" presetSubtype="8" accel="50000" decel="50000" fill="hold" nodeType="afterEffect">
                                  <p:stCondLst>
                                    <p:cond delay="0"/>
                                  </p:stCondLst>
                                  <p:childTnLst>
                                    <p:set>
                                      <p:cBhvr>
                                        <p:cTn id="98" dur="1" fill="hold">
                                          <p:stCondLst>
                                            <p:cond delay="0"/>
                                          </p:stCondLst>
                                        </p:cTn>
                                        <p:tgtEl>
                                          <p:spTgt spid="22"/>
                                        </p:tgtEl>
                                        <p:attrNameLst>
                                          <p:attrName>style.visibility</p:attrName>
                                        </p:attrNameLst>
                                      </p:cBhvr>
                                      <p:to>
                                        <p:strVal val="visible"/>
                                      </p:to>
                                    </p:set>
                                    <p:anim calcmode="lin" valueType="num">
                                      <p:cBhvr additive="base">
                                        <p:cTn id="99" dur="500" fill="hold"/>
                                        <p:tgtEl>
                                          <p:spTgt spid="22"/>
                                        </p:tgtEl>
                                        <p:attrNameLst>
                                          <p:attrName>ppt_x</p:attrName>
                                        </p:attrNameLst>
                                      </p:cBhvr>
                                      <p:tavLst>
                                        <p:tav tm="0">
                                          <p:val>
                                            <p:strVal val="0-#ppt_w/2"/>
                                          </p:val>
                                        </p:tav>
                                        <p:tav tm="100000">
                                          <p:val>
                                            <p:strVal val="#ppt_x"/>
                                          </p:val>
                                        </p:tav>
                                      </p:tavLst>
                                    </p:anim>
                                    <p:anim calcmode="lin" valueType="num">
                                      <p:cBhvr additive="base">
                                        <p:cTn id="100" dur="500" fill="hold"/>
                                        <p:tgtEl>
                                          <p:spTgt spid="22"/>
                                        </p:tgtEl>
                                        <p:attrNameLst>
                                          <p:attrName>ppt_y</p:attrName>
                                        </p:attrNameLst>
                                      </p:cBhvr>
                                      <p:tavLst>
                                        <p:tav tm="0">
                                          <p:val>
                                            <p:strVal val="#ppt_y"/>
                                          </p:val>
                                        </p:tav>
                                        <p:tav tm="100000">
                                          <p:val>
                                            <p:strVal val="#ppt_y"/>
                                          </p:val>
                                        </p:tav>
                                      </p:tavLst>
                                    </p:anim>
                                  </p:childTnLst>
                                </p:cTn>
                              </p:par>
                            </p:childTnLst>
                          </p:cTn>
                        </p:par>
                        <p:par>
                          <p:cTn id="101" fill="hold">
                            <p:stCondLst>
                              <p:cond delay="8500"/>
                            </p:stCondLst>
                            <p:childTnLst>
                              <p:par>
                                <p:cTn id="102" presetID="2" presetClass="entr" presetSubtype="8" accel="50000" decel="50000" fill="hold" nodeType="afterEffect">
                                  <p:stCondLst>
                                    <p:cond delay="0"/>
                                  </p:stCondLst>
                                  <p:childTnLst>
                                    <p:set>
                                      <p:cBhvr>
                                        <p:cTn id="103" dur="1" fill="hold">
                                          <p:stCondLst>
                                            <p:cond delay="0"/>
                                          </p:stCondLst>
                                        </p:cTn>
                                        <p:tgtEl>
                                          <p:spTgt spid="19"/>
                                        </p:tgtEl>
                                        <p:attrNameLst>
                                          <p:attrName>style.visibility</p:attrName>
                                        </p:attrNameLst>
                                      </p:cBhvr>
                                      <p:to>
                                        <p:strVal val="visible"/>
                                      </p:to>
                                    </p:set>
                                    <p:anim calcmode="lin" valueType="num">
                                      <p:cBhvr additive="base">
                                        <p:cTn id="104" dur="500" fill="hold"/>
                                        <p:tgtEl>
                                          <p:spTgt spid="19"/>
                                        </p:tgtEl>
                                        <p:attrNameLst>
                                          <p:attrName>ppt_x</p:attrName>
                                        </p:attrNameLst>
                                      </p:cBhvr>
                                      <p:tavLst>
                                        <p:tav tm="0">
                                          <p:val>
                                            <p:strVal val="0-#ppt_w/2"/>
                                          </p:val>
                                        </p:tav>
                                        <p:tav tm="100000">
                                          <p:val>
                                            <p:strVal val="#ppt_x"/>
                                          </p:val>
                                        </p:tav>
                                      </p:tavLst>
                                    </p:anim>
                                    <p:anim calcmode="lin" valueType="num">
                                      <p:cBhvr additive="base">
                                        <p:cTn id="105"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8" grpId="0" animBg="1"/>
      <p:bldP spid="89" grpId="0" animBg="1"/>
      <p:bldP spid="90" grpId="0" animBg="1"/>
      <p:bldP spid="91" grpId="0" animBg="1"/>
      <p:bldP spid="92"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SWOT Analysis</a:t>
            </a:r>
            <a:endParaRPr lang="en-US" dirty="0"/>
          </a:p>
        </p:txBody>
      </p:sp>
      <p:sp>
        <p:nvSpPr>
          <p:cNvPr id="8" name="Text Placeholder 7"/>
          <p:cNvSpPr>
            <a:spLocks noGrp="1"/>
          </p:cNvSpPr>
          <p:nvPr>
            <p:ph type="body" sz="half" idx="2"/>
          </p:nvPr>
        </p:nvSpPr>
        <p:spPr/>
        <p:txBody>
          <a:bodyPr/>
          <a:lstStyle/>
          <a:p>
            <a:r>
              <a:rPr lang="en-US"/>
              <a:t>SWOT Analysis</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92</a:t>
            </a:fld>
            <a:endParaRPr lang="en-US" dirty="0"/>
          </a:p>
        </p:txBody>
      </p:sp>
      <p:grpSp>
        <p:nvGrpSpPr>
          <p:cNvPr id="2" name="Group 15"/>
          <p:cNvGrpSpPr/>
          <p:nvPr/>
        </p:nvGrpSpPr>
        <p:grpSpPr>
          <a:xfrm rot="18900000">
            <a:off x="3477305" y="3213157"/>
            <a:ext cx="259602" cy="1334623"/>
            <a:chOff x="2476500" y="2038350"/>
            <a:chExt cx="571500" cy="1828800"/>
          </a:xfrm>
          <a:solidFill>
            <a:schemeClr val="accent4"/>
          </a:solidFill>
        </p:grpSpPr>
        <p:sp>
          <p:nvSpPr>
            <p:cNvPr id="17" name="Bent Arrow 16"/>
            <p:cNvSpPr/>
            <p:nvPr/>
          </p:nvSpPr>
          <p:spPr bwMode="auto">
            <a:xfrm flipV="1">
              <a:off x="2476500" y="2038350"/>
              <a:ext cx="533400" cy="1828800"/>
            </a:xfrm>
            <a:prstGeom prst="bentArrow">
              <a:avLst>
                <a:gd name="adj1" fmla="val 13663"/>
                <a:gd name="adj2" fmla="val 25006"/>
                <a:gd name="adj3" fmla="val 43568"/>
                <a:gd name="adj4" fmla="val 0"/>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Rectangle 17"/>
            <p:cNvSpPr/>
            <p:nvPr/>
          </p:nvSpPr>
          <p:spPr bwMode="auto">
            <a:xfrm>
              <a:off x="2514600" y="2038350"/>
              <a:ext cx="533400" cy="45719"/>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18"/>
          <p:cNvGrpSpPr/>
          <p:nvPr/>
        </p:nvGrpSpPr>
        <p:grpSpPr>
          <a:xfrm rot="2700000">
            <a:off x="3459748" y="1308156"/>
            <a:ext cx="259601" cy="1334623"/>
            <a:chOff x="2476500" y="2038350"/>
            <a:chExt cx="571500" cy="1828800"/>
          </a:xfrm>
        </p:grpSpPr>
        <p:sp>
          <p:nvSpPr>
            <p:cNvPr id="20" name="Bent Arrow 19"/>
            <p:cNvSpPr/>
            <p:nvPr/>
          </p:nvSpPr>
          <p:spPr bwMode="auto">
            <a:xfrm flipV="1">
              <a:off x="2476500" y="2038350"/>
              <a:ext cx="533400" cy="1828800"/>
            </a:xfrm>
            <a:prstGeom prst="bentArrow">
              <a:avLst>
                <a:gd name="adj1" fmla="val 13663"/>
                <a:gd name="adj2" fmla="val 25006"/>
                <a:gd name="adj3" fmla="val 43568"/>
                <a:gd name="adj4"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Rectangle 20"/>
            <p:cNvSpPr/>
            <p:nvPr/>
          </p:nvSpPr>
          <p:spPr bwMode="auto">
            <a:xfrm>
              <a:off x="2514600" y="2038350"/>
              <a:ext cx="533400" cy="45719"/>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21"/>
          <p:cNvGrpSpPr/>
          <p:nvPr/>
        </p:nvGrpSpPr>
        <p:grpSpPr>
          <a:xfrm rot="2700000" flipH="1" flipV="1">
            <a:off x="5373228" y="3221637"/>
            <a:ext cx="259601" cy="1334623"/>
            <a:chOff x="2476500" y="2038350"/>
            <a:chExt cx="571500" cy="1828800"/>
          </a:xfrm>
          <a:solidFill>
            <a:schemeClr val="accent3"/>
          </a:solidFill>
        </p:grpSpPr>
        <p:sp>
          <p:nvSpPr>
            <p:cNvPr id="23" name="Bent Arrow 22"/>
            <p:cNvSpPr/>
            <p:nvPr/>
          </p:nvSpPr>
          <p:spPr bwMode="auto">
            <a:xfrm flipV="1">
              <a:off x="2476500" y="2038350"/>
              <a:ext cx="533400" cy="1828800"/>
            </a:xfrm>
            <a:prstGeom prst="bentArrow">
              <a:avLst>
                <a:gd name="adj1" fmla="val 13663"/>
                <a:gd name="adj2" fmla="val 25006"/>
                <a:gd name="adj3" fmla="val 43568"/>
                <a:gd name="adj4" fmla="val 0"/>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Rectangle 23"/>
            <p:cNvSpPr/>
            <p:nvPr/>
          </p:nvSpPr>
          <p:spPr bwMode="auto">
            <a:xfrm>
              <a:off x="2514600" y="2038350"/>
              <a:ext cx="533400" cy="45719"/>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1" name="Group 24"/>
          <p:cNvGrpSpPr/>
          <p:nvPr/>
        </p:nvGrpSpPr>
        <p:grpSpPr>
          <a:xfrm rot="18900000" flipH="1" flipV="1">
            <a:off x="5399864" y="1290599"/>
            <a:ext cx="259602" cy="1334623"/>
            <a:chOff x="2476500" y="2038350"/>
            <a:chExt cx="571500" cy="1828800"/>
          </a:xfrm>
          <a:solidFill>
            <a:schemeClr val="accent2"/>
          </a:solidFill>
        </p:grpSpPr>
        <p:sp>
          <p:nvSpPr>
            <p:cNvPr id="26" name="Bent Arrow 25"/>
            <p:cNvSpPr/>
            <p:nvPr/>
          </p:nvSpPr>
          <p:spPr bwMode="auto">
            <a:xfrm flipV="1">
              <a:off x="2476500" y="2038350"/>
              <a:ext cx="533400" cy="1828800"/>
            </a:xfrm>
            <a:prstGeom prst="bentArrow">
              <a:avLst>
                <a:gd name="adj1" fmla="val 13663"/>
                <a:gd name="adj2" fmla="val 25006"/>
                <a:gd name="adj3" fmla="val 43568"/>
                <a:gd name="adj4" fmla="val 0"/>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7" name="Rectangle 26"/>
            <p:cNvSpPr/>
            <p:nvPr/>
          </p:nvSpPr>
          <p:spPr bwMode="auto">
            <a:xfrm>
              <a:off x="2514600" y="2038350"/>
              <a:ext cx="533400" cy="45719"/>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2" name="Group 34"/>
          <p:cNvGrpSpPr/>
          <p:nvPr/>
        </p:nvGrpSpPr>
        <p:grpSpPr>
          <a:xfrm>
            <a:off x="3968554" y="1428655"/>
            <a:ext cx="1199661" cy="1199661"/>
            <a:chOff x="3968554" y="1428655"/>
            <a:chExt cx="1199661" cy="1199661"/>
          </a:xfrm>
        </p:grpSpPr>
        <p:sp>
          <p:nvSpPr>
            <p:cNvPr id="5" name="Rounded Rectangle 4"/>
            <p:cNvSpPr/>
            <p:nvPr/>
          </p:nvSpPr>
          <p:spPr bwMode="auto">
            <a:xfrm rot="2700000">
              <a:off x="3968554" y="1428655"/>
              <a:ext cx="1199661" cy="1199661"/>
            </a:xfrm>
            <a:prstGeom prst="roundRect">
              <a:avLst>
                <a:gd name="adj" fmla="val 9646"/>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9" name="Text Placeholder 3"/>
            <p:cNvSpPr txBox="1">
              <a:spLocks/>
            </p:cNvSpPr>
            <p:nvPr/>
          </p:nvSpPr>
          <p:spPr>
            <a:xfrm>
              <a:off x="4415297" y="1732346"/>
              <a:ext cx="306174" cy="677108"/>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400" b="1" i="0" u="none" strike="noStrike" kern="1200" cap="none" spc="0" normalizeH="0" baseline="0" noProof="0" dirty="0">
                  <a:ln>
                    <a:noFill/>
                  </a:ln>
                  <a:solidFill>
                    <a:schemeClr val="bg1"/>
                  </a:solidFill>
                  <a:effectLst/>
                  <a:uLnTx/>
                  <a:uFillTx/>
                  <a:latin typeface="+mn-lt"/>
                  <a:ea typeface="+mn-ea"/>
                  <a:cs typeface="+mn-cs"/>
                </a:rPr>
                <a:t>S</a:t>
              </a:r>
            </a:p>
          </p:txBody>
        </p:sp>
      </p:grpSp>
      <p:grpSp>
        <p:nvGrpSpPr>
          <p:cNvPr id="13" name="Group 35"/>
          <p:cNvGrpSpPr/>
          <p:nvPr/>
        </p:nvGrpSpPr>
        <p:grpSpPr>
          <a:xfrm>
            <a:off x="4859257" y="2319358"/>
            <a:ext cx="1199661" cy="1199661"/>
            <a:chOff x="4859257" y="2319358"/>
            <a:chExt cx="1199661" cy="1199661"/>
          </a:xfrm>
        </p:grpSpPr>
        <p:sp>
          <p:nvSpPr>
            <p:cNvPr id="6" name="Rounded Rectangle 5"/>
            <p:cNvSpPr/>
            <p:nvPr/>
          </p:nvSpPr>
          <p:spPr bwMode="auto">
            <a:xfrm rot="2700000">
              <a:off x="4859257" y="2319358"/>
              <a:ext cx="1199661" cy="1199661"/>
            </a:xfrm>
            <a:prstGeom prst="roundRect">
              <a:avLst>
                <a:gd name="adj" fmla="val 9646"/>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1" name="Text Placeholder 3"/>
            <p:cNvSpPr txBox="1">
              <a:spLocks/>
            </p:cNvSpPr>
            <p:nvPr/>
          </p:nvSpPr>
          <p:spPr>
            <a:xfrm>
              <a:off x="5298787" y="2580634"/>
              <a:ext cx="320601" cy="677108"/>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400" b="1" i="0" u="none" strike="noStrike" kern="1200" cap="none" spc="0" normalizeH="0" baseline="0" noProof="0" dirty="0">
                  <a:ln>
                    <a:noFill/>
                  </a:ln>
                  <a:solidFill>
                    <a:schemeClr val="bg1"/>
                  </a:solidFill>
                  <a:effectLst/>
                  <a:uLnTx/>
                  <a:uFillTx/>
                  <a:latin typeface="+mn-lt"/>
                  <a:ea typeface="+mn-ea"/>
                  <a:cs typeface="+mn-cs"/>
                </a:rPr>
                <a:t>O</a:t>
              </a:r>
            </a:p>
          </p:txBody>
        </p:sp>
      </p:grpSp>
      <p:grpSp>
        <p:nvGrpSpPr>
          <p:cNvPr id="14" name="Group 33"/>
          <p:cNvGrpSpPr/>
          <p:nvPr/>
        </p:nvGrpSpPr>
        <p:grpSpPr>
          <a:xfrm>
            <a:off x="3077851" y="2319358"/>
            <a:ext cx="1199661" cy="1199661"/>
            <a:chOff x="3077851" y="2319358"/>
            <a:chExt cx="1199661" cy="1199661"/>
          </a:xfrm>
        </p:grpSpPr>
        <p:sp>
          <p:nvSpPr>
            <p:cNvPr id="10" name="Rounded Rectangle 9"/>
            <p:cNvSpPr/>
            <p:nvPr/>
          </p:nvSpPr>
          <p:spPr bwMode="auto">
            <a:xfrm rot="2700000">
              <a:off x="3077851" y="2319358"/>
              <a:ext cx="1199661" cy="1199661"/>
            </a:xfrm>
            <a:prstGeom prst="roundRect">
              <a:avLst>
                <a:gd name="adj" fmla="val 9646"/>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2" name="Text Placeholder 3"/>
            <p:cNvSpPr txBox="1">
              <a:spLocks/>
            </p:cNvSpPr>
            <p:nvPr/>
          </p:nvSpPr>
          <p:spPr>
            <a:xfrm>
              <a:off x="3540624" y="2580634"/>
              <a:ext cx="274114" cy="677108"/>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400" b="1" i="0" u="none" strike="noStrike" kern="1200" cap="none" spc="0" normalizeH="0" baseline="0" noProof="0" dirty="0">
                  <a:ln>
                    <a:noFill/>
                  </a:ln>
                  <a:solidFill>
                    <a:schemeClr val="bg1"/>
                  </a:solidFill>
                  <a:effectLst/>
                  <a:uLnTx/>
                  <a:uFillTx/>
                  <a:latin typeface="+mn-lt"/>
                  <a:ea typeface="+mn-ea"/>
                  <a:cs typeface="+mn-cs"/>
                </a:rPr>
                <a:t>T</a:t>
              </a:r>
            </a:p>
          </p:txBody>
        </p:sp>
      </p:grpSp>
      <p:grpSp>
        <p:nvGrpSpPr>
          <p:cNvPr id="15" name="Group 36"/>
          <p:cNvGrpSpPr/>
          <p:nvPr/>
        </p:nvGrpSpPr>
        <p:grpSpPr>
          <a:xfrm>
            <a:off x="3968554" y="3210061"/>
            <a:ext cx="1199661" cy="1199661"/>
            <a:chOff x="3968554" y="3210061"/>
            <a:chExt cx="1199661" cy="1199661"/>
          </a:xfrm>
        </p:grpSpPr>
        <p:sp>
          <p:nvSpPr>
            <p:cNvPr id="9" name="Rounded Rectangle 8"/>
            <p:cNvSpPr/>
            <p:nvPr/>
          </p:nvSpPr>
          <p:spPr bwMode="auto">
            <a:xfrm rot="2700000">
              <a:off x="3968554" y="3210061"/>
              <a:ext cx="1199661" cy="1199661"/>
            </a:xfrm>
            <a:prstGeom prst="roundRect">
              <a:avLst>
                <a:gd name="adj" fmla="val 9646"/>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3" name="Text Placeholder 3"/>
            <p:cNvSpPr txBox="1">
              <a:spLocks/>
            </p:cNvSpPr>
            <p:nvPr/>
          </p:nvSpPr>
          <p:spPr>
            <a:xfrm>
              <a:off x="4355184" y="3471337"/>
              <a:ext cx="426400" cy="677108"/>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400" b="1" i="0" u="none" strike="noStrike" kern="1200" cap="none" spc="0" normalizeH="0" baseline="0" noProof="0" dirty="0">
                  <a:ln>
                    <a:noFill/>
                  </a:ln>
                  <a:solidFill>
                    <a:schemeClr val="bg1"/>
                  </a:solidFill>
                  <a:effectLst/>
                  <a:uLnTx/>
                  <a:uFillTx/>
                  <a:latin typeface="+mn-lt"/>
                  <a:ea typeface="+mn-ea"/>
                  <a:cs typeface="+mn-cs"/>
                </a:rPr>
                <a:t>W</a:t>
              </a:r>
            </a:p>
          </p:txBody>
        </p:sp>
      </p:grpSp>
      <p:grpSp>
        <p:nvGrpSpPr>
          <p:cNvPr id="16" name="Group 66"/>
          <p:cNvGrpSpPr/>
          <p:nvPr/>
        </p:nvGrpSpPr>
        <p:grpSpPr>
          <a:xfrm>
            <a:off x="6172200" y="1545090"/>
            <a:ext cx="1947726" cy="647230"/>
            <a:chOff x="5603652" y="1698219"/>
            <a:chExt cx="1947726" cy="647230"/>
          </a:xfrm>
        </p:grpSpPr>
        <p:sp>
          <p:nvSpPr>
            <p:cNvPr id="39"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4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9" name="Group 75"/>
          <p:cNvGrpSpPr/>
          <p:nvPr/>
        </p:nvGrpSpPr>
        <p:grpSpPr>
          <a:xfrm>
            <a:off x="1024074" y="1535651"/>
            <a:ext cx="1947744" cy="666108"/>
            <a:chOff x="5603652" y="1679341"/>
            <a:chExt cx="1947744" cy="666108"/>
          </a:xfrm>
        </p:grpSpPr>
        <p:sp>
          <p:nvSpPr>
            <p:cNvPr id="42" name="Text Placeholder 3"/>
            <p:cNvSpPr txBox="1">
              <a:spLocks/>
            </p:cNvSpPr>
            <p:nvPr/>
          </p:nvSpPr>
          <p:spPr>
            <a:xfrm>
              <a:off x="6631272" y="16793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accent1"/>
                  </a:solidFill>
                </a:rPr>
                <a:t>Title Goes Here</a:t>
              </a:r>
              <a:endParaRPr kumimoji="0" lang="en-US" sz="1200" b="1" i="0" u="none" strike="noStrike" kern="1200" cap="none" spc="0" normalizeH="0" baseline="0" noProof="0" dirty="0">
                <a:ln>
                  <a:noFill/>
                </a:ln>
                <a:solidFill>
                  <a:schemeClr val="accent1"/>
                </a:solidFill>
                <a:effectLst/>
                <a:uLnTx/>
                <a:uFillTx/>
                <a:latin typeface="+mn-lt"/>
                <a:ea typeface="+mn-ea"/>
                <a:cs typeface="+mn-cs"/>
              </a:endParaRPr>
            </a:p>
          </p:txBody>
        </p:sp>
        <p:sp>
          <p:nvSpPr>
            <p:cNvPr id="4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22" name="Group 72"/>
          <p:cNvGrpSpPr/>
          <p:nvPr/>
        </p:nvGrpSpPr>
        <p:grpSpPr>
          <a:xfrm>
            <a:off x="1024074" y="3652710"/>
            <a:ext cx="1947737" cy="631194"/>
            <a:chOff x="5603652" y="1714255"/>
            <a:chExt cx="1947737" cy="631194"/>
          </a:xfrm>
        </p:grpSpPr>
        <p:sp>
          <p:nvSpPr>
            <p:cNvPr id="45" name="Text Placeholder 3"/>
            <p:cNvSpPr txBox="1">
              <a:spLocks/>
            </p:cNvSpPr>
            <p:nvPr/>
          </p:nvSpPr>
          <p:spPr>
            <a:xfrm>
              <a:off x="6631265" y="1714255"/>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p>
          </p:txBody>
        </p:sp>
        <p:sp>
          <p:nvSpPr>
            <p:cNvPr id="46"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25" name="Group 69"/>
          <p:cNvGrpSpPr/>
          <p:nvPr/>
        </p:nvGrpSpPr>
        <p:grpSpPr>
          <a:xfrm>
            <a:off x="6172200" y="3643311"/>
            <a:ext cx="1947726" cy="649993"/>
            <a:chOff x="5603652" y="1695456"/>
            <a:chExt cx="1947726" cy="649993"/>
          </a:xfrm>
        </p:grpSpPr>
        <p:sp>
          <p:nvSpPr>
            <p:cNvPr id="48" name="Text Placeholder 3"/>
            <p:cNvSpPr txBox="1">
              <a:spLocks/>
            </p:cNvSpPr>
            <p:nvPr/>
          </p:nvSpPr>
          <p:spPr>
            <a:xfrm>
              <a:off x="5603652" y="1695456"/>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49"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Effect transition="in" filter="fade">
                                      <p:cBhvr>
                                        <p:cTn id="15" dur="500"/>
                                        <p:tgtEl>
                                          <p:spTgt spid="14"/>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500" fill="hold"/>
                                        <p:tgtEl>
                                          <p:spTgt spid="15"/>
                                        </p:tgtEl>
                                        <p:attrNameLst>
                                          <p:attrName>ppt_w</p:attrName>
                                        </p:attrNameLst>
                                      </p:cBhvr>
                                      <p:tavLst>
                                        <p:tav tm="0">
                                          <p:val>
                                            <p:fltVal val="0"/>
                                          </p:val>
                                        </p:tav>
                                        <p:tav tm="100000">
                                          <p:val>
                                            <p:strVal val="#ppt_w"/>
                                          </p:val>
                                        </p:tav>
                                      </p:tavLst>
                                    </p:anim>
                                    <p:anim calcmode="lin" valueType="num">
                                      <p:cBhvr>
                                        <p:cTn id="20" dur="500" fill="hold"/>
                                        <p:tgtEl>
                                          <p:spTgt spid="15"/>
                                        </p:tgtEl>
                                        <p:attrNameLst>
                                          <p:attrName>ppt_h</p:attrName>
                                        </p:attrNameLst>
                                      </p:cBhvr>
                                      <p:tavLst>
                                        <p:tav tm="0">
                                          <p:val>
                                            <p:fltVal val="0"/>
                                          </p:val>
                                        </p:tav>
                                        <p:tav tm="100000">
                                          <p:val>
                                            <p:strVal val="#ppt_h"/>
                                          </p:val>
                                        </p:tav>
                                      </p:tavLst>
                                    </p:anim>
                                    <p:animEffect transition="in" filter="fade">
                                      <p:cBhvr>
                                        <p:cTn id="21" dur="500"/>
                                        <p:tgtEl>
                                          <p:spTgt spid="15"/>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fltVal val="0"/>
                                          </p:val>
                                        </p:tav>
                                        <p:tav tm="100000">
                                          <p:val>
                                            <p:strVal val="#ppt_h"/>
                                          </p:val>
                                        </p:tav>
                                      </p:tavLst>
                                    </p:anim>
                                    <p:animEffect transition="in" filter="fade">
                                      <p:cBhvr>
                                        <p:cTn id="27" dur="500"/>
                                        <p:tgtEl>
                                          <p:spTgt spid="13"/>
                                        </p:tgtEl>
                                      </p:cBhvr>
                                    </p:animEffect>
                                  </p:childTnLst>
                                </p:cTn>
                              </p:par>
                            </p:childTnLst>
                          </p:cTn>
                        </p:par>
                        <p:par>
                          <p:cTn id="28" fill="hold">
                            <p:stCondLst>
                              <p:cond delay="2000"/>
                            </p:stCondLst>
                            <p:childTnLst>
                              <p:par>
                                <p:cTn id="29" presetID="22" presetClass="entr" presetSubtype="1"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up)">
                                      <p:cBhvr>
                                        <p:cTn id="31" dur="500"/>
                                        <p:tgtEl>
                                          <p:spTgt spid="3"/>
                                        </p:tgtEl>
                                      </p:cBhvr>
                                    </p:animEffect>
                                  </p:childTnLst>
                                </p:cTn>
                              </p:par>
                            </p:childTnLst>
                          </p:cTn>
                        </p:par>
                        <p:par>
                          <p:cTn id="32" fill="hold">
                            <p:stCondLst>
                              <p:cond delay="2500"/>
                            </p:stCondLst>
                            <p:childTnLst>
                              <p:par>
                                <p:cTn id="33" presetID="22" presetClass="entr" presetSubtype="2" fill="hold" nodeType="after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right)">
                                      <p:cBhvr>
                                        <p:cTn id="35" dur="500"/>
                                        <p:tgtEl>
                                          <p:spTgt spid="19"/>
                                        </p:tgtEl>
                                      </p:cBhvr>
                                    </p:animEffect>
                                  </p:childTnLst>
                                </p:cTn>
                              </p:par>
                            </p:childTnLst>
                          </p:cTn>
                        </p:par>
                        <p:par>
                          <p:cTn id="36" fill="hold">
                            <p:stCondLst>
                              <p:cond delay="3000"/>
                            </p:stCondLst>
                            <p:childTnLst>
                              <p:par>
                                <p:cTn id="37" presetID="22" presetClass="entr" presetSubtype="1" fill="hold" nodeType="after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wipe(up)">
                                      <p:cBhvr>
                                        <p:cTn id="39" dur="500"/>
                                        <p:tgtEl>
                                          <p:spTgt spid="2"/>
                                        </p:tgtEl>
                                      </p:cBhvr>
                                    </p:animEffect>
                                  </p:childTnLst>
                                </p:cTn>
                              </p:par>
                            </p:childTnLst>
                          </p:cTn>
                        </p:par>
                        <p:par>
                          <p:cTn id="40" fill="hold">
                            <p:stCondLst>
                              <p:cond delay="3500"/>
                            </p:stCondLst>
                            <p:childTnLst>
                              <p:par>
                                <p:cTn id="41" presetID="22" presetClass="entr" presetSubtype="2" fill="hold"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wipe(right)">
                                      <p:cBhvr>
                                        <p:cTn id="43" dur="500"/>
                                        <p:tgtEl>
                                          <p:spTgt spid="22"/>
                                        </p:tgtEl>
                                      </p:cBhvr>
                                    </p:animEffect>
                                  </p:childTnLst>
                                </p:cTn>
                              </p:par>
                            </p:childTnLst>
                          </p:cTn>
                        </p:par>
                        <p:par>
                          <p:cTn id="44" fill="hold">
                            <p:stCondLst>
                              <p:cond delay="4000"/>
                            </p:stCondLst>
                            <p:childTnLst>
                              <p:par>
                                <p:cTn id="45" presetID="22" presetClass="entr" presetSubtype="4"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wipe(down)">
                                      <p:cBhvr>
                                        <p:cTn id="47" dur="500"/>
                                        <p:tgtEl>
                                          <p:spTgt spid="4"/>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childTnLst>
                          </p:cTn>
                        </p:par>
                        <p:par>
                          <p:cTn id="52" fill="hold">
                            <p:stCondLst>
                              <p:cond delay="5000"/>
                            </p:stCondLst>
                            <p:childTnLst>
                              <p:par>
                                <p:cTn id="53" presetID="22" presetClass="entr" presetSubtype="2"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wipe(right)">
                                      <p:cBhvr>
                                        <p:cTn id="55" dur="500"/>
                                        <p:tgtEl>
                                          <p:spTgt spid="11"/>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wipe(left)">
                                      <p:cBhvr>
                                        <p:cTn id="5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Integrated Steps Infographic</a:t>
            </a:r>
            <a:endParaRPr lang="en-US" dirty="0"/>
          </a:p>
        </p:txBody>
      </p:sp>
      <p:sp>
        <p:nvSpPr>
          <p:cNvPr id="23" name="Text Placeholder 22"/>
          <p:cNvSpPr>
            <a:spLocks noGrp="1"/>
          </p:cNvSpPr>
          <p:nvPr>
            <p:ph type="body" sz="half" idx="2"/>
          </p:nvPr>
        </p:nvSpPr>
        <p:spPr/>
        <p:txBody>
          <a:bodyPr/>
          <a:lstStyle/>
          <a:p>
            <a:r>
              <a:rPr lang="en-US"/>
              <a:t>Integrated Steps Infographic</a:t>
            </a:r>
            <a:endParaRPr lang="en-US" dirty="0"/>
          </a:p>
        </p:txBody>
      </p:sp>
      <p:sp>
        <p:nvSpPr>
          <p:cNvPr id="54" name="Slide Number Placeholder 53"/>
          <p:cNvSpPr>
            <a:spLocks noGrp="1"/>
          </p:cNvSpPr>
          <p:nvPr>
            <p:ph type="sldNum" sz="quarter" idx="12"/>
          </p:nvPr>
        </p:nvSpPr>
        <p:spPr/>
        <p:txBody>
          <a:bodyPr/>
          <a:lstStyle/>
          <a:p>
            <a:fld id="{C136B7D2-B98C-44FD-8D04-7EC62A564975}" type="slidenum">
              <a:rPr lang="en-US" smtClean="0"/>
              <a:pPr/>
              <a:t>93</a:t>
            </a:fld>
            <a:endParaRPr lang="en-US" dirty="0"/>
          </a:p>
        </p:txBody>
      </p:sp>
      <p:sp>
        <p:nvSpPr>
          <p:cNvPr id="1029" name="Freeform 5"/>
          <p:cNvSpPr>
            <a:spLocks/>
          </p:cNvSpPr>
          <p:nvPr/>
        </p:nvSpPr>
        <p:spPr bwMode="auto">
          <a:xfrm>
            <a:off x="3079852" y="1462676"/>
            <a:ext cx="1490765" cy="1492148"/>
          </a:xfrm>
          <a:custGeom>
            <a:avLst/>
            <a:gdLst/>
            <a:ahLst/>
            <a:cxnLst>
              <a:cxn ang="0">
                <a:pos x="546" y="546"/>
              </a:cxn>
              <a:cxn ang="0">
                <a:pos x="160" y="546"/>
              </a:cxn>
              <a:cxn ang="0">
                <a:pos x="105" y="412"/>
              </a:cxn>
              <a:cxn ang="0">
                <a:pos x="0" y="358"/>
              </a:cxn>
              <a:cxn ang="0">
                <a:pos x="139" y="139"/>
              </a:cxn>
              <a:cxn ang="0">
                <a:pos x="356" y="0"/>
              </a:cxn>
              <a:cxn ang="0">
                <a:pos x="412" y="122"/>
              </a:cxn>
              <a:cxn ang="0">
                <a:pos x="546" y="178"/>
              </a:cxn>
              <a:cxn ang="0">
                <a:pos x="546" y="546"/>
              </a:cxn>
            </a:cxnLst>
            <a:rect l="0" t="0" r="r" b="b"/>
            <a:pathLst>
              <a:path w="546" h="546">
                <a:moveTo>
                  <a:pt x="546" y="546"/>
                </a:moveTo>
                <a:cubicBezTo>
                  <a:pt x="160" y="546"/>
                  <a:pt x="160" y="546"/>
                  <a:pt x="160" y="546"/>
                </a:cubicBezTo>
                <a:cubicBezTo>
                  <a:pt x="160" y="493"/>
                  <a:pt x="142" y="449"/>
                  <a:pt x="105" y="412"/>
                </a:cubicBezTo>
                <a:cubicBezTo>
                  <a:pt x="75" y="382"/>
                  <a:pt x="40" y="364"/>
                  <a:pt x="0" y="358"/>
                </a:cubicBezTo>
                <a:cubicBezTo>
                  <a:pt x="27" y="277"/>
                  <a:pt x="73" y="204"/>
                  <a:pt x="139" y="139"/>
                </a:cubicBezTo>
                <a:cubicBezTo>
                  <a:pt x="203" y="74"/>
                  <a:pt x="276" y="28"/>
                  <a:pt x="356" y="0"/>
                </a:cubicBezTo>
                <a:cubicBezTo>
                  <a:pt x="359" y="48"/>
                  <a:pt x="377" y="88"/>
                  <a:pt x="412" y="122"/>
                </a:cubicBezTo>
                <a:cubicBezTo>
                  <a:pt x="449" y="159"/>
                  <a:pt x="493" y="178"/>
                  <a:pt x="546" y="178"/>
                </a:cubicBezTo>
                <a:lnTo>
                  <a:pt x="546" y="54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3079852" y="2954824"/>
            <a:ext cx="1490765" cy="1490764"/>
          </a:xfrm>
          <a:custGeom>
            <a:avLst/>
            <a:gdLst/>
            <a:ahLst/>
            <a:cxnLst>
              <a:cxn ang="0">
                <a:pos x="546" y="0"/>
              </a:cxn>
              <a:cxn ang="0">
                <a:pos x="546" y="388"/>
              </a:cxn>
              <a:cxn ang="0">
                <a:pos x="412" y="444"/>
              </a:cxn>
              <a:cxn ang="0">
                <a:pos x="358" y="546"/>
              </a:cxn>
              <a:cxn ang="0">
                <a:pos x="139" y="407"/>
              </a:cxn>
              <a:cxn ang="0">
                <a:pos x="0" y="188"/>
              </a:cxn>
              <a:cxn ang="0">
                <a:pos x="105" y="134"/>
              </a:cxn>
              <a:cxn ang="0">
                <a:pos x="160" y="0"/>
              </a:cxn>
              <a:cxn ang="0">
                <a:pos x="546" y="0"/>
              </a:cxn>
            </a:cxnLst>
            <a:rect l="0" t="0" r="r" b="b"/>
            <a:pathLst>
              <a:path w="546" h="546">
                <a:moveTo>
                  <a:pt x="546" y="0"/>
                </a:moveTo>
                <a:cubicBezTo>
                  <a:pt x="546" y="388"/>
                  <a:pt x="546" y="388"/>
                  <a:pt x="546" y="388"/>
                </a:cubicBezTo>
                <a:cubicBezTo>
                  <a:pt x="493" y="388"/>
                  <a:pt x="449" y="407"/>
                  <a:pt x="412" y="444"/>
                </a:cubicBezTo>
                <a:cubicBezTo>
                  <a:pt x="382" y="473"/>
                  <a:pt x="364" y="507"/>
                  <a:pt x="358" y="546"/>
                </a:cubicBezTo>
                <a:cubicBezTo>
                  <a:pt x="277" y="519"/>
                  <a:pt x="204" y="473"/>
                  <a:pt x="139" y="407"/>
                </a:cubicBezTo>
                <a:cubicBezTo>
                  <a:pt x="73" y="342"/>
                  <a:pt x="27" y="269"/>
                  <a:pt x="0" y="188"/>
                </a:cubicBezTo>
                <a:cubicBezTo>
                  <a:pt x="40" y="182"/>
                  <a:pt x="75" y="164"/>
                  <a:pt x="105" y="134"/>
                </a:cubicBezTo>
                <a:cubicBezTo>
                  <a:pt x="142" y="97"/>
                  <a:pt x="160" y="53"/>
                  <a:pt x="160" y="0"/>
                </a:cubicBezTo>
                <a:lnTo>
                  <a:pt x="54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1" name="Freeform 7"/>
          <p:cNvSpPr>
            <a:spLocks/>
          </p:cNvSpPr>
          <p:nvPr/>
        </p:nvSpPr>
        <p:spPr bwMode="auto">
          <a:xfrm>
            <a:off x="4570617" y="1462676"/>
            <a:ext cx="1493531" cy="1492148"/>
          </a:xfrm>
          <a:custGeom>
            <a:avLst/>
            <a:gdLst/>
            <a:ahLst/>
            <a:cxnLst>
              <a:cxn ang="0">
                <a:pos x="394" y="546"/>
              </a:cxn>
              <a:cxn ang="0">
                <a:pos x="0" y="546"/>
              </a:cxn>
              <a:cxn ang="0">
                <a:pos x="0" y="178"/>
              </a:cxn>
              <a:cxn ang="0">
                <a:pos x="134" y="122"/>
              </a:cxn>
              <a:cxn ang="0">
                <a:pos x="190" y="0"/>
              </a:cxn>
              <a:cxn ang="0">
                <a:pos x="407" y="139"/>
              </a:cxn>
              <a:cxn ang="0">
                <a:pos x="547" y="359"/>
              </a:cxn>
              <a:cxn ang="0">
                <a:pos x="450" y="412"/>
              </a:cxn>
              <a:cxn ang="0">
                <a:pos x="394" y="546"/>
              </a:cxn>
            </a:cxnLst>
            <a:rect l="0" t="0" r="r" b="b"/>
            <a:pathLst>
              <a:path w="547" h="546">
                <a:moveTo>
                  <a:pt x="394" y="546"/>
                </a:moveTo>
                <a:cubicBezTo>
                  <a:pt x="0" y="546"/>
                  <a:pt x="0" y="546"/>
                  <a:pt x="0" y="546"/>
                </a:cubicBezTo>
                <a:cubicBezTo>
                  <a:pt x="0" y="178"/>
                  <a:pt x="0" y="178"/>
                  <a:pt x="0" y="178"/>
                </a:cubicBezTo>
                <a:cubicBezTo>
                  <a:pt x="53" y="178"/>
                  <a:pt x="97" y="159"/>
                  <a:pt x="134" y="122"/>
                </a:cubicBezTo>
                <a:cubicBezTo>
                  <a:pt x="169" y="88"/>
                  <a:pt x="187" y="48"/>
                  <a:pt x="190" y="0"/>
                </a:cubicBezTo>
                <a:cubicBezTo>
                  <a:pt x="270" y="28"/>
                  <a:pt x="342" y="74"/>
                  <a:pt x="407" y="139"/>
                </a:cubicBezTo>
                <a:cubicBezTo>
                  <a:pt x="473" y="204"/>
                  <a:pt x="519" y="278"/>
                  <a:pt x="547" y="359"/>
                </a:cubicBezTo>
                <a:cubicBezTo>
                  <a:pt x="510" y="366"/>
                  <a:pt x="478" y="384"/>
                  <a:pt x="450" y="412"/>
                </a:cubicBezTo>
                <a:cubicBezTo>
                  <a:pt x="413" y="449"/>
                  <a:pt x="394" y="493"/>
                  <a:pt x="394" y="54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2" name="Freeform 8"/>
          <p:cNvSpPr>
            <a:spLocks/>
          </p:cNvSpPr>
          <p:nvPr/>
        </p:nvSpPr>
        <p:spPr bwMode="auto">
          <a:xfrm>
            <a:off x="4570617" y="2954824"/>
            <a:ext cx="1493531" cy="1490764"/>
          </a:xfrm>
          <a:custGeom>
            <a:avLst/>
            <a:gdLst/>
            <a:ahLst/>
            <a:cxnLst>
              <a:cxn ang="0">
                <a:pos x="0" y="388"/>
              </a:cxn>
              <a:cxn ang="0">
                <a:pos x="0" y="0"/>
              </a:cxn>
              <a:cxn ang="0">
                <a:pos x="394" y="0"/>
              </a:cxn>
              <a:cxn ang="0">
                <a:pos x="450" y="134"/>
              </a:cxn>
              <a:cxn ang="0">
                <a:pos x="547" y="187"/>
              </a:cxn>
              <a:cxn ang="0">
                <a:pos x="407" y="407"/>
              </a:cxn>
              <a:cxn ang="0">
                <a:pos x="188" y="546"/>
              </a:cxn>
              <a:cxn ang="0">
                <a:pos x="134" y="444"/>
              </a:cxn>
              <a:cxn ang="0">
                <a:pos x="0" y="388"/>
              </a:cxn>
            </a:cxnLst>
            <a:rect l="0" t="0" r="r" b="b"/>
            <a:pathLst>
              <a:path w="547" h="546">
                <a:moveTo>
                  <a:pt x="0" y="388"/>
                </a:moveTo>
                <a:cubicBezTo>
                  <a:pt x="0" y="0"/>
                  <a:pt x="0" y="0"/>
                  <a:pt x="0" y="0"/>
                </a:cubicBezTo>
                <a:cubicBezTo>
                  <a:pt x="394" y="0"/>
                  <a:pt x="394" y="0"/>
                  <a:pt x="394" y="0"/>
                </a:cubicBezTo>
                <a:cubicBezTo>
                  <a:pt x="394" y="53"/>
                  <a:pt x="413" y="97"/>
                  <a:pt x="450" y="134"/>
                </a:cubicBezTo>
                <a:cubicBezTo>
                  <a:pt x="478" y="162"/>
                  <a:pt x="510" y="180"/>
                  <a:pt x="547" y="187"/>
                </a:cubicBezTo>
                <a:cubicBezTo>
                  <a:pt x="519" y="268"/>
                  <a:pt x="473" y="342"/>
                  <a:pt x="407" y="407"/>
                </a:cubicBezTo>
                <a:cubicBezTo>
                  <a:pt x="342" y="473"/>
                  <a:pt x="269" y="519"/>
                  <a:pt x="188" y="546"/>
                </a:cubicBezTo>
                <a:cubicBezTo>
                  <a:pt x="182" y="507"/>
                  <a:pt x="164" y="473"/>
                  <a:pt x="134" y="444"/>
                </a:cubicBezTo>
                <a:cubicBezTo>
                  <a:pt x="97" y="407"/>
                  <a:pt x="53" y="388"/>
                  <a:pt x="0" y="38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Arc 59"/>
          <p:cNvSpPr/>
          <p:nvPr/>
        </p:nvSpPr>
        <p:spPr>
          <a:xfrm rot="10800000">
            <a:off x="2894218" y="1276350"/>
            <a:ext cx="3355566" cy="3355564"/>
          </a:xfrm>
          <a:prstGeom prst="arc">
            <a:avLst>
              <a:gd name="adj1" fmla="val 16200000"/>
              <a:gd name="adj2" fmla="val 16185280"/>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3" name="Freeform 50"/>
          <p:cNvSpPr>
            <a:spLocks/>
          </p:cNvSpPr>
          <p:nvPr/>
        </p:nvSpPr>
        <p:spPr bwMode="auto">
          <a:xfrm>
            <a:off x="5883823" y="2769914"/>
            <a:ext cx="227300" cy="350770"/>
          </a:xfrm>
          <a:custGeom>
            <a:avLst/>
            <a:gdLst/>
            <a:ahLst/>
            <a:cxnLst>
              <a:cxn ang="0">
                <a:pos x="10" y="57"/>
              </a:cxn>
              <a:cxn ang="0">
                <a:pos x="7" y="57"/>
              </a:cxn>
              <a:cxn ang="0">
                <a:pos x="1" y="51"/>
              </a:cxn>
              <a:cxn ang="0">
                <a:pos x="1" y="48"/>
              </a:cxn>
              <a:cxn ang="0">
                <a:pos x="20" y="29"/>
              </a:cxn>
              <a:cxn ang="0">
                <a:pos x="1" y="10"/>
              </a:cxn>
              <a:cxn ang="0">
                <a:pos x="1" y="7"/>
              </a:cxn>
              <a:cxn ang="0">
                <a:pos x="7" y="1"/>
              </a:cxn>
              <a:cxn ang="0">
                <a:pos x="10" y="1"/>
              </a:cxn>
              <a:cxn ang="0">
                <a:pos x="36" y="27"/>
              </a:cxn>
              <a:cxn ang="0">
                <a:pos x="36" y="31"/>
              </a:cxn>
              <a:cxn ang="0">
                <a:pos x="10" y="57"/>
              </a:cxn>
            </a:cxnLst>
            <a:rect l="0" t="0" r="r" b="b"/>
            <a:pathLst>
              <a:path w="37" h="58">
                <a:moveTo>
                  <a:pt x="10" y="57"/>
                </a:moveTo>
                <a:cubicBezTo>
                  <a:pt x="9" y="58"/>
                  <a:pt x="7" y="58"/>
                  <a:pt x="7" y="57"/>
                </a:cubicBezTo>
                <a:cubicBezTo>
                  <a:pt x="1" y="51"/>
                  <a:pt x="1" y="51"/>
                  <a:pt x="1" y="51"/>
                </a:cubicBezTo>
                <a:cubicBezTo>
                  <a:pt x="0" y="50"/>
                  <a:pt x="0" y="49"/>
                  <a:pt x="1" y="48"/>
                </a:cubicBezTo>
                <a:cubicBezTo>
                  <a:pt x="20" y="29"/>
                  <a:pt x="20" y="29"/>
                  <a:pt x="20" y="29"/>
                </a:cubicBezTo>
                <a:cubicBezTo>
                  <a:pt x="1" y="10"/>
                  <a:pt x="1" y="10"/>
                  <a:pt x="1" y="10"/>
                </a:cubicBezTo>
                <a:cubicBezTo>
                  <a:pt x="0" y="9"/>
                  <a:pt x="0" y="8"/>
                  <a:pt x="1" y="7"/>
                </a:cubicBezTo>
                <a:cubicBezTo>
                  <a:pt x="7" y="1"/>
                  <a:pt x="7" y="1"/>
                  <a:pt x="7" y="1"/>
                </a:cubicBezTo>
                <a:cubicBezTo>
                  <a:pt x="7" y="0"/>
                  <a:pt x="9" y="0"/>
                  <a:pt x="10" y="1"/>
                </a:cubicBezTo>
                <a:cubicBezTo>
                  <a:pt x="36" y="27"/>
                  <a:pt x="36" y="27"/>
                  <a:pt x="36" y="27"/>
                </a:cubicBezTo>
                <a:cubicBezTo>
                  <a:pt x="37" y="28"/>
                  <a:pt x="37" y="30"/>
                  <a:pt x="36" y="31"/>
                </a:cubicBezTo>
                <a:lnTo>
                  <a:pt x="10" y="57"/>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50"/>
          <p:cNvSpPr>
            <a:spLocks/>
          </p:cNvSpPr>
          <p:nvPr/>
        </p:nvSpPr>
        <p:spPr bwMode="auto">
          <a:xfrm flipH="1">
            <a:off x="3071771" y="2769914"/>
            <a:ext cx="227300" cy="350770"/>
          </a:xfrm>
          <a:custGeom>
            <a:avLst/>
            <a:gdLst/>
            <a:ahLst/>
            <a:cxnLst>
              <a:cxn ang="0">
                <a:pos x="10" y="57"/>
              </a:cxn>
              <a:cxn ang="0">
                <a:pos x="7" y="57"/>
              </a:cxn>
              <a:cxn ang="0">
                <a:pos x="1" y="51"/>
              </a:cxn>
              <a:cxn ang="0">
                <a:pos x="1" y="48"/>
              </a:cxn>
              <a:cxn ang="0">
                <a:pos x="20" y="29"/>
              </a:cxn>
              <a:cxn ang="0">
                <a:pos x="1" y="10"/>
              </a:cxn>
              <a:cxn ang="0">
                <a:pos x="1" y="7"/>
              </a:cxn>
              <a:cxn ang="0">
                <a:pos x="7" y="1"/>
              </a:cxn>
              <a:cxn ang="0">
                <a:pos x="10" y="1"/>
              </a:cxn>
              <a:cxn ang="0">
                <a:pos x="36" y="27"/>
              </a:cxn>
              <a:cxn ang="0">
                <a:pos x="36" y="31"/>
              </a:cxn>
              <a:cxn ang="0">
                <a:pos x="10" y="57"/>
              </a:cxn>
            </a:cxnLst>
            <a:rect l="0" t="0" r="r" b="b"/>
            <a:pathLst>
              <a:path w="37" h="58">
                <a:moveTo>
                  <a:pt x="10" y="57"/>
                </a:moveTo>
                <a:cubicBezTo>
                  <a:pt x="9" y="58"/>
                  <a:pt x="7" y="58"/>
                  <a:pt x="7" y="57"/>
                </a:cubicBezTo>
                <a:cubicBezTo>
                  <a:pt x="1" y="51"/>
                  <a:pt x="1" y="51"/>
                  <a:pt x="1" y="51"/>
                </a:cubicBezTo>
                <a:cubicBezTo>
                  <a:pt x="0" y="50"/>
                  <a:pt x="0" y="49"/>
                  <a:pt x="1" y="48"/>
                </a:cubicBezTo>
                <a:cubicBezTo>
                  <a:pt x="20" y="29"/>
                  <a:pt x="20" y="29"/>
                  <a:pt x="20" y="29"/>
                </a:cubicBezTo>
                <a:cubicBezTo>
                  <a:pt x="1" y="10"/>
                  <a:pt x="1" y="10"/>
                  <a:pt x="1" y="10"/>
                </a:cubicBezTo>
                <a:cubicBezTo>
                  <a:pt x="0" y="9"/>
                  <a:pt x="0" y="8"/>
                  <a:pt x="1" y="7"/>
                </a:cubicBezTo>
                <a:cubicBezTo>
                  <a:pt x="7" y="1"/>
                  <a:pt x="7" y="1"/>
                  <a:pt x="7" y="1"/>
                </a:cubicBezTo>
                <a:cubicBezTo>
                  <a:pt x="7" y="0"/>
                  <a:pt x="9" y="0"/>
                  <a:pt x="10" y="1"/>
                </a:cubicBezTo>
                <a:cubicBezTo>
                  <a:pt x="36" y="27"/>
                  <a:pt x="36" y="27"/>
                  <a:pt x="36" y="27"/>
                </a:cubicBezTo>
                <a:cubicBezTo>
                  <a:pt x="37" y="28"/>
                  <a:pt x="37" y="30"/>
                  <a:pt x="36" y="31"/>
                </a:cubicBezTo>
                <a:lnTo>
                  <a:pt x="10" y="5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50"/>
          <p:cNvSpPr>
            <a:spLocks/>
          </p:cNvSpPr>
          <p:nvPr/>
        </p:nvSpPr>
        <p:spPr bwMode="auto">
          <a:xfrm rot="5400000" flipH="1">
            <a:off x="4456967" y="1402385"/>
            <a:ext cx="227300" cy="350770"/>
          </a:xfrm>
          <a:custGeom>
            <a:avLst/>
            <a:gdLst/>
            <a:ahLst/>
            <a:cxnLst>
              <a:cxn ang="0">
                <a:pos x="10" y="57"/>
              </a:cxn>
              <a:cxn ang="0">
                <a:pos x="7" y="57"/>
              </a:cxn>
              <a:cxn ang="0">
                <a:pos x="1" y="51"/>
              </a:cxn>
              <a:cxn ang="0">
                <a:pos x="1" y="48"/>
              </a:cxn>
              <a:cxn ang="0">
                <a:pos x="20" y="29"/>
              </a:cxn>
              <a:cxn ang="0">
                <a:pos x="1" y="10"/>
              </a:cxn>
              <a:cxn ang="0">
                <a:pos x="1" y="7"/>
              </a:cxn>
              <a:cxn ang="0">
                <a:pos x="7" y="1"/>
              </a:cxn>
              <a:cxn ang="0">
                <a:pos x="10" y="1"/>
              </a:cxn>
              <a:cxn ang="0">
                <a:pos x="36" y="27"/>
              </a:cxn>
              <a:cxn ang="0">
                <a:pos x="36" y="31"/>
              </a:cxn>
              <a:cxn ang="0">
                <a:pos x="10" y="57"/>
              </a:cxn>
            </a:cxnLst>
            <a:rect l="0" t="0" r="r" b="b"/>
            <a:pathLst>
              <a:path w="37" h="58">
                <a:moveTo>
                  <a:pt x="10" y="57"/>
                </a:moveTo>
                <a:cubicBezTo>
                  <a:pt x="9" y="58"/>
                  <a:pt x="7" y="58"/>
                  <a:pt x="7" y="57"/>
                </a:cubicBezTo>
                <a:cubicBezTo>
                  <a:pt x="1" y="51"/>
                  <a:pt x="1" y="51"/>
                  <a:pt x="1" y="51"/>
                </a:cubicBezTo>
                <a:cubicBezTo>
                  <a:pt x="0" y="50"/>
                  <a:pt x="0" y="49"/>
                  <a:pt x="1" y="48"/>
                </a:cubicBezTo>
                <a:cubicBezTo>
                  <a:pt x="20" y="29"/>
                  <a:pt x="20" y="29"/>
                  <a:pt x="20" y="29"/>
                </a:cubicBezTo>
                <a:cubicBezTo>
                  <a:pt x="1" y="10"/>
                  <a:pt x="1" y="10"/>
                  <a:pt x="1" y="10"/>
                </a:cubicBezTo>
                <a:cubicBezTo>
                  <a:pt x="0" y="9"/>
                  <a:pt x="0" y="8"/>
                  <a:pt x="1" y="7"/>
                </a:cubicBezTo>
                <a:cubicBezTo>
                  <a:pt x="7" y="1"/>
                  <a:pt x="7" y="1"/>
                  <a:pt x="7" y="1"/>
                </a:cubicBezTo>
                <a:cubicBezTo>
                  <a:pt x="7" y="0"/>
                  <a:pt x="9" y="0"/>
                  <a:pt x="10" y="1"/>
                </a:cubicBezTo>
                <a:cubicBezTo>
                  <a:pt x="36" y="27"/>
                  <a:pt x="36" y="27"/>
                  <a:pt x="36" y="27"/>
                </a:cubicBezTo>
                <a:cubicBezTo>
                  <a:pt x="37" y="28"/>
                  <a:pt x="37" y="30"/>
                  <a:pt x="36" y="31"/>
                </a:cubicBezTo>
                <a:lnTo>
                  <a:pt x="10" y="5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50"/>
          <p:cNvSpPr>
            <a:spLocks/>
          </p:cNvSpPr>
          <p:nvPr/>
        </p:nvSpPr>
        <p:spPr bwMode="auto">
          <a:xfrm rot="16200000" flipH="1" flipV="1">
            <a:off x="4456967" y="4164634"/>
            <a:ext cx="227300" cy="350770"/>
          </a:xfrm>
          <a:custGeom>
            <a:avLst/>
            <a:gdLst/>
            <a:ahLst/>
            <a:cxnLst>
              <a:cxn ang="0">
                <a:pos x="10" y="57"/>
              </a:cxn>
              <a:cxn ang="0">
                <a:pos x="7" y="57"/>
              </a:cxn>
              <a:cxn ang="0">
                <a:pos x="1" y="51"/>
              </a:cxn>
              <a:cxn ang="0">
                <a:pos x="1" y="48"/>
              </a:cxn>
              <a:cxn ang="0">
                <a:pos x="20" y="29"/>
              </a:cxn>
              <a:cxn ang="0">
                <a:pos x="1" y="10"/>
              </a:cxn>
              <a:cxn ang="0">
                <a:pos x="1" y="7"/>
              </a:cxn>
              <a:cxn ang="0">
                <a:pos x="7" y="1"/>
              </a:cxn>
              <a:cxn ang="0">
                <a:pos x="10" y="1"/>
              </a:cxn>
              <a:cxn ang="0">
                <a:pos x="36" y="27"/>
              </a:cxn>
              <a:cxn ang="0">
                <a:pos x="36" y="31"/>
              </a:cxn>
              <a:cxn ang="0">
                <a:pos x="10" y="57"/>
              </a:cxn>
            </a:cxnLst>
            <a:rect l="0" t="0" r="r" b="b"/>
            <a:pathLst>
              <a:path w="37" h="58">
                <a:moveTo>
                  <a:pt x="10" y="57"/>
                </a:moveTo>
                <a:cubicBezTo>
                  <a:pt x="9" y="58"/>
                  <a:pt x="7" y="58"/>
                  <a:pt x="7" y="57"/>
                </a:cubicBezTo>
                <a:cubicBezTo>
                  <a:pt x="1" y="51"/>
                  <a:pt x="1" y="51"/>
                  <a:pt x="1" y="51"/>
                </a:cubicBezTo>
                <a:cubicBezTo>
                  <a:pt x="0" y="50"/>
                  <a:pt x="0" y="49"/>
                  <a:pt x="1" y="48"/>
                </a:cubicBezTo>
                <a:cubicBezTo>
                  <a:pt x="20" y="29"/>
                  <a:pt x="20" y="29"/>
                  <a:pt x="20" y="29"/>
                </a:cubicBezTo>
                <a:cubicBezTo>
                  <a:pt x="1" y="10"/>
                  <a:pt x="1" y="10"/>
                  <a:pt x="1" y="10"/>
                </a:cubicBezTo>
                <a:cubicBezTo>
                  <a:pt x="0" y="9"/>
                  <a:pt x="0" y="8"/>
                  <a:pt x="1" y="7"/>
                </a:cubicBezTo>
                <a:cubicBezTo>
                  <a:pt x="7" y="1"/>
                  <a:pt x="7" y="1"/>
                  <a:pt x="7" y="1"/>
                </a:cubicBezTo>
                <a:cubicBezTo>
                  <a:pt x="7" y="0"/>
                  <a:pt x="9" y="0"/>
                  <a:pt x="10" y="1"/>
                </a:cubicBezTo>
                <a:cubicBezTo>
                  <a:pt x="36" y="27"/>
                  <a:pt x="36" y="27"/>
                  <a:pt x="36" y="27"/>
                </a:cubicBezTo>
                <a:cubicBezTo>
                  <a:pt x="37" y="28"/>
                  <a:pt x="37" y="30"/>
                  <a:pt x="36" y="31"/>
                </a:cubicBezTo>
                <a:lnTo>
                  <a:pt x="10" y="5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58"/>
          <p:cNvGrpSpPr/>
          <p:nvPr/>
        </p:nvGrpSpPr>
        <p:grpSpPr>
          <a:xfrm>
            <a:off x="6364212" y="1943977"/>
            <a:ext cx="2276195" cy="661843"/>
            <a:chOff x="7174424" y="1400217"/>
            <a:chExt cx="2276195" cy="661843"/>
          </a:xfrm>
        </p:grpSpPr>
        <p:sp>
          <p:nvSpPr>
            <p:cNvPr id="72" name="TextBox 71"/>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3" name="Rectangle 72"/>
            <p:cNvSpPr/>
            <p:nvPr/>
          </p:nvSpPr>
          <p:spPr>
            <a:xfrm>
              <a:off x="7174424" y="1400217"/>
              <a:ext cx="1309589" cy="215444"/>
            </a:xfrm>
            <a:prstGeom prst="rect">
              <a:avLst/>
            </a:prstGeom>
          </p:spPr>
          <p:txBody>
            <a:bodyPr wrap="none" lIns="0" tIns="0" rIns="0" bIns="0">
              <a:spAutoFit/>
            </a:bodyPr>
            <a:lstStyle/>
            <a:p>
              <a:r>
                <a:rPr lang="en-US" sz="1400" b="1" dirty="0">
                  <a:solidFill>
                    <a:schemeClr val="accent2"/>
                  </a:solidFill>
                </a:rPr>
                <a:t>Title Goes Here</a:t>
              </a:r>
            </a:p>
          </p:txBody>
        </p:sp>
      </p:grpSp>
      <p:grpSp>
        <p:nvGrpSpPr>
          <p:cNvPr id="3" name="Group 56"/>
          <p:cNvGrpSpPr/>
          <p:nvPr/>
        </p:nvGrpSpPr>
        <p:grpSpPr>
          <a:xfrm>
            <a:off x="473749" y="1879764"/>
            <a:ext cx="2276202" cy="644244"/>
            <a:chOff x="-296510" y="1428725"/>
            <a:chExt cx="2276202" cy="644244"/>
          </a:xfrm>
        </p:grpSpPr>
        <p:sp>
          <p:nvSpPr>
            <p:cNvPr id="75" name="TextBox 74"/>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6" name="Rectangle 75"/>
            <p:cNvSpPr/>
            <p:nvPr/>
          </p:nvSpPr>
          <p:spPr>
            <a:xfrm>
              <a:off x="908886" y="1428725"/>
              <a:ext cx="1070806" cy="215444"/>
            </a:xfrm>
            <a:prstGeom prst="rect">
              <a:avLst/>
            </a:prstGeom>
          </p:spPr>
          <p:txBody>
            <a:bodyPr wrap="none" lIns="0" tIns="0" rIns="0" bIns="0">
              <a:spAutoFit/>
            </a:bodyPr>
            <a:lstStyle/>
            <a:p>
              <a:pPr algn="r"/>
              <a:r>
                <a:rPr lang="en-US" sz="1400" b="1" dirty="0">
                  <a:solidFill>
                    <a:schemeClr val="accent1"/>
                  </a:solidFill>
                </a:rPr>
                <a:t>Title Goes Here</a:t>
              </a:r>
            </a:p>
          </p:txBody>
        </p:sp>
      </p:grpSp>
      <p:grpSp>
        <p:nvGrpSpPr>
          <p:cNvPr id="4" name="Group 58"/>
          <p:cNvGrpSpPr/>
          <p:nvPr/>
        </p:nvGrpSpPr>
        <p:grpSpPr>
          <a:xfrm>
            <a:off x="6345162" y="3486852"/>
            <a:ext cx="2276195" cy="661843"/>
            <a:chOff x="7174424" y="1400217"/>
            <a:chExt cx="2276195" cy="661843"/>
          </a:xfrm>
        </p:grpSpPr>
        <p:sp>
          <p:nvSpPr>
            <p:cNvPr id="78" name="TextBox 77"/>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9" name="Rectangle 78"/>
            <p:cNvSpPr/>
            <p:nvPr/>
          </p:nvSpPr>
          <p:spPr>
            <a:xfrm>
              <a:off x="7174424" y="1400217"/>
              <a:ext cx="1070806" cy="215444"/>
            </a:xfrm>
            <a:prstGeom prst="rect">
              <a:avLst/>
            </a:prstGeom>
          </p:spPr>
          <p:txBody>
            <a:bodyPr wrap="none" lIns="0" tIns="0" rIns="0" bIns="0">
              <a:spAutoFit/>
            </a:bodyPr>
            <a:lstStyle/>
            <a:p>
              <a:r>
                <a:rPr lang="en-US" sz="1400" b="1" dirty="0">
                  <a:solidFill>
                    <a:schemeClr val="accent3"/>
                  </a:solidFill>
                </a:rPr>
                <a:t>Title Goes Here</a:t>
              </a:r>
            </a:p>
          </p:txBody>
        </p:sp>
      </p:grpSp>
      <p:grpSp>
        <p:nvGrpSpPr>
          <p:cNvPr id="5" name="Group 56"/>
          <p:cNvGrpSpPr/>
          <p:nvPr/>
        </p:nvGrpSpPr>
        <p:grpSpPr>
          <a:xfrm>
            <a:off x="473749" y="3426270"/>
            <a:ext cx="2276202" cy="644244"/>
            <a:chOff x="-296510" y="1428725"/>
            <a:chExt cx="2276202" cy="644244"/>
          </a:xfrm>
        </p:grpSpPr>
        <p:sp>
          <p:nvSpPr>
            <p:cNvPr id="83" name="TextBox 82"/>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4" name="Rectangle 83"/>
            <p:cNvSpPr/>
            <p:nvPr/>
          </p:nvSpPr>
          <p:spPr>
            <a:xfrm>
              <a:off x="908886" y="1428725"/>
              <a:ext cx="1070806" cy="215444"/>
            </a:xfrm>
            <a:prstGeom prst="rect">
              <a:avLst/>
            </a:prstGeom>
          </p:spPr>
          <p:txBody>
            <a:bodyPr wrap="none" lIns="0" tIns="0" rIns="0" bIns="0">
              <a:spAutoFit/>
            </a:bodyPr>
            <a:lstStyle/>
            <a:p>
              <a:pPr algn="r"/>
              <a:r>
                <a:rPr lang="en-US" sz="1400" b="1" dirty="0">
                  <a:solidFill>
                    <a:schemeClr val="accent4"/>
                  </a:solidFill>
                </a:rPr>
                <a:t>Title Goes Here</a:t>
              </a:r>
            </a:p>
          </p:txBody>
        </p:sp>
      </p:grpSp>
      <p:grpSp>
        <p:nvGrpSpPr>
          <p:cNvPr id="6" name="Group 123"/>
          <p:cNvGrpSpPr/>
          <p:nvPr/>
        </p:nvGrpSpPr>
        <p:grpSpPr>
          <a:xfrm>
            <a:off x="4904921" y="2112909"/>
            <a:ext cx="552052" cy="552052"/>
            <a:chOff x="8780463" y="1906588"/>
            <a:chExt cx="360363" cy="360363"/>
          </a:xfrm>
          <a:solidFill>
            <a:schemeClr val="bg1"/>
          </a:solidFill>
        </p:grpSpPr>
        <p:sp>
          <p:nvSpPr>
            <p:cNvPr id="87"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5" name="Freeform 131"/>
          <p:cNvSpPr>
            <a:spLocks noEditPoints="1"/>
          </p:cNvSpPr>
          <p:nvPr/>
        </p:nvSpPr>
        <p:spPr bwMode="auto">
          <a:xfrm>
            <a:off x="3673841" y="3250045"/>
            <a:ext cx="552052" cy="518004"/>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144"/>
          <p:cNvSpPr>
            <a:spLocks noEditPoints="1"/>
          </p:cNvSpPr>
          <p:nvPr/>
        </p:nvSpPr>
        <p:spPr bwMode="auto">
          <a:xfrm>
            <a:off x="4855213" y="3233021"/>
            <a:ext cx="564210" cy="552052"/>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 name="Group 143"/>
          <p:cNvGrpSpPr/>
          <p:nvPr/>
        </p:nvGrpSpPr>
        <p:grpSpPr>
          <a:xfrm>
            <a:off x="3662690" y="2086470"/>
            <a:ext cx="596936" cy="604930"/>
            <a:chOff x="3036888" y="1909763"/>
            <a:chExt cx="355600" cy="360363"/>
          </a:xfrm>
          <a:solidFill>
            <a:schemeClr val="bg1"/>
          </a:solidFill>
        </p:grpSpPr>
        <p:sp>
          <p:nvSpPr>
            <p:cNvPr id="104" name="Freeform 76"/>
            <p:cNvSpPr>
              <a:spLocks noEditPoints="1"/>
            </p:cNvSpPr>
            <p:nvPr/>
          </p:nvSpPr>
          <p:spPr bwMode="auto">
            <a:xfrm>
              <a:off x="3036888" y="1909763"/>
              <a:ext cx="355600" cy="360363"/>
            </a:xfrm>
            <a:custGeom>
              <a:avLst/>
              <a:gdLst/>
              <a:ahLst/>
              <a:cxnLst>
                <a:cxn ang="0">
                  <a:pos x="84" y="0"/>
                </a:cxn>
                <a:cxn ang="0">
                  <a:pos x="46" y="38"/>
                </a:cxn>
                <a:cxn ang="0">
                  <a:pos x="48" y="52"/>
                </a:cxn>
                <a:cxn ang="0">
                  <a:pos x="2" y="99"/>
                </a:cxn>
                <a:cxn ang="0">
                  <a:pos x="0" y="103"/>
                </a:cxn>
                <a:cxn ang="0">
                  <a:pos x="0" y="115"/>
                </a:cxn>
                <a:cxn ang="0">
                  <a:pos x="7" y="123"/>
                </a:cxn>
                <a:cxn ang="0">
                  <a:pos x="19" y="123"/>
                </a:cxn>
                <a:cxn ang="0">
                  <a:pos x="24" y="120"/>
                </a:cxn>
                <a:cxn ang="0">
                  <a:pos x="29" y="115"/>
                </a:cxn>
                <a:cxn ang="0">
                  <a:pos x="38" y="115"/>
                </a:cxn>
                <a:cxn ang="0">
                  <a:pos x="46" y="107"/>
                </a:cxn>
                <a:cxn ang="0">
                  <a:pos x="46" y="100"/>
                </a:cxn>
                <a:cxn ang="0">
                  <a:pos x="53" y="100"/>
                </a:cxn>
                <a:cxn ang="0">
                  <a:pos x="61" y="92"/>
                </a:cxn>
                <a:cxn ang="0">
                  <a:pos x="61" y="83"/>
                </a:cxn>
                <a:cxn ang="0">
                  <a:pos x="70" y="74"/>
                </a:cxn>
                <a:cxn ang="0">
                  <a:pos x="84" y="77"/>
                </a:cxn>
                <a:cxn ang="0">
                  <a:pos x="122" y="38"/>
                </a:cxn>
                <a:cxn ang="0">
                  <a:pos x="84" y="0"/>
                </a:cxn>
                <a:cxn ang="0">
                  <a:pos x="84" y="69"/>
                </a:cxn>
                <a:cxn ang="0">
                  <a:pos x="69" y="65"/>
                </a:cxn>
                <a:cxn ang="0">
                  <a:pos x="67" y="66"/>
                </a:cxn>
                <a:cxn ang="0">
                  <a:pos x="63" y="70"/>
                </a:cxn>
                <a:cxn ang="0">
                  <a:pos x="56" y="77"/>
                </a:cxn>
                <a:cxn ang="0">
                  <a:pos x="53" y="83"/>
                </a:cxn>
                <a:cxn ang="0">
                  <a:pos x="53" y="92"/>
                </a:cxn>
                <a:cxn ang="0">
                  <a:pos x="46" y="92"/>
                </a:cxn>
                <a:cxn ang="0">
                  <a:pos x="38" y="100"/>
                </a:cxn>
                <a:cxn ang="0">
                  <a:pos x="38" y="107"/>
                </a:cxn>
                <a:cxn ang="0">
                  <a:pos x="29" y="107"/>
                </a:cxn>
                <a:cxn ang="0">
                  <a:pos x="24" y="109"/>
                </a:cxn>
                <a:cxn ang="0">
                  <a:pos x="18" y="115"/>
                </a:cxn>
                <a:cxn ang="0">
                  <a:pos x="7" y="115"/>
                </a:cxn>
                <a:cxn ang="0">
                  <a:pos x="7" y="104"/>
                </a:cxn>
                <a:cxn ang="0">
                  <a:pos x="52" y="59"/>
                </a:cxn>
                <a:cxn ang="0">
                  <a:pos x="52" y="59"/>
                </a:cxn>
                <a:cxn ang="0">
                  <a:pos x="58" y="54"/>
                </a:cxn>
                <a:cxn ang="0">
                  <a:pos x="53" y="38"/>
                </a:cxn>
                <a:cxn ang="0">
                  <a:pos x="84" y="7"/>
                </a:cxn>
                <a:cxn ang="0">
                  <a:pos x="115" y="38"/>
                </a:cxn>
                <a:cxn ang="0">
                  <a:pos x="84" y="69"/>
                </a:cxn>
                <a:cxn ang="0">
                  <a:pos x="84" y="69"/>
                </a:cxn>
                <a:cxn ang="0">
                  <a:pos x="84" y="69"/>
                </a:cxn>
              </a:cxnLst>
              <a:rect l="0" t="0" r="r" b="b"/>
              <a:pathLst>
                <a:path w="122" h="123">
                  <a:moveTo>
                    <a:pt x="84" y="0"/>
                  </a:moveTo>
                  <a:cubicBezTo>
                    <a:pt x="63" y="0"/>
                    <a:pt x="46" y="17"/>
                    <a:pt x="46" y="38"/>
                  </a:cubicBezTo>
                  <a:cubicBezTo>
                    <a:pt x="46" y="43"/>
                    <a:pt x="47" y="48"/>
                    <a:pt x="48" y="52"/>
                  </a:cubicBezTo>
                  <a:cubicBezTo>
                    <a:pt x="2" y="99"/>
                    <a:pt x="2" y="99"/>
                    <a:pt x="2" y="99"/>
                  </a:cubicBezTo>
                  <a:cubicBezTo>
                    <a:pt x="1" y="100"/>
                    <a:pt x="0" y="101"/>
                    <a:pt x="0" y="103"/>
                  </a:cubicBezTo>
                  <a:cubicBezTo>
                    <a:pt x="0" y="115"/>
                    <a:pt x="0" y="115"/>
                    <a:pt x="0" y="115"/>
                  </a:cubicBezTo>
                  <a:cubicBezTo>
                    <a:pt x="0" y="119"/>
                    <a:pt x="3" y="123"/>
                    <a:pt x="7" y="123"/>
                  </a:cubicBezTo>
                  <a:cubicBezTo>
                    <a:pt x="19" y="123"/>
                    <a:pt x="19" y="123"/>
                    <a:pt x="19" y="123"/>
                  </a:cubicBezTo>
                  <a:cubicBezTo>
                    <a:pt x="21" y="123"/>
                    <a:pt x="22" y="122"/>
                    <a:pt x="24" y="120"/>
                  </a:cubicBezTo>
                  <a:cubicBezTo>
                    <a:pt x="29" y="115"/>
                    <a:pt x="29" y="115"/>
                    <a:pt x="29" y="115"/>
                  </a:cubicBezTo>
                  <a:cubicBezTo>
                    <a:pt x="38" y="115"/>
                    <a:pt x="38" y="115"/>
                    <a:pt x="38" y="115"/>
                  </a:cubicBezTo>
                  <a:cubicBezTo>
                    <a:pt x="42" y="115"/>
                    <a:pt x="46" y="111"/>
                    <a:pt x="46" y="107"/>
                  </a:cubicBezTo>
                  <a:cubicBezTo>
                    <a:pt x="46" y="100"/>
                    <a:pt x="46" y="100"/>
                    <a:pt x="46" y="100"/>
                  </a:cubicBezTo>
                  <a:cubicBezTo>
                    <a:pt x="53" y="100"/>
                    <a:pt x="53" y="100"/>
                    <a:pt x="53" y="100"/>
                  </a:cubicBezTo>
                  <a:cubicBezTo>
                    <a:pt x="58" y="100"/>
                    <a:pt x="61" y="96"/>
                    <a:pt x="61" y="92"/>
                  </a:cubicBezTo>
                  <a:cubicBezTo>
                    <a:pt x="61" y="83"/>
                    <a:pt x="61" y="83"/>
                    <a:pt x="61" y="83"/>
                  </a:cubicBezTo>
                  <a:cubicBezTo>
                    <a:pt x="70" y="74"/>
                    <a:pt x="70" y="74"/>
                    <a:pt x="70" y="74"/>
                  </a:cubicBezTo>
                  <a:cubicBezTo>
                    <a:pt x="74" y="76"/>
                    <a:pt x="79" y="77"/>
                    <a:pt x="84" y="77"/>
                  </a:cubicBezTo>
                  <a:cubicBezTo>
                    <a:pt x="105" y="77"/>
                    <a:pt x="122" y="59"/>
                    <a:pt x="122" y="38"/>
                  </a:cubicBezTo>
                  <a:cubicBezTo>
                    <a:pt x="122" y="17"/>
                    <a:pt x="105" y="0"/>
                    <a:pt x="84" y="0"/>
                  </a:cubicBezTo>
                  <a:close/>
                  <a:moveTo>
                    <a:pt x="84" y="69"/>
                  </a:moveTo>
                  <a:cubicBezTo>
                    <a:pt x="78" y="69"/>
                    <a:pt x="73" y="67"/>
                    <a:pt x="69" y="65"/>
                  </a:cubicBezTo>
                  <a:cubicBezTo>
                    <a:pt x="67" y="66"/>
                    <a:pt x="67" y="66"/>
                    <a:pt x="67" y="66"/>
                  </a:cubicBezTo>
                  <a:cubicBezTo>
                    <a:pt x="63" y="70"/>
                    <a:pt x="63" y="70"/>
                    <a:pt x="63" y="70"/>
                  </a:cubicBezTo>
                  <a:cubicBezTo>
                    <a:pt x="56" y="77"/>
                    <a:pt x="56" y="77"/>
                    <a:pt x="56" y="77"/>
                  </a:cubicBezTo>
                  <a:cubicBezTo>
                    <a:pt x="54" y="79"/>
                    <a:pt x="53" y="81"/>
                    <a:pt x="53" y="83"/>
                  </a:cubicBezTo>
                  <a:cubicBezTo>
                    <a:pt x="53" y="92"/>
                    <a:pt x="53" y="92"/>
                    <a:pt x="53" y="92"/>
                  </a:cubicBezTo>
                  <a:cubicBezTo>
                    <a:pt x="46" y="92"/>
                    <a:pt x="46" y="92"/>
                    <a:pt x="46" y="92"/>
                  </a:cubicBezTo>
                  <a:cubicBezTo>
                    <a:pt x="41" y="92"/>
                    <a:pt x="38" y="95"/>
                    <a:pt x="38" y="100"/>
                  </a:cubicBezTo>
                  <a:cubicBezTo>
                    <a:pt x="38" y="107"/>
                    <a:pt x="38" y="107"/>
                    <a:pt x="38" y="107"/>
                  </a:cubicBezTo>
                  <a:cubicBezTo>
                    <a:pt x="29" y="107"/>
                    <a:pt x="29" y="107"/>
                    <a:pt x="29" y="107"/>
                  </a:cubicBezTo>
                  <a:cubicBezTo>
                    <a:pt x="27" y="107"/>
                    <a:pt x="25" y="108"/>
                    <a:pt x="24" y="109"/>
                  </a:cubicBezTo>
                  <a:cubicBezTo>
                    <a:pt x="18" y="115"/>
                    <a:pt x="18" y="115"/>
                    <a:pt x="18" y="115"/>
                  </a:cubicBezTo>
                  <a:cubicBezTo>
                    <a:pt x="7" y="115"/>
                    <a:pt x="7" y="115"/>
                    <a:pt x="7" y="115"/>
                  </a:cubicBezTo>
                  <a:cubicBezTo>
                    <a:pt x="7" y="104"/>
                    <a:pt x="7" y="104"/>
                    <a:pt x="7" y="104"/>
                  </a:cubicBezTo>
                  <a:cubicBezTo>
                    <a:pt x="52" y="59"/>
                    <a:pt x="52" y="59"/>
                    <a:pt x="52" y="59"/>
                  </a:cubicBezTo>
                  <a:cubicBezTo>
                    <a:pt x="52" y="59"/>
                    <a:pt x="52" y="59"/>
                    <a:pt x="52" y="59"/>
                  </a:cubicBezTo>
                  <a:cubicBezTo>
                    <a:pt x="58" y="54"/>
                    <a:pt x="58" y="54"/>
                    <a:pt x="58" y="54"/>
                  </a:cubicBezTo>
                  <a:cubicBezTo>
                    <a:pt x="55" y="49"/>
                    <a:pt x="53" y="44"/>
                    <a:pt x="53" y="38"/>
                  </a:cubicBezTo>
                  <a:cubicBezTo>
                    <a:pt x="53" y="21"/>
                    <a:pt x="67" y="7"/>
                    <a:pt x="84" y="7"/>
                  </a:cubicBezTo>
                  <a:cubicBezTo>
                    <a:pt x="101" y="7"/>
                    <a:pt x="115" y="21"/>
                    <a:pt x="115" y="38"/>
                  </a:cubicBezTo>
                  <a:cubicBezTo>
                    <a:pt x="115" y="55"/>
                    <a:pt x="101" y="69"/>
                    <a:pt x="84" y="69"/>
                  </a:cubicBezTo>
                  <a:close/>
                  <a:moveTo>
                    <a:pt x="84" y="69"/>
                  </a:moveTo>
                  <a:cubicBezTo>
                    <a:pt x="84" y="69"/>
                    <a:pt x="84" y="69"/>
                    <a:pt x="84" y="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77"/>
            <p:cNvSpPr>
              <a:spLocks noEditPoints="1"/>
            </p:cNvSpPr>
            <p:nvPr/>
          </p:nvSpPr>
          <p:spPr bwMode="auto">
            <a:xfrm>
              <a:off x="3259138" y="1952626"/>
              <a:ext cx="90488" cy="92075"/>
            </a:xfrm>
            <a:custGeom>
              <a:avLst/>
              <a:gdLst/>
              <a:ahLst/>
              <a:cxnLst>
                <a:cxn ang="0">
                  <a:pos x="30" y="16"/>
                </a:cxn>
                <a:cxn ang="0">
                  <a:pos x="15" y="1"/>
                </a:cxn>
                <a:cxn ang="0">
                  <a:pos x="11" y="0"/>
                </a:cxn>
                <a:cxn ang="0">
                  <a:pos x="1" y="11"/>
                </a:cxn>
                <a:cxn ang="0">
                  <a:pos x="0" y="12"/>
                </a:cxn>
                <a:cxn ang="0">
                  <a:pos x="1" y="15"/>
                </a:cxn>
                <a:cxn ang="0">
                  <a:pos x="17" y="30"/>
                </a:cxn>
                <a:cxn ang="0">
                  <a:pos x="20" y="31"/>
                </a:cxn>
                <a:cxn ang="0">
                  <a:pos x="31" y="20"/>
                </a:cxn>
                <a:cxn ang="0">
                  <a:pos x="31" y="19"/>
                </a:cxn>
                <a:cxn ang="0">
                  <a:pos x="30" y="16"/>
                </a:cxn>
                <a:cxn ang="0">
                  <a:pos x="19" y="27"/>
                </a:cxn>
                <a:cxn ang="0">
                  <a:pos x="4" y="13"/>
                </a:cxn>
                <a:cxn ang="0">
                  <a:pos x="13" y="4"/>
                </a:cxn>
                <a:cxn ang="0">
                  <a:pos x="27" y="19"/>
                </a:cxn>
                <a:cxn ang="0">
                  <a:pos x="19" y="27"/>
                </a:cxn>
                <a:cxn ang="0">
                  <a:pos x="19" y="27"/>
                </a:cxn>
                <a:cxn ang="0">
                  <a:pos x="19" y="27"/>
                </a:cxn>
              </a:cxnLst>
              <a:rect l="0" t="0" r="r" b="b"/>
              <a:pathLst>
                <a:path w="31" h="31">
                  <a:moveTo>
                    <a:pt x="30" y="16"/>
                  </a:moveTo>
                  <a:cubicBezTo>
                    <a:pt x="26" y="10"/>
                    <a:pt x="21" y="5"/>
                    <a:pt x="15" y="1"/>
                  </a:cubicBezTo>
                  <a:cubicBezTo>
                    <a:pt x="14" y="0"/>
                    <a:pt x="13" y="0"/>
                    <a:pt x="11" y="0"/>
                  </a:cubicBezTo>
                  <a:cubicBezTo>
                    <a:pt x="6" y="2"/>
                    <a:pt x="2" y="6"/>
                    <a:pt x="1" y="11"/>
                  </a:cubicBezTo>
                  <a:cubicBezTo>
                    <a:pt x="0" y="12"/>
                    <a:pt x="0" y="12"/>
                    <a:pt x="0" y="12"/>
                  </a:cubicBezTo>
                  <a:cubicBezTo>
                    <a:pt x="0" y="13"/>
                    <a:pt x="1" y="14"/>
                    <a:pt x="1" y="15"/>
                  </a:cubicBezTo>
                  <a:cubicBezTo>
                    <a:pt x="5" y="21"/>
                    <a:pt x="11" y="26"/>
                    <a:pt x="17" y="30"/>
                  </a:cubicBezTo>
                  <a:cubicBezTo>
                    <a:pt x="18" y="31"/>
                    <a:pt x="19" y="31"/>
                    <a:pt x="20" y="31"/>
                  </a:cubicBezTo>
                  <a:cubicBezTo>
                    <a:pt x="25" y="29"/>
                    <a:pt x="29" y="25"/>
                    <a:pt x="31" y="20"/>
                  </a:cubicBezTo>
                  <a:cubicBezTo>
                    <a:pt x="31" y="19"/>
                    <a:pt x="31" y="19"/>
                    <a:pt x="31" y="19"/>
                  </a:cubicBezTo>
                  <a:cubicBezTo>
                    <a:pt x="31" y="18"/>
                    <a:pt x="31" y="17"/>
                    <a:pt x="30" y="16"/>
                  </a:cubicBezTo>
                  <a:close/>
                  <a:moveTo>
                    <a:pt x="19" y="27"/>
                  </a:moveTo>
                  <a:cubicBezTo>
                    <a:pt x="13" y="23"/>
                    <a:pt x="8" y="18"/>
                    <a:pt x="4" y="13"/>
                  </a:cubicBezTo>
                  <a:cubicBezTo>
                    <a:pt x="6" y="8"/>
                    <a:pt x="8" y="6"/>
                    <a:pt x="13" y="4"/>
                  </a:cubicBezTo>
                  <a:cubicBezTo>
                    <a:pt x="18" y="8"/>
                    <a:pt x="23" y="13"/>
                    <a:pt x="27" y="19"/>
                  </a:cubicBezTo>
                  <a:cubicBezTo>
                    <a:pt x="26" y="23"/>
                    <a:pt x="23" y="26"/>
                    <a:pt x="19" y="27"/>
                  </a:cubicBezTo>
                  <a:close/>
                  <a:moveTo>
                    <a:pt x="19" y="27"/>
                  </a:moveTo>
                  <a:cubicBezTo>
                    <a:pt x="19" y="27"/>
                    <a:pt x="19" y="27"/>
                    <a:pt x="19" y="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edge">
                                      <p:cBhvr>
                                        <p:cTn id="7" dur="1000"/>
                                        <p:tgtEl>
                                          <p:spTgt spid="60"/>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1029"/>
                                        </p:tgtEl>
                                        <p:attrNameLst>
                                          <p:attrName>style.visibility</p:attrName>
                                        </p:attrNameLst>
                                      </p:cBhvr>
                                      <p:to>
                                        <p:strVal val="visible"/>
                                      </p:to>
                                    </p:set>
                                    <p:anim calcmode="lin" valueType="num">
                                      <p:cBhvr>
                                        <p:cTn id="11" dur="500" fill="hold"/>
                                        <p:tgtEl>
                                          <p:spTgt spid="1029"/>
                                        </p:tgtEl>
                                        <p:attrNameLst>
                                          <p:attrName>ppt_w</p:attrName>
                                        </p:attrNameLst>
                                      </p:cBhvr>
                                      <p:tavLst>
                                        <p:tav tm="0">
                                          <p:val>
                                            <p:fltVal val="0"/>
                                          </p:val>
                                        </p:tav>
                                        <p:tav tm="100000">
                                          <p:val>
                                            <p:strVal val="#ppt_w"/>
                                          </p:val>
                                        </p:tav>
                                      </p:tavLst>
                                    </p:anim>
                                    <p:anim calcmode="lin" valueType="num">
                                      <p:cBhvr>
                                        <p:cTn id="12" dur="500" fill="hold"/>
                                        <p:tgtEl>
                                          <p:spTgt spid="1029"/>
                                        </p:tgtEl>
                                        <p:attrNameLst>
                                          <p:attrName>ppt_h</p:attrName>
                                        </p:attrNameLst>
                                      </p:cBhvr>
                                      <p:tavLst>
                                        <p:tav tm="0">
                                          <p:val>
                                            <p:fltVal val="0"/>
                                          </p:val>
                                        </p:tav>
                                        <p:tav tm="100000">
                                          <p:val>
                                            <p:strVal val="#ppt_h"/>
                                          </p:val>
                                        </p:tav>
                                      </p:tavLst>
                                    </p:anim>
                                    <p:animEffect transition="in" filter="fade">
                                      <p:cBhvr>
                                        <p:cTn id="13" dur="500"/>
                                        <p:tgtEl>
                                          <p:spTgt spid="1029"/>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1031"/>
                                        </p:tgtEl>
                                        <p:attrNameLst>
                                          <p:attrName>style.visibility</p:attrName>
                                        </p:attrNameLst>
                                      </p:cBhvr>
                                      <p:to>
                                        <p:strVal val="visible"/>
                                      </p:to>
                                    </p:set>
                                    <p:anim calcmode="lin" valueType="num">
                                      <p:cBhvr>
                                        <p:cTn id="17" dur="500" fill="hold"/>
                                        <p:tgtEl>
                                          <p:spTgt spid="1031"/>
                                        </p:tgtEl>
                                        <p:attrNameLst>
                                          <p:attrName>ppt_w</p:attrName>
                                        </p:attrNameLst>
                                      </p:cBhvr>
                                      <p:tavLst>
                                        <p:tav tm="0">
                                          <p:val>
                                            <p:fltVal val="0"/>
                                          </p:val>
                                        </p:tav>
                                        <p:tav tm="100000">
                                          <p:val>
                                            <p:strVal val="#ppt_w"/>
                                          </p:val>
                                        </p:tav>
                                      </p:tavLst>
                                    </p:anim>
                                    <p:anim calcmode="lin" valueType="num">
                                      <p:cBhvr>
                                        <p:cTn id="18" dur="500" fill="hold"/>
                                        <p:tgtEl>
                                          <p:spTgt spid="1031"/>
                                        </p:tgtEl>
                                        <p:attrNameLst>
                                          <p:attrName>ppt_h</p:attrName>
                                        </p:attrNameLst>
                                      </p:cBhvr>
                                      <p:tavLst>
                                        <p:tav tm="0">
                                          <p:val>
                                            <p:fltVal val="0"/>
                                          </p:val>
                                        </p:tav>
                                        <p:tav tm="100000">
                                          <p:val>
                                            <p:strVal val="#ppt_h"/>
                                          </p:val>
                                        </p:tav>
                                      </p:tavLst>
                                    </p:anim>
                                    <p:animEffect transition="in" filter="fade">
                                      <p:cBhvr>
                                        <p:cTn id="19" dur="500"/>
                                        <p:tgtEl>
                                          <p:spTgt spid="1031"/>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1030"/>
                                        </p:tgtEl>
                                        <p:attrNameLst>
                                          <p:attrName>style.visibility</p:attrName>
                                        </p:attrNameLst>
                                      </p:cBhvr>
                                      <p:to>
                                        <p:strVal val="visible"/>
                                      </p:to>
                                    </p:set>
                                    <p:anim calcmode="lin" valueType="num">
                                      <p:cBhvr>
                                        <p:cTn id="23" dur="500" fill="hold"/>
                                        <p:tgtEl>
                                          <p:spTgt spid="1030"/>
                                        </p:tgtEl>
                                        <p:attrNameLst>
                                          <p:attrName>ppt_w</p:attrName>
                                        </p:attrNameLst>
                                      </p:cBhvr>
                                      <p:tavLst>
                                        <p:tav tm="0">
                                          <p:val>
                                            <p:fltVal val="0"/>
                                          </p:val>
                                        </p:tav>
                                        <p:tav tm="100000">
                                          <p:val>
                                            <p:strVal val="#ppt_w"/>
                                          </p:val>
                                        </p:tav>
                                      </p:tavLst>
                                    </p:anim>
                                    <p:anim calcmode="lin" valueType="num">
                                      <p:cBhvr>
                                        <p:cTn id="24" dur="500" fill="hold"/>
                                        <p:tgtEl>
                                          <p:spTgt spid="1030"/>
                                        </p:tgtEl>
                                        <p:attrNameLst>
                                          <p:attrName>ppt_h</p:attrName>
                                        </p:attrNameLst>
                                      </p:cBhvr>
                                      <p:tavLst>
                                        <p:tav tm="0">
                                          <p:val>
                                            <p:fltVal val="0"/>
                                          </p:val>
                                        </p:tav>
                                        <p:tav tm="100000">
                                          <p:val>
                                            <p:strVal val="#ppt_h"/>
                                          </p:val>
                                        </p:tav>
                                      </p:tavLst>
                                    </p:anim>
                                    <p:animEffect transition="in" filter="fade">
                                      <p:cBhvr>
                                        <p:cTn id="25" dur="500"/>
                                        <p:tgtEl>
                                          <p:spTgt spid="1030"/>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1032"/>
                                        </p:tgtEl>
                                        <p:attrNameLst>
                                          <p:attrName>style.visibility</p:attrName>
                                        </p:attrNameLst>
                                      </p:cBhvr>
                                      <p:to>
                                        <p:strVal val="visible"/>
                                      </p:to>
                                    </p:set>
                                    <p:anim calcmode="lin" valueType="num">
                                      <p:cBhvr>
                                        <p:cTn id="29" dur="500" fill="hold"/>
                                        <p:tgtEl>
                                          <p:spTgt spid="1032"/>
                                        </p:tgtEl>
                                        <p:attrNameLst>
                                          <p:attrName>ppt_w</p:attrName>
                                        </p:attrNameLst>
                                      </p:cBhvr>
                                      <p:tavLst>
                                        <p:tav tm="0">
                                          <p:val>
                                            <p:fltVal val="0"/>
                                          </p:val>
                                        </p:tav>
                                        <p:tav tm="100000">
                                          <p:val>
                                            <p:strVal val="#ppt_w"/>
                                          </p:val>
                                        </p:tav>
                                      </p:tavLst>
                                    </p:anim>
                                    <p:anim calcmode="lin" valueType="num">
                                      <p:cBhvr>
                                        <p:cTn id="30" dur="500" fill="hold"/>
                                        <p:tgtEl>
                                          <p:spTgt spid="1032"/>
                                        </p:tgtEl>
                                        <p:attrNameLst>
                                          <p:attrName>ppt_h</p:attrName>
                                        </p:attrNameLst>
                                      </p:cBhvr>
                                      <p:tavLst>
                                        <p:tav tm="0">
                                          <p:val>
                                            <p:fltVal val="0"/>
                                          </p:val>
                                        </p:tav>
                                        <p:tav tm="100000">
                                          <p:val>
                                            <p:strVal val="#ppt_h"/>
                                          </p:val>
                                        </p:tav>
                                      </p:tavLst>
                                    </p:anim>
                                    <p:animEffect transition="in" filter="fade">
                                      <p:cBhvr>
                                        <p:cTn id="31" dur="500"/>
                                        <p:tgtEl>
                                          <p:spTgt spid="1032"/>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p:cTn id="35" dur="500" fill="hold"/>
                                        <p:tgtEl>
                                          <p:spTgt spid="7"/>
                                        </p:tgtEl>
                                        <p:attrNameLst>
                                          <p:attrName>ppt_w</p:attrName>
                                        </p:attrNameLst>
                                      </p:cBhvr>
                                      <p:tavLst>
                                        <p:tav tm="0">
                                          <p:val>
                                            <p:fltVal val="0"/>
                                          </p:val>
                                        </p:tav>
                                        <p:tav tm="100000">
                                          <p:val>
                                            <p:strVal val="#ppt_w"/>
                                          </p:val>
                                        </p:tav>
                                      </p:tavLst>
                                    </p:anim>
                                    <p:anim calcmode="lin" valueType="num">
                                      <p:cBhvr>
                                        <p:cTn id="36" dur="500" fill="hold"/>
                                        <p:tgtEl>
                                          <p:spTgt spid="7"/>
                                        </p:tgtEl>
                                        <p:attrNameLst>
                                          <p:attrName>ppt_h</p:attrName>
                                        </p:attrNameLst>
                                      </p:cBhvr>
                                      <p:tavLst>
                                        <p:tav tm="0">
                                          <p:val>
                                            <p:fltVal val="0"/>
                                          </p:val>
                                        </p:tav>
                                        <p:tav tm="100000">
                                          <p:val>
                                            <p:strVal val="#ppt_h"/>
                                          </p:val>
                                        </p:tav>
                                      </p:tavLst>
                                    </p:anim>
                                    <p:animEffect transition="in" filter="fade">
                                      <p:cBhvr>
                                        <p:cTn id="37" dur="500"/>
                                        <p:tgtEl>
                                          <p:spTgt spid="7"/>
                                        </p:tgtEl>
                                      </p:cBhvr>
                                    </p:animEffect>
                                  </p:childTnLst>
                                </p:cTn>
                              </p:par>
                            </p:childTnLst>
                          </p:cTn>
                        </p:par>
                        <p:par>
                          <p:cTn id="38" fill="hold">
                            <p:stCondLst>
                              <p:cond delay="3500"/>
                            </p:stCondLst>
                            <p:childTnLst>
                              <p:par>
                                <p:cTn id="39" presetID="53" presetClass="entr" presetSubtype="0"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p:cTn id="41" dur="500" fill="hold"/>
                                        <p:tgtEl>
                                          <p:spTgt spid="6"/>
                                        </p:tgtEl>
                                        <p:attrNameLst>
                                          <p:attrName>ppt_w</p:attrName>
                                        </p:attrNameLst>
                                      </p:cBhvr>
                                      <p:tavLst>
                                        <p:tav tm="0">
                                          <p:val>
                                            <p:fltVal val="0"/>
                                          </p:val>
                                        </p:tav>
                                        <p:tav tm="100000">
                                          <p:val>
                                            <p:strVal val="#ppt_w"/>
                                          </p:val>
                                        </p:tav>
                                      </p:tavLst>
                                    </p:anim>
                                    <p:anim calcmode="lin" valueType="num">
                                      <p:cBhvr>
                                        <p:cTn id="42" dur="500" fill="hold"/>
                                        <p:tgtEl>
                                          <p:spTgt spid="6"/>
                                        </p:tgtEl>
                                        <p:attrNameLst>
                                          <p:attrName>ppt_h</p:attrName>
                                        </p:attrNameLst>
                                      </p:cBhvr>
                                      <p:tavLst>
                                        <p:tav tm="0">
                                          <p:val>
                                            <p:fltVal val="0"/>
                                          </p:val>
                                        </p:tav>
                                        <p:tav tm="100000">
                                          <p:val>
                                            <p:strVal val="#ppt_h"/>
                                          </p:val>
                                        </p:tav>
                                      </p:tavLst>
                                    </p:anim>
                                    <p:animEffect transition="in" filter="fade">
                                      <p:cBhvr>
                                        <p:cTn id="43" dur="500"/>
                                        <p:tgtEl>
                                          <p:spTgt spid="6"/>
                                        </p:tgtEl>
                                      </p:cBhvr>
                                    </p:animEffect>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95"/>
                                        </p:tgtEl>
                                        <p:attrNameLst>
                                          <p:attrName>style.visibility</p:attrName>
                                        </p:attrNameLst>
                                      </p:cBhvr>
                                      <p:to>
                                        <p:strVal val="visible"/>
                                      </p:to>
                                    </p:set>
                                    <p:anim calcmode="lin" valueType="num">
                                      <p:cBhvr>
                                        <p:cTn id="47" dur="500" fill="hold"/>
                                        <p:tgtEl>
                                          <p:spTgt spid="95"/>
                                        </p:tgtEl>
                                        <p:attrNameLst>
                                          <p:attrName>ppt_w</p:attrName>
                                        </p:attrNameLst>
                                      </p:cBhvr>
                                      <p:tavLst>
                                        <p:tav tm="0">
                                          <p:val>
                                            <p:fltVal val="0"/>
                                          </p:val>
                                        </p:tav>
                                        <p:tav tm="100000">
                                          <p:val>
                                            <p:strVal val="#ppt_w"/>
                                          </p:val>
                                        </p:tav>
                                      </p:tavLst>
                                    </p:anim>
                                    <p:anim calcmode="lin" valueType="num">
                                      <p:cBhvr>
                                        <p:cTn id="48" dur="500" fill="hold"/>
                                        <p:tgtEl>
                                          <p:spTgt spid="95"/>
                                        </p:tgtEl>
                                        <p:attrNameLst>
                                          <p:attrName>ppt_h</p:attrName>
                                        </p:attrNameLst>
                                      </p:cBhvr>
                                      <p:tavLst>
                                        <p:tav tm="0">
                                          <p:val>
                                            <p:fltVal val="0"/>
                                          </p:val>
                                        </p:tav>
                                        <p:tav tm="100000">
                                          <p:val>
                                            <p:strVal val="#ppt_h"/>
                                          </p:val>
                                        </p:tav>
                                      </p:tavLst>
                                    </p:anim>
                                    <p:animEffect transition="in" filter="fade">
                                      <p:cBhvr>
                                        <p:cTn id="49" dur="500"/>
                                        <p:tgtEl>
                                          <p:spTgt spid="95"/>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98"/>
                                        </p:tgtEl>
                                        <p:attrNameLst>
                                          <p:attrName>style.visibility</p:attrName>
                                        </p:attrNameLst>
                                      </p:cBhvr>
                                      <p:to>
                                        <p:strVal val="visible"/>
                                      </p:to>
                                    </p:set>
                                    <p:anim calcmode="lin" valueType="num">
                                      <p:cBhvr>
                                        <p:cTn id="53" dur="500" fill="hold"/>
                                        <p:tgtEl>
                                          <p:spTgt spid="98"/>
                                        </p:tgtEl>
                                        <p:attrNameLst>
                                          <p:attrName>ppt_w</p:attrName>
                                        </p:attrNameLst>
                                      </p:cBhvr>
                                      <p:tavLst>
                                        <p:tav tm="0">
                                          <p:val>
                                            <p:fltVal val="0"/>
                                          </p:val>
                                        </p:tav>
                                        <p:tav tm="100000">
                                          <p:val>
                                            <p:strVal val="#ppt_w"/>
                                          </p:val>
                                        </p:tav>
                                      </p:tavLst>
                                    </p:anim>
                                    <p:anim calcmode="lin" valueType="num">
                                      <p:cBhvr>
                                        <p:cTn id="54" dur="500" fill="hold"/>
                                        <p:tgtEl>
                                          <p:spTgt spid="98"/>
                                        </p:tgtEl>
                                        <p:attrNameLst>
                                          <p:attrName>ppt_h</p:attrName>
                                        </p:attrNameLst>
                                      </p:cBhvr>
                                      <p:tavLst>
                                        <p:tav tm="0">
                                          <p:val>
                                            <p:fltVal val="0"/>
                                          </p:val>
                                        </p:tav>
                                        <p:tav tm="100000">
                                          <p:val>
                                            <p:strVal val="#ppt_h"/>
                                          </p:val>
                                        </p:tav>
                                      </p:tavLst>
                                    </p:anim>
                                    <p:animEffect transition="in" filter="fade">
                                      <p:cBhvr>
                                        <p:cTn id="55" dur="500"/>
                                        <p:tgtEl>
                                          <p:spTgt spid="98"/>
                                        </p:tgtEl>
                                      </p:cBhvr>
                                    </p:animEffect>
                                  </p:childTnLst>
                                </p:cTn>
                              </p:par>
                            </p:childTnLst>
                          </p:cTn>
                        </p:par>
                        <p:par>
                          <p:cTn id="56" fill="hold">
                            <p:stCondLst>
                              <p:cond delay="5000"/>
                            </p:stCondLst>
                            <p:childTnLst>
                              <p:par>
                                <p:cTn id="57" presetID="53" presetClass="entr" presetSubtype="0" fill="hold" grpId="0" nodeType="afterEffect">
                                  <p:stCondLst>
                                    <p:cond delay="0"/>
                                  </p:stCondLst>
                                  <p:childTnLst>
                                    <p:set>
                                      <p:cBhvr>
                                        <p:cTn id="58" dur="1" fill="hold">
                                          <p:stCondLst>
                                            <p:cond delay="0"/>
                                          </p:stCondLst>
                                        </p:cTn>
                                        <p:tgtEl>
                                          <p:spTgt spid="66"/>
                                        </p:tgtEl>
                                        <p:attrNameLst>
                                          <p:attrName>style.visibility</p:attrName>
                                        </p:attrNameLst>
                                      </p:cBhvr>
                                      <p:to>
                                        <p:strVal val="visible"/>
                                      </p:to>
                                    </p:set>
                                    <p:anim calcmode="lin" valueType="num">
                                      <p:cBhvr>
                                        <p:cTn id="59" dur="500" fill="hold"/>
                                        <p:tgtEl>
                                          <p:spTgt spid="66"/>
                                        </p:tgtEl>
                                        <p:attrNameLst>
                                          <p:attrName>ppt_w</p:attrName>
                                        </p:attrNameLst>
                                      </p:cBhvr>
                                      <p:tavLst>
                                        <p:tav tm="0">
                                          <p:val>
                                            <p:fltVal val="0"/>
                                          </p:val>
                                        </p:tav>
                                        <p:tav tm="100000">
                                          <p:val>
                                            <p:strVal val="#ppt_w"/>
                                          </p:val>
                                        </p:tav>
                                      </p:tavLst>
                                    </p:anim>
                                    <p:anim calcmode="lin" valueType="num">
                                      <p:cBhvr>
                                        <p:cTn id="60" dur="500" fill="hold"/>
                                        <p:tgtEl>
                                          <p:spTgt spid="66"/>
                                        </p:tgtEl>
                                        <p:attrNameLst>
                                          <p:attrName>ppt_h</p:attrName>
                                        </p:attrNameLst>
                                      </p:cBhvr>
                                      <p:tavLst>
                                        <p:tav tm="0">
                                          <p:val>
                                            <p:fltVal val="0"/>
                                          </p:val>
                                        </p:tav>
                                        <p:tav tm="100000">
                                          <p:val>
                                            <p:strVal val="#ppt_h"/>
                                          </p:val>
                                        </p:tav>
                                      </p:tavLst>
                                    </p:anim>
                                    <p:animEffect transition="in" filter="fade">
                                      <p:cBhvr>
                                        <p:cTn id="61" dur="500"/>
                                        <p:tgtEl>
                                          <p:spTgt spid="66"/>
                                        </p:tgtEl>
                                      </p:cBhvr>
                                    </p:animEffect>
                                  </p:childTnLst>
                                </p:cTn>
                              </p:par>
                            </p:childTnLst>
                          </p:cTn>
                        </p:par>
                        <p:par>
                          <p:cTn id="62" fill="hold">
                            <p:stCondLst>
                              <p:cond delay="5500"/>
                            </p:stCondLst>
                            <p:childTnLst>
                              <p:par>
                                <p:cTn id="63" presetID="53" presetClass="entr" presetSubtype="0" fill="hold" grpId="0" nodeType="afterEffect">
                                  <p:stCondLst>
                                    <p:cond delay="0"/>
                                  </p:stCondLst>
                                  <p:childTnLst>
                                    <p:set>
                                      <p:cBhvr>
                                        <p:cTn id="64" dur="1" fill="hold">
                                          <p:stCondLst>
                                            <p:cond delay="0"/>
                                          </p:stCondLst>
                                        </p:cTn>
                                        <p:tgtEl>
                                          <p:spTgt spid="67"/>
                                        </p:tgtEl>
                                        <p:attrNameLst>
                                          <p:attrName>style.visibility</p:attrName>
                                        </p:attrNameLst>
                                      </p:cBhvr>
                                      <p:to>
                                        <p:strVal val="visible"/>
                                      </p:to>
                                    </p:set>
                                    <p:anim calcmode="lin" valueType="num">
                                      <p:cBhvr>
                                        <p:cTn id="65" dur="500" fill="hold"/>
                                        <p:tgtEl>
                                          <p:spTgt spid="67"/>
                                        </p:tgtEl>
                                        <p:attrNameLst>
                                          <p:attrName>ppt_w</p:attrName>
                                        </p:attrNameLst>
                                      </p:cBhvr>
                                      <p:tavLst>
                                        <p:tav tm="0">
                                          <p:val>
                                            <p:fltVal val="0"/>
                                          </p:val>
                                        </p:tav>
                                        <p:tav tm="100000">
                                          <p:val>
                                            <p:strVal val="#ppt_w"/>
                                          </p:val>
                                        </p:tav>
                                      </p:tavLst>
                                    </p:anim>
                                    <p:anim calcmode="lin" valueType="num">
                                      <p:cBhvr>
                                        <p:cTn id="66" dur="500" fill="hold"/>
                                        <p:tgtEl>
                                          <p:spTgt spid="67"/>
                                        </p:tgtEl>
                                        <p:attrNameLst>
                                          <p:attrName>ppt_h</p:attrName>
                                        </p:attrNameLst>
                                      </p:cBhvr>
                                      <p:tavLst>
                                        <p:tav tm="0">
                                          <p:val>
                                            <p:fltVal val="0"/>
                                          </p:val>
                                        </p:tav>
                                        <p:tav tm="100000">
                                          <p:val>
                                            <p:strVal val="#ppt_h"/>
                                          </p:val>
                                        </p:tav>
                                      </p:tavLst>
                                    </p:anim>
                                    <p:animEffect transition="in" filter="fade">
                                      <p:cBhvr>
                                        <p:cTn id="67" dur="500"/>
                                        <p:tgtEl>
                                          <p:spTgt spid="67"/>
                                        </p:tgtEl>
                                      </p:cBhvr>
                                    </p:animEffect>
                                  </p:childTnLst>
                                </p:cTn>
                              </p:par>
                            </p:childTnLst>
                          </p:cTn>
                        </p:par>
                        <p:par>
                          <p:cTn id="68" fill="hold">
                            <p:stCondLst>
                              <p:cond delay="6000"/>
                            </p:stCondLst>
                            <p:childTnLst>
                              <p:par>
                                <p:cTn id="69" presetID="53" presetClass="entr" presetSubtype="0" fill="hold" grpId="0" nodeType="after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500" fill="hold"/>
                                        <p:tgtEl>
                                          <p:spTgt spid="63"/>
                                        </p:tgtEl>
                                        <p:attrNameLst>
                                          <p:attrName>ppt_w</p:attrName>
                                        </p:attrNameLst>
                                      </p:cBhvr>
                                      <p:tavLst>
                                        <p:tav tm="0">
                                          <p:val>
                                            <p:fltVal val="0"/>
                                          </p:val>
                                        </p:tav>
                                        <p:tav tm="100000">
                                          <p:val>
                                            <p:strVal val="#ppt_w"/>
                                          </p:val>
                                        </p:tav>
                                      </p:tavLst>
                                    </p:anim>
                                    <p:anim calcmode="lin" valueType="num">
                                      <p:cBhvr>
                                        <p:cTn id="72" dur="500" fill="hold"/>
                                        <p:tgtEl>
                                          <p:spTgt spid="63"/>
                                        </p:tgtEl>
                                        <p:attrNameLst>
                                          <p:attrName>ppt_h</p:attrName>
                                        </p:attrNameLst>
                                      </p:cBhvr>
                                      <p:tavLst>
                                        <p:tav tm="0">
                                          <p:val>
                                            <p:fltVal val="0"/>
                                          </p:val>
                                        </p:tav>
                                        <p:tav tm="100000">
                                          <p:val>
                                            <p:strVal val="#ppt_h"/>
                                          </p:val>
                                        </p:tav>
                                      </p:tavLst>
                                    </p:anim>
                                    <p:animEffect transition="in" filter="fade">
                                      <p:cBhvr>
                                        <p:cTn id="73" dur="500"/>
                                        <p:tgtEl>
                                          <p:spTgt spid="63"/>
                                        </p:tgtEl>
                                      </p:cBhvr>
                                    </p:animEffect>
                                  </p:childTnLst>
                                </p:cTn>
                              </p:par>
                            </p:childTnLst>
                          </p:cTn>
                        </p:par>
                        <p:par>
                          <p:cTn id="74" fill="hold">
                            <p:stCondLst>
                              <p:cond delay="6500"/>
                            </p:stCondLst>
                            <p:childTnLst>
                              <p:par>
                                <p:cTn id="75" presetID="53" presetClass="entr" presetSubtype="0" fill="hold" grpId="0" nodeType="afterEffect">
                                  <p:stCondLst>
                                    <p:cond delay="0"/>
                                  </p:stCondLst>
                                  <p:childTnLst>
                                    <p:set>
                                      <p:cBhvr>
                                        <p:cTn id="76" dur="1" fill="hold">
                                          <p:stCondLst>
                                            <p:cond delay="0"/>
                                          </p:stCondLst>
                                        </p:cTn>
                                        <p:tgtEl>
                                          <p:spTgt spid="70"/>
                                        </p:tgtEl>
                                        <p:attrNameLst>
                                          <p:attrName>style.visibility</p:attrName>
                                        </p:attrNameLst>
                                      </p:cBhvr>
                                      <p:to>
                                        <p:strVal val="visible"/>
                                      </p:to>
                                    </p:set>
                                    <p:anim calcmode="lin" valueType="num">
                                      <p:cBhvr>
                                        <p:cTn id="77" dur="500" fill="hold"/>
                                        <p:tgtEl>
                                          <p:spTgt spid="70"/>
                                        </p:tgtEl>
                                        <p:attrNameLst>
                                          <p:attrName>ppt_w</p:attrName>
                                        </p:attrNameLst>
                                      </p:cBhvr>
                                      <p:tavLst>
                                        <p:tav tm="0">
                                          <p:val>
                                            <p:fltVal val="0"/>
                                          </p:val>
                                        </p:tav>
                                        <p:tav tm="100000">
                                          <p:val>
                                            <p:strVal val="#ppt_w"/>
                                          </p:val>
                                        </p:tav>
                                      </p:tavLst>
                                    </p:anim>
                                    <p:anim calcmode="lin" valueType="num">
                                      <p:cBhvr>
                                        <p:cTn id="78" dur="500" fill="hold"/>
                                        <p:tgtEl>
                                          <p:spTgt spid="70"/>
                                        </p:tgtEl>
                                        <p:attrNameLst>
                                          <p:attrName>ppt_h</p:attrName>
                                        </p:attrNameLst>
                                      </p:cBhvr>
                                      <p:tavLst>
                                        <p:tav tm="0">
                                          <p:val>
                                            <p:fltVal val="0"/>
                                          </p:val>
                                        </p:tav>
                                        <p:tav tm="100000">
                                          <p:val>
                                            <p:strVal val="#ppt_h"/>
                                          </p:val>
                                        </p:tav>
                                      </p:tavLst>
                                    </p:anim>
                                    <p:animEffect transition="in" filter="fade">
                                      <p:cBhvr>
                                        <p:cTn id="79" dur="500"/>
                                        <p:tgtEl>
                                          <p:spTgt spid="70"/>
                                        </p:tgtEl>
                                      </p:cBhvr>
                                    </p:animEffect>
                                  </p:childTnLst>
                                </p:cTn>
                              </p:par>
                            </p:childTnLst>
                          </p:cTn>
                        </p:par>
                        <p:par>
                          <p:cTn id="80" fill="hold">
                            <p:stCondLst>
                              <p:cond delay="7000"/>
                            </p:stCondLst>
                            <p:childTnLst>
                              <p:par>
                                <p:cTn id="81" presetID="2" presetClass="entr" presetSubtype="8" accel="50000" decel="50000" fill="hold" nodeType="afterEffect">
                                  <p:stCondLst>
                                    <p:cond delay="0"/>
                                  </p:stCondLst>
                                  <p:childTnLst>
                                    <p:set>
                                      <p:cBhvr>
                                        <p:cTn id="82" dur="1" fill="hold">
                                          <p:stCondLst>
                                            <p:cond delay="0"/>
                                          </p:stCondLst>
                                        </p:cTn>
                                        <p:tgtEl>
                                          <p:spTgt spid="3"/>
                                        </p:tgtEl>
                                        <p:attrNameLst>
                                          <p:attrName>style.visibility</p:attrName>
                                        </p:attrNameLst>
                                      </p:cBhvr>
                                      <p:to>
                                        <p:strVal val="visible"/>
                                      </p:to>
                                    </p:set>
                                    <p:anim calcmode="lin" valueType="num">
                                      <p:cBhvr additive="base">
                                        <p:cTn id="83" dur="500" fill="hold"/>
                                        <p:tgtEl>
                                          <p:spTgt spid="3"/>
                                        </p:tgtEl>
                                        <p:attrNameLst>
                                          <p:attrName>ppt_x</p:attrName>
                                        </p:attrNameLst>
                                      </p:cBhvr>
                                      <p:tavLst>
                                        <p:tav tm="0">
                                          <p:val>
                                            <p:strVal val="0-#ppt_w/2"/>
                                          </p:val>
                                        </p:tav>
                                        <p:tav tm="100000">
                                          <p:val>
                                            <p:strVal val="#ppt_x"/>
                                          </p:val>
                                        </p:tav>
                                      </p:tavLst>
                                    </p:anim>
                                    <p:anim calcmode="lin" valueType="num">
                                      <p:cBhvr additive="base">
                                        <p:cTn id="84" dur="500" fill="hold"/>
                                        <p:tgtEl>
                                          <p:spTgt spid="3"/>
                                        </p:tgtEl>
                                        <p:attrNameLst>
                                          <p:attrName>ppt_y</p:attrName>
                                        </p:attrNameLst>
                                      </p:cBhvr>
                                      <p:tavLst>
                                        <p:tav tm="0">
                                          <p:val>
                                            <p:strVal val="#ppt_y"/>
                                          </p:val>
                                        </p:tav>
                                        <p:tav tm="100000">
                                          <p:val>
                                            <p:strVal val="#ppt_y"/>
                                          </p:val>
                                        </p:tav>
                                      </p:tavLst>
                                    </p:anim>
                                  </p:childTnLst>
                                </p:cTn>
                              </p:par>
                            </p:childTnLst>
                          </p:cTn>
                        </p:par>
                        <p:par>
                          <p:cTn id="85" fill="hold">
                            <p:stCondLst>
                              <p:cond delay="7500"/>
                            </p:stCondLst>
                            <p:childTnLst>
                              <p:par>
                                <p:cTn id="86" presetID="2" presetClass="entr" presetSubtype="2" accel="50000" decel="50000" fill="hold" nodeType="afterEffect">
                                  <p:stCondLst>
                                    <p:cond delay="0"/>
                                  </p:stCondLst>
                                  <p:childTnLst>
                                    <p:set>
                                      <p:cBhvr>
                                        <p:cTn id="87" dur="1" fill="hold">
                                          <p:stCondLst>
                                            <p:cond delay="0"/>
                                          </p:stCondLst>
                                        </p:cTn>
                                        <p:tgtEl>
                                          <p:spTgt spid="2"/>
                                        </p:tgtEl>
                                        <p:attrNameLst>
                                          <p:attrName>style.visibility</p:attrName>
                                        </p:attrNameLst>
                                      </p:cBhvr>
                                      <p:to>
                                        <p:strVal val="visible"/>
                                      </p:to>
                                    </p:set>
                                    <p:anim calcmode="lin" valueType="num">
                                      <p:cBhvr additive="base">
                                        <p:cTn id="88" dur="500" fill="hold"/>
                                        <p:tgtEl>
                                          <p:spTgt spid="2"/>
                                        </p:tgtEl>
                                        <p:attrNameLst>
                                          <p:attrName>ppt_x</p:attrName>
                                        </p:attrNameLst>
                                      </p:cBhvr>
                                      <p:tavLst>
                                        <p:tav tm="0">
                                          <p:val>
                                            <p:strVal val="1+#ppt_w/2"/>
                                          </p:val>
                                        </p:tav>
                                        <p:tav tm="100000">
                                          <p:val>
                                            <p:strVal val="#ppt_x"/>
                                          </p:val>
                                        </p:tav>
                                      </p:tavLst>
                                    </p:anim>
                                    <p:anim calcmode="lin" valueType="num">
                                      <p:cBhvr additive="base">
                                        <p:cTn id="89" dur="500" fill="hold"/>
                                        <p:tgtEl>
                                          <p:spTgt spid="2"/>
                                        </p:tgtEl>
                                        <p:attrNameLst>
                                          <p:attrName>ppt_y</p:attrName>
                                        </p:attrNameLst>
                                      </p:cBhvr>
                                      <p:tavLst>
                                        <p:tav tm="0">
                                          <p:val>
                                            <p:strVal val="#ppt_y"/>
                                          </p:val>
                                        </p:tav>
                                        <p:tav tm="100000">
                                          <p:val>
                                            <p:strVal val="#ppt_y"/>
                                          </p:val>
                                        </p:tav>
                                      </p:tavLst>
                                    </p:anim>
                                  </p:childTnLst>
                                </p:cTn>
                              </p:par>
                            </p:childTnLst>
                          </p:cTn>
                        </p:par>
                        <p:par>
                          <p:cTn id="90" fill="hold">
                            <p:stCondLst>
                              <p:cond delay="8000"/>
                            </p:stCondLst>
                            <p:childTnLst>
                              <p:par>
                                <p:cTn id="91" presetID="2" presetClass="entr" presetSubtype="2" accel="50000" decel="50000" fill="hold" nodeType="afterEffect">
                                  <p:stCondLst>
                                    <p:cond delay="0"/>
                                  </p:stCondLst>
                                  <p:childTnLst>
                                    <p:set>
                                      <p:cBhvr>
                                        <p:cTn id="92" dur="1" fill="hold">
                                          <p:stCondLst>
                                            <p:cond delay="0"/>
                                          </p:stCondLst>
                                        </p:cTn>
                                        <p:tgtEl>
                                          <p:spTgt spid="4"/>
                                        </p:tgtEl>
                                        <p:attrNameLst>
                                          <p:attrName>style.visibility</p:attrName>
                                        </p:attrNameLst>
                                      </p:cBhvr>
                                      <p:to>
                                        <p:strVal val="visible"/>
                                      </p:to>
                                    </p:set>
                                    <p:anim calcmode="lin" valueType="num">
                                      <p:cBhvr additive="base">
                                        <p:cTn id="93" dur="500" fill="hold"/>
                                        <p:tgtEl>
                                          <p:spTgt spid="4"/>
                                        </p:tgtEl>
                                        <p:attrNameLst>
                                          <p:attrName>ppt_x</p:attrName>
                                        </p:attrNameLst>
                                      </p:cBhvr>
                                      <p:tavLst>
                                        <p:tav tm="0">
                                          <p:val>
                                            <p:strVal val="1+#ppt_w/2"/>
                                          </p:val>
                                        </p:tav>
                                        <p:tav tm="100000">
                                          <p:val>
                                            <p:strVal val="#ppt_x"/>
                                          </p:val>
                                        </p:tav>
                                      </p:tavLst>
                                    </p:anim>
                                    <p:anim calcmode="lin" valueType="num">
                                      <p:cBhvr additive="base">
                                        <p:cTn id="94" dur="500" fill="hold"/>
                                        <p:tgtEl>
                                          <p:spTgt spid="4"/>
                                        </p:tgtEl>
                                        <p:attrNameLst>
                                          <p:attrName>ppt_y</p:attrName>
                                        </p:attrNameLst>
                                      </p:cBhvr>
                                      <p:tavLst>
                                        <p:tav tm="0">
                                          <p:val>
                                            <p:strVal val="#ppt_y"/>
                                          </p:val>
                                        </p:tav>
                                        <p:tav tm="100000">
                                          <p:val>
                                            <p:strVal val="#ppt_y"/>
                                          </p:val>
                                        </p:tav>
                                      </p:tavLst>
                                    </p:anim>
                                  </p:childTnLst>
                                </p:cTn>
                              </p:par>
                            </p:childTnLst>
                          </p:cTn>
                        </p:par>
                        <p:par>
                          <p:cTn id="95" fill="hold">
                            <p:stCondLst>
                              <p:cond delay="8500"/>
                            </p:stCondLst>
                            <p:childTnLst>
                              <p:par>
                                <p:cTn id="96" presetID="2" presetClass="entr" presetSubtype="8" accel="50000" decel="50000" fill="hold" nodeType="after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additive="base">
                                        <p:cTn id="98" dur="500" fill="hold"/>
                                        <p:tgtEl>
                                          <p:spTgt spid="5"/>
                                        </p:tgtEl>
                                        <p:attrNameLst>
                                          <p:attrName>ppt_x</p:attrName>
                                        </p:attrNameLst>
                                      </p:cBhvr>
                                      <p:tavLst>
                                        <p:tav tm="0">
                                          <p:val>
                                            <p:strVal val="0-#ppt_w/2"/>
                                          </p:val>
                                        </p:tav>
                                        <p:tav tm="100000">
                                          <p:val>
                                            <p:strVal val="#ppt_x"/>
                                          </p:val>
                                        </p:tav>
                                      </p:tavLst>
                                    </p:anim>
                                    <p:anim calcmode="lin" valueType="num">
                                      <p:cBhvr additive="base">
                                        <p:cTn id="99"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 grpId="0" animBg="1"/>
      <p:bldP spid="1030" grpId="0" animBg="1"/>
      <p:bldP spid="1031" grpId="0" animBg="1"/>
      <p:bldP spid="1032" grpId="0" animBg="1"/>
      <p:bldP spid="60" grpId="0" animBg="1"/>
      <p:bldP spid="63" grpId="0" animBg="1"/>
      <p:bldP spid="66" grpId="0" animBg="1"/>
      <p:bldP spid="67" grpId="0" animBg="1"/>
      <p:bldP spid="70" grpId="0" animBg="1"/>
      <p:bldP spid="95" grpId="0" animBg="1"/>
      <p:bldP spid="98"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Arrow Infographic</a:t>
            </a:r>
            <a:endParaRPr lang="en-US" dirty="0"/>
          </a:p>
        </p:txBody>
      </p:sp>
      <p:sp>
        <p:nvSpPr>
          <p:cNvPr id="8" name="Text Placeholder 7"/>
          <p:cNvSpPr>
            <a:spLocks noGrp="1"/>
          </p:cNvSpPr>
          <p:nvPr>
            <p:ph type="body" sz="half" idx="2"/>
          </p:nvPr>
        </p:nvSpPr>
        <p:spPr/>
        <p:txBody>
          <a:bodyPr/>
          <a:lstStyle/>
          <a:p>
            <a:r>
              <a:rPr lang="en-US"/>
              <a:t>Arrow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94</a:t>
            </a:fld>
            <a:endParaRPr lang="en-US" dirty="0"/>
          </a:p>
        </p:txBody>
      </p:sp>
      <p:grpSp>
        <p:nvGrpSpPr>
          <p:cNvPr id="2" name="Group 11"/>
          <p:cNvGrpSpPr/>
          <p:nvPr/>
        </p:nvGrpSpPr>
        <p:grpSpPr>
          <a:xfrm>
            <a:off x="4979225" y="2580016"/>
            <a:ext cx="1006085" cy="814449"/>
            <a:chOff x="5105400" y="2190750"/>
            <a:chExt cx="1600200" cy="1295400"/>
          </a:xfrm>
        </p:grpSpPr>
        <p:sp>
          <p:nvSpPr>
            <p:cNvPr id="5" name="Chevron 4"/>
            <p:cNvSpPr/>
            <p:nvPr/>
          </p:nvSpPr>
          <p:spPr bwMode="auto">
            <a:xfrm>
              <a:off x="5105400" y="2343150"/>
              <a:ext cx="990600" cy="990600"/>
            </a:xfrm>
            <a:prstGeom prst="chevron">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Chevron 5"/>
            <p:cNvSpPr/>
            <p:nvPr/>
          </p:nvSpPr>
          <p:spPr bwMode="auto">
            <a:xfrm>
              <a:off x="5410200" y="2190750"/>
              <a:ext cx="1295400" cy="1295400"/>
            </a:xfrm>
            <a:prstGeom prst="chevron">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10"/>
          <p:cNvGrpSpPr/>
          <p:nvPr/>
        </p:nvGrpSpPr>
        <p:grpSpPr>
          <a:xfrm rot="10800000">
            <a:off x="3158690" y="2580016"/>
            <a:ext cx="1006085" cy="814449"/>
            <a:chOff x="2209800" y="2190750"/>
            <a:chExt cx="1600200" cy="1295400"/>
          </a:xfrm>
        </p:grpSpPr>
        <p:sp>
          <p:nvSpPr>
            <p:cNvPr id="9" name="Chevron 8"/>
            <p:cNvSpPr/>
            <p:nvPr/>
          </p:nvSpPr>
          <p:spPr bwMode="auto">
            <a:xfrm>
              <a:off x="2209800" y="2343150"/>
              <a:ext cx="990600" cy="990600"/>
            </a:xfrm>
            <a:prstGeom prst="chevron">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Chevron 9"/>
            <p:cNvSpPr/>
            <p:nvPr/>
          </p:nvSpPr>
          <p:spPr bwMode="auto">
            <a:xfrm>
              <a:off x="2514600" y="2190750"/>
              <a:ext cx="1295400" cy="1295400"/>
            </a:xfrm>
            <a:prstGeom prst="chevron">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12"/>
          <p:cNvGrpSpPr/>
          <p:nvPr/>
        </p:nvGrpSpPr>
        <p:grpSpPr>
          <a:xfrm rot="5400000">
            <a:off x="4068957" y="3490283"/>
            <a:ext cx="1006084" cy="814450"/>
            <a:chOff x="5105400" y="2190750"/>
            <a:chExt cx="1600200" cy="1295400"/>
          </a:xfrm>
        </p:grpSpPr>
        <p:sp>
          <p:nvSpPr>
            <p:cNvPr id="14" name="Chevron 13"/>
            <p:cNvSpPr/>
            <p:nvPr/>
          </p:nvSpPr>
          <p:spPr bwMode="auto">
            <a:xfrm>
              <a:off x="5105400" y="2343150"/>
              <a:ext cx="990600" cy="990600"/>
            </a:xfrm>
            <a:prstGeom prst="chevron">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 name="Chevron 14"/>
            <p:cNvSpPr/>
            <p:nvPr/>
          </p:nvSpPr>
          <p:spPr bwMode="auto">
            <a:xfrm>
              <a:off x="5410200" y="2190750"/>
              <a:ext cx="1295400" cy="1295400"/>
            </a:xfrm>
            <a:prstGeom prst="chevron">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1" name="Group 15"/>
          <p:cNvGrpSpPr/>
          <p:nvPr/>
        </p:nvGrpSpPr>
        <p:grpSpPr>
          <a:xfrm rot="16200000">
            <a:off x="4068957" y="1669749"/>
            <a:ext cx="1006084" cy="814450"/>
            <a:chOff x="2209800" y="2190750"/>
            <a:chExt cx="1600200" cy="1295400"/>
          </a:xfrm>
        </p:grpSpPr>
        <p:sp>
          <p:nvSpPr>
            <p:cNvPr id="17" name="Chevron 16"/>
            <p:cNvSpPr/>
            <p:nvPr/>
          </p:nvSpPr>
          <p:spPr bwMode="auto">
            <a:xfrm>
              <a:off x="2209800" y="2343150"/>
              <a:ext cx="990600" cy="990600"/>
            </a:xfrm>
            <a:prstGeom prst="chevron">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Chevron 17"/>
            <p:cNvSpPr/>
            <p:nvPr/>
          </p:nvSpPr>
          <p:spPr bwMode="auto">
            <a:xfrm>
              <a:off x="2514600" y="2190750"/>
              <a:ext cx="1295400" cy="1295400"/>
            </a:xfrm>
            <a:prstGeom prst="chevron">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2" name="Group 59"/>
          <p:cNvGrpSpPr/>
          <p:nvPr/>
        </p:nvGrpSpPr>
        <p:grpSpPr>
          <a:xfrm>
            <a:off x="4146035" y="2546305"/>
            <a:ext cx="851930" cy="847762"/>
            <a:chOff x="4004877" y="2428485"/>
            <a:chExt cx="987552" cy="982721"/>
          </a:xfrm>
        </p:grpSpPr>
        <p:sp>
          <p:nvSpPr>
            <p:cNvPr id="23" name="Oval 22"/>
            <p:cNvSpPr/>
            <p:nvPr/>
          </p:nvSpPr>
          <p:spPr bwMode="auto">
            <a:xfrm>
              <a:off x="4004877" y="2428485"/>
              <a:ext cx="987552" cy="982721"/>
            </a:xfrm>
            <a:prstGeom prst="ellipse">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Freeform 152"/>
            <p:cNvSpPr>
              <a:spLocks noEditPoints="1"/>
            </p:cNvSpPr>
            <p:nvPr/>
          </p:nvSpPr>
          <p:spPr bwMode="auto">
            <a:xfrm>
              <a:off x="4307591" y="2743278"/>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4"/>
          <p:cNvGrpSpPr/>
          <p:nvPr/>
        </p:nvGrpSpPr>
        <p:grpSpPr>
          <a:xfrm>
            <a:off x="837109" y="2657999"/>
            <a:ext cx="2287091" cy="637913"/>
            <a:chOff x="844734" y="1923738"/>
            <a:chExt cx="2287091" cy="637913"/>
          </a:xfrm>
        </p:grpSpPr>
        <p:sp>
          <p:nvSpPr>
            <p:cNvPr id="26"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27" name="TextBox 26"/>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16" name="Group 27"/>
          <p:cNvGrpSpPr/>
          <p:nvPr/>
        </p:nvGrpSpPr>
        <p:grpSpPr>
          <a:xfrm>
            <a:off x="6032500" y="2664087"/>
            <a:ext cx="2287091" cy="637913"/>
            <a:chOff x="844734" y="1923738"/>
            <a:chExt cx="2287091" cy="637913"/>
          </a:xfrm>
        </p:grpSpPr>
        <p:sp>
          <p:nvSpPr>
            <p:cNvPr id="29"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31" name="TextBox 30"/>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19" name="Group 31"/>
          <p:cNvGrpSpPr/>
          <p:nvPr/>
        </p:nvGrpSpPr>
        <p:grpSpPr>
          <a:xfrm>
            <a:off x="3428455" y="1065375"/>
            <a:ext cx="2287091" cy="484025"/>
            <a:chOff x="844734" y="1923738"/>
            <a:chExt cx="2287091" cy="484025"/>
          </a:xfrm>
        </p:grpSpPr>
        <p:sp>
          <p:nvSpPr>
            <p:cNvPr id="33"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a:t>
              </a:r>
            </a:p>
          </p:txBody>
        </p:sp>
        <p:sp>
          <p:nvSpPr>
            <p:cNvPr id="34" name="TextBox 33"/>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2"/>
                  </a:solidFill>
                </a:rPr>
                <a:t>Keyword Here</a:t>
              </a:r>
            </a:p>
          </p:txBody>
        </p:sp>
      </p:grpSp>
      <p:grpSp>
        <p:nvGrpSpPr>
          <p:cNvPr id="20" name="Group 34"/>
          <p:cNvGrpSpPr/>
          <p:nvPr/>
        </p:nvGrpSpPr>
        <p:grpSpPr>
          <a:xfrm>
            <a:off x="3428455" y="4400550"/>
            <a:ext cx="2287091" cy="484025"/>
            <a:chOff x="844734" y="1923738"/>
            <a:chExt cx="2287091" cy="484025"/>
          </a:xfrm>
        </p:grpSpPr>
        <p:sp>
          <p:nvSpPr>
            <p:cNvPr id="36"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 </a:t>
              </a:r>
            </a:p>
          </p:txBody>
        </p:sp>
        <p:sp>
          <p:nvSpPr>
            <p:cNvPr id="37" name="TextBox 36"/>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4"/>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right)">
                                      <p:cBhvr>
                                        <p:cTn id="13" dur="500"/>
                                        <p:tgtEl>
                                          <p:spTgt spid="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right)">
                                      <p:cBhvr>
                                        <p:cTn id="17" dur="500"/>
                                        <p:tgtEl>
                                          <p:spTgt spid="13"/>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down)">
                                      <p:cBhvr>
                                        <p:cTn id="21" dur="500"/>
                                        <p:tgtEl>
                                          <p:spTgt spid="11"/>
                                        </p:tgtEl>
                                      </p:cBhvr>
                                    </p:animEffect>
                                  </p:childTnLst>
                                </p:cTn>
                              </p:par>
                            </p:childTnLst>
                          </p:cTn>
                        </p:par>
                        <p:par>
                          <p:cTn id="22" fill="hold">
                            <p:stCondLst>
                              <p:cond delay="2000"/>
                            </p:stCondLst>
                            <p:childTnLst>
                              <p:par>
                                <p:cTn id="23" presetID="22" presetClass="entr" presetSubtype="4" fill="hold" nodeType="after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wipe(down)">
                                      <p:cBhvr>
                                        <p:cTn id="25" dur="500"/>
                                        <p:tgtEl>
                                          <p:spTgt spid="19"/>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wipe(left)">
                                      <p:cBhvr>
                                        <p:cTn id="29" dur="500"/>
                                        <p:tgtEl>
                                          <p:spTgt spid="2"/>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left)">
                                      <p:cBhvr>
                                        <p:cTn id="33" dur="500"/>
                                        <p:tgtEl>
                                          <p:spTgt spid="16"/>
                                        </p:tgtEl>
                                      </p:cBhvr>
                                    </p:animEffect>
                                  </p:childTnLst>
                                </p:cTn>
                              </p:par>
                            </p:childTnLst>
                          </p:cTn>
                        </p:par>
                        <p:par>
                          <p:cTn id="34" fill="hold">
                            <p:stCondLst>
                              <p:cond delay="3500"/>
                            </p:stCondLst>
                            <p:childTnLst>
                              <p:par>
                                <p:cTn id="35" presetID="22" presetClass="entr" presetSubtype="1"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up)">
                                      <p:cBhvr>
                                        <p:cTn id="37" dur="500"/>
                                        <p:tgtEl>
                                          <p:spTgt spid="4"/>
                                        </p:tgtEl>
                                      </p:cBhvr>
                                    </p:animEffect>
                                  </p:childTnLst>
                                </p:cTn>
                              </p:par>
                            </p:childTnLst>
                          </p:cTn>
                        </p:par>
                        <p:par>
                          <p:cTn id="38" fill="hold">
                            <p:stCondLst>
                              <p:cond delay="4000"/>
                            </p:stCondLst>
                            <p:childTnLst>
                              <p:par>
                                <p:cTn id="39" presetID="22" presetClass="entr" presetSubtype="1" fill="hold"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up)">
                                      <p:cBhvr>
                                        <p:cTn id="4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Integrated Steps Infographic</a:t>
            </a:r>
            <a:endParaRPr lang="en-US" dirty="0"/>
          </a:p>
        </p:txBody>
      </p:sp>
      <p:sp>
        <p:nvSpPr>
          <p:cNvPr id="8" name="Text Placeholder 7"/>
          <p:cNvSpPr>
            <a:spLocks noGrp="1"/>
          </p:cNvSpPr>
          <p:nvPr>
            <p:ph type="body" sz="half" idx="2"/>
          </p:nvPr>
        </p:nvSpPr>
        <p:spPr/>
        <p:txBody>
          <a:bodyPr/>
          <a:lstStyle/>
          <a:p>
            <a:r>
              <a:rPr lang="en-US"/>
              <a:t>Integrated Steps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95</a:t>
            </a:fld>
            <a:endParaRPr lang="en-US" dirty="0"/>
          </a:p>
        </p:txBody>
      </p:sp>
      <p:grpSp>
        <p:nvGrpSpPr>
          <p:cNvPr id="2" name="Group 22"/>
          <p:cNvGrpSpPr/>
          <p:nvPr/>
        </p:nvGrpSpPr>
        <p:grpSpPr>
          <a:xfrm>
            <a:off x="760909" y="1848112"/>
            <a:ext cx="2287091" cy="637913"/>
            <a:chOff x="844734" y="1923738"/>
            <a:chExt cx="2287091" cy="637913"/>
          </a:xfrm>
        </p:grpSpPr>
        <p:sp>
          <p:nvSpPr>
            <p:cNvPr id="24"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25" name="TextBox 2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6"/>
                  </a:solidFill>
                </a:rPr>
                <a:t>Keyword Here</a:t>
              </a:r>
            </a:p>
          </p:txBody>
        </p:sp>
      </p:grpSp>
      <p:grpSp>
        <p:nvGrpSpPr>
          <p:cNvPr id="3" name="Group 25"/>
          <p:cNvGrpSpPr/>
          <p:nvPr/>
        </p:nvGrpSpPr>
        <p:grpSpPr>
          <a:xfrm>
            <a:off x="760909" y="3372112"/>
            <a:ext cx="2287091" cy="637913"/>
            <a:chOff x="844734" y="1923738"/>
            <a:chExt cx="2287091" cy="637913"/>
          </a:xfrm>
        </p:grpSpPr>
        <p:sp>
          <p:nvSpPr>
            <p:cNvPr id="27"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28" name="TextBox 2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5"/>
                  </a:solidFill>
                </a:rPr>
                <a:t>Keyword Here</a:t>
              </a:r>
            </a:p>
          </p:txBody>
        </p:sp>
      </p:grpSp>
      <p:grpSp>
        <p:nvGrpSpPr>
          <p:cNvPr id="4" name="Group 32"/>
          <p:cNvGrpSpPr/>
          <p:nvPr/>
        </p:nvGrpSpPr>
        <p:grpSpPr>
          <a:xfrm>
            <a:off x="6134100" y="1885950"/>
            <a:ext cx="2287091" cy="637913"/>
            <a:chOff x="844734" y="1923738"/>
            <a:chExt cx="2287091" cy="637913"/>
          </a:xfrm>
        </p:grpSpPr>
        <p:sp>
          <p:nvSpPr>
            <p:cNvPr id="34"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35" name="TextBox 34"/>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6" name="Group 35"/>
          <p:cNvGrpSpPr/>
          <p:nvPr/>
        </p:nvGrpSpPr>
        <p:grpSpPr>
          <a:xfrm>
            <a:off x="6134100" y="3381637"/>
            <a:ext cx="2287091" cy="637913"/>
            <a:chOff x="844734" y="1923738"/>
            <a:chExt cx="2287091" cy="637913"/>
          </a:xfrm>
        </p:grpSpPr>
        <p:sp>
          <p:nvSpPr>
            <p:cNvPr id="37"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38" name="TextBox 37"/>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9" name="Group 41"/>
          <p:cNvGrpSpPr/>
          <p:nvPr/>
        </p:nvGrpSpPr>
        <p:grpSpPr>
          <a:xfrm>
            <a:off x="3428455" y="952500"/>
            <a:ext cx="2287091" cy="484025"/>
            <a:chOff x="844734" y="1923738"/>
            <a:chExt cx="2287091" cy="484025"/>
          </a:xfrm>
        </p:grpSpPr>
        <p:sp>
          <p:nvSpPr>
            <p:cNvPr id="43"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a:t>
              </a:r>
            </a:p>
          </p:txBody>
        </p:sp>
        <p:sp>
          <p:nvSpPr>
            <p:cNvPr id="44" name="TextBox 43"/>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1"/>
                  </a:solidFill>
                </a:rPr>
                <a:t>Keyword Here</a:t>
              </a:r>
            </a:p>
          </p:txBody>
        </p:sp>
      </p:grpSp>
      <p:grpSp>
        <p:nvGrpSpPr>
          <p:cNvPr id="10" name="Group 44"/>
          <p:cNvGrpSpPr/>
          <p:nvPr/>
        </p:nvGrpSpPr>
        <p:grpSpPr>
          <a:xfrm>
            <a:off x="3428455" y="4418384"/>
            <a:ext cx="2287091" cy="484025"/>
            <a:chOff x="844734" y="1923738"/>
            <a:chExt cx="2287091" cy="484025"/>
          </a:xfrm>
        </p:grpSpPr>
        <p:sp>
          <p:nvSpPr>
            <p:cNvPr id="46"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 </a:t>
              </a:r>
            </a:p>
          </p:txBody>
        </p:sp>
        <p:sp>
          <p:nvSpPr>
            <p:cNvPr id="47" name="TextBox 46"/>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4"/>
                  </a:solidFill>
                </a:rPr>
                <a:t>Keyword Here</a:t>
              </a:r>
            </a:p>
          </p:txBody>
        </p:sp>
      </p:grpSp>
      <p:grpSp>
        <p:nvGrpSpPr>
          <p:cNvPr id="11" name="Group 59"/>
          <p:cNvGrpSpPr/>
          <p:nvPr/>
        </p:nvGrpSpPr>
        <p:grpSpPr>
          <a:xfrm>
            <a:off x="4004877" y="2428485"/>
            <a:ext cx="1139957" cy="982721"/>
            <a:chOff x="4004877" y="2428485"/>
            <a:chExt cx="1139957" cy="982721"/>
          </a:xfrm>
        </p:grpSpPr>
        <p:sp>
          <p:nvSpPr>
            <p:cNvPr id="14" name="Hexagon 13"/>
            <p:cNvSpPr/>
            <p:nvPr/>
          </p:nvSpPr>
          <p:spPr bwMode="auto">
            <a:xfrm>
              <a:off x="4004877" y="2428485"/>
              <a:ext cx="1139957" cy="982721"/>
            </a:xfrm>
            <a:prstGeom prst="hexagon">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9" name="Freeform 152"/>
            <p:cNvSpPr>
              <a:spLocks noEditPoints="1"/>
            </p:cNvSpPr>
            <p:nvPr/>
          </p:nvSpPr>
          <p:spPr bwMode="auto">
            <a:xfrm>
              <a:off x="4385803" y="2746245"/>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55"/>
          <p:cNvGrpSpPr/>
          <p:nvPr/>
        </p:nvGrpSpPr>
        <p:grpSpPr>
          <a:xfrm>
            <a:off x="4122831" y="1427240"/>
            <a:ext cx="904050" cy="957228"/>
            <a:chOff x="4122831" y="1427240"/>
            <a:chExt cx="904050" cy="957228"/>
          </a:xfrm>
        </p:grpSpPr>
        <p:sp>
          <p:nvSpPr>
            <p:cNvPr id="5" name="Down Arrow 4"/>
            <p:cNvSpPr/>
            <p:nvPr/>
          </p:nvSpPr>
          <p:spPr bwMode="auto">
            <a:xfrm rot="10800000">
              <a:off x="4122831" y="1427240"/>
              <a:ext cx="904050" cy="957228"/>
            </a:xfrm>
            <a:prstGeom prst="downArrow">
              <a:avLst>
                <a:gd name="adj1" fmla="val 63516"/>
                <a:gd name="adj2" fmla="val 5000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0" name="Freeform 116"/>
            <p:cNvSpPr>
              <a:spLocks noEditPoints="1"/>
            </p:cNvSpPr>
            <p:nvPr/>
          </p:nvSpPr>
          <p:spPr bwMode="auto">
            <a:xfrm>
              <a:off x="4412510" y="1918836"/>
              <a:ext cx="324692" cy="261848"/>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56"/>
          <p:cNvGrpSpPr/>
          <p:nvPr/>
        </p:nvGrpSpPr>
        <p:grpSpPr>
          <a:xfrm>
            <a:off x="5013671" y="2001411"/>
            <a:ext cx="957229" cy="904050"/>
            <a:chOff x="5013671" y="2001411"/>
            <a:chExt cx="957229" cy="904050"/>
          </a:xfrm>
        </p:grpSpPr>
        <p:sp>
          <p:nvSpPr>
            <p:cNvPr id="16" name="Down Arrow 15"/>
            <p:cNvSpPr/>
            <p:nvPr/>
          </p:nvSpPr>
          <p:spPr bwMode="auto">
            <a:xfrm rot="14548862">
              <a:off x="5040261" y="1974821"/>
              <a:ext cx="904050" cy="957229"/>
            </a:xfrm>
            <a:prstGeom prst="downArrow">
              <a:avLst>
                <a:gd name="adj1" fmla="val 63516"/>
                <a:gd name="adj2" fmla="val 5000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1" name="Freeform 105"/>
            <p:cNvSpPr>
              <a:spLocks noEditPoints="1"/>
            </p:cNvSpPr>
            <p:nvPr/>
          </p:nvSpPr>
          <p:spPr bwMode="auto">
            <a:xfrm rot="5400000">
              <a:off x="5163885" y="2366008"/>
              <a:ext cx="341566" cy="336617"/>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grpSp>
        <p:nvGrpSpPr>
          <p:cNvPr id="15" name="Group 57"/>
          <p:cNvGrpSpPr/>
          <p:nvPr/>
        </p:nvGrpSpPr>
        <p:grpSpPr>
          <a:xfrm>
            <a:off x="4993305" y="2981138"/>
            <a:ext cx="957229" cy="904050"/>
            <a:chOff x="4993305" y="2981138"/>
            <a:chExt cx="957229" cy="904050"/>
          </a:xfrm>
        </p:grpSpPr>
        <p:sp>
          <p:nvSpPr>
            <p:cNvPr id="18" name="Down Arrow 17"/>
            <p:cNvSpPr/>
            <p:nvPr/>
          </p:nvSpPr>
          <p:spPr bwMode="auto">
            <a:xfrm rot="7051138" flipV="1">
              <a:off x="5019895" y="2954548"/>
              <a:ext cx="904050" cy="957229"/>
            </a:xfrm>
            <a:prstGeom prst="downArrow">
              <a:avLst>
                <a:gd name="adj1" fmla="val 63516"/>
                <a:gd name="adj2" fmla="val 5000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2" name="Freeform 15"/>
            <p:cNvSpPr>
              <a:spLocks noEditPoints="1"/>
            </p:cNvSpPr>
            <p:nvPr/>
          </p:nvSpPr>
          <p:spPr bwMode="auto">
            <a:xfrm rot="7200000">
              <a:off x="5141818" y="3208663"/>
              <a:ext cx="268382" cy="201287"/>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61"/>
          <p:cNvGrpSpPr/>
          <p:nvPr/>
        </p:nvGrpSpPr>
        <p:grpSpPr>
          <a:xfrm>
            <a:off x="4116042" y="3461156"/>
            <a:ext cx="904050" cy="957228"/>
            <a:chOff x="4116042" y="3461156"/>
            <a:chExt cx="904050" cy="957228"/>
          </a:xfrm>
        </p:grpSpPr>
        <p:sp>
          <p:nvSpPr>
            <p:cNvPr id="21" name="Down Arrow 20"/>
            <p:cNvSpPr/>
            <p:nvPr/>
          </p:nvSpPr>
          <p:spPr bwMode="auto">
            <a:xfrm>
              <a:off x="4116042" y="3461156"/>
              <a:ext cx="904050" cy="957228"/>
            </a:xfrm>
            <a:prstGeom prst="downArrow">
              <a:avLst>
                <a:gd name="adj1" fmla="val 63516"/>
                <a:gd name="adj2" fmla="val 5000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3" name="Freeform 57"/>
            <p:cNvSpPr>
              <a:spLocks noEditPoints="1"/>
            </p:cNvSpPr>
            <p:nvPr/>
          </p:nvSpPr>
          <p:spPr bwMode="auto">
            <a:xfrm>
              <a:off x="4412651" y="3572654"/>
              <a:ext cx="311750" cy="311750"/>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60"/>
          <p:cNvGrpSpPr/>
          <p:nvPr/>
        </p:nvGrpSpPr>
        <p:grpSpPr>
          <a:xfrm>
            <a:off x="3191023" y="2981138"/>
            <a:ext cx="957229" cy="904050"/>
            <a:chOff x="3191023" y="2981138"/>
            <a:chExt cx="957229" cy="904050"/>
          </a:xfrm>
        </p:grpSpPr>
        <p:sp>
          <p:nvSpPr>
            <p:cNvPr id="20" name="Down Arrow 19"/>
            <p:cNvSpPr/>
            <p:nvPr/>
          </p:nvSpPr>
          <p:spPr bwMode="auto">
            <a:xfrm rot="14548862" flipH="1" flipV="1">
              <a:off x="3217613" y="2954548"/>
              <a:ext cx="904050" cy="957229"/>
            </a:xfrm>
            <a:prstGeom prst="downArrow">
              <a:avLst>
                <a:gd name="adj1" fmla="val 63516"/>
                <a:gd name="adj2" fmla="val 50000"/>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4" name="Freeform 122"/>
            <p:cNvSpPr>
              <a:spLocks noEditPoints="1"/>
            </p:cNvSpPr>
            <p:nvPr/>
          </p:nvSpPr>
          <p:spPr bwMode="auto">
            <a:xfrm>
              <a:off x="3658983" y="3275475"/>
              <a:ext cx="303418" cy="238126"/>
            </a:xfrm>
            <a:custGeom>
              <a:avLst/>
              <a:gdLst/>
              <a:ahLst/>
              <a:cxnLst>
                <a:cxn ang="0">
                  <a:pos x="57" y="37"/>
                </a:cxn>
                <a:cxn ang="0">
                  <a:pos x="38" y="56"/>
                </a:cxn>
                <a:cxn ang="0">
                  <a:pos x="34" y="57"/>
                </a:cxn>
                <a:cxn ang="0">
                  <a:pos x="31" y="56"/>
                </a:cxn>
                <a:cxn ang="0">
                  <a:pos x="4" y="28"/>
                </a:cxn>
                <a:cxn ang="0">
                  <a:pos x="0" y="20"/>
                </a:cxn>
                <a:cxn ang="0">
                  <a:pos x="0" y="4"/>
                </a:cxn>
                <a:cxn ang="0">
                  <a:pos x="5" y="0"/>
                </a:cxn>
                <a:cxn ang="0">
                  <a:pos x="21" y="0"/>
                </a:cxn>
                <a:cxn ang="0">
                  <a:pos x="29" y="3"/>
                </a:cxn>
                <a:cxn ang="0">
                  <a:pos x="57" y="30"/>
                </a:cxn>
                <a:cxn ang="0">
                  <a:pos x="58" y="34"/>
                </a:cxn>
                <a:cxn ang="0">
                  <a:pos x="57" y="37"/>
                </a:cxn>
                <a:cxn ang="0">
                  <a:pos x="13" y="7"/>
                </a:cxn>
                <a:cxn ang="0">
                  <a:pos x="8" y="12"/>
                </a:cxn>
                <a:cxn ang="0">
                  <a:pos x="13" y="17"/>
                </a:cxn>
                <a:cxn ang="0">
                  <a:pos x="17" y="12"/>
                </a:cxn>
                <a:cxn ang="0">
                  <a:pos x="13" y="7"/>
                </a:cxn>
                <a:cxn ang="0">
                  <a:pos x="71" y="37"/>
                </a:cxn>
                <a:cxn ang="0">
                  <a:pos x="52" y="56"/>
                </a:cxn>
                <a:cxn ang="0">
                  <a:pos x="49" y="57"/>
                </a:cxn>
                <a:cxn ang="0">
                  <a:pos x="45" y="55"/>
                </a:cxn>
                <a:cxn ang="0">
                  <a:pos x="63" y="37"/>
                </a:cxn>
                <a:cxn ang="0">
                  <a:pos x="64" y="34"/>
                </a:cxn>
                <a:cxn ang="0">
                  <a:pos x="63" y="30"/>
                </a:cxn>
                <a:cxn ang="0">
                  <a:pos x="35" y="3"/>
                </a:cxn>
                <a:cxn ang="0">
                  <a:pos x="27" y="0"/>
                </a:cxn>
                <a:cxn ang="0">
                  <a:pos x="36" y="0"/>
                </a:cxn>
                <a:cxn ang="0">
                  <a:pos x="44" y="3"/>
                </a:cxn>
                <a:cxn ang="0">
                  <a:pos x="71" y="30"/>
                </a:cxn>
                <a:cxn ang="0">
                  <a:pos x="73" y="34"/>
                </a:cxn>
                <a:cxn ang="0">
                  <a:pos x="71" y="37"/>
                </a:cxn>
              </a:cxnLst>
              <a:rect l="0" t="0" r="r" b="b"/>
              <a:pathLst>
                <a:path w="73" h="57">
                  <a:moveTo>
                    <a:pt x="57" y="37"/>
                  </a:moveTo>
                  <a:cubicBezTo>
                    <a:pt x="38" y="56"/>
                    <a:pt x="38" y="56"/>
                    <a:pt x="38" y="56"/>
                  </a:cubicBezTo>
                  <a:cubicBezTo>
                    <a:pt x="37" y="57"/>
                    <a:pt x="36" y="57"/>
                    <a:pt x="34" y="57"/>
                  </a:cubicBezTo>
                  <a:cubicBezTo>
                    <a:pt x="33" y="57"/>
                    <a:pt x="32" y="57"/>
                    <a:pt x="31" y="56"/>
                  </a:cubicBezTo>
                  <a:cubicBezTo>
                    <a:pt x="4" y="28"/>
                    <a:pt x="4" y="28"/>
                    <a:pt x="4" y="28"/>
                  </a:cubicBezTo>
                  <a:cubicBezTo>
                    <a:pt x="2" y="27"/>
                    <a:pt x="0" y="23"/>
                    <a:pt x="0" y="20"/>
                  </a:cubicBezTo>
                  <a:cubicBezTo>
                    <a:pt x="0" y="4"/>
                    <a:pt x="0" y="4"/>
                    <a:pt x="0" y="4"/>
                  </a:cubicBezTo>
                  <a:cubicBezTo>
                    <a:pt x="0" y="2"/>
                    <a:pt x="3" y="0"/>
                    <a:pt x="5" y="0"/>
                  </a:cubicBezTo>
                  <a:cubicBezTo>
                    <a:pt x="21" y="0"/>
                    <a:pt x="21" y="0"/>
                    <a:pt x="21" y="0"/>
                  </a:cubicBezTo>
                  <a:cubicBezTo>
                    <a:pt x="24" y="0"/>
                    <a:pt x="27" y="1"/>
                    <a:pt x="29" y="3"/>
                  </a:cubicBezTo>
                  <a:cubicBezTo>
                    <a:pt x="57" y="30"/>
                    <a:pt x="57" y="30"/>
                    <a:pt x="57" y="30"/>
                  </a:cubicBezTo>
                  <a:cubicBezTo>
                    <a:pt x="57" y="31"/>
                    <a:pt x="58" y="32"/>
                    <a:pt x="58" y="34"/>
                  </a:cubicBezTo>
                  <a:cubicBezTo>
                    <a:pt x="58" y="35"/>
                    <a:pt x="57" y="36"/>
                    <a:pt x="57" y="37"/>
                  </a:cubicBezTo>
                  <a:close/>
                  <a:moveTo>
                    <a:pt x="13" y="7"/>
                  </a:moveTo>
                  <a:cubicBezTo>
                    <a:pt x="10" y="7"/>
                    <a:pt x="8" y="9"/>
                    <a:pt x="8" y="12"/>
                  </a:cubicBezTo>
                  <a:cubicBezTo>
                    <a:pt x="8" y="14"/>
                    <a:pt x="10" y="17"/>
                    <a:pt x="13" y="17"/>
                  </a:cubicBezTo>
                  <a:cubicBezTo>
                    <a:pt x="15" y="17"/>
                    <a:pt x="17" y="14"/>
                    <a:pt x="17" y="12"/>
                  </a:cubicBezTo>
                  <a:cubicBezTo>
                    <a:pt x="17" y="9"/>
                    <a:pt x="15" y="7"/>
                    <a:pt x="13" y="7"/>
                  </a:cubicBezTo>
                  <a:close/>
                  <a:moveTo>
                    <a:pt x="71" y="37"/>
                  </a:moveTo>
                  <a:cubicBezTo>
                    <a:pt x="52" y="56"/>
                    <a:pt x="52" y="56"/>
                    <a:pt x="52" y="56"/>
                  </a:cubicBezTo>
                  <a:cubicBezTo>
                    <a:pt x="52" y="57"/>
                    <a:pt x="50" y="57"/>
                    <a:pt x="49" y="57"/>
                  </a:cubicBezTo>
                  <a:cubicBezTo>
                    <a:pt x="47" y="57"/>
                    <a:pt x="46" y="56"/>
                    <a:pt x="45" y="55"/>
                  </a:cubicBezTo>
                  <a:cubicBezTo>
                    <a:pt x="63" y="37"/>
                    <a:pt x="63" y="37"/>
                    <a:pt x="63" y="37"/>
                  </a:cubicBezTo>
                  <a:cubicBezTo>
                    <a:pt x="63" y="36"/>
                    <a:pt x="64" y="35"/>
                    <a:pt x="64" y="34"/>
                  </a:cubicBezTo>
                  <a:cubicBezTo>
                    <a:pt x="64" y="32"/>
                    <a:pt x="63" y="31"/>
                    <a:pt x="63" y="30"/>
                  </a:cubicBezTo>
                  <a:cubicBezTo>
                    <a:pt x="35" y="3"/>
                    <a:pt x="35" y="3"/>
                    <a:pt x="35" y="3"/>
                  </a:cubicBezTo>
                  <a:cubicBezTo>
                    <a:pt x="34" y="1"/>
                    <a:pt x="30" y="0"/>
                    <a:pt x="27" y="0"/>
                  </a:cubicBezTo>
                  <a:cubicBezTo>
                    <a:pt x="36" y="0"/>
                    <a:pt x="36" y="0"/>
                    <a:pt x="36" y="0"/>
                  </a:cubicBezTo>
                  <a:cubicBezTo>
                    <a:pt x="38" y="0"/>
                    <a:pt x="42" y="1"/>
                    <a:pt x="44" y="3"/>
                  </a:cubicBezTo>
                  <a:cubicBezTo>
                    <a:pt x="71" y="30"/>
                    <a:pt x="71" y="30"/>
                    <a:pt x="71" y="30"/>
                  </a:cubicBezTo>
                  <a:cubicBezTo>
                    <a:pt x="72" y="31"/>
                    <a:pt x="73" y="32"/>
                    <a:pt x="73" y="34"/>
                  </a:cubicBezTo>
                  <a:cubicBezTo>
                    <a:pt x="73" y="35"/>
                    <a:pt x="72" y="36"/>
                    <a:pt x="71" y="3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3" name="Group 58"/>
          <p:cNvGrpSpPr/>
          <p:nvPr/>
        </p:nvGrpSpPr>
        <p:grpSpPr>
          <a:xfrm>
            <a:off x="3182829" y="1974254"/>
            <a:ext cx="957229" cy="904050"/>
            <a:chOff x="3182829" y="1974254"/>
            <a:chExt cx="957229" cy="904050"/>
          </a:xfrm>
        </p:grpSpPr>
        <p:sp>
          <p:nvSpPr>
            <p:cNvPr id="17" name="Down Arrow 16"/>
            <p:cNvSpPr/>
            <p:nvPr/>
          </p:nvSpPr>
          <p:spPr bwMode="auto">
            <a:xfrm rot="7051138" flipH="1">
              <a:off x="3209419" y="1947664"/>
              <a:ext cx="904050" cy="957229"/>
            </a:xfrm>
            <a:prstGeom prst="downArrow">
              <a:avLst>
                <a:gd name="adj1" fmla="val 63516"/>
                <a:gd name="adj2" fmla="val 50000"/>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5" name="Freeform 56"/>
            <p:cNvSpPr>
              <a:spLocks noEditPoints="1"/>
            </p:cNvSpPr>
            <p:nvPr/>
          </p:nvSpPr>
          <p:spPr bwMode="auto">
            <a:xfrm rot="18000000">
              <a:off x="3615105" y="2340213"/>
              <a:ext cx="380642" cy="329727"/>
            </a:xfrm>
            <a:custGeom>
              <a:avLst/>
              <a:gdLst/>
              <a:ahLst/>
              <a:cxnLst>
                <a:cxn ang="0">
                  <a:pos x="67" y="63"/>
                </a:cxn>
                <a:cxn ang="0">
                  <a:pos x="0" y="57"/>
                </a:cxn>
                <a:cxn ang="0">
                  <a:pos x="7" y="0"/>
                </a:cxn>
                <a:cxn ang="0">
                  <a:pos x="73" y="6"/>
                </a:cxn>
                <a:cxn ang="0">
                  <a:pos x="15" y="7"/>
                </a:cxn>
                <a:cxn ang="0">
                  <a:pos x="8" y="4"/>
                </a:cxn>
                <a:cxn ang="0">
                  <a:pos x="5" y="12"/>
                </a:cxn>
                <a:cxn ang="0">
                  <a:pos x="13" y="14"/>
                </a:cxn>
                <a:cxn ang="0">
                  <a:pos x="15" y="7"/>
                </a:cxn>
                <a:cxn ang="0">
                  <a:pos x="13" y="19"/>
                </a:cxn>
                <a:cxn ang="0">
                  <a:pos x="5" y="21"/>
                </a:cxn>
                <a:cxn ang="0">
                  <a:pos x="8" y="29"/>
                </a:cxn>
                <a:cxn ang="0">
                  <a:pos x="15" y="26"/>
                </a:cxn>
                <a:cxn ang="0">
                  <a:pos x="15" y="36"/>
                </a:cxn>
                <a:cxn ang="0">
                  <a:pos x="8" y="34"/>
                </a:cxn>
                <a:cxn ang="0">
                  <a:pos x="5" y="41"/>
                </a:cxn>
                <a:cxn ang="0">
                  <a:pos x="13" y="43"/>
                </a:cxn>
                <a:cxn ang="0">
                  <a:pos x="15" y="36"/>
                </a:cxn>
                <a:cxn ang="0">
                  <a:pos x="13" y="48"/>
                </a:cxn>
                <a:cxn ang="0">
                  <a:pos x="5" y="51"/>
                </a:cxn>
                <a:cxn ang="0">
                  <a:pos x="8" y="58"/>
                </a:cxn>
                <a:cxn ang="0">
                  <a:pos x="15" y="55"/>
                </a:cxn>
                <a:cxn ang="0">
                  <a:pos x="54" y="7"/>
                </a:cxn>
                <a:cxn ang="0">
                  <a:pos x="22" y="4"/>
                </a:cxn>
                <a:cxn ang="0">
                  <a:pos x="20" y="26"/>
                </a:cxn>
                <a:cxn ang="0">
                  <a:pos x="51" y="29"/>
                </a:cxn>
                <a:cxn ang="0">
                  <a:pos x="54" y="7"/>
                </a:cxn>
                <a:cxn ang="0">
                  <a:pos x="51" y="34"/>
                </a:cxn>
                <a:cxn ang="0">
                  <a:pos x="20" y="36"/>
                </a:cxn>
                <a:cxn ang="0">
                  <a:pos x="22" y="58"/>
                </a:cxn>
                <a:cxn ang="0">
                  <a:pos x="54" y="55"/>
                </a:cxn>
                <a:cxn ang="0">
                  <a:pos x="68" y="7"/>
                </a:cxn>
                <a:cxn ang="0">
                  <a:pos x="61" y="4"/>
                </a:cxn>
                <a:cxn ang="0">
                  <a:pos x="59" y="12"/>
                </a:cxn>
                <a:cxn ang="0">
                  <a:pos x="66" y="14"/>
                </a:cxn>
                <a:cxn ang="0">
                  <a:pos x="68" y="7"/>
                </a:cxn>
                <a:cxn ang="0">
                  <a:pos x="66" y="19"/>
                </a:cxn>
                <a:cxn ang="0">
                  <a:pos x="59" y="21"/>
                </a:cxn>
                <a:cxn ang="0">
                  <a:pos x="61" y="29"/>
                </a:cxn>
                <a:cxn ang="0">
                  <a:pos x="68" y="26"/>
                </a:cxn>
                <a:cxn ang="0">
                  <a:pos x="68" y="36"/>
                </a:cxn>
                <a:cxn ang="0">
                  <a:pos x="61" y="34"/>
                </a:cxn>
                <a:cxn ang="0">
                  <a:pos x="59" y="41"/>
                </a:cxn>
                <a:cxn ang="0">
                  <a:pos x="66" y="43"/>
                </a:cxn>
                <a:cxn ang="0">
                  <a:pos x="68" y="36"/>
                </a:cxn>
                <a:cxn ang="0">
                  <a:pos x="66" y="48"/>
                </a:cxn>
                <a:cxn ang="0">
                  <a:pos x="59" y="51"/>
                </a:cxn>
                <a:cxn ang="0">
                  <a:pos x="61" y="58"/>
                </a:cxn>
                <a:cxn ang="0">
                  <a:pos x="68" y="55"/>
                </a:cxn>
              </a:cxnLst>
              <a:rect l="0" t="0" r="r" b="b"/>
              <a:pathLst>
                <a:path w="73" h="63">
                  <a:moveTo>
                    <a:pt x="73" y="57"/>
                  </a:moveTo>
                  <a:cubicBezTo>
                    <a:pt x="73" y="60"/>
                    <a:pt x="71" y="63"/>
                    <a:pt x="67" y="63"/>
                  </a:cubicBezTo>
                  <a:cubicBezTo>
                    <a:pt x="7" y="63"/>
                    <a:pt x="7" y="63"/>
                    <a:pt x="7" y="63"/>
                  </a:cubicBezTo>
                  <a:cubicBezTo>
                    <a:pt x="3" y="63"/>
                    <a:pt x="0" y="60"/>
                    <a:pt x="0" y="57"/>
                  </a:cubicBezTo>
                  <a:cubicBezTo>
                    <a:pt x="0" y="6"/>
                    <a:pt x="0" y="6"/>
                    <a:pt x="0" y="6"/>
                  </a:cubicBezTo>
                  <a:cubicBezTo>
                    <a:pt x="0" y="2"/>
                    <a:pt x="3" y="0"/>
                    <a:pt x="7" y="0"/>
                  </a:cubicBezTo>
                  <a:cubicBezTo>
                    <a:pt x="67" y="0"/>
                    <a:pt x="67" y="0"/>
                    <a:pt x="67" y="0"/>
                  </a:cubicBezTo>
                  <a:cubicBezTo>
                    <a:pt x="71" y="0"/>
                    <a:pt x="73" y="2"/>
                    <a:pt x="73" y="6"/>
                  </a:cubicBezTo>
                  <a:lnTo>
                    <a:pt x="73" y="57"/>
                  </a:lnTo>
                  <a:close/>
                  <a:moveTo>
                    <a:pt x="15" y="7"/>
                  </a:moveTo>
                  <a:cubicBezTo>
                    <a:pt x="15" y="6"/>
                    <a:pt x="14" y="4"/>
                    <a:pt x="13" y="4"/>
                  </a:cubicBezTo>
                  <a:cubicBezTo>
                    <a:pt x="8" y="4"/>
                    <a:pt x="8" y="4"/>
                    <a:pt x="8" y="4"/>
                  </a:cubicBezTo>
                  <a:cubicBezTo>
                    <a:pt x="6" y="4"/>
                    <a:pt x="5" y="6"/>
                    <a:pt x="5" y="7"/>
                  </a:cubicBezTo>
                  <a:cubicBezTo>
                    <a:pt x="5" y="12"/>
                    <a:pt x="5" y="12"/>
                    <a:pt x="5" y="12"/>
                  </a:cubicBezTo>
                  <a:cubicBezTo>
                    <a:pt x="5" y="13"/>
                    <a:pt x="6" y="14"/>
                    <a:pt x="8" y="14"/>
                  </a:cubicBezTo>
                  <a:cubicBezTo>
                    <a:pt x="13" y="14"/>
                    <a:pt x="13" y="14"/>
                    <a:pt x="13" y="14"/>
                  </a:cubicBezTo>
                  <a:cubicBezTo>
                    <a:pt x="14" y="14"/>
                    <a:pt x="15" y="13"/>
                    <a:pt x="15" y="12"/>
                  </a:cubicBezTo>
                  <a:lnTo>
                    <a:pt x="15" y="7"/>
                  </a:lnTo>
                  <a:close/>
                  <a:moveTo>
                    <a:pt x="15" y="21"/>
                  </a:moveTo>
                  <a:cubicBezTo>
                    <a:pt x="15" y="20"/>
                    <a:pt x="14" y="19"/>
                    <a:pt x="13" y="19"/>
                  </a:cubicBezTo>
                  <a:cubicBezTo>
                    <a:pt x="8" y="19"/>
                    <a:pt x="8" y="19"/>
                    <a:pt x="8" y="19"/>
                  </a:cubicBezTo>
                  <a:cubicBezTo>
                    <a:pt x="6" y="19"/>
                    <a:pt x="5" y="20"/>
                    <a:pt x="5" y="21"/>
                  </a:cubicBezTo>
                  <a:cubicBezTo>
                    <a:pt x="5" y="26"/>
                    <a:pt x="5" y="26"/>
                    <a:pt x="5" y="26"/>
                  </a:cubicBezTo>
                  <a:cubicBezTo>
                    <a:pt x="5" y="28"/>
                    <a:pt x="6" y="29"/>
                    <a:pt x="8" y="29"/>
                  </a:cubicBezTo>
                  <a:cubicBezTo>
                    <a:pt x="13" y="29"/>
                    <a:pt x="13" y="29"/>
                    <a:pt x="13" y="29"/>
                  </a:cubicBezTo>
                  <a:cubicBezTo>
                    <a:pt x="14" y="29"/>
                    <a:pt x="15" y="28"/>
                    <a:pt x="15" y="26"/>
                  </a:cubicBezTo>
                  <a:lnTo>
                    <a:pt x="15" y="21"/>
                  </a:lnTo>
                  <a:close/>
                  <a:moveTo>
                    <a:pt x="15" y="36"/>
                  </a:moveTo>
                  <a:cubicBezTo>
                    <a:pt x="15" y="35"/>
                    <a:pt x="14" y="34"/>
                    <a:pt x="13" y="34"/>
                  </a:cubicBezTo>
                  <a:cubicBezTo>
                    <a:pt x="8" y="34"/>
                    <a:pt x="8" y="34"/>
                    <a:pt x="8" y="34"/>
                  </a:cubicBezTo>
                  <a:cubicBezTo>
                    <a:pt x="6" y="34"/>
                    <a:pt x="5" y="35"/>
                    <a:pt x="5" y="36"/>
                  </a:cubicBezTo>
                  <a:cubicBezTo>
                    <a:pt x="5" y="41"/>
                    <a:pt x="5" y="41"/>
                    <a:pt x="5" y="41"/>
                  </a:cubicBezTo>
                  <a:cubicBezTo>
                    <a:pt x="5" y="42"/>
                    <a:pt x="6" y="43"/>
                    <a:pt x="8" y="43"/>
                  </a:cubicBezTo>
                  <a:cubicBezTo>
                    <a:pt x="13" y="43"/>
                    <a:pt x="13" y="43"/>
                    <a:pt x="13" y="43"/>
                  </a:cubicBezTo>
                  <a:cubicBezTo>
                    <a:pt x="14" y="43"/>
                    <a:pt x="15" y="42"/>
                    <a:pt x="15" y="41"/>
                  </a:cubicBezTo>
                  <a:lnTo>
                    <a:pt x="15" y="36"/>
                  </a:lnTo>
                  <a:close/>
                  <a:moveTo>
                    <a:pt x="15" y="51"/>
                  </a:moveTo>
                  <a:cubicBezTo>
                    <a:pt x="15" y="49"/>
                    <a:pt x="14" y="48"/>
                    <a:pt x="13" y="48"/>
                  </a:cubicBezTo>
                  <a:cubicBezTo>
                    <a:pt x="8" y="48"/>
                    <a:pt x="8" y="48"/>
                    <a:pt x="8" y="48"/>
                  </a:cubicBezTo>
                  <a:cubicBezTo>
                    <a:pt x="6" y="48"/>
                    <a:pt x="5" y="49"/>
                    <a:pt x="5" y="51"/>
                  </a:cubicBezTo>
                  <a:cubicBezTo>
                    <a:pt x="5" y="55"/>
                    <a:pt x="5" y="55"/>
                    <a:pt x="5" y="55"/>
                  </a:cubicBezTo>
                  <a:cubicBezTo>
                    <a:pt x="5" y="57"/>
                    <a:pt x="6" y="58"/>
                    <a:pt x="8" y="58"/>
                  </a:cubicBezTo>
                  <a:cubicBezTo>
                    <a:pt x="13" y="58"/>
                    <a:pt x="13" y="58"/>
                    <a:pt x="13" y="58"/>
                  </a:cubicBezTo>
                  <a:cubicBezTo>
                    <a:pt x="14" y="58"/>
                    <a:pt x="15" y="57"/>
                    <a:pt x="15" y="55"/>
                  </a:cubicBezTo>
                  <a:lnTo>
                    <a:pt x="15" y="51"/>
                  </a:lnTo>
                  <a:close/>
                  <a:moveTo>
                    <a:pt x="54" y="7"/>
                  </a:moveTo>
                  <a:cubicBezTo>
                    <a:pt x="54" y="6"/>
                    <a:pt x="53" y="4"/>
                    <a:pt x="51" y="4"/>
                  </a:cubicBezTo>
                  <a:cubicBezTo>
                    <a:pt x="22" y="4"/>
                    <a:pt x="22" y="4"/>
                    <a:pt x="22" y="4"/>
                  </a:cubicBezTo>
                  <a:cubicBezTo>
                    <a:pt x="21" y="4"/>
                    <a:pt x="20" y="6"/>
                    <a:pt x="20" y="7"/>
                  </a:cubicBezTo>
                  <a:cubicBezTo>
                    <a:pt x="20" y="26"/>
                    <a:pt x="20" y="26"/>
                    <a:pt x="20" y="26"/>
                  </a:cubicBezTo>
                  <a:cubicBezTo>
                    <a:pt x="20" y="28"/>
                    <a:pt x="21" y="29"/>
                    <a:pt x="22" y="29"/>
                  </a:cubicBezTo>
                  <a:cubicBezTo>
                    <a:pt x="51" y="29"/>
                    <a:pt x="51" y="29"/>
                    <a:pt x="51" y="29"/>
                  </a:cubicBezTo>
                  <a:cubicBezTo>
                    <a:pt x="53" y="29"/>
                    <a:pt x="54" y="28"/>
                    <a:pt x="54" y="26"/>
                  </a:cubicBezTo>
                  <a:lnTo>
                    <a:pt x="54" y="7"/>
                  </a:lnTo>
                  <a:close/>
                  <a:moveTo>
                    <a:pt x="54" y="36"/>
                  </a:moveTo>
                  <a:cubicBezTo>
                    <a:pt x="54" y="35"/>
                    <a:pt x="53" y="34"/>
                    <a:pt x="51" y="34"/>
                  </a:cubicBezTo>
                  <a:cubicBezTo>
                    <a:pt x="22" y="34"/>
                    <a:pt x="22" y="34"/>
                    <a:pt x="22" y="34"/>
                  </a:cubicBezTo>
                  <a:cubicBezTo>
                    <a:pt x="21" y="34"/>
                    <a:pt x="20" y="35"/>
                    <a:pt x="20" y="36"/>
                  </a:cubicBezTo>
                  <a:cubicBezTo>
                    <a:pt x="20" y="55"/>
                    <a:pt x="20" y="55"/>
                    <a:pt x="20" y="55"/>
                  </a:cubicBezTo>
                  <a:cubicBezTo>
                    <a:pt x="20" y="57"/>
                    <a:pt x="21" y="58"/>
                    <a:pt x="22" y="58"/>
                  </a:cubicBezTo>
                  <a:cubicBezTo>
                    <a:pt x="51" y="58"/>
                    <a:pt x="51" y="58"/>
                    <a:pt x="51" y="58"/>
                  </a:cubicBezTo>
                  <a:cubicBezTo>
                    <a:pt x="53" y="58"/>
                    <a:pt x="54" y="57"/>
                    <a:pt x="54" y="55"/>
                  </a:cubicBezTo>
                  <a:lnTo>
                    <a:pt x="54" y="36"/>
                  </a:lnTo>
                  <a:close/>
                  <a:moveTo>
                    <a:pt x="68" y="7"/>
                  </a:moveTo>
                  <a:cubicBezTo>
                    <a:pt x="68" y="6"/>
                    <a:pt x="67" y="4"/>
                    <a:pt x="66" y="4"/>
                  </a:cubicBezTo>
                  <a:cubicBezTo>
                    <a:pt x="61" y="4"/>
                    <a:pt x="61" y="4"/>
                    <a:pt x="61" y="4"/>
                  </a:cubicBezTo>
                  <a:cubicBezTo>
                    <a:pt x="60" y="4"/>
                    <a:pt x="59" y="6"/>
                    <a:pt x="59" y="7"/>
                  </a:cubicBezTo>
                  <a:cubicBezTo>
                    <a:pt x="59" y="12"/>
                    <a:pt x="59" y="12"/>
                    <a:pt x="59" y="12"/>
                  </a:cubicBezTo>
                  <a:cubicBezTo>
                    <a:pt x="59" y="13"/>
                    <a:pt x="60" y="14"/>
                    <a:pt x="61" y="14"/>
                  </a:cubicBezTo>
                  <a:cubicBezTo>
                    <a:pt x="66" y="14"/>
                    <a:pt x="66" y="14"/>
                    <a:pt x="66" y="14"/>
                  </a:cubicBezTo>
                  <a:cubicBezTo>
                    <a:pt x="67" y="14"/>
                    <a:pt x="68" y="13"/>
                    <a:pt x="68" y="12"/>
                  </a:cubicBezTo>
                  <a:lnTo>
                    <a:pt x="68" y="7"/>
                  </a:lnTo>
                  <a:close/>
                  <a:moveTo>
                    <a:pt x="68" y="21"/>
                  </a:moveTo>
                  <a:cubicBezTo>
                    <a:pt x="68" y="20"/>
                    <a:pt x="67" y="19"/>
                    <a:pt x="66" y="19"/>
                  </a:cubicBezTo>
                  <a:cubicBezTo>
                    <a:pt x="61" y="19"/>
                    <a:pt x="61" y="19"/>
                    <a:pt x="61" y="19"/>
                  </a:cubicBezTo>
                  <a:cubicBezTo>
                    <a:pt x="60" y="19"/>
                    <a:pt x="59" y="20"/>
                    <a:pt x="59" y="21"/>
                  </a:cubicBezTo>
                  <a:cubicBezTo>
                    <a:pt x="59" y="26"/>
                    <a:pt x="59" y="26"/>
                    <a:pt x="59" y="26"/>
                  </a:cubicBezTo>
                  <a:cubicBezTo>
                    <a:pt x="59" y="28"/>
                    <a:pt x="60" y="29"/>
                    <a:pt x="61" y="29"/>
                  </a:cubicBezTo>
                  <a:cubicBezTo>
                    <a:pt x="66" y="29"/>
                    <a:pt x="66" y="29"/>
                    <a:pt x="66" y="29"/>
                  </a:cubicBezTo>
                  <a:cubicBezTo>
                    <a:pt x="67" y="29"/>
                    <a:pt x="68" y="28"/>
                    <a:pt x="68" y="26"/>
                  </a:cubicBezTo>
                  <a:lnTo>
                    <a:pt x="68" y="21"/>
                  </a:lnTo>
                  <a:close/>
                  <a:moveTo>
                    <a:pt x="68" y="36"/>
                  </a:moveTo>
                  <a:cubicBezTo>
                    <a:pt x="68" y="35"/>
                    <a:pt x="67" y="34"/>
                    <a:pt x="66" y="34"/>
                  </a:cubicBezTo>
                  <a:cubicBezTo>
                    <a:pt x="61" y="34"/>
                    <a:pt x="61" y="34"/>
                    <a:pt x="61" y="34"/>
                  </a:cubicBezTo>
                  <a:cubicBezTo>
                    <a:pt x="60" y="34"/>
                    <a:pt x="59" y="35"/>
                    <a:pt x="59" y="36"/>
                  </a:cubicBezTo>
                  <a:cubicBezTo>
                    <a:pt x="59" y="41"/>
                    <a:pt x="59" y="41"/>
                    <a:pt x="59" y="41"/>
                  </a:cubicBezTo>
                  <a:cubicBezTo>
                    <a:pt x="59" y="42"/>
                    <a:pt x="60" y="43"/>
                    <a:pt x="61" y="43"/>
                  </a:cubicBezTo>
                  <a:cubicBezTo>
                    <a:pt x="66" y="43"/>
                    <a:pt x="66" y="43"/>
                    <a:pt x="66" y="43"/>
                  </a:cubicBezTo>
                  <a:cubicBezTo>
                    <a:pt x="67" y="43"/>
                    <a:pt x="68" y="42"/>
                    <a:pt x="68" y="41"/>
                  </a:cubicBezTo>
                  <a:lnTo>
                    <a:pt x="68" y="36"/>
                  </a:lnTo>
                  <a:close/>
                  <a:moveTo>
                    <a:pt x="68" y="51"/>
                  </a:moveTo>
                  <a:cubicBezTo>
                    <a:pt x="68" y="49"/>
                    <a:pt x="67" y="48"/>
                    <a:pt x="66" y="48"/>
                  </a:cubicBezTo>
                  <a:cubicBezTo>
                    <a:pt x="61" y="48"/>
                    <a:pt x="61" y="48"/>
                    <a:pt x="61" y="48"/>
                  </a:cubicBezTo>
                  <a:cubicBezTo>
                    <a:pt x="60" y="48"/>
                    <a:pt x="59" y="49"/>
                    <a:pt x="59" y="51"/>
                  </a:cubicBezTo>
                  <a:cubicBezTo>
                    <a:pt x="59" y="55"/>
                    <a:pt x="59" y="55"/>
                    <a:pt x="59" y="55"/>
                  </a:cubicBezTo>
                  <a:cubicBezTo>
                    <a:pt x="59" y="57"/>
                    <a:pt x="60" y="58"/>
                    <a:pt x="61" y="58"/>
                  </a:cubicBezTo>
                  <a:cubicBezTo>
                    <a:pt x="66" y="58"/>
                    <a:pt x="66" y="58"/>
                    <a:pt x="66" y="58"/>
                  </a:cubicBezTo>
                  <a:cubicBezTo>
                    <a:pt x="67" y="58"/>
                    <a:pt x="68" y="57"/>
                    <a:pt x="68" y="55"/>
                  </a:cubicBezTo>
                  <a:lnTo>
                    <a:pt x="68"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down)">
                                      <p:cBhvr>
                                        <p:cTn id="13" dur="500"/>
                                        <p:tgtEl>
                                          <p:spTgt spid="12"/>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down)">
                                      <p:cBhvr>
                                        <p:cTn id="17" dur="500"/>
                                        <p:tgtEl>
                                          <p:spTgt spid="9"/>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500"/>
                                        <p:tgtEl>
                                          <p:spTgt spid="13"/>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wipe(left)">
                                      <p:cBhvr>
                                        <p:cTn id="25" dur="500"/>
                                        <p:tgtEl>
                                          <p:spTgt spid="4"/>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wipe(left)">
                                      <p:cBhvr>
                                        <p:cTn id="29" dur="500"/>
                                        <p:tgtEl>
                                          <p:spTgt spid="15"/>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left)">
                                      <p:cBhvr>
                                        <p:cTn id="33" dur="500"/>
                                        <p:tgtEl>
                                          <p:spTgt spid="6"/>
                                        </p:tgtEl>
                                      </p:cBhvr>
                                    </p:animEffect>
                                  </p:childTnLst>
                                </p:cTn>
                              </p:par>
                            </p:childTnLst>
                          </p:cTn>
                        </p:par>
                        <p:par>
                          <p:cTn id="34" fill="hold">
                            <p:stCondLst>
                              <p:cond delay="3500"/>
                            </p:stCondLst>
                            <p:childTnLst>
                              <p:par>
                                <p:cTn id="35" presetID="22" presetClass="entr" presetSubtype="1" fill="hold" nodeType="after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wipe(up)">
                                      <p:cBhvr>
                                        <p:cTn id="37" dur="500"/>
                                        <p:tgtEl>
                                          <p:spTgt spid="19"/>
                                        </p:tgtEl>
                                      </p:cBhvr>
                                    </p:animEffect>
                                  </p:childTnLst>
                                </p:cTn>
                              </p:par>
                            </p:childTnLst>
                          </p:cTn>
                        </p:par>
                        <p:par>
                          <p:cTn id="38" fill="hold">
                            <p:stCondLst>
                              <p:cond delay="4000"/>
                            </p:stCondLst>
                            <p:childTnLst>
                              <p:par>
                                <p:cTn id="39" presetID="22" presetClass="entr" presetSubtype="4" fill="hold" nodeType="after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wipe(down)">
                                      <p:cBhvr>
                                        <p:cTn id="41" dur="500"/>
                                        <p:tgtEl>
                                          <p:spTgt spid="10"/>
                                        </p:tgtEl>
                                      </p:cBhvr>
                                    </p:animEffect>
                                  </p:childTnLst>
                                </p:cTn>
                              </p:par>
                            </p:childTnLst>
                          </p:cTn>
                        </p:par>
                        <p:par>
                          <p:cTn id="42" fill="hold">
                            <p:stCondLst>
                              <p:cond delay="4500"/>
                            </p:stCondLst>
                            <p:childTnLst>
                              <p:par>
                                <p:cTn id="43" presetID="22" presetClass="entr" presetSubtype="2" fill="hold"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right)">
                                      <p:cBhvr>
                                        <p:cTn id="45" dur="500"/>
                                        <p:tgtEl>
                                          <p:spTgt spid="22"/>
                                        </p:tgtEl>
                                      </p:cBhvr>
                                    </p:animEffect>
                                  </p:childTnLst>
                                </p:cTn>
                              </p:par>
                            </p:childTnLst>
                          </p:cTn>
                        </p:par>
                        <p:par>
                          <p:cTn id="46" fill="hold">
                            <p:stCondLst>
                              <p:cond delay="5000"/>
                            </p:stCondLst>
                            <p:childTnLst>
                              <p:par>
                                <p:cTn id="47" presetID="22" presetClass="entr" presetSubtype="2" fill="hold" nodeType="afterEffect">
                                  <p:stCondLst>
                                    <p:cond delay="0"/>
                                  </p:stCondLst>
                                  <p:childTnLst>
                                    <p:set>
                                      <p:cBhvr>
                                        <p:cTn id="48" dur="1" fill="hold">
                                          <p:stCondLst>
                                            <p:cond delay="0"/>
                                          </p:stCondLst>
                                        </p:cTn>
                                        <p:tgtEl>
                                          <p:spTgt spid="3"/>
                                        </p:tgtEl>
                                        <p:attrNameLst>
                                          <p:attrName>style.visibility</p:attrName>
                                        </p:attrNameLst>
                                      </p:cBhvr>
                                      <p:to>
                                        <p:strVal val="visible"/>
                                      </p:to>
                                    </p:set>
                                    <p:animEffect transition="in" filter="wipe(right)">
                                      <p:cBhvr>
                                        <p:cTn id="49" dur="500"/>
                                        <p:tgtEl>
                                          <p:spTgt spid="3"/>
                                        </p:tgtEl>
                                      </p:cBhvr>
                                    </p:animEffect>
                                  </p:childTnLst>
                                </p:cTn>
                              </p:par>
                            </p:childTnLst>
                          </p:cTn>
                        </p:par>
                        <p:par>
                          <p:cTn id="50" fill="hold">
                            <p:stCondLst>
                              <p:cond delay="5500"/>
                            </p:stCondLst>
                            <p:childTnLst>
                              <p:par>
                                <p:cTn id="51" presetID="22" presetClass="entr" presetSubtype="2" fill="hold" nodeType="after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wipe(right)">
                                      <p:cBhvr>
                                        <p:cTn id="53" dur="500"/>
                                        <p:tgtEl>
                                          <p:spTgt spid="23"/>
                                        </p:tgtEl>
                                      </p:cBhvr>
                                    </p:animEffect>
                                  </p:childTnLst>
                                </p:cTn>
                              </p:par>
                            </p:childTnLst>
                          </p:cTn>
                        </p:par>
                        <p:par>
                          <p:cTn id="54" fill="hold">
                            <p:stCondLst>
                              <p:cond delay="6000"/>
                            </p:stCondLst>
                            <p:childTnLst>
                              <p:par>
                                <p:cTn id="55" presetID="22" presetClass="entr" presetSubtype="2" fill="hold" nodeType="afterEffect">
                                  <p:stCondLst>
                                    <p:cond delay="0"/>
                                  </p:stCondLst>
                                  <p:childTnLst>
                                    <p:set>
                                      <p:cBhvr>
                                        <p:cTn id="56" dur="1" fill="hold">
                                          <p:stCondLst>
                                            <p:cond delay="0"/>
                                          </p:stCondLst>
                                        </p:cTn>
                                        <p:tgtEl>
                                          <p:spTgt spid="2"/>
                                        </p:tgtEl>
                                        <p:attrNameLst>
                                          <p:attrName>style.visibility</p:attrName>
                                        </p:attrNameLst>
                                      </p:cBhvr>
                                      <p:to>
                                        <p:strVal val="visible"/>
                                      </p:to>
                                    </p:set>
                                    <p:animEffect transition="in" filter="wipe(right)">
                                      <p:cBhvr>
                                        <p:cTn id="5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Arc 44"/>
          <p:cNvSpPr/>
          <p:nvPr/>
        </p:nvSpPr>
        <p:spPr>
          <a:xfrm rot="10800000">
            <a:off x="3277982" y="1707739"/>
            <a:ext cx="2588038" cy="2588036"/>
          </a:xfrm>
          <a:prstGeom prst="arc">
            <a:avLst>
              <a:gd name="adj1" fmla="val 16200000"/>
              <a:gd name="adj2" fmla="val 16185280"/>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Title 6"/>
          <p:cNvSpPr>
            <a:spLocks noGrp="1"/>
          </p:cNvSpPr>
          <p:nvPr>
            <p:ph type="title"/>
          </p:nvPr>
        </p:nvSpPr>
        <p:spPr/>
        <p:txBody>
          <a:bodyPr/>
          <a:lstStyle/>
          <a:p>
            <a:r>
              <a:rPr lang="en-US"/>
              <a:t>Integrated Steps Infographic</a:t>
            </a:r>
            <a:endParaRPr lang="en-US" dirty="0"/>
          </a:p>
        </p:txBody>
      </p:sp>
      <p:sp>
        <p:nvSpPr>
          <p:cNvPr id="8" name="Text Placeholder 7"/>
          <p:cNvSpPr>
            <a:spLocks noGrp="1"/>
          </p:cNvSpPr>
          <p:nvPr>
            <p:ph type="body" sz="half" idx="2"/>
          </p:nvPr>
        </p:nvSpPr>
        <p:spPr/>
        <p:txBody>
          <a:bodyPr/>
          <a:lstStyle/>
          <a:p>
            <a:r>
              <a:rPr lang="en-US"/>
              <a:t>Integrated Steps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96</a:t>
            </a:fld>
            <a:endParaRPr lang="en-US" dirty="0"/>
          </a:p>
        </p:txBody>
      </p:sp>
      <p:grpSp>
        <p:nvGrpSpPr>
          <p:cNvPr id="2" name="Group 59"/>
          <p:cNvGrpSpPr/>
          <p:nvPr/>
        </p:nvGrpSpPr>
        <p:grpSpPr>
          <a:xfrm>
            <a:off x="4078224" y="2476110"/>
            <a:ext cx="987552" cy="982721"/>
            <a:chOff x="4004877" y="2428485"/>
            <a:chExt cx="987552" cy="982721"/>
          </a:xfrm>
        </p:grpSpPr>
        <p:sp>
          <p:nvSpPr>
            <p:cNvPr id="14" name="Oval 13"/>
            <p:cNvSpPr/>
            <p:nvPr/>
          </p:nvSpPr>
          <p:spPr bwMode="auto">
            <a:xfrm>
              <a:off x="4004877" y="2428485"/>
              <a:ext cx="987552" cy="982721"/>
            </a:xfrm>
            <a:prstGeom prst="ellipse">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9" name="Freeform 152"/>
            <p:cNvSpPr>
              <a:spLocks noEditPoints="1"/>
            </p:cNvSpPr>
            <p:nvPr/>
          </p:nvSpPr>
          <p:spPr bwMode="auto">
            <a:xfrm>
              <a:off x="4307591" y="2743278"/>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 name="Down Arrow 4"/>
          <p:cNvSpPr/>
          <p:nvPr/>
        </p:nvSpPr>
        <p:spPr bwMode="auto">
          <a:xfrm>
            <a:off x="4119975" y="1474865"/>
            <a:ext cx="904050" cy="957228"/>
          </a:xfrm>
          <a:prstGeom prst="downArrow">
            <a:avLst>
              <a:gd name="adj1" fmla="val 63516"/>
              <a:gd name="adj2" fmla="val 5000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6" name="Down Arrow 15"/>
          <p:cNvSpPr/>
          <p:nvPr/>
        </p:nvSpPr>
        <p:spPr bwMode="auto">
          <a:xfrm rot="3600000">
            <a:off x="5040261" y="2022446"/>
            <a:ext cx="904050" cy="957229"/>
          </a:xfrm>
          <a:prstGeom prst="downArrow">
            <a:avLst>
              <a:gd name="adj1" fmla="val 63516"/>
              <a:gd name="adj2" fmla="val 5000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Down Arrow 17"/>
          <p:cNvSpPr/>
          <p:nvPr/>
        </p:nvSpPr>
        <p:spPr bwMode="auto">
          <a:xfrm rot="18000000" flipV="1">
            <a:off x="5019895" y="3002173"/>
            <a:ext cx="904050" cy="957229"/>
          </a:xfrm>
          <a:prstGeom prst="downArrow">
            <a:avLst>
              <a:gd name="adj1" fmla="val 63516"/>
              <a:gd name="adj2" fmla="val 5000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Down Arrow 20"/>
          <p:cNvSpPr/>
          <p:nvPr/>
        </p:nvSpPr>
        <p:spPr bwMode="auto">
          <a:xfrm rot="10800000">
            <a:off x="4119976" y="3508781"/>
            <a:ext cx="904050" cy="957228"/>
          </a:xfrm>
          <a:prstGeom prst="downArrow">
            <a:avLst>
              <a:gd name="adj1" fmla="val 63516"/>
              <a:gd name="adj2" fmla="val 5000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 name="Down Arrow 19"/>
          <p:cNvSpPr/>
          <p:nvPr/>
        </p:nvSpPr>
        <p:spPr bwMode="auto">
          <a:xfrm rot="3600000" flipH="1" flipV="1">
            <a:off x="3217613" y="3002173"/>
            <a:ext cx="904050" cy="957229"/>
          </a:xfrm>
          <a:prstGeom prst="downArrow">
            <a:avLst>
              <a:gd name="adj1" fmla="val 63516"/>
              <a:gd name="adj2" fmla="val 50000"/>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7" name="Down Arrow 16"/>
          <p:cNvSpPr/>
          <p:nvPr/>
        </p:nvSpPr>
        <p:spPr bwMode="auto">
          <a:xfrm rot="18000000" flipH="1">
            <a:off x="3209419" y="1995289"/>
            <a:ext cx="904050" cy="957229"/>
          </a:xfrm>
          <a:prstGeom prst="downArrow">
            <a:avLst>
              <a:gd name="adj1" fmla="val 63516"/>
              <a:gd name="adj2" fmla="val 50000"/>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3" name="Group 47"/>
          <p:cNvGrpSpPr/>
          <p:nvPr/>
        </p:nvGrpSpPr>
        <p:grpSpPr>
          <a:xfrm>
            <a:off x="760909" y="1895737"/>
            <a:ext cx="2287091" cy="637913"/>
            <a:chOff x="844734" y="1923738"/>
            <a:chExt cx="2287091" cy="637913"/>
          </a:xfrm>
        </p:grpSpPr>
        <p:sp>
          <p:nvSpPr>
            <p:cNvPr id="56"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57" name="TextBox 56"/>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6"/>
                  </a:solidFill>
                </a:rPr>
                <a:t>Keyword Here</a:t>
              </a:r>
            </a:p>
          </p:txBody>
        </p:sp>
      </p:grpSp>
      <p:grpSp>
        <p:nvGrpSpPr>
          <p:cNvPr id="4" name="Group 57"/>
          <p:cNvGrpSpPr/>
          <p:nvPr/>
        </p:nvGrpSpPr>
        <p:grpSpPr>
          <a:xfrm>
            <a:off x="760909" y="3419737"/>
            <a:ext cx="2287091" cy="637913"/>
            <a:chOff x="844734" y="1923738"/>
            <a:chExt cx="2287091" cy="637913"/>
          </a:xfrm>
        </p:grpSpPr>
        <p:sp>
          <p:nvSpPr>
            <p:cNvPr id="59"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60" name="TextBox 59"/>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5"/>
                  </a:solidFill>
                </a:rPr>
                <a:t>Keyword Here</a:t>
              </a:r>
            </a:p>
          </p:txBody>
        </p:sp>
      </p:grpSp>
      <p:grpSp>
        <p:nvGrpSpPr>
          <p:cNvPr id="6" name="Group 60"/>
          <p:cNvGrpSpPr/>
          <p:nvPr/>
        </p:nvGrpSpPr>
        <p:grpSpPr>
          <a:xfrm>
            <a:off x="6134100" y="1933575"/>
            <a:ext cx="2287091" cy="637913"/>
            <a:chOff x="844734" y="1923738"/>
            <a:chExt cx="2287091" cy="637913"/>
          </a:xfrm>
        </p:grpSpPr>
        <p:sp>
          <p:nvSpPr>
            <p:cNvPr id="62"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63" name="TextBox 62"/>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9" name="Group 63"/>
          <p:cNvGrpSpPr/>
          <p:nvPr/>
        </p:nvGrpSpPr>
        <p:grpSpPr>
          <a:xfrm>
            <a:off x="6134100" y="3429262"/>
            <a:ext cx="2287091" cy="637913"/>
            <a:chOff x="844734" y="1923738"/>
            <a:chExt cx="2287091" cy="637913"/>
          </a:xfrm>
        </p:grpSpPr>
        <p:sp>
          <p:nvSpPr>
            <p:cNvPr id="65"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a:t>
              </a:r>
            </a:p>
          </p:txBody>
        </p:sp>
        <p:sp>
          <p:nvSpPr>
            <p:cNvPr id="66" name="TextBox 65"/>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10" name="Group 66"/>
          <p:cNvGrpSpPr/>
          <p:nvPr/>
        </p:nvGrpSpPr>
        <p:grpSpPr>
          <a:xfrm>
            <a:off x="3428455" y="942975"/>
            <a:ext cx="2287091" cy="484025"/>
            <a:chOff x="844734" y="1923738"/>
            <a:chExt cx="2287091" cy="484025"/>
          </a:xfrm>
        </p:grpSpPr>
        <p:sp>
          <p:nvSpPr>
            <p:cNvPr id="68"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a:t>
              </a:r>
            </a:p>
          </p:txBody>
        </p:sp>
        <p:sp>
          <p:nvSpPr>
            <p:cNvPr id="69" name="TextBox 68"/>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1"/>
                  </a:solidFill>
                </a:rPr>
                <a:t>Keyword Here</a:t>
              </a:r>
            </a:p>
          </p:txBody>
        </p:sp>
      </p:grpSp>
      <p:grpSp>
        <p:nvGrpSpPr>
          <p:cNvPr id="11" name="Group 69"/>
          <p:cNvGrpSpPr/>
          <p:nvPr/>
        </p:nvGrpSpPr>
        <p:grpSpPr>
          <a:xfrm>
            <a:off x="3428455" y="4513634"/>
            <a:ext cx="2287091" cy="484025"/>
            <a:chOff x="844734" y="1923738"/>
            <a:chExt cx="2287091" cy="484025"/>
          </a:xfrm>
        </p:grpSpPr>
        <p:sp>
          <p:nvSpPr>
            <p:cNvPr id="71"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 </a:t>
              </a:r>
            </a:p>
          </p:txBody>
        </p:sp>
        <p:sp>
          <p:nvSpPr>
            <p:cNvPr id="72" name="TextBox 71"/>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4"/>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0" presetClass="entr" presetSubtype="0" fill="hold" grpId="0" nodeType="afterEffect">
                                  <p:stCondLst>
                                    <p:cond delay="0"/>
                                  </p:stCondLst>
                                  <p:childTnLst>
                                    <p:set>
                                      <p:cBhvr>
                                        <p:cTn id="12" dur="1" fill="hold">
                                          <p:stCondLst>
                                            <p:cond delay="0"/>
                                          </p:stCondLst>
                                        </p:cTn>
                                        <p:tgtEl>
                                          <p:spTgt spid="45"/>
                                        </p:tgtEl>
                                        <p:attrNameLst>
                                          <p:attrName>style.visibility</p:attrName>
                                        </p:attrNameLst>
                                      </p:cBhvr>
                                      <p:to>
                                        <p:strVal val="visible"/>
                                      </p:to>
                                    </p:set>
                                    <p:animEffect transition="in" filter="wedge">
                                      <p:cBhvr>
                                        <p:cTn id="13" dur="1000"/>
                                        <p:tgtEl>
                                          <p:spTgt spid="45"/>
                                        </p:tgtEl>
                                      </p:cBhvr>
                                    </p:animEffect>
                                  </p:childTnLst>
                                </p:cTn>
                              </p:par>
                            </p:childTnLst>
                          </p:cTn>
                        </p:par>
                        <p:par>
                          <p:cTn id="14" fill="hold">
                            <p:stCondLst>
                              <p:cond delay="1500"/>
                            </p:stCondLst>
                            <p:childTnLst>
                              <p:par>
                                <p:cTn id="15" presetID="2" presetClass="entr" presetSubtype="1" accel="50000" decel="50000"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ppt_x"/>
                                          </p:val>
                                        </p:tav>
                                        <p:tav tm="100000">
                                          <p:val>
                                            <p:strVal val="#ppt_x"/>
                                          </p:val>
                                        </p:tav>
                                      </p:tavLst>
                                    </p:anim>
                                    <p:anim calcmode="lin" valueType="num">
                                      <p:cBhvr additive="base">
                                        <p:cTn id="18" dur="500" fill="hold"/>
                                        <p:tgtEl>
                                          <p:spTgt spid="5"/>
                                        </p:tgtEl>
                                        <p:attrNameLst>
                                          <p:attrName>ppt_y</p:attrName>
                                        </p:attrNameLst>
                                      </p:cBhvr>
                                      <p:tavLst>
                                        <p:tav tm="0">
                                          <p:val>
                                            <p:strVal val="0-#ppt_h/2"/>
                                          </p:val>
                                        </p:tav>
                                        <p:tav tm="100000">
                                          <p:val>
                                            <p:strVal val="#ppt_y"/>
                                          </p:val>
                                        </p:tav>
                                      </p:tavLst>
                                    </p:anim>
                                  </p:childTnLst>
                                </p:cTn>
                              </p:par>
                            </p:childTnLst>
                          </p:cTn>
                        </p:par>
                        <p:par>
                          <p:cTn id="19" fill="hold">
                            <p:stCondLst>
                              <p:cond delay="2000"/>
                            </p:stCondLst>
                            <p:childTnLst>
                              <p:par>
                                <p:cTn id="20" presetID="2" presetClass="entr" presetSubtype="3" accel="50000" decel="50000" fill="hold" grpId="0" nodeType="after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500" fill="hold"/>
                                        <p:tgtEl>
                                          <p:spTgt spid="16"/>
                                        </p:tgtEl>
                                        <p:attrNameLst>
                                          <p:attrName>ppt_x</p:attrName>
                                        </p:attrNameLst>
                                      </p:cBhvr>
                                      <p:tavLst>
                                        <p:tav tm="0">
                                          <p:val>
                                            <p:strVal val="1+#ppt_w/2"/>
                                          </p:val>
                                        </p:tav>
                                        <p:tav tm="100000">
                                          <p:val>
                                            <p:strVal val="#ppt_x"/>
                                          </p:val>
                                        </p:tav>
                                      </p:tavLst>
                                    </p:anim>
                                    <p:anim calcmode="lin" valueType="num">
                                      <p:cBhvr additive="base">
                                        <p:cTn id="23" dur="500" fill="hold"/>
                                        <p:tgtEl>
                                          <p:spTgt spid="16"/>
                                        </p:tgtEl>
                                        <p:attrNameLst>
                                          <p:attrName>ppt_y</p:attrName>
                                        </p:attrNameLst>
                                      </p:cBhvr>
                                      <p:tavLst>
                                        <p:tav tm="0">
                                          <p:val>
                                            <p:strVal val="0-#ppt_h/2"/>
                                          </p:val>
                                        </p:tav>
                                        <p:tav tm="100000">
                                          <p:val>
                                            <p:strVal val="#ppt_y"/>
                                          </p:val>
                                        </p:tav>
                                      </p:tavLst>
                                    </p:anim>
                                  </p:childTnLst>
                                </p:cTn>
                              </p:par>
                            </p:childTnLst>
                          </p:cTn>
                        </p:par>
                        <p:par>
                          <p:cTn id="24" fill="hold">
                            <p:stCondLst>
                              <p:cond delay="2500"/>
                            </p:stCondLst>
                            <p:childTnLst>
                              <p:par>
                                <p:cTn id="25" presetID="2" presetClass="entr" presetSubtype="6" accel="50000" decel="5000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1+#ppt_w/2"/>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ID="2" presetClass="entr" presetSubtype="4" accel="50000" decel="50000" fill="hold" grpId="0" nodeType="afterEffect">
                                  <p:stCondLst>
                                    <p:cond delay="0"/>
                                  </p:stCondLst>
                                  <p:childTnLst>
                                    <p:set>
                                      <p:cBhvr>
                                        <p:cTn id="31" dur="1" fill="hold">
                                          <p:stCondLst>
                                            <p:cond delay="0"/>
                                          </p:stCondLst>
                                        </p:cTn>
                                        <p:tgtEl>
                                          <p:spTgt spid="21"/>
                                        </p:tgtEl>
                                        <p:attrNameLst>
                                          <p:attrName>style.visibility</p:attrName>
                                        </p:attrNameLst>
                                      </p:cBhvr>
                                      <p:to>
                                        <p:strVal val="visible"/>
                                      </p:to>
                                    </p:set>
                                    <p:anim calcmode="lin" valueType="num">
                                      <p:cBhvr additive="base">
                                        <p:cTn id="32" dur="500" fill="hold"/>
                                        <p:tgtEl>
                                          <p:spTgt spid="21"/>
                                        </p:tgtEl>
                                        <p:attrNameLst>
                                          <p:attrName>ppt_x</p:attrName>
                                        </p:attrNameLst>
                                      </p:cBhvr>
                                      <p:tavLst>
                                        <p:tav tm="0">
                                          <p:val>
                                            <p:strVal val="#ppt_x"/>
                                          </p:val>
                                        </p:tav>
                                        <p:tav tm="100000">
                                          <p:val>
                                            <p:strVal val="#ppt_x"/>
                                          </p:val>
                                        </p:tav>
                                      </p:tavLst>
                                    </p:anim>
                                    <p:anim calcmode="lin" valueType="num">
                                      <p:cBhvr additive="base">
                                        <p:cTn id="33" dur="500" fill="hold"/>
                                        <p:tgtEl>
                                          <p:spTgt spid="21"/>
                                        </p:tgtEl>
                                        <p:attrNameLst>
                                          <p:attrName>ppt_y</p:attrName>
                                        </p:attrNameLst>
                                      </p:cBhvr>
                                      <p:tavLst>
                                        <p:tav tm="0">
                                          <p:val>
                                            <p:strVal val="1+#ppt_h/2"/>
                                          </p:val>
                                        </p:tav>
                                        <p:tav tm="100000">
                                          <p:val>
                                            <p:strVal val="#ppt_y"/>
                                          </p:val>
                                        </p:tav>
                                      </p:tavLst>
                                    </p:anim>
                                  </p:childTnLst>
                                </p:cTn>
                              </p:par>
                            </p:childTnLst>
                          </p:cTn>
                        </p:par>
                        <p:par>
                          <p:cTn id="34" fill="hold">
                            <p:stCondLst>
                              <p:cond delay="3500"/>
                            </p:stCondLst>
                            <p:childTnLst>
                              <p:par>
                                <p:cTn id="35" presetID="2" presetClass="entr" presetSubtype="12" accel="50000" decel="5000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0-#ppt_w/2"/>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childTnLst>
                          </p:cTn>
                        </p:par>
                        <p:par>
                          <p:cTn id="39" fill="hold">
                            <p:stCondLst>
                              <p:cond delay="4000"/>
                            </p:stCondLst>
                            <p:childTnLst>
                              <p:par>
                                <p:cTn id="40" presetID="2" presetClass="entr" presetSubtype="9" accel="50000" decel="50000" fill="hold" grpId="0" nodeType="after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500" fill="hold"/>
                                        <p:tgtEl>
                                          <p:spTgt spid="17"/>
                                        </p:tgtEl>
                                        <p:attrNameLst>
                                          <p:attrName>ppt_x</p:attrName>
                                        </p:attrNameLst>
                                      </p:cBhvr>
                                      <p:tavLst>
                                        <p:tav tm="0">
                                          <p:val>
                                            <p:strVal val="0-#ppt_w/2"/>
                                          </p:val>
                                        </p:tav>
                                        <p:tav tm="100000">
                                          <p:val>
                                            <p:strVal val="#ppt_x"/>
                                          </p:val>
                                        </p:tav>
                                      </p:tavLst>
                                    </p:anim>
                                    <p:anim calcmode="lin" valueType="num">
                                      <p:cBhvr additive="base">
                                        <p:cTn id="43" dur="500" fill="hold"/>
                                        <p:tgtEl>
                                          <p:spTgt spid="17"/>
                                        </p:tgtEl>
                                        <p:attrNameLst>
                                          <p:attrName>ppt_y</p:attrName>
                                        </p:attrNameLst>
                                      </p:cBhvr>
                                      <p:tavLst>
                                        <p:tav tm="0">
                                          <p:val>
                                            <p:strVal val="0-#ppt_h/2"/>
                                          </p:val>
                                        </p:tav>
                                        <p:tav tm="100000">
                                          <p:val>
                                            <p:strVal val="#ppt_y"/>
                                          </p:val>
                                        </p:tav>
                                      </p:tavLst>
                                    </p:anim>
                                  </p:childTnLst>
                                </p:cTn>
                              </p:par>
                            </p:childTnLst>
                          </p:cTn>
                        </p:par>
                        <p:par>
                          <p:cTn id="44" fill="hold">
                            <p:stCondLst>
                              <p:cond delay="4500"/>
                            </p:stCondLst>
                            <p:childTnLst>
                              <p:par>
                                <p:cTn id="45" presetID="22" presetClass="entr" presetSubtype="4" fill="hold" nodeType="after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wipe(down)">
                                      <p:cBhvr>
                                        <p:cTn id="47" dur="500"/>
                                        <p:tgtEl>
                                          <p:spTgt spid="10"/>
                                        </p:tgtEl>
                                      </p:cBhvr>
                                    </p:animEffect>
                                  </p:childTnLst>
                                </p:cTn>
                              </p:par>
                            </p:childTnLst>
                          </p:cTn>
                        </p:par>
                        <p:par>
                          <p:cTn id="48" fill="hold">
                            <p:stCondLst>
                              <p:cond delay="5000"/>
                            </p:stCondLst>
                            <p:childTnLst>
                              <p:par>
                                <p:cTn id="49" presetID="22" presetClass="entr" presetSubtype="8" fill="hold" nodeType="after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wipe(left)">
                                      <p:cBhvr>
                                        <p:cTn id="51" dur="500"/>
                                        <p:tgtEl>
                                          <p:spTgt spid="6"/>
                                        </p:tgtEl>
                                      </p:cBhvr>
                                    </p:animEffect>
                                  </p:childTnLst>
                                </p:cTn>
                              </p:par>
                            </p:childTnLst>
                          </p:cTn>
                        </p:par>
                        <p:par>
                          <p:cTn id="52" fill="hold">
                            <p:stCondLst>
                              <p:cond delay="5500"/>
                            </p:stCondLst>
                            <p:childTnLst>
                              <p:par>
                                <p:cTn id="53" presetID="22" presetClass="entr" presetSubtype="8" fill="hold" nodeType="after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wipe(left)">
                                      <p:cBhvr>
                                        <p:cTn id="55" dur="500"/>
                                        <p:tgtEl>
                                          <p:spTgt spid="9"/>
                                        </p:tgtEl>
                                      </p:cBhvr>
                                    </p:animEffect>
                                  </p:childTnLst>
                                </p:cTn>
                              </p:par>
                            </p:childTnLst>
                          </p:cTn>
                        </p:par>
                        <p:par>
                          <p:cTn id="56" fill="hold">
                            <p:stCondLst>
                              <p:cond delay="6000"/>
                            </p:stCondLst>
                            <p:childTnLst>
                              <p:par>
                                <p:cTn id="57" presetID="22" presetClass="entr" presetSubtype="4" fill="hold" nodeType="after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wipe(down)">
                                      <p:cBhvr>
                                        <p:cTn id="59" dur="500"/>
                                        <p:tgtEl>
                                          <p:spTgt spid="11"/>
                                        </p:tgtEl>
                                      </p:cBhvr>
                                    </p:animEffect>
                                  </p:childTnLst>
                                </p:cTn>
                              </p:par>
                            </p:childTnLst>
                          </p:cTn>
                        </p:par>
                        <p:par>
                          <p:cTn id="60" fill="hold">
                            <p:stCondLst>
                              <p:cond delay="6500"/>
                            </p:stCondLst>
                            <p:childTnLst>
                              <p:par>
                                <p:cTn id="61" presetID="22" presetClass="entr" presetSubtype="2" fill="hold" nodeType="afterEffect">
                                  <p:stCondLst>
                                    <p:cond delay="0"/>
                                  </p:stCondLst>
                                  <p:childTnLst>
                                    <p:set>
                                      <p:cBhvr>
                                        <p:cTn id="62" dur="1" fill="hold">
                                          <p:stCondLst>
                                            <p:cond delay="0"/>
                                          </p:stCondLst>
                                        </p:cTn>
                                        <p:tgtEl>
                                          <p:spTgt spid="4"/>
                                        </p:tgtEl>
                                        <p:attrNameLst>
                                          <p:attrName>style.visibility</p:attrName>
                                        </p:attrNameLst>
                                      </p:cBhvr>
                                      <p:to>
                                        <p:strVal val="visible"/>
                                      </p:to>
                                    </p:set>
                                    <p:animEffect transition="in" filter="wipe(right)">
                                      <p:cBhvr>
                                        <p:cTn id="63" dur="500"/>
                                        <p:tgtEl>
                                          <p:spTgt spid="4"/>
                                        </p:tgtEl>
                                      </p:cBhvr>
                                    </p:animEffect>
                                  </p:childTnLst>
                                </p:cTn>
                              </p:par>
                            </p:childTnLst>
                          </p:cTn>
                        </p:par>
                        <p:par>
                          <p:cTn id="64" fill="hold">
                            <p:stCondLst>
                              <p:cond delay="7000"/>
                            </p:stCondLst>
                            <p:childTnLst>
                              <p:par>
                                <p:cTn id="65" presetID="22" presetClass="entr" presetSubtype="2" fill="hold" nodeType="afterEffect">
                                  <p:stCondLst>
                                    <p:cond delay="0"/>
                                  </p:stCondLst>
                                  <p:childTnLst>
                                    <p:set>
                                      <p:cBhvr>
                                        <p:cTn id="66" dur="1" fill="hold">
                                          <p:stCondLst>
                                            <p:cond delay="0"/>
                                          </p:stCondLst>
                                        </p:cTn>
                                        <p:tgtEl>
                                          <p:spTgt spid="3"/>
                                        </p:tgtEl>
                                        <p:attrNameLst>
                                          <p:attrName>style.visibility</p:attrName>
                                        </p:attrNameLst>
                                      </p:cBhvr>
                                      <p:to>
                                        <p:strVal val="visible"/>
                                      </p:to>
                                    </p:set>
                                    <p:animEffect transition="in" filter="wipe(right)">
                                      <p:cBhvr>
                                        <p:cTn id="6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5" grpId="0" animBg="1"/>
      <p:bldP spid="16" grpId="0" animBg="1"/>
      <p:bldP spid="18" grpId="0" animBg="1"/>
      <p:bldP spid="21" grpId="0" animBg="1"/>
      <p:bldP spid="20" grpId="0" animBg="1"/>
      <p:bldP spid="17"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2"/>
          <p:cNvGrpSpPr/>
          <p:nvPr/>
        </p:nvGrpSpPr>
        <p:grpSpPr>
          <a:xfrm>
            <a:off x="5225793" y="2065752"/>
            <a:ext cx="1828360" cy="1828359"/>
            <a:chOff x="5215854" y="2007774"/>
            <a:chExt cx="1828360" cy="1828359"/>
          </a:xfrm>
        </p:grpSpPr>
        <p:sp>
          <p:nvSpPr>
            <p:cNvPr id="5" name="Oval 4"/>
            <p:cNvSpPr/>
            <p:nvPr/>
          </p:nvSpPr>
          <p:spPr>
            <a:xfrm>
              <a:off x="5215854" y="2007774"/>
              <a:ext cx="1828360" cy="1828359"/>
            </a:xfrm>
            <a:prstGeom prst="ellipse">
              <a:avLst/>
            </a:prstGeom>
            <a:solidFill>
              <a:schemeClr val="accent3">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5" name="Freeform 5"/>
            <p:cNvSpPr>
              <a:spLocks noEditPoints="1"/>
            </p:cNvSpPr>
            <p:nvPr/>
          </p:nvSpPr>
          <p:spPr bwMode="auto">
            <a:xfrm>
              <a:off x="5710409" y="2502328"/>
              <a:ext cx="839250" cy="83925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 name="Title 6"/>
          <p:cNvSpPr>
            <a:spLocks noGrp="1"/>
          </p:cNvSpPr>
          <p:nvPr>
            <p:ph type="title"/>
          </p:nvPr>
        </p:nvSpPr>
        <p:spPr/>
        <p:txBody>
          <a:bodyPr/>
          <a:lstStyle/>
          <a:p>
            <a:r>
              <a:rPr lang="en-US"/>
              <a:t>Integrated Steps Infographic</a:t>
            </a:r>
            <a:endParaRPr lang="en-US" dirty="0"/>
          </a:p>
        </p:txBody>
      </p:sp>
      <p:sp>
        <p:nvSpPr>
          <p:cNvPr id="8" name="Text Placeholder 7"/>
          <p:cNvSpPr>
            <a:spLocks noGrp="1"/>
          </p:cNvSpPr>
          <p:nvPr>
            <p:ph type="body" sz="half" idx="2"/>
          </p:nvPr>
        </p:nvSpPr>
        <p:spPr/>
        <p:txBody>
          <a:bodyPr/>
          <a:lstStyle/>
          <a:p>
            <a:r>
              <a:rPr lang="en-US"/>
              <a:t>Integrated Steps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97</a:t>
            </a:fld>
            <a:endParaRPr lang="en-US" dirty="0"/>
          </a:p>
        </p:txBody>
      </p:sp>
      <p:cxnSp>
        <p:nvCxnSpPr>
          <p:cNvPr id="14" name="Straight Connector 13"/>
          <p:cNvCxnSpPr/>
          <p:nvPr/>
        </p:nvCxnSpPr>
        <p:spPr>
          <a:xfrm rot="10800000" flipV="1">
            <a:off x="7059230" y="2979226"/>
            <a:ext cx="663501" cy="1411"/>
          </a:xfrm>
          <a:prstGeom prst="line">
            <a:avLst/>
          </a:prstGeom>
          <a:ln w="1905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6918744" y="3487713"/>
            <a:ext cx="338521" cy="203286"/>
          </a:xfrm>
          <a:prstGeom prst="line">
            <a:avLst/>
          </a:prstGeom>
          <a:ln w="19050">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flipV="1">
            <a:off x="6918744" y="2282578"/>
            <a:ext cx="338521" cy="203286"/>
          </a:xfrm>
          <a:prstGeom prst="line">
            <a:avLst/>
          </a:prstGeom>
          <a:ln w="19050">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7"/>
          <p:cNvGrpSpPr/>
          <p:nvPr/>
        </p:nvGrpSpPr>
        <p:grpSpPr>
          <a:xfrm>
            <a:off x="7731195" y="2573186"/>
            <a:ext cx="813143" cy="813143"/>
            <a:chOff x="7721256" y="2515208"/>
            <a:chExt cx="813143" cy="813143"/>
          </a:xfrm>
        </p:grpSpPr>
        <p:sp>
          <p:nvSpPr>
            <p:cNvPr id="11" name="Oval 10"/>
            <p:cNvSpPr/>
            <p:nvPr/>
          </p:nvSpPr>
          <p:spPr>
            <a:xfrm>
              <a:off x="7721256" y="2515208"/>
              <a:ext cx="813143" cy="813143"/>
            </a:xfrm>
            <a:prstGeom prst="ellipse">
              <a:avLst/>
            </a:prstGeom>
            <a:solidFill>
              <a:schemeClr val="accent5">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1" name="Freeform 116"/>
            <p:cNvSpPr>
              <a:spLocks noEditPoints="1"/>
            </p:cNvSpPr>
            <p:nvPr/>
          </p:nvSpPr>
          <p:spPr bwMode="auto">
            <a:xfrm>
              <a:off x="7965481" y="2790855"/>
              <a:ext cx="324692" cy="261848"/>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0"/>
          <p:cNvGrpSpPr/>
          <p:nvPr/>
        </p:nvGrpSpPr>
        <p:grpSpPr>
          <a:xfrm>
            <a:off x="3667539" y="1707703"/>
            <a:ext cx="1150625" cy="1150625"/>
            <a:chOff x="3726708" y="1703104"/>
            <a:chExt cx="1150625" cy="1150625"/>
          </a:xfrm>
        </p:grpSpPr>
        <p:sp>
          <p:nvSpPr>
            <p:cNvPr id="10" name="Oval 9"/>
            <p:cNvSpPr/>
            <p:nvPr/>
          </p:nvSpPr>
          <p:spPr>
            <a:xfrm>
              <a:off x="3726708" y="1703104"/>
              <a:ext cx="1150625" cy="1150625"/>
            </a:xfrm>
            <a:prstGeom prst="ellipse">
              <a:avLst/>
            </a:prstGeom>
            <a:solidFill>
              <a:schemeClr val="accent1">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2" name="Freeform 57"/>
            <p:cNvSpPr>
              <a:spLocks noEditPoints="1"/>
            </p:cNvSpPr>
            <p:nvPr/>
          </p:nvSpPr>
          <p:spPr bwMode="auto">
            <a:xfrm>
              <a:off x="4080721" y="2057117"/>
              <a:ext cx="442599" cy="442599"/>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8"/>
          <p:cNvGrpSpPr/>
          <p:nvPr/>
        </p:nvGrpSpPr>
        <p:grpSpPr>
          <a:xfrm>
            <a:off x="4210576" y="2268864"/>
            <a:ext cx="1422135" cy="1422135"/>
            <a:chOff x="4200637" y="2210886"/>
            <a:chExt cx="1422135" cy="1422135"/>
          </a:xfrm>
        </p:grpSpPr>
        <p:sp>
          <p:nvSpPr>
            <p:cNvPr id="9" name="Oval 8"/>
            <p:cNvSpPr/>
            <p:nvPr/>
          </p:nvSpPr>
          <p:spPr>
            <a:xfrm>
              <a:off x="4200637" y="2210886"/>
              <a:ext cx="1422135" cy="1422135"/>
            </a:xfrm>
            <a:prstGeom prst="ellipse">
              <a:avLst/>
            </a:prstGeom>
            <a:solidFill>
              <a:schemeClr val="accent2">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3" name="Freeform 152"/>
            <p:cNvSpPr>
              <a:spLocks noEditPoints="1"/>
            </p:cNvSpPr>
            <p:nvPr/>
          </p:nvSpPr>
          <p:spPr bwMode="auto">
            <a:xfrm>
              <a:off x="4573183" y="2609114"/>
              <a:ext cx="677042" cy="625678"/>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26"/>
          <p:cNvGrpSpPr/>
          <p:nvPr/>
        </p:nvGrpSpPr>
        <p:grpSpPr>
          <a:xfrm>
            <a:off x="7189561" y="1659006"/>
            <a:ext cx="813143" cy="813143"/>
            <a:chOff x="7179622" y="1601028"/>
            <a:chExt cx="813143" cy="813143"/>
          </a:xfrm>
        </p:grpSpPr>
        <p:sp>
          <p:nvSpPr>
            <p:cNvPr id="6" name="Oval 5"/>
            <p:cNvSpPr/>
            <p:nvPr/>
          </p:nvSpPr>
          <p:spPr>
            <a:xfrm>
              <a:off x="7179622" y="1601028"/>
              <a:ext cx="813143" cy="813143"/>
            </a:xfrm>
            <a:prstGeom prst="ellipse">
              <a:avLst/>
            </a:prstGeom>
            <a:solidFill>
              <a:schemeClr val="accent4">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4" name="Freeform 245"/>
            <p:cNvSpPr>
              <a:spLocks/>
            </p:cNvSpPr>
            <p:nvPr/>
          </p:nvSpPr>
          <p:spPr bwMode="auto">
            <a:xfrm>
              <a:off x="7402929" y="1824337"/>
              <a:ext cx="366529" cy="36652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31"/>
          <p:cNvGrpSpPr/>
          <p:nvPr/>
        </p:nvGrpSpPr>
        <p:grpSpPr>
          <a:xfrm>
            <a:off x="7189561" y="3487713"/>
            <a:ext cx="813143" cy="813143"/>
            <a:chOff x="7179622" y="3429735"/>
            <a:chExt cx="813143" cy="813143"/>
          </a:xfrm>
        </p:grpSpPr>
        <p:sp>
          <p:nvSpPr>
            <p:cNvPr id="12" name="Oval 11"/>
            <p:cNvSpPr/>
            <p:nvPr/>
          </p:nvSpPr>
          <p:spPr>
            <a:xfrm>
              <a:off x="7179622" y="3429735"/>
              <a:ext cx="813143" cy="813143"/>
            </a:xfrm>
            <a:prstGeom prst="ellipse">
              <a:avLst/>
            </a:prstGeom>
            <a:solidFill>
              <a:schemeClr val="accent6">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6" name="Freeform 105"/>
            <p:cNvSpPr>
              <a:spLocks noEditPoints="1"/>
            </p:cNvSpPr>
            <p:nvPr/>
          </p:nvSpPr>
          <p:spPr bwMode="auto">
            <a:xfrm>
              <a:off x="7421265" y="3673768"/>
              <a:ext cx="329856" cy="325076"/>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sp>
        <p:nvSpPr>
          <p:cNvPr id="34" name="Text Placeholder 3"/>
          <p:cNvSpPr txBox="1">
            <a:spLocks/>
          </p:cNvSpPr>
          <p:nvPr/>
        </p:nvSpPr>
        <p:spPr>
          <a:xfrm>
            <a:off x="1079806" y="1250105"/>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1"/>
                </a:solidFill>
              </a:rPr>
              <a:t>Keyword goes here</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35" name="Freeform 45"/>
          <p:cNvSpPr>
            <a:spLocks noEditPoints="1"/>
          </p:cNvSpPr>
          <p:nvPr/>
        </p:nvSpPr>
        <p:spPr bwMode="auto">
          <a:xfrm>
            <a:off x="685800" y="137616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45"/>
          <p:cNvSpPr>
            <a:spLocks noEditPoints="1"/>
          </p:cNvSpPr>
          <p:nvPr/>
        </p:nvSpPr>
        <p:spPr bwMode="auto">
          <a:xfrm>
            <a:off x="685800" y="189240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45"/>
          <p:cNvSpPr>
            <a:spLocks noEditPoints="1"/>
          </p:cNvSpPr>
          <p:nvPr/>
        </p:nvSpPr>
        <p:spPr bwMode="auto">
          <a:xfrm>
            <a:off x="685800" y="244057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ext Placeholder 3"/>
          <p:cNvSpPr txBox="1">
            <a:spLocks/>
          </p:cNvSpPr>
          <p:nvPr/>
        </p:nvSpPr>
        <p:spPr>
          <a:xfrm>
            <a:off x="1079806" y="1776621"/>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2"/>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39" name="Text Placeholder 3"/>
          <p:cNvSpPr txBox="1">
            <a:spLocks/>
          </p:cNvSpPr>
          <p:nvPr/>
        </p:nvSpPr>
        <p:spPr>
          <a:xfrm>
            <a:off x="1079806" y="2324791"/>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3"/>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40" name="Freeform 45"/>
          <p:cNvSpPr>
            <a:spLocks noEditPoints="1"/>
          </p:cNvSpPr>
          <p:nvPr/>
        </p:nvSpPr>
        <p:spPr bwMode="auto">
          <a:xfrm>
            <a:off x="685800" y="300719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ext Placeholder 3"/>
          <p:cNvSpPr txBox="1">
            <a:spLocks/>
          </p:cNvSpPr>
          <p:nvPr/>
        </p:nvSpPr>
        <p:spPr>
          <a:xfrm>
            <a:off x="1079806" y="2891409"/>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4"/>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42" name="Freeform 45"/>
          <p:cNvSpPr>
            <a:spLocks noEditPoints="1"/>
          </p:cNvSpPr>
          <p:nvPr/>
        </p:nvSpPr>
        <p:spPr bwMode="auto">
          <a:xfrm>
            <a:off x="685800" y="358335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ext Placeholder 3"/>
          <p:cNvSpPr txBox="1">
            <a:spLocks/>
          </p:cNvSpPr>
          <p:nvPr/>
        </p:nvSpPr>
        <p:spPr>
          <a:xfrm>
            <a:off x="1079806" y="3467568"/>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5"/>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
        <p:nvSpPr>
          <p:cNvPr id="44" name="Arc 43"/>
          <p:cNvSpPr/>
          <p:nvPr/>
        </p:nvSpPr>
        <p:spPr>
          <a:xfrm rot="19120639">
            <a:off x="5352298" y="1764104"/>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5" name="Arc 44"/>
          <p:cNvSpPr/>
          <p:nvPr/>
        </p:nvSpPr>
        <p:spPr>
          <a:xfrm rot="13836700" flipH="1">
            <a:off x="4099389" y="2349262"/>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6" name="Freeform 45"/>
          <p:cNvSpPr>
            <a:spLocks noEditPoints="1"/>
          </p:cNvSpPr>
          <p:nvPr/>
        </p:nvSpPr>
        <p:spPr bwMode="auto">
          <a:xfrm>
            <a:off x="685800" y="413075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Text Placeholder 3"/>
          <p:cNvSpPr txBox="1">
            <a:spLocks/>
          </p:cNvSpPr>
          <p:nvPr/>
        </p:nvSpPr>
        <p:spPr>
          <a:xfrm>
            <a:off x="1079806" y="4014977"/>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6"/>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Effect transition="in" filter="fade">
                                      <p:cBhvr>
                                        <p:cTn id="15" dur="500"/>
                                        <p:tgtEl>
                                          <p:spTgt spid="13"/>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wipe(left)">
                                      <p:cBhvr>
                                        <p:cTn id="25" dur="500"/>
                                        <p:tgtEl>
                                          <p:spTgt spid="44"/>
                                        </p:tgtEl>
                                      </p:cBhvr>
                                    </p:animEffec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45"/>
                                        </p:tgtEl>
                                        <p:attrNameLst>
                                          <p:attrName>style.visibility</p:attrName>
                                        </p:attrNameLst>
                                      </p:cBhvr>
                                      <p:to>
                                        <p:strVal val="visible"/>
                                      </p:to>
                                    </p:set>
                                    <p:animEffect transition="in" filter="wipe(left)">
                                      <p:cBhvr>
                                        <p:cTn id="29" dur="500"/>
                                        <p:tgtEl>
                                          <p:spTgt spid="45"/>
                                        </p:tgtEl>
                                      </p:cBhvr>
                                    </p:animEffect>
                                  </p:childTnLst>
                                </p:cTn>
                              </p:par>
                            </p:childTnLst>
                          </p:cTn>
                        </p:par>
                        <p:par>
                          <p:cTn id="30" fill="hold">
                            <p:stCondLst>
                              <p:cond delay="2500"/>
                            </p:stCondLst>
                            <p:childTnLst>
                              <p:par>
                                <p:cTn id="31" presetID="22" presetClass="entr" presetSubtype="8" fill="hold" nodeType="after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wipe(left)">
                                      <p:cBhvr>
                                        <p:cTn id="33" dur="500"/>
                                        <p:tgtEl>
                                          <p:spTgt spid="19"/>
                                        </p:tgtEl>
                                      </p:cBhvr>
                                    </p:animEffect>
                                  </p:childTnLst>
                                </p:cTn>
                              </p:par>
                            </p:childTnLst>
                          </p:cTn>
                        </p:par>
                        <p:par>
                          <p:cTn id="34" fill="hold">
                            <p:stCondLst>
                              <p:cond delay="3000"/>
                            </p:stCondLst>
                            <p:childTnLst>
                              <p:par>
                                <p:cTn id="35" presetID="53" presetClass="entr" presetSubtype="0" fill="hold" nodeType="after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p:cTn id="37" dur="500" fill="hold"/>
                                        <p:tgtEl>
                                          <p:spTgt spid="16"/>
                                        </p:tgtEl>
                                        <p:attrNameLst>
                                          <p:attrName>ppt_w</p:attrName>
                                        </p:attrNameLst>
                                      </p:cBhvr>
                                      <p:tavLst>
                                        <p:tav tm="0">
                                          <p:val>
                                            <p:fltVal val="0"/>
                                          </p:val>
                                        </p:tav>
                                        <p:tav tm="100000">
                                          <p:val>
                                            <p:strVal val="#ppt_w"/>
                                          </p:val>
                                        </p:tav>
                                      </p:tavLst>
                                    </p:anim>
                                    <p:anim calcmode="lin" valueType="num">
                                      <p:cBhvr>
                                        <p:cTn id="38" dur="500" fill="hold"/>
                                        <p:tgtEl>
                                          <p:spTgt spid="16"/>
                                        </p:tgtEl>
                                        <p:attrNameLst>
                                          <p:attrName>ppt_h</p:attrName>
                                        </p:attrNameLst>
                                      </p:cBhvr>
                                      <p:tavLst>
                                        <p:tav tm="0">
                                          <p:val>
                                            <p:fltVal val="0"/>
                                          </p:val>
                                        </p:tav>
                                        <p:tav tm="100000">
                                          <p:val>
                                            <p:strVal val="#ppt_h"/>
                                          </p:val>
                                        </p:tav>
                                      </p:tavLst>
                                    </p:anim>
                                    <p:animEffect transition="in" filter="fade">
                                      <p:cBhvr>
                                        <p:cTn id="39" dur="500"/>
                                        <p:tgtEl>
                                          <p:spTgt spid="16"/>
                                        </p:tgtEl>
                                      </p:cBhvr>
                                    </p:animEffect>
                                  </p:childTnLst>
                                </p:cTn>
                              </p:par>
                            </p:childTnLst>
                          </p:cTn>
                        </p:par>
                        <p:par>
                          <p:cTn id="40" fill="hold">
                            <p:stCondLst>
                              <p:cond delay="3500"/>
                            </p:stCondLst>
                            <p:childTnLst>
                              <p:par>
                                <p:cTn id="41" presetID="22" presetClass="entr" presetSubtype="8" fill="hold" nodeType="after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wipe(left)">
                                      <p:cBhvr>
                                        <p:cTn id="43" dur="500"/>
                                        <p:tgtEl>
                                          <p:spTgt spid="14"/>
                                        </p:tgtEl>
                                      </p:cBhvr>
                                    </p:animEffect>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 calcmode="lin" valueType="num">
                                      <p:cBhvr>
                                        <p:cTn id="47" dur="500" fill="hold"/>
                                        <p:tgtEl>
                                          <p:spTgt spid="3"/>
                                        </p:tgtEl>
                                        <p:attrNameLst>
                                          <p:attrName>ppt_w</p:attrName>
                                        </p:attrNameLst>
                                      </p:cBhvr>
                                      <p:tavLst>
                                        <p:tav tm="0">
                                          <p:val>
                                            <p:fltVal val="0"/>
                                          </p:val>
                                        </p:tav>
                                        <p:tav tm="100000">
                                          <p:val>
                                            <p:strVal val="#ppt_w"/>
                                          </p:val>
                                        </p:tav>
                                      </p:tavLst>
                                    </p:anim>
                                    <p:anim calcmode="lin" valueType="num">
                                      <p:cBhvr>
                                        <p:cTn id="48" dur="500" fill="hold"/>
                                        <p:tgtEl>
                                          <p:spTgt spid="3"/>
                                        </p:tgtEl>
                                        <p:attrNameLst>
                                          <p:attrName>ppt_h</p:attrName>
                                        </p:attrNameLst>
                                      </p:cBhvr>
                                      <p:tavLst>
                                        <p:tav tm="0">
                                          <p:val>
                                            <p:fltVal val="0"/>
                                          </p:val>
                                        </p:tav>
                                        <p:tav tm="100000">
                                          <p:val>
                                            <p:strVal val="#ppt_h"/>
                                          </p:val>
                                        </p:tav>
                                      </p:tavLst>
                                    </p:anim>
                                    <p:animEffect transition="in" filter="fade">
                                      <p:cBhvr>
                                        <p:cTn id="49" dur="500"/>
                                        <p:tgtEl>
                                          <p:spTgt spid="3"/>
                                        </p:tgtEl>
                                      </p:cBhvr>
                                    </p:animEffect>
                                  </p:childTnLst>
                                </p:cTn>
                              </p:par>
                            </p:childTnLst>
                          </p:cTn>
                        </p:par>
                        <p:par>
                          <p:cTn id="50" fill="hold">
                            <p:stCondLst>
                              <p:cond delay="4500"/>
                            </p:stCondLst>
                            <p:childTnLst>
                              <p:par>
                                <p:cTn id="51" presetID="22" presetClass="entr" presetSubtype="8" fill="hold" nodeType="after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wipe(left)">
                                      <p:cBhvr>
                                        <p:cTn id="53" dur="500"/>
                                        <p:tgtEl>
                                          <p:spTgt spid="15"/>
                                        </p:tgtEl>
                                      </p:cBhvr>
                                    </p:animEffect>
                                  </p:childTnLst>
                                </p:cTn>
                              </p:par>
                            </p:childTnLst>
                          </p:cTn>
                        </p:par>
                        <p:par>
                          <p:cTn id="54" fill="hold">
                            <p:stCondLst>
                              <p:cond delay="5000"/>
                            </p:stCondLst>
                            <p:childTnLst>
                              <p:par>
                                <p:cTn id="55" presetID="53" presetClass="entr" presetSubtype="0" fill="hold" nodeType="after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p:cTn id="57" dur="500" fill="hold"/>
                                        <p:tgtEl>
                                          <p:spTgt spid="17"/>
                                        </p:tgtEl>
                                        <p:attrNameLst>
                                          <p:attrName>ppt_w</p:attrName>
                                        </p:attrNameLst>
                                      </p:cBhvr>
                                      <p:tavLst>
                                        <p:tav tm="0">
                                          <p:val>
                                            <p:fltVal val="0"/>
                                          </p:val>
                                        </p:tav>
                                        <p:tav tm="100000">
                                          <p:val>
                                            <p:strVal val="#ppt_w"/>
                                          </p:val>
                                        </p:tav>
                                      </p:tavLst>
                                    </p:anim>
                                    <p:anim calcmode="lin" valueType="num">
                                      <p:cBhvr>
                                        <p:cTn id="58" dur="500" fill="hold"/>
                                        <p:tgtEl>
                                          <p:spTgt spid="17"/>
                                        </p:tgtEl>
                                        <p:attrNameLst>
                                          <p:attrName>ppt_h</p:attrName>
                                        </p:attrNameLst>
                                      </p:cBhvr>
                                      <p:tavLst>
                                        <p:tav tm="0">
                                          <p:val>
                                            <p:fltVal val="0"/>
                                          </p:val>
                                        </p:tav>
                                        <p:tav tm="100000">
                                          <p:val>
                                            <p:strVal val="#ppt_h"/>
                                          </p:val>
                                        </p:tav>
                                      </p:tavLst>
                                    </p:anim>
                                    <p:animEffect transition="in" filter="fade">
                                      <p:cBhvr>
                                        <p:cTn id="59" dur="500"/>
                                        <p:tgtEl>
                                          <p:spTgt spid="17"/>
                                        </p:tgtEl>
                                      </p:cBhvr>
                                    </p:animEffect>
                                  </p:childTnLst>
                                </p:cTn>
                              </p:par>
                            </p:childTnLst>
                          </p:cTn>
                        </p:par>
                        <p:par>
                          <p:cTn id="60" fill="hold">
                            <p:stCondLst>
                              <p:cond delay="5500"/>
                            </p:stCondLst>
                            <p:childTnLst>
                              <p:par>
                                <p:cTn id="61" presetID="53" presetClass="entr" presetSubtype="0" fill="hold" grpId="0" nodeType="after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p:cTn id="63" dur="500" fill="hold"/>
                                        <p:tgtEl>
                                          <p:spTgt spid="35"/>
                                        </p:tgtEl>
                                        <p:attrNameLst>
                                          <p:attrName>ppt_w</p:attrName>
                                        </p:attrNameLst>
                                      </p:cBhvr>
                                      <p:tavLst>
                                        <p:tav tm="0">
                                          <p:val>
                                            <p:fltVal val="0"/>
                                          </p:val>
                                        </p:tav>
                                        <p:tav tm="100000">
                                          <p:val>
                                            <p:strVal val="#ppt_w"/>
                                          </p:val>
                                        </p:tav>
                                      </p:tavLst>
                                    </p:anim>
                                    <p:anim calcmode="lin" valueType="num">
                                      <p:cBhvr>
                                        <p:cTn id="64" dur="500" fill="hold"/>
                                        <p:tgtEl>
                                          <p:spTgt spid="35"/>
                                        </p:tgtEl>
                                        <p:attrNameLst>
                                          <p:attrName>ppt_h</p:attrName>
                                        </p:attrNameLst>
                                      </p:cBhvr>
                                      <p:tavLst>
                                        <p:tav tm="0">
                                          <p:val>
                                            <p:fltVal val="0"/>
                                          </p:val>
                                        </p:tav>
                                        <p:tav tm="100000">
                                          <p:val>
                                            <p:strVal val="#ppt_h"/>
                                          </p:val>
                                        </p:tav>
                                      </p:tavLst>
                                    </p:anim>
                                    <p:animEffect transition="in" filter="fade">
                                      <p:cBhvr>
                                        <p:cTn id="65" dur="500"/>
                                        <p:tgtEl>
                                          <p:spTgt spid="35"/>
                                        </p:tgtEl>
                                      </p:cBhvr>
                                    </p:animEffect>
                                  </p:childTnLst>
                                </p:cTn>
                              </p:par>
                              <p:par>
                                <p:cTn id="66" presetID="2" presetClass="entr" presetSubtype="4" accel="50000" decel="50000" fill="hold" grpId="0" nodeType="withEffect">
                                  <p:stCondLst>
                                    <p:cond delay="0"/>
                                  </p:stCondLst>
                                  <p:childTnLst>
                                    <p:set>
                                      <p:cBhvr>
                                        <p:cTn id="67" dur="1" fill="hold">
                                          <p:stCondLst>
                                            <p:cond delay="0"/>
                                          </p:stCondLst>
                                        </p:cTn>
                                        <p:tgtEl>
                                          <p:spTgt spid="34"/>
                                        </p:tgtEl>
                                        <p:attrNameLst>
                                          <p:attrName>style.visibility</p:attrName>
                                        </p:attrNameLst>
                                      </p:cBhvr>
                                      <p:to>
                                        <p:strVal val="visible"/>
                                      </p:to>
                                    </p:set>
                                    <p:anim calcmode="lin" valueType="num">
                                      <p:cBhvr additive="base">
                                        <p:cTn id="68" dur="500" fill="hold"/>
                                        <p:tgtEl>
                                          <p:spTgt spid="34"/>
                                        </p:tgtEl>
                                        <p:attrNameLst>
                                          <p:attrName>ppt_x</p:attrName>
                                        </p:attrNameLst>
                                      </p:cBhvr>
                                      <p:tavLst>
                                        <p:tav tm="0">
                                          <p:val>
                                            <p:strVal val="#ppt_x"/>
                                          </p:val>
                                        </p:tav>
                                        <p:tav tm="100000">
                                          <p:val>
                                            <p:strVal val="#ppt_x"/>
                                          </p:val>
                                        </p:tav>
                                      </p:tavLst>
                                    </p:anim>
                                    <p:anim calcmode="lin" valueType="num">
                                      <p:cBhvr additive="base">
                                        <p:cTn id="69" dur="500" fill="hold"/>
                                        <p:tgtEl>
                                          <p:spTgt spid="34"/>
                                        </p:tgtEl>
                                        <p:attrNameLst>
                                          <p:attrName>ppt_y</p:attrName>
                                        </p:attrNameLst>
                                      </p:cBhvr>
                                      <p:tavLst>
                                        <p:tav tm="0">
                                          <p:val>
                                            <p:strVal val="1+#ppt_h/2"/>
                                          </p:val>
                                        </p:tav>
                                        <p:tav tm="100000">
                                          <p:val>
                                            <p:strVal val="#ppt_y"/>
                                          </p:val>
                                        </p:tav>
                                      </p:tavLst>
                                    </p:anim>
                                  </p:childTnLst>
                                </p:cTn>
                              </p:par>
                            </p:childTnLst>
                          </p:cTn>
                        </p:par>
                        <p:par>
                          <p:cTn id="70" fill="hold">
                            <p:stCondLst>
                              <p:cond delay="6000"/>
                            </p:stCondLst>
                            <p:childTnLst>
                              <p:par>
                                <p:cTn id="71" presetID="53" presetClass="entr" presetSubtype="0"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 calcmode="lin" valueType="num">
                                      <p:cBhvr>
                                        <p:cTn id="73" dur="500" fill="hold"/>
                                        <p:tgtEl>
                                          <p:spTgt spid="36"/>
                                        </p:tgtEl>
                                        <p:attrNameLst>
                                          <p:attrName>ppt_w</p:attrName>
                                        </p:attrNameLst>
                                      </p:cBhvr>
                                      <p:tavLst>
                                        <p:tav tm="0">
                                          <p:val>
                                            <p:fltVal val="0"/>
                                          </p:val>
                                        </p:tav>
                                        <p:tav tm="100000">
                                          <p:val>
                                            <p:strVal val="#ppt_w"/>
                                          </p:val>
                                        </p:tav>
                                      </p:tavLst>
                                    </p:anim>
                                    <p:anim calcmode="lin" valueType="num">
                                      <p:cBhvr>
                                        <p:cTn id="74" dur="500" fill="hold"/>
                                        <p:tgtEl>
                                          <p:spTgt spid="36"/>
                                        </p:tgtEl>
                                        <p:attrNameLst>
                                          <p:attrName>ppt_h</p:attrName>
                                        </p:attrNameLst>
                                      </p:cBhvr>
                                      <p:tavLst>
                                        <p:tav tm="0">
                                          <p:val>
                                            <p:fltVal val="0"/>
                                          </p:val>
                                        </p:tav>
                                        <p:tav tm="100000">
                                          <p:val>
                                            <p:strVal val="#ppt_h"/>
                                          </p:val>
                                        </p:tav>
                                      </p:tavLst>
                                    </p:anim>
                                    <p:animEffect transition="in" filter="fade">
                                      <p:cBhvr>
                                        <p:cTn id="75" dur="500"/>
                                        <p:tgtEl>
                                          <p:spTgt spid="36"/>
                                        </p:tgtEl>
                                      </p:cBhvr>
                                    </p:animEffect>
                                  </p:childTnLst>
                                </p:cTn>
                              </p:par>
                              <p:par>
                                <p:cTn id="76" presetID="2" presetClass="entr" presetSubtype="4" accel="50000" decel="50000" fill="hold" grpId="0" nodeType="withEffect">
                                  <p:stCondLst>
                                    <p:cond delay="0"/>
                                  </p:stCondLst>
                                  <p:childTnLst>
                                    <p:set>
                                      <p:cBhvr>
                                        <p:cTn id="77" dur="1" fill="hold">
                                          <p:stCondLst>
                                            <p:cond delay="0"/>
                                          </p:stCondLst>
                                        </p:cTn>
                                        <p:tgtEl>
                                          <p:spTgt spid="38"/>
                                        </p:tgtEl>
                                        <p:attrNameLst>
                                          <p:attrName>style.visibility</p:attrName>
                                        </p:attrNameLst>
                                      </p:cBhvr>
                                      <p:to>
                                        <p:strVal val="visible"/>
                                      </p:to>
                                    </p:set>
                                    <p:anim calcmode="lin" valueType="num">
                                      <p:cBhvr additive="base">
                                        <p:cTn id="78" dur="500" fill="hold"/>
                                        <p:tgtEl>
                                          <p:spTgt spid="38"/>
                                        </p:tgtEl>
                                        <p:attrNameLst>
                                          <p:attrName>ppt_x</p:attrName>
                                        </p:attrNameLst>
                                      </p:cBhvr>
                                      <p:tavLst>
                                        <p:tav tm="0">
                                          <p:val>
                                            <p:strVal val="#ppt_x"/>
                                          </p:val>
                                        </p:tav>
                                        <p:tav tm="100000">
                                          <p:val>
                                            <p:strVal val="#ppt_x"/>
                                          </p:val>
                                        </p:tav>
                                      </p:tavLst>
                                    </p:anim>
                                    <p:anim calcmode="lin" valueType="num">
                                      <p:cBhvr additive="base">
                                        <p:cTn id="79" dur="500" fill="hold"/>
                                        <p:tgtEl>
                                          <p:spTgt spid="38"/>
                                        </p:tgtEl>
                                        <p:attrNameLst>
                                          <p:attrName>ppt_y</p:attrName>
                                        </p:attrNameLst>
                                      </p:cBhvr>
                                      <p:tavLst>
                                        <p:tav tm="0">
                                          <p:val>
                                            <p:strVal val="1+#ppt_h/2"/>
                                          </p:val>
                                        </p:tav>
                                        <p:tav tm="100000">
                                          <p:val>
                                            <p:strVal val="#ppt_y"/>
                                          </p:val>
                                        </p:tav>
                                      </p:tavLst>
                                    </p:anim>
                                  </p:childTnLst>
                                </p:cTn>
                              </p:par>
                            </p:childTnLst>
                          </p:cTn>
                        </p:par>
                        <p:par>
                          <p:cTn id="80" fill="hold">
                            <p:stCondLst>
                              <p:cond delay="6500"/>
                            </p:stCondLst>
                            <p:childTnLst>
                              <p:par>
                                <p:cTn id="81" presetID="53" presetClass="entr" presetSubtype="0" fill="hold" grpId="0" nodeType="afterEffect">
                                  <p:stCondLst>
                                    <p:cond delay="0"/>
                                  </p:stCondLst>
                                  <p:childTnLst>
                                    <p:set>
                                      <p:cBhvr>
                                        <p:cTn id="82" dur="1" fill="hold">
                                          <p:stCondLst>
                                            <p:cond delay="0"/>
                                          </p:stCondLst>
                                        </p:cTn>
                                        <p:tgtEl>
                                          <p:spTgt spid="37"/>
                                        </p:tgtEl>
                                        <p:attrNameLst>
                                          <p:attrName>style.visibility</p:attrName>
                                        </p:attrNameLst>
                                      </p:cBhvr>
                                      <p:to>
                                        <p:strVal val="visible"/>
                                      </p:to>
                                    </p:set>
                                    <p:anim calcmode="lin" valueType="num">
                                      <p:cBhvr>
                                        <p:cTn id="83" dur="500" fill="hold"/>
                                        <p:tgtEl>
                                          <p:spTgt spid="37"/>
                                        </p:tgtEl>
                                        <p:attrNameLst>
                                          <p:attrName>ppt_w</p:attrName>
                                        </p:attrNameLst>
                                      </p:cBhvr>
                                      <p:tavLst>
                                        <p:tav tm="0">
                                          <p:val>
                                            <p:fltVal val="0"/>
                                          </p:val>
                                        </p:tav>
                                        <p:tav tm="100000">
                                          <p:val>
                                            <p:strVal val="#ppt_w"/>
                                          </p:val>
                                        </p:tav>
                                      </p:tavLst>
                                    </p:anim>
                                    <p:anim calcmode="lin" valueType="num">
                                      <p:cBhvr>
                                        <p:cTn id="84" dur="500" fill="hold"/>
                                        <p:tgtEl>
                                          <p:spTgt spid="37"/>
                                        </p:tgtEl>
                                        <p:attrNameLst>
                                          <p:attrName>ppt_h</p:attrName>
                                        </p:attrNameLst>
                                      </p:cBhvr>
                                      <p:tavLst>
                                        <p:tav tm="0">
                                          <p:val>
                                            <p:fltVal val="0"/>
                                          </p:val>
                                        </p:tav>
                                        <p:tav tm="100000">
                                          <p:val>
                                            <p:strVal val="#ppt_h"/>
                                          </p:val>
                                        </p:tav>
                                      </p:tavLst>
                                    </p:anim>
                                    <p:animEffect transition="in" filter="fade">
                                      <p:cBhvr>
                                        <p:cTn id="85" dur="500"/>
                                        <p:tgtEl>
                                          <p:spTgt spid="37"/>
                                        </p:tgtEl>
                                      </p:cBhvr>
                                    </p:animEffect>
                                  </p:childTnLst>
                                </p:cTn>
                              </p:par>
                              <p:par>
                                <p:cTn id="86" presetID="2" presetClass="entr" presetSubtype="4" accel="50000" decel="50000" fill="hold" grpId="0" nodeType="withEffect">
                                  <p:stCondLst>
                                    <p:cond delay="0"/>
                                  </p:stCondLst>
                                  <p:childTnLst>
                                    <p:set>
                                      <p:cBhvr>
                                        <p:cTn id="87" dur="1" fill="hold">
                                          <p:stCondLst>
                                            <p:cond delay="0"/>
                                          </p:stCondLst>
                                        </p:cTn>
                                        <p:tgtEl>
                                          <p:spTgt spid="39"/>
                                        </p:tgtEl>
                                        <p:attrNameLst>
                                          <p:attrName>style.visibility</p:attrName>
                                        </p:attrNameLst>
                                      </p:cBhvr>
                                      <p:to>
                                        <p:strVal val="visible"/>
                                      </p:to>
                                    </p:set>
                                    <p:anim calcmode="lin" valueType="num">
                                      <p:cBhvr additive="base">
                                        <p:cTn id="88" dur="500" fill="hold"/>
                                        <p:tgtEl>
                                          <p:spTgt spid="39"/>
                                        </p:tgtEl>
                                        <p:attrNameLst>
                                          <p:attrName>ppt_x</p:attrName>
                                        </p:attrNameLst>
                                      </p:cBhvr>
                                      <p:tavLst>
                                        <p:tav tm="0">
                                          <p:val>
                                            <p:strVal val="#ppt_x"/>
                                          </p:val>
                                        </p:tav>
                                        <p:tav tm="100000">
                                          <p:val>
                                            <p:strVal val="#ppt_x"/>
                                          </p:val>
                                        </p:tav>
                                      </p:tavLst>
                                    </p:anim>
                                    <p:anim calcmode="lin" valueType="num">
                                      <p:cBhvr additive="base">
                                        <p:cTn id="89" dur="500" fill="hold"/>
                                        <p:tgtEl>
                                          <p:spTgt spid="39"/>
                                        </p:tgtEl>
                                        <p:attrNameLst>
                                          <p:attrName>ppt_y</p:attrName>
                                        </p:attrNameLst>
                                      </p:cBhvr>
                                      <p:tavLst>
                                        <p:tav tm="0">
                                          <p:val>
                                            <p:strVal val="1+#ppt_h/2"/>
                                          </p:val>
                                        </p:tav>
                                        <p:tav tm="100000">
                                          <p:val>
                                            <p:strVal val="#ppt_y"/>
                                          </p:val>
                                        </p:tav>
                                      </p:tavLst>
                                    </p:anim>
                                  </p:childTnLst>
                                </p:cTn>
                              </p:par>
                            </p:childTnLst>
                          </p:cTn>
                        </p:par>
                        <p:par>
                          <p:cTn id="90" fill="hold">
                            <p:stCondLst>
                              <p:cond delay="7000"/>
                            </p:stCondLst>
                            <p:childTnLst>
                              <p:par>
                                <p:cTn id="91" presetID="53" presetClass="entr" presetSubtype="0" fill="hold" grpId="0" nodeType="afterEffect">
                                  <p:stCondLst>
                                    <p:cond delay="0"/>
                                  </p:stCondLst>
                                  <p:childTnLst>
                                    <p:set>
                                      <p:cBhvr>
                                        <p:cTn id="92" dur="1" fill="hold">
                                          <p:stCondLst>
                                            <p:cond delay="0"/>
                                          </p:stCondLst>
                                        </p:cTn>
                                        <p:tgtEl>
                                          <p:spTgt spid="40"/>
                                        </p:tgtEl>
                                        <p:attrNameLst>
                                          <p:attrName>style.visibility</p:attrName>
                                        </p:attrNameLst>
                                      </p:cBhvr>
                                      <p:to>
                                        <p:strVal val="visible"/>
                                      </p:to>
                                    </p:set>
                                    <p:anim calcmode="lin" valueType="num">
                                      <p:cBhvr>
                                        <p:cTn id="93" dur="500" fill="hold"/>
                                        <p:tgtEl>
                                          <p:spTgt spid="40"/>
                                        </p:tgtEl>
                                        <p:attrNameLst>
                                          <p:attrName>ppt_w</p:attrName>
                                        </p:attrNameLst>
                                      </p:cBhvr>
                                      <p:tavLst>
                                        <p:tav tm="0">
                                          <p:val>
                                            <p:fltVal val="0"/>
                                          </p:val>
                                        </p:tav>
                                        <p:tav tm="100000">
                                          <p:val>
                                            <p:strVal val="#ppt_w"/>
                                          </p:val>
                                        </p:tav>
                                      </p:tavLst>
                                    </p:anim>
                                    <p:anim calcmode="lin" valueType="num">
                                      <p:cBhvr>
                                        <p:cTn id="94" dur="500" fill="hold"/>
                                        <p:tgtEl>
                                          <p:spTgt spid="40"/>
                                        </p:tgtEl>
                                        <p:attrNameLst>
                                          <p:attrName>ppt_h</p:attrName>
                                        </p:attrNameLst>
                                      </p:cBhvr>
                                      <p:tavLst>
                                        <p:tav tm="0">
                                          <p:val>
                                            <p:fltVal val="0"/>
                                          </p:val>
                                        </p:tav>
                                        <p:tav tm="100000">
                                          <p:val>
                                            <p:strVal val="#ppt_h"/>
                                          </p:val>
                                        </p:tav>
                                      </p:tavLst>
                                    </p:anim>
                                    <p:animEffect transition="in" filter="fade">
                                      <p:cBhvr>
                                        <p:cTn id="95" dur="500"/>
                                        <p:tgtEl>
                                          <p:spTgt spid="40"/>
                                        </p:tgtEl>
                                      </p:cBhvr>
                                    </p:animEffect>
                                  </p:childTnLst>
                                </p:cTn>
                              </p:par>
                              <p:par>
                                <p:cTn id="96" presetID="2" presetClass="entr" presetSubtype="4" accel="50000" decel="50000" fill="hold" grpId="0" nodeType="withEffect">
                                  <p:stCondLst>
                                    <p:cond delay="0"/>
                                  </p:stCondLst>
                                  <p:childTnLst>
                                    <p:set>
                                      <p:cBhvr>
                                        <p:cTn id="97" dur="1" fill="hold">
                                          <p:stCondLst>
                                            <p:cond delay="0"/>
                                          </p:stCondLst>
                                        </p:cTn>
                                        <p:tgtEl>
                                          <p:spTgt spid="41"/>
                                        </p:tgtEl>
                                        <p:attrNameLst>
                                          <p:attrName>style.visibility</p:attrName>
                                        </p:attrNameLst>
                                      </p:cBhvr>
                                      <p:to>
                                        <p:strVal val="visible"/>
                                      </p:to>
                                    </p:set>
                                    <p:anim calcmode="lin" valueType="num">
                                      <p:cBhvr additive="base">
                                        <p:cTn id="98" dur="500" fill="hold"/>
                                        <p:tgtEl>
                                          <p:spTgt spid="41"/>
                                        </p:tgtEl>
                                        <p:attrNameLst>
                                          <p:attrName>ppt_x</p:attrName>
                                        </p:attrNameLst>
                                      </p:cBhvr>
                                      <p:tavLst>
                                        <p:tav tm="0">
                                          <p:val>
                                            <p:strVal val="#ppt_x"/>
                                          </p:val>
                                        </p:tav>
                                        <p:tav tm="100000">
                                          <p:val>
                                            <p:strVal val="#ppt_x"/>
                                          </p:val>
                                        </p:tav>
                                      </p:tavLst>
                                    </p:anim>
                                    <p:anim calcmode="lin" valueType="num">
                                      <p:cBhvr additive="base">
                                        <p:cTn id="99" dur="500" fill="hold"/>
                                        <p:tgtEl>
                                          <p:spTgt spid="41"/>
                                        </p:tgtEl>
                                        <p:attrNameLst>
                                          <p:attrName>ppt_y</p:attrName>
                                        </p:attrNameLst>
                                      </p:cBhvr>
                                      <p:tavLst>
                                        <p:tav tm="0">
                                          <p:val>
                                            <p:strVal val="1+#ppt_h/2"/>
                                          </p:val>
                                        </p:tav>
                                        <p:tav tm="100000">
                                          <p:val>
                                            <p:strVal val="#ppt_y"/>
                                          </p:val>
                                        </p:tav>
                                      </p:tavLst>
                                    </p:anim>
                                  </p:childTnLst>
                                </p:cTn>
                              </p:par>
                            </p:childTnLst>
                          </p:cTn>
                        </p:par>
                        <p:par>
                          <p:cTn id="100" fill="hold">
                            <p:stCondLst>
                              <p:cond delay="7500"/>
                            </p:stCondLst>
                            <p:childTnLst>
                              <p:par>
                                <p:cTn id="101" presetID="53" presetClass="entr" presetSubtype="0" fill="hold" grpId="0" nodeType="after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p:cTn id="103" dur="500" fill="hold"/>
                                        <p:tgtEl>
                                          <p:spTgt spid="42"/>
                                        </p:tgtEl>
                                        <p:attrNameLst>
                                          <p:attrName>ppt_w</p:attrName>
                                        </p:attrNameLst>
                                      </p:cBhvr>
                                      <p:tavLst>
                                        <p:tav tm="0">
                                          <p:val>
                                            <p:fltVal val="0"/>
                                          </p:val>
                                        </p:tav>
                                        <p:tav tm="100000">
                                          <p:val>
                                            <p:strVal val="#ppt_w"/>
                                          </p:val>
                                        </p:tav>
                                      </p:tavLst>
                                    </p:anim>
                                    <p:anim calcmode="lin" valueType="num">
                                      <p:cBhvr>
                                        <p:cTn id="104" dur="500" fill="hold"/>
                                        <p:tgtEl>
                                          <p:spTgt spid="42"/>
                                        </p:tgtEl>
                                        <p:attrNameLst>
                                          <p:attrName>ppt_h</p:attrName>
                                        </p:attrNameLst>
                                      </p:cBhvr>
                                      <p:tavLst>
                                        <p:tav tm="0">
                                          <p:val>
                                            <p:fltVal val="0"/>
                                          </p:val>
                                        </p:tav>
                                        <p:tav tm="100000">
                                          <p:val>
                                            <p:strVal val="#ppt_h"/>
                                          </p:val>
                                        </p:tav>
                                      </p:tavLst>
                                    </p:anim>
                                    <p:animEffect transition="in" filter="fade">
                                      <p:cBhvr>
                                        <p:cTn id="105" dur="500"/>
                                        <p:tgtEl>
                                          <p:spTgt spid="42"/>
                                        </p:tgtEl>
                                      </p:cBhvr>
                                    </p:animEffect>
                                  </p:childTnLst>
                                </p:cTn>
                              </p:par>
                              <p:par>
                                <p:cTn id="106" presetID="2" presetClass="entr" presetSubtype="4" accel="50000" decel="50000" fill="hold" grpId="0" nodeType="withEffect">
                                  <p:stCondLst>
                                    <p:cond delay="0"/>
                                  </p:stCondLst>
                                  <p:childTnLst>
                                    <p:set>
                                      <p:cBhvr>
                                        <p:cTn id="107" dur="1" fill="hold">
                                          <p:stCondLst>
                                            <p:cond delay="0"/>
                                          </p:stCondLst>
                                        </p:cTn>
                                        <p:tgtEl>
                                          <p:spTgt spid="43"/>
                                        </p:tgtEl>
                                        <p:attrNameLst>
                                          <p:attrName>style.visibility</p:attrName>
                                        </p:attrNameLst>
                                      </p:cBhvr>
                                      <p:to>
                                        <p:strVal val="visible"/>
                                      </p:to>
                                    </p:set>
                                    <p:anim calcmode="lin" valueType="num">
                                      <p:cBhvr additive="base">
                                        <p:cTn id="108" dur="500" fill="hold"/>
                                        <p:tgtEl>
                                          <p:spTgt spid="43"/>
                                        </p:tgtEl>
                                        <p:attrNameLst>
                                          <p:attrName>ppt_x</p:attrName>
                                        </p:attrNameLst>
                                      </p:cBhvr>
                                      <p:tavLst>
                                        <p:tav tm="0">
                                          <p:val>
                                            <p:strVal val="#ppt_x"/>
                                          </p:val>
                                        </p:tav>
                                        <p:tav tm="100000">
                                          <p:val>
                                            <p:strVal val="#ppt_x"/>
                                          </p:val>
                                        </p:tav>
                                      </p:tavLst>
                                    </p:anim>
                                    <p:anim calcmode="lin" valueType="num">
                                      <p:cBhvr additive="base">
                                        <p:cTn id="109" dur="500" fill="hold"/>
                                        <p:tgtEl>
                                          <p:spTgt spid="43"/>
                                        </p:tgtEl>
                                        <p:attrNameLst>
                                          <p:attrName>ppt_y</p:attrName>
                                        </p:attrNameLst>
                                      </p:cBhvr>
                                      <p:tavLst>
                                        <p:tav tm="0">
                                          <p:val>
                                            <p:strVal val="1+#ppt_h/2"/>
                                          </p:val>
                                        </p:tav>
                                        <p:tav tm="100000">
                                          <p:val>
                                            <p:strVal val="#ppt_y"/>
                                          </p:val>
                                        </p:tav>
                                      </p:tavLst>
                                    </p:anim>
                                  </p:childTnLst>
                                </p:cTn>
                              </p:par>
                            </p:childTnLst>
                          </p:cTn>
                        </p:par>
                        <p:par>
                          <p:cTn id="110" fill="hold">
                            <p:stCondLst>
                              <p:cond delay="8000"/>
                            </p:stCondLst>
                            <p:childTnLst>
                              <p:par>
                                <p:cTn id="111" presetID="53" presetClass="entr" presetSubtype="0" fill="hold" grpId="0" nodeType="afterEffect">
                                  <p:stCondLst>
                                    <p:cond delay="0"/>
                                  </p:stCondLst>
                                  <p:childTnLst>
                                    <p:set>
                                      <p:cBhvr>
                                        <p:cTn id="112" dur="1" fill="hold">
                                          <p:stCondLst>
                                            <p:cond delay="0"/>
                                          </p:stCondLst>
                                        </p:cTn>
                                        <p:tgtEl>
                                          <p:spTgt spid="46"/>
                                        </p:tgtEl>
                                        <p:attrNameLst>
                                          <p:attrName>style.visibility</p:attrName>
                                        </p:attrNameLst>
                                      </p:cBhvr>
                                      <p:to>
                                        <p:strVal val="visible"/>
                                      </p:to>
                                    </p:set>
                                    <p:anim calcmode="lin" valueType="num">
                                      <p:cBhvr>
                                        <p:cTn id="113" dur="500" fill="hold"/>
                                        <p:tgtEl>
                                          <p:spTgt spid="46"/>
                                        </p:tgtEl>
                                        <p:attrNameLst>
                                          <p:attrName>ppt_w</p:attrName>
                                        </p:attrNameLst>
                                      </p:cBhvr>
                                      <p:tavLst>
                                        <p:tav tm="0">
                                          <p:val>
                                            <p:fltVal val="0"/>
                                          </p:val>
                                        </p:tav>
                                        <p:tav tm="100000">
                                          <p:val>
                                            <p:strVal val="#ppt_w"/>
                                          </p:val>
                                        </p:tav>
                                      </p:tavLst>
                                    </p:anim>
                                    <p:anim calcmode="lin" valueType="num">
                                      <p:cBhvr>
                                        <p:cTn id="114" dur="500" fill="hold"/>
                                        <p:tgtEl>
                                          <p:spTgt spid="46"/>
                                        </p:tgtEl>
                                        <p:attrNameLst>
                                          <p:attrName>ppt_h</p:attrName>
                                        </p:attrNameLst>
                                      </p:cBhvr>
                                      <p:tavLst>
                                        <p:tav tm="0">
                                          <p:val>
                                            <p:fltVal val="0"/>
                                          </p:val>
                                        </p:tav>
                                        <p:tav tm="100000">
                                          <p:val>
                                            <p:strVal val="#ppt_h"/>
                                          </p:val>
                                        </p:tav>
                                      </p:tavLst>
                                    </p:anim>
                                    <p:animEffect transition="in" filter="fade">
                                      <p:cBhvr>
                                        <p:cTn id="115" dur="500"/>
                                        <p:tgtEl>
                                          <p:spTgt spid="46"/>
                                        </p:tgtEl>
                                      </p:cBhvr>
                                    </p:animEffect>
                                  </p:childTnLst>
                                </p:cTn>
                              </p:par>
                              <p:par>
                                <p:cTn id="116" presetID="2" presetClass="entr" presetSubtype="4" accel="50000" decel="50000" fill="hold" grpId="0" nodeType="withEffect">
                                  <p:stCondLst>
                                    <p:cond delay="0"/>
                                  </p:stCondLst>
                                  <p:childTnLst>
                                    <p:set>
                                      <p:cBhvr>
                                        <p:cTn id="117" dur="1" fill="hold">
                                          <p:stCondLst>
                                            <p:cond delay="0"/>
                                          </p:stCondLst>
                                        </p:cTn>
                                        <p:tgtEl>
                                          <p:spTgt spid="47"/>
                                        </p:tgtEl>
                                        <p:attrNameLst>
                                          <p:attrName>style.visibility</p:attrName>
                                        </p:attrNameLst>
                                      </p:cBhvr>
                                      <p:to>
                                        <p:strVal val="visible"/>
                                      </p:to>
                                    </p:set>
                                    <p:anim calcmode="lin" valueType="num">
                                      <p:cBhvr additive="base">
                                        <p:cTn id="118" dur="500" fill="hold"/>
                                        <p:tgtEl>
                                          <p:spTgt spid="47"/>
                                        </p:tgtEl>
                                        <p:attrNameLst>
                                          <p:attrName>ppt_x</p:attrName>
                                        </p:attrNameLst>
                                      </p:cBhvr>
                                      <p:tavLst>
                                        <p:tav tm="0">
                                          <p:val>
                                            <p:strVal val="#ppt_x"/>
                                          </p:val>
                                        </p:tav>
                                        <p:tav tm="100000">
                                          <p:val>
                                            <p:strVal val="#ppt_x"/>
                                          </p:val>
                                        </p:tav>
                                      </p:tavLst>
                                    </p:anim>
                                    <p:anim calcmode="lin" valueType="num">
                                      <p:cBhvr additive="base">
                                        <p:cTn id="119"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animBg="1"/>
      <p:bldP spid="36" grpId="0" animBg="1"/>
      <p:bldP spid="37" grpId="0" animBg="1"/>
      <p:bldP spid="38" grpId="0"/>
      <p:bldP spid="39" grpId="0"/>
      <p:bldP spid="40" grpId="0" animBg="1"/>
      <p:bldP spid="41" grpId="0"/>
      <p:bldP spid="42" grpId="0" animBg="1"/>
      <p:bldP spid="43" grpId="0"/>
      <p:bldP spid="44" grpId="0" animBg="1"/>
      <p:bldP spid="45" grpId="0" animBg="1"/>
      <p:bldP spid="46" grpId="0" animBg="1"/>
      <p:bldP spid="47"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Flowers Infographic</a:t>
            </a:r>
            <a:endParaRPr lang="en-US" dirty="0"/>
          </a:p>
        </p:txBody>
      </p:sp>
      <p:sp>
        <p:nvSpPr>
          <p:cNvPr id="8" name="Text Placeholder 7"/>
          <p:cNvSpPr>
            <a:spLocks noGrp="1"/>
          </p:cNvSpPr>
          <p:nvPr>
            <p:ph type="body" sz="half" idx="2"/>
          </p:nvPr>
        </p:nvSpPr>
        <p:spPr/>
        <p:txBody>
          <a:bodyPr/>
          <a:lstStyle/>
          <a:p>
            <a:r>
              <a:rPr lang="en-US"/>
              <a:t>Flowers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98</a:t>
            </a:fld>
            <a:endParaRPr lang="en-US" dirty="0"/>
          </a:p>
        </p:txBody>
      </p:sp>
      <p:sp>
        <p:nvSpPr>
          <p:cNvPr id="32" name="Round Diagonal Corner Rectangle 31"/>
          <p:cNvSpPr/>
          <p:nvPr/>
        </p:nvSpPr>
        <p:spPr bwMode="auto">
          <a:xfrm rot="2528627">
            <a:off x="4870045" y="2354842"/>
            <a:ext cx="1193004" cy="1193004"/>
          </a:xfrm>
          <a:prstGeom prst="round2DiagRect">
            <a:avLst>
              <a:gd name="adj1" fmla="val 31373"/>
              <a:gd name="adj2" fmla="val 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3" name="Round Diagonal Corner Rectangle 32"/>
          <p:cNvSpPr/>
          <p:nvPr/>
        </p:nvSpPr>
        <p:spPr bwMode="auto">
          <a:xfrm rot="19071373" flipH="1">
            <a:off x="3080951" y="2354843"/>
            <a:ext cx="1193004" cy="1193004"/>
          </a:xfrm>
          <a:prstGeom prst="round2DiagRect">
            <a:avLst>
              <a:gd name="adj1" fmla="val 31373"/>
              <a:gd name="adj2"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1" name="Round Diagonal Corner Rectangle 40"/>
          <p:cNvSpPr/>
          <p:nvPr/>
        </p:nvSpPr>
        <p:spPr bwMode="auto">
          <a:xfrm rot="18900000">
            <a:off x="3975498" y="1463668"/>
            <a:ext cx="1193004" cy="1193004"/>
          </a:xfrm>
          <a:prstGeom prst="round2DiagRect">
            <a:avLst>
              <a:gd name="adj1" fmla="val 31373"/>
              <a:gd name="adj2" fmla="val 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2" name="Round Diagonal Corner Rectangle 41"/>
          <p:cNvSpPr/>
          <p:nvPr/>
        </p:nvSpPr>
        <p:spPr bwMode="auto">
          <a:xfrm rot="18900000">
            <a:off x="3975498" y="3298357"/>
            <a:ext cx="1193004" cy="1193004"/>
          </a:xfrm>
          <a:prstGeom prst="round2DiagRect">
            <a:avLst>
              <a:gd name="adj1" fmla="val 31373"/>
              <a:gd name="adj2" fmla="val 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2" name="Group 57"/>
          <p:cNvGrpSpPr/>
          <p:nvPr/>
        </p:nvGrpSpPr>
        <p:grpSpPr>
          <a:xfrm>
            <a:off x="1334311" y="3729994"/>
            <a:ext cx="2247089" cy="709468"/>
            <a:chOff x="-267404" y="3168889"/>
            <a:chExt cx="2247089" cy="709468"/>
          </a:xfrm>
        </p:grpSpPr>
        <p:sp>
          <p:nvSpPr>
            <p:cNvPr id="44" name="TextBox 4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5" name="Rectangle 44"/>
            <p:cNvSpPr/>
            <p:nvPr/>
          </p:nvSpPr>
          <p:spPr>
            <a:xfrm>
              <a:off x="41654" y="3168889"/>
              <a:ext cx="1938031" cy="215444"/>
            </a:xfrm>
            <a:prstGeom prst="rect">
              <a:avLst/>
            </a:prstGeom>
          </p:spPr>
          <p:txBody>
            <a:bodyPr wrap="none" lIns="0" tIns="0" rIns="0" bIns="0">
              <a:spAutoFit/>
            </a:bodyPr>
            <a:lstStyle/>
            <a:p>
              <a:pPr algn="r"/>
              <a:r>
                <a:rPr lang="en-US" sz="1400" b="1" dirty="0">
                  <a:solidFill>
                    <a:schemeClr val="accent1"/>
                  </a:solidFill>
                </a:rPr>
                <a:t>Construction &amp; Design</a:t>
              </a:r>
            </a:p>
          </p:txBody>
        </p:sp>
      </p:grpSp>
      <p:grpSp>
        <p:nvGrpSpPr>
          <p:cNvPr id="3" name="Group 58"/>
          <p:cNvGrpSpPr/>
          <p:nvPr/>
        </p:nvGrpSpPr>
        <p:grpSpPr>
          <a:xfrm>
            <a:off x="5496205" y="1401658"/>
            <a:ext cx="2276195" cy="709468"/>
            <a:chOff x="7174424" y="1352592"/>
            <a:chExt cx="2276195" cy="709468"/>
          </a:xfrm>
        </p:grpSpPr>
        <p:sp>
          <p:nvSpPr>
            <p:cNvPr id="47" name="TextBox 4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8" name="Rectangle 47"/>
            <p:cNvSpPr/>
            <p:nvPr/>
          </p:nvSpPr>
          <p:spPr>
            <a:xfrm>
              <a:off x="7174424" y="1352592"/>
              <a:ext cx="804707" cy="215444"/>
            </a:xfrm>
            <a:prstGeom prst="rect">
              <a:avLst/>
            </a:prstGeom>
          </p:spPr>
          <p:txBody>
            <a:bodyPr wrap="none" lIns="0" tIns="0" rIns="0" bIns="0">
              <a:spAutoFit/>
            </a:bodyPr>
            <a:lstStyle/>
            <a:p>
              <a:r>
                <a:rPr lang="en-US" sz="1400" b="1" dirty="0">
                  <a:solidFill>
                    <a:schemeClr val="accent3"/>
                  </a:solidFill>
                </a:rPr>
                <a:t>Go Cloud</a:t>
              </a:r>
            </a:p>
          </p:txBody>
        </p:sp>
      </p:grpSp>
      <p:grpSp>
        <p:nvGrpSpPr>
          <p:cNvPr id="4" name="Group 56"/>
          <p:cNvGrpSpPr/>
          <p:nvPr/>
        </p:nvGrpSpPr>
        <p:grpSpPr>
          <a:xfrm>
            <a:off x="1305204" y="1401658"/>
            <a:ext cx="2276196" cy="709468"/>
            <a:chOff x="-296510" y="1363501"/>
            <a:chExt cx="2276196" cy="709468"/>
          </a:xfrm>
        </p:grpSpPr>
        <p:sp>
          <p:nvSpPr>
            <p:cNvPr id="50" name="TextBox 49"/>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1" name="Rectangle 50"/>
            <p:cNvSpPr/>
            <p:nvPr/>
          </p:nvSpPr>
          <p:spPr>
            <a:xfrm>
              <a:off x="336606" y="1363501"/>
              <a:ext cx="1643079" cy="215444"/>
            </a:xfrm>
            <a:prstGeom prst="rect">
              <a:avLst/>
            </a:prstGeom>
          </p:spPr>
          <p:txBody>
            <a:bodyPr wrap="none" lIns="0" tIns="0" rIns="0" bIns="0">
              <a:spAutoFit/>
            </a:bodyPr>
            <a:lstStyle/>
            <a:p>
              <a:pPr algn="r"/>
              <a:r>
                <a:rPr lang="en-US" sz="1400" b="1" dirty="0">
                  <a:solidFill>
                    <a:schemeClr val="accent2"/>
                  </a:solidFill>
                </a:rPr>
                <a:t>Brainstorm &amp; Ideas</a:t>
              </a:r>
            </a:p>
          </p:txBody>
        </p:sp>
      </p:grpSp>
      <p:grpSp>
        <p:nvGrpSpPr>
          <p:cNvPr id="5" name="Group 58"/>
          <p:cNvGrpSpPr/>
          <p:nvPr/>
        </p:nvGrpSpPr>
        <p:grpSpPr>
          <a:xfrm>
            <a:off x="5496205" y="3672387"/>
            <a:ext cx="2276195" cy="709468"/>
            <a:chOff x="7174424" y="1352592"/>
            <a:chExt cx="2276195" cy="709468"/>
          </a:xfrm>
        </p:grpSpPr>
        <p:sp>
          <p:nvSpPr>
            <p:cNvPr id="53" name="TextBox 52"/>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4" name="Rectangle 53"/>
            <p:cNvSpPr/>
            <p:nvPr/>
          </p:nvSpPr>
          <p:spPr>
            <a:xfrm>
              <a:off x="7174424" y="1352592"/>
              <a:ext cx="1679947" cy="215444"/>
            </a:xfrm>
            <a:prstGeom prst="rect">
              <a:avLst/>
            </a:prstGeom>
          </p:spPr>
          <p:txBody>
            <a:bodyPr wrap="none" lIns="0" tIns="0" rIns="0" bIns="0">
              <a:spAutoFit/>
            </a:bodyPr>
            <a:lstStyle/>
            <a:p>
              <a:r>
                <a:rPr lang="en-US" sz="1400" b="1" dirty="0">
                  <a:solidFill>
                    <a:schemeClr val="accent4"/>
                  </a:solidFill>
                </a:rPr>
                <a:t>Review The Results</a:t>
              </a:r>
            </a:p>
          </p:txBody>
        </p:sp>
      </p:grpSp>
      <p:sp>
        <p:nvSpPr>
          <p:cNvPr id="55" name="Freeform 129"/>
          <p:cNvSpPr>
            <a:spLocks/>
          </p:cNvSpPr>
          <p:nvPr/>
        </p:nvSpPr>
        <p:spPr bwMode="auto">
          <a:xfrm>
            <a:off x="4359477" y="1800225"/>
            <a:ext cx="425046" cy="519890"/>
          </a:xfrm>
          <a:custGeom>
            <a:avLst/>
            <a:gdLst/>
            <a:ahLst/>
            <a:cxnLst>
              <a:cxn ang="0">
                <a:pos x="53" y="58"/>
              </a:cxn>
              <a:cxn ang="0">
                <a:pos x="36" y="58"/>
              </a:cxn>
              <a:cxn ang="0">
                <a:pos x="36" y="65"/>
              </a:cxn>
              <a:cxn ang="0">
                <a:pos x="34" y="68"/>
              </a:cxn>
              <a:cxn ang="0">
                <a:pos x="22" y="68"/>
              </a:cxn>
              <a:cxn ang="0">
                <a:pos x="20" y="65"/>
              </a:cxn>
              <a:cxn ang="0">
                <a:pos x="20" y="58"/>
              </a:cxn>
              <a:cxn ang="0">
                <a:pos x="2" y="58"/>
              </a:cxn>
              <a:cxn ang="0">
                <a:pos x="0" y="56"/>
              </a:cxn>
              <a:cxn ang="0">
                <a:pos x="1" y="54"/>
              </a:cxn>
              <a:cxn ang="0">
                <a:pos x="16" y="39"/>
              </a:cxn>
              <a:cxn ang="0">
                <a:pos x="7" y="39"/>
              </a:cxn>
              <a:cxn ang="0">
                <a:pos x="5" y="36"/>
              </a:cxn>
              <a:cxn ang="0">
                <a:pos x="6" y="34"/>
              </a:cxn>
              <a:cxn ang="0">
                <a:pos x="21" y="19"/>
              </a:cxn>
              <a:cxn ang="0">
                <a:pos x="13" y="19"/>
              </a:cxn>
              <a:cxn ang="0">
                <a:pos x="11" y="17"/>
              </a:cxn>
              <a:cxn ang="0">
                <a:pos x="12" y="15"/>
              </a:cxn>
              <a:cxn ang="0">
                <a:pos x="26" y="0"/>
              </a:cxn>
              <a:cxn ang="0">
                <a:pos x="28" y="0"/>
              </a:cxn>
              <a:cxn ang="0">
                <a:pos x="30" y="0"/>
              </a:cxn>
              <a:cxn ang="0">
                <a:pos x="44" y="15"/>
              </a:cxn>
              <a:cxn ang="0">
                <a:pos x="45" y="17"/>
              </a:cxn>
              <a:cxn ang="0">
                <a:pos x="42" y="19"/>
              </a:cxn>
              <a:cxn ang="0">
                <a:pos x="35" y="19"/>
              </a:cxn>
              <a:cxn ang="0">
                <a:pos x="50" y="34"/>
              </a:cxn>
              <a:cxn ang="0">
                <a:pos x="51" y="36"/>
              </a:cxn>
              <a:cxn ang="0">
                <a:pos x="49" y="39"/>
              </a:cxn>
              <a:cxn ang="0">
                <a:pos x="40" y="39"/>
              </a:cxn>
              <a:cxn ang="0">
                <a:pos x="55" y="54"/>
              </a:cxn>
              <a:cxn ang="0">
                <a:pos x="56" y="56"/>
              </a:cxn>
              <a:cxn ang="0">
                <a:pos x="53" y="58"/>
              </a:cxn>
            </a:cxnLst>
            <a:rect l="0" t="0" r="r" b="b"/>
            <a:pathLst>
              <a:path w="56" h="68">
                <a:moveTo>
                  <a:pt x="53" y="58"/>
                </a:moveTo>
                <a:cubicBezTo>
                  <a:pt x="36" y="58"/>
                  <a:pt x="36" y="58"/>
                  <a:pt x="36" y="58"/>
                </a:cubicBezTo>
                <a:cubicBezTo>
                  <a:pt x="36" y="60"/>
                  <a:pt x="36" y="63"/>
                  <a:pt x="36" y="65"/>
                </a:cubicBezTo>
                <a:cubicBezTo>
                  <a:pt x="36" y="67"/>
                  <a:pt x="35" y="68"/>
                  <a:pt x="34" y="68"/>
                </a:cubicBezTo>
                <a:cubicBezTo>
                  <a:pt x="22" y="68"/>
                  <a:pt x="22" y="68"/>
                  <a:pt x="22" y="68"/>
                </a:cubicBezTo>
                <a:cubicBezTo>
                  <a:pt x="21" y="68"/>
                  <a:pt x="20" y="67"/>
                  <a:pt x="20" y="65"/>
                </a:cubicBezTo>
                <a:cubicBezTo>
                  <a:pt x="20" y="63"/>
                  <a:pt x="20" y="60"/>
                  <a:pt x="20" y="58"/>
                </a:cubicBezTo>
                <a:cubicBezTo>
                  <a:pt x="2" y="58"/>
                  <a:pt x="2" y="58"/>
                  <a:pt x="2" y="58"/>
                </a:cubicBezTo>
                <a:cubicBezTo>
                  <a:pt x="1" y="58"/>
                  <a:pt x="0" y="57"/>
                  <a:pt x="0" y="56"/>
                </a:cubicBezTo>
                <a:cubicBezTo>
                  <a:pt x="0" y="55"/>
                  <a:pt x="0" y="54"/>
                  <a:pt x="1" y="54"/>
                </a:cubicBezTo>
                <a:cubicBezTo>
                  <a:pt x="16" y="39"/>
                  <a:pt x="16" y="39"/>
                  <a:pt x="16" y="39"/>
                </a:cubicBezTo>
                <a:cubicBezTo>
                  <a:pt x="7" y="39"/>
                  <a:pt x="7" y="39"/>
                  <a:pt x="7" y="39"/>
                </a:cubicBezTo>
                <a:cubicBezTo>
                  <a:pt x="6" y="39"/>
                  <a:pt x="5" y="37"/>
                  <a:pt x="5" y="36"/>
                </a:cubicBezTo>
                <a:cubicBezTo>
                  <a:pt x="5" y="35"/>
                  <a:pt x="5" y="35"/>
                  <a:pt x="6" y="34"/>
                </a:cubicBezTo>
                <a:cubicBezTo>
                  <a:pt x="21" y="19"/>
                  <a:pt x="21" y="19"/>
                  <a:pt x="21" y="19"/>
                </a:cubicBezTo>
                <a:cubicBezTo>
                  <a:pt x="13" y="19"/>
                  <a:pt x="13" y="19"/>
                  <a:pt x="13" y="19"/>
                </a:cubicBezTo>
                <a:cubicBezTo>
                  <a:pt x="12" y="19"/>
                  <a:pt x="11" y="18"/>
                  <a:pt x="11" y="17"/>
                </a:cubicBezTo>
                <a:cubicBezTo>
                  <a:pt x="11" y="16"/>
                  <a:pt x="11" y="15"/>
                  <a:pt x="12" y="15"/>
                </a:cubicBezTo>
                <a:cubicBezTo>
                  <a:pt x="26" y="0"/>
                  <a:pt x="26" y="0"/>
                  <a:pt x="26" y="0"/>
                </a:cubicBezTo>
                <a:cubicBezTo>
                  <a:pt x="27" y="0"/>
                  <a:pt x="27" y="0"/>
                  <a:pt x="28" y="0"/>
                </a:cubicBezTo>
                <a:cubicBezTo>
                  <a:pt x="29" y="0"/>
                  <a:pt x="29" y="0"/>
                  <a:pt x="30" y="0"/>
                </a:cubicBezTo>
                <a:cubicBezTo>
                  <a:pt x="44" y="15"/>
                  <a:pt x="44" y="15"/>
                  <a:pt x="44" y="15"/>
                </a:cubicBezTo>
                <a:cubicBezTo>
                  <a:pt x="45" y="15"/>
                  <a:pt x="45" y="16"/>
                  <a:pt x="45" y="17"/>
                </a:cubicBezTo>
                <a:cubicBezTo>
                  <a:pt x="45" y="18"/>
                  <a:pt x="44" y="19"/>
                  <a:pt x="42" y="19"/>
                </a:cubicBezTo>
                <a:cubicBezTo>
                  <a:pt x="35" y="19"/>
                  <a:pt x="35" y="19"/>
                  <a:pt x="35" y="19"/>
                </a:cubicBezTo>
                <a:cubicBezTo>
                  <a:pt x="50" y="34"/>
                  <a:pt x="50" y="34"/>
                  <a:pt x="50" y="34"/>
                </a:cubicBezTo>
                <a:cubicBezTo>
                  <a:pt x="51" y="35"/>
                  <a:pt x="51" y="35"/>
                  <a:pt x="51" y="36"/>
                </a:cubicBezTo>
                <a:cubicBezTo>
                  <a:pt x="51" y="37"/>
                  <a:pt x="50" y="39"/>
                  <a:pt x="49" y="39"/>
                </a:cubicBezTo>
                <a:cubicBezTo>
                  <a:pt x="40" y="39"/>
                  <a:pt x="40" y="39"/>
                  <a:pt x="40" y="39"/>
                </a:cubicBezTo>
                <a:cubicBezTo>
                  <a:pt x="55" y="54"/>
                  <a:pt x="55" y="54"/>
                  <a:pt x="55" y="54"/>
                </a:cubicBezTo>
                <a:cubicBezTo>
                  <a:pt x="56" y="54"/>
                  <a:pt x="56" y="55"/>
                  <a:pt x="56" y="56"/>
                </a:cubicBezTo>
                <a:cubicBezTo>
                  <a:pt x="56" y="57"/>
                  <a:pt x="55" y="58"/>
                  <a:pt x="53" y="5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66"/>
          <p:cNvSpPr>
            <a:spLocks noEditPoints="1"/>
          </p:cNvSpPr>
          <p:nvPr/>
        </p:nvSpPr>
        <p:spPr bwMode="auto">
          <a:xfrm>
            <a:off x="3438585" y="2710720"/>
            <a:ext cx="477736" cy="481250"/>
          </a:xfrm>
          <a:custGeom>
            <a:avLst/>
            <a:gdLst/>
            <a:ahLst/>
            <a:cxnLst>
              <a:cxn ang="0">
                <a:pos x="1" y="42"/>
              </a:cxn>
              <a:cxn ang="0">
                <a:pos x="1" y="40"/>
              </a:cxn>
              <a:cxn ang="0">
                <a:pos x="14" y="41"/>
              </a:cxn>
              <a:cxn ang="0">
                <a:pos x="30" y="19"/>
              </a:cxn>
              <a:cxn ang="0">
                <a:pos x="17" y="8"/>
              </a:cxn>
              <a:cxn ang="0">
                <a:pos x="9" y="14"/>
              </a:cxn>
              <a:cxn ang="0">
                <a:pos x="9" y="19"/>
              </a:cxn>
              <a:cxn ang="0">
                <a:pos x="18" y="39"/>
              </a:cxn>
              <a:cxn ang="0">
                <a:pos x="4" y="24"/>
              </a:cxn>
              <a:cxn ang="0">
                <a:pos x="4" y="9"/>
              </a:cxn>
              <a:cxn ang="0">
                <a:pos x="17" y="0"/>
              </a:cxn>
              <a:cxn ang="0">
                <a:pos x="37" y="16"/>
              </a:cxn>
              <a:cxn ang="0">
                <a:pos x="30" y="19"/>
              </a:cxn>
              <a:cxn ang="0">
                <a:pos x="6" y="58"/>
              </a:cxn>
              <a:cxn ang="0">
                <a:pos x="5" y="56"/>
              </a:cxn>
              <a:cxn ang="0">
                <a:pos x="16" y="46"/>
              </a:cxn>
              <a:cxn ang="0">
                <a:pos x="7" y="58"/>
              </a:cxn>
              <a:cxn ang="0">
                <a:pos x="22" y="63"/>
              </a:cxn>
              <a:cxn ang="0">
                <a:pos x="20" y="49"/>
              </a:cxn>
              <a:cxn ang="0">
                <a:pos x="23" y="49"/>
              </a:cxn>
              <a:cxn ang="0">
                <a:pos x="59" y="54"/>
              </a:cxn>
              <a:cxn ang="0">
                <a:pos x="46" y="62"/>
              </a:cxn>
              <a:cxn ang="0">
                <a:pos x="25" y="46"/>
              </a:cxn>
              <a:cxn ang="0">
                <a:pos x="33" y="43"/>
              </a:cxn>
              <a:cxn ang="0">
                <a:pos x="48" y="54"/>
              </a:cxn>
              <a:cxn ang="0">
                <a:pos x="55" y="46"/>
              </a:cxn>
              <a:cxn ang="0">
                <a:pos x="44" y="33"/>
              </a:cxn>
              <a:cxn ang="0">
                <a:pos x="46" y="25"/>
              </a:cxn>
              <a:cxn ang="0">
                <a:pos x="62" y="46"/>
              </a:cxn>
              <a:cxn ang="0">
                <a:pos x="42" y="13"/>
              </a:cxn>
              <a:cxn ang="0">
                <a:pos x="40" y="13"/>
              </a:cxn>
              <a:cxn ang="0">
                <a:pos x="41" y="0"/>
              </a:cxn>
              <a:cxn ang="0">
                <a:pos x="42" y="13"/>
              </a:cxn>
              <a:cxn ang="0">
                <a:pos x="47" y="17"/>
              </a:cxn>
              <a:cxn ang="0">
                <a:pos x="46" y="15"/>
              </a:cxn>
              <a:cxn ang="0">
                <a:pos x="58" y="5"/>
              </a:cxn>
              <a:cxn ang="0">
                <a:pos x="48" y="16"/>
              </a:cxn>
              <a:cxn ang="0">
                <a:pos x="50" y="23"/>
              </a:cxn>
              <a:cxn ang="0">
                <a:pos x="50" y="20"/>
              </a:cxn>
              <a:cxn ang="0">
                <a:pos x="63" y="22"/>
              </a:cxn>
            </a:cxnLst>
            <a:rect l="0" t="0" r="r" b="b"/>
            <a:pathLst>
              <a:path w="63" h="63">
                <a:moveTo>
                  <a:pt x="13" y="42"/>
                </a:moveTo>
                <a:cubicBezTo>
                  <a:pt x="1" y="42"/>
                  <a:pt x="1" y="42"/>
                  <a:pt x="1" y="42"/>
                </a:cubicBezTo>
                <a:cubicBezTo>
                  <a:pt x="0" y="42"/>
                  <a:pt x="0" y="42"/>
                  <a:pt x="0" y="41"/>
                </a:cubicBezTo>
                <a:cubicBezTo>
                  <a:pt x="0" y="40"/>
                  <a:pt x="0" y="40"/>
                  <a:pt x="1" y="40"/>
                </a:cubicBezTo>
                <a:cubicBezTo>
                  <a:pt x="13" y="40"/>
                  <a:pt x="13" y="40"/>
                  <a:pt x="13" y="40"/>
                </a:cubicBezTo>
                <a:cubicBezTo>
                  <a:pt x="14" y="40"/>
                  <a:pt x="14" y="40"/>
                  <a:pt x="14" y="41"/>
                </a:cubicBezTo>
                <a:cubicBezTo>
                  <a:pt x="14" y="42"/>
                  <a:pt x="14" y="42"/>
                  <a:pt x="13" y="42"/>
                </a:cubicBezTo>
                <a:close/>
                <a:moveTo>
                  <a:pt x="30" y="19"/>
                </a:moveTo>
                <a:cubicBezTo>
                  <a:pt x="19" y="9"/>
                  <a:pt x="19" y="9"/>
                  <a:pt x="19" y="9"/>
                </a:cubicBezTo>
                <a:cubicBezTo>
                  <a:pt x="19" y="8"/>
                  <a:pt x="18" y="8"/>
                  <a:pt x="17" y="8"/>
                </a:cubicBezTo>
                <a:cubicBezTo>
                  <a:pt x="16" y="8"/>
                  <a:pt x="15" y="8"/>
                  <a:pt x="14" y="9"/>
                </a:cubicBezTo>
                <a:cubicBezTo>
                  <a:pt x="9" y="14"/>
                  <a:pt x="9" y="14"/>
                  <a:pt x="9" y="14"/>
                </a:cubicBezTo>
                <a:cubicBezTo>
                  <a:pt x="8" y="15"/>
                  <a:pt x="8" y="16"/>
                  <a:pt x="8" y="17"/>
                </a:cubicBezTo>
                <a:cubicBezTo>
                  <a:pt x="8" y="18"/>
                  <a:pt x="8" y="19"/>
                  <a:pt x="9" y="19"/>
                </a:cubicBezTo>
                <a:cubicBezTo>
                  <a:pt x="19" y="30"/>
                  <a:pt x="19" y="30"/>
                  <a:pt x="19" y="30"/>
                </a:cubicBezTo>
                <a:cubicBezTo>
                  <a:pt x="18" y="39"/>
                  <a:pt x="18" y="39"/>
                  <a:pt x="18" y="39"/>
                </a:cubicBezTo>
                <a:cubicBezTo>
                  <a:pt x="18" y="38"/>
                  <a:pt x="17" y="38"/>
                  <a:pt x="16" y="37"/>
                </a:cubicBezTo>
                <a:cubicBezTo>
                  <a:pt x="4" y="24"/>
                  <a:pt x="4" y="24"/>
                  <a:pt x="4" y="24"/>
                </a:cubicBezTo>
                <a:cubicBezTo>
                  <a:pt x="2" y="22"/>
                  <a:pt x="0" y="20"/>
                  <a:pt x="0" y="17"/>
                </a:cubicBezTo>
                <a:cubicBezTo>
                  <a:pt x="0" y="14"/>
                  <a:pt x="2" y="11"/>
                  <a:pt x="4" y="9"/>
                </a:cubicBezTo>
                <a:cubicBezTo>
                  <a:pt x="9" y="3"/>
                  <a:pt x="9" y="3"/>
                  <a:pt x="9" y="3"/>
                </a:cubicBezTo>
                <a:cubicBezTo>
                  <a:pt x="11" y="1"/>
                  <a:pt x="14" y="0"/>
                  <a:pt x="17" y="0"/>
                </a:cubicBezTo>
                <a:cubicBezTo>
                  <a:pt x="20" y="0"/>
                  <a:pt x="23" y="1"/>
                  <a:pt x="25" y="4"/>
                </a:cubicBezTo>
                <a:cubicBezTo>
                  <a:pt x="37" y="16"/>
                  <a:pt x="37" y="16"/>
                  <a:pt x="37" y="16"/>
                </a:cubicBezTo>
                <a:cubicBezTo>
                  <a:pt x="38" y="17"/>
                  <a:pt x="38" y="18"/>
                  <a:pt x="39" y="18"/>
                </a:cubicBezTo>
                <a:lnTo>
                  <a:pt x="30" y="19"/>
                </a:lnTo>
                <a:close/>
                <a:moveTo>
                  <a:pt x="7" y="58"/>
                </a:moveTo>
                <a:cubicBezTo>
                  <a:pt x="6" y="58"/>
                  <a:pt x="6" y="58"/>
                  <a:pt x="6" y="58"/>
                </a:cubicBezTo>
                <a:cubicBezTo>
                  <a:pt x="6" y="58"/>
                  <a:pt x="5" y="58"/>
                  <a:pt x="5" y="58"/>
                </a:cubicBezTo>
                <a:cubicBezTo>
                  <a:pt x="5" y="57"/>
                  <a:pt x="5" y="56"/>
                  <a:pt x="5" y="56"/>
                </a:cubicBezTo>
                <a:cubicBezTo>
                  <a:pt x="15" y="46"/>
                  <a:pt x="15" y="46"/>
                  <a:pt x="15" y="46"/>
                </a:cubicBezTo>
                <a:cubicBezTo>
                  <a:pt x="15" y="46"/>
                  <a:pt x="16" y="46"/>
                  <a:pt x="16" y="46"/>
                </a:cubicBezTo>
                <a:cubicBezTo>
                  <a:pt x="17" y="47"/>
                  <a:pt x="17" y="47"/>
                  <a:pt x="16" y="48"/>
                </a:cubicBezTo>
                <a:lnTo>
                  <a:pt x="7" y="58"/>
                </a:lnTo>
                <a:close/>
                <a:moveTo>
                  <a:pt x="23" y="62"/>
                </a:moveTo>
                <a:cubicBezTo>
                  <a:pt x="23" y="62"/>
                  <a:pt x="22" y="63"/>
                  <a:pt x="22" y="63"/>
                </a:cubicBezTo>
                <a:cubicBezTo>
                  <a:pt x="21" y="63"/>
                  <a:pt x="20" y="62"/>
                  <a:pt x="20" y="62"/>
                </a:cubicBezTo>
                <a:cubicBezTo>
                  <a:pt x="20" y="49"/>
                  <a:pt x="20" y="49"/>
                  <a:pt x="20" y="49"/>
                </a:cubicBezTo>
                <a:cubicBezTo>
                  <a:pt x="20" y="49"/>
                  <a:pt x="21" y="48"/>
                  <a:pt x="22" y="48"/>
                </a:cubicBezTo>
                <a:cubicBezTo>
                  <a:pt x="22" y="48"/>
                  <a:pt x="23" y="49"/>
                  <a:pt x="23" y="49"/>
                </a:cubicBezTo>
                <a:lnTo>
                  <a:pt x="23" y="62"/>
                </a:lnTo>
                <a:close/>
                <a:moveTo>
                  <a:pt x="59" y="54"/>
                </a:moveTo>
                <a:cubicBezTo>
                  <a:pt x="54" y="59"/>
                  <a:pt x="54" y="59"/>
                  <a:pt x="54" y="59"/>
                </a:cubicBezTo>
                <a:cubicBezTo>
                  <a:pt x="51" y="61"/>
                  <a:pt x="49" y="62"/>
                  <a:pt x="46" y="62"/>
                </a:cubicBezTo>
                <a:cubicBezTo>
                  <a:pt x="43" y="62"/>
                  <a:pt x="40" y="61"/>
                  <a:pt x="38" y="59"/>
                </a:cubicBezTo>
                <a:cubicBezTo>
                  <a:pt x="25" y="46"/>
                  <a:pt x="25" y="46"/>
                  <a:pt x="25" y="46"/>
                </a:cubicBezTo>
                <a:cubicBezTo>
                  <a:pt x="25" y="46"/>
                  <a:pt x="24" y="45"/>
                  <a:pt x="24" y="44"/>
                </a:cubicBezTo>
                <a:cubicBezTo>
                  <a:pt x="33" y="43"/>
                  <a:pt x="33" y="43"/>
                  <a:pt x="33" y="43"/>
                </a:cubicBezTo>
                <a:cubicBezTo>
                  <a:pt x="43" y="54"/>
                  <a:pt x="43" y="54"/>
                  <a:pt x="43" y="54"/>
                </a:cubicBezTo>
                <a:cubicBezTo>
                  <a:pt x="45" y="55"/>
                  <a:pt x="47" y="55"/>
                  <a:pt x="48" y="54"/>
                </a:cubicBezTo>
                <a:cubicBezTo>
                  <a:pt x="54" y="48"/>
                  <a:pt x="54" y="48"/>
                  <a:pt x="54" y="48"/>
                </a:cubicBezTo>
                <a:cubicBezTo>
                  <a:pt x="55" y="48"/>
                  <a:pt x="55" y="47"/>
                  <a:pt x="55" y="46"/>
                </a:cubicBezTo>
                <a:cubicBezTo>
                  <a:pt x="55" y="45"/>
                  <a:pt x="55" y="44"/>
                  <a:pt x="54" y="43"/>
                </a:cubicBezTo>
                <a:cubicBezTo>
                  <a:pt x="44" y="33"/>
                  <a:pt x="44" y="33"/>
                  <a:pt x="44" y="33"/>
                </a:cubicBezTo>
                <a:cubicBezTo>
                  <a:pt x="44" y="24"/>
                  <a:pt x="44" y="24"/>
                  <a:pt x="44" y="24"/>
                </a:cubicBezTo>
                <a:cubicBezTo>
                  <a:pt x="45" y="24"/>
                  <a:pt x="46" y="25"/>
                  <a:pt x="46" y="25"/>
                </a:cubicBezTo>
                <a:cubicBezTo>
                  <a:pt x="59" y="38"/>
                  <a:pt x="59" y="38"/>
                  <a:pt x="59" y="38"/>
                </a:cubicBezTo>
                <a:cubicBezTo>
                  <a:pt x="61" y="40"/>
                  <a:pt x="62" y="43"/>
                  <a:pt x="62" y="46"/>
                </a:cubicBezTo>
                <a:cubicBezTo>
                  <a:pt x="62" y="49"/>
                  <a:pt x="61" y="52"/>
                  <a:pt x="59" y="54"/>
                </a:cubicBezTo>
                <a:close/>
                <a:moveTo>
                  <a:pt x="42" y="13"/>
                </a:moveTo>
                <a:cubicBezTo>
                  <a:pt x="42" y="14"/>
                  <a:pt x="42" y="14"/>
                  <a:pt x="41" y="14"/>
                </a:cubicBezTo>
                <a:cubicBezTo>
                  <a:pt x="40" y="14"/>
                  <a:pt x="40" y="14"/>
                  <a:pt x="40" y="13"/>
                </a:cubicBezTo>
                <a:cubicBezTo>
                  <a:pt x="40" y="1"/>
                  <a:pt x="40" y="1"/>
                  <a:pt x="40" y="1"/>
                </a:cubicBezTo>
                <a:cubicBezTo>
                  <a:pt x="40" y="0"/>
                  <a:pt x="40" y="0"/>
                  <a:pt x="41" y="0"/>
                </a:cubicBezTo>
                <a:cubicBezTo>
                  <a:pt x="42" y="0"/>
                  <a:pt x="42" y="0"/>
                  <a:pt x="42" y="1"/>
                </a:cubicBezTo>
                <a:lnTo>
                  <a:pt x="42" y="13"/>
                </a:lnTo>
                <a:close/>
                <a:moveTo>
                  <a:pt x="48" y="16"/>
                </a:moveTo>
                <a:cubicBezTo>
                  <a:pt x="48" y="17"/>
                  <a:pt x="47" y="17"/>
                  <a:pt x="47" y="17"/>
                </a:cubicBezTo>
                <a:cubicBezTo>
                  <a:pt x="47" y="17"/>
                  <a:pt x="47" y="17"/>
                  <a:pt x="46" y="16"/>
                </a:cubicBezTo>
                <a:cubicBezTo>
                  <a:pt x="46" y="16"/>
                  <a:pt x="46" y="15"/>
                  <a:pt x="46" y="15"/>
                </a:cubicBezTo>
                <a:cubicBezTo>
                  <a:pt x="56" y="5"/>
                  <a:pt x="56" y="5"/>
                  <a:pt x="56" y="5"/>
                </a:cubicBezTo>
                <a:cubicBezTo>
                  <a:pt x="56" y="4"/>
                  <a:pt x="57" y="4"/>
                  <a:pt x="58" y="5"/>
                </a:cubicBezTo>
                <a:cubicBezTo>
                  <a:pt x="58" y="5"/>
                  <a:pt x="58" y="6"/>
                  <a:pt x="58" y="7"/>
                </a:cubicBezTo>
                <a:lnTo>
                  <a:pt x="48" y="16"/>
                </a:lnTo>
                <a:close/>
                <a:moveTo>
                  <a:pt x="62" y="23"/>
                </a:moveTo>
                <a:cubicBezTo>
                  <a:pt x="50" y="23"/>
                  <a:pt x="50" y="23"/>
                  <a:pt x="50" y="23"/>
                </a:cubicBezTo>
                <a:cubicBezTo>
                  <a:pt x="49" y="23"/>
                  <a:pt x="48" y="22"/>
                  <a:pt x="48" y="22"/>
                </a:cubicBezTo>
                <a:cubicBezTo>
                  <a:pt x="48" y="21"/>
                  <a:pt x="49" y="20"/>
                  <a:pt x="50" y="20"/>
                </a:cubicBezTo>
                <a:cubicBezTo>
                  <a:pt x="62" y="20"/>
                  <a:pt x="62" y="20"/>
                  <a:pt x="62" y="20"/>
                </a:cubicBezTo>
                <a:cubicBezTo>
                  <a:pt x="62" y="20"/>
                  <a:pt x="63" y="21"/>
                  <a:pt x="63" y="22"/>
                </a:cubicBezTo>
                <a:cubicBezTo>
                  <a:pt x="63" y="22"/>
                  <a:pt x="62" y="23"/>
                  <a:pt x="62" y="2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87"/>
          <p:cNvSpPr>
            <a:spLocks noEditPoints="1"/>
          </p:cNvSpPr>
          <p:nvPr/>
        </p:nvSpPr>
        <p:spPr bwMode="auto">
          <a:xfrm>
            <a:off x="5208359" y="2784486"/>
            <a:ext cx="516376" cy="333716"/>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04"/>
          <p:cNvSpPr>
            <a:spLocks noEditPoints="1"/>
          </p:cNvSpPr>
          <p:nvPr/>
        </p:nvSpPr>
        <p:spPr bwMode="auto">
          <a:xfrm>
            <a:off x="4241800" y="3675311"/>
            <a:ext cx="660400" cy="439096"/>
          </a:xfrm>
          <a:custGeom>
            <a:avLst/>
            <a:gdLst/>
            <a:ahLst/>
            <a:cxnLst>
              <a:cxn ang="0">
                <a:pos x="86" y="15"/>
              </a:cxn>
              <a:cxn ang="0">
                <a:pos x="44" y="29"/>
              </a:cxn>
              <a:cxn ang="0">
                <a:pos x="43" y="29"/>
              </a:cxn>
              <a:cxn ang="0">
                <a:pos x="43" y="29"/>
              </a:cxn>
              <a:cxn ang="0">
                <a:pos x="18" y="21"/>
              </a:cxn>
              <a:cxn ang="0">
                <a:pos x="14" y="32"/>
              </a:cxn>
              <a:cxn ang="0">
                <a:pos x="17" y="36"/>
              </a:cxn>
              <a:cxn ang="0">
                <a:pos x="15" y="40"/>
              </a:cxn>
              <a:cxn ang="0">
                <a:pos x="17" y="56"/>
              </a:cxn>
              <a:cxn ang="0">
                <a:pos x="16" y="57"/>
              </a:cxn>
              <a:cxn ang="0">
                <a:pos x="16" y="58"/>
              </a:cxn>
              <a:cxn ang="0">
                <a:pos x="8" y="58"/>
              </a:cxn>
              <a:cxn ang="0">
                <a:pos x="7" y="57"/>
              </a:cxn>
              <a:cxn ang="0">
                <a:pos x="7" y="56"/>
              </a:cxn>
              <a:cxn ang="0">
                <a:pos x="9" y="40"/>
              </a:cxn>
              <a:cxn ang="0">
                <a:pos x="7" y="36"/>
              </a:cxn>
              <a:cxn ang="0">
                <a:pos x="10" y="32"/>
              </a:cxn>
              <a:cxn ang="0">
                <a:pos x="13" y="19"/>
              </a:cxn>
              <a:cxn ang="0">
                <a:pos x="1" y="15"/>
              </a:cxn>
              <a:cxn ang="0">
                <a:pos x="0" y="14"/>
              </a:cxn>
              <a:cxn ang="0">
                <a:pos x="1" y="13"/>
              </a:cxn>
              <a:cxn ang="0">
                <a:pos x="43" y="0"/>
              </a:cxn>
              <a:cxn ang="0">
                <a:pos x="43" y="0"/>
              </a:cxn>
              <a:cxn ang="0">
                <a:pos x="44" y="0"/>
              </a:cxn>
              <a:cxn ang="0">
                <a:pos x="86" y="13"/>
              </a:cxn>
              <a:cxn ang="0">
                <a:pos x="87" y="14"/>
              </a:cxn>
              <a:cxn ang="0">
                <a:pos x="86" y="15"/>
              </a:cxn>
              <a:cxn ang="0">
                <a:pos x="68" y="38"/>
              </a:cxn>
              <a:cxn ang="0">
                <a:pos x="43" y="48"/>
              </a:cxn>
              <a:cxn ang="0">
                <a:pos x="19" y="38"/>
              </a:cxn>
              <a:cxn ang="0">
                <a:pos x="20" y="26"/>
              </a:cxn>
              <a:cxn ang="0">
                <a:pos x="42" y="33"/>
              </a:cxn>
              <a:cxn ang="0">
                <a:pos x="43" y="34"/>
              </a:cxn>
              <a:cxn ang="0">
                <a:pos x="45" y="33"/>
              </a:cxn>
              <a:cxn ang="0">
                <a:pos x="67" y="26"/>
              </a:cxn>
              <a:cxn ang="0">
                <a:pos x="68" y="38"/>
              </a:cxn>
            </a:cxnLst>
            <a:rect l="0" t="0" r="r" b="b"/>
            <a:pathLst>
              <a:path w="87" h="58">
                <a:moveTo>
                  <a:pt x="86" y="15"/>
                </a:moveTo>
                <a:cubicBezTo>
                  <a:pt x="44" y="29"/>
                  <a:pt x="44" y="29"/>
                  <a:pt x="44" y="29"/>
                </a:cubicBezTo>
                <a:cubicBezTo>
                  <a:pt x="44" y="29"/>
                  <a:pt x="44" y="29"/>
                  <a:pt x="43" y="29"/>
                </a:cubicBezTo>
                <a:cubicBezTo>
                  <a:pt x="43" y="29"/>
                  <a:pt x="43" y="29"/>
                  <a:pt x="43" y="29"/>
                </a:cubicBezTo>
                <a:cubicBezTo>
                  <a:pt x="18" y="21"/>
                  <a:pt x="18" y="21"/>
                  <a:pt x="18" y="21"/>
                </a:cubicBezTo>
                <a:cubicBezTo>
                  <a:pt x="16" y="23"/>
                  <a:pt x="15" y="27"/>
                  <a:pt x="14" y="32"/>
                </a:cubicBezTo>
                <a:cubicBezTo>
                  <a:pt x="16" y="33"/>
                  <a:pt x="17" y="34"/>
                  <a:pt x="17" y="36"/>
                </a:cubicBezTo>
                <a:cubicBezTo>
                  <a:pt x="17" y="38"/>
                  <a:pt x="16" y="39"/>
                  <a:pt x="15" y="40"/>
                </a:cubicBezTo>
                <a:cubicBezTo>
                  <a:pt x="17" y="56"/>
                  <a:pt x="17" y="56"/>
                  <a:pt x="17" y="56"/>
                </a:cubicBezTo>
                <a:cubicBezTo>
                  <a:pt x="17" y="57"/>
                  <a:pt x="17" y="57"/>
                  <a:pt x="16" y="57"/>
                </a:cubicBezTo>
                <a:cubicBezTo>
                  <a:pt x="16" y="58"/>
                  <a:pt x="16" y="58"/>
                  <a:pt x="16" y="58"/>
                </a:cubicBezTo>
                <a:cubicBezTo>
                  <a:pt x="8" y="58"/>
                  <a:pt x="8" y="58"/>
                  <a:pt x="8" y="58"/>
                </a:cubicBezTo>
                <a:cubicBezTo>
                  <a:pt x="8" y="58"/>
                  <a:pt x="8" y="58"/>
                  <a:pt x="7" y="57"/>
                </a:cubicBezTo>
                <a:cubicBezTo>
                  <a:pt x="7" y="57"/>
                  <a:pt x="7" y="57"/>
                  <a:pt x="7" y="56"/>
                </a:cubicBezTo>
                <a:cubicBezTo>
                  <a:pt x="9" y="40"/>
                  <a:pt x="9" y="40"/>
                  <a:pt x="9" y="40"/>
                </a:cubicBezTo>
                <a:cubicBezTo>
                  <a:pt x="8" y="39"/>
                  <a:pt x="7" y="38"/>
                  <a:pt x="7" y="36"/>
                </a:cubicBezTo>
                <a:cubicBezTo>
                  <a:pt x="7" y="34"/>
                  <a:pt x="8" y="33"/>
                  <a:pt x="10" y="32"/>
                </a:cubicBezTo>
                <a:cubicBezTo>
                  <a:pt x="10" y="27"/>
                  <a:pt x="11" y="23"/>
                  <a:pt x="13" y="19"/>
                </a:cubicBezTo>
                <a:cubicBezTo>
                  <a:pt x="1" y="15"/>
                  <a:pt x="1" y="15"/>
                  <a:pt x="1" y="15"/>
                </a:cubicBezTo>
                <a:cubicBezTo>
                  <a:pt x="0" y="15"/>
                  <a:pt x="0" y="15"/>
                  <a:pt x="0" y="14"/>
                </a:cubicBezTo>
                <a:cubicBezTo>
                  <a:pt x="0" y="14"/>
                  <a:pt x="0" y="13"/>
                  <a:pt x="1" y="13"/>
                </a:cubicBezTo>
                <a:cubicBezTo>
                  <a:pt x="43" y="0"/>
                  <a:pt x="43" y="0"/>
                  <a:pt x="43" y="0"/>
                </a:cubicBezTo>
                <a:cubicBezTo>
                  <a:pt x="43" y="0"/>
                  <a:pt x="43" y="0"/>
                  <a:pt x="43" y="0"/>
                </a:cubicBezTo>
                <a:cubicBezTo>
                  <a:pt x="44" y="0"/>
                  <a:pt x="44" y="0"/>
                  <a:pt x="44" y="0"/>
                </a:cubicBezTo>
                <a:cubicBezTo>
                  <a:pt x="86" y="13"/>
                  <a:pt x="86" y="13"/>
                  <a:pt x="86" y="13"/>
                </a:cubicBezTo>
                <a:cubicBezTo>
                  <a:pt x="87" y="13"/>
                  <a:pt x="87" y="14"/>
                  <a:pt x="87" y="14"/>
                </a:cubicBezTo>
                <a:cubicBezTo>
                  <a:pt x="87" y="15"/>
                  <a:pt x="87" y="15"/>
                  <a:pt x="86" y="15"/>
                </a:cubicBezTo>
                <a:close/>
                <a:moveTo>
                  <a:pt x="68" y="38"/>
                </a:moveTo>
                <a:cubicBezTo>
                  <a:pt x="68" y="44"/>
                  <a:pt x="57" y="48"/>
                  <a:pt x="43" y="48"/>
                </a:cubicBezTo>
                <a:cubicBezTo>
                  <a:pt x="30" y="48"/>
                  <a:pt x="19" y="44"/>
                  <a:pt x="19" y="38"/>
                </a:cubicBezTo>
                <a:cubicBezTo>
                  <a:pt x="20" y="26"/>
                  <a:pt x="20" y="26"/>
                  <a:pt x="20" y="26"/>
                </a:cubicBezTo>
                <a:cubicBezTo>
                  <a:pt x="42" y="33"/>
                  <a:pt x="42" y="33"/>
                  <a:pt x="42" y="33"/>
                </a:cubicBezTo>
                <a:cubicBezTo>
                  <a:pt x="42" y="33"/>
                  <a:pt x="43" y="34"/>
                  <a:pt x="43" y="34"/>
                </a:cubicBezTo>
                <a:cubicBezTo>
                  <a:pt x="44" y="34"/>
                  <a:pt x="45" y="33"/>
                  <a:pt x="45" y="33"/>
                </a:cubicBezTo>
                <a:cubicBezTo>
                  <a:pt x="67" y="26"/>
                  <a:pt x="67" y="26"/>
                  <a:pt x="67" y="26"/>
                </a:cubicBezTo>
                <a:lnTo>
                  <a:pt x="68" y="38"/>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anim calcmode="lin" valueType="num">
                                      <p:cBhvr>
                                        <p:cTn id="9" dur="500" fill="hold"/>
                                        <p:tgtEl>
                                          <p:spTgt spid="33"/>
                                        </p:tgtEl>
                                        <p:attrNameLst>
                                          <p:attrName>ppt_x</p:attrName>
                                        </p:attrNameLst>
                                      </p:cBhvr>
                                      <p:tavLst>
                                        <p:tav tm="0">
                                          <p:val>
                                            <p:fltVal val="0.5"/>
                                          </p:val>
                                        </p:tav>
                                        <p:tav tm="100000">
                                          <p:val>
                                            <p:strVal val="#ppt_x"/>
                                          </p:val>
                                        </p:tav>
                                      </p:tavLst>
                                    </p:anim>
                                    <p:anim calcmode="lin" valueType="num">
                                      <p:cBhvr>
                                        <p:cTn id="10" dur="500" fill="hold"/>
                                        <p:tgtEl>
                                          <p:spTgt spid="33"/>
                                        </p:tgtEl>
                                        <p:attrNameLst>
                                          <p:attrName>ppt_y</p:attrName>
                                        </p:attrNameLst>
                                      </p:cBhvr>
                                      <p:tavLst>
                                        <p:tav tm="0">
                                          <p:val>
                                            <p:fltVal val="0.5"/>
                                          </p:val>
                                        </p:tav>
                                        <p:tav tm="100000">
                                          <p:val>
                                            <p:strVal val="#ppt_y"/>
                                          </p:val>
                                        </p:tav>
                                      </p:tavLst>
                                    </p:anim>
                                  </p:childTnLst>
                                </p:cTn>
                              </p:par>
                            </p:childTnLst>
                          </p:cTn>
                        </p:par>
                        <p:par>
                          <p:cTn id="11" fill="hold">
                            <p:stCondLst>
                              <p:cond delay="500"/>
                            </p:stCondLst>
                            <p:childTnLst>
                              <p:par>
                                <p:cTn id="12" presetID="53" presetClass="entr" presetSubtype="0" fill="hold" grpId="0" nodeType="afterEffect">
                                  <p:stCondLst>
                                    <p:cond delay="0"/>
                                  </p:stCondLst>
                                  <p:childTnLst>
                                    <p:set>
                                      <p:cBhvr>
                                        <p:cTn id="13" dur="1" fill="hold">
                                          <p:stCondLst>
                                            <p:cond delay="0"/>
                                          </p:stCondLst>
                                        </p:cTn>
                                        <p:tgtEl>
                                          <p:spTgt spid="56"/>
                                        </p:tgtEl>
                                        <p:attrNameLst>
                                          <p:attrName>style.visibility</p:attrName>
                                        </p:attrNameLst>
                                      </p:cBhvr>
                                      <p:to>
                                        <p:strVal val="visible"/>
                                      </p:to>
                                    </p:set>
                                    <p:anim calcmode="lin" valueType="num">
                                      <p:cBhvr>
                                        <p:cTn id="14" dur="500" fill="hold"/>
                                        <p:tgtEl>
                                          <p:spTgt spid="56"/>
                                        </p:tgtEl>
                                        <p:attrNameLst>
                                          <p:attrName>ppt_w</p:attrName>
                                        </p:attrNameLst>
                                      </p:cBhvr>
                                      <p:tavLst>
                                        <p:tav tm="0">
                                          <p:val>
                                            <p:fltVal val="0"/>
                                          </p:val>
                                        </p:tav>
                                        <p:tav tm="100000">
                                          <p:val>
                                            <p:strVal val="#ppt_w"/>
                                          </p:val>
                                        </p:tav>
                                      </p:tavLst>
                                    </p:anim>
                                    <p:anim calcmode="lin" valueType="num">
                                      <p:cBhvr>
                                        <p:cTn id="15" dur="500" fill="hold"/>
                                        <p:tgtEl>
                                          <p:spTgt spid="56"/>
                                        </p:tgtEl>
                                        <p:attrNameLst>
                                          <p:attrName>ppt_h</p:attrName>
                                        </p:attrNameLst>
                                      </p:cBhvr>
                                      <p:tavLst>
                                        <p:tav tm="0">
                                          <p:val>
                                            <p:fltVal val="0"/>
                                          </p:val>
                                        </p:tav>
                                        <p:tav tm="100000">
                                          <p:val>
                                            <p:strVal val="#ppt_h"/>
                                          </p:val>
                                        </p:tav>
                                      </p:tavLst>
                                    </p:anim>
                                    <p:animEffect transition="in" filter="fade">
                                      <p:cBhvr>
                                        <p:cTn id="16" dur="500"/>
                                        <p:tgtEl>
                                          <p:spTgt spid="56"/>
                                        </p:tgtEl>
                                      </p:cBhvr>
                                    </p:animEffect>
                                  </p:childTnLst>
                                </p:cTn>
                              </p:par>
                            </p:childTnLst>
                          </p:cTn>
                        </p:par>
                        <p:par>
                          <p:cTn id="17" fill="hold">
                            <p:stCondLst>
                              <p:cond delay="1000"/>
                            </p:stCondLst>
                            <p:childTnLst>
                              <p:par>
                                <p:cTn id="18" presetID="23" presetClass="entr" presetSubtype="528" fill="hold" grpId="0" nodeType="afterEffect">
                                  <p:stCondLst>
                                    <p:cond delay="0"/>
                                  </p:stCondLst>
                                  <p:childTnLst>
                                    <p:set>
                                      <p:cBhvr>
                                        <p:cTn id="19" dur="1" fill="hold">
                                          <p:stCondLst>
                                            <p:cond delay="0"/>
                                          </p:stCondLst>
                                        </p:cTn>
                                        <p:tgtEl>
                                          <p:spTgt spid="41"/>
                                        </p:tgtEl>
                                        <p:attrNameLst>
                                          <p:attrName>style.visibility</p:attrName>
                                        </p:attrNameLst>
                                      </p:cBhvr>
                                      <p:to>
                                        <p:strVal val="visible"/>
                                      </p:to>
                                    </p:set>
                                    <p:anim calcmode="lin" valueType="num">
                                      <p:cBhvr>
                                        <p:cTn id="20" dur="500" fill="hold"/>
                                        <p:tgtEl>
                                          <p:spTgt spid="41"/>
                                        </p:tgtEl>
                                        <p:attrNameLst>
                                          <p:attrName>ppt_w</p:attrName>
                                        </p:attrNameLst>
                                      </p:cBhvr>
                                      <p:tavLst>
                                        <p:tav tm="0">
                                          <p:val>
                                            <p:fltVal val="0"/>
                                          </p:val>
                                        </p:tav>
                                        <p:tav tm="100000">
                                          <p:val>
                                            <p:strVal val="#ppt_w"/>
                                          </p:val>
                                        </p:tav>
                                      </p:tavLst>
                                    </p:anim>
                                    <p:anim calcmode="lin" valueType="num">
                                      <p:cBhvr>
                                        <p:cTn id="21" dur="500" fill="hold"/>
                                        <p:tgtEl>
                                          <p:spTgt spid="41"/>
                                        </p:tgtEl>
                                        <p:attrNameLst>
                                          <p:attrName>ppt_h</p:attrName>
                                        </p:attrNameLst>
                                      </p:cBhvr>
                                      <p:tavLst>
                                        <p:tav tm="0">
                                          <p:val>
                                            <p:fltVal val="0"/>
                                          </p:val>
                                        </p:tav>
                                        <p:tav tm="100000">
                                          <p:val>
                                            <p:strVal val="#ppt_h"/>
                                          </p:val>
                                        </p:tav>
                                      </p:tavLst>
                                    </p:anim>
                                    <p:anim calcmode="lin" valueType="num">
                                      <p:cBhvr>
                                        <p:cTn id="22" dur="500" fill="hold"/>
                                        <p:tgtEl>
                                          <p:spTgt spid="41"/>
                                        </p:tgtEl>
                                        <p:attrNameLst>
                                          <p:attrName>ppt_x</p:attrName>
                                        </p:attrNameLst>
                                      </p:cBhvr>
                                      <p:tavLst>
                                        <p:tav tm="0">
                                          <p:val>
                                            <p:fltVal val="0.5"/>
                                          </p:val>
                                        </p:tav>
                                        <p:tav tm="100000">
                                          <p:val>
                                            <p:strVal val="#ppt_x"/>
                                          </p:val>
                                        </p:tav>
                                      </p:tavLst>
                                    </p:anim>
                                    <p:anim calcmode="lin" valueType="num">
                                      <p:cBhvr>
                                        <p:cTn id="23" dur="500" fill="hold"/>
                                        <p:tgtEl>
                                          <p:spTgt spid="41"/>
                                        </p:tgtEl>
                                        <p:attrNameLst>
                                          <p:attrName>ppt_y</p:attrName>
                                        </p:attrNameLst>
                                      </p:cBhvr>
                                      <p:tavLst>
                                        <p:tav tm="0">
                                          <p:val>
                                            <p:fltVal val="0.5"/>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p:cTn id="27" dur="500" fill="hold"/>
                                        <p:tgtEl>
                                          <p:spTgt spid="55"/>
                                        </p:tgtEl>
                                        <p:attrNameLst>
                                          <p:attrName>ppt_w</p:attrName>
                                        </p:attrNameLst>
                                      </p:cBhvr>
                                      <p:tavLst>
                                        <p:tav tm="0">
                                          <p:val>
                                            <p:fltVal val="0"/>
                                          </p:val>
                                        </p:tav>
                                        <p:tav tm="100000">
                                          <p:val>
                                            <p:strVal val="#ppt_w"/>
                                          </p:val>
                                        </p:tav>
                                      </p:tavLst>
                                    </p:anim>
                                    <p:anim calcmode="lin" valueType="num">
                                      <p:cBhvr>
                                        <p:cTn id="28" dur="500" fill="hold"/>
                                        <p:tgtEl>
                                          <p:spTgt spid="55"/>
                                        </p:tgtEl>
                                        <p:attrNameLst>
                                          <p:attrName>ppt_h</p:attrName>
                                        </p:attrNameLst>
                                      </p:cBhvr>
                                      <p:tavLst>
                                        <p:tav tm="0">
                                          <p:val>
                                            <p:fltVal val="0"/>
                                          </p:val>
                                        </p:tav>
                                        <p:tav tm="100000">
                                          <p:val>
                                            <p:strVal val="#ppt_h"/>
                                          </p:val>
                                        </p:tav>
                                      </p:tavLst>
                                    </p:anim>
                                    <p:animEffect transition="in" filter="fade">
                                      <p:cBhvr>
                                        <p:cTn id="29" dur="500"/>
                                        <p:tgtEl>
                                          <p:spTgt spid="55"/>
                                        </p:tgtEl>
                                      </p:cBhvr>
                                    </p:animEffect>
                                  </p:childTnLst>
                                </p:cTn>
                              </p:par>
                            </p:childTnLst>
                          </p:cTn>
                        </p:par>
                        <p:par>
                          <p:cTn id="30" fill="hold">
                            <p:stCondLst>
                              <p:cond delay="2000"/>
                            </p:stCondLst>
                            <p:childTnLst>
                              <p:par>
                                <p:cTn id="31" presetID="23" presetClass="entr" presetSubtype="528" fill="hold" grpId="0" nodeType="afterEffect">
                                  <p:stCondLst>
                                    <p:cond delay="0"/>
                                  </p:stCondLst>
                                  <p:childTnLst>
                                    <p:set>
                                      <p:cBhvr>
                                        <p:cTn id="32" dur="1" fill="hold">
                                          <p:stCondLst>
                                            <p:cond delay="0"/>
                                          </p:stCondLst>
                                        </p:cTn>
                                        <p:tgtEl>
                                          <p:spTgt spid="32"/>
                                        </p:tgtEl>
                                        <p:attrNameLst>
                                          <p:attrName>style.visibility</p:attrName>
                                        </p:attrNameLst>
                                      </p:cBhvr>
                                      <p:to>
                                        <p:strVal val="visible"/>
                                      </p:to>
                                    </p:set>
                                    <p:anim calcmode="lin" valueType="num">
                                      <p:cBhvr>
                                        <p:cTn id="33" dur="500" fill="hold"/>
                                        <p:tgtEl>
                                          <p:spTgt spid="32"/>
                                        </p:tgtEl>
                                        <p:attrNameLst>
                                          <p:attrName>ppt_w</p:attrName>
                                        </p:attrNameLst>
                                      </p:cBhvr>
                                      <p:tavLst>
                                        <p:tav tm="0">
                                          <p:val>
                                            <p:fltVal val="0"/>
                                          </p:val>
                                        </p:tav>
                                        <p:tav tm="100000">
                                          <p:val>
                                            <p:strVal val="#ppt_w"/>
                                          </p:val>
                                        </p:tav>
                                      </p:tavLst>
                                    </p:anim>
                                    <p:anim calcmode="lin" valueType="num">
                                      <p:cBhvr>
                                        <p:cTn id="34" dur="500" fill="hold"/>
                                        <p:tgtEl>
                                          <p:spTgt spid="32"/>
                                        </p:tgtEl>
                                        <p:attrNameLst>
                                          <p:attrName>ppt_h</p:attrName>
                                        </p:attrNameLst>
                                      </p:cBhvr>
                                      <p:tavLst>
                                        <p:tav tm="0">
                                          <p:val>
                                            <p:fltVal val="0"/>
                                          </p:val>
                                        </p:tav>
                                        <p:tav tm="100000">
                                          <p:val>
                                            <p:strVal val="#ppt_h"/>
                                          </p:val>
                                        </p:tav>
                                      </p:tavLst>
                                    </p:anim>
                                    <p:anim calcmode="lin" valueType="num">
                                      <p:cBhvr>
                                        <p:cTn id="35" dur="500" fill="hold"/>
                                        <p:tgtEl>
                                          <p:spTgt spid="32"/>
                                        </p:tgtEl>
                                        <p:attrNameLst>
                                          <p:attrName>ppt_x</p:attrName>
                                        </p:attrNameLst>
                                      </p:cBhvr>
                                      <p:tavLst>
                                        <p:tav tm="0">
                                          <p:val>
                                            <p:fltVal val="0.5"/>
                                          </p:val>
                                        </p:tav>
                                        <p:tav tm="100000">
                                          <p:val>
                                            <p:strVal val="#ppt_x"/>
                                          </p:val>
                                        </p:tav>
                                      </p:tavLst>
                                    </p:anim>
                                    <p:anim calcmode="lin" valueType="num">
                                      <p:cBhvr>
                                        <p:cTn id="36" dur="500" fill="hold"/>
                                        <p:tgtEl>
                                          <p:spTgt spid="32"/>
                                        </p:tgtEl>
                                        <p:attrNameLst>
                                          <p:attrName>ppt_y</p:attrName>
                                        </p:attrNameLst>
                                      </p:cBhvr>
                                      <p:tavLst>
                                        <p:tav tm="0">
                                          <p:val>
                                            <p:fltVal val="0.5"/>
                                          </p:val>
                                        </p:tav>
                                        <p:tav tm="100000">
                                          <p:val>
                                            <p:strVal val="#ppt_y"/>
                                          </p:val>
                                        </p:tav>
                                      </p:tavLst>
                                    </p:anim>
                                  </p:childTnLst>
                                </p:cTn>
                              </p:par>
                            </p:childTnLst>
                          </p:cTn>
                        </p:par>
                        <p:par>
                          <p:cTn id="37" fill="hold">
                            <p:stCondLst>
                              <p:cond delay="2500"/>
                            </p:stCondLst>
                            <p:childTnLst>
                              <p:par>
                                <p:cTn id="38" presetID="53" presetClass="entr" presetSubtype="0" fill="hold" grpId="0" nodeType="afterEffect">
                                  <p:stCondLst>
                                    <p:cond delay="0"/>
                                  </p:stCondLst>
                                  <p:childTnLst>
                                    <p:set>
                                      <p:cBhvr>
                                        <p:cTn id="39" dur="1" fill="hold">
                                          <p:stCondLst>
                                            <p:cond delay="0"/>
                                          </p:stCondLst>
                                        </p:cTn>
                                        <p:tgtEl>
                                          <p:spTgt spid="57"/>
                                        </p:tgtEl>
                                        <p:attrNameLst>
                                          <p:attrName>style.visibility</p:attrName>
                                        </p:attrNameLst>
                                      </p:cBhvr>
                                      <p:to>
                                        <p:strVal val="visible"/>
                                      </p:to>
                                    </p:set>
                                    <p:anim calcmode="lin" valueType="num">
                                      <p:cBhvr>
                                        <p:cTn id="40" dur="500" fill="hold"/>
                                        <p:tgtEl>
                                          <p:spTgt spid="57"/>
                                        </p:tgtEl>
                                        <p:attrNameLst>
                                          <p:attrName>ppt_w</p:attrName>
                                        </p:attrNameLst>
                                      </p:cBhvr>
                                      <p:tavLst>
                                        <p:tav tm="0">
                                          <p:val>
                                            <p:fltVal val="0"/>
                                          </p:val>
                                        </p:tav>
                                        <p:tav tm="100000">
                                          <p:val>
                                            <p:strVal val="#ppt_w"/>
                                          </p:val>
                                        </p:tav>
                                      </p:tavLst>
                                    </p:anim>
                                    <p:anim calcmode="lin" valueType="num">
                                      <p:cBhvr>
                                        <p:cTn id="41" dur="500" fill="hold"/>
                                        <p:tgtEl>
                                          <p:spTgt spid="57"/>
                                        </p:tgtEl>
                                        <p:attrNameLst>
                                          <p:attrName>ppt_h</p:attrName>
                                        </p:attrNameLst>
                                      </p:cBhvr>
                                      <p:tavLst>
                                        <p:tav tm="0">
                                          <p:val>
                                            <p:fltVal val="0"/>
                                          </p:val>
                                        </p:tav>
                                        <p:tav tm="100000">
                                          <p:val>
                                            <p:strVal val="#ppt_h"/>
                                          </p:val>
                                        </p:tav>
                                      </p:tavLst>
                                    </p:anim>
                                    <p:animEffect transition="in" filter="fade">
                                      <p:cBhvr>
                                        <p:cTn id="42" dur="500"/>
                                        <p:tgtEl>
                                          <p:spTgt spid="57"/>
                                        </p:tgtEl>
                                      </p:cBhvr>
                                    </p:animEffect>
                                  </p:childTnLst>
                                </p:cTn>
                              </p:par>
                            </p:childTnLst>
                          </p:cTn>
                        </p:par>
                        <p:par>
                          <p:cTn id="43" fill="hold">
                            <p:stCondLst>
                              <p:cond delay="3000"/>
                            </p:stCondLst>
                            <p:childTnLst>
                              <p:par>
                                <p:cTn id="44" presetID="23" presetClass="entr" presetSubtype="528" fill="hold" grpId="0" nodeType="afterEffect">
                                  <p:stCondLst>
                                    <p:cond delay="0"/>
                                  </p:stCondLst>
                                  <p:childTnLst>
                                    <p:set>
                                      <p:cBhvr>
                                        <p:cTn id="45" dur="1" fill="hold">
                                          <p:stCondLst>
                                            <p:cond delay="0"/>
                                          </p:stCondLst>
                                        </p:cTn>
                                        <p:tgtEl>
                                          <p:spTgt spid="42"/>
                                        </p:tgtEl>
                                        <p:attrNameLst>
                                          <p:attrName>style.visibility</p:attrName>
                                        </p:attrNameLst>
                                      </p:cBhvr>
                                      <p:to>
                                        <p:strVal val="visible"/>
                                      </p:to>
                                    </p:set>
                                    <p:anim calcmode="lin" valueType="num">
                                      <p:cBhvr>
                                        <p:cTn id="46" dur="500" fill="hold"/>
                                        <p:tgtEl>
                                          <p:spTgt spid="42"/>
                                        </p:tgtEl>
                                        <p:attrNameLst>
                                          <p:attrName>ppt_w</p:attrName>
                                        </p:attrNameLst>
                                      </p:cBhvr>
                                      <p:tavLst>
                                        <p:tav tm="0">
                                          <p:val>
                                            <p:fltVal val="0"/>
                                          </p:val>
                                        </p:tav>
                                        <p:tav tm="100000">
                                          <p:val>
                                            <p:strVal val="#ppt_w"/>
                                          </p:val>
                                        </p:tav>
                                      </p:tavLst>
                                    </p:anim>
                                    <p:anim calcmode="lin" valueType="num">
                                      <p:cBhvr>
                                        <p:cTn id="47" dur="500" fill="hold"/>
                                        <p:tgtEl>
                                          <p:spTgt spid="42"/>
                                        </p:tgtEl>
                                        <p:attrNameLst>
                                          <p:attrName>ppt_h</p:attrName>
                                        </p:attrNameLst>
                                      </p:cBhvr>
                                      <p:tavLst>
                                        <p:tav tm="0">
                                          <p:val>
                                            <p:fltVal val="0"/>
                                          </p:val>
                                        </p:tav>
                                        <p:tav tm="100000">
                                          <p:val>
                                            <p:strVal val="#ppt_h"/>
                                          </p:val>
                                        </p:tav>
                                      </p:tavLst>
                                    </p:anim>
                                    <p:anim calcmode="lin" valueType="num">
                                      <p:cBhvr>
                                        <p:cTn id="48" dur="500" fill="hold"/>
                                        <p:tgtEl>
                                          <p:spTgt spid="42"/>
                                        </p:tgtEl>
                                        <p:attrNameLst>
                                          <p:attrName>ppt_x</p:attrName>
                                        </p:attrNameLst>
                                      </p:cBhvr>
                                      <p:tavLst>
                                        <p:tav tm="0">
                                          <p:val>
                                            <p:fltVal val="0.5"/>
                                          </p:val>
                                        </p:tav>
                                        <p:tav tm="100000">
                                          <p:val>
                                            <p:strVal val="#ppt_x"/>
                                          </p:val>
                                        </p:tav>
                                      </p:tavLst>
                                    </p:anim>
                                    <p:anim calcmode="lin" valueType="num">
                                      <p:cBhvr>
                                        <p:cTn id="49" dur="500" fill="hold"/>
                                        <p:tgtEl>
                                          <p:spTgt spid="42"/>
                                        </p:tgtEl>
                                        <p:attrNameLst>
                                          <p:attrName>ppt_y</p:attrName>
                                        </p:attrNameLst>
                                      </p:cBhvr>
                                      <p:tavLst>
                                        <p:tav tm="0">
                                          <p:val>
                                            <p:fltVal val="0.5"/>
                                          </p:val>
                                        </p:tav>
                                        <p:tav tm="100000">
                                          <p:val>
                                            <p:strVal val="#ppt_y"/>
                                          </p:val>
                                        </p:tav>
                                      </p:tavLst>
                                    </p:anim>
                                  </p:childTnLst>
                                </p:cTn>
                              </p:par>
                            </p:childTnLst>
                          </p:cTn>
                        </p:par>
                        <p:par>
                          <p:cTn id="50" fill="hold">
                            <p:stCondLst>
                              <p:cond delay="3500"/>
                            </p:stCondLst>
                            <p:childTnLst>
                              <p:par>
                                <p:cTn id="51" presetID="53" presetClass="entr" presetSubtype="0" fill="hold" grpId="0" nodeType="afterEffect">
                                  <p:stCondLst>
                                    <p:cond delay="0"/>
                                  </p:stCondLst>
                                  <p:childTnLst>
                                    <p:set>
                                      <p:cBhvr>
                                        <p:cTn id="52" dur="1" fill="hold">
                                          <p:stCondLst>
                                            <p:cond delay="0"/>
                                          </p:stCondLst>
                                        </p:cTn>
                                        <p:tgtEl>
                                          <p:spTgt spid="58"/>
                                        </p:tgtEl>
                                        <p:attrNameLst>
                                          <p:attrName>style.visibility</p:attrName>
                                        </p:attrNameLst>
                                      </p:cBhvr>
                                      <p:to>
                                        <p:strVal val="visible"/>
                                      </p:to>
                                    </p:set>
                                    <p:anim calcmode="lin" valueType="num">
                                      <p:cBhvr>
                                        <p:cTn id="53" dur="500" fill="hold"/>
                                        <p:tgtEl>
                                          <p:spTgt spid="58"/>
                                        </p:tgtEl>
                                        <p:attrNameLst>
                                          <p:attrName>ppt_w</p:attrName>
                                        </p:attrNameLst>
                                      </p:cBhvr>
                                      <p:tavLst>
                                        <p:tav tm="0">
                                          <p:val>
                                            <p:fltVal val="0"/>
                                          </p:val>
                                        </p:tav>
                                        <p:tav tm="100000">
                                          <p:val>
                                            <p:strVal val="#ppt_w"/>
                                          </p:val>
                                        </p:tav>
                                      </p:tavLst>
                                    </p:anim>
                                    <p:anim calcmode="lin" valueType="num">
                                      <p:cBhvr>
                                        <p:cTn id="54" dur="500" fill="hold"/>
                                        <p:tgtEl>
                                          <p:spTgt spid="58"/>
                                        </p:tgtEl>
                                        <p:attrNameLst>
                                          <p:attrName>ppt_h</p:attrName>
                                        </p:attrNameLst>
                                      </p:cBhvr>
                                      <p:tavLst>
                                        <p:tav tm="0">
                                          <p:val>
                                            <p:fltVal val="0"/>
                                          </p:val>
                                        </p:tav>
                                        <p:tav tm="100000">
                                          <p:val>
                                            <p:strVal val="#ppt_h"/>
                                          </p:val>
                                        </p:tav>
                                      </p:tavLst>
                                    </p:anim>
                                    <p:animEffect transition="in" filter="fade">
                                      <p:cBhvr>
                                        <p:cTn id="55" dur="500"/>
                                        <p:tgtEl>
                                          <p:spTgt spid="58"/>
                                        </p:tgtEl>
                                      </p:cBhvr>
                                    </p:animEffect>
                                  </p:childTnLst>
                                </p:cTn>
                              </p:par>
                            </p:childTnLst>
                          </p:cTn>
                        </p:par>
                        <p:par>
                          <p:cTn id="56" fill="hold">
                            <p:stCondLst>
                              <p:cond delay="4000"/>
                            </p:stCondLst>
                            <p:childTnLst>
                              <p:par>
                                <p:cTn id="57" presetID="2" presetClass="entr" presetSubtype="8" accel="50000" decel="50000" fill="hold" nodeType="afterEffect">
                                  <p:stCondLst>
                                    <p:cond delay="0"/>
                                  </p:stCondLst>
                                  <p:childTnLst>
                                    <p:set>
                                      <p:cBhvr>
                                        <p:cTn id="58" dur="1" fill="hold">
                                          <p:stCondLst>
                                            <p:cond delay="0"/>
                                          </p:stCondLst>
                                        </p:cTn>
                                        <p:tgtEl>
                                          <p:spTgt spid="2"/>
                                        </p:tgtEl>
                                        <p:attrNameLst>
                                          <p:attrName>style.visibility</p:attrName>
                                        </p:attrNameLst>
                                      </p:cBhvr>
                                      <p:to>
                                        <p:strVal val="visible"/>
                                      </p:to>
                                    </p:set>
                                    <p:anim calcmode="lin" valueType="num">
                                      <p:cBhvr additive="base">
                                        <p:cTn id="59" dur="500" fill="hold"/>
                                        <p:tgtEl>
                                          <p:spTgt spid="2"/>
                                        </p:tgtEl>
                                        <p:attrNameLst>
                                          <p:attrName>ppt_x</p:attrName>
                                        </p:attrNameLst>
                                      </p:cBhvr>
                                      <p:tavLst>
                                        <p:tav tm="0">
                                          <p:val>
                                            <p:strVal val="0-#ppt_w/2"/>
                                          </p:val>
                                        </p:tav>
                                        <p:tav tm="100000">
                                          <p:val>
                                            <p:strVal val="#ppt_x"/>
                                          </p:val>
                                        </p:tav>
                                      </p:tavLst>
                                    </p:anim>
                                    <p:anim calcmode="lin" valueType="num">
                                      <p:cBhvr additive="base">
                                        <p:cTn id="60" dur="500" fill="hold"/>
                                        <p:tgtEl>
                                          <p:spTgt spid="2"/>
                                        </p:tgtEl>
                                        <p:attrNameLst>
                                          <p:attrName>ppt_y</p:attrName>
                                        </p:attrNameLst>
                                      </p:cBhvr>
                                      <p:tavLst>
                                        <p:tav tm="0">
                                          <p:val>
                                            <p:strVal val="#ppt_y"/>
                                          </p:val>
                                        </p:tav>
                                        <p:tav tm="100000">
                                          <p:val>
                                            <p:strVal val="#ppt_y"/>
                                          </p:val>
                                        </p:tav>
                                      </p:tavLst>
                                    </p:anim>
                                  </p:childTnLst>
                                </p:cTn>
                              </p:par>
                            </p:childTnLst>
                          </p:cTn>
                        </p:par>
                        <p:par>
                          <p:cTn id="61" fill="hold">
                            <p:stCondLst>
                              <p:cond delay="4500"/>
                            </p:stCondLst>
                            <p:childTnLst>
                              <p:par>
                                <p:cTn id="62" presetID="2" presetClass="entr" presetSubtype="8" accel="50000" decel="50000" fill="hold" nodeType="afterEffect">
                                  <p:stCondLst>
                                    <p:cond delay="0"/>
                                  </p:stCondLst>
                                  <p:childTnLst>
                                    <p:set>
                                      <p:cBhvr>
                                        <p:cTn id="63" dur="1" fill="hold">
                                          <p:stCondLst>
                                            <p:cond delay="0"/>
                                          </p:stCondLst>
                                        </p:cTn>
                                        <p:tgtEl>
                                          <p:spTgt spid="4"/>
                                        </p:tgtEl>
                                        <p:attrNameLst>
                                          <p:attrName>style.visibility</p:attrName>
                                        </p:attrNameLst>
                                      </p:cBhvr>
                                      <p:to>
                                        <p:strVal val="visible"/>
                                      </p:to>
                                    </p:set>
                                    <p:anim calcmode="lin" valueType="num">
                                      <p:cBhvr additive="base">
                                        <p:cTn id="64" dur="500" fill="hold"/>
                                        <p:tgtEl>
                                          <p:spTgt spid="4"/>
                                        </p:tgtEl>
                                        <p:attrNameLst>
                                          <p:attrName>ppt_x</p:attrName>
                                        </p:attrNameLst>
                                      </p:cBhvr>
                                      <p:tavLst>
                                        <p:tav tm="0">
                                          <p:val>
                                            <p:strVal val="0-#ppt_w/2"/>
                                          </p:val>
                                        </p:tav>
                                        <p:tav tm="100000">
                                          <p:val>
                                            <p:strVal val="#ppt_x"/>
                                          </p:val>
                                        </p:tav>
                                      </p:tavLst>
                                    </p:anim>
                                    <p:anim calcmode="lin" valueType="num">
                                      <p:cBhvr additive="base">
                                        <p:cTn id="65" dur="500" fill="hold"/>
                                        <p:tgtEl>
                                          <p:spTgt spid="4"/>
                                        </p:tgtEl>
                                        <p:attrNameLst>
                                          <p:attrName>ppt_y</p:attrName>
                                        </p:attrNameLst>
                                      </p:cBhvr>
                                      <p:tavLst>
                                        <p:tav tm="0">
                                          <p:val>
                                            <p:strVal val="#ppt_y"/>
                                          </p:val>
                                        </p:tav>
                                        <p:tav tm="100000">
                                          <p:val>
                                            <p:strVal val="#ppt_y"/>
                                          </p:val>
                                        </p:tav>
                                      </p:tavLst>
                                    </p:anim>
                                  </p:childTnLst>
                                </p:cTn>
                              </p:par>
                            </p:childTnLst>
                          </p:cTn>
                        </p:par>
                        <p:par>
                          <p:cTn id="66" fill="hold">
                            <p:stCondLst>
                              <p:cond delay="5000"/>
                            </p:stCondLst>
                            <p:childTnLst>
                              <p:par>
                                <p:cTn id="67" presetID="2" presetClass="entr" presetSubtype="2" accel="50000" decel="50000" fill="hold" nodeType="afterEffect">
                                  <p:stCondLst>
                                    <p:cond delay="0"/>
                                  </p:stCondLst>
                                  <p:childTnLst>
                                    <p:set>
                                      <p:cBhvr>
                                        <p:cTn id="68" dur="1" fill="hold">
                                          <p:stCondLst>
                                            <p:cond delay="0"/>
                                          </p:stCondLst>
                                        </p:cTn>
                                        <p:tgtEl>
                                          <p:spTgt spid="3"/>
                                        </p:tgtEl>
                                        <p:attrNameLst>
                                          <p:attrName>style.visibility</p:attrName>
                                        </p:attrNameLst>
                                      </p:cBhvr>
                                      <p:to>
                                        <p:strVal val="visible"/>
                                      </p:to>
                                    </p:set>
                                    <p:anim calcmode="lin" valueType="num">
                                      <p:cBhvr additive="base">
                                        <p:cTn id="69" dur="500" fill="hold"/>
                                        <p:tgtEl>
                                          <p:spTgt spid="3"/>
                                        </p:tgtEl>
                                        <p:attrNameLst>
                                          <p:attrName>ppt_x</p:attrName>
                                        </p:attrNameLst>
                                      </p:cBhvr>
                                      <p:tavLst>
                                        <p:tav tm="0">
                                          <p:val>
                                            <p:strVal val="1+#ppt_w/2"/>
                                          </p:val>
                                        </p:tav>
                                        <p:tav tm="100000">
                                          <p:val>
                                            <p:strVal val="#ppt_x"/>
                                          </p:val>
                                        </p:tav>
                                      </p:tavLst>
                                    </p:anim>
                                    <p:anim calcmode="lin" valueType="num">
                                      <p:cBhvr additive="base">
                                        <p:cTn id="70" dur="500" fill="hold"/>
                                        <p:tgtEl>
                                          <p:spTgt spid="3"/>
                                        </p:tgtEl>
                                        <p:attrNameLst>
                                          <p:attrName>ppt_y</p:attrName>
                                        </p:attrNameLst>
                                      </p:cBhvr>
                                      <p:tavLst>
                                        <p:tav tm="0">
                                          <p:val>
                                            <p:strVal val="#ppt_y"/>
                                          </p:val>
                                        </p:tav>
                                        <p:tav tm="100000">
                                          <p:val>
                                            <p:strVal val="#ppt_y"/>
                                          </p:val>
                                        </p:tav>
                                      </p:tavLst>
                                    </p:anim>
                                  </p:childTnLst>
                                </p:cTn>
                              </p:par>
                            </p:childTnLst>
                          </p:cTn>
                        </p:par>
                        <p:par>
                          <p:cTn id="71" fill="hold">
                            <p:stCondLst>
                              <p:cond delay="5500"/>
                            </p:stCondLst>
                            <p:childTnLst>
                              <p:par>
                                <p:cTn id="72" presetID="2" presetClass="entr" presetSubtype="2" accel="50000" decel="50000" fill="hold" nodeType="after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 fill="hold"/>
                                        <p:tgtEl>
                                          <p:spTgt spid="5"/>
                                        </p:tgtEl>
                                        <p:attrNameLst>
                                          <p:attrName>ppt_x</p:attrName>
                                        </p:attrNameLst>
                                      </p:cBhvr>
                                      <p:tavLst>
                                        <p:tav tm="0">
                                          <p:val>
                                            <p:strVal val="1+#ppt_w/2"/>
                                          </p:val>
                                        </p:tav>
                                        <p:tav tm="100000">
                                          <p:val>
                                            <p:strVal val="#ppt_x"/>
                                          </p:val>
                                        </p:tav>
                                      </p:tavLst>
                                    </p:anim>
                                    <p:anim calcmode="lin" valueType="num">
                                      <p:cBhvr additive="base">
                                        <p:cTn id="75"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41" grpId="0" animBg="1"/>
      <p:bldP spid="42" grpId="0" animBg="1"/>
      <p:bldP spid="55" grpId="0" animBg="1"/>
      <p:bldP spid="56" grpId="0" animBg="1"/>
      <p:bldP spid="57" grpId="0" animBg="1"/>
      <p:bldP spid="58"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Oval 101"/>
          <p:cNvSpPr/>
          <p:nvPr/>
        </p:nvSpPr>
        <p:spPr>
          <a:xfrm>
            <a:off x="3103741" y="1328599"/>
            <a:ext cx="2936519" cy="2936519"/>
          </a:xfrm>
          <a:prstGeom prst="ellipse">
            <a:avLst/>
          </a:prstGeom>
          <a:noFill/>
          <a:ln w="19050">
            <a:solidFill>
              <a:schemeClr val="tx2">
                <a:lumMod val="75000"/>
                <a:lumOff val="2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p:txBody>
          <a:bodyPr/>
          <a:lstStyle/>
          <a:p>
            <a:r>
              <a:rPr lang="en-US"/>
              <a:t>Integrated Infographic</a:t>
            </a:r>
            <a:endParaRPr lang="en-US" dirty="0"/>
          </a:p>
        </p:txBody>
      </p:sp>
      <p:sp>
        <p:nvSpPr>
          <p:cNvPr id="6" name="Text Placeholder 5"/>
          <p:cNvSpPr>
            <a:spLocks noGrp="1"/>
          </p:cNvSpPr>
          <p:nvPr>
            <p:ph type="body" sz="half" idx="2"/>
          </p:nvPr>
        </p:nvSpPr>
        <p:spPr/>
        <p:txBody>
          <a:bodyPr/>
          <a:lstStyle/>
          <a:p>
            <a:r>
              <a:rPr lang="en-US"/>
              <a:t>Integrated Infographic</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99</a:t>
            </a:fld>
            <a:endParaRPr lang="en-US" dirty="0"/>
          </a:p>
        </p:txBody>
      </p:sp>
      <p:grpSp>
        <p:nvGrpSpPr>
          <p:cNvPr id="3" name="Group 129"/>
          <p:cNvGrpSpPr>
            <a:grpSpLocks noChangeAspect="1"/>
          </p:cNvGrpSpPr>
          <p:nvPr/>
        </p:nvGrpSpPr>
        <p:grpSpPr>
          <a:xfrm>
            <a:off x="2728576" y="2374981"/>
            <a:ext cx="843049" cy="843755"/>
            <a:chOff x="2779491" y="2517212"/>
            <a:chExt cx="648499" cy="649042"/>
          </a:xfrm>
        </p:grpSpPr>
        <p:sp>
          <p:nvSpPr>
            <p:cNvPr id="125" name="Oval 124"/>
            <p:cNvSpPr>
              <a:spLocks noChangeAspect="1"/>
            </p:cNvSpPr>
            <p:nvPr/>
          </p:nvSpPr>
          <p:spPr>
            <a:xfrm>
              <a:off x="2779491" y="2517212"/>
              <a:ext cx="648499" cy="649042"/>
            </a:xfrm>
            <a:prstGeom prst="ellipse">
              <a:avLst/>
            </a:prstGeom>
            <a:solidFill>
              <a:schemeClr val="accent2">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62" name="Oval 61"/>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latin typeface="+mj-lt"/>
              </a:endParaRPr>
            </a:p>
          </p:txBody>
        </p:sp>
      </p:grpSp>
      <p:grpSp>
        <p:nvGrpSpPr>
          <p:cNvPr id="4" name="Group 130"/>
          <p:cNvGrpSpPr>
            <a:grpSpLocks noChangeAspect="1"/>
          </p:cNvGrpSpPr>
          <p:nvPr/>
        </p:nvGrpSpPr>
        <p:grpSpPr>
          <a:xfrm>
            <a:off x="3268095" y="3585462"/>
            <a:ext cx="843049" cy="843755"/>
            <a:chOff x="3287425" y="3613920"/>
            <a:chExt cx="648499" cy="649042"/>
          </a:xfrm>
        </p:grpSpPr>
        <p:sp>
          <p:nvSpPr>
            <p:cNvPr id="126" name="Oval 125"/>
            <p:cNvSpPr>
              <a:spLocks noChangeAspect="1"/>
            </p:cNvSpPr>
            <p:nvPr/>
          </p:nvSpPr>
          <p:spPr>
            <a:xfrm>
              <a:off x="3287425" y="3613920"/>
              <a:ext cx="648499" cy="649042"/>
            </a:xfrm>
            <a:prstGeom prst="ellipse">
              <a:avLst/>
            </a:prstGeom>
            <a:solidFill>
              <a:schemeClr val="accent3">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67" name="Oval 66"/>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grpSp>
        <p:nvGrpSpPr>
          <p:cNvPr id="5" name="Group 133"/>
          <p:cNvGrpSpPr>
            <a:grpSpLocks noChangeAspect="1"/>
          </p:cNvGrpSpPr>
          <p:nvPr/>
        </p:nvGrpSpPr>
        <p:grpSpPr>
          <a:xfrm>
            <a:off x="5090463" y="1318439"/>
            <a:ext cx="843049" cy="843755"/>
            <a:chOff x="5249342" y="1406453"/>
            <a:chExt cx="648499" cy="649042"/>
          </a:xfrm>
        </p:grpSpPr>
        <p:sp>
          <p:nvSpPr>
            <p:cNvPr id="127" name="Oval 126"/>
            <p:cNvSpPr>
              <a:spLocks noChangeAspect="1"/>
            </p:cNvSpPr>
            <p:nvPr/>
          </p:nvSpPr>
          <p:spPr>
            <a:xfrm>
              <a:off x="5249342" y="1406453"/>
              <a:ext cx="648499" cy="649042"/>
            </a:xfrm>
            <a:prstGeom prst="ellipse">
              <a:avLst/>
            </a:prstGeom>
            <a:solidFill>
              <a:schemeClr val="accent4">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72" name="Oval 71"/>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grpSp>
        <p:nvGrpSpPr>
          <p:cNvPr id="7" name="Group 132"/>
          <p:cNvGrpSpPr>
            <a:grpSpLocks noChangeAspect="1"/>
          </p:cNvGrpSpPr>
          <p:nvPr/>
        </p:nvGrpSpPr>
        <p:grpSpPr>
          <a:xfrm>
            <a:off x="5551319" y="2374981"/>
            <a:ext cx="843049" cy="843755"/>
            <a:chOff x="5716010" y="2517212"/>
            <a:chExt cx="648499" cy="649042"/>
          </a:xfrm>
        </p:grpSpPr>
        <p:sp>
          <p:nvSpPr>
            <p:cNvPr id="128" name="Oval 127"/>
            <p:cNvSpPr>
              <a:spLocks noChangeAspect="1"/>
            </p:cNvSpPr>
            <p:nvPr/>
          </p:nvSpPr>
          <p:spPr>
            <a:xfrm>
              <a:off x="5716010" y="2517212"/>
              <a:ext cx="648499" cy="649042"/>
            </a:xfrm>
            <a:prstGeom prst="ellipse">
              <a:avLst/>
            </a:prstGeom>
            <a:solidFill>
              <a:schemeClr val="accent5">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121" name="Oval 120"/>
            <p:cNvSpPr>
              <a:spLocks noChangeAspect="1"/>
            </p:cNvSpPr>
            <p:nvPr/>
          </p:nvSpPr>
          <p:spPr>
            <a:xfrm>
              <a:off x="5790837" y="2592102"/>
              <a:ext cx="498845" cy="499263"/>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grpSp>
        <p:nvGrpSpPr>
          <p:cNvPr id="8" name="Group 131"/>
          <p:cNvGrpSpPr>
            <a:grpSpLocks noChangeAspect="1"/>
          </p:cNvGrpSpPr>
          <p:nvPr/>
        </p:nvGrpSpPr>
        <p:grpSpPr>
          <a:xfrm>
            <a:off x="5090463" y="3585462"/>
            <a:ext cx="843049" cy="843755"/>
            <a:chOff x="5244691" y="3613920"/>
            <a:chExt cx="648499" cy="649042"/>
          </a:xfrm>
        </p:grpSpPr>
        <p:sp>
          <p:nvSpPr>
            <p:cNvPr id="129" name="Oval 128"/>
            <p:cNvSpPr>
              <a:spLocks noChangeAspect="1"/>
            </p:cNvSpPr>
            <p:nvPr/>
          </p:nvSpPr>
          <p:spPr>
            <a:xfrm>
              <a:off x="5244691" y="3613920"/>
              <a:ext cx="648499" cy="649042"/>
            </a:xfrm>
            <a:prstGeom prst="ellipse">
              <a:avLst/>
            </a:prstGeom>
            <a:solidFill>
              <a:schemeClr val="accent6">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122" name="Oval 121"/>
            <p:cNvSpPr>
              <a:spLocks noChangeAspect="1"/>
            </p:cNvSpPr>
            <p:nvPr/>
          </p:nvSpPr>
          <p:spPr>
            <a:xfrm>
              <a:off x="5319518" y="3688810"/>
              <a:ext cx="498845" cy="499263"/>
            </a:xfrm>
            <a:prstGeom prst="ellipse">
              <a:avLst/>
            </a:prstGeom>
            <a:solidFill>
              <a:schemeClr val="accent6"/>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mj-lt"/>
              </a:endParaRPr>
            </a:p>
          </p:txBody>
        </p:sp>
      </p:grpSp>
      <p:grpSp>
        <p:nvGrpSpPr>
          <p:cNvPr id="9" name="Group 134"/>
          <p:cNvGrpSpPr>
            <a:grpSpLocks noChangeAspect="1"/>
          </p:cNvGrpSpPr>
          <p:nvPr/>
        </p:nvGrpSpPr>
        <p:grpSpPr>
          <a:xfrm>
            <a:off x="3210488" y="1329869"/>
            <a:ext cx="843049" cy="843755"/>
            <a:chOff x="3287425" y="1417883"/>
            <a:chExt cx="648499" cy="649042"/>
          </a:xfrm>
        </p:grpSpPr>
        <p:sp>
          <p:nvSpPr>
            <p:cNvPr id="124" name="Oval 123"/>
            <p:cNvSpPr>
              <a:spLocks noChangeAspect="1"/>
            </p:cNvSpPr>
            <p:nvPr/>
          </p:nvSpPr>
          <p:spPr>
            <a:xfrm>
              <a:off x="3287425" y="1417883"/>
              <a:ext cx="648499" cy="649042"/>
            </a:xfrm>
            <a:prstGeom prst="ellipse">
              <a:avLst/>
            </a:prstGeom>
            <a:solidFill>
              <a:schemeClr val="accent1">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31" name="Oval 30"/>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grpSp>
      <p:grpSp>
        <p:nvGrpSpPr>
          <p:cNvPr id="10" name="Group 59"/>
          <p:cNvGrpSpPr/>
          <p:nvPr/>
        </p:nvGrpSpPr>
        <p:grpSpPr>
          <a:xfrm>
            <a:off x="6040260" y="3681572"/>
            <a:ext cx="2276195" cy="709468"/>
            <a:chOff x="7154104" y="3206176"/>
            <a:chExt cx="2276195" cy="709468"/>
          </a:xfrm>
        </p:grpSpPr>
        <p:sp>
          <p:nvSpPr>
            <p:cNvPr id="181" name="TextBox 180"/>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82" name="Rectangle 181"/>
            <p:cNvSpPr/>
            <p:nvPr/>
          </p:nvSpPr>
          <p:spPr>
            <a:xfrm>
              <a:off x="7154104" y="3206176"/>
              <a:ext cx="1421864" cy="215444"/>
            </a:xfrm>
            <a:prstGeom prst="rect">
              <a:avLst/>
            </a:prstGeom>
          </p:spPr>
          <p:txBody>
            <a:bodyPr wrap="none" lIns="0" tIns="0" rIns="0" bIns="0">
              <a:spAutoFit/>
            </a:bodyPr>
            <a:lstStyle/>
            <a:p>
              <a:r>
                <a:rPr lang="en-US" sz="1400" b="1" dirty="0">
                  <a:solidFill>
                    <a:schemeClr val="accent6"/>
                  </a:solidFill>
                </a:rPr>
                <a:t>Launch Your Project</a:t>
              </a:r>
            </a:p>
          </p:txBody>
        </p:sp>
      </p:grpSp>
      <p:grpSp>
        <p:nvGrpSpPr>
          <p:cNvPr id="11" name="Group 57"/>
          <p:cNvGrpSpPr/>
          <p:nvPr/>
        </p:nvGrpSpPr>
        <p:grpSpPr>
          <a:xfrm>
            <a:off x="366689" y="2432153"/>
            <a:ext cx="2247089" cy="709468"/>
            <a:chOff x="-267404" y="3168889"/>
            <a:chExt cx="2247089" cy="709468"/>
          </a:xfrm>
        </p:grpSpPr>
        <p:sp>
          <p:nvSpPr>
            <p:cNvPr id="184" name="TextBox 18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85" name="Rectangle 184"/>
            <p:cNvSpPr/>
            <p:nvPr/>
          </p:nvSpPr>
          <p:spPr>
            <a:xfrm>
              <a:off x="413551" y="3168889"/>
              <a:ext cx="1566134" cy="215444"/>
            </a:xfrm>
            <a:prstGeom prst="rect">
              <a:avLst/>
            </a:prstGeom>
          </p:spPr>
          <p:txBody>
            <a:bodyPr wrap="none" lIns="0" tIns="0" rIns="0" bIns="0">
              <a:spAutoFit/>
            </a:bodyPr>
            <a:lstStyle/>
            <a:p>
              <a:pPr algn="r"/>
              <a:r>
                <a:rPr lang="en-US" sz="1400" b="1" dirty="0">
                  <a:solidFill>
                    <a:schemeClr val="accent2"/>
                  </a:solidFill>
                </a:rPr>
                <a:t>Construction &amp; Design</a:t>
              </a:r>
            </a:p>
          </p:txBody>
        </p:sp>
      </p:grpSp>
      <p:grpSp>
        <p:nvGrpSpPr>
          <p:cNvPr id="12" name="Group 58"/>
          <p:cNvGrpSpPr/>
          <p:nvPr/>
        </p:nvGrpSpPr>
        <p:grpSpPr>
          <a:xfrm>
            <a:off x="6040260" y="1256949"/>
            <a:ext cx="2276195" cy="709468"/>
            <a:chOff x="7174424" y="1352592"/>
            <a:chExt cx="2276195" cy="709468"/>
          </a:xfrm>
        </p:grpSpPr>
        <p:sp>
          <p:nvSpPr>
            <p:cNvPr id="187" name="TextBox 18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88" name="Rectangle 187"/>
            <p:cNvSpPr/>
            <p:nvPr/>
          </p:nvSpPr>
          <p:spPr>
            <a:xfrm>
              <a:off x="7174424" y="1352592"/>
              <a:ext cx="628377" cy="215444"/>
            </a:xfrm>
            <a:prstGeom prst="rect">
              <a:avLst/>
            </a:prstGeom>
          </p:spPr>
          <p:txBody>
            <a:bodyPr wrap="none" lIns="0" tIns="0" rIns="0" bIns="0">
              <a:spAutoFit/>
            </a:bodyPr>
            <a:lstStyle/>
            <a:p>
              <a:r>
                <a:rPr lang="en-US" sz="1400" b="1" dirty="0">
                  <a:solidFill>
                    <a:schemeClr val="accent4"/>
                  </a:solidFill>
                </a:rPr>
                <a:t>Go Cloud</a:t>
              </a:r>
            </a:p>
          </p:txBody>
        </p:sp>
      </p:grpSp>
      <p:grpSp>
        <p:nvGrpSpPr>
          <p:cNvPr id="13" name="Group 56"/>
          <p:cNvGrpSpPr/>
          <p:nvPr/>
        </p:nvGrpSpPr>
        <p:grpSpPr>
          <a:xfrm>
            <a:off x="835309" y="1256949"/>
            <a:ext cx="2276196" cy="709468"/>
            <a:chOff x="-296510" y="1363501"/>
            <a:chExt cx="2276196" cy="709468"/>
          </a:xfrm>
        </p:grpSpPr>
        <p:sp>
          <p:nvSpPr>
            <p:cNvPr id="190" name="TextBox 189"/>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91" name="Rectangle 190"/>
            <p:cNvSpPr/>
            <p:nvPr/>
          </p:nvSpPr>
          <p:spPr>
            <a:xfrm>
              <a:off x="634765" y="1363501"/>
              <a:ext cx="1344920" cy="215444"/>
            </a:xfrm>
            <a:prstGeom prst="rect">
              <a:avLst/>
            </a:prstGeom>
          </p:spPr>
          <p:txBody>
            <a:bodyPr wrap="none" lIns="0" tIns="0" rIns="0" bIns="0">
              <a:spAutoFit/>
            </a:bodyPr>
            <a:lstStyle/>
            <a:p>
              <a:pPr algn="r"/>
              <a:r>
                <a:rPr lang="en-US" sz="1400" b="1" dirty="0">
                  <a:solidFill>
                    <a:schemeClr val="accent1"/>
                  </a:solidFill>
                </a:rPr>
                <a:t>Brainstorm &amp; Ideas</a:t>
              </a:r>
            </a:p>
          </p:txBody>
        </p:sp>
      </p:grpSp>
      <p:grpSp>
        <p:nvGrpSpPr>
          <p:cNvPr id="14" name="Group 56"/>
          <p:cNvGrpSpPr/>
          <p:nvPr/>
        </p:nvGrpSpPr>
        <p:grpSpPr>
          <a:xfrm>
            <a:off x="835309" y="3681572"/>
            <a:ext cx="2276196" cy="709468"/>
            <a:chOff x="-296510" y="1363501"/>
            <a:chExt cx="2276196" cy="709468"/>
          </a:xfrm>
        </p:grpSpPr>
        <p:sp>
          <p:nvSpPr>
            <p:cNvPr id="193" name="TextBox 192"/>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94" name="Rectangle 193"/>
            <p:cNvSpPr/>
            <p:nvPr/>
          </p:nvSpPr>
          <p:spPr>
            <a:xfrm>
              <a:off x="528967" y="1363501"/>
              <a:ext cx="1450718" cy="215444"/>
            </a:xfrm>
            <a:prstGeom prst="rect">
              <a:avLst/>
            </a:prstGeom>
          </p:spPr>
          <p:txBody>
            <a:bodyPr wrap="none" lIns="0" tIns="0" rIns="0" bIns="0">
              <a:spAutoFit/>
            </a:bodyPr>
            <a:lstStyle/>
            <a:p>
              <a:pPr algn="r"/>
              <a:r>
                <a:rPr lang="en-US" sz="1400" b="1" dirty="0">
                  <a:solidFill>
                    <a:schemeClr val="accent3"/>
                  </a:solidFill>
                </a:rPr>
                <a:t>Marketing Campaign</a:t>
              </a:r>
            </a:p>
          </p:txBody>
        </p:sp>
      </p:grpSp>
      <p:grpSp>
        <p:nvGrpSpPr>
          <p:cNvPr id="15" name="Group 58"/>
          <p:cNvGrpSpPr/>
          <p:nvPr/>
        </p:nvGrpSpPr>
        <p:grpSpPr>
          <a:xfrm>
            <a:off x="6501116" y="2432153"/>
            <a:ext cx="2276195" cy="709468"/>
            <a:chOff x="7174424" y="1352592"/>
            <a:chExt cx="2276195" cy="709468"/>
          </a:xfrm>
        </p:grpSpPr>
        <p:sp>
          <p:nvSpPr>
            <p:cNvPr id="196" name="TextBox 195"/>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97" name="Rectangle 196"/>
            <p:cNvSpPr/>
            <p:nvPr/>
          </p:nvSpPr>
          <p:spPr>
            <a:xfrm>
              <a:off x="7174424" y="1352592"/>
              <a:ext cx="1364156" cy="215444"/>
            </a:xfrm>
            <a:prstGeom prst="rect">
              <a:avLst/>
            </a:prstGeom>
          </p:spPr>
          <p:txBody>
            <a:bodyPr wrap="none" lIns="0" tIns="0" rIns="0" bIns="0">
              <a:spAutoFit/>
            </a:bodyPr>
            <a:lstStyle/>
            <a:p>
              <a:r>
                <a:rPr lang="en-US" sz="1400" b="1" dirty="0">
                  <a:solidFill>
                    <a:schemeClr val="accent5"/>
                  </a:solidFill>
                </a:rPr>
                <a:t>Review The Results</a:t>
              </a:r>
            </a:p>
          </p:txBody>
        </p:sp>
      </p:grpSp>
      <p:sp>
        <p:nvSpPr>
          <p:cNvPr id="42" name="Freeform 41"/>
          <p:cNvSpPr>
            <a:spLocks noEditPoints="1"/>
          </p:cNvSpPr>
          <p:nvPr/>
        </p:nvSpPr>
        <p:spPr bwMode="auto">
          <a:xfrm>
            <a:off x="3483875" y="1534824"/>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83"/>
          <p:cNvSpPr>
            <a:spLocks noEditPoints="1"/>
          </p:cNvSpPr>
          <p:nvPr/>
        </p:nvSpPr>
        <p:spPr bwMode="auto">
          <a:xfrm>
            <a:off x="3590360" y="3858451"/>
            <a:ext cx="198518" cy="29777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137"/>
          <p:cNvSpPr>
            <a:spLocks noEditPoints="1"/>
          </p:cNvSpPr>
          <p:nvPr/>
        </p:nvSpPr>
        <p:spPr bwMode="auto">
          <a:xfrm>
            <a:off x="5347164" y="3838560"/>
            <a:ext cx="329647" cy="337558"/>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3"/>
          <p:cNvSpPr>
            <a:spLocks/>
          </p:cNvSpPr>
          <p:nvPr/>
        </p:nvSpPr>
        <p:spPr bwMode="auto">
          <a:xfrm>
            <a:off x="5336668" y="1592431"/>
            <a:ext cx="350639" cy="259998"/>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7"/>
          <p:cNvSpPr>
            <a:spLocks noEditPoints="1"/>
          </p:cNvSpPr>
          <p:nvPr/>
        </p:nvSpPr>
        <p:spPr bwMode="auto">
          <a:xfrm>
            <a:off x="5827267" y="2667801"/>
            <a:ext cx="291152" cy="25811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5"/>
          <p:cNvSpPr>
            <a:spLocks noEditPoints="1"/>
          </p:cNvSpPr>
          <p:nvPr/>
        </p:nvSpPr>
        <p:spPr bwMode="auto">
          <a:xfrm>
            <a:off x="2967319" y="2630300"/>
            <a:ext cx="365563" cy="333116"/>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after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wedge">
                                      <p:cBhvr>
                                        <p:cTn id="7" dur="1000"/>
                                        <p:tgtEl>
                                          <p:spTgt spid="102"/>
                                        </p:tgtEl>
                                      </p:cBhvr>
                                    </p:animEffect>
                                  </p:childTnLst>
                                </p:cTn>
                              </p:par>
                            </p:childTnLst>
                          </p:cTn>
                        </p:par>
                        <p:par>
                          <p:cTn id="8" fill="hold">
                            <p:stCondLst>
                              <p:cond delay="1000"/>
                            </p:stCondLst>
                            <p:childTnLst>
                              <p:par>
                                <p:cTn id="9" presetID="53"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fltVal val="0"/>
                                          </p:val>
                                        </p:tav>
                                        <p:tav tm="100000">
                                          <p:val>
                                            <p:strVal val="#ppt_w"/>
                                          </p:val>
                                        </p:tav>
                                      </p:tavLst>
                                    </p:anim>
                                    <p:anim calcmode="lin" valueType="num">
                                      <p:cBhvr>
                                        <p:cTn id="12" dur="500" fill="hold"/>
                                        <p:tgtEl>
                                          <p:spTgt spid="9"/>
                                        </p:tgtEl>
                                        <p:attrNameLst>
                                          <p:attrName>ppt_h</p:attrName>
                                        </p:attrNameLst>
                                      </p:cBhvr>
                                      <p:tavLst>
                                        <p:tav tm="0">
                                          <p:val>
                                            <p:fltVal val="0"/>
                                          </p:val>
                                        </p:tav>
                                        <p:tav tm="100000">
                                          <p:val>
                                            <p:strVal val="#ppt_h"/>
                                          </p:val>
                                        </p:tav>
                                      </p:tavLst>
                                    </p:anim>
                                    <p:animEffect transition="in" filter="fade">
                                      <p:cBhvr>
                                        <p:cTn id="13" dur="500"/>
                                        <p:tgtEl>
                                          <p:spTgt spid="9"/>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p:cTn id="17" dur="500" fill="hold"/>
                                        <p:tgtEl>
                                          <p:spTgt spid="42"/>
                                        </p:tgtEl>
                                        <p:attrNameLst>
                                          <p:attrName>ppt_w</p:attrName>
                                        </p:attrNameLst>
                                      </p:cBhvr>
                                      <p:tavLst>
                                        <p:tav tm="0">
                                          <p:val>
                                            <p:fltVal val="0"/>
                                          </p:val>
                                        </p:tav>
                                        <p:tav tm="100000">
                                          <p:val>
                                            <p:strVal val="#ppt_w"/>
                                          </p:val>
                                        </p:tav>
                                      </p:tavLst>
                                    </p:anim>
                                    <p:anim calcmode="lin" valueType="num">
                                      <p:cBhvr>
                                        <p:cTn id="18" dur="500" fill="hold"/>
                                        <p:tgtEl>
                                          <p:spTgt spid="42"/>
                                        </p:tgtEl>
                                        <p:attrNameLst>
                                          <p:attrName>ppt_h</p:attrName>
                                        </p:attrNameLst>
                                      </p:cBhvr>
                                      <p:tavLst>
                                        <p:tav tm="0">
                                          <p:val>
                                            <p:fltVal val="0"/>
                                          </p:val>
                                        </p:tav>
                                        <p:tav tm="100000">
                                          <p:val>
                                            <p:strVal val="#ppt_h"/>
                                          </p:val>
                                        </p:tav>
                                      </p:tavLst>
                                    </p:anim>
                                    <p:animEffect transition="in" filter="fade">
                                      <p:cBhvr>
                                        <p:cTn id="19" dur="500"/>
                                        <p:tgtEl>
                                          <p:spTgt spid="42"/>
                                        </p:tgtEl>
                                      </p:cBhvr>
                                    </p:animEffect>
                                  </p:childTnLst>
                                </p:cTn>
                              </p:par>
                              <p:par>
                                <p:cTn id="20" presetID="2" presetClass="entr" presetSubtype="8" accel="50000" decel="50000" fill="hold" nodeType="with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500" fill="hold"/>
                                        <p:tgtEl>
                                          <p:spTgt spid="13"/>
                                        </p:tgtEl>
                                        <p:attrNameLst>
                                          <p:attrName>ppt_x</p:attrName>
                                        </p:attrNameLst>
                                      </p:cBhvr>
                                      <p:tavLst>
                                        <p:tav tm="0">
                                          <p:val>
                                            <p:strVal val="0-#ppt_w/2"/>
                                          </p:val>
                                        </p:tav>
                                        <p:tav tm="100000">
                                          <p:val>
                                            <p:strVal val="#ppt_x"/>
                                          </p:val>
                                        </p:tav>
                                      </p:tavLst>
                                    </p:anim>
                                    <p:anim calcmode="lin" valueType="num">
                                      <p:cBhvr additive="base">
                                        <p:cTn id="23" dur="500" fill="hold"/>
                                        <p:tgtEl>
                                          <p:spTgt spid="1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p:cTn id="27" dur="500" fill="hold"/>
                                        <p:tgtEl>
                                          <p:spTgt spid="3"/>
                                        </p:tgtEl>
                                        <p:attrNameLst>
                                          <p:attrName>ppt_w</p:attrName>
                                        </p:attrNameLst>
                                      </p:cBhvr>
                                      <p:tavLst>
                                        <p:tav tm="0">
                                          <p:val>
                                            <p:fltVal val="0"/>
                                          </p:val>
                                        </p:tav>
                                        <p:tav tm="100000">
                                          <p:val>
                                            <p:strVal val="#ppt_w"/>
                                          </p:val>
                                        </p:tav>
                                      </p:tavLst>
                                    </p:anim>
                                    <p:anim calcmode="lin" valueType="num">
                                      <p:cBhvr>
                                        <p:cTn id="28" dur="500" fill="hold"/>
                                        <p:tgtEl>
                                          <p:spTgt spid="3"/>
                                        </p:tgtEl>
                                        <p:attrNameLst>
                                          <p:attrName>ppt_h</p:attrName>
                                        </p:attrNameLst>
                                      </p:cBhvr>
                                      <p:tavLst>
                                        <p:tav tm="0">
                                          <p:val>
                                            <p:fltVal val="0"/>
                                          </p:val>
                                        </p:tav>
                                        <p:tav tm="100000">
                                          <p:val>
                                            <p:strVal val="#ppt_h"/>
                                          </p:val>
                                        </p:tav>
                                      </p:tavLst>
                                    </p:anim>
                                    <p:animEffect transition="in" filter="fade">
                                      <p:cBhvr>
                                        <p:cTn id="29" dur="500"/>
                                        <p:tgtEl>
                                          <p:spTgt spid="3"/>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49"/>
                                        </p:tgtEl>
                                        <p:attrNameLst>
                                          <p:attrName>style.visibility</p:attrName>
                                        </p:attrNameLst>
                                      </p:cBhvr>
                                      <p:to>
                                        <p:strVal val="visible"/>
                                      </p:to>
                                    </p:set>
                                    <p:anim calcmode="lin" valueType="num">
                                      <p:cBhvr>
                                        <p:cTn id="33" dur="500" fill="hold"/>
                                        <p:tgtEl>
                                          <p:spTgt spid="49"/>
                                        </p:tgtEl>
                                        <p:attrNameLst>
                                          <p:attrName>ppt_w</p:attrName>
                                        </p:attrNameLst>
                                      </p:cBhvr>
                                      <p:tavLst>
                                        <p:tav tm="0">
                                          <p:val>
                                            <p:fltVal val="0"/>
                                          </p:val>
                                        </p:tav>
                                        <p:tav tm="100000">
                                          <p:val>
                                            <p:strVal val="#ppt_w"/>
                                          </p:val>
                                        </p:tav>
                                      </p:tavLst>
                                    </p:anim>
                                    <p:anim calcmode="lin" valueType="num">
                                      <p:cBhvr>
                                        <p:cTn id="34" dur="500" fill="hold"/>
                                        <p:tgtEl>
                                          <p:spTgt spid="49"/>
                                        </p:tgtEl>
                                        <p:attrNameLst>
                                          <p:attrName>ppt_h</p:attrName>
                                        </p:attrNameLst>
                                      </p:cBhvr>
                                      <p:tavLst>
                                        <p:tav tm="0">
                                          <p:val>
                                            <p:fltVal val="0"/>
                                          </p:val>
                                        </p:tav>
                                        <p:tav tm="100000">
                                          <p:val>
                                            <p:strVal val="#ppt_h"/>
                                          </p:val>
                                        </p:tav>
                                      </p:tavLst>
                                    </p:anim>
                                    <p:animEffect transition="in" filter="fade">
                                      <p:cBhvr>
                                        <p:cTn id="35" dur="500"/>
                                        <p:tgtEl>
                                          <p:spTgt spid="49"/>
                                        </p:tgtEl>
                                      </p:cBhvr>
                                    </p:animEffect>
                                  </p:childTnLst>
                                </p:cTn>
                              </p:par>
                              <p:par>
                                <p:cTn id="36" presetID="2" presetClass="entr" presetSubtype="8" accel="50000" decel="50000" fill="hold"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500" fill="hold"/>
                                        <p:tgtEl>
                                          <p:spTgt spid="11"/>
                                        </p:tgtEl>
                                        <p:attrNameLst>
                                          <p:attrName>ppt_x</p:attrName>
                                        </p:attrNameLst>
                                      </p:cBhvr>
                                      <p:tavLst>
                                        <p:tav tm="0">
                                          <p:val>
                                            <p:strVal val="0-#ppt_w/2"/>
                                          </p:val>
                                        </p:tav>
                                        <p:tav tm="100000">
                                          <p:val>
                                            <p:strVal val="#ppt_x"/>
                                          </p:val>
                                        </p:tav>
                                      </p:tavLst>
                                    </p:anim>
                                    <p:anim calcmode="lin" valueType="num">
                                      <p:cBhvr additive="base">
                                        <p:cTn id="39" dur="500" fill="hold"/>
                                        <p:tgtEl>
                                          <p:spTgt spid="11"/>
                                        </p:tgtEl>
                                        <p:attrNameLst>
                                          <p:attrName>ppt_y</p:attrName>
                                        </p:attrNameLst>
                                      </p:cBhvr>
                                      <p:tavLst>
                                        <p:tav tm="0">
                                          <p:val>
                                            <p:strVal val="#ppt_y"/>
                                          </p:val>
                                        </p:tav>
                                        <p:tav tm="100000">
                                          <p:val>
                                            <p:strVal val="#ppt_y"/>
                                          </p:val>
                                        </p:tav>
                                      </p:tavLst>
                                    </p:anim>
                                  </p:childTnLst>
                                </p:cTn>
                              </p:par>
                            </p:childTnLst>
                          </p:cTn>
                        </p:par>
                        <p:par>
                          <p:cTn id="40" fill="hold">
                            <p:stCondLst>
                              <p:cond delay="3000"/>
                            </p:stCondLst>
                            <p:childTnLst>
                              <p:par>
                                <p:cTn id="41" presetID="53" presetClass="entr" presetSubtype="0"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p:cTn id="43" dur="500" fill="hold"/>
                                        <p:tgtEl>
                                          <p:spTgt spid="4"/>
                                        </p:tgtEl>
                                        <p:attrNameLst>
                                          <p:attrName>ppt_w</p:attrName>
                                        </p:attrNameLst>
                                      </p:cBhvr>
                                      <p:tavLst>
                                        <p:tav tm="0">
                                          <p:val>
                                            <p:fltVal val="0"/>
                                          </p:val>
                                        </p:tav>
                                        <p:tav tm="100000">
                                          <p:val>
                                            <p:strVal val="#ppt_w"/>
                                          </p:val>
                                        </p:tav>
                                      </p:tavLst>
                                    </p:anim>
                                    <p:anim calcmode="lin" valueType="num">
                                      <p:cBhvr>
                                        <p:cTn id="44" dur="500" fill="hold"/>
                                        <p:tgtEl>
                                          <p:spTgt spid="4"/>
                                        </p:tgtEl>
                                        <p:attrNameLst>
                                          <p:attrName>ppt_h</p:attrName>
                                        </p:attrNameLst>
                                      </p:cBhvr>
                                      <p:tavLst>
                                        <p:tav tm="0">
                                          <p:val>
                                            <p:fltVal val="0"/>
                                          </p:val>
                                        </p:tav>
                                        <p:tav tm="100000">
                                          <p:val>
                                            <p:strVal val="#ppt_h"/>
                                          </p:val>
                                        </p:tav>
                                      </p:tavLst>
                                    </p:anim>
                                    <p:animEffect transition="in" filter="fade">
                                      <p:cBhvr>
                                        <p:cTn id="45" dur="500"/>
                                        <p:tgtEl>
                                          <p:spTgt spid="4"/>
                                        </p:tgtEl>
                                      </p:cBhvr>
                                    </p:animEffect>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45"/>
                                        </p:tgtEl>
                                        <p:attrNameLst>
                                          <p:attrName>style.visibility</p:attrName>
                                        </p:attrNameLst>
                                      </p:cBhvr>
                                      <p:to>
                                        <p:strVal val="visible"/>
                                      </p:to>
                                    </p:set>
                                    <p:anim calcmode="lin" valueType="num">
                                      <p:cBhvr>
                                        <p:cTn id="49" dur="500" fill="hold"/>
                                        <p:tgtEl>
                                          <p:spTgt spid="45"/>
                                        </p:tgtEl>
                                        <p:attrNameLst>
                                          <p:attrName>ppt_w</p:attrName>
                                        </p:attrNameLst>
                                      </p:cBhvr>
                                      <p:tavLst>
                                        <p:tav tm="0">
                                          <p:val>
                                            <p:fltVal val="0"/>
                                          </p:val>
                                        </p:tav>
                                        <p:tav tm="100000">
                                          <p:val>
                                            <p:strVal val="#ppt_w"/>
                                          </p:val>
                                        </p:tav>
                                      </p:tavLst>
                                    </p:anim>
                                    <p:anim calcmode="lin" valueType="num">
                                      <p:cBhvr>
                                        <p:cTn id="50" dur="500" fill="hold"/>
                                        <p:tgtEl>
                                          <p:spTgt spid="45"/>
                                        </p:tgtEl>
                                        <p:attrNameLst>
                                          <p:attrName>ppt_h</p:attrName>
                                        </p:attrNameLst>
                                      </p:cBhvr>
                                      <p:tavLst>
                                        <p:tav tm="0">
                                          <p:val>
                                            <p:fltVal val="0"/>
                                          </p:val>
                                        </p:tav>
                                        <p:tav tm="100000">
                                          <p:val>
                                            <p:strVal val="#ppt_h"/>
                                          </p:val>
                                        </p:tav>
                                      </p:tavLst>
                                    </p:anim>
                                    <p:animEffect transition="in" filter="fade">
                                      <p:cBhvr>
                                        <p:cTn id="51" dur="500"/>
                                        <p:tgtEl>
                                          <p:spTgt spid="45"/>
                                        </p:tgtEl>
                                      </p:cBhvr>
                                    </p:animEffect>
                                  </p:childTnLst>
                                </p:cTn>
                              </p:par>
                              <p:par>
                                <p:cTn id="52" presetID="2" presetClass="entr" presetSubtype="8" accel="50000" decel="50000" fill="hold"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 fill="hold"/>
                                        <p:tgtEl>
                                          <p:spTgt spid="14"/>
                                        </p:tgtEl>
                                        <p:attrNameLst>
                                          <p:attrName>ppt_x</p:attrName>
                                        </p:attrNameLst>
                                      </p:cBhvr>
                                      <p:tavLst>
                                        <p:tav tm="0">
                                          <p:val>
                                            <p:strVal val="0-#ppt_w/2"/>
                                          </p:val>
                                        </p:tav>
                                        <p:tav tm="100000">
                                          <p:val>
                                            <p:strVal val="#ppt_x"/>
                                          </p:val>
                                        </p:tav>
                                      </p:tavLst>
                                    </p:anim>
                                    <p:anim calcmode="lin" valueType="num">
                                      <p:cBhvr additive="base">
                                        <p:cTn id="55" dur="500" fill="hold"/>
                                        <p:tgtEl>
                                          <p:spTgt spid="14"/>
                                        </p:tgtEl>
                                        <p:attrNameLst>
                                          <p:attrName>ppt_y</p:attrName>
                                        </p:attrNameLst>
                                      </p:cBhvr>
                                      <p:tavLst>
                                        <p:tav tm="0">
                                          <p:val>
                                            <p:strVal val="#ppt_y"/>
                                          </p:val>
                                        </p:tav>
                                        <p:tav tm="100000">
                                          <p:val>
                                            <p:strVal val="#ppt_y"/>
                                          </p:val>
                                        </p:tav>
                                      </p:tavLst>
                                    </p:anim>
                                  </p:childTnLst>
                                </p:cTn>
                              </p:par>
                            </p:childTnLst>
                          </p:cTn>
                        </p:par>
                        <p:par>
                          <p:cTn id="56" fill="hold">
                            <p:stCondLst>
                              <p:cond delay="4000"/>
                            </p:stCondLst>
                            <p:childTnLst>
                              <p:par>
                                <p:cTn id="57" presetID="53" presetClass="entr" presetSubtype="0" fill="hold" nodeType="afterEffect">
                                  <p:stCondLst>
                                    <p:cond delay="0"/>
                                  </p:stCondLst>
                                  <p:childTnLst>
                                    <p:set>
                                      <p:cBhvr>
                                        <p:cTn id="58" dur="1" fill="hold">
                                          <p:stCondLst>
                                            <p:cond delay="0"/>
                                          </p:stCondLst>
                                        </p:cTn>
                                        <p:tgtEl>
                                          <p:spTgt spid="5"/>
                                        </p:tgtEl>
                                        <p:attrNameLst>
                                          <p:attrName>style.visibility</p:attrName>
                                        </p:attrNameLst>
                                      </p:cBhvr>
                                      <p:to>
                                        <p:strVal val="visible"/>
                                      </p:to>
                                    </p:set>
                                    <p:anim calcmode="lin" valueType="num">
                                      <p:cBhvr>
                                        <p:cTn id="59" dur="500" fill="hold"/>
                                        <p:tgtEl>
                                          <p:spTgt spid="5"/>
                                        </p:tgtEl>
                                        <p:attrNameLst>
                                          <p:attrName>ppt_w</p:attrName>
                                        </p:attrNameLst>
                                      </p:cBhvr>
                                      <p:tavLst>
                                        <p:tav tm="0">
                                          <p:val>
                                            <p:fltVal val="0"/>
                                          </p:val>
                                        </p:tav>
                                        <p:tav tm="100000">
                                          <p:val>
                                            <p:strVal val="#ppt_w"/>
                                          </p:val>
                                        </p:tav>
                                      </p:tavLst>
                                    </p:anim>
                                    <p:anim calcmode="lin" valueType="num">
                                      <p:cBhvr>
                                        <p:cTn id="60" dur="500" fill="hold"/>
                                        <p:tgtEl>
                                          <p:spTgt spid="5"/>
                                        </p:tgtEl>
                                        <p:attrNameLst>
                                          <p:attrName>ppt_h</p:attrName>
                                        </p:attrNameLst>
                                      </p:cBhvr>
                                      <p:tavLst>
                                        <p:tav tm="0">
                                          <p:val>
                                            <p:fltVal val="0"/>
                                          </p:val>
                                        </p:tav>
                                        <p:tav tm="100000">
                                          <p:val>
                                            <p:strVal val="#ppt_h"/>
                                          </p:val>
                                        </p:tav>
                                      </p:tavLst>
                                    </p:anim>
                                    <p:animEffect transition="in" filter="fade">
                                      <p:cBhvr>
                                        <p:cTn id="61" dur="500"/>
                                        <p:tgtEl>
                                          <p:spTgt spid="5"/>
                                        </p:tgtEl>
                                      </p:cBhvr>
                                    </p:animEffect>
                                  </p:childTnLst>
                                </p:cTn>
                              </p:par>
                            </p:childTnLst>
                          </p:cTn>
                        </p:par>
                        <p:par>
                          <p:cTn id="62" fill="hold">
                            <p:stCondLst>
                              <p:cond delay="4500"/>
                            </p:stCondLst>
                            <p:childTnLst>
                              <p:par>
                                <p:cTn id="63" presetID="53" presetClass="entr" presetSubtype="0" fill="hold" grpId="0" nodeType="afterEffect">
                                  <p:stCondLst>
                                    <p:cond delay="0"/>
                                  </p:stCondLst>
                                  <p:childTnLst>
                                    <p:set>
                                      <p:cBhvr>
                                        <p:cTn id="64" dur="1" fill="hold">
                                          <p:stCondLst>
                                            <p:cond delay="0"/>
                                          </p:stCondLst>
                                        </p:cTn>
                                        <p:tgtEl>
                                          <p:spTgt spid="47"/>
                                        </p:tgtEl>
                                        <p:attrNameLst>
                                          <p:attrName>style.visibility</p:attrName>
                                        </p:attrNameLst>
                                      </p:cBhvr>
                                      <p:to>
                                        <p:strVal val="visible"/>
                                      </p:to>
                                    </p:set>
                                    <p:anim calcmode="lin" valueType="num">
                                      <p:cBhvr>
                                        <p:cTn id="65" dur="500" fill="hold"/>
                                        <p:tgtEl>
                                          <p:spTgt spid="47"/>
                                        </p:tgtEl>
                                        <p:attrNameLst>
                                          <p:attrName>ppt_w</p:attrName>
                                        </p:attrNameLst>
                                      </p:cBhvr>
                                      <p:tavLst>
                                        <p:tav tm="0">
                                          <p:val>
                                            <p:fltVal val="0"/>
                                          </p:val>
                                        </p:tav>
                                        <p:tav tm="100000">
                                          <p:val>
                                            <p:strVal val="#ppt_w"/>
                                          </p:val>
                                        </p:tav>
                                      </p:tavLst>
                                    </p:anim>
                                    <p:anim calcmode="lin" valueType="num">
                                      <p:cBhvr>
                                        <p:cTn id="66" dur="500" fill="hold"/>
                                        <p:tgtEl>
                                          <p:spTgt spid="47"/>
                                        </p:tgtEl>
                                        <p:attrNameLst>
                                          <p:attrName>ppt_h</p:attrName>
                                        </p:attrNameLst>
                                      </p:cBhvr>
                                      <p:tavLst>
                                        <p:tav tm="0">
                                          <p:val>
                                            <p:fltVal val="0"/>
                                          </p:val>
                                        </p:tav>
                                        <p:tav tm="100000">
                                          <p:val>
                                            <p:strVal val="#ppt_h"/>
                                          </p:val>
                                        </p:tav>
                                      </p:tavLst>
                                    </p:anim>
                                    <p:animEffect transition="in" filter="fade">
                                      <p:cBhvr>
                                        <p:cTn id="67" dur="500"/>
                                        <p:tgtEl>
                                          <p:spTgt spid="47"/>
                                        </p:tgtEl>
                                      </p:cBhvr>
                                    </p:animEffect>
                                  </p:childTnLst>
                                </p:cTn>
                              </p:par>
                              <p:par>
                                <p:cTn id="68" presetID="2" presetClass="entr" presetSubtype="2" accel="50000" decel="50000" fill="hold"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500" fill="hold"/>
                                        <p:tgtEl>
                                          <p:spTgt spid="12"/>
                                        </p:tgtEl>
                                        <p:attrNameLst>
                                          <p:attrName>ppt_x</p:attrName>
                                        </p:attrNameLst>
                                      </p:cBhvr>
                                      <p:tavLst>
                                        <p:tav tm="0">
                                          <p:val>
                                            <p:strVal val="1+#ppt_w/2"/>
                                          </p:val>
                                        </p:tav>
                                        <p:tav tm="100000">
                                          <p:val>
                                            <p:strVal val="#ppt_x"/>
                                          </p:val>
                                        </p:tav>
                                      </p:tavLst>
                                    </p:anim>
                                    <p:anim calcmode="lin" valueType="num">
                                      <p:cBhvr additive="base">
                                        <p:cTn id="71" dur="500" fill="hold"/>
                                        <p:tgtEl>
                                          <p:spTgt spid="12"/>
                                        </p:tgtEl>
                                        <p:attrNameLst>
                                          <p:attrName>ppt_y</p:attrName>
                                        </p:attrNameLst>
                                      </p:cBhvr>
                                      <p:tavLst>
                                        <p:tav tm="0">
                                          <p:val>
                                            <p:strVal val="#ppt_y"/>
                                          </p:val>
                                        </p:tav>
                                        <p:tav tm="100000">
                                          <p:val>
                                            <p:strVal val="#ppt_y"/>
                                          </p:val>
                                        </p:tav>
                                      </p:tavLst>
                                    </p:anim>
                                  </p:childTnLst>
                                </p:cTn>
                              </p:par>
                            </p:childTnLst>
                          </p:cTn>
                        </p:par>
                        <p:par>
                          <p:cTn id="72" fill="hold">
                            <p:stCondLst>
                              <p:cond delay="5000"/>
                            </p:stCondLst>
                            <p:childTnLst>
                              <p:par>
                                <p:cTn id="73" presetID="53" presetClass="entr" presetSubtype="0" fill="hold" nodeType="after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500" fill="hold"/>
                                        <p:tgtEl>
                                          <p:spTgt spid="7"/>
                                        </p:tgtEl>
                                        <p:attrNameLst>
                                          <p:attrName>ppt_w</p:attrName>
                                        </p:attrNameLst>
                                      </p:cBhvr>
                                      <p:tavLst>
                                        <p:tav tm="0">
                                          <p:val>
                                            <p:fltVal val="0"/>
                                          </p:val>
                                        </p:tav>
                                        <p:tav tm="100000">
                                          <p:val>
                                            <p:strVal val="#ppt_w"/>
                                          </p:val>
                                        </p:tav>
                                      </p:tavLst>
                                    </p:anim>
                                    <p:anim calcmode="lin" valueType="num">
                                      <p:cBhvr>
                                        <p:cTn id="76" dur="500" fill="hold"/>
                                        <p:tgtEl>
                                          <p:spTgt spid="7"/>
                                        </p:tgtEl>
                                        <p:attrNameLst>
                                          <p:attrName>ppt_h</p:attrName>
                                        </p:attrNameLst>
                                      </p:cBhvr>
                                      <p:tavLst>
                                        <p:tav tm="0">
                                          <p:val>
                                            <p:fltVal val="0"/>
                                          </p:val>
                                        </p:tav>
                                        <p:tav tm="100000">
                                          <p:val>
                                            <p:strVal val="#ppt_h"/>
                                          </p:val>
                                        </p:tav>
                                      </p:tavLst>
                                    </p:anim>
                                    <p:animEffect transition="in" filter="fade">
                                      <p:cBhvr>
                                        <p:cTn id="77" dur="500"/>
                                        <p:tgtEl>
                                          <p:spTgt spid="7"/>
                                        </p:tgtEl>
                                      </p:cBhvr>
                                    </p:animEffect>
                                  </p:childTnLst>
                                </p:cTn>
                              </p:par>
                            </p:childTnLst>
                          </p:cTn>
                        </p:par>
                        <p:par>
                          <p:cTn id="78" fill="hold">
                            <p:stCondLst>
                              <p:cond delay="5500"/>
                            </p:stCondLst>
                            <p:childTnLst>
                              <p:par>
                                <p:cTn id="79" presetID="53" presetClass="entr" presetSubtype="0" fill="hold" grpId="0" nodeType="afterEffect">
                                  <p:stCondLst>
                                    <p:cond delay="0"/>
                                  </p:stCondLst>
                                  <p:childTnLst>
                                    <p:set>
                                      <p:cBhvr>
                                        <p:cTn id="80" dur="1" fill="hold">
                                          <p:stCondLst>
                                            <p:cond delay="0"/>
                                          </p:stCondLst>
                                        </p:cTn>
                                        <p:tgtEl>
                                          <p:spTgt spid="48"/>
                                        </p:tgtEl>
                                        <p:attrNameLst>
                                          <p:attrName>style.visibility</p:attrName>
                                        </p:attrNameLst>
                                      </p:cBhvr>
                                      <p:to>
                                        <p:strVal val="visible"/>
                                      </p:to>
                                    </p:set>
                                    <p:anim calcmode="lin" valueType="num">
                                      <p:cBhvr>
                                        <p:cTn id="81" dur="500" fill="hold"/>
                                        <p:tgtEl>
                                          <p:spTgt spid="48"/>
                                        </p:tgtEl>
                                        <p:attrNameLst>
                                          <p:attrName>ppt_w</p:attrName>
                                        </p:attrNameLst>
                                      </p:cBhvr>
                                      <p:tavLst>
                                        <p:tav tm="0">
                                          <p:val>
                                            <p:fltVal val="0"/>
                                          </p:val>
                                        </p:tav>
                                        <p:tav tm="100000">
                                          <p:val>
                                            <p:strVal val="#ppt_w"/>
                                          </p:val>
                                        </p:tav>
                                      </p:tavLst>
                                    </p:anim>
                                    <p:anim calcmode="lin" valueType="num">
                                      <p:cBhvr>
                                        <p:cTn id="82" dur="500" fill="hold"/>
                                        <p:tgtEl>
                                          <p:spTgt spid="48"/>
                                        </p:tgtEl>
                                        <p:attrNameLst>
                                          <p:attrName>ppt_h</p:attrName>
                                        </p:attrNameLst>
                                      </p:cBhvr>
                                      <p:tavLst>
                                        <p:tav tm="0">
                                          <p:val>
                                            <p:fltVal val="0"/>
                                          </p:val>
                                        </p:tav>
                                        <p:tav tm="100000">
                                          <p:val>
                                            <p:strVal val="#ppt_h"/>
                                          </p:val>
                                        </p:tav>
                                      </p:tavLst>
                                    </p:anim>
                                    <p:animEffect transition="in" filter="fade">
                                      <p:cBhvr>
                                        <p:cTn id="83" dur="500"/>
                                        <p:tgtEl>
                                          <p:spTgt spid="48"/>
                                        </p:tgtEl>
                                      </p:cBhvr>
                                    </p:animEffect>
                                  </p:childTnLst>
                                </p:cTn>
                              </p:par>
                              <p:par>
                                <p:cTn id="84" presetID="2" presetClass="entr" presetSubtype="2" accel="50000" decel="50000" fill="hold" nodeType="with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additive="base">
                                        <p:cTn id="86" dur="500" fill="hold"/>
                                        <p:tgtEl>
                                          <p:spTgt spid="15"/>
                                        </p:tgtEl>
                                        <p:attrNameLst>
                                          <p:attrName>ppt_x</p:attrName>
                                        </p:attrNameLst>
                                      </p:cBhvr>
                                      <p:tavLst>
                                        <p:tav tm="0">
                                          <p:val>
                                            <p:strVal val="1+#ppt_w/2"/>
                                          </p:val>
                                        </p:tav>
                                        <p:tav tm="100000">
                                          <p:val>
                                            <p:strVal val="#ppt_x"/>
                                          </p:val>
                                        </p:tav>
                                      </p:tavLst>
                                    </p:anim>
                                    <p:anim calcmode="lin" valueType="num">
                                      <p:cBhvr additive="base">
                                        <p:cTn id="87" dur="500" fill="hold"/>
                                        <p:tgtEl>
                                          <p:spTgt spid="15"/>
                                        </p:tgtEl>
                                        <p:attrNameLst>
                                          <p:attrName>ppt_y</p:attrName>
                                        </p:attrNameLst>
                                      </p:cBhvr>
                                      <p:tavLst>
                                        <p:tav tm="0">
                                          <p:val>
                                            <p:strVal val="#ppt_y"/>
                                          </p:val>
                                        </p:tav>
                                        <p:tav tm="100000">
                                          <p:val>
                                            <p:strVal val="#ppt_y"/>
                                          </p:val>
                                        </p:tav>
                                      </p:tavLst>
                                    </p:anim>
                                  </p:childTnLst>
                                </p:cTn>
                              </p:par>
                            </p:childTnLst>
                          </p:cTn>
                        </p:par>
                        <p:par>
                          <p:cTn id="88" fill="hold">
                            <p:stCondLst>
                              <p:cond delay="6000"/>
                            </p:stCondLst>
                            <p:childTnLst>
                              <p:par>
                                <p:cTn id="89" presetID="53" presetClass="entr" presetSubtype="0" fill="hold" nodeType="afterEffect">
                                  <p:stCondLst>
                                    <p:cond delay="0"/>
                                  </p:stCondLst>
                                  <p:childTnLst>
                                    <p:set>
                                      <p:cBhvr>
                                        <p:cTn id="90" dur="1" fill="hold">
                                          <p:stCondLst>
                                            <p:cond delay="0"/>
                                          </p:stCondLst>
                                        </p:cTn>
                                        <p:tgtEl>
                                          <p:spTgt spid="8"/>
                                        </p:tgtEl>
                                        <p:attrNameLst>
                                          <p:attrName>style.visibility</p:attrName>
                                        </p:attrNameLst>
                                      </p:cBhvr>
                                      <p:to>
                                        <p:strVal val="visible"/>
                                      </p:to>
                                    </p:set>
                                    <p:anim calcmode="lin" valueType="num">
                                      <p:cBhvr>
                                        <p:cTn id="91" dur="500" fill="hold"/>
                                        <p:tgtEl>
                                          <p:spTgt spid="8"/>
                                        </p:tgtEl>
                                        <p:attrNameLst>
                                          <p:attrName>ppt_w</p:attrName>
                                        </p:attrNameLst>
                                      </p:cBhvr>
                                      <p:tavLst>
                                        <p:tav tm="0">
                                          <p:val>
                                            <p:fltVal val="0"/>
                                          </p:val>
                                        </p:tav>
                                        <p:tav tm="100000">
                                          <p:val>
                                            <p:strVal val="#ppt_w"/>
                                          </p:val>
                                        </p:tav>
                                      </p:tavLst>
                                    </p:anim>
                                    <p:anim calcmode="lin" valueType="num">
                                      <p:cBhvr>
                                        <p:cTn id="92" dur="500" fill="hold"/>
                                        <p:tgtEl>
                                          <p:spTgt spid="8"/>
                                        </p:tgtEl>
                                        <p:attrNameLst>
                                          <p:attrName>ppt_h</p:attrName>
                                        </p:attrNameLst>
                                      </p:cBhvr>
                                      <p:tavLst>
                                        <p:tav tm="0">
                                          <p:val>
                                            <p:fltVal val="0"/>
                                          </p:val>
                                        </p:tav>
                                        <p:tav tm="100000">
                                          <p:val>
                                            <p:strVal val="#ppt_h"/>
                                          </p:val>
                                        </p:tav>
                                      </p:tavLst>
                                    </p:anim>
                                    <p:animEffect transition="in" filter="fade">
                                      <p:cBhvr>
                                        <p:cTn id="93" dur="500"/>
                                        <p:tgtEl>
                                          <p:spTgt spid="8"/>
                                        </p:tgtEl>
                                      </p:cBhvr>
                                    </p:animEffect>
                                  </p:childTnLst>
                                </p:cTn>
                              </p:par>
                            </p:childTnLst>
                          </p:cTn>
                        </p:par>
                        <p:par>
                          <p:cTn id="94" fill="hold">
                            <p:stCondLst>
                              <p:cond delay="6500"/>
                            </p:stCondLst>
                            <p:childTnLst>
                              <p:par>
                                <p:cTn id="95" presetID="53" presetClass="entr" presetSubtype="0" fill="hold" grpId="0" nodeType="afterEffect">
                                  <p:stCondLst>
                                    <p:cond delay="0"/>
                                  </p:stCondLst>
                                  <p:childTnLst>
                                    <p:set>
                                      <p:cBhvr>
                                        <p:cTn id="96" dur="1" fill="hold">
                                          <p:stCondLst>
                                            <p:cond delay="0"/>
                                          </p:stCondLst>
                                        </p:cTn>
                                        <p:tgtEl>
                                          <p:spTgt spid="46"/>
                                        </p:tgtEl>
                                        <p:attrNameLst>
                                          <p:attrName>style.visibility</p:attrName>
                                        </p:attrNameLst>
                                      </p:cBhvr>
                                      <p:to>
                                        <p:strVal val="visible"/>
                                      </p:to>
                                    </p:set>
                                    <p:anim calcmode="lin" valueType="num">
                                      <p:cBhvr>
                                        <p:cTn id="97" dur="500" fill="hold"/>
                                        <p:tgtEl>
                                          <p:spTgt spid="46"/>
                                        </p:tgtEl>
                                        <p:attrNameLst>
                                          <p:attrName>ppt_w</p:attrName>
                                        </p:attrNameLst>
                                      </p:cBhvr>
                                      <p:tavLst>
                                        <p:tav tm="0">
                                          <p:val>
                                            <p:fltVal val="0"/>
                                          </p:val>
                                        </p:tav>
                                        <p:tav tm="100000">
                                          <p:val>
                                            <p:strVal val="#ppt_w"/>
                                          </p:val>
                                        </p:tav>
                                      </p:tavLst>
                                    </p:anim>
                                    <p:anim calcmode="lin" valueType="num">
                                      <p:cBhvr>
                                        <p:cTn id="98" dur="500" fill="hold"/>
                                        <p:tgtEl>
                                          <p:spTgt spid="46"/>
                                        </p:tgtEl>
                                        <p:attrNameLst>
                                          <p:attrName>ppt_h</p:attrName>
                                        </p:attrNameLst>
                                      </p:cBhvr>
                                      <p:tavLst>
                                        <p:tav tm="0">
                                          <p:val>
                                            <p:fltVal val="0"/>
                                          </p:val>
                                        </p:tav>
                                        <p:tav tm="100000">
                                          <p:val>
                                            <p:strVal val="#ppt_h"/>
                                          </p:val>
                                        </p:tav>
                                      </p:tavLst>
                                    </p:anim>
                                    <p:animEffect transition="in" filter="fade">
                                      <p:cBhvr>
                                        <p:cTn id="99" dur="500"/>
                                        <p:tgtEl>
                                          <p:spTgt spid="46"/>
                                        </p:tgtEl>
                                      </p:cBhvr>
                                    </p:animEffect>
                                  </p:childTnLst>
                                </p:cTn>
                              </p:par>
                              <p:par>
                                <p:cTn id="100" presetID="2" presetClass="entr" presetSubtype="2" accel="50000" decel="50000" fill="hold"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500" fill="hold"/>
                                        <p:tgtEl>
                                          <p:spTgt spid="10"/>
                                        </p:tgtEl>
                                        <p:attrNameLst>
                                          <p:attrName>ppt_x</p:attrName>
                                        </p:attrNameLst>
                                      </p:cBhvr>
                                      <p:tavLst>
                                        <p:tav tm="0">
                                          <p:val>
                                            <p:strVal val="1+#ppt_w/2"/>
                                          </p:val>
                                        </p:tav>
                                        <p:tav tm="100000">
                                          <p:val>
                                            <p:strVal val="#ppt_x"/>
                                          </p:val>
                                        </p:tav>
                                      </p:tavLst>
                                    </p:anim>
                                    <p:anim calcmode="lin" valueType="num">
                                      <p:cBhvr additive="base">
                                        <p:cTn id="103"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42" grpId="0" animBg="1"/>
      <p:bldP spid="45" grpId="0" animBg="1"/>
      <p:bldP spid="46" grpId="0" animBg="1"/>
      <p:bldP spid="47" grpId="0" animBg="1"/>
      <p:bldP spid="48" grpId="0" animBg="1"/>
      <p:bldP spid="49"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3"/>
          <p:cNvGrpSpPr/>
          <p:nvPr/>
        </p:nvGrpSpPr>
        <p:grpSpPr>
          <a:xfrm>
            <a:off x="2996813" y="1607064"/>
            <a:ext cx="465169" cy="217757"/>
            <a:chOff x="3366566" y="1459073"/>
            <a:chExt cx="465169" cy="221445"/>
          </a:xfrm>
        </p:grpSpPr>
        <p:cxnSp>
          <p:nvCxnSpPr>
            <p:cNvPr id="38" name="Straight Connector 37"/>
            <p:cNvCxnSpPr/>
            <p:nvPr/>
          </p:nvCxnSpPr>
          <p:spPr>
            <a:xfrm flipH="1" flipV="1">
              <a:off x="3592681" y="1460250"/>
              <a:ext cx="239054" cy="220268"/>
            </a:xfrm>
            <a:prstGeom prst="line">
              <a:avLst/>
            </a:prstGeom>
            <a:ln w="19050" cap="rnd">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H="1">
              <a:off x="3366566" y="1459073"/>
              <a:ext cx="226116" cy="0"/>
            </a:xfrm>
            <a:prstGeom prst="line">
              <a:avLst/>
            </a:prstGeom>
            <a:ln w="19050" cap="rnd">
              <a:solidFill>
                <a:schemeClr val="accent2"/>
              </a:solidFill>
              <a:prstDash val="solid"/>
            </a:ln>
          </p:spPr>
          <p:style>
            <a:lnRef idx="1">
              <a:schemeClr val="accent1"/>
            </a:lnRef>
            <a:fillRef idx="0">
              <a:schemeClr val="accent1"/>
            </a:fillRef>
            <a:effectRef idx="0">
              <a:schemeClr val="accent1"/>
            </a:effectRef>
            <a:fontRef idx="minor">
              <a:schemeClr val="tx1"/>
            </a:fontRef>
          </p:style>
        </p:cxnSp>
      </p:grpSp>
      <p:grpSp>
        <p:nvGrpSpPr>
          <p:cNvPr id="3" name="Group 74"/>
          <p:cNvGrpSpPr/>
          <p:nvPr/>
        </p:nvGrpSpPr>
        <p:grpSpPr>
          <a:xfrm flipH="1">
            <a:off x="5614188" y="1605261"/>
            <a:ext cx="513201" cy="221363"/>
            <a:chOff x="3318534" y="1459155"/>
            <a:chExt cx="513201" cy="221363"/>
          </a:xfrm>
        </p:grpSpPr>
        <p:cxnSp>
          <p:nvCxnSpPr>
            <p:cNvPr id="41" name="Straight Connector 40"/>
            <p:cNvCxnSpPr/>
            <p:nvPr/>
          </p:nvCxnSpPr>
          <p:spPr>
            <a:xfrm flipH="1" flipV="1">
              <a:off x="3592681" y="1460250"/>
              <a:ext cx="239054" cy="220268"/>
            </a:xfrm>
            <a:prstGeom prst="line">
              <a:avLst/>
            </a:prstGeom>
            <a:ln w="19050" cap="rnd">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318534" y="1459155"/>
              <a:ext cx="274147" cy="0"/>
            </a:xfrm>
            <a:prstGeom prst="line">
              <a:avLst/>
            </a:prstGeom>
            <a:ln w="19050" cap="rnd">
              <a:solidFill>
                <a:schemeClr val="accent3"/>
              </a:solidFill>
              <a:prstDash val="solid"/>
            </a:ln>
          </p:spPr>
          <p:style>
            <a:lnRef idx="1">
              <a:schemeClr val="accent1"/>
            </a:lnRef>
            <a:fillRef idx="0">
              <a:schemeClr val="accent1"/>
            </a:fillRef>
            <a:effectRef idx="0">
              <a:schemeClr val="accent1"/>
            </a:effectRef>
            <a:fontRef idx="minor">
              <a:schemeClr val="tx1"/>
            </a:fontRef>
          </p:style>
        </p:cxnSp>
      </p:grpSp>
      <p:grpSp>
        <p:nvGrpSpPr>
          <p:cNvPr id="4" name="Group 81"/>
          <p:cNvGrpSpPr/>
          <p:nvPr/>
        </p:nvGrpSpPr>
        <p:grpSpPr>
          <a:xfrm flipV="1">
            <a:off x="2996813" y="4026378"/>
            <a:ext cx="455253" cy="217757"/>
            <a:chOff x="3376482" y="1459073"/>
            <a:chExt cx="455253" cy="221445"/>
          </a:xfrm>
        </p:grpSpPr>
        <p:cxnSp>
          <p:nvCxnSpPr>
            <p:cNvPr id="44" name="Straight Connector 43"/>
            <p:cNvCxnSpPr/>
            <p:nvPr/>
          </p:nvCxnSpPr>
          <p:spPr>
            <a:xfrm flipH="1" flipV="1">
              <a:off x="3592681" y="1460250"/>
              <a:ext cx="239054" cy="220268"/>
            </a:xfrm>
            <a:prstGeom prst="line">
              <a:avLst/>
            </a:prstGeom>
            <a:ln w="1905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flipV="1">
              <a:off x="3376482" y="1459073"/>
              <a:ext cx="216200" cy="0"/>
            </a:xfrm>
            <a:prstGeom prst="line">
              <a:avLst/>
            </a:prstGeom>
            <a:ln w="1905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84"/>
          <p:cNvGrpSpPr/>
          <p:nvPr/>
        </p:nvGrpSpPr>
        <p:grpSpPr>
          <a:xfrm flipH="1" flipV="1">
            <a:off x="5635041" y="4024575"/>
            <a:ext cx="492348" cy="221363"/>
            <a:chOff x="3339387" y="1459155"/>
            <a:chExt cx="492348" cy="221363"/>
          </a:xfrm>
        </p:grpSpPr>
        <p:cxnSp>
          <p:nvCxnSpPr>
            <p:cNvPr id="47" name="Straight Connector 46"/>
            <p:cNvCxnSpPr/>
            <p:nvPr/>
          </p:nvCxnSpPr>
          <p:spPr>
            <a:xfrm flipH="1" flipV="1">
              <a:off x="3592681" y="1460250"/>
              <a:ext cx="239054" cy="220268"/>
            </a:xfrm>
            <a:prstGeom prst="line">
              <a:avLst/>
            </a:prstGeom>
            <a:ln w="19050" cap="rnd">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flipH="1" flipV="1">
              <a:off x="3339387" y="1459155"/>
              <a:ext cx="253294" cy="0"/>
            </a:xfrm>
            <a:prstGeom prst="line">
              <a:avLst/>
            </a:prstGeom>
            <a:ln w="19050" cap="rnd">
              <a:solidFill>
                <a:schemeClr val="accent4"/>
              </a:solidFill>
              <a:prstDash val="solid"/>
            </a:ln>
          </p:spPr>
          <p:style>
            <a:lnRef idx="1">
              <a:schemeClr val="accent1"/>
            </a:lnRef>
            <a:fillRef idx="0">
              <a:schemeClr val="accent1"/>
            </a:fillRef>
            <a:effectRef idx="0">
              <a:schemeClr val="accent1"/>
            </a:effectRef>
            <a:fontRef idx="minor">
              <a:schemeClr val="tx1"/>
            </a:fontRef>
          </p:style>
        </p:cxnSp>
      </p:grpSp>
      <p:sp>
        <p:nvSpPr>
          <p:cNvPr id="7" name="Title 6"/>
          <p:cNvSpPr>
            <a:spLocks noGrp="1"/>
          </p:cNvSpPr>
          <p:nvPr>
            <p:ph type="title"/>
          </p:nvPr>
        </p:nvSpPr>
        <p:spPr/>
        <p:txBody>
          <a:bodyPr/>
          <a:lstStyle/>
          <a:p>
            <a:r>
              <a:rPr lang="en-US"/>
              <a:t>Circular Infographic</a:t>
            </a:r>
            <a:endParaRPr lang="en-US" dirty="0"/>
          </a:p>
        </p:txBody>
      </p:sp>
      <p:sp>
        <p:nvSpPr>
          <p:cNvPr id="8" name="Text Placeholder 7"/>
          <p:cNvSpPr>
            <a:spLocks noGrp="1"/>
          </p:cNvSpPr>
          <p:nvPr>
            <p:ph type="body" sz="half" idx="2"/>
          </p:nvPr>
        </p:nvSpPr>
        <p:spPr/>
        <p:txBody>
          <a:bodyPr/>
          <a:lstStyle/>
          <a:p>
            <a:r>
              <a:rPr lang="en-US"/>
              <a:t>Circular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100</a:t>
            </a:fld>
            <a:endParaRPr lang="en-US" dirty="0"/>
          </a:p>
        </p:txBody>
      </p:sp>
      <p:sp>
        <p:nvSpPr>
          <p:cNvPr id="1029" name="Freeform 5"/>
          <p:cNvSpPr>
            <a:spLocks/>
          </p:cNvSpPr>
          <p:nvPr/>
        </p:nvSpPr>
        <p:spPr bwMode="auto">
          <a:xfrm>
            <a:off x="2705100" y="2354623"/>
            <a:ext cx="1865313" cy="2238375"/>
          </a:xfrm>
          <a:custGeom>
            <a:avLst/>
            <a:gdLst/>
            <a:ahLst/>
            <a:cxnLst>
              <a:cxn ang="0">
                <a:pos x="248" y="158"/>
              </a:cxn>
              <a:cxn ang="0">
                <a:pos x="248" y="160"/>
              </a:cxn>
              <a:cxn ang="0">
                <a:pos x="250" y="192"/>
              </a:cxn>
              <a:cxn ang="0">
                <a:pos x="321" y="335"/>
              </a:cxn>
              <a:cxn ang="0">
                <a:pos x="437" y="401"/>
              </a:cxn>
              <a:cxn ang="0">
                <a:pos x="496" y="408"/>
              </a:cxn>
              <a:cxn ang="0">
                <a:pos x="496" y="595"/>
              </a:cxn>
              <a:cxn ang="0">
                <a:pos x="430" y="591"/>
              </a:cxn>
              <a:cxn ang="0">
                <a:pos x="189" y="468"/>
              </a:cxn>
              <a:cxn ang="0">
                <a:pos x="62" y="192"/>
              </a:cxn>
              <a:cxn ang="0">
                <a:pos x="61" y="160"/>
              </a:cxn>
              <a:cxn ang="0">
                <a:pos x="61" y="158"/>
              </a:cxn>
              <a:cxn ang="0">
                <a:pos x="0" y="158"/>
              </a:cxn>
              <a:cxn ang="0">
                <a:pos x="157" y="0"/>
              </a:cxn>
              <a:cxn ang="0">
                <a:pos x="313" y="158"/>
              </a:cxn>
              <a:cxn ang="0">
                <a:pos x="248" y="158"/>
              </a:cxn>
            </a:cxnLst>
            <a:rect l="0" t="0" r="r" b="b"/>
            <a:pathLst>
              <a:path w="496" h="595">
                <a:moveTo>
                  <a:pt x="248" y="158"/>
                </a:moveTo>
                <a:cubicBezTo>
                  <a:pt x="248" y="158"/>
                  <a:pt x="248" y="159"/>
                  <a:pt x="248" y="160"/>
                </a:cubicBezTo>
                <a:cubicBezTo>
                  <a:pt x="248" y="171"/>
                  <a:pt x="249" y="182"/>
                  <a:pt x="250" y="192"/>
                </a:cubicBezTo>
                <a:cubicBezTo>
                  <a:pt x="257" y="247"/>
                  <a:pt x="281" y="295"/>
                  <a:pt x="321" y="335"/>
                </a:cubicBezTo>
                <a:cubicBezTo>
                  <a:pt x="355" y="369"/>
                  <a:pt x="393" y="391"/>
                  <a:pt x="437" y="401"/>
                </a:cubicBezTo>
                <a:cubicBezTo>
                  <a:pt x="456" y="406"/>
                  <a:pt x="475" y="408"/>
                  <a:pt x="496" y="408"/>
                </a:cubicBezTo>
                <a:cubicBezTo>
                  <a:pt x="496" y="595"/>
                  <a:pt x="496" y="595"/>
                  <a:pt x="496" y="595"/>
                </a:cubicBezTo>
                <a:cubicBezTo>
                  <a:pt x="474" y="595"/>
                  <a:pt x="452" y="594"/>
                  <a:pt x="430" y="591"/>
                </a:cubicBezTo>
                <a:cubicBezTo>
                  <a:pt x="338" y="578"/>
                  <a:pt x="258" y="537"/>
                  <a:pt x="189" y="468"/>
                </a:cubicBezTo>
                <a:cubicBezTo>
                  <a:pt x="112" y="390"/>
                  <a:pt x="69" y="299"/>
                  <a:pt x="62" y="192"/>
                </a:cubicBezTo>
                <a:cubicBezTo>
                  <a:pt x="61" y="182"/>
                  <a:pt x="61" y="171"/>
                  <a:pt x="61" y="160"/>
                </a:cubicBezTo>
                <a:cubicBezTo>
                  <a:pt x="61" y="159"/>
                  <a:pt x="61" y="158"/>
                  <a:pt x="61" y="158"/>
                </a:cubicBezTo>
                <a:cubicBezTo>
                  <a:pt x="0" y="158"/>
                  <a:pt x="0" y="158"/>
                  <a:pt x="0" y="158"/>
                </a:cubicBezTo>
                <a:cubicBezTo>
                  <a:pt x="157" y="0"/>
                  <a:pt x="157" y="0"/>
                  <a:pt x="157" y="0"/>
                </a:cubicBezTo>
                <a:cubicBezTo>
                  <a:pt x="313" y="158"/>
                  <a:pt x="313" y="158"/>
                  <a:pt x="313" y="158"/>
                </a:cubicBezTo>
                <a:lnTo>
                  <a:pt x="248" y="15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0" name="Freeform 6"/>
          <p:cNvSpPr>
            <a:spLocks/>
          </p:cNvSpPr>
          <p:nvPr/>
        </p:nvSpPr>
        <p:spPr bwMode="auto">
          <a:xfrm>
            <a:off x="3968750" y="2948348"/>
            <a:ext cx="2244725" cy="1870075"/>
          </a:xfrm>
          <a:custGeom>
            <a:avLst/>
            <a:gdLst/>
            <a:ahLst/>
            <a:cxnLst>
              <a:cxn ang="0">
                <a:pos x="403" y="61"/>
              </a:cxn>
              <a:cxn ang="0">
                <a:pos x="410" y="2"/>
              </a:cxn>
              <a:cxn ang="0">
                <a:pos x="410" y="0"/>
              </a:cxn>
              <a:cxn ang="0">
                <a:pos x="597" y="0"/>
              </a:cxn>
              <a:cxn ang="0">
                <a:pos x="597" y="2"/>
              </a:cxn>
              <a:cxn ang="0">
                <a:pos x="592" y="68"/>
              </a:cxn>
              <a:cxn ang="0">
                <a:pos x="469" y="310"/>
              </a:cxn>
              <a:cxn ang="0">
                <a:pos x="161" y="437"/>
              </a:cxn>
              <a:cxn ang="0">
                <a:pos x="160" y="437"/>
              </a:cxn>
              <a:cxn ang="0">
                <a:pos x="160" y="497"/>
              </a:cxn>
              <a:cxn ang="0">
                <a:pos x="0" y="341"/>
              </a:cxn>
              <a:cxn ang="0">
                <a:pos x="160" y="185"/>
              </a:cxn>
              <a:cxn ang="0">
                <a:pos x="160" y="250"/>
              </a:cxn>
              <a:cxn ang="0">
                <a:pos x="161" y="250"/>
              </a:cxn>
              <a:cxn ang="0">
                <a:pos x="337" y="177"/>
              </a:cxn>
              <a:cxn ang="0">
                <a:pos x="403" y="61"/>
              </a:cxn>
            </a:cxnLst>
            <a:rect l="0" t="0" r="r" b="b"/>
            <a:pathLst>
              <a:path w="597" h="497">
                <a:moveTo>
                  <a:pt x="403" y="61"/>
                </a:moveTo>
                <a:cubicBezTo>
                  <a:pt x="408" y="42"/>
                  <a:pt x="410" y="22"/>
                  <a:pt x="410" y="2"/>
                </a:cubicBezTo>
                <a:cubicBezTo>
                  <a:pt x="410" y="1"/>
                  <a:pt x="410" y="0"/>
                  <a:pt x="410" y="0"/>
                </a:cubicBezTo>
                <a:cubicBezTo>
                  <a:pt x="597" y="0"/>
                  <a:pt x="597" y="0"/>
                  <a:pt x="597" y="0"/>
                </a:cubicBezTo>
                <a:cubicBezTo>
                  <a:pt x="597" y="0"/>
                  <a:pt x="597" y="1"/>
                  <a:pt x="597" y="2"/>
                </a:cubicBezTo>
                <a:cubicBezTo>
                  <a:pt x="597" y="24"/>
                  <a:pt x="595" y="46"/>
                  <a:pt x="592" y="68"/>
                </a:cubicBezTo>
                <a:cubicBezTo>
                  <a:pt x="579" y="160"/>
                  <a:pt x="538" y="241"/>
                  <a:pt x="469" y="310"/>
                </a:cubicBezTo>
                <a:cubicBezTo>
                  <a:pt x="384" y="395"/>
                  <a:pt x="281" y="437"/>
                  <a:pt x="161" y="437"/>
                </a:cubicBezTo>
                <a:cubicBezTo>
                  <a:pt x="161" y="437"/>
                  <a:pt x="160" y="437"/>
                  <a:pt x="160" y="437"/>
                </a:cubicBezTo>
                <a:cubicBezTo>
                  <a:pt x="160" y="497"/>
                  <a:pt x="160" y="497"/>
                  <a:pt x="160" y="497"/>
                </a:cubicBezTo>
                <a:cubicBezTo>
                  <a:pt x="0" y="341"/>
                  <a:pt x="0" y="341"/>
                  <a:pt x="0" y="341"/>
                </a:cubicBezTo>
                <a:cubicBezTo>
                  <a:pt x="160" y="185"/>
                  <a:pt x="160" y="185"/>
                  <a:pt x="160" y="185"/>
                </a:cubicBezTo>
                <a:cubicBezTo>
                  <a:pt x="160" y="250"/>
                  <a:pt x="160" y="250"/>
                  <a:pt x="160" y="250"/>
                </a:cubicBezTo>
                <a:cubicBezTo>
                  <a:pt x="160" y="250"/>
                  <a:pt x="161" y="250"/>
                  <a:pt x="161" y="250"/>
                </a:cubicBezTo>
                <a:cubicBezTo>
                  <a:pt x="230" y="250"/>
                  <a:pt x="288" y="226"/>
                  <a:pt x="337" y="177"/>
                </a:cubicBezTo>
                <a:cubicBezTo>
                  <a:pt x="371" y="143"/>
                  <a:pt x="393" y="104"/>
                  <a:pt x="403" y="6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1" name="Freeform 7"/>
          <p:cNvSpPr>
            <a:spLocks/>
          </p:cNvSpPr>
          <p:nvPr/>
        </p:nvSpPr>
        <p:spPr bwMode="auto">
          <a:xfrm>
            <a:off x="4570413" y="1311636"/>
            <a:ext cx="1871663" cy="2246312"/>
          </a:xfrm>
          <a:custGeom>
            <a:avLst/>
            <a:gdLst/>
            <a:ahLst/>
            <a:cxnLst>
              <a:cxn ang="0">
                <a:pos x="67" y="5"/>
              </a:cxn>
              <a:cxn ang="0">
                <a:pos x="309" y="129"/>
              </a:cxn>
              <a:cxn ang="0">
                <a:pos x="437" y="435"/>
              </a:cxn>
              <a:cxn ang="0">
                <a:pos x="498" y="435"/>
              </a:cxn>
              <a:cxn ang="0">
                <a:pos x="341" y="597"/>
              </a:cxn>
              <a:cxn ang="0">
                <a:pos x="184" y="435"/>
              </a:cxn>
              <a:cxn ang="0">
                <a:pos x="250" y="435"/>
              </a:cxn>
              <a:cxn ang="0">
                <a:pos x="177" y="261"/>
              </a:cxn>
              <a:cxn ang="0">
                <a:pos x="60" y="194"/>
              </a:cxn>
              <a:cxn ang="0">
                <a:pos x="1" y="188"/>
              </a:cxn>
              <a:cxn ang="0">
                <a:pos x="0" y="188"/>
              </a:cxn>
              <a:cxn ang="0">
                <a:pos x="0" y="0"/>
              </a:cxn>
              <a:cxn ang="0">
                <a:pos x="1" y="0"/>
              </a:cxn>
              <a:cxn ang="0">
                <a:pos x="67" y="5"/>
              </a:cxn>
            </a:cxnLst>
            <a:rect l="0" t="0" r="r" b="b"/>
            <a:pathLst>
              <a:path w="498" h="597">
                <a:moveTo>
                  <a:pt x="67" y="5"/>
                </a:moveTo>
                <a:cubicBezTo>
                  <a:pt x="159" y="18"/>
                  <a:pt x="240" y="59"/>
                  <a:pt x="309" y="129"/>
                </a:cubicBezTo>
                <a:cubicBezTo>
                  <a:pt x="394" y="213"/>
                  <a:pt x="436" y="315"/>
                  <a:pt x="437" y="435"/>
                </a:cubicBezTo>
                <a:cubicBezTo>
                  <a:pt x="498" y="435"/>
                  <a:pt x="498" y="435"/>
                  <a:pt x="498" y="435"/>
                </a:cubicBezTo>
                <a:cubicBezTo>
                  <a:pt x="341" y="597"/>
                  <a:pt x="341" y="597"/>
                  <a:pt x="341" y="597"/>
                </a:cubicBezTo>
                <a:cubicBezTo>
                  <a:pt x="184" y="435"/>
                  <a:pt x="184" y="435"/>
                  <a:pt x="184" y="435"/>
                </a:cubicBezTo>
                <a:cubicBezTo>
                  <a:pt x="250" y="435"/>
                  <a:pt x="250" y="435"/>
                  <a:pt x="250" y="435"/>
                </a:cubicBezTo>
                <a:cubicBezTo>
                  <a:pt x="249" y="367"/>
                  <a:pt x="225" y="309"/>
                  <a:pt x="177" y="261"/>
                </a:cubicBezTo>
                <a:cubicBezTo>
                  <a:pt x="143" y="227"/>
                  <a:pt x="104" y="205"/>
                  <a:pt x="60" y="194"/>
                </a:cubicBezTo>
                <a:cubicBezTo>
                  <a:pt x="41" y="190"/>
                  <a:pt x="21" y="188"/>
                  <a:pt x="1" y="188"/>
                </a:cubicBezTo>
                <a:cubicBezTo>
                  <a:pt x="1" y="188"/>
                  <a:pt x="0" y="188"/>
                  <a:pt x="0" y="188"/>
                </a:cubicBezTo>
                <a:cubicBezTo>
                  <a:pt x="0" y="0"/>
                  <a:pt x="0" y="0"/>
                  <a:pt x="0" y="0"/>
                </a:cubicBezTo>
                <a:cubicBezTo>
                  <a:pt x="0" y="0"/>
                  <a:pt x="1" y="0"/>
                  <a:pt x="1" y="0"/>
                </a:cubicBezTo>
                <a:cubicBezTo>
                  <a:pt x="24" y="0"/>
                  <a:pt x="46" y="2"/>
                  <a:pt x="67" y="5"/>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2" name="Freeform 8"/>
          <p:cNvSpPr>
            <a:spLocks noEditPoints="1"/>
          </p:cNvSpPr>
          <p:nvPr/>
        </p:nvSpPr>
        <p:spPr bwMode="auto">
          <a:xfrm>
            <a:off x="2933700" y="1083036"/>
            <a:ext cx="2238375" cy="1865312"/>
          </a:xfrm>
          <a:custGeom>
            <a:avLst/>
            <a:gdLst/>
            <a:ahLst/>
            <a:cxnLst>
              <a:cxn ang="0">
                <a:pos x="96" y="338"/>
              </a:cxn>
              <a:cxn ang="0">
                <a:pos x="95" y="338"/>
              </a:cxn>
              <a:cxn ang="0">
                <a:pos x="96" y="338"/>
              </a:cxn>
              <a:cxn ang="0">
                <a:pos x="435" y="0"/>
              </a:cxn>
              <a:cxn ang="0">
                <a:pos x="595" y="157"/>
              </a:cxn>
              <a:cxn ang="0">
                <a:pos x="435" y="314"/>
              </a:cxn>
              <a:cxn ang="0">
                <a:pos x="435" y="249"/>
              </a:cxn>
              <a:cxn ang="0">
                <a:pos x="260" y="322"/>
              </a:cxn>
              <a:cxn ang="0">
                <a:pos x="194" y="437"/>
              </a:cxn>
              <a:cxn ang="0">
                <a:pos x="187" y="496"/>
              </a:cxn>
              <a:cxn ang="0">
                <a:pos x="0" y="496"/>
              </a:cxn>
              <a:cxn ang="0">
                <a:pos x="5" y="429"/>
              </a:cxn>
              <a:cxn ang="0">
                <a:pos x="128" y="190"/>
              </a:cxn>
              <a:cxn ang="0">
                <a:pos x="435" y="61"/>
              </a:cxn>
              <a:cxn ang="0">
                <a:pos x="435" y="0"/>
              </a:cxn>
            </a:cxnLst>
            <a:rect l="0" t="0" r="r" b="b"/>
            <a:pathLst>
              <a:path w="595" h="496">
                <a:moveTo>
                  <a:pt x="96" y="338"/>
                </a:moveTo>
                <a:cubicBezTo>
                  <a:pt x="96" y="338"/>
                  <a:pt x="95" y="338"/>
                  <a:pt x="95" y="338"/>
                </a:cubicBezTo>
                <a:cubicBezTo>
                  <a:pt x="96" y="338"/>
                  <a:pt x="96" y="338"/>
                  <a:pt x="96" y="338"/>
                </a:cubicBezTo>
                <a:close/>
                <a:moveTo>
                  <a:pt x="435" y="0"/>
                </a:moveTo>
                <a:cubicBezTo>
                  <a:pt x="595" y="157"/>
                  <a:pt x="595" y="157"/>
                  <a:pt x="595" y="157"/>
                </a:cubicBezTo>
                <a:cubicBezTo>
                  <a:pt x="435" y="314"/>
                  <a:pt x="435" y="314"/>
                  <a:pt x="435" y="314"/>
                </a:cubicBezTo>
                <a:cubicBezTo>
                  <a:pt x="435" y="249"/>
                  <a:pt x="435" y="249"/>
                  <a:pt x="435" y="249"/>
                </a:cubicBezTo>
                <a:cubicBezTo>
                  <a:pt x="367" y="249"/>
                  <a:pt x="309" y="273"/>
                  <a:pt x="260" y="322"/>
                </a:cubicBezTo>
                <a:cubicBezTo>
                  <a:pt x="227" y="356"/>
                  <a:pt x="204" y="394"/>
                  <a:pt x="194" y="437"/>
                </a:cubicBezTo>
                <a:cubicBezTo>
                  <a:pt x="190" y="456"/>
                  <a:pt x="187" y="475"/>
                  <a:pt x="187" y="496"/>
                </a:cubicBezTo>
                <a:cubicBezTo>
                  <a:pt x="0" y="496"/>
                  <a:pt x="0" y="496"/>
                  <a:pt x="0" y="496"/>
                </a:cubicBezTo>
                <a:cubicBezTo>
                  <a:pt x="0" y="473"/>
                  <a:pt x="2" y="451"/>
                  <a:pt x="5" y="429"/>
                </a:cubicBezTo>
                <a:cubicBezTo>
                  <a:pt x="18" y="338"/>
                  <a:pt x="59" y="258"/>
                  <a:pt x="128" y="190"/>
                </a:cubicBezTo>
                <a:cubicBezTo>
                  <a:pt x="213" y="104"/>
                  <a:pt x="315" y="62"/>
                  <a:pt x="435" y="61"/>
                </a:cubicBezTo>
                <a:lnTo>
                  <a:pt x="435"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Text Placeholder 3"/>
          <p:cNvSpPr txBox="1">
            <a:spLocks/>
          </p:cNvSpPr>
          <p:nvPr/>
        </p:nvSpPr>
        <p:spPr>
          <a:xfrm>
            <a:off x="4391403" y="1442563"/>
            <a:ext cx="400751"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02</a:t>
            </a:r>
          </a:p>
        </p:txBody>
      </p:sp>
      <p:sp>
        <p:nvSpPr>
          <p:cNvPr id="24" name="Text Placeholder 3"/>
          <p:cNvSpPr txBox="1">
            <a:spLocks/>
          </p:cNvSpPr>
          <p:nvPr/>
        </p:nvSpPr>
        <p:spPr>
          <a:xfrm>
            <a:off x="5649509" y="2931602"/>
            <a:ext cx="400751"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03</a:t>
            </a:r>
          </a:p>
        </p:txBody>
      </p:sp>
      <p:sp>
        <p:nvSpPr>
          <p:cNvPr id="27" name="Text Placeholder 3"/>
          <p:cNvSpPr txBox="1">
            <a:spLocks/>
          </p:cNvSpPr>
          <p:nvPr/>
        </p:nvSpPr>
        <p:spPr>
          <a:xfrm>
            <a:off x="4329759" y="3998038"/>
            <a:ext cx="400751"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04</a:t>
            </a:r>
          </a:p>
        </p:txBody>
      </p:sp>
      <p:grpSp>
        <p:nvGrpSpPr>
          <p:cNvPr id="6" name="Group 61"/>
          <p:cNvGrpSpPr/>
          <p:nvPr/>
        </p:nvGrpSpPr>
        <p:grpSpPr>
          <a:xfrm>
            <a:off x="4192105" y="2367863"/>
            <a:ext cx="756617" cy="925351"/>
            <a:chOff x="4192105" y="2423065"/>
            <a:chExt cx="756617" cy="925351"/>
          </a:xfrm>
        </p:grpSpPr>
        <p:sp>
          <p:nvSpPr>
            <p:cNvPr id="35" name="Rectangle 34"/>
            <p:cNvSpPr/>
            <p:nvPr/>
          </p:nvSpPr>
          <p:spPr>
            <a:xfrm>
              <a:off x="4195952" y="2423065"/>
              <a:ext cx="748923" cy="769441"/>
            </a:xfrm>
            <a:prstGeom prst="rect">
              <a:avLst/>
            </a:prstGeom>
          </p:spPr>
          <p:txBody>
            <a:bodyPr wrap="none">
              <a:spAutoFit/>
            </a:bodyPr>
            <a:lstStyle/>
            <a:p>
              <a:r>
                <a:rPr lang="en-US" sz="4400" dirty="0">
                  <a:solidFill>
                    <a:schemeClr val="bg1">
                      <a:lumMod val="50000"/>
                    </a:schemeClr>
                  </a:solidFill>
                  <a:latin typeface="FontAwesome" pitchFamily="2" charset="0"/>
                </a:rPr>
                <a:t></a:t>
              </a:r>
              <a:endParaRPr lang="en-US" sz="4400" dirty="0">
                <a:solidFill>
                  <a:schemeClr val="bg1">
                    <a:lumMod val="50000"/>
                  </a:schemeClr>
                </a:solidFill>
              </a:endParaRPr>
            </a:p>
          </p:txBody>
        </p:sp>
        <p:sp>
          <p:nvSpPr>
            <p:cNvPr id="36" name="Rectangle 35"/>
            <p:cNvSpPr/>
            <p:nvPr/>
          </p:nvSpPr>
          <p:spPr>
            <a:xfrm>
              <a:off x="4192105" y="3132972"/>
              <a:ext cx="756617" cy="215444"/>
            </a:xfrm>
            <a:prstGeom prst="rect">
              <a:avLst/>
            </a:prstGeom>
          </p:spPr>
          <p:txBody>
            <a:bodyPr wrap="none" lIns="0" tIns="0" rIns="0" bIns="0">
              <a:spAutoFit/>
            </a:bodyPr>
            <a:lstStyle/>
            <a:p>
              <a:pPr algn="ctr"/>
              <a:r>
                <a:rPr lang="en-US" sz="1400" b="1" dirty="0">
                  <a:solidFill>
                    <a:schemeClr val="bg1">
                      <a:lumMod val="50000"/>
                    </a:schemeClr>
                  </a:solidFill>
                </a:rPr>
                <a:t>Keyword</a:t>
              </a:r>
            </a:p>
          </p:txBody>
        </p:sp>
      </p:grpSp>
      <p:grpSp>
        <p:nvGrpSpPr>
          <p:cNvPr id="9" name="Group 59"/>
          <p:cNvGrpSpPr/>
          <p:nvPr/>
        </p:nvGrpSpPr>
        <p:grpSpPr>
          <a:xfrm>
            <a:off x="6291109" y="3938028"/>
            <a:ext cx="2276195" cy="670556"/>
            <a:chOff x="7154104" y="3245088"/>
            <a:chExt cx="2276195" cy="670556"/>
          </a:xfrm>
        </p:grpSpPr>
        <p:sp>
          <p:nvSpPr>
            <p:cNvPr id="50" name="TextBox 49"/>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1" name="Rectangle 50"/>
            <p:cNvSpPr/>
            <p:nvPr/>
          </p:nvSpPr>
          <p:spPr>
            <a:xfrm>
              <a:off x="7154104" y="3245088"/>
              <a:ext cx="974626" cy="215444"/>
            </a:xfrm>
            <a:prstGeom prst="rect">
              <a:avLst/>
            </a:prstGeom>
          </p:spPr>
          <p:txBody>
            <a:bodyPr wrap="none" lIns="0" tIns="0" rIns="0" bIns="0">
              <a:spAutoFit/>
            </a:bodyPr>
            <a:lstStyle/>
            <a:p>
              <a:r>
                <a:rPr lang="en-US" sz="1400" b="1" dirty="0">
                  <a:solidFill>
                    <a:schemeClr val="accent4"/>
                  </a:solidFill>
                </a:rPr>
                <a:t>Keyword Here</a:t>
              </a:r>
            </a:p>
          </p:txBody>
        </p:sp>
      </p:grpSp>
      <p:grpSp>
        <p:nvGrpSpPr>
          <p:cNvPr id="10" name="Group 58"/>
          <p:cNvGrpSpPr/>
          <p:nvPr/>
        </p:nvGrpSpPr>
        <p:grpSpPr>
          <a:xfrm>
            <a:off x="6253009" y="1297834"/>
            <a:ext cx="2276195" cy="660828"/>
            <a:chOff x="7174424" y="1401232"/>
            <a:chExt cx="2276195" cy="660828"/>
          </a:xfrm>
        </p:grpSpPr>
        <p:sp>
          <p:nvSpPr>
            <p:cNvPr id="53" name="TextBox 52"/>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4" name="Rectangle 53"/>
            <p:cNvSpPr/>
            <p:nvPr/>
          </p:nvSpPr>
          <p:spPr>
            <a:xfrm>
              <a:off x="7174424" y="1401232"/>
              <a:ext cx="1205458" cy="215444"/>
            </a:xfrm>
            <a:prstGeom prst="rect">
              <a:avLst/>
            </a:prstGeom>
          </p:spPr>
          <p:txBody>
            <a:bodyPr wrap="none" lIns="0" tIns="0" rIns="0" bIns="0">
              <a:spAutoFit/>
            </a:bodyPr>
            <a:lstStyle/>
            <a:p>
              <a:r>
                <a:rPr lang="en-US" sz="1400" b="1" dirty="0">
                  <a:solidFill>
                    <a:schemeClr val="accent3"/>
                  </a:solidFill>
                </a:rPr>
                <a:t>Keyword Here</a:t>
              </a:r>
            </a:p>
          </p:txBody>
        </p:sp>
      </p:grpSp>
      <p:grpSp>
        <p:nvGrpSpPr>
          <p:cNvPr id="11" name="Group 56"/>
          <p:cNvGrpSpPr/>
          <p:nvPr/>
        </p:nvGrpSpPr>
        <p:grpSpPr>
          <a:xfrm>
            <a:off x="625235" y="1278378"/>
            <a:ext cx="2276196" cy="680284"/>
            <a:chOff x="-296510" y="1392685"/>
            <a:chExt cx="2276196" cy="680284"/>
          </a:xfrm>
        </p:grpSpPr>
        <p:sp>
          <p:nvSpPr>
            <p:cNvPr id="56" name="TextBox 55"/>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7" name="Rectangle 56"/>
            <p:cNvSpPr/>
            <p:nvPr/>
          </p:nvSpPr>
          <p:spPr>
            <a:xfrm>
              <a:off x="774227" y="1392685"/>
              <a:ext cx="1205458" cy="215444"/>
            </a:xfrm>
            <a:prstGeom prst="rect">
              <a:avLst/>
            </a:prstGeom>
          </p:spPr>
          <p:txBody>
            <a:bodyPr wrap="none" lIns="0" tIns="0" rIns="0" bIns="0">
              <a:spAutoFit/>
            </a:bodyPr>
            <a:lstStyle/>
            <a:p>
              <a:pPr algn="r"/>
              <a:r>
                <a:rPr lang="en-US" sz="1400" b="1" dirty="0">
                  <a:solidFill>
                    <a:schemeClr val="accent2"/>
                  </a:solidFill>
                </a:rPr>
                <a:t>Keyword Here</a:t>
              </a:r>
            </a:p>
          </p:txBody>
        </p:sp>
      </p:grpSp>
      <p:grpSp>
        <p:nvGrpSpPr>
          <p:cNvPr id="12" name="Group 56"/>
          <p:cNvGrpSpPr/>
          <p:nvPr/>
        </p:nvGrpSpPr>
        <p:grpSpPr>
          <a:xfrm>
            <a:off x="596660" y="3919844"/>
            <a:ext cx="2276196" cy="670556"/>
            <a:chOff x="-296510" y="1402413"/>
            <a:chExt cx="2276196" cy="670556"/>
          </a:xfrm>
        </p:grpSpPr>
        <p:sp>
          <p:nvSpPr>
            <p:cNvPr id="59" name="TextBox 58"/>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0" name="Rectangle 59"/>
            <p:cNvSpPr/>
            <p:nvPr/>
          </p:nvSpPr>
          <p:spPr>
            <a:xfrm>
              <a:off x="774227" y="1402413"/>
              <a:ext cx="1205458" cy="215444"/>
            </a:xfrm>
            <a:prstGeom prst="rect">
              <a:avLst/>
            </a:prstGeom>
          </p:spPr>
          <p:txBody>
            <a:bodyPr wrap="none" lIns="0" tIns="0" rIns="0" bIns="0">
              <a:spAutoFit/>
            </a:bodyPr>
            <a:lstStyle/>
            <a:p>
              <a:pPr algn="r"/>
              <a:r>
                <a:rPr lang="en-US" sz="1400" b="1" dirty="0">
                  <a:solidFill>
                    <a:schemeClr val="accent1"/>
                  </a:solidFill>
                </a:rPr>
                <a:t>Keyword Here</a:t>
              </a:r>
            </a:p>
          </p:txBody>
        </p:sp>
      </p:grpSp>
      <p:sp>
        <p:nvSpPr>
          <p:cNvPr id="61" name="Freeform 101"/>
          <p:cNvSpPr>
            <a:spLocks noEditPoints="1"/>
          </p:cNvSpPr>
          <p:nvPr/>
        </p:nvSpPr>
        <p:spPr bwMode="auto">
          <a:xfrm>
            <a:off x="3500600" y="1826624"/>
            <a:ext cx="420951" cy="389450"/>
          </a:xfrm>
          <a:custGeom>
            <a:avLst/>
            <a:gdLst/>
            <a:ahLst/>
            <a:cxnLst>
              <a:cxn ang="0">
                <a:pos x="39" y="36"/>
              </a:cxn>
              <a:cxn ang="0">
                <a:pos x="41" y="44"/>
              </a:cxn>
              <a:cxn ang="0">
                <a:pos x="35" y="50"/>
              </a:cxn>
              <a:cxn ang="0">
                <a:pos x="27" y="53"/>
              </a:cxn>
              <a:cxn ang="0">
                <a:pos x="18" y="53"/>
              </a:cxn>
              <a:cxn ang="0">
                <a:pos x="11" y="50"/>
              </a:cxn>
              <a:cxn ang="0">
                <a:pos x="4" y="44"/>
              </a:cxn>
              <a:cxn ang="0">
                <a:pos x="6" y="36"/>
              </a:cxn>
              <a:cxn ang="0">
                <a:pos x="0" y="28"/>
              </a:cxn>
              <a:cxn ang="0">
                <a:pos x="7" y="23"/>
              </a:cxn>
              <a:cxn ang="0">
                <a:pos x="4" y="18"/>
              </a:cxn>
              <a:cxn ang="0">
                <a:pos x="15" y="16"/>
              </a:cxn>
              <a:cxn ang="0">
                <a:pos x="19" y="8"/>
              </a:cxn>
              <a:cxn ang="0">
                <a:pos x="28" y="15"/>
              </a:cxn>
              <a:cxn ang="0">
                <a:pos x="35" y="12"/>
              </a:cxn>
              <a:cxn ang="0">
                <a:pos x="41" y="19"/>
              </a:cxn>
              <a:cxn ang="0">
                <a:pos x="45" y="27"/>
              </a:cxn>
              <a:cxn ang="0">
                <a:pos x="23" y="22"/>
              </a:cxn>
              <a:cxn ang="0">
                <a:pos x="32" y="31"/>
              </a:cxn>
              <a:cxn ang="0">
                <a:pos x="63" y="16"/>
              </a:cxn>
              <a:cxn ang="0">
                <a:pos x="64" y="24"/>
              </a:cxn>
              <a:cxn ang="0">
                <a:pos x="55" y="22"/>
              </a:cxn>
              <a:cxn ang="0">
                <a:pos x="46" y="24"/>
              </a:cxn>
              <a:cxn ang="0">
                <a:pos x="46" y="16"/>
              </a:cxn>
              <a:cxn ang="0">
                <a:pos x="46" y="9"/>
              </a:cxn>
              <a:cxn ang="0">
                <a:pos x="46" y="2"/>
              </a:cxn>
              <a:cxn ang="0">
                <a:pos x="55" y="4"/>
              </a:cxn>
              <a:cxn ang="0">
                <a:pos x="59" y="0"/>
              </a:cxn>
              <a:cxn ang="0">
                <a:pos x="62" y="7"/>
              </a:cxn>
              <a:cxn ang="0">
                <a:pos x="68" y="15"/>
              </a:cxn>
              <a:cxn ang="0">
                <a:pos x="62" y="55"/>
              </a:cxn>
              <a:cxn ang="0">
                <a:pos x="59" y="63"/>
              </a:cxn>
              <a:cxn ang="0">
                <a:pos x="54" y="59"/>
              </a:cxn>
              <a:cxn ang="0">
                <a:pos x="45" y="60"/>
              </a:cxn>
              <a:cxn ang="0">
                <a:pos x="41" y="52"/>
              </a:cxn>
              <a:cxn ang="0">
                <a:pos x="47" y="44"/>
              </a:cxn>
              <a:cxn ang="0">
                <a:pos x="50" y="36"/>
              </a:cxn>
              <a:cxn ang="0">
                <a:pos x="56" y="40"/>
              </a:cxn>
              <a:cxn ang="0">
                <a:pos x="64" y="39"/>
              </a:cxn>
              <a:cxn ang="0">
                <a:pos x="63" y="46"/>
              </a:cxn>
              <a:cxn ang="0">
                <a:pos x="55" y="8"/>
              </a:cxn>
              <a:cxn ang="0">
                <a:pos x="59" y="13"/>
              </a:cxn>
              <a:cxn ang="0">
                <a:pos x="50" y="49"/>
              </a:cxn>
              <a:cxn ang="0">
                <a:pos x="55" y="45"/>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24"/>
          <p:cNvSpPr>
            <a:spLocks noEditPoints="1"/>
          </p:cNvSpPr>
          <p:nvPr/>
        </p:nvSpPr>
        <p:spPr bwMode="auto">
          <a:xfrm>
            <a:off x="5204254" y="3830279"/>
            <a:ext cx="308965" cy="335517"/>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138"/>
          <p:cNvSpPr>
            <a:spLocks noEditPoints="1"/>
          </p:cNvSpPr>
          <p:nvPr/>
        </p:nvSpPr>
        <p:spPr bwMode="auto">
          <a:xfrm>
            <a:off x="5444282" y="2045667"/>
            <a:ext cx="355051" cy="275866"/>
          </a:xfrm>
          <a:custGeom>
            <a:avLst/>
            <a:gdLst/>
            <a:ahLst/>
            <a:cxnLst>
              <a:cxn ang="0">
                <a:pos x="50" y="40"/>
              </a:cxn>
              <a:cxn ang="0">
                <a:pos x="40" y="50"/>
              </a:cxn>
              <a:cxn ang="0">
                <a:pos x="10" y="50"/>
              </a:cxn>
              <a:cxn ang="0">
                <a:pos x="0" y="40"/>
              </a:cxn>
              <a:cxn ang="0">
                <a:pos x="0" y="10"/>
              </a:cxn>
              <a:cxn ang="0">
                <a:pos x="10" y="0"/>
              </a:cxn>
              <a:cxn ang="0">
                <a:pos x="40" y="0"/>
              </a:cxn>
              <a:cxn ang="0">
                <a:pos x="44" y="1"/>
              </a:cxn>
              <a:cxn ang="0">
                <a:pos x="45" y="2"/>
              </a:cxn>
              <a:cxn ang="0">
                <a:pos x="44" y="3"/>
              </a:cxn>
              <a:cxn ang="0">
                <a:pos x="42" y="4"/>
              </a:cxn>
              <a:cxn ang="0">
                <a:pos x="41" y="5"/>
              </a:cxn>
              <a:cxn ang="0">
                <a:pos x="40" y="4"/>
              </a:cxn>
              <a:cxn ang="0">
                <a:pos x="10" y="4"/>
              </a:cxn>
              <a:cxn ang="0">
                <a:pos x="4" y="10"/>
              </a:cxn>
              <a:cxn ang="0">
                <a:pos x="4" y="40"/>
              </a:cxn>
              <a:cxn ang="0">
                <a:pos x="10" y="46"/>
              </a:cxn>
              <a:cxn ang="0">
                <a:pos x="40" y="46"/>
              </a:cxn>
              <a:cxn ang="0">
                <a:pos x="45" y="40"/>
              </a:cxn>
              <a:cxn ang="0">
                <a:pos x="45" y="35"/>
              </a:cxn>
              <a:cxn ang="0">
                <a:pos x="46" y="35"/>
              </a:cxn>
              <a:cxn ang="0">
                <a:pos x="48" y="32"/>
              </a:cxn>
              <a:cxn ang="0">
                <a:pos x="49" y="32"/>
              </a:cxn>
              <a:cxn ang="0">
                <a:pos x="50" y="33"/>
              </a:cxn>
              <a:cxn ang="0">
                <a:pos x="50" y="40"/>
              </a:cxn>
              <a:cxn ang="0">
                <a:pos x="57" y="17"/>
              </a:cxn>
              <a:cxn ang="0">
                <a:pos x="33" y="41"/>
              </a:cxn>
              <a:cxn ang="0">
                <a:pos x="23" y="41"/>
              </a:cxn>
              <a:cxn ang="0">
                <a:pos x="23" y="31"/>
              </a:cxn>
              <a:cxn ang="0">
                <a:pos x="47" y="7"/>
              </a:cxn>
              <a:cxn ang="0">
                <a:pos x="57" y="17"/>
              </a:cxn>
              <a:cxn ang="0">
                <a:pos x="36" y="33"/>
              </a:cxn>
              <a:cxn ang="0">
                <a:pos x="30" y="28"/>
              </a:cxn>
              <a:cxn ang="0">
                <a:pos x="26" y="32"/>
              </a:cxn>
              <a:cxn ang="0">
                <a:pos x="26" y="34"/>
              </a:cxn>
              <a:cxn ang="0">
                <a:pos x="29" y="34"/>
              </a:cxn>
              <a:cxn ang="0">
                <a:pos x="29" y="38"/>
              </a:cxn>
              <a:cxn ang="0">
                <a:pos x="31" y="38"/>
              </a:cxn>
              <a:cxn ang="0">
                <a:pos x="36" y="33"/>
              </a:cxn>
              <a:cxn ang="0">
                <a:pos x="46" y="12"/>
              </a:cxn>
              <a:cxn ang="0">
                <a:pos x="34" y="24"/>
              </a:cxn>
              <a:cxn ang="0">
                <a:pos x="33" y="26"/>
              </a:cxn>
              <a:cxn ang="0">
                <a:pos x="35" y="26"/>
              </a:cxn>
              <a:cxn ang="0">
                <a:pos x="47" y="13"/>
              </a:cxn>
              <a:cxn ang="0">
                <a:pos x="47" y="12"/>
              </a:cxn>
              <a:cxn ang="0">
                <a:pos x="46" y="12"/>
              </a:cxn>
              <a:cxn ang="0">
                <a:pos x="59" y="15"/>
              </a:cxn>
              <a:cxn ang="0">
                <a:pos x="49" y="4"/>
              </a:cxn>
              <a:cxn ang="0">
                <a:pos x="52" y="1"/>
              </a:cxn>
              <a:cxn ang="0">
                <a:pos x="57" y="1"/>
              </a:cxn>
              <a:cxn ang="0">
                <a:pos x="62" y="7"/>
              </a:cxn>
              <a:cxn ang="0">
                <a:pos x="62" y="11"/>
              </a:cxn>
              <a:cxn ang="0">
                <a:pos x="59" y="15"/>
              </a:cxn>
            </a:cxnLst>
            <a:rect l="0" t="0" r="r" b="b"/>
            <a:pathLst>
              <a:path w="64" h="50">
                <a:moveTo>
                  <a:pt x="50" y="40"/>
                </a:moveTo>
                <a:cubicBezTo>
                  <a:pt x="50" y="46"/>
                  <a:pt x="45" y="50"/>
                  <a:pt x="40" y="50"/>
                </a:cubicBezTo>
                <a:cubicBezTo>
                  <a:pt x="10" y="50"/>
                  <a:pt x="10" y="50"/>
                  <a:pt x="10" y="50"/>
                </a:cubicBezTo>
                <a:cubicBezTo>
                  <a:pt x="4" y="50"/>
                  <a:pt x="0" y="46"/>
                  <a:pt x="0" y="40"/>
                </a:cubicBezTo>
                <a:cubicBezTo>
                  <a:pt x="0" y="10"/>
                  <a:pt x="0" y="10"/>
                  <a:pt x="0" y="10"/>
                </a:cubicBezTo>
                <a:cubicBezTo>
                  <a:pt x="0" y="5"/>
                  <a:pt x="4" y="0"/>
                  <a:pt x="10" y="0"/>
                </a:cubicBezTo>
                <a:cubicBezTo>
                  <a:pt x="40" y="0"/>
                  <a:pt x="40" y="0"/>
                  <a:pt x="40" y="0"/>
                </a:cubicBezTo>
                <a:cubicBezTo>
                  <a:pt x="41" y="0"/>
                  <a:pt x="43" y="0"/>
                  <a:pt x="44" y="1"/>
                </a:cubicBezTo>
                <a:cubicBezTo>
                  <a:pt x="44" y="1"/>
                  <a:pt x="44" y="1"/>
                  <a:pt x="45" y="2"/>
                </a:cubicBezTo>
                <a:cubicBezTo>
                  <a:pt x="45" y="2"/>
                  <a:pt x="45" y="2"/>
                  <a:pt x="44" y="3"/>
                </a:cubicBezTo>
                <a:cubicBezTo>
                  <a:pt x="42" y="4"/>
                  <a:pt x="42" y="4"/>
                  <a:pt x="42" y="4"/>
                </a:cubicBezTo>
                <a:cubicBezTo>
                  <a:pt x="42" y="5"/>
                  <a:pt x="42" y="5"/>
                  <a:pt x="41" y="5"/>
                </a:cubicBezTo>
                <a:cubicBezTo>
                  <a:pt x="41" y="5"/>
                  <a:pt x="40" y="4"/>
                  <a:pt x="40" y="4"/>
                </a:cubicBezTo>
                <a:cubicBezTo>
                  <a:pt x="10" y="4"/>
                  <a:pt x="10" y="4"/>
                  <a:pt x="10" y="4"/>
                </a:cubicBezTo>
                <a:cubicBezTo>
                  <a:pt x="7" y="4"/>
                  <a:pt x="4" y="7"/>
                  <a:pt x="4" y="10"/>
                </a:cubicBezTo>
                <a:cubicBezTo>
                  <a:pt x="4" y="40"/>
                  <a:pt x="4" y="40"/>
                  <a:pt x="4" y="40"/>
                </a:cubicBezTo>
                <a:cubicBezTo>
                  <a:pt x="4" y="43"/>
                  <a:pt x="7" y="46"/>
                  <a:pt x="10" y="46"/>
                </a:cubicBezTo>
                <a:cubicBezTo>
                  <a:pt x="40" y="46"/>
                  <a:pt x="40" y="46"/>
                  <a:pt x="40" y="46"/>
                </a:cubicBezTo>
                <a:cubicBezTo>
                  <a:pt x="43" y="46"/>
                  <a:pt x="45" y="43"/>
                  <a:pt x="45" y="40"/>
                </a:cubicBezTo>
                <a:cubicBezTo>
                  <a:pt x="45" y="35"/>
                  <a:pt x="45" y="35"/>
                  <a:pt x="45" y="35"/>
                </a:cubicBezTo>
                <a:cubicBezTo>
                  <a:pt x="45" y="35"/>
                  <a:pt x="46" y="35"/>
                  <a:pt x="46" y="35"/>
                </a:cubicBezTo>
                <a:cubicBezTo>
                  <a:pt x="48" y="32"/>
                  <a:pt x="48" y="32"/>
                  <a:pt x="48" y="32"/>
                </a:cubicBezTo>
                <a:cubicBezTo>
                  <a:pt x="48" y="32"/>
                  <a:pt x="49" y="32"/>
                  <a:pt x="49" y="32"/>
                </a:cubicBezTo>
                <a:cubicBezTo>
                  <a:pt x="50" y="32"/>
                  <a:pt x="50" y="33"/>
                  <a:pt x="50" y="33"/>
                </a:cubicBezTo>
                <a:lnTo>
                  <a:pt x="50" y="40"/>
                </a:lnTo>
                <a:close/>
                <a:moveTo>
                  <a:pt x="57" y="17"/>
                </a:moveTo>
                <a:cubicBezTo>
                  <a:pt x="33" y="41"/>
                  <a:pt x="33" y="41"/>
                  <a:pt x="33" y="41"/>
                </a:cubicBezTo>
                <a:cubicBezTo>
                  <a:pt x="23" y="41"/>
                  <a:pt x="23" y="41"/>
                  <a:pt x="23" y="41"/>
                </a:cubicBezTo>
                <a:cubicBezTo>
                  <a:pt x="23" y="31"/>
                  <a:pt x="23" y="31"/>
                  <a:pt x="23" y="31"/>
                </a:cubicBezTo>
                <a:cubicBezTo>
                  <a:pt x="47" y="7"/>
                  <a:pt x="47" y="7"/>
                  <a:pt x="47" y="7"/>
                </a:cubicBezTo>
                <a:lnTo>
                  <a:pt x="57" y="17"/>
                </a:lnTo>
                <a:close/>
                <a:moveTo>
                  <a:pt x="36" y="33"/>
                </a:moveTo>
                <a:cubicBezTo>
                  <a:pt x="30" y="28"/>
                  <a:pt x="30" y="28"/>
                  <a:pt x="30" y="28"/>
                </a:cubicBezTo>
                <a:cubicBezTo>
                  <a:pt x="26" y="32"/>
                  <a:pt x="26" y="32"/>
                  <a:pt x="26" y="32"/>
                </a:cubicBezTo>
                <a:cubicBezTo>
                  <a:pt x="26" y="34"/>
                  <a:pt x="26" y="34"/>
                  <a:pt x="26" y="34"/>
                </a:cubicBezTo>
                <a:cubicBezTo>
                  <a:pt x="29" y="34"/>
                  <a:pt x="29" y="34"/>
                  <a:pt x="29" y="34"/>
                </a:cubicBezTo>
                <a:cubicBezTo>
                  <a:pt x="29" y="38"/>
                  <a:pt x="29" y="38"/>
                  <a:pt x="29" y="38"/>
                </a:cubicBezTo>
                <a:cubicBezTo>
                  <a:pt x="31" y="38"/>
                  <a:pt x="31" y="38"/>
                  <a:pt x="31" y="38"/>
                </a:cubicBezTo>
                <a:lnTo>
                  <a:pt x="36" y="33"/>
                </a:lnTo>
                <a:close/>
                <a:moveTo>
                  <a:pt x="46" y="12"/>
                </a:moveTo>
                <a:cubicBezTo>
                  <a:pt x="34" y="24"/>
                  <a:pt x="34" y="24"/>
                  <a:pt x="34" y="24"/>
                </a:cubicBezTo>
                <a:cubicBezTo>
                  <a:pt x="33" y="25"/>
                  <a:pt x="33" y="25"/>
                  <a:pt x="33" y="26"/>
                </a:cubicBezTo>
                <a:cubicBezTo>
                  <a:pt x="34" y="26"/>
                  <a:pt x="34" y="26"/>
                  <a:pt x="35" y="26"/>
                </a:cubicBezTo>
                <a:cubicBezTo>
                  <a:pt x="47" y="13"/>
                  <a:pt x="47" y="13"/>
                  <a:pt x="47" y="13"/>
                </a:cubicBezTo>
                <a:cubicBezTo>
                  <a:pt x="47" y="13"/>
                  <a:pt x="47" y="12"/>
                  <a:pt x="47" y="12"/>
                </a:cubicBezTo>
                <a:cubicBezTo>
                  <a:pt x="47" y="12"/>
                  <a:pt x="46" y="12"/>
                  <a:pt x="46" y="12"/>
                </a:cubicBezTo>
                <a:close/>
                <a:moveTo>
                  <a:pt x="59" y="15"/>
                </a:moveTo>
                <a:cubicBezTo>
                  <a:pt x="49" y="4"/>
                  <a:pt x="49" y="4"/>
                  <a:pt x="49" y="4"/>
                </a:cubicBezTo>
                <a:cubicBezTo>
                  <a:pt x="52" y="1"/>
                  <a:pt x="52" y="1"/>
                  <a:pt x="52" y="1"/>
                </a:cubicBezTo>
                <a:cubicBezTo>
                  <a:pt x="53" y="0"/>
                  <a:pt x="56" y="0"/>
                  <a:pt x="57" y="1"/>
                </a:cubicBezTo>
                <a:cubicBezTo>
                  <a:pt x="62" y="7"/>
                  <a:pt x="62" y="7"/>
                  <a:pt x="62" y="7"/>
                </a:cubicBezTo>
                <a:cubicBezTo>
                  <a:pt x="64" y="8"/>
                  <a:pt x="64" y="10"/>
                  <a:pt x="62" y="11"/>
                </a:cubicBezTo>
                <a:lnTo>
                  <a:pt x="59" y="15"/>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248"/>
          <p:cNvSpPr>
            <a:spLocks noEditPoints="1"/>
          </p:cNvSpPr>
          <p:nvPr/>
        </p:nvSpPr>
        <p:spPr bwMode="auto">
          <a:xfrm>
            <a:off x="3370117" y="3560002"/>
            <a:ext cx="328252" cy="267652"/>
          </a:xfrm>
          <a:custGeom>
            <a:avLst/>
            <a:gdLst/>
            <a:ahLst/>
            <a:cxnLst>
              <a:cxn ang="0">
                <a:pos x="24" y="49"/>
              </a:cxn>
              <a:cxn ang="0">
                <a:pos x="11" y="49"/>
              </a:cxn>
              <a:cxn ang="0">
                <a:pos x="0" y="38"/>
              </a:cxn>
              <a:cxn ang="0">
                <a:pos x="0" y="11"/>
              </a:cxn>
              <a:cxn ang="0">
                <a:pos x="11" y="0"/>
              </a:cxn>
              <a:cxn ang="0">
                <a:pos x="24" y="0"/>
              </a:cxn>
              <a:cxn ang="0">
                <a:pos x="25" y="2"/>
              </a:cxn>
              <a:cxn ang="0">
                <a:pos x="24" y="5"/>
              </a:cxn>
              <a:cxn ang="0">
                <a:pos x="11" y="5"/>
              </a:cxn>
              <a:cxn ang="0">
                <a:pos x="5" y="11"/>
              </a:cxn>
              <a:cxn ang="0">
                <a:pos x="5" y="38"/>
              </a:cxn>
              <a:cxn ang="0">
                <a:pos x="11" y="44"/>
              </a:cxn>
              <a:cxn ang="0">
                <a:pos x="22" y="44"/>
              </a:cxn>
              <a:cxn ang="0">
                <a:pos x="25" y="45"/>
              </a:cxn>
              <a:cxn ang="0">
                <a:pos x="24" y="49"/>
              </a:cxn>
              <a:cxn ang="0">
                <a:pos x="59" y="26"/>
              </a:cxn>
              <a:cxn ang="0">
                <a:pos x="39" y="47"/>
              </a:cxn>
              <a:cxn ang="0">
                <a:pos x="37" y="48"/>
              </a:cxn>
              <a:cxn ang="0">
                <a:pos x="34" y="45"/>
              </a:cxn>
              <a:cxn ang="0">
                <a:pos x="34" y="34"/>
              </a:cxn>
              <a:cxn ang="0">
                <a:pos x="17" y="34"/>
              </a:cxn>
              <a:cxn ang="0">
                <a:pos x="15" y="32"/>
              </a:cxn>
              <a:cxn ang="0">
                <a:pos x="15" y="17"/>
              </a:cxn>
              <a:cxn ang="0">
                <a:pos x="17" y="15"/>
              </a:cxn>
              <a:cxn ang="0">
                <a:pos x="34" y="15"/>
              </a:cxn>
              <a:cxn ang="0">
                <a:pos x="34" y="4"/>
              </a:cxn>
              <a:cxn ang="0">
                <a:pos x="37" y="2"/>
              </a:cxn>
              <a:cxn ang="0">
                <a:pos x="39" y="2"/>
              </a:cxn>
              <a:cxn ang="0">
                <a:pos x="59" y="23"/>
              </a:cxn>
              <a:cxn ang="0">
                <a:pos x="60" y="25"/>
              </a:cxn>
              <a:cxn ang="0">
                <a:pos x="59" y="26"/>
              </a:cxn>
            </a:cxnLst>
            <a:rect l="0" t="0" r="r" b="b"/>
            <a:pathLst>
              <a:path w="60" h="49">
                <a:moveTo>
                  <a:pt x="24" y="49"/>
                </a:moveTo>
                <a:cubicBezTo>
                  <a:pt x="11" y="49"/>
                  <a:pt x="11" y="49"/>
                  <a:pt x="11" y="49"/>
                </a:cubicBezTo>
                <a:cubicBezTo>
                  <a:pt x="5" y="49"/>
                  <a:pt x="0" y="44"/>
                  <a:pt x="0" y="38"/>
                </a:cubicBezTo>
                <a:cubicBezTo>
                  <a:pt x="0" y="11"/>
                  <a:pt x="0" y="11"/>
                  <a:pt x="0" y="11"/>
                </a:cubicBezTo>
                <a:cubicBezTo>
                  <a:pt x="0" y="5"/>
                  <a:pt x="5" y="0"/>
                  <a:pt x="11" y="0"/>
                </a:cubicBezTo>
                <a:cubicBezTo>
                  <a:pt x="24" y="0"/>
                  <a:pt x="24" y="0"/>
                  <a:pt x="24" y="0"/>
                </a:cubicBezTo>
                <a:cubicBezTo>
                  <a:pt x="24" y="0"/>
                  <a:pt x="25" y="1"/>
                  <a:pt x="25" y="2"/>
                </a:cubicBezTo>
                <a:cubicBezTo>
                  <a:pt x="25" y="3"/>
                  <a:pt x="25" y="5"/>
                  <a:pt x="24" y="5"/>
                </a:cubicBezTo>
                <a:cubicBezTo>
                  <a:pt x="11" y="5"/>
                  <a:pt x="11" y="5"/>
                  <a:pt x="11" y="5"/>
                </a:cubicBezTo>
                <a:cubicBezTo>
                  <a:pt x="8" y="5"/>
                  <a:pt x="5" y="8"/>
                  <a:pt x="5" y="11"/>
                </a:cubicBezTo>
                <a:cubicBezTo>
                  <a:pt x="5" y="38"/>
                  <a:pt x="5" y="38"/>
                  <a:pt x="5" y="38"/>
                </a:cubicBezTo>
                <a:cubicBezTo>
                  <a:pt x="5" y="41"/>
                  <a:pt x="8" y="44"/>
                  <a:pt x="11" y="44"/>
                </a:cubicBezTo>
                <a:cubicBezTo>
                  <a:pt x="22" y="44"/>
                  <a:pt x="22" y="44"/>
                  <a:pt x="22" y="44"/>
                </a:cubicBezTo>
                <a:cubicBezTo>
                  <a:pt x="23" y="44"/>
                  <a:pt x="25" y="44"/>
                  <a:pt x="25" y="45"/>
                </a:cubicBezTo>
                <a:cubicBezTo>
                  <a:pt x="25" y="46"/>
                  <a:pt x="25" y="49"/>
                  <a:pt x="24" y="49"/>
                </a:cubicBezTo>
                <a:close/>
                <a:moveTo>
                  <a:pt x="59" y="26"/>
                </a:moveTo>
                <a:cubicBezTo>
                  <a:pt x="39" y="47"/>
                  <a:pt x="39" y="47"/>
                  <a:pt x="39" y="47"/>
                </a:cubicBezTo>
                <a:cubicBezTo>
                  <a:pt x="38" y="48"/>
                  <a:pt x="38" y="48"/>
                  <a:pt x="37" y="48"/>
                </a:cubicBezTo>
                <a:cubicBezTo>
                  <a:pt x="36" y="48"/>
                  <a:pt x="34" y="47"/>
                  <a:pt x="34" y="45"/>
                </a:cubicBezTo>
                <a:cubicBezTo>
                  <a:pt x="34" y="34"/>
                  <a:pt x="34" y="34"/>
                  <a:pt x="34" y="34"/>
                </a:cubicBezTo>
                <a:cubicBezTo>
                  <a:pt x="17" y="34"/>
                  <a:pt x="17" y="34"/>
                  <a:pt x="17" y="34"/>
                </a:cubicBezTo>
                <a:cubicBezTo>
                  <a:pt x="16" y="34"/>
                  <a:pt x="15" y="33"/>
                  <a:pt x="15" y="32"/>
                </a:cubicBezTo>
                <a:cubicBezTo>
                  <a:pt x="15" y="17"/>
                  <a:pt x="15" y="17"/>
                  <a:pt x="15" y="17"/>
                </a:cubicBezTo>
                <a:cubicBezTo>
                  <a:pt x="15" y="16"/>
                  <a:pt x="16" y="15"/>
                  <a:pt x="17" y="15"/>
                </a:cubicBezTo>
                <a:cubicBezTo>
                  <a:pt x="34" y="15"/>
                  <a:pt x="34" y="15"/>
                  <a:pt x="34" y="15"/>
                </a:cubicBezTo>
                <a:cubicBezTo>
                  <a:pt x="34" y="4"/>
                  <a:pt x="34" y="4"/>
                  <a:pt x="34" y="4"/>
                </a:cubicBezTo>
                <a:cubicBezTo>
                  <a:pt x="34" y="3"/>
                  <a:pt x="36" y="2"/>
                  <a:pt x="37" y="2"/>
                </a:cubicBezTo>
                <a:cubicBezTo>
                  <a:pt x="38" y="2"/>
                  <a:pt x="38" y="2"/>
                  <a:pt x="39" y="2"/>
                </a:cubicBezTo>
                <a:cubicBezTo>
                  <a:pt x="59" y="23"/>
                  <a:pt x="59" y="23"/>
                  <a:pt x="59" y="23"/>
                </a:cubicBezTo>
                <a:cubicBezTo>
                  <a:pt x="60" y="23"/>
                  <a:pt x="60" y="24"/>
                  <a:pt x="60" y="25"/>
                </a:cubicBezTo>
                <a:cubicBezTo>
                  <a:pt x="60" y="25"/>
                  <a:pt x="60" y="26"/>
                  <a:pt x="59" y="2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9"/>
          <p:cNvSpPr>
            <a:spLocks/>
          </p:cNvSpPr>
          <p:nvPr/>
        </p:nvSpPr>
        <p:spPr bwMode="auto">
          <a:xfrm>
            <a:off x="2705100" y="2354623"/>
            <a:ext cx="1176338" cy="720725"/>
          </a:xfrm>
          <a:custGeom>
            <a:avLst/>
            <a:gdLst/>
            <a:ahLst/>
            <a:cxnLst>
              <a:cxn ang="0">
                <a:pos x="250" y="192"/>
              </a:cxn>
              <a:cxn ang="0">
                <a:pos x="62" y="192"/>
              </a:cxn>
              <a:cxn ang="0">
                <a:pos x="61" y="160"/>
              </a:cxn>
              <a:cxn ang="0">
                <a:pos x="61" y="158"/>
              </a:cxn>
              <a:cxn ang="0">
                <a:pos x="0" y="158"/>
              </a:cxn>
              <a:cxn ang="0">
                <a:pos x="157" y="0"/>
              </a:cxn>
              <a:cxn ang="0">
                <a:pos x="313" y="158"/>
              </a:cxn>
              <a:cxn ang="0">
                <a:pos x="248" y="158"/>
              </a:cxn>
              <a:cxn ang="0">
                <a:pos x="248" y="160"/>
              </a:cxn>
              <a:cxn ang="0">
                <a:pos x="250" y="192"/>
              </a:cxn>
            </a:cxnLst>
            <a:rect l="0" t="0" r="r" b="b"/>
            <a:pathLst>
              <a:path w="313" h="192">
                <a:moveTo>
                  <a:pt x="250" y="192"/>
                </a:moveTo>
                <a:cubicBezTo>
                  <a:pt x="62" y="192"/>
                  <a:pt x="62" y="192"/>
                  <a:pt x="62" y="192"/>
                </a:cubicBezTo>
                <a:cubicBezTo>
                  <a:pt x="61" y="182"/>
                  <a:pt x="61" y="171"/>
                  <a:pt x="61" y="160"/>
                </a:cubicBezTo>
                <a:cubicBezTo>
                  <a:pt x="61" y="159"/>
                  <a:pt x="61" y="158"/>
                  <a:pt x="61" y="158"/>
                </a:cubicBezTo>
                <a:cubicBezTo>
                  <a:pt x="0" y="158"/>
                  <a:pt x="0" y="158"/>
                  <a:pt x="0" y="158"/>
                </a:cubicBezTo>
                <a:cubicBezTo>
                  <a:pt x="157" y="0"/>
                  <a:pt x="157" y="0"/>
                  <a:pt x="157" y="0"/>
                </a:cubicBezTo>
                <a:cubicBezTo>
                  <a:pt x="313" y="158"/>
                  <a:pt x="313" y="158"/>
                  <a:pt x="313" y="158"/>
                </a:cubicBezTo>
                <a:cubicBezTo>
                  <a:pt x="248" y="158"/>
                  <a:pt x="248" y="158"/>
                  <a:pt x="248" y="158"/>
                </a:cubicBezTo>
                <a:cubicBezTo>
                  <a:pt x="248" y="158"/>
                  <a:pt x="248" y="159"/>
                  <a:pt x="248" y="160"/>
                </a:cubicBezTo>
                <a:cubicBezTo>
                  <a:pt x="248" y="171"/>
                  <a:pt x="249" y="182"/>
                  <a:pt x="250" y="19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Text Placeholder 3"/>
          <p:cNvSpPr txBox="1">
            <a:spLocks/>
          </p:cNvSpPr>
          <p:nvPr/>
        </p:nvSpPr>
        <p:spPr>
          <a:xfrm>
            <a:off x="3108856" y="2546035"/>
            <a:ext cx="400751" cy="43088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01</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18" presetClass="entr" presetSubtype="9" fill="hold" grpId="0" nodeType="afterEffect">
                                  <p:stCondLst>
                                    <p:cond delay="0"/>
                                  </p:stCondLst>
                                  <p:childTnLst>
                                    <p:set>
                                      <p:cBhvr>
                                        <p:cTn id="12" dur="1" fill="hold">
                                          <p:stCondLst>
                                            <p:cond delay="0"/>
                                          </p:stCondLst>
                                        </p:cTn>
                                        <p:tgtEl>
                                          <p:spTgt spid="1029"/>
                                        </p:tgtEl>
                                        <p:attrNameLst>
                                          <p:attrName>style.visibility</p:attrName>
                                        </p:attrNameLst>
                                      </p:cBhvr>
                                      <p:to>
                                        <p:strVal val="visible"/>
                                      </p:to>
                                    </p:set>
                                    <p:animEffect transition="in" filter="strips(upLeft)">
                                      <p:cBhvr>
                                        <p:cTn id="13" dur="1000"/>
                                        <p:tgtEl>
                                          <p:spTgt spid="1029"/>
                                        </p:tgtEl>
                                      </p:cBhvr>
                                    </p:animEffect>
                                  </p:childTnLst>
                                </p:cTn>
                              </p:par>
                            </p:childTnLst>
                          </p:cTn>
                        </p:par>
                        <p:par>
                          <p:cTn id="14" fill="hold">
                            <p:stCondLst>
                              <p:cond delay="1500"/>
                            </p:stCondLst>
                            <p:childTnLst>
                              <p:par>
                                <p:cTn id="15" presetID="18" presetClass="entr" presetSubtype="9" fill="hold" grpId="0" nodeType="afterEffect">
                                  <p:stCondLst>
                                    <p:cond delay="0"/>
                                  </p:stCondLst>
                                  <p:childTnLst>
                                    <p:set>
                                      <p:cBhvr>
                                        <p:cTn id="16" dur="1" fill="hold">
                                          <p:stCondLst>
                                            <p:cond delay="0"/>
                                          </p:stCondLst>
                                        </p:cTn>
                                        <p:tgtEl>
                                          <p:spTgt spid="72"/>
                                        </p:tgtEl>
                                        <p:attrNameLst>
                                          <p:attrName>style.visibility</p:attrName>
                                        </p:attrNameLst>
                                      </p:cBhvr>
                                      <p:to>
                                        <p:strVal val="visible"/>
                                      </p:to>
                                    </p:set>
                                    <p:animEffect transition="in" filter="strips(upLeft)">
                                      <p:cBhvr>
                                        <p:cTn id="17" dur="500"/>
                                        <p:tgtEl>
                                          <p:spTgt spid="72"/>
                                        </p:tgtEl>
                                      </p:cBhvr>
                                    </p:animEffect>
                                  </p:childTnLst>
                                </p:cTn>
                              </p:par>
                            </p:childTnLst>
                          </p:cTn>
                        </p:par>
                        <p:par>
                          <p:cTn id="18" fill="hold">
                            <p:stCondLst>
                              <p:cond delay="2000"/>
                            </p:stCondLst>
                            <p:childTnLst>
                              <p:par>
                                <p:cTn id="19" presetID="53" presetClass="entr" presetSubtype="0" fill="hold" grpId="0" nodeType="afterEffect">
                                  <p:stCondLst>
                                    <p:cond delay="0"/>
                                  </p:stCondLst>
                                  <p:childTnLst>
                                    <p:set>
                                      <p:cBhvr>
                                        <p:cTn id="20" dur="1" fill="hold">
                                          <p:stCondLst>
                                            <p:cond delay="0"/>
                                          </p:stCondLst>
                                        </p:cTn>
                                        <p:tgtEl>
                                          <p:spTgt spid="69"/>
                                        </p:tgtEl>
                                        <p:attrNameLst>
                                          <p:attrName>style.visibility</p:attrName>
                                        </p:attrNameLst>
                                      </p:cBhvr>
                                      <p:to>
                                        <p:strVal val="visible"/>
                                      </p:to>
                                    </p:set>
                                    <p:anim calcmode="lin" valueType="num">
                                      <p:cBhvr>
                                        <p:cTn id="21" dur="500" fill="hold"/>
                                        <p:tgtEl>
                                          <p:spTgt spid="69"/>
                                        </p:tgtEl>
                                        <p:attrNameLst>
                                          <p:attrName>ppt_w</p:attrName>
                                        </p:attrNameLst>
                                      </p:cBhvr>
                                      <p:tavLst>
                                        <p:tav tm="0">
                                          <p:val>
                                            <p:fltVal val="0"/>
                                          </p:val>
                                        </p:tav>
                                        <p:tav tm="100000">
                                          <p:val>
                                            <p:strVal val="#ppt_w"/>
                                          </p:val>
                                        </p:tav>
                                      </p:tavLst>
                                    </p:anim>
                                    <p:anim calcmode="lin" valueType="num">
                                      <p:cBhvr>
                                        <p:cTn id="22" dur="500" fill="hold"/>
                                        <p:tgtEl>
                                          <p:spTgt spid="69"/>
                                        </p:tgtEl>
                                        <p:attrNameLst>
                                          <p:attrName>ppt_h</p:attrName>
                                        </p:attrNameLst>
                                      </p:cBhvr>
                                      <p:tavLst>
                                        <p:tav tm="0">
                                          <p:val>
                                            <p:fltVal val="0"/>
                                          </p:val>
                                        </p:tav>
                                        <p:tav tm="100000">
                                          <p:val>
                                            <p:strVal val="#ppt_h"/>
                                          </p:val>
                                        </p:tav>
                                      </p:tavLst>
                                    </p:anim>
                                    <p:animEffect transition="in" filter="fade">
                                      <p:cBhvr>
                                        <p:cTn id="23" dur="500"/>
                                        <p:tgtEl>
                                          <p:spTgt spid="69"/>
                                        </p:tgtEl>
                                      </p:cBhvr>
                                    </p:animEffect>
                                  </p:childTnLst>
                                </p:cTn>
                              </p:par>
                            </p:childTnLst>
                          </p:cTn>
                        </p:par>
                        <p:par>
                          <p:cTn id="24" fill="hold">
                            <p:stCondLst>
                              <p:cond delay="2500"/>
                            </p:stCondLst>
                            <p:childTnLst>
                              <p:par>
                                <p:cTn id="25" presetID="18" presetClass="entr" presetSubtype="3" fill="hold" grpId="0" nodeType="afterEffect">
                                  <p:stCondLst>
                                    <p:cond delay="0"/>
                                  </p:stCondLst>
                                  <p:childTnLst>
                                    <p:set>
                                      <p:cBhvr>
                                        <p:cTn id="26" dur="1" fill="hold">
                                          <p:stCondLst>
                                            <p:cond delay="0"/>
                                          </p:stCondLst>
                                        </p:cTn>
                                        <p:tgtEl>
                                          <p:spTgt spid="1032"/>
                                        </p:tgtEl>
                                        <p:attrNameLst>
                                          <p:attrName>style.visibility</p:attrName>
                                        </p:attrNameLst>
                                      </p:cBhvr>
                                      <p:to>
                                        <p:strVal val="visible"/>
                                      </p:to>
                                    </p:set>
                                    <p:animEffect transition="in" filter="strips(upRight)">
                                      <p:cBhvr>
                                        <p:cTn id="27" dur="1000"/>
                                        <p:tgtEl>
                                          <p:spTgt spid="1032"/>
                                        </p:tgtEl>
                                      </p:cBhvr>
                                    </p:animEffect>
                                  </p:childTnLst>
                                </p:cTn>
                              </p:par>
                            </p:childTnLst>
                          </p:cTn>
                        </p:par>
                        <p:par>
                          <p:cTn id="28" fill="hold">
                            <p:stCondLst>
                              <p:cond delay="3500"/>
                            </p:stCondLst>
                            <p:childTnLst>
                              <p:par>
                                <p:cTn id="29" presetID="53" presetClass="entr" presetSubtype="0" fill="hold" grpId="0" nodeType="afterEffect">
                                  <p:stCondLst>
                                    <p:cond delay="0"/>
                                  </p:stCondLst>
                                  <p:childTnLst>
                                    <p:set>
                                      <p:cBhvr>
                                        <p:cTn id="30" dur="1" fill="hold">
                                          <p:stCondLst>
                                            <p:cond delay="0"/>
                                          </p:stCondLst>
                                        </p:cTn>
                                        <p:tgtEl>
                                          <p:spTgt spid="61"/>
                                        </p:tgtEl>
                                        <p:attrNameLst>
                                          <p:attrName>style.visibility</p:attrName>
                                        </p:attrNameLst>
                                      </p:cBhvr>
                                      <p:to>
                                        <p:strVal val="visible"/>
                                      </p:to>
                                    </p:set>
                                    <p:anim calcmode="lin" valueType="num">
                                      <p:cBhvr>
                                        <p:cTn id="31" dur="500" fill="hold"/>
                                        <p:tgtEl>
                                          <p:spTgt spid="61"/>
                                        </p:tgtEl>
                                        <p:attrNameLst>
                                          <p:attrName>ppt_w</p:attrName>
                                        </p:attrNameLst>
                                      </p:cBhvr>
                                      <p:tavLst>
                                        <p:tav tm="0">
                                          <p:val>
                                            <p:fltVal val="0"/>
                                          </p:val>
                                        </p:tav>
                                        <p:tav tm="100000">
                                          <p:val>
                                            <p:strVal val="#ppt_w"/>
                                          </p:val>
                                        </p:tav>
                                      </p:tavLst>
                                    </p:anim>
                                    <p:anim calcmode="lin" valueType="num">
                                      <p:cBhvr>
                                        <p:cTn id="32" dur="500" fill="hold"/>
                                        <p:tgtEl>
                                          <p:spTgt spid="61"/>
                                        </p:tgtEl>
                                        <p:attrNameLst>
                                          <p:attrName>ppt_h</p:attrName>
                                        </p:attrNameLst>
                                      </p:cBhvr>
                                      <p:tavLst>
                                        <p:tav tm="0">
                                          <p:val>
                                            <p:fltVal val="0"/>
                                          </p:val>
                                        </p:tav>
                                        <p:tav tm="100000">
                                          <p:val>
                                            <p:strVal val="#ppt_h"/>
                                          </p:val>
                                        </p:tav>
                                      </p:tavLst>
                                    </p:anim>
                                    <p:animEffect transition="in" filter="fade">
                                      <p:cBhvr>
                                        <p:cTn id="33" dur="500"/>
                                        <p:tgtEl>
                                          <p:spTgt spid="61"/>
                                        </p:tgtEl>
                                      </p:cBhvr>
                                    </p:animEffect>
                                  </p:childTnLst>
                                </p:cTn>
                              </p:par>
                            </p:childTnLst>
                          </p:cTn>
                        </p:par>
                        <p:par>
                          <p:cTn id="34" fill="hold">
                            <p:stCondLst>
                              <p:cond delay="4000"/>
                            </p:stCondLst>
                            <p:childTnLst>
                              <p:par>
                                <p:cTn id="35" presetID="18" presetClass="entr" presetSubtype="6" fill="hold" grpId="0" nodeType="afterEffect">
                                  <p:stCondLst>
                                    <p:cond delay="0"/>
                                  </p:stCondLst>
                                  <p:childTnLst>
                                    <p:set>
                                      <p:cBhvr>
                                        <p:cTn id="36" dur="1" fill="hold">
                                          <p:stCondLst>
                                            <p:cond delay="0"/>
                                          </p:stCondLst>
                                        </p:cTn>
                                        <p:tgtEl>
                                          <p:spTgt spid="1031"/>
                                        </p:tgtEl>
                                        <p:attrNameLst>
                                          <p:attrName>style.visibility</p:attrName>
                                        </p:attrNameLst>
                                      </p:cBhvr>
                                      <p:to>
                                        <p:strVal val="visible"/>
                                      </p:to>
                                    </p:set>
                                    <p:animEffect transition="in" filter="strips(downRight)">
                                      <p:cBhvr>
                                        <p:cTn id="37" dur="1000"/>
                                        <p:tgtEl>
                                          <p:spTgt spid="1031"/>
                                        </p:tgtEl>
                                      </p:cBhvr>
                                    </p:animEffect>
                                  </p:childTnLst>
                                </p:cTn>
                              </p:par>
                            </p:childTnLst>
                          </p:cTn>
                        </p:par>
                        <p:par>
                          <p:cTn id="38" fill="hold">
                            <p:stCondLst>
                              <p:cond delay="5000"/>
                            </p:stCondLst>
                            <p:childTnLst>
                              <p:par>
                                <p:cTn id="39" presetID="53" presetClass="entr" presetSubtype="0" fill="hold" grpId="0" nodeType="afterEffect">
                                  <p:stCondLst>
                                    <p:cond delay="0"/>
                                  </p:stCondLst>
                                  <p:childTnLst>
                                    <p:set>
                                      <p:cBhvr>
                                        <p:cTn id="40" dur="1" fill="hold">
                                          <p:stCondLst>
                                            <p:cond delay="0"/>
                                          </p:stCondLst>
                                        </p:cTn>
                                        <p:tgtEl>
                                          <p:spTgt spid="66"/>
                                        </p:tgtEl>
                                        <p:attrNameLst>
                                          <p:attrName>style.visibility</p:attrName>
                                        </p:attrNameLst>
                                      </p:cBhvr>
                                      <p:to>
                                        <p:strVal val="visible"/>
                                      </p:to>
                                    </p:set>
                                    <p:anim calcmode="lin" valueType="num">
                                      <p:cBhvr>
                                        <p:cTn id="41" dur="500" fill="hold"/>
                                        <p:tgtEl>
                                          <p:spTgt spid="66"/>
                                        </p:tgtEl>
                                        <p:attrNameLst>
                                          <p:attrName>ppt_w</p:attrName>
                                        </p:attrNameLst>
                                      </p:cBhvr>
                                      <p:tavLst>
                                        <p:tav tm="0">
                                          <p:val>
                                            <p:fltVal val="0"/>
                                          </p:val>
                                        </p:tav>
                                        <p:tav tm="100000">
                                          <p:val>
                                            <p:strVal val="#ppt_w"/>
                                          </p:val>
                                        </p:tav>
                                      </p:tavLst>
                                    </p:anim>
                                    <p:anim calcmode="lin" valueType="num">
                                      <p:cBhvr>
                                        <p:cTn id="42" dur="500" fill="hold"/>
                                        <p:tgtEl>
                                          <p:spTgt spid="66"/>
                                        </p:tgtEl>
                                        <p:attrNameLst>
                                          <p:attrName>ppt_h</p:attrName>
                                        </p:attrNameLst>
                                      </p:cBhvr>
                                      <p:tavLst>
                                        <p:tav tm="0">
                                          <p:val>
                                            <p:fltVal val="0"/>
                                          </p:val>
                                        </p:tav>
                                        <p:tav tm="100000">
                                          <p:val>
                                            <p:strVal val="#ppt_h"/>
                                          </p:val>
                                        </p:tav>
                                      </p:tavLst>
                                    </p:anim>
                                    <p:animEffect transition="in" filter="fade">
                                      <p:cBhvr>
                                        <p:cTn id="43" dur="500"/>
                                        <p:tgtEl>
                                          <p:spTgt spid="66"/>
                                        </p:tgtEl>
                                      </p:cBhvr>
                                    </p:animEffect>
                                  </p:childTnLst>
                                </p:cTn>
                              </p:par>
                            </p:childTnLst>
                          </p:cTn>
                        </p:par>
                        <p:par>
                          <p:cTn id="44" fill="hold">
                            <p:stCondLst>
                              <p:cond delay="5500"/>
                            </p:stCondLst>
                            <p:childTnLst>
                              <p:par>
                                <p:cTn id="45" presetID="18" presetClass="entr" presetSubtype="12" fill="hold" grpId="0" nodeType="afterEffect">
                                  <p:stCondLst>
                                    <p:cond delay="0"/>
                                  </p:stCondLst>
                                  <p:childTnLst>
                                    <p:set>
                                      <p:cBhvr>
                                        <p:cTn id="46" dur="1" fill="hold">
                                          <p:stCondLst>
                                            <p:cond delay="0"/>
                                          </p:stCondLst>
                                        </p:cTn>
                                        <p:tgtEl>
                                          <p:spTgt spid="1030"/>
                                        </p:tgtEl>
                                        <p:attrNameLst>
                                          <p:attrName>style.visibility</p:attrName>
                                        </p:attrNameLst>
                                      </p:cBhvr>
                                      <p:to>
                                        <p:strVal val="visible"/>
                                      </p:to>
                                    </p:set>
                                    <p:animEffect transition="in" filter="strips(downLeft)">
                                      <p:cBhvr>
                                        <p:cTn id="47" dur="1000"/>
                                        <p:tgtEl>
                                          <p:spTgt spid="1030"/>
                                        </p:tgtEl>
                                      </p:cBhvr>
                                    </p:animEffect>
                                  </p:childTnLst>
                                </p:cTn>
                              </p:par>
                            </p:childTnLst>
                          </p:cTn>
                        </p:par>
                        <p:par>
                          <p:cTn id="48" fill="hold">
                            <p:stCondLst>
                              <p:cond delay="6500"/>
                            </p:stCondLst>
                            <p:childTnLst>
                              <p:par>
                                <p:cTn id="49" presetID="53" presetClass="entr" presetSubtype="0" fill="hold" grpId="0" nodeType="after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p:cTn id="51" dur="500" fill="hold"/>
                                        <p:tgtEl>
                                          <p:spTgt spid="64"/>
                                        </p:tgtEl>
                                        <p:attrNameLst>
                                          <p:attrName>ppt_w</p:attrName>
                                        </p:attrNameLst>
                                      </p:cBhvr>
                                      <p:tavLst>
                                        <p:tav tm="0">
                                          <p:val>
                                            <p:fltVal val="0"/>
                                          </p:val>
                                        </p:tav>
                                        <p:tav tm="100000">
                                          <p:val>
                                            <p:strVal val="#ppt_w"/>
                                          </p:val>
                                        </p:tav>
                                      </p:tavLst>
                                    </p:anim>
                                    <p:anim calcmode="lin" valueType="num">
                                      <p:cBhvr>
                                        <p:cTn id="52" dur="500" fill="hold"/>
                                        <p:tgtEl>
                                          <p:spTgt spid="64"/>
                                        </p:tgtEl>
                                        <p:attrNameLst>
                                          <p:attrName>ppt_h</p:attrName>
                                        </p:attrNameLst>
                                      </p:cBhvr>
                                      <p:tavLst>
                                        <p:tav tm="0">
                                          <p:val>
                                            <p:fltVal val="0"/>
                                          </p:val>
                                        </p:tav>
                                        <p:tav tm="100000">
                                          <p:val>
                                            <p:strVal val="#ppt_h"/>
                                          </p:val>
                                        </p:tav>
                                      </p:tavLst>
                                    </p:anim>
                                    <p:animEffect transition="in" filter="fade">
                                      <p:cBhvr>
                                        <p:cTn id="53" dur="500"/>
                                        <p:tgtEl>
                                          <p:spTgt spid="64"/>
                                        </p:tgtEl>
                                      </p:cBhvr>
                                    </p:animEffect>
                                  </p:childTnLst>
                                </p:cTn>
                              </p:par>
                            </p:childTnLst>
                          </p:cTn>
                        </p:par>
                        <p:par>
                          <p:cTn id="54" fill="hold">
                            <p:stCondLst>
                              <p:cond delay="7000"/>
                            </p:stCondLst>
                            <p:childTnLst>
                              <p:par>
                                <p:cTn id="55" presetID="53" presetClass="entr" presetSubtype="0" fill="hold" grpId="0" nodeType="afterEffect">
                                  <p:stCondLst>
                                    <p:cond delay="0"/>
                                  </p:stCondLst>
                                  <p:childTnLst>
                                    <p:set>
                                      <p:cBhvr>
                                        <p:cTn id="56" dur="1" fill="hold">
                                          <p:stCondLst>
                                            <p:cond delay="0"/>
                                          </p:stCondLst>
                                        </p:cTn>
                                        <p:tgtEl>
                                          <p:spTgt spid="22"/>
                                        </p:tgtEl>
                                        <p:attrNameLst>
                                          <p:attrName>style.visibility</p:attrName>
                                        </p:attrNameLst>
                                      </p:cBhvr>
                                      <p:to>
                                        <p:strVal val="visible"/>
                                      </p:to>
                                    </p:set>
                                    <p:anim calcmode="lin" valueType="num">
                                      <p:cBhvr>
                                        <p:cTn id="57" dur="500" fill="hold"/>
                                        <p:tgtEl>
                                          <p:spTgt spid="22"/>
                                        </p:tgtEl>
                                        <p:attrNameLst>
                                          <p:attrName>ppt_w</p:attrName>
                                        </p:attrNameLst>
                                      </p:cBhvr>
                                      <p:tavLst>
                                        <p:tav tm="0">
                                          <p:val>
                                            <p:fltVal val="0"/>
                                          </p:val>
                                        </p:tav>
                                        <p:tav tm="100000">
                                          <p:val>
                                            <p:strVal val="#ppt_w"/>
                                          </p:val>
                                        </p:tav>
                                      </p:tavLst>
                                    </p:anim>
                                    <p:anim calcmode="lin" valueType="num">
                                      <p:cBhvr>
                                        <p:cTn id="58" dur="500" fill="hold"/>
                                        <p:tgtEl>
                                          <p:spTgt spid="22"/>
                                        </p:tgtEl>
                                        <p:attrNameLst>
                                          <p:attrName>ppt_h</p:attrName>
                                        </p:attrNameLst>
                                      </p:cBhvr>
                                      <p:tavLst>
                                        <p:tav tm="0">
                                          <p:val>
                                            <p:fltVal val="0"/>
                                          </p:val>
                                        </p:tav>
                                        <p:tav tm="100000">
                                          <p:val>
                                            <p:strVal val="#ppt_h"/>
                                          </p:val>
                                        </p:tav>
                                      </p:tavLst>
                                    </p:anim>
                                    <p:animEffect transition="in" filter="fade">
                                      <p:cBhvr>
                                        <p:cTn id="59" dur="500"/>
                                        <p:tgtEl>
                                          <p:spTgt spid="22"/>
                                        </p:tgtEl>
                                      </p:cBhvr>
                                    </p:animEffect>
                                  </p:childTnLst>
                                </p:cTn>
                              </p:par>
                            </p:childTnLst>
                          </p:cTn>
                        </p:par>
                        <p:par>
                          <p:cTn id="60" fill="hold">
                            <p:stCondLst>
                              <p:cond delay="7500"/>
                            </p:stCondLst>
                            <p:childTnLst>
                              <p:par>
                                <p:cTn id="61" presetID="53" presetClass="entr" presetSubtype="0" fill="hold" grpId="0" nodeType="afterEffect">
                                  <p:stCondLst>
                                    <p:cond delay="0"/>
                                  </p:stCondLst>
                                  <p:childTnLst>
                                    <p:set>
                                      <p:cBhvr>
                                        <p:cTn id="62" dur="1" fill="hold">
                                          <p:stCondLst>
                                            <p:cond delay="0"/>
                                          </p:stCondLst>
                                        </p:cTn>
                                        <p:tgtEl>
                                          <p:spTgt spid="23"/>
                                        </p:tgtEl>
                                        <p:attrNameLst>
                                          <p:attrName>style.visibility</p:attrName>
                                        </p:attrNameLst>
                                      </p:cBhvr>
                                      <p:to>
                                        <p:strVal val="visible"/>
                                      </p:to>
                                    </p:set>
                                    <p:anim calcmode="lin" valueType="num">
                                      <p:cBhvr>
                                        <p:cTn id="63" dur="500" fill="hold"/>
                                        <p:tgtEl>
                                          <p:spTgt spid="23"/>
                                        </p:tgtEl>
                                        <p:attrNameLst>
                                          <p:attrName>ppt_w</p:attrName>
                                        </p:attrNameLst>
                                      </p:cBhvr>
                                      <p:tavLst>
                                        <p:tav tm="0">
                                          <p:val>
                                            <p:fltVal val="0"/>
                                          </p:val>
                                        </p:tav>
                                        <p:tav tm="100000">
                                          <p:val>
                                            <p:strVal val="#ppt_w"/>
                                          </p:val>
                                        </p:tav>
                                      </p:tavLst>
                                    </p:anim>
                                    <p:anim calcmode="lin" valueType="num">
                                      <p:cBhvr>
                                        <p:cTn id="64" dur="500" fill="hold"/>
                                        <p:tgtEl>
                                          <p:spTgt spid="23"/>
                                        </p:tgtEl>
                                        <p:attrNameLst>
                                          <p:attrName>ppt_h</p:attrName>
                                        </p:attrNameLst>
                                      </p:cBhvr>
                                      <p:tavLst>
                                        <p:tav tm="0">
                                          <p:val>
                                            <p:fltVal val="0"/>
                                          </p:val>
                                        </p:tav>
                                        <p:tav tm="100000">
                                          <p:val>
                                            <p:strVal val="#ppt_h"/>
                                          </p:val>
                                        </p:tav>
                                      </p:tavLst>
                                    </p:anim>
                                    <p:animEffect transition="in" filter="fade">
                                      <p:cBhvr>
                                        <p:cTn id="65" dur="500"/>
                                        <p:tgtEl>
                                          <p:spTgt spid="23"/>
                                        </p:tgtEl>
                                      </p:cBhvr>
                                    </p:animEffect>
                                  </p:childTnLst>
                                </p:cTn>
                              </p:par>
                            </p:childTnLst>
                          </p:cTn>
                        </p:par>
                        <p:par>
                          <p:cTn id="66" fill="hold">
                            <p:stCondLst>
                              <p:cond delay="8000"/>
                            </p:stCondLst>
                            <p:childTnLst>
                              <p:par>
                                <p:cTn id="67" presetID="53" presetClass="entr" presetSubtype="0" fill="hold" grpId="0" nodeType="afterEffect">
                                  <p:stCondLst>
                                    <p:cond delay="0"/>
                                  </p:stCondLst>
                                  <p:childTnLst>
                                    <p:set>
                                      <p:cBhvr>
                                        <p:cTn id="68" dur="1" fill="hold">
                                          <p:stCondLst>
                                            <p:cond delay="0"/>
                                          </p:stCondLst>
                                        </p:cTn>
                                        <p:tgtEl>
                                          <p:spTgt spid="24"/>
                                        </p:tgtEl>
                                        <p:attrNameLst>
                                          <p:attrName>style.visibility</p:attrName>
                                        </p:attrNameLst>
                                      </p:cBhvr>
                                      <p:to>
                                        <p:strVal val="visible"/>
                                      </p:to>
                                    </p:set>
                                    <p:anim calcmode="lin" valueType="num">
                                      <p:cBhvr>
                                        <p:cTn id="69" dur="500" fill="hold"/>
                                        <p:tgtEl>
                                          <p:spTgt spid="24"/>
                                        </p:tgtEl>
                                        <p:attrNameLst>
                                          <p:attrName>ppt_w</p:attrName>
                                        </p:attrNameLst>
                                      </p:cBhvr>
                                      <p:tavLst>
                                        <p:tav tm="0">
                                          <p:val>
                                            <p:fltVal val="0"/>
                                          </p:val>
                                        </p:tav>
                                        <p:tav tm="100000">
                                          <p:val>
                                            <p:strVal val="#ppt_w"/>
                                          </p:val>
                                        </p:tav>
                                      </p:tavLst>
                                    </p:anim>
                                    <p:anim calcmode="lin" valueType="num">
                                      <p:cBhvr>
                                        <p:cTn id="70" dur="500" fill="hold"/>
                                        <p:tgtEl>
                                          <p:spTgt spid="24"/>
                                        </p:tgtEl>
                                        <p:attrNameLst>
                                          <p:attrName>ppt_h</p:attrName>
                                        </p:attrNameLst>
                                      </p:cBhvr>
                                      <p:tavLst>
                                        <p:tav tm="0">
                                          <p:val>
                                            <p:fltVal val="0"/>
                                          </p:val>
                                        </p:tav>
                                        <p:tav tm="100000">
                                          <p:val>
                                            <p:strVal val="#ppt_h"/>
                                          </p:val>
                                        </p:tav>
                                      </p:tavLst>
                                    </p:anim>
                                    <p:animEffect transition="in" filter="fade">
                                      <p:cBhvr>
                                        <p:cTn id="71" dur="500"/>
                                        <p:tgtEl>
                                          <p:spTgt spid="24"/>
                                        </p:tgtEl>
                                      </p:cBhvr>
                                    </p:animEffect>
                                  </p:childTnLst>
                                </p:cTn>
                              </p:par>
                            </p:childTnLst>
                          </p:cTn>
                        </p:par>
                        <p:par>
                          <p:cTn id="72" fill="hold">
                            <p:stCondLst>
                              <p:cond delay="8500"/>
                            </p:stCondLst>
                            <p:childTnLst>
                              <p:par>
                                <p:cTn id="73" presetID="53" presetClass="entr" presetSubtype="0" fill="hold" grpId="0" nodeType="afterEffect">
                                  <p:stCondLst>
                                    <p:cond delay="0"/>
                                  </p:stCondLst>
                                  <p:childTnLst>
                                    <p:set>
                                      <p:cBhvr>
                                        <p:cTn id="74" dur="1" fill="hold">
                                          <p:stCondLst>
                                            <p:cond delay="0"/>
                                          </p:stCondLst>
                                        </p:cTn>
                                        <p:tgtEl>
                                          <p:spTgt spid="27"/>
                                        </p:tgtEl>
                                        <p:attrNameLst>
                                          <p:attrName>style.visibility</p:attrName>
                                        </p:attrNameLst>
                                      </p:cBhvr>
                                      <p:to>
                                        <p:strVal val="visible"/>
                                      </p:to>
                                    </p:set>
                                    <p:anim calcmode="lin" valueType="num">
                                      <p:cBhvr>
                                        <p:cTn id="75" dur="500" fill="hold"/>
                                        <p:tgtEl>
                                          <p:spTgt spid="27"/>
                                        </p:tgtEl>
                                        <p:attrNameLst>
                                          <p:attrName>ppt_w</p:attrName>
                                        </p:attrNameLst>
                                      </p:cBhvr>
                                      <p:tavLst>
                                        <p:tav tm="0">
                                          <p:val>
                                            <p:fltVal val="0"/>
                                          </p:val>
                                        </p:tav>
                                        <p:tav tm="100000">
                                          <p:val>
                                            <p:strVal val="#ppt_w"/>
                                          </p:val>
                                        </p:tav>
                                      </p:tavLst>
                                    </p:anim>
                                    <p:anim calcmode="lin" valueType="num">
                                      <p:cBhvr>
                                        <p:cTn id="76" dur="500" fill="hold"/>
                                        <p:tgtEl>
                                          <p:spTgt spid="27"/>
                                        </p:tgtEl>
                                        <p:attrNameLst>
                                          <p:attrName>ppt_h</p:attrName>
                                        </p:attrNameLst>
                                      </p:cBhvr>
                                      <p:tavLst>
                                        <p:tav tm="0">
                                          <p:val>
                                            <p:fltVal val="0"/>
                                          </p:val>
                                        </p:tav>
                                        <p:tav tm="100000">
                                          <p:val>
                                            <p:strVal val="#ppt_h"/>
                                          </p:val>
                                        </p:tav>
                                      </p:tavLst>
                                    </p:anim>
                                    <p:animEffect transition="in" filter="fade">
                                      <p:cBhvr>
                                        <p:cTn id="77" dur="500"/>
                                        <p:tgtEl>
                                          <p:spTgt spid="27"/>
                                        </p:tgtEl>
                                      </p:cBhvr>
                                    </p:animEffect>
                                  </p:childTnLst>
                                </p:cTn>
                              </p:par>
                            </p:childTnLst>
                          </p:cTn>
                        </p:par>
                        <p:par>
                          <p:cTn id="78" fill="hold">
                            <p:stCondLst>
                              <p:cond delay="9000"/>
                            </p:stCondLst>
                            <p:childTnLst>
                              <p:par>
                                <p:cTn id="79" presetID="18" presetClass="entr" presetSubtype="12" fill="hold" nodeType="afterEffect">
                                  <p:stCondLst>
                                    <p:cond delay="0"/>
                                  </p:stCondLst>
                                  <p:childTnLst>
                                    <p:set>
                                      <p:cBhvr>
                                        <p:cTn id="80" dur="1" fill="hold">
                                          <p:stCondLst>
                                            <p:cond delay="0"/>
                                          </p:stCondLst>
                                        </p:cTn>
                                        <p:tgtEl>
                                          <p:spTgt spid="4"/>
                                        </p:tgtEl>
                                        <p:attrNameLst>
                                          <p:attrName>style.visibility</p:attrName>
                                        </p:attrNameLst>
                                      </p:cBhvr>
                                      <p:to>
                                        <p:strVal val="visible"/>
                                      </p:to>
                                    </p:set>
                                    <p:animEffect transition="in" filter="strips(downLeft)">
                                      <p:cBhvr>
                                        <p:cTn id="81" dur="500"/>
                                        <p:tgtEl>
                                          <p:spTgt spid="4"/>
                                        </p:tgtEl>
                                      </p:cBhvr>
                                    </p:animEffect>
                                  </p:childTnLst>
                                </p:cTn>
                              </p:par>
                              <p:par>
                                <p:cTn id="82" presetID="2" presetClass="entr" presetSubtype="8" accel="50000" decel="50000" fill="hold" nodeType="withEffect">
                                  <p:stCondLst>
                                    <p:cond delay="0"/>
                                  </p:stCondLst>
                                  <p:childTnLst>
                                    <p:set>
                                      <p:cBhvr>
                                        <p:cTn id="83" dur="1" fill="hold">
                                          <p:stCondLst>
                                            <p:cond delay="0"/>
                                          </p:stCondLst>
                                        </p:cTn>
                                        <p:tgtEl>
                                          <p:spTgt spid="12"/>
                                        </p:tgtEl>
                                        <p:attrNameLst>
                                          <p:attrName>style.visibility</p:attrName>
                                        </p:attrNameLst>
                                      </p:cBhvr>
                                      <p:to>
                                        <p:strVal val="visible"/>
                                      </p:to>
                                    </p:set>
                                    <p:anim calcmode="lin" valueType="num">
                                      <p:cBhvr additive="base">
                                        <p:cTn id="84" dur="500" fill="hold"/>
                                        <p:tgtEl>
                                          <p:spTgt spid="12"/>
                                        </p:tgtEl>
                                        <p:attrNameLst>
                                          <p:attrName>ppt_x</p:attrName>
                                        </p:attrNameLst>
                                      </p:cBhvr>
                                      <p:tavLst>
                                        <p:tav tm="0">
                                          <p:val>
                                            <p:strVal val="0-#ppt_w/2"/>
                                          </p:val>
                                        </p:tav>
                                        <p:tav tm="100000">
                                          <p:val>
                                            <p:strVal val="#ppt_x"/>
                                          </p:val>
                                        </p:tav>
                                      </p:tavLst>
                                    </p:anim>
                                    <p:anim calcmode="lin" valueType="num">
                                      <p:cBhvr additive="base">
                                        <p:cTn id="85" dur="500" fill="hold"/>
                                        <p:tgtEl>
                                          <p:spTgt spid="12"/>
                                        </p:tgtEl>
                                        <p:attrNameLst>
                                          <p:attrName>ppt_y</p:attrName>
                                        </p:attrNameLst>
                                      </p:cBhvr>
                                      <p:tavLst>
                                        <p:tav tm="0">
                                          <p:val>
                                            <p:strVal val="#ppt_y"/>
                                          </p:val>
                                        </p:tav>
                                        <p:tav tm="100000">
                                          <p:val>
                                            <p:strVal val="#ppt_y"/>
                                          </p:val>
                                        </p:tav>
                                      </p:tavLst>
                                    </p:anim>
                                  </p:childTnLst>
                                </p:cTn>
                              </p:par>
                            </p:childTnLst>
                          </p:cTn>
                        </p:par>
                        <p:par>
                          <p:cTn id="86" fill="hold">
                            <p:stCondLst>
                              <p:cond delay="9500"/>
                            </p:stCondLst>
                            <p:childTnLst>
                              <p:par>
                                <p:cTn id="87" presetID="18" presetClass="entr" presetSubtype="12" fill="hold" nodeType="afterEffect">
                                  <p:stCondLst>
                                    <p:cond delay="0"/>
                                  </p:stCondLst>
                                  <p:childTnLst>
                                    <p:set>
                                      <p:cBhvr>
                                        <p:cTn id="88" dur="1" fill="hold">
                                          <p:stCondLst>
                                            <p:cond delay="0"/>
                                          </p:stCondLst>
                                        </p:cTn>
                                        <p:tgtEl>
                                          <p:spTgt spid="2"/>
                                        </p:tgtEl>
                                        <p:attrNameLst>
                                          <p:attrName>style.visibility</p:attrName>
                                        </p:attrNameLst>
                                      </p:cBhvr>
                                      <p:to>
                                        <p:strVal val="visible"/>
                                      </p:to>
                                    </p:set>
                                    <p:animEffect transition="in" filter="strips(downLeft)">
                                      <p:cBhvr>
                                        <p:cTn id="89" dur="500"/>
                                        <p:tgtEl>
                                          <p:spTgt spid="2"/>
                                        </p:tgtEl>
                                      </p:cBhvr>
                                    </p:animEffect>
                                  </p:childTnLst>
                                </p:cTn>
                              </p:par>
                              <p:par>
                                <p:cTn id="90" presetID="2" presetClass="entr" presetSubtype="8" accel="50000" decel="50000" fill="hold" nodeType="withEffect">
                                  <p:stCondLst>
                                    <p:cond delay="0"/>
                                  </p:stCondLst>
                                  <p:childTnLst>
                                    <p:set>
                                      <p:cBhvr>
                                        <p:cTn id="91" dur="1" fill="hold">
                                          <p:stCondLst>
                                            <p:cond delay="0"/>
                                          </p:stCondLst>
                                        </p:cTn>
                                        <p:tgtEl>
                                          <p:spTgt spid="11"/>
                                        </p:tgtEl>
                                        <p:attrNameLst>
                                          <p:attrName>style.visibility</p:attrName>
                                        </p:attrNameLst>
                                      </p:cBhvr>
                                      <p:to>
                                        <p:strVal val="visible"/>
                                      </p:to>
                                    </p:set>
                                    <p:anim calcmode="lin" valueType="num">
                                      <p:cBhvr additive="base">
                                        <p:cTn id="92" dur="500" fill="hold"/>
                                        <p:tgtEl>
                                          <p:spTgt spid="11"/>
                                        </p:tgtEl>
                                        <p:attrNameLst>
                                          <p:attrName>ppt_x</p:attrName>
                                        </p:attrNameLst>
                                      </p:cBhvr>
                                      <p:tavLst>
                                        <p:tav tm="0">
                                          <p:val>
                                            <p:strVal val="0-#ppt_w/2"/>
                                          </p:val>
                                        </p:tav>
                                        <p:tav tm="100000">
                                          <p:val>
                                            <p:strVal val="#ppt_x"/>
                                          </p:val>
                                        </p:tav>
                                      </p:tavLst>
                                    </p:anim>
                                    <p:anim calcmode="lin" valueType="num">
                                      <p:cBhvr additive="base">
                                        <p:cTn id="93" dur="500" fill="hold"/>
                                        <p:tgtEl>
                                          <p:spTgt spid="11"/>
                                        </p:tgtEl>
                                        <p:attrNameLst>
                                          <p:attrName>ppt_y</p:attrName>
                                        </p:attrNameLst>
                                      </p:cBhvr>
                                      <p:tavLst>
                                        <p:tav tm="0">
                                          <p:val>
                                            <p:strVal val="#ppt_y"/>
                                          </p:val>
                                        </p:tav>
                                        <p:tav tm="100000">
                                          <p:val>
                                            <p:strVal val="#ppt_y"/>
                                          </p:val>
                                        </p:tav>
                                      </p:tavLst>
                                    </p:anim>
                                  </p:childTnLst>
                                </p:cTn>
                              </p:par>
                            </p:childTnLst>
                          </p:cTn>
                        </p:par>
                        <p:par>
                          <p:cTn id="94" fill="hold">
                            <p:stCondLst>
                              <p:cond delay="10000"/>
                            </p:stCondLst>
                            <p:childTnLst>
                              <p:par>
                                <p:cTn id="95" presetID="18" presetClass="entr" presetSubtype="6" fill="hold" nodeType="afterEffect">
                                  <p:stCondLst>
                                    <p:cond delay="0"/>
                                  </p:stCondLst>
                                  <p:childTnLst>
                                    <p:set>
                                      <p:cBhvr>
                                        <p:cTn id="96" dur="1" fill="hold">
                                          <p:stCondLst>
                                            <p:cond delay="0"/>
                                          </p:stCondLst>
                                        </p:cTn>
                                        <p:tgtEl>
                                          <p:spTgt spid="3"/>
                                        </p:tgtEl>
                                        <p:attrNameLst>
                                          <p:attrName>style.visibility</p:attrName>
                                        </p:attrNameLst>
                                      </p:cBhvr>
                                      <p:to>
                                        <p:strVal val="visible"/>
                                      </p:to>
                                    </p:set>
                                    <p:animEffect transition="in" filter="strips(downRight)">
                                      <p:cBhvr>
                                        <p:cTn id="97" dur="500"/>
                                        <p:tgtEl>
                                          <p:spTgt spid="3"/>
                                        </p:tgtEl>
                                      </p:cBhvr>
                                    </p:animEffect>
                                  </p:childTnLst>
                                </p:cTn>
                              </p:par>
                              <p:par>
                                <p:cTn id="98" presetID="2" presetClass="entr" presetSubtype="2" accel="50000" decel="50000" fill="hold" nodeType="with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additive="base">
                                        <p:cTn id="100" dur="500" fill="hold"/>
                                        <p:tgtEl>
                                          <p:spTgt spid="10"/>
                                        </p:tgtEl>
                                        <p:attrNameLst>
                                          <p:attrName>ppt_x</p:attrName>
                                        </p:attrNameLst>
                                      </p:cBhvr>
                                      <p:tavLst>
                                        <p:tav tm="0">
                                          <p:val>
                                            <p:strVal val="1+#ppt_w/2"/>
                                          </p:val>
                                        </p:tav>
                                        <p:tav tm="100000">
                                          <p:val>
                                            <p:strVal val="#ppt_x"/>
                                          </p:val>
                                        </p:tav>
                                      </p:tavLst>
                                    </p:anim>
                                    <p:anim calcmode="lin" valueType="num">
                                      <p:cBhvr additive="base">
                                        <p:cTn id="101" dur="500" fill="hold"/>
                                        <p:tgtEl>
                                          <p:spTgt spid="10"/>
                                        </p:tgtEl>
                                        <p:attrNameLst>
                                          <p:attrName>ppt_y</p:attrName>
                                        </p:attrNameLst>
                                      </p:cBhvr>
                                      <p:tavLst>
                                        <p:tav tm="0">
                                          <p:val>
                                            <p:strVal val="#ppt_y"/>
                                          </p:val>
                                        </p:tav>
                                        <p:tav tm="100000">
                                          <p:val>
                                            <p:strVal val="#ppt_y"/>
                                          </p:val>
                                        </p:tav>
                                      </p:tavLst>
                                    </p:anim>
                                  </p:childTnLst>
                                </p:cTn>
                              </p:par>
                            </p:childTnLst>
                          </p:cTn>
                        </p:par>
                        <p:par>
                          <p:cTn id="102" fill="hold">
                            <p:stCondLst>
                              <p:cond delay="10500"/>
                            </p:stCondLst>
                            <p:childTnLst>
                              <p:par>
                                <p:cTn id="103" presetID="18" presetClass="entr" presetSubtype="3" fill="hold" nodeType="afterEffect">
                                  <p:stCondLst>
                                    <p:cond delay="0"/>
                                  </p:stCondLst>
                                  <p:childTnLst>
                                    <p:set>
                                      <p:cBhvr>
                                        <p:cTn id="104" dur="1" fill="hold">
                                          <p:stCondLst>
                                            <p:cond delay="0"/>
                                          </p:stCondLst>
                                        </p:cTn>
                                        <p:tgtEl>
                                          <p:spTgt spid="5"/>
                                        </p:tgtEl>
                                        <p:attrNameLst>
                                          <p:attrName>style.visibility</p:attrName>
                                        </p:attrNameLst>
                                      </p:cBhvr>
                                      <p:to>
                                        <p:strVal val="visible"/>
                                      </p:to>
                                    </p:set>
                                    <p:animEffect transition="in" filter="strips(upRight)">
                                      <p:cBhvr>
                                        <p:cTn id="105" dur="500"/>
                                        <p:tgtEl>
                                          <p:spTgt spid="5"/>
                                        </p:tgtEl>
                                      </p:cBhvr>
                                    </p:animEffect>
                                  </p:childTnLst>
                                </p:cTn>
                              </p:par>
                              <p:par>
                                <p:cTn id="106" presetID="2" presetClass="entr" presetSubtype="2" accel="50000" decel="50000" fill="hold" nodeType="withEffect">
                                  <p:stCondLst>
                                    <p:cond delay="0"/>
                                  </p:stCondLst>
                                  <p:childTnLst>
                                    <p:set>
                                      <p:cBhvr>
                                        <p:cTn id="107" dur="1" fill="hold">
                                          <p:stCondLst>
                                            <p:cond delay="0"/>
                                          </p:stCondLst>
                                        </p:cTn>
                                        <p:tgtEl>
                                          <p:spTgt spid="9"/>
                                        </p:tgtEl>
                                        <p:attrNameLst>
                                          <p:attrName>style.visibility</p:attrName>
                                        </p:attrNameLst>
                                      </p:cBhvr>
                                      <p:to>
                                        <p:strVal val="visible"/>
                                      </p:to>
                                    </p:set>
                                    <p:anim calcmode="lin" valueType="num">
                                      <p:cBhvr additive="base">
                                        <p:cTn id="108" dur="500" fill="hold"/>
                                        <p:tgtEl>
                                          <p:spTgt spid="9"/>
                                        </p:tgtEl>
                                        <p:attrNameLst>
                                          <p:attrName>ppt_x</p:attrName>
                                        </p:attrNameLst>
                                      </p:cBhvr>
                                      <p:tavLst>
                                        <p:tav tm="0">
                                          <p:val>
                                            <p:strVal val="1+#ppt_w/2"/>
                                          </p:val>
                                        </p:tav>
                                        <p:tav tm="100000">
                                          <p:val>
                                            <p:strVal val="#ppt_x"/>
                                          </p:val>
                                        </p:tav>
                                      </p:tavLst>
                                    </p:anim>
                                    <p:anim calcmode="lin" valueType="num">
                                      <p:cBhvr additive="base">
                                        <p:cTn id="109"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 grpId="0" animBg="1"/>
      <p:bldP spid="1030" grpId="0" animBg="1"/>
      <p:bldP spid="1031" grpId="0" animBg="1"/>
      <p:bldP spid="1032" grpId="0" animBg="1"/>
      <p:bldP spid="23" grpId="0"/>
      <p:bldP spid="24" grpId="0"/>
      <p:bldP spid="27" grpId="0"/>
      <p:bldP spid="61" grpId="0" animBg="1"/>
      <p:bldP spid="64" grpId="0" animBg="1"/>
      <p:bldP spid="66" grpId="0" animBg="1"/>
      <p:bldP spid="69" grpId="0" animBg="1"/>
      <p:bldP spid="72" grpId="0" animBg="1"/>
      <p:bldP spid="22"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2" name="Slide Number Placeholder 1"/>
          <p:cNvSpPr>
            <a:spLocks noGrp="1"/>
          </p:cNvSpPr>
          <p:nvPr>
            <p:ph type="sldNum" sz="quarter" idx="12"/>
          </p:nvPr>
        </p:nvSpPr>
        <p:spPr/>
        <p:txBody>
          <a:bodyPr/>
          <a:lstStyle/>
          <a:p>
            <a:fld id="{C136B7D2-B98C-44FD-8D04-7EC62A564975}" type="slidenum">
              <a:rPr lang="en-US" smtClean="0"/>
              <a:pPr/>
              <a:t>101</a:t>
            </a:fld>
            <a:endParaRPr lang="en-US" dirty="0"/>
          </a:p>
        </p:txBody>
      </p:sp>
      <p:sp>
        <p:nvSpPr>
          <p:cNvPr id="6" name="Plaque 5"/>
          <p:cNvSpPr/>
          <p:nvPr/>
        </p:nvSpPr>
        <p:spPr>
          <a:xfrm>
            <a:off x="3512900" y="1768731"/>
            <a:ext cx="2118199" cy="2118198"/>
          </a:xfrm>
          <a:prstGeom prst="plaque">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34"/>
          <p:cNvGrpSpPr/>
          <p:nvPr/>
        </p:nvGrpSpPr>
        <p:grpSpPr>
          <a:xfrm>
            <a:off x="3045240" y="1362746"/>
            <a:ext cx="1315035" cy="1333851"/>
            <a:chOff x="3045240" y="1362746"/>
            <a:chExt cx="1315035" cy="1333851"/>
          </a:xfrm>
        </p:grpSpPr>
        <p:sp>
          <p:nvSpPr>
            <p:cNvPr id="31" name="Teardrop 30"/>
            <p:cNvSpPr/>
            <p:nvPr/>
          </p:nvSpPr>
          <p:spPr>
            <a:xfrm rot="16200000">
              <a:off x="3074219" y="1410542"/>
              <a:ext cx="1286055" cy="1286056"/>
            </a:xfrm>
            <a:prstGeom prst="teardrop">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ardrop 6"/>
            <p:cNvSpPr/>
            <p:nvPr/>
          </p:nvSpPr>
          <p:spPr>
            <a:xfrm rot="16200000">
              <a:off x="3045240" y="1362746"/>
              <a:ext cx="1286055" cy="1286056"/>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37"/>
          <p:cNvGrpSpPr/>
          <p:nvPr/>
        </p:nvGrpSpPr>
        <p:grpSpPr>
          <a:xfrm>
            <a:off x="4812704" y="1362746"/>
            <a:ext cx="1286056" cy="1333680"/>
            <a:chOff x="4812704" y="1362746"/>
            <a:chExt cx="1286056" cy="1333680"/>
          </a:xfrm>
        </p:grpSpPr>
        <p:sp>
          <p:nvSpPr>
            <p:cNvPr id="32" name="Teardrop 31"/>
            <p:cNvSpPr/>
            <p:nvPr/>
          </p:nvSpPr>
          <p:spPr>
            <a:xfrm>
              <a:off x="4812704" y="1410371"/>
              <a:ext cx="1286056" cy="1286055"/>
            </a:xfrm>
            <a:prstGeom prst="teardrop">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ardrop 7"/>
            <p:cNvSpPr/>
            <p:nvPr/>
          </p:nvSpPr>
          <p:spPr>
            <a:xfrm>
              <a:off x="4812704" y="1362746"/>
              <a:ext cx="1286056" cy="1286055"/>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35"/>
          <p:cNvGrpSpPr/>
          <p:nvPr/>
        </p:nvGrpSpPr>
        <p:grpSpPr>
          <a:xfrm>
            <a:off x="3045240" y="2985330"/>
            <a:ext cx="1324156" cy="1314630"/>
            <a:chOff x="3045240" y="2985330"/>
            <a:chExt cx="1324156" cy="1314630"/>
          </a:xfrm>
        </p:grpSpPr>
        <p:sp>
          <p:nvSpPr>
            <p:cNvPr id="33" name="Teardrop 32"/>
            <p:cNvSpPr/>
            <p:nvPr/>
          </p:nvSpPr>
          <p:spPr>
            <a:xfrm rot="10800000">
              <a:off x="3083340" y="2985330"/>
              <a:ext cx="1286056" cy="1286055"/>
            </a:xfrm>
            <a:prstGeom prst="teardrop">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ardrop 8"/>
            <p:cNvSpPr/>
            <p:nvPr/>
          </p:nvSpPr>
          <p:spPr>
            <a:xfrm rot="10800000">
              <a:off x="3045240" y="3013905"/>
              <a:ext cx="1286056" cy="128605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 36"/>
          <p:cNvGrpSpPr/>
          <p:nvPr/>
        </p:nvGrpSpPr>
        <p:grpSpPr>
          <a:xfrm>
            <a:off x="4784130" y="2985330"/>
            <a:ext cx="1314631" cy="1314630"/>
            <a:chOff x="4784130" y="2985330"/>
            <a:chExt cx="1314631" cy="1314630"/>
          </a:xfrm>
        </p:grpSpPr>
        <p:sp>
          <p:nvSpPr>
            <p:cNvPr id="34" name="Teardrop 33"/>
            <p:cNvSpPr/>
            <p:nvPr/>
          </p:nvSpPr>
          <p:spPr>
            <a:xfrm rot="5400000">
              <a:off x="4784130" y="2985330"/>
              <a:ext cx="1286055" cy="1286056"/>
            </a:xfrm>
            <a:prstGeom prst="teardrop">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ardrop 9"/>
            <p:cNvSpPr/>
            <p:nvPr/>
          </p:nvSpPr>
          <p:spPr>
            <a:xfrm rot="5400000">
              <a:off x="4812705" y="3013905"/>
              <a:ext cx="1286055" cy="1286056"/>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57"/>
          <p:cNvGrpSpPr/>
          <p:nvPr/>
        </p:nvGrpSpPr>
        <p:grpSpPr>
          <a:xfrm>
            <a:off x="711915" y="3551812"/>
            <a:ext cx="2247089" cy="709468"/>
            <a:chOff x="-267404" y="3168889"/>
            <a:chExt cx="2247089" cy="709468"/>
          </a:xfrm>
        </p:grpSpPr>
        <p:sp>
          <p:nvSpPr>
            <p:cNvPr id="14" name="TextBox 1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5" name="Rectangle 14"/>
            <p:cNvSpPr/>
            <p:nvPr/>
          </p:nvSpPr>
          <p:spPr>
            <a:xfrm>
              <a:off x="41654" y="3168889"/>
              <a:ext cx="1938031" cy="215444"/>
            </a:xfrm>
            <a:prstGeom prst="rect">
              <a:avLst/>
            </a:prstGeom>
          </p:spPr>
          <p:txBody>
            <a:bodyPr wrap="none" lIns="0" tIns="0" rIns="0" bIns="0">
              <a:spAutoFit/>
            </a:bodyPr>
            <a:lstStyle/>
            <a:p>
              <a:pPr algn="r"/>
              <a:r>
                <a:rPr lang="en-US" sz="1400" b="1" dirty="0">
                  <a:solidFill>
                    <a:schemeClr val="accent1"/>
                  </a:solidFill>
                </a:rPr>
                <a:t>Construction &amp; Design</a:t>
              </a:r>
            </a:p>
          </p:txBody>
        </p:sp>
      </p:grpSp>
      <p:grpSp>
        <p:nvGrpSpPr>
          <p:cNvPr id="19" name="Group 58"/>
          <p:cNvGrpSpPr/>
          <p:nvPr/>
        </p:nvGrpSpPr>
        <p:grpSpPr>
          <a:xfrm>
            <a:off x="6213571" y="1362746"/>
            <a:ext cx="2276195" cy="709468"/>
            <a:chOff x="7174424" y="1352592"/>
            <a:chExt cx="2276195" cy="709468"/>
          </a:xfrm>
        </p:grpSpPr>
        <p:sp>
          <p:nvSpPr>
            <p:cNvPr id="17" name="TextBox 1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8" name="Rectangle 17"/>
            <p:cNvSpPr/>
            <p:nvPr/>
          </p:nvSpPr>
          <p:spPr>
            <a:xfrm>
              <a:off x="7174424" y="1352592"/>
              <a:ext cx="804707" cy="215444"/>
            </a:xfrm>
            <a:prstGeom prst="rect">
              <a:avLst/>
            </a:prstGeom>
          </p:spPr>
          <p:txBody>
            <a:bodyPr wrap="none" lIns="0" tIns="0" rIns="0" bIns="0">
              <a:spAutoFit/>
            </a:bodyPr>
            <a:lstStyle/>
            <a:p>
              <a:r>
                <a:rPr lang="en-US" sz="1400" b="1" dirty="0">
                  <a:solidFill>
                    <a:schemeClr val="accent3"/>
                  </a:solidFill>
                </a:rPr>
                <a:t>Go Cloud</a:t>
              </a:r>
            </a:p>
          </p:txBody>
        </p:sp>
      </p:grpSp>
      <p:grpSp>
        <p:nvGrpSpPr>
          <p:cNvPr id="22" name="Group 56"/>
          <p:cNvGrpSpPr/>
          <p:nvPr/>
        </p:nvGrpSpPr>
        <p:grpSpPr>
          <a:xfrm>
            <a:off x="682808" y="1362746"/>
            <a:ext cx="2276196" cy="709468"/>
            <a:chOff x="-296510" y="1363501"/>
            <a:chExt cx="2276196" cy="709468"/>
          </a:xfrm>
        </p:grpSpPr>
        <p:sp>
          <p:nvSpPr>
            <p:cNvPr id="20" name="TextBox 19"/>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1" name="Rectangle 20"/>
            <p:cNvSpPr/>
            <p:nvPr/>
          </p:nvSpPr>
          <p:spPr>
            <a:xfrm>
              <a:off x="336606" y="1363501"/>
              <a:ext cx="1643079" cy="215444"/>
            </a:xfrm>
            <a:prstGeom prst="rect">
              <a:avLst/>
            </a:prstGeom>
          </p:spPr>
          <p:txBody>
            <a:bodyPr wrap="none" lIns="0" tIns="0" rIns="0" bIns="0">
              <a:spAutoFit/>
            </a:bodyPr>
            <a:lstStyle/>
            <a:p>
              <a:pPr algn="r"/>
              <a:r>
                <a:rPr lang="en-US" sz="1400" b="1" dirty="0">
                  <a:solidFill>
                    <a:schemeClr val="accent2"/>
                  </a:solidFill>
                </a:rPr>
                <a:t>Brainstorm &amp; Ideas</a:t>
              </a:r>
            </a:p>
          </p:txBody>
        </p:sp>
      </p:grpSp>
      <p:grpSp>
        <p:nvGrpSpPr>
          <p:cNvPr id="25" name="Group 58"/>
          <p:cNvGrpSpPr/>
          <p:nvPr/>
        </p:nvGrpSpPr>
        <p:grpSpPr>
          <a:xfrm>
            <a:off x="6184996" y="3494205"/>
            <a:ext cx="2276195" cy="709468"/>
            <a:chOff x="7174424" y="1352592"/>
            <a:chExt cx="2276195" cy="709468"/>
          </a:xfrm>
        </p:grpSpPr>
        <p:sp>
          <p:nvSpPr>
            <p:cNvPr id="23" name="TextBox 22"/>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4" name="Rectangle 23"/>
            <p:cNvSpPr/>
            <p:nvPr/>
          </p:nvSpPr>
          <p:spPr>
            <a:xfrm>
              <a:off x="7174424" y="1352592"/>
              <a:ext cx="1679947" cy="215444"/>
            </a:xfrm>
            <a:prstGeom prst="rect">
              <a:avLst/>
            </a:prstGeom>
          </p:spPr>
          <p:txBody>
            <a:bodyPr wrap="none" lIns="0" tIns="0" rIns="0" bIns="0">
              <a:spAutoFit/>
            </a:bodyPr>
            <a:lstStyle/>
            <a:p>
              <a:r>
                <a:rPr lang="en-US" sz="1400" b="1" dirty="0">
                  <a:solidFill>
                    <a:schemeClr val="accent4"/>
                  </a:solidFill>
                </a:rPr>
                <a:t>Review The Results</a:t>
              </a:r>
            </a:p>
          </p:txBody>
        </p:sp>
      </p:grpSp>
      <p:sp>
        <p:nvSpPr>
          <p:cNvPr id="26" name="Freeform 131"/>
          <p:cNvSpPr>
            <a:spLocks noEditPoints="1"/>
          </p:cNvSpPr>
          <p:nvPr/>
        </p:nvSpPr>
        <p:spPr bwMode="auto">
          <a:xfrm>
            <a:off x="4331296" y="2540356"/>
            <a:ext cx="495064" cy="495064"/>
          </a:xfrm>
          <a:custGeom>
            <a:avLst/>
            <a:gdLst/>
            <a:ahLst/>
            <a:cxnLst>
              <a:cxn ang="0">
                <a:pos x="55" y="28"/>
              </a:cxn>
              <a:cxn ang="0">
                <a:pos x="27" y="55"/>
              </a:cxn>
              <a:cxn ang="0">
                <a:pos x="0" y="28"/>
              </a:cxn>
              <a:cxn ang="0">
                <a:pos x="27" y="0"/>
              </a:cxn>
              <a:cxn ang="0">
                <a:pos x="55" y="28"/>
              </a:cxn>
              <a:cxn ang="0">
                <a:pos x="42" y="28"/>
              </a:cxn>
              <a:cxn ang="0">
                <a:pos x="41" y="26"/>
              </a:cxn>
              <a:cxn ang="0">
                <a:pos x="21" y="14"/>
              </a:cxn>
              <a:cxn ang="0">
                <a:pos x="19" y="14"/>
              </a:cxn>
              <a:cxn ang="0">
                <a:pos x="18" y="16"/>
              </a:cxn>
              <a:cxn ang="0">
                <a:pos x="18" y="39"/>
              </a:cxn>
              <a:cxn ang="0">
                <a:pos x="19" y="41"/>
              </a:cxn>
              <a:cxn ang="0">
                <a:pos x="20" y="41"/>
              </a:cxn>
              <a:cxn ang="0">
                <a:pos x="21" y="41"/>
              </a:cxn>
              <a:cxn ang="0">
                <a:pos x="41" y="30"/>
              </a:cxn>
              <a:cxn ang="0">
                <a:pos x="42" y="28"/>
              </a:cxn>
            </a:cxnLst>
            <a:rect l="0" t="0" r="r" b="b"/>
            <a:pathLst>
              <a:path w="55" h="55">
                <a:moveTo>
                  <a:pt x="55" y="28"/>
                </a:moveTo>
                <a:cubicBezTo>
                  <a:pt x="55" y="43"/>
                  <a:pt x="42" y="55"/>
                  <a:pt x="27" y="55"/>
                </a:cubicBezTo>
                <a:cubicBezTo>
                  <a:pt x="12" y="55"/>
                  <a:pt x="0" y="43"/>
                  <a:pt x="0" y="28"/>
                </a:cubicBezTo>
                <a:cubicBezTo>
                  <a:pt x="0" y="13"/>
                  <a:pt x="12" y="0"/>
                  <a:pt x="27" y="0"/>
                </a:cubicBezTo>
                <a:cubicBezTo>
                  <a:pt x="42" y="0"/>
                  <a:pt x="55" y="13"/>
                  <a:pt x="55" y="28"/>
                </a:cubicBezTo>
                <a:close/>
                <a:moveTo>
                  <a:pt x="42" y="28"/>
                </a:moveTo>
                <a:cubicBezTo>
                  <a:pt x="42" y="27"/>
                  <a:pt x="42" y="26"/>
                  <a:pt x="41" y="26"/>
                </a:cubicBezTo>
                <a:cubicBezTo>
                  <a:pt x="21" y="14"/>
                  <a:pt x="21" y="14"/>
                  <a:pt x="21" y="14"/>
                </a:cubicBezTo>
                <a:cubicBezTo>
                  <a:pt x="21" y="14"/>
                  <a:pt x="20" y="14"/>
                  <a:pt x="19" y="14"/>
                </a:cubicBezTo>
                <a:cubicBezTo>
                  <a:pt x="18" y="15"/>
                  <a:pt x="18" y="16"/>
                  <a:pt x="18" y="16"/>
                </a:cubicBezTo>
                <a:cubicBezTo>
                  <a:pt x="18" y="39"/>
                  <a:pt x="18" y="39"/>
                  <a:pt x="18" y="39"/>
                </a:cubicBezTo>
                <a:cubicBezTo>
                  <a:pt x="18" y="40"/>
                  <a:pt x="18" y="41"/>
                  <a:pt x="19" y="41"/>
                </a:cubicBezTo>
                <a:cubicBezTo>
                  <a:pt x="20" y="41"/>
                  <a:pt x="20" y="41"/>
                  <a:pt x="20" y="41"/>
                </a:cubicBezTo>
                <a:cubicBezTo>
                  <a:pt x="21" y="41"/>
                  <a:pt x="21" y="41"/>
                  <a:pt x="21" y="41"/>
                </a:cubicBezTo>
                <a:cubicBezTo>
                  <a:pt x="41" y="30"/>
                  <a:pt x="41" y="30"/>
                  <a:pt x="41" y="30"/>
                </a:cubicBezTo>
                <a:cubicBezTo>
                  <a:pt x="42" y="29"/>
                  <a:pt x="42" y="29"/>
                  <a:pt x="42" y="28"/>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69"/>
          <p:cNvSpPr>
            <a:spLocks/>
          </p:cNvSpPr>
          <p:nvPr/>
        </p:nvSpPr>
        <p:spPr bwMode="auto">
          <a:xfrm>
            <a:off x="3505200" y="1698625"/>
            <a:ext cx="298402" cy="560513"/>
          </a:xfrm>
          <a:custGeom>
            <a:avLst/>
            <a:gdLst/>
            <a:ahLst/>
            <a:cxnLst>
              <a:cxn ang="0">
                <a:pos x="21" y="57"/>
              </a:cxn>
              <a:cxn ang="0">
                <a:pos x="21" y="63"/>
              </a:cxn>
              <a:cxn ang="0">
                <a:pos x="20" y="64"/>
              </a:cxn>
              <a:cxn ang="0">
                <a:pos x="15" y="64"/>
              </a:cxn>
              <a:cxn ang="0">
                <a:pos x="14" y="63"/>
              </a:cxn>
              <a:cxn ang="0">
                <a:pos x="14" y="57"/>
              </a:cxn>
              <a:cxn ang="0">
                <a:pos x="1" y="50"/>
              </a:cxn>
              <a:cxn ang="0">
                <a:pos x="1" y="49"/>
              </a:cxn>
              <a:cxn ang="0">
                <a:pos x="4" y="44"/>
              </a:cxn>
              <a:cxn ang="0">
                <a:pos x="5" y="43"/>
              </a:cxn>
              <a:cxn ang="0">
                <a:pos x="6" y="44"/>
              </a:cxn>
              <a:cxn ang="0">
                <a:pos x="17" y="49"/>
              </a:cxn>
              <a:cxn ang="0">
                <a:pos x="25" y="43"/>
              </a:cxn>
              <a:cxn ang="0">
                <a:pos x="16" y="36"/>
              </a:cxn>
              <a:cxn ang="0">
                <a:pos x="1" y="21"/>
              </a:cxn>
              <a:cxn ang="0">
                <a:pos x="14" y="8"/>
              </a:cxn>
              <a:cxn ang="0">
                <a:pos x="14" y="1"/>
              </a:cxn>
              <a:cxn ang="0">
                <a:pos x="15" y="0"/>
              </a:cxn>
              <a:cxn ang="0">
                <a:pos x="20" y="0"/>
              </a:cxn>
              <a:cxn ang="0">
                <a:pos x="21" y="1"/>
              </a:cxn>
              <a:cxn ang="0">
                <a:pos x="21" y="7"/>
              </a:cxn>
              <a:cxn ang="0">
                <a:pos x="32" y="12"/>
              </a:cxn>
              <a:cxn ang="0">
                <a:pos x="32" y="14"/>
              </a:cxn>
              <a:cxn ang="0">
                <a:pos x="29" y="19"/>
              </a:cxn>
              <a:cxn ang="0">
                <a:pos x="29" y="19"/>
              </a:cxn>
              <a:cxn ang="0">
                <a:pos x="28" y="19"/>
              </a:cxn>
              <a:cxn ang="0">
                <a:pos x="18" y="15"/>
              </a:cxn>
              <a:cxn ang="0">
                <a:pos x="10" y="21"/>
              </a:cxn>
              <a:cxn ang="0">
                <a:pos x="20" y="28"/>
              </a:cxn>
              <a:cxn ang="0">
                <a:pos x="34" y="42"/>
              </a:cxn>
              <a:cxn ang="0">
                <a:pos x="21" y="57"/>
              </a:cxn>
            </a:cxnLst>
            <a:rect l="0" t="0" r="r" b="b"/>
            <a:pathLst>
              <a:path w="34" h="64">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3"/>
          <p:cNvSpPr>
            <a:spLocks noEditPoints="1"/>
          </p:cNvSpPr>
          <p:nvPr/>
        </p:nvSpPr>
        <p:spPr bwMode="auto">
          <a:xfrm>
            <a:off x="3420825" y="3395228"/>
            <a:ext cx="511605" cy="483762"/>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50"/>
          <p:cNvSpPr>
            <a:spLocks noEditPoints="1"/>
          </p:cNvSpPr>
          <p:nvPr/>
        </p:nvSpPr>
        <p:spPr bwMode="auto">
          <a:xfrm>
            <a:off x="5260137" y="1670577"/>
            <a:ext cx="432606" cy="557739"/>
          </a:xfrm>
          <a:custGeom>
            <a:avLst/>
            <a:gdLst/>
            <a:ahLst/>
            <a:cxnLst>
              <a:cxn ang="0">
                <a:pos x="54" y="72"/>
              </a:cxn>
              <a:cxn ang="0">
                <a:pos x="0" y="3"/>
              </a:cxn>
              <a:cxn ang="0">
                <a:pos x="56" y="3"/>
              </a:cxn>
              <a:cxn ang="0">
                <a:pos x="11" y="11"/>
              </a:cxn>
              <a:cxn ang="0">
                <a:pos x="11" y="16"/>
              </a:cxn>
              <a:cxn ang="0">
                <a:pos x="15" y="12"/>
              </a:cxn>
              <a:cxn ang="0">
                <a:pos x="11" y="21"/>
              </a:cxn>
              <a:cxn ang="0">
                <a:pos x="11" y="26"/>
              </a:cxn>
              <a:cxn ang="0">
                <a:pos x="15" y="22"/>
              </a:cxn>
              <a:cxn ang="0">
                <a:pos x="11" y="31"/>
              </a:cxn>
              <a:cxn ang="0">
                <a:pos x="11" y="36"/>
              </a:cxn>
              <a:cxn ang="0">
                <a:pos x="15" y="32"/>
              </a:cxn>
              <a:cxn ang="0">
                <a:pos x="11" y="41"/>
              </a:cxn>
              <a:cxn ang="0">
                <a:pos x="11" y="47"/>
              </a:cxn>
              <a:cxn ang="0">
                <a:pos x="15" y="43"/>
              </a:cxn>
              <a:cxn ang="0">
                <a:pos x="11" y="52"/>
              </a:cxn>
              <a:cxn ang="0">
                <a:pos x="11" y="57"/>
              </a:cxn>
              <a:cxn ang="0">
                <a:pos x="15" y="53"/>
              </a:cxn>
              <a:cxn ang="0">
                <a:pos x="24" y="16"/>
              </a:cxn>
              <a:cxn ang="0">
                <a:pos x="24" y="11"/>
              </a:cxn>
              <a:cxn ang="0">
                <a:pos x="20" y="14"/>
              </a:cxn>
              <a:cxn ang="0">
                <a:pos x="24" y="26"/>
              </a:cxn>
              <a:cxn ang="0">
                <a:pos x="24" y="21"/>
              </a:cxn>
              <a:cxn ang="0">
                <a:pos x="20" y="25"/>
              </a:cxn>
              <a:cxn ang="0">
                <a:pos x="24" y="36"/>
              </a:cxn>
              <a:cxn ang="0">
                <a:pos x="24" y="31"/>
              </a:cxn>
              <a:cxn ang="0">
                <a:pos x="20" y="35"/>
              </a:cxn>
              <a:cxn ang="0">
                <a:pos x="24" y="47"/>
              </a:cxn>
              <a:cxn ang="0">
                <a:pos x="24" y="41"/>
              </a:cxn>
              <a:cxn ang="0">
                <a:pos x="20" y="45"/>
              </a:cxn>
              <a:cxn ang="0">
                <a:pos x="22" y="57"/>
              </a:cxn>
              <a:cxn ang="0">
                <a:pos x="22" y="67"/>
              </a:cxn>
              <a:cxn ang="0">
                <a:pos x="36" y="58"/>
              </a:cxn>
              <a:cxn ang="0">
                <a:pos x="32" y="11"/>
              </a:cxn>
              <a:cxn ang="0">
                <a:pos x="32" y="16"/>
              </a:cxn>
              <a:cxn ang="0">
                <a:pos x="36" y="12"/>
              </a:cxn>
              <a:cxn ang="0">
                <a:pos x="32" y="21"/>
              </a:cxn>
              <a:cxn ang="0">
                <a:pos x="32" y="26"/>
              </a:cxn>
              <a:cxn ang="0">
                <a:pos x="36" y="22"/>
              </a:cxn>
              <a:cxn ang="0">
                <a:pos x="32" y="31"/>
              </a:cxn>
              <a:cxn ang="0">
                <a:pos x="32" y="36"/>
              </a:cxn>
              <a:cxn ang="0">
                <a:pos x="36" y="32"/>
              </a:cxn>
              <a:cxn ang="0">
                <a:pos x="32" y="41"/>
              </a:cxn>
              <a:cxn ang="0">
                <a:pos x="32" y="47"/>
              </a:cxn>
              <a:cxn ang="0">
                <a:pos x="36" y="43"/>
              </a:cxn>
              <a:cxn ang="0">
                <a:pos x="42" y="11"/>
              </a:cxn>
              <a:cxn ang="0">
                <a:pos x="42" y="16"/>
              </a:cxn>
              <a:cxn ang="0">
                <a:pos x="46" y="12"/>
              </a:cxn>
              <a:cxn ang="0">
                <a:pos x="42" y="21"/>
              </a:cxn>
              <a:cxn ang="0">
                <a:pos x="42" y="26"/>
              </a:cxn>
              <a:cxn ang="0">
                <a:pos x="46" y="22"/>
              </a:cxn>
              <a:cxn ang="0">
                <a:pos x="42" y="31"/>
              </a:cxn>
              <a:cxn ang="0">
                <a:pos x="42" y="36"/>
              </a:cxn>
              <a:cxn ang="0">
                <a:pos x="46" y="32"/>
              </a:cxn>
              <a:cxn ang="0">
                <a:pos x="42" y="41"/>
              </a:cxn>
              <a:cxn ang="0">
                <a:pos x="42" y="47"/>
              </a:cxn>
              <a:cxn ang="0">
                <a:pos x="46" y="43"/>
              </a:cxn>
              <a:cxn ang="0">
                <a:pos x="42" y="52"/>
              </a:cxn>
              <a:cxn ang="0">
                <a:pos x="42" y="57"/>
              </a:cxn>
              <a:cxn ang="0">
                <a:pos x="46" y="53"/>
              </a:cxn>
            </a:cxnLst>
            <a:rect l="0" t="0" r="r" b="b"/>
            <a:pathLst>
              <a:path w="56" h="72">
                <a:moveTo>
                  <a:pt x="56" y="3"/>
                </a:moveTo>
                <a:cubicBezTo>
                  <a:pt x="56" y="70"/>
                  <a:pt x="56" y="70"/>
                  <a:pt x="56" y="70"/>
                </a:cubicBezTo>
                <a:cubicBezTo>
                  <a:pt x="56" y="71"/>
                  <a:pt x="55" y="72"/>
                  <a:pt x="54" y="72"/>
                </a:cubicBezTo>
                <a:cubicBezTo>
                  <a:pt x="2" y="72"/>
                  <a:pt x="2" y="72"/>
                  <a:pt x="2" y="72"/>
                </a:cubicBezTo>
                <a:cubicBezTo>
                  <a:pt x="1" y="72"/>
                  <a:pt x="0" y="71"/>
                  <a:pt x="0" y="70"/>
                </a:cubicBezTo>
                <a:cubicBezTo>
                  <a:pt x="0" y="3"/>
                  <a:pt x="0" y="3"/>
                  <a:pt x="0" y="3"/>
                </a:cubicBezTo>
                <a:cubicBezTo>
                  <a:pt x="0" y="1"/>
                  <a:pt x="1" y="0"/>
                  <a:pt x="2" y="0"/>
                </a:cubicBezTo>
                <a:cubicBezTo>
                  <a:pt x="54" y="0"/>
                  <a:pt x="54" y="0"/>
                  <a:pt x="54" y="0"/>
                </a:cubicBezTo>
                <a:cubicBezTo>
                  <a:pt x="55" y="0"/>
                  <a:pt x="56" y="1"/>
                  <a:pt x="56" y="3"/>
                </a:cubicBezTo>
                <a:close/>
                <a:moveTo>
                  <a:pt x="15" y="12"/>
                </a:moveTo>
                <a:cubicBezTo>
                  <a:pt x="15" y="11"/>
                  <a:pt x="15" y="11"/>
                  <a:pt x="14" y="11"/>
                </a:cubicBezTo>
                <a:cubicBezTo>
                  <a:pt x="11" y="11"/>
                  <a:pt x="11" y="11"/>
                  <a:pt x="11" y="11"/>
                </a:cubicBezTo>
                <a:cubicBezTo>
                  <a:pt x="11" y="11"/>
                  <a:pt x="10" y="11"/>
                  <a:pt x="10" y="12"/>
                </a:cubicBezTo>
                <a:cubicBezTo>
                  <a:pt x="10" y="14"/>
                  <a:pt x="10" y="14"/>
                  <a:pt x="10" y="14"/>
                </a:cubicBezTo>
                <a:cubicBezTo>
                  <a:pt x="10" y="15"/>
                  <a:pt x="11" y="16"/>
                  <a:pt x="11" y="16"/>
                </a:cubicBezTo>
                <a:cubicBezTo>
                  <a:pt x="14" y="16"/>
                  <a:pt x="14" y="16"/>
                  <a:pt x="14" y="16"/>
                </a:cubicBezTo>
                <a:cubicBezTo>
                  <a:pt x="15" y="16"/>
                  <a:pt x="15" y="15"/>
                  <a:pt x="15" y="14"/>
                </a:cubicBezTo>
                <a:lnTo>
                  <a:pt x="15" y="12"/>
                </a:lnTo>
                <a:close/>
                <a:moveTo>
                  <a:pt x="15" y="22"/>
                </a:moveTo>
                <a:cubicBezTo>
                  <a:pt x="15" y="21"/>
                  <a:pt x="15" y="21"/>
                  <a:pt x="14" y="21"/>
                </a:cubicBezTo>
                <a:cubicBezTo>
                  <a:pt x="11" y="21"/>
                  <a:pt x="11" y="21"/>
                  <a:pt x="11" y="21"/>
                </a:cubicBezTo>
                <a:cubicBezTo>
                  <a:pt x="11" y="21"/>
                  <a:pt x="10" y="21"/>
                  <a:pt x="10" y="22"/>
                </a:cubicBezTo>
                <a:cubicBezTo>
                  <a:pt x="10" y="25"/>
                  <a:pt x="10" y="25"/>
                  <a:pt x="10" y="25"/>
                </a:cubicBezTo>
                <a:cubicBezTo>
                  <a:pt x="10" y="25"/>
                  <a:pt x="11" y="26"/>
                  <a:pt x="11" y="26"/>
                </a:cubicBezTo>
                <a:cubicBezTo>
                  <a:pt x="14" y="26"/>
                  <a:pt x="14" y="26"/>
                  <a:pt x="14" y="26"/>
                </a:cubicBezTo>
                <a:cubicBezTo>
                  <a:pt x="15" y="26"/>
                  <a:pt x="15" y="25"/>
                  <a:pt x="15" y="25"/>
                </a:cubicBezTo>
                <a:lnTo>
                  <a:pt x="15" y="22"/>
                </a:lnTo>
                <a:close/>
                <a:moveTo>
                  <a:pt x="15" y="32"/>
                </a:moveTo>
                <a:cubicBezTo>
                  <a:pt x="15" y="32"/>
                  <a:pt x="15" y="31"/>
                  <a:pt x="14" y="31"/>
                </a:cubicBezTo>
                <a:cubicBezTo>
                  <a:pt x="11" y="31"/>
                  <a:pt x="11" y="31"/>
                  <a:pt x="11" y="31"/>
                </a:cubicBezTo>
                <a:cubicBezTo>
                  <a:pt x="11" y="31"/>
                  <a:pt x="10" y="32"/>
                  <a:pt x="10" y="32"/>
                </a:cubicBezTo>
                <a:cubicBezTo>
                  <a:pt x="10" y="35"/>
                  <a:pt x="10" y="35"/>
                  <a:pt x="10" y="35"/>
                </a:cubicBezTo>
                <a:cubicBezTo>
                  <a:pt x="10" y="36"/>
                  <a:pt x="11" y="36"/>
                  <a:pt x="11" y="36"/>
                </a:cubicBezTo>
                <a:cubicBezTo>
                  <a:pt x="14" y="36"/>
                  <a:pt x="14" y="36"/>
                  <a:pt x="14" y="36"/>
                </a:cubicBezTo>
                <a:cubicBezTo>
                  <a:pt x="15" y="36"/>
                  <a:pt x="15" y="36"/>
                  <a:pt x="15" y="35"/>
                </a:cubicBezTo>
                <a:lnTo>
                  <a:pt x="15" y="32"/>
                </a:lnTo>
                <a:close/>
                <a:moveTo>
                  <a:pt x="15" y="43"/>
                </a:moveTo>
                <a:cubicBezTo>
                  <a:pt x="15" y="42"/>
                  <a:pt x="15" y="41"/>
                  <a:pt x="14" y="41"/>
                </a:cubicBezTo>
                <a:cubicBezTo>
                  <a:pt x="11" y="41"/>
                  <a:pt x="11" y="41"/>
                  <a:pt x="11" y="41"/>
                </a:cubicBezTo>
                <a:cubicBezTo>
                  <a:pt x="11" y="41"/>
                  <a:pt x="10" y="42"/>
                  <a:pt x="10" y="43"/>
                </a:cubicBezTo>
                <a:cubicBezTo>
                  <a:pt x="10" y="45"/>
                  <a:pt x="10" y="45"/>
                  <a:pt x="10" y="45"/>
                </a:cubicBezTo>
                <a:cubicBezTo>
                  <a:pt x="10" y="46"/>
                  <a:pt x="11" y="47"/>
                  <a:pt x="11" y="47"/>
                </a:cubicBezTo>
                <a:cubicBezTo>
                  <a:pt x="14" y="47"/>
                  <a:pt x="14" y="47"/>
                  <a:pt x="14" y="47"/>
                </a:cubicBezTo>
                <a:cubicBezTo>
                  <a:pt x="15" y="47"/>
                  <a:pt x="15" y="46"/>
                  <a:pt x="15" y="45"/>
                </a:cubicBezTo>
                <a:lnTo>
                  <a:pt x="15" y="43"/>
                </a:lnTo>
                <a:close/>
                <a:moveTo>
                  <a:pt x="15" y="53"/>
                </a:moveTo>
                <a:cubicBezTo>
                  <a:pt x="15" y="52"/>
                  <a:pt x="15" y="52"/>
                  <a:pt x="14" y="52"/>
                </a:cubicBezTo>
                <a:cubicBezTo>
                  <a:pt x="11" y="52"/>
                  <a:pt x="11" y="52"/>
                  <a:pt x="11" y="52"/>
                </a:cubicBezTo>
                <a:cubicBezTo>
                  <a:pt x="11" y="52"/>
                  <a:pt x="10" y="52"/>
                  <a:pt x="10" y="53"/>
                </a:cubicBezTo>
                <a:cubicBezTo>
                  <a:pt x="10" y="56"/>
                  <a:pt x="10" y="56"/>
                  <a:pt x="10" y="56"/>
                </a:cubicBezTo>
                <a:cubicBezTo>
                  <a:pt x="10" y="56"/>
                  <a:pt x="11" y="57"/>
                  <a:pt x="11" y="57"/>
                </a:cubicBezTo>
                <a:cubicBezTo>
                  <a:pt x="14" y="57"/>
                  <a:pt x="14" y="57"/>
                  <a:pt x="14" y="57"/>
                </a:cubicBezTo>
                <a:cubicBezTo>
                  <a:pt x="15" y="57"/>
                  <a:pt x="15" y="56"/>
                  <a:pt x="15" y="56"/>
                </a:cubicBezTo>
                <a:lnTo>
                  <a:pt x="15" y="53"/>
                </a:lnTo>
                <a:close/>
                <a:moveTo>
                  <a:pt x="20" y="14"/>
                </a:moveTo>
                <a:cubicBezTo>
                  <a:pt x="20" y="15"/>
                  <a:pt x="21" y="16"/>
                  <a:pt x="22" y="16"/>
                </a:cubicBezTo>
                <a:cubicBezTo>
                  <a:pt x="24" y="16"/>
                  <a:pt x="24" y="16"/>
                  <a:pt x="24" y="16"/>
                </a:cubicBezTo>
                <a:cubicBezTo>
                  <a:pt x="25" y="16"/>
                  <a:pt x="25" y="15"/>
                  <a:pt x="25" y="14"/>
                </a:cubicBezTo>
                <a:cubicBezTo>
                  <a:pt x="25" y="12"/>
                  <a:pt x="25" y="12"/>
                  <a:pt x="25" y="12"/>
                </a:cubicBezTo>
                <a:cubicBezTo>
                  <a:pt x="25" y="11"/>
                  <a:pt x="25" y="11"/>
                  <a:pt x="24" y="11"/>
                </a:cubicBezTo>
                <a:cubicBezTo>
                  <a:pt x="22" y="11"/>
                  <a:pt x="22" y="11"/>
                  <a:pt x="22" y="11"/>
                </a:cubicBezTo>
                <a:cubicBezTo>
                  <a:pt x="21" y="11"/>
                  <a:pt x="20" y="11"/>
                  <a:pt x="20" y="12"/>
                </a:cubicBezTo>
                <a:lnTo>
                  <a:pt x="20" y="14"/>
                </a:lnTo>
                <a:close/>
                <a:moveTo>
                  <a:pt x="20" y="25"/>
                </a:moveTo>
                <a:cubicBezTo>
                  <a:pt x="20" y="25"/>
                  <a:pt x="21" y="26"/>
                  <a:pt x="22" y="26"/>
                </a:cubicBezTo>
                <a:cubicBezTo>
                  <a:pt x="24" y="26"/>
                  <a:pt x="24" y="26"/>
                  <a:pt x="24" y="26"/>
                </a:cubicBezTo>
                <a:cubicBezTo>
                  <a:pt x="25" y="26"/>
                  <a:pt x="25" y="25"/>
                  <a:pt x="25" y="25"/>
                </a:cubicBezTo>
                <a:cubicBezTo>
                  <a:pt x="25" y="22"/>
                  <a:pt x="25" y="22"/>
                  <a:pt x="25" y="22"/>
                </a:cubicBezTo>
                <a:cubicBezTo>
                  <a:pt x="25" y="21"/>
                  <a:pt x="25" y="21"/>
                  <a:pt x="24" y="21"/>
                </a:cubicBezTo>
                <a:cubicBezTo>
                  <a:pt x="22" y="21"/>
                  <a:pt x="22" y="21"/>
                  <a:pt x="22" y="21"/>
                </a:cubicBezTo>
                <a:cubicBezTo>
                  <a:pt x="21" y="21"/>
                  <a:pt x="20" y="21"/>
                  <a:pt x="20" y="22"/>
                </a:cubicBezTo>
                <a:lnTo>
                  <a:pt x="20" y="25"/>
                </a:lnTo>
                <a:close/>
                <a:moveTo>
                  <a:pt x="20" y="35"/>
                </a:moveTo>
                <a:cubicBezTo>
                  <a:pt x="20" y="36"/>
                  <a:pt x="21" y="36"/>
                  <a:pt x="22" y="36"/>
                </a:cubicBezTo>
                <a:cubicBezTo>
                  <a:pt x="24" y="36"/>
                  <a:pt x="24" y="36"/>
                  <a:pt x="24" y="36"/>
                </a:cubicBezTo>
                <a:cubicBezTo>
                  <a:pt x="25" y="36"/>
                  <a:pt x="25" y="36"/>
                  <a:pt x="25" y="35"/>
                </a:cubicBezTo>
                <a:cubicBezTo>
                  <a:pt x="25" y="32"/>
                  <a:pt x="25" y="32"/>
                  <a:pt x="25" y="32"/>
                </a:cubicBezTo>
                <a:cubicBezTo>
                  <a:pt x="25" y="32"/>
                  <a:pt x="25" y="31"/>
                  <a:pt x="24" y="31"/>
                </a:cubicBezTo>
                <a:cubicBezTo>
                  <a:pt x="22" y="31"/>
                  <a:pt x="22" y="31"/>
                  <a:pt x="22" y="31"/>
                </a:cubicBezTo>
                <a:cubicBezTo>
                  <a:pt x="21" y="31"/>
                  <a:pt x="20" y="32"/>
                  <a:pt x="20" y="32"/>
                </a:cubicBezTo>
                <a:lnTo>
                  <a:pt x="20" y="35"/>
                </a:lnTo>
                <a:close/>
                <a:moveTo>
                  <a:pt x="20" y="45"/>
                </a:moveTo>
                <a:cubicBezTo>
                  <a:pt x="20" y="46"/>
                  <a:pt x="21" y="47"/>
                  <a:pt x="22" y="47"/>
                </a:cubicBezTo>
                <a:cubicBezTo>
                  <a:pt x="24" y="47"/>
                  <a:pt x="24" y="47"/>
                  <a:pt x="24" y="47"/>
                </a:cubicBezTo>
                <a:cubicBezTo>
                  <a:pt x="25" y="47"/>
                  <a:pt x="25" y="46"/>
                  <a:pt x="25" y="45"/>
                </a:cubicBezTo>
                <a:cubicBezTo>
                  <a:pt x="25" y="43"/>
                  <a:pt x="25" y="43"/>
                  <a:pt x="25" y="43"/>
                </a:cubicBezTo>
                <a:cubicBezTo>
                  <a:pt x="25" y="42"/>
                  <a:pt x="25" y="41"/>
                  <a:pt x="24" y="41"/>
                </a:cubicBezTo>
                <a:cubicBezTo>
                  <a:pt x="22" y="41"/>
                  <a:pt x="22" y="41"/>
                  <a:pt x="22" y="41"/>
                </a:cubicBezTo>
                <a:cubicBezTo>
                  <a:pt x="21" y="41"/>
                  <a:pt x="20" y="42"/>
                  <a:pt x="20" y="43"/>
                </a:cubicBezTo>
                <a:lnTo>
                  <a:pt x="20" y="45"/>
                </a:lnTo>
                <a:close/>
                <a:moveTo>
                  <a:pt x="36" y="58"/>
                </a:moveTo>
                <a:cubicBezTo>
                  <a:pt x="36" y="57"/>
                  <a:pt x="35" y="57"/>
                  <a:pt x="34" y="57"/>
                </a:cubicBezTo>
                <a:cubicBezTo>
                  <a:pt x="22" y="57"/>
                  <a:pt x="22" y="57"/>
                  <a:pt x="22" y="57"/>
                </a:cubicBezTo>
                <a:cubicBezTo>
                  <a:pt x="21" y="57"/>
                  <a:pt x="20" y="57"/>
                  <a:pt x="20" y="58"/>
                </a:cubicBezTo>
                <a:cubicBezTo>
                  <a:pt x="20" y="66"/>
                  <a:pt x="20" y="66"/>
                  <a:pt x="20" y="66"/>
                </a:cubicBezTo>
                <a:cubicBezTo>
                  <a:pt x="20" y="67"/>
                  <a:pt x="21" y="67"/>
                  <a:pt x="22" y="67"/>
                </a:cubicBezTo>
                <a:cubicBezTo>
                  <a:pt x="34" y="67"/>
                  <a:pt x="34" y="67"/>
                  <a:pt x="34" y="67"/>
                </a:cubicBezTo>
                <a:cubicBezTo>
                  <a:pt x="35" y="67"/>
                  <a:pt x="36" y="67"/>
                  <a:pt x="36" y="66"/>
                </a:cubicBezTo>
                <a:lnTo>
                  <a:pt x="36" y="58"/>
                </a:lnTo>
                <a:close/>
                <a:moveTo>
                  <a:pt x="36" y="12"/>
                </a:moveTo>
                <a:cubicBezTo>
                  <a:pt x="36" y="11"/>
                  <a:pt x="35" y="11"/>
                  <a:pt x="34" y="11"/>
                </a:cubicBezTo>
                <a:cubicBezTo>
                  <a:pt x="32" y="11"/>
                  <a:pt x="32" y="11"/>
                  <a:pt x="32" y="11"/>
                </a:cubicBezTo>
                <a:cubicBezTo>
                  <a:pt x="31" y="11"/>
                  <a:pt x="31" y="11"/>
                  <a:pt x="31" y="12"/>
                </a:cubicBezTo>
                <a:cubicBezTo>
                  <a:pt x="31" y="14"/>
                  <a:pt x="31" y="14"/>
                  <a:pt x="31" y="14"/>
                </a:cubicBezTo>
                <a:cubicBezTo>
                  <a:pt x="31" y="15"/>
                  <a:pt x="31" y="16"/>
                  <a:pt x="32" y="16"/>
                </a:cubicBezTo>
                <a:cubicBezTo>
                  <a:pt x="34" y="16"/>
                  <a:pt x="34" y="16"/>
                  <a:pt x="34" y="16"/>
                </a:cubicBezTo>
                <a:cubicBezTo>
                  <a:pt x="35" y="16"/>
                  <a:pt x="36" y="15"/>
                  <a:pt x="36" y="14"/>
                </a:cubicBezTo>
                <a:lnTo>
                  <a:pt x="36" y="12"/>
                </a:lnTo>
                <a:close/>
                <a:moveTo>
                  <a:pt x="36" y="22"/>
                </a:moveTo>
                <a:cubicBezTo>
                  <a:pt x="36" y="21"/>
                  <a:pt x="35" y="21"/>
                  <a:pt x="34" y="21"/>
                </a:cubicBezTo>
                <a:cubicBezTo>
                  <a:pt x="32" y="21"/>
                  <a:pt x="32" y="21"/>
                  <a:pt x="32" y="21"/>
                </a:cubicBezTo>
                <a:cubicBezTo>
                  <a:pt x="31" y="21"/>
                  <a:pt x="31" y="21"/>
                  <a:pt x="31" y="22"/>
                </a:cubicBezTo>
                <a:cubicBezTo>
                  <a:pt x="31" y="25"/>
                  <a:pt x="31" y="25"/>
                  <a:pt x="31" y="25"/>
                </a:cubicBezTo>
                <a:cubicBezTo>
                  <a:pt x="31" y="25"/>
                  <a:pt x="31" y="26"/>
                  <a:pt x="32" y="26"/>
                </a:cubicBezTo>
                <a:cubicBezTo>
                  <a:pt x="34" y="26"/>
                  <a:pt x="34" y="26"/>
                  <a:pt x="34" y="26"/>
                </a:cubicBezTo>
                <a:cubicBezTo>
                  <a:pt x="35" y="26"/>
                  <a:pt x="36" y="25"/>
                  <a:pt x="36" y="25"/>
                </a:cubicBezTo>
                <a:lnTo>
                  <a:pt x="36" y="22"/>
                </a:lnTo>
                <a:close/>
                <a:moveTo>
                  <a:pt x="36" y="32"/>
                </a:moveTo>
                <a:cubicBezTo>
                  <a:pt x="36" y="32"/>
                  <a:pt x="35" y="31"/>
                  <a:pt x="34" y="31"/>
                </a:cubicBezTo>
                <a:cubicBezTo>
                  <a:pt x="32" y="31"/>
                  <a:pt x="32" y="31"/>
                  <a:pt x="32" y="31"/>
                </a:cubicBezTo>
                <a:cubicBezTo>
                  <a:pt x="31" y="31"/>
                  <a:pt x="31" y="32"/>
                  <a:pt x="31" y="32"/>
                </a:cubicBezTo>
                <a:cubicBezTo>
                  <a:pt x="31" y="35"/>
                  <a:pt x="31" y="35"/>
                  <a:pt x="31" y="35"/>
                </a:cubicBezTo>
                <a:cubicBezTo>
                  <a:pt x="31" y="36"/>
                  <a:pt x="31" y="36"/>
                  <a:pt x="32" y="36"/>
                </a:cubicBezTo>
                <a:cubicBezTo>
                  <a:pt x="34" y="36"/>
                  <a:pt x="34" y="36"/>
                  <a:pt x="34" y="36"/>
                </a:cubicBezTo>
                <a:cubicBezTo>
                  <a:pt x="35" y="36"/>
                  <a:pt x="36" y="36"/>
                  <a:pt x="36" y="35"/>
                </a:cubicBezTo>
                <a:lnTo>
                  <a:pt x="36" y="32"/>
                </a:lnTo>
                <a:close/>
                <a:moveTo>
                  <a:pt x="36" y="43"/>
                </a:moveTo>
                <a:cubicBezTo>
                  <a:pt x="36" y="42"/>
                  <a:pt x="35" y="41"/>
                  <a:pt x="34" y="41"/>
                </a:cubicBezTo>
                <a:cubicBezTo>
                  <a:pt x="32" y="41"/>
                  <a:pt x="32" y="41"/>
                  <a:pt x="32" y="41"/>
                </a:cubicBezTo>
                <a:cubicBezTo>
                  <a:pt x="31" y="41"/>
                  <a:pt x="31" y="42"/>
                  <a:pt x="31" y="43"/>
                </a:cubicBezTo>
                <a:cubicBezTo>
                  <a:pt x="31" y="45"/>
                  <a:pt x="31" y="45"/>
                  <a:pt x="31" y="45"/>
                </a:cubicBezTo>
                <a:cubicBezTo>
                  <a:pt x="31" y="46"/>
                  <a:pt x="31" y="47"/>
                  <a:pt x="32" y="47"/>
                </a:cubicBezTo>
                <a:cubicBezTo>
                  <a:pt x="34" y="47"/>
                  <a:pt x="34" y="47"/>
                  <a:pt x="34" y="47"/>
                </a:cubicBezTo>
                <a:cubicBezTo>
                  <a:pt x="35" y="47"/>
                  <a:pt x="36" y="46"/>
                  <a:pt x="36" y="45"/>
                </a:cubicBezTo>
                <a:lnTo>
                  <a:pt x="36" y="43"/>
                </a:lnTo>
                <a:close/>
                <a:moveTo>
                  <a:pt x="46" y="12"/>
                </a:moveTo>
                <a:cubicBezTo>
                  <a:pt x="46" y="11"/>
                  <a:pt x="45" y="11"/>
                  <a:pt x="45" y="11"/>
                </a:cubicBezTo>
                <a:cubicBezTo>
                  <a:pt x="42" y="11"/>
                  <a:pt x="42" y="11"/>
                  <a:pt x="42" y="11"/>
                </a:cubicBezTo>
                <a:cubicBezTo>
                  <a:pt x="41" y="11"/>
                  <a:pt x="41" y="11"/>
                  <a:pt x="41" y="12"/>
                </a:cubicBezTo>
                <a:cubicBezTo>
                  <a:pt x="41" y="14"/>
                  <a:pt x="41" y="14"/>
                  <a:pt x="41" y="14"/>
                </a:cubicBezTo>
                <a:cubicBezTo>
                  <a:pt x="41" y="15"/>
                  <a:pt x="41" y="16"/>
                  <a:pt x="42" y="16"/>
                </a:cubicBezTo>
                <a:cubicBezTo>
                  <a:pt x="45" y="16"/>
                  <a:pt x="45" y="16"/>
                  <a:pt x="45" y="16"/>
                </a:cubicBezTo>
                <a:cubicBezTo>
                  <a:pt x="45" y="16"/>
                  <a:pt x="46" y="15"/>
                  <a:pt x="46" y="14"/>
                </a:cubicBezTo>
                <a:lnTo>
                  <a:pt x="46" y="12"/>
                </a:lnTo>
                <a:close/>
                <a:moveTo>
                  <a:pt x="46" y="22"/>
                </a:moveTo>
                <a:cubicBezTo>
                  <a:pt x="46" y="21"/>
                  <a:pt x="45" y="21"/>
                  <a:pt x="45" y="21"/>
                </a:cubicBezTo>
                <a:cubicBezTo>
                  <a:pt x="42" y="21"/>
                  <a:pt x="42" y="21"/>
                  <a:pt x="42" y="21"/>
                </a:cubicBezTo>
                <a:cubicBezTo>
                  <a:pt x="41" y="21"/>
                  <a:pt x="41" y="21"/>
                  <a:pt x="41" y="22"/>
                </a:cubicBezTo>
                <a:cubicBezTo>
                  <a:pt x="41" y="25"/>
                  <a:pt x="41" y="25"/>
                  <a:pt x="41" y="25"/>
                </a:cubicBezTo>
                <a:cubicBezTo>
                  <a:pt x="41" y="25"/>
                  <a:pt x="41" y="26"/>
                  <a:pt x="42" y="26"/>
                </a:cubicBezTo>
                <a:cubicBezTo>
                  <a:pt x="45" y="26"/>
                  <a:pt x="45" y="26"/>
                  <a:pt x="45" y="26"/>
                </a:cubicBezTo>
                <a:cubicBezTo>
                  <a:pt x="45" y="26"/>
                  <a:pt x="46" y="25"/>
                  <a:pt x="46" y="25"/>
                </a:cubicBezTo>
                <a:lnTo>
                  <a:pt x="46" y="22"/>
                </a:lnTo>
                <a:close/>
                <a:moveTo>
                  <a:pt x="46" y="32"/>
                </a:moveTo>
                <a:cubicBezTo>
                  <a:pt x="46" y="32"/>
                  <a:pt x="45" y="31"/>
                  <a:pt x="45" y="31"/>
                </a:cubicBezTo>
                <a:cubicBezTo>
                  <a:pt x="42" y="31"/>
                  <a:pt x="42" y="31"/>
                  <a:pt x="42" y="31"/>
                </a:cubicBezTo>
                <a:cubicBezTo>
                  <a:pt x="41" y="31"/>
                  <a:pt x="41" y="32"/>
                  <a:pt x="41" y="32"/>
                </a:cubicBezTo>
                <a:cubicBezTo>
                  <a:pt x="41" y="35"/>
                  <a:pt x="41" y="35"/>
                  <a:pt x="41" y="35"/>
                </a:cubicBezTo>
                <a:cubicBezTo>
                  <a:pt x="41" y="36"/>
                  <a:pt x="41" y="36"/>
                  <a:pt x="42" y="36"/>
                </a:cubicBezTo>
                <a:cubicBezTo>
                  <a:pt x="45" y="36"/>
                  <a:pt x="45" y="36"/>
                  <a:pt x="45" y="36"/>
                </a:cubicBezTo>
                <a:cubicBezTo>
                  <a:pt x="45" y="36"/>
                  <a:pt x="46" y="36"/>
                  <a:pt x="46" y="35"/>
                </a:cubicBezTo>
                <a:lnTo>
                  <a:pt x="46" y="32"/>
                </a:lnTo>
                <a:close/>
                <a:moveTo>
                  <a:pt x="46" y="43"/>
                </a:moveTo>
                <a:cubicBezTo>
                  <a:pt x="46" y="42"/>
                  <a:pt x="45" y="41"/>
                  <a:pt x="45" y="41"/>
                </a:cubicBezTo>
                <a:cubicBezTo>
                  <a:pt x="42" y="41"/>
                  <a:pt x="42" y="41"/>
                  <a:pt x="42" y="41"/>
                </a:cubicBezTo>
                <a:cubicBezTo>
                  <a:pt x="41" y="41"/>
                  <a:pt x="41" y="42"/>
                  <a:pt x="41" y="43"/>
                </a:cubicBezTo>
                <a:cubicBezTo>
                  <a:pt x="41" y="45"/>
                  <a:pt x="41" y="45"/>
                  <a:pt x="41" y="45"/>
                </a:cubicBezTo>
                <a:cubicBezTo>
                  <a:pt x="41" y="46"/>
                  <a:pt x="41" y="47"/>
                  <a:pt x="42" y="47"/>
                </a:cubicBezTo>
                <a:cubicBezTo>
                  <a:pt x="45" y="47"/>
                  <a:pt x="45" y="47"/>
                  <a:pt x="45" y="47"/>
                </a:cubicBezTo>
                <a:cubicBezTo>
                  <a:pt x="45" y="47"/>
                  <a:pt x="46" y="46"/>
                  <a:pt x="46" y="45"/>
                </a:cubicBezTo>
                <a:lnTo>
                  <a:pt x="46" y="43"/>
                </a:lnTo>
                <a:close/>
                <a:moveTo>
                  <a:pt x="46" y="53"/>
                </a:moveTo>
                <a:cubicBezTo>
                  <a:pt x="46" y="52"/>
                  <a:pt x="45" y="52"/>
                  <a:pt x="45" y="52"/>
                </a:cubicBezTo>
                <a:cubicBezTo>
                  <a:pt x="42" y="52"/>
                  <a:pt x="42" y="52"/>
                  <a:pt x="42" y="52"/>
                </a:cubicBezTo>
                <a:cubicBezTo>
                  <a:pt x="41" y="52"/>
                  <a:pt x="41" y="52"/>
                  <a:pt x="41" y="53"/>
                </a:cubicBezTo>
                <a:cubicBezTo>
                  <a:pt x="41" y="56"/>
                  <a:pt x="41" y="56"/>
                  <a:pt x="41" y="56"/>
                </a:cubicBezTo>
                <a:cubicBezTo>
                  <a:pt x="41" y="56"/>
                  <a:pt x="41" y="57"/>
                  <a:pt x="42" y="57"/>
                </a:cubicBezTo>
                <a:cubicBezTo>
                  <a:pt x="45" y="57"/>
                  <a:pt x="45" y="57"/>
                  <a:pt x="45" y="57"/>
                </a:cubicBezTo>
                <a:cubicBezTo>
                  <a:pt x="45" y="57"/>
                  <a:pt x="46" y="56"/>
                  <a:pt x="46" y="56"/>
                </a:cubicBezTo>
                <a:lnTo>
                  <a:pt x="46" y="5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57"/>
          <p:cNvSpPr>
            <a:spLocks noEditPoints="1"/>
          </p:cNvSpPr>
          <p:nvPr/>
        </p:nvSpPr>
        <p:spPr bwMode="auto">
          <a:xfrm>
            <a:off x="5260137" y="3483033"/>
            <a:ext cx="511244" cy="453231"/>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49" presetClass="entr" presetSubtype="0" decel="100000"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 calcmode="lin" valueType="num">
                                      <p:cBhvr>
                                        <p:cTn id="14" dur="500" fill="hold"/>
                                        <p:tgtEl>
                                          <p:spTgt spid="26"/>
                                        </p:tgtEl>
                                        <p:attrNameLst>
                                          <p:attrName>style.rotation</p:attrName>
                                        </p:attrNameLst>
                                      </p:cBhvr>
                                      <p:tavLst>
                                        <p:tav tm="0">
                                          <p:val>
                                            <p:fltVal val="360"/>
                                          </p:val>
                                        </p:tav>
                                        <p:tav tm="100000">
                                          <p:val>
                                            <p:fltVal val="0"/>
                                          </p:val>
                                        </p:tav>
                                      </p:tavLst>
                                    </p:anim>
                                    <p:animEffect transition="in" filter="fade">
                                      <p:cBhvr>
                                        <p:cTn id="15" dur="500"/>
                                        <p:tgtEl>
                                          <p:spTgt spid="26"/>
                                        </p:tgtEl>
                                      </p:cBhvr>
                                    </p:animEffect>
                                  </p:childTnLst>
                                </p:cTn>
                              </p:par>
                            </p:childTnLst>
                          </p:cTn>
                        </p:par>
                        <p:par>
                          <p:cTn id="16" fill="hold">
                            <p:stCondLst>
                              <p:cond delay="1000"/>
                            </p:stCondLst>
                            <p:childTnLst>
                              <p:par>
                                <p:cTn id="17" presetID="2" presetClass="entr" presetSubtype="8" accel="50000" decel="50000"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par>
                          <p:cTn id="21" fill="hold">
                            <p:stCondLst>
                              <p:cond delay="1500"/>
                            </p:stCondLst>
                            <p:childTnLst>
                              <p:par>
                                <p:cTn id="22" presetID="53" presetClass="entr" presetSubtype="0" fill="hold" grpId="0" nodeType="after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p:cTn id="24" dur="500" fill="hold"/>
                                        <p:tgtEl>
                                          <p:spTgt spid="28"/>
                                        </p:tgtEl>
                                        <p:attrNameLst>
                                          <p:attrName>ppt_w</p:attrName>
                                        </p:attrNameLst>
                                      </p:cBhvr>
                                      <p:tavLst>
                                        <p:tav tm="0">
                                          <p:val>
                                            <p:fltVal val="0"/>
                                          </p:val>
                                        </p:tav>
                                        <p:tav tm="100000">
                                          <p:val>
                                            <p:strVal val="#ppt_w"/>
                                          </p:val>
                                        </p:tav>
                                      </p:tavLst>
                                    </p:anim>
                                    <p:anim calcmode="lin" valueType="num">
                                      <p:cBhvr>
                                        <p:cTn id="25" dur="500" fill="hold"/>
                                        <p:tgtEl>
                                          <p:spTgt spid="28"/>
                                        </p:tgtEl>
                                        <p:attrNameLst>
                                          <p:attrName>ppt_h</p:attrName>
                                        </p:attrNameLst>
                                      </p:cBhvr>
                                      <p:tavLst>
                                        <p:tav tm="0">
                                          <p:val>
                                            <p:fltVal val="0"/>
                                          </p:val>
                                        </p:tav>
                                        <p:tav tm="100000">
                                          <p:val>
                                            <p:strVal val="#ppt_h"/>
                                          </p:val>
                                        </p:tav>
                                      </p:tavLst>
                                    </p:anim>
                                    <p:animEffect transition="in" filter="fade">
                                      <p:cBhvr>
                                        <p:cTn id="26" dur="500"/>
                                        <p:tgtEl>
                                          <p:spTgt spid="28"/>
                                        </p:tgtEl>
                                      </p:cBhvr>
                                    </p:animEffect>
                                  </p:childTnLst>
                                </p:cTn>
                              </p:par>
                              <p:par>
                                <p:cTn id="27" presetID="2" presetClass="entr" presetSubtype="8" accel="50000" decel="5000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2" presetClass="entr" presetSubtype="8" accel="50000" decel="50000" fill="hold" nodeType="after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500" fill="hold"/>
                                        <p:tgtEl>
                                          <p:spTgt spid="5"/>
                                        </p:tgtEl>
                                        <p:attrNameLst>
                                          <p:attrName>ppt_x</p:attrName>
                                        </p:attrNameLst>
                                      </p:cBhvr>
                                      <p:tavLst>
                                        <p:tav tm="0">
                                          <p:val>
                                            <p:strVal val="0-#ppt_w/2"/>
                                          </p:val>
                                        </p:tav>
                                        <p:tav tm="100000">
                                          <p:val>
                                            <p:strVal val="#ppt_x"/>
                                          </p:val>
                                        </p:tav>
                                      </p:tavLst>
                                    </p:anim>
                                    <p:anim calcmode="lin" valueType="num">
                                      <p:cBhvr additive="base">
                                        <p:cTn id="35" dur="500" fill="hold"/>
                                        <p:tgtEl>
                                          <p:spTgt spid="5"/>
                                        </p:tgtEl>
                                        <p:attrNameLst>
                                          <p:attrName>ppt_y</p:attrName>
                                        </p:attrNameLst>
                                      </p:cBhvr>
                                      <p:tavLst>
                                        <p:tav tm="0">
                                          <p:val>
                                            <p:strVal val="#ppt_y"/>
                                          </p:val>
                                        </p:tav>
                                        <p:tav tm="100000">
                                          <p:val>
                                            <p:strVal val="#ppt_y"/>
                                          </p:val>
                                        </p:tav>
                                      </p:tavLst>
                                    </p:anim>
                                  </p:childTnLst>
                                </p:cTn>
                              </p:par>
                            </p:childTnLst>
                          </p:cTn>
                        </p:par>
                        <p:par>
                          <p:cTn id="36" fill="hold">
                            <p:stCondLst>
                              <p:cond delay="2500"/>
                            </p:stCondLst>
                            <p:childTnLst>
                              <p:par>
                                <p:cTn id="37" presetID="53" presetClass="entr" presetSubtype="0" fill="hold" grpId="0" nodeType="afterEffect">
                                  <p:stCondLst>
                                    <p:cond delay="0"/>
                                  </p:stCondLst>
                                  <p:childTnLst>
                                    <p:set>
                                      <p:cBhvr>
                                        <p:cTn id="38" dur="1" fill="hold">
                                          <p:stCondLst>
                                            <p:cond delay="0"/>
                                          </p:stCondLst>
                                        </p:cTn>
                                        <p:tgtEl>
                                          <p:spTgt spid="27"/>
                                        </p:tgtEl>
                                        <p:attrNameLst>
                                          <p:attrName>style.visibility</p:attrName>
                                        </p:attrNameLst>
                                      </p:cBhvr>
                                      <p:to>
                                        <p:strVal val="visible"/>
                                      </p:to>
                                    </p:set>
                                    <p:anim calcmode="lin" valueType="num">
                                      <p:cBhvr>
                                        <p:cTn id="39" dur="500" fill="hold"/>
                                        <p:tgtEl>
                                          <p:spTgt spid="27"/>
                                        </p:tgtEl>
                                        <p:attrNameLst>
                                          <p:attrName>ppt_w</p:attrName>
                                        </p:attrNameLst>
                                      </p:cBhvr>
                                      <p:tavLst>
                                        <p:tav tm="0">
                                          <p:val>
                                            <p:fltVal val="0"/>
                                          </p:val>
                                        </p:tav>
                                        <p:tav tm="100000">
                                          <p:val>
                                            <p:strVal val="#ppt_w"/>
                                          </p:val>
                                        </p:tav>
                                      </p:tavLst>
                                    </p:anim>
                                    <p:anim calcmode="lin" valueType="num">
                                      <p:cBhvr>
                                        <p:cTn id="40" dur="500" fill="hold"/>
                                        <p:tgtEl>
                                          <p:spTgt spid="27"/>
                                        </p:tgtEl>
                                        <p:attrNameLst>
                                          <p:attrName>ppt_h</p:attrName>
                                        </p:attrNameLst>
                                      </p:cBhvr>
                                      <p:tavLst>
                                        <p:tav tm="0">
                                          <p:val>
                                            <p:fltVal val="0"/>
                                          </p:val>
                                        </p:tav>
                                        <p:tav tm="100000">
                                          <p:val>
                                            <p:strVal val="#ppt_h"/>
                                          </p:val>
                                        </p:tav>
                                      </p:tavLst>
                                    </p:anim>
                                    <p:animEffect transition="in" filter="fade">
                                      <p:cBhvr>
                                        <p:cTn id="41" dur="500"/>
                                        <p:tgtEl>
                                          <p:spTgt spid="27"/>
                                        </p:tgtEl>
                                      </p:cBhvr>
                                    </p:animEffect>
                                  </p:childTnLst>
                                </p:cTn>
                              </p:par>
                              <p:par>
                                <p:cTn id="42" presetID="2" presetClass="entr" presetSubtype="8" accel="50000" decel="50000" fill="hold" nodeType="withEffect">
                                  <p:stCondLst>
                                    <p:cond delay="0"/>
                                  </p:stCondLst>
                                  <p:childTnLst>
                                    <p:set>
                                      <p:cBhvr>
                                        <p:cTn id="43" dur="1" fill="hold">
                                          <p:stCondLst>
                                            <p:cond delay="0"/>
                                          </p:stCondLst>
                                        </p:cTn>
                                        <p:tgtEl>
                                          <p:spTgt spid="22"/>
                                        </p:tgtEl>
                                        <p:attrNameLst>
                                          <p:attrName>style.visibility</p:attrName>
                                        </p:attrNameLst>
                                      </p:cBhvr>
                                      <p:to>
                                        <p:strVal val="visible"/>
                                      </p:to>
                                    </p:set>
                                    <p:anim calcmode="lin" valueType="num">
                                      <p:cBhvr additive="base">
                                        <p:cTn id="44" dur="500" fill="hold"/>
                                        <p:tgtEl>
                                          <p:spTgt spid="22"/>
                                        </p:tgtEl>
                                        <p:attrNameLst>
                                          <p:attrName>ppt_x</p:attrName>
                                        </p:attrNameLst>
                                      </p:cBhvr>
                                      <p:tavLst>
                                        <p:tav tm="0">
                                          <p:val>
                                            <p:strVal val="0-#ppt_w/2"/>
                                          </p:val>
                                        </p:tav>
                                        <p:tav tm="100000">
                                          <p:val>
                                            <p:strVal val="#ppt_x"/>
                                          </p:val>
                                        </p:tav>
                                      </p:tavLst>
                                    </p:anim>
                                    <p:anim calcmode="lin" valueType="num">
                                      <p:cBhvr additive="base">
                                        <p:cTn id="45" dur="500" fill="hold"/>
                                        <p:tgtEl>
                                          <p:spTgt spid="22"/>
                                        </p:tgtEl>
                                        <p:attrNameLst>
                                          <p:attrName>ppt_y</p:attrName>
                                        </p:attrNameLst>
                                      </p:cBhvr>
                                      <p:tavLst>
                                        <p:tav tm="0">
                                          <p:val>
                                            <p:strVal val="#ppt_y"/>
                                          </p:val>
                                        </p:tav>
                                        <p:tav tm="100000">
                                          <p:val>
                                            <p:strVal val="#ppt_y"/>
                                          </p:val>
                                        </p:tav>
                                      </p:tavLst>
                                    </p:anim>
                                  </p:childTnLst>
                                </p:cTn>
                              </p:par>
                            </p:childTnLst>
                          </p:cTn>
                        </p:par>
                        <p:par>
                          <p:cTn id="46" fill="hold">
                            <p:stCondLst>
                              <p:cond delay="3000"/>
                            </p:stCondLst>
                            <p:childTnLst>
                              <p:par>
                                <p:cTn id="47" presetID="2" presetClass="entr" presetSubtype="2" accel="50000" decel="50000" fill="hold" nodeType="after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500" fill="hold"/>
                                        <p:tgtEl>
                                          <p:spTgt spid="11"/>
                                        </p:tgtEl>
                                        <p:attrNameLst>
                                          <p:attrName>ppt_x</p:attrName>
                                        </p:attrNameLst>
                                      </p:cBhvr>
                                      <p:tavLst>
                                        <p:tav tm="0">
                                          <p:val>
                                            <p:strVal val="1+#ppt_w/2"/>
                                          </p:val>
                                        </p:tav>
                                        <p:tav tm="100000">
                                          <p:val>
                                            <p:strVal val="#ppt_x"/>
                                          </p:val>
                                        </p:tav>
                                      </p:tavLst>
                                    </p:anim>
                                    <p:anim calcmode="lin" valueType="num">
                                      <p:cBhvr additive="base">
                                        <p:cTn id="50" dur="500" fill="hold"/>
                                        <p:tgtEl>
                                          <p:spTgt spid="11"/>
                                        </p:tgtEl>
                                        <p:attrNameLst>
                                          <p:attrName>ppt_y</p:attrName>
                                        </p:attrNameLst>
                                      </p:cBhvr>
                                      <p:tavLst>
                                        <p:tav tm="0">
                                          <p:val>
                                            <p:strVal val="#ppt_y"/>
                                          </p:val>
                                        </p:tav>
                                        <p:tav tm="100000">
                                          <p:val>
                                            <p:strVal val="#ppt_y"/>
                                          </p:val>
                                        </p:tav>
                                      </p:tavLst>
                                    </p:anim>
                                  </p:childTnLst>
                                </p:cTn>
                              </p:par>
                            </p:childTnLst>
                          </p:cTn>
                        </p:par>
                        <p:par>
                          <p:cTn id="51" fill="hold">
                            <p:stCondLst>
                              <p:cond delay="3500"/>
                            </p:stCondLst>
                            <p:childTnLst>
                              <p:par>
                                <p:cTn id="52" presetID="53" presetClass="entr" presetSubtype="0" fill="hold" grpId="0" nodeType="afterEffect">
                                  <p:stCondLst>
                                    <p:cond delay="0"/>
                                  </p:stCondLst>
                                  <p:childTnLst>
                                    <p:set>
                                      <p:cBhvr>
                                        <p:cTn id="53" dur="1" fill="hold">
                                          <p:stCondLst>
                                            <p:cond delay="0"/>
                                          </p:stCondLst>
                                        </p:cTn>
                                        <p:tgtEl>
                                          <p:spTgt spid="29"/>
                                        </p:tgtEl>
                                        <p:attrNameLst>
                                          <p:attrName>style.visibility</p:attrName>
                                        </p:attrNameLst>
                                      </p:cBhvr>
                                      <p:to>
                                        <p:strVal val="visible"/>
                                      </p:to>
                                    </p:set>
                                    <p:anim calcmode="lin" valueType="num">
                                      <p:cBhvr>
                                        <p:cTn id="54" dur="500" fill="hold"/>
                                        <p:tgtEl>
                                          <p:spTgt spid="29"/>
                                        </p:tgtEl>
                                        <p:attrNameLst>
                                          <p:attrName>ppt_w</p:attrName>
                                        </p:attrNameLst>
                                      </p:cBhvr>
                                      <p:tavLst>
                                        <p:tav tm="0">
                                          <p:val>
                                            <p:fltVal val="0"/>
                                          </p:val>
                                        </p:tav>
                                        <p:tav tm="100000">
                                          <p:val>
                                            <p:strVal val="#ppt_w"/>
                                          </p:val>
                                        </p:tav>
                                      </p:tavLst>
                                    </p:anim>
                                    <p:anim calcmode="lin" valueType="num">
                                      <p:cBhvr>
                                        <p:cTn id="55" dur="500" fill="hold"/>
                                        <p:tgtEl>
                                          <p:spTgt spid="29"/>
                                        </p:tgtEl>
                                        <p:attrNameLst>
                                          <p:attrName>ppt_h</p:attrName>
                                        </p:attrNameLst>
                                      </p:cBhvr>
                                      <p:tavLst>
                                        <p:tav tm="0">
                                          <p:val>
                                            <p:fltVal val="0"/>
                                          </p:val>
                                        </p:tav>
                                        <p:tav tm="100000">
                                          <p:val>
                                            <p:strVal val="#ppt_h"/>
                                          </p:val>
                                        </p:tav>
                                      </p:tavLst>
                                    </p:anim>
                                    <p:animEffect transition="in" filter="fade">
                                      <p:cBhvr>
                                        <p:cTn id="56" dur="500"/>
                                        <p:tgtEl>
                                          <p:spTgt spid="29"/>
                                        </p:tgtEl>
                                      </p:cBhvr>
                                    </p:animEffect>
                                  </p:childTnLst>
                                </p:cTn>
                              </p:par>
                              <p:par>
                                <p:cTn id="57" presetID="2" presetClass="entr" presetSubtype="2" accel="50000" decel="50000" fill="hold" nodeType="with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500" fill="hold"/>
                                        <p:tgtEl>
                                          <p:spTgt spid="19"/>
                                        </p:tgtEl>
                                        <p:attrNameLst>
                                          <p:attrName>ppt_x</p:attrName>
                                        </p:attrNameLst>
                                      </p:cBhvr>
                                      <p:tavLst>
                                        <p:tav tm="0">
                                          <p:val>
                                            <p:strVal val="1+#ppt_w/2"/>
                                          </p:val>
                                        </p:tav>
                                        <p:tav tm="100000">
                                          <p:val>
                                            <p:strVal val="#ppt_x"/>
                                          </p:val>
                                        </p:tav>
                                      </p:tavLst>
                                    </p:anim>
                                    <p:anim calcmode="lin" valueType="num">
                                      <p:cBhvr additive="base">
                                        <p:cTn id="60" dur="500" fill="hold"/>
                                        <p:tgtEl>
                                          <p:spTgt spid="19"/>
                                        </p:tgtEl>
                                        <p:attrNameLst>
                                          <p:attrName>ppt_y</p:attrName>
                                        </p:attrNameLst>
                                      </p:cBhvr>
                                      <p:tavLst>
                                        <p:tav tm="0">
                                          <p:val>
                                            <p:strVal val="#ppt_y"/>
                                          </p:val>
                                        </p:tav>
                                        <p:tav tm="100000">
                                          <p:val>
                                            <p:strVal val="#ppt_y"/>
                                          </p:val>
                                        </p:tav>
                                      </p:tavLst>
                                    </p:anim>
                                  </p:childTnLst>
                                </p:cTn>
                              </p:par>
                            </p:childTnLst>
                          </p:cTn>
                        </p:par>
                        <p:par>
                          <p:cTn id="61" fill="hold">
                            <p:stCondLst>
                              <p:cond delay="4000"/>
                            </p:stCondLst>
                            <p:childTnLst>
                              <p:par>
                                <p:cTn id="62" presetID="2" presetClass="entr" presetSubtype="2" accel="50000" decel="50000" fill="hold" nodeType="afterEffect">
                                  <p:stCondLst>
                                    <p:cond delay="0"/>
                                  </p:stCondLst>
                                  <p:childTnLst>
                                    <p:set>
                                      <p:cBhvr>
                                        <p:cTn id="63" dur="1" fill="hold">
                                          <p:stCondLst>
                                            <p:cond delay="0"/>
                                          </p:stCondLst>
                                        </p:cTn>
                                        <p:tgtEl>
                                          <p:spTgt spid="13"/>
                                        </p:tgtEl>
                                        <p:attrNameLst>
                                          <p:attrName>style.visibility</p:attrName>
                                        </p:attrNameLst>
                                      </p:cBhvr>
                                      <p:to>
                                        <p:strVal val="visible"/>
                                      </p:to>
                                    </p:set>
                                    <p:anim calcmode="lin" valueType="num">
                                      <p:cBhvr additive="base">
                                        <p:cTn id="64" dur="500" fill="hold"/>
                                        <p:tgtEl>
                                          <p:spTgt spid="13"/>
                                        </p:tgtEl>
                                        <p:attrNameLst>
                                          <p:attrName>ppt_x</p:attrName>
                                        </p:attrNameLst>
                                      </p:cBhvr>
                                      <p:tavLst>
                                        <p:tav tm="0">
                                          <p:val>
                                            <p:strVal val="1+#ppt_w/2"/>
                                          </p:val>
                                        </p:tav>
                                        <p:tav tm="100000">
                                          <p:val>
                                            <p:strVal val="#ppt_x"/>
                                          </p:val>
                                        </p:tav>
                                      </p:tavLst>
                                    </p:anim>
                                    <p:anim calcmode="lin" valueType="num">
                                      <p:cBhvr additive="base">
                                        <p:cTn id="65" dur="500" fill="hold"/>
                                        <p:tgtEl>
                                          <p:spTgt spid="13"/>
                                        </p:tgtEl>
                                        <p:attrNameLst>
                                          <p:attrName>ppt_y</p:attrName>
                                        </p:attrNameLst>
                                      </p:cBhvr>
                                      <p:tavLst>
                                        <p:tav tm="0">
                                          <p:val>
                                            <p:strVal val="#ppt_y"/>
                                          </p:val>
                                        </p:tav>
                                        <p:tav tm="100000">
                                          <p:val>
                                            <p:strVal val="#ppt_y"/>
                                          </p:val>
                                        </p:tav>
                                      </p:tavLst>
                                    </p:anim>
                                  </p:childTnLst>
                                </p:cTn>
                              </p:par>
                            </p:childTnLst>
                          </p:cTn>
                        </p:par>
                        <p:par>
                          <p:cTn id="66" fill="hold">
                            <p:stCondLst>
                              <p:cond delay="4500"/>
                            </p:stCondLst>
                            <p:childTnLst>
                              <p:par>
                                <p:cTn id="67" presetID="53" presetClass="entr" presetSubtype="0" fill="hold" grpId="0" nodeType="afterEffect">
                                  <p:stCondLst>
                                    <p:cond delay="0"/>
                                  </p:stCondLst>
                                  <p:childTnLst>
                                    <p:set>
                                      <p:cBhvr>
                                        <p:cTn id="68" dur="1" fill="hold">
                                          <p:stCondLst>
                                            <p:cond delay="0"/>
                                          </p:stCondLst>
                                        </p:cTn>
                                        <p:tgtEl>
                                          <p:spTgt spid="30"/>
                                        </p:tgtEl>
                                        <p:attrNameLst>
                                          <p:attrName>style.visibility</p:attrName>
                                        </p:attrNameLst>
                                      </p:cBhvr>
                                      <p:to>
                                        <p:strVal val="visible"/>
                                      </p:to>
                                    </p:set>
                                    <p:anim calcmode="lin" valueType="num">
                                      <p:cBhvr>
                                        <p:cTn id="69" dur="500" fill="hold"/>
                                        <p:tgtEl>
                                          <p:spTgt spid="30"/>
                                        </p:tgtEl>
                                        <p:attrNameLst>
                                          <p:attrName>ppt_w</p:attrName>
                                        </p:attrNameLst>
                                      </p:cBhvr>
                                      <p:tavLst>
                                        <p:tav tm="0">
                                          <p:val>
                                            <p:fltVal val="0"/>
                                          </p:val>
                                        </p:tav>
                                        <p:tav tm="100000">
                                          <p:val>
                                            <p:strVal val="#ppt_w"/>
                                          </p:val>
                                        </p:tav>
                                      </p:tavLst>
                                    </p:anim>
                                    <p:anim calcmode="lin" valueType="num">
                                      <p:cBhvr>
                                        <p:cTn id="70" dur="500" fill="hold"/>
                                        <p:tgtEl>
                                          <p:spTgt spid="30"/>
                                        </p:tgtEl>
                                        <p:attrNameLst>
                                          <p:attrName>ppt_h</p:attrName>
                                        </p:attrNameLst>
                                      </p:cBhvr>
                                      <p:tavLst>
                                        <p:tav tm="0">
                                          <p:val>
                                            <p:fltVal val="0"/>
                                          </p:val>
                                        </p:tav>
                                        <p:tav tm="100000">
                                          <p:val>
                                            <p:strVal val="#ppt_h"/>
                                          </p:val>
                                        </p:tav>
                                      </p:tavLst>
                                    </p:anim>
                                    <p:animEffect transition="in" filter="fade">
                                      <p:cBhvr>
                                        <p:cTn id="71" dur="500"/>
                                        <p:tgtEl>
                                          <p:spTgt spid="30"/>
                                        </p:tgtEl>
                                      </p:cBhvr>
                                    </p:animEffect>
                                  </p:childTnLst>
                                </p:cTn>
                              </p:par>
                              <p:par>
                                <p:cTn id="72" presetID="2" presetClass="entr" presetSubtype="2" accel="50000" decel="50000" fill="hold"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 fill="hold"/>
                                        <p:tgtEl>
                                          <p:spTgt spid="25"/>
                                        </p:tgtEl>
                                        <p:attrNameLst>
                                          <p:attrName>ppt_x</p:attrName>
                                        </p:attrNameLst>
                                      </p:cBhvr>
                                      <p:tavLst>
                                        <p:tav tm="0">
                                          <p:val>
                                            <p:strVal val="1+#ppt_w/2"/>
                                          </p:val>
                                        </p:tav>
                                        <p:tav tm="100000">
                                          <p:val>
                                            <p:strVal val="#ppt_x"/>
                                          </p:val>
                                        </p:tav>
                                      </p:tavLst>
                                    </p:anim>
                                    <p:anim calcmode="lin" valueType="num">
                                      <p:cBhvr additive="base">
                                        <p:cTn id="75"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6" grpId="0" animBg="1"/>
      <p:bldP spid="27" grpId="0" animBg="1"/>
      <p:bldP spid="28" grpId="0" animBg="1"/>
      <p:bldP spid="29" grpId="0" animBg="1"/>
      <p:bldP spid="30"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Integrated Steps Infographic</a:t>
            </a:r>
            <a:endParaRPr lang="en-US" dirty="0"/>
          </a:p>
        </p:txBody>
      </p:sp>
      <p:sp>
        <p:nvSpPr>
          <p:cNvPr id="3" name="Text Placeholder 2"/>
          <p:cNvSpPr>
            <a:spLocks noGrp="1"/>
          </p:cNvSpPr>
          <p:nvPr>
            <p:ph type="body" sz="half" idx="2"/>
          </p:nvPr>
        </p:nvSpPr>
        <p:spPr/>
        <p:txBody>
          <a:bodyPr/>
          <a:lstStyle/>
          <a:p>
            <a:r>
              <a:rPr lang="en-US"/>
              <a:t>Integrated Steps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102</a:t>
            </a:fld>
            <a:endParaRPr lang="en-US" dirty="0"/>
          </a:p>
        </p:txBody>
      </p:sp>
      <p:grpSp>
        <p:nvGrpSpPr>
          <p:cNvPr id="5" name="Group 65"/>
          <p:cNvGrpSpPr/>
          <p:nvPr/>
        </p:nvGrpSpPr>
        <p:grpSpPr>
          <a:xfrm>
            <a:off x="3195638" y="931549"/>
            <a:ext cx="1365250" cy="1576388"/>
            <a:chOff x="3195638" y="931549"/>
            <a:chExt cx="1365250" cy="1576388"/>
          </a:xfrm>
        </p:grpSpPr>
        <p:sp>
          <p:nvSpPr>
            <p:cNvPr id="5125" name="Freeform 5"/>
            <p:cNvSpPr>
              <a:spLocks/>
            </p:cNvSpPr>
            <p:nvPr/>
          </p:nvSpPr>
          <p:spPr bwMode="auto">
            <a:xfrm>
              <a:off x="3195638" y="931549"/>
              <a:ext cx="1365250" cy="1576388"/>
            </a:xfrm>
            <a:custGeom>
              <a:avLst/>
              <a:gdLst/>
              <a:ahLst/>
              <a:cxnLst>
                <a:cxn ang="0">
                  <a:pos x="431" y="0"/>
                </a:cxn>
                <a:cxn ang="0">
                  <a:pos x="860" y="249"/>
                </a:cxn>
                <a:cxn ang="0">
                  <a:pos x="860" y="744"/>
                </a:cxn>
                <a:cxn ang="0">
                  <a:pos x="429" y="993"/>
                </a:cxn>
                <a:cxn ang="0">
                  <a:pos x="0" y="744"/>
                </a:cxn>
                <a:cxn ang="0">
                  <a:pos x="0" y="249"/>
                </a:cxn>
                <a:cxn ang="0">
                  <a:pos x="431" y="0"/>
                </a:cxn>
              </a:cxnLst>
              <a:rect l="0" t="0" r="r" b="b"/>
              <a:pathLst>
                <a:path w="860" h="993">
                  <a:moveTo>
                    <a:pt x="431" y="0"/>
                  </a:moveTo>
                  <a:lnTo>
                    <a:pt x="860" y="249"/>
                  </a:lnTo>
                  <a:lnTo>
                    <a:pt x="860" y="744"/>
                  </a:lnTo>
                  <a:lnTo>
                    <a:pt x="429" y="993"/>
                  </a:lnTo>
                  <a:lnTo>
                    <a:pt x="0" y="744"/>
                  </a:lnTo>
                  <a:lnTo>
                    <a:pt x="0" y="249"/>
                  </a:lnTo>
                  <a:lnTo>
                    <a:pt x="431"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6" name="Freeform 6"/>
            <p:cNvSpPr>
              <a:spLocks/>
            </p:cNvSpPr>
            <p:nvPr/>
          </p:nvSpPr>
          <p:spPr bwMode="auto">
            <a:xfrm>
              <a:off x="3700463" y="1898337"/>
              <a:ext cx="860425" cy="609600"/>
            </a:xfrm>
            <a:custGeom>
              <a:avLst/>
              <a:gdLst/>
              <a:ahLst/>
              <a:cxnLst>
                <a:cxn ang="0">
                  <a:pos x="0" y="320"/>
                </a:cxn>
                <a:cxn ang="0">
                  <a:pos x="542" y="0"/>
                </a:cxn>
                <a:cxn ang="0">
                  <a:pos x="542" y="135"/>
                </a:cxn>
                <a:cxn ang="0">
                  <a:pos x="111" y="384"/>
                </a:cxn>
                <a:cxn ang="0">
                  <a:pos x="0" y="320"/>
                </a:cxn>
              </a:cxnLst>
              <a:rect l="0" t="0" r="r" b="b"/>
              <a:pathLst>
                <a:path w="542" h="384">
                  <a:moveTo>
                    <a:pt x="0" y="320"/>
                  </a:moveTo>
                  <a:lnTo>
                    <a:pt x="542" y="0"/>
                  </a:lnTo>
                  <a:lnTo>
                    <a:pt x="542" y="135"/>
                  </a:lnTo>
                  <a:lnTo>
                    <a:pt x="111" y="384"/>
                  </a:lnTo>
                  <a:lnTo>
                    <a:pt x="0" y="32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66"/>
          <p:cNvGrpSpPr/>
          <p:nvPr/>
        </p:nvGrpSpPr>
        <p:grpSpPr>
          <a:xfrm>
            <a:off x="4598988" y="931549"/>
            <a:ext cx="1360488" cy="1576388"/>
            <a:chOff x="4598988" y="931549"/>
            <a:chExt cx="1360488" cy="1576388"/>
          </a:xfrm>
        </p:grpSpPr>
        <p:sp>
          <p:nvSpPr>
            <p:cNvPr id="5128" name="Freeform 8"/>
            <p:cNvSpPr>
              <a:spLocks/>
            </p:cNvSpPr>
            <p:nvPr/>
          </p:nvSpPr>
          <p:spPr bwMode="auto">
            <a:xfrm>
              <a:off x="4598988" y="931549"/>
              <a:ext cx="1360488" cy="1576388"/>
            </a:xfrm>
            <a:custGeom>
              <a:avLst/>
              <a:gdLst/>
              <a:ahLst/>
              <a:cxnLst>
                <a:cxn ang="0">
                  <a:pos x="428" y="0"/>
                </a:cxn>
                <a:cxn ang="0">
                  <a:pos x="0" y="249"/>
                </a:cxn>
                <a:cxn ang="0">
                  <a:pos x="0" y="744"/>
                </a:cxn>
                <a:cxn ang="0">
                  <a:pos x="428" y="993"/>
                </a:cxn>
                <a:cxn ang="0">
                  <a:pos x="857" y="744"/>
                </a:cxn>
                <a:cxn ang="0">
                  <a:pos x="857" y="249"/>
                </a:cxn>
                <a:cxn ang="0">
                  <a:pos x="428" y="0"/>
                </a:cxn>
              </a:cxnLst>
              <a:rect l="0" t="0" r="r" b="b"/>
              <a:pathLst>
                <a:path w="857" h="993">
                  <a:moveTo>
                    <a:pt x="428" y="0"/>
                  </a:moveTo>
                  <a:lnTo>
                    <a:pt x="0" y="249"/>
                  </a:lnTo>
                  <a:lnTo>
                    <a:pt x="0" y="744"/>
                  </a:lnTo>
                  <a:lnTo>
                    <a:pt x="428" y="993"/>
                  </a:lnTo>
                  <a:lnTo>
                    <a:pt x="857" y="744"/>
                  </a:lnTo>
                  <a:lnTo>
                    <a:pt x="857" y="249"/>
                  </a:lnTo>
                  <a:lnTo>
                    <a:pt x="428"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9" name="Freeform 9"/>
            <p:cNvSpPr>
              <a:spLocks/>
            </p:cNvSpPr>
            <p:nvPr/>
          </p:nvSpPr>
          <p:spPr bwMode="auto">
            <a:xfrm>
              <a:off x="4598988" y="1898337"/>
              <a:ext cx="855663" cy="609600"/>
            </a:xfrm>
            <a:custGeom>
              <a:avLst/>
              <a:gdLst/>
              <a:ahLst/>
              <a:cxnLst>
                <a:cxn ang="0">
                  <a:pos x="539" y="320"/>
                </a:cxn>
                <a:cxn ang="0">
                  <a:pos x="0" y="0"/>
                </a:cxn>
                <a:cxn ang="0">
                  <a:pos x="0" y="135"/>
                </a:cxn>
                <a:cxn ang="0">
                  <a:pos x="428" y="384"/>
                </a:cxn>
                <a:cxn ang="0">
                  <a:pos x="539" y="320"/>
                </a:cxn>
              </a:cxnLst>
              <a:rect l="0" t="0" r="r" b="b"/>
              <a:pathLst>
                <a:path w="539" h="384">
                  <a:moveTo>
                    <a:pt x="539" y="320"/>
                  </a:moveTo>
                  <a:lnTo>
                    <a:pt x="0" y="0"/>
                  </a:lnTo>
                  <a:lnTo>
                    <a:pt x="0" y="135"/>
                  </a:lnTo>
                  <a:lnTo>
                    <a:pt x="428" y="384"/>
                  </a:lnTo>
                  <a:lnTo>
                    <a:pt x="539" y="32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69"/>
          <p:cNvGrpSpPr/>
          <p:nvPr/>
        </p:nvGrpSpPr>
        <p:grpSpPr>
          <a:xfrm>
            <a:off x="3195638" y="3362012"/>
            <a:ext cx="1365250" cy="1571625"/>
            <a:chOff x="3195638" y="3362012"/>
            <a:chExt cx="1365250" cy="1571625"/>
          </a:xfrm>
        </p:grpSpPr>
        <p:sp>
          <p:nvSpPr>
            <p:cNvPr id="5130" name="Freeform 10"/>
            <p:cNvSpPr>
              <a:spLocks/>
            </p:cNvSpPr>
            <p:nvPr/>
          </p:nvSpPr>
          <p:spPr bwMode="auto">
            <a:xfrm>
              <a:off x="3195638" y="3362012"/>
              <a:ext cx="1365250" cy="1571625"/>
            </a:xfrm>
            <a:custGeom>
              <a:avLst/>
              <a:gdLst/>
              <a:ahLst/>
              <a:cxnLst>
                <a:cxn ang="0">
                  <a:pos x="431" y="990"/>
                </a:cxn>
                <a:cxn ang="0">
                  <a:pos x="860" y="744"/>
                </a:cxn>
                <a:cxn ang="0">
                  <a:pos x="860" y="248"/>
                </a:cxn>
                <a:cxn ang="0">
                  <a:pos x="429" y="0"/>
                </a:cxn>
                <a:cxn ang="0">
                  <a:pos x="0" y="246"/>
                </a:cxn>
                <a:cxn ang="0">
                  <a:pos x="0" y="744"/>
                </a:cxn>
                <a:cxn ang="0">
                  <a:pos x="431" y="990"/>
                </a:cxn>
              </a:cxnLst>
              <a:rect l="0" t="0" r="r" b="b"/>
              <a:pathLst>
                <a:path w="860" h="990">
                  <a:moveTo>
                    <a:pt x="431" y="990"/>
                  </a:moveTo>
                  <a:lnTo>
                    <a:pt x="860" y="744"/>
                  </a:lnTo>
                  <a:lnTo>
                    <a:pt x="860" y="248"/>
                  </a:lnTo>
                  <a:lnTo>
                    <a:pt x="429" y="0"/>
                  </a:lnTo>
                  <a:lnTo>
                    <a:pt x="0" y="246"/>
                  </a:lnTo>
                  <a:lnTo>
                    <a:pt x="0" y="744"/>
                  </a:lnTo>
                  <a:lnTo>
                    <a:pt x="431" y="990"/>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1" name="Freeform 11"/>
            <p:cNvSpPr>
              <a:spLocks/>
            </p:cNvSpPr>
            <p:nvPr/>
          </p:nvSpPr>
          <p:spPr bwMode="auto">
            <a:xfrm>
              <a:off x="3700463" y="3362012"/>
              <a:ext cx="860425" cy="604838"/>
            </a:xfrm>
            <a:custGeom>
              <a:avLst/>
              <a:gdLst/>
              <a:ahLst/>
              <a:cxnLst>
                <a:cxn ang="0">
                  <a:pos x="0" y="64"/>
                </a:cxn>
                <a:cxn ang="0">
                  <a:pos x="542" y="381"/>
                </a:cxn>
                <a:cxn ang="0">
                  <a:pos x="542" y="248"/>
                </a:cxn>
                <a:cxn ang="0">
                  <a:pos x="111" y="0"/>
                </a:cxn>
                <a:cxn ang="0">
                  <a:pos x="0" y="64"/>
                </a:cxn>
              </a:cxnLst>
              <a:rect l="0" t="0" r="r" b="b"/>
              <a:pathLst>
                <a:path w="542" h="381">
                  <a:moveTo>
                    <a:pt x="0" y="64"/>
                  </a:moveTo>
                  <a:lnTo>
                    <a:pt x="542" y="381"/>
                  </a:lnTo>
                  <a:lnTo>
                    <a:pt x="542" y="248"/>
                  </a:lnTo>
                  <a:lnTo>
                    <a:pt x="111" y="0"/>
                  </a:lnTo>
                  <a:lnTo>
                    <a:pt x="0" y="64"/>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68"/>
          <p:cNvGrpSpPr/>
          <p:nvPr/>
        </p:nvGrpSpPr>
        <p:grpSpPr>
          <a:xfrm>
            <a:off x="4598988" y="3362012"/>
            <a:ext cx="1360488" cy="1571625"/>
            <a:chOff x="4598988" y="3362012"/>
            <a:chExt cx="1360488" cy="1571625"/>
          </a:xfrm>
        </p:grpSpPr>
        <p:sp>
          <p:nvSpPr>
            <p:cNvPr id="5132" name="Freeform 12"/>
            <p:cNvSpPr>
              <a:spLocks/>
            </p:cNvSpPr>
            <p:nvPr/>
          </p:nvSpPr>
          <p:spPr bwMode="auto">
            <a:xfrm>
              <a:off x="4598988" y="3362012"/>
              <a:ext cx="1360488" cy="1571625"/>
            </a:xfrm>
            <a:custGeom>
              <a:avLst/>
              <a:gdLst/>
              <a:ahLst/>
              <a:cxnLst>
                <a:cxn ang="0">
                  <a:pos x="857" y="744"/>
                </a:cxn>
                <a:cxn ang="0">
                  <a:pos x="857" y="246"/>
                </a:cxn>
                <a:cxn ang="0">
                  <a:pos x="428" y="0"/>
                </a:cxn>
                <a:cxn ang="0">
                  <a:pos x="0" y="248"/>
                </a:cxn>
                <a:cxn ang="0">
                  <a:pos x="0" y="744"/>
                </a:cxn>
                <a:cxn ang="0">
                  <a:pos x="428" y="990"/>
                </a:cxn>
                <a:cxn ang="0">
                  <a:pos x="857" y="744"/>
                </a:cxn>
              </a:cxnLst>
              <a:rect l="0" t="0" r="r" b="b"/>
              <a:pathLst>
                <a:path w="857" h="990">
                  <a:moveTo>
                    <a:pt x="857" y="744"/>
                  </a:moveTo>
                  <a:lnTo>
                    <a:pt x="857" y="246"/>
                  </a:lnTo>
                  <a:lnTo>
                    <a:pt x="428" y="0"/>
                  </a:lnTo>
                  <a:lnTo>
                    <a:pt x="0" y="248"/>
                  </a:lnTo>
                  <a:lnTo>
                    <a:pt x="0" y="744"/>
                  </a:lnTo>
                  <a:lnTo>
                    <a:pt x="428" y="990"/>
                  </a:lnTo>
                  <a:lnTo>
                    <a:pt x="857" y="74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3" name="Freeform 13"/>
            <p:cNvSpPr>
              <a:spLocks/>
            </p:cNvSpPr>
            <p:nvPr/>
          </p:nvSpPr>
          <p:spPr bwMode="auto">
            <a:xfrm>
              <a:off x="4598988" y="3362012"/>
              <a:ext cx="855663" cy="604838"/>
            </a:xfrm>
            <a:custGeom>
              <a:avLst/>
              <a:gdLst/>
              <a:ahLst/>
              <a:cxnLst>
                <a:cxn ang="0">
                  <a:pos x="0" y="248"/>
                </a:cxn>
                <a:cxn ang="0">
                  <a:pos x="0" y="381"/>
                </a:cxn>
                <a:cxn ang="0">
                  <a:pos x="539" y="64"/>
                </a:cxn>
                <a:cxn ang="0">
                  <a:pos x="428" y="0"/>
                </a:cxn>
                <a:cxn ang="0">
                  <a:pos x="0" y="248"/>
                </a:cxn>
              </a:cxnLst>
              <a:rect l="0" t="0" r="r" b="b"/>
              <a:pathLst>
                <a:path w="539" h="381">
                  <a:moveTo>
                    <a:pt x="0" y="248"/>
                  </a:moveTo>
                  <a:lnTo>
                    <a:pt x="0" y="381"/>
                  </a:lnTo>
                  <a:lnTo>
                    <a:pt x="539" y="64"/>
                  </a:lnTo>
                  <a:lnTo>
                    <a:pt x="428" y="0"/>
                  </a:lnTo>
                  <a:lnTo>
                    <a:pt x="0" y="248"/>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67"/>
          <p:cNvGrpSpPr/>
          <p:nvPr/>
        </p:nvGrpSpPr>
        <p:grpSpPr>
          <a:xfrm>
            <a:off x="5289551" y="2150749"/>
            <a:ext cx="1360488" cy="1568450"/>
            <a:chOff x="5289551" y="2150749"/>
            <a:chExt cx="1360488" cy="1568450"/>
          </a:xfrm>
        </p:grpSpPr>
        <p:sp>
          <p:nvSpPr>
            <p:cNvPr id="5134" name="Freeform 14"/>
            <p:cNvSpPr>
              <a:spLocks/>
            </p:cNvSpPr>
            <p:nvPr/>
          </p:nvSpPr>
          <p:spPr bwMode="auto">
            <a:xfrm>
              <a:off x="5289551" y="2150749"/>
              <a:ext cx="1360488" cy="1568450"/>
            </a:xfrm>
            <a:custGeom>
              <a:avLst/>
              <a:gdLst/>
              <a:ahLst/>
              <a:cxnLst>
                <a:cxn ang="0">
                  <a:pos x="857" y="741"/>
                </a:cxn>
                <a:cxn ang="0">
                  <a:pos x="429" y="988"/>
                </a:cxn>
                <a:cxn ang="0">
                  <a:pos x="0" y="741"/>
                </a:cxn>
                <a:cxn ang="0">
                  <a:pos x="0" y="246"/>
                </a:cxn>
                <a:cxn ang="0">
                  <a:pos x="429" y="0"/>
                </a:cxn>
                <a:cxn ang="0">
                  <a:pos x="857" y="246"/>
                </a:cxn>
                <a:cxn ang="0">
                  <a:pos x="857" y="741"/>
                </a:cxn>
              </a:cxnLst>
              <a:rect l="0" t="0" r="r" b="b"/>
              <a:pathLst>
                <a:path w="857" h="988">
                  <a:moveTo>
                    <a:pt x="857" y="741"/>
                  </a:moveTo>
                  <a:lnTo>
                    <a:pt x="429" y="988"/>
                  </a:lnTo>
                  <a:lnTo>
                    <a:pt x="0" y="741"/>
                  </a:lnTo>
                  <a:lnTo>
                    <a:pt x="0" y="246"/>
                  </a:lnTo>
                  <a:lnTo>
                    <a:pt x="429" y="0"/>
                  </a:lnTo>
                  <a:lnTo>
                    <a:pt x="857" y="246"/>
                  </a:lnTo>
                  <a:lnTo>
                    <a:pt x="857" y="741"/>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5" name="Freeform 15"/>
            <p:cNvSpPr>
              <a:spLocks/>
            </p:cNvSpPr>
            <p:nvPr/>
          </p:nvSpPr>
          <p:spPr bwMode="auto">
            <a:xfrm>
              <a:off x="5289551" y="2436499"/>
              <a:ext cx="184150" cy="992188"/>
            </a:xfrm>
            <a:custGeom>
              <a:avLst/>
              <a:gdLst/>
              <a:ahLst/>
              <a:cxnLst>
                <a:cxn ang="0">
                  <a:pos x="0" y="66"/>
                </a:cxn>
                <a:cxn ang="0">
                  <a:pos x="116" y="0"/>
                </a:cxn>
                <a:cxn ang="0">
                  <a:pos x="112" y="625"/>
                </a:cxn>
                <a:cxn ang="0">
                  <a:pos x="0" y="561"/>
                </a:cxn>
                <a:cxn ang="0">
                  <a:pos x="0" y="66"/>
                </a:cxn>
              </a:cxnLst>
              <a:rect l="0" t="0" r="r" b="b"/>
              <a:pathLst>
                <a:path w="116" h="625">
                  <a:moveTo>
                    <a:pt x="0" y="66"/>
                  </a:moveTo>
                  <a:lnTo>
                    <a:pt x="116" y="0"/>
                  </a:lnTo>
                  <a:lnTo>
                    <a:pt x="112" y="625"/>
                  </a:lnTo>
                  <a:lnTo>
                    <a:pt x="0" y="561"/>
                  </a:lnTo>
                  <a:lnTo>
                    <a:pt x="0" y="66"/>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64"/>
          <p:cNvGrpSpPr/>
          <p:nvPr/>
        </p:nvGrpSpPr>
        <p:grpSpPr>
          <a:xfrm>
            <a:off x="2500313" y="2150749"/>
            <a:ext cx="1357313" cy="1571625"/>
            <a:chOff x="2500313" y="2150749"/>
            <a:chExt cx="1357313" cy="1571625"/>
          </a:xfrm>
        </p:grpSpPr>
        <p:sp>
          <p:nvSpPr>
            <p:cNvPr id="5136" name="Freeform 16"/>
            <p:cNvSpPr>
              <a:spLocks/>
            </p:cNvSpPr>
            <p:nvPr/>
          </p:nvSpPr>
          <p:spPr bwMode="auto">
            <a:xfrm>
              <a:off x="2500313" y="2150749"/>
              <a:ext cx="1357313" cy="1571625"/>
            </a:xfrm>
            <a:custGeom>
              <a:avLst/>
              <a:gdLst/>
              <a:ahLst/>
              <a:cxnLst>
                <a:cxn ang="0">
                  <a:pos x="429" y="0"/>
                </a:cxn>
                <a:cxn ang="0">
                  <a:pos x="0" y="246"/>
                </a:cxn>
                <a:cxn ang="0">
                  <a:pos x="0" y="741"/>
                </a:cxn>
                <a:cxn ang="0">
                  <a:pos x="429" y="990"/>
                </a:cxn>
                <a:cxn ang="0">
                  <a:pos x="855" y="741"/>
                </a:cxn>
                <a:cxn ang="0">
                  <a:pos x="855" y="246"/>
                </a:cxn>
                <a:cxn ang="0">
                  <a:pos x="429" y="0"/>
                </a:cxn>
              </a:cxnLst>
              <a:rect l="0" t="0" r="r" b="b"/>
              <a:pathLst>
                <a:path w="855" h="990">
                  <a:moveTo>
                    <a:pt x="429" y="0"/>
                  </a:moveTo>
                  <a:lnTo>
                    <a:pt x="0" y="246"/>
                  </a:lnTo>
                  <a:lnTo>
                    <a:pt x="0" y="741"/>
                  </a:lnTo>
                  <a:lnTo>
                    <a:pt x="429" y="990"/>
                  </a:lnTo>
                  <a:lnTo>
                    <a:pt x="855" y="741"/>
                  </a:lnTo>
                  <a:lnTo>
                    <a:pt x="855" y="246"/>
                  </a:lnTo>
                  <a:lnTo>
                    <a:pt x="429"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7" name="Freeform 17"/>
            <p:cNvSpPr>
              <a:spLocks/>
            </p:cNvSpPr>
            <p:nvPr/>
          </p:nvSpPr>
          <p:spPr bwMode="auto">
            <a:xfrm>
              <a:off x="3673476" y="2436499"/>
              <a:ext cx="184150" cy="992188"/>
            </a:xfrm>
            <a:custGeom>
              <a:avLst/>
              <a:gdLst/>
              <a:ahLst/>
              <a:cxnLst>
                <a:cxn ang="0">
                  <a:pos x="0" y="0"/>
                </a:cxn>
                <a:cxn ang="0">
                  <a:pos x="5" y="625"/>
                </a:cxn>
                <a:cxn ang="0">
                  <a:pos x="116" y="561"/>
                </a:cxn>
                <a:cxn ang="0">
                  <a:pos x="116" y="66"/>
                </a:cxn>
                <a:cxn ang="0">
                  <a:pos x="0" y="0"/>
                </a:cxn>
              </a:cxnLst>
              <a:rect l="0" t="0" r="r" b="b"/>
              <a:pathLst>
                <a:path w="116" h="625">
                  <a:moveTo>
                    <a:pt x="0" y="0"/>
                  </a:moveTo>
                  <a:lnTo>
                    <a:pt x="5" y="625"/>
                  </a:lnTo>
                  <a:lnTo>
                    <a:pt x="116" y="561"/>
                  </a:lnTo>
                  <a:lnTo>
                    <a:pt x="116" y="66"/>
                  </a:lnTo>
                  <a:lnTo>
                    <a:pt x="0" y="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Freeform 152"/>
          <p:cNvSpPr>
            <a:spLocks noEditPoints="1"/>
          </p:cNvSpPr>
          <p:nvPr/>
        </p:nvSpPr>
        <p:spPr bwMode="auto">
          <a:xfrm>
            <a:off x="3593307" y="1430352"/>
            <a:ext cx="528638" cy="488533"/>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18"/>
          <p:cNvSpPr>
            <a:spLocks noEditPoints="1"/>
          </p:cNvSpPr>
          <p:nvPr/>
        </p:nvSpPr>
        <p:spPr bwMode="auto">
          <a:xfrm>
            <a:off x="5053927" y="1439740"/>
            <a:ext cx="471248" cy="458597"/>
          </a:xfrm>
          <a:custGeom>
            <a:avLst/>
            <a:gdLst/>
            <a:ahLst/>
            <a:cxnLst>
              <a:cxn ang="0">
                <a:pos x="53" y="58"/>
              </a:cxn>
              <a:cxn ang="0">
                <a:pos x="31" y="67"/>
              </a:cxn>
              <a:cxn ang="0">
                <a:pos x="0" y="36"/>
              </a:cxn>
              <a:cxn ang="0">
                <a:pos x="31" y="5"/>
              </a:cxn>
              <a:cxn ang="0">
                <a:pos x="31" y="36"/>
              </a:cxn>
              <a:cxn ang="0">
                <a:pos x="53" y="58"/>
              </a:cxn>
              <a:cxn ang="0">
                <a:pos x="36" y="31"/>
              </a:cxn>
              <a:cxn ang="0">
                <a:pos x="36" y="0"/>
              </a:cxn>
              <a:cxn ang="0">
                <a:pos x="67" y="31"/>
              </a:cxn>
              <a:cxn ang="0">
                <a:pos x="36" y="31"/>
              </a:cxn>
              <a:cxn ang="0">
                <a:pos x="69" y="36"/>
              </a:cxn>
              <a:cxn ang="0">
                <a:pos x="60" y="58"/>
              </a:cxn>
              <a:cxn ang="0">
                <a:pos x="38" y="36"/>
              </a:cxn>
              <a:cxn ang="0">
                <a:pos x="69" y="36"/>
              </a:cxn>
            </a:cxnLst>
            <a:rect l="0" t="0" r="r" b="b"/>
            <a:pathLst>
              <a:path w="69" h="67">
                <a:moveTo>
                  <a:pt x="53" y="58"/>
                </a:moveTo>
                <a:cubicBezTo>
                  <a:pt x="47" y="64"/>
                  <a:pt x="39" y="67"/>
                  <a:pt x="31" y="67"/>
                </a:cubicBezTo>
                <a:cubicBezTo>
                  <a:pt x="14" y="67"/>
                  <a:pt x="0" y="53"/>
                  <a:pt x="0" y="36"/>
                </a:cubicBezTo>
                <a:cubicBezTo>
                  <a:pt x="0" y="19"/>
                  <a:pt x="14" y="5"/>
                  <a:pt x="31" y="5"/>
                </a:cubicBezTo>
                <a:cubicBezTo>
                  <a:pt x="31" y="36"/>
                  <a:pt x="31" y="36"/>
                  <a:pt x="31" y="36"/>
                </a:cubicBezTo>
                <a:lnTo>
                  <a:pt x="53" y="58"/>
                </a:lnTo>
                <a:close/>
                <a:moveTo>
                  <a:pt x="36" y="31"/>
                </a:moveTo>
                <a:cubicBezTo>
                  <a:pt x="36" y="0"/>
                  <a:pt x="36" y="0"/>
                  <a:pt x="36" y="0"/>
                </a:cubicBezTo>
                <a:cubicBezTo>
                  <a:pt x="53" y="0"/>
                  <a:pt x="67" y="14"/>
                  <a:pt x="67" y="31"/>
                </a:cubicBezTo>
                <a:lnTo>
                  <a:pt x="36" y="31"/>
                </a:lnTo>
                <a:close/>
                <a:moveTo>
                  <a:pt x="69" y="36"/>
                </a:moveTo>
                <a:cubicBezTo>
                  <a:pt x="69" y="45"/>
                  <a:pt x="66" y="53"/>
                  <a:pt x="60" y="58"/>
                </a:cubicBezTo>
                <a:cubicBezTo>
                  <a:pt x="38" y="36"/>
                  <a:pt x="38" y="36"/>
                  <a:pt x="38" y="36"/>
                </a:cubicBezTo>
                <a:lnTo>
                  <a:pt x="69"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64"/>
          <p:cNvSpPr>
            <a:spLocks noEditPoints="1"/>
          </p:cNvSpPr>
          <p:nvPr/>
        </p:nvSpPr>
        <p:spPr bwMode="auto">
          <a:xfrm>
            <a:off x="5829289" y="2612673"/>
            <a:ext cx="432821" cy="651660"/>
          </a:xfrm>
          <a:custGeom>
            <a:avLst/>
            <a:gdLst/>
            <a:ahLst/>
            <a:cxnLst>
              <a:cxn ang="0">
                <a:pos x="37" y="20"/>
              </a:cxn>
              <a:cxn ang="0">
                <a:pos x="20" y="40"/>
              </a:cxn>
              <a:cxn ang="0">
                <a:pos x="11" y="47"/>
              </a:cxn>
              <a:cxn ang="0">
                <a:pos x="11" y="48"/>
              </a:cxn>
              <a:cxn ang="0">
                <a:pos x="15" y="54"/>
              </a:cxn>
              <a:cxn ang="0">
                <a:pos x="7" y="62"/>
              </a:cxn>
              <a:cxn ang="0">
                <a:pos x="0" y="54"/>
              </a:cxn>
              <a:cxn ang="0">
                <a:pos x="4" y="48"/>
              </a:cxn>
              <a:cxn ang="0">
                <a:pos x="4" y="15"/>
              </a:cxn>
              <a:cxn ang="0">
                <a:pos x="0" y="8"/>
              </a:cxn>
              <a:cxn ang="0">
                <a:pos x="7" y="0"/>
              </a:cxn>
              <a:cxn ang="0">
                <a:pos x="15" y="8"/>
              </a:cxn>
              <a:cxn ang="0">
                <a:pos x="11" y="15"/>
              </a:cxn>
              <a:cxn ang="0">
                <a:pos x="11" y="35"/>
              </a:cxn>
              <a:cxn ang="0">
                <a:pos x="18" y="33"/>
              </a:cxn>
              <a:cxn ang="0">
                <a:pos x="29" y="20"/>
              </a:cxn>
              <a:cxn ang="0">
                <a:pos x="25" y="13"/>
              </a:cxn>
              <a:cxn ang="0">
                <a:pos x="33" y="6"/>
              </a:cxn>
              <a:cxn ang="0">
                <a:pos x="41" y="13"/>
              </a:cxn>
              <a:cxn ang="0">
                <a:pos x="37" y="20"/>
              </a:cxn>
              <a:cxn ang="0">
                <a:pos x="7" y="4"/>
              </a:cxn>
              <a:cxn ang="0">
                <a:pos x="4" y="8"/>
              </a:cxn>
              <a:cxn ang="0">
                <a:pos x="7" y="12"/>
              </a:cxn>
              <a:cxn ang="0">
                <a:pos x="11" y="8"/>
              </a:cxn>
              <a:cxn ang="0">
                <a:pos x="7" y="4"/>
              </a:cxn>
              <a:cxn ang="0">
                <a:pos x="7" y="51"/>
              </a:cxn>
              <a:cxn ang="0">
                <a:pos x="4" y="54"/>
              </a:cxn>
              <a:cxn ang="0">
                <a:pos x="7" y="58"/>
              </a:cxn>
              <a:cxn ang="0">
                <a:pos x="11" y="54"/>
              </a:cxn>
              <a:cxn ang="0">
                <a:pos x="7" y="51"/>
              </a:cxn>
              <a:cxn ang="0">
                <a:pos x="33" y="9"/>
              </a:cxn>
              <a:cxn ang="0">
                <a:pos x="29" y="13"/>
              </a:cxn>
              <a:cxn ang="0">
                <a:pos x="33" y="17"/>
              </a:cxn>
              <a:cxn ang="0">
                <a:pos x="37" y="13"/>
              </a:cxn>
              <a:cxn ang="0">
                <a:pos x="33" y="9"/>
              </a:cxn>
            </a:cxnLst>
            <a:rect l="0" t="0" r="r" b="b"/>
            <a:pathLst>
              <a:path w="41" h="62">
                <a:moveTo>
                  <a:pt x="37" y="20"/>
                </a:moveTo>
                <a:cubicBezTo>
                  <a:pt x="37" y="34"/>
                  <a:pt x="27" y="38"/>
                  <a:pt x="20" y="40"/>
                </a:cubicBezTo>
                <a:cubicBezTo>
                  <a:pt x="13" y="42"/>
                  <a:pt x="11" y="43"/>
                  <a:pt x="11" y="47"/>
                </a:cubicBezTo>
                <a:cubicBezTo>
                  <a:pt x="11" y="48"/>
                  <a:pt x="11" y="48"/>
                  <a:pt x="11" y="48"/>
                </a:cubicBezTo>
                <a:cubicBezTo>
                  <a:pt x="14" y="49"/>
                  <a:pt x="15" y="52"/>
                  <a:pt x="15" y="54"/>
                </a:cubicBezTo>
                <a:cubicBezTo>
                  <a:pt x="15" y="59"/>
                  <a:pt x="12" y="62"/>
                  <a:pt x="7" y="62"/>
                </a:cubicBezTo>
                <a:cubicBezTo>
                  <a:pt x="3" y="62"/>
                  <a:pt x="0" y="59"/>
                  <a:pt x="0" y="54"/>
                </a:cubicBezTo>
                <a:cubicBezTo>
                  <a:pt x="0" y="52"/>
                  <a:pt x="1" y="49"/>
                  <a:pt x="4" y="48"/>
                </a:cubicBezTo>
                <a:cubicBezTo>
                  <a:pt x="4" y="15"/>
                  <a:pt x="4" y="15"/>
                  <a:pt x="4" y="15"/>
                </a:cubicBezTo>
                <a:cubicBezTo>
                  <a:pt x="1" y="14"/>
                  <a:pt x="0" y="11"/>
                  <a:pt x="0" y="8"/>
                </a:cubicBezTo>
                <a:cubicBezTo>
                  <a:pt x="0" y="4"/>
                  <a:pt x="3" y="0"/>
                  <a:pt x="7" y="0"/>
                </a:cubicBezTo>
                <a:cubicBezTo>
                  <a:pt x="12" y="0"/>
                  <a:pt x="15" y="4"/>
                  <a:pt x="15" y="8"/>
                </a:cubicBezTo>
                <a:cubicBezTo>
                  <a:pt x="15" y="11"/>
                  <a:pt x="14" y="14"/>
                  <a:pt x="11" y="15"/>
                </a:cubicBezTo>
                <a:cubicBezTo>
                  <a:pt x="11" y="35"/>
                  <a:pt x="11" y="35"/>
                  <a:pt x="11" y="35"/>
                </a:cubicBezTo>
                <a:cubicBezTo>
                  <a:pt x="13" y="34"/>
                  <a:pt x="16" y="33"/>
                  <a:pt x="18" y="33"/>
                </a:cubicBezTo>
                <a:cubicBezTo>
                  <a:pt x="25" y="30"/>
                  <a:pt x="29" y="28"/>
                  <a:pt x="29" y="20"/>
                </a:cubicBezTo>
                <a:cubicBezTo>
                  <a:pt x="27" y="19"/>
                  <a:pt x="25" y="16"/>
                  <a:pt x="25" y="13"/>
                </a:cubicBezTo>
                <a:cubicBezTo>
                  <a:pt x="25" y="9"/>
                  <a:pt x="29" y="6"/>
                  <a:pt x="33" y="6"/>
                </a:cubicBezTo>
                <a:cubicBezTo>
                  <a:pt x="37" y="6"/>
                  <a:pt x="41" y="9"/>
                  <a:pt x="41" y="13"/>
                </a:cubicBezTo>
                <a:cubicBezTo>
                  <a:pt x="41" y="16"/>
                  <a:pt x="39" y="19"/>
                  <a:pt x="37" y="20"/>
                </a:cubicBezTo>
                <a:close/>
                <a:moveTo>
                  <a:pt x="7" y="4"/>
                </a:moveTo>
                <a:cubicBezTo>
                  <a:pt x="5" y="4"/>
                  <a:pt x="4" y="6"/>
                  <a:pt x="4" y="8"/>
                </a:cubicBezTo>
                <a:cubicBezTo>
                  <a:pt x="4" y="10"/>
                  <a:pt x="5" y="12"/>
                  <a:pt x="7" y="12"/>
                </a:cubicBezTo>
                <a:cubicBezTo>
                  <a:pt x="10" y="12"/>
                  <a:pt x="11" y="10"/>
                  <a:pt x="11" y="8"/>
                </a:cubicBezTo>
                <a:cubicBezTo>
                  <a:pt x="11" y="6"/>
                  <a:pt x="10" y="4"/>
                  <a:pt x="7" y="4"/>
                </a:cubicBezTo>
                <a:close/>
                <a:moveTo>
                  <a:pt x="7" y="51"/>
                </a:moveTo>
                <a:cubicBezTo>
                  <a:pt x="5" y="51"/>
                  <a:pt x="4" y="52"/>
                  <a:pt x="4" y="54"/>
                </a:cubicBezTo>
                <a:cubicBezTo>
                  <a:pt x="4" y="57"/>
                  <a:pt x="5" y="58"/>
                  <a:pt x="7" y="58"/>
                </a:cubicBezTo>
                <a:cubicBezTo>
                  <a:pt x="10" y="58"/>
                  <a:pt x="11" y="57"/>
                  <a:pt x="11" y="54"/>
                </a:cubicBezTo>
                <a:cubicBezTo>
                  <a:pt x="11" y="52"/>
                  <a:pt x="10" y="51"/>
                  <a:pt x="7" y="51"/>
                </a:cubicBezTo>
                <a:close/>
                <a:moveTo>
                  <a:pt x="33" y="9"/>
                </a:moveTo>
                <a:cubicBezTo>
                  <a:pt x="31" y="9"/>
                  <a:pt x="29" y="11"/>
                  <a:pt x="29" y="13"/>
                </a:cubicBezTo>
                <a:cubicBezTo>
                  <a:pt x="29" y="15"/>
                  <a:pt x="31" y="17"/>
                  <a:pt x="33" y="17"/>
                </a:cubicBezTo>
                <a:cubicBezTo>
                  <a:pt x="35" y="17"/>
                  <a:pt x="37" y="15"/>
                  <a:pt x="37" y="13"/>
                </a:cubicBezTo>
                <a:cubicBezTo>
                  <a:pt x="37" y="11"/>
                  <a:pt x="35" y="9"/>
                  <a:pt x="33"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23"/>
          <p:cNvSpPr>
            <a:spLocks noEditPoints="1"/>
          </p:cNvSpPr>
          <p:nvPr/>
        </p:nvSpPr>
        <p:spPr bwMode="auto">
          <a:xfrm>
            <a:off x="5029875" y="3916050"/>
            <a:ext cx="520700" cy="520700"/>
          </a:xfrm>
          <a:custGeom>
            <a:avLst/>
            <a:gdLst/>
            <a:ahLst/>
            <a:cxnLst>
              <a:cxn ang="0">
                <a:pos x="31" y="62"/>
              </a:cxn>
              <a:cxn ang="0">
                <a:pos x="0" y="31"/>
              </a:cxn>
              <a:cxn ang="0">
                <a:pos x="31" y="0"/>
              </a:cxn>
              <a:cxn ang="0">
                <a:pos x="62" y="31"/>
              </a:cxn>
              <a:cxn ang="0">
                <a:pos x="31" y="62"/>
              </a:cxn>
              <a:cxn ang="0">
                <a:pos x="32" y="11"/>
              </a:cxn>
              <a:cxn ang="0">
                <a:pos x="17" y="19"/>
              </a:cxn>
              <a:cxn ang="0">
                <a:pos x="18" y="21"/>
              </a:cxn>
              <a:cxn ang="0">
                <a:pos x="23" y="25"/>
              </a:cxn>
              <a:cxn ang="0">
                <a:pos x="24" y="25"/>
              </a:cxn>
              <a:cxn ang="0">
                <a:pos x="25" y="25"/>
              </a:cxn>
              <a:cxn ang="0">
                <a:pos x="28" y="21"/>
              </a:cxn>
              <a:cxn ang="0">
                <a:pos x="32" y="20"/>
              </a:cxn>
              <a:cxn ang="0">
                <a:pos x="36" y="24"/>
              </a:cxn>
              <a:cxn ang="0">
                <a:pos x="33" y="28"/>
              </a:cxn>
              <a:cxn ang="0">
                <a:pos x="26" y="36"/>
              </a:cxn>
              <a:cxn ang="0">
                <a:pos x="26" y="38"/>
              </a:cxn>
              <a:cxn ang="0">
                <a:pos x="27" y="39"/>
              </a:cxn>
              <a:cxn ang="0">
                <a:pos x="35" y="39"/>
              </a:cxn>
              <a:cxn ang="0">
                <a:pos x="36" y="38"/>
              </a:cxn>
              <a:cxn ang="0">
                <a:pos x="40" y="34"/>
              </a:cxn>
              <a:cxn ang="0">
                <a:pos x="47" y="24"/>
              </a:cxn>
              <a:cxn ang="0">
                <a:pos x="32" y="11"/>
              </a:cxn>
              <a:cxn ang="0">
                <a:pos x="36" y="43"/>
              </a:cxn>
              <a:cxn ang="0">
                <a:pos x="35" y="42"/>
              </a:cxn>
              <a:cxn ang="0">
                <a:pos x="27" y="42"/>
              </a:cxn>
              <a:cxn ang="0">
                <a:pos x="26" y="43"/>
              </a:cxn>
              <a:cxn ang="0">
                <a:pos x="26" y="51"/>
              </a:cxn>
              <a:cxn ang="0">
                <a:pos x="27" y="52"/>
              </a:cxn>
              <a:cxn ang="0">
                <a:pos x="35" y="52"/>
              </a:cxn>
              <a:cxn ang="0">
                <a:pos x="36" y="51"/>
              </a:cxn>
              <a:cxn ang="0">
                <a:pos x="36" y="43"/>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32" y="11"/>
                </a:moveTo>
                <a:cubicBezTo>
                  <a:pt x="26" y="11"/>
                  <a:pt x="21" y="14"/>
                  <a:pt x="17" y="19"/>
                </a:cubicBezTo>
                <a:cubicBezTo>
                  <a:pt x="17" y="20"/>
                  <a:pt x="17" y="21"/>
                  <a:pt x="18" y="21"/>
                </a:cubicBezTo>
                <a:cubicBezTo>
                  <a:pt x="23" y="25"/>
                  <a:pt x="23" y="25"/>
                  <a:pt x="23" y="25"/>
                </a:cubicBezTo>
                <a:cubicBezTo>
                  <a:pt x="23" y="25"/>
                  <a:pt x="23" y="25"/>
                  <a:pt x="24" y="25"/>
                </a:cubicBezTo>
                <a:cubicBezTo>
                  <a:pt x="24" y="25"/>
                  <a:pt x="24" y="25"/>
                  <a:pt x="25" y="25"/>
                </a:cubicBezTo>
                <a:cubicBezTo>
                  <a:pt x="27" y="22"/>
                  <a:pt x="27" y="22"/>
                  <a:pt x="28" y="21"/>
                </a:cubicBezTo>
                <a:cubicBezTo>
                  <a:pt x="29" y="21"/>
                  <a:pt x="30" y="20"/>
                  <a:pt x="32" y="20"/>
                </a:cubicBezTo>
                <a:cubicBezTo>
                  <a:pt x="34" y="20"/>
                  <a:pt x="36" y="22"/>
                  <a:pt x="36" y="24"/>
                </a:cubicBezTo>
                <a:cubicBezTo>
                  <a:pt x="36" y="26"/>
                  <a:pt x="35" y="27"/>
                  <a:pt x="33" y="28"/>
                </a:cubicBezTo>
                <a:cubicBezTo>
                  <a:pt x="30" y="29"/>
                  <a:pt x="26" y="32"/>
                  <a:pt x="26" y="36"/>
                </a:cubicBezTo>
                <a:cubicBezTo>
                  <a:pt x="26" y="38"/>
                  <a:pt x="26" y="38"/>
                  <a:pt x="26" y="38"/>
                </a:cubicBezTo>
                <a:cubicBezTo>
                  <a:pt x="26" y="38"/>
                  <a:pt x="27" y="39"/>
                  <a:pt x="27" y="39"/>
                </a:cubicBezTo>
                <a:cubicBezTo>
                  <a:pt x="35" y="39"/>
                  <a:pt x="35" y="39"/>
                  <a:pt x="35" y="39"/>
                </a:cubicBezTo>
                <a:cubicBezTo>
                  <a:pt x="36" y="39"/>
                  <a:pt x="36" y="38"/>
                  <a:pt x="36" y="38"/>
                </a:cubicBezTo>
                <a:cubicBezTo>
                  <a:pt x="36" y="37"/>
                  <a:pt x="38" y="35"/>
                  <a:pt x="40" y="34"/>
                </a:cubicBezTo>
                <a:cubicBezTo>
                  <a:pt x="43" y="32"/>
                  <a:pt x="47" y="30"/>
                  <a:pt x="47" y="24"/>
                </a:cubicBezTo>
                <a:cubicBezTo>
                  <a:pt x="47" y="16"/>
                  <a:pt x="39" y="11"/>
                  <a:pt x="32" y="11"/>
                </a:cubicBezTo>
                <a:close/>
                <a:moveTo>
                  <a:pt x="36" y="43"/>
                </a:moveTo>
                <a:cubicBezTo>
                  <a:pt x="36" y="42"/>
                  <a:pt x="36" y="42"/>
                  <a:pt x="35" y="42"/>
                </a:cubicBezTo>
                <a:cubicBezTo>
                  <a:pt x="27" y="42"/>
                  <a:pt x="27" y="42"/>
                  <a:pt x="27" y="42"/>
                </a:cubicBezTo>
                <a:cubicBezTo>
                  <a:pt x="27" y="42"/>
                  <a:pt x="26" y="42"/>
                  <a:pt x="26" y="43"/>
                </a:cubicBezTo>
                <a:cubicBezTo>
                  <a:pt x="26" y="51"/>
                  <a:pt x="26" y="51"/>
                  <a:pt x="26" y="51"/>
                </a:cubicBezTo>
                <a:cubicBezTo>
                  <a:pt x="26" y="51"/>
                  <a:pt x="27" y="52"/>
                  <a:pt x="27" y="52"/>
                </a:cubicBezTo>
                <a:cubicBezTo>
                  <a:pt x="35" y="52"/>
                  <a:pt x="35" y="52"/>
                  <a:pt x="35" y="52"/>
                </a:cubicBezTo>
                <a:cubicBezTo>
                  <a:pt x="36" y="52"/>
                  <a:pt x="36" y="51"/>
                  <a:pt x="36" y="51"/>
                </a:cubicBezTo>
                <a:lnTo>
                  <a:pt x="36" y="4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57"/>
          <p:cNvSpPr>
            <a:spLocks noEditPoints="1"/>
          </p:cNvSpPr>
          <p:nvPr/>
        </p:nvSpPr>
        <p:spPr bwMode="auto">
          <a:xfrm>
            <a:off x="3652317" y="3987398"/>
            <a:ext cx="458827" cy="406762"/>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91"/>
          <p:cNvSpPr>
            <a:spLocks noEditPoints="1"/>
          </p:cNvSpPr>
          <p:nvPr/>
        </p:nvSpPr>
        <p:spPr bwMode="auto">
          <a:xfrm>
            <a:off x="2887138" y="2669202"/>
            <a:ext cx="493712" cy="493712"/>
          </a:xfrm>
          <a:custGeom>
            <a:avLst/>
            <a:gdLst/>
            <a:ahLst/>
            <a:cxnLst>
              <a:cxn ang="0">
                <a:pos x="0" y="31"/>
              </a:cxn>
              <a:cxn ang="0">
                <a:pos x="41" y="22"/>
              </a:cxn>
              <a:cxn ang="0">
                <a:pos x="45" y="20"/>
              </a:cxn>
              <a:cxn ang="0">
                <a:pos x="49" y="19"/>
              </a:cxn>
              <a:cxn ang="0">
                <a:pos x="48" y="17"/>
              </a:cxn>
              <a:cxn ang="0">
                <a:pos x="45" y="15"/>
              </a:cxn>
              <a:cxn ang="0">
                <a:pos x="43" y="15"/>
              </a:cxn>
              <a:cxn ang="0">
                <a:pos x="42" y="14"/>
              </a:cxn>
              <a:cxn ang="0">
                <a:pos x="38" y="12"/>
              </a:cxn>
              <a:cxn ang="0">
                <a:pos x="38" y="16"/>
              </a:cxn>
              <a:cxn ang="0">
                <a:pos x="37" y="19"/>
              </a:cxn>
              <a:cxn ang="0">
                <a:pos x="33" y="17"/>
              </a:cxn>
              <a:cxn ang="0">
                <a:pos x="29" y="15"/>
              </a:cxn>
              <a:cxn ang="0">
                <a:pos x="30" y="11"/>
              </a:cxn>
              <a:cxn ang="0">
                <a:pos x="35" y="10"/>
              </a:cxn>
              <a:cxn ang="0">
                <a:pos x="34" y="8"/>
              </a:cxn>
              <a:cxn ang="0">
                <a:pos x="31" y="9"/>
              </a:cxn>
              <a:cxn ang="0">
                <a:pos x="27" y="6"/>
              </a:cxn>
              <a:cxn ang="0">
                <a:pos x="28" y="9"/>
              </a:cxn>
              <a:cxn ang="0">
                <a:pos x="26" y="9"/>
              </a:cxn>
              <a:cxn ang="0">
                <a:pos x="23" y="7"/>
              </a:cxn>
              <a:cxn ang="0">
                <a:pos x="21" y="8"/>
              </a:cxn>
              <a:cxn ang="0">
                <a:pos x="23" y="9"/>
              </a:cxn>
              <a:cxn ang="0">
                <a:pos x="22" y="10"/>
              </a:cxn>
              <a:cxn ang="0">
                <a:pos x="10" y="18"/>
              </a:cxn>
              <a:cxn ang="0">
                <a:pos x="11" y="19"/>
              </a:cxn>
              <a:cxn ang="0">
                <a:pos x="13" y="22"/>
              </a:cxn>
              <a:cxn ang="0">
                <a:pos x="12" y="26"/>
              </a:cxn>
              <a:cxn ang="0">
                <a:pos x="15" y="30"/>
              </a:cxn>
              <a:cxn ang="0">
                <a:pos x="18" y="35"/>
              </a:cxn>
              <a:cxn ang="0">
                <a:pos x="19" y="37"/>
              </a:cxn>
              <a:cxn ang="0">
                <a:pos x="17" y="32"/>
              </a:cxn>
              <a:cxn ang="0">
                <a:pos x="21" y="37"/>
              </a:cxn>
              <a:cxn ang="0">
                <a:pos x="25" y="41"/>
              </a:cxn>
              <a:cxn ang="0">
                <a:pos x="30" y="44"/>
              </a:cxn>
              <a:cxn ang="0">
                <a:pos x="35" y="47"/>
              </a:cxn>
              <a:cxn ang="0">
                <a:pos x="36" y="47"/>
              </a:cxn>
              <a:cxn ang="0">
                <a:pos x="34" y="43"/>
              </a:cxn>
              <a:cxn ang="0">
                <a:pos x="32" y="42"/>
              </a:cxn>
              <a:cxn ang="0">
                <a:pos x="32" y="39"/>
              </a:cxn>
              <a:cxn ang="0">
                <a:pos x="28" y="41"/>
              </a:cxn>
              <a:cxn ang="0">
                <a:pos x="27" y="34"/>
              </a:cxn>
              <a:cxn ang="0">
                <a:pos x="30" y="34"/>
              </a:cxn>
              <a:cxn ang="0">
                <a:pos x="32" y="33"/>
              </a:cxn>
              <a:cxn ang="0">
                <a:pos x="35" y="34"/>
              </a:cxn>
              <a:cxn ang="0">
                <a:pos x="36" y="33"/>
              </a:cxn>
              <a:cxn ang="0">
                <a:pos x="38" y="29"/>
              </a:cxn>
              <a:cxn ang="0">
                <a:pos x="38" y="28"/>
              </a:cxn>
              <a:cxn ang="0">
                <a:pos x="41" y="26"/>
              </a:cxn>
              <a:cxn ang="0">
                <a:pos x="43" y="23"/>
              </a:cxn>
              <a:cxn ang="0">
                <a:pos x="44" y="22"/>
              </a:cxn>
              <a:cxn ang="0">
                <a:pos x="41" y="22"/>
              </a:cxn>
              <a:cxn ang="0">
                <a:pos x="48" y="48"/>
              </a:cxn>
              <a:cxn ang="0">
                <a:pos x="44" y="47"/>
              </a:cxn>
              <a:cxn ang="0">
                <a:pos x="41" y="47"/>
              </a:cxn>
              <a:cxn ang="0">
                <a:pos x="38" y="46"/>
              </a:cxn>
              <a:cxn ang="0">
                <a:pos x="37" y="50"/>
              </a:cxn>
              <a:cxn ang="0">
                <a:pos x="36" y="54"/>
              </a:cxn>
              <a:cxn ang="0">
                <a:pos x="50" y="49"/>
              </a:cxn>
            </a:cxnLst>
            <a:rect l="0" t="0" r="r" b="b"/>
            <a:pathLst>
              <a:path w="62" h="62">
                <a:moveTo>
                  <a:pt x="62" y="31"/>
                </a:moveTo>
                <a:cubicBezTo>
                  <a:pt x="62" y="48"/>
                  <a:pt x="48" y="62"/>
                  <a:pt x="31" y="62"/>
                </a:cubicBezTo>
                <a:cubicBezTo>
                  <a:pt x="14" y="62"/>
                  <a:pt x="0" y="48"/>
                  <a:pt x="0" y="31"/>
                </a:cubicBezTo>
                <a:cubicBezTo>
                  <a:pt x="0" y="14"/>
                  <a:pt x="14" y="0"/>
                  <a:pt x="31" y="0"/>
                </a:cubicBezTo>
                <a:cubicBezTo>
                  <a:pt x="48" y="0"/>
                  <a:pt x="62" y="14"/>
                  <a:pt x="62" y="31"/>
                </a:cubicBezTo>
                <a:close/>
                <a:moveTo>
                  <a:pt x="41" y="22"/>
                </a:moveTo>
                <a:cubicBezTo>
                  <a:pt x="42" y="22"/>
                  <a:pt x="42" y="21"/>
                  <a:pt x="42" y="21"/>
                </a:cubicBezTo>
                <a:cubicBezTo>
                  <a:pt x="42" y="21"/>
                  <a:pt x="42" y="21"/>
                  <a:pt x="43" y="21"/>
                </a:cubicBezTo>
                <a:cubicBezTo>
                  <a:pt x="43" y="20"/>
                  <a:pt x="44" y="20"/>
                  <a:pt x="45" y="20"/>
                </a:cubicBezTo>
                <a:cubicBezTo>
                  <a:pt x="46" y="20"/>
                  <a:pt x="46" y="20"/>
                  <a:pt x="47" y="21"/>
                </a:cubicBezTo>
                <a:cubicBezTo>
                  <a:pt x="47" y="20"/>
                  <a:pt x="48" y="20"/>
                  <a:pt x="48" y="20"/>
                </a:cubicBezTo>
                <a:cubicBezTo>
                  <a:pt x="48" y="19"/>
                  <a:pt x="49" y="19"/>
                  <a:pt x="49" y="19"/>
                </a:cubicBezTo>
                <a:cubicBezTo>
                  <a:pt x="49" y="19"/>
                  <a:pt x="49" y="18"/>
                  <a:pt x="49" y="18"/>
                </a:cubicBezTo>
                <a:cubicBezTo>
                  <a:pt x="49" y="18"/>
                  <a:pt x="48" y="18"/>
                  <a:pt x="48" y="17"/>
                </a:cubicBezTo>
                <a:cubicBezTo>
                  <a:pt x="48" y="17"/>
                  <a:pt x="48" y="17"/>
                  <a:pt x="48" y="17"/>
                </a:cubicBezTo>
                <a:cubicBezTo>
                  <a:pt x="48" y="17"/>
                  <a:pt x="47" y="17"/>
                  <a:pt x="47" y="17"/>
                </a:cubicBezTo>
                <a:cubicBezTo>
                  <a:pt x="46" y="17"/>
                  <a:pt x="46" y="16"/>
                  <a:pt x="46" y="16"/>
                </a:cubicBezTo>
                <a:cubicBezTo>
                  <a:pt x="46" y="15"/>
                  <a:pt x="45" y="15"/>
                  <a:pt x="45" y="15"/>
                </a:cubicBezTo>
                <a:cubicBezTo>
                  <a:pt x="45" y="15"/>
                  <a:pt x="45" y="14"/>
                  <a:pt x="45" y="14"/>
                </a:cubicBezTo>
                <a:cubicBezTo>
                  <a:pt x="44" y="14"/>
                  <a:pt x="44" y="15"/>
                  <a:pt x="44" y="15"/>
                </a:cubicBezTo>
                <a:cubicBezTo>
                  <a:pt x="43" y="15"/>
                  <a:pt x="43" y="15"/>
                  <a:pt x="43" y="15"/>
                </a:cubicBezTo>
                <a:cubicBezTo>
                  <a:pt x="43" y="15"/>
                  <a:pt x="43" y="15"/>
                  <a:pt x="42" y="15"/>
                </a:cubicBezTo>
                <a:cubicBezTo>
                  <a:pt x="43" y="15"/>
                  <a:pt x="42" y="15"/>
                  <a:pt x="42" y="15"/>
                </a:cubicBezTo>
                <a:cubicBezTo>
                  <a:pt x="42" y="14"/>
                  <a:pt x="42" y="14"/>
                  <a:pt x="42" y="14"/>
                </a:cubicBezTo>
                <a:cubicBezTo>
                  <a:pt x="42" y="14"/>
                  <a:pt x="42" y="14"/>
                  <a:pt x="42" y="14"/>
                </a:cubicBezTo>
                <a:cubicBezTo>
                  <a:pt x="42" y="13"/>
                  <a:pt x="41" y="13"/>
                  <a:pt x="40" y="13"/>
                </a:cubicBezTo>
                <a:cubicBezTo>
                  <a:pt x="40" y="12"/>
                  <a:pt x="38" y="12"/>
                  <a:pt x="38" y="12"/>
                </a:cubicBezTo>
                <a:cubicBezTo>
                  <a:pt x="37" y="13"/>
                  <a:pt x="38" y="13"/>
                  <a:pt x="38" y="14"/>
                </a:cubicBezTo>
                <a:cubicBezTo>
                  <a:pt x="38" y="14"/>
                  <a:pt x="37" y="14"/>
                  <a:pt x="37" y="15"/>
                </a:cubicBezTo>
                <a:cubicBezTo>
                  <a:pt x="37" y="15"/>
                  <a:pt x="38" y="15"/>
                  <a:pt x="38" y="16"/>
                </a:cubicBezTo>
                <a:cubicBezTo>
                  <a:pt x="38" y="17"/>
                  <a:pt x="37" y="17"/>
                  <a:pt x="37" y="17"/>
                </a:cubicBezTo>
                <a:cubicBezTo>
                  <a:pt x="37" y="18"/>
                  <a:pt x="37" y="18"/>
                  <a:pt x="37" y="19"/>
                </a:cubicBezTo>
                <a:cubicBezTo>
                  <a:pt x="38" y="19"/>
                  <a:pt x="37" y="19"/>
                  <a:pt x="37" y="19"/>
                </a:cubicBezTo>
                <a:cubicBezTo>
                  <a:pt x="36" y="20"/>
                  <a:pt x="35" y="19"/>
                  <a:pt x="35" y="18"/>
                </a:cubicBezTo>
                <a:cubicBezTo>
                  <a:pt x="35" y="18"/>
                  <a:pt x="35" y="17"/>
                  <a:pt x="34" y="17"/>
                </a:cubicBezTo>
                <a:cubicBezTo>
                  <a:pt x="34" y="17"/>
                  <a:pt x="33" y="17"/>
                  <a:pt x="33" y="17"/>
                </a:cubicBezTo>
                <a:cubicBezTo>
                  <a:pt x="33" y="16"/>
                  <a:pt x="32" y="16"/>
                  <a:pt x="32" y="16"/>
                </a:cubicBezTo>
                <a:cubicBezTo>
                  <a:pt x="31" y="16"/>
                  <a:pt x="30" y="16"/>
                  <a:pt x="29" y="16"/>
                </a:cubicBezTo>
                <a:cubicBezTo>
                  <a:pt x="30" y="16"/>
                  <a:pt x="29" y="15"/>
                  <a:pt x="29" y="15"/>
                </a:cubicBezTo>
                <a:cubicBezTo>
                  <a:pt x="29" y="14"/>
                  <a:pt x="29" y="14"/>
                  <a:pt x="29" y="14"/>
                </a:cubicBezTo>
                <a:cubicBezTo>
                  <a:pt x="29" y="13"/>
                  <a:pt x="29" y="13"/>
                  <a:pt x="29" y="13"/>
                </a:cubicBezTo>
                <a:cubicBezTo>
                  <a:pt x="29" y="12"/>
                  <a:pt x="30" y="11"/>
                  <a:pt x="30" y="11"/>
                </a:cubicBezTo>
                <a:cubicBezTo>
                  <a:pt x="31" y="12"/>
                  <a:pt x="31" y="12"/>
                  <a:pt x="32" y="11"/>
                </a:cubicBezTo>
                <a:cubicBezTo>
                  <a:pt x="32" y="11"/>
                  <a:pt x="32" y="10"/>
                  <a:pt x="33" y="10"/>
                </a:cubicBezTo>
                <a:cubicBezTo>
                  <a:pt x="33" y="9"/>
                  <a:pt x="34" y="10"/>
                  <a:pt x="35" y="10"/>
                </a:cubicBezTo>
                <a:cubicBezTo>
                  <a:pt x="35" y="10"/>
                  <a:pt x="35" y="9"/>
                  <a:pt x="35" y="9"/>
                </a:cubicBezTo>
                <a:cubicBezTo>
                  <a:pt x="35" y="9"/>
                  <a:pt x="35" y="8"/>
                  <a:pt x="35" y="8"/>
                </a:cubicBezTo>
                <a:cubicBezTo>
                  <a:pt x="34" y="7"/>
                  <a:pt x="33" y="8"/>
                  <a:pt x="34" y="8"/>
                </a:cubicBezTo>
                <a:cubicBezTo>
                  <a:pt x="34" y="8"/>
                  <a:pt x="33" y="10"/>
                  <a:pt x="32" y="9"/>
                </a:cubicBezTo>
                <a:cubicBezTo>
                  <a:pt x="32" y="9"/>
                  <a:pt x="32" y="8"/>
                  <a:pt x="31" y="8"/>
                </a:cubicBezTo>
                <a:cubicBezTo>
                  <a:pt x="31" y="8"/>
                  <a:pt x="31" y="8"/>
                  <a:pt x="31" y="9"/>
                </a:cubicBezTo>
                <a:cubicBezTo>
                  <a:pt x="31" y="8"/>
                  <a:pt x="30" y="8"/>
                  <a:pt x="29" y="8"/>
                </a:cubicBezTo>
                <a:cubicBezTo>
                  <a:pt x="30" y="7"/>
                  <a:pt x="29" y="7"/>
                  <a:pt x="29" y="7"/>
                </a:cubicBezTo>
                <a:cubicBezTo>
                  <a:pt x="29" y="6"/>
                  <a:pt x="28" y="6"/>
                  <a:pt x="27" y="6"/>
                </a:cubicBezTo>
                <a:cubicBezTo>
                  <a:pt x="27" y="7"/>
                  <a:pt x="28" y="8"/>
                  <a:pt x="29" y="8"/>
                </a:cubicBezTo>
                <a:cubicBezTo>
                  <a:pt x="29" y="8"/>
                  <a:pt x="29" y="8"/>
                  <a:pt x="29" y="8"/>
                </a:cubicBezTo>
                <a:cubicBezTo>
                  <a:pt x="29" y="8"/>
                  <a:pt x="28" y="9"/>
                  <a:pt x="28" y="9"/>
                </a:cubicBezTo>
                <a:cubicBezTo>
                  <a:pt x="28" y="9"/>
                  <a:pt x="28" y="10"/>
                  <a:pt x="28" y="10"/>
                </a:cubicBezTo>
                <a:cubicBezTo>
                  <a:pt x="27" y="10"/>
                  <a:pt x="27" y="9"/>
                  <a:pt x="27" y="9"/>
                </a:cubicBezTo>
                <a:cubicBezTo>
                  <a:pt x="28" y="9"/>
                  <a:pt x="26" y="9"/>
                  <a:pt x="26" y="9"/>
                </a:cubicBezTo>
                <a:cubicBezTo>
                  <a:pt x="25" y="9"/>
                  <a:pt x="24" y="9"/>
                  <a:pt x="24" y="9"/>
                </a:cubicBezTo>
                <a:cubicBezTo>
                  <a:pt x="24" y="8"/>
                  <a:pt x="24" y="7"/>
                  <a:pt x="24" y="8"/>
                </a:cubicBezTo>
                <a:cubicBezTo>
                  <a:pt x="24" y="7"/>
                  <a:pt x="23" y="7"/>
                  <a:pt x="23" y="7"/>
                </a:cubicBezTo>
                <a:cubicBezTo>
                  <a:pt x="22" y="7"/>
                  <a:pt x="21" y="8"/>
                  <a:pt x="19" y="9"/>
                </a:cubicBezTo>
                <a:cubicBezTo>
                  <a:pt x="19" y="9"/>
                  <a:pt x="20" y="9"/>
                  <a:pt x="20" y="9"/>
                </a:cubicBezTo>
                <a:cubicBezTo>
                  <a:pt x="20" y="8"/>
                  <a:pt x="20" y="8"/>
                  <a:pt x="21" y="8"/>
                </a:cubicBezTo>
                <a:cubicBezTo>
                  <a:pt x="21" y="8"/>
                  <a:pt x="22" y="7"/>
                  <a:pt x="22" y="8"/>
                </a:cubicBezTo>
                <a:cubicBezTo>
                  <a:pt x="22" y="8"/>
                  <a:pt x="23" y="8"/>
                  <a:pt x="23" y="8"/>
                </a:cubicBezTo>
                <a:cubicBezTo>
                  <a:pt x="23" y="8"/>
                  <a:pt x="23" y="8"/>
                  <a:pt x="23" y="9"/>
                </a:cubicBezTo>
                <a:cubicBezTo>
                  <a:pt x="23" y="8"/>
                  <a:pt x="23" y="9"/>
                  <a:pt x="22" y="9"/>
                </a:cubicBezTo>
                <a:cubicBezTo>
                  <a:pt x="22" y="9"/>
                  <a:pt x="21" y="9"/>
                  <a:pt x="21" y="9"/>
                </a:cubicBezTo>
                <a:cubicBezTo>
                  <a:pt x="21" y="9"/>
                  <a:pt x="22" y="10"/>
                  <a:pt x="22" y="10"/>
                </a:cubicBezTo>
                <a:cubicBezTo>
                  <a:pt x="21" y="9"/>
                  <a:pt x="21" y="9"/>
                  <a:pt x="20" y="9"/>
                </a:cubicBezTo>
                <a:cubicBezTo>
                  <a:pt x="20" y="9"/>
                  <a:pt x="19" y="9"/>
                  <a:pt x="19" y="9"/>
                </a:cubicBezTo>
                <a:cubicBezTo>
                  <a:pt x="15" y="11"/>
                  <a:pt x="12" y="14"/>
                  <a:pt x="10" y="18"/>
                </a:cubicBezTo>
                <a:cubicBezTo>
                  <a:pt x="10" y="18"/>
                  <a:pt x="10" y="18"/>
                  <a:pt x="10" y="18"/>
                </a:cubicBezTo>
                <a:cubicBezTo>
                  <a:pt x="10" y="18"/>
                  <a:pt x="10" y="19"/>
                  <a:pt x="11" y="19"/>
                </a:cubicBezTo>
                <a:cubicBezTo>
                  <a:pt x="11" y="19"/>
                  <a:pt x="11" y="19"/>
                  <a:pt x="11" y="19"/>
                </a:cubicBezTo>
                <a:cubicBezTo>
                  <a:pt x="11" y="19"/>
                  <a:pt x="13" y="20"/>
                  <a:pt x="13" y="21"/>
                </a:cubicBezTo>
                <a:cubicBezTo>
                  <a:pt x="13" y="21"/>
                  <a:pt x="13" y="21"/>
                  <a:pt x="14" y="21"/>
                </a:cubicBezTo>
                <a:cubicBezTo>
                  <a:pt x="14" y="22"/>
                  <a:pt x="13" y="22"/>
                  <a:pt x="13" y="22"/>
                </a:cubicBezTo>
                <a:cubicBezTo>
                  <a:pt x="13" y="22"/>
                  <a:pt x="12" y="21"/>
                  <a:pt x="12" y="22"/>
                </a:cubicBezTo>
                <a:cubicBezTo>
                  <a:pt x="12" y="22"/>
                  <a:pt x="12" y="23"/>
                  <a:pt x="13" y="23"/>
                </a:cubicBezTo>
                <a:cubicBezTo>
                  <a:pt x="12" y="23"/>
                  <a:pt x="12" y="25"/>
                  <a:pt x="12" y="26"/>
                </a:cubicBezTo>
                <a:cubicBezTo>
                  <a:pt x="12" y="26"/>
                  <a:pt x="12" y="26"/>
                  <a:pt x="12" y="26"/>
                </a:cubicBezTo>
                <a:cubicBezTo>
                  <a:pt x="12" y="26"/>
                  <a:pt x="13" y="28"/>
                  <a:pt x="13" y="28"/>
                </a:cubicBezTo>
                <a:cubicBezTo>
                  <a:pt x="13" y="28"/>
                  <a:pt x="14" y="30"/>
                  <a:pt x="15" y="30"/>
                </a:cubicBezTo>
                <a:cubicBezTo>
                  <a:pt x="15" y="30"/>
                  <a:pt x="16" y="31"/>
                  <a:pt x="16" y="31"/>
                </a:cubicBezTo>
                <a:cubicBezTo>
                  <a:pt x="17" y="32"/>
                  <a:pt x="17" y="33"/>
                  <a:pt x="17" y="33"/>
                </a:cubicBezTo>
                <a:cubicBezTo>
                  <a:pt x="17" y="34"/>
                  <a:pt x="18" y="34"/>
                  <a:pt x="18" y="35"/>
                </a:cubicBezTo>
                <a:cubicBezTo>
                  <a:pt x="18" y="35"/>
                  <a:pt x="18" y="35"/>
                  <a:pt x="18" y="35"/>
                </a:cubicBezTo>
                <a:cubicBezTo>
                  <a:pt x="18" y="35"/>
                  <a:pt x="19" y="35"/>
                  <a:pt x="19" y="36"/>
                </a:cubicBezTo>
                <a:cubicBezTo>
                  <a:pt x="19" y="36"/>
                  <a:pt x="19" y="37"/>
                  <a:pt x="19" y="37"/>
                </a:cubicBezTo>
                <a:cubicBezTo>
                  <a:pt x="20" y="36"/>
                  <a:pt x="19" y="35"/>
                  <a:pt x="18" y="34"/>
                </a:cubicBezTo>
                <a:cubicBezTo>
                  <a:pt x="18" y="34"/>
                  <a:pt x="18" y="34"/>
                  <a:pt x="18" y="33"/>
                </a:cubicBezTo>
                <a:cubicBezTo>
                  <a:pt x="18" y="33"/>
                  <a:pt x="18" y="32"/>
                  <a:pt x="17" y="32"/>
                </a:cubicBezTo>
                <a:cubicBezTo>
                  <a:pt x="18" y="32"/>
                  <a:pt x="18" y="32"/>
                  <a:pt x="18" y="33"/>
                </a:cubicBezTo>
                <a:cubicBezTo>
                  <a:pt x="18" y="33"/>
                  <a:pt x="20" y="35"/>
                  <a:pt x="20" y="35"/>
                </a:cubicBezTo>
                <a:cubicBezTo>
                  <a:pt x="20" y="35"/>
                  <a:pt x="21" y="37"/>
                  <a:pt x="21" y="37"/>
                </a:cubicBezTo>
                <a:cubicBezTo>
                  <a:pt x="21" y="37"/>
                  <a:pt x="22" y="37"/>
                  <a:pt x="22" y="38"/>
                </a:cubicBezTo>
                <a:cubicBezTo>
                  <a:pt x="22" y="38"/>
                  <a:pt x="22" y="39"/>
                  <a:pt x="23" y="40"/>
                </a:cubicBezTo>
                <a:cubicBezTo>
                  <a:pt x="23" y="41"/>
                  <a:pt x="24" y="41"/>
                  <a:pt x="25" y="41"/>
                </a:cubicBezTo>
                <a:cubicBezTo>
                  <a:pt x="25" y="42"/>
                  <a:pt x="26" y="42"/>
                  <a:pt x="26" y="42"/>
                </a:cubicBezTo>
                <a:cubicBezTo>
                  <a:pt x="27" y="43"/>
                  <a:pt x="27" y="42"/>
                  <a:pt x="28" y="42"/>
                </a:cubicBezTo>
                <a:cubicBezTo>
                  <a:pt x="29" y="42"/>
                  <a:pt x="29" y="43"/>
                  <a:pt x="30" y="44"/>
                </a:cubicBezTo>
                <a:cubicBezTo>
                  <a:pt x="31" y="44"/>
                  <a:pt x="32" y="44"/>
                  <a:pt x="32" y="44"/>
                </a:cubicBezTo>
                <a:cubicBezTo>
                  <a:pt x="32" y="44"/>
                  <a:pt x="33" y="46"/>
                  <a:pt x="33" y="46"/>
                </a:cubicBezTo>
                <a:cubicBezTo>
                  <a:pt x="34" y="46"/>
                  <a:pt x="34" y="47"/>
                  <a:pt x="35" y="47"/>
                </a:cubicBezTo>
                <a:cubicBezTo>
                  <a:pt x="35" y="47"/>
                  <a:pt x="35" y="47"/>
                  <a:pt x="35" y="47"/>
                </a:cubicBezTo>
                <a:cubicBezTo>
                  <a:pt x="35" y="47"/>
                  <a:pt x="36" y="48"/>
                  <a:pt x="36" y="48"/>
                </a:cubicBezTo>
                <a:cubicBezTo>
                  <a:pt x="36" y="48"/>
                  <a:pt x="36" y="47"/>
                  <a:pt x="36" y="47"/>
                </a:cubicBezTo>
                <a:cubicBezTo>
                  <a:pt x="36" y="47"/>
                  <a:pt x="35" y="47"/>
                  <a:pt x="34" y="46"/>
                </a:cubicBezTo>
                <a:cubicBezTo>
                  <a:pt x="34" y="46"/>
                  <a:pt x="34" y="45"/>
                  <a:pt x="34" y="45"/>
                </a:cubicBezTo>
                <a:cubicBezTo>
                  <a:pt x="35" y="45"/>
                  <a:pt x="35" y="44"/>
                  <a:pt x="34" y="43"/>
                </a:cubicBezTo>
                <a:cubicBezTo>
                  <a:pt x="34" y="43"/>
                  <a:pt x="34" y="43"/>
                  <a:pt x="34" y="42"/>
                </a:cubicBezTo>
                <a:cubicBezTo>
                  <a:pt x="33" y="43"/>
                  <a:pt x="33" y="42"/>
                  <a:pt x="32" y="42"/>
                </a:cubicBezTo>
                <a:cubicBezTo>
                  <a:pt x="32" y="42"/>
                  <a:pt x="32" y="42"/>
                  <a:pt x="32" y="42"/>
                </a:cubicBezTo>
                <a:cubicBezTo>
                  <a:pt x="32" y="42"/>
                  <a:pt x="32" y="43"/>
                  <a:pt x="32" y="42"/>
                </a:cubicBezTo>
                <a:cubicBezTo>
                  <a:pt x="32" y="42"/>
                  <a:pt x="32" y="41"/>
                  <a:pt x="32" y="41"/>
                </a:cubicBezTo>
                <a:cubicBezTo>
                  <a:pt x="32" y="40"/>
                  <a:pt x="33" y="39"/>
                  <a:pt x="32" y="39"/>
                </a:cubicBezTo>
                <a:cubicBezTo>
                  <a:pt x="31" y="39"/>
                  <a:pt x="31" y="39"/>
                  <a:pt x="31" y="40"/>
                </a:cubicBezTo>
                <a:cubicBezTo>
                  <a:pt x="30" y="40"/>
                  <a:pt x="30" y="40"/>
                  <a:pt x="30" y="41"/>
                </a:cubicBezTo>
                <a:cubicBezTo>
                  <a:pt x="30" y="41"/>
                  <a:pt x="28" y="41"/>
                  <a:pt x="28" y="41"/>
                </a:cubicBezTo>
                <a:cubicBezTo>
                  <a:pt x="27" y="40"/>
                  <a:pt x="27" y="39"/>
                  <a:pt x="27" y="38"/>
                </a:cubicBezTo>
                <a:cubicBezTo>
                  <a:pt x="27" y="37"/>
                  <a:pt x="27" y="36"/>
                  <a:pt x="27" y="35"/>
                </a:cubicBezTo>
                <a:cubicBezTo>
                  <a:pt x="27" y="35"/>
                  <a:pt x="27" y="34"/>
                  <a:pt x="27" y="34"/>
                </a:cubicBezTo>
                <a:cubicBezTo>
                  <a:pt x="28" y="34"/>
                  <a:pt x="28" y="34"/>
                  <a:pt x="28" y="34"/>
                </a:cubicBezTo>
                <a:cubicBezTo>
                  <a:pt x="28" y="34"/>
                  <a:pt x="28" y="34"/>
                  <a:pt x="28" y="34"/>
                </a:cubicBezTo>
                <a:cubicBezTo>
                  <a:pt x="28" y="34"/>
                  <a:pt x="29" y="33"/>
                  <a:pt x="30" y="34"/>
                </a:cubicBezTo>
                <a:cubicBezTo>
                  <a:pt x="30" y="34"/>
                  <a:pt x="31" y="34"/>
                  <a:pt x="31" y="33"/>
                </a:cubicBezTo>
                <a:cubicBezTo>
                  <a:pt x="31" y="33"/>
                  <a:pt x="31" y="33"/>
                  <a:pt x="31" y="33"/>
                </a:cubicBezTo>
                <a:cubicBezTo>
                  <a:pt x="31" y="33"/>
                  <a:pt x="31" y="33"/>
                  <a:pt x="32" y="33"/>
                </a:cubicBezTo>
                <a:cubicBezTo>
                  <a:pt x="32" y="33"/>
                  <a:pt x="33" y="33"/>
                  <a:pt x="33" y="33"/>
                </a:cubicBezTo>
                <a:cubicBezTo>
                  <a:pt x="34" y="34"/>
                  <a:pt x="34" y="34"/>
                  <a:pt x="34" y="33"/>
                </a:cubicBezTo>
                <a:cubicBezTo>
                  <a:pt x="35" y="34"/>
                  <a:pt x="35" y="34"/>
                  <a:pt x="35" y="34"/>
                </a:cubicBezTo>
                <a:cubicBezTo>
                  <a:pt x="35" y="35"/>
                  <a:pt x="35" y="36"/>
                  <a:pt x="36" y="36"/>
                </a:cubicBezTo>
                <a:cubicBezTo>
                  <a:pt x="36" y="37"/>
                  <a:pt x="36" y="35"/>
                  <a:pt x="36" y="35"/>
                </a:cubicBezTo>
                <a:cubicBezTo>
                  <a:pt x="36" y="35"/>
                  <a:pt x="36" y="33"/>
                  <a:pt x="36" y="33"/>
                </a:cubicBezTo>
                <a:cubicBezTo>
                  <a:pt x="35" y="33"/>
                  <a:pt x="35" y="32"/>
                  <a:pt x="36" y="31"/>
                </a:cubicBezTo>
                <a:cubicBezTo>
                  <a:pt x="36" y="31"/>
                  <a:pt x="37" y="31"/>
                  <a:pt x="37" y="31"/>
                </a:cubicBezTo>
                <a:cubicBezTo>
                  <a:pt x="38" y="30"/>
                  <a:pt x="38" y="30"/>
                  <a:pt x="38" y="29"/>
                </a:cubicBezTo>
                <a:cubicBezTo>
                  <a:pt x="38" y="29"/>
                  <a:pt x="38" y="29"/>
                  <a:pt x="38" y="29"/>
                </a:cubicBezTo>
                <a:cubicBezTo>
                  <a:pt x="38" y="29"/>
                  <a:pt x="38" y="28"/>
                  <a:pt x="38" y="29"/>
                </a:cubicBezTo>
                <a:cubicBezTo>
                  <a:pt x="38" y="28"/>
                  <a:pt x="38" y="28"/>
                  <a:pt x="38" y="28"/>
                </a:cubicBezTo>
                <a:cubicBezTo>
                  <a:pt x="38" y="28"/>
                  <a:pt x="38" y="27"/>
                  <a:pt x="38" y="27"/>
                </a:cubicBezTo>
                <a:cubicBezTo>
                  <a:pt x="39" y="28"/>
                  <a:pt x="40" y="27"/>
                  <a:pt x="39" y="26"/>
                </a:cubicBezTo>
                <a:cubicBezTo>
                  <a:pt x="40" y="26"/>
                  <a:pt x="41" y="26"/>
                  <a:pt x="41" y="26"/>
                </a:cubicBezTo>
                <a:cubicBezTo>
                  <a:pt x="41" y="26"/>
                  <a:pt x="41" y="25"/>
                  <a:pt x="41" y="25"/>
                </a:cubicBezTo>
                <a:cubicBezTo>
                  <a:pt x="42" y="24"/>
                  <a:pt x="42" y="24"/>
                  <a:pt x="42" y="24"/>
                </a:cubicBezTo>
                <a:cubicBezTo>
                  <a:pt x="42" y="24"/>
                  <a:pt x="43" y="24"/>
                  <a:pt x="43" y="23"/>
                </a:cubicBezTo>
                <a:cubicBezTo>
                  <a:pt x="44" y="24"/>
                  <a:pt x="45" y="23"/>
                  <a:pt x="44" y="22"/>
                </a:cubicBezTo>
                <a:cubicBezTo>
                  <a:pt x="44" y="22"/>
                  <a:pt x="44" y="22"/>
                  <a:pt x="43" y="22"/>
                </a:cubicBezTo>
                <a:cubicBezTo>
                  <a:pt x="44" y="22"/>
                  <a:pt x="44" y="22"/>
                  <a:pt x="44" y="22"/>
                </a:cubicBezTo>
                <a:cubicBezTo>
                  <a:pt x="45" y="21"/>
                  <a:pt x="44" y="21"/>
                  <a:pt x="44" y="21"/>
                </a:cubicBezTo>
                <a:cubicBezTo>
                  <a:pt x="43" y="21"/>
                  <a:pt x="43" y="21"/>
                  <a:pt x="42" y="21"/>
                </a:cubicBezTo>
                <a:cubicBezTo>
                  <a:pt x="42" y="22"/>
                  <a:pt x="42" y="22"/>
                  <a:pt x="41" y="22"/>
                </a:cubicBezTo>
                <a:close/>
                <a:moveTo>
                  <a:pt x="50" y="49"/>
                </a:moveTo>
                <a:cubicBezTo>
                  <a:pt x="50" y="49"/>
                  <a:pt x="49" y="49"/>
                  <a:pt x="49" y="49"/>
                </a:cubicBezTo>
                <a:cubicBezTo>
                  <a:pt x="49" y="49"/>
                  <a:pt x="48" y="48"/>
                  <a:pt x="48" y="48"/>
                </a:cubicBezTo>
                <a:cubicBezTo>
                  <a:pt x="48" y="48"/>
                  <a:pt x="47" y="47"/>
                  <a:pt x="47" y="47"/>
                </a:cubicBezTo>
                <a:cubicBezTo>
                  <a:pt x="46" y="46"/>
                  <a:pt x="46" y="46"/>
                  <a:pt x="45" y="46"/>
                </a:cubicBezTo>
                <a:cubicBezTo>
                  <a:pt x="45" y="46"/>
                  <a:pt x="44" y="47"/>
                  <a:pt x="44" y="47"/>
                </a:cubicBezTo>
                <a:cubicBezTo>
                  <a:pt x="44" y="46"/>
                  <a:pt x="43" y="46"/>
                  <a:pt x="43" y="46"/>
                </a:cubicBezTo>
                <a:cubicBezTo>
                  <a:pt x="42" y="46"/>
                  <a:pt x="42" y="45"/>
                  <a:pt x="41" y="46"/>
                </a:cubicBezTo>
                <a:cubicBezTo>
                  <a:pt x="41" y="46"/>
                  <a:pt x="41" y="46"/>
                  <a:pt x="41" y="47"/>
                </a:cubicBezTo>
                <a:cubicBezTo>
                  <a:pt x="40" y="46"/>
                  <a:pt x="41" y="46"/>
                  <a:pt x="41" y="45"/>
                </a:cubicBezTo>
                <a:cubicBezTo>
                  <a:pt x="40" y="45"/>
                  <a:pt x="39" y="46"/>
                  <a:pt x="39" y="46"/>
                </a:cubicBezTo>
                <a:cubicBezTo>
                  <a:pt x="39" y="46"/>
                  <a:pt x="39" y="46"/>
                  <a:pt x="38" y="46"/>
                </a:cubicBezTo>
                <a:cubicBezTo>
                  <a:pt x="38" y="47"/>
                  <a:pt x="38" y="47"/>
                  <a:pt x="38" y="47"/>
                </a:cubicBezTo>
                <a:cubicBezTo>
                  <a:pt x="38" y="47"/>
                  <a:pt x="37" y="47"/>
                  <a:pt x="37" y="47"/>
                </a:cubicBezTo>
                <a:cubicBezTo>
                  <a:pt x="37" y="48"/>
                  <a:pt x="37" y="49"/>
                  <a:pt x="37" y="50"/>
                </a:cubicBezTo>
                <a:cubicBezTo>
                  <a:pt x="38" y="50"/>
                  <a:pt x="37" y="51"/>
                  <a:pt x="37" y="52"/>
                </a:cubicBezTo>
                <a:cubicBezTo>
                  <a:pt x="37" y="52"/>
                  <a:pt x="36" y="53"/>
                  <a:pt x="36" y="53"/>
                </a:cubicBezTo>
                <a:cubicBezTo>
                  <a:pt x="36" y="54"/>
                  <a:pt x="36" y="54"/>
                  <a:pt x="36" y="54"/>
                </a:cubicBezTo>
                <a:cubicBezTo>
                  <a:pt x="36" y="55"/>
                  <a:pt x="36" y="55"/>
                  <a:pt x="36" y="56"/>
                </a:cubicBezTo>
                <a:cubicBezTo>
                  <a:pt x="36" y="56"/>
                  <a:pt x="36" y="56"/>
                  <a:pt x="36" y="57"/>
                </a:cubicBezTo>
                <a:cubicBezTo>
                  <a:pt x="41" y="56"/>
                  <a:pt x="46" y="53"/>
                  <a:pt x="50"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1" name="Group 59"/>
          <p:cNvGrpSpPr/>
          <p:nvPr/>
        </p:nvGrpSpPr>
        <p:grpSpPr>
          <a:xfrm>
            <a:off x="6069782" y="3819476"/>
            <a:ext cx="2276195" cy="671368"/>
            <a:chOff x="7154104" y="3244276"/>
            <a:chExt cx="2276195" cy="671368"/>
          </a:xfrm>
        </p:grpSpPr>
        <p:sp>
          <p:nvSpPr>
            <p:cNvPr id="28" name="TextBox 27"/>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9" name="Rectangle 28"/>
            <p:cNvSpPr/>
            <p:nvPr/>
          </p:nvSpPr>
          <p:spPr>
            <a:xfrm>
              <a:off x="7154104" y="3244276"/>
              <a:ext cx="1032334" cy="184666"/>
            </a:xfrm>
            <a:prstGeom prst="rect">
              <a:avLst/>
            </a:prstGeom>
          </p:spPr>
          <p:txBody>
            <a:bodyPr wrap="none" lIns="0" tIns="0" rIns="0" bIns="0">
              <a:spAutoFit/>
            </a:bodyPr>
            <a:lstStyle/>
            <a:p>
              <a:r>
                <a:rPr lang="en-US" sz="1200" b="1" dirty="0">
                  <a:solidFill>
                    <a:schemeClr val="accent5"/>
                  </a:solidFill>
                </a:rPr>
                <a:t>Keyword Here</a:t>
              </a:r>
            </a:p>
          </p:txBody>
        </p:sp>
      </p:grpSp>
      <p:grpSp>
        <p:nvGrpSpPr>
          <p:cNvPr id="12" name="Group 58"/>
          <p:cNvGrpSpPr/>
          <p:nvPr/>
        </p:nvGrpSpPr>
        <p:grpSpPr>
          <a:xfrm>
            <a:off x="6069782" y="1390457"/>
            <a:ext cx="2276195" cy="680893"/>
            <a:chOff x="7174424" y="1381167"/>
            <a:chExt cx="2276195" cy="680893"/>
          </a:xfrm>
        </p:grpSpPr>
        <p:sp>
          <p:nvSpPr>
            <p:cNvPr id="31" name="TextBox 30"/>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32" name="Rectangle 31"/>
            <p:cNvSpPr/>
            <p:nvPr/>
          </p:nvSpPr>
          <p:spPr>
            <a:xfrm>
              <a:off x="7174424" y="1381167"/>
              <a:ext cx="1032334" cy="184666"/>
            </a:xfrm>
            <a:prstGeom prst="rect">
              <a:avLst/>
            </a:prstGeom>
          </p:spPr>
          <p:txBody>
            <a:bodyPr wrap="none" lIns="0" tIns="0" rIns="0" bIns="0">
              <a:spAutoFit/>
            </a:bodyPr>
            <a:lstStyle/>
            <a:p>
              <a:r>
                <a:rPr lang="en-US" sz="1200" b="1" dirty="0">
                  <a:solidFill>
                    <a:schemeClr val="accent3"/>
                  </a:solidFill>
                </a:rPr>
                <a:t>Keyword Here</a:t>
              </a:r>
            </a:p>
          </p:txBody>
        </p:sp>
      </p:grpSp>
      <p:grpSp>
        <p:nvGrpSpPr>
          <p:cNvPr id="13" name="Group 56"/>
          <p:cNvGrpSpPr/>
          <p:nvPr/>
        </p:nvGrpSpPr>
        <p:grpSpPr>
          <a:xfrm>
            <a:off x="798022" y="1290025"/>
            <a:ext cx="2276196" cy="666111"/>
            <a:chOff x="-296510" y="1406858"/>
            <a:chExt cx="2276196" cy="666111"/>
          </a:xfrm>
        </p:grpSpPr>
        <p:sp>
          <p:nvSpPr>
            <p:cNvPr id="34" name="TextBox 33"/>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35" name="Rectangle 34"/>
            <p:cNvSpPr/>
            <p:nvPr/>
          </p:nvSpPr>
          <p:spPr>
            <a:xfrm>
              <a:off x="947351" y="1406858"/>
              <a:ext cx="1032334" cy="184666"/>
            </a:xfrm>
            <a:prstGeom prst="rect">
              <a:avLst/>
            </a:prstGeom>
          </p:spPr>
          <p:txBody>
            <a:bodyPr wrap="none" lIns="0" tIns="0" rIns="0" bIns="0">
              <a:spAutoFit/>
            </a:bodyPr>
            <a:lstStyle/>
            <a:p>
              <a:pPr algn="r"/>
              <a:r>
                <a:rPr lang="en-US" sz="1200" b="1" dirty="0">
                  <a:solidFill>
                    <a:schemeClr val="accent2"/>
                  </a:solidFill>
                </a:rPr>
                <a:t>Keyword Here</a:t>
              </a:r>
            </a:p>
          </p:txBody>
        </p:sp>
      </p:grpSp>
      <p:grpSp>
        <p:nvGrpSpPr>
          <p:cNvPr id="14" name="Group 56"/>
          <p:cNvGrpSpPr/>
          <p:nvPr/>
        </p:nvGrpSpPr>
        <p:grpSpPr>
          <a:xfrm>
            <a:off x="798022" y="3811741"/>
            <a:ext cx="2276196" cy="652318"/>
            <a:chOff x="-296510" y="1420651"/>
            <a:chExt cx="2276196" cy="652318"/>
          </a:xfrm>
        </p:grpSpPr>
        <p:sp>
          <p:nvSpPr>
            <p:cNvPr id="37" name="TextBox 36"/>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38" name="Rectangle 37"/>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6"/>
                  </a:solidFill>
                </a:rPr>
                <a:t>Keyword Here</a:t>
              </a:r>
            </a:p>
          </p:txBody>
        </p:sp>
      </p:grpSp>
      <p:grpSp>
        <p:nvGrpSpPr>
          <p:cNvPr id="15" name="Group 56"/>
          <p:cNvGrpSpPr/>
          <p:nvPr/>
        </p:nvGrpSpPr>
        <p:grpSpPr>
          <a:xfrm>
            <a:off x="106738" y="2571172"/>
            <a:ext cx="2276196" cy="652318"/>
            <a:chOff x="-296510" y="1420651"/>
            <a:chExt cx="2276196" cy="652318"/>
          </a:xfrm>
        </p:grpSpPr>
        <p:sp>
          <p:nvSpPr>
            <p:cNvPr id="40" name="TextBox 39"/>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1" name="Rectangle 40"/>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1"/>
                  </a:solidFill>
                </a:rPr>
                <a:t>Keyword Here</a:t>
              </a:r>
            </a:p>
          </p:txBody>
        </p:sp>
      </p:grpSp>
      <p:grpSp>
        <p:nvGrpSpPr>
          <p:cNvPr id="16" name="Group 59"/>
          <p:cNvGrpSpPr/>
          <p:nvPr/>
        </p:nvGrpSpPr>
        <p:grpSpPr>
          <a:xfrm>
            <a:off x="6731544" y="2572417"/>
            <a:ext cx="2276195" cy="671368"/>
            <a:chOff x="7154104" y="3244276"/>
            <a:chExt cx="2276195" cy="671368"/>
          </a:xfrm>
        </p:grpSpPr>
        <p:sp>
          <p:nvSpPr>
            <p:cNvPr id="43" name="TextBox 42"/>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4" name="Rectangle 43"/>
            <p:cNvSpPr/>
            <p:nvPr/>
          </p:nvSpPr>
          <p:spPr>
            <a:xfrm>
              <a:off x="7154104" y="3244276"/>
              <a:ext cx="1032334" cy="184666"/>
            </a:xfrm>
            <a:prstGeom prst="rect">
              <a:avLst/>
            </a:prstGeom>
          </p:spPr>
          <p:txBody>
            <a:bodyPr wrap="none" lIns="0" tIns="0" rIns="0" bIns="0">
              <a:spAutoFit/>
            </a:bodyPr>
            <a:lstStyle/>
            <a:p>
              <a:r>
                <a:rPr lang="en-US" sz="1200" b="1" dirty="0">
                  <a:solidFill>
                    <a:schemeClr val="accent4"/>
                  </a:solidFill>
                </a:rPr>
                <a:t>Keyword Here</a:t>
              </a:r>
            </a:p>
          </p:txBody>
        </p:sp>
      </p:grpSp>
      <p:grpSp>
        <p:nvGrpSpPr>
          <p:cNvPr id="17" name="Group 63"/>
          <p:cNvGrpSpPr/>
          <p:nvPr/>
        </p:nvGrpSpPr>
        <p:grpSpPr>
          <a:xfrm>
            <a:off x="4002282" y="2273048"/>
            <a:ext cx="1145788" cy="1323852"/>
            <a:chOff x="4175103" y="2472727"/>
            <a:chExt cx="800146" cy="924494"/>
          </a:xfrm>
        </p:grpSpPr>
        <p:sp>
          <p:nvSpPr>
            <p:cNvPr id="5127" name="Freeform 7"/>
            <p:cNvSpPr>
              <a:spLocks/>
            </p:cNvSpPr>
            <p:nvPr/>
          </p:nvSpPr>
          <p:spPr bwMode="auto">
            <a:xfrm>
              <a:off x="4175103" y="2472727"/>
              <a:ext cx="800146" cy="924494"/>
            </a:xfrm>
            <a:custGeom>
              <a:avLst/>
              <a:gdLst/>
              <a:ahLst/>
              <a:cxnLst>
                <a:cxn ang="0">
                  <a:pos x="592" y="170"/>
                </a:cxn>
                <a:cxn ang="0">
                  <a:pos x="592" y="511"/>
                </a:cxn>
                <a:cxn ang="0">
                  <a:pos x="296" y="684"/>
                </a:cxn>
                <a:cxn ang="0">
                  <a:pos x="0" y="511"/>
                </a:cxn>
                <a:cxn ang="0">
                  <a:pos x="0" y="170"/>
                </a:cxn>
                <a:cxn ang="0">
                  <a:pos x="296" y="0"/>
                </a:cxn>
                <a:cxn ang="0">
                  <a:pos x="592" y="170"/>
                </a:cxn>
              </a:cxnLst>
              <a:rect l="0" t="0" r="r" b="b"/>
              <a:pathLst>
                <a:path w="592" h="684">
                  <a:moveTo>
                    <a:pt x="592" y="170"/>
                  </a:moveTo>
                  <a:lnTo>
                    <a:pt x="592" y="511"/>
                  </a:lnTo>
                  <a:lnTo>
                    <a:pt x="296" y="684"/>
                  </a:lnTo>
                  <a:lnTo>
                    <a:pt x="0" y="511"/>
                  </a:lnTo>
                  <a:lnTo>
                    <a:pt x="0" y="170"/>
                  </a:lnTo>
                  <a:lnTo>
                    <a:pt x="296" y="0"/>
                  </a:lnTo>
                  <a:lnTo>
                    <a:pt x="592" y="170"/>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9"/>
            <p:cNvSpPr>
              <a:spLocks noEditPoints="1"/>
            </p:cNvSpPr>
            <p:nvPr/>
          </p:nvSpPr>
          <p:spPr bwMode="auto">
            <a:xfrm>
              <a:off x="4397461" y="2755839"/>
              <a:ext cx="355430" cy="358272"/>
            </a:xfrm>
            <a:custGeom>
              <a:avLst/>
              <a:gdLst/>
              <a:ahLst/>
              <a:cxnLst>
                <a:cxn ang="0">
                  <a:pos x="29" y="58"/>
                </a:cxn>
                <a:cxn ang="0">
                  <a:pos x="6" y="47"/>
                </a:cxn>
                <a:cxn ang="0">
                  <a:pos x="7" y="46"/>
                </a:cxn>
                <a:cxn ang="0">
                  <a:pos x="12" y="40"/>
                </a:cxn>
                <a:cxn ang="0">
                  <a:pos x="13" y="40"/>
                </a:cxn>
                <a:cxn ang="0">
                  <a:pos x="14" y="41"/>
                </a:cxn>
                <a:cxn ang="0">
                  <a:pos x="29" y="48"/>
                </a:cxn>
                <a:cxn ang="0">
                  <a:pos x="48" y="29"/>
                </a:cxn>
                <a:cxn ang="0">
                  <a:pos x="29" y="9"/>
                </a:cxn>
                <a:cxn ang="0">
                  <a:pos x="16" y="14"/>
                </a:cxn>
                <a:cxn ang="0">
                  <a:pos x="21" y="20"/>
                </a:cxn>
                <a:cxn ang="0">
                  <a:pos x="21" y="22"/>
                </a:cxn>
                <a:cxn ang="0">
                  <a:pos x="19" y="24"/>
                </a:cxn>
                <a:cxn ang="0">
                  <a:pos x="2" y="24"/>
                </a:cxn>
                <a:cxn ang="0">
                  <a:pos x="0" y="21"/>
                </a:cxn>
                <a:cxn ang="0">
                  <a:pos x="0" y="4"/>
                </a:cxn>
                <a:cxn ang="0">
                  <a:pos x="1" y="2"/>
                </a:cxn>
                <a:cxn ang="0">
                  <a:pos x="4" y="3"/>
                </a:cxn>
                <a:cxn ang="0">
                  <a:pos x="9" y="8"/>
                </a:cxn>
                <a:cxn ang="0">
                  <a:pos x="29" y="0"/>
                </a:cxn>
                <a:cxn ang="0">
                  <a:pos x="58" y="29"/>
                </a:cxn>
                <a:cxn ang="0">
                  <a:pos x="29" y="58"/>
                </a:cxn>
                <a:cxn ang="0">
                  <a:pos x="34" y="35"/>
                </a:cxn>
                <a:cxn ang="0">
                  <a:pos x="33" y="36"/>
                </a:cxn>
                <a:cxn ang="0">
                  <a:pos x="20" y="36"/>
                </a:cxn>
                <a:cxn ang="0">
                  <a:pos x="19" y="35"/>
                </a:cxn>
                <a:cxn ang="0">
                  <a:pos x="19" y="32"/>
                </a:cxn>
                <a:cxn ang="0">
                  <a:pos x="20" y="31"/>
                </a:cxn>
                <a:cxn ang="0">
                  <a:pos x="29" y="31"/>
                </a:cxn>
                <a:cxn ang="0">
                  <a:pos x="29" y="18"/>
                </a:cxn>
                <a:cxn ang="0">
                  <a:pos x="30" y="17"/>
                </a:cxn>
                <a:cxn ang="0">
                  <a:pos x="33" y="17"/>
                </a:cxn>
                <a:cxn ang="0">
                  <a:pos x="34" y="18"/>
                </a:cxn>
                <a:cxn ang="0">
                  <a:pos x="34" y="35"/>
                </a:cxn>
              </a:cxnLst>
              <a:rect l="0" t="0" r="r" b="b"/>
              <a:pathLst>
                <a:path w="58" h="58">
                  <a:moveTo>
                    <a:pt x="29" y="58"/>
                  </a:moveTo>
                  <a:cubicBezTo>
                    <a:pt x="20" y="58"/>
                    <a:pt x="12" y="54"/>
                    <a:pt x="6" y="47"/>
                  </a:cubicBezTo>
                  <a:cubicBezTo>
                    <a:pt x="6" y="47"/>
                    <a:pt x="6" y="46"/>
                    <a:pt x="7" y="46"/>
                  </a:cubicBezTo>
                  <a:cubicBezTo>
                    <a:pt x="12" y="40"/>
                    <a:pt x="12" y="40"/>
                    <a:pt x="12" y="40"/>
                  </a:cubicBezTo>
                  <a:cubicBezTo>
                    <a:pt x="12" y="40"/>
                    <a:pt x="12" y="40"/>
                    <a:pt x="13" y="40"/>
                  </a:cubicBezTo>
                  <a:cubicBezTo>
                    <a:pt x="13" y="40"/>
                    <a:pt x="13" y="40"/>
                    <a:pt x="14" y="41"/>
                  </a:cubicBezTo>
                  <a:cubicBezTo>
                    <a:pt x="17" y="45"/>
                    <a:pt x="23" y="48"/>
                    <a:pt x="29" y="48"/>
                  </a:cubicBezTo>
                  <a:cubicBezTo>
                    <a:pt x="40" y="48"/>
                    <a:pt x="48" y="39"/>
                    <a:pt x="48" y="29"/>
                  </a:cubicBezTo>
                  <a:cubicBezTo>
                    <a:pt x="48" y="18"/>
                    <a:pt x="40" y="9"/>
                    <a:pt x="29" y="9"/>
                  </a:cubicBezTo>
                  <a:cubicBezTo>
                    <a:pt x="24" y="9"/>
                    <a:pt x="19" y="11"/>
                    <a:pt x="16" y="14"/>
                  </a:cubicBezTo>
                  <a:cubicBezTo>
                    <a:pt x="21" y="20"/>
                    <a:pt x="21" y="20"/>
                    <a:pt x="21" y="20"/>
                  </a:cubicBezTo>
                  <a:cubicBezTo>
                    <a:pt x="22" y="20"/>
                    <a:pt x="22" y="21"/>
                    <a:pt x="21" y="22"/>
                  </a:cubicBezTo>
                  <a:cubicBezTo>
                    <a:pt x="21" y="23"/>
                    <a:pt x="20" y="24"/>
                    <a:pt x="19" y="24"/>
                  </a:cubicBezTo>
                  <a:cubicBezTo>
                    <a:pt x="2" y="24"/>
                    <a:pt x="2" y="24"/>
                    <a:pt x="2" y="24"/>
                  </a:cubicBezTo>
                  <a:cubicBezTo>
                    <a:pt x="1" y="24"/>
                    <a:pt x="0" y="23"/>
                    <a:pt x="0" y="21"/>
                  </a:cubicBezTo>
                  <a:cubicBezTo>
                    <a:pt x="0" y="4"/>
                    <a:pt x="0" y="4"/>
                    <a:pt x="0" y="4"/>
                  </a:cubicBezTo>
                  <a:cubicBezTo>
                    <a:pt x="0" y="3"/>
                    <a:pt x="0" y="3"/>
                    <a:pt x="1" y="2"/>
                  </a:cubicBezTo>
                  <a:cubicBezTo>
                    <a:pt x="2" y="2"/>
                    <a:pt x="3" y="2"/>
                    <a:pt x="4" y="3"/>
                  </a:cubicBezTo>
                  <a:cubicBezTo>
                    <a:pt x="9" y="8"/>
                    <a:pt x="9" y="8"/>
                    <a:pt x="9" y="8"/>
                  </a:cubicBezTo>
                  <a:cubicBezTo>
                    <a:pt x="14" y="3"/>
                    <a:pt x="21" y="0"/>
                    <a:pt x="29" y="0"/>
                  </a:cubicBezTo>
                  <a:cubicBezTo>
                    <a:pt x="45" y="0"/>
                    <a:pt x="58" y="13"/>
                    <a:pt x="58" y="29"/>
                  </a:cubicBezTo>
                  <a:cubicBezTo>
                    <a:pt x="58" y="45"/>
                    <a:pt x="45" y="58"/>
                    <a:pt x="29" y="58"/>
                  </a:cubicBezTo>
                  <a:close/>
                  <a:moveTo>
                    <a:pt x="34" y="35"/>
                  </a:moveTo>
                  <a:cubicBezTo>
                    <a:pt x="34" y="35"/>
                    <a:pt x="33" y="36"/>
                    <a:pt x="33" y="36"/>
                  </a:cubicBezTo>
                  <a:cubicBezTo>
                    <a:pt x="20" y="36"/>
                    <a:pt x="20" y="36"/>
                    <a:pt x="20" y="36"/>
                  </a:cubicBezTo>
                  <a:cubicBezTo>
                    <a:pt x="20" y="36"/>
                    <a:pt x="19" y="35"/>
                    <a:pt x="19" y="35"/>
                  </a:cubicBezTo>
                  <a:cubicBezTo>
                    <a:pt x="19" y="32"/>
                    <a:pt x="19" y="32"/>
                    <a:pt x="19" y="32"/>
                  </a:cubicBezTo>
                  <a:cubicBezTo>
                    <a:pt x="19" y="32"/>
                    <a:pt x="20" y="31"/>
                    <a:pt x="20" y="31"/>
                  </a:cubicBezTo>
                  <a:cubicBezTo>
                    <a:pt x="29" y="31"/>
                    <a:pt x="29" y="31"/>
                    <a:pt x="29" y="31"/>
                  </a:cubicBezTo>
                  <a:cubicBezTo>
                    <a:pt x="29" y="18"/>
                    <a:pt x="29" y="18"/>
                    <a:pt x="29" y="18"/>
                  </a:cubicBezTo>
                  <a:cubicBezTo>
                    <a:pt x="29" y="17"/>
                    <a:pt x="29" y="17"/>
                    <a:pt x="30" y="17"/>
                  </a:cubicBezTo>
                  <a:cubicBezTo>
                    <a:pt x="33" y="17"/>
                    <a:pt x="33" y="17"/>
                    <a:pt x="33" y="17"/>
                  </a:cubicBezTo>
                  <a:cubicBezTo>
                    <a:pt x="33" y="17"/>
                    <a:pt x="34" y="17"/>
                    <a:pt x="34" y="18"/>
                  </a:cubicBezTo>
                  <a:lnTo>
                    <a:pt x="34" y="35"/>
                  </a:lnTo>
                  <a:close/>
                </a:path>
              </a:pathLst>
            </a:custGeom>
            <a:solidFill>
              <a:schemeClr val="bg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 calcmode="lin" valueType="num">
                                      <p:cBhvr>
                                        <p:cTn id="9" dur="500" fill="hold"/>
                                        <p:tgtEl>
                                          <p:spTgt spid="17"/>
                                        </p:tgtEl>
                                        <p:attrNameLst>
                                          <p:attrName>style.rotation</p:attrName>
                                        </p:attrNameLst>
                                      </p:cBhvr>
                                      <p:tavLst>
                                        <p:tav tm="0">
                                          <p:val>
                                            <p:fltVal val="360"/>
                                          </p:val>
                                        </p:tav>
                                        <p:tav tm="100000">
                                          <p:val>
                                            <p:fltVal val="0"/>
                                          </p:val>
                                        </p:tav>
                                      </p:tavLst>
                                    </p:anim>
                                    <p:animEffect transition="in" filter="fade">
                                      <p:cBhvr>
                                        <p:cTn id="10" dur="500"/>
                                        <p:tgtEl>
                                          <p:spTgt spid="17"/>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p:cTn id="14" dur="500" fill="hold"/>
                                        <p:tgtEl>
                                          <p:spTgt spid="10"/>
                                        </p:tgtEl>
                                        <p:attrNameLst>
                                          <p:attrName>ppt_w</p:attrName>
                                        </p:attrNameLst>
                                      </p:cBhvr>
                                      <p:tavLst>
                                        <p:tav tm="0">
                                          <p:val>
                                            <p:fltVal val="0"/>
                                          </p:val>
                                        </p:tav>
                                        <p:tav tm="100000">
                                          <p:val>
                                            <p:strVal val="#ppt_w"/>
                                          </p:val>
                                        </p:tav>
                                      </p:tavLst>
                                    </p:anim>
                                    <p:anim calcmode="lin" valueType="num">
                                      <p:cBhvr>
                                        <p:cTn id="15" dur="500" fill="hold"/>
                                        <p:tgtEl>
                                          <p:spTgt spid="10"/>
                                        </p:tgtEl>
                                        <p:attrNameLst>
                                          <p:attrName>ppt_h</p:attrName>
                                        </p:attrNameLst>
                                      </p:cBhvr>
                                      <p:tavLst>
                                        <p:tav tm="0">
                                          <p:val>
                                            <p:fltVal val="0"/>
                                          </p:val>
                                        </p:tav>
                                        <p:tav tm="100000">
                                          <p:val>
                                            <p:strVal val="#ppt_h"/>
                                          </p:val>
                                        </p:tav>
                                      </p:tavLst>
                                    </p:anim>
                                    <p:animEffect transition="in" filter="fade">
                                      <p:cBhvr>
                                        <p:cTn id="16" dur="500"/>
                                        <p:tgtEl>
                                          <p:spTgt spid="10"/>
                                        </p:tgtEl>
                                      </p:cBhvr>
                                    </p:animEffect>
                                  </p:childTnLst>
                                </p:cTn>
                              </p:par>
                            </p:childTnLst>
                          </p:cTn>
                        </p:par>
                        <p:par>
                          <p:cTn id="17" fill="hold">
                            <p:stCondLst>
                              <p:cond delay="1000"/>
                            </p:stCondLst>
                            <p:childTnLst>
                              <p:par>
                                <p:cTn id="18" presetID="53" presetClass="entr" presetSubtype="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p:cTn id="20" dur="500" fill="hold"/>
                                        <p:tgtEl>
                                          <p:spTgt spid="26"/>
                                        </p:tgtEl>
                                        <p:attrNameLst>
                                          <p:attrName>ppt_w</p:attrName>
                                        </p:attrNameLst>
                                      </p:cBhvr>
                                      <p:tavLst>
                                        <p:tav tm="0">
                                          <p:val>
                                            <p:fltVal val="0"/>
                                          </p:val>
                                        </p:tav>
                                        <p:tav tm="100000">
                                          <p:val>
                                            <p:strVal val="#ppt_w"/>
                                          </p:val>
                                        </p:tav>
                                      </p:tavLst>
                                    </p:anim>
                                    <p:anim calcmode="lin" valueType="num">
                                      <p:cBhvr>
                                        <p:cTn id="21" dur="500" fill="hold"/>
                                        <p:tgtEl>
                                          <p:spTgt spid="26"/>
                                        </p:tgtEl>
                                        <p:attrNameLst>
                                          <p:attrName>ppt_h</p:attrName>
                                        </p:attrNameLst>
                                      </p:cBhvr>
                                      <p:tavLst>
                                        <p:tav tm="0">
                                          <p:val>
                                            <p:fltVal val="0"/>
                                          </p:val>
                                        </p:tav>
                                        <p:tav tm="100000">
                                          <p:val>
                                            <p:strVal val="#ppt_h"/>
                                          </p:val>
                                        </p:tav>
                                      </p:tavLst>
                                    </p:anim>
                                    <p:animEffect transition="in" filter="fade">
                                      <p:cBhvr>
                                        <p:cTn id="22" dur="500"/>
                                        <p:tgtEl>
                                          <p:spTgt spid="26"/>
                                        </p:tgtEl>
                                      </p:cBhvr>
                                    </p:animEffect>
                                  </p:childTnLst>
                                </p:cTn>
                              </p:par>
                              <p:par>
                                <p:cTn id="23" presetID="2" presetClass="entr" presetSubtype="8" accel="50000" decel="50000" fill="hold" nodeType="with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500" fill="hold"/>
                                        <p:tgtEl>
                                          <p:spTgt spid="15"/>
                                        </p:tgtEl>
                                        <p:attrNameLst>
                                          <p:attrName>ppt_x</p:attrName>
                                        </p:attrNameLst>
                                      </p:cBhvr>
                                      <p:tavLst>
                                        <p:tav tm="0">
                                          <p:val>
                                            <p:strVal val="0-#ppt_w/2"/>
                                          </p:val>
                                        </p:tav>
                                        <p:tav tm="100000">
                                          <p:val>
                                            <p:strVal val="#ppt_x"/>
                                          </p:val>
                                        </p:tav>
                                      </p:tavLst>
                                    </p:anim>
                                    <p:anim calcmode="lin" valueType="num">
                                      <p:cBhvr additive="base">
                                        <p:cTn id="26" dur="500" fill="hold"/>
                                        <p:tgtEl>
                                          <p:spTgt spid="15"/>
                                        </p:tgtEl>
                                        <p:attrNameLst>
                                          <p:attrName>ppt_y</p:attrName>
                                        </p:attrNameLst>
                                      </p:cBhvr>
                                      <p:tavLst>
                                        <p:tav tm="0">
                                          <p:val>
                                            <p:strVal val="#ppt_y"/>
                                          </p:val>
                                        </p:tav>
                                        <p:tav tm="100000">
                                          <p:val>
                                            <p:strVal val="#ppt_y"/>
                                          </p:val>
                                        </p:tav>
                                      </p:tavLst>
                                    </p:anim>
                                  </p:childTnLst>
                                </p:cTn>
                              </p:par>
                            </p:childTnLst>
                          </p:cTn>
                        </p:par>
                        <p:par>
                          <p:cTn id="27" fill="hold">
                            <p:stCondLst>
                              <p:cond delay="1500"/>
                            </p:stCondLst>
                            <p:childTnLst>
                              <p:par>
                                <p:cTn id="28" presetID="53" presetClass="entr" presetSubtype="0"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p:cTn id="30" dur="500" fill="hold"/>
                                        <p:tgtEl>
                                          <p:spTgt spid="5"/>
                                        </p:tgtEl>
                                        <p:attrNameLst>
                                          <p:attrName>ppt_w</p:attrName>
                                        </p:attrNameLst>
                                      </p:cBhvr>
                                      <p:tavLst>
                                        <p:tav tm="0">
                                          <p:val>
                                            <p:fltVal val="0"/>
                                          </p:val>
                                        </p:tav>
                                        <p:tav tm="100000">
                                          <p:val>
                                            <p:strVal val="#ppt_w"/>
                                          </p:val>
                                        </p:tav>
                                      </p:tavLst>
                                    </p:anim>
                                    <p:anim calcmode="lin" valueType="num">
                                      <p:cBhvr>
                                        <p:cTn id="31" dur="500" fill="hold"/>
                                        <p:tgtEl>
                                          <p:spTgt spid="5"/>
                                        </p:tgtEl>
                                        <p:attrNameLst>
                                          <p:attrName>ppt_h</p:attrName>
                                        </p:attrNameLst>
                                      </p:cBhvr>
                                      <p:tavLst>
                                        <p:tav tm="0">
                                          <p:val>
                                            <p:fltVal val="0"/>
                                          </p:val>
                                        </p:tav>
                                        <p:tav tm="100000">
                                          <p:val>
                                            <p:strVal val="#ppt_h"/>
                                          </p:val>
                                        </p:tav>
                                      </p:tavLst>
                                    </p:anim>
                                    <p:animEffect transition="in" filter="fade">
                                      <p:cBhvr>
                                        <p:cTn id="32" dur="500"/>
                                        <p:tgtEl>
                                          <p:spTgt spid="5"/>
                                        </p:tgtEl>
                                      </p:cBhvr>
                                    </p:animEffect>
                                  </p:childTnLst>
                                </p:cTn>
                              </p:par>
                            </p:childTnLst>
                          </p:cTn>
                        </p:par>
                        <p:par>
                          <p:cTn id="33" fill="hold">
                            <p:stCondLst>
                              <p:cond delay="2000"/>
                            </p:stCondLst>
                            <p:childTnLst>
                              <p:par>
                                <p:cTn id="34" presetID="53" presetClass="entr" presetSubtype="0"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 calcmode="lin" valueType="num">
                                      <p:cBhvr>
                                        <p:cTn id="36" dur="500" fill="hold"/>
                                        <p:tgtEl>
                                          <p:spTgt spid="21"/>
                                        </p:tgtEl>
                                        <p:attrNameLst>
                                          <p:attrName>ppt_w</p:attrName>
                                        </p:attrNameLst>
                                      </p:cBhvr>
                                      <p:tavLst>
                                        <p:tav tm="0">
                                          <p:val>
                                            <p:fltVal val="0"/>
                                          </p:val>
                                        </p:tav>
                                        <p:tav tm="100000">
                                          <p:val>
                                            <p:strVal val="#ppt_w"/>
                                          </p:val>
                                        </p:tav>
                                      </p:tavLst>
                                    </p:anim>
                                    <p:anim calcmode="lin" valueType="num">
                                      <p:cBhvr>
                                        <p:cTn id="37" dur="500" fill="hold"/>
                                        <p:tgtEl>
                                          <p:spTgt spid="21"/>
                                        </p:tgtEl>
                                        <p:attrNameLst>
                                          <p:attrName>ppt_h</p:attrName>
                                        </p:attrNameLst>
                                      </p:cBhvr>
                                      <p:tavLst>
                                        <p:tav tm="0">
                                          <p:val>
                                            <p:fltVal val="0"/>
                                          </p:val>
                                        </p:tav>
                                        <p:tav tm="100000">
                                          <p:val>
                                            <p:strVal val="#ppt_h"/>
                                          </p:val>
                                        </p:tav>
                                      </p:tavLst>
                                    </p:anim>
                                    <p:animEffect transition="in" filter="fade">
                                      <p:cBhvr>
                                        <p:cTn id="38" dur="500"/>
                                        <p:tgtEl>
                                          <p:spTgt spid="21"/>
                                        </p:tgtEl>
                                      </p:cBhvr>
                                    </p:animEffect>
                                  </p:childTnLst>
                                </p:cTn>
                              </p:par>
                              <p:par>
                                <p:cTn id="39" presetID="2" presetClass="entr" presetSubtype="8" accel="50000" decel="50000" fill="hold" nodeType="withEffect">
                                  <p:stCondLst>
                                    <p:cond delay="0"/>
                                  </p:stCondLst>
                                  <p:childTnLst>
                                    <p:set>
                                      <p:cBhvr>
                                        <p:cTn id="40" dur="1" fill="hold">
                                          <p:stCondLst>
                                            <p:cond delay="0"/>
                                          </p:stCondLst>
                                        </p:cTn>
                                        <p:tgtEl>
                                          <p:spTgt spid="13"/>
                                        </p:tgtEl>
                                        <p:attrNameLst>
                                          <p:attrName>style.visibility</p:attrName>
                                        </p:attrNameLst>
                                      </p:cBhvr>
                                      <p:to>
                                        <p:strVal val="visible"/>
                                      </p:to>
                                    </p:set>
                                    <p:anim calcmode="lin" valueType="num">
                                      <p:cBhvr additive="base">
                                        <p:cTn id="41" dur="500" fill="hold"/>
                                        <p:tgtEl>
                                          <p:spTgt spid="13"/>
                                        </p:tgtEl>
                                        <p:attrNameLst>
                                          <p:attrName>ppt_x</p:attrName>
                                        </p:attrNameLst>
                                      </p:cBhvr>
                                      <p:tavLst>
                                        <p:tav tm="0">
                                          <p:val>
                                            <p:strVal val="0-#ppt_w/2"/>
                                          </p:val>
                                        </p:tav>
                                        <p:tav tm="100000">
                                          <p:val>
                                            <p:strVal val="#ppt_x"/>
                                          </p:val>
                                        </p:tav>
                                      </p:tavLst>
                                    </p:anim>
                                    <p:anim calcmode="lin" valueType="num">
                                      <p:cBhvr additive="base">
                                        <p:cTn id="42" dur="500" fill="hold"/>
                                        <p:tgtEl>
                                          <p:spTgt spid="13"/>
                                        </p:tgtEl>
                                        <p:attrNameLst>
                                          <p:attrName>ppt_y</p:attrName>
                                        </p:attrNameLst>
                                      </p:cBhvr>
                                      <p:tavLst>
                                        <p:tav tm="0">
                                          <p:val>
                                            <p:strVal val="#ppt_y"/>
                                          </p:val>
                                        </p:tav>
                                        <p:tav tm="100000">
                                          <p:val>
                                            <p:strVal val="#ppt_y"/>
                                          </p:val>
                                        </p:tav>
                                      </p:tavLst>
                                    </p:anim>
                                  </p:childTnLst>
                                </p:cTn>
                              </p:par>
                            </p:childTnLst>
                          </p:cTn>
                        </p:par>
                        <p:par>
                          <p:cTn id="43" fill="hold">
                            <p:stCondLst>
                              <p:cond delay="2500"/>
                            </p:stCondLst>
                            <p:childTnLst>
                              <p:par>
                                <p:cTn id="44" presetID="53" presetClass="entr" presetSubtype="0"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500" fill="hold"/>
                                        <p:tgtEl>
                                          <p:spTgt spid="6"/>
                                        </p:tgtEl>
                                        <p:attrNameLst>
                                          <p:attrName>ppt_w</p:attrName>
                                        </p:attrNameLst>
                                      </p:cBhvr>
                                      <p:tavLst>
                                        <p:tav tm="0">
                                          <p:val>
                                            <p:fltVal val="0"/>
                                          </p:val>
                                        </p:tav>
                                        <p:tav tm="100000">
                                          <p:val>
                                            <p:strVal val="#ppt_w"/>
                                          </p:val>
                                        </p:tav>
                                      </p:tavLst>
                                    </p:anim>
                                    <p:anim calcmode="lin" valueType="num">
                                      <p:cBhvr>
                                        <p:cTn id="47" dur="500" fill="hold"/>
                                        <p:tgtEl>
                                          <p:spTgt spid="6"/>
                                        </p:tgtEl>
                                        <p:attrNameLst>
                                          <p:attrName>ppt_h</p:attrName>
                                        </p:attrNameLst>
                                      </p:cBhvr>
                                      <p:tavLst>
                                        <p:tav tm="0">
                                          <p:val>
                                            <p:fltVal val="0"/>
                                          </p:val>
                                        </p:tav>
                                        <p:tav tm="100000">
                                          <p:val>
                                            <p:strVal val="#ppt_h"/>
                                          </p:val>
                                        </p:tav>
                                      </p:tavLst>
                                    </p:anim>
                                    <p:animEffect transition="in" filter="fade">
                                      <p:cBhvr>
                                        <p:cTn id="48" dur="500"/>
                                        <p:tgtEl>
                                          <p:spTgt spid="6"/>
                                        </p:tgtEl>
                                      </p:cBhvr>
                                    </p:animEffect>
                                  </p:childTnLst>
                                </p:cTn>
                              </p:par>
                            </p:childTnLst>
                          </p:cTn>
                        </p:par>
                        <p:par>
                          <p:cTn id="49" fill="hold">
                            <p:stCondLst>
                              <p:cond delay="3000"/>
                            </p:stCondLst>
                            <p:childTnLst>
                              <p:par>
                                <p:cTn id="50" presetID="53" presetClass="entr" presetSubtype="0" fill="hold" grpId="0" nodeType="afterEffect">
                                  <p:stCondLst>
                                    <p:cond delay="0"/>
                                  </p:stCondLst>
                                  <p:childTnLst>
                                    <p:set>
                                      <p:cBhvr>
                                        <p:cTn id="51" dur="1" fill="hold">
                                          <p:stCondLst>
                                            <p:cond delay="0"/>
                                          </p:stCondLst>
                                        </p:cTn>
                                        <p:tgtEl>
                                          <p:spTgt spid="22"/>
                                        </p:tgtEl>
                                        <p:attrNameLst>
                                          <p:attrName>style.visibility</p:attrName>
                                        </p:attrNameLst>
                                      </p:cBhvr>
                                      <p:to>
                                        <p:strVal val="visible"/>
                                      </p:to>
                                    </p:set>
                                    <p:anim calcmode="lin" valueType="num">
                                      <p:cBhvr>
                                        <p:cTn id="52" dur="500" fill="hold"/>
                                        <p:tgtEl>
                                          <p:spTgt spid="22"/>
                                        </p:tgtEl>
                                        <p:attrNameLst>
                                          <p:attrName>ppt_w</p:attrName>
                                        </p:attrNameLst>
                                      </p:cBhvr>
                                      <p:tavLst>
                                        <p:tav tm="0">
                                          <p:val>
                                            <p:fltVal val="0"/>
                                          </p:val>
                                        </p:tav>
                                        <p:tav tm="100000">
                                          <p:val>
                                            <p:strVal val="#ppt_w"/>
                                          </p:val>
                                        </p:tav>
                                      </p:tavLst>
                                    </p:anim>
                                    <p:anim calcmode="lin" valueType="num">
                                      <p:cBhvr>
                                        <p:cTn id="53" dur="500" fill="hold"/>
                                        <p:tgtEl>
                                          <p:spTgt spid="22"/>
                                        </p:tgtEl>
                                        <p:attrNameLst>
                                          <p:attrName>ppt_h</p:attrName>
                                        </p:attrNameLst>
                                      </p:cBhvr>
                                      <p:tavLst>
                                        <p:tav tm="0">
                                          <p:val>
                                            <p:fltVal val="0"/>
                                          </p:val>
                                        </p:tav>
                                        <p:tav tm="100000">
                                          <p:val>
                                            <p:strVal val="#ppt_h"/>
                                          </p:val>
                                        </p:tav>
                                      </p:tavLst>
                                    </p:anim>
                                    <p:animEffect transition="in" filter="fade">
                                      <p:cBhvr>
                                        <p:cTn id="54" dur="500"/>
                                        <p:tgtEl>
                                          <p:spTgt spid="22"/>
                                        </p:tgtEl>
                                      </p:cBhvr>
                                    </p:animEffect>
                                  </p:childTnLst>
                                </p:cTn>
                              </p:par>
                              <p:par>
                                <p:cTn id="55" presetID="2" presetClass="entr" presetSubtype="2" accel="50000" decel="50000" fill="hold" nodeType="with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500" fill="hold"/>
                                        <p:tgtEl>
                                          <p:spTgt spid="12"/>
                                        </p:tgtEl>
                                        <p:attrNameLst>
                                          <p:attrName>ppt_x</p:attrName>
                                        </p:attrNameLst>
                                      </p:cBhvr>
                                      <p:tavLst>
                                        <p:tav tm="0">
                                          <p:val>
                                            <p:strVal val="1+#ppt_w/2"/>
                                          </p:val>
                                        </p:tav>
                                        <p:tav tm="100000">
                                          <p:val>
                                            <p:strVal val="#ppt_x"/>
                                          </p:val>
                                        </p:tav>
                                      </p:tavLst>
                                    </p:anim>
                                    <p:anim calcmode="lin" valueType="num">
                                      <p:cBhvr additive="base">
                                        <p:cTn id="58" dur="500" fill="hold"/>
                                        <p:tgtEl>
                                          <p:spTgt spid="12"/>
                                        </p:tgtEl>
                                        <p:attrNameLst>
                                          <p:attrName>ppt_y</p:attrName>
                                        </p:attrNameLst>
                                      </p:cBhvr>
                                      <p:tavLst>
                                        <p:tav tm="0">
                                          <p:val>
                                            <p:strVal val="#ppt_y"/>
                                          </p:val>
                                        </p:tav>
                                        <p:tav tm="100000">
                                          <p:val>
                                            <p:strVal val="#ppt_y"/>
                                          </p:val>
                                        </p:tav>
                                      </p:tavLst>
                                    </p:anim>
                                  </p:childTnLst>
                                </p:cTn>
                              </p:par>
                            </p:childTnLst>
                          </p:cTn>
                        </p:par>
                        <p:par>
                          <p:cTn id="59" fill="hold">
                            <p:stCondLst>
                              <p:cond delay="3500"/>
                            </p:stCondLst>
                            <p:childTnLst>
                              <p:par>
                                <p:cTn id="60" presetID="53" presetClass="entr" presetSubtype="0" fill="hold" nodeType="after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 fill="hold"/>
                                        <p:tgtEl>
                                          <p:spTgt spid="9"/>
                                        </p:tgtEl>
                                        <p:attrNameLst>
                                          <p:attrName>ppt_w</p:attrName>
                                        </p:attrNameLst>
                                      </p:cBhvr>
                                      <p:tavLst>
                                        <p:tav tm="0">
                                          <p:val>
                                            <p:fltVal val="0"/>
                                          </p:val>
                                        </p:tav>
                                        <p:tav tm="100000">
                                          <p:val>
                                            <p:strVal val="#ppt_w"/>
                                          </p:val>
                                        </p:tav>
                                      </p:tavLst>
                                    </p:anim>
                                    <p:anim calcmode="lin" valueType="num">
                                      <p:cBhvr>
                                        <p:cTn id="63" dur="500" fill="hold"/>
                                        <p:tgtEl>
                                          <p:spTgt spid="9"/>
                                        </p:tgtEl>
                                        <p:attrNameLst>
                                          <p:attrName>ppt_h</p:attrName>
                                        </p:attrNameLst>
                                      </p:cBhvr>
                                      <p:tavLst>
                                        <p:tav tm="0">
                                          <p:val>
                                            <p:fltVal val="0"/>
                                          </p:val>
                                        </p:tav>
                                        <p:tav tm="100000">
                                          <p:val>
                                            <p:strVal val="#ppt_h"/>
                                          </p:val>
                                        </p:tav>
                                      </p:tavLst>
                                    </p:anim>
                                    <p:animEffect transition="in" filter="fade">
                                      <p:cBhvr>
                                        <p:cTn id="64" dur="500"/>
                                        <p:tgtEl>
                                          <p:spTgt spid="9"/>
                                        </p:tgtEl>
                                      </p:cBhvr>
                                    </p:animEffect>
                                  </p:childTnLst>
                                </p:cTn>
                              </p:par>
                            </p:childTnLst>
                          </p:cTn>
                        </p:par>
                        <p:par>
                          <p:cTn id="65" fill="hold">
                            <p:stCondLst>
                              <p:cond delay="4000"/>
                            </p:stCondLst>
                            <p:childTnLst>
                              <p:par>
                                <p:cTn id="66" presetID="53" presetClass="entr" presetSubtype="0" fill="hold" grpId="0" nodeType="afterEffect">
                                  <p:stCondLst>
                                    <p:cond delay="0"/>
                                  </p:stCondLst>
                                  <p:childTnLst>
                                    <p:set>
                                      <p:cBhvr>
                                        <p:cTn id="67" dur="1" fill="hold">
                                          <p:stCondLst>
                                            <p:cond delay="0"/>
                                          </p:stCondLst>
                                        </p:cTn>
                                        <p:tgtEl>
                                          <p:spTgt spid="23"/>
                                        </p:tgtEl>
                                        <p:attrNameLst>
                                          <p:attrName>style.visibility</p:attrName>
                                        </p:attrNameLst>
                                      </p:cBhvr>
                                      <p:to>
                                        <p:strVal val="visible"/>
                                      </p:to>
                                    </p:set>
                                    <p:anim calcmode="lin" valueType="num">
                                      <p:cBhvr>
                                        <p:cTn id="68" dur="500" fill="hold"/>
                                        <p:tgtEl>
                                          <p:spTgt spid="23"/>
                                        </p:tgtEl>
                                        <p:attrNameLst>
                                          <p:attrName>ppt_w</p:attrName>
                                        </p:attrNameLst>
                                      </p:cBhvr>
                                      <p:tavLst>
                                        <p:tav tm="0">
                                          <p:val>
                                            <p:fltVal val="0"/>
                                          </p:val>
                                        </p:tav>
                                        <p:tav tm="100000">
                                          <p:val>
                                            <p:strVal val="#ppt_w"/>
                                          </p:val>
                                        </p:tav>
                                      </p:tavLst>
                                    </p:anim>
                                    <p:anim calcmode="lin" valueType="num">
                                      <p:cBhvr>
                                        <p:cTn id="69" dur="500" fill="hold"/>
                                        <p:tgtEl>
                                          <p:spTgt spid="23"/>
                                        </p:tgtEl>
                                        <p:attrNameLst>
                                          <p:attrName>ppt_h</p:attrName>
                                        </p:attrNameLst>
                                      </p:cBhvr>
                                      <p:tavLst>
                                        <p:tav tm="0">
                                          <p:val>
                                            <p:fltVal val="0"/>
                                          </p:val>
                                        </p:tav>
                                        <p:tav tm="100000">
                                          <p:val>
                                            <p:strVal val="#ppt_h"/>
                                          </p:val>
                                        </p:tav>
                                      </p:tavLst>
                                    </p:anim>
                                    <p:animEffect transition="in" filter="fade">
                                      <p:cBhvr>
                                        <p:cTn id="70" dur="500"/>
                                        <p:tgtEl>
                                          <p:spTgt spid="23"/>
                                        </p:tgtEl>
                                      </p:cBhvr>
                                    </p:animEffect>
                                  </p:childTnLst>
                                </p:cTn>
                              </p:par>
                              <p:par>
                                <p:cTn id="71" presetID="2" presetClass="entr" presetSubtype="2" accel="50000" decel="50000" fill="hold" nodeType="withEffect">
                                  <p:stCondLst>
                                    <p:cond delay="0"/>
                                  </p:stCondLst>
                                  <p:childTnLst>
                                    <p:set>
                                      <p:cBhvr>
                                        <p:cTn id="72" dur="1" fill="hold">
                                          <p:stCondLst>
                                            <p:cond delay="0"/>
                                          </p:stCondLst>
                                        </p:cTn>
                                        <p:tgtEl>
                                          <p:spTgt spid="16"/>
                                        </p:tgtEl>
                                        <p:attrNameLst>
                                          <p:attrName>style.visibility</p:attrName>
                                        </p:attrNameLst>
                                      </p:cBhvr>
                                      <p:to>
                                        <p:strVal val="visible"/>
                                      </p:to>
                                    </p:set>
                                    <p:anim calcmode="lin" valueType="num">
                                      <p:cBhvr additive="base">
                                        <p:cTn id="73" dur="500" fill="hold"/>
                                        <p:tgtEl>
                                          <p:spTgt spid="16"/>
                                        </p:tgtEl>
                                        <p:attrNameLst>
                                          <p:attrName>ppt_x</p:attrName>
                                        </p:attrNameLst>
                                      </p:cBhvr>
                                      <p:tavLst>
                                        <p:tav tm="0">
                                          <p:val>
                                            <p:strVal val="1+#ppt_w/2"/>
                                          </p:val>
                                        </p:tav>
                                        <p:tav tm="100000">
                                          <p:val>
                                            <p:strVal val="#ppt_x"/>
                                          </p:val>
                                        </p:tav>
                                      </p:tavLst>
                                    </p:anim>
                                    <p:anim calcmode="lin" valueType="num">
                                      <p:cBhvr additive="base">
                                        <p:cTn id="74" dur="500" fill="hold"/>
                                        <p:tgtEl>
                                          <p:spTgt spid="16"/>
                                        </p:tgtEl>
                                        <p:attrNameLst>
                                          <p:attrName>ppt_y</p:attrName>
                                        </p:attrNameLst>
                                      </p:cBhvr>
                                      <p:tavLst>
                                        <p:tav tm="0">
                                          <p:val>
                                            <p:strVal val="#ppt_y"/>
                                          </p:val>
                                        </p:tav>
                                        <p:tav tm="100000">
                                          <p:val>
                                            <p:strVal val="#ppt_y"/>
                                          </p:val>
                                        </p:tav>
                                      </p:tavLst>
                                    </p:anim>
                                  </p:childTnLst>
                                </p:cTn>
                              </p:par>
                            </p:childTnLst>
                          </p:cTn>
                        </p:par>
                        <p:par>
                          <p:cTn id="75" fill="hold">
                            <p:stCondLst>
                              <p:cond delay="4500"/>
                            </p:stCondLst>
                            <p:childTnLst>
                              <p:par>
                                <p:cTn id="76" presetID="53" presetClass="entr" presetSubtype="0" fill="hold" nodeType="afterEffect">
                                  <p:stCondLst>
                                    <p:cond delay="0"/>
                                  </p:stCondLst>
                                  <p:childTnLst>
                                    <p:set>
                                      <p:cBhvr>
                                        <p:cTn id="77" dur="1" fill="hold">
                                          <p:stCondLst>
                                            <p:cond delay="0"/>
                                          </p:stCondLst>
                                        </p:cTn>
                                        <p:tgtEl>
                                          <p:spTgt spid="8"/>
                                        </p:tgtEl>
                                        <p:attrNameLst>
                                          <p:attrName>style.visibility</p:attrName>
                                        </p:attrNameLst>
                                      </p:cBhvr>
                                      <p:to>
                                        <p:strVal val="visible"/>
                                      </p:to>
                                    </p:set>
                                    <p:anim calcmode="lin" valueType="num">
                                      <p:cBhvr>
                                        <p:cTn id="78" dur="500" fill="hold"/>
                                        <p:tgtEl>
                                          <p:spTgt spid="8"/>
                                        </p:tgtEl>
                                        <p:attrNameLst>
                                          <p:attrName>ppt_w</p:attrName>
                                        </p:attrNameLst>
                                      </p:cBhvr>
                                      <p:tavLst>
                                        <p:tav tm="0">
                                          <p:val>
                                            <p:fltVal val="0"/>
                                          </p:val>
                                        </p:tav>
                                        <p:tav tm="100000">
                                          <p:val>
                                            <p:strVal val="#ppt_w"/>
                                          </p:val>
                                        </p:tav>
                                      </p:tavLst>
                                    </p:anim>
                                    <p:anim calcmode="lin" valueType="num">
                                      <p:cBhvr>
                                        <p:cTn id="79" dur="500" fill="hold"/>
                                        <p:tgtEl>
                                          <p:spTgt spid="8"/>
                                        </p:tgtEl>
                                        <p:attrNameLst>
                                          <p:attrName>ppt_h</p:attrName>
                                        </p:attrNameLst>
                                      </p:cBhvr>
                                      <p:tavLst>
                                        <p:tav tm="0">
                                          <p:val>
                                            <p:fltVal val="0"/>
                                          </p:val>
                                        </p:tav>
                                        <p:tav tm="100000">
                                          <p:val>
                                            <p:strVal val="#ppt_h"/>
                                          </p:val>
                                        </p:tav>
                                      </p:tavLst>
                                    </p:anim>
                                    <p:animEffect transition="in" filter="fade">
                                      <p:cBhvr>
                                        <p:cTn id="80" dur="500"/>
                                        <p:tgtEl>
                                          <p:spTgt spid="8"/>
                                        </p:tgtEl>
                                      </p:cBhvr>
                                    </p:animEffect>
                                  </p:childTnLst>
                                </p:cTn>
                              </p:par>
                            </p:childTnLst>
                          </p:cTn>
                        </p:par>
                        <p:par>
                          <p:cTn id="81" fill="hold">
                            <p:stCondLst>
                              <p:cond delay="5000"/>
                            </p:stCondLst>
                            <p:childTnLst>
                              <p:par>
                                <p:cTn id="82" presetID="53" presetClass="entr" presetSubtype="0" fill="hold" grpId="0" nodeType="afterEffect">
                                  <p:stCondLst>
                                    <p:cond delay="0"/>
                                  </p:stCondLst>
                                  <p:childTnLst>
                                    <p:set>
                                      <p:cBhvr>
                                        <p:cTn id="83" dur="1" fill="hold">
                                          <p:stCondLst>
                                            <p:cond delay="0"/>
                                          </p:stCondLst>
                                        </p:cTn>
                                        <p:tgtEl>
                                          <p:spTgt spid="24"/>
                                        </p:tgtEl>
                                        <p:attrNameLst>
                                          <p:attrName>style.visibility</p:attrName>
                                        </p:attrNameLst>
                                      </p:cBhvr>
                                      <p:to>
                                        <p:strVal val="visible"/>
                                      </p:to>
                                    </p:set>
                                    <p:anim calcmode="lin" valueType="num">
                                      <p:cBhvr>
                                        <p:cTn id="84" dur="500" fill="hold"/>
                                        <p:tgtEl>
                                          <p:spTgt spid="24"/>
                                        </p:tgtEl>
                                        <p:attrNameLst>
                                          <p:attrName>ppt_w</p:attrName>
                                        </p:attrNameLst>
                                      </p:cBhvr>
                                      <p:tavLst>
                                        <p:tav tm="0">
                                          <p:val>
                                            <p:fltVal val="0"/>
                                          </p:val>
                                        </p:tav>
                                        <p:tav tm="100000">
                                          <p:val>
                                            <p:strVal val="#ppt_w"/>
                                          </p:val>
                                        </p:tav>
                                      </p:tavLst>
                                    </p:anim>
                                    <p:anim calcmode="lin" valueType="num">
                                      <p:cBhvr>
                                        <p:cTn id="85" dur="500" fill="hold"/>
                                        <p:tgtEl>
                                          <p:spTgt spid="24"/>
                                        </p:tgtEl>
                                        <p:attrNameLst>
                                          <p:attrName>ppt_h</p:attrName>
                                        </p:attrNameLst>
                                      </p:cBhvr>
                                      <p:tavLst>
                                        <p:tav tm="0">
                                          <p:val>
                                            <p:fltVal val="0"/>
                                          </p:val>
                                        </p:tav>
                                        <p:tav tm="100000">
                                          <p:val>
                                            <p:strVal val="#ppt_h"/>
                                          </p:val>
                                        </p:tav>
                                      </p:tavLst>
                                    </p:anim>
                                    <p:animEffect transition="in" filter="fade">
                                      <p:cBhvr>
                                        <p:cTn id="86" dur="500"/>
                                        <p:tgtEl>
                                          <p:spTgt spid="24"/>
                                        </p:tgtEl>
                                      </p:cBhvr>
                                    </p:animEffect>
                                  </p:childTnLst>
                                </p:cTn>
                              </p:par>
                              <p:par>
                                <p:cTn id="87" presetID="2" presetClass="entr" presetSubtype="2" accel="50000" decel="50000" fill="hold" nodeType="withEffect">
                                  <p:stCondLst>
                                    <p:cond delay="0"/>
                                  </p:stCondLst>
                                  <p:childTnLst>
                                    <p:set>
                                      <p:cBhvr>
                                        <p:cTn id="88" dur="1" fill="hold">
                                          <p:stCondLst>
                                            <p:cond delay="0"/>
                                          </p:stCondLst>
                                        </p:cTn>
                                        <p:tgtEl>
                                          <p:spTgt spid="11"/>
                                        </p:tgtEl>
                                        <p:attrNameLst>
                                          <p:attrName>style.visibility</p:attrName>
                                        </p:attrNameLst>
                                      </p:cBhvr>
                                      <p:to>
                                        <p:strVal val="visible"/>
                                      </p:to>
                                    </p:set>
                                    <p:anim calcmode="lin" valueType="num">
                                      <p:cBhvr additive="base">
                                        <p:cTn id="89" dur="500" fill="hold"/>
                                        <p:tgtEl>
                                          <p:spTgt spid="11"/>
                                        </p:tgtEl>
                                        <p:attrNameLst>
                                          <p:attrName>ppt_x</p:attrName>
                                        </p:attrNameLst>
                                      </p:cBhvr>
                                      <p:tavLst>
                                        <p:tav tm="0">
                                          <p:val>
                                            <p:strVal val="1+#ppt_w/2"/>
                                          </p:val>
                                        </p:tav>
                                        <p:tav tm="100000">
                                          <p:val>
                                            <p:strVal val="#ppt_x"/>
                                          </p:val>
                                        </p:tav>
                                      </p:tavLst>
                                    </p:anim>
                                    <p:anim calcmode="lin" valueType="num">
                                      <p:cBhvr additive="base">
                                        <p:cTn id="90" dur="500" fill="hold"/>
                                        <p:tgtEl>
                                          <p:spTgt spid="11"/>
                                        </p:tgtEl>
                                        <p:attrNameLst>
                                          <p:attrName>ppt_y</p:attrName>
                                        </p:attrNameLst>
                                      </p:cBhvr>
                                      <p:tavLst>
                                        <p:tav tm="0">
                                          <p:val>
                                            <p:strVal val="#ppt_y"/>
                                          </p:val>
                                        </p:tav>
                                        <p:tav tm="100000">
                                          <p:val>
                                            <p:strVal val="#ppt_y"/>
                                          </p:val>
                                        </p:tav>
                                      </p:tavLst>
                                    </p:anim>
                                  </p:childTnLst>
                                </p:cTn>
                              </p:par>
                            </p:childTnLst>
                          </p:cTn>
                        </p:par>
                        <p:par>
                          <p:cTn id="91" fill="hold">
                            <p:stCondLst>
                              <p:cond delay="5500"/>
                            </p:stCondLst>
                            <p:childTnLst>
                              <p:par>
                                <p:cTn id="92" presetID="53" presetClass="entr" presetSubtype="0" fill="hold" nodeType="afterEffect">
                                  <p:stCondLst>
                                    <p:cond delay="0"/>
                                  </p:stCondLst>
                                  <p:childTnLst>
                                    <p:set>
                                      <p:cBhvr>
                                        <p:cTn id="93" dur="1" fill="hold">
                                          <p:stCondLst>
                                            <p:cond delay="0"/>
                                          </p:stCondLst>
                                        </p:cTn>
                                        <p:tgtEl>
                                          <p:spTgt spid="7"/>
                                        </p:tgtEl>
                                        <p:attrNameLst>
                                          <p:attrName>style.visibility</p:attrName>
                                        </p:attrNameLst>
                                      </p:cBhvr>
                                      <p:to>
                                        <p:strVal val="visible"/>
                                      </p:to>
                                    </p:set>
                                    <p:anim calcmode="lin" valueType="num">
                                      <p:cBhvr>
                                        <p:cTn id="94" dur="500" fill="hold"/>
                                        <p:tgtEl>
                                          <p:spTgt spid="7"/>
                                        </p:tgtEl>
                                        <p:attrNameLst>
                                          <p:attrName>ppt_w</p:attrName>
                                        </p:attrNameLst>
                                      </p:cBhvr>
                                      <p:tavLst>
                                        <p:tav tm="0">
                                          <p:val>
                                            <p:fltVal val="0"/>
                                          </p:val>
                                        </p:tav>
                                        <p:tav tm="100000">
                                          <p:val>
                                            <p:strVal val="#ppt_w"/>
                                          </p:val>
                                        </p:tav>
                                      </p:tavLst>
                                    </p:anim>
                                    <p:anim calcmode="lin" valueType="num">
                                      <p:cBhvr>
                                        <p:cTn id="95" dur="500" fill="hold"/>
                                        <p:tgtEl>
                                          <p:spTgt spid="7"/>
                                        </p:tgtEl>
                                        <p:attrNameLst>
                                          <p:attrName>ppt_h</p:attrName>
                                        </p:attrNameLst>
                                      </p:cBhvr>
                                      <p:tavLst>
                                        <p:tav tm="0">
                                          <p:val>
                                            <p:fltVal val="0"/>
                                          </p:val>
                                        </p:tav>
                                        <p:tav tm="100000">
                                          <p:val>
                                            <p:strVal val="#ppt_h"/>
                                          </p:val>
                                        </p:tav>
                                      </p:tavLst>
                                    </p:anim>
                                    <p:animEffect transition="in" filter="fade">
                                      <p:cBhvr>
                                        <p:cTn id="96" dur="500"/>
                                        <p:tgtEl>
                                          <p:spTgt spid="7"/>
                                        </p:tgtEl>
                                      </p:cBhvr>
                                    </p:animEffect>
                                  </p:childTnLst>
                                </p:cTn>
                              </p:par>
                            </p:childTnLst>
                          </p:cTn>
                        </p:par>
                        <p:par>
                          <p:cTn id="97" fill="hold">
                            <p:stCondLst>
                              <p:cond delay="6000"/>
                            </p:stCondLst>
                            <p:childTnLst>
                              <p:par>
                                <p:cTn id="98" presetID="53" presetClass="entr" presetSubtype="0" fill="hold" grpId="0" nodeType="afterEffect">
                                  <p:stCondLst>
                                    <p:cond delay="0"/>
                                  </p:stCondLst>
                                  <p:childTnLst>
                                    <p:set>
                                      <p:cBhvr>
                                        <p:cTn id="99" dur="1" fill="hold">
                                          <p:stCondLst>
                                            <p:cond delay="0"/>
                                          </p:stCondLst>
                                        </p:cTn>
                                        <p:tgtEl>
                                          <p:spTgt spid="25"/>
                                        </p:tgtEl>
                                        <p:attrNameLst>
                                          <p:attrName>style.visibility</p:attrName>
                                        </p:attrNameLst>
                                      </p:cBhvr>
                                      <p:to>
                                        <p:strVal val="visible"/>
                                      </p:to>
                                    </p:set>
                                    <p:anim calcmode="lin" valueType="num">
                                      <p:cBhvr>
                                        <p:cTn id="100" dur="500" fill="hold"/>
                                        <p:tgtEl>
                                          <p:spTgt spid="25"/>
                                        </p:tgtEl>
                                        <p:attrNameLst>
                                          <p:attrName>ppt_w</p:attrName>
                                        </p:attrNameLst>
                                      </p:cBhvr>
                                      <p:tavLst>
                                        <p:tav tm="0">
                                          <p:val>
                                            <p:fltVal val="0"/>
                                          </p:val>
                                        </p:tav>
                                        <p:tav tm="100000">
                                          <p:val>
                                            <p:strVal val="#ppt_w"/>
                                          </p:val>
                                        </p:tav>
                                      </p:tavLst>
                                    </p:anim>
                                    <p:anim calcmode="lin" valueType="num">
                                      <p:cBhvr>
                                        <p:cTn id="101" dur="500" fill="hold"/>
                                        <p:tgtEl>
                                          <p:spTgt spid="25"/>
                                        </p:tgtEl>
                                        <p:attrNameLst>
                                          <p:attrName>ppt_h</p:attrName>
                                        </p:attrNameLst>
                                      </p:cBhvr>
                                      <p:tavLst>
                                        <p:tav tm="0">
                                          <p:val>
                                            <p:fltVal val="0"/>
                                          </p:val>
                                        </p:tav>
                                        <p:tav tm="100000">
                                          <p:val>
                                            <p:strVal val="#ppt_h"/>
                                          </p:val>
                                        </p:tav>
                                      </p:tavLst>
                                    </p:anim>
                                    <p:animEffect transition="in" filter="fade">
                                      <p:cBhvr>
                                        <p:cTn id="102" dur="500"/>
                                        <p:tgtEl>
                                          <p:spTgt spid="25"/>
                                        </p:tgtEl>
                                      </p:cBhvr>
                                    </p:animEffect>
                                  </p:childTnLst>
                                </p:cTn>
                              </p:par>
                              <p:par>
                                <p:cTn id="103" presetID="2" presetClass="entr" presetSubtype="8" accel="50000" decel="50000" fill="hold" nodeType="withEffect">
                                  <p:stCondLst>
                                    <p:cond delay="0"/>
                                  </p:stCondLst>
                                  <p:childTnLst>
                                    <p:set>
                                      <p:cBhvr>
                                        <p:cTn id="104" dur="1" fill="hold">
                                          <p:stCondLst>
                                            <p:cond delay="0"/>
                                          </p:stCondLst>
                                        </p:cTn>
                                        <p:tgtEl>
                                          <p:spTgt spid="14"/>
                                        </p:tgtEl>
                                        <p:attrNameLst>
                                          <p:attrName>style.visibility</p:attrName>
                                        </p:attrNameLst>
                                      </p:cBhvr>
                                      <p:to>
                                        <p:strVal val="visible"/>
                                      </p:to>
                                    </p:set>
                                    <p:anim calcmode="lin" valueType="num">
                                      <p:cBhvr additive="base">
                                        <p:cTn id="105" dur="500" fill="hold"/>
                                        <p:tgtEl>
                                          <p:spTgt spid="14"/>
                                        </p:tgtEl>
                                        <p:attrNameLst>
                                          <p:attrName>ppt_x</p:attrName>
                                        </p:attrNameLst>
                                      </p:cBhvr>
                                      <p:tavLst>
                                        <p:tav tm="0">
                                          <p:val>
                                            <p:strVal val="0-#ppt_w/2"/>
                                          </p:val>
                                        </p:tav>
                                        <p:tav tm="100000">
                                          <p:val>
                                            <p:strVal val="#ppt_x"/>
                                          </p:val>
                                        </p:tav>
                                      </p:tavLst>
                                    </p:anim>
                                    <p:anim calcmode="lin" valueType="num">
                                      <p:cBhvr additive="base">
                                        <p:cTn id="106"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378498"/>
            <a:ext cx="3209533" cy="523220"/>
          </a:xfrm>
          <a:prstGeom prst="rect">
            <a:avLst/>
          </a:prstGeom>
          <a:noFill/>
        </p:spPr>
        <p:txBody>
          <a:bodyPr wrap="none" rtlCol="0">
            <a:spAutoFit/>
          </a:bodyPr>
          <a:lstStyle/>
          <a:p>
            <a:r>
              <a:rPr lang="en-US" sz="2800" b="1" cap="all" dirty="0">
                <a:solidFill>
                  <a:schemeClr val="tx1">
                    <a:lumMod val="50000"/>
                    <a:lumOff val="50000"/>
                  </a:schemeClr>
                </a:solidFill>
              </a:rPr>
              <a:t>Data TREE Diagram</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355341"/>
            <a:ext cx="30067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Growth Infographic</a:t>
            </a:r>
            <a:endParaRPr lang="en-US" dirty="0"/>
          </a:p>
        </p:txBody>
      </p:sp>
      <p:sp>
        <p:nvSpPr>
          <p:cNvPr id="8" name="Text Placeholder 7"/>
          <p:cNvSpPr>
            <a:spLocks noGrp="1"/>
          </p:cNvSpPr>
          <p:nvPr>
            <p:ph type="body" sz="half" idx="2"/>
          </p:nvPr>
        </p:nvSpPr>
        <p:spPr/>
        <p:txBody>
          <a:bodyPr/>
          <a:lstStyle/>
          <a:p>
            <a:r>
              <a:rPr lang="en-US"/>
              <a:t>Growth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104</a:t>
            </a:fld>
            <a:endParaRPr lang="en-US" dirty="0"/>
          </a:p>
        </p:txBody>
      </p:sp>
      <p:sp>
        <p:nvSpPr>
          <p:cNvPr id="1029" name="Freeform 5"/>
          <p:cNvSpPr>
            <a:spLocks noEditPoints="1"/>
          </p:cNvSpPr>
          <p:nvPr/>
        </p:nvSpPr>
        <p:spPr bwMode="auto">
          <a:xfrm>
            <a:off x="4399722" y="3714972"/>
            <a:ext cx="4419600" cy="1295178"/>
          </a:xfrm>
          <a:custGeom>
            <a:avLst/>
            <a:gdLst/>
            <a:ahLst/>
            <a:cxnLst>
              <a:cxn ang="0">
                <a:pos x="1192" y="292"/>
              </a:cxn>
              <a:cxn ang="0">
                <a:pos x="583" y="487"/>
              </a:cxn>
              <a:cxn ang="0">
                <a:pos x="353" y="565"/>
              </a:cxn>
              <a:cxn ang="0">
                <a:pos x="108" y="713"/>
              </a:cxn>
              <a:cxn ang="0">
                <a:pos x="274" y="663"/>
              </a:cxn>
              <a:cxn ang="0">
                <a:pos x="292" y="698"/>
              </a:cxn>
              <a:cxn ang="0">
                <a:pos x="289" y="769"/>
              </a:cxn>
              <a:cxn ang="0">
                <a:pos x="476" y="566"/>
              </a:cxn>
              <a:cxn ang="0">
                <a:pos x="385" y="681"/>
              </a:cxn>
              <a:cxn ang="0">
                <a:pos x="493" y="658"/>
              </a:cxn>
              <a:cxn ang="0">
                <a:pos x="558" y="929"/>
              </a:cxn>
              <a:cxn ang="0">
                <a:pos x="634" y="856"/>
              </a:cxn>
              <a:cxn ang="0">
                <a:pos x="685" y="969"/>
              </a:cxn>
              <a:cxn ang="0">
                <a:pos x="829" y="634"/>
              </a:cxn>
              <a:cxn ang="0">
                <a:pos x="845" y="590"/>
              </a:cxn>
              <a:cxn ang="0">
                <a:pos x="837" y="812"/>
              </a:cxn>
              <a:cxn ang="0">
                <a:pos x="917" y="887"/>
              </a:cxn>
              <a:cxn ang="0">
                <a:pos x="913" y="1008"/>
              </a:cxn>
              <a:cxn ang="0">
                <a:pos x="969" y="1030"/>
              </a:cxn>
              <a:cxn ang="0">
                <a:pos x="1003" y="921"/>
              </a:cxn>
              <a:cxn ang="0">
                <a:pos x="999" y="759"/>
              </a:cxn>
              <a:cxn ang="0">
                <a:pos x="1027" y="668"/>
              </a:cxn>
              <a:cxn ang="0">
                <a:pos x="1088" y="806"/>
              </a:cxn>
              <a:cxn ang="0">
                <a:pos x="1159" y="975"/>
              </a:cxn>
              <a:cxn ang="0">
                <a:pos x="1201" y="878"/>
              </a:cxn>
              <a:cxn ang="0">
                <a:pos x="1185" y="686"/>
              </a:cxn>
              <a:cxn ang="0">
                <a:pos x="1276" y="913"/>
              </a:cxn>
              <a:cxn ang="0">
                <a:pos x="1376" y="783"/>
              </a:cxn>
              <a:cxn ang="0">
                <a:pos x="1442" y="992"/>
              </a:cxn>
              <a:cxn ang="0">
                <a:pos x="1488" y="802"/>
              </a:cxn>
              <a:cxn ang="0">
                <a:pos x="1540" y="768"/>
              </a:cxn>
              <a:cxn ang="0">
                <a:pos x="1540" y="703"/>
              </a:cxn>
              <a:cxn ang="0">
                <a:pos x="1629" y="642"/>
              </a:cxn>
              <a:cxn ang="0">
                <a:pos x="1801" y="725"/>
              </a:cxn>
              <a:cxn ang="0">
                <a:pos x="1699" y="656"/>
              </a:cxn>
              <a:cxn ang="0">
                <a:pos x="1773" y="641"/>
              </a:cxn>
              <a:cxn ang="0">
                <a:pos x="1905" y="633"/>
              </a:cxn>
              <a:cxn ang="0">
                <a:pos x="1938" y="550"/>
              </a:cxn>
              <a:cxn ang="0">
                <a:pos x="558" y="730"/>
              </a:cxn>
              <a:cxn ang="0">
                <a:pos x="780" y="465"/>
              </a:cxn>
              <a:cxn ang="0">
                <a:pos x="692" y="685"/>
              </a:cxn>
              <a:cxn ang="0">
                <a:pos x="707" y="770"/>
              </a:cxn>
              <a:cxn ang="0">
                <a:pos x="819" y="606"/>
              </a:cxn>
              <a:cxn ang="0">
                <a:pos x="779" y="547"/>
              </a:cxn>
              <a:cxn ang="0">
                <a:pos x="957" y="585"/>
              </a:cxn>
              <a:cxn ang="0">
                <a:pos x="1034" y="516"/>
              </a:cxn>
              <a:cxn ang="0">
                <a:pos x="1171" y="620"/>
              </a:cxn>
              <a:cxn ang="0">
                <a:pos x="1468" y="469"/>
              </a:cxn>
              <a:cxn ang="0">
                <a:pos x="1246" y="675"/>
              </a:cxn>
              <a:cxn ang="0">
                <a:pos x="1290" y="691"/>
              </a:cxn>
              <a:cxn ang="0">
                <a:pos x="1413" y="691"/>
              </a:cxn>
              <a:cxn ang="0">
                <a:pos x="1404" y="767"/>
              </a:cxn>
              <a:cxn ang="0">
                <a:pos x="1434" y="736"/>
              </a:cxn>
              <a:cxn ang="0">
                <a:pos x="1543" y="726"/>
              </a:cxn>
              <a:cxn ang="0">
                <a:pos x="1573" y="640"/>
              </a:cxn>
              <a:cxn ang="0">
                <a:pos x="1571" y="592"/>
              </a:cxn>
              <a:cxn ang="0">
                <a:pos x="1440" y="582"/>
              </a:cxn>
              <a:cxn ang="0">
                <a:pos x="1649" y="548"/>
              </a:cxn>
            </a:cxnLst>
            <a:rect l="0" t="0" r="r" b="b"/>
            <a:pathLst>
              <a:path w="2016" h="1175">
                <a:moveTo>
                  <a:pt x="1950" y="511"/>
                </a:moveTo>
                <a:cubicBezTo>
                  <a:pt x="1972" y="503"/>
                  <a:pt x="1992" y="497"/>
                  <a:pt x="2016" y="502"/>
                </a:cubicBezTo>
                <a:cubicBezTo>
                  <a:pt x="2003" y="498"/>
                  <a:pt x="1990" y="497"/>
                  <a:pt x="1976" y="500"/>
                </a:cubicBezTo>
                <a:cubicBezTo>
                  <a:pt x="1958" y="503"/>
                  <a:pt x="1940" y="511"/>
                  <a:pt x="1921" y="511"/>
                </a:cubicBezTo>
                <a:cubicBezTo>
                  <a:pt x="1898" y="512"/>
                  <a:pt x="1876" y="504"/>
                  <a:pt x="1854" y="499"/>
                </a:cubicBezTo>
                <a:cubicBezTo>
                  <a:pt x="1795" y="487"/>
                  <a:pt x="1735" y="483"/>
                  <a:pt x="1676" y="473"/>
                </a:cubicBezTo>
                <a:cubicBezTo>
                  <a:pt x="1656" y="469"/>
                  <a:pt x="1636" y="468"/>
                  <a:pt x="1616" y="465"/>
                </a:cubicBezTo>
                <a:cubicBezTo>
                  <a:pt x="1588" y="460"/>
                  <a:pt x="1562" y="449"/>
                  <a:pt x="1535" y="440"/>
                </a:cubicBezTo>
                <a:cubicBezTo>
                  <a:pt x="1477" y="422"/>
                  <a:pt x="1419" y="405"/>
                  <a:pt x="1359" y="393"/>
                </a:cubicBezTo>
                <a:cubicBezTo>
                  <a:pt x="1325" y="386"/>
                  <a:pt x="1220" y="374"/>
                  <a:pt x="1192" y="292"/>
                </a:cubicBezTo>
                <a:cubicBezTo>
                  <a:pt x="1176" y="245"/>
                  <a:pt x="1149" y="232"/>
                  <a:pt x="1136" y="203"/>
                </a:cubicBezTo>
                <a:cubicBezTo>
                  <a:pt x="1129" y="188"/>
                  <a:pt x="1128" y="160"/>
                  <a:pt x="1127" y="0"/>
                </a:cubicBezTo>
                <a:cubicBezTo>
                  <a:pt x="906" y="0"/>
                  <a:pt x="906" y="0"/>
                  <a:pt x="906" y="0"/>
                </a:cubicBezTo>
                <a:cubicBezTo>
                  <a:pt x="905" y="144"/>
                  <a:pt x="904" y="134"/>
                  <a:pt x="904" y="148"/>
                </a:cubicBezTo>
                <a:cubicBezTo>
                  <a:pt x="903" y="177"/>
                  <a:pt x="908" y="206"/>
                  <a:pt x="902" y="235"/>
                </a:cubicBezTo>
                <a:cubicBezTo>
                  <a:pt x="894" y="272"/>
                  <a:pt x="875" y="290"/>
                  <a:pt x="847" y="312"/>
                </a:cubicBezTo>
                <a:cubicBezTo>
                  <a:pt x="785" y="359"/>
                  <a:pt x="721" y="404"/>
                  <a:pt x="662" y="454"/>
                </a:cubicBezTo>
                <a:cubicBezTo>
                  <a:pt x="656" y="460"/>
                  <a:pt x="650" y="465"/>
                  <a:pt x="644" y="471"/>
                </a:cubicBezTo>
                <a:cubicBezTo>
                  <a:pt x="638" y="476"/>
                  <a:pt x="631" y="477"/>
                  <a:pt x="624" y="479"/>
                </a:cubicBezTo>
                <a:cubicBezTo>
                  <a:pt x="611" y="482"/>
                  <a:pt x="597" y="485"/>
                  <a:pt x="583" y="487"/>
                </a:cubicBezTo>
                <a:cubicBezTo>
                  <a:pt x="562" y="490"/>
                  <a:pt x="543" y="497"/>
                  <a:pt x="524" y="506"/>
                </a:cubicBezTo>
                <a:cubicBezTo>
                  <a:pt x="495" y="520"/>
                  <a:pt x="468" y="537"/>
                  <a:pt x="436" y="544"/>
                </a:cubicBezTo>
                <a:cubicBezTo>
                  <a:pt x="404" y="550"/>
                  <a:pt x="371" y="539"/>
                  <a:pt x="339" y="542"/>
                </a:cubicBezTo>
                <a:cubicBezTo>
                  <a:pt x="283" y="547"/>
                  <a:pt x="227" y="565"/>
                  <a:pt x="172" y="577"/>
                </a:cubicBezTo>
                <a:cubicBezTo>
                  <a:pt x="115" y="589"/>
                  <a:pt x="53" y="565"/>
                  <a:pt x="0" y="597"/>
                </a:cubicBezTo>
                <a:cubicBezTo>
                  <a:pt x="52" y="570"/>
                  <a:pt x="106" y="596"/>
                  <a:pt x="161" y="590"/>
                </a:cubicBezTo>
                <a:cubicBezTo>
                  <a:pt x="126" y="608"/>
                  <a:pt x="94" y="628"/>
                  <a:pt x="53" y="627"/>
                </a:cubicBezTo>
                <a:cubicBezTo>
                  <a:pt x="106" y="632"/>
                  <a:pt x="146" y="600"/>
                  <a:pt x="194" y="586"/>
                </a:cubicBezTo>
                <a:cubicBezTo>
                  <a:pt x="219" y="579"/>
                  <a:pt x="246" y="577"/>
                  <a:pt x="271" y="573"/>
                </a:cubicBezTo>
                <a:cubicBezTo>
                  <a:pt x="298" y="568"/>
                  <a:pt x="326" y="563"/>
                  <a:pt x="353" y="565"/>
                </a:cubicBezTo>
                <a:cubicBezTo>
                  <a:pt x="306" y="579"/>
                  <a:pt x="265" y="607"/>
                  <a:pt x="219" y="623"/>
                </a:cubicBezTo>
                <a:cubicBezTo>
                  <a:pt x="182" y="635"/>
                  <a:pt x="145" y="637"/>
                  <a:pt x="106" y="635"/>
                </a:cubicBezTo>
                <a:cubicBezTo>
                  <a:pt x="133" y="638"/>
                  <a:pt x="159" y="639"/>
                  <a:pt x="186" y="637"/>
                </a:cubicBezTo>
                <a:cubicBezTo>
                  <a:pt x="180" y="658"/>
                  <a:pt x="157" y="666"/>
                  <a:pt x="138" y="672"/>
                </a:cubicBezTo>
                <a:cubicBezTo>
                  <a:pt x="155" y="668"/>
                  <a:pt x="174" y="663"/>
                  <a:pt x="184" y="648"/>
                </a:cubicBezTo>
                <a:cubicBezTo>
                  <a:pt x="187" y="645"/>
                  <a:pt x="189" y="640"/>
                  <a:pt x="191" y="636"/>
                </a:cubicBezTo>
                <a:cubicBezTo>
                  <a:pt x="196" y="635"/>
                  <a:pt x="202" y="635"/>
                  <a:pt x="207" y="633"/>
                </a:cubicBezTo>
                <a:cubicBezTo>
                  <a:pt x="219" y="631"/>
                  <a:pt x="231" y="628"/>
                  <a:pt x="242" y="624"/>
                </a:cubicBezTo>
                <a:cubicBezTo>
                  <a:pt x="220" y="645"/>
                  <a:pt x="202" y="669"/>
                  <a:pt x="181" y="690"/>
                </a:cubicBezTo>
                <a:cubicBezTo>
                  <a:pt x="162" y="709"/>
                  <a:pt x="135" y="729"/>
                  <a:pt x="108" y="713"/>
                </a:cubicBezTo>
                <a:cubicBezTo>
                  <a:pt x="123" y="723"/>
                  <a:pt x="140" y="722"/>
                  <a:pt x="156" y="714"/>
                </a:cubicBezTo>
                <a:cubicBezTo>
                  <a:pt x="155" y="729"/>
                  <a:pt x="157" y="740"/>
                  <a:pt x="150" y="754"/>
                </a:cubicBezTo>
                <a:cubicBezTo>
                  <a:pt x="143" y="768"/>
                  <a:pt x="134" y="781"/>
                  <a:pt x="129" y="796"/>
                </a:cubicBezTo>
                <a:cubicBezTo>
                  <a:pt x="137" y="776"/>
                  <a:pt x="153" y="761"/>
                  <a:pt x="159" y="740"/>
                </a:cubicBezTo>
                <a:cubicBezTo>
                  <a:pt x="161" y="735"/>
                  <a:pt x="159" y="714"/>
                  <a:pt x="163" y="711"/>
                </a:cubicBezTo>
                <a:cubicBezTo>
                  <a:pt x="174" y="702"/>
                  <a:pt x="185" y="694"/>
                  <a:pt x="195" y="685"/>
                </a:cubicBezTo>
                <a:cubicBezTo>
                  <a:pt x="216" y="666"/>
                  <a:pt x="235" y="645"/>
                  <a:pt x="256" y="627"/>
                </a:cubicBezTo>
                <a:cubicBezTo>
                  <a:pt x="262" y="622"/>
                  <a:pt x="267" y="616"/>
                  <a:pt x="273" y="612"/>
                </a:cubicBezTo>
                <a:cubicBezTo>
                  <a:pt x="289" y="606"/>
                  <a:pt x="304" y="600"/>
                  <a:pt x="319" y="594"/>
                </a:cubicBezTo>
                <a:cubicBezTo>
                  <a:pt x="303" y="618"/>
                  <a:pt x="298" y="645"/>
                  <a:pt x="274" y="663"/>
                </a:cubicBezTo>
                <a:cubicBezTo>
                  <a:pt x="254" y="678"/>
                  <a:pt x="230" y="686"/>
                  <a:pt x="209" y="698"/>
                </a:cubicBezTo>
                <a:cubicBezTo>
                  <a:pt x="232" y="687"/>
                  <a:pt x="258" y="680"/>
                  <a:pt x="280" y="665"/>
                </a:cubicBezTo>
                <a:cubicBezTo>
                  <a:pt x="267" y="687"/>
                  <a:pt x="249" y="697"/>
                  <a:pt x="226" y="704"/>
                </a:cubicBezTo>
                <a:cubicBezTo>
                  <a:pt x="242" y="700"/>
                  <a:pt x="259" y="695"/>
                  <a:pt x="271" y="683"/>
                </a:cubicBezTo>
                <a:cubicBezTo>
                  <a:pt x="277" y="677"/>
                  <a:pt x="283" y="670"/>
                  <a:pt x="287" y="663"/>
                </a:cubicBezTo>
                <a:cubicBezTo>
                  <a:pt x="291" y="655"/>
                  <a:pt x="298" y="649"/>
                  <a:pt x="303" y="642"/>
                </a:cubicBezTo>
                <a:cubicBezTo>
                  <a:pt x="314" y="626"/>
                  <a:pt x="320" y="602"/>
                  <a:pt x="337" y="590"/>
                </a:cubicBezTo>
                <a:cubicBezTo>
                  <a:pt x="351" y="580"/>
                  <a:pt x="373" y="578"/>
                  <a:pt x="390" y="578"/>
                </a:cubicBezTo>
                <a:cubicBezTo>
                  <a:pt x="370" y="593"/>
                  <a:pt x="353" y="611"/>
                  <a:pt x="339" y="631"/>
                </a:cubicBezTo>
                <a:cubicBezTo>
                  <a:pt x="324" y="655"/>
                  <a:pt x="311" y="678"/>
                  <a:pt x="292" y="698"/>
                </a:cubicBezTo>
                <a:cubicBezTo>
                  <a:pt x="268" y="723"/>
                  <a:pt x="240" y="741"/>
                  <a:pt x="212" y="760"/>
                </a:cubicBezTo>
                <a:cubicBezTo>
                  <a:pt x="189" y="776"/>
                  <a:pt x="171" y="795"/>
                  <a:pt x="165" y="822"/>
                </a:cubicBezTo>
                <a:cubicBezTo>
                  <a:pt x="171" y="800"/>
                  <a:pt x="185" y="785"/>
                  <a:pt x="203" y="772"/>
                </a:cubicBezTo>
                <a:cubicBezTo>
                  <a:pt x="230" y="754"/>
                  <a:pt x="258" y="740"/>
                  <a:pt x="284" y="721"/>
                </a:cubicBezTo>
                <a:cubicBezTo>
                  <a:pt x="282" y="728"/>
                  <a:pt x="282" y="735"/>
                  <a:pt x="281" y="742"/>
                </a:cubicBezTo>
                <a:cubicBezTo>
                  <a:pt x="281" y="752"/>
                  <a:pt x="279" y="754"/>
                  <a:pt x="272" y="762"/>
                </a:cubicBezTo>
                <a:cubicBezTo>
                  <a:pt x="259" y="778"/>
                  <a:pt x="247" y="793"/>
                  <a:pt x="229" y="803"/>
                </a:cubicBezTo>
                <a:cubicBezTo>
                  <a:pt x="251" y="793"/>
                  <a:pt x="265" y="775"/>
                  <a:pt x="282" y="758"/>
                </a:cubicBezTo>
                <a:cubicBezTo>
                  <a:pt x="284" y="797"/>
                  <a:pt x="289" y="836"/>
                  <a:pt x="256" y="864"/>
                </a:cubicBezTo>
                <a:cubicBezTo>
                  <a:pt x="287" y="841"/>
                  <a:pt x="289" y="806"/>
                  <a:pt x="289" y="769"/>
                </a:cubicBezTo>
                <a:cubicBezTo>
                  <a:pt x="301" y="787"/>
                  <a:pt x="321" y="779"/>
                  <a:pt x="335" y="791"/>
                </a:cubicBezTo>
                <a:cubicBezTo>
                  <a:pt x="348" y="801"/>
                  <a:pt x="349" y="820"/>
                  <a:pt x="350" y="835"/>
                </a:cubicBezTo>
                <a:cubicBezTo>
                  <a:pt x="350" y="815"/>
                  <a:pt x="348" y="789"/>
                  <a:pt x="326" y="781"/>
                </a:cubicBezTo>
                <a:cubicBezTo>
                  <a:pt x="316" y="778"/>
                  <a:pt x="305" y="779"/>
                  <a:pt x="298" y="770"/>
                </a:cubicBezTo>
                <a:cubicBezTo>
                  <a:pt x="290" y="761"/>
                  <a:pt x="289" y="748"/>
                  <a:pt x="291" y="737"/>
                </a:cubicBezTo>
                <a:cubicBezTo>
                  <a:pt x="292" y="728"/>
                  <a:pt x="294" y="718"/>
                  <a:pt x="299" y="710"/>
                </a:cubicBezTo>
                <a:cubicBezTo>
                  <a:pt x="304" y="700"/>
                  <a:pt x="315" y="692"/>
                  <a:pt x="323" y="684"/>
                </a:cubicBezTo>
                <a:cubicBezTo>
                  <a:pt x="335" y="669"/>
                  <a:pt x="345" y="653"/>
                  <a:pt x="356" y="638"/>
                </a:cubicBezTo>
                <a:cubicBezTo>
                  <a:pt x="369" y="621"/>
                  <a:pt x="385" y="607"/>
                  <a:pt x="403" y="596"/>
                </a:cubicBezTo>
                <a:cubicBezTo>
                  <a:pt x="427" y="581"/>
                  <a:pt x="451" y="574"/>
                  <a:pt x="476" y="566"/>
                </a:cubicBezTo>
                <a:cubicBezTo>
                  <a:pt x="518" y="552"/>
                  <a:pt x="554" y="530"/>
                  <a:pt x="597" y="523"/>
                </a:cubicBezTo>
                <a:cubicBezTo>
                  <a:pt x="581" y="550"/>
                  <a:pt x="569" y="577"/>
                  <a:pt x="560" y="606"/>
                </a:cubicBezTo>
                <a:cubicBezTo>
                  <a:pt x="557" y="614"/>
                  <a:pt x="558" y="624"/>
                  <a:pt x="549" y="626"/>
                </a:cubicBezTo>
                <a:cubicBezTo>
                  <a:pt x="541" y="627"/>
                  <a:pt x="532" y="630"/>
                  <a:pt x="523" y="632"/>
                </a:cubicBezTo>
                <a:cubicBezTo>
                  <a:pt x="507" y="637"/>
                  <a:pt x="491" y="645"/>
                  <a:pt x="477" y="655"/>
                </a:cubicBezTo>
                <a:cubicBezTo>
                  <a:pt x="457" y="668"/>
                  <a:pt x="434" y="674"/>
                  <a:pt x="410" y="672"/>
                </a:cubicBezTo>
                <a:cubicBezTo>
                  <a:pt x="390" y="671"/>
                  <a:pt x="377" y="678"/>
                  <a:pt x="366" y="695"/>
                </a:cubicBezTo>
                <a:cubicBezTo>
                  <a:pt x="356" y="708"/>
                  <a:pt x="344" y="719"/>
                  <a:pt x="331" y="730"/>
                </a:cubicBezTo>
                <a:cubicBezTo>
                  <a:pt x="339" y="724"/>
                  <a:pt x="347" y="718"/>
                  <a:pt x="355" y="711"/>
                </a:cubicBezTo>
                <a:cubicBezTo>
                  <a:pt x="365" y="702"/>
                  <a:pt x="372" y="688"/>
                  <a:pt x="385" y="681"/>
                </a:cubicBezTo>
                <a:cubicBezTo>
                  <a:pt x="396" y="674"/>
                  <a:pt x="413" y="681"/>
                  <a:pt x="425" y="682"/>
                </a:cubicBezTo>
                <a:cubicBezTo>
                  <a:pt x="433" y="683"/>
                  <a:pt x="444" y="680"/>
                  <a:pt x="452" y="677"/>
                </a:cubicBezTo>
                <a:cubicBezTo>
                  <a:pt x="424" y="709"/>
                  <a:pt x="409" y="749"/>
                  <a:pt x="376" y="777"/>
                </a:cubicBezTo>
                <a:cubicBezTo>
                  <a:pt x="414" y="749"/>
                  <a:pt x="432" y="703"/>
                  <a:pt x="468" y="674"/>
                </a:cubicBezTo>
                <a:cubicBezTo>
                  <a:pt x="468" y="686"/>
                  <a:pt x="474" y="698"/>
                  <a:pt x="478" y="710"/>
                </a:cubicBezTo>
                <a:cubicBezTo>
                  <a:pt x="482" y="723"/>
                  <a:pt x="480" y="735"/>
                  <a:pt x="475" y="747"/>
                </a:cubicBezTo>
                <a:cubicBezTo>
                  <a:pt x="464" y="769"/>
                  <a:pt x="447" y="787"/>
                  <a:pt x="441" y="811"/>
                </a:cubicBezTo>
                <a:cubicBezTo>
                  <a:pt x="453" y="774"/>
                  <a:pt x="496" y="749"/>
                  <a:pt x="485" y="707"/>
                </a:cubicBezTo>
                <a:cubicBezTo>
                  <a:pt x="483" y="698"/>
                  <a:pt x="478" y="688"/>
                  <a:pt x="478" y="678"/>
                </a:cubicBezTo>
                <a:cubicBezTo>
                  <a:pt x="478" y="667"/>
                  <a:pt x="483" y="663"/>
                  <a:pt x="493" y="658"/>
                </a:cubicBezTo>
                <a:cubicBezTo>
                  <a:pt x="511" y="650"/>
                  <a:pt x="530" y="644"/>
                  <a:pt x="550" y="641"/>
                </a:cubicBezTo>
                <a:cubicBezTo>
                  <a:pt x="538" y="693"/>
                  <a:pt x="532" y="746"/>
                  <a:pt x="516" y="796"/>
                </a:cubicBezTo>
                <a:cubicBezTo>
                  <a:pt x="505" y="828"/>
                  <a:pt x="491" y="859"/>
                  <a:pt x="468" y="885"/>
                </a:cubicBezTo>
                <a:cubicBezTo>
                  <a:pt x="449" y="907"/>
                  <a:pt x="424" y="922"/>
                  <a:pt x="398" y="934"/>
                </a:cubicBezTo>
                <a:cubicBezTo>
                  <a:pt x="427" y="923"/>
                  <a:pt x="453" y="908"/>
                  <a:pt x="475" y="886"/>
                </a:cubicBezTo>
                <a:cubicBezTo>
                  <a:pt x="501" y="859"/>
                  <a:pt x="518" y="826"/>
                  <a:pt x="531" y="791"/>
                </a:cubicBezTo>
                <a:cubicBezTo>
                  <a:pt x="532" y="808"/>
                  <a:pt x="536" y="823"/>
                  <a:pt x="542" y="839"/>
                </a:cubicBezTo>
                <a:cubicBezTo>
                  <a:pt x="549" y="856"/>
                  <a:pt x="558" y="872"/>
                  <a:pt x="562" y="889"/>
                </a:cubicBezTo>
                <a:cubicBezTo>
                  <a:pt x="567" y="921"/>
                  <a:pt x="545" y="941"/>
                  <a:pt x="524" y="961"/>
                </a:cubicBezTo>
                <a:cubicBezTo>
                  <a:pt x="536" y="951"/>
                  <a:pt x="549" y="942"/>
                  <a:pt x="558" y="929"/>
                </a:cubicBezTo>
                <a:cubicBezTo>
                  <a:pt x="570" y="911"/>
                  <a:pt x="569" y="890"/>
                  <a:pt x="563" y="870"/>
                </a:cubicBezTo>
                <a:cubicBezTo>
                  <a:pt x="557" y="850"/>
                  <a:pt x="548" y="830"/>
                  <a:pt x="545" y="809"/>
                </a:cubicBezTo>
                <a:cubicBezTo>
                  <a:pt x="542" y="787"/>
                  <a:pt x="545" y="766"/>
                  <a:pt x="549" y="745"/>
                </a:cubicBezTo>
                <a:cubicBezTo>
                  <a:pt x="556" y="755"/>
                  <a:pt x="563" y="766"/>
                  <a:pt x="570" y="777"/>
                </a:cubicBezTo>
                <a:cubicBezTo>
                  <a:pt x="575" y="785"/>
                  <a:pt x="576" y="786"/>
                  <a:pt x="574" y="796"/>
                </a:cubicBezTo>
                <a:cubicBezTo>
                  <a:pt x="571" y="805"/>
                  <a:pt x="569" y="814"/>
                  <a:pt x="569" y="823"/>
                </a:cubicBezTo>
                <a:cubicBezTo>
                  <a:pt x="567" y="846"/>
                  <a:pt x="567" y="884"/>
                  <a:pt x="593" y="894"/>
                </a:cubicBezTo>
                <a:cubicBezTo>
                  <a:pt x="560" y="879"/>
                  <a:pt x="572" y="819"/>
                  <a:pt x="582" y="793"/>
                </a:cubicBezTo>
                <a:cubicBezTo>
                  <a:pt x="591" y="804"/>
                  <a:pt x="603" y="810"/>
                  <a:pt x="613" y="820"/>
                </a:cubicBezTo>
                <a:cubicBezTo>
                  <a:pt x="625" y="830"/>
                  <a:pt x="631" y="842"/>
                  <a:pt x="634" y="856"/>
                </a:cubicBezTo>
                <a:cubicBezTo>
                  <a:pt x="639" y="880"/>
                  <a:pt x="640" y="909"/>
                  <a:pt x="628" y="931"/>
                </a:cubicBezTo>
                <a:cubicBezTo>
                  <a:pt x="646" y="902"/>
                  <a:pt x="647" y="848"/>
                  <a:pt x="625" y="820"/>
                </a:cubicBezTo>
                <a:cubicBezTo>
                  <a:pt x="619" y="812"/>
                  <a:pt x="611" y="806"/>
                  <a:pt x="603" y="800"/>
                </a:cubicBezTo>
                <a:cubicBezTo>
                  <a:pt x="599" y="797"/>
                  <a:pt x="596" y="793"/>
                  <a:pt x="592" y="789"/>
                </a:cubicBezTo>
                <a:cubicBezTo>
                  <a:pt x="587" y="782"/>
                  <a:pt x="587" y="781"/>
                  <a:pt x="591" y="773"/>
                </a:cubicBezTo>
                <a:cubicBezTo>
                  <a:pt x="603" y="753"/>
                  <a:pt x="626" y="740"/>
                  <a:pt x="639" y="720"/>
                </a:cubicBezTo>
                <a:cubicBezTo>
                  <a:pt x="667" y="759"/>
                  <a:pt x="686" y="808"/>
                  <a:pt x="688" y="857"/>
                </a:cubicBezTo>
                <a:cubicBezTo>
                  <a:pt x="690" y="903"/>
                  <a:pt x="672" y="944"/>
                  <a:pt x="640" y="977"/>
                </a:cubicBezTo>
                <a:cubicBezTo>
                  <a:pt x="661" y="958"/>
                  <a:pt x="678" y="937"/>
                  <a:pt x="687" y="910"/>
                </a:cubicBezTo>
                <a:cubicBezTo>
                  <a:pt x="683" y="930"/>
                  <a:pt x="683" y="949"/>
                  <a:pt x="685" y="969"/>
                </a:cubicBezTo>
                <a:cubicBezTo>
                  <a:pt x="684" y="912"/>
                  <a:pt x="708" y="865"/>
                  <a:pt x="734" y="816"/>
                </a:cubicBezTo>
                <a:cubicBezTo>
                  <a:pt x="732" y="838"/>
                  <a:pt x="724" y="859"/>
                  <a:pt x="722" y="881"/>
                </a:cubicBezTo>
                <a:cubicBezTo>
                  <a:pt x="721" y="903"/>
                  <a:pt x="727" y="921"/>
                  <a:pt x="738" y="939"/>
                </a:cubicBezTo>
                <a:cubicBezTo>
                  <a:pt x="724" y="913"/>
                  <a:pt x="723" y="888"/>
                  <a:pt x="731" y="859"/>
                </a:cubicBezTo>
                <a:cubicBezTo>
                  <a:pt x="735" y="844"/>
                  <a:pt x="741" y="829"/>
                  <a:pt x="743" y="814"/>
                </a:cubicBezTo>
                <a:cubicBezTo>
                  <a:pt x="743" y="810"/>
                  <a:pt x="742" y="802"/>
                  <a:pt x="743" y="799"/>
                </a:cubicBezTo>
                <a:cubicBezTo>
                  <a:pt x="747" y="791"/>
                  <a:pt x="752" y="782"/>
                  <a:pt x="755" y="774"/>
                </a:cubicBezTo>
                <a:cubicBezTo>
                  <a:pt x="760" y="848"/>
                  <a:pt x="778" y="921"/>
                  <a:pt x="788" y="996"/>
                </a:cubicBezTo>
                <a:cubicBezTo>
                  <a:pt x="784" y="941"/>
                  <a:pt x="777" y="887"/>
                  <a:pt x="773" y="832"/>
                </a:cubicBezTo>
                <a:cubicBezTo>
                  <a:pt x="802" y="770"/>
                  <a:pt x="813" y="701"/>
                  <a:pt x="829" y="634"/>
                </a:cubicBezTo>
                <a:cubicBezTo>
                  <a:pt x="834" y="644"/>
                  <a:pt x="841" y="654"/>
                  <a:pt x="844" y="665"/>
                </a:cubicBezTo>
                <a:cubicBezTo>
                  <a:pt x="848" y="677"/>
                  <a:pt x="846" y="689"/>
                  <a:pt x="843" y="701"/>
                </a:cubicBezTo>
                <a:cubicBezTo>
                  <a:pt x="839" y="719"/>
                  <a:pt x="831" y="735"/>
                  <a:pt x="824" y="752"/>
                </a:cubicBezTo>
                <a:cubicBezTo>
                  <a:pt x="837" y="727"/>
                  <a:pt x="853" y="700"/>
                  <a:pt x="851" y="671"/>
                </a:cubicBezTo>
                <a:cubicBezTo>
                  <a:pt x="850" y="657"/>
                  <a:pt x="842" y="645"/>
                  <a:pt x="837" y="631"/>
                </a:cubicBezTo>
                <a:cubicBezTo>
                  <a:pt x="834" y="622"/>
                  <a:pt x="836" y="608"/>
                  <a:pt x="838" y="598"/>
                </a:cubicBezTo>
                <a:cubicBezTo>
                  <a:pt x="854" y="618"/>
                  <a:pt x="873" y="628"/>
                  <a:pt x="873" y="656"/>
                </a:cubicBezTo>
                <a:cubicBezTo>
                  <a:pt x="872" y="683"/>
                  <a:pt x="856" y="707"/>
                  <a:pt x="843" y="729"/>
                </a:cubicBezTo>
                <a:cubicBezTo>
                  <a:pt x="866" y="696"/>
                  <a:pt x="896" y="651"/>
                  <a:pt x="865" y="613"/>
                </a:cubicBezTo>
                <a:cubicBezTo>
                  <a:pt x="858" y="605"/>
                  <a:pt x="850" y="599"/>
                  <a:pt x="845" y="590"/>
                </a:cubicBezTo>
                <a:cubicBezTo>
                  <a:pt x="840" y="581"/>
                  <a:pt x="849" y="566"/>
                  <a:pt x="853" y="558"/>
                </a:cubicBezTo>
                <a:cubicBezTo>
                  <a:pt x="858" y="548"/>
                  <a:pt x="874" y="543"/>
                  <a:pt x="882" y="536"/>
                </a:cubicBezTo>
                <a:cubicBezTo>
                  <a:pt x="892" y="529"/>
                  <a:pt x="902" y="522"/>
                  <a:pt x="911" y="514"/>
                </a:cubicBezTo>
                <a:cubicBezTo>
                  <a:pt x="910" y="550"/>
                  <a:pt x="917" y="586"/>
                  <a:pt x="923" y="621"/>
                </a:cubicBezTo>
                <a:cubicBezTo>
                  <a:pt x="927" y="639"/>
                  <a:pt x="930" y="657"/>
                  <a:pt x="933" y="675"/>
                </a:cubicBezTo>
                <a:cubicBezTo>
                  <a:pt x="934" y="684"/>
                  <a:pt x="936" y="690"/>
                  <a:pt x="931" y="698"/>
                </a:cubicBezTo>
                <a:cubicBezTo>
                  <a:pt x="926" y="705"/>
                  <a:pt x="921" y="710"/>
                  <a:pt x="915" y="716"/>
                </a:cubicBezTo>
                <a:cubicBezTo>
                  <a:pt x="889" y="742"/>
                  <a:pt x="860" y="767"/>
                  <a:pt x="840" y="798"/>
                </a:cubicBezTo>
                <a:cubicBezTo>
                  <a:pt x="822" y="825"/>
                  <a:pt x="815" y="854"/>
                  <a:pt x="814" y="886"/>
                </a:cubicBezTo>
                <a:cubicBezTo>
                  <a:pt x="816" y="860"/>
                  <a:pt x="823" y="835"/>
                  <a:pt x="837" y="812"/>
                </a:cubicBezTo>
                <a:cubicBezTo>
                  <a:pt x="854" y="786"/>
                  <a:pt x="878" y="765"/>
                  <a:pt x="902" y="745"/>
                </a:cubicBezTo>
                <a:cubicBezTo>
                  <a:pt x="877" y="785"/>
                  <a:pt x="852" y="822"/>
                  <a:pt x="852" y="871"/>
                </a:cubicBezTo>
                <a:cubicBezTo>
                  <a:pt x="854" y="835"/>
                  <a:pt x="870" y="805"/>
                  <a:pt x="890" y="776"/>
                </a:cubicBezTo>
                <a:cubicBezTo>
                  <a:pt x="885" y="809"/>
                  <a:pt x="882" y="843"/>
                  <a:pt x="891" y="876"/>
                </a:cubicBezTo>
                <a:cubicBezTo>
                  <a:pt x="884" y="842"/>
                  <a:pt x="888" y="803"/>
                  <a:pt x="899" y="770"/>
                </a:cubicBezTo>
                <a:cubicBezTo>
                  <a:pt x="906" y="748"/>
                  <a:pt x="923" y="729"/>
                  <a:pt x="938" y="713"/>
                </a:cubicBezTo>
                <a:cubicBezTo>
                  <a:pt x="941" y="736"/>
                  <a:pt x="943" y="759"/>
                  <a:pt x="945" y="783"/>
                </a:cubicBezTo>
                <a:cubicBezTo>
                  <a:pt x="947" y="810"/>
                  <a:pt x="949" y="837"/>
                  <a:pt x="946" y="865"/>
                </a:cubicBezTo>
                <a:cubicBezTo>
                  <a:pt x="943" y="865"/>
                  <a:pt x="941" y="869"/>
                  <a:pt x="938" y="872"/>
                </a:cubicBezTo>
                <a:cubicBezTo>
                  <a:pt x="932" y="877"/>
                  <a:pt x="924" y="882"/>
                  <a:pt x="917" y="887"/>
                </a:cubicBezTo>
                <a:cubicBezTo>
                  <a:pt x="900" y="897"/>
                  <a:pt x="882" y="905"/>
                  <a:pt x="865" y="915"/>
                </a:cubicBezTo>
                <a:cubicBezTo>
                  <a:pt x="836" y="934"/>
                  <a:pt x="814" y="956"/>
                  <a:pt x="805" y="990"/>
                </a:cubicBezTo>
                <a:cubicBezTo>
                  <a:pt x="815" y="962"/>
                  <a:pt x="832" y="943"/>
                  <a:pt x="857" y="928"/>
                </a:cubicBezTo>
                <a:cubicBezTo>
                  <a:pt x="884" y="911"/>
                  <a:pt x="918" y="903"/>
                  <a:pt x="943" y="883"/>
                </a:cubicBezTo>
                <a:cubicBezTo>
                  <a:pt x="939" y="908"/>
                  <a:pt x="933" y="933"/>
                  <a:pt x="925" y="957"/>
                </a:cubicBezTo>
                <a:cubicBezTo>
                  <a:pt x="919" y="975"/>
                  <a:pt x="903" y="987"/>
                  <a:pt x="889" y="1000"/>
                </a:cubicBezTo>
                <a:cubicBezTo>
                  <a:pt x="849" y="1035"/>
                  <a:pt x="821" y="1075"/>
                  <a:pt x="817" y="1130"/>
                </a:cubicBezTo>
                <a:cubicBezTo>
                  <a:pt x="821" y="1102"/>
                  <a:pt x="830" y="1078"/>
                  <a:pt x="846" y="1055"/>
                </a:cubicBezTo>
                <a:cubicBezTo>
                  <a:pt x="865" y="1028"/>
                  <a:pt x="893" y="1012"/>
                  <a:pt x="917" y="990"/>
                </a:cubicBezTo>
                <a:cubicBezTo>
                  <a:pt x="918" y="995"/>
                  <a:pt x="914" y="1003"/>
                  <a:pt x="913" y="1008"/>
                </a:cubicBezTo>
                <a:cubicBezTo>
                  <a:pt x="911" y="1017"/>
                  <a:pt x="909" y="1027"/>
                  <a:pt x="908" y="1036"/>
                </a:cubicBezTo>
                <a:cubicBezTo>
                  <a:pt x="904" y="1054"/>
                  <a:pt x="902" y="1073"/>
                  <a:pt x="903" y="1092"/>
                </a:cubicBezTo>
                <a:cubicBezTo>
                  <a:pt x="903" y="1121"/>
                  <a:pt x="910" y="1149"/>
                  <a:pt x="923" y="1175"/>
                </a:cubicBezTo>
                <a:cubicBezTo>
                  <a:pt x="901" y="1121"/>
                  <a:pt x="908" y="1066"/>
                  <a:pt x="924" y="1011"/>
                </a:cubicBezTo>
                <a:cubicBezTo>
                  <a:pt x="939" y="1042"/>
                  <a:pt x="959" y="1079"/>
                  <a:pt x="942" y="1113"/>
                </a:cubicBezTo>
                <a:cubicBezTo>
                  <a:pt x="956" y="1090"/>
                  <a:pt x="950" y="1063"/>
                  <a:pt x="943" y="1039"/>
                </a:cubicBezTo>
                <a:cubicBezTo>
                  <a:pt x="939" y="1026"/>
                  <a:pt x="931" y="1014"/>
                  <a:pt x="929" y="1001"/>
                </a:cubicBezTo>
                <a:cubicBezTo>
                  <a:pt x="928" y="995"/>
                  <a:pt x="931" y="989"/>
                  <a:pt x="933" y="984"/>
                </a:cubicBezTo>
                <a:cubicBezTo>
                  <a:pt x="936" y="974"/>
                  <a:pt x="939" y="965"/>
                  <a:pt x="942" y="955"/>
                </a:cubicBezTo>
                <a:cubicBezTo>
                  <a:pt x="948" y="981"/>
                  <a:pt x="962" y="1005"/>
                  <a:pt x="969" y="1030"/>
                </a:cubicBezTo>
                <a:cubicBezTo>
                  <a:pt x="976" y="1053"/>
                  <a:pt x="975" y="1074"/>
                  <a:pt x="966" y="1096"/>
                </a:cubicBezTo>
                <a:cubicBezTo>
                  <a:pt x="985" y="1058"/>
                  <a:pt x="973" y="1022"/>
                  <a:pt x="960" y="984"/>
                </a:cubicBezTo>
                <a:cubicBezTo>
                  <a:pt x="955" y="968"/>
                  <a:pt x="946" y="945"/>
                  <a:pt x="951" y="929"/>
                </a:cubicBezTo>
                <a:cubicBezTo>
                  <a:pt x="958" y="905"/>
                  <a:pt x="965" y="881"/>
                  <a:pt x="969" y="856"/>
                </a:cubicBezTo>
                <a:cubicBezTo>
                  <a:pt x="977" y="866"/>
                  <a:pt x="980" y="881"/>
                  <a:pt x="983" y="893"/>
                </a:cubicBezTo>
                <a:cubicBezTo>
                  <a:pt x="987" y="909"/>
                  <a:pt x="991" y="925"/>
                  <a:pt x="995" y="941"/>
                </a:cubicBezTo>
                <a:cubicBezTo>
                  <a:pt x="1000" y="970"/>
                  <a:pt x="1002" y="1003"/>
                  <a:pt x="981" y="1026"/>
                </a:cubicBezTo>
                <a:cubicBezTo>
                  <a:pt x="1008" y="1000"/>
                  <a:pt x="1004" y="955"/>
                  <a:pt x="997" y="921"/>
                </a:cubicBezTo>
                <a:cubicBezTo>
                  <a:pt x="1014" y="939"/>
                  <a:pt x="1020" y="960"/>
                  <a:pt x="1021" y="983"/>
                </a:cubicBezTo>
                <a:cubicBezTo>
                  <a:pt x="1022" y="960"/>
                  <a:pt x="1017" y="940"/>
                  <a:pt x="1003" y="921"/>
                </a:cubicBezTo>
                <a:cubicBezTo>
                  <a:pt x="1000" y="916"/>
                  <a:pt x="996" y="913"/>
                  <a:pt x="995" y="908"/>
                </a:cubicBezTo>
                <a:cubicBezTo>
                  <a:pt x="994" y="901"/>
                  <a:pt x="993" y="894"/>
                  <a:pt x="992" y="887"/>
                </a:cubicBezTo>
                <a:cubicBezTo>
                  <a:pt x="989" y="875"/>
                  <a:pt x="987" y="862"/>
                  <a:pt x="980" y="851"/>
                </a:cubicBezTo>
                <a:cubicBezTo>
                  <a:pt x="978" y="847"/>
                  <a:pt x="975" y="843"/>
                  <a:pt x="971" y="841"/>
                </a:cubicBezTo>
                <a:cubicBezTo>
                  <a:pt x="971" y="834"/>
                  <a:pt x="971" y="827"/>
                  <a:pt x="972" y="820"/>
                </a:cubicBezTo>
                <a:cubicBezTo>
                  <a:pt x="972" y="808"/>
                  <a:pt x="972" y="797"/>
                  <a:pt x="972" y="785"/>
                </a:cubicBezTo>
                <a:cubicBezTo>
                  <a:pt x="971" y="763"/>
                  <a:pt x="971" y="741"/>
                  <a:pt x="970" y="719"/>
                </a:cubicBezTo>
                <a:cubicBezTo>
                  <a:pt x="976" y="725"/>
                  <a:pt x="982" y="731"/>
                  <a:pt x="988" y="737"/>
                </a:cubicBezTo>
                <a:cubicBezTo>
                  <a:pt x="991" y="740"/>
                  <a:pt x="994" y="743"/>
                  <a:pt x="997" y="746"/>
                </a:cubicBezTo>
                <a:cubicBezTo>
                  <a:pt x="1002" y="751"/>
                  <a:pt x="1000" y="753"/>
                  <a:pt x="999" y="759"/>
                </a:cubicBezTo>
                <a:cubicBezTo>
                  <a:pt x="998" y="774"/>
                  <a:pt x="999" y="788"/>
                  <a:pt x="1002" y="802"/>
                </a:cubicBezTo>
                <a:cubicBezTo>
                  <a:pt x="1000" y="786"/>
                  <a:pt x="1000" y="770"/>
                  <a:pt x="1003" y="753"/>
                </a:cubicBezTo>
                <a:cubicBezTo>
                  <a:pt x="1030" y="784"/>
                  <a:pt x="998" y="819"/>
                  <a:pt x="996" y="853"/>
                </a:cubicBezTo>
                <a:cubicBezTo>
                  <a:pt x="999" y="828"/>
                  <a:pt x="1017" y="806"/>
                  <a:pt x="1020" y="780"/>
                </a:cubicBezTo>
                <a:cubicBezTo>
                  <a:pt x="1036" y="822"/>
                  <a:pt x="1026" y="869"/>
                  <a:pt x="1032" y="912"/>
                </a:cubicBezTo>
                <a:cubicBezTo>
                  <a:pt x="1029" y="871"/>
                  <a:pt x="1039" y="829"/>
                  <a:pt x="1031" y="788"/>
                </a:cubicBezTo>
                <a:cubicBezTo>
                  <a:pt x="1029" y="778"/>
                  <a:pt x="1026" y="768"/>
                  <a:pt x="1021" y="759"/>
                </a:cubicBezTo>
                <a:cubicBezTo>
                  <a:pt x="1018" y="754"/>
                  <a:pt x="1015" y="749"/>
                  <a:pt x="1011" y="745"/>
                </a:cubicBezTo>
                <a:cubicBezTo>
                  <a:pt x="1007" y="739"/>
                  <a:pt x="1007" y="738"/>
                  <a:pt x="1009" y="731"/>
                </a:cubicBezTo>
                <a:cubicBezTo>
                  <a:pt x="1015" y="710"/>
                  <a:pt x="1022" y="689"/>
                  <a:pt x="1027" y="668"/>
                </a:cubicBezTo>
                <a:cubicBezTo>
                  <a:pt x="1038" y="691"/>
                  <a:pt x="1048" y="715"/>
                  <a:pt x="1055" y="739"/>
                </a:cubicBezTo>
                <a:cubicBezTo>
                  <a:pt x="1063" y="765"/>
                  <a:pt x="1062" y="794"/>
                  <a:pt x="1058" y="820"/>
                </a:cubicBezTo>
                <a:cubicBezTo>
                  <a:pt x="1051" y="875"/>
                  <a:pt x="1022" y="926"/>
                  <a:pt x="1024" y="983"/>
                </a:cubicBezTo>
                <a:cubicBezTo>
                  <a:pt x="1035" y="949"/>
                  <a:pt x="1046" y="916"/>
                  <a:pt x="1060" y="884"/>
                </a:cubicBezTo>
                <a:cubicBezTo>
                  <a:pt x="1074" y="930"/>
                  <a:pt x="1098" y="977"/>
                  <a:pt x="1084" y="1026"/>
                </a:cubicBezTo>
                <a:cubicBezTo>
                  <a:pt x="1097" y="989"/>
                  <a:pt x="1089" y="950"/>
                  <a:pt x="1078" y="913"/>
                </a:cubicBezTo>
                <a:cubicBezTo>
                  <a:pt x="1075" y="903"/>
                  <a:pt x="1073" y="894"/>
                  <a:pt x="1070" y="884"/>
                </a:cubicBezTo>
                <a:cubicBezTo>
                  <a:pt x="1069" y="880"/>
                  <a:pt x="1068" y="876"/>
                  <a:pt x="1068" y="872"/>
                </a:cubicBezTo>
                <a:cubicBezTo>
                  <a:pt x="1066" y="867"/>
                  <a:pt x="1070" y="863"/>
                  <a:pt x="1072" y="859"/>
                </a:cubicBezTo>
                <a:cubicBezTo>
                  <a:pt x="1081" y="842"/>
                  <a:pt x="1087" y="825"/>
                  <a:pt x="1088" y="806"/>
                </a:cubicBezTo>
                <a:cubicBezTo>
                  <a:pt x="1100" y="859"/>
                  <a:pt x="1115" y="910"/>
                  <a:pt x="1107" y="965"/>
                </a:cubicBezTo>
                <a:cubicBezTo>
                  <a:pt x="1116" y="924"/>
                  <a:pt x="1112" y="884"/>
                  <a:pt x="1105" y="843"/>
                </a:cubicBezTo>
                <a:cubicBezTo>
                  <a:pt x="1101" y="820"/>
                  <a:pt x="1097" y="796"/>
                  <a:pt x="1094" y="772"/>
                </a:cubicBezTo>
                <a:cubicBezTo>
                  <a:pt x="1092" y="751"/>
                  <a:pt x="1093" y="729"/>
                  <a:pt x="1089" y="707"/>
                </a:cubicBezTo>
                <a:cubicBezTo>
                  <a:pt x="1108" y="740"/>
                  <a:pt x="1131" y="771"/>
                  <a:pt x="1132" y="810"/>
                </a:cubicBezTo>
                <a:cubicBezTo>
                  <a:pt x="1133" y="841"/>
                  <a:pt x="1125" y="870"/>
                  <a:pt x="1116" y="899"/>
                </a:cubicBezTo>
                <a:cubicBezTo>
                  <a:pt x="1124" y="879"/>
                  <a:pt x="1131" y="858"/>
                  <a:pt x="1136" y="836"/>
                </a:cubicBezTo>
                <a:cubicBezTo>
                  <a:pt x="1132" y="886"/>
                  <a:pt x="1123" y="935"/>
                  <a:pt x="1128" y="985"/>
                </a:cubicBezTo>
                <a:cubicBezTo>
                  <a:pt x="1127" y="933"/>
                  <a:pt x="1140" y="883"/>
                  <a:pt x="1146" y="832"/>
                </a:cubicBezTo>
                <a:cubicBezTo>
                  <a:pt x="1157" y="880"/>
                  <a:pt x="1167" y="926"/>
                  <a:pt x="1159" y="975"/>
                </a:cubicBezTo>
                <a:cubicBezTo>
                  <a:pt x="1170" y="927"/>
                  <a:pt x="1164" y="880"/>
                  <a:pt x="1156" y="831"/>
                </a:cubicBezTo>
                <a:cubicBezTo>
                  <a:pt x="1149" y="789"/>
                  <a:pt x="1147" y="747"/>
                  <a:pt x="1145" y="704"/>
                </a:cubicBezTo>
                <a:cubicBezTo>
                  <a:pt x="1161" y="732"/>
                  <a:pt x="1173" y="761"/>
                  <a:pt x="1178" y="793"/>
                </a:cubicBezTo>
                <a:cubicBezTo>
                  <a:pt x="1183" y="826"/>
                  <a:pt x="1182" y="860"/>
                  <a:pt x="1185" y="893"/>
                </a:cubicBezTo>
                <a:cubicBezTo>
                  <a:pt x="1190" y="949"/>
                  <a:pt x="1211" y="999"/>
                  <a:pt x="1236" y="1049"/>
                </a:cubicBezTo>
                <a:cubicBezTo>
                  <a:pt x="1214" y="997"/>
                  <a:pt x="1196" y="945"/>
                  <a:pt x="1196" y="888"/>
                </a:cubicBezTo>
                <a:cubicBezTo>
                  <a:pt x="1247" y="914"/>
                  <a:pt x="1262" y="977"/>
                  <a:pt x="1257" y="1030"/>
                </a:cubicBezTo>
                <a:cubicBezTo>
                  <a:pt x="1264" y="988"/>
                  <a:pt x="1259" y="941"/>
                  <a:pt x="1233" y="906"/>
                </a:cubicBezTo>
                <a:cubicBezTo>
                  <a:pt x="1226" y="898"/>
                  <a:pt x="1219" y="890"/>
                  <a:pt x="1210" y="884"/>
                </a:cubicBezTo>
                <a:cubicBezTo>
                  <a:pt x="1207" y="882"/>
                  <a:pt x="1204" y="880"/>
                  <a:pt x="1201" y="878"/>
                </a:cubicBezTo>
                <a:cubicBezTo>
                  <a:pt x="1194" y="875"/>
                  <a:pt x="1196" y="874"/>
                  <a:pt x="1196" y="867"/>
                </a:cubicBezTo>
                <a:cubicBezTo>
                  <a:pt x="1196" y="841"/>
                  <a:pt x="1198" y="815"/>
                  <a:pt x="1195" y="789"/>
                </a:cubicBezTo>
                <a:cubicBezTo>
                  <a:pt x="1204" y="812"/>
                  <a:pt x="1216" y="835"/>
                  <a:pt x="1230" y="856"/>
                </a:cubicBezTo>
                <a:cubicBezTo>
                  <a:pt x="1207" y="817"/>
                  <a:pt x="1193" y="772"/>
                  <a:pt x="1188" y="727"/>
                </a:cubicBezTo>
                <a:cubicBezTo>
                  <a:pt x="1220" y="745"/>
                  <a:pt x="1243" y="772"/>
                  <a:pt x="1255" y="808"/>
                </a:cubicBezTo>
                <a:cubicBezTo>
                  <a:pt x="1265" y="840"/>
                  <a:pt x="1267" y="874"/>
                  <a:pt x="1268" y="907"/>
                </a:cubicBezTo>
                <a:cubicBezTo>
                  <a:pt x="1270" y="867"/>
                  <a:pt x="1271" y="823"/>
                  <a:pt x="1255" y="785"/>
                </a:cubicBezTo>
                <a:cubicBezTo>
                  <a:pt x="1245" y="764"/>
                  <a:pt x="1234" y="747"/>
                  <a:pt x="1217" y="731"/>
                </a:cubicBezTo>
                <a:cubicBezTo>
                  <a:pt x="1209" y="724"/>
                  <a:pt x="1200" y="718"/>
                  <a:pt x="1192" y="712"/>
                </a:cubicBezTo>
                <a:cubicBezTo>
                  <a:pt x="1183" y="706"/>
                  <a:pt x="1185" y="696"/>
                  <a:pt x="1185" y="686"/>
                </a:cubicBezTo>
                <a:cubicBezTo>
                  <a:pt x="1197" y="696"/>
                  <a:pt x="1208" y="706"/>
                  <a:pt x="1221" y="714"/>
                </a:cubicBezTo>
                <a:cubicBezTo>
                  <a:pt x="1232" y="721"/>
                  <a:pt x="1241" y="730"/>
                  <a:pt x="1251" y="738"/>
                </a:cubicBezTo>
                <a:cubicBezTo>
                  <a:pt x="1257" y="743"/>
                  <a:pt x="1263" y="747"/>
                  <a:pt x="1269" y="751"/>
                </a:cubicBezTo>
                <a:cubicBezTo>
                  <a:pt x="1277" y="756"/>
                  <a:pt x="1278" y="760"/>
                  <a:pt x="1281" y="769"/>
                </a:cubicBezTo>
                <a:cubicBezTo>
                  <a:pt x="1287" y="784"/>
                  <a:pt x="1293" y="799"/>
                  <a:pt x="1299" y="814"/>
                </a:cubicBezTo>
                <a:cubicBezTo>
                  <a:pt x="1302" y="822"/>
                  <a:pt x="1305" y="829"/>
                  <a:pt x="1308" y="837"/>
                </a:cubicBezTo>
                <a:cubicBezTo>
                  <a:pt x="1311" y="845"/>
                  <a:pt x="1311" y="847"/>
                  <a:pt x="1307" y="854"/>
                </a:cubicBezTo>
                <a:cubicBezTo>
                  <a:pt x="1302" y="867"/>
                  <a:pt x="1292" y="878"/>
                  <a:pt x="1285" y="890"/>
                </a:cubicBezTo>
                <a:cubicBezTo>
                  <a:pt x="1270" y="912"/>
                  <a:pt x="1264" y="934"/>
                  <a:pt x="1265" y="961"/>
                </a:cubicBezTo>
                <a:cubicBezTo>
                  <a:pt x="1266" y="944"/>
                  <a:pt x="1268" y="928"/>
                  <a:pt x="1276" y="913"/>
                </a:cubicBezTo>
                <a:cubicBezTo>
                  <a:pt x="1287" y="892"/>
                  <a:pt x="1305" y="877"/>
                  <a:pt x="1315" y="856"/>
                </a:cubicBezTo>
                <a:cubicBezTo>
                  <a:pt x="1340" y="924"/>
                  <a:pt x="1367" y="1000"/>
                  <a:pt x="1311" y="1059"/>
                </a:cubicBezTo>
                <a:cubicBezTo>
                  <a:pt x="1348" y="1025"/>
                  <a:pt x="1357" y="980"/>
                  <a:pt x="1349" y="931"/>
                </a:cubicBezTo>
                <a:cubicBezTo>
                  <a:pt x="1340" y="875"/>
                  <a:pt x="1320" y="820"/>
                  <a:pt x="1303" y="767"/>
                </a:cubicBezTo>
                <a:cubicBezTo>
                  <a:pt x="1315" y="771"/>
                  <a:pt x="1327" y="774"/>
                  <a:pt x="1340" y="777"/>
                </a:cubicBezTo>
                <a:cubicBezTo>
                  <a:pt x="1344" y="778"/>
                  <a:pt x="1351" y="778"/>
                  <a:pt x="1354" y="781"/>
                </a:cubicBezTo>
                <a:cubicBezTo>
                  <a:pt x="1358" y="785"/>
                  <a:pt x="1362" y="790"/>
                  <a:pt x="1365" y="795"/>
                </a:cubicBezTo>
                <a:cubicBezTo>
                  <a:pt x="1379" y="818"/>
                  <a:pt x="1388" y="846"/>
                  <a:pt x="1390" y="873"/>
                </a:cubicBezTo>
                <a:cubicBezTo>
                  <a:pt x="1393" y="920"/>
                  <a:pt x="1382" y="971"/>
                  <a:pt x="1351" y="1008"/>
                </a:cubicBezTo>
                <a:cubicBezTo>
                  <a:pt x="1406" y="952"/>
                  <a:pt x="1415" y="850"/>
                  <a:pt x="1376" y="783"/>
                </a:cubicBezTo>
                <a:cubicBezTo>
                  <a:pt x="1387" y="785"/>
                  <a:pt x="1401" y="785"/>
                  <a:pt x="1411" y="790"/>
                </a:cubicBezTo>
                <a:cubicBezTo>
                  <a:pt x="1422" y="795"/>
                  <a:pt x="1432" y="810"/>
                  <a:pt x="1438" y="819"/>
                </a:cubicBezTo>
                <a:cubicBezTo>
                  <a:pt x="1457" y="850"/>
                  <a:pt x="1455" y="885"/>
                  <a:pt x="1445" y="918"/>
                </a:cubicBezTo>
                <a:cubicBezTo>
                  <a:pt x="1462" y="873"/>
                  <a:pt x="1460" y="827"/>
                  <a:pt x="1425" y="791"/>
                </a:cubicBezTo>
                <a:cubicBezTo>
                  <a:pt x="1433" y="792"/>
                  <a:pt x="1441" y="793"/>
                  <a:pt x="1448" y="794"/>
                </a:cubicBezTo>
                <a:cubicBezTo>
                  <a:pt x="1454" y="795"/>
                  <a:pt x="1472" y="796"/>
                  <a:pt x="1472" y="801"/>
                </a:cubicBezTo>
                <a:cubicBezTo>
                  <a:pt x="1472" y="816"/>
                  <a:pt x="1483" y="828"/>
                  <a:pt x="1489" y="841"/>
                </a:cubicBezTo>
                <a:cubicBezTo>
                  <a:pt x="1493" y="851"/>
                  <a:pt x="1497" y="862"/>
                  <a:pt x="1499" y="872"/>
                </a:cubicBezTo>
                <a:cubicBezTo>
                  <a:pt x="1501" y="882"/>
                  <a:pt x="1488" y="898"/>
                  <a:pt x="1483" y="906"/>
                </a:cubicBezTo>
                <a:cubicBezTo>
                  <a:pt x="1465" y="933"/>
                  <a:pt x="1448" y="960"/>
                  <a:pt x="1442" y="992"/>
                </a:cubicBezTo>
                <a:cubicBezTo>
                  <a:pt x="1436" y="1023"/>
                  <a:pt x="1443" y="1053"/>
                  <a:pt x="1455" y="1081"/>
                </a:cubicBezTo>
                <a:cubicBezTo>
                  <a:pt x="1443" y="1047"/>
                  <a:pt x="1440" y="1013"/>
                  <a:pt x="1452" y="978"/>
                </a:cubicBezTo>
                <a:cubicBezTo>
                  <a:pt x="1465" y="943"/>
                  <a:pt x="1494" y="919"/>
                  <a:pt x="1511" y="886"/>
                </a:cubicBezTo>
                <a:cubicBezTo>
                  <a:pt x="1519" y="912"/>
                  <a:pt x="1520" y="940"/>
                  <a:pt x="1527" y="966"/>
                </a:cubicBezTo>
                <a:cubicBezTo>
                  <a:pt x="1535" y="988"/>
                  <a:pt x="1556" y="1001"/>
                  <a:pt x="1567" y="1021"/>
                </a:cubicBezTo>
                <a:cubicBezTo>
                  <a:pt x="1559" y="1003"/>
                  <a:pt x="1544" y="991"/>
                  <a:pt x="1535" y="974"/>
                </a:cubicBezTo>
                <a:cubicBezTo>
                  <a:pt x="1525" y="959"/>
                  <a:pt x="1527" y="932"/>
                  <a:pt x="1526" y="915"/>
                </a:cubicBezTo>
                <a:cubicBezTo>
                  <a:pt x="1524" y="896"/>
                  <a:pt x="1520" y="878"/>
                  <a:pt x="1513" y="860"/>
                </a:cubicBezTo>
                <a:cubicBezTo>
                  <a:pt x="1508" y="849"/>
                  <a:pt x="1503" y="839"/>
                  <a:pt x="1498" y="828"/>
                </a:cubicBezTo>
                <a:cubicBezTo>
                  <a:pt x="1494" y="821"/>
                  <a:pt x="1487" y="811"/>
                  <a:pt x="1488" y="802"/>
                </a:cubicBezTo>
                <a:cubicBezTo>
                  <a:pt x="1503" y="805"/>
                  <a:pt x="1517" y="810"/>
                  <a:pt x="1531" y="816"/>
                </a:cubicBezTo>
                <a:cubicBezTo>
                  <a:pt x="1531" y="828"/>
                  <a:pt x="1532" y="840"/>
                  <a:pt x="1536" y="852"/>
                </a:cubicBezTo>
                <a:cubicBezTo>
                  <a:pt x="1533" y="841"/>
                  <a:pt x="1532" y="829"/>
                  <a:pt x="1534" y="817"/>
                </a:cubicBezTo>
                <a:cubicBezTo>
                  <a:pt x="1558" y="829"/>
                  <a:pt x="1576" y="848"/>
                  <a:pt x="1577" y="877"/>
                </a:cubicBezTo>
                <a:cubicBezTo>
                  <a:pt x="1577" y="902"/>
                  <a:pt x="1568" y="926"/>
                  <a:pt x="1558" y="949"/>
                </a:cubicBezTo>
                <a:cubicBezTo>
                  <a:pt x="1575" y="916"/>
                  <a:pt x="1593" y="876"/>
                  <a:pt x="1574" y="841"/>
                </a:cubicBezTo>
                <a:cubicBezTo>
                  <a:pt x="1569" y="832"/>
                  <a:pt x="1563" y="825"/>
                  <a:pt x="1555" y="819"/>
                </a:cubicBezTo>
                <a:cubicBezTo>
                  <a:pt x="1552" y="816"/>
                  <a:pt x="1549" y="814"/>
                  <a:pt x="1546" y="812"/>
                </a:cubicBezTo>
                <a:cubicBezTo>
                  <a:pt x="1540" y="808"/>
                  <a:pt x="1535" y="808"/>
                  <a:pt x="1536" y="801"/>
                </a:cubicBezTo>
                <a:cubicBezTo>
                  <a:pt x="1538" y="790"/>
                  <a:pt x="1540" y="779"/>
                  <a:pt x="1540" y="768"/>
                </a:cubicBezTo>
                <a:cubicBezTo>
                  <a:pt x="1540" y="758"/>
                  <a:pt x="1537" y="749"/>
                  <a:pt x="1537" y="739"/>
                </a:cubicBezTo>
                <a:cubicBezTo>
                  <a:pt x="1547" y="751"/>
                  <a:pt x="1556" y="764"/>
                  <a:pt x="1564" y="777"/>
                </a:cubicBezTo>
                <a:cubicBezTo>
                  <a:pt x="1572" y="790"/>
                  <a:pt x="1575" y="803"/>
                  <a:pt x="1578" y="818"/>
                </a:cubicBezTo>
                <a:cubicBezTo>
                  <a:pt x="1583" y="843"/>
                  <a:pt x="1585" y="868"/>
                  <a:pt x="1587" y="893"/>
                </a:cubicBezTo>
                <a:cubicBezTo>
                  <a:pt x="1587" y="863"/>
                  <a:pt x="1586" y="832"/>
                  <a:pt x="1581" y="802"/>
                </a:cubicBezTo>
                <a:cubicBezTo>
                  <a:pt x="1592" y="815"/>
                  <a:pt x="1606" y="823"/>
                  <a:pt x="1623" y="825"/>
                </a:cubicBezTo>
                <a:cubicBezTo>
                  <a:pt x="1613" y="823"/>
                  <a:pt x="1603" y="818"/>
                  <a:pt x="1594" y="811"/>
                </a:cubicBezTo>
                <a:cubicBezTo>
                  <a:pt x="1590" y="808"/>
                  <a:pt x="1586" y="803"/>
                  <a:pt x="1583" y="798"/>
                </a:cubicBezTo>
                <a:cubicBezTo>
                  <a:pt x="1578" y="792"/>
                  <a:pt x="1578" y="783"/>
                  <a:pt x="1576" y="775"/>
                </a:cubicBezTo>
                <a:cubicBezTo>
                  <a:pt x="1569" y="749"/>
                  <a:pt x="1558" y="724"/>
                  <a:pt x="1540" y="703"/>
                </a:cubicBezTo>
                <a:cubicBezTo>
                  <a:pt x="1559" y="705"/>
                  <a:pt x="1578" y="711"/>
                  <a:pt x="1595" y="720"/>
                </a:cubicBezTo>
                <a:cubicBezTo>
                  <a:pt x="1601" y="734"/>
                  <a:pt x="1608" y="746"/>
                  <a:pt x="1619" y="757"/>
                </a:cubicBezTo>
                <a:cubicBezTo>
                  <a:pt x="1610" y="746"/>
                  <a:pt x="1603" y="735"/>
                  <a:pt x="1599" y="722"/>
                </a:cubicBezTo>
                <a:cubicBezTo>
                  <a:pt x="1628" y="738"/>
                  <a:pt x="1653" y="762"/>
                  <a:pt x="1673" y="790"/>
                </a:cubicBezTo>
                <a:cubicBezTo>
                  <a:pt x="1665" y="771"/>
                  <a:pt x="1654" y="754"/>
                  <a:pt x="1641" y="739"/>
                </a:cubicBezTo>
                <a:cubicBezTo>
                  <a:pt x="1629" y="725"/>
                  <a:pt x="1616" y="713"/>
                  <a:pt x="1602" y="704"/>
                </a:cubicBezTo>
                <a:cubicBezTo>
                  <a:pt x="1596" y="701"/>
                  <a:pt x="1592" y="700"/>
                  <a:pt x="1591" y="694"/>
                </a:cubicBezTo>
                <a:cubicBezTo>
                  <a:pt x="1590" y="687"/>
                  <a:pt x="1588" y="681"/>
                  <a:pt x="1587" y="675"/>
                </a:cubicBezTo>
                <a:cubicBezTo>
                  <a:pt x="1585" y="663"/>
                  <a:pt x="1584" y="651"/>
                  <a:pt x="1582" y="640"/>
                </a:cubicBezTo>
                <a:cubicBezTo>
                  <a:pt x="1598" y="639"/>
                  <a:pt x="1613" y="639"/>
                  <a:pt x="1629" y="642"/>
                </a:cubicBezTo>
                <a:cubicBezTo>
                  <a:pt x="1636" y="644"/>
                  <a:pt x="1643" y="645"/>
                  <a:pt x="1650" y="648"/>
                </a:cubicBezTo>
                <a:cubicBezTo>
                  <a:pt x="1659" y="651"/>
                  <a:pt x="1662" y="653"/>
                  <a:pt x="1666" y="661"/>
                </a:cubicBezTo>
                <a:cubicBezTo>
                  <a:pt x="1677" y="685"/>
                  <a:pt x="1680" y="710"/>
                  <a:pt x="1683" y="735"/>
                </a:cubicBezTo>
                <a:cubicBezTo>
                  <a:pt x="1682" y="709"/>
                  <a:pt x="1680" y="682"/>
                  <a:pt x="1670" y="657"/>
                </a:cubicBezTo>
                <a:cubicBezTo>
                  <a:pt x="1673" y="658"/>
                  <a:pt x="1673" y="660"/>
                  <a:pt x="1679" y="662"/>
                </a:cubicBezTo>
                <a:cubicBezTo>
                  <a:pt x="1686" y="666"/>
                  <a:pt x="1693" y="672"/>
                  <a:pt x="1699" y="678"/>
                </a:cubicBezTo>
                <a:cubicBezTo>
                  <a:pt x="1714" y="690"/>
                  <a:pt x="1725" y="706"/>
                  <a:pt x="1735" y="722"/>
                </a:cubicBezTo>
                <a:cubicBezTo>
                  <a:pt x="1750" y="750"/>
                  <a:pt x="1759" y="780"/>
                  <a:pt x="1763" y="812"/>
                </a:cubicBezTo>
                <a:cubicBezTo>
                  <a:pt x="1760" y="765"/>
                  <a:pt x="1747" y="719"/>
                  <a:pt x="1717" y="682"/>
                </a:cubicBezTo>
                <a:cubicBezTo>
                  <a:pt x="1746" y="694"/>
                  <a:pt x="1775" y="707"/>
                  <a:pt x="1801" y="725"/>
                </a:cubicBezTo>
                <a:cubicBezTo>
                  <a:pt x="1815" y="734"/>
                  <a:pt x="1821" y="744"/>
                  <a:pt x="1826" y="760"/>
                </a:cubicBezTo>
                <a:cubicBezTo>
                  <a:pt x="1830" y="773"/>
                  <a:pt x="1834" y="793"/>
                  <a:pt x="1850" y="798"/>
                </a:cubicBezTo>
                <a:cubicBezTo>
                  <a:pt x="1825" y="788"/>
                  <a:pt x="1834" y="750"/>
                  <a:pt x="1818" y="733"/>
                </a:cubicBezTo>
                <a:cubicBezTo>
                  <a:pt x="1802" y="714"/>
                  <a:pt x="1777" y="699"/>
                  <a:pt x="1755" y="689"/>
                </a:cubicBezTo>
                <a:cubicBezTo>
                  <a:pt x="1777" y="691"/>
                  <a:pt x="1793" y="676"/>
                  <a:pt x="1815" y="687"/>
                </a:cubicBezTo>
                <a:cubicBezTo>
                  <a:pt x="1836" y="698"/>
                  <a:pt x="1856" y="707"/>
                  <a:pt x="1879" y="714"/>
                </a:cubicBezTo>
                <a:cubicBezTo>
                  <a:pt x="1866" y="709"/>
                  <a:pt x="1852" y="705"/>
                  <a:pt x="1840" y="698"/>
                </a:cubicBezTo>
                <a:cubicBezTo>
                  <a:pt x="1826" y="690"/>
                  <a:pt x="1813" y="678"/>
                  <a:pt x="1796" y="676"/>
                </a:cubicBezTo>
                <a:cubicBezTo>
                  <a:pt x="1781" y="675"/>
                  <a:pt x="1767" y="683"/>
                  <a:pt x="1751" y="679"/>
                </a:cubicBezTo>
                <a:cubicBezTo>
                  <a:pt x="1732" y="675"/>
                  <a:pt x="1716" y="665"/>
                  <a:pt x="1699" y="656"/>
                </a:cubicBezTo>
                <a:cubicBezTo>
                  <a:pt x="1686" y="649"/>
                  <a:pt x="1673" y="643"/>
                  <a:pt x="1660" y="637"/>
                </a:cubicBezTo>
                <a:cubicBezTo>
                  <a:pt x="1651" y="622"/>
                  <a:pt x="1639" y="610"/>
                  <a:pt x="1625" y="601"/>
                </a:cubicBezTo>
                <a:cubicBezTo>
                  <a:pt x="1610" y="592"/>
                  <a:pt x="1594" y="587"/>
                  <a:pt x="1578" y="580"/>
                </a:cubicBezTo>
                <a:cubicBezTo>
                  <a:pt x="1564" y="574"/>
                  <a:pt x="1562" y="565"/>
                  <a:pt x="1556" y="551"/>
                </a:cubicBezTo>
                <a:cubicBezTo>
                  <a:pt x="1599" y="556"/>
                  <a:pt x="1641" y="565"/>
                  <a:pt x="1682" y="580"/>
                </a:cubicBezTo>
                <a:cubicBezTo>
                  <a:pt x="1718" y="593"/>
                  <a:pt x="1731" y="637"/>
                  <a:pt x="1750" y="667"/>
                </a:cubicBezTo>
                <a:cubicBezTo>
                  <a:pt x="1736" y="642"/>
                  <a:pt x="1727" y="613"/>
                  <a:pt x="1709" y="591"/>
                </a:cubicBezTo>
                <a:cubicBezTo>
                  <a:pt x="1728" y="599"/>
                  <a:pt x="1747" y="608"/>
                  <a:pt x="1765" y="618"/>
                </a:cubicBezTo>
                <a:cubicBezTo>
                  <a:pt x="1769" y="620"/>
                  <a:pt x="1773" y="621"/>
                  <a:pt x="1773" y="625"/>
                </a:cubicBezTo>
                <a:cubicBezTo>
                  <a:pt x="1773" y="631"/>
                  <a:pt x="1773" y="636"/>
                  <a:pt x="1773" y="641"/>
                </a:cubicBezTo>
                <a:cubicBezTo>
                  <a:pt x="1773" y="647"/>
                  <a:pt x="1773" y="652"/>
                  <a:pt x="1773" y="657"/>
                </a:cubicBezTo>
                <a:cubicBezTo>
                  <a:pt x="1774" y="646"/>
                  <a:pt x="1774" y="635"/>
                  <a:pt x="1775" y="624"/>
                </a:cubicBezTo>
                <a:cubicBezTo>
                  <a:pt x="1780" y="627"/>
                  <a:pt x="1785" y="630"/>
                  <a:pt x="1789" y="633"/>
                </a:cubicBezTo>
                <a:cubicBezTo>
                  <a:pt x="1788" y="632"/>
                  <a:pt x="1786" y="630"/>
                  <a:pt x="1784" y="629"/>
                </a:cubicBezTo>
                <a:cubicBezTo>
                  <a:pt x="1777" y="623"/>
                  <a:pt x="1775" y="623"/>
                  <a:pt x="1775" y="614"/>
                </a:cubicBezTo>
                <a:cubicBezTo>
                  <a:pt x="1776" y="601"/>
                  <a:pt x="1776" y="588"/>
                  <a:pt x="1775" y="575"/>
                </a:cubicBezTo>
                <a:cubicBezTo>
                  <a:pt x="1773" y="550"/>
                  <a:pt x="1767" y="525"/>
                  <a:pt x="1751" y="505"/>
                </a:cubicBezTo>
                <a:cubicBezTo>
                  <a:pt x="1774" y="506"/>
                  <a:pt x="1799" y="513"/>
                  <a:pt x="1815" y="531"/>
                </a:cubicBezTo>
                <a:cubicBezTo>
                  <a:pt x="1831" y="551"/>
                  <a:pt x="1825" y="579"/>
                  <a:pt x="1839" y="599"/>
                </a:cubicBezTo>
                <a:cubicBezTo>
                  <a:pt x="1853" y="621"/>
                  <a:pt x="1880" y="629"/>
                  <a:pt x="1905" y="633"/>
                </a:cubicBezTo>
                <a:cubicBezTo>
                  <a:pt x="1926" y="636"/>
                  <a:pt x="1956" y="630"/>
                  <a:pt x="1970" y="651"/>
                </a:cubicBezTo>
                <a:cubicBezTo>
                  <a:pt x="1962" y="636"/>
                  <a:pt x="1942" y="632"/>
                  <a:pt x="1927" y="631"/>
                </a:cubicBezTo>
                <a:cubicBezTo>
                  <a:pt x="1905" y="628"/>
                  <a:pt x="1883" y="624"/>
                  <a:pt x="1864" y="611"/>
                </a:cubicBezTo>
                <a:cubicBezTo>
                  <a:pt x="1847" y="600"/>
                  <a:pt x="1842" y="584"/>
                  <a:pt x="1839" y="565"/>
                </a:cubicBezTo>
                <a:cubicBezTo>
                  <a:pt x="1837" y="543"/>
                  <a:pt x="1832" y="525"/>
                  <a:pt x="1814" y="510"/>
                </a:cubicBezTo>
                <a:cubicBezTo>
                  <a:pt x="1830" y="512"/>
                  <a:pt x="1846" y="514"/>
                  <a:pt x="1861" y="521"/>
                </a:cubicBezTo>
                <a:cubicBezTo>
                  <a:pt x="1879" y="528"/>
                  <a:pt x="1889" y="536"/>
                  <a:pt x="1898" y="552"/>
                </a:cubicBezTo>
                <a:cubicBezTo>
                  <a:pt x="1915" y="583"/>
                  <a:pt x="1923" y="617"/>
                  <a:pt x="1962" y="625"/>
                </a:cubicBezTo>
                <a:cubicBezTo>
                  <a:pt x="1921" y="614"/>
                  <a:pt x="1918" y="573"/>
                  <a:pt x="1900" y="541"/>
                </a:cubicBezTo>
                <a:cubicBezTo>
                  <a:pt x="1938" y="550"/>
                  <a:pt x="1938" y="550"/>
                  <a:pt x="1938" y="550"/>
                </a:cubicBezTo>
                <a:cubicBezTo>
                  <a:pt x="1917" y="541"/>
                  <a:pt x="1898" y="526"/>
                  <a:pt x="1880" y="515"/>
                </a:cubicBezTo>
                <a:cubicBezTo>
                  <a:pt x="1905" y="519"/>
                  <a:pt x="1926" y="519"/>
                  <a:pt x="1950" y="511"/>
                </a:cubicBezTo>
                <a:close/>
                <a:moveTo>
                  <a:pt x="632" y="632"/>
                </a:moveTo>
                <a:cubicBezTo>
                  <a:pt x="633" y="632"/>
                  <a:pt x="632" y="632"/>
                  <a:pt x="632" y="632"/>
                </a:cubicBezTo>
                <a:cubicBezTo>
                  <a:pt x="631" y="633"/>
                  <a:pt x="631" y="633"/>
                  <a:pt x="631" y="633"/>
                </a:cubicBezTo>
                <a:cubicBezTo>
                  <a:pt x="616" y="654"/>
                  <a:pt x="614" y="676"/>
                  <a:pt x="625" y="699"/>
                </a:cubicBezTo>
                <a:cubicBezTo>
                  <a:pt x="629" y="705"/>
                  <a:pt x="631" y="707"/>
                  <a:pt x="627" y="713"/>
                </a:cubicBezTo>
                <a:cubicBezTo>
                  <a:pt x="623" y="720"/>
                  <a:pt x="618" y="726"/>
                  <a:pt x="613" y="732"/>
                </a:cubicBezTo>
                <a:cubicBezTo>
                  <a:pt x="601" y="746"/>
                  <a:pt x="589" y="757"/>
                  <a:pt x="582" y="773"/>
                </a:cubicBezTo>
                <a:cubicBezTo>
                  <a:pt x="574" y="759"/>
                  <a:pt x="565" y="745"/>
                  <a:pt x="558" y="730"/>
                </a:cubicBezTo>
                <a:cubicBezTo>
                  <a:pt x="555" y="724"/>
                  <a:pt x="553" y="719"/>
                  <a:pt x="555" y="713"/>
                </a:cubicBezTo>
                <a:cubicBezTo>
                  <a:pt x="557" y="703"/>
                  <a:pt x="560" y="694"/>
                  <a:pt x="562" y="684"/>
                </a:cubicBezTo>
                <a:cubicBezTo>
                  <a:pt x="572" y="649"/>
                  <a:pt x="582" y="614"/>
                  <a:pt x="598" y="582"/>
                </a:cubicBezTo>
                <a:cubicBezTo>
                  <a:pt x="628" y="522"/>
                  <a:pt x="683" y="484"/>
                  <a:pt x="737" y="448"/>
                </a:cubicBezTo>
                <a:cubicBezTo>
                  <a:pt x="709" y="501"/>
                  <a:pt x="681" y="558"/>
                  <a:pt x="635" y="597"/>
                </a:cubicBezTo>
                <a:cubicBezTo>
                  <a:pt x="669" y="572"/>
                  <a:pt x="692" y="540"/>
                  <a:pt x="714" y="505"/>
                </a:cubicBezTo>
                <a:cubicBezTo>
                  <a:pt x="728" y="485"/>
                  <a:pt x="741" y="465"/>
                  <a:pt x="754" y="444"/>
                </a:cubicBezTo>
                <a:cubicBezTo>
                  <a:pt x="759" y="436"/>
                  <a:pt x="763" y="431"/>
                  <a:pt x="772" y="425"/>
                </a:cubicBezTo>
                <a:cubicBezTo>
                  <a:pt x="782" y="419"/>
                  <a:pt x="791" y="412"/>
                  <a:pt x="801" y="405"/>
                </a:cubicBezTo>
                <a:cubicBezTo>
                  <a:pt x="791" y="424"/>
                  <a:pt x="785" y="444"/>
                  <a:pt x="780" y="465"/>
                </a:cubicBezTo>
                <a:cubicBezTo>
                  <a:pt x="773" y="492"/>
                  <a:pt x="759" y="516"/>
                  <a:pt x="742" y="538"/>
                </a:cubicBezTo>
                <a:cubicBezTo>
                  <a:pt x="726" y="557"/>
                  <a:pt x="709" y="573"/>
                  <a:pt x="690" y="588"/>
                </a:cubicBezTo>
                <a:cubicBezTo>
                  <a:pt x="671" y="604"/>
                  <a:pt x="649" y="614"/>
                  <a:pt x="632" y="632"/>
                </a:cubicBezTo>
                <a:close/>
                <a:moveTo>
                  <a:pt x="691" y="798"/>
                </a:moveTo>
                <a:cubicBezTo>
                  <a:pt x="690" y="794"/>
                  <a:pt x="690" y="796"/>
                  <a:pt x="691" y="797"/>
                </a:cubicBezTo>
                <a:cubicBezTo>
                  <a:pt x="684" y="771"/>
                  <a:pt x="675" y="745"/>
                  <a:pt x="662" y="721"/>
                </a:cubicBezTo>
                <a:cubicBezTo>
                  <a:pt x="655" y="708"/>
                  <a:pt x="640" y="691"/>
                  <a:pt x="640" y="675"/>
                </a:cubicBezTo>
                <a:cubicBezTo>
                  <a:pt x="639" y="656"/>
                  <a:pt x="653" y="645"/>
                  <a:pt x="667" y="636"/>
                </a:cubicBezTo>
                <a:cubicBezTo>
                  <a:pt x="691" y="622"/>
                  <a:pt x="716" y="613"/>
                  <a:pt x="737" y="593"/>
                </a:cubicBezTo>
                <a:cubicBezTo>
                  <a:pt x="723" y="625"/>
                  <a:pt x="696" y="649"/>
                  <a:pt x="692" y="685"/>
                </a:cubicBezTo>
                <a:cubicBezTo>
                  <a:pt x="690" y="705"/>
                  <a:pt x="691" y="726"/>
                  <a:pt x="696" y="746"/>
                </a:cubicBezTo>
                <a:cubicBezTo>
                  <a:pt x="699" y="756"/>
                  <a:pt x="695" y="765"/>
                  <a:pt x="694" y="775"/>
                </a:cubicBezTo>
                <a:cubicBezTo>
                  <a:pt x="693" y="784"/>
                  <a:pt x="692" y="793"/>
                  <a:pt x="692" y="802"/>
                </a:cubicBezTo>
                <a:cubicBezTo>
                  <a:pt x="691" y="800"/>
                  <a:pt x="691" y="799"/>
                  <a:pt x="691" y="798"/>
                </a:cubicBezTo>
                <a:close/>
                <a:moveTo>
                  <a:pt x="754" y="727"/>
                </a:moveTo>
                <a:cubicBezTo>
                  <a:pt x="747" y="782"/>
                  <a:pt x="712" y="831"/>
                  <a:pt x="695" y="883"/>
                </a:cubicBezTo>
                <a:cubicBezTo>
                  <a:pt x="698" y="861"/>
                  <a:pt x="697" y="840"/>
                  <a:pt x="694" y="819"/>
                </a:cubicBezTo>
                <a:cubicBezTo>
                  <a:pt x="692" y="798"/>
                  <a:pt x="694" y="779"/>
                  <a:pt x="700" y="759"/>
                </a:cubicBezTo>
                <a:cubicBezTo>
                  <a:pt x="705" y="771"/>
                  <a:pt x="712" y="781"/>
                  <a:pt x="719" y="792"/>
                </a:cubicBezTo>
                <a:cubicBezTo>
                  <a:pt x="715" y="785"/>
                  <a:pt x="710" y="778"/>
                  <a:pt x="707" y="770"/>
                </a:cubicBezTo>
                <a:cubicBezTo>
                  <a:pt x="705" y="765"/>
                  <a:pt x="703" y="759"/>
                  <a:pt x="701" y="754"/>
                </a:cubicBezTo>
                <a:cubicBezTo>
                  <a:pt x="704" y="747"/>
                  <a:pt x="706" y="741"/>
                  <a:pt x="709" y="734"/>
                </a:cubicBezTo>
                <a:cubicBezTo>
                  <a:pt x="720" y="710"/>
                  <a:pt x="738" y="694"/>
                  <a:pt x="759" y="677"/>
                </a:cubicBezTo>
                <a:cubicBezTo>
                  <a:pt x="756" y="693"/>
                  <a:pt x="755" y="710"/>
                  <a:pt x="754" y="727"/>
                </a:cubicBezTo>
                <a:close/>
                <a:moveTo>
                  <a:pt x="819" y="606"/>
                </a:moveTo>
                <a:cubicBezTo>
                  <a:pt x="819" y="607"/>
                  <a:pt x="819" y="607"/>
                  <a:pt x="819" y="608"/>
                </a:cubicBezTo>
                <a:cubicBezTo>
                  <a:pt x="818" y="611"/>
                  <a:pt x="818" y="612"/>
                  <a:pt x="818" y="612"/>
                </a:cubicBezTo>
                <a:cubicBezTo>
                  <a:pt x="806" y="685"/>
                  <a:pt x="800" y="762"/>
                  <a:pt x="772" y="831"/>
                </a:cubicBezTo>
                <a:cubicBezTo>
                  <a:pt x="766" y="741"/>
                  <a:pt x="773" y="649"/>
                  <a:pt x="827" y="573"/>
                </a:cubicBezTo>
                <a:cubicBezTo>
                  <a:pt x="824" y="584"/>
                  <a:pt x="822" y="595"/>
                  <a:pt x="819" y="606"/>
                </a:cubicBezTo>
                <a:close/>
                <a:moveTo>
                  <a:pt x="861" y="474"/>
                </a:moveTo>
                <a:cubicBezTo>
                  <a:pt x="851" y="488"/>
                  <a:pt x="857" y="480"/>
                  <a:pt x="860" y="476"/>
                </a:cubicBezTo>
                <a:cubicBezTo>
                  <a:pt x="829" y="519"/>
                  <a:pt x="794" y="561"/>
                  <a:pt x="775" y="612"/>
                </a:cubicBezTo>
                <a:cubicBezTo>
                  <a:pt x="770" y="626"/>
                  <a:pt x="766" y="639"/>
                  <a:pt x="763" y="653"/>
                </a:cubicBezTo>
                <a:cubicBezTo>
                  <a:pt x="761" y="664"/>
                  <a:pt x="748" y="672"/>
                  <a:pt x="740" y="679"/>
                </a:cubicBezTo>
                <a:cubicBezTo>
                  <a:pt x="720" y="697"/>
                  <a:pt x="707" y="720"/>
                  <a:pt x="700" y="746"/>
                </a:cubicBezTo>
                <a:cubicBezTo>
                  <a:pt x="693" y="715"/>
                  <a:pt x="695" y="673"/>
                  <a:pt x="717" y="648"/>
                </a:cubicBezTo>
                <a:cubicBezTo>
                  <a:pt x="729" y="633"/>
                  <a:pt x="740" y="618"/>
                  <a:pt x="749" y="600"/>
                </a:cubicBezTo>
                <a:cubicBezTo>
                  <a:pt x="754" y="591"/>
                  <a:pt x="758" y="582"/>
                  <a:pt x="762" y="573"/>
                </a:cubicBezTo>
                <a:cubicBezTo>
                  <a:pt x="766" y="563"/>
                  <a:pt x="772" y="556"/>
                  <a:pt x="779" y="547"/>
                </a:cubicBezTo>
                <a:cubicBezTo>
                  <a:pt x="798" y="525"/>
                  <a:pt x="810" y="499"/>
                  <a:pt x="825" y="474"/>
                </a:cubicBezTo>
                <a:cubicBezTo>
                  <a:pt x="830" y="467"/>
                  <a:pt x="834" y="456"/>
                  <a:pt x="844" y="455"/>
                </a:cubicBezTo>
                <a:cubicBezTo>
                  <a:pt x="851" y="455"/>
                  <a:pt x="859" y="455"/>
                  <a:pt x="866" y="457"/>
                </a:cubicBezTo>
                <a:cubicBezTo>
                  <a:pt x="875" y="461"/>
                  <a:pt x="865" y="469"/>
                  <a:pt x="861" y="474"/>
                </a:cubicBezTo>
                <a:close/>
                <a:moveTo>
                  <a:pt x="1016" y="674"/>
                </a:moveTo>
                <a:cubicBezTo>
                  <a:pt x="1016" y="674"/>
                  <a:pt x="1016" y="674"/>
                  <a:pt x="1016" y="675"/>
                </a:cubicBezTo>
                <a:cubicBezTo>
                  <a:pt x="1013" y="695"/>
                  <a:pt x="1007" y="715"/>
                  <a:pt x="1003" y="735"/>
                </a:cubicBezTo>
                <a:cubicBezTo>
                  <a:pt x="993" y="723"/>
                  <a:pt x="983" y="712"/>
                  <a:pt x="974" y="701"/>
                </a:cubicBezTo>
                <a:cubicBezTo>
                  <a:pt x="970" y="695"/>
                  <a:pt x="970" y="685"/>
                  <a:pt x="969" y="679"/>
                </a:cubicBezTo>
                <a:cubicBezTo>
                  <a:pt x="964" y="648"/>
                  <a:pt x="961" y="616"/>
                  <a:pt x="957" y="585"/>
                </a:cubicBezTo>
                <a:cubicBezTo>
                  <a:pt x="971" y="597"/>
                  <a:pt x="986" y="609"/>
                  <a:pt x="998" y="623"/>
                </a:cubicBezTo>
                <a:cubicBezTo>
                  <a:pt x="1004" y="630"/>
                  <a:pt x="1009" y="637"/>
                  <a:pt x="1014" y="645"/>
                </a:cubicBezTo>
                <a:cubicBezTo>
                  <a:pt x="1020" y="654"/>
                  <a:pt x="1018" y="663"/>
                  <a:pt x="1016" y="674"/>
                </a:cubicBezTo>
                <a:close/>
                <a:moveTo>
                  <a:pt x="1106" y="710"/>
                </a:moveTo>
                <a:cubicBezTo>
                  <a:pt x="1108" y="715"/>
                  <a:pt x="1110" y="718"/>
                  <a:pt x="1105" y="709"/>
                </a:cubicBezTo>
                <a:cubicBezTo>
                  <a:pt x="1100" y="698"/>
                  <a:pt x="1102" y="703"/>
                  <a:pt x="1105" y="709"/>
                </a:cubicBezTo>
                <a:cubicBezTo>
                  <a:pt x="1097" y="692"/>
                  <a:pt x="1088" y="675"/>
                  <a:pt x="1080" y="657"/>
                </a:cubicBezTo>
                <a:cubicBezTo>
                  <a:pt x="1072" y="638"/>
                  <a:pt x="1067" y="620"/>
                  <a:pt x="1062" y="600"/>
                </a:cubicBezTo>
                <a:cubicBezTo>
                  <a:pt x="1058" y="583"/>
                  <a:pt x="1054" y="566"/>
                  <a:pt x="1048" y="549"/>
                </a:cubicBezTo>
                <a:cubicBezTo>
                  <a:pt x="1045" y="538"/>
                  <a:pt x="1041" y="525"/>
                  <a:pt x="1034" y="516"/>
                </a:cubicBezTo>
                <a:cubicBezTo>
                  <a:pt x="1037" y="521"/>
                  <a:pt x="1040" y="525"/>
                  <a:pt x="1044" y="529"/>
                </a:cubicBezTo>
                <a:cubicBezTo>
                  <a:pt x="1052" y="539"/>
                  <a:pt x="1055" y="549"/>
                  <a:pt x="1060" y="560"/>
                </a:cubicBezTo>
                <a:cubicBezTo>
                  <a:pt x="1070" y="585"/>
                  <a:pt x="1084" y="608"/>
                  <a:pt x="1098" y="631"/>
                </a:cubicBezTo>
                <a:cubicBezTo>
                  <a:pt x="1105" y="641"/>
                  <a:pt x="1112" y="652"/>
                  <a:pt x="1119" y="662"/>
                </a:cubicBezTo>
                <a:cubicBezTo>
                  <a:pt x="1121" y="673"/>
                  <a:pt x="1123" y="684"/>
                  <a:pt x="1125" y="694"/>
                </a:cubicBezTo>
                <a:cubicBezTo>
                  <a:pt x="1128" y="719"/>
                  <a:pt x="1130" y="744"/>
                  <a:pt x="1133" y="769"/>
                </a:cubicBezTo>
                <a:cubicBezTo>
                  <a:pt x="1126" y="748"/>
                  <a:pt x="1115" y="729"/>
                  <a:pt x="1106" y="710"/>
                </a:cubicBezTo>
                <a:close/>
                <a:moveTo>
                  <a:pt x="1110" y="514"/>
                </a:moveTo>
                <a:cubicBezTo>
                  <a:pt x="1112" y="500"/>
                  <a:pt x="1118" y="486"/>
                  <a:pt x="1127" y="476"/>
                </a:cubicBezTo>
                <a:cubicBezTo>
                  <a:pt x="1152" y="521"/>
                  <a:pt x="1168" y="568"/>
                  <a:pt x="1171" y="620"/>
                </a:cubicBezTo>
                <a:cubicBezTo>
                  <a:pt x="1140" y="594"/>
                  <a:pt x="1106" y="558"/>
                  <a:pt x="1110" y="514"/>
                </a:cubicBezTo>
                <a:close/>
                <a:moveTo>
                  <a:pt x="1175" y="712"/>
                </a:moveTo>
                <a:cubicBezTo>
                  <a:pt x="1164" y="687"/>
                  <a:pt x="1151" y="662"/>
                  <a:pt x="1137" y="638"/>
                </a:cubicBezTo>
                <a:cubicBezTo>
                  <a:pt x="1148" y="650"/>
                  <a:pt x="1158" y="661"/>
                  <a:pt x="1169" y="671"/>
                </a:cubicBezTo>
                <a:cubicBezTo>
                  <a:pt x="1175" y="677"/>
                  <a:pt x="1173" y="686"/>
                  <a:pt x="1174" y="694"/>
                </a:cubicBezTo>
                <a:cubicBezTo>
                  <a:pt x="1174" y="700"/>
                  <a:pt x="1176" y="707"/>
                  <a:pt x="1175" y="712"/>
                </a:cubicBezTo>
                <a:close/>
                <a:moveTo>
                  <a:pt x="1307" y="425"/>
                </a:moveTo>
                <a:cubicBezTo>
                  <a:pt x="1307" y="425"/>
                  <a:pt x="1307" y="425"/>
                  <a:pt x="1307" y="425"/>
                </a:cubicBezTo>
                <a:cubicBezTo>
                  <a:pt x="1346" y="428"/>
                  <a:pt x="1386" y="434"/>
                  <a:pt x="1424" y="441"/>
                </a:cubicBezTo>
                <a:cubicBezTo>
                  <a:pt x="1441" y="445"/>
                  <a:pt x="1455" y="458"/>
                  <a:pt x="1468" y="469"/>
                </a:cubicBezTo>
                <a:cubicBezTo>
                  <a:pt x="1484" y="482"/>
                  <a:pt x="1500" y="497"/>
                  <a:pt x="1513" y="513"/>
                </a:cubicBezTo>
                <a:cubicBezTo>
                  <a:pt x="1466" y="509"/>
                  <a:pt x="1414" y="505"/>
                  <a:pt x="1370" y="486"/>
                </a:cubicBezTo>
                <a:cubicBezTo>
                  <a:pt x="1366" y="484"/>
                  <a:pt x="1362" y="482"/>
                  <a:pt x="1359" y="480"/>
                </a:cubicBezTo>
                <a:cubicBezTo>
                  <a:pt x="1339" y="462"/>
                  <a:pt x="1320" y="443"/>
                  <a:pt x="1301" y="424"/>
                </a:cubicBezTo>
                <a:cubicBezTo>
                  <a:pt x="1303" y="425"/>
                  <a:pt x="1305" y="425"/>
                  <a:pt x="1307" y="425"/>
                </a:cubicBezTo>
                <a:close/>
                <a:moveTo>
                  <a:pt x="1189" y="635"/>
                </a:moveTo>
                <a:cubicBezTo>
                  <a:pt x="1188" y="634"/>
                  <a:pt x="1187" y="634"/>
                  <a:pt x="1187" y="633"/>
                </a:cubicBezTo>
                <a:cubicBezTo>
                  <a:pt x="1187" y="606"/>
                  <a:pt x="1187" y="578"/>
                  <a:pt x="1181" y="550"/>
                </a:cubicBezTo>
                <a:cubicBezTo>
                  <a:pt x="1194" y="571"/>
                  <a:pt x="1207" y="591"/>
                  <a:pt x="1219" y="612"/>
                </a:cubicBezTo>
                <a:cubicBezTo>
                  <a:pt x="1231" y="632"/>
                  <a:pt x="1238" y="653"/>
                  <a:pt x="1246" y="675"/>
                </a:cubicBezTo>
                <a:cubicBezTo>
                  <a:pt x="1227" y="662"/>
                  <a:pt x="1208" y="649"/>
                  <a:pt x="1189" y="635"/>
                </a:cubicBezTo>
                <a:close/>
                <a:moveTo>
                  <a:pt x="1277" y="684"/>
                </a:moveTo>
                <a:cubicBezTo>
                  <a:pt x="1270" y="659"/>
                  <a:pt x="1265" y="635"/>
                  <a:pt x="1255" y="612"/>
                </a:cubicBezTo>
                <a:cubicBezTo>
                  <a:pt x="1244" y="588"/>
                  <a:pt x="1232" y="566"/>
                  <a:pt x="1220" y="544"/>
                </a:cubicBezTo>
                <a:cubicBezTo>
                  <a:pt x="1235" y="554"/>
                  <a:pt x="1250" y="563"/>
                  <a:pt x="1265" y="572"/>
                </a:cubicBezTo>
                <a:cubicBezTo>
                  <a:pt x="1273" y="577"/>
                  <a:pt x="1281" y="581"/>
                  <a:pt x="1289" y="586"/>
                </a:cubicBezTo>
                <a:cubicBezTo>
                  <a:pt x="1298" y="591"/>
                  <a:pt x="1306" y="592"/>
                  <a:pt x="1309" y="602"/>
                </a:cubicBezTo>
                <a:cubicBezTo>
                  <a:pt x="1320" y="633"/>
                  <a:pt x="1323" y="668"/>
                  <a:pt x="1344" y="694"/>
                </a:cubicBezTo>
                <a:cubicBezTo>
                  <a:pt x="1332" y="694"/>
                  <a:pt x="1319" y="694"/>
                  <a:pt x="1306" y="693"/>
                </a:cubicBezTo>
                <a:cubicBezTo>
                  <a:pt x="1301" y="693"/>
                  <a:pt x="1295" y="692"/>
                  <a:pt x="1290" y="691"/>
                </a:cubicBezTo>
                <a:cubicBezTo>
                  <a:pt x="1282" y="690"/>
                  <a:pt x="1279" y="691"/>
                  <a:pt x="1277" y="684"/>
                </a:cubicBezTo>
                <a:close/>
                <a:moveTo>
                  <a:pt x="1425" y="718"/>
                </a:moveTo>
                <a:cubicBezTo>
                  <a:pt x="1428" y="724"/>
                  <a:pt x="1430" y="730"/>
                  <a:pt x="1432" y="736"/>
                </a:cubicBezTo>
                <a:cubicBezTo>
                  <a:pt x="1419" y="731"/>
                  <a:pt x="1406" y="728"/>
                  <a:pt x="1393" y="722"/>
                </a:cubicBezTo>
                <a:cubicBezTo>
                  <a:pt x="1404" y="721"/>
                  <a:pt x="1415" y="720"/>
                  <a:pt x="1425" y="718"/>
                </a:cubicBezTo>
                <a:close/>
                <a:moveTo>
                  <a:pt x="1353" y="694"/>
                </a:moveTo>
                <a:cubicBezTo>
                  <a:pt x="1344" y="683"/>
                  <a:pt x="1339" y="670"/>
                  <a:pt x="1335" y="656"/>
                </a:cubicBezTo>
                <a:cubicBezTo>
                  <a:pt x="1355" y="675"/>
                  <a:pt x="1382" y="677"/>
                  <a:pt x="1405" y="691"/>
                </a:cubicBezTo>
                <a:cubicBezTo>
                  <a:pt x="1388" y="692"/>
                  <a:pt x="1370" y="693"/>
                  <a:pt x="1353" y="694"/>
                </a:cubicBezTo>
                <a:close/>
                <a:moveTo>
                  <a:pt x="1413" y="691"/>
                </a:moveTo>
                <a:cubicBezTo>
                  <a:pt x="1393" y="673"/>
                  <a:pt x="1365" y="669"/>
                  <a:pt x="1345" y="651"/>
                </a:cubicBezTo>
                <a:cubicBezTo>
                  <a:pt x="1333" y="639"/>
                  <a:pt x="1328" y="619"/>
                  <a:pt x="1324" y="603"/>
                </a:cubicBezTo>
                <a:cubicBezTo>
                  <a:pt x="1338" y="610"/>
                  <a:pt x="1353" y="616"/>
                  <a:pt x="1367" y="622"/>
                </a:cubicBezTo>
                <a:cubicBezTo>
                  <a:pt x="1374" y="625"/>
                  <a:pt x="1382" y="627"/>
                  <a:pt x="1389" y="630"/>
                </a:cubicBezTo>
                <a:cubicBezTo>
                  <a:pt x="1395" y="634"/>
                  <a:pt x="1401" y="638"/>
                  <a:pt x="1407" y="641"/>
                </a:cubicBezTo>
                <a:cubicBezTo>
                  <a:pt x="1436" y="657"/>
                  <a:pt x="1468" y="669"/>
                  <a:pt x="1497" y="685"/>
                </a:cubicBezTo>
                <a:cubicBezTo>
                  <a:pt x="1469" y="687"/>
                  <a:pt x="1441" y="689"/>
                  <a:pt x="1413" y="691"/>
                </a:cubicBezTo>
                <a:close/>
                <a:moveTo>
                  <a:pt x="1533" y="790"/>
                </a:moveTo>
                <a:cubicBezTo>
                  <a:pt x="1533" y="795"/>
                  <a:pt x="1533" y="800"/>
                  <a:pt x="1532" y="804"/>
                </a:cubicBezTo>
                <a:cubicBezTo>
                  <a:pt x="1493" y="784"/>
                  <a:pt x="1447" y="776"/>
                  <a:pt x="1404" y="767"/>
                </a:cubicBezTo>
                <a:cubicBezTo>
                  <a:pt x="1383" y="763"/>
                  <a:pt x="1362" y="759"/>
                  <a:pt x="1342" y="753"/>
                </a:cubicBezTo>
                <a:cubicBezTo>
                  <a:pt x="1333" y="750"/>
                  <a:pt x="1324" y="747"/>
                  <a:pt x="1315" y="743"/>
                </a:cubicBezTo>
                <a:cubicBezTo>
                  <a:pt x="1308" y="740"/>
                  <a:pt x="1293" y="736"/>
                  <a:pt x="1290" y="728"/>
                </a:cubicBezTo>
                <a:cubicBezTo>
                  <a:pt x="1322" y="728"/>
                  <a:pt x="1354" y="726"/>
                  <a:pt x="1385" y="723"/>
                </a:cubicBezTo>
                <a:cubicBezTo>
                  <a:pt x="1399" y="728"/>
                  <a:pt x="1412" y="732"/>
                  <a:pt x="1426" y="735"/>
                </a:cubicBezTo>
                <a:cubicBezTo>
                  <a:pt x="1434" y="737"/>
                  <a:pt x="1433" y="740"/>
                  <a:pt x="1435" y="747"/>
                </a:cubicBezTo>
                <a:cubicBezTo>
                  <a:pt x="1436" y="754"/>
                  <a:pt x="1437" y="760"/>
                  <a:pt x="1437" y="766"/>
                </a:cubicBezTo>
                <a:cubicBezTo>
                  <a:pt x="1437" y="756"/>
                  <a:pt x="1436" y="747"/>
                  <a:pt x="1434" y="737"/>
                </a:cubicBezTo>
                <a:cubicBezTo>
                  <a:pt x="1437" y="738"/>
                  <a:pt x="1440" y="739"/>
                  <a:pt x="1443" y="739"/>
                </a:cubicBezTo>
                <a:cubicBezTo>
                  <a:pt x="1440" y="738"/>
                  <a:pt x="1437" y="737"/>
                  <a:pt x="1434" y="736"/>
                </a:cubicBezTo>
                <a:cubicBezTo>
                  <a:pt x="1433" y="730"/>
                  <a:pt x="1431" y="724"/>
                  <a:pt x="1429" y="718"/>
                </a:cubicBezTo>
                <a:cubicBezTo>
                  <a:pt x="1445" y="715"/>
                  <a:pt x="1461" y="713"/>
                  <a:pt x="1477" y="709"/>
                </a:cubicBezTo>
                <a:cubicBezTo>
                  <a:pt x="1483" y="708"/>
                  <a:pt x="1489" y="706"/>
                  <a:pt x="1495" y="705"/>
                </a:cubicBezTo>
                <a:cubicBezTo>
                  <a:pt x="1501" y="708"/>
                  <a:pt x="1506" y="711"/>
                  <a:pt x="1511" y="714"/>
                </a:cubicBezTo>
                <a:cubicBezTo>
                  <a:pt x="1515" y="717"/>
                  <a:pt x="1520" y="721"/>
                  <a:pt x="1524" y="725"/>
                </a:cubicBezTo>
                <a:cubicBezTo>
                  <a:pt x="1527" y="728"/>
                  <a:pt x="1529" y="729"/>
                  <a:pt x="1529" y="734"/>
                </a:cubicBezTo>
                <a:cubicBezTo>
                  <a:pt x="1529" y="738"/>
                  <a:pt x="1530" y="741"/>
                  <a:pt x="1530" y="745"/>
                </a:cubicBezTo>
                <a:cubicBezTo>
                  <a:pt x="1533" y="760"/>
                  <a:pt x="1535" y="774"/>
                  <a:pt x="1534" y="790"/>
                </a:cubicBezTo>
                <a:cubicBezTo>
                  <a:pt x="1534" y="788"/>
                  <a:pt x="1534" y="786"/>
                  <a:pt x="1533" y="790"/>
                </a:cubicBezTo>
                <a:close/>
                <a:moveTo>
                  <a:pt x="1543" y="726"/>
                </a:moveTo>
                <a:cubicBezTo>
                  <a:pt x="1551" y="738"/>
                  <a:pt x="1558" y="751"/>
                  <a:pt x="1563" y="764"/>
                </a:cubicBezTo>
                <a:cubicBezTo>
                  <a:pt x="1561" y="760"/>
                  <a:pt x="1558" y="752"/>
                  <a:pt x="1564" y="766"/>
                </a:cubicBezTo>
                <a:cubicBezTo>
                  <a:pt x="1550" y="742"/>
                  <a:pt x="1535" y="719"/>
                  <a:pt x="1514" y="702"/>
                </a:cubicBezTo>
                <a:cubicBezTo>
                  <a:pt x="1526" y="702"/>
                  <a:pt x="1536" y="717"/>
                  <a:pt x="1543" y="726"/>
                </a:cubicBezTo>
                <a:close/>
                <a:moveTo>
                  <a:pt x="1586" y="695"/>
                </a:moveTo>
                <a:cubicBezTo>
                  <a:pt x="1566" y="686"/>
                  <a:pt x="1544" y="683"/>
                  <a:pt x="1522" y="684"/>
                </a:cubicBezTo>
                <a:cubicBezTo>
                  <a:pt x="1504" y="669"/>
                  <a:pt x="1483" y="658"/>
                  <a:pt x="1462" y="646"/>
                </a:cubicBezTo>
                <a:cubicBezTo>
                  <a:pt x="1490" y="649"/>
                  <a:pt x="1518" y="646"/>
                  <a:pt x="1546" y="643"/>
                </a:cubicBezTo>
                <a:cubicBezTo>
                  <a:pt x="1552" y="642"/>
                  <a:pt x="1558" y="642"/>
                  <a:pt x="1564" y="641"/>
                </a:cubicBezTo>
                <a:cubicBezTo>
                  <a:pt x="1567" y="641"/>
                  <a:pt x="1570" y="640"/>
                  <a:pt x="1573" y="640"/>
                </a:cubicBezTo>
                <a:cubicBezTo>
                  <a:pt x="1574" y="645"/>
                  <a:pt x="1575" y="649"/>
                  <a:pt x="1576" y="654"/>
                </a:cubicBezTo>
                <a:cubicBezTo>
                  <a:pt x="1580" y="668"/>
                  <a:pt x="1583" y="682"/>
                  <a:pt x="1586" y="695"/>
                </a:cubicBezTo>
                <a:close/>
                <a:moveTo>
                  <a:pt x="1592" y="598"/>
                </a:moveTo>
                <a:cubicBezTo>
                  <a:pt x="1589" y="598"/>
                  <a:pt x="1592" y="599"/>
                  <a:pt x="1594" y="599"/>
                </a:cubicBezTo>
                <a:cubicBezTo>
                  <a:pt x="1593" y="599"/>
                  <a:pt x="1593" y="599"/>
                  <a:pt x="1593" y="599"/>
                </a:cubicBezTo>
                <a:cubicBezTo>
                  <a:pt x="1597" y="600"/>
                  <a:pt x="1596" y="600"/>
                  <a:pt x="1594" y="599"/>
                </a:cubicBezTo>
                <a:cubicBezTo>
                  <a:pt x="1614" y="606"/>
                  <a:pt x="1632" y="615"/>
                  <a:pt x="1647" y="631"/>
                </a:cubicBezTo>
                <a:cubicBezTo>
                  <a:pt x="1633" y="626"/>
                  <a:pt x="1618" y="623"/>
                  <a:pt x="1603" y="622"/>
                </a:cubicBezTo>
                <a:cubicBezTo>
                  <a:pt x="1595" y="621"/>
                  <a:pt x="1586" y="621"/>
                  <a:pt x="1578" y="621"/>
                </a:cubicBezTo>
                <a:cubicBezTo>
                  <a:pt x="1576" y="611"/>
                  <a:pt x="1573" y="601"/>
                  <a:pt x="1571" y="592"/>
                </a:cubicBezTo>
                <a:cubicBezTo>
                  <a:pt x="1578" y="594"/>
                  <a:pt x="1585" y="596"/>
                  <a:pt x="1592" y="598"/>
                </a:cubicBezTo>
                <a:close/>
                <a:moveTo>
                  <a:pt x="1568" y="621"/>
                </a:moveTo>
                <a:cubicBezTo>
                  <a:pt x="1533" y="621"/>
                  <a:pt x="1499" y="625"/>
                  <a:pt x="1465" y="619"/>
                </a:cubicBezTo>
                <a:cubicBezTo>
                  <a:pt x="1434" y="615"/>
                  <a:pt x="1404" y="602"/>
                  <a:pt x="1376" y="589"/>
                </a:cubicBezTo>
                <a:cubicBezTo>
                  <a:pt x="1307" y="557"/>
                  <a:pt x="1242" y="509"/>
                  <a:pt x="1186" y="458"/>
                </a:cubicBezTo>
                <a:cubicBezTo>
                  <a:pt x="1216" y="464"/>
                  <a:pt x="1242" y="483"/>
                  <a:pt x="1271" y="495"/>
                </a:cubicBezTo>
                <a:cubicBezTo>
                  <a:pt x="1286" y="502"/>
                  <a:pt x="1302" y="508"/>
                  <a:pt x="1318" y="514"/>
                </a:cubicBezTo>
                <a:cubicBezTo>
                  <a:pt x="1327" y="516"/>
                  <a:pt x="1336" y="519"/>
                  <a:pt x="1344" y="521"/>
                </a:cubicBezTo>
                <a:cubicBezTo>
                  <a:pt x="1353" y="523"/>
                  <a:pt x="1363" y="524"/>
                  <a:pt x="1370" y="529"/>
                </a:cubicBezTo>
                <a:cubicBezTo>
                  <a:pt x="1396" y="544"/>
                  <a:pt x="1416" y="565"/>
                  <a:pt x="1440" y="582"/>
                </a:cubicBezTo>
                <a:cubicBezTo>
                  <a:pt x="1465" y="600"/>
                  <a:pt x="1490" y="600"/>
                  <a:pt x="1520" y="599"/>
                </a:cubicBezTo>
                <a:cubicBezTo>
                  <a:pt x="1493" y="598"/>
                  <a:pt x="1470" y="597"/>
                  <a:pt x="1447" y="580"/>
                </a:cubicBezTo>
                <a:cubicBezTo>
                  <a:pt x="1428" y="565"/>
                  <a:pt x="1412" y="547"/>
                  <a:pt x="1394" y="532"/>
                </a:cubicBezTo>
                <a:cubicBezTo>
                  <a:pt x="1430" y="539"/>
                  <a:pt x="1467" y="543"/>
                  <a:pt x="1504" y="546"/>
                </a:cubicBezTo>
                <a:cubicBezTo>
                  <a:pt x="1514" y="547"/>
                  <a:pt x="1523" y="548"/>
                  <a:pt x="1533" y="549"/>
                </a:cubicBezTo>
                <a:cubicBezTo>
                  <a:pt x="1542" y="550"/>
                  <a:pt x="1545" y="561"/>
                  <a:pt x="1548" y="568"/>
                </a:cubicBezTo>
                <a:cubicBezTo>
                  <a:pt x="1556" y="585"/>
                  <a:pt x="1563" y="603"/>
                  <a:pt x="1568" y="621"/>
                </a:cubicBezTo>
                <a:close/>
                <a:moveTo>
                  <a:pt x="1765" y="554"/>
                </a:moveTo>
                <a:cubicBezTo>
                  <a:pt x="1771" y="575"/>
                  <a:pt x="1772" y="598"/>
                  <a:pt x="1773" y="620"/>
                </a:cubicBezTo>
                <a:cubicBezTo>
                  <a:pt x="1734" y="592"/>
                  <a:pt x="1693" y="567"/>
                  <a:pt x="1649" y="548"/>
                </a:cubicBezTo>
                <a:cubicBezTo>
                  <a:pt x="1620" y="535"/>
                  <a:pt x="1589" y="525"/>
                  <a:pt x="1558" y="519"/>
                </a:cubicBezTo>
                <a:cubicBezTo>
                  <a:pt x="1551" y="518"/>
                  <a:pt x="1543" y="516"/>
                  <a:pt x="1536" y="516"/>
                </a:cubicBezTo>
                <a:cubicBezTo>
                  <a:pt x="1531" y="507"/>
                  <a:pt x="1525" y="499"/>
                  <a:pt x="1519" y="492"/>
                </a:cubicBezTo>
                <a:cubicBezTo>
                  <a:pt x="1509" y="478"/>
                  <a:pt x="1498" y="466"/>
                  <a:pt x="1486" y="455"/>
                </a:cubicBezTo>
                <a:cubicBezTo>
                  <a:pt x="1539" y="467"/>
                  <a:pt x="1591" y="481"/>
                  <a:pt x="1645" y="490"/>
                </a:cubicBezTo>
                <a:cubicBezTo>
                  <a:pt x="1669" y="494"/>
                  <a:pt x="1693" y="498"/>
                  <a:pt x="1717" y="502"/>
                </a:cubicBezTo>
                <a:cubicBezTo>
                  <a:pt x="1723" y="503"/>
                  <a:pt x="1732" y="503"/>
                  <a:pt x="1737" y="506"/>
                </a:cubicBezTo>
                <a:cubicBezTo>
                  <a:pt x="1752" y="517"/>
                  <a:pt x="1761" y="536"/>
                  <a:pt x="1765" y="554"/>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Isosceles Triangle 16"/>
          <p:cNvSpPr/>
          <p:nvPr/>
        </p:nvSpPr>
        <p:spPr bwMode="auto">
          <a:xfrm>
            <a:off x="6009861" y="940087"/>
            <a:ext cx="1219200" cy="488663"/>
          </a:xfrm>
          <a:prstGeom prst="triangle">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21"/>
          <p:cNvGrpSpPr/>
          <p:nvPr/>
        </p:nvGrpSpPr>
        <p:grpSpPr>
          <a:xfrm>
            <a:off x="4790661" y="3189412"/>
            <a:ext cx="1600200" cy="420563"/>
            <a:chOff x="2743200" y="3189412"/>
            <a:chExt cx="1600200" cy="420563"/>
          </a:xfrm>
        </p:grpSpPr>
        <p:sp>
          <p:nvSpPr>
            <p:cNvPr id="10" name="Pentagon 9"/>
            <p:cNvSpPr/>
            <p:nvPr/>
          </p:nvSpPr>
          <p:spPr bwMode="auto">
            <a:xfrm flipH="1">
              <a:off x="2743200" y="3189412"/>
              <a:ext cx="1600200" cy="420563"/>
            </a:xfrm>
            <a:prstGeom prst="homePlate">
              <a:avLst/>
            </a:prstGeom>
            <a:gradFill>
              <a:gsLst>
                <a:gs pos="0">
                  <a:schemeClr val="accent1">
                    <a:lumMod val="75000"/>
                  </a:schemeClr>
                </a:gs>
                <a:gs pos="32000">
                  <a:schemeClr val="accent1"/>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Rectangle 17"/>
            <p:cNvSpPr/>
            <p:nvPr/>
          </p:nvSpPr>
          <p:spPr>
            <a:xfrm>
              <a:off x="3373382" y="3276583"/>
              <a:ext cx="339837" cy="246221"/>
            </a:xfrm>
            <a:prstGeom prst="rect">
              <a:avLst/>
            </a:prstGeom>
          </p:spPr>
          <p:txBody>
            <a:bodyPr wrap="none" lIns="0" tIns="0" rIns="0" bIns="0">
              <a:spAutoFit/>
            </a:bodyPr>
            <a:lstStyle/>
            <a:p>
              <a:pPr algn="ctr"/>
              <a:r>
                <a:rPr lang="en-US" sz="1600" b="1" dirty="0">
                  <a:solidFill>
                    <a:schemeClr val="bg1"/>
                  </a:solidFill>
                </a:rPr>
                <a:t>50%</a:t>
              </a:r>
            </a:p>
          </p:txBody>
        </p:sp>
      </p:grpSp>
      <p:grpSp>
        <p:nvGrpSpPr>
          <p:cNvPr id="3" name="Group 22"/>
          <p:cNvGrpSpPr/>
          <p:nvPr/>
        </p:nvGrpSpPr>
        <p:grpSpPr>
          <a:xfrm>
            <a:off x="5095461" y="2619375"/>
            <a:ext cx="1295400" cy="420563"/>
            <a:chOff x="3048000" y="2619375"/>
            <a:chExt cx="1295400" cy="420563"/>
          </a:xfrm>
        </p:grpSpPr>
        <p:sp>
          <p:nvSpPr>
            <p:cNvPr id="12" name="Pentagon 11"/>
            <p:cNvSpPr/>
            <p:nvPr/>
          </p:nvSpPr>
          <p:spPr bwMode="auto">
            <a:xfrm flipH="1">
              <a:off x="3048000" y="2619375"/>
              <a:ext cx="1295400" cy="420563"/>
            </a:xfrm>
            <a:prstGeom prst="homePlate">
              <a:avLst/>
            </a:prstGeom>
            <a:gradFill>
              <a:gsLst>
                <a:gs pos="0">
                  <a:schemeClr val="accent2">
                    <a:lumMod val="75000"/>
                  </a:schemeClr>
                </a:gs>
                <a:gs pos="32000">
                  <a:schemeClr val="accent2"/>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Rectangle 18"/>
            <p:cNvSpPr/>
            <p:nvPr/>
          </p:nvSpPr>
          <p:spPr>
            <a:xfrm>
              <a:off x="3548642" y="2706546"/>
              <a:ext cx="339837" cy="246221"/>
            </a:xfrm>
            <a:prstGeom prst="rect">
              <a:avLst/>
            </a:prstGeom>
          </p:spPr>
          <p:txBody>
            <a:bodyPr wrap="none" lIns="0" tIns="0" rIns="0" bIns="0">
              <a:spAutoFit/>
            </a:bodyPr>
            <a:lstStyle/>
            <a:p>
              <a:pPr algn="ctr"/>
              <a:r>
                <a:rPr lang="en-US" sz="1600" b="1" dirty="0">
                  <a:solidFill>
                    <a:schemeClr val="bg1"/>
                  </a:solidFill>
                </a:rPr>
                <a:t>40%</a:t>
              </a:r>
            </a:p>
          </p:txBody>
        </p:sp>
      </p:grpSp>
      <p:grpSp>
        <p:nvGrpSpPr>
          <p:cNvPr id="4" name="Group 23"/>
          <p:cNvGrpSpPr/>
          <p:nvPr/>
        </p:nvGrpSpPr>
        <p:grpSpPr>
          <a:xfrm>
            <a:off x="5400261" y="2085975"/>
            <a:ext cx="990600" cy="420563"/>
            <a:chOff x="3352800" y="2085975"/>
            <a:chExt cx="990600" cy="420563"/>
          </a:xfrm>
        </p:grpSpPr>
        <p:sp>
          <p:nvSpPr>
            <p:cNvPr id="14" name="Pentagon 13"/>
            <p:cNvSpPr/>
            <p:nvPr/>
          </p:nvSpPr>
          <p:spPr bwMode="auto">
            <a:xfrm flipH="1">
              <a:off x="3352800" y="2085975"/>
              <a:ext cx="990600" cy="420563"/>
            </a:xfrm>
            <a:prstGeom prst="homePlate">
              <a:avLst/>
            </a:prstGeom>
            <a:gradFill>
              <a:gsLst>
                <a:gs pos="0">
                  <a:schemeClr val="accent3">
                    <a:lumMod val="75000"/>
                  </a:schemeClr>
                </a:gs>
                <a:gs pos="32000">
                  <a:schemeClr val="accent3"/>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 name="Rectangle 19"/>
            <p:cNvSpPr/>
            <p:nvPr/>
          </p:nvSpPr>
          <p:spPr>
            <a:xfrm>
              <a:off x="3708662" y="2173146"/>
              <a:ext cx="339837" cy="246221"/>
            </a:xfrm>
            <a:prstGeom prst="rect">
              <a:avLst/>
            </a:prstGeom>
          </p:spPr>
          <p:txBody>
            <a:bodyPr wrap="none" lIns="0" tIns="0" rIns="0" bIns="0">
              <a:spAutoFit/>
            </a:bodyPr>
            <a:lstStyle/>
            <a:p>
              <a:pPr algn="ctr"/>
              <a:r>
                <a:rPr lang="en-US" sz="1600" b="1" dirty="0">
                  <a:solidFill>
                    <a:schemeClr val="bg1"/>
                  </a:solidFill>
                </a:rPr>
                <a:t>30%</a:t>
              </a:r>
            </a:p>
          </p:txBody>
        </p:sp>
      </p:grpSp>
      <p:grpSp>
        <p:nvGrpSpPr>
          <p:cNvPr id="5" name="Group 24"/>
          <p:cNvGrpSpPr/>
          <p:nvPr/>
        </p:nvGrpSpPr>
        <p:grpSpPr>
          <a:xfrm>
            <a:off x="5705061" y="1552575"/>
            <a:ext cx="685800" cy="420563"/>
            <a:chOff x="3657600" y="1552575"/>
            <a:chExt cx="685800" cy="420563"/>
          </a:xfrm>
        </p:grpSpPr>
        <p:sp>
          <p:nvSpPr>
            <p:cNvPr id="16" name="Pentagon 15"/>
            <p:cNvSpPr/>
            <p:nvPr/>
          </p:nvSpPr>
          <p:spPr bwMode="auto">
            <a:xfrm flipH="1">
              <a:off x="3657600" y="1552575"/>
              <a:ext cx="685800" cy="420563"/>
            </a:xfrm>
            <a:prstGeom prst="homePlate">
              <a:avLst/>
            </a:prstGeom>
            <a:gradFill>
              <a:gsLst>
                <a:gs pos="0">
                  <a:schemeClr val="accent4">
                    <a:lumMod val="75000"/>
                  </a:schemeClr>
                </a:gs>
                <a:gs pos="32000">
                  <a:schemeClr val="accent4"/>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Rectangle 20"/>
            <p:cNvSpPr/>
            <p:nvPr/>
          </p:nvSpPr>
          <p:spPr>
            <a:xfrm>
              <a:off x="3881643" y="1639746"/>
              <a:ext cx="339837" cy="246221"/>
            </a:xfrm>
            <a:prstGeom prst="rect">
              <a:avLst/>
            </a:prstGeom>
          </p:spPr>
          <p:txBody>
            <a:bodyPr wrap="none" lIns="0" tIns="0" rIns="0" bIns="0">
              <a:spAutoFit/>
            </a:bodyPr>
            <a:lstStyle/>
            <a:p>
              <a:pPr algn="ctr"/>
              <a:r>
                <a:rPr lang="en-US" sz="1600" b="1" dirty="0">
                  <a:solidFill>
                    <a:schemeClr val="bg1"/>
                  </a:solidFill>
                </a:rPr>
                <a:t>20%</a:t>
              </a:r>
            </a:p>
          </p:txBody>
        </p:sp>
      </p:grpSp>
      <p:grpSp>
        <p:nvGrpSpPr>
          <p:cNvPr id="6" name="Group 26"/>
          <p:cNvGrpSpPr/>
          <p:nvPr/>
        </p:nvGrpSpPr>
        <p:grpSpPr>
          <a:xfrm>
            <a:off x="6878541" y="3189412"/>
            <a:ext cx="1600200" cy="420563"/>
            <a:chOff x="4831080" y="3189412"/>
            <a:chExt cx="1600200" cy="420563"/>
          </a:xfrm>
        </p:grpSpPr>
        <p:sp>
          <p:nvSpPr>
            <p:cNvPr id="9" name="Pentagon 8"/>
            <p:cNvSpPr/>
            <p:nvPr/>
          </p:nvSpPr>
          <p:spPr bwMode="auto">
            <a:xfrm>
              <a:off x="4831080" y="3189412"/>
              <a:ext cx="1600200" cy="420563"/>
            </a:xfrm>
            <a:prstGeom prst="homePlate">
              <a:avLst/>
            </a:prstGeom>
            <a:gradFill>
              <a:gsLst>
                <a:gs pos="0">
                  <a:schemeClr val="accent1">
                    <a:lumMod val="75000"/>
                  </a:schemeClr>
                </a:gs>
                <a:gs pos="32000">
                  <a:schemeClr val="accent1"/>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6" name="Freeform 42"/>
            <p:cNvSpPr>
              <a:spLocks noEditPoints="1"/>
            </p:cNvSpPr>
            <p:nvPr/>
          </p:nvSpPr>
          <p:spPr bwMode="auto">
            <a:xfrm>
              <a:off x="5379618" y="3281543"/>
              <a:ext cx="274524" cy="236300"/>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28"/>
          <p:cNvGrpSpPr/>
          <p:nvPr/>
        </p:nvGrpSpPr>
        <p:grpSpPr>
          <a:xfrm>
            <a:off x="6878541" y="2619375"/>
            <a:ext cx="1295400" cy="420563"/>
            <a:chOff x="4831080" y="2619375"/>
            <a:chExt cx="1295400" cy="420563"/>
          </a:xfrm>
        </p:grpSpPr>
        <p:sp>
          <p:nvSpPr>
            <p:cNvPr id="11" name="Pentagon 10"/>
            <p:cNvSpPr/>
            <p:nvPr/>
          </p:nvSpPr>
          <p:spPr bwMode="auto">
            <a:xfrm>
              <a:off x="4831080" y="2619375"/>
              <a:ext cx="1295400" cy="420563"/>
            </a:xfrm>
            <a:prstGeom prst="homePlate">
              <a:avLst/>
            </a:prstGeom>
            <a:gradFill>
              <a:gsLst>
                <a:gs pos="0">
                  <a:schemeClr val="accent2">
                    <a:lumMod val="75000"/>
                  </a:schemeClr>
                </a:gs>
                <a:gs pos="32000">
                  <a:schemeClr val="accent2"/>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8" name="Freeform 178"/>
            <p:cNvSpPr>
              <a:spLocks noEditPoints="1"/>
            </p:cNvSpPr>
            <p:nvPr/>
          </p:nvSpPr>
          <p:spPr bwMode="auto">
            <a:xfrm>
              <a:off x="5242356" y="2726276"/>
              <a:ext cx="274524" cy="206760"/>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31"/>
          <p:cNvGrpSpPr/>
          <p:nvPr/>
        </p:nvGrpSpPr>
        <p:grpSpPr>
          <a:xfrm>
            <a:off x="6878541" y="2085975"/>
            <a:ext cx="990600" cy="420563"/>
            <a:chOff x="4831080" y="2085975"/>
            <a:chExt cx="990600" cy="420563"/>
          </a:xfrm>
        </p:grpSpPr>
        <p:sp>
          <p:nvSpPr>
            <p:cNvPr id="13" name="Pentagon 12"/>
            <p:cNvSpPr/>
            <p:nvPr/>
          </p:nvSpPr>
          <p:spPr bwMode="auto">
            <a:xfrm>
              <a:off x="4831080" y="2085975"/>
              <a:ext cx="990600" cy="420563"/>
            </a:xfrm>
            <a:prstGeom prst="homePlate">
              <a:avLst/>
            </a:prstGeom>
            <a:gradFill>
              <a:gsLst>
                <a:gs pos="0">
                  <a:schemeClr val="accent3">
                    <a:lumMod val="75000"/>
                  </a:schemeClr>
                </a:gs>
                <a:gs pos="32000">
                  <a:schemeClr val="accent3"/>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1" name="Freeform 52"/>
            <p:cNvSpPr>
              <a:spLocks noEditPoints="1"/>
            </p:cNvSpPr>
            <p:nvPr/>
          </p:nvSpPr>
          <p:spPr bwMode="auto">
            <a:xfrm>
              <a:off x="5086112" y="2160733"/>
              <a:ext cx="251935" cy="27104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33"/>
          <p:cNvGrpSpPr/>
          <p:nvPr/>
        </p:nvGrpSpPr>
        <p:grpSpPr>
          <a:xfrm>
            <a:off x="6878541" y="1552575"/>
            <a:ext cx="685800" cy="420563"/>
            <a:chOff x="4831080" y="1552575"/>
            <a:chExt cx="685800" cy="420563"/>
          </a:xfrm>
        </p:grpSpPr>
        <p:sp>
          <p:nvSpPr>
            <p:cNvPr id="15" name="Pentagon 14"/>
            <p:cNvSpPr/>
            <p:nvPr/>
          </p:nvSpPr>
          <p:spPr bwMode="auto">
            <a:xfrm>
              <a:off x="4831080" y="1552575"/>
              <a:ext cx="685800" cy="420563"/>
            </a:xfrm>
            <a:prstGeom prst="homePlate">
              <a:avLst/>
            </a:prstGeom>
            <a:gradFill>
              <a:gsLst>
                <a:gs pos="0">
                  <a:schemeClr val="accent4">
                    <a:lumMod val="75000"/>
                  </a:schemeClr>
                </a:gs>
                <a:gs pos="32000">
                  <a:schemeClr val="accent4"/>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3" name="Freeform 83"/>
            <p:cNvSpPr>
              <a:spLocks noEditPoints="1"/>
            </p:cNvSpPr>
            <p:nvPr/>
          </p:nvSpPr>
          <p:spPr bwMode="auto">
            <a:xfrm>
              <a:off x="4990606" y="1619598"/>
              <a:ext cx="191011" cy="28651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5" name="Freeform 45"/>
          <p:cNvSpPr>
            <a:spLocks noEditPoints="1"/>
          </p:cNvSpPr>
          <p:nvPr/>
        </p:nvSpPr>
        <p:spPr bwMode="auto">
          <a:xfrm>
            <a:off x="687915" y="1496807"/>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45"/>
          <p:cNvSpPr>
            <a:spLocks noEditPoints="1"/>
          </p:cNvSpPr>
          <p:nvPr/>
        </p:nvSpPr>
        <p:spPr bwMode="auto">
          <a:xfrm>
            <a:off x="687915" y="222945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45"/>
          <p:cNvSpPr>
            <a:spLocks noEditPoints="1"/>
          </p:cNvSpPr>
          <p:nvPr/>
        </p:nvSpPr>
        <p:spPr bwMode="auto">
          <a:xfrm>
            <a:off x="687915" y="296211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45"/>
          <p:cNvSpPr>
            <a:spLocks noEditPoints="1"/>
          </p:cNvSpPr>
          <p:nvPr/>
        </p:nvSpPr>
        <p:spPr bwMode="auto">
          <a:xfrm>
            <a:off x="687915" y="369476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5" name="Group 38"/>
          <p:cNvGrpSpPr/>
          <p:nvPr/>
        </p:nvGrpSpPr>
        <p:grpSpPr>
          <a:xfrm>
            <a:off x="1112092" y="1365566"/>
            <a:ext cx="3582491" cy="484025"/>
            <a:chOff x="-450666" y="1923738"/>
            <a:chExt cx="3582491" cy="484025"/>
          </a:xfrm>
        </p:grpSpPr>
        <p:sp>
          <p:nvSpPr>
            <p:cNvPr id="40" name="Footer Text"/>
            <p:cNvSpPr txBox="1"/>
            <p:nvPr/>
          </p:nvSpPr>
          <p:spPr>
            <a:xfrm>
              <a:off x="-450666" y="2099986"/>
              <a:ext cx="358249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41" name="TextBox 40"/>
            <p:cNvSpPr txBox="1"/>
            <p:nvPr/>
          </p:nvSpPr>
          <p:spPr>
            <a:xfrm>
              <a:off x="-450666" y="1923738"/>
              <a:ext cx="838370" cy="184666"/>
            </a:xfrm>
            <a:prstGeom prst="rect">
              <a:avLst/>
            </a:prstGeom>
            <a:noFill/>
          </p:spPr>
          <p:txBody>
            <a:bodyPr wrap="none" lIns="0" tIns="0" rIns="0" bIns="0" rtlCol="0" anchor="ctr">
              <a:spAutoFit/>
            </a:bodyPr>
            <a:lstStyle/>
            <a:p>
              <a:r>
                <a:rPr lang="en-US" sz="1200" b="1" dirty="0">
                  <a:solidFill>
                    <a:schemeClr val="accent1"/>
                  </a:solidFill>
                </a:rPr>
                <a:t>Keyword Here</a:t>
              </a:r>
            </a:p>
          </p:txBody>
        </p:sp>
      </p:grpSp>
      <p:grpSp>
        <p:nvGrpSpPr>
          <p:cNvPr id="27" name="Group 50"/>
          <p:cNvGrpSpPr/>
          <p:nvPr/>
        </p:nvGrpSpPr>
        <p:grpSpPr>
          <a:xfrm>
            <a:off x="1112092" y="2106337"/>
            <a:ext cx="3582491" cy="484025"/>
            <a:chOff x="-450666" y="1923738"/>
            <a:chExt cx="3582491" cy="484025"/>
          </a:xfrm>
        </p:grpSpPr>
        <p:sp>
          <p:nvSpPr>
            <p:cNvPr id="52" name="Footer Text"/>
            <p:cNvSpPr txBox="1"/>
            <p:nvPr/>
          </p:nvSpPr>
          <p:spPr>
            <a:xfrm>
              <a:off x="-450666" y="2099986"/>
              <a:ext cx="358249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53" name="TextBox 52"/>
            <p:cNvSpPr txBox="1"/>
            <p:nvPr/>
          </p:nvSpPr>
          <p:spPr>
            <a:xfrm>
              <a:off x="-450666"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29" name="Group 53"/>
          <p:cNvGrpSpPr/>
          <p:nvPr/>
        </p:nvGrpSpPr>
        <p:grpSpPr>
          <a:xfrm>
            <a:off x="1112092" y="2847108"/>
            <a:ext cx="3582491" cy="484025"/>
            <a:chOff x="-450666" y="1923738"/>
            <a:chExt cx="3582491" cy="484025"/>
          </a:xfrm>
        </p:grpSpPr>
        <p:sp>
          <p:nvSpPr>
            <p:cNvPr id="55" name="Footer Text"/>
            <p:cNvSpPr txBox="1"/>
            <p:nvPr/>
          </p:nvSpPr>
          <p:spPr>
            <a:xfrm>
              <a:off x="-450666" y="2099986"/>
              <a:ext cx="358249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56" name="TextBox 55"/>
            <p:cNvSpPr txBox="1"/>
            <p:nvPr/>
          </p:nvSpPr>
          <p:spPr>
            <a:xfrm>
              <a:off x="-450666"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32" name="Group 56"/>
          <p:cNvGrpSpPr/>
          <p:nvPr/>
        </p:nvGrpSpPr>
        <p:grpSpPr>
          <a:xfrm>
            <a:off x="1112092" y="3587880"/>
            <a:ext cx="3582491" cy="484025"/>
            <a:chOff x="-450666" y="1923738"/>
            <a:chExt cx="3582491" cy="484025"/>
          </a:xfrm>
        </p:grpSpPr>
        <p:sp>
          <p:nvSpPr>
            <p:cNvPr id="58" name="Footer Text"/>
            <p:cNvSpPr txBox="1"/>
            <p:nvPr/>
          </p:nvSpPr>
          <p:spPr>
            <a:xfrm>
              <a:off x="-450666" y="2099986"/>
              <a:ext cx="358249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59" name="TextBox 58"/>
            <p:cNvSpPr txBox="1"/>
            <p:nvPr/>
          </p:nvSpPr>
          <p:spPr>
            <a:xfrm>
              <a:off x="-450666"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sp>
        <p:nvSpPr>
          <p:cNvPr id="60" name="Rectangle 59"/>
          <p:cNvSpPr/>
          <p:nvPr/>
        </p:nvSpPr>
        <p:spPr>
          <a:xfrm>
            <a:off x="6517258" y="3276583"/>
            <a:ext cx="203582" cy="246221"/>
          </a:xfrm>
          <a:prstGeom prst="rect">
            <a:avLst/>
          </a:prstGeom>
        </p:spPr>
        <p:txBody>
          <a:bodyPr wrap="none" lIns="0" tIns="0" rIns="0" bIns="0">
            <a:spAutoFit/>
          </a:bodyPr>
          <a:lstStyle/>
          <a:p>
            <a:pPr algn="ctr"/>
            <a:r>
              <a:rPr lang="en-US" sz="1600" b="1" dirty="0">
                <a:solidFill>
                  <a:schemeClr val="accent1"/>
                </a:solidFill>
              </a:rPr>
              <a:t>01</a:t>
            </a:r>
          </a:p>
        </p:txBody>
      </p:sp>
      <p:sp>
        <p:nvSpPr>
          <p:cNvPr id="61" name="Rectangle 60"/>
          <p:cNvSpPr/>
          <p:nvPr/>
        </p:nvSpPr>
        <p:spPr>
          <a:xfrm>
            <a:off x="6517258" y="2706546"/>
            <a:ext cx="203582" cy="246221"/>
          </a:xfrm>
          <a:prstGeom prst="rect">
            <a:avLst/>
          </a:prstGeom>
        </p:spPr>
        <p:txBody>
          <a:bodyPr wrap="none" lIns="0" tIns="0" rIns="0" bIns="0">
            <a:spAutoFit/>
          </a:bodyPr>
          <a:lstStyle/>
          <a:p>
            <a:pPr algn="ctr"/>
            <a:r>
              <a:rPr lang="en-US" sz="1600" b="1" dirty="0">
                <a:solidFill>
                  <a:schemeClr val="accent2"/>
                </a:solidFill>
              </a:rPr>
              <a:t>02</a:t>
            </a:r>
          </a:p>
        </p:txBody>
      </p:sp>
      <p:sp>
        <p:nvSpPr>
          <p:cNvPr id="62" name="Rectangle 61"/>
          <p:cNvSpPr/>
          <p:nvPr/>
        </p:nvSpPr>
        <p:spPr>
          <a:xfrm>
            <a:off x="6517258" y="2173146"/>
            <a:ext cx="203582" cy="246221"/>
          </a:xfrm>
          <a:prstGeom prst="rect">
            <a:avLst/>
          </a:prstGeom>
        </p:spPr>
        <p:txBody>
          <a:bodyPr wrap="none" lIns="0" tIns="0" rIns="0" bIns="0">
            <a:spAutoFit/>
          </a:bodyPr>
          <a:lstStyle/>
          <a:p>
            <a:pPr algn="ctr"/>
            <a:r>
              <a:rPr lang="en-US" sz="1600" b="1" dirty="0">
                <a:solidFill>
                  <a:schemeClr val="accent3"/>
                </a:solidFill>
              </a:rPr>
              <a:t>03</a:t>
            </a:r>
          </a:p>
        </p:txBody>
      </p:sp>
      <p:sp>
        <p:nvSpPr>
          <p:cNvPr id="63" name="Rectangle 62"/>
          <p:cNvSpPr/>
          <p:nvPr/>
        </p:nvSpPr>
        <p:spPr>
          <a:xfrm>
            <a:off x="6517258" y="1639746"/>
            <a:ext cx="203582" cy="246221"/>
          </a:xfrm>
          <a:prstGeom prst="rect">
            <a:avLst/>
          </a:prstGeom>
        </p:spPr>
        <p:txBody>
          <a:bodyPr wrap="none" lIns="0" tIns="0" rIns="0" bIns="0">
            <a:spAutoFit/>
          </a:bodyPr>
          <a:lstStyle/>
          <a:p>
            <a:pPr algn="ctr"/>
            <a:r>
              <a:rPr lang="en-US" sz="1600" b="1" dirty="0">
                <a:solidFill>
                  <a:schemeClr val="accent4"/>
                </a:solidFill>
              </a:rPr>
              <a:t>04</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wipe(down)">
                                      <p:cBhvr>
                                        <p:cTn id="7" dur="500"/>
                                        <p:tgtEl>
                                          <p:spTgt spid="1029"/>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p:cTn id="11" dur="500" fill="hold"/>
                                        <p:tgtEl>
                                          <p:spTgt spid="60"/>
                                        </p:tgtEl>
                                        <p:attrNameLst>
                                          <p:attrName>ppt_w</p:attrName>
                                        </p:attrNameLst>
                                      </p:cBhvr>
                                      <p:tavLst>
                                        <p:tav tm="0">
                                          <p:val>
                                            <p:fltVal val="0"/>
                                          </p:val>
                                        </p:tav>
                                        <p:tav tm="100000">
                                          <p:val>
                                            <p:strVal val="#ppt_w"/>
                                          </p:val>
                                        </p:tav>
                                      </p:tavLst>
                                    </p:anim>
                                    <p:anim calcmode="lin" valueType="num">
                                      <p:cBhvr>
                                        <p:cTn id="12" dur="500" fill="hold"/>
                                        <p:tgtEl>
                                          <p:spTgt spid="60"/>
                                        </p:tgtEl>
                                        <p:attrNameLst>
                                          <p:attrName>ppt_h</p:attrName>
                                        </p:attrNameLst>
                                      </p:cBhvr>
                                      <p:tavLst>
                                        <p:tav tm="0">
                                          <p:val>
                                            <p:fltVal val="0"/>
                                          </p:val>
                                        </p:tav>
                                        <p:tav tm="100000">
                                          <p:val>
                                            <p:strVal val="#ppt_h"/>
                                          </p:val>
                                        </p:tav>
                                      </p:tavLst>
                                    </p:anim>
                                    <p:animEffect transition="in" filter="fade">
                                      <p:cBhvr>
                                        <p:cTn id="13" dur="500"/>
                                        <p:tgtEl>
                                          <p:spTgt spid="60"/>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right)">
                                      <p:cBhvr>
                                        <p:cTn id="17" dur="500"/>
                                        <p:tgtEl>
                                          <p:spTgt spid="2"/>
                                        </p:tgtEl>
                                      </p:cBhvr>
                                    </p:animEffect>
                                  </p:childTnLst>
                                </p:cTn>
                              </p:par>
                              <p:par>
                                <p:cTn id="18" presetID="22" presetClass="entr" presetSubtype="8"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left)">
                                      <p:cBhvr>
                                        <p:cTn id="20" dur="500"/>
                                        <p:tgtEl>
                                          <p:spTgt spid="6"/>
                                        </p:tgtEl>
                                      </p:cBhvr>
                                    </p:animEffect>
                                  </p:childTnLst>
                                </p:cTn>
                              </p:par>
                            </p:childTnLst>
                          </p:cTn>
                        </p:par>
                        <p:par>
                          <p:cTn id="21" fill="hold">
                            <p:stCondLst>
                              <p:cond delay="1500"/>
                            </p:stCondLst>
                            <p:childTnLst>
                              <p:par>
                                <p:cTn id="22" presetID="53" presetClass="entr" presetSubtype="0" fill="hold" grpId="0" nodeType="afterEffect">
                                  <p:stCondLst>
                                    <p:cond delay="0"/>
                                  </p:stCondLst>
                                  <p:childTnLst>
                                    <p:set>
                                      <p:cBhvr>
                                        <p:cTn id="23" dur="1" fill="hold">
                                          <p:stCondLst>
                                            <p:cond delay="0"/>
                                          </p:stCondLst>
                                        </p:cTn>
                                        <p:tgtEl>
                                          <p:spTgt spid="61"/>
                                        </p:tgtEl>
                                        <p:attrNameLst>
                                          <p:attrName>style.visibility</p:attrName>
                                        </p:attrNameLst>
                                      </p:cBhvr>
                                      <p:to>
                                        <p:strVal val="visible"/>
                                      </p:to>
                                    </p:set>
                                    <p:anim calcmode="lin" valueType="num">
                                      <p:cBhvr>
                                        <p:cTn id="24" dur="500" fill="hold"/>
                                        <p:tgtEl>
                                          <p:spTgt spid="61"/>
                                        </p:tgtEl>
                                        <p:attrNameLst>
                                          <p:attrName>ppt_w</p:attrName>
                                        </p:attrNameLst>
                                      </p:cBhvr>
                                      <p:tavLst>
                                        <p:tav tm="0">
                                          <p:val>
                                            <p:fltVal val="0"/>
                                          </p:val>
                                        </p:tav>
                                        <p:tav tm="100000">
                                          <p:val>
                                            <p:strVal val="#ppt_w"/>
                                          </p:val>
                                        </p:tav>
                                      </p:tavLst>
                                    </p:anim>
                                    <p:anim calcmode="lin" valueType="num">
                                      <p:cBhvr>
                                        <p:cTn id="25" dur="500" fill="hold"/>
                                        <p:tgtEl>
                                          <p:spTgt spid="61"/>
                                        </p:tgtEl>
                                        <p:attrNameLst>
                                          <p:attrName>ppt_h</p:attrName>
                                        </p:attrNameLst>
                                      </p:cBhvr>
                                      <p:tavLst>
                                        <p:tav tm="0">
                                          <p:val>
                                            <p:fltVal val="0"/>
                                          </p:val>
                                        </p:tav>
                                        <p:tav tm="100000">
                                          <p:val>
                                            <p:strVal val="#ppt_h"/>
                                          </p:val>
                                        </p:tav>
                                      </p:tavLst>
                                    </p:anim>
                                    <p:animEffect transition="in" filter="fade">
                                      <p:cBhvr>
                                        <p:cTn id="26" dur="500"/>
                                        <p:tgtEl>
                                          <p:spTgt spid="61"/>
                                        </p:tgtEl>
                                      </p:cBhvr>
                                    </p:animEffect>
                                  </p:childTnLst>
                                </p:cTn>
                              </p:par>
                            </p:childTnLst>
                          </p:cTn>
                        </p:par>
                        <p:par>
                          <p:cTn id="27" fill="hold">
                            <p:stCondLst>
                              <p:cond delay="2000"/>
                            </p:stCondLst>
                            <p:childTnLst>
                              <p:par>
                                <p:cTn id="28" presetID="22" presetClass="entr" presetSubtype="2"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wipe(right)">
                                      <p:cBhvr>
                                        <p:cTn id="30" dur="500"/>
                                        <p:tgtEl>
                                          <p:spTgt spid="3"/>
                                        </p:tgtEl>
                                      </p:cBhvr>
                                    </p:animEffect>
                                  </p:childTnLst>
                                </p:cTn>
                              </p:par>
                              <p:par>
                                <p:cTn id="31" presetID="22" presetClass="entr" presetSubtype="8" fill="hold"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wipe(left)">
                                      <p:cBhvr>
                                        <p:cTn id="33" dur="500"/>
                                        <p:tgtEl>
                                          <p:spTgt spid="22"/>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62"/>
                                        </p:tgtEl>
                                        <p:attrNameLst>
                                          <p:attrName>style.visibility</p:attrName>
                                        </p:attrNameLst>
                                      </p:cBhvr>
                                      <p:to>
                                        <p:strVal val="visible"/>
                                      </p:to>
                                    </p:set>
                                    <p:anim calcmode="lin" valueType="num">
                                      <p:cBhvr>
                                        <p:cTn id="37" dur="500" fill="hold"/>
                                        <p:tgtEl>
                                          <p:spTgt spid="62"/>
                                        </p:tgtEl>
                                        <p:attrNameLst>
                                          <p:attrName>ppt_w</p:attrName>
                                        </p:attrNameLst>
                                      </p:cBhvr>
                                      <p:tavLst>
                                        <p:tav tm="0">
                                          <p:val>
                                            <p:fltVal val="0"/>
                                          </p:val>
                                        </p:tav>
                                        <p:tav tm="100000">
                                          <p:val>
                                            <p:strVal val="#ppt_w"/>
                                          </p:val>
                                        </p:tav>
                                      </p:tavLst>
                                    </p:anim>
                                    <p:anim calcmode="lin" valueType="num">
                                      <p:cBhvr>
                                        <p:cTn id="38" dur="500" fill="hold"/>
                                        <p:tgtEl>
                                          <p:spTgt spid="62"/>
                                        </p:tgtEl>
                                        <p:attrNameLst>
                                          <p:attrName>ppt_h</p:attrName>
                                        </p:attrNameLst>
                                      </p:cBhvr>
                                      <p:tavLst>
                                        <p:tav tm="0">
                                          <p:val>
                                            <p:fltVal val="0"/>
                                          </p:val>
                                        </p:tav>
                                        <p:tav tm="100000">
                                          <p:val>
                                            <p:strVal val="#ppt_h"/>
                                          </p:val>
                                        </p:tav>
                                      </p:tavLst>
                                    </p:anim>
                                    <p:animEffect transition="in" filter="fade">
                                      <p:cBhvr>
                                        <p:cTn id="39" dur="500"/>
                                        <p:tgtEl>
                                          <p:spTgt spid="62"/>
                                        </p:tgtEl>
                                      </p:cBhvr>
                                    </p:animEffect>
                                  </p:childTnLst>
                                </p:cTn>
                              </p:par>
                            </p:childTnLst>
                          </p:cTn>
                        </p:par>
                        <p:par>
                          <p:cTn id="40" fill="hold">
                            <p:stCondLst>
                              <p:cond delay="3000"/>
                            </p:stCondLst>
                            <p:childTnLst>
                              <p:par>
                                <p:cTn id="41" presetID="22" presetClass="entr" presetSubtype="2"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wipe(right)">
                                      <p:cBhvr>
                                        <p:cTn id="43" dur="500"/>
                                        <p:tgtEl>
                                          <p:spTgt spid="4"/>
                                        </p:tgtEl>
                                      </p:cBhvr>
                                    </p:animEffect>
                                  </p:childTnLst>
                                </p:cTn>
                              </p:par>
                              <p:par>
                                <p:cTn id="44" presetID="22" presetClass="entr" presetSubtype="8" fill="hold"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wipe(left)">
                                      <p:cBhvr>
                                        <p:cTn id="46" dur="500"/>
                                        <p:tgtEl>
                                          <p:spTgt spid="23"/>
                                        </p:tgtEl>
                                      </p:cBhvr>
                                    </p:animEffect>
                                  </p:childTnLst>
                                </p:cTn>
                              </p:par>
                            </p:childTnLst>
                          </p:cTn>
                        </p:par>
                        <p:par>
                          <p:cTn id="47" fill="hold">
                            <p:stCondLst>
                              <p:cond delay="3500"/>
                            </p:stCondLst>
                            <p:childTnLst>
                              <p:par>
                                <p:cTn id="48" presetID="53" presetClass="entr" presetSubtype="0" fill="hold" grpId="0" nodeType="afterEffect">
                                  <p:stCondLst>
                                    <p:cond delay="0"/>
                                  </p:stCondLst>
                                  <p:childTnLst>
                                    <p:set>
                                      <p:cBhvr>
                                        <p:cTn id="49" dur="1" fill="hold">
                                          <p:stCondLst>
                                            <p:cond delay="0"/>
                                          </p:stCondLst>
                                        </p:cTn>
                                        <p:tgtEl>
                                          <p:spTgt spid="63"/>
                                        </p:tgtEl>
                                        <p:attrNameLst>
                                          <p:attrName>style.visibility</p:attrName>
                                        </p:attrNameLst>
                                      </p:cBhvr>
                                      <p:to>
                                        <p:strVal val="visible"/>
                                      </p:to>
                                    </p:set>
                                    <p:anim calcmode="lin" valueType="num">
                                      <p:cBhvr>
                                        <p:cTn id="50" dur="500" fill="hold"/>
                                        <p:tgtEl>
                                          <p:spTgt spid="63"/>
                                        </p:tgtEl>
                                        <p:attrNameLst>
                                          <p:attrName>ppt_w</p:attrName>
                                        </p:attrNameLst>
                                      </p:cBhvr>
                                      <p:tavLst>
                                        <p:tav tm="0">
                                          <p:val>
                                            <p:fltVal val="0"/>
                                          </p:val>
                                        </p:tav>
                                        <p:tav tm="100000">
                                          <p:val>
                                            <p:strVal val="#ppt_w"/>
                                          </p:val>
                                        </p:tav>
                                      </p:tavLst>
                                    </p:anim>
                                    <p:anim calcmode="lin" valueType="num">
                                      <p:cBhvr>
                                        <p:cTn id="51" dur="500" fill="hold"/>
                                        <p:tgtEl>
                                          <p:spTgt spid="63"/>
                                        </p:tgtEl>
                                        <p:attrNameLst>
                                          <p:attrName>ppt_h</p:attrName>
                                        </p:attrNameLst>
                                      </p:cBhvr>
                                      <p:tavLst>
                                        <p:tav tm="0">
                                          <p:val>
                                            <p:fltVal val="0"/>
                                          </p:val>
                                        </p:tav>
                                        <p:tav tm="100000">
                                          <p:val>
                                            <p:strVal val="#ppt_h"/>
                                          </p:val>
                                        </p:tav>
                                      </p:tavLst>
                                    </p:anim>
                                    <p:animEffect transition="in" filter="fade">
                                      <p:cBhvr>
                                        <p:cTn id="52" dur="500"/>
                                        <p:tgtEl>
                                          <p:spTgt spid="63"/>
                                        </p:tgtEl>
                                      </p:cBhvr>
                                    </p:animEffect>
                                  </p:childTnLst>
                                </p:cTn>
                              </p:par>
                            </p:childTnLst>
                          </p:cTn>
                        </p:par>
                        <p:par>
                          <p:cTn id="53" fill="hold">
                            <p:stCondLst>
                              <p:cond delay="4000"/>
                            </p:stCondLst>
                            <p:childTnLst>
                              <p:par>
                                <p:cTn id="54" presetID="22" presetClass="entr" presetSubtype="2"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Effect transition="in" filter="wipe(right)">
                                      <p:cBhvr>
                                        <p:cTn id="56" dur="500"/>
                                        <p:tgtEl>
                                          <p:spTgt spid="5"/>
                                        </p:tgtEl>
                                      </p:cBhvr>
                                    </p:animEffect>
                                  </p:childTnLst>
                                </p:cTn>
                              </p:par>
                              <p:par>
                                <p:cTn id="57" presetID="22" presetClass="entr" presetSubtype="8" fill="hold" nodeType="with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left)">
                                      <p:cBhvr>
                                        <p:cTn id="59" dur="500"/>
                                        <p:tgtEl>
                                          <p:spTgt spid="24"/>
                                        </p:tgtEl>
                                      </p:cBhvr>
                                    </p:animEffect>
                                  </p:childTnLst>
                                </p:cTn>
                              </p:par>
                            </p:childTnLst>
                          </p:cTn>
                        </p:par>
                        <p:par>
                          <p:cTn id="60" fill="hold">
                            <p:stCondLst>
                              <p:cond delay="4500"/>
                            </p:stCondLst>
                            <p:childTnLst>
                              <p:par>
                                <p:cTn id="61" presetID="22" presetClass="entr" presetSubtype="4" fill="hold" grpId="0" nodeType="after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wipe(down)">
                                      <p:cBhvr>
                                        <p:cTn id="63" dur="500"/>
                                        <p:tgtEl>
                                          <p:spTgt spid="17"/>
                                        </p:tgtEl>
                                      </p:cBhvr>
                                    </p:animEffect>
                                  </p:childTnLst>
                                </p:cTn>
                              </p:par>
                            </p:childTnLst>
                          </p:cTn>
                        </p:par>
                        <p:par>
                          <p:cTn id="64" fill="hold">
                            <p:stCondLst>
                              <p:cond delay="5000"/>
                            </p:stCondLst>
                            <p:childTnLst>
                              <p:par>
                                <p:cTn id="65" presetID="53" presetClass="entr" presetSubtype="0" fill="hold" grpId="0" nodeType="after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p:cTn id="67" dur="500" fill="hold"/>
                                        <p:tgtEl>
                                          <p:spTgt spid="35"/>
                                        </p:tgtEl>
                                        <p:attrNameLst>
                                          <p:attrName>ppt_w</p:attrName>
                                        </p:attrNameLst>
                                      </p:cBhvr>
                                      <p:tavLst>
                                        <p:tav tm="0">
                                          <p:val>
                                            <p:fltVal val="0"/>
                                          </p:val>
                                        </p:tav>
                                        <p:tav tm="100000">
                                          <p:val>
                                            <p:strVal val="#ppt_w"/>
                                          </p:val>
                                        </p:tav>
                                      </p:tavLst>
                                    </p:anim>
                                    <p:anim calcmode="lin" valueType="num">
                                      <p:cBhvr>
                                        <p:cTn id="68" dur="500" fill="hold"/>
                                        <p:tgtEl>
                                          <p:spTgt spid="35"/>
                                        </p:tgtEl>
                                        <p:attrNameLst>
                                          <p:attrName>ppt_h</p:attrName>
                                        </p:attrNameLst>
                                      </p:cBhvr>
                                      <p:tavLst>
                                        <p:tav tm="0">
                                          <p:val>
                                            <p:fltVal val="0"/>
                                          </p:val>
                                        </p:tav>
                                        <p:tav tm="100000">
                                          <p:val>
                                            <p:strVal val="#ppt_h"/>
                                          </p:val>
                                        </p:tav>
                                      </p:tavLst>
                                    </p:anim>
                                    <p:animEffect transition="in" filter="fade">
                                      <p:cBhvr>
                                        <p:cTn id="69" dur="500"/>
                                        <p:tgtEl>
                                          <p:spTgt spid="35"/>
                                        </p:tgtEl>
                                      </p:cBhvr>
                                    </p:animEffect>
                                  </p:childTnLst>
                                </p:cTn>
                              </p:par>
                            </p:childTnLst>
                          </p:cTn>
                        </p:par>
                        <p:par>
                          <p:cTn id="70" fill="hold">
                            <p:stCondLst>
                              <p:cond delay="5500"/>
                            </p:stCondLst>
                            <p:childTnLst>
                              <p:par>
                                <p:cTn id="71" presetID="22" presetClass="entr" presetSubtype="8" fill="hold" nodeType="after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wipe(left)">
                                      <p:cBhvr>
                                        <p:cTn id="73" dur="500"/>
                                        <p:tgtEl>
                                          <p:spTgt spid="25"/>
                                        </p:tgtEl>
                                      </p:cBhvr>
                                    </p:animEffect>
                                  </p:childTnLst>
                                </p:cTn>
                              </p:par>
                            </p:childTnLst>
                          </p:cTn>
                        </p:par>
                        <p:par>
                          <p:cTn id="74" fill="hold">
                            <p:stCondLst>
                              <p:cond delay="6000"/>
                            </p:stCondLst>
                            <p:childTnLst>
                              <p:par>
                                <p:cTn id="75" presetID="53"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p:cTn id="77" dur="500" fill="hold"/>
                                        <p:tgtEl>
                                          <p:spTgt spid="36"/>
                                        </p:tgtEl>
                                        <p:attrNameLst>
                                          <p:attrName>ppt_w</p:attrName>
                                        </p:attrNameLst>
                                      </p:cBhvr>
                                      <p:tavLst>
                                        <p:tav tm="0">
                                          <p:val>
                                            <p:fltVal val="0"/>
                                          </p:val>
                                        </p:tav>
                                        <p:tav tm="100000">
                                          <p:val>
                                            <p:strVal val="#ppt_w"/>
                                          </p:val>
                                        </p:tav>
                                      </p:tavLst>
                                    </p:anim>
                                    <p:anim calcmode="lin" valueType="num">
                                      <p:cBhvr>
                                        <p:cTn id="78" dur="500" fill="hold"/>
                                        <p:tgtEl>
                                          <p:spTgt spid="36"/>
                                        </p:tgtEl>
                                        <p:attrNameLst>
                                          <p:attrName>ppt_h</p:attrName>
                                        </p:attrNameLst>
                                      </p:cBhvr>
                                      <p:tavLst>
                                        <p:tav tm="0">
                                          <p:val>
                                            <p:fltVal val="0"/>
                                          </p:val>
                                        </p:tav>
                                        <p:tav tm="100000">
                                          <p:val>
                                            <p:strVal val="#ppt_h"/>
                                          </p:val>
                                        </p:tav>
                                      </p:tavLst>
                                    </p:anim>
                                    <p:animEffect transition="in" filter="fade">
                                      <p:cBhvr>
                                        <p:cTn id="79" dur="500"/>
                                        <p:tgtEl>
                                          <p:spTgt spid="36"/>
                                        </p:tgtEl>
                                      </p:cBhvr>
                                    </p:animEffect>
                                  </p:childTnLst>
                                </p:cTn>
                              </p:par>
                            </p:childTnLst>
                          </p:cTn>
                        </p:par>
                        <p:par>
                          <p:cTn id="80" fill="hold">
                            <p:stCondLst>
                              <p:cond delay="6500"/>
                            </p:stCondLst>
                            <p:childTnLst>
                              <p:par>
                                <p:cTn id="81" presetID="22" presetClass="entr" presetSubtype="8" fill="hold"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wipe(left)">
                                      <p:cBhvr>
                                        <p:cTn id="83" dur="500"/>
                                        <p:tgtEl>
                                          <p:spTgt spid="27"/>
                                        </p:tgtEl>
                                      </p:cBhvr>
                                    </p:animEffect>
                                  </p:childTnLst>
                                </p:cTn>
                              </p:par>
                            </p:childTnLst>
                          </p:cTn>
                        </p:par>
                        <p:par>
                          <p:cTn id="84" fill="hold">
                            <p:stCondLst>
                              <p:cond delay="7000"/>
                            </p:stCondLst>
                            <p:childTnLst>
                              <p:par>
                                <p:cTn id="85" presetID="53" presetClass="entr" presetSubtype="0" fill="hold" grpId="0" nodeType="after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p:cTn id="87" dur="500" fill="hold"/>
                                        <p:tgtEl>
                                          <p:spTgt spid="37"/>
                                        </p:tgtEl>
                                        <p:attrNameLst>
                                          <p:attrName>ppt_w</p:attrName>
                                        </p:attrNameLst>
                                      </p:cBhvr>
                                      <p:tavLst>
                                        <p:tav tm="0">
                                          <p:val>
                                            <p:fltVal val="0"/>
                                          </p:val>
                                        </p:tav>
                                        <p:tav tm="100000">
                                          <p:val>
                                            <p:strVal val="#ppt_w"/>
                                          </p:val>
                                        </p:tav>
                                      </p:tavLst>
                                    </p:anim>
                                    <p:anim calcmode="lin" valueType="num">
                                      <p:cBhvr>
                                        <p:cTn id="88" dur="500" fill="hold"/>
                                        <p:tgtEl>
                                          <p:spTgt spid="37"/>
                                        </p:tgtEl>
                                        <p:attrNameLst>
                                          <p:attrName>ppt_h</p:attrName>
                                        </p:attrNameLst>
                                      </p:cBhvr>
                                      <p:tavLst>
                                        <p:tav tm="0">
                                          <p:val>
                                            <p:fltVal val="0"/>
                                          </p:val>
                                        </p:tav>
                                        <p:tav tm="100000">
                                          <p:val>
                                            <p:strVal val="#ppt_h"/>
                                          </p:val>
                                        </p:tav>
                                      </p:tavLst>
                                    </p:anim>
                                    <p:animEffect transition="in" filter="fade">
                                      <p:cBhvr>
                                        <p:cTn id="89" dur="500"/>
                                        <p:tgtEl>
                                          <p:spTgt spid="37"/>
                                        </p:tgtEl>
                                      </p:cBhvr>
                                    </p:animEffect>
                                  </p:childTnLst>
                                </p:cTn>
                              </p:par>
                            </p:childTnLst>
                          </p:cTn>
                        </p:par>
                        <p:par>
                          <p:cTn id="90" fill="hold">
                            <p:stCondLst>
                              <p:cond delay="7500"/>
                            </p:stCondLst>
                            <p:childTnLst>
                              <p:par>
                                <p:cTn id="91" presetID="22" presetClass="entr" presetSubtype="8" fill="hold" nodeType="afterEffect">
                                  <p:stCondLst>
                                    <p:cond delay="0"/>
                                  </p:stCondLst>
                                  <p:childTnLst>
                                    <p:set>
                                      <p:cBhvr>
                                        <p:cTn id="92" dur="1" fill="hold">
                                          <p:stCondLst>
                                            <p:cond delay="0"/>
                                          </p:stCondLst>
                                        </p:cTn>
                                        <p:tgtEl>
                                          <p:spTgt spid="29"/>
                                        </p:tgtEl>
                                        <p:attrNameLst>
                                          <p:attrName>style.visibility</p:attrName>
                                        </p:attrNameLst>
                                      </p:cBhvr>
                                      <p:to>
                                        <p:strVal val="visible"/>
                                      </p:to>
                                    </p:set>
                                    <p:animEffect transition="in" filter="wipe(left)">
                                      <p:cBhvr>
                                        <p:cTn id="93" dur="500"/>
                                        <p:tgtEl>
                                          <p:spTgt spid="29"/>
                                        </p:tgtEl>
                                      </p:cBhvr>
                                    </p:animEffect>
                                  </p:childTnLst>
                                </p:cTn>
                              </p:par>
                            </p:childTnLst>
                          </p:cTn>
                        </p:par>
                        <p:par>
                          <p:cTn id="94" fill="hold">
                            <p:stCondLst>
                              <p:cond delay="8000"/>
                            </p:stCondLst>
                            <p:childTnLst>
                              <p:par>
                                <p:cTn id="95" presetID="53" presetClass="entr" presetSubtype="0" fill="hold" grpId="0" nodeType="after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p:cTn id="97" dur="500" fill="hold"/>
                                        <p:tgtEl>
                                          <p:spTgt spid="38"/>
                                        </p:tgtEl>
                                        <p:attrNameLst>
                                          <p:attrName>ppt_w</p:attrName>
                                        </p:attrNameLst>
                                      </p:cBhvr>
                                      <p:tavLst>
                                        <p:tav tm="0">
                                          <p:val>
                                            <p:fltVal val="0"/>
                                          </p:val>
                                        </p:tav>
                                        <p:tav tm="100000">
                                          <p:val>
                                            <p:strVal val="#ppt_w"/>
                                          </p:val>
                                        </p:tav>
                                      </p:tavLst>
                                    </p:anim>
                                    <p:anim calcmode="lin" valueType="num">
                                      <p:cBhvr>
                                        <p:cTn id="98" dur="500" fill="hold"/>
                                        <p:tgtEl>
                                          <p:spTgt spid="38"/>
                                        </p:tgtEl>
                                        <p:attrNameLst>
                                          <p:attrName>ppt_h</p:attrName>
                                        </p:attrNameLst>
                                      </p:cBhvr>
                                      <p:tavLst>
                                        <p:tav tm="0">
                                          <p:val>
                                            <p:fltVal val="0"/>
                                          </p:val>
                                        </p:tav>
                                        <p:tav tm="100000">
                                          <p:val>
                                            <p:strVal val="#ppt_h"/>
                                          </p:val>
                                        </p:tav>
                                      </p:tavLst>
                                    </p:anim>
                                    <p:animEffect transition="in" filter="fade">
                                      <p:cBhvr>
                                        <p:cTn id="99" dur="500"/>
                                        <p:tgtEl>
                                          <p:spTgt spid="38"/>
                                        </p:tgtEl>
                                      </p:cBhvr>
                                    </p:animEffect>
                                  </p:childTnLst>
                                </p:cTn>
                              </p:par>
                            </p:childTnLst>
                          </p:cTn>
                        </p:par>
                        <p:par>
                          <p:cTn id="100" fill="hold">
                            <p:stCondLst>
                              <p:cond delay="8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 grpId="0" animBg="1"/>
      <p:bldP spid="17" grpId="0" animBg="1"/>
      <p:bldP spid="35" grpId="0" animBg="1"/>
      <p:bldP spid="36" grpId="0" animBg="1"/>
      <p:bldP spid="37" grpId="0" animBg="1"/>
      <p:bldP spid="38" grpId="0" animBg="1"/>
      <p:bldP spid="60" grpId="0"/>
      <p:bldP spid="61" grpId="0"/>
      <p:bldP spid="62" grpId="0"/>
      <p:bldP spid="6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Tree branches Infographic</a:t>
            </a:r>
            <a:endParaRPr lang="en-US" dirty="0"/>
          </a:p>
        </p:txBody>
      </p:sp>
      <p:sp>
        <p:nvSpPr>
          <p:cNvPr id="8" name="Text Placeholder 7"/>
          <p:cNvSpPr>
            <a:spLocks noGrp="1"/>
          </p:cNvSpPr>
          <p:nvPr>
            <p:ph type="body" sz="half" idx="2"/>
          </p:nvPr>
        </p:nvSpPr>
        <p:spPr/>
        <p:txBody>
          <a:bodyPr/>
          <a:lstStyle/>
          <a:p>
            <a:r>
              <a:rPr lang="en-US"/>
              <a:t>Tree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105</a:t>
            </a:fld>
            <a:endParaRPr lang="en-US" dirty="0"/>
          </a:p>
        </p:txBody>
      </p:sp>
      <p:sp>
        <p:nvSpPr>
          <p:cNvPr id="2053" name="Freeform 5"/>
          <p:cNvSpPr>
            <a:spLocks/>
          </p:cNvSpPr>
          <p:nvPr/>
        </p:nvSpPr>
        <p:spPr bwMode="auto">
          <a:xfrm rot="680677">
            <a:off x="-103511" y="846674"/>
            <a:ext cx="8094783" cy="3003562"/>
          </a:xfrm>
          <a:custGeom>
            <a:avLst/>
            <a:gdLst>
              <a:gd name="connsiteX0" fmla="*/ 1611 w 2895"/>
              <a:gd name="connsiteY0" fmla="*/ 694 h 1082"/>
              <a:gd name="connsiteX1" fmla="*/ 1740 w 2895"/>
              <a:gd name="connsiteY1" fmla="*/ 588 h 1082"/>
              <a:gd name="connsiteX2" fmla="*/ 2389 w 2895"/>
              <a:gd name="connsiteY2" fmla="*/ 402 h 1082"/>
              <a:gd name="connsiteX3" fmla="*/ 2895 w 2895"/>
              <a:gd name="connsiteY3" fmla="*/ 415 h 1082"/>
              <a:gd name="connsiteX4" fmla="*/ 2878 w 2895"/>
              <a:gd name="connsiteY4" fmla="*/ 424 h 1082"/>
              <a:gd name="connsiteX5" fmla="*/ 2878 w 2895"/>
              <a:gd name="connsiteY5" fmla="*/ 424 h 1082"/>
              <a:gd name="connsiteX6" fmla="*/ 2449 w 2895"/>
              <a:gd name="connsiteY6" fmla="*/ 382 h 1082"/>
              <a:gd name="connsiteX7" fmla="*/ 2801 w 2895"/>
              <a:gd name="connsiteY7" fmla="*/ 0 h 1082"/>
              <a:gd name="connsiteX8" fmla="*/ 2474 w 2895"/>
              <a:gd name="connsiteY8" fmla="*/ 344 h 1082"/>
              <a:gd name="connsiteX9" fmla="*/ 2137 w 2895"/>
              <a:gd name="connsiteY9" fmla="*/ 312 h 1082"/>
              <a:gd name="connsiteX10" fmla="*/ 1711 w 2895"/>
              <a:gd name="connsiteY10" fmla="*/ 545 h 1082"/>
              <a:gd name="connsiteX11" fmla="*/ 1609 w 2895"/>
              <a:gd name="connsiteY11" fmla="*/ 619 h 1082"/>
              <a:gd name="connsiteX12" fmla="*/ 1353 w 2895"/>
              <a:gd name="connsiteY12" fmla="*/ 675 h 1082"/>
              <a:gd name="connsiteX13" fmla="*/ 893 w 2895"/>
              <a:gd name="connsiteY13" fmla="*/ 585 h 1082"/>
              <a:gd name="connsiteX14" fmla="*/ 6 w 2895"/>
              <a:gd name="connsiteY14" fmla="*/ 676 h 1082"/>
              <a:gd name="connsiteX15" fmla="*/ 0 w 2895"/>
              <a:gd name="connsiteY15" fmla="*/ 681 h 1082"/>
              <a:gd name="connsiteX16" fmla="*/ 0 w 2895"/>
              <a:gd name="connsiteY16" fmla="*/ 1070 h 1082"/>
              <a:gd name="connsiteX17" fmla="*/ 56 w 2895"/>
              <a:gd name="connsiteY17" fmla="*/ 908 h 1082"/>
              <a:gd name="connsiteX18" fmla="*/ 325 w 2895"/>
              <a:gd name="connsiteY18" fmla="*/ 673 h 1082"/>
              <a:gd name="connsiteX19" fmla="*/ 973 w 2895"/>
              <a:gd name="connsiteY19" fmla="*/ 702 h 1082"/>
              <a:gd name="connsiteX20" fmla="*/ 1124 w 2895"/>
              <a:gd name="connsiteY20" fmla="*/ 846 h 1082"/>
              <a:gd name="connsiteX21" fmla="*/ 1294 w 2895"/>
              <a:gd name="connsiteY21" fmla="*/ 896 h 1082"/>
              <a:gd name="connsiteX22" fmla="*/ 1550 w 2895"/>
              <a:gd name="connsiteY22" fmla="*/ 906 h 1082"/>
              <a:gd name="connsiteX23" fmla="*/ 1647 w 2895"/>
              <a:gd name="connsiteY23" fmla="*/ 1021 h 1082"/>
              <a:gd name="connsiteX24" fmla="*/ 1850 w 2895"/>
              <a:gd name="connsiteY24" fmla="*/ 1065 h 1082"/>
              <a:gd name="connsiteX25" fmla="*/ 1594 w 2895"/>
              <a:gd name="connsiteY25" fmla="*/ 892 h 1082"/>
              <a:gd name="connsiteX26" fmla="*/ 1752 w 2895"/>
              <a:gd name="connsiteY26" fmla="*/ 953 h 1082"/>
              <a:gd name="connsiteX27" fmla="*/ 2137 w 2895"/>
              <a:gd name="connsiteY27" fmla="*/ 855 h 1082"/>
              <a:gd name="connsiteX28" fmla="*/ 1744 w 2895"/>
              <a:gd name="connsiteY28" fmla="*/ 913 h 1082"/>
              <a:gd name="connsiteX29" fmla="*/ 1617 w 2895"/>
              <a:gd name="connsiteY29" fmla="*/ 837 h 1082"/>
              <a:gd name="connsiteX30" fmla="*/ 1456 w 2895"/>
              <a:gd name="connsiteY30" fmla="*/ 829 h 1082"/>
              <a:gd name="connsiteX31" fmla="*/ 954 w 2895"/>
              <a:gd name="connsiteY31" fmla="*/ 697 h 1082"/>
              <a:gd name="connsiteX32" fmla="*/ 1611 w 2895"/>
              <a:gd name="connsiteY32" fmla="*/ 694 h 1082"/>
              <a:gd name="connsiteX0" fmla="*/ 1611 w 2895"/>
              <a:gd name="connsiteY0" fmla="*/ 694 h 1082"/>
              <a:gd name="connsiteX1" fmla="*/ 1740 w 2895"/>
              <a:gd name="connsiteY1" fmla="*/ 588 h 1082"/>
              <a:gd name="connsiteX2" fmla="*/ 2389 w 2895"/>
              <a:gd name="connsiteY2" fmla="*/ 402 h 1082"/>
              <a:gd name="connsiteX3" fmla="*/ 2895 w 2895"/>
              <a:gd name="connsiteY3" fmla="*/ 415 h 1082"/>
              <a:gd name="connsiteX4" fmla="*/ 2878 w 2895"/>
              <a:gd name="connsiteY4" fmla="*/ 424 h 1082"/>
              <a:gd name="connsiteX5" fmla="*/ 2878 w 2895"/>
              <a:gd name="connsiteY5" fmla="*/ 424 h 1082"/>
              <a:gd name="connsiteX6" fmla="*/ 2449 w 2895"/>
              <a:gd name="connsiteY6" fmla="*/ 382 h 1082"/>
              <a:gd name="connsiteX7" fmla="*/ 2801 w 2895"/>
              <a:gd name="connsiteY7" fmla="*/ 0 h 1082"/>
              <a:gd name="connsiteX8" fmla="*/ 2474 w 2895"/>
              <a:gd name="connsiteY8" fmla="*/ 344 h 1082"/>
              <a:gd name="connsiteX9" fmla="*/ 2137 w 2895"/>
              <a:gd name="connsiteY9" fmla="*/ 312 h 1082"/>
              <a:gd name="connsiteX10" fmla="*/ 1711 w 2895"/>
              <a:gd name="connsiteY10" fmla="*/ 545 h 1082"/>
              <a:gd name="connsiteX11" fmla="*/ 1609 w 2895"/>
              <a:gd name="connsiteY11" fmla="*/ 619 h 1082"/>
              <a:gd name="connsiteX12" fmla="*/ 1353 w 2895"/>
              <a:gd name="connsiteY12" fmla="*/ 675 h 1082"/>
              <a:gd name="connsiteX13" fmla="*/ 893 w 2895"/>
              <a:gd name="connsiteY13" fmla="*/ 585 h 1082"/>
              <a:gd name="connsiteX14" fmla="*/ 6 w 2895"/>
              <a:gd name="connsiteY14" fmla="*/ 676 h 1082"/>
              <a:gd name="connsiteX15" fmla="*/ 0 w 2895"/>
              <a:gd name="connsiteY15" fmla="*/ 681 h 1082"/>
              <a:gd name="connsiteX16" fmla="*/ 0 w 2895"/>
              <a:gd name="connsiteY16" fmla="*/ 1070 h 1082"/>
              <a:gd name="connsiteX17" fmla="*/ 56 w 2895"/>
              <a:gd name="connsiteY17" fmla="*/ 908 h 1082"/>
              <a:gd name="connsiteX18" fmla="*/ 325 w 2895"/>
              <a:gd name="connsiteY18" fmla="*/ 673 h 1082"/>
              <a:gd name="connsiteX19" fmla="*/ 973 w 2895"/>
              <a:gd name="connsiteY19" fmla="*/ 702 h 1082"/>
              <a:gd name="connsiteX20" fmla="*/ 1294 w 2895"/>
              <a:gd name="connsiteY20" fmla="*/ 896 h 1082"/>
              <a:gd name="connsiteX21" fmla="*/ 1550 w 2895"/>
              <a:gd name="connsiteY21" fmla="*/ 906 h 1082"/>
              <a:gd name="connsiteX22" fmla="*/ 1647 w 2895"/>
              <a:gd name="connsiteY22" fmla="*/ 1021 h 1082"/>
              <a:gd name="connsiteX23" fmla="*/ 1850 w 2895"/>
              <a:gd name="connsiteY23" fmla="*/ 1065 h 1082"/>
              <a:gd name="connsiteX24" fmla="*/ 1594 w 2895"/>
              <a:gd name="connsiteY24" fmla="*/ 892 h 1082"/>
              <a:gd name="connsiteX25" fmla="*/ 1752 w 2895"/>
              <a:gd name="connsiteY25" fmla="*/ 953 h 1082"/>
              <a:gd name="connsiteX26" fmla="*/ 2137 w 2895"/>
              <a:gd name="connsiteY26" fmla="*/ 855 h 1082"/>
              <a:gd name="connsiteX27" fmla="*/ 1744 w 2895"/>
              <a:gd name="connsiteY27" fmla="*/ 913 h 1082"/>
              <a:gd name="connsiteX28" fmla="*/ 1617 w 2895"/>
              <a:gd name="connsiteY28" fmla="*/ 837 h 1082"/>
              <a:gd name="connsiteX29" fmla="*/ 1456 w 2895"/>
              <a:gd name="connsiteY29" fmla="*/ 829 h 1082"/>
              <a:gd name="connsiteX30" fmla="*/ 954 w 2895"/>
              <a:gd name="connsiteY30" fmla="*/ 697 h 1082"/>
              <a:gd name="connsiteX31" fmla="*/ 1611 w 2895"/>
              <a:gd name="connsiteY31" fmla="*/ 694 h 1082"/>
              <a:gd name="connsiteX0" fmla="*/ 1611 w 2895"/>
              <a:gd name="connsiteY0" fmla="*/ 694 h 1082"/>
              <a:gd name="connsiteX1" fmla="*/ 1740 w 2895"/>
              <a:gd name="connsiteY1" fmla="*/ 588 h 1082"/>
              <a:gd name="connsiteX2" fmla="*/ 2389 w 2895"/>
              <a:gd name="connsiteY2" fmla="*/ 402 h 1082"/>
              <a:gd name="connsiteX3" fmla="*/ 2895 w 2895"/>
              <a:gd name="connsiteY3" fmla="*/ 415 h 1082"/>
              <a:gd name="connsiteX4" fmla="*/ 2878 w 2895"/>
              <a:gd name="connsiteY4" fmla="*/ 424 h 1082"/>
              <a:gd name="connsiteX5" fmla="*/ 2878 w 2895"/>
              <a:gd name="connsiteY5" fmla="*/ 424 h 1082"/>
              <a:gd name="connsiteX6" fmla="*/ 2449 w 2895"/>
              <a:gd name="connsiteY6" fmla="*/ 382 h 1082"/>
              <a:gd name="connsiteX7" fmla="*/ 2801 w 2895"/>
              <a:gd name="connsiteY7" fmla="*/ 0 h 1082"/>
              <a:gd name="connsiteX8" fmla="*/ 2474 w 2895"/>
              <a:gd name="connsiteY8" fmla="*/ 344 h 1082"/>
              <a:gd name="connsiteX9" fmla="*/ 2137 w 2895"/>
              <a:gd name="connsiteY9" fmla="*/ 312 h 1082"/>
              <a:gd name="connsiteX10" fmla="*/ 1711 w 2895"/>
              <a:gd name="connsiteY10" fmla="*/ 545 h 1082"/>
              <a:gd name="connsiteX11" fmla="*/ 1609 w 2895"/>
              <a:gd name="connsiteY11" fmla="*/ 619 h 1082"/>
              <a:gd name="connsiteX12" fmla="*/ 1353 w 2895"/>
              <a:gd name="connsiteY12" fmla="*/ 675 h 1082"/>
              <a:gd name="connsiteX13" fmla="*/ 893 w 2895"/>
              <a:gd name="connsiteY13" fmla="*/ 585 h 1082"/>
              <a:gd name="connsiteX14" fmla="*/ 6 w 2895"/>
              <a:gd name="connsiteY14" fmla="*/ 676 h 1082"/>
              <a:gd name="connsiteX15" fmla="*/ 0 w 2895"/>
              <a:gd name="connsiteY15" fmla="*/ 681 h 1082"/>
              <a:gd name="connsiteX16" fmla="*/ 0 w 2895"/>
              <a:gd name="connsiteY16" fmla="*/ 1070 h 1082"/>
              <a:gd name="connsiteX17" fmla="*/ 56 w 2895"/>
              <a:gd name="connsiteY17" fmla="*/ 908 h 1082"/>
              <a:gd name="connsiteX18" fmla="*/ 325 w 2895"/>
              <a:gd name="connsiteY18" fmla="*/ 673 h 1082"/>
              <a:gd name="connsiteX19" fmla="*/ 973 w 2895"/>
              <a:gd name="connsiteY19" fmla="*/ 702 h 1082"/>
              <a:gd name="connsiteX20" fmla="*/ 1550 w 2895"/>
              <a:gd name="connsiteY20" fmla="*/ 906 h 1082"/>
              <a:gd name="connsiteX21" fmla="*/ 1647 w 2895"/>
              <a:gd name="connsiteY21" fmla="*/ 1021 h 1082"/>
              <a:gd name="connsiteX22" fmla="*/ 1850 w 2895"/>
              <a:gd name="connsiteY22" fmla="*/ 1065 h 1082"/>
              <a:gd name="connsiteX23" fmla="*/ 1594 w 2895"/>
              <a:gd name="connsiteY23" fmla="*/ 892 h 1082"/>
              <a:gd name="connsiteX24" fmla="*/ 1752 w 2895"/>
              <a:gd name="connsiteY24" fmla="*/ 953 h 1082"/>
              <a:gd name="connsiteX25" fmla="*/ 2137 w 2895"/>
              <a:gd name="connsiteY25" fmla="*/ 855 h 1082"/>
              <a:gd name="connsiteX26" fmla="*/ 1744 w 2895"/>
              <a:gd name="connsiteY26" fmla="*/ 913 h 1082"/>
              <a:gd name="connsiteX27" fmla="*/ 1617 w 2895"/>
              <a:gd name="connsiteY27" fmla="*/ 837 h 1082"/>
              <a:gd name="connsiteX28" fmla="*/ 1456 w 2895"/>
              <a:gd name="connsiteY28" fmla="*/ 829 h 1082"/>
              <a:gd name="connsiteX29" fmla="*/ 954 w 2895"/>
              <a:gd name="connsiteY29" fmla="*/ 697 h 1082"/>
              <a:gd name="connsiteX30" fmla="*/ 1611 w 2895"/>
              <a:gd name="connsiteY30" fmla="*/ 694 h 1082"/>
              <a:gd name="connsiteX0" fmla="*/ 1611 w 2895"/>
              <a:gd name="connsiteY0" fmla="*/ 694 h 1082"/>
              <a:gd name="connsiteX1" fmla="*/ 1740 w 2895"/>
              <a:gd name="connsiteY1" fmla="*/ 588 h 1082"/>
              <a:gd name="connsiteX2" fmla="*/ 2389 w 2895"/>
              <a:gd name="connsiteY2" fmla="*/ 402 h 1082"/>
              <a:gd name="connsiteX3" fmla="*/ 2895 w 2895"/>
              <a:gd name="connsiteY3" fmla="*/ 415 h 1082"/>
              <a:gd name="connsiteX4" fmla="*/ 2878 w 2895"/>
              <a:gd name="connsiteY4" fmla="*/ 424 h 1082"/>
              <a:gd name="connsiteX5" fmla="*/ 2878 w 2895"/>
              <a:gd name="connsiteY5" fmla="*/ 424 h 1082"/>
              <a:gd name="connsiteX6" fmla="*/ 2449 w 2895"/>
              <a:gd name="connsiteY6" fmla="*/ 382 h 1082"/>
              <a:gd name="connsiteX7" fmla="*/ 2801 w 2895"/>
              <a:gd name="connsiteY7" fmla="*/ 0 h 1082"/>
              <a:gd name="connsiteX8" fmla="*/ 2474 w 2895"/>
              <a:gd name="connsiteY8" fmla="*/ 344 h 1082"/>
              <a:gd name="connsiteX9" fmla="*/ 2137 w 2895"/>
              <a:gd name="connsiteY9" fmla="*/ 312 h 1082"/>
              <a:gd name="connsiteX10" fmla="*/ 1711 w 2895"/>
              <a:gd name="connsiteY10" fmla="*/ 545 h 1082"/>
              <a:gd name="connsiteX11" fmla="*/ 1609 w 2895"/>
              <a:gd name="connsiteY11" fmla="*/ 619 h 1082"/>
              <a:gd name="connsiteX12" fmla="*/ 1353 w 2895"/>
              <a:gd name="connsiteY12" fmla="*/ 675 h 1082"/>
              <a:gd name="connsiteX13" fmla="*/ 893 w 2895"/>
              <a:gd name="connsiteY13" fmla="*/ 585 h 1082"/>
              <a:gd name="connsiteX14" fmla="*/ 6 w 2895"/>
              <a:gd name="connsiteY14" fmla="*/ 676 h 1082"/>
              <a:gd name="connsiteX15" fmla="*/ 0 w 2895"/>
              <a:gd name="connsiteY15" fmla="*/ 681 h 1082"/>
              <a:gd name="connsiteX16" fmla="*/ 0 w 2895"/>
              <a:gd name="connsiteY16" fmla="*/ 1070 h 1082"/>
              <a:gd name="connsiteX17" fmla="*/ 56 w 2895"/>
              <a:gd name="connsiteY17" fmla="*/ 908 h 1082"/>
              <a:gd name="connsiteX18" fmla="*/ 325 w 2895"/>
              <a:gd name="connsiteY18" fmla="*/ 673 h 1082"/>
              <a:gd name="connsiteX19" fmla="*/ 973 w 2895"/>
              <a:gd name="connsiteY19" fmla="*/ 702 h 1082"/>
              <a:gd name="connsiteX20" fmla="*/ 1550 w 2895"/>
              <a:gd name="connsiteY20" fmla="*/ 906 h 1082"/>
              <a:gd name="connsiteX21" fmla="*/ 1647 w 2895"/>
              <a:gd name="connsiteY21" fmla="*/ 1021 h 1082"/>
              <a:gd name="connsiteX22" fmla="*/ 1850 w 2895"/>
              <a:gd name="connsiteY22" fmla="*/ 1065 h 1082"/>
              <a:gd name="connsiteX23" fmla="*/ 1594 w 2895"/>
              <a:gd name="connsiteY23" fmla="*/ 892 h 1082"/>
              <a:gd name="connsiteX24" fmla="*/ 1752 w 2895"/>
              <a:gd name="connsiteY24" fmla="*/ 953 h 1082"/>
              <a:gd name="connsiteX25" fmla="*/ 2137 w 2895"/>
              <a:gd name="connsiteY25" fmla="*/ 855 h 1082"/>
              <a:gd name="connsiteX26" fmla="*/ 1744 w 2895"/>
              <a:gd name="connsiteY26" fmla="*/ 913 h 1082"/>
              <a:gd name="connsiteX27" fmla="*/ 1617 w 2895"/>
              <a:gd name="connsiteY27" fmla="*/ 837 h 1082"/>
              <a:gd name="connsiteX28" fmla="*/ 954 w 2895"/>
              <a:gd name="connsiteY28" fmla="*/ 697 h 1082"/>
              <a:gd name="connsiteX29" fmla="*/ 1611 w 2895"/>
              <a:gd name="connsiteY29" fmla="*/ 694 h 1082"/>
              <a:gd name="connsiteX0" fmla="*/ 1611 w 2895"/>
              <a:gd name="connsiteY0" fmla="*/ 694 h 1082"/>
              <a:gd name="connsiteX1" fmla="*/ 1740 w 2895"/>
              <a:gd name="connsiteY1" fmla="*/ 588 h 1082"/>
              <a:gd name="connsiteX2" fmla="*/ 2389 w 2895"/>
              <a:gd name="connsiteY2" fmla="*/ 402 h 1082"/>
              <a:gd name="connsiteX3" fmla="*/ 2895 w 2895"/>
              <a:gd name="connsiteY3" fmla="*/ 415 h 1082"/>
              <a:gd name="connsiteX4" fmla="*/ 2878 w 2895"/>
              <a:gd name="connsiteY4" fmla="*/ 424 h 1082"/>
              <a:gd name="connsiteX5" fmla="*/ 2878 w 2895"/>
              <a:gd name="connsiteY5" fmla="*/ 424 h 1082"/>
              <a:gd name="connsiteX6" fmla="*/ 2449 w 2895"/>
              <a:gd name="connsiteY6" fmla="*/ 382 h 1082"/>
              <a:gd name="connsiteX7" fmla="*/ 2801 w 2895"/>
              <a:gd name="connsiteY7" fmla="*/ 0 h 1082"/>
              <a:gd name="connsiteX8" fmla="*/ 2474 w 2895"/>
              <a:gd name="connsiteY8" fmla="*/ 344 h 1082"/>
              <a:gd name="connsiteX9" fmla="*/ 2137 w 2895"/>
              <a:gd name="connsiteY9" fmla="*/ 312 h 1082"/>
              <a:gd name="connsiteX10" fmla="*/ 1711 w 2895"/>
              <a:gd name="connsiteY10" fmla="*/ 545 h 1082"/>
              <a:gd name="connsiteX11" fmla="*/ 1609 w 2895"/>
              <a:gd name="connsiteY11" fmla="*/ 619 h 1082"/>
              <a:gd name="connsiteX12" fmla="*/ 1353 w 2895"/>
              <a:gd name="connsiteY12" fmla="*/ 675 h 1082"/>
              <a:gd name="connsiteX13" fmla="*/ 893 w 2895"/>
              <a:gd name="connsiteY13" fmla="*/ 585 h 1082"/>
              <a:gd name="connsiteX14" fmla="*/ 6 w 2895"/>
              <a:gd name="connsiteY14" fmla="*/ 676 h 1082"/>
              <a:gd name="connsiteX15" fmla="*/ 0 w 2895"/>
              <a:gd name="connsiteY15" fmla="*/ 681 h 1082"/>
              <a:gd name="connsiteX16" fmla="*/ 0 w 2895"/>
              <a:gd name="connsiteY16" fmla="*/ 1070 h 1082"/>
              <a:gd name="connsiteX17" fmla="*/ 56 w 2895"/>
              <a:gd name="connsiteY17" fmla="*/ 908 h 1082"/>
              <a:gd name="connsiteX18" fmla="*/ 325 w 2895"/>
              <a:gd name="connsiteY18" fmla="*/ 673 h 1082"/>
              <a:gd name="connsiteX19" fmla="*/ 973 w 2895"/>
              <a:gd name="connsiteY19" fmla="*/ 702 h 1082"/>
              <a:gd name="connsiteX20" fmla="*/ 1550 w 2895"/>
              <a:gd name="connsiteY20" fmla="*/ 906 h 1082"/>
              <a:gd name="connsiteX21" fmla="*/ 1647 w 2895"/>
              <a:gd name="connsiteY21" fmla="*/ 1021 h 1082"/>
              <a:gd name="connsiteX22" fmla="*/ 1850 w 2895"/>
              <a:gd name="connsiteY22" fmla="*/ 1065 h 1082"/>
              <a:gd name="connsiteX23" fmla="*/ 1594 w 2895"/>
              <a:gd name="connsiteY23" fmla="*/ 892 h 1082"/>
              <a:gd name="connsiteX24" fmla="*/ 1752 w 2895"/>
              <a:gd name="connsiteY24" fmla="*/ 953 h 1082"/>
              <a:gd name="connsiteX25" fmla="*/ 2137 w 2895"/>
              <a:gd name="connsiteY25" fmla="*/ 855 h 1082"/>
              <a:gd name="connsiteX26" fmla="*/ 1744 w 2895"/>
              <a:gd name="connsiteY26" fmla="*/ 913 h 1082"/>
              <a:gd name="connsiteX27" fmla="*/ 1617 w 2895"/>
              <a:gd name="connsiteY27" fmla="*/ 837 h 1082"/>
              <a:gd name="connsiteX28" fmla="*/ 1617 w 2895"/>
              <a:gd name="connsiteY28" fmla="*/ 834 h 1082"/>
              <a:gd name="connsiteX29" fmla="*/ 954 w 2895"/>
              <a:gd name="connsiteY29" fmla="*/ 697 h 1082"/>
              <a:gd name="connsiteX30" fmla="*/ 1611 w 2895"/>
              <a:gd name="connsiteY30" fmla="*/ 694 h 1082"/>
              <a:gd name="connsiteX0" fmla="*/ 1611 w 2895"/>
              <a:gd name="connsiteY0" fmla="*/ 694 h 1082"/>
              <a:gd name="connsiteX1" fmla="*/ 1740 w 2895"/>
              <a:gd name="connsiteY1" fmla="*/ 588 h 1082"/>
              <a:gd name="connsiteX2" fmla="*/ 2389 w 2895"/>
              <a:gd name="connsiteY2" fmla="*/ 402 h 1082"/>
              <a:gd name="connsiteX3" fmla="*/ 2895 w 2895"/>
              <a:gd name="connsiteY3" fmla="*/ 415 h 1082"/>
              <a:gd name="connsiteX4" fmla="*/ 2878 w 2895"/>
              <a:gd name="connsiteY4" fmla="*/ 424 h 1082"/>
              <a:gd name="connsiteX5" fmla="*/ 2878 w 2895"/>
              <a:gd name="connsiteY5" fmla="*/ 424 h 1082"/>
              <a:gd name="connsiteX6" fmla="*/ 2449 w 2895"/>
              <a:gd name="connsiteY6" fmla="*/ 382 h 1082"/>
              <a:gd name="connsiteX7" fmla="*/ 2801 w 2895"/>
              <a:gd name="connsiteY7" fmla="*/ 0 h 1082"/>
              <a:gd name="connsiteX8" fmla="*/ 2474 w 2895"/>
              <a:gd name="connsiteY8" fmla="*/ 344 h 1082"/>
              <a:gd name="connsiteX9" fmla="*/ 2137 w 2895"/>
              <a:gd name="connsiteY9" fmla="*/ 312 h 1082"/>
              <a:gd name="connsiteX10" fmla="*/ 1711 w 2895"/>
              <a:gd name="connsiteY10" fmla="*/ 545 h 1082"/>
              <a:gd name="connsiteX11" fmla="*/ 1609 w 2895"/>
              <a:gd name="connsiteY11" fmla="*/ 619 h 1082"/>
              <a:gd name="connsiteX12" fmla="*/ 1353 w 2895"/>
              <a:gd name="connsiteY12" fmla="*/ 675 h 1082"/>
              <a:gd name="connsiteX13" fmla="*/ 893 w 2895"/>
              <a:gd name="connsiteY13" fmla="*/ 585 h 1082"/>
              <a:gd name="connsiteX14" fmla="*/ 6 w 2895"/>
              <a:gd name="connsiteY14" fmla="*/ 676 h 1082"/>
              <a:gd name="connsiteX15" fmla="*/ 0 w 2895"/>
              <a:gd name="connsiteY15" fmla="*/ 681 h 1082"/>
              <a:gd name="connsiteX16" fmla="*/ 0 w 2895"/>
              <a:gd name="connsiteY16" fmla="*/ 1070 h 1082"/>
              <a:gd name="connsiteX17" fmla="*/ 56 w 2895"/>
              <a:gd name="connsiteY17" fmla="*/ 908 h 1082"/>
              <a:gd name="connsiteX18" fmla="*/ 325 w 2895"/>
              <a:gd name="connsiteY18" fmla="*/ 673 h 1082"/>
              <a:gd name="connsiteX19" fmla="*/ 973 w 2895"/>
              <a:gd name="connsiteY19" fmla="*/ 702 h 1082"/>
              <a:gd name="connsiteX20" fmla="*/ 1550 w 2895"/>
              <a:gd name="connsiteY20" fmla="*/ 906 h 1082"/>
              <a:gd name="connsiteX21" fmla="*/ 1647 w 2895"/>
              <a:gd name="connsiteY21" fmla="*/ 1021 h 1082"/>
              <a:gd name="connsiteX22" fmla="*/ 1850 w 2895"/>
              <a:gd name="connsiteY22" fmla="*/ 1065 h 1082"/>
              <a:gd name="connsiteX23" fmla="*/ 1594 w 2895"/>
              <a:gd name="connsiteY23" fmla="*/ 892 h 1082"/>
              <a:gd name="connsiteX24" fmla="*/ 1752 w 2895"/>
              <a:gd name="connsiteY24" fmla="*/ 953 h 1082"/>
              <a:gd name="connsiteX25" fmla="*/ 2137 w 2895"/>
              <a:gd name="connsiteY25" fmla="*/ 855 h 1082"/>
              <a:gd name="connsiteX26" fmla="*/ 1744 w 2895"/>
              <a:gd name="connsiteY26" fmla="*/ 913 h 1082"/>
              <a:gd name="connsiteX27" fmla="*/ 1617 w 2895"/>
              <a:gd name="connsiteY27" fmla="*/ 837 h 1082"/>
              <a:gd name="connsiteX28" fmla="*/ 954 w 2895"/>
              <a:gd name="connsiteY28" fmla="*/ 697 h 1082"/>
              <a:gd name="connsiteX29" fmla="*/ 1611 w 2895"/>
              <a:gd name="connsiteY29" fmla="*/ 694 h 1082"/>
              <a:gd name="connsiteX0" fmla="*/ 1617 w 2895"/>
              <a:gd name="connsiteY0" fmla="*/ 837 h 1082"/>
              <a:gd name="connsiteX1" fmla="*/ 954 w 2895"/>
              <a:gd name="connsiteY1" fmla="*/ 697 h 1082"/>
              <a:gd name="connsiteX2" fmla="*/ 1611 w 2895"/>
              <a:gd name="connsiteY2" fmla="*/ 694 h 1082"/>
              <a:gd name="connsiteX3" fmla="*/ 1740 w 2895"/>
              <a:gd name="connsiteY3" fmla="*/ 588 h 1082"/>
              <a:gd name="connsiteX4" fmla="*/ 2389 w 2895"/>
              <a:gd name="connsiteY4" fmla="*/ 402 h 1082"/>
              <a:gd name="connsiteX5" fmla="*/ 2895 w 2895"/>
              <a:gd name="connsiteY5" fmla="*/ 415 h 1082"/>
              <a:gd name="connsiteX6" fmla="*/ 2878 w 2895"/>
              <a:gd name="connsiteY6" fmla="*/ 424 h 1082"/>
              <a:gd name="connsiteX7" fmla="*/ 2878 w 2895"/>
              <a:gd name="connsiteY7" fmla="*/ 424 h 1082"/>
              <a:gd name="connsiteX8" fmla="*/ 2449 w 2895"/>
              <a:gd name="connsiteY8" fmla="*/ 382 h 1082"/>
              <a:gd name="connsiteX9" fmla="*/ 2801 w 2895"/>
              <a:gd name="connsiteY9" fmla="*/ 0 h 1082"/>
              <a:gd name="connsiteX10" fmla="*/ 2474 w 2895"/>
              <a:gd name="connsiteY10" fmla="*/ 344 h 1082"/>
              <a:gd name="connsiteX11" fmla="*/ 2137 w 2895"/>
              <a:gd name="connsiteY11" fmla="*/ 312 h 1082"/>
              <a:gd name="connsiteX12" fmla="*/ 1711 w 2895"/>
              <a:gd name="connsiteY12" fmla="*/ 545 h 1082"/>
              <a:gd name="connsiteX13" fmla="*/ 1609 w 2895"/>
              <a:gd name="connsiteY13" fmla="*/ 619 h 1082"/>
              <a:gd name="connsiteX14" fmla="*/ 1353 w 2895"/>
              <a:gd name="connsiteY14" fmla="*/ 675 h 1082"/>
              <a:gd name="connsiteX15" fmla="*/ 893 w 2895"/>
              <a:gd name="connsiteY15" fmla="*/ 585 h 1082"/>
              <a:gd name="connsiteX16" fmla="*/ 6 w 2895"/>
              <a:gd name="connsiteY16" fmla="*/ 676 h 1082"/>
              <a:gd name="connsiteX17" fmla="*/ 0 w 2895"/>
              <a:gd name="connsiteY17" fmla="*/ 681 h 1082"/>
              <a:gd name="connsiteX18" fmla="*/ 0 w 2895"/>
              <a:gd name="connsiteY18" fmla="*/ 1070 h 1082"/>
              <a:gd name="connsiteX19" fmla="*/ 56 w 2895"/>
              <a:gd name="connsiteY19" fmla="*/ 908 h 1082"/>
              <a:gd name="connsiteX20" fmla="*/ 325 w 2895"/>
              <a:gd name="connsiteY20" fmla="*/ 673 h 1082"/>
              <a:gd name="connsiteX21" fmla="*/ 973 w 2895"/>
              <a:gd name="connsiteY21" fmla="*/ 702 h 1082"/>
              <a:gd name="connsiteX22" fmla="*/ 1550 w 2895"/>
              <a:gd name="connsiteY22" fmla="*/ 906 h 1082"/>
              <a:gd name="connsiteX23" fmla="*/ 1647 w 2895"/>
              <a:gd name="connsiteY23" fmla="*/ 1021 h 1082"/>
              <a:gd name="connsiteX24" fmla="*/ 1850 w 2895"/>
              <a:gd name="connsiteY24" fmla="*/ 1065 h 1082"/>
              <a:gd name="connsiteX25" fmla="*/ 1594 w 2895"/>
              <a:gd name="connsiteY25" fmla="*/ 892 h 1082"/>
              <a:gd name="connsiteX26" fmla="*/ 1752 w 2895"/>
              <a:gd name="connsiteY26" fmla="*/ 953 h 1082"/>
              <a:gd name="connsiteX27" fmla="*/ 2137 w 2895"/>
              <a:gd name="connsiteY27" fmla="*/ 855 h 1082"/>
              <a:gd name="connsiteX28" fmla="*/ 1782 w 2895"/>
              <a:gd name="connsiteY28" fmla="*/ 951 h 1082"/>
              <a:gd name="connsiteX0" fmla="*/ 954 w 2895"/>
              <a:gd name="connsiteY0" fmla="*/ 697 h 1082"/>
              <a:gd name="connsiteX1" fmla="*/ 1611 w 2895"/>
              <a:gd name="connsiteY1" fmla="*/ 694 h 1082"/>
              <a:gd name="connsiteX2" fmla="*/ 1740 w 2895"/>
              <a:gd name="connsiteY2" fmla="*/ 588 h 1082"/>
              <a:gd name="connsiteX3" fmla="*/ 2389 w 2895"/>
              <a:gd name="connsiteY3" fmla="*/ 402 h 1082"/>
              <a:gd name="connsiteX4" fmla="*/ 2895 w 2895"/>
              <a:gd name="connsiteY4" fmla="*/ 415 h 1082"/>
              <a:gd name="connsiteX5" fmla="*/ 2878 w 2895"/>
              <a:gd name="connsiteY5" fmla="*/ 424 h 1082"/>
              <a:gd name="connsiteX6" fmla="*/ 2878 w 2895"/>
              <a:gd name="connsiteY6" fmla="*/ 424 h 1082"/>
              <a:gd name="connsiteX7" fmla="*/ 2449 w 2895"/>
              <a:gd name="connsiteY7" fmla="*/ 382 h 1082"/>
              <a:gd name="connsiteX8" fmla="*/ 2801 w 2895"/>
              <a:gd name="connsiteY8" fmla="*/ 0 h 1082"/>
              <a:gd name="connsiteX9" fmla="*/ 2474 w 2895"/>
              <a:gd name="connsiteY9" fmla="*/ 344 h 1082"/>
              <a:gd name="connsiteX10" fmla="*/ 2137 w 2895"/>
              <a:gd name="connsiteY10" fmla="*/ 312 h 1082"/>
              <a:gd name="connsiteX11" fmla="*/ 1711 w 2895"/>
              <a:gd name="connsiteY11" fmla="*/ 545 h 1082"/>
              <a:gd name="connsiteX12" fmla="*/ 1609 w 2895"/>
              <a:gd name="connsiteY12" fmla="*/ 619 h 1082"/>
              <a:gd name="connsiteX13" fmla="*/ 1353 w 2895"/>
              <a:gd name="connsiteY13" fmla="*/ 675 h 1082"/>
              <a:gd name="connsiteX14" fmla="*/ 893 w 2895"/>
              <a:gd name="connsiteY14" fmla="*/ 585 h 1082"/>
              <a:gd name="connsiteX15" fmla="*/ 6 w 2895"/>
              <a:gd name="connsiteY15" fmla="*/ 676 h 1082"/>
              <a:gd name="connsiteX16" fmla="*/ 0 w 2895"/>
              <a:gd name="connsiteY16" fmla="*/ 681 h 1082"/>
              <a:gd name="connsiteX17" fmla="*/ 0 w 2895"/>
              <a:gd name="connsiteY17" fmla="*/ 1070 h 1082"/>
              <a:gd name="connsiteX18" fmla="*/ 56 w 2895"/>
              <a:gd name="connsiteY18" fmla="*/ 908 h 1082"/>
              <a:gd name="connsiteX19" fmla="*/ 325 w 2895"/>
              <a:gd name="connsiteY19" fmla="*/ 673 h 1082"/>
              <a:gd name="connsiteX20" fmla="*/ 973 w 2895"/>
              <a:gd name="connsiteY20" fmla="*/ 702 h 1082"/>
              <a:gd name="connsiteX21" fmla="*/ 1550 w 2895"/>
              <a:gd name="connsiteY21" fmla="*/ 906 h 1082"/>
              <a:gd name="connsiteX22" fmla="*/ 1647 w 2895"/>
              <a:gd name="connsiteY22" fmla="*/ 1021 h 1082"/>
              <a:gd name="connsiteX23" fmla="*/ 1850 w 2895"/>
              <a:gd name="connsiteY23" fmla="*/ 1065 h 1082"/>
              <a:gd name="connsiteX24" fmla="*/ 1594 w 2895"/>
              <a:gd name="connsiteY24" fmla="*/ 892 h 1082"/>
              <a:gd name="connsiteX25" fmla="*/ 1752 w 2895"/>
              <a:gd name="connsiteY25" fmla="*/ 953 h 1082"/>
              <a:gd name="connsiteX26" fmla="*/ 2137 w 2895"/>
              <a:gd name="connsiteY26" fmla="*/ 855 h 1082"/>
              <a:gd name="connsiteX27" fmla="*/ 1782 w 2895"/>
              <a:gd name="connsiteY27" fmla="*/ 951 h 1082"/>
              <a:gd name="connsiteX0" fmla="*/ 954 w 2895"/>
              <a:gd name="connsiteY0" fmla="*/ 697 h 1082"/>
              <a:gd name="connsiteX1" fmla="*/ 1611 w 2895"/>
              <a:gd name="connsiteY1" fmla="*/ 694 h 1082"/>
              <a:gd name="connsiteX2" fmla="*/ 1740 w 2895"/>
              <a:gd name="connsiteY2" fmla="*/ 588 h 1082"/>
              <a:gd name="connsiteX3" fmla="*/ 2389 w 2895"/>
              <a:gd name="connsiteY3" fmla="*/ 402 h 1082"/>
              <a:gd name="connsiteX4" fmla="*/ 2895 w 2895"/>
              <a:gd name="connsiteY4" fmla="*/ 415 h 1082"/>
              <a:gd name="connsiteX5" fmla="*/ 2878 w 2895"/>
              <a:gd name="connsiteY5" fmla="*/ 424 h 1082"/>
              <a:gd name="connsiteX6" fmla="*/ 2878 w 2895"/>
              <a:gd name="connsiteY6" fmla="*/ 424 h 1082"/>
              <a:gd name="connsiteX7" fmla="*/ 2449 w 2895"/>
              <a:gd name="connsiteY7" fmla="*/ 382 h 1082"/>
              <a:gd name="connsiteX8" fmla="*/ 2801 w 2895"/>
              <a:gd name="connsiteY8" fmla="*/ 0 h 1082"/>
              <a:gd name="connsiteX9" fmla="*/ 2474 w 2895"/>
              <a:gd name="connsiteY9" fmla="*/ 344 h 1082"/>
              <a:gd name="connsiteX10" fmla="*/ 2137 w 2895"/>
              <a:gd name="connsiteY10" fmla="*/ 312 h 1082"/>
              <a:gd name="connsiteX11" fmla="*/ 1711 w 2895"/>
              <a:gd name="connsiteY11" fmla="*/ 545 h 1082"/>
              <a:gd name="connsiteX12" fmla="*/ 1609 w 2895"/>
              <a:gd name="connsiteY12" fmla="*/ 619 h 1082"/>
              <a:gd name="connsiteX13" fmla="*/ 1353 w 2895"/>
              <a:gd name="connsiteY13" fmla="*/ 675 h 1082"/>
              <a:gd name="connsiteX14" fmla="*/ 893 w 2895"/>
              <a:gd name="connsiteY14" fmla="*/ 585 h 1082"/>
              <a:gd name="connsiteX15" fmla="*/ 6 w 2895"/>
              <a:gd name="connsiteY15" fmla="*/ 676 h 1082"/>
              <a:gd name="connsiteX16" fmla="*/ 0 w 2895"/>
              <a:gd name="connsiteY16" fmla="*/ 681 h 1082"/>
              <a:gd name="connsiteX17" fmla="*/ 0 w 2895"/>
              <a:gd name="connsiteY17" fmla="*/ 1070 h 1082"/>
              <a:gd name="connsiteX18" fmla="*/ 56 w 2895"/>
              <a:gd name="connsiteY18" fmla="*/ 908 h 1082"/>
              <a:gd name="connsiteX19" fmla="*/ 325 w 2895"/>
              <a:gd name="connsiteY19" fmla="*/ 673 h 1082"/>
              <a:gd name="connsiteX20" fmla="*/ 973 w 2895"/>
              <a:gd name="connsiteY20" fmla="*/ 702 h 1082"/>
              <a:gd name="connsiteX21" fmla="*/ 1550 w 2895"/>
              <a:gd name="connsiteY21" fmla="*/ 906 h 1082"/>
              <a:gd name="connsiteX22" fmla="*/ 1647 w 2895"/>
              <a:gd name="connsiteY22" fmla="*/ 1021 h 1082"/>
              <a:gd name="connsiteX23" fmla="*/ 1850 w 2895"/>
              <a:gd name="connsiteY23" fmla="*/ 1065 h 1082"/>
              <a:gd name="connsiteX24" fmla="*/ 1752 w 2895"/>
              <a:gd name="connsiteY24" fmla="*/ 953 h 1082"/>
              <a:gd name="connsiteX25" fmla="*/ 2137 w 2895"/>
              <a:gd name="connsiteY25" fmla="*/ 855 h 1082"/>
              <a:gd name="connsiteX26" fmla="*/ 1782 w 2895"/>
              <a:gd name="connsiteY26" fmla="*/ 951 h 1082"/>
              <a:gd name="connsiteX0" fmla="*/ 954 w 2895"/>
              <a:gd name="connsiteY0" fmla="*/ 697 h 1082"/>
              <a:gd name="connsiteX1" fmla="*/ 1611 w 2895"/>
              <a:gd name="connsiteY1" fmla="*/ 694 h 1082"/>
              <a:gd name="connsiteX2" fmla="*/ 1740 w 2895"/>
              <a:gd name="connsiteY2" fmla="*/ 588 h 1082"/>
              <a:gd name="connsiteX3" fmla="*/ 2389 w 2895"/>
              <a:gd name="connsiteY3" fmla="*/ 402 h 1082"/>
              <a:gd name="connsiteX4" fmla="*/ 2895 w 2895"/>
              <a:gd name="connsiteY4" fmla="*/ 415 h 1082"/>
              <a:gd name="connsiteX5" fmla="*/ 2878 w 2895"/>
              <a:gd name="connsiteY5" fmla="*/ 424 h 1082"/>
              <a:gd name="connsiteX6" fmla="*/ 2878 w 2895"/>
              <a:gd name="connsiteY6" fmla="*/ 424 h 1082"/>
              <a:gd name="connsiteX7" fmla="*/ 2449 w 2895"/>
              <a:gd name="connsiteY7" fmla="*/ 382 h 1082"/>
              <a:gd name="connsiteX8" fmla="*/ 2801 w 2895"/>
              <a:gd name="connsiteY8" fmla="*/ 0 h 1082"/>
              <a:gd name="connsiteX9" fmla="*/ 2474 w 2895"/>
              <a:gd name="connsiteY9" fmla="*/ 344 h 1082"/>
              <a:gd name="connsiteX10" fmla="*/ 2137 w 2895"/>
              <a:gd name="connsiteY10" fmla="*/ 312 h 1082"/>
              <a:gd name="connsiteX11" fmla="*/ 1711 w 2895"/>
              <a:gd name="connsiteY11" fmla="*/ 545 h 1082"/>
              <a:gd name="connsiteX12" fmla="*/ 1609 w 2895"/>
              <a:gd name="connsiteY12" fmla="*/ 619 h 1082"/>
              <a:gd name="connsiteX13" fmla="*/ 1353 w 2895"/>
              <a:gd name="connsiteY13" fmla="*/ 675 h 1082"/>
              <a:gd name="connsiteX14" fmla="*/ 893 w 2895"/>
              <a:gd name="connsiteY14" fmla="*/ 585 h 1082"/>
              <a:gd name="connsiteX15" fmla="*/ 6 w 2895"/>
              <a:gd name="connsiteY15" fmla="*/ 676 h 1082"/>
              <a:gd name="connsiteX16" fmla="*/ 0 w 2895"/>
              <a:gd name="connsiteY16" fmla="*/ 681 h 1082"/>
              <a:gd name="connsiteX17" fmla="*/ 0 w 2895"/>
              <a:gd name="connsiteY17" fmla="*/ 1070 h 1082"/>
              <a:gd name="connsiteX18" fmla="*/ 56 w 2895"/>
              <a:gd name="connsiteY18" fmla="*/ 908 h 1082"/>
              <a:gd name="connsiteX19" fmla="*/ 325 w 2895"/>
              <a:gd name="connsiteY19" fmla="*/ 673 h 1082"/>
              <a:gd name="connsiteX20" fmla="*/ 973 w 2895"/>
              <a:gd name="connsiteY20" fmla="*/ 702 h 1082"/>
              <a:gd name="connsiteX21" fmla="*/ 1647 w 2895"/>
              <a:gd name="connsiteY21" fmla="*/ 1021 h 1082"/>
              <a:gd name="connsiteX22" fmla="*/ 1850 w 2895"/>
              <a:gd name="connsiteY22" fmla="*/ 1065 h 1082"/>
              <a:gd name="connsiteX23" fmla="*/ 1752 w 2895"/>
              <a:gd name="connsiteY23" fmla="*/ 953 h 1082"/>
              <a:gd name="connsiteX24" fmla="*/ 2137 w 2895"/>
              <a:gd name="connsiteY24" fmla="*/ 855 h 1082"/>
              <a:gd name="connsiteX25" fmla="*/ 1782 w 2895"/>
              <a:gd name="connsiteY25" fmla="*/ 951 h 1082"/>
              <a:gd name="connsiteX0" fmla="*/ 954 w 2895"/>
              <a:gd name="connsiteY0" fmla="*/ 697 h 1070"/>
              <a:gd name="connsiteX1" fmla="*/ 1611 w 2895"/>
              <a:gd name="connsiteY1" fmla="*/ 694 h 1070"/>
              <a:gd name="connsiteX2" fmla="*/ 1740 w 2895"/>
              <a:gd name="connsiteY2" fmla="*/ 588 h 1070"/>
              <a:gd name="connsiteX3" fmla="*/ 2389 w 2895"/>
              <a:gd name="connsiteY3" fmla="*/ 402 h 1070"/>
              <a:gd name="connsiteX4" fmla="*/ 2895 w 2895"/>
              <a:gd name="connsiteY4" fmla="*/ 415 h 1070"/>
              <a:gd name="connsiteX5" fmla="*/ 2878 w 2895"/>
              <a:gd name="connsiteY5" fmla="*/ 424 h 1070"/>
              <a:gd name="connsiteX6" fmla="*/ 2878 w 2895"/>
              <a:gd name="connsiteY6" fmla="*/ 424 h 1070"/>
              <a:gd name="connsiteX7" fmla="*/ 2449 w 2895"/>
              <a:gd name="connsiteY7" fmla="*/ 382 h 1070"/>
              <a:gd name="connsiteX8" fmla="*/ 2801 w 2895"/>
              <a:gd name="connsiteY8" fmla="*/ 0 h 1070"/>
              <a:gd name="connsiteX9" fmla="*/ 2474 w 2895"/>
              <a:gd name="connsiteY9" fmla="*/ 344 h 1070"/>
              <a:gd name="connsiteX10" fmla="*/ 2137 w 2895"/>
              <a:gd name="connsiteY10" fmla="*/ 312 h 1070"/>
              <a:gd name="connsiteX11" fmla="*/ 1711 w 2895"/>
              <a:gd name="connsiteY11" fmla="*/ 545 h 1070"/>
              <a:gd name="connsiteX12" fmla="*/ 1609 w 2895"/>
              <a:gd name="connsiteY12" fmla="*/ 619 h 1070"/>
              <a:gd name="connsiteX13" fmla="*/ 1353 w 2895"/>
              <a:gd name="connsiteY13" fmla="*/ 675 h 1070"/>
              <a:gd name="connsiteX14" fmla="*/ 893 w 2895"/>
              <a:gd name="connsiteY14" fmla="*/ 585 h 1070"/>
              <a:gd name="connsiteX15" fmla="*/ 6 w 2895"/>
              <a:gd name="connsiteY15" fmla="*/ 676 h 1070"/>
              <a:gd name="connsiteX16" fmla="*/ 0 w 2895"/>
              <a:gd name="connsiteY16" fmla="*/ 681 h 1070"/>
              <a:gd name="connsiteX17" fmla="*/ 0 w 2895"/>
              <a:gd name="connsiteY17" fmla="*/ 1070 h 1070"/>
              <a:gd name="connsiteX18" fmla="*/ 56 w 2895"/>
              <a:gd name="connsiteY18" fmla="*/ 908 h 1070"/>
              <a:gd name="connsiteX19" fmla="*/ 325 w 2895"/>
              <a:gd name="connsiteY19" fmla="*/ 673 h 1070"/>
              <a:gd name="connsiteX20" fmla="*/ 973 w 2895"/>
              <a:gd name="connsiteY20" fmla="*/ 702 h 1070"/>
              <a:gd name="connsiteX21" fmla="*/ 1850 w 2895"/>
              <a:gd name="connsiteY21" fmla="*/ 1065 h 1070"/>
              <a:gd name="connsiteX22" fmla="*/ 1752 w 2895"/>
              <a:gd name="connsiteY22" fmla="*/ 953 h 1070"/>
              <a:gd name="connsiteX23" fmla="*/ 2137 w 2895"/>
              <a:gd name="connsiteY23" fmla="*/ 855 h 1070"/>
              <a:gd name="connsiteX24" fmla="*/ 1782 w 2895"/>
              <a:gd name="connsiteY24" fmla="*/ 951 h 1070"/>
              <a:gd name="connsiteX0" fmla="*/ 954 w 2895"/>
              <a:gd name="connsiteY0" fmla="*/ 697 h 1091"/>
              <a:gd name="connsiteX1" fmla="*/ 1611 w 2895"/>
              <a:gd name="connsiteY1" fmla="*/ 694 h 1091"/>
              <a:gd name="connsiteX2" fmla="*/ 1740 w 2895"/>
              <a:gd name="connsiteY2" fmla="*/ 588 h 1091"/>
              <a:gd name="connsiteX3" fmla="*/ 2389 w 2895"/>
              <a:gd name="connsiteY3" fmla="*/ 402 h 1091"/>
              <a:gd name="connsiteX4" fmla="*/ 2895 w 2895"/>
              <a:gd name="connsiteY4" fmla="*/ 415 h 1091"/>
              <a:gd name="connsiteX5" fmla="*/ 2878 w 2895"/>
              <a:gd name="connsiteY5" fmla="*/ 424 h 1091"/>
              <a:gd name="connsiteX6" fmla="*/ 2878 w 2895"/>
              <a:gd name="connsiteY6" fmla="*/ 424 h 1091"/>
              <a:gd name="connsiteX7" fmla="*/ 2449 w 2895"/>
              <a:gd name="connsiteY7" fmla="*/ 382 h 1091"/>
              <a:gd name="connsiteX8" fmla="*/ 2801 w 2895"/>
              <a:gd name="connsiteY8" fmla="*/ 0 h 1091"/>
              <a:gd name="connsiteX9" fmla="*/ 2474 w 2895"/>
              <a:gd name="connsiteY9" fmla="*/ 344 h 1091"/>
              <a:gd name="connsiteX10" fmla="*/ 2137 w 2895"/>
              <a:gd name="connsiteY10" fmla="*/ 312 h 1091"/>
              <a:gd name="connsiteX11" fmla="*/ 1711 w 2895"/>
              <a:gd name="connsiteY11" fmla="*/ 545 h 1091"/>
              <a:gd name="connsiteX12" fmla="*/ 1609 w 2895"/>
              <a:gd name="connsiteY12" fmla="*/ 619 h 1091"/>
              <a:gd name="connsiteX13" fmla="*/ 1353 w 2895"/>
              <a:gd name="connsiteY13" fmla="*/ 675 h 1091"/>
              <a:gd name="connsiteX14" fmla="*/ 893 w 2895"/>
              <a:gd name="connsiteY14" fmla="*/ 585 h 1091"/>
              <a:gd name="connsiteX15" fmla="*/ 6 w 2895"/>
              <a:gd name="connsiteY15" fmla="*/ 676 h 1091"/>
              <a:gd name="connsiteX16" fmla="*/ 0 w 2895"/>
              <a:gd name="connsiteY16" fmla="*/ 681 h 1091"/>
              <a:gd name="connsiteX17" fmla="*/ 0 w 2895"/>
              <a:gd name="connsiteY17" fmla="*/ 1070 h 1091"/>
              <a:gd name="connsiteX18" fmla="*/ 56 w 2895"/>
              <a:gd name="connsiteY18" fmla="*/ 908 h 1091"/>
              <a:gd name="connsiteX19" fmla="*/ 325 w 2895"/>
              <a:gd name="connsiteY19" fmla="*/ 673 h 1091"/>
              <a:gd name="connsiteX20" fmla="*/ 973 w 2895"/>
              <a:gd name="connsiteY20" fmla="*/ 702 h 1091"/>
              <a:gd name="connsiteX21" fmla="*/ 1850 w 2895"/>
              <a:gd name="connsiteY21" fmla="*/ 1065 h 1091"/>
              <a:gd name="connsiteX22" fmla="*/ 2137 w 2895"/>
              <a:gd name="connsiteY22" fmla="*/ 855 h 1091"/>
              <a:gd name="connsiteX23" fmla="*/ 1782 w 2895"/>
              <a:gd name="connsiteY23" fmla="*/ 951 h 1091"/>
              <a:gd name="connsiteX0" fmla="*/ 954 w 2895"/>
              <a:gd name="connsiteY0" fmla="*/ 697 h 1091"/>
              <a:gd name="connsiteX1" fmla="*/ 1611 w 2895"/>
              <a:gd name="connsiteY1" fmla="*/ 694 h 1091"/>
              <a:gd name="connsiteX2" fmla="*/ 1740 w 2895"/>
              <a:gd name="connsiteY2" fmla="*/ 588 h 1091"/>
              <a:gd name="connsiteX3" fmla="*/ 2389 w 2895"/>
              <a:gd name="connsiteY3" fmla="*/ 402 h 1091"/>
              <a:gd name="connsiteX4" fmla="*/ 2895 w 2895"/>
              <a:gd name="connsiteY4" fmla="*/ 415 h 1091"/>
              <a:gd name="connsiteX5" fmla="*/ 2878 w 2895"/>
              <a:gd name="connsiteY5" fmla="*/ 424 h 1091"/>
              <a:gd name="connsiteX6" fmla="*/ 2878 w 2895"/>
              <a:gd name="connsiteY6" fmla="*/ 424 h 1091"/>
              <a:gd name="connsiteX7" fmla="*/ 2449 w 2895"/>
              <a:gd name="connsiteY7" fmla="*/ 382 h 1091"/>
              <a:gd name="connsiteX8" fmla="*/ 2801 w 2895"/>
              <a:gd name="connsiteY8" fmla="*/ 0 h 1091"/>
              <a:gd name="connsiteX9" fmla="*/ 2474 w 2895"/>
              <a:gd name="connsiteY9" fmla="*/ 344 h 1091"/>
              <a:gd name="connsiteX10" fmla="*/ 2137 w 2895"/>
              <a:gd name="connsiteY10" fmla="*/ 312 h 1091"/>
              <a:gd name="connsiteX11" fmla="*/ 1711 w 2895"/>
              <a:gd name="connsiteY11" fmla="*/ 545 h 1091"/>
              <a:gd name="connsiteX12" fmla="*/ 1609 w 2895"/>
              <a:gd name="connsiteY12" fmla="*/ 619 h 1091"/>
              <a:gd name="connsiteX13" fmla="*/ 1353 w 2895"/>
              <a:gd name="connsiteY13" fmla="*/ 675 h 1091"/>
              <a:gd name="connsiteX14" fmla="*/ 893 w 2895"/>
              <a:gd name="connsiteY14" fmla="*/ 585 h 1091"/>
              <a:gd name="connsiteX15" fmla="*/ 6 w 2895"/>
              <a:gd name="connsiteY15" fmla="*/ 676 h 1091"/>
              <a:gd name="connsiteX16" fmla="*/ 0 w 2895"/>
              <a:gd name="connsiteY16" fmla="*/ 681 h 1091"/>
              <a:gd name="connsiteX17" fmla="*/ 0 w 2895"/>
              <a:gd name="connsiteY17" fmla="*/ 1070 h 1091"/>
              <a:gd name="connsiteX18" fmla="*/ 56 w 2895"/>
              <a:gd name="connsiteY18" fmla="*/ 908 h 1091"/>
              <a:gd name="connsiteX19" fmla="*/ 325 w 2895"/>
              <a:gd name="connsiteY19" fmla="*/ 673 h 1091"/>
              <a:gd name="connsiteX20" fmla="*/ 973 w 2895"/>
              <a:gd name="connsiteY20" fmla="*/ 702 h 1091"/>
              <a:gd name="connsiteX21" fmla="*/ 1850 w 2895"/>
              <a:gd name="connsiteY21" fmla="*/ 1065 h 1091"/>
              <a:gd name="connsiteX22" fmla="*/ 2137 w 2895"/>
              <a:gd name="connsiteY22" fmla="*/ 855 h 1091"/>
              <a:gd name="connsiteX0" fmla="*/ 954 w 2895"/>
              <a:gd name="connsiteY0" fmla="*/ 697 h 1091"/>
              <a:gd name="connsiteX1" fmla="*/ 1611 w 2895"/>
              <a:gd name="connsiteY1" fmla="*/ 694 h 1091"/>
              <a:gd name="connsiteX2" fmla="*/ 1740 w 2895"/>
              <a:gd name="connsiteY2" fmla="*/ 588 h 1091"/>
              <a:gd name="connsiteX3" fmla="*/ 2389 w 2895"/>
              <a:gd name="connsiteY3" fmla="*/ 402 h 1091"/>
              <a:gd name="connsiteX4" fmla="*/ 2895 w 2895"/>
              <a:gd name="connsiteY4" fmla="*/ 415 h 1091"/>
              <a:gd name="connsiteX5" fmla="*/ 2878 w 2895"/>
              <a:gd name="connsiteY5" fmla="*/ 424 h 1091"/>
              <a:gd name="connsiteX6" fmla="*/ 2878 w 2895"/>
              <a:gd name="connsiteY6" fmla="*/ 424 h 1091"/>
              <a:gd name="connsiteX7" fmla="*/ 2449 w 2895"/>
              <a:gd name="connsiteY7" fmla="*/ 382 h 1091"/>
              <a:gd name="connsiteX8" fmla="*/ 2801 w 2895"/>
              <a:gd name="connsiteY8" fmla="*/ 0 h 1091"/>
              <a:gd name="connsiteX9" fmla="*/ 2474 w 2895"/>
              <a:gd name="connsiteY9" fmla="*/ 344 h 1091"/>
              <a:gd name="connsiteX10" fmla="*/ 2137 w 2895"/>
              <a:gd name="connsiteY10" fmla="*/ 312 h 1091"/>
              <a:gd name="connsiteX11" fmla="*/ 1711 w 2895"/>
              <a:gd name="connsiteY11" fmla="*/ 545 h 1091"/>
              <a:gd name="connsiteX12" fmla="*/ 1609 w 2895"/>
              <a:gd name="connsiteY12" fmla="*/ 619 h 1091"/>
              <a:gd name="connsiteX13" fmla="*/ 1353 w 2895"/>
              <a:gd name="connsiteY13" fmla="*/ 675 h 1091"/>
              <a:gd name="connsiteX14" fmla="*/ 893 w 2895"/>
              <a:gd name="connsiteY14" fmla="*/ 585 h 1091"/>
              <a:gd name="connsiteX15" fmla="*/ 6 w 2895"/>
              <a:gd name="connsiteY15" fmla="*/ 676 h 1091"/>
              <a:gd name="connsiteX16" fmla="*/ 0 w 2895"/>
              <a:gd name="connsiteY16" fmla="*/ 681 h 1091"/>
              <a:gd name="connsiteX17" fmla="*/ 0 w 2895"/>
              <a:gd name="connsiteY17" fmla="*/ 1070 h 1091"/>
              <a:gd name="connsiteX18" fmla="*/ 56 w 2895"/>
              <a:gd name="connsiteY18" fmla="*/ 908 h 1091"/>
              <a:gd name="connsiteX19" fmla="*/ 325 w 2895"/>
              <a:gd name="connsiteY19" fmla="*/ 673 h 1091"/>
              <a:gd name="connsiteX20" fmla="*/ 973 w 2895"/>
              <a:gd name="connsiteY20" fmla="*/ 702 h 1091"/>
              <a:gd name="connsiteX21" fmla="*/ 1850 w 2895"/>
              <a:gd name="connsiteY21" fmla="*/ 1065 h 1091"/>
              <a:gd name="connsiteX22" fmla="*/ 2139 w 2895"/>
              <a:gd name="connsiteY22" fmla="*/ 850 h 1091"/>
              <a:gd name="connsiteX0" fmla="*/ 954 w 2895"/>
              <a:gd name="connsiteY0" fmla="*/ 697 h 1070"/>
              <a:gd name="connsiteX1" fmla="*/ 1611 w 2895"/>
              <a:gd name="connsiteY1" fmla="*/ 694 h 1070"/>
              <a:gd name="connsiteX2" fmla="*/ 1740 w 2895"/>
              <a:gd name="connsiteY2" fmla="*/ 588 h 1070"/>
              <a:gd name="connsiteX3" fmla="*/ 2389 w 2895"/>
              <a:gd name="connsiteY3" fmla="*/ 402 h 1070"/>
              <a:gd name="connsiteX4" fmla="*/ 2895 w 2895"/>
              <a:gd name="connsiteY4" fmla="*/ 415 h 1070"/>
              <a:gd name="connsiteX5" fmla="*/ 2878 w 2895"/>
              <a:gd name="connsiteY5" fmla="*/ 424 h 1070"/>
              <a:gd name="connsiteX6" fmla="*/ 2878 w 2895"/>
              <a:gd name="connsiteY6" fmla="*/ 424 h 1070"/>
              <a:gd name="connsiteX7" fmla="*/ 2449 w 2895"/>
              <a:gd name="connsiteY7" fmla="*/ 382 h 1070"/>
              <a:gd name="connsiteX8" fmla="*/ 2801 w 2895"/>
              <a:gd name="connsiteY8" fmla="*/ 0 h 1070"/>
              <a:gd name="connsiteX9" fmla="*/ 2474 w 2895"/>
              <a:gd name="connsiteY9" fmla="*/ 344 h 1070"/>
              <a:gd name="connsiteX10" fmla="*/ 2137 w 2895"/>
              <a:gd name="connsiteY10" fmla="*/ 312 h 1070"/>
              <a:gd name="connsiteX11" fmla="*/ 1711 w 2895"/>
              <a:gd name="connsiteY11" fmla="*/ 545 h 1070"/>
              <a:gd name="connsiteX12" fmla="*/ 1609 w 2895"/>
              <a:gd name="connsiteY12" fmla="*/ 619 h 1070"/>
              <a:gd name="connsiteX13" fmla="*/ 1353 w 2895"/>
              <a:gd name="connsiteY13" fmla="*/ 675 h 1070"/>
              <a:gd name="connsiteX14" fmla="*/ 893 w 2895"/>
              <a:gd name="connsiteY14" fmla="*/ 585 h 1070"/>
              <a:gd name="connsiteX15" fmla="*/ 6 w 2895"/>
              <a:gd name="connsiteY15" fmla="*/ 676 h 1070"/>
              <a:gd name="connsiteX16" fmla="*/ 0 w 2895"/>
              <a:gd name="connsiteY16" fmla="*/ 681 h 1070"/>
              <a:gd name="connsiteX17" fmla="*/ 0 w 2895"/>
              <a:gd name="connsiteY17" fmla="*/ 1070 h 1070"/>
              <a:gd name="connsiteX18" fmla="*/ 56 w 2895"/>
              <a:gd name="connsiteY18" fmla="*/ 908 h 1070"/>
              <a:gd name="connsiteX19" fmla="*/ 325 w 2895"/>
              <a:gd name="connsiteY19" fmla="*/ 673 h 1070"/>
              <a:gd name="connsiteX20" fmla="*/ 973 w 2895"/>
              <a:gd name="connsiteY20" fmla="*/ 702 h 1070"/>
              <a:gd name="connsiteX21" fmla="*/ 1850 w 2895"/>
              <a:gd name="connsiteY21" fmla="*/ 1065 h 1070"/>
              <a:gd name="connsiteX0" fmla="*/ 954 w 2895"/>
              <a:gd name="connsiteY0" fmla="*/ 697 h 1070"/>
              <a:gd name="connsiteX1" fmla="*/ 1611 w 2895"/>
              <a:gd name="connsiteY1" fmla="*/ 694 h 1070"/>
              <a:gd name="connsiteX2" fmla="*/ 1740 w 2895"/>
              <a:gd name="connsiteY2" fmla="*/ 588 h 1070"/>
              <a:gd name="connsiteX3" fmla="*/ 2389 w 2895"/>
              <a:gd name="connsiteY3" fmla="*/ 402 h 1070"/>
              <a:gd name="connsiteX4" fmla="*/ 2895 w 2895"/>
              <a:gd name="connsiteY4" fmla="*/ 415 h 1070"/>
              <a:gd name="connsiteX5" fmla="*/ 2878 w 2895"/>
              <a:gd name="connsiteY5" fmla="*/ 424 h 1070"/>
              <a:gd name="connsiteX6" fmla="*/ 2878 w 2895"/>
              <a:gd name="connsiteY6" fmla="*/ 424 h 1070"/>
              <a:gd name="connsiteX7" fmla="*/ 2449 w 2895"/>
              <a:gd name="connsiteY7" fmla="*/ 382 h 1070"/>
              <a:gd name="connsiteX8" fmla="*/ 2801 w 2895"/>
              <a:gd name="connsiteY8" fmla="*/ 0 h 1070"/>
              <a:gd name="connsiteX9" fmla="*/ 2474 w 2895"/>
              <a:gd name="connsiteY9" fmla="*/ 344 h 1070"/>
              <a:gd name="connsiteX10" fmla="*/ 2137 w 2895"/>
              <a:gd name="connsiteY10" fmla="*/ 312 h 1070"/>
              <a:gd name="connsiteX11" fmla="*/ 1711 w 2895"/>
              <a:gd name="connsiteY11" fmla="*/ 545 h 1070"/>
              <a:gd name="connsiteX12" fmla="*/ 1609 w 2895"/>
              <a:gd name="connsiteY12" fmla="*/ 619 h 1070"/>
              <a:gd name="connsiteX13" fmla="*/ 1353 w 2895"/>
              <a:gd name="connsiteY13" fmla="*/ 675 h 1070"/>
              <a:gd name="connsiteX14" fmla="*/ 893 w 2895"/>
              <a:gd name="connsiteY14" fmla="*/ 585 h 1070"/>
              <a:gd name="connsiteX15" fmla="*/ 6 w 2895"/>
              <a:gd name="connsiteY15" fmla="*/ 676 h 1070"/>
              <a:gd name="connsiteX16" fmla="*/ 0 w 2895"/>
              <a:gd name="connsiteY16" fmla="*/ 681 h 1070"/>
              <a:gd name="connsiteX17" fmla="*/ 0 w 2895"/>
              <a:gd name="connsiteY17" fmla="*/ 1070 h 1070"/>
              <a:gd name="connsiteX18" fmla="*/ 56 w 2895"/>
              <a:gd name="connsiteY18" fmla="*/ 908 h 1070"/>
              <a:gd name="connsiteX19" fmla="*/ 325 w 2895"/>
              <a:gd name="connsiteY19" fmla="*/ 673 h 1070"/>
              <a:gd name="connsiteX20" fmla="*/ 973 w 2895"/>
              <a:gd name="connsiteY20" fmla="*/ 702 h 1070"/>
              <a:gd name="connsiteX21" fmla="*/ 976 w 2895"/>
              <a:gd name="connsiteY21" fmla="*/ 718 h 1070"/>
              <a:gd name="connsiteX0" fmla="*/ 954 w 2895"/>
              <a:gd name="connsiteY0" fmla="*/ 697 h 1070"/>
              <a:gd name="connsiteX1" fmla="*/ 1611 w 2895"/>
              <a:gd name="connsiteY1" fmla="*/ 694 h 1070"/>
              <a:gd name="connsiteX2" fmla="*/ 1740 w 2895"/>
              <a:gd name="connsiteY2" fmla="*/ 588 h 1070"/>
              <a:gd name="connsiteX3" fmla="*/ 2389 w 2895"/>
              <a:gd name="connsiteY3" fmla="*/ 402 h 1070"/>
              <a:gd name="connsiteX4" fmla="*/ 2895 w 2895"/>
              <a:gd name="connsiteY4" fmla="*/ 415 h 1070"/>
              <a:gd name="connsiteX5" fmla="*/ 2878 w 2895"/>
              <a:gd name="connsiteY5" fmla="*/ 424 h 1070"/>
              <a:gd name="connsiteX6" fmla="*/ 2878 w 2895"/>
              <a:gd name="connsiteY6" fmla="*/ 424 h 1070"/>
              <a:gd name="connsiteX7" fmla="*/ 2449 w 2895"/>
              <a:gd name="connsiteY7" fmla="*/ 382 h 1070"/>
              <a:gd name="connsiteX8" fmla="*/ 2801 w 2895"/>
              <a:gd name="connsiteY8" fmla="*/ 0 h 1070"/>
              <a:gd name="connsiteX9" fmla="*/ 2474 w 2895"/>
              <a:gd name="connsiteY9" fmla="*/ 344 h 1070"/>
              <a:gd name="connsiteX10" fmla="*/ 2137 w 2895"/>
              <a:gd name="connsiteY10" fmla="*/ 312 h 1070"/>
              <a:gd name="connsiteX11" fmla="*/ 1711 w 2895"/>
              <a:gd name="connsiteY11" fmla="*/ 545 h 1070"/>
              <a:gd name="connsiteX12" fmla="*/ 1609 w 2895"/>
              <a:gd name="connsiteY12" fmla="*/ 619 h 1070"/>
              <a:gd name="connsiteX13" fmla="*/ 1353 w 2895"/>
              <a:gd name="connsiteY13" fmla="*/ 675 h 1070"/>
              <a:gd name="connsiteX14" fmla="*/ 893 w 2895"/>
              <a:gd name="connsiteY14" fmla="*/ 585 h 1070"/>
              <a:gd name="connsiteX15" fmla="*/ 6 w 2895"/>
              <a:gd name="connsiteY15" fmla="*/ 676 h 1070"/>
              <a:gd name="connsiteX16" fmla="*/ 0 w 2895"/>
              <a:gd name="connsiteY16" fmla="*/ 681 h 1070"/>
              <a:gd name="connsiteX17" fmla="*/ 0 w 2895"/>
              <a:gd name="connsiteY17" fmla="*/ 1070 h 1070"/>
              <a:gd name="connsiteX18" fmla="*/ 56 w 2895"/>
              <a:gd name="connsiteY18" fmla="*/ 908 h 1070"/>
              <a:gd name="connsiteX19" fmla="*/ 325 w 2895"/>
              <a:gd name="connsiteY19" fmla="*/ 673 h 1070"/>
              <a:gd name="connsiteX20" fmla="*/ 973 w 2895"/>
              <a:gd name="connsiteY20" fmla="*/ 702 h 1070"/>
              <a:gd name="connsiteX0" fmla="*/ 954 w 2895"/>
              <a:gd name="connsiteY0" fmla="*/ 697 h 1070"/>
              <a:gd name="connsiteX1" fmla="*/ 1611 w 2895"/>
              <a:gd name="connsiteY1" fmla="*/ 694 h 1070"/>
              <a:gd name="connsiteX2" fmla="*/ 1740 w 2895"/>
              <a:gd name="connsiteY2" fmla="*/ 588 h 1070"/>
              <a:gd name="connsiteX3" fmla="*/ 2389 w 2895"/>
              <a:gd name="connsiteY3" fmla="*/ 402 h 1070"/>
              <a:gd name="connsiteX4" fmla="*/ 2895 w 2895"/>
              <a:gd name="connsiteY4" fmla="*/ 415 h 1070"/>
              <a:gd name="connsiteX5" fmla="*/ 2878 w 2895"/>
              <a:gd name="connsiteY5" fmla="*/ 424 h 1070"/>
              <a:gd name="connsiteX6" fmla="*/ 2878 w 2895"/>
              <a:gd name="connsiteY6" fmla="*/ 424 h 1070"/>
              <a:gd name="connsiteX7" fmla="*/ 2449 w 2895"/>
              <a:gd name="connsiteY7" fmla="*/ 382 h 1070"/>
              <a:gd name="connsiteX8" fmla="*/ 2801 w 2895"/>
              <a:gd name="connsiteY8" fmla="*/ 0 h 1070"/>
              <a:gd name="connsiteX9" fmla="*/ 2474 w 2895"/>
              <a:gd name="connsiteY9" fmla="*/ 344 h 1070"/>
              <a:gd name="connsiteX10" fmla="*/ 2137 w 2895"/>
              <a:gd name="connsiteY10" fmla="*/ 312 h 1070"/>
              <a:gd name="connsiteX11" fmla="*/ 1711 w 2895"/>
              <a:gd name="connsiteY11" fmla="*/ 545 h 1070"/>
              <a:gd name="connsiteX12" fmla="*/ 1609 w 2895"/>
              <a:gd name="connsiteY12" fmla="*/ 619 h 1070"/>
              <a:gd name="connsiteX13" fmla="*/ 1353 w 2895"/>
              <a:gd name="connsiteY13" fmla="*/ 675 h 1070"/>
              <a:gd name="connsiteX14" fmla="*/ 893 w 2895"/>
              <a:gd name="connsiteY14" fmla="*/ 585 h 1070"/>
              <a:gd name="connsiteX15" fmla="*/ 6 w 2895"/>
              <a:gd name="connsiteY15" fmla="*/ 676 h 1070"/>
              <a:gd name="connsiteX16" fmla="*/ 0 w 2895"/>
              <a:gd name="connsiteY16" fmla="*/ 681 h 1070"/>
              <a:gd name="connsiteX17" fmla="*/ 0 w 2895"/>
              <a:gd name="connsiteY17" fmla="*/ 1070 h 1070"/>
              <a:gd name="connsiteX18" fmla="*/ 123 w 2895"/>
              <a:gd name="connsiteY18" fmla="*/ 890 h 1070"/>
              <a:gd name="connsiteX19" fmla="*/ 325 w 2895"/>
              <a:gd name="connsiteY19" fmla="*/ 673 h 1070"/>
              <a:gd name="connsiteX20" fmla="*/ 973 w 2895"/>
              <a:gd name="connsiteY20" fmla="*/ 702 h 1070"/>
              <a:gd name="connsiteX0" fmla="*/ 954 w 2895"/>
              <a:gd name="connsiteY0" fmla="*/ 697 h 1077"/>
              <a:gd name="connsiteX1" fmla="*/ 1611 w 2895"/>
              <a:gd name="connsiteY1" fmla="*/ 694 h 1077"/>
              <a:gd name="connsiteX2" fmla="*/ 1740 w 2895"/>
              <a:gd name="connsiteY2" fmla="*/ 588 h 1077"/>
              <a:gd name="connsiteX3" fmla="*/ 2389 w 2895"/>
              <a:gd name="connsiteY3" fmla="*/ 402 h 1077"/>
              <a:gd name="connsiteX4" fmla="*/ 2895 w 2895"/>
              <a:gd name="connsiteY4" fmla="*/ 415 h 1077"/>
              <a:gd name="connsiteX5" fmla="*/ 2878 w 2895"/>
              <a:gd name="connsiteY5" fmla="*/ 424 h 1077"/>
              <a:gd name="connsiteX6" fmla="*/ 2878 w 2895"/>
              <a:gd name="connsiteY6" fmla="*/ 424 h 1077"/>
              <a:gd name="connsiteX7" fmla="*/ 2449 w 2895"/>
              <a:gd name="connsiteY7" fmla="*/ 382 h 1077"/>
              <a:gd name="connsiteX8" fmla="*/ 2801 w 2895"/>
              <a:gd name="connsiteY8" fmla="*/ 0 h 1077"/>
              <a:gd name="connsiteX9" fmla="*/ 2474 w 2895"/>
              <a:gd name="connsiteY9" fmla="*/ 344 h 1077"/>
              <a:gd name="connsiteX10" fmla="*/ 2137 w 2895"/>
              <a:gd name="connsiteY10" fmla="*/ 312 h 1077"/>
              <a:gd name="connsiteX11" fmla="*/ 1711 w 2895"/>
              <a:gd name="connsiteY11" fmla="*/ 545 h 1077"/>
              <a:gd name="connsiteX12" fmla="*/ 1609 w 2895"/>
              <a:gd name="connsiteY12" fmla="*/ 619 h 1077"/>
              <a:gd name="connsiteX13" fmla="*/ 1353 w 2895"/>
              <a:gd name="connsiteY13" fmla="*/ 675 h 1077"/>
              <a:gd name="connsiteX14" fmla="*/ 893 w 2895"/>
              <a:gd name="connsiteY14" fmla="*/ 585 h 1077"/>
              <a:gd name="connsiteX15" fmla="*/ 6 w 2895"/>
              <a:gd name="connsiteY15" fmla="*/ 676 h 1077"/>
              <a:gd name="connsiteX16" fmla="*/ 0 w 2895"/>
              <a:gd name="connsiteY16" fmla="*/ 681 h 1077"/>
              <a:gd name="connsiteX17" fmla="*/ 104 w 2895"/>
              <a:gd name="connsiteY17" fmla="*/ 1077 h 1077"/>
              <a:gd name="connsiteX18" fmla="*/ 123 w 2895"/>
              <a:gd name="connsiteY18" fmla="*/ 890 h 1077"/>
              <a:gd name="connsiteX19" fmla="*/ 325 w 2895"/>
              <a:gd name="connsiteY19" fmla="*/ 673 h 1077"/>
              <a:gd name="connsiteX20" fmla="*/ 973 w 2895"/>
              <a:gd name="connsiteY20" fmla="*/ 702 h 1077"/>
              <a:gd name="connsiteX0" fmla="*/ 950 w 2891"/>
              <a:gd name="connsiteY0" fmla="*/ 697 h 1077"/>
              <a:gd name="connsiteX1" fmla="*/ 1607 w 2891"/>
              <a:gd name="connsiteY1" fmla="*/ 694 h 1077"/>
              <a:gd name="connsiteX2" fmla="*/ 1736 w 2891"/>
              <a:gd name="connsiteY2" fmla="*/ 588 h 1077"/>
              <a:gd name="connsiteX3" fmla="*/ 2385 w 2891"/>
              <a:gd name="connsiteY3" fmla="*/ 402 h 1077"/>
              <a:gd name="connsiteX4" fmla="*/ 2891 w 2891"/>
              <a:gd name="connsiteY4" fmla="*/ 415 h 1077"/>
              <a:gd name="connsiteX5" fmla="*/ 2874 w 2891"/>
              <a:gd name="connsiteY5" fmla="*/ 424 h 1077"/>
              <a:gd name="connsiteX6" fmla="*/ 2874 w 2891"/>
              <a:gd name="connsiteY6" fmla="*/ 424 h 1077"/>
              <a:gd name="connsiteX7" fmla="*/ 2445 w 2891"/>
              <a:gd name="connsiteY7" fmla="*/ 382 h 1077"/>
              <a:gd name="connsiteX8" fmla="*/ 2797 w 2891"/>
              <a:gd name="connsiteY8" fmla="*/ 0 h 1077"/>
              <a:gd name="connsiteX9" fmla="*/ 2470 w 2891"/>
              <a:gd name="connsiteY9" fmla="*/ 344 h 1077"/>
              <a:gd name="connsiteX10" fmla="*/ 2133 w 2891"/>
              <a:gd name="connsiteY10" fmla="*/ 312 h 1077"/>
              <a:gd name="connsiteX11" fmla="*/ 1707 w 2891"/>
              <a:gd name="connsiteY11" fmla="*/ 545 h 1077"/>
              <a:gd name="connsiteX12" fmla="*/ 1605 w 2891"/>
              <a:gd name="connsiteY12" fmla="*/ 619 h 1077"/>
              <a:gd name="connsiteX13" fmla="*/ 1349 w 2891"/>
              <a:gd name="connsiteY13" fmla="*/ 675 h 1077"/>
              <a:gd name="connsiteX14" fmla="*/ 889 w 2891"/>
              <a:gd name="connsiteY14" fmla="*/ 585 h 1077"/>
              <a:gd name="connsiteX15" fmla="*/ 2 w 2891"/>
              <a:gd name="connsiteY15" fmla="*/ 676 h 1077"/>
              <a:gd name="connsiteX16" fmla="*/ 31 w 2891"/>
              <a:gd name="connsiteY16" fmla="*/ 669 h 1077"/>
              <a:gd name="connsiteX17" fmla="*/ 100 w 2891"/>
              <a:gd name="connsiteY17" fmla="*/ 1077 h 1077"/>
              <a:gd name="connsiteX18" fmla="*/ 119 w 2891"/>
              <a:gd name="connsiteY18" fmla="*/ 890 h 1077"/>
              <a:gd name="connsiteX19" fmla="*/ 321 w 2891"/>
              <a:gd name="connsiteY19" fmla="*/ 673 h 1077"/>
              <a:gd name="connsiteX20" fmla="*/ 969 w 2891"/>
              <a:gd name="connsiteY20" fmla="*/ 702 h 1077"/>
              <a:gd name="connsiteX0" fmla="*/ 928 w 2869"/>
              <a:gd name="connsiteY0" fmla="*/ 697 h 1077"/>
              <a:gd name="connsiteX1" fmla="*/ 1585 w 2869"/>
              <a:gd name="connsiteY1" fmla="*/ 694 h 1077"/>
              <a:gd name="connsiteX2" fmla="*/ 1714 w 2869"/>
              <a:gd name="connsiteY2" fmla="*/ 588 h 1077"/>
              <a:gd name="connsiteX3" fmla="*/ 2363 w 2869"/>
              <a:gd name="connsiteY3" fmla="*/ 402 h 1077"/>
              <a:gd name="connsiteX4" fmla="*/ 2869 w 2869"/>
              <a:gd name="connsiteY4" fmla="*/ 415 h 1077"/>
              <a:gd name="connsiteX5" fmla="*/ 2852 w 2869"/>
              <a:gd name="connsiteY5" fmla="*/ 424 h 1077"/>
              <a:gd name="connsiteX6" fmla="*/ 2852 w 2869"/>
              <a:gd name="connsiteY6" fmla="*/ 424 h 1077"/>
              <a:gd name="connsiteX7" fmla="*/ 2423 w 2869"/>
              <a:gd name="connsiteY7" fmla="*/ 382 h 1077"/>
              <a:gd name="connsiteX8" fmla="*/ 2775 w 2869"/>
              <a:gd name="connsiteY8" fmla="*/ 0 h 1077"/>
              <a:gd name="connsiteX9" fmla="*/ 2448 w 2869"/>
              <a:gd name="connsiteY9" fmla="*/ 344 h 1077"/>
              <a:gd name="connsiteX10" fmla="*/ 2111 w 2869"/>
              <a:gd name="connsiteY10" fmla="*/ 312 h 1077"/>
              <a:gd name="connsiteX11" fmla="*/ 1685 w 2869"/>
              <a:gd name="connsiteY11" fmla="*/ 545 h 1077"/>
              <a:gd name="connsiteX12" fmla="*/ 1583 w 2869"/>
              <a:gd name="connsiteY12" fmla="*/ 619 h 1077"/>
              <a:gd name="connsiteX13" fmla="*/ 1327 w 2869"/>
              <a:gd name="connsiteY13" fmla="*/ 675 h 1077"/>
              <a:gd name="connsiteX14" fmla="*/ 867 w 2869"/>
              <a:gd name="connsiteY14" fmla="*/ 585 h 1077"/>
              <a:gd name="connsiteX15" fmla="*/ 2 w 2869"/>
              <a:gd name="connsiteY15" fmla="*/ 603 h 1077"/>
              <a:gd name="connsiteX16" fmla="*/ 9 w 2869"/>
              <a:gd name="connsiteY16" fmla="*/ 669 h 1077"/>
              <a:gd name="connsiteX17" fmla="*/ 78 w 2869"/>
              <a:gd name="connsiteY17" fmla="*/ 1077 h 1077"/>
              <a:gd name="connsiteX18" fmla="*/ 97 w 2869"/>
              <a:gd name="connsiteY18" fmla="*/ 890 h 1077"/>
              <a:gd name="connsiteX19" fmla="*/ 299 w 2869"/>
              <a:gd name="connsiteY19" fmla="*/ 673 h 1077"/>
              <a:gd name="connsiteX20" fmla="*/ 947 w 2869"/>
              <a:gd name="connsiteY20" fmla="*/ 702 h 1077"/>
              <a:gd name="connsiteX0" fmla="*/ 966 w 2907"/>
              <a:gd name="connsiteY0" fmla="*/ 697 h 1077"/>
              <a:gd name="connsiteX1" fmla="*/ 1623 w 2907"/>
              <a:gd name="connsiteY1" fmla="*/ 694 h 1077"/>
              <a:gd name="connsiteX2" fmla="*/ 1752 w 2907"/>
              <a:gd name="connsiteY2" fmla="*/ 588 h 1077"/>
              <a:gd name="connsiteX3" fmla="*/ 2401 w 2907"/>
              <a:gd name="connsiteY3" fmla="*/ 402 h 1077"/>
              <a:gd name="connsiteX4" fmla="*/ 2907 w 2907"/>
              <a:gd name="connsiteY4" fmla="*/ 415 h 1077"/>
              <a:gd name="connsiteX5" fmla="*/ 2890 w 2907"/>
              <a:gd name="connsiteY5" fmla="*/ 424 h 1077"/>
              <a:gd name="connsiteX6" fmla="*/ 2890 w 2907"/>
              <a:gd name="connsiteY6" fmla="*/ 424 h 1077"/>
              <a:gd name="connsiteX7" fmla="*/ 2461 w 2907"/>
              <a:gd name="connsiteY7" fmla="*/ 382 h 1077"/>
              <a:gd name="connsiteX8" fmla="*/ 2813 w 2907"/>
              <a:gd name="connsiteY8" fmla="*/ 0 h 1077"/>
              <a:gd name="connsiteX9" fmla="*/ 2486 w 2907"/>
              <a:gd name="connsiteY9" fmla="*/ 344 h 1077"/>
              <a:gd name="connsiteX10" fmla="*/ 2149 w 2907"/>
              <a:gd name="connsiteY10" fmla="*/ 312 h 1077"/>
              <a:gd name="connsiteX11" fmla="*/ 1723 w 2907"/>
              <a:gd name="connsiteY11" fmla="*/ 545 h 1077"/>
              <a:gd name="connsiteX12" fmla="*/ 1621 w 2907"/>
              <a:gd name="connsiteY12" fmla="*/ 619 h 1077"/>
              <a:gd name="connsiteX13" fmla="*/ 1365 w 2907"/>
              <a:gd name="connsiteY13" fmla="*/ 675 h 1077"/>
              <a:gd name="connsiteX14" fmla="*/ 905 w 2907"/>
              <a:gd name="connsiteY14" fmla="*/ 585 h 1077"/>
              <a:gd name="connsiteX15" fmla="*/ 40 w 2907"/>
              <a:gd name="connsiteY15" fmla="*/ 603 h 1077"/>
              <a:gd name="connsiteX16" fmla="*/ 0 w 2907"/>
              <a:gd name="connsiteY16" fmla="*/ 579 h 1077"/>
              <a:gd name="connsiteX17" fmla="*/ 116 w 2907"/>
              <a:gd name="connsiteY17" fmla="*/ 1077 h 1077"/>
              <a:gd name="connsiteX18" fmla="*/ 135 w 2907"/>
              <a:gd name="connsiteY18" fmla="*/ 890 h 1077"/>
              <a:gd name="connsiteX19" fmla="*/ 337 w 2907"/>
              <a:gd name="connsiteY19" fmla="*/ 673 h 1077"/>
              <a:gd name="connsiteX20" fmla="*/ 985 w 2907"/>
              <a:gd name="connsiteY20" fmla="*/ 702 h 1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07" h="1077">
                <a:moveTo>
                  <a:pt x="966" y="697"/>
                </a:moveTo>
                <a:cubicBezTo>
                  <a:pt x="1108" y="727"/>
                  <a:pt x="1497" y="786"/>
                  <a:pt x="1623" y="694"/>
                </a:cubicBezTo>
                <a:cubicBezTo>
                  <a:pt x="1667" y="661"/>
                  <a:pt x="1708" y="623"/>
                  <a:pt x="1752" y="588"/>
                </a:cubicBezTo>
                <a:cubicBezTo>
                  <a:pt x="2134" y="287"/>
                  <a:pt x="2404" y="399"/>
                  <a:pt x="2401" y="402"/>
                </a:cubicBezTo>
                <a:cubicBezTo>
                  <a:pt x="2518" y="510"/>
                  <a:pt x="2782" y="511"/>
                  <a:pt x="2907" y="415"/>
                </a:cubicBezTo>
                <a:cubicBezTo>
                  <a:pt x="2901" y="418"/>
                  <a:pt x="2896" y="421"/>
                  <a:pt x="2890" y="424"/>
                </a:cubicBezTo>
                <a:lnTo>
                  <a:pt x="2890" y="424"/>
                </a:lnTo>
                <a:cubicBezTo>
                  <a:pt x="2776" y="484"/>
                  <a:pt x="2556" y="468"/>
                  <a:pt x="2461" y="382"/>
                </a:cubicBezTo>
                <a:cubicBezTo>
                  <a:pt x="2594" y="342"/>
                  <a:pt x="2774" y="142"/>
                  <a:pt x="2813" y="0"/>
                </a:cubicBezTo>
                <a:cubicBezTo>
                  <a:pt x="2769" y="128"/>
                  <a:pt x="2609" y="309"/>
                  <a:pt x="2486" y="344"/>
                </a:cubicBezTo>
                <a:cubicBezTo>
                  <a:pt x="2412" y="366"/>
                  <a:pt x="2258" y="334"/>
                  <a:pt x="2149" y="312"/>
                </a:cubicBezTo>
                <a:cubicBezTo>
                  <a:pt x="2096" y="307"/>
                  <a:pt x="1767" y="523"/>
                  <a:pt x="1723" y="545"/>
                </a:cubicBezTo>
                <a:cubicBezTo>
                  <a:pt x="1685" y="564"/>
                  <a:pt x="1653" y="593"/>
                  <a:pt x="1621" y="619"/>
                </a:cubicBezTo>
                <a:cubicBezTo>
                  <a:pt x="1544" y="679"/>
                  <a:pt x="1459" y="684"/>
                  <a:pt x="1365" y="675"/>
                </a:cubicBezTo>
                <a:cubicBezTo>
                  <a:pt x="1283" y="668"/>
                  <a:pt x="1017" y="609"/>
                  <a:pt x="905" y="585"/>
                </a:cubicBezTo>
                <a:cubicBezTo>
                  <a:pt x="892" y="585"/>
                  <a:pt x="333" y="356"/>
                  <a:pt x="40" y="603"/>
                </a:cubicBezTo>
                <a:cubicBezTo>
                  <a:pt x="38" y="604"/>
                  <a:pt x="2" y="577"/>
                  <a:pt x="0" y="579"/>
                </a:cubicBezTo>
                <a:cubicBezTo>
                  <a:pt x="35" y="711"/>
                  <a:pt x="81" y="945"/>
                  <a:pt x="116" y="1077"/>
                </a:cubicBezTo>
                <a:cubicBezTo>
                  <a:pt x="134" y="1022"/>
                  <a:pt x="114" y="942"/>
                  <a:pt x="135" y="890"/>
                </a:cubicBezTo>
                <a:cubicBezTo>
                  <a:pt x="183" y="773"/>
                  <a:pt x="185" y="695"/>
                  <a:pt x="337" y="673"/>
                </a:cubicBezTo>
                <a:cubicBezTo>
                  <a:pt x="561" y="641"/>
                  <a:pt x="765" y="673"/>
                  <a:pt x="985" y="702"/>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Oval 51"/>
          <p:cNvSpPr/>
          <p:nvPr/>
        </p:nvSpPr>
        <p:spPr bwMode="auto">
          <a:xfrm>
            <a:off x="1829290" y="2060234"/>
            <a:ext cx="169334" cy="169334"/>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4" name="Oval 63"/>
          <p:cNvSpPr/>
          <p:nvPr/>
        </p:nvSpPr>
        <p:spPr bwMode="auto">
          <a:xfrm>
            <a:off x="712804" y="1755811"/>
            <a:ext cx="169334" cy="169334"/>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5" name="Oval 64"/>
          <p:cNvSpPr/>
          <p:nvPr/>
        </p:nvSpPr>
        <p:spPr bwMode="auto">
          <a:xfrm>
            <a:off x="2558890" y="2354020"/>
            <a:ext cx="169334" cy="169334"/>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6" name="Oval 65"/>
          <p:cNvSpPr/>
          <p:nvPr/>
        </p:nvSpPr>
        <p:spPr bwMode="auto">
          <a:xfrm>
            <a:off x="4002559" y="2731769"/>
            <a:ext cx="169334" cy="169334"/>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7" name="Oval 66"/>
          <p:cNvSpPr/>
          <p:nvPr/>
        </p:nvSpPr>
        <p:spPr bwMode="auto">
          <a:xfrm>
            <a:off x="5350741" y="2293166"/>
            <a:ext cx="84667" cy="84667"/>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8" name="Oval 67"/>
          <p:cNvSpPr/>
          <p:nvPr/>
        </p:nvSpPr>
        <p:spPr bwMode="auto">
          <a:xfrm>
            <a:off x="6549466" y="2354020"/>
            <a:ext cx="84667" cy="84667"/>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76"/>
          <p:cNvGrpSpPr/>
          <p:nvPr/>
        </p:nvGrpSpPr>
        <p:grpSpPr>
          <a:xfrm>
            <a:off x="1660294" y="1055561"/>
            <a:ext cx="1999299" cy="864865"/>
            <a:chOff x="1426011" y="1587375"/>
            <a:chExt cx="1722710" cy="745217"/>
          </a:xfrm>
        </p:grpSpPr>
        <p:sp>
          <p:nvSpPr>
            <p:cNvPr id="5" name="Freeform 5"/>
            <p:cNvSpPr>
              <a:spLocks/>
            </p:cNvSpPr>
            <p:nvPr/>
          </p:nvSpPr>
          <p:spPr bwMode="auto">
            <a:xfrm rot="8375884">
              <a:off x="1426011" y="1587375"/>
              <a:ext cx="1722710" cy="745217"/>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gradFill>
              <a:gsLst>
                <a:gs pos="51000">
                  <a:schemeClr val="accent1"/>
                </a:gs>
                <a:gs pos="50000">
                  <a:schemeClr val="accent1">
                    <a:lumMod val="7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Text Placeholder 3"/>
            <p:cNvSpPr txBox="1">
              <a:spLocks/>
            </p:cNvSpPr>
            <p:nvPr/>
          </p:nvSpPr>
          <p:spPr>
            <a:xfrm rot="19102985">
              <a:off x="1732610" y="1871100"/>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3" name="Group 77"/>
          <p:cNvGrpSpPr/>
          <p:nvPr/>
        </p:nvGrpSpPr>
        <p:grpSpPr>
          <a:xfrm>
            <a:off x="4193167" y="1204972"/>
            <a:ext cx="763586" cy="1765175"/>
            <a:chOff x="3608479" y="1716116"/>
            <a:chExt cx="657949" cy="1520975"/>
          </a:xfrm>
        </p:grpSpPr>
        <p:sp>
          <p:nvSpPr>
            <p:cNvPr id="13" name="Freeform 5"/>
            <p:cNvSpPr>
              <a:spLocks/>
            </p:cNvSpPr>
            <p:nvPr/>
          </p:nvSpPr>
          <p:spPr bwMode="auto">
            <a:xfrm rot="7494101">
              <a:off x="3176966" y="2147629"/>
              <a:ext cx="1520975" cy="657949"/>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gradFill>
              <a:gsLst>
                <a:gs pos="51000">
                  <a:schemeClr val="accent3"/>
                </a:gs>
                <a:gs pos="50000">
                  <a:schemeClr val="accent3">
                    <a:lumMod val="7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Text Placeholder 3"/>
            <p:cNvSpPr txBox="1">
              <a:spLocks/>
            </p:cNvSpPr>
            <p:nvPr/>
          </p:nvSpPr>
          <p:spPr>
            <a:xfrm rot="18355109">
              <a:off x="3406105" y="2370303"/>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4" name="Group 79"/>
          <p:cNvGrpSpPr/>
          <p:nvPr/>
        </p:nvGrpSpPr>
        <p:grpSpPr>
          <a:xfrm>
            <a:off x="6672718" y="810721"/>
            <a:ext cx="740671" cy="1712200"/>
            <a:chOff x="5745001" y="1376407"/>
            <a:chExt cx="638204" cy="1475329"/>
          </a:xfrm>
        </p:grpSpPr>
        <p:sp>
          <p:nvSpPr>
            <p:cNvPr id="15" name="Freeform 5"/>
            <p:cNvSpPr>
              <a:spLocks/>
            </p:cNvSpPr>
            <p:nvPr/>
          </p:nvSpPr>
          <p:spPr bwMode="auto">
            <a:xfrm rot="7358619">
              <a:off x="5326438" y="1794970"/>
              <a:ext cx="1475329" cy="638204"/>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gradFill>
              <a:gsLst>
                <a:gs pos="51000">
                  <a:schemeClr val="accent5"/>
                </a:gs>
                <a:gs pos="50000">
                  <a:schemeClr val="accent5">
                    <a:lumMod val="7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baseline="-25000" dirty="0"/>
            </a:p>
          </p:txBody>
        </p:sp>
        <p:sp>
          <p:nvSpPr>
            <p:cNvPr id="73" name="Text Placeholder 3"/>
            <p:cNvSpPr txBox="1">
              <a:spLocks/>
            </p:cNvSpPr>
            <p:nvPr/>
          </p:nvSpPr>
          <p:spPr>
            <a:xfrm rot="18148933">
              <a:off x="5536472" y="1988103"/>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6" name="Group 81"/>
          <p:cNvGrpSpPr/>
          <p:nvPr/>
        </p:nvGrpSpPr>
        <p:grpSpPr>
          <a:xfrm>
            <a:off x="922653" y="1661373"/>
            <a:ext cx="864865" cy="1999299"/>
            <a:chOff x="790418" y="2109377"/>
            <a:chExt cx="745217" cy="1722710"/>
          </a:xfrm>
        </p:grpSpPr>
        <p:sp>
          <p:nvSpPr>
            <p:cNvPr id="12" name="Freeform 5"/>
            <p:cNvSpPr>
              <a:spLocks/>
            </p:cNvSpPr>
            <p:nvPr/>
          </p:nvSpPr>
          <p:spPr bwMode="auto">
            <a:xfrm rot="3380677">
              <a:off x="301672" y="2598123"/>
              <a:ext cx="1722710" cy="745217"/>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gradFill>
              <a:gsLst>
                <a:gs pos="51000">
                  <a:schemeClr val="accent2"/>
                </a:gs>
                <a:gs pos="50000">
                  <a:schemeClr val="accent2">
                    <a:lumMod val="7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Text Placeholder 3"/>
            <p:cNvSpPr txBox="1">
              <a:spLocks/>
            </p:cNvSpPr>
            <p:nvPr/>
          </p:nvSpPr>
          <p:spPr>
            <a:xfrm rot="3449402">
              <a:off x="619197" y="2895393"/>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9" name="Group 80"/>
          <p:cNvGrpSpPr/>
          <p:nvPr/>
        </p:nvGrpSpPr>
        <p:grpSpPr>
          <a:xfrm rot="21187006">
            <a:off x="2724518" y="2285431"/>
            <a:ext cx="763586" cy="1765175"/>
            <a:chOff x="2279505" y="2730923"/>
            <a:chExt cx="657949" cy="1520975"/>
          </a:xfrm>
        </p:grpSpPr>
        <p:sp>
          <p:nvSpPr>
            <p:cNvPr id="14" name="Freeform 5"/>
            <p:cNvSpPr>
              <a:spLocks/>
            </p:cNvSpPr>
            <p:nvPr/>
          </p:nvSpPr>
          <p:spPr bwMode="auto">
            <a:xfrm rot="3880404">
              <a:off x="1847992" y="3162436"/>
              <a:ext cx="1520975" cy="657949"/>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gradFill>
              <a:gsLst>
                <a:gs pos="51000">
                  <a:schemeClr val="accent4"/>
                </a:gs>
                <a:gs pos="50000">
                  <a:schemeClr val="accent4">
                    <a:lumMod val="7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Text Placeholder 3"/>
            <p:cNvSpPr txBox="1">
              <a:spLocks/>
            </p:cNvSpPr>
            <p:nvPr/>
          </p:nvSpPr>
          <p:spPr>
            <a:xfrm rot="3828910">
              <a:off x="2062532" y="3398515"/>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0" name="Group 78"/>
          <p:cNvGrpSpPr/>
          <p:nvPr/>
        </p:nvGrpSpPr>
        <p:grpSpPr>
          <a:xfrm>
            <a:off x="5221959" y="2480930"/>
            <a:ext cx="1712201" cy="740671"/>
            <a:chOff x="4494944" y="2815554"/>
            <a:chExt cx="1475330" cy="638204"/>
          </a:xfrm>
        </p:grpSpPr>
        <p:sp>
          <p:nvSpPr>
            <p:cNvPr id="16" name="Freeform 5"/>
            <p:cNvSpPr>
              <a:spLocks/>
            </p:cNvSpPr>
            <p:nvPr/>
          </p:nvSpPr>
          <p:spPr bwMode="auto">
            <a:xfrm rot="2257082">
              <a:off x="4494944" y="2815554"/>
              <a:ext cx="1475330" cy="638204"/>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gradFill>
              <a:gsLst>
                <a:gs pos="51000">
                  <a:schemeClr val="accent6"/>
                </a:gs>
                <a:gs pos="50000">
                  <a:schemeClr val="accent6">
                    <a:lumMod val="7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Text Placeholder 3"/>
            <p:cNvSpPr txBox="1">
              <a:spLocks/>
            </p:cNvSpPr>
            <p:nvPr/>
          </p:nvSpPr>
          <p:spPr>
            <a:xfrm rot="2359004">
              <a:off x="4699719" y="3031999"/>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1" name="Group 25"/>
          <p:cNvGrpSpPr/>
          <p:nvPr/>
        </p:nvGrpSpPr>
        <p:grpSpPr>
          <a:xfrm>
            <a:off x="609600" y="3896334"/>
            <a:ext cx="1479103" cy="709660"/>
            <a:chOff x="764014" y="1586047"/>
            <a:chExt cx="1544637" cy="709660"/>
          </a:xfrm>
        </p:grpSpPr>
        <p:sp>
          <p:nvSpPr>
            <p:cNvPr id="98"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99"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7" name="Group 25"/>
          <p:cNvGrpSpPr/>
          <p:nvPr/>
        </p:nvGrpSpPr>
        <p:grpSpPr>
          <a:xfrm>
            <a:off x="2201974" y="3896334"/>
            <a:ext cx="1479103" cy="709660"/>
            <a:chOff x="764014" y="1586047"/>
            <a:chExt cx="1544637" cy="709660"/>
          </a:xfrm>
        </p:grpSpPr>
        <p:sp>
          <p:nvSpPr>
            <p:cNvPr id="101"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102"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8" name="Group 25"/>
          <p:cNvGrpSpPr/>
          <p:nvPr/>
        </p:nvGrpSpPr>
        <p:grpSpPr>
          <a:xfrm>
            <a:off x="3794348" y="3896334"/>
            <a:ext cx="1479103" cy="709660"/>
            <a:chOff x="764014" y="1586047"/>
            <a:chExt cx="1544637" cy="709660"/>
          </a:xfrm>
        </p:grpSpPr>
        <p:sp>
          <p:nvSpPr>
            <p:cNvPr id="104"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10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9" name="Group 25"/>
          <p:cNvGrpSpPr/>
          <p:nvPr/>
        </p:nvGrpSpPr>
        <p:grpSpPr>
          <a:xfrm>
            <a:off x="5386722" y="3896334"/>
            <a:ext cx="1479103" cy="709660"/>
            <a:chOff x="764014" y="1586047"/>
            <a:chExt cx="1544637" cy="709660"/>
          </a:xfrm>
        </p:grpSpPr>
        <p:sp>
          <p:nvSpPr>
            <p:cNvPr id="107"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10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20" name="Group 25"/>
          <p:cNvGrpSpPr/>
          <p:nvPr/>
        </p:nvGrpSpPr>
        <p:grpSpPr>
          <a:xfrm>
            <a:off x="6979097" y="3896334"/>
            <a:ext cx="1479103" cy="709660"/>
            <a:chOff x="764014" y="1586047"/>
            <a:chExt cx="1544637" cy="709660"/>
          </a:xfrm>
        </p:grpSpPr>
        <p:sp>
          <p:nvSpPr>
            <p:cNvPr id="110"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11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053"/>
                                        </p:tgtEl>
                                        <p:attrNameLst>
                                          <p:attrName>style.visibility</p:attrName>
                                        </p:attrNameLst>
                                      </p:cBhvr>
                                      <p:to>
                                        <p:strVal val="visible"/>
                                      </p:to>
                                    </p:set>
                                    <p:animEffect transition="in" filter="wipe(left)">
                                      <p:cBhvr>
                                        <p:cTn id="7" dur="1000"/>
                                        <p:tgtEl>
                                          <p:spTgt spid="2053"/>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64"/>
                                        </p:tgtEl>
                                        <p:attrNameLst>
                                          <p:attrName>style.visibility</p:attrName>
                                        </p:attrNameLst>
                                      </p:cBhvr>
                                      <p:to>
                                        <p:strVal val="visible"/>
                                      </p:to>
                                    </p:set>
                                    <p:anim calcmode="lin" valueType="num">
                                      <p:cBhvr>
                                        <p:cTn id="11" dur="500" fill="hold"/>
                                        <p:tgtEl>
                                          <p:spTgt spid="64"/>
                                        </p:tgtEl>
                                        <p:attrNameLst>
                                          <p:attrName>ppt_w</p:attrName>
                                        </p:attrNameLst>
                                      </p:cBhvr>
                                      <p:tavLst>
                                        <p:tav tm="0">
                                          <p:val>
                                            <p:fltVal val="0"/>
                                          </p:val>
                                        </p:tav>
                                        <p:tav tm="100000">
                                          <p:val>
                                            <p:strVal val="#ppt_w"/>
                                          </p:val>
                                        </p:tav>
                                      </p:tavLst>
                                    </p:anim>
                                    <p:anim calcmode="lin" valueType="num">
                                      <p:cBhvr>
                                        <p:cTn id="12" dur="500" fill="hold"/>
                                        <p:tgtEl>
                                          <p:spTgt spid="64"/>
                                        </p:tgtEl>
                                        <p:attrNameLst>
                                          <p:attrName>ppt_h</p:attrName>
                                        </p:attrNameLst>
                                      </p:cBhvr>
                                      <p:tavLst>
                                        <p:tav tm="0">
                                          <p:val>
                                            <p:fltVal val="0"/>
                                          </p:val>
                                        </p:tav>
                                        <p:tav tm="100000">
                                          <p:val>
                                            <p:strVal val="#ppt_h"/>
                                          </p:val>
                                        </p:tav>
                                      </p:tavLst>
                                    </p:anim>
                                    <p:animEffect transition="in" filter="fade">
                                      <p:cBhvr>
                                        <p:cTn id="13" dur="500"/>
                                        <p:tgtEl>
                                          <p:spTgt spid="64"/>
                                        </p:tgtEl>
                                      </p:cBhvr>
                                    </p:animEffect>
                                  </p:childTnLst>
                                </p:cTn>
                              </p:par>
                              <p:par>
                                <p:cTn id="14" presetID="17"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500" fill="hold"/>
                                        <p:tgtEl>
                                          <p:spTgt spid="6"/>
                                        </p:tgtEl>
                                        <p:attrNameLst>
                                          <p:attrName>ppt_x</p:attrName>
                                        </p:attrNameLst>
                                      </p:cBhvr>
                                      <p:tavLst>
                                        <p:tav tm="0">
                                          <p:val>
                                            <p:strVal val="#ppt_x"/>
                                          </p:val>
                                        </p:tav>
                                        <p:tav tm="100000">
                                          <p:val>
                                            <p:strVal val="#ppt_x"/>
                                          </p:val>
                                        </p:tav>
                                      </p:tavLst>
                                    </p:anim>
                                    <p:anim calcmode="lin" valueType="num">
                                      <p:cBhvr>
                                        <p:cTn id="17" dur="500" fill="hold"/>
                                        <p:tgtEl>
                                          <p:spTgt spid="6"/>
                                        </p:tgtEl>
                                        <p:attrNameLst>
                                          <p:attrName>ppt_y</p:attrName>
                                        </p:attrNameLst>
                                      </p:cBhvr>
                                      <p:tavLst>
                                        <p:tav tm="0">
                                          <p:val>
                                            <p:strVal val="#ppt_y-#ppt_h/2"/>
                                          </p:val>
                                        </p:tav>
                                        <p:tav tm="100000">
                                          <p:val>
                                            <p:strVal val="#ppt_y"/>
                                          </p:val>
                                        </p:tav>
                                      </p:tavLst>
                                    </p:anim>
                                    <p:anim calcmode="lin" valueType="num">
                                      <p:cBhvr>
                                        <p:cTn id="18" dur="500" fill="hold"/>
                                        <p:tgtEl>
                                          <p:spTgt spid="6"/>
                                        </p:tgtEl>
                                        <p:attrNameLst>
                                          <p:attrName>ppt_w</p:attrName>
                                        </p:attrNameLst>
                                      </p:cBhvr>
                                      <p:tavLst>
                                        <p:tav tm="0">
                                          <p:val>
                                            <p:strVal val="#ppt_w"/>
                                          </p:val>
                                        </p:tav>
                                        <p:tav tm="100000">
                                          <p:val>
                                            <p:strVal val="#ppt_w"/>
                                          </p:val>
                                        </p:tav>
                                      </p:tavLst>
                                    </p:anim>
                                    <p:anim calcmode="lin" valueType="num">
                                      <p:cBhvr>
                                        <p:cTn id="19" dur="500" fill="hold"/>
                                        <p:tgtEl>
                                          <p:spTgt spid="6"/>
                                        </p:tgtEl>
                                        <p:attrNameLst>
                                          <p:attrName>ppt_h</p:attrName>
                                        </p:attrNameLst>
                                      </p:cBhvr>
                                      <p:tavLst>
                                        <p:tav tm="0">
                                          <p:val>
                                            <p:fltVal val="0"/>
                                          </p:val>
                                        </p:tav>
                                        <p:tav tm="100000">
                                          <p:val>
                                            <p:strVal val="#ppt_h"/>
                                          </p:val>
                                        </p:tav>
                                      </p:tavLst>
                                    </p:anim>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52"/>
                                        </p:tgtEl>
                                        <p:attrNameLst>
                                          <p:attrName>style.visibility</p:attrName>
                                        </p:attrNameLst>
                                      </p:cBhvr>
                                      <p:to>
                                        <p:strVal val="visible"/>
                                      </p:to>
                                    </p:set>
                                    <p:anim calcmode="lin" valueType="num">
                                      <p:cBhvr>
                                        <p:cTn id="23" dur="500" fill="hold"/>
                                        <p:tgtEl>
                                          <p:spTgt spid="52"/>
                                        </p:tgtEl>
                                        <p:attrNameLst>
                                          <p:attrName>ppt_w</p:attrName>
                                        </p:attrNameLst>
                                      </p:cBhvr>
                                      <p:tavLst>
                                        <p:tav tm="0">
                                          <p:val>
                                            <p:fltVal val="0"/>
                                          </p:val>
                                        </p:tav>
                                        <p:tav tm="100000">
                                          <p:val>
                                            <p:strVal val="#ppt_w"/>
                                          </p:val>
                                        </p:tav>
                                      </p:tavLst>
                                    </p:anim>
                                    <p:anim calcmode="lin" valueType="num">
                                      <p:cBhvr>
                                        <p:cTn id="24" dur="500" fill="hold"/>
                                        <p:tgtEl>
                                          <p:spTgt spid="52"/>
                                        </p:tgtEl>
                                        <p:attrNameLst>
                                          <p:attrName>ppt_h</p:attrName>
                                        </p:attrNameLst>
                                      </p:cBhvr>
                                      <p:tavLst>
                                        <p:tav tm="0">
                                          <p:val>
                                            <p:fltVal val="0"/>
                                          </p:val>
                                        </p:tav>
                                        <p:tav tm="100000">
                                          <p:val>
                                            <p:strVal val="#ppt_h"/>
                                          </p:val>
                                        </p:tav>
                                      </p:tavLst>
                                    </p:anim>
                                    <p:animEffect transition="in" filter="fade">
                                      <p:cBhvr>
                                        <p:cTn id="25" dur="500"/>
                                        <p:tgtEl>
                                          <p:spTgt spid="52"/>
                                        </p:tgtEl>
                                      </p:cBhvr>
                                    </p:animEffect>
                                  </p:childTnLst>
                                </p:cTn>
                              </p:par>
                              <p:par>
                                <p:cTn id="26" presetID="17" presetClass="entr" presetSubtype="4" fill="hold" nodeType="withEffect">
                                  <p:stCondLst>
                                    <p:cond delay="0"/>
                                  </p:stCondLst>
                                  <p:childTnLst>
                                    <p:set>
                                      <p:cBhvr>
                                        <p:cTn id="27" dur="1" fill="hold">
                                          <p:stCondLst>
                                            <p:cond delay="0"/>
                                          </p:stCondLst>
                                        </p:cTn>
                                        <p:tgtEl>
                                          <p:spTgt spid="2"/>
                                        </p:tgtEl>
                                        <p:attrNameLst>
                                          <p:attrName>style.visibility</p:attrName>
                                        </p:attrNameLst>
                                      </p:cBhvr>
                                      <p:to>
                                        <p:strVal val="visible"/>
                                      </p:to>
                                    </p:set>
                                    <p:anim calcmode="lin" valueType="num">
                                      <p:cBhvr>
                                        <p:cTn id="28" dur="500" fill="hold"/>
                                        <p:tgtEl>
                                          <p:spTgt spid="2"/>
                                        </p:tgtEl>
                                        <p:attrNameLst>
                                          <p:attrName>ppt_x</p:attrName>
                                        </p:attrNameLst>
                                      </p:cBhvr>
                                      <p:tavLst>
                                        <p:tav tm="0">
                                          <p:val>
                                            <p:strVal val="#ppt_x"/>
                                          </p:val>
                                        </p:tav>
                                        <p:tav tm="100000">
                                          <p:val>
                                            <p:strVal val="#ppt_x"/>
                                          </p:val>
                                        </p:tav>
                                      </p:tavLst>
                                    </p:anim>
                                    <p:anim calcmode="lin" valueType="num">
                                      <p:cBhvr>
                                        <p:cTn id="29" dur="500" fill="hold"/>
                                        <p:tgtEl>
                                          <p:spTgt spid="2"/>
                                        </p:tgtEl>
                                        <p:attrNameLst>
                                          <p:attrName>ppt_y</p:attrName>
                                        </p:attrNameLst>
                                      </p:cBhvr>
                                      <p:tavLst>
                                        <p:tav tm="0">
                                          <p:val>
                                            <p:strVal val="#ppt_y+#ppt_h/2"/>
                                          </p:val>
                                        </p:tav>
                                        <p:tav tm="100000">
                                          <p:val>
                                            <p:strVal val="#ppt_y"/>
                                          </p:val>
                                        </p:tav>
                                      </p:tavLst>
                                    </p:anim>
                                    <p:anim calcmode="lin" valueType="num">
                                      <p:cBhvr>
                                        <p:cTn id="30" dur="500" fill="hold"/>
                                        <p:tgtEl>
                                          <p:spTgt spid="2"/>
                                        </p:tgtEl>
                                        <p:attrNameLst>
                                          <p:attrName>ppt_w</p:attrName>
                                        </p:attrNameLst>
                                      </p:cBhvr>
                                      <p:tavLst>
                                        <p:tav tm="0">
                                          <p:val>
                                            <p:strVal val="#ppt_w"/>
                                          </p:val>
                                        </p:tav>
                                        <p:tav tm="100000">
                                          <p:val>
                                            <p:strVal val="#ppt_w"/>
                                          </p:val>
                                        </p:tav>
                                      </p:tavLst>
                                    </p:anim>
                                    <p:anim calcmode="lin" valueType="num">
                                      <p:cBhvr>
                                        <p:cTn id="31" dur="500" fill="hold"/>
                                        <p:tgtEl>
                                          <p:spTgt spid="2"/>
                                        </p:tgtEl>
                                        <p:attrNameLst>
                                          <p:attrName>ppt_h</p:attrName>
                                        </p:attrNameLst>
                                      </p:cBhvr>
                                      <p:tavLst>
                                        <p:tav tm="0">
                                          <p:val>
                                            <p:fltVal val="0"/>
                                          </p:val>
                                        </p:tav>
                                        <p:tav tm="100000">
                                          <p:val>
                                            <p:strVal val="#ppt_h"/>
                                          </p:val>
                                        </p:tav>
                                      </p:tavLst>
                                    </p:anim>
                                  </p:childTnLst>
                                </p:cTn>
                              </p:par>
                            </p:childTnLst>
                          </p:cTn>
                        </p:par>
                        <p:par>
                          <p:cTn id="32" fill="hold">
                            <p:stCondLst>
                              <p:cond delay="2000"/>
                            </p:stCondLst>
                            <p:childTnLst>
                              <p:par>
                                <p:cTn id="33" presetID="53" presetClass="entr" presetSubtype="0" fill="hold" grpId="0" nodeType="after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p:cTn id="35" dur="500" fill="hold"/>
                                        <p:tgtEl>
                                          <p:spTgt spid="65"/>
                                        </p:tgtEl>
                                        <p:attrNameLst>
                                          <p:attrName>ppt_w</p:attrName>
                                        </p:attrNameLst>
                                      </p:cBhvr>
                                      <p:tavLst>
                                        <p:tav tm="0">
                                          <p:val>
                                            <p:fltVal val="0"/>
                                          </p:val>
                                        </p:tav>
                                        <p:tav tm="100000">
                                          <p:val>
                                            <p:strVal val="#ppt_w"/>
                                          </p:val>
                                        </p:tav>
                                      </p:tavLst>
                                    </p:anim>
                                    <p:anim calcmode="lin" valueType="num">
                                      <p:cBhvr>
                                        <p:cTn id="36" dur="500" fill="hold"/>
                                        <p:tgtEl>
                                          <p:spTgt spid="65"/>
                                        </p:tgtEl>
                                        <p:attrNameLst>
                                          <p:attrName>ppt_h</p:attrName>
                                        </p:attrNameLst>
                                      </p:cBhvr>
                                      <p:tavLst>
                                        <p:tav tm="0">
                                          <p:val>
                                            <p:fltVal val="0"/>
                                          </p:val>
                                        </p:tav>
                                        <p:tav tm="100000">
                                          <p:val>
                                            <p:strVal val="#ppt_h"/>
                                          </p:val>
                                        </p:tav>
                                      </p:tavLst>
                                    </p:anim>
                                    <p:animEffect transition="in" filter="fade">
                                      <p:cBhvr>
                                        <p:cTn id="37" dur="500"/>
                                        <p:tgtEl>
                                          <p:spTgt spid="65"/>
                                        </p:tgtEl>
                                      </p:cBhvr>
                                    </p:animEffect>
                                  </p:childTnLst>
                                </p:cTn>
                              </p:par>
                              <p:par>
                                <p:cTn id="38" presetID="17" presetClass="entr" presetSubtype="1" fill="hold"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p:cTn id="40" dur="500" fill="hold"/>
                                        <p:tgtEl>
                                          <p:spTgt spid="9"/>
                                        </p:tgtEl>
                                        <p:attrNameLst>
                                          <p:attrName>ppt_x</p:attrName>
                                        </p:attrNameLst>
                                      </p:cBhvr>
                                      <p:tavLst>
                                        <p:tav tm="0">
                                          <p:val>
                                            <p:strVal val="#ppt_x"/>
                                          </p:val>
                                        </p:tav>
                                        <p:tav tm="100000">
                                          <p:val>
                                            <p:strVal val="#ppt_x"/>
                                          </p:val>
                                        </p:tav>
                                      </p:tavLst>
                                    </p:anim>
                                    <p:anim calcmode="lin" valueType="num">
                                      <p:cBhvr>
                                        <p:cTn id="41" dur="500" fill="hold"/>
                                        <p:tgtEl>
                                          <p:spTgt spid="9"/>
                                        </p:tgtEl>
                                        <p:attrNameLst>
                                          <p:attrName>ppt_y</p:attrName>
                                        </p:attrNameLst>
                                      </p:cBhvr>
                                      <p:tavLst>
                                        <p:tav tm="0">
                                          <p:val>
                                            <p:strVal val="#ppt_y-#ppt_h/2"/>
                                          </p:val>
                                        </p:tav>
                                        <p:tav tm="100000">
                                          <p:val>
                                            <p:strVal val="#ppt_y"/>
                                          </p:val>
                                        </p:tav>
                                      </p:tavLst>
                                    </p:anim>
                                    <p:anim calcmode="lin" valueType="num">
                                      <p:cBhvr>
                                        <p:cTn id="42" dur="500" fill="hold"/>
                                        <p:tgtEl>
                                          <p:spTgt spid="9"/>
                                        </p:tgtEl>
                                        <p:attrNameLst>
                                          <p:attrName>ppt_w</p:attrName>
                                        </p:attrNameLst>
                                      </p:cBhvr>
                                      <p:tavLst>
                                        <p:tav tm="0">
                                          <p:val>
                                            <p:strVal val="#ppt_w"/>
                                          </p:val>
                                        </p:tav>
                                        <p:tav tm="100000">
                                          <p:val>
                                            <p:strVal val="#ppt_w"/>
                                          </p:val>
                                        </p:tav>
                                      </p:tavLst>
                                    </p:anim>
                                    <p:anim calcmode="lin" valueType="num">
                                      <p:cBhvr>
                                        <p:cTn id="43" dur="500" fill="hold"/>
                                        <p:tgtEl>
                                          <p:spTgt spid="9"/>
                                        </p:tgtEl>
                                        <p:attrNameLst>
                                          <p:attrName>ppt_h</p:attrName>
                                        </p:attrNameLst>
                                      </p:cBhvr>
                                      <p:tavLst>
                                        <p:tav tm="0">
                                          <p:val>
                                            <p:fltVal val="0"/>
                                          </p:val>
                                        </p:tav>
                                        <p:tav tm="100000">
                                          <p:val>
                                            <p:strVal val="#ppt_h"/>
                                          </p:val>
                                        </p:tav>
                                      </p:tavLst>
                                    </p:anim>
                                  </p:childTnLst>
                                </p:cTn>
                              </p:par>
                            </p:childTnLst>
                          </p:cTn>
                        </p:par>
                        <p:par>
                          <p:cTn id="44" fill="hold">
                            <p:stCondLst>
                              <p:cond delay="2500"/>
                            </p:stCondLst>
                            <p:childTnLst>
                              <p:par>
                                <p:cTn id="45" presetID="53" presetClass="entr" presetSubtype="0" fill="hold" grpId="0" nodeType="afterEffect">
                                  <p:stCondLst>
                                    <p:cond delay="0"/>
                                  </p:stCondLst>
                                  <p:childTnLst>
                                    <p:set>
                                      <p:cBhvr>
                                        <p:cTn id="46" dur="1" fill="hold">
                                          <p:stCondLst>
                                            <p:cond delay="0"/>
                                          </p:stCondLst>
                                        </p:cTn>
                                        <p:tgtEl>
                                          <p:spTgt spid="66"/>
                                        </p:tgtEl>
                                        <p:attrNameLst>
                                          <p:attrName>style.visibility</p:attrName>
                                        </p:attrNameLst>
                                      </p:cBhvr>
                                      <p:to>
                                        <p:strVal val="visible"/>
                                      </p:to>
                                    </p:set>
                                    <p:anim calcmode="lin" valueType="num">
                                      <p:cBhvr>
                                        <p:cTn id="47" dur="500" fill="hold"/>
                                        <p:tgtEl>
                                          <p:spTgt spid="66"/>
                                        </p:tgtEl>
                                        <p:attrNameLst>
                                          <p:attrName>ppt_w</p:attrName>
                                        </p:attrNameLst>
                                      </p:cBhvr>
                                      <p:tavLst>
                                        <p:tav tm="0">
                                          <p:val>
                                            <p:fltVal val="0"/>
                                          </p:val>
                                        </p:tav>
                                        <p:tav tm="100000">
                                          <p:val>
                                            <p:strVal val="#ppt_w"/>
                                          </p:val>
                                        </p:tav>
                                      </p:tavLst>
                                    </p:anim>
                                    <p:anim calcmode="lin" valueType="num">
                                      <p:cBhvr>
                                        <p:cTn id="48" dur="500" fill="hold"/>
                                        <p:tgtEl>
                                          <p:spTgt spid="66"/>
                                        </p:tgtEl>
                                        <p:attrNameLst>
                                          <p:attrName>ppt_h</p:attrName>
                                        </p:attrNameLst>
                                      </p:cBhvr>
                                      <p:tavLst>
                                        <p:tav tm="0">
                                          <p:val>
                                            <p:fltVal val="0"/>
                                          </p:val>
                                        </p:tav>
                                        <p:tav tm="100000">
                                          <p:val>
                                            <p:strVal val="#ppt_h"/>
                                          </p:val>
                                        </p:tav>
                                      </p:tavLst>
                                    </p:anim>
                                    <p:animEffect transition="in" filter="fade">
                                      <p:cBhvr>
                                        <p:cTn id="49" dur="500"/>
                                        <p:tgtEl>
                                          <p:spTgt spid="66"/>
                                        </p:tgtEl>
                                      </p:cBhvr>
                                    </p:animEffect>
                                  </p:childTnLst>
                                </p:cTn>
                              </p:par>
                              <p:par>
                                <p:cTn id="50" presetID="17" presetClass="entr" presetSubtype="4" fill="hold"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p:cTn id="52" dur="500" fill="hold"/>
                                        <p:tgtEl>
                                          <p:spTgt spid="3"/>
                                        </p:tgtEl>
                                        <p:attrNameLst>
                                          <p:attrName>ppt_x</p:attrName>
                                        </p:attrNameLst>
                                      </p:cBhvr>
                                      <p:tavLst>
                                        <p:tav tm="0">
                                          <p:val>
                                            <p:strVal val="#ppt_x"/>
                                          </p:val>
                                        </p:tav>
                                        <p:tav tm="100000">
                                          <p:val>
                                            <p:strVal val="#ppt_x"/>
                                          </p:val>
                                        </p:tav>
                                      </p:tavLst>
                                    </p:anim>
                                    <p:anim calcmode="lin" valueType="num">
                                      <p:cBhvr>
                                        <p:cTn id="53" dur="500" fill="hold"/>
                                        <p:tgtEl>
                                          <p:spTgt spid="3"/>
                                        </p:tgtEl>
                                        <p:attrNameLst>
                                          <p:attrName>ppt_y</p:attrName>
                                        </p:attrNameLst>
                                      </p:cBhvr>
                                      <p:tavLst>
                                        <p:tav tm="0">
                                          <p:val>
                                            <p:strVal val="#ppt_y+#ppt_h/2"/>
                                          </p:val>
                                        </p:tav>
                                        <p:tav tm="100000">
                                          <p:val>
                                            <p:strVal val="#ppt_y"/>
                                          </p:val>
                                        </p:tav>
                                      </p:tavLst>
                                    </p:anim>
                                    <p:anim calcmode="lin" valueType="num">
                                      <p:cBhvr>
                                        <p:cTn id="54" dur="500" fill="hold"/>
                                        <p:tgtEl>
                                          <p:spTgt spid="3"/>
                                        </p:tgtEl>
                                        <p:attrNameLst>
                                          <p:attrName>ppt_w</p:attrName>
                                        </p:attrNameLst>
                                      </p:cBhvr>
                                      <p:tavLst>
                                        <p:tav tm="0">
                                          <p:val>
                                            <p:strVal val="#ppt_w"/>
                                          </p:val>
                                        </p:tav>
                                        <p:tav tm="100000">
                                          <p:val>
                                            <p:strVal val="#ppt_w"/>
                                          </p:val>
                                        </p:tav>
                                      </p:tavLst>
                                    </p:anim>
                                    <p:anim calcmode="lin" valueType="num">
                                      <p:cBhvr>
                                        <p:cTn id="55" dur="500" fill="hold"/>
                                        <p:tgtEl>
                                          <p:spTgt spid="3"/>
                                        </p:tgtEl>
                                        <p:attrNameLst>
                                          <p:attrName>ppt_h</p:attrName>
                                        </p:attrNameLst>
                                      </p:cBhvr>
                                      <p:tavLst>
                                        <p:tav tm="0">
                                          <p:val>
                                            <p:fltVal val="0"/>
                                          </p:val>
                                        </p:tav>
                                        <p:tav tm="100000">
                                          <p:val>
                                            <p:strVal val="#ppt_h"/>
                                          </p:val>
                                        </p:tav>
                                      </p:tavLst>
                                    </p:anim>
                                  </p:childTnLst>
                                </p:cTn>
                              </p:par>
                            </p:childTnLst>
                          </p:cTn>
                        </p:par>
                        <p:par>
                          <p:cTn id="56" fill="hold">
                            <p:stCondLst>
                              <p:cond delay="3000"/>
                            </p:stCondLst>
                            <p:childTnLst>
                              <p:par>
                                <p:cTn id="57" presetID="53" presetClass="entr" presetSubtype="0" fill="hold" grpId="0" nodeType="after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p:cTn id="59" dur="500" fill="hold"/>
                                        <p:tgtEl>
                                          <p:spTgt spid="67"/>
                                        </p:tgtEl>
                                        <p:attrNameLst>
                                          <p:attrName>ppt_w</p:attrName>
                                        </p:attrNameLst>
                                      </p:cBhvr>
                                      <p:tavLst>
                                        <p:tav tm="0">
                                          <p:val>
                                            <p:fltVal val="0"/>
                                          </p:val>
                                        </p:tav>
                                        <p:tav tm="100000">
                                          <p:val>
                                            <p:strVal val="#ppt_w"/>
                                          </p:val>
                                        </p:tav>
                                      </p:tavLst>
                                    </p:anim>
                                    <p:anim calcmode="lin" valueType="num">
                                      <p:cBhvr>
                                        <p:cTn id="60" dur="500" fill="hold"/>
                                        <p:tgtEl>
                                          <p:spTgt spid="67"/>
                                        </p:tgtEl>
                                        <p:attrNameLst>
                                          <p:attrName>ppt_h</p:attrName>
                                        </p:attrNameLst>
                                      </p:cBhvr>
                                      <p:tavLst>
                                        <p:tav tm="0">
                                          <p:val>
                                            <p:fltVal val="0"/>
                                          </p:val>
                                        </p:tav>
                                        <p:tav tm="100000">
                                          <p:val>
                                            <p:strVal val="#ppt_h"/>
                                          </p:val>
                                        </p:tav>
                                      </p:tavLst>
                                    </p:anim>
                                    <p:animEffect transition="in" filter="fade">
                                      <p:cBhvr>
                                        <p:cTn id="61" dur="500"/>
                                        <p:tgtEl>
                                          <p:spTgt spid="67"/>
                                        </p:tgtEl>
                                      </p:cBhvr>
                                    </p:animEffect>
                                  </p:childTnLst>
                                </p:cTn>
                              </p:par>
                              <p:par>
                                <p:cTn id="62" presetID="17" presetClass="entr" presetSubtype="1" fill="hold" nodeType="withEffect">
                                  <p:stCondLst>
                                    <p:cond delay="0"/>
                                  </p:stCondLst>
                                  <p:childTnLst>
                                    <p:set>
                                      <p:cBhvr>
                                        <p:cTn id="63" dur="1" fill="hold">
                                          <p:stCondLst>
                                            <p:cond delay="0"/>
                                          </p:stCondLst>
                                        </p:cTn>
                                        <p:tgtEl>
                                          <p:spTgt spid="10"/>
                                        </p:tgtEl>
                                        <p:attrNameLst>
                                          <p:attrName>style.visibility</p:attrName>
                                        </p:attrNameLst>
                                      </p:cBhvr>
                                      <p:to>
                                        <p:strVal val="visible"/>
                                      </p:to>
                                    </p:set>
                                    <p:anim calcmode="lin" valueType="num">
                                      <p:cBhvr>
                                        <p:cTn id="64" dur="500" fill="hold"/>
                                        <p:tgtEl>
                                          <p:spTgt spid="10"/>
                                        </p:tgtEl>
                                        <p:attrNameLst>
                                          <p:attrName>ppt_x</p:attrName>
                                        </p:attrNameLst>
                                      </p:cBhvr>
                                      <p:tavLst>
                                        <p:tav tm="0">
                                          <p:val>
                                            <p:strVal val="#ppt_x"/>
                                          </p:val>
                                        </p:tav>
                                        <p:tav tm="100000">
                                          <p:val>
                                            <p:strVal val="#ppt_x"/>
                                          </p:val>
                                        </p:tav>
                                      </p:tavLst>
                                    </p:anim>
                                    <p:anim calcmode="lin" valueType="num">
                                      <p:cBhvr>
                                        <p:cTn id="65" dur="500" fill="hold"/>
                                        <p:tgtEl>
                                          <p:spTgt spid="10"/>
                                        </p:tgtEl>
                                        <p:attrNameLst>
                                          <p:attrName>ppt_y</p:attrName>
                                        </p:attrNameLst>
                                      </p:cBhvr>
                                      <p:tavLst>
                                        <p:tav tm="0">
                                          <p:val>
                                            <p:strVal val="#ppt_y-#ppt_h/2"/>
                                          </p:val>
                                        </p:tav>
                                        <p:tav tm="100000">
                                          <p:val>
                                            <p:strVal val="#ppt_y"/>
                                          </p:val>
                                        </p:tav>
                                      </p:tavLst>
                                    </p:anim>
                                    <p:anim calcmode="lin" valueType="num">
                                      <p:cBhvr>
                                        <p:cTn id="66" dur="500" fill="hold"/>
                                        <p:tgtEl>
                                          <p:spTgt spid="10"/>
                                        </p:tgtEl>
                                        <p:attrNameLst>
                                          <p:attrName>ppt_w</p:attrName>
                                        </p:attrNameLst>
                                      </p:cBhvr>
                                      <p:tavLst>
                                        <p:tav tm="0">
                                          <p:val>
                                            <p:strVal val="#ppt_w"/>
                                          </p:val>
                                        </p:tav>
                                        <p:tav tm="100000">
                                          <p:val>
                                            <p:strVal val="#ppt_w"/>
                                          </p:val>
                                        </p:tav>
                                      </p:tavLst>
                                    </p:anim>
                                    <p:anim calcmode="lin" valueType="num">
                                      <p:cBhvr>
                                        <p:cTn id="67" dur="500" fill="hold"/>
                                        <p:tgtEl>
                                          <p:spTgt spid="10"/>
                                        </p:tgtEl>
                                        <p:attrNameLst>
                                          <p:attrName>ppt_h</p:attrName>
                                        </p:attrNameLst>
                                      </p:cBhvr>
                                      <p:tavLst>
                                        <p:tav tm="0">
                                          <p:val>
                                            <p:fltVal val="0"/>
                                          </p:val>
                                        </p:tav>
                                        <p:tav tm="100000">
                                          <p:val>
                                            <p:strVal val="#ppt_h"/>
                                          </p:val>
                                        </p:tav>
                                      </p:tavLst>
                                    </p:anim>
                                  </p:childTnLst>
                                </p:cTn>
                              </p:par>
                            </p:childTnLst>
                          </p:cTn>
                        </p:par>
                        <p:par>
                          <p:cTn id="68" fill="hold">
                            <p:stCondLst>
                              <p:cond delay="3500"/>
                            </p:stCondLst>
                            <p:childTnLst>
                              <p:par>
                                <p:cTn id="69" presetID="53" presetClass="entr" presetSubtype="0" fill="hold" grpId="0" nodeType="afterEffect">
                                  <p:stCondLst>
                                    <p:cond delay="0"/>
                                  </p:stCondLst>
                                  <p:childTnLst>
                                    <p:set>
                                      <p:cBhvr>
                                        <p:cTn id="70" dur="1" fill="hold">
                                          <p:stCondLst>
                                            <p:cond delay="0"/>
                                          </p:stCondLst>
                                        </p:cTn>
                                        <p:tgtEl>
                                          <p:spTgt spid="68"/>
                                        </p:tgtEl>
                                        <p:attrNameLst>
                                          <p:attrName>style.visibility</p:attrName>
                                        </p:attrNameLst>
                                      </p:cBhvr>
                                      <p:to>
                                        <p:strVal val="visible"/>
                                      </p:to>
                                    </p:set>
                                    <p:anim calcmode="lin" valueType="num">
                                      <p:cBhvr>
                                        <p:cTn id="71" dur="500" fill="hold"/>
                                        <p:tgtEl>
                                          <p:spTgt spid="68"/>
                                        </p:tgtEl>
                                        <p:attrNameLst>
                                          <p:attrName>ppt_w</p:attrName>
                                        </p:attrNameLst>
                                      </p:cBhvr>
                                      <p:tavLst>
                                        <p:tav tm="0">
                                          <p:val>
                                            <p:fltVal val="0"/>
                                          </p:val>
                                        </p:tav>
                                        <p:tav tm="100000">
                                          <p:val>
                                            <p:strVal val="#ppt_w"/>
                                          </p:val>
                                        </p:tav>
                                      </p:tavLst>
                                    </p:anim>
                                    <p:anim calcmode="lin" valueType="num">
                                      <p:cBhvr>
                                        <p:cTn id="72" dur="500" fill="hold"/>
                                        <p:tgtEl>
                                          <p:spTgt spid="68"/>
                                        </p:tgtEl>
                                        <p:attrNameLst>
                                          <p:attrName>ppt_h</p:attrName>
                                        </p:attrNameLst>
                                      </p:cBhvr>
                                      <p:tavLst>
                                        <p:tav tm="0">
                                          <p:val>
                                            <p:fltVal val="0"/>
                                          </p:val>
                                        </p:tav>
                                        <p:tav tm="100000">
                                          <p:val>
                                            <p:strVal val="#ppt_h"/>
                                          </p:val>
                                        </p:tav>
                                      </p:tavLst>
                                    </p:anim>
                                    <p:animEffect transition="in" filter="fade">
                                      <p:cBhvr>
                                        <p:cTn id="73" dur="500"/>
                                        <p:tgtEl>
                                          <p:spTgt spid="68"/>
                                        </p:tgtEl>
                                      </p:cBhvr>
                                    </p:animEffect>
                                  </p:childTnLst>
                                </p:cTn>
                              </p:par>
                              <p:par>
                                <p:cTn id="74" presetID="17" presetClass="entr" presetSubtype="4" fill="hold" nodeType="withEffect">
                                  <p:stCondLst>
                                    <p:cond delay="0"/>
                                  </p:stCondLst>
                                  <p:childTnLst>
                                    <p:set>
                                      <p:cBhvr>
                                        <p:cTn id="75" dur="1" fill="hold">
                                          <p:stCondLst>
                                            <p:cond delay="0"/>
                                          </p:stCondLst>
                                        </p:cTn>
                                        <p:tgtEl>
                                          <p:spTgt spid="4"/>
                                        </p:tgtEl>
                                        <p:attrNameLst>
                                          <p:attrName>style.visibility</p:attrName>
                                        </p:attrNameLst>
                                      </p:cBhvr>
                                      <p:to>
                                        <p:strVal val="visible"/>
                                      </p:to>
                                    </p:set>
                                    <p:anim calcmode="lin" valueType="num">
                                      <p:cBhvr>
                                        <p:cTn id="76" dur="500" fill="hold"/>
                                        <p:tgtEl>
                                          <p:spTgt spid="4"/>
                                        </p:tgtEl>
                                        <p:attrNameLst>
                                          <p:attrName>ppt_x</p:attrName>
                                        </p:attrNameLst>
                                      </p:cBhvr>
                                      <p:tavLst>
                                        <p:tav tm="0">
                                          <p:val>
                                            <p:strVal val="#ppt_x"/>
                                          </p:val>
                                        </p:tav>
                                        <p:tav tm="100000">
                                          <p:val>
                                            <p:strVal val="#ppt_x"/>
                                          </p:val>
                                        </p:tav>
                                      </p:tavLst>
                                    </p:anim>
                                    <p:anim calcmode="lin" valueType="num">
                                      <p:cBhvr>
                                        <p:cTn id="77" dur="500" fill="hold"/>
                                        <p:tgtEl>
                                          <p:spTgt spid="4"/>
                                        </p:tgtEl>
                                        <p:attrNameLst>
                                          <p:attrName>ppt_y</p:attrName>
                                        </p:attrNameLst>
                                      </p:cBhvr>
                                      <p:tavLst>
                                        <p:tav tm="0">
                                          <p:val>
                                            <p:strVal val="#ppt_y+#ppt_h/2"/>
                                          </p:val>
                                        </p:tav>
                                        <p:tav tm="100000">
                                          <p:val>
                                            <p:strVal val="#ppt_y"/>
                                          </p:val>
                                        </p:tav>
                                      </p:tavLst>
                                    </p:anim>
                                    <p:anim calcmode="lin" valueType="num">
                                      <p:cBhvr>
                                        <p:cTn id="78" dur="500" fill="hold"/>
                                        <p:tgtEl>
                                          <p:spTgt spid="4"/>
                                        </p:tgtEl>
                                        <p:attrNameLst>
                                          <p:attrName>ppt_w</p:attrName>
                                        </p:attrNameLst>
                                      </p:cBhvr>
                                      <p:tavLst>
                                        <p:tav tm="0">
                                          <p:val>
                                            <p:strVal val="#ppt_w"/>
                                          </p:val>
                                        </p:tav>
                                        <p:tav tm="100000">
                                          <p:val>
                                            <p:strVal val="#ppt_w"/>
                                          </p:val>
                                        </p:tav>
                                      </p:tavLst>
                                    </p:anim>
                                    <p:anim calcmode="lin" valueType="num">
                                      <p:cBhvr>
                                        <p:cTn id="79" dur="500" fill="hold"/>
                                        <p:tgtEl>
                                          <p:spTgt spid="4"/>
                                        </p:tgtEl>
                                        <p:attrNameLst>
                                          <p:attrName>ppt_h</p:attrName>
                                        </p:attrNameLst>
                                      </p:cBhvr>
                                      <p:tavLst>
                                        <p:tav tm="0">
                                          <p:val>
                                            <p:fltVal val="0"/>
                                          </p:val>
                                        </p:tav>
                                        <p:tav tm="100000">
                                          <p:val>
                                            <p:strVal val="#ppt_h"/>
                                          </p:val>
                                        </p:tav>
                                      </p:tavLst>
                                    </p:anim>
                                  </p:childTnLst>
                                </p:cTn>
                              </p:par>
                            </p:childTnLst>
                          </p:cTn>
                        </p:par>
                        <p:par>
                          <p:cTn id="80" fill="hold">
                            <p:stCondLst>
                              <p:cond delay="4000"/>
                            </p:stCondLst>
                            <p:childTnLst>
                              <p:par>
                                <p:cTn id="81" presetID="22" presetClass="entr" presetSubtype="4" fill="hold" nodeType="afterEffect">
                                  <p:stCondLst>
                                    <p:cond delay="0"/>
                                  </p:stCondLst>
                                  <p:childTnLst>
                                    <p:set>
                                      <p:cBhvr>
                                        <p:cTn id="82" dur="1" fill="hold">
                                          <p:stCondLst>
                                            <p:cond delay="0"/>
                                          </p:stCondLst>
                                        </p:cTn>
                                        <p:tgtEl>
                                          <p:spTgt spid="11"/>
                                        </p:tgtEl>
                                        <p:attrNameLst>
                                          <p:attrName>style.visibility</p:attrName>
                                        </p:attrNameLst>
                                      </p:cBhvr>
                                      <p:to>
                                        <p:strVal val="visible"/>
                                      </p:to>
                                    </p:set>
                                    <p:animEffect transition="in" filter="wipe(down)">
                                      <p:cBhvr>
                                        <p:cTn id="83" dur="500"/>
                                        <p:tgtEl>
                                          <p:spTgt spid="11"/>
                                        </p:tgtEl>
                                      </p:cBhvr>
                                    </p:animEffect>
                                  </p:childTnLst>
                                </p:cTn>
                              </p:par>
                            </p:childTnLst>
                          </p:cTn>
                        </p:par>
                        <p:par>
                          <p:cTn id="84" fill="hold">
                            <p:stCondLst>
                              <p:cond delay="4500"/>
                            </p:stCondLst>
                            <p:childTnLst>
                              <p:par>
                                <p:cTn id="85" presetID="22" presetClass="entr" presetSubtype="4" fill="hold" nodeType="afterEffect">
                                  <p:stCondLst>
                                    <p:cond delay="0"/>
                                  </p:stCondLst>
                                  <p:childTnLst>
                                    <p:set>
                                      <p:cBhvr>
                                        <p:cTn id="86" dur="1" fill="hold">
                                          <p:stCondLst>
                                            <p:cond delay="0"/>
                                          </p:stCondLst>
                                        </p:cTn>
                                        <p:tgtEl>
                                          <p:spTgt spid="17"/>
                                        </p:tgtEl>
                                        <p:attrNameLst>
                                          <p:attrName>style.visibility</p:attrName>
                                        </p:attrNameLst>
                                      </p:cBhvr>
                                      <p:to>
                                        <p:strVal val="visible"/>
                                      </p:to>
                                    </p:set>
                                    <p:animEffect transition="in" filter="wipe(down)">
                                      <p:cBhvr>
                                        <p:cTn id="87" dur="500"/>
                                        <p:tgtEl>
                                          <p:spTgt spid="17"/>
                                        </p:tgtEl>
                                      </p:cBhvr>
                                    </p:animEffect>
                                  </p:childTnLst>
                                </p:cTn>
                              </p:par>
                            </p:childTnLst>
                          </p:cTn>
                        </p:par>
                        <p:par>
                          <p:cTn id="88" fill="hold">
                            <p:stCondLst>
                              <p:cond delay="5000"/>
                            </p:stCondLst>
                            <p:childTnLst>
                              <p:par>
                                <p:cTn id="89" presetID="22" presetClass="entr" presetSubtype="4" fill="hold" nodeType="afterEffect">
                                  <p:stCondLst>
                                    <p:cond delay="0"/>
                                  </p:stCondLst>
                                  <p:childTnLst>
                                    <p:set>
                                      <p:cBhvr>
                                        <p:cTn id="90" dur="1" fill="hold">
                                          <p:stCondLst>
                                            <p:cond delay="0"/>
                                          </p:stCondLst>
                                        </p:cTn>
                                        <p:tgtEl>
                                          <p:spTgt spid="18"/>
                                        </p:tgtEl>
                                        <p:attrNameLst>
                                          <p:attrName>style.visibility</p:attrName>
                                        </p:attrNameLst>
                                      </p:cBhvr>
                                      <p:to>
                                        <p:strVal val="visible"/>
                                      </p:to>
                                    </p:set>
                                    <p:animEffect transition="in" filter="wipe(down)">
                                      <p:cBhvr>
                                        <p:cTn id="91" dur="500"/>
                                        <p:tgtEl>
                                          <p:spTgt spid="18"/>
                                        </p:tgtEl>
                                      </p:cBhvr>
                                    </p:animEffect>
                                  </p:childTnLst>
                                </p:cTn>
                              </p:par>
                            </p:childTnLst>
                          </p:cTn>
                        </p:par>
                        <p:par>
                          <p:cTn id="92" fill="hold">
                            <p:stCondLst>
                              <p:cond delay="5500"/>
                            </p:stCondLst>
                            <p:childTnLst>
                              <p:par>
                                <p:cTn id="93" presetID="22" presetClass="entr" presetSubtype="4" fill="hold" nodeType="afterEffect">
                                  <p:stCondLst>
                                    <p:cond delay="0"/>
                                  </p:stCondLst>
                                  <p:childTnLst>
                                    <p:set>
                                      <p:cBhvr>
                                        <p:cTn id="94" dur="1" fill="hold">
                                          <p:stCondLst>
                                            <p:cond delay="0"/>
                                          </p:stCondLst>
                                        </p:cTn>
                                        <p:tgtEl>
                                          <p:spTgt spid="19"/>
                                        </p:tgtEl>
                                        <p:attrNameLst>
                                          <p:attrName>style.visibility</p:attrName>
                                        </p:attrNameLst>
                                      </p:cBhvr>
                                      <p:to>
                                        <p:strVal val="visible"/>
                                      </p:to>
                                    </p:set>
                                    <p:animEffect transition="in" filter="wipe(down)">
                                      <p:cBhvr>
                                        <p:cTn id="95" dur="500"/>
                                        <p:tgtEl>
                                          <p:spTgt spid="19"/>
                                        </p:tgtEl>
                                      </p:cBhvr>
                                    </p:animEffect>
                                  </p:childTnLst>
                                </p:cTn>
                              </p:par>
                            </p:childTnLst>
                          </p:cTn>
                        </p:par>
                        <p:par>
                          <p:cTn id="96" fill="hold">
                            <p:stCondLst>
                              <p:cond delay="6000"/>
                            </p:stCondLst>
                            <p:childTnLst>
                              <p:par>
                                <p:cTn id="97" presetID="22" presetClass="entr" presetSubtype="4" fill="hold" nodeType="afterEffect">
                                  <p:stCondLst>
                                    <p:cond delay="0"/>
                                  </p:stCondLst>
                                  <p:childTnLst>
                                    <p:set>
                                      <p:cBhvr>
                                        <p:cTn id="98" dur="1" fill="hold">
                                          <p:stCondLst>
                                            <p:cond delay="0"/>
                                          </p:stCondLst>
                                        </p:cTn>
                                        <p:tgtEl>
                                          <p:spTgt spid="20"/>
                                        </p:tgtEl>
                                        <p:attrNameLst>
                                          <p:attrName>style.visibility</p:attrName>
                                        </p:attrNameLst>
                                      </p:cBhvr>
                                      <p:to>
                                        <p:strVal val="visible"/>
                                      </p:to>
                                    </p:set>
                                    <p:animEffect transition="in" filter="wipe(down)">
                                      <p:cBhvr>
                                        <p:cTn id="9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3" grpId="0" animBg="1"/>
      <p:bldP spid="52" grpId="0" animBg="1"/>
      <p:bldP spid="64" grpId="0" animBg="1"/>
      <p:bldP spid="65" grpId="0" animBg="1"/>
      <p:bldP spid="66" grpId="0" animBg="1"/>
      <p:bldP spid="67" grpId="0" animBg="1"/>
      <p:bldP spid="68"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0" name="object 3179"/>
          <p:cNvSpPr>
            <a:spLocks noGrp="1"/>
          </p:cNvSpPr>
          <p:nvPr>
            <p:ph type="title"/>
          </p:nvPr>
        </p:nvSpPr>
        <p:spPr/>
        <p:txBody>
          <a:bodyPr/>
          <a:lstStyle/>
          <a:p>
            <a:r>
              <a:rPr lang="en-US"/>
              <a:t>Tree Infographic</a:t>
            </a:r>
            <a:endParaRPr lang="en-US" dirty="0"/>
          </a:p>
        </p:txBody>
      </p:sp>
      <p:sp>
        <p:nvSpPr>
          <p:cNvPr id="3181" name="object 3180"/>
          <p:cNvSpPr>
            <a:spLocks noGrp="1"/>
          </p:cNvSpPr>
          <p:nvPr>
            <p:ph type="body" sz="half" idx="2"/>
          </p:nvPr>
        </p:nvSpPr>
        <p:spPr/>
        <p:txBody>
          <a:bodyPr/>
          <a:lstStyle/>
          <a:p>
            <a:r>
              <a:rPr lang="en-US"/>
              <a:t>Tree Infographic</a:t>
            </a:r>
            <a:endParaRPr lang="en-US" dirty="0"/>
          </a:p>
        </p:txBody>
      </p:sp>
      <p:sp>
        <p:nvSpPr>
          <p:cNvPr id="63" name="Slide Number Placeholder 62"/>
          <p:cNvSpPr>
            <a:spLocks noGrp="1"/>
          </p:cNvSpPr>
          <p:nvPr>
            <p:ph type="sldNum" sz="quarter" idx="12"/>
          </p:nvPr>
        </p:nvSpPr>
        <p:spPr/>
        <p:txBody>
          <a:bodyPr/>
          <a:lstStyle/>
          <a:p>
            <a:fld id="{C136B7D2-B98C-44FD-8D04-7EC62A564975}" type="slidenum">
              <a:rPr lang="en-US" smtClean="0"/>
              <a:pPr/>
              <a:t>106</a:t>
            </a:fld>
            <a:endParaRPr lang="en-US" dirty="0"/>
          </a:p>
        </p:txBody>
      </p:sp>
      <p:grpSp>
        <p:nvGrpSpPr>
          <p:cNvPr id="2" name="Group 129"/>
          <p:cNvGrpSpPr/>
          <p:nvPr/>
        </p:nvGrpSpPr>
        <p:grpSpPr>
          <a:xfrm>
            <a:off x="4381500" y="4347528"/>
            <a:ext cx="395288" cy="800514"/>
            <a:chOff x="4381500" y="4347528"/>
            <a:chExt cx="395288" cy="800514"/>
          </a:xfrm>
        </p:grpSpPr>
        <p:sp>
          <p:nvSpPr>
            <p:cNvPr id="3149" name="Freeform 121"/>
            <p:cNvSpPr>
              <a:spLocks/>
            </p:cNvSpPr>
            <p:nvPr/>
          </p:nvSpPr>
          <p:spPr bwMode="auto">
            <a:xfrm>
              <a:off x="4381500" y="4347528"/>
              <a:ext cx="395288" cy="336550"/>
            </a:xfrm>
            <a:custGeom>
              <a:avLst/>
              <a:gdLst>
                <a:gd name="T0" fmla="*/ 106 w 249"/>
                <a:gd name="T1" fmla="*/ 0 h 212"/>
                <a:gd name="T2" fmla="*/ 0 w 249"/>
                <a:gd name="T3" fmla="*/ 212 h 212"/>
                <a:gd name="T4" fmla="*/ 249 w 249"/>
                <a:gd name="T5" fmla="*/ 212 h 212"/>
                <a:gd name="T6" fmla="*/ 147 w 249"/>
                <a:gd name="T7" fmla="*/ 0 h 212"/>
                <a:gd name="T8" fmla="*/ 106 w 249"/>
                <a:gd name="T9" fmla="*/ 0 h 212"/>
              </a:gdLst>
              <a:ahLst/>
              <a:cxnLst>
                <a:cxn ang="0">
                  <a:pos x="T0" y="T1"/>
                </a:cxn>
                <a:cxn ang="0">
                  <a:pos x="T2" y="T3"/>
                </a:cxn>
                <a:cxn ang="0">
                  <a:pos x="T4" y="T5"/>
                </a:cxn>
                <a:cxn ang="0">
                  <a:pos x="T6" y="T7"/>
                </a:cxn>
                <a:cxn ang="0">
                  <a:pos x="T8" y="T9"/>
                </a:cxn>
              </a:cxnLst>
              <a:rect l="0" t="0" r="r" b="b"/>
              <a:pathLst>
                <a:path w="249" h="212">
                  <a:moveTo>
                    <a:pt x="106" y="0"/>
                  </a:moveTo>
                  <a:lnTo>
                    <a:pt x="0" y="212"/>
                  </a:lnTo>
                  <a:lnTo>
                    <a:pt x="249" y="212"/>
                  </a:lnTo>
                  <a:lnTo>
                    <a:pt x="147" y="0"/>
                  </a:lnTo>
                  <a:lnTo>
                    <a:pt x="106"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69" name="Rectangle 126"/>
            <p:cNvSpPr>
              <a:spLocks noChangeArrowheads="1"/>
            </p:cNvSpPr>
            <p:nvPr/>
          </p:nvSpPr>
          <p:spPr bwMode="auto">
            <a:xfrm>
              <a:off x="4381500" y="4681698"/>
              <a:ext cx="395288" cy="466344"/>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 name="Group 130"/>
          <p:cNvGrpSpPr/>
          <p:nvPr/>
        </p:nvGrpSpPr>
        <p:grpSpPr>
          <a:xfrm>
            <a:off x="4675188" y="4339590"/>
            <a:ext cx="774700" cy="804069"/>
            <a:chOff x="4675188" y="4339590"/>
            <a:chExt cx="774700" cy="804069"/>
          </a:xfrm>
        </p:grpSpPr>
        <p:sp>
          <p:nvSpPr>
            <p:cNvPr id="3150" name="Freeform 122"/>
            <p:cNvSpPr>
              <a:spLocks/>
            </p:cNvSpPr>
            <p:nvPr/>
          </p:nvSpPr>
          <p:spPr bwMode="auto">
            <a:xfrm>
              <a:off x="4675188" y="4339590"/>
              <a:ext cx="774700" cy="346075"/>
            </a:xfrm>
            <a:custGeom>
              <a:avLst/>
              <a:gdLst>
                <a:gd name="T0" fmla="*/ 0 w 488"/>
                <a:gd name="T1" fmla="*/ 0 h 218"/>
                <a:gd name="T2" fmla="*/ 240 w 488"/>
                <a:gd name="T3" fmla="*/ 218 h 218"/>
                <a:gd name="T4" fmla="*/ 488 w 488"/>
                <a:gd name="T5" fmla="*/ 218 h 218"/>
                <a:gd name="T6" fmla="*/ 40 w 488"/>
                <a:gd name="T7" fmla="*/ 0 h 218"/>
                <a:gd name="T8" fmla="*/ 0 w 488"/>
                <a:gd name="T9" fmla="*/ 0 h 218"/>
              </a:gdLst>
              <a:ahLst/>
              <a:cxnLst>
                <a:cxn ang="0">
                  <a:pos x="T0" y="T1"/>
                </a:cxn>
                <a:cxn ang="0">
                  <a:pos x="T2" y="T3"/>
                </a:cxn>
                <a:cxn ang="0">
                  <a:pos x="T4" y="T5"/>
                </a:cxn>
                <a:cxn ang="0">
                  <a:pos x="T6" y="T7"/>
                </a:cxn>
                <a:cxn ang="0">
                  <a:pos x="T8" y="T9"/>
                </a:cxn>
              </a:cxnLst>
              <a:rect l="0" t="0" r="r" b="b"/>
              <a:pathLst>
                <a:path w="488" h="218">
                  <a:moveTo>
                    <a:pt x="0" y="0"/>
                  </a:moveTo>
                  <a:lnTo>
                    <a:pt x="240" y="218"/>
                  </a:lnTo>
                  <a:lnTo>
                    <a:pt x="488" y="218"/>
                  </a:lnTo>
                  <a:lnTo>
                    <a:pt x="40" y="0"/>
                  </a:lnTo>
                  <a:lnTo>
                    <a:pt x="0"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70" name="Rectangle 127"/>
            <p:cNvSpPr>
              <a:spLocks noChangeArrowheads="1"/>
            </p:cNvSpPr>
            <p:nvPr/>
          </p:nvSpPr>
          <p:spPr bwMode="auto">
            <a:xfrm>
              <a:off x="5053013" y="4683284"/>
              <a:ext cx="392113" cy="460375"/>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131"/>
          <p:cNvGrpSpPr/>
          <p:nvPr/>
        </p:nvGrpSpPr>
        <p:grpSpPr>
          <a:xfrm>
            <a:off x="4787900" y="4336415"/>
            <a:ext cx="1335088" cy="819246"/>
            <a:chOff x="4787900" y="4336415"/>
            <a:chExt cx="1335088" cy="819246"/>
          </a:xfrm>
        </p:grpSpPr>
        <p:sp>
          <p:nvSpPr>
            <p:cNvPr id="3151" name="Freeform 123"/>
            <p:cNvSpPr>
              <a:spLocks/>
            </p:cNvSpPr>
            <p:nvPr/>
          </p:nvSpPr>
          <p:spPr bwMode="auto">
            <a:xfrm>
              <a:off x="4787900" y="4336415"/>
              <a:ext cx="1331913" cy="352425"/>
            </a:xfrm>
            <a:custGeom>
              <a:avLst/>
              <a:gdLst>
                <a:gd name="T0" fmla="*/ 0 w 839"/>
                <a:gd name="T1" fmla="*/ 0 h 222"/>
                <a:gd name="T2" fmla="*/ 587 w 839"/>
                <a:gd name="T3" fmla="*/ 222 h 222"/>
                <a:gd name="T4" fmla="*/ 839 w 839"/>
                <a:gd name="T5" fmla="*/ 222 h 222"/>
                <a:gd name="T6" fmla="*/ 40 w 839"/>
                <a:gd name="T7" fmla="*/ 0 h 222"/>
                <a:gd name="T8" fmla="*/ 0 w 839"/>
                <a:gd name="T9" fmla="*/ 0 h 222"/>
              </a:gdLst>
              <a:ahLst/>
              <a:cxnLst>
                <a:cxn ang="0">
                  <a:pos x="T0" y="T1"/>
                </a:cxn>
                <a:cxn ang="0">
                  <a:pos x="T2" y="T3"/>
                </a:cxn>
                <a:cxn ang="0">
                  <a:pos x="T4" y="T5"/>
                </a:cxn>
                <a:cxn ang="0">
                  <a:pos x="T6" y="T7"/>
                </a:cxn>
                <a:cxn ang="0">
                  <a:pos x="T8" y="T9"/>
                </a:cxn>
              </a:cxnLst>
              <a:rect l="0" t="0" r="r" b="b"/>
              <a:pathLst>
                <a:path w="839" h="222">
                  <a:moveTo>
                    <a:pt x="0" y="0"/>
                  </a:moveTo>
                  <a:lnTo>
                    <a:pt x="587" y="222"/>
                  </a:lnTo>
                  <a:lnTo>
                    <a:pt x="839" y="222"/>
                  </a:lnTo>
                  <a:lnTo>
                    <a:pt x="40" y="0"/>
                  </a:lnTo>
                  <a:lnTo>
                    <a:pt x="0"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71" name="Rectangle 128"/>
            <p:cNvSpPr>
              <a:spLocks noChangeArrowheads="1"/>
            </p:cNvSpPr>
            <p:nvPr/>
          </p:nvSpPr>
          <p:spPr bwMode="auto">
            <a:xfrm>
              <a:off x="5719763" y="4689317"/>
              <a:ext cx="403225" cy="466344"/>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128"/>
          <p:cNvGrpSpPr/>
          <p:nvPr/>
        </p:nvGrpSpPr>
        <p:grpSpPr>
          <a:xfrm>
            <a:off x="3714750" y="4339590"/>
            <a:ext cx="776288" cy="808452"/>
            <a:chOff x="3714750" y="4339590"/>
            <a:chExt cx="776288" cy="808452"/>
          </a:xfrm>
        </p:grpSpPr>
        <p:sp>
          <p:nvSpPr>
            <p:cNvPr id="3148" name="Freeform 120"/>
            <p:cNvSpPr>
              <a:spLocks/>
            </p:cNvSpPr>
            <p:nvPr/>
          </p:nvSpPr>
          <p:spPr bwMode="auto">
            <a:xfrm>
              <a:off x="3714750" y="4339590"/>
              <a:ext cx="776288" cy="344488"/>
            </a:xfrm>
            <a:custGeom>
              <a:avLst/>
              <a:gdLst>
                <a:gd name="T0" fmla="*/ 448 w 489"/>
                <a:gd name="T1" fmla="*/ 0 h 217"/>
                <a:gd name="T2" fmla="*/ 0 w 489"/>
                <a:gd name="T3" fmla="*/ 217 h 217"/>
                <a:gd name="T4" fmla="*/ 252 w 489"/>
                <a:gd name="T5" fmla="*/ 217 h 217"/>
                <a:gd name="T6" fmla="*/ 489 w 489"/>
                <a:gd name="T7" fmla="*/ 0 h 217"/>
                <a:gd name="T8" fmla="*/ 448 w 489"/>
                <a:gd name="T9" fmla="*/ 0 h 217"/>
              </a:gdLst>
              <a:ahLst/>
              <a:cxnLst>
                <a:cxn ang="0">
                  <a:pos x="T0" y="T1"/>
                </a:cxn>
                <a:cxn ang="0">
                  <a:pos x="T2" y="T3"/>
                </a:cxn>
                <a:cxn ang="0">
                  <a:pos x="T4" y="T5"/>
                </a:cxn>
                <a:cxn ang="0">
                  <a:pos x="T6" y="T7"/>
                </a:cxn>
                <a:cxn ang="0">
                  <a:pos x="T8" y="T9"/>
                </a:cxn>
              </a:cxnLst>
              <a:rect l="0" t="0" r="r" b="b"/>
              <a:pathLst>
                <a:path w="489" h="217">
                  <a:moveTo>
                    <a:pt x="448" y="0"/>
                  </a:moveTo>
                  <a:lnTo>
                    <a:pt x="0" y="217"/>
                  </a:lnTo>
                  <a:lnTo>
                    <a:pt x="252" y="217"/>
                  </a:lnTo>
                  <a:lnTo>
                    <a:pt x="489" y="0"/>
                  </a:lnTo>
                  <a:lnTo>
                    <a:pt x="448"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68" name="Rectangle 125"/>
            <p:cNvSpPr>
              <a:spLocks noChangeArrowheads="1"/>
            </p:cNvSpPr>
            <p:nvPr/>
          </p:nvSpPr>
          <p:spPr bwMode="auto">
            <a:xfrm>
              <a:off x="3717131" y="4681698"/>
              <a:ext cx="396875" cy="466344"/>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127"/>
          <p:cNvGrpSpPr/>
          <p:nvPr/>
        </p:nvGrpSpPr>
        <p:grpSpPr>
          <a:xfrm>
            <a:off x="3048000" y="4348322"/>
            <a:ext cx="1327150" cy="799720"/>
            <a:chOff x="3048000" y="4344353"/>
            <a:chExt cx="1327150" cy="799720"/>
          </a:xfrm>
        </p:grpSpPr>
        <p:sp>
          <p:nvSpPr>
            <p:cNvPr id="3147" name="Freeform 119"/>
            <p:cNvSpPr>
              <a:spLocks/>
            </p:cNvSpPr>
            <p:nvPr/>
          </p:nvSpPr>
          <p:spPr bwMode="auto">
            <a:xfrm>
              <a:off x="3048000" y="4344353"/>
              <a:ext cx="1327150" cy="333375"/>
            </a:xfrm>
            <a:custGeom>
              <a:avLst/>
              <a:gdLst>
                <a:gd name="T0" fmla="*/ 795 w 836"/>
                <a:gd name="T1" fmla="*/ 0 h 210"/>
                <a:gd name="T2" fmla="*/ 0 w 836"/>
                <a:gd name="T3" fmla="*/ 210 h 210"/>
                <a:gd name="T4" fmla="*/ 245 w 836"/>
                <a:gd name="T5" fmla="*/ 210 h 210"/>
                <a:gd name="T6" fmla="*/ 836 w 836"/>
                <a:gd name="T7" fmla="*/ 0 h 210"/>
                <a:gd name="T8" fmla="*/ 795 w 836"/>
                <a:gd name="T9" fmla="*/ 0 h 210"/>
              </a:gdLst>
              <a:ahLst/>
              <a:cxnLst>
                <a:cxn ang="0">
                  <a:pos x="T0" y="T1"/>
                </a:cxn>
                <a:cxn ang="0">
                  <a:pos x="T2" y="T3"/>
                </a:cxn>
                <a:cxn ang="0">
                  <a:pos x="T4" y="T5"/>
                </a:cxn>
                <a:cxn ang="0">
                  <a:pos x="T6" y="T7"/>
                </a:cxn>
                <a:cxn ang="0">
                  <a:pos x="T8" y="T9"/>
                </a:cxn>
              </a:cxnLst>
              <a:rect l="0" t="0" r="r" b="b"/>
              <a:pathLst>
                <a:path w="836" h="210">
                  <a:moveTo>
                    <a:pt x="795" y="0"/>
                  </a:moveTo>
                  <a:lnTo>
                    <a:pt x="0" y="210"/>
                  </a:lnTo>
                  <a:lnTo>
                    <a:pt x="245" y="210"/>
                  </a:lnTo>
                  <a:lnTo>
                    <a:pt x="836" y="0"/>
                  </a:lnTo>
                  <a:lnTo>
                    <a:pt x="795"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52" name="Rectangle 124"/>
            <p:cNvSpPr>
              <a:spLocks noChangeArrowheads="1"/>
            </p:cNvSpPr>
            <p:nvPr/>
          </p:nvSpPr>
          <p:spPr bwMode="auto">
            <a:xfrm>
              <a:off x="3048000" y="4677729"/>
              <a:ext cx="387350" cy="46634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81" name="Bent Arrow 80"/>
          <p:cNvSpPr/>
          <p:nvPr/>
        </p:nvSpPr>
        <p:spPr bwMode="auto">
          <a:xfrm>
            <a:off x="4787900" y="2419350"/>
            <a:ext cx="1079500" cy="1917065"/>
          </a:xfrm>
          <a:prstGeom prst="bentArrow">
            <a:avLst>
              <a:gd name="adj1" fmla="val 6018"/>
              <a:gd name="adj2" fmla="val 5605"/>
              <a:gd name="adj3" fmla="val 0"/>
              <a:gd name="adj4" fmla="val 28597"/>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82" name="Bent Arrow 81"/>
          <p:cNvSpPr/>
          <p:nvPr/>
        </p:nvSpPr>
        <p:spPr bwMode="auto">
          <a:xfrm flipH="1">
            <a:off x="3295650" y="2435702"/>
            <a:ext cx="1079500" cy="1917065"/>
          </a:xfrm>
          <a:prstGeom prst="bentArrow">
            <a:avLst>
              <a:gd name="adj1" fmla="val 6018"/>
              <a:gd name="adj2" fmla="val 5605"/>
              <a:gd name="adj3" fmla="val 0"/>
              <a:gd name="adj4" fmla="val 27891"/>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83" name="Bent Arrow 82"/>
          <p:cNvSpPr/>
          <p:nvPr/>
        </p:nvSpPr>
        <p:spPr bwMode="auto">
          <a:xfrm flipH="1">
            <a:off x="2514600" y="1962149"/>
            <a:ext cx="1976438" cy="2379029"/>
          </a:xfrm>
          <a:prstGeom prst="bentArrow">
            <a:avLst>
              <a:gd name="adj1" fmla="val 3084"/>
              <a:gd name="adj2" fmla="val 5605"/>
              <a:gd name="adj3" fmla="val 0"/>
              <a:gd name="adj4" fmla="val 1944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84" name="Bent Arrow 83"/>
          <p:cNvSpPr/>
          <p:nvPr/>
        </p:nvSpPr>
        <p:spPr bwMode="auto">
          <a:xfrm>
            <a:off x="4679157" y="1962149"/>
            <a:ext cx="1976438" cy="2379029"/>
          </a:xfrm>
          <a:prstGeom prst="bentArrow">
            <a:avLst>
              <a:gd name="adj1" fmla="val 3084"/>
              <a:gd name="adj2" fmla="val 5605"/>
              <a:gd name="adj3" fmla="val 0"/>
              <a:gd name="adj4" fmla="val 1944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85" name="Rectangle 84"/>
          <p:cNvSpPr/>
          <p:nvPr/>
        </p:nvSpPr>
        <p:spPr bwMode="auto">
          <a:xfrm>
            <a:off x="4550411" y="1817370"/>
            <a:ext cx="64008" cy="253619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0" name="Oval 89"/>
          <p:cNvSpPr/>
          <p:nvPr/>
        </p:nvSpPr>
        <p:spPr bwMode="auto">
          <a:xfrm>
            <a:off x="2362200" y="1932332"/>
            <a:ext cx="304800" cy="30480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1" name="Oval 90"/>
          <p:cNvSpPr/>
          <p:nvPr/>
        </p:nvSpPr>
        <p:spPr bwMode="auto">
          <a:xfrm>
            <a:off x="3143250" y="2338967"/>
            <a:ext cx="304800" cy="30480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2" name="Oval 91"/>
          <p:cNvSpPr/>
          <p:nvPr/>
        </p:nvSpPr>
        <p:spPr bwMode="auto">
          <a:xfrm>
            <a:off x="5715000" y="2331347"/>
            <a:ext cx="304800" cy="304800"/>
          </a:xfrm>
          <a:prstGeom prst="ellipse">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3" name="Oval 92"/>
          <p:cNvSpPr/>
          <p:nvPr/>
        </p:nvSpPr>
        <p:spPr bwMode="auto">
          <a:xfrm>
            <a:off x="6503195" y="1932332"/>
            <a:ext cx="304800" cy="304800"/>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4" name="Oval 93"/>
          <p:cNvSpPr/>
          <p:nvPr/>
        </p:nvSpPr>
        <p:spPr bwMode="auto">
          <a:xfrm>
            <a:off x="4432202" y="1680542"/>
            <a:ext cx="304800" cy="30480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7" name="Group 113"/>
          <p:cNvGrpSpPr/>
          <p:nvPr/>
        </p:nvGrpSpPr>
        <p:grpSpPr>
          <a:xfrm>
            <a:off x="734239" y="1805556"/>
            <a:ext cx="1542507" cy="505913"/>
            <a:chOff x="5839354" y="1336688"/>
            <a:chExt cx="1542507" cy="505913"/>
          </a:xfrm>
        </p:grpSpPr>
        <p:sp>
          <p:nvSpPr>
            <p:cNvPr id="96" name="TextBox 95"/>
            <p:cNvSpPr txBox="1"/>
            <p:nvPr/>
          </p:nvSpPr>
          <p:spPr>
            <a:xfrm>
              <a:off x="5839355" y="1336688"/>
              <a:ext cx="1542506" cy="184666"/>
            </a:xfrm>
            <a:prstGeom prst="rect">
              <a:avLst/>
            </a:prstGeom>
            <a:noFill/>
          </p:spPr>
          <p:txBody>
            <a:bodyPr wrap="square" lIns="0" tIns="0" rIns="0" bIns="0" rtlCol="0" anchor="t">
              <a:spAutoFit/>
            </a:bodyPr>
            <a:lstStyle/>
            <a:p>
              <a:pPr algn="r"/>
              <a:r>
                <a:rPr lang="en-US" sz="1200" b="1" dirty="0">
                  <a:solidFill>
                    <a:schemeClr val="accent2"/>
                  </a:solidFill>
                </a:rPr>
                <a:t>Title Goes Here</a:t>
              </a:r>
            </a:p>
          </p:txBody>
        </p:sp>
        <p:sp>
          <p:nvSpPr>
            <p:cNvPr id="97" name="TextBox 96"/>
            <p:cNvSpPr txBox="1"/>
            <p:nvPr/>
          </p:nvSpPr>
          <p:spPr>
            <a:xfrm>
              <a:off x="5839354" y="1534824"/>
              <a:ext cx="1542507"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8" name="Group 117"/>
          <p:cNvGrpSpPr/>
          <p:nvPr/>
        </p:nvGrpSpPr>
        <p:grpSpPr>
          <a:xfrm>
            <a:off x="1505493" y="2364853"/>
            <a:ext cx="1542507" cy="512383"/>
            <a:chOff x="5863395" y="2079109"/>
            <a:chExt cx="1542507" cy="512383"/>
          </a:xfrm>
        </p:grpSpPr>
        <p:sp>
          <p:nvSpPr>
            <p:cNvPr id="99" name="TextBox 98"/>
            <p:cNvSpPr txBox="1"/>
            <p:nvPr/>
          </p:nvSpPr>
          <p:spPr>
            <a:xfrm>
              <a:off x="5863396" y="2079109"/>
              <a:ext cx="1542506" cy="184666"/>
            </a:xfrm>
            <a:prstGeom prst="rect">
              <a:avLst/>
            </a:prstGeom>
            <a:noFill/>
          </p:spPr>
          <p:txBody>
            <a:bodyPr wrap="square" lIns="0" tIns="0" rIns="0" bIns="0" rtlCol="0" anchor="t">
              <a:spAutoFit/>
            </a:bodyPr>
            <a:lstStyle/>
            <a:p>
              <a:pPr algn="r"/>
              <a:r>
                <a:rPr lang="en-US" sz="1200" b="1" dirty="0">
                  <a:solidFill>
                    <a:schemeClr val="accent1"/>
                  </a:solidFill>
                </a:rPr>
                <a:t>Title Goes Here</a:t>
              </a:r>
            </a:p>
          </p:txBody>
        </p:sp>
        <p:sp>
          <p:nvSpPr>
            <p:cNvPr id="100" name="TextBox 99"/>
            <p:cNvSpPr txBox="1"/>
            <p:nvPr/>
          </p:nvSpPr>
          <p:spPr>
            <a:xfrm>
              <a:off x="5863395" y="2283715"/>
              <a:ext cx="1542507"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9" name="Group 130"/>
          <p:cNvGrpSpPr/>
          <p:nvPr/>
        </p:nvGrpSpPr>
        <p:grpSpPr>
          <a:xfrm>
            <a:off x="6083232" y="2335036"/>
            <a:ext cx="1542507" cy="480598"/>
            <a:chOff x="1762139" y="1304396"/>
            <a:chExt cx="1542507" cy="480598"/>
          </a:xfrm>
        </p:grpSpPr>
        <p:sp>
          <p:nvSpPr>
            <p:cNvPr id="102" name="TextBox 101"/>
            <p:cNvSpPr txBox="1"/>
            <p:nvPr/>
          </p:nvSpPr>
          <p:spPr>
            <a:xfrm>
              <a:off x="1762140" y="1304396"/>
              <a:ext cx="1542506" cy="184666"/>
            </a:xfrm>
            <a:prstGeom prst="rect">
              <a:avLst/>
            </a:prstGeom>
            <a:noFill/>
          </p:spPr>
          <p:txBody>
            <a:bodyPr wrap="square" lIns="0" tIns="0" rIns="0" bIns="0" rtlCol="0" anchor="t">
              <a:spAutoFit/>
            </a:bodyPr>
            <a:lstStyle/>
            <a:p>
              <a:r>
                <a:rPr lang="en-US" sz="1200" b="1" dirty="0">
                  <a:solidFill>
                    <a:schemeClr val="accent5"/>
                  </a:solidFill>
                </a:rPr>
                <a:t>Title Goes Here</a:t>
              </a:r>
            </a:p>
          </p:txBody>
        </p:sp>
        <p:sp>
          <p:nvSpPr>
            <p:cNvPr id="103" name="TextBox 102"/>
            <p:cNvSpPr txBox="1"/>
            <p:nvPr/>
          </p:nvSpPr>
          <p:spPr>
            <a:xfrm>
              <a:off x="1762139" y="147721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0" name="Group 130"/>
          <p:cNvGrpSpPr/>
          <p:nvPr/>
        </p:nvGrpSpPr>
        <p:grpSpPr>
          <a:xfrm>
            <a:off x="6854486" y="1830871"/>
            <a:ext cx="1542507" cy="480598"/>
            <a:chOff x="1762139" y="1304396"/>
            <a:chExt cx="1542507" cy="480598"/>
          </a:xfrm>
        </p:grpSpPr>
        <p:sp>
          <p:nvSpPr>
            <p:cNvPr id="105" name="TextBox 104"/>
            <p:cNvSpPr txBox="1"/>
            <p:nvPr/>
          </p:nvSpPr>
          <p:spPr>
            <a:xfrm>
              <a:off x="1762140" y="1304396"/>
              <a:ext cx="1542506" cy="184666"/>
            </a:xfrm>
            <a:prstGeom prst="rect">
              <a:avLst/>
            </a:prstGeom>
            <a:noFill/>
          </p:spPr>
          <p:txBody>
            <a:bodyPr wrap="square" lIns="0" tIns="0" rIns="0" bIns="0" rtlCol="0" anchor="t">
              <a:spAutoFit/>
            </a:bodyPr>
            <a:lstStyle/>
            <a:p>
              <a:r>
                <a:rPr lang="en-US" sz="1200" b="1" dirty="0">
                  <a:solidFill>
                    <a:schemeClr val="accent4"/>
                  </a:solidFill>
                </a:rPr>
                <a:t>Title Goes Here</a:t>
              </a:r>
            </a:p>
          </p:txBody>
        </p:sp>
        <p:sp>
          <p:nvSpPr>
            <p:cNvPr id="106" name="TextBox 105"/>
            <p:cNvSpPr txBox="1"/>
            <p:nvPr/>
          </p:nvSpPr>
          <p:spPr>
            <a:xfrm>
              <a:off x="1762139" y="147721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1" name="Group 113"/>
          <p:cNvGrpSpPr/>
          <p:nvPr/>
        </p:nvGrpSpPr>
        <p:grpSpPr>
          <a:xfrm>
            <a:off x="3800747" y="1123950"/>
            <a:ext cx="1542507" cy="505913"/>
            <a:chOff x="5839354" y="1336688"/>
            <a:chExt cx="1542507" cy="505913"/>
          </a:xfrm>
        </p:grpSpPr>
        <p:sp>
          <p:nvSpPr>
            <p:cNvPr id="108" name="TextBox 107"/>
            <p:cNvSpPr txBox="1"/>
            <p:nvPr/>
          </p:nvSpPr>
          <p:spPr>
            <a:xfrm>
              <a:off x="5839354" y="1336688"/>
              <a:ext cx="1542506" cy="184666"/>
            </a:xfrm>
            <a:prstGeom prst="rect">
              <a:avLst/>
            </a:prstGeom>
            <a:noFill/>
          </p:spPr>
          <p:txBody>
            <a:bodyPr wrap="square" lIns="0" tIns="0" rIns="0" bIns="0" rtlCol="0" anchor="t">
              <a:spAutoFit/>
            </a:bodyPr>
            <a:lstStyle/>
            <a:p>
              <a:pPr algn="ctr"/>
              <a:r>
                <a:rPr lang="en-US" sz="1200" b="1" dirty="0">
                  <a:solidFill>
                    <a:schemeClr val="accent3"/>
                  </a:solidFill>
                </a:rPr>
                <a:t>Title Goes Here</a:t>
              </a:r>
            </a:p>
          </p:txBody>
        </p:sp>
        <p:sp>
          <p:nvSpPr>
            <p:cNvPr id="109" name="TextBox 108"/>
            <p:cNvSpPr txBox="1"/>
            <p:nvPr/>
          </p:nvSpPr>
          <p:spPr>
            <a:xfrm>
              <a:off x="5839354" y="1534824"/>
              <a:ext cx="1542507" cy="307777"/>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2" name="Group 43"/>
          <p:cNvGrpSpPr/>
          <p:nvPr/>
        </p:nvGrpSpPr>
        <p:grpSpPr>
          <a:xfrm rot="16200000">
            <a:off x="4195761" y="3854233"/>
            <a:ext cx="295278" cy="295276"/>
            <a:chOff x="618873" y="1239440"/>
            <a:chExt cx="650476" cy="650470"/>
          </a:xfrm>
        </p:grpSpPr>
        <p:sp>
          <p:nvSpPr>
            <p:cNvPr id="111" name="Oval 110"/>
            <p:cNvSpPr/>
            <p:nvPr/>
          </p:nvSpPr>
          <p:spPr>
            <a:xfrm>
              <a:off x="618873" y="1239440"/>
              <a:ext cx="650476" cy="650470"/>
            </a:xfrm>
            <a:prstGeom prst="ellips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12"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 name="Group 43"/>
          <p:cNvGrpSpPr/>
          <p:nvPr/>
        </p:nvGrpSpPr>
        <p:grpSpPr>
          <a:xfrm rot="16200000">
            <a:off x="4325217" y="3495673"/>
            <a:ext cx="295278" cy="295276"/>
            <a:chOff x="618873" y="1239440"/>
            <a:chExt cx="650476" cy="650470"/>
          </a:xfrm>
        </p:grpSpPr>
        <p:sp>
          <p:nvSpPr>
            <p:cNvPr id="114" name="Oval 113"/>
            <p:cNvSpPr/>
            <p:nvPr/>
          </p:nvSpPr>
          <p:spPr>
            <a:xfrm>
              <a:off x="618873" y="1239440"/>
              <a:ext cx="650476" cy="65047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15"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 name="Group 43"/>
          <p:cNvGrpSpPr/>
          <p:nvPr/>
        </p:nvGrpSpPr>
        <p:grpSpPr>
          <a:xfrm rot="16200000">
            <a:off x="4443411" y="2769724"/>
            <a:ext cx="295278" cy="295276"/>
            <a:chOff x="618873" y="1239440"/>
            <a:chExt cx="650476" cy="650470"/>
          </a:xfrm>
        </p:grpSpPr>
        <p:sp>
          <p:nvSpPr>
            <p:cNvPr id="117" name="Oval 116"/>
            <p:cNvSpPr/>
            <p:nvPr/>
          </p:nvSpPr>
          <p:spPr>
            <a:xfrm>
              <a:off x="618873" y="1239440"/>
              <a:ext cx="650476" cy="650470"/>
            </a:xfrm>
            <a:prstGeom prst="ellipse">
              <a:avLst/>
            </a:prstGeom>
            <a:solidFill>
              <a:schemeClr val="accent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18"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 name="Group 43"/>
          <p:cNvGrpSpPr/>
          <p:nvPr/>
        </p:nvGrpSpPr>
        <p:grpSpPr>
          <a:xfrm rot="16200000">
            <a:off x="4679156" y="3854233"/>
            <a:ext cx="295278" cy="295276"/>
            <a:chOff x="618873" y="1239440"/>
            <a:chExt cx="650476" cy="650470"/>
          </a:xfrm>
        </p:grpSpPr>
        <p:sp>
          <p:nvSpPr>
            <p:cNvPr id="123" name="Oval 122"/>
            <p:cNvSpPr/>
            <p:nvPr/>
          </p:nvSpPr>
          <p:spPr>
            <a:xfrm>
              <a:off x="618873" y="1239440"/>
              <a:ext cx="650476" cy="650470"/>
            </a:xfrm>
            <a:prstGeom prst="ellipse">
              <a:avLst/>
            </a:prstGeom>
            <a:solidFill>
              <a:schemeClr val="accent5"/>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24"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 name="Group 43"/>
          <p:cNvGrpSpPr/>
          <p:nvPr/>
        </p:nvGrpSpPr>
        <p:grpSpPr>
          <a:xfrm rot="16200000">
            <a:off x="4563110" y="3200395"/>
            <a:ext cx="295278" cy="295276"/>
            <a:chOff x="618873" y="1239440"/>
            <a:chExt cx="650476" cy="650470"/>
          </a:xfrm>
        </p:grpSpPr>
        <p:sp>
          <p:nvSpPr>
            <p:cNvPr id="126" name="Oval 125"/>
            <p:cNvSpPr/>
            <p:nvPr/>
          </p:nvSpPr>
          <p:spPr>
            <a:xfrm>
              <a:off x="618873" y="1239440"/>
              <a:ext cx="650476" cy="650470"/>
            </a:xfrm>
            <a:prstGeom prst="ellipse">
              <a:avLst/>
            </a:prstGeom>
            <a:solidFill>
              <a:schemeClr val="accent4"/>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accent1"/>
                </a:solidFill>
              </a:endParaRPr>
            </a:p>
          </p:txBody>
        </p:sp>
        <p:sp>
          <p:nvSpPr>
            <p:cNvPr id="127" name="Freeform 38"/>
            <p:cNvSpPr>
              <a:spLocks noEditPoints="1"/>
            </p:cNvSpPr>
            <p:nvPr/>
          </p:nvSpPr>
          <p:spPr bwMode="auto">
            <a:xfrm rot="16200000">
              <a:off x="736069" y="1356633"/>
              <a:ext cx="416084" cy="416084"/>
            </a:xfrm>
            <a:custGeom>
              <a:avLst/>
              <a:gdLst/>
              <a:ahLst/>
              <a:cxnLst>
                <a:cxn ang="0">
                  <a:pos x="31" y="62"/>
                </a:cxn>
                <a:cxn ang="0">
                  <a:pos x="0" y="31"/>
                </a:cxn>
                <a:cxn ang="0">
                  <a:pos x="31" y="0"/>
                </a:cxn>
                <a:cxn ang="0">
                  <a:pos x="62" y="31"/>
                </a:cxn>
                <a:cxn ang="0">
                  <a:pos x="31" y="62"/>
                </a:cxn>
                <a:cxn ang="0">
                  <a:pos x="51" y="30"/>
                </a:cxn>
                <a:cxn ang="0">
                  <a:pos x="48" y="26"/>
                </a:cxn>
                <a:cxn ang="0">
                  <a:pos x="46" y="25"/>
                </a:cxn>
                <a:cxn ang="0">
                  <a:pos x="44" y="26"/>
                </a:cxn>
                <a:cxn ang="0">
                  <a:pos x="36" y="33"/>
                </a:cxn>
                <a:cxn ang="0">
                  <a:pos x="36" y="13"/>
                </a:cxn>
                <a:cxn ang="0">
                  <a:pos x="34" y="11"/>
                </a:cxn>
                <a:cxn ang="0">
                  <a:pos x="29" y="11"/>
                </a:cxn>
                <a:cxn ang="0">
                  <a:pos x="26" y="13"/>
                </a:cxn>
                <a:cxn ang="0">
                  <a:pos x="26" y="33"/>
                </a:cxn>
                <a:cxn ang="0">
                  <a:pos x="19" y="26"/>
                </a:cxn>
                <a:cxn ang="0">
                  <a:pos x="17" y="25"/>
                </a:cxn>
                <a:cxn ang="0">
                  <a:pos x="15" y="26"/>
                </a:cxn>
                <a:cxn ang="0">
                  <a:pos x="11" y="30"/>
                </a:cxn>
                <a:cxn ang="0">
                  <a:pos x="11" y="31"/>
                </a:cxn>
                <a:cxn ang="0">
                  <a:pos x="11" y="33"/>
                </a:cxn>
                <a:cxn ang="0">
                  <a:pos x="26" y="48"/>
                </a:cxn>
                <a:cxn ang="0">
                  <a:pos x="30" y="51"/>
                </a:cxn>
                <a:cxn ang="0">
                  <a:pos x="31" y="52"/>
                </a:cxn>
                <a:cxn ang="0">
                  <a:pos x="33" y="51"/>
                </a:cxn>
                <a:cxn ang="0">
                  <a:pos x="37" y="48"/>
                </a:cxn>
                <a:cxn ang="0">
                  <a:pos x="51" y="33"/>
                </a:cxn>
                <a:cxn ang="0">
                  <a:pos x="52" y="31"/>
                </a:cxn>
                <a:cxn ang="0">
                  <a:pos x="51" y="30"/>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1" y="30"/>
                  </a:moveTo>
                  <a:cubicBezTo>
                    <a:pt x="48" y="26"/>
                    <a:pt x="48" y="26"/>
                    <a:pt x="48" y="26"/>
                  </a:cubicBezTo>
                  <a:cubicBezTo>
                    <a:pt x="47" y="25"/>
                    <a:pt x="47" y="25"/>
                    <a:pt x="46" y="25"/>
                  </a:cubicBezTo>
                  <a:cubicBezTo>
                    <a:pt x="45" y="25"/>
                    <a:pt x="45" y="25"/>
                    <a:pt x="44" y="26"/>
                  </a:cubicBezTo>
                  <a:cubicBezTo>
                    <a:pt x="36" y="33"/>
                    <a:pt x="36" y="33"/>
                    <a:pt x="36" y="33"/>
                  </a:cubicBezTo>
                  <a:cubicBezTo>
                    <a:pt x="36" y="13"/>
                    <a:pt x="36" y="13"/>
                    <a:pt x="36" y="13"/>
                  </a:cubicBezTo>
                  <a:cubicBezTo>
                    <a:pt x="36" y="12"/>
                    <a:pt x="35" y="11"/>
                    <a:pt x="34" y="11"/>
                  </a:cubicBezTo>
                  <a:cubicBezTo>
                    <a:pt x="29" y="11"/>
                    <a:pt x="29" y="11"/>
                    <a:pt x="29" y="11"/>
                  </a:cubicBezTo>
                  <a:cubicBezTo>
                    <a:pt x="27" y="11"/>
                    <a:pt x="26" y="12"/>
                    <a:pt x="26" y="13"/>
                  </a:cubicBezTo>
                  <a:cubicBezTo>
                    <a:pt x="26" y="33"/>
                    <a:pt x="26" y="33"/>
                    <a:pt x="26" y="33"/>
                  </a:cubicBezTo>
                  <a:cubicBezTo>
                    <a:pt x="19" y="26"/>
                    <a:pt x="19" y="26"/>
                    <a:pt x="19" y="26"/>
                  </a:cubicBezTo>
                  <a:cubicBezTo>
                    <a:pt x="18" y="25"/>
                    <a:pt x="17" y="25"/>
                    <a:pt x="17" y="25"/>
                  </a:cubicBezTo>
                  <a:cubicBezTo>
                    <a:pt x="16" y="25"/>
                    <a:pt x="15" y="25"/>
                    <a:pt x="15" y="26"/>
                  </a:cubicBezTo>
                  <a:cubicBezTo>
                    <a:pt x="11" y="30"/>
                    <a:pt x="11" y="30"/>
                    <a:pt x="11" y="30"/>
                  </a:cubicBezTo>
                  <a:cubicBezTo>
                    <a:pt x="11" y="30"/>
                    <a:pt x="11" y="31"/>
                    <a:pt x="11" y="31"/>
                  </a:cubicBezTo>
                  <a:cubicBezTo>
                    <a:pt x="11" y="32"/>
                    <a:pt x="11" y="33"/>
                    <a:pt x="11" y="33"/>
                  </a:cubicBezTo>
                  <a:cubicBezTo>
                    <a:pt x="26" y="48"/>
                    <a:pt x="26" y="48"/>
                    <a:pt x="26" y="48"/>
                  </a:cubicBezTo>
                  <a:cubicBezTo>
                    <a:pt x="30" y="51"/>
                    <a:pt x="30" y="51"/>
                    <a:pt x="30" y="51"/>
                  </a:cubicBezTo>
                  <a:cubicBezTo>
                    <a:pt x="30" y="52"/>
                    <a:pt x="31" y="52"/>
                    <a:pt x="31" y="52"/>
                  </a:cubicBezTo>
                  <a:cubicBezTo>
                    <a:pt x="32" y="52"/>
                    <a:pt x="33" y="52"/>
                    <a:pt x="33" y="51"/>
                  </a:cubicBezTo>
                  <a:cubicBezTo>
                    <a:pt x="37" y="48"/>
                    <a:pt x="37" y="48"/>
                    <a:pt x="37" y="48"/>
                  </a:cubicBezTo>
                  <a:cubicBezTo>
                    <a:pt x="51" y="33"/>
                    <a:pt x="51" y="33"/>
                    <a:pt x="51" y="33"/>
                  </a:cubicBezTo>
                  <a:cubicBezTo>
                    <a:pt x="52" y="33"/>
                    <a:pt x="52" y="32"/>
                    <a:pt x="52" y="31"/>
                  </a:cubicBezTo>
                  <a:cubicBezTo>
                    <a:pt x="52" y="31"/>
                    <a:pt x="52" y="30"/>
                    <a:pt x="51"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3" name="Text Placeholder 3"/>
          <p:cNvSpPr txBox="1">
            <a:spLocks/>
          </p:cNvSpPr>
          <p:nvPr/>
        </p:nvSpPr>
        <p:spPr>
          <a:xfrm>
            <a:off x="1043848" y="3748965"/>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134" name="Freeform 45"/>
          <p:cNvSpPr>
            <a:spLocks noEditPoints="1"/>
          </p:cNvSpPr>
          <p:nvPr/>
        </p:nvSpPr>
        <p:spPr bwMode="auto">
          <a:xfrm>
            <a:off x="647700" y="384739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Text Placeholder 3"/>
          <p:cNvSpPr txBox="1">
            <a:spLocks/>
          </p:cNvSpPr>
          <p:nvPr/>
        </p:nvSpPr>
        <p:spPr>
          <a:xfrm>
            <a:off x="5447755" y="3748965"/>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136" name="Freeform 45"/>
          <p:cNvSpPr>
            <a:spLocks noEditPoints="1"/>
          </p:cNvSpPr>
          <p:nvPr/>
        </p:nvSpPr>
        <p:spPr bwMode="auto">
          <a:xfrm>
            <a:off x="8185332" y="384739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1202388570"/>
      </p:ext>
    </p:extLst>
  </p:cSld>
  <p:clrMapOvr>
    <a:masterClrMapping/>
  </p:clrMapOvr>
  <p:transition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82"/>
                                        </p:tgtEl>
                                        <p:attrNameLst>
                                          <p:attrName>style.visibility</p:attrName>
                                        </p:attrNameLst>
                                      </p:cBhvr>
                                      <p:to>
                                        <p:strVal val="visible"/>
                                      </p:to>
                                    </p:set>
                                    <p:animEffect transition="in" filter="wipe(down)">
                                      <p:cBhvr>
                                        <p:cTn id="11" dur="500"/>
                                        <p:tgtEl>
                                          <p:spTgt spid="82"/>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91"/>
                                        </p:tgtEl>
                                        <p:attrNameLst>
                                          <p:attrName>style.visibility</p:attrName>
                                        </p:attrNameLst>
                                      </p:cBhvr>
                                      <p:to>
                                        <p:strVal val="visible"/>
                                      </p:to>
                                    </p:set>
                                    <p:anim calcmode="lin" valueType="num">
                                      <p:cBhvr>
                                        <p:cTn id="15" dur="500" fill="hold"/>
                                        <p:tgtEl>
                                          <p:spTgt spid="91"/>
                                        </p:tgtEl>
                                        <p:attrNameLst>
                                          <p:attrName>ppt_w</p:attrName>
                                        </p:attrNameLst>
                                      </p:cBhvr>
                                      <p:tavLst>
                                        <p:tav tm="0">
                                          <p:val>
                                            <p:fltVal val="0"/>
                                          </p:val>
                                        </p:tav>
                                        <p:tav tm="100000">
                                          <p:val>
                                            <p:strVal val="#ppt_w"/>
                                          </p:val>
                                        </p:tav>
                                      </p:tavLst>
                                    </p:anim>
                                    <p:anim calcmode="lin" valueType="num">
                                      <p:cBhvr>
                                        <p:cTn id="16" dur="500" fill="hold"/>
                                        <p:tgtEl>
                                          <p:spTgt spid="91"/>
                                        </p:tgtEl>
                                        <p:attrNameLst>
                                          <p:attrName>ppt_h</p:attrName>
                                        </p:attrNameLst>
                                      </p:cBhvr>
                                      <p:tavLst>
                                        <p:tav tm="0">
                                          <p:val>
                                            <p:fltVal val="0"/>
                                          </p:val>
                                        </p:tav>
                                        <p:tav tm="100000">
                                          <p:val>
                                            <p:strVal val="#ppt_h"/>
                                          </p:val>
                                        </p:tav>
                                      </p:tavLst>
                                    </p:anim>
                                    <p:animEffect transition="in" filter="fade">
                                      <p:cBhvr>
                                        <p:cTn id="17" dur="500"/>
                                        <p:tgtEl>
                                          <p:spTgt spid="91"/>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p:cTn id="21" dur="500" fill="hold"/>
                                        <p:tgtEl>
                                          <p:spTgt spid="12"/>
                                        </p:tgtEl>
                                        <p:attrNameLst>
                                          <p:attrName>ppt_w</p:attrName>
                                        </p:attrNameLst>
                                      </p:cBhvr>
                                      <p:tavLst>
                                        <p:tav tm="0">
                                          <p:val>
                                            <p:fltVal val="0"/>
                                          </p:val>
                                        </p:tav>
                                        <p:tav tm="100000">
                                          <p:val>
                                            <p:strVal val="#ppt_w"/>
                                          </p:val>
                                        </p:tav>
                                      </p:tavLst>
                                    </p:anim>
                                    <p:anim calcmode="lin" valueType="num">
                                      <p:cBhvr>
                                        <p:cTn id="22" dur="500" fill="hold"/>
                                        <p:tgtEl>
                                          <p:spTgt spid="12"/>
                                        </p:tgtEl>
                                        <p:attrNameLst>
                                          <p:attrName>ppt_h</p:attrName>
                                        </p:attrNameLst>
                                      </p:cBhvr>
                                      <p:tavLst>
                                        <p:tav tm="0">
                                          <p:val>
                                            <p:fltVal val="0"/>
                                          </p:val>
                                        </p:tav>
                                        <p:tav tm="100000">
                                          <p:val>
                                            <p:strVal val="#ppt_h"/>
                                          </p:val>
                                        </p:tav>
                                      </p:tavLst>
                                    </p:anim>
                                    <p:animEffect transition="in" filter="fade">
                                      <p:cBhvr>
                                        <p:cTn id="23" dur="500"/>
                                        <p:tgtEl>
                                          <p:spTgt spid="12"/>
                                        </p:tgtEl>
                                      </p:cBhvr>
                                    </p:animEffect>
                                  </p:childTnLst>
                                </p:cTn>
                              </p:par>
                            </p:childTnLst>
                          </p:cTn>
                        </p:par>
                        <p:par>
                          <p:cTn id="24" fill="hold">
                            <p:stCondLst>
                              <p:cond delay="2000"/>
                            </p:stCondLst>
                            <p:childTnLst>
                              <p:par>
                                <p:cTn id="25" presetID="22" presetClass="entr" presetSubtype="2" fill="hold"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right)">
                                      <p:cBhvr>
                                        <p:cTn id="27" dur="500"/>
                                        <p:tgtEl>
                                          <p:spTgt spid="8"/>
                                        </p:tgtEl>
                                      </p:cBhvr>
                                    </p:animEffect>
                                  </p:childTnLst>
                                </p:cTn>
                              </p:par>
                            </p:childTnLst>
                          </p:cTn>
                        </p:par>
                        <p:par>
                          <p:cTn id="28" fill="hold">
                            <p:stCondLst>
                              <p:cond delay="2500"/>
                            </p:stCondLst>
                            <p:childTnLst>
                              <p:par>
                                <p:cTn id="29" presetID="22" presetClass="entr" presetSubtype="4"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down)">
                                      <p:cBhvr>
                                        <p:cTn id="31" dur="500"/>
                                        <p:tgtEl>
                                          <p:spTgt spid="5"/>
                                        </p:tgtEl>
                                      </p:cBhvr>
                                    </p:animEffect>
                                  </p:childTnLst>
                                </p:cTn>
                              </p:par>
                            </p:childTnLst>
                          </p:cTn>
                        </p:par>
                        <p:par>
                          <p:cTn id="32" fill="hold">
                            <p:stCondLst>
                              <p:cond delay="3000"/>
                            </p:stCondLst>
                            <p:childTnLst>
                              <p:par>
                                <p:cTn id="33" presetID="22" presetClass="entr" presetSubtype="4" fill="hold" grpId="0" nodeType="afterEffect">
                                  <p:stCondLst>
                                    <p:cond delay="0"/>
                                  </p:stCondLst>
                                  <p:childTnLst>
                                    <p:set>
                                      <p:cBhvr>
                                        <p:cTn id="34" dur="1" fill="hold">
                                          <p:stCondLst>
                                            <p:cond delay="0"/>
                                          </p:stCondLst>
                                        </p:cTn>
                                        <p:tgtEl>
                                          <p:spTgt spid="83"/>
                                        </p:tgtEl>
                                        <p:attrNameLst>
                                          <p:attrName>style.visibility</p:attrName>
                                        </p:attrNameLst>
                                      </p:cBhvr>
                                      <p:to>
                                        <p:strVal val="visible"/>
                                      </p:to>
                                    </p:set>
                                    <p:animEffect transition="in" filter="wipe(down)">
                                      <p:cBhvr>
                                        <p:cTn id="35" dur="500"/>
                                        <p:tgtEl>
                                          <p:spTgt spid="83"/>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90"/>
                                        </p:tgtEl>
                                        <p:attrNameLst>
                                          <p:attrName>style.visibility</p:attrName>
                                        </p:attrNameLst>
                                      </p:cBhvr>
                                      <p:to>
                                        <p:strVal val="visible"/>
                                      </p:to>
                                    </p:set>
                                    <p:anim calcmode="lin" valueType="num">
                                      <p:cBhvr>
                                        <p:cTn id="39" dur="500" fill="hold"/>
                                        <p:tgtEl>
                                          <p:spTgt spid="90"/>
                                        </p:tgtEl>
                                        <p:attrNameLst>
                                          <p:attrName>ppt_w</p:attrName>
                                        </p:attrNameLst>
                                      </p:cBhvr>
                                      <p:tavLst>
                                        <p:tav tm="0">
                                          <p:val>
                                            <p:fltVal val="0"/>
                                          </p:val>
                                        </p:tav>
                                        <p:tav tm="100000">
                                          <p:val>
                                            <p:strVal val="#ppt_w"/>
                                          </p:val>
                                        </p:tav>
                                      </p:tavLst>
                                    </p:anim>
                                    <p:anim calcmode="lin" valueType="num">
                                      <p:cBhvr>
                                        <p:cTn id="40" dur="500" fill="hold"/>
                                        <p:tgtEl>
                                          <p:spTgt spid="90"/>
                                        </p:tgtEl>
                                        <p:attrNameLst>
                                          <p:attrName>ppt_h</p:attrName>
                                        </p:attrNameLst>
                                      </p:cBhvr>
                                      <p:tavLst>
                                        <p:tav tm="0">
                                          <p:val>
                                            <p:fltVal val="0"/>
                                          </p:val>
                                        </p:tav>
                                        <p:tav tm="100000">
                                          <p:val>
                                            <p:strVal val="#ppt_h"/>
                                          </p:val>
                                        </p:tav>
                                      </p:tavLst>
                                    </p:anim>
                                    <p:animEffect transition="in" filter="fade">
                                      <p:cBhvr>
                                        <p:cTn id="41" dur="500"/>
                                        <p:tgtEl>
                                          <p:spTgt spid="90"/>
                                        </p:tgtEl>
                                      </p:cBhvr>
                                    </p:animEffect>
                                  </p:childTnLst>
                                </p:cTn>
                              </p:par>
                            </p:childTnLst>
                          </p:cTn>
                        </p:par>
                        <p:par>
                          <p:cTn id="42" fill="hold">
                            <p:stCondLst>
                              <p:cond delay="4000"/>
                            </p:stCondLst>
                            <p:childTnLst>
                              <p:par>
                                <p:cTn id="43" presetID="53" presetClass="entr" presetSubtype="0" fill="hold" nodeType="after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p:cTn id="45" dur="500" fill="hold"/>
                                        <p:tgtEl>
                                          <p:spTgt spid="13"/>
                                        </p:tgtEl>
                                        <p:attrNameLst>
                                          <p:attrName>ppt_w</p:attrName>
                                        </p:attrNameLst>
                                      </p:cBhvr>
                                      <p:tavLst>
                                        <p:tav tm="0">
                                          <p:val>
                                            <p:fltVal val="0"/>
                                          </p:val>
                                        </p:tav>
                                        <p:tav tm="100000">
                                          <p:val>
                                            <p:strVal val="#ppt_w"/>
                                          </p:val>
                                        </p:tav>
                                      </p:tavLst>
                                    </p:anim>
                                    <p:anim calcmode="lin" valueType="num">
                                      <p:cBhvr>
                                        <p:cTn id="46" dur="500" fill="hold"/>
                                        <p:tgtEl>
                                          <p:spTgt spid="13"/>
                                        </p:tgtEl>
                                        <p:attrNameLst>
                                          <p:attrName>ppt_h</p:attrName>
                                        </p:attrNameLst>
                                      </p:cBhvr>
                                      <p:tavLst>
                                        <p:tav tm="0">
                                          <p:val>
                                            <p:fltVal val="0"/>
                                          </p:val>
                                        </p:tav>
                                        <p:tav tm="100000">
                                          <p:val>
                                            <p:strVal val="#ppt_h"/>
                                          </p:val>
                                        </p:tav>
                                      </p:tavLst>
                                    </p:anim>
                                    <p:animEffect transition="in" filter="fade">
                                      <p:cBhvr>
                                        <p:cTn id="47" dur="500"/>
                                        <p:tgtEl>
                                          <p:spTgt spid="13"/>
                                        </p:tgtEl>
                                      </p:cBhvr>
                                    </p:animEffect>
                                  </p:childTnLst>
                                </p:cTn>
                              </p:par>
                            </p:childTnLst>
                          </p:cTn>
                        </p:par>
                        <p:par>
                          <p:cTn id="48" fill="hold">
                            <p:stCondLst>
                              <p:cond delay="4500"/>
                            </p:stCondLst>
                            <p:childTnLst>
                              <p:par>
                                <p:cTn id="49" presetID="22" presetClass="entr" presetSubtype="2" fill="hold" nodeType="after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wipe(right)">
                                      <p:cBhvr>
                                        <p:cTn id="51" dur="500"/>
                                        <p:tgtEl>
                                          <p:spTgt spid="7"/>
                                        </p:tgtEl>
                                      </p:cBhvr>
                                    </p:animEffect>
                                  </p:childTnLst>
                                </p:cTn>
                              </p:par>
                            </p:childTnLst>
                          </p:cTn>
                        </p:par>
                        <p:par>
                          <p:cTn id="52" fill="hold">
                            <p:stCondLst>
                              <p:cond delay="5000"/>
                            </p:stCondLst>
                            <p:childTnLst>
                              <p:par>
                                <p:cTn id="53" presetID="22" presetClass="entr" presetSubtype="4" fill="hold" nodeType="afterEffect">
                                  <p:stCondLst>
                                    <p:cond delay="0"/>
                                  </p:stCondLst>
                                  <p:childTnLst>
                                    <p:set>
                                      <p:cBhvr>
                                        <p:cTn id="54" dur="1" fill="hold">
                                          <p:stCondLst>
                                            <p:cond delay="0"/>
                                          </p:stCondLst>
                                        </p:cTn>
                                        <p:tgtEl>
                                          <p:spTgt spid="2"/>
                                        </p:tgtEl>
                                        <p:attrNameLst>
                                          <p:attrName>style.visibility</p:attrName>
                                        </p:attrNameLst>
                                      </p:cBhvr>
                                      <p:to>
                                        <p:strVal val="visible"/>
                                      </p:to>
                                    </p:set>
                                    <p:animEffect transition="in" filter="wipe(down)">
                                      <p:cBhvr>
                                        <p:cTn id="55" dur="500"/>
                                        <p:tgtEl>
                                          <p:spTgt spid="2"/>
                                        </p:tgtEl>
                                      </p:cBhvr>
                                    </p:animEffect>
                                  </p:childTnLst>
                                </p:cTn>
                              </p:par>
                            </p:childTnLst>
                          </p:cTn>
                        </p:par>
                        <p:par>
                          <p:cTn id="56" fill="hold">
                            <p:stCondLst>
                              <p:cond delay="5500"/>
                            </p:stCondLst>
                            <p:childTnLst>
                              <p:par>
                                <p:cTn id="57" presetID="22" presetClass="entr" presetSubtype="4" fill="hold" grpId="0" nodeType="afterEffect">
                                  <p:stCondLst>
                                    <p:cond delay="0"/>
                                  </p:stCondLst>
                                  <p:childTnLst>
                                    <p:set>
                                      <p:cBhvr>
                                        <p:cTn id="58" dur="1" fill="hold">
                                          <p:stCondLst>
                                            <p:cond delay="0"/>
                                          </p:stCondLst>
                                        </p:cTn>
                                        <p:tgtEl>
                                          <p:spTgt spid="85"/>
                                        </p:tgtEl>
                                        <p:attrNameLst>
                                          <p:attrName>style.visibility</p:attrName>
                                        </p:attrNameLst>
                                      </p:cBhvr>
                                      <p:to>
                                        <p:strVal val="visible"/>
                                      </p:to>
                                    </p:set>
                                    <p:animEffect transition="in" filter="wipe(down)">
                                      <p:cBhvr>
                                        <p:cTn id="59" dur="500"/>
                                        <p:tgtEl>
                                          <p:spTgt spid="85"/>
                                        </p:tgtEl>
                                      </p:cBhvr>
                                    </p:animEffect>
                                  </p:childTnLst>
                                </p:cTn>
                              </p:par>
                            </p:childTnLst>
                          </p:cTn>
                        </p:par>
                        <p:par>
                          <p:cTn id="60" fill="hold">
                            <p:stCondLst>
                              <p:cond delay="6000"/>
                            </p:stCondLst>
                            <p:childTnLst>
                              <p:par>
                                <p:cTn id="61" presetID="53" presetClass="entr" presetSubtype="0" fill="hold" grpId="0" nodeType="afterEffect">
                                  <p:stCondLst>
                                    <p:cond delay="0"/>
                                  </p:stCondLst>
                                  <p:childTnLst>
                                    <p:set>
                                      <p:cBhvr>
                                        <p:cTn id="62" dur="1" fill="hold">
                                          <p:stCondLst>
                                            <p:cond delay="0"/>
                                          </p:stCondLst>
                                        </p:cTn>
                                        <p:tgtEl>
                                          <p:spTgt spid="94"/>
                                        </p:tgtEl>
                                        <p:attrNameLst>
                                          <p:attrName>style.visibility</p:attrName>
                                        </p:attrNameLst>
                                      </p:cBhvr>
                                      <p:to>
                                        <p:strVal val="visible"/>
                                      </p:to>
                                    </p:set>
                                    <p:anim calcmode="lin" valueType="num">
                                      <p:cBhvr>
                                        <p:cTn id="63" dur="500" fill="hold"/>
                                        <p:tgtEl>
                                          <p:spTgt spid="94"/>
                                        </p:tgtEl>
                                        <p:attrNameLst>
                                          <p:attrName>ppt_w</p:attrName>
                                        </p:attrNameLst>
                                      </p:cBhvr>
                                      <p:tavLst>
                                        <p:tav tm="0">
                                          <p:val>
                                            <p:fltVal val="0"/>
                                          </p:val>
                                        </p:tav>
                                        <p:tav tm="100000">
                                          <p:val>
                                            <p:strVal val="#ppt_w"/>
                                          </p:val>
                                        </p:tav>
                                      </p:tavLst>
                                    </p:anim>
                                    <p:anim calcmode="lin" valueType="num">
                                      <p:cBhvr>
                                        <p:cTn id="64" dur="500" fill="hold"/>
                                        <p:tgtEl>
                                          <p:spTgt spid="94"/>
                                        </p:tgtEl>
                                        <p:attrNameLst>
                                          <p:attrName>ppt_h</p:attrName>
                                        </p:attrNameLst>
                                      </p:cBhvr>
                                      <p:tavLst>
                                        <p:tav tm="0">
                                          <p:val>
                                            <p:fltVal val="0"/>
                                          </p:val>
                                        </p:tav>
                                        <p:tav tm="100000">
                                          <p:val>
                                            <p:strVal val="#ppt_h"/>
                                          </p:val>
                                        </p:tav>
                                      </p:tavLst>
                                    </p:anim>
                                    <p:animEffect transition="in" filter="fade">
                                      <p:cBhvr>
                                        <p:cTn id="65" dur="500"/>
                                        <p:tgtEl>
                                          <p:spTgt spid="94"/>
                                        </p:tgtEl>
                                      </p:cBhvr>
                                    </p:animEffect>
                                  </p:childTnLst>
                                </p:cTn>
                              </p:par>
                            </p:childTnLst>
                          </p:cTn>
                        </p:par>
                        <p:par>
                          <p:cTn id="66" fill="hold">
                            <p:stCondLst>
                              <p:cond delay="6500"/>
                            </p:stCondLst>
                            <p:childTnLst>
                              <p:par>
                                <p:cTn id="67" presetID="53" presetClass="entr" presetSubtype="0" fill="hold" nodeType="afterEffect">
                                  <p:stCondLst>
                                    <p:cond delay="0"/>
                                  </p:stCondLst>
                                  <p:childTnLst>
                                    <p:set>
                                      <p:cBhvr>
                                        <p:cTn id="68" dur="1" fill="hold">
                                          <p:stCondLst>
                                            <p:cond delay="0"/>
                                          </p:stCondLst>
                                        </p:cTn>
                                        <p:tgtEl>
                                          <p:spTgt spid="14"/>
                                        </p:tgtEl>
                                        <p:attrNameLst>
                                          <p:attrName>style.visibility</p:attrName>
                                        </p:attrNameLst>
                                      </p:cBhvr>
                                      <p:to>
                                        <p:strVal val="visible"/>
                                      </p:to>
                                    </p:set>
                                    <p:anim calcmode="lin" valueType="num">
                                      <p:cBhvr>
                                        <p:cTn id="69" dur="500" fill="hold"/>
                                        <p:tgtEl>
                                          <p:spTgt spid="14"/>
                                        </p:tgtEl>
                                        <p:attrNameLst>
                                          <p:attrName>ppt_w</p:attrName>
                                        </p:attrNameLst>
                                      </p:cBhvr>
                                      <p:tavLst>
                                        <p:tav tm="0">
                                          <p:val>
                                            <p:fltVal val="0"/>
                                          </p:val>
                                        </p:tav>
                                        <p:tav tm="100000">
                                          <p:val>
                                            <p:strVal val="#ppt_w"/>
                                          </p:val>
                                        </p:tav>
                                      </p:tavLst>
                                    </p:anim>
                                    <p:anim calcmode="lin" valueType="num">
                                      <p:cBhvr>
                                        <p:cTn id="70" dur="500" fill="hold"/>
                                        <p:tgtEl>
                                          <p:spTgt spid="14"/>
                                        </p:tgtEl>
                                        <p:attrNameLst>
                                          <p:attrName>ppt_h</p:attrName>
                                        </p:attrNameLst>
                                      </p:cBhvr>
                                      <p:tavLst>
                                        <p:tav tm="0">
                                          <p:val>
                                            <p:fltVal val="0"/>
                                          </p:val>
                                        </p:tav>
                                        <p:tav tm="100000">
                                          <p:val>
                                            <p:strVal val="#ppt_h"/>
                                          </p:val>
                                        </p:tav>
                                      </p:tavLst>
                                    </p:anim>
                                    <p:animEffect transition="in" filter="fade">
                                      <p:cBhvr>
                                        <p:cTn id="71" dur="500"/>
                                        <p:tgtEl>
                                          <p:spTgt spid="14"/>
                                        </p:tgtEl>
                                      </p:cBhvr>
                                    </p:animEffect>
                                  </p:childTnLst>
                                </p:cTn>
                              </p:par>
                            </p:childTnLst>
                          </p:cTn>
                        </p:par>
                        <p:par>
                          <p:cTn id="72" fill="hold">
                            <p:stCondLst>
                              <p:cond delay="7000"/>
                            </p:stCondLst>
                            <p:childTnLst>
                              <p:par>
                                <p:cTn id="73" presetID="22" presetClass="entr" presetSubtype="4" fill="hold"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wipe(down)">
                                      <p:cBhvr>
                                        <p:cTn id="75" dur="500"/>
                                        <p:tgtEl>
                                          <p:spTgt spid="11"/>
                                        </p:tgtEl>
                                      </p:cBhvr>
                                    </p:animEffect>
                                  </p:childTnLst>
                                </p:cTn>
                              </p:par>
                            </p:childTnLst>
                          </p:cTn>
                        </p:par>
                        <p:par>
                          <p:cTn id="76" fill="hold">
                            <p:stCondLst>
                              <p:cond delay="7500"/>
                            </p:stCondLst>
                            <p:childTnLst>
                              <p:par>
                                <p:cTn id="77" presetID="22" presetClass="entr" presetSubtype="4" fill="hold" nodeType="afterEffect">
                                  <p:stCondLst>
                                    <p:cond delay="0"/>
                                  </p:stCondLst>
                                  <p:childTnLst>
                                    <p:set>
                                      <p:cBhvr>
                                        <p:cTn id="78" dur="1" fill="hold">
                                          <p:stCondLst>
                                            <p:cond delay="0"/>
                                          </p:stCondLst>
                                        </p:cTn>
                                        <p:tgtEl>
                                          <p:spTgt spid="3"/>
                                        </p:tgtEl>
                                        <p:attrNameLst>
                                          <p:attrName>style.visibility</p:attrName>
                                        </p:attrNameLst>
                                      </p:cBhvr>
                                      <p:to>
                                        <p:strVal val="visible"/>
                                      </p:to>
                                    </p:set>
                                    <p:animEffect transition="in" filter="wipe(down)">
                                      <p:cBhvr>
                                        <p:cTn id="79" dur="500"/>
                                        <p:tgtEl>
                                          <p:spTgt spid="3"/>
                                        </p:tgtEl>
                                      </p:cBhvr>
                                    </p:animEffect>
                                  </p:childTnLst>
                                </p:cTn>
                              </p:par>
                            </p:childTnLst>
                          </p:cTn>
                        </p:par>
                        <p:par>
                          <p:cTn id="80" fill="hold">
                            <p:stCondLst>
                              <p:cond delay="8000"/>
                            </p:stCondLst>
                            <p:childTnLst>
                              <p:par>
                                <p:cTn id="81" presetID="22" presetClass="entr" presetSubtype="4" fill="hold" grpId="0" nodeType="afterEffect">
                                  <p:stCondLst>
                                    <p:cond delay="0"/>
                                  </p:stCondLst>
                                  <p:childTnLst>
                                    <p:set>
                                      <p:cBhvr>
                                        <p:cTn id="82" dur="1" fill="hold">
                                          <p:stCondLst>
                                            <p:cond delay="0"/>
                                          </p:stCondLst>
                                        </p:cTn>
                                        <p:tgtEl>
                                          <p:spTgt spid="84"/>
                                        </p:tgtEl>
                                        <p:attrNameLst>
                                          <p:attrName>style.visibility</p:attrName>
                                        </p:attrNameLst>
                                      </p:cBhvr>
                                      <p:to>
                                        <p:strVal val="visible"/>
                                      </p:to>
                                    </p:set>
                                    <p:animEffect transition="in" filter="wipe(down)">
                                      <p:cBhvr>
                                        <p:cTn id="83" dur="500"/>
                                        <p:tgtEl>
                                          <p:spTgt spid="84"/>
                                        </p:tgtEl>
                                      </p:cBhvr>
                                    </p:animEffect>
                                  </p:childTnLst>
                                </p:cTn>
                              </p:par>
                            </p:childTnLst>
                          </p:cTn>
                        </p:par>
                        <p:par>
                          <p:cTn id="84" fill="hold">
                            <p:stCondLst>
                              <p:cond delay="8500"/>
                            </p:stCondLst>
                            <p:childTnLst>
                              <p:par>
                                <p:cTn id="85" presetID="53" presetClass="entr" presetSubtype="0" fill="hold" grpId="0" nodeType="afterEffect">
                                  <p:stCondLst>
                                    <p:cond delay="0"/>
                                  </p:stCondLst>
                                  <p:childTnLst>
                                    <p:set>
                                      <p:cBhvr>
                                        <p:cTn id="86" dur="1" fill="hold">
                                          <p:stCondLst>
                                            <p:cond delay="0"/>
                                          </p:stCondLst>
                                        </p:cTn>
                                        <p:tgtEl>
                                          <p:spTgt spid="93"/>
                                        </p:tgtEl>
                                        <p:attrNameLst>
                                          <p:attrName>style.visibility</p:attrName>
                                        </p:attrNameLst>
                                      </p:cBhvr>
                                      <p:to>
                                        <p:strVal val="visible"/>
                                      </p:to>
                                    </p:set>
                                    <p:anim calcmode="lin" valueType="num">
                                      <p:cBhvr>
                                        <p:cTn id="87" dur="500" fill="hold"/>
                                        <p:tgtEl>
                                          <p:spTgt spid="93"/>
                                        </p:tgtEl>
                                        <p:attrNameLst>
                                          <p:attrName>ppt_w</p:attrName>
                                        </p:attrNameLst>
                                      </p:cBhvr>
                                      <p:tavLst>
                                        <p:tav tm="0">
                                          <p:val>
                                            <p:fltVal val="0"/>
                                          </p:val>
                                        </p:tav>
                                        <p:tav tm="100000">
                                          <p:val>
                                            <p:strVal val="#ppt_w"/>
                                          </p:val>
                                        </p:tav>
                                      </p:tavLst>
                                    </p:anim>
                                    <p:anim calcmode="lin" valueType="num">
                                      <p:cBhvr>
                                        <p:cTn id="88" dur="500" fill="hold"/>
                                        <p:tgtEl>
                                          <p:spTgt spid="93"/>
                                        </p:tgtEl>
                                        <p:attrNameLst>
                                          <p:attrName>ppt_h</p:attrName>
                                        </p:attrNameLst>
                                      </p:cBhvr>
                                      <p:tavLst>
                                        <p:tav tm="0">
                                          <p:val>
                                            <p:fltVal val="0"/>
                                          </p:val>
                                        </p:tav>
                                        <p:tav tm="100000">
                                          <p:val>
                                            <p:strVal val="#ppt_h"/>
                                          </p:val>
                                        </p:tav>
                                      </p:tavLst>
                                    </p:anim>
                                    <p:animEffect transition="in" filter="fade">
                                      <p:cBhvr>
                                        <p:cTn id="89" dur="500"/>
                                        <p:tgtEl>
                                          <p:spTgt spid="93"/>
                                        </p:tgtEl>
                                      </p:cBhvr>
                                    </p:animEffect>
                                  </p:childTnLst>
                                </p:cTn>
                              </p:par>
                            </p:childTnLst>
                          </p:cTn>
                        </p:par>
                        <p:par>
                          <p:cTn id="90" fill="hold">
                            <p:stCondLst>
                              <p:cond delay="9000"/>
                            </p:stCondLst>
                            <p:childTnLst>
                              <p:par>
                                <p:cTn id="91" presetID="53" presetClass="entr" presetSubtype="0" fill="hold" nodeType="afterEffect">
                                  <p:stCondLst>
                                    <p:cond delay="0"/>
                                  </p:stCondLst>
                                  <p:childTnLst>
                                    <p:set>
                                      <p:cBhvr>
                                        <p:cTn id="92" dur="1" fill="hold">
                                          <p:stCondLst>
                                            <p:cond delay="0"/>
                                          </p:stCondLst>
                                        </p:cTn>
                                        <p:tgtEl>
                                          <p:spTgt spid="16"/>
                                        </p:tgtEl>
                                        <p:attrNameLst>
                                          <p:attrName>style.visibility</p:attrName>
                                        </p:attrNameLst>
                                      </p:cBhvr>
                                      <p:to>
                                        <p:strVal val="visible"/>
                                      </p:to>
                                    </p:set>
                                    <p:anim calcmode="lin" valueType="num">
                                      <p:cBhvr>
                                        <p:cTn id="93" dur="500" fill="hold"/>
                                        <p:tgtEl>
                                          <p:spTgt spid="16"/>
                                        </p:tgtEl>
                                        <p:attrNameLst>
                                          <p:attrName>ppt_w</p:attrName>
                                        </p:attrNameLst>
                                      </p:cBhvr>
                                      <p:tavLst>
                                        <p:tav tm="0">
                                          <p:val>
                                            <p:fltVal val="0"/>
                                          </p:val>
                                        </p:tav>
                                        <p:tav tm="100000">
                                          <p:val>
                                            <p:strVal val="#ppt_w"/>
                                          </p:val>
                                        </p:tav>
                                      </p:tavLst>
                                    </p:anim>
                                    <p:anim calcmode="lin" valueType="num">
                                      <p:cBhvr>
                                        <p:cTn id="94" dur="500" fill="hold"/>
                                        <p:tgtEl>
                                          <p:spTgt spid="16"/>
                                        </p:tgtEl>
                                        <p:attrNameLst>
                                          <p:attrName>ppt_h</p:attrName>
                                        </p:attrNameLst>
                                      </p:cBhvr>
                                      <p:tavLst>
                                        <p:tav tm="0">
                                          <p:val>
                                            <p:fltVal val="0"/>
                                          </p:val>
                                        </p:tav>
                                        <p:tav tm="100000">
                                          <p:val>
                                            <p:strVal val="#ppt_h"/>
                                          </p:val>
                                        </p:tav>
                                      </p:tavLst>
                                    </p:anim>
                                    <p:animEffect transition="in" filter="fade">
                                      <p:cBhvr>
                                        <p:cTn id="95" dur="500"/>
                                        <p:tgtEl>
                                          <p:spTgt spid="16"/>
                                        </p:tgtEl>
                                      </p:cBhvr>
                                    </p:animEffect>
                                  </p:childTnLst>
                                </p:cTn>
                              </p:par>
                            </p:childTnLst>
                          </p:cTn>
                        </p:par>
                        <p:par>
                          <p:cTn id="96" fill="hold">
                            <p:stCondLst>
                              <p:cond delay="9500"/>
                            </p:stCondLst>
                            <p:childTnLst>
                              <p:par>
                                <p:cTn id="97" presetID="22" presetClass="entr" presetSubtype="8" fill="hold" nodeType="afterEffect">
                                  <p:stCondLst>
                                    <p:cond delay="0"/>
                                  </p:stCondLst>
                                  <p:childTnLst>
                                    <p:set>
                                      <p:cBhvr>
                                        <p:cTn id="98" dur="1" fill="hold">
                                          <p:stCondLst>
                                            <p:cond delay="0"/>
                                          </p:stCondLst>
                                        </p:cTn>
                                        <p:tgtEl>
                                          <p:spTgt spid="10"/>
                                        </p:tgtEl>
                                        <p:attrNameLst>
                                          <p:attrName>style.visibility</p:attrName>
                                        </p:attrNameLst>
                                      </p:cBhvr>
                                      <p:to>
                                        <p:strVal val="visible"/>
                                      </p:to>
                                    </p:set>
                                    <p:animEffect transition="in" filter="wipe(left)">
                                      <p:cBhvr>
                                        <p:cTn id="99" dur="500"/>
                                        <p:tgtEl>
                                          <p:spTgt spid="10"/>
                                        </p:tgtEl>
                                      </p:cBhvr>
                                    </p:animEffect>
                                  </p:childTnLst>
                                </p:cTn>
                              </p:par>
                            </p:childTnLst>
                          </p:cTn>
                        </p:par>
                        <p:par>
                          <p:cTn id="100" fill="hold">
                            <p:stCondLst>
                              <p:cond delay="10000"/>
                            </p:stCondLst>
                            <p:childTnLst>
                              <p:par>
                                <p:cTn id="101" presetID="22" presetClass="entr" presetSubtype="4" fill="hold" nodeType="afterEffect">
                                  <p:stCondLst>
                                    <p:cond delay="0"/>
                                  </p:stCondLst>
                                  <p:childTnLst>
                                    <p:set>
                                      <p:cBhvr>
                                        <p:cTn id="102" dur="1" fill="hold">
                                          <p:stCondLst>
                                            <p:cond delay="0"/>
                                          </p:stCondLst>
                                        </p:cTn>
                                        <p:tgtEl>
                                          <p:spTgt spid="4"/>
                                        </p:tgtEl>
                                        <p:attrNameLst>
                                          <p:attrName>style.visibility</p:attrName>
                                        </p:attrNameLst>
                                      </p:cBhvr>
                                      <p:to>
                                        <p:strVal val="visible"/>
                                      </p:to>
                                    </p:set>
                                    <p:animEffect transition="in" filter="wipe(down)">
                                      <p:cBhvr>
                                        <p:cTn id="103" dur="500"/>
                                        <p:tgtEl>
                                          <p:spTgt spid="4"/>
                                        </p:tgtEl>
                                      </p:cBhvr>
                                    </p:animEffect>
                                  </p:childTnLst>
                                </p:cTn>
                              </p:par>
                            </p:childTnLst>
                          </p:cTn>
                        </p:par>
                        <p:par>
                          <p:cTn id="104" fill="hold">
                            <p:stCondLst>
                              <p:cond delay="10500"/>
                            </p:stCondLst>
                            <p:childTnLst>
                              <p:par>
                                <p:cTn id="105" presetID="22" presetClass="entr" presetSubtype="4" fill="hold" grpId="0" nodeType="afterEffect">
                                  <p:stCondLst>
                                    <p:cond delay="0"/>
                                  </p:stCondLst>
                                  <p:childTnLst>
                                    <p:set>
                                      <p:cBhvr>
                                        <p:cTn id="106" dur="1" fill="hold">
                                          <p:stCondLst>
                                            <p:cond delay="0"/>
                                          </p:stCondLst>
                                        </p:cTn>
                                        <p:tgtEl>
                                          <p:spTgt spid="81"/>
                                        </p:tgtEl>
                                        <p:attrNameLst>
                                          <p:attrName>style.visibility</p:attrName>
                                        </p:attrNameLst>
                                      </p:cBhvr>
                                      <p:to>
                                        <p:strVal val="visible"/>
                                      </p:to>
                                    </p:set>
                                    <p:animEffect transition="in" filter="wipe(down)">
                                      <p:cBhvr>
                                        <p:cTn id="107" dur="500"/>
                                        <p:tgtEl>
                                          <p:spTgt spid="81"/>
                                        </p:tgtEl>
                                      </p:cBhvr>
                                    </p:animEffect>
                                  </p:childTnLst>
                                </p:cTn>
                              </p:par>
                            </p:childTnLst>
                          </p:cTn>
                        </p:par>
                        <p:par>
                          <p:cTn id="108" fill="hold">
                            <p:stCondLst>
                              <p:cond delay="11000"/>
                            </p:stCondLst>
                            <p:childTnLst>
                              <p:par>
                                <p:cTn id="109" presetID="53" presetClass="entr" presetSubtype="0" fill="hold" grpId="0" nodeType="afterEffect">
                                  <p:stCondLst>
                                    <p:cond delay="0"/>
                                  </p:stCondLst>
                                  <p:childTnLst>
                                    <p:set>
                                      <p:cBhvr>
                                        <p:cTn id="110" dur="1" fill="hold">
                                          <p:stCondLst>
                                            <p:cond delay="0"/>
                                          </p:stCondLst>
                                        </p:cTn>
                                        <p:tgtEl>
                                          <p:spTgt spid="92"/>
                                        </p:tgtEl>
                                        <p:attrNameLst>
                                          <p:attrName>style.visibility</p:attrName>
                                        </p:attrNameLst>
                                      </p:cBhvr>
                                      <p:to>
                                        <p:strVal val="visible"/>
                                      </p:to>
                                    </p:set>
                                    <p:anim calcmode="lin" valueType="num">
                                      <p:cBhvr>
                                        <p:cTn id="111" dur="500" fill="hold"/>
                                        <p:tgtEl>
                                          <p:spTgt spid="92"/>
                                        </p:tgtEl>
                                        <p:attrNameLst>
                                          <p:attrName>ppt_w</p:attrName>
                                        </p:attrNameLst>
                                      </p:cBhvr>
                                      <p:tavLst>
                                        <p:tav tm="0">
                                          <p:val>
                                            <p:fltVal val="0"/>
                                          </p:val>
                                        </p:tav>
                                        <p:tav tm="100000">
                                          <p:val>
                                            <p:strVal val="#ppt_w"/>
                                          </p:val>
                                        </p:tav>
                                      </p:tavLst>
                                    </p:anim>
                                    <p:anim calcmode="lin" valueType="num">
                                      <p:cBhvr>
                                        <p:cTn id="112" dur="500" fill="hold"/>
                                        <p:tgtEl>
                                          <p:spTgt spid="92"/>
                                        </p:tgtEl>
                                        <p:attrNameLst>
                                          <p:attrName>ppt_h</p:attrName>
                                        </p:attrNameLst>
                                      </p:cBhvr>
                                      <p:tavLst>
                                        <p:tav tm="0">
                                          <p:val>
                                            <p:fltVal val="0"/>
                                          </p:val>
                                        </p:tav>
                                        <p:tav tm="100000">
                                          <p:val>
                                            <p:strVal val="#ppt_h"/>
                                          </p:val>
                                        </p:tav>
                                      </p:tavLst>
                                    </p:anim>
                                    <p:animEffect transition="in" filter="fade">
                                      <p:cBhvr>
                                        <p:cTn id="113" dur="500"/>
                                        <p:tgtEl>
                                          <p:spTgt spid="92"/>
                                        </p:tgtEl>
                                      </p:cBhvr>
                                    </p:animEffect>
                                  </p:childTnLst>
                                </p:cTn>
                              </p:par>
                            </p:childTnLst>
                          </p:cTn>
                        </p:par>
                        <p:par>
                          <p:cTn id="114" fill="hold">
                            <p:stCondLst>
                              <p:cond delay="11500"/>
                            </p:stCondLst>
                            <p:childTnLst>
                              <p:par>
                                <p:cTn id="115" presetID="53" presetClass="entr" presetSubtype="0" fill="hold" nodeType="afterEffect">
                                  <p:stCondLst>
                                    <p:cond delay="0"/>
                                  </p:stCondLst>
                                  <p:childTnLst>
                                    <p:set>
                                      <p:cBhvr>
                                        <p:cTn id="116" dur="1" fill="hold">
                                          <p:stCondLst>
                                            <p:cond delay="0"/>
                                          </p:stCondLst>
                                        </p:cTn>
                                        <p:tgtEl>
                                          <p:spTgt spid="15"/>
                                        </p:tgtEl>
                                        <p:attrNameLst>
                                          <p:attrName>style.visibility</p:attrName>
                                        </p:attrNameLst>
                                      </p:cBhvr>
                                      <p:to>
                                        <p:strVal val="visible"/>
                                      </p:to>
                                    </p:set>
                                    <p:anim calcmode="lin" valueType="num">
                                      <p:cBhvr>
                                        <p:cTn id="117" dur="500" fill="hold"/>
                                        <p:tgtEl>
                                          <p:spTgt spid="15"/>
                                        </p:tgtEl>
                                        <p:attrNameLst>
                                          <p:attrName>ppt_w</p:attrName>
                                        </p:attrNameLst>
                                      </p:cBhvr>
                                      <p:tavLst>
                                        <p:tav tm="0">
                                          <p:val>
                                            <p:fltVal val="0"/>
                                          </p:val>
                                        </p:tav>
                                        <p:tav tm="100000">
                                          <p:val>
                                            <p:strVal val="#ppt_w"/>
                                          </p:val>
                                        </p:tav>
                                      </p:tavLst>
                                    </p:anim>
                                    <p:anim calcmode="lin" valueType="num">
                                      <p:cBhvr>
                                        <p:cTn id="118" dur="500" fill="hold"/>
                                        <p:tgtEl>
                                          <p:spTgt spid="15"/>
                                        </p:tgtEl>
                                        <p:attrNameLst>
                                          <p:attrName>ppt_h</p:attrName>
                                        </p:attrNameLst>
                                      </p:cBhvr>
                                      <p:tavLst>
                                        <p:tav tm="0">
                                          <p:val>
                                            <p:fltVal val="0"/>
                                          </p:val>
                                        </p:tav>
                                        <p:tav tm="100000">
                                          <p:val>
                                            <p:strVal val="#ppt_h"/>
                                          </p:val>
                                        </p:tav>
                                      </p:tavLst>
                                    </p:anim>
                                    <p:animEffect transition="in" filter="fade">
                                      <p:cBhvr>
                                        <p:cTn id="119" dur="500"/>
                                        <p:tgtEl>
                                          <p:spTgt spid="15"/>
                                        </p:tgtEl>
                                      </p:cBhvr>
                                    </p:animEffect>
                                  </p:childTnLst>
                                </p:cTn>
                              </p:par>
                            </p:childTnLst>
                          </p:cTn>
                        </p:par>
                        <p:par>
                          <p:cTn id="120" fill="hold">
                            <p:stCondLst>
                              <p:cond delay="12000"/>
                            </p:stCondLst>
                            <p:childTnLst>
                              <p:par>
                                <p:cTn id="121" presetID="22" presetClass="entr" presetSubtype="8" fill="hold" nodeType="afterEffect">
                                  <p:stCondLst>
                                    <p:cond delay="0"/>
                                  </p:stCondLst>
                                  <p:childTnLst>
                                    <p:set>
                                      <p:cBhvr>
                                        <p:cTn id="122" dur="1" fill="hold">
                                          <p:stCondLst>
                                            <p:cond delay="0"/>
                                          </p:stCondLst>
                                        </p:cTn>
                                        <p:tgtEl>
                                          <p:spTgt spid="9"/>
                                        </p:tgtEl>
                                        <p:attrNameLst>
                                          <p:attrName>style.visibility</p:attrName>
                                        </p:attrNameLst>
                                      </p:cBhvr>
                                      <p:to>
                                        <p:strVal val="visible"/>
                                      </p:to>
                                    </p:set>
                                    <p:animEffect transition="in" filter="wipe(left)">
                                      <p:cBhvr>
                                        <p:cTn id="123" dur="500"/>
                                        <p:tgtEl>
                                          <p:spTgt spid="9"/>
                                        </p:tgtEl>
                                      </p:cBhvr>
                                    </p:animEffect>
                                  </p:childTnLst>
                                </p:cTn>
                              </p:par>
                            </p:childTnLst>
                          </p:cTn>
                        </p:par>
                        <p:par>
                          <p:cTn id="124" fill="hold">
                            <p:stCondLst>
                              <p:cond delay="12500"/>
                            </p:stCondLst>
                            <p:childTnLst>
                              <p:par>
                                <p:cTn id="125" presetID="53" presetClass="entr" presetSubtype="0" fill="hold" grpId="0" nodeType="afterEffect">
                                  <p:stCondLst>
                                    <p:cond delay="0"/>
                                  </p:stCondLst>
                                  <p:childTnLst>
                                    <p:set>
                                      <p:cBhvr>
                                        <p:cTn id="126" dur="1" fill="hold">
                                          <p:stCondLst>
                                            <p:cond delay="0"/>
                                          </p:stCondLst>
                                        </p:cTn>
                                        <p:tgtEl>
                                          <p:spTgt spid="134"/>
                                        </p:tgtEl>
                                        <p:attrNameLst>
                                          <p:attrName>style.visibility</p:attrName>
                                        </p:attrNameLst>
                                      </p:cBhvr>
                                      <p:to>
                                        <p:strVal val="visible"/>
                                      </p:to>
                                    </p:set>
                                    <p:anim calcmode="lin" valueType="num">
                                      <p:cBhvr>
                                        <p:cTn id="127" dur="500" fill="hold"/>
                                        <p:tgtEl>
                                          <p:spTgt spid="134"/>
                                        </p:tgtEl>
                                        <p:attrNameLst>
                                          <p:attrName>ppt_w</p:attrName>
                                        </p:attrNameLst>
                                      </p:cBhvr>
                                      <p:tavLst>
                                        <p:tav tm="0">
                                          <p:val>
                                            <p:fltVal val="0"/>
                                          </p:val>
                                        </p:tav>
                                        <p:tav tm="100000">
                                          <p:val>
                                            <p:strVal val="#ppt_w"/>
                                          </p:val>
                                        </p:tav>
                                      </p:tavLst>
                                    </p:anim>
                                    <p:anim calcmode="lin" valueType="num">
                                      <p:cBhvr>
                                        <p:cTn id="128" dur="500" fill="hold"/>
                                        <p:tgtEl>
                                          <p:spTgt spid="134"/>
                                        </p:tgtEl>
                                        <p:attrNameLst>
                                          <p:attrName>ppt_h</p:attrName>
                                        </p:attrNameLst>
                                      </p:cBhvr>
                                      <p:tavLst>
                                        <p:tav tm="0">
                                          <p:val>
                                            <p:fltVal val="0"/>
                                          </p:val>
                                        </p:tav>
                                        <p:tav tm="100000">
                                          <p:val>
                                            <p:strVal val="#ppt_h"/>
                                          </p:val>
                                        </p:tav>
                                      </p:tavLst>
                                    </p:anim>
                                    <p:animEffect transition="in" filter="fade">
                                      <p:cBhvr>
                                        <p:cTn id="129" dur="500"/>
                                        <p:tgtEl>
                                          <p:spTgt spid="134"/>
                                        </p:tgtEl>
                                      </p:cBhvr>
                                    </p:animEffect>
                                  </p:childTnLst>
                                </p:cTn>
                              </p:par>
                            </p:childTnLst>
                          </p:cTn>
                        </p:par>
                        <p:par>
                          <p:cTn id="130" fill="hold">
                            <p:stCondLst>
                              <p:cond delay="13000"/>
                            </p:stCondLst>
                            <p:childTnLst>
                              <p:par>
                                <p:cTn id="131" presetID="22" presetClass="entr" presetSubtype="8" fill="hold" grpId="0" nodeType="after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wipe(left)">
                                      <p:cBhvr>
                                        <p:cTn id="133" dur="500"/>
                                        <p:tgtEl>
                                          <p:spTgt spid="133"/>
                                        </p:tgtEl>
                                      </p:cBhvr>
                                    </p:animEffect>
                                  </p:childTnLst>
                                </p:cTn>
                              </p:par>
                            </p:childTnLst>
                          </p:cTn>
                        </p:par>
                        <p:par>
                          <p:cTn id="134" fill="hold">
                            <p:stCondLst>
                              <p:cond delay="13500"/>
                            </p:stCondLst>
                            <p:childTnLst>
                              <p:par>
                                <p:cTn id="135" presetID="53" presetClass="entr" presetSubtype="0" fill="hold" grpId="0" nodeType="afterEffect">
                                  <p:stCondLst>
                                    <p:cond delay="0"/>
                                  </p:stCondLst>
                                  <p:childTnLst>
                                    <p:set>
                                      <p:cBhvr>
                                        <p:cTn id="136" dur="1" fill="hold">
                                          <p:stCondLst>
                                            <p:cond delay="0"/>
                                          </p:stCondLst>
                                        </p:cTn>
                                        <p:tgtEl>
                                          <p:spTgt spid="136"/>
                                        </p:tgtEl>
                                        <p:attrNameLst>
                                          <p:attrName>style.visibility</p:attrName>
                                        </p:attrNameLst>
                                      </p:cBhvr>
                                      <p:to>
                                        <p:strVal val="visible"/>
                                      </p:to>
                                    </p:set>
                                    <p:anim calcmode="lin" valueType="num">
                                      <p:cBhvr>
                                        <p:cTn id="137" dur="500" fill="hold"/>
                                        <p:tgtEl>
                                          <p:spTgt spid="136"/>
                                        </p:tgtEl>
                                        <p:attrNameLst>
                                          <p:attrName>ppt_w</p:attrName>
                                        </p:attrNameLst>
                                      </p:cBhvr>
                                      <p:tavLst>
                                        <p:tav tm="0">
                                          <p:val>
                                            <p:fltVal val="0"/>
                                          </p:val>
                                        </p:tav>
                                        <p:tav tm="100000">
                                          <p:val>
                                            <p:strVal val="#ppt_w"/>
                                          </p:val>
                                        </p:tav>
                                      </p:tavLst>
                                    </p:anim>
                                    <p:anim calcmode="lin" valueType="num">
                                      <p:cBhvr>
                                        <p:cTn id="138" dur="500" fill="hold"/>
                                        <p:tgtEl>
                                          <p:spTgt spid="136"/>
                                        </p:tgtEl>
                                        <p:attrNameLst>
                                          <p:attrName>ppt_h</p:attrName>
                                        </p:attrNameLst>
                                      </p:cBhvr>
                                      <p:tavLst>
                                        <p:tav tm="0">
                                          <p:val>
                                            <p:fltVal val="0"/>
                                          </p:val>
                                        </p:tav>
                                        <p:tav tm="100000">
                                          <p:val>
                                            <p:strVal val="#ppt_h"/>
                                          </p:val>
                                        </p:tav>
                                      </p:tavLst>
                                    </p:anim>
                                    <p:animEffect transition="in" filter="fade">
                                      <p:cBhvr>
                                        <p:cTn id="139" dur="500"/>
                                        <p:tgtEl>
                                          <p:spTgt spid="136"/>
                                        </p:tgtEl>
                                      </p:cBhvr>
                                    </p:animEffect>
                                  </p:childTnLst>
                                </p:cTn>
                              </p:par>
                            </p:childTnLst>
                          </p:cTn>
                        </p:par>
                        <p:par>
                          <p:cTn id="140" fill="hold">
                            <p:stCondLst>
                              <p:cond delay="14000"/>
                            </p:stCondLst>
                            <p:childTnLst>
                              <p:par>
                                <p:cTn id="141" presetID="22" presetClass="entr" presetSubtype="2" fill="hold" grpId="0" nodeType="afterEffect">
                                  <p:stCondLst>
                                    <p:cond delay="0"/>
                                  </p:stCondLst>
                                  <p:childTnLst>
                                    <p:set>
                                      <p:cBhvr>
                                        <p:cTn id="142" dur="1" fill="hold">
                                          <p:stCondLst>
                                            <p:cond delay="0"/>
                                          </p:stCondLst>
                                        </p:cTn>
                                        <p:tgtEl>
                                          <p:spTgt spid="135"/>
                                        </p:tgtEl>
                                        <p:attrNameLst>
                                          <p:attrName>style.visibility</p:attrName>
                                        </p:attrNameLst>
                                      </p:cBhvr>
                                      <p:to>
                                        <p:strVal val="visible"/>
                                      </p:to>
                                    </p:set>
                                    <p:animEffect transition="in" filter="wipe(right)">
                                      <p:cBhvr>
                                        <p:cTn id="143"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P spid="83" grpId="0" animBg="1"/>
      <p:bldP spid="84" grpId="0" animBg="1"/>
      <p:bldP spid="85" grpId="0" animBg="1"/>
      <p:bldP spid="90" grpId="0" animBg="1"/>
      <p:bldP spid="91" grpId="0" animBg="1"/>
      <p:bldP spid="92" grpId="0" animBg="1"/>
      <p:bldP spid="93" grpId="0" animBg="1"/>
      <p:bldP spid="94" grpId="0" animBg="1"/>
      <p:bldP spid="133" grpId="0"/>
      <p:bldP spid="134" grpId="0" animBg="1"/>
      <p:bldP spid="135" grpId="0"/>
      <p:bldP spid="136"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 name="Rectangle 194"/>
          <p:cNvSpPr/>
          <p:nvPr/>
        </p:nvSpPr>
        <p:spPr bwMode="auto">
          <a:xfrm>
            <a:off x="0" y="3508376"/>
            <a:ext cx="9144000" cy="1635124"/>
          </a:xfrm>
          <a:prstGeom prst="rect">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 name="Title 6"/>
          <p:cNvSpPr>
            <a:spLocks noGrp="1"/>
          </p:cNvSpPr>
          <p:nvPr>
            <p:ph type="title"/>
          </p:nvPr>
        </p:nvSpPr>
        <p:spPr/>
        <p:txBody>
          <a:bodyPr/>
          <a:lstStyle/>
          <a:p>
            <a:r>
              <a:rPr lang="en-US"/>
              <a:t>Growth of Business</a:t>
            </a:r>
            <a:endParaRPr lang="en-US" dirty="0"/>
          </a:p>
        </p:txBody>
      </p:sp>
      <p:sp>
        <p:nvSpPr>
          <p:cNvPr id="8" name="Text Placeholder 7"/>
          <p:cNvSpPr>
            <a:spLocks noGrp="1"/>
          </p:cNvSpPr>
          <p:nvPr>
            <p:ph type="body" sz="half" idx="2"/>
          </p:nvPr>
        </p:nvSpPr>
        <p:spPr/>
        <p:txBody>
          <a:bodyPr/>
          <a:lstStyle/>
          <a:p>
            <a:r>
              <a:rPr lang="en-US"/>
              <a:t>Growth of Business</a:t>
            </a:r>
            <a:endParaRPr lang="en-US" dirty="0"/>
          </a:p>
        </p:txBody>
      </p:sp>
      <p:sp>
        <p:nvSpPr>
          <p:cNvPr id="1121" name="Freeform 97"/>
          <p:cNvSpPr>
            <a:spLocks/>
          </p:cNvSpPr>
          <p:nvPr/>
        </p:nvSpPr>
        <p:spPr bwMode="auto">
          <a:xfrm>
            <a:off x="2219324" y="3302001"/>
            <a:ext cx="625475" cy="206375"/>
          </a:xfrm>
          <a:custGeom>
            <a:avLst/>
            <a:gdLst/>
            <a:ahLst/>
            <a:cxnLst>
              <a:cxn ang="0">
                <a:pos x="82" y="9"/>
              </a:cxn>
              <a:cxn ang="0">
                <a:pos x="127" y="27"/>
              </a:cxn>
              <a:cxn ang="0">
                <a:pos x="151" y="50"/>
              </a:cxn>
              <a:cxn ang="0">
                <a:pos x="0" y="50"/>
              </a:cxn>
              <a:cxn ang="0">
                <a:pos x="35" y="18"/>
              </a:cxn>
              <a:cxn ang="0">
                <a:pos x="82" y="9"/>
              </a:cxn>
            </a:cxnLst>
            <a:rect l="0" t="0" r="r" b="b"/>
            <a:pathLst>
              <a:path w="151" h="50">
                <a:moveTo>
                  <a:pt x="82" y="9"/>
                </a:moveTo>
                <a:cubicBezTo>
                  <a:pt x="98" y="4"/>
                  <a:pt x="113" y="9"/>
                  <a:pt x="127" y="27"/>
                </a:cubicBezTo>
                <a:cubicBezTo>
                  <a:pt x="139" y="26"/>
                  <a:pt x="147" y="33"/>
                  <a:pt x="151" y="50"/>
                </a:cubicBezTo>
                <a:cubicBezTo>
                  <a:pt x="0" y="50"/>
                  <a:pt x="0" y="50"/>
                  <a:pt x="0" y="50"/>
                </a:cubicBezTo>
                <a:cubicBezTo>
                  <a:pt x="3" y="33"/>
                  <a:pt x="15" y="22"/>
                  <a:pt x="35" y="18"/>
                </a:cubicBezTo>
                <a:cubicBezTo>
                  <a:pt x="49" y="3"/>
                  <a:pt x="65" y="0"/>
                  <a:pt x="82" y="9"/>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93"/>
          <p:cNvGrpSpPr/>
          <p:nvPr/>
        </p:nvGrpSpPr>
        <p:grpSpPr>
          <a:xfrm>
            <a:off x="2101849" y="2800350"/>
            <a:ext cx="793751" cy="555625"/>
            <a:chOff x="1720849" y="3103563"/>
            <a:chExt cx="793751" cy="555625"/>
          </a:xfrm>
        </p:grpSpPr>
        <p:sp>
          <p:nvSpPr>
            <p:cNvPr id="1129" name="Freeform 105"/>
            <p:cNvSpPr>
              <a:spLocks/>
            </p:cNvSpPr>
            <p:nvPr/>
          </p:nvSpPr>
          <p:spPr bwMode="auto">
            <a:xfrm>
              <a:off x="1720849" y="3211513"/>
              <a:ext cx="430213" cy="306388"/>
            </a:xfrm>
            <a:custGeom>
              <a:avLst/>
              <a:gdLst/>
              <a:ahLst/>
              <a:cxnLst>
                <a:cxn ang="0">
                  <a:pos x="104" y="64"/>
                </a:cxn>
                <a:cxn ang="0">
                  <a:pos x="18" y="15"/>
                </a:cxn>
                <a:cxn ang="0">
                  <a:pos x="78" y="63"/>
                </a:cxn>
                <a:cxn ang="0">
                  <a:pos x="0" y="7"/>
                </a:cxn>
                <a:cxn ang="0">
                  <a:pos x="91" y="43"/>
                </a:cxn>
                <a:cxn ang="0">
                  <a:pos x="104" y="64"/>
                </a:cxn>
              </a:cxnLst>
              <a:rect l="0" t="0" r="r" b="b"/>
              <a:pathLst>
                <a:path w="104" h="74">
                  <a:moveTo>
                    <a:pt x="104" y="64"/>
                  </a:moveTo>
                  <a:cubicBezTo>
                    <a:pt x="84" y="37"/>
                    <a:pt x="55" y="21"/>
                    <a:pt x="18" y="15"/>
                  </a:cubicBezTo>
                  <a:cubicBezTo>
                    <a:pt x="76" y="36"/>
                    <a:pt x="96" y="51"/>
                    <a:pt x="78" y="63"/>
                  </a:cubicBezTo>
                  <a:cubicBezTo>
                    <a:pt x="60" y="74"/>
                    <a:pt x="34" y="55"/>
                    <a:pt x="0" y="7"/>
                  </a:cubicBezTo>
                  <a:cubicBezTo>
                    <a:pt x="60" y="0"/>
                    <a:pt x="90" y="12"/>
                    <a:pt x="91" y="43"/>
                  </a:cubicBezTo>
                  <a:cubicBezTo>
                    <a:pt x="98" y="51"/>
                    <a:pt x="102" y="58"/>
                    <a:pt x="104" y="6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0" name="Freeform 106"/>
            <p:cNvSpPr>
              <a:spLocks/>
            </p:cNvSpPr>
            <p:nvPr/>
          </p:nvSpPr>
          <p:spPr bwMode="auto">
            <a:xfrm>
              <a:off x="2163762" y="3160713"/>
              <a:ext cx="350838" cy="249238"/>
            </a:xfrm>
            <a:custGeom>
              <a:avLst/>
              <a:gdLst/>
              <a:ahLst/>
              <a:cxnLst>
                <a:cxn ang="0">
                  <a:pos x="0" y="52"/>
                </a:cxn>
                <a:cxn ang="0">
                  <a:pos x="70" y="12"/>
                </a:cxn>
                <a:cxn ang="0">
                  <a:pos x="22" y="51"/>
                </a:cxn>
                <a:cxn ang="0">
                  <a:pos x="85" y="6"/>
                </a:cxn>
                <a:cxn ang="0">
                  <a:pos x="11" y="35"/>
                </a:cxn>
                <a:cxn ang="0">
                  <a:pos x="0" y="52"/>
                </a:cxn>
              </a:cxnLst>
              <a:rect l="0" t="0" r="r" b="b"/>
              <a:pathLst>
                <a:path w="85" h="60">
                  <a:moveTo>
                    <a:pt x="0" y="52"/>
                  </a:moveTo>
                  <a:cubicBezTo>
                    <a:pt x="17" y="31"/>
                    <a:pt x="40" y="17"/>
                    <a:pt x="70" y="12"/>
                  </a:cubicBezTo>
                  <a:cubicBezTo>
                    <a:pt x="23" y="29"/>
                    <a:pt x="7" y="42"/>
                    <a:pt x="22" y="51"/>
                  </a:cubicBezTo>
                  <a:cubicBezTo>
                    <a:pt x="36" y="60"/>
                    <a:pt x="57" y="45"/>
                    <a:pt x="85" y="6"/>
                  </a:cubicBezTo>
                  <a:cubicBezTo>
                    <a:pt x="36" y="0"/>
                    <a:pt x="12" y="10"/>
                    <a:pt x="11" y="35"/>
                  </a:cubicBezTo>
                  <a:cubicBezTo>
                    <a:pt x="5" y="42"/>
                    <a:pt x="2" y="48"/>
                    <a:pt x="0" y="5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1" name="Freeform 107"/>
            <p:cNvSpPr>
              <a:spLocks/>
            </p:cNvSpPr>
            <p:nvPr/>
          </p:nvSpPr>
          <p:spPr bwMode="auto">
            <a:xfrm>
              <a:off x="2051049" y="3103563"/>
              <a:ext cx="174625" cy="555625"/>
            </a:xfrm>
            <a:custGeom>
              <a:avLst/>
              <a:gdLst/>
              <a:ahLst/>
              <a:cxnLst>
                <a:cxn ang="0">
                  <a:pos x="29" y="134"/>
                </a:cxn>
                <a:cxn ang="0">
                  <a:pos x="18" y="134"/>
                </a:cxn>
                <a:cxn ang="0">
                  <a:pos x="0" y="0"/>
                </a:cxn>
                <a:cxn ang="0">
                  <a:pos x="29" y="134"/>
                </a:cxn>
              </a:cxnLst>
              <a:rect l="0" t="0" r="r" b="b"/>
              <a:pathLst>
                <a:path w="42" h="134">
                  <a:moveTo>
                    <a:pt x="29" y="134"/>
                  </a:moveTo>
                  <a:cubicBezTo>
                    <a:pt x="18" y="134"/>
                    <a:pt x="18" y="134"/>
                    <a:pt x="18" y="134"/>
                  </a:cubicBezTo>
                  <a:cubicBezTo>
                    <a:pt x="32" y="88"/>
                    <a:pt x="26" y="43"/>
                    <a:pt x="0" y="0"/>
                  </a:cubicBezTo>
                  <a:cubicBezTo>
                    <a:pt x="33" y="43"/>
                    <a:pt x="42" y="88"/>
                    <a:pt x="29" y="134"/>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192"/>
          <p:cNvGrpSpPr/>
          <p:nvPr/>
        </p:nvGrpSpPr>
        <p:grpSpPr>
          <a:xfrm>
            <a:off x="3352800" y="2368619"/>
            <a:ext cx="1110022" cy="1147763"/>
            <a:chOff x="2636838" y="2879725"/>
            <a:chExt cx="793750" cy="820738"/>
          </a:xfrm>
        </p:grpSpPr>
        <p:sp>
          <p:nvSpPr>
            <p:cNvPr id="1123" name="Freeform 99"/>
            <p:cNvSpPr>
              <a:spLocks/>
            </p:cNvSpPr>
            <p:nvPr/>
          </p:nvSpPr>
          <p:spPr bwMode="auto">
            <a:xfrm>
              <a:off x="2843213" y="2928938"/>
              <a:ext cx="298450" cy="771525"/>
            </a:xfrm>
            <a:custGeom>
              <a:avLst/>
              <a:gdLst/>
              <a:ahLst/>
              <a:cxnLst>
                <a:cxn ang="0">
                  <a:pos x="59" y="185"/>
                </a:cxn>
                <a:cxn ang="0">
                  <a:pos x="48" y="186"/>
                </a:cxn>
                <a:cxn ang="0">
                  <a:pos x="0" y="0"/>
                </a:cxn>
                <a:cxn ang="0">
                  <a:pos x="59" y="185"/>
                </a:cxn>
              </a:cxnLst>
              <a:rect l="0" t="0" r="r" b="b"/>
              <a:pathLst>
                <a:path w="72" h="186">
                  <a:moveTo>
                    <a:pt x="59" y="185"/>
                  </a:moveTo>
                  <a:cubicBezTo>
                    <a:pt x="48" y="186"/>
                    <a:pt x="48" y="186"/>
                    <a:pt x="48" y="186"/>
                  </a:cubicBezTo>
                  <a:cubicBezTo>
                    <a:pt x="61" y="140"/>
                    <a:pt x="46" y="78"/>
                    <a:pt x="0" y="0"/>
                  </a:cubicBezTo>
                  <a:cubicBezTo>
                    <a:pt x="53" y="78"/>
                    <a:pt x="72" y="139"/>
                    <a:pt x="59" y="185"/>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2" name="Freeform 108"/>
            <p:cNvSpPr>
              <a:spLocks/>
            </p:cNvSpPr>
            <p:nvPr/>
          </p:nvSpPr>
          <p:spPr bwMode="auto">
            <a:xfrm>
              <a:off x="2636838" y="3252788"/>
              <a:ext cx="430213" cy="306388"/>
            </a:xfrm>
            <a:custGeom>
              <a:avLst/>
              <a:gdLst/>
              <a:ahLst/>
              <a:cxnLst>
                <a:cxn ang="0">
                  <a:pos x="104" y="64"/>
                </a:cxn>
                <a:cxn ang="0">
                  <a:pos x="18" y="15"/>
                </a:cxn>
                <a:cxn ang="0">
                  <a:pos x="78" y="62"/>
                </a:cxn>
                <a:cxn ang="0">
                  <a:pos x="0" y="6"/>
                </a:cxn>
                <a:cxn ang="0">
                  <a:pos x="91" y="42"/>
                </a:cxn>
                <a:cxn ang="0">
                  <a:pos x="104" y="64"/>
                </a:cxn>
              </a:cxnLst>
              <a:rect l="0" t="0" r="r" b="b"/>
              <a:pathLst>
                <a:path w="104" h="74">
                  <a:moveTo>
                    <a:pt x="104" y="64"/>
                  </a:moveTo>
                  <a:cubicBezTo>
                    <a:pt x="84" y="37"/>
                    <a:pt x="55" y="21"/>
                    <a:pt x="18" y="15"/>
                  </a:cubicBezTo>
                  <a:cubicBezTo>
                    <a:pt x="76" y="35"/>
                    <a:pt x="95" y="51"/>
                    <a:pt x="78" y="62"/>
                  </a:cubicBezTo>
                  <a:cubicBezTo>
                    <a:pt x="60" y="74"/>
                    <a:pt x="34" y="55"/>
                    <a:pt x="0" y="6"/>
                  </a:cubicBezTo>
                  <a:cubicBezTo>
                    <a:pt x="59" y="0"/>
                    <a:pt x="90" y="12"/>
                    <a:pt x="91" y="42"/>
                  </a:cubicBezTo>
                  <a:cubicBezTo>
                    <a:pt x="98" y="51"/>
                    <a:pt x="102" y="58"/>
                    <a:pt x="104" y="64"/>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3" name="Freeform 109"/>
            <p:cNvSpPr>
              <a:spLocks/>
            </p:cNvSpPr>
            <p:nvPr/>
          </p:nvSpPr>
          <p:spPr bwMode="auto">
            <a:xfrm>
              <a:off x="3079750" y="3203575"/>
              <a:ext cx="350838" cy="247650"/>
            </a:xfrm>
            <a:custGeom>
              <a:avLst/>
              <a:gdLst/>
              <a:ahLst/>
              <a:cxnLst>
                <a:cxn ang="0">
                  <a:pos x="70" y="12"/>
                </a:cxn>
                <a:cxn ang="0">
                  <a:pos x="0" y="52"/>
                </a:cxn>
                <a:cxn ang="0">
                  <a:pos x="10" y="34"/>
                </a:cxn>
                <a:cxn ang="0">
                  <a:pos x="85" y="5"/>
                </a:cxn>
                <a:cxn ang="0">
                  <a:pos x="21" y="51"/>
                </a:cxn>
                <a:cxn ang="0">
                  <a:pos x="70" y="12"/>
                </a:cxn>
              </a:cxnLst>
              <a:rect l="0" t="0" r="r" b="b"/>
              <a:pathLst>
                <a:path w="85" h="60">
                  <a:moveTo>
                    <a:pt x="70" y="12"/>
                  </a:moveTo>
                  <a:cubicBezTo>
                    <a:pt x="40" y="17"/>
                    <a:pt x="16" y="30"/>
                    <a:pt x="0" y="52"/>
                  </a:cubicBezTo>
                  <a:cubicBezTo>
                    <a:pt x="1" y="47"/>
                    <a:pt x="5" y="41"/>
                    <a:pt x="10" y="34"/>
                  </a:cubicBezTo>
                  <a:cubicBezTo>
                    <a:pt x="11" y="10"/>
                    <a:pt x="36" y="0"/>
                    <a:pt x="85" y="5"/>
                  </a:cubicBezTo>
                  <a:cubicBezTo>
                    <a:pt x="57" y="45"/>
                    <a:pt x="36" y="60"/>
                    <a:pt x="21" y="51"/>
                  </a:cubicBezTo>
                  <a:cubicBezTo>
                    <a:pt x="7" y="42"/>
                    <a:pt x="23" y="29"/>
                    <a:pt x="70" y="12"/>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4" name="Freeform 110"/>
            <p:cNvSpPr>
              <a:spLocks/>
            </p:cNvSpPr>
            <p:nvPr/>
          </p:nvSpPr>
          <p:spPr bwMode="auto">
            <a:xfrm>
              <a:off x="3033713" y="3041650"/>
              <a:ext cx="223838" cy="293688"/>
            </a:xfrm>
            <a:custGeom>
              <a:avLst/>
              <a:gdLst/>
              <a:ahLst/>
              <a:cxnLst>
                <a:cxn ang="0">
                  <a:pos x="0" y="59"/>
                </a:cxn>
                <a:cxn ang="0">
                  <a:pos x="54" y="0"/>
                </a:cxn>
                <a:cxn ang="0">
                  <a:pos x="5" y="71"/>
                </a:cxn>
                <a:cxn ang="0">
                  <a:pos x="0" y="59"/>
                </a:cxn>
              </a:cxnLst>
              <a:rect l="0" t="0" r="r" b="b"/>
              <a:pathLst>
                <a:path w="54" h="71">
                  <a:moveTo>
                    <a:pt x="0" y="59"/>
                  </a:moveTo>
                  <a:cubicBezTo>
                    <a:pt x="7" y="32"/>
                    <a:pt x="25" y="12"/>
                    <a:pt x="54" y="0"/>
                  </a:cubicBezTo>
                  <a:cubicBezTo>
                    <a:pt x="28" y="14"/>
                    <a:pt x="12" y="38"/>
                    <a:pt x="5" y="71"/>
                  </a:cubicBezTo>
                  <a:lnTo>
                    <a:pt x="0" y="59"/>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5" name="Freeform 111"/>
            <p:cNvSpPr>
              <a:spLocks/>
            </p:cNvSpPr>
            <p:nvPr/>
          </p:nvSpPr>
          <p:spPr bwMode="auto">
            <a:xfrm>
              <a:off x="2693988" y="3044825"/>
              <a:ext cx="273050" cy="166688"/>
            </a:xfrm>
            <a:custGeom>
              <a:avLst/>
              <a:gdLst/>
              <a:ahLst/>
              <a:cxnLst>
                <a:cxn ang="0">
                  <a:pos x="12" y="14"/>
                </a:cxn>
                <a:cxn ang="0">
                  <a:pos x="66" y="29"/>
                </a:cxn>
                <a:cxn ang="0">
                  <a:pos x="56" y="19"/>
                </a:cxn>
                <a:cxn ang="0">
                  <a:pos x="0" y="12"/>
                </a:cxn>
                <a:cxn ang="0">
                  <a:pos x="51" y="32"/>
                </a:cxn>
                <a:cxn ang="0">
                  <a:pos x="12" y="14"/>
                </a:cxn>
              </a:cxnLst>
              <a:rect l="0" t="0" r="r" b="b"/>
              <a:pathLst>
                <a:path w="66" h="40">
                  <a:moveTo>
                    <a:pt x="12" y="14"/>
                  </a:moveTo>
                  <a:cubicBezTo>
                    <a:pt x="33" y="12"/>
                    <a:pt x="51" y="17"/>
                    <a:pt x="66" y="29"/>
                  </a:cubicBezTo>
                  <a:cubicBezTo>
                    <a:pt x="64" y="25"/>
                    <a:pt x="61" y="22"/>
                    <a:pt x="56" y="19"/>
                  </a:cubicBezTo>
                  <a:cubicBezTo>
                    <a:pt x="51" y="2"/>
                    <a:pt x="32" y="0"/>
                    <a:pt x="0" y="12"/>
                  </a:cubicBezTo>
                  <a:cubicBezTo>
                    <a:pt x="26" y="34"/>
                    <a:pt x="43" y="40"/>
                    <a:pt x="51" y="32"/>
                  </a:cubicBezTo>
                  <a:cubicBezTo>
                    <a:pt x="59" y="23"/>
                    <a:pt x="46" y="17"/>
                    <a:pt x="12" y="14"/>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6" name="Freeform 112"/>
            <p:cNvSpPr>
              <a:spLocks/>
            </p:cNvSpPr>
            <p:nvPr/>
          </p:nvSpPr>
          <p:spPr bwMode="auto">
            <a:xfrm>
              <a:off x="2930525" y="2879725"/>
              <a:ext cx="177800" cy="239713"/>
            </a:xfrm>
            <a:custGeom>
              <a:avLst/>
              <a:gdLst/>
              <a:ahLst/>
              <a:cxnLst>
                <a:cxn ang="0">
                  <a:pos x="43" y="0"/>
                </a:cxn>
                <a:cxn ang="0">
                  <a:pos x="21" y="50"/>
                </a:cxn>
                <a:cxn ang="0">
                  <a:pos x="37" y="10"/>
                </a:cxn>
                <a:cxn ang="0">
                  <a:pos x="8" y="58"/>
                </a:cxn>
                <a:cxn ang="0">
                  <a:pos x="8" y="44"/>
                </a:cxn>
                <a:cxn ang="0">
                  <a:pos x="43" y="0"/>
                </a:cxn>
              </a:cxnLst>
              <a:rect l="0" t="0" r="r" b="b"/>
              <a:pathLst>
                <a:path w="43" h="58">
                  <a:moveTo>
                    <a:pt x="43" y="0"/>
                  </a:moveTo>
                  <a:cubicBezTo>
                    <a:pt x="40" y="34"/>
                    <a:pt x="33" y="51"/>
                    <a:pt x="21" y="50"/>
                  </a:cubicBezTo>
                  <a:cubicBezTo>
                    <a:pt x="9" y="50"/>
                    <a:pt x="14" y="36"/>
                    <a:pt x="37" y="10"/>
                  </a:cubicBezTo>
                  <a:cubicBezTo>
                    <a:pt x="20" y="23"/>
                    <a:pt x="11" y="39"/>
                    <a:pt x="8" y="58"/>
                  </a:cubicBezTo>
                  <a:cubicBezTo>
                    <a:pt x="7" y="55"/>
                    <a:pt x="8" y="50"/>
                    <a:pt x="8" y="44"/>
                  </a:cubicBezTo>
                  <a:cubicBezTo>
                    <a:pt x="0" y="29"/>
                    <a:pt x="12" y="14"/>
                    <a:pt x="43" y="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91"/>
          <p:cNvGrpSpPr/>
          <p:nvPr/>
        </p:nvGrpSpPr>
        <p:grpSpPr>
          <a:xfrm>
            <a:off x="4724400" y="1458912"/>
            <a:ext cx="1431926" cy="2179638"/>
            <a:chOff x="3752850" y="1544638"/>
            <a:chExt cx="1431926" cy="2179638"/>
          </a:xfrm>
        </p:grpSpPr>
        <p:sp>
          <p:nvSpPr>
            <p:cNvPr id="1124" name="Freeform 100"/>
            <p:cNvSpPr>
              <a:spLocks/>
            </p:cNvSpPr>
            <p:nvPr/>
          </p:nvSpPr>
          <p:spPr bwMode="auto">
            <a:xfrm>
              <a:off x="4129088" y="2344738"/>
              <a:ext cx="533400" cy="1379538"/>
            </a:xfrm>
            <a:custGeom>
              <a:avLst/>
              <a:gdLst/>
              <a:ahLst/>
              <a:cxnLst>
                <a:cxn ang="0">
                  <a:pos x="105" y="333"/>
                </a:cxn>
                <a:cxn ang="0">
                  <a:pos x="85" y="333"/>
                </a:cxn>
                <a:cxn ang="0">
                  <a:pos x="0" y="0"/>
                </a:cxn>
                <a:cxn ang="0">
                  <a:pos x="105" y="333"/>
                </a:cxn>
              </a:cxnLst>
              <a:rect l="0" t="0" r="r" b="b"/>
              <a:pathLst>
                <a:path w="129" h="333">
                  <a:moveTo>
                    <a:pt x="105" y="333"/>
                  </a:moveTo>
                  <a:cubicBezTo>
                    <a:pt x="85" y="333"/>
                    <a:pt x="85" y="333"/>
                    <a:pt x="85" y="333"/>
                  </a:cubicBezTo>
                  <a:cubicBezTo>
                    <a:pt x="110" y="251"/>
                    <a:pt x="82" y="140"/>
                    <a:pt x="0" y="0"/>
                  </a:cubicBezTo>
                  <a:cubicBezTo>
                    <a:pt x="94" y="139"/>
                    <a:pt x="129" y="251"/>
                    <a:pt x="105" y="333"/>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7" name="Freeform 113"/>
            <p:cNvSpPr>
              <a:spLocks/>
            </p:cNvSpPr>
            <p:nvPr/>
          </p:nvSpPr>
          <p:spPr bwMode="auto">
            <a:xfrm>
              <a:off x="3752850" y="2925763"/>
              <a:ext cx="773113" cy="550863"/>
            </a:xfrm>
            <a:custGeom>
              <a:avLst/>
              <a:gdLst/>
              <a:ahLst/>
              <a:cxnLst>
                <a:cxn ang="0">
                  <a:pos x="187" y="115"/>
                </a:cxn>
                <a:cxn ang="0">
                  <a:pos x="33" y="27"/>
                </a:cxn>
                <a:cxn ang="0">
                  <a:pos x="140" y="112"/>
                </a:cxn>
                <a:cxn ang="0">
                  <a:pos x="0" y="11"/>
                </a:cxn>
                <a:cxn ang="0">
                  <a:pos x="164" y="76"/>
                </a:cxn>
                <a:cxn ang="0">
                  <a:pos x="187" y="115"/>
                </a:cxn>
              </a:cxnLst>
              <a:rect l="0" t="0" r="r" b="b"/>
              <a:pathLst>
                <a:path w="187" h="133">
                  <a:moveTo>
                    <a:pt x="187" y="115"/>
                  </a:moveTo>
                  <a:cubicBezTo>
                    <a:pt x="151" y="67"/>
                    <a:pt x="100" y="37"/>
                    <a:pt x="33" y="27"/>
                  </a:cubicBezTo>
                  <a:cubicBezTo>
                    <a:pt x="137" y="63"/>
                    <a:pt x="172" y="92"/>
                    <a:pt x="140" y="112"/>
                  </a:cubicBezTo>
                  <a:cubicBezTo>
                    <a:pt x="108" y="133"/>
                    <a:pt x="62" y="99"/>
                    <a:pt x="0" y="11"/>
                  </a:cubicBezTo>
                  <a:cubicBezTo>
                    <a:pt x="108" y="0"/>
                    <a:pt x="162" y="22"/>
                    <a:pt x="164" y="76"/>
                  </a:cubicBezTo>
                  <a:cubicBezTo>
                    <a:pt x="177" y="91"/>
                    <a:pt x="184" y="104"/>
                    <a:pt x="187" y="115"/>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8" name="Freeform 114"/>
            <p:cNvSpPr>
              <a:spLocks/>
            </p:cNvSpPr>
            <p:nvPr/>
          </p:nvSpPr>
          <p:spPr bwMode="auto">
            <a:xfrm>
              <a:off x="4551363" y="2833688"/>
              <a:ext cx="633413" cy="447675"/>
            </a:xfrm>
            <a:custGeom>
              <a:avLst/>
              <a:gdLst/>
              <a:ahLst/>
              <a:cxnLst>
                <a:cxn ang="0">
                  <a:pos x="153" y="10"/>
                </a:cxn>
                <a:cxn ang="0">
                  <a:pos x="39" y="92"/>
                </a:cxn>
                <a:cxn ang="0">
                  <a:pos x="126" y="22"/>
                </a:cxn>
                <a:cxn ang="0">
                  <a:pos x="0" y="94"/>
                </a:cxn>
                <a:cxn ang="0">
                  <a:pos x="19" y="62"/>
                </a:cxn>
                <a:cxn ang="0">
                  <a:pos x="153" y="10"/>
                </a:cxn>
              </a:cxnLst>
              <a:rect l="0" t="0" r="r" b="b"/>
              <a:pathLst>
                <a:path w="153" h="108">
                  <a:moveTo>
                    <a:pt x="153" y="10"/>
                  </a:moveTo>
                  <a:cubicBezTo>
                    <a:pt x="103" y="81"/>
                    <a:pt x="65" y="108"/>
                    <a:pt x="39" y="92"/>
                  </a:cubicBezTo>
                  <a:cubicBezTo>
                    <a:pt x="13" y="75"/>
                    <a:pt x="42" y="52"/>
                    <a:pt x="126" y="22"/>
                  </a:cubicBezTo>
                  <a:cubicBezTo>
                    <a:pt x="72" y="31"/>
                    <a:pt x="30" y="55"/>
                    <a:pt x="0" y="94"/>
                  </a:cubicBezTo>
                  <a:cubicBezTo>
                    <a:pt x="3" y="85"/>
                    <a:pt x="9" y="74"/>
                    <a:pt x="19" y="62"/>
                  </a:cubicBezTo>
                  <a:cubicBezTo>
                    <a:pt x="21" y="18"/>
                    <a:pt x="65" y="0"/>
                    <a:pt x="153" y="1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9" name="Freeform 115"/>
            <p:cNvSpPr>
              <a:spLocks/>
            </p:cNvSpPr>
            <p:nvPr/>
          </p:nvSpPr>
          <p:spPr bwMode="auto">
            <a:xfrm>
              <a:off x="3976688" y="1914525"/>
              <a:ext cx="600075" cy="790575"/>
            </a:xfrm>
            <a:custGeom>
              <a:avLst/>
              <a:gdLst/>
              <a:ahLst/>
              <a:cxnLst>
                <a:cxn ang="0">
                  <a:pos x="131" y="191"/>
                </a:cxn>
                <a:cxn ang="0">
                  <a:pos x="145" y="160"/>
                </a:cxn>
                <a:cxn ang="0">
                  <a:pos x="0" y="0"/>
                </a:cxn>
                <a:cxn ang="0">
                  <a:pos x="131" y="191"/>
                </a:cxn>
              </a:cxnLst>
              <a:rect l="0" t="0" r="r" b="b"/>
              <a:pathLst>
                <a:path w="145" h="191">
                  <a:moveTo>
                    <a:pt x="131" y="191"/>
                  </a:moveTo>
                  <a:cubicBezTo>
                    <a:pt x="145" y="160"/>
                    <a:pt x="145" y="160"/>
                    <a:pt x="145" y="160"/>
                  </a:cubicBezTo>
                  <a:cubicBezTo>
                    <a:pt x="127" y="88"/>
                    <a:pt x="79" y="34"/>
                    <a:pt x="0" y="0"/>
                  </a:cubicBezTo>
                  <a:cubicBezTo>
                    <a:pt x="70" y="39"/>
                    <a:pt x="113" y="103"/>
                    <a:pt x="131" y="191"/>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0" name="Freeform 116"/>
            <p:cNvSpPr>
              <a:spLocks/>
            </p:cNvSpPr>
            <p:nvPr/>
          </p:nvSpPr>
          <p:spPr bwMode="auto">
            <a:xfrm>
              <a:off x="4430713" y="2208213"/>
              <a:ext cx="612775" cy="808038"/>
            </a:xfrm>
            <a:custGeom>
              <a:avLst/>
              <a:gdLst/>
              <a:ahLst/>
              <a:cxnLst>
                <a:cxn ang="0">
                  <a:pos x="148" y="0"/>
                </a:cxn>
                <a:cxn ang="0">
                  <a:pos x="14" y="195"/>
                </a:cxn>
                <a:cxn ang="0">
                  <a:pos x="0" y="163"/>
                </a:cxn>
                <a:cxn ang="0">
                  <a:pos x="148" y="0"/>
                </a:cxn>
              </a:cxnLst>
              <a:rect l="0" t="0" r="r" b="b"/>
              <a:pathLst>
                <a:path w="148" h="195">
                  <a:moveTo>
                    <a:pt x="148" y="0"/>
                  </a:moveTo>
                  <a:cubicBezTo>
                    <a:pt x="77" y="40"/>
                    <a:pt x="32" y="105"/>
                    <a:pt x="14" y="195"/>
                  </a:cubicBezTo>
                  <a:cubicBezTo>
                    <a:pt x="0" y="163"/>
                    <a:pt x="0" y="163"/>
                    <a:pt x="0" y="163"/>
                  </a:cubicBezTo>
                  <a:cubicBezTo>
                    <a:pt x="18" y="89"/>
                    <a:pt x="68" y="35"/>
                    <a:pt x="148" y="0"/>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1" name="Freeform 117"/>
            <p:cNvSpPr>
              <a:spLocks/>
            </p:cNvSpPr>
            <p:nvPr/>
          </p:nvSpPr>
          <p:spPr bwMode="auto">
            <a:xfrm>
              <a:off x="3860800" y="2552700"/>
              <a:ext cx="492125" cy="301625"/>
            </a:xfrm>
            <a:custGeom>
              <a:avLst/>
              <a:gdLst/>
              <a:ahLst/>
              <a:cxnLst>
                <a:cxn ang="0">
                  <a:pos x="100" y="33"/>
                </a:cxn>
                <a:cxn ang="0">
                  <a:pos x="119" y="51"/>
                </a:cxn>
                <a:cxn ang="0">
                  <a:pos x="21" y="26"/>
                </a:cxn>
                <a:cxn ang="0">
                  <a:pos x="92" y="57"/>
                </a:cxn>
                <a:cxn ang="0">
                  <a:pos x="0" y="22"/>
                </a:cxn>
                <a:cxn ang="0">
                  <a:pos x="100" y="33"/>
                </a:cxn>
              </a:cxnLst>
              <a:rect l="0" t="0" r="r" b="b"/>
              <a:pathLst>
                <a:path w="119" h="73">
                  <a:moveTo>
                    <a:pt x="100" y="33"/>
                  </a:moveTo>
                  <a:cubicBezTo>
                    <a:pt x="109" y="40"/>
                    <a:pt x="115" y="46"/>
                    <a:pt x="119" y="51"/>
                  </a:cubicBezTo>
                  <a:cubicBezTo>
                    <a:pt x="92" y="30"/>
                    <a:pt x="59" y="22"/>
                    <a:pt x="21" y="26"/>
                  </a:cubicBezTo>
                  <a:cubicBezTo>
                    <a:pt x="83" y="31"/>
                    <a:pt x="107" y="41"/>
                    <a:pt x="92" y="57"/>
                  </a:cubicBezTo>
                  <a:cubicBezTo>
                    <a:pt x="78" y="73"/>
                    <a:pt x="47" y="61"/>
                    <a:pt x="0" y="22"/>
                  </a:cubicBezTo>
                  <a:cubicBezTo>
                    <a:pt x="58" y="0"/>
                    <a:pt x="91" y="4"/>
                    <a:pt x="100" y="33"/>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2" name="Freeform 118"/>
            <p:cNvSpPr>
              <a:spLocks/>
            </p:cNvSpPr>
            <p:nvPr/>
          </p:nvSpPr>
          <p:spPr bwMode="auto">
            <a:xfrm>
              <a:off x="3852863" y="2112963"/>
              <a:ext cx="504825" cy="290513"/>
            </a:xfrm>
            <a:custGeom>
              <a:avLst/>
              <a:gdLst/>
              <a:ahLst/>
              <a:cxnLst>
                <a:cxn ang="0">
                  <a:pos x="122" y="39"/>
                </a:cxn>
                <a:cxn ang="0">
                  <a:pos x="21" y="40"/>
                </a:cxn>
                <a:cxn ang="0">
                  <a:pos x="98" y="51"/>
                </a:cxn>
                <a:cxn ang="0">
                  <a:pos x="0" y="41"/>
                </a:cxn>
                <a:cxn ang="0">
                  <a:pos x="100" y="26"/>
                </a:cxn>
                <a:cxn ang="0">
                  <a:pos x="122" y="39"/>
                </a:cxn>
              </a:cxnLst>
              <a:rect l="0" t="0" r="r" b="b"/>
              <a:pathLst>
                <a:path w="122" h="70">
                  <a:moveTo>
                    <a:pt x="122" y="39"/>
                  </a:moveTo>
                  <a:cubicBezTo>
                    <a:pt x="91" y="26"/>
                    <a:pt x="57" y="26"/>
                    <a:pt x="21" y="40"/>
                  </a:cubicBezTo>
                  <a:cubicBezTo>
                    <a:pt x="83" y="28"/>
                    <a:pt x="108" y="32"/>
                    <a:pt x="98" y="51"/>
                  </a:cubicBezTo>
                  <a:cubicBezTo>
                    <a:pt x="89" y="70"/>
                    <a:pt x="56" y="67"/>
                    <a:pt x="0" y="41"/>
                  </a:cubicBezTo>
                  <a:cubicBezTo>
                    <a:pt x="50" y="5"/>
                    <a:pt x="83" y="0"/>
                    <a:pt x="100" y="26"/>
                  </a:cubicBezTo>
                  <a:cubicBezTo>
                    <a:pt x="110" y="30"/>
                    <a:pt x="117" y="34"/>
                    <a:pt x="122" y="39"/>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3" name="Freeform 119"/>
            <p:cNvSpPr>
              <a:spLocks/>
            </p:cNvSpPr>
            <p:nvPr/>
          </p:nvSpPr>
          <p:spPr bwMode="auto">
            <a:xfrm>
              <a:off x="4241800" y="1544638"/>
              <a:ext cx="446088" cy="614363"/>
            </a:xfrm>
            <a:custGeom>
              <a:avLst/>
              <a:gdLst/>
              <a:ahLst/>
              <a:cxnLst>
                <a:cxn ang="0">
                  <a:pos x="19" y="148"/>
                </a:cxn>
                <a:cxn ang="0">
                  <a:pos x="20" y="111"/>
                </a:cxn>
                <a:cxn ang="0">
                  <a:pos x="108" y="0"/>
                </a:cxn>
                <a:cxn ang="0">
                  <a:pos x="51" y="127"/>
                </a:cxn>
                <a:cxn ang="0">
                  <a:pos x="91" y="25"/>
                </a:cxn>
                <a:cxn ang="0">
                  <a:pos x="19" y="148"/>
                </a:cxn>
              </a:cxnLst>
              <a:rect l="0" t="0" r="r" b="b"/>
              <a:pathLst>
                <a:path w="108" h="148">
                  <a:moveTo>
                    <a:pt x="19" y="148"/>
                  </a:moveTo>
                  <a:cubicBezTo>
                    <a:pt x="17" y="139"/>
                    <a:pt x="17" y="127"/>
                    <a:pt x="20" y="111"/>
                  </a:cubicBezTo>
                  <a:cubicBezTo>
                    <a:pt x="0" y="73"/>
                    <a:pt x="29" y="35"/>
                    <a:pt x="108" y="0"/>
                  </a:cubicBezTo>
                  <a:cubicBezTo>
                    <a:pt x="100" y="86"/>
                    <a:pt x="81" y="128"/>
                    <a:pt x="51" y="127"/>
                  </a:cubicBezTo>
                  <a:cubicBezTo>
                    <a:pt x="21" y="125"/>
                    <a:pt x="34" y="91"/>
                    <a:pt x="91" y="25"/>
                  </a:cubicBezTo>
                  <a:cubicBezTo>
                    <a:pt x="49" y="59"/>
                    <a:pt x="25" y="100"/>
                    <a:pt x="19" y="14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4" name="Freeform 120"/>
            <p:cNvSpPr>
              <a:spLocks/>
            </p:cNvSpPr>
            <p:nvPr/>
          </p:nvSpPr>
          <p:spPr bwMode="auto">
            <a:xfrm>
              <a:off x="4613275" y="2439988"/>
              <a:ext cx="492125" cy="303213"/>
            </a:xfrm>
            <a:custGeom>
              <a:avLst/>
              <a:gdLst/>
              <a:ahLst/>
              <a:cxnLst>
                <a:cxn ang="0">
                  <a:pos x="0" y="52"/>
                </a:cxn>
                <a:cxn ang="0">
                  <a:pos x="98" y="26"/>
                </a:cxn>
                <a:cxn ang="0">
                  <a:pos x="26" y="57"/>
                </a:cxn>
                <a:cxn ang="0">
                  <a:pos x="119" y="22"/>
                </a:cxn>
                <a:cxn ang="0">
                  <a:pos x="19" y="34"/>
                </a:cxn>
                <a:cxn ang="0">
                  <a:pos x="0" y="52"/>
                </a:cxn>
              </a:cxnLst>
              <a:rect l="0" t="0" r="r" b="b"/>
              <a:pathLst>
                <a:path w="119" h="73">
                  <a:moveTo>
                    <a:pt x="0" y="52"/>
                  </a:moveTo>
                  <a:cubicBezTo>
                    <a:pt x="27" y="31"/>
                    <a:pt x="60" y="22"/>
                    <a:pt x="98" y="26"/>
                  </a:cubicBezTo>
                  <a:cubicBezTo>
                    <a:pt x="36" y="31"/>
                    <a:pt x="12" y="41"/>
                    <a:pt x="26" y="57"/>
                  </a:cubicBezTo>
                  <a:cubicBezTo>
                    <a:pt x="41" y="73"/>
                    <a:pt x="72" y="61"/>
                    <a:pt x="119" y="22"/>
                  </a:cubicBezTo>
                  <a:cubicBezTo>
                    <a:pt x="61" y="0"/>
                    <a:pt x="28" y="4"/>
                    <a:pt x="19" y="34"/>
                  </a:cubicBezTo>
                  <a:cubicBezTo>
                    <a:pt x="10" y="40"/>
                    <a:pt x="4" y="46"/>
                    <a:pt x="0" y="5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5" name="Freeform 121"/>
            <p:cNvSpPr>
              <a:spLocks/>
            </p:cNvSpPr>
            <p:nvPr/>
          </p:nvSpPr>
          <p:spPr bwMode="auto">
            <a:xfrm>
              <a:off x="4481513" y="2079625"/>
              <a:ext cx="293688" cy="285750"/>
            </a:xfrm>
            <a:custGeom>
              <a:avLst/>
              <a:gdLst/>
              <a:ahLst/>
              <a:cxnLst>
                <a:cxn ang="0">
                  <a:pos x="58" y="11"/>
                </a:cxn>
                <a:cxn ang="0">
                  <a:pos x="0" y="69"/>
                </a:cxn>
                <a:cxn ang="0">
                  <a:pos x="5" y="48"/>
                </a:cxn>
                <a:cxn ang="0">
                  <a:pos x="71" y="0"/>
                </a:cxn>
                <a:cxn ang="0">
                  <a:pos x="20" y="62"/>
                </a:cxn>
                <a:cxn ang="0">
                  <a:pos x="58" y="11"/>
                </a:cxn>
              </a:cxnLst>
              <a:rect l="0" t="0" r="r" b="b"/>
              <a:pathLst>
                <a:path w="71" h="69">
                  <a:moveTo>
                    <a:pt x="58" y="11"/>
                  </a:moveTo>
                  <a:cubicBezTo>
                    <a:pt x="30" y="24"/>
                    <a:pt x="10" y="43"/>
                    <a:pt x="0" y="69"/>
                  </a:cubicBezTo>
                  <a:cubicBezTo>
                    <a:pt x="0" y="63"/>
                    <a:pt x="2" y="56"/>
                    <a:pt x="5" y="48"/>
                  </a:cubicBezTo>
                  <a:cubicBezTo>
                    <a:pt x="0" y="24"/>
                    <a:pt x="22" y="8"/>
                    <a:pt x="71" y="0"/>
                  </a:cubicBezTo>
                  <a:cubicBezTo>
                    <a:pt x="54" y="47"/>
                    <a:pt x="37" y="67"/>
                    <a:pt x="20" y="62"/>
                  </a:cubicBezTo>
                  <a:cubicBezTo>
                    <a:pt x="4" y="57"/>
                    <a:pt x="16" y="40"/>
                    <a:pt x="58" y="1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6" name="Freeform 97"/>
          <p:cNvSpPr>
            <a:spLocks/>
          </p:cNvSpPr>
          <p:nvPr/>
        </p:nvSpPr>
        <p:spPr bwMode="auto">
          <a:xfrm rot="10800000">
            <a:off x="898525" y="3500438"/>
            <a:ext cx="625475" cy="206375"/>
          </a:xfrm>
          <a:custGeom>
            <a:avLst/>
            <a:gdLst/>
            <a:ahLst/>
            <a:cxnLst>
              <a:cxn ang="0">
                <a:pos x="82" y="9"/>
              </a:cxn>
              <a:cxn ang="0">
                <a:pos x="127" y="27"/>
              </a:cxn>
              <a:cxn ang="0">
                <a:pos x="151" y="50"/>
              </a:cxn>
              <a:cxn ang="0">
                <a:pos x="0" y="50"/>
              </a:cxn>
              <a:cxn ang="0">
                <a:pos x="35" y="18"/>
              </a:cxn>
              <a:cxn ang="0">
                <a:pos x="82" y="9"/>
              </a:cxn>
            </a:cxnLst>
            <a:rect l="0" t="0" r="r" b="b"/>
            <a:pathLst>
              <a:path w="151" h="50">
                <a:moveTo>
                  <a:pt x="82" y="9"/>
                </a:moveTo>
                <a:cubicBezTo>
                  <a:pt x="98" y="4"/>
                  <a:pt x="113" y="9"/>
                  <a:pt x="127" y="27"/>
                </a:cubicBezTo>
                <a:cubicBezTo>
                  <a:pt x="139" y="26"/>
                  <a:pt x="147" y="33"/>
                  <a:pt x="151" y="50"/>
                </a:cubicBezTo>
                <a:cubicBezTo>
                  <a:pt x="0" y="50"/>
                  <a:pt x="0" y="50"/>
                  <a:pt x="0" y="50"/>
                </a:cubicBezTo>
                <a:cubicBezTo>
                  <a:pt x="3" y="33"/>
                  <a:pt x="15" y="22"/>
                  <a:pt x="35" y="18"/>
                </a:cubicBezTo>
                <a:cubicBezTo>
                  <a:pt x="49" y="3"/>
                  <a:pt x="65" y="0"/>
                  <a:pt x="82"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234"/>
          <p:cNvGrpSpPr/>
          <p:nvPr/>
        </p:nvGrpSpPr>
        <p:grpSpPr>
          <a:xfrm>
            <a:off x="5970587" y="523874"/>
            <a:ext cx="2868613" cy="3190876"/>
            <a:chOff x="5818187" y="438150"/>
            <a:chExt cx="2868613" cy="3190876"/>
          </a:xfrm>
        </p:grpSpPr>
        <p:grpSp>
          <p:nvGrpSpPr>
            <p:cNvPr id="6" name="Group 198"/>
            <p:cNvGrpSpPr/>
            <p:nvPr/>
          </p:nvGrpSpPr>
          <p:grpSpPr>
            <a:xfrm>
              <a:off x="6153150" y="604838"/>
              <a:ext cx="2290763" cy="3024188"/>
              <a:chOff x="6153150" y="604838"/>
              <a:chExt cx="2290763" cy="3024188"/>
            </a:xfrm>
            <a:solidFill>
              <a:schemeClr val="tx1">
                <a:lumMod val="75000"/>
                <a:lumOff val="25000"/>
              </a:schemeClr>
            </a:solidFill>
          </p:grpSpPr>
          <p:sp>
            <p:nvSpPr>
              <p:cNvPr id="1146" name="Freeform 122"/>
              <p:cNvSpPr>
                <a:spLocks/>
              </p:cNvSpPr>
              <p:nvPr/>
            </p:nvSpPr>
            <p:spPr bwMode="auto">
              <a:xfrm>
                <a:off x="6153150" y="604838"/>
                <a:ext cx="2290763" cy="3024188"/>
              </a:xfrm>
              <a:custGeom>
                <a:avLst/>
                <a:gdLst/>
                <a:ahLst/>
                <a:cxnLst>
                  <a:cxn ang="0">
                    <a:pos x="316" y="54"/>
                  </a:cxn>
                  <a:cxn ang="0">
                    <a:pos x="318" y="68"/>
                  </a:cxn>
                  <a:cxn ang="0">
                    <a:pos x="327" y="117"/>
                  </a:cxn>
                  <a:cxn ang="0">
                    <a:pos x="327" y="273"/>
                  </a:cxn>
                  <a:cxn ang="0">
                    <a:pos x="313" y="331"/>
                  </a:cxn>
                  <a:cxn ang="0">
                    <a:pos x="390" y="322"/>
                  </a:cxn>
                  <a:cxn ang="0">
                    <a:pos x="465" y="265"/>
                  </a:cxn>
                  <a:cxn ang="0">
                    <a:pos x="502" y="220"/>
                  </a:cxn>
                  <a:cxn ang="0">
                    <a:pos x="448" y="289"/>
                  </a:cxn>
                  <a:cxn ang="0">
                    <a:pos x="383" y="339"/>
                  </a:cxn>
                  <a:cxn ang="0">
                    <a:pos x="365" y="350"/>
                  </a:cxn>
                  <a:cxn ang="0">
                    <a:pos x="335" y="383"/>
                  </a:cxn>
                  <a:cxn ang="0">
                    <a:pos x="445" y="344"/>
                  </a:cxn>
                  <a:cxn ang="0">
                    <a:pos x="472" y="320"/>
                  </a:cxn>
                  <a:cxn ang="0">
                    <a:pos x="554" y="223"/>
                  </a:cxn>
                  <a:cxn ang="0">
                    <a:pos x="479" y="328"/>
                  </a:cxn>
                  <a:cxn ang="0">
                    <a:pos x="471" y="337"/>
                  </a:cxn>
                  <a:cxn ang="0">
                    <a:pos x="422" y="374"/>
                  </a:cxn>
                  <a:cxn ang="0">
                    <a:pos x="309" y="453"/>
                  </a:cxn>
                  <a:cxn ang="0">
                    <a:pos x="320" y="708"/>
                  </a:cxn>
                  <a:cxn ang="0">
                    <a:pos x="230" y="708"/>
                  </a:cxn>
                  <a:cxn ang="0">
                    <a:pos x="203" y="385"/>
                  </a:cxn>
                  <a:cxn ang="0">
                    <a:pos x="175" y="367"/>
                  </a:cxn>
                  <a:cxn ang="0">
                    <a:pos x="80" y="315"/>
                  </a:cxn>
                  <a:cxn ang="0">
                    <a:pos x="0" y="267"/>
                  </a:cxn>
                  <a:cxn ang="0">
                    <a:pos x="72" y="301"/>
                  </a:cxn>
                  <a:cxn ang="0">
                    <a:pos x="100" y="249"/>
                  </a:cxn>
                  <a:cxn ang="0">
                    <a:pos x="91" y="222"/>
                  </a:cxn>
                  <a:cxn ang="0">
                    <a:pos x="112" y="246"/>
                  </a:cxn>
                  <a:cxn ang="0">
                    <a:pos x="119" y="266"/>
                  </a:cxn>
                  <a:cxn ang="0">
                    <a:pos x="134" y="300"/>
                  </a:cxn>
                  <a:cxn ang="0">
                    <a:pos x="172" y="343"/>
                  </a:cxn>
                  <a:cxn ang="0">
                    <a:pos x="208" y="328"/>
                  </a:cxn>
                  <a:cxn ang="0">
                    <a:pos x="191" y="278"/>
                  </a:cxn>
                  <a:cxn ang="0">
                    <a:pos x="173" y="142"/>
                  </a:cxn>
                  <a:cxn ang="0">
                    <a:pos x="190" y="28"/>
                  </a:cxn>
                  <a:cxn ang="0">
                    <a:pos x="184" y="174"/>
                  </a:cxn>
                  <a:cxn ang="0">
                    <a:pos x="209" y="273"/>
                  </a:cxn>
                  <a:cxn ang="0">
                    <a:pos x="246" y="339"/>
                  </a:cxn>
                  <a:cxn ang="0">
                    <a:pos x="307" y="268"/>
                  </a:cxn>
                  <a:cxn ang="0">
                    <a:pos x="321" y="127"/>
                  </a:cxn>
                  <a:cxn ang="0">
                    <a:pos x="314" y="60"/>
                  </a:cxn>
                  <a:cxn ang="0">
                    <a:pos x="302" y="0"/>
                  </a:cxn>
                </a:cxnLst>
                <a:rect l="0" t="0" r="r" b="b"/>
                <a:pathLst>
                  <a:path w="554" h="730">
                    <a:moveTo>
                      <a:pt x="302" y="0"/>
                    </a:moveTo>
                    <a:cubicBezTo>
                      <a:pt x="303" y="4"/>
                      <a:pt x="304" y="8"/>
                      <a:pt x="306" y="11"/>
                    </a:cubicBezTo>
                    <a:cubicBezTo>
                      <a:pt x="309" y="26"/>
                      <a:pt x="313" y="40"/>
                      <a:pt x="316" y="54"/>
                    </a:cubicBezTo>
                    <a:cubicBezTo>
                      <a:pt x="316" y="54"/>
                      <a:pt x="316" y="54"/>
                      <a:pt x="316" y="54"/>
                    </a:cubicBezTo>
                    <a:cubicBezTo>
                      <a:pt x="316" y="56"/>
                      <a:pt x="316" y="58"/>
                      <a:pt x="317" y="60"/>
                    </a:cubicBezTo>
                    <a:cubicBezTo>
                      <a:pt x="317" y="63"/>
                      <a:pt x="318" y="65"/>
                      <a:pt x="318" y="68"/>
                    </a:cubicBezTo>
                    <a:cubicBezTo>
                      <a:pt x="321" y="84"/>
                      <a:pt x="324" y="100"/>
                      <a:pt x="326" y="115"/>
                    </a:cubicBezTo>
                    <a:cubicBezTo>
                      <a:pt x="326" y="115"/>
                      <a:pt x="326" y="115"/>
                      <a:pt x="326" y="115"/>
                    </a:cubicBezTo>
                    <a:cubicBezTo>
                      <a:pt x="326" y="116"/>
                      <a:pt x="326" y="117"/>
                      <a:pt x="327" y="117"/>
                    </a:cubicBezTo>
                    <a:cubicBezTo>
                      <a:pt x="327" y="118"/>
                      <a:pt x="327" y="119"/>
                      <a:pt x="327" y="120"/>
                    </a:cubicBezTo>
                    <a:cubicBezTo>
                      <a:pt x="334" y="176"/>
                      <a:pt x="334" y="226"/>
                      <a:pt x="327" y="272"/>
                    </a:cubicBezTo>
                    <a:cubicBezTo>
                      <a:pt x="327" y="272"/>
                      <a:pt x="327" y="273"/>
                      <a:pt x="327" y="273"/>
                    </a:cubicBezTo>
                    <a:cubicBezTo>
                      <a:pt x="326" y="278"/>
                      <a:pt x="325" y="283"/>
                      <a:pt x="324" y="288"/>
                    </a:cubicBezTo>
                    <a:cubicBezTo>
                      <a:pt x="324" y="289"/>
                      <a:pt x="324" y="291"/>
                      <a:pt x="324" y="292"/>
                    </a:cubicBezTo>
                    <a:cubicBezTo>
                      <a:pt x="321" y="305"/>
                      <a:pt x="317" y="318"/>
                      <a:pt x="313" y="331"/>
                    </a:cubicBezTo>
                    <a:cubicBezTo>
                      <a:pt x="308" y="345"/>
                      <a:pt x="302" y="359"/>
                      <a:pt x="295" y="373"/>
                    </a:cubicBezTo>
                    <a:cubicBezTo>
                      <a:pt x="315" y="367"/>
                      <a:pt x="333" y="359"/>
                      <a:pt x="349" y="348"/>
                    </a:cubicBezTo>
                    <a:cubicBezTo>
                      <a:pt x="390" y="322"/>
                      <a:pt x="390" y="322"/>
                      <a:pt x="390" y="322"/>
                    </a:cubicBezTo>
                    <a:cubicBezTo>
                      <a:pt x="409" y="312"/>
                      <a:pt x="427" y="299"/>
                      <a:pt x="443" y="285"/>
                    </a:cubicBezTo>
                    <a:cubicBezTo>
                      <a:pt x="444" y="285"/>
                      <a:pt x="444" y="285"/>
                      <a:pt x="444" y="285"/>
                    </a:cubicBezTo>
                    <a:cubicBezTo>
                      <a:pt x="451" y="279"/>
                      <a:pt x="458" y="273"/>
                      <a:pt x="465" y="265"/>
                    </a:cubicBezTo>
                    <a:cubicBezTo>
                      <a:pt x="465" y="265"/>
                      <a:pt x="465" y="265"/>
                      <a:pt x="465" y="265"/>
                    </a:cubicBezTo>
                    <a:cubicBezTo>
                      <a:pt x="465" y="265"/>
                      <a:pt x="465" y="265"/>
                      <a:pt x="465" y="265"/>
                    </a:cubicBezTo>
                    <a:cubicBezTo>
                      <a:pt x="478" y="252"/>
                      <a:pt x="491" y="236"/>
                      <a:pt x="502" y="220"/>
                    </a:cubicBezTo>
                    <a:cubicBezTo>
                      <a:pt x="492" y="237"/>
                      <a:pt x="481" y="253"/>
                      <a:pt x="468" y="268"/>
                    </a:cubicBezTo>
                    <a:cubicBezTo>
                      <a:pt x="468" y="268"/>
                      <a:pt x="468" y="268"/>
                      <a:pt x="468" y="268"/>
                    </a:cubicBezTo>
                    <a:cubicBezTo>
                      <a:pt x="461" y="275"/>
                      <a:pt x="455" y="282"/>
                      <a:pt x="448" y="289"/>
                    </a:cubicBezTo>
                    <a:cubicBezTo>
                      <a:pt x="447" y="289"/>
                      <a:pt x="447" y="289"/>
                      <a:pt x="447" y="289"/>
                    </a:cubicBezTo>
                    <a:cubicBezTo>
                      <a:pt x="447" y="290"/>
                      <a:pt x="447" y="290"/>
                      <a:pt x="447" y="290"/>
                    </a:cubicBezTo>
                    <a:cubicBezTo>
                      <a:pt x="428" y="308"/>
                      <a:pt x="407" y="324"/>
                      <a:pt x="383" y="339"/>
                    </a:cubicBezTo>
                    <a:cubicBezTo>
                      <a:pt x="382" y="339"/>
                      <a:pt x="382" y="340"/>
                      <a:pt x="381" y="340"/>
                    </a:cubicBezTo>
                    <a:cubicBezTo>
                      <a:pt x="377" y="342"/>
                      <a:pt x="374" y="345"/>
                      <a:pt x="370" y="347"/>
                    </a:cubicBezTo>
                    <a:cubicBezTo>
                      <a:pt x="368" y="348"/>
                      <a:pt x="366" y="349"/>
                      <a:pt x="365" y="350"/>
                    </a:cubicBezTo>
                    <a:cubicBezTo>
                      <a:pt x="364" y="351"/>
                      <a:pt x="363" y="351"/>
                      <a:pt x="362" y="352"/>
                    </a:cubicBezTo>
                    <a:cubicBezTo>
                      <a:pt x="360" y="353"/>
                      <a:pt x="359" y="354"/>
                      <a:pt x="358" y="355"/>
                    </a:cubicBezTo>
                    <a:cubicBezTo>
                      <a:pt x="347" y="364"/>
                      <a:pt x="339" y="374"/>
                      <a:pt x="335" y="383"/>
                    </a:cubicBezTo>
                    <a:cubicBezTo>
                      <a:pt x="354" y="388"/>
                      <a:pt x="375" y="385"/>
                      <a:pt x="399" y="373"/>
                    </a:cubicBezTo>
                    <a:cubicBezTo>
                      <a:pt x="405" y="371"/>
                      <a:pt x="410" y="368"/>
                      <a:pt x="415" y="364"/>
                    </a:cubicBezTo>
                    <a:cubicBezTo>
                      <a:pt x="425" y="359"/>
                      <a:pt x="435" y="352"/>
                      <a:pt x="445" y="344"/>
                    </a:cubicBezTo>
                    <a:cubicBezTo>
                      <a:pt x="451" y="339"/>
                      <a:pt x="457" y="334"/>
                      <a:pt x="463" y="328"/>
                    </a:cubicBezTo>
                    <a:cubicBezTo>
                      <a:pt x="463" y="328"/>
                      <a:pt x="464" y="328"/>
                      <a:pt x="464" y="327"/>
                    </a:cubicBezTo>
                    <a:cubicBezTo>
                      <a:pt x="466" y="325"/>
                      <a:pt x="469" y="323"/>
                      <a:pt x="472" y="320"/>
                    </a:cubicBezTo>
                    <a:cubicBezTo>
                      <a:pt x="476" y="316"/>
                      <a:pt x="481" y="311"/>
                      <a:pt x="486" y="306"/>
                    </a:cubicBezTo>
                    <a:cubicBezTo>
                      <a:pt x="489" y="303"/>
                      <a:pt x="492" y="300"/>
                      <a:pt x="494" y="298"/>
                    </a:cubicBezTo>
                    <a:cubicBezTo>
                      <a:pt x="554" y="223"/>
                      <a:pt x="554" y="223"/>
                      <a:pt x="554" y="223"/>
                    </a:cubicBezTo>
                    <a:cubicBezTo>
                      <a:pt x="493" y="312"/>
                      <a:pt x="493" y="312"/>
                      <a:pt x="493" y="312"/>
                    </a:cubicBezTo>
                    <a:cubicBezTo>
                      <a:pt x="493" y="312"/>
                      <a:pt x="493" y="312"/>
                      <a:pt x="493" y="313"/>
                    </a:cubicBezTo>
                    <a:cubicBezTo>
                      <a:pt x="489" y="318"/>
                      <a:pt x="484" y="323"/>
                      <a:pt x="479" y="328"/>
                    </a:cubicBezTo>
                    <a:cubicBezTo>
                      <a:pt x="479" y="328"/>
                      <a:pt x="479" y="328"/>
                      <a:pt x="479" y="328"/>
                    </a:cubicBezTo>
                    <a:cubicBezTo>
                      <a:pt x="479" y="329"/>
                      <a:pt x="479" y="329"/>
                      <a:pt x="478" y="329"/>
                    </a:cubicBezTo>
                    <a:cubicBezTo>
                      <a:pt x="476" y="332"/>
                      <a:pt x="474" y="334"/>
                      <a:pt x="471" y="337"/>
                    </a:cubicBezTo>
                    <a:cubicBezTo>
                      <a:pt x="463" y="345"/>
                      <a:pt x="455" y="352"/>
                      <a:pt x="446" y="358"/>
                    </a:cubicBezTo>
                    <a:cubicBezTo>
                      <a:pt x="446" y="359"/>
                      <a:pt x="445" y="359"/>
                      <a:pt x="445" y="359"/>
                    </a:cubicBezTo>
                    <a:cubicBezTo>
                      <a:pt x="438" y="365"/>
                      <a:pt x="430" y="370"/>
                      <a:pt x="422" y="374"/>
                    </a:cubicBezTo>
                    <a:cubicBezTo>
                      <a:pt x="416" y="378"/>
                      <a:pt x="410" y="381"/>
                      <a:pt x="404" y="384"/>
                    </a:cubicBezTo>
                    <a:cubicBezTo>
                      <a:pt x="393" y="389"/>
                      <a:pt x="381" y="393"/>
                      <a:pt x="368" y="397"/>
                    </a:cubicBezTo>
                    <a:cubicBezTo>
                      <a:pt x="335" y="410"/>
                      <a:pt x="315" y="429"/>
                      <a:pt x="309" y="453"/>
                    </a:cubicBezTo>
                    <a:cubicBezTo>
                      <a:pt x="304" y="471"/>
                      <a:pt x="301" y="493"/>
                      <a:pt x="301" y="519"/>
                    </a:cubicBezTo>
                    <a:cubicBezTo>
                      <a:pt x="301" y="519"/>
                      <a:pt x="301" y="520"/>
                      <a:pt x="301" y="521"/>
                    </a:cubicBezTo>
                    <a:cubicBezTo>
                      <a:pt x="300" y="584"/>
                      <a:pt x="306" y="646"/>
                      <a:pt x="320" y="708"/>
                    </a:cubicBezTo>
                    <a:cubicBezTo>
                      <a:pt x="320" y="708"/>
                      <a:pt x="320" y="709"/>
                      <a:pt x="320" y="710"/>
                    </a:cubicBezTo>
                    <a:cubicBezTo>
                      <a:pt x="291" y="730"/>
                      <a:pt x="261" y="729"/>
                      <a:pt x="229" y="710"/>
                    </a:cubicBezTo>
                    <a:cubicBezTo>
                      <a:pt x="229" y="709"/>
                      <a:pt x="230" y="708"/>
                      <a:pt x="230" y="708"/>
                    </a:cubicBezTo>
                    <a:cubicBezTo>
                      <a:pt x="246" y="646"/>
                      <a:pt x="253" y="580"/>
                      <a:pt x="252" y="511"/>
                    </a:cubicBezTo>
                    <a:cubicBezTo>
                      <a:pt x="252" y="510"/>
                      <a:pt x="252" y="509"/>
                      <a:pt x="252" y="509"/>
                    </a:cubicBezTo>
                    <a:cubicBezTo>
                      <a:pt x="252" y="444"/>
                      <a:pt x="235" y="402"/>
                      <a:pt x="203" y="385"/>
                    </a:cubicBezTo>
                    <a:cubicBezTo>
                      <a:pt x="202" y="385"/>
                      <a:pt x="202" y="385"/>
                      <a:pt x="201" y="384"/>
                    </a:cubicBezTo>
                    <a:cubicBezTo>
                      <a:pt x="176" y="367"/>
                      <a:pt x="176" y="367"/>
                      <a:pt x="176" y="367"/>
                    </a:cubicBezTo>
                    <a:cubicBezTo>
                      <a:pt x="176" y="367"/>
                      <a:pt x="175" y="367"/>
                      <a:pt x="175" y="367"/>
                    </a:cubicBezTo>
                    <a:cubicBezTo>
                      <a:pt x="171" y="363"/>
                      <a:pt x="167" y="358"/>
                      <a:pt x="162" y="354"/>
                    </a:cubicBezTo>
                    <a:cubicBezTo>
                      <a:pt x="147" y="341"/>
                      <a:pt x="130" y="331"/>
                      <a:pt x="111" y="325"/>
                    </a:cubicBezTo>
                    <a:cubicBezTo>
                      <a:pt x="100" y="322"/>
                      <a:pt x="90" y="318"/>
                      <a:pt x="80" y="315"/>
                    </a:cubicBezTo>
                    <a:cubicBezTo>
                      <a:pt x="76" y="313"/>
                      <a:pt x="72" y="311"/>
                      <a:pt x="68" y="310"/>
                    </a:cubicBezTo>
                    <a:cubicBezTo>
                      <a:pt x="65" y="309"/>
                      <a:pt x="63" y="308"/>
                      <a:pt x="61" y="307"/>
                    </a:cubicBezTo>
                    <a:cubicBezTo>
                      <a:pt x="37" y="296"/>
                      <a:pt x="17" y="283"/>
                      <a:pt x="0" y="267"/>
                    </a:cubicBezTo>
                    <a:cubicBezTo>
                      <a:pt x="25" y="281"/>
                      <a:pt x="47" y="292"/>
                      <a:pt x="65" y="298"/>
                    </a:cubicBezTo>
                    <a:cubicBezTo>
                      <a:pt x="67" y="299"/>
                      <a:pt x="69" y="300"/>
                      <a:pt x="71" y="300"/>
                    </a:cubicBezTo>
                    <a:cubicBezTo>
                      <a:pt x="72" y="300"/>
                      <a:pt x="72" y="301"/>
                      <a:pt x="72" y="301"/>
                    </a:cubicBezTo>
                    <a:cubicBezTo>
                      <a:pt x="94" y="308"/>
                      <a:pt x="111" y="309"/>
                      <a:pt x="122" y="304"/>
                    </a:cubicBezTo>
                    <a:cubicBezTo>
                      <a:pt x="111" y="290"/>
                      <a:pt x="105" y="276"/>
                      <a:pt x="103" y="261"/>
                    </a:cubicBezTo>
                    <a:cubicBezTo>
                      <a:pt x="102" y="257"/>
                      <a:pt x="101" y="253"/>
                      <a:pt x="100" y="249"/>
                    </a:cubicBezTo>
                    <a:cubicBezTo>
                      <a:pt x="99" y="244"/>
                      <a:pt x="97" y="240"/>
                      <a:pt x="96" y="235"/>
                    </a:cubicBezTo>
                    <a:cubicBezTo>
                      <a:pt x="94" y="231"/>
                      <a:pt x="93" y="227"/>
                      <a:pt x="91" y="222"/>
                    </a:cubicBezTo>
                    <a:cubicBezTo>
                      <a:pt x="91" y="222"/>
                      <a:pt x="91" y="222"/>
                      <a:pt x="91" y="222"/>
                    </a:cubicBezTo>
                    <a:cubicBezTo>
                      <a:pt x="86" y="211"/>
                      <a:pt x="81" y="200"/>
                      <a:pt x="74" y="189"/>
                    </a:cubicBezTo>
                    <a:cubicBezTo>
                      <a:pt x="86" y="203"/>
                      <a:pt x="97" y="217"/>
                      <a:pt x="104" y="231"/>
                    </a:cubicBezTo>
                    <a:cubicBezTo>
                      <a:pt x="107" y="236"/>
                      <a:pt x="110" y="241"/>
                      <a:pt x="112" y="246"/>
                    </a:cubicBezTo>
                    <a:cubicBezTo>
                      <a:pt x="112" y="246"/>
                      <a:pt x="112" y="246"/>
                      <a:pt x="112" y="246"/>
                    </a:cubicBezTo>
                    <a:cubicBezTo>
                      <a:pt x="114" y="252"/>
                      <a:pt x="117" y="258"/>
                      <a:pt x="118" y="264"/>
                    </a:cubicBezTo>
                    <a:cubicBezTo>
                      <a:pt x="119" y="266"/>
                      <a:pt x="119" y="266"/>
                      <a:pt x="119" y="266"/>
                    </a:cubicBezTo>
                    <a:cubicBezTo>
                      <a:pt x="119" y="267"/>
                      <a:pt x="120" y="269"/>
                      <a:pt x="120" y="271"/>
                    </a:cubicBezTo>
                    <a:cubicBezTo>
                      <a:pt x="121" y="272"/>
                      <a:pt x="121" y="272"/>
                      <a:pt x="121" y="272"/>
                    </a:cubicBezTo>
                    <a:cubicBezTo>
                      <a:pt x="124" y="283"/>
                      <a:pt x="129" y="292"/>
                      <a:pt x="134" y="300"/>
                    </a:cubicBezTo>
                    <a:cubicBezTo>
                      <a:pt x="139" y="308"/>
                      <a:pt x="144" y="315"/>
                      <a:pt x="150" y="322"/>
                    </a:cubicBezTo>
                    <a:cubicBezTo>
                      <a:pt x="153" y="325"/>
                      <a:pt x="156" y="328"/>
                      <a:pt x="160" y="332"/>
                    </a:cubicBezTo>
                    <a:cubicBezTo>
                      <a:pt x="164" y="336"/>
                      <a:pt x="168" y="339"/>
                      <a:pt x="172" y="343"/>
                    </a:cubicBezTo>
                    <a:cubicBezTo>
                      <a:pt x="184" y="353"/>
                      <a:pt x="197" y="362"/>
                      <a:pt x="212" y="371"/>
                    </a:cubicBezTo>
                    <a:cubicBezTo>
                      <a:pt x="219" y="375"/>
                      <a:pt x="226" y="379"/>
                      <a:pt x="234" y="383"/>
                    </a:cubicBezTo>
                    <a:cubicBezTo>
                      <a:pt x="224" y="364"/>
                      <a:pt x="215" y="346"/>
                      <a:pt x="208" y="328"/>
                    </a:cubicBezTo>
                    <a:cubicBezTo>
                      <a:pt x="205" y="321"/>
                      <a:pt x="203" y="315"/>
                      <a:pt x="200" y="308"/>
                    </a:cubicBezTo>
                    <a:cubicBezTo>
                      <a:pt x="197" y="298"/>
                      <a:pt x="194" y="288"/>
                      <a:pt x="191" y="279"/>
                    </a:cubicBezTo>
                    <a:cubicBezTo>
                      <a:pt x="191" y="278"/>
                      <a:pt x="191" y="278"/>
                      <a:pt x="191" y="278"/>
                    </a:cubicBezTo>
                    <a:cubicBezTo>
                      <a:pt x="187" y="264"/>
                      <a:pt x="183" y="250"/>
                      <a:pt x="181" y="236"/>
                    </a:cubicBezTo>
                    <a:cubicBezTo>
                      <a:pt x="179" y="228"/>
                      <a:pt x="178" y="221"/>
                      <a:pt x="177" y="214"/>
                    </a:cubicBezTo>
                    <a:cubicBezTo>
                      <a:pt x="174" y="190"/>
                      <a:pt x="172" y="166"/>
                      <a:pt x="173" y="142"/>
                    </a:cubicBezTo>
                    <a:cubicBezTo>
                      <a:pt x="173" y="135"/>
                      <a:pt x="173" y="127"/>
                      <a:pt x="174" y="119"/>
                    </a:cubicBezTo>
                    <a:cubicBezTo>
                      <a:pt x="174" y="117"/>
                      <a:pt x="174" y="115"/>
                      <a:pt x="174" y="113"/>
                    </a:cubicBezTo>
                    <a:cubicBezTo>
                      <a:pt x="177" y="84"/>
                      <a:pt x="182" y="56"/>
                      <a:pt x="190" y="28"/>
                    </a:cubicBezTo>
                    <a:cubicBezTo>
                      <a:pt x="185" y="60"/>
                      <a:pt x="181" y="90"/>
                      <a:pt x="181" y="120"/>
                    </a:cubicBezTo>
                    <a:cubicBezTo>
                      <a:pt x="181" y="127"/>
                      <a:pt x="181" y="135"/>
                      <a:pt x="182" y="142"/>
                    </a:cubicBezTo>
                    <a:cubicBezTo>
                      <a:pt x="182" y="153"/>
                      <a:pt x="183" y="163"/>
                      <a:pt x="184" y="174"/>
                    </a:cubicBezTo>
                    <a:cubicBezTo>
                      <a:pt x="185" y="180"/>
                      <a:pt x="185" y="185"/>
                      <a:pt x="186" y="191"/>
                    </a:cubicBezTo>
                    <a:cubicBezTo>
                      <a:pt x="186" y="191"/>
                      <a:pt x="186" y="191"/>
                      <a:pt x="186" y="192"/>
                    </a:cubicBezTo>
                    <a:cubicBezTo>
                      <a:pt x="191" y="220"/>
                      <a:pt x="199" y="247"/>
                      <a:pt x="209" y="273"/>
                    </a:cubicBezTo>
                    <a:cubicBezTo>
                      <a:pt x="212" y="278"/>
                      <a:pt x="214" y="284"/>
                      <a:pt x="217" y="289"/>
                    </a:cubicBezTo>
                    <a:cubicBezTo>
                      <a:pt x="223" y="303"/>
                      <a:pt x="231" y="316"/>
                      <a:pt x="239" y="329"/>
                    </a:cubicBezTo>
                    <a:cubicBezTo>
                      <a:pt x="241" y="333"/>
                      <a:pt x="243" y="336"/>
                      <a:pt x="246" y="339"/>
                    </a:cubicBezTo>
                    <a:cubicBezTo>
                      <a:pt x="253" y="350"/>
                      <a:pt x="261" y="360"/>
                      <a:pt x="269" y="370"/>
                    </a:cubicBezTo>
                    <a:cubicBezTo>
                      <a:pt x="283" y="343"/>
                      <a:pt x="294" y="316"/>
                      <a:pt x="302" y="288"/>
                    </a:cubicBezTo>
                    <a:cubicBezTo>
                      <a:pt x="304" y="282"/>
                      <a:pt x="306" y="275"/>
                      <a:pt x="307" y="268"/>
                    </a:cubicBezTo>
                    <a:cubicBezTo>
                      <a:pt x="315" y="239"/>
                      <a:pt x="319" y="209"/>
                      <a:pt x="321" y="178"/>
                    </a:cubicBezTo>
                    <a:cubicBezTo>
                      <a:pt x="322" y="161"/>
                      <a:pt x="322" y="144"/>
                      <a:pt x="321" y="127"/>
                    </a:cubicBezTo>
                    <a:cubicBezTo>
                      <a:pt x="321" y="127"/>
                      <a:pt x="321" y="127"/>
                      <a:pt x="321" y="127"/>
                    </a:cubicBezTo>
                    <a:cubicBezTo>
                      <a:pt x="321" y="125"/>
                      <a:pt x="321" y="123"/>
                      <a:pt x="321" y="121"/>
                    </a:cubicBezTo>
                    <a:cubicBezTo>
                      <a:pt x="321" y="119"/>
                      <a:pt x="321" y="117"/>
                      <a:pt x="320" y="116"/>
                    </a:cubicBezTo>
                    <a:cubicBezTo>
                      <a:pt x="319" y="97"/>
                      <a:pt x="317" y="79"/>
                      <a:pt x="314" y="60"/>
                    </a:cubicBezTo>
                    <a:cubicBezTo>
                      <a:pt x="314" y="58"/>
                      <a:pt x="314" y="56"/>
                      <a:pt x="314" y="54"/>
                    </a:cubicBezTo>
                    <a:cubicBezTo>
                      <a:pt x="311" y="40"/>
                      <a:pt x="308" y="26"/>
                      <a:pt x="305" y="11"/>
                    </a:cubicBezTo>
                    <a:cubicBezTo>
                      <a:pt x="304" y="8"/>
                      <a:pt x="303" y="4"/>
                      <a:pt x="30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 name="Freeform 123"/>
              <p:cNvSpPr>
                <a:spLocks/>
              </p:cNvSpPr>
              <p:nvPr/>
            </p:nvSpPr>
            <p:spPr bwMode="auto">
              <a:xfrm>
                <a:off x="7897812" y="2092326"/>
                <a:ext cx="276225" cy="61913"/>
              </a:xfrm>
              <a:custGeom>
                <a:avLst/>
                <a:gdLst/>
                <a:ahLst/>
                <a:cxnLst>
                  <a:cxn ang="0">
                    <a:pos x="24" y="0"/>
                  </a:cxn>
                  <a:cxn ang="0">
                    <a:pos x="67" y="3"/>
                  </a:cxn>
                  <a:cxn ang="0">
                    <a:pos x="0" y="15"/>
                  </a:cxn>
                  <a:cxn ang="0">
                    <a:pos x="23" y="0"/>
                  </a:cxn>
                  <a:cxn ang="0">
                    <a:pos x="24" y="0"/>
                  </a:cxn>
                </a:cxnLst>
                <a:rect l="0" t="0" r="r" b="b"/>
                <a:pathLst>
                  <a:path w="67" h="15">
                    <a:moveTo>
                      <a:pt x="24" y="0"/>
                    </a:moveTo>
                    <a:cubicBezTo>
                      <a:pt x="35" y="5"/>
                      <a:pt x="49" y="6"/>
                      <a:pt x="67" y="3"/>
                    </a:cubicBezTo>
                    <a:cubicBezTo>
                      <a:pt x="44" y="10"/>
                      <a:pt x="22" y="15"/>
                      <a:pt x="0" y="15"/>
                    </a:cubicBezTo>
                    <a:cubicBezTo>
                      <a:pt x="8" y="11"/>
                      <a:pt x="16" y="6"/>
                      <a:pt x="23" y="0"/>
                    </a:cubicBezTo>
                    <a:cubicBezTo>
                      <a:pt x="23" y="0"/>
                      <a:pt x="23" y="0"/>
                      <a:pt x="2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 name="Freeform 124"/>
              <p:cNvSpPr>
                <a:spLocks/>
              </p:cNvSpPr>
              <p:nvPr/>
            </p:nvSpPr>
            <p:spPr bwMode="auto">
              <a:xfrm>
                <a:off x="8116887" y="1785938"/>
                <a:ext cx="280988" cy="198438"/>
              </a:xfrm>
              <a:custGeom>
                <a:avLst/>
                <a:gdLst/>
                <a:ahLst/>
                <a:cxnLst>
                  <a:cxn ang="0">
                    <a:pos x="18" y="28"/>
                  </a:cxn>
                  <a:cxn ang="0">
                    <a:pos x="18" y="28"/>
                  </a:cxn>
                  <a:cxn ang="0">
                    <a:pos x="68" y="0"/>
                  </a:cxn>
                  <a:cxn ang="0">
                    <a:pos x="0" y="48"/>
                  </a:cxn>
                  <a:cxn ang="0">
                    <a:pos x="3" y="44"/>
                  </a:cxn>
                  <a:cxn ang="0">
                    <a:pos x="4" y="43"/>
                  </a:cxn>
                  <a:cxn ang="0">
                    <a:pos x="4" y="43"/>
                  </a:cxn>
                  <a:cxn ang="0">
                    <a:pos x="18" y="28"/>
                  </a:cxn>
                </a:cxnLst>
                <a:rect l="0" t="0" r="r" b="b"/>
                <a:pathLst>
                  <a:path w="68" h="48">
                    <a:moveTo>
                      <a:pt x="18" y="28"/>
                    </a:moveTo>
                    <a:cubicBezTo>
                      <a:pt x="18" y="28"/>
                      <a:pt x="18" y="28"/>
                      <a:pt x="18" y="28"/>
                    </a:cubicBezTo>
                    <a:cubicBezTo>
                      <a:pt x="28" y="32"/>
                      <a:pt x="45" y="22"/>
                      <a:pt x="68" y="0"/>
                    </a:cubicBezTo>
                    <a:cubicBezTo>
                      <a:pt x="54" y="27"/>
                      <a:pt x="31" y="43"/>
                      <a:pt x="0" y="48"/>
                    </a:cubicBezTo>
                    <a:cubicBezTo>
                      <a:pt x="3" y="44"/>
                      <a:pt x="3" y="44"/>
                      <a:pt x="3" y="44"/>
                    </a:cubicBezTo>
                    <a:cubicBezTo>
                      <a:pt x="4" y="44"/>
                      <a:pt x="4" y="44"/>
                      <a:pt x="4" y="43"/>
                    </a:cubicBezTo>
                    <a:cubicBezTo>
                      <a:pt x="4" y="43"/>
                      <a:pt x="4" y="43"/>
                      <a:pt x="4" y="43"/>
                    </a:cubicBezTo>
                    <a:cubicBezTo>
                      <a:pt x="9" y="38"/>
                      <a:pt x="14" y="33"/>
                      <a:pt x="18"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9" name="Freeform 125"/>
              <p:cNvSpPr>
                <a:spLocks/>
              </p:cNvSpPr>
              <p:nvPr/>
            </p:nvSpPr>
            <p:spPr bwMode="auto">
              <a:xfrm>
                <a:off x="7993062" y="1863726"/>
                <a:ext cx="82550" cy="166688"/>
              </a:xfrm>
              <a:custGeom>
                <a:avLst/>
                <a:gdLst/>
                <a:ahLst/>
                <a:cxnLst>
                  <a:cxn ang="0">
                    <a:pos x="18" y="24"/>
                  </a:cxn>
                  <a:cxn ang="0">
                    <a:pos x="0" y="40"/>
                  </a:cxn>
                  <a:cxn ang="0">
                    <a:pos x="20" y="0"/>
                  </a:cxn>
                  <a:cxn ang="0">
                    <a:pos x="19" y="23"/>
                  </a:cxn>
                  <a:cxn ang="0">
                    <a:pos x="18" y="24"/>
                  </a:cxn>
                </a:cxnLst>
                <a:rect l="0" t="0" r="r" b="b"/>
                <a:pathLst>
                  <a:path w="20" h="40">
                    <a:moveTo>
                      <a:pt x="18" y="24"/>
                    </a:moveTo>
                    <a:cubicBezTo>
                      <a:pt x="12" y="30"/>
                      <a:pt x="6" y="35"/>
                      <a:pt x="0" y="40"/>
                    </a:cubicBezTo>
                    <a:cubicBezTo>
                      <a:pt x="10" y="27"/>
                      <a:pt x="16" y="14"/>
                      <a:pt x="20" y="0"/>
                    </a:cubicBezTo>
                    <a:cubicBezTo>
                      <a:pt x="19" y="23"/>
                      <a:pt x="19" y="23"/>
                      <a:pt x="19" y="23"/>
                    </a:cubicBezTo>
                    <a:cubicBezTo>
                      <a:pt x="19" y="24"/>
                      <a:pt x="18" y="24"/>
                      <a:pt x="18"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0" name="Freeform 126"/>
              <p:cNvSpPr>
                <a:spLocks/>
              </p:cNvSpPr>
              <p:nvPr/>
            </p:nvSpPr>
            <p:spPr bwMode="auto">
              <a:xfrm>
                <a:off x="8269287" y="1536701"/>
                <a:ext cx="53975" cy="207963"/>
              </a:xfrm>
              <a:custGeom>
                <a:avLst/>
                <a:gdLst/>
                <a:ahLst/>
                <a:cxnLst>
                  <a:cxn ang="0">
                    <a:pos x="0" y="131"/>
                  </a:cxn>
                  <a:cxn ang="0">
                    <a:pos x="34" y="0"/>
                  </a:cxn>
                  <a:cxn ang="0">
                    <a:pos x="34" y="92"/>
                  </a:cxn>
                  <a:cxn ang="0">
                    <a:pos x="0" y="131"/>
                  </a:cxn>
                </a:cxnLst>
                <a:rect l="0" t="0" r="r" b="b"/>
                <a:pathLst>
                  <a:path w="34" h="131">
                    <a:moveTo>
                      <a:pt x="0" y="131"/>
                    </a:moveTo>
                    <a:lnTo>
                      <a:pt x="34" y="0"/>
                    </a:lnTo>
                    <a:lnTo>
                      <a:pt x="34" y="92"/>
                    </a:lnTo>
                    <a:lnTo>
                      <a:pt x="0" y="1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1" name="Freeform 127"/>
              <p:cNvSpPr>
                <a:spLocks/>
              </p:cNvSpPr>
              <p:nvPr/>
            </p:nvSpPr>
            <p:spPr bwMode="auto">
              <a:xfrm>
                <a:off x="7988300" y="1516063"/>
                <a:ext cx="144463" cy="269875"/>
              </a:xfrm>
              <a:custGeom>
                <a:avLst/>
                <a:gdLst/>
                <a:ahLst/>
                <a:cxnLst>
                  <a:cxn ang="0">
                    <a:pos x="21" y="45"/>
                  </a:cxn>
                  <a:cxn ang="0">
                    <a:pos x="0" y="65"/>
                  </a:cxn>
                  <a:cxn ang="0">
                    <a:pos x="35" y="0"/>
                  </a:cxn>
                  <a:cxn ang="0">
                    <a:pos x="21" y="45"/>
                  </a:cxn>
                </a:cxnLst>
                <a:rect l="0" t="0" r="r" b="b"/>
                <a:pathLst>
                  <a:path w="35" h="65">
                    <a:moveTo>
                      <a:pt x="21" y="45"/>
                    </a:moveTo>
                    <a:cubicBezTo>
                      <a:pt x="14" y="53"/>
                      <a:pt x="7" y="59"/>
                      <a:pt x="0" y="65"/>
                    </a:cubicBezTo>
                    <a:cubicBezTo>
                      <a:pt x="35" y="0"/>
                      <a:pt x="35" y="0"/>
                      <a:pt x="35" y="0"/>
                    </a:cubicBezTo>
                    <a:cubicBezTo>
                      <a:pt x="21" y="45"/>
                      <a:pt x="21" y="45"/>
                      <a:pt x="21" y="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2" name="Freeform 128"/>
              <p:cNvSpPr>
                <a:spLocks/>
              </p:cNvSpPr>
              <p:nvPr/>
            </p:nvSpPr>
            <p:spPr bwMode="auto">
              <a:xfrm>
                <a:off x="7596187" y="1595438"/>
                <a:ext cx="363538" cy="450850"/>
              </a:xfrm>
              <a:custGeom>
                <a:avLst/>
                <a:gdLst/>
                <a:ahLst/>
                <a:cxnLst>
                  <a:cxn ang="0">
                    <a:pos x="0" y="109"/>
                  </a:cxn>
                  <a:cxn ang="0">
                    <a:pos x="2" y="107"/>
                  </a:cxn>
                  <a:cxn ang="0">
                    <a:pos x="35" y="77"/>
                  </a:cxn>
                  <a:cxn ang="0">
                    <a:pos x="48" y="61"/>
                  </a:cxn>
                  <a:cxn ang="0">
                    <a:pos x="49" y="59"/>
                  </a:cxn>
                  <a:cxn ang="0">
                    <a:pos x="50" y="57"/>
                  </a:cxn>
                  <a:cxn ang="0">
                    <a:pos x="51" y="56"/>
                  </a:cxn>
                  <a:cxn ang="0">
                    <a:pos x="51" y="56"/>
                  </a:cxn>
                  <a:cxn ang="0">
                    <a:pos x="62" y="38"/>
                  </a:cxn>
                  <a:cxn ang="0">
                    <a:pos x="62" y="38"/>
                  </a:cxn>
                  <a:cxn ang="0">
                    <a:pos x="62" y="38"/>
                  </a:cxn>
                  <a:cxn ang="0">
                    <a:pos x="88" y="0"/>
                  </a:cxn>
                  <a:cxn ang="0">
                    <a:pos x="69" y="41"/>
                  </a:cxn>
                  <a:cxn ang="0">
                    <a:pos x="69" y="42"/>
                  </a:cxn>
                  <a:cxn ang="0">
                    <a:pos x="69" y="42"/>
                  </a:cxn>
                  <a:cxn ang="0">
                    <a:pos x="58" y="60"/>
                  </a:cxn>
                  <a:cxn ang="0">
                    <a:pos x="41" y="83"/>
                  </a:cxn>
                  <a:cxn ang="0">
                    <a:pos x="0" y="109"/>
                  </a:cxn>
                </a:cxnLst>
                <a:rect l="0" t="0" r="r" b="b"/>
                <a:pathLst>
                  <a:path w="88" h="109">
                    <a:moveTo>
                      <a:pt x="0" y="109"/>
                    </a:moveTo>
                    <a:cubicBezTo>
                      <a:pt x="1" y="108"/>
                      <a:pt x="1" y="108"/>
                      <a:pt x="2" y="107"/>
                    </a:cubicBezTo>
                    <a:cubicBezTo>
                      <a:pt x="14" y="99"/>
                      <a:pt x="25" y="89"/>
                      <a:pt x="35" y="77"/>
                    </a:cubicBezTo>
                    <a:cubicBezTo>
                      <a:pt x="39" y="72"/>
                      <a:pt x="43" y="66"/>
                      <a:pt x="48" y="61"/>
                    </a:cubicBezTo>
                    <a:cubicBezTo>
                      <a:pt x="48" y="60"/>
                      <a:pt x="48" y="60"/>
                      <a:pt x="49" y="59"/>
                    </a:cubicBezTo>
                    <a:cubicBezTo>
                      <a:pt x="50" y="57"/>
                      <a:pt x="50" y="57"/>
                      <a:pt x="50" y="57"/>
                    </a:cubicBezTo>
                    <a:cubicBezTo>
                      <a:pt x="50" y="57"/>
                      <a:pt x="50" y="57"/>
                      <a:pt x="51" y="56"/>
                    </a:cubicBezTo>
                    <a:cubicBezTo>
                      <a:pt x="51" y="56"/>
                      <a:pt x="51" y="56"/>
                      <a:pt x="51" y="56"/>
                    </a:cubicBezTo>
                    <a:cubicBezTo>
                      <a:pt x="55" y="50"/>
                      <a:pt x="58" y="44"/>
                      <a:pt x="62" y="38"/>
                    </a:cubicBezTo>
                    <a:cubicBezTo>
                      <a:pt x="62" y="38"/>
                      <a:pt x="62" y="38"/>
                      <a:pt x="62" y="38"/>
                    </a:cubicBezTo>
                    <a:cubicBezTo>
                      <a:pt x="62" y="38"/>
                      <a:pt x="62" y="38"/>
                      <a:pt x="62" y="38"/>
                    </a:cubicBezTo>
                    <a:cubicBezTo>
                      <a:pt x="71" y="26"/>
                      <a:pt x="80" y="13"/>
                      <a:pt x="88" y="0"/>
                    </a:cubicBezTo>
                    <a:cubicBezTo>
                      <a:pt x="83" y="14"/>
                      <a:pt x="77" y="27"/>
                      <a:pt x="69" y="41"/>
                    </a:cubicBezTo>
                    <a:cubicBezTo>
                      <a:pt x="69" y="41"/>
                      <a:pt x="69" y="42"/>
                      <a:pt x="69" y="42"/>
                    </a:cubicBezTo>
                    <a:cubicBezTo>
                      <a:pt x="69" y="42"/>
                      <a:pt x="69" y="42"/>
                      <a:pt x="69" y="42"/>
                    </a:cubicBezTo>
                    <a:cubicBezTo>
                      <a:pt x="65" y="48"/>
                      <a:pt x="61" y="54"/>
                      <a:pt x="58" y="60"/>
                    </a:cubicBezTo>
                    <a:cubicBezTo>
                      <a:pt x="53" y="68"/>
                      <a:pt x="47" y="75"/>
                      <a:pt x="41" y="83"/>
                    </a:cubicBezTo>
                    <a:lnTo>
                      <a:pt x="0" y="1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3" name="Freeform 129"/>
              <p:cNvSpPr>
                <a:spLocks/>
              </p:cNvSpPr>
              <p:nvPr/>
            </p:nvSpPr>
            <p:spPr bwMode="auto">
              <a:xfrm>
                <a:off x="7794625" y="1608138"/>
                <a:ext cx="61913" cy="239713"/>
              </a:xfrm>
              <a:custGeom>
                <a:avLst/>
                <a:gdLst/>
                <a:ahLst/>
                <a:cxnLst>
                  <a:cxn ang="0">
                    <a:pos x="1" y="56"/>
                  </a:cxn>
                  <a:cxn ang="0">
                    <a:pos x="0" y="58"/>
                  </a:cxn>
                  <a:cxn ang="0">
                    <a:pos x="2" y="33"/>
                  </a:cxn>
                  <a:cxn ang="0">
                    <a:pos x="15" y="0"/>
                  </a:cxn>
                  <a:cxn ang="0">
                    <a:pos x="14" y="35"/>
                  </a:cxn>
                  <a:cxn ang="0">
                    <a:pos x="14" y="35"/>
                  </a:cxn>
                  <a:cxn ang="0">
                    <a:pos x="3" y="53"/>
                  </a:cxn>
                  <a:cxn ang="0">
                    <a:pos x="3" y="53"/>
                  </a:cxn>
                  <a:cxn ang="0">
                    <a:pos x="2" y="54"/>
                  </a:cxn>
                  <a:cxn ang="0">
                    <a:pos x="1" y="56"/>
                  </a:cxn>
                </a:cxnLst>
                <a:rect l="0" t="0" r="r" b="b"/>
                <a:pathLst>
                  <a:path w="15" h="58">
                    <a:moveTo>
                      <a:pt x="1" y="56"/>
                    </a:moveTo>
                    <a:cubicBezTo>
                      <a:pt x="0" y="57"/>
                      <a:pt x="0" y="57"/>
                      <a:pt x="0" y="58"/>
                    </a:cubicBezTo>
                    <a:cubicBezTo>
                      <a:pt x="0" y="47"/>
                      <a:pt x="1" y="39"/>
                      <a:pt x="2" y="33"/>
                    </a:cubicBezTo>
                    <a:cubicBezTo>
                      <a:pt x="5" y="22"/>
                      <a:pt x="9" y="11"/>
                      <a:pt x="15" y="0"/>
                    </a:cubicBezTo>
                    <a:cubicBezTo>
                      <a:pt x="8" y="13"/>
                      <a:pt x="8" y="25"/>
                      <a:pt x="14" y="35"/>
                    </a:cubicBezTo>
                    <a:cubicBezTo>
                      <a:pt x="14" y="35"/>
                      <a:pt x="14" y="35"/>
                      <a:pt x="14" y="35"/>
                    </a:cubicBezTo>
                    <a:cubicBezTo>
                      <a:pt x="10" y="41"/>
                      <a:pt x="7" y="47"/>
                      <a:pt x="3" y="53"/>
                    </a:cubicBezTo>
                    <a:cubicBezTo>
                      <a:pt x="3" y="53"/>
                      <a:pt x="3" y="53"/>
                      <a:pt x="3" y="53"/>
                    </a:cubicBezTo>
                    <a:cubicBezTo>
                      <a:pt x="2" y="54"/>
                      <a:pt x="2" y="54"/>
                      <a:pt x="2" y="54"/>
                    </a:cubicBezTo>
                    <a:lnTo>
                      <a:pt x="1" y="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4" name="Freeform 130"/>
              <p:cNvSpPr>
                <a:spLocks/>
              </p:cNvSpPr>
              <p:nvPr/>
            </p:nvSpPr>
            <p:spPr bwMode="auto">
              <a:xfrm>
                <a:off x="7662862" y="1997076"/>
                <a:ext cx="201613" cy="57150"/>
              </a:xfrm>
              <a:custGeom>
                <a:avLst/>
                <a:gdLst/>
                <a:ahLst/>
                <a:cxnLst>
                  <a:cxn ang="0">
                    <a:pos x="16" y="4"/>
                  </a:cxn>
                  <a:cxn ang="0">
                    <a:pos x="18" y="3"/>
                  </a:cxn>
                  <a:cxn ang="0">
                    <a:pos x="49" y="0"/>
                  </a:cxn>
                  <a:cxn ang="0">
                    <a:pos x="0" y="14"/>
                  </a:cxn>
                  <a:cxn ang="0">
                    <a:pos x="5" y="11"/>
                  </a:cxn>
                  <a:cxn ang="0">
                    <a:pos x="16" y="4"/>
                  </a:cxn>
                </a:cxnLst>
                <a:rect l="0" t="0" r="r" b="b"/>
                <a:pathLst>
                  <a:path w="49" h="14">
                    <a:moveTo>
                      <a:pt x="16" y="4"/>
                    </a:moveTo>
                    <a:cubicBezTo>
                      <a:pt x="17" y="4"/>
                      <a:pt x="17" y="3"/>
                      <a:pt x="18" y="3"/>
                    </a:cubicBezTo>
                    <a:cubicBezTo>
                      <a:pt x="26" y="4"/>
                      <a:pt x="36" y="3"/>
                      <a:pt x="49" y="0"/>
                    </a:cubicBezTo>
                    <a:cubicBezTo>
                      <a:pt x="34" y="7"/>
                      <a:pt x="18" y="11"/>
                      <a:pt x="0" y="14"/>
                    </a:cubicBezTo>
                    <a:cubicBezTo>
                      <a:pt x="1" y="13"/>
                      <a:pt x="3" y="12"/>
                      <a:pt x="5" y="11"/>
                    </a:cubicBezTo>
                    <a:cubicBezTo>
                      <a:pt x="9" y="9"/>
                      <a:pt x="12" y="6"/>
                      <a:pt x="16"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5" name="Freeform 131"/>
              <p:cNvSpPr>
                <a:spLocks/>
              </p:cNvSpPr>
              <p:nvPr/>
            </p:nvSpPr>
            <p:spPr bwMode="auto">
              <a:xfrm>
                <a:off x="6488112" y="2046288"/>
                <a:ext cx="495300" cy="174625"/>
              </a:xfrm>
              <a:custGeom>
                <a:avLst/>
                <a:gdLst/>
                <a:ahLst/>
                <a:cxnLst>
                  <a:cxn ang="0">
                    <a:pos x="120" y="36"/>
                  </a:cxn>
                  <a:cxn ang="0">
                    <a:pos x="84" y="28"/>
                  </a:cxn>
                  <a:cxn ang="0">
                    <a:pos x="72" y="28"/>
                  </a:cxn>
                  <a:cxn ang="0">
                    <a:pos x="0" y="42"/>
                  </a:cxn>
                  <a:cxn ang="0">
                    <a:pos x="40" y="24"/>
                  </a:cxn>
                  <a:cxn ang="0">
                    <a:pos x="10" y="0"/>
                  </a:cxn>
                  <a:cxn ang="0">
                    <a:pos x="42" y="18"/>
                  </a:cxn>
                  <a:cxn ang="0">
                    <a:pos x="72" y="23"/>
                  </a:cxn>
                  <a:cxn ang="0">
                    <a:pos x="95" y="20"/>
                  </a:cxn>
                  <a:cxn ang="0">
                    <a:pos x="95" y="19"/>
                  </a:cxn>
                  <a:cxn ang="0">
                    <a:pos x="120" y="36"/>
                  </a:cxn>
                </a:cxnLst>
                <a:rect l="0" t="0" r="r" b="b"/>
                <a:pathLst>
                  <a:path w="120" h="42">
                    <a:moveTo>
                      <a:pt x="120" y="36"/>
                    </a:moveTo>
                    <a:cubicBezTo>
                      <a:pt x="110" y="31"/>
                      <a:pt x="97" y="29"/>
                      <a:pt x="84" y="28"/>
                    </a:cubicBezTo>
                    <a:cubicBezTo>
                      <a:pt x="80" y="28"/>
                      <a:pt x="76" y="28"/>
                      <a:pt x="72" y="28"/>
                    </a:cubicBezTo>
                    <a:cubicBezTo>
                      <a:pt x="49" y="28"/>
                      <a:pt x="25" y="33"/>
                      <a:pt x="0" y="42"/>
                    </a:cubicBezTo>
                    <a:cubicBezTo>
                      <a:pt x="11" y="30"/>
                      <a:pt x="25" y="24"/>
                      <a:pt x="40" y="24"/>
                    </a:cubicBezTo>
                    <a:cubicBezTo>
                      <a:pt x="25" y="18"/>
                      <a:pt x="15" y="10"/>
                      <a:pt x="10" y="0"/>
                    </a:cubicBezTo>
                    <a:cubicBezTo>
                      <a:pt x="20" y="8"/>
                      <a:pt x="31" y="14"/>
                      <a:pt x="42" y="18"/>
                    </a:cubicBezTo>
                    <a:cubicBezTo>
                      <a:pt x="52" y="21"/>
                      <a:pt x="62" y="23"/>
                      <a:pt x="72" y="23"/>
                    </a:cubicBezTo>
                    <a:cubicBezTo>
                      <a:pt x="80" y="23"/>
                      <a:pt x="87" y="22"/>
                      <a:pt x="95" y="20"/>
                    </a:cubicBezTo>
                    <a:cubicBezTo>
                      <a:pt x="95" y="20"/>
                      <a:pt x="95" y="20"/>
                      <a:pt x="95" y="19"/>
                    </a:cubicBezTo>
                    <a:lnTo>
                      <a:pt x="120"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6" name="Freeform 132"/>
              <p:cNvSpPr>
                <a:spLocks/>
              </p:cNvSpPr>
              <p:nvPr/>
            </p:nvSpPr>
            <p:spPr bwMode="auto">
              <a:xfrm>
                <a:off x="6761162" y="1752601"/>
                <a:ext cx="53975" cy="227013"/>
              </a:xfrm>
              <a:custGeom>
                <a:avLst/>
                <a:gdLst/>
                <a:ahLst/>
                <a:cxnLst>
                  <a:cxn ang="0">
                    <a:pos x="0" y="0"/>
                  </a:cxn>
                  <a:cxn ang="0">
                    <a:pos x="13" y="55"/>
                  </a:cxn>
                  <a:cxn ang="0">
                    <a:pos x="3" y="45"/>
                  </a:cxn>
                  <a:cxn ang="0">
                    <a:pos x="0" y="0"/>
                  </a:cxn>
                </a:cxnLst>
                <a:rect l="0" t="0" r="r" b="b"/>
                <a:pathLst>
                  <a:path w="13" h="55">
                    <a:moveTo>
                      <a:pt x="0" y="0"/>
                    </a:moveTo>
                    <a:cubicBezTo>
                      <a:pt x="7" y="18"/>
                      <a:pt x="11" y="36"/>
                      <a:pt x="13" y="55"/>
                    </a:cubicBezTo>
                    <a:cubicBezTo>
                      <a:pt x="9" y="51"/>
                      <a:pt x="6" y="48"/>
                      <a:pt x="3" y="45"/>
                    </a:cubicBezTo>
                    <a:cubicBezTo>
                      <a:pt x="5" y="30"/>
                      <a:pt x="4" y="15"/>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7" name="Freeform 133"/>
              <p:cNvSpPr>
                <a:spLocks/>
              </p:cNvSpPr>
              <p:nvPr/>
            </p:nvSpPr>
            <p:spPr bwMode="auto">
              <a:xfrm>
                <a:off x="6384925" y="1727201"/>
                <a:ext cx="65088" cy="125413"/>
              </a:xfrm>
              <a:custGeom>
                <a:avLst/>
                <a:gdLst/>
                <a:ahLst/>
                <a:cxnLst>
                  <a:cxn ang="0">
                    <a:pos x="15" y="29"/>
                  </a:cxn>
                  <a:cxn ang="0">
                    <a:pos x="9" y="27"/>
                  </a:cxn>
                  <a:cxn ang="0">
                    <a:pos x="0" y="0"/>
                  </a:cxn>
                  <a:cxn ang="0">
                    <a:pos x="15" y="25"/>
                  </a:cxn>
                  <a:cxn ang="0">
                    <a:pos x="16" y="30"/>
                  </a:cxn>
                  <a:cxn ang="0">
                    <a:pos x="15" y="29"/>
                  </a:cxn>
                </a:cxnLst>
                <a:rect l="0" t="0" r="r" b="b"/>
                <a:pathLst>
                  <a:path w="16" h="30">
                    <a:moveTo>
                      <a:pt x="15" y="29"/>
                    </a:moveTo>
                    <a:cubicBezTo>
                      <a:pt x="13" y="29"/>
                      <a:pt x="11" y="28"/>
                      <a:pt x="9" y="27"/>
                    </a:cubicBezTo>
                    <a:cubicBezTo>
                      <a:pt x="8" y="18"/>
                      <a:pt x="5" y="9"/>
                      <a:pt x="0" y="0"/>
                    </a:cubicBezTo>
                    <a:cubicBezTo>
                      <a:pt x="6" y="8"/>
                      <a:pt x="11" y="17"/>
                      <a:pt x="15" y="25"/>
                    </a:cubicBezTo>
                    <a:cubicBezTo>
                      <a:pt x="15" y="26"/>
                      <a:pt x="16" y="28"/>
                      <a:pt x="16" y="30"/>
                    </a:cubicBezTo>
                    <a:cubicBezTo>
                      <a:pt x="16" y="30"/>
                      <a:pt x="16" y="29"/>
                      <a:pt x="15"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8" name="Freeform 134"/>
              <p:cNvSpPr>
                <a:spLocks/>
              </p:cNvSpPr>
              <p:nvPr/>
            </p:nvSpPr>
            <p:spPr bwMode="auto">
              <a:xfrm>
                <a:off x="6276975" y="1889126"/>
                <a:ext cx="206375" cy="58738"/>
              </a:xfrm>
              <a:custGeom>
                <a:avLst/>
                <a:gdLst/>
                <a:ahLst/>
                <a:cxnLst>
                  <a:cxn ang="0">
                    <a:pos x="38" y="0"/>
                  </a:cxn>
                  <a:cxn ang="0">
                    <a:pos x="50" y="5"/>
                  </a:cxn>
                  <a:cxn ang="0">
                    <a:pos x="0" y="14"/>
                  </a:cxn>
                  <a:cxn ang="0">
                    <a:pos x="33" y="2"/>
                  </a:cxn>
                  <a:cxn ang="0">
                    <a:pos x="33" y="2"/>
                  </a:cxn>
                  <a:cxn ang="0">
                    <a:pos x="38" y="0"/>
                  </a:cxn>
                </a:cxnLst>
                <a:rect l="0" t="0" r="r" b="b"/>
                <a:pathLst>
                  <a:path w="50" h="14">
                    <a:moveTo>
                      <a:pt x="38" y="0"/>
                    </a:moveTo>
                    <a:cubicBezTo>
                      <a:pt x="42" y="1"/>
                      <a:pt x="46" y="3"/>
                      <a:pt x="50" y="5"/>
                    </a:cubicBezTo>
                    <a:cubicBezTo>
                      <a:pt x="32" y="9"/>
                      <a:pt x="15" y="12"/>
                      <a:pt x="0" y="14"/>
                    </a:cubicBezTo>
                    <a:cubicBezTo>
                      <a:pt x="12" y="10"/>
                      <a:pt x="23" y="6"/>
                      <a:pt x="33" y="2"/>
                    </a:cubicBezTo>
                    <a:cubicBezTo>
                      <a:pt x="33" y="2"/>
                      <a:pt x="33" y="2"/>
                      <a:pt x="33" y="2"/>
                    </a:cubicBezTo>
                    <a:cubicBezTo>
                      <a:pt x="35" y="1"/>
                      <a:pt x="36" y="0"/>
                      <a:pt x="3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9" name="Freeform 135"/>
              <p:cNvSpPr>
                <a:spLocks/>
              </p:cNvSpPr>
              <p:nvPr/>
            </p:nvSpPr>
            <p:spPr bwMode="auto">
              <a:xfrm>
                <a:off x="6313487" y="1436688"/>
                <a:ext cx="236538" cy="141288"/>
              </a:xfrm>
              <a:custGeom>
                <a:avLst/>
                <a:gdLst/>
                <a:ahLst/>
                <a:cxnLst>
                  <a:cxn ang="0">
                    <a:pos x="52" y="21"/>
                  </a:cxn>
                  <a:cxn ang="0">
                    <a:pos x="57" y="34"/>
                  </a:cxn>
                  <a:cxn ang="0">
                    <a:pos x="0" y="0"/>
                  </a:cxn>
                  <a:cxn ang="0">
                    <a:pos x="52" y="21"/>
                  </a:cxn>
                </a:cxnLst>
                <a:rect l="0" t="0" r="r" b="b"/>
                <a:pathLst>
                  <a:path w="57" h="34">
                    <a:moveTo>
                      <a:pt x="52" y="21"/>
                    </a:moveTo>
                    <a:cubicBezTo>
                      <a:pt x="54" y="26"/>
                      <a:pt x="55" y="30"/>
                      <a:pt x="57" y="34"/>
                    </a:cubicBezTo>
                    <a:cubicBezTo>
                      <a:pt x="36" y="25"/>
                      <a:pt x="17" y="14"/>
                      <a:pt x="0" y="0"/>
                    </a:cubicBezTo>
                    <a:cubicBezTo>
                      <a:pt x="17" y="9"/>
                      <a:pt x="34" y="16"/>
                      <a:pt x="52"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0" name="Freeform 136"/>
              <p:cNvSpPr>
                <a:spLocks/>
              </p:cNvSpPr>
              <p:nvPr/>
            </p:nvSpPr>
            <p:spPr bwMode="auto">
              <a:xfrm>
                <a:off x="6616700" y="1446213"/>
                <a:ext cx="65088" cy="252413"/>
              </a:xfrm>
              <a:custGeom>
                <a:avLst/>
                <a:gdLst/>
                <a:ahLst/>
                <a:cxnLst>
                  <a:cxn ang="0">
                    <a:pos x="6" y="61"/>
                  </a:cxn>
                  <a:cxn ang="0">
                    <a:pos x="0" y="43"/>
                  </a:cxn>
                  <a:cxn ang="0">
                    <a:pos x="13" y="0"/>
                  </a:cxn>
                  <a:cxn ang="0">
                    <a:pos x="6" y="61"/>
                  </a:cxn>
                </a:cxnLst>
                <a:rect l="0" t="0" r="r" b="b"/>
                <a:pathLst>
                  <a:path w="16" h="61">
                    <a:moveTo>
                      <a:pt x="6" y="61"/>
                    </a:moveTo>
                    <a:cubicBezTo>
                      <a:pt x="5" y="55"/>
                      <a:pt x="2" y="49"/>
                      <a:pt x="0" y="43"/>
                    </a:cubicBezTo>
                    <a:cubicBezTo>
                      <a:pt x="8" y="31"/>
                      <a:pt x="12" y="17"/>
                      <a:pt x="13" y="0"/>
                    </a:cubicBezTo>
                    <a:cubicBezTo>
                      <a:pt x="16" y="20"/>
                      <a:pt x="14" y="41"/>
                      <a:pt x="6" y="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1" name="Freeform 137"/>
              <p:cNvSpPr>
                <a:spLocks/>
              </p:cNvSpPr>
              <p:nvPr/>
            </p:nvSpPr>
            <p:spPr bwMode="auto">
              <a:xfrm>
                <a:off x="6797675" y="1384301"/>
                <a:ext cx="103188" cy="198438"/>
              </a:xfrm>
              <a:custGeom>
                <a:avLst/>
                <a:gdLst/>
                <a:ahLst/>
                <a:cxnLst>
                  <a:cxn ang="0">
                    <a:pos x="0" y="0"/>
                  </a:cxn>
                  <a:cxn ang="0">
                    <a:pos x="21" y="26"/>
                  </a:cxn>
                  <a:cxn ang="0">
                    <a:pos x="25" y="48"/>
                  </a:cxn>
                  <a:cxn ang="0">
                    <a:pos x="0" y="0"/>
                  </a:cxn>
                </a:cxnLst>
                <a:rect l="0" t="0" r="r" b="b"/>
                <a:pathLst>
                  <a:path w="25" h="48">
                    <a:moveTo>
                      <a:pt x="0" y="0"/>
                    </a:moveTo>
                    <a:cubicBezTo>
                      <a:pt x="4" y="11"/>
                      <a:pt x="11" y="19"/>
                      <a:pt x="21" y="26"/>
                    </a:cubicBezTo>
                    <a:cubicBezTo>
                      <a:pt x="22" y="33"/>
                      <a:pt x="23" y="40"/>
                      <a:pt x="25" y="48"/>
                    </a:cubicBezTo>
                    <a:cubicBezTo>
                      <a:pt x="13" y="32"/>
                      <a:pt x="5" y="1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2" name="Freeform 138"/>
              <p:cNvSpPr>
                <a:spLocks/>
              </p:cNvSpPr>
              <p:nvPr/>
            </p:nvSpPr>
            <p:spPr bwMode="auto">
              <a:xfrm>
                <a:off x="6913562" y="1196976"/>
                <a:ext cx="87313" cy="198438"/>
              </a:xfrm>
              <a:custGeom>
                <a:avLst/>
                <a:gdLst/>
                <a:ahLst/>
                <a:cxnLst>
                  <a:cxn ang="0">
                    <a:pos x="0" y="31"/>
                  </a:cxn>
                  <a:cxn ang="0">
                    <a:pos x="21" y="0"/>
                  </a:cxn>
                  <a:cxn ang="0">
                    <a:pos x="2" y="48"/>
                  </a:cxn>
                  <a:cxn ang="0">
                    <a:pos x="0" y="31"/>
                  </a:cxn>
                </a:cxnLst>
                <a:rect l="0" t="0" r="r" b="b"/>
                <a:pathLst>
                  <a:path w="21" h="48">
                    <a:moveTo>
                      <a:pt x="0" y="31"/>
                    </a:moveTo>
                    <a:cubicBezTo>
                      <a:pt x="10" y="23"/>
                      <a:pt x="17" y="12"/>
                      <a:pt x="21" y="0"/>
                    </a:cubicBezTo>
                    <a:cubicBezTo>
                      <a:pt x="18" y="16"/>
                      <a:pt x="12" y="32"/>
                      <a:pt x="2" y="48"/>
                    </a:cubicBezTo>
                    <a:cubicBezTo>
                      <a:pt x="1" y="42"/>
                      <a:pt x="1" y="37"/>
                      <a:pt x="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3" name="Freeform 139"/>
              <p:cNvSpPr>
                <a:spLocks/>
              </p:cNvSpPr>
              <p:nvPr/>
            </p:nvSpPr>
            <p:spPr bwMode="auto">
              <a:xfrm>
                <a:off x="7016750" y="1163638"/>
                <a:ext cx="244475" cy="638175"/>
              </a:xfrm>
              <a:custGeom>
                <a:avLst/>
                <a:gdLst/>
                <a:ahLst/>
                <a:cxnLst>
                  <a:cxn ang="0">
                    <a:pos x="43" y="0"/>
                  </a:cxn>
                  <a:cxn ang="0">
                    <a:pos x="52" y="61"/>
                  </a:cxn>
                  <a:cxn ang="0">
                    <a:pos x="48" y="76"/>
                  </a:cxn>
                  <a:cxn ang="0">
                    <a:pos x="38" y="103"/>
                  </a:cxn>
                  <a:cxn ang="0">
                    <a:pos x="13" y="148"/>
                  </a:cxn>
                  <a:cxn ang="0">
                    <a:pos x="8" y="154"/>
                  </a:cxn>
                  <a:cxn ang="0">
                    <a:pos x="0" y="138"/>
                  </a:cxn>
                  <a:cxn ang="0">
                    <a:pos x="1" y="139"/>
                  </a:cxn>
                  <a:cxn ang="0">
                    <a:pos x="3" y="139"/>
                  </a:cxn>
                  <a:cxn ang="0">
                    <a:pos x="20" y="115"/>
                  </a:cxn>
                  <a:cxn ang="0">
                    <a:pos x="28" y="99"/>
                  </a:cxn>
                  <a:cxn ang="0">
                    <a:pos x="41" y="72"/>
                  </a:cxn>
                  <a:cxn ang="0">
                    <a:pos x="41" y="71"/>
                  </a:cxn>
                  <a:cxn ang="0">
                    <a:pos x="43" y="67"/>
                  </a:cxn>
                  <a:cxn ang="0">
                    <a:pos x="45" y="60"/>
                  </a:cxn>
                  <a:cxn ang="0">
                    <a:pos x="42" y="0"/>
                  </a:cxn>
                  <a:cxn ang="0">
                    <a:pos x="43" y="0"/>
                  </a:cxn>
                </a:cxnLst>
                <a:rect l="0" t="0" r="r" b="b"/>
                <a:pathLst>
                  <a:path w="59" h="154">
                    <a:moveTo>
                      <a:pt x="43" y="0"/>
                    </a:moveTo>
                    <a:cubicBezTo>
                      <a:pt x="56" y="17"/>
                      <a:pt x="59" y="37"/>
                      <a:pt x="52" y="61"/>
                    </a:cubicBezTo>
                    <a:cubicBezTo>
                      <a:pt x="48" y="76"/>
                      <a:pt x="48" y="76"/>
                      <a:pt x="48" y="76"/>
                    </a:cubicBezTo>
                    <a:cubicBezTo>
                      <a:pt x="45" y="86"/>
                      <a:pt x="41" y="95"/>
                      <a:pt x="38" y="103"/>
                    </a:cubicBezTo>
                    <a:cubicBezTo>
                      <a:pt x="30" y="122"/>
                      <a:pt x="22" y="137"/>
                      <a:pt x="13" y="148"/>
                    </a:cubicBezTo>
                    <a:cubicBezTo>
                      <a:pt x="11" y="150"/>
                      <a:pt x="9" y="152"/>
                      <a:pt x="8" y="154"/>
                    </a:cubicBezTo>
                    <a:cubicBezTo>
                      <a:pt x="5" y="149"/>
                      <a:pt x="3" y="143"/>
                      <a:pt x="0" y="138"/>
                    </a:cubicBezTo>
                    <a:cubicBezTo>
                      <a:pt x="1" y="138"/>
                      <a:pt x="1" y="139"/>
                      <a:pt x="1" y="139"/>
                    </a:cubicBezTo>
                    <a:cubicBezTo>
                      <a:pt x="2" y="139"/>
                      <a:pt x="2" y="139"/>
                      <a:pt x="3" y="139"/>
                    </a:cubicBezTo>
                    <a:cubicBezTo>
                      <a:pt x="7" y="137"/>
                      <a:pt x="12" y="129"/>
                      <a:pt x="20" y="115"/>
                    </a:cubicBezTo>
                    <a:cubicBezTo>
                      <a:pt x="22" y="110"/>
                      <a:pt x="25" y="105"/>
                      <a:pt x="28" y="99"/>
                    </a:cubicBezTo>
                    <a:cubicBezTo>
                      <a:pt x="32" y="91"/>
                      <a:pt x="36" y="82"/>
                      <a:pt x="41" y="72"/>
                    </a:cubicBezTo>
                    <a:cubicBezTo>
                      <a:pt x="41" y="72"/>
                      <a:pt x="41" y="71"/>
                      <a:pt x="41" y="71"/>
                    </a:cubicBezTo>
                    <a:cubicBezTo>
                      <a:pt x="42" y="70"/>
                      <a:pt x="42" y="69"/>
                      <a:pt x="43" y="67"/>
                    </a:cubicBezTo>
                    <a:cubicBezTo>
                      <a:pt x="44" y="65"/>
                      <a:pt x="45" y="62"/>
                      <a:pt x="45" y="60"/>
                    </a:cubicBezTo>
                    <a:cubicBezTo>
                      <a:pt x="50" y="40"/>
                      <a:pt x="49" y="20"/>
                      <a:pt x="42" y="0"/>
                    </a:cubicBezTo>
                    <a:lnTo>
                      <a:pt x="4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4" name="Freeform 140"/>
              <p:cNvSpPr>
                <a:spLocks/>
              </p:cNvSpPr>
              <p:nvPr/>
            </p:nvSpPr>
            <p:spPr bwMode="auto">
              <a:xfrm>
                <a:off x="7078662" y="1441451"/>
                <a:ext cx="53975" cy="198438"/>
              </a:xfrm>
              <a:custGeom>
                <a:avLst/>
                <a:gdLst/>
                <a:ahLst/>
                <a:cxnLst>
                  <a:cxn ang="0">
                    <a:pos x="3" y="0"/>
                  </a:cxn>
                  <a:cxn ang="0">
                    <a:pos x="13" y="32"/>
                  </a:cxn>
                  <a:cxn ang="0">
                    <a:pos x="5" y="48"/>
                  </a:cxn>
                  <a:cxn ang="0">
                    <a:pos x="3" y="0"/>
                  </a:cxn>
                </a:cxnLst>
                <a:rect l="0" t="0" r="r" b="b"/>
                <a:pathLst>
                  <a:path w="13" h="48">
                    <a:moveTo>
                      <a:pt x="3" y="0"/>
                    </a:moveTo>
                    <a:cubicBezTo>
                      <a:pt x="1" y="14"/>
                      <a:pt x="4" y="25"/>
                      <a:pt x="13" y="32"/>
                    </a:cubicBezTo>
                    <a:cubicBezTo>
                      <a:pt x="10" y="38"/>
                      <a:pt x="7" y="43"/>
                      <a:pt x="5" y="48"/>
                    </a:cubicBezTo>
                    <a:cubicBezTo>
                      <a:pt x="1" y="33"/>
                      <a:pt x="0" y="17"/>
                      <a:pt x="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5" name="Freeform 141"/>
              <p:cNvSpPr>
                <a:spLocks/>
              </p:cNvSpPr>
              <p:nvPr/>
            </p:nvSpPr>
            <p:spPr bwMode="auto">
              <a:xfrm>
                <a:off x="7215187" y="1338263"/>
                <a:ext cx="190500" cy="141288"/>
              </a:xfrm>
              <a:custGeom>
                <a:avLst/>
                <a:gdLst/>
                <a:ahLst/>
                <a:cxnLst>
                  <a:cxn ang="0">
                    <a:pos x="0" y="33"/>
                  </a:cxn>
                  <a:cxn ang="0">
                    <a:pos x="0" y="34"/>
                  </a:cxn>
                  <a:cxn ang="0">
                    <a:pos x="4" y="19"/>
                  </a:cxn>
                  <a:cxn ang="0">
                    <a:pos x="46" y="0"/>
                  </a:cxn>
                  <a:cxn ang="0">
                    <a:pos x="9" y="30"/>
                  </a:cxn>
                  <a:cxn ang="0">
                    <a:pos x="0" y="33"/>
                  </a:cxn>
                </a:cxnLst>
                <a:rect l="0" t="0" r="r" b="b"/>
                <a:pathLst>
                  <a:path w="46" h="34">
                    <a:moveTo>
                      <a:pt x="0" y="33"/>
                    </a:moveTo>
                    <a:cubicBezTo>
                      <a:pt x="0" y="34"/>
                      <a:pt x="0" y="34"/>
                      <a:pt x="0" y="34"/>
                    </a:cubicBezTo>
                    <a:cubicBezTo>
                      <a:pt x="4" y="19"/>
                      <a:pt x="4" y="19"/>
                      <a:pt x="4" y="19"/>
                    </a:cubicBezTo>
                    <a:cubicBezTo>
                      <a:pt x="15" y="20"/>
                      <a:pt x="29" y="13"/>
                      <a:pt x="46" y="0"/>
                    </a:cubicBezTo>
                    <a:cubicBezTo>
                      <a:pt x="36" y="13"/>
                      <a:pt x="24" y="23"/>
                      <a:pt x="9" y="30"/>
                    </a:cubicBezTo>
                    <a:cubicBezTo>
                      <a:pt x="6" y="31"/>
                      <a:pt x="4" y="32"/>
                      <a:pt x="0"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6" name="Freeform 142"/>
              <p:cNvSpPr>
                <a:spLocks/>
              </p:cNvSpPr>
              <p:nvPr/>
            </p:nvSpPr>
            <p:spPr bwMode="auto">
              <a:xfrm>
                <a:off x="7372350" y="1590676"/>
                <a:ext cx="49213" cy="207963"/>
              </a:xfrm>
              <a:custGeom>
                <a:avLst/>
                <a:gdLst/>
                <a:ahLst/>
                <a:cxnLst>
                  <a:cxn ang="0">
                    <a:pos x="0" y="0"/>
                  </a:cxn>
                  <a:cxn ang="0">
                    <a:pos x="12" y="30"/>
                  </a:cxn>
                  <a:cxn ang="0">
                    <a:pos x="7" y="50"/>
                  </a:cxn>
                  <a:cxn ang="0">
                    <a:pos x="0" y="0"/>
                  </a:cxn>
                </a:cxnLst>
                <a:rect l="0" t="0" r="r" b="b"/>
                <a:pathLst>
                  <a:path w="12" h="50">
                    <a:moveTo>
                      <a:pt x="0" y="0"/>
                    </a:moveTo>
                    <a:cubicBezTo>
                      <a:pt x="12" y="30"/>
                      <a:pt x="12" y="30"/>
                      <a:pt x="12" y="30"/>
                    </a:cubicBezTo>
                    <a:cubicBezTo>
                      <a:pt x="11" y="37"/>
                      <a:pt x="9" y="44"/>
                      <a:pt x="7" y="50"/>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7" name="Freeform 143"/>
              <p:cNvSpPr>
                <a:spLocks/>
              </p:cNvSpPr>
              <p:nvPr/>
            </p:nvSpPr>
            <p:spPr bwMode="auto">
              <a:xfrm>
                <a:off x="7446962" y="1006476"/>
                <a:ext cx="404813" cy="969963"/>
              </a:xfrm>
              <a:custGeom>
                <a:avLst/>
                <a:gdLst/>
                <a:ahLst/>
                <a:cxnLst>
                  <a:cxn ang="0">
                    <a:pos x="53" y="62"/>
                  </a:cxn>
                  <a:cxn ang="0">
                    <a:pos x="51" y="118"/>
                  </a:cxn>
                  <a:cxn ang="0">
                    <a:pos x="43" y="159"/>
                  </a:cxn>
                  <a:cxn ang="0">
                    <a:pos x="25" y="198"/>
                  </a:cxn>
                  <a:cxn ang="0">
                    <a:pos x="0" y="234"/>
                  </a:cxn>
                  <a:cxn ang="0">
                    <a:pos x="11" y="195"/>
                  </a:cxn>
                  <a:cxn ang="0">
                    <a:pos x="11" y="191"/>
                  </a:cxn>
                  <a:cxn ang="0">
                    <a:pos x="19" y="177"/>
                  </a:cxn>
                  <a:cxn ang="0">
                    <a:pos x="19" y="177"/>
                  </a:cxn>
                  <a:cxn ang="0">
                    <a:pos x="30" y="153"/>
                  </a:cxn>
                  <a:cxn ang="0">
                    <a:pos x="38" y="131"/>
                  </a:cxn>
                  <a:cxn ang="0">
                    <a:pos x="44" y="63"/>
                  </a:cxn>
                  <a:cxn ang="0">
                    <a:pos x="31" y="22"/>
                  </a:cxn>
                  <a:cxn ang="0">
                    <a:pos x="53" y="48"/>
                  </a:cxn>
                  <a:cxn ang="0">
                    <a:pos x="98" y="0"/>
                  </a:cxn>
                  <a:cxn ang="0">
                    <a:pos x="53" y="61"/>
                  </a:cxn>
                  <a:cxn ang="0">
                    <a:pos x="53" y="62"/>
                  </a:cxn>
                </a:cxnLst>
                <a:rect l="0" t="0" r="r" b="b"/>
                <a:pathLst>
                  <a:path w="98" h="234">
                    <a:moveTo>
                      <a:pt x="53" y="62"/>
                    </a:moveTo>
                    <a:cubicBezTo>
                      <a:pt x="56" y="81"/>
                      <a:pt x="55" y="99"/>
                      <a:pt x="51" y="118"/>
                    </a:cubicBezTo>
                    <a:cubicBezTo>
                      <a:pt x="43" y="159"/>
                      <a:pt x="43" y="159"/>
                      <a:pt x="43" y="159"/>
                    </a:cubicBezTo>
                    <a:cubicBezTo>
                      <a:pt x="38" y="174"/>
                      <a:pt x="32" y="187"/>
                      <a:pt x="25" y="198"/>
                    </a:cubicBezTo>
                    <a:cubicBezTo>
                      <a:pt x="18" y="212"/>
                      <a:pt x="9" y="223"/>
                      <a:pt x="0" y="234"/>
                    </a:cubicBezTo>
                    <a:cubicBezTo>
                      <a:pt x="4" y="221"/>
                      <a:pt x="8" y="208"/>
                      <a:pt x="11" y="195"/>
                    </a:cubicBezTo>
                    <a:cubicBezTo>
                      <a:pt x="11" y="194"/>
                      <a:pt x="11" y="192"/>
                      <a:pt x="11" y="191"/>
                    </a:cubicBezTo>
                    <a:cubicBezTo>
                      <a:pt x="14" y="187"/>
                      <a:pt x="17" y="182"/>
                      <a:pt x="19" y="177"/>
                    </a:cubicBezTo>
                    <a:cubicBezTo>
                      <a:pt x="19" y="177"/>
                      <a:pt x="19" y="177"/>
                      <a:pt x="19" y="177"/>
                    </a:cubicBezTo>
                    <a:cubicBezTo>
                      <a:pt x="24" y="169"/>
                      <a:pt x="27" y="161"/>
                      <a:pt x="30" y="153"/>
                    </a:cubicBezTo>
                    <a:cubicBezTo>
                      <a:pt x="33" y="146"/>
                      <a:pt x="36" y="138"/>
                      <a:pt x="38" y="131"/>
                    </a:cubicBezTo>
                    <a:cubicBezTo>
                      <a:pt x="44" y="106"/>
                      <a:pt x="47" y="83"/>
                      <a:pt x="44" y="63"/>
                    </a:cubicBezTo>
                    <a:cubicBezTo>
                      <a:pt x="42" y="48"/>
                      <a:pt x="38" y="34"/>
                      <a:pt x="31" y="22"/>
                    </a:cubicBezTo>
                    <a:cubicBezTo>
                      <a:pt x="53" y="48"/>
                      <a:pt x="53" y="48"/>
                      <a:pt x="53" y="48"/>
                    </a:cubicBezTo>
                    <a:cubicBezTo>
                      <a:pt x="72" y="34"/>
                      <a:pt x="88" y="18"/>
                      <a:pt x="98" y="0"/>
                    </a:cubicBezTo>
                    <a:cubicBezTo>
                      <a:pt x="88" y="20"/>
                      <a:pt x="72" y="41"/>
                      <a:pt x="53" y="61"/>
                    </a:cubicBezTo>
                    <a:cubicBezTo>
                      <a:pt x="53" y="61"/>
                      <a:pt x="53" y="62"/>
                      <a:pt x="53" y="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8" name="Freeform 144"/>
              <p:cNvSpPr>
                <a:spLocks/>
              </p:cNvSpPr>
              <p:nvPr/>
            </p:nvSpPr>
            <p:spPr bwMode="auto">
              <a:xfrm>
                <a:off x="7624762" y="1184276"/>
                <a:ext cx="466725" cy="481013"/>
              </a:xfrm>
              <a:custGeom>
                <a:avLst/>
                <a:gdLst/>
                <a:ahLst/>
                <a:cxnLst>
                  <a:cxn ang="0">
                    <a:pos x="38" y="58"/>
                  </a:cxn>
                  <a:cxn ang="0">
                    <a:pos x="61" y="39"/>
                  </a:cxn>
                  <a:cxn ang="0">
                    <a:pos x="63" y="37"/>
                  </a:cxn>
                  <a:cxn ang="0">
                    <a:pos x="107" y="0"/>
                  </a:cxn>
                  <a:cxn ang="0">
                    <a:pos x="67" y="44"/>
                  </a:cxn>
                  <a:cxn ang="0">
                    <a:pos x="113" y="35"/>
                  </a:cxn>
                  <a:cxn ang="0">
                    <a:pos x="69" y="56"/>
                  </a:cxn>
                  <a:cxn ang="0">
                    <a:pos x="60" y="56"/>
                  </a:cxn>
                  <a:cxn ang="0">
                    <a:pos x="42" y="64"/>
                  </a:cxn>
                  <a:cxn ang="0">
                    <a:pos x="10" y="97"/>
                  </a:cxn>
                  <a:cxn ang="0">
                    <a:pos x="0" y="115"/>
                  </a:cxn>
                  <a:cxn ang="0">
                    <a:pos x="0" y="116"/>
                  </a:cxn>
                  <a:cxn ang="0">
                    <a:pos x="8" y="75"/>
                  </a:cxn>
                  <a:cxn ang="0">
                    <a:pos x="38" y="58"/>
                  </a:cxn>
                </a:cxnLst>
                <a:rect l="0" t="0" r="r" b="b"/>
                <a:pathLst>
                  <a:path w="113" h="116">
                    <a:moveTo>
                      <a:pt x="38" y="58"/>
                    </a:moveTo>
                    <a:cubicBezTo>
                      <a:pt x="48" y="52"/>
                      <a:pt x="55" y="46"/>
                      <a:pt x="61" y="39"/>
                    </a:cubicBezTo>
                    <a:cubicBezTo>
                      <a:pt x="62" y="38"/>
                      <a:pt x="62" y="38"/>
                      <a:pt x="63" y="37"/>
                    </a:cubicBezTo>
                    <a:cubicBezTo>
                      <a:pt x="72" y="22"/>
                      <a:pt x="87" y="10"/>
                      <a:pt x="107" y="0"/>
                    </a:cubicBezTo>
                    <a:cubicBezTo>
                      <a:pt x="67" y="44"/>
                      <a:pt x="67" y="44"/>
                      <a:pt x="67" y="44"/>
                    </a:cubicBezTo>
                    <a:cubicBezTo>
                      <a:pt x="81" y="47"/>
                      <a:pt x="96" y="44"/>
                      <a:pt x="113" y="35"/>
                    </a:cubicBezTo>
                    <a:cubicBezTo>
                      <a:pt x="102" y="47"/>
                      <a:pt x="87" y="54"/>
                      <a:pt x="69" y="56"/>
                    </a:cubicBezTo>
                    <a:cubicBezTo>
                      <a:pt x="66" y="56"/>
                      <a:pt x="63" y="56"/>
                      <a:pt x="60" y="56"/>
                    </a:cubicBezTo>
                    <a:cubicBezTo>
                      <a:pt x="53" y="58"/>
                      <a:pt x="47" y="61"/>
                      <a:pt x="42" y="64"/>
                    </a:cubicBezTo>
                    <a:cubicBezTo>
                      <a:pt x="29" y="72"/>
                      <a:pt x="19" y="83"/>
                      <a:pt x="10" y="97"/>
                    </a:cubicBezTo>
                    <a:cubicBezTo>
                      <a:pt x="6" y="102"/>
                      <a:pt x="3" y="109"/>
                      <a:pt x="0" y="115"/>
                    </a:cubicBezTo>
                    <a:cubicBezTo>
                      <a:pt x="0" y="116"/>
                      <a:pt x="0" y="116"/>
                      <a:pt x="0" y="116"/>
                    </a:cubicBezTo>
                    <a:cubicBezTo>
                      <a:pt x="8" y="75"/>
                      <a:pt x="8" y="75"/>
                      <a:pt x="8" y="75"/>
                    </a:cubicBezTo>
                    <a:cubicBezTo>
                      <a:pt x="19" y="70"/>
                      <a:pt x="29" y="64"/>
                      <a:pt x="38"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9" name="Freeform 145"/>
              <p:cNvSpPr>
                <a:spLocks/>
              </p:cNvSpPr>
              <p:nvPr/>
            </p:nvSpPr>
            <p:spPr bwMode="auto">
              <a:xfrm>
                <a:off x="7264400" y="895351"/>
                <a:ext cx="215900" cy="244475"/>
              </a:xfrm>
              <a:custGeom>
                <a:avLst/>
                <a:gdLst/>
                <a:ahLst/>
                <a:cxnLst>
                  <a:cxn ang="0">
                    <a:pos x="52" y="59"/>
                  </a:cxn>
                  <a:cxn ang="0">
                    <a:pos x="0" y="0"/>
                  </a:cxn>
                  <a:cxn ang="0">
                    <a:pos x="51" y="46"/>
                  </a:cxn>
                  <a:cxn ang="0">
                    <a:pos x="52" y="51"/>
                  </a:cxn>
                  <a:cxn ang="0">
                    <a:pos x="52" y="57"/>
                  </a:cxn>
                  <a:cxn ang="0">
                    <a:pos x="52" y="59"/>
                  </a:cxn>
                </a:cxnLst>
                <a:rect l="0" t="0" r="r" b="b"/>
                <a:pathLst>
                  <a:path w="52" h="59">
                    <a:moveTo>
                      <a:pt x="52" y="59"/>
                    </a:moveTo>
                    <a:cubicBezTo>
                      <a:pt x="0" y="0"/>
                      <a:pt x="0" y="0"/>
                      <a:pt x="0" y="0"/>
                    </a:cubicBezTo>
                    <a:cubicBezTo>
                      <a:pt x="51" y="46"/>
                      <a:pt x="51" y="46"/>
                      <a:pt x="51" y="46"/>
                    </a:cubicBezTo>
                    <a:cubicBezTo>
                      <a:pt x="52" y="47"/>
                      <a:pt x="52" y="49"/>
                      <a:pt x="52" y="51"/>
                    </a:cubicBezTo>
                    <a:cubicBezTo>
                      <a:pt x="52" y="53"/>
                      <a:pt x="52" y="55"/>
                      <a:pt x="52" y="57"/>
                    </a:cubicBezTo>
                    <a:lnTo>
                      <a:pt x="52"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0" name="Freeform 146"/>
              <p:cNvSpPr>
                <a:spLocks/>
              </p:cNvSpPr>
              <p:nvPr/>
            </p:nvSpPr>
            <p:spPr bwMode="auto">
              <a:xfrm>
                <a:off x="7459662" y="666751"/>
                <a:ext cx="131763" cy="219075"/>
              </a:xfrm>
              <a:custGeom>
                <a:avLst/>
                <a:gdLst/>
                <a:ahLst/>
                <a:cxnLst>
                  <a:cxn ang="0">
                    <a:pos x="0" y="39"/>
                  </a:cxn>
                  <a:cxn ang="0">
                    <a:pos x="0" y="39"/>
                  </a:cxn>
                  <a:cxn ang="0">
                    <a:pos x="32" y="0"/>
                  </a:cxn>
                  <a:cxn ang="0">
                    <a:pos x="2" y="53"/>
                  </a:cxn>
                  <a:cxn ang="0">
                    <a:pos x="1" y="45"/>
                  </a:cxn>
                  <a:cxn ang="0">
                    <a:pos x="0" y="39"/>
                  </a:cxn>
                </a:cxnLst>
                <a:rect l="0" t="0" r="r" b="b"/>
                <a:pathLst>
                  <a:path w="32" h="53">
                    <a:moveTo>
                      <a:pt x="0" y="39"/>
                    </a:moveTo>
                    <a:cubicBezTo>
                      <a:pt x="0" y="39"/>
                      <a:pt x="0" y="39"/>
                      <a:pt x="0" y="39"/>
                    </a:cubicBezTo>
                    <a:cubicBezTo>
                      <a:pt x="32" y="0"/>
                      <a:pt x="32" y="0"/>
                      <a:pt x="32" y="0"/>
                    </a:cubicBezTo>
                    <a:cubicBezTo>
                      <a:pt x="2" y="53"/>
                      <a:pt x="2" y="53"/>
                      <a:pt x="2" y="53"/>
                    </a:cubicBezTo>
                    <a:cubicBezTo>
                      <a:pt x="2" y="50"/>
                      <a:pt x="1" y="48"/>
                      <a:pt x="1" y="45"/>
                    </a:cubicBezTo>
                    <a:cubicBezTo>
                      <a:pt x="0" y="43"/>
                      <a:pt x="0" y="41"/>
                      <a:pt x="0"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1" name="Freeform 147"/>
              <p:cNvSpPr>
                <a:spLocks/>
              </p:cNvSpPr>
              <p:nvPr/>
            </p:nvSpPr>
            <p:spPr bwMode="auto">
              <a:xfrm>
                <a:off x="6573837" y="811213"/>
                <a:ext cx="298450" cy="381000"/>
              </a:xfrm>
              <a:custGeom>
                <a:avLst/>
                <a:gdLst/>
                <a:ahLst/>
                <a:cxnLst>
                  <a:cxn ang="0">
                    <a:pos x="40" y="13"/>
                  </a:cxn>
                  <a:cxn ang="0">
                    <a:pos x="64" y="57"/>
                  </a:cxn>
                  <a:cxn ang="0">
                    <a:pos x="67" y="62"/>
                  </a:cxn>
                  <a:cxn ang="0">
                    <a:pos x="69" y="65"/>
                  </a:cxn>
                  <a:cxn ang="0">
                    <a:pos x="72" y="69"/>
                  </a:cxn>
                  <a:cxn ang="0">
                    <a:pos x="71" y="92"/>
                  </a:cxn>
                  <a:cxn ang="0">
                    <a:pos x="0" y="0"/>
                  </a:cxn>
                  <a:cxn ang="0">
                    <a:pos x="58" y="61"/>
                  </a:cxn>
                  <a:cxn ang="0">
                    <a:pos x="40" y="13"/>
                  </a:cxn>
                </a:cxnLst>
                <a:rect l="0" t="0" r="r" b="b"/>
                <a:pathLst>
                  <a:path w="72" h="92">
                    <a:moveTo>
                      <a:pt x="40" y="13"/>
                    </a:moveTo>
                    <a:cubicBezTo>
                      <a:pt x="48" y="30"/>
                      <a:pt x="56" y="44"/>
                      <a:pt x="64" y="57"/>
                    </a:cubicBezTo>
                    <a:cubicBezTo>
                      <a:pt x="65" y="59"/>
                      <a:pt x="66" y="60"/>
                      <a:pt x="67" y="62"/>
                    </a:cubicBezTo>
                    <a:cubicBezTo>
                      <a:pt x="68" y="63"/>
                      <a:pt x="68" y="64"/>
                      <a:pt x="69" y="65"/>
                    </a:cubicBezTo>
                    <a:cubicBezTo>
                      <a:pt x="70" y="66"/>
                      <a:pt x="71" y="68"/>
                      <a:pt x="72" y="69"/>
                    </a:cubicBezTo>
                    <a:cubicBezTo>
                      <a:pt x="71" y="77"/>
                      <a:pt x="71" y="85"/>
                      <a:pt x="71" y="92"/>
                    </a:cubicBezTo>
                    <a:cubicBezTo>
                      <a:pt x="44" y="68"/>
                      <a:pt x="20" y="37"/>
                      <a:pt x="0" y="0"/>
                    </a:cubicBezTo>
                    <a:cubicBezTo>
                      <a:pt x="18" y="27"/>
                      <a:pt x="37" y="47"/>
                      <a:pt x="58" y="61"/>
                    </a:cubicBezTo>
                    <a:lnTo>
                      <a:pt x="4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2" name="Freeform 148"/>
              <p:cNvSpPr>
                <a:spLocks/>
              </p:cNvSpPr>
              <p:nvPr/>
            </p:nvSpPr>
            <p:spPr bwMode="auto">
              <a:xfrm>
                <a:off x="6846887" y="1806576"/>
                <a:ext cx="166688" cy="157163"/>
              </a:xfrm>
              <a:custGeom>
                <a:avLst/>
                <a:gdLst/>
                <a:ahLst/>
                <a:cxnLst>
                  <a:cxn ang="0">
                    <a:pos x="0" y="0"/>
                  </a:cxn>
                  <a:cxn ang="0">
                    <a:pos x="32" y="18"/>
                  </a:cxn>
                  <a:cxn ang="0">
                    <a:pos x="40" y="38"/>
                  </a:cxn>
                  <a:cxn ang="0">
                    <a:pos x="0" y="0"/>
                  </a:cxn>
                </a:cxnLst>
                <a:rect l="0" t="0" r="r" b="b"/>
                <a:pathLst>
                  <a:path w="40" h="38">
                    <a:moveTo>
                      <a:pt x="0" y="0"/>
                    </a:moveTo>
                    <a:cubicBezTo>
                      <a:pt x="11" y="7"/>
                      <a:pt x="22" y="13"/>
                      <a:pt x="32" y="18"/>
                    </a:cubicBezTo>
                    <a:cubicBezTo>
                      <a:pt x="35" y="25"/>
                      <a:pt x="37" y="31"/>
                      <a:pt x="40" y="38"/>
                    </a:cubicBezTo>
                    <a:cubicBezTo>
                      <a:pt x="25" y="26"/>
                      <a:pt x="12" y="14"/>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3" name="Freeform 149"/>
              <p:cNvSpPr>
                <a:spLocks/>
              </p:cNvSpPr>
              <p:nvPr/>
            </p:nvSpPr>
            <p:spPr bwMode="auto">
              <a:xfrm>
                <a:off x="7140575" y="1847851"/>
                <a:ext cx="82550" cy="161925"/>
              </a:xfrm>
              <a:custGeom>
                <a:avLst/>
                <a:gdLst/>
                <a:ahLst/>
                <a:cxnLst>
                  <a:cxn ang="0">
                    <a:pos x="20" y="0"/>
                  </a:cxn>
                  <a:cxn ang="0">
                    <a:pos x="7" y="39"/>
                  </a:cxn>
                  <a:cxn ang="0">
                    <a:pos x="0" y="29"/>
                  </a:cxn>
                  <a:cxn ang="0">
                    <a:pos x="20" y="0"/>
                  </a:cxn>
                </a:cxnLst>
                <a:rect l="0" t="0" r="r" b="b"/>
                <a:pathLst>
                  <a:path w="20" h="39">
                    <a:moveTo>
                      <a:pt x="20" y="0"/>
                    </a:moveTo>
                    <a:cubicBezTo>
                      <a:pt x="17" y="13"/>
                      <a:pt x="12" y="26"/>
                      <a:pt x="7" y="39"/>
                    </a:cubicBezTo>
                    <a:cubicBezTo>
                      <a:pt x="4" y="36"/>
                      <a:pt x="2" y="33"/>
                      <a:pt x="0" y="29"/>
                    </a:cubicBezTo>
                    <a:cubicBezTo>
                      <a:pt x="9" y="19"/>
                      <a:pt x="16" y="9"/>
                      <a:pt x="2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 name="Group 199"/>
            <p:cNvGrpSpPr/>
            <p:nvPr/>
          </p:nvGrpSpPr>
          <p:grpSpPr>
            <a:xfrm>
              <a:off x="5818187" y="438150"/>
              <a:ext cx="2868613" cy="1981201"/>
              <a:chOff x="5818187" y="438150"/>
              <a:chExt cx="2868613" cy="1981201"/>
            </a:xfrm>
            <a:solidFill>
              <a:schemeClr val="accent5"/>
            </a:solidFill>
          </p:grpSpPr>
          <p:sp>
            <p:nvSpPr>
              <p:cNvPr id="201" name="Freeform 150"/>
              <p:cNvSpPr>
                <a:spLocks/>
              </p:cNvSpPr>
              <p:nvPr/>
            </p:nvSpPr>
            <p:spPr bwMode="auto">
              <a:xfrm>
                <a:off x="7818437" y="919163"/>
                <a:ext cx="136525" cy="174625"/>
              </a:xfrm>
              <a:custGeom>
                <a:avLst/>
                <a:gdLst/>
                <a:ahLst/>
                <a:cxnLst>
                  <a:cxn ang="0">
                    <a:pos x="30" y="21"/>
                  </a:cxn>
                  <a:cxn ang="0">
                    <a:pos x="27" y="29"/>
                  </a:cxn>
                  <a:cxn ang="0">
                    <a:pos x="22" y="35"/>
                  </a:cxn>
                  <a:cxn ang="0">
                    <a:pos x="15" y="40"/>
                  </a:cxn>
                  <a:cxn ang="0">
                    <a:pos x="7" y="42"/>
                  </a:cxn>
                  <a:cxn ang="0">
                    <a:pos x="19" y="19"/>
                  </a:cxn>
                  <a:cxn ang="0">
                    <a:pos x="3" y="42"/>
                  </a:cxn>
                  <a:cxn ang="0">
                    <a:pos x="1" y="26"/>
                  </a:cxn>
                  <a:cxn ang="0">
                    <a:pos x="3" y="17"/>
                  </a:cxn>
                  <a:cxn ang="0">
                    <a:pos x="8" y="11"/>
                  </a:cxn>
                  <a:cxn ang="0">
                    <a:pos x="13" y="7"/>
                  </a:cxn>
                  <a:cxn ang="0">
                    <a:pos x="25" y="2"/>
                  </a:cxn>
                  <a:cxn ang="0">
                    <a:pos x="32" y="0"/>
                  </a:cxn>
                  <a:cxn ang="0">
                    <a:pos x="33" y="0"/>
                  </a:cxn>
                  <a:cxn ang="0">
                    <a:pos x="30" y="7"/>
                  </a:cxn>
                  <a:cxn ang="0">
                    <a:pos x="30" y="17"/>
                  </a:cxn>
                  <a:cxn ang="0">
                    <a:pos x="30" y="21"/>
                  </a:cxn>
                </a:cxnLst>
                <a:rect l="0" t="0" r="r" b="b"/>
                <a:pathLst>
                  <a:path w="33" h="42">
                    <a:moveTo>
                      <a:pt x="30" y="21"/>
                    </a:moveTo>
                    <a:cubicBezTo>
                      <a:pt x="29" y="24"/>
                      <a:pt x="28" y="26"/>
                      <a:pt x="27" y="29"/>
                    </a:cubicBezTo>
                    <a:cubicBezTo>
                      <a:pt x="26" y="31"/>
                      <a:pt x="24" y="33"/>
                      <a:pt x="22" y="35"/>
                    </a:cubicBezTo>
                    <a:cubicBezTo>
                      <a:pt x="20" y="37"/>
                      <a:pt x="18" y="39"/>
                      <a:pt x="15" y="40"/>
                    </a:cubicBezTo>
                    <a:cubicBezTo>
                      <a:pt x="13" y="41"/>
                      <a:pt x="10" y="42"/>
                      <a:pt x="7" y="42"/>
                    </a:cubicBezTo>
                    <a:cubicBezTo>
                      <a:pt x="9" y="34"/>
                      <a:pt x="13" y="26"/>
                      <a:pt x="19" y="19"/>
                    </a:cubicBezTo>
                    <a:cubicBezTo>
                      <a:pt x="10" y="26"/>
                      <a:pt x="5" y="34"/>
                      <a:pt x="3" y="42"/>
                    </a:cubicBezTo>
                    <a:cubicBezTo>
                      <a:pt x="1" y="36"/>
                      <a:pt x="0" y="30"/>
                      <a:pt x="1" y="26"/>
                    </a:cubicBezTo>
                    <a:cubicBezTo>
                      <a:pt x="1" y="23"/>
                      <a:pt x="2" y="20"/>
                      <a:pt x="3" y="17"/>
                    </a:cubicBezTo>
                    <a:cubicBezTo>
                      <a:pt x="4" y="15"/>
                      <a:pt x="6" y="13"/>
                      <a:pt x="8" y="11"/>
                    </a:cubicBezTo>
                    <a:cubicBezTo>
                      <a:pt x="10" y="10"/>
                      <a:pt x="12" y="8"/>
                      <a:pt x="13" y="7"/>
                    </a:cubicBezTo>
                    <a:cubicBezTo>
                      <a:pt x="16" y="6"/>
                      <a:pt x="19" y="4"/>
                      <a:pt x="25" y="2"/>
                    </a:cubicBezTo>
                    <a:cubicBezTo>
                      <a:pt x="32" y="0"/>
                      <a:pt x="32" y="0"/>
                      <a:pt x="32" y="0"/>
                    </a:cubicBezTo>
                    <a:cubicBezTo>
                      <a:pt x="33" y="0"/>
                      <a:pt x="33" y="0"/>
                      <a:pt x="33" y="0"/>
                    </a:cubicBezTo>
                    <a:cubicBezTo>
                      <a:pt x="31" y="2"/>
                      <a:pt x="30" y="5"/>
                      <a:pt x="30" y="7"/>
                    </a:cubicBezTo>
                    <a:cubicBezTo>
                      <a:pt x="30" y="10"/>
                      <a:pt x="30" y="13"/>
                      <a:pt x="30" y="17"/>
                    </a:cubicBezTo>
                    <a:cubicBezTo>
                      <a:pt x="30" y="18"/>
                      <a:pt x="30" y="20"/>
                      <a:pt x="30"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151"/>
              <p:cNvSpPr>
                <a:spLocks/>
              </p:cNvSpPr>
              <p:nvPr/>
            </p:nvSpPr>
            <p:spPr bwMode="auto">
              <a:xfrm>
                <a:off x="7013575" y="777876"/>
                <a:ext cx="288925" cy="203200"/>
              </a:xfrm>
              <a:custGeom>
                <a:avLst/>
                <a:gdLst/>
                <a:ahLst/>
                <a:cxnLst>
                  <a:cxn ang="0">
                    <a:pos x="63" y="19"/>
                  </a:cxn>
                  <a:cxn ang="0">
                    <a:pos x="70" y="44"/>
                  </a:cxn>
                  <a:cxn ang="0">
                    <a:pos x="32" y="21"/>
                  </a:cxn>
                  <a:cxn ang="0">
                    <a:pos x="65" y="47"/>
                  </a:cxn>
                  <a:cxn ang="0">
                    <a:pos x="51" y="49"/>
                  </a:cxn>
                  <a:cxn ang="0">
                    <a:pos x="38" y="47"/>
                  </a:cxn>
                  <a:cxn ang="0">
                    <a:pos x="27" y="41"/>
                  </a:cxn>
                  <a:cxn ang="0">
                    <a:pos x="18" y="31"/>
                  </a:cxn>
                  <a:cxn ang="0">
                    <a:pos x="15" y="25"/>
                  </a:cxn>
                  <a:cxn ang="0">
                    <a:pos x="8" y="11"/>
                  </a:cxn>
                  <a:cxn ang="0">
                    <a:pos x="0" y="2"/>
                  </a:cxn>
                  <a:cxn ang="0">
                    <a:pos x="0" y="2"/>
                  </a:cxn>
                  <a:cxn ang="0">
                    <a:pos x="13" y="1"/>
                  </a:cxn>
                  <a:cxn ang="0">
                    <a:pos x="33" y="1"/>
                  </a:cxn>
                  <a:cxn ang="0">
                    <a:pos x="43" y="3"/>
                  </a:cxn>
                  <a:cxn ang="0">
                    <a:pos x="54" y="9"/>
                  </a:cxn>
                  <a:cxn ang="0">
                    <a:pos x="63" y="19"/>
                  </a:cxn>
                </a:cxnLst>
                <a:rect l="0" t="0" r="r" b="b"/>
                <a:pathLst>
                  <a:path w="70" h="49">
                    <a:moveTo>
                      <a:pt x="63" y="19"/>
                    </a:moveTo>
                    <a:cubicBezTo>
                      <a:pt x="67" y="25"/>
                      <a:pt x="69" y="33"/>
                      <a:pt x="70" y="44"/>
                    </a:cubicBezTo>
                    <a:cubicBezTo>
                      <a:pt x="62" y="33"/>
                      <a:pt x="49" y="25"/>
                      <a:pt x="32" y="21"/>
                    </a:cubicBezTo>
                    <a:cubicBezTo>
                      <a:pt x="45" y="28"/>
                      <a:pt x="56" y="37"/>
                      <a:pt x="65" y="47"/>
                    </a:cubicBezTo>
                    <a:cubicBezTo>
                      <a:pt x="60" y="48"/>
                      <a:pt x="56" y="49"/>
                      <a:pt x="51" y="49"/>
                    </a:cubicBezTo>
                    <a:cubicBezTo>
                      <a:pt x="46" y="49"/>
                      <a:pt x="42" y="48"/>
                      <a:pt x="38" y="47"/>
                    </a:cubicBezTo>
                    <a:cubicBezTo>
                      <a:pt x="34" y="45"/>
                      <a:pt x="30" y="43"/>
                      <a:pt x="27" y="41"/>
                    </a:cubicBezTo>
                    <a:cubicBezTo>
                      <a:pt x="24" y="38"/>
                      <a:pt x="21" y="34"/>
                      <a:pt x="18" y="31"/>
                    </a:cubicBezTo>
                    <a:cubicBezTo>
                      <a:pt x="17" y="29"/>
                      <a:pt x="16" y="27"/>
                      <a:pt x="15" y="25"/>
                    </a:cubicBezTo>
                    <a:cubicBezTo>
                      <a:pt x="13" y="20"/>
                      <a:pt x="11" y="16"/>
                      <a:pt x="8" y="11"/>
                    </a:cubicBezTo>
                    <a:cubicBezTo>
                      <a:pt x="7" y="7"/>
                      <a:pt x="5" y="4"/>
                      <a:pt x="0" y="2"/>
                    </a:cubicBezTo>
                    <a:cubicBezTo>
                      <a:pt x="0" y="2"/>
                      <a:pt x="0" y="2"/>
                      <a:pt x="0" y="2"/>
                    </a:cubicBezTo>
                    <a:cubicBezTo>
                      <a:pt x="13" y="1"/>
                      <a:pt x="13" y="1"/>
                      <a:pt x="13" y="1"/>
                    </a:cubicBezTo>
                    <a:cubicBezTo>
                      <a:pt x="22" y="0"/>
                      <a:pt x="29" y="0"/>
                      <a:pt x="33" y="1"/>
                    </a:cubicBezTo>
                    <a:cubicBezTo>
                      <a:pt x="36" y="1"/>
                      <a:pt x="40" y="2"/>
                      <a:pt x="43" y="3"/>
                    </a:cubicBezTo>
                    <a:cubicBezTo>
                      <a:pt x="47" y="5"/>
                      <a:pt x="51" y="7"/>
                      <a:pt x="54" y="9"/>
                    </a:cubicBezTo>
                    <a:cubicBezTo>
                      <a:pt x="58" y="12"/>
                      <a:pt x="61" y="15"/>
                      <a:pt x="63"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152"/>
              <p:cNvSpPr>
                <a:spLocks/>
              </p:cNvSpPr>
              <p:nvPr/>
            </p:nvSpPr>
            <p:spPr bwMode="auto">
              <a:xfrm>
                <a:off x="7810500" y="1549401"/>
                <a:ext cx="100013" cy="165100"/>
              </a:xfrm>
              <a:custGeom>
                <a:avLst/>
                <a:gdLst/>
                <a:ahLst/>
                <a:cxnLst>
                  <a:cxn ang="0">
                    <a:pos x="24" y="19"/>
                  </a:cxn>
                  <a:cxn ang="0">
                    <a:pos x="23" y="26"/>
                  </a:cxn>
                  <a:cxn ang="0">
                    <a:pos x="19" y="32"/>
                  </a:cxn>
                  <a:cxn ang="0">
                    <a:pos x="14" y="37"/>
                  </a:cxn>
                  <a:cxn ang="0">
                    <a:pos x="7" y="40"/>
                  </a:cxn>
                  <a:cxn ang="0">
                    <a:pos x="15" y="19"/>
                  </a:cxn>
                  <a:cxn ang="0">
                    <a:pos x="4" y="40"/>
                  </a:cxn>
                  <a:cxn ang="0">
                    <a:pos x="0" y="27"/>
                  </a:cxn>
                  <a:cxn ang="0">
                    <a:pos x="1" y="19"/>
                  </a:cxn>
                  <a:cxn ang="0">
                    <a:pos x="4" y="14"/>
                  </a:cxn>
                  <a:cxn ang="0">
                    <a:pos x="8" y="9"/>
                  </a:cxn>
                  <a:cxn ang="0">
                    <a:pos x="18" y="4"/>
                  </a:cxn>
                  <a:cxn ang="0">
                    <a:pos x="24" y="0"/>
                  </a:cxn>
                  <a:cxn ang="0">
                    <a:pos x="24" y="0"/>
                  </a:cxn>
                  <a:cxn ang="0">
                    <a:pos x="23" y="7"/>
                  </a:cxn>
                  <a:cxn ang="0">
                    <a:pos x="24" y="15"/>
                  </a:cxn>
                  <a:cxn ang="0">
                    <a:pos x="24" y="19"/>
                  </a:cxn>
                </a:cxnLst>
                <a:rect l="0" t="0" r="r" b="b"/>
                <a:pathLst>
                  <a:path w="24" h="40">
                    <a:moveTo>
                      <a:pt x="24" y="19"/>
                    </a:moveTo>
                    <a:cubicBezTo>
                      <a:pt x="24" y="21"/>
                      <a:pt x="23" y="23"/>
                      <a:pt x="23" y="26"/>
                    </a:cubicBezTo>
                    <a:cubicBezTo>
                      <a:pt x="22" y="28"/>
                      <a:pt x="21" y="30"/>
                      <a:pt x="19" y="32"/>
                    </a:cubicBezTo>
                    <a:cubicBezTo>
                      <a:pt x="18" y="34"/>
                      <a:pt x="16" y="35"/>
                      <a:pt x="14" y="37"/>
                    </a:cubicBezTo>
                    <a:cubicBezTo>
                      <a:pt x="12" y="38"/>
                      <a:pt x="10" y="39"/>
                      <a:pt x="7" y="40"/>
                    </a:cubicBezTo>
                    <a:cubicBezTo>
                      <a:pt x="8" y="33"/>
                      <a:pt x="11" y="26"/>
                      <a:pt x="15" y="19"/>
                    </a:cubicBezTo>
                    <a:cubicBezTo>
                      <a:pt x="8" y="26"/>
                      <a:pt x="5" y="33"/>
                      <a:pt x="4" y="40"/>
                    </a:cubicBezTo>
                    <a:cubicBezTo>
                      <a:pt x="1" y="35"/>
                      <a:pt x="0" y="30"/>
                      <a:pt x="0" y="27"/>
                    </a:cubicBezTo>
                    <a:cubicBezTo>
                      <a:pt x="0" y="24"/>
                      <a:pt x="0" y="22"/>
                      <a:pt x="1" y="19"/>
                    </a:cubicBezTo>
                    <a:cubicBezTo>
                      <a:pt x="2" y="17"/>
                      <a:pt x="3" y="15"/>
                      <a:pt x="4" y="14"/>
                    </a:cubicBezTo>
                    <a:cubicBezTo>
                      <a:pt x="6" y="12"/>
                      <a:pt x="7" y="10"/>
                      <a:pt x="8" y="9"/>
                    </a:cubicBezTo>
                    <a:cubicBezTo>
                      <a:pt x="10" y="8"/>
                      <a:pt x="13" y="6"/>
                      <a:pt x="18" y="4"/>
                    </a:cubicBezTo>
                    <a:cubicBezTo>
                      <a:pt x="24" y="0"/>
                      <a:pt x="24" y="0"/>
                      <a:pt x="24" y="0"/>
                    </a:cubicBezTo>
                    <a:cubicBezTo>
                      <a:pt x="24" y="0"/>
                      <a:pt x="24" y="0"/>
                      <a:pt x="24" y="0"/>
                    </a:cubicBezTo>
                    <a:cubicBezTo>
                      <a:pt x="22" y="3"/>
                      <a:pt x="22" y="5"/>
                      <a:pt x="23" y="7"/>
                    </a:cubicBezTo>
                    <a:cubicBezTo>
                      <a:pt x="23" y="10"/>
                      <a:pt x="23" y="12"/>
                      <a:pt x="24" y="15"/>
                    </a:cubicBezTo>
                    <a:cubicBezTo>
                      <a:pt x="24" y="16"/>
                      <a:pt x="24" y="17"/>
                      <a:pt x="2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53"/>
              <p:cNvSpPr>
                <a:spLocks/>
              </p:cNvSpPr>
              <p:nvPr/>
            </p:nvSpPr>
            <p:spPr bwMode="auto">
              <a:xfrm>
                <a:off x="7315200" y="1516063"/>
                <a:ext cx="85725" cy="141288"/>
              </a:xfrm>
              <a:custGeom>
                <a:avLst/>
                <a:gdLst/>
                <a:ahLst/>
                <a:cxnLst>
                  <a:cxn ang="0">
                    <a:pos x="0" y="0"/>
                  </a:cxn>
                  <a:cxn ang="0">
                    <a:pos x="5" y="3"/>
                  </a:cxn>
                  <a:cxn ang="0">
                    <a:pos x="13" y="7"/>
                  </a:cxn>
                  <a:cxn ang="0">
                    <a:pos x="17" y="11"/>
                  </a:cxn>
                  <a:cxn ang="0">
                    <a:pos x="19" y="16"/>
                  </a:cxn>
                  <a:cxn ang="0">
                    <a:pos x="21" y="23"/>
                  </a:cxn>
                  <a:cxn ang="0">
                    <a:pos x="17" y="34"/>
                  </a:cxn>
                  <a:cxn ang="0">
                    <a:pos x="8" y="16"/>
                  </a:cxn>
                  <a:cxn ang="0">
                    <a:pos x="14" y="34"/>
                  </a:cxn>
                  <a:cxn ang="0">
                    <a:pos x="8" y="32"/>
                  </a:cxn>
                  <a:cxn ang="0">
                    <a:pos x="3" y="27"/>
                  </a:cxn>
                  <a:cxn ang="0">
                    <a:pos x="1" y="22"/>
                  </a:cxn>
                  <a:cxn ang="0">
                    <a:pos x="0" y="16"/>
                  </a:cxn>
                  <a:cxn ang="0">
                    <a:pos x="0" y="13"/>
                  </a:cxn>
                  <a:cxn ang="0">
                    <a:pos x="1" y="6"/>
                  </a:cxn>
                  <a:cxn ang="0">
                    <a:pos x="0" y="0"/>
                  </a:cxn>
                </a:cxnLst>
                <a:rect l="0" t="0" r="r" b="b"/>
                <a:pathLst>
                  <a:path w="21" h="34">
                    <a:moveTo>
                      <a:pt x="0" y="0"/>
                    </a:moveTo>
                    <a:cubicBezTo>
                      <a:pt x="5" y="3"/>
                      <a:pt x="5" y="3"/>
                      <a:pt x="5" y="3"/>
                    </a:cubicBezTo>
                    <a:cubicBezTo>
                      <a:pt x="9" y="5"/>
                      <a:pt x="12" y="6"/>
                      <a:pt x="13" y="7"/>
                    </a:cubicBezTo>
                    <a:cubicBezTo>
                      <a:pt x="14" y="8"/>
                      <a:pt x="16" y="10"/>
                      <a:pt x="17" y="11"/>
                    </a:cubicBezTo>
                    <a:cubicBezTo>
                      <a:pt x="18" y="13"/>
                      <a:pt x="19" y="14"/>
                      <a:pt x="19" y="16"/>
                    </a:cubicBezTo>
                    <a:cubicBezTo>
                      <a:pt x="20" y="18"/>
                      <a:pt x="21" y="21"/>
                      <a:pt x="21" y="23"/>
                    </a:cubicBezTo>
                    <a:cubicBezTo>
                      <a:pt x="21" y="26"/>
                      <a:pt x="20" y="30"/>
                      <a:pt x="17" y="34"/>
                    </a:cubicBezTo>
                    <a:cubicBezTo>
                      <a:pt x="17" y="28"/>
                      <a:pt x="14" y="22"/>
                      <a:pt x="8" y="16"/>
                    </a:cubicBezTo>
                    <a:cubicBezTo>
                      <a:pt x="11" y="22"/>
                      <a:pt x="13" y="28"/>
                      <a:pt x="14" y="34"/>
                    </a:cubicBezTo>
                    <a:cubicBezTo>
                      <a:pt x="12" y="34"/>
                      <a:pt x="10" y="33"/>
                      <a:pt x="8" y="32"/>
                    </a:cubicBezTo>
                    <a:cubicBezTo>
                      <a:pt x="6" y="30"/>
                      <a:pt x="5" y="29"/>
                      <a:pt x="3" y="27"/>
                    </a:cubicBezTo>
                    <a:cubicBezTo>
                      <a:pt x="2" y="26"/>
                      <a:pt x="1" y="24"/>
                      <a:pt x="1" y="22"/>
                    </a:cubicBezTo>
                    <a:cubicBezTo>
                      <a:pt x="0" y="20"/>
                      <a:pt x="0" y="18"/>
                      <a:pt x="0" y="16"/>
                    </a:cubicBezTo>
                    <a:cubicBezTo>
                      <a:pt x="0" y="15"/>
                      <a:pt x="0" y="14"/>
                      <a:pt x="0" y="13"/>
                    </a:cubicBezTo>
                    <a:cubicBezTo>
                      <a:pt x="0" y="10"/>
                      <a:pt x="0" y="8"/>
                      <a:pt x="1" y="6"/>
                    </a:cubicBezTo>
                    <a:cubicBezTo>
                      <a:pt x="1" y="4"/>
                      <a:pt x="1"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154"/>
              <p:cNvSpPr>
                <a:spLocks/>
              </p:cNvSpPr>
              <p:nvPr/>
            </p:nvSpPr>
            <p:spPr bwMode="auto">
              <a:xfrm>
                <a:off x="8281987" y="1412876"/>
                <a:ext cx="112713" cy="203200"/>
              </a:xfrm>
              <a:custGeom>
                <a:avLst/>
                <a:gdLst/>
                <a:ahLst/>
                <a:cxnLst>
                  <a:cxn ang="0">
                    <a:pos x="25" y="35"/>
                  </a:cxn>
                  <a:cxn ang="0">
                    <a:pos x="24" y="37"/>
                  </a:cxn>
                  <a:cxn ang="0">
                    <a:pos x="19" y="43"/>
                  </a:cxn>
                  <a:cxn ang="0">
                    <a:pos x="11" y="48"/>
                  </a:cxn>
                  <a:cxn ang="0">
                    <a:pos x="16" y="22"/>
                  </a:cxn>
                  <a:cxn ang="0">
                    <a:pos x="8" y="49"/>
                  </a:cxn>
                  <a:cxn ang="0">
                    <a:pos x="1" y="34"/>
                  </a:cxn>
                  <a:cxn ang="0">
                    <a:pos x="0" y="28"/>
                  </a:cxn>
                  <a:cxn ang="0">
                    <a:pos x="1" y="25"/>
                  </a:cxn>
                  <a:cxn ang="0">
                    <a:pos x="2" y="22"/>
                  </a:cxn>
                  <a:cxn ang="0">
                    <a:pos x="3" y="18"/>
                  </a:cxn>
                  <a:cxn ang="0">
                    <a:pos x="7" y="12"/>
                  </a:cxn>
                  <a:cxn ang="0">
                    <a:pos x="17" y="4"/>
                  </a:cxn>
                  <a:cxn ang="0">
                    <a:pos x="23" y="0"/>
                  </a:cxn>
                  <a:cxn ang="0">
                    <a:pos x="23" y="0"/>
                  </a:cxn>
                  <a:cxn ang="0">
                    <a:pos x="23" y="8"/>
                  </a:cxn>
                  <a:cxn ang="0">
                    <a:pos x="26" y="16"/>
                  </a:cxn>
                  <a:cxn ang="0">
                    <a:pos x="27" y="21"/>
                  </a:cxn>
                  <a:cxn ang="0">
                    <a:pos x="27" y="28"/>
                  </a:cxn>
                  <a:cxn ang="0">
                    <a:pos x="27" y="29"/>
                  </a:cxn>
                  <a:cxn ang="0">
                    <a:pos x="25" y="35"/>
                  </a:cxn>
                </a:cxnLst>
                <a:rect l="0" t="0" r="r" b="b"/>
                <a:pathLst>
                  <a:path w="27" h="49">
                    <a:moveTo>
                      <a:pt x="25" y="35"/>
                    </a:moveTo>
                    <a:cubicBezTo>
                      <a:pt x="25" y="35"/>
                      <a:pt x="24" y="36"/>
                      <a:pt x="24" y="37"/>
                    </a:cubicBezTo>
                    <a:cubicBezTo>
                      <a:pt x="23" y="39"/>
                      <a:pt x="21" y="41"/>
                      <a:pt x="19" y="43"/>
                    </a:cubicBezTo>
                    <a:cubicBezTo>
                      <a:pt x="17" y="45"/>
                      <a:pt x="14" y="47"/>
                      <a:pt x="11" y="48"/>
                    </a:cubicBezTo>
                    <a:cubicBezTo>
                      <a:pt x="11" y="39"/>
                      <a:pt x="13" y="31"/>
                      <a:pt x="16" y="22"/>
                    </a:cubicBezTo>
                    <a:cubicBezTo>
                      <a:pt x="10" y="31"/>
                      <a:pt x="7" y="40"/>
                      <a:pt x="8" y="49"/>
                    </a:cubicBezTo>
                    <a:cubicBezTo>
                      <a:pt x="4" y="43"/>
                      <a:pt x="1" y="38"/>
                      <a:pt x="1" y="34"/>
                    </a:cubicBezTo>
                    <a:cubicBezTo>
                      <a:pt x="0" y="32"/>
                      <a:pt x="0" y="30"/>
                      <a:pt x="0" y="28"/>
                    </a:cubicBezTo>
                    <a:cubicBezTo>
                      <a:pt x="0" y="27"/>
                      <a:pt x="1" y="26"/>
                      <a:pt x="1" y="25"/>
                    </a:cubicBezTo>
                    <a:cubicBezTo>
                      <a:pt x="1" y="24"/>
                      <a:pt x="1" y="23"/>
                      <a:pt x="2" y="22"/>
                    </a:cubicBezTo>
                    <a:cubicBezTo>
                      <a:pt x="2" y="21"/>
                      <a:pt x="3" y="20"/>
                      <a:pt x="3" y="18"/>
                    </a:cubicBezTo>
                    <a:cubicBezTo>
                      <a:pt x="4" y="16"/>
                      <a:pt x="6" y="14"/>
                      <a:pt x="7" y="12"/>
                    </a:cubicBezTo>
                    <a:cubicBezTo>
                      <a:pt x="9" y="11"/>
                      <a:pt x="12" y="8"/>
                      <a:pt x="17" y="4"/>
                    </a:cubicBezTo>
                    <a:cubicBezTo>
                      <a:pt x="23" y="0"/>
                      <a:pt x="23" y="0"/>
                      <a:pt x="23" y="0"/>
                    </a:cubicBezTo>
                    <a:cubicBezTo>
                      <a:pt x="23" y="0"/>
                      <a:pt x="23" y="0"/>
                      <a:pt x="23" y="0"/>
                    </a:cubicBezTo>
                    <a:cubicBezTo>
                      <a:pt x="22" y="3"/>
                      <a:pt x="22" y="5"/>
                      <a:pt x="23" y="8"/>
                    </a:cubicBezTo>
                    <a:cubicBezTo>
                      <a:pt x="24" y="11"/>
                      <a:pt x="25" y="13"/>
                      <a:pt x="26" y="16"/>
                    </a:cubicBezTo>
                    <a:cubicBezTo>
                      <a:pt x="26" y="18"/>
                      <a:pt x="27" y="19"/>
                      <a:pt x="27" y="21"/>
                    </a:cubicBezTo>
                    <a:cubicBezTo>
                      <a:pt x="27" y="23"/>
                      <a:pt x="27" y="26"/>
                      <a:pt x="27" y="28"/>
                    </a:cubicBezTo>
                    <a:cubicBezTo>
                      <a:pt x="27" y="28"/>
                      <a:pt x="27" y="29"/>
                      <a:pt x="27" y="29"/>
                    </a:cubicBezTo>
                    <a:cubicBezTo>
                      <a:pt x="26" y="31"/>
                      <a:pt x="26" y="33"/>
                      <a:pt x="25"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55"/>
              <p:cNvSpPr>
                <a:spLocks/>
              </p:cNvSpPr>
              <p:nvPr/>
            </p:nvSpPr>
            <p:spPr bwMode="auto">
              <a:xfrm>
                <a:off x="8067675" y="1276351"/>
                <a:ext cx="231775" cy="139700"/>
              </a:xfrm>
              <a:custGeom>
                <a:avLst/>
                <a:gdLst/>
                <a:ahLst/>
                <a:cxnLst>
                  <a:cxn ang="0">
                    <a:pos x="56" y="6"/>
                  </a:cxn>
                  <a:cxn ang="0">
                    <a:pos x="56" y="6"/>
                  </a:cxn>
                  <a:cxn ang="0">
                    <a:pos x="49" y="12"/>
                  </a:cxn>
                  <a:cxn ang="0">
                    <a:pos x="43" y="21"/>
                  </a:cxn>
                  <a:cxn ang="0">
                    <a:pos x="39" y="25"/>
                  </a:cxn>
                  <a:cxn ang="0">
                    <a:pos x="32" y="30"/>
                  </a:cxn>
                  <a:cxn ang="0">
                    <a:pos x="23" y="33"/>
                  </a:cxn>
                  <a:cxn ang="0">
                    <a:pos x="13" y="33"/>
                  </a:cxn>
                  <a:cxn ang="0">
                    <a:pos x="3" y="29"/>
                  </a:cxn>
                  <a:cxn ang="0">
                    <a:pos x="30" y="15"/>
                  </a:cxn>
                  <a:cxn ang="0">
                    <a:pos x="0" y="27"/>
                  </a:cxn>
                  <a:cxn ang="0">
                    <a:pos x="8" y="10"/>
                  </a:cxn>
                  <a:cxn ang="0">
                    <a:pos x="17" y="4"/>
                  </a:cxn>
                  <a:cxn ang="0">
                    <a:pos x="25" y="1"/>
                  </a:cxn>
                  <a:cxn ang="0">
                    <a:pos x="33" y="1"/>
                  </a:cxn>
                  <a:cxn ang="0">
                    <a:pos x="47" y="4"/>
                  </a:cxn>
                  <a:cxn ang="0">
                    <a:pos x="56" y="6"/>
                  </a:cxn>
                </a:cxnLst>
                <a:rect l="0" t="0" r="r" b="b"/>
                <a:pathLst>
                  <a:path w="56" h="34">
                    <a:moveTo>
                      <a:pt x="56" y="6"/>
                    </a:moveTo>
                    <a:cubicBezTo>
                      <a:pt x="56" y="6"/>
                      <a:pt x="56" y="6"/>
                      <a:pt x="56" y="6"/>
                    </a:cubicBezTo>
                    <a:cubicBezTo>
                      <a:pt x="53" y="7"/>
                      <a:pt x="50" y="9"/>
                      <a:pt x="49" y="12"/>
                    </a:cubicBezTo>
                    <a:cubicBezTo>
                      <a:pt x="47" y="15"/>
                      <a:pt x="45" y="18"/>
                      <a:pt x="43" y="21"/>
                    </a:cubicBezTo>
                    <a:cubicBezTo>
                      <a:pt x="42" y="22"/>
                      <a:pt x="40" y="23"/>
                      <a:pt x="39" y="25"/>
                    </a:cubicBezTo>
                    <a:cubicBezTo>
                      <a:pt x="37" y="27"/>
                      <a:pt x="34" y="28"/>
                      <a:pt x="32" y="30"/>
                    </a:cubicBezTo>
                    <a:cubicBezTo>
                      <a:pt x="29" y="32"/>
                      <a:pt x="26" y="33"/>
                      <a:pt x="23" y="33"/>
                    </a:cubicBezTo>
                    <a:cubicBezTo>
                      <a:pt x="19" y="34"/>
                      <a:pt x="16" y="33"/>
                      <a:pt x="13" y="33"/>
                    </a:cubicBezTo>
                    <a:cubicBezTo>
                      <a:pt x="9" y="32"/>
                      <a:pt x="6" y="31"/>
                      <a:pt x="3" y="29"/>
                    </a:cubicBezTo>
                    <a:cubicBezTo>
                      <a:pt x="11" y="23"/>
                      <a:pt x="20" y="19"/>
                      <a:pt x="30" y="15"/>
                    </a:cubicBezTo>
                    <a:cubicBezTo>
                      <a:pt x="17" y="16"/>
                      <a:pt x="7" y="20"/>
                      <a:pt x="0" y="27"/>
                    </a:cubicBezTo>
                    <a:cubicBezTo>
                      <a:pt x="2" y="19"/>
                      <a:pt x="5" y="13"/>
                      <a:pt x="8" y="10"/>
                    </a:cubicBezTo>
                    <a:cubicBezTo>
                      <a:pt x="11" y="7"/>
                      <a:pt x="13" y="5"/>
                      <a:pt x="17" y="4"/>
                    </a:cubicBezTo>
                    <a:cubicBezTo>
                      <a:pt x="19" y="2"/>
                      <a:pt x="22" y="2"/>
                      <a:pt x="25" y="1"/>
                    </a:cubicBezTo>
                    <a:cubicBezTo>
                      <a:pt x="28" y="1"/>
                      <a:pt x="30" y="0"/>
                      <a:pt x="33" y="1"/>
                    </a:cubicBezTo>
                    <a:cubicBezTo>
                      <a:pt x="36" y="1"/>
                      <a:pt x="41" y="2"/>
                      <a:pt x="47" y="4"/>
                    </a:cubicBezTo>
                    <a:lnTo>
                      <a:pt x="56"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157"/>
              <p:cNvSpPr>
                <a:spLocks/>
              </p:cNvSpPr>
              <p:nvPr/>
            </p:nvSpPr>
            <p:spPr bwMode="auto">
              <a:xfrm>
                <a:off x="8054975" y="1814513"/>
                <a:ext cx="69850" cy="123825"/>
              </a:xfrm>
              <a:custGeom>
                <a:avLst/>
                <a:gdLst/>
                <a:ahLst/>
                <a:cxnLst>
                  <a:cxn ang="0">
                    <a:pos x="17" y="0"/>
                  </a:cxn>
                  <a:cxn ang="0">
                    <a:pos x="17" y="5"/>
                  </a:cxn>
                  <a:cxn ang="0">
                    <a:pos x="17" y="11"/>
                  </a:cxn>
                  <a:cxn ang="0">
                    <a:pos x="17" y="14"/>
                  </a:cxn>
                  <a:cxn ang="0">
                    <a:pos x="17" y="19"/>
                  </a:cxn>
                  <a:cxn ang="0">
                    <a:pos x="14" y="23"/>
                  </a:cxn>
                  <a:cxn ang="0">
                    <a:pos x="10" y="27"/>
                  </a:cxn>
                  <a:cxn ang="0">
                    <a:pos x="5" y="29"/>
                  </a:cxn>
                  <a:cxn ang="0">
                    <a:pos x="10" y="13"/>
                  </a:cxn>
                  <a:cxn ang="0">
                    <a:pos x="3" y="30"/>
                  </a:cxn>
                  <a:cxn ang="0">
                    <a:pos x="0" y="19"/>
                  </a:cxn>
                  <a:cxn ang="0">
                    <a:pos x="1" y="14"/>
                  </a:cxn>
                  <a:cxn ang="0">
                    <a:pos x="3" y="10"/>
                  </a:cxn>
                  <a:cxn ang="0">
                    <a:pos x="6" y="6"/>
                  </a:cxn>
                  <a:cxn ang="0">
                    <a:pos x="13" y="2"/>
                  </a:cxn>
                  <a:cxn ang="0">
                    <a:pos x="17" y="0"/>
                  </a:cxn>
                </a:cxnLst>
                <a:rect l="0" t="0" r="r" b="b"/>
                <a:pathLst>
                  <a:path w="17" h="30">
                    <a:moveTo>
                      <a:pt x="17" y="0"/>
                    </a:moveTo>
                    <a:cubicBezTo>
                      <a:pt x="16" y="1"/>
                      <a:pt x="16" y="3"/>
                      <a:pt x="17" y="5"/>
                    </a:cubicBezTo>
                    <a:cubicBezTo>
                      <a:pt x="17" y="7"/>
                      <a:pt x="17" y="9"/>
                      <a:pt x="17" y="11"/>
                    </a:cubicBezTo>
                    <a:cubicBezTo>
                      <a:pt x="17" y="12"/>
                      <a:pt x="17" y="13"/>
                      <a:pt x="17" y="14"/>
                    </a:cubicBezTo>
                    <a:cubicBezTo>
                      <a:pt x="17" y="15"/>
                      <a:pt x="17" y="17"/>
                      <a:pt x="17" y="19"/>
                    </a:cubicBezTo>
                    <a:cubicBezTo>
                      <a:pt x="16" y="20"/>
                      <a:pt x="15" y="22"/>
                      <a:pt x="14" y="23"/>
                    </a:cubicBezTo>
                    <a:cubicBezTo>
                      <a:pt x="13" y="25"/>
                      <a:pt x="12" y="26"/>
                      <a:pt x="10" y="27"/>
                    </a:cubicBezTo>
                    <a:cubicBezTo>
                      <a:pt x="9" y="28"/>
                      <a:pt x="7" y="29"/>
                      <a:pt x="5" y="29"/>
                    </a:cubicBezTo>
                    <a:cubicBezTo>
                      <a:pt x="6" y="24"/>
                      <a:pt x="8" y="18"/>
                      <a:pt x="10" y="13"/>
                    </a:cubicBezTo>
                    <a:cubicBezTo>
                      <a:pt x="6" y="18"/>
                      <a:pt x="3" y="24"/>
                      <a:pt x="3" y="30"/>
                    </a:cubicBezTo>
                    <a:cubicBezTo>
                      <a:pt x="1" y="26"/>
                      <a:pt x="0" y="22"/>
                      <a:pt x="0" y="19"/>
                    </a:cubicBezTo>
                    <a:cubicBezTo>
                      <a:pt x="0" y="18"/>
                      <a:pt x="0" y="16"/>
                      <a:pt x="1" y="14"/>
                    </a:cubicBezTo>
                    <a:cubicBezTo>
                      <a:pt x="1" y="12"/>
                      <a:pt x="2" y="11"/>
                      <a:pt x="3" y="10"/>
                    </a:cubicBezTo>
                    <a:cubicBezTo>
                      <a:pt x="4" y="8"/>
                      <a:pt x="5" y="7"/>
                      <a:pt x="6" y="6"/>
                    </a:cubicBezTo>
                    <a:cubicBezTo>
                      <a:pt x="7" y="5"/>
                      <a:pt x="9" y="4"/>
                      <a:pt x="13" y="2"/>
                    </a:cubicBezTo>
                    <a:lnTo>
                      <a:pt x="1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158"/>
              <p:cNvSpPr>
                <a:spLocks/>
              </p:cNvSpPr>
              <p:nvPr/>
            </p:nvSpPr>
            <p:spPr bwMode="auto">
              <a:xfrm>
                <a:off x="8374062" y="1706563"/>
                <a:ext cx="193675" cy="153988"/>
              </a:xfrm>
              <a:custGeom>
                <a:avLst/>
                <a:gdLst/>
                <a:ahLst/>
                <a:cxnLst>
                  <a:cxn ang="0">
                    <a:pos x="47" y="0"/>
                  </a:cxn>
                  <a:cxn ang="0">
                    <a:pos x="42" y="7"/>
                  </a:cxn>
                  <a:cxn ang="0">
                    <a:pos x="38" y="17"/>
                  </a:cxn>
                  <a:cxn ang="0">
                    <a:pos x="36" y="22"/>
                  </a:cxn>
                  <a:cxn ang="0">
                    <a:pos x="31" y="29"/>
                  </a:cxn>
                  <a:cxn ang="0">
                    <a:pos x="23" y="34"/>
                  </a:cxn>
                  <a:cxn ang="0">
                    <a:pos x="14" y="37"/>
                  </a:cxn>
                  <a:cxn ang="0">
                    <a:pos x="4" y="36"/>
                  </a:cxn>
                  <a:cxn ang="0">
                    <a:pos x="25" y="16"/>
                  </a:cxn>
                  <a:cxn ang="0">
                    <a:pos x="0" y="35"/>
                  </a:cxn>
                  <a:cxn ang="0">
                    <a:pos x="3" y="16"/>
                  </a:cxn>
                  <a:cxn ang="0">
                    <a:pos x="10" y="8"/>
                  </a:cxn>
                  <a:cxn ang="0">
                    <a:pos x="17" y="4"/>
                  </a:cxn>
                  <a:cxn ang="0">
                    <a:pos x="24" y="1"/>
                  </a:cxn>
                  <a:cxn ang="0">
                    <a:pos x="38" y="0"/>
                  </a:cxn>
                  <a:cxn ang="0">
                    <a:pos x="47" y="0"/>
                  </a:cxn>
                </a:cxnLst>
                <a:rect l="0" t="0" r="r" b="b"/>
                <a:pathLst>
                  <a:path w="47" h="37">
                    <a:moveTo>
                      <a:pt x="47" y="0"/>
                    </a:moveTo>
                    <a:cubicBezTo>
                      <a:pt x="44" y="2"/>
                      <a:pt x="42" y="5"/>
                      <a:pt x="42" y="7"/>
                    </a:cubicBezTo>
                    <a:cubicBezTo>
                      <a:pt x="41" y="11"/>
                      <a:pt x="40" y="14"/>
                      <a:pt x="38" y="17"/>
                    </a:cubicBezTo>
                    <a:cubicBezTo>
                      <a:pt x="38" y="19"/>
                      <a:pt x="37" y="20"/>
                      <a:pt x="36" y="22"/>
                    </a:cubicBezTo>
                    <a:cubicBezTo>
                      <a:pt x="35" y="24"/>
                      <a:pt x="33" y="27"/>
                      <a:pt x="31" y="29"/>
                    </a:cubicBezTo>
                    <a:cubicBezTo>
                      <a:pt x="28" y="31"/>
                      <a:pt x="26" y="33"/>
                      <a:pt x="23" y="34"/>
                    </a:cubicBezTo>
                    <a:cubicBezTo>
                      <a:pt x="20" y="36"/>
                      <a:pt x="17" y="36"/>
                      <a:pt x="14" y="37"/>
                    </a:cubicBezTo>
                    <a:cubicBezTo>
                      <a:pt x="11" y="37"/>
                      <a:pt x="8" y="37"/>
                      <a:pt x="4" y="36"/>
                    </a:cubicBezTo>
                    <a:cubicBezTo>
                      <a:pt x="10" y="28"/>
                      <a:pt x="17" y="21"/>
                      <a:pt x="25" y="16"/>
                    </a:cubicBezTo>
                    <a:cubicBezTo>
                      <a:pt x="14" y="20"/>
                      <a:pt x="5" y="26"/>
                      <a:pt x="0" y="35"/>
                    </a:cubicBezTo>
                    <a:cubicBezTo>
                      <a:pt x="0" y="27"/>
                      <a:pt x="1" y="21"/>
                      <a:pt x="3" y="16"/>
                    </a:cubicBezTo>
                    <a:cubicBezTo>
                      <a:pt x="5" y="13"/>
                      <a:pt x="7" y="11"/>
                      <a:pt x="10" y="8"/>
                    </a:cubicBezTo>
                    <a:cubicBezTo>
                      <a:pt x="12" y="7"/>
                      <a:pt x="14" y="5"/>
                      <a:pt x="17" y="4"/>
                    </a:cubicBezTo>
                    <a:cubicBezTo>
                      <a:pt x="19" y="3"/>
                      <a:pt x="22" y="2"/>
                      <a:pt x="24" y="1"/>
                    </a:cubicBezTo>
                    <a:cubicBezTo>
                      <a:pt x="27" y="0"/>
                      <a:pt x="32" y="0"/>
                      <a:pt x="38" y="0"/>
                    </a:cubicBezTo>
                    <a:lnTo>
                      <a:pt x="4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159"/>
              <p:cNvSpPr>
                <a:spLocks/>
              </p:cNvSpPr>
              <p:nvPr/>
            </p:nvSpPr>
            <p:spPr bwMode="auto">
              <a:xfrm>
                <a:off x="6111875" y="1384301"/>
                <a:ext cx="231775" cy="139700"/>
              </a:xfrm>
              <a:custGeom>
                <a:avLst/>
                <a:gdLst/>
                <a:ahLst/>
                <a:cxnLst>
                  <a:cxn ang="0">
                    <a:pos x="39" y="4"/>
                  </a:cxn>
                  <a:cxn ang="0">
                    <a:pos x="48" y="10"/>
                  </a:cxn>
                  <a:cxn ang="0">
                    <a:pos x="56" y="27"/>
                  </a:cxn>
                  <a:cxn ang="0">
                    <a:pos x="26" y="15"/>
                  </a:cxn>
                  <a:cxn ang="0">
                    <a:pos x="53" y="29"/>
                  </a:cxn>
                  <a:cxn ang="0">
                    <a:pos x="43" y="33"/>
                  </a:cxn>
                  <a:cxn ang="0">
                    <a:pos x="33" y="33"/>
                  </a:cxn>
                  <a:cxn ang="0">
                    <a:pos x="24" y="30"/>
                  </a:cxn>
                  <a:cxn ang="0">
                    <a:pos x="17" y="25"/>
                  </a:cxn>
                  <a:cxn ang="0">
                    <a:pos x="13" y="21"/>
                  </a:cxn>
                  <a:cxn ang="0">
                    <a:pos x="7" y="12"/>
                  </a:cxn>
                  <a:cxn ang="0">
                    <a:pos x="0" y="6"/>
                  </a:cxn>
                  <a:cxn ang="0">
                    <a:pos x="0" y="6"/>
                  </a:cxn>
                  <a:cxn ang="0">
                    <a:pos x="9" y="4"/>
                  </a:cxn>
                  <a:cxn ang="0">
                    <a:pos x="23" y="1"/>
                  </a:cxn>
                  <a:cxn ang="0">
                    <a:pos x="31" y="1"/>
                  </a:cxn>
                  <a:cxn ang="0">
                    <a:pos x="39" y="4"/>
                  </a:cxn>
                </a:cxnLst>
                <a:rect l="0" t="0" r="r" b="b"/>
                <a:pathLst>
                  <a:path w="56" h="34">
                    <a:moveTo>
                      <a:pt x="39" y="4"/>
                    </a:moveTo>
                    <a:cubicBezTo>
                      <a:pt x="42" y="5"/>
                      <a:pt x="45" y="7"/>
                      <a:pt x="48" y="10"/>
                    </a:cubicBezTo>
                    <a:cubicBezTo>
                      <a:pt x="51" y="13"/>
                      <a:pt x="54" y="19"/>
                      <a:pt x="56" y="27"/>
                    </a:cubicBezTo>
                    <a:cubicBezTo>
                      <a:pt x="49" y="20"/>
                      <a:pt x="38" y="16"/>
                      <a:pt x="26" y="15"/>
                    </a:cubicBezTo>
                    <a:cubicBezTo>
                      <a:pt x="36" y="19"/>
                      <a:pt x="45" y="23"/>
                      <a:pt x="53" y="29"/>
                    </a:cubicBezTo>
                    <a:cubicBezTo>
                      <a:pt x="50" y="31"/>
                      <a:pt x="46" y="32"/>
                      <a:pt x="43" y="33"/>
                    </a:cubicBezTo>
                    <a:cubicBezTo>
                      <a:pt x="40" y="33"/>
                      <a:pt x="37" y="34"/>
                      <a:pt x="33" y="33"/>
                    </a:cubicBezTo>
                    <a:cubicBezTo>
                      <a:pt x="30" y="33"/>
                      <a:pt x="27" y="32"/>
                      <a:pt x="24" y="30"/>
                    </a:cubicBezTo>
                    <a:cubicBezTo>
                      <a:pt x="21" y="28"/>
                      <a:pt x="19" y="27"/>
                      <a:pt x="17" y="25"/>
                    </a:cubicBezTo>
                    <a:cubicBezTo>
                      <a:pt x="15" y="23"/>
                      <a:pt x="14" y="22"/>
                      <a:pt x="13" y="21"/>
                    </a:cubicBezTo>
                    <a:cubicBezTo>
                      <a:pt x="11" y="18"/>
                      <a:pt x="9" y="15"/>
                      <a:pt x="7" y="12"/>
                    </a:cubicBezTo>
                    <a:cubicBezTo>
                      <a:pt x="6" y="9"/>
                      <a:pt x="3" y="7"/>
                      <a:pt x="0" y="6"/>
                    </a:cubicBezTo>
                    <a:cubicBezTo>
                      <a:pt x="0" y="6"/>
                      <a:pt x="0" y="6"/>
                      <a:pt x="0" y="6"/>
                    </a:cubicBezTo>
                    <a:cubicBezTo>
                      <a:pt x="9" y="4"/>
                      <a:pt x="9" y="4"/>
                      <a:pt x="9" y="4"/>
                    </a:cubicBezTo>
                    <a:cubicBezTo>
                      <a:pt x="15" y="2"/>
                      <a:pt x="20" y="1"/>
                      <a:pt x="23" y="1"/>
                    </a:cubicBezTo>
                    <a:cubicBezTo>
                      <a:pt x="25" y="0"/>
                      <a:pt x="28" y="1"/>
                      <a:pt x="31" y="1"/>
                    </a:cubicBezTo>
                    <a:cubicBezTo>
                      <a:pt x="34" y="2"/>
                      <a:pt x="37" y="2"/>
                      <a:pt x="39"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160"/>
              <p:cNvSpPr>
                <a:spLocks/>
              </p:cNvSpPr>
              <p:nvPr/>
            </p:nvSpPr>
            <p:spPr bwMode="auto">
              <a:xfrm>
                <a:off x="6111875" y="1968501"/>
                <a:ext cx="190500" cy="115888"/>
              </a:xfrm>
              <a:custGeom>
                <a:avLst/>
                <a:gdLst/>
                <a:ahLst/>
                <a:cxnLst>
                  <a:cxn ang="0">
                    <a:pos x="21" y="2"/>
                  </a:cxn>
                  <a:cxn ang="0">
                    <a:pos x="30" y="0"/>
                  </a:cxn>
                  <a:cxn ang="0">
                    <a:pos x="46" y="5"/>
                  </a:cxn>
                  <a:cxn ang="0">
                    <a:pos x="21" y="17"/>
                  </a:cxn>
                  <a:cxn ang="0">
                    <a:pos x="45" y="8"/>
                  </a:cxn>
                  <a:cxn ang="0">
                    <a:pos x="42" y="17"/>
                  </a:cxn>
                  <a:cxn ang="0">
                    <a:pos x="36" y="23"/>
                  </a:cxn>
                  <a:cxn ang="0">
                    <a:pos x="29" y="27"/>
                  </a:cxn>
                  <a:cxn ang="0">
                    <a:pos x="21" y="28"/>
                  </a:cxn>
                  <a:cxn ang="0">
                    <a:pos x="17" y="28"/>
                  </a:cxn>
                  <a:cxn ang="0">
                    <a:pos x="8" y="27"/>
                  </a:cxn>
                  <a:cxn ang="0">
                    <a:pos x="0" y="28"/>
                  </a:cxn>
                  <a:cxn ang="0">
                    <a:pos x="0" y="28"/>
                  </a:cxn>
                  <a:cxn ang="0">
                    <a:pos x="3" y="21"/>
                  </a:cxn>
                  <a:cxn ang="0">
                    <a:pos x="10" y="10"/>
                  </a:cxn>
                  <a:cxn ang="0">
                    <a:pos x="15" y="6"/>
                  </a:cxn>
                  <a:cxn ang="0">
                    <a:pos x="21" y="2"/>
                  </a:cxn>
                </a:cxnLst>
                <a:rect l="0" t="0" r="r" b="b"/>
                <a:pathLst>
                  <a:path w="46" h="28">
                    <a:moveTo>
                      <a:pt x="21" y="2"/>
                    </a:moveTo>
                    <a:cubicBezTo>
                      <a:pt x="24" y="1"/>
                      <a:pt x="27" y="0"/>
                      <a:pt x="30" y="0"/>
                    </a:cubicBezTo>
                    <a:cubicBezTo>
                      <a:pt x="34" y="0"/>
                      <a:pt x="40" y="2"/>
                      <a:pt x="46" y="5"/>
                    </a:cubicBezTo>
                    <a:cubicBezTo>
                      <a:pt x="37" y="6"/>
                      <a:pt x="29" y="10"/>
                      <a:pt x="21" y="17"/>
                    </a:cubicBezTo>
                    <a:cubicBezTo>
                      <a:pt x="29" y="13"/>
                      <a:pt x="37" y="10"/>
                      <a:pt x="45" y="8"/>
                    </a:cubicBezTo>
                    <a:cubicBezTo>
                      <a:pt x="45" y="11"/>
                      <a:pt x="44" y="14"/>
                      <a:pt x="42" y="17"/>
                    </a:cubicBezTo>
                    <a:cubicBezTo>
                      <a:pt x="41" y="19"/>
                      <a:pt x="39" y="21"/>
                      <a:pt x="36" y="23"/>
                    </a:cubicBezTo>
                    <a:cubicBezTo>
                      <a:pt x="34" y="25"/>
                      <a:pt x="32" y="26"/>
                      <a:pt x="29" y="27"/>
                    </a:cubicBezTo>
                    <a:cubicBezTo>
                      <a:pt x="27" y="28"/>
                      <a:pt x="24" y="28"/>
                      <a:pt x="21" y="28"/>
                    </a:cubicBezTo>
                    <a:cubicBezTo>
                      <a:pt x="20" y="28"/>
                      <a:pt x="18" y="28"/>
                      <a:pt x="17" y="28"/>
                    </a:cubicBezTo>
                    <a:cubicBezTo>
                      <a:pt x="14" y="28"/>
                      <a:pt x="11" y="27"/>
                      <a:pt x="8" y="27"/>
                    </a:cubicBezTo>
                    <a:cubicBezTo>
                      <a:pt x="5" y="26"/>
                      <a:pt x="2" y="27"/>
                      <a:pt x="0" y="28"/>
                    </a:cubicBezTo>
                    <a:cubicBezTo>
                      <a:pt x="0" y="28"/>
                      <a:pt x="0" y="28"/>
                      <a:pt x="0" y="28"/>
                    </a:cubicBezTo>
                    <a:cubicBezTo>
                      <a:pt x="3" y="21"/>
                      <a:pt x="3" y="21"/>
                      <a:pt x="3" y="21"/>
                    </a:cubicBezTo>
                    <a:cubicBezTo>
                      <a:pt x="6" y="16"/>
                      <a:pt x="8" y="12"/>
                      <a:pt x="10" y="10"/>
                    </a:cubicBezTo>
                    <a:cubicBezTo>
                      <a:pt x="11" y="8"/>
                      <a:pt x="13" y="7"/>
                      <a:pt x="15" y="6"/>
                    </a:cubicBezTo>
                    <a:cubicBezTo>
                      <a:pt x="17" y="4"/>
                      <a:pt x="19" y="3"/>
                      <a:pt x="21"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161"/>
              <p:cNvSpPr>
                <a:spLocks/>
              </p:cNvSpPr>
              <p:nvPr/>
            </p:nvSpPr>
            <p:spPr bwMode="auto">
              <a:xfrm>
                <a:off x="6686550" y="1276351"/>
                <a:ext cx="136525" cy="177800"/>
              </a:xfrm>
              <a:custGeom>
                <a:avLst/>
                <a:gdLst/>
                <a:ahLst/>
                <a:cxnLst>
                  <a:cxn ang="0">
                    <a:pos x="19" y="8"/>
                  </a:cxn>
                  <a:cxn ang="0">
                    <a:pos x="25" y="12"/>
                  </a:cxn>
                  <a:cxn ang="0">
                    <a:pos x="29" y="18"/>
                  </a:cxn>
                  <a:cxn ang="0">
                    <a:pos x="32" y="27"/>
                  </a:cxn>
                  <a:cxn ang="0">
                    <a:pos x="30" y="43"/>
                  </a:cxn>
                  <a:cxn ang="0">
                    <a:pos x="14" y="20"/>
                  </a:cxn>
                  <a:cxn ang="0">
                    <a:pos x="26" y="43"/>
                  </a:cxn>
                  <a:cxn ang="0">
                    <a:pos x="17" y="40"/>
                  </a:cxn>
                  <a:cxn ang="0">
                    <a:pos x="11" y="36"/>
                  </a:cxn>
                  <a:cxn ang="0">
                    <a:pos x="6" y="29"/>
                  </a:cxn>
                  <a:cxn ang="0">
                    <a:pos x="3" y="22"/>
                  </a:cxn>
                  <a:cxn ang="0">
                    <a:pos x="3" y="17"/>
                  </a:cxn>
                  <a:cxn ang="0">
                    <a:pos x="3" y="8"/>
                  </a:cxn>
                  <a:cxn ang="0">
                    <a:pos x="0" y="0"/>
                  </a:cxn>
                  <a:cxn ang="0">
                    <a:pos x="0" y="0"/>
                  </a:cxn>
                  <a:cxn ang="0">
                    <a:pos x="8" y="3"/>
                  </a:cxn>
                  <a:cxn ang="0">
                    <a:pos x="19" y="8"/>
                  </a:cxn>
                </a:cxnLst>
                <a:rect l="0" t="0" r="r" b="b"/>
                <a:pathLst>
                  <a:path w="33" h="43">
                    <a:moveTo>
                      <a:pt x="19" y="8"/>
                    </a:moveTo>
                    <a:cubicBezTo>
                      <a:pt x="21" y="9"/>
                      <a:pt x="23" y="10"/>
                      <a:pt x="25" y="12"/>
                    </a:cubicBezTo>
                    <a:cubicBezTo>
                      <a:pt x="27" y="14"/>
                      <a:pt x="28" y="16"/>
                      <a:pt x="29" y="18"/>
                    </a:cubicBezTo>
                    <a:cubicBezTo>
                      <a:pt x="31" y="21"/>
                      <a:pt x="32" y="24"/>
                      <a:pt x="32" y="27"/>
                    </a:cubicBezTo>
                    <a:cubicBezTo>
                      <a:pt x="33" y="31"/>
                      <a:pt x="32" y="36"/>
                      <a:pt x="30" y="43"/>
                    </a:cubicBezTo>
                    <a:cubicBezTo>
                      <a:pt x="28" y="34"/>
                      <a:pt x="23" y="27"/>
                      <a:pt x="14" y="20"/>
                    </a:cubicBezTo>
                    <a:cubicBezTo>
                      <a:pt x="19" y="27"/>
                      <a:pt x="23" y="35"/>
                      <a:pt x="26" y="43"/>
                    </a:cubicBezTo>
                    <a:cubicBezTo>
                      <a:pt x="23" y="43"/>
                      <a:pt x="20" y="42"/>
                      <a:pt x="17" y="40"/>
                    </a:cubicBezTo>
                    <a:cubicBezTo>
                      <a:pt x="15" y="39"/>
                      <a:pt x="13" y="38"/>
                      <a:pt x="11" y="36"/>
                    </a:cubicBezTo>
                    <a:cubicBezTo>
                      <a:pt x="9" y="34"/>
                      <a:pt x="7" y="32"/>
                      <a:pt x="6" y="29"/>
                    </a:cubicBezTo>
                    <a:cubicBezTo>
                      <a:pt x="4" y="27"/>
                      <a:pt x="4" y="24"/>
                      <a:pt x="3" y="22"/>
                    </a:cubicBezTo>
                    <a:cubicBezTo>
                      <a:pt x="3" y="20"/>
                      <a:pt x="3" y="19"/>
                      <a:pt x="3" y="17"/>
                    </a:cubicBezTo>
                    <a:cubicBezTo>
                      <a:pt x="3" y="14"/>
                      <a:pt x="3" y="11"/>
                      <a:pt x="3" y="8"/>
                    </a:cubicBezTo>
                    <a:cubicBezTo>
                      <a:pt x="3" y="5"/>
                      <a:pt x="2" y="3"/>
                      <a:pt x="0" y="0"/>
                    </a:cubicBezTo>
                    <a:cubicBezTo>
                      <a:pt x="0" y="0"/>
                      <a:pt x="0" y="0"/>
                      <a:pt x="0" y="0"/>
                    </a:cubicBezTo>
                    <a:cubicBezTo>
                      <a:pt x="8" y="3"/>
                      <a:pt x="8" y="3"/>
                      <a:pt x="8" y="3"/>
                    </a:cubicBezTo>
                    <a:cubicBezTo>
                      <a:pt x="13" y="5"/>
                      <a:pt x="17" y="6"/>
                      <a:pt x="19"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162"/>
              <p:cNvSpPr>
                <a:spLocks/>
              </p:cNvSpPr>
              <p:nvPr/>
            </p:nvSpPr>
            <p:spPr bwMode="auto">
              <a:xfrm>
                <a:off x="8029575" y="1106488"/>
                <a:ext cx="223838" cy="160338"/>
              </a:xfrm>
              <a:custGeom>
                <a:avLst/>
                <a:gdLst/>
                <a:ahLst/>
                <a:cxnLst>
                  <a:cxn ang="0">
                    <a:pos x="12" y="8"/>
                  </a:cxn>
                  <a:cxn ang="0">
                    <a:pos x="20" y="3"/>
                  </a:cxn>
                  <a:cxn ang="0">
                    <a:pos x="29" y="1"/>
                  </a:cxn>
                  <a:cxn ang="0">
                    <a:pos x="44" y="1"/>
                  </a:cxn>
                  <a:cxn ang="0">
                    <a:pos x="54" y="1"/>
                  </a:cxn>
                  <a:cxn ang="0">
                    <a:pos x="54" y="1"/>
                  </a:cxn>
                  <a:cxn ang="0">
                    <a:pos x="48" y="9"/>
                  </a:cxn>
                  <a:cxn ang="0">
                    <a:pos x="43" y="19"/>
                  </a:cxn>
                  <a:cxn ang="0">
                    <a:pos x="41" y="24"/>
                  </a:cxn>
                  <a:cxn ang="0">
                    <a:pos x="34" y="32"/>
                  </a:cxn>
                  <a:cxn ang="0">
                    <a:pos x="26" y="37"/>
                  </a:cxn>
                  <a:cxn ang="0">
                    <a:pos x="16" y="39"/>
                  </a:cxn>
                  <a:cxn ang="0">
                    <a:pos x="4" y="38"/>
                  </a:cxn>
                  <a:cxn ang="0">
                    <a:pos x="29" y="17"/>
                  </a:cxn>
                  <a:cxn ang="0">
                    <a:pos x="0" y="36"/>
                  </a:cxn>
                  <a:cxn ang="0">
                    <a:pos x="5" y="16"/>
                  </a:cxn>
                  <a:cxn ang="0">
                    <a:pos x="12" y="8"/>
                  </a:cxn>
                </a:cxnLst>
                <a:rect l="0" t="0" r="r" b="b"/>
                <a:pathLst>
                  <a:path w="54" h="39">
                    <a:moveTo>
                      <a:pt x="12" y="8"/>
                    </a:moveTo>
                    <a:cubicBezTo>
                      <a:pt x="15" y="6"/>
                      <a:pt x="17" y="4"/>
                      <a:pt x="20" y="3"/>
                    </a:cubicBezTo>
                    <a:cubicBezTo>
                      <a:pt x="23" y="2"/>
                      <a:pt x="26" y="1"/>
                      <a:pt x="29" y="1"/>
                    </a:cubicBezTo>
                    <a:cubicBezTo>
                      <a:pt x="32" y="0"/>
                      <a:pt x="37" y="0"/>
                      <a:pt x="44" y="1"/>
                    </a:cubicBezTo>
                    <a:cubicBezTo>
                      <a:pt x="54" y="1"/>
                      <a:pt x="54" y="1"/>
                      <a:pt x="54" y="1"/>
                    </a:cubicBezTo>
                    <a:cubicBezTo>
                      <a:pt x="54" y="1"/>
                      <a:pt x="54" y="1"/>
                      <a:pt x="54" y="1"/>
                    </a:cubicBezTo>
                    <a:cubicBezTo>
                      <a:pt x="51" y="3"/>
                      <a:pt x="49" y="6"/>
                      <a:pt x="48" y="9"/>
                    </a:cubicBezTo>
                    <a:cubicBezTo>
                      <a:pt x="46" y="12"/>
                      <a:pt x="45" y="16"/>
                      <a:pt x="43" y="19"/>
                    </a:cubicBezTo>
                    <a:cubicBezTo>
                      <a:pt x="43" y="21"/>
                      <a:pt x="42" y="23"/>
                      <a:pt x="41" y="24"/>
                    </a:cubicBezTo>
                    <a:cubicBezTo>
                      <a:pt x="39" y="27"/>
                      <a:pt x="37" y="30"/>
                      <a:pt x="34" y="32"/>
                    </a:cubicBezTo>
                    <a:cubicBezTo>
                      <a:pt x="31" y="34"/>
                      <a:pt x="29" y="36"/>
                      <a:pt x="26" y="37"/>
                    </a:cubicBezTo>
                    <a:cubicBezTo>
                      <a:pt x="22" y="38"/>
                      <a:pt x="19" y="39"/>
                      <a:pt x="16" y="39"/>
                    </a:cubicBezTo>
                    <a:cubicBezTo>
                      <a:pt x="12" y="39"/>
                      <a:pt x="8" y="39"/>
                      <a:pt x="4" y="38"/>
                    </a:cubicBezTo>
                    <a:cubicBezTo>
                      <a:pt x="11" y="30"/>
                      <a:pt x="20" y="23"/>
                      <a:pt x="29" y="17"/>
                    </a:cubicBezTo>
                    <a:cubicBezTo>
                      <a:pt x="16" y="21"/>
                      <a:pt x="6" y="27"/>
                      <a:pt x="0" y="36"/>
                    </a:cubicBezTo>
                    <a:cubicBezTo>
                      <a:pt x="1" y="27"/>
                      <a:pt x="2" y="21"/>
                      <a:pt x="5" y="16"/>
                    </a:cubicBezTo>
                    <a:cubicBezTo>
                      <a:pt x="7" y="13"/>
                      <a:pt x="9" y="10"/>
                      <a:pt x="12"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63"/>
              <p:cNvSpPr>
                <a:spLocks/>
              </p:cNvSpPr>
              <p:nvPr/>
            </p:nvSpPr>
            <p:spPr bwMode="auto">
              <a:xfrm>
                <a:off x="7327900" y="438150"/>
                <a:ext cx="173038" cy="336550"/>
              </a:xfrm>
              <a:custGeom>
                <a:avLst/>
                <a:gdLst/>
                <a:ahLst/>
                <a:cxnLst>
                  <a:cxn ang="0">
                    <a:pos x="32" y="23"/>
                  </a:cxn>
                  <a:cxn ang="0">
                    <a:pos x="36" y="29"/>
                  </a:cxn>
                  <a:cxn ang="0">
                    <a:pos x="41" y="41"/>
                  </a:cxn>
                  <a:cxn ang="0">
                    <a:pos x="41" y="54"/>
                  </a:cxn>
                  <a:cxn ang="0">
                    <a:pos x="37" y="66"/>
                  </a:cxn>
                  <a:cxn ang="0">
                    <a:pos x="29" y="77"/>
                  </a:cxn>
                  <a:cxn ang="0">
                    <a:pos x="21" y="37"/>
                  </a:cxn>
                  <a:cxn ang="0">
                    <a:pos x="24" y="81"/>
                  </a:cxn>
                  <a:cxn ang="0">
                    <a:pos x="5" y="63"/>
                  </a:cxn>
                  <a:cxn ang="0">
                    <a:pos x="1" y="50"/>
                  </a:cxn>
                  <a:cxn ang="0">
                    <a:pos x="1" y="38"/>
                  </a:cxn>
                  <a:cxn ang="0">
                    <a:pos x="3" y="28"/>
                  </a:cxn>
                  <a:cxn ang="0">
                    <a:pos x="12" y="10"/>
                  </a:cxn>
                  <a:cxn ang="0">
                    <a:pos x="19" y="0"/>
                  </a:cxn>
                  <a:cxn ang="0">
                    <a:pos x="19" y="0"/>
                  </a:cxn>
                  <a:cxn ang="0">
                    <a:pos x="23" y="11"/>
                  </a:cxn>
                  <a:cxn ang="0">
                    <a:pos x="32" y="23"/>
                  </a:cxn>
                </a:cxnLst>
                <a:rect l="0" t="0" r="r" b="b"/>
                <a:pathLst>
                  <a:path w="42" h="81">
                    <a:moveTo>
                      <a:pt x="32" y="23"/>
                    </a:moveTo>
                    <a:cubicBezTo>
                      <a:pt x="34" y="25"/>
                      <a:pt x="35" y="27"/>
                      <a:pt x="36" y="29"/>
                    </a:cubicBezTo>
                    <a:cubicBezTo>
                      <a:pt x="38" y="33"/>
                      <a:pt x="40" y="37"/>
                      <a:pt x="41" y="41"/>
                    </a:cubicBezTo>
                    <a:cubicBezTo>
                      <a:pt x="42" y="45"/>
                      <a:pt x="42" y="49"/>
                      <a:pt x="41" y="54"/>
                    </a:cubicBezTo>
                    <a:cubicBezTo>
                      <a:pt x="40" y="58"/>
                      <a:pt x="39" y="62"/>
                      <a:pt x="37" y="66"/>
                    </a:cubicBezTo>
                    <a:cubicBezTo>
                      <a:pt x="35" y="70"/>
                      <a:pt x="32" y="74"/>
                      <a:pt x="29" y="77"/>
                    </a:cubicBezTo>
                    <a:cubicBezTo>
                      <a:pt x="24" y="65"/>
                      <a:pt x="22" y="51"/>
                      <a:pt x="21" y="37"/>
                    </a:cubicBezTo>
                    <a:cubicBezTo>
                      <a:pt x="17" y="54"/>
                      <a:pt x="18" y="68"/>
                      <a:pt x="24" y="81"/>
                    </a:cubicBezTo>
                    <a:cubicBezTo>
                      <a:pt x="15" y="75"/>
                      <a:pt x="9" y="69"/>
                      <a:pt x="5" y="63"/>
                    </a:cubicBezTo>
                    <a:cubicBezTo>
                      <a:pt x="3" y="59"/>
                      <a:pt x="2" y="55"/>
                      <a:pt x="1" y="50"/>
                    </a:cubicBezTo>
                    <a:cubicBezTo>
                      <a:pt x="0" y="46"/>
                      <a:pt x="0" y="42"/>
                      <a:pt x="1" y="38"/>
                    </a:cubicBezTo>
                    <a:cubicBezTo>
                      <a:pt x="1" y="35"/>
                      <a:pt x="2" y="31"/>
                      <a:pt x="3" y="28"/>
                    </a:cubicBezTo>
                    <a:cubicBezTo>
                      <a:pt x="4" y="24"/>
                      <a:pt x="7" y="18"/>
                      <a:pt x="12" y="10"/>
                    </a:cubicBezTo>
                    <a:cubicBezTo>
                      <a:pt x="19" y="0"/>
                      <a:pt x="19" y="0"/>
                      <a:pt x="19" y="0"/>
                    </a:cubicBezTo>
                    <a:cubicBezTo>
                      <a:pt x="19" y="0"/>
                      <a:pt x="19" y="0"/>
                      <a:pt x="19" y="0"/>
                    </a:cubicBezTo>
                    <a:cubicBezTo>
                      <a:pt x="19" y="5"/>
                      <a:pt x="21" y="9"/>
                      <a:pt x="23" y="11"/>
                    </a:cubicBezTo>
                    <a:cubicBezTo>
                      <a:pt x="26" y="15"/>
                      <a:pt x="29" y="19"/>
                      <a:pt x="32"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165"/>
              <p:cNvSpPr>
                <a:spLocks/>
              </p:cNvSpPr>
              <p:nvPr/>
            </p:nvSpPr>
            <p:spPr bwMode="auto">
              <a:xfrm>
                <a:off x="7831137" y="1976438"/>
                <a:ext cx="144463" cy="98425"/>
              </a:xfrm>
              <a:custGeom>
                <a:avLst/>
                <a:gdLst/>
                <a:ahLst/>
                <a:cxnLst>
                  <a:cxn ang="0">
                    <a:pos x="2" y="12"/>
                  </a:cxn>
                  <a:cxn ang="0">
                    <a:pos x="6" y="7"/>
                  </a:cxn>
                  <a:cxn ang="0">
                    <a:pos x="12" y="3"/>
                  </a:cxn>
                  <a:cxn ang="0">
                    <a:pos x="18" y="1"/>
                  </a:cxn>
                  <a:cxn ang="0">
                    <a:pos x="21" y="1"/>
                  </a:cxn>
                  <a:cxn ang="0">
                    <a:pos x="29" y="1"/>
                  </a:cxn>
                  <a:cxn ang="0">
                    <a:pos x="35" y="0"/>
                  </a:cxn>
                  <a:cxn ang="0">
                    <a:pos x="35" y="0"/>
                  </a:cxn>
                  <a:cxn ang="0">
                    <a:pos x="33" y="5"/>
                  </a:cxn>
                  <a:cxn ang="0">
                    <a:pos x="29" y="14"/>
                  </a:cxn>
                  <a:cxn ang="0">
                    <a:pos x="25" y="18"/>
                  </a:cxn>
                  <a:cxn ang="0">
                    <a:pos x="20" y="21"/>
                  </a:cxn>
                  <a:cxn ang="0">
                    <a:pos x="13" y="23"/>
                  </a:cxn>
                  <a:cxn ang="0">
                    <a:pos x="0" y="21"/>
                  </a:cxn>
                  <a:cxn ang="0">
                    <a:pos x="19" y="10"/>
                  </a:cxn>
                  <a:cxn ang="0">
                    <a:pos x="0" y="18"/>
                  </a:cxn>
                  <a:cxn ang="0">
                    <a:pos x="2" y="12"/>
                  </a:cxn>
                </a:cxnLst>
                <a:rect l="0" t="0" r="r" b="b"/>
                <a:pathLst>
                  <a:path w="35" h="24">
                    <a:moveTo>
                      <a:pt x="2" y="12"/>
                    </a:moveTo>
                    <a:cubicBezTo>
                      <a:pt x="3" y="10"/>
                      <a:pt x="5" y="8"/>
                      <a:pt x="6" y="7"/>
                    </a:cubicBezTo>
                    <a:cubicBezTo>
                      <a:pt x="8" y="5"/>
                      <a:pt x="9" y="4"/>
                      <a:pt x="12" y="3"/>
                    </a:cubicBezTo>
                    <a:cubicBezTo>
                      <a:pt x="14" y="2"/>
                      <a:pt x="16" y="2"/>
                      <a:pt x="18" y="1"/>
                    </a:cubicBezTo>
                    <a:cubicBezTo>
                      <a:pt x="19" y="1"/>
                      <a:pt x="20" y="1"/>
                      <a:pt x="21" y="1"/>
                    </a:cubicBezTo>
                    <a:cubicBezTo>
                      <a:pt x="24" y="1"/>
                      <a:pt x="26" y="1"/>
                      <a:pt x="29" y="1"/>
                    </a:cubicBezTo>
                    <a:cubicBezTo>
                      <a:pt x="31" y="2"/>
                      <a:pt x="33" y="1"/>
                      <a:pt x="35" y="0"/>
                    </a:cubicBezTo>
                    <a:cubicBezTo>
                      <a:pt x="35" y="0"/>
                      <a:pt x="35" y="0"/>
                      <a:pt x="35" y="0"/>
                    </a:cubicBezTo>
                    <a:cubicBezTo>
                      <a:pt x="33" y="5"/>
                      <a:pt x="33" y="5"/>
                      <a:pt x="33" y="5"/>
                    </a:cubicBezTo>
                    <a:cubicBezTo>
                      <a:pt x="31" y="10"/>
                      <a:pt x="30" y="13"/>
                      <a:pt x="29" y="14"/>
                    </a:cubicBezTo>
                    <a:cubicBezTo>
                      <a:pt x="28" y="15"/>
                      <a:pt x="26" y="17"/>
                      <a:pt x="25" y="18"/>
                    </a:cubicBezTo>
                    <a:cubicBezTo>
                      <a:pt x="24" y="19"/>
                      <a:pt x="22" y="21"/>
                      <a:pt x="20" y="21"/>
                    </a:cubicBezTo>
                    <a:cubicBezTo>
                      <a:pt x="18" y="22"/>
                      <a:pt x="16" y="23"/>
                      <a:pt x="13" y="23"/>
                    </a:cubicBezTo>
                    <a:cubicBezTo>
                      <a:pt x="10" y="24"/>
                      <a:pt x="6" y="23"/>
                      <a:pt x="0" y="21"/>
                    </a:cubicBezTo>
                    <a:cubicBezTo>
                      <a:pt x="7" y="20"/>
                      <a:pt x="14" y="16"/>
                      <a:pt x="19" y="10"/>
                    </a:cubicBezTo>
                    <a:cubicBezTo>
                      <a:pt x="13" y="13"/>
                      <a:pt x="7" y="16"/>
                      <a:pt x="0" y="18"/>
                    </a:cubicBezTo>
                    <a:cubicBezTo>
                      <a:pt x="0" y="16"/>
                      <a:pt x="1"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66"/>
              <p:cNvSpPr>
                <a:spLocks/>
              </p:cNvSpPr>
              <p:nvPr/>
            </p:nvSpPr>
            <p:spPr bwMode="auto">
              <a:xfrm>
                <a:off x="7158037" y="1644651"/>
                <a:ext cx="180975" cy="323850"/>
              </a:xfrm>
              <a:custGeom>
                <a:avLst/>
                <a:gdLst/>
                <a:ahLst/>
                <a:cxnLst>
                  <a:cxn ang="0">
                    <a:pos x="33" y="0"/>
                  </a:cxn>
                  <a:cxn ang="0">
                    <a:pos x="37" y="11"/>
                  </a:cxn>
                  <a:cxn ang="0">
                    <a:pos x="43" y="29"/>
                  </a:cxn>
                  <a:cxn ang="0">
                    <a:pos x="43" y="40"/>
                  </a:cxn>
                  <a:cxn ang="0">
                    <a:pos x="41" y="51"/>
                  </a:cxn>
                  <a:cxn ang="0">
                    <a:pos x="34" y="63"/>
                  </a:cxn>
                  <a:cxn ang="0">
                    <a:pos x="12" y="78"/>
                  </a:cxn>
                  <a:cxn ang="0">
                    <a:pos x="24" y="36"/>
                  </a:cxn>
                  <a:cxn ang="0">
                    <a:pos x="8" y="74"/>
                  </a:cxn>
                  <a:cxn ang="0">
                    <a:pos x="2" y="62"/>
                  </a:cxn>
                  <a:cxn ang="0">
                    <a:pos x="1" y="49"/>
                  </a:cxn>
                  <a:cxn ang="0">
                    <a:pos x="4" y="37"/>
                  </a:cxn>
                  <a:cxn ang="0">
                    <a:pos x="10" y="26"/>
                  </a:cxn>
                  <a:cxn ang="0">
                    <a:pos x="15" y="21"/>
                  </a:cxn>
                  <a:cxn ang="0">
                    <a:pos x="26" y="11"/>
                  </a:cxn>
                  <a:cxn ang="0">
                    <a:pos x="33" y="0"/>
                  </a:cxn>
                </a:cxnLst>
                <a:rect l="0" t="0" r="r" b="b"/>
                <a:pathLst>
                  <a:path w="44" h="78">
                    <a:moveTo>
                      <a:pt x="33" y="0"/>
                    </a:moveTo>
                    <a:cubicBezTo>
                      <a:pt x="37" y="11"/>
                      <a:pt x="37" y="11"/>
                      <a:pt x="37" y="11"/>
                    </a:cubicBezTo>
                    <a:cubicBezTo>
                      <a:pt x="41" y="19"/>
                      <a:pt x="43" y="25"/>
                      <a:pt x="43" y="29"/>
                    </a:cubicBezTo>
                    <a:cubicBezTo>
                      <a:pt x="44" y="33"/>
                      <a:pt x="44" y="36"/>
                      <a:pt x="43" y="40"/>
                    </a:cubicBezTo>
                    <a:cubicBezTo>
                      <a:pt x="43" y="44"/>
                      <a:pt x="42" y="47"/>
                      <a:pt x="41" y="51"/>
                    </a:cubicBezTo>
                    <a:cubicBezTo>
                      <a:pt x="39" y="56"/>
                      <a:pt x="37" y="60"/>
                      <a:pt x="34" y="63"/>
                    </a:cubicBezTo>
                    <a:cubicBezTo>
                      <a:pt x="30" y="68"/>
                      <a:pt x="22" y="73"/>
                      <a:pt x="12" y="78"/>
                    </a:cubicBezTo>
                    <a:cubicBezTo>
                      <a:pt x="20" y="67"/>
                      <a:pt x="24" y="53"/>
                      <a:pt x="24" y="36"/>
                    </a:cubicBezTo>
                    <a:cubicBezTo>
                      <a:pt x="20" y="50"/>
                      <a:pt x="15" y="62"/>
                      <a:pt x="8" y="74"/>
                    </a:cubicBezTo>
                    <a:cubicBezTo>
                      <a:pt x="5" y="70"/>
                      <a:pt x="3" y="66"/>
                      <a:pt x="2" y="62"/>
                    </a:cubicBezTo>
                    <a:cubicBezTo>
                      <a:pt x="1" y="58"/>
                      <a:pt x="0" y="53"/>
                      <a:pt x="1" y="49"/>
                    </a:cubicBezTo>
                    <a:cubicBezTo>
                      <a:pt x="1" y="45"/>
                      <a:pt x="2" y="41"/>
                      <a:pt x="4" y="37"/>
                    </a:cubicBezTo>
                    <a:cubicBezTo>
                      <a:pt x="5" y="33"/>
                      <a:pt x="8" y="29"/>
                      <a:pt x="10" y="26"/>
                    </a:cubicBezTo>
                    <a:cubicBezTo>
                      <a:pt x="12" y="24"/>
                      <a:pt x="13" y="22"/>
                      <a:pt x="15" y="21"/>
                    </a:cubicBezTo>
                    <a:cubicBezTo>
                      <a:pt x="19" y="17"/>
                      <a:pt x="23" y="14"/>
                      <a:pt x="26" y="11"/>
                    </a:cubicBezTo>
                    <a:cubicBezTo>
                      <a:pt x="30" y="8"/>
                      <a:pt x="32" y="5"/>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167"/>
              <p:cNvSpPr>
                <a:spLocks/>
              </p:cNvSpPr>
              <p:nvPr/>
            </p:nvSpPr>
            <p:spPr bwMode="auto">
              <a:xfrm>
                <a:off x="8196262" y="1428751"/>
                <a:ext cx="93663" cy="157163"/>
              </a:xfrm>
              <a:custGeom>
                <a:avLst/>
                <a:gdLst/>
                <a:ahLst/>
                <a:cxnLst>
                  <a:cxn ang="0">
                    <a:pos x="21" y="24"/>
                  </a:cxn>
                  <a:cxn ang="0">
                    <a:pos x="21" y="26"/>
                  </a:cxn>
                  <a:cxn ang="0">
                    <a:pos x="17" y="32"/>
                  </a:cxn>
                  <a:cxn ang="0">
                    <a:pos x="5" y="38"/>
                  </a:cxn>
                  <a:cxn ang="0">
                    <a:pos x="12" y="18"/>
                  </a:cxn>
                  <a:cxn ang="0">
                    <a:pos x="4" y="36"/>
                  </a:cxn>
                  <a:cxn ang="0">
                    <a:pos x="1" y="30"/>
                  </a:cxn>
                  <a:cxn ang="0">
                    <a:pos x="1" y="24"/>
                  </a:cxn>
                  <a:cxn ang="0">
                    <a:pos x="2" y="18"/>
                  </a:cxn>
                  <a:cxn ang="0">
                    <a:pos x="6" y="12"/>
                  </a:cxn>
                  <a:cxn ang="0">
                    <a:pos x="9" y="10"/>
                  </a:cxn>
                  <a:cxn ang="0">
                    <a:pos x="14" y="5"/>
                  </a:cxn>
                  <a:cxn ang="0">
                    <a:pos x="18" y="0"/>
                  </a:cxn>
                  <a:cxn ang="0">
                    <a:pos x="20" y="6"/>
                  </a:cxn>
                  <a:cxn ang="0">
                    <a:pos x="23" y="15"/>
                  </a:cxn>
                  <a:cxn ang="0">
                    <a:pos x="23" y="18"/>
                  </a:cxn>
                  <a:cxn ang="0">
                    <a:pos x="22" y="21"/>
                  </a:cxn>
                  <a:cxn ang="0">
                    <a:pos x="21" y="24"/>
                  </a:cxn>
                </a:cxnLst>
                <a:rect l="0" t="0" r="r" b="b"/>
                <a:pathLst>
                  <a:path w="23" h="38">
                    <a:moveTo>
                      <a:pt x="21" y="24"/>
                    </a:moveTo>
                    <a:cubicBezTo>
                      <a:pt x="21" y="25"/>
                      <a:pt x="21" y="25"/>
                      <a:pt x="21" y="26"/>
                    </a:cubicBezTo>
                    <a:cubicBezTo>
                      <a:pt x="20" y="28"/>
                      <a:pt x="18" y="30"/>
                      <a:pt x="17" y="32"/>
                    </a:cubicBezTo>
                    <a:cubicBezTo>
                      <a:pt x="15" y="34"/>
                      <a:pt x="11" y="36"/>
                      <a:pt x="5" y="38"/>
                    </a:cubicBezTo>
                    <a:cubicBezTo>
                      <a:pt x="10" y="33"/>
                      <a:pt x="12" y="26"/>
                      <a:pt x="12" y="18"/>
                    </a:cubicBezTo>
                    <a:cubicBezTo>
                      <a:pt x="10" y="25"/>
                      <a:pt x="7" y="31"/>
                      <a:pt x="4" y="36"/>
                    </a:cubicBezTo>
                    <a:cubicBezTo>
                      <a:pt x="2" y="34"/>
                      <a:pt x="1" y="32"/>
                      <a:pt x="1" y="30"/>
                    </a:cubicBezTo>
                    <a:cubicBezTo>
                      <a:pt x="0" y="28"/>
                      <a:pt x="0" y="26"/>
                      <a:pt x="1" y="24"/>
                    </a:cubicBezTo>
                    <a:cubicBezTo>
                      <a:pt x="1" y="22"/>
                      <a:pt x="1" y="20"/>
                      <a:pt x="2" y="18"/>
                    </a:cubicBezTo>
                    <a:cubicBezTo>
                      <a:pt x="3" y="16"/>
                      <a:pt x="5" y="14"/>
                      <a:pt x="6" y="12"/>
                    </a:cubicBezTo>
                    <a:cubicBezTo>
                      <a:pt x="7" y="11"/>
                      <a:pt x="8" y="11"/>
                      <a:pt x="9" y="10"/>
                    </a:cubicBezTo>
                    <a:cubicBezTo>
                      <a:pt x="11" y="8"/>
                      <a:pt x="13" y="7"/>
                      <a:pt x="14" y="5"/>
                    </a:cubicBezTo>
                    <a:cubicBezTo>
                      <a:pt x="16" y="4"/>
                      <a:pt x="17" y="2"/>
                      <a:pt x="18" y="0"/>
                    </a:cubicBezTo>
                    <a:cubicBezTo>
                      <a:pt x="20" y="6"/>
                      <a:pt x="20" y="6"/>
                      <a:pt x="20" y="6"/>
                    </a:cubicBezTo>
                    <a:cubicBezTo>
                      <a:pt x="21" y="10"/>
                      <a:pt x="22" y="13"/>
                      <a:pt x="23" y="15"/>
                    </a:cubicBezTo>
                    <a:cubicBezTo>
                      <a:pt x="23" y="16"/>
                      <a:pt x="23" y="17"/>
                      <a:pt x="23" y="18"/>
                    </a:cubicBezTo>
                    <a:cubicBezTo>
                      <a:pt x="22" y="19"/>
                      <a:pt x="22" y="20"/>
                      <a:pt x="22" y="21"/>
                    </a:cubicBezTo>
                    <a:cubicBezTo>
                      <a:pt x="22" y="22"/>
                      <a:pt x="21" y="23"/>
                      <a:pt x="21"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168"/>
              <p:cNvSpPr>
                <a:spLocks/>
              </p:cNvSpPr>
              <p:nvPr/>
            </p:nvSpPr>
            <p:spPr bwMode="auto">
              <a:xfrm>
                <a:off x="8377237" y="1387476"/>
                <a:ext cx="309563" cy="269875"/>
              </a:xfrm>
              <a:custGeom>
                <a:avLst/>
                <a:gdLst/>
                <a:ahLst/>
                <a:cxnLst>
                  <a:cxn ang="0">
                    <a:pos x="2" y="41"/>
                  </a:cxn>
                  <a:cxn ang="0">
                    <a:pos x="4" y="35"/>
                  </a:cxn>
                  <a:cxn ang="0">
                    <a:pos x="4" y="34"/>
                  </a:cxn>
                  <a:cxn ang="0">
                    <a:pos x="5" y="30"/>
                  </a:cxn>
                  <a:cxn ang="0">
                    <a:pos x="15" y="16"/>
                  </a:cxn>
                  <a:cxn ang="0">
                    <a:pos x="26" y="8"/>
                  </a:cxn>
                  <a:cxn ang="0">
                    <a:pos x="38" y="3"/>
                  </a:cxn>
                  <a:cxn ang="0">
                    <a:pos x="61" y="0"/>
                  </a:cxn>
                  <a:cxn ang="0">
                    <a:pos x="75" y="0"/>
                  </a:cxn>
                  <a:cxn ang="0">
                    <a:pos x="75" y="0"/>
                  </a:cxn>
                  <a:cxn ang="0">
                    <a:pos x="67" y="12"/>
                  </a:cxn>
                  <a:cxn ang="0">
                    <a:pos x="61" y="29"/>
                  </a:cxn>
                  <a:cxn ang="0">
                    <a:pos x="58" y="38"/>
                  </a:cxn>
                  <a:cxn ang="0">
                    <a:pos x="49" y="50"/>
                  </a:cxn>
                  <a:cxn ang="0">
                    <a:pos x="37" y="60"/>
                  </a:cxn>
                  <a:cxn ang="0">
                    <a:pos x="23" y="64"/>
                  </a:cxn>
                  <a:cxn ang="0">
                    <a:pos x="7" y="64"/>
                  </a:cxn>
                  <a:cxn ang="0">
                    <a:pos x="41" y="28"/>
                  </a:cxn>
                  <a:cxn ang="0">
                    <a:pos x="0" y="62"/>
                  </a:cxn>
                  <a:cxn ang="0">
                    <a:pos x="2" y="41"/>
                  </a:cxn>
                </a:cxnLst>
                <a:rect l="0" t="0" r="r" b="b"/>
                <a:pathLst>
                  <a:path w="75" h="65">
                    <a:moveTo>
                      <a:pt x="2" y="41"/>
                    </a:moveTo>
                    <a:cubicBezTo>
                      <a:pt x="3" y="39"/>
                      <a:pt x="3" y="37"/>
                      <a:pt x="4" y="35"/>
                    </a:cubicBezTo>
                    <a:cubicBezTo>
                      <a:pt x="4" y="35"/>
                      <a:pt x="4" y="34"/>
                      <a:pt x="4" y="34"/>
                    </a:cubicBezTo>
                    <a:cubicBezTo>
                      <a:pt x="4" y="33"/>
                      <a:pt x="5" y="32"/>
                      <a:pt x="5" y="30"/>
                    </a:cubicBezTo>
                    <a:cubicBezTo>
                      <a:pt x="8" y="25"/>
                      <a:pt x="11" y="20"/>
                      <a:pt x="15" y="16"/>
                    </a:cubicBezTo>
                    <a:cubicBezTo>
                      <a:pt x="18" y="13"/>
                      <a:pt x="22" y="10"/>
                      <a:pt x="26" y="8"/>
                    </a:cubicBezTo>
                    <a:cubicBezTo>
                      <a:pt x="30" y="6"/>
                      <a:pt x="34" y="4"/>
                      <a:pt x="38" y="3"/>
                    </a:cubicBezTo>
                    <a:cubicBezTo>
                      <a:pt x="42" y="1"/>
                      <a:pt x="50" y="1"/>
                      <a:pt x="61" y="0"/>
                    </a:cubicBezTo>
                    <a:cubicBezTo>
                      <a:pt x="75" y="0"/>
                      <a:pt x="75" y="0"/>
                      <a:pt x="75" y="0"/>
                    </a:cubicBezTo>
                    <a:cubicBezTo>
                      <a:pt x="75" y="0"/>
                      <a:pt x="75" y="0"/>
                      <a:pt x="75" y="0"/>
                    </a:cubicBezTo>
                    <a:cubicBezTo>
                      <a:pt x="71" y="3"/>
                      <a:pt x="68" y="7"/>
                      <a:pt x="67" y="12"/>
                    </a:cubicBezTo>
                    <a:cubicBezTo>
                      <a:pt x="65" y="18"/>
                      <a:pt x="63" y="24"/>
                      <a:pt x="61" y="29"/>
                    </a:cubicBezTo>
                    <a:cubicBezTo>
                      <a:pt x="60" y="32"/>
                      <a:pt x="59" y="35"/>
                      <a:pt x="58" y="38"/>
                    </a:cubicBezTo>
                    <a:cubicBezTo>
                      <a:pt x="56" y="42"/>
                      <a:pt x="53" y="46"/>
                      <a:pt x="49" y="50"/>
                    </a:cubicBezTo>
                    <a:cubicBezTo>
                      <a:pt x="46" y="54"/>
                      <a:pt x="42" y="57"/>
                      <a:pt x="37" y="60"/>
                    </a:cubicBezTo>
                    <a:cubicBezTo>
                      <a:pt x="33" y="62"/>
                      <a:pt x="28" y="64"/>
                      <a:pt x="23" y="64"/>
                    </a:cubicBezTo>
                    <a:cubicBezTo>
                      <a:pt x="17" y="65"/>
                      <a:pt x="12" y="65"/>
                      <a:pt x="7" y="64"/>
                    </a:cubicBezTo>
                    <a:cubicBezTo>
                      <a:pt x="16" y="50"/>
                      <a:pt x="27" y="38"/>
                      <a:pt x="41" y="28"/>
                    </a:cubicBezTo>
                    <a:cubicBezTo>
                      <a:pt x="22" y="36"/>
                      <a:pt x="9" y="47"/>
                      <a:pt x="0" y="62"/>
                    </a:cubicBezTo>
                    <a:cubicBezTo>
                      <a:pt x="0" y="53"/>
                      <a:pt x="1" y="46"/>
                      <a:pt x="2"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169"/>
              <p:cNvSpPr>
                <a:spLocks/>
              </p:cNvSpPr>
              <p:nvPr/>
            </p:nvSpPr>
            <p:spPr bwMode="auto">
              <a:xfrm>
                <a:off x="6884987" y="563563"/>
                <a:ext cx="136525" cy="260350"/>
              </a:xfrm>
              <a:custGeom>
                <a:avLst/>
                <a:gdLst/>
                <a:ahLst/>
                <a:cxnLst>
                  <a:cxn ang="0">
                    <a:pos x="17" y="8"/>
                  </a:cxn>
                  <a:cxn ang="0">
                    <a:pos x="21" y="0"/>
                  </a:cxn>
                  <a:cxn ang="0">
                    <a:pos x="26" y="8"/>
                  </a:cxn>
                  <a:cxn ang="0">
                    <a:pos x="32" y="23"/>
                  </a:cxn>
                  <a:cxn ang="0">
                    <a:pos x="33" y="31"/>
                  </a:cxn>
                  <a:cxn ang="0">
                    <a:pos x="32" y="40"/>
                  </a:cxn>
                  <a:cxn ang="0">
                    <a:pos x="27" y="51"/>
                  </a:cxn>
                  <a:cxn ang="0">
                    <a:pos x="11" y="63"/>
                  </a:cxn>
                  <a:cxn ang="0">
                    <a:pos x="17" y="29"/>
                  </a:cxn>
                  <a:cxn ang="0">
                    <a:pos x="8" y="60"/>
                  </a:cxn>
                  <a:cxn ang="0">
                    <a:pos x="2" y="50"/>
                  </a:cxn>
                  <a:cxn ang="0">
                    <a:pos x="0" y="40"/>
                  </a:cxn>
                  <a:cxn ang="0">
                    <a:pos x="1" y="30"/>
                  </a:cxn>
                  <a:cxn ang="0">
                    <a:pos x="5" y="21"/>
                  </a:cxn>
                  <a:cxn ang="0">
                    <a:pos x="9" y="17"/>
                  </a:cxn>
                  <a:cxn ang="0">
                    <a:pos x="17" y="8"/>
                  </a:cxn>
                </a:cxnLst>
                <a:rect l="0" t="0" r="r" b="b"/>
                <a:pathLst>
                  <a:path w="33" h="63">
                    <a:moveTo>
                      <a:pt x="17" y="8"/>
                    </a:moveTo>
                    <a:cubicBezTo>
                      <a:pt x="19" y="6"/>
                      <a:pt x="21" y="4"/>
                      <a:pt x="21" y="0"/>
                    </a:cubicBezTo>
                    <a:cubicBezTo>
                      <a:pt x="26" y="8"/>
                      <a:pt x="26" y="8"/>
                      <a:pt x="26" y="8"/>
                    </a:cubicBezTo>
                    <a:cubicBezTo>
                      <a:pt x="29" y="15"/>
                      <a:pt x="31" y="20"/>
                      <a:pt x="32" y="23"/>
                    </a:cubicBezTo>
                    <a:cubicBezTo>
                      <a:pt x="32" y="25"/>
                      <a:pt x="33" y="28"/>
                      <a:pt x="33" y="31"/>
                    </a:cubicBezTo>
                    <a:cubicBezTo>
                      <a:pt x="33" y="34"/>
                      <a:pt x="33" y="37"/>
                      <a:pt x="32" y="40"/>
                    </a:cubicBezTo>
                    <a:cubicBezTo>
                      <a:pt x="31" y="44"/>
                      <a:pt x="29" y="48"/>
                      <a:pt x="27" y="51"/>
                    </a:cubicBezTo>
                    <a:cubicBezTo>
                      <a:pt x="24" y="55"/>
                      <a:pt x="19" y="59"/>
                      <a:pt x="11" y="63"/>
                    </a:cubicBezTo>
                    <a:cubicBezTo>
                      <a:pt x="17" y="54"/>
                      <a:pt x="19" y="42"/>
                      <a:pt x="17" y="29"/>
                    </a:cubicBezTo>
                    <a:cubicBezTo>
                      <a:pt x="15" y="40"/>
                      <a:pt x="12" y="50"/>
                      <a:pt x="8" y="60"/>
                    </a:cubicBezTo>
                    <a:cubicBezTo>
                      <a:pt x="5" y="57"/>
                      <a:pt x="3" y="54"/>
                      <a:pt x="2" y="50"/>
                    </a:cubicBezTo>
                    <a:cubicBezTo>
                      <a:pt x="1" y="47"/>
                      <a:pt x="0" y="44"/>
                      <a:pt x="0" y="40"/>
                    </a:cubicBezTo>
                    <a:cubicBezTo>
                      <a:pt x="0" y="37"/>
                      <a:pt x="0" y="34"/>
                      <a:pt x="1" y="30"/>
                    </a:cubicBezTo>
                    <a:cubicBezTo>
                      <a:pt x="2" y="27"/>
                      <a:pt x="4" y="24"/>
                      <a:pt x="5" y="21"/>
                    </a:cubicBezTo>
                    <a:cubicBezTo>
                      <a:pt x="6" y="20"/>
                      <a:pt x="8" y="18"/>
                      <a:pt x="9" y="17"/>
                    </a:cubicBezTo>
                    <a:cubicBezTo>
                      <a:pt x="11" y="14"/>
                      <a:pt x="14" y="11"/>
                      <a:pt x="17"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170"/>
              <p:cNvSpPr>
                <a:spLocks/>
              </p:cNvSpPr>
              <p:nvPr/>
            </p:nvSpPr>
            <p:spPr bwMode="auto">
              <a:xfrm>
                <a:off x="5818187" y="1608138"/>
                <a:ext cx="384175" cy="222250"/>
              </a:xfrm>
              <a:custGeom>
                <a:avLst/>
                <a:gdLst/>
                <a:ahLst/>
                <a:cxnLst>
                  <a:cxn ang="0">
                    <a:pos x="0" y="11"/>
                  </a:cxn>
                  <a:cxn ang="0">
                    <a:pos x="1" y="11"/>
                  </a:cxn>
                  <a:cxn ang="0">
                    <a:pos x="14" y="6"/>
                  </a:cxn>
                  <a:cxn ang="0">
                    <a:pos x="36" y="0"/>
                  </a:cxn>
                  <a:cxn ang="0">
                    <a:pos x="49" y="1"/>
                  </a:cxn>
                  <a:cxn ang="0">
                    <a:pos x="62" y="5"/>
                  </a:cxn>
                  <a:cxn ang="0">
                    <a:pos x="77" y="14"/>
                  </a:cxn>
                  <a:cxn ang="0">
                    <a:pos x="93" y="41"/>
                  </a:cxn>
                  <a:cxn ang="0">
                    <a:pos x="43" y="25"/>
                  </a:cxn>
                  <a:cxn ang="0">
                    <a:pos x="88" y="46"/>
                  </a:cxn>
                  <a:cxn ang="0">
                    <a:pos x="73" y="52"/>
                  </a:cxn>
                  <a:cxn ang="0">
                    <a:pos x="58" y="53"/>
                  </a:cxn>
                  <a:cxn ang="0">
                    <a:pos x="43" y="49"/>
                  </a:cxn>
                  <a:cxn ang="0">
                    <a:pos x="30" y="40"/>
                  </a:cxn>
                  <a:cxn ang="0">
                    <a:pos x="24" y="34"/>
                  </a:cxn>
                  <a:cxn ang="0">
                    <a:pos x="13" y="20"/>
                  </a:cxn>
                  <a:cxn ang="0">
                    <a:pos x="0" y="11"/>
                  </a:cxn>
                </a:cxnLst>
                <a:rect l="0" t="0" r="r" b="b"/>
                <a:pathLst>
                  <a:path w="93" h="54">
                    <a:moveTo>
                      <a:pt x="0" y="11"/>
                    </a:moveTo>
                    <a:cubicBezTo>
                      <a:pt x="0" y="11"/>
                      <a:pt x="0" y="11"/>
                      <a:pt x="1" y="11"/>
                    </a:cubicBezTo>
                    <a:cubicBezTo>
                      <a:pt x="14" y="6"/>
                      <a:pt x="14" y="6"/>
                      <a:pt x="14" y="6"/>
                    </a:cubicBezTo>
                    <a:cubicBezTo>
                      <a:pt x="24" y="3"/>
                      <a:pt x="31" y="1"/>
                      <a:pt x="36" y="0"/>
                    </a:cubicBezTo>
                    <a:cubicBezTo>
                      <a:pt x="40" y="0"/>
                      <a:pt x="44" y="0"/>
                      <a:pt x="49" y="1"/>
                    </a:cubicBezTo>
                    <a:cubicBezTo>
                      <a:pt x="54" y="1"/>
                      <a:pt x="58" y="3"/>
                      <a:pt x="62" y="5"/>
                    </a:cubicBezTo>
                    <a:cubicBezTo>
                      <a:pt x="68" y="7"/>
                      <a:pt x="72" y="10"/>
                      <a:pt x="77" y="14"/>
                    </a:cubicBezTo>
                    <a:cubicBezTo>
                      <a:pt x="82" y="20"/>
                      <a:pt x="88" y="29"/>
                      <a:pt x="93" y="41"/>
                    </a:cubicBezTo>
                    <a:cubicBezTo>
                      <a:pt x="80" y="31"/>
                      <a:pt x="63" y="25"/>
                      <a:pt x="43" y="25"/>
                    </a:cubicBezTo>
                    <a:cubicBezTo>
                      <a:pt x="59" y="30"/>
                      <a:pt x="74" y="37"/>
                      <a:pt x="88" y="46"/>
                    </a:cubicBezTo>
                    <a:cubicBezTo>
                      <a:pt x="83" y="49"/>
                      <a:pt x="78" y="51"/>
                      <a:pt x="73" y="52"/>
                    </a:cubicBezTo>
                    <a:cubicBezTo>
                      <a:pt x="68" y="53"/>
                      <a:pt x="63" y="54"/>
                      <a:pt x="58" y="53"/>
                    </a:cubicBezTo>
                    <a:cubicBezTo>
                      <a:pt x="53" y="52"/>
                      <a:pt x="48" y="51"/>
                      <a:pt x="43" y="49"/>
                    </a:cubicBezTo>
                    <a:cubicBezTo>
                      <a:pt x="38" y="46"/>
                      <a:pt x="34" y="43"/>
                      <a:pt x="30" y="40"/>
                    </a:cubicBezTo>
                    <a:cubicBezTo>
                      <a:pt x="28" y="38"/>
                      <a:pt x="26" y="36"/>
                      <a:pt x="24" y="34"/>
                    </a:cubicBezTo>
                    <a:cubicBezTo>
                      <a:pt x="20" y="29"/>
                      <a:pt x="16" y="25"/>
                      <a:pt x="13" y="20"/>
                    </a:cubicBezTo>
                    <a:cubicBezTo>
                      <a:pt x="10" y="16"/>
                      <a:pt x="6" y="13"/>
                      <a:pt x="0"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71"/>
              <p:cNvSpPr>
                <a:spLocks/>
              </p:cNvSpPr>
              <p:nvPr/>
            </p:nvSpPr>
            <p:spPr bwMode="auto">
              <a:xfrm>
                <a:off x="6305550" y="1255713"/>
                <a:ext cx="182563" cy="203200"/>
              </a:xfrm>
              <a:custGeom>
                <a:avLst/>
                <a:gdLst/>
                <a:ahLst/>
                <a:cxnLst>
                  <a:cxn ang="0">
                    <a:pos x="32" y="11"/>
                  </a:cxn>
                  <a:cxn ang="0">
                    <a:pos x="38" y="18"/>
                  </a:cxn>
                  <a:cxn ang="0">
                    <a:pos x="43" y="28"/>
                  </a:cxn>
                  <a:cxn ang="0">
                    <a:pos x="42" y="48"/>
                  </a:cxn>
                  <a:cxn ang="0">
                    <a:pos x="19" y="21"/>
                  </a:cxn>
                  <a:cxn ang="0">
                    <a:pos x="37" y="48"/>
                  </a:cxn>
                  <a:cxn ang="0">
                    <a:pos x="26" y="47"/>
                  </a:cxn>
                  <a:cxn ang="0">
                    <a:pos x="17" y="42"/>
                  </a:cxn>
                  <a:cxn ang="0">
                    <a:pos x="10" y="35"/>
                  </a:cxn>
                  <a:cxn ang="0">
                    <a:pos x="6" y="26"/>
                  </a:cxn>
                  <a:cxn ang="0">
                    <a:pos x="5" y="20"/>
                  </a:cxn>
                  <a:cxn ang="0">
                    <a:pos x="4" y="9"/>
                  </a:cxn>
                  <a:cxn ang="0">
                    <a:pos x="0" y="0"/>
                  </a:cxn>
                  <a:cxn ang="0">
                    <a:pos x="9" y="2"/>
                  </a:cxn>
                  <a:cxn ang="0">
                    <a:pos x="24" y="6"/>
                  </a:cxn>
                  <a:cxn ang="0">
                    <a:pos x="32" y="11"/>
                  </a:cxn>
                </a:cxnLst>
                <a:rect l="0" t="0" r="r" b="b"/>
                <a:pathLst>
                  <a:path w="44" h="49">
                    <a:moveTo>
                      <a:pt x="32" y="11"/>
                    </a:moveTo>
                    <a:cubicBezTo>
                      <a:pt x="34" y="13"/>
                      <a:pt x="36" y="15"/>
                      <a:pt x="38" y="18"/>
                    </a:cubicBezTo>
                    <a:cubicBezTo>
                      <a:pt x="40" y="21"/>
                      <a:pt x="42" y="24"/>
                      <a:pt x="43" y="28"/>
                    </a:cubicBezTo>
                    <a:cubicBezTo>
                      <a:pt x="44" y="33"/>
                      <a:pt x="44" y="39"/>
                      <a:pt x="42" y="48"/>
                    </a:cubicBezTo>
                    <a:cubicBezTo>
                      <a:pt x="38" y="38"/>
                      <a:pt x="31" y="29"/>
                      <a:pt x="19" y="21"/>
                    </a:cubicBezTo>
                    <a:cubicBezTo>
                      <a:pt x="27" y="30"/>
                      <a:pt x="33" y="39"/>
                      <a:pt x="37" y="48"/>
                    </a:cubicBezTo>
                    <a:cubicBezTo>
                      <a:pt x="34" y="49"/>
                      <a:pt x="30" y="48"/>
                      <a:pt x="26" y="47"/>
                    </a:cubicBezTo>
                    <a:cubicBezTo>
                      <a:pt x="23" y="46"/>
                      <a:pt x="20" y="44"/>
                      <a:pt x="17" y="42"/>
                    </a:cubicBezTo>
                    <a:cubicBezTo>
                      <a:pt x="15" y="40"/>
                      <a:pt x="12" y="38"/>
                      <a:pt x="10" y="35"/>
                    </a:cubicBezTo>
                    <a:cubicBezTo>
                      <a:pt x="9" y="32"/>
                      <a:pt x="7" y="29"/>
                      <a:pt x="6" y="26"/>
                    </a:cubicBezTo>
                    <a:cubicBezTo>
                      <a:pt x="6" y="24"/>
                      <a:pt x="5" y="22"/>
                      <a:pt x="5" y="20"/>
                    </a:cubicBezTo>
                    <a:cubicBezTo>
                      <a:pt x="5" y="16"/>
                      <a:pt x="4" y="12"/>
                      <a:pt x="4" y="9"/>
                    </a:cubicBezTo>
                    <a:cubicBezTo>
                      <a:pt x="4" y="5"/>
                      <a:pt x="2" y="3"/>
                      <a:pt x="0" y="0"/>
                    </a:cubicBezTo>
                    <a:cubicBezTo>
                      <a:pt x="9" y="2"/>
                      <a:pt x="9" y="2"/>
                      <a:pt x="9" y="2"/>
                    </a:cubicBezTo>
                    <a:cubicBezTo>
                      <a:pt x="17" y="3"/>
                      <a:pt x="22" y="5"/>
                      <a:pt x="24" y="6"/>
                    </a:cubicBezTo>
                    <a:cubicBezTo>
                      <a:pt x="27" y="7"/>
                      <a:pt x="29" y="9"/>
                      <a:pt x="3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172"/>
              <p:cNvSpPr>
                <a:spLocks/>
              </p:cNvSpPr>
              <p:nvPr/>
            </p:nvSpPr>
            <p:spPr bwMode="auto">
              <a:xfrm>
                <a:off x="6380162" y="641351"/>
                <a:ext cx="223838" cy="244475"/>
              </a:xfrm>
              <a:custGeom>
                <a:avLst/>
                <a:gdLst/>
                <a:ahLst/>
                <a:cxnLst>
                  <a:cxn ang="0">
                    <a:pos x="52" y="34"/>
                  </a:cxn>
                  <a:cxn ang="0">
                    <a:pos x="51" y="58"/>
                  </a:cxn>
                  <a:cxn ang="0">
                    <a:pos x="24" y="26"/>
                  </a:cxn>
                  <a:cxn ang="0">
                    <a:pos x="46" y="58"/>
                  </a:cxn>
                  <a:cxn ang="0">
                    <a:pos x="32" y="57"/>
                  </a:cxn>
                  <a:cxn ang="0">
                    <a:pos x="22" y="51"/>
                  </a:cxn>
                  <a:cxn ang="0">
                    <a:pos x="13" y="42"/>
                  </a:cxn>
                  <a:cxn ang="0">
                    <a:pos x="8" y="31"/>
                  </a:cxn>
                  <a:cxn ang="0">
                    <a:pos x="7" y="24"/>
                  </a:cxn>
                  <a:cxn ang="0">
                    <a:pos x="5" y="11"/>
                  </a:cxn>
                  <a:cxn ang="0">
                    <a:pos x="0" y="0"/>
                  </a:cxn>
                  <a:cxn ang="0">
                    <a:pos x="1" y="0"/>
                  </a:cxn>
                  <a:cxn ang="0">
                    <a:pos x="12" y="3"/>
                  </a:cxn>
                  <a:cxn ang="0">
                    <a:pos x="30" y="8"/>
                  </a:cxn>
                  <a:cxn ang="0">
                    <a:pos x="39" y="13"/>
                  </a:cxn>
                  <a:cxn ang="0">
                    <a:pos x="47" y="21"/>
                  </a:cxn>
                  <a:cxn ang="0">
                    <a:pos x="52" y="34"/>
                  </a:cxn>
                </a:cxnLst>
                <a:rect l="0" t="0" r="r" b="b"/>
                <a:pathLst>
                  <a:path w="54" h="59">
                    <a:moveTo>
                      <a:pt x="52" y="34"/>
                    </a:moveTo>
                    <a:cubicBezTo>
                      <a:pt x="54" y="40"/>
                      <a:pt x="53" y="48"/>
                      <a:pt x="51" y="58"/>
                    </a:cubicBezTo>
                    <a:cubicBezTo>
                      <a:pt x="47" y="46"/>
                      <a:pt x="38" y="35"/>
                      <a:pt x="24" y="26"/>
                    </a:cubicBezTo>
                    <a:cubicBezTo>
                      <a:pt x="33" y="36"/>
                      <a:pt x="40" y="47"/>
                      <a:pt x="46" y="58"/>
                    </a:cubicBezTo>
                    <a:cubicBezTo>
                      <a:pt x="41" y="59"/>
                      <a:pt x="37" y="58"/>
                      <a:pt x="32" y="57"/>
                    </a:cubicBezTo>
                    <a:cubicBezTo>
                      <a:pt x="29" y="55"/>
                      <a:pt x="25" y="53"/>
                      <a:pt x="22" y="51"/>
                    </a:cubicBezTo>
                    <a:cubicBezTo>
                      <a:pt x="18" y="48"/>
                      <a:pt x="16" y="45"/>
                      <a:pt x="13" y="42"/>
                    </a:cubicBezTo>
                    <a:cubicBezTo>
                      <a:pt x="11" y="38"/>
                      <a:pt x="10" y="35"/>
                      <a:pt x="8" y="31"/>
                    </a:cubicBezTo>
                    <a:cubicBezTo>
                      <a:pt x="8" y="29"/>
                      <a:pt x="7" y="27"/>
                      <a:pt x="7" y="24"/>
                    </a:cubicBezTo>
                    <a:cubicBezTo>
                      <a:pt x="6" y="20"/>
                      <a:pt x="6" y="15"/>
                      <a:pt x="5" y="11"/>
                    </a:cubicBezTo>
                    <a:cubicBezTo>
                      <a:pt x="5" y="7"/>
                      <a:pt x="4" y="3"/>
                      <a:pt x="0" y="0"/>
                    </a:cubicBezTo>
                    <a:cubicBezTo>
                      <a:pt x="1" y="0"/>
                      <a:pt x="1" y="0"/>
                      <a:pt x="1" y="0"/>
                    </a:cubicBezTo>
                    <a:cubicBezTo>
                      <a:pt x="12" y="3"/>
                      <a:pt x="12" y="3"/>
                      <a:pt x="12" y="3"/>
                    </a:cubicBezTo>
                    <a:cubicBezTo>
                      <a:pt x="21" y="4"/>
                      <a:pt x="27" y="6"/>
                      <a:pt x="30" y="8"/>
                    </a:cubicBezTo>
                    <a:cubicBezTo>
                      <a:pt x="33" y="9"/>
                      <a:pt x="36" y="11"/>
                      <a:pt x="39" y="13"/>
                    </a:cubicBezTo>
                    <a:cubicBezTo>
                      <a:pt x="42" y="16"/>
                      <a:pt x="44" y="18"/>
                      <a:pt x="47" y="21"/>
                    </a:cubicBezTo>
                    <a:cubicBezTo>
                      <a:pt x="49" y="25"/>
                      <a:pt x="51" y="29"/>
                      <a:pt x="5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173"/>
              <p:cNvSpPr>
                <a:spLocks/>
              </p:cNvSpPr>
              <p:nvPr/>
            </p:nvSpPr>
            <p:spPr bwMode="auto">
              <a:xfrm>
                <a:off x="6950075" y="1022351"/>
                <a:ext cx="141288" cy="257175"/>
              </a:xfrm>
              <a:custGeom>
                <a:avLst/>
                <a:gdLst/>
                <a:ahLst/>
                <a:cxnLst>
                  <a:cxn ang="0">
                    <a:pos x="2" y="30"/>
                  </a:cxn>
                  <a:cxn ang="0">
                    <a:pos x="6" y="21"/>
                  </a:cxn>
                  <a:cxn ang="0">
                    <a:pos x="10" y="16"/>
                  </a:cxn>
                  <a:cxn ang="0">
                    <a:pos x="18" y="8"/>
                  </a:cxn>
                  <a:cxn ang="0">
                    <a:pos x="22" y="0"/>
                  </a:cxn>
                  <a:cxn ang="0">
                    <a:pos x="26" y="8"/>
                  </a:cxn>
                  <a:cxn ang="0">
                    <a:pos x="33" y="22"/>
                  </a:cxn>
                  <a:cxn ang="0">
                    <a:pos x="34" y="31"/>
                  </a:cxn>
                  <a:cxn ang="0">
                    <a:pos x="33" y="40"/>
                  </a:cxn>
                  <a:cxn ang="0">
                    <a:pos x="28" y="50"/>
                  </a:cxn>
                  <a:cxn ang="0">
                    <a:pos x="12" y="62"/>
                  </a:cxn>
                  <a:cxn ang="0">
                    <a:pos x="18" y="28"/>
                  </a:cxn>
                  <a:cxn ang="0">
                    <a:pos x="8" y="59"/>
                  </a:cxn>
                  <a:cxn ang="0">
                    <a:pos x="3" y="50"/>
                  </a:cxn>
                  <a:cxn ang="0">
                    <a:pos x="1" y="40"/>
                  </a:cxn>
                  <a:cxn ang="0">
                    <a:pos x="2" y="30"/>
                  </a:cxn>
                </a:cxnLst>
                <a:rect l="0" t="0" r="r" b="b"/>
                <a:pathLst>
                  <a:path w="34" h="62">
                    <a:moveTo>
                      <a:pt x="2" y="30"/>
                    </a:moveTo>
                    <a:cubicBezTo>
                      <a:pt x="3" y="27"/>
                      <a:pt x="4" y="24"/>
                      <a:pt x="6" y="21"/>
                    </a:cubicBezTo>
                    <a:cubicBezTo>
                      <a:pt x="7" y="19"/>
                      <a:pt x="8" y="18"/>
                      <a:pt x="10" y="16"/>
                    </a:cubicBezTo>
                    <a:cubicBezTo>
                      <a:pt x="12" y="14"/>
                      <a:pt x="15" y="11"/>
                      <a:pt x="18" y="8"/>
                    </a:cubicBezTo>
                    <a:cubicBezTo>
                      <a:pt x="20" y="6"/>
                      <a:pt x="22" y="3"/>
                      <a:pt x="22" y="0"/>
                    </a:cubicBezTo>
                    <a:cubicBezTo>
                      <a:pt x="26" y="8"/>
                      <a:pt x="26" y="8"/>
                      <a:pt x="26" y="8"/>
                    </a:cubicBezTo>
                    <a:cubicBezTo>
                      <a:pt x="30" y="15"/>
                      <a:pt x="32" y="19"/>
                      <a:pt x="33" y="22"/>
                    </a:cubicBezTo>
                    <a:cubicBezTo>
                      <a:pt x="33" y="25"/>
                      <a:pt x="34" y="28"/>
                      <a:pt x="34" y="31"/>
                    </a:cubicBezTo>
                    <a:cubicBezTo>
                      <a:pt x="34" y="34"/>
                      <a:pt x="34" y="37"/>
                      <a:pt x="33" y="40"/>
                    </a:cubicBezTo>
                    <a:cubicBezTo>
                      <a:pt x="32" y="44"/>
                      <a:pt x="30" y="47"/>
                      <a:pt x="28" y="50"/>
                    </a:cubicBezTo>
                    <a:cubicBezTo>
                      <a:pt x="25" y="54"/>
                      <a:pt x="20" y="59"/>
                      <a:pt x="12" y="62"/>
                    </a:cubicBezTo>
                    <a:cubicBezTo>
                      <a:pt x="17" y="53"/>
                      <a:pt x="19" y="42"/>
                      <a:pt x="18" y="28"/>
                    </a:cubicBezTo>
                    <a:cubicBezTo>
                      <a:pt x="16" y="39"/>
                      <a:pt x="13" y="50"/>
                      <a:pt x="8" y="59"/>
                    </a:cubicBezTo>
                    <a:cubicBezTo>
                      <a:pt x="6" y="57"/>
                      <a:pt x="4" y="53"/>
                      <a:pt x="3" y="50"/>
                    </a:cubicBezTo>
                    <a:cubicBezTo>
                      <a:pt x="2" y="47"/>
                      <a:pt x="1" y="43"/>
                      <a:pt x="1" y="40"/>
                    </a:cubicBezTo>
                    <a:cubicBezTo>
                      <a:pt x="0" y="36"/>
                      <a:pt x="1" y="33"/>
                      <a:pt x="2"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74"/>
              <p:cNvSpPr>
                <a:spLocks/>
              </p:cNvSpPr>
              <p:nvPr/>
            </p:nvSpPr>
            <p:spPr bwMode="auto">
              <a:xfrm>
                <a:off x="6454775" y="1963738"/>
                <a:ext cx="98425" cy="153988"/>
              </a:xfrm>
              <a:custGeom>
                <a:avLst/>
                <a:gdLst/>
                <a:ahLst/>
                <a:cxnLst>
                  <a:cxn ang="0">
                    <a:pos x="3" y="1"/>
                  </a:cxn>
                  <a:cxn ang="0">
                    <a:pos x="3" y="0"/>
                  </a:cxn>
                  <a:cxn ang="0">
                    <a:pos x="7" y="5"/>
                  </a:cxn>
                  <a:cxn ang="0">
                    <a:pos x="13" y="9"/>
                  </a:cxn>
                  <a:cxn ang="0">
                    <a:pos x="17" y="11"/>
                  </a:cxn>
                  <a:cxn ang="0">
                    <a:pos x="21" y="16"/>
                  </a:cxn>
                  <a:cxn ang="0">
                    <a:pos x="23" y="22"/>
                  </a:cxn>
                  <a:cxn ang="0">
                    <a:pos x="24" y="28"/>
                  </a:cxn>
                  <a:cxn ang="0">
                    <a:pos x="22" y="35"/>
                  </a:cxn>
                  <a:cxn ang="0">
                    <a:pos x="11" y="18"/>
                  </a:cxn>
                  <a:cxn ang="0">
                    <a:pos x="20" y="37"/>
                  </a:cxn>
                  <a:cxn ang="0">
                    <a:pos x="8" y="32"/>
                  </a:cxn>
                  <a:cxn ang="0">
                    <a:pos x="4" y="27"/>
                  </a:cxn>
                  <a:cxn ang="0">
                    <a:pos x="1" y="21"/>
                  </a:cxn>
                  <a:cxn ang="0">
                    <a:pos x="0" y="16"/>
                  </a:cxn>
                  <a:cxn ang="0">
                    <a:pos x="2" y="6"/>
                  </a:cxn>
                  <a:cxn ang="0">
                    <a:pos x="3" y="1"/>
                  </a:cxn>
                </a:cxnLst>
                <a:rect l="0" t="0" r="r" b="b"/>
                <a:pathLst>
                  <a:path w="24" h="37">
                    <a:moveTo>
                      <a:pt x="3" y="1"/>
                    </a:moveTo>
                    <a:cubicBezTo>
                      <a:pt x="3" y="0"/>
                      <a:pt x="3" y="0"/>
                      <a:pt x="3" y="0"/>
                    </a:cubicBezTo>
                    <a:cubicBezTo>
                      <a:pt x="4" y="3"/>
                      <a:pt x="5" y="4"/>
                      <a:pt x="7" y="5"/>
                    </a:cubicBezTo>
                    <a:cubicBezTo>
                      <a:pt x="9" y="7"/>
                      <a:pt x="11" y="8"/>
                      <a:pt x="13" y="9"/>
                    </a:cubicBezTo>
                    <a:cubicBezTo>
                      <a:pt x="14" y="10"/>
                      <a:pt x="16" y="11"/>
                      <a:pt x="17" y="11"/>
                    </a:cubicBezTo>
                    <a:cubicBezTo>
                      <a:pt x="18" y="13"/>
                      <a:pt x="19" y="14"/>
                      <a:pt x="21" y="16"/>
                    </a:cubicBezTo>
                    <a:cubicBezTo>
                      <a:pt x="22" y="18"/>
                      <a:pt x="23" y="20"/>
                      <a:pt x="23" y="22"/>
                    </a:cubicBezTo>
                    <a:cubicBezTo>
                      <a:pt x="24" y="24"/>
                      <a:pt x="24" y="26"/>
                      <a:pt x="24" y="28"/>
                    </a:cubicBezTo>
                    <a:cubicBezTo>
                      <a:pt x="24" y="31"/>
                      <a:pt x="23" y="33"/>
                      <a:pt x="22" y="35"/>
                    </a:cubicBezTo>
                    <a:cubicBezTo>
                      <a:pt x="17" y="30"/>
                      <a:pt x="14" y="24"/>
                      <a:pt x="11" y="18"/>
                    </a:cubicBezTo>
                    <a:cubicBezTo>
                      <a:pt x="12" y="26"/>
                      <a:pt x="15" y="32"/>
                      <a:pt x="20" y="37"/>
                    </a:cubicBezTo>
                    <a:cubicBezTo>
                      <a:pt x="15" y="36"/>
                      <a:pt x="11" y="34"/>
                      <a:pt x="8" y="32"/>
                    </a:cubicBezTo>
                    <a:cubicBezTo>
                      <a:pt x="7" y="31"/>
                      <a:pt x="5" y="29"/>
                      <a:pt x="4" y="27"/>
                    </a:cubicBezTo>
                    <a:cubicBezTo>
                      <a:pt x="3" y="25"/>
                      <a:pt x="2" y="23"/>
                      <a:pt x="1" y="21"/>
                    </a:cubicBezTo>
                    <a:cubicBezTo>
                      <a:pt x="1" y="20"/>
                      <a:pt x="1" y="18"/>
                      <a:pt x="0" y="16"/>
                    </a:cubicBezTo>
                    <a:cubicBezTo>
                      <a:pt x="0" y="14"/>
                      <a:pt x="1" y="11"/>
                      <a:pt x="2" y="6"/>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75"/>
              <p:cNvSpPr>
                <a:spLocks/>
              </p:cNvSpPr>
              <p:nvPr/>
            </p:nvSpPr>
            <p:spPr bwMode="auto">
              <a:xfrm>
                <a:off x="6694487" y="1616076"/>
                <a:ext cx="115888" cy="214313"/>
              </a:xfrm>
              <a:custGeom>
                <a:avLst/>
                <a:gdLst/>
                <a:ahLst/>
                <a:cxnLst>
                  <a:cxn ang="0">
                    <a:pos x="5" y="0"/>
                  </a:cxn>
                  <a:cxn ang="0">
                    <a:pos x="5" y="0"/>
                  </a:cxn>
                  <a:cxn ang="0">
                    <a:pos x="11" y="5"/>
                  </a:cxn>
                  <a:cxn ang="0">
                    <a:pos x="21" y="14"/>
                  </a:cxn>
                  <a:cxn ang="0">
                    <a:pos x="25" y="20"/>
                  </a:cxn>
                  <a:cxn ang="0">
                    <a:pos x="28" y="27"/>
                  </a:cxn>
                  <a:cxn ang="0">
                    <a:pos x="28" y="37"/>
                  </a:cxn>
                  <a:cxn ang="0">
                    <a:pos x="20" y="52"/>
                  </a:cxn>
                  <a:cxn ang="0">
                    <a:pos x="12" y="24"/>
                  </a:cxn>
                  <a:cxn ang="0">
                    <a:pos x="16" y="51"/>
                  </a:cxn>
                  <a:cxn ang="0">
                    <a:pos x="8" y="46"/>
                  </a:cxn>
                  <a:cxn ang="0">
                    <a:pos x="3" y="39"/>
                  </a:cxn>
                  <a:cxn ang="0">
                    <a:pos x="0" y="31"/>
                  </a:cxn>
                  <a:cxn ang="0">
                    <a:pos x="0" y="22"/>
                  </a:cxn>
                  <a:cxn ang="0">
                    <a:pos x="1" y="17"/>
                  </a:cxn>
                  <a:cxn ang="0">
                    <a:pos x="5" y="8"/>
                  </a:cxn>
                  <a:cxn ang="0">
                    <a:pos x="5" y="0"/>
                  </a:cxn>
                </a:cxnLst>
                <a:rect l="0" t="0" r="r" b="b"/>
                <a:pathLst>
                  <a:path w="28" h="52">
                    <a:moveTo>
                      <a:pt x="5" y="0"/>
                    </a:moveTo>
                    <a:cubicBezTo>
                      <a:pt x="5" y="0"/>
                      <a:pt x="5" y="0"/>
                      <a:pt x="5" y="0"/>
                    </a:cubicBezTo>
                    <a:cubicBezTo>
                      <a:pt x="11" y="5"/>
                      <a:pt x="11" y="5"/>
                      <a:pt x="11" y="5"/>
                    </a:cubicBezTo>
                    <a:cubicBezTo>
                      <a:pt x="16" y="9"/>
                      <a:pt x="20" y="11"/>
                      <a:pt x="21" y="14"/>
                    </a:cubicBezTo>
                    <a:cubicBezTo>
                      <a:pt x="23" y="16"/>
                      <a:pt x="24" y="18"/>
                      <a:pt x="25" y="20"/>
                    </a:cubicBezTo>
                    <a:cubicBezTo>
                      <a:pt x="27" y="22"/>
                      <a:pt x="28" y="25"/>
                      <a:pt x="28" y="27"/>
                    </a:cubicBezTo>
                    <a:cubicBezTo>
                      <a:pt x="28" y="31"/>
                      <a:pt x="28" y="34"/>
                      <a:pt x="28" y="37"/>
                    </a:cubicBezTo>
                    <a:cubicBezTo>
                      <a:pt x="27" y="41"/>
                      <a:pt x="25" y="46"/>
                      <a:pt x="20" y="52"/>
                    </a:cubicBezTo>
                    <a:cubicBezTo>
                      <a:pt x="21" y="43"/>
                      <a:pt x="18" y="33"/>
                      <a:pt x="12" y="24"/>
                    </a:cubicBezTo>
                    <a:cubicBezTo>
                      <a:pt x="15" y="33"/>
                      <a:pt x="16" y="42"/>
                      <a:pt x="16" y="51"/>
                    </a:cubicBezTo>
                    <a:cubicBezTo>
                      <a:pt x="13" y="50"/>
                      <a:pt x="10" y="48"/>
                      <a:pt x="8" y="46"/>
                    </a:cubicBezTo>
                    <a:cubicBezTo>
                      <a:pt x="6" y="44"/>
                      <a:pt x="4" y="41"/>
                      <a:pt x="3" y="39"/>
                    </a:cubicBezTo>
                    <a:cubicBezTo>
                      <a:pt x="2" y="36"/>
                      <a:pt x="1" y="34"/>
                      <a:pt x="0" y="31"/>
                    </a:cubicBezTo>
                    <a:cubicBezTo>
                      <a:pt x="0" y="28"/>
                      <a:pt x="0" y="25"/>
                      <a:pt x="0" y="22"/>
                    </a:cubicBezTo>
                    <a:cubicBezTo>
                      <a:pt x="1" y="20"/>
                      <a:pt x="1" y="19"/>
                      <a:pt x="1" y="17"/>
                    </a:cubicBezTo>
                    <a:cubicBezTo>
                      <a:pt x="2" y="14"/>
                      <a:pt x="4" y="11"/>
                      <a:pt x="5" y="8"/>
                    </a:cubicBezTo>
                    <a:cubicBezTo>
                      <a:pt x="6" y="6"/>
                      <a:pt x="6" y="3"/>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176"/>
              <p:cNvSpPr>
                <a:spLocks/>
              </p:cNvSpPr>
              <p:nvPr/>
            </p:nvSpPr>
            <p:spPr bwMode="auto">
              <a:xfrm>
                <a:off x="7537450" y="512763"/>
                <a:ext cx="228600" cy="257175"/>
              </a:xfrm>
              <a:custGeom>
                <a:avLst/>
                <a:gdLst/>
                <a:ahLst/>
                <a:cxnLst>
                  <a:cxn ang="0">
                    <a:pos x="55" y="0"/>
                  </a:cxn>
                  <a:cxn ang="0">
                    <a:pos x="50" y="11"/>
                  </a:cxn>
                  <a:cxn ang="0">
                    <a:pos x="48" y="26"/>
                  </a:cxn>
                  <a:cxn ang="0">
                    <a:pos x="47" y="33"/>
                  </a:cxn>
                  <a:cxn ang="0">
                    <a:pos x="42" y="44"/>
                  </a:cxn>
                  <a:cxn ang="0">
                    <a:pos x="33" y="53"/>
                  </a:cxn>
                  <a:cxn ang="0">
                    <a:pos x="22" y="59"/>
                  </a:cxn>
                  <a:cxn ang="0">
                    <a:pos x="8" y="61"/>
                  </a:cxn>
                  <a:cxn ang="0">
                    <a:pos x="30" y="28"/>
                  </a:cxn>
                  <a:cxn ang="0">
                    <a:pos x="3" y="61"/>
                  </a:cxn>
                  <a:cxn ang="0">
                    <a:pos x="1" y="36"/>
                  </a:cxn>
                  <a:cxn ang="0">
                    <a:pos x="7" y="23"/>
                  </a:cxn>
                  <a:cxn ang="0">
                    <a:pos x="15" y="15"/>
                  </a:cxn>
                  <a:cxn ang="0">
                    <a:pos x="24" y="9"/>
                  </a:cxn>
                  <a:cxn ang="0">
                    <a:pos x="42" y="3"/>
                  </a:cxn>
                  <a:cxn ang="0">
                    <a:pos x="54" y="0"/>
                  </a:cxn>
                  <a:cxn ang="0">
                    <a:pos x="55" y="0"/>
                  </a:cxn>
                </a:cxnLst>
                <a:rect l="0" t="0" r="r" b="b"/>
                <a:pathLst>
                  <a:path w="55" h="62">
                    <a:moveTo>
                      <a:pt x="55" y="0"/>
                    </a:moveTo>
                    <a:cubicBezTo>
                      <a:pt x="51" y="4"/>
                      <a:pt x="49" y="8"/>
                      <a:pt x="50" y="11"/>
                    </a:cubicBezTo>
                    <a:cubicBezTo>
                      <a:pt x="49" y="16"/>
                      <a:pt x="48" y="21"/>
                      <a:pt x="48" y="26"/>
                    </a:cubicBezTo>
                    <a:cubicBezTo>
                      <a:pt x="48" y="28"/>
                      <a:pt x="47" y="30"/>
                      <a:pt x="47" y="33"/>
                    </a:cubicBezTo>
                    <a:cubicBezTo>
                      <a:pt x="46" y="37"/>
                      <a:pt x="44" y="40"/>
                      <a:pt x="42" y="44"/>
                    </a:cubicBezTo>
                    <a:cubicBezTo>
                      <a:pt x="39" y="48"/>
                      <a:pt x="36" y="51"/>
                      <a:pt x="33" y="53"/>
                    </a:cubicBezTo>
                    <a:cubicBezTo>
                      <a:pt x="30" y="56"/>
                      <a:pt x="26" y="58"/>
                      <a:pt x="22" y="59"/>
                    </a:cubicBezTo>
                    <a:cubicBezTo>
                      <a:pt x="18" y="61"/>
                      <a:pt x="13" y="62"/>
                      <a:pt x="8" y="61"/>
                    </a:cubicBezTo>
                    <a:cubicBezTo>
                      <a:pt x="14" y="50"/>
                      <a:pt x="21" y="38"/>
                      <a:pt x="30" y="28"/>
                    </a:cubicBezTo>
                    <a:cubicBezTo>
                      <a:pt x="16" y="37"/>
                      <a:pt x="7" y="48"/>
                      <a:pt x="3" y="61"/>
                    </a:cubicBezTo>
                    <a:cubicBezTo>
                      <a:pt x="0" y="51"/>
                      <a:pt x="0" y="42"/>
                      <a:pt x="1" y="36"/>
                    </a:cubicBezTo>
                    <a:cubicBezTo>
                      <a:pt x="2" y="31"/>
                      <a:pt x="4" y="27"/>
                      <a:pt x="7" y="23"/>
                    </a:cubicBezTo>
                    <a:cubicBezTo>
                      <a:pt x="9" y="20"/>
                      <a:pt x="12" y="17"/>
                      <a:pt x="15" y="15"/>
                    </a:cubicBezTo>
                    <a:cubicBezTo>
                      <a:pt x="18" y="13"/>
                      <a:pt x="21" y="11"/>
                      <a:pt x="24" y="9"/>
                    </a:cubicBezTo>
                    <a:cubicBezTo>
                      <a:pt x="27" y="7"/>
                      <a:pt x="33" y="5"/>
                      <a:pt x="42" y="3"/>
                    </a:cubicBezTo>
                    <a:cubicBezTo>
                      <a:pt x="54" y="0"/>
                      <a:pt x="54" y="0"/>
                      <a:pt x="54" y="0"/>
                    </a:cubicBezTo>
                    <a:cubicBezTo>
                      <a:pt x="54" y="0"/>
                      <a:pt x="54" y="0"/>
                      <a:pt x="5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77"/>
              <p:cNvSpPr>
                <a:spLocks/>
              </p:cNvSpPr>
              <p:nvPr/>
            </p:nvSpPr>
            <p:spPr bwMode="auto">
              <a:xfrm>
                <a:off x="7508875" y="1006476"/>
                <a:ext cx="87313" cy="149225"/>
              </a:xfrm>
              <a:custGeom>
                <a:avLst/>
                <a:gdLst/>
                <a:ahLst/>
                <a:cxnLst>
                  <a:cxn ang="0">
                    <a:pos x="4" y="0"/>
                  </a:cxn>
                  <a:cxn ang="0">
                    <a:pos x="7" y="5"/>
                  </a:cxn>
                  <a:cxn ang="0">
                    <a:pos x="13" y="9"/>
                  </a:cxn>
                  <a:cxn ang="0">
                    <a:pos x="15" y="11"/>
                  </a:cxn>
                  <a:cxn ang="0">
                    <a:pos x="19" y="16"/>
                  </a:cxn>
                  <a:cxn ang="0">
                    <a:pos x="21" y="22"/>
                  </a:cxn>
                  <a:cxn ang="0">
                    <a:pos x="21" y="28"/>
                  </a:cxn>
                  <a:cxn ang="0">
                    <a:pos x="18" y="34"/>
                  </a:cxn>
                  <a:cxn ang="0">
                    <a:pos x="9" y="17"/>
                  </a:cxn>
                  <a:cxn ang="0">
                    <a:pos x="17" y="36"/>
                  </a:cxn>
                  <a:cxn ang="0">
                    <a:pos x="6" y="31"/>
                  </a:cxn>
                  <a:cxn ang="0">
                    <a:pos x="2" y="26"/>
                  </a:cxn>
                  <a:cxn ang="0">
                    <a:pos x="0" y="20"/>
                  </a:cxn>
                  <a:cxn ang="0">
                    <a:pos x="0" y="15"/>
                  </a:cxn>
                  <a:cxn ang="0">
                    <a:pos x="2" y="6"/>
                  </a:cxn>
                  <a:cxn ang="0">
                    <a:pos x="4" y="0"/>
                  </a:cxn>
                </a:cxnLst>
                <a:rect l="0" t="0" r="r" b="b"/>
                <a:pathLst>
                  <a:path w="21" h="36">
                    <a:moveTo>
                      <a:pt x="4" y="0"/>
                    </a:moveTo>
                    <a:cubicBezTo>
                      <a:pt x="4" y="2"/>
                      <a:pt x="6" y="4"/>
                      <a:pt x="7" y="5"/>
                    </a:cubicBezTo>
                    <a:cubicBezTo>
                      <a:pt x="9" y="6"/>
                      <a:pt x="11" y="8"/>
                      <a:pt x="13" y="9"/>
                    </a:cubicBezTo>
                    <a:cubicBezTo>
                      <a:pt x="14" y="10"/>
                      <a:pt x="15" y="10"/>
                      <a:pt x="15" y="11"/>
                    </a:cubicBezTo>
                    <a:cubicBezTo>
                      <a:pt x="17" y="13"/>
                      <a:pt x="18" y="14"/>
                      <a:pt x="19" y="16"/>
                    </a:cubicBezTo>
                    <a:cubicBezTo>
                      <a:pt x="20" y="18"/>
                      <a:pt x="21" y="20"/>
                      <a:pt x="21" y="22"/>
                    </a:cubicBezTo>
                    <a:cubicBezTo>
                      <a:pt x="21" y="24"/>
                      <a:pt x="21" y="26"/>
                      <a:pt x="21" y="28"/>
                    </a:cubicBezTo>
                    <a:cubicBezTo>
                      <a:pt x="20" y="30"/>
                      <a:pt x="20" y="32"/>
                      <a:pt x="18" y="34"/>
                    </a:cubicBezTo>
                    <a:cubicBezTo>
                      <a:pt x="15" y="29"/>
                      <a:pt x="12" y="23"/>
                      <a:pt x="9" y="17"/>
                    </a:cubicBezTo>
                    <a:cubicBezTo>
                      <a:pt x="10" y="25"/>
                      <a:pt x="12" y="32"/>
                      <a:pt x="17" y="36"/>
                    </a:cubicBezTo>
                    <a:cubicBezTo>
                      <a:pt x="12" y="35"/>
                      <a:pt x="8" y="33"/>
                      <a:pt x="6" y="31"/>
                    </a:cubicBezTo>
                    <a:cubicBezTo>
                      <a:pt x="4" y="29"/>
                      <a:pt x="3" y="28"/>
                      <a:pt x="2" y="26"/>
                    </a:cubicBezTo>
                    <a:cubicBezTo>
                      <a:pt x="1" y="24"/>
                      <a:pt x="1" y="22"/>
                      <a:pt x="0" y="20"/>
                    </a:cubicBezTo>
                    <a:cubicBezTo>
                      <a:pt x="0" y="18"/>
                      <a:pt x="0" y="17"/>
                      <a:pt x="0" y="15"/>
                    </a:cubicBezTo>
                    <a:cubicBezTo>
                      <a:pt x="0" y="13"/>
                      <a:pt x="1" y="10"/>
                      <a:pt x="2" y="6"/>
                    </a:cubicBezTo>
                    <a:cubicBezTo>
                      <a:pt x="4" y="0"/>
                      <a:pt x="4" y="0"/>
                      <a:pt x="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78"/>
              <p:cNvSpPr>
                <a:spLocks/>
              </p:cNvSpPr>
              <p:nvPr/>
            </p:nvSpPr>
            <p:spPr bwMode="auto">
              <a:xfrm>
                <a:off x="7923212" y="1433513"/>
                <a:ext cx="168275" cy="236538"/>
              </a:xfrm>
              <a:custGeom>
                <a:avLst/>
                <a:gdLst/>
                <a:ahLst/>
                <a:cxnLst>
                  <a:cxn ang="0">
                    <a:pos x="9" y="17"/>
                  </a:cxn>
                  <a:cxn ang="0">
                    <a:pos x="16" y="11"/>
                  </a:cxn>
                  <a:cxn ang="0">
                    <a:pos x="31" y="3"/>
                  </a:cxn>
                  <a:cxn ang="0">
                    <a:pos x="41" y="0"/>
                  </a:cxn>
                  <a:cxn ang="0">
                    <a:pos x="41" y="0"/>
                  </a:cxn>
                  <a:cxn ang="0">
                    <a:pos x="38" y="10"/>
                  </a:cxn>
                  <a:cxn ang="0">
                    <a:pos x="39" y="22"/>
                  </a:cxn>
                  <a:cxn ang="0">
                    <a:pos x="38" y="28"/>
                  </a:cxn>
                  <a:cxn ang="0">
                    <a:pos x="35" y="38"/>
                  </a:cxn>
                  <a:cxn ang="0">
                    <a:pos x="29" y="47"/>
                  </a:cxn>
                  <a:cxn ang="0">
                    <a:pos x="21" y="54"/>
                  </a:cxn>
                  <a:cxn ang="0">
                    <a:pos x="9" y="57"/>
                  </a:cxn>
                  <a:cxn ang="0">
                    <a:pos x="24" y="26"/>
                  </a:cxn>
                  <a:cxn ang="0">
                    <a:pos x="4" y="57"/>
                  </a:cxn>
                  <a:cxn ang="0">
                    <a:pos x="0" y="36"/>
                  </a:cxn>
                  <a:cxn ang="0">
                    <a:pos x="3" y="25"/>
                  </a:cxn>
                  <a:cxn ang="0">
                    <a:pos x="9" y="17"/>
                  </a:cxn>
                </a:cxnLst>
                <a:rect l="0" t="0" r="r" b="b"/>
                <a:pathLst>
                  <a:path w="41" h="57">
                    <a:moveTo>
                      <a:pt x="9" y="17"/>
                    </a:moveTo>
                    <a:cubicBezTo>
                      <a:pt x="11" y="14"/>
                      <a:pt x="14" y="12"/>
                      <a:pt x="16" y="11"/>
                    </a:cubicBezTo>
                    <a:cubicBezTo>
                      <a:pt x="19" y="9"/>
                      <a:pt x="24" y="6"/>
                      <a:pt x="31" y="3"/>
                    </a:cubicBezTo>
                    <a:cubicBezTo>
                      <a:pt x="41" y="0"/>
                      <a:pt x="41" y="0"/>
                      <a:pt x="41" y="0"/>
                    </a:cubicBezTo>
                    <a:cubicBezTo>
                      <a:pt x="41" y="0"/>
                      <a:pt x="41" y="0"/>
                      <a:pt x="41" y="0"/>
                    </a:cubicBezTo>
                    <a:cubicBezTo>
                      <a:pt x="38" y="3"/>
                      <a:pt x="38" y="6"/>
                      <a:pt x="38" y="10"/>
                    </a:cubicBezTo>
                    <a:cubicBezTo>
                      <a:pt x="38" y="14"/>
                      <a:pt x="38" y="18"/>
                      <a:pt x="39" y="22"/>
                    </a:cubicBezTo>
                    <a:cubicBezTo>
                      <a:pt x="39" y="24"/>
                      <a:pt x="38" y="26"/>
                      <a:pt x="38" y="28"/>
                    </a:cubicBezTo>
                    <a:cubicBezTo>
                      <a:pt x="38" y="31"/>
                      <a:pt x="37" y="35"/>
                      <a:pt x="35" y="38"/>
                    </a:cubicBezTo>
                    <a:cubicBezTo>
                      <a:pt x="34" y="42"/>
                      <a:pt x="32" y="45"/>
                      <a:pt x="29" y="47"/>
                    </a:cubicBezTo>
                    <a:cubicBezTo>
                      <a:pt x="27" y="50"/>
                      <a:pt x="24" y="52"/>
                      <a:pt x="21" y="54"/>
                    </a:cubicBezTo>
                    <a:cubicBezTo>
                      <a:pt x="17" y="55"/>
                      <a:pt x="13" y="57"/>
                      <a:pt x="9" y="57"/>
                    </a:cubicBezTo>
                    <a:cubicBezTo>
                      <a:pt x="12" y="46"/>
                      <a:pt x="17" y="36"/>
                      <a:pt x="24" y="26"/>
                    </a:cubicBezTo>
                    <a:cubicBezTo>
                      <a:pt x="13" y="35"/>
                      <a:pt x="6" y="46"/>
                      <a:pt x="4" y="57"/>
                    </a:cubicBezTo>
                    <a:cubicBezTo>
                      <a:pt x="1" y="48"/>
                      <a:pt x="0" y="41"/>
                      <a:pt x="0" y="36"/>
                    </a:cubicBezTo>
                    <a:cubicBezTo>
                      <a:pt x="1" y="32"/>
                      <a:pt x="2" y="28"/>
                      <a:pt x="3" y="25"/>
                    </a:cubicBezTo>
                    <a:cubicBezTo>
                      <a:pt x="5" y="22"/>
                      <a:pt x="7" y="19"/>
                      <a:pt x="9"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79"/>
              <p:cNvSpPr>
                <a:spLocks/>
              </p:cNvSpPr>
              <p:nvPr/>
            </p:nvSpPr>
            <p:spPr bwMode="auto">
              <a:xfrm>
                <a:off x="8132762" y="2074863"/>
                <a:ext cx="331788" cy="166688"/>
              </a:xfrm>
              <a:custGeom>
                <a:avLst/>
                <a:gdLst/>
                <a:ahLst/>
                <a:cxnLst>
                  <a:cxn ang="0">
                    <a:pos x="80" y="24"/>
                  </a:cxn>
                  <a:cxn ang="0">
                    <a:pos x="68" y="27"/>
                  </a:cxn>
                  <a:cxn ang="0">
                    <a:pos x="55" y="34"/>
                  </a:cxn>
                  <a:cxn ang="0">
                    <a:pos x="49" y="37"/>
                  </a:cxn>
                  <a:cxn ang="0">
                    <a:pos x="37" y="40"/>
                  </a:cxn>
                  <a:cxn ang="0">
                    <a:pos x="25" y="39"/>
                  </a:cxn>
                  <a:cxn ang="0">
                    <a:pos x="13" y="34"/>
                  </a:cxn>
                  <a:cxn ang="0">
                    <a:pos x="3" y="24"/>
                  </a:cxn>
                  <a:cxn ang="0">
                    <a:pos x="43" y="21"/>
                  </a:cxn>
                  <a:cxn ang="0">
                    <a:pos x="0" y="20"/>
                  </a:cxn>
                  <a:cxn ang="0">
                    <a:pos x="19" y="3"/>
                  </a:cxn>
                  <a:cxn ang="0">
                    <a:pos x="33" y="0"/>
                  </a:cxn>
                  <a:cxn ang="0">
                    <a:pos x="44" y="1"/>
                  </a:cxn>
                  <a:cxn ang="0">
                    <a:pos x="54" y="5"/>
                  </a:cxn>
                  <a:cxn ang="0">
                    <a:pos x="70" y="16"/>
                  </a:cxn>
                  <a:cxn ang="0">
                    <a:pos x="79" y="24"/>
                  </a:cxn>
                  <a:cxn ang="0">
                    <a:pos x="80" y="24"/>
                  </a:cxn>
                </a:cxnLst>
                <a:rect l="0" t="0" r="r" b="b"/>
                <a:pathLst>
                  <a:path w="80" h="40">
                    <a:moveTo>
                      <a:pt x="80" y="24"/>
                    </a:moveTo>
                    <a:cubicBezTo>
                      <a:pt x="75" y="23"/>
                      <a:pt x="71" y="24"/>
                      <a:pt x="68" y="27"/>
                    </a:cubicBezTo>
                    <a:cubicBezTo>
                      <a:pt x="64" y="29"/>
                      <a:pt x="59" y="32"/>
                      <a:pt x="55" y="34"/>
                    </a:cubicBezTo>
                    <a:cubicBezTo>
                      <a:pt x="54" y="35"/>
                      <a:pt x="51" y="36"/>
                      <a:pt x="49" y="37"/>
                    </a:cubicBezTo>
                    <a:cubicBezTo>
                      <a:pt x="45" y="39"/>
                      <a:pt x="41" y="40"/>
                      <a:pt x="37" y="40"/>
                    </a:cubicBezTo>
                    <a:cubicBezTo>
                      <a:pt x="33" y="40"/>
                      <a:pt x="29" y="40"/>
                      <a:pt x="25" y="39"/>
                    </a:cubicBezTo>
                    <a:cubicBezTo>
                      <a:pt x="20" y="38"/>
                      <a:pt x="17" y="36"/>
                      <a:pt x="13" y="34"/>
                    </a:cubicBezTo>
                    <a:cubicBezTo>
                      <a:pt x="9" y="31"/>
                      <a:pt x="6" y="28"/>
                      <a:pt x="3" y="24"/>
                    </a:cubicBezTo>
                    <a:cubicBezTo>
                      <a:pt x="16" y="21"/>
                      <a:pt x="29" y="20"/>
                      <a:pt x="43" y="21"/>
                    </a:cubicBezTo>
                    <a:cubicBezTo>
                      <a:pt x="27" y="16"/>
                      <a:pt x="13" y="15"/>
                      <a:pt x="0" y="20"/>
                    </a:cubicBezTo>
                    <a:cubicBezTo>
                      <a:pt x="7" y="11"/>
                      <a:pt x="13" y="6"/>
                      <a:pt x="19" y="3"/>
                    </a:cubicBezTo>
                    <a:cubicBezTo>
                      <a:pt x="23" y="1"/>
                      <a:pt x="28" y="0"/>
                      <a:pt x="33" y="0"/>
                    </a:cubicBezTo>
                    <a:cubicBezTo>
                      <a:pt x="37" y="0"/>
                      <a:pt x="40" y="0"/>
                      <a:pt x="44" y="1"/>
                    </a:cubicBezTo>
                    <a:cubicBezTo>
                      <a:pt x="48" y="2"/>
                      <a:pt x="51" y="3"/>
                      <a:pt x="54" y="5"/>
                    </a:cubicBezTo>
                    <a:cubicBezTo>
                      <a:pt x="58" y="6"/>
                      <a:pt x="63" y="10"/>
                      <a:pt x="70" y="16"/>
                    </a:cubicBezTo>
                    <a:cubicBezTo>
                      <a:pt x="79" y="24"/>
                      <a:pt x="79" y="24"/>
                      <a:pt x="79" y="24"/>
                    </a:cubicBezTo>
                    <a:cubicBezTo>
                      <a:pt x="80" y="24"/>
                      <a:pt x="80" y="24"/>
                      <a:pt x="8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180"/>
              <p:cNvSpPr>
                <a:spLocks/>
              </p:cNvSpPr>
              <p:nvPr/>
            </p:nvSpPr>
            <p:spPr bwMode="auto">
              <a:xfrm>
                <a:off x="6632575" y="628651"/>
                <a:ext cx="173038" cy="311150"/>
              </a:xfrm>
              <a:custGeom>
                <a:avLst/>
                <a:gdLst/>
                <a:ahLst/>
                <a:cxnLst>
                  <a:cxn ang="0">
                    <a:pos x="5" y="0"/>
                  </a:cxn>
                  <a:cxn ang="0">
                    <a:pos x="5" y="0"/>
                  </a:cxn>
                  <a:cxn ang="0">
                    <a:pos x="15" y="7"/>
                  </a:cxn>
                  <a:cxn ang="0">
                    <a:pos x="30" y="19"/>
                  </a:cxn>
                  <a:cxn ang="0">
                    <a:pos x="36" y="28"/>
                  </a:cxn>
                  <a:cxn ang="0">
                    <a:pos x="41" y="38"/>
                  </a:cxn>
                  <a:cxn ang="0">
                    <a:pos x="41" y="52"/>
                  </a:cxn>
                  <a:cxn ang="0">
                    <a:pos x="31" y="75"/>
                  </a:cxn>
                  <a:cxn ang="0">
                    <a:pos x="17" y="34"/>
                  </a:cxn>
                  <a:cxn ang="0">
                    <a:pos x="25" y="73"/>
                  </a:cxn>
                  <a:cxn ang="0">
                    <a:pos x="13" y="66"/>
                  </a:cxn>
                  <a:cxn ang="0">
                    <a:pos x="5" y="57"/>
                  </a:cxn>
                  <a:cxn ang="0">
                    <a:pos x="1" y="45"/>
                  </a:cxn>
                  <a:cxn ang="0">
                    <a:pos x="0" y="33"/>
                  </a:cxn>
                  <a:cxn ang="0">
                    <a:pos x="1" y="26"/>
                  </a:cxn>
                  <a:cxn ang="0">
                    <a:pos x="5" y="12"/>
                  </a:cxn>
                  <a:cxn ang="0">
                    <a:pos x="5" y="0"/>
                  </a:cxn>
                </a:cxnLst>
                <a:rect l="0" t="0" r="r" b="b"/>
                <a:pathLst>
                  <a:path w="42" h="75">
                    <a:moveTo>
                      <a:pt x="5" y="0"/>
                    </a:moveTo>
                    <a:cubicBezTo>
                      <a:pt x="5" y="0"/>
                      <a:pt x="5" y="0"/>
                      <a:pt x="5" y="0"/>
                    </a:cubicBezTo>
                    <a:cubicBezTo>
                      <a:pt x="15" y="7"/>
                      <a:pt x="15" y="7"/>
                      <a:pt x="15" y="7"/>
                    </a:cubicBezTo>
                    <a:cubicBezTo>
                      <a:pt x="23" y="12"/>
                      <a:pt x="28" y="16"/>
                      <a:pt x="30" y="19"/>
                    </a:cubicBezTo>
                    <a:cubicBezTo>
                      <a:pt x="33" y="22"/>
                      <a:pt x="35" y="25"/>
                      <a:pt x="36" y="28"/>
                    </a:cubicBezTo>
                    <a:cubicBezTo>
                      <a:pt x="38" y="31"/>
                      <a:pt x="40" y="35"/>
                      <a:pt x="41" y="38"/>
                    </a:cubicBezTo>
                    <a:cubicBezTo>
                      <a:pt x="42" y="43"/>
                      <a:pt x="42" y="48"/>
                      <a:pt x="41" y="52"/>
                    </a:cubicBezTo>
                    <a:cubicBezTo>
                      <a:pt x="40" y="59"/>
                      <a:pt x="37" y="66"/>
                      <a:pt x="31" y="75"/>
                    </a:cubicBezTo>
                    <a:cubicBezTo>
                      <a:pt x="31" y="62"/>
                      <a:pt x="27" y="48"/>
                      <a:pt x="17" y="34"/>
                    </a:cubicBezTo>
                    <a:cubicBezTo>
                      <a:pt x="22" y="47"/>
                      <a:pt x="25" y="60"/>
                      <a:pt x="25" y="73"/>
                    </a:cubicBezTo>
                    <a:cubicBezTo>
                      <a:pt x="21" y="72"/>
                      <a:pt x="17" y="70"/>
                      <a:pt x="13" y="66"/>
                    </a:cubicBezTo>
                    <a:cubicBezTo>
                      <a:pt x="10" y="64"/>
                      <a:pt x="7" y="60"/>
                      <a:pt x="5" y="57"/>
                    </a:cubicBezTo>
                    <a:cubicBezTo>
                      <a:pt x="3" y="53"/>
                      <a:pt x="2" y="49"/>
                      <a:pt x="1" y="45"/>
                    </a:cubicBezTo>
                    <a:cubicBezTo>
                      <a:pt x="0" y="41"/>
                      <a:pt x="0" y="37"/>
                      <a:pt x="0" y="33"/>
                    </a:cubicBezTo>
                    <a:cubicBezTo>
                      <a:pt x="0" y="30"/>
                      <a:pt x="1" y="28"/>
                      <a:pt x="1" y="26"/>
                    </a:cubicBezTo>
                    <a:cubicBezTo>
                      <a:pt x="3" y="21"/>
                      <a:pt x="4" y="16"/>
                      <a:pt x="5" y="12"/>
                    </a:cubicBezTo>
                    <a:cubicBezTo>
                      <a:pt x="7" y="8"/>
                      <a:pt x="7" y="4"/>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181"/>
              <p:cNvSpPr>
                <a:spLocks/>
              </p:cNvSpPr>
              <p:nvPr/>
            </p:nvSpPr>
            <p:spPr bwMode="auto">
              <a:xfrm>
                <a:off x="7104062" y="977901"/>
                <a:ext cx="149225" cy="277813"/>
              </a:xfrm>
              <a:custGeom>
                <a:avLst/>
                <a:gdLst/>
                <a:ahLst/>
                <a:cxnLst>
                  <a:cxn ang="0">
                    <a:pos x="17" y="9"/>
                  </a:cxn>
                  <a:cxn ang="0">
                    <a:pos x="25" y="18"/>
                  </a:cxn>
                  <a:cxn ang="0">
                    <a:pos x="29" y="23"/>
                  </a:cxn>
                  <a:cxn ang="0">
                    <a:pos x="34" y="32"/>
                  </a:cxn>
                  <a:cxn ang="0">
                    <a:pos x="36" y="43"/>
                  </a:cxn>
                  <a:cxn ang="0">
                    <a:pos x="34" y="53"/>
                  </a:cxn>
                  <a:cxn ang="0">
                    <a:pos x="28" y="64"/>
                  </a:cxn>
                  <a:cxn ang="0">
                    <a:pos x="17" y="31"/>
                  </a:cxn>
                  <a:cxn ang="0">
                    <a:pos x="24" y="67"/>
                  </a:cxn>
                  <a:cxn ang="0">
                    <a:pos x="7" y="55"/>
                  </a:cxn>
                  <a:cxn ang="0">
                    <a:pos x="2" y="44"/>
                  </a:cxn>
                  <a:cxn ang="0">
                    <a:pos x="0" y="34"/>
                  </a:cxn>
                  <a:cxn ang="0">
                    <a:pos x="1" y="25"/>
                  </a:cxn>
                  <a:cxn ang="0">
                    <a:pos x="7" y="10"/>
                  </a:cxn>
                  <a:cxn ang="0">
                    <a:pos x="12" y="0"/>
                  </a:cxn>
                  <a:cxn ang="0">
                    <a:pos x="12" y="0"/>
                  </a:cxn>
                  <a:cxn ang="0">
                    <a:pos x="17" y="9"/>
                  </a:cxn>
                </a:cxnLst>
                <a:rect l="0" t="0" r="r" b="b"/>
                <a:pathLst>
                  <a:path w="36" h="67">
                    <a:moveTo>
                      <a:pt x="17" y="9"/>
                    </a:moveTo>
                    <a:cubicBezTo>
                      <a:pt x="20" y="12"/>
                      <a:pt x="22" y="15"/>
                      <a:pt x="25" y="18"/>
                    </a:cubicBezTo>
                    <a:cubicBezTo>
                      <a:pt x="27" y="20"/>
                      <a:pt x="28" y="21"/>
                      <a:pt x="29" y="23"/>
                    </a:cubicBezTo>
                    <a:cubicBezTo>
                      <a:pt x="31" y="26"/>
                      <a:pt x="33" y="29"/>
                      <a:pt x="34" y="32"/>
                    </a:cubicBezTo>
                    <a:cubicBezTo>
                      <a:pt x="35" y="36"/>
                      <a:pt x="36" y="39"/>
                      <a:pt x="36" y="43"/>
                    </a:cubicBezTo>
                    <a:cubicBezTo>
                      <a:pt x="35" y="47"/>
                      <a:pt x="35" y="50"/>
                      <a:pt x="34" y="53"/>
                    </a:cubicBezTo>
                    <a:cubicBezTo>
                      <a:pt x="32" y="57"/>
                      <a:pt x="30" y="61"/>
                      <a:pt x="28" y="64"/>
                    </a:cubicBezTo>
                    <a:cubicBezTo>
                      <a:pt x="23" y="54"/>
                      <a:pt x="19" y="43"/>
                      <a:pt x="17" y="31"/>
                    </a:cubicBezTo>
                    <a:cubicBezTo>
                      <a:pt x="16" y="46"/>
                      <a:pt x="18" y="58"/>
                      <a:pt x="24" y="67"/>
                    </a:cubicBezTo>
                    <a:cubicBezTo>
                      <a:pt x="16" y="63"/>
                      <a:pt x="10" y="59"/>
                      <a:pt x="7" y="55"/>
                    </a:cubicBezTo>
                    <a:cubicBezTo>
                      <a:pt x="5" y="51"/>
                      <a:pt x="3" y="48"/>
                      <a:pt x="2" y="44"/>
                    </a:cubicBezTo>
                    <a:cubicBezTo>
                      <a:pt x="1" y="41"/>
                      <a:pt x="0" y="38"/>
                      <a:pt x="0" y="34"/>
                    </a:cubicBezTo>
                    <a:cubicBezTo>
                      <a:pt x="0" y="31"/>
                      <a:pt x="1" y="28"/>
                      <a:pt x="1" y="25"/>
                    </a:cubicBezTo>
                    <a:cubicBezTo>
                      <a:pt x="2" y="22"/>
                      <a:pt x="4" y="17"/>
                      <a:pt x="7" y="10"/>
                    </a:cubicBezTo>
                    <a:cubicBezTo>
                      <a:pt x="12" y="0"/>
                      <a:pt x="12" y="0"/>
                      <a:pt x="12" y="0"/>
                    </a:cubicBezTo>
                    <a:cubicBezTo>
                      <a:pt x="12" y="0"/>
                      <a:pt x="12" y="0"/>
                      <a:pt x="12" y="0"/>
                    </a:cubicBezTo>
                    <a:cubicBezTo>
                      <a:pt x="12" y="4"/>
                      <a:pt x="14" y="8"/>
                      <a:pt x="1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82"/>
              <p:cNvSpPr>
                <a:spLocks/>
              </p:cNvSpPr>
              <p:nvPr/>
            </p:nvSpPr>
            <p:spPr bwMode="auto">
              <a:xfrm>
                <a:off x="6235700" y="1536701"/>
                <a:ext cx="203200" cy="277813"/>
              </a:xfrm>
              <a:custGeom>
                <a:avLst/>
                <a:gdLst/>
                <a:ahLst/>
                <a:cxnLst>
                  <a:cxn ang="0">
                    <a:pos x="12" y="4"/>
                  </a:cxn>
                  <a:cxn ang="0">
                    <a:pos x="30" y="12"/>
                  </a:cxn>
                  <a:cxn ang="0">
                    <a:pos x="38" y="19"/>
                  </a:cxn>
                  <a:cxn ang="0">
                    <a:pos x="44" y="29"/>
                  </a:cxn>
                  <a:cxn ang="0">
                    <a:pos x="48" y="42"/>
                  </a:cxn>
                  <a:cxn ang="0">
                    <a:pos x="44" y="67"/>
                  </a:cxn>
                  <a:cxn ang="0">
                    <a:pos x="21" y="30"/>
                  </a:cxn>
                  <a:cxn ang="0">
                    <a:pos x="38" y="67"/>
                  </a:cxn>
                  <a:cxn ang="0">
                    <a:pos x="25" y="62"/>
                  </a:cxn>
                  <a:cxn ang="0">
                    <a:pos x="14" y="55"/>
                  </a:cxn>
                  <a:cxn ang="0">
                    <a:pos x="7" y="45"/>
                  </a:cxn>
                  <a:cxn ang="0">
                    <a:pos x="4" y="33"/>
                  </a:cxn>
                  <a:cxn ang="0">
                    <a:pos x="4" y="26"/>
                  </a:cxn>
                  <a:cxn ang="0">
                    <a:pos x="4" y="11"/>
                  </a:cxn>
                  <a:cxn ang="0">
                    <a:pos x="0" y="0"/>
                  </a:cxn>
                  <a:cxn ang="0">
                    <a:pos x="1" y="0"/>
                  </a:cxn>
                  <a:cxn ang="0">
                    <a:pos x="12" y="4"/>
                  </a:cxn>
                </a:cxnLst>
                <a:rect l="0" t="0" r="r" b="b"/>
                <a:pathLst>
                  <a:path w="49" h="67">
                    <a:moveTo>
                      <a:pt x="12" y="4"/>
                    </a:moveTo>
                    <a:cubicBezTo>
                      <a:pt x="20" y="7"/>
                      <a:pt x="26" y="10"/>
                      <a:pt x="30" y="12"/>
                    </a:cubicBezTo>
                    <a:cubicBezTo>
                      <a:pt x="33" y="14"/>
                      <a:pt x="35" y="17"/>
                      <a:pt x="38" y="19"/>
                    </a:cubicBezTo>
                    <a:cubicBezTo>
                      <a:pt x="40" y="22"/>
                      <a:pt x="43" y="25"/>
                      <a:pt x="44" y="29"/>
                    </a:cubicBezTo>
                    <a:cubicBezTo>
                      <a:pt x="47" y="33"/>
                      <a:pt x="48" y="37"/>
                      <a:pt x="48" y="42"/>
                    </a:cubicBezTo>
                    <a:cubicBezTo>
                      <a:pt x="49" y="48"/>
                      <a:pt x="47" y="57"/>
                      <a:pt x="44" y="67"/>
                    </a:cubicBezTo>
                    <a:cubicBezTo>
                      <a:pt x="41" y="53"/>
                      <a:pt x="34" y="41"/>
                      <a:pt x="21" y="30"/>
                    </a:cubicBezTo>
                    <a:cubicBezTo>
                      <a:pt x="29" y="42"/>
                      <a:pt x="34" y="54"/>
                      <a:pt x="38" y="67"/>
                    </a:cubicBezTo>
                    <a:cubicBezTo>
                      <a:pt x="33" y="66"/>
                      <a:pt x="29" y="65"/>
                      <a:pt x="25" y="62"/>
                    </a:cubicBezTo>
                    <a:cubicBezTo>
                      <a:pt x="21" y="61"/>
                      <a:pt x="17" y="58"/>
                      <a:pt x="14" y="55"/>
                    </a:cubicBezTo>
                    <a:cubicBezTo>
                      <a:pt x="11" y="52"/>
                      <a:pt x="9" y="49"/>
                      <a:pt x="7" y="45"/>
                    </a:cubicBezTo>
                    <a:cubicBezTo>
                      <a:pt x="6" y="41"/>
                      <a:pt x="5" y="37"/>
                      <a:pt x="4" y="33"/>
                    </a:cubicBezTo>
                    <a:cubicBezTo>
                      <a:pt x="4" y="30"/>
                      <a:pt x="3" y="28"/>
                      <a:pt x="4" y="26"/>
                    </a:cubicBezTo>
                    <a:cubicBezTo>
                      <a:pt x="4" y="21"/>
                      <a:pt x="4" y="16"/>
                      <a:pt x="4" y="11"/>
                    </a:cubicBezTo>
                    <a:cubicBezTo>
                      <a:pt x="5" y="8"/>
                      <a:pt x="3" y="4"/>
                      <a:pt x="0" y="0"/>
                    </a:cubicBezTo>
                    <a:cubicBezTo>
                      <a:pt x="1" y="0"/>
                      <a:pt x="1" y="0"/>
                      <a:pt x="1" y="0"/>
                    </a:cubicBezTo>
                    <a:lnTo>
                      <a:pt x="12"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83"/>
              <p:cNvSpPr>
                <a:spLocks/>
              </p:cNvSpPr>
              <p:nvPr/>
            </p:nvSpPr>
            <p:spPr bwMode="auto">
              <a:xfrm>
                <a:off x="7042150" y="1341438"/>
                <a:ext cx="107950" cy="207963"/>
              </a:xfrm>
              <a:custGeom>
                <a:avLst/>
                <a:gdLst/>
                <a:ahLst/>
                <a:cxnLst>
                  <a:cxn ang="0">
                    <a:pos x="20" y="0"/>
                  </a:cxn>
                  <a:cxn ang="0">
                    <a:pos x="20" y="0"/>
                  </a:cxn>
                  <a:cxn ang="0">
                    <a:pos x="21" y="8"/>
                  </a:cxn>
                  <a:cxn ang="0">
                    <a:pos x="24" y="16"/>
                  </a:cxn>
                  <a:cxn ang="0">
                    <a:pos x="26" y="21"/>
                  </a:cxn>
                  <a:cxn ang="0">
                    <a:pos x="26" y="29"/>
                  </a:cxn>
                  <a:cxn ang="0">
                    <a:pos x="24" y="36"/>
                  </a:cxn>
                  <a:cxn ang="0">
                    <a:pos x="20" y="43"/>
                  </a:cxn>
                  <a:cxn ang="0">
                    <a:pos x="13" y="48"/>
                  </a:cxn>
                  <a:cxn ang="0">
                    <a:pos x="15" y="23"/>
                  </a:cxn>
                  <a:cxn ang="0">
                    <a:pos x="9" y="50"/>
                  </a:cxn>
                  <a:cxn ang="0">
                    <a:pos x="1" y="36"/>
                  </a:cxn>
                  <a:cxn ang="0">
                    <a:pos x="1" y="27"/>
                  </a:cxn>
                  <a:cxn ang="0">
                    <a:pos x="2" y="20"/>
                  </a:cxn>
                  <a:cxn ang="0">
                    <a:pos x="6" y="14"/>
                  </a:cxn>
                  <a:cxn ang="0">
                    <a:pos x="14" y="5"/>
                  </a:cxn>
                  <a:cxn ang="0">
                    <a:pos x="20" y="0"/>
                  </a:cxn>
                </a:cxnLst>
                <a:rect l="0" t="0" r="r" b="b"/>
                <a:pathLst>
                  <a:path w="26" h="50">
                    <a:moveTo>
                      <a:pt x="20" y="0"/>
                    </a:moveTo>
                    <a:cubicBezTo>
                      <a:pt x="20" y="0"/>
                      <a:pt x="20" y="0"/>
                      <a:pt x="20" y="0"/>
                    </a:cubicBezTo>
                    <a:cubicBezTo>
                      <a:pt x="19" y="3"/>
                      <a:pt x="20" y="6"/>
                      <a:pt x="21" y="8"/>
                    </a:cubicBezTo>
                    <a:cubicBezTo>
                      <a:pt x="22" y="11"/>
                      <a:pt x="23" y="14"/>
                      <a:pt x="24" y="16"/>
                    </a:cubicBezTo>
                    <a:cubicBezTo>
                      <a:pt x="25" y="18"/>
                      <a:pt x="25" y="19"/>
                      <a:pt x="26" y="21"/>
                    </a:cubicBezTo>
                    <a:cubicBezTo>
                      <a:pt x="26" y="23"/>
                      <a:pt x="26" y="26"/>
                      <a:pt x="26" y="29"/>
                    </a:cubicBezTo>
                    <a:cubicBezTo>
                      <a:pt x="26" y="31"/>
                      <a:pt x="25" y="34"/>
                      <a:pt x="24" y="36"/>
                    </a:cubicBezTo>
                    <a:cubicBezTo>
                      <a:pt x="23" y="39"/>
                      <a:pt x="22" y="41"/>
                      <a:pt x="20" y="43"/>
                    </a:cubicBezTo>
                    <a:cubicBezTo>
                      <a:pt x="18" y="45"/>
                      <a:pt x="15" y="47"/>
                      <a:pt x="13" y="48"/>
                    </a:cubicBezTo>
                    <a:cubicBezTo>
                      <a:pt x="12" y="40"/>
                      <a:pt x="13" y="31"/>
                      <a:pt x="15" y="23"/>
                    </a:cubicBezTo>
                    <a:cubicBezTo>
                      <a:pt x="10" y="32"/>
                      <a:pt x="8" y="41"/>
                      <a:pt x="9" y="50"/>
                    </a:cubicBezTo>
                    <a:cubicBezTo>
                      <a:pt x="5" y="44"/>
                      <a:pt x="2" y="40"/>
                      <a:pt x="1" y="36"/>
                    </a:cubicBezTo>
                    <a:cubicBezTo>
                      <a:pt x="1" y="33"/>
                      <a:pt x="0" y="30"/>
                      <a:pt x="1" y="27"/>
                    </a:cubicBezTo>
                    <a:cubicBezTo>
                      <a:pt x="1" y="25"/>
                      <a:pt x="1" y="22"/>
                      <a:pt x="2" y="20"/>
                    </a:cubicBezTo>
                    <a:cubicBezTo>
                      <a:pt x="3" y="18"/>
                      <a:pt x="4" y="16"/>
                      <a:pt x="6" y="14"/>
                    </a:cubicBezTo>
                    <a:cubicBezTo>
                      <a:pt x="7" y="12"/>
                      <a:pt x="10" y="9"/>
                      <a:pt x="14" y="5"/>
                    </a:cubicBezTo>
                    <a:lnTo>
                      <a:pt x="2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84"/>
              <p:cNvSpPr>
                <a:spLocks/>
              </p:cNvSpPr>
              <p:nvPr/>
            </p:nvSpPr>
            <p:spPr bwMode="auto">
              <a:xfrm>
                <a:off x="6624637" y="1354138"/>
                <a:ext cx="82550" cy="157163"/>
              </a:xfrm>
              <a:custGeom>
                <a:avLst/>
                <a:gdLst/>
                <a:ahLst/>
                <a:cxnLst>
                  <a:cxn ang="0">
                    <a:pos x="5" y="6"/>
                  </a:cxn>
                  <a:cxn ang="0">
                    <a:pos x="6" y="0"/>
                  </a:cxn>
                  <a:cxn ang="0">
                    <a:pos x="6" y="0"/>
                  </a:cxn>
                  <a:cxn ang="0">
                    <a:pos x="10" y="4"/>
                  </a:cxn>
                  <a:cxn ang="0">
                    <a:pos x="16" y="11"/>
                  </a:cxn>
                  <a:cxn ang="0">
                    <a:pos x="18" y="16"/>
                  </a:cxn>
                  <a:cxn ang="0">
                    <a:pos x="20" y="22"/>
                  </a:cxn>
                  <a:cxn ang="0">
                    <a:pos x="19" y="28"/>
                  </a:cxn>
                  <a:cxn ang="0">
                    <a:pos x="12" y="38"/>
                  </a:cxn>
                  <a:cxn ang="0">
                    <a:pos x="9" y="18"/>
                  </a:cxn>
                  <a:cxn ang="0">
                    <a:pos x="9" y="37"/>
                  </a:cxn>
                  <a:cxn ang="0">
                    <a:pos x="4" y="33"/>
                  </a:cxn>
                  <a:cxn ang="0">
                    <a:pos x="1" y="27"/>
                  </a:cxn>
                  <a:cxn ang="0">
                    <a:pos x="0" y="21"/>
                  </a:cxn>
                  <a:cxn ang="0">
                    <a:pos x="1" y="15"/>
                  </a:cxn>
                  <a:cxn ang="0">
                    <a:pos x="2" y="12"/>
                  </a:cxn>
                  <a:cxn ang="0">
                    <a:pos x="5" y="6"/>
                  </a:cxn>
                </a:cxnLst>
                <a:rect l="0" t="0" r="r" b="b"/>
                <a:pathLst>
                  <a:path w="20" h="38">
                    <a:moveTo>
                      <a:pt x="5" y="6"/>
                    </a:moveTo>
                    <a:cubicBezTo>
                      <a:pt x="6" y="4"/>
                      <a:pt x="7" y="2"/>
                      <a:pt x="6" y="0"/>
                    </a:cubicBezTo>
                    <a:cubicBezTo>
                      <a:pt x="6" y="0"/>
                      <a:pt x="6" y="0"/>
                      <a:pt x="6" y="0"/>
                    </a:cubicBezTo>
                    <a:cubicBezTo>
                      <a:pt x="10" y="4"/>
                      <a:pt x="10" y="4"/>
                      <a:pt x="10" y="4"/>
                    </a:cubicBezTo>
                    <a:cubicBezTo>
                      <a:pt x="13" y="8"/>
                      <a:pt x="15" y="10"/>
                      <a:pt x="16" y="11"/>
                    </a:cubicBezTo>
                    <a:cubicBezTo>
                      <a:pt x="17" y="13"/>
                      <a:pt x="18" y="15"/>
                      <a:pt x="18" y="16"/>
                    </a:cubicBezTo>
                    <a:cubicBezTo>
                      <a:pt x="19" y="18"/>
                      <a:pt x="20" y="20"/>
                      <a:pt x="20" y="22"/>
                    </a:cubicBezTo>
                    <a:cubicBezTo>
                      <a:pt x="20" y="24"/>
                      <a:pt x="19" y="26"/>
                      <a:pt x="19" y="28"/>
                    </a:cubicBezTo>
                    <a:cubicBezTo>
                      <a:pt x="18" y="31"/>
                      <a:pt x="15" y="35"/>
                      <a:pt x="12" y="38"/>
                    </a:cubicBezTo>
                    <a:cubicBezTo>
                      <a:pt x="13" y="32"/>
                      <a:pt x="12" y="25"/>
                      <a:pt x="9" y="18"/>
                    </a:cubicBezTo>
                    <a:cubicBezTo>
                      <a:pt x="10" y="24"/>
                      <a:pt x="10" y="31"/>
                      <a:pt x="9" y="37"/>
                    </a:cubicBezTo>
                    <a:cubicBezTo>
                      <a:pt x="7" y="36"/>
                      <a:pt x="6" y="35"/>
                      <a:pt x="4" y="33"/>
                    </a:cubicBezTo>
                    <a:cubicBezTo>
                      <a:pt x="3" y="31"/>
                      <a:pt x="2" y="29"/>
                      <a:pt x="1" y="27"/>
                    </a:cubicBezTo>
                    <a:cubicBezTo>
                      <a:pt x="0" y="26"/>
                      <a:pt x="0" y="24"/>
                      <a:pt x="0" y="21"/>
                    </a:cubicBezTo>
                    <a:cubicBezTo>
                      <a:pt x="0" y="19"/>
                      <a:pt x="0" y="17"/>
                      <a:pt x="1" y="15"/>
                    </a:cubicBezTo>
                    <a:cubicBezTo>
                      <a:pt x="1" y="14"/>
                      <a:pt x="2" y="13"/>
                      <a:pt x="2" y="12"/>
                    </a:cubicBezTo>
                    <a:cubicBezTo>
                      <a:pt x="3" y="10"/>
                      <a:pt x="4" y="8"/>
                      <a:pt x="5"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85"/>
              <p:cNvSpPr>
                <a:spLocks/>
              </p:cNvSpPr>
              <p:nvPr/>
            </p:nvSpPr>
            <p:spPr bwMode="auto">
              <a:xfrm>
                <a:off x="6235700" y="2220913"/>
                <a:ext cx="276225" cy="198438"/>
              </a:xfrm>
              <a:custGeom>
                <a:avLst/>
                <a:gdLst/>
                <a:ahLst/>
                <a:cxnLst>
                  <a:cxn ang="0">
                    <a:pos x="29" y="5"/>
                  </a:cxn>
                  <a:cxn ang="0">
                    <a:pos x="43" y="1"/>
                  </a:cxn>
                  <a:cxn ang="0">
                    <a:pos x="67" y="6"/>
                  </a:cxn>
                  <a:cxn ang="0">
                    <a:pos x="31" y="28"/>
                  </a:cxn>
                  <a:cxn ang="0">
                    <a:pos x="67" y="12"/>
                  </a:cxn>
                  <a:cxn ang="0">
                    <a:pos x="63" y="25"/>
                  </a:cxn>
                  <a:cxn ang="0">
                    <a:pos x="55" y="35"/>
                  </a:cxn>
                  <a:cxn ang="0">
                    <a:pos x="45" y="42"/>
                  </a:cxn>
                  <a:cxn ang="0">
                    <a:pos x="33" y="45"/>
                  </a:cxn>
                  <a:cxn ang="0">
                    <a:pos x="26" y="46"/>
                  </a:cxn>
                  <a:cxn ang="0">
                    <a:pos x="11" y="45"/>
                  </a:cxn>
                  <a:cxn ang="0">
                    <a:pos x="0" y="48"/>
                  </a:cxn>
                  <a:cxn ang="0">
                    <a:pos x="0" y="48"/>
                  </a:cxn>
                  <a:cxn ang="0">
                    <a:pos x="4" y="37"/>
                  </a:cxn>
                  <a:cxn ang="0">
                    <a:pos x="13" y="19"/>
                  </a:cxn>
                  <a:cxn ang="0">
                    <a:pos x="20" y="11"/>
                  </a:cxn>
                  <a:cxn ang="0">
                    <a:pos x="29" y="5"/>
                  </a:cxn>
                </a:cxnLst>
                <a:rect l="0" t="0" r="r" b="b"/>
                <a:pathLst>
                  <a:path w="67" h="48">
                    <a:moveTo>
                      <a:pt x="29" y="5"/>
                    </a:moveTo>
                    <a:cubicBezTo>
                      <a:pt x="34" y="3"/>
                      <a:pt x="38" y="1"/>
                      <a:pt x="43" y="1"/>
                    </a:cubicBezTo>
                    <a:cubicBezTo>
                      <a:pt x="49" y="0"/>
                      <a:pt x="57" y="2"/>
                      <a:pt x="67" y="6"/>
                    </a:cubicBezTo>
                    <a:cubicBezTo>
                      <a:pt x="54" y="9"/>
                      <a:pt x="42" y="16"/>
                      <a:pt x="31" y="28"/>
                    </a:cubicBezTo>
                    <a:cubicBezTo>
                      <a:pt x="42" y="21"/>
                      <a:pt x="54" y="15"/>
                      <a:pt x="67" y="12"/>
                    </a:cubicBezTo>
                    <a:cubicBezTo>
                      <a:pt x="67" y="17"/>
                      <a:pt x="65" y="21"/>
                      <a:pt x="63" y="25"/>
                    </a:cubicBezTo>
                    <a:cubicBezTo>
                      <a:pt x="61" y="29"/>
                      <a:pt x="58" y="32"/>
                      <a:pt x="55" y="35"/>
                    </a:cubicBezTo>
                    <a:cubicBezTo>
                      <a:pt x="52" y="38"/>
                      <a:pt x="49" y="40"/>
                      <a:pt x="45" y="42"/>
                    </a:cubicBezTo>
                    <a:cubicBezTo>
                      <a:pt x="41" y="44"/>
                      <a:pt x="37" y="45"/>
                      <a:pt x="33" y="45"/>
                    </a:cubicBezTo>
                    <a:cubicBezTo>
                      <a:pt x="30" y="46"/>
                      <a:pt x="28" y="46"/>
                      <a:pt x="26" y="46"/>
                    </a:cubicBezTo>
                    <a:cubicBezTo>
                      <a:pt x="21" y="45"/>
                      <a:pt x="16" y="45"/>
                      <a:pt x="11" y="45"/>
                    </a:cubicBezTo>
                    <a:cubicBezTo>
                      <a:pt x="7" y="44"/>
                      <a:pt x="3" y="45"/>
                      <a:pt x="0" y="48"/>
                    </a:cubicBezTo>
                    <a:cubicBezTo>
                      <a:pt x="0" y="48"/>
                      <a:pt x="0" y="48"/>
                      <a:pt x="0" y="48"/>
                    </a:cubicBezTo>
                    <a:cubicBezTo>
                      <a:pt x="4" y="37"/>
                      <a:pt x="4" y="37"/>
                      <a:pt x="4" y="37"/>
                    </a:cubicBezTo>
                    <a:cubicBezTo>
                      <a:pt x="8" y="28"/>
                      <a:pt x="11" y="22"/>
                      <a:pt x="13" y="19"/>
                    </a:cubicBezTo>
                    <a:cubicBezTo>
                      <a:pt x="15" y="16"/>
                      <a:pt x="17" y="14"/>
                      <a:pt x="20" y="11"/>
                    </a:cubicBezTo>
                    <a:cubicBezTo>
                      <a:pt x="23" y="8"/>
                      <a:pt x="26" y="6"/>
                      <a:pt x="2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0" name="Group 196"/>
          <p:cNvGrpSpPr/>
          <p:nvPr/>
        </p:nvGrpSpPr>
        <p:grpSpPr>
          <a:xfrm>
            <a:off x="1077914" y="2959100"/>
            <a:ext cx="273050" cy="622300"/>
            <a:chOff x="825500" y="2846388"/>
            <a:chExt cx="273050" cy="622300"/>
          </a:xfrm>
          <a:solidFill>
            <a:schemeClr val="accent1"/>
          </a:solidFill>
        </p:grpSpPr>
        <p:sp>
          <p:nvSpPr>
            <p:cNvPr id="1125" name="Freeform 101"/>
            <p:cNvSpPr>
              <a:spLocks/>
            </p:cNvSpPr>
            <p:nvPr/>
          </p:nvSpPr>
          <p:spPr bwMode="auto">
            <a:xfrm>
              <a:off x="915988" y="3116263"/>
              <a:ext cx="157163" cy="185738"/>
            </a:xfrm>
            <a:custGeom>
              <a:avLst/>
              <a:gdLst/>
              <a:ahLst/>
              <a:cxnLst>
                <a:cxn ang="0">
                  <a:pos x="4" y="45"/>
                </a:cxn>
                <a:cxn ang="0">
                  <a:pos x="30" y="0"/>
                </a:cxn>
                <a:cxn ang="0">
                  <a:pos x="4" y="45"/>
                </a:cxn>
              </a:cxnLst>
              <a:rect l="0" t="0" r="r" b="b"/>
              <a:pathLst>
                <a:path w="38" h="45">
                  <a:moveTo>
                    <a:pt x="4" y="45"/>
                  </a:moveTo>
                  <a:cubicBezTo>
                    <a:pt x="0" y="21"/>
                    <a:pt x="9" y="6"/>
                    <a:pt x="30" y="0"/>
                  </a:cubicBezTo>
                  <a:cubicBezTo>
                    <a:pt x="38" y="24"/>
                    <a:pt x="29" y="39"/>
                    <a:pt x="4" y="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6" name="Freeform 102"/>
            <p:cNvSpPr>
              <a:spLocks/>
            </p:cNvSpPr>
            <p:nvPr/>
          </p:nvSpPr>
          <p:spPr bwMode="auto">
            <a:xfrm>
              <a:off x="925513" y="2846388"/>
              <a:ext cx="157163" cy="185738"/>
            </a:xfrm>
            <a:custGeom>
              <a:avLst/>
              <a:gdLst/>
              <a:ahLst/>
              <a:cxnLst>
                <a:cxn ang="0">
                  <a:pos x="30" y="0"/>
                </a:cxn>
                <a:cxn ang="0">
                  <a:pos x="4" y="45"/>
                </a:cxn>
                <a:cxn ang="0">
                  <a:pos x="30" y="0"/>
                </a:cxn>
              </a:cxnLst>
              <a:rect l="0" t="0" r="r" b="b"/>
              <a:pathLst>
                <a:path w="38" h="45">
                  <a:moveTo>
                    <a:pt x="30" y="0"/>
                  </a:moveTo>
                  <a:cubicBezTo>
                    <a:pt x="38" y="24"/>
                    <a:pt x="29" y="39"/>
                    <a:pt x="4" y="45"/>
                  </a:cubicBezTo>
                  <a:cubicBezTo>
                    <a:pt x="0" y="21"/>
                    <a:pt x="9" y="6"/>
                    <a:pt x="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 name="Freeform 103"/>
            <p:cNvSpPr>
              <a:spLocks/>
            </p:cNvSpPr>
            <p:nvPr/>
          </p:nvSpPr>
          <p:spPr bwMode="auto">
            <a:xfrm>
              <a:off x="974725" y="3360738"/>
              <a:ext cx="123825" cy="107950"/>
            </a:xfrm>
            <a:custGeom>
              <a:avLst/>
              <a:gdLst/>
              <a:ahLst/>
              <a:cxnLst>
                <a:cxn ang="0">
                  <a:pos x="0" y="21"/>
                </a:cxn>
                <a:cxn ang="0">
                  <a:pos x="30" y="3"/>
                </a:cxn>
                <a:cxn ang="0">
                  <a:pos x="0" y="21"/>
                </a:cxn>
              </a:cxnLst>
              <a:rect l="0" t="0" r="r" b="b"/>
              <a:pathLst>
                <a:path w="30" h="26">
                  <a:moveTo>
                    <a:pt x="0" y="21"/>
                  </a:moveTo>
                  <a:cubicBezTo>
                    <a:pt x="6" y="6"/>
                    <a:pt x="16" y="0"/>
                    <a:pt x="30" y="3"/>
                  </a:cubicBezTo>
                  <a:cubicBezTo>
                    <a:pt x="27" y="20"/>
                    <a:pt x="16" y="26"/>
                    <a:pt x="0"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 name="Freeform 104"/>
            <p:cNvSpPr>
              <a:spLocks/>
            </p:cNvSpPr>
            <p:nvPr/>
          </p:nvSpPr>
          <p:spPr bwMode="auto">
            <a:xfrm>
              <a:off x="825500" y="3335338"/>
              <a:ext cx="107950" cy="128588"/>
            </a:xfrm>
            <a:custGeom>
              <a:avLst/>
              <a:gdLst/>
              <a:ahLst/>
              <a:cxnLst>
                <a:cxn ang="0">
                  <a:pos x="23" y="31"/>
                </a:cxn>
                <a:cxn ang="0">
                  <a:pos x="5" y="0"/>
                </a:cxn>
                <a:cxn ang="0">
                  <a:pos x="23" y="31"/>
                </a:cxn>
              </a:cxnLst>
              <a:rect l="0" t="0" r="r" b="b"/>
              <a:pathLst>
                <a:path w="26" h="31">
                  <a:moveTo>
                    <a:pt x="23" y="31"/>
                  </a:moveTo>
                  <a:cubicBezTo>
                    <a:pt x="6" y="27"/>
                    <a:pt x="0" y="17"/>
                    <a:pt x="5" y="0"/>
                  </a:cubicBezTo>
                  <a:cubicBezTo>
                    <a:pt x="20" y="6"/>
                    <a:pt x="26" y="17"/>
                    <a:pt x="23"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25"/>
          <p:cNvGrpSpPr/>
          <p:nvPr/>
        </p:nvGrpSpPr>
        <p:grpSpPr>
          <a:xfrm>
            <a:off x="753872" y="3990610"/>
            <a:ext cx="1349152" cy="702040"/>
            <a:chOff x="764014" y="1593667"/>
            <a:chExt cx="1408928" cy="702040"/>
          </a:xfrm>
        </p:grpSpPr>
        <p:sp>
          <p:nvSpPr>
            <p:cNvPr id="237"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38"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grpSp>
        <p:nvGrpSpPr>
          <p:cNvPr id="12" name="Group 25"/>
          <p:cNvGrpSpPr/>
          <p:nvPr/>
        </p:nvGrpSpPr>
        <p:grpSpPr>
          <a:xfrm>
            <a:off x="2321131" y="3990610"/>
            <a:ext cx="1349152" cy="702040"/>
            <a:chOff x="764014" y="1593667"/>
            <a:chExt cx="1408928" cy="702040"/>
          </a:xfrm>
        </p:grpSpPr>
        <p:sp>
          <p:nvSpPr>
            <p:cNvPr id="240"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41"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grpSp>
        <p:nvGrpSpPr>
          <p:cNvPr id="13" name="Group 25"/>
          <p:cNvGrpSpPr/>
          <p:nvPr/>
        </p:nvGrpSpPr>
        <p:grpSpPr>
          <a:xfrm>
            <a:off x="3888390" y="3990610"/>
            <a:ext cx="1349152" cy="702040"/>
            <a:chOff x="764014" y="1593667"/>
            <a:chExt cx="1408928" cy="702040"/>
          </a:xfrm>
        </p:grpSpPr>
        <p:sp>
          <p:nvSpPr>
            <p:cNvPr id="243"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44"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grpSp>
        <p:nvGrpSpPr>
          <p:cNvPr id="14" name="Group 25"/>
          <p:cNvGrpSpPr/>
          <p:nvPr/>
        </p:nvGrpSpPr>
        <p:grpSpPr>
          <a:xfrm>
            <a:off x="5455649" y="3990610"/>
            <a:ext cx="1349152" cy="702040"/>
            <a:chOff x="764014" y="1593667"/>
            <a:chExt cx="1408928" cy="702040"/>
          </a:xfrm>
        </p:grpSpPr>
        <p:sp>
          <p:nvSpPr>
            <p:cNvPr id="246"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47"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grpSp>
        <p:nvGrpSpPr>
          <p:cNvPr id="15" name="Group 25"/>
          <p:cNvGrpSpPr/>
          <p:nvPr/>
        </p:nvGrpSpPr>
        <p:grpSpPr>
          <a:xfrm>
            <a:off x="7022909" y="3990610"/>
            <a:ext cx="1349152" cy="702040"/>
            <a:chOff x="764014" y="1593667"/>
            <a:chExt cx="1408928" cy="702040"/>
          </a:xfrm>
        </p:grpSpPr>
        <p:sp>
          <p:nvSpPr>
            <p:cNvPr id="249"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50"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variations</a:t>
              </a:r>
            </a:p>
            <a:p>
              <a:pPr lvl="0" defTabSz="914400">
                <a:spcBef>
                  <a:spcPct val="20000"/>
                </a:spcBef>
                <a:defRPr/>
              </a:pPr>
              <a:r>
                <a:rPr lang="en-US" sz="1000" dirty="0">
                  <a:solidFill>
                    <a:schemeClr val="bg1"/>
                  </a:solidFill>
                </a:rPr>
                <a:t> of passages of lorem</a:t>
              </a:r>
            </a:p>
            <a:p>
              <a:pPr lvl="0" defTabSz="914400">
                <a:spcBef>
                  <a:spcPct val="20000"/>
                </a:spcBef>
                <a:defRPr/>
              </a:pPr>
              <a:r>
                <a:rPr lang="en-US" sz="1000" dirty="0">
                  <a:solidFill>
                    <a:schemeClr val="bg1"/>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1000"/>
                                        <p:tgtEl>
                                          <p:spTgt spid="195"/>
                                        </p:tgtEl>
                                      </p:cBhvr>
                                    </p:animEffect>
                                  </p:childTnLst>
                                </p:cTn>
                              </p:par>
                            </p:childTnLst>
                          </p:cTn>
                        </p:par>
                        <p:par>
                          <p:cTn id="8" fill="hold">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wipe(down)">
                                      <p:cBhvr>
                                        <p:cTn id="11" dur="500"/>
                                        <p:tgtEl>
                                          <p:spTgt spid="196"/>
                                        </p:tgtEl>
                                      </p:cBhvr>
                                    </p:animEffect>
                                  </p:childTnLst>
                                </p:cTn>
                              </p:par>
                            </p:childTnLst>
                          </p:cTn>
                        </p:par>
                        <p:par>
                          <p:cTn id="12" fill="hold">
                            <p:stCondLst>
                              <p:cond delay="1500"/>
                            </p:stCondLst>
                            <p:childTnLst>
                              <p:par>
                                <p:cTn id="13" presetID="22" presetClass="entr" presetSubtype="4"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down)">
                                      <p:cBhvr>
                                        <p:cTn id="15" dur="500"/>
                                        <p:tgtEl>
                                          <p:spTgt spid="10"/>
                                        </p:tgtEl>
                                      </p:cBhvr>
                                    </p:animEffect>
                                  </p:childTnLst>
                                </p:cTn>
                              </p:par>
                            </p:childTnLst>
                          </p:cTn>
                        </p:par>
                        <p:par>
                          <p:cTn id="16" fill="hold">
                            <p:stCondLst>
                              <p:cond delay="2000"/>
                            </p:stCondLst>
                            <p:childTnLst>
                              <p:par>
                                <p:cTn id="17" presetID="22" presetClass="entr" presetSubtype="4" fill="hold" grpId="0" nodeType="afterEffect">
                                  <p:stCondLst>
                                    <p:cond delay="0"/>
                                  </p:stCondLst>
                                  <p:childTnLst>
                                    <p:set>
                                      <p:cBhvr>
                                        <p:cTn id="18" dur="1" fill="hold">
                                          <p:stCondLst>
                                            <p:cond delay="0"/>
                                          </p:stCondLst>
                                        </p:cTn>
                                        <p:tgtEl>
                                          <p:spTgt spid="1121"/>
                                        </p:tgtEl>
                                        <p:attrNameLst>
                                          <p:attrName>style.visibility</p:attrName>
                                        </p:attrNameLst>
                                      </p:cBhvr>
                                      <p:to>
                                        <p:strVal val="visible"/>
                                      </p:to>
                                    </p:set>
                                    <p:animEffect transition="in" filter="wipe(down)">
                                      <p:cBhvr>
                                        <p:cTn id="19" dur="500"/>
                                        <p:tgtEl>
                                          <p:spTgt spid="1121"/>
                                        </p:tgtEl>
                                      </p:cBhvr>
                                    </p:animEffect>
                                  </p:childTnLst>
                                </p:cTn>
                              </p:par>
                            </p:childTnLst>
                          </p:cTn>
                        </p:par>
                        <p:par>
                          <p:cTn id="20" fill="hold">
                            <p:stCondLst>
                              <p:cond delay="25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3000"/>
                            </p:stCondLst>
                            <p:childTnLst>
                              <p:par>
                                <p:cTn id="25" presetID="22" presetClass="entr" presetSubtype="4"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down)">
                                      <p:cBhvr>
                                        <p:cTn id="27" dur="500"/>
                                        <p:tgtEl>
                                          <p:spTgt spid="3"/>
                                        </p:tgtEl>
                                      </p:cBhvr>
                                    </p:animEffect>
                                  </p:childTnLst>
                                </p:cTn>
                              </p:par>
                            </p:childTnLst>
                          </p:cTn>
                        </p:par>
                        <p:par>
                          <p:cTn id="28" fill="hold">
                            <p:stCondLst>
                              <p:cond delay="3500"/>
                            </p:stCondLst>
                            <p:childTnLst>
                              <p:par>
                                <p:cTn id="29" presetID="22" presetClass="entr" presetSubtype="4"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down)">
                                      <p:cBhvr>
                                        <p:cTn id="31" dur="500"/>
                                        <p:tgtEl>
                                          <p:spTgt spid="4"/>
                                        </p:tgtEl>
                                      </p:cBhvr>
                                    </p:animEffect>
                                  </p:childTnLst>
                                </p:cTn>
                              </p:par>
                            </p:childTnLst>
                          </p:cTn>
                        </p:par>
                        <p:par>
                          <p:cTn id="32" fill="hold">
                            <p:stCondLst>
                              <p:cond delay="4000"/>
                            </p:stCondLst>
                            <p:childTnLst>
                              <p:par>
                                <p:cTn id="33" presetID="22" presetClass="entr" presetSubtype="4"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ipe(down)">
                                      <p:cBhvr>
                                        <p:cTn id="35" dur="500"/>
                                        <p:tgtEl>
                                          <p:spTgt spid="5"/>
                                        </p:tgtEl>
                                      </p:cBhvr>
                                    </p:animEffect>
                                  </p:childTnLst>
                                </p:cTn>
                              </p:par>
                            </p:childTnLst>
                          </p:cTn>
                        </p:par>
                        <p:par>
                          <p:cTn id="36" fill="hold">
                            <p:stCondLst>
                              <p:cond delay="4500"/>
                            </p:stCondLst>
                            <p:childTnLst>
                              <p:par>
                                <p:cTn id="37" presetID="2" presetClass="entr" presetSubtype="4" accel="50000" decel="50000"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500" fill="hold"/>
                                        <p:tgtEl>
                                          <p:spTgt spid="11"/>
                                        </p:tgtEl>
                                        <p:attrNameLst>
                                          <p:attrName>ppt_x</p:attrName>
                                        </p:attrNameLst>
                                      </p:cBhvr>
                                      <p:tavLst>
                                        <p:tav tm="0">
                                          <p:val>
                                            <p:strVal val="#ppt_x"/>
                                          </p:val>
                                        </p:tav>
                                        <p:tav tm="100000">
                                          <p:val>
                                            <p:strVal val="#ppt_x"/>
                                          </p:val>
                                        </p:tav>
                                      </p:tavLst>
                                    </p:anim>
                                    <p:anim calcmode="lin" valueType="num">
                                      <p:cBhvr additive="base">
                                        <p:cTn id="40" dur="500" fill="hold"/>
                                        <p:tgtEl>
                                          <p:spTgt spid="11"/>
                                        </p:tgtEl>
                                        <p:attrNameLst>
                                          <p:attrName>ppt_y</p:attrName>
                                        </p:attrNameLst>
                                      </p:cBhvr>
                                      <p:tavLst>
                                        <p:tav tm="0">
                                          <p:val>
                                            <p:strVal val="1+#ppt_h/2"/>
                                          </p:val>
                                        </p:tav>
                                        <p:tav tm="100000">
                                          <p:val>
                                            <p:strVal val="#ppt_y"/>
                                          </p:val>
                                        </p:tav>
                                      </p:tavLst>
                                    </p:anim>
                                  </p:childTnLst>
                                </p:cTn>
                              </p:par>
                            </p:childTnLst>
                          </p:cTn>
                        </p:par>
                        <p:par>
                          <p:cTn id="41" fill="hold">
                            <p:stCondLst>
                              <p:cond delay="5000"/>
                            </p:stCondLst>
                            <p:childTnLst>
                              <p:par>
                                <p:cTn id="42" presetID="2" presetClass="entr" presetSubtype="4" accel="50000" decel="50000" fill="hold" nodeType="afterEffect">
                                  <p:stCondLst>
                                    <p:cond delay="0"/>
                                  </p:stCondLst>
                                  <p:childTnLst>
                                    <p:set>
                                      <p:cBhvr>
                                        <p:cTn id="43" dur="1" fill="hold">
                                          <p:stCondLst>
                                            <p:cond delay="0"/>
                                          </p:stCondLst>
                                        </p:cTn>
                                        <p:tgtEl>
                                          <p:spTgt spid="12"/>
                                        </p:tgtEl>
                                        <p:attrNameLst>
                                          <p:attrName>style.visibility</p:attrName>
                                        </p:attrNameLst>
                                      </p:cBhvr>
                                      <p:to>
                                        <p:strVal val="visible"/>
                                      </p:to>
                                    </p:set>
                                    <p:anim calcmode="lin" valueType="num">
                                      <p:cBhvr additive="base">
                                        <p:cTn id="44" dur="500" fill="hold"/>
                                        <p:tgtEl>
                                          <p:spTgt spid="12"/>
                                        </p:tgtEl>
                                        <p:attrNameLst>
                                          <p:attrName>ppt_x</p:attrName>
                                        </p:attrNameLst>
                                      </p:cBhvr>
                                      <p:tavLst>
                                        <p:tav tm="0">
                                          <p:val>
                                            <p:strVal val="#ppt_x"/>
                                          </p:val>
                                        </p:tav>
                                        <p:tav tm="100000">
                                          <p:val>
                                            <p:strVal val="#ppt_x"/>
                                          </p:val>
                                        </p:tav>
                                      </p:tavLst>
                                    </p:anim>
                                    <p:anim calcmode="lin" valueType="num">
                                      <p:cBhvr additive="base">
                                        <p:cTn id="45" dur="500" fill="hold"/>
                                        <p:tgtEl>
                                          <p:spTgt spid="12"/>
                                        </p:tgtEl>
                                        <p:attrNameLst>
                                          <p:attrName>ppt_y</p:attrName>
                                        </p:attrNameLst>
                                      </p:cBhvr>
                                      <p:tavLst>
                                        <p:tav tm="0">
                                          <p:val>
                                            <p:strVal val="1+#ppt_h/2"/>
                                          </p:val>
                                        </p:tav>
                                        <p:tav tm="100000">
                                          <p:val>
                                            <p:strVal val="#ppt_y"/>
                                          </p:val>
                                        </p:tav>
                                      </p:tavLst>
                                    </p:anim>
                                  </p:childTnLst>
                                </p:cTn>
                              </p:par>
                            </p:childTnLst>
                          </p:cTn>
                        </p:par>
                        <p:par>
                          <p:cTn id="46" fill="hold">
                            <p:stCondLst>
                              <p:cond delay="5500"/>
                            </p:stCondLst>
                            <p:childTnLst>
                              <p:par>
                                <p:cTn id="47" presetID="2" presetClass="entr" presetSubtype="4" accel="50000" decel="50000" fill="hold"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500" fill="hold"/>
                                        <p:tgtEl>
                                          <p:spTgt spid="13"/>
                                        </p:tgtEl>
                                        <p:attrNameLst>
                                          <p:attrName>ppt_x</p:attrName>
                                        </p:attrNameLst>
                                      </p:cBhvr>
                                      <p:tavLst>
                                        <p:tav tm="0">
                                          <p:val>
                                            <p:strVal val="#ppt_x"/>
                                          </p:val>
                                        </p:tav>
                                        <p:tav tm="100000">
                                          <p:val>
                                            <p:strVal val="#ppt_x"/>
                                          </p:val>
                                        </p:tav>
                                      </p:tavLst>
                                    </p:anim>
                                    <p:anim calcmode="lin" valueType="num">
                                      <p:cBhvr additive="base">
                                        <p:cTn id="50" dur="500" fill="hold"/>
                                        <p:tgtEl>
                                          <p:spTgt spid="13"/>
                                        </p:tgtEl>
                                        <p:attrNameLst>
                                          <p:attrName>ppt_y</p:attrName>
                                        </p:attrNameLst>
                                      </p:cBhvr>
                                      <p:tavLst>
                                        <p:tav tm="0">
                                          <p:val>
                                            <p:strVal val="1+#ppt_h/2"/>
                                          </p:val>
                                        </p:tav>
                                        <p:tav tm="100000">
                                          <p:val>
                                            <p:strVal val="#ppt_y"/>
                                          </p:val>
                                        </p:tav>
                                      </p:tavLst>
                                    </p:anim>
                                  </p:childTnLst>
                                </p:cTn>
                              </p:par>
                            </p:childTnLst>
                          </p:cTn>
                        </p:par>
                        <p:par>
                          <p:cTn id="51" fill="hold">
                            <p:stCondLst>
                              <p:cond delay="6000"/>
                            </p:stCondLst>
                            <p:childTnLst>
                              <p:par>
                                <p:cTn id="52" presetID="2" presetClass="entr" presetSubtype="4" accel="50000" decel="50000" fill="hold" nodeType="after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 fill="hold"/>
                                        <p:tgtEl>
                                          <p:spTgt spid="14"/>
                                        </p:tgtEl>
                                        <p:attrNameLst>
                                          <p:attrName>ppt_x</p:attrName>
                                        </p:attrNameLst>
                                      </p:cBhvr>
                                      <p:tavLst>
                                        <p:tav tm="0">
                                          <p:val>
                                            <p:strVal val="#ppt_x"/>
                                          </p:val>
                                        </p:tav>
                                        <p:tav tm="100000">
                                          <p:val>
                                            <p:strVal val="#ppt_x"/>
                                          </p:val>
                                        </p:tav>
                                      </p:tavLst>
                                    </p:anim>
                                    <p:anim calcmode="lin" valueType="num">
                                      <p:cBhvr additive="base">
                                        <p:cTn id="55" dur="500" fill="hold"/>
                                        <p:tgtEl>
                                          <p:spTgt spid="14"/>
                                        </p:tgtEl>
                                        <p:attrNameLst>
                                          <p:attrName>ppt_y</p:attrName>
                                        </p:attrNameLst>
                                      </p:cBhvr>
                                      <p:tavLst>
                                        <p:tav tm="0">
                                          <p:val>
                                            <p:strVal val="1+#ppt_h/2"/>
                                          </p:val>
                                        </p:tav>
                                        <p:tav tm="100000">
                                          <p:val>
                                            <p:strVal val="#ppt_y"/>
                                          </p:val>
                                        </p:tav>
                                      </p:tavLst>
                                    </p:anim>
                                  </p:childTnLst>
                                </p:cTn>
                              </p:par>
                            </p:childTnLst>
                          </p:cTn>
                        </p:par>
                        <p:par>
                          <p:cTn id="56" fill="hold">
                            <p:stCondLst>
                              <p:cond delay="6500"/>
                            </p:stCondLst>
                            <p:childTnLst>
                              <p:par>
                                <p:cTn id="57" presetID="2" presetClass="entr" presetSubtype="4" accel="50000" decel="5000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500" fill="hold"/>
                                        <p:tgtEl>
                                          <p:spTgt spid="15"/>
                                        </p:tgtEl>
                                        <p:attrNameLst>
                                          <p:attrName>ppt_x</p:attrName>
                                        </p:attrNameLst>
                                      </p:cBhvr>
                                      <p:tavLst>
                                        <p:tav tm="0">
                                          <p:val>
                                            <p:strVal val="#ppt_x"/>
                                          </p:val>
                                        </p:tav>
                                        <p:tav tm="100000">
                                          <p:val>
                                            <p:strVal val="#ppt_x"/>
                                          </p:val>
                                        </p:tav>
                                      </p:tavLst>
                                    </p:anim>
                                    <p:anim calcmode="lin" valueType="num">
                                      <p:cBhvr additive="base">
                                        <p:cTn id="60"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 grpId="0" animBg="1"/>
      <p:bldP spid="1121" grpId="0" animBg="1"/>
      <p:bldP spid="19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Leafs Infographic</a:t>
            </a:r>
            <a:endParaRPr lang="en-US" dirty="0"/>
          </a:p>
        </p:txBody>
      </p:sp>
      <p:sp>
        <p:nvSpPr>
          <p:cNvPr id="8" name="Text Placeholder 7"/>
          <p:cNvSpPr>
            <a:spLocks noGrp="1"/>
          </p:cNvSpPr>
          <p:nvPr>
            <p:ph type="body" sz="half" idx="2"/>
          </p:nvPr>
        </p:nvSpPr>
        <p:spPr/>
        <p:txBody>
          <a:bodyPr/>
          <a:lstStyle/>
          <a:p>
            <a:r>
              <a:rPr lang="en-US"/>
              <a:t>Leafs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108</a:t>
            </a:fld>
            <a:endParaRPr lang="en-US" dirty="0"/>
          </a:p>
        </p:txBody>
      </p:sp>
      <p:grpSp>
        <p:nvGrpSpPr>
          <p:cNvPr id="2" name="Group 27"/>
          <p:cNvGrpSpPr/>
          <p:nvPr/>
        </p:nvGrpSpPr>
        <p:grpSpPr>
          <a:xfrm>
            <a:off x="2598739" y="2016958"/>
            <a:ext cx="3802062" cy="2916993"/>
            <a:chOff x="2417764" y="1577975"/>
            <a:chExt cx="4164012" cy="3194685"/>
          </a:xfrm>
        </p:grpSpPr>
        <p:sp>
          <p:nvSpPr>
            <p:cNvPr id="7181" name="Freeform 13"/>
            <p:cNvSpPr>
              <a:spLocks/>
            </p:cNvSpPr>
            <p:nvPr/>
          </p:nvSpPr>
          <p:spPr bwMode="auto">
            <a:xfrm>
              <a:off x="2417764" y="1577975"/>
              <a:ext cx="4164012" cy="2617787"/>
            </a:xfrm>
            <a:custGeom>
              <a:avLst/>
              <a:gdLst/>
              <a:ahLst/>
              <a:cxnLst>
                <a:cxn ang="0">
                  <a:pos x="353" y="0"/>
                </a:cxn>
                <a:cxn ang="0">
                  <a:pos x="357" y="540"/>
                </a:cxn>
                <a:cxn ang="0">
                  <a:pos x="353" y="0"/>
                </a:cxn>
              </a:cxnLst>
              <a:rect l="0" t="0" r="r" b="b"/>
              <a:pathLst>
                <a:path w="693" h="540">
                  <a:moveTo>
                    <a:pt x="353" y="0"/>
                  </a:moveTo>
                  <a:cubicBezTo>
                    <a:pt x="353" y="0"/>
                    <a:pt x="0" y="540"/>
                    <a:pt x="357" y="540"/>
                  </a:cubicBezTo>
                  <a:cubicBezTo>
                    <a:pt x="693" y="540"/>
                    <a:pt x="353" y="0"/>
                    <a:pt x="353" y="0"/>
                  </a:cubicBezTo>
                  <a:close/>
                </a:path>
              </a:pathLst>
            </a:custGeom>
            <a:gradFill>
              <a:gsLst>
                <a:gs pos="49000">
                  <a:schemeClr val="accent3"/>
                </a:gs>
                <a:gs pos="50000">
                  <a:schemeClr val="accent3">
                    <a:lumMod val="75000"/>
                  </a:schemeClr>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4"/>
            <p:cNvGrpSpPr/>
            <p:nvPr/>
          </p:nvGrpSpPr>
          <p:grpSpPr>
            <a:xfrm>
              <a:off x="3894147" y="2136523"/>
              <a:ext cx="1306494" cy="2636137"/>
              <a:chOff x="2933700" y="2201863"/>
              <a:chExt cx="336550" cy="949326"/>
            </a:xfrm>
          </p:grpSpPr>
          <p:sp>
            <p:nvSpPr>
              <p:cNvPr id="10"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4" name="Group 28"/>
          <p:cNvGrpSpPr/>
          <p:nvPr/>
        </p:nvGrpSpPr>
        <p:grpSpPr>
          <a:xfrm>
            <a:off x="1177076" y="2541261"/>
            <a:ext cx="3071282" cy="2356328"/>
            <a:chOff x="2417762" y="1577976"/>
            <a:chExt cx="4164011" cy="3194684"/>
          </a:xfrm>
        </p:grpSpPr>
        <p:sp>
          <p:nvSpPr>
            <p:cNvPr id="31" name="Freeform 13"/>
            <p:cNvSpPr>
              <a:spLocks/>
            </p:cNvSpPr>
            <p:nvPr/>
          </p:nvSpPr>
          <p:spPr bwMode="auto">
            <a:xfrm>
              <a:off x="2417762" y="1577976"/>
              <a:ext cx="4164011" cy="2617788"/>
            </a:xfrm>
            <a:custGeom>
              <a:avLst/>
              <a:gdLst/>
              <a:ahLst/>
              <a:cxnLst>
                <a:cxn ang="0">
                  <a:pos x="353" y="0"/>
                </a:cxn>
                <a:cxn ang="0">
                  <a:pos x="357" y="540"/>
                </a:cxn>
                <a:cxn ang="0">
                  <a:pos x="353" y="0"/>
                </a:cxn>
              </a:cxnLst>
              <a:rect l="0" t="0" r="r" b="b"/>
              <a:pathLst>
                <a:path w="693" h="540">
                  <a:moveTo>
                    <a:pt x="353" y="0"/>
                  </a:moveTo>
                  <a:cubicBezTo>
                    <a:pt x="353" y="0"/>
                    <a:pt x="0" y="540"/>
                    <a:pt x="357" y="540"/>
                  </a:cubicBezTo>
                  <a:cubicBezTo>
                    <a:pt x="693" y="540"/>
                    <a:pt x="353" y="0"/>
                    <a:pt x="353" y="0"/>
                  </a:cubicBezTo>
                  <a:close/>
                </a:path>
              </a:pathLst>
            </a:custGeom>
            <a:gradFill>
              <a:gsLst>
                <a:gs pos="49000">
                  <a:schemeClr val="accent2"/>
                </a:gs>
                <a:gs pos="50000">
                  <a:schemeClr val="accent2">
                    <a:lumMod val="75000"/>
                  </a:schemeClr>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31"/>
            <p:cNvGrpSpPr/>
            <p:nvPr/>
          </p:nvGrpSpPr>
          <p:grpSpPr>
            <a:xfrm>
              <a:off x="3894147" y="2136523"/>
              <a:ext cx="1306494" cy="2636137"/>
              <a:chOff x="2933700" y="2201863"/>
              <a:chExt cx="336550" cy="949326"/>
            </a:xfrm>
          </p:grpSpPr>
          <p:sp>
            <p:nvSpPr>
              <p:cNvPr id="33"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34"/>
          <p:cNvGrpSpPr/>
          <p:nvPr/>
        </p:nvGrpSpPr>
        <p:grpSpPr>
          <a:xfrm>
            <a:off x="4777318" y="2541261"/>
            <a:ext cx="3071282" cy="2356328"/>
            <a:chOff x="2417762" y="1577976"/>
            <a:chExt cx="4164011" cy="3194684"/>
          </a:xfrm>
        </p:grpSpPr>
        <p:sp>
          <p:nvSpPr>
            <p:cNvPr id="36" name="Freeform 13"/>
            <p:cNvSpPr>
              <a:spLocks/>
            </p:cNvSpPr>
            <p:nvPr/>
          </p:nvSpPr>
          <p:spPr bwMode="auto">
            <a:xfrm>
              <a:off x="2417762" y="1577976"/>
              <a:ext cx="4164011" cy="2617788"/>
            </a:xfrm>
            <a:custGeom>
              <a:avLst/>
              <a:gdLst/>
              <a:ahLst/>
              <a:cxnLst>
                <a:cxn ang="0">
                  <a:pos x="353" y="0"/>
                </a:cxn>
                <a:cxn ang="0">
                  <a:pos x="357" y="540"/>
                </a:cxn>
                <a:cxn ang="0">
                  <a:pos x="353" y="0"/>
                </a:cxn>
              </a:cxnLst>
              <a:rect l="0" t="0" r="r" b="b"/>
              <a:pathLst>
                <a:path w="693" h="540">
                  <a:moveTo>
                    <a:pt x="353" y="0"/>
                  </a:moveTo>
                  <a:cubicBezTo>
                    <a:pt x="353" y="0"/>
                    <a:pt x="0" y="540"/>
                    <a:pt x="357" y="540"/>
                  </a:cubicBezTo>
                  <a:cubicBezTo>
                    <a:pt x="693" y="540"/>
                    <a:pt x="353" y="0"/>
                    <a:pt x="353" y="0"/>
                  </a:cubicBezTo>
                  <a:close/>
                </a:path>
              </a:pathLst>
            </a:custGeom>
            <a:gradFill>
              <a:gsLst>
                <a:gs pos="49000">
                  <a:schemeClr val="accent4"/>
                </a:gs>
                <a:gs pos="50000">
                  <a:schemeClr val="accent4">
                    <a:lumMod val="75000"/>
                  </a:schemeClr>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36"/>
            <p:cNvGrpSpPr/>
            <p:nvPr/>
          </p:nvGrpSpPr>
          <p:grpSpPr>
            <a:xfrm>
              <a:off x="3894147" y="2136523"/>
              <a:ext cx="1306494" cy="2636137"/>
              <a:chOff x="2933700" y="2201863"/>
              <a:chExt cx="336550" cy="949326"/>
            </a:xfrm>
          </p:grpSpPr>
          <p:sp>
            <p:nvSpPr>
              <p:cNvPr id="38"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2" name="Group 39"/>
          <p:cNvGrpSpPr/>
          <p:nvPr/>
        </p:nvGrpSpPr>
        <p:grpSpPr>
          <a:xfrm>
            <a:off x="0" y="3211794"/>
            <a:ext cx="2438400" cy="1870772"/>
            <a:chOff x="2417764" y="1577976"/>
            <a:chExt cx="4164013" cy="3194684"/>
          </a:xfrm>
        </p:grpSpPr>
        <p:sp>
          <p:nvSpPr>
            <p:cNvPr id="41" name="Freeform 13"/>
            <p:cNvSpPr>
              <a:spLocks/>
            </p:cNvSpPr>
            <p:nvPr/>
          </p:nvSpPr>
          <p:spPr bwMode="auto">
            <a:xfrm>
              <a:off x="2417764" y="1577976"/>
              <a:ext cx="4164013" cy="2617786"/>
            </a:xfrm>
            <a:custGeom>
              <a:avLst/>
              <a:gdLst/>
              <a:ahLst/>
              <a:cxnLst>
                <a:cxn ang="0">
                  <a:pos x="353" y="0"/>
                </a:cxn>
                <a:cxn ang="0">
                  <a:pos x="357" y="540"/>
                </a:cxn>
                <a:cxn ang="0">
                  <a:pos x="353" y="0"/>
                </a:cxn>
              </a:cxnLst>
              <a:rect l="0" t="0" r="r" b="b"/>
              <a:pathLst>
                <a:path w="693" h="540">
                  <a:moveTo>
                    <a:pt x="353" y="0"/>
                  </a:moveTo>
                  <a:cubicBezTo>
                    <a:pt x="353" y="0"/>
                    <a:pt x="0" y="540"/>
                    <a:pt x="357" y="540"/>
                  </a:cubicBezTo>
                  <a:cubicBezTo>
                    <a:pt x="693" y="540"/>
                    <a:pt x="353" y="0"/>
                    <a:pt x="353" y="0"/>
                  </a:cubicBezTo>
                  <a:close/>
                </a:path>
              </a:pathLst>
            </a:custGeom>
            <a:gradFill>
              <a:gsLst>
                <a:gs pos="49000">
                  <a:schemeClr val="accent1"/>
                </a:gs>
                <a:gs pos="50000">
                  <a:schemeClr val="accent1">
                    <a:lumMod val="75000"/>
                  </a:schemeClr>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 name="Group 41"/>
            <p:cNvGrpSpPr/>
            <p:nvPr/>
          </p:nvGrpSpPr>
          <p:grpSpPr>
            <a:xfrm>
              <a:off x="3894146" y="2136523"/>
              <a:ext cx="1306495" cy="2636137"/>
              <a:chOff x="2933700" y="2201863"/>
              <a:chExt cx="336550" cy="949326"/>
            </a:xfrm>
          </p:grpSpPr>
          <p:sp>
            <p:nvSpPr>
              <p:cNvPr id="43"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4" name="Group 44"/>
          <p:cNvGrpSpPr/>
          <p:nvPr/>
        </p:nvGrpSpPr>
        <p:grpSpPr>
          <a:xfrm>
            <a:off x="6629400" y="3211794"/>
            <a:ext cx="2438400" cy="1870772"/>
            <a:chOff x="2417764" y="1577976"/>
            <a:chExt cx="4164013" cy="3194684"/>
          </a:xfrm>
        </p:grpSpPr>
        <p:sp>
          <p:nvSpPr>
            <p:cNvPr id="46" name="Freeform 13"/>
            <p:cNvSpPr>
              <a:spLocks/>
            </p:cNvSpPr>
            <p:nvPr/>
          </p:nvSpPr>
          <p:spPr bwMode="auto">
            <a:xfrm>
              <a:off x="2417764" y="1577976"/>
              <a:ext cx="4164013" cy="2617786"/>
            </a:xfrm>
            <a:custGeom>
              <a:avLst/>
              <a:gdLst/>
              <a:ahLst/>
              <a:cxnLst>
                <a:cxn ang="0">
                  <a:pos x="353" y="0"/>
                </a:cxn>
                <a:cxn ang="0">
                  <a:pos x="357" y="540"/>
                </a:cxn>
                <a:cxn ang="0">
                  <a:pos x="353" y="0"/>
                </a:cxn>
              </a:cxnLst>
              <a:rect l="0" t="0" r="r" b="b"/>
              <a:pathLst>
                <a:path w="693" h="540">
                  <a:moveTo>
                    <a:pt x="353" y="0"/>
                  </a:moveTo>
                  <a:cubicBezTo>
                    <a:pt x="353" y="0"/>
                    <a:pt x="0" y="540"/>
                    <a:pt x="357" y="540"/>
                  </a:cubicBezTo>
                  <a:cubicBezTo>
                    <a:pt x="693" y="540"/>
                    <a:pt x="353" y="0"/>
                    <a:pt x="353" y="0"/>
                  </a:cubicBezTo>
                  <a:close/>
                </a:path>
              </a:pathLst>
            </a:custGeom>
            <a:gradFill>
              <a:gsLst>
                <a:gs pos="49000">
                  <a:schemeClr val="accent5"/>
                </a:gs>
                <a:gs pos="50000">
                  <a:schemeClr val="accent5">
                    <a:lumMod val="75000"/>
                  </a:schemeClr>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 name="Group 46"/>
            <p:cNvGrpSpPr/>
            <p:nvPr/>
          </p:nvGrpSpPr>
          <p:grpSpPr>
            <a:xfrm>
              <a:off x="3894146" y="2136523"/>
              <a:ext cx="1306495" cy="2636137"/>
              <a:chOff x="2933700" y="2201863"/>
              <a:chExt cx="336550" cy="949326"/>
            </a:xfrm>
          </p:grpSpPr>
          <p:sp>
            <p:nvSpPr>
              <p:cNvPr id="48"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27" name="Freeform 201"/>
          <p:cNvSpPr>
            <a:spLocks/>
          </p:cNvSpPr>
          <p:nvPr/>
        </p:nvSpPr>
        <p:spPr bwMode="auto">
          <a:xfrm>
            <a:off x="560387" y="4772657"/>
            <a:ext cx="7974014" cy="370843"/>
          </a:xfrm>
          <a:custGeom>
            <a:avLst/>
            <a:gdLst/>
            <a:ahLst/>
            <a:cxnLst>
              <a:cxn ang="0">
                <a:pos x="2171" y="556"/>
              </a:cxn>
              <a:cxn ang="0">
                <a:pos x="0" y="556"/>
              </a:cxn>
              <a:cxn ang="0">
                <a:pos x="1113" y="0"/>
              </a:cxn>
              <a:cxn ang="0">
                <a:pos x="2171" y="556"/>
              </a:cxn>
            </a:cxnLst>
            <a:rect l="0" t="0" r="r" b="b"/>
            <a:pathLst>
              <a:path w="2171" h="556">
                <a:moveTo>
                  <a:pt x="2171" y="556"/>
                </a:moveTo>
                <a:cubicBezTo>
                  <a:pt x="0" y="556"/>
                  <a:pt x="0" y="556"/>
                  <a:pt x="0" y="556"/>
                </a:cubicBezTo>
                <a:cubicBezTo>
                  <a:pt x="0" y="556"/>
                  <a:pt x="514" y="0"/>
                  <a:pt x="1113" y="0"/>
                </a:cubicBezTo>
                <a:cubicBezTo>
                  <a:pt x="1713" y="0"/>
                  <a:pt x="2171" y="556"/>
                  <a:pt x="2171" y="556"/>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TextBox 49"/>
          <p:cNvSpPr txBox="1"/>
          <p:nvPr/>
        </p:nvSpPr>
        <p:spPr>
          <a:xfrm>
            <a:off x="238171" y="2249039"/>
            <a:ext cx="1975090" cy="954107"/>
          </a:xfrm>
          <a:prstGeom prst="rect">
            <a:avLst/>
          </a:prstGeom>
          <a:noFill/>
        </p:spPr>
        <p:txBody>
          <a:bodyPr wrap="square" rtlCol="0">
            <a:spAutoFit/>
          </a:bodyPr>
          <a:lstStyle/>
          <a:p>
            <a:pPr algn="ctr"/>
            <a:r>
              <a:rPr lang="en-US" sz="1400" b="1" dirty="0">
                <a:solidFill>
                  <a:schemeClr val="accent1"/>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51" name="TextBox 50"/>
          <p:cNvSpPr txBox="1"/>
          <p:nvPr/>
        </p:nvSpPr>
        <p:spPr>
          <a:xfrm>
            <a:off x="1758710" y="1597263"/>
            <a:ext cx="1975090" cy="954107"/>
          </a:xfrm>
          <a:prstGeom prst="rect">
            <a:avLst/>
          </a:prstGeom>
          <a:noFill/>
        </p:spPr>
        <p:txBody>
          <a:bodyPr wrap="square" rtlCol="0">
            <a:spAutoFit/>
          </a:bodyPr>
          <a:lstStyle/>
          <a:p>
            <a:pPr algn="ctr"/>
            <a:r>
              <a:rPr lang="en-US" sz="1400" b="1" dirty="0">
                <a:solidFill>
                  <a:schemeClr val="accent2"/>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52" name="TextBox 51"/>
          <p:cNvSpPr txBox="1"/>
          <p:nvPr/>
        </p:nvSpPr>
        <p:spPr>
          <a:xfrm>
            <a:off x="5324552" y="1597263"/>
            <a:ext cx="1975090" cy="954107"/>
          </a:xfrm>
          <a:prstGeom prst="rect">
            <a:avLst/>
          </a:prstGeom>
          <a:noFill/>
        </p:spPr>
        <p:txBody>
          <a:bodyPr wrap="square" rtlCol="0">
            <a:spAutoFit/>
          </a:bodyPr>
          <a:lstStyle/>
          <a:p>
            <a:pPr algn="ctr"/>
            <a:r>
              <a:rPr lang="en-US" sz="1400" b="1" dirty="0">
                <a:solidFill>
                  <a:schemeClr val="accent4"/>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53" name="TextBox 52"/>
          <p:cNvSpPr txBox="1"/>
          <p:nvPr/>
        </p:nvSpPr>
        <p:spPr>
          <a:xfrm>
            <a:off x="6881942" y="2258767"/>
            <a:ext cx="1975090" cy="954107"/>
          </a:xfrm>
          <a:prstGeom prst="rect">
            <a:avLst/>
          </a:prstGeom>
          <a:noFill/>
        </p:spPr>
        <p:txBody>
          <a:bodyPr wrap="square" rtlCol="0">
            <a:spAutoFit/>
          </a:bodyPr>
          <a:lstStyle/>
          <a:p>
            <a:pPr algn="ctr"/>
            <a:r>
              <a:rPr lang="en-US" sz="1400" b="1" dirty="0">
                <a:solidFill>
                  <a:schemeClr val="accent5"/>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54" name="TextBox 53"/>
          <p:cNvSpPr txBox="1"/>
          <p:nvPr/>
        </p:nvSpPr>
        <p:spPr>
          <a:xfrm>
            <a:off x="3511310" y="1008043"/>
            <a:ext cx="1975090" cy="954107"/>
          </a:xfrm>
          <a:prstGeom prst="rect">
            <a:avLst/>
          </a:prstGeom>
          <a:noFill/>
        </p:spPr>
        <p:txBody>
          <a:bodyPr wrap="square" rtlCol="0">
            <a:spAutoFit/>
          </a:bodyPr>
          <a:lstStyle/>
          <a:p>
            <a:pPr algn="ctr"/>
            <a:r>
              <a:rPr lang="en-US" sz="1400" b="1" dirty="0">
                <a:solidFill>
                  <a:schemeClr val="accent3"/>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slide(fromBottom)">
                                      <p:cBhvr>
                                        <p:cTn id="7" dur="500"/>
                                        <p:tgtEl>
                                          <p:spTgt spid="27"/>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slide(fromBottom)">
                                      <p:cBhvr>
                                        <p:cTn id="11" dur="500"/>
                                        <p:tgtEl>
                                          <p:spTgt spid="12"/>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wipe(down)">
                                      <p:cBhvr>
                                        <p:cTn id="15" dur="500"/>
                                        <p:tgtEl>
                                          <p:spTgt spid="50"/>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slide(fromBottom)">
                                      <p:cBhvr>
                                        <p:cTn id="19" dur="500"/>
                                        <p:tgtEl>
                                          <p:spTgt spid="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1"/>
                                        </p:tgtEl>
                                        <p:attrNameLst>
                                          <p:attrName>style.visibility</p:attrName>
                                        </p:attrNameLst>
                                      </p:cBhvr>
                                      <p:to>
                                        <p:strVal val="visible"/>
                                      </p:to>
                                    </p:set>
                                    <p:animEffect transition="in" filter="wipe(down)">
                                      <p:cBhvr>
                                        <p:cTn id="23" dur="500"/>
                                        <p:tgtEl>
                                          <p:spTgt spid="51"/>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slide(fromBottom)">
                                      <p:cBhvr>
                                        <p:cTn id="27" dur="500"/>
                                        <p:tgtEl>
                                          <p:spTgt spid="2"/>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down)">
                                      <p:cBhvr>
                                        <p:cTn id="31" dur="500"/>
                                        <p:tgtEl>
                                          <p:spTgt spid="54"/>
                                        </p:tgtEl>
                                      </p:cBhvr>
                                    </p:animEffect>
                                  </p:childTnLst>
                                </p:cTn>
                              </p:par>
                            </p:childTnLst>
                          </p:cTn>
                        </p:par>
                        <p:par>
                          <p:cTn id="32" fill="hold">
                            <p:stCondLst>
                              <p:cond delay="3500"/>
                            </p:stCondLst>
                            <p:childTnLst>
                              <p:par>
                                <p:cTn id="33" presetID="12" presetClass="entr" presetSubtype="4"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slide(fromBottom)">
                                      <p:cBhvr>
                                        <p:cTn id="35" dur="500"/>
                                        <p:tgtEl>
                                          <p:spTgt spid="6"/>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wipe(down)">
                                      <p:cBhvr>
                                        <p:cTn id="39" dur="500"/>
                                        <p:tgtEl>
                                          <p:spTgt spid="52"/>
                                        </p:tgtEl>
                                      </p:cBhvr>
                                    </p:animEffect>
                                  </p:childTnLst>
                                </p:cTn>
                              </p:par>
                            </p:childTnLst>
                          </p:cTn>
                        </p:par>
                        <p:par>
                          <p:cTn id="40" fill="hold">
                            <p:stCondLst>
                              <p:cond delay="4500"/>
                            </p:stCondLst>
                            <p:childTnLst>
                              <p:par>
                                <p:cTn id="41" presetID="12" presetClass="entr" presetSubtype="4" fill="hold" nodeType="after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slide(fromBottom)">
                                      <p:cBhvr>
                                        <p:cTn id="43" dur="500"/>
                                        <p:tgtEl>
                                          <p:spTgt spid="14"/>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3"/>
                                        </p:tgtEl>
                                        <p:attrNameLst>
                                          <p:attrName>style.visibility</p:attrName>
                                        </p:attrNameLst>
                                      </p:cBhvr>
                                      <p:to>
                                        <p:strVal val="visible"/>
                                      </p:to>
                                    </p:set>
                                    <p:animEffect transition="in" filter="wipe(down)">
                                      <p:cBhvr>
                                        <p:cTn id="4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50" grpId="0"/>
      <p:bldP spid="51" grpId="0"/>
      <p:bldP spid="52" grpId="0"/>
      <p:bldP spid="53" grpId="0"/>
      <p:bldP spid="5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Tree Infographic</a:t>
            </a:r>
            <a:endParaRPr lang="en-US" dirty="0"/>
          </a:p>
        </p:txBody>
      </p:sp>
      <p:sp>
        <p:nvSpPr>
          <p:cNvPr id="8" name="Text Placeholder 7"/>
          <p:cNvSpPr>
            <a:spLocks noGrp="1"/>
          </p:cNvSpPr>
          <p:nvPr>
            <p:ph type="body" sz="half" idx="2"/>
          </p:nvPr>
        </p:nvSpPr>
        <p:spPr/>
        <p:txBody>
          <a:bodyPr/>
          <a:lstStyle/>
          <a:p>
            <a:r>
              <a:rPr lang="en-US"/>
              <a:t>Tree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109</a:t>
            </a:fld>
            <a:endParaRPr lang="en-US" dirty="0"/>
          </a:p>
        </p:txBody>
      </p:sp>
      <p:grpSp>
        <p:nvGrpSpPr>
          <p:cNvPr id="2" name="Group 25"/>
          <p:cNvGrpSpPr/>
          <p:nvPr/>
        </p:nvGrpSpPr>
        <p:grpSpPr>
          <a:xfrm>
            <a:off x="6057088" y="1936381"/>
            <a:ext cx="1870579" cy="639242"/>
            <a:chOff x="1662667" y="916536"/>
            <a:chExt cx="1870579" cy="639242"/>
          </a:xfrm>
        </p:grpSpPr>
        <p:sp>
          <p:nvSpPr>
            <p:cNvPr id="16" name="Text Placeholder 3"/>
            <p:cNvSpPr txBox="1">
              <a:spLocks/>
            </p:cNvSpPr>
            <p:nvPr/>
          </p:nvSpPr>
          <p:spPr>
            <a:xfrm>
              <a:off x="1662668"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17" name="Text Placeholder 3"/>
            <p:cNvSpPr txBox="1">
              <a:spLocks/>
            </p:cNvSpPr>
            <p:nvPr/>
          </p:nvSpPr>
          <p:spPr>
            <a:xfrm>
              <a:off x="1662667" y="1094113"/>
              <a:ext cx="1870579"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the a the passages lorem ipsum available, but the majority have suffered  of the</a:t>
              </a:r>
            </a:p>
          </p:txBody>
        </p:sp>
      </p:grpSp>
      <p:grpSp>
        <p:nvGrpSpPr>
          <p:cNvPr id="3" name="Group 28"/>
          <p:cNvGrpSpPr/>
          <p:nvPr/>
        </p:nvGrpSpPr>
        <p:grpSpPr>
          <a:xfrm>
            <a:off x="1143000" y="1933537"/>
            <a:ext cx="1890060" cy="644930"/>
            <a:chOff x="896124" y="916536"/>
            <a:chExt cx="1890060" cy="644930"/>
          </a:xfrm>
        </p:grpSpPr>
        <p:sp>
          <p:nvSpPr>
            <p:cNvPr id="19" name="Text Placeholder 3"/>
            <p:cNvSpPr txBox="1">
              <a:spLocks/>
            </p:cNvSpPr>
            <p:nvPr/>
          </p:nvSpPr>
          <p:spPr>
            <a:xfrm>
              <a:off x="2128952" y="91653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20" name="Text Placeholder 3"/>
            <p:cNvSpPr txBox="1">
              <a:spLocks/>
            </p:cNvSpPr>
            <p:nvPr/>
          </p:nvSpPr>
          <p:spPr>
            <a:xfrm>
              <a:off x="896124" y="1099801"/>
              <a:ext cx="1890060"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the a the passages lorem ipsum available, but the majority have suffered  of the</a:t>
              </a:r>
            </a:p>
          </p:txBody>
        </p:sp>
      </p:grpSp>
      <p:grpSp>
        <p:nvGrpSpPr>
          <p:cNvPr id="4" name="Group 61"/>
          <p:cNvGrpSpPr/>
          <p:nvPr/>
        </p:nvGrpSpPr>
        <p:grpSpPr>
          <a:xfrm>
            <a:off x="6765348" y="3030589"/>
            <a:ext cx="1994403" cy="639242"/>
            <a:chOff x="1662667" y="916536"/>
            <a:chExt cx="1994403" cy="639242"/>
          </a:xfrm>
        </p:grpSpPr>
        <p:sp>
          <p:nvSpPr>
            <p:cNvPr id="22" name="Text Placeholder 3"/>
            <p:cNvSpPr txBox="1">
              <a:spLocks/>
            </p:cNvSpPr>
            <p:nvPr/>
          </p:nvSpPr>
          <p:spPr>
            <a:xfrm>
              <a:off x="1662668" y="91653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23" name="Text Placeholder 3"/>
            <p:cNvSpPr txBox="1">
              <a:spLocks/>
            </p:cNvSpPr>
            <p:nvPr/>
          </p:nvSpPr>
          <p:spPr>
            <a:xfrm>
              <a:off x="1662667" y="1094113"/>
              <a:ext cx="1994403"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the a the passages lorem ipsum available, but the majority have suffered  of the</a:t>
              </a:r>
            </a:p>
          </p:txBody>
        </p:sp>
      </p:grpSp>
      <p:grpSp>
        <p:nvGrpSpPr>
          <p:cNvPr id="5" name="Group 64"/>
          <p:cNvGrpSpPr/>
          <p:nvPr/>
        </p:nvGrpSpPr>
        <p:grpSpPr>
          <a:xfrm>
            <a:off x="578792" y="3070669"/>
            <a:ext cx="1861920" cy="644930"/>
            <a:chOff x="924264" y="916536"/>
            <a:chExt cx="1861920" cy="644930"/>
          </a:xfrm>
        </p:grpSpPr>
        <p:sp>
          <p:nvSpPr>
            <p:cNvPr id="25" name="Text Placeholder 3"/>
            <p:cNvSpPr txBox="1">
              <a:spLocks/>
            </p:cNvSpPr>
            <p:nvPr/>
          </p:nvSpPr>
          <p:spPr>
            <a:xfrm>
              <a:off x="1942554"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26" name="Text Placeholder 3"/>
            <p:cNvSpPr txBox="1">
              <a:spLocks/>
            </p:cNvSpPr>
            <p:nvPr/>
          </p:nvSpPr>
          <p:spPr>
            <a:xfrm>
              <a:off x="924264" y="1099801"/>
              <a:ext cx="1861920"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the a the passages lorem ipsum available, but the majority have suffered  of the</a:t>
              </a:r>
            </a:p>
          </p:txBody>
        </p:sp>
      </p:grpSp>
      <p:grpSp>
        <p:nvGrpSpPr>
          <p:cNvPr id="6" name="Group 28"/>
          <p:cNvGrpSpPr/>
          <p:nvPr/>
        </p:nvGrpSpPr>
        <p:grpSpPr>
          <a:xfrm>
            <a:off x="3605359" y="1156382"/>
            <a:ext cx="1933282" cy="491042"/>
            <a:chOff x="1253094" y="916536"/>
            <a:chExt cx="1933282" cy="491042"/>
          </a:xfrm>
        </p:grpSpPr>
        <p:sp>
          <p:nvSpPr>
            <p:cNvPr id="28" name="Text Placeholder 3"/>
            <p:cNvSpPr txBox="1">
              <a:spLocks/>
            </p:cNvSpPr>
            <p:nvPr/>
          </p:nvSpPr>
          <p:spPr>
            <a:xfrm>
              <a:off x="1891120" y="91653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29" name="Text Placeholder 3"/>
            <p:cNvSpPr txBox="1">
              <a:spLocks/>
            </p:cNvSpPr>
            <p:nvPr/>
          </p:nvSpPr>
          <p:spPr>
            <a:xfrm>
              <a:off x="1253094" y="1099801"/>
              <a:ext cx="193328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of the a the passages lorem ipsum available</a:t>
              </a:r>
            </a:p>
          </p:txBody>
        </p:sp>
      </p:grpSp>
      <p:sp>
        <p:nvSpPr>
          <p:cNvPr id="7173" name="Freeform 5"/>
          <p:cNvSpPr>
            <a:spLocks/>
          </p:cNvSpPr>
          <p:nvPr/>
        </p:nvSpPr>
        <p:spPr bwMode="auto">
          <a:xfrm>
            <a:off x="2522343" y="3002272"/>
            <a:ext cx="1781155" cy="770499"/>
          </a:xfrm>
          <a:custGeom>
            <a:avLst/>
            <a:gdLst/>
            <a:ahLst/>
            <a:cxnLst>
              <a:cxn ang="0">
                <a:pos x="325" y="0"/>
              </a:cxn>
              <a:cxn ang="0">
                <a:pos x="0" y="143"/>
              </a:cxn>
              <a:cxn ang="0">
                <a:pos x="323" y="277"/>
              </a:cxn>
              <a:cxn ang="0">
                <a:pos x="641" y="132"/>
              </a:cxn>
              <a:cxn ang="0">
                <a:pos x="325" y="0"/>
              </a:cxn>
            </a:cxnLst>
            <a:rect l="0" t="0" r="r" b="b"/>
            <a:pathLst>
              <a:path w="641" h="277">
                <a:moveTo>
                  <a:pt x="325" y="0"/>
                </a:moveTo>
                <a:cubicBezTo>
                  <a:pt x="132" y="0"/>
                  <a:pt x="0" y="143"/>
                  <a:pt x="0" y="143"/>
                </a:cubicBezTo>
                <a:cubicBezTo>
                  <a:pt x="119" y="243"/>
                  <a:pt x="229" y="277"/>
                  <a:pt x="323" y="277"/>
                </a:cubicBezTo>
                <a:cubicBezTo>
                  <a:pt x="517" y="277"/>
                  <a:pt x="641" y="132"/>
                  <a:pt x="641" y="132"/>
                </a:cubicBezTo>
                <a:cubicBezTo>
                  <a:pt x="527" y="33"/>
                  <a:pt x="419" y="0"/>
                  <a:pt x="325" y="0"/>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4" name="Freeform 6"/>
          <p:cNvSpPr>
            <a:spLocks/>
          </p:cNvSpPr>
          <p:nvPr/>
        </p:nvSpPr>
        <p:spPr bwMode="auto">
          <a:xfrm>
            <a:off x="3131805" y="2171668"/>
            <a:ext cx="1290836" cy="1234800"/>
          </a:xfrm>
          <a:custGeom>
            <a:avLst/>
            <a:gdLst/>
            <a:ahLst/>
            <a:cxnLst>
              <a:cxn ang="0">
                <a:pos x="8" y="0"/>
              </a:cxn>
              <a:cxn ang="0">
                <a:pos x="0" y="0"/>
              </a:cxn>
              <a:cxn ang="0">
                <a:pos x="446" y="444"/>
              </a:cxn>
              <a:cxn ang="0">
                <a:pos x="464" y="443"/>
              </a:cxn>
              <a:cxn ang="0">
                <a:pos x="8" y="0"/>
              </a:cxn>
            </a:cxnLst>
            <a:rect l="0" t="0" r="r" b="b"/>
            <a:pathLst>
              <a:path w="464" h="444">
                <a:moveTo>
                  <a:pt x="8" y="0"/>
                </a:moveTo>
                <a:cubicBezTo>
                  <a:pt x="3" y="0"/>
                  <a:pt x="0" y="0"/>
                  <a:pt x="0" y="0"/>
                </a:cubicBezTo>
                <a:cubicBezTo>
                  <a:pt x="39" y="418"/>
                  <a:pt x="365" y="444"/>
                  <a:pt x="446" y="444"/>
                </a:cubicBezTo>
                <a:cubicBezTo>
                  <a:pt x="457" y="444"/>
                  <a:pt x="464" y="443"/>
                  <a:pt x="464" y="443"/>
                </a:cubicBezTo>
                <a:cubicBezTo>
                  <a:pt x="430" y="18"/>
                  <a:pt x="68" y="0"/>
                  <a:pt x="8" y="0"/>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5" name="Freeform 7"/>
          <p:cNvSpPr>
            <a:spLocks/>
          </p:cNvSpPr>
          <p:nvPr/>
        </p:nvSpPr>
        <p:spPr bwMode="auto">
          <a:xfrm>
            <a:off x="3678742" y="1725446"/>
            <a:ext cx="1725119" cy="1783154"/>
          </a:xfrm>
          <a:custGeom>
            <a:avLst/>
            <a:gdLst/>
            <a:ahLst/>
            <a:cxnLst>
              <a:cxn ang="0">
                <a:pos x="303" y="0"/>
              </a:cxn>
              <a:cxn ang="0">
                <a:pos x="322" y="641"/>
              </a:cxn>
              <a:cxn ang="0">
                <a:pos x="303" y="0"/>
              </a:cxn>
            </a:cxnLst>
            <a:rect l="0" t="0" r="r" b="b"/>
            <a:pathLst>
              <a:path w="621" h="641">
                <a:moveTo>
                  <a:pt x="303" y="0"/>
                </a:moveTo>
                <a:cubicBezTo>
                  <a:pt x="0" y="371"/>
                  <a:pt x="322" y="641"/>
                  <a:pt x="322" y="641"/>
                </a:cubicBezTo>
                <a:cubicBezTo>
                  <a:pt x="621" y="285"/>
                  <a:pt x="303" y="0"/>
                  <a:pt x="303" y="0"/>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6" name="Freeform 8"/>
          <p:cNvSpPr>
            <a:spLocks/>
          </p:cNvSpPr>
          <p:nvPr/>
        </p:nvSpPr>
        <p:spPr bwMode="auto">
          <a:xfrm>
            <a:off x="4569541" y="2156979"/>
            <a:ext cx="1398908" cy="1308846"/>
          </a:xfrm>
          <a:custGeom>
            <a:avLst/>
            <a:gdLst/>
            <a:ahLst/>
            <a:cxnLst>
              <a:cxn ang="0">
                <a:pos x="476" y="0"/>
              </a:cxn>
              <a:cxn ang="0">
                <a:pos x="40" y="470"/>
              </a:cxn>
              <a:cxn ang="0">
                <a:pos x="476" y="0"/>
              </a:cxn>
            </a:cxnLst>
            <a:rect l="0" t="0" r="r" b="b"/>
            <a:pathLst>
              <a:path w="503" h="470">
                <a:moveTo>
                  <a:pt x="476" y="0"/>
                </a:moveTo>
                <a:cubicBezTo>
                  <a:pt x="0" y="51"/>
                  <a:pt x="40" y="470"/>
                  <a:pt x="40" y="470"/>
                </a:cubicBezTo>
                <a:cubicBezTo>
                  <a:pt x="503" y="427"/>
                  <a:pt x="476" y="0"/>
                  <a:pt x="476" y="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7" name="Freeform 9"/>
          <p:cNvSpPr>
            <a:spLocks/>
          </p:cNvSpPr>
          <p:nvPr/>
        </p:nvSpPr>
        <p:spPr bwMode="auto">
          <a:xfrm>
            <a:off x="4878452" y="3002272"/>
            <a:ext cx="1783156" cy="770499"/>
          </a:xfrm>
          <a:custGeom>
            <a:avLst/>
            <a:gdLst/>
            <a:ahLst/>
            <a:cxnLst>
              <a:cxn ang="0">
                <a:pos x="325" y="0"/>
              </a:cxn>
              <a:cxn ang="0">
                <a:pos x="0" y="153"/>
              </a:cxn>
              <a:cxn ang="0">
                <a:pos x="310" y="277"/>
              </a:cxn>
              <a:cxn ang="0">
                <a:pos x="641" y="125"/>
              </a:cxn>
              <a:cxn ang="0">
                <a:pos x="325" y="0"/>
              </a:cxn>
            </a:cxnLst>
            <a:rect l="0" t="0" r="r" b="b"/>
            <a:pathLst>
              <a:path w="641" h="277">
                <a:moveTo>
                  <a:pt x="325" y="0"/>
                </a:moveTo>
                <a:cubicBezTo>
                  <a:pt x="126" y="0"/>
                  <a:pt x="0" y="153"/>
                  <a:pt x="0" y="153"/>
                </a:cubicBezTo>
                <a:cubicBezTo>
                  <a:pt x="113" y="245"/>
                  <a:pt x="218" y="277"/>
                  <a:pt x="310" y="277"/>
                </a:cubicBezTo>
                <a:cubicBezTo>
                  <a:pt x="509" y="277"/>
                  <a:pt x="641" y="125"/>
                  <a:pt x="641" y="125"/>
                </a:cubicBezTo>
                <a:cubicBezTo>
                  <a:pt x="524" y="32"/>
                  <a:pt x="417" y="0"/>
                  <a:pt x="325" y="0"/>
                </a:cubicBezTo>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37"/>
          <p:cNvGrpSpPr/>
          <p:nvPr/>
        </p:nvGrpSpPr>
        <p:grpSpPr>
          <a:xfrm>
            <a:off x="2305697" y="3456147"/>
            <a:ext cx="4618784" cy="1612574"/>
            <a:chOff x="2315416" y="3388051"/>
            <a:chExt cx="4618784" cy="1612574"/>
          </a:xfrm>
        </p:grpSpPr>
        <p:sp>
          <p:nvSpPr>
            <p:cNvPr id="7178" name="Freeform 10"/>
            <p:cNvSpPr>
              <a:spLocks/>
            </p:cNvSpPr>
            <p:nvPr/>
          </p:nvSpPr>
          <p:spPr bwMode="auto">
            <a:xfrm>
              <a:off x="4134298" y="3388051"/>
              <a:ext cx="776113" cy="1420300"/>
            </a:xfrm>
            <a:custGeom>
              <a:avLst/>
              <a:gdLst/>
              <a:ahLst/>
              <a:cxnLst>
                <a:cxn ang="0">
                  <a:pos x="317" y="728"/>
                </a:cxn>
                <a:cxn ang="0">
                  <a:pos x="300" y="323"/>
                </a:cxn>
                <a:cxn ang="0">
                  <a:pos x="393" y="116"/>
                </a:cxn>
                <a:cxn ang="0">
                  <a:pos x="348" y="125"/>
                </a:cxn>
                <a:cxn ang="0">
                  <a:pos x="264" y="184"/>
                </a:cxn>
                <a:cxn ang="0">
                  <a:pos x="196" y="15"/>
                </a:cxn>
                <a:cxn ang="0">
                  <a:pos x="187" y="126"/>
                </a:cxn>
                <a:cxn ang="0">
                  <a:pos x="117" y="81"/>
                </a:cxn>
                <a:cxn ang="0">
                  <a:pos x="65" y="40"/>
                </a:cxn>
                <a:cxn ang="0">
                  <a:pos x="126" y="182"/>
                </a:cxn>
                <a:cxn ang="0">
                  <a:pos x="24" y="86"/>
                </a:cxn>
                <a:cxn ang="0">
                  <a:pos x="21" y="129"/>
                </a:cxn>
                <a:cxn ang="0">
                  <a:pos x="104" y="227"/>
                </a:cxn>
                <a:cxn ang="0">
                  <a:pos x="24" y="184"/>
                </a:cxn>
                <a:cxn ang="0">
                  <a:pos x="48" y="238"/>
                </a:cxn>
                <a:cxn ang="0">
                  <a:pos x="173" y="392"/>
                </a:cxn>
                <a:cxn ang="0">
                  <a:pos x="152" y="728"/>
                </a:cxn>
                <a:cxn ang="0">
                  <a:pos x="317" y="728"/>
                </a:cxn>
              </a:cxnLst>
              <a:rect l="0" t="0" r="r" b="b"/>
              <a:pathLst>
                <a:path w="398" h="728">
                  <a:moveTo>
                    <a:pt x="317" y="728"/>
                  </a:moveTo>
                  <a:cubicBezTo>
                    <a:pt x="317" y="728"/>
                    <a:pt x="261" y="475"/>
                    <a:pt x="300" y="323"/>
                  </a:cubicBezTo>
                  <a:cubicBezTo>
                    <a:pt x="339" y="171"/>
                    <a:pt x="398" y="140"/>
                    <a:pt x="393" y="116"/>
                  </a:cubicBezTo>
                  <a:cubicBezTo>
                    <a:pt x="387" y="93"/>
                    <a:pt x="358" y="103"/>
                    <a:pt x="348" y="125"/>
                  </a:cubicBezTo>
                  <a:cubicBezTo>
                    <a:pt x="338" y="146"/>
                    <a:pt x="299" y="192"/>
                    <a:pt x="264" y="184"/>
                  </a:cubicBezTo>
                  <a:cubicBezTo>
                    <a:pt x="228" y="176"/>
                    <a:pt x="221" y="30"/>
                    <a:pt x="196" y="15"/>
                  </a:cubicBezTo>
                  <a:cubicBezTo>
                    <a:pt x="170" y="0"/>
                    <a:pt x="178" y="68"/>
                    <a:pt x="187" y="126"/>
                  </a:cubicBezTo>
                  <a:cubicBezTo>
                    <a:pt x="196" y="184"/>
                    <a:pt x="147" y="151"/>
                    <a:pt x="117" y="81"/>
                  </a:cubicBezTo>
                  <a:cubicBezTo>
                    <a:pt x="87" y="10"/>
                    <a:pt x="69" y="31"/>
                    <a:pt x="65" y="40"/>
                  </a:cubicBezTo>
                  <a:cubicBezTo>
                    <a:pt x="62" y="50"/>
                    <a:pt x="131" y="176"/>
                    <a:pt x="126" y="182"/>
                  </a:cubicBezTo>
                  <a:cubicBezTo>
                    <a:pt x="120" y="188"/>
                    <a:pt x="33" y="83"/>
                    <a:pt x="24" y="86"/>
                  </a:cubicBezTo>
                  <a:cubicBezTo>
                    <a:pt x="15" y="89"/>
                    <a:pt x="0" y="96"/>
                    <a:pt x="21" y="129"/>
                  </a:cubicBezTo>
                  <a:cubicBezTo>
                    <a:pt x="42" y="162"/>
                    <a:pt x="108" y="218"/>
                    <a:pt x="104" y="227"/>
                  </a:cubicBezTo>
                  <a:cubicBezTo>
                    <a:pt x="99" y="236"/>
                    <a:pt x="45" y="185"/>
                    <a:pt x="24" y="184"/>
                  </a:cubicBezTo>
                  <a:cubicBezTo>
                    <a:pt x="4" y="182"/>
                    <a:pt x="12" y="211"/>
                    <a:pt x="48" y="238"/>
                  </a:cubicBezTo>
                  <a:cubicBezTo>
                    <a:pt x="84" y="264"/>
                    <a:pt x="172" y="294"/>
                    <a:pt x="173" y="392"/>
                  </a:cubicBezTo>
                  <a:cubicBezTo>
                    <a:pt x="174" y="491"/>
                    <a:pt x="152" y="728"/>
                    <a:pt x="152" y="728"/>
                  </a:cubicBezTo>
                  <a:lnTo>
                    <a:pt x="317" y="728"/>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9" name="Freeform 11"/>
            <p:cNvSpPr>
              <a:spLocks/>
            </p:cNvSpPr>
            <p:nvPr/>
          </p:nvSpPr>
          <p:spPr bwMode="auto">
            <a:xfrm>
              <a:off x="2315416" y="4470118"/>
              <a:ext cx="4618784" cy="530507"/>
            </a:xfrm>
            <a:custGeom>
              <a:avLst/>
              <a:gdLst/>
              <a:ahLst/>
              <a:cxnLst>
                <a:cxn ang="0">
                  <a:pos x="1229" y="237"/>
                </a:cxn>
                <a:cxn ang="0">
                  <a:pos x="0" y="272"/>
                </a:cxn>
                <a:cxn ang="0">
                  <a:pos x="1229" y="237"/>
                </a:cxn>
              </a:cxnLst>
              <a:rect l="0" t="0" r="r" b="b"/>
              <a:pathLst>
                <a:path w="1229" h="272">
                  <a:moveTo>
                    <a:pt x="1229" y="237"/>
                  </a:moveTo>
                  <a:cubicBezTo>
                    <a:pt x="1229" y="237"/>
                    <a:pt x="463" y="138"/>
                    <a:pt x="0" y="272"/>
                  </a:cubicBezTo>
                  <a:cubicBezTo>
                    <a:pt x="0" y="272"/>
                    <a:pt x="516" y="0"/>
                    <a:pt x="1229" y="237"/>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 name="Freeform 245"/>
          <p:cNvSpPr>
            <a:spLocks/>
          </p:cNvSpPr>
          <p:nvPr/>
        </p:nvSpPr>
        <p:spPr bwMode="auto">
          <a:xfrm>
            <a:off x="5100363" y="2603299"/>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5"/>
          <p:cNvSpPr>
            <a:spLocks noEditPoints="1"/>
          </p:cNvSpPr>
          <p:nvPr/>
        </p:nvSpPr>
        <p:spPr bwMode="auto">
          <a:xfrm>
            <a:off x="4353876" y="2385329"/>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217"/>
          <p:cNvSpPr>
            <a:spLocks noEditPoints="1"/>
          </p:cNvSpPr>
          <p:nvPr/>
        </p:nvSpPr>
        <p:spPr bwMode="auto">
          <a:xfrm>
            <a:off x="3179624" y="3247237"/>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16"/>
          <p:cNvSpPr>
            <a:spLocks noEditPoints="1"/>
          </p:cNvSpPr>
          <p:nvPr/>
        </p:nvSpPr>
        <p:spPr bwMode="auto">
          <a:xfrm>
            <a:off x="3612993" y="2630337"/>
            <a:ext cx="339094" cy="341400"/>
          </a:xfrm>
          <a:custGeom>
            <a:avLst/>
            <a:gdLst/>
            <a:ahLst/>
            <a:cxnLst>
              <a:cxn ang="0">
                <a:pos x="68" y="34"/>
              </a:cxn>
              <a:cxn ang="0">
                <a:pos x="34" y="68"/>
              </a:cxn>
              <a:cxn ang="0">
                <a:pos x="0" y="34"/>
              </a:cxn>
              <a:cxn ang="0">
                <a:pos x="34" y="0"/>
              </a:cxn>
              <a:cxn ang="0">
                <a:pos x="68" y="34"/>
              </a:cxn>
              <a:cxn ang="0">
                <a:pos x="15" y="40"/>
              </a:cxn>
              <a:cxn ang="0">
                <a:pos x="14" y="34"/>
              </a:cxn>
              <a:cxn ang="0">
                <a:pos x="15" y="27"/>
              </a:cxn>
              <a:cxn ang="0">
                <a:pos x="8" y="20"/>
              </a:cxn>
              <a:cxn ang="0">
                <a:pos x="5" y="34"/>
              </a:cxn>
              <a:cxn ang="0">
                <a:pos x="8" y="47"/>
              </a:cxn>
              <a:cxn ang="0">
                <a:pos x="15" y="40"/>
              </a:cxn>
              <a:cxn ang="0">
                <a:pos x="48" y="34"/>
              </a:cxn>
              <a:cxn ang="0">
                <a:pos x="34" y="19"/>
              </a:cxn>
              <a:cxn ang="0">
                <a:pos x="19" y="34"/>
              </a:cxn>
              <a:cxn ang="0">
                <a:pos x="34" y="48"/>
              </a:cxn>
              <a:cxn ang="0">
                <a:pos x="48" y="34"/>
              </a:cxn>
              <a:cxn ang="0">
                <a:pos x="20" y="8"/>
              </a:cxn>
              <a:cxn ang="0">
                <a:pos x="27" y="15"/>
              </a:cxn>
              <a:cxn ang="0">
                <a:pos x="34" y="14"/>
              </a:cxn>
              <a:cxn ang="0">
                <a:pos x="40" y="15"/>
              </a:cxn>
              <a:cxn ang="0">
                <a:pos x="47" y="8"/>
              </a:cxn>
              <a:cxn ang="0">
                <a:pos x="34" y="5"/>
              </a:cxn>
              <a:cxn ang="0">
                <a:pos x="20" y="8"/>
              </a:cxn>
              <a:cxn ang="0">
                <a:pos x="47" y="59"/>
              </a:cxn>
              <a:cxn ang="0">
                <a:pos x="40" y="52"/>
              </a:cxn>
              <a:cxn ang="0">
                <a:pos x="34" y="53"/>
              </a:cxn>
              <a:cxn ang="0">
                <a:pos x="27" y="52"/>
              </a:cxn>
              <a:cxn ang="0">
                <a:pos x="20" y="59"/>
              </a:cxn>
              <a:cxn ang="0">
                <a:pos x="34" y="63"/>
              </a:cxn>
              <a:cxn ang="0">
                <a:pos x="47" y="59"/>
              </a:cxn>
              <a:cxn ang="0">
                <a:pos x="60" y="47"/>
              </a:cxn>
              <a:cxn ang="0">
                <a:pos x="63" y="34"/>
              </a:cxn>
              <a:cxn ang="0">
                <a:pos x="60" y="20"/>
              </a:cxn>
              <a:cxn ang="0">
                <a:pos x="52" y="27"/>
              </a:cxn>
              <a:cxn ang="0">
                <a:pos x="53" y="34"/>
              </a:cxn>
              <a:cxn ang="0">
                <a:pos x="52" y="40"/>
              </a:cxn>
              <a:cxn ang="0">
                <a:pos x="60" y="47"/>
              </a:cxn>
            </a:cxnLst>
            <a:rect l="0" t="0" r="r" b="b"/>
            <a:pathLst>
              <a:path w="68" h="68">
                <a:moveTo>
                  <a:pt x="68" y="34"/>
                </a:moveTo>
                <a:cubicBezTo>
                  <a:pt x="68" y="52"/>
                  <a:pt x="53" y="68"/>
                  <a:pt x="34" y="68"/>
                </a:cubicBezTo>
                <a:cubicBezTo>
                  <a:pt x="15" y="68"/>
                  <a:pt x="0" y="52"/>
                  <a:pt x="0" y="34"/>
                </a:cubicBezTo>
                <a:cubicBezTo>
                  <a:pt x="0" y="15"/>
                  <a:pt x="15" y="0"/>
                  <a:pt x="34" y="0"/>
                </a:cubicBezTo>
                <a:cubicBezTo>
                  <a:pt x="53" y="0"/>
                  <a:pt x="68" y="15"/>
                  <a:pt x="68" y="34"/>
                </a:cubicBezTo>
                <a:close/>
                <a:moveTo>
                  <a:pt x="15" y="40"/>
                </a:moveTo>
                <a:cubicBezTo>
                  <a:pt x="15" y="38"/>
                  <a:pt x="14" y="36"/>
                  <a:pt x="14" y="34"/>
                </a:cubicBezTo>
                <a:cubicBezTo>
                  <a:pt x="14" y="31"/>
                  <a:pt x="15" y="29"/>
                  <a:pt x="15" y="27"/>
                </a:cubicBezTo>
                <a:cubicBezTo>
                  <a:pt x="8" y="20"/>
                  <a:pt x="8" y="20"/>
                  <a:pt x="8" y="20"/>
                </a:cubicBezTo>
                <a:cubicBezTo>
                  <a:pt x="6" y="24"/>
                  <a:pt x="5" y="29"/>
                  <a:pt x="5" y="34"/>
                </a:cubicBezTo>
                <a:cubicBezTo>
                  <a:pt x="5" y="39"/>
                  <a:pt x="6" y="43"/>
                  <a:pt x="8" y="47"/>
                </a:cubicBezTo>
                <a:lnTo>
                  <a:pt x="15" y="40"/>
                </a:lnTo>
                <a:close/>
                <a:moveTo>
                  <a:pt x="48" y="34"/>
                </a:moveTo>
                <a:cubicBezTo>
                  <a:pt x="48" y="26"/>
                  <a:pt x="42" y="19"/>
                  <a:pt x="34" y="19"/>
                </a:cubicBezTo>
                <a:cubicBezTo>
                  <a:pt x="26" y="19"/>
                  <a:pt x="19" y="26"/>
                  <a:pt x="19" y="34"/>
                </a:cubicBezTo>
                <a:cubicBezTo>
                  <a:pt x="19" y="42"/>
                  <a:pt x="26" y="48"/>
                  <a:pt x="34" y="48"/>
                </a:cubicBezTo>
                <a:cubicBezTo>
                  <a:pt x="42" y="48"/>
                  <a:pt x="48" y="42"/>
                  <a:pt x="48" y="34"/>
                </a:cubicBezTo>
                <a:close/>
                <a:moveTo>
                  <a:pt x="20" y="8"/>
                </a:moveTo>
                <a:cubicBezTo>
                  <a:pt x="27" y="15"/>
                  <a:pt x="27" y="15"/>
                  <a:pt x="27" y="15"/>
                </a:cubicBezTo>
                <a:cubicBezTo>
                  <a:pt x="29" y="15"/>
                  <a:pt x="32" y="14"/>
                  <a:pt x="34" y="14"/>
                </a:cubicBezTo>
                <a:cubicBezTo>
                  <a:pt x="36" y="14"/>
                  <a:pt x="38" y="15"/>
                  <a:pt x="40" y="15"/>
                </a:cubicBezTo>
                <a:cubicBezTo>
                  <a:pt x="47" y="8"/>
                  <a:pt x="47" y="8"/>
                  <a:pt x="47" y="8"/>
                </a:cubicBezTo>
                <a:cubicBezTo>
                  <a:pt x="43" y="6"/>
                  <a:pt x="39" y="5"/>
                  <a:pt x="34" y="5"/>
                </a:cubicBezTo>
                <a:cubicBezTo>
                  <a:pt x="29" y="5"/>
                  <a:pt x="24" y="6"/>
                  <a:pt x="20" y="8"/>
                </a:cubicBezTo>
                <a:close/>
                <a:moveTo>
                  <a:pt x="47" y="59"/>
                </a:moveTo>
                <a:cubicBezTo>
                  <a:pt x="40" y="52"/>
                  <a:pt x="40" y="52"/>
                  <a:pt x="40" y="52"/>
                </a:cubicBezTo>
                <a:cubicBezTo>
                  <a:pt x="38" y="53"/>
                  <a:pt x="36" y="53"/>
                  <a:pt x="34" y="53"/>
                </a:cubicBezTo>
                <a:cubicBezTo>
                  <a:pt x="32" y="53"/>
                  <a:pt x="29" y="53"/>
                  <a:pt x="27" y="52"/>
                </a:cubicBezTo>
                <a:cubicBezTo>
                  <a:pt x="20" y="59"/>
                  <a:pt x="20" y="59"/>
                  <a:pt x="20" y="59"/>
                </a:cubicBezTo>
                <a:cubicBezTo>
                  <a:pt x="24" y="62"/>
                  <a:pt x="29" y="63"/>
                  <a:pt x="34" y="63"/>
                </a:cubicBezTo>
                <a:cubicBezTo>
                  <a:pt x="39" y="63"/>
                  <a:pt x="43" y="62"/>
                  <a:pt x="47" y="59"/>
                </a:cubicBezTo>
                <a:close/>
                <a:moveTo>
                  <a:pt x="60" y="47"/>
                </a:moveTo>
                <a:cubicBezTo>
                  <a:pt x="62" y="43"/>
                  <a:pt x="63" y="39"/>
                  <a:pt x="63" y="34"/>
                </a:cubicBezTo>
                <a:cubicBezTo>
                  <a:pt x="63" y="29"/>
                  <a:pt x="62" y="24"/>
                  <a:pt x="60" y="20"/>
                </a:cubicBezTo>
                <a:cubicBezTo>
                  <a:pt x="52" y="27"/>
                  <a:pt x="52" y="27"/>
                  <a:pt x="52" y="27"/>
                </a:cubicBezTo>
                <a:cubicBezTo>
                  <a:pt x="53" y="29"/>
                  <a:pt x="53" y="32"/>
                  <a:pt x="53" y="34"/>
                </a:cubicBezTo>
                <a:cubicBezTo>
                  <a:pt x="53" y="36"/>
                  <a:pt x="53" y="38"/>
                  <a:pt x="52" y="40"/>
                </a:cubicBezTo>
                <a:lnTo>
                  <a:pt x="60" y="4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135"/>
          <p:cNvSpPr>
            <a:spLocks noEditPoints="1"/>
          </p:cNvSpPr>
          <p:nvPr/>
        </p:nvSpPr>
        <p:spPr bwMode="auto">
          <a:xfrm>
            <a:off x="5584375" y="3226270"/>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7173"/>
                                        </p:tgtEl>
                                        <p:attrNameLst>
                                          <p:attrName>style.visibility</p:attrName>
                                        </p:attrNameLst>
                                      </p:cBhvr>
                                      <p:to>
                                        <p:strVal val="visible"/>
                                      </p:to>
                                    </p:set>
                                    <p:animEffect transition="in" filter="wipe(right)">
                                      <p:cBhvr>
                                        <p:cTn id="11" dur="500"/>
                                        <p:tgtEl>
                                          <p:spTgt spid="7173"/>
                                        </p:tgtEl>
                                      </p:cBhvr>
                                    </p:animEffect>
                                  </p:childTnLst>
                                </p:cTn>
                              </p:par>
                              <p:par>
                                <p:cTn id="12" presetID="53" presetClass="entr" presetSubtype="0" fill="hold" grpId="0" nodeType="withEffect">
                                  <p:stCondLst>
                                    <p:cond delay="0"/>
                                  </p:stCondLst>
                                  <p:childTnLst>
                                    <p:set>
                                      <p:cBhvr>
                                        <p:cTn id="13" dur="1" fill="hold">
                                          <p:stCondLst>
                                            <p:cond delay="0"/>
                                          </p:stCondLst>
                                        </p:cTn>
                                        <p:tgtEl>
                                          <p:spTgt spid="34"/>
                                        </p:tgtEl>
                                        <p:attrNameLst>
                                          <p:attrName>style.visibility</p:attrName>
                                        </p:attrNameLst>
                                      </p:cBhvr>
                                      <p:to>
                                        <p:strVal val="visible"/>
                                      </p:to>
                                    </p:set>
                                    <p:anim calcmode="lin" valueType="num">
                                      <p:cBhvr>
                                        <p:cTn id="14" dur="500" fill="hold"/>
                                        <p:tgtEl>
                                          <p:spTgt spid="34"/>
                                        </p:tgtEl>
                                        <p:attrNameLst>
                                          <p:attrName>ppt_w</p:attrName>
                                        </p:attrNameLst>
                                      </p:cBhvr>
                                      <p:tavLst>
                                        <p:tav tm="0">
                                          <p:val>
                                            <p:fltVal val="0"/>
                                          </p:val>
                                        </p:tav>
                                        <p:tav tm="100000">
                                          <p:val>
                                            <p:strVal val="#ppt_w"/>
                                          </p:val>
                                        </p:tav>
                                      </p:tavLst>
                                    </p:anim>
                                    <p:anim calcmode="lin" valueType="num">
                                      <p:cBhvr>
                                        <p:cTn id="15" dur="500" fill="hold"/>
                                        <p:tgtEl>
                                          <p:spTgt spid="34"/>
                                        </p:tgtEl>
                                        <p:attrNameLst>
                                          <p:attrName>ppt_h</p:attrName>
                                        </p:attrNameLst>
                                      </p:cBhvr>
                                      <p:tavLst>
                                        <p:tav tm="0">
                                          <p:val>
                                            <p:fltVal val="0"/>
                                          </p:val>
                                        </p:tav>
                                        <p:tav tm="100000">
                                          <p:val>
                                            <p:strVal val="#ppt_h"/>
                                          </p:val>
                                        </p:tav>
                                      </p:tavLst>
                                    </p:anim>
                                    <p:animEffect transition="in" filter="fade">
                                      <p:cBhvr>
                                        <p:cTn id="16" dur="500"/>
                                        <p:tgtEl>
                                          <p:spTgt spid="34"/>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7174"/>
                                        </p:tgtEl>
                                        <p:attrNameLst>
                                          <p:attrName>style.visibility</p:attrName>
                                        </p:attrNameLst>
                                      </p:cBhvr>
                                      <p:to>
                                        <p:strVal val="visible"/>
                                      </p:to>
                                    </p:set>
                                    <p:animEffect transition="in" filter="wipe(down)">
                                      <p:cBhvr>
                                        <p:cTn id="20" dur="500"/>
                                        <p:tgtEl>
                                          <p:spTgt spid="7174"/>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p:cTn id="23" dur="500" fill="hold"/>
                                        <p:tgtEl>
                                          <p:spTgt spid="35"/>
                                        </p:tgtEl>
                                        <p:attrNameLst>
                                          <p:attrName>ppt_w</p:attrName>
                                        </p:attrNameLst>
                                      </p:cBhvr>
                                      <p:tavLst>
                                        <p:tav tm="0">
                                          <p:val>
                                            <p:fltVal val="0"/>
                                          </p:val>
                                        </p:tav>
                                        <p:tav tm="100000">
                                          <p:val>
                                            <p:strVal val="#ppt_w"/>
                                          </p:val>
                                        </p:tav>
                                      </p:tavLst>
                                    </p:anim>
                                    <p:anim calcmode="lin" valueType="num">
                                      <p:cBhvr>
                                        <p:cTn id="24" dur="500" fill="hold"/>
                                        <p:tgtEl>
                                          <p:spTgt spid="35"/>
                                        </p:tgtEl>
                                        <p:attrNameLst>
                                          <p:attrName>ppt_h</p:attrName>
                                        </p:attrNameLst>
                                      </p:cBhvr>
                                      <p:tavLst>
                                        <p:tav tm="0">
                                          <p:val>
                                            <p:fltVal val="0"/>
                                          </p:val>
                                        </p:tav>
                                        <p:tav tm="100000">
                                          <p:val>
                                            <p:strVal val="#ppt_h"/>
                                          </p:val>
                                        </p:tav>
                                      </p:tavLst>
                                    </p:anim>
                                    <p:animEffect transition="in" filter="fade">
                                      <p:cBhvr>
                                        <p:cTn id="25" dur="500"/>
                                        <p:tgtEl>
                                          <p:spTgt spid="35"/>
                                        </p:tgtEl>
                                      </p:cBhvr>
                                    </p:animEffect>
                                  </p:childTnLst>
                                </p:cTn>
                              </p:par>
                            </p:childTnLst>
                          </p:cTn>
                        </p:par>
                        <p:par>
                          <p:cTn id="26" fill="hold">
                            <p:stCondLst>
                              <p:cond delay="1500"/>
                            </p:stCondLst>
                            <p:childTnLst>
                              <p:par>
                                <p:cTn id="27" presetID="22" presetClass="entr" presetSubtype="4" fill="hold" grpId="0" nodeType="afterEffect">
                                  <p:stCondLst>
                                    <p:cond delay="0"/>
                                  </p:stCondLst>
                                  <p:childTnLst>
                                    <p:set>
                                      <p:cBhvr>
                                        <p:cTn id="28" dur="1" fill="hold">
                                          <p:stCondLst>
                                            <p:cond delay="0"/>
                                          </p:stCondLst>
                                        </p:cTn>
                                        <p:tgtEl>
                                          <p:spTgt spid="7175"/>
                                        </p:tgtEl>
                                        <p:attrNameLst>
                                          <p:attrName>style.visibility</p:attrName>
                                        </p:attrNameLst>
                                      </p:cBhvr>
                                      <p:to>
                                        <p:strVal val="visible"/>
                                      </p:to>
                                    </p:set>
                                    <p:animEffect transition="in" filter="wipe(down)">
                                      <p:cBhvr>
                                        <p:cTn id="29" dur="500"/>
                                        <p:tgtEl>
                                          <p:spTgt spid="7175"/>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33"/>
                                        </p:tgtEl>
                                        <p:attrNameLst>
                                          <p:attrName>style.visibility</p:attrName>
                                        </p:attrNameLst>
                                      </p:cBhvr>
                                      <p:to>
                                        <p:strVal val="visible"/>
                                      </p:to>
                                    </p:set>
                                    <p:anim calcmode="lin" valueType="num">
                                      <p:cBhvr>
                                        <p:cTn id="32" dur="500" fill="hold"/>
                                        <p:tgtEl>
                                          <p:spTgt spid="33"/>
                                        </p:tgtEl>
                                        <p:attrNameLst>
                                          <p:attrName>ppt_w</p:attrName>
                                        </p:attrNameLst>
                                      </p:cBhvr>
                                      <p:tavLst>
                                        <p:tav tm="0">
                                          <p:val>
                                            <p:fltVal val="0"/>
                                          </p:val>
                                        </p:tav>
                                        <p:tav tm="100000">
                                          <p:val>
                                            <p:strVal val="#ppt_w"/>
                                          </p:val>
                                        </p:tav>
                                      </p:tavLst>
                                    </p:anim>
                                    <p:anim calcmode="lin" valueType="num">
                                      <p:cBhvr>
                                        <p:cTn id="33" dur="500" fill="hold"/>
                                        <p:tgtEl>
                                          <p:spTgt spid="33"/>
                                        </p:tgtEl>
                                        <p:attrNameLst>
                                          <p:attrName>ppt_h</p:attrName>
                                        </p:attrNameLst>
                                      </p:cBhvr>
                                      <p:tavLst>
                                        <p:tav tm="0">
                                          <p:val>
                                            <p:fltVal val="0"/>
                                          </p:val>
                                        </p:tav>
                                        <p:tav tm="100000">
                                          <p:val>
                                            <p:strVal val="#ppt_h"/>
                                          </p:val>
                                        </p:tav>
                                      </p:tavLst>
                                    </p:anim>
                                    <p:animEffect transition="in" filter="fade">
                                      <p:cBhvr>
                                        <p:cTn id="34" dur="500"/>
                                        <p:tgtEl>
                                          <p:spTgt spid="33"/>
                                        </p:tgtEl>
                                      </p:cBhvr>
                                    </p:animEffect>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7176"/>
                                        </p:tgtEl>
                                        <p:attrNameLst>
                                          <p:attrName>style.visibility</p:attrName>
                                        </p:attrNameLst>
                                      </p:cBhvr>
                                      <p:to>
                                        <p:strVal val="visible"/>
                                      </p:to>
                                    </p:set>
                                    <p:animEffect transition="in" filter="wipe(left)">
                                      <p:cBhvr>
                                        <p:cTn id="38" dur="500"/>
                                        <p:tgtEl>
                                          <p:spTgt spid="7176"/>
                                        </p:tgtEl>
                                      </p:cBhvr>
                                    </p:animEffect>
                                  </p:childTnLst>
                                </p:cTn>
                              </p:par>
                              <p:par>
                                <p:cTn id="39" presetID="53" presetClass="entr" presetSubtype="0" fill="hold" grpId="0" nodeType="withEffect">
                                  <p:stCondLst>
                                    <p:cond delay="0"/>
                                  </p:stCondLst>
                                  <p:childTnLst>
                                    <p:set>
                                      <p:cBhvr>
                                        <p:cTn id="40" dur="1" fill="hold">
                                          <p:stCondLst>
                                            <p:cond delay="0"/>
                                          </p:stCondLst>
                                        </p:cTn>
                                        <p:tgtEl>
                                          <p:spTgt spid="32"/>
                                        </p:tgtEl>
                                        <p:attrNameLst>
                                          <p:attrName>style.visibility</p:attrName>
                                        </p:attrNameLst>
                                      </p:cBhvr>
                                      <p:to>
                                        <p:strVal val="visible"/>
                                      </p:to>
                                    </p:set>
                                    <p:anim calcmode="lin" valueType="num">
                                      <p:cBhvr>
                                        <p:cTn id="41" dur="500" fill="hold"/>
                                        <p:tgtEl>
                                          <p:spTgt spid="32"/>
                                        </p:tgtEl>
                                        <p:attrNameLst>
                                          <p:attrName>ppt_w</p:attrName>
                                        </p:attrNameLst>
                                      </p:cBhvr>
                                      <p:tavLst>
                                        <p:tav tm="0">
                                          <p:val>
                                            <p:fltVal val="0"/>
                                          </p:val>
                                        </p:tav>
                                        <p:tav tm="100000">
                                          <p:val>
                                            <p:strVal val="#ppt_w"/>
                                          </p:val>
                                        </p:tav>
                                      </p:tavLst>
                                    </p:anim>
                                    <p:anim calcmode="lin" valueType="num">
                                      <p:cBhvr>
                                        <p:cTn id="42" dur="500" fill="hold"/>
                                        <p:tgtEl>
                                          <p:spTgt spid="32"/>
                                        </p:tgtEl>
                                        <p:attrNameLst>
                                          <p:attrName>ppt_h</p:attrName>
                                        </p:attrNameLst>
                                      </p:cBhvr>
                                      <p:tavLst>
                                        <p:tav tm="0">
                                          <p:val>
                                            <p:fltVal val="0"/>
                                          </p:val>
                                        </p:tav>
                                        <p:tav tm="100000">
                                          <p:val>
                                            <p:strVal val="#ppt_h"/>
                                          </p:val>
                                        </p:tav>
                                      </p:tavLst>
                                    </p:anim>
                                    <p:animEffect transition="in" filter="fade">
                                      <p:cBhvr>
                                        <p:cTn id="43" dur="500"/>
                                        <p:tgtEl>
                                          <p:spTgt spid="32"/>
                                        </p:tgtEl>
                                      </p:cBhvr>
                                    </p:animEffect>
                                  </p:childTnLst>
                                </p:cTn>
                              </p:par>
                            </p:childTnLst>
                          </p:cTn>
                        </p:par>
                        <p:par>
                          <p:cTn id="44" fill="hold">
                            <p:stCondLst>
                              <p:cond delay="2500"/>
                            </p:stCondLst>
                            <p:childTnLst>
                              <p:par>
                                <p:cTn id="45" presetID="22" presetClass="entr" presetSubtype="8" fill="hold" grpId="0" nodeType="afterEffect">
                                  <p:stCondLst>
                                    <p:cond delay="0"/>
                                  </p:stCondLst>
                                  <p:childTnLst>
                                    <p:set>
                                      <p:cBhvr>
                                        <p:cTn id="46" dur="1" fill="hold">
                                          <p:stCondLst>
                                            <p:cond delay="0"/>
                                          </p:stCondLst>
                                        </p:cTn>
                                        <p:tgtEl>
                                          <p:spTgt spid="7177"/>
                                        </p:tgtEl>
                                        <p:attrNameLst>
                                          <p:attrName>style.visibility</p:attrName>
                                        </p:attrNameLst>
                                      </p:cBhvr>
                                      <p:to>
                                        <p:strVal val="visible"/>
                                      </p:to>
                                    </p:set>
                                    <p:animEffect transition="in" filter="wipe(left)">
                                      <p:cBhvr>
                                        <p:cTn id="47" dur="500"/>
                                        <p:tgtEl>
                                          <p:spTgt spid="7177"/>
                                        </p:tgtEl>
                                      </p:cBhvr>
                                    </p:animEffect>
                                  </p:childTnLst>
                                </p:cTn>
                              </p:par>
                              <p:par>
                                <p:cTn id="48" presetID="53" presetClass="entr" presetSubtype="0" fill="hold" grpId="0" nodeType="withEffect">
                                  <p:stCondLst>
                                    <p:cond delay="0"/>
                                  </p:stCondLst>
                                  <p:childTnLst>
                                    <p:set>
                                      <p:cBhvr>
                                        <p:cTn id="49" dur="1" fill="hold">
                                          <p:stCondLst>
                                            <p:cond delay="0"/>
                                          </p:stCondLst>
                                        </p:cTn>
                                        <p:tgtEl>
                                          <p:spTgt spid="36"/>
                                        </p:tgtEl>
                                        <p:attrNameLst>
                                          <p:attrName>style.visibility</p:attrName>
                                        </p:attrNameLst>
                                      </p:cBhvr>
                                      <p:to>
                                        <p:strVal val="visible"/>
                                      </p:to>
                                    </p:set>
                                    <p:anim calcmode="lin" valueType="num">
                                      <p:cBhvr>
                                        <p:cTn id="50" dur="500" fill="hold"/>
                                        <p:tgtEl>
                                          <p:spTgt spid="36"/>
                                        </p:tgtEl>
                                        <p:attrNameLst>
                                          <p:attrName>ppt_w</p:attrName>
                                        </p:attrNameLst>
                                      </p:cBhvr>
                                      <p:tavLst>
                                        <p:tav tm="0">
                                          <p:val>
                                            <p:fltVal val="0"/>
                                          </p:val>
                                        </p:tav>
                                        <p:tav tm="100000">
                                          <p:val>
                                            <p:strVal val="#ppt_w"/>
                                          </p:val>
                                        </p:tav>
                                      </p:tavLst>
                                    </p:anim>
                                    <p:anim calcmode="lin" valueType="num">
                                      <p:cBhvr>
                                        <p:cTn id="51" dur="500" fill="hold"/>
                                        <p:tgtEl>
                                          <p:spTgt spid="36"/>
                                        </p:tgtEl>
                                        <p:attrNameLst>
                                          <p:attrName>ppt_h</p:attrName>
                                        </p:attrNameLst>
                                      </p:cBhvr>
                                      <p:tavLst>
                                        <p:tav tm="0">
                                          <p:val>
                                            <p:fltVal val="0"/>
                                          </p:val>
                                        </p:tav>
                                        <p:tav tm="100000">
                                          <p:val>
                                            <p:strVal val="#ppt_h"/>
                                          </p:val>
                                        </p:tav>
                                      </p:tavLst>
                                    </p:anim>
                                    <p:animEffect transition="in" filter="fade">
                                      <p:cBhvr>
                                        <p:cTn id="52" dur="500"/>
                                        <p:tgtEl>
                                          <p:spTgt spid="36"/>
                                        </p:tgtEl>
                                      </p:cBhvr>
                                    </p:animEffect>
                                  </p:childTnLst>
                                </p:cTn>
                              </p:par>
                            </p:childTnLst>
                          </p:cTn>
                        </p:par>
                        <p:par>
                          <p:cTn id="53" fill="hold">
                            <p:stCondLst>
                              <p:cond delay="3000"/>
                            </p:stCondLst>
                            <p:childTnLst>
                              <p:par>
                                <p:cTn id="54" presetID="42" presetClass="entr" presetSubtype="0" fill="hold" nodeType="afterEffect">
                                  <p:stCondLst>
                                    <p:cond delay="0"/>
                                  </p:stCondLst>
                                  <p:childTnLst>
                                    <p:set>
                                      <p:cBhvr>
                                        <p:cTn id="55" dur="1" fill="hold">
                                          <p:stCondLst>
                                            <p:cond delay="0"/>
                                          </p:stCondLst>
                                        </p:cTn>
                                        <p:tgtEl>
                                          <p:spTgt spid="6"/>
                                        </p:tgtEl>
                                        <p:attrNameLst>
                                          <p:attrName>style.visibility</p:attrName>
                                        </p:attrNameLst>
                                      </p:cBhvr>
                                      <p:to>
                                        <p:strVal val="visible"/>
                                      </p:to>
                                    </p:set>
                                    <p:animEffect transition="in" filter="fade">
                                      <p:cBhvr>
                                        <p:cTn id="56" dur="500"/>
                                        <p:tgtEl>
                                          <p:spTgt spid="6"/>
                                        </p:tgtEl>
                                      </p:cBhvr>
                                    </p:animEffect>
                                    <p:anim calcmode="lin" valueType="num">
                                      <p:cBhvr>
                                        <p:cTn id="57" dur="500" fill="hold"/>
                                        <p:tgtEl>
                                          <p:spTgt spid="6"/>
                                        </p:tgtEl>
                                        <p:attrNameLst>
                                          <p:attrName>ppt_x</p:attrName>
                                        </p:attrNameLst>
                                      </p:cBhvr>
                                      <p:tavLst>
                                        <p:tav tm="0">
                                          <p:val>
                                            <p:strVal val="#ppt_x"/>
                                          </p:val>
                                        </p:tav>
                                        <p:tav tm="100000">
                                          <p:val>
                                            <p:strVal val="#ppt_x"/>
                                          </p:val>
                                        </p:tav>
                                      </p:tavLst>
                                    </p:anim>
                                    <p:anim calcmode="lin" valueType="num">
                                      <p:cBhvr>
                                        <p:cTn id="58" dur="500" fill="hold"/>
                                        <p:tgtEl>
                                          <p:spTgt spid="6"/>
                                        </p:tgtEl>
                                        <p:attrNameLst>
                                          <p:attrName>ppt_y</p:attrName>
                                        </p:attrNameLst>
                                      </p:cBhvr>
                                      <p:tavLst>
                                        <p:tav tm="0">
                                          <p:val>
                                            <p:strVal val="#ppt_y+.1"/>
                                          </p:val>
                                        </p:tav>
                                        <p:tav tm="100000">
                                          <p:val>
                                            <p:strVal val="#ppt_y"/>
                                          </p:val>
                                        </p:tav>
                                      </p:tavLst>
                                    </p:anim>
                                  </p:childTnLst>
                                </p:cTn>
                              </p:par>
                            </p:childTnLst>
                          </p:cTn>
                        </p:par>
                        <p:par>
                          <p:cTn id="59" fill="hold">
                            <p:stCondLst>
                              <p:cond delay="3500"/>
                            </p:stCondLst>
                            <p:childTnLst>
                              <p:par>
                                <p:cTn id="60" presetID="2" presetClass="entr" presetSubtype="8" accel="50000" decel="50000" fill="hold" nodeType="afterEffect">
                                  <p:stCondLst>
                                    <p:cond delay="0"/>
                                  </p:stCondLst>
                                  <p:childTnLst>
                                    <p:set>
                                      <p:cBhvr>
                                        <p:cTn id="61" dur="1" fill="hold">
                                          <p:stCondLst>
                                            <p:cond delay="0"/>
                                          </p:stCondLst>
                                        </p:cTn>
                                        <p:tgtEl>
                                          <p:spTgt spid="3"/>
                                        </p:tgtEl>
                                        <p:attrNameLst>
                                          <p:attrName>style.visibility</p:attrName>
                                        </p:attrNameLst>
                                      </p:cBhvr>
                                      <p:to>
                                        <p:strVal val="visible"/>
                                      </p:to>
                                    </p:set>
                                    <p:anim calcmode="lin" valueType="num">
                                      <p:cBhvr additive="base">
                                        <p:cTn id="62" dur="500" fill="hold"/>
                                        <p:tgtEl>
                                          <p:spTgt spid="3"/>
                                        </p:tgtEl>
                                        <p:attrNameLst>
                                          <p:attrName>ppt_x</p:attrName>
                                        </p:attrNameLst>
                                      </p:cBhvr>
                                      <p:tavLst>
                                        <p:tav tm="0">
                                          <p:val>
                                            <p:strVal val="0-#ppt_w/2"/>
                                          </p:val>
                                        </p:tav>
                                        <p:tav tm="100000">
                                          <p:val>
                                            <p:strVal val="#ppt_x"/>
                                          </p:val>
                                        </p:tav>
                                      </p:tavLst>
                                    </p:anim>
                                    <p:anim calcmode="lin" valueType="num">
                                      <p:cBhvr additive="base">
                                        <p:cTn id="63" dur="500" fill="hold"/>
                                        <p:tgtEl>
                                          <p:spTgt spid="3"/>
                                        </p:tgtEl>
                                        <p:attrNameLst>
                                          <p:attrName>ppt_y</p:attrName>
                                        </p:attrNameLst>
                                      </p:cBhvr>
                                      <p:tavLst>
                                        <p:tav tm="0">
                                          <p:val>
                                            <p:strVal val="#ppt_y"/>
                                          </p:val>
                                        </p:tav>
                                        <p:tav tm="100000">
                                          <p:val>
                                            <p:strVal val="#ppt_y"/>
                                          </p:val>
                                        </p:tav>
                                      </p:tavLst>
                                    </p:anim>
                                  </p:childTnLst>
                                </p:cTn>
                              </p:par>
                            </p:childTnLst>
                          </p:cTn>
                        </p:par>
                        <p:par>
                          <p:cTn id="64" fill="hold">
                            <p:stCondLst>
                              <p:cond delay="4000"/>
                            </p:stCondLst>
                            <p:childTnLst>
                              <p:par>
                                <p:cTn id="65" presetID="2" presetClass="entr" presetSubtype="2" accel="50000" decel="50000" fill="hold" nodeType="afterEffect">
                                  <p:stCondLst>
                                    <p:cond delay="0"/>
                                  </p:stCondLst>
                                  <p:childTnLst>
                                    <p:set>
                                      <p:cBhvr>
                                        <p:cTn id="66" dur="1" fill="hold">
                                          <p:stCondLst>
                                            <p:cond delay="0"/>
                                          </p:stCondLst>
                                        </p:cTn>
                                        <p:tgtEl>
                                          <p:spTgt spid="2"/>
                                        </p:tgtEl>
                                        <p:attrNameLst>
                                          <p:attrName>style.visibility</p:attrName>
                                        </p:attrNameLst>
                                      </p:cBhvr>
                                      <p:to>
                                        <p:strVal val="visible"/>
                                      </p:to>
                                    </p:set>
                                    <p:anim calcmode="lin" valueType="num">
                                      <p:cBhvr additive="base">
                                        <p:cTn id="67" dur="500" fill="hold"/>
                                        <p:tgtEl>
                                          <p:spTgt spid="2"/>
                                        </p:tgtEl>
                                        <p:attrNameLst>
                                          <p:attrName>ppt_x</p:attrName>
                                        </p:attrNameLst>
                                      </p:cBhvr>
                                      <p:tavLst>
                                        <p:tav tm="0">
                                          <p:val>
                                            <p:strVal val="1+#ppt_w/2"/>
                                          </p:val>
                                        </p:tav>
                                        <p:tav tm="100000">
                                          <p:val>
                                            <p:strVal val="#ppt_x"/>
                                          </p:val>
                                        </p:tav>
                                      </p:tavLst>
                                    </p:anim>
                                    <p:anim calcmode="lin" valueType="num">
                                      <p:cBhvr additive="base">
                                        <p:cTn id="68" dur="500" fill="hold"/>
                                        <p:tgtEl>
                                          <p:spTgt spid="2"/>
                                        </p:tgtEl>
                                        <p:attrNameLst>
                                          <p:attrName>ppt_y</p:attrName>
                                        </p:attrNameLst>
                                      </p:cBhvr>
                                      <p:tavLst>
                                        <p:tav tm="0">
                                          <p:val>
                                            <p:strVal val="#ppt_y"/>
                                          </p:val>
                                        </p:tav>
                                        <p:tav tm="100000">
                                          <p:val>
                                            <p:strVal val="#ppt_y"/>
                                          </p:val>
                                        </p:tav>
                                      </p:tavLst>
                                    </p:anim>
                                  </p:childTnLst>
                                </p:cTn>
                              </p:par>
                            </p:childTnLst>
                          </p:cTn>
                        </p:par>
                        <p:par>
                          <p:cTn id="69" fill="hold">
                            <p:stCondLst>
                              <p:cond delay="4500"/>
                            </p:stCondLst>
                            <p:childTnLst>
                              <p:par>
                                <p:cTn id="70" presetID="2" presetClass="entr" presetSubtype="2" accel="50000" decel="50000" fill="hold" nodeType="afterEffect">
                                  <p:stCondLst>
                                    <p:cond delay="0"/>
                                  </p:stCondLst>
                                  <p:childTnLst>
                                    <p:set>
                                      <p:cBhvr>
                                        <p:cTn id="71" dur="1" fill="hold">
                                          <p:stCondLst>
                                            <p:cond delay="0"/>
                                          </p:stCondLst>
                                        </p:cTn>
                                        <p:tgtEl>
                                          <p:spTgt spid="4"/>
                                        </p:tgtEl>
                                        <p:attrNameLst>
                                          <p:attrName>style.visibility</p:attrName>
                                        </p:attrNameLst>
                                      </p:cBhvr>
                                      <p:to>
                                        <p:strVal val="visible"/>
                                      </p:to>
                                    </p:set>
                                    <p:anim calcmode="lin" valueType="num">
                                      <p:cBhvr additive="base">
                                        <p:cTn id="72" dur="500" fill="hold"/>
                                        <p:tgtEl>
                                          <p:spTgt spid="4"/>
                                        </p:tgtEl>
                                        <p:attrNameLst>
                                          <p:attrName>ppt_x</p:attrName>
                                        </p:attrNameLst>
                                      </p:cBhvr>
                                      <p:tavLst>
                                        <p:tav tm="0">
                                          <p:val>
                                            <p:strVal val="1+#ppt_w/2"/>
                                          </p:val>
                                        </p:tav>
                                        <p:tav tm="100000">
                                          <p:val>
                                            <p:strVal val="#ppt_x"/>
                                          </p:val>
                                        </p:tav>
                                      </p:tavLst>
                                    </p:anim>
                                    <p:anim calcmode="lin" valueType="num">
                                      <p:cBhvr additive="base">
                                        <p:cTn id="73" dur="500" fill="hold"/>
                                        <p:tgtEl>
                                          <p:spTgt spid="4"/>
                                        </p:tgtEl>
                                        <p:attrNameLst>
                                          <p:attrName>ppt_y</p:attrName>
                                        </p:attrNameLst>
                                      </p:cBhvr>
                                      <p:tavLst>
                                        <p:tav tm="0">
                                          <p:val>
                                            <p:strVal val="#ppt_y"/>
                                          </p:val>
                                        </p:tav>
                                        <p:tav tm="100000">
                                          <p:val>
                                            <p:strVal val="#ppt_y"/>
                                          </p:val>
                                        </p:tav>
                                      </p:tavLst>
                                    </p:anim>
                                  </p:childTnLst>
                                </p:cTn>
                              </p:par>
                            </p:childTnLst>
                          </p:cTn>
                        </p:par>
                        <p:par>
                          <p:cTn id="74" fill="hold">
                            <p:stCondLst>
                              <p:cond delay="5000"/>
                            </p:stCondLst>
                            <p:childTnLst>
                              <p:par>
                                <p:cTn id="75" presetID="2" presetClass="entr" presetSubtype="8" accel="50000" decel="50000" fill="hold" nodeType="after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additive="base">
                                        <p:cTn id="77" dur="500" fill="hold"/>
                                        <p:tgtEl>
                                          <p:spTgt spid="5"/>
                                        </p:tgtEl>
                                        <p:attrNameLst>
                                          <p:attrName>ppt_x</p:attrName>
                                        </p:attrNameLst>
                                      </p:cBhvr>
                                      <p:tavLst>
                                        <p:tav tm="0">
                                          <p:val>
                                            <p:strVal val="0-#ppt_w/2"/>
                                          </p:val>
                                        </p:tav>
                                        <p:tav tm="100000">
                                          <p:val>
                                            <p:strVal val="#ppt_x"/>
                                          </p:val>
                                        </p:tav>
                                      </p:tavLst>
                                    </p:anim>
                                    <p:anim calcmode="lin" valueType="num">
                                      <p:cBhvr additive="base">
                                        <p:cTn id="7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3" grpId="0" animBg="1"/>
      <p:bldP spid="7174" grpId="0" animBg="1"/>
      <p:bldP spid="7175" grpId="0" animBg="1"/>
      <p:bldP spid="7176" grpId="0" animBg="1"/>
      <p:bldP spid="7177" grpId="0" animBg="1"/>
      <p:bldP spid="32" grpId="0" animBg="1"/>
      <p:bldP spid="33" grpId="0" animBg="1"/>
      <p:bldP spid="34" grpId="0" animBg="1"/>
      <p:bldP spid="35" grpId="0" animBg="1"/>
      <p:bldP spid="36"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4"/>
          <p:cNvGrpSpPr/>
          <p:nvPr/>
        </p:nvGrpSpPr>
        <p:grpSpPr>
          <a:xfrm>
            <a:off x="2514600" y="2030716"/>
            <a:ext cx="4114800" cy="2821736"/>
            <a:chOff x="2514600" y="2110558"/>
            <a:chExt cx="4114800" cy="2821736"/>
          </a:xfrm>
        </p:grpSpPr>
        <p:sp>
          <p:nvSpPr>
            <p:cNvPr id="1029" name="Freeform 5"/>
            <p:cNvSpPr>
              <a:spLocks/>
            </p:cNvSpPr>
            <p:nvPr/>
          </p:nvSpPr>
          <p:spPr bwMode="auto">
            <a:xfrm>
              <a:off x="3715987" y="2110558"/>
              <a:ext cx="1722591" cy="2615000"/>
            </a:xfrm>
            <a:custGeom>
              <a:avLst/>
              <a:gdLst/>
              <a:ahLst/>
              <a:cxnLst>
                <a:cxn ang="0">
                  <a:pos x="259" y="903"/>
                </a:cxn>
                <a:cxn ang="0">
                  <a:pos x="259" y="811"/>
                </a:cxn>
                <a:cxn ang="0">
                  <a:pos x="245" y="674"/>
                </a:cxn>
                <a:cxn ang="0">
                  <a:pos x="269" y="516"/>
                </a:cxn>
                <a:cxn ang="0">
                  <a:pos x="153" y="458"/>
                </a:cxn>
                <a:cxn ang="0">
                  <a:pos x="23" y="351"/>
                </a:cxn>
                <a:cxn ang="0">
                  <a:pos x="129" y="432"/>
                </a:cxn>
                <a:cxn ang="0">
                  <a:pos x="269" y="470"/>
                </a:cxn>
                <a:cxn ang="0">
                  <a:pos x="253" y="359"/>
                </a:cxn>
                <a:cxn ang="0">
                  <a:pos x="146" y="351"/>
                </a:cxn>
                <a:cxn ang="0">
                  <a:pos x="245" y="343"/>
                </a:cxn>
                <a:cxn ang="0">
                  <a:pos x="185" y="249"/>
                </a:cxn>
                <a:cxn ang="0">
                  <a:pos x="0" y="223"/>
                </a:cxn>
                <a:cxn ang="0">
                  <a:pos x="259" y="301"/>
                </a:cxn>
                <a:cxn ang="0">
                  <a:pos x="315" y="0"/>
                </a:cxn>
                <a:cxn ang="0">
                  <a:pos x="279" y="279"/>
                </a:cxn>
                <a:cxn ang="0">
                  <a:pos x="395" y="211"/>
                </a:cxn>
                <a:cxn ang="0">
                  <a:pos x="297" y="285"/>
                </a:cxn>
                <a:cxn ang="0">
                  <a:pos x="297" y="385"/>
                </a:cxn>
                <a:cxn ang="0">
                  <a:pos x="307" y="460"/>
                </a:cxn>
                <a:cxn ang="0">
                  <a:pos x="431" y="413"/>
                </a:cxn>
                <a:cxn ang="0">
                  <a:pos x="549" y="273"/>
                </a:cxn>
                <a:cxn ang="0">
                  <a:pos x="457" y="423"/>
                </a:cxn>
                <a:cxn ang="0">
                  <a:pos x="317" y="500"/>
                </a:cxn>
                <a:cxn ang="0">
                  <a:pos x="307" y="568"/>
                </a:cxn>
                <a:cxn ang="0">
                  <a:pos x="297" y="650"/>
                </a:cxn>
                <a:cxn ang="0">
                  <a:pos x="313" y="747"/>
                </a:cxn>
                <a:cxn ang="0">
                  <a:pos x="361" y="903"/>
                </a:cxn>
                <a:cxn ang="0">
                  <a:pos x="259" y="903"/>
                </a:cxn>
              </a:cxnLst>
              <a:rect l="0" t="0" r="r" b="b"/>
              <a:pathLst>
                <a:path w="593" h="903">
                  <a:moveTo>
                    <a:pt x="259" y="903"/>
                  </a:moveTo>
                  <a:cubicBezTo>
                    <a:pt x="259" y="903"/>
                    <a:pt x="273" y="874"/>
                    <a:pt x="259" y="811"/>
                  </a:cubicBezTo>
                  <a:cubicBezTo>
                    <a:pt x="251" y="777"/>
                    <a:pt x="229" y="723"/>
                    <a:pt x="245" y="674"/>
                  </a:cubicBezTo>
                  <a:cubicBezTo>
                    <a:pt x="257" y="636"/>
                    <a:pt x="269" y="548"/>
                    <a:pt x="269" y="516"/>
                  </a:cubicBezTo>
                  <a:cubicBezTo>
                    <a:pt x="269" y="516"/>
                    <a:pt x="247" y="474"/>
                    <a:pt x="153" y="458"/>
                  </a:cubicBezTo>
                  <a:cubicBezTo>
                    <a:pt x="59" y="442"/>
                    <a:pt x="23" y="375"/>
                    <a:pt x="23" y="351"/>
                  </a:cubicBezTo>
                  <a:cubicBezTo>
                    <a:pt x="23" y="351"/>
                    <a:pt x="21" y="411"/>
                    <a:pt x="129" y="432"/>
                  </a:cubicBezTo>
                  <a:cubicBezTo>
                    <a:pt x="129" y="432"/>
                    <a:pt x="235" y="454"/>
                    <a:pt x="269" y="470"/>
                  </a:cubicBezTo>
                  <a:cubicBezTo>
                    <a:pt x="269" y="470"/>
                    <a:pt x="269" y="393"/>
                    <a:pt x="253" y="359"/>
                  </a:cubicBezTo>
                  <a:cubicBezTo>
                    <a:pt x="253" y="359"/>
                    <a:pt x="219" y="309"/>
                    <a:pt x="146" y="351"/>
                  </a:cubicBezTo>
                  <a:cubicBezTo>
                    <a:pt x="146" y="351"/>
                    <a:pt x="195" y="307"/>
                    <a:pt x="245" y="343"/>
                  </a:cubicBezTo>
                  <a:cubicBezTo>
                    <a:pt x="245" y="343"/>
                    <a:pt x="245" y="299"/>
                    <a:pt x="185" y="249"/>
                  </a:cubicBezTo>
                  <a:cubicBezTo>
                    <a:pt x="185" y="249"/>
                    <a:pt x="123" y="199"/>
                    <a:pt x="0" y="223"/>
                  </a:cubicBezTo>
                  <a:cubicBezTo>
                    <a:pt x="0" y="223"/>
                    <a:pt x="175" y="173"/>
                    <a:pt x="259" y="301"/>
                  </a:cubicBezTo>
                  <a:cubicBezTo>
                    <a:pt x="259" y="301"/>
                    <a:pt x="229" y="92"/>
                    <a:pt x="315" y="0"/>
                  </a:cubicBezTo>
                  <a:cubicBezTo>
                    <a:pt x="315" y="0"/>
                    <a:pt x="245" y="58"/>
                    <a:pt x="279" y="279"/>
                  </a:cubicBezTo>
                  <a:cubicBezTo>
                    <a:pt x="279" y="279"/>
                    <a:pt x="337" y="209"/>
                    <a:pt x="395" y="211"/>
                  </a:cubicBezTo>
                  <a:cubicBezTo>
                    <a:pt x="395" y="211"/>
                    <a:pt x="311" y="233"/>
                    <a:pt x="297" y="285"/>
                  </a:cubicBezTo>
                  <a:cubicBezTo>
                    <a:pt x="297" y="285"/>
                    <a:pt x="283" y="347"/>
                    <a:pt x="297" y="385"/>
                  </a:cubicBezTo>
                  <a:cubicBezTo>
                    <a:pt x="304" y="403"/>
                    <a:pt x="307" y="434"/>
                    <a:pt x="307" y="460"/>
                  </a:cubicBezTo>
                  <a:cubicBezTo>
                    <a:pt x="307" y="460"/>
                    <a:pt x="335" y="426"/>
                    <a:pt x="431" y="413"/>
                  </a:cubicBezTo>
                  <a:cubicBezTo>
                    <a:pt x="431" y="413"/>
                    <a:pt x="575" y="403"/>
                    <a:pt x="549" y="273"/>
                  </a:cubicBezTo>
                  <a:cubicBezTo>
                    <a:pt x="549" y="273"/>
                    <a:pt x="593" y="375"/>
                    <a:pt x="457" y="423"/>
                  </a:cubicBezTo>
                  <a:cubicBezTo>
                    <a:pt x="457" y="423"/>
                    <a:pt x="331" y="436"/>
                    <a:pt x="317" y="500"/>
                  </a:cubicBezTo>
                  <a:cubicBezTo>
                    <a:pt x="317" y="500"/>
                    <a:pt x="303" y="528"/>
                    <a:pt x="307" y="568"/>
                  </a:cubicBezTo>
                  <a:cubicBezTo>
                    <a:pt x="307" y="568"/>
                    <a:pt x="313" y="618"/>
                    <a:pt x="297" y="650"/>
                  </a:cubicBezTo>
                  <a:cubicBezTo>
                    <a:pt x="297" y="650"/>
                    <a:pt x="283" y="691"/>
                    <a:pt x="313" y="747"/>
                  </a:cubicBezTo>
                  <a:cubicBezTo>
                    <a:pt x="333" y="783"/>
                    <a:pt x="367" y="879"/>
                    <a:pt x="361" y="903"/>
                  </a:cubicBezTo>
                  <a:lnTo>
                    <a:pt x="259" y="903"/>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1"/>
            <p:cNvSpPr>
              <a:spLocks/>
            </p:cNvSpPr>
            <p:nvPr/>
          </p:nvSpPr>
          <p:spPr bwMode="auto">
            <a:xfrm>
              <a:off x="2514600" y="4459674"/>
              <a:ext cx="4114800" cy="472620"/>
            </a:xfrm>
            <a:custGeom>
              <a:avLst/>
              <a:gdLst/>
              <a:ahLst/>
              <a:cxnLst>
                <a:cxn ang="0">
                  <a:pos x="1229" y="237"/>
                </a:cxn>
                <a:cxn ang="0">
                  <a:pos x="0" y="272"/>
                </a:cxn>
                <a:cxn ang="0">
                  <a:pos x="1229" y="237"/>
                </a:cxn>
              </a:cxnLst>
              <a:rect l="0" t="0" r="r" b="b"/>
              <a:pathLst>
                <a:path w="1229" h="272">
                  <a:moveTo>
                    <a:pt x="1229" y="237"/>
                  </a:moveTo>
                  <a:cubicBezTo>
                    <a:pt x="1229" y="237"/>
                    <a:pt x="463" y="138"/>
                    <a:pt x="0" y="272"/>
                  </a:cubicBezTo>
                  <a:cubicBezTo>
                    <a:pt x="0" y="272"/>
                    <a:pt x="516" y="0"/>
                    <a:pt x="1229" y="237"/>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 name="Title 6"/>
          <p:cNvSpPr>
            <a:spLocks noGrp="1"/>
          </p:cNvSpPr>
          <p:nvPr>
            <p:ph type="title"/>
          </p:nvPr>
        </p:nvSpPr>
        <p:spPr/>
        <p:txBody>
          <a:bodyPr/>
          <a:lstStyle/>
          <a:p>
            <a:r>
              <a:rPr lang="en-US"/>
              <a:t>Tree Infographic</a:t>
            </a:r>
            <a:endParaRPr lang="en-US" dirty="0"/>
          </a:p>
        </p:txBody>
      </p:sp>
      <p:sp>
        <p:nvSpPr>
          <p:cNvPr id="8" name="Text Placeholder 7"/>
          <p:cNvSpPr>
            <a:spLocks noGrp="1"/>
          </p:cNvSpPr>
          <p:nvPr>
            <p:ph type="body" sz="half" idx="2"/>
          </p:nvPr>
        </p:nvSpPr>
        <p:spPr/>
        <p:txBody>
          <a:bodyPr/>
          <a:lstStyle/>
          <a:p>
            <a:r>
              <a:rPr lang="en-US"/>
              <a:t>Tree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110</a:t>
            </a:fld>
            <a:endParaRPr lang="en-US" dirty="0"/>
          </a:p>
        </p:txBody>
      </p:sp>
      <p:sp>
        <p:nvSpPr>
          <p:cNvPr id="9" name="Oval 8"/>
          <p:cNvSpPr/>
          <p:nvPr/>
        </p:nvSpPr>
        <p:spPr>
          <a:xfrm rot="5400000">
            <a:off x="3167245" y="2647952"/>
            <a:ext cx="950395" cy="9503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p:cNvSpPr/>
          <p:nvPr/>
        </p:nvSpPr>
        <p:spPr>
          <a:xfrm rot="16200000" flipH="1">
            <a:off x="4963380" y="2717285"/>
            <a:ext cx="950395" cy="9503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p:cNvSpPr/>
          <p:nvPr/>
        </p:nvSpPr>
        <p:spPr>
          <a:xfrm rot="14342338" flipH="1">
            <a:off x="4546095" y="1496367"/>
            <a:ext cx="1263048" cy="12630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p:cNvSpPr/>
          <p:nvPr/>
        </p:nvSpPr>
        <p:spPr>
          <a:xfrm rot="11700000" flipH="1">
            <a:off x="3283178" y="1427034"/>
            <a:ext cx="1263048" cy="12630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p:cNvSpPr/>
          <p:nvPr/>
        </p:nvSpPr>
        <p:spPr>
          <a:xfrm rot="14342338" flipH="1">
            <a:off x="4134310" y="2537549"/>
            <a:ext cx="762264" cy="7622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15"/>
          <p:cNvGrpSpPr/>
          <p:nvPr/>
        </p:nvGrpSpPr>
        <p:grpSpPr>
          <a:xfrm>
            <a:off x="3422355" y="2903061"/>
            <a:ext cx="440176" cy="440176"/>
            <a:chOff x="8780463" y="1906588"/>
            <a:chExt cx="360363" cy="360363"/>
          </a:xfrm>
          <a:solidFill>
            <a:schemeClr val="bg1"/>
          </a:solidFill>
        </p:grpSpPr>
        <p:sp>
          <p:nvSpPr>
            <p:cNvPr id="17"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 name="Freeform 131"/>
          <p:cNvSpPr>
            <a:spLocks noEditPoints="1"/>
          </p:cNvSpPr>
          <p:nvPr/>
        </p:nvSpPr>
        <p:spPr bwMode="auto">
          <a:xfrm>
            <a:off x="3694614" y="1852044"/>
            <a:ext cx="440176" cy="413028"/>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 name="Group 23"/>
          <p:cNvGrpSpPr/>
          <p:nvPr/>
        </p:nvGrpSpPr>
        <p:grpSpPr>
          <a:xfrm>
            <a:off x="5247576" y="3013261"/>
            <a:ext cx="382002" cy="358442"/>
            <a:chOff x="6373813" y="2717801"/>
            <a:chExt cx="360363" cy="338138"/>
          </a:xfrm>
          <a:solidFill>
            <a:schemeClr val="bg1"/>
          </a:solidFill>
        </p:grpSpPr>
        <p:sp>
          <p:nvSpPr>
            <p:cNvPr id="25" name="Freeform 24"/>
            <p:cNvSpPr>
              <a:spLocks noEditPoints="1"/>
            </p:cNvSpPr>
            <p:nvPr/>
          </p:nvSpPr>
          <p:spPr bwMode="auto">
            <a:xfrm>
              <a:off x="6373813" y="2717801"/>
              <a:ext cx="360363" cy="338138"/>
            </a:xfrm>
            <a:custGeom>
              <a:avLst/>
              <a:gdLst/>
              <a:ahLst/>
              <a:cxnLst>
                <a:cxn ang="0">
                  <a:pos x="121" y="25"/>
                </a:cxn>
                <a:cxn ang="0">
                  <a:pos x="98" y="2"/>
                </a:cxn>
                <a:cxn ang="0">
                  <a:pos x="92" y="0"/>
                </a:cxn>
                <a:cxn ang="0">
                  <a:pos x="12" y="0"/>
                </a:cxn>
                <a:cxn ang="0">
                  <a:pos x="0" y="11"/>
                </a:cxn>
                <a:cxn ang="0">
                  <a:pos x="0" y="104"/>
                </a:cxn>
                <a:cxn ang="0">
                  <a:pos x="12" y="115"/>
                </a:cxn>
                <a:cxn ang="0">
                  <a:pos x="111" y="115"/>
                </a:cxn>
                <a:cxn ang="0">
                  <a:pos x="123" y="104"/>
                </a:cxn>
                <a:cxn ang="0">
                  <a:pos x="123" y="31"/>
                </a:cxn>
                <a:cxn ang="0">
                  <a:pos x="121" y="25"/>
                </a:cxn>
                <a:cxn ang="0">
                  <a:pos x="115" y="104"/>
                </a:cxn>
                <a:cxn ang="0">
                  <a:pos x="111" y="107"/>
                </a:cxn>
                <a:cxn ang="0">
                  <a:pos x="12" y="107"/>
                </a:cxn>
                <a:cxn ang="0">
                  <a:pos x="8" y="104"/>
                </a:cxn>
                <a:cxn ang="0">
                  <a:pos x="8" y="11"/>
                </a:cxn>
                <a:cxn ang="0">
                  <a:pos x="12" y="8"/>
                </a:cxn>
                <a:cxn ang="0">
                  <a:pos x="88" y="8"/>
                </a:cxn>
                <a:cxn ang="0">
                  <a:pos x="88" y="23"/>
                </a:cxn>
                <a:cxn ang="0">
                  <a:pos x="100" y="35"/>
                </a:cxn>
                <a:cxn ang="0">
                  <a:pos x="115" y="35"/>
                </a:cxn>
                <a:cxn ang="0">
                  <a:pos x="115" y="104"/>
                </a:cxn>
                <a:cxn ang="0">
                  <a:pos x="104" y="31"/>
                </a:cxn>
                <a:cxn ang="0">
                  <a:pos x="100" y="31"/>
                </a:cxn>
                <a:cxn ang="0">
                  <a:pos x="92" y="23"/>
                </a:cxn>
                <a:cxn ang="0">
                  <a:pos x="92" y="8"/>
                </a:cxn>
                <a:cxn ang="0">
                  <a:pos x="115" y="31"/>
                </a:cxn>
                <a:cxn ang="0">
                  <a:pos x="104" y="31"/>
                </a:cxn>
                <a:cxn ang="0">
                  <a:pos x="104" y="31"/>
                </a:cxn>
                <a:cxn ang="0">
                  <a:pos x="104" y="31"/>
                </a:cxn>
              </a:cxnLst>
              <a:rect l="0" t="0" r="r" b="b"/>
              <a:pathLst>
                <a:path w="123" h="115">
                  <a:moveTo>
                    <a:pt x="121" y="25"/>
                  </a:moveTo>
                  <a:cubicBezTo>
                    <a:pt x="98" y="2"/>
                    <a:pt x="98" y="2"/>
                    <a:pt x="98" y="2"/>
                  </a:cubicBezTo>
                  <a:cubicBezTo>
                    <a:pt x="96" y="1"/>
                    <a:pt x="94" y="0"/>
                    <a:pt x="92" y="0"/>
                  </a:cubicBezTo>
                  <a:cubicBezTo>
                    <a:pt x="12" y="0"/>
                    <a:pt x="12" y="0"/>
                    <a:pt x="12" y="0"/>
                  </a:cubicBezTo>
                  <a:cubicBezTo>
                    <a:pt x="5" y="0"/>
                    <a:pt x="0" y="5"/>
                    <a:pt x="0" y="11"/>
                  </a:cubicBezTo>
                  <a:cubicBezTo>
                    <a:pt x="0" y="104"/>
                    <a:pt x="0" y="104"/>
                    <a:pt x="0" y="104"/>
                  </a:cubicBezTo>
                  <a:cubicBezTo>
                    <a:pt x="0" y="110"/>
                    <a:pt x="5" y="115"/>
                    <a:pt x="12" y="115"/>
                  </a:cubicBezTo>
                  <a:cubicBezTo>
                    <a:pt x="111" y="115"/>
                    <a:pt x="111" y="115"/>
                    <a:pt x="111" y="115"/>
                  </a:cubicBezTo>
                  <a:cubicBezTo>
                    <a:pt x="118" y="115"/>
                    <a:pt x="123" y="110"/>
                    <a:pt x="123" y="104"/>
                  </a:cubicBezTo>
                  <a:cubicBezTo>
                    <a:pt x="123" y="31"/>
                    <a:pt x="123" y="31"/>
                    <a:pt x="123" y="31"/>
                  </a:cubicBezTo>
                  <a:cubicBezTo>
                    <a:pt x="123" y="29"/>
                    <a:pt x="122" y="27"/>
                    <a:pt x="121" y="25"/>
                  </a:cubicBezTo>
                  <a:close/>
                  <a:moveTo>
                    <a:pt x="115" y="104"/>
                  </a:moveTo>
                  <a:cubicBezTo>
                    <a:pt x="115" y="106"/>
                    <a:pt x="113" y="107"/>
                    <a:pt x="111" y="107"/>
                  </a:cubicBezTo>
                  <a:cubicBezTo>
                    <a:pt x="12" y="107"/>
                    <a:pt x="12" y="107"/>
                    <a:pt x="12" y="107"/>
                  </a:cubicBezTo>
                  <a:cubicBezTo>
                    <a:pt x="9" y="107"/>
                    <a:pt x="8" y="106"/>
                    <a:pt x="8" y="104"/>
                  </a:cubicBezTo>
                  <a:cubicBezTo>
                    <a:pt x="8" y="11"/>
                    <a:pt x="8" y="11"/>
                    <a:pt x="8" y="11"/>
                  </a:cubicBezTo>
                  <a:cubicBezTo>
                    <a:pt x="8" y="9"/>
                    <a:pt x="9" y="8"/>
                    <a:pt x="12" y="8"/>
                  </a:cubicBezTo>
                  <a:cubicBezTo>
                    <a:pt x="88" y="8"/>
                    <a:pt x="88" y="8"/>
                    <a:pt x="88" y="8"/>
                  </a:cubicBezTo>
                  <a:cubicBezTo>
                    <a:pt x="88" y="23"/>
                    <a:pt x="88" y="23"/>
                    <a:pt x="88" y="23"/>
                  </a:cubicBezTo>
                  <a:cubicBezTo>
                    <a:pt x="88" y="29"/>
                    <a:pt x="93" y="35"/>
                    <a:pt x="100" y="35"/>
                  </a:cubicBezTo>
                  <a:cubicBezTo>
                    <a:pt x="115" y="35"/>
                    <a:pt x="115" y="35"/>
                    <a:pt x="115" y="35"/>
                  </a:cubicBezTo>
                  <a:lnTo>
                    <a:pt x="115" y="104"/>
                  </a:lnTo>
                  <a:close/>
                  <a:moveTo>
                    <a:pt x="104" y="31"/>
                  </a:moveTo>
                  <a:cubicBezTo>
                    <a:pt x="100" y="31"/>
                    <a:pt x="100" y="31"/>
                    <a:pt x="100" y="31"/>
                  </a:cubicBezTo>
                  <a:cubicBezTo>
                    <a:pt x="96" y="31"/>
                    <a:pt x="92" y="27"/>
                    <a:pt x="92" y="23"/>
                  </a:cubicBezTo>
                  <a:cubicBezTo>
                    <a:pt x="92" y="8"/>
                    <a:pt x="92" y="8"/>
                    <a:pt x="92" y="8"/>
                  </a:cubicBezTo>
                  <a:cubicBezTo>
                    <a:pt x="115" y="31"/>
                    <a:pt x="115" y="31"/>
                    <a:pt x="115" y="31"/>
                  </a:cubicBezTo>
                  <a:lnTo>
                    <a:pt x="104" y="31"/>
                  </a:lnTo>
                  <a:close/>
                  <a:moveTo>
                    <a:pt x="104" y="31"/>
                  </a:moveTo>
                  <a:cubicBezTo>
                    <a:pt x="104" y="31"/>
                    <a:pt x="104" y="31"/>
                    <a:pt x="104" y="3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5"/>
            <p:cNvSpPr>
              <a:spLocks noEditPoints="1"/>
            </p:cNvSpPr>
            <p:nvPr/>
          </p:nvSpPr>
          <p:spPr bwMode="auto">
            <a:xfrm>
              <a:off x="6543675" y="2786063"/>
              <a:ext cx="66675" cy="11113"/>
            </a:xfrm>
            <a:custGeom>
              <a:avLst/>
              <a:gdLst/>
              <a:ahLst/>
              <a:cxnLst>
                <a:cxn ang="0">
                  <a:pos x="1" y="4"/>
                </a:cxn>
                <a:cxn ang="0">
                  <a:pos x="21" y="4"/>
                </a:cxn>
                <a:cxn ang="0">
                  <a:pos x="23" y="2"/>
                </a:cxn>
                <a:cxn ang="0">
                  <a:pos x="21" y="0"/>
                </a:cxn>
                <a:cxn ang="0">
                  <a:pos x="1" y="0"/>
                </a:cxn>
                <a:cxn ang="0">
                  <a:pos x="0" y="2"/>
                </a:cxn>
                <a:cxn ang="0">
                  <a:pos x="1" y="4"/>
                </a:cxn>
                <a:cxn ang="0">
                  <a:pos x="1" y="4"/>
                </a:cxn>
                <a:cxn ang="0">
                  <a:pos x="1" y="4"/>
                </a:cxn>
              </a:cxnLst>
              <a:rect l="0" t="0" r="r" b="b"/>
              <a:pathLst>
                <a:path w="23" h="4">
                  <a:moveTo>
                    <a:pt x="1" y="4"/>
                  </a:moveTo>
                  <a:cubicBezTo>
                    <a:pt x="21" y="4"/>
                    <a:pt x="21" y="4"/>
                    <a:pt x="21" y="4"/>
                  </a:cubicBezTo>
                  <a:cubicBezTo>
                    <a:pt x="22" y="4"/>
                    <a:pt x="23" y="3"/>
                    <a:pt x="23" y="2"/>
                  </a:cubicBezTo>
                  <a:cubicBezTo>
                    <a:pt x="23" y="1"/>
                    <a:pt x="22" y="0"/>
                    <a:pt x="21"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noEditPoints="1"/>
            </p:cNvSpPr>
            <p:nvPr/>
          </p:nvSpPr>
          <p:spPr bwMode="auto">
            <a:xfrm>
              <a:off x="6543675" y="2820988"/>
              <a:ext cx="66675" cy="9525"/>
            </a:xfrm>
            <a:custGeom>
              <a:avLst/>
              <a:gdLst/>
              <a:ahLst/>
              <a:cxnLst>
                <a:cxn ang="0">
                  <a:pos x="1" y="3"/>
                </a:cxn>
                <a:cxn ang="0">
                  <a:pos x="21" y="3"/>
                </a:cxn>
                <a:cxn ang="0">
                  <a:pos x="23" y="1"/>
                </a:cxn>
                <a:cxn ang="0">
                  <a:pos x="21" y="0"/>
                </a:cxn>
                <a:cxn ang="0">
                  <a:pos x="1" y="0"/>
                </a:cxn>
                <a:cxn ang="0">
                  <a:pos x="0" y="1"/>
                </a:cxn>
                <a:cxn ang="0">
                  <a:pos x="1" y="3"/>
                </a:cxn>
                <a:cxn ang="0">
                  <a:pos x="1" y="3"/>
                </a:cxn>
                <a:cxn ang="0">
                  <a:pos x="1" y="3"/>
                </a:cxn>
              </a:cxnLst>
              <a:rect l="0" t="0" r="r" b="b"/>
              <a:pathLst>
                <a:path w="23" h="3">
                  <a:moveTo>
                    <a:pt x="1" y="3"/>
                  </a:moveTo>
                  <a:cubicBezTo>
                    <a:pt x="21" y="3"/>
                    <a:pt x="21" y="3"/>
                    <a:pt x="21" y="3"/>
                  </a:cubicBezTo>
                  <a:cubicBezTo>
                    <a:pt x="22" y="3"/>
                    <a:pt x="23" y="2"/>
                    <a:pt x="23" y="1"/>
                  </a:cubicBezTo>
                  <a:cubicBezTo>
                    <a:pt x="23" y="0"/>
                    <a:pt x="22" y="0"/>
                    <a:pt x="21" y="0"/>
                  </a:cubicBezTo>
                  <a:cubicBezTo>
                    <a:pt x="1" y="0"/>
                    <a:pt x="1" y="0"/>
                    <a:pt x="1" y="0"/>
                  </a:cubicBezTo>
                  <a:cubicBezTo>
                    <a:pt x="0" y="0"/>
                    <a:pt x="0" y="0"/>
                    <a:pt x="0" y="1"/>
                  </a:cubicBezTo>
                  <a:cubicBezTo>
                    <a:pt x="0" y="2"/>
                    <a:pt x="0" y="3"/>
                    <a:pt x="1" y="3"/>
                  </a:cubicBezTo>
                  <a:close/>
                  <a:moveTo>
                    <a:pt x="1" y="3"/>
                  </a:moveTo>
                  <a:cubicBezTo>
                    <a:pt x="1" y="3"/>
                    <a:pt x="1"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7"/>
            <p:cNvSpPr>
              <a:spLocks noEditPoints="1"/>
            </p:cNvSpPr>
            <p:nvPr/>
          </p:nvSpPr>
          <p:spPr bwMode="auto">
            <a:xfrm>
              <a:off x="6543675" y="2852738"/>
              <a:ext cx="142875" cy="12700"/>
            </a:xfrm>
            <a:custGeom>
              <a:avLst/>
              <a:gdLst/>
              <a:ahLst/>
              <a:cxnLst>
                <a:cxn ang="0">
                  <a:pos x="0" y="2"/>
                </a:cxn>
                <a:cxn ang="0">
                  <a:pos x="1" y="4"/>
                </a:cxn>
                <a:cxn ang="0">
                  <a:pos x="48" y="4"/>
                </a:cxn>
                <a:cxn ang="0">
                  <a:pos x="49" y="2"/>
                </a:cxn>
                <a:cxn ang="0">
                  <a:pos x="48" y="0"/>
                </a:cxn>
                <a:cxn ang="0">
                  <a:pos x="1" y="0"/>
                </a:cxn>
                <a:cxn ang="0">
                  <a:pos x="0" y="2"/>
                </a:cxn>
                <a:cxn ang="0">
                  <a:pos x="0" y="2"/>
                </a:cxn>
                <a:cxn ang="0">
                  <a:pos x="0" y="2"/>
                </a:cxn>
              </a:cxnLst>
              <a:rect l="0" t="0" r="r" b="b"/>
              <a:pathLst>
                <a:path w="49" h="4">
                  <a:moveTo>
                    <a:pt x="0" y="2"/>
                  </a:moveTo>
                  <a:cubicBezTo>
                    <a:pt x="0" y="3"/>
                    <a:pt x="0" y="4"/>
                    <a:pt x="1" y="4"/>
                  </a:cubicBezTo>
                  <a:cubicBezTo>
                    <a:pt x="48" y="4"/>
                    <a:pt x="48" y="4"/>
                    <a:pt x="48" y="4"/>
                  </a:cubicBezTo>
                  <a:cubicBezTo>
                    <a:pt x="49" y="4"/>
                    <a:pt x="49" y="3"/>
                    <a:pt x="49" y="2"/>
                  </a:cubicBezTo>
                  <a:cubicBezTo>
                    <a:pt x="49" y="1"/>
                    <a:pt x="49" y="0"/>
                    <a:pt x="48" y="0"/>
                  </a:cubicBezTo>
                  <a:cubicBezTo>
                    <a:pt x="1" y="0"/>
                    <a:pt x="1" y="0"/>
                    <a:pt x="1" y="0"/>
                  </a:cubicBezTo>
                  <a:cubicBezTo>
                    <a:pt x="0" y="0"/>
                    <a:pt x="0" y="1"/>
                    <a:pt x="0" y="2"/>
                  </a:cubicBezTo>
                  <a:close/>
                  <a:moveTo>
                    <a:pt x="0" y="2"/>
                  </a:moveTo>
                  <a:cubicBezTo>
                    <a:pt x="0" y="2"/>
                    <a:pt x="0" y="2"/>
                    <a:pt x="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8"/>
            <p:cNvSpPr>
              <a:spLocks noEditPoints="1"/>
            </p:cNvSpPr>
            <p:nvPr/>
          </p:nvSpPr>
          <p:spPr bwMode="auto">
            <a:xfrm>
              <a:off x="6418263" y="2921001"/>
              <a:ext cx="268288" cy="11113"/>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
            <p:cNvSpPr>
              <a:spLocks noEditPoints="1"/>
            </p:cNvSpPr>
            <p:nvPr/>
          </p:nvSpPr>
          <p:spPr bwMode="auto">
            <a:xfrm>
              <a:off x="6418263" y="2955926"/>
              <a:ext cx="268288" cy="9525"/>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
            <p:cNvSpPr>
              <a:spLocks noEditPoints="1"/>
            </p:cNvSpPr>
            <p:nvPr/>
          </p:nvSpPr>
          <p:spPr bwMode="auto">
            <a:xfrm>
              <a:off x="6418263" y="2987676"/>
              <a:ext cx="268288" cy="12700"/>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
            <p:cNvSpPr>
              <a:spLocks noEditPoints="1"/>
            </p:cNvSpPr>
            <p:nvPr/>
          </p:nvSpPr>
          <p:spPr bwMode="auto">
            <a:xfrm>
              <a:off x="6418263" y="2889251"/>
              <a:ext cx="268288" cy="7938"/>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3"/>
            <p:cNvSpPr>
              <a:spLocks noEditPoints="1"/>
            </p:cNvSpPr>
            <p:nvPr/>
          </p:nvSpPr>
          <p:spPr bwMode="auto">
            <a:xfrm>
              <a:off x="6418263" y="2774951"/>
              <a:ext cx="101600" cy="90488"/>
            </a:xfrm>
            <a:custGeom>
              <a:avLst/>
              <a:gdLst/>
              <a:ahLst/>
              <a:cxnLst>
                <a:cxn ang="0">
                  <a:pos x="4" y="31"/>
                </a:cxn>
                <a:cxn ang="0">
                  <a:pos x="31" y="31"/>
                </a:cxn>
                <a:cxn ang="0">
                  <a:pos x="35" y="27"/>
                </a:cxn>
                <a:cxn ang="0">
                  <a:pos x="35" y="4"/>
                </a:cxn>
                <a:cxn ang="0">
                  <a:pos x="31" y="0"/>
                </a:cxn>
                <a:cxn ang="0">
                  <a:pos x="4" y="0"/>
                </a:cxn>
                <a:cxn ang="0">
                  <a:pos x="0" y="4"/>
                </a:cxn>
                <a:cxn ang="0">
                  <a:pos x="0" y="27"/>
                </a:cxn>
                <a:cxn ang="0">
                  <a:pos x="4" y="31"/>
                </a:cxn>
                <a:cxn ang="0">
                  <a:pos x="8" y="8"/>
                </a:cxn>
                <a:cxn ang="0">
                  <a:pos x="27" y="8"/>
                </a:cxn>
                <a:cxn ang="0">
                  <a:pos x="27" y="23"/>
                </a:cxn>
                <a:cxn ang="0">
                  <a:pos x="8" y="23"/>
                </a:cxn>
                <a:cxn ang="0">
                  <a:pos x="8" y="8"/>
                </a:cxn>
                <a:cxn ang="0">
                  <a:pos x="8" y="8"/>
                </a:cxn>
                <a:cxn ang="0">
                  <a:pos x="8" y="8"/>
                </a:cxn>
              </a:cxnLst>
              <a:rect l="0" t="0" r="r" b="b"/>
              <a:pathLst>
                <a:path w="35" h="31">
                  <a:moveTo>
                    <a:pt x="4" y="31"/>
                  </a:moveTo>
                  <a:cubicBezTo>
                    <a:pt x="31" y="31"/>
                    <a:pt x="31" y="31"/>
                    <a:pt x="31" y="31"/>
                  </a:cubicBezTo>
                  <a:cubicBezTo>
                    <a:pt x="33" y="31"/>
                    <a:pt x="35" y="29"/>
                    <a:pt x="35" y="27"/>
                  </a:cubicBezTo>
                  <a:cubicBezTo>
                    <a:pt x="35" y="4"/>
                    <a:pt x="35" y="4"/>
                    <a:pt x="35" y="4"/>
                  </a:cubicBezTo>
                  <a:cubicBezTo>
                    <a:pt x="35" y="2"/>
                    <a:pt x="33" y="0"/>
                    <a:pt x="31" y="0"/>
                  </a:cubicBezTo>
                  <a:cubicBezTo>
                    <a:pt x="4" y="0"/>
                    <a:pt x="4" y="0"/>
                    <a:pt x="4" y="0"/>
                  </a:cubicBezTo>
                  <a:cubicBezTo>
                    <a:pt x="2" y="0"/>
                    <a:pt x="0" y="2"/>
                    <a:pt x="0" y="4"/>
                  </a:cubicBezTo>
                  <a:cubicBezTo>
                    <a:pt x="0" y="27"/>
                    <a:pt x="0" y="27"/>
                    <a:pt x="0" y="27"/>
                  </a:cubicBezTo>
                  <a:cubicBezTo>
                    <a:pt x="0" y="29"/>
                    <a:pt x="2" y="31"/>
                    <a:pt x="4" y="31"/>
                  </a:cubicBezTo>
                  <a:close/>
                  <a:moveTo>
                    <a:pt x="8" y="8"/>
                  </a:moveTo>
                  <a:cubicBezTo>
                    <a:pt x="27" y="8"/>
                    <a:pt x="27" y="8"/>
                    <a:pt x="27" y="8"/>
                  </a:cubicBezTo>
                  <a:cubicBezTo>
                    <a:pt x="27" y="23"/>
                    <a:pt x="27" y="23"/>
                    <a:pt x="27" y="23"/>
                  </a:cubicBezTo>
                  <a:cubicBezTo>
                    <a:pt x="8" y="23"/>
                    <a:pt x="8" y="23"/>
                    <a:pt x="8" y="23"/>
                  </a:cubicBezTo>
                  <a:lnTo>
                    <a:pt x="8" y="8"/>
                  </a:lnTo>
                  <a:close/>
                  <a:moveTo>
                    <a:pt x="8" y="8"/>
                  </a:moveTo>
                  <a:cubicBezTo>
                    <a:pt x="8" y="8"/>
                    <a:pt x="8" y="8"/>
                    <a:pt x="8" y="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5" name="Freeform 144"/>
          <p:cNvSpPr>
            <a:spLocks noEditPoints="1"/>
          </p:cNvSpPr>
          <p:nvPr/>
        </p:nvSpPr>
        <p:spPr bwMode="auto">
          <a:xfrm>
            <a:off x="4339852" y="2746874"/>
            <a:ext cx="351181" cy="343614"/>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92"/>
          <p:cNvSpPr>
            <a:spLocks noEditPoints="1"/>
          </p:cNvSpPr>
          <p:nvPr/>
        </p:nvSpPr>
        <p:spPr bwMode="auto">
          <a:xfrm>
            <a:off x="4874326" y="1899751"/>
            <a:ext cx="606586" cy="456280"/>
          </a:xfrm>
          <a:custGeom>
            <a:avLst/>
            <a:gdLst/>
            <a:ahLst/>
            <a:cxnLst>
              <a:cxn ang="0">
                <a:pos x="101" y="2"/>
              </a:cxn>
              <a:cxn ang="0">
                <a:pos x="27" y="0"/>
              </a:cxn>
              <a:cxn ang="0">
                <a:pos x="2" y="22"/>
              </a:cxn>
              <a:cxn ang="0">
                <a:pos x="2" y="32"/>
              </a:cxn>
              <a:cxn ang="0">
                <a:pos x="61" y="92"/>
              </a:cxn>
              <a:cxn ang="0">
                <a:pos x="121" y="32"/>
              </a:cxn>
              <a:cxn ang="0">
                <a:pos x="120" y="22"/>
              </a:cxn>
              <a:cxn ang="0">
                <a:pos x="86" y="14"/>
              </a:cxn>
              <a:cxn ang="0">
                <a:pos x="93" y="8"/>
              </a:cxn>
              <a:cxn ang="0">
                <a:pos x="76" y="27"/>
              </a:cxn>
              <a:cxn ang="0">
                <a:pos x="93" y="27"/>
              </a:cxn>
              <a:cxn ang="0">
                <a:pos x="73" y="25"/>
              </a:cxn>
              <a:cxn ang="0">
                <a:pos x="75" y="9"/>
              </a:cxn>
              <a:cxn ang="0">
                <a:pos x="70" y="27"/>
              </a:cxn>
              <a:cxn ang="0">
                <a:pos x="61" y="20"/>
              </a:cxn>
              <a:cxn ang="0">
                <a:pos x="70" y="8"/>
              </a:cxn>
              <a:cxn ang="0">
                <a:pos x="53" y="8"/>
              </a:cxn>
              <a:cxn ang="0">
                <a:pos x="58" y="17"/>
              </a:cxn>
              <a:cxn ang="0">
                <a:pos x="40" y="16"/>
              </a:cxn>
              <a:cxn ang="0">
                <a:pos x="58" y="17"/>
              </a:cxn>
              <a:cxn ang="0">
                <a:pos x="30" y="27"/>
              </a:cxn>
              <a:cxn ang="0">
                <a:pos x="47" y="27"/>
              </a:cxn>
              <a:cxn ang="0">
                <a:pos x="37" y="14"/>
              </a:cxn>
              <a:cxn ang="0">
                <a:pos x="43" y="8"/>
              </a:cxn>
              <a:cxn ang="0">
                <a:pos x="34" y="17"/>
              </a:cxn>
              <a:cxn ang="0">
                <a:pos x="8" y="27"/>
              </a:cxn>
              <a:cxn ang="0">
                <a:pos x="11" y="31"/>
              </a:cxn>
              <a:cxn ang="0">
                <a:pos x="49" y="71"/>
              </a:cxn>
              <a:cxn ang="0">
                <a:pos x="29" y="31"/>
              </a:cxn>
              <a:cxn ang="0">
                <a:pos x="57" y="78"/>
              </a:cxn>
              <a:cxn ang="0">
                <a:pos x="52" y="31"/>
              </a:cxn>
              <a:cxn ang="0">
                <a:pos x="61" y="79"/>
              </a:cxn>
              <a:cxn ang="0">
                <a:pos x="65" y="78"/>
              </a:cxn>
              <a:cxn ang="0">
                <a:pos x="94" y="31"/>
              </a:cxn>
              <a:cxn ang="0">
                <a:pos x="74" y="71"/>
              </a:cxn>
              <a:cxn ang="0">
                <a:pos x="112" y="31"/>
              </a:cxn>
              <a:cxn ang="0">
                <a:pos x="99" y="27"/>
              </a:cxn>
              <a:cxn ang="0">
                <a:pos x="97" y="9"/>
              </a:cxn>
              <a:cxn ang="0">
                <a:pos x="99" y="27"/>
              </a:cxn>
              <a:cxn ang="0">
                <a:pos x="99" y="27"/>
              </a:cxn>
            </a:cxnLst>
            <a:rect l="0" t="0" r="r" b="b"/>
            <a:pathLst>
              <a:path w="123" h="92">
                <a:moveTo>
                  <a:pt x="120" y="22"/>
                </a:moveTo>
                <a:cubicBezTo>
                  <a:pt x="101" y="2"/>
                  <a:pt x="101" y="2"/>
                  <a:pt x="101" y="2"/>
                </a:cubicBezTo>
                <a:cubicBezTo>
                  <a:pt x="100" y="1"/>
                  <a:pt x="98" y="0"/>
                  <a:pt x="96" y="0"/>
                </a:cubicBezTo>
                <a:cubicBezTo>
                  <a:pt x="27" y="0"/>
                  <a:pt x="27" y="0"/>
                  <a:pt x="27" y="0"/>
                </a:cubicBezTo>
                <a:cubicBezTo>
                  <a:pt x="25" y="0"/>
                  <a:pt x="23" y="1"/>
                  <a:pt x="22" y="2"/>
                </a:cubicBezTo>
                <a:cubicBezTo>
                  <a:pt x="2" y="22"/>
                  <a:pt x="2" y="22"/>
                  <a:pt x="2" y="22"/>
                </a:cubicBezTo>
                <a:cubicBezTo>
                  <a:pt x="1" y="23"/>
                  <a:pt x="0" y="25"/>
                  <a:pt x="0" y="27"/>
                </a:cubicBezTo>
                <a:cubicBezTo>
                  <a:pt x="0" y="29"/>
                  <a:pt x="1" y="31"/>
                  <a:pt x="2" y="32"/>
                </a:cubicBezTo>
                <a:cubicBezTo>
                  <a:pt x="56" y="90"/>
                  <a:pt x="56" y="90"/>
                  <a:pt x="56" y="90"/>
                </a:cubicBezTo>
                <a:cubicBezTo>
                  <a:pt x="57" y="91"/>
                  <a:pt x="59" y="92"/>
                  <a:pt x="61" y="92"/>
                </a:cubicBezTo>
                <a:cubicBezTo>
                  <a:pt x="64" y="92"/>
                  <a:pt x="66" y="91"/>
                  <a:pt x="67" y="90"/>
                </a:cubicBezTo>
                <a:cubicBezTo>
                  <a:pt x="121" y="32"/>
                  <a:pt x="121" y="32"/>
                  <a:pt x="121" y="32"/>
                </a:cubicBezTo>
                <a:cubicBezTo>
                  <a:pt x="122" y="31"/>
                  <a:pt x="123" y="29"/>
                  <a:pt x="123" y="27"/>
                </a:cubicBezTo>
                <a:cubicBezTo>
                  <a:pt x="123" y="25"/>
                  <a:pt x="122" y="23"/>
                  <a:pt x="120" y="22"/>
                </a:cubicBezTo>
                <a:close/>
                <a:moveTo>
                  <a:pt x="93" y="8"/>
                </a:moveTo>
                <a:cubicBezTo>
                  <a:pt x="86" y="14"/>
                  <a:pt x="86" y="14"/>
                  <a:pt x="86" y="14"/>
                </a:cubicBezTo>
                <a:cubicBezTo>
                  <a:pt x="79" y="8"/>
                  <a:pt x="79" y="8"/>
                  <a:pt x="79" y="8"/>
                </a:cubicBezTo>
                <a:lnTo>
                  <a:pt x="93" y="8"/>
                </a:lnTo>
                <a:close/>
                <a:moveTo>
                  <a:pt x="93" y="27"/>
                </a:moveTo>
                <a:cubicBezTo>
                  <a:pt x="76" y="27"/>
                  <a:pt x="76" y="27"/>
                  <a:pt x="76" y="27"/>
                </a:cubicBezTo>
                <a:cubicBezTo>
                  <a:pt x="85" y="19"/>
                  <a:pt x="85" y="19"/>
                  <a:pt x="85" y="19"/>
                </a:cubicBezTo>
                <a:lnTo>
                  <a:pt x="93" y="27"/>
                </a:lnTo>
                <a:close/>
                <a:moveTo>
                  <a:pt x="83" y="16"/>
                </a:moveTo>
                <a:cubicBezTo>
                  <a:pt x="73" y="25"/>
                  <a:pt x="73" y="25"/>
                  <a:pt x="73" y="25"/>
                </a:cubicBezTo>
                <a:cubicBezTo>
                  <a:pt x="64" y="17"/>
                  <a:pt x="64" y="17"/>
                  <a:pt x="64" y="17"/>
                </a:cubicBezTo>
                <a:cubicBezTo>
                  <a:pt x="75" y="9"/>
                  <a:pt x="75" y="9"/>
                  <a:pt x="75" y="9"/>
                </a:cubicBezTo>
                <a:lnTo>
                  <a:pt x="83" y="16"/>
                </a:lnTo>
                <a:close/>
                <a:moveTo>
                  <a:pt x="70" y="27"/>
                </a:moveTo>
                <a:cubicBezTo>
                  <a:pt x="53" y="27"/>
                  <a:pt x="53" y="27"/>
                  <a:pt x="53" y="27"/>
                </a:cubicBezTo>
                <a:cubicBezTo>
                  <a:pt x="61" y="20"/>
                  <a:pt x="61" y="20"/>
                  <a:pt x="61" y="20"/>
                </a:cubicBezTo>
                <a:lnTo>
                  <a:pt x="70" y="27"/>
                </a:lnTo>
                <a:close/>
                <a:moveTo>
                  <a:pt x="70" y="8"/>
                </a:moveTo>
                <a:cubicBezTo>
                  <a:pt x="61" y="15"/>
                  <a:pt x="61" y="15"/>
                  <a:pt x="61" y="15"/>
                </a:cubicBezTo>
                <a:cubicBezTo>
                  <a:pt x="53" y="8"/>
                  <a:pt x="53" y="8"/>
                  <a:pt x="53" y="8"/>
                </a:cubicBezTo>
                <a:lnTo>
                  <a:pt x="70" y="8"/>
                </a:lnTo>
                <a:close/>
                <a:moveTo>
                  <a:pt x="58" y="17"/>
                </a:moveTo>
                <a:cubicBezTo>
                  <a:pt x="50" y="25"/>
                  <a:pt x="50" y="25"/>
                  <a:pt x="50" y="25"/>
                </a:cubicBezTo>
                <a:cubicBezTo>
                  <a:pt x="40" y="16"/>
                  <a:pt x="40" y="16"/>
                  <a:pt x="40" y="16"/>
                </a:cubicBezTo>
                <a:cubicBezTo>
                  <a:pt x="48" y="9"/>
                  <a:pt x="48" y="9"/>
                  <a:pt x="48" y="9"/>
                </a:cubicBezTo>
                <a:lnTo>
                  <a:pt x="58" y="17"/>
                </a:lnTo>
                <a:close/>
                <a:moveTo>
                  <a:pt x="47" y="27"/>
                </a:moveTo>
                <a:cubicBezTo>
                  <a:pt x="30" y="27"/>
                  <a:pt x="30" y="27"/>
                  <a:pt x="30" y="27"/>
                </a:cubicBezTo>
                <a:cubicBezTo>
                  <a:pt x="37" y="19"/>
                  <a:pt x="37" y="19"/>
                  <a:pt x="37" y="19"/>
                </a:cubicBezTo>
                <a:lnTo>
                  <a:pt x="47" y="27"/>
                </a:lnTo>
                <a:close/>
                <a:moveTo>
                  <a:pt x="43" y="8"/>
                </a:moveTo>
                <a:cubicBezTo>
                  <a:pt x="37" y="14"/>
                  <a:pt x="37" y="14"/>
                  <a:pt x="37" y="14"/>
                </a:cubicBezTo>
                <a:cubicBezTo>
                  <a:pt x="30" y="8"/>
                  <a:pt x="30" y="8"/>
                  <a:pt x="30" y="8"/>
                </a:cubicBezTo>
                <a:lnTo>
                  <a:pt x="43" y="8"/>
                </a:lnTo>
                <a:close/>
                <a:moveTo>
                  <a:pt x="26" y="9"/>
                </a:moveTo>
                <a:cubicBezTo>
                  <a:pt x="34" y="17"/>
                  <a:pt x="34" y="17"/>
                  <a:pt x="34" y="17"/>
                </a:cubicBezTo>
                <a:cubicBezTo>
                  <a:pt x="24" y="27"/>
                  <a:pt x="24" y="27"/>
                  <a:pt x="24" y="27"/>
                </a:cubicBezTo>
                <a:cubicBezTo>
                  <a:pt x="8" y="27"/>
                  <a:pt x="8" y="27"/>
                  <a:pt x="8" y="27"/>
                </a:cubicBezTo>
                <a:lnTo>
                  <a:pt x="26" y="9"/>
                </a:lnTo>
                <a:close/>
                <a:moveTo>
                  <a:pt x="11" y="31"/>
                </a:moveTo>
                <a:cubicBezTo>
                  <a:pt x="25" y="31"/>
                  <a:pt x="25" y="31"/>
                  <a:pt x="25" y="31"/>
                </a:cubicBezTo>
                <a:cubicBezTo>
                  <a:pt x="49" y="71"/>
                  <a:pt x="49" y="71"/>
                  <a:pt x="49" y="71"/>
                </a:cubicBezTo>
                <a:lnTo>
                  <a:pt x="11" y="31"/>
                </a:lnTo>
                <a:close/>
                <a:moveTo>
                  <a:pt x="29" y="31"/>
                </a:moveTo>
                <a:cubicBezTo>
                  <a:pt x="48" y="31"/>
                  <a:pt x="48" y="31"/>
                  <a:pt x="48" y="31"/>
                </a:cubicBezTo>
                <a:cubicBezTo>
                  <a:pt x="57" y="78"/>
                  <a:pt x="57" y="78"/>
                  <a:pt x="57" y="78"/>
                </a:cubicBezTo>
                <a:lnTo>
                  <a:pt x="29" y="31"/>
                </a:lnTo>
                <a:close/>
                <a:moveTo>
                  <a:pt x="52" y="31"/>
                </a:moveTo>
                <a:cubicBezTo>
                  <a:pt x="71" y="31"/>
                  <a:pt x="71" y="31"/>
                  <a:pt x="71" y="31"/>
                </a:cubicBezTo>
                <a:cubicBezTo>
                  <a:pt x="61" y="79"/>
                  <a:pt x="61" y="79"/>
                  <a:pt x="61" y="79"/>
                </a:cubicBezTo>
                <a:lnTo>
                  <a:pt x="52" y="31"/>
                </a:lnTo>
                <a:close/>
                <a:moveTo>
                  <a:pt x="65" y="78"/>
                </a:moveTo>
                <a:cubicBezTo>
                  <a:pt x="75" y="31"/>
                  <a:pt x="75" y="31"/>
                  <a:pt x="75" y="31"/>
                </a:cubicBezTo>
                <a:cubicBezTo>
                  <a:pt x="94" y="31"/>
                  <a:pt x="94" y="31"/>
                  <a:pt x="94" y="31"/>
                </a:cubicBezTo>
                <a:lnTo>
                  <a:pt x="65" y="78"/>
                </a:lnTo>
                <a:close/>
                <a:moveTo>
                  <a:pt x="74" y="71"/>
                </a:moveTo>
                <a:cubicBezTo>
                  <a:pt x="98" y="31"/>
                  <a:pt x="98" y="31"/>
                  <a:pt x="98" y="31"/>
                </a:cubicBezTo>
                <a:cubicBezTo>
                  <a:pt x="112" y="31"/>
                  <a:pt x="112" y="31"/>
                  <a:pt x="112" y="31"/>
                </a:cubicBezTo>
                <a:lnTo>
                  <a:pt x="74" y="71"/>
                </a:lnTo>
                <a:close/>
                <a:moveTo>
                  <a:pt x="99" y="27"/>
                </a:moveTo>
                <a:cubicBezTo>
                  <a:pt x="88" y="17"/>
                  <a:pt x="88" y="17"/>
                  <a:pt x="88" y="17"/>
                </a:cubicBezTo>
                <a:cubicBezTo>
                  <a:pt x="97" y="9"/>
                  <a:pt x="97" y="9"/>
                  <a:pt x="97" y="9"/>
                </a:cubicBezTo>
                <a:cubicBezTo>
                  <a:pt x="115" y="27"/>
                  <a:pt x="115" y="27"/>
                  <a:pt x="115" y="27"/>
                </a:cubicBezTo>
                <a:lnTo>
                  <a:pt x="99" y="27"/>
                </a:lnTo>
                <a:close/>
                <a:moveTo>
                  <a:pt x="99" y="27"/>
                </a:moveTo>
                <a:cubicBezTo>
                  <a:pt x="99" y="27"/>
                  <a:pt x="99" y="27"/>
                  <a:pt x="99" y="2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 name="Group 39"/>
          <p:cNvGrpSpPr/>
          <p:nvPr/>
        </p:nvGrpSpPr>
        <p:grpSpPr>
          <a:xfrm>
            <a:off x="837109" y="1476637"/>
            <a:ext cx="2287091" cy="637913"/>
            <a:chOff x="844734" y="1923738"/>
            <a:chExt cx="2287091" cy="637913"/>
          </a:xfrm>
        </p:grpSpPr>
        <p:sp>
          <p:nvSpPr>
            <p:cNvPr id="41"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a:t>
              </a:r>
            </a:p>
          </p:txBody>
        </p:sp>
        <p:sp>
          <p:nvSpPr>
            <p:cNvPr id="42" name="TextBox 41"/>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grpSp>
        <p:nvGrpSpPr>
          <p:cNvPr id="6" name="Group 42"/>
          <p:cNvGrpSpPr/>
          <p:nvPr/>
        </p:nvGrpSpPr>
        <p:grpSpPr>
          <a:xfrm>
            <a:off x="685800" y="2772037"/>
            <a:ext cx="2287091" cy="637913"/>
            <a:chOff x="844734" y="1923738"/>
            <a:chExt cx="2287091" cy="637913"/>
          </a:xfrm>
        </p:grpSpPr>
        <p:sp>
          <p:nvSpPr>
            <p:cNvPr id="44"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a:t>
              </a:r>
            </a:p>
          </p:txBody>
        </p:sp>
        <p:sp>
          <p:nvSpPr>
            <p:cNvPr id="45" name="TextBox 4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15" name="Group 45"/>
          <p:cNvGrpSpPr/>
          <p:nvPr/>
        </p:nvGrpSpPr>
        <p:grpSpPr>
          <a:xfrm>
            <a:off x="5943600" y="1476637"/>
            <a:ext cx="2287091" cy="637913"/>
            <a:chOff x="844734" y="1923738"/>
            <a:chExt cx="2287091" cy="637913"/>
          </a:xfrm>
        </p:grpSpPr>
        <p:sp>
          <p:nvSpPr>
            <p:cNvPr id="47"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a:t>
              </a:r>
            </a:p>
          </p:txBody>
        </p:sp>
        <p:sp>
          <p:nvSpPr>
            <p:cNvPr id="48" name="TextBox 47"/>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16" name="Group 48"/>
          <p:cNvGrpSpPr/>
          <p:nvPr/>
        </p:nvGrpSpPr>
        <p:grpSpPr>
          <a:xfrm>
            <a:off x="6096000" y="2772037"/>
            <a:ext cx="2287091" cy="637913"/>
            <a:chOff x="844734" y="1923738"/>
            <a:chExt cx="2287091" cy="637913"/>
          </a:xfrm>
        </p:grpSpPr>
        <p:sp>
          <p:nvSpPr>
            <p:cNvPr id="50" name="Footer Text"/>
            <p:cNvSpPr txBox="1"/>
            <p:nvPr/>
          </p:nvSpPr>
          <p:spPr>
            <a:xfrm>
              <a:off x="844734" y="2099986"/>
              <a:ext cx="2287091"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a:t>
              </a:r>
            </a:p>
          </p:txBody>
        </p:sp>
        <p:sp>
          <p:nvSpPr>
            <p:cNvPr id="51" name="TextBox 50"/>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5"/>
                  </a:solidFill>
                </a:rPr>
                <a:t>Keyword Here</a:t>
              </a:r>
            </a:p>
          </p:txBody>
        </p:sp>
      </p:grpSp>
      <p:grpSp>
        <p:nvGrpSpPr>
          <p:cNvPr id="24" name="Group 51"/>
          <p:cNvGrpSpPr/>
          <p:nvPr/>
        </p:nvGrpSpPr>
        <p:grpSpPr>
          <a:xfrm>
            <a:off x="1926419" y="3731965"/>
            <a:ext cx="2287091" cy="637913"/>
            <a:chOff x="844734" y="1923738"/>
            <a:chExt cx="2287091" cy="637913"/>
          </a:xfrm>
        </p:grpSpPr>
        <p:sp>
          <p:nvSpPr>
            <p:cNvPr id="53" name="Footer Text"/>
            <p:cNvSpPr txBox="1"/>
            <p:nvPr/>
          </p:nvSpPr>
          <p:spPr>
            <a:xfrm>
              <a:off x="844734" y="2099986"/>
              <a:ext cx="22870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a:t>
              </a:r>
            </a:p>
          </p:txBody>
        </p:sp>
        <p:sp>
          <p:nvSpPr>
            <p:cNvPr id="54" name="TextBox 53"/>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par>
                          <p:cTn id="14" fill="hold">
                            <p:stCondLst>
                              <p:cond delay="1000"/>
                            </p:stCondLst>
                            <p:childTnLst>
                              <p:par>
                                <p:cTn id="15" presetID="53" presetClass="entr" presetSubtype="0" fill="hold" grpId="0" nodeType="after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Effect transition="in" filter="fade">
                                      <p:cBhvr>
                                        <p:cTn id="25" dur="500"/>
                                        <p:tgtEl>
                                          <p:spTgt spid="9"/>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p:cTn id="29" dur="500" fill="hold"/>
                                        <p:tgtEl>
                                          <p:spTgt spid="3"/>
                                        </p:tgtEl>
                                        <p:attrNameLst>
                                          <p:attrName>ppt_w</p:attrName>
                                        </p:attrNameLst>
                                      </p:cBhvr>
                                      <p:tavLst>
                                        <p:tav tm="0">
                                          <p:val>
                                            <p:fltVal val="0"/>
                                          </p:val>
                                        </p:tav>
                                        <p:tav tm="100000">
                                          <p:val>
                                            <p:strVal val="#ppt_w"/>
                                          </p:val>
                                        </p:tav>
                                      </p:tavLst>
                                    </p:anim>
                                    <p:anim calcmode="lin" valueType="num">
                                      <p:cBhvr>
                                        <p:cTn id="30" dur="500" fill="hold"/>
                                        <p:tgtEl>
                                          <p:spTgt spid="3"/>
                                        </p:tgtEl>
                                        <p:attrNameLst>
                                          <p:attrName>ppt_h</p:attrName>
                                        </p:attrNameLst>
                                      </p:cBhvr>
                                      <p:tavLst>
                                        <p:tav tm="0">
                                          <p:val>
                                            <p:fltVal val="0"/>
                                          </p:val>
                                        </p:tav>
                                        <p:tav tm="100000">
                                          <p:val>
                                            <p:strVal val="#ppt_h"/>
                                          </p:val>
                                        </p:tav>
                                      </p:tavLst>
                                    </p:anim>
                                    <p:animEffect transition="in" filter="fade">
                                      <p:cBhvr>
                                        <p:cTn id="31" dur="500"/>
                                        <p:tgtEl>
                                          <p:spTgt spid="3"/>
                                        </p:tgtEl>
                                      </p:cBhvr>
                                    </p:animEffect>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p:cTn id="35" dur="500" fill="hold"/>
                                        <p:tgtEl>
                                          <p:spTgt spid="10"/>
                                        </p:tgtEl>
                                        <p:attrNameLst>
                                          <p:attrName>ppt_w</p:attrName>
                                        </p:attrNameLst>
                                      </p:cBhvr>
                                      <p:tavLst>
                                        <p:tav tm="0">
                                          <p:val>
                                            <p:fltVal val="0"/>
                                          </p:val>
                                        </p:tav>
                                        <p:tav tm="100000">
                                          <p:val>
                                            <p:strVal val="#ppt_w"/>
                                          </p:val>
                                        </p:tav>
                                      </p:tavLst>
                                    </p:anim>
                                    <p:anim calcmode="lin" valueType="num">
                                      <p:cBhvr>
                                        <p:cTn id="36" dur="500" fill="hold"/>
                                        <p:tgtEl>
                                          <p:spTgt spid="10"/>
                                        </p:tgtEl>
                                        <p:attrNameLst>
                                          <p:attrName>ppt_h</p:attrName>
                                        </p:attrNameLst>
                                      </p:cBhvr>
                                      <p:tavLst>
                                        <p:tav tm="0">
                                          <p:val>
                                            <p:fltVal val="0"/>
                                          </p:val>
                                        </p:tav>
                                        <p:tav tm="100000">
                                          <p:val>
                                            <p:strVal val="#ppt_h"/>
                                          </p:val>
                                        </p:tav>
                                      </p:tavLst>
                                    </p:anim>
                                    <p:animEffect transition="in" filter="fade">
                                      <p:cBhvr>
                                        <p:cTn id="37" dur="500"/>
                                        <p:tgtEl>
                                          <p:spTgt spid="10"/>
                                        </p:tgtEl>
                                      </p:cBhvr>
                                    </p:animEffect>
                                  </p:childTnLst>
                                </p:cTn>
                              </p:par>
                            </p:childTnLst>
                          </p:cTn>
                        </p:par>
                        <p:par>
                          <p:cTn id="38" fill="hold">
                            <p:stCondLst>
                              <p:cond delay="3000"/>
                            </p:stCondLst>
                            <p:childTnLst>
                              <p:par>
                                <p:cTn id="39" presetID="53" presetClass="entr" presetSubtype="0"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500" fill="hold"/>
                                        <p:tgtEl>
                                          <p:spTgt spid="4"/>
                                        </p:tgtEl>
                                        <p:attrNameLst>
                                          <p:attrName>ppt_w</p:attrName>
                                        </p:attrNameLst>
                                      </p:cBhvr>
                                      <p:tavLst>
                                        <p:tav tm="0">
                                          <p:val>
                                            <p:fltVal val="0"/>
                                          </p:val>
                                        </p:tav>
                                        <p:tav tm="100000">
                                          <p:val>
                                            <p:strVal val="#ppt_w"/>
                                          </p:val>
                                        </p:tav>
                                      </p:tavLst>
                                    </p:anim>
                                    <p:anim calcmode="lin" valueType="num">
                                      <p:cBhvr>
                                        <p:cTn id="42" dur="500" fill="hold"/>
                                        <p:tgtEl>
                                          <p:spTgt spid="4"/>
                                        </p:tgtEl>
                                        <p:attrNameLst>
                                          <p:attrName>ppt_h</p:attrName>
                                        </p:attrNameLst>
                                      </p:cBhvr>
                                      <p:tavLst>
                                        <p:tav tm="0">
                                          <p:val>
                                            <p:fltVal val="0"/>
                                          </p:val>
                                        </p:tav>
                                        <p:tav tm="100000">
                                          <p:val>
                                            <p:strVal val="#ppt_h"/>
                                          </p:val>
                                        </p:tav>
                                      </p:tavLst>
                                    </p:anim>
                                    <p:animEffect transition="in" filter="fade">
                                      <p:cBhvr>
                                        <p:cTn id="43" dur="500"/>
                                        <p:tgtEl>
                                          <p:spTgt spid="4"/>
                                        </p:tgtEl>
                                      </p:cBhvr>
                                    </p:animEffect>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500" fill="hold"/>
                                        <p:tgtEl>
                                          <p:spTgt spid="11"/>
                                        </p:tgtEl>
                                        <p:attrNameLst>
                                          <p:attrName>ppt_w</p:attrName>
                                        </p:attrNameLst>
                                      </p:cBhvr>
                                      <p:tavLst>
                                        <p:tav tm="0">
                                          <p:val>
                                            <p:fltVal val="0"/>
                                          </p:val>
                                        </p:tav>
                                        <p:tav tm="100000">
                                          <p:val>
                                            <p:strVal val="#ppt_w"/>
                                          </p:val>
                                        </p:tav>
                                      </p:tavLst>
                                    </p:anim>
                                    <p:anim calcmode="lin" valueType="num">
                                      <p:cBhvr>
                                        <p:cTn id="48" dur="500" fill="hold"/>
                                        <p:tgtEl>
                                          <p:spTgt spid="11"/>
                                        </p:tgtEl>
                                        <p:attrNameLst>
                                          <p:attrName>ppt_h</p:attrName>
                                        </p:attrNameLst>
                                      </p:cBhvr>
                                      <p:tavLst>
                                        <p:tav tm="0">
                                          <p:val>
                                            <p:fltVal val="0"/>
                                          </p:val>
                                        </p:tav>
                                        <p:tav tm="100000">
                                          <p:val>
                                            <p:strVal val="#ppt_h"/>
                                          </p:val>
                                        </p:tav>
                                      </p:tavLst>
                                    </p:anim>
                                    <p:animEffect transition="in" filter="fade">
                                      <p:cBhvr>
                                        <p:cTn id="49" dur="500"/>
                                        <p:tgtEl>
                                          <p:spTgt spid="11"/>
                                        </p:tgtEl>
                                      </p:cBhvr>
                                    </p:animEffect>
                                  </p:childTnLst>
                                </p:cTn>
                              </p:par>
                            </p:childTnLst>
                          </p:cTn>
                        </p:par>
                        <p:par>
                          <p:cTn id="50" fill="hold">
                            <p:stCondLst>
                              <p:cond delay="4000"/>
                            </p:stCondLst>
                            <p:childTnLst>
                              <p:par>
                                <p:cTn id="51" presetID="53" presetClass="entr" presetSubtype="0" fill="hold" grpId="0" nodeType="afterEffect">
                                  <p:stCondLst>
                                    <p:cond delay="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Effect transition="in" filter="fade">
                                      <p:cBhvr>
                                        <p:cTn id="55" dur="500"/>
                                        <p:tgtEl>
                                          <p:spTgt spid="39"/>
                                        </p:tgtEl>
                                      </p:cBhvr>
                                    </p:animEffect>
                                  </p:childTnLst>
                                </p:cTn>
                              </p:par>
                            </p:childTnLst>
                          </p:cTn>
                        </p:par>
                        <p:par>
                          <p:cTn id="56" fill="hold">
                            <p:stCondLst>
                              <p:cond delay="4500"/>
                            </p:stCondLst>
                            <p:childTnLst>
                              <p:par>
                                <p:cTn id="57" presetID="53" presetClass="entr" presetSubtype="0" fill="hold" grpId="0"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500" fill="hold"/>
                                        <p:tgtEl>
                                          <p:spTgt spid="12"/>
                                        </p:tgtEl>
                                        <p:attrNameLst>
                                          <p:attrName>ppt_w</p:attrName>
                                        </p:attrNameLst>
                                      </p:cBhvr>
                                      <p:tavLst>
                                        <p:tav tm="0">
                                          <p:val>
                                            <p:fltVal val="0"/>
                                          </p:val>
                                        </p:tav>
                                        <p:tav tm="100000">
                                          <p:val>
                                            <p:strVal val="#ppt_w"/>
                                          </p:val>
                                        </p:tav>
                                      </p:tavLst>
                                    </p:anim>
                                    <p:anim calcmode="lin" valueType="num">
                                      <p:cBhvr>
                                        <p:cTn id="60" dur="500" fill="hold"/>
                                        <p:tgtEl>
                                          <p:spTgt spid="12"/>
                                        </p:tgtEl>
                                        <p:attrNameLst>
                                          <p:attrName>ppt_h</p:attrName>
                                        </p:attrNameLst>
                                      </p:cBhvr>
                                      <p:tavLst>
                                        <p:tav tm="0">
                                          <p:val>
                                            <p:fltVal val="0"/>
                                          </p:val>
                                        </p:tav>
                                        <p:tav tm="100000">
                                          <p:val>
                                            <p:strVal val="#ppt_h"/>
                                          </p:val>
                                        </p:tav>
                                      </p:tavLst>
                                    </p:anim>
                                    <p:animEffect transition="in" filter="fade">
                                      <p:cBhvr>
                                        <p:cTn id="61" dur="500"/>
                                        <p:tgtEl>
                                          <p:spTgt spid="12"/>
                                        </p:tgtEl>
                                      </p:cBhvr>
                                    </p:animEffect>
                                  </p:childTnLst>
                                </p:cTn>
                              </p:par>
                            </p:childTnLst>
                          </p:cTn>
                        </p:par>
                        <p:par>
                          <p:cTn id="62" fill="hold">
                            <p:stCondLst>
                              <p:cond delay="5000"/>
                            </p:stCondLst>
                            <p:childTnLst>
                              <p:par>
                                <p:cTn id="63" presetID="53" presetClass="entr" presetSubtype="0" fill="hold" grpId="0" nodeType="afterEffect">
                                  <p:stCondLst>
                                    <p:cond delay="0"/>
                                  </p:stCondLst>
                                  <p:childTnLst>
                                    <p:set>
                                      <p:cBhvr>
                                        <p:cTn id="64" dur="1" fill="hold">
                                          <p:stCondLst>
                                            <p:cond delay="0"/>
                                          </p:stCondLst>
                                        </p:cTn>
                                        <p:tgtEl>
                                          <p:spTgt spid="23"/>
                                        </p:tgtEl>
                                        <p:attrNameLst>
                                          <p:attrName>style.visibility</p:attrName>
                                        </p:attrNameLst>
                                      </p:cBhvr>
                                      <p:to>
                                        <p:strVal val="visible"/>
                                      </p:to>
                                    </p:set>
                                    <p:anim calcmode="lin" valueType="num">
                                      <p:cBhvr>
                                        <p:cTn id="65" dur="500" fill="hold"/>
                                        <p:tgtEl>
                                          <p:spTgt spid="23"/>
                                        </p:tgtEl>
                                        <p:attrNameLst>
                                          <p:attrName>ppt_w</p:attrName>
                                        </p:attrNameLst>
                                      </p:cBhvr>
                                      <p:tavLst>
                                        <p:tav tm="0">
                                          <p:val>
                                            <p:fltVal val="0"/>
                                          </p:val>
                                        </p:tav>
                                        <p:tav tm="100000">
                                          <p:val>
                                            <p:strVal val="#ppt_w"/>
                                          </p:val>
                                        </p:tav>
                                      </p:tavLst>
                                    </p:anim>
                                    <p:anim calcmode="lin" valueType="num">
                                      <p:cBhvr>
                                        <p:cTn id="66" dur="500" fill="hold"/>
                                        <p:tgtEl>
                                          <p:spTgt spid="23"/>
                                        </p:tgtEl>
                                        <p:attrNameLst>
                                          <p:attrName>ppt_h</p:attrName>
                                        </p:attrNameLst>
                                      </p:cBhvr>
                                      <p:tavLst>
                                        <p:tav tm="0">
                                          <p:val>
                                            <p:fltVal val="0"/>
                                          </p:val>
                                        </p:tav>
                                        <p:tav tm="100000">
                                          <p:val>
                                            <p:strVal val="#ppt_h"/>
                                          </p:val>
                                        </p:tav>
                                      </p:tavLst>
                                    </p:anim>
                                    <p:animEffect transition="in" filter="fade">
                                      <p:cBhvr>
                                        <p:cTn id="67" dur="500"/>
                                        <p:tgtEl>
                                          <p:spTgt spid="23"/>
                                        </p:tgtEl>
                                      </p:cBhvr>
                                    </p:animEffect>
                                  </p:childTnLst>
                                </p:cTn>
                              </p:par>
                            </p:childTnLst>
                          </p:cTn>
                        </p:par>
                        <p:par>
                          <p:cTn id="68" fill="hold">
                            <p:stCondLst>
                              <p:cond delay="5500"/>
                            </p:stCondLst>
                            <p:childTnLst>
                              <p:par>
                                <p:cTn id="69" presetID="2" presetClass="entr" presetSubtype="8" accel="50000" decel="50000" fill="hold" nodeType="after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500" fill="hold"/>
                                        <p:tgtEl>
                                          <p:spTgt spid="5"/>
                                        </p:tgtEl>
                                        <p:attrNameLst>
                                          <p:attrName>ppt_x</p:attrName>
                                        </p:attrNameLst>
                                      </p:cBhvr>
                                      <p:tavLst>
                                        <p:tav tm="0">
                                          <p:val>
                                            <p:strVal val="0-#ppt_w/2"/>
                                          </p:val>
                                        </p:tav>
                                        <p:tav tm="100000">
                                          <p:val>
                                            <p:strVal val="#ppt_x"/>
                                          </p:val>
                                        </p:tav>
                                      </p:tavLst>
                                    </p:anim>
                                    <p:anim calcmode="lin" valueType="num">
                                      <p:cBhvr additive="base">
                                        <p:cTn id="72" dur="500" fill="hold"/>
                                        <p:tgtEl>
                                          <p:spTgt spid="5"/>
                                        </p:tgtEl>
                                        <p:attrNameLst>
                                          <p:attrName>ppt_y</p:attrName>
                                        </p:attrNameLst>
                                      </p:cBhvr>
                                      <p:tavLst>
                                        <p:tav tm="0">
                                          <p:val>
                                            <p:strVal val="#ppt_y"/>
                                          </p:val>
                                        </p:tav>
                                        <p:tav tm="100000">
                                          <p:val>
                                            <p:strVal val="#ppt_y"/>
                                          </p:val>
                                        </p:tav>
                                      </p:tavLst>
                                    </p:anim>
                                  </p:childTnLst>
                                </p:cTn>
                              </p:par>
                            </p:childTnLst>
                          </p:cTn>
                        </p:par>
                        <p:par>
                          <p:cTn id="73" fill="hold">
                            <p:stCondLst>
                              <p:cond delay="6000"/>
                            </p:stCondLst>
                            <p:childTnLst>
                              <p:par>
                                <p:cTn id="74" presetID="2" presetClass="entr" presetSubtype="8" accel="50000" decel="50000" fill="hold" nodeType="afterEffect">
                                  <p:stCondLst>
                                    <p:cond delay="0"/>
                                  </p:stCondLst>
                                  <p:childTnLst>
                                    <p:set>
                                      <p:cBhvr>
                                        <p:cTn id="75" dur="1" fill="hold">
                                          <p:stCondLst>
                                            <p:cond delay="0"/>
                                          </p:stCondLst>
                                        </p:cTn>
                                        <p:tgtEl>
                                          <p:spTgt spid="6"/>
                                        </p:tgtEl>
                                        <p:attrNameLst>
                                          <p:attrName>style.visibility</p:attrName>
                                        </p:attrNameLst>
                                      </p:cBhvr>
                                      <p:to>
                                        <p:strVal val="visible"/>
                                      </p:to>
                                    </p:set>
                                    <p:anim calcmode="lin" valueType="num">
                                      <p:cBhvr additive="base">
                                        <p:cTn id="76" dur="500" fill="hold"/>
                                        <p:tgtEl>
                                          <p:spTgt spid="6"/>
                                        </p:tgtEl>
                                        <p:attrNameLst>
                                          <p:attrName>ppt_x</p:attrName>
                                        </p:attrNameLst>
                                      </p:cBhvr>
                                      <p:tavLst>
                                        <p:tav tm="0">
                                          <p:val>
                                            <p:strVal val="0-#ppt_w/2"/>
                                          </p:val>
                                        </p:tav>
                                        <p:tav tm="100000">
                                          <p:val>
                                            <p:strVal val="#ppt_x"/>
                                          </p:val>
                                        </p:tav>
                                      </p:tavLst>
                                    </p:anim>
                                    <p:anim calcmode="lin" valueType="num">
                                      <p:cBhvr additive="base">
                                        <p:cTn id="77" dur="500" fill="hold"/>
                                        <p:tgtEl>
                                          <p:spTgt spid="6"/>
                                        </p:tgtEl>
                                        <p:attrNameLst>
                                          <p:attrName>ppt_y</p:attrName>
                                        </p:attrNameLst>
                                      </p:cBhvr>
                                      <p:tavLst>
                                        <p:tav tm="0">
                                          <p:val>
                                            <p:strVal val="#ppt_y"/>
                                          </p:val>
                                        </p:tav>
                                        <p:tav tm="100000">
                                          <p:val>
                                            <p:strVal val="#ppt_y"/>
                                          </p:val>
                                        </p:tav>
                                      </p:tavLst>
                                    </p:anim>
                                  </p:childTnLst>
                                </p:cTn>
                              </p:par>
                            </p:childTnLst>
                          </p:cTn>
                        </p:par>
                        <p:par>
                          <p:cTn id="78" fill="hold">
                            <p:stCondLst>
                              <p:cond delay="6500"/>
                            </p:stCondLst>
                            <p:childTnLst>
                              <p:par>
                                <p:cTn id="79" presetID="2" presetClass="entr" presetSubtype="2" accel="50000" decel="50000" fill="hold" nodeType="after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additive="base">
                                        <p:cTn id="81" dur="500" fill="hold"/>
                                        <p:tgtEl>
                                          <p:spTgt spid="15"/>
                                        </p:tgtEl>
                                        <p:attrNameLst>
                                          <p:attrName>ppt_x</p:attrName>
                                        </p:attrNameLst>
                                      </p:cBhvr>
                                      <p:tavLst>
                                        <p:tav tm="0">
                                          <p:val>
                                            <p:strVal val="1+#ppt_w/2"/>
                                          </p:val>
                                        </p:tav>
                                        <p:tav tm="100000">
                                          <p:val>
                                            <p:strVal val="#ppt_x"/>
                                          </p:val>
                                        </p:tav>
                                      </p:tavLst>
                                    </p:anim>
                                    <p:anim calcmode="lin" valueType="num">
                                      <p:cBhvr additive="base">
                                        <p:cTn id="82" dur="500" fill="hold"/>
                                        <p:tgtEl>
                                          <p:spTgt spid="15"/>
                                        </p:tgtEl>
                                        <p:attrNameLst>
                                          <p:attrName>ppt_y</p:attrName>
                                        </p:attrNameLst>
                                      </p:cBhvr>
                                      <p:tavLst>
                                        <p:tav tm="0">
                                          <p:val>
                                            <p:strVal val="#ppt_y"/>
                                          </p:val>
                                        </p:tav>
                                        <p:tav tm="100000">
                                          <p:val>
                                            <p:strVal val="#ppt_y"/>
                                          </p:val>
                                        </p:tav>
                                      </p:tavLst>
                                    </p:anim>
                                  </p:childTnLst>
                                </p:cTn>
                              </p:par>
                            </p:childTnLst>
                          </p:cTn>
                        </p:par>
                        <p:par>
                          <p:cTn id="83" fill="hold">
                            <p:stCondLst>
                              <p:cond delay="7000"/>
                            </p:stCondLst>
                            <p:childTnLst>
                              <p:par>
                                <p:cTn id="84" presetID="2" presetClass="entr" presetSubtype="2" accel="50000" decel="50000" fill="hold" nodeType="afterEffect">
                                  <p:stCondLst>
                                    <p:cond delay="0"/>
                                  </p:stCondLst>
                                  <p:childTnLst>
                                    <p:set>
                                      <p:cBhvr>
                                        <p:cTn id="85" dur="1" fill="hold">
                                          <p:stCondLst>
                                            <p:cond delay="0"/>
                                          </p:stCondLst>
                                        </p:cTn>
                                        <p:tgtEl>
                                          <p:spTgt spid="16"/>
                                        </p:tgtEl>
                                        <p:attrNameLst>
                                          <p:attrName>style.visibility</p:attrName>
                                        </p:attrNameLst>
                                      </p:cBhvr>
                                      <p:to>
                                        <p:strVal val="visible"/>
                                      </p:to>
                                    </p:set>
                                    <p:anim calcmode="lin" valueType="num">
                                      <p:cBhvr additive="base">
                                        <p:cTn id="86" dur="500" fill="hold"/>
                                        <p:tgtEl>
                                          <p:spTgt spid="16"/>
                                        </p:tgtEl>
                                        <p:attrNameLst>
                                          <p:attrName>ppt_x</p:attrName>
                                        </p:attrNameLst>
                                      </p:cBhvr>
                                      <p:tavLst>
                                        <p:tav tm="0">
                                          <p:val>
                                            <p:strVal val="1+#ppt_w/2"/>
                                          </p:val>
                                        </p:tav>
                                        <p:tav tm="100000">
                                          <p:val>
                                            <p:strVal val="#ppt_x"/>
                                          </p:val>
                                        </p:tav>
                                      </p:tavLst>
                                    </p:anim>
                                    <p:anim calcmode="lin" valueType="num">
                                      <p:cBhvr additive="base">
                                        <p:cTn id="87" dur="500" fill="hold"/>
                                        <p:tgtEl>
                                          <p:spTgt spid="16"/>
                                        </p:tgtEl>
                                        <p:attrNameLst>
                                          <p:attrName>ppt_y</p:attrName>
                                        </p:attrNameLst>
                                      </p:cBhvr>
                                      <p:tavLst>
                                        <p:tav tm="0">
                                          <p:val>
                                            <p:strVal val="#ppt_y"/>
                                          </p:val>
                                        </p:tav>
                                        <p:tav tm="100000">
                                          <p:val>
                                            <p:strVal val="#ppt_y"/>
                                          </p:val>
                                        </p:tav>
                                      </p:tavLst>
                                    </p:anim>
                                  </p:childTnLst>
                                </p:cTn>
                              </p:par>
                            </p:childTnLst>
                          </p:cTn>
                        </p:par>
                        <p:par>
                          <p:cTn id="88" fill="hold">
                            <p:stCondLst>
                              <p:cond delay="7500"/>
                            </p:stCondLst>
                            <p:childTnLst>
                              <p:par>
                                <p:cTn id="89" presetID="2" presetClass="entr" presetSubtype="8" accel="50000" decel="50000" fill="hold" nodeType="after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500" fill="hold"/>
                                        <p:tgtEl>
                                          <p:spTgt spid="24"/>
                                        </p:tgtEl>
                                        <p:attrNameLst>
                                          <p:attrName>ppt_x</p:attrName>
                                        </p:attrNameLst>
                                      </p:cBhvr>
                                      <p:tavLst>
                                        <p:tav tm="0">
                                          <p:val>
                                            <p:strVal val="0-#ppt_w/2"/>
                                          </p:val>
                                        </p:tav>
                                        <p:tav tm="100000">
                                          <p:val>
                                            <p:strVal val="#ppt_x"/>
                                          </p:val>
                                        </p:tav>
                                      </p:tavLst>
                                    </p:anim>
                                    <p:anim calcmode="lin" valueType="num">
                                      <p:cBhvr additive="base">
                                        <p:cTn id="92" dur="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23" grpId="0" animBg="1"/>
      <p:bldP spid="35" grpId="0" animBg="1"/>
      <p:bldP spid="39"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Bent Arrow 13"/>
          <p:cNvSpPr/>
          <p:nvPr/>
        </p:nvSpPr>
        <p:spPr>
          <a:xfrm rot="10800000" flipH="1">
            <a:off x="2660696" y="4077630"/>
            <a:ext cx="1712132" cy="452756"/>
          </a:xfrm>
          <a:prstGeom prst="bentArrow">
            <a:avLst>
              <a:gd name="adj1" fmla="val 17673"/>
              <a:gd name="adj2" fmla="val 3577"/>
              <a:gd name="adj3" fmla="val 0"/>
              <a:gd name="adj4" fmla="val 7030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nvGrpSpPr>
          <p:cNvPr id="4" name="Group 9"/>
          <p:cNvGrpSpPr/>
          <p:nvPr/>
        </p:nvGrpSpPr>
        <p:grpSpPr>
          <a:xfrm flipH="1">
            <a:off x="4802169" y="2401352"/>
            <a:ext cx="1083612" cy="2742165"/>
            <a:chOff x="2152507" y="1411974"/>
            <a:chExt cx="1739158" cy="3516910"/>
          </a:xfrm>
          <a:solidFill>
            <a:schemeClr val="accent6"/>
          </a:solidFill>
        </p:grpSpPr>
        <p:sp>
          <p:nvSpPr>
            <p:cNvPr id="11" name="Bent Arrow 10"/>
            <p:cNvSpPr/>
            <p:nvPr/>
          </p:nvSpPr>
          <p:spPr>
            <a:xfrm rot="16200000">
              <a:off x="1677486" y="1886995"/>
              <a:ext cx="1819621"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Bent Arrow 11"/>
            <p:cNvSpPr/>
            <p:nvPr/>
          </p:nvSpPr>
          <p:spPr>
            <a:xfrm rot="5400000">
              <a:off x="2547066" y="3584284"/>
              <a:ext cx="1819620"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26"/>
          <p:cNvGrpSpPr/>
          <p:nvPr/>
        </p:nvGrpSpPr>
        <p:grpSpPr>
          <a:xfrm>
            <a:off x="4744821" y="1900272"/>
            <a:ext cx="2168291" cy="1362762"/>
            <a:chOff x="686838" y="2184398"/>
            <a:chExt cx="1192213" cy="749301"/>
          </a:xfrm>
          <a:solidFill>
            <a:schemeClr val="accent6"/>
          </a:solidFill>
        </p:grpSpPr>
        <p:sp>
          <p:nvSpPr>
            <p:cNvPr id="28" name="Freeform 7"/>
            <p:cNvSpPr>
              <a:spLocks noEditPoints="1"/>
            </p:cNvSpPr>
            <p:nvPr/>
          </p:nvSpPr>
          <p:spPr bwMode="auto">
            <a:xfrm>
              <a:off x="686838" y="2198686"/>
              <a:ext cx="609600" cy="735013"/>
            </a:xfrm>
            <a:custGeom>
              <a:avLst/>
              <a:gdLst/>
              <a:ahLst/>
              <a:cxnLst>
                <a:cxn ang="0">
                  <a:pos x="128" y="28"/>
                </a:cxn>
                <a:cxn ang="0">
                  <a:pos x="94" y="16"/>
                </a:cxn>
                <a:cxn ang="0">
                  <a:pos x="39" y="70"/>
                </a:cxn>
                <a:cxn ang="0">
                  <a:pos x="40" y="80"/>
                </a:cxn>
                <a:cxn ang="0">
                  <a:pos x="0" y="136"/>
                </a:cxn>
                <a:cxn ang="0">
                  <a:pos x="59" y="195"/>
                </a:cxn>
                <a:cxn ang="0">
                  <a:pos x="67" y="194"/>
                </a:cxn>
                <a:cxn ang="0">
                  <a:pos x="162" y="194"/>
                </a:cxn>
                <a:cxn ang="0">
                  <a:pos x="162" y="0"/>
                </a:cxn>
                <a:cxn ang="0">
                  <a:pos x="128" y="28"/>
                </a:cxn>
                <a:cxn ang="0">
                  <a:pos x="134" y="107"/>
                </a:cxn>
                <a:cxn ang="0">
                  <a:pos x="134" y="106"/>
                </a:cxn>
                <a:cxn ang="0">
                  <a:pos x="134" y="107"/>
                </a:cxn>
              </a:cxnLst>
              <a:rect l="0" t="0" r="r" b="b"/>
              <a:pathLst>
                <a:path w="162" h="195">
                  <a:moveTo>
                    <a:pt x="128" y="28"/>
                  </a:moveTo>
                  <a:cubicBezTo>
                    <a:pt x="119" y="20"/>
                    <a:pt x="107" y="16"/>
                    <a:pt x="94" y="16"/>
                  </a:cubicBezTo>
                  <a:cubicBezTo>
                    <a:pt x="64" y="16"/>
                    <a:pt x="39" y="40"/>
                    <a:pt x="39" y="70"/>
                  </a:cubicBezTo>
                  <a:cubicBezTo>
                    <a:pt x="39" y="73"/>
                    <a:pt x="40" y="77"/>
                    <a:pt x="40" y="80"/>
                  </a:cubicBezTo>
                  <a:cubicBezTo>
                    <a:pt x="17" y="88"/>
                    <a:pt x="0" y="110"/>
                    <a:pt x="0" y="136"/>
                  </a:cubicBezTo>
                  <a:cubicBezTo>
                    <a:pt x="0" y="169"/>
                    <a:pt x="26" y="195"/>
                    <a:pt x="59" y="195"/>
                  </a:cubicBezTo>
                  <a:cubicBezTo>
                    <a:pt x="61" y="195"/>
                    <a:pt x="64" y="195"/>
                    <a:pt x="67" y="194"/>
                  </a:cubicBezTo>
                  <a:cubicBezTo>
                    <a:pt x="162" y="194"/>
                    <a:pt x="162" y="194"/>
                    <a:pt x="162" y="194"/>
                  </a:cubicBezTo>
                  <a:cubicBezTo>
                    <a:pt x="162" y="0"/>
                    <a:pt x="162" y="0"/>
                    <a:pt x="162" y="0"/>
                  </a:cubicBezTo>
                  <a:cubicBezTo>
                    <a:pt x="148" y="5"/>
                    <a:pt x="136" y="15"/>
                    <a:pt x="128" y="28"/>
                  </a:cubicBezTo>
                  <a:close/>
                  <a:moveTo>
                    <a:pt x="134" y="107"/>
                  </a:moveTo>
                  <a:cubicBezTo>
                    <a:pt x="134" y="107"/>
                    <a:pt x="134" y="107"/>
                    <a:pt x="134" y="106"/>
                  </a:cubicBezTo>
                  <a:cubicBezTo>
                    <a:pt x="134" y="107"/>
                    <a:pt x="134" y="107"/>
                    <a:pt x="13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sp>
          <p:nvSpPr>
            <p:cNvPr id="29" name="Freeform 8"/>
            <p:cNvSpPr>
              <a:spLocks/>
            </p:cNvSpPr>
            <p:nvPr/>
          </p:nvSpPr>
          <p:spPr bwMode="auto">
            <a:xfrm>
              <a:off x="1296438" y="2184398"/>
              <a:ext cx="582613" cy="749300"/>
            </a:xfrm>
            <a:custGeom>
              <a:avLst/>
              <a:gdLst/>
              <a:ahLst/>
              <a:cxnLst>
                <a:cxn ang="0">
                  <a:pos x="90" y="65"/>
                </a:cxn>
                <a:cxn ang="0">
                  <a:pos x="23" y="0"/>
                </a:cxn>
                <a:cxn ang="0">
                  <a:pos x="1" y="4"/>
                </a:cxn>
                <a:cxn ang="0">
                  <a:pos x="0" y="4"/>
                </a:cxn>
                <a:cxn ang="0">
                  <a:pos x="0" y="198"/>
                </a:cxn>
                <a:cxn ang="0">
                  <a:pos x="1" y="198"/>
                </a:cxn>
                <a:cxn ang="0">
                  <a:pos x="81" y="198"/>
                </a:cxn>
                <a:cxn ang="0">
                  <a:pos x="88" y="199"/>
                </a:cxn>
                <a:cxn ang="0">
                  <a:pos x="155" y="132"/>
                </a:cxn>
                <a:cxn ang="0">
                  <a:pos x="90" y="65"/>
                </a:cxn>
              </a:cxnLst>
              <a:rect l="0" t="0" r="r" b="b"/>
              <a:pathLst>
                <a:path w="155" h="199">
                  <a:moveTo>
                    <a:pt x="90" y="65"/>
                  </a:moveTo>
                  <a:cubicBezTo>
                    <a:pt x="89" y="29"/>
                    <a:pt x="60" y="0"/>
                    <a:pt x="23" y="0"/>
                  </a:cubicBezTo>
                  <a:cubicBezTo>
                    <a:pt x="15" y="0"/>
                    <a:pt x="8" y="1"/>
                    <a:pt x="1" y="4"/>
                  </a:cubicBezTo>
                  <a:cubicBezTo>
                    <a:pt x="0" y="4"/>
                    <a:pt x="0" y="4"/>
                    <a:pt x="0" y="4"/>
                  </a:cubicBezTo>
                  <a:cubicBezTo>
                    <a:pt x="0" y="198"/>
                    <a:pt x="0" y="198"/>
                    <a:pt x="0" y="198"/>
                  </a:cubicBezTo>
                  <a:cubicBezTo>
                    <a:pt x="1" y="198"/>
                    <a:pt x="1" y="198"/>
                    <a:pt x="1" y="198"/>
                  </a:cubicBezTo>
                  <a:cubicBezTo>
                    <a:pt x="81" y="198"/>
                    <a:pt x="81" y="198"/>
                    <a:pt x="81" y="198"/>
                  </a:cubicBezTo>
                  <a:cubicBezTo>
                    <a:pt x="83" y="199"/>
                    <a:pt x="85" y="199"/>
                    <a:pt x="88" y="199"/>
                  </a:cubicBezTo>
                  <a:cubicBezTo>
                    <a:pt x="125" y="199"/>
                    <a:pt x="155" y="169"/>
                    <a:pt x="155" y="132"/>
                  </a:cubicBezTo>
                  <a:cubicBezTo>
                    <a:pt x="155" y="95"/>
                    <a:pt x="126" y="66"/>
                    <a:pt x="90"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grpSp>
      <p:sp>
        <p:nvSpPr>
          <p:cNvPr id="13" name="Up Arrow 12"/>
          <p:cNvSpPr/>
          <p:nvPr/>
        </p:nvSpPr>
        <p:spPr>
          <a:xfrm>
            <a:off x="4312434" y="1670965"/>
            <a:ext cx="213532" cy="3472535"/>
          </a:xfrm>
          <a:prstGeom prst="upArrow">
            <a:avLst>
              <a:gd name="adj1" fmla="val 53549"/>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20"/>
          <p:cNvGrpSpPr/>
          <p:nvPr/>
        </p:nvGrpSpPr>
        <p:grpSpPr>
          <a:xfrm>
            <a:off x="3148851" y="1048763"/>
            <a:ext cx="2544467" cy="1599187"/>
            <a:chOff x="686838" y="2184398"/>
            <a:chExt cx="1192213" cy="749301"/>
          </a:xfrm>
          <a:solidFill>
            <a:schemeClr val="accent2"/>
          </a:solidFill>
        </p:grpSpPr>
        <p:sp>
          <p:nvSpPr>
            <p:cNvPr id="22" name="Freeform 7"/>
            <p:cNvSpPr>
              <a:spLocks noEditPoints="1"/>
            </p:cNvSpPr>
            <p:nvPr/>
          </p:nvSpPr>
          <p:spPr bwMode="auto">
            <a:xfrm>
              <a:off x="686838" y="2198686"/>
              <a:ext cx="609600" cy="735013"/>
            </a:xfrm>
            <a:custGeom>
              <a:avLst/>
              <a:gdLst/>
              <a:ahLst/>
              <a:cxnLst>
                <a:cxn ang="0">
                  <a:pos x="128" y="28"/>
                </a:cxn>
                <a:cxn ang="0">
                  <a:pos x="94" y="16"/>
                </a:cxn>
                <a:cxn ang="0">
                  <a:pos x="39" y="70"/>
                </a:cxn>
                <a:cxn ang="0">
                  <a:pos x="40" y="80"/>
                </a:cxn>
                <a:cxn ang="0">
                  <a:pos x="0" y="136"/>
                </a:cxn>
                <a:cxn ang="0">
                  <a:pos x="59" y="195"/>
                </a:cxn>
                <a:cxn ang="0">
                  <a:pos x="67" y="194"/>
                </a:cxn>
                <a:cxn ang="0">
                  <a:pos x="162" y="194"/>
                </a:cxn>
                <a:cxn ang="0">
                  <a:pos x="162" y="0"/>
                </a:cxn>
                <a:cxn ang="0">
                  <a:pos x="128" y="28"/>
                </a:cxn>
                <a:cxn ang="0">
                  <a:pos x="134" y="107"/>
                </a:cxn>
                <a:cxn ang="0">
                  <a:pos x="134" y="106"/>
                </a:cxn>
                <a:cxn ang="0">
                  <a:pos x="134" y="107"/>
                </a:cxn>
              </a:cxnLst>
              <a:rect l="0" t="0" r="r" b="b"/>
              <a:pathLst>
                <a:path w="162" h="195">
                  <a:moveTo>
                    <a:pt x="128" y="28"/>
                  </a:moveTo>
                  <a:cubicBezTo>
                    <a:pt x="119" y="20"/>
                    <a:pt x="107" y="16"/>
                    <a:pt x="94" y="16"/>
                  </a:cubicBezTo>
                  <a:cubicBezTo>
                    <a:pt x="64" y="16"/>
                    <a:pt x="39" y="40"/>
                    <a:pt x="39" y="70"/>
                  </a:cubicBezTo>
                  <a:cubicBezTo>
                    <a:pt x="39" y="73"/>
                    <a:pt x="40" y="77"/>
                    <a:pt x="40" y="80"/>
                  </a:cubicBezTo>
                  <a:cubicBezTo>
                    <a:pt x="17" y="88"/>
                    <a:pt x="0" y="110"/>
                    <a:pt x="0" y="136"/>
                  </a:cubicBezTo>
                  <a:cubicBezTo>
                    <a:pt x="0" y="169"/>
                    <a:pt x="26" y="195"/>
                    <a:pt x="59" y="195"/>
                  </a:cubicBezTo>
                  <a:cubicBezTo>
                    <a:pt x="61" y="195"/>
                    <a:pt x="64" y="195"/>
                    <a:pt x="67" y="194"/>
                  </a:cubicBezTo>
                  <a:cubicBezTo>
                    <a:pt x="162" y="194"/>
                    <a:pt x="162" y="194"/>
                    <a:pt x="162" y="194"/>
                  </a:cubicBezTo>
                  <a:cubicBezTo>
                    <a:pt x="162" y="0"/>
                    <a:pt x="162" y="0"/>
                    <a:pt x="162" y="0"/>
                  </a:cubicBezTo>
                  <a:cubicBezTo>
                    <a:pt x="148" y="5"/>
                    <a:pt x="136" y="15"/>
                    <a:pt x="128" y="28"/>
                  </a:cubicBezTo>
                  <a:close/>
                  <a:moveTo>
                    <a:pt x="134" y="107"/>
                  </a:moveTo>
                  <a:cubicBezTo>
                    <a:pt x="134" y="107"/>
                    <a:pt x="134" y="107"/>
                    <a:pt x="134" y="106"/>
                  </a:cubicBezTo>
                  <a:cubicBezTo>
                    <a:pt x="134" y="107"/>
                    <a:pt x="134" y="107"/>
                    <a:pt x="13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sp>
          <p:nvSpPr>
            <p:cNvPr id="23" name="Freeform 8"/>
            <p:cNvSpPr>
              <a:spLocks/>
            </p:cNvSpPr>
            <p:nvPr/>
          </p:nvSpPr>
          <p:spPr bwMode="auto">
            <a:xfrm>
              <a:off x="1296438" y="2184398"/>
              <a:ext cx="582613" cy="749300"/>
            </a:xfrm>
            <a:custGeom>
              <a:avLst/>
              <a:gdLst/>
              <a:ahLst/>
              <a:cxnLst>
                <a:cxn ang="0">
                  <a:pos x="90" y="65"/>
                </a:cxn>
                <a:cxn ang="0">
                  <a:pos x="23" y="0"/>
                </a:cxn>
                <a:cxn ang="0">
                  <a:pos x="1" y="4"/>
                </a:cxn>
                <a:cxn ang="0">
                  <a:pos x="0" y="4"/>
                </a:cxn>
                <a:cxn ang="0">
                  <a:pos x="0" y="198"/>
                </a:cxn>
                <a:cxn ang="0">
                  <a:pos x="1" y="198"/>
                </a:cxn>
                <a:cxn ang="0">
                  <a:pos x="81" y="198"/>
                </a:cxn>
                <a:cxn ang="0">
                  <a:pos x="88" y="199"/>
                </a:cxn>
                <a:cxn ang="0">
                  <a:pos x="155" y="132"/>
                </a:cxn>
                <a:cxn ang="0">
                  <a:pos x="90" y="65"/>
                </a:cxn>
              </a:cxnLst>
              <a:rect l="0" t="0" r="r" b="b"/>
              <a:pathLst>
                <a:path w="155" h="199">
                  <a:moveTo>
                    <a:pt x="90" y="65"/>
                  </a:moveTo>
                  <a:cubicBezTo>
                    <a:pt x="89" y="29"/>
                    <a:pt x="60" y="0"/>
                    <a:pt x="23" y="0"/>
                  </a:cubicBezTo>
                  <a:cubicBezTo>
                    <a:pt x="15" y="0"/>
                    <a:pt x="8" y="1"/>
                    <a:pt x="1" y="4"/>
                  </a:cubicBezTo>
                  <a:cubicBezTo>
                    <a:pt x="0" y="4"/>
                    <a:pt x="0" y="4"/>
                    <a:pt x="0" y="4"/>
                  </a:cubicBezTo>
                  <a:cubicBezTo>
                    <a:pt x="0" y="198"/>
                    <a:pt x="0" y="198"/>
                    <a:pt x="0" y="198"/>
                  </a:cubicBezTo>
                  <a:cubicBezTo>
                    <a:pt x="1" y="198"/>
                    <a:pt x="1" y="198"/>
                    <a:pt x="1" y="198"/>
                  </a:cubicBezTo>
                  <a:cubicBezTo>
                    <a:pt x="81" y="198"/>
                    <a:pt x="81" y="198"/>
                    <a:pt x="81" y="198"/>
                  </a:cubicBezTo>
                  <a:cubicBezTo>
                    <a:pt x="83" y="199"/>
                    <a:pt x="85" y="199"/>
                    <a:pt x="88" y="199"/>
                  </a:cubicBezTo>
                  <a:cubicBezTo>
                    <a:pt x="125" y="199"/>
                    <a:pt x="155" y="169"/>
                    <a:pt x="155" y="132"/>
                  </a:cubicBezTo>
                  <a:cubicBezTo>
                    <a:pt x="155" y="95"/>
                    <a:pt x="126" y="66"/>
                    <a:pt x="90"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grpSp>
      <p:sp>
        <p:nvSpPr>
          <p:cNvPr id="2" name="Title 1"/>
          <p:cNvSpPr>
            <a:spLocks noGrp="1"/>
          </p:cNvSpPr>
          <p:nvPr>
            <p:ph type="title"/>
          </p:nvPr>
        </p:nvSpPr>
        <p:spPr/>
        <p:txBody>
          <a:bodyPr/>
          <a:lstStyle/>
          <a:p>
            <a:r>
              <a:rPr lang="en-US" dirty="0"/>
              <a:t>Data Tree infographic</a:t>
            </a:r>
          </a:p>
        </p:txBody>
      </p:sp>
      <p:sp>
        <p:nvSpPr>
          <p:cNvPr id="3" name="Text Placeholder 2"/>
          <p:cNvSpPr>
            <a:spLocks noGrp="1"/>
          </p:cNvSpPr>
          <p:nvPr>
            <p:ph type="body" sz="half" idx="2"/>
          </p:nvPr>
        </p:nvSpPr>
        <p:spPr/>
        <p:txBody>
          <a:bodyPr/>
          <a:lstStyle/>
          <a:p>
            <a:r>
              <a:rPr lang="en-US" dirty="0"/>
              <a:t>Data Tree infographic</a:t>
            </a:r>
          </a:p>
        </p:txBody>
      </p:sp>
      <p:sp>
        <p:nvSpPr>
          <p:cNvPr id="18" name="Slide Number Placeholder 17"/>
          <p:cNvSpPr>
            <a:spLocks noGrp="1"/>
          </p:cNvSpPr>
          <p:nvPr>
            <p:ph type="sldNum" sz="quarter" idx="12"/>
          </p:nvPr>
        </p:nvSpPr>
        <p:spPr/>
        <p:txBody>
          <a:bodyPr/>
          <a:lstStyle/>
          <a:p>
            <a:fld id="{C136B7D2-B98C-44FD-8D04-7EC62A564975}" type="slidenum">
              <a:rPr lang="en-US" smtClean="0"/>
              <a:pPr/>
              <a:t>111</a:t>
            </a:fld>
            <a:endParaRPr lang="en-US" dirty="0"/>
          </a:p>
        </p:txBody>
      </p:sp>
      <p:sp>
        <p:nvSpPr>
          <p:cNvPr id="6" name="Up Arrow 5"/>
          <p:cNvSpPr/>
          <p:nvPr/>
        </p:nvSpPr>
        <p:spPr>
          <a:xfrm>
            <a:off x="4569655" y="2725616"/>
            <a:ext cx="186480" cy="2417883"/>
          </a:xfrm>
          <a:prstGeom prst="upArrow">
            <a:avLst>
              <a:gd name="adj1" fmla="val 53549"/>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8"/>
          <p:cNvGrpSpPr/>
          <p:nvPr/>
        </p:nvGrpSpPr>
        <p:grpSpPr>
          <a:xfrm>
            <a:off x="3120117" y="2399766"/>
            <a:ext cx="1083611" cy="2743751"/>
            <a:chOff x="2152508" y="1409938"/>
            <a:chExt cx="1739157" cy="3518946"/>
          </a:xfrm>
          <a:solidFill>
            <a:schemeClr val="accent1"/>
          </a:solidFill>
        </p:grpSpPr>
        <p:sp>
          <p:nvSpPr>
            <p:cNvPr id="5" name="Bent Arrow 4"/>
            <p:cNvSpPr/>
            <p:nvPr/>
          </p:nvSpPr>
          <p:spPr>
            <a:xfrm rot="16200000">
              <a:off x="1677487" y="1884959"/>
              <a:ext cx="1819622"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Bent Arrow 7"/>
            <p:cNvSpPr/>
            <p:nvPr/>
          </p:nvSpPr>
          <p:spPr>
            <a:xfrm rot="5400000">
              <a:off x="2547066" y="3584284"/>
              <a:ext cx="1819620"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Bent Arrow 14"/>
          <p:cNvSpPr/>
          <p:nvPr/>
        </p:nvSpPr>
        <p:spPr>
          <a:xfrm rot="10800000">
            <a:off x="4697807" y="4077628"/>
            <a:ext cx="1717615" cy="678019"/>
          </a:xfrm>
          <a:prstGeom prst="bentArrow">
            <a:avLst>
              <a:gd name="adj1" fmla="val 17673"/>
              <a:gd name="adj2" fmla="val 3577"/>
              <a:gd name="adj3" fmla="val 0"/>
              <a:gd name="adj4" fmla="val 703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nvGrpSpPr>
          <p:cNvPr id="16" name="Group 19"/>
          <p:cNvGrpSpPr/>
          <p:nvPr/>
        </p:nvGrpSpPr>
        <p:grpSpPr>
          <a:xfrm>
            <a:off x="2325327" y="1650464"/>
            <a:ext cx="1710676" cy="1075153"/>
            <a:chOff x="686838" y="2184398"/>
            <a:chExt cx="1192213" cy="749301"/>
          </a:xfrm>
          <a:solidFill>
            <a:schemeClr val="accent1"/>
          </a:solidFill>
        </p:grpSpPr>
        <p:sp>
          <p:nvSpPr>
            <p:cNvPr id="17" name="Freeform 7"/>
            <p:cNvSpPr>
              <a:spLocks noEditPoints="1"/>
            </p:cNvSpPr>
            <p:nvPr/>
          </p:nvSpPr>
          <p:spPr bwMode="auto">
            <a:xfrm>
              <a:off x="686838" y="2198686"/>
              <a:ext cx="609600" cy="735013"/>
            </a:xfrm>
            <a:custGeom>
              <a:avLst/>
              <a:gdLst/>
              <a:ahLst/>
              <a:cxnLst>
                <a:cxn ang="0">
                  <a:pos x="128" y="28"/>
                </a:cxn>
                <a:cxn ang="0">
                  <a:pos x="94" y="16"/>
                </a:cxn>
                <a:cxn ang="0">
                  <a:pos x="39" y="70"/>
                </a:cxn>
                <a:cxn ang="0">
                  <a:pos x="40" y="80"/>
                </a:cxn>
                <a:cxn ang="0">
                  <a:pos x="0" y="136"/>
                </a:cxn>
                <a:cxn ang="0">
                  <a:pos x="59" y="195"/>
                </a:cxn>
                <a:cxn ang="0">
                  <a:pos x="67" y="194"/>
                </a:cxn>
                <a:cxn ang="0">
                  <a:pos x="162" y="194"/>
                </a:cxn>
                <a:cxn ang="0">
                  <a:pos x="162" y="0"/>
                </a:cxn>
                <a:cxn ang="0">
                  <a:pos x="128" y="28"/>
                </a:cxn>
                <a:cxn ang="0">
                  <a:pos x="134" y="107"/>
                </a:cxn>
                <a:cxn ang="0">
                  <a:pos x="134" y="106"/>
                </a:cxn>
                <a:cxn ang="0">
                  <a:pos x="134" y="107"/>
                </a:cxn>
              </a:cxnLst>
              <a:rect l="0" t="0" r="r" b="b"/>
              <a:pathLst>
                <a:path w="162" h="195">
                  <a:moveTo>
                    <a:pt x="128" y="28"/>
                  </a:moveTo>
                  <a:cubicBezTo>
                    <a:pt x="119" y="20"/>
                    <a:pt x="107" y="16"/>
                    <a:pt x="94" y="16"/>
                  </a:cubicBezTo>
                  <a:cubicBezTo>
                    <a:pt x="64" y="16"/>
                    <a:pt x="39" y="40"/>
                    <a:pt x="39" y="70"/>
                  </a:cubicBezTo>
                  <a:cubicBezTo>
                    <a:pt x="39" y="73"/>
                    <a:pt x="40" y="77"/>
                    <a:pt x="40" y="80"/>
                  </a:cubicBezTo>
                  <a:cubicBezTo>
                    <a:pt x="17" y="88"/>
                    <a:pt x="0" y="110"/>
                    <a:pt x="0" y="136"/>
                  </a:cubicBezTo>
                  <a:cubicBezTo>
                    <a:pt x="0" y="169"/>
                    <a:pt x="26" y="195"/>
                    <a:pt x="59" y="195"/>
                  </a:cubicBezTo>
                  <a:cubicBezTo>
                    <a:pt x="61" y="195"/>
                    <a:pt x="64" y="195"/>
                    <a:pt x="67" y="194"/>
                  </a:cubicBezTo>
                  <a:cubicBezTo>
                    <a:pt x="162" y="194"/>
                    <a:pt x="162" y="194"/>
                    <a:pt x="162" y="194"/>
                  </a:cubicBezTo>
                  <a:cubicBezTo>
                    <a:pt x="162" y="0"/>
                    <a:pt x="162" y="0"/>
                    <a:pt x="162" y="0"/>
                  </a:cubicBezTo>
                  <a:cubicBezTo>
                    <a:pt x="148" y="5"/>
                    <a:pt x="136" y="15"/>
                    <a:pt x="128" y="28"/>
                  </a:cubicBezTo>
                  <a:close/>
                  <a:moveTo>
                    <a:pt x="134" y="107"/>
                  </a:moveTo>
                  <a:cubicBezTo>
                    <a:pt x="134" y="107"/>
                    <a:pt x="134" y="107"/>
                    <a:pt x="134" y="106"/>
                  </a:cubicBezTo>
                  <a:cubicBezTo>
                    <a:pt x="134" y="107"/>
                    <a:pt x="134" y="107"/>
                    <a:pt x="13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sp>
          <p:nvSpPr>
            <p:cNvPr id="19" name="Freeform 8"/>
            <p:cNvSpPr>
              <a:spLocks/>
            </p:cNvSpPr>
            <p:nvPr/>
          </p:nvSpPr>
          <p:spPr bwMode="auto">
            <a:xfrm>
              <a:off x="1296438" y="2184398"/>
              <a:ext cx="582613" cy="749300"/>
            </a:xfrm>
            <a:custGeom>
              <a:avLst/>
              <a:gdLst/>
              <a:ahLst/>
              <a:cxnLst>
                <a:cxn ang="0">
                  <a:pos x="90" y="65"/>
                </a:cxn>
                <a:cxn ang="0">
                  <a:pos x="23" y="0"/>
                </a:cxn>
                <a:cxn ang="0">
                  <a:pos x="1" y="4"/>
                </a:cxn>
                <a:cxn ang="0">
                  <a:pos x="0" y="4"/>
                </a:cxn>
                <a:cxn ang="0">
                  <a:pos x="0" y="198"/>
                </a:cxn>
                <a:cxn ang="0">
                  <a:pos x="1" y="198"/>
                </a:cxn>
                <a:cxn ang="0">
                  <a:pos x="81" y="198"/>
                </a:cxn>
                <a:cxn ang="0">
                  <a:pos x="88" y="199"/>
                </a:cxn>
                <a:cxn ang="0">
                  <a:pos x="155" y="132"/>
                </a:cxn>
                <a:cxn ang="0">
                  <a:pos x="90" y="65"/>
                </a:cxn>
              </a:cxnLst>
              <a:rect l="0" t="0" r="r" b="b"/>
              <a:pathLst>
                <a:path w="155" h="199">
                  <a:moveTo>
                    <a:pt x="90" y="65"/>
                  </a:moveTo>
                  <a:cubicBezTo>
                    <a:pt x="89" y="29"/>
                    <a:pt x="60" y="0"/>
                    <a:pt x="23" y="0"/>
                  </a:cubicBezTo>
                  <a:cubicBezTo>
                    <a:pt x="15" y="0"/>
                    <a:pt x="8" y="1"/>
                    <a:pt x="1" y="4"/>
                  </a:cubicBezTo>
                  <a:cubicBezTo>
                    <a:pt x="0" y="4"/>
                    <a:pt x="0" y="4"/>
                    <a:pt x="0" y="4"/>
                  </a:cubicBezTo>
                  <a:cubicBezTo>
                    <a:pt x="0" y="198"/>
                    <a:pt x="0" y="198"/>
                    <a:pt x="0" y="198"/>
                  </a:cubicBezTo>
                  <a:cubicBezTo>
                    <a:pt x="1" y="198"/>
                    <a:pt x="1" y="198"/>
                    <a:pt x="1" y="198"/>
                  </a:cubicBezTo>
                  <a:cubicBezTo>
                    <a:pt x="81" y="198"/>
                    <a:pt x="81" y="198"/>
                    <a:pt x="81" y="198"/>
                  </a:cubicBezTo>
                  <a:cubicBezTo>
                    <a:pt x="83" y="199"/>
                    <a:pt x="85" y="199"/>
                    <a:pt x="88" y="199"/>
                  </a:cubicBezTo>
                  <a:cubicBezTo>
                    <a:pt x="125" y="199"/>
                    <a:pt x="155" y="169"/>
                    <a:pt x="155" y="132"/>
                  </a:cubicBezTo>
                  <a:cubicBezTo>
                    <a:pt x="155" y="95"/>
                    <a:pt x="126" y="66"/>
                    <a:pt x="90"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grpSp>
      <p:grpSp>
        <p:nvGrpSpPr>
          <p:cNvPr id="20" name="Group 23"/>
          <p:cNvGrpSpPr/>
          <p:nvPr/>
        </p:nvGrpSpPr>
        <p:grpSpPr>
          <a:xfrm>
            <a:off x="3823109" y="1938073"/>
            <a:ext cx="1710676" cy="1075153"/>
            <a:chOff x="686838" y="2184398"/>
            <a:chExt cx="1192213" cy="749301"/>
          </a:xfrm>
          <a:solidFill>
            <a:schemeClr val="accent3"/>
          </a:solidFill>
        </p:grpSpPr>
        <p:sp>
          <p:nvSpPr>
            <p:cNvPr id="25" name="Freeform 7"/>
            <p:cNvSpPr>
              <a:spLocks noEditPoints="1"/>
            </p:cNvSpPr>
            <p:nvPr/>
          </p:nvSpPr>
          <p:spPr bwMode="auto">
            <a:xfrm>
              <a:off x="686838" y="2198686"/>
              <a:ext cx="609600" cy="735013"/>
            </a:xfrm>
            <a:custGeom>
              <a:avLst/>
              <a:gdLst/>
              <a:ahLst/>
              <a:cxnLst>
                <a:cxn ang="0">
                  <a:pos x="128" y="28"/>
                </a:cxn>
                <a:cxn ang="0">
                  <a:pos x="94" y="16"/>
                </a:cxn>
                <a:cxn ang="0">
                  <a:pos x="39" y="70"/>
                </a:cxn>
                <a:cxn ang="0">
                  <a:pos x="40" y="80"/>
                </a:cxn>
                <a:cxn ang="0">
                  <a:pos x="0" y="136"/>
                </a:cxn>
                <a:cxn ang="0">
                  <a:pos x="59" y="195"/>
                </a:cxn>
                <a:cxn ang="0">
                  <a:pos x="67" y="194"/>
                </a:cxn>
                <a:cxn ang="0">
                  <a:pos x="162" y="194"/>
                </a:cxn>
                <a:cxn ang="0">
                  <a:pos x="162" y="0"/>
                </a:cxn>
                <a:cxn ang="0">
                  <a:pos x="128" y="28"/>
                </a:cxn>
                <a:cxn ang="0">
                  <a:pos x="134" y="107"/>
                </a:cxn>
                <a:cxn ang="0">
                  <a:pos x="134" y="106"/>
                </a:cxn>
                <a:cxn ang="0">
                  <a:pos x="134" y="107"/>
                </a:cxn>
              </a:cxnLst>
              <a:rect l="0" t="0" r="r" b="b"/>
              <a:pathLst>
                <a:path w="162" h="195">
                  <a:moveTo>
                    <a:pt x="128" y="28"/>
                  </a:moveTo>
                  <a:cubicBezTo>
                    <a:pt x="119" y="20"/>
                    <a:pt x="107" y="16"/>
                    <a:pt x="94" y="16"/>
                  </a:cubicBezTo>
                  <a:cubicBezTo>
                    <a:pt x="64" y="16"/>
                    <a:pt x="39" y="40"/>
                    <a:pt x="39" y="70"/>
                  </a:cubicBezTo>
                  <a:cubicBezTo>
                    <a:pt x="39" y="73"/>
                    <a:pt x="40" y="77"/>
                    <a:pt x="40" y="80"/>
                  </a:cubicBezTo>
                  <a:cubicBezTo>
                    <a:pt x="17" y="88"/>
                    <a:pt x="0" y="110"/>
                    <a:pt x="0" y="136"/>
                  </a:cubicBezTo>
                  <a:cubicBezTo>
                    <a:pt x="0" y="169"/>
                    <a:pt x="26" y="195"/>
                    <a:pt x="59" y="195"/>
                  </a:cubicBezTo>
                  <a:cubicBezTo>
                    <a:pt x="61" y="195"/>
                    <a:pt x="64" y="195"/>
                    <a:pt x="67" y="194"/>
                  </a:cubicBezTo>
                  <a:cubicBezTo>
                    <a:pt x="162" y="194"/>
                    <a:pt x="162" y="194"/>
                    <a:pt x="162" y="194"/>
                  </a:cubicBezTo>
                  <a:cubicBezTo>
                    <a:pt x="162" y="0"/>
                    <a:pt x="162" y="0"/>
                    <a:pt x="162" y="0"/>
                  </a:cubicBezTo>
                  <a:cubicBezTo>
                    <a:pt x="148" y="5"/>
                    <a:pt x="136" y="15"/>
                    <a:pt x="128" y="28"/>
                  </a:cubicBezTo>
                  <a:close/>
                  <a:moveTo>
                    <a:pt x="134" y="107"/>
                  </a:moveTo>
                  <a:cubicBezTo>
                    <a:pt x="134" y="107"/>
                    <a:pt x="134" y="107"/>
                    <a:pt x="134" y="106"/>
                  </a:cubicBezTo>
                  <a:cubicBezTo>
                    <a:pt x="134" y="107"/>
                    <a:pt x="134" y="107"/>
                    <a:pt x="13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sp>
          <p:nvSpPr>
            <p:cNvPr id="26" name="Freeform 8"/>
            <p:cNvSpPr>
              <a:spLocks/>
            </p:cNvSpPr>
            <p:nvPr/>
          </p:nvSpPr>
          <p:spPr bwMode="auto">
            <a:xfrm>
              <a:off x="1296438" y="2184398"/>
              <a:ext cx="582613" cy="749300"/>
            </a:xfrm>
            <a:custGeom>
              <a:avLst/>
              <a:gdLst/>
              <a:ahLst/>
              <a:cxnLst>
                <a:cxn ang="0">
                  <a:pos x="90" y="65"/>
                </a:cxn>
                <a:cxn ang="0">
                  <a:pos x="23" y="0"/>
                </a:cxn>
                <a:cxn ang="0">
                  <a:pos x="1" y="4"/>
                </a:cxn>
                <a:cxn ang="0">
                  <a:pos x="0" y="4"/>
                </a:cxn>
                <a:cxn ang="0">
                  <a:pos x="0" y="198"/>
                </a:cxn>
                <a:cxn ang="0">
                  <a:pos x="1" y="198"/>
                </a:cxn>
                <a:cxn ang="0">
                  <a:pos x="81" y="198"/>
                </a:cxn>
                <a:cxn ang="0">
                  <a:pos x="88" y="199"/>
                </a:cxn>
                <a:cxn ang="0">
                  <a:pos x="155" y="132"/>
                </a:cxn>
                <a:cxn ang="0">
                  <a:pos x="90" y="65"/>
                </a:cxn>
              </a:cxnLst>
              <a:rect l="0" t="0" r="r" b="b"/>
              <a:pathLst>
                <a:path w="155" h="199">
                  <a:moveTo>
                    <a:pt x="90" y="65"/>
                  </a:moveTo>
                  <a:cubicBezTo>
                    <a:pt x="89" y="29"/>
                    <a:pt x="60" y="0"/>
                    <a:pt x="23" y="0"/>
                  </a:cubicBezTo>
                  <a:cubicBezTo>
                    <a:pt x="15" y="0"/>
                    <a:pt x="8" y="1"/>
                    <a:pt x="1" y="4"/>
                  </a:cubicBezTo>
                  <a:cubicBezTo>
                    <a:pt x="0" y="4"/>
                    <a:pt x="0" y="4"/>
                    <a:pt x="0" y="4"/>
                  </a:cubicBezTo>
                  <a:cubicBezTo>
                    <a:pt x="0" y="198"/>
                    <a:pt x="0" y="198"/>
                    <a:pt x="0" y="198"/>
                  </a:cubicBezTo>
                  <a:cubicBezTo>
                    <a:pt x="1" y="198"/>
                    <a:pt x="1" y="198"/>
                    <a:pt x="1" y="198"/>
                  </a:cubicBezTo>
                  <a:cubicBezTo>
                    <a:pt x="81" y="198"/>
                    <a:pt x="81" y="198"/>
                    <a:pt x="81" y="198"/>
                  </a:cubicBezTo>
                  <a:cubicBezTo>
                    <a:pt x="83" y="199"/>
                    <a:pt x="85" y="199"/>
                    <a:pt x="88" y="199"/>
                  </a:cubicBezTo>
                  <a:cubicBezTo>
                    <a:pt x="125" y="199"/>
                    <a:pt x="155" y="169"/>
                    <a:pt x="155" y="132"/>
                  </a:cubicBezTo>
                  <a:cubicBezTo>
                    <a:pt x="155" y="95"/>
                    <a:pt x="126" y="66"/>
                    <a:pt x="90"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grpSp>
      <p:grpSp>
        <p:nvGrpSpPr>
          <p:cNvPr id="21" name="Group 29"/>
          <p:cNvGrpSpPr/>
          <p:nvPr/>
        </p:nvGrpSpPr>
        <p:grpSpPr>
          <a:xfrm>
            <a:off x="2034744" y="3406187"/>
            <a:ext cx="1317235" cy="827877"/>
            <a:chOff x="686838" y="2184398"/>
            <a:chExt cx="1192213" cy="749301"/>
          </a:xfrm>
          <a:solidFill>
            <a:schemeClr val="accent5"/>
          </a:solidFill>
        </p:grpSpPr>
        <p:sp>
          <p:nvSpPr>
            <p:cNvPr id="31" name="Freeform 7"/>
            <p:cNvSpPr>
              <a:spLocks noEditPoints="1"/>
            </p:cNvSpPr>
            <p:nvPr/>
          </p:nvSpPr>
          <p:spPr bwMode="auto">
            <a:xfrm>
              <a:off x="686838" y="2198686"/>
              <a:ext cx="609600" cy="735013"/>
            </a:xfrm>
            <a:custGeom>
              <a:avLst/>
              <a:gdLst/>
              <a:ahLst/>
              <a:cxnLst>
                <a:cxn ang="0">
                  <a:pos x="128" y="28"/>
                </a:cxn>
                <a:cxn ang="0">
                  <a:pos x="94" y="16"/>
                </a:cxn>
                <a:cxn ang="0">
                  <a:pos x="39" y="70"/>
                </a:cxn>
                <a:cxn ang="0">
                  <a:pos x="40" y="80"/>
                </a:cxn>
                <a:cxn ang="0">
                  <a:pos x="0" y="136"/>
                </a:cxn>
                <a:cxn ang="0">
                  <a:pos x="59" y="195"/>
                </a:cxn>
                <a:cxn ang="0">
                  <a:pos x="67" y="194"/>
                </a:cxn>
                <a:cxn ang="0">
                  <a:pos x="162" y="194"/>
                </a:cxn>
                <a:cxn ang="0">
                  <a:pos x="162" y="0"/>
                </a:cxn>
                <a:cxn ang="0">
                  <a:pos x="128" y="28"/>
                </a:cxn>
                <a:cxn ang="0">
                  <a:pos x="134" y="107"/>
                </a:cxn>
                <a:cxn ang="0">
                  <a:pos x="134" y="106"/>
                </a:cxn>
                <a:cxn ang="0">
                  <a:pos x="134" y="107"/>
                </a:cxn>
              </a:cxnLst>
              <a:rect l="0" t="0" r="r" b="b"/>
              <a:pathLst>
                <a:path w="162" h="195">
                  <a:moveTo>
                    <a:pt x="128" y="28"/>
                  </a:moveTo>
                  <a:cubicBezTo>
                    <a:pt x="119" y="20"/>
                    <a:pt x="107" y="16"/>
                    <a:pt x="94" y="16"/>
                  </a:cubicBezTo>
                  <a:cubicBezTo>
                    <a:pt x="64" y="16"/>
                    <a:pt x="39" y="40"/>
                    <a:pt x="39" y="70"/>
                  </a:cubicBezTo>
                  <a:cubicBezTo>
                    <a:pt x="39" y="73"/>
                    <a:pt x="40" y="77"/>
                    <a:pt x="40" y="80"/>
                  </a:cubicBezTo>
                  <a:cubicBezTo>
                    <a:pt x="17" y="88"/>
                    <a:pt x="0" y="110"/>
                    <a:pt x="0" y="136"/>
                  </a:cubicBezTo>
                  <a:cubicBezTo>
                    <a:pt x="0" y="169"/>
                    <a:pt x="26" y="195"/>
                    <a:pt x="59" y="195"/>
                  </a:cubicBezTo>
                  <a:cubicBezTo>
                    <a:pt x="61" y="195"/>
                    <a:pt x="64" y="195"/>
                    <a:pt x="67" y="194"/>
                  </a:cubicBezTo>
                  <a:cubicBezTo>
                    <a:pt x="162" y="194"/>
                    <a:pt x="162" y="194"/>
                    <a:pt x="162" y="194"/>
                  </a:cubicBezTo>
                  <a:cubicBezTo>
                    <a:pt x="162" y="0"/>
                    <a:pt x="162" y="0"/>
                    <a:pt x="162" y="0"/>
                  </a:cubicBezTo>
                  <a:cubicBezTo>
                    <a:pt x="148" y="5"/>
                    <a:pt x="136" y="15"/>
                    <a:pt x="128" y="28"/>
                  </a:cubicBezTo>
                  <a:close/>
                  <a:moveTo>
                    <a:pt x="134" y="107"/>
                  </a:moveTo>
                  <a:cubicBezTo>
                    <a:pt x="134" y="107"/>
                    <a:pt x="134" y="107"/>
                    <a:pt x="134" y="106"/>
                  </a:cubicBezTo>
                  <a:cubicBezTo>
                    <a:pt x="134" y="107"/>
                    <a:pt x="134" y="107"/>
                    <a:pt x="13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sp>
          <p:nvSpPr>
            <p:cNvPr id="32" name="Freeform 8"/>
            <p:cNvSpPr>
              <a:spLocks/>
            </p:cNvSpPr>
            <p:nvPr/>
          </p:nvSpPr>
          <p:spPr bwMode="auto">
            <a:xfrm>
              <a:off x="1296438" y="2184398"/>
              <a:ext cx="582613" cy="749300"/>
            </a:xfrm>
            <a:custGeom>
              <a:avLst/>
              <a:gdLst/>
              <a:ahLst/>
              <a:cxnLst>
                <a:cxn ang="0">
                  <a:pos x="90" y="65"/>
                </a:cxn>
                <a:cxn ang="0">
                  <a:pos x="23" y="0"/>
                </a:cxn>
                <a:cxn ang="0">
                  <a:pos x="1" y="4"/>
                </a:cxn>
                <a:cxn ang="0">
                  <a:pos x="0" y="4"/>
                </a:cxn>
                <a:cxn ang="0">
                  <a:pos x="0" y="198"/>
                </a:cxn>
                <a:cxn ang="0">
                  <a:pos x="1" y="198"/>
                </a:cxn>
                <a:cxn ang="0">
                  <a:pos x="81" y="198"/>
                </a:cxn>
                <a:cxn ang="0">
                  <a:pos x="88" y="199"/>
                </a:cxn>
                <a:cxn ang="0">
                  <a:pos x="155" y="132"/>
                </a:cxn>
                <a:cxn ang="0">
                  <a:pos x="90" y="65"/>
                </a:cxn>
              </a:cxnLst>
              <a:rect l="0" t="0" r="r" b="b"/>
              <a:pathLst>
                <a:path w="155" h="199">
                  <a:moveTo>
                    <a:pt x="90" y="65"/>
                  </a:moveTo>
                  <a:cubicBezTo>
                    <a:pt x="89" y="29"/>
                    <a:pt x="60" y="0"/>
                    <a:pt x="23" y="0"/>
                  </a:cubicBezTo>
                  <a:cubicBezTo>
                    <a:pt x="15" y="0"/>
                    <a:pt x="8" y="1"/>
                    <a:pt x="1" y="4"/>
                  </a:cubicBezTo>
                  <a:cubicBezTo>
                    <a:pt x="0" y="4"/>
                    <a:pt x="0" y="4"/>
                    <a:pt x="0" y="4"/>
                  </a:cubicBezTo>
                  <a:cubicBezTo>
                    <a:pt x="0" y="198"/>
                    <a:pt x="0" y="198"/>
                    <a:pt x="0" y="198"/>
                  </a:cubicBezTo>
                  <a:cubicBezTo>
                    <a:pt x="1" y="198"/>
                    <a:pt x="1" y="198"/>
                    <a:pt x="1" y="198"/>
                  </a:cubicBezTo>
                  <a:cubicBezTo>
                    <a:pt x="81" y="198"/>
                    <a:pt x="81" y="198"/>
                    <a:pt x="81" y="198"/>
                  </a:cubicBezTo>
                  <a:cubicBezTo>
                    <a:pt x="83" y="199"/>
                    <a:pt x="85" y="199"/>
                    <a:pt x="88" y="199"/>
                  </a:cubicBezTo>
                  <a:cubicBezTo>
                    <a:pt x="125" y="199"/>
                    <a:pt x="155" y="169"/>
                    <a:pt x="155" y="132"/>
                  </a:cubicBezTo>
                  <a:cubicBezTo>
                    <a:pt x="155" y="95"/>
                    <a:pt x="126" y="66"/>
                    <a:pt x="90"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grpSp>
      <p:grpSp>
        <p:nvGrpSpPr>
          <p:cNvPr id="24" name="Group 32"/>
          <p:cNvGrpSpPr/>
          <p:nvPr/>
        </p:nvGrpSpPr>
        <p:grpSpPr>
          <a:xfrm>
            <a:off x="5756805" y="3406187"/>
            <a:ext cx="1317235" cy="827877"/>
            <a:chOff x="686838" y="2184398"/>
            <a:chExt cx="1192213" cy="749301"/>
          </a:xfrm>
          <a:solidFill>
            <a:schemeClr val="accent4"/>
          </a:solidFill>
        </p:grpSpPr>
        <p:sp>
          <p:nvSpPr>
            <p:cNvPr id="34" name="Freeform 7"/>
            <p:cNvSpPr>
              <a:spLocks noEditPoints="1"/>
            </p:cNvSpPr>
            <p:nvPr/>
          </p:nvSpPr>
          <p:spPr bwMode="auto">
            <a:xfrm>
              <a:off x="686838" y="2198686"/>
              <a:ext cx="609600" cy="735013"/>
            </a:xfrm>
            <a:custGeom>
              <a:avLst/>
              <a:gdLst/>
              <a:ahLst/>
              <a:cxnLst>
                <a:cxn ang="0">
                  <a:pos x="128" y="28"/>
                </a:cxn>
                <a:cxn ang="0">
                  <a:pos x="94" y="16"/>
                </a:cxn>
                <a:cxn ang="0">
                  <a:pos x="39" y="70"/>
                </a:cxn>
                <a:cxn ang="0">
                  <a:pos x="40" y="80"/>
                </a:cxn>
                <a:cxn ang="0">
                  <a:pos x="0" y="136"/>
                </a:cxn>
                <a:cxn ang="0">
                  <a:pos x="59" y="195"/>
                </a:cxn>
                <a:cxn ang="0">
                  <a:pos x="67" y="194"/>
                </a:cxn>
                <a:cxn ang="0">
                  <a:pos x="162" y="194"/>
                </a:cxn>
                <a:cxn ang="0">
                  <a:pos x="162" y="0"/>
                </a:cxn>
                <a:cxn ang="0">
                  <a:pos x="128" y="28"/>
                </a:cxn>
                <a:cxn ang="0">
                  <a:pos x="134" y="107"/>
                </a:cxn>
                <a:cxn ang="0">
                  <a:pos x="134" y="106"/>
                </a:cxn>
                <a:cxn ang="0">
                  <a:pos x="134" y="107"/>
                </a:cxn>
              </a:cxnLst>
              <a:rect l="0" t="0" r="r" b="b"/>
              <a:pathLst>
                <a:path w="162" h="195">
                  <a:moveTo>
                    <a:pt x="128" y="28"/>
                  </a:moveTo>
                  <a:cubicBezTo>
                    <a:pt x="119" y="20"/>
                    <a:pt x="107" y="16"/>
                    <a:pt x="94" y="16"/>
                  </a:cubicBezTo>
                  <a:cubicBezTo>
                    <a:pt x="64" y="16"/>
                    <a:pt x="39" y="40"/>
                    <a:pt x="39" y="70"/>
                  </a:cubicBezTo>
                  <a:cubicBezTo>
                    <a:pt x="39" y="73"/>
                    <a:pt x="40" y="77"/>
                    <a:pt x="40" y="80"/>
                  </a:cubicBezTo>
                  <a:cubicBezTo>
                    <a:pt x="17" y="88"/>
                    <a:pt x="0" y="110"/>
                    <a:pt x="0" y="136"/>
                  </a:cubicBezTo>
                  <a:cubicBezTo>
                    <a:pt x="0" y="169"/>
                    <a:pt x="26" y="195"/>
                    <a:pt x="59" y="195"/>
                  </a:cubicBezTo>
                  <a:cubicBezTo>
                    <a:pt x="61" y="195"/>
                    <a:pt x="64" y="195"/>
                    <a:pt x="67" y="194"/>
                  </a:cubicBezTo>
                  <a:cubicBezTo>
                    <a:pt x="162" y="194"/>
                    <a:pt x="162" y="194"/>
                    <a:pt x="162" y="194"/>
                  </a:cubicBezTo>
                  <a:cubicBezTo>
                    <a:pt x="162" y="0"/>
                    <a:pt x="162" y="0"/>
                    <a:pt x="162" y="0"/>
                  </a:cubicBezTo>
                  <a:cubicBezTo>
                    <a:pt x="148" y="5"/>
                    <a:pt x="136" y="15"/>
                    <a:pt x="128" y="28"/>
                  </a:cubicBezTo>
                  <a:close/>
                  <a:moveTo>
                    <a:pt x="134" y="107"/>
                  </a:moveTo>
                  <a:cubicBezTo>
                    <a:pt x="134" y="107"/>
                    <a:pt x="134" y="107"/>
                    <a:pt x="134" y="106"/>
                  </a:cubicBezTo>
                  <a:cubicBezTo>
                    <a:pt x="134" y="107"/>
                    <a:pt x="134" y="107"/>
                    <a:pt x="13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sp>
          <p:nvSpPr>
            <p:cNvPr id="35" name="Freeform 8"/>
            <p:cNvSpPr>
              <a:spLocks/>
            </p:cNvSpPr>
            <p:nvPr/>
          </p:nvSpPr>
          <p:spPr bwMode="auto">
            <a:xfrm>
              <a:off x="1296438" y="2184398"/>
              <a:ext cx="582613" cy="749300"/>
            </a:xfrm>
            <a:custGeom>
              <a:avLst/>
              <a:gdLst/>
              <a:ahLst/>
              <a:cxnLst>
                <a:cxn ang="0">
                  <a:pos x="90" y="65"/>
                </a:cxn>
                <a:cxn ang="0">
                  <a:pos x="23" y="0"/>
                </a:cxn>
                <a:cxn ang="0">
                  <a:pos x="1" y="4"/>
                </a:cxn>
                <a:cxn ang="0">
                  <a:pos x="0" y="4"/>
                </a:cxn>
                <a:cxn ang="0">
                  <a:pos x="0" y="198"/>
                </a:cxn>
                <a:cxn ang="0">
                  <a:pos x="1" y="198"/>
                </a:cxn>
                <a:cxn ang="0">
                  <a:pos x="81" y="198"/>
                </a:cxn>
                <a:cxn ang="0">
                  <a:pos x="88" y="199"/>
                </a:cxn>
                <a:cxn ang="0">
                  <a:pos x="155" y="132"/>
                </a:cxn>
                <a:cxn ang="0">
                  <a:pos x="90" y="65"/>
                </a:cxn>
              </a:cxnLst>
              <a:rect l="0" t="0" r="r" b="b"/>
              <a:pathLst>
                <a:path w="155" h="199">
                  <a:moveTo>
                    <a:pt x="90" y="65"/>
                  </a:moveTo>
                  <a:cubicBezTo>
                    <a:pt x="89" y="29"/>
                    <a:pt x="60" y="0"/>
                    <a:pt x="23" y="0"/>
                  </a:cubicBezTo>
                  <a:cubicBezTo>
                    <a:pt x="15" y="0"/>
                    <a:pt x="8" y="1"/>
                    <a:pt x="1" y="4"/>
                  </a:cubicBezTo>
                  <a:cubicBezTo>
                    <a:pt x="0" y="4"/>
                    <a:pt x="0" y="4"/>
                    <a:pt x="0" y="4"/>
                  </a:cubicBezTo>
                  <a:cubicBezTo>
                    <a:pt x="0" y="198"/>
                    <a:pt x="0" y="198"/>
                    <a:pt x="0" y="198"/>
                  </a:cubicBezTo>
                  <a:cubicBezTo>
                    <a:pt x="1" y="198"/>
                    <a:pt x="1" y="198"/>
                    <a:pt x="1" y="198"/>
                  </a:cubicBezTo>
                  <a:cubicBezTo>
                    <a:pt x="81" y="198"/>
                    <a:pt x="81" y="198"/>
                    <a:pt x="81" y="198"/>
                  </a:cubicBezTo>
                  <a:cubicBezTo>
                    <a:pt x="83" y="199"/>
                    <a:pt x="85" y="199"/>
                    <a:pt x="88" y="199"/>
                  </a:cubicBezTo>
                  <a:cubicBezTo>
                    <a:pt x="125" y="199"/>
                    <a:pt x="155" y="169"/>
                    <a:pt x="155" y="132"/>
                  </a:cubicBezTo>
                  <a:cubicBezTo>
                    <a:pt x="155" y="95"/>
                    <a:pt x="126" y="66"/>
                    <a:pt x="90"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4">
                    <a:lumMod val="50000"/>
                  </a:schemeClr>
                </a:solidFill>
              </a:endParaRPr>
            </a:p>
          </p:txBody>
        </p:sp>
      </p:grpSp>
      <p:sp>
        <p:nvSpPr>
          <p:cNvPr id="36" name="Freeform 5"/>
          <p:cNvSpPr>
            <a:spLocks noEditPoints="1"/>
          </p:cNvSpPr>
          <p:nvPr/>
        </p:nvSpPr>
        <p:spPr bwMode="auto">
          <a:xfrm>
            <a:off x="2858792" y="1938073"/>
            <a:ext cx="657232" cy="657232"/>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56"/>
          <p:cNvSpPr>
            <a:spLocks noEditPoints="1"/>
          </p:cNvSpPr>
          <p:nvPr/>
        </p:nvSpPr>
        <p:spPr bwMode="auto">
          <a:xfrm>
            <a:off x="4456229" y="2283899"/>
            <a:ext cx="483158" cy="483158"/>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24"/>
          <p:cNvSpPr>
            <a:spLocks noEditPoints="1"/>
          </p:cNvSpPr>
          <p:nvPr/>
        </p:nvSpPr>
        <p:spPr bwMode="auto">
          <a:xfrm>
            <a:off x="2460765" y="3628844"/>
            <a:ext cx="413267" cy="448784"/>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57"/>
          <p:cNvSpPr>
            <a:spLocks noEditPoints="1"/>
          </p:cNvSpPr>
          <p:nvPr/>
        </p:nvSpPr>
        <p:spPr bwMode="auto">
          <a:xfrm>
            <a:off x="6207199" y="3693921"/>
            <a:ext cx="446264" cy="39562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52"/>
          <p:cNvSpPr>
            <a:spLocks noEditPoints="1"/>
          </p:cNvSpPr>
          <p:nvPr/>
        </p:nvSpPr>
        <p:spPr bwMode="auto">
          <a:xfrm>
            <a:off x="4193063" y="1457325"/>
            <a:ext cx="513640" cy="474673"/>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66"/>
          <p:cNvSpPr>
            <a:spLocks noEditPoints="1"/>
          </p:cNvSpPr>
          <p:nvPr/>
        </p:nvSpPr>
        <p:spPr bwMode="auto">
          <a:xfrm>
            <a:off x="5693318" y="2491106"/>
            <a:ext cx="545039" cy="422756"/>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7" name="Group 25"/>
          <p:cNvGrpSpPr/>
          <p:nvPr/>
        </p:nvGrpSpPr>
        <p:grpSpPr>
          <a:xfrm>
            <a:off x="6530638" y="1765252"/>
            <a:ext cx="1641978" cy="485354"/>
            <a:chOff x="1662668" y="916536"/>
            <a:chExt cx="1641978" cy="485354"/>
          </a:xfrm>
        </p:grpSpPr>
        <p:sp>
          <p:nvSpPr>
            <p:cNvPr id="43" name="Text Placeholder 3"/>
            <p:cNvSpPr txBox="1">
              <a:spLocks/>
            </p:cNvSpPr>
            <p:nvPr/>
          </p:nvSpPr>
          <p:spPr>
            <a:xfrm>
              <a:off x="1662668"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KEY WORD</a:t>
              </a:r>
            </a:p>
          </p:txBody>
        </p:sp>
        <p:sp>
          <p:nvSpPr>
            <p:cNvPr id="44" name="Text Placeholder 3"/>
            <p:cNvSpPr txBox="1">
              <a:spLocks/>
            </p:cNvSpPr>
            <p:nvPr/>
          </p:nvSpPr>
          <p:spPr>
            <a:xfrm>
              <a:off x="1662668" y="1094113"/>
              <a:ext cx="164197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30" name="Group 28"/>
          <p:cNvGrpSpPr/>
          <p:nvPr/>
        </p:nvGrpSpPr>
        <p:grpSpPr>
          <a:xfrm>
            <a:off x="1127605" y="4369599"/>
            <a:ext cx="1533090" cy="491042"/>
            <a:chOff x="1253094" y="916536"/>
            <a:chExt cx="1533090" cy="491042"/>
          </a:xfrm>
        </p:grpSpPr>
        <p:sp>
          <p:nvSpPr>
            <p:cNvPr id="46" name="Text Placeholder 3"/>
            <p:cNvSpPr txBox="1">
              <a:spLocks/>
            </p:cNvSpPr>
            <p:nvPr/>
          </p:nvSpPr>
          <p:spPr>
            <a:xfrm>
              <a:off x="1942554"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47" name="Text Placeholder 3"/>
            <p:cNvSpPr txBox="1">
              <a:spLocks/>
            </p:cNvSpPr>
            <p:nvPr/>
          </p:nvSpPr>
          <p:spPr>
            <a:xfrm>
              <a:off x="1253094" y="1099801"/>
              <a:ext cx="153309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33" name="Group 61"/>
          <p:cNvGrpSpPr/>
          <p:nvPr/>
        </p:nvGrpSpPr>
        <p:grpSpPr>
          <a:xfrm>
            <a:off x="6530638" y="4303893"/>
            <a:ext cx="1641978" cy="485354"/>
            <a:chOff x="1662668" y="916536"/>
            <a:chExt cx="1641978" cy="485354"/>
          </a:xfrm>
        </p:grpSpPr>
        <p:sp>
          <p:nvSpPr>
            <p:cNvPr id="49" name="Text Placeholder 3"/>
            <p:cNvSpPr txBox="1">
              <a:spLocks/>
            </p:cNvSpPr>
            <p:nvPr/>
          </p:nvSpPr>
          <p:spPr>
            <a:xfrm>
              <a:off x="1662668"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50" name="Text Placeholder 3"/>
            <p:cNvSpPr txBox="1">
              <a:spLocks/>
            </p:cNvSpPr>
            <p:nvPr/>
          </p:nvSpPr>
          <p:spPr>
            <a:xfrm>
              <a:off x="1662668" y="1094113"/>
              <a:ext cx="164197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42" name="Group 64"/>
          <p:cNvGrpSpPr/>
          <p:nvPr/>
        </p:nvGrpSpPr>
        <p:grpSpPr>
          <a:xfrm>
            <a:off x="1461222" y="2756603"/>
            <a:ext cx="1533090" cy="491042"/>
            <a:chOff x="1253094" y="916536"/>
            <a:chExt cx="1533090" cy="491042"/>
          </a:xfrm>
        </p:grpSpPr>
        <p:sp>
          <p:nvSpPr>
            <p:cNvPr id="52" name="Text Placeholder 3"/>
            <p:cNvSpPr txBox="1">
              <a:spLocks/>
            </p:cNvSpPr>
            <p:nvPr/>
          </p:nvSpPr>
          <p:spPr>
            <a:xfrm>
              <a:off x="1942554"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53" name="Text Placeholder 3"/>
            <p:cNvSpPr txBox="1">
              <a:spLocks/>
            </p:cNvSpPr>
            <p:nvPr/>
          </p:nvSpPr>
          <p:spPr>
            <a:xfrm>
              <a:off x="1253094" y="1099801"/>
              <a:ext cx="153309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45" name="Group 25"/>
          <p:cNvGrpSpPr/>
          <p:nvPr/>
        </p:nvGrpSpPr>
        <p:grpSpPr>
          <a:xfrm>
            <a:off x="5464730" y="1115598"/>
            <a:ext cx="1641978" cy="485354"/>
            <a:chOff x="1662668" y="916536"/>
            <a:chExt cx="1641978" cy="485354"/>
          </a:xfrm>
        </p:grpSpPr>
        <p:sp>
          <p:nvSpPr>
            <p:cNvPr id="58" name="Text Placeholder 3"/>
            <p:cNvSpPr txBox="1">
              <a:spLocks/>
            </p:cNvSpPr>
            <p:nvPr/>
          </p:nvSpPr>
          <p:spPr>
            <a:xfrm>
              <a:off x="1662668"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59" name="Text Placeholder 3"/>
            <p:cNvSpPr txBox="1">
              <a:spLocks/>
            </p:cNvSpPr>
            <p:nvPr/>
          </p:nvSpPr>
          <p:spPr>
            <a:xfrm>
              <a:off x="1662668" y="1094113"/>
              <a:ext cx="164197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many variations of ipsum available believable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9"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trips(upLeft)">
                                      <p:cBhvr>
                                        <p:cTn id="7" dur="500"/>
                                        <p:tgtEl>
                                          <p:spTgt spid="10"/>
                                        </p:tgtEl>
                                      </p:cBhvr>
                                    </p:animEffect>
                                  </p:childTnLst>
                                </p:cTn>
                              </p:par>
                              <p:par>
                                <p:cTn id="8" presetID="53"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 calcmode="lin" valueType="num">
                                      <p:cBhvr>
                                        <p:cTn id="10" dur="500" fill="hold"/>
                                        <p:tgtEl>
                                          <p:spTgt spid="16"/>
                                        </p:tgtEl>
                                        <p:attrNameLst>
                                          <p:attrName>ppt_w</p:attrName>
                                        </p:attrNameLst>
                                      </p:cBhvr>
                                      <p:tavLst>
                                        <p:tav tm="0">
                                          <p:val>
                                            <p:fltVal val="0"/>
                                          </p:val>
                                        </p:tav>
                                        <p:tav tm="100000">
                                          <p:val>
                                            <p:strVal val="#ppt_w"/>
                                          </p:val>
                                        </p:tav>
                                      </p:tavLst>
                                    </p:anim>
                                    <p:anim calcmode="lin" valueType="num">
                                      <p:cBhvr>
                                        <p:cTn id="11" dur="500" fill="hold"/>
                                        <p:tgtEl>
                                          <p:spTgt spid="16"/>
                                        </p:tgtEl>
                                        <p:attrNameLst>
                                          <p:attrName>ppt_h</p:attrName>
                                        </p:attrNameLst>
                                      </p:cBhvr>
                                      <p:tavLst>
                                        <p:tav tm="0">
                                          <p:val>
                                            <p:fltVal val="0"/>
                                          </p:val>
                                        </p:tav>
                                        <p:tav tm="100000">
                                          <p:val>
                                            <p:strVal val="#ppt_h"/>
                                          </p:val>
                                        </p:tav>
                                      </p:tavLst>
                                    </p:anim>
                                    <p:animEffect transition="in" filter="fade">
                                      <p:cBhvr>
                                        <p:cTn id="12" dur="500"/>
                                        <p:tgtEl>
                                          <p:spTgt spid="16"/>
                                        </p:tgtEl>
                                      </p:cBhvr>
                                    </p:animEffect>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36"/>
                                        </p:tgtEl>
                                        <p:attrNameLst>
                                          <p:attrName>style.visibility</p:attrName>
                                        </p:attrNameLst>
                                      </p:cBhvr>
                                      <p:to>
                                        <p:strVal val="visible"/>
                                      </p:to>
                                    </p:set>
                                    <p:anim calcmode="lin" valueType="num">
                                      <p:cBhvr>
                                        <p:cTn id="16" dur="500" fill="hold"/>
                                        <p:tgtEl>
                                          <p:spTgt spid="36"/>
                                        </p:tgtEl>
                                        <p:attrNameLst>
                                          <p:attrName>ppt_w</p:attrName>
                                        </p:attrNameLst>
                                      </p:cBhvr>
                                      <p:tavLst>
                                        <p:tav tm="0">
                                          <p:val>
                                            <p:fltVal val="0"/>
                                          </p:val>
                                        </p:tav>
                                        <p:tav tm="100000">
                                          <p:val>
                                            <p:strVal val="#ppt_w"/>
                                          </p:val>
                                        </p:tav>
                                      </p:tavLst>
                                    </p:anim>
                                    <p:anim calcmode="lin" valueType="num">
                                      <p:cBhvr>
                                        <p:cTn id="17" dur="500" fill="hold"/>
                                        <p:tgtEl>
                                          <p:spTgt spid="36"/>
                                        </p:tgtEl>
                                        <p:attrNameLst>
                                          <p:attrName>ppt_h</p:attrName>
                                        </p:attrNameLst>
                                      </p:cBhvr>
                                      <p:tavLst>
                                        <p:tav tm="0">
                                          <p:val>
                                            <p:fltVal val="0"/>
                                          </p:val>
                                        </p:tav>
                                        <p:tav tm="100000">
                                          <p:val>
                                            <p:strVal val="#ppt_h"/>
                                          </p:val>
                                        </p:tav>
                                      </p:tavLst>
                                    </p:anim>
                                    <p:animEffect transition="in" filter="fade">
                                      <p:cBhvr>
                                        <p:cTn id="18" dur="500"/>
                                        <p:tgtEl>
                                          <p:spTgt spid="36"/>
                                        </p:tgtEl>
                                      </p:cBhvr>
                                    </p:animEffect>
                                  </p:childTnLst>
                                </p:cTn>
                              </p:par>
                            </p:childTnLst>
                          </p:cTn>
                        </p:par>
                        <p:par>
                          <p:cTn id="19" fill="hold">
                            <p:stCondLst>
                              <p:cond delay="1000"/>
                            </p:stCondLst>
                            <p:childTnLst>
                              <p:par>
                                <p:cTn id="20" presetID="18" presetClass="entr" presetSubtype="3"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strips(upRight)">
                                      <p:cBhvr>
                                        <p:cTn id="22" dur="500"/>
                                        <p:tgtEl>
                                          <p:spTgt spid="13"/>
                                        </p:tgtEl>
                                      </p:cBhvr>
                                    </p:animEffect>
                                  </p:childTnLst>
                                </p:cTn>
                              </p:par>
                              <p:par>
                                <p:cTn id="23" presetID="53" presetClass="entr" presetSubtype="0"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animEffect transition="in" filter="fade">
                                      <p:cBhvr>
                                        <p:cTn id="27" dur="500"/>
                                        <p:tgtEl>
                                          <p:spTgt spid="9"/>
                                        </p:tgtEl>
                                      </p:cBhvr>
                                    </p:animEffect>
                                  </p:childTnLst>
                                </p:cTn>
                              </p:par>
                            </p:childTnLst>
                          </p:cTn>
                        </p:par>
                        <p:par>
                          <p:cTn id="28" fill="hold">
                            <p:stCondLst>
                              <p:cond delay="1500"/>
                            </p:stCondLst>
                            <p:childTnLst>
                              <p:par>
                                <p:cTn id="29" presetID="53" presetClass="entr" presetSubtype="0" fill="hold" grpId="0" nodeType="after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p:cTn id="31" dur="500" fill="hold"/>
                                        <p:tgtEl>
                                          <p:spTgt spid="40"/>
                                        </p:tgtEl>
                                        <p:attrNameLst>
                                          <p:attrName>ppt_w</p:attrName>
                                        </p:attrNameLst>
                                      </p:cBhvr>
                                      <p:tavLst>
                                        <p:tav tm="0">
                                          <p:val>
                                            <p:fltVal val="0"/>
                                          </p:val>
                                        </p:tav>
                                        <p:tav tm="100000">
                                          <p:val>
                                            <p:strVal val="#ppt_w"/>
                                          </p:val>
                                        </p:tav>
                                      </p:tavLst>
                                    </p:anim>
                                    <p:anim calcmode="lin" valueType="num">
                                      <p:cBhvr>
                                        <p:cTn id="32" dur="500" fill="hold"/>
                                        <p:tgtEl>
                                          <p:spTgt spid="40"/>
                                        </p:tgtEl>
                                        <p:attrNameLst>
                                          <p:attrName>ppt_h</p:attrName>
                                        </p:attrNameLst>
                                      </p:cBhvr>
                                      <p:tavLst>
                                        <p:tav tm="0">
                                          <p:val>
                                            <p:fltVal val="0"/>
                                          </p:val>
                                        </p:tav>
                                        <p:tav tm="100000">
                                          <p:val>
                                            <p:strVal val="#ppt_h"/>
                                          </p:val>
                                        </p:tav>
                                      </p:tavLst>
                                    </p:anim>
                                    <p:animEffect transition="in" filter="fade">
                                      <p:cBhvr>
                                        <p:cTn id="33" dur="500"/>
                                        <p:tgtEl>
                                          <p:spTgt spid="40"/>
                                        </p:tgtEl>
                                      </p:cBhvr>
                                    </p:animEffect>
                                  </p:childTnLst>
                                </p:cTn>
                              </p:par>
                            </p:childTnLst>
                          </p:cTn>
                        </p:par>
                        <p:par>
                          <p:cTn id="34" fill="hold">
                            <p:stCondLst>
                              <p:cond delay="2000"/>
                            </p:stCondLst>
                            <p:childTnLst>
                              <p:par>
                                <p:cTn id="35" presetID="18" presetClass="entr" presetSubtype="3" fill="hold" grpId="0" nodeType="after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strips(upRight)">
                                      <p:cBhvr>
                                        <p:cTn id="37" dur="500"/>
                                        <p:tgtEl>
                                          <p:spTgt spid="6"/>
                                        </p:tgtEl>
                                      </p:cBhvr>
                                    </p:animEffect>
                                  </p:childTnLst>
                                </p:cTn>
                              </p:par>
                              <p:par>
                                <p:cTn id="38" presetID="53"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 calcmode="lin" valueType="num">
                                      <p:cBhvr>
                                        <p:cTn id="40" dur="500" fill="hold"/>
                                        <p:tgtEl>
                                          <p:spTgt spid="20"/>
                                        </p:tgtEl>
                                        <p:attrNameLst>
                                          <p:attrName>ppt_w</p:attrName>
                                        </p:attrNameLst>
                                      </p:cBhvr>
                                      <p:tavLst>
                                        <p:tav tm="0">
                                          <p:val>
                                            <p:fltVal val="0"/>
                                          </p:val>
                                        </p:tav>
                                        <p:tav tm="100000">
                                          <p:val>
                                            <p:strVal val="#ppt_w"/>
                                          </p:val>
                                        </p:tav>
                                      </p:tavLst>
                                    </p:anim>
                                    <p:anim calcmode="lin" valueType="num">
                                      <p:cBhvr>
                                        <p:cTn id="41" dur="500" fill="hold"/>
                                        <p:tgtEl>
                                          <p:spTgt spid="20"/>
                                        </p:tgtEl>
                                        <p:attrNameLst>
                                          <p:attrName>ppt_h</p:attrName>
                                        </p:attrNameLst>
                                      </p:cBhvr>
                                      <p:tavLst>
                                        <p:tav tm="0">
                                          <p:val>
                                            <p:fltVal val="0"/>
                                          </p:val>
                                        </p:tav>
                                        <p:tav tm="100000">
                                          <p:val>
                                            <p:strVal val="#ppt_h"/>
                                          </p:val>
                                        </p:tav>
                                      </p:tavLst>
                                    </p:anim>
                                    <p:animEffect transition="in" filter="fade">
                                      <p:cBhvr>
                                        <p:cTn id="42" dur="500"/>
                                        <p:tgtEl>
                                          <p:spTgt spid="20"/>
                                        </p:tgtEl>
                                      </p:cBhvr>
                                    </p:animEffect>
                                  </p:childTnLst>
                                </p:cTn>
                              </p:par>
                            </p:childTnLst>
                          </p:cTn>
                        </p:par>
                        <p:par>
                          <p:cTn id="43" fill="hold">
                            <p:stCondLst>
                              <p:cond delay="2500"/>
                            </p:stCondLst>
                            <p:childTnLst>
                              <p:par>
                                <p:cTn id="44" presetID="53" presetClass="entr" presetSubtype="0" fill="hold" grpId="0" nodeType="afterEffect">
                                  <p:stCondLst>
                                    <p:cond delay="0"/>
                                  </p:stCondLst>
                                  <p:childTnLst>
                                    <p:set>
                                      <p:cBhvr>
                                        <p:cTn id="45" dur="1" fill="hold">
                                          <p:stCondLst>
                                            <p:cond delay="0"/>
                                          </p:stCondLst>
                                        </p:cTn>
                                        <p:tgtEl>
                                          <p:spTgt spid="37"/>
                                        </p:tgtEl>
                                        <p:attrNameLst>
                                          <p:attrName>style.visibility</p:attrName>
                                        </p:attrNameLst>
                                      </p:cBhvr>
                                      <p:to>
                                        <p:strVal val="visible"/>
                                      </p:to>
                                    </p:set>
                                    <p:anim calcmode="lin" valueType="num">
                                      <p:cBhvr>
                                        <p:cTn id="46" dur="500" fill="hold"/>
                                        <p:tgtEl>
                                          <p:spTgt spid="37"/>
                                        </p:tgtEl>
                                        <p:attrNameLst>
                                          <p:attrName>ppt_w</p:attrName>
                                        </p:attrNameLst>
                                      </p:cBhvr>
                                      <p:tavLst>
                                        <p:tav tm="0">
                                          <p:val>
                                            <p:fltVal val="0"/>
                                          </p:val>
                                        </p:tav>
                                        <p:tav tm="100000">
                                          <p:val>
                                            <p:strVal val="#ppt_w"/>
                                          </p:val>
                                        </p:tav>
                                      </p:tavLst>
                                    </p:anim>
                                    <p:anim calcmode="lin" valueType="num">
                                      <p:cBhvr>
                                        <p:cTn id="47" dur="500" fill="hold"/>
                                        <p:tgtEl>
                                          <p:spTgt spid="37"/>
                                        </p:tgtEl>
                                        <p:attrNameLst>
                                          <p:attrName>ppt_h</p:attrName>
                                        </p:attrNameLst>
                                      </p:cBhvr>
                                      <p:tavLst>
                                        <p:tav tm="0">
                                          <p:val>
                                            <p:fltVal val="0"/>
                                          </p:val>
                                        </p:tav>
                                        <p:tav tm="100000">
                                          <p:val>
                                            <p:strVal val="#ppt_h"/>
                                          </p:val>
                                        </p:tav>
                                      </p:tavLst>
                                    </p:anim>
                                    <p:animEffect transition="in" filter="fade">
                                      <p:cBhvr>
                                        <p:cTn id="48" dur="500"/>
                                        <p:tgtEl>
                                          <p:spTgt spid="37"/>
                                        </p:tgtEl>
                                      </p:cBhvr>
                                    </p:animEffect>
                                  </p:childTnLst>
                                </p:cTn>
                              </p:par>
                            </p:childTnLst>
                          </p:cTn>
                        </p:par>
                        <p:par>
                          <p:cTn id="49" fill="hold">
                            <p:stCondLst>
                              <p:cond delay="3000"/>
                            </p:stCondLst>
                            <p:childTnLst>
                              <p:par>
                                <p:cTn id="50" presetID="18" presetClass="entr" presetSubtype="3" fill="hold" nodeType="after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strips(upRight)">
                                      <p:cBhvr>
                                        <p:cTn id="52" dur="500"/>
                                        <p:tgtEl>
                                          <p:spTgt spid="4"/>
                                        </p:tgtEl>
                                      </p:cBhvr>
                                    </p:animEffect>
                                  </p:childTnLst>
                                </p:cTn>
                              </p:par>
                              <p:par>
                                <p:cTn id="53" presetID="53" presetClass="entr" presetSubtype="0" fill="hold"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500" fill="hold"/>
                                        <p:tgtEl>
                                          <p:spTgt spid="7"/>
                                        </p:tgtEl>
                                        <p:attrNameLst>
                                          <p:attrName>ppt_w</p:attrName>
                                        </p:attrNameLst>
                                      </p:cBhvr>
                                      <p:tavLst>
                                        <p:tav tm="0">
                                          <p:val>
                                            <p:fltVal val="0"/>
                                          </p:val>
                                        </p:tav>
                                        <p:tav tm="100000">
                                          <p:val>
                                            <p:strVal val="#ppt_w"/>
                                          </p:val>
                                        </p:tav>
                                      </p:tavLst>
                                    </p:anim>
                                    <p:anim calcmode="lin" valueType="num">
                                      <p:cBhvr>
                                        <p:cTn id="56" dur="500" fill="hold"/>
                                        <p:tgtEl>
                                          <p:spTgt spid="7"/>
                                        </p:tgtEl>
                                        <p:attrNameLst>
                                          <p:attrName>ppt_h</p:attrName>
                                        </p:attrNameLst>
                                      </p:cBhvr>
                                      <p:tavLst>
                                        <p:tav tm="0">
                                          <p:val>
                                            <p:fltVal val="0"/>
                                          </p:val>
                                        </p:tav>
                                        <p:tav tm="100000">
                                          <p:val>
                                            <p:strVal val="#ppt_h"/>
                                          </p:val>
                                        </p:tav>
                                      </p:tavLst>
                                    </p:anim>
                                    <p:animEffect transition="in" filter="fade">
                                      <p:cBhvr>
                                        <p:cTn id="57" dur="500"/>
                                        <p:tgtEl>
                                          <p:spTgt spid="7"/>
                                        </p:tgtEl>
                                      </p:cBhvr>
                                    </p:animEffect>
                                  </p:childTnLst>
                                </p:cTn>
                              </p:par>
                            </p:childTnLst>
                          </p:cTn>
                        </p:par>
                        <p:par>
                          <p:cTn id="58" fill="hold">
                            <p:stCondLst>
                              <p:cond delay="3500"/>
                            </p:stCondLst>
                            <p:childTnLst>
                              <p:par>
                                <p:cTn id="59" presetID="53" presetClass="entr" presetSubtype="0" fill="hold" grpId="0" nodeType="afterEffect">
                                  <p:stCondLst>
                                    <p:cond delay="0"/>
                                  </p:stCondLst>
                                  <p:childTnLst>
                                    <p:set>
                                      <p:cBhvr>
                                        <p:cTn id="60" dur="1" fill="hold">
                                          <p:stCondLst>
                                            <p:cond delay="0"/>
                                          </p:stCondLst>
                                        </p:cTn>
                                        <p:tgtEl>
                                          <p:spTgt spid="41"/>
                                        </p:tgtEl>
                                        <p:attrNameLst>
                                          <p:attrName>style.visibility</p:attrName>
                                        </p:attrNameLst>
                                      </p:cBhvr>
                                      <p:to>
                                        <p:strVal val="visible"/>
                                      </p:to>
                                    </p:set>
                                    <p:anim calcmode="lin" valueType="num">
                                      <p:cBhvr>
                                        <p:cTn id="61" dur="500" fill="hold"/>
                                        <p:tgtEl>
                                          <p:spTgt spid="41"/>
                                        </p:tgtEl>
                                        <p:attrNameLst>
                                          <p:attrName>ppt_w</p:attrName>
                                        </p:attrNameLst>
                                      </p:cBhvr>
                                      <p:tavLst>
                                        <p:tav tm="0">
                                          <p:val>
                                            <p:fltVal val="0"/>
                                          </p:val>
                                        </p:tav>
                                        <p:tav tm="100000">
                                          <p:val>
                                            <p:strVal val="#ppt_w"/>
                                          </p:val>
                                        </p:tav>
                                      </p:tavLst>
                                    </p:anim>
                                    <p:anim calcmode="lin" valueType="num">
                                      <p:cBhvr>
                                        <p:cTn id="62" dur="500" fill="hold"/>
                                        <p:tgtEl>
                                          <p:spTgt spid="41"/>
                                        </p:tgtEl>
                                        <p:attrNameLst>
                                          <p:attrName>ppt_h</p:attrName>
                                        </p:attrNameLst>
                                      </p:cBhvr>
                                      <p:tavLst>
                                        <p:tav tm="0">
                                          <p:val>
                                            <p:fltVal val="0"/>
                                          </p:val>
                                        </p:tav>
                                        <p:tav tm="100000">
                                          <p:val>
                                            <p:strVal val="#ppt_h"/>
                                          </p:val>
                                        </p:tav>
                                      </p:tavLst>
                                    </p:anim>
                                    <p:animEffect transition="in" filter="fade">
                                      <p:cBhvr>
                                        <p:cTn id="63" dur="500"/>
                                        <p:tgtEl>
                                          <p:spTgt spid="41"/>
                                        </p:tgtEl>
                                      </p:cBhvr>
                                    </p:animEffect>
                                  </p:childTnLst>
                                </p:cTn>
                              </p:par>
                            </p:childTnLst>
                          </p:cTn>
                        </p:par>
                        <p:par>
                          <p:cTn id="64" fill="hold">
                            <p:stCondLst>
                              <p:cond delay="4000"/>
                            </p:stCondLst>
                            <p:childTnLst>
                              <p:par>
                                <p:cTn id="65" presetID="18" presetClass="entr" presetSubtype="3" fill="hold" grpId="0" nodeType="afterEffect">
                                  <p:stCondLst>
                                    <p:cond delay="0"/>
                                  </p:stCondLst>
                                  <p:childTnLst>
                                    <p:set>
                                      <p:cBhvr>
                                        <p:cTn id="66" dur="1" fill="hold">
                                          <p:stCondLst>
                                            <p:cond delay="0"/>
                                          </p:stCondLst>
                                        </p:cTn>
                                        <p:tgtEl>
                                          <p:spTgt spid="15"/>
                                        </p:tgtEl>
                                        <p:attrNameLst>
                                          <p:attrName>style.visibility</p:attrName>
                                        </p:attrNameLst>
                                      </p:cBhvr>
                                      <p:to>
                                        <p:strVal val="visible"/>
                                      </p:to>
                                    </p:set>
                                    <p:animEffect transition="in" filter="strips(upRight)">
                                      <p:cBhvr>
                                        <p:cTn id="67" dur="500"/>
                                        <p:tgtEl>
                                          <p:spTgt spid="15"/>
                                        </p:tgtEl>
                                      </p:cBhvr>
                                    </p:animEffect>
                                  </p:childTnLst>
                                </p:cTn>
                              </p:par>
                              <p:par>
                                <p:cTn id="68" presetID="53" presetClass="entr" presetSubtype="0" fill="hold" nodeType="with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p:cTn id="70" dur="500" fill="hold"/>
                                        <p:tgtEl>
                                          <p:spTgt spid="24"/>
                                        </p:tgtEl>
                                        <p:attrNameLst>
                                          <p:attrName>ppt_w</p:attrName>
                                        </p:attrNameLst>
                                      </p:cBhvr>
                                      <p:tavLst>
                                        <p:tav tm="0">
                                          <p:val>
                                            <p:fltVal val="0"/>
                                          </p:val>
                                        </p:tav>
                                        <p:tav tm="100000">
                                          <p:val>
                                            <p:strVal val="#ppt_w"/>
                                          </p:val>
                                        </p:tav>
                                      </p:tavLst>
                                    </p:anim>
                                    <p:anim calcmode="lin" valueType="num">
                                      <p:cBhvr>
                                        <p:cTn id="71" dur="500" fill="hold"/>
                                        <p:tgtEl>
                                          <p:spTgt spid="24"/>
                                        </p:tgtEl>
                                        <p:attrNameLst>
                                          <p:attrName>ppt_h</p:attrName>
                                        </p:attrNameLst>
                                      </p:cBhvr>
                                      <p:tavLst>
                                        <p:tav tm="0">
                                          <p:val>
                                            <p:fltVal val="0"/>
                                          </p:val>
                                        </p:tav>
                                        <p:tav tm="100000">
                                          <p:val>
                                            <p:strVal val="#ppt_h"/>
                                          </p:val>
                                        </p:tav>
                                      </p:tavLst>
                                    </p:anim>
                                    <p:animEffect transition="in" filter="fade">
                                      <p:cBhvr>
                                        <p:cTn id="72" dur="500"/>
                                        <p:tgtEl>
                                          <p:spTgt spid="24"/>
                                        </p:tgtEl>
                                      </p:cBhvr>
                                    </p:animEffect>
                                  </p:childTnLst>
                                </p:cTn>
                              </p:par>
                            </p:childTnLst>
                          </p:cTn>
                        </p:par>
                        <p:par>
                          <p:cTn id="73" fill="hold">
                            <p:stCondLst>
                              <p:cond delay="4500"/>
                            </p:stCondLst>
                            <p:childTnLst>
                              <p:par>
                                <p:cTn id="74" presetID="53" presetClass="entr" presetSubtype="0" fill="hold" grpId="0" nodeType="afterEffect">
                                  <p:stCondLst>
                                    <p:cond delay="0"/>
                                  </p:stCondLst>
                                  <p:childTnLst>
                                    <p:set>
                                      <p:cBhvr>
                                        <p:cTn id="75" dur="1" fill="hold">
                                          <p:stCondLst>
                                            <p:cond delay="0"/>
                                          </p:stCondLst>
                                        </p:cTn>
                                        <p:tgtEl>
                                          <p:spTgt spid="39"/>
                                        </p:tgtEl>
                                        <p:attrNameLst>
                                          <p:attrName>style.visibility</p:attrName>
                                        </p:attrNameLst>
                                      </p:cBhvr>
                                      <p:to>
                                        <p:strVal val="visible"/>
                                      </p:to>
                                    </p:set>
                                    <p:anim calcmode="lin" valueType="num">
                                      <p:cBhvr>
                                        <p:cTn id="76" dur="500" fill="hold"/>
                                        <p:tgtEl>
                                          <p:spTgt spid="39"/>
                                        </p:tgtEl>
                                        <p:attrNameLst>
                                          <p:attrName>ppt_w</p:attrName>
                                        </p:attrNameLst>
                                      </p:cBhvr>
                                      <p:tavLst>
                                        <p:tav tm="0">
                                          <p:val>
                                            <p:fltVal val="0"/>
                                          </p:val>
                                        </p:tav>
                                        <p:tav tm="100000">
                                          <p:val>
                                            <p:strVal val="#ppt_w"/>
                                          </p:val>
                                        </p:tav>
                                      </p:tavLst>
                                    </p:anim>
                                    <p:anim calcmode="lin" valueType="num">
                                      <p:cBhvr>
                                        <p:cTn id="77" dur="500" fill="hold"/>
                                        <p:tgtEl>
                                          <p:spTgt spid="39"/>
                                        </p:tgtEl>
                                        <p:attrNameLst>
                                          <p:attrName>ppt_h</p:attrName>
                                        </p:attrNameLst>
                                      </p:cBhvr>
                                      <p:tavLst>
                                        <p:tav tm="0">
                                          <p:val>
                                            <p:fltVal val="0"/>
                                          </p:val>
                                        </p:tav>
                                        <p:tav tm="100000">
                                          <p:val>
                                            <p:strVal val="#ppt_h"/>
                                          </p:val>
                                        </p:tav>
                                      </p:tavLst>
                                    </p:anim>
                                    <p:animEffect transition="in" filter="fade">
                                      <p:cBhvr>
                                        <p:cTn id="78" dur="500"/>
                                        <p:tgtEl>
                                          <p:spTgt spid="39"/>
                                        </p:tgtEl>
                                      </p:cBhvr>
                                    </p:animEffect>
                                  </p:childTnLst>
                                </p:cTn>
                              </p:par>
                            </p:childTnLst>
                          </p:cTn>
                        </p:par>
                        <p:par>
                          <p:cTn id="79" fill="hold">
                            <p:stCondLst>
                              <p:cond delay="5000"/>
                            </p:stCondLst>
                            <p:childTnLst>
                              <p:par>
                                <p:cTn id="80" presetID="18" presetClass="entr" presetSubtype="9" fill="hold" grpId="0" nodeType="afterEffect">
                                  <p:stCondLst>
                                    <p:cond delay="0"/>
                                  </p:stCondLst>
                                  <p:childTnLst>
                                    <p:set>
                                      <p:cBhvr>
                                        <p:cTn id="81" dur="1" fill="hold">
                                          <p:stCondLst>
                                            <p:cond delay="0"/>
                                          </p:stCondLst>
                                        </p:cTn>
                                        <p:tgtEl>
                                          <p:spTgt spid="14"/>
                                        </p:tgtEl>
                                        <p:attrNameLst>
                                          <p:attrName>style.visibility</p:attrName>
                                        </p:attrNameLst>
                                      </p:cBhvr>
                                      <p:to>
                                        <p:strVal val="visible"/>
                                      </p:to>
                                    </p:set>
                                    <p:animEffect transition="in" filter="strips(upLeft)">
                                      <p:cBhvr>
                                        <p:cTn id="82" dur="500"/>
                                        <p:tgtEl>
                                          <p:spTgt spid="14"/>
                                        </p:tgtEl>
                                      </p:cBhvr>
                                    </p:animEffect>
                                  </p:childTnLst>
                                </p:cTn>
                              </p:par>
                              <p:par>
                                <p:cTn id="83" presetID="53" presetClass="entr" presetSubtype="0" fill="hold" nodeType="with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p:cTn id="85" dur="500" fill="hold"/>
                                        <p:tgtEl>
                                          <p:spTgt spid="21"/>
                                        </p:tgtEl>
                                        <p:attrNameLst>
                                          <p:attrName>ppt_w</p:attrName>
                                        </p:attrNameLst>
                                      </p:cBhvr>
                                      <p:tavLst>
                                        <p:tav tm="0">
                                          <p:val>
                                            <p:fltVal val="0"/>
                                          </p:val>
                                        </p:tav>
                                        <p:tav tm="100000">
                                          <p:val>
                                            <p:strVal val="#ppt_w"/>
                                          </p:val>
                                        </p:tav>
                                      </p:tavLst>
                                    </p:anim>
                                    <p:anim calcmode="lin" valueType="num">
                                      <p:cBhvr>
                                        <p:cTn id="86" dur="500" fill="hold"/>
                                        <p:tgtEl>
                                          <p:spTgt spid="21"/>
                                        </p:tgtEl>
                                        <p:attrNameLst>
                                          <p:attrName>ppt_h</p:attrName>
                                        </p:attrNameLst>
                                      </p:cBhvr>
                                      <p:tavLst>
                                        <p:tav tm="0">
                                          <p:val>
                                            <p:fltVal val="0"/>
                                          </p:val>
                                        </p:tav>
                                        <p:tav tm="100000">
                                          <p:val>
                                            <p:strVal val="#ppt_h"/>
                                          </p:val>
                                        </p:tav>
                                      </p:tavLst>
                                    </p:anim>
                                    <p:animEffect transition="in" filter="fade">
                                      <p:cBhvr>
                                        <p:cTn id="87" dur="500"/>
                                        <p:tgtEl>
                                          <p:spTgt spid="21"/>
                                        </p:tgtEl>
                                      </p:cBhvr>
                                    </p:animEffect>
                                  </p:childTnLst>
                                </p:cTn>
                              </p:par>
                            </p:childTnLst>
                          </p:cTn>
                        </p:par>
                        <p:par>
                          <p:cTn id="88" fill="hold">
                            <p:stCondLst>
                              <p:cond delay="5500"/>
                            </p:stCondLst>
                            <p:childTnLst>
                              <p:par>
                                <p:cTn id="89" presetID="53" presetClass="entr" presetSubtype="0" fill="hold" grpId="0" nodeType="after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p:cTn id="91" dur="500" fill="hold"/>
                                        <p:tgtEl>
                                          <p:spTgt spid="38"/>
                                        </p:tgtEl>
                                        <p:attrNameLst>
                                          <p:attrName>ppt_w</p:attrName>
                                        </p:attrNameLst>
                                      </p:cBhvr>
                                      <p:tavLst>
                                        <p:tav tm="0">
                                          <p:val>
                                            <p:fltVal val="0"/>
                                          </p:val>
                                        </p:tav>
                                        <p:tav tm="100000">
                                          <p:val>
                                            <p:strVal val="#ppt_w"/>
                                          </p:val>
                                        </p:tav>
                                      </p:tavLst>
                                    </p:anim>
                                    <p:anim calcmode="lin" valueType="num">
                                      <p:cBhvr>
                                        <p:cTn id="92" dur="500" fill="hold"/>
                                        <p:tgtEl>
                                          <p:spTgt spid="38"/>
                                        </p:tgtEl>
                                        <p:attrNameLst>
                                          <p:attrName>ppt_h</p:attrName>
                                        </p:attrNameLst>
                                      </p:cBhvr>
                                      <p:tavLst>
                                        <p:tav tm="0">
                                          <p:val>
                                            <p:fltVal val="0"/>
                                          </p:val>
                                        </p:tav>
                                        <p:tav tm="100000">
                                          <p:val>
                                            <p:strVal val="#ppt_h"/>
                                          </p:val>
                                        </p:tav>
                                      </p:tavLst>
                                    </p:anim>
                                    <p:animEffect transition="in" filter="fade">
                                      <p:cBhvr>
                                        <p:cTn id="93" dur="500"/>
                                        <p:tgtEl>
                                          <p:spTgt spid="38"/>
                                        </p:tgtEl>
                                      </p:cBhvr>
                                    </p:animEffect>
                                  </p:childTnLst>
                                </p:cTn>
                              </p:par>
                            </p:childTnLst>
                          </p:cTn>
                        </p:par>
                        <p:par>
                          <p:cTn id="94" fill="hold">
                            <p:stCondLst>
                              <p:cond delay="6000"/>
                            </p:stCondLst>
                            <p:childTnLst>
                              <p:par>
                                <p:cTn id="95" presetID="2" presetClass="entr" presetSubtype="2" accel="50000" decel="50000" fill="hold" nodeType="afterEffect">
                                  <p:stCondLst>
                                    <p:cond delay="0"/>
                                  </p:stCondLst>
                                  <p:childTnLst>
                                    <p:set>
                                      <p:cBhvr>
                                        <p:cTn id="96" dur="1" fill="hold">
                                          <p:stCondLst>
                                            <p:cond delay="0"/>
                                          </p:stCondLst>
                                        </p:cTn>
                                        <p:tgtEl>
                                          <p:spTgt spid="45"/>
                                        </p:tgtEl>
                                        <p:attrNameLst>
                                          <p:attrName>style.visibility</p:attrName>
                                        </p:attrNameLst>
                                      </p:cBhvr>
                                      <p:to>
                                        <p:strVal val="visible"/>
                                      </p:to>
                                    </p:set>
                                    <p:anim calcmode="lin" valueType="num">
                                      <p:cBhvr additive="base">
                                        <p:cTn id="97" dur="500" fill="hold"/>
                                        <p:tgtEl>
                                          <p:spTgt spid="45"/>
                                        </p:tgtEl>
                                        <p:attrNameLst>
                                          <p:attrName>ppt_x</p:attrName>
                                        </p:attrNameLst>
                                      </p:cBhvr>
                                      <p:tavLst>
                                        <p:tav tm="0">
                                          <p:val>
                                            <p:strVal val="1+#ppt_w/2"/>
                                          </p:val>
                                        </p:tav>
                                        <p:tav tm="100000">
                                          <p:val>
                                            <p:strVal val="#ppt_x"/>
                                          </p:val>
                                        </p:tav>
                                      </p:tavLst>
                                    </p:anim>
                                    <p:anim calcmode="lin" valueType="num">
                                      <p:cBhvr additive="base">
                                        <p:cTn id="98" dur="500" fill="hold"/>
                                        <p:tgtEl>
                                          <p:spTgt spid="45"/>
                                        </p:tgtEl>
                                        <p:attrNameLst>
                                          <p:attrName>ppt_y</p:attrName>
                                        </p:attrNameLst>
                                      </p:cBhvr>
                                      <p:tavLst>
                                        <p:tav tm="0">
                                          <p:val>
                                            <p:strVal val="#ppt_y"/>
                                          </p:val>
                                        </p:tav>
                                        <p:tav tm="100000">
                                          <p:val>
                                            <p:strVal val="#ppt_y"/>
                                          </p:val>
                                        </p:tav>
                                      </p:tavLst>
                                    </p:anim>
                                  </p:childTnLst>
                                </p:cTn>
                              </p:par>
                            </p:childTnLst>
                          </p:cTn>
                        </p:par>
                        <p:par>
                          <p:cTn id="99" fill="hold">
                            <p:stCondLst>
                              <p:cond delay="6500"/>
                            </p:stCondLst>
                            <p:childTnLst>
                              <p:par>
                                <p:cTn id="100" presetID="2" presetClass="entr" presetSubtype="2" accel="50000" decel="50000" fill="hold" nodeType="after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500" fill="hold"/>
                                        <p:tgtEl>
                                          <p:spTgt spid="27"/>
                                        </p:tgtEl>
                                        <p:attrNameLst>
                                          <p:attrName>ppt_x</p:attrName>
                                        </p:attrNameLst>
                                      </p:cBhvr>
                                      <p:tavLst>
                                        <p:tav tm="0">
                                          <p:val>
                                            <p:strVal val="1+#ppt_w/2"/>
                                          </p:val>
                                        </p:tav>
                                        <p:tav tm="100000">
                                          <p:val>
                                            <p:strVal val="#ppt_x"/>
                                          </p:val>
                                        </p:tav>
                                      </p:tavLst>
                                    </p:anim>
                                    <p:anim calcmode="lin" valueType="num">
                                      <p:cBhvr additive="base">
                                        <p:cTn id="103" dur="500" fill="hold"/>
                                        <p:tgtEl>
                                          <p:spTgt spid="27"/>
                                        </p:tgtEl>
                                        <p:attrNameLst>
                                          <p:attrName>ppt_y</p:attrName>
                                        </p:attrNameLst>
                                      </p:cBhvr>
                                      <p:tavLst>
                                        <p:tav tm="0">
                                          <p:val>
                                            <p:strVal val="#ppt_y"/>
                                          </p:val>
                                        </p:tav>
                                        <p:tav tm="100000">
                                          <p:val>
                                            <p:strVal val="#ppt_y"/>
                                          </p:val>
                                        </p:tav>
                                      </p:tavLst>
                                    </p:anim>
                                  </p:childTnLst>
                                </p:cTn>
                              </p:par>
                            </p:childTnLst>
                          </p:cTn>
                        </p:par>
                        <p:par>
                          <p:cTn id="104" fill="hold">
                            <p:stCondLst>
                              <p:cond delay="7000"/>
                            </p:stCondLst>
                            <p:childTnLst>
                              <p:par>
                                <p:cTn id="105" presetID="2" presetClass="entr" presetSubtype="2" accel="50000" decel="50000" fill="hold" nodeType="afterEffect">
                                  <p:stCondLst>
                                    <p:cond delay="0"/>
                                  </p:stCondLst>
                                  <p:childTnLst>
                                    <p:set>
                                      <p:cBhvr>
                                        <p:cTn id="106" dur="1" fill="hold">
                                          <p:stCondLst>
                                            <p:cond delay="0"/>
                                          </p:stCondLst>
                                        </p:cTn>
                                        <p:tgtEl>
                                          <p:spTgt spid="33"/>
                                        </p:tgtEl>
                                        <p:attrNameLst>
                                          <p:attrName>style.visibility</p:attrName>
                                        </p:attrNameLst>
                                      </p:cBhvr>
                                      <p:to>
                                        <p:strVal val="visible"/>
                                      </p:to>
                                    </p:set>
                                    <p:anim calcmode="lin" valueType="num">
                                      <p:cBhvr additive="base">
                                        <p:cTn id="107" dur="500" fill="hold"/>
                                        <p:tgtEl>
                                          <p:spTgt spid="33"/>
                                        </p:tgtEl>
                                        <p:attrNameLst>
                                          <p:attrName>ppt_x</p:attrName>
                                        </p:attrNameLst>
                                      </p:cBhvr>
                                      <p:tavLst>
                                        <p:tav tm="0">
                                          <p:val>
                                            <p:strVal val="1+#ppt_w/2"/>
                                          </p:val>
                                        </p:tav>
                                        <p:tav tm="100000">
                                          <p:val>
                                            <p:strVal val="#ppt_x"/>
                                          </p:val>
                                        </p:tav>
                                      </p:tavLst>
                                    </p:anim>
                                    <p:anim calcmode="lin" valueType="num">
                                      <p:cBhvr additive="base">
                                        <p:cTn id="108" dur="500" fill="hold"/>
                                        <p:tgtEl>
                                          <p:spTgt spid="33"/>
                                        </p:tgtEl>
                                        <p:attrNameLst>
                                          <p:attrName>ppt_y</p:attrName>
                                        </p:attrNameLst>
                                      </p:cBhvr>
                                      <p:tavLst>
                                        <p:tav tm="0">
                                          <p:val>
                                            <p:strVal val="#ppt_y"/>
                                          </p:val>
                                        </p:tav>
                                        <p:tav tm="100000">
                                          <p:val>
                                            <p:strVal val="#ppt_y"/>
                                          </p:val>
                                        </p:tav>
                                      </p:tavLst>
                                    </p:anim>
                                  </p:childTnLst>
                                </p:cTn>
                              </p:par>
                            </p:childTnLst>
                          </p:cTn>
                        </p:par>
                        <p:par>
                          <p:cTn id="109" fill="hold">
                            <p:stCondLst>
                              <p:cond delay="7500"/>
                            </p:stCondLst>
                            <p:childTnLst>
                              <p:par>
                                <p:cTn id="110" presetID="2" presetClass="entr" presetSubtype="8" accel="50000" decel="50000" fill="hold" nodeType="after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500" fill="hold"/>
                                        <p:tgtEl>
                                          <p:spTgt spid="30"/>
                                        </p:tgtEl>
                                        <p:attrNameLst>
                                          <p:attrName>ppt_x</p:attrName>
                                        </p:attrNameLst>
                                      </p:cBhvr>
                                      <p:tavLst>
                                        <p:tav tm="0">
                                          <p:val>
                                            <p:strVal val="0-#ppt_w/2"/>
                                          </p:val>
                                        </p:tav>
                                        <p:tav tm="100000">
                                          <p:val>
                                            <p:strVal val="#ppt_x"/>
                                          </p:val>
                                        </p:tav>
                                      </p:tavLst>
                                    </p:anim>
                                    <p:anim calcmode="lin" valueType="num">
                                      <p:cBhvr additive="base">
                                        <p:cTn id="113" dur="500" fill="hold"/>
                                        <p:tgtEl>
                                          <p:spTgt spid="30"/>
                                        </p:tgtEl>
                                        <p:attrNameLst>
                                          <p:attrName>ppt_y</p:attrName>
                                        </p:attrNameLst>
                                      </p:cBhvr>
                                      <p:tavLst>
                                        <p:tav tm="0">
                                          <p:val>
                                            <p:strVal val="#ppt_y"/>
                                          </p:val>
                                        </p:tav>
                                        <p:tav tm="100000">
                                          <p:val>
                                            <p:strVal val="#ppt_y"/>
                                          </p:val>
                                        </p:tav>
                                      </p:tavLst>
                                    </p:anim>
                                  </p:childTnLst>
                                </p:cTn>
                              </p:par>
                            </p:childTnLst>
                          </p:cTn>
                        </p:par>
                        <p:par>
                          <p:cTn id="114" fill="hold">
                            <p:stCondLst>
                              <p:cond delay="8000"/>
                            </p:stCondLst>
                            <p:childTnLst>
                              <p:par>
                                <p:cTn id="115" presetID="2" presetClass="entr" presetSubtype="8" accel="50000" decel="50000" fill="hold" nodeType="afterEffect">
                                  <p:stCondLst>
                                    <p:cond delay="0"/>
                                  </p:stCondLst>
                                  <p:childTnLst>
                                    <p:set>
                                      <p:cBhvr>
                                        <p:cTn id="116" dur="1" fill="hold">
                                          <p:stCondLst>
                                            <p:cond delay="0"/>
                                          </p:stCondLst>
                                        </p:cTn>
                                        <p:tgtEl>
                                          <p:spTgt spid="42"/>
                                        </p:tgtEl>
                                        <p:attrNameLst>
                                          <p:attrName>style.visibility</p:attrName>
                                        </p:attrNameLst>
                                      </p:cBhvr>
                                      <p:to>
                                        <p:strVal val="visible"/>
                                      </p:to>
                                    </p:set>
                                    <p:anim calcmode="lin" valueType="num">
                                      <p:cBhvr additive="base">
                                        <p:cTn id="117" dur="500" fill="hold"/>
                                        <p:tgtEl>
                                          <p:spTgt spid="42"/>
                                        </p:tgtEl>
                                        <p:attrNameLst>
                                          <p:attrName>ppt_x</p:attrName>
                                        </p:attrNameLst>
                                      </p:cBhvr>
                                      <p:tavLst>
                                        <p:tav tm="0">
                                          <p:val>
                                            <p:strVal val="0-#ppt_w/2"/>
                                          </p:val>
                                        </p:tav>
                                        <p:tav tm="100000">
                                          <p:val>
                                            <p:strVal val="#ppt_x"/>
                                          </p:val>
                                        </p:tav>
                                      </p:tavLst>
                                    </p:anim>
                                    <p:anim calcmode="lin" valueType="num">
                                      <p:cBhvr additive="base">
                                        <p:cTn id="118" dur="500" fill="hold"/>
                                        <p:tgtEl>
                                          <p:spTgt spid="4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3" grpId="0" animBg="1"/>
      <p:bldP spid="6" grpId="0" animBg="1"/>
      <p:bldP spid="15" grpId="0" animBg="1"/>
      <p:bldP spid="36" grpId="0" animBg="1"/>
      <p:bldP spid="37" grpId="0" animBg="1"/>
      <p:bldP spid="38" grpId="0" animBg="1"/>
      <p:bldP spid="39" grpId="0" animBg="1"/>
      <p:bldP spid="40" grpId="0" animBg="1"/>
      <p:bldP spid="41"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Bent Arrow 13"/>
          <p:cNvSpPr/>
          <p:nvPr/>
        </p:nvSpPr>
        <p:spPr>
          <a:xfrm rot="10800000" flipH="1" flipV="1">
            <a:off x="2660696" y="773234"/>
            <a:ext cx="1712132" cy="452756"/>
          </a:xfrm>
          <a:prstGeom prst="bentArrow">
            <a:avLst>
              <a:gd name="adj1" fmla="val 17673"/>
              <a:gd name="adj2" fmla="val 3577"/>
              <a:gd name="adj3" fmla="val 0"/>
              <a:gd name="adj4" fmla="val 7030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nvGrpSpPr>
          <p:cNvPr id="2" name="Group 9"/>
          <p:cNvGrpSpPr/>
          <p:nvPr/>
        </p:nvGrpSpPr>
        <p:grpSpPr>
          <a:xfrm flipH="1" flipV="1">
            <a:off x="4802169" y="-8360"/>
            <a:ext cx="1083612" cy="2742165"/>
            <a:chOff x="2152507" y="1411974"/>
            <a:chExt cx="1739158" cy="3516910"/>
          </a:xfrm>
          <a:solidFill>
            <a:schemeClr val="accent6"/>
          </a:solidFill>
        </p:grpSpPr>
        <p:sp>
          <p:nvSpPr>
            <p:cNvPr id="11" name="Bent Arrow 10"/>
            <p:cNvSpPr/>
            <p:nvPr/>
          </p:nvSpPr>
          <p:spPr>
            <a:xfrm rot="16200000">
              <a:off x="1677486" y="1886995"/>
              <a:ext cx="1819621"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Bent Arrow 11"/>
            <p:cNvSpPr/>
            <p:nvPr/>
          </p:nvSpPr>
          <p:spPr>
            <a:xfrm rot="5400000">
              <a:off x="2547066" y="3584284"/>
              <a:ext cx="1819620"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3" name="Up Arrow 12"/>
          <p:cNvSpPr/>
          <p:nvPr/>
        </p:nvSpPr>
        <p:spPr>
          <a:xfrm flipV="1">
            <a:off x="4312434" y="-8360"/>
            <a:ext cx="213532" cy="3472535"/>
          </a:xfrm>
          <a:prstGeom prst="upArrow">
            <a:avLst>
              <a:gd name="adj1" fmla="val 53549"/>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Up Arrow 5"/>
          <p:cNvSpPr/>
          <p:nvPr/>
        </p:nvSpPr>
        <p:spPr>
          <a:xfrm flipV="1">
            <a:off x="4569655" y="-8360"/>
            <a:ext cx="186480" cy="2417883"/>
          </a:xfrm>
          <a:prstGeom prst="upArrow">
            <a:avLst>
              <a:gd name="adj1" fmla="val 53549"/>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8"/>
          <p:cNvGrpSpPr/>
          <p:nvPr/>
        </p:nvGrpSpPr>
        <p:grpSpPr>
          <a:xfrm flipV="1">
            <a:off x="3120117" y="-8360"/>
            <a:ext cx="1083611" cy="2743751"/>
            <a:chOff x="2152508" y="1409938"/>
            <a:chExt cx="1739157" cy="3518946"/>
          </a:xfrm>
          <a:solidFill>
            <a:schemeClr val="accent1"/>
          </a:solidFill>
        </p:grpSpPr>
        <p:sp>
          <p:nvSpPr>
            <p:cNvPr id="5" name="Bent Arrow 4"/>
            <p:cNvSpPr/>
            <p:nvPr/>
          </p:nvSpPr>
          <p:spPr>
            <a:xfrm rot="16200000">
              <a:off x="1677487" y="1884959"/>
              <a:ext cx="1819622"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Bent Arrow 7"/>
            <p:cNvSpPr/>
            <p:nvPr/>
          </p:nvSpPr>
          <p:spPr>
            <a:xfrm rot="5400000">
              <a:off x="2547066" y="3584284"/>
              <a:ext cx="1819620" cy="869579"/>
            </a:xfrm>
            <a:prstGeom prst="bentArrow">
              <a:avLst>
                <a:gd name="adj1" fmla="val 17673"/>
                <a:gd name="adj2" fmla="val 10250"/>
                <a:gd name="adj3" fmla="val 0"/>
                <a:gd name="adj4" fmla="val 7030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Bent Arrow 14"/>
          <p:cNvSpPr/>
          <p:nvPr/>
        </p:nvSpPr>
        <p:spPr>
          <a:xfrm rot="10800000" flipV="1">
            <a:off x="4697807" y="440856"/>
            <a:ext cx="1717615" cy="678019"/>
          </a:xfrm>
          <a:prstGeom prst="bentArrow">
            <a:avLst>
              <a:gd name="adj1" fmla="val 17673"/>
              <a:gd name="adj2" fmla="val 3577"/>
              <a:gd name="adj3" fmla="val 0"/>
              <a:gd name="adj4" fmla="val 703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4" name="Oval 53"/>
          <p:cNvSpPr/>
          <p:nvPr/>
        </p:nvSpPr>
        <p:spPr>
          <a:xfrm>
            <a:off x="5295491" y="2341322"/>
            <a:ext cx="1030614" cy="1030612"/>
          </a:xfrm>
          <a:prstGeom prst="ellipse">
            <a:avLst/>
          </a:prstGeom>
          <a:solidFill>
            <a:schemeClr val="accent6"/>
          </a:solidFill>
          <a:ln w="381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lumMod val="75000"/>
                </a:schemeClr>
              </a:solidFill>
              <a:latin typeface="FontAwesome" pitchFamily="2" charset="0"/>
            </a:endParaRPr>
          </a:p>
        </p:txBody>
      </p:sp>
      <p:sp>
        <p:nvSpPr>
          <p:cNvPr id="55" name="Oval 54"/>
          <p:cNvSpPr/>
          <p:nvPr/>
        </p:nvSpPr>
        <p:spPr>
          <a:xfrm>
            <a:off x="3733860" y="2794994"/>
            <a:ext cx="1341670" cy="1341668"/>
          </a:xfrm>
          <a:prstGeom prst="ellipse">
            <a:avLst/>
          </a:prstGeom>
          <a:solidFill>
            <a:schemeClr val="accent2"/>
          </a:solidFill>
          <a:ln w="38100" cmpd="sng">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3">
                  <a:lumMod val="75000"/>
                </a:schemeClr>
              </a:solidFill>
              <a:latin typeface="FontAwesome" pitchFamily="2" charset="0"/>
            </a:endParaRPr>
          </a:p>
        </p:txBody>
      </p:sp>
      <p:sp>
        <p:nvSpPr>
          <p:cNvPr id="56" name="Oval 55"/>
          <p:cNvSpPr/>
          <p:nvPr/>
        </p:nvSpPr>
        <p:spPr>
          <a:xfrm>
            <a:off x="3934249" y="1518052"/>
            <a:ext cx="1448524" cy="1448520"/>
          </a:xfrm>
          <a:prstGeom prst="ellipse">
            <a:avLst/>
          </a:prstGeom>
          <a:solidFill>
            <a:schemeClr val="accent3"/>
          </a:solidFill>
          <a:ln w="38100">
            <a:noFill/>
            <a:prstDash val="sysDot"/>
          </a:ln>
        </p:spPr>
        <p:style>
          <a:lnRef idx="2">
            <a:schemeClr val="accent1">
              <a:shade val="50000"/>
            </a:schemeClr>
          </a:lnRef>
          <a:fillRef idx="1">
            <a:schemeClr val="accent1"/>
          </a:fillRef>
          <a:effectRef idx="0">
            <a:schemeClr val="accent1"/>
          </a:effectRef>
          <a:fontRef idx="minor">
            <a:schemeClr val="lt1"/>
          </a:fontRef>
        </p:style>
        <p:txBody>
          <a:bodyPr tIns="0" bIns="91440" rtlCol="0" anchor="ctr"/>
          <a:lstStyle/>
          <a:p>
            <a:pPr algn="ctr"/>
            <a:endParaRPr lang="en-US" sz="3200" dirty="0">
              <a:solidFill>
                <a:schemeClr val="accent3">
                  <a:lumMod val="75000"/>
                </a:schemeClr>
              </a:solidFill>
              <a:latin typeface="FontAwesome" pitchFamily="2" charset="0"/>
            </a:endParaRPr>
          </a:p>
        </p:txBody>
      </p:sp>
      <p:sp>
        <p:nvSpPr>
          <p:cNvPr id="57" name="Oval 56"/>
          <p:cNvSpPr/>
          <p:nvPr/>
        </p:nvSpPr>
        <p:spPr>
          <a:xfrm>
            <a:off x="2645369" y="2471042"/>
            <a:ext cx="1094733" cy="1094733"/>
          </a:xfrm>
          <a:prstGeom prst="ellipse">
            <a:avLst/>
          </a:prstGeom>
          <a:solidFill>
            <a:schemeClr val="accent1"/>
          </a:solidFill>
          <a:ln w="381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3">
                  <a:lumMod val="75000"/>
                </a:schemeClr>
              </a:solidFill>
              <a:latin typeface="FontAwesome" pitchFamily="2" charset="0"/>
            </a:endParaRPr>
          </a:p>
        </p:txBody>
      </p:sp>
      <p:sp>
        <p:nvSpPr>
          <p:cNvPr id="60" name="Freeform 126"/>
          <p:cNvSpPr>
            <a:spLocks/>
          </p:cNvSpPr>
          <p:nvPr/>
        </p:nvSpPr>
        <p:spPr bwMode="auto">
          <a:xfrm>
            <a:off x="2998941" y="2768987"/>
            <a:ext cx="387589" cy="498842"/>
          </a:xfrm>
          <a:custGeom>
            <a:avLst/>
            <a:gdLst/>
            <a:ahLst/>
            <a:cxnLst>
              <a:cxn ang="0">
                <a:pos x="25" y="46"/>
              </a:cxn>
              <a:cxn ang="0">
                <a:pos x="1" y="64"/>
              </a:cxn>
              <a:cxn ang="0">
                <a:pos x="0" y="62"/>
              </a:cxn>
              <a:cxn ang="0">
                <a:pos x="1" y="61"/>
              </a:cxn>
              <a:cxn ang="0">
                <a:pos x="22" y="46"/>
              </a:cxn>
              <a:cxn ang="0">
                <a:pos x="1" y="36"/>
              </a:cxn>
              <a:cxn ang="0">
                <a:pos x="24" y="41"/>
              </a:cxn>
              <a:cxn ang="0">
                <a:pos x="27" y="31"/>
              </a:cxn>
              <a:cxn ang="0">
                <a:pos x="7" y="18"/>
              </a:cxn>
              <a:cxn ang="0">
                <a:pos x="27" y="28"/>
              </a:cxn>
              <a:cxn ang="0">
                <a:pos x="28" y="21"/>
              </a:cxn>
              <a:cxn ang="0">
                <a:pos x="23" y="0"/>
              </a:cxn>
              <a:cxn ang="0">
                <a:pos x="31" y="21"/>
              </a:cxn>
              <a:cxn ang="0">
                <a:pos x="31" y="25"/>
              </a:cxn>
              <a:cxn ang="0">
                <a:pos x="48" y="18"/>
              </a:cxn>
              <a:cxn ang="0">
                <a:pos x="30" y="32"/>
              </a:cxn>
              <a:cxn ang="0">
                <a:pos x="27" y="42"/>
              </a:cxn>
              <a:cxn ang="0">
                <a:pos x="50" y="39"/>
              </a:cxn>
              <a:cxn ang="0">
                <a:pos x="25" y="46"/>
              </a:cxn>
            </a:cxnLst>
            <a:rect l="0" t="0" r="r" b="b"/>
            <a:pathLst>
              <a:path w="50" h="64">
                <a:moveTo>
                  <a:pt x="25" y="46"/>
                </a:moveTo>
                <a:cubicBezTo>
                  <a:pt x="20" y="57"/>
                  <a:pt x="11" y="64"/>
                  <a:pt x="1" y="64"/>
                </a:cubicBezTo>
                <a:cubicBezTo>
                  <a:pt x="0" y="64"/>
                  <a:pt x="0" y="63"/>
                  <a:pt x="0" y="62"/>
                </a:cubicBezTo>
                <a:cubicBezTo>
                  <a:pt x="0" y="61"/>
                  <a:pt x="0" y="61"/>
                  <a:pt x="1" y="61"/>
                </a:cubicBezTo>
                <a:cubicBezTo>
                  <a:pt x="10" y="61"/>
                  <a:pt x="17" y="55"/>
                  <a:pt x="22" y="46"/>
                </a:cubicBezTo>
                <a:cubicBezTo>
                  <a:pt x="17" y="48"/>
                  <a:pt x="6" y="50"/>
                  <a:pt x="1" y="36"/>
                </a:cubicBezTo>
                <a:cubicBezTo>
                  <a:pt x="15" y="30"/>
                  <a:pt x="22" y="37"/>
                  <a:pt x="24" y="41"/>
                </a:cubicBezTo>
                <a:cubicBezTo>
                  <a:pt x="25" y="38"/>
                  <a:pt x="26" y="35"/>
                  <a:pt x="27" y="31"/>
                </a:cubicBezTo>
                <a:cubicBezTo>
                  <a:pt x="27" y="31"/>
                  <a:pt x="9" y="34"/>
                  <a:pt x="7" y="18"/>
                </a:cubicBezTo>
                <a:cubicBezTo>
                  <a:pt x="23" y="12"/>
                  <a:pt x="27" y="28"/>
                  <a:pt x="27" y="28"/>
                </a:cubicBezTo>
                <a:cubicBezTo>
                  <a:pt x="27" y="26"/>
                  <a:pt x="28" y="21"/>
                  <a:pt x="28" y="21"/>
                </a:cubicBezTo>
                <a:cubicBezTo>
                  <a:pt x="28" y="21"/>
                  <a:pt x="14" y="12"/>
                  <a:pt x="23" y="0"/>
                </a:cubicBezTo>
                <a:cubicBezTo>
                  <a:pt x="39" y="5"/>
                  <a:pt x="31" y="21"/>
                  <a:pt x="31" y="21"/>
                </a:cubicBezTo>
                <a:cubicBezTo>
                  <a:pt x="31" y="21"/>
                  <a:pt x="31" y="24"/>
                  <a:pt x="31" y="25"/>
                </a:cubicBezTo>
                <a:cubicBezTo>
                  <a:pt x="31" y="25"/>
                  <a:pt x="37" y="14"/>
                  <a:pt x="48" y="18"/>
                </a:cubicBezTo>
                <a:cubicBezTo>
                  <a:pt x="48" y="35"/>
                  <a:pt x="30" y="32"/>
                  <a:pt x="30" y="32"/>
                </a:cubicBezTo>
                <a:cubicBezTo>
                  <a:pt x="29" y="35"/>
                  <a:pt x="29" y="39"/>
                  <a:pt x="27" y="42"/>
                </a:cubicBezTo>
                <a:cubicBezTo>
                  <a:pt x="27" y="42"/>
                  <a:pt x="38" y="30"/>
                  <a:pt x="50" y="39"/>
                </a:cubicBezTo>
                <a:cubicBezTo>
                  <a:pt x="43" y="57"/>
                  <a:pt x="25" y="46"/>
                  <a:pt x="25" y="4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127"/>
          <p:cNvSpPr>
            <a:spLocks/>
          </p:cNvSpPr>
          <p:nvPr/>
        </p:nvSpPr>
        <p:spPr bwMode="auto">
          <a:xfrm>
            <a:off x="4359046" y="1912348"/>
            <a:ext cx="598928" cy="659928"/>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24"/>
          <p:cNvSpPr>
            <a:spLocks noEditPoints="1"/>
          </p:cNvSpPr>
          <p:nvPr/>
        </p:nvSpPr>
        <p:spPr bwMode="auto">
          <a:xfrm>
            <a:off x="5650876" y="2675997"/>
            <a:ext cx="304604" cy="330782"/>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5"/>
          <p:cNvSpPr>
            <a:spLocks noEditPoints="1"/>
          </p:cNvSpPr>
          <p:nvPr/>
        </p:nvSpPr>
        <p:spPr bwMode="auto">
          <a:xfrm>
            <a:off x="4093379" y="3154512"/>
            <a:ext cx="622633" cy="622633"/>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Oval 64"/>
          <p:cNvSpPr/>
          <p:nvPr/>
        </p:nvSpPr>
        <p:spPr>
          <a:xfrm>
            <a:off x="2306143" y="1118875"/>
            <a:ext cx="793475" cy="793473"/>
          </a:xfrm>
          <a:prstGeom prst="ellipse">
            <a:avLst/>
          </a:prstGeom>
          <a:solidFill>
            <a:schemeClr val="accent5"/>
          </a:solidFill>
          <a:ln w="381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lumMod val="75000"/>
                </a:schemeClr>
              </a:solidFill>
              <a:latin typeface="FontAwesome" pitchFamily="2" charset="0"/>
            </a:endParaRPr>
          </a:p>
        </p:txBody>
      </p:sp>
      <p:sp>
        <p:nvSpPr>
          <p:cNvPr id="66" name="Freeform 56"/>
          <p:cNvSpPr>
            <a:spLocks noEditPoints="1"/>
          </p:cNvSpPr>
          <p:nvPr/>
        </p:nvSpPr>
        <p:spPr bwMode="auto">
          <a:xfrm>
            <a:off x="2522249" y="1334980"/>
            <a:ext cx="361263" cy="361263"/>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Oval 66"/>
          <p:cNvSpPr/>
          <p:nvPr/>
        </p:nvSpPr>
        <p:spPr>
          <a:xfrm>
            <a:off x="5986775" y="1061268"/>
            <a:ext cx="793475" cy="793473"/>
          </a:xfrm>
          <a:prstGeom prst="ellipse">
            <a:avLst/>
          </a:prstGeom>
          <a:solidFill>
            <a:schemeClr val="accent4"/>
          </a:solidFill>
          <a:ln w="381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lumMod val="75000"/>
                </a:schemeClr>
              </a:solidFill>
              <a:latin typeface="FontAwesome" pitchFamily="2" charset="0"/>
            </a:endParaRPr>
          </a:p>
        </p:txBody>
      </p:sp>
      <p:sp>
        <p:nvSpPr>
          <p:cNvPr id="68" name="Freeform 56"/>
          <p:cNvSpPr>
            <a:spLocks noEditPoints="1"/>
          </p:cNvSpPr>
          <p:nvPr/>
        </p:nvSpPr>
        <p:spPr bwMode="auto">
          <a:xfrm>
            <a:off x="6202881" y="1277373"/>
            <a:ext cx="361263" cy="361263"/>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 name="Group 25"/>
          <p:cNvGrpSpPr/>
          <p:nvPr/>
        </p:nvGrpSpPr>
        <p:grpSpPr>
          <a:xfrm>
            <a:off x="6872654" y="1176482"/>
            <a:ext cx="1641978" cy="485354"/>
            <a:chOff x="1662668" y="916536"/>
            <a:chExt cx="1641978" cy="485354"/>
          </a:xfrm>
        </p:grpSpPr>
        <p:sp>
          <p:nvSpPr>
            <p:cNvPr id="70" name="Text Placeholder 3"/>
            <p:cNvSpPr txBox="1">
              <a:spLocks/>
            </p:cNvSpPr>
            <p:nvPr/>
          </p:nvSpPr>
          <p:spPr>
            <a:xfrm>
              <a:off x="1662668"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71" name="Text Placeholder 3"/>
            <p:cNvSpPr txBox="1">
              <a:spLocks/>
            </p:cNvSpPr>
            <p:nvPr/>
          </p:nvSpPr>
          <p:spPr>
            <a:xfrm>
              <a:off x="1662668" y="1094113"/>
              <a:ext cx="164197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7" name="Group 28"/>
          <p:cNvGrpSpPr/>
          <p:nvPr/>
        </p:nvGrpSpPr>
        <p:grpSpPr>
          <a:xfrm>
            <a:off x="1409845" y="2006324"/>
            <a:ext cx="1533090" cy="491042"/>
            <a:chOff x="1253094" y="916536"/>
            <a:chExt cx="1533090" cy="491042"/>
          </a:xfrm>
        </p:grpSpPr>
        <p:sp>
          <p:nvSpPr>
            <p:cNvPr id="73" name="Text Placeholder 3"/>
            <p:cNvSpPr txBox="1">
              <a:spLocks/>
            </p:cNvSpPr>
            <p:nvPr/>
          </p:nvSpPr>
          <p:spPr>
            <a:xfrm>
              <a:off x="1942554"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74" name="Text Placeholder 3"/>
            <p:cNvSpPr txBox="1">
              <a:spLocks/>
            </p:cNvSpPr>
            <p:nvPr/>
          </p:nvSpPr>
          <p:spPr>
            <a:xfrm>
              <a:off x="1253094" y="1099801"/>
              <a:ext cx="153309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9" name="Group 61"/>
          <p:cNvGrpSpPr/>
          <p:nvPr/>
        </p:nvGrpSpPr>
        <p:grpSpPr>
          <a:xfrm>
            <a:off x="6415422" y="2559050"/>
            <a:ext cx="1641978" cy="485354"/>
            <a:chOff x="1662668" y="916536"/>
            <a:chExt cx="1641978" cy="485354"/>
          </a:xfrm>
        </p:grpSpPr>
        <p:sp>
          <p:nvSpPr>
            <p:cNvPr id="76" name="Text Placeholder 3"/>
            <p:cNvSpPr txBox="1">
              <a:spLocks/>
            </p:cNvSpPr>
            <p:nvPr/>
          </p:nvSpPr>
          <p:spPr>
            <a:xfrm>
              <a:off x="1662668"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KEY WORD</a:t>
              </a:r>
            </a:p>
          </p:txBody>
        </p:sp>
        <p:sp>
          <p:nvSpPr>
            <p:cNvPr id="77" name="Text Placeholder 3"/>
            <p:cNvSpPr txBox="1">
              <a:spLocks/>
            </p:cNvSpPr>
            <p:nvPr/>
          </p:nvSpPr>
          <p:spPr>
            <a:xfrm>
              <a:off x="1662668" y="1094113"/>
              <a:ext cx="164197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10" name="Group 64"/>
          <p:cNvGrpSpPr/>
          <p:nvPr/>
        </p:nvGrpSpPr>
        <p:grpSpPr>
          <a:xfrm>
            <a:off x="1000366" y="2743903"/>
            <a:ext cx="1533090" cy="491042"/>
            <a:chOff x="1253094" y="916536"/>
            <a:chExt cx="1533090" cy="491042"/>
          </a:xfrm>
        </p:grpSpPr>
        <p:sp>
          <p:nvSpPr>
            <p:cNvPr id="79" name="Text Placeholder 3"/>
            <p:cNvSpPr txBox="1">
              <a:spLocks/>
            </p:cNvSpPr>
            <p:nvPr/>
          </p:nvSpPr>
          <p:spPr>
            <a:xfrm>
              <a:off x="1942554"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80" name="Text Placeholder 3"/>
            <p:cNvSpPr txBox="1">
              <a:spLocks/>
            </p:cNvSpPr>
            <p:nvPr/>
          </p:nvSpPr>
          <p:spPr>
            <a:xfrm>
              <a:off x="1253094" y="1099801"/>
              <a:ext cx="153309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16" name="Group 25"/>
          <p:cNvGrpSpPr/>
          <p:nvPr/>
        </p:nvGrpSpPr>
        <p:grpSpPr>
          <a:xfrm>
            <a:off x="3535074" y="4233182"/>
            <a:ext cx="1641978" cy="485354"/>
            <a:chOff x="1706297" y="916536"/>
            <a:chExt cx="1641978" cy="485354"/>
          </a:xfrm>
        </p:grpSpPr>
        <p:sp>
          <p:nvSpPr>
            <p:cNvPr id="82" name="Text Placeholder 3"/>
            <p:cNvSpPr txBox="1">
              <a:spLocks/>
            </p:cNvSpPr>
            <p:nvPr/>
          </p:nvSpPr>
          <p:spPr>
            <a:xfrm>
              <a:off x="2105472"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83" name="Text Placeholder 3"/>
            <p:cNvSpPr txBox="1">
              <a:spLocks/>
            </p:cNvSpPr>
            <p:nvPr/>
          </p:nvSpPr>
          <p:spPr>
            <a:xfrm>
              <a:off x="1706297" y="1094113"/>
              <a:ext cx="1641978"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many variations of ipsum available believable</a:t>
              </a:r>
            </a:p>
          </p:txBody>
        </p:sp>
      </p:grpSp>
      <p:grpSp>
        <p:nvGrpSpPr>
          <p:cNvPr id="17" name="Group 64"/>
          <p:cNvGrpSpPr/>
          <p:nvPr/>
        </p:nvGrpSpPr>
        <p:grpSpPr>
          <a:xfrm>
            <a:off x="677023" y="1261510"/>
            <a:ext cx="1533090" cy="491042"/>
            <a:chOff x="1253094" y="916536"/>
            <a:chExt cx="1533090" cy="491042"/>
          </a:xfrm>
        </p:grpSpPr>
        <p:sp>
          <p:nvSpPr>
            <p:cNvPr id="85" name="Text Placeholder 3"/>
            <p:cNvSpPr txBox="1">
              <a:spLocks/>
            </p:cNvSpPr>
            <p:nvPr/>
          </p:nvSpPr>
          <p:spPr>
            <a:xfrm>
              <a:off x="1942554" y="91653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86" name="Text Placeholder 3"/>
            <p:cNvSpPr txBox="1">
              <a:spLocks/>
            </p:cNvSpPr>
            <p:nvPr/>
          </p:nvSpPr>
          <p:spPr>
            <a:xfrm>
              <a:off x="1253094" y="1099801"/>
              <a:ext cx="153309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many variations of ipsum available  believable</a:t>
              </a:r>
            </a:p>
          </p:txBody>
        </p:sp>
      </p:grpSp>
      <p:sp>
        <p:nvSpPr>
          <p:cNvPr id="45" name="Slide Number Placeholder 44"/>
          <p:cNvSpPr>
            <a:spLocks noGrp="1"/>
          </p:cNvSpPr>
          <p:nvPr>
            <p:ph type="sldNum" sz="quarter" idx="12"/>
          </p:nvPr>
        </p:nvSpPr>
        <p:spPr/>
        <p:txBody>
          <a:bodyPr/>
          <a:lstStyle/>
          <a:p>
            <a:fld id="{C136B7D2-B98C-44FD-8D04-7EC62A564975}" type="slidenum">
              <a:rPr lang="en-US" smtClean="0"/>
              <a:pPr/>
              <a:t>112</a:t>
            </a:fld>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53"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500" fill="hold"/>
                                        <p:tgtEl>
                                          <p:spTgt spid="55"/>
                                        </p:tgtEl>
                                        <p:attrNameLst>
                                          <p:attrName>ppt_w</p:attrName>
                                        </p:attrNameLst>
                                      </p:cBhvr>
                                      <p:tavLst>
                                        <p:tav tm="0">
                                          <p:val>
                                            <p:fltVal val="0"/>
                                          </p:val>
                                        </p:tav>
                                        <p:tav tm="100000">
                                          <p:val>
                                            <p:strVal val="#ppt_w"/>
                                          </p:val>
                                        </p:tav>
                                      </p:tavLst>
                                    </p:anim>
                                    <p:anim calcmode="lin" valueType="num">
                                      <p:cBhvr>
                                        <p:cTn id="8" dur="500" fill="hold"/>
                                        <p:tgtEl>
                                          <p:spTgt spid="55"/>
                                        </p:tgtEl>
                                        <p:attrNameLst>
                                          <p:attrName>ppt_h</p:attrName>
                                        </p:attrNameLst>
                                      </p:cBhvr>
                                      <p:tavLst>
                                        <p:tav tm="0">
                                          <p:val>
                                            <p:fltVal val="0"/>
                                          </p:val>
                                        </p:tav>
                                        <p:tav tm="100000">
                                          <p:val>
                                            <p:strVal val="#ppt_h"/>
                                          </p:val>
                                        </p:tav>
                                      </p:tavLst>
                                    </p:anim>
                                    <p:animEffect transition="in" filter="fade">
                                      <p:cBhvr>
                                        <p:cTn id="9" dur="500"/>
                                        <p:tgtEl>
                                          <p:spTgt spid="55"/>
                                        </p:tgtEl>
                                      </p:cBhvr>
                                    </p:animEffect>
                                  </p:childTnLst>
                                </p:cTn>
                              </p:par>
                            </p:childTnLst>
                          </p:cTn>
                        </p:par>
                        <p:par>
                          <p:cTn id="10" fill="hold">
                            <p:stCondLst>
                              <p:cond delay="1500"/>
                            </p:stCondLst>
                            <p:childTnLst>
                              <p:par>
                                <p:cTn id="11" presetID="53"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500" fill="hold"/>
                                        <p:tgtEl>
                                          <p:spTgt spid="64"/>
                                        </p:tgtEl>
                                        <p:attrNameLst>
                                          <p:attrName>ppt_w</p:attrName>
                                        </p:attrNameLst>
                                      </p:cBhvr>
                                      <p:tavLst>
                                        <p:tav tm="0">
                                          <p:val>
                                            <p:fltVal val="0"/>
                                          </p:val>
                                        </p:tav>
                                        <p:tav tm="100000">
                                          <p:val>
                                            <p:strVal val="#ppt_w"/>
                                          </p:val>
                                        </p:tav>
                                      </p:tavLst>
                                    </p:anim>
                                    <p:anim calcmode="lin" valueType="num">
                                      <p:cBhvr>
                                        <p:cTn id="14" dur="500" fill="hold"/>
                                        <p:tgtEl>
                                          <p:spTgt spid="64"/>
                                        </p:tgtEl>
                                        <p:attrNameLst>
                                          <p:attrName>ppt_h</p:attrName>
                                        </p:attrNameLst>
                                      </p:cBhvr>
                                      <p:tavLst>
                                        <p:tav tm="0">
                                          <p:val>
                                            <p:fltVal val="0"/>
                                          </p:val>
                                        </p:tav>
                                        <p:tav tm="100000">
                                          <p:val>
                                            <p:strVal val="#ppt_h"/>
                                          </p:val>
                                        </p:tav>
                                      </p:tavLst>
                                    </p:anim>
                                    <p:animEffect transition="in" filter="fade">
                                      <p:cBhvr>
                                        <p:cTn id="15" dur="500"/>
                                        <p:tgtEl>
                                          <p:spTgt spid="64"/>
                                        </p:tgtEl>
                                      </p:cBhvr>
                                    </p:animEffect>
                                  </p:childTnLst>
                                </p:cTn>
                              </p:par>
                            </p:childTnLst>
                          </p:cTn>
                        </p:par>
                        <p:par>
                          <p:cTn id="16" fill="hold">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p:cTn id="19" dur="500" fill="hold"/>
                                        <p:tgtEl>
                                          <p:spTgt spid="54"/>
                                        </p:tgtEl>
                                        <p:attrNameLst>
                                          <p:attrName>ppt_w</p:attrName>
                                        </p:attrNameLst>
                                      </p:cBhvr>
                                      <p:tavLst>
                                        <p:tav tm="0">
                                          <p:val>
                                            <p:fltVal val="0"/>
                                          </p:val>
                                        </p:tav>
                                        <p:tav tm="100000">
                                          <p:val>
                                            <p:strVal val="#ppt_w"/>
                                          </p:val>
                                        </p:tav>
                                      </p:tavLst>
                                    </p:anim>
                                    <p:anim calcmode="lin" valueType="num">
                                      <p:cBhvr>
                                        <p:cTn id="20" dur="500" fill="hold"/>
                                        <p:tgtEl>
                                          <p:spTgt spid="54"/>
                                        </p:tgtEl>
                                        <p:attrNameLst>
                                          <p:attrName>ppt_h</p:attrName>
                                        </p:attrNameLst>
                                      </p:cBhvr>
                                      <p:tavLst>
                                        <p:tav tm="0">
                                          <p:val>
                                            <p:fltVal val="0"/>
                                          </p:val>
                                        </p:tav>
                                        <p:tav tm="100000">
                                          <p:val>
                                            <p:strVal val="#ppt_h"/>
                                          </p:val>
                                        </p:tav>
                                      </p:tavLst>
                                    </p:anim>
                                    <p:animEffect transition="in" filter="fade">
                                      <p:cBhvr>
                                        <p:cTn id="21" dur="500"/>
                                        <p:tgtEl>
                                          <p:spTgt spid="54"/>
                                        </p:tgtEl>
                                      </p:cBhvr>
                                    </p:animEffect>
                                  </p:childTnLst>
                                </p:cTn>
                              </p:par>
                            </p:childTnLst>
                          </p:cTn>
                        </p:par>
                        <p:par>
                          <p:cTn id="22" fill="hold">
                            <p:stCondLst>
                              <p:cond delay="2500"/>
                            </p:stCondLst>
                            <p:childTnLst>
                              <p:par>
                                <p:cTn id="23" presetID="53" presetClass="entr" presetSubtype="0" fill="hold" grpId="0" nodeType="afterEffect">
                                  <p:stCondLst>
                                    <p:cond delay="0"/>
                                  </p:stCondLst>
                                  <p:childTnLst>
                                    <p:set>
                                      <p:cBhvr>
                                        <p:cTn id="24" dur="1" fill="hold">
                                          <p:stCondLst>
                                            <p:cond delay="0"/>
                                          </p:stCondLst>
                                        </p:cTn>
                                        <p:tgtEl>
                                          <p:spTgt spid="63"/>
                                        </p:tgtEl>
                                        <p:attrNameLst>
                                          <p:attrName>style.visibility</p:attrName>
                                        </p:attrNameLst>
                                      </p:cBhvr>
                                      <p:to>
                                        <p:strVal val="visible"/>
                                      </p:to>
                                    </p:set>
                                    <p:anim calcmode="lin" valueType="num">
                                      <p:cBhvr>
                                        <p:cTn id="25" dur="500" fill="hold"/>
                                        <p:tgtEl>
                                          <p:spTgt spid="63"/>
                                        </p:tgtEl>
                                        <p:attrNameLst>
                                          <p:attrName>ppt_w</p:attrName>
                                        </p:attrNameLst>
                                      </p:cBhvr>
                                      <p:tavLst>
                                        <p:tav tm="0">
                                          <p:val>
                                            <p:fltVal val="0"/>
                                          </p:val>
                                        </p:tav>
                                        <p:tav tm="100000">
                                          <p:val>
                                            <p:strVal val="#ppt_w"/>
                                          </p:val>
                                        </p:tav>
                                      </p:tavLst>
                                    </p:anim>
                                    <p:anim calcmode="lin" valueType="num">
                                      <p:cBhvr>
                                        <p:cTn id="26" dur="500" fill="hold"/>
                                        <p:tgtEl>
                                          <p:spTgt spid="63"/>
                                        </p:tgtEl>
                                        <p:attrNameLst>
                                          <p:attrName>ppt_h</p:attrName>
                                        </p:attrNameLst>
                                      </p:cBhvr>
                                      <p:tavLst>
                                        <p:tav tm="0">
                                          <p:val>
                                            <p:fltVal val="0"/>
                                          </p:val>
                                        </p:tav>
                                        <p:tav tm="100000">
                                          <p:val>
                                            <p:strVal val="#ppt_h"/>
                                          </p:val>
                                        </p:tav>
                                      </p:tavLst>
                                    </p:anim>
                                    <p:animEffect transition="in" filter="fade">
                                      <p:cBhvr>
                                        <p:cTn id="27" dur="500"/>
                                        <p:tgtEl>
                                          <p:spTgt spid="63"/>
                                        </p:tgtEl>
                                      </p:cBhvr>
                                    </p:animEffect>
                                  </p:childTnLst>
                                </p:cTn>
                              </p:par>
                            </p:childTnLst>
                          </p:cTn>
                        </p:par>
                        <p:par>
                          <p:cTn id="28" fill="hold">
                            <p:stCondLst>
                              <p:cond delay="3000"/>
                            </p:stCondLst>
                            <p:childTnLst>
                              <p:par>
                                <p:cTn id="29" presetID="53" presetClass="entr" presetSubtype="0" fill="hold" grpId="0" nodeType="after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p:cTn id="31" dur="500" fill="hold"/>
                                        <p:tgtEl>
                                          <p:spTgt spid="56"/>
                                        </p:tgtEl>
                                        <p:attrNameLst>
                                          <p:attrName>ppt_w</p:attrName>
                                        </p:attrNameLst>
                                      </p:cBhvr>
                                      <p:tavLst>
                                        <p:tav tm="0">
                                          <p:val>
                                            <p:fltVal val="0"/>
                                          </p:val>
                                        </p:tav>
                                        <p:tav tm="100000">
                                          <p:val>
                                            <p:strVal val="#ppt_w"/>
                                          </p:val>
                                        </p:tav>
                                      </p:tavLst>
                                    </p:anim>
                                    <p:anim calcmode="lin" valueType="num">
                                      <p:cBhvr>
                                        <p:cTn id="32" dur="500" fill="hold"/>
                                        <p:tgtEl>
                                          <p:spTgt spid="56"/>
                                        </p:tgtEl>
                                        <p:attrNameLst>
                                          <p:attrName>ppt_h</p:attrName>
                                        </p:attrNameLst>
                                      </p:cBhvr>
                                      <p:tavLst>
                                        <p:tav tm="0">
                                          <p:val>
                                            <p:fltVal val="0"/>
                                          </p:val>
                                        </p:tav>
                                        <p:tav tm="100000">
                                          <p:val>
                                            <p:strVal val="#ppt_h"/>
                                          </p:val>
                                        </p:tav>
                                      </p:tavLst>
                                    </p:anim>
                                    <p:animEffect transition="in" filter="fade">
                                      <p:cBhvr>
                                        <p:cTn id="33" dur="500"/>
                                        <p:tgtEl>
                                          <p:spTgt spid="56"/>
                                        </p:tgtEl>
                                      </p:cBhvr>
                                    </p:animEffect>
                                  </p:childTnLst>
                                </p:cTn>
                              </p:par>
                            </p:childTnLst>
                          </p:cTn>
                        </p:par>
                        <p:par>
                          <p:cTn id="34" fill="hold">
                            <p:stCondLst>
                              <p:cond delay="3500"/>
                            </p:stCondLst>
                            <p:childTnLst>
                              <p:par>
                                <p:cTn id="35" presetID="53" presetClass="entr" presetSubtype="0" fill="hold" grpId="0" nodeType="after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p:cTn id="37" dur="500" fill="hold"/>
                                        <p:tgtEl>
                                          <p:spTgt spid="61"/>
                                        </p:tgtEl>
                                        <p:attrNameLst>
                                          <p:attrName>ppt_w</p:attrName>
                                        </p:attrNameLst>
                                      </p:cBhvr>
                                      <p:tavLst>
                                        <p:tav tm="0">
                                          <p:val>
                                            <p:fltVal val="0"/>
                                          </p:val>
                                        </p:tav>
                                        <p:tav tm="100000">
                                          <p:val>
                                            <p:strVal val="#ppt_w"/>
                                          </p:val>
                                        </p:tav>
                                      </p:tavLst>
                                    </p:anim>
                                    <p:anim calcmode="lin" valueType="num">
                                      <p:cBhvr>
                                        <p:cTn id="38" dur="500" fill="hold"/>
                                        <p:tgtEl>
                                          <p:spTgt spid="61"/>
                                        </p:tgtEl>
                                        <p:attrNameLst>
                                          <p:attrName>ppt_h</p:attrName>
                                        </p:attrNameLst>
                                      </p:cBhvr>
                                      <p:tavLst>
                                        <p:tav tm="0">
                                          <p:val>
                                            <p:fltVal val="0"/>
                                          </p:val>
                                        </p:tav>
                                        <p:tav tm="100000">
                                          <p:val>
                                            <p:strVal val="#ppt_h"/>
                                          </p:val>
                                        </p:tav>
                                      </p:tavLst>
                                    </p:anim>
                                    <p:animEffect transition="in" filter="fade">
                                      <p:cBhvr>
                                        <p:cTn id="39" dur="500"/>
                                        <p:tgtEl>
                                          <p:spTgt spid="61"/>
                                        </p:tgtEl>
                                      </p:cBhvr>
                                    </p:animEffect>
                                  </p:childTnLst>
                                </p:cTn>
                              </p:par>
                            </p:childTnLst>
                          </p:cTn>
                        </p:par>
                        <p:par>
                          <p:cTn id="40" fill="hold">
                            <p:stCondLst>
                              <p:cond delay="4000"/>
                            </p:stCondLst>
                            <p:childTnLst>
                              <p:par>
                                <p:cTn id="41" presetID="53"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 calcmode="lin" valueType="num">
                                      <p:cBhvr>
                                        <p:cTn id="43" dur="500" fill="hold"/>
                                        <p:tgtEl>
                                          <p:spTgt spid="57"/>
                                        </p:tgtEl>
                                        <p:attrNameLst>
                                          <p:attrName>ppt_w</p:attrName>
                                        </p:attrNameLst>
                                      </p:cBhvr>
                                      <p:tavLst>
                                        <p:tav tm="0">
                                          <p:val>
                                            <p:fltVal val="0"/>
                                          </p:val>
                                        </p:tav>
                                        <p:tav tm="100000">
                                          <p:val>
                                            <p:strVal val="#ppt_w"/>
                                          </p:val>
                                        </p:tav>
                                      </p:tavLst>
                                    </p:anim>
                                    <p:anim calcmode="lin" valueType="num">
                                      <p:cBhvr>
                                        <p:cTn id="44" dur="500" fill="hold"/>
                                        <p:tgtEl>
                                          <p:spTgt spid="57"/>
                                        </p:tgtEl>
                                        <p:attrNameLst>
                                          <p:attrName>ppt_h</p:attrName>
                                        </p:attrNameLst>
                                      </p:cBhvr>
                                      <p:tavLst>
                                        <p:tav tm="0">
                                          <p:val>
                                            <p:fltVal val="0"/>
                                          </p:val>
                                        </p:tav>
                                        <p:tav tm="100000">
                                          <p:val>
                                            <p:strVal val="#ppt_h"/>
                                          </p:val>
                                        </p:tav>
                                      </p:tavLst>
                                    </p:anim>
                                    <p:animEffect transition="in" filter="fade">
                                      <p:cBhvr>
                                        <p:cTn id="45" dur="500"/>
                                        <p:tgtEl>
                                          <p:spTgt spid="57"/>
                                        </p:tgtEl>
                                      </p:cBhvr>
                                    </p:animEffect>
                                  </p:childTnLst>
                                </p:cTn>
                              </p:par>
                            </p:childTnLst>
                          </p:cTn>
                        </p:par>
                        <p:par>
                          <p:cTn id="46" fill="hold">
                            <p:stCondLst>
                              <p:cond delay="4500"/>
                            </p:stCondLst>
                            <p:childTnLst>
                              <p:par>
                                <p:cTn id="47" presetID="53" presetClass="entr" presetSubtype="0" fill="hold" grpId="0" nodeType="afterEffect">
                                  <p:stCondLst>
                                    <p:cond delay="0"/>
                                  </p:stCondLst>
                                  <p:childTnLst>
                                    <p:set>
                                      <p:cBhvr>
                                        <p:cTn id="48" dur="1" fill="hold">
                                          <p:stCondLst>
                                            <p:cond delay="0"/>
                                          </p:stCondLst>
                                        </p:cTn>
                                        <p:tgtEl>
                                          <p:spTgt spid="60"/>
                                        </p:tgtEl>
                                        <p:attrNameLst>
                                          <p:attrName>style.visibility</p:attrName>
                                        </p:attrNameLst>
                                      </p:cBhvr>
                                      <p:to>
                                        <p:strVal val="visible"/>
                                      </p:to>
                                    </p:set>
                                    <p:anim calcmode="lin" valueType="num">
                                      <p:cBhvr>
                                        <p:cTn id="49" dur="500" fill="hold"/>
                                        <p:tgtEl>
                                          <p:spTgt spid="60"/>
                                        </p:tgtEl>
                                        <p:attrNameLst>
                                          <p:attrName>ppt_w</p:attrName>
                                        </p:attrNameLst>
                                      </p:cBhvr>
                                      <p:tavLst>
                                        <p:tav tm="0">
                                          <p:val>
                                            <p:fltVal val="0"/>
                                          </p:val>
                                        </p:tav>
                                        <p:tav tm="100000">
                                          <p:val>
                                            <p:strVal val="#ppt_w"/>
                                          </p:val>
                                        </p:tav>
                                      </p:tavLst>
                                    </p:anim>
                                    <p:anim calcmode="lin" valueType="num">
                                      <p:cBhvr>
                                        <p:cTn id="50" dur="500" fill="hold"/>
                                        <p:tgtEl>
                                          <p:spTgt spid="60"/>
                                        </p:tgtEl>
                                        <p:attrNameLst>
                                          <p:attrName>ppt_h</p:attrName>
                                        </p:attrNameLst>
                                      </p:cBhvr>
                                      <p:tavLst>
                                        <p:tav tm="0">
                                          <p:val>
                                            <p:fltVal val="0"/>
                                          </p:val>
                                        </p:tav>
                                        <p:tav tm="100000">
                                          <p:val>
                                            <p:strVal val="#ppt_h"/>
                                          </p:val>
                                        </p:tav>
                                      </p:tavLst>
                                    </p:anim>
                                    <p:animEffect transition="in" filter="fade">
                                      <p:cBhvr>
                                        <p:cTn id="51" dur="500"/>
                                        <p:tgtEl>
                                          <p:spTgt spid="60"/>
                                        </p:tgtEl>
                                      </p:cBhvr>
                                    </p:animEffect>
                                  </p:childTnLst>
                                </p:cTn>
                              </p:par>
                            </p:childTnLst>
                          </p:cTn>
                        </p:par>
                        <p:par>
                          <p:cTn id="52" fill="hold">
                            <p:stCondLst>
                              <p:cond delay="5000"/>
                            </p:stCondLst>
                            <p:childTnLst>
                              <p:par>
                                <p:cTn id="53" presetID="18" presetClass="entr" presetSubtype="3" fill="hold" grpId="0" nodeType="after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strips(upRight)">
                                      <p:cBhvr>
                                        <p:cTn id="55" dur="500"/>
                                        <p:tgtEl>
                                          <p:spTgt spid="15"/>
                                        </p:tgtEl>
                                      </p:cBhvr>
                                    </p:animEffect>
                                  </p:childTnLst>
                                </p:cTn>
                              </p:par>
                            </p:childTnLst>
                          </p:cTn>
                        </p:par>
                        <p:par>
                          <p:cTn id="56" fill="hold">
                            <p:stCondLst>
                              <p:cond delay="5500"/>
                            </p:stCondLst>
                            <p:childTnLst>
                              <p:par>
                                <p:cTn id="57" presetID="18" presetClass="entr" presetSubtype="9" fill="hold" grpId="0" nodeType="after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strips(upLeft)">
                                      <p:cBhvr>
                                        <p:cTn id="59" dur="500"/>
                                        <p:tgtEl>
                                          <p:spTgt spid="14"/>
                                        </p:tgtEl>
                                      </p:cBhvr>
                                    </p:animEffect>
                                  </p:childTnLst>
                                </p:cTn>
                              </p:par>
                            </p:childTnLst>
                          </p:cTn>
                        </p:par>
                        <p:par>
                          <p:cTn id="60" fill="hold">
                            <p:stCondLst>
                              <p:cond delay="6000"/>
                            </p:stCondLst>
                            <p:childTnLst>
                              <p:par>
                                <p:cTn id="61" presetID="53" presetClass="entr" presetSubtype="0" fill="hold" grpId="0" nodeType="afterEffect">
                                  <p:stCondLst>
                                    <p:cond delay="0"/>
                                  </p:stCondLst>
                                  <p:childTnLst>
                                    <p:set>
                                      <p:cBhvr>
                                        <p:cTn id="62" dur="1" fill="hold">
                                          <p:stCondLst>
                                            <p:cond delay="0"/>
                                          </p:stCondLst>
                                        </p:cTn>
                                        <p:tgtEl>
                                          <p:spTgt spid="65"/>
                                        </p:tgtEl>
                                        <p:attrNameLst>
                                          <p:attrName>style.visibility</p:attrName>
                                        </p:attrNameLst>
                                      </p:cBhvr>
                                      <p:to>
                                        <p:strVal val="visible"/>
                                      </p:to>
                                    </p:set>
                                    <p:anim calcmode="lin" valueType="num">
                                      <p:cBhvr>
                                        <p:cTn id="63" dur="500" fill="hold"/>
                                        <p:tgtEl>
                                          <p:spTgt spid="65"/>
                                        </p:tgtEl>
                                        <p:attrNameLst>
                                          <p:attrName>ppt_w</p:attrName>
                                        </p:attrNameLst>
                                      </p:cBhvr>
                                      <p:tavLst>
                                        <p:tav tm="0">
                                          <p:val>
                                            <p:fltVal val="0"/>
                                          </p:val>
                                        </p:tav>
                                        <p:tav tm="100000">
                                          <p:val>
                                            <p:strVal val="#ppt_w"/>
                                          </p:val>
                                        </p:tav>
                                      </p:tavLst>
                                    </p:anim>
                                    <p:anim calcmode="lin" valueType="num">
                                      <p:cBhvr>
                                        <p:cTn id="64" dur="500" fill="hold"/>
                                        <p:tgtEl>
                                          <p:spTgt spid="65"/>
                                        </p:tgtEl>
                                        <p:attrNameLst>
                                          <p:attrName>ppt_h</p:attrName>
                                        </p:attrNameLst>
                                      </p:cBhvr>
                                      <p:tavLst>
                                        <p:tav tm="0">
                                          <p:val>
                                            <p:fltVal val="0"/>
                                          </p:val>
                                        </p:tav>
                                        <p:tav tm="100000">
                                          <p:val>
                                            <p:strVal val="#ppt_h"/>
                                          </p:val>
                                        </p:tav>
                                      </p:tavLst>
                                    </p:anim>
                                    <p:animEffect transition="in" filter="fade">
                                      <p:cBhvr>
                                        <p:cTn id="65" dur="500"/>
                                        <p:tgtEl>
                                          <p:spTgt spid="65"/>
                                        </p:tgtEl>
                                      </p:cBhvr>
                                    </p:animEffect>
                                  </p:childTnLst>
                                </p:cTn>
                              </p:par>
                            </p:childTnLst>
                          </p:cTn>
                        </p:par>
                        <p:par>
                          <p:cTn id="66" fill="hold">
                            <p:stCondLst>
                              <p:cond delay="6500"/>
                            </p:stCondLst>
                            <p:childTnLst>
                              <p:par>
                                <p:cTn id="67" presetID="53" presetClass="entr" presetSubtype="0" fill="hold" grpId="0" nodeType="afterEffect">
                                  <p:stCondLst>
                                    <p:cond delay="0"/>
                                  </p:stCondLst>
                                  <p:childTnLst>
                                    <p:set>
                                      <p:cBhvr>
                                        <p:cTn id="68" dur="1" fill="hold">
                                          <p:stCondLst>
                                            <p:cond delay="0"/>
                                          </p:stCondLst>
                                        </p:cTn>
                                        <p:tgtEl>
                                          <p:spTgt spid="66"/>
                                        </p:tgtEl>
                                        <p:attrNameLst>
                                          <p:attrName>style.visibility</p:attrName>
                                        </p:attrNameLst>
                                      </p:cBhvr>
                                      <p:to>
                                        <p:strVal val="visible"/>
                                      </p:to>
                                    </p:set>
                                    <p:anim calcmode="lin" valueType="num">
                                      <p:cBhvr>
                                        <p:cTn id="69" dur="500" fill="hold"/>
                                        <p:tgtEl>
                                          <p:spTgt spid="66"/>
                                        </p:tgtEl>
                                        <p:attrNameLst>
                                          <p:attrName>ppt_w</p:attrName>
                                        </p:attrNameLst>
                                      </p:cBhvr>
                                      <p:tavLst>
                                        <p:tav tm="0">
                                          <p:val>
                                            <p:fltVal val="0"/>
                                          </p:val>
                                        </p:tav>
                                        <p:tav tm="100000">
                                          <p:val>
                                            <p:strVal val="#ppt_w"/>
                                          </p:val>
                                        </p:tav>
                                      </p:tavLst>
                                    </p:anim>
                                    <p:anim calcmode="lin" valueType="num">
                                      <p:cBhvr>
                                        <p:cTn id="70" dur="500" fill="hold"/>
                                        <p:tgtEl>
                                          <p:spTgt spid="66"/>
                                        </p:tgtEl>
                                        <p:attrNameLst>
                                          <p:attrName>ppt_h</p:attrName>
                                        </p:attrNameLst>
                                      </p:cBhvr>
                                      <p:tavLst>
                                        <p:tav tm="0">
                                          <p:val>
                                            <p:fltVal val="0"/>
                                          </p:val>
                                        </p:tav>
                                        <p:tav tm="100000">
                                          <p:val>
                                            <p:strVal val="#ppt_h"/>
                                          </p:val>
                                        </p:tav>
                                      </p:tavLst>
                                    </p:anim>
                                    <p:animEffect transition="in" filter="fade">
                                      <p:cBhvr>
                                        <p:cTn id="71" dur="500"/>
                                        <p:tgtEl>
                                          <p:spTgt spid="66"/>
                                        </p:tgtEl>
                                      </p:cBhvr>
                                    </p:animEffect>
                                  </p:childTnLst>
                                </p:cTn>
                              </p:par>
                            </p:childTnLst>
                          </p:cTn>
                        </p:par>
                        <p:par>
                          <p:cTn id="72" fill="hold">
                            <p:stCondLst>
                              <p:cond delay="7000"/>
                            </p:stCondLst>
                            <p:childTnLst>
                              <p:par>
                                <p:cTn id="73" presetID="53" presetClass="entr" presetSubtype="0" fill="hold" grpId="0" nodeType="afterEffect">
                                  <p:stCondLst>
                                    <p:cond delay="0"/>
                                  </p:stCondLst>
                                  <p:childTnLst>
                                    <p:set>
                                      <p:cBhvr>
                                        <p:cTn id="74" dur="1" fill="hold">
                                          <p:stCondLst>
                                            <p:cond delay="0"/>
                                          </p:stCondLst>
                                        </p:cTn>
                                        <p:tgtEl>
                                          <p:spTgt spid="67"/>
                                        </p:tgtEl>
                                        <p:attrNameLst>
                                          <p:attrName>style.visibility</p:attrName>
                                        </p:attrNameLst>
                                      </p:cBhvr>
                                      <p:to>
                                        <p:strVal val="visible"/>
                                      </p:to>
                                    </p:set>
                                    <p:anim calcmode="lin" valueType="num">
                                      <p:cBhvr>
                                        <p:cTn id="75" dur="500" fill="hold"/>
                                        <p:tgtEl>
                                          <p:spTgt spid="67"/>
                                        </p:tgtEl>
                                        <p:attrNameLst>
                                          <p:attrName>ppt_w</p:attrName>
                                        </p:attrNameLst>
                                      </p:cBhvr>
                                      <p:tavLst>
                                        <p:tav tm="0">
                                          <p:val>
                                            <p:fltVal val="0"/>
                                          </p:val>
                                        </p:tav>
                                        <p:tav tm="100000">
                                          <p:val>
                                            <p:strVal val="#ppt_w"/>
                                          </p:val>
                                        </p:tav>
                                      </p:tavLst>
                                    </p:anim>
                                    <p:anim calcmode="lin" valueType="num">
                                      <p:cBhvr>
                                        <p:cTn id="76" dur="500" fill="hold"/>
                                        <p:tgtEl>
                                          <p:spTgt spid="67"/>
                                        </p:tgtEl>
                                        <p:attrNameLst>
                                          <p:attrName>ppt_h</p:attrName>
                                        </p:attrNameLst>
                                      </p:cBhvr>
                                      <p:tavLst>
                                        <p:tav tm="0">
                                          <p:val>
                                            <p:fltVal val="0"/>
                                          </p:val>
                                        </p:tav>
                                        <p:tav tm="100000">
                                          <p:val>
                                            <p:strVal val="#ppt_h"/>
                                          </p:val>
                                        </p:tav>
                                      </p:tavLst>
                                    </p:anim>
                                    <p:animEffect transition="in" filter="fade">
                                      <p:cBhvr>
                                        <p:cTn id="77" dur="500"/>
                                        <p:tgtEl>
                                          <p:spTgt spid="67"/>
                                        </p:tgtEl>
                                      </p:cBhvr>
                                    </p:animEffect>
                                  </p:childTnLst>
                                </p:cTn>
                              </p:par>
                            </p:childTnLst>
                          </p:cTn>
                        </p:par>
                        <p:par>
                          <p:cTn id="78" fill="hold">
                            <p:stCondLst>
                              <p:cond delay="7500"/>
                            </p:stCondLst>
                            <p:childTnLst>
                              <p:par>
                                <p:cTn id="79" presetID="53" presetClass="entr" presetSubtype="0" fill="hold" grpId="0" nodeType="afterEffect">
                                  <p:stCondLst>
                                    <p:cond delay="0"/>
                                  </p:stCondLst>
                                  <p:childTnLst>
                                    <p:set>
                                      <p:cBhvr>
                                        <p:cTn id="80" dur="1" fill="hold">
                                          <p:stCondLst>
                                            <p:cond delay="0"/>
                                          </p:stCondLst>
                                        </p:cTn>
                                        <p:tgtEl>
                                          <p:spTgt spid="68"/>
                                        </p:tgtEl>
                                        <p:attrNameLst>
                                          <p:attrName>style.visibility</p:attrName>
                                        </p:attrNameLst>
                                      </p:cBhvr>
                                      <p:to>
                                        <p:strVal val="visible"/>
                                      </p:to>
                                    </p:set>
                                    <p:anim calcmode="lin" valueType="num">
                                      <p:cBhvr>
                                        <p:cTn id="81" dur="500" fill="hold"/>
                                        <p:tgtEl>
                                          <p:spTgt spid="68"/>
                                        </p:tgtEl>
                                        <p:attrNameLst>
                                          <p:attrName>ppt_w</p:attrName>
                                        </p:attrNameLst>
                                      </p:cBhvr>
                                      <p:tavLst>
                                        <p:tav tm="0">
                                          <p:val>
                                            <p:fltVal val="0"/>
                                          </p:val>
                                        </p:tav>
                                        <p:tav tm="100000">
                                          <p:val>
                                            <p:strVal val="#ppt_w"/>
                                          </p:val>
                                        </p:tav>
                                      </p:tavLst>
                                    </p:anim>
                                    <p:anim calcmode="lin" valueType="num">
                                      <p:cBhvr>
                                        <p:cTn id="82" dur="500" fill="hold"/>
                                        <p:tgtEl>
                                          <p:spTgt spid="68"/>
                                        </p:tgtEl>
                                        <p:attrNameLst>
                                          <p:attrName>ppt_h</p:attrName>
                                        </p:attrNameLst>
                                      </p:cBhvr>
                                      <p:tavLst>
                                        <p:tav tm="0">
                                          <p:val>
                                            <p:fltVal val="0"/>
                                          </p:val>
                                        </p:tav>
                                        <p:tav tm="100000">
                                          <p:val>
                                            <p:strVal val="#ppt_h"/>
                                          </p:val>
                                        </p:tav>
                                      </p:tavLst>
                                    </p:anim>
                                    <p:animEffect transition="in" filter="fade">
                                      <p:cBhvr>
                                        <p:cTn id="83" dur="500"/>
                                        <p:tgtEl>
                                          <p:spTgt spid="68"/>
                                        </p:tgtEl>
                                      </p:cBhvr>
                                    </p:animEffect>
                                  </p:childTnLst>
                                </p:cTn>
                              </p:par>
                            </p:childTnLst>
                          </p:cTn>
                        </p:par>
                        <p:par>
                          <p:cTn id="84" fill="hold">
                            <p:stCondLst>
                              <p:cond delay="8000"/>
                            </p:stCondLst>
                            <p:childTnLst>
                              <p:par>
                                <p:cTn id="85" presetID="2" presetClass="entr" presetSubtype="2" accel="50000" decel="50000" fill="hold" nodeType="afterEffect">
                                  <p:stCondLst>
                                    <p:cond delay="0"/>
                                  </p:stCondLst>
                                  <p:childTnLst>
                                    <p:set>
                                      <p:cBhvr>
                                        <p:cTn id="86" dur="1" fill="hold">
                                          <p:stCondLst>
                                            <p:cond delay="0"/>
                                          </p:stCondLst>
                                        </p:cTn>
                                        <p:tgtEl>
                                          <p:spTgt spid="16"/>
                                        </p:tgtEl>
                                        <p:attrNameLst>
                                          <p:attrName>style.visibility</p:attrName>
                                        </p:attrNameLst>
                                      </p:cBhvr>
                                      <p:to>
                                        <p:strVal val="visible"/>
                                      </p:to>
                                    </p:set>
                                    <p:anim calcmode="lin" valueType="num">
                                      <p:cBhvr additive="base">
                                        <p:cTn id="87" dur="500" fill="hold"/>
                                        <p:tgtEl>
                                          <p:spTgt spid="16"/>
                                        </p:tgtEl>
                                        <p:attrNameLst>
                                          <p:attrName>ppt_x</p:attrName>
                                        </p:attrNameLst>
                                      </p:cBhvr>
                                      <p:tavLst>
                                        <p:tav tm="0">
                                          <p:val>
                                            <p:strVal val="1+#ppt_w/2"/>
                                          </p:val>
                                        </p:tav>
                                        <p:tav tm="100000">
                                          <p:val>
                                            <p:strVal val="#ppt_x"/>
                                          </p:val>
                                        </p:tav>
                                      </p:tavLst>
                                    </p:anim>
                                    <p:anim calcmode="lin" valueType="num">
                                      <p:cBhvr additive="base">
                                        <p:cTn id="88" dur="500" fill="hold"/>
                                        <p:tgtEl>
                                          <p:spTgt spid="16"/>
                                        </p:tgtEl>
                                        <p:attrNameLst>
                                          <p:attrName>ppt_y</p:attrName>
                                        </p:attrNameLst>
                                      </p:cBhvr>
                                      <p:tavLst>
                                        <p:tav tm="0">
                                          <p:val>
                                            <p:strVal val="#ppt_y"/>
                                          </p:val>
                                        </p:tav>
                                        <p:tav tm="100000">
                                          <p:val>
                                            <p:strVal val="#ppt_y"/>
                                          </p:val>
                                        </p:tav>
                                      </p:tavLst>
                                    </p:anim>
                                  </p:childTnLst>
                                </p:cTn>
                              </p:par>
                            </p:childTnLst>
                          </p:cTn>
                        </p:par>
                        <p:par>
                          <p:cTn id="89" fill="hold">
                            <p:stCondLst>
                              <p:cond delay="8500"/>
                            </p:stCondLst>
                            <p:childTnLst>
                              <p:par>
                                <p:cTn id="90" presetID="2" presetClass="entr" presetSubtype="2" accel="50000" decel="50000" fill="hold" nodeType="afterEffect">
                                  <p:stCondLst>
                                    <p:cond delay="0"/>
                                  </p:stCondLst>
                                  <p:childTnLst>
                                    <p:set>
                                      <p:cBhvr>
                                        <p:cTn id="91" dur="1" fill="hold">
                                          <p:stCondLst>
                                            <p:cond delay="0"/>
                                          </p:stCondLst>
                                        </p:cTn>
                                        <p:tgtEl>
                                          <p:spTgt spid="4"/>
                                        </p:tgtEl>
                                        <p:attrNameLst>
                                          <p:attrName>style.visibility</p:attrName>
                                        </p:attrNameLst>
                                      </p:cBhvr>
                                      <p:to>
                                        <p:strVal val="visible"/>
                                      </p:to>
                                    </p:set>
                                    <p:anim calcmode="lin" valueType="num">
                                      <p:cBhvr additive="base">
                                        <p:cTn id="92" dur="500" fill="hold"/>
                                        <p:tgtEl>
                                          <p:spTgt spid="4"/>
                                        </p:tgtEl>
                                        <p:attrNameLst>
                                          <p:attrName>ppt_x</p:attrName>
                                        </p:attrNameLst>
                                      </p:cBhvr>
                                      <p:tavLst>
                                        <p:tav tm="0">
                                          <p:val>
                                            <p:strVal val="1+#ppt_w/2"/>
                                          </p:val>
                                        </p:tav>
                                        <p:tav tm="100000">
                                          <p:val>
                                            <p:strVal val="#ppt_x"/>
                                          </p:val>
                                        </p:tav>
                                      </p:tavLst>
                                    </p:anim>
                                    <p:anim calcmode="lin" valueType="num">
                                      <p:cBhvr additive="base">
                                        <p:cTn id="93" dur="500" fill="hold"/>
                                        <p:tgtEl>
                                          <p:spTgt spid="4"/>
                                        </p:tgtEl>
                                        <p:attrNameLst>
                                          <p:attrName>ppt_y</p:attrName>
                                        </p:attrNameLst>
                                      </p:cBhvr>
                                      <p:tavLst>
                                        <p:tav tm="0">
                                          <p:val>
                                            <p:strVal val="#ppt_y"/>
                                          </p:val>
                                        </p:tav>
                                        <p:tav tm="100000">
                                          <p:val>
                                            <p:strVal val="#ppt_y"/>
                                          </p:val>
                                        </p:tav>
                                      </p:tavLst>
                                    </p:anim>
                                  </p:childTnLst>
                                </p:cTn>
                              </p:par>
                            </p:childTnLst>
                          </p:cTn>
                        </p:par>
                        <p:par>
                          <p:cTn id="94" fill="hold">
                            <p:stCondLst>
                              <p:cond delay="9000"/>
                            </p:stCondLst>
                            <p:childTnLst>
                              <p:par>
                                <p:cTn id="95" presetID="2" presetClass="entr" presetSubtype="2" accel="50000" decel="50000" fill="hold" nodeType="after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500" fill="hold"/>
                                        <p:tgtEl>
                                          <p:spTgt spid="9"/>
                                        </p:tgtEl>
                                        <p:attrNameLst>
                                          <p:attrName>ppt_x</p:attrName>
                                        </p:attrNameLst>
                                      </p:cBhvr>
                                      <p:tavLst>
                                        <p:tav tm="0">
                                          <p:val>
                                            <p:strVal val="1+#ppt_w/2"/>
                                          </p:val>
                                        </p:tav>
                                        <p:tav tm="100000">
                                          <p:val>
                                            <p:strVal val="#ppt_x"/>
                                          </p:val>
                                        </p:tav>
                                      </p:tavLst>
                                    </p:anim>
                                    <p:anim calcmode="lin" valueType="num">
                                      <p:cBhvr additive="base">
                                        <p:cTn id="98" dur="500" fill="hold"/>
                                        <p:tgtEl>
                                          <p:spTgt spid="9"/>
                                        </p:tgtEl>
                                        <p:attrNameLst>
                                          <p:attrName>ppt_y</p:attrName>
                                        </p:attrNameLst>
                                      </p:cBhvr>
                                      <p:tavLst>
                                        <p:tav tm="0">
                                          <p:val>
                                            <p:strVal val="#ppt_y"/>
                                          </p:val>
                                        </p:tav>
                                        <p:tav tm="100000">
                                          <p:val>
                                            <p:strVal val="#ppt_y"/>
                                          </p:val>
                                        </p:tav>
                                      </p:tavLst>
                                    </p:anim>
                                  </p:childTnLst>
                                </p:cTn>
                              </p:par>
                            </p:childTnLst>
                          </p:cTn>
                        </p:par>
                        <p:par>
                          <p:cTn id="99" fill="hold">
                            <p:stCondLst>
                              <p:cond delay="9500"/>
                            </p:stCondLst>
                            <p:childTnLst>
                              <p:par>
                                <p:cTn id="100" presetID="2" presetClass="entr" presetSubtype="8" accel="50000" decel="50000" fill="hold" nodeType="after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500" fill="hold"/>
                                        <p:tgtEl>
                                          <p:spTgt spid="7"/>
                                        </p:tgtEl>
                                        <p:attrNameLst>
                                          <p:attrName>ppt_x</p:attrName>
                                        </p:attrNameLst>
                                      </p:cBhvr>
                                      <p:tavLst>
                                        <p:tav tm="0">
                                          <p:val>
                                            <p:strVal val="0-#ppt_w/2"/>
                                          </p:val>
                                        </p:tav>
                                        <p:tav tm="100000">
                                          <p:val>
                                            <p:strVal val="#ppt_x"/>
                                          </p:val>
                                        </p:tav>
                                      </p:tavLst>
                                    </p:anim>
                                    <p:anim calcmode="lin" valueType="num">
                                      <p:cBhvr additive="base">
                                        <p:cTn id="103" dur="500" fill="hold"/>
                                        <p:tgtEl>
                                          <p:spTgt spid="7"/>
                                        </p:tgtEl>
                                        <p:attrNameLst>
                                          <p:attrName>ppt_y</p:attrName>
                                        </p:attrNameLst>
                                      </p:cBhvr>
                                      <p:tavLst>
                                        <p:tav tm="0">
                                          <p:val>
                                            <p:strVal val="#ppt_y"/>
                                          </p:val>
                                        </p:tav>
                                        <p:tav tm="100000">
                                          <p:val>
                                            <p:strVal val="#ppt_y"/>
                                          </p:val>
                                        </p:tav>
                                      </p:tavLst>
                                    </p:anim>
                                  </p:childTnLst>
                                </p:cTn>
                              </p:par>
                            </p:childTnLst>
                          </p:cTn>
                        </p:par>
                        <p:par>
                          <p:cTn id="104" fill="hold">
                            <p:stCondLst>
                              <p:cond delay="10000"/>
                            </p:stCondLst>
                            <p:childTnLst>
                              <p:par>
                                <p:cTn id="105" presetID="2" presetClass="entr" presetSubtype="8" accel="50000" decel="50000" fill="hold" nodeType="after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additive="base">
                                        <p:cTn id="107" dur="500" fill="hold"/>
                                        <p:tgtEl>
                                          <p:spTgt spid="10"/>
                                        </p:tgtEl>
                                        <p:attrNameLst>
                                          <p:attrName>ppt_x</p:attrName>
                                        </p:attrNameLst>
                                      </p:cBhvr>
                                      <p:tavLst>
                                        <p:tav tm="0">
                                          <p:val>
                                            <p:strVal val="0-#ppt_w/2"/>
                                          </p:val>
                                        </p:tav>
                                        <p:tav tm="100000">
                                          <p:val>
                                            <p:strVal val="#ppt_x"/>
                                          </p:val>
                                        </p:tav>
                                      </p:tavLst>
                                    </p:anim>
                                    <p:anim calcmode="lin" valueType="num">
                                      <p:cBhvr additive="base">
                                        <p:cTn id="108" dur="500" fill="hold"/>
                                        <p:tgtEl>
                                          <p:spTgt spid="10"/>
                                        </p:tgtEl>
                                        <p:attrNameLst>
                                          <p:attrName>ppt_y</p:attrName>
                                        </p:attrNameLst>
                                      </p:cBhvr>
                                      <p:tavLst>
                                        <p:tav tm="0">
                                          <p:val>
                                            <p:strVal val="#ppt_y"/>
                                          </p:val>
                                        </p:tav>
                                        <p:tav tm="100000">
                                          <p:val>
                                            <p:strVal val="#ppt_y"/>
                                          </p:val>
                                        </p:tav>
                                      </p:tavLst>
                                    </p:anim>
                                  </p:childTnLst>
                                </p:cTn>
                              </p:par>
                            </p:childTnLst>
                          </p:cTn>
                        </p:par>
                        <p:par>
                          <p:cTn id="109" fill="hold">
                            <p:stCondLst>
                              <p:cond delay="10500"/>
                            </p:stCondLst>
                            <p:childTnLst>
                              <p:par>
                                <p:cTn id="110" presetID="2" presetClass="entr" presetSubtype="8" accel="50000" decel="50000" fill="hold" nodeType="afterEffect">
                                  <p:stCondLst>
                                    <p:cond delay="0"/>
                                  </p:stCondLst>
                                  <p:childTnLst>
                                    <p:set>
                                      <p:cBhvr>
                                        <p:cTn id="111" dur="1" fill="hold">
                                          <p:stCondLst>
                                            <p:cond delay="0"/>
                                          </p:stCondLst>
                                        </p:cTn>
                                        <p:tgtEl>
                                          <p:spTgt spid="17"/>
                                        </p:tgtEl>
                                        <p:attrNameLst>
                                          <p:attrName>style.visibility</p:attrName>
                                        </p:attrNameLst>
                                      </p:cBhvr>
                                      <p:to>
                                        <p:strVal val="visible"/>
                                      </p:to>
                                    </p:set>
                                    <p:anim calcmode="lin" valueType="num">
                                      <p:cBhvr additive="base">
                                        <p:cTn id="112" dur="500" fill="hold"/>
                                        <p:tgtEl>
                                          <p:spTgt spid="17"/>
                                        </p:tgtEl>
                                        <p:attrNameLst>
                                          <p:attrName>ppt_x</p:attrName>
                                        </p:attrNameLst>
                                      </p:cBhvr>
                                      <p:tavLst>
                                        <p:tav tm="0">
                                          <p:val>
                                            <p:strVal val="0-#ppt_w/2"/>
                                          </p:val>
                                        </p:tav>
                                        <p:tav tm="100000">
                                          <p:val>
                                            <p:strVal val="#ppt_x"/>
                                          </p:val>
                                        </p:tav>
                                      </p:tavLst>
                                    </p:anim>
                                    <p:anim calcmode="lin" valueType="num">
                                      <p:cBhvr additive="base">
                                        <p:cTn id="113"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54" grpId="0" animBg="1"/>
      <p:bldP spid="55" grpId="0" animBg="1"/>
      <p:bldP spid="56" grpId="0" animBg="1"/>
      <p:bldP spid="57" grpId="0" animBg="1"/>
      <p:bldP spid="60" grpId="0" animBg="1"/>
      <p:bldP spid="61" grpId="0" animBg="1"/>
      <p:bldP spid="63" grpId="0" animBg="1"/>
      <p:bldP spid="64" grpId="0" animBg="1"/>
      <p:bldP spid="65" grpId="0" animBg="1"/>
      <p:bldP spid="66" grpId="0" animBg="1"/>
      <p:bldP spid="67" grpId="0" animBg="1"/>
      <p:bldP spid="68"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Data Tree infographic</a:t>
            </a:r>
          </a:p>
        </p:txBody>
      </p:sp>
      <p:sp>
        <p:nvSpPr>
          <p:cNvPr id="4" name="Text Placeholder 3"/>
          <p:cNvSpPr>
            <a:spLocks noGrp="1"/>
          </p:cNvSpPr>
          <p:nvPr>
            <p:ph type="body" sz="half" idx="2"/>
          </p:nvPr>
        </p:nvSpPr>
        <p:spPr/>
        <p:txBody>
          <a:bodyPr/>
          <a:lstStyle/>
          <a:p>
            <a:r>
              <a:rPr lang="en-US" dirty="0"/>
              <a:t>Data Tree infographic</a:t>
            </a:r>
          </a:p>
        </p:txBody>
      </p:sp>
      <p:sp>
        <p:nvSpPr>
          <p:cNvPr id="34" name="Slide Number Placeholder 33"/>
          <p:cNvSpPr>
            <a:spLocks noGrp="1"/>
          </p:cNvSpPr>
          <p:nvPr>
            <p:ph type="sldNum" sz="quarter" idx="12"/>
          </p:nvPr>
        </p:nvSpPr>
        <p:spPr/>
        <p:txBody>
          <a:bodyPr/>
          <a:lstStyle/>
          <a:p>
            <a:fld id="{C136B7D2-B98C-44FD-8D04-7EC62A564975}" type="slidenum">
              <a:rPr lang="en-US" smtClean="0"/>
              <a:pPr/>
              <a:t>113</a:t>
            </a:fld>
            <a:endParaRPr lang="en-US" dirty="0"/>
          </a:p>
        </p:txBody>
      </p:sp>
      <p:sp>
        <p:nvSpPr>
          <p:cNvPr id="58" name="Bent Arrow 57"/>
          <p:cNvSpPr/>
          <p:nvPr/>
        </p:nvSpPr>
        <p:spPr>
          <a:xfrm>
            <a:off x="4107048" y="2090346"/>
            <a:ext cx="2073852" cy="3053171"/>
          </a:xfrm>
          <a:prstGeom prst="bentArrow">
            <a:avLst>
              <a:gd name="adj1" fmla="val 10194"/>
              <a:gd name="adj2" fmla="val 9038"/>
              <a:gd name="adj3" fmla="val 14263"/>
              <a:gd name="adj4" fmla="val 2493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Bent Arrow 58"/>
          <p:cNvSpPr/>
          <p:nvPr/>
        </p:nvSpPr>
        <p:spPr>
          <a:xfrm flipH="1">
            <a:off x="3113418" y="2666416"/>
            <a:ext cx="2337326" cy="2477101"/>
          </a:xfrm>
          <a:prstGeom prst="bentArrow">
            <a:avLst>
              <a:gd name="adj1" fmla="val 8879"/>
              <a:gd name="adj2" fmla="val 9038"/>
              <a:gd name="adj3" fmla="val 14263"/>
              <a:gd name="adj4" fmla="val 1945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Bent Arrow 59"/>
          <p:cNvSpPr/>
          <p:nvPr/>
        </p:nvSpPr>
        <p:spPr>
          <a:xfrm flipH="1">
            <a:off x="2833986" y="3395752"/>
            <a:ext cx="1120789" cy="1747765"/>
          </a:xfrm>
          <a:prstGeom prst="bentArrow">
            <a:avLst>
              <a:gd name="adj1" fmla="val 19713"/>
              <a:gd name="adj2" fmla="val 20879"/>
              <a:gd name="adj3" fmla="val 22762"/>
              <a:gd name="adj4" fmla="val 2949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1" name="Bent Arrow 60"/>
          <p:cNvSpPr/>
          <p:nvPr/>
        </p:nvSpPr>
        <p:spPr>
          <a:xfrm>
            <a:off x="4818880" y="3263051"/>
            <a:ext cx="1826972" cy="1880466"/>
          </a:xfrm>
          <a:prstGeom prst="bentArrow">
            <a:avLst>
              <a:gd name="adj1" fmla="val 13127"/>
              <a:gd name="adj2" fmla="val 10495"/>
              <a:gd name="adj3" fmla="val 17138"/>
              <a:gd name="adj4" fmla="val 219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2" name="Up Arrow 61"/>
          <p:cNvSpPr/>
          <p:nvPr/>
        </p:nvSpPr>
        <p:spPr>
          <a:xfrm>
            <a:off x="4345702" y="1016361"/>
            <a:ext cx="444404" cy="4127156"/>
          </a:xfrm>
          <a:prstGeom prst="upArrow">
            <a:avLst>
              <a:gd name="adj1" fmla="val 50000"/>
              <a:gd name="adj2" fmla="val 6714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63"/>
          <p:cNvGrpSpPr/>
          <p:nvPr/>
        </p:nvGrpSpPr>
        <p:grpSpPr>
          <a:xfrm>
            <a:off x="1403615" y="3515902"/>
            <a:ext cx="1237232" cy="240993"/>
            <a:chOff x="1779379" y="1440041"/>
            <a:chExt cx="1237232" cy="240993"/>
          </a:xfrm>
        </p:grpSpPr>
        <p:sp>
          <p:nvSpPr>
            <p:cNvPr id="65" name="Rounded Rectangle 64"/>
            <p:cNvSpPr/>
            <p:nvPr/>
          </p:nvSpPr>
          <p:spPr>
            <a:xfrm>
              <a:off x="1779379" y="1440041"/>
              <a:ext cx="1237232" cy="24099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Text Placeholder 3"/>
            <p:cNvSpPr txBox="1">
              <a:spLocks/>
            </p:cNvSpPr>
            <p:nvPr/>
          </p:nvSpPr>
          <p:spPr>
            <a:xfrm>
              <a:off x="2026900" y="1468204"/>
              <a:ext cx="74219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n-lt"/>
                  <a:ea typeface="+mn-ea"/>
                  <a:cs typeface="+mn-cs"/>
                </a:rPr>
                <a:t>Brainstorm</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67" name="Text Placeholder 3"/>
          <p:cNvSpPr txBox="1">
            <a:spLocks/>
          </p:cNvSpPr>
          <p:nvPr/>
        </p:nvSpPr>
        <p:spPr>
          <a:xfrm>
            <a:off x="1403616" y="3798355"/>
            <a:ext cx="1567969"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2">
                    <a:lumMod val="50000"/>
                    <a:lumOff val="50000"/>
                  </a:schemeClr>
                </a:solidFill>
              </a:rPr>
              <a:t>There are many variations of passages of lorem ipsum available, but the majority have suffered alteration.</a:t>
            </a:r>
          </a:p>
        </p:txBody>
      </p:sp>
      <p:sp>
        <p:nvSpPr>
          <p:cNvPr id="68" name="Text Placeholder 3"/>
          <p:cNvSpPr txBox="1">
            <a:spLocks/>
          </p:cNvSpPr>
          <p:nvPr/>
        </p:nvSpPr>
        <p:spPr>
          <a:xfrm>
            <a:off x="1413527" y="3185685"/>
            <a:ext cx="285336"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1"/>
                </a:solidFill>
                <a:effectLst/>
                <a:uLnTx/>
                <a:uFillTx/>
                <a:latin typeface="+mn-lt"/>
                <a:ea typeface="+mn-ea"/>
                <a:cs typeface="+mn-cs"/>
              </a:rPr>
              <a:t>01</a:t>
            </a:r>
          </a:p>
        </p:txBody>
      </p:sp>
      <p:grpSp>
        <p:nvGrpSpPr>
          <p:cNvPr id="5" name="Group 70"/>
          <p:cNvGrpSpPr/>
          <p:nvPr/>
        </p:nvGrpSpPr>
        <p:grpSpPr>
          <a:xfrm>
            <a:off x="1518829" y="2192265"/>
            <a:ext cx="1237232" cy="240993"/>
            <a:chOff x="1779379" y="1440041"/>
            <a:chExt cx="1237232" cy="240993"/>
          </a:xfrm>
        </p:grpSpPr>
        <p:sp>
          <p:nvSpPr>
            <p:cNvPr id="73" name="Rounded Rectangle 72"/>
            <p:cNvSpPr/>
            <p:nvPr/>
          </p:nvSpPr>
          <p:spPr>
            <a:xfrm>
              <a:off x="1779379" y="1440041"/>
              <a:ext cx="1237232" cy="24099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Text Placeholder 3"/>
            <p:cNvSpPr txBox="1">
              <a:spLocks/>
            </p:cNvSpPr>
            <p:nvPr/>
          </p:nvSpPr>
          <p:spPr>
            <a:xfrm>
              <a:off x="2026900" y="1468204"/>
              <a:ext cx="74219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n-lt"/>
                  <a:ea typeface="+mn-ea"/>
                  <a:cs typeface="+mn-cs"/>
                </a:rPr>
                <a:t>Brainstorm</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76" name="Text Placeholder 3"/>
          <p:cNvSpPr txBox="1">
            <a:spLocks/>
          </p:cNvSpPr>
          <p:nvPr/>
        </p:nvSpPr>
        <p:spPr>
          <a:xfrm>
            <a:off x="1518830" y="2474718"/>
            <a:ext cx="1622426"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2">
                    <a:lumMod val="50000"/>
                    <a:lumOff val="50000"/>
                  </a:schemeClr>
                </a:solidFill>
              </a:rPr>
              <a:t>There are many variations of passages of lorem ipsum available, but the majority have suffered alteration.</a:t>
            </a:r>
          </a:p>
        </p:txBody>
      </p:sp>
      <p:sp>
        <p:nvSpPr>
          <p:cNvPr id="77" name="Text Placeholder 3"/>
          <p:cNvSpPr txBox="1">
            <a:spLocks/>
          </p:cNvSpPr>
          <p:nvPr/>
        </p:nvSpPr>
        <p:spPr>
          <a:xfrm>
            <a:off x="1528741" y="1860724"/>
            <a:ext cx="285336"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4"/>
                </a:solidFill>
                <a:effectLst/>
                <a:uLnTx/>
                <a:uFillTx/>
                <a:latin typeface="+mn-lt"/>
                <a:ea typeface="+mn-ea"/>
                <a:cs typeface="+mn-cs"/>
              </a:rPr>
              <a:t>02</a:t>
            </a:r>
          </a:p>
        </p:txBody>
      </p:sp>
      <p:grpSp>
        <p:nvGrpSpPr>
          <p:cNvPr id="6" name="Group 77"/>
          <p:cNvGrpSpPr/>
          <p:nvPr/>
        </p:nvGrpSpPr>
        <p:grpSpPr>
          <a:xfrm>
            <a:off x="6906402" y="3344347"/>
            <a:ext cx="1237232" cy="240993"/>
            <a:chOff x="1779379" y="1440041"/>
            <a:chExt cx="1237232" cy="240993"/>
          </a:xfrm>
        </p:grpSpPr>
        <p:sp>
          <p:nvSpPr>
            <p:cNvPr id="79" name="Rounded Rectangle 78"/>
            <p:cNvSpPr/>
            <p:nvPr/>
          </p:nvSpPr>
          <p:spPr>
            <a:xfrm>
              <a:off x="1779379" y="1440041"/>
              <a:ext cx="1237232" cy="24099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Text Placeholder 3"/>
            <p:cNvSpPr txBox="1">
              <a:spLocks/>
            </p:cNvSpPr>
            <p:nvPr/>
          </p:nvSpPr>
          <p:spPr>
            <a:xfrm>
              <a:off x="2026900" y="1468204"/>
              <a:ext cx="74219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n-lt"/>
                  <a:ea typeface="+mn-ea"/>
                  <a:cs typeface="+mn-cs"/>
                </a:rPr>
                <a:t>Brainstorm</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81" name="Text Placeholder 3"/>
          <p:cNvSpPr txBox="1">
            <a:spLocks/>
          </p:cNvSpPr>
          <p:nvPr/>
        </p:nvSpPr>
        <p:spPr>
          <a:xfrm>
            <a:off x="6456631" y="3626800"/>
            <a:ext cx="1677147"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2">
                    <a:lumMod val="50000"/>
                    <a:lumOff val="50000"/>
                  </a:schemeClr>
                </a:solidFill>
              </a:rPr>
              <a:t>There are many variations of passages of lorem ipsum available, but the majority have suffered alteration.</a:t>
            </a:r>
          </a:p>
        </p:txBody>
      </p:sp>
      <p:sp>
        <p:nvSpPr>
          <p:cNvPr id="82" name="Text Placeholder 3"/>
          <p:cNvSpPr txBox="1">
            <a:spLocks/>
          </p:cNvSpPr>
          <p:nvPr/>
        </p:nvSpPr>
        <p:spPr>
          <a:xfrm>
            <a:off x="7853374" y="3012864"/>
            <a:ext cx="285336"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5"/>
                </a:solidFill>
                <a:effectLst/>
                <a:uLnTx/>
                <a:uFillTx/>
                <a:latin typeface="+mn-lt"/>
                <a:ea typeface="+mn-ea"/>
                <a:cs typeface="+mn-cs"/>
              </a:rPr>
              <a:t>05</a:t>
            </a:r>
          </a:p>
        </p:txBody>
      </p:sp>
      <p:grpSp>
        <p:nvGrpSpPr>
          <p:cNvPr id="7" name="Group 82"/>
          <p:cNvGrpSpPr/>
          <p:nvPr/>
        </p:nvGrpSpPr>
        <p:grpSpPr>
          <a:xfrm>
            <a:off x="6560760" y="1723255"/>
            <a:ext cx="1237232" cy="240993"/>
            <a:chOff x="1779379" y="1440041"/>
            <a:chExt cx="1237232" cy="240993"/>
          </a:xfrm>
        </p:grpSpPr>
        <p:sp>
          <p:nvSpPr>
            <p:cNvPr id="84" name="Rounded Rectangle 83"/>
            <p:cNvSpPr/>
            <p:nvPr/>
          </p:nvSpPr>
          <p:spPr>
            <a:xfrm>
              <a:off x="1779379" y="1440041"/>
              <a:ext cx="1237232" cy="24099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Text Placeholder 3"/>
            <p:cNvSpPr txBox="1">
              <a:spLocks/>
            </p:cNvSpPr>
            <p:nvPr/>
          </p:nvSpPr>
          <p:spPr>
            <a:xfrm>
              <a:off x="2026900" y="1468204"/>
              <a:ext cx="74219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n-lt"/>
                  <a:ea typeface="+mn-ea"/>
                  <a:cs typeface="+mn-cs"/>
                </a:rPr>
                <a:t>Brainstorm</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86" name="Text Placeholder 3"/>
          <p:cNvSpPr txBox="1">
            <a:spLocks/>
          </p:cNvSpPr>
          <p:nvPr/>
        </p:nvSpPr>
        <p:spPr>
          <a:xfrm>
            <a:off x="6231519" y="2005708"/>
            <a:ext cx="1556618"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2">
                    <a:lumMod val="50000"/>
                    <a:lumOff val="50000"/>
                  </a:schemeClr>
                </a:solidFill>
              </a:rPr>
              <a:t>There are many variations of passages of lorem ipsum available, but the majority have suffered alteration.</a:t>
            </a:r>
          </a:p>
        </p:txBody>
      </p:sp>
      <p:sp>
        <p:nvSpPr>
          <p:cNvPr id="87" name="Text Placeholder 3"/>
          <p:cNvSpPr txBox="1">
            <a:spLocks/>
          </p:cNvSpPr>
          <p:nvPr/>
        </p:nvSpPr>
        <p:spPr>
          <a:xfrm>
            <a:off x="7507732" y="1399868"/>
            <a:ext cx="285336"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2"/>
                </a:solidFill>
                <a:effectLst/>
                <a:uLnTx/>
                <a:uFillTx/>
                <a:latin typeface="+mn-lt"/>
                <a:ea typeface="+mn-ea"/>
                <a:cs typeface="+mn-cs"/>
              </a:rPr>
              <a:t>04</a:t>
            </a:r>
          </a:p>
        </p:txBody>
      </p:sp>
      <p:grpSp>
        <p:nvGrpSpPr>
          <p:cNvPr id="8" name="Group 92"/>
          <p:cNvGrpSpPr/>
          <p:nvPr/>
        </p:nvGrpSpPr>
        <p:grpSpPr>
          <a:xfrm>
            <a:off x="3027683" y="1328102"/>
            <a:ext cx="1237232" cy="240993"/>
            <a:chOff x="1779379" y="1440041"/>
            <a:chExt cx="1237232" cy="240993"/>
          </a:xfrm>
        </p:grpSpPr>
        <p:sp>
          <p:nvSpPr>
            <p:cNvPr id="94" name="Rounded Rectangle 93"/>
            <p:cNvSpPr/>
            <p:nvPr/>
          </p:nvSpPr>
          <p:spPr>
            <a:xfrm>
              <a:off x="1779379" y="1440041"/>
              <a:ext cx="1237232" cy="24099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Text Placeholder 3"/>
            <p:cNvSpPr txBox="1">
              <a:spLocks/>
            </p:cNvSpPr>
            <p:nvPr/>
          </p:nvSpPr>
          <p:spPr>
            <a:xfrm>
              <a:off x="2026900" y="1468204"/>
              <a:ext cx="74219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bg1"/>
                  </a:solidFill>
                  <a:effectLst/>
                  <a:uLnTx/>
                  <a:uFillTx/>
                  <a:latin typeface="+mn-lt"/>
                  <a:ea typeface="+mn-ea"/>
                  <a:cs typeface="+mn-cs"/>
                </a:rPr>
                <a:t>Brainstorm</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96" name="Text Placeholder 3"/>
          <p:cNvSpPr txBox="1">
            <a:spLocks/>
          </p:cNvSpPr>
          <p:nvPr/>
        </p:nvSpPr>
        <p:spPr>
          <a:xfrm>
            <a:off x="2696946" y="1610555"/>
            <a:ext cx="1558114"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2">
                    <a:lumMod val="50000"/>
                    <a:lumOff val="50000"/>
                  </a:schemeClr>
                </a:solidFill>
              </a:rPr>
              <a:t>There are many variations of passages of lorem ipsum available, but the majority have suffered alteration.</a:t>
            </a:r>
          </a:p>
        </p:txBody>
      </p:sp>
      <p:sp>
        <p:nvSpPr>
          <p:cNvPr id="97" name="Text Placeholder 3"/>
          <p:cNvSpPr txBox="1">
            <a:spLocks/>
          </p:cNvSpPr>
          <p:nvPr/>
        </p:nvSpPr>
        <p:spPr>
          <a:xfrm>
            <a:off x="3989884" y="1028047"/>
            <a:ext cx="254878"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3"/>
                </a:solidFill>
                <a:effectLst/>
                <a:uLnTx/>
                <a:uFillTx/>
                <a:latin typeface="+mn-lt"/>
                <a:ea typeface="+mn-ea"/>
                <a:cs typeface="+mn-cs"/>
              </a:rPr>
              <a:t>03</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9"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strips(upLeft)">
                                      <p:cBhvr>
                                        <p:cTn id="7" dur="500"/>
                                        <p:tgtEl>
                                          <p:spTgt spid="60"/>
                                        </p:tgtEl>
                                      </p:cBhvr>
                                    </p:animEffect>
                                  </p:childTnLst>
                                </p:cTn>
                              </p:par>
                            </p:childTnLst>
                          </p:cTn>
                        </p:par>
                        <p:par>
                          <p:cTn id="8" fill="hold">
                            <p:stCondLst>
                              <p:cond delay="500"/>
                            </p:stCondLst>
                            <p:childTnLst>
                              <p:par>
                                <p:cTn id="9" presetID="2" presetClass="entr" presetSubtype="8" accel="50000" decel="50000" fill="hold" grpId="0" nodeType="after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500" fill="hold"/>
                                        <p:tgtEl>
                                          <p:spTgt spid="68"/>
                                        </p:tgtEl>
                                        <p:attrNameLst>
                                          <p:attrName>ppt_x</p:attrName>
                                        </p:attrNameLst>
                                      </p:cBhvr>
                                      <p:tavLst>
                                        <p:tav tm="0">
                                          <p:val>
                                            <p:strVal val="0-#ppt_w/2"/>
                                          </p:val>
                                        </p:tav>
                                        <p:tav tm="100000">
                                          <p:val>
                                            <p:strVal val="#ppt_x"/>
                                          </p:val>
                                        </p:tav>
                                      </p:tavLst>
                                    </p:anim>
                                    <p:anim calcmode="lin" valueType="num">
                                      <p:cBhvr additive="base">
                                        <p:cTn id="12" dur="500" fill="hold"/>
                                        <p:tgtEl>
                                          <p:spTgt spid="68"/>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2" presetClass="entr" presetSubtype="8" accel="50000" decel="5000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500" fill="hold"/>
                                        <p:tgtEl>
                                          <p:spTgt spid="3"/>
                                        </p:tgtEl>
                                        <p:attrNameLst>
                                          <p:attrName>ppt_x</p:attrName>
                                        </p:attrNameLst>
                                      </p:cBhvr>
                                      <p:tavLst>
                                        <p:tav tm="0">
                                          <p:val>
                                            <p:strVal val="0-#ppt_w/2"/>
                                          </p:val>
                                        </p:tav>
                                        <p:tav tm="100000">
                                          <p:val>
                                            <p:strVal val="#ppt_x"/>
                                          </p:val>
                                        </p:tav>
                                      </p:tavLst>
                                    </p:anim>
                                    <p:anim calcmode="lin" valueType="num">
                                      <p:cBhvr additive="base">
                                        <p:cTn id="17" dur="500" fill="hold"/>
                                        <p:tgtEl>
                                          <p:spTgt spid="3"/>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7"/>
                                        </p:tgtEl>
                                        <p:attrNameLst>
                                          <p:attrName>style.visibility</p:attrName>
                                        </p:attrNameLst>
                                      </p:cBhvr>
                                      <p:to>
                                        <p:strVal val="visible"/>
                                      </p:to>
                                    </p:set>
                                    <p:animEffect transition="in" filter="fade">
                                      <p:cBhvr>
                                        <p:cTn id="21" dur="500"/>
                                        <p:tgtEl>
                                          <p:spTgt spid="67"/>
                                        </p:tgtEl>
                                      </p:cBhvr>
                                    </p:animEffect>
                                  </p:childTnLst>
                                </p:cTn>
                              </p:par>
                            </p:childTnLst>
                          </p:cTn>
                        </p:par>
                        <p:par>
                          <p:cTn id="22" fill="hold">
                            <p:stCondLst>
                              <p:cond delay="2000"/>
                            </p:stCondLst>
                            <p:childTnLst>
                              <p:par>
                                <p:cTn id="23" presetID="18" presetClass="entr" presetSubtype="9" fill="hold" grpId="0" nodeType="after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strips(upLeft)">
                                      <p:cBhvr>
                                        <p:cTn id="25" dur="500"/>
                                        <p:tgtEl>
                                          <p:spTgt spid="59"/>
                                        </p:tgtEl>
                                      </p:cBhvr>
                                    </p:animEffect>
                                  </p:childTnLst>
                                </p:cTn>
                              </p:par>
                            </p:childTnLst>
                          </p:cTn>
                        </p:par>
                        <p:par>
                          <p:cTn id="26" fill="hold">
                            <p:stCondLst>
                              <p:cond delay="2500"/>
                            </p:stCondLst>
                            <p:childTnLst>
                              <p:par>
                                <p:cTn id="27" presetID="2" presetClass="entr" presetSubtype="8" accel="50000" decel="50000" fill="hold" grpId="0" nodeType="afterEffect">
                                  <p:stCondLst>
                                    <p:cond delay="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500" fill="hold"/>
                                        <p:tgtEl>
                                          <p:spTgt spid="77"/>
                                        </p:tgtEl>
                                        <p:attrNameLst>
                                          <p:attrName>ppt_x</p:attrName>
                                        </p:attrNameLst>
                                      </p:cBhvr>
                                      <p:tavLst>
                                        <p:tav tm="0">
                                          <p:val>
                                            <p:strVal val="0-#ppt_w/2"/>
                                          </p:val>
                                        </p:tav>
                                        <p:tav tm="100000">
                                          <p:val>
                                            <p:strVal val="#ppt_x"/>
                                          </p:val>
                                        </p:tav>
                                      </p:tavLst>
                                    </p:anim>
                                    <p:anim calcmode="lin" valueType="num">
                                      <p:cBhvr additive="base">
                                        <p:cTn id="30" dur="500" fill="hold"/>
                                        <p:tgtEl>
                                          <p:spTgt spid="77"/>
                                        </p:tgtEl>
                                        <p:attrNameLst>
                                          <p:attrName>ppt_y</p:attrName>
                                        </p:attrNameLst>
                                      </p:cBhvr>
                                      <p:tavLst>
                                        <p:tav tm="0">
                                          <p:val>
                                            <p:strVal val="#ppt_y"/>
                                          </p:val>
                                        </p:tav>
                                        <p:tav tm="100000">
                                          <p:val>
                                            <p:strVal val="#ppt_y"/>
                                          </p:val>
                                        </p:tav>
                                      </p:tavLst>
                                    </p:anim>
                                  </p:childTnLst>
                                </p:cTn>
                              </p:par>
                            </p:childTnLst>
                          </p:cTn>
                        </p:par>
                        <p:par>
                          <p:cTn id="31" fill="hold">
                            <p:stCondLst>
                              <p:cond delay="3000"/>
                            </p:stCondLst>
                            <p:childTnLst>
                              <p:par>
                                <p:cTn id="32" presetID="2" presetClass="entr" presetSubtype="8" accel="50000" decel="50000" fill="hold" nodeType="after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500" fill="hold"/>
                                        <p:tgtEl>
                                          <p:spTgt spid="5"/>
                                        </p:tgtEl>
                                        <p:attrNameLst>
                                          <p:attrName>ppt_x</p:attrName>
                                        </p:attrNameLst>
                                      </p:cBhvr>
                                      <p:tavLst>
                                        <p:tav tm="0">
                                          <p:val>
                                            <p:strVal val="0-#ppt_w/2"/>
                                          </p:val>
                                        </p:tav>
                                        <p:tav tm="100000">
                                          <p:val>
                                            <p:strVal val="#ppt_x"/>
                                          </p:val>
                                        </p:tav>
                                      </p:tavLst>
                                    </p:anim>
                                    <p:anim calcmode="lin" valueType="num">
                                      <p:cBhvr additive="base">
                                        <p:cTn id="35" dur="500" fill="hold"/>
                                        <p:tgtEl>
                                          <p:spTgt spid="5"/>
                                        </p:tgtEl>
                                        <p:attrNameLst>
                                          <p:attrName>ppt_y</p:attrName>
                                        </p:attrNameLst>
                                      </p:cBhvr>
                                      <p:tavLst>
                                        <p:tav tm="0">
                                          <p:val>
                                            <p:strVal val="#ppt_y"/>
                                          </p:val>
                                        </p:tav>
                                        <p:tav tm="100000">
                                          <p:val>
                                            <p:strVal val="#ppt_y"/>
                                          </p:val>
                                        </p:tav>
                                      </p:tavLst>
                                    </p:anim>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76"/>
                                        </p:tgtEl>
                                        <p:attrNameLst>
                                          <p:attrName>style.visibility</p:attrName>
                                        </p:attrNameLst>
                                      </p:cBhvr>
                                      <p:to>
                                        <p:strVal val="visible"/>
                                      </p:to>
                                    </p:set>
                                    <p:animEffect transition="in" filter="fade">
                                      <p:cBhvr>
                                        <p:cTn id="39" dur="500"/>
                                        <p:tgtEl>
                                          <p:spTgt spid="76"/>
                                        </p:tgtEl>
                                      </p:cBhvr>
                                    </p:animEffect>
                                  </p:childTnLst>
                                </p:cTn>
                              </p:par>
                            </p:childTnLst>
                          </p:cTn>
                        </p:par>
                        <p:par>
                          <p:cTn id="40" fill="hold">
                            <p:stCondLst>
                              <p:cond delay="4000"/>
                            </p:stCondLst>
                            <p:childTnLst>
                              <p:par>
                                <p:cTn id="41" presetID="18" presetClass="entr" presetSubtype="3" fill="hold" grpId="0" nodeType="afterEffect">
                                  <p:stCondLst>
                                    <p:cond delay="0"/>
                                  </p:stCondLst>
                                  <p:childTnLst>
                                    <p:set>
                                      <p:cBhvr>
                                        <p:cTn id="42" dur="1" fill="hold">
                                          <p:stCondLst>
                                            <p:cond delay="0"/>
                                          </p:stCondLst>
                                        </p:cTn>
                                        <p:tgtEl>
                                          <p:spTgt spid="62"/>
                                        </p:tgtEl>
                                        <p:attrNameLst>
                                          <p:attrName>style.visibility</p:attrName>
                                        </p:attrNameLst>
                                      </p:cBhvr>
                                      <p:to>
                                        <p:strVal val="visible"/>
                                      </p:to>
                                    </p:set>
                                    <p:animEffect transition="in" filter="strips(upRight)">
                                      <p:cBhvr>
                                        <p:cTn id="43" dur="500"/>
                                        <p:tgtEl>
                                          <p:spTgt spid="62"/>
                                        </p:tgtEl>
                                      </p:cBhvr>
                                    </p:animEffect>
                                  </p:childTnLst>
                                </p:cTn>
                              </p:par>
                            </p:childTnLst>
                          </p:cTn>
                        </p:par>
                        <p:par>
                          <p:cTn id="44" fill="hold">
                            <p:stCondLst>
                              <p:cond delay="4500"/>
                            </p:stCondLst>
                            <p:childTnLst>
                              <p:par>
                                <p:cTn id="45" presetID="2" presetClass="entr" presetSubtype="8" accel="50000" decel="50000" fill="hold" grpId="0" nodeType="afterEffect">
                                  <p:stCondLst>
                                    <p:cond delay="0"/>
                                  </p:stCondLst>
                                  <p:childTnLst>
                                    <p:set>
                                      <p:cBhvr>
                                        <p:cTn id="46" dur="1" fill="hold">
                                          <p:stCondLst>
                                            <p:cond delay="0"/>
                                          </p:stCondLst>
                                        </p:cTn>
                                        <p:tgtEl>
                                          <p:spTgt spid="97"/>
                                        </p:tgtEl>
                                        <p:attrNameLst>
                                          <p:attrName>style.visibility</p:attrName>
                                        </p:attrNameLst>
                                      </p:cBhvr>
                                      <p:to>
                                        <p:strVal val="visible"/>
                                      </p:to>
                                    </p:set>
                                    <p:anim calcmode="lin" valueType="num">
                                      <p:cBhvr additive="base">
                                        <p:cTn id="47" dur="500" fill="hold"/>
                                        <p:tgtEl>
                                          <p:spTgt spid="97"/>
                                        </p:tgtEl>
                                        <p:attrNameLst>
                                          <p:attrName>ppt_x</p:attrName>
                                        </p:attrNameLst>
                                      </p:cBhvr>
                                      <p:tavLst>
                                        <p:tav tm="0">
                                          <p:val>
                                            <p:strVal val="0-#ppt_w/2"/>
                                          </p:val>
                                        </p:tav>
                                        <p:tav tm="100000">
                                          <p:val>
                                            <p:strVal val="#ppt_x"/>
                                          </p:val>
                                        </p:tav>
                                      </p:tavLst>
                                    </p:anim>
                                    <p:anim calcmode="lin" valueType="num">
                                      <p:cBhvr additive="base">
                                        <p:cTn id="48" dur="500" fill="hold"/>
                                        <p:tgtEl>
                                          <p:spTgt spid="97"/>
                                        </p:tgtEl>
                                        <p:attrNameLst>
                                          <p:attrName>ppt_y</p:attrName>
                                        </p:attrNameLst>
                                      </p:cBhvr>
                                      <p:tavLst>
                                        <p:tav tm="0">
                                          <p:val>
                                            <p:strVal val="#ppt_y"/>
                                          </p:val>
                                        </p:tav>
                                        <p:tav tm="100000">
                                          <p:val>
                                            <p:strVal val="#ppt_y"/>
                                          </p:val>
                                        </p:tav>
                                      </p:tavLst>
                                    </p:anim>
                                  </p:childTnLst>
                                </p:cTn>
                              </p:par>
                            </p:childTnLst>
                          </p:cTn>
                        </p:par>
                        <p:par>
                          <p:cTn id="49" fill="hold">
                            <p:stCondLst>
                              <p:cond delay="5000"/>
                            </p:stCondLst>
                            <p:childTnLst>
                              <p:par>
                                <p:cTn id="50" presetID="2" presetClass="entr" presetSubtype="4" accel="50000" decel="50000" fill="hold"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500" fill="hold"/>
                                        <p:tgtEl>
                                          <p:spTgt spid="8"/>
                                        </p:tgtEl>
                                        <p:attrNameLst>
                                          <p:attrName>ppt_x</p:attrName>
                                        </p:attrNameLst>
                                      </p:cBhvr>
                                      <p:tavLst>
                                        <p:tav tm="0">
                                          <p:val>
                                            <p:strVal val="#ppt_x"/>
                                          </p:val>
                                        </p:tav>
                                        <p:tav tm="100000">
                                          <p:val>
                                            <p:strVal val="#ppt_x"/>
                                          </p:val>
                                        </p:tav>
                                      </p:tavLst>
                                    </p:anim>
                                    <p:anim calcmode="lin" valueType="num">
                                      <p:cBhvr additive="base">
                                        <p:cTn id="53" dur="500" fill="hold"/>
                                        <p:tgtEl>
                                          <p:spTgt spid="8"/>
                                        </p:tgtEl>
                                        <p:attrNameLst>
                                          <p:attrName>ppt_y</p:attrName>
                                        </p:attrNameLst>
                                      </p:cBhvr>
                                      <p:tavLst>
                                        <p:tav tm="0">
                                          <p:val>
                                            <p:strVal val="1+#ppt_h/2"/>
                                          </p:val>
                                        </p:tav>
                                        <p:tav tm="100000">
                                          <p:val>
                                            <p:strVal val="#ppt_y"/>
                                          </p:val>
                                        </p:tav>
                                      </p:tavLst>
                                    </p:anim>
                                  </p:childTnLst>
                                </p:cTn>
                              </p:par>
                            </p:childTnLst>
                          </p:cTn>
                        </p:par>
                        <p:par>
                          <p:cTn id="54" fill="hold">
                            <p:stCondLst>
                              <p:cond delay="5500"/>
                            </p:stCondLst>
                            <p:childTnLst>
                              <p:par>
                                <p:cTn id="55" presetID="10" presetClass="entr" presetSubtype="0" fill="hold" grpId="0" nodeType="afterEffect">
                                  <p:stCondLst>
                                    <p:cond delay="0"/>
                                  </p:stCondLst>
                                  <p:childTnLst>
                                    <p:set>
                                      <p:cBhvr>
                                        <p:cTn id="56" dur="1" fill="hold">
                                          <p:stCondLst>
                                            <p:cond delay="0"/>
                                          </p:stCondLst>
                                        </p:cTn>
                                        <p:tgtEl>
                                          <p:spTgt spid="96"/>
                                        </p:tgtEl>
                                        <p:attrNameLst>
                                          <p:attrName>style.visibility</p:attrName>
                                        </p:attrNameLst>
                                      </p:cBhvr>
                                      <p:to>
                                        <p:strVal val="visible"/>
                                      </p:to>
                                    </p:set>
                                    <p:animEffect transition="in" filter="fade">
                                      <p:cBhvr>
                                        <p:cTn id="57" dur="500"/>
                                        <p:tgtEl>
                                          <p:spTgt spid="96"/>
                                        </p:tgtEl>
                                      </p:cBhvr>
                                    </p:animEffect>
                                  </p:childTnLst>
                                </p:cTn>
                              </p:par>
                            </p:childTnLst>
                          </p:cTn>
                        </p:par>
                        <p:par>
                          <p:cTn id="58" fill="hold">
                            <p:stCondLst>
                              <p:cond delay="6000"/>
                            </p:stCondLst>
                            <p:childTnLst>
                              <p:par>
                                <p:cTn id="59" presetID="18" presetClass="entr" presetSubtype="3" fill="hold" grpId="0" nodeType="afterEffect">
                                  <p:stCondLst>
                                    <p:cond delay="0"/>
                                  </p:stCondLst>
                                  <p:childTnLst>
                                    <p:set>
                                      <p:cBhvr>
                                        <p:cTn id="60" dur="1" fill="hold">
                                          <p:stCondLst>
                                            <p:cond delay="0"/>
                                          </p:stCondLst>
                                        </p:cTn>
                                        <p:tgtEl>
                                          <p:spTgt spid="58"/>
                                        </p:tgtEl>
                                        <p:attrNameLst>
                                          <p:attrName>style.visibility</p:attrName>
                                        </p:attrNameLst>
                                      </p:cBhvr>
                                      <p:to>
                                        <p:strVal val="visible"/>
                                      </p:to>
                                    </p:set>
                                    <p:animEffect transition="in" filter="strips(upRight)">
                                      <p:cBhvr>
                                        <p:cTn id="61" dur="500"/>
                                        <p:tgtEl>
                                          <p:spTgt spid="58"/>
                                        </p:tgtEl>
                                      </p:cBhvr>
                                    </p:animEffect>
                                  </p:childTnLst>
                                </p:cTn>
                              </p:par>
                            </p:childTnLst>
                          </p:cTn>
                        </p:par>
                        <p:par>
                          <p:cTn id="62" fill="hold">
                            <p:stCondLst>
                              <p:cond delay="6500"/>
                            </p:stCondLst>
                            <p:childTnLst>
                              <p:par>
                                <p:cTn id="63" presetID="2" presetClass="entr" presetSubtype="2" accel="50000" decel="50000" fill="hold" grpId="0" nodeType="afterEffect">
                                  <p:stCondLst>
                                    <p:cond delay="0"/>
                                  </p:stCondLst>
                                  <p:childTnLst>
                                    <p:set>
                                      <p:cBhvr>
                                        <p:cTn id="64" dur="1" fill="hold">
                                          <p:stCondLst>
                                            <p:cond delay="0"/>
                                          </p:stCondLst>
                                        </p:cTn>
                                        <p:tgtEl>
                                          <p:spTgt spid="87"/>
                                        </p:tgtEl>
                                        <p:attrNameLst>
                                          <p:attrName>style.visibility</p:attrName>
                                        </p:attrNameLst>
                                      </p:cBhvr>
                                      <p:to>
                                        <p:strVal val="visible"/>
                                      </p:to>
                                    </p:set>
                                    <p:anim calcmode="lin" valueType="num">
                                      <p:cBhvr additive="base">
                                        <p:cTn id="65" dur="500" fill="hold"/>
                                        <p:tgtEl>
                                          <p:spTgt spid="87"/>
                                        </p:tgtEl>
                                        <p:attrNameLst>
                                          <p:attrName>ppt_x</p:attrName>
                                        </p:attrNameLst>
                                      </p:cBhvr>
                                      <p:tavLst>
                                        <p:tav tm="0">
                                          <p:val>
                                            <p:strVal val="1+#ppt_w/2"/>
                                          </p:val>
                                        </p:tav>
                                        <p:tav tm="100000">
                                          <p:val>
                                            <p:strVal val="#ppt_x"/>
                                          </p:val>
                                        </p:tav>
                                      </p:tavLst>
                                    </p:anim>
                                    <p:anim calcmode="lin" valueType="num">
                                      <p:cBhvr additive="base">
                                        <p:cTn id="66" dur="500" fill="hold"/>
                                        <p:tgtEl>
                                          <p:spTgt spid="87"/>
                                        </p:tgtEl>
                                        <p:attrNameLst>
                                          <p:attrName>ppt_y</p:attrName>
                                        </p:attrNameLst>
                                      </p:cBhvr>
                                      <p:tavLst>
                                        <p:tav tm="0">
                                          <p:val>
                                            <p:strVal val="#ppt_y"/>
                                          </p:val>
                                        </p:tav>
                                        <p:tav tm="100000">
                                          <p:val>
                                            <p:strVal val="#ppt_y"/>
                                          </p:val>
                                        </p:tav>
                                      </p:tavLst>
                                    </p:anim>
                                  </p:childTnLst>
                                </p:cTn>
                              </p:par>
                            </p:childTnLst>
                          </p:cTn>
                        </p:par>
                        <p:par>
                          <p:cTn id="67" fill="hold">
                            <p:stCondLst>
                              <p:cond delay="7000"/>
                            </p:stCondLst>
                            <p:childTnLst>
                              <p:par>
                                <p:cTn id="68" presetID="2" presetClass="entr" presetSubtype="2" accel="50000" decel="50000" fill="hold" nodeType="after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500" fill="hold"/>
                                        <p:tgtEl>
                                          <p:spTgt spid="7"/>
                                        </p:tgtEl>
                                        <p:attrNameLst>
                                          <p:attrName>ppt_x</p:attrName>
                                        </p:attrNameLst>
                                      </p:cBhvr>
                                      <p:tavLst>
                                        <p:tav tm="0">
                                          <p:val>
                                            <p:strVal val="1+#ppt_w/2"/>
                                          </p:val>
                                        </p:tav>
                                        <p:tav tm="100000">
                                          <p:val>
                                            <p:strVal val="#ppt_x"/>
                                          </p:val>
                                        </p:tav>
                                      </p:tavLst>
                                    </p:anim>
                                    <p:anim calcmode="lin" valueType="num">
                                      <p:cBhvr additive="base">
                                        <p:cTn id="71" dur="500" fill="hold"/>
                                        <p:tgtEl>
                                          <p:spTgt spid="7"/>
                                        </p:tgtEl>
                                        <p:attrNameLst>
                                          <p:attrName>ppt_y</p:attrName>
                                        </p:attrNameLst>
                                      </p:cBhvr>
                                      <p:tavLst>
                                        <p:tav tm="0">
                                          <p:val>
                                            <p:strVal val="#ppt_y"/>
                                          </p:val>
                                        </p:tav>
                                        <p:tav tm="100000">
                                          <p:val>
                                            <p:strVal val="#ppt_y"/>
                                          </p:val>
                                        </p:tav>
                                      </p:tavLst>
                                    </p:anim>
                                  </p:childTnLst>
                                </p:cTn>
                              </p:par>
                            </p:childTnLst>
                          </p:cTn>
                        </p:par>
                        <p:par>
                          <p:cTn id="72" fill="hold">
                            <p:stCondLst>
                              <p:cond delay="7500"/>
                            </p:stCondLst>
                            <p:childTnLst>
                              <p:par>
                                <p:cTn id="73" presetID="10" presetClass="entr" presetSubtype="0" fill="hold" grpId="0" nodeType="afterEffect">
                                  <p:stCondLst>
                                    <p:cond delay="0"/>
                                  </p:stCondLst>
                                  <p:childTnLst>
                                    <p:set>
                                      <p:cBhvr>
                                        <p:cTn id="74" dur="1" fill="hold">
                                          <p:stCondLst>
                                            <p:cond delay="0"/>
                                          </p:stCondLst>
                                        </p:cTn>
                                        <p:tgtEl>
                                          <p:spTgt spid="86"/>
                                        </p:tgtEl>
                                        <p:attrNameLst>
                                          <p:attrName>style.visibility</p:attrName>
                                        </p:attrNameLst>
                                      </p:cBhvr>
                                      <p:to>
                                        <p:strVal val="visible"/>
                                      </p:to>
                                    </p:set>
                                    <p:animEffect transition="in" filter="fade">
                                      <p:cBhvr>
                                        <p:cTn id="75" dur="500"/>
                                        <p:tgtEl>
                                          <p:spTgt spid="86"/>
                                        </p:tgtEl>
                                      </p:cBhvr>
                                    </p:animEffect>
                                  </p:childTnLst>
                                </p:cTn>
                              </p:par>
                            </p:childTnLst>
                          </p:cTn>
                        </p:par>
                        <p:par>
                          <p:cTn id="76" fill="hold">
                            <p:stCondLst>
                              <p:cond delay="8000"/>
                            </p:stCondLst>
                            <p:childTnLst>
                              <p:par>
                                <p:cTn id="77" presetID="18" presetClass="entr" presetSubtype="3" fill="hold" grpId="0" nodeType="afterEffect">
                                  <p:stCondLst>
                                    <p:cond delay="0"/>
                                  </p:stCondLst>
                                  <p:childTnLst>
                                    <p:set>
                                      <p:cBhvr>
                                        <p:cTn id="78" dur="1" fill="hold">
                                          <p:stCondLst>
                                            <p:cond delay="0"/>
                                          </p:stCondLst>
                                        </p:cTn>
                                        <p:tgtEl>
                                          <p:spTgt spid="61"/>
                                        </p:tgtEl>
                                        <p:attrNameLst>
                                          <p:attrName>style.visibility</p:attrName>
                                        </p:attrNameLst>
                                      </p:cBhvr>
                                      <p:to>
                                        <p:strVal val="visible"/>
                                      </p:to>
                                    </p:set>
                                    <p:animEffect transition="in" filter="strips(upRight)">
                                      <p:cBhvr>
                                        <p:cTn id="79" dur="500"/>
                                        <p:tgtEl>
                                          <p:spTgt spid="61"/>
                                        </p:tgtEl>
                                      </p:cBhvr>
                                    </p:animEffect>
                                  </p:childTnLst>
                                </p:cTn>
                              </p:par>
                            </p:childTnLst>
                          </p:cTn>
                        </p:par>
                        <p:par>
                          <p:cTn id="80" fill="hold">
                            <p:stCondLst>
                              <p:cond delay="8500"/>
                            </p:stCondLst>
                            <p:childTnLst>
                              <p:par>
                                <p:cTn id="81" presetID="2" presetClass="entr" presetSubtype="2" accel="50000" decel="50000" fill="hold" grpId="0" nodeType="afterEffect">
                                  <p:stCondLst>
                                    <p:cond delay="0"/>
                                  </p:stCondLst>
                                  <p:childTnLst>
                                    <p:set>
                                      <p:cBhvr>
                                        <p:cTn id="82" dur="1" fill="hold">
                                          <p:stCondLst>
                                            <p:cond delay="0"/>
                                          </p:stCondLst>
                                        </p:cTn>
                                        <p:tgtEl>
                                          <p:spTgt spid="82"/>
                                        </p:tgtEl>
                                        <p:attrNameLst>
                                          <p:attrName>style.visibility</p:attrName>
                                        </p:attrNameLst>
                                      </p:cBhvr>
                                      <p:to>
                                        <p:strVal val="visible"/>
                                      </p:to>
                                    </p:set>
                                    <p:anim calcmode="lin" valueType="num">
                                      <p:cBhvr additive="base">
                                        <p:cTn id="83" dur="500" fill="hold"/>
                                        <p:tgtEl>
                                          <p:spTgt spid="82"/>
                                        </p:tgtEl>
                                        <p:attrNameLst>
                                          <p:attrName>ppt_x</p:attrName>
                                        </p:attrNameLst>
                                      </p:cBhvr>
                                      <p:tavLst>
                                        <p:tav tm="0">
                                          <p:val>
                                            <p:strVal val="1+#ppt_w/2"/>
                                          </p:val>
                                        </p:tav>
                                        <p:tav tm="100000">
                                          <p:val>
                                            <p:strVal val="#ppt_x"/>
                                          </p:val>
                                        </p:tav>
                                      </p:tavLst>
                                    </p:anim>
                                    <p:anim calcmode="lin" valueType="num">
                                      <p:cBhvr additive="base">
                                        <p:cTn id="84" dur="500" fill="hold"/>
                                        <p:tgtEl>
                                          <p:spTgt spid="82"/>
                                        </p:tgtEl>
                                        <p:attrNameLst>
                                          <p:attrName>ppt_y</p:attrName>
                                        </p:attrNameLst>
                                      </p:cBhvr>
                                      <p:tavLst>
                                        <p:tav tm="0">
                                          <p:val>
                                            <p:strVal val="#ppt_y"/>
                                          </p:val>
                                        </p:tav>
                                        <p:tav tm="100000">
                                          <p:val>
                                            <p:strVal val="#ppt_y"/>
                                          </p:val>
                                        </p:tav>
                                      </p:tavLst>
                                    </p:anim>
                                  </p:childTnLst>
                                </p:cTn>
                              </p:par>
                            </p:childTnLst>
                          </p:cTn>
                        </p:par>
                        <p:par>
                          <p:cTn id="85" fill="hold">
                            <p:stCondLst>
                              <p:cond delay="9000"/>
                            </p:stCondLst>
                            <p:childTnLst>
                              <p:par>
                                <p:cTn id="86" presetID="2" presetClass="entr" presetSubtype="2" accel="50000" decel="50000" fill="hold" nodeType="afterEffect">
                                  <p:stCondLst>
                                    <p:cond delay="0"/>
                                  </p:stCondLst>
                                  <p:childTnLst>
                                    <p:set>
                                      <p:cBhvr>
                                        <p:cTn id="87" dur="1" fill="hold">
                                          <p:stCondLst>
                                            <p:cond delay="0"/>
                                          </p:stCondLst>
                                        </p:cTn>
                                        <p:tgtEl>
                                          <p:spTgt spid="6"/>
                                        </p:tgtEl>
                                        <p:attrNameLst>
                                          <p:attrName>style.visibility</p:attrName>
                                        </p:attrNameLst>
                                      </p:cBhvr>
                                      <p:to>
                                        <p:strVal val="visible"/>
                                      </p:to>
                                    </p:set>
                                    <p:anim calcmode="lin" valueType="num">
                                      <p:cBhvr additive="base">
                                        <p:cTn id="88" dur="500" fill="hold"/>
                                        <p:tgtEl>
                                          <p:spTgt spid="6"/>
                                        </p:tgtEl>
                                        <p:attrNameLst>
                                          <p:attrName>ppt_x</p:attrName>
                                        </p:attrNameLst>
                                      </p:cBhvr>
                                      <p:tavLst>
                                        <p:tav tm="0">
                                          <p:val>
                                            <p:strVal val="1+#ppt_w/2"/>
                                          </p:val>
                                        </p:tav>
                                        <p:tav tm="100000">
                                          <p:val>
                                            <p:strVal val="#ppt_x"/>
                                          </p:val>
                                        </p:tav>
                                      </p:tavLst>
                                    </p:anim>
                                    <p:anim calcmode="lin" valueType="num">
                                      <p:cBhvr additive="base">
                                        <p:cTn id="89" dur="500" fill="hold"/>
                                        <p:tgtEl>
                                          <p:spTgt spid="6"/>
                                        </p:tgtEl>
                                        <p:attrNameLst>
                                          <p:attrName>ppt_y</p:attrName>
                                        </p:attrNameLst>
                                      </p:cBhvr>
                                      <p:tavLst>
                                        <p:tav tm="0">
                                          <p:val>
                                            <p:strVal val="#ppt_y"/>
                                          </p:val>
                                        </p:tav>
                                        <p:tav tm="100000">
                                          <p:val>
                                            <p:strVal val="#ppt_y"/>
                                          </p:val>
                                        </p:tav>
                                      </p:tavLst>
                                    </p:anim>
                                  </p:childTnLst>
                                </p:cTn>
                              </p:par>
                            </p:childTnLst>
                          </p:cTn>
                        </p:par>
                        <p:par>
                          <p:cTn id="90" fill="hold">
                            <p:stCondLst>
                              <p:cond delay="9500"/>
                            </p:stCondLst>
                            <p:childTnLst>
                              <p:par>
                                <p:cTn id="91" presetID="10" presetClass="entr" presetSubtype="0" fill="hold" grpId="0" nodeType="afterEffect">
                                  <p:stCondLst>
                                    <p:cond delay="0"/>
                                  </p:stCondLst>
                                  <p:childTnLst>
                                    <p:set>
                                      <p:cBhvr>
                                        <p:cTn id="92" dur="1" fill="hold">
                                          <p:stCondLst>
                                            <p:cond delay="0"/>
                                          </p:stCondLst>
                                        </p:cTn>
                                        <p:tgtEl>
                                          <p:spTgt spid="81"/>
                                        </p:tgtEl>
                                        <p:attrNameLst>
                                          <p:attrName>style.visibility</p:attrName>
                                        </p:attrNameLst>
                                      </p:cBhvr>
                                      <p:to>
                                        <p:strVal val="visible"/>
                                      </p:to>
                                    </p:set>
                                    <p:animEffect transition="in" filter="fade">
                                      <p:cBhvr>
                                        <p:cTn id="93"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67" grpId="0"/>
      <p:bldP spid="68" grpId="0"/>
      <p:bldP spid="76" grpId="0"/>
      <p:bldP spid="77" grpId="0"/>
      <p:bldP spid="81" grpId="0"/>
      <p:bldP spid="82" grpId="0"/>
      <p:bldP spid="86" grpId="0"/>
      <p:bldP spid="87" grpId="0"/>
      <p:bldP spid="96" grpId="0"/>
      <p:bldP spid="97"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936068"/>
            <a:ext cx="3812262" cy="523220"/>
          </a:xfrm>
          <a:prstGeom prst="rect">
            <a:avLst/>
          </a:prstGeom>
          <a:noFill/>
        </p:spPr>
        <p:txBody>
          <a:bodyPr wrap="none" rtlCol="0">
            <a:spAutoFit/>
          </a:bodyPr>
          <a:lstStyle/>
          <a:p>
            <a:r>
              <a:rPr lang="en-US" sz="2800" b="1" cap="all" dirty="0">
                <a:solidFill>
                  <a:schemeClr val="tx1">
                    <a:lumMod val="50000"/>
                    <a:lumOff val="50000"/>
                  </a:schemeClr>
                </a:solidFill>
              </a:rPr>
              <a:t>TIMELINE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920768"/>
            <a:ext cx="30067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5"/>
          <p:cNvGrpSpPr/>
          <p:nvPr/>
        </p:nvGrpSpPr>
        <p:grpSpPr>
          <a:xfrm>
            <a:off x="769938" y="2541840"/>
            <a:ext cx="1613466" cy="345642"/>
            <a:chOff x="769938" y="2456536"/>
            <a:chExt cx="1613466" cy="345642"/>
          </a:xfrm>
        </p:grpSpPr>
        <p:sp>
          <p:nvSpPr>
            <p:cNvPr id="33" name="Notched Right Arrow 32"/>
            <p:cNvSpPr/>
            <p:nvPr/>
          </p:nvSpPr>
          <p:spPr>
            <a:xfrm>
              <a:off x="769938" y="2456536"/>
              <a:ext cx="1613466" cy="345642"/>
            </a:xfrm>
            <a:prstGeom prst="notchedRightArrow">
              <a:avLst>
                <a:gd name="adj1" fmla="val 100000"/>
                <a:gd name="adj2" fmla="val 910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Oval 34"/>
            <p:cNvSpPr>
              <a:spLocks noChangeAspect="1"/>
            </p:cNvSpPr>
            <p:nvPr/>
          </p:nvSpPr>
          <p:spPr>
            <a:xfrm>
              <a:off x="1482001" y="2534688"/>
              <a:ext cx="189341" cy="189339"/>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2">
                    <a:lumMod val="75000"/>
                  </a:schemeClr>
                </a:solidFill>
              </a:endParaRPr>
            </a:p>
          </p:txBody>
        </p:sp>
      </p:grpSp>
      <p:grpSp>
        <p:nvGrpSpPr>
          <p:cNvPr id="5" name="Group 36"/>
          <p:cNvGrpSpPr/>
          <p:nvPr/>
        </p:nvGrpSpPr>
        <p:grpSpPr>
          <a:xfrm>
            <a:off x="2260906" y="2541840"/>
            <a:ext cx="1613466" cy="345642"/>
            <a:chOff x="769938" y="2456536"/>
            <a:chExt cx="1613466" cy="345642"/>
          </a:xfrm>
        </p:grpSpPr>
        <p:sp>
          <p:nvSpPr>
            <p:cNvPr id="38" name="Notched Right Arrow 37"/>
            <p:cNvSpPr/>
            <p:nvPr/>
          </p:nvSpPr>
          <p:spPr>
            <a:xfrm>
              <a:off x="769938" y="2456536"/>
              <a:ext cx="1613466" cy="345642"/>
            </a:xfrm>
            <a:prstGeom prst="notchedRightArrow">
              <a:avLst>
                <a:gd name="adj1" fmla="val 100000"/>
                <a:gd name="adj2" fmla="val 910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Oval 39"/>
            <p:cNvSpPr>
              <a:spLocks noChangeAspect="1"/>
            </p:cNvSpPr>
            <p:nvPr/>
          </p:nvSpPr>
          <p:spPr>
            <a:xfrm>
              <a:off x="1482001" y="2534688"/>
              <a:ext cx="189341" cy="189339"/>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2">
                    <a:lumMod val="75000"/>
                  </a:schemeClr>
                </a:solidFill>
              </a:endParaRPr>
            </a:p>
          </p:txBody>
        </p:sp>
      </p:grpSp>
      <p:grpSp>
        <p:nvGrpSpPr>
          <p:cNvPr id="6" name="Group 40"/>
          <p:cNvGrpSpPr/>
          <p:nvPr/>
        </p:nvGrpSpPr>
        <p:grpSpPr>
          <a:xfrm>
            <a:off x="3751874" y="2541840"/>
            <a:ext cx="1613466" cy="345642"/>
            <a:chOff x="769938" y="2456536"/>
            <a:chExt cx="1613466" cy="345642"/>
          </a:xfrm>
        </p:grpSpPr>
        <p:sp>
          <p:nvSpPr>
            <p:cNvPr id="42" name="Notched Right Arrow 41"/>
            <p:cNvSpPr/>
            <p:nvPr/>
          </p:nvSpPr>
          <p:spPr>
            <a:xfrm>
              <a:off x="769938" y="2456536"/>
              <a:ext cx="1613466" cy="345642"/>
            </a:xfrm>
            <a:prstGeom prst="notchedRightArrow">
              <a:avLst>
                <a:gd name="adj1" fmla="val 100000"/>
                <a:gd name="adj2" fmla="val 910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p:cNvSpPr>
              <a:spLocks noChangeAspect="1"/>
            </p:cNvSpPr>
            <p:nvPr/>
          </p:nvSpPr>
          <p:spPr>
            <a:xfrm>
              <a:off x="1482001" y="2534688"/>
              <a:ext cx="189341" cy="189339"/>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2">
                    <a:lumMod val="75000"/>
                  </a:schemeClr>
                </a:solidFill>
              </a:endParaRPr>
            </a:p>
          </p:txBody>
        </p:sp>
      </p:grpSp>
      <p:grpSp>
        <p:nvGrpSpPr>
          <p:cNvPr id="7" name="Group 43"/>
          <p:cNvGrpSpPr/>
          <p:nvPr/>
        </p:nvGrpSpPr>
        <p:grpSpPr>
          <a:xfrm>
            <a:off x="5242842" y="2541840"/>
            <a:ext cx="1613466" cy="345642"/>
            <a:chOff x="769938" y="2456536"/>
            <a:chExt cx="1613466" cy="345642"/>
          </a:xfrm>
        </p:grpSpPr>
        <p:sp>
          <p:nvSpPr>
            <p:cNvPr id="45" name="Notched Right Arrow 44"/>
            <p:cNvSpPr/>
            <p:nvPr/>
          </p:nvSpPr>
          <p:spPr>
            <a:xfrm>
              <a:off x="769938" y="2456536"/>
              <a:ext cx="1613466" cy="345642"/>
            </a:xfrm>
            <a:prstGeom prst="notchedRightArrow">
              <a:avLst>
                <a:gd name="adj1" fmla="val 100000"/>
                <a:gd name="adj2" fmla="val 910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p:cNvSpPr>
              <a:spLocks noChangeAspect="1"/>
            </p:cNvSpPr>
            <p:nvPr/>
          </p:nvSpPr>
          <p:spPr>
            <a:xfrm>
              <a:off x="1482001" y="2534688"/>
              <a:ext cx="189341" cy="189339"/>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2">
                    <a:lumMod val="75000"/>
                  </a:schemeClr>
                </a:solidFill>
              </a:endParaRPr>
            </a:p>
          </p:txBody>
        </p:sp>
      </p:grpSp>
      <p:grpSp>
        <p:nvGrpSpPr>
          <p:cNvPr id="8" name="Group 49"/>
          <p:cNvGrpSpPr/>
          <p:nvPr/>
        </p:nvGrpSpPr>
        <p:grpSpPr>
          <a:xfrm>
            <a:off x="6733811" y="2541840"/>
            <a:ext cx="1613466" cy="345642"/>
            <a:chOff x="769938" y="2456536"/>
            <a:chExt cx="1613466" cy="345642"/>
          </a:xfrm>
        </p:grpSpPr>
        <p:sp>
          <p:nvSpPr>
            <p:cNvPr id="52" name="Notched Right Arrow 51"/>
            <p:cNvSpPr/>
            <p:nvPr/>
          </p:nvSpPr>
          <p:spPr>
            <a:xfrm>
              <a:off x="769938" y="2456536"/>
              <a:ext cx="1613466" cy="345642"/>
            </a:xfrm>
            <a:prstGeom prst="notchedRightArrow">
              <a:avLst>
                <a:gd name="adj1" fmla="val 100000"/>
                <a:gd name="adj2" fmla="val 910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Oval 63"/>
            <p:cNvSpPr>
              <a:spLocks noChangeAspect="1"/>
            </p:cNvSpPr>
            <p:nvPr/>
          </p:nvSpPr>
          <p:spPr>
            <a:xfrm>
              <a:off x="1482001" y="2534688"/>
              <a:ext cx="189341" cy="189339"/>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2">
                    <a:lumMod val="75000"/>
                  </a:schemeClr>
                </a:solidFill>
              </a:endParaRPr>
            </a:p>
          </p:txBody>
        </p:sp>
      </p:grpSp>
      <p:sp>
        <p:nvSpPr>
          <p:cNvPr id="2" name="Title 1"/>
          <p:cNvSpPr>
            <a:spLocks noGrp="1"/>
          </p:cNvSpPr>
          <p:nvPr>
            <p:ph type="title"/>
          </p:nvPr>
        </p:nvSpPr>
        <p:spPr/>
        <p:txBody>
          <a:bodyPr/>
          <a:lstStyle/>
          <a:p>
            <a:r>
              <a:rPr lang="en-US"/>
              <a:t>Timeline Infographic</a:t>
            </a:r>
            <a:endParaRPr lang="en-US" dirty="0"/>
          </a:p>
        </p:txBody>
      </p:sp>
      <p:sp>
        <p:nvSpPr>
          <p:cNvPr id="4" name="Text Placeholder 3"/>
          <p:cNvSpPr>
            <a:spLocks noGrp="1"/>
          </p:cNvSpPr>
          <p:nvPr>
            <p:ph type="body" sz="half" idx="2"/>
          </p:nvPr>
        </p:nvSpPr>
        <p:spPr/>
        <p:txBody>
          <a:bodyPr/>
          <a:lstStyle/>
          <a:p>
            <a:r>
              <a:rPr lang="en-US"/>
              <a:t>Timeline Simple Points</a:t>
            </a:r>
            <a:endParaRPr lang="en-US" dirty="0"/>
          </a:p>
        </p:txBody>
      </p:sp>
      <p:sp>
        <p:nvSpPr>
          <p:cNvPr id="66" name="Slide Number Placeholder 65"/>
          <p:cNvSpPr>
            <a:spLocks noGrp="1"/>
          </p:cNvSpPr>
          <p:nvPr>
            <p:ph type="sldNum" sz="quarter" idx="12"/>
          </p:nvPr>
        </p:nvSpPr>
        <p:spPr/>
        <p:txBody>
          <a:bodyPr/>
          <a:lstStyle/>
          <a:p>
            <a:fld id="{C136B7D2-B98C-44FD-8D04-7EC62A564975}" type="slidenum">
              <a:rPr lang="en-US" smtClean="0"/>
              <a:pPr/>
              <a:t>115</a:t>
            </a:fld>
            <a:endParaRPr lang="en-US" dirty="0"/>
          </a:p>
        </p:txBody>
      </p:sp>
      <p:sp>
        <p:nvSpPr>
          <p:cNvPr id="67" name="TextBox 66"/>
          <p:cNvSpPr txBox="1"/>
          <p:nvPr/>
        </p:nvSpPr>
        <p:spPr>
          <a:xfrm>
            <a:off x="1295565" y="2975867"/>
            <a:ext cx="455253" cy="246221"/>
          </a:xfrm>
          <a:prstGeom prst="rect">
            <a:avLst/>
          </a:prstGeom>
          <a:noFill/>
        </p:spPr>
        <p:txBody>
          <a:bodyPr wrap="none" lIns="0" tIns="0" rIns="0" bIns="0" rtlCol="0" anchor="ctr">
            <a:spAutoFit/>
          </a:bodyPr>
          <a:lstStyle/>
          <a:p>
            <a:pPr lvl="0" algn="ctr" defTabSz="914400">
              <a:spcBef>
                <a:spcPct val="20000"/>
              </a:spcBef>
              <a:defRPr/>
            </a:pPr>
            <a:r>
              <a:rPr lang="en-US" sz="1600" b="1" dirty="0">
                <a:solidFill>
                  <a:schemeClr val="accent1"/>
                </a:solidFill>
              </a:rPr>
              <a:t>2006</a:t>
            </a:r>
            <a:endParaRPr lang="en-US" sz="1600" dirty="0">
              <a:solidFill>
                <a:schemeClr val="accent1"/>
              </a:solidFill>
            </a:endParaRPr>
          </a:p>
        </p:txBody>
      </p:sp>
      <p:sp>
        <p:nvSpPr>
          <p:cNvPr id="70" name="TextBox 69"/>
          <p:cNvSpPr txBox="1"/>
          <p:nvPr/>
        </p:nvSpPr>
        <p:spPr>
          <a:xfrm>
            <a:off x="2820119" y="2247524"/>
            <a:ext cx="455253" cy="246221"/>
          </a:xfrm>
          <a:prstGeom prst="rect">
            <a:avLst/>
          </a:prstGeom>
          <a:noFill/>
        </p:spPr>
        <p:txBody>
          <a:bodyPr wrap="none" lIns="0" tIns="0" rIns="0" bIns="0" rtlCol="0" anchor="ctr">
            <a:spAutoFit/>
          </a:bodyPr>
          <a:lstStyle/>
          <a:p>
            <a:pPr lvl="0" algn="ctr" defTabSz="914400">
              <a:spcBef>
                <a:spcPct val="20000"/>
              </a:spcBef>
              <a:defRPr/>
            </a:pPr>
            <a:r>
              <a:rPr lang="en-US" sz="1600" b="1" dirty="0">
                <a:solidFill>
                  <a:schemeClr val="accent2"/>
                </a:solidFill>
              </a:rPr>
              <a:t>2008</a:t>
            </a:r>
            <a:endParaRPr lang="en-US" sz="1600" dirty="0">
              <a:solidFill>
                <a:schemeClr val="accent2"/>
              </a:solidFill>
            </a:endParaRPr>
          </a:p>
        </p:txBody>
      </p:sp>
      <p:sp>
        <p:nvSpPr>
          <p:cNvPr id="71" name="TextBox 70"/>
          <p:cNvSpPr txBox="1"/>
          <p:nvPr/>
        </p:nvSpPr>
        <p:spPr>
          <a:xfrm>
            <a:off x="4329094" y="2975867"/>
            <a:ext cx="455253" cy="246221"/>
          </a:xfrm>
          <a:prstGeom prst="rect">
            <a:avLst/>
          </a:prstGeom>
          <a:noFill/>
        </p:spPr>
        <p:txBody>
          <a:bodyPr wrap="none" lIns="0" tIns="0" rIns="0" bIns="0" rtlCol="0" anchor="ctr">
            <a:spAutoFit/>
          </a:bodyPr>
          <a:lstStyle/>
          <a:p>
            <a:pPr lvl="0" algn="ctr" defTabSz="914400">
              <a:spcBef>
                <a:spcPct val="20000"/>
              </a:spcBef>
              <a:defRPr/>
            </a:pPr>
            <a:r>
              <a:rPr lang="en-US" sz="1600" b="1" dirty="0">
                <a:solidFill>
                  <a:schemeClr val="accent3"/>
                </a:solidFill>
              </a:rPr>
              <a:t>2010</a:t>
            </a:r>
            <a:endParaRPr lang="en-US" sz="1600" dirty="0">
              <a:solidFill>
                <a:schemeClr val="accent3"/>
              </a:solidFill>
            </a:endParaRPr>
          </a:p>
        </p:txBody>
      </p:sp>
      <p:sp>
        <p:nvSpPr>
          <p:cNvPr id="72" name="TextBox 71"/>
          <p:cNvSpPr txBox="1"/>
          <p:nvPr/>
        </p:nvSpPr>
        <p:spPr>
          <a:xfrm>
            <a:off x="5812070" y="2247524"/>
            <a:ext cx="455253" cy="246221"/>
          </a:xfrm>
          <a:prstGeom prst="rect">
            <a:avLst/>
          </a:prstGeom>
          <a:noFill/>
        </p:spPr>
        <p:txBody>
          <a:bodyPr wrap="none" lIns="0" tIns="0" rIns="0" bIns="0" rtlCol="0" anchor="ctr">
            <a:spAutoFit/>
          </a:bodyPr>
          <a:lstStyle/>
          <a:p>
            <a:pPr lvl="0" algn="ctr" defTabSz="914400">
              <a:spcBef>
                <a:spcPct val="20000"/>
              </a:spcBef>
              <a:defRPr/>
            </a:pPr>
            <a:r>
              <a:rPr lang="en-US" sz="1600" b="1" dirty="0">
                <a:solidFill>
                  <a:schemeClr val="accent4"/>
                </a:solidFill>
              </a:rPr>
              <a:t>2012</a:t>
            </a:r>
            <a:endParaRPr lang="en-US" sz="1600" dirty="0">
              <a:solidFill>
                <a:schemeClr val="accent4"/>
              </a:solidFill>
            </a:endParaRPr>
          </a:p>
        </p:txBody>
      </p:sp>
      <p:sp>
        <p:nvSpPr>
          <p:cNvPr id="74" name="TextBox 73"/>
          <p:cNvSpPr txBox="1"/>
          <p:nvPr/>
        </p:nvSpPr>
        <p:spPr>
          <a:xfrm>
            <a:off x="7325601" y="2975867"/>
            <a:ext cx="455253" cy="246221"/>
          </a:xfrm>
          <a:prstGeom prst="rect">
            <a:avLst/>
          </a:prstGeom>
          <a:noFill/>
          <a:ln>
            <a:noFill/>
          </a:ln>
        </p:spPr>
        <p:txBody>
          <a:bodyPr wrap="none" lIns="0" tIns="0" rIns="0" bIns="0" rtlCol="0" anchor="ctr">
            <a:spAutoFit/>
          </a:bodyPr>
          <a:lstStyle/>
          <a:p>
            <a:pPr lvl="0" algn="ctr" defTabSz="914400">
              <a:spcBef>
                <a:spcPct val="20000"/>
              </a:spcBef>
              <a:defRPr/>
            </a:pPr>
            <a:r>
              <a:rPr lang="en-US" sz="1600" b="1" dirty="0">
                <a:solidFill>
                  <a:schemeClr val="accent5"/>
                </a:solidFill>
              </a:rPr>
              <a:t>2014</a:t>
            </a:r>
            <a:endParaRPr lang="en-US" sz="1600" dirty="0">
              <a:solidFill>
                <a:schemeClr val="accent5"/>
              </a:solidFill>
            </a:endParaRPr>
          </a:p>
        </p:txBody>
      </p:sp>
      <p:cxnSp>
        <p:nvCxnSpPr>
          <p:cNvPr id="75" name="Straight Connector 74"/>
          <p:cNvCxnSpPr>
            <a:stCxn id="65" idx="7"/>
          </p:cNvCxnSpPr>
          <p:nvPr/>
        </p:nvCxnSpPr>
        <p:spPr>
          <a:xfrm flipH="1">
            <a:off x="1574465" y="2099038"/>
            <a:ext cx="1" cy="614898"/>
          </a:xfrm>
          <a:prstGeom prst="line">
            <a:avLst/>
          </a:prstGeom>
          <a:ln w="19050">
            <a:solidFill>
              <a:schemeClr val="accent1"/>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a:stCxn id="88" idx="7"/>
          </p:cNvCxnSpPr>
          <p:nvPr/>
        </p:nvCxnSpPr>
        <p:spPr>
          <a:xfrm flipH="1">
            <a:off x="4559093" y="2094275"/>
            <a:ext cx="1" cy="614898"/>
          </a:xfrm>
          <a:prstGeom prst="line">
            <a:avLst/>
          </a:prstGeom>
          <a:ln w="19050">
            <a:solidFill>
              <a:schemeClr val="accent3"/>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a:stCxn id="93" idx="7"/>
          </p:cNvCxnSpPr>
          <p:nvPr/>
        </p:nvCxnSpPr>
        <p:spPr>
          <a:xfrm flipH="1">
            <a:off x="7538435" y="2094275"/>
            <a:ext cx="1" cy="614898"/>
          </a:xfrm>
          <a:prstGeom prst="line">
            <a:avLst/>
          </a:prstGeom>
          <a:ln w="19050">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a:stCxn id="98" idx="7"/>
          </p:cNvCxnSpPr>
          <p:nvPr/>
        </p:nvCxnSpPr>
        <p:spPr>
          <a:xfrm flipV="1">
            <a:off x="3066185" y="2718698"/>
            <a:ext cx="0" cy="614898"/>
          </a:xfrm>
          <a:prstGeom prst="line">
            <a:avLst/>
          </a:prstGeom>
          <a:ln w="19050">
            <a:solidFill>
              <a:schemeClr val="accent2"/>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3" idx="7"/>
          </p:cNvCxnSpPr>
          <p:nvPr/>
        </p:nvCxnSpPr>
        <p:spPr>
          <a:xfrm rot="10800000" flipH="1">
            <a:off x="6048360" y="2718698"/>
            <a:ext cx="1" cy="614898"/>
          </a:xfrm>
          <a:prstGeom prst="line">
            <a:avLst/>
          </a:prstGeom>
          <a:ln w="19050">
            <a:solidFill>
              <a:schemeClr val="accent4"/>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9" name="Group 88"/>
          <p:cNvGrpSpPr/>
          <p:nvPr/>
        </p:nvGrpSpPr>
        <p:grpSpPr>
          <a:xfrm>
            <a:off x="769938" y="3351119"/>
            <a:ext cx="1506506" cy="987067"/>
            <a:chOff x="590510" y="661615"/>
            <a:chExt cx="1470132" cy="536434"/>
          </a:xfrm>
        </p:grpSpPr>
        <p:sp>
          <p:nvSpPr>
            <p:cNvPr id="106" name="TextBox 105"/>
            <p:cNvSpPr txBox="1"/>
            <p:nvPr/>
          </p:nvSpPr>
          <p:spPr>
            <a:xfrm>
              <a:off x="1022864" y="661615"/>
              <a:ext cx="705500" cy="100359"/>
            </a:xfrm>
            <a:prstGeom prst="rect">
              <a:avLst/>
            </a:prstGeom>
            <a:noFill/>
          </p:spPr>
          <p:txBody>
            <a:bodyPr wrap="none" lIns="0" tIns="0" rIns="0" bIns="0" rtlCol="0" anchor="t">
              <a:spAutoFit/>
            </a:bodyPr>
            <a:lstStyle/>
            <a:p>
              <a:pPr algn="ctr"/>
              <a:r>
                <a:rPr lang="en-US" sz="1200" b="1" dirty="0">
                  <a:solidFill>
                    <a:schemeClr val="accent1"/>
                  </a:solidFill>
                </a:rPr>
                <a:t>STATISTICS</a:t>
              </a:r>
            </a:p>
          </p:txBody>
        </p:sp>
        <p:sp>
          <p:nvSpPr>
            <p:cNvPr id="107" name="TextBox 106"/>
            <p:cNvSpPr txBox="1"/>
            <p:nvPr/>
          </p:nvSpPr>
          <p:spPr>
            <a:xfrm>
              <a:off x="590510" y="779887"/>
              <a:ext cx="1470132" cy="418162"/>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10" name="Group 88"/>
          <p:cNvGrpSpPr/>
          <p:nvPr/>
        </p:nvGrpSpPr>
        <p:grpSpPr>
          <a:xfrm>
            <a:off x="3792550" y="3351119"/>
            <a:ext cx="1528341" cy="987067"/>
            <a:chOff x="569202" y="661615"/>
            <a:chExt cx="1491440" cy="536434"/>
          </a:xfrm>
        </p:grpSpPr>
        <p:sp>
          <p:nvSpPr>
            <p:cNvPr id="109" name="TextBox 108"/>
            <p:cNvSpPr txBox="1"/>
            <p:nvPr/>
          </p:nvSpPr>
          <p:spPr>
            <a:xfrm>
              <a:off x="887273" y="661615"/>
              <a:ext cx="855296" cy="100359"/>
            </a:xfrm>
            <a:prstGeom prst="rect">
              <a:avLst/>
            </a:prstGeom>
            <a:noFill/>
          </p:spPr>
          <p:txBody>
            <a:bodyPr wrap="none" lIns="0" tIns="0" rIns="0" bIns="0" rtlCol="0" anchor="t">
              <a:spAutoFit/>
            </a:bodyPr>
            <a:lstStyle/>
            <a:p>
              <a:pPr algn="ctr"/>
              <a:r>
                <a:rPr lang="en-US" sz="1200" b="1" dirty="0">
                  <a:solidFill>
                    <a:schemeClr val="accent3"/>
                  </a:solidFill>
                </a:rPr>
                <a:t>STATISTICS</a:t>
              </a:r>
            </a:p>
          </p:txBody>
        </p:sp>
        <p:sp>
          <p:nvSpPr>
            <p:cNvPr id="110" name="TextBox 109"/>
            <p:cNvSpPr txBox="1"/>
            <p:nvPr/>
          </p:nvSpPr>
          <p:spPr>
            <a:xfrm>
              <a:off x="569202" y="779887"/>
              <a:ext cx="1491440" cy="418162"/>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in variations passage of lorem ipsum available but the majority have in</a:t>
              </a:r>
              <a:br>
                <a:rPr lang="en-US" sz="1000" dirty="0">
                  <a:solidFill>
                    <a:schemeClr val="tx1">
                      <a:lumMod val="50000"/>
                      <a:lumOff val="50000"/>
                    </a:schemeClr>
                  </a:solidFill>
                </a:rPr>
              </a:br>
              <a:r>
                <a:rPr lang="en-US" sz="1000" dirty="0">
                  <a:solidFill>
                    <a:schemeClr val="tx1">
                      <a:lumMod val="50000"/>
                      <a:lumOff val="50000"/>
                    </a:schemeClr>
                  </a:solidFill>
                </a:rPr>
                <a:t> slightly</a:t>
              </a:r>
            </a:p>
          </p:txBody>
        </p:sp>
      </p:grpSp>
      <p:grpSp>
        <p:nvGrpSpPr>
          <p:cNvPr id="11" name="Group 88"/>
          <p:cNvGrpSpPr/>
          <p:nvPr/>
        </p:nvGrpSpPr>
        <p:grpSpPr>
          <a:xfrm>
            <a:off x="6790000" y="3351119"/>
            <a:ext cx="1526455" cy="987067"/>
            <a:chOff x="571042" y="661615"/>
            <a:chExt cx="1489599" cy="536434"/>
          </a:xfrm>
        </p:grpSpPr>
        <p:sp>
          <p:nvSpPr>
            <p:cNvPr id="112" name="TextBox 111"/>
            <p:cNvSpPr txBox="1"/>
            <p:nvPr/>
          </p:nvSpPr>
          <p:spPr>
            <a:xfrm>
              <a:off x="947966" y="661615"/>
              <a:ext cx="855296" cy="100359"/>
            </a:xfrm>
            <a:prstGeom prst="rect">
              <a:avLst/>
            </a:prstGeom>
            <a:noFill/>
          </p:spPr>
          <p:txBody>
            <a:bodyPr wrap="none" lIns="0" tIns="0" rIns="0" bIns="0" rtlCol="0" anchor="t">
              <a:spAutoFit/>
            </a:bodyPr>
            <a:lstStyle/>
            <a:p>
              <a:pPr algn="ctr"/>
              <a:r>
                <a:rPr lang="en-US" sz="1200" b="1" dirty="0">
                  <a:solidFill>
                    <a:schemeClr val="accent5"/>
                  </a:solidFill>
                </a:rPr>
                <a:t>STATISTICS</a:t>
              </a:r>
            </a:p>
          </p:txBody>
        </p:sp>
        <p:sp>
          <p:nvSpPr>
            <p:cNvPr id="113" name="TextBox 112"/>
            <p:cNvSpPr txBox="1"/>
            <p:nvPr/>
          </p:nvSpPr>
          <p:spPr>
            <a:xfrm>
              <a:off x="571042" y="779887"/>
              <a:ext cx="1489599" cy="418162"/>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in variations passage of lorem ipsum available but the majority have in</a:t>
              </a:r>
              <a:br>
                <a:rPr lang="en-US" sz="1000" dirty="0">
                  <a:solidFill>
                    <a:schemeClr val="tx1">
                      <a:lumMod val="50000"/>
                      <a:lumOff val="50000"/>
                    </a:schemeClr>
                  </a:solidFill>
                </a:rPr>
              </a:br>
              <a:r>
                <a:rPr lang="en-US" sz="1000" dirty="0">
                  <a:solidFill>
                    <a:schemeClr val="tx1">
                      <a:lumMod val="50000"/>
                      <a:lumOff val="50000"/>
                    </a:schemeClr>
                  </a:solidFill>
                </a:rPr>
                <a:t> slightly</a:t>
              </a:r>
            </a:p>
          </p:txBody>
        </p:sp>
      </p:grpSp>
      <p:grpSp>
        <p:nvGrpSpPr>
          <p:cNvPr id="12" name="Group 88"/>
          <p:cNvGrpSpPr/>
          <p:nvPr/>
        </p:nvGrpSpPr>
        <p:grpSpPr>
          <a:xfrm>
            <a:off x="2303204" y="1189182"/>
            <a:ext cx="1489083" cy="987067"/>
            <a:chOff x="607512" y="661615"/>
            <a:chExt cx="1453130" cy="536434"/>
          </a:xfrm>
        </p:grpSpPr>
        <p:sp>
          <p:nvSpPr>
            <p:cNvPr id="115" name="TextBox 114"/>
            <p:cNvSpPr txBox="1"/>
            <p:nvPr/>
          </p:nvSpPr>
          <p:spPr>
            <a:xfrm>
              <a:off x="947966" y="661615"/>
              <a:ext cx="855296" cy="100359"/>
            </a:xfrm>
            <a:prstGeom prst="rect">
              <a:avLst/>
            </a:prstGeom>
            <a:noFill/>
          </p:spPr>
          <p:txBody>
            <a:bodyPr wrap="none" lIns="0" tIns="0" rIns="0" bIns="0" rtlCol="0" anchor="t">
              <a:spAutoFit/>
            </a:bodyPr>
            <a:lstStyle/>
            <a:p>
              <a:pPr algn="ctr"/>
              <a:r>
                <a:rPr lang="en-US" sz="1200" b="1" dirty="0">
                  <a:solidFill>
                    <a:schemeClr val="accent2"/>
                  </a:solidFill>
                </a:rPr>
                <a:t>STATISTICS</a:t>
              </a:r>
            </a:p>
          </p:txBody>
        </p:sp>
        <p:sp>
          <p:nvSpPr>
            <p:cNvPr id="116" name="TextBox 115"/>
            <p:cNvSpPr txBox="1"/>
            <p:nvPr/>
          </p:nvSpPr>
          <p:spPr>
            <a:xfrm>
              <a:off x="607512" y="779887"/>
              <a:ext cx="1453130" cy="418162"/>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13" name="Group 88"/>
          <p:cNvGrpSpPr/>
          <p:nvPr/>
        </p:nvGrpSpPr>
        <p:grpSpPr>
          <a:xfrm>
            <a:off x="5294212" y="1246789"/>
            <a:ext cx="1490969" cy="987067"/>
            <a:chOff x="605672" y="661615"/>
            <a:chExt cx="1454970" cy="536434"/>
          </a:xfrm>
        </p:grpSpPr>
        <p:sp>
          <p:nvSpPr>
            <p:cNvPr id="118" name="TextBox 117"/>
            <p:cNvSpPr txBox="1"/>
            <p:nvPr/>
          </p:nvSpPr>
          <p:spPr>
            <a:xfrm>
              <a:off x="905508" y="661615"/>
              <a:ext cx="855296" cy="100359"/>
            </a:xfrm>
            <a:prstGeom prst="rect">
              <a:avLst/>
            </a:prstGeom>
            <a:noFill/>
          </p:spPr>
          <p:txBody>
            <a:bodyPr wrap="none" lIns="0" tIns="0" rIns="0" bIns="0" rtlCol="0" anchor="t">
              <a:spAutoFit/>
            </a:bodyPr>
            <a:lstStyle/>
            <a:p>
              <a:pPr algn="ctr"/>
              <a:r>
                <a:rPr lang="en-US" sz="1200" b="1" dirty="0">
                  <a:solidFill>
                    <a:schemeClr val="accent4"/>
                  </a:solidFill>
                </a:rPr>
                <a:t>STATISTICS</a:t>
              </a:r>
            </a:p>
          </p:txBody>
        </p:sp>
        <p:sp>
          <p:nvSpPr>
            <p:cNvPr id="119" name="TextBox 118"/>
            <p:cNvSpPr txBox="1"/>
            <p:nvPr/>
          </p:nvSpPr>
          <p:spPr>
            <a:xfrm>
              <a:off x="605672" y="779887"/>
              <a:ext cx="1454970" cy="418162"/>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14" name="Group 68"/>
          <p:cNvGrpSpPr/>
          <p:nvPr/>
        </p:nvGrpSpPr>
        <p:grpSpPr>
          <a:xfrm>
            <a:off x="1295010" y="1424373"/>
            <a:ext cx="558911" cy="558911"/>
            <a:chOff x="1295010" y="1424373"/>
            <a:chExt cx="558911" cy="558911"/>
          </a:xfrm>
        </p:grpSpPr>
        <p:sp>
          <p:nvSpPr>
            <p:cNvPr id="65" name="Teardrop 64"/>
            <p:cNvSpPr/>
            <p:nvPr/>
          </p:nvSpPr>
          <p:spPr>
            <a:xfrm rot="8100000">
              <a:off x="1295010" y="1424373"/>
              <a:ext cx="558911" cy="558911"/>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Freeform 116"/>
            <p:cNvSpPr>
              <a:spLocks noEditPoints="1"/>
            </p:cNvSpPr>
            <p:nvPr/>
          </p:nvSpPr>
          <p:spPr bwMode="auto">
            <a:xfrm>
              <a:off x="1420657" y="1575878"/>
              <a:ext cx="307301" cy="247823"/>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75"/>
          <p:cNvGrpSpPr/>
          <p:nvPr/>
        </p:nvGrpSpPr>
        <p:grpSpPr>
          <a:xfrm>
            <a:off x="4279638" y="1419610"/>
            <a:ext cx="558911" cy="558911"/>
            <a:chOff x="4279638" y="1419610"/>
            <a:chExt cx="558911" cy="558911"/>
          </a:xfrm>
        </p:grpSpPr>
        <p:sp>
          <p:nvSpPr>
            <p:cNvPr id="88" name="Teardrop 87"/>
            <p:cNvSpPr/>
            <p:nvPr/>
          </p:nvSpPr>
          <p:spPr>
            <a:xfrm rot="8100000">
              <a:off x="4279638" y="1419610"/>
              <a:ext cx="558911" cy="558911"/>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Freeform 15"/>
            <p:cNvSpPr>
              <a:spLocks noEditPoints="1"/>
            </p:cNvSpPr>
            <p:nvPr/>
          </p:nvSpPr>
          <p:spPr bwMode="auto">
            <a:xfrm>
              <a:off x="4433364" y="1598738"/>
              <a:ext cx="266700" cy="200025"/>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78"/>
          <p:cNvGrpSpPr/>
          <p:nvPr/>
        </p:nvGrpSpPr>
        <p:grpSpPr>
          <a:xfrm>
            <a:off x="7258980" y="1419610"/>
            <a:ext cx="558911" cy="558911"/>
            <a:chOff x="7258980" y="1419610"/>
            <a:chExt cx="558911" cy="558911"/>
          </a:xfrm>
        </p:grpSpPr>
        <p:sp>
          <p:nvSpPr>
            <p:cNvPr id="93" name="Teardrop 92"/>
            <p:cNvSpPr/>
            <p:nvPr/>
          </p:nvSpPr>
          <p:spPr>
            <a:xfrm rot="8100000">
              <a:off x="7258980" y="1419610"/>
              <a:ext cx="558911" cy="558911"/>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Freeform 152"/>
            <p:cNvSpPr>
              <a:spLocks noEditPoints="1"/>
            </p:cNvSpPr>
            <p:nvPr/>
          </p:nvSpPr>
          <p:spPr bwMode="auto">
            <a:xfrm>
              <a:off x="7397225" y="1605088"/>
              <a:ext cx="276028" cy="25508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76"/>
          <p:cNvGrpSpPr/>
          <p:nvPr/>
        </p:nvGrpSpPr>
        <p:grpSpPr>
          <a:xfrm>
            <a:off x="5768905" y="3449350"/>
            <a:ext cx="558911" cy="558911"/>
            <a:chOff x="5768905" y="3449350"/>
            <a:chExt cx="558911" cy="558911"/>
          </a:xfrm>
        </p:grpSpPr>
        <p:sp>
          <p:nvSpPr>
            <p:cNvPr id="103" name="Teardrop 102"/>
            <p:cNvSpPr/>
            <p:nvPr/>
          </p:nvSpPr>
          <p:spPr>
            <a:xfrm rot="18900000">
              <a:off x="5768905" y="3449350"/>
              <a:ext cx="558911" cy="558911"/>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Freeform 57"/>
            <p:cNvSpPr>
              <a:spLocks noEditPoints="1"/>
            </p:cNvSpPr>
            <p:nvPr/>
          </p:nvSpPr>
          <p:spPr bwMode="auto">
            <a:xfrm>
              <a:off x="5935988" y="3605501"/>
              <a:ext cx="231093" cy="231093"/>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72"/>
          <p:cNvGrpSpPr/>
          <p:nvPr/>
        </p:nvGrpSpPr>
        <p:grpSpPr>
          <a:xfrm>
            <a:off x="2786729" y="3449350"/>
            <a:ext cx="558911" cy="558911"/>
            <a:chOff x="2786729" y="3449350"/>
            <a:chExt cx="558911" cy="558911"/>
          </a:xfrm>
        </p:grpSpPr>
        <p:sp>
          <p:nvSpPr>
            <p:cNvPr id="98" name="Teardrop 97"/>
            <p:cNvSpPr/>
            <p:nvPr/>
          </p:nvSpPr>
          <p:spPr>
            <a:xfrm rot="18900000">
              <a:off x="2786729" y="3449350"/>
              <a:ext cx="558911" cy="558911"/>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Freeform 105"/>
            <p:cNvSpPr>
              <a:spLocks noEditPoints="1"/>
            </p:cNvSpPr>
            <p:nvPr/>
          </p:nvSpPr>
          <p:spPr bwMode="auto">
            <a:xfrm>
              <a:off x="2965282" y="3615692"/>
              <a:ext cx="224150" cy="220902"/>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8" presetClass="entr" presetSubtype="3" fill="hold" nodeType="after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strips(upRight)">
                                      <p:cBhvr>
                                        <p:cTn id="12" dur="500"/>
                                        <p:tgtEl>
                                          <p:spTgt spid="75"/>
                                        </p:tgtEl>
                                      </p:cBhvr>
                                    </p:animEffect>
                                  </p:childTnLst>
                                </p:cTn>
                              </p:par>
                            </p:childTnLst>
                          </p:cTn>
                        </p:par>
                        <p:par>
                          <p:cTn id="13" fill="hold">
                            <p:stCondLst>
                              <p:cond delay="1000"/>
                            </p:stCondLst>
                            <p:childTnLst>
                              <p:par>
                                <p:cTn id="14" presetID="2" presetClass="entr" presetSubtype="1" accel="50000" decel="50000" fill="hold" nodeType="after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additive="base">
                                        <p:cTn id="16" dur="500" fill="hold"/>
                                        <p:tgtEl>
                                          <p:spTgt spid="14"/>
                                        </p:tgtEl>
                                        <p:attrNameLst>
                                          <p:attrName>ppt_x</p:attrName>
                                        </p:attrNameLst>
                                      </p:cBhvr>
                                      <p:tavLst>
                                        <p:tav tm="0">
                                          <p:val>
                                            <p:strVal val="#ppt_x"/>
                                          </p:val>
                                        </p:tav>
                                        <p:tav tm="100000">
                                          <p:val>
                                            <p:strVal val="#ppt_x"/>
                                          </p:val>
                                        </p:tav>
                                      </p:tavLst>
                                    </p:anim>
                                    <p:anim calcmode="lin" valueType="num">
                                      <p:cBhvr additive="base">
                                        <p:cTn id="17" dur="500" fill="hold"/>
                                        <p:tgtEl>
                                          <p:spTgt spid="14"/>
                                        </p:tgtEl>
                                        <p:attrNameLst>
                                          <p:attrName>ppt_y</p:attrName>
                                        </p:attrNameLst>
                                      </p:cBhvr>
                                      <p:tavLst>
                                        <p:tav tm="0">
                                          <p:val>
                                            <p:strVal val="0-#ppt_h/2"/>
                                          </p:val>
                                        </p:tav>
                                        <p:tav tm="100000">
                                          <p:val>
                                            <p:strVal val="#ppt_y"/>
                                          </p:val>
                                        </p:tav>
                                      </p:tavLst>
                                    </p:anim>
                                  </p:childTnLst>
                                </p:cTn>
                              </p:par>
                            </p:childTnLst>
                          </p:cTn>
                        </p:par>
                        <p:par>
                          <p:cTn id="18" fill="hold">
                            <p:stCondLst>
                              <p:cond delay="15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67"/>
                                        </p:tgtEl>
                                        <p:attrNameLst>
                                          <p:attrName>style.visibility</p:attrName>
                                        </p:attrNameLst>
                                      </p:cBhvr>
                                      <p:to>
                                        <p:strVal val="visible"/>
                                      </p:to>
                                    </p:set>
                                    <p:anim calcmode="lin" valueType="num">
                                      <p:cBhvr additive="base">
                                        <p:cTn id="21" dur="500" fill="hold"/>
                                        <p:tgtEl>
                                          <p:spTgt spid="67"/>
                                        </p:tgtEl>
                                        <p:attrNameLst>
                                          <p:attrName>ppt_x</p:attrName>
                                        </p:attrNameLst>
                                      </p:cBhvr>
                                      <p:tavLst>
                                        <p:tav tm="0">
                                          <p:val>
                                            <p:strVal val="#ppt_x"/>
                                          </p:val>
                                        </p:tav>
                                        <p:tav tm="100000">
                                          <p:val>
                                            <p:strVal val="#ppt_x"/>
                                          </p:val>
                                        </p:tav>
                                      </p:tavLst>
                                    </p:anim>
                                    <p:anim calcmode="lin" valueType="num">
                                      <p:cBhvr additive="base">
                                        <p:cTn id="22" dur="500" fill="hold"/>
                                        <p:tgtEl>
                                          <p:spTgt spid="67"/>
                                        </p:tgtEl>
                                        <p:attrNameLst>
                                          <p:attrName>ppt_y</p:attrName>
                                        </p:attrNameLst>
                                      </p:cBhvr>
                                      <p:tavLst>
                                        <p:tav tm="0">
                                          <p:val>
                                            <p:strVal val="1+#ppt_h/2"/>
                                          </p:val>
                                        </p:tav>
                                        <p:tav tm="100000">
                                          <p:val>
                                            <p:strVal val="#ppt_y"/>
                                          </p:val>
                                        </p:tav>
                                      </p:tavLst>
                                    </p:anim>
                                  </p:childTnLst>
                                </p:cTn>
                              </p:par>
                              <p:par>
                                <p:cTn id="23" presetID="42" presetClass="entr" presetSubtype="0"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anim calcmode="lin" valueType="num">
                                      <p:cBhvr>
                                        <p:cTn id="26" dur="500" fill="hold"/>
                                        <p:tgtEl>
                                          <p:spTgt spid="9"/>
                                        </p:tgtEl>
                                        <p:attrNameLst>
                                          <p:attrName>ppt_x</p:attrName>
                                        </p:attrNameLst>
                                      </p:cBhvr>
                                      <p:tavLst>
                                        <p:tav tm="0">
                                          <p:val>
                                            <p:strVal val="#ppt_x"/>
                                          </p:val>
                                        </p:tav>
                                        <p:tav tm="100000">
                                          <p:val>
                                            <p:strVal val="#ppt_x"/>
                                          </p:val>
                                        </p:tav>
                                      </p:tavLst>
                                    </p:anim>
                                    <p:anim calcmode="lin" valueType="num">
                                      <p:cBhvr>
                                        <p:cTn id="27" dur="500" fill="hold"/>
                                        <p:tgtEl>
                                          <p:spTgt spid="9"/>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2" presetClass="entr" presetSubtype="8" accel="50000" decel="5000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0-#ppt_w/2"/>
                                          </p:val>
                                        </p:tav>
                                        <p:tav tm="100000">
                                          <p:val>
                                            <p:strVal val="#ppt_x"/>
                                          </p:val>
                                        </p:tav>
                                      </p:tavLst>
                                    </p:anim>
                                    <p:anim calcmode="lin" valueType="num">
                                      <p:cBhvr additive="base">
                                        <p:cTn id="32" dur="500" fill="hold"/>
                                        <p:tgtEl>
                                          <p:spTgt spid="5"/>
                                        </p:tgtEl>
                                        <p:attrNameLst>
                                          <p:attrName>ppt_y</p:attrName>
                                        </p:attrNameLst>
                                      </p:cBhvr>
                                      <p:tavLst>
                                        <p:tav tm="0">
                                          <p:val>
                                            <p:strVal val="#ppt_y"/>
                                          </p:val>
                                        </p:tav>
                                        <p:tav tm="100000">
                                          <p:val>
                                            <p:strVal val="#ppt_y"/>
                                          </p:val>
                                        </p:tav>
                                      </p:tavLst>
                                    </p:anim>
                                  </p:childTnLst>
                                </p:cTn>
                              </p:par>
                            </p:childTnLst>
                          </p:cTn>
                        </p:par>
                        <p:par>
                          <p:cTn id="33" fill="hold">
                            <p:stCondLst>
                              <p:cond delay="2500"/>
                            </p:stCondLst>
                            <p:childTnLst>
                              <p:par>
                                <p:cTn id="34" presetID="18" presetClass="entr" presetSubtype="3" fill="hold" nodeType="afterEffect">
                                  <p:stCondLst>
                                    <p:cond delay="0"/>
                                  </p:stCondLst>
                                  <p:childTnLst>
                                    <p:set>
                                      <p:cBhvr>
                                        <p:cTn id="35" dur="1" fill="hold">
                                          <p:stCondLst>
                                            <p:cond delay="0"/>
                                          </p:stCondLst>
                                        </p:cTn>
                                        <p:tgtEl>
                                          <p:spTgt spid="96"/>
                                        </p:tgtEl>
                                        <p:attrNameLst>
                                          <p:attrName>style.visibility</p:attrName>
                                        </p:attrNameLst>
                                      </p:cBhvr>
                                      <p:to>
                                        <p:strVal val="visible"/>
                                      </p:to>
                                    </p:set>
                                    <p:animEffect transition="in" filter="strips(upRight)">
                                      <p:cBhvr>
                                        <p:cTn id="36" dur="500"/>
                                        <p:tgtEl>
                                          <p:spTgt spid="96"/>
                                        </p:tgtEl>
                                      </p:cBhvr>
                                    </p:animEffect>
                                  </p:childTnLst>
                                </p:cTn>
                              </p:par>
                            </p:childTnLst>
                          </p:cTn>
                        </p:par>
                        <p:par>
                          <p:cTn id="37" fill="hold">
                            <p:stCondLst>
                              <p:cond delay="3000"/>
                            </p:stCondLst>
                            <p:childTnLst>
                              <p:par>
                                <p:cTn id="38" presetID="2" presetClass="entr" presetSubtype="4" accel="50000" decel="50000" fill="hold" nodeType="afterEffect">
                                  <p:stCondLst>
                                    <p:cond delay="0"/>
                                  </p:stCondLst>
                                  <p:childTnLst>
                                    <p:set>
                                      <p:cBhvr>
                                        <p:cTn id="39" dur="1" fill="hold">
                                          <p:stCondLst>
                                            <p:cond delay="0"/>
                                          </p:stCondLst>
                                        </p:cTn>
                                        <p:tgtEl>
                                          <p:spTgt spid="18"/>
                                        </p:tgtEl>
                                        <p:attrNameLst>
                                          <p:attrName>style.visibility</p:attrName>
                                        </p:attrNameLst>
                                      </p:cBhvr>
                                      <p:to>
                                        <p:strVal val="visible"/>
                                      </p:to>
                                    </p:set>
                                    <p:anim calcmode="lin" valueType="num">
                                      <p:cBhvr additive="base">
                                        <p:cTn id="40" dur="500" fill="hold"/>
                                        <p:tgtEl>
                                          <p:spTgt spid="18"/>
                                        </p:tgtEl>
                                        <p:attrNameLst>
                                          <p:attrName>ppt_x</p:attrName>
                                        </p:attrNameLst>
                                      </p:cBhvr>
                                      <p:tavLst>
                                        <p:tav tm="0">
                                          <p:val>
                                            <p:strVal val="#ppt_x"/>
                                          </p:val>
                                        </p:tav>
                                        <p:tav tm="100000">
                                          <p:val>
                                            <p:strVal val="#ppt_x"/>
                                          </p:val>
                                        </p:tav>
                                      </p:tavLst>
                                    </p:anim>
                                    <p:anim calcmode="lin" valueType="num">
                                      <p:cBhvr additive="base">
                                        <p:cTn id="41" dur="500" fill="hold"/>
                                        <p:tgtEl>
                                          <p:spTgt spid="18"/>
                                        </p:tgtEl>
                                        <p:attrNameLst>
                                          <p:attrName>ppt_y</p:attrName>
                                        </p:attrNameLst>
                                      </p:cBhvr>
                                      <p:tavLst>
                                        <p:tav tm="0">
                                          <p:val>
                                            <p:strVal val="1+#ppt_h/2"/>
                                          </p:val>
                                        </p:tav>
                                        <p:tav tm="100000">
                                          <p:val>
                                            <p:strVal val="#ppt_y"/>
                                          </p:val>
                                        </p:tav>
                                      </p:tavLst>
                                    </p:anim>
                                  </p:childTnLst>
                                </p:cTn>
                              </p:par>
                            </p:childTnLst>
                          </p:cTn>
                        </p:par>
                        <p:par>
                          <p:cTn id="42" fill="hold">
                            <p:stCondLst>
                              <p:cond delay="3500"/>
                            </p:stCondLst>
                            <p:childTnLst>
                              <p:par>
                                <p:cTn id="43" presetID="2" presetClass="entr" presetSubtype="1" accel="50000" decel="50000" fill="hold" grpId="0" nodeType="afterEffect">
                                  <p:stCondLst>
                                    <p:cond delay="0"/>
                                  </p:stCondLst>
                                  <p:childTnLst>
                                    <p:set>
                                      <p:cBhvr>
                                        <p:cTn id="44" dur="1" fill="hold">
                                          <p:stCondLst>
                                            <p:cond delay="0"/>
                                          </p:stCondLst>
                                        </p:cTn>
                                        <p:tgtEl>
                                          <p:spTgt spid="70"/>
                                        </p:tgtEl>
                                        <p:attrNameLst>
                                          <p:attrName>style.visibility</p:attrName>
                                        </p:attrNameLst>
                                      </p:cBhvr>
                                      <p:to>
                                        <p:strVal val="visible"/>
                                      </p:to>
                                    </p:set>
                                    <p:anim calcmode="lin" valueType="num">
                                      <p:cBhvr additive="base">
                                        <p:cTn id="45" dur="500" fill="hold"/>
                                        <p:tgtEl>
                                          <p:spTgt spid="70"/>
                                        </p:tgtEl>
                                        <p:attrNameLst>
                                          <p:attrName>ppt_x</p:attrName>
                                        </p:attrNameLst>
                                      </p:cBhvr>
                                      <p:tavLst>
                                        <p:tav tm="0">
                                          <p:val>
                                            <p:strVal val="#ppt_x"/>
                                          </p:val>
                                        </p:tav>
                                        <p:tav tm="100000">
                                          <p:val>
                                            <p:strVal val="#ppt_x"/>
                                          </p:val>
                                        </p:tav>
                                      </p:tavLst>
                                    </p:anim>
                                    <p:anim calcmode="lin" valueType="num">
                                      <p:cBhvr additive="base">
                                        <p:cTn id="46" dur="500" fill="hold"/>
                                        <p:tgtEl>
                                          <p:spTgt spid="70"/>
                                        </p:tgtEl>
                                        <p:attrNameLst>
                                          <p:attrName>ppt_y</p:attrName>
                                        </p:attrNameLst>
                                      </p:cBhvr>
                                      <p:tavLst>
                                        <p:tav tm="0">
                                          <p:val>
                                            <p:strVal val="0-#ppt_h/2"/>
                                          </p:val>
                                        </p:tav>
                                        <p:tav tm="100000">
                                          <p:val>
                                            <p:strVal val="#ppt_y"/>
                                          </p:val>
                                        </p:tav>
                                      </p:tavLst>
                                    </p:anim>
                                  </p:childTnLst>
                                </p:cTn>
                              </p:par>
                              <p:par>
                                <p:cTn id="47" presetID="47"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anim calcmode="lin" valueType="num">
                                      <p:cBhvr>
                                        <p:cTn id="50" dur="500" fill="hold"/>
                                        <p:tgtEl>
                                          <p:spTgt spid="12"/>
                                        </p:tgtEl>
                                        <p:attrNameLst>
                                          <p:attrName>ppt_x</p:attrName>
                                        </p:attrNameLst>
                                      </p:cBhvr>
                                      <p:tavLst>
                                        <p:tav tm="0">
                                          <p:val>
                                            <p:strVal val="#ppt_x"/>
                                          </p:val>
                                        </p:tav>
                                        <p:tav tm="100000">
                                          <p:val>
                                            <p:strVal val="#ppt_x"/>
                                          </p:val>
                                        </p:tav>
                                      </p:tavLst>
                                    </p:anim>
                                    <p:anim calcmode="lin" valueType="num">
                                      <p:cBhvr>
                                        <p:cTn id="51" dur="500" fill="hold"/>
                                        <p:tgtEl>
                                          <p:spTgt spid="12"/>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2" presetClass="entr" presetSubtype="8" accel="50000" decel="50000" fill="hold" nodeType="after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500" fill="hold"/>
                                        <p:tgtEl>
                                          <p:spTgt spid="6"/>
                                        </p:tgtEl>
                                        <p:attrNameLst>
                                          <p:attrName>ppt_x</p:attrName>
                                        </p:attrNameLst>
                                      </p:cBhvr>
                                      <p:tavLst>
                                        <p:tav tm="0">
                                          <p:val>
                                            <p:strVal val="0-#ppt_w/2"/>
                                          </p:val>
                                        </p:tav>
                                        <p:tav tm="100000">
                                          <p:val>
                                            <p:strVal val="#ppt_x"/>
                                          </p:val>
                                        </p:tav>
                                      </p:tavLst>
                                    </p:anim>
                                    <p:anim calcmode="lin" valueType="num">
                                      <p:cBhvr additive="base">
                                        <p:cTn id="56" dur="500" fill="hold"/>
                                        <p:tgtEl>
                                          <p:spTgt spid="6"/>
                                        </p:tgtEl>
                                        <p:attrNameLst>
                                          <p:attrName>ppt_y</p:attrName>
                                        </p:attrNameLst>
                                      </p:cBhvr>
                                      <p:tavLst>
                                        <p:tav tm="0">
                                          <p:val>
                                            <p:strVal val="#ppt_y"/>
                                          </p:val>
                                        </p:tav>
                                        <p:tav tm="100000">
                                          <p:val>
                                            <p:strVal val="#ppt_y"/>
                                          </p:val>
                                        </p:tav>
                                      </p:tavLst>
                                    </p:anim>
                                  </p:childTnLst>
                                </p:cTn>
                              </p:par>
                            </p:childTnLst>
                          </p:cTn>
                        </p:par>
                        <p:par>
                          <p:cTn id="57" fill="hold">
                            <p:stCondLst>
                              <p:cond delay="4500"/>
                            </p:stCondLst>
                            <p:childTnLst>
                              <p:par>
                                <p:cTn id="58" presetID="18" presetClass="entr" presetSubtype="12" fill="hold" nodeType="afterEffect">
                                  <p:stCondLst>
                                    <p:cond delay="0"/>
                                  </p:stCondLst>
                                  <p:childTnLst>
                                    <p:set>
                                      <p:cBhvr>
                                        <p:cTn id="59" dur="1" fill="hold">
                                          <p:stCondLst>
                                            <p:cond delay="0"/>
                                          </p:stCondLst>
                                        </p:cTn>
                                        <p:tgtEl>
                                          <p:spTgt spid="86"/>
                                        </p:tgtEl>
                                        <p:attrNameLst>
                                          <p:attrName>style.visibility</p:attrName>
                                        </p:attrNameLst>
                                      </p:cBhvr>
                                      <p:to>
                                        <p:strVal val="visible"/>
                                      </p:to>
                                    </p:set>
                                    <p:animEffect transition="in" filter="strips(downLeft)">
                                      <p:cBhvr>
                                        <p:cTn id="60" dur="500"/>
                                        <p:tgtEl>
                                          <p:spTgt spid="86"/>
                                        </p:tgtEl>
                                      </p:cBhvr>
                                    </p:animEffect>
                                  </p:childTnLst>
                                </p:cTn>
                              </p:par>
                            </p:childTnLst>
                          </p:cTn>
                        </p:par>
                        <p:par>
                          <p:cTn id="61" fill="hold">
                            <p:stCondLst>
                              <p:cond delay="5000"/>
                            </p:stCondLst>
                            <p:childTnLst>
                              <p:par>
                                <p:cTn id="62" presetID="2" presetClass="entr" presetSubtype="1" accel="50000" decel="50000" fill="hold" nodeType="after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500" fill="hold"/>
                                        <p:tgtEl>
                                          <p:spTgt spid="15"/>
                                        </p:tgtEl>
                                        <p:attrNameLst>
                                          <p:attrName>ppt_x</p:attrName>
                                        </p:attrNameLst>
                                      </p:cBhvr>
                                      <p:tavLst>
                                        <p:tav tm="0">
                                          <p:val>
                                            <p:strVal val="#ppt_x"/>
                                          </p:val>
                                        </p:tav>
                                        <p:tav tm="100000">
                                          <p:val>
                                            <p:strVal val="#ppt_x"/>
                                          </p:val>
                                        </p:tav>
                                      </p:tavLst>
                                    </p:anim>
                                    <p:anim calcmode="lin" valueType="num">
                                      <p:cBhvr additive="base">
                                        <p:cTn id="65" dur="500" fill="hold"/>
                                        <p:tgtEl>
                                          <p:spTgt spid="15"/>
                                        </p:tgtEl>
                                        <p:attrNameLst>
                                          <p:attrName>ppt_y</p:attrName>
                                        </p:attrNameLst>
                                      </p:cBhvr>
                                      <p:tavLst>
                                        <p:tav tm="0">
                                          <p:val>
                                            <p:strVal val="0-#ppt_h/2"/>
                                          </p:val>
                                        </p:tav>
                                        <p:tav tm="100000">
                                          <p:val>
                                            <p:strVal val="#ppt_y"/>
                                          </p:val>
                                        </p:tav>
                                      </p:tavLst>
                                    </p:anim>
                                  </p:childTnLst>
                                </p:cTn>
                              </p:par>
                            </p:childTnLst>
                          </p:cTn>
                        </p:par>
                        <p:par>
                          <p:cTn id="66" fill="hold">
                            <p:stCondLst>
                              <p:cond delay="5500"/>
                            </p:stCondLst>
                            <p:childTnLst>
                              <p:par>
                                <p:cTn id="67" presetID="2" presetClass="entr" presetSubtype="4" accel="50000" decel="50000" fill="hold" grpId="0" nodeType="afterEffect">
                                  <p:stCondLst>
                                    <p:cond delay="0"/>
                                  </p:stCondLst>
                                  <p:childTnLst>
                                    <p:set>
                                      <p:cBhvr>
                                        <p:cTn id="68" dur="1" fill="hold">
                                          <p:stCondLst>
                                            <p:cond delay="0"/>
                                          </p:stCondLst>
                                        </p:cTn>
                                        <p:tgtEl>
                                          <p:spTgt spid="71"/>
                                        </p:tgtEl>
                                        <p:attrNameLst>
                                          <p:attrName>style.visibility</p:attrName>
                                        </p:attrNameLst>
                                      </p:cBhvr>
                                      <p:to>
                                        <p:strVal val="visible"/>
                                      </p:to>
                                    </p:set>
                                    <p:anim calcmode="lin" valueType="num">
                                      <p:cBhvr additive="base">
                                        <p:cTn id="69" dur="500" fill="hold"/>
                                        <p:tgtEl>
                                          <p:spTgt spid="71"/>
                                        </p:tgtEl>
                                        <p:attrNameLst>
                                          <p:attrName>ppt_x</p:attrName>
                                        </p:attrNameLst>
                                      </p:cBhvr>
                                      <p:tavLst>
                                        <p:tav tm="0">
                                          <p:val>
                                            <p:strVal val="#ppt_x"/>
                                          </p:val>
                                        </p:tav>
                                        <p:tav tm="100000">
                                          <p:val>
                                            <p:strVal val="#ppt_x"/>
                                          </p:val>
                                        </p:tav>
                                      </p:tavLst>
                                    </p:anim>
                                    <p:anim calcmode="lin" valueType="num">
                                      <p:cBhvr additive="base">
                                        <p:cTn id="70" dur="500" fill="hold"/>
                                        <p:tgtEl>
                                          <p:spTgt spid="71"/>
                                        </p:tgtEl>
                                        <p:attrNameLst>
                                          <p:attrName>ppt_y</p:attrName>
                                        </p:attrNameLst>
                                      </p:cBhvr>
                                      <p:tavLst>
                                        <p:tav tm="0">
                                          <p:val>
                                            <p:strVal val="1+#ppt_h/2"/>
                                          </p:val>
                                        </p:tav>
                                        <p:tav tm="100000">
                                          <p:val>
                                            <p:strVal val="#ppt_y"/>
                                          </p:val>
                                        </p:tav>
                                      </p:tavLst>
                                    </p:anim>
                                  </p:childTnLst>
                                </p:cTn>
                              </p:par>
                              <p:par>
                                <p:cTn id="71" presetID="42" presetClass="entr" presetSubtype="0" fill="hold"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fade">
                                      <p:cBhvr>
                                        <p:cTn id="73" dur="500"/>
                                        <p:tgtEl>
                                          <p:spTgt spid="10"/>
                                        </p:tgtEl>
                                      </p:cBhvr>
                                    </p:animEffect>
                                    <p:anim calcmode="lin" valueType="num">
                                      <p:cBhvr>
                                        <p:cTn id="74" dur="500" fill="hold"/>
                                        <p:tgtEl>
                                          <p:spTgt spid="10"/>
                                        </p:tgtEl>
                                        <p:attrNameLst>
                                          <p:attrName>ppt_x</p:attrName>
                                        </p:attrNameLst>
                                      </p:cBhvr>
                                      <p:tavLst>
                                        <p:tav tm="0">
                                          <p:val>
                                            <p:strVal val="#ppt_x"/>
                                          </p:val>
                                        </p:tav>
                                        <p:tav tm="100000">
                                          <p:val>
                                            <p:strVal val="#ppt_x"/>
                                          </p:val>
                                        </p:tav>
                                      </p:tavLst>
                                    </p:anim>
                                    <p:anim calcmode="lin" valueType="num">
                                      <p:cBhvr>
                                        <p:cTn id="75" dur="500" fill="hold"/>
                                        <p:tgtEl>
                                          <p:spTgt spid="10"/>
                                        </p:tgtEl>
                                        <p:attrNameLst>
                                          <p:attrName>ppt_y</p:attrName>
                                        </p:attrNameLst>
                                      </p:cBhvr>
                                      <p:tavLst>
                                        <p:tav tm="0">
                                          <p:val>
                                            <p:strVal val="#ppt_y+.1"/>
                                          </p:val>
                                        </p:tav>
                                        <p:tav tm="100000">
                                          <p:val>
                                            <p:strVal val="#ppt_y"/>
                                          </p:val>
                                        </p:tav>
                                      </p:tavLst>
                                    </p:anim>
                                  </p:childTnLst>
                                </p:cTn>
                              </p:par>
                            </p:childTnLst>
                          </p:cTn>
                        </p:par>
                        <p:par>
                          <p:cTn id="76" fill="hold">
                            <p:stCondLst>
                              <p:cond delay="6000"/>
                            </p:stCondLst>
                            <p:childTnLst>
                              <p:par>
                                <p:cTn id="77" presetID="2" presetClass="entr" presetSubtype="8" accel="50000" decel="50000" fill="hold" nodeType="afterEffect">
                                  <p:stCondLst>
                                    <p:cond delay="0"/>
                                  </p:stCondLst>
                                  <p:childTnLst>
                                    <p:set>
                                      <p:cBhvr>
                                        <p:cTn id="78" dur="1" fill="hold">
                                          <p:stCondLst>
                                            <p:cond delay="0"/>
                                          </p:stCondLst>
                                        </p:cTn>
                                        <p:tgtEl>
                                          <p:spTgt spid="7"/>
                                        </p:tgtEl>
                                        <p:attrNameLst>
                                          <p:attrName>style.visibility</p:attrName>
                                        </p:attrNameLst>
                                      </p:cBhvr>
                                      <p:to>
                                        <p:strVal val="visible"/>
                                      </p:to>
                                    </p:set>
                                    <p:anim calcmode="lin" valueType="num">
                                      <p:cBhvr additive="base">
                                        <p:cTn id="79" dur="500" fill="hold"/>
                                        <p:tgtEl>
                                          <p:spTgt spid="7"/>
                                        </p:tgtEl>
                                        <p:attrNameLst>
                                          <p:attrName>ppt_x</p:attrName>
                                        </p:attrNameLst>
                                      </p:cBhvr>
                                      <p:tavLst>
                                        <p:tav tm="0">
                                          <p:val>
                                            <p:strVal val="0-#ppt_w/2"/>
                                          </p:val>
                                        </p:tav>
                                        <p:tav tm="100000">
                                          <p:val>
                                            <p:strVal val="#ppt_x"/>
                                          </p:val>
                                        </p:tav>
                                      </p:tavLst>
                                    </p:anim>
                                    <p:anim calcmode="lin" valueType="num">
                                      <p:cBhvr additive="base">
                                        <p:cTn id="80" dur="500" fill="hold"/>
                                        <p:tgtEl>
                                          <p:spTgt spid="7"/>
                                        </p:tgtEl>
                                        <p:attrNameLst>
                                          <p:attrName>ppt_y</p:attrName>
                                        </p:attrNameLst>
                                      </p:cBhvr>
                                      <p:tavLst>
                                        <p:tav tm="0">
                                          <p:val>
                                            <p:strVal val="#ppt_y"/>
                                          </p:val>
                                        </p:tav>
                                        <p:tav tm="100000">
                                          <p:val>
                                            <p:strVal val="#ppt_y"/>
                                          </p:val>
                                        </p:tav>
                                      </p:tavLst>
                                    </p:anim>
                                  </p:childTnLst>
                                </p:cTn>
                              </p:par>
                            </p:childTnLst>
                          </p:cTn>
                        </p:par>
                        <p:par>
                          <p:cTn id="81" fill="hold">
                            <p:stCondLst>
                              <p:cond delay="6500"/>
                            </p:stCondLst>
                            <p:childTnLst>
                              <p:par>
                                <p:cTn id="82" presetID="18" presetClass="entr" presetSubtype="3" fill="hold" nodeType="afterEffect">
                                  <p:stCondLst>
                                    <p:cond delay="0"/>
                                  </p:stCondLst>
                                  <p:childTnLst>
                                    <p:set>
                                      <p:cBhvr>
                                        <p:cTn id="83" dur="1" fill="hold">
                                          <p:stCondLst>
                                            <p:cond delay="0"/>
                                          </p:stCondLst>
                                        </p:cTn>
                                        <p:tgtEl>
                                          <p:spTgt spid="101"/>
                                        </p:tgtEl>
                                        <p:attrNameLst>
                                          <p:attrName>style.visibility</p:attrName>
                                        </p:attrNameLst>
                                      </p:cBhvr>
                                      <p:to>
                                        <p:strVal val="visible"/>
                                      </p:to>
                                    </p:set>
                                    <p:animEffect transition="in" filter="strips(upRight)">
                                      <p:cBhvr>
                                        <p:cTn id="84" dur="500"/>
                                        <p:tgtEl>
                                          <p:spTgt spid="101"/>
                                        </p:tgtEl>
                                      </p:cBhvr>
                                    </p:animEffect>
                                  </p:childTnLst>
                                </p:cTn>
                              </p:par>
                            </p:childTnLst>
                          </p:cTn>
                        </p:par>
                        <p:par>
                          <p:cTn id="85" fill="hold">
                            <p:stCondLst>
                              <p:cond delay="7000"/>
                            </p:stCondLst>
                            <p:childTnLst>
                              <p:par>
                                <p:cTn id="86" presetID="2" presetClass="entr" presetSubtype="4" accel="50000" decel="50000" fill="hold" nodeType="afterEffect">
                                  <p:stCondLst>
                                    <p:cond delay="0"/>
                                  </p:stCondLst>
                                  <p:childTnLst>
                                    <p:set>
                                      <p:cBhvr>
                                        <p:cTn id="87" dur="1" fill="hold">
                                          <p:stCondLst>
                                            <p:cond delay="0"/>
                                          </p:stCondLst>
                                        </p:cTn>
                                        <p:tgtEl>
                                          <p:spTgt spid="17"/>
                                        </p:tgtEl>
                                        <p:attrNameLst>
                                          <p:attrName>style.visibility</p:attrName>
                                        </p:attrNameLst>
                                      </p:cBhvr>
                                      <p:to>
                                        <p:strVal val="visible"/>
                                      </p:to>
                                    </p:set>
                                    <p:anim calcmode="lin" valueType="num">
                                      <p:cBhvr additive="base">
                                        <p:cTn id="88" dur="500" fill="hold"/>
                                        <p:tgtEl>
                                          <p:spTgt spid="17"/>
                                        </p:tgtEl>
                                        <p:attrNameLst>
                                          <p:attrName>ppt_x</p:attrName>
                                        </p:attrNameLst>
                                      </p:cBhvr>
                                      <p:tavLst>
                                        <p:tav tm="0">
                                          <p:val>
                                            <p:strVal val="#ppt_x"/>
                                          </p:val>
                                        </p:tav>
                                        <p:tav tm="100000">
                                          <p:val>
                                            <p:strVal val="#ppt_x"/>
                                          </p:val>
                                        </p:tav>
                                      </p:tavLst>
                                    </p:anim>
                                    <p:anim calcmode="lin" valueType="num">
                                      <p:cBhvr additive="base">
                                        <p:cTn id="89" dur="500" fill="hold"/>
                                        <p:tgtEl>
                                          <p:spTgt spid="17"/>
                                        </p:tgtEl>
                                        <p:attrNameLst>
                                          <p:attrName>ppt_y</p:attrName>
                                        </p:attrNameLst>
                                      </p:cBhvr>
                                      <p:tavLst>
                                        <p:tav tm="0">
                                          <p:val>
                                            <p:strVal val="1+#ppt_h/2"/>
                                          </p:val>
                                        </p:tav>
                                        <p:tav tm="100000">
                                          <p:val>
                                            <p:strVal val="#ppt_y"/>
                                          </p:val>
                                        </p:tav>
                                      </p:tavLst>
                                    </p:anim>
                                  </p:childTnLst>
                                </p:cTn>
                              </p:par>
                            </p:childTnLst>
                          </p:cTn>
                        </p:par>
                        <p:par>
                          <p:cTn id="90" fill="hold">
                            <p:stCondLst>
                              <p:cond delay="7500"/>
                            </p:stCondLst>
                            <p:childTnLst>
                              <p:par>
                                <p:cTn id="91" presetID="2" presetClass="entr" presetSubtype="1" accel="50000" decel="50000" fill="hold" grpId="0" nodeType="afterEffect">
                                  <p:stCondLst>
                                    <p:cond delay="0"/>
                                  </p:stCondLst>
                                  <p:childTnLst>
                                    <p:set>
                                      <p:cBhvr>
                                        <p:cTn id="92" dur="1" fill="hold">
                                          <p:stCondLst>
                                            <p:cond delay="0"/>
                                          </p:stCondLst>
                                        </p:cTn>
                                        <p:tgtEl>
                                          <p:spTgt spid="72"/>
                                        </p:tgtEl>
                                        <p:attrNameLst>
                                          <p:attrName>style.visibility</p:attrName>
                                        </p:attrNameLst>
                                      </p:cBhvr>
                                      <p:to>
                                        <p:strVal val="visible"/>
                                      </p:to>
                                    </p:set>
                                    <p:anim calcmode="lin" valueType="num">
                                      <p:cBhvr additive="base">
                                        <p:cTn id="93" dur="500" fill="hold"/>
                                        <p:tgtEl>
                                          <p:spTgt spid="72"/>
                                        </p:tgtEl>
                                        <p:attrNameLst>
                                          <p:attrName>ppt_x</p:attrName>
                                        </p:attrNameLst>
                                      </p:cBhvr>
                                      <p:tavLst>
                                        <p:tav tm="0">
                                          <p:val>
                                            <p:strVal val="#ppt_x"/>
                                          </p:val>
                                        </p:tav>
                                        <p:tav tm="100000">
                                          <p:val>
                                            <p:strVal val="#ppt_x"/>
                                          </p:val>
                                        </p:tav>
                                      </p:tavLst>
                                    </p:anim>
                                    <p:anim calcmode="lin" valueType="num">
                                      <p:cBhvr additive="base">
                                        <p:cTn id="94" dur="500" fill="hold"/>
                                        <p:tgtEl>
                                          <p:spTgt spid="72"/>
                                        </p:tgtEl>
                                        <p:attrNameLst>
                                          <p:attrName>ppt_y</p:attrName>
                                        </p:attrNameLst>
                                      </p:cBhvr>
                                      <p:tavLst>
                                        <p:tav tm="0">
                                          <p:val>
                                            <p:strVal val="0-#ppt_h/2"/>
                                          </p:val>
                                        </p:tav>
                                        <p:tav tm="100000">
                                          <p:val>
                                            <p:strVal val="#ppt_y"/>
                                          </p:val>
                                        </p:tav>
                                      </p:tavLst>
                                    </p:anim>
                                  </p:childTnLst>
                                </p:cTn>
                              </p:par>
                              <p:par>
                                <p:cTn id="95" presetID="47" presetClass="entr" presetSubtype="0" fill="hold" nodeType="withEffect">
                                  <p:stCondLst>
                                    <p:cond delay="0"/>
                                  </p:stCondLst>
                                  <p:childTnLst>
                                    <p:set>
                                      <p:cBhvr>
                                        <p:cTn id="96" dur="1" fill="hold">
                                          <p:stCondLst>
                                            <p:cond delay="0"/>
                                          </p:stCondLst>
                                        </p:cTn>
                                        <p:tgtEl>
                                          <p:spTgt spid="13"/>
                                        </p:tgtEl>
                                        <p:attrNameLst>
                                          <p:attrName>style.visibility</p:attrName>
                                        </p:attrNameLst>
                                      </p:cBhvr>
                                      <p:to>
                                        <p:strVal val="visible"/>
                                      </p:to>
                                    </p:set>
                                    <p:animEffect transition="in" filter="fade">
                                      <p:cBhvr>
                                        <p:cTn id="97" dur="500"/>
                                        <p:tgtEl>
                                          <p:spTgt spid="13"/>
                                        </p:tgtEl>
                                      </p:cBhvr>
                                    </p:animEffect>
                                    <p:anim calcmode="lin" valueType="num">
                                      <p:cBhvr>
                                        <p:cTn id="98" dur="500" fill="hold"/>
                                        <p:tgtEl>
                                          <p:spTgt spid="13"/>
                                        </p:tgtEl>
                                        <p:attrNameLst>
                                          <p:attrName>ppt_x</p:attrName>
                                        </p:attrNameLst>
                                      </p:cBhvr>
                                      <p:tavLst>
                                        <p:tav tm="0">
                                          <p:val>
                                            <p:strVal val="#ppt_x"/>
                                          </p:val>
                                        </p:tav>
                                        <p:tav tm="100000">
                                          <p:val>
                                            <p:strVal val="#ppt_x"/>
                                          </p:val>
                                        </p:tav>
                                      </p:tavLst>
                                    </p:anim>
                                    <p:anim calcmode="lin" valueType="num">
                                      <p:cBhvr>
                                        <p:cTn id="99" dur="500" fill="hold"/>
                                        <p:tgtEl>
                                          <p:spTgt spid="13"/>
                                        </p:tgtEl>
                                        <p:attrNameLst>
                                          <p:attrName>ppt_y</p:attrName>
                                        </p:attrNameLst>
                                      </p:cBhvr>
                                      <p:tavLst>
                                        <p:tav tm="0">
                                          <p:val>
                                            <p:strVal val="#ppt_y-.1"/>
                                          </p:val>
                                        </p:tav>
                                        <p:tav tm="100000">
                                          <p:val>
                                            <p:strVal val="#ppt_y"/>
                                          </p:val>
                                        </p:tav>
                                      </p:tavLst>
                                    </p:anim>
                                  </p:childTnLst>
                                </p:cTn>
                              </p:par>
                            </p:childTnLst>
                          </p:cTn>
                        </p:par>
                        <p:par>
                          <p:cTn id="100" fill="hold">
                            <p:stCondLst>
                              <p:cond delay="8000"/>
                            </p:stCondLst>
                            <p:childTnLst>
                              <p:par>
                                <p:cTn id="101" presetID="2" presetClass="entr" presetSubtype="8" accel="50000" decel="50000" fill="hold" nodeType="afterEffect">
                                  <p:stCondLst>
                                    <p:cond delay="0"/>
                                  </p:stCondLst>
                                  <p:childTnLst>
                                    <p:set>
                                      <p:cBhvr>
                                        <p:cTn id="102" dur="1" fill="hold">
                                          <p:stCondLst>
                                            <p:cond delay="0"/>
                                          </p:stCondLst>
                                        </p:cTn>
                                        <p:tgtEl>
                                          <p:spTgt spid="8"/>
                                        </p:tgtEl>
                                        <p:attrNameLst>
                                          <p:attrName>style.visibility</p:attrName>
                                        </p:attrNameLst>
                                      </p:cBhvr>
                                      <p:to>
                                        <p:strVal val="visible"/>
                                      </p:to>
                                    </p:set>
                                    <p:anim calcmode="lin" valueType="num">
                                      <p:cBhvr additive="base">
                                        <p:cTn id="103" dur="500" fill="hold"/>
                                        <p:tgtEl>
                                          <p:spTgt spid="8"/>
                                        </p:tgtEl>
                                        <p:attrNameLst>
                                          <p:attrName>ppt_x</p:attrName>
                                        </p:attrNameLst>
                                      </p:cBhvr>
                                      <p:tavLst>
                                        <p:tav tm="0">
                                          <p:val>
                                            <p:strVal val="0-#ppt_w/2"/>
                                          </p:val>
                                        </p:tav>
                                        <p:tav tm="100000">
                                          <p:val>
                                            <p:strVal val="#ppt_x"/>
                                          </p:val>
                                        </p:tav>
                                      </p:tavLst>
                                    </p:anim>
                                    <p:anim calcmode="lin" valueType="num">
                                      <p:cBhvr additive="base">
                                        <p:cTn id="104" dur="500" fill="hold"/>
                                        <p:tgtEl>
                                          <p:spTgt spid="8"/>
                                        </p:tgtEl>
                                        <p:attrNameLst>
                                          <p:attrName>ppt_y</p:attrName>
                                        </p:attrNameLst>
                                      </p:cBhvr>
                                      <p:tavLst>
                                        <p:tav tm="0">
                                          <p:val>
                                            <p:strVal val="#ppt_y"/>
                                          </p:val>
                                        </p:tav>
                                        <p:tav tm="100000">
                                          <p:val>
                                            <p:strVal val="#ppt_y"/>
                                          </p:val>
                                        </p:tav>
                                      </p:tavLst>
                                    </p:anim>
                                  </p:childTnLst>
                                </p:cTn>
                              </p:par>
                            </p:childTnLst>
                          </p:cTn>
                        </p:par>
                        <p:par>
                          <p:cTn id="105" fill="hold">
                            <p:stCondLst>
                              <p:cond delay="8500"/>
                            </p:stCondLst>
                            <p:childTnLst>
                              <p:par>
                                <p:cTn id="106" presetID="18" presetClass="entr" presetSubtype="12" fill="hold" nodeType="afterEffect">
                                  <p:stCondLst>
                                    <p:cond delay="0"/>
                                  </p:stCondLst>
                                  <p:childTnLst>
                                    <p:set>
                                      <p:cBhvr>
                                        <p:cTn id="107" dur="1" fill="hold">
                                          <p:stCondLst>
                                            <p:cond delay="0"/>
                                          </p:stCondLst>
                                        </p:cTn>
                                        <p:tgtEl>
                                          <p:spTgt spid="91"/>
                                        </p:tgtEl>
                                        <p:attrNameLst>
                                          <p:attrName>style.visibility</p:attrName>
                                        </p:attrNameLst>
                                      </p:cBhvr>
                                      <p:to>
                                        <p:strVal val="visible"/>
                                      </p:to>
                                    </p:set>
                                    <p:animEffect transition="in" filter="strips(downLeft)">
                                      <p:cBhvr>
                                        <p:cTn id="108" dur="500"/>
                                        <p:tgtEl>
                                          <p:spTgt spid="91"/>
                                        </p:tgtEl>
                                      </p:cBhvr>
                                    </p:animEffect>
                                  </p:childTnLst>
                                </p:cTn>
                              </p:par>
                            </p:childTnLst>
                          </p:cTn>
                        </p:par>
                        <p:par>
                          <p:cTn id="109" fill="hold">
                            <p:stCondLst>
                              <p:cond delay="9000"/>
                            </p:stCondLst>
                            <p:childTnLst>
                              <p:par>
                                <p:cTn id="110" presetID="2" presetClass="entr" presetSubtype="1" accel="50000" decel="50000" fill="hold" nodeType="afterEffect">
                                  <p:stCondLst>
                                    <p:cond delay="0"/>
                                  </p:stCondLst>
                                  <p:childTnLst>
                                    <p:set>
                                      <p:cBhvr>
                                        <p:cTn id="111" dur="1" fill="hold">
                                          <p:stCondLst>
                                            <p:cond delay="0"/>
                                          </p:stCondLst>
                                        </p:cTn>
                                        <p:tgtEl>
                                          <p:spTgt spid="16"/>
                                        </p:tgtEl>
                                        <p:attrNameLst>
                                          <p:attrName>style.visibility</p:attrName>
                                        </p:attrNameLst>
                                      </p:cBhvr>
                                      <p:to>
                                        <p:strVal val="visible"/>
                                      </p:to>
                                    </p:set>
                                    <p:anim calcmode="lin" valueType="num">
                                      <p:cBhvr additive="base">
                                        <p:cTn id="112" dur="500" fill="hold"/>
                                        <p:tgtEl>
                                          <p:spTgt spid="16"/>
                                        </p:tgtEl>
                                        <p:attrNameLst>
                                          <p:attrName>ppt_x</p:attrName>
                                        </p:attrNameLst>
                                      </p:cBhvr>
                                      <p:tavLst>
                                        <p:tav tm="0">
                                          <p:val>
                                            <p:strVal val="#ppt_x"/>
                                          </p:val>
                                        </p:tav>
                                        <p:tav tm="100000">
                                          <p:val>
                                            <p:strVal val="#ppt_x"/>
                                          </p:val>
                                        </p:tav>
                                      </p:tavLst>
                                    </p:anim>
                                    <p:anim calcmode="lin" valueType="num">
                                      <p:cBhvr additive="base">
                                        <p:cTn id="113" dur="500" fill="hold"/>
                                        <p:tgtEl>
                                          <p:spTgt spid="16"/>
                                        </p:tgtEl>
                                        <p:attrNameLst>
                                          <p:attrName>ppt_y</p:attrName>
                                        </p:attrNameLst>
                                      </p:cBhvr>
                                      <p:tavLst>
                                        <p:tav tm="0">
                                          <p:val>
                                            <p:strVal val="0-#ppt_h/2"/>
                                          </p:val>
                                        </p:tav>
                                        <p:tav tm="100000">
                                          <p:val>
                                            <p:strVal val="#ppt_y"/>
                                          </p:val>
                                        </p:tav>
                                      </p:tavLst>
                                    </p:anim>
                                  </p:childTnLst>
                                </p:cTn>
                              </p:par>
                            </p:childTnLst>
                          </p:cTn>
                        </p:par>
                        <p:par>
                          <p:cTn id="114" fill="hold">
                            <p:stCondLst>
                              <p:cond delay="9500"/>
                            </p:stCondLst>
                            <p:childTnLst>
                              <p:par>
                                <p:cTn id="115" presetID="2" presetClass="entr" presetSubtype="4" accel="50000" decel="50000" fill="hold" grpId="0" nodeType="afterEffect">
                                  <p:stCondLst>
                                    <p:cond delay="0"/>
                                  </p:stCondLst>
                                  <p:childTnLst>
                                    <p:set>
                                      <p:cBhvr>
                                        <p:cTn id="116" dur="1" fill="hold">
                                          <p:stCondLst>
                                            <p:cond delay="0"/>
                                          </p:stCondLst>
                                        </p:cTn>
                                        <p:tgtEl>
                                          <p:spTgt spid="74"/>
                                        </p:tgtEl>
                                        <p:attrNameLst>
                                          <p:attrName>style.visibility</p:attrName>
                                        </p:attrNameLst>
                                      </p:cBhvr>
                                      <p:to>
                                        <p:strVal val="visible"/>
                                      </p:to>
                                    </p:set>
                                    <p:anim calcmode="lin" valueType="num">
                                      <p:cBhvr additive="base">
                                        <p:cTn id="117" dur="500" fill="hold"/>
                                        <p:tgtEl>
                                          <p:spTgt spid="74"/>
                                        </p:tgtEl>
                                        <p:attrNameLst>
                                          <p:attrName>ppt_x</p:attrName>
                                        </p:attrNameLst>
                                      </p:cBhvr>
                                      <p:tavLst>
                                        <p:tav tm="0">
                                          <p:val>
                                            <p:strVal val="#ppt_x"/>
                                          </p:val>
                                        </p:tav>
                                        <p:tav tm="100000">
                                          <p:val>
                                            <p:strVal val="#ppt_x"/>
                                          </p:val>
                                        </p:tav>
                                      </p:tavLst>
                                    </p:anim>
                                    <p:anim calcmode="lin" valueType="num">
                                      <p:cBhvr additive="base">
                                        <p:cTn id="118" dur="500" fill="hold"/>
                                        <p:tgtEl>
                                          <p:spTgt spid="74"/>
                                        </p:tgtEl>
                                        <p:attrNameLst>
                                          <p:attrName>ppt_y</p:attrName>
                                        </p:attrNameLst>
                                      </p:cBhvr>
                                      <p:tavLst>
                                        <p:tav tm="0">
                                          <p:val>
                                            <p:strVal val="1+#ppt_h/2"/>
                                          </p:val>
                                        </p:tav>
                                        <p:tav tm="100000">
                                          <p:val>
                                            <p:strVal val="#ppt_y"/>
                                          </p:val>
                                        </p:tav>
                                      </p:tavLst>
                                    </p:anim>
                                  </p:childTnLst>
                                </p:cTn>
                              </p:par>
                              <p:par>
                                <p:cTn id="119" presetID="42" presetClass="entr" presetSubtype="0" fill="hold" nodeType="withEffect">
                                  <p:stCondLst>
                                    <p:cond delay="0"/>
                                  </p:stCondLst>
                                  <p:childTnLst>
                                    <p:set>
                                      <p:cBhvr>
                                        <p:cTn id="120" dur="1" fill="hold">
                                          <p:stCondLst>
                                            <p:cond delay="0"/>
                                          </p:stCondLst>
                                        </p:cTn>
                                        <p:tgtEl>
                                          <p:spTgt spid="11"/>
                                        </p:tgtEl>
                                        <p:attrNameLst>
                                          <p:attrName>style.visibility</p:attrName>
                                        </p:attrNameLst>
                                      </p:cBhvr>
                                      <p:to>
                                        <p:strVal val="visible"/>
                                      </p:to>
                                    </p:set>
                                    <p:animEffect transition="in" filter="fade">
                                      <p:cBhvr>
                                        <p:cTn id="121" dur="500"/>
                                        <p:tgtEl>
                                          <p:spTgt spid="11"/>
                                        </p:tgtEl>
                                      </p:cBhvr>
                                    </p:animEffect>
                                    <p:anim calcmode="lin" valueType="num">
                                      <p:cBhvr>
                                        <p:cTn id="122" dur="500" fill="hold"/>
                                        <p:tgtEl>
                                          <p:spTgt spid="11"/>
                                        </p:tgtEl>
                                        <p:attrNameLst>
                                          <p:attrName>ppt_x</p:attrName>
                                        </p:attrNameLst>
                                      </p:cBhvr>
                                      <p:tavLst>
                                        <p:tav tm="0">
                                          <p:val>
                                            <p:strVal val="#ppt_x"/>
                                          </p:val>
                                        </p:tav>
                                        <p:tav tm="100000">
                                          <p:val>
                                            <p:strVal val="#ppt_x"/>
                                          </p:val>
                                        </p:tav>
                                      </p:tavLst>
                                    </p:anim>
                                    <p:anim calcmode="lin" valueType="num">
                                      <p:cBhvr>
                                        <p:cTn id="123"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70" grpId="0"/>
      <p:bldP spid="71" grpId="0"/>
      <p:bldP spid="72" grpId="0"/>
      <p:bldP spid="74"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827545" y="2730444"/>
            <a:ext cx="7488910" cy="0"/>
          </a:xfrm>
          <a:prstGeom prst="line">
            <a:avLst/>
          </a:prstGeom>
          <a:ln w="19050">
            <a:solidFill>
              <a:schemeClr val="bg1">
                <a:lumMod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a:t>Timeline Infographic</a:t>
            </a:r>
            <a:endParaRPr lang="en-US" dirty="0"/>
          </a:p>
        </p:txBody>
      </p:sp>
      <p:sp>
        <p:nvSpPr>
          <p:cNvPr id="4" name="Text Placeholder 3"/>
          <p:cNvSpPr>
            <a:spLocks noGrp="1"/>
          </p:cNvSpPr>
          <p:nvPr>
            <p:ph type="body" sz="half" idx="2"/>
          </p:nvPr>
        </p:nvSpPr>
        <p:spPr/>
        <p:txBody>
          <a:bodyPr/>
          <a:lstStyle/>
          <a:p>
            <a:r>
              <a:rPr lang="en-US"/>
              <a:t>Timeline Infographic</a:t>
            </a:r>
            <a:endParaRPr lang="en-US" dirty="0"/>
          </a:p>
        </p:txBody>
      </p:sp>
      <p:sp>
        <p:nvSpPr>
          <p:cNvPr id="87" name="Slide Number Placeholder 86"/>
          <p:cNvSpPr>
            <a:spLocks noGrp="1"/>
          </p:cNvSpPr>
          <p:nvPr>
            <p:ph type="sldNum" sz="quarter" idx="12"/>
          </p:nvPr>
        </p:nvSpPr>
        <p:spPr/>
        <p:txBody>
          <a:bodyPr/>
          <a:lstStyle/>
          <a:p>
            <a:fld id="{C136B7D2-B98C-44FD-8D04-7EC62A564975}" type="slidenum">
              <a:rPr lang="en-US" smtClean="0"/>
              <a:pPr/>
              <a:t>116</a:t>
            </a:fld>
            <a:endParaRPr lang="en-US" dirty="0"/>
          </a:p>
        </p:txBody>
      </p:sp>
      <p:grpSp>
        <p:nvGrpSpPr>
          <p:cNvPr id="3" name="Group 88"/>
          <p:cNvGrpSpPr/>
          <p:nvPr/>
        </p:nvGrpSpPr>
        <p:grpSpPr>
          <a:xfrm>
            <a:off x="1942500" y="1264204"/>
            <a:ext cx="1534967" cy="638194"/>
            <a:chOff x="805796" y="661615"/>
            <a:chExt cx="1128113" cy="346835"/>
          </a:xfrm>
        </p:grpSpPr>
        <p:sp>
          <p:nvSpPr>
            <p:cNvPr id="76" name="TextBox 75"/>
            <p:cNvSpPr txBox="1"/>
            <p:nvPr/>
          </p:nvSpPr>
          <p:spPr>
            <a:xfrm>
              <a:off x="805797" y="661615"/>
              <a:ext cx="647613" cy="91995"/>
            </a:xfrm>
            <a:prstGeom prst="rect">
              <a:avLst/>
            </a:prstGeom>
            <a:noFill/>
          </p:spPr>
          <p:txBody>
            <a:bodyPr wrap="none" lIns="0" tIns="0" rIns="0" bIns="0" rtlCol="0" anchor="t">
              <a:spAutoFit/>
            </a:bodyPr>
            <a:lstStyle/>
            <a:p>
              <a:r>
                <a:rPr lang="en-US" sz="1100" b="1" dirty="0">
                  <a:solidFill>
                    <a:schemeClr val="tx1">
                      <a:lumMod val="75000"/>
                      <a:lumOff val="25000"/>
                    </a:schemeClr>
                  </a:solidFill>
                </a:rPr>
                <a:t>STATISTICS</a:t>
              </a:r>
            </a:p>
          </p:txBody>
        </p:sp>
        <p:sp>
          <p:nvSpPr>
            <p:cNvPr id="83" name="TextBox 82"/>
            <p:cNvSpPr txBox="1"/>
            <p:nvPr/>
          </p:nvSpPr>
          <p:spPr>
            <a:xfrm>
              <a:off x="805796" y="757552"/>
              <a:ext cx="1128113" cy="250898"/>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of lorem ipsum available</a:t>
              </a:r>
            </a:p>
          </p:txBody>
        </p:sp>
      </p:grpSp>
      <p:grpSp>
        <p:nvGrpSpPr>
          <p:cNvPr id="5" name="Group 88"/>
          <p:cNvGrpSpPr/>
          <p:nvPr/>
        </p:nvGrpSpPr>
        <p:grpSpPr>
          <a:xfrm>
            <a:off x="724839" y="3633535"/>
            <a:ext cx="1370060" cy="638196"/>
            <a:chOff x="690582" y="661615"/>
            <a:chExt cx="1370060" cy="346836"/>
          </a:xfrm>
        </p:grpSpPr>
        <p:sp>
          <p:nvSpPr>
            <p:cNvPr id="48" name="TextBox 47"/>
            <p:cNvSpPr txBox="1"/>
            <p:nvPr/>
          </p:nvSpPr>
          <p:spPr>
            <a:xfrm>
              <a:off x="1413029" y="661615"/>
              <a:ext cx="647613" cy="91995"/>
            </a:xfrm>
            <a:prstGeom prst="rect">
              <a:avLst/>
            </a:prstGeom>
            <a:noFill/>
          </p:spPr>
          <p:txBody>
            <a:bodyPr wrap="none" lIns="0" tIns="0" rIns="0" bIns="0" rtlCol="0" anchor="t">
              <a:spAutoFit/>
            </a:bodyPr>
            <a:lstStyle/>
            <a:p>
              <a:pPr algn="r"/>
              <a:r>
                <a:rPr lang="en-US" sz="1100" b="1" dirty="0">
                  <a:solidFill>
                    <a:schemeClr val="tx1">
                      <a:lumMod val="75000"/>
                      <a:lumOff val="25000"/>
                    </a:schemeClr>
                  </a:solidFill>
                </a:rPr>
                <a:t>STATISTICS</a:t>
              </a:r>
            </a:p>
          </p:txBody>
        </p:sp>
        <p:sp>
          <p:nvSpPr>
            <p:cNvPr id="49" name="TextBox 48"/>
            <p:cNvSpPr txBox="1"/>
            <p:nvPr/>
          </p:nvSpPr>
          <p:spPr>
            <a:xfrm>
              <a:off x="690582" y="757553"/>
              <a:ext cx="1370060" cy="250898"/>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of lorem ipsum available</a:t>
              </a:r>
            </a:p>
          </p:txBody>
        </p:sp>
      </p:grpSp>
      <p:grpSp>
        <p:nvGrpSpPr>
          <p:cNvPr id="6" name="Group 88"/>
          <p:cNvGrpSpPr/>
          <p:nvPr/>
        </p:nvGrpSpPr>
        <p:grpSpPr>
          <a:xfrm>
            <a:off x="4431653" y="1264204"/>
            <a:ext cx="1549349" cy="638194"/>
            <a:chOff x="805796" y="661615"/>
            <a:chExt cx="1549349" cy="346835"/>
          </a:xfrm>
        </p:grpSpPr>
        <p:sp>
          <p:nvSpPr>
            <p:cNvPr id="55" name="TextBox 54"/>
            <p:cNvSpPr txBox="1"/>
            <p:nvPr/>
          </p:nvSpPr>
          <p:spPr>
            <a:xfrm>
              <a:off x="805796" y="661615"/>
              <a:ext cx="647613" cy="91995"/>
            </a:xfrm>
            <a:prstGeom prst="rect">
              <a:avLst/>
            </a:prstGeom>
            <a:noFill/>
          </p:spPr>
          <p:txBody>
            <a:bodyPr wrap="none" lIns="0" tIns="0" rIns="0" bIns="0" rtlCol="0" anchor="t">
              <a:spAutoFit/>
            </a:bodyPr>
            <a:lstStyle/>
            <a:p>
              <a:r>
                <a:rPr lang="en-US" sz="1100" b="1" dirty="0">
                  <a:solidFill>
                    <a:schemeClr val="tx1">
                      <a:lumMod val="75000"/>
                      <a:lumOff val="25000"/>
                    </a:schemeClr>
                  </a:solidFill>
                </a:rPr>
                <a:t>STATISTICS</a:t>
              </a:r>
            </a:p>
          </p:txBody>
        </p:sp>
        <p:sp>
          <p:nvSpPr>
            <p:cNvPr id="56" name="TextBox 55"/>
            <p:cNvSpPr txBox="1"/>
            <p:nvPr/>
          </p:nvSpPr>
          <p:spPr>
            <a:xfrm>
              <a:off x="805796" y="757552"/>
              <a:ext cx="1549349" cy="250898"/>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of lorem ipsum available</a:t>
              </a:r>
            </a:p>
          </p:txBody>
        </p:sp>
      </p:grpSp>
      <p:grpSp>
        <p:nvGrpSpPr>
          <p:cNvPr id="7" name="Group 88"/>
          <p:cNvGrpSpPr/>
          <p:nvPr/>
        </p:nvGrpSpPr>
        <p:grpSpPr>
          <a:xfrm>
            <a:off x="3171436" y="3633536"/>
            <a:ext cx="1515778" cy="638195"/>
            <a:chOff x="514046" y="661615"/>
            <a:chExt cx="1515778" cy="346836"/>
          </a:xfrm>
        </p:grpSpPr>
        <p:sp>
          <p:nvSpPr>
            <p:cNvPr id="60" name="TextBox 59"/>
            <p:cNvSpPr txBox="1"/>
            <p:nvPr/>
          </p:nvSpPr>
          <p:spPr>
            <a:xfrm>
              <a:off x="1382210" y="661615"/>
              <a:ext cx="647613" cy="91995"/>
            </a:xfrm>
            <a:prstGeom prst="rect">
              <a:avLst/>
            </a:prstGeom>
            <a:noFill/>
          </p:spPr>
          <p:txBody>
            <a:bodyPr wrap="none" lIns="0" tIns="0" rIns="0" bIns="0" rtlCol="0" anchor="t">
              <a:spAutoFit/>
            </a:bodyPr>
            <a:lstStyle/>
            <a:p>
              <a:pPr algn="r"/>
              <a:r>
                <a:rPr lang="en-US" sz="1100" b="1" dirty="0">
                  <a:solidFill>
                    <a:schemeClr val="tx1">
                      <a:lumMod val="75000"/>
                      <a:lumOff val="25000"/>
                    </a:schemeClr>
                  </a:solidFill>
                </a:rPr>
                <a:t>STATISTICS</a:t>
              </a:r>
            </a:p>
          </p:txBody>
        </p:sp>
        <p:sp>
          <p:nvSpPr>
            <p:cNvPr id="61" name="TextBox 60"/>
            <p:cNvSpPr txBox="1"/>
            <p:nvPr/>
          </p:nvSpPr>
          <p:spPr>
            <a:xfrm>
              <a:off x="514046" y="757553"/>
              <a:ext cx="1515778" cy="250898"/>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of lorem ipsum available</a:t>
              </a:r>
            </a:p>
          </p:txBody>
        </p:sp>
      </p:grpSp>
      <p:cxnSp>
        <p:nvCxnSpPr>
          <p:cNvPr id="39" name="Straight Connector 38"/>
          <p:cNvCxnSpPr/>
          <p:nvPr/>
        </p:nvCxnSpPr>
        <p:spPr>
          <a:xfrm>
            <a:off x="1410073" y="2059610"/>
            <a:ext cx="0" cy="321711"/>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1124739" y="3154143"/>
            <a:ext cx="570669"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1"/>
                </a:solidFill>
              </a:rPr>
              <a:t>2006</a:t>
            </a:r>
            <a:endParaRPr lang="en-US" dirty="0">
              <a:solidFill>
                <a:schemeClr val="accent1"/>
              </a:solidFill>
            </a:endParaRPr>
          </a:p>
        </p:txBody>
      </p:sp>
      <p:sp>
        <p:nvSpPr>
          <p:cNvPr id="38" name="Oval 37"/>
          <p:cNvSpPr/>
          <p:nvPr/>
        </p:nvSpPr>
        <p:spPr>
          <a:xfrm>
            <a:off x="1094506" y="2444956"/>
            <a:ext cx="631134" cy="631130"/>
          </a:xfrm>
          <a:prstGeom prst="ellipse">
            <a:avLst/>
          </a:prstGeom>
          <a:solidFill>
            <a:schemeClr val="bg1"/>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rPr>
              <a:t>01</a:t>
            </a:r>
          </a:p>
        </p:txBody>
      </p:sp>
      <p:cxnSp>
        <p:nvCxnSpPr>
          <p:cNvPr id="51" name="Straight Connector 50"/>
          <p:cNvCxnSpPr/>
          <p:nvPr/>
        </p:nvCxnSpPr>
        <p:spPr>
          <a:xfrm flipV="1">
            <a:off x="2674845" y="3135810"/>
            <a:ext cx="0" cy="326110"/>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2359278" y="2444956"/>
            <a:ext cx="631134" cy="631130"/>
          </a:xfrm>
          <a:prstGeom prst="ellipse">
            <a:avLst/>
          </a:prstGeom>
          <a:solidFill>
            <a:schemeClr val="bg1"/>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rPr>
              <a:t>02</a:t>
            </a:r>
            <a:endParaRPr lang="en-US" sz="1600" dirty="0">
              <a:solidFill>
                <a:schemeClr val="accent2"/>
              </a:solidFill>
            </a:endParaRPr>
          </a:p>
        </p:txBody>
      </p:sp>
      <p:sp>
        <p:nvSpPr>
          <p:cNvPr id="34" name="TextBox 33"/>
          <p:cNvSpPr txBox="1"/>
          <p:nvPr/>
        </p:nvSpPr>
        <p:spPr>
          <a:xfrm>
            <a:off x="2389511" y="2059610"/>
            <a:ext cx="570669"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2"/>
                </a:solidFill>
              </a:rPr>
              <a:t>2009</a:t>
            </a:r>
            <a:endParaRPr lang="en-US" dirty="0">
              <a:solidFill>
                <a:schemeClr val="accent2"/>
              </a:solidFill>
            </a:endParaRPr>
          </a:p>
        </p:txBody>
      </p:sp>
      <p:cxnSp>
        <p:nvCxnSpPr>
          <p:cNvPr id="58" name="Straight Connector 57"/>
          <p:cNvCxnSpPr/>
          <p:nvPr/>
        </p:nvCxnSpPr>
        <p:spPr>
          <a:xfrm>
            <a:off x="3939617" y="2059610"/>
            <a:ext cx="0" cy="321711"/>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41" name="Oval 40"/>
          <p:cNvSpPr/>
          <p:nvPr/>
        </p:nvSpPr>
        <p:spPr>
          <a:xfrm>
            <a:off x="3624050" y="2444956"/>
            <a:ext cx="631134" cy="631130"/>
          </a:xfrm>
          <a:prstGeom prst="ellipse">
            <a:avLst/>
          </a:prstGeom>
          <a:solidFill>
            <a:schemeClr val="bg1"/>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rPr>
              <a:t>03</a:t>
            </a:r>
            <a:endParaRPr lang="en-US" sz="1600" dirty="0">
              <a:solidFill>
                <a:schemeClr val="accent3"/>
              </a:solidFill>
            </a:endParaRPr>
          </a:p>
        </p:txBody>
      </p:sp>
      <p:sp>
        <p:nvSpPr>
          <p:cNvPr id="43" name="TextBox 42"/>
          <p:cNvSpPr txBox="1"/>
          <p:nvPr/>
        </p:nvSpPr>
        <p:spPr>
          <a:xfrm>
            <a:off x="3654283" y="3154143"/>
            <a:ext cx="570669"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3"/>
                </a:solidFill>
              </a:rPr>
              <a:t>2008</a:t>
            </a:r>
            <a:endParaRPr lang="en-US" dirty="0">
              <a:solidFill>
                <a:schemeClr val="accent3"/>
              </a:solidFill>
            </a:endParaRPr>
          </a:p>
        </p:txBody>
      </p:sp>
      <p:cxnSp>
        <p:nvCxnSpPr>
          <p:cNvPr id="62" name="Straight Connector 61"/>
          <p:cNvCxnSpPr/>
          <p:nvPr/>
        </p:nvCxnSpPr>
        <p:spPr>
          <a:xfrm flipV="1">
            <a:off x="5204389" y="3110410"/>
            <a:ext cx="0" cy="351510"/>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a:off x="4888822" y="2444956"/>
            <a:ext cx="631134" cy="631130"/>
          </a:xfrm>
          <a:prstGeom prst="ellipse">
            <a:avLst/>
          </a:prstGeom>
          <a:solidFill>
            <a:schemeClr val="bg1"/>
          </a:solid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rPr>
              <a:t>04</a:t>
            </a:r>
            <a:endParaRPr lang="en-US" sz="1600" dirty="0">
              <a:solidFill>
                <a:schemeClr val="accent4"/>
              </a:solidFill>
            </a:endParaRPr>
          </a:p>
        </p:txBody>
      </p:sp>
      <p:sp>
        <p:nvSpPr>
          <p:cNvPr id="45" name="TextBox 44"/>
          <p:cNvSpPr txBox="1"/>
          <p:nvPr/>
        </p:nvSpPr>
        <p:spPr>
          <a:xfrm>
            <a:off x="4919055" y="2059610"/>
            <a:ext cx="570669"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4"/>
                </a:solidFill>
              </a:rPr>
              <a:t>2010</a:t>
            </a:r>
            <a:endParaRPr lang="en-US" dirty="0">
              <a:solidFill>
                <a:schemeClr val="accent4"/>
              </a:solidFill>
            </a:endParaRPr>
          </a:p>
        </p:txBody>
      </p:sp>
      <p:grpSp>
        <p:nvGrpSpPr>
          <p:cNvPr id="8" name="Group 88"/>
          <p:cNvGrpSpPr/>
          <p:nvPr/>
        </p:nvGrpSpPr>
        <p:grpSpPr>
          <a:xfrm>
            <a:off x="6933887" y="1246789"/>
            <a:ext cx="1555389" cy="638194"/>
            <a:chOff x="805796" y="661615"/>
            <a:chExt cx="1555389" cy="346835"/>
          </a:xfrm>
        </p:grpSpPr>
        <p:sp>
          <p:nvSpPr>
            <p:cNvPr id="47" name="TextBox 46"/>
            <p:cNvSpPr txBox="1"/>
            <p:nvPr/>
          </p:nvSpPr>
          <p:spPr>
            <a:xfrm>
              <a:off x="805796" y="661615"/>
              <a:ext cx="647613" cy="91995"/>
            </a:xfrm>
            <a:prstGeom prst="rect">
              <a:avLst/>
            </a:prstGeom>
            <a:noFill/>
          </p:spPr>
          <p:txBody>
            <a:bodyPr wrap="none" lIns="0" tIns="0" rIns="0" bIns="0" rtlCol="0" anchor="t">
              <a:spAutoFit/>
            </a:bodyPr>
            <a:lstStyle/>
            <a:p>
              <a:r>
                <a:rPr lang="en-US" sz="1100" b="1" dirty="0">
                  <a:solidFill>
                    <a:schemeClr val="tx1">
                      <a:lumMod val="75000"/>
                      <a:lumOff val="25000"/>
                    </a:schemeClr>
                  </a:solidFill>
                </a:rPr>
                <a:t>STATISTICS</a:t>
              </a:r>
            </a:p>
          </p:txBody>
        </p:sp>
        <p:sp>
          <p:nvSpPr>
            <p:cNvPr id="50" name="TextBox 49"/>
            <p:cNvSpPr txBox="1"/>
            <p:nvPr/>
          </p:nvSpPr>
          <p:spPr>
            <a:xfrm>
              <a:off x="805796" y="757552"/>
              <a:ext cx="1555389" cy="250898"/>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of lorem ipsum available</a:t>
              </a:r>
            </a:p>
          </p:txBody>
        </p:sp>
      </p:grpSp>
      <p:cxnSp>
        <p:nvCxnSpPr>
          <p:cNvPr id="52" name="Straight Connector 51"/>
          <p:cNvCxnSpPr/>
          <p:nvPr/>
        </p:nvCxnSpPr>
        <p:spPr>
          <a:xfrm>
            <a:off x="6469161" y="2059610"/>
            <a:ext cx="0" cy="321711"/>
          </a:xfrm>
          <a:prstGeom prst="line">
            <a:avLst/>
          </a:prstGeom>
          <a:ln w="19050" cap="rnd">
            <a:solidFill>
              <a:schemeClr val="accent5"/>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6153594" y="2444956"/>
            <a:ext cx="631134" cy="63113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rPr>
              <a:t>05</a:t>
            </a:r>
            <a:endParaRPr lang="en-US" sz="1600" dirty="0">
              <a:solidFill>
                <a:schemeClr val="accent5"/>
              </a:solidFill>
            </a:endParaRPr>
          </a:p>
        </p:txBody>
      </p:sp>
      <p:sp>
        <p:nvSpPr>
          <p:cNvPr id="57" name="TextBox 56"/>
          <p:cNvSpPr txBox="1"/>
          <p:nvPr/>
        </p:nvSpPr>
        <p:spPr>
          <a:xfrm>
            <a:off x="6183827" y="3154143"/>
            <a:ext cx="570669"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5"/>
                </a:solidFill>
              </a:rPr>
              <a:t>2012</a:t>
            </a:r>
            <a:endParaRPr lang="en-US" dirty="0">
              <a:solidFill>
                <a:schemeClr val="accent5"/>
              </a:solidFill>
            </a:endParaRPr>
          </a:p>
        </p:txBody>
      </p:sp>
      <p:cxnSp>
        <p:nvCxnSpPr>
          <p:cNvPr id="72" name="Straight Connector 71"/>
          <p:cNvCxnSpPr/>
          <p:nvPr/>
        </p:nvCxnSpPr>
        <p:spPr>
          <a:xfrm flipV="1">
            <a:off x="7733931" y="3110410"/>
            <a:ext cx="0" cy="351510"/>
          </a:xfrm>
          <a:prstGeom prst="line">
            <a:avLst/>
          </a:prstGeom>
          <a:ln w="19050" cap="rnd">
            <a:solidFill>
              <a:schemeClr val="accent6"/>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75" name="Oval 74"/>
          <p:cNvSpPr/>
          <p:nvPr/>
        </p:nvSpPr>
        <p:spPr>
          <a:xfrm>
            <a:off x="7418364" y="2444956"/>
            <a:ext cx="631134" cy="631130"/>
          </a:xfrm>
          <a:prstGeom prst="ellipse">
            <a:avLst/>
          </a:prstGeom>
          <a:solidFill>
            <a:schemeClr val="bg1"/>
          </a:solidFill>
          <a:ln w="762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rPr>
              <a:t>06</a:t>
            </a:r>
            <a:endParaRPr lang="en-US" sz="1600" dirty="0">
              <a:solidFill>
                <a:schemeClr val="accent6"/>
              </a:solidFill>
            </a:endParaRPr>
          </a:p>
        </p:txBody>
      </p:sp>
      <p:sp>
        <p:nvSpPr>
          <p:cNvPr id="77" name="TextBox 76"/>
          <p:cNvSpPr txBox="1"/>
          <p:nvPr/>
        </p:nvSpPr>
        <p:spPr>
          <a:xfrm>
            <a:off x="7448597" y="2059610"/>
            <a:ext cx="570669" cy="307777"/>
          </a:xfrm>
          <a:prstGeom prst="rect">
            <a:avLst/>
          </a:prstGeom>
          <a:noFill/>
          <a:ln>
            <a:noFill/>
          </a:ln>
        </p:spPr>
        <p:txBody>
          <a:bodyPr wrap="none" lIns="0" tIns="0" rIns="0" bIns="0" rtlCol="0" anchor="ctr">
            <a:spAutoFit/>
          </a:bodyPr>
          <a:lstStyle/>
          <a:p>
            <a:pPr lvl="0" algn="ctr" defTabSz="914400">
              <a:spcBef>
                <a:spcPct val="20000"/>
              </a:spcBef>
              <a:defRPr/>
            </a:pPr>
            <a:r>
              <a:rPr lang="en-US" b="1" dirty="0">
                <a:solidFill>
                  <a:schemeClr val="accent6"/>
                </a:solidFill>
              </a:rPr>
              <a:t>2014</a:t>
            </a:r>
            <a:endParaRPr lang="en-US" dirty="0">
              <a:solidFill>
                <a:schemeClr val="accent6"/>
              </a:solidFill>
            </a:endParaRPr>
          </a:p>
        </p:txBody>
      </p:sp>
      <p:grpSp>
        <p:nvGrpSpPr>
          <p:cNvPr id="9" name="Group 88"/>
          <p:cNvGrpSpPr/>
          <p:nvPr/>
        </p:nvGrpSpPr>
        <p:grpSpPr>
          <a:xfrm>
            <a:off x="5698780" y="3633536"/>
            <a:ext cx="1523142" cy="638195"/>
            <a:chOff x="506682" y="661615"/>
            <a:chExt cx="1523142" cy="346836"/>
          </a:xfrm>
        </p:grpSpPr>
        <p:sp>
          <p:nvSpPr>
            <p:cNvPr id="79" name="TextBox 78"/>
            <p:cNvSpPr txBox="1"/>
            <p:nvPr/>
          </p:nvSpPr>
          <p:spPr>
            <a:xfrm>
              <a:off x="1382210" y="661615"/>
              <a:ext cx="647613" cy="91995"/>
            </a:xfrm>
            <a:prstGeom prst="rect">
              <a:avLst/>
            </a:prstGeom>
            <a:noFill/>
          </p:spPr>
          <p:txBody>
            <a:bodyPr wrap="none" lIns="0" tIns="0" rIns="0" bIns="0" rtlCol="0" anchor="t">
              <a:spAutoFit/>
            </a:bodyPr>
            <a:lstStyle/>
            <a:p>
              <a:pPr algn="r"/>
              <a:r>
                <a:rPr lang="en-US" sz="1100" b="1" dirty="0">
                  <a:solidFill>
                    <a:schemeClr val="tx1">
                      <a:lumMod val="75000"/>
                      <a:lumOff val="25000"/>
                    </a:schemeClr>
                  </a:solidFill>
                </a:rPr>
                <a:t>STATISTICS</a:t>
              </a:r>
            </a:p>
          </p:txBody>
        </p:sp>
        <p:sp>
          <p:nvSpPr>
            <p:cNvPr id="80" name="TextBox 79"/>
            <p:cNvSpPr txBox="1"/>
            <p:nvPr/>
          </p:nvSpPr>
          <p:spPr>
            <a:xfrm>
              <a:off x="506682" y="757553"/>
              <a:ext cx="1523142" cy="250898"/>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of lorem ipsum available</a:t>
              </a:r>
            </a:p>
          </p:txBody>
        </p:sp>
      </p:grpSp>
      <p:grpSp>
        <p:nvGrpSpPr>
          <p:cNvPr id="10" name="Group 62"/>
          <p:cNvGrpSpPr/>
          <p:nvPr/>
        </p:nvGrpSpPr>
        <p:grpSpPr>
          <a:xfrm>
            <a:off x="957321" y="1131575"/>
            <a:ext cx="905504" cy="905504"/>
            <a:chOff x="957321" y="1131575"/>
            <a:chExt cx="905504" cy="905504"/>
          </a:xfrm>
        </p:grpSpPr>
        <p:sp>
          <p:nvSpPr>
            <p:cNvPr id="33" name="Freeform 32"/>
            <p:cNvSpPr/>
            <p:nvPr/>
          </p:nvSpPr>
          <p:spPr>
            <a:xfrm>
              <a:off x="957321" y="113157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sp>
          <p:nvSpPr>
            <p:cNvPr id="59" name="Freeform 116"/>
            <p:cNvSpPr>
              <a:spLocks noEditPoints="1"/>
            </p:cNvSpPr>
            <p:nvPr/>
          </p:nvSpPr>
          <p:spPr bwMode="auto">
            <a:xfrm>
              <a:off x="1190295" y="1407087"/>
              <a:ext cx="439557" cy="354481"/>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64"/>
          <p:cNvGrpSpPr/>
          <p:nvPr/>
        </p:nvGrpSpPr>
        <p:grpSpPr>
          <a:xfrm>
            <a:off x="2222093" y="3487327"/>
            <a:ext cx="905504" cy="905504"/>
            <a:chOff x="2222093" y="3487327"/>
            <a:chExt cx="905504" cy="905504"/>
          </a:xfrm>
        </p:grpSpPr>
        <p:sp>
          <p:nvSpPr>
            <p:cNvPr id="37" name="Freeform 36"/>
            <p:cNvSpPr/>
            <p:nvPr/>
          </p:nvSpPr>
          <p:spPr>
            <a:xfrm>
              <a:off x="2222093" y="3487327"/>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64" name="Freeform 105"/>
            <p:cNvSpPr>
              <a:spLocks noEditPoints="1"/>
            </p:cNvSpPr>
            <p:nvPr/>
          </p:nvSpPr>
          <p:spPr bwMode="auto">
            <a:xfrm>
              <a:off x="2457767" y="3726147"/>
              <a:ext cx="434156" cy="427865"/>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grpSp>
        <p:nvGrpSpPr>
          <p:cNvPr id="12" name="Group 68"/>
          <p:cNvGrpSpPr/>
          <p:nvPr/>
        </p:nvGrpSpPr>
        <p:grpSpPr>
          <a:xfrm>
            <a:off x="3486865" y="1132752"/>
            <a:ext cx="905504" cy="905504"/>
            <a:chOff x="3486865" y="1132752"/>
            <a:chExt cx="905504" cy="905504"/>
          </a:xfrm>
        </p:grpSpPr>
        <p:sp>
          <p:nvSpPr>
            <p:cNvPr id="36" name="Freeform 35"/>
            <p:cNvSpPr/>
            <p:nvPr/>
          </p:nvSpPr>
          <p:spPr>
            <a:xfrm>
              <a:off x="3486865" y="1132752"/>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82880"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68" name="Freeform 15"/>
            <p:cNvSpPr>
              <a:spLocks noEditPoints="1"/>
            </p:cNvSpPr>
            <p:nvPr/>
          </p:nvSpPr>
          <p:spPr bwMode="auto">
            <a:xfrm>
              <a:off x="3721031" y="1421565"/>
              <a:ext cx="437172" cy="327879"/>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77"/>
          <p:cNvGrpSpPr/>
          <p:nvPr/>
        </p:nvGrpSpPr>
        <p:grpSpPr>
          <a:xfrm>
            <a:off x="4751637" y="3488705"/>
            <a:ext cx="905504" cy="905504"/>
            <a:chOff x="4751637" y="3488705"/>
            <a:chExt cx="905504" cy="905504"/>
          </a:xfrm>
        </p:grpSpPr>
        <p:sp>
          <p:nvSpPr>
            <p:cNvPr id="35" name="Freeform 34"/>
            <p:cNvSpPr/>
            <p:nvPr/>
          </p:nvSpPr>
          <p:spPr>
            <a:xfrm>
              <a:off x="4751637" y="348870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91440"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70" name="Freeform 57"/>
            <p:cNvSpPr>
              <a:spLocks noEditPoints="1"/>
            </p:cNvSpPr>
            <p:nvPr/>
          </p:nvSpPr>
          <p:spPr bwMode="auto">
            <a:xfrm>
              <a:off x="5026751" y="3763819"/>
              <a:ext cx="355277" cy="355277"/>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81"/>
          <p:cNvGrpSpPr/>
          <p:nvPr/>
        </p:nvGrpSpPr>
        <p:grpSpPr>
          <a:xfrm>
            <a:off x="7281179" y="3488705"/>
            <a:ext cx="905504" cy="905504"/>
            <a:chOff x="7281179" y="3488705"/>
            <a:chExt cx="905504" cy="905504"/>
          </a:xfrm>
        </p:grpSpPr>
        <p:sp>
          <p:nvSpPr>
            <p:cNvPr id="74" name="Freeform 73"/>
            <p:cNvSpPr/>
            <p:nvPr/>
          </p:nvSpPr>
          <p:spPr>
            <a:xfrm>
              <a:off x="7281179" y="348870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81" name="Freeform 152"/>
            <p:cNvSpPr>
              <a:spLocks noEditPoints="1"/>
            </p:cNvSpPr>
            <p:nvPr/>
          </p:nvSpPr>
          <p:spPr bwMode="auto">
            <a:xfrm>
              <a:off x="7542869" y="3764890"/>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85"/>
          <p:cNvGrpSpPr/>
          <p:nvPr/>
        </p:nvGrpSpPr>
        <p:grpSpPr>
          <a:xfrm>
            <a:off x="6016409" y="1132752"/>
            <a:ext cx="905504" cy="905504"/>
            <a:chOff x="6016409" y="1132752"/>
            <a:chExt cx="905504" cy="905504"/>
          </a:xfrm>
        </p:grpSpPr>
        <p:sp>
          <p:nvSpPr>
            <p:cNvPr id="53" name="Freeform 52"/>
            <p:cNvSpPr/>
            <p:nvPr/>
          </p:nvSpPr>
          <p:spPr>
            <a:xfrm>
              <a:off x="6016409" y="1132752"/>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82880" bIns="274320" numCol="1" spcCol="1270" anchor="ctr" anchorCtr="0">
              <a:noAutofit/>
            </a:bodyPr>
            <a:lstStyle/>
            <a:p>
              <a:pPr lvl="0" algn="ctr" defTabSz="889000">
                <a:lnSpc>
                  <a:spcPct val="90000"/>
                </a:lnSpc>
                <a:spcBef>
                  <a:spcPct val="0"/>
                </a:spcBef>
                <a:spcAft>
                  <a:spcPct val="35000"/>
                </a:spcAft>
              </a:pPr>
              <a:endParaRPr lang="en-US" sz="4000" kern="1200" dirty="0">
                <a:latin typeface="FontAwesome" pitchFamily="2" charset="0"/>
              </a:endParaRPr>
            </a:p>
          </p:txBody>
        </p:sp>
        <p:sp>
          <p:nvSpPr>
            <p:cNvPr id="85" name="Freeform 135"/>
            <p:cNvSpPr>
              <a:spLocks noEditPoints="1"/>
            </p:cNvSpPr>
            <p:nvPr/>
          </p:nvSpPr>
          <p:spPr bwMode="auto">
            <a:xfrm>
              <a:off x="6256252" y="1386070"/>
              <a:ext cx="425819" cy="398868"/>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strips(upRight)">
                                      <p:cBhvr>
                                        <p:cTn id="7" dur="500"/>
                                        <p:tgtEl>
                                          <p:spTgt spid="44"/>
                                        </p:tgtEl>
                                      </p:cBhvr>
                                    </p:animEffect>
                                  </p:childTnLst>
                                </p:cTn>
                              </p:par>
                            </p:childTnLst>
                          </p:cTn>
                        </p:par>
                        <p:par>
                          <p:cTn id="8" fill="hold">
                            <p:stCondLst>
                              <p:cond delay="500"/>
                            </p:stCondLst>
                            <p:childTnLst>
                              <p:par>
                                <p:cTn id="9" presetID="23" presetClass="entr" presetSubtype="16" fill="hold" grpId="0" nodeType="after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p:cTn id="11" dur="500" fill="hold"/>
                                        <p:tgtEl>
                                          <p:spTgt spid="38"/>
                                        </p:tgtEl>
                                        <p:attrNameLst>
                                          <p:attrName>ppt_w</p:attrName>
                                        </p:attrNameLst>
                                      </p:cBhvr>
                                      <p:tavLst>
                                        <p:tav tm="0">
                                          <p:val>
                                            <p:fltVal val="0"/>
                                          </p:val>
                                        </p:tav>
                                        <p:tav tm="100000">
                                          <p:val>
                                            <p:strVal val="#ppt_w"/>
                                          </p:val>
                                        </p:tav>
                                      </p:tavLst>
                                    </p:anim>
                                    <p:anim calcmode="lin" valueType="num">
                                      <p:cBhvr>
                                        <p:cTn id="12" dur="500" fill="hold"/>
                                        <p:tgtEl>
                                          <p:spTgt spid="38"/>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2" presetClass="entr" presetSubtype="4" fill="hold" grpId="0" nodeType="afterEffect">
                                  <p:stCondLst>
                                    <p:cond delay="0"/>
                                  </p:stCondLst>
                                  <p:childTnLst>
                                    <p:set>
                                      <p:cBhvr>
                                        <p:cTn id="15" dur="1" fill="hold">
                                          <p:stCondLst>
                                            <p:cond delay="0"/>
                                          </p:stCondLst>
                                        </p:cTn>
                                        <p:tgtEl>
                                          <p:spTgt spid="66"/>
                                        </p:tgtEl>
                                        <p:attrNameLst>
                                          <p:attrName>style.visibility</p:attrName>
                                        </p:attrNameLst>
                                      </p:cBhvr>
                                      <p:to>
                                        <p:strVal val="visible"/>
                                      </p:to>
                                    </p:set>
                                    <p:animEffect transition="in" filter="slide(fromBottom)">
                                      <p:cBhvr>
                                        <p:cTn id="16" dur="500"/>
                                        <p:tgtEl>
                                          <p:spTgt spid="66"/>
                                        </p:tgtEl>
                                      </p:cBhvr>
                                    </p:animEffect>
                                  </p:childTnLst>
                                </p:cTn>
                              </p:par>
                            </p:childTnLst>
                          </p:cTn>
                        </p:par>
                        <p:par>
                          <p:cTn id="17" fill="hold">
                            <p:stCondLst>
                              <p:cond delay="1500"/>
                            </p:stCondLst>
                            <p:childTnLst>
                              <p:par>
                                <p:cTn id="18" presetID="53" presetClass="entr" presetSubtype="0" fill="hold" nodeType="afterEffect">
                                  <p:stCondLst>
                                    <p:cond delay="0"/>
                                  </p:stCondLst>
                                  <p:childTnLst>
                                    <p:set>
                                      <p:cBhvr>
                                        <p:cTn id="19" dur="1" fill="hold">
                                          <p:stCondLst>
                                            <p:cond delay="0"/>
                                          </p:stCondLst>
                                        </p:cTn>
                                        <p:tgtEl>
                                          <p:spTgt spid="10"/>
                                        </p:tgtEl>
                                        <p:attrNameLst>
                                          <p:attrName>style.visibility</p:attrName>
                                        </p:attrNameLst>
                                      </p:cBhvr>
                                      <p:to>
                                        <p:strVal val="visible"/>
                                      </p:to>
                                    </p:set>
                                    <p:anim calcmode="lin" valueType="num">
                                      <p:cBhvr>
                                        <p:cTn id="20" dur="500" fill="hold"/>
                                        <p:tgtEl>
                                          <p:spTgt spid="10"/>
                                        </p:tgtEl>
                                        <p:attrNameLst>
                                          <p:attrName>ppt_w</p:attrName>
                                        </p:attrNameLst>
                                      </p:cBhvr>
                                      <p:tavLst>
                                        <p:tav tm="0">
                                          <p:val>
                                            <p:fltVal val="0"/>
                                          </p:val>
                                        </p:tav>
                                        <p:tav tm="100000">
                                          <p:val>
                                            <p:strVal val="#ppt_w"/>
                                          </p:val>
                                        </p:tav>
                                      </p:tavLst>
                                    </p:anim>
                                    <p:anim calcmode="lin" valueType="num">
                                      <p:cBhvr>
                                        <p:cTn id="21" dur="500" fill="hold"/>
                                        <p:tgtEl>
                                          <p:spTgt spid="10"/>
                                        </p:tgtEl>
                                        <p:attrNameLst>
                                          <p:attrName>ppt_h</p:attrName>
                                        </p:attrNameLst>
                                      </p:cBhvr>
                                      <p:tavLst>
                                        <p:tav tm="0">
                                          <p:val>
                                            <p:fltVal val="0"/>
                                          </p:val>
                                        </p:tav>
                                        <p:tav tm="100000">
                                          <p:val>
                                            <p:strVal val="#ppt_h"/>
                                          </p:val>
                                        </p:tav>
                                      </p:tavLst>
                                    </p:anim>
                                    <p:animEffect transition="in" filter="fade">
                                      <p:cBhvr>
                                        <p:cTn id="22" dur="500"/>
                                        <p:tgtEl>
                                          <p:spTgt spid="10"/>
                                        </p:tgtEl>
                                      </p:cBhvr>
                                    </p:animEffect>
                                  </p:childTnLst>
                                </p:cTn>
                              </p:par>
                            </p:childTnLst>
                          </p:cTn>
                        </p:par>
                        <p:par>
                          <p:cTn id="23" fill="hold">
                            <p:stCondLst>
                              <p:cond delay="2000"/>
                            </p:stCondLst>
                            <p:childTnLst>
                              <p:par>
                                <p:cTn id="24" presetID="18" presetClass="entr" presetSubtype="12" fill="hold" nodeType="after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strips(downLeft)">
                                      <p:cBhvr>
                                        <p:cTn id="26" dur="500"/>
                                        <p:tgtEl>
                                          <p:spTgt spid="39"/>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slide(fromBottom)">
                                      <p:cBhvr>
                                        <p:cTn id="30" dur="500"/>
                                        <p:tgtEl>
                                          <p:spTgt spid="3"/>
                                        </p:tgtEl>
                                      </p:cBhvr>
                                    </p:animEffect>
                                  </p:childTnLst>
                                </p:cTn>
                              </p:par>
                            </p:childTnLst>
                          </p:cTn>
                        </p:par>
                        <p:par>
                          <p:cTn id="31" fill="hold">
                            <p:stCondLst>
                              <p:cond delay="3000"/>
                            </p:stCondLst>
                            <p:childTnLst>
                              <p:par>
                                <p:cTn id="32" presetID="23" presetClass="entr" presetSubtype="16" fill="hold" grpId="0" nodeType="afterEffect">
                                  <p:stCondLst>
                                    <p:cond delay="0"/>
                                  </p:stCondLst>
                                  <p:childTnLst>
                                    <p:set>
                                      <p:cBhvr>
                                        <p:cTn id="33" dur="1" fill="hold">
                                          <p:stCondLst>
                                            <p:cond delay="0"/>
                                          </p:stCondLst>
                                        </p:cTn>
                                        <p:tgtEl>
                                          <p:spTgt spid="40"/>
                                        </p:tgtEl>
                                        <p:attrNameLst>
                                          <p:attrName>style.visibility</p:attrName>
                                        </p:attrNameLst>
                                      </p:cBhvr>
                                      <p:to>
                                        <p:strVal val="visible"/>
                                      </p:to>
                                    </p:set>
                                    <p:anim calcmode="lin" valueType="num">
                                      <p:cBhvr>
                                        <p:cTn id="34" dur="500" fill="hold"/>
                                        <p:tgtEl>
                                          <p:spTgt spid="40"/>
                                        </p:tgtEl>
                                        <p:attrNameLst>
                                          <p:attrName>ppt_w</p:attrName>
                                        </p:attrNameLst>
                                      </p:cBhvr>
                                      <p:tavLst>
                                        <p:tav tm="0">
                                          <p:val>
                                            <p:fltVal val="0"/>
                                          </p:val>
                                        </p:tav>
                                        <p:tav tm="100000">
                                          <p:val>
                                            <p:strVal val="#ppt_w"/>
                                          </p:val>
                                        </p:tav>
                                      </p:tavLst>
                                    </p:anim>
                                    <p:anim calcmode="lin" valueType="num">
                                      <p:cBhvr>
                                        <p:cTn id="35" dur="500" fill="hold"/>
                                        <p:tgtEl>
                                          <p:spTgt spid="40"/>
                                        </p:tgtEl>
                                        <p:attrNameLst>
                                          <p:attrName>ppt_h</p:attrName>
                                        </p:attrNameLst>
                                      </p:cBhvr>
                                      <p:tavLst>
                                        <p:tav tm="0">
                                          <p:val>
                                            <p:fltVal val="0"/>
                                          </p:val>
                                        </p:tav>
                                        <p:tav tm="100000">
                                          <p:val>
                                            <p:strVal val="#ppt_h"/>
                                          </p:val>
                                        </p:tav>
                                      </p:tavLst>
                                    </p:anim>
                                  </p:childTnLst>
                                </p:cTn>
                              </p:par>
                            </p:childTnLst>
                          </p:cTn>
                        </p:par>
                        <p:par>
                          <p:cTn id="36" fill="hold">
                            <p:stCondLst>
                              <p:cond delay="3500"/>
                            </p:stCondLst>
                            <p:childTnLst>
                              <p:par>
                                <p:cTn id="37" presetID="12" presetClass="entr" presetSubtype="4"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slide(fromBottom)">
                                      <p:cBhvr>
                                        <p:cTn id="39" dur="500"/>
                                        <p:tgtEl>
                                          <p:spTgt spid="34"/>
                                        </p:tgtEl>
                                      </p:cBhvr>
                                    </p:animEffect>
                                  </p:childTnLst>
                                </p:cTn>
                              </p:par>
                            </p:childTnLst>
                          </p:cTn>
                        </p:par>
                        <p:par>
                          <p:cTn id="40" fill="hold">
                            <p:stCondLst>
                              <p:cond delay="4000"/>
                            </p:stCondLst>
                            <p:childTnLst>
                              <p:par>
                                <p:cTn id="41" presetID="53" presetClass="entr" presetSubtype="0" fill="hold" nodeType="after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p:cTn id="43" dur="500" fill="hold"/>
                                        <p:tgtEl>
                                          <p:spTgt spid="11"/>
                                        </p:tgtEl>
                                        <p:attrNameLst>
                                          <p:attrName>ppt_w</p:attrName>
                                        </p:attrNameLst>
                                      </p:cBhvr>
                                      <p:tavLst>
                                        <p:tav tm="0">
                                          <p:val>
                                            <p:fltVal val="0"/>
                                          </p:val>
                                        </p:tav>
                                        <p:tav tm="100000">
                                          <p:val>
                                            <p:strVal val="#ppt_w"/>
                                          </p:val>
                                        </p:tav>
                                      </p:tavLst>
                                    </p:anim>
                                    <p:anim calcmode="lin" valueType="num">
                                      <p:cBhvr>
                                        <p:cTn id="44" dur="500" fill="hold"/>
                                        <p:tgtEl>
                                          <p:spTgt spid="11"/>
                                        </p:tgtEl>
                                        <p:attrNameLst>
                                          <p:attrName>ppt_h</p:attrName>
                                        </p:attrNameLst>
                                      </p:cBhvr>
                                      <p:tavLst>
                                        <p:tav tm="0">
                                          <p:val>
                                            <p:fltVal val="0"/>
                                          </p:val>
                                        </p:tav>
                                        <p:tav tm="100000">
                                          <p:val>
                                            <p:strVal val="#ppt_h"/>
                                          </p:val>
                                        </p:tav>
                                      </p:tavLst>
                                    </p:anim>
                                    <p:animEffect transition="in" filter="fade">
                                      <p:cBhvr>
                                        <p:cTn id="45" dur="500"/>
                                        <p:tgtEl>
                                          <p:spTgt spid="11"/>
                                        </p:tgtEl>
                                      </p:cBhvr>
                                    </p:animEffect>
                                  </p:childTnLst>
                                </p:cTn>
                              </p:par>
                            </p:childTnLst>
                          </p:cTn>
                        </p:par>
                        <p:par>
                          <p:cTn id="46" fill="hold">
                            <p:stCondLst>
                              <p:cond delay="4500"/>
                            </p:stCondLst>
                            <p:childTnLst>
                              <p:par>
                                <p:cTn id="47" presetID="18" presetClass="entr" presetSubtype="3" fill="hold" nodeType="afterEffect">
                                  <p:stCondLst>
                                    <p:cond delay="0"/>
                                  </p:stCondLst>
                                  <p:childTnLst>
                                    <p:set>
                                      <p:cBhvr>
                                        <p:cTn id="48" dur="1" fill="hold">
                                          <p:stCondLst>
                                            <p:cond delay="0"/>
                                          </p:stCondLst>
                                        </p:cTn>
                                        <p:tgtEl>
                                          <p:spTgt spid="51"/>
                                        </p:tgtEl>
                                        <p:attrNameLst>
                                          <p:attrName>style.visibility</p:attrName>
                                        </p:attrNameLst>
                                      </p:cBhvr>
                                      <p:to>
                                        <p:strVal val="visible"/>
                                      </p:to>
                                    </p:set>
                                    <p:animEffect transition="in" filter="strips(upRight)">
                                      <p:cBhvr>
                                        <p:cTn id="49" dur="500"/>
                                        <p:tgtEl>
                                          <p:spTgt spid="51"/>
                                        </p:tgtEl>
                                      </p:cBhvr>
                                    </p:animEffect>
                                  </p:childTnLst>
                                </p:cTn>
                              </p:par>
                            </p:childTnLst>
                          </p:cTn>
                        </p:par>
                        <p:par>
                          <p:cTn id="50" fill="hold">
                            <p:stCondLst>
                              <p:cond delay="5000"/>
                            </p:stCondLst>
                            <p:childTnLst>
                              <p:par>
                                <p:cTn id="51" presetID="12" presetClass="entr" presetSubtype="4" fill="hold" nodeType="after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slide(fromBottom)">
                                      <p:cBhvr>
                                        <p:cTn id="53" dur="500"/>
                                        <p:tgtEl>
                                          <p:spTgt spid="5"/>
                                        </p:tgtEl>
                                      </p:cBhvr>
                                    </p:animEffect>
                                  </p:childTnLst>
                                </p:cTn>
                              </p:par>
                            </p:childTnLst>
                          </p:cTn>
                        </p:par>
                        <p:par>
                          <p:cTn id="54" fill="hold">
                            <p:stCondLst>
                              <p:cond delay="5500"/>
                            </p:stCondLst>
                            <p:childTnLst>
                              <p:par>
                                <p:cTn id="55" presetID="23" presetClass="entr" presetSubtype="16" fill="hold" grpId="0" nodeType="afterEffect">
                                  <p:stCondLst>
                                    <p:cond delay="0"/>
                                  </p:stCondLst>
                                  <p:childTnLst>
                                    <p:set>
                                      <p:cBhvr>
                                        <p:cTn id="56" dur="1" fill="hold">
                                          <p:stCondLst>
                                            <p:cond delay="0"/>
                                          </p:stCondLst>
                                        </p:cTn>
                                        <p:tgtEl>
                                          <p:spTgt spid="41"/>
                                        </p:tgtEl>
                                        <p:attrNameLst>
                                          <p:attrName>style.visibility</p:attrName>
                                        </p:attrNameLst>
                                      </p:cBhvr>
                                      <p:to>
                                        <p:strVal val="visible"/>
                                      </p:to>
                                    </p:set>
                                    <p:anim calcmode="lin" valueType="num">
                                      <p:cBhvr>
                                        <p:cTn id="57" dur="500" fill="hold"/>
                                        <p:tgtEl>
                                          <p:spTgt spid="41"/>
                                        </p:tgtEl>
                                        <p:attrNameLst>
                                          <p:attrName>ppt_w</p:attrName>
                                        </p:attrNameLst>
                                      </p:cBhvr>
                                      <p:tavLst>
                                        <p:tav tm="0">
                                          <p:val>
                                            <p:fltVal val="0"/>
                                          </p:val>
                                        </p:tav>
                                        <p:tav tm="100000">
                                          <p:val>
                                            <p:strVal val="#ppt_w"/>
                                          </p:val>
                                        </p:tav>
                                      </p:tavLst>
                                    </p:anim>
                                    <p:anim calcmode="lin" valueType="num">
                                      <p:cBhvr>
                                        <p:cTn id="58" dur="500" fill="hold"/>
                                        <p:tgtEl>
                                          <p:spTgt spid="41"/>
                                        </p:tgtEl>
                                        <p:attrNameLst>
                                          <p:attrName>ppt_h</p:attrName>
                                        </p:attrNameLst>
                                      </p:cBhvr>
                                      <p:tavLst>
                                        <p:tav tm="0">
                                          <p:val>
                                            <p:fltVal val="0"/>
                                          </p:val>
                                        </p:tav>
                                        <p:tav tm="100000">
                                          <p:val>
                                            <p:strVal val="#ppt_h"/>
                                          </p:val>
                                        </p:tav>
                                      </p:tavLst>
                                    </p:anim>
                                  </p:childTnLst>
                                </p:cTn>
                              </p:par>
                            </p:childTnLst>
                          </p:cTn>
                        </p:par>
                        <p:par>
                          <p:cTn id="59" fill="hold">
                            <p:stCondLst>
                              <p:cond delay="6000"/>
                            </p:stCondLst>
                            <p:childTnLst>
                              <p:par>
                                <p:cTn id="60" presetID="12" presetClass="entr" presetSubtype="4" fill="hold" grpId="0" nodeType="after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slide(fromBottom)">
                                      <p:cBhvr>
                                        <p:cTn id="62" dur="500"/>
                                        <p:tgtEl>
                                          <p:spTgt spid="43"/>
                                        </p:tgtEl>
                                      </p:cBhvr>
                                    </p:animEffect>
                                  </p:childTnLst>
                                </p:cTn>
                              </p:par>
                            </p:childTnLst>
                          </p:cTn>
                        </p:par>
                        <p:par>
                          <p:cTn id="63" fill="hold">
                            <p:stCondLst>
                              <p:cond delay="6500"/>
                            </p:stCondLst>
                            <p:childTnLst>
                              <p:par>
                                <p:cTn id="64" presetID="53" presetClass="entr" presetSubtype="0" fill="hold" nodeType="after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p:cTn id="66" dur="500" fill="hold"/>
                                        <p:tgtEl>
                                          <p:spTgt spid="12"/>
                                        </p:tgtEl>
                                        <p:attrNameLst>
                                          <p:attrName>ppt_w</p:attrName>
                                        </p:attrNameLst>
                                      </p:cBhvr>
                                      <p:tavLst>
                                        <p:tav tm="0">
                                          <p:val>
                                            <p:fltVal val="0"/>
                                          </p:val>
                                        </p:tav>
                                        <p:tav tm="100000">
                                          <p:val>
                                            <p:strVal val="#ppt_w"/>
                                          </p:val>
                                        </p:tav>
                                      </p:tavLst>
                                    </p:anim>
                                    <p:anim calcmode="lin" valueType="num">
                                      <p:cBhvr>
                                        <p:cTn id="67" dur="500" fill="hold"/>
                                        <p:tgtEl>
                                          <p:spTgt spid="12"/>
                                        </p:tgtEl>
                                        <p:attrNameLst>
                                          <p:attrName>ppt_h</p:attrName>
                                        </p:attrNameLst>
                                      </p:cBhvr>
                                      <p:tavLst>
                                        <p:tav tm="0">
                                          <p:val>
                                            <p:fltVal val="0"/>
                                          </p:val>
                                        </p:tav>
                                        <p:tav tm="100000">
                                          <p:val>
                                            <p:strVal val="#ppt_h"/>
                                          </p:val>
                                        </p:tav>
                                      </p:tavLst>
                                    </p:anim>
                                    <p:animEffect transition="in" filter="fade">
                                      <p:cBhvr>
                                        <p:cTn id="68" dur="500"/>
                                        <p:tgtEl>
                                          <p:spTgt spid="12"/>
                                        </p:tgtEl>
                                      </p:cBhvr>
                                    </p:animEffect>
                                  </p:childTnLst>
                                </p:cTn>
                              </p:par>
                            </p:childTnLst>
                          </p:cTn>
                        </p:par>
                        <p:par>
                          <p:cTn id="69" fill="hold">
                            <p:stCondLst>
                              <p:cond delay="7000"/>
                            </p:stCondLst>
                            <p:childTnLst>
                              <p:par>
                                <p:cTn id="70" presetID="18" presetClass="entr" presetSubtype="12" fill="hold" nodeType="afterEffect">
                                  <p:stCondLst>
                                    <p:cond delay="0"/>
                                  </p:stCondLst>
                                  <p:childTnLst>
                                    <p:set>
                                      <p:cBhvr>
                                        <p:cTn id="71" dur="1" fill="hold">
                                          <p:stCondLst>
                                            <p:cond delay="0"/>
                                          </p:stCondLst>
                                        </p:cTn>
                                        <p:tgtEl>
                                          <p:spTgt spid="58"/>
                                        </p:tgtEl>
                                        <p:attrNameLst>
                                          <p:attrName>style.visibility</p:attrName>
                                        </p:attrNameLst>
                                      </p:cBhvr>
                                      <p:to>
                                        <p:strVal val="visible"/>
                                      </p:to>
                                    </p:set>
                                    <p:animEffect transition="in" filter="strips(downLeft)">
                                      <p:cBhvr>
                                        <p:cTn id="72" dur="500"/>
                                        <p:tgtEl>
                                          <p:spTgt spid="58"/>
                                        </p:tgtEl>
                                      </p:cBhvr>
                                    </p:animEffect>
                                  </p:childTnLst>
                                </p:cTn>
                              </p:par>
                            </p:childTnLst>
                          </p:cTn>
                        </p:par>
                        <p:par>
                          <p:cTn id="73" fill="hold">
                            <p:stCondLst>
                              <p:cond delay="7500"/>
                            </p:stCondLst>
                            <p:childTnLst>
                              <p:par>
                                <p:cTn id="74" presetID="12" presetClass="entr" presetSubtype="4" fill="hold" nodeType="afterEffect">
                                  <p:stCondLst>
                                    <p:cond delay="0"/>
                                  </p:stCondLst>
                                  <p:childTnLst>
                                    <p:set>
                                      <p:cBhvr>
                                        <p:cTn id="75" dur="1" fill="hold">
                                          <p:stCondLst>
                                            <p:cond delay="0"/>
                                          </p:stCondLst>
                                        </p:cTn>
                                        <p:tgtEl>
                                          <p:spTgt spid="6"/>
                                        </p:tgtEl>
                                        <p:attrNameLst>
                                          <p:attrName>style.visibility</p:attrName>
                                        </p:attrNameLst>
                                      </p:cBhvr>
                                      <p:to>
                                        <p:strVal val="visible"/>
                                      </p:to>
                                    </p:set>
                                    <p:animEffect transition="in" filter="slide(fromBottom)">
                                      <p:cBhvr>
                                        <p:cTn id="76" dur="500"/>
                                        <p:tgtEl>
                                          <p:spTgt spid="6"/>
                                        </p:tgtEl>
                                      </p:cBhvr>
                                    </p:animEffect>
                                  </p:childTnLst>
                                </p:cTn>
                              </p:par>
                            </p:childTnLst>
                          </p:cTn>
                        </p:par>
                        <p:par>
                          <p:cTn id="77" fill="hold">
                            <p:stCondLst>
                              <p:cond delay="8000"/>
                            </p:stCondLst>
                            <p:childTnLst>
                              <p:par>
                                <p:cTn id="78" presetID="23" presetClass="entr" presetSubtype="16" fill="hold" grpId="0" nodeType="afterEffect">
                                  <p:stCondLst>
                                    <p:cond delay="0"/>
                                  </p:stCondLst>
                                  <p:childTnLst>
                                    <p:set>
                                      <p:cBhvr>
                                        <p:cTn id="79" dur="1" fill="hold">
                                          <p:stCondLst>
                                            <p:cond delay="0"/>
                                          </p:stCondLst>
                                        </p:cTn>
                                        <p:tgtEl>
                                          <p:spTgt spid="42"/>
                                        </p:tgtEl>
                                        <p:attrNameLst>
                                          <p:attrName>style.visibility</p:attrName>
                                        </p:attrNameLst>
                                      </p:cBhvr>
                                      <p:to>
                                        <p:strVal val="visible"/>
                                      </p:to>
                                    </p:set>
                                    <p:anim calcmode="lin" valueType="num">
                                      <p:cBhvr>
                                        <p:cTn id="80" dur="500" fill="hold"/>
                                        <p:tgtEl>
                                          <p:spTgt spid="42"/>
                                        </p:tgtEl>
                                        <p:attrNameLst>
                                          <p:attrName>ppt_w</p:attrName>
                                        </p:attrNameLst>
                                      </p:cBhvr>
                                      <p:tavLst>
                                        <p:tav tm="0">
                                          <p:val>
                                            <p:fltVal val="0"/>
                                          </p:val>
                                        </p:tav>
                                        <p:tav tm="100000">
                                          <p:val>
                                            <p:strVal val="#ppt_w"/>
                                          </p:val>
                                        </p:tav>
                                      </p:tavLst>
                                    </p:anim>
                                    <p:anim calcmode="lin" valueType="num">
                                      <p:cBhvr>
                                        <p:cTn id="81" dur="500" fill="hold"/>
                                        <p:tgtEl>
                                          <p:spTgt spid="42"/>
                                        </p:tgtEl>
                                        <p:attrNameLst>
                                          <p:attrName>ppt_h</p:attrName>
                                        </p:attrNameLst>
                                      </p:cBhvr>
                                      <p:tavLst>
                                        <p:tav tm="0">
                                          <p:val>
                                            <p:fltVal val="0"/>
                                          </p:val>
                                        </p:tav>
                                        <p:tav tm="100000">
                                          <p:val>
                                            <p:strVal val="#ppt_h"/>
                                          </p:val>
                                        </p:tav>
                                      </p:tavLst>
                                    </p:anim>
                                  </p:childTnLst>
                                </p:cTn>
                              </p:par>
                            </p:childTnLst>
                          </p:cTn>
                        </p:par>
                        <p:par>
                          <p:cTn id="82" fill="hold">
                            <p:stCondLst>
                              <p:cond delay="8500"/>
                            </p:stCondLst>
                            <p:childTnLst>
                              <p:par>
                                <p:cTn id="83" presetID="12" presetClass="entr" presetSubtype="4" fill="hold" grpId="0" nodeType="afterEffect">
                                  <p:stCondLst>
                                    <p:cond delay="0"/>
                                  </p:stCondLst>
                                  <p:childTnLst>
                                    <p:set>
                                      <p:cBhvr>
                                        <p:cTn id="84" dur="1" fill="hold">
                                          <p:stCondLst>
                                            <p:cond delay="0"/>
                                          </p:stCondLst>
                                        </p:cTn>
                                        <p:tgtEl>
                                          <p:spTgt spid="45"/>
                                        </p:tgtEl>
                                        <p:attrNameLst>
                                          <p:attrName>style.visibility</p:attrName>
                                        </p:attrNameLst>
                                      </p:cBhvr>
                                      <p:to>
                                        <p:strVal val="visible"/>
                                      </p:to>
                                    </p:set>
                                    <p:animEffect transition="in" filter="slide(fromBottom)">
                                      <p:cBhvr>
                                        <p:cTn id="85" dur="500"/>
                                        <p:tgtEl>
                                          <p:spTgt spid="45"/>
                                        </p:tgtEl>
                                      </p:cBhvr>
                                    </p:animEffect>
                                  </p:childTnLst>
                                </p:cTn>
                              </p:par>
                            </p:childTnLst>
                          </p:cTn>
                        </p:par>
                        <p:par>
                          <p:cTn id="86" fill="hold">
                            <p:stCondLst>
                              <p:cond delay="9000"/>
                            </p:stCondLst>
                            <p:childTnLst>
                              <p:par>
                                <p:cTn id="87" presetID="53" presetClass="entr" presetSubtype="0" fill="hold" nodeType="after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p:cTn id="89" dur="500" fill="hold"/>
                                        <p:tgtEl>
                                          <p:spTgt spid="13"/>
                                        </p:tgtEl>
                                        <p:attrNameLst>
                                          <p:attrName>ppt_w</p:attrName>
                                        </p:attrNameLst>
                                      </p:cBhvr>
                                      <p:tavLst>
                                        <p:tav tm="0">
                                          <p:val>
                                            <p:fltVal val="0"/>
                                          </p:val>
                                        </p:tav>
                                        <p:tav tm="100000">
                                          <p:val>
                                            <p:strVal val="#ppt_w"/>
                                          </p:val>
                                        </p:tav>
                                      </p:tavLst>
                                    </p:anim>
                                    <p:anim calcmode="lin" valueType="num">
                                      <p:cBhvr>
                                        <p:cTn id="90" dur="500" fill="hold"/>
                                        <p:tgtEl>
                                          <p:spTgt spid="13"/>
                                        </p:tgtEl>
                                        <p:attrNameLst>
                                          <p:attrName>ppt_h</p:attrName>
                                        </p:attrNameLst>
                                      </p:cBhvr>
                                      <p:tavLst>
                                        <p:tav tm="0">
                                          <p:val>
                                            <p:fltVal val="0"/>
                                          </p:val>
                                        </p:tav>
                                        <p:tav tm="100000">
                                          <p:val>
                                            <p:strVal val="#ppt_h"/>
                                          </p:val>
                                        </p:tav>
                                      </p:tavLst>
                                    </p:anim>
                                    <p:animEffect transition="in" filter="fade">
                                      <p:cBhvr>
                                        <p:cTn id="91" dur="500"/>
                                        <p:tgtEl>
                                          <p:spTgt spid="13"/>
                                        </p:tgtEl>
                                      </p:cBhvr>
                                    </p:animEffect>
                                  </p:childTnLst>
                                </p:cTn>
                              </p:par>
                            </p:childTnLst>
                          </p:cTn>
                        </p:par>
                        <p:par>
                          <p:cTn id="92" fill="hold">
                            <p:stCondLst>
                              <p:cond delay="9500"/>
                            </p:stCondLst>
                            <p:childTnLst>
                              <p:par>
                                <p:cTn id="93" presetID="18" presetClass="entr" presetSubtype="3" fill="hold" nodeType="afterEffect">
                                  <p:stCondLst>
                                    <p:cond delay="0"/>
                                  </p:stCondLst>
                                  <p:childTnLst>
                                    <p:set>
                                      <p:cBhvr>
                                        <p:cTn id="94" dur="1" fill="hold">
                                          <p:stCondLst>
                                            <p:cond delay="0"/>
                                          </p:stCondLst>
                                        </p:cTn>
                                        <p:tgtEl>
                                          <p:spTgt spid="62"/>
                                        </p:tgtEl>
                                        <p:attrNameLst>
                                          <p:attrName>style.visibility</p:attrName>
                                        </p:attrNameLst>
                                      </p:cBhvr>
                                      <p:to>
                                        <p:strVal val="visible"/>
                                      </p:to>
                                    </p:set>
                                    <p:animEffect transition="in" filter="strips(upRight)">
                                      <p:cBhvr>
                                        <p:cTn id="95" dur="500"/>
                                        <p:tgtEl>
                                          <p:spTgt spid="62"/>
                                        </p:tgtEl>
                                      </p:cBhvr>
                                    </p:animEffect>
                                  </p:childTnLst>
                                </p:cTn>
                              </p:par>
                            </p:childTnLst>
                          </p:cTn>
                        </p:par>
                        <p:par>
                          <p:cTn id="96" fill="hold">
                            <p:stCondLst>
                              <p:cond delay="10000"/>
                            </p:stCondLst>
                            <p:childTnLst>
                              <p:par>
                                <p:cTn id="97" presetID="12" presetClass="entr" presetSubtype="4" fill="hold" nodeType="afterEffect">
                                  <p:stCondLst>
                                    <p:cond delay="0"/>
                                  </p:stCondLst>
                                  <p:childTnLst>
                                    <p:set>
                                      <p:cBhvr>
                                        <p:cTn id="98" dur="1" fill="hold">
                                          <p:stCondLst>
                                            <p:cond delay="0"/>
                                          </p:stCondLst>
                                        </p:cTn>
                                        <p:tgtEl>
                                          <p:spTgt spid="7"/>
                                        </p:tgtEl>
                                        <p:attrNameLst>
                                          <p:attrName>style.visibility</p:attrName>
                                        </p:attrNameLst>
                                      </p:cBhvr>
                                      <p:to>
                                        <p:strVal val="visible"/>
                                      </p:to>
                                    </p:set>
                                    <p:animEffect transition="in" filter="slide(fromBottom)">
                                      <p:cBhvr>
                                        <p:cTn id="99" dur="500"/>
                                        <p:tgtEl>
                                          <p:spTgt spid="7"/>
                                        </p:tgtEl>
                                      </p:cBhvr>
                                    </p:animEffect>
                                  </p:childTnLst>
                                </p:cTn>
                              </p:par>
                            </p:childTnLst>
                          </p:cTn>
                        </p:par>
                        <p:par>
                          <p:cTn id="100" fill="hold">
                            <p:stCondLst>
                              <p:cond delay="10500"/>
                            </p:stCondLst>
                            <p:childTnLst>
                              <p:par>
                                <p:cTn id="101" presetID="23" presetClass="entr" presetSubtype="16" fill="hold" grpId="0" nodeType="afterEffect">
                                  <p:stCondLst>
                                    <p:cond delay="0"/>
                                  </p:stCondLst>
                                  <p:childTnLst>
                                    <p:set>
                                      <p:cBhvr>
                                        <p:cTn id="102" dur="1" fill="hold">
                                          <p:stCondLst>
                                            <p:cond delay="0"/>
                                          </p:stCondLst>
                                        </p:cTn>
                                        <p:tgtEl>
                                          <p:spTgt spid="54"/>
                                        </p:tgtEl>
                                        <p:attrNameLst>
                                          <p:attrName>style.visibility</p:attrName>
                                        </p:attrNameLst>
                                      </p:cBhvr>
                                      <p:to>
                                        <p:strVal val="visible"/>
                                      </p:to>
                                    </p:set>
                                    <p:anim calcmode="lin" valueType="num">
                                      <p:cBhvr>
                                        <p:cTn id="103" dur="500" fill="hold"/>
                                        <p:tgtEl>
                                          <p:spTgt spid="54"/>
                                        </p:tgtEl>
                                        <p:attrNameLst>
                                          <p:attrName>ppt_w</p:attrName>
                                        </p:attrNameLst>
                                      </p:cBhvr>
                                      <p:tavLst>
                                        <p:tav tm="0">
                                          <p:val>
                                            <p:fltVal val="0"/>
                                          </p:val>
                                        </p:tav>
                                        <p:tav tm="100000">
                                          <p:val>
                                            <p:strVal val="#ppt_w"/>
                                          </p:val>
                                        </p:tav>
                                      </p:tavLst>
                                    </p:anim>
                                    <p:anim calcmode="lin" valueType="num">
                                      <p:cBhvr>
                                        <p:cTn id="104" dur="500" fill="hold"/>
                                        <p:tgtEl>
                                          <p:spTgt spid="54"/>
                                        </p:tgtEl>
                                        <p:attrNameLst>
                                          <p:attrName>ppt_h</p:attrName>
                                        </p:attrNameLst>
                                      </p:cBhvr>
                                      <p:tavLst>
                                        <p:tav tm="0">
                                          <p:val>
                                            <p:fltVal val="0"/>
                                          </p:val>
                                        </p:tav>
                                        <p:tav tm="100000">
                                          <p:val>
                                            <p:strVal val="#ppt_h"/>
                                          </p:val>
                                        </p:tav>
                                      </p:tavLst>
                                    </p:anim>
                                  </p:childTnLst>
                                </p:cTn>
                              </p:par>
                            </p:childTnLst>
                          </p:cTn>
                        </p:par>
                        <p:par>
                          <p:cTn id="105" fill="hold">
                            <p:stCondLst>
                              <p:cond delay="11000"/>
                            </p:stCondLst>
                            <p:childTnLst>
                              <p:par>
                                <p:cTn id="106" presetID="12" presetClass="entr" presetSubtype="4" fill="hold" grpId="0" nodeType="afterEffect">
                                  <p:stCondLst>
                                    <p:cond delay="0"/>
                                  </p:stCondLst>
                                  <p:childTnLst>
                                    <p:set>
                                      <p:cBhvr>
                                        <p:cTn id="107" dur="1" fill="hold">
                                          <p:stCondLst>
                                            <p:cond delay="0"/>
                                          </p:stCondLst>
                                        </p:cTn>
                                        <p:tgtEl>
                                          <p:spTgt spid="57"/>
                                        </p:tgtEl>
                                        <p:attrNameLst>
                                          <p:attrName>style.visibility</p:attrName>
                                        </p:attrNameLst>
                                      </p:cBhvr>
                                      <p:to>
                                        <p:strVal val="visible"/>
                                      </p:to>
                                    </p:set>
                                    <p:animEffect transition="in" filter="slide(fromBottom)">
                                      <p:cBhvr>
                                        <p:cTn id="108" dur="500"/>
                                        <p:tgtEl>
                                          <p:spTgt spid="57"/>
                                        </p:tgtEl>
                                      </p:cBhvr>
                                    </p:animEffect>
                                  </p:childTnLst>
                                </p:cTn>
                              </p:par>
                            </p:childTnLst>
                          </p:cTn>
                        </p:par>
                        <p:par>
                          <p:cTn id="109" fill="hold">
                            <p:stCondLst>
                              <p:cond delay="11500"/>
                            </p:stCondLst>
                            <p:childTnLst>
                              <p:par>
                                <p:cTn id="110" presetID="53" presetClass="entr" presetSubtype="0" fill="hold" nodeType="afterEffect">
                                  <p:stCondLst>
                                    <p:cond delay="0"/>
                                  </p:stCondLst>
                                  <p:childTnLst>
                                    <p:set>
                                      <p:cBhvr>
                                        <p:cTn id="111" dur="1" fill="hold">
                                          <p:stCondLst>
                                            <p:cond delay="0"/>
                                          </p:stCondLst>
                                        </p:cTn>
                                        <p:tgtEl>
                                          <p:spTgt spid="15"/>
                                        </p:tgtEl>
                                        <p:attrNameLst>
                                          <p:attrName>style.visibility</p:attrName>
                                        </p:attrNameLst>
                                      </p:cBhvr>
                                      <p:to>
                                        <p:strVal val="visible"/>
                                      </p:to>
                                    </p:set>
                                    <p:anim calcmode="lin" valueType="num">
                                      <p:cBhvr>
                                        <p:cTn id="112" dur="500" fill="hold"/>
                                        <p:tgtEl>
                                          <p:spTgt spid="15"/>
                                        </p:tgtEl>
                                        <p:attrNameLst>
                                          <p:attrName>ppt_w</p:attrName>
                                        </p:attrNameLst>
                                      </p:cBhvr>
                                      <p:tavLst>
                                        <p:tav tm="0">
                                          <p:val>
                                            <p:fltVal val="0"/>
                                          </p:val>
                                        </p:tav>
                                        <p:tav tm="100000">
                                          <p:val>
                                            <p:strVal val="#ppt_w"/>
                                          </p:val>
                                        </p:tav>
                                      </p:tavLst>
                                    </p:anim>
                                    <p:anim calcmode="lin" valueType="num">
                                      <p:cBhvr>
                                        <p:cTn id="113" dur="500" fill="hold"/>
                                        <p:tgtEl>
                                          <p:spTgt spid="15"/>
                                        </p:tgtEl>
                                        <p:attrNameLst>
                                          <p:attrName>ppt_h</p:attrName>
                                        </p:attrNameLst>
                                      </p:cBhvr>
                                      <p:tavLst>
                                        <p:tav tm="0">
                                          <p:val>
                                            <p:fltVal val="0"/>
                                          </p:val>
                                        </p:tav>
                                        <p:tav tm="100000">
                                          <p:val>
                                            <p:strVal val="#ppt_h"/>
                                          </p:val>
                                        </p:tav>
                                      </p:tavLst>
                                    </p:anim>
                                    <p:animEffect transition="in" filter="fade">
                                      <p:cBhvr>
                                        <p:cTn id="114" dur="500"/>
                                        <p:tgtEl>
                                          <p:spTgt spid="15"/>
                                        </p:tgtEl>
                                      </p:cBhvr>
                                    </p:animEffect>
                                  </p:childTnLst>
                                </p:cTn>
                              </p:par>
                            </p:childTnLst>
                          </p:cTn>
                        </p:par>
                        <p:par>
                          <p:cTn id="115" fill="hold">
                            <p:stCondLst>
                              <p:cond delay="12000"/>
                            </p:stCondLst>
                            <p:childTnLst>
                              <p:par>
                                <p:cTn id="116" presetID="18" presetClass="entr" presetSubtype="12" fill="hold" nodeType="afterEffect">
                                  <p:stCondLst>
                                    <p:cond delay="0"/>
                                  </p:stCondLst>
                                  <p:childTnLst>
                                    <p:set>
                                      <p:cBhvr>
                                        <p:cTn id="117" dur="1" fill="hold">
                                          <p:stCondLst>
                                            <p:cond delay="0"/>
                                          </p:stCondLst>
                                        </p:cTn>
                                        <p:tgtEl>
                                          <p:spTgt spid="52"/>
                                        </p:tgtEl>
                                        <p:attrNameLst>
                                          <p:attrName>style.visibility</p:attrName>
                                        </p:attrNameLst>
                                      </p:cBhvr>
                                      <p:to>
                                        <p:strVal val="visible"/>
                                      </p:to>
                                    </p:set>
                                    <p:animEffect transition="in" filter="strips(downLeft)">
                                      <p:cBhvr>
                                        <p:cTn id="118" dur="500"/>
                                        <p:tgtEl>
                                          <p:spTgt spid="52"/>
                                        </p:tgtEl>
                                      </p:cBhvr>
                                    </p:animEffect>
                                  </p:childTnLst>
                                </p:cTn>
                              </p:par>
                            </p:childTnLst>
                          </p:cTn>
                        </p:par>
                        <p:par>
                          <p:cTn id="119" fill="hold">
                            <p:stCondLst>
                              <p:cond delay="12500"/>
                            </p:stCondLst>
                            <p:childTnLst>
                              <p:par>
                                <p:cTn id="120" presetID="12" presetClass="entr" presetSubtype="4" fill="hold" nodeType="afterEffect">
                                  <p:stCondLst>
                                    <p:cond delay="0"/>
                                  </p:stCondLst>
                                  <p:childTnLst>
                                    <p:set>
                                      <p:cBhvr>
                                        <p:cTn id="121" dur="1" fill="hold">
                                          <p:stCondLst>
                                            <p:cond delay="0"/>
                                          </p:stCondLst>
                                        </p:cTn>
                                        <p:tgtEl>
                                          <p:spTgt spid="8"/>
                                        </p:tgtEl>
                                        <p:attrNameLst>
                                          <p:attrName>style.visibility</p:attrName>
                                        </p:attrNameLst>
                                      </p:cBhvr>
                                      <p:to>
                                        <p:strVal val="visible"/>
                                      </p:to>
                                    </p:set>
                                    <p:animEffect transition="in" filter="slide(fromBottom)">
                                      <p:cBhvr>
                                        <p:cTn id="122" dur="500"/>
                                        <p:tgtEl>
                                          <p:spTgt spid="8"/>
                                        </p:tgtEl>
                                      </p:cBhvr>
                                    </p:animEffect>
                                  </p:childTnLst>
                                </p:cTn>
                              </p:par>
                            </p:childTnLst>
                          </p:cTn>
                        </p:par>
                        <p:par>
                          <p:cTn id="123" fill="hold">
                            <p:stCondLst>
                              <p:cond delay="13000"/>
                            </p:stCondLst>
                            <p:childTnLst>
                              <p:par>
                                <p:cTn id="124" presetID="23" presetClass="entr" presetSubtype="16" fill="hold" grpId="0" nodeType="afterEffect">
                                  <p:stCondLst>
                                    <p:cond delay="0"/>
                                  </p:stCondLst>
                                  <p:childTnLst>
                                    <p:set>
                                      <p:cBhvr>
                                        <p:cTn id="125" dur="1" fill="hold">
                                          <p:stCondLst>
                                            <p:cond delay="0"/>
                                          </p:stCondLst>
                                        </p:cTn>
                                        <p:tgtEl>
                                          <p:spTgt spid="75"/>
                                        </p:tgtEl>
                                        <p:attrNameLst>
                                          <p:attrName>style.visibility</p:attrName>
                                        </p:attrNameLst>
                                      </p:cBhvr>
                                      <p:to>
                                        <p:strVal val="visible"/>
                                      </p:to>
                                    </p:set>
                                    <p:anim calcmode="lin" valueType="num">
                                      <p:cBhvr>
                                        <p:cTn id="126" dur="500" fill="hold"/>
                                        <p:tgtEl>
                                          <p:spTgt spid="75"/>
                                        </p:tgtEl>
                                        <p:attrNameLst>
                                          <p:attrName>ppt_w</p:attrName>
                                        </p:attrNameLst>
                                      </p:cBhvr>
                                      <p:tavLst>
                                        <p:tav tm="0">
                                          <p:val>
                                            <p:fltVal val="0"/>
                                          </p:val>
                                        </p:tav>
                                        <p:tav tm="100000">
                                          <p:val>
                                            <p:strVal val="#ppt_w"/>
                                          </p:val>
                                        </p:tav>
                                      </p:tavLst>
                                    </p:anim>
                                    <p:anim calcmode="lin" valueType="num">
                                      <p:cBhvr>
                                        <p:cTn id="127" dur="500" fill="hold"/>
                                        <p:tgtEl>
                                          <p:spTgt spid="75"/>
                                        </p:tgtEl>
                                        <p:attrNameLst>
                                          <p:attrName>ppt_h</p:attrName>
                                        </p:attrNameLst>
                                      </p:cBhvr>
                                      <p:tavLst>
                                        <p:tav tm="0">
                                          <p:val>
                                            <p:fltVal val="0"/>
                                          </p:val>
                                        </p:tav>
                                        <p:tav tm="100000">
                                          <p:val>
                                            <p:strVal val="#ppt_h"/>
                                          </p:val>
                                        </p:tav>
                                      </p:tavLst>
                                    </p:anim>
                                  </p:childTnLst>
                                </p:cTn>
                              </p:par>
                            </p:childTnLst>
                          </p:cTn>
                        </p:par>
                        <p:par>
                          <p:cTn id="128" fill="hold">
                            <p:stCondLst>
                              <p:cond delay="13500"/>
                            </p:stCondLst>
                            <p:childTnLst>
                              <p:par>
                                <p:cTn id="129" presetID="12" presetClass="entr" presetSubtype="4" fill="hold" grpId="0" nodeType="afterEffect">
                                  <p:stCondLst>
                                    <p:cond delay="0"/>
                                  </p:stCondLst>
                                  <p:childTnLst>
                                    <p:set>
                                      <p:cBhvr>
                                        <p:cTn id="130" dur="1" fill="hold">
                                          <p:stCondLst>
                                            <p:cond delay="0"/>
                                          </p:stCondLst>
                                        </p:cTn>
                                        <p:tgtEl>
                                          <p:spTgt spid="77"/>
                                        </p:tgtEl>
                                        <p:attrNameLst>
                                          <p:attrName>style.visibility</p:attrName>
                                        </p:attrNameLst>
                                      </p:cBhvr>
                                      <p:to>
                                        <p:strVal val="visible"/>
                                      </p:to>
                                    </p:set>
                                    <p:animEffect transition="in" filter="slide(fromBottom)">
                                      <p:cBhvr>
                                        <p:cTn id="131" dur="500"/>
                                        <p:tgtEl>
                                          <p:spTgt spid="77"/>
                                        </p:tgtEl>
                                      </p:cBhvr>
                                    </p:animEffect>
                                  </p:childTnLst>
                                </p:cTn>
                              </p:par>
                            </p:childTnLst>
                          </p:cTn>
                        </p:par>
                        <p:par>
                          <p:cTn id="132" fill="hold">
                            <p:stCondLst>
                              <p:cond delay="14000"/>
                            </p:stCondLst>
                            <p:childTnLst>
                              <p:par>
                                <p:cTn id="133" presetID="53" presetClass="entr" presetSubtype="0" fill="hold" nodeType="afterEffect">
                                  <p:stCondLst>
                                    <p:cond delay="0"/>
                                  </p:stCondLst>
                                  <p:childTnLst>
                                    <p:set>
                                      <p:cBhvr>
                                        <p:cTn id="134" dur="1" fill="hold">
                                          <p:stCondLst>
                                            <p:cond delay="0"/>
                                          </p:stCondLst>
                                        </p:cTn>
                                        <p:tgtEl>
                                          <p:spTgt spid="14"/>
                                        </p:tgtEl>
                                        <p:attrNameLst>
                                          <p:attrName>style.visibility</p:attrName>
                                        </p:attrNameLst>
                                      </p:cBhvr>
                                      <p:to>
                                        <p:strVal val="visible"/>
                                      </p:to>
                                    </p:set>
                                    <p:anim calcmode="lin" valueType="num">
                                      <p:cBhvr>
                                        <p:cTn id="135" dur="500" fill="hold"/>
                                        <p:tgtEl>
                                          <p:spTgt spid="14"/>
                                        </p:tgtEl>
                                        <p:attrNameLst>
                                          <p:attrName>ppt_w</p:attrName>
                                        </p:attrNameLst>
                                      </p:cBhvr>
                                      <p:tavLst>
                                        <p:tav tm="0">
                                          <p:val>
                                            <p:fltVal val="0"/>
                                          </p:val>
                                        </p:tav>
                                        <p:tav tm="100000">
                                          <p:val>
                                            <p:strVal val="#ppt_w"/>
                                          </p:val>
                                        </p:tav>
                                      </p:tavLst>
                                    </p:anim>
                                    <p:anim calcmode="lin" valueType="num">
                                      <p:cBhvr>
                                        <p:cTn id="136" dur="500" fill="hold"/>
                                        <p:tgtEl>
                                          <p:spTgt spid="14"/>
                                        </p:tgtEl>
                                        <p:attrNameLst>
                                          <p:attrName>ppt_h</p:attrName>
                                        </p:attrNameLst>
                                      </p:cBhvr>
                                      <p:tavLst>
                                        <p:tav tm="0">
                                          <p:val>
                                            <p:fltVal val="0"/>
                                          </p:val>
                                        </p:tav>
                                        <p:tav tm="100000">
                                          <p:val>
                                            <p:strVal val="#ppt_h"/>
                                          </p:val>
                                        </p:tav>
                                      </p:tavLst>
                                    </p:anim>
                                    <p:animEffect transition="in" filter="fade">
                                      <p:cBhvr>
                                        <p:cTn id="137" dur="500"/>
                                        <p:tgtEl>
                                          <p:spTgt spid="14"/>
                                        </p:tgtEl>
                                      </p:cBhvr>
                                    </p:animEffect>
                                  </p:childTnLst>
                                </p:cTn>
                              </p:par>
                            </p:childTnLst>
                          </p:cTn>
                        </p:par>
                        <p:par>
                          <p:cTn id="138" fill="hold">
                            <p:stCondLst>
                              <p:cond delay="14500"/>
                            </p:stCondLst>
                            <p:childTnLst>
                              <p:par>
                                <p:cTn id="139" presetID="18" presetClass="entr" presetSubtype="3" fill="hold" nodeType="afterEffect">
                                  <p:stCondLst>
                                    <p:cond delay="0"/>
                                  </p:stCondLst>
                                  <p:childTnLst>
                                    <p:set>
                                      <p:cBhvr>
                                        <p:cTn id="140" dur="1" fill="hold">
                                          <p:stCondLst>
                                            <p:cond delay="0"/>
                                          </p:stCondLst>
                                        </p:cTn>
                                        <p:tgtEl>
                                          <p:spTgt spid="72"/>
                                        </p:tgtEl>
                                        <p:attrNameLst>
                                          <p:attrName>style.visibility</p:attrName>
                                        </p:attrNameLst>
                                      </p:cBhvr>
                                      <p:to>
                                        <p:strVal val="visible"/>
                                      </p:to>
                                    </p:set>
                                    <p:animEffect transition="in" filter="strips(upRight)">
                                      <p:cBhvr>
                                        <p:cTn id="141" dur="500"/>
                                        <p:tgtEl>
                                          <p:spTgt spid="72"/>
                                        </p:tgtEl>
                                      </p:cBhvr>
                                    </p:animEffect>
                                  </p:childTnLst>
                                </p:cTn>
                              </p:par>
                            </p:childTnLst>
                          </p:cTn>
                        </p:par>
                        <p:par>
                          <p:cTn id="142" fill="hold">
                            <p:stCondLst>
                              <p:cond delay="15000"/>
                            </p:stCondLst>
                            <p:childTnLst>
                              <p:par>
                                <p:cTn id="143" presetID="12" presetClass="entr" presetSubtype="4" fill="hold" nodeType="afterEffect">
                                  <p:stCondLst>
                                    <p:cond delay="0"/>
                                  </p:stCondLst>
                                  <p:childTnLst>
                                    <p:set>
                                      <p:cBhvr>
                                        <p:cTn id="144" dur="1" fill="hold">
                                          <p:stCondLst>
                                            <p:cond delay="0"/>
                                          </p:stCondLst>
                                        </p:cTn>
                                        <p:tgtEl>
                                          <p:spTgt spid="9"/>
                                        </p:tgtEl>
                                        <p:attrNameLst>
                                          <p:attrName>style.visibility</p:attrName>
                                        </p:attrNameLst>
                                      </p:cBhvr>
                                      <p:to>
                                        <p:strVal val="visible"/>
                                      </p:to>
                                    </p:set>
                                    <p:animEffect transition="in" filter="slide(fromBottom)">
                                      <p:cBhvr>
                                        <p:cTn id="14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38" grpId="0" animBg="1"/>
      <p:bldP spid="40" grpId="0" animBg="1"/>
      <p:bldP spid="34" grpId="0"/>
      <p:bldP spid="41" grpId="0" animBg="1"/>
      <p:bldP spid="43" grpId="0"/>
      <p:bldP spid="42" grpId="0" animBg="1"/>
      <p:bldP spid="45" grpId="0"/>
      <p:bldP spid="54" grpId="0" animBg="1"/>
      <p:bldP spid="57" grpId="0"/>
      <p:bldP spid="75" grpId="0" animBg="1"/>
      <p:bldP spid="77"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3" name="Straight Connector 62"/>
          <p:cNvCxnSpPr>
            <a:stCxn id="29" idx="4"/>
            <a:endCxn id="36" idx="0"/>
          </p:cNvCxnSpPr>
          <p:nvPr/>
        </p:nvCxnSpPr>
        <p:spPr>
          <a:xfrm>
            <a:off x="4572001" y="2189284"/>
            <a:ext cx="0" cy="1224448"/>
          </a:xfrm>
          <a:prstGeom prst="line">
            <a:avLst/>
          </a:prstGeom>
          <a:ln w="19050">
            <a:solidFill>
              <a:schemeClr val="accent1"/>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32" name="Rounded Rectangle 31"/>
          <p:cNvSpPr/>
          <p:nvPr/>
        </p:nvSpPr>
        <p:spPr>
          <a:xfrm>
            <a:off x="462729" y="2189285"/>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p:cNvCxnSpPr>
            <a:stCxn id="29" idx="0"/>
          </p:cNvCxnSpPr>
          <p:nvPr/>
        </p:nvCxnSpPr>
        <p:spPr>
          <a:xfrm flipV="1">
            <a:off x="4572001" y="1675133"/>
            <a:ext cx="0" cy="261600"/>
          </a:xfrm>
          <a:prstGeom prst="line">
            <a:avLst/>
          </a:prstGeom>
          <a:ln w="19050">
            <a:solidFill>
              <a:schemeClr val="accent1"/>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2" name="Group 34"/>
          <p:cNvGrpSpPr/>
          <p:nvPr/>
        </p:nvGrpSpPr>
        <p:grpSpPr>
          <a:xfrm>
            <a:off x="462729" y="1627596"/>
            <a:ext cx="3973509" cy="811886"/>
            <a:chOff x="425669" y="2203667"/>
            <a:chExt cx="3973509" cy="811886"/>
          </a:xfrm>
        </p:grpSpPr>
        <p:sp>
          <p:nvSpPr>
            <p:cNvPr id="71" name="Rounded Rectangle 70"/>
            <p:cNvSpPr/>
            <p:nvPr/>
          </p:nvSpPr>
          <p:spPr>
            <a:xfrm>
              <a:off x="425669" y="2203667"/>
              <a:ext cx="3725972" cy="762109"/>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ounded Rectangle 71"/>
            <p:cNvSpPr/>
            <p:nvPr/>
          </p:nvSpPr>
          <p:spPr>
            <a:xfrm>
              <a:off x="425669" y="2253444"/>
              <a:ext cx="3725972" cy="762109"/>
            </a:xfrm>
            <a:prstGeom prst="roundRect">
              <a:avLst>
                <a:gd name="adj" fmla="val 1127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Isosceles Triangle 72"/>
            <p:cNvSpPr/>
            <p:nvPr/>
          </p:nvSpPr>
          <p:spPr>
            <a:xfrm rot="5400000">
              <a:off x="3986273" y="2453549"/>
              <a:ext cx="463912" cy="361899"/>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38"/>
          <p:cNvGrpSpPr/>
          <p:nvPr/>
        </p:nvGrpSpPr>
        <p:grpSpPr>
          <a:xfrm>
            <a:off x="1412557" y="1791599"/>
            <a:ext cx="2522695" cy="518900"/>
            <a:chOff x="885153" y="1438589"/>
            <a:chExt cx="2522695" cy="518900"/>
          </a:xfrm>
        </p:grpSpPr>
        <p:sp>
          <p:nvSpPr>
            <p:cNvPr id="75" name="TextBox 74"/>
            <p:cNvSpPr txBox="1"/>
            <p:nvPr/>
          </p:nvSpPr>
          <p:spPr>
            <a:xfrm>
              <a:off x="885153" y="1438589"/>
              <a:ext cx="1134926" cy="215444"/>
            </a:xfrm>
            <a:prstGeom prst="rect">
              <a:avLst/>
            </a:prstGeom>
            <a:noFill/>
          </p:spPr>
          <p:txBody>
            <a:bodyPr wrap="none" lIns="0" tIns="0" rIns="0" bIns="0" rtlCol="0" anchor="ctr">
              <a:spAutoFit/>
            </a:bodyPr>
            <a:lstStyle/>
            <a:p>
              <a:r>
                <a:rPr lang="en-US" sz="1400" b="1" dirty="0">
                  <a:solidFill>
                    <a:schemeClr val="bg1"/>
                  </a:solidFill>
                  <a:latin typeface="+mj-lt"/>
                </a:rPr>
                <a:t>Our First Day</a:t>
              </a:r>
            </a:p>
          </p:txBody>
        </p:sp>
        <p:sp>
          <p:nvSpPr>
            <p:cNvPr id="76" name="TextBox 75"/>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sp>
        <p:nvSpPr>
          <p:cNvPr id="118" name="Title 117"/>
          <p:cNvSpPr>
            <a:spLocks noGrp="1"/>
          </p:cNvSpPr>
          <p:nvPr>
            <p:ph type="title"/>
          </p:nvPr>
        </p:nvSpPr>
        <p:spPr/>
        <p:txBody>
          <a:bodyPr/>
          <a:lstStyle/>
          <a:p>
            <a:r>
              <a:rPr lang="en-US"/>
              <a:t>Timeline Infographic</a:t>
            </a:r>
            <a:endParaRPr lang="en-US" dirty="0"/>
          </a:p>
        </p:txBody>
      </p:sp>
      <p:sp>
        <p:nvSpPr>
          <p:cNvPr id="119" name="Text Placeholder 118"/>
          <p:cNvSpPr>
            <a:spLocks noGrp="1"/>
          </p:cNvSpPr>
          <p:nvPr>
            <p:ph type="body" sz="half" idx="2"/>
          </p:nvPr>
        </p:nvSpPr>
        <p:spPr/>
        <p:txBody>
          <a:bodyPr/>
          <a:lstStyle/>
          <a:p>
            <a:r>
              <a:rPr lang="en-US"/>
              <a:t>Timeline Infographic</a:t>
            </a:r>
            <a:endParaRPr lang="en-US" dirty="0"/>
          </a:p>
        </p:txBody>
      </p:sp>
      <p:sp>
        <p:nvSpPr>
          <p:cNvPr id="125" name="Slide Number Placeholder 124"/>
          <p:cNvSpPr>
            <a:spLocks noGrp="1"/>
          </p:cNvSpPr>
          <p:nvPr>
            <p:ph type="sldNum" sz="quarter" idx="12"/>
          </p:nvPr>
        </p:nvSpPr>
        <p:spPr/>
        <p:txBody>
          <a:bodyPr/>
          <a:lstStyle/>
          <a:p>
            <a:fld id="{C136B7D2-B98C-44FD-8D04-7EC62A564975}" type="slidenum">
              <a:rPr lang="en-US" smtClean="0"/>
              <a:pPr/>
              <a:t>117</a:t>
            </a:fld>
            <a:endParaRPr lang="en-US" dirty="0"/>
          </a:p>
        </p:txBody>
      </p:sp>
      <p:sp>
        <p:nvSpPr>
          <p:cNvPr id="124" name="TextBox 123"/>
          <p:cNvSpPr txBox="1"/>
          <p:nvPr/>
        </p:nvSpPr>
        <p:spPr>
          <a:xfrm>
            <a:off x="4796154" y="1938073"/>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1"/>
                </a:solidFill>
              </a:rPr>
              <a:t>2004</a:t>
            </a:r>
            <a:endParaRPr lang="en-US" dirty="0">
              <a:solidFill>
                <a:schemeClr val="accent1"/>
              </a:solidFill>
            </a:endParaRPr>
          </a:p>
        </p:txBody>
      </p:sp>
      <p:sp>
        <p:nvSpPr>
          <p:cNvPr id="29" name="Oval 28"/>
          <p:cNvSpPr/>
          <p:nvPr/>
        </p:nvSpPr>
        <p:spPr>
          <a:xfrm>
            <a:off x="4445725" y="1936733"/>
            <a:ext cx="252551" cy="252551"/>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TextBox 32"/>
          <p:cNvSpPr txBox="1"/>
          <p:nvPr/>
        </p:nvSpPr>
        <p:spPr>
          <a:xfrm>
            <a:off x="586845" y="2551201"/>
            <a:ext cx="3444406" cy="615553"/>
          </a:xfrm>
          <a:prstGeom prst="rect">
            <a:avLst/>
          </a:prstGeom>
          <a:noFill/>
        </p:spPr>
        <p:txBody>
          <a:bodyPr wrap="square" lIns="0" tIns="0" rIns="0" bIns="0" rtlCol="0" anchor="t">
            <a:spAutoFit/>
          </a:bodyPr>
          <a:lstStyle/>
          <a:p>
            <a:pP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sp>
        <p:nvSpPr>
          <p:cNvPr id="34" name="Freeform 33"/>
          <p:cNvSpPr>
            <a:spLocks noEditPoints="1"/>
          </p:cNvSpPr>
          <p:nvPr/>
        </p:nvSpPr>
        <p:spPr bwMode="auto">
          <a:xfrm>
            <a:off x="744065" y="1746201"/>
            <a:ext cx="403512" cy="589508"/>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Rounded Rectangle 36"/>
          <p:cNvSpPr/>
          <p:nvPr/>
        </p:nvSpPr>
        <p:spPr>
          <a:xfrm flipH="1">
            <a:off x="4992358" y="3651902"/>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7"/>
          <p:cNvGrpSpPr/>
          <p:nvPr/>
        </p:nvGrpSpPr>
        <p:grpSpPr>
          <a:xfrm flipH="1">
            <a:off x="4744821" y="3090213"/>
            <a:ext cx="3973509" cy="811886"/>
            <a:chOff x="425669" y="2203667"/>
            <a:chExt cx="3973509" cy="811886"/>
          </a:xfrm>
        </p:grpSpPr>
        <p:sp>
          <p:nvSpPr>
            <p:cNvPr id="39" name="Rounded Rectangle 38"/>
            <p:cNvSpPr/>
            <p:nvPr/>
          </p:nvSpPr>
          <p:spPr>
            <a:xfrm>
              <a:off x="425669" y="2203667"/>
              <a:ext cx="3725972" cy="762109"/>
            </a:xfrm>
            <a:prstGeom prst="round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ounded Rectangle 39"/>
            <p:cNvSpPr/>
            <p:nvPr/>
          </p:nvSpPr>
          <p:spPr>
            <a:xfrm>
              <a:off x="425669" y="2253444"/>
              <a:ext cx="3725972" cy="762109"/>
            </a:xfrm>
            <a:prstGeom prst="roundRect">
              <a:avLst>
                <a:gd name="adj" fmla="val 1127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Isosceles Triangle 40"/>
            <p:cNvSpPr/>
            <p:nvPr/>
          </p:nvSpPr>
          <p:spPr>
            <a:xfrm rot="5400000">
              <a:off x="3986273" y="2453549"/>
              <a:ext cx="463912" cy="36189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38"/>
          <p:cNvGrpSpPr/>
          <p:nvPr/>
        </p:nvGrpSpPr>
        <p:grpSpPr>
          <a:xfrm>
            <a:off x="5332904" y="3234101"/>
            <a:ext cx="2522695" cy="518900"/>
            <a:chOff x="885153" y="1438589"/>
            <a:chExt cx="2522695" cy="518900"/>
          </a:xfrm>
        </p:grpSpPr>
        <p:sp>
          <p:nvSpPr>
            <p:cNvPr id="43" name="TextBox 42"/>
            <p:cNvSpPr txBox="1"/>
            <p:nvPr/>
          </p:nvSpPr>
          <p:spPr>
            <a:xfrm>
              <a:off x="2024456" y="1438589"/>
              <a:ext cx="1383392" cy="215444"/>
            </a:xfrm>
            <a:prstGeom prst="rect">
              <a:avLst/>
            </a:prstGeom>
            <a:noFill/>
          </p:spPr>
          <p:txBody>
            <a:bodyPr wrap="none" lIns="0" tIns="0" rIns="0" bIns="0" rtlCol="0" anchor="ctr">
              <a:spAutoFit/>
            </a:bodyPr>
            <a:lstStyle/>
            <a:p>
              <a:pPr algn="r"/>
              <a:r>
                <a:rPr lang="en-US" sz="1400" b="1" dirty="0">
                  <a:solidFill>
                    <a:schemeClr val="bg1"/>
                  </a:solidFill>
                </a:rPr>
                <a:t>Research Phase</a:t>
              </a:r>
            </a:p>
          </p:txBody>
        </p:sp>
        <p:sp>
          <p:nvSpPr>
            <p:cNvPr id="44" name="TextBox 43"/>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sp>
        <p:nvSpPr>
          <p:cNvPr id="45" name="TextBox 44"/>
          <p:cNvSpPr txBox="1"/>
          <p:nvPr/>
        </p:nvSpPr>
        <p:spPr>
          <a:xfrm>
            <a:off x="5106720" y="4034367"/>
            <a:ext cx="3444406" cy="615553"/>
          </a:xfrm>
          <a:prstGeom prst="rect">
            <a:avLst/>
          </a:prstGeom>
          <a:noFill/>
        </p:spPr>
        <p:txBody>
          <a:bodyPr wrap="square" lIns="0" tIns="0" rIns="0" bIns="0" rtlCol="0" anchor="t">
            <a:spAutoFit/>
          </a:bodyPr>
          <a:lstStyle/>
          <a:p>
            <a:pPr algn="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sp>
        <p:nvSpPr>
          <p:cNvPr id="49" name="Freeform 105"/>
          <p:cNvSpPr>
            <a:spLocks noEditPoints="1"/>
          </p:cNvSpPr>
          <p:nvPr/>
        </p:nvSpPr>
        <p:spPr bwMode="auto">
          <a:xfrm>
            <a:off x="8024153" y="3285147"/>
            <a:ext cx="455905" cy="449298"/>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cxnSp>
        <p:nvCxnSpPr>
          <p:cNvPr id="51" name="Straight Connector 50"/>
          <p:cNvCxnSpPr/>
          <p:nvPr/>
        </p:nvCxnSpPr>
        <p:spPr>
          <a:xfrm>
            <a:off x="4564669" y="3666283"/>
            <a:ext cx="14663" cy="1477217"/>
          </a:xfrm>
          <a:prstGeom prst="line">
            <a:avLst/>
          </a:prstGeom>
          <a:ln w="19050">
            <a:solidFill>
              <a:schemeClr val="accent2"/>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36" name="Oval 35"/>
          <p:cNvSpPr/>
          <p:nvPr/>
        </p:nvSpPr>
        <p:spPr>
          <a:xfrm>
            <a:off x="4445725" y="3413732"/>
            <a:ext cx="252551" cy="252551"/>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4"/>
          <p:cNvGrpSpPr/>
          <p:nvPr/>
        </p:nvGrpSpPr>
        <p:grpSpPr>
          <a:xfrm>
            <a:off x="4300222" y="1131575"/>
            <a:ext cx="543557" cy="543557"/>
            <a:chOff x="4300222" y="1131575"/>
            <a:chExt cx="543557" cy="543557"/>
          </a:xfrm>
        </p:grpSpPr>
        <p:sp>
          <p:nvSpPr>
            <p:cNvPr id="123" name="Flowchart: Off-page Connector 122"/>
            <p:cNvSpPr/>
            <p:nvPr/>
          </p:nvSpPr>
          <p:spPr>
            <a:xfrm>
              <a:off x="4300222" y="1131575"/>
              <a:ext cx="543557" cy="543557"/>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rtlCol="0" anchor="ctr"/>
            <a:lstStyle/>
            <a:p>
              <a:pPr algn="ctr"/>
              <a:endParaRPr lang="en-US" dirty="0">
                <a:solidFill>
                  <a:schemeClr val="bg1"/>
                </a:solidFill>
              </a:endParaRPr>
            </a:p>
          </p:txBody>
        </p:sp>
        <p:sp>
          <p:nvSpPr>
            <p:cNvPr id="54" name="Freeform 52"/>
            <p:cNvSpPr>
              <a:spLocks noEditPoints="1"/>
            </p:cNvSpPr>
            <p:nvPr/>
          </p:nvSpPr>
          <p:spPr bwMode="auto">
            <a:xfrm>
              <a:off x="4412721" y="1215881"/>
              <a:ext cx="325750" cy="325750"/>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6" name="TextBox 55"/>
          <p:cNvSpPr txBox="1"/>
          <p:nvPr/>
        </p:nvSpPr>
        <p:spPr>
          <a:xfrm>
            <a:off x="3786050" y="3378248"/>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2"/>
                </a:solidFill>
              </a:rPr>
              <a:t>2004</a:t>
            </a:r>
            <a:endParaRPr lang="en-US" dirty="0">
              <a:solidFill>
                <a:schemeClr val="accent2"/>
              </a:solidFill>
            </a:endParaRPr>
          </a:p>
        </p:txBody>
      </p:sp>
      <p:sp>
        <p:nvSpPr>
          <p:cNvPr id="66" name="TextBox 65"/>
          <p:cNvSpPr txBox="1"/>
          <p:nvPr/>
        </p:nvSpPr>
        <p:spPr>
          <a:xfrm>
            <a:off x="4796154" y="2210602"/>
            <a:ext cx="884858" cy="169277"/>
          </a:xfrm>
          <a:prstGeom prst="rect">
            <a:avLst/>
          </a:prstGeom>
          <a:noFill/>
        </p:spPr>
        <p:txBody>
          <a:bodyPr wrap="none" lIns="0" tIns="0" rIns="0" bIns="0" rtlCol="0" anchor="ctr">
            <a:spAutoFit/>
          </a:bodyPr>
          <a:lstStyle/>
          <a:p>
            <a:pPr lvl="0" defTabSz="914400">
              <a:spcBef>
                <a:spcPct val="20000"/>
              </a:spcBef>
              <a:defRPr/>
            </a:pPr>
            <a:r>
              <a:rPr lang="en-US" sz="1100" dirty="0">
                <a:solidFill>
                  <a:schemeClr val="accent1"/>
                </a:solidFill>
              </a:rPr>
              <a:t>16 September</a:t>
            </a:r>
          </a:p>
        </p:txBody>
      </p:sp>
      <p:sp>
        <p:nvSpPr>
          <p:cNvPr id="67" name="TextBox 66"/>
          <p:cNvSpPr txBox="1"/>
          <p:nvPr/>
        </p:nvSpPr>
        <p:spPr>
          <a:xfrm>
            <a:off x="3471861" y="3670284"/>
            <a:ext cx="884858" cy="169277"/>
          </a:xfrm>
          <a:prstGeom prst="rect">
            <a:avLst/>
          </a:prstGeom>
          <a:noFill/>
        </p:spPr>
        <p:txBody>
          <a:bodyPr wrap="none" lIns="0" tIns="0" rIns="0" bIns="0" rtlCol="0" anchor="ctr">
            <a:spAutoFit/>
          </a:bodyPr>
          <a:lstStyle/>
          <a:p>
            <a:pPr lvl="0" algn="r" defTabSz="914400">
              <a:spcBef>
                <a:spcPct val="20000"/>
              </a:spcBef>
              <a:defRPr/>
            </a:pPr>
            <a:r>
              <a:rPr lang="en-US" sz="1100" dirty="0">
                <a:solidFill>
                  <a:schemeClr val="accent2"/>
                </a:solidFill>
              </a:rPr>
              <a:t>20 September</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8" presetClass="entr" presetSubtype="12" fill="hold"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strips(downLeft)">
                                      <p:cBhvr>
                                        <p:cTn id="12" dur="500"/>
                                        <p:tgtEl>
                                          <p:spTgt spid="27"/>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 calcmode="lin" valueType="num">
                                      <p:cBhvr>
                                        <p:cTn id="15" dur="500" fill="hold"/>
                                        <p:tgtEl>
                                          <p:spTgt spid="29"/>
                                        </p:tgtEl>
                                        <p:attrNameLst>
                                          <p:attrName>ppt_w</p:attrName>
                                        </p:attrNameLst>
                                      </p:cBhvr>
                                      <p:tavLst>
                                        <p:tav tm="0">
                                          <p:val>
                                            <p:fltVal val="0"/>
                                          </p:val>
                                        </p:tav>
                                        <p:tav tm="100000">
                                          <p:val>
                                            <p:strVal val="#ppt_w"/>
                                          </p:val>
                                        </p:tav>
                                      </p:tavLst>
                                    </p:anim>
                                    <p:anim calcmode="lin" valueType="num">
                                      <p:cBhvr>
                                        <p:cTn id="16" dur="500" fill="hold"/>
                                        <p:tgtEl>
                                          <p:spTgt spid="29"/>
                                        </p:tgtEl>
                                        <p:attrNameLst>
                                          <p:attrName>ppt_h</p:attrName>
                                        </p:attrNameLst>
                                      </p:cBhvr>
                                      <p:tavLst>
                                        <p:tav tm="0">
                                          <p:val>
                                            <p:fltVal val="0"/>
                                          </p:val>
                                        </p:tav>
                                        <p:tav tm="100000">
                                          <p:val>
                                            <p:strVal val="#ppt_h"/>
                                          </p:val>
                                        </p:tav>
                                      </p:tavLst>
                                    </p:anim>
                                    <p:animEffect transition="in" filter="fade">
                                      <p:cBhvr>
                                        <p:cTn id="17" dur="500"/>
                                        <p:tgtEl>
                                          <p:spTgt spid="29"/>
                                        </p:tgtEl>
                                      </p:cBhvr>
                                    </p:animEffect>
                                  </p:childTnLst>
                                </p:cTn>
                              </p:par>
                              <p:par>
                                <p:cTn id="18" presetID="53" presetClass="entr" presetSubtype="0" fill="hold" grpId="0" nodeType="withEffect">
                                  <p:stCondLst>
                                    <p:cond delay="0"/>
                                  </p:stCondLst>
                                  <p:childTnLst>
                                    <p:set>
                                      <p:cBhvr>
                                        <p:cTn id="19" dur="1" fill="hold">
                                          <p:stCondLst>
                                            <p:cond delay="0"/>
                                          </p:stCondLst>
                                        </p:cTn>
                                        <p:tgtEl>
                                          <p:spTgt spid="124"/>
                                        </p:tgtEl>
                                        <p:attrNameLst>
                                          <p:attrName>style.visibility</p:attrName>
                                        </p:attrNameLst>
                                      </p:cBhvr>
                                      <p:to>
                                        <p:strVal val="visible"/>
                                      </p:to>
                                    </p:set>
                                    <p:anim calcmode="lin" valueType="num">
                                      <p:cBhvr>
                                        <p:cTn id="20" dur="500" fill="hold"/>
                                        <p:tgtEl>
                                          <p:spTgt spid="124"/>
                                        </p:tgtEl>
                                        <p:attrNameLst>
                                          <p:attrName>ppt_w</p:attrName>
                                        </p:attrNameLst>
                                      </p:cBhvr>
                                      <p:tavLst>
                                        <p:tav tm="0">
                                          <p:val>
                                            <p:fltVal val="0"/>
                                          </p:val>
                                        </p:tav>
                                        <p:tav tm="100000">
                                          <p:val>
                                            <p:strVal val="#ppt_w"/>
                                          </p:val>
                                        </p:tav>
                                      </p:tavLst>
                                    </p:anim>
                                    <p:anim calcmode="lin" valueType="num">
                                      <p:cBhvr>
                                        <p:cTn id="21" dur="500" fill="hold"/>
                                        <p:tgtEl>
                                          <p:spTgt spid="124"/>
                                        </p:tgtEl>
                                        <p:attrNameLst>
                                          <p:attrName>ppt_h</p:attrName>
                                        </p:attrNameLst>
                                      </p:cBhvr>
                                      <p:tavLst>
                                        <p:tav tm="0">
                                          <p:val>
                                            <p:fltVal val="0"/>
                                          </p:val>
                                        </p:tav>
                                        <p:tav tm="100000">
                                          <p:val>
                                            <p:strVal val="#ppt_h"/>
                                          </p:val>
                                        </p:tav>
                                      </p:tavLst>
                                    </p:anim>
                                    <p:animEffect transition="in" filter="fade">
                                      <p:cBhvr>
                                        <p:cTn id="22" dur="500"/>
                                        <p:tgtEl>
                                          <p:spTgt spid="124"/>
                                        </p:tgtEl>
                                      </p:cBhvr>
                                    </p:animEffect>
                                  </p:childTnLst>
                                </p:cTn>
                              </p:par>
                            </p:childTnLst>
                          </p:cTn>
                        </p:par>
                        <p:par>
                          <p:cTn id="23" fill="hold">
                            <p:stCondLst>
                              <p:cond delay="1000"/>
                            </p:stCondLst>
                            <p:childTnLst>
                              <p:par>
                                <p:cTn id="24" presetID="2" presetClass="entr" presetSubtype="2" accel="50000" decel="50000" fill="hold" grpId="1" nodeType="afterEffect">
                                  <p:stCondLst>
                                    <p:cond delay="0"/>
                                  </p:stCondLst>
                                  <p:childTnLst>
                                    <p:set>
                                      <p:cBhvr>
                                        <p:cTn id="25" dur="1" fill="hold">
                                          <p:stCondLst>
                                            <p:cond delay="0"/>
                                          </p:stCondLst>
                                        </p:cTn>
                                        <p:tgtEl>
                                          <p:spTgt spid="66"/>
                                        </p:tgtEl>
                                        <p:attrNameLst>
                                          <p:attrName>style.visibility</p:attrName>
                                        </p:attrNameLst>
                                      </p:cBhvr>
                                      <p:to>
                                        <p:strVal val="visible"/>
                                      </p:to>
                                    </p:set>
                                    <p:anim calcmode="lin" valueType="num">
                                      <p:cBhvr additive="base">
                                        <p:cTn id="26" dur="500" fill="hold"/>
                                        <p:tgtEl>
                                          <p:spTgt spid="66"/>
                                        </p:tgtEl>
                                        <p:attrNameLst>
                                          <p:attrName>ppt_x</p:attrName>
                                        </p:attrNameLst>
                                      </p:cBhvr>
                                      <p:tavLst>
                                        <p:tav tm="0">
                                          <p:val>
                                            <p:strVal val="1+#ppt_w/2"/>
                                          </p:val>
                                        </p:tav>
                                        <p:tav tm="100000">
                                          <p:val>
                                            <p:strVal val="#ppt_x"/>
                                          </p:val>
                                        </p:tav>
                                      </p:tavLst>
                                    </p:anim>
                                    <p:anim calcmode="lin" valueType="num">
                                      <p:cBhvr additive="base">
                                        <p:cTn id="27" dur="500" fill="hold"/>
                                        <p:tgtEl>
                                          <p:spTgt spid="66"/>
                                        </p:tgtEl>
                                        <p:attrNameLst>
                                          <p:attrName>ppt_y</p:attrName>
                                        </p:attrNameLst>
                                      </p:cBhvr>
                                      <p:tavLst>
                                        <p:tav tm="0">
                                          <p:val>
                                            <p:strVal val="#ppt_y"/>
                                          </p:val>
                                        </p:tav>
                                        <p:tav tm="100000">
                                          <p:val>
                                            <p:strVal val="#ppt_y"/>
                                          </p:val>
                                        </p:tav>
                                      </p:tavLst>
                                    </p:anim>
                                  </p:childTnLst>
                                </p:cTn>
                              </p:par>
                            </p:childTnLst>
                          </p:cTn>
                        </p:par>
                        <p:par>
                          <p:cTn id="28" fill="hold">
                            <p:stCondLst>
                              <p:cond delay="1500"/>
                            </p:stCondLst>
                            <p:childTnLst>
                              <p:par>
                                <p:cTn id="29" presetID="2" presetClass="entr" presetSubtype="8" accel="50000" decel="5000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additive="base">
                                        <p:cTn id="31" dur="500" fill="hold"/>
                                        <p:tgtEl>
                                          <p:spTgt spid="2"/>
                                        </p:tgtEl>
                                        <p:attrNameLst>
                                          <p:attrName>ppt_x</p:attrName>
                                        </p:attrNameLst>
                                      </p:cBhvr>
                                      <p:tavLst>
                                        <p:tav tm="0">
                                          <p:val>
                                            <p:strVal val="0-#ppt_w/2"/>
                                          </p:val>
                                        </p:tav>
                                        <p:tav tm="100000">
                                          <p:val>
                                            <p:strVal val="#ppt_x"/>
                                          </p:val>
                                        </p:tav>
                                      </p:tavLst>
                                    </p:anim>
                                    <p:anim calcmode="lin" valueType="num">
                                      <p:cBhvr additive="base">
                                        <p:cTn id="32" dur="500" fill="hold"/>
                                        <p:tgtEl>
                                          <p:spTgt spid="2"/>
                                        </p:tgtEl>
                                        <p:attrNameLst>
                                          <p:attrName>ppt_y</p:attrName>
                                        </p:attrNameLst>
                                      </p:cBhvr>
                                      <p:tavLst>
                                        <p:tav tm="0">
                                          <p:val>
                                            <p:strVal val="#ppt_y"/>
                                          </p:val>
                                        </p:tav>
                                        <p:tav tm="100000">
                                          <p:val>
                                            <p:strVal val="#ppt_y"/>
                                          </p:val>
                                        </p:tav>
                                      </p:tavLst>
                                    </p:anim>
                                  </p:childTnLst>
                                </p:cTn>
                              </p:par>
                            </p:childTnLst>
                          </p:cTn>
                        </p:par>
                        <p:par>
                          <p:cTn id="33" fill="hold">
                            <p:stCondLst>
                              <p:cond delay="2000"/>
                            </p:stCondLst>
                            <p:childTnLst>
                              <p:par>
                                <p:cTn id="34" presetID="53" presetClass="entr" presetSubtype="0" fill="hold" grpId="0" nodeType="afterEffect">
                                  <p:stCondLst>
                                    <p:cond delay="0"/>
                                  </p:stCondLst>
                                  <p:childTnLst>
                                    <p:set>
                                      <p:cBhvr>
                                        <p:cTn id="35" dur="1" fill="hold">
                                          <p:stCondLst>
                                            <p:cond delay="0"/>
                                          </p:stCondLst>
                                        </p:cTn>
                                        <p:tgtEl>
                                          <p:spTgt spid="34"/>
                                        </p:tgtEl>
                                        <p:attrNameLst>
                                          <p:attrName>style.visibility</p:attrName>
                                        </p:attrNameLst>
                                      </p:cBhvr>
                                      <p:to>
                                        <p:strVal val="visible"/>
                                      </p:to>
                                    </p:set>
                                    <p:anim calcmode="lin" valueType="num">
                                      <p:cBhvr>
                                        <p:cTn id="36" dur="500" fill="hold"/>
                                        <p:tgtEl>
                                          <p:spTgt spid="34"/>
                                        </p:tgtEl>
                                        <p:attrNameLst>
                                          <p:attrName>ppt_w</p:attrName>
                                        </p:attrNameLst>
                                      </p:cBhvr>
                                      <p:tavLst>
                                        <p:tav tm="0">
                                          <p:val>
                                            <p:fltVal val="0"/>
                                          </p:val>
                                        </p:tav>
                                        <p:tav tm="100000">
                                          <p:val>
                                            <p:strVal val="#ppt_w"/>
                                          </p:val>
                                        </p:tav>
                                      </p:tavLst>
                                    </p:anim>
                                    <p:anim calcmode="lin" valueType="num">
                                      <p:cBhvr>
                                        <p:cTn id="37" dur="500" fill="hold"/>
                                        <p:tgtEl>
                                          <p:spTgt spid="34"/>
                                        </p:tgtEl>
                                        <p:attrNameLst>
                                          <p:attrName>ppt_h</p:attrName>
                                        </p:attrNameLst>
                                      </p:cBhvr>
                                      <p:tavLst>
                                        <p:tav tm="0">
                                          <p:val>
                                            <p:fltVal val="0"/>
                                          </p:val>
                                        </p:tav>
                                        <p:tav tm="100000">
                                          <p:val>
                                            <p:strVal val="#ppt_h"/>
                                          </p:val>
                                        </p:tav>
                                      </p:tavLst>
                                    </p:anim>
                                    <p:animEffect transition="in" filter="fade">
                                      <p:cBhvr>
                                        <p:cTn id="38" dur="500"/>
                                        <p:tgtEl>
                                          <p:spTgt spid="34"/>
                                        </p:tgtEl>
                                      </p:cBhvr>
                                    </p:animEffect>
                                  </p:childTnLst>
                                </p:cTn>
                              </p:par>
                            </p:childTnLst>
                          </p:cTn>
                        </p:par>
                        <p:par>
                          <p:cTn id="39" fill="hold">
                            <p:stCondLst>
                              <p:cond delay="2500"/>
                            </p:stCondLst>
                            <p:childTnLst>
                              <p:par>
                                <p:cTn id="40" presetID="10" presetClass="entr" presetSubtype="0" fill="hold" nodeType="afterEffect">
                                  <p:stCondLst>
                                    <p:cond delay="0"/>
                                  </p:stCondLst>
                                  <p:childTnLst>
                                    <p:set>
                                      <p:cBhvr>
                                        <p:cTn id="41" dur="1" fill="hold">
                                          <p:stCondLst>
                                            <p:cond delay="0"/>
                                          </p:stCondLst>
                                        </p:cTn>
                                        <p:tgtEl>
                                          <p:spTgt spid="3"/>
                                        </p:tgtEl>
                                        <p:attrNameLst>
                                          <p:attrName>style.visibility</p:attrName>
                                        </p:attrNameLst>
                                      </p:cBhvr>
                                      <p:to>
                                        <p:strVal val="visible"/>
                                      </p:to>
                                    </p:set>
                                    <p:animEffect transition="in" filter="fade">
                                      <p:cBhvr>
                                        <p:cTn id="42" dur="1000"/>
                                        <p:tgtEl>
                                          <p:spTgt spid="3"/>
                                        </p:tgtEl>
                                      </p:cBhvr>
                                    </p:animEffect>
                                  </p:childTnLst>
                                </p:cTn>
                              </p:par>
                              <p:par>
                                <p:cTn id="43" presetID="2" presetClass="entr" presetSubtype="4" accel="50000" decel="50000" fill="hold" grpId="0" nodeType="with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ppt_x"/>
                                          </p:val>
                                        </p:tav>
                                        <p:tav tm="100000">
                                          <p:val>
                                            <p:strVal val="#ppt_x"/>
                                          </p:val>
                                        </p:tav>
                                      </p:tavLst>
                                    </p:anim>
                                    <p:anim calcmode="lin" valueType="num">
                                      <p:cBhvr additive="base">
                                        <p:cTn id="46" dur="500" fill="hold"/>
                                        <p:tgtEl>
                                          <p:spTgt spid="32"/>
                                        </p:tgtEl>
                                        <p:attrNameLst>
                                          <p:attrName>ppt_y</p:attrName>
                                        </p:attrNameLst>
                                      </p:cBhvr>
                                      <p:tavLst>
                                        <p:tav tm="0">
                                          <p:val>
                                            <p:strVal val="1+#ppt_h/2"/>
                                          </p:val>
                                        </p:tav>
                                        <p:tav tm="100000">
                                          <p:val>
                                            <p:strVal val="#ppt_y"/>
                                          </p:val>
                                        </p:tav>
                                      </p:tavLst>
                                    </p:anim>
                                  </p:childTnLst>
                                </p:cTn>
                              </p:par>
                              <p:par>
                                <p:cTn id="47" presetID="2" presetClass="entr" presetSubtype="8" accel="50000" decel="50000" fill="hold" grpId="0" nodeType="withEffect">
                                  <p:stCondLst>
                                    <p:cond delay="0"/>
                                  </p:stCondLst>
                                  <p:childTnLst>
                                    <p:set>
                                      <p:cBhvr>
                                        <p:cTn id="48" dur="1" fill="hold">
                                          <p:stCondLst>
                                            <p:cond delay="0"/>
                                          </p:stCondLst>
                                        </p:cTn>
                                        <p:tgtEl>
                                          <p:spTgt spid="33"/>
                                        </p:tgtEl>
                                        <p:attrNameLst>
                                          <p:attrName>style.visibility</p:attrName>
                                        </p:attrNameLst>
                                      </p:cBhvr>
                                      <p:to>
                                        <p:strVal val="visible"/>
                                      </p:to>
                                    </p:set>
                                    <p:anim calcmode="lin" valueType="num">
                                      <p:cBhvr additive="base">
                                        <p:cTn id="49" dur="500" fill="hold"/>
                                        <p:tgtEl>
                                          <p:spTgt spid="33"/>
                                        </p:tgtEl>
                                        <p:attrNameLst>
                                          <p:attrName>ppt_x</p:attrName>
                                        </p:attrNameLst>
                                      </p:cBhvr>
                                      <p:tavLst>
                                        <p:tav tm="0">
                                          <p:val>
                                            <p:strVal val="0-#ppt_w/2"/>
                                          </p:val>
                                        </p:tav>
                                        <p:tav tm="100000">
                                          <p:val>
                                            <p:strVal val="#ppt_x"/>
                                          </p:val>
                                        </p:tav>
                                      </p:tavLst>
                                    </p:anim>
                                    <p:anim calcmode="lin" valueType="num">
                                      <p:cBhvr additive="base">
                                        <p:cTn id="50" dur="500" fill="hold"/>
                                        <p:tgtEl>
                                          <p:spTgt spid="33"/>
                                        </p:tgtEl>
                                        <p:attrNameLst>
                                          <p:attrName>ppt_y</p:attrName>
                                        </p:attrNameLst>
                                      </p:cBhvr>
                                      <p:tavLst>
                                        <p:tav tm="0">
                                          <p:val>
                                            <p:strVal val="#ppt_y"/>
                                          </p:val>
                                        </p:tav>
                                        <p:tav tm="100000">
                                          <p:val>
                                            <p:strVal val="#ppt_y"/>
                                          </p:val>
                                        </p:tav>
                                      </p:tavLst>
                                    </p:anim>
                                  </p:childTnLst>
                                </p:cTn>
                              </p:par>
                            </p:childTnLst>
                          </p:cTn>
                        </p:par>
                        <p:par>
                          <p:cTn id="51" fill="hold">
                            <p:stCondLst>
                              <p:cond delay="3500"/>
                            </p:stCondLst>
                            <p:childTnLst>
                              <p:par>
                                <p:cTn id="52" presetID="18" presetClass="entr" presetSubtype="12" fill="hold" nodeType="afterEffect">
                                  <p:stCondLst>
                                    <p:cond delay="0"/>
                                  </p:stCondLst>
                                  <p:childTnLst>
                                    <p:set>
                                      <p:cBhvr>
                                        <p:cTn id="53" dur="1" fill="hold">
                                          <p:stCondLst>
                                            <p:cond delay="0"/>
                                          </p:stCondLst>
                                        </p:cTn>
                                        <p:tgtEl>
                                          <p:spTgt spid="63"/>
                                        </p:tgtEl>
                                        <p:attrNameLst>
                                          <p:attrName>style.visibility</p:attrName>
                                        </p:attrNameLst>
                                      </p:cBhvr>
                                      <p:to>
                                        <p:strVal val="visible"/>
                                      </p:to>
                                    </p:set>
                                    <p:animEffect transition="in" filter="strips(downLeft)">
                                      <p:cBhvr>
                                        <p:cTn id="54" dur="500"/>
                                        <p:tgtEl>
                                          <p:spTgt spid="63"/>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36"/>
                                        </p:tgtEl>
                                        <p:attrNameLst>
                                          <p:attrName>style.visibility</p:attrName>
                                        </p:attrNameLst>
                                      </p:cBhvr>
                                      <p:to>
                                        <p:strVal val="visible"/>
                                      </p:to>
                                    </p:set>
                                    <p:anim calcmode="lin" valueType="num">
                                      <p:cBhvr>
                                        <p:cTn id="57" dur="500" fill="hold"/>
                                        <p:tgtEl>
                                          <p:spTgt spid="36"/>
                                        </p:tgtEl>
                                        <p:attrNameLst>
                                          <p:attrName>ppt_w</p:attrName>
                                        </p:attrNameLst>
                                      </p:cBhvr>
                                      <p:tavLst>
                                        <p:tav tm="0">
                                          <p:val>
                                            <p:fltVal val="0"/>
                                          </p:val>
                                        </p:tav>
                                        <p:tav tm="100000">
                                          <p:val>
                                            <p:strVal val="#ppt_w"/>
                                          </p:val>
                                        </p:tav>
                                      </p:tavLst>
                                    </p:anim>
                                    <p:anim calcmode="lin" valueType="num">
                                      <p:cBhvr>
                                        <p:cTn id="58" dur="500" fill="hold"/>
                                        <p:tgtEl>
                                          <p:spTgt spid="36"/>
                                        </p:tgtEl>
                                        <p:attrNameLst>
                                          <p:attrName>ppt_h</p:attrName>
                                        </p:attrNameLst>
                                      </p:cBhvr>
                                      <p:tavLst>
                                        <p:tav tm="0">
                                          <p:val>
                                            <p:fltVal val="0"/>
                                          </p:val>
                                        </p:tav>
                                        <p:tav tm="100000">
                                          <p:val>
                                            <p:strVal val="#ppt_h"/>
                                          </p:val>
                                        </p:tav>
                                      </p:tavLst>
                                    </p:anim>
                                    <p:animEffect transition="in" filter="fade">
                                      <p:cBhvr>
                                        <p:cTn id="59" dur="500"/>
                                        <p:tgtEl>
                                          <p:spTgt spid="36"/>
                                        </p:tgtEl>
                                      </p:cBhvr>
                                    </p:animEffect>
                                  </p:childTnLst>
                                </p:cTn>
                              </p:par>
                              <p:par>
                                <p:cTn id="60" presetID="53" presetClass="entr" presetSubtype="0" fill="hold" grpId="0" nodeType="with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Effect transition="in" filter="fade">
                                      <p:cBhvr>
                                        <p:cTn id="64" dur="500"/>
                                        <p:tgtEl>
                                          <p:spTgt spid="56"/>
                                        </p:tgtEl>
                                      </p:cBhvr>
                                    </p:animEffect>
                                  </p:childTnLst>
                                </p:cTn>
                              </p:par>
                              <p:par>
                                <p:cTn id="65" presetID="2" presetClass="entr" presetSubtype="8" accel="50000" decel="50000" fill="hold" grpId="0" nodeType="withEffect">
                                  <p:stCondLst>
                                    <p:cond delay="0"/>
                                  </p:stCondLst>
                                  <p:childTnLst>
                                    <p:set>
                                      <p:cBhvr>
                                        <p:cTn id="66" dur="1" fill="hold">
                                          <p:stCondLst>
                                            <p:cond delay="0"/>
                                          </p:stCondLst>
                                        </p:cTn>
                                        <p:tgtEl>
                                          <p:spTgt spid="67"/>
                                        </p:tgtEl>
                                        <p:attrNameLst>
                                          <p:attrName>style.visibility</p:attrName>
                                        </p:attrNameLst>
                                      </p:cBhvr>
                                      <p:to>
                                        <p:strVal val="visible"/>
                                      </p:to>
                                    </p:set>
                                    <p:anim calcmode="lin" valueType="num">
                                      <p:cBhvr additive="base">
                                        <p:cTn id="67" dur="500" fill="hold"/>
                                        <p:tgtEl>
                                          <p:spTgt spid="67"/>
                                        </p:tgtEl>
                                        <p:attrNameLst>
                                          <p:attrName>ppt_x</p:attrName>
                                        </p:attrNameLst>
                                      </p:cBhvr>
                                      <p:tavLst>
                                        <p:tav tm="0">
                                          <p:val>
                                            <p:strVal val="0-#ppt_w/2"/>
                                          </p:val>
                                        </p:tav>
                                        <p:tav tm="100000">
                                          <p:val>
                                            <p:strVal val="#ppt_x"/>
                                          </p:val>
                                        </p:tav>
                                      </p:tavLst>
                                    </p:anim>
                                    <p:anim calcmode="lin" valueType="num">
                                      <p:cBhvr additive="base">
                                        <p:cTn id="68" dur="500" fill="hold"/>
                                        <p:tgtEl>
                                          <p:spTgt spid="67"/>
                                        </p:tgtEl>
                                        <p:attrNameLst>
                                          <p:attrName>ppt_y</p:attrName>
                                        </p:attrNameLst>
                                      </p:cBhvr>
                                      <p:tavLst>
                                        <p:tav tm="0">
                                          <p:val>
                                            <p:strVal val="#ppt_y"/>
                                          </p:val>
                                        </p:tav>
                                        <p:tav tm="100000">
                                          <p:val>
                                            <p:strVal val="#ppt_y"/>
                                          </p:val>
                                        </p:tav>
                                      </p:tavLst>
                                    </p:anim>
                                  </p:childTnLst>
                                </p:cTn>
                              </p:par>
                            </p:childTnLst>
                          </p:cTn>
                        </p:par>
                        <p:par>
                          <p:cTn id="69" fill="hold">
                            <p:stCondLst>
                              <p:cond delay="4000"/>
                            </p:stCondLst>
                            <p:childTnLst>
                              <p:par>
                                <p:cTn id="70" presetID="2" presetClass="entr" presetSubtype="2" accel="50000" decel="50000" fill="hold" nodeType="afterEffect">
                                  <p:stCondLst>
                                    <p:cond delay="0"/>
                                  </p:stCondLst>
                                  <p:childTnLst>
                                    <p:set>
                                      <p:cBhvr>
                                        <p:cTn id="71" dur="1" fill="hold">
                                          <p:stCondLst>
                                            <p:cond delay="0"/>
                                          </p:stCondLst>
                                        </p:cTn>
                                        <p:tgtEl>
                                          <p:spTgt spid="4"/>
                                        </p:tgtEl>
                                        <p:attrNameLst>
                                          <p:attrName>style.visibility</p:attrName>
                                        </p:attrNameLst>
                                      </p:cBhvr>
                                      <p:to>
                                        <p:strVal val="visible"/>
                                      </p:to>
                                    </p:set>
                                    <p:anim calcmode="lin" valueType="num">
                                      <p:cBhvr additive="base">
                                        <p:cTn id="72" dur="500" fill="hold"/>
                                        <p:tgtEl>
                                          <p:spTgt spid="4"/>
                                        </p:tgtEl>
                                        <p:attrNameLst>
                                          <p:attrName>ppt_x</p:attrName>
                                        </p:attrNameLst>
                                      </p:cBhvr>
                                      <p:tavLst>
                                        <p:tav tm="0">
                                          <p:val>
                                            <p:strVal val="1+#ppt_w/2"/>
                                          </p:val>
                                        </p:tav>
                                        <p:tav tm="100000">
                                          <p:val>
                                            <p:strVal val="#ppt_x"/>
                                          </p:val>
                                        </p:tav>
                                      </p:tavLst>
                                    </p:anim>
                                    <p:anim calcmode="lin" valueType="num">
                                      <p:cBhvr additive="base">
                                        <p:cTn id="73" dur="500" fill="hold"/>
                                        <p:tgtEl>
                                          <p:spTgt spid="4"/>
                                        </p:tgtEl>
                                        <p:attrNameLst>
                                          <p:attrName>ppt_y</p:attrName>
                                        </p:attrNameLst>
                                      </p:cBhvr>
                                      <p:tavLst>
                                        <p:tav tm="0">
                                          <p:val>
                                            <p:strVal val="#ppt_y"/>
                                          </p:val>
                                        </p:tav>
                                        <p:tav tm="100000">
                                          <p:val>
                                            <p:strVal val="#ppt_y"/>
                                          </p:val>
                                        </p:tav>
                                      </p:tavLst>
                                    </p:anim>
                                  </p:childTnLst>
                                </p:cTn>
                              </p:par>
                            </p:childTnLst>
                          </p:cTn>
                        </p:par>
                        <p:par>
                          <p:cTn id="74" fill="hold">
                            <p:stCondLst>
                              <p:cond delay="4500"/>
                            </p:stCondLst>
                            <p:childTnLst>
                              <p:par>
                                <p:cTn id="75" presetID="53" presetClass="entr" presetSubtype="0" fill="hold" grpId="0" nodeType="after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500" fill="hold"/>
                                        <p:tgtEl>
                                          <p:spTgt spid="49"/>
                                        </p:tgtEl>
                                        <p:attrNameLst>
                                          <p:attrName>ppt_w</p:attrName>
                                        </p:attrNameLst>
                                      </p:cBhvr>
                                      <p:tavLst>
                                        <p:tav tm="0">
                                          <p:val>
                                            <p:fltVal val="0"/>
                                          </p:val>
                                        </p:tav>
                                        <p:tav tm="100000">
                                          <p:val>
                                            <p:strVal val="#ppt_w"/>
                                          </p:val>
                                        </p:tav>
                                      </p:tavLst>
                                    </p:anim>
                                    <p:anim calcmode="lin" valueType="num">
                                      <p:cBhvr>
                                        <p:cTn id="78" dur="500" fill="hold"/>
                                        <p:tgtEl>
                                          <p:spTgt spid="49"/>
                                        </p:tgtEl>
                                        <p:attrNameLst>
                                          <p:attrName>ppt_h</p:attrName>
                                        </p:attrNameLst>
                                      </p:cBhvr>
                                      <p:tavLst>
                                        <p:tav tm="0">
                                          <p:val>
                                            <p:fltVal val="0"/>
                                          </p:val>
                                        </p:tav>
                                        <p:tav tm="100000">
                                          <p:val>
                                            <p:strVal val="#ppt_h"/>
                                          </p:val>
                                        </p:tav>
                                      </p:tavLst>
                                    </p:anim>
                                    <p:animEffect transition="in" filter="fade">
                                      <p:cBhvr>
                                        <p:cTn id="79" dur="500"/>
                                        <p:tgtEl>
                                          <p:spTgt spid="49"/>
                                        </p:tgtEl>
                                      </p:cBhvr>
                                    </p:animEffect>
                                  </p:childTnLst>
                                </p:cTn>
                              </p:par>
                              <p:par>
                                <p:cTn id="80" presetID="10" presetClass="entr" presetSubtype="0" fill="hold" nodeType="withEffect">
                                  <p:stCondLst>
                                    <p:cond delay="0"/>
                                  </p:stCondLst>
                                  <p:childTnLst>
                                    <p:set>
                                      <p:cBhvr>
                                        <p:cTn id="81" dur="1" fill="hold">
                                          <p:stCondLst>
                                            <p:cond delay="0"/>
                                          </p:stCondLst>
                                        </p:cTn>
                                        <p:tgtEl>
                                          <p:spTgt spid="5"/>
                                        </p:tgtEl>
                                        <p:attrNameLst>
                                          <p:attrName>style.visibility</p:attrName>
                                        </p:attrNameLst>
                                      </p:cBhvr>
                                      <p:to>
                                        <p:strVal val="visible"/>
                                      </p:to>
                                    </p:set>
                                    <p:animEffect transition="in" filter="fade">
                                      <p:cBhvr>
                                        <p:cTn id="82" dur="1000"/>
                                        <p:tgtEl>
                                          <p:spTgt spid="5"/>
                                        </p:tgtEl>
                                      </p:cBhvr>
                                    </p:animEffect>
                                  </p:childTnLst>
                                </p:cTn>
                              </p:par>
                              <p:par>
                                <p:cTn id="83" presetID="2" presetClass="entr" presetSubtype="4" accel="50000" decel="50000" fill="hold" grpId="0" nodeType="withEffect">
                                  <p:stCondLst>
                                    <p:cond delay="0"/>
                                  </p:stCondLst>
                                  <p:childTnLst>
                                    <p:set>
                                      <p:cBhvr>
                                        <p:cTn id="84" dur="1" fill="hold">
                                          <p:stCondLst>
                                            <p:cond delay="0"/>
                                          </p:stCondLst>
                                        </p:cTn>
                                        <p:tgtEl>
                                          <p:spTgt spid="37"/>
                                        </p:tgtEl>
                                        <p:attrNameLst>
                                          <p:attrName>style.visibility</p:attrName>
                                        </p:attrNameLst>
                                      </p:cBhvr>
                                      <p:to>
                                        <p:strVal val="visible"/>
                                      </p:to>
                                    </p:set>
                                    <p:anim calcmode="lin" valueType="num">
                                      <p:cBhvr additive="base">
                                        <p:cTn id="85" dur="500" fill="hold"/>
                                        <p:tgtEl>
                                          <p:spTgt spid="37"/>
                                        </p:tgtEl>
                                        <p:attrNameLst>
                                          <p:attrName>ppt_x</p:attrName>
                                        </p:attrNameLst>
                                      </p:cBhvr>
                                      <p:tavLst>
                                        <p:tav tm="0">
                                          <p:val>
                                            <p:strVal val="#ppt_x"/>
                                          </p:val>
                                        </p:tav>
                                        <p:tav tm="100000">
                                          <p:val>
                                            <p:strVal val="#ppt_x"/>
                                          </p:val>
                                        </p:tav>
                                      </p:tavLst>
                                    </p:anim>
                                    <p:anim calcmode="lin" valueType="num">
                                      <p:cBhvr additive="base">
                                        <p:cTn id="86" dur="500" fill="hold"/>
                                        <p:tgtEl>
                                          <p:spTgt spid="37"/>
                                        </p:tgtEl>
                                        <p:attrNameLst>
                                          <p:attrName>ppt_y</p:attrName>
                                        </p:attrNameLst>
                                      </p:cBhvr>
                                      <p:tavLst>
                                        <p:tav tm="0">
                                          <p:val>
                                            <p:strVal val="1+#ppt_h/2"/>
                                          </p:val>
                                        </p:tav>
                                        <p:tav tm="100000">
                                          <p:val>
                                            <p:strVal val="#ppt_y"/>
                                          </p:val>
                                        </p:tav>
                                      </p:tavLst>
                                    </p:anim>
                                  </p:childTnLst>
                                </p:cTn>
                              </p:par>
                            </p:childTnLst>
                          </p:cTn>
                        </p:par>
                        <p:par>
                          <p:cTn id="87" fill="hold">
                            <p:stCondLst>
                              <p:cond delay="5500"/>
                            </p:stCondLst>
                            <p:childTnLst>
                              <p:par>
                                <p:cTn id="88" presetID="2" presetClass="entr" presetSubtype="2" accel="50000" decel="50000" fill="hold" grpId="0" nodeType="after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 fill="hold"/>
                                        <p:tgtEl>
                                          <p:spTgt spid="45"/>
                                        </p:tgtEl>
                                        <p:attrNameLst>
                                          <p:attrName>ppt_x</p:attrName>
                                        </p:attrNameLst>
                                      </p:cBhvr>
                                      <p:tavLst>
                                        <p:tav tm="0">
                                          <p:val>
                                            <p:strVal val="1+#ppt_w/2"/>
                                          </p:val>
                                        </p:tav>
                                        <p:tav tm="100000">
                                          <p:val>
                                            <p:strVal val="#ppt_x"/>
                                          </p:val>
                                        </p:tav>
                                      </p:tavLst>
                                    </p:anim>
                                    <p:anim calcmode="lin" valueType="num">
                                      <p:cBhvr additive="base">
                                        <p:cTn id="91" dur="500" fill="hold"/>
                                        <p:tgtEl>
                                          <p:spTgt spid="45"/>
                                        </p:tgtEl>
                                        <p:attrNameLst>
                                          <p:attrName>ppt_y</p:attrName>
                                        </p:attrNameLst>
                                      </p:cBhvr>
                                      <p:tavLst>
                                        <p:tav tm="0">
                                          <p:val>
                                            <p:strVal val="#ppt_y"/>
                                          </p:val>
                                        </p:tav>
                                        <p:tav tm="100000">
                                          <p:val>
                                            <p:strVal val="#ppt_y"/>
                                          </p:val>
                                        </p:tav>
                                      </p:tavLst>
                                    </p:anim>
                                  </p:childTnLst>
                                </p:cTn>
                              </p:par>
                            </p:childTnLst>
                          </p:cTn>
                        </p:par>
                        <p:par>
                          <p:cTn id="92" fill="hold">
                            <p:stCondLst>
                              <p:cond delay="6000"/>
                            </p:stCondLst>
                            <p:childTnLst>
                              <p:par>
                                <p:cTn id="93" presetID="18" presetClass="entr" presetSubtype="12" fill="hold" nodeType="afterEffect">
                                  <p:stCondLst>
                                    <p:cond delay="0"/>
                                  </p:stCondLst>
                                  <p:childTnLst>
                                    <p:set>
                                      <p:cBhvr>
                                        <p:cTn id="94" dur="1" fill="hold">
                                          <p:stCondLst>
                                            <p:cond delay="0"/>
                                          </p:stCondLst>
                                        </p:cTn>
                                        <p:tgtEl>
                                          <p:spTgt spid="51"/>
                                        </p:tgtEl>
                                        <p:attrNameLst>
                                          <p:attrName>style.visibility</p:attrName>
                                        </p:attrNameLst>
                                      </p:cBhvr>
                                      <p:to>
                                        <p:strVal val="visible"/>
                                      </p:to>
                                    </p:set>
                                    <p:animEffect transition="in" filter="strips(downLeft)">
                                      <p:cBhvr>
                                        <p:cTn id="95" dur="500"/>
                                        <p:tgtEl>
                                          <p:spTgt spid="51"/>
                                        </p:tgtEl>
                                      </p:cBhvr>
                                    </p:animEffect>
                                  </p:childTnLst>
                                </p:cTn>
                              </p:par>
                              <p:par>
                                <p:cTn id="96" presetID="53" presetClass="entr" presetSubtype="0" fill="hold" grpId="0" nodeType="withEffect">
                                  <p:stCondLst>
                                    <p:cond delay="0"/>
                                  </p:stCondLst>
                                  <p:childTnLst>
                                    <p:set>
                                      <p:cBhvr>
                                        <p:cTn id="97" dur="1" fill="hold">
                                          <p:stCondLst>
                                            <p:cond delay="0"/>
                                          </p:stCondLst>
                                        </p:cTn>
                                        <p:tgtEl>
                                          <p:spTgt spid="66"/>
                                        </p:tgtEl>
                                        <p:attrNameLst>
                                          <p:attrName>style.visibility</p:attrName>
                                        </p:attrNameLst>
                                      </p:cBhvr>
                                      <p:to>
                                        <p:strVal val="visible"/>
                                      </p:to>
                                    </p:set>
                                    <p:anim calcmode="lin" valueType="num">
                                      <p:cBhvr>
                                        <p:cTn id="98" dur="500" fill="hold"/>
                                        <p:tgtEl>
                                          <p:spTgt spid="66"/>
                                        </p:tgtEl>
                                        <p:attrNameLst>
                                          <p:attrName>ppt_w</p:attrName>
                                        </p:attrNameLst>
                                      </p:cBhvr>
                                      <p:tavLst>
                                        <p:tav tm="0">
                                          <p:val>
                                            <p:fltVal val="0"/>
                                          </p:val>
                                        </p:tav>
                                        <p:tav tm="100000">
                                          <p:val>
                                            <p:strVal val="#ppt_w"/>
                                          </p:val>
                                        </p:tav>
                                      </p:tavLst>
                                    </p:anim>
                                    <p:anim calcmode="lin" valueType="num">
                                      <p:cBhvr>
                                        <p:cTn id="99" dur="500" fill="hold"/>
                                        <p:tgtEl>
                                          <p:spTgt spid="66"/>
                                        </p:tgtEl>
                                        <p:attrNameLst>
                                          <p:attrName>ppt_h</p:attrName>
                                        </p:attrNameLst>
                                      </p:cBhvr>
                                      <p:tavLst>
                                        <p:tav tm="0">
                                          <p:val>
                                            <p:fltVal val="0"/>
                                          </p:val>
                                        </p:tav>
                                        <p:tav tm="100000">
                                          <p:val>
                                            <p:strVal val="#ppt_h"/>
                                          </p:val>
                                        </p:tav>
                                      </p:tavLst>
                                    </p:anim>
                                    <p:animEffect transition="in" filter="fade">
                                      <p:cBhvr>
                                        <p:cTn id="10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124" grpId="0"/>
      <p:bldP spid="29" grpId="0" animBg="1"/>
      <p:bldP spid="33" grpId="0"/>
      <p:bldP spid="34" grpId="0" animBg="1"/>
      <p:bldP spid="37" grpId="0" animBg="1"/>
      <p:bldP spid="45" grpId="0"/>
      <p:bldP spid="49" grpId="0" animBg="1"/>
      <p:bldP spid="36" grpId="0" animBg="1"/>
      <p:bldP spid="56" grpId="0"/>
      <p:bldP spid="66" grpId="0"/>
      <p:bldP spid="66" grpId="1"/>
      <p:bldP spid="67"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0" name="Straight Connector 129"/>
          <p:cNvCxnSpPr>
            <a:stCxn id="108" idx="4"/>
            <a:endCxn id="122" idx="0"/>
          </p:cNvCxnSpPr>
          <p:nvPr/>
        </p:nvCxnSpPr>
        <p:spPr>
          <a:xfrm>
            <a:off x="4572001" y="1864207"/>
            <a:ext cx="0" cy="1224448"/>
          </a:xfrm>
          <a:prstGeom prst="line">
            <a:avLst/>
          </a:prstGeom>
          <a:ln w="19050">
            <a:solidFill>
              <a:schemeClr val="accent3"/>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125" name="Slide Number Placeholder 124"/>
          <p:cNvSpPr>
            <a:spLocks noGrp="1"/>
          </p:cNvSpPr>
          <p:nvPr>
            <p:ph type="sldNum" sz="quarter" idx="12"/>
          </p:nvPr>
        </p:nvSpPr>
        <p:spPr/>
        <p:txBody>
          <a:bodyPr/>
          <a:lstStyle/>
          <a:p>
            <a:fld id="{C136B7D2-B98C-44FD-8D04-7EC62A564975}" type="slidenum">
              <a:rPr lang="en-US" smtClean="0"/>
              <a:pPr/>
              <a:t>118</a:t>
            </a:fld>
            <a:endParaRPr lang="en-US" dirty="0"/>
          </a:p>
        </p:txBody>
      </p:sp>
      <p:sp>
        <p:nvSpPr>
          <p:cNvPr id="92" name="Rounded Rectangle 91"/>
          <p:cNvSpPr/>
          <p:nvPr/>
        </p:nvSpPr>
        <p:spPr>
          <a:xfrm>
            <a:off x="462729" y="1864208"/>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3" name="Straight Connector 92"/>
          <p:cNvCxnSpPr>
            <a:stCxn id="108" idx="0"/>
          </p:cNvCxnSpPr>
          <p:nvPr/>
        </p:nvCxnSpPr>
        <p:spPr>
          <a:xfrm flipV="1">
            <a:off x="4572001" y="0"/>
            <a:ext cx="0" cy="1611656"/>
          </a:xfrm>
          <a:prstGeom prst="line">
            <a:avLst/>
          </a:prstGeom>
          <a:ln w="19050">
            <a:solidFill>
              <a:schemeClr val="accent2"/>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2" name="Group 93"/>
          <p:cNvGrpSpPr/>
          <p:nvPr/>
        </p:nvGrpSpPr>
        <p:grpSpPr>
          <a:xfrm>
            <a:off x="462729" y="1302519"/>
            <a:ext cx="3973509" cy="811886"/>
            <a:chOff x="425669" y="2203667"/>
            <a:chExt cx="3973509" cy="811886"/>
          </a:xfrm>
        </p:grpSpPr>
        <p:sp>
          <p:nvSpPr>
            <p:cNvPr id="103" name="Isosceles Triangle 102"/>
            <p:cNvSpPr/>
            <p:nvPr/>
          </p:nvSpPr>
          <p:spPr>
            <a:xfrm rot="5400000">
              <a:off x="3986273" y="2453549"/>
              <a:ext cx="463912" cy="361899"/>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Rounded Rectangle 97"/>
            <p:cNvSpPr/>
            <p:nvPr/>
          </p:nvSpPr>
          <p:spPr>
            <a:xfrm>
              <a:off x="425669" y="2203667"/>
              <a:ext cx="3725972" cy="762109"/>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Rounded Rectangle 101"/>
            <p:cNvSpPr/>
            <p:nvPr/>
          </p:nvSpPr>
          <p:spPr>
            <a:xfrm>
              <a:off x="425669" y="2253444"/>
              <a:ext cx="3725972" cy="762109"/>
            </a:xfrm>
            <a:prstGeom prst="roundRect">
              <a:avLst>
                <a:gd name="adj" fmla="val 1127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38"/>
          <p:cNvGrpSpPr/>
          <p:nvPr/>
        </p:nvGrpSpPr>
        <p:grpSpPr>
          <a:xfrm>
            <a:off x="1412557" y="1466522"/>
            <a:ext cx="2522695" cy="518900"/>
            <a:chOff x="885153" y="1438589"/>
            <a:chExt cx="2522695" cy="518900"/>
          </a:xfrm>
        </p:grpSpPr>
        <p:sp>
          <p:nvSpPr>
            <p:cNvPr id="105" name="TextBox 104"/>
            <p:cNvSpPr txBox="1"/>
            <p:nvPr/>
          </p:nvSpPr>
          <p:spPr>
            <a:xfrm>
              <a:off x="885153" y="1438589"/>
              <a:ext cx="894476" cy="215444"/>
            </a:xfrm>
            <a:prstGeom prst="rect">
              <a:avLst/>
            </a:prstGeom>
            <a:noFill/>
          </p:spPr>
          <p:txBody>
            <a:bodyPr wrap="none" lIns="0" tIns="0" rIns="0" bIns="0" rtlCol="0" anchor="ctr">
              <a:spAutoFit/>
            </a:bodyPr>
            <a:lstStyle/>
            <a:p>
              <a:r>
                <a:rPr lang="en-US" sz="1400" b="1" dirty="0">
                  <a:solidFill>
                    <a:schemeClr val="bg1"/>
                  </a:solidFill>
                  <a:latin typeface="+mj-lt"/>
                </a:rPr>
                <a:t>Setting Up</a:t>
              </a:r>
            </a:p>
          </p:txBody>
        </p:sp>
        <p:sp>
          <p:nvSpPr>
            <p:cNvPr id="106" name="TextBox 105"/>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sp>
        <p:nvSpPr>
          <p:cNvPr id="107" name="TextBox 106"/>
          <p:cNvSpPr txBox="1"/>
          <p:nvPr/>
        </p:nvSpPr>
        <p:spPr>
          <a:xfrm>
            <a:off x="4824729" y="1572689"/>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3"/>
                </a:solidFill>
              </a:rPr>
              <a:t>2004</a:t>
            </a:r>
            <a:endParaRPr lang="en-US" dirty="0">
              <a:solidFill>
                <a:schemeClr val="accent3"/>
              </a:solidFill>
            </a:endParaRPr>
          </a:p>
        </p:txBody>
      </p:sp>
      <p:sp>
        <p:nvSpPr>
          <p:cNvPr id="108" name="Oval 107"/>
          <p:cNvSpPr/>
          <p:nvPr/>
        </p:nvSpPr>
        <p:spPr>
          <a:xfrm>
            <a:off x="4445725" y="1611656"/>
            <a:ext cx="252551" cy="252551"/>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TextBox 108"/>
          <p:cNvSpPr txBox="1"/>
          <p:nvPr/>
        </p:nvSpPr>
        <p:spPr>
          <a:xfrm>
            <a:off x="586845" y="2226124"/>
            <a:ext cx="3444406" cy="615553"/>
          </a:xfrm>
          <a:prstGeom prst="rect">
            <a:avLst/>
          </a:prstGeom>
          <a:noFill/>
        </p:spPr>
        <p:txBody>
          <a:bodyPr wrap="square" lIns="0" tIns="0" rIns="0" bIns="0" rtlCol="0" anchor="t">
            <a:spAutoFit/>
          </a:bodyPr>
          <a:lstStyle/>
          <a:p>
            <a:pP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sp>
        <p:nvSpPr>
          <p:cNvPr id="111" name="Rounded Rectangle 110"/>
          <p:cNvSpPr/>
          <p:nvPr/>
        </p:nvSpPr>
        <p:spPr>
          <a:xfrm flipH="1">
            <a:off x="4992358" y="3326825"/>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111"/>
          <p:cNvGrpSpPr/>
          <p:nvPr/>
        </p:nvGrpSpPr>
        <p:grpSpPr>
          <a:xfrm flipH="1">
            <a:off x="4744821" y="2765136"/>
            <a:ext cx="3973509" cy="811886"/>
            <a:chOff x="425669" y="2203667"/>
            <a:chExt cx="3973509" cy="811886"/>
          </a:xfrm>
        </p:grpSpPr>
        <p:sp>
          <p:nvSpPr>
            <p:cNvPr id="115" name="Isosceles Triangle 114"/>
            <p:cNvSpPr/>
            <p:nvPr/>
          </p:nvSpPr>
          <p:spPr>
            <a:xfrm rot="5400000">
              <a:off x="3986273" y="2453549"/>
              <a:ext cx="463912" cy="361899"/>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ounded Rectangle 112"/>
            <p:cNvSpPr/>
            <p:nvPr/>
          </p:nvSpPr>
          <p:spPr>
            <a:xfrm>
              <a:off x="425669" y="2203667"/>
              <a:ext cx="3725972" cy="762109"/>
            </a:xfrm>
            <a:prstGeom prst="round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Rounded Rectangle 113"/>
            <p:cNvSpPr/>
            <p:nvPr/>
          </p:nvSpPr>
          <p:spPr>
            <a:xfrm>
              <a:off x="425669" y="2253444"/>
              <a:ext cx="3725972" cy="762109"/>
            </a:xfrm>
            <a:prstGeom prst="roundRect">
              <a:avLst>
                <a:gd name="adj" fmla="val 1127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38"/>
          <p:cNvGrpSpPr/>
          <p:nvPr/>
        </p:nvGrpSpPr>
        <p:grpSpPr>
          <a:xfrm>
            <a:off x="5332904" y="2909024"/>
            <a:ext cx="2522695" cy="518900"/>
            <a:chOff x="885153" y="1438589"/>
            <a:chExt cx="2522695" cy="518900"/>
          </a:xfrm>
        </p:grpSpPr>
        <p:sp>
          <p:nvSpPr>
            <p:cNvPr id="117" name="TextBox 116"/>
            <p:cNvSpPr txBox="1"/>
            <p:nvPr/>
          </p:nvSpPr>
          <p:spPr>
            <a:xfrm>
              <a:off x="1647751" y="1438589"/>
              <a:ext cx="1760097" cy="215444"/>
            </a:xfrm>
            <a:prstGeom prst="rect">
              <a:avLst/>
            </a:prstGeom>
            <a:noFill/>
          </p:spPr>
          <p:txBody>
            <a:bodyPr wrap="none" lIns="0" tIns="0" rIns="0" bIns="0" rtlCol="0" anchor="ctr">
              <a:spAutoFit/>
            </a:bodyPr>
            <a:lstStyle/>
            <a:p>
              <a:pPr algn="r"/>
              <a:r>
                <a:rPr lang="en-US" sz="1400" b="1" dirty="0">
                  <a:solidFill>
                    <a:schemeClr val="bg1"/>
                  </a:solidFill>
                </a:rPr>
                <a:t>Marketing Campaign</a:t>
              </a:r>
            </a:p>
          </p:txBody>
        </p:sp>
        <p:sp>
          <p:nvSpPr>
            <p:cNvPr id="118" name="TextBox 117"/>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sp>
        <p:nvSpPr>
          <p:cNvPr id="119" name="TextBox 118"/>
          <p:cNvSpPr txBox="1"/>
          <p:nvPr/>
        </p:nvSpPr>
        <p:spPr>
          <a:xfrm>
            <a:off x="5106720" y="3709290"/>
            <a:ext cx="3444406" cy="615553"/>
          </a:xfrm>
          <a:prstGeom prst="rect">
            <a:avLst/>
          </a:prstGeom>
          <a:noFill/>
        </p:spPr>
        <p:txBody>
          <a:bodyPr wrap="square" lIns="0" tIns="0" rIns="0" bIns="0" rtlCol="0" anchor="t">
            <a:spAutoFit/>
          </a:bodyPr>
          <a:lstStyle/>
          <a:p>
            <a:pPr algn="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cxnSp>
        <p:nvCxnSpPr>
          <p:cNvPr id="121" name="Straight Connector 120"/>
          <p:cNvCxnSpPr/>
          <p:nvPr/>
        </p:nvCxnSpPr>
        <p:spPr>
          <a:xfrm>
            <a:off x="4564669" y="3341206"/>
            <a:ext cx="0" cy="1802294"/>
          </a:xfrm>
          <a:prstGeom prst="line">
            <a:avLst/>
          </a:prstGeom>
          <a:ln w="19050">
            <a:solidFill>
              <a:schemeClr val="accent4"/>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122" name="Oval 121"/>
          <p:cNvSpPr/>
          <p:nvPr/>
        </p:nvSpPr>
        <p:spPr>
          <a:xfrm>
            <a:off x="4445725" y="3088655"/>
            <a:ext cx="252551" cy="252551"/>
          </a:xfrm>
          <a:prstGeom prst="ellipse">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TextBox 128"/>
          <p:cNvSpPr txBox="1"/>
          <p:nvPr/>
        </p:nvSpPr>
        <p:spPr>
          <a:xfrm>
            <a:off x="3786050" y="3070471"/>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4"/>
                </a:solidFill>
              </a:rPr>
              <a:t>2004</a:t>
            </a:r>
            <a:endParaRPr lang="en-US" dirty="0">
              <a:solidFill>
                <a:schemeClr val="accent4"/>
              </a:solidFill>
            </a:endParaRPr>
          </a:p>
        </p:txBody>
      </p:sp>
      <p:sp>
        <p:nvSpPr>
          <p:cNvPr id="139" name="Freeform 135"/>
          <p:cNvSpPr>
            <a:spLocks noEditPoints="1"/>
          </p:cNvSpPr>
          <p:nvPr/>
        </p:nvSpPr>
        <p:spPr bwMode="auto">
          <a:xfrm>
            <a:off x="8039165" y="2948214"/>
            <a:ext cx="487170" cy="456336"/>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62"/>
          <p:cNvSpPr>
            <a:spLocks noEditPoints="1"/>
          </p:cNvSpPr>
          <p:nvPr/>
        </p:nvSpPr>
        <p:spPr bwMode="auto">
          <a:xfrm>
            <a:off x="744065" y="1501394"/>
            <a:ext cx="460232" cy="463913"/>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TextBox 142"/>
          <p:cNvSpPr txBox="1"/>
          <p:nvPr/>
        </p:nvSpPr>
        <p:spPr>
          <a:xfrm>
            <a:off x="4796154" y="1838099"/>
            <a:ext cx="695703" cy="169277"/>
          </a:xfrm>
          <a:prstGeom prst="rect">
            <a:avLst/>
          </a:prstGeom>
          <a:noFill/>
        </p:spPr>
        <p:txBody>
          <a:bodyPr wrap="none" lIns="0" tIns="0" rIns="0" bIns="0" rtlCol="0" anchor="ctr">
            <a:spAutoFit/>
          </a:bodyPr>
          <a:lstStyle/>
          <a:p>
            <a:pPr lvl="0" defTabSz="914400">
              <a:spcBef>
                <a:spcPct val="20000"/>
              </a:spcBef>
              <a:defRPr/>
            </a:pPr>
            <a:r>
              <a:rPr lang="en-US" sz="1100" dirty="0">
                <a:solidFill>
                  <a:schemeClr val="accent3"/>
                </a:solidFill>
              </a:rPr>
              <a:t>16 October</a:t>
            </a:r>
          </a:p>
        </p:txBody>
      </p:sp>
      <p:sp>
        <p:nvSpPr>
          <p:cNvPr id="144" name="TextBox 143"/>
          <p:cNvSpPr txBox="1"/>
          <p:nvPr/>
        </p:nvSpPr>
        <p:spPr>
          <a:xfrm>
            <a:off x="3661016" y="3397298"/>
            <a:ext cx="695703" cy="169277"/>
          </a:xfrm>
          <a:prstGeom prst="rect">
            <a:avLst/>
          </a:prstGeom>
          <a:noFill/>
        </p:spPr>
        <p:txBody>
          <a:bodyPr wrap="none" lIns="0" tIns="0" rIns="0" bIns="0" rtlCol="0" anchor="ctr">
            <a:spAutoFit/>
          </a:bodyPr>
          <a:lstStyle/>
          <a:p>
            <a:pPr lvl="0" algn="r" defTabSz="914400">
              <a:spcBef>
                <a:spcPct val="20000"/>
              </a:spcBef>
              <a:defRPr/>
            </a:pPr>
            <a:r>
              <a:rPr lang="en-US" sz="1100" dirty="0">
                <a:solidFill>
                  <a:schemeClr val="accent4"/>
                </a:solidFill>
              </a:rPr>
              <a:t>20 October</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strips(downLeft)">
                                      <p:cBhvr>
                                        <p:cTn id="7" dur="500"/>
                                        <p:tgtEl>
                                          <p:spTgt spid="93"/>
                                        </p:tgtEl>
                                      </p:cBhvr>
                                    </p:animEffect>
                                  </p:childTnLst>
                                </p:cTn>
                              </p:par>
                              <p:par>
                                <p:cTn id="8" presetID="53" presetClass="entr" presetSubtype="0" fill="hold" grpId="0" nodeType="withEffect">
                                  <p:stCondLst>
                                    <p:cond delay="0"/>
                                  </p:stCondLst>
                                  <p:childTnLst>
                                    <p:set>
                                      <p:cBhvr>
                                        <p:cTn id="9" dur="1" fill="hold">
                                          <p:stCondLst>
                                            <p:cond delay="0"/>
                                          </p:stCondLst>
                                        </p:cTn>
                                        <p:tgtEl>
                                          <p:spTgt spid="108"/>
                                        </p:tgtEl>
                                        <p:attrNameLst>
                                          <p:attrName>style.visibility</p:attrName>
                                        </p:attrNameLst>
                                      </p:cBhvr>
                                      <p:to>
                                        <p:strVal val="visible"/>
                                      </p:to>
                                    </p:set>
                                    <p:anim calcmode="lin" valueType="num">
                                      <p:cBhvr>
                                        <p:cTn id="10" dur="500" fill="hold"/>
                                        <p:tgtEl>
                                          <p:spTgt spid="108"/>
                                        </p:tgtEl>
                                        <p:attrNameLst>
                                          <p:attrName>ppt_w</p:attrName>
                                        </p:attrNameLst>
                                      </p:cBhvr>
                                      <p:tavLst>
                                        <p:tav tm="0">
                                          <p:val>
                                            <p:fltVal val="0"/>
                                          </p:val>
                                        </p:tav>
                                        <p:tav tm="100000">
                                          <p:val>
                                            <p:strVal val="#ppt_w"/>
                                          </p:val>
                                        </p:tav>
                                      </p:tavLst>
                                    </p:anim>
                                    <p:anim calcmode="lin" valueType="num">
                                      <p:cBhvr>
                                        <p:cTn id="11" dur="500" fill="hold"/>
                                        <p:tgtEl>
                                          <p:spTgt spid="108"/>
                                        </p:tgtEl>
                                        <p:attrNameLst>
                                          <p:attrName>ppt_h</p:attrName>
                                        </p:attrNameLst>
                                      </p:cBhvr>
                                      <p:tavLst>
                                        <p:tav tm="0">
                                          <p:val>
                                            <p:fltVal val="0"/>
                                          </p:val>
                                        </p:tav>
                                        <p:tav tm="100000">
                                          <p:val>
                                            <p:strVal val="#ppt_h"/>
                                          </p:val>
                                        </p:tav>
                                      </p:tavLst>
                                    </p:anim>
                                    <p:animEffect transition="in" filter="fade">
                                      <p:cBhvr>
                                        <p:cTn id="12" dur="500"/>
                                        <p:tgtEl>
                                          <p:spTgt spid="108"/>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107"/>
                                        </p:tgtEl>
                                        <p:attrNameLst>
                                          <p:attrName>style.visibility</p:attrName>
                                        </p:attrNameLst>
                                      </p:cBhvr>
                                      <p:to>
                                        <p:strVal val="visible"/>
                                      </p:to>
                                    </p:set>
                                    <p:anim calcmode="lin" valueType="num">
                                      <p:cBhvr>
                                        <p:cTn id="15" dur="500" fill="hold"/>
                                        <p:tgtEl>
                                          <p:spTgt spid="107"/>
                                        </p:tgtEl>
                                        <p:attrNameLst>
                                          <p:attrName>ppt_w</p:attrName>
                                        </p:attrNameLst>
                                      </p:cBhvr>
                                      <p:tavLst>
                                        <p:tav tm="0">
                                          <p:val>
                                            <p:fltVal val="0"/>
                                          </p:val>
                                        </p:tav>
                                        <p:tav tm="100000">
                                          <p:val>
                                            <p:strVal val="#ppt_w"/>
                                          </p:val>
                                        </p:tav>
                                      </p:tavLst>
                                    </p:anim>
                                    <p:anim calcmode="lin" valueType="num">
                                      <p:cBhvr>
                                        <p:cTn id="16" dur="500" fill="hold"/>
                                        <p:tgtEl>
                                          <p:spTgt spid="107"/>
                                        </p:tgtEl>
                                        <p:attrNameLst>
                                          <p:attrName>ppt_h</p:attrName>
                                        </p:attrNameLst>
                                      </p:cBhvr>
                                      <p:tavLst>
                                        <p:tav tm="0">
                                          <p:val>
                                            <p:fltVal val="0"/>
                                          </p:val>
                                        </p:tav>
                                        <p:tav tm="100000">
                                          <p:val>
                                            <p:strVal val="#ppt_h"/>
                                          </p:val>
                                        </p:tav>
                                      </p:tavLst>
                                    </p:anim>
                                    <p:animEffect transition="in" filter="fade">
                                      <p:cBhvr>
                                        <p:cTn id="17" dur="500"/>
                                        <p:tgtEl>
                                          <p:spTgt spid="107"/>
                                        </p:tgtEl>
                                      </p:cBhvr>
                                    </p:animEffect>
                                  </p:childTnLst>
                                </p:cTn>
                              </p:par>
                              <p:par>
                                <p:cTn id="18" presetID="2" presetClass="entr" presetSubtype="2" accel="50000" decel="50000" fill="hold" grpId="0" nodeType="withEffect">
                                  <p:stCondLst>
                                    <p:cond delay="0"/>
                                  </p:stCondLst>
                                  <p:childTnLst>
                                    <p:set>
                                      <p:cBhvr>
                                        <p:cTn id="19" dur="1" fill="hold">
                                          <p:stCondLst>
                                            <p:cond delay="0"/>
                                          </p:stCondLst>
                                        </p:cTn>
                                        <p:tgtEl>
                                          <p:spTgt spid="143"/>
                                        </p:tgtEl>
                                        <p:attrNameLst>
                                          <p:attrName>style.visibility</p:attrName>
                                        </p:attrNameLst>
                                      </p:cBhvr>
                                      <p:to>
                                        <p:strVal val="visible"/>
                                      </p:to>
                                    </p:set>
                                    <p:anim calcmode="lin" valueType="num">
                                      <p:cBhvr additive="base">
                                        <p:cTn id="20" dur="500" fill="hold"/>
                                        <p:tgtEl>
                                          <p:spTgt spid="143"/>
                                        </p:tgtEl>
                                        <p:attrNameLst>
                                          <p:attrName>ppt_x</p:attrName>
                                        </p:attrNameLst>
                                      </p:cBhvr>
                                      <p:tavLst>
                                        <p:tav tm="0">
                                          <p:val>
                                            <p:strVal val="1+#ppt_w/2"/>
                                          </p:val>
                                        </p:tav>
                                        <p:tav tm="100000">
                                          <p:val>
                                            <p:strVal val="#ppt_x"/>
                                          </p:val>
                                        </p:tav>
                                      </p:tavLst>
                                    </p:anim>
                                    <p:anim calcmode="lin" valueType="num">
                                      <p:cBhvr additive="base">
                                        <p:cTn id="21" dur="500" fill="hold"/>
                                        <p:tgtEl>
                                          <p:spTgt spid="143"/>
                                        </p:tgtEl>
                                        <p:attrNameLst>
                                          <p:attrName>ppt_y</p:attrName>
                                        </p:attrNameLst>
                                      </p:cBhvr>
                                      <p:tavLst>
                                        <p:tav tm="0">
                                          <p:val>
                                            <p:strVal val="#ppt_y"/>
                                          </p:val>
                                        </p:tav>
                                        <p:tav tm="100000">
                                          <p:val>
                                            <p:strVal val="#ppt_y"/>
                                          </p:val>
                                        </p:tav>
                                      </p:tavLst>
                                    </p:anim>
                                  </p:childTnLst>
                                </p:cTn>
                              </p:par>
                            </p:childTnLst>
                          </p:cTn>
                        </p:par>
                        <p:par>
                          <p:cTn id="22" fill="hold">
                            <p:stCondLst>
                              <p:cond delay="500"/>
                            </p:stCondLst>
                            <p:childTnLst>
                              <p:par>
                                <p:cTn id="23" presetID="2" presetClass="entr" presetSubtype="8" accel="50000" decel="50000"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53" presetClass="entr" presetSubtype="0" fill="hold" grpId="0" nodeType="afterEffect">
                                  <p:stCondLst>
                                    <p:cond delay="0"/>
                                  </p:stCondLst>
                                  <p:childTnLst>
                                    <p:set>
                                      <p:cBhvr>
                                        <p:cTn id="29" dur="1" fill="hold">
                                          <p:stCondLst>
                                            <p:cond delay="0"/>
                                          </p:stCondLst>
                                        </p:cTn>
                                        <p:tgtEl>
                                          <p:spTgt spid="142"/>
                                        </p:tgtEl>
                                        <p:attrNameLst>
                                          <p:attrName>style.visibility</p:attrName>
                                        </p:attrNameLst>
                                      </p:cBhvr>
                                      <p:to>
                                        <p:strVal val="visible"/>
                                      </p:to>
                                    </p:set>
                                    <p:anim calcmode="lin" valueType="num">
                                      <p:cBhvr>
                                        <p:cTn id="30" dur="500" fill="hold"/>
                                        <p:tgtEl>
                                          <p:spTgt spid="142"/>
                                        </p:tgtEl>
                                        <p:attrNameLst>
                                          <p:attrName>ppt_w</p:attrName>
                                        </p:attrNameLst>
                                      </p:cBhvr>
                                      <p:tavLst>
                                        <p:tav tm="0">
                                          <p:val>
                                            <p:fltVal val="0"/>
                                          </p:val>
                                        </p:tav>
                                        <p:tav tm="100000">
                                          <p:val>
                                            <p:strVal val="#ppt_w"/>
                                          </p:val>
                                        </p:tav>
                                      </p:tavLst>
                                    </p:anim>
                                    <p:anim calcmode="lin" valueType="num">
                                      <p:cBhvr>
                                        <p:cTn id="31" dur="500" fill="hold"/>
                                        <p:tgtEl>
                                          <p:spTgt spid="142"/>
                                        </p:tgtEl>
                                        <p:attrNameLst>
                                          <p:attrName>ppt_h</p:attrName>
                                        </p:attrNameLst>
                                      </p:cBhvr>
                                      <p:tavLst>
                                        <p:tav tm="0">
                                          <p:val>
                                            <p:fltVal val="0"/>
                                          </p:val>
                                        </p:tav>
                                        <p:tav tm="100000">
                                          <p:val>
                                            <p:strVal val="#ppt_h"/>
                                          </p:val>
                                        </p:tav>
                                      </p:tavLst>
                                    </p:anim>
                                    <p:animEffect transition="in" filter="fade">
                                      <p:cBhvr>
                                        <p:cTn id="32" dur="500"/>
                                        <p:tgtEl>
                                          <p:spTgt spid="142"/>
                                        </p:tgtEl>
                                      </p:cBhvr>
                                    </p:animEffect>
                                  </p:childTnLst>
                                </p:cTn>
                              </p:par>
                              <p:par>
                                <p:cTn id="33" presetID="10" presetClass="entr" presetSubtype="0" fill="hold"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fade">
                                      <p:cBhvr>
                                        <p:cTn id="35" dur="1000"/>
                                        <p:tgtEl>
                                          <p:spTgt spid="3"/>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92"/>
                                        </p:tgtEl>
                                        <p:attrNameLst>
                                          <p:attrName>style.visibility</p:attrName>
                                        </p:attrNameLst>
                                      </p:cBhvr>
                                      <p:to>
                                        <p:strVal val="visible"/>
                                      </p:to>
                                    </p:set>
                                    <p:anim calcmode="lin" valueType="num">
                                      <p:cBhvr additive="base">
                                        <p:cTn id="38" dur="500" fill="hold"/>
                                        <p:tgtEl>
                                          <p:spTgt spid="92"/>
                                        </p:tgtEl>
                                        <p:attrNameLst>
                                          <p:attrName>ppt_x</p:attrName>
                                        </p:attrNameLst>
                                      </p:cBhvr>
                                      <p:tavLst>
                                        <p:tav tm="0">
                                          <p:val>
                                            <p:strVal val="#ppt_x"/>
                                          </p:val>
                                        </p:tav>
                                        <p:tav tm="100000">
                                          <p:val>
                                            <p:strVal val="#ppt_x"/>
                                          </p:val>
                                        </p:tav>
                                      </p:tavLst>
                                    </p:anim>
                                    <p:anim calcmode="lin" valueType="num">
                                      <p:cBhvr additive="base">
                                        <p:cTn id="39" dur="500" fill="hold"/>
                                        <p:tgtEl>
                                          <p:spTgt spid="92"/>
                                        </p:tgtEl>
                                        <p:attrNameLst>
                                          <p:attrName>ppt_y</p:attrName>
                                        </p:attrNameLst>
                                      </p:cBhvr>
                                      <p:tavLst>
                                        <p:tav tm="0">
                                          <p:val>
                                            <p:strVal val="1+#ppt_h/2"/>
                                          </p:val>
                                        </p:tav>
                                        <p:tav tm="100000">
                                          <p:val>
                                            <p:strVal val="#ppt_y"/>
                                          </p:val>
                                        </p:tav>
                                      </p:tavLst>
                                    </p:anim>
                                  </p:childTnLst>
                                </p:cTn>
                              </p:par>
                            </p:childTnLst>
                          </p:cTn>
                        </p:par>
                        <p:par>
                          <p:cTn id="40" fill="hold">
                            <p:stCondLst>
                              <p:cond delay="2000"/>
                            </p:stCondLst>
                            <p:childTnLst>
                              <p:par>
                                <p:cTn id="41" presetID="2" presetClass="entr" presetSubtype="8" accel="50000" decel="50000" fill="hold" grpId="0" nodeType="afterEffect">
                                  <p:stCondLst>
                                    <p:cond delay="0"/>
                                  </p:stCondLst>
                                  <p:childTnLst>
                                    <p:set>
                                      <p:cBhvr>
                                        <p:cTn id="42" dur="1" fill="hold">
                                          <p:stCondLst>
                                            <p:cond delay="0"/>
                                          </p:stCondLst>
                                        </p:cTn>
                                        <p:tgtEl>
                                          <p:spTgt spid="109"/>
                                        </p:tgtEl>
                                        <p:attrNameLst>
                                          <p:attrName>style.visibility</p:attrName>
                                        </p:attrNameLst>
                                      </p:cBhvr>
                                      <p:to>
                                        <p:strVal val="visible"/>
                                      </p:to>
                                    </p:set>
                                    <p:anim calcmode="lin" valueType="num">
                                      <p:cBhvr additive="base">
                                        <p:cTn id="43" dur="500" fill="hold"/>
                                        <p:tgtEl>
                                          <p:spTgt spid="109"/>
                                        </p:tgtEl>
                                        <p:attrNameLst>
                                          <p:attrName>ppt_x</p:attrName>
                                        </p:attrNameLst>
                                      </p:cBhvr>
                                      <p:tavLst>
                                        <p:tav tm="0">
                                          <p:val>
                                            <p:strVal val="0-#ppt_w/2"/>
                                          </p:val>
                                        </p:tav>
                                        <p:tav tm="100000">
                                          <p:val>
                                            <p:strVal val="#ppt_x"/>
                                          </p:val>
                                        </p:tav>
                                      </p:tavLst>
                                    </p:anim>
                                    <p:anim calcmode="lin" valueType="num">
                                      <p:cBhvr additive="base">
                                        <p:cTn id="44" dur="500" fill="hold"/>
                                        <p:tgtEl>
                                          <p:spTgt spid="109"/>
                                        </p:tgtEl>
                                        <p:attrNameLst>
                                          <p:attrName>ppt_y</p:attrName>
                                        </p:attrNameLst>
                                      </p:cBhvr>
                                      <p:tavLst>
                                        <p:tav tm="0">
                                          <p:val>
                                            <p:strVal val="#ppt_y"/>
                                          </p:val>
                                        </p:tav>
                                        <p:tav tm="100000">
                                          <p:val>
                                            <p:strVal val="#ppt_y"/>
                                          </p:val>
                                        </p:tav>
                                      </p:tavLst>
                                    </p:anim>
                                  </p:childTnLst>
                                </p:cTn>
                              </p:par>
                            </p:childTnLst>
                          </p:cTn>
                        </p:par>
                        <p:par>
                          <p:cTn id="45" fill="hold">
                            <p:stCondLst>
                              <p:cond delay="2500"/>
                            </p:stCondLst>
                            <p:childTnLst>
                              <p:par>
                                <p:cTn id="46" presetID="18" presetClass="entr" presetSubtype="12" fill="hold" nodeType="afterEffect">
                                  <p:stCondLst>
                                    <p:cond delay="0"/>
                                  </p:stCondLst>
                                  <p:childTnLst>
                                    <p:set>
                                      <p:cBhvr>
                                        <p:cTn id="47" dur="1" fill="hold">
                                          <p:stCondLst>
                                            <p:cond delay="0"/>
                                          </p:stCondLst>
                                        </p:cTn>
                                        <p:tgtEl>
                                          <p:spTgt spid="130"/>
                                        </p:tgtEl>
                                        <p:attrNameLst>
                                          <p:attrName>style.visibility</p:attrName>
                                        </p:attrNameLst>
                                      </p:cBhvr>
                                      <p:to>
                                        <p:strVal val="visible"/>
                                      </p:to>
                                    </p:set>
                                    <p:animEffect transition="in" filter="strips(downLeft)">
                                      <p:cBhvr>
                                        <p:cTn id="48" dur="500"/>
                                        <p:tgtEl>
                                          <p:spTgt spid="130"/>
                                        </p:tgtEl>
                                      </p:cBhvr>
                                    </p:animEffect>
                                  </p:childTnLst>
                                </p:cTn>
                              </p:par>
                              <p:par>
                                <p:cTn id="49" presetID="53" presetClass="entr" presetSubtype="0" fill="hold" grpId="0" nodeType="withEffect">
                                  <p:stCondLst>
                                    <p:cond delay="0"/>
                                  </p:stCondLst>
                                  <p:childTnLst>
                                    <p:set>
                                      <p:cBhvr>
                                        <p:cTn id="50" dur="1" fill="hold">
                                          <p:stCondLst>
                                            <p:cond delay="0"/>
                                          </p:stCondLst>
                                        </p:cTn>
                                        <p:tgtEl>
                                          <p:spTgt spid="122"/>
                                        </p:tgtEl>
                                        <p:attrNameLst>
                                          <p:attrName>style.visibility</p:attrName>
                                        </p:attrNameLst>
                                      </p:cBhvr>
                                      <p:to>
                                        <p:strVal val="visible"/>
                                      </p:to>
                                    </p:set>
                                    <p:anim calcmode="lin" valueType="num">
                                      <p:cBhvr>
                                        <p:cTn id="51" dur="500" fill="hold"/>
                                        <p:tgtEl>
                                          <p:spTgt spid="122"/>
                                        </p:tgtEl>
                                        <p:attrNameLst>
                                          <p:attrName>ppt_w</p:attrName>
                                        </p:attrNameLst>
                                      </p:cBhvr>
                                      <p:tavLst>
                                        <p:tav tm="0">
                                          <p:val>
                                            <p:fltVal val="0"/>
                                          </p:val>
                                        </p:tav>
                                        <p:tav tm="100000">
                                          <p:val>
                                            <p:strVal val="#ppt_w"/>
                                          </p:val>
                                        </p:tav>
                                      </p:tavLst>
                                    </p:anim>
                                    <p:anim calcmode="lin" valueType="num">
                                      <p:cBhvr>
                                        <p:cTn id="52" dur="500" fill="hold"/>
                                        <p:tgtEl>
                                          <p:spTgt spid="122"/>
                                        </p:tgtEl>
                                        <p:attrNameLst>
                                          <p:attrName>ppt_h</p:attrName>
                                        </p:attrNameLst>
                                      </p:cBhvr>
                                      <p:tavLst>
                                        <p:tav tm="0">
                                          <p:val>
                                            <p:fltVal val="0"/>
                                          </p:val>
                                        </p:tav>
                                        <p:tav tm="100000">
                                          <p:val>
                                            <p:strVal val="#ppt_h"/>
                                          </p:val>
                                        </p:tav>
                                      </p:tavLst>
                                    </p:anim>
                                    <p:animEffect transition="in" filter="fade">
                                      <p:cBhvr>
                                        <p:cTn id="53" dur="500"/>
                                        <p:tgtEl>
                                          <p:spTgt spid="122"/>
                                        </p:tgtEl>
                                      </p:cBhvr>
                                    </p:animEffect>
                                  </p:childTnLst>
                                </p:cTn>
                              </p:par>
                              <p:par>
                                <p:cTn id="54" presetID="53" presetClass="entr" presetSubtype="0" fill="hold" grpId="0" nodeType="withEffect">
                                  <p:stCondLst>
                                    <p:cond delay="0"/>
                                  </p:stCondLst>
                                  <p:childTnLst>
                                    <p:set>
                                      <p:cBhvr>
                                        <p:cTn id="55" dur="1" fill="hold">
                                          <p:stCondLst>
                                            <p:cond delay="0"/>
                                          </p:stCondLst>
                                        </p:cTn>
                                        <p:tgtEl>
                                          <p:spTgt spid="129"/>
                                        </p:tgtEl>
                                        <p:attrNameLst>
                                          <p:attrName>style.visibility</p:attrName>
                                        </p:attrNameLst>
                                      </p:cBhvr>
                                      <p:to>
                                        <p:strVal val="visible"/>
                                      </p:to>
                                    </p:set>
                                    <p:anim calcmode="lin" valueType="num">
                                      <p:cBhvr>
                                        <p:cTn id="56" dur="500" fill="hold"/>
                                        <p:tgtEl>
                                          <p:spTgt spid="129"/>
                                        </p:tgtEl>
                                        <p:attrNameLst>
                                          <p:attrName>ppt_w</p:attrName>
                                        </p:attrNameLst>
                                      </p:cBhvr>
                                      <p:tavLst>
                                        <p:tav tm="0">
                                          <p:val>
                                            <p:fltVal val="0"/>
                                          </p:val>
                                        </p:tav>
                                        <p:tav tm="100000">
                                          <p:val>
                                            <p:strVal val="#ppt_w"/>
                                          </p:val>
                                        </p:tav>
                                      </p:tavLst>
                                    </p:anim>
                                    <p:anim calcmode="lin" valueType="num">
                                      <p:cBhvr>
                                        <p:cTn id="57" dur="500" fill="hold"/>
                                        <p:tgtEl>
                                          <p:spTgt spid="129"/>
                                        </p:tgtEl>
                                        <p:attrNameLst>
                                          <p:attrName>ppt_h</p:attrName>
                                        </p:attrNameLst>
                                      </p:cBhvr>
                                      <p:tavLst>
                                        <p:tav tm="0">
                                          <p:val>
                                            <p:fltVal val="0"/>
                                          </p:val>
                                        </p:tav>
                                        <p:tav tm="100000">
                                          <p:val>
                                            <p:strVal val="#ppt_h"/>
                                          </p:val>
                                        </p:tav>
                                      </p:tavLst>
                                    </p:anim>
                                    <p:animEffect transition="in" filter="fade">
                                      <p:cBhvr>
                                        <p:cTn id="58" dur="500"/>
                                        <p:tgtEl>
                                          <p:spTgt spid="129"/>
                                        </p:tgtEl>
                                      </p:cBhvr>
                                    </p:animEffect>
                                  </p:childTnLst>
                                </p:cTn>
                              </p:par>
                              <p:par>
                                <p:cTn id="59" presetID="2" presetClass="entr" presetSubtype="8" accel="50000" decel="50000" fill="hold" grpId="0" nodeType="withEffect">
                                  <p:stCondLst>
                                    <p:cond delay="0"/>
                                  </p:stCondLst>
                                  <p:childTnLst>
                                    <p:set>
                                      <p:cBhvr>
                                        <p:cTn id="60" dur="1" fill="hold">
                                          <p:stCondLst>
                                            <p:cond delay="0"/>
                                          </p:stCondLst>
                                        </p:cTn>
                                        <p:tgtEl>
                                          <p:spTgt spid="144"/>
                                        </p:tgtEl>
                                        <p:attrNameLst>
                                          <p:attrName>style.visibility</p:attrName>
                                        </p:attrNameLst>
                                      </p:cBhvr>
                                      <p:to>
                                        <p:strVal val="visible"/>
                                      </p:to>
                                    </p:set>
                                    <p:anim calcmode="lin" valueType="num">
                                      <p:cBhvr additive="base">
                                        <p:cTn id="61" dur="500" fill="hold"/>
                                        <p:tgtEl>
                                          <p:spTgt spid="144"/>
                                        </p:tgtEl>
                                        <p:attrNameLst>
                                          <p:attrName>ppt_x</p:attrName>
                                        </p:attrNameLst>
                                      </p:cBhvr>
                                      <p:tavLst>
                                        <p:tav tm="0">
                                          <p:val>
                                            <p:strVal val="0-#ppt_w/2"/>
                                          </p:val>
                                        </p:tav>
                                        <p:tav tm="100000">
                                          <p:val>
                                            <p:strVal val="#ppt_x"/>
                                          </p:val>
                                        </p:tav>
                                      </p:tavLst>
                                    </p:anim>
                                    <p:anim calcmode="lin" valueType="num">
                                      <p:cBhvr additive="base">
                                        <p:cTn id="62" dur="500" fill="hold"/>
                                        <p:tgtEl>
                                          <p:spTgt spid="144"/>
                                        </p:tgtEl>
                                        <p:attrNameLst>
                                          <p:attrName>ppt_y</p:attrName>
                                        </p:attrNameLst>
                                      </p:cBhvr>
                                      <p:tavLst>
                                        <p:tav tm="0">
                                          <p:val>
                                            <p:strVal val="#ppt_y"/>
                                          </p:val>
                                        </p:tav>
                                        <p:tav tm="100000">
                                          <p:val>
                                            <p:strVal val="#ppt_y"/>
                                          </p:val>
                                        </p:tav>
                                      </p:tavLst>
                                    </p:anim>
                                  </p:childTnLst>
                                </p:cTn>
                              </p:par>
                            </p:childTnLst>
                          </p:cTn>
                        </p:par>
                        <p:par>
                          <p:cTn id="63" fill="hold">
                            <p:stCondLst>
                              <p:cond delay="3000"/>
                            </p:stCondLst>
                            <p:childTnLst>
                              <p:par>
                                <p:cTn id="64" presetID="2" presetClass="entr" presetSubtype="2" accel="50000" decel="50000" fill="hold" nodeType="afterEffect">
                                  <p:stCondLst>
                                    <p:cond delay="0"/>
                                  </p:stCondLst>
                                  <p:childTnLst>
                                    <p:set>
                                      <p:cBhvr>
                                        <p:cTn id="65" dur="1" fill="hold">
                                          <p:stCondLst>
                                            <p:cond delay="0"/>
                                          </p:stCondLst>
                                        </p:cTn>
                                        <p:tgtEl>
                                          <p:spTgt spid="4"/>
                                        </p:tgtEl>
                                        <p:attrNameLst>
                                          <p:attrName>style.visibility</p:attrName>
                                        </p:attrNameLst>
                                      </p:cBhvr>
                                      <p:to>
                                        <p:strVal val="visible"/>
                                      </p:to>
                                    </p:set>
                                    <p:anim calcmode="lin" valueType="num">
                                      <p:cBhvr additive="base">
                                        <p:cTn id="66" dur="500" fill="hold"/>
                                        <p:tgtEl>
                                          <p:spTgt spid="4"/>
                                        </p:tgtEl>
                                        <p:attrNameLst>
                                          <p:attrName>ppt_x</p:attrName>
                                        </p:attrNameLst>
                                      </p:cBhvr>
                                      <p:tavLst>
                                        <p:tav tm="0">
                                          <p:val>
                                            <p:strVal val="1+#ppt_w/2"/>
                                          </p:val>
                                        </p:tav>
                                        <p:tav tm="100000">
                                          <p:val>
                                            <p:strVal val="#ppt_x"/>
                                          </p:val>
                                        </p:tav>
                                      </p:tavLst>
                                    </p:anim>
                                    <p:anim calcmode="lin" valueType="num">
                                      <p:cBhvr additive="base">
                                        <p:cTn id="67" dur="500" fill="hold"/>
                                        <p:tgtEl>
                                          <p:spTgt spid="4"/>
                                        </p:tgtEl>
                                        <p:attrNameLst>
                                          <p:attrName>ppt_y</p:attrName>
                                        </p:attrNameLst>
                                      </p:cBhvr>
                                      <p:tavLst>
                                        <p:tav tm="0">
                                          <p:val>
                                            <p:strVal val="#ppt_y"/>
                                          </p:val>
                                        </p:tav>
                                        <p:tav tm="100000">
                                          <p:val>
                                            <p:strVal val="#ppt_y"/>
                                          </p:val>
                                        </p:tav>
                                      </p:tavLst>
                                    </p:anim>
                                  </p:childTnLst>
                                </p:cTn>
                              </p:par>
                            </p:childTnLst>
                          </p:cTn>
                        </p:par>
                        <p:par>
                          <p:cTn id="68" fill="hold">
                            <p:stCondLst>
                              <p:cond delay="3500"/>
                            </p:stCondLst>
                            <p:childTnLst>
                              <p:par>
                                <p:cTn id="69" presetID="53" presetClass="entr" presetSubtype="0" fill="hold" grpId="0" nodeType="afterEffect">
                                  <p:stCondLst>
                                    <p:cond delay="0"/>
                                  </p:stCondLst>
                                  <p:childTnLst>
                                    <p:set>
                                      <p:cBhvr>
                                        <p:cTn id="70" dur="1" fill="hold">
                                          <p:stCondLst>
                                            <p:cond delay="0"/>
                                          </p:stCondLst>
                                        </p:cTn>
                                        <p:tgtEl>
                                          <p:spTgt spid="139"/>
                                        </p:tgtEl>
                                        <p:attrNameLst>
                                          <p:attrName>style.visibility</p:attrName>
                                        </p:attrNameLst>
                                      </p:cBhvr>
                                      <p:to>
                                        <p:strVal val="visible"/>
                                      </p:to>
                                    </p:set>
                                    <p:anim calcmode="lin" valueType="num">
                                      <p:cBhvr>
                                        <p:cTn id="71" dur="500" fill="hold"/>
                                        <p:tgtEl>
                                          <p:spTgt spid="139"/>
                                        </p:tgtEl>
                                        <p:attrNameLst>
                                          <p:attrName>ppt_w</p:attrName>
                                        </p:attrNameLst>
                                      </p:cBhvr>
                                      <p:tavLst>
                                        <p:tav tm="0">
                                          <p:val>
                                            <p:fltVal val="0"/>
                                          </p:val>
                                        </p:tav>
                                        <p:tav tm="100000">
                                          <p:val>
                                            <p:strVal val="#ppt_w"/>
                                          </p:val>
                                        </p:tav>
                                      </p:tavLst>
                                    </p:anim>
                                    <p:anim calcmode="lin" valueType="num">
                                      <p:cBhvr>
                                        <p:cTn id="72" dur="500" fill="hold"/>
                                        <p:tgtEl>
                                          <p:spTgt spid="139"/>
                                        </p:tgtEl>
                                        <p:attrNameLst>
                                          <p:attrName>ppt_h</p:attrName>
                                        </p:attrNameLst>
                                      </p:cBhvr>
                                      <p:tavLst>
                                        <p:tav tm="0">
                                          <p:val>
                                            <p:fltVal val="0"/>
                                          </p:val>
                                        </p:tav>
                                        <p:tav tm="100000">
                                          <p:val>
                                            <p:strVal val="#ppt_h"/>
                                          </p:val>
                                        </p:tav>
                                      </p:tavLst>
                                    </p:anim>
                                    <p:animEffect transition="in" filter="fade">
                                      <p:cBhvr>
                                        <p:cTn id="73" dur="500"/>
                                        <p:tgtEl>
                                          <p:spTgt spid="139"/>
                                        </p:tgtEl>
                                      </p:cBhvr>
                                    </p:animEffect>
                                  </p:childTnLst>
                                </p:cTn>
                              </p:par>
                              <p:par>
                                <p:cTn id="74" presetID="10" presetClass="entr" presetSubtype="0" fill="hold" nodeType="withEffect">
                                  <p:stCondLst>
                                    <p:cond delay="0"/>
                                  </p:stCondLst>
                                  <p:childTnLst>
                                    <p:set>
                                      <p:cBhvr>
                                        <p:cTn id="75" dur="1" fill="hold">
                                          <p:stCondLst>
                                            <p:cond delay="0"/>
                                          </p:stCondLst>
                                        </p:cTn>
                                        <p:tgtEl>
                                          <p:spTgt spid="5"/>
                                        </p:tgtEl>
                                        <p:attrNameLst>
                                          <p:attrName>style.visibility</p:attrName>
                                        </p:attrNameLst>
                                      </p:cBhvr>
                                      <p:to>
                                        <p:strVal val="visible"/>
                                      </p:to>
                                    </p:set>
                                    <p:animEffect transition="in" filter="fade">
                                      <p:cBhvr>
                                        <p:cTn id="76" dur="1000"/>
                                        <p:tgtEl>
                                          <p:spTgt spid="5"/>
                                        </p:tgtEl>
                                      </p:cBhvr>
                                    </p:animEffect>
                                  </p:childTnLst>
                                </p:cTn>
                              </p:par>
                              <p:par>
                                <p:cTn id="77" presetID="2" presetClass="entr" presetSubtype="4" accel="50000" decel="50000" fill="hold" grpId="0" nodeType="withEffect">
                                  <p:stCondLst>
                                    <p:cond delay="0"/>
                                  </p:stCondLst>
                                  <p:childTnLst>
                                    <p:set>
                                      <p:cBhvr>
                                        <p:cTn id="78" dur="1" fill="hold">
                                          <p:stCondLst>
                                            <p:cond delay="0"/>
                                          </p:stCondLst>
                                        </p:cTn>
                                        <p:tgtEl>
                                          <p:spTgt spid="111"/>
                                        </p:tgtEl>
                                        <p:attrNameLst>
                                          <p:attrName>style.visibility</p:attrName>
                                        </p:attrNameLst>
                                      </p:cBhvr>
                                      <p:to>
                                        <p:strVal val="visible"/>
                                      </p:to>
                                    </p:set>
                                    <p:anim calcmode="lin" valueType="num">
                                      <p:cBhvr additive="base">
                                        <p:cTn id="79" dur="500" fill="hold"/>
                                        <p:tgtEl>
                                          <p:spTgt spid="111"/>
                                        </p:tgtEl>
                                        <p:attrNameLst>
                                          <p:attrName>ppt_x</p:attrName>
                                        </p:attrNameLst>
                                      </p:cBhvr>
                                      <p:tavLst>
                                        <p:tav tm="0">
                                          <p:val>
                                            <p:strVal val="#ppt_x"/>
                                          </p:val>
                                        </p:tav>
                                        <p:tav tm="100000">
                                          <p:val>
                                            <p:strVal val="#ppt_x"/>
                                          </p:val>
                                        </p:tav>
                                      </p:tavLst>
                                    </p:anim>
                                    <p:anim calcmode="lin" valueType="num">
                                      <p:cBhvr additive="base">
                                        <p:cTn id="80" dur="500" fill="hold"/>
                                        <p:tgtEl>
                                          <p:spTgt spid="111"/>
                                        </p:tgtEl>
                                        <p:attrNameLst>
                                          <p:attrName>ppt_y</p:attrName>
                                        </p:attrNameLst>
                                      </p:cBhvr>
                                      <p:tavLst>
                                        <p:tav tm="0">
                                          <p:val>
                                            <p:strVal val="1+#ppt_h/2"/>
                                          </p:val>
                                        </p:tav>
                                        <p:tav tm="100000">
                                          <p:val>
                                            <p:strVal val="#ppt_y"/>
                                          </p:val>
                                        </p:tav>
                                      </p:tavLst>
                                    </p:anim>
                                  </p:childTnLst>
                                </p:cTn>
                              </p:par>
                            </p:childTnLst>
                          </p:cTn>
                        </p:par>
                        <p:par>
                          <p:cTn id="81" fill="hold">
                            <p:stCondLst>
                              <p:cond delay="4500"/>
                            </p:stCondLst>
                            <p:childTnLst>
                              <p:par>
                                <p:cTn id="82" presetID="2" presetClass="entr" presetSubtype="2" accel="50000" decel="50000" fill="hold" grpId="0" nodeType="afterEffect">
                                  <p:stCondLst>
                                    <p:cond delay="0"/>
                                  </p:stCondLst>
                                  <p:childTnLst>
                                    <p:set>
                                      <p:cBhvr>
                                        <p:cTn id="83" dur="1" fill="hold">
                                          <p:stCondLst>
                                            <p:cond delay="0"/>
                                          </p:stCondLst>
                                        </p:cTn>
                                        <p:tgtEl>
                                          <p:spTgt spid="119"/>
                                        </p:tgtEl>
                                        <p:attrNameLst>
                                          <p:attrName>style.visibility</p:attrName>
                                        </p:attrNameLst>
                                      </p:cBhvr>
                                      <p:to>
                                        <p:strVal val="visible"/>
                                      </p:to>
                                    </p:set>
                                    <p:anim calcmode="lin" valueType="num">
                                      <p:cBhvr additive="base">
                                        <p:cTn id="84" dur="500" fill="hold"/>
                                        <p:tgtEl>
                                          <p:spTgt spid="119"/>
                                        </p:tgtEl>
                                        <p:attrNameLst>
                                          <p:attrName>ppt_x</p:attrName>
                                        </p:attrNameLst>
                                      </p:cBhvr>
                                      <p:tavLst>
                                        <p:tav tm="0">
                                          <p:val>
                                            <p:strVal val="1+#ppt_w/2"/>
                                          </p:val>
                                        </p:tav>
                                        <p:tav tm="100000">
                                          <p:val>
                                            <p:strVal val="#ppt_x"/>
                                          </p:val>
                                        </p:tav>
                                      </p:tavLst>
                                    </p:anim>
                                    <p:anim calcmode="lin" valueType="num">
                                      <p:cBhvr additive="base">
                                        <p:cTn id="85" dur="500" fill="hold"/>
                                        <p:tgtEl>
                                          <p:spTgt spid="119"/>
                                        </p:tgtEl>
                                        <p:attrNameLst>
                                          <p:attrName>ppt_y</p:attrName>
                                        </p:attrNameLst>
                                      </p:cBhvr>
                                      <p:tavLst>
                                        <p:tav tm="0">
                                          <p:val>
                                            <p:strVal val="#ppt_y"/>
                                          </p:val>
                                        </p:tav>
                                        <p:tav tm="100000">
                                          <p:val>
                                            <p:strVal val="#ppt_y"/>
                                          </p:val>
                                        </p:tav>
                                      </p:tavLst>
                                    </p:anim>
                                  </p:childTnLst>
                                </p:cTn>
                              </p:par>
                            </p:childTnLst>
                          </p:cTn>
                        </p:par>
                        <p:par>
                          <p:cTn id="86" fill="hold">
                            <p:stCondLst>
                              <p:cond delay="5000"/>
                            </p:stCondLst>
                            <p:childTnLst>
                              <p:par>
                                <p:cTn id="87" presetID="18" presetClass="entr" presetSubtype="12" fill="hold" nodeType="afterEffect">
                                  <p:stCondLst>
                                    <p:cond delay="0"/>
                                  </p:stCondLst>
                                  <p:childTnLst>
                                    <p:set>
                                      <p:cBhvr>
                                        <p:cTn id="88" dur="1" fill="hold">
                                          <p:stCondLst>
                                            <p:cond delay="0"/>
                                          </p:stCondLst>
                                        </p:cTn>
                                        <p:tgtEl>
                                          <p:spTgt spid="121"/>
                                        </p:tgtEl>
                                        <p:attrNameLst>
                                          <p:attrName>style.visibility</p:attrName>
                                        </p:attrNameLst>
                                      </p:cBhvr>
                                      <p:to>
                                        <p:strVal val="visible"/>
                                      </p:to>
                                    </p:set>
                                    <p:animEffect transition="in" filter="strips(downLeft)">
                                      <p:cBhvr>
                                        <p:cTn id="89"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107" grpId="0"/>
      <p:bldP spid="108" grpId="0" animBg="1"/>
      <p:bldP spid="109" grpId="0"/>
      <p:bldP spid="111" grpId="0" animBg="1"/>
      <p:bldP spid="119" grpId="0"/>
      <p:bldP spid="122" grpId="0" animBg="1"/>
      <p:bldP spid="129" grpId="0"/>
      <p:bldP spid="139" grpId="0" animBg="1"/>
      <p:bldP spid="142" grpId="0" animBg="1"/>
      <p:bldP spid="143" grpId="0"/>
      <p:bldP spid="144"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0" name="Straight Connector 129"/>
          <p:cNvCxnSpPr>
            <a:stCxn id="108" idx="4"/>
            <a:endCxn id="122" idx="0"/>
          </p:cNvCxnSpPr>
          <p:nvPr/>
        </p:nvCxnSpPr>
        <p:spPr>
          <a:xfrm>
            <a:off x="4572001" y="1864207"/>
            <a:ext cx="0" cy="1224448"/>
          </a:xfrm>
          <a:prstGeom prst="line">
            <a:avLst/>
          </a:prstGeom>
          <a:ln w="19050">
            <a:solidFill>
              <a:schemeClr val="accent5"/>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125" name="Slide Number Placeholder 124"/>
          <p:cNvSpPr>
            <a:spLocks noGrp="1"/>
          </p:cNvSpPr>
          <p:nvPr>
            <p:ph type="sldNum" sz="quarter" idx="12"/>
          </p:nvPr>
        </p:nvSpPr>
        <p:spPr/>
        <p:txBody>
          <a:bodyPr/>
          <a:lstStyle/>
          <a:p>
            <a:fld id="{C136B7D2-B98C-44FD-8D04-7EC62A564975}" type="slidenum">
              <a:rPr lang="en-US" smtClean="0"/>
              <a:pPr/>
              <a:t>119</a:t>
            </a:fld>
            <a:endParaRPr lang="en-US" dirty="0"/>
          </a:p>
        </p:txBody>
      </p:sp>
      <p:sp>
        <p:nvSpPr>
          <p:cNvPr id="92" name="Rounded Rectangle 91"/>
          <p:cNvSpPr/>
          <p:nvPr/>
        </p:nvSpPr>
        <p:spPr>
          <a:xfrm>
            <a:off x="462729" y="1864208"/>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3" name="Straight Connector 92"/>
          <p:cNvCxnSpPr>
            <a:stCxn id="108" idx="0"/>
          </p:cNvCxnSpPr>
          <p:nvPr/>
        </p:nvCxnSpPr>
        <p:spPr>
          <a:xfrm flipV="1">
            <a:off x="4572001" y="0"/>
            <a:ext cx="0" cy="1611656"/>
          </a:xfrm>
          <a:prstGeom prst="line">
            <a:avLst/>
          </a:prstGeom>
          <a:ln w="19050">
            <a:solidFill>
              <a:schemeClr val="accent4"/>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2" name="Group 93"/>
          <p:cNvGrpSpPr/>
          <p:nvPr/>
        </p:nvGrpSpPr>
        <p:grpSpPr>
          <a:xfrm>
            <a:off x="462729" y="1302519"/>
            <a:ext cx="3973509" cy="811886"/>
            <a:chOff x="425669" y="2203667"/>
            <a:chExt cx="3973509" cy="811886"/>
          </a:xfrm>
        </p:grpSpPr>
        <p:sp>
          <p:nvSpPr>
            <p:cNvPr id="103" name="Isosceles Triangle 102"/>
            <p:cNvSpPr/>
            <p:nvPr/>
          </p:nvSpPr>
          <p:spPr>
            <a:xfrm rot="5400000">
              <a:off x="3986273" y="2453549"/>
              <a:ext cx="463912" cy="361899"/>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Rounded Rectangle 97"/>
            <p:cNvSpPr/>
            <p:nvPr/>
          </p:nvSpPr>
          <p:spPr>
            <a:xfrm>
              <a:off x="425669" y="2203667"/>
              <a:ext cx="3725972" cy="762109"/>
            </a:xfrm>
            <a:prstGeom prst="round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Rounded Rectangle 101"/>
            <p:cNvSpPr/>
            <p:nvPr/>
          </p:nvSpPr>
          <p:spPr>
            <a:xfrm>
              <a:off x="425669" y="2253444"/>
              <a:ext cx="3725972" cy="762109"/>
            </a:xfrm>
            <a:prstGeom prst="roundRect">
              <a:avLst>
                <a:gd name="adj" fmla="val 11275"/>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38"/>
          <p:cNvGrpSpPr/>
          <p:nvPr/>
        </p:nvGrpSpPr>
        <p:grpSpPr>
          <a:xfrm>
            <a:off x="1412557" y="1466522"/>
            <a:ext cx="2522695" cy="518900"/>
            <a:chOff x="885153" y="1438589"/>
            <a:chExt cx="2522695" cy="518900"/>
          </a:xfrm>
        </p:grpSpPr>
        <p:sp>
          <p:nvSpPr>
            <p:cNvPr id="105" name="TextBox 104"/>
            <p:cNvSpPr txBox="1"/>
            <p:nvPr/>
          </p:nvSpPr>
          <p:spPr>
            <a:xfrm>
              <a:off x="885153" y="1438589"/>
              <a:ext cx="1599797" cy="215444"/>
            </a:xfrm>
            <a:prstGeom prst="rect">
              <a:avLst/>
            </a:prstGeom>
            <a:noFill/>
          </p:spPr>
          <p:txBody>
            <a:bodyPr wrap="none" lIns="0" tIns="0" rIns="0" bIns="0" rtlCol="0" anchor="ctr">
              <a:spAutoFit/>
            </a:bodyPr>
            <a:lstStyle/>
            <a:p>
              <a:r>
                <a:rPr lang="en-US" sz="1400" b="1" dirty="0">
                  <a:solidFill>
                    <a:schemeClr val="bg1"/>
                  </a:solidFill>
                </a:rPr>
                <a:t>Evaluating Results</a:t>
              </a:r>
            </a:p>
          </p:txBody>
        </p:sp>
        <p:sp>
          <p:nvSpPr>
            <p:cNvPr id="106" name="TextBox 105"/>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sp>
        <p:nvSpPr>
          <p:cNvPr id="107" name="TextBox 106"/>
          <p:cNvSpPr txBox="1"/>
          <p:nvPr/>
        </p:nvSpPr>
        <p:spPr>
          <a:xfrm>
            <a:off x="4786629" y="1592431"/>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5"/>
                </a:solidFill>
              </a:rPr>
              <a:t>2005</a:t>
            </a:r>
            <a:endParaRPr lang="en-US" dirty="0">
              <a:solidFill>
                <a:schemeClr val="accent5"/>
              </a:solidFill>
            </a:endParaRPr>
          </a:p>
        </p:txBody>
      </p:sp>
      <p:sp>
        <p:nvSpPr>
          <p:cNvPr id="108" name="Oval 107"/>
          <p:cNvSpPr/>
          <p:nvPr/>
        </p:nvSpPr>
        <p:spPr>
          <a:xfrm>
            <a:off x="4445725" y="1611656"/>
            <a:ext cx="252551" cy="252551"/>
          </a:xfrm>
          <a:prstGeom prst="ellipse">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TextBox 108"/>
          <p:cNvSpPr txBox="1"/>
          <p:nvPr/>
        </p:nvSpPr>
        <p:spPr>
          <a:xfrm>
            <a:off x="586845" y="2226124"/>
            <a:ext cx="3444406" cy="615553"/>
          </a:xfrm>
          <a:prstGeom prst="rect">
            <a:avLst/>
          </a:prstGeom>
          <a:noFill/>
        </p:spPr>
        <p:txBody>
          <a:bodyPr wrap="square" lIns="0" tIns="0" rIns="0" bIns="0" rtlCol="0" anchor="t">
            <a:spAutoFit/>
          </a:bodyPr>
          <a:lstStyle/>
          <a:p>
            <a:pP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sp>
        <p:nvSpPr>
          <p:cNvPr id="111" name="Rounded Rectangle 110"/>
          <p:cNvSpPr/>
          <p:nvPr/>
        </p:nvSpPr>
        <p:spPr>
          <a:xfrm flipH="1">
            <a:off x="4992358" y="3326825"/>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111"/>
          <p:cNvGrpSpPr/>
          <p:nvPr/>
        </p:nvGrpSpPr>
        <p:grpSpPr>
          <a:xfrm flipH="1">
            <a:off x="4744821" y="2765136"/>
            <a:ext cx="3973509" cy="811886"/>
            <a:chOff x="425669" y="2203667"/>
            <a:chExt cx="3973509" cy="811886"/>
          </a:xfrm>
        </p:grpSpPr>
        <p:sp>
          <p:nvSpPr>
            <p:cNvPr id="115" name="Isosceles Triangle 114"/>
            <p:cNvSpPr/>
            <p:nvPr/>
          </p:nvSpPr>
          <p:spPr>
            <a:xfrm rot="5400000">
              <a:off x="3986273" y="2453549"/>
              <a:ext cx="463912" cy="361899"/>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ounded Rectangle 112"/>
            <p:cNvSpPr/>
            <p:nvPr/>
          </p:nvSpPr>
          <p:spPr>
            <a:xfrm>
              <a:off x="425669" y="2203667"/>
              <a:ext cx="3725972" cy="762109"/>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Rounded Rectangle 113"/>
            <p:cNvSpPr/>
            <p:nvPr/>
          </p:nvSpPr>
          <p:spPr>
            <a:xfrm>
              <a:off x="425669" y="2253444"/>
              <a:ext cx="3725972" cy="762109"/>
            </a:xfrm>
            <a:prstGeom prst="roundRect">
              <a:avLst>
                <a:gd name="adj" fmla="val 1127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38"/>
          <p:cNvGrpSpPr/>
          <p:nvPr/>
        </p:nvGrpSpPr>
        <p:grpSpPr>
          <a:xfrm>
            <a:off x="5332904" y="2909024"/>
            <a:ext cx="2522695" cy="518900"/>
            <a:chOff x="885153" y="1438589"/>
            <a:chExt cx="2522695" cy="518900"/>
          </a:xfrm>
        </p:grpSpPr>
        <p:sp>
          <p:nvSpPr>
            <p:cNvPr id="117" name="TextBox 116"/>
            <p:cNvSpPr txBox="1"/>
            <p:nvPr/>
          </p:nvSpPr>
          <p:spPr>
            <a:xfrm>
              <a:off x="2096592" y="1438589"/>
              <a:ext cx="1311256" cy="215444"/>
            </a:xfrm>
            <a:prstGeom prst="rect">
              <a:avLst/>
            </a:prstGeom>
            <a:noFill/>
          </p:spPr>
          <p:txBody>
            <a:bodyPr wrap="none" lIns="0" tIns="0" rIns="0" bIns="0" rtlCol="0" anchor="ctr">
              <a:spAutoFit/>
            </a:bodyPr>
            <a:lstStyle/>
            <a:p>
              <a:pPr algn="r"/>
              <a:r>
                <a:rPr lang="en-US" sz="1400" b="1" dirty="0">
                  <a:solidFill>
                    <a:schemeClr val="bg1"/>
                  </a:solidFill>
                </a:rPr>
                <a:t>Reconstruction</a:t>
              </a:r>
            </a:p>
          </p:txBody>
        </p:sp>
        <p:sp>
          <p:nvSpPr>
            <p:cNvPr id="118" name="TextBox 117"/>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sp>
        <p:nvSpPr>
          <p:cNvPr id="119" name="TextBox 118"/>
          <p:cNvSpPr txBox="1"/>
          <p:nvPr/>
        </p:nvSpPr>
        <p:spPr>
          <a:xfrm>
            <a:off x="5106720" y="3709290"/>
            <a:ext cx="3444406" cy="615553"/>
          </a:xfrm>
          <a:prstGeom prst="rect">
            <a:avLst/>
          </a:prstGeom>
          <a:noFill/>
        </p:spPr>
        <p:txBody>
          <a:bodyPr wrap="square" lIns="0" tIns="0" rIns="0" bIns="0" rtlCol="0" anchor="t">
            <a:spAutoFit/>
          </a:bodyPr>
          <a:lstStyle/>
          <a:p>
            <a:pPr algn="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cxnSp>
        <p:nvCxnSpPr>
          <p:cNvPr id="121" name="Straight Connector 120"/>
          <p:cNvCxnSpPr/>
          <p:nvPr/>
        </p:nvCxnSpPr>
        <p:spPr>
          <a:xfrm>
            <a:off x="4564669" y="3341206"/>
            <a:ext cx="0" cy="1802294"/>
          </a:xfrm>
          <a:prstGeom prst="line">
            <a:avLst/>
          </a:prstGeom>
          <a:ln w="19050">
            <a:solidFill>
              <a:schemeClr val="accent6"/>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122" name="Oval 121"/>
          <p:cNvSpPr/>
          <p:nvPr/>
        </p:nvSpPr>
        <p:spPr>
          <a:xfrm>
            <a:off x="4445725" y="3088655"/>
            <a:ext cx="252551" cy="252551"/>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TextBox 128"/>
          <p:cNvSpPr txBox="1"/>
          <p:nvPr/>
        </p:nvSpPr>
        <p:spPr>
          <a:xfrm>
            <a:off x="3789004" y="3051656"/>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6"/>
                </a:solidFill>
              </a:rPr>
              <a:t>2005</a:t>
            </a:r>
            <a:endParaRPr lang="en-US" dirty="0">
              <a:solidFill>
                <a:schemeClr val="accent6"/>
              </a:solidFill>
            </a:endParaRPr>
          </a:p>
        </p:txBody>
      </p:sp>
      <p:sp>
        <p:nvSpPr>
          <p:cNvPr id="30" name="Freeform 6"/>
          <p:cNvSpPr>
            <a:spLocks noEditPoints="1"/>
          </p:cNvSpPr>
          <p:nvPr/>
        </p:nvSpPr>
        <p:spPr bwMode="auto">
          <a:xfrm>
            <a:off x="680383" y="1501394"/>
            <a:ext cx="592778" cy="463913"/>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64"/>
          <p:cNvSpPr>
            <a:spLocks noEditPoints="1"/>
          </p:cNvSpPr>
          <p:nvPr/>
        </p:nvSpPr>
        <p:spPr bwMode="auto">
          <a:xfrm>
            <a:off x="8064690" y="2979252"/>
            <a:ext cx="461453" cy="384084"/>
          </a:xfrm>
          <a:custGeom>
            <a:avLst/>
            <a:gdLst/>
            <a:ahLst/>
            <a:cxnLst>
              <a:cxn ang="0">
                <a:pos x="77" y="51"/>
              </a:cxn>
              <a:cxn ang="0">
                <a:pos x="75" y="55"/>
              </a:cxn>
              <a:cxn ang="0">
                <a:pos x="59" y="63"/>
              </a:cxn>
              <a:cxn ang="0">
                <a:pos x="57" y="64"/>
              </a:cxn>
              <a:cxn ang="0">
                <a:pos x="55" y="63"/>
              </a:cxn>
              <a:cxn ang="0">
                <a:pos x="39" y="55"/>
              </a:cxn>
              <a:cxn ang="0">
                <a:pos x="39" y="55"/>
              </a:cxn>
              <a:cxn ang="0">
                <a:pos x="38" y="55"/>
              </a:cxn>
              <a:cxn ang="0">
                <a:pos x="22" y="63"/>
              </a:cxn>
              <a:cxn ang="0">
                <a:pos x="20" y="64"/>
              </a:cxn>
              <a:cxn ang="0">
                <a:pos x="18" y="63"/>
              </a:cxn>
              <a:cxn ang="0">
                <a:pos x="2" y="55"/>
              </a:cxn>
              <a:cxn ang="0">
                <a:pos x="0" y="51"/>
              </a:cxn>
              <a:cxn ang="0">
                <a:pos x="0" y="37"/>
              </a:cxn>
              <a:cxn ang="0">
                <a:pos x="3" y="32"/>
              </a:cxn>
              <a:cxn ang="0">
                <a:pos x="18" y="26"/>
              </a:cxn>
              <a:cxn ang="0">
                <a:pos x="18" y="11"/>
              </a:cxn>
              <a:cxn ang="0">
                <a:pos x="21" y="7"/>
              </a:cxn>
              <a:cxn ang="0">
                <a:pos x="37" y="0"/>
              </a:cxn>
              <a:cxn ang="0">
                <a:pos x="39" y="0"/>
              </a:cxn>
              <a:cxn ang="0">
                <a:pos x="40" y="0"/>
              </a:cxn>
              <a:cxn ang="0">
                <a:pos x="56" y="7"/>
              </a:cxn>
              <a:cxn ang="0">
                <a:pos x="59" y="11"/>
              </a:cxn>
              <a:cxn ang="0">
                <a:pos x="59" y="26"/>
              </a:cxn>
              <a:cxn ang="0">
                <a:pos x="75" y="32"/>
              </a:cxn>
              <a:cxn ang="0">
                <a:pos x="77" y="37"/>
              </a:cxn>
              <a:cxn ang="0">
                <a:pos x="77" y="51"/>
              </a:cxn>
              <a:cxn ang="0">
                <a:pos x="35" y="36"/>
              </a:cxn>
              <a:cxn ang="0">
                <a:pos x="20" y="30"/>
              </a:cxn>
              <a:cxn ang="0">
                <a:pos x="6" y="36"/>
              </a:cxn>
              <a:cxn ang="0">
                <a:pos x="20" y="42"/>
              </a:cxn>
              <a:cxn ang="0">
                <a:pos x="35" y="36"/>
              </a:cxn>
              <a:cxn ang="0">
                <a:pos x="36" y="51"/>
              </a:cxn>
              <a:cxn ang="0">
                <a:pos x="36" y="40"/>
              </a:cxn>
              <a:cxn ang="0">
                <a:pos x="23" y="46"/>
              </a:cxn>
              <a:cxn ang="0">
                <a:pos x="23" y="58"/>
              </a:cxn>
              <a:cxn ang="0">
                <a:pos x="36" y="51"/>
              </a:cxn>
              <a:cxn ang="0">
                <a:pos x="54" y="11"/>
              </a:cxn>
              <a:cxn ang="0">
                <a:pos x="39" y="5"/>
              </a:cxn>
              <a:cxn ang="0">
                <a:pos x="23" y="11"/>
              </a:cxn>
              <a:cxn ang="0">
                <a:pos x="39" y="18"/>
              </a:cxn>
              <a:cxn ang="0">
                <a:pos x="54" y="11"/>
              </a:cxn>
              <a:cxn ang="0">
                <a:pos x="55" y="26"/>
              </a:cxn>
              <a:cxn ang="0">
                <a:pos x="55" y="16"/>
              </a:cxn>
              <a:cxn ang="0">
                <a:pos x="41" y="22"/>
              </a:cxn>
              <a:cxn ang="0">
                <a:pos x="41" y="32"/>
              </a:cxn>
              <a:cxn ang="0">
                <a:pos x="55" y="26"/>
              </a:cxn>
              <a:cxn ang="0">
                <a:pos x="71" y="36"/>
              </a:cxn>
              <a:cxn ang="0">
                <a:pos x="57" y="30"/>
              </a:cxn>
              <a:cxn ang="0">
                <a:pos x="42" y="36"/>
              </a:cxn>
              <a:cxn ang="0">
                <a:pos x="57" y="42"/>
              </a:cxn>
              <a:cxn ang="0">
                <a:pos x="71" y="36"/>
              </a:cxn>
              <a:cxn ang="0">
                <a:pos x="73" y="51"/>
              </a:cxn>
              <a:cxn ang="0">
                <a:pos x="73" y="40"/>
              </a:cxn>
              <a:cxn ang="0">
                <a:pos x="59" y="46"/>
              </a:cxn>
              <a:cxn ang="0">
                <a:pos x="59" y="58"/>
              </a:cxn>
              <a:cxn ang="0">
                <a:pos x="73" y="51"/>
              </a:cxn>
            </a:cxnLst>
            <a:rect l="0" t="0" r="r" b="b"/>
            <a:pathLst>
              <a:path w="77" h="64">
                <a:moveTo>
                  <a:pt x="77" y="51"/>
                </a:moveTo>
                <a:cubicBezTo>
                  <a:pt x="77" y="53"/>
                  <a:pt x="76" y="55"/>
                  <a:pt x="75" y="55"/>
                </a:cubicBezTo>
                <a:cubicBezTo>
                  <a:pt x="59" y="63"/>
                  <a:pt x="59" y="63"/>
                  <a:pt x="59" y="63"/>
                </a:cubicBezTo>
                <a:cubicBezTo>
                  <a:pt x="58" y="64"/>
                  <a:pt x="58" y="64"/>
                  <a:pt x="57" y="64"/>
                </a:cubicBezTo>
                <a:cubicBezTo>
                  <a:pt x="56" y="64"/>
                  <a:pt x="55" y="64"/>
                  <a:pt x="55" y="63"/>
                </a:cubicBezTo>
                <a:cubicBezTo>
                  <a:pt x="39" y="55"/>
                  <a:pt x="39" y="55"/>
                  <a:pt x="39" y="55"/>
                </a:cubicBezTo>
                <a:cubicBezTo>
                  <a:pt x="39" y="55"/>
                  <a:pt x="39" y="55"/>
                  <a:pt x="39" y="55"/>
                </a:cubicBezTo>
                <a:cubicBezTo>
                  <a:pt x="39" y="55"/>
                  <a:pt x="38" y="55"/>
                  <a:pt x="38" y="55"/>
                </a:cubicBezTo>
                <a:cubicBezTo>
                  <a:pt x="22" y="63"/>
                  <a:pt x="22" y="63"/>
                  <a:pt x="22" y="63"/>
                </a:cubicBezTo>
                <a:cubicBezTo>
                  <a:pt x="22" y="64"/>
                  <a:pt x="21" y="64"/>
                  <a:pt x="20" y="64"/>
                </a:cubicBezTo>
                <a:cubicBezTo>
                  <a:pt x="20" y="64"/>
                  <a:pt x="19" y="64"/>
                  <a:pt x="18" y="63"/>
                </a:cubicBezTo>
                <a:cubicBezTo>
                  <a:pt x="2" y="55"/>
                  <a:pt x="2" y="55"/>
                  <a:pt x="2" y="55"/>
                </a:cubicBezTo>
                <a:cubicBezTo>
                  <a:pt x="1" y="55"/>
                  <a:pt x="0" y="53"/>
                  <a:pt x="0" y="51"/>
                </a:cubicBezTo>
                <a:cubicBezTo>
                  <a:pt x="0" y="37"/>
                  <a:pt x="0" y="37"/>
                  <a:pt x="0" y="37"/>
                </a:cubicBezTo>
                <a:cubicBezTo>
                  <a:pt x="0" y="35"/>
                  <a:pt x="1" y="33"/>
                  <a:pt x="3" y="32"/>
                </a:cubicBezTo>
                <a:cubicBezTo>
                  <a:pt x="18" y="26"/>
                  <a:pt x="18" y="26"/>
                  <a:pt x="18" y="26"/>
                </a:cubicBezTo>
                <a:cubicBezTo>
                  <a:pt x="18" y="11"/>
                  <a:pt x="18" y="11"/>
                  <a:pt x="18" y="11"/>
                </a:cubicBezTo>
                <a:cubicBezTo>
                  <a:pt x="18" y="10"/>
                  <a:pt x="19" y="8"/>
                  <a:pt x="21" y="7"/>
                </a:cubicBezTo>
                <a:cubicBezTo>
                  <a:pt x="37" y="0"/>
                  <a:pt x="37" y="0"/>
                  <a:pt x="37" y="0"/>
                </a:cubicBezTo>
                <a:cubicBezTo>
                  <a:pt x="37" y="0"/>
                  <a:pt x="38" y="0"/>
                  <a:pt x="39" y="0"/>
                </a:cubicBezTo>
                <a:cubicBezTo>
                  <a:pt x="39" y="0"/>
                  <a:pt x="40" y="0"/>
                  <a:pt x="40" y="0"/>
                </a:cubicBezTo>
                <a:cubicBezTo>
                  <a:pt x="56" y="7"/>
                  <a:pt x="56" y="7"/>
                  <a:pt x="56" y="7"/>
                </a:cubicBezTo>
                <a:cubicBezTo>
                  <a:pt x="58" y="8"/>
                  <a:pt x="59" y="10"/>
                  <a:pt x="59" y="11"/>
                </a:cubicBezTo>
                <a:cubicBezTo>
                  <a:pt x="59" y="26"/>
                  <a:pt x="59" y="26"/>
                  <a:pt x="59" y="26"/>
                </a:cubicBezTo>
                <a:cubicBezTo>
                  <a:pt x="75" y="32"/>
                  <a:pt x="75" y="32"/>
                  <a:pt x="75" y="32"/>
                </a:cubicBezTo>
                <a:cubicBezTo>
                  <a:pt x="76" y="33"/>
                  <a:pt x="77" y="35"/>
                  <a:pt x="77" y="37"/>
                </a:cubicBezTo>
                <a:lnTo>
                  <a:pt x="77" y="51"/>
                </a:lnTo>
                <a:close/>
                <a:moveTo>
                  <a:pt x="35" y="36"/>
                </a:moveTo>
                <a:cubicBezTo>
                  <a:pt x="20" y="30"/>
                  <a:pt x="20" y="30"/>
                  <a:pt x="20" y="30"/>
                </a:cubicBezTo>
                <a:cubicBezTo>
                  <a:pt x="6" y="36"/>
                  <a:pt x="6" y="36"/>
                  <a:pt x="6" y="36"/>
                </a:cubicBezTo>
                <a:cubicBezTo>
                  <a:pt x="20" y="42"/>
                  <a:pt x="20" y="42"/>
                  <a:pt x="20" y="42"/>
                </a:cubicBezTo>
                <a:lnTo>
                  <a:pt x="35" y="36"/>
                </a:lnTo>
                <a:close/>
                <a:moveTo>
                  <a:pt x="36" y="51"/>
                </a:moveTo>
                <a:cubicBezTo>
                  <a:pt x="36" y="40"/>
                  <a:pt x="36" y="40"/>
                  <a:pt x="36" y="40"/>
                </a:cubicBezTo>
                <a:cubicBezTo>
                  <a:pt x="23" y="46"/>
                  <a:pt x="23" y="46"/>
                  <a:pt x="23" y="46"/>
                </a:cubicBezTo>
                <a:cubicBezTo>
                  <a:pt x="23" y="58"/>
                  <a:pt x="23" y="58"/>
                  <a:pt x="23" y="58"/>
                </a:cubicBezTo>
                <a:lnTo>
                  <a:pt x="36" y="51"/>
                </a:lnTo>
                <a:close/>
                <a:moveTo>
                  <a:pt x="54" y="11"/>
                </a:moveTo>
                <a:cubicBezTo>
                  <a:pt x="39" y="5"/>
                  <a:pt x="39" y="5"/>
                  <a:pt x="39" y="5"/>
                </a:cubicBezTo>
                <a:cubicBezTo>
                  <a:pt x="23" y="11"/>
                  <a:pt x="23" y="11"/>
                  <a:pt x="23" y="11"/>
                </a:cubicBezTo>
                <a:cubicBezTo>
                  <a:pt x="39" y="18"/>
                  <a:pt x="39" y="18"/>
                  <a:pt x="39" y="18"/>
                </a:cubicBezTo>
                <a:lnTo>
                  <a:pt x="54" y="11"/>
                </a:lnTo>
                <a:close/>
                <a:moveTo>
                  <a:pt x="55" y="26"/>
                </a:moveTo>
                <a:cubicBezTo>
                  <a:pt x="55" y="16"/>
                  <a:pt x="55" y="16"/>
                  <a:pt x="55" y="16"/>
                </a:cubicBezTo>
                <a:cubicBezTo>
                  <a:pt x="41" y="22"/>
                  <a:pt x="41" y="22"/>
                  <a:pt x="41" y="22"/>
                </a:cubicBezTo>
                <a:cubicBezTo>
                  <a:pt x="41" y="32"/>
                  <a:pt x="41" y="32"/>
                  <a:pt x="41" y="32"/>
                </a:cubicBezTo>
                <a:lnTo>
                  <a:pt x="55" y="26"/>
                </a:lnTo>
                <a:close/>
                <a:moveTo>
                  <a:pt x="71" y="36"/>
                </a:moveTo>
                <a:cubicBezTo>
                  <a:pt x="57" y="30"/>
                  <a:pt x="57" y="30"/>
                  <a:pt x="57" y="30"/>
                </a:cubicBezTo>
                <a:cubicBezTo>
                  <a:pt x="42" y="36"/>
                  <a:pt x="42" y="36"/>
                  <a:pt x="42" y="36"/>
                </a:cubicBezTo>
                <a:cubicBezTo>
                  <a:pt x="57" y="42"/>
                  <a:pt x="57" y="42"/>
                  <a:pt x="57" y="42"/>
                </a:cubicBezTo>
                <a:lnTo>
                  <a:pt x="71" y="36"/>
                </a:lnTo>
                <a:close/>
                <a:moveTo>
                  <a:pt x="73" y="51"/>
                </a:moveTo>
                <a:cubicBezTo>
                  <a:pt x="73" y="40"/>
                  <a:pt x="73" y="40"/>
                  <a:pt x="73" y="40"/>
                </a:cubicBezTo>
                <a:cubicBezTo>
                  <a:pt x="59" y="46"/>
                  <a:pt x="59" y="46"/>
                  <a:pt x="59" y="46"/>
                </a:cubicBezTo>
                <a:cubicBezTo>
                  <a:pt x="59" y="58"/>
                  <a:pt x="59" y="58"/>
                  <a:pt x="59" y="58"/>
                </a:cubicBezTo>
                <a:lnTo>
                  <a:pt x="73" y="5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TextBox 32"/>
          <p:cNvSpPr txBox="1"/>
          <p:nvPr/>
        </p:nvSpPr>
        <p:spPr>
          <a:xfrm>
            <a:off x="4796154" y="1866674"/>
            <a:ext cx="695703" cy="169277"/>
          </a:xfrm>
          <a:prstGeom prst="rect">
            <a:avLst/>
          </a:prstGeom>
          <a:noFill/>
        </p:spPr>
        <p:txBody>
          <a:bodyPr wrap="none" lIns="0" tIns="0" rIns="0" bIns="0" rtlCol="0" anchor="ctr">
            <a:spAutoFit/>
          </a:bodyPr>
          <a:lstStyle/>
          <a:p>
            <a:pPr lvl="0" defTabSz="914400">
              <a:spcBef>
                <a:spcPct val="20000"/>
              </a:spcBef>
              <a:defRPr/>
            </a:pPr>
            <a:r>
              <a:rPr lang="en-US" sz="1100" dirty="0">
                <a:solidFill>
                  <a:schemeClr val="accent5"/>
                </a:solidFill>
              </a:rPr>
              <a:t>16 October</a:t>
            </a:r>
          </a:p>
        </p:txBody>
      </p:sp>
      <p:sp>
        <p:nvSpPr>
          <p:cNvPr id="34" name="TextBox 33"/>
          <p:cNvSpPr txBox="1"/>
          <p:nvPr/>
        </p:nvSpPr>
        <p:spPr>
          <a:xfrm>
            <a:off x="3661016" y="3378248"/>
            <a:ext cx="695703" cy="169277"/>
          </a:xfrm>
          <a:prstGeom prst="rect">
            <a:avLst/>
          </a:prstGeom>
          <a:noFill/>
        </p:spPr>
        <p:txBody>
          <a:bodyPr wrap="none" lIns="0" tIns="0" rIns="0" bIns="0" rtlCol="0" anchor="ctr">
            <a:spAutoFit/>
          </a:bodyPr>
          <a:lstStyle/>
          <a:p>
            <a:pPr lvl="0" algn="r" defTabSz="914400">
              <a:spcBef>
                <a:spcPct val="20000"/>
              </a:spcBef>
              <a:defRPr/>
            </a:pPr>
            <a:r>
              <a:rPr lang="en-US" sz="1100" dirty="0">
                <a:solidFill>
                  <a:schemeClr val="accent6"/>
                </a:solidFill>
              </a:rPr>
              <a:t>20 October</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strips(downLeft)">
                                      <p:cBhvr>
                                        <p:cTn id="7" dur="500"/>
                                        <p:tgtEl>
                                          <p:spTgt spid="93"/>
                                        </p:tgtEl>
                                      </p:cBhvr>
                                    </p:animEffect>
                                  </p:childTnLst>
                                </p:cTn>
                              </p:par>
                              <p:par>
                                <p:cTn id="8" presetID="53" presetClass="entr" presetSubtype="0" fill="hold" grpId="0" nodeType="withEffect">
                                  <p:stCondLst>
                                    <p:cond delay="0"/>
                                  </p:stCondLst>
                                  <p:childTnLst>
                                    <p:set>
                                      <p:cBhvr>
                                        <p:cTn id="9" dur="1" fill="hold">
                                          <p:stCondLst>
                                            <p:cond delay="0"/>
                                          </p:stCondLst>
                                        </p:cTn>
                                        <p:tgtEl>
                                          <p:spTgt spid="108"/>
                                        </p:tgtEl>
                                        <p:attrNameLst>
                                          <p:attrName>style.visibility</p:attrName>
                                        </p:attrNameLst>
                                      </p:cBhvr>
                                      <p:to>
                                        <p:strVal val="visible"/>
                                      </p:to>
                                    </p:set>
                                    <p:anim calcmode="lin" valueType="num">
                                      <p:cBhvr>
                                        <p:cTn id="10" dur="500" fill="hold"/>
                                        <p:tgtEl>
                                          <p:spTgt spid="108"/>
                                        </p:tgtEl>
                                        <p:attrNameLst>
                                          <p:attrName>ppt_w</p:attrName>
                                        </p:attrNameLst>
                                      </p:cBhvr>
                                      <p:tavLst>
                                        <p:tav tm="0">
                                          <p:val>
                                            <p:fltVal val="0"/>
                                          </p:val>
                                        </p:tav>
                                        <p:tav tm="100000">
                                          <p:val>
                                            <p:strVal val="#ppt_w"/>
                                          </p:val>
                                        </p:tav>
                                      </p:tavLst>
                                    </p:anim>
                                    <p:anim calcmode="lin" valueType="num">
                                      <p:cBhvr>
                                        <p:cTn id="11" dur="500" fill="hold"/>
                                        <p:tgtEl>
                                          <p:spTgt spid="108"/>
                                        </p:tgtEl>
                                        <p:attrNameLst>
                                          <p:attrName>ppt_h</p:attrName>
                                        </p:attrNameLst>
                                      </p:cBhvr>
                                      <p:tavLst>
                                        <p:tav tm="0">
                                          <p:val>
                                            <p:fltVal val="0"/>
                                          </p:val>
                                        </p:tav>
                                        <p:tav tm="100000">
                                          <p:val>
                                            <p:strVal val="#ppt_h"/>
                                          </p:val>
                                        </p:tav>
                                      </p:tavLst>
                                    </p:anim>
                                    <p:animEffect transition="in" filter="fade">
                                      <p:cBhvr>
                                        <p:cTn id="12" dur="500"/>
                                        <p:tgtEl>
                                          <p:spTgt spid="108"/>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107"/>
                                        </p:tgtEl>
                                        <p:attrNameLst>
                                          <p:attrName>style.visibility</p:attrName>
                                        </p:attrNameLst>
                                      </p:cBhvr>
                                      <p:to>
                                        <p:strVal val="visible"/>
                                      </p:to>
                                    </p:set>
                                    <p:anim calcmode="lin" valueType="num">
                                      <p:cBhvr>
                                        <p:cTn id="15" dur="500" fill="hold"/>
                                        <p:tgtEl>
                                          <p:spTgt spid="107"/>
                                        </p:tgtEl>
                                        <p:attrNameLst>
                                          <p:attrName>ppt_w</p:attrName>
                                        </p:attrNameLst>
                                      </p:cBhvr>
                                      <p:tavLst>
                                        <p:tav tm="0">
                                          <p:val>
                                            <p:fltVal val="0"/>
                                          </p:val>
                                        </p:tav>
                                        <p:tav tm="100000">
                                          <p:val>
                                            <p:strVal val="#ppt_w"/>
                                          </p:val>
                                        </p:tav>
                                      </p:tavLst>
                                    </p:anim>
                                    <p:anim calcmode="lin" valueType="num">
                                      <p:cBhvr>
                                        <p:cTn id="16" dur="500" fill="hold"/>
                                        <p:tgtEl>
                                          <p:spTgt spid="107"/>
                                        </p:tgtEl>
                                        <p:attrNameLst>
                                          <p:attrName>ppt_h</p:attrName>
                                        </p:attrNameLst>
                                      </p:cBhvr>
                                      <p:tavLst>
                                        <p:tav tm="0">
                                          <p:val>
                                            <p:fltVal val="0"/>
                                          </p:val>
                                        </p:tav>
                                        <p:tav tm="100000">
                                          <p:val>
                                            <p:strVal val="#ppt_h"/>
                                          </p:val>
                                        </p:tav>
                                      </p:tavLst>
                                    </p:anim>
                                    <p:animEffect transition="in" filter="fade">
                                      <p:cBhvr>
                                        <p:cTn id="17" dur="500"/>
                                        <p:tgtEl>
                                          <p:spTgt spid="107"/>
                                        </p:tgtEl>
                                      </p:cBhvr>
                                    </p:animEffect>
                                  </p:childTnLst>
                                </p:cTn>
                              </p:par>
                              <p:par>
                                <p:cTn id="18" presetID="2" presetClass="entr" presetSubtype="2" fill="hold" grpId="0" nodeType="withEffect">
                                  <p:stCondLst>
                                    <p:cond delay="0"/>
                                  </p:stCondLst>
                                  <p:childTnLst>
                                    <p:set>
                                      <p:cBhvr>
                                        <p:cTn id="19" dur="1" fill="hold">
                                          <p:stCondLst>
                                            <p:cond delay="0"/>
                                          </p:stCondLst>
                                        </p:cTn>
                                        <p:tgtEl>
                                          <p:spTgt spid="33"/>
                                        </p:tgtEl>
                                        <p:attrNameLst>
                                          <p:attrName>style.visibility</p:attrName>
                                        </p:attrNameLst>
                                      </p:cBhvr>
                                      <p:to>
                                        <p:strVal val="visible"/>
                                      </p:to>
                                    </p:set>
                                    <p:anim calcmode="lin" valueType="num">
                                      <p:cBhvr additive="base">
                                        <p:cTn id="20" dur="500" fill="hold"/>
                                        <p:tgtEl>
                                          <p:spTgt spid="33"/>
                                        </p:tgtEl>
                                        <p:attrNameLst>
                                          <p:attrName>ppt_x</p:attrName>
                                        </p:attrNameLst>
                                      </p:cBhvr>
                                      <p:tavLst>
                                        <p:tav tm="0">
                                          <p:val>
                                            <p:strVal val="1+#ppt_w/2"/>
                                          </p:val>
                                        </p:tav>
                                        <p:tav tm="100000">
                                          <p:val>
                                            <p:strVal val="#ppt_x"/>
                                          </p:val>
                                        </p:tav>
                                      </p:tavLst>
                                    </p:anim>
                                    <p:anim calcmode="lin" valueType="num">
                                      <p:cBhvr additive="base">
                                        <p:cTn id="21" dur="500" fill="hold"/>
                                        <p:tgtEl>
                                          <p:spTgt spid="33"/>
                                        </p:tgtEl>
                                        <p:attrNameLst>
                                          <p:attrName>ppt_y</p:attrName>
                                        </p:attrNameLst>
                                      </p:cBhvr>
                                      <p:tavLst>
                                        <p:tav tm="0">
                                          <p:val>
                                            <p:strVal val="#ppt_y"/>
                                          </p:val>
                                        </p:tav>
                                        <p:tav tm="100000">
                                          <p:val>
                                            <p:strVal val="#ppt_y"/>
                                          </p:val>
                                        </p:tav>
                                      </p:tavLst>
                                    </p:anim>
                                  </p:childTnLst>
                                </p:cTn>
                              </p:par>
                            </p:childTnLst>
                          </p:cTn>
                        </p:par>
                        <p:par>
                          <p:cTn id="22" fill="hold">
                            <p:stCondLst>
                              <p:cond delay="500"/>
                            </p:stCondLst>
                            <p:childTnLst>
                              <p:par>
                                <p:cTn id="23" presetID="2" presetClass="entr" presetSubtype="8" accel="50000" decel="50000"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53" presetClass="entr" presetSubtype="0" fill="hold" grpId="0" nodeType="afterEffect">
                                  <p:stCondLst>
                                    <p:cond delay="0"/>
                                  </p:stCondLst>
                                  <p:childTnLst>
                                    <p:set>
                                      <p:cBhvr>
                                        <p:cTn id="29" dur="1" fill="hold">
                                          <p:stCondLst>
                                            <p:cond delay="0"/>
                                          </p:stCondLst>
                                        </p:cTn>
                                        <p:tgtEl>
                                          <p:spTgt spid="32"/>
                                        </p:tgtEl>
                                        <p:attrNameLst>
                                          <p:attrName>style.visibility</p:attrName>
                                        </p:attrNameLst>
                                      </p:cBhvr>
                                      <p:to>
                                        <p:strVal val="visible"/>
                                      </p:to>
                                    </p:set>
                                    <p:anim calcmode="lin" valueType="num">
                                      <p:cBhvr>
                                        <p:cTn id="30" dur="500" fill="hold"/>
                                        <p:tgtEl>
                                          <p:spTgt spid="32"/>
                                        </p:tgtEl>
                                        <p:attrNameLst>
                                          <p:attrName>ppt_w</p:attrName>
                                        </p:attrNameLst>
                                      </p:cBhvr>
                                      <p:tavLst>
                                        <p:tav tm="0">
                                          <p:val>
                                            <p:fltVal val="0"/>
                                          </p:val>
                                        </p:tav>
                                        <p:tav tm="100000">
                                          <p:val>
                                            <p:strVal val="#ppt_w"/>
                                          </p:val>
                                        </p:tav>
                                      </p:tavLst>
                                    </p:anim>
                                    <p:anim calcmode="lin" valueType="num">
                                      <p:cBhvr>
                                        <p:cTn id="31" dur="500" fill="hold"/>
                                        <p:tgtEl>
                                          <p:spTgt spid="32"/>
                                        </p:tgtEl>
                                        <p:attrNameLst>
                                          <p:attrName>ppt_h</p:attrName>
                                        </p:attrNameLst>
                                      </p:cBhvr>
                                      <p:tavLst>
                                        <p:tav tm="0">
                                          <p:val>
                                            <p:fltVal val="0"/>
                                          </p:val>
                                        </p:tav>
                                        <p:tav tm="100000">
                                          <p:val>
                                            <p:strVal val="#ppt_h"/>
                                          </p:val>
                                        </p:tav>
                                      </p:tavLst>
                                    </p:anim>
                                    <p:animEffect transition="in" filter="fade">
                                      <p:cBhvr>
                                        <p:cTn id="32" dur="500"/>
                                        <p:tgtEl>
                                          <p:spTgt spid="32"/>
                                        </p:tgtEl>
                                      </p:cBhvr>
                                    </p:animEffect>
                                  </p:childTnLst>
                                </p:cTn>
                              </p:par>
                            </p:childTnLst>
                          </p:cTn>
                        </p:par>
                        <p:par>
                          <p:cTn id="33" fill="hold">
                            <p:stCondLst>
                              <p:cond delay="1500"/>
                            </p:stCondLst>
                            <p:childTnLst>
                              <p:par>
                                <p:cTn id="34" presetID="53" presetClass="entr" presetSubtype="0" fill="hold" grpId="0" nodeType="afterEffect">
                                  <p:stCondLst>
                                    <p:cond delay="0"/>
                                  </p:stCondLst>
                                  <p:childTnLst>
                                    <p:set>
                                      <p:cBhvr>
                                        <p:cTn id="35" dur="1" fill="hold">
                                          <p:stCondLst>
                                            <p:cond delay="0"/>
                                          </p:stCondLst>
                                        </p:cTn>
                                        <p:tgtEl>
                                          <p:spTgt spid="30"/>
                                        </p:tgtEl>
                                        <p:attrNameLst>
                                          <p:attrName>style.visibility</p:attrName>
                                        </p:attrNameLst>
                                      </p:cBhvr>
                                      <p:to>
                                        <p:strVal val="visible"/>
                                      </p:to>
                                    </p:set>
                                    <p:anim calcmode="lin" valueType="num">
                                      <p:cBhvr>
                                        <p:cTn id="36" dur="500" fill="hold"/>
                                        <p:tgtEl>
                                          <p:spTgt spid="30"/>
                                        </p:tgtEl>
                                        <p:attrNameLst>
                                          <p:attrName>ppt_w</p:attrName>
                                        </p:attrNameLst>
                                      </p:cBhvr>
                                      <p:tavLst>
                                        <p:tav tm="0">
                                          <p:val>
                                            <p:fltVal val="0"/>
                                          </p:val>
                                        </p:tav>
                                        <p:tav tm="100000">
                                          <p:val>
                                            <p:strVal val="#ppt_w"/>
                                          </p:val>
                                        </p:tav>
                                      </p:tavLst>
                                    </p:anim>
                                    <p:anim calcmode="lin" valueType="num">
                                      <p:cBhvr>
                                        <p:cTn id="37" dur="500" fill="hold"/>
                                        <p:tgtEl>
                                          <p:spTgt spid="30"/>
                                        </p:tgtEl>
                                        <p:attrNameLst>
                                          <p:attrName>ppt_h</p:attrName>
                                        </p:attrNameLst>
                                      </p:cBhvr>
                                      <p:tavLst>
                                        <p:tav tm="0">
                                          <p:val>
                                            <p:fltVal val="0"/>
                                          </p:val>
                                        </p:tav>
                                        <p:tav tm="100000">
                                          <p:val>
                                            <p:strVal val="#ppt_h"/>
                                          </p:val>
                                        </p:tav>
                                      </p:tavLst>
                                    </p:anim>
                                    <p:animEffect transition="in" filter="fade">
                                      <p:cBhvr>
                                        <p:cTn id="38" dur="500"/>
                                        <p:tgtEl>
                                          <p:spTgt spid="30"/>
                                        </p:tgtEl>
                                      </p:cBhvr>
                                    </p:animEffect>
                                  </p:childTnLst>
                                </p:cTn>
                              </p:par>
                              <p:par>
                                <p:cTn id="39" presetID="10" presetClass="entr" presetSubtype="0" fill="hold" nodeType="withEffect">
                                  <p:stCondLst>
                                    <p:cond delay="0"/>
                                  </p:stCondLst>
                                  <p:childTnLst>
                                    <p:set>
                                      <p:cBhvr>
                                        <p:cTn id="40" dur="1" fill="hold">
                                          <p:stCondLst>
                                            <p:cond delay="0"/>
                                          </p:stCondLst>
                                        </p:cTn>
                                        <p:tgtEl>
                                          <p:spTgt spid="3"/>
                                        </p:tgtEl>
                                        <p:attrNameLst>
                                          <p:attrName>style.visibility</p:attrName>
                                        </p:attrNameLst>
                                      </p:cBhvr>
                                      <p:to>
                                        <p:strVal val="visible"/>
                                      </p:to>
                                    </p:set>
                                    <p:animEffect transition="in" filter="fade">
                                      <p:cBhvr>
                                        <p:cTn id="41" dur="1000"/>
                                        <p:tgtEl>
                                          <p:spTgt spid="3"/>
                                        </p:tgtEl>
                                      </p:cBhvr>
                                    </p:animEffect>
                                  </p:childTnLst>
                                </p:cTn>
                              </p:par>
                              <p:par>
                                <p:cTn id="42" presetID="2" presetClass="entr" presetSubtype="4" accel="50000" decel="50000" fill="hold" grpId="0" nodeType="withEffect">
                                  <p:stCondLst>
                                    <p:cond delay="0"/>
                                  </p:stCondLst>
                                  <p:childTnLst>
                                    <p:set>
                                      <p:cBhvr>
                                        <p:cTn id="43" dur="1" fill="hold">
                                          <p:stCondLst>
                                            <p:cond delay="0"/>
                                          </p:stCondLst>
                                        </p:cTn>
                                        <p:tgtEl>
                                          <p:spTgt spid="92"/>
                                        </p:tgtEl>
                                        <p:attrNameLst>
                                          <p:attrName>style.visibility</p:attrName>
                                        </p:attrNameLst>
                                      </p:cBhvr>
                                      <p:to>
                                        <p:strVal val="visible"/>
                                      </p:to>
                                    </p:set>
                                    <p:anim calcmode="lin" valueType="num">
                                      <p:cBhvr additive="base">
                                        <p:cTn id="44" dur="500" fill="hold"/>
                                        <p:tgtEl>
                                          <p:spTgt spid="92"/>
                                        </p:tgtEl>
                                        <p:attrNameLst>
                                          <p:attrName>ppt_x</p:attrName>
                                        </p:attrNameLst>
                                      </p:cBhvr>
                                      <p:tavLst>
                                        <p:tav tm="0">
                                          <p:val>
                                            <p:strVal val="#ppt_x"/>
                                          </p:val>
                                        </p:tav>
                                        <p:tav tm="100000">
                                          <p:val>
                                            <p:strVal val="#ppt_x"/>
                                          </p:val>
                                        </p:tav>
                                      </p:tavLst>
                                    </p:anim>
                                    <p:anim calcmode="lin" valueType="num">
                                      <p:cBhvr additive="base">
                                        <p:cTn id="45" dur="500" fill="hold"/>
                                        <p:tgtEl>
                                          <p:spTgt spid="92"/>
                                        </p:tgtEl>
                                        <p:attrNameLst>
                                          <p:attrName>ppt_y</p:attrName>
                                        </p:attrNameLst>
                                      </p:cBhvr>
                                      <p:tavLst>
                                        <p:tav tm="0">
                                          <p:val>
                                            <p:strVal val="1+#ppt_h/2"/>
                                          </p:val>
                                        </p:tav>
                                        <p:tav tm="100000">
                                          <p:val>
                                            <p:strVal val="#ppt_y"/>
                                          </p:val>
                                        </p:tav>
                                      </p:tavLst>
                                    </p:anim>
                                  </p:childTnLst>
                                </p:cTn>
                              </p:par>
                            </p:childTnLst>
                          </p:cTn>
                        </p:par>
                        <p:par>
                          <p:cTn id="46" fill="hold">
                            <p:stCondLst>
                              <p:cond delay="2500"/>
                            </p:stCondLst>
                            <p:childTnLst>
                              <p:par>
                                <p:cTn id="47" presetID="2" presetClass="entr" presetSubtype="8" accel="50000" decel="50000" fill="hold" grpId="0" nodeType="afterEffect">
                                  <p:stCondLst>
                                    <p:cond delay="0"/>
                                  </p:stCondLst>
                                  <p:childTnLst>
                                    <p:set>
                                      <p:cBhvr>
                                        <p:cTn id="48" dur="1" fill="hold">
                                          <p:stCondLst>
                                            <p:cond delay="0"/>
                                          </p:stCondLst>
                                        </p:cTn>
                                        <p:tgtEl>
                                          <p:spTgt spid="109"/>
                                        </p:tgtEl>
                                        <p:attrNameLst>
                                          <p:attrName>style.visibility</p:attrName>
                                        </p:attrNameLst>
                                      </p:cBhvr>
                                      <p:to>
                                        <p:strVal val="visible"/>
                                      </p:to>
                                    </p:set>
                                    <p:anim calcmode="lin" valueType="num">
                                      <p:cBhvr additive="base">
                                        <p:cTn id="49" dur="500" fill="hold"/>
                                        <p:tgtEl>
                                          <p:spTgt spid="109"/>
                                        </p:tgtEl>
                                        <p:attrNameLst>
                                          <p:attrName>ppt_x</p:attrName>
                                        </p:attrNameLst>
                                      </p:cBhvr>
                                      <p:tavLst>
                                        <p:tav tm="0">
                                          <p:val>
                                            <p:strVal val="0-#ppt_w/2"/>
                                          </p:val>
                                        </p:tav>
                                        <p:tav tm="100000">
                                          <p:val>
                                            <p:strVal val="#ppt_x"/>
                                          </p:val>
                                        </p:tav>
                                      </p:tavLst>
                                    </p:anim>
                                    <p:anim calcmode="lin" valueType="num">
                                      <p:cBhvr additive="base">
                                        <p:cTn id="50" dur="500" fill="hold"/>
                                        <p:tgtEl>
                                          <p:spTgt spid="109"/>
                                        </p:tgtEl>
                                        <p:attrNameLst>
                                          <p:attrName>ppt_y</p:attrName>
                                        </p:attrNameLst>
                                      </p:cBhvr>
                                      <p:tavLst>
                                        <p:tav tm="0">
                                          <p:val>
                                            <p:strVal val="#ppt_y"/>
                                          </p:val>
                                        </p:tav>
                                        <p:tav tm="100000">
                                          <p:val>
                                            <p:strVal val="#ppt_y"/>
                                          </p:val>
                                        </p:tav>
                                      </p:tavLst>
                                    </p:anim>
                                  </p:childTnLst>
                                </p:cTn>
                              </p:par>
                            </p:childTnLst>
                          </p:cTn>
                        </p:par>
                        <p:par>
                          <p:cTn id="51" fill="hold">
                            <p:stCondLst>
                              <p:cond delay="3000"/>
                            </p:stCondLst>
                            <p:childTnLst>
                              <p:par>
                                <p:cTn id="52" presetID="18" presetClass="entr" presetSubtype="12" fill="hold" nodeType="afterEffect">
                                  <p:stCondLst>
                                    <p:cond delay="0"/>
                                  </p:stCondLst>
                                  <p:childTnLst>
                                    <p:set>
                                      <p:cBhvr>
                                        <p:cTn id="53" dur="1" fill="hold">
                                          <p:stCondLst>
                                            <p:cond delay="0"/>
                                          </p:stCondLst>
                                        </p:cTn>
                                        <p:tgtEl>
                                          <p:spTgt spid="130"/>
                                        </p:tgtEl>
                                        <p:attrNameLst>
                                          <p:attrName>style.visibility</p:attrName>
                                        </p:attrNameLst>
                                      </p:cBhvr>
                                      <p:to>
                                        <p:strVal val="visible"/>
                                      </p:to>
                                    </p:set>
                                    <p:animEffect transition="in" filter="strips(downLeft)">
                                      <p:cBhvr>
                                        <p:cTn id="54" dur="500"/>
                                        <p:tgtEl>
                                          <p:spTgt spid="130"/>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122"/>
                                        </p:tgtEl>
                                        <p:attrNameLst>
                                          <p:attrName>style.visibility</p:attrName>
                                        </p:attrNameLst>
                                      </p:cBhvr>
                                      <p:to>
                                        <p:strVal val="visible"/>
                                      </p:to>
                                    </p:set>
                                    <p:anim calcmode="lin" valueType="num">
                                      <p:cBhvr>
                                        <p:cTn id="57" dur="500" fill="hold"/>
                                        <p:tgtEl>
                                          <p:spTgt spid="122"/>
                                        </p:tgtEl>
                                        <p:attrNameLst>
                                          <p:attrName>ppt_w</p:attrName>
                                        </p:attrNameLst>
                                      </p:cBhvr>
                                      <p:tavLst>
                                        <p:tav tm="0">
                                          <p:val>
                                            <p:fltVal val="0"/>
                                          </p:val>
                                        </p:tav>
                                        <p:tav tm="100000">
                                          <p:val>
                                            <p:strVal val="#ppt_w"/>
                                          </p:val>
                                        </p:tav>
                                      </p:tavLst>
                                    </p:anim>
                                    <p:anim calcmode="lin" valueType="num">
                                      <p:cBhvr>
                                        <p:cTn id="58" dur="500" fill="hold"/>
                                        <p:tgtEl>
                                          <p:spTgt spid="122"/>
                                        </p:tgtEl>
                                        <p:attrNameLst>
                                          <p:attrName>ppt_h</p:attrName>
                                        </p:attrNameLst>
                                      </p:cBhvr>
                                      <p:tavLst>
                                        <p:tav tm="0">
                                          <p:val>
                                            <p:fltVal val="0"/>
                                          </p:val>
                                        </p:tav>
                                        <p:tav tm="100000">
                                          <p:val>
                                            <p:strVal val="#ppt_h"/>
                                          </p:val>
                                        </p:tav>
                                      </p:tavLst>
                                    </p:anim>
                                    <p:animEffect transition="in" filter="fade">
                                      <p:cBhvr>
                                        <p:cTn id="59" dur="500"/>
                                        <p:tgtEl>
                                          <p:spTgt spid="122"/>
                                        </p:tgtEl>
                                      </p:cBhvr>
                                    </p:animEffect>
                                  </p:childTnLst>
                                </p:cTn>
                              </p:par>
                              <p:par>
                                <p:cTn id="60" presetID="53" presetClass="entr" presetSubtype="0" fill="hold" grpId="0" nodeType="withEffect">
                                  <p:stCondLst>
                                    <p:cond delay="0"/>
                                  </p:stCondLst>
                                  <p:childTnLst>
                                    <p:set>
                                      <p:cBhvr>
                                        <p:cTn id="61" dur="1" fill="hold">
                                          <p:stCondLst>
                                            <p:cond delay="0"/>
                                          </p:stCondLst>
                                        </p:cTn>
                                        <p:tgtEl>
                                          <p:spTgt spid="129"/>
                                        </p:tgtEl>
                                        <p:attrNameLst>
                                          <p:attrName>style.visibility</p:attrName>
                                        </p:attrNameLst>
                                      </p:cBhvr>
                                      <p:to>
                                        <p:strVal val="visible"/>
                                      </p:to>
                                    </p:set>
                                    <p:anim calcmode="lin" valueType="num">
                                      <p:cBhvr>
                                        <p:cTn id="62" dur="500" fill="hold"/>
                                        <p:tgtEl>
                                          <p:spTgt spid="129"/>
                                        </p:tgtEl>
                                        <p:attrNameLst>
                                          <p:attrName>ppt_w</p:attrName>
                                        </p:attrNameLst>
                                      </p:cBhvr>
                                      <p:tavLst>
                                        <p:tav tm="0">
                                          <p:val>
                                            <p:fltVal val="0"/>
                                          </p:val>
                                        </p:tav>
                                        <p:tav tm="100000">
                                          <p:val>
                                            <p:strVal val="#ppt_w"/>
                                          </p:val>
                                        </p:tav>
                                      </p:tavLst>
                                    </p:anim>
                                    <p:anim calcmode="lin" valueType="num">
                                      <p:cBhvr>
                                        <p:cTn id="63" dur="500" fill="hold"/>
                                        <p:tgtEl>
                                          <p:spTgt spid="129"/>
                                        </p:tgtEl>
                                        <p:attrNameLst>
                                          <p:attrName>ppt_h</p:attrName>
                                        </p:attrNameLst>
                                      </p:cBhvr>
                                      <p:tavLst>
                                        <p:tav tm="0">
                                          <p:val>
                                            <p:fltVal val="0"/>
                                          </p:val>
                                        </p:tav>
                                        <p:tav tm="100000">
                                          <p:val>
                                            <p:strVal val="#ppt_h"/>
                                          </p:val>
                                        </p:tav>
                                      </p:tavLst>
                                    </p:anim>
                                    <p:animEffect transition="in" filter="fade">
                                      <p:cBhvr>
                                        <p:cTn id="64" dur="500"/>
                                        <p:tgtEl>
                                          <p:spTgt spid="129"/>
                                        </p:tgtEl>
                                      </p:cBhvr>
                                    </p:animEffect>
                                  </p:childTnLst>
                                </p:cTn>
                              </p:par>
                              <p:par>
                                <p:cTn id="65" presetID="2" presetClass="entr" presetSubtype="8" accel="50000" decel="50000" fill="hold" grpId="0" nodeType="withEffect">
                                  <p:stCondLst>
                                    <p:cond delay="0"/>
                                  </p:stCondLst>
                                  <p:childTnLst>
                                    <p:set>
                                      <p:cBhvr>
                                        <p:cTn id="66" dur="1" fill="hold">
                                          <p:stCondLst>
                                            <p:cond delay="0"/>
                                          </p:stCondLst>
                                        </p:cTn>
                                        <p:tgtEl>
                                          <p:spTgt spid="34"/>
                                        </p:tgtEl>
                                        <p:attrNameLst>
                                          <p:attrName>style.visibility</p:attrName>
                                        </p:attrNameLst>
                                      </p:cBhvr>
                                      <p:to>
                                        <p:strVal val="visible"/>
                                      </p:to>
                                    </p:set>
                                    <p:anim calcmode="lin" valueType="num">
                                      <p:cBhvr additive="base">
                                        <p:cTn id="67" dur="500" fill="hold"/>
                                        <p:tgtEl>
                                          <p:spTgt spid="34"/>
                                        </p:tgtEl>
                                        <p:attrNameLst>
                                          <p:attrName>ppt_x</p:attrName>
                                        </p:attrNameLst>
                                      </p:cBhvr>
                                      <p:tavLst>
                                        <p:tav tm="0">
                                          <p:val>
                                            <p:strVal val="0-#ppt_w/2"/>
                                          </p:val>
                                        </p:tav>
                                        <p:tav tm="100000">
                                          <p:val>
                                            <p:strVal val="#ppt_x"/>
                                          </p:val>
                                        </p:tav>
                                      </p:tavLst>
                                    </p:anim>
                                    <p:anim calcmode="lin" valueType="num">
                                      <p:cBhvr additive="base">
                                        <p:cTn id="68" dur="500" fill="hold"/>
                                        <p:tgtEl>
                                          <p:spTgt spid="34"/>
                                        </p:tgtEl>
                                        <p:attrNameLst>
                                          <p:attrName>ppt_y</p:attrName>
                                        </p:attrNameLst>
                                      </p:cBhvr>
                                      <p:tavLst>
                                        <p:tav tm="0">
                                          <p:val>
                                            <p:strVal val="#ppt_y"/>
                                          </p:val>
                                        </p:tav>
                                        <p:tav tm="100000">
                                          <p:val>
                                            <p:strVal val="#ppt_y"/>
                                          </p:val>
                                        </p:tav>
                                      </p:tavLst>
                                    </p:anim>
                                  </p:childTnLst>
                                </p:cTn>
                              </p:par>
                            </p:childTnLst>
                          </p:cTn>
                        </p:par>
                        <p:par>
                          <p:cTn id="69" fill="hold">
                            <p:stCondLst>
                              <p:cond delay="3500"/>
                            </p:stCondLst>
                            <p:childTnLst>
                              <p:par>
                                <p:cTn id="70" presetID="2" presetClass="entr" presetSubtype="2" accel="50000" decel="50000" fill="hold" nodeType="afterEffect">
                                  <p:stCondLst>
                                    <p:cond delay="0"/>
                                  </p:stCondLst>
                                  <p:childTnLst>
                                    <p:set>
                                      <p:cBhvr>
                                        <p:cTn id="71" dur="1" fill="hold">
                                          <p:stCondLst>
                                            <p:cond delay="0"/>
                                          </p:stCondLst>
                                        </p:cTn>
                                        <p:tgtEl>
                                          <p:spTgt spid="4"/>
                                        </p:tgtEl>
                                        <p:attrNameLst>
                                          <p:attrName>style.visibility</p:attrName>
                                        </p:attrNameLst>
                                      </p:cBhvr>
                                      <p:to>
                                        <p:strVal val="visible"/>
                                      </p:to>
                                    </p:set>
                                    <p:anim calcmode="lin" valueType="num">
                                      <p:cBhvr additive="base">
                                        <p:cTn id="72" dur="500" fill="hold"/>
                                        <p:tgtEl>
                                          <p:spTgt spid="4"/>
                                        </p:tgtEl>
                                        <p:attrNameLst>
                                          <p:attrName>ppt_x</p:attrName>
                                        </p:attrNameLst>
                                      </p:cBhvr>
                                      <p:tavLst>
                                        <p:tav tm="0">
                                          <p:val>
                                            <p:strVal val="1+#ppt_w/2"/>
                                          </p:val>
                                        </p:tav>
                                        <p:tav tm="100000">
                                          <p:val>
                                            <p:strVal val="#ppt_x"/>
                                          </p:val>
                                        </p:tav>
                                      </p:tavLst>
                                    </p:anim>
                                    <p:anim calcmode="lin" valueType="num">
                                      <p:cBhvr additive="base">
                                        <p:cTn id="73" dur="500" fill="hold"/>
                                        <p:tgtEl>
                                          <p:spTgt spid="4"/>
                                        </p:tgtEl>
                                        <p:attrNameLst>
                                          <p:attrName>ppt_y</p:attrName>
                                        </p:attrNameLst>
                                      </p:cBhvr>
                                      <p:tavLst>
                                        <p:tav tm="0">
                                          <p:val>
                                            <p:strVal val="#ppt_y"/>
                                          </p:val>
                                        </p:tav>
                                        <p:tav tm="100000">
                                          <p:val>
                                            <p:strVal val="#ppt_y"/>
                                          </p:val>
                                        </p:tav>
                                      </p:tavLst>
                                    </p:anim>
                                  </p:childTnLst>
                                </p:cTn>
                              </p:par>
                              <p:par>
                                <p:cTn id="74" presetID="10" presetClass="entr" presetSubtype="0" fill="hold" nodeType="withEffect">
                                  <p:stCondLst>
                                    <p:cond delay="0"/>
                                  </p:stCondLst>
                                  <p:childTnLst>
                                    <p:set>
                                      <p:cBhvr>
                                        <p:cTn id="75" dur="1" fill="hold">
                                          <p:stCondLst>
                                            <p:cond delay="0"/>
                                          </p:stCondLst>
                                        </p:cTn>
                                        <p:tgtEl>
                                          <p:spTgt spid="5"/>
                                        </p:tgtEl>
                                        <p:attrNameLst>
                                          <p:attrName>style.visibility</p:attrName>
                                        </p:attrNameLst>
                                      </p:cBhvr>
                                      <p:to>
                                        <p:strVal val="visible"/>
                                      </p:to>
                                    </p:set>
                                    <p:animEffect transition="in" filter="fade">
                                      <p:cBhvr>
                                        <p:cTn id="76" dur="1000"/>
                                        <p:tgtEl>
                                          <p:spTgt spid="5"/>
                                        </p:tgtEl>
                                      </p:cBhvr>
                                    </p:animEffect>
                                  </p:childTnLst>
                                </p:cTn>
                              </p:par>
                              <p:par>
                                <p:cTn id="77" presetID="2" presetClass="entr" presetSubtype="4" accel="50000" decel="50000" fill="hold" grpId="0" nodeType="withEffect">
                                  <p:stCondLst>
                                    <p:cond delay="0"/>
                                  </p:stCondLst>
                                  <p:childTnLst>
                                    <p:set>
                                      <p:cBhvr>
                                        <p:cTn id="78" dur="1" fill="hold">
                                          <p:stCondLst>
                                            <p:cond delay="0"/>
                                          </p:stCondLst>
                                        </p:cTn>
                                        <p:tgtEl>
                                          <p:spTgt spid="111"/>
                                        </p:tgtEl>
                                        <p:attrNameLst>
                                          <p:attrName>style.visibility</p:attrName>
                                        </p:attrNameLst>
                                      </p:cBhvr>
                                      <p:to>
                                        <p:strVal val="visible"/>
                                      </p:to>
                                    </p:set>
                                    <p:anim calcmode="lin" valueType="num">
                                      <p:cBhvr additive="base">
                                        <p:cTn id="79" dur="500" fill="hold"/>
                                        <p:tgtEl>
                                          <p:spTgt spid="111"/>
                                        </p:tgtEl>
                                        <p:attrNameLst>
                                          <p:attrName>ppt_x</p:attrName>
                                        </p:attrNameLst>
                                      </p:cBhvr>
                                      <p:tavLst>
                                        <p:tav tm="0">
                                          <p:val>
                                            <p:strVal val="#ppt_x"/>
                                          </p:val>
                                        </p:tav>
                                        <p:tav tm="100000">
                                          <p:val>
                                            <p:strVal val="#ppt_x"/>
                                          </p:val>
                                        </p:tav>
                                      </p:tavLst>
                                    </p:anim>
                                    <p:anim calcmode="lin" valueType="num">
                                      <p:cBhvr additive="base">
                                        <p:cTn id="80" dur="500" fill="hold"/>
                                        <p:tgtEl>
                                          <p:spTgt spid="111"/>
                                        </p:tgtEl>
                                        <p:attrNameLst>
                                          <p:attrName>ppt_y</p:attrName>
                                        </p:attrNameLst>
                                      </p:cBhvr>
                                      <p:tavLst>
                                        <p:tav tm="0">
                                          <p:val>
                                            <p:strVal val="1+#ppt_h/2"/>
                                          </p:val>
                                        </p:tav>
                                        <p:tav tm="100000">
                                          <p:val>
                                            <p:strVal val="#ppt_y"/>
                                          </p:val>
                                        </p:tav>
                                      </p:tavLst>
                                    </p:anim>
                                  </p:childTnLst>
                                </p:cTn>
                              </p:par>
                            </p:childTnLst>
                          </p:cTn>
                        </p:par>
                        <p:par>
                          <p:cTn id="81" fill="hold">
                            <p:stCondLst>
                              <p:cond delay="4500"/>
                            </p:stCondLst>
                            <p:childTnLst>
                              <p:par>
                                <p:cTn id="82" presetID="2" presetClass="entr" presetSubtype="2" accel="50000" decel="50000" fill="hold" grpId="0" nodeType="afterEffect">
                                  <p:stCondLst>
                                    <p:cond delay="0"/>
                                  </p:stCondLst>
                                  <p:childTnLst>
                                    <p:set>
                                      <p:cBhvr>
                                        <p:cTn id="83" dur="1" fill="hold">
                                          <p:stCondLst>
                                            <p:cond delay="0"/>
                                          </p:stCondLst>
                                        </p:cTn>
                                        <p:tgtEl>
                                          <p:spTgt spid="119"/>
                                        </p:tgtEl>
                                        <p:attrNameLst>
                                          <p:attrName>style.visibility</p:attrName>
                                        </p:attrNameLst>
                                      </p:cBhvr>
                                      <p:to>
                                        <p:strVal val="visible"/>
                                      </p:to>
                                    </p:set>
                                    <p:anim calcmode="lin" valueType="num">
                                      <p:cBhvr additive="base">
                                        <p:cTn id="84" dur="500" fill="hold"/>
                                        <p:tgtEl>
                                          <p:spTgt spid="119"/>
                                        </p:tgtEl>
                                        <p:attrNameLst>
                                          <p:attrName>ppt_x</p:attrName>
                                        </p:attrNameLst>
                                      </p:cBhvr>
                                      <p:tavLst>
                                        <p:tav tm="0">
                                          <p:val>
                                            <p:strVal val="1+#ppt_w/2"/>
                                          </p:val>
                                        </p:tav>
                                        <p:tav tm="100000">
                                          <p:val>
                                            <p:strVal val="#ppt_x"/>
                                          </p:val>
                                        </p:tav>
                                      </p:tavLst>
                                    </p:anim>
                                    <p:anim calcmode="lin" valueType="num">
                                      <p:cBhvr additive="base">
                                        <p:cTn id="85" dur="500" fill="hold"/>
                                        <p:tgtEl>
                                          <p:spTgt spid="119"/>
                                        </p:tgtEl>
                                        <p:attrNameLst>
                                          <p:attrName>ppt_y</p:attrName>
                                        </p:attrNameLst>
                                      </p:cBhvr>
                                      <p:tavLst>
                                        <p:tav tm="0">
                                          <p:val>
                                            <p:strVal val="#ppt_y"/>
                                          </p:val>
                                        </p:tav>
                                        <p:tav tm="100000">
                                          <p:val>
                                            <p:strVal val="#ppt_y"/>
                                          </p:val>
                                        </p:tav>
                                      </p:tavLst>
                                    </p:anim>
                                  </p:childTnLst>
                                </p:cTn>
                              </p:par>
                            </p:childTnLst>
                          </p:cTn>
                        </p:par>
                        <p:par>
                          <p:cTn id="86" fill="hold">
                            <p:stCondLst>
                              <p:cond delay="5000"/>
                            </p:stCondLst>
                            <p:childTnLst>
                              <p:par>
                                <p:cTn id="87" presetID="18" presetClass="entr" presetSubtype="12" fill="hold" nodeType="afterEffect">
                                  <p:stCondLst>
                                    <p:cond delay="0"/>
                                  </p:stCondLst>
                                  <p:childTnLst>
                                    <p:set>
                                      <p:cBhvr>
                                        <p:cTn id="88" dur="1" fill="hold">
                                          <p:stCondLst>
                                            <p:cond delay="0"/>
                                          </p:stCondLst>
                                        </p:cTn>
                                        <p:tgtEl>
                                          <p:spTgt spid="121"/>
                                        </p:tgtEl>
                                        <p:attrNameLst>
                                          <p:attrName>style.visibility</p:attrName>
                                        </p:attrNameLst>
                                      </p:cBhvr>
                                      <p:to>
                                        <p:strVal val="visible"/>
                                      </p:to>
                                    </p:set>
                                    <p:animEffect transition="in" filter="strips(downLeft)">
                                      <p:cBhvr>
                                        <p:cTn id="89"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107" grpId="0"/>
      <p:bldP spid="108" grpId="0" animBg="1"/>
      <p:bldP spid="109" grpId="0"/>
      <p:bldP spid="111" grpId="0" animBg="1"/>
      <p:bldP spid="119" grpId="0"/>
      <p:bldP spid="122" grpId="0" animBg="1"/>
      <p:bldP spid="129" grpId="0"/>
      <p:bldP spid="30" grpId="0" animBg="1"/>
      <p:bldP spid="32" grpId="0" animBg="1"/>
      <p:bldP spid="33" grpId="0"/>
      <p:bldP spid="34"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Slide Number Placeholder 124"/>
          <p:cNvSpPr>
            <a:spLocks noGrp="1"/>
          </p:cNvSpPr>
          <p:nvPr>
            <p:ph type="sldNum" sz="quarter" idx="12"/>
          </p:nvPr>
        </p:nvSpPr>
        <p:spPr/>
        <p:txBody>
          <a:bodyPr/>
          <a:lstStyle/>
          <a:p>
            <a:fld id="{C136B7D2-B98C-44FD-8D04-7EC62A564975}" type="slidenum">
              <a:rPr lang="en-US" smtClean="0"/>
              <a:pPr/>
              <a:t>120</a:t>
            </a:fld>
            <a:endParaRPr lang="en-US" dirty="0"/>
          </a:p>
        </p:txBody>
      </p:sp>
      <p:cxnSp>
        <p:nvCxnSpPr>
          <p:cNvPr id="53" name="Straight Connector 52"/>
          <p:cNvCxnSpPr>
            <a:stCxn id="64" idx="4"/>
          </p:cNvCxnSpPr>
          <p:nvPr/>
        </p:nvCxnSpPr>
        <p:spPr>
          <a:xfrm>
            <a:off x="4572001" y="2326940"/>
            <a:ext cx="0" cy="1224448"/>
          </a:xfrm>
          <a:prstGeom prst="line">
            <a:avLst/>
          </a:prstGeom>
          <a:ln w="19050">
            <a:solidFill>
              <a:schemeClr val="accent1"/>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54" name="Rounded Rectangle 53"/>
          <p:cNvSpPr/>
          <p:nvPr/>
        </p:nvSpPr>
        <p:spPr>
          <a:xfrm>
            <a:off x="462729" y="2326941"/>
            <a:ext cx="3725972" cy="1131356"/>
          </a:xfrm>
          <a:prstGeom prst="roundRect">
            <a:avLst>
              <a:gd name="adj" fmla="val 249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5" name="Straight Connector 54"/>
          <p:cNvCxnSpPr>
            <a:stCxn id="64" idx="0"/>
          </p:cNvCxnSpPr>
          <p:nvPr/>
        </p:nvCxnSpPr>
        <p:spPr>
          <a:xfrm flipV="1">
            <a:off x="4572001" y="0"/>
            <a:ext cx="0" cy="2074389"/>
          </a:xfrm>
          <a:prstGeom prst="line">
            <a:avLst/>
          </a:prstGeom>
          <a:ln w="19050">
            <a:solidFill>
              <a:schemeClr val="accent6"/>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2" name="Group 93"/>
          <p:cNvGrpSpPr/>
          <p:nvPr/>
        </p:nvGrpSpPr>
        <p:grpSpPr>
          <a:xfrm>
            <a:off x="462729" y="1765252"/>
            <a:ext cx="3973509" cy="811886"/>
            <a:chOff x="425669" y="2203667"/>
            <a:chExt cx="3973509" cy="811886"/>
          </a:xfrm>
        </p:grpSpPr>
        <p:sp>
          <p:nvSpPr>
            <p:cNvPr id="57" name="Isosceles Triangle 56"/>
            <p:cNvSpPr/>
            <p:nvPr/>
          </p:nvSpPr>
          <p:spPr>
            <a:xfrm rot="5400000">
              <a:off x="3986273" y="2453549"/>
              <a:ext cx="463912" cy="361899"/>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ounded Rectangle 57"/>
            <p:cNvSpPr/>
            <p:nvPr/>
          </p:nvSpPr>
          <p:spPr>
            <a:xfrm>
              <a:off x="425669" y="2203667"/>
              <a:ext cx="3725972" cy="762109"/>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Rounded Rectangle 58"/>
            <p:cNvSpPr/>
            <p:nvPr/>
          </p:nvSpPr>
          <p:spPr>
            <a:xfrm>
              <a:off x="425669" y="2253444"/>
              <a:ext cx="3725972" cy="762109"/>
            </a:xfrm>
            <a:prstGeom prst="roundRect">
              <a:avLst>
                <a:gd name="adj" fmla="val 1127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38"/>
          <p:cNvGrpSpPr/>
          <p:nvPr/>
        </p:nvGrpSpPr>
        <p:grpSpPr>
          <a:xfrm>
            <a:off x="1412557" y="1929255"/>
            <a:ext cx="2522695" cy="518900"/>
            <a:chOff x="885153" y="1438589"/>
            <a:chExt cx="2522695" cy="518900"/>
          </a:xfrm>
        </p:grpSpPr>
        <p:sp>
          <p:nvSpPr>
            <p:cNvPr id="61" name="TextBox 60"/>
            <p:cNvSpPr txBox="1"/>
            <p:nvPr/>
          </p:nvSpPr>
          <p:spPr>
            <a:xfrm>
              <a:off x="885153" y="1438589"/>
              <a:ext cx="634789" cy="215444"/>
            </a:xfrm>
            <a:prstGeom prst="rect">
              <a:avLst/>
            </a:prstGeom>
            <a:noFill/>
          </p:spPr>
          <p:txBody>
            <a:bodyPr wrap="none" lIns="0" tIns="0" rIns="0" bIns="0" rtlCol="0" anchor="ctr">
              <a:spAutoFit/>
            </a:bodyPr>
            <a:lstStyle/>
            <a:p>
              <a:r>
                <a:rPr lang="en-US" sz="1400" b="1" dirty="0">
                  <a:solidFill>
                    <a:schemeClr val="bg1"/>
                  </a:solidFill>
                </a:rPr>
                <a:t>Launch</a:t>
              </a:r>
            </a:p>
          </p:txBody>
        </p:sp>
        <p:sp>
          <p:nvSpPr>
            <p:cNvPr id="62" name="TextBox 61"/>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sp>
        <p:nvSpPr>
          <p:cNvPr id="63" name="TextBox 62"/>
          <p:cNvSpPr txBox="1"/>
          <p:nvPr/>
        </p:nvSpPr>
        <p:spPr>
          <a:xfrm>
            <a:off x="4786629" y="2034237"/>
            <a:ext cx="570669" cy="307777"/>
          </a:xfrm>
          <a:prstGeom prst="rect">
            <a:avLst/>
          </a:prstGeom>
          <a:noFill/>
        </p:spPr>
        <p:txBody>
          <a:bodyPr wrap="none" lIns="0" tIns="0" rIns="0" bIns="0" rtlCol="0" anchor="ctr">
            <a:spAutoFit/>
          </a:bodyPr>
          <a:lstStyle/>
          <a:p>
            <a:pPr lvl="0" defTabSz="914400">
              <a:spcBef>
                <a:spcPct val="20000"/>
              </a:spcBef>
              <a:defRPr/>
            </a:pPr>
            <a:r>
              <a:rPr lang="en-US" b="1" dirty="0">
                <a:solidFill>
                  <a:schemeClr val="accent1"/>
                </a:solidFill>
              </a:rPr>
              <a:t>2005</a:t>
            </a:r>
            <a:endParaRPr lang="en-US" dirty="0">
              <a:solidFill>
                <a:schemeClr val="accent1"/>
              </a:solidFill>
            </a:endParaRPr>
          </a:p>
        </p:txBody>
      </p:sp>
      <p:sp>
        <p:nvSpPr>
          <p:cNvPr id="64" name="Oval 63"/>
          <p:cNvSpPr/>
          <p:nvPr/>
        </p:nvSpPr>
        <p:spPr>
          <a:xfrm>
            <a:off x="4445725" y="2074389"/>
            <a:ext cx="252551" cy="252551"/>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TextBox 64"/>
          <p:cNvSpPr txBox="1"/>
          <p:nvPr/>
        </p:nvSpPr>
        <p:spPr>
          <a:xfrm>
            <a:off x="586845" y="2688857"/>
            <a:ext cx="3444406" cy="615553"/>
          </a:xfrm>
          <a:prstGeom prst="rect">
            <a:avLst/>
          </a:prstGeom>
          <a:noFill/>
        </p:spPr>
        <p:txBody>
          <a:bodyPr wrap="square" lIns="0" tIns="0" rIns="0" bIns="0" rtlCol="0" anchor="t">
            <a:spAutoFit/>
          </a:bodyPr>
          <a:lstStyle/>
          <a:p>
            <a:pPr defTabSz="914400">
              <a:spcBef>
                <a:spcPct val="20000"/>
              </a:spcBef>
              <a:defRPr/>
            </a:pPr>
            <a:r>
              <a:rPr lang="en-US" sz="1000" dirty="0">
                <a:solidFill>
                  <a:schemeClr val="tx1">
                    <a:lumMod val="75000"/>
                    <a:lumOff val="25000"/>
                  </a:schemeClr>
                </a:solidFill>
              </a:rPr>
              <a:t>There are many  in variations passage of lorem ipsum available but the majority have in slightly There are many  in variations passage of lorem ipsum available but the majority have in slightly</a:t>
            </a:r>
          </a:p>
        </p:txBody>
      </p:sp>
      <p:grpSp>
        <p:nvGrpSpPr>
          <p:cNvPr id="4" name="Group 66"/>
          <p:cNvGrpSpPr/>
          <p:nvPr/>
        </p:nvGrpSpPr>
        <p:grpSpPr>
          <a:xfrm rot="10800000">
            <a:off x="4300222" y="3508039"/>
            <a:ext cx="543557" cy="543557"/>
            <a:chOff x="4300222" y="1131575"/>
            <a:chExt cx="543557" cy="543557"/>
          </a:xfrm>
        </p:grpSpPr>
        <p:sp>
          <p:nvSpPr>
            <p:cNvPr id="68" name="Flowchart: Off-page Connector 67"/>
            <p:cNvSpPr/>
            <p:nvPr/>
          </p:nvSpPr>
          <p:spPr>
            <a:xfrm>
              <a:off x="4300222" y="1131575"/>
              <a:ext cx="543557" cy="543557"/>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rtlCol="0" anchor="ctr"/>
            <a:lstStyle/>
            <a:p>
              <a:pPr algn="ctr"/>
              <a:endParaRPr lang="en-US" dirty="0">
                <a:solidFill>
                  <a:schemeClr val="bg1"/>
                </a:solidFill>
              </a:endParaRPr>
            </a:p>
          </p:txBody>
        </p:sp>
        <p:sp>
          <p:nvSpPr>
            <p:cNvPr id="69" name="Freeform 52"/>
            <p:cNvSpPr>
              <a:spLocks noEditPoints="1"/>
            </p:cNvSpPr>
            <p:nvPr/>
          </p:nvSpPr>
          <p:spPr bwMode="auto">
            <a:xfrm rot="10800000">
              <a:off x="4412721" y="1215881"/>
              <a:ext cx="325750" cy="325750"/>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4" name="Freeform 245"/>
          <p:cNvSpPr>
            <a:spLocks/>
          </p:cNvSpPr>
          <p:nvPr/>
        </p:nvSpPr>
        <p:spPr bwMode="auto">
          <a:xfrm>
            <a:off x="680383" y="1988382"/>
            <a:ext cx="459773" cy="45977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TextBox 77"/>
          <p:cNvSpPr txBox="1"/>
          <p:nvPr/>
        </p:nvSpPr>
        <p:spPr>
          <a:xfrm>
            <a:off x="4796154" y="2341322"/>
            <a:ext cx="695703" cy="169277"/>
          </a:xfrm>
          <a:prstGeom prst="rect">
            <a:avLst/>
          </a:prstGeom>
          <a:noFill/>
        </p:spPr>
        <p:txBody>
          <a:bodyPr wrap="none" lIns="0" tIns="0" rIns="0" bIns="0" rtlCol="0" anchor="ctr">
            <a:spAutoFit/>
          </a:bodyPr>
          <a:lstStyle/>
          <a:p>
            <a:pPr lvl="0" defTabSz="914400">
              <a:spcBef>
                <a:spcPct val="20000"/>
              </a:spcBef>
              <a:defRPr/>
            </a:pPr>
            <a:r>
              <a:rPr lang="en-US" sz="1100" dirty="0">
                <a:solidFill>
                  <a:schemeClr val="accent1"/>
                </a:solidFill>
              </a:rPr>
              <a:t>16 October</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strips(downLeft)">
                                      <p:cBhvr>
                                        <p:cTn id="7" dur="500"/>
                                        <p:tgtEl>
                                          <p:spTgt spid="55"/>
                                        </p:tgtEl>
                                      </p:cBhvr>
                                    </p:animEffect>
                                  </p:childTnLst>
                                </p:cTn>
                              </p:par>
                              <p:par>
                                <p:cTn id="8" presetID="53" presetClass="entr" presetSubtype="0" fill="hold" grpId="0" nodeType="withEffect">
                                  <p:stCondLst>
                                    <p:cond delay="0"/>
                                  </p:stCondLst>
                                  <p:childTnLst>
                                    <p:set>
                                      <p:cBhvr>
                                        <p:cTn id="9" dur="1" fill="hold">
                                          <p:stCondLst>
                                            <p:cond delay="0"/>
                                          </p:stCondLst>
                                        </p:cTn>
                                        <p:tgtEl>
                                          <p:spTgt spid="64"/>
                                        </p:tgtEl>
                                        <p:attrNameLst>
                                          <p:attrName>style.visibility</p:attrName>
                                        </p:attrNameLst>
                                      </p:cBhvr>
                                      <p:to>
                                        <p:strVal val="visible"/>
                                      </p:to>
                                    </p:set>
                                    <p:anim calcmode="lin" valueType="num">
                                      <p:cBhvr>
                                        <p:cTn id="10" dur="500" fill="hold"/>
                                        <p:tgtEl>
                                          <p:spTgt spid="64"/>
                                        </p:tgtEl>
                                        <p:attrNameLst>
                                          <p:attrName>ppt_w</p:attrName>
                                        </p:attrNameLst>
                                      </p:cBhvr>
                                      <p:tavLst>
                                        <p:tav tm="0">
                                          <p:val>
                                            <p:fltVal val="0"/>
                                          </p:val>
                                        </p:tav>
                                        <p:tav tm="100000">
                                          <p:val>
                                            <p:strVal val="#ppt_w"/>
                                          </p:val>
                                        </p:tav>
                                      </p:tavLst>
                                    </p:anim>
                                    <p:anim calcmode="lin" valueType="num">
                                      <p:cBhvr>
                                        <p:cTn id="11" dur="500" fill="hold"/>
                                        <p:tgtEl>
                                          <p:spTgt spid="64"/>
                                        </p:tgtEl>
                                        <p:attrNameLst>
                                          <p:attrName>ppt_h</p:attrName>
                                        </p:attrNameLst>
                                      </p:cBhvr>
                                      <p:tavLst>
                                        <p:tav tm="0">
                                          <p:val>
                                            <p:fltVal val="0"/>
                                          </p:val>
                                        </p:tav>
                                        <p:tav tm="100000">
                                          <p:val>
                                            <p:strVal val="#ppt_h"/>
                                          </p:val>
                                        </p:tav>
                                      </p:tavLst>
                                    </p:anim>
                                    <p:animEffect transition="in" filter="fade">
                                      <p:cBhvr>
                                        <p:cTn id="12" dur="500"/>
                                        <p:tgtEl>
                                          <p:spTgt spid="64"/>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63"/>
                                        </p:tgtEl>
                                        <p:attrNameLst>
                                          <p:attrName>style.visibility</p:attrName>
                                        </p:attrNameLst>
                                      </p:cBhvr>
                                      <p:to>
                                        <p:strVal val="visible"/>
                                      </p:to>
                                    </p:set>
                                    <p:anim calcmode="lin" valueType="num">
                                      <p:cBhvr>
                                        <p:cTn id="15" dur="500" fill="hold"/>
                                        <p:tgtEl>
                                          <p:spTgt spid="63"/>
                                        </p:tgtEl>
                                        <p:attrNameLst>
                                          <p:attrName>ppt_w</p:attrName>
                                        </p:attrNameLst>
                                      </p:cBhvr>
                                      <p:tavLst>
                                        <p:tav tm="0">
                                          <p:val>
                                            <p:fltVal val="0"/>
                                          </p:val>
                                        </p:tav>
                                        <p:tav tm="100000">
                                          <p:val>
                                            <p:strVal val="#ppt_w"/>
                                          </p:val>
                                        </p:tav>
                                      </p:tavLst>
                                    </p:anim>
                                    <p:anim calcmode="lin" valueType="num">
                                      <p:cBhvr>
                                        <p:cTn id="16" dur="500" fill="hold"/>
                                        <p:tgtEl>
                                          <p:spTgt spid="63"/>
                                        </p:tgtEl>
                                        <p:attrNameLst>
                                          <p:attrName>ppt_h</p:attrName>
                                        </p:attrNameLst>
                                      </p:cBhvr>
                                      <p:tavLst>
                                        <p:tav tm="0">
                                          <p:val>
                                            <p:fltVal val="0"/>
                                          </p:val>
                                        </p:tav>
                                        <p:tav tm="100000">
                                          <p:val>
                                            <p:strVal val="#ppt_h"/>
                                          </p:val>
                                        </p:tav>
                                      </p:tavLst>
                                    </p:anim>
                                    <p:animEffect transition="in" filter="fade">
                                      <p:cBhvr>
                                        <p:cTn id="17" dur="500"/>
                                        <p:tgtEl>
                                          <p:spTgt spid="63"/>
                                        </p:tgtEl>
                                      </p:cBhvr>
                                    </p:animEffect>
                                  </p:childTnLst>
                                </p:cTn>
                              </p:par>
                              <p:par>
                                <p:cTn id="18" presetID="2" presetClass="entr" presetSubtype="2" fill="hold" grpId="0" nodeType="withEffect">
                                  <p:stCondLst>
                                    <p:cond delay="0"/>
                                  </p:stCondLst>
                                  <p:childTnLst>
                                    <p:set>
                                      <p:cBhvr>
                                        <p:cTn id="19" dur="1" fill="hold">
                                          <p:stCondLst>
                                            <p:cond delay="0"/>
                                          </p:stCondLst>
                                        </p:cTn>
                                        <p:tgtEl>
                                          <p:spTgt spid="78"/>
                                        </p:tgtEl>
                                        <p:attrNameLst>
                                          <p:attrName>style.visibility</p:attrName>
                                        </p:attrNameLst>
                                      </p:cBhvr>
                                      <p:to>
                                        <p:strVal val="visible"/>
                                      </p:to>
                                    </p:set>
                                    <p:anim calcmode="lin" valueType="num">
                                      <p:cBhvr additive="base">
                                        <p:cTn id="20" dur="500" fill="hold"/>
                                        <p:tgtEl>
                                          <p:spTgt spid="78"/>
                                        </p:tgtEl>
                                        <p:attrNameLst>
                                          <p:attrName>ppt_x</p:attrName>
                                        </p:attrNameLst>
                                      </p:cBhvr>
                                      <p:tavLst>
                                        <p:tav tm="0">
                                          <p:val>
                                            <p:strVal val="1+#ppt_w/2"/>
                                          </p:val>
                                        </p:tav>
                                        <p:tav tm="100000">
                                          <p:val>
                                            <p:strVal val="#ppt_x"/>
                                          </p:val>
                                        </p:tav>
                                      </p:tavLst>
                                    </p:anim>
                                    <p:anim calcmode="lin" valueType="num">
                                      <p:cBhvr additive="base">
                                        <p:cTn id="21" dur="500" fill="hold"/>
                                        <p:tgtEl>
                                          <p:spTgt spid="78"/>
                                        </p:tgtEl>
                                        <p:attrNameLst>
                                          <p:attrName>ppt_y</p:attrName>
                                        </p:attrNameLst>
                                      </p:cBhvr>
                                      <p:tavLst>
                                        <p:tav tm="0">
                                          <p:val>
                                            <p:strVal val="#ppt_y"/>
                                          </p:val>
                                        </p:tav>
                                        <p:tav tm="100000">
                                          <p:val>
                                            <p:strVal val="#ppt_y"/>
                                          </p:val>
                                        </p:tav>
                                      </p:tavLst>
                                    </p:anim>
                                  </p:childTnLst>
                                </p:cTn>
                              </p:par>
                            </p:childTnLst>
                          </p:cTn>
                        </p:par>
                        <p:par>
                          <p:cTn id="22" fill="hold">
                            <p:stCondLst>
                              <p:cond delay="500"/>
                            </p:stCondLst>
                            <p:childTnLst>
                              <p:par>
                                <p:cTn id="23" presetID="2" presetClass="entr" presetSubtype="8" accel="50000" decel="50000"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53" presetClass="entr" presetSubtype="0" fill="hold" grpId="0" nodeType="afterEffect">
                                  <p:stCondLst>
                                    <p:cond delay="0"/>
                                  </p:stCondLst>
                                  <p:childTnLst>
                                    <p:set>
                                      <p:cBhvr>
                                        <p:cTn id="29" dur="1" fill="hold">
                                          <p:stCondLst>
                                            <p:cond delay="0"/>
                                          </p:stCondLst>
                                        </p:cTn>
                                        <p:tgtEl>
                                          <p:spTgt spid="74"/>
                                        </p:tgtEl>
                                        <p:attrNameLst>
                                          <p:attrName>style.visibility</p:attrName>
                                        </p:attrNameLst>
                                      </p:cBhvr>
                                      <p:to>
                                        <p:strVal val="visible"/>
                                      </p:to>
                                    </p:set>
                                    <p:anim calcmode="lin" valueType="num">
                                      <p:cBhvr>
                                        <p:cTn id="30" dur="500" fill="hold"/>
                                        <p:tgtEl>
                                          <p:spTgt spid="74"/>
                                        </p:tgtEl>
                                        <p:attrNameLst>
                                          <p:attrName>ppt_w</p:attrName>
                                        </p:attrNameLst>
                                      </p:cBhvr>
                                      <p:tavLst>
                                        <p:tav tm="0">
                                          <p:val>
                                            <p:fltVal val="0"/>
                                          </p:val>
                                        </p:tav>
                                        <p:tav tm="100000">
                                          <p:val>
                                            <p:strVal val="#ppt_w"/>
                                          </p:val>
                                        </p:tav>
                                      </p:tavLst>
                                    </p:anim>
                                    <p:anim calcmode="lin" valueType="num">
                                      <p:cBhvr>
                                        <p:cTn id="31" dur="500" fill="hold"/>
                                        <p:tgtEl>
                                          <p:spTgt spid="74"/>
                                        </p:tgtEl>
                                        <p:attrNameLst>
                                          <p:attrName>ppt_h</p:attrName>
                                        </p:attrNameLst>
                                      </p:cBhvr>
                                      <p:tavLst>
                                        <p:tav tm="0">
                                          <p:val>
                                            <p:fltVal val="0"/>
                                          </p:val>
                                        </p:tav>
                                        <p:tav tm="100000">
                                          <p:val>
                                            <p:strVal val="#ppt_h"/>
                                          </p:val>
                                        </p:tav>
                                      </p:tavLst>
                                    </p:anim>
                                    <p:animEffect transition="in" filter="fade">
                                      <p:cBhvr>
                                        <p:cTn id="32" dur="500"/>
                                        <p:tgtEl>
                                          <p:spTgt spid="74"/>
                                        </p:tgtEl>
                                      </p:cBhvr>
                                    </p:animEffect>
                                  </p:childTnLst>
                                </p:cTn>
                              </p:par>
                              <p:par>
                                <p:cTn id="33" presetID="10" presetClass="entr" presetSubtype="0" fill="hold"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fade">
                                      <p:cBhvr>
                                        <p:cTn id="35" dur="1000"/>
                                        <p:tgtEl>
                                          <p:spTgt spid="3"/>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4"/>
                                        </p:tgtEl>
                                        <p:attrNameLst>
                                          <p:attrName>style.visibility</p:attrName>
                                        </p:attrNameLst>
                                      </p:cBhvr>
                                      <p:to>
                                        <p:strVal val="visible"/>
                                      </p:to>
                                    </p:set>
                                    <p:anim calcmode="lin" valueType="num">
                                      <p:cBhvr additive="base">
                                        <p:cTn id="38" dur="500" fill="hold"/>
                                        <p:tgtEl>
                                          <p:spTgt spid="54"/>
                                        </p:tgtEl>
                                        <p:attrNameLst>
                                          <p:attrName>ppt_x</p:attrName>
                                        </p:attrNameLst>
                                      </p:cBhvr>
                                      <p:tavLst>
                                        <p:tav tm="0">
                                          <p:val>
                                            <p:strVal val="#ppt_x"/>
                                          </p:val>
                                        </p:tav>
                                        <p:tav tm="100000">
                                          <p:val>
                                            <p:strVal val="#ppt_x"/>
                                          </p:val>
                                        </p:tav>
                                      </p:tavLst>
                                    </p:anim>
                                    <p:anim calcmode="lin" valueType="num">
                                      <p:cBhvr additive="base">
                                        <p:cTn id="39" dur="500" fill="hold"/>
                                        <p:tgtEl>
                                          <p:spTgt spid="54"/>
                                        </p:tgtEl>
                                        <p:attrNameLst>
                                          <p:attrName>ppt_y</p:attrName>
                                        </p:attrNameLst>
                                      </p:cBhvr>
                                      <p:tavLst>
                                        <p:tav tm="0">
                                          <p:val>
                                            <p:strVal val="1+#ppt_h/2"/>
                                          </p:val>
                                        </p:tav>
                                        <p:tav tm="100000">
                                          <p:val>
                                            <p:strVal val="#ppt_y"/>
                                          </p:val>
                                        </p:tav>
                                      </p:tavLst>
                                    </p:anim>
                                  </p:childTnLst>
                                </p:cTn>
                              </p:par>
                            </p:childTnLst>
                          </p:cTn>
                        </p:par>
                        <p:par>
                          <p:cTn id="40" fill="hold">
                            <p:stCondLst>
                              <p:cond delay="2000"/>
                            </p:stCondLst>
                            <p:childTnLst>
                              <p:par>
                                <p:cTn id="41" presetID="2" presetClass="entr" presetSubtype="8" accel="50000" decel="50000" fill="hold" grpId="0" nodeType="afterEffect">
                                  <p:stCondLst>
                                    <p:cond delay="0"/>
                                  </p:stCondLst>
                                  <p:childTnLst>
                                    <p:set>
                                      <p:cBhvr>
                                        <p:cTn id="42" dur="1" fill="hold">
                                          <p:stCondLst>
                                            <p:cond delay="0"/>
                                          </p:stCondLst>
                                        </p:cTn>
                                        <p:tgtEl>
                                          <p:spTgt spid="65"/>
                                        </p:tgtEl>
                                        <p:attrNameLst>
                                          <p:attrName>style.visibility</p:attrName>
                                        </p:attrNameLst>
                                      </p:cBhvr>
                                      <p:to>
                                        <p:strVal val="visible"/>
                                      </p:to>
                                    </p:set>
                                    <p:anim calcmode="lin" valueType="num">
                                      <p:cBhvr additive="base">
                                        <p:cTn id="43" dur="500" fill="hold"/>
                                        <p:tgtEl>
                                          <p:spTgt spid="65"/>
                                        </p:tgtEl>
                                        <p:attrNameLst>
                                          <p:attrName>ppt_x</p:attrName>
                                        </p:attrNameLst>
                                      </p:cBhvr>
                                      <p:tavLst>
                                        <p:tav tm="0">
                                          <p:val>
                                            <p:strVal val="0-#ppt_w/2"/>
                                          </p:val>
                                        </p:tav>
                                        <p:tav tm="100000">
                                          <p:val>
                                            <p:strVal val="#ppt_x"/>
                                          </p:val>
                                        </p:tav>
                                      </p:tavLst>
                                    </p:anim>
                                    <p:anim calcmode="lin" valueType="num">
                                      <p:cBhvr additive="base">
                                        <p:cTn id="44" dur="500" fill="hold"/>
                                        <p:tgtEl>
                                          <p:spTgt spid="65"/>
                                        </p:tgtEl>
                                        <p:attrNameLst>
                                          <p:attrName>ppt_y</p:attrName>
                                        </p:attrNameLst>
                                      </p:cBhvr>
                                      <p:tavLst>
                                        <p:tav tm="0">
                                          <p:val>
                                            <p:strVal val="#ppt_y"/>
                                          </p:val>
                                        </p:tav>
                                        <p:tav tm="100000">
                                          <p:val>
                                            <p:strVal val="#ppt_y"/>
                                          </p:val>
                                        </p:tav>
                                      </p:tavLst>
                                    </p:anim>
                                  </p:childTnLst>
                                </p:cTn>
                              </p:par>
                            </p:childTnLst>
                          </p:cTn>
                        </p:par>
                        <p:par>
                          <p:cTn id="45" fill="hold">
                            <p:stCondLst>
                              <p:cond delay="2500"/>
                            </p:stCondLst>
                            <p:childTnLst>
                              <p:par>
                                <p:cTn id="46" presetID="18" presetClass="entr" presetSubtype="12" fill="hold" nodeType="afterEffect">
                                  <p:stCondLst>
                                    <p:cond delay="0"/>
                                  </p:stCondLst>
                                  <p:childTnLst>
                                    <p:set>
                                      <p:cBhvr>
                                        <p:cTn id="47" dur="1" fill="hold">
                                          <p:stCondLst>
                                            <p:cond delay="0"/>
                                          </p:stCondLst>
                                        </p:cTn>
                                        <p:tgtEl>
                                          <p:spTgt spid="53"/>
                                        </p:tgtEl>
                                        <p:attrNameLst>
                                          <p:attrName>style.visibility</p:attrName>
                                        </p:attrNameLst>
                                      </p:cBhvr>
                                      <p:to>
                                        <p:strVal val="visible"/>
                                      </p:to>
                                    </p:set>
                                    <p:animEffect transition="in" filter="strips(downLeft)">
                                      <p:cBhvr>
                                        <p:cTn id="48" dur="500"/>
                                        <p:tgtEl>
                                          <p:spTgt spid="53"/>
                                        </p:tgtEl>
                                      </p:cBhvr>
                                    </p:animEffect>
                                  </p:childTnLst>
                                </p:cTn>
                              </p:par>
                            </p:childTnLst>
                          </p:cTn>
                        </p:par>
                        <p:par>
                          <p:cTn id="49" fill="hold">
                            <p:stCondLst>
                              <p:cond delay="3000"/>
                            </p:stCondLst>
                            <p:childTnLst>
                              <p:par>
                                <p:cTn id="50" presetID="2" presetClass="entr" presetSubtype="4" accel="50000" decel="50000" fill="hold" nodeType="after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additive="base">
                                        <p:cTn id="52" dur="500" fill="hold"/>
                                        <p:tgtEl>
                                          <p:spTgt spid="4"/>
                                        </p:tgtEl>
                                        <p:attrNameLst>
                                          <p:attrName>ppt_x</p:attrName>
                                        </p:attrNameLst>
                                      </p:cBhvr>
                                      <p:tavLst>
                                        <p:tav tm="0">
                                          <p:val>
                                            <p:strVal val="#ppt_x"/>
                                          </p:val>
                                        </p:tav>
                                        <p:tav tm="100000">
                                          <p:val>
                                            <p:strVal val="#ppt_x"/>
                                          </p:val>
                                        </p:tav>
                                      </p:tavLst>
                                    </p:anim>
                                    <p:anim calcmode="lin" valueType="num">
                                      <p:cBhvr additive="base">
                                        <p:cTn id="53"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63" grpId="0"/>
      <p:bldP spid="64" grpId="0" animBg="1"/>
      <p:bldP spid="65" grpId="0"/>
      <p:bldP spid="74" grpId="0" animBg="1"/>
      <p:bldP spid="78"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0"/>
            <a:ext cx="9144000" cy="514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6" name="Straight Connector 25"/>
          <p:cNvCxnSpPr/>
          <p:nvPr/>
        </p:nvCxnSpPr>
        <p:spPr>
          <a:xfrm>
            <a:off x="4586664" y="4127139"/>
            <a:ext cx="0" cy="1016361"/>
          </a:xfrm>
          <a:prstGeom prst="line">
            <a:avLst/>
          </a:prstGeom>
          <a:ln w="19050">
            <a:solidFill>
              <a:schemeClr val="bg1"/>
            </a:solidFill>
            <a:prstDash val="solid"/>
            <a:head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586664" y="2571750"/>
            <a:ext cx="0" cy="864105"/>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586664" y="1765252"/>
            <a:ext cx="0" cy="806498"/>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586664" y="681352"/>
            <a:ext cx="0" cy="460047"/>
          </a:xfrm>
          <a:prstGeom prst="line">
            <a:avLst/>
          </a:prstGeom>
          <a:ln w="19050">
            <a:solidFill>
              <a:schemeClr val="bg1"/>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4413842" y="2398929"/>
            <a:ext cx="345644" cy="345642"/>
          </a:xfrm>
          <a:prstGeom prst="ellipse">
            <a:avLst/>
          </a:prstGeom>
          <a:solidFill>
            <a:schemeClr val="bg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bg1"/>
              </a:solidFill>
              <a:latin typeface="FontAwesome" pitchFamily="2" charset="0"/>
            </a:endParaRPr>
          </a:p>
        </p:txBody>
      </p:sp>
      <p:sp>
        <p:nvSpPr>
          <p:cNvPr id="14" name="TextBox 13"/>
          <p:cNvSpPr txBox="1"/>
          <p:nvPr/>
        </p:nvSpPr>
        <p:spPr>
          <a:xfrm>
            <a:off x="4315520" y="1323446"/>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2004</a:t>
            </a:r>
            <a:endParaRPr lang="en-US" sz="1800" dirty="0">
              <a:solidFill>
                <a:schemeClr val="bg1"/>
              </a:solidFill>
            </a:endParaRPr>
          </a:p>
        </p:txBody>
      </p:sp>
      <p:sp>
        <p:nvSpPr>
          <p:cNvPr id="17" name="Sev01"/>
          <p:cNvSpPr>
            <a:spLocks noChangeAspect="1"/>
          </p:cNvSpPr>
          <p:nvPr/>
        </p:nvSpPr>
        <p:spPr>
          <a:xfrm>
            <a:off x="3122725" y="1171416"/>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19" name="Freeform 18"/>
          <p:cNvSpPr>
            <a:spLocks noEditPoints="1"/>
          </p:cNvSpPr>
          <p:nvPr/>
        </p:nvSpPr>
        <p:spPr bwMode="auto">
          <a:xfrm>
            <a:off x="3328768" y="1284460"/>
            <a:ext cx="403512" cy="589508"/>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 name="Group 38"/>
          <p:cNvGrpSpPr/>
          <p:nvPr/>
        </p:nvGrpSpPr>
        <p:grpSpPr>
          <a:xfrm>
            <a:off x="481903" y="1319764"/>
            <a:ext cx="2522695" cy="518900"/>
            <a:chOff x="885153" y="1438589"/>
            <a:chExt cx="2522695" cy="518900"/>
          </a:xfrm>
        </p:grpSpPr>
        <p:sp>
          <p:nvSpPr>
            <p:cNvPr id="22" name="TextBox 21"/>
            <p:cNvSpPr txBox="1"/>
            <p:nvPr/>
          </p:nvSpPr>
          <p:spPr>
            <a:xfrm>
              <a:off x="2272922" y="1438589"/>
              <a:ext cx="1134926" cy="215444"/>
            </a:xfrm>
            <a:prstGeom prst="rect">
              <a:avLst/>
            </a:prstGeom>
            <a:noFill/>
          </p:spPr>
          <p:txBody>
            <a:bodyPr wrap="none" lIns="0" tIns="0" rIns="0" bIns="0" rtlCol="0" anchor="ctr">
              <a:spAutoFit/>
            </a:bodyPr>
            <a:lstStyle/>
            <a:p>
              <a:pPr algn="r"/>
              <a:r>
                <a:rPr lang="en-US" sz="1400" b="1" dirty="0">
                  <a:solidFill>
                    <a:schemeClr val="bg1"/>
                  </a:solidFill>
                  <a:latin typeface="+mj-lt"/>
                </a:rPr>
                <a:t>Our First Day</a:t>
              </a:r>
            </a:p>
          </p:txBody>
        </p:sp>
        <p:sp>
          <p:nvSpPr>
            <p:cNvPr id="24" name="TextBox 23"/>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cxnSp>
        <p:nvCxnSpPr>
          <p:cNvPr id="28" name="Shape 27"/>
          <p:cNvCxnSpPr/>
          <p:nvPr/>
        </p:nvCxnSpPr>
        <p:spPr>
          <a:xfrm rot="5400000" flipH="1" flipV="1">
            <a:off x="3808246" y="402524"/>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315520" y="3666283"/>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2005</a:t>
            </a:r>
            <a:endParaRPr lang="en-US" sz="1800" dirty="0">
              <a:solidFill>
                <a:schemeClr val="bg1"/>
              </a:solidFill>
            </a:endParaRPr>
          </a:p>
        </p:txBody>
      </p:sp>
      <p:sp>
        <p:nvSpPr>
          <p:cNvPr id="35" name="Sev01"/>
          <p:cNvSpPr>
            <a:spLocks noChangeAspect="1"/>
          </p:cNvSpPr>
          <p:nvPr/>
        </p:nvSpPr>
        <p:spPr>
          <a:xfrm>
            <a:off x="5248255" y="3397949"/>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36" name="Freeform 105"/>
          <p:cNvSpPr>
            <a:spLocks noEditPoints="1"/>
          </p:cNvSpPr>
          <p:nvPr/>
        </p:nvSpPr>
        <p:spPr bwMode="auto">
          <a:xfrm>
            <a:off x="5428102" y="3581098"/>
            <a:ext cx="455905" cy="449298"/>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nvGrpSpPr>
          <p:cNvPr id="3" name="Group 38"/>
          <p:cNvGrpSpPr/>
          <p:nvPr/>
        </p:nvGrpSpPr>
        <p:grpSpPr>
          <a:xfrm>
            <a:off x="6179067" y="3546297"/>
            <a:ext cx="2522695" cy="518900"/>
            <a:chOff x="885153" y="1438589"/>
            <a:chExt cx="2522695" cy="518900"/>
          </a:xfrm>
        </p:grpSpPr>
        <p:sp>
          <p:nvSpPr>
            <p:cNvPr id="40" name="TextBox 39"/>
            <p:cNvSpPr txBox="1"/>
            <p:nvPr/>
          </p:nvSpPr>
          <p:spPr>
            <a:xfrm>
              <a:off x="885153" y="1438589"/>
              <a:ext cx="1383392" cy="215444"/>
            </a:xfrm>
            <a:prstGeom prst="rect">
              <a:avLst/>
            </a:prstGeom>
            <a:noFill/>
          </p:spPr>
          <p:txBody>
            <a:bodyPr wrap="none" lIns="0" tIns="0" rIns="0" bIns="0" rtlCol="0" anchor="ctr">
              <a:spAutoFit/>
            </a:bodyPr>
            <a:lstStyle/>
            <a:p>
              <a:r>
                <a:rPr lang="en-US" sz="1400" b="1" dirty="0">
                  <a:solidFill>
                    <a:schemeClr val="bg1"/>
                  </a:solidFill>
                </a:rPr>
                <a:t>Research Phase</a:t>
              </a:r>
            </a:p>
          </p:txBody>
        </p:sp>
        <p:sp>
          <p:nvSpPr>
            <p:cNvPr id="41" name="TextBox 40"/>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cxnSp>
        <p:nvCxnSpPr>
          <p:cNvPr id="42" name="Shape 41"/>
          <p:cNvCxnSpPr/>
          <p:nvPr/>
        </p:nvCxnSpPr>
        <p:spPr>
          <a:xfrm rot="5400000">
            <a:off x="4878754" y="3964175"/>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childTnLst>
                          </p:cTn>
                        </p:par>
                        <p:par>
                          <p:cTn id="10" fill="hold">
                            <p:stCondLst>
                              <p:cond delay="500"/>
                            </p:stCondLst>
                            <p:childTnLst>
                              <p:par>
                                <p:cTn id="11" presetID="18" presetClass="entr" presetSubtype="3" fill="hold"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trips(upRight)">
                                      <p:cBhvr>
                                        <p:cTn id="13" dur="500"/>
                                        <p:tgtEl>
                                          <p:spTgt spid="18"/>
                                        </p:tgtEl>
                                      </p:cBhvr>
                                    </p:animEffect>
                                  </p:childTnLst>
                                </p:cTn>
                              </p:par>
                            </p:childTnLst>
                          </p:cTn>
                        </p:par>
                        <p:par>
                          <p:cTn id="14" fill="hold">
                            <p:stCondLst>
                              <p:cond delay="1000"/>
                            </p:stCondLst>
                            <p:childTnLst>
                              <p:par>
                                <p:cTn id="15" presetID="18" presetClass="entr" presetSubtype="12"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strips(downLeft)">
                                      <p:cBhvr>
                                        <p:cTn id="17" dur="500"/>
                                        <p:tgtEl>
                                          <p:spTgt spid="28"/>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par>
                                <p:cTn id="30" presetID="42" presetClass="entr" presetSubtype="0" fill="hold" nodeType="with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anim calcmode="lin" valueType="num">
                                      <p:cBhvr>
                                        <p:cTn id="33" dur="500" fill="hold"/>
                                        <p:tgtEl>
                                          <p:spTgt spid="2"/>
                                        </p:tgtEl>
                                        <p:attrNameLst>
                                          <p:attrName>ppt_x</p:attrName>
                                        </p:attrNameLst>
                                      </p:cBhvr>
                                      <p:tavLst>
                                        <p:tav tm="0">
                                          <p:val>
                                            <p:strVal val="#ppt_x"/>
                                          </p:val>
                                        </p:tav>
                                        <p:tav tm="100000">
                                          <p:val>
                                            <p:strVal val="#ppt_x"/>
                                          </p:val>
                                        </p:tav>
                                      </p:tavLst>
                                    </p:anim>
                                    <p:anim calcmode="lin" valueType="num">
                                      <p:cBhvr>
                                        <p:cTn id="34" dur="500" fill="hold"/>
                                        <p:tgtEl>
                                          <p:spTgt spid="2"/>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30"/>
                                        </p:tgtEl>
                                        <p:attrNameLst>
                                          <p:attrName>style.visibility</p:attrName>
                                        </p:attrNameLst>
                                      </p:cBhvr>
                                      <p:to>
                                        <p:strVal val="visible"/>
                                      </p:to>
                                    </p:set>
                                    <p:anim calcmode="lin" valueType="num">
                                      <p:cBhvr>
                                        <p:cTn id="38" dur="500" fill="hold"/>
                                        <p:tgtEl>
                                          <p:spTgt spid="30"/>
                                        </p:tgtEl>
                                        <p:attrNameLst>
                                          <p:attrName>ppt_w</p:attrName>
                                        </p:attrNameLst>
                                      </p:cBhvr>
                                      <p:tavLst>
                                        <p:tav tm="0">
                                          <p:val>
                                            <p:fltVal val="0"/>
                                          </p:val>
                                        </p:tav>
                                        <p:tav tm="100000">
                                          <p:val>
                                            <p:strVal val="#ppt_w"/>
                                          </p:val>
                                        </p:tav>
                                      </p:tavLst>
                                    </p:anim>
                                    <p:anim calcmode="lin" valueType="num">
                                      <p:cBhvr>
                                        <p:cTn id="39" dur="500" fill="hold"/>
                                        <p:tgtEl>
                                          <p:spTgt spid="30"/>
                                        </p:tgtEl>
                                        <p:attrNameLst>
                                          <p:attrName>ppt_h</p:attrName>
                                        </p:attrNameLst>
                                      </p:cBhvr>
                                      <p:tavLst>
                                        <p:tav tm="0">
                                          <p:val>
                                            <p:fltVal val="0"/>
                                          </p:val>
                                        </p:tav>
                                        <p:tav tm="100000">
                                          <p:val>
                                            <p:strVal val="#ppt_h"/>
                                          </p:val>
                                        </p:tav>
                                      </p:tavLst>
                                    </p:anim>
                                    <p:animEffect transition="in" filter="fade">
                                      <p:cBhvr>
                                        <p:cTn id="40" dur="500"/>
                                        <p:tgtEl>
                                          <p:spTgt spid="30"/>
                                        </p:tgtEl>
                                      </p:cBhvr>
                                    </p:animEffect>
                                  </p:childTnLst>
                                </p:cTn>
                              </p:par>
                            </p:childTnLst>
                          </p:cTn>
                        </p:par>
                        <p:par>
                          <p:cTn id="41" fill="hold">
                            <p:stCondLst>
                              <p:cond delay="3000"/>
                            </p:stCondLst>
                            <p:childTnLst>
                              <p:par>
                                <p:cTn id="42" presetID="18" presetClass="entr" presetSubtype="12" fill="hold"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strips(downLeft)">
                                      <p:cBhvr>
                                        <p:cTn id="44" dur="500"/>
                                        <p:tgtEl>
                                          <p:spTgt spid="26"/>
                                        </p:tgtEl>
                                      </p:cBhvr>
                                    </p:animEffect>
                                  </p:childTnLst>
                                </p:cTn>
                              </p:par>
                            </p:childTnLst>
                          </p:cTn>
                        </p:par>
                        <p:par>
                          <p:cTn id="45" fill="hold">
                            <p:stCondLst>
                              <p:cond delay="3500"/>
                            </p:stCondLst>
                            <p:childTnLst>
                              <p:par>
                                <p:cTn id="46" presetID="18" presetClass="entr" presetSubtype="3" fill="hold" nodeType="afterEffect">
                                  <p:stCondLst>
                                    <p:cond delay="0"/>
                                  </p:stCondLst>
                                  <p:childTnLst>
                                    <p:set>
                                      <p:cBhvr>
                                        <p:cTn id="47" dur="1" fill="hold">
                                          <p:stCondLst>
                                            <p:cond delay="0"/>
                                          </p:stCondLst>
                                        </p:cTn>
                                        <p:tgtEl>
                                          <p:spTgt spid="42"/>
                                        </p:tgtEl>
                                        <p:attrNameLst>
                                          <p:attrName>style.visibility</p:attrName>
                                        </p:attrNameLst>
                                      </p:cBhvr>
                                      <p:to>
                                        <p:strVal val="visible"/>
                                      </p:to>
                                    </p:set>
                                    <p:animEffect transition="in" filter="strips(upRight)">
                                      <p:cBhvr>
                                        <p:cTn id="48" dur="500"/>
                                        <p:tgtEl>
                                          <p:spTgt spid="42"/>
                                        </p:tgtEl>
                                      </p:cBhvr>
                                    </p:animEffect>
                                  </p:childTnLst>
                                </p:cTn>
                              </p:par>
                            </p:childTnLst>
                          </p:cTn>
                        </p:par>
                        <p:par>
                          <p:cTn id="49" fill="hold">
                            <p:stCondLst>
                              <p:cond delay="4000"/>
                            </p:stCondLst>
                            <p:childTnLst>
                              <p:par>
                                <p:cTn id="50" presetID="53" presetClass="entr" presetSubtype="0" fill="hold" grpId="0" nodeType="after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p:cTn id="52" dur="500" fill="hold"/>
                                        <p:tgtEl>
                                          <p:spTgt spid="35"/>
                                        </p:tgtEl>
                                        <p:attrNameLst>
                                          <p:attrName>ppt_w</p:attrName>
                                        </p:attrNameLst>
                                      </p:cBhvr>
                                      <p:tavLst>
                                        <p:tav tm="0">
                                          <p:val>
                                            <p:fltVal val="0"/>
                                          </p:val>
                                        </p:tav>
                                        <p:tav tm="100000">
                                          <p:val>
                                            <p:strVal val="#ppt_w"/>
                                          </p:val>
                                        </p:tav>
                                      </p:tavLst>
                                    </p:anim>
                                    <p:anim calcmode="lin" valueType="num">
                                      <p:cBhvr>
                                        <p:cTn id="53" dur="500" fill="hold"/>
                                        <p:tgtEl>
                                          <p:spTgt spid="35"/>
                                        </p:tgtEl>
                                        <p:attrNameLst>
                                          <p:attrName>ppt_h</p:attrName>
                                        </p:attrNameLst>
                                      </p:cBhvr>
                                      <p:tavLst>
                                        <p:tav tm="0">
                                          <p:val>
                                            <p:fltVal val="0"/>
                                          </p:val>
                                        </p:tav>
                                        <p:tav tm="100000">
                                          <p:val>
                                            <p:strVal val="#ppt_h"/>
                                          </p:val>
                                        </p:tav>
                                      </p:tavLst>
                                    </p:anim>
                                    <p:animEffect transition="in" filter="fade">
                                      <p:cBhvr>
                                        <p:cTn id="54" dur="500"/>
                                        <p:tgtEl>
                                          <p:spTgt spid="35"/>
                                        </p:tgtEl>
                                      </p:cBhvr>
                                    </p:animEffect>
                                  </p:childTnLst>
                                </p:cTn>
                              </p:par>
                            </p:childTnLst>
                          </p:cTn>
                        </p:par>
                        <p:par>
                          <p:cTn id="55" fill="hold">
                            <p:stCondLst>
                              <p:cond delay="4500"/>
                            </p:stCondLst>
                            <p:childTnLst>
                              <p:par>
                                <p:cTn id="56" presetID="53" presetClass="entr" presetSubtype="0" fill="hold" grpId="0" nodeType="afterEffect">
                                  <p:stCondLst>
                                    <p:cond delay="0"/>
                                  </p:stCondLst>
                                  <p:childTnLst>
                                    <p:set>
                                      <p:cBhvr>
                                        <p:cTn id="57" dur="1" fill="hold">
                                          <p:stCondLst>
                                            <p:cond delay="0"/>
                                          </p:stCondLst>
                                        </p:cTn>
                                        <p:tgtEl>
                                          <p:spTgt spid="36"/>
                                        </p:tgtEl>
                                        <p:attrNameLst>
                                          <p:attrName>style.visibility</p:attrName>
                                        </p:attrNameLst>
                                      </p:cBhvr>
                                      <p:to>
                                        <p:strVal val="visible"/>
                                      </p:to>
                                    </p:set>
                                    <p:anim calcmode="lin" valueType="num">
                                      <p:cBhvr>
                                        <p:cTn id="58" dur="500" fill="hold"/>
                                        <p:tgtEl>
                                          <p:spTgt spid="36"/>
                                        </p:tgtEl>
                                        <p:attrNameLst>
                                          <p:attrName>ppt_w</p:attrName>
                                        </p:attrNameLst>
                                      </p:cBhvr>
                                      <p:tavLst>
                                        <p:tav tm="0">
                                          <p:val>
                                            <p:fltVal val="0"/>
                                          </p:val>
                                        </p:tav>
                                        <p:tav tm="100000">
                                          <p:val>
                                            <p:strVal val="#ppt_w"/>
                                          </p:val>
                                        </p:tav>
                                      </p:tavLst>
                                    </p:anim>
                                    <p:anim calcmode="lin" valueType="num">
                                      <p:cBhvr>
                                        <p:cTn id="59" dur="500" fill="hold"/>
                                        <p:tgtEl>
                                          <p:spTgt spid="36"/>
                                        </p:tgtEl>
                                        <p:attrNameLst>
                                          <p:attrName>ppt_h</p:attrName>
                                        </p:attrNameLst>
                                      </p:cBhvr>
                                      <p:tavLst>
                                        <p:tav tm="0">
                                          <p:val>
                                            <p:fltVal val="0"/>
                                          </p:val>
                                        </p:tav>
                                        <p:tav tm="100000">
                                          <p:val>
                                            <p:strVal val="#ppt_h"/>
                                          </p:val>
                                        </p:tav>
                                      </p:tavLst>
                                    </p:anim>
                                    <p:animEffect transition="in" filter="fade">
                                      <p:cBhvr>
                                        <p:cTn id="60" dur="500"/>
                                        <p:tgtEl>
                                          <p:spTgt spid="36"/>
                                        </p:tgtEl>
                                      </p:cBhvr>
                                    </p:animEffect>
                                  </p:childTnLst>
                                </p:cTn>
                              </p:par>
                              <p:par>
                                <p:cTn id="61" presetID="42" presetClass="entr" presetSubtype="0" fill="hold" nodeType="withEffect">
                                  <p:stCondLst>
                                    <p:cond delay="0"/>
                                  </p:stCondLst>
                                  <p:childTnLst>
                                    <p:set>
                                      <p:cBhvr>
                                        <p:cTn id="62" dur="1" fill="hold">
                                          <p:stCondLst>
                                            <p:cond delay="0"/>
                                          </p:stCondLst>
                                        </p:cTn>
                                        <p:tgtEl>
                                          <p:spTgt spid="3"/>
                                        </p:tgtEl>
                                        <p:attrNameLst>
                                          <p:attrName>style.visibility</p:attrName>
                                        </p:attrNameLst>
                                      </p:cBhvr>
                                      <p:to>
                                        <p:strVal val="visible"/>
                                      </p:to>
                                    </p:set>
                                    <p:animEffect transition="in" filter="fade">
                                      <p:cBhvr>
                                        <p:cTn id="63" dur="500"/>
                                        <p:tgtEl>
                                          <p:spTgt spid="3"/>
                                        </p:tgtEl>
                                      </p:cBhvr>
                                    </p:animEffect>
                                    <p:anim calcmode="lin" valueType="num">
                                      <p:cBhvr>
                                        <p:cTn id="64" dur="500" fill="hold"/>
                                        <p:tgtEl>
                                          <p:spTgt spid="3"/>
                                        </p:tgtEl>
                                        <p:attrNameLst>
                                          <p:attrName>ppt_x</p:attrName>
                                        </p:attrNameLst>
                                      </p:cBhvr>
                                      <p:tavLst>
                                        <p:tav tm="0">
                                          <p:val>
                                            <p:strVal val="#ppt_x"/>
                                          </p:val>
                                        </p:tav>
                                        <p:tav tm="100000">
                                          <p:val>
                                            <p:strVal val="#ppt_x"/>
                                          </p:val>
                                        </p:tav>
                                      </p:tavLst>
                                    </p:anim>
                                    <p:anim calcmode="lin" valueType="num">
                                      <p:cBhvr>
                                        <p:cTn id="65" dur="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animBg="1"/>
      <p:bldP spid="19" grpId="0" animBg="1"/>
      <p:bldP spid="30" grpId="0"/>
      <p:bldP spid="35" grpId="0" animBg="1"/>
      <p:bldP spid="36"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0"/>
            <a:ext cx="9144000" cy="51435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6" name="Straight Connector 25"/>
          <p:cNvCxnSpPr/>
          <p:nvPr/>
        </p:nvCxnSpPr>
        <p:spPr>
          <a:xfrm>
            <a:off x="4586664" y="4127139"/>
            <a:ext cx="0" cy="1016361"/>
          </a:xfrm>
          <a:prstGeom prst="line">
            <a:avLst/>
          </a:prstGeom>
          <a:ln w="19050">
            <a:solidFill>
              <a:schemeClr val="bg1"/>
            </a:solidFill>
            <a:prstDash val="solid"/>
            <a:head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586664" y="2571750"/>
            <a:ext cx="0" cy="864105"/>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586664" y="1765252"/>
            <a:ext cx="0" cy="806498"/>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a:stCxn id="13" idx="0"/>
          </p:cNvCxnSpPr>
          <p:nvPr/>
        </p:nvCxnSpPr>
        <p:spPr>
          <a:xfrm>
            <a:off x="4572000" y="0"/>
            <a:ext cx="14664" cy="1141399"/>
          </a:xfrm>
          <a:prstGeom prst="line">
            <a:avLst/>
          </a:prstGeom>
          <a:ln w="19050">
            <a:solidFill>
              <a:schemeClr val="bg1"/>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4413842" y="2398929"/>
            <a:ext cx="345644" cy="345642"/>
          </a:xfrm>
          <a:prstGeom prst="ellipse">
            <a:avLst/>
          </a:prstGeom>
          <a:solidFill>
            <a:schemeClr val="bg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bg1"/>
              </a:solidFill>
              <a:latin typeface="FontAwesome" pitchFamily="2" charset="0"/>
            </a:endParaRPr>
          </a:p>
        </p:txBody>
      </p:sp>
      <p:sp>
        <p:nvSpPr>
          <p:cNvPr id="14" name="TextBox 13"/>
          <p:cNvSpPr txBox="1"/>
          <p:nvPr/>
        </p:nvSpPr>
        <p:spPr>
          <a:xfrm>
            <a:off x="4315520" y="1323446"/>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2006</a:t>
            </a:r>
            <a:endParaRPr lang="en-US" sz="1800" dirty="0">
              <a:solidFill>
                <a:schemeClr val="bg1"/>
              </a:solidFill>
            </a:endParaRPr>
          </a:p>
        </p:txBody>
      </p:sp>
      <p:sp>
        <p:nvSpPr>
          <p:cNvPr id="17" name="Sev01"/>
          <p:cNvSpPr>
            <a:spLocks noChangeAspect="1"/>
          </p:cNvSpPr>
          <p:nvPr/>
        </p:nvSpPr>
        <p:spPr>
          <a:xfrm>
            <a:off x="3122725" y="1171416"/>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grpSp>
        <p:nvGrpSpPr>
          <p:cNvPr id="2" name="Group 38"/>
          <p:cNvGrpSpPr/>
          <p:nvPr/>
        </p:nvGrpSpPr>
        <p:grpSpPr>
          <a:xfrm>
            <a:off x="481903" y="1319764"/>
            <a:ext cx="2522695" cy="518900"/>
            <a:chOff x="885153" y="1438589"/>
            <a:chExt cx="2522695" cy="518900"/>
          </a:xfrm>
        </p:grpSpPr>
        <p:sp>
          <p:nvSpPr>
            <p:cNvPr id="22" name="TextBox 21"/>
            <p:cNvSpPr txBox="1"/>
            <p:nvPr/>
          </p:nvSpPr>
          <p:spPr>
            <a:xfrm>
              <a:off x="2513372" y="1438589"/>
              <a:ext cx="894476" cy="215444"/>
            </a:xfrm>
            <a:prstGeom prst="rect">
              <a:avLst/>
            </a:prstGeom>
            <a:noFill/>
          </p:spPr>
          <p:txBody>
            <a:bodyPr wrap="none" lIns="0" tIns="0" rIns="0" bIns="0" rtlCol="0" anchor="ctr">
              <a:spAutoFit/>
            </a:bodyPr>
            <a:lstStyle/>
            <a:p>
              <a:pPr algn="r"/>
              <a:r>
                <a:rPr lang="en-US" sz="1400" b="1" dirty="0">
                  <a:solidFill>
                    <a:schemeClr val="bg1"/>
                  </a:solidFill>
                </a:rPr>
                <a:t>Setting Up</a:t>
              </a:r>
            </a:p>
          </p:txBody>
        </p:sp>
        <p:sp>
          <p:nvSpPr>
            <p:cNvPr id="24" name="TextBox 23"/>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cxnSp>
        <p:nvCxnSpPr>
          <p:cNvPr id="28" name="Shape 27"/>
          <p:cNvCxnSpPr/>
          <p:nvPr/>
        </p:nvCxnSpPr>
        <p:spPr>
          <a:xfrm rot="5400000" flipH="1" flipV="1">
            <a:off x="3808246" y="402524"/>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315520" y="3666283"/>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2007</a:t>
            </a:r>
            <a:endParaRPr lang="en-US" sz="1800" dirty="0">
              <a:solidFill>
                <a:schemeClr val="bg1"/>
              </a:solidFill>
            </a:endParaRPr>
          </a:p>
        </p:txBody>
      </p:sp>
      <p:sp>
        <p:nvSpPr>
          <p:cNvPr id="35" name="Sev01"/>
          <p:cNvSpPr>
            <a:spLocks noChangeAspect="1"/>
          </p:cNvSpPr>
          <p:nvPr/>
        </p:nvSpPr>
        <p:spPr>
          <a:xfrm>
            <a:off x="5248255" y="3397949"/>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grpSp>
        <p:nvGrpSpPr>
          <p:cNvPr id="3" name="Group 38"/>
          <p:cNvGrpSpPr/>
          <p:nvPr/>
        </p:nvGrpSpPr>
        <p:grpSpPr>
          <a:xfrm>
            <a:off x="6179067" y="3546297"/>
            <a:ext cx="2522695" cy="518900"/>
            <a:chOff x="885153" y="1438589"/>
            <a:chExt cx="2522695" cy="518900"/>
          </a:xfrm>
        </p:grpSpPr>
        <p:sp>
          <p:nvSpPr>
            <p:cNvPr id="40" name="TextBox 39"/>
            <p:cNvSpPr txBox="1"/>
            <p:nvPr/>
          </p:nvSpPr>
          <p:spPr>
            <a:xfrm>
              <a:off x="885153" y="1438589"/>
              <a:ext cx="1760097" cy="215444"/>
            </a:xfrm>
            <a:prstGeom prst="rect">
              <a:avLst/>
            </a:prstGeom>
            <a:noFill/>
          </p:spPr>
          <p:txBody>
            <a:bodyPr wrap="none" lIns="0" tIns="0" rIns="0" bIns="0" rtlCol="0" anchor="ctr">
              <a:spAutoFit/>
            </a:bodyPr>
            <a:lstStyle/>
            <a:p>
              <a:r>
                <a:rPr lang="en-US" sz="1400" b="1" dirty="0">
                  <a:solidFill>
                    <a:schemeClr val="bg1"/>
                  </a:solidFill>
                </a:rPr>
                <a:t>Marketing Campaign</a:t>
              </a:r>
            </a:p>
          </p:txBody>
        </p:sp>
        <p:sp>
          <p:nvSpPr>
            <p:cNvPr id="41" name="TextBox 40"/>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cxnSp>
        <p:nvCxnSpPr>
          <p:cNvPr id="42" name="Shape 41"/>
          <p:cNvCxnSpPr/>
          <p:nvPr/>
        </p:nvCxnSpPr>
        <p:spPr>
          <a:xfrm rot="5400000">
            <a:off x="4878754" y="3964175"/>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9" name="Freeform 62"/>
          <p:cNvSpPr>
            <a:spLocks noEditPoints="1"/>
          </p:cNvSpPr>
          <p:nvPr/>
        </p:nvSpPr>
        <p:spPr bwMode="auto">
          <a:xfrm>
            <a:off x="3300408" y="1347258"/>
            <a:ext cx="460232" cy="463913"/>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135"/>
          <p:cNvSpPr>
            <a:spLocks noEditPoints="1"/>
          </p:cNvSpPr>
          <p:nvPr/>
        </p:nvSpPr>
        <p:spPr bwMode="auto">
          <a:xfrm>
            <a:off x="5412469" y="3577579"/>
            <a:ext cx="487170" cy="456336"/>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strips(downLeft)">
                                      <p:cBhvr>
                                        <p:cTn id="7" dur="500"/>
                                        <p:tgtEl>
                                          <p:spTgt spid="18"/>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animEffect transition="in" filter="fade">
                                      <p:cBhvr>
                                        <p:cTn id="13" dur="500"/>
                                        <p:tgtEl>
                                          <p:spTgt spid="14"/>
                                        </p:tgtEl>
                                      </p:cBhvr>
                                    </p:animEffect>
                                  </p:childTnLst>
                                </p:cTn>
                              </p:par>
                            </p:childTnLst>
                          </p:cTn>
                        </p:par>
                        <p:par>
                          <p:cTn id="14" fill="hold">
                            <p:stCondLst>
                              <p:cond delay="1000"/>
                            </p:stCondLst>
                            <p:childTnLst>
                              <p:par>
                                <p:cTn id="15" presetID="18" presetClass="entr" presetSubtype="12"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strips(downLeft)">
                                      <p:cBhvr>
                                        <p:cTn id="17" dur="500"/>
                                        <p:tgtEl>
                                          <p:spTgt spid="28"/>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Effect transition="in" filter="fade">
                                      <p:cBhvr>
                                        <p:cTn id="29" dur="500"/>
                                        <p:tgtEl>
                                          <p:spTgt spid="29"/>
                                        </p:tgtEl>
                                      </p:cBhvr>
                                    </p:animEffect>
                                  </p:childTnLst>
                                </p:cTn>
                              </p:par>
                              <p:par>
                                <p:cTn id="30" presetID="42" presetClass="entr" presetSubtype="0" fill="hold" nodeType="with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anim calcmode="lin" valueType="num">
                                      <p:cBhvr>
                                        <p:cTn id="33" dur="500" fill="hold"/>
                                        <p:tgtEl>
                                          <p:spTgt spid="2"/>
                                        </p:tgtEl>
                                        <p:attrNameLst>
                                          <p:attrName>ppt_x</p:attrName>
                                        </p:attrNameLst>
                                      </p:cBhvr>
                                      <p:tavLst>
                                        <p:tav tm="0">
                                          <p:val>
                                            <p:strVal val="#ppt_x"/>
                                          </p:val>
                                        </p:tav>
                                        <p:tav tm="100000">
                                          <p:val>
                                            <p:strVal val="#ppt_x"/>
                                          </p:val>
                                        </p:tav>
                                      </p:tavLst>
                                    </p:anim>
                                    <p:anim calcmode="lin" valueType="num">
                                      <p:cBhvr>
                                        <p:cTn id="34" dur="500" fill="hold"/>
                                        <p:tgtEl>
                                          <p:spTgt spid="2"/>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30"/>
                                        </p:tgtEl>
                                        <p:attrNameLst>
                                          <p:attrName>style.visibility</p:attrName>
                                        </p:attrNameLst>
                                      </p:cBhvr>
                                      <p:to>
                                        <p:strVal val="visible"/>
                                      </p:to>
                                    </p:set>
                                    <p:anim calcmode="lin" valueType="num">
                                      <p:cBhvr>
                                        <p:cTn id="38" dur="500" fill="hold"/>
                                        <p:tgtEl>
                                          <p:spTgt spid="30"/>
                                        </p:tgtEl>
                                        <p:attrNameLst>
                                          <p:attrName>ppt_w</p:attrName>
                                        </p:attrNameLst>
                                      </p:cBhvr>
                                      <p:tavLst>
                                        <p:tav tm="0">
                                          <p:val>
                                            <p:fltVal val="0"/>
                                          </p:val>
                                        </p:tav>
                                        <p:tav tm="100000">
                                          <p:val>
                                            <p:strVal val="#ppt_w"/>
                                          </p:val>
                                        </p:tav>
                                      </p:tavLst>
                                    </p:anim>
                                    <p:anim calcmode="lin" valueType="num">
                                      <p:cBhvr>
                                        <p:cTn id="39" dur="500" fill="hold"/>
                                        <p:tgtEl>
                                          <p:spTgt spid="30"/>
                                        </p:tgtEl>
                                        <p:attrNameLst>
                                          <p:attrName>ppt_h</p:attrName>
                                        </p:attrNameLst>
                                      </p:cBhvr>
                                      <p:tavLst>
                                        <p:tav tm="0">
                                          <p:val>
                                            <p:fltVal val="0"/>
                                          </p:val>
                                        </p:tav>
                                        <p:tav tm="100000">
                                          <p:val>
                                            <p:strVal val="#ppt_h"/>
                                          </p:val>
                                        </p:tav>
                                      </p:tavLst>
                                    </p:anim>
                                    <p:animEffect transition="in" filter="fade">
                                      <p:cBhvr>
                                        <p:cTn id="40" dur="500"/>
                                        <p:tgtEl>
                                          <p:spTgt spid="30"/>
                                        </p:tgtEl>
                                      </p:cBhvr>
                                    </p:animEffect>
                                  </p:childTnLst>
                                </p:cTn>
                              </p:par>
                            </p:childTnLst>
                          </p:cTn>
                        </p:par>
                        <p:par>
                          <p:cTn id="41" fill="hold">
                            <p:stCondLst>
                              <p:cond delay="3000"/>
                            </p:stCondLst>
                            <p:childTnLst>
                              <p:par>
                                <p:cTn id="42" presetID="18" presetClass="entr" presetSubtype="12" fill="hold"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strips(downLeft)">
                                      <p:cBhvr>
                                        <p:cTn id="44" dur="500"/>
                                        <p:tgtEl>
                                          <p:spTgt spid="26"/>
                                        </p:tgtEl>
                                      </p:cBhvr>
                                    </p:animEffect>
                                  </p:childTnLst>
                                </p:cTn>
                              </p:par>
                            </p:childTnLst>
                          </p:cTn>
                        </p:par>
                        <p:par>
                          <p:cTn id="45" fill="hold">
                            <p:stCondLst>
                              <p:cond delay="3500"/>
                            </p:stCondLst>
                            <p:childTnLst>
                              <p:par>
                                <p:cTn id="46" presetID="18" presetClass="entr" presetSubtype="3" fill="hold" nodeType="afterEffect">
                                  <p:stCondLst>
                                    <p:cond delay="0"/>
                                  </p:stCondLst>
                                  <p:childTnLst>
                                    <p:set>
                                      <p:cBhvr>
                                        <p:cTn id="47" dur="1" fill="hold">
                                          <p:stCondLst>
                                            <p:cond delay="0"/>
                                          </p:stCondLst>
                                        </p:cTn>
                                        <p:tgtEl>
                                          <p:spTgt spid="42"/>
                                        </p:tgtEl>
                                        <p:attrNameLst>
                                          <p:attrName>style.visibility</p:attrName>
                                        </p:attrNameLst>
                                      </p:cBhvr>
                                      <p:to>
                                        <p:strVal val="visible"/>
                                      </p:to>
                                    </p:set>
                                    <p:animEffect transition="in" filter="strips(upRight)">
                                      <p:cBhvr>
                                        <p:cTn id="48" dur="500"/>
                                        <p:tgtEl>
                                          <p:spTgt spid="42"/>
                                        </p:tgtEl>
                                      </p:cBhvr>
                                    </p:animEffect>
                                  </p:childTnLst>
                                </p:cTn>
                              </p:par>
                            </p:childTnLst>
                          </p:cTn>
                        </p:par>
                        <p:par>
                          <p:cTn id="49" fill="hold">
                            <p:stCondLst>
                              <p:cond delay="4000"/>
                            </p:stCondLst>
                            <p:childTnLst>
                              <p:par>
                                <p:cTn id="50" presetID="53" presetClass="entr" presetSubtype="0" fill="hold" grpId="0" nodeType="after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p:cTn id="52" dur="500" fill="hold"/>
                                        <p:tgtEl>
                                          <p:spTgt spid="35"/>
                                        </p:tgtEl>
                                        <p:attrNameLst>
                                          <p:attrName>ppt_w</p:attrName>
                                        </p:attrNameLst>
                                      </p:cBhvr>
                                      <p:tavLst>
                                        <p:tav tm="0">
                                          <p:val>
                                            <p:fltVal val="0"/>
                                          </p:val>
                                        </p:tav>
                                        <p:tav tm="100000">
                                          <p:val>
                                            <p:strVal val="#ppt_w"/>
                                          </p:val>
                                        </p:tav>
                                      </p:tavLst>
                                    </p:anim>
                                    <p:anim calcmode="lin" valueType="num">
                                      <p:cBhvr>
                                        <p:cTn id="53" dur="500" fill="hold"/>
                                        <p:tgtEl>
                                          <p:spTgt spid="35"/>
                                        </p:tgtEl>
                                        <p:attrNameLst>
                                          <p:attrName>ppt_h</p:attrName>
                                        </p:attrNameLst>
                                      </p:cBhvr>
                                      <p:tavLst>
                                        <p:tav tm="0">
                                          <p:val>
                                            <p:fltVal val="0"/>
                                          </p:val>
                                        </p:tav>
                                        <p:tav tm="100000">
                                          <p:val>
                                            <p:strVal val="#ppt_h"/>
                                          </p:val>
                                        </p:tav>
                                      </p:tavLst>
                                    </p:anim>
                                    <p:animEffect transition="in" filter="fade">
                                      <p:cBhvr>
                                        <p:cTn id="54" dur="500"/>
                                        <p:tgtEl>
                                          <p:spTgt spid="35"/>
                                        </p:tgtEl>
                                      </p:cBhvr>
                                    </p:animEffect>
                                  </p:childTnLst>
                                </p:cTn>
                              </p:par>
                            </p:childTnLst>
                          </p:cTn>
                        </p:par>
                        <p:par>
                          <p:cTn id="55" fill="hold">
                            <p:stCondLst>
                              <p:cond delay="4500"/>
                            </p:stCondLst>
                            <p:childTnLst>
                              <p:par>
                                <p:cTn id="56" presetID="53" presetClass="entr" presetSubtype="0" fill="hold" grpId="0" nodeType="afterEffect">
                                  <p:stCondLst>
                                    <p:cond delay="0"/>
                                  </p:stCondLst>
                                  <p:childTnLst>
                                    <p:set>
                                      <p:cBhvr>
                                        <p:cTn id="57" dur="1" fill="hold">
                                          <p:stCondLst>
                                            <p:cond delay="0"/>
                                          </p:stCondLst>
                                        </p:cTn>
                                        <p:tgtEl>
                                          <p:spTgt spid="31"/>
                                        </p:tgtEl>
                                        <p:attrNameLst>
                                          <p:attrName>style.visibility</p:attrName>
                                        </p:attrNameLst>
                                      </p:cBhvr>
                                      <p:to>
                                        <p:strVal val="visible"/>
                                      </p:to>
                                    </p:set>
                                    <p:anim calcmode="lin" valueType="num">
                                      <p:cBhvr>
                                        <p:cTn id="58" dur="500" fill="hold"/>
                                        <p:tgtEl>
                                          <p:spTgt spid="31"/>
                                        </p:tgtEl>
                                        <p:attrNameLst>
                                          <p:attrName>ppt_w</p:attrName>
                                        </p:attrNameLst>
                                      </p:cBhvr>
                                      <p:tavLst>
                                        <p:tav tm="0">
                                          <p:val>
                                            <p:fltVal val="0"/>
                                          </p:val>
                                        </p:tav>
                                        <p:tav tm="100000">
                                          <p:val>
                                            <p:strVal val="#ppt_w"/>
                                          </p:val>
                                        </p:tav>
                                      </p:tavLst>
                                    </p:anim>
                                    <p:anim calcmode="lin" valueType="num">
                                      <p:cBhvr>
                                        <p:cTn id="59" dur="500" fill="hold"/>
                                        <p:tgtEl>
                                          <p:spTgt spid="31"/>
                                        </p:tgtEl>
                                        <p:attrNameLst>
                                          <p:attrName>ppt_h</p:attrName>
                                        </p:attrNameLst>
                                      </p:cBhvr>
                                      <p:tavLst>
                                        <p:tav tm="0">
                                          <p:val>
                                            <p:fltVal val="0"/>
                                          </p:val>
                                        </p:tav>
                                        <p:tav tm="100000">
                                          <p:val>
                                            <p:strVal val="#ppt_h"/>
                                          </p:val>
                                        </p:tav>
                                      </p:tavLst>
                                    </p:anim>
                                    <p:animEffect transition="in" filter="fade">
                                      <p:cBhvr>
                                        <p:cTn id="60" dur="500"/>
                                        <p:tgtEl>
                                          <p:spTgt spid="31"/>
                                        </p:tgtEl>
                                      </p:cBhvr>
                                    </p:animEffect>
                                  </p:childTnLst>
                                </p:cTn>
                              </p:par>
                              <p:par>
                                <p:cTn id="61" presetID="42" presetClass="entr" presetSubtype="0" fill="hold" nodeType="withEffect">
                                  <p:stCondLst>
                                    <p:cond delay="0"/>
                                  </p:stCondLst>
                                  <p:childTnLst>
                                    <p:set>
                                      <p:cBhvr>
                                        <p:cTn id="62" dur="1" fill="hold">
                                          <p:stCondLst>
                                            <p:cond delay="0"/>
                                          </p:stCondLst>
                                        </p:cTn>
                                        <p:tgtEl>
                                          <p:spTgt spid="3"/>
                                        </p:tgtEl>
                                        <p:attrNameLst>
                                          <p:attrName>style.visibility</p:attrName>
                                        </p:attrNameLst>
                                      </p:cBhvr>
                                      <p:to>
                                        <p:strVal val="visible"/>
                                      </p:to>
                                    </p:set>
                                    <p:animEffect transition="in" filter="fade">
                                      <p:cBhvr>
                                        <p:cTn id="63" dur="500"/>
                                        <p:tgtEl>
                                          <p:spTgt spid="3"/>
                                        </p:tgtEl>
                                      </p:cBhvr>
                                    </p:animEffect>
                                    <p:anim calcmode="lin" valueType="num">
                                      <p:cBhvr>
                                        <p:cTn id="64" dur="500" fill="hold"/>
                                        <p:tgtEl>
                                          <p:spTgt spid="3"/>
                                        </p:tgtEl>
                                        <p:attrNameLst>
                                          <p:attrName>ppt_x</p:attrName>
                                        </p:attrNameLst>
                                      </p:cBhvr>
                                      <p:tavLst>
                                        <p:tav tm="0">
                                          <p:val>
                                            <p:strVal val="#ppt_x"/>
                                          </p:val>
                                        </p:tav>
                                        <p:tav tm="100000">
                                          <p:val>
                                            <p:strVal val="#ppt_x"/>
                                          </p:val>
                                        </p:tav>
                                      </p:tavLst>
                                    </p:anim>
                                    <p:anim calcmode="lin" valueType="num">
                                      <p:cBhvr>
                                        <p:cTn id="65" dur="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animBg="1"/>
      <p:bldP spid="30" grpId="0"/>
      <p:bldP spid="35" grpId="0" animBg="1"/>
      <p:bldP spid="29" grpId="0" animBg="1"/>
      <p:bldP spid="31"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0"/>
            <a:ext cx="9144000" cy="51435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6" name="Straight Connector 25"/>
          <p:cNvCxnSpPr/>
          <p:nvPr/>
        </p:nvCxnSpPr>
        <p:spPr>
          <a:xfrm>
            <a:off x="4586664" y="4127139"/>
            <a:ext cx="0" cy="1016361"/>
          </a:xfrm>
          <a:prstGeom prst="line">
            <a:avLst/>
          </a:prstGeom>
          <a:ln w="19050">
            <a:solidFill>
              <a:schemeClr val="bg1"/>
            </a:solidFill>
            <a:prstDash val="solid"/>
            <a:head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586664" y="2571750"/>
            <a:ext cx="0" cy="864105"/>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586664" y="1765252"/>
            <a:ext cx="0" cy="806498"/>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a:stCxn id="13" idx="0"/>
          </p:cNvCxnSpPr>
          <p:nvPr/>
        </p:nvCxnSpPr>
        <p:spPr>
          <a:xfrm>
            <a:off x="4572000" y="0"/>
            <a:ext cx="14664" cy="1141399"/>
          </a:xfrm>
          <a:prstGeom prst="line">
            <a:avLst/>
          </a:prstGeom>
          <a:ln w="19050">
            <a:solidFill>
              <a:schemeClr val="bg1"/>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4413842" y="2398929"/>
            <a:ext cx="345644" cy="345642"/>
          </a:xfrm>
          <a:prstGeom prst="ellipse">
            <a:avLst/>
          </a:prstGeom>
          <a:solidFill>
            <a:schemeClr val="bg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bg1"/>
              </a:solidFill>
              <a:latin typeface="FontAwesome" pitchFamily="2" charset="0"/>
            </a:endParaRPr>
          </a:p>
        </p:txBody>
      </p:sp>
      <p:sp>
        <p:nvSpPr>
          <p:cNvPr id="14" name="TextBox 13"/>
          <p:cNvSpPr txBox="1"/>
          <p:nvPr/>
        </p:nvSpPr>
        <p:spPr>
          <a:xfrm>
            <a:off x="4315520" y="1323446"/>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2008</a:t>
            </a:r>
            <a:endParaRPr lang="en-US" sz="1800" dirty="0">
              <a:solidFill>
                <a:schemeClr val="bg1"/>
              </a:solidFill>
            </a:endParaRPr>
          </a:p>
        </p:txBody>
      </p:sp>
      <p:sp>
        <p:nvSpPr>
          <p:cNvPr id="17" name="Sev01"/>
          <p:cNvSpPr>
            <a:spLocks noChangeAspect="1"/>
          </p:cNvSpPr>
          <p:nvPr/>
        </p:nvSpPr>
        <p:spPr>
          <a:xfrm>
            <a:off x="3122725" y="1171416"/>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grpSp>
        <p:nvGrpSpPr>
          <p:cNvPr id="2" name="Group 38"/>
          <p:cNvGrpSpPr/>
          <p:nvPr/>
        </p:nvGrpSpPr>
        <p:grpSpPr>
          <a:xfrm>
            <a:off x="481903" y="1319764"/>
            <a:ext cx="2522695" cy="518900"/>
            <a:chOff x="885153" y="1438589"/>
            <a:chExt cx="2522695" cy="518900"/>
          </a:xfrm>
        </p:grpSpPr>
        <p:sp>
          <p:nvSpPr>
            <p:cNvPr id="22" name="TextBox 21"/>
            <p:cNvSpPr txBox="1"/>
            <p:nvPr/>
          </p:nvSpPr>
          <p:spPr>
            <a:xfrm>
              <a:off x="1808051" y="1438589"/>
              <a:ext cx="1599797" cy="215444"/>
            </a:xfrm>
            <a:prstGeom prst="rect">
              <a:avLst/>
            </a:prstGeom>
            <a:noFill/>
          </p:spPr>
          <p:txBody>
            <a:bodyPr wrap="none" lIns="0" tIns="0" rIns="0" bIns="0" rtlCol="0" anchor="ctr">
              <a:spAutoFit/>
            </a:bodyPr>
            <a:lstStyle/>
            <a:p>
              <a:pPr algn="r"/>
              <a:r>
                <a:rPr lang="en-US" sz="1400" b="1" dirty="0">
                  <a:solidFill>
                    <a:schemeClr val="bg1"/>
                  </a:solidFill>
                </a:rPr>
                <a:t>Evaluating Results</a:t>
              </a:r>
            </a:p>
          </p:txBody>
        </p:sp>
        <p:sp>
          <p:nvSpPr>
            <p:cNvPr id="24" name="TextBox 23"/>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cxnSp>
        <p:nvCxnSpPr>
          <p:cNvPr id="28" name="Shape 27"/>
          <p:cNvCxnSpPr/>
          <p:nvPr/>
        </p:nvCxnSpPr>
        <p:spPr>
          <a:xfrm rot="5400000" flipH="1" flipV="1">
            <a:off x="3808246" y="402524"/>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315520" y="3666283"/>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2009</a:t>
            </a:r>
            <a:endParaRPr lang="en-US" sz="1800" dirty="0">
              <a:solidFill>
                <a:schemeClr val="bg1"/>
              </a:solidFill>
            </a:endParaRPr>
          </a:p>
        </p:txBody>
      </p:sp>
      <p:sp>
        <p:nvSpPr>
          <p:cNvPr id="35" name="Sev01"/>
          <p:cNvSpPr>
            <a:spLocks noChangeAspect="1"/>
          </p:cNvSpPr>
          <p:nvPr/>
        </p:nvSpPr>
        <p:spPr>
          <a:xfrm>
            <a:off x="5248255" y="3397949"/>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grpSp>
        <p:nvGrpSpPr>
          <p:cNvPr id="3" name="Group 38"/>
          <p:cNvGrpSpPr/>
          <p:nvPr/>
        </p:nvGrpSpPr>
        <p:grpSpPr>
          <a:xfrm>
            <a:off x="6179067" y="3546297"/>
            <a:ext cx="2522695" cy="518900"/>
            <a:chOff x="885153" y="1438589"/>
            <a:chExt cx="2522695" cy="518900"/>
          </a:xfrm>
        </p:grpSpPr>
        <p:sp>
          <p:nvSpPr>
            <p:cNvPr id="40" name="TextBox 39"/>
            <p:cNvSpPr txBox="1"/>
            <p:nvPr/>
          </p:nvSpPr>
          <p:spPr>
            <a:xfrm>
              <a:off x="914757" y="1438589"/>
              <a:ext cx="1311256" cy="215444"/>
            </a:xfrm>
            <a:prstGeom prst="rect">
              <a:avLst/>
            </a:prstGeom>
            <a:noFill/>
          </p:spPr>
          <p:txBody>
            <a:bodyPr wrap="none" lIns="0" tIns="0" rIns="0" bIns="0" rtlCol="0" anchor="ctr">
              <a:spAutoFit/>
            </a:bodyPr>
            <a:lstStyle/>
            <a:p>
              <a:r>
                <a:rPr lang="en-US" sz="1400" b="1" dirty="0">
                  <a:solidFill>
                    <a:schemeClr val="bg1"/>
                  </a:solidFill>
                </a:rPr>
                <a:t>Reconstruction</a:t>
              </a:r>
            </a:p>
          </p:txBody>
        </p:sp>
        <p:sp>
          <p:nvSpPr>
            <p:cNvPr id="41" name="TextBox 40"/>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cxnSp>
        <p:nvCxnSpPr>
          <p:cNvPr id="42" name="Shape 41"/>
          <p:cNvCxnSpPr/>
          <p:nvPr/>
        </p:nvCxnSpPr>
        <p:spPr>
          <a:xfrm rot="5400000">
            <a:off x="4878754" y="3964175"/>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Freeform 6"/>
          <p:cNvSpPr>
            <a:spLocks noEditPoints="1"/>
          </p:cNvSpPr>
          <p:nvPr/>
        </p:nvSpPr>
        <p:spPr bwMode="auto">
          <a:xfrm>
            <a:off x="3294173" y="1394244"/>
            <a:ext cx="472702" cy="369940"/>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64"/>
          <p:cNvSpPr>
            <a:spLocks noEditPoints="1"/>
          </p:cNvSpPr>
          <p:nvPr/>
        </p:nvSpPr>
        <p:spPr bwMode="auto">
          <a:xfrm>
            <a:off x="5425328" y="3613705"/>
            <a:ext cx="461453" cy="384084"/>
          </a:xfrm>
          <a:custGeom>
            <a:avLst/>
            <a:gdLst/>
            <a:ahLst/>
            <a:cxnLst>
              <a:cxn ang="0">
                <a:pos x="77" y="51"/>
              </a:cxn>
              <a:cxn ang="0">
                <a:pos x="75" y="55"/>
              </a:cxn>
              <a:cxn ang="0">
                <a:pos x="59" y="63"/>
              </a:cxn>
              <a:cxn ang="0">
                <a:pos x="57" y="64"/>
              </a:cxn>
              <a:cxn ang="0">
                <a:pos x="55" y="63"/>
              </a:cxn>
              <a:cxn ang="0">
                <a:pos x="39" y="55"/>
              </a:cxn>
              <a:cxn ang="0">
                <a:pos x="39" y="55"/>
              </a:cxn>
              <a:cxn ang="0">
                <a:pos x="38" y="55"/>
              </a:cxn>
              <a:cxn ang="0">
                <a:pos x="22" y="63"/>
              </a:cxn>
              <a:cxn ang="0">
                <a:pos x="20" y="64"/>
              </a:cxn>
              <a:cxn ang="0">
                <a:pos x="18" y="63"/>
              </a:cxn>
              <a:cxn ang="0">
                <a:pos x="2" y="55"/>
              </a:cxn>
              <a:cxn ang="0">
                <a:pos x="0" y="51"/>
              </a:cxn>
              <a:cxn ang="0">
                <a:pos x="0" y="37"/>
              </a:cxn>
              <a:cxn ang="0">
                <a:pos x="3" y="32"/>
              </a:cxn>
              <a:cxn ang="0">
                <a:pos x="18" y="26"/>
              </a:cxn>
              <a:cxn ang="0">
                <a:pos x="18" y="11"/>
              </a:cxn>
              <a:cxn ang="0">
                <a:pos x="21" y="7"/>
              </a:cxn>
              <a:cxn ang="0">
                <a:pos x="37" y="0"/>
              </a:cxn>
              <a:cxn ang="0">
                <a:pos x="39" y="0"/>
              </a:cxn>
              <a:cxn ang="0">
                <a:pos x="40" y="0"/>
              </a:cxn>
              <a:cxn ang="0">
                <a:pos x="56" y="7"/>
              </a:cxn>
              <a:cxn ang="0">
                <a:pos x="59" y="11"/>
              </a:cxn>
              <a:cxn ang="0">
                <a:pos x="59" y="26"/>
              </a:cxn>
              <a:cxn ang="0">
                <a:pos x="75" y="32"/>
              </a:cxn>
              <a:cxn ang="0">
                <a:pos x="77" y="37"/>
              </a:cxn>
              <a:cxn ang="0">
                <a:pos x="77" y="51"/>
              </a:cxn>
              <a:cxn ang="0">
                <a:pos x="35" y="36"/>
              </a:cxn>
              <a:cxn ang="0">
                <a:pos x="20" y="30"/>
              </a:cxn>
              <a:cxn ang="0">
                <a:pos x="6" y="36"/>
              </a:cxn>
              <a:cxn ang="0">
                <a:pos x="20" y="42"/>
              </a:cxn>
              <a:cxn ang="0">
                <a:pos x="35" y="36"/>
              </a:cxn>
              <a:cxn ang="0">
                <a:pos x="36" y="51"/>
              </a:cxn>
              <a:cxn ang="0">
                <a:pos x="36" y="40"/>
              </a:cxn>
              <a:cxn ang="0">
                <a:pos x="23" y="46"/>
              </a:cxn>
              <a:cxn ang="0">
                <a:pos x="23" y="58"/>
              </a:cxn>
              <a:cxn ang="0">
                <a:pos x="36" y="51"/>
              </a:cxn>
              <a:cxn ang="0">
                <a:pos x="54" y="11"/>
              </a:cxn>
              <a:cxn ang="0">
                <a:pos x="39" y="5"/>
              </a:cxn>
              <a:cxn ang="0">
                <a:pos x="23" y="11"/>
              </a:cxn>
              <a:cxn ang="0">
                <a:pos x="39" y="18"/>
              </a:cxn>
              <a:cxn ang="0">
                <a:pos x="54" y="11"/>
              </a:cxn>
              <a:cxn ang="0">
                <a:pos x="55" y="26"/>
              </a:cxn>
              <a:cxn ang="0">
                <a:pos x="55" y="16"/>
              </a:cxn>
              <a:cxn ang="0">
                <a:pos x="41" y="22"/>
              </a:cxn>
              <a:cxn ang="0">
                <a:pos x="41" y="32"/>
              </a:cxn>
              <a:cxn ang="0">
                <a:pos x="55" y="26"/>
              </a:cxn>
              <a:cxn ang="0">
                <a:pos x="71" y="36"/>
              </a:cxn>
              <a:cxn ang="0">
                <a:pos x="57" y="30"/>
              </a:cxn>
              <a:cxn ang="0">
                <a:pos x="42" y="36"/>
              </a:cxn>
              <a:cxn ang="0">
                <a:pos x="57" y="42"/>
              </a:cxn>
              <a:cxn ang="0">
                <a:pos x="71" y="36"/>
              </a:cxn>
              <a:cxn ang="0">
                <a:pos x="73" y="51"/>
              </a:cxn>
              <a:cxn ang="0">
                <a:pos x="73" y="40"/>
              </a:cxn>
              <a:cxn ang="0">
                <a:pos x="59" y="46"/>
              </a:cxn>
              <a:cxn ang="0">
                <a:pos x="59" y="58"/>
              </a:cxn>
              <a:cxn ang="0">
                <a:pos x="73" y="51"/>
              </a:cxn>
            </a:cxnLst>
            <a:rect l="0" t="0" r="r" b="b"/>
            <a:pathLst>
              <a:path w="77" h="64">
                <a:moveTo>
                  <a:pt x="77" y="51"/>
                </a:moveTo>
                <a:cubicBezTo>
                  <a:pt x="77" y="53"/>
                  <a:pt x="76" y="55"/>
                  <a:pt x="75" y="55"/>
                </a:cubicBezTo>
                <a:cubicBezTo>
                  <a:pt x="59" y="63"/>
                  <a:pt x="59" y="63"/>
                  <a:pt x="59" y="63"/>
                </a:cubicBezTo>
                <a:cubicBezTo>
                  <a:pt x="58" y="64"/>
                  <a:pt x="58" y="64"/>
                  <a:pt x="57" y="64"/>
                </a:cubicBezTo>
                <a:cubicBezTo>
                  <a:pt x="56" y="64"/>
                  <a:pt x="55" y="64"/>
                  <a:pt x="55" y="63"/>
                </a:cubicBezTo>
                <a:cubicBezTo>
                  <a:pt x="39" y="55"/>
                  <a:pt x="39" y="55"/>
                  <a:pt x="39" y="55"/>
                </a:cubicBezTo>
                <a:cubicBezTo>
                  <a:pt x="39" y="55"/>
                  <a:pt x="39" y="55"/>
                  <a:pt x="39" y="55"/>
                </a:cubicBezTo>
                <a:cubicBezTo>
                  <a:pt x="39" y="55"/>
                  <a:pt x="38" y="55"/>
                  <a:pt x="38" y="55"/>
                </a:cubicBezTo>
                <a:cubicBezTo>
                  <a:pt x="22" y="63"/>
                  <a:pt x="22" y="63"/>
                  <a:pt x="22" y="63"/>
                </a:cubicBezTo>
                <a:cubicBezTo>
                  <a:pt x="22" y="64"/>
                  <a:pt x="21" y="64"/>
                  <a:pt x="20" y="64"/>
                </a:cubicBezTo>
                <a:cubicBezTo>
                  <a:pt x="20" y="64"/>
                  <a:pt x="19" y="64"/>
                  <a:pt x="18" y="63"/>
                </a:cubicBezTo>
                <a:cubicBezTo>
                  <a:pt x="2" y="55"/>
                  <a:pt x="2" y="55"/>
                  <a:pt x="2" y="55"/>
                </a:cubicBezTo>
                <a:cubicBezTo>
                  <a:pt x="1" y="55"/>
                  <a:pt x="0" y="53"/>
                  <a:pt x="0" y="51"/>
                </a:cubicBezTo>
                <a:cubicBezTo>
                  <a:pt x="0" y="37"/>
                  <a:pt x="0" y="37"/>
                  <a:pt x="0" y="37"/>
                </a:cubicBezTo>
                <a:cubicBezTo>
                  <a:pt x="0" y="35"/>
                  <a:pt x="1" y="33"/>
                  <a:pt x="3" y="32"/>
                </a:cubicBezTo>
                <a:cubicBezTo>
                  <a:pt x="18" y="26"/>
                  <a:pt x="18" y="26"/>
                  <a:pt x="18" y="26"/>
                </a:cubicBezTo>
                <a:cubicBezTo>
                  <a:pt x="18" y="11"/>
                  <a:pt x="18" y="11"/>
                  <a:pt x="18" y="11"/>
                </a:cubicBezTo>
                <a:cubicBezTo>
                  <a:pt x="18" y="10"/>
                  <a:pt x="19" y="8"/>
                  <a:pt x="21" y="7"/>
                </a:cubicBezTo>
                <a:cubicBezTo>
                  <a:pt x="37" y="0"/>
                  <a:pt x="37" y="0"/>
                  <a:pt x="37" y="0"/>
                </a:cubicBezTo>
                <a:cubicBezTo>
                  <a:pt x="37" y="0"/>
                  <a:pt x="38" y="0"/>
                  <a:pt x="39" y="0"/>
                </a:cubicBezTo>
                <a:cubicBezTo>
                  <a:pt x="39" y="0"/>
                  <a:pt x="40" y="0"/>
                  <a:pt x="40" y="0"/>
                </a:cubicBezTo>
                <a:cubicBezTo>
                  <a:pt x="56" y="7"/>
                  <a:pt x="56" y="7"/>
                  <a:pt x="56" y="7"/>
                </a:cubicBezTo>
                <a:cubicBezTo>
                  <a:pt x="58" y="8"/>
                  <a:pt x="59" y="10"/>
                  <a:pt x="59" y="11"/>
                </a:cubicBezTo>
                <a:cubicBezTo>
                  <a:pt x="59" y="26"/>
                  <a:pt x="59" y="26"/>
                  <a:pt x="59" y="26"/>
                </a:cubicBezTo>
                <a:cubicBezTo>
                  <a:pt x="75" y="32"/>
                  <a:pt x="75" y="32"/>
                  <a:pt x="75" y="32"/>
                </a:cubicBezTo>
                <a:cubicBezTo>
                  <a:pt x="76" y="33"/>
                  <a:pt x="77" y="35"/>
                  <a:pt x="77" y="37"/>
                </a:cubicBezTo>
                <a:lnTo>
                  <a:pt x="77" y="51"/>
                </a:lnTo>
                <a:close/>
                <a:moveTo>
                  <a:pt x="35" y="36"/>
                </a:moveTo>
                <a:cubicBezTo>
                  <a:pt x="20" y="30"/>
                  <a:pt x="20" y="30"/>
                  <a:pt x="20" y="30"/>
                </a:cubicBezTo>
                <a:cubicBezTo>
                  <a:pt x="6" y="36"/>
                  <a:pt x="6" y="36"/>
                  <a:pt x="6" y="36"/>
                </a:cubicBezTo>
                <a:cubicBezTo>
                  <a:pt x="20" y="42"/>
                  <a:pt x="20" y="42"/>
                  <a:pt x="20" y="42"/>
                </a:cubicBezTo>
                <a:lnTo>
                  <a:pt x="35" y="36"/>
                </a:lnTo>
                <a:close/>
                <a:moveTo>
                  <a:pt x="36" y="51"/>
                </a:moveTo>
                <a:cubicBezTo>
                  <a:pt x="36" y="40"/>
                  <a:pt x="36" y="40"/>
                  <a:pt x="36" y="40"/>
                </a:cubicBezTo>
                <a:cubicBezTo>
                  <a:pt x="23" y="46"/>
                  <a:pt x="23" y="46"/>
                  <a:pt x="23" y="46"/>
                </a:cubicBezTo>
                <a:cubicBezTo>
                  <a:pt x="23" y="58"/>
                  <a:pt x="23" y="58"/>
                  <a:pt x="23" y="58"/>
                </a:cubicBezTo>
                <a:lnTo>
                  <a:pt x="36" y="51"/>
                </a:lnTo>
                <a:close/>
                <a:moveTo>
                  <a:pt x="54" y="11"/>
                </a:moveTo>
                <a:cubicBezTo>
                  <a:pt x="39" y="5"/>
                  <a:pt x="39" y="5"/>
                  <a:pt x="39" y="5"/>
                </a:cubicBezTo>
                <a:cubicBezTo>
                  <a:pt x="23" y="11"/>
                  <a:pt x="23" y="11"/>
                  <a:pt x="23" y="11"/>
                </a:cubicBezTo>
                <a:cubicBezTo>
                  <a:pt x="39" y="18"/>
                  <a:pt x="39" y="18"/>
                  <a:pt x="39" y="18"/>
                </a:cubicBezTo>
                <a:lnTo>
                  <a:pt x="54" y="11"/>
                </a:lnTo>
                <a:close/>
                <a:moveTo>
                  <a:pt x="55" y="26"/>
                </a:moveTo>
                <a:cubicBezTo>
                  <a:pt x="55" y="16"/>
                  <a:pt x="55" y="16"/>
                  <a:pt x="55" y="16"/>
                </a:cubicBezTo>
                <a:cubicBezTo>
                  <a:pt x="41" y="22"/>
                  <a:pt x="41" y="22"/>
                  <a:pt x="41" y="22"/>
                </a:cubicBezTo>
                <a:cubicBezTo>
                  <a:pt x="41" y="32"/>
                  <a:pt x="41" y="32"/>
                  <a:pt x="41" y="32"/>
                </a:cubicBezTo>
                <a:lnTo>
                  <a:pt x="55" y="26"/>
                </a:lnTo>
                <a:close/>
                <a:moveTo>
                  <a:pt x="71" y="36"/>
                </a:moveTo>
                <a:cubicBezTo>
                  <a:pt x="57" y="30"/>
                  <a:pt x="57" y="30"/>
                  <a:pt x="57" y="30"/>
                </a:cubicBezTo>
                <a:cubicBezTo>
                  <a:pt x="42" y="36"/>
                  <a:pt x="42" y="36"/>
                  <a:pt x="42" y="36"/>
                </a:cubicBezTo>
                <a:cubicBezTo>
                  <a:pt x="57" y="42"/>
                  <a:pt x="57" y="42"/>
                  <a:pt x="57" y="42"/>
                </a:cubicBezTo>
                <a:lnTo>
                  <a:pt x="71" y="36"/>
                </a:lnTo>
                <a:close/>
                <a:moveTo>
                  <a:pt x="73" y="51"/>
                </a:moveTo>
                <a:cubicBezTo>
                  <a:pt x="73" y="40"/>
                  <a:pt x="73" y="40"/>
                  <a:pt x="73" y="40"/>
                </a:cubicBezTo>
                <a:cubicBezTo>
                  <a:pt x="59" y="46"/>
                  <a:pt x="59" y="46"/>
                  <a:pt x="59" y="46"/>
                </a:cubicBezTo>
                <a:cubicBezTo>
                  <a:pt x="59" y="58"/>
                  <a:pt x="59" y="58"/>
                  <a:pt x="59" y="58"/>
                </a:cubicBezTo>
                <a:lnTo>
                  <a:pt x="73" y="5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strips(downLeft)">
                                      <p:cBhvr>
                                        <p:cTn id="7" dur="500"/>
                                        <p:tgtEl>
                                          <p:spTgt spid="18"/>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animEffect transition="in" filter="fade">
                                      <p:cBhvr>
                                        <p:cTn id="13" dur="500"/>
                                        <p:tgtEl>
                                          <p:spTgt spid="14"/>
                                        </p:tgtEl>
                                      </p:cBhvr>
                                    </p:animEffect>
                                  </p:childTnLst>
                                </p:cTn>
                              </p:par>
                            </p:childTnLst>
                          </p:cTn>
                        </p:par>
                        <p:par>
                          <p:cTn id="14" fill="hold">
                            <p:stCondLst>
                              <p:cond delay="1000"/>
                            </p:stCondLst>
                            <p:childTnLst>
                              <p:par>
                                <p:cTn id="15" presetID="18" presetClass="entr" presetSubtype="12"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strips(downLeft)">
                                      <p:cBhvr>
                                        <p:cTn id="17" dur="500"/>
                                        <p:tgtEl>
                                          <p:spTgt spid="28"/>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p:cTn id="27" dur="500" fill="hold"/>
                                        <p:tgtEl>
                                          <p:spTgt spid="25"/>
                                        </p:tgtEl>
                                        <p:attrNameLst>
                                          <p:attrName>ppt_w</p:attrName>
                                        </p:attrNameLst>
                                      </p:cBhvr>
                                      <p:tavLst>
                                        <p:tav tm="0">
                                          <p:val>
                                            <p:fltVal val="0"/>
                                          </p:val>
                                        </p:tav>
                                        <p:tav tm="100000">
                                          <p:val>
                                            <p:strVal val="#ppt_w"/>
                                          </p:val>
                                        </p:tav>
                                      </p:tavLst>
                                    </p:anim>
                                    <p:anim calcmode="lin" valueType="num">
                                      <p:cBhvr>
                                        <p:cTn id="28" dur="500" fill="hold"/>
                                        <p:tgtEl>
                                          <p:spTgt spid="25"/>
                                        </p:tgtEl>
                                        <p:attrNameLst>
                                          <p:attrName>ppt_h</p:attrName>
                                        </p:attrNameLst>
                                      </p:cBhvr>
                                      <p:tavLst>
                                        <p:tav tm="0">
                                          <p:val>
                                            <p:fltVal val="0"/>
                                          </p:val>
                                        </p:tav>
                                        <p:tav tm="100000">
                                          <p:val>
                                            <p:strVal val="#ppt_h"/>
                                          </p:val>
                                        </p:tav>
                                      </p:tavLst>
                                    </p:anim>
                                    <p:animEffect transition="in" filter="fade">
                                      <p:cBhvr>
                                        <p:cTn id="29" dur="500"/>
                                        <p:tgtEl>
                                          <p:spTgt spid="25"/>
                                        </p:tgtEl>
                                      </p:cBhvr>
                                    </p:animEffect>
                                  </p:childTnLst>
                                </p:cTn>
                              </p:par>
                              <p:par>
                                <p:cTn id="30" presetID="42" presetClass="entr" presetSubtype="0" fill="hold" nodeType="with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anim calcmode="lin" valueType="num">
                                      <p:cBhvr>
                                        <p:cTn id="33" dur="500" fill="hold"/>
                                        <p:tgtEl>
                                          <p:spTgt spid="2"/>
                                        </p:tgtEl>
                                        <p:attrNameLst>
                                          <p:attrName>ppt_x</p:attrName>
                                        </p:attrNameLst>
                                      </p:cBhvr>
                                      <p:tavLst>
                                        <p:tav tm="0">
                                          <p:val>
                                            <p:strVal val="#ppt_x"/>
                                          </p:val>
                                        </p:tav>
                                        <p:tav tm="100000">
                                          <p:val>
                                            <p:strVal val="#ppt_x"/>
                                          </p:val>
                                        </p:tav>
                                      </p:tavLst>
                                    </p:anim>
                                    <p:anim calcmode="lin" valueType="num">
                                      <p:cBhvr>
                                        <p:cTn id="34" dur="500" fill="hold"/>
                                        <p:tgtEl>
                                          <p:spTgt spid="2"/>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30"/>
                                        </p:tgtEl>
                                        <p:attrNameLst>
                                          <p:attrName>style.visibility</p:attrName>
                                        </p:attrNameLst>
                                      </p:cBhvr>
                                      <p:to>
                                        <p:strVal val="visible"/>
                                      </p:to>
                                    </p:set>
                                    <p:anim calcmode="lin" valueType="num">
                                      <p:cBhvr>
                                        <p:cTn id="38" dur="500" fill="hold"/>
                                        <p:tgtEl>
                                          <p:spTgt spid="30"/>
                                        </p:tgtEl>
                                        <p:attrNameLst>
                                          <p:attrName>ppt_w</p:attrName>
                                        </p:attrNameLst>
                                      </p:cBhvr>
                                      <p:tavLst>
                                        <p:tav tm="0">
                                          <p:val>
                                            <p:fltVal val="0"/>
                                          </p:val>
                                        </p:tav>
                                        <p:tav tm="100000">
                                          <p:val>
                                            <p:strVal val="#ppt_w"/>
                                          </p:val>
                                        </p:tav>
                                      </p:tavLst>
                                    </p:anim>
                                    <p:anim calcmode="lin" valueType="num">
                                      <p:cBhvr>
                                        <p:cTn id="39" dur="500" fill="hold"/>
                                        <p:tgtEl>
                                          <p:spTgt spid="30"/>
                                        </p:tgtEl>
                                        <p:attrNameLst>
                                          <p:attrName>ppt_h</p:attrName>
                                        </p:attrNameLst>
                                      </p:cBhvr>
                                      <p:tavLst>
                                        <p:tav tm="0">
                                          <p:val>
                                            <p:fltVal val="0"/>
                                          </p:val>
                                        </p:tav>
                                        <p:tav tm="100000">
                                          <p:val>
                                            <p:strVal val="#ppt_h"/>
                                          </p:val>
                                        </p:tav>
                                      </p:tavLst>
                                    </p:anim>
                                    <p:animEffect transition="in" filter="fade">
                                      <p:cBhvr>
                                        <p:cTn id="40" dur="500"/>
                                        <p:tgtEl>
                                          <p:spTgt spid="30"/>
                                        </p:tgtEl>
                                      </p:cBhvr>
                                    </p:animEffect>
                                  </p:childTnLst>
                                </p:cTn>
                              </p:par>
                            </p:childTnLst>
                          </p:cTn>
                        </p:par>
                        <p:par>
                          <p:cTn id="41" fill="hold">
                            <p:stCondLst>
                              <p:cond delay="3000"/>
                            </p:stCondLst>
                            <p:childTnLst>
                              <p:par>
                                <p:cTn id="42" presetID="18" presetClass="entr" presetSubtype="12" fill="hold"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strips(downLeft)">
                                      <p:cBhvr>
                                        <p:cTn id="44" dur="500"/>
                                        <p:tgtEl>
                                          <p:spTgt spid="26"/>
                                        </p:tgtEl>
                                      </p:cBhvr>
                                    </p:animEffect>
                                  </p:childTnLst>
                                </p:cTn>
                              </p:par>
                            </p:childTnLst>
                          </p:cTn>
                        </p:par>
                        <p:par>
                          <p:cTn id="45" fill="hold">
                            <p:stCondLst>
                              <p:cond delay="3500"/>
                            </p:stCondLst>
                            <p:childTnLst>
                              <p:par>
                                <p:cTn id="46" presetID="18" presetClass="entr" presetSubtype="3" fill="hold" nodeType="afterEffect">
                                  <p:stCondLst>
                                    <p:cond delay="0"/>
                                  </p:stCondLst>
                                  <p:childTnLst>
                                    <p:set>
                                      <p:cBhvr>
                                        <p:cTn id="47" dur="1" fill="hold">
                                          <p:stCondLst>
                                            <p:cond delay="0"/>
                                          </p:stCondLst>
                                        </p:cTn>
                                        <p:tgtEl>
                                          <p:spTgt spid="42"/>
                                        </p:tgtEl>
                                        <p:attrNameLst>
                                          <p:attrName>style.visibility</p:attrName>
                                        </p:attrNameLst>
                                      </p:cBhvr>
                                      <p:to>
                                        <p:strVal val="visible"/>
                                      </p:to>
                                    </p:set>
                                    <p:animEffect transition="in" filter="strips(upRight)">
                                      <p:cBhvr>
                                        <p:cTn id="48" dur="500"/>
                                        <p:tgtEl>
                                          <p:spTgt spid="42"/>
                                        </p:tgtEl>
                                      </p:cBhvr>
                                    </p:animEffect>
                                  </p:childTnLst>
                                </p:cTn>
                              </p:par>
                            </p:childTnLst>
                          </p:cTn>
                        </p:par>
                        <p:par>
                          <p:cTn id="49" fill="hold">
                            <p:stCondLst>
                              <p:cond delay="4000"/>
                            </p:stCondLst>
                            <p:childTnLst>
                              <p:par>
                                <p:cTn id="50" presetID="53" presetClass="entr" presetSubtype="0" fill="hold" grpId="0" nodeType="after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p:cTn id="52" dur="500" fill="hold"/>
                                        <p:tgtEl>
                                          <p:spTgt spid="35"/>
                                        </p:tgtEl>
                                        <p:attrNameLst>
                                          <p:attrName>ppt_w</p:attrName>
                                        </p:attrNameLst>
                                      </p:cBhvr>
                                      <p:tavLst>
                                        <p:tav tm="0">
                                          <p:val>
                                            <p:fltVal val="0"/>
                                          </p:val>
                                        </p:tav>
                                        <p:tav tm="100000">
                                          <p:val>
                                            <p:strVal val="#ppt_w"/>
                                          </p:val>
                                        </p:tav>
                                      </p:tavLst>
                                    </p:anim>
                                    <p:anim calcmode="lin" valueType="num">
                                      <p:cBhvr>
                                        <p:cTn id="53" dur="500" fill="hold"/>
                                        <p:tgtEl>
                                          <p:spTgt spid="35"/>
                                        </p:tgtEl>
                                        <p:attrNameLst>
                                          <p:attrName>ppt_h</p:attrName>
                                        </p:attrNameLst>
                                      </p:cBhvr>
                                      <p:tavLst>
                                        <p:tav tm="0">
                                          <p:val>
                                            <p:fltVal val="0"/>
                                          </p:val>
                                        </p:tav>
                                        <p:tav tm="100000">
                                          <p:val>
                                            <p:strVal val="#ppt_h"/>
                                          </p:val>
                                        </p:tav>
                                      </p:tavLst>
                                    </p:anim>
                                    <p:animEffect transition="in" filter="fade">
                                      <p:cBhvr>
                                        <p:cTn id="54" dur="500"/>
                                        <p:tgtEl>
                                          <p:spTgt spid="35"/>
                                        </p:tgtEl>
                                      </p:cBhvr>
                                    </p:animEffect>
                                  </p:childTnLst>
                                </p:cTn>
                              </p:par>
                            </p:childTnLst>
                          </p:cTn>
                        </p:par>
                        <p:par>
                          <p:cTn id="55" fill="hold">
                            <p:stCondLst>
                              <p:cond delay="4500"/>
                            </p:stCondLst>
                            <p:childTnLst>
                              <p:par>
                                <p:cTn id="56" presetID="53" presetClass="entr" presetSubtype="0" fill="hold" grpId="0" nodeType="afterEffect">
                                  <p:stCondLst>
                                    <p:cond delay="0"/>
                                  </p:stCondLst>
                                  <p:childTnLst>
                                    <p:set>
                                      <p:cBhvr>
                                        <p:cTn id="57" dur="1" fill="hold">
                                          <p:stCondLst>
                                            <p:cond delay="0"/>
                                          </p:stCondLst>
                                        </p:cTn>
                                        <p:tgtEl>
                                          <p:spTgt spid="32"/>
                                        </p:tgtEl>
                                        <p:attrNameLst>
                                          <p:attrName>style.visibility</p:attrName>
                                        </p:attrNameLst>
                                      </p:cBhvr>
                                      <p:to>
                                        <p:strVal val="visible"/>
                                      </p:to>
                                    </p:set>
                                    <p:anim calcmode="lin" valueType="num">
                                      <p:cBhvr>
                                        <p:cTn id="58" dur="500" fill="hold"/>
                                        <p:tgtEl>
                                          <p:spTgt spid="32"/>
                                        </p:tgtEl>
                                        <p:attrNameLst>
                                          <p:attrName>ppt_w</p:attrName>
                                        </p:attrNameLst>
                                      </p:cBhvr>
                                      <p:tavLst>
                                        <p:tav tm="0">
                                          <p:val>
                                            <p:fltVal val="0"/>
                                          </p:val>
                                        </p:tav>
                                        <p:tav tm="100000">
                                          <p:val>
                                            <p:strVal val="#ppt_w"/>
                                          </p:val>
                                        </p:tav>
                                      </p:tavLst>
                                    </p:anim>
                                    <p:anim calcmode="lin" valueType="num">
                                      <p:cBhvr>
                                        <p:cTn id="59" dur="500" fill="hold"/>
                                        <p:tgtEl>
                                          <p:spTgt spid="32"/>
                                        </p:tgtEl>
                                        <p:attrNameLst>
                                          <p:attrName>ppt_h</p:attrName>
                                        </p:attrNameLst>
                                      </p:cBhvr>
                                      <p:tavLst>
                                        <p:tav tm="0">
                                          <p:val>
                                            <p:fltVal val="0"/>
                                          </p:val>
                                        </p:tav>
                                        <p:tav tm="100000">
                                          <p:val>
                                            <p:strVal val="#ppt_h"/>
                                          </p:val>
                                        </p:tav>
                                      </p:tavLst>
                                    </p:anim>
                                    <p:animEffect transition="in" filter="fade">
                                      <p:cBhvr>
                                        <p:cTn id="60" dur="500"/>
                                        <p:tgtEl>
                                          <p:spTgt spid="32"/>
                                        </p:tgtEl>
                                      </p:cBhvr>
                                    </p:animEffect>
                                  </p:childTnLst>
                                </p:cTn>
                              </p:par>
                              <p:par>
                                <p:cTn id="61" presetID="42" presetClass="entr" presetSubtype="0" fill="hold" nodeType="withEffect">
                                  <p:stCondLst>
                                    <p:cond delay="0"/>
                                  </p:stCondLst>
                                  <p:childTnLst>
                                    <p:set>
                                      <p:cBhvr>
                                        <p:cTn id="62" dur="1" fill="hold">
                                          <p:stCondLst>
                                            <p:cond delay="0"/>
                                          </p:stCondLst>
                                        </p:cTn>
                                        <p:tgtEl>
                                          <p:spTgt spid="3"/>
                                        </p:tgtEl>
                                        <p:attrNameLst>
                                          <p:attrName>style.visibility</p:attrName>
                                        </p:attrNameLst>
                                      </p:cBhvr>
                                      <p:to>
                                        <p:strVal val="visible"/>
                                      </p:to>
                                    </p:set>
                                    <p:animEffect transition="in" filter="fade">
                                      <p:cBhvr>
                                        <p:cTn id="63" dur="500"/>
                                        <p:tgtEl>
                                          <p:spTgt spid="3"/>
                                        </p:tgtEl>
                                      </p:cBhvr>
                                    </p:animEffect>
                                    <p:anim calcmode="lin" valueType="num">
                                      <p:cBhvr>
                                        <p:cTn id="64" dur="500" fill="hold"/>
                                        <p:tgtEl>
                                          <p:spTgt spid="3"/>
                                        </p:tgtEl>
                                        <p:attrNameLst>
                                          <p:attrName>ppt_x</p:attrName>
                                        </p:attrNameLst>
                                      </p:cBhvr>
                                      <p:tavLst>
                                        <p:tav tm="0">
                                          <p:val>
                                            <p:strVal val="#ppt_x"/>
                                          </p:val>
                                        </p:tav>
                                        <p:tav tm="100000">
                                          <p:val>
                                            <p:strVal val="#ppt_x"/>
                                          </p:val>
                                        </p:tav>
                                      </p:tavLst>
                                    </p:anim>
                                    <p:anim calcmode="lin" valueType="num">
                                      <p:cBhvr>
                                        <p:cTn id="65" dur="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animBg="1"/>
      <p:bldP spid="30" grpId="0"/>
      <p:bldP spid="35" grpId="0" animBg="1"/>
      <p:bldP spid="25" grpId="0" animBg="1"/>
      <p:bldP spid="32"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0"/>
            <a:ext cx="9144000" cy="51435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6" name="Straight Connector 25"/>
          <p:cNvCxnSpPr/>
          <p:nvPr/>
        </p:nvCxnSpPr>
        <p:spPr>
          <a:xfrm>
            <a:off x="4586664" y="4127139"/>
            <a:ext cx="0" cy="615455"/>
          </a:xfrm>
          <a:prstGeom prst="line">
            <a:avLst/>
          </a:prstGeom>
          <a:ln w="19050">
            <a:solidFill>
              <a:schemeClr val="bg1"/>
            </a:solidFill>
            <a:prstDash val="solid"/>
            <a:head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586664" y="2571750"/>
            <a:ext cx="0" cy="864105"/>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586664" y="1765252"/>
            <a:ext cx="0" cy="806498"/>
          </a:xfrm>
          <a:prstGeom prst="line">
            <a:avLst/>
          </a:prstGeom>
          <a:ln w="19050">
            <a:solidFill>
              <a:schemeClr val="bg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a:stCxn id="13" idx="0"/>
          </p:cNvCxnSpPr>
          <p:nvPr/>
        </p:nvCxnSpPr>
        <p:spPr>
          <a:xfrm>
            <a:off x="4572000" y="0"/>
            <a:ext cx="14664" cy="1141399"/>
          </a:xfrm>
          <a:prstGeom prst="line">
            <a:avLst/>
          </a:prstGeom>
          <a:ln w="19050">
            <a:solidFill>
              <a:schemeClr val="bg1"/>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4413842" y="2398929"/>
            <a:ext cx="345644" cy="345642"/>
          </a:xfrm>
          <a:prstGeom prst="ellipse">
            <a:avLst/>
          </a:prstGeom>
          <a:solidFill>
            <a:schemeClr val="bg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bg1"/>
              </a:solidFill>
              <a:latin typeface="FontAwesome" pitchFamily="2" charset="0"/>
            </a:endParaRPr>
          </a:p>
        </p:txBody>
      </p:sp>
      <p:sp>
        <p:nvSpPr>
          <p:cNvPr id="14" name="TextBox 13"/>
          <p:cNvSpPr txBox="1"/>
          <p:nvPr/>
        </p:nvSpPr>
        <p:spPr>
          <a:xfrm>
            <a:off x="4315520" y="1323446"/>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2008</a:t>
            </a:r>
            <a:endParaRPr lang="en-US" sz="1800" dirty="0">
              <a:solidFill>
                <a:schemeClr val="bg1"/>
              </a:solidFill>
            </a:endParaRPr>
          </a:p>
        </p:txBody>
      </p:sp>
      <p:sp>
        <p:nvSpPr>
          <p:cNvPr id="17" name="Sev01"/>
          <p:cNvSpPr>
            <a:spLocks noChangeAspect="1"/>
          </p:cNvSpPr>
          <p:nvPr/>
        </p:nvSpPr>
        <p:spPr>
          <a:xfrm>
            <a:off x="3122725" y="1171416"/>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grpSp>
        <p:nvGrpSpPr>
          <p:cNvPr id="2" name="Group 38"/>
          <p:cNvGrpSpPr/>
          <p:nvPr/>
        </p:nvGrpSpPr>
        <p:grpSpPr>
          <a:xfrm>
            <a:off x="481903" y="1319764"/>
            <a:ext cx="2522695" cy="518900"/>
            <a:chOff x="885153" y="1438589"/>
            <a:chExt cx="2522695" cy="518900"/>
          </a:xfrm>
        </p:grpSpPr>
        <p:sp>
          <p:nvSpPr>
            <p:cNvPr id="22" name="TextBox 21"/>
            <p:cNvSpPr txBox="1"/>
            <p:nvPr/>
          </p:nvSpPr>
          <p:spPr>
            <a:xfrm>
              <a:off x="2215214" y="1438589"/>
              <a:ext cx="1192634" cy="215444"/>
            </a:xfrm>
            <a:prstGeom prst="rect">
              <a:avLst/>
            </a:prstGeom>
            <a:noFill/>
          </p:spPr>
          <p:txBody>
            <a:bodyPr wrap="none" lIns="0" tIns="0" rIns="0" bIns="0" rtlCol="0" anchor="ctr">
              <a:spAutoFit/>
            </a:bodyPr>
            <a:lstStyle/>
            <a:p>
              <a:pPr algn="r"/>
              <a:r>
                <a:rPr lang="en-US" sz="1400" b="1" dirty="0">
                  <a:solidFill>
                    <a:schemeClr val="bg1"/>
                  </a:solidFill>
                </a:rPr>
                <a:t>Lunch Project</a:t>
              </a:r>
            </a:p>
          </p:txBody>
        </p:sp>
        <p:sp>
          <p:nvSpPr>
            <p:cNvPr id="24" name="TextBox 23"/>
            <p:cNvSpPr txBox="1"/>
            <p:nvPr/>
          </p:nvSpPr>
          <p:spPr>
            <a:xfrm>
              <a:off x="885153" y="1649712"/>
              <a:ext cx="2522695"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bg1"/>
                  </a:solidFill>
                </a:rPr>
                <a:t>There are many variations of passages of lorem ipsum available, but the majority</a:t>
              </a:r>
            </a:p>
          </p:txBody>
        </p:sp>
      </p:grpSp>
      <p:cxnSp>
        <p:nvCxnSpPr>
          <p:cNvPr id="28" name="Shape 27"/>
          <p:cNvCxnSpPr/>
          <p:nvPr/>
        </p:nvCxnSpPr>
        <p:spPr>
          <a:xfrm rot="5400000" flipH="1" flipV="1">
            <a:off x="3808246" y="402524"/>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315520" y="3666283"/>
            <a:ext cx="512961" cy="276999"/>
          </a:xfrm>
          <a:prstGeom prst="rect">
            <a:avLst/>
          </a:prstGeom>
          <a:noFill/>
        </p:spPr>
        <p:txBody>
          <a:bodyPr wrap="none" lIns="0" tIns="0" rIns="0" bIns="0" rtlCol="0" anchor="ctr">
            <a:spAutoFit/>
          </a:bodyPr>
          <a:lstStyle/>
          <a:p>
            <a:pPr lvl="0" defTabSz="914400">
              <a:spcBef>
                <a:spcPct val="20000"/>
              </a:spcBef>
              <a:defRPr/>
            </a:pPr>
            <a:r>
              <a:rPr lang="en-US" sz="1800" b="1" dirty="0">
                <a:solidFill>
                  <a:schemeClr val="bg1"/>
                </a:solidFill>
              </a:rPr>
              <a:t>2010</a:t>
            </a:r>
            <a:endParaRPr lang="en-US" sz="1800" dirty="0">
              <a:solidFill>
                <a:schemeClr val="bg1"/>
              </a:solidFill>
            </a:endParaRPr>
          </a:p>
        </p:txBody>
      </p:sp>
      <p:sp>
        <p:nvSpPr>
          <p:cNvPr id="35" name="Sev01"/>
          <p:cNvSpPr>
            <a:spLocks noChangeAspect="1"/>
          </p:cNvSpPr>
          <p:nvPr/>
        </p:nvSpPr>
        <p:spPr>
          <a:xfrm>
            <a:off x="5248255" y="3397949"/>
            <a:ext cx="815598" cy="81559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grpSp>
        <p:nvGrpSpPr>
          <p:cNvPr id="3" name="Group 38"/>
          <p:cNvGrpSpPr/>
          <p:nvPr/>
        </p:nvGrpSpPr>
        <p:grpSpPr>
          <a:xfrm>
            <a:off x="6179067" y="3546297"/>
            <a:ext cx="2522695" cy="518900"/>
            <a:chOff x="885153" y="1438589"/>
            <a:chExt cx="2522695" cy="518900"/>
          </a:xfrm>
        </p:grpSpPr>
        <p:sp>
          <p:nvSpPr>
            <p:cNvPr id="40" name="TextBox 39"/>
            <p:cNvSpPr txBox="1"/>
            <p:nvPr/>
          </p:nvSpPr>
          <p:spPr>
            <a:xfrm>
              <a:off x="914757" y="1438589"/>
              <a:ext cx="876843" cy="215444"/>
            </a:xfrm>
            <a:prstGeom prst="rect">
              <a:avLst/>
            </a:prstGeom>
            <a:noFill/>
          </p:spPr>
          <p:txBody>
            <a:bodyPr wrap="none" lIns="0" tIns="0" rIns="0" bIns="0" rtlCol="0" anchor="ctr">
              <a:spAutoFit/>
            </a:bodyPr>
            <a:lstStyle/>
            <a:p>
              <a:r>
                <a:rPr lang="en-US" sz="1400" b="1" dirty="0">
                  <a:solidFill>
                    <a:schemeClr val="bg1"/>
                  </a:solidFill>
                </a:rPr>
                <a:t>Get Prizes</a:t>
              </a:r>
            </a:p>
          </p:txBody>
        </p:sp>
        <p:sp>
          <p:nvSpPr>
            <p:cNvPr id="41" name="TextBox 40"/>
            <p:cNvSpPr txBox="1"/>
            <p:nvPr/>
          </p:nvSpPr>
          <p:spPr>
            <a:xfrm>
              <a:off x="885153" y="1649712"/>
              <a:ext cx="2522695"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bg1"/>
                  </a:solidFill>
                </a:rPr>
                <a:t>There are many variations of passages of lorem ipsum available, but the majority</a:t>
              </a:r>
            </a:p>
          </p:txBody>
        </p:sp>
      </p:grpSp>
      <p:cxnSp>
        <p:nvCxnSpPr>
          <p:cNvPr id="42" name="Shape 41"/>
          <p:cNvCxnSpPr/>
          <p:nvPr/>
        </p:nvCxnSpPr>
        <p:spPr>
          <a:xfrm rot="5400000">
            <a:off x="4878754" y="3954650"/>
            <a:ext cx="500697" cy="1056140"/>
          </a:xfrm>
          <a:prstGeom prst="bentConnector2">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9" name="Freeform 245"/>
          <p:cNvSpPr>
            <a:spLocks/>
          </p:cNvSpPr>
          <p:nvPr/>
        </p:nvSpPr>
        <p:spPr bwMode="auto">
          <a:xfrm>
            <a:off x="3300638" y="1349328"/>
            <a:ext cx="459773" cy="45977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152"/>
          <p:cNvSpPr>
            <a:spLocks noEditPoints="1"/>
          </p:cNvSpPr>
          <p:nvPr/>
        </p:nvSpPr>
        <p:spPr bwMode="auto">
          <a:xfrm>
            <a:off x="5457568" y="3622319"/>
            <a:ext cx="396972" cy="366856"/>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strips(downLeft)">
                                      <p:cBhvr>
                                        <p:cTn id="7" dur="500"/>
                                        <p:tgtEl>
                                          <p:spTgt spid="18"/>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animEffect transition="in" filter="fade">
                                      <p:cBhvr>
                                        <p:cTn id="13" dur="500"/>
                                        <p:tgtEl>
                                          <p:spTgt spid="14"/>
                                        </p:tgtEl>
                                      </p:cBhvr>
                                    </p:animEffect>
                                  </p:childTnLst>
                                </p:cTn>
                              </p:par>
                            </p:childTnLst>
                          </p:cTn>
                        </p:par>
                        <p:par>
                          <p:cTn id="14" fill="hold">
                            <p:stCondLst>
                              <p:cond delay="1000"/>
                            </p:stCondLst>
                            <p:childTnLst>
                              <p:par>
                                <p:cTn id="15" presetID="18" presetClass="entr" presetSubtype="12"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strips(downLeft)">
                                      <p:cBhvr>
                                        <p:cTn id="17" dur="500"/>
                                        <p:tgtEl>
                                          <p:spTgt spid="28"/>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Effect transition="in" filter="fade">
                                      <p:cBhvr>
                                        <p:cTn id="29" dur="500"/>
                                        <p:tgtEl>
                                          <p:spTgt spid="29"/>
                                        </p:tgtEl>
                                      </p:cBhvr>
                                    </p:animEffect>
                                  </p:childTnLst>
                                </p:cTn>
                              </p:par>
                              <p:par>
                                <p:cTn id="30" presetID="42" presetClass="entr" presetSubtype="0" fill="hold" nodeType="with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anim calcmode="lin" valueType="num">
                                      <p:cBhvr>
                                        <p:cTn id="33" dur="500" fill="hold"/>
                                        <p:tgtEl>
                                          <p:spTgt spid="2"/>
                                        </p:tgtEl>
                                        <p:attrNameLst>
                                          <p:attrName>ppt_x</p:attrName>
                                        </p:attrNameLst>
                                      </p:cBhvr>
                                      <p:tavLst>
                                        <p:tav tm="0">
                                          <p:val>
                                            <p:strVal val="#ppt_x"/>
                                          </p:val>
                                        </p:tav>
                                        <p:tav tm="100000">
                                          <p:val>
                                            <p:strVal val="#ppt_x"/>
                                          </p:val>
                                        </p:tav>
                                      </p:tavLst>
                                    </p:anim>
                                    <p:anim calcmode="lin" valueType="num">
                                      <p:cBhvr>
                                        <p:cTn id="34" dur="500" fill="hold"/>
                                        <p:tgtEl>
                                          <p:spTgt spid="2"/>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30"/>
                                        </p:tgtEl>
                                        <p:attrNameLst>
                                          <p:attrName>style.visibility</p:attrName>
                                        </p:attrNameLst>
                                      </p:cBhvr>
                                      <p:to>
                                        <p:strVal val="visible"/>
                                      </p:to>
                                    </p:set>
                                    <p:anim calcmode="lin" valueType="num">
                                      <p:cBhvr>
                                        <p:cTn id="38" dur="500" fill="hold"/>
                                        <p:tgtEl>
                                          <p:spTgt spid="30"/>
                                        </p:tgtEl>
                                        <p:attrNameLst>
                                          <p:attrName>ppt_w</p:attrName>
                                        </p:attrNameLst>
                                      </p:cBhvr>
                                      <p:tavLst>
                                        <p:tav tm="0">
                                          <p:val>
                                            <p:fltVal val="0"/>
                                          </p:val>
                                        </p:tav>
                                        <p:tav tm="100000">
                                          <p:val>
                                            <p:strVal val="#ppt_w"/>
                                          </p:val>
                                        </p:tav>
                                      </p:tavLst>
                                    </p:anim>
                                    <p:anim calcmode="lin" valueType="num">
                                      <p:cBhvr>
                                        <p:cTn id="39" dur="500" fill="hold"/>
                                        <p:tgtEl>
                                          <p:spTgt spid="30"/>
                                        </p:tgtEl>
                                        <p:attrNameLst>
                                          <p:attrName>ppt_h</p:attrName>
                                        </p:attrNameLst>
                                      </p:cBhvr>
                                      <p:tavLst>
                                        <p:tav tm="0">
                                          <p:val>
                                            <p:fltVal val="0"/>
                                          </p:val>
                                        </p:tav>
                                        <p:tav tm="100000">
                                          <p:val>
                                            <p:strVal val="#ppt_h"/>
                                          </p:val>
                                        </p:tav>
                                      </p:tavLst>
                                    </p:anim>
                                    <p:animEffect transition="in" filter="fade">
                                      <p:cBhvr>
                                        <p:cTn id="40" dur="500"/>
                                        <p:tgtEl>
                                          <p:spTgt spid="30"/>
                                        </p:tgtEl>
                                      </p:cBhvr>
                                    </p:animEffect>
                                  </p:childTnLst>
                                </p:cTn>
                              </p:par>
                            </p:childTnLst>
                          </p:cTn>
                        </p:par>
                        <p:par>
                          <p:cTn id="41" fill="hold">
                            <p:stCondLst>
                              <p:cond delay="3000"/>
                            </p:stCondLst>
                            <p:childTnLst>
                              <p:par>
                                <p:cTn id="42" presetID="18" presetClass="entr" presetSubtype="12" fill="hold"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strips(downLeft)">
                                      <p:cBhvr>
                                        <p:cTn id="44" dur="500"/>
                                        <p:tgtEl>
                                          <p:spTgt spid="26"/>
                                        </p:tgtEl>
                                      </p:cBhvr>
                                    </p:animEffect>
                                  </p:childTnLst>
                                </p:cTn>
                              </p:par>
                            </p:childTnLst>
                          </p:cTn>
                        </p:par>
                        <p:par>
                          <p:cTn id="45" fill="hold">
                            <p:stCondLst>
                              <p:cond delay="3500"/>
                            </p:stCondLst>
                            <p:childTnLst>
                              <p:par>
                                <p:cTn id="46" presetID="18" presetClass="entr" presetSubtype="3" fill="hold" nodeType="afterEffect">
                                  <p:stCondLst>
                                    <p:cond delay="0"/>
                                  </p:stCondLst>
                                  <p:childTnLst>
                                    <p:set>
                                      <p:cBhvr>
                                        <p:cTn id="47" dur="1" fill="hold">
                                          <p:stCondLst>
                                            <p:cond delay="0"/>
                                          </p:stCondLst>
                                        </p:cTn>
                                        <p:tgtEl>
                                          <p:spTgt spid="42"/>
                                        </p:tgtEl>
                                        <p:attrNameLst>
                                          <p:attrName>style.visibility</p:attrName>
                                        </p:attrNameLst>
                                      </p:cBhvr>
                                      <p:to>
                                        <p:strVal val="visible"/>
                                      </p:to>
                                    </p:set>
                                    <p:animEffect transition="in" filter="strips(upRight)">
                                      <p:cBhvr>
                                        <p:cTn id="48" dur="500"/>
                                        <p:tgtEl>
                                          <p:spTgt spid="42"/>
                                        </p:tgtEl>
                                      </p:cBhvr>
                                    </p:animEffect>
                                  </p:childTnLst>
                                </p:cTn>
                              </p:par>
                            </p:childTnLst>
                          </p:cTn>
                        </p:par>
                        <p:par>
                          <p:cTn id="49" fill="hold">
                            <p:stCondLst>
                              <p:cond delay="4000"/>
                            </p:stCondLst>
                            <p:childTnLst>
                              <p:par>
                                <p:cTn id="50" presetID="53" presetClass="entr" presetSubtype="0" fill="hold" grpId="0" nodeType="after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p:cTn id="52" dur="500" fill="hold"/>
                                        <p:tgtEl>
                                          <p:spTgt spid="35"/>
                                        </p:tgtEl>
                                        <p:attrNameLst>
                                          <p:attrName>ppt_w</p:attrName>
                                        </p:attrNameLst>
                                      </p:cBhvr>
                                      <p:tavLst>
                                        <p:tav tm="0">
                                          <p:val>
                                            <p:fltVal val="0"/>
                                          </p:val>
                                        </p:tav>
                                        <p:tav tm="100000">
                                          <p:val>
                                            <p:strVal val="#ppt_w"/>
                                          </p:val>
                                        </p:tav>
                                      </p:tavLst>
                                    </p:anim>
                                    <p:anim calcmode="lin" valueType="num">
                                      <p:cBhvr>
                                        <p:cTn id="53" dur="500" fill="hold"/>
                                        <p:tgtEl>
                                          <p:spTgt spid="35"/>
                                        </p:tgtEl>
                                        <p:attrNameLst>
                                          <p:attrName>ppt_h</p:attrName>
                                        </p:attrNameLst>
                                      </p:cBhvr>
                                      <p:tavLst>
                                        <p:tav tm="0">
                                          <p:val>
                                            <p:fltVal val="0"/>
                                          </p:val>
                                        </p:tav>
                                        <p:tav tm="100000">
                                          <p:val>
                                            <p:strVal val="#ppt_h"/>
                                          </p:val>
                                        </p:tav>
                                      </p:tavLst>
                                    </p:anim>
                                    <p:animEffect transition="in" filter="fade">
                                      <p:cBhvr>
                                        <p:cTn id="54" dur="500"/>
                                        <p:tgtEl>
                                          <p:spTgt spid="35"/>
                                        </p:tgtEl>
                                      </p:cBhvr>
                                    </p:animEffect>
                                  </p:childTnLst>
                                </p:cTn>
                              </p:par>
                            </p:childTnLst>
                          </p:cTn>
                        </p:par>
                        <p:par>
                          <p:cTn id="55" fill="hold">
                            <p:stCondLst>
                              <p:cond delay="4500"/>
                            </p:stCondLst>
                            <p:childTnLst>
                              <p:par>
                                <p:cTn id="56" presetID="53" presetClass="entr" presetSubtype="0" fill="hold" grpId="0" nodeType="afterEffect">
                                  <p:stCondLst>
                                    <p:cond delay="0"/>
                                  </p:stCondLst>
                                  <p:childTnLst>
                                    <p:set>
                                      <p:cBhvr>
                                        <p:cTn id="57" dur="1" fill="hold">
                                          <p:stCondLst>
                                            <p:cond delay="0"/>
                                          </p:stCondLst>
                                        </p:cTn>
                                        <p:tgtEl>
                                          <p:spTgt spid="31"/>
                                        </p:tgtEl>
                                        <p:attrNameLst>
                                          <p:attrName>style.visibility</p:attrName>
                                        </p:attrNameLst>
                                      </p:cBhvr>
                                      <p:to>
                                        <p:strVal val="visible"/>
                                      </p:to>
                                    </p:set>
                                    <p:anim calcmode="lin" valueType="num">
                                      <p:cBhvr>
                                        <p:cTn id="58" dur="500" fill="hold"/>
                                        <p:tgtEl>
                                          <p:spTgt spid="31"/>
                                        </p:tgtEl>
                                        <p:attrNameLst>
                                          <p:attrName>ppt_w</p:attrName>
                                        </p:attrNameLst>
                                      </p:cBhvr>
                                      <p:tavLst>
                                        <p:tav tm="0">
                                          <p:val>
                                            <p:fltVal val="0"/>
                                          </p:val>
                                        </p:tav>
                                        <p:tav tm="100000">
                                          <p:val>
                                            <p:strVal val="#ppt_w"/>
                                          </p:val>
                                        </p:tav>
                                      </p:tavLst>
                                    </p:anim>
                                    <p:anim calcmode="lin" valueType="num">
                                      <p:cBhvr>
                                        <p:cTn id="59" dur="500" fill="hold"/>
                                        <p:tgtEl>
                                          <p:spTgt spid="31"/>
                                        </p:tgtEl>
                                        <p:attrNameLst>
                                          <p:attrName>ppt_h</p:attrName>
                                        </p:attrNameLst>
                                      </p:cBhvr>
                                      <p:tavLst>
                                        <p:tav tm="0">
                                          <p:val>
                                            <p:fltVal val="0"/>
                                          </p:val>
                                        </p:tav>
                                        <p:tav tm="100000">
                                          <p:val>
                                            <p:strVal val="#ppt_h"/>
                                          </p:val>
                                        </p:tav>
                                      </p:tavLst>
                                    </p:anim>
                                    <p:animEffect transition="in" filter="fade">
                                      <p:cBhvr>
                                        <p:cTn id="60" dur="500"/>
                                        <p:tgtEl>
                                          <p:spTgt spid="31"/>
                                        </p:tgtEl>
                                      </p:cBhvr>
                                    </p:animEffect>
                                  </p:childTnLst>
                                </p:cTn>
                              </p:par>
                              <p:par>
                                <p:cTn id="61" presetID="42" presetClass="entr" presetSubtype="0" fill="hold" nodeType="withEffect">
                                  <p:stCondLst>
                                    <p:cond delay="0"/>
                                  </p:stCondLst>
                                  <p:childTnLst>
                                    <p:set>
                                      <p:cBhvr>
                                        <p:cTn id="62" dur="1" fill="hold">
                                          <p:stCondLst>
                                            <p:cond delay="0"/>
                                          </p:stCondLst>
                                        </p:cTn>
                                        <p:tgtEl>
                                          <p:spTgt spid="3"/>
                                        </p:tgtEl>
                                        <p:attrNameLst>
                                          <p:attrName>style.visibility</p:attrName>
                                        </p:attrNameLst>
                                      </p:cBhvr>
                                      <p:to>
                                        <p:strVal val="visible"/>
                                      </p:to>
                                    </p:set>
                                    <p:animEffect transition="in" filter="fade">
                                      <p:cBhvr>
                                        <p:cTn id="63" dur="500"/>
                                        <p:tgtEl>
                                          <p:spTgt spid="3"/>
                                        </p:tgtEl>
                                      </p:cBhvr>
                                    </p:animEffect>
                                    <p:anim calcmode="lin" valueType="num">
                                      <p:cBhvr>
                                        <p:cTn id="64" dur="500" fill="hold"/>
                                        <p:tgtEl>
                                          <p:spTgt spid="3"/>
                                        </p:tgtEl>
                                        <p:attrNameLst>
                                          <p:attrName>ppt_x</p:attrName>
                                        </p:attrNameLst>
                                      </p:cBhvr>
                                      <p:tavLst>
                                        <p:tav tm="0">
                                          <p:val>
                                            <p:strVal val="#ppt_x"/>
                                          </p:val>
                                        </p:tav>
                                        <p:tav tm="100000">
                                          <p:val>
                                            <p:strVal val="#ppt_x"/>
                                          </p:val>
                                        </p:tav>
                                      </p:tavLst>
                                    </p:anim>
                                    <p:anim calcmode="lin" valueType="num">
                                      <p:cBhvr>
                                        <p:cTn id="65" dur="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animBg="1"/>
      <p:bldP spid="30" grpId="0"/>
      <p:bldP spid="35" grpId="0" animBg="1"/>
      <p:bldP spid="29" grpId="0" animBg="1"/>
      <p:bldP spid="31"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095375"/>
            <a:ext cx="3006725" cy="566738"/>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TextBox 27"/>
          <p:cNvSpPr txBox="1"/>
          <p:nvPr/>
        </p:nvSpPr>
        <p:spPr>
          <a:xfrm>
            <a:off x="3733800" y="1133475"/>
            <a:ext cx="3185488" cy="523220"/>
          </a:xfrm>
          <a:prstGeom prst="rect">
            <a:avLst/>
          </a:prstGeom>
          <a:noFill/>
        </p:spPr>
        <p:txBody>
          <a:bodyPr wrap="none" rtlCol="0">
            <a:spAutoFit/>
          </a:bodyPr>
          <a:lstStyle/>
          <a:p>
            <a:r>
              <a:rPr lang="en-US" sz="2800" b="1" cap="all" dirty="0">
                <a:solidFill>
                  <a:schemeClr val="tx1">
                    <a:lumMod val="50000"/>
                    <a:lumOff val="50000"/>
                  </a:schemeClr>
                </a:solidFill>
              </a:rPr>
              <a:t>MANAGMENT model</a:t>
            </a:r>
            <a:endParaRPr lang="en-US" sz="2800" b="1" dirty="0">
              <a:solidFill>
                <a:schemeClr val="tx1">
                  <a:lumMod val="50000"/>
                  <a:lumOff val="50000"/>
                </a:schemeClr>
              </a:solidFill>
            </a:endParaRPr>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slide(fromBottom)">
                                      <p:cBhvr>
                                        <p:cTn id="1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 grpId="0" animBg="1"/>
      <p:bldP spid="28"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Strategy Analysis</a:t>
            </a:r>
            <a:endParaRPr lang="en-US" dirty="0"/>
          </a:p>
        </p:txBody>
      </p:sp>
      <p:sp>
        <p:nvSpPr>
          <p:cNvPr id="45" name="Text Placeholder 44"/>
          <p:cNvSpPr>
            <a:spLocks noGrp="1"/>
          </p:cNvSpPr>
          <p:nvPr>
            <p:ph type="body" sz="half" idx="2"/>
          </p:nvPr>
        </p:nvSpPr>
        <p:spPr/>
        <p:txBody>
          <a:bodyPr/>
          <a:lstStyle/>
          <a:p>
            <a:r>
              <a:rPr lang="en-US"/>
              <a:t>Strategy Analysis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126</a:t>
            </a:fld>
            <a:endParaRPr lang="en-US" dirty="0"/>
          </a:p>
        </p:txBody>
      </p:sp>
      <p:grpSp>
        <p:nvGrpSpPr>
          <p:cNvPr id="2" name="Group 65"/>
          <p:cNvGrpSpPr/>
          <p:nvPr/>
        </p:nvGrpSpPr>
        <p:grpSpPr>
          <a:xfrm>
            <a:off x="1085851" y="1152526"/>
            <a:ext cx="3428999" cy="1154176"/>
            <a:chOff x="1938544" y="1152526"/>
            <a:chExt cx="4792657" cy="1154176"/>
          </a:xfrm>
        </p:grpSpPr>
        <p:sp>
          <p:nvSpPr>
            <p:cNvPr id="44" name="Round Same Side Corner Rectangle 43"/>
            <p:cNvSpPr/>
            <p:nvPr/>
          </p:nvSpPr>
          <p:spPr>
            <a:xfrm flipV="1">
              <a:off x="1938544" y="159881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3" name="Group 9"/>
            <p:cNvGrpSpPr/>
            <p:nvPr/>
          </p:nvGrpSpPr>
          <p:grpSpPr>
            <a:xfrm>
              <a:off x="1938544" y="1152526"/>
              <a:ext cx="4792657" cy="446296"/>
              <a:chOff x="1600200" y="1295400"/>
              <a:chExt cx="5410200" cy="670560"/>
            </a:xfrm>
          </p:grpSpPr>
          <p:sp>
            <p:nvSpPr>
              <p:cNvPr id="6" name="Rectangle 5"/>
              <p:cNvSpPr/>
              <p:nvPr/>
            </p:nvSpPr>
            <p:spPr>
              <a:xfrm>
                <a:off x="1600200" y="1356360"/>
                <a:ext cx="5410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 name="Rectangle 4"/>
              <p:cNvSpPr/>
              <p:nvPr/>
            </p:nvSpPr>
            <p:spPr>
              <a:xfrm>
                <a:off x="1600200" y="1295400"/>
                <a:ext cx="5410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Strategy Analysis</a:t>
                </a:r>
              </a:p>
            </p:txBody>
          </p:sp>
        </p:grpSp>
      </p:grpSp>
      <p:grpSp>
        <p:nvGrpSpPr>
          <p:cNvPr id="4" name="Group 10"/>
          <p:cNvGrpSpPr/>
          <p:nvPr/>
        </p:nvGrpSpPr>
        <p:grpSpPr>
          <a:xfrm>
            <a:off x="513742" y="1152523"/>
            <a:ext cx="486384" cy="446296"/>
            <a:chOff x="647700" y="1295400"/>
            <a:chExt cx="838200" cy="670560"/>
          </a:xfrm>
        </p:grpSpPr>
        <p:sp>
          <p:nvSpPr>
            <p:cNvPr id="7" name="Rectangle 6"/>
            <p:cNvSpPr/>
            <p:nvPr/>
          </p:nvSpPr>
          <p:spPr>
            <a:xfrm>
              <a:off x="647700" y="1356360"/>
              <a:ext cx="838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 name="Rectangle 7"/>
            <p:cNvSpPr/>
            <p:nvPr/>
          </p:nvSpPr>
          <p:spPr>
            <a:xfrm>
              <a:off x="647700" y="1295400"/>
              <a:ext cx="838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01</a:t>
              </a:r>
            </a:p>
          </p:txBody>
        </p:sp>
      </p:grpSp>
      <p:grpSp>
        <p:nvGrpSpPr>
          <p:cNvPr id="9" name="Group 15"/>
          <p:cNvGrpSpPr/>
          <p:nvPr/>
        </p:nvGrpSpPr>
        <p:grpSpPr>
          <a:xfrm>
            <a:off x="513742" y="2376003"/>
            <a:ext cx="486384" cy="446296"/>
            <a:chOff x="647700" y="1295400"/>
            <a:chExt cx="838200" cy="670560"/>
          </a:xfrm>
        </p:grpSpPr>
        <p:sp>
          <p:nvSpPr>
            <p:cNvPr id="17" name="Rectangle 16"/>
            <p:cNvSpPr/>
            <p:nvPr/>
          </p:nvSpPr>
          <p:spPr>
            <a:xfrm>
              <a:off x="647700" y="1356360"/>
              <a:ext cx="838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8" name="Rectangle 17"/>
            <p:cNvSpPr/>
            <p:nvPr/>
          </p:nvSpPr>
          <p:spPr>
            <a:xfrm>
              <a:off x="647700" y="1295400"/>
              <a:ext cx="838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02</a:t>
              </a:r>
            </a:p>
          </p:txBody>
        </p:sp>
      </p:grpSp>
      <p:grpSp>
        <p:nvGrpSpPr>
          <p:cNvPr id="10" name="Group 21"/>
          <p:cNvGrpSpPr/>
          <p:nvPr/>
        </p:nvGrpSpPr>
        <p:grpSpPr>
          <a:xfrm>
            <a:off x="513742" y="3610353"/>
            <a:ext cx="486384" cy="446296"/>
            <a:chOff x="647700" y="1295400"/>
            <a:chExt cx="838200" cy="670560"/>
          </a:xfrm>
        </p:grpSpPr>
        <p:sp>
          <p:nvSpPr>
            <p:cNvPr id="23" name="Rectangle 22"/>
            <p:cNvSpPr/>
            <p:nvPr/>
          </p:nvSpPr>
          <p:spPr>
            <a:xfrm>
              <a:off x="647700" y="1356360"/>
              <a:ext cx="838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4" name="Rectangle 23"/>
            <p:cNvSpPr/>
            <p:nvPr/>
          </p:nvSpPr>
          <p:spPr>
            <a:xfrm>
              <a:off x="647700" y="1295400"/>
              <a:ext cx="838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03</a:t>
              </a:r>
            </a:p>
          </p:txBody>
        </p:sp>
      </p:grpSp>
      <p:grpSp>
        <p:nvGrpSpPr>
          <p:cNvPr id="11" name="Group 66"/>
          <p:cNvGrpSpPr/>
          <p:nvPr/>
        </p:nvGrpSpPr>
        <p:grpSpPr>
          <a:xfrm>
            <a:off x="1085851" y="2376003"/>
            <a:ext cx="3428999" cy="1154179"/>
            <a:chOff x="1938544" y="2376003"/>
            <a:chExt cx="4792657" cy="1154179"/>
          </a:xfrm>
        </p:grpSpPr>
        <p:grpSp>
          <p:nvGrpSpPr>
            <p:cNvPr id="12" name="Group 12"/>
            <p:cNvGrpSpPr/>
            <p:nvPr/>
          </p:nvGrpSpPr>
          <p:grpSpPr>
            <a:xfrm>
              <a:off x="1938544" y="2376003"/>
              <a:ext cx="4792657" cy="446296"/>
              <a:chOff x="1600200" y="1295400"/>
              <a:chExt cx="5410200" cy="670560"/>
            </a:xfrm>
          </p:grpSpPr>
          <p:sp>
            <p:nvSpPr>
              <p:cNvPr id="14" name="Rectangle 13"/>
              <p:cNvSpPr/>
              <p:nvPr/>
            </p:nvSpPr>
            <p:spPr>
              <a:xfrm>
                <a:off x="1600200" y="1356360"/>
                <a:ext cx="5410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5" name="Rectangle 14"/>
              <p:cNvSpPr/>
              <p:nvPr/>
            </p:nvSpPr>
            <p:spPr>
              <a:xfrm>
                <a:off x="1600200" y="1295400"/>
                <a:ext cx="5410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Structure Analysis</a:t>
                </a:r>
              </a:p>
            </p:txBody>
          </p:sp>
        </p:grpSp>
        <p:sp>
          <p:nvSpPr>
            <p:cNvPr id="46" name="Round Same Side Corner Rectangle 45"/>
            <p:cNvSpPr/>
            <p:nvPr/>
          </p:nvSpPr>
          <p:spPr>
            <a:xfrm flipV="1">
              <a:off x="1938544" y="282229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13" name="Group 67"/>
          <p:cNvGrpSpPr/>
          <p:nvPr/>
        </p:nvGrpSpPr>
        <p:grpSpPr>
          <a:xfrm>
            <a:off x="1095376" y="3610353"/>
            <a:ext cx="3428999" cy="1154179"/>
            <a:chOff x="1938544" y="3610353"/>
            <a:chExt cx="4792657" cy="1154179"/>
          </a:xfrm>
        </p:grpSpPr>
        <p:grpSp>
          <p:nvGrpSpPr>
            <p:cNvPr id="16" name="Group 18"/>
            <p:cNvGrpSpPr/>
            <p:nvPr/>
          </p:nvGrpSpPr>
          <p:grpSpPr>
            <a:xfrm>
              <a:off x="1938544" y="3610353"/>
              <a:ext cx="4792657" cy="446296"/>
              <a:chOff x="1600200" y="1295400"/>
              <a:chExt cx="5410200" cy="670560"/>
            </a:xfrm>
          </p:grpSpPr>
          <p:sp>
            <p:nvSpPr>
              <p:cNvPr id="20" name="Rectangle 19"/>
              <p:cNvSpPr/>
              <p:nvPr/>
            </p:nvSpPr>
            <p:spPr>
              <a:xfrm>
                <a:off x="1600200" y="1356360"/>
                <a:ext cx="5410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p:cNvSpPr/>
              <p:nvPr/>
            </p:nvSpPr>
            <p:spPr>
              <a:xfrm>
                <a:off x="1600200" y="1295400"/>
                <a:ext cx="5410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System Analysis</a:t>
                </a:r>
              </a:p>
            </p:txBody>
          </p:sp>
        </p:grpSp>
        <p:sp>
          <p:nvSpPr>
            <p:cNvPr id="47" name="Round Same Side Corner Rectangle 46"/>
            <p:cNvSpPr/>
            <p:nvPr/>
          </p:nvSpPr>
          <p:spPr>
            <a:xfrm flipV="1">
              <a:off x="1938544" y="405664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60" name="Text Placeholder 3"/>
          <p:cNvSpPr txBox="1">
            <a:spLocks/>
          </p:cNvSpPr>
          <p:nvPr/>
        </p:nvSpPr>
        <p:spPr>
          <a:xfrm>
            <a:off x="1634398" y="1669183"/>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61" name="Freeform 45"/>
          <p:cNvSpPr>
            <a:spLocks noEditPoints="1"/>
          </p:cNvSpPr>
          <p:nvPr/>
        </p:nvSpPr>
        <p:spPr bwMode="auto">
          <a:xfrm>
            <a:off x="1238250" y="176761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Text Placeholder 3"/>
          <p:cNvSpPr txBox="1">
            <a:spLocks/>
          </p:cNvSpPr>
          <p:nvPr/>
        </p:nvSpPr>
        <p:spPr>
          <a:xfrm>
            <a:off x="1634398" y="2914650"/>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63" name="Freeform 45"/>
          <p:cNvSpPr>
            <a:spLocks noEditPoints="1"/>
          </p:cNvSpPr>
          <p:nvPr/>
        </p:nvSpPr>
        <p:spPr bwMode="auto">
          <a:xfrm>
            <a:off x="1238250" y="30130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Text Placeholder 3"/>
          <p:cNvSpPr txBox="1">
            <a:spLocks/>
          </p:cNvSpPr>
          <p:nvPr/>
        </p:nvSpPr>
        <p:spPr>
          <a:xfrm>
            <a:off x="1634398" y="4133850"/>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65" name="Freeform 45"/>
          <p:cNvSpPr>
            <a:spLocks noEditPoints="1"/>
          </p:cNvSpPr>
          <p:nvPr/>
        </p:nvSpPr>
        <p:spPr bwMode="auto">
          <a:xfrm>
            <a:off x="1238250" y="42322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9" name="Group 65"/>
          <p:cNvGrpSpPr/>
          <p:nvPr/>
        </p:nvGrpSpPr>
        <p:grpSpPr>
          <a:xfrm>
            <a:off x="4610100" y="1152526"/>
            <a:ext cx="3428999" cy="1154176"/>
            <a:chOff x="1938544" y="1152526"/>
            <a:chExt cx="4792657" cy="1154176"/>
          </a:xfrm>
        </p:grpSpPr>
        <p:sp>
          <p:nvSpPr>
            <p:cNvPr id="51" name="Round Same Side Corner Rectangle 50"/>
            <p:cNvSpPr/>
            <p:nvPr/>
          </p:nvSpPr>
          <p:spPr>
            <a:xfrm flipV="1">
              <a:off x="1938544" y="159881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22" name="Group 9"/>
            <p:cNvGrpSpPr/>
            <p:nvPr/>
          </p:nvGrpSpPr>
          <p:grpSpPr>
            <a:xfrm>
              <a:off x="1938544" y="1152526"/>
              <a:ext cx="4792657" cy="446296"/>
              <a:chOff x="1600200" y="1295400"/>
              <a:chExt cx="5410200" cy="670560"/>
            </a:xfrm>
          </p:grpSpPr>
          <p:sp>
            <p:nvSpPr>
              <p:cNvPr id="55" name="Rectangle 54"/>
              <p:cNvSpPr/>
              <p:nvPr/>
            </p:nvSpPr>
            <p:spPr>
              <a:xfrm>
                <a:off x="1600200" y="1356360"/>
                <a:ext cx="5410200" cy="6096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8" name="Rectangle 57"/>
              <p:cNvSpPr/>
              <p:nvPr/>
            </p:nvSpPr>
            <p:spPr>
              <a:xfrm>
                <a:off x="1600200" y="1295400"/>
                <a:ext cx="5410200" cy="6096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Strategy Analysis</a:t>
                </a:r>
              </a:p>
            </p:txBody>
          </p:sp>
        </p:grpSp>
      </p:grpSp>
      <p:grpSp>
        <p:nvGrpSpPr>
          <p:cNvPr id="25" name="Group 66"/>
          <p:cNvGrpSpPr/>
          <p:nvPr/>
        </p:nvGrpSpPr>
        <p:grpSpPr>
          <a:xfrm>
            <a:off x="4610100" y="2376003"/>
            <a:ext cx="3428999" cy="1154179"/>
            <a:chOff x="1938544" y="2376003"/>
            <a:chExt cx="4792657" cy="1154179"/>
          </a:xfrm>
        </p:grpSpPr>
        <p:grpSp>
          <p:nvGrpSpPr>
            <p:cNvPr id="26" name="Group 12"/>
            <p:cNvGrpSpPr/>
            <p:nvPr/>
          </p:nvGrpSpPr>
          <p:grpSpPr>
            <a:xfrm>
              <a:off x="1938544" y="2376003"/>
              <a:ext cx="4792657" cy="446296"/>
              <a:chOff x="1600200" y="1295400"/>
              <a:chExt cx="5410200" cy="670560"/>
            </a:xfrm>
          </p:grpSpPr>
          <p:sp>
            <p:nvSpPr>
              <p:cNvPr id="68" name="Rectangle 67"/>
              <p:cNvSpPr/>
              <p:nvPr/>
            </p:nvSpPr>
            <p:spPr>
              <a:xfrm>
                <a:off x="1600200" y="1356360"/>
                <a:ext cx="5410200" cy="6096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9" name="Rectangle 68"/>
              <p:cNvSpPr/>
              <p:nvPr/>
            </p:nvSpPr>
            <p:spPr>
              <a:xfrm>
                <a:off x="1600200" y="1295400"/>
                <a:ext cx="5410200" cy="6096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Structure Analysis</a:t>
                </a:r>
              </a:p>
            </p:txBody>
          </p:sp>
        </p:grpSp>
        <p:sp>
          <p:nvSpPr>
            <p:cNvPr id="67" name="Round Same Side Corner Rectangle 66"/>
            <p:cNvSpPr/>
            <p:nvPr/>
          </p:nvSpPr>
          <p:spPr>
            <a:xfrm flipV="1">
              <a:off x="1938544" y="282229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nvGrpSpPr>
          <p:cNvPr id="27" name="Group 67"/>
          <p:cNvGrpSpPr/>
          <p:nvPr/>
        </p:nvGrpSpPr>
        <p:grpSpPr>
          <a:xfrm>
            <a:off x="4619625" y="3610353"/>
            <a:ext cx="3428999" cy="1154179"/>
            <a:chOff x="1938544" y="3610353"/>
            <a:chExt cx="4792657" cy="1154179"/>
          </a:xfrm>
        </p:grpSpPr>
        <p:grpSp>
          <p:nvGrpSpPr>
            <p:cNvPr id="28" name="Group 18"/>
            <p:cNvGrpSpPr/>
            <p:nvPr/>
          </p:nvGrpSpPr>
          <p:grpSpPr>
            <a:xfrm>
              <a:off x="1938544" y="3610353"/>
              <a:ext cx="4792657" cy="446296"/>
              <a:chOff x="1600200" y="1295400"/>
              <a:chExt cx="5410200" cy="670560"/>
            </a:xfrm>
          </p:grpSpPr>
          <p:sp>
            <p:nvSpPr>
              <p:cNvPr id="73" name="Rectangle 72"/>
              <p:cNvSpPr/>
              <p:nvPr/>
            </p:nvSpPr>
            <p:spPr>
              <a:xfrm>
                <a:off x="1600200" y="1356360"/>
                <a:ext cx="5410200" cy="6096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74" name="Rectangle 73"/>
              <p:cNvSpPr/>
              <p:nvPr/>
            </p:nvSpPr>
            <p:spPr>
              <a:xfrm>
                <a:off x="1600200" y="1295400"/>
                <a:ext cx="5410200" cy="6096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System Analysis</a:t>
                </a:r>
              </a:p>
            </p:txBody>
          </p:sp>
        </p:grpSp>
        <p:sp>
          <p:nvSpPr>
            <p:cNvPr id="72" name="Round Same Side Corner Rectangle 71"/>
            <p:cNvSpPr/>
            <p:nvPr/>
          </p:nvSpPr>
          <p:spPr>
            <a:xfrm flipV="1">
              <a:off x="1938544" y="405664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75" name="Text Placeholder 3"/>
          <p:cNvSpPr txBox="1">
            <a:spLocks/>
          </p:cNvSpPr>
          <p:nvPr/>
        </p:nvSpPr>
        <p:spPr>
          <a:xfrm>
            <a:off x="4761954" y="1669183"/>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76" name="Freeform 45"/>
          <p:cNvSpPr>
            <a:spLocks noEditPoints="1"/>
          </p:cNvSpPr>
          <p:nvPr/>
        </p:nvSpPr>
        <p:spPr bwMode="auto">
          <a:xfrm>
            <a:off x="7499531" y="176761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Text Placeholder 3"/>
          <p:cNvSpPr txBox="1">
            <a:spLocks/>
          </p:cNvSpPr>
          <p:nvPr/>
        </p:nvSpPr>
        <p:spPr>
          <a:xfrm>
            <a:off x="4761954" y="2914650"/>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78" name="Freeform 45"/>
          <p:cNvSpPr>
            <a:spLocks noEditPoints="1"/>
          </p:cNvSpPr>
          <p:nvPr/>
        </p:nvSpPr>
        <p:spPr bwMode="auto">
          <a:xfrm>
            <a:off x="7499531" y="30130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Text Placeholder 3"/>
          <p:cNvSpPr txBox="1">
            <a:spLocks/>
          </p:cNvSpPr>
          <p:nvPr/>
        </p:nvSpPr>
        <p:spPr>
          <a:xfrm>
            <a:off x="4761954" y="4133850"/>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80" name="Freeform 45"/>
          <p:cNvSpPr>
            <a:spLocks noEditPoints="1"/>
          </p:cNvSpPr>
          <p:nvPr/>
        </p:nvSpPr>
        <p:spPr bwMode="auto">
          <a:xfrm>
            <a:off x="7499531" y="42322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9" name="Group 10"/>
          <p:cNvGrpSpPr/>
          <p:nvPr/>
        </p:nvGrpSpPr>
        <p:grpSpPr>
          <a:xfrm>
            <a:off x="8117572" y="1152523"/>
            <a:ext cx="486384" cy="446296"/>
            <a:chOff x="647700" y="1295400"/>
            <a:chExt cx="838200" cy="670560"/>
          </a:xfrm>
        </p:grpSpPr>
        <p:sp>
          <p:nvSpPr>
            <p:cNvPr id="82" name="Rectangle 81"/>
            <p:cNvSpPr/>
            <p:nvPr/>
          </p:nvSpPr>
          <p:spPr>
            <a:xfrm>
              <a:off x="647700" y="1356360"/>
              <a:ext cx="838200" cy="6096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3" name="Rectangle 82"/>
            <p:cNvSpPr/>
            <p:nvPr/>
          </p:nvSpPr>
          <p:spPr>
            <a:xfrm>
              <a:off x="647700" y="1295400"/>
              <a:ext cx="838200" cy="6096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04</a:t>
              </a:r>
            </a:p>
          </p:txBody>
        </p:sp>
      </p:grpSp>
      <p:grpSp>
        <p:nvGrpSpPr>
          <p:cNvPr id="30" name="Group 15"/>
          <p:cNvGrpSpPr/>
          <p:nvPr/>
        </p:nvGrpSpPr>
        <p:grpSpPr>
          <a:xfrm>
            <a:off x="8117572" y="2376003"/>
            <a:ext cx="486384" cy="446296"/>
            <a:chOff x="647700" y="1295400"/>
            <a:chExt cx="838200" cy="670560"/>
          </a:xfrm>
        </p:grpSpPr>
        <p:sp>
          <p:nvSpPr>
            <p:cNvPr id="85" name="Rectangle 84"/>
            <p:cNvSpPr/>
            <p:nvPr/>
          </p:nvSpPr>
          <p:spPr>
            <a:xfrm>
              <a:off x="647700" y="1356360"/>
              <a:ext cx="838200" cy="6096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6" name="Rectangle 85"/>
            <p:cNvSpPr/>
            <p:nvPr/>
          </p:nvSpPr>
          <p:spPr>
            <a:xfrm>
              <a:off x="647700" y="1295400"/>
              <a:ext cx="838200" cy="6096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05</a:t>
              </a:r>
            </a:p>
          </p:txBody>
        </p:sp>
      </p:grpSp>
      <p:grpSp>
        <p:nvGrpSpPr>
          <p:cNvPr id="31" name="Group 21"/>
          <p:cNvGrpSpPr/>
          <p:nvPr/>
        </p:nvGrpSpPr>
        <p:grpSpPr>
          <a:xfrm>
            <a:off x="8117572" y="3610353"/>
            <a:ext cx="486384" cy="446296"/>
            <a:chOff x="647700" y="1295400"/>
            <a:chExt cx="838200" cy="670560"/>
          </a:xfrm>
        </p:grpSpPr>
        <p:sp>
          <p:nvSpPr>
            <p:cNvPr id="88" name="Rectangle 87"/>
            <p:cNvSpPr/>
            <p:nvPr/>
          </p:nvSpPr>
          <p:spPr>
            <a:xfrm>
              <a:off x="647700" y="1356360"/>
              <a:ext cx="838200" cy="6096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9" name="Rectangle 88"/>
            <p:cNvSpPr/>
            <p:nvPr/>
          </p:nvSpPr>
          <p:spPr>
            <a:xfrm>
              <a:off x="647700" y="1295400"/>
              <a:ext cx="838200" cy="6096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06</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61"/>
                                        </p:tgtEl>
                                        <p:attrNameLst>
                                          <p:attrName>style.visibility</p:attrName>
                                        </p:attrNameLst>
                                      </p:cBhvr>
                                      <p:to>
                                        <p:strVal val="visible"/>
                                      </p:to>
                                    </p:set>
                                    <p:anim calcmode="lin" valueType="num">
                                      <p:cBhvr>
                                        <p:cTn id="16" dur="500" fill="hold"/>
                                        <p:tgtEl>
                                          <p:spTgt spid="61"/>
                                        </p:tgtEl>
                                        <p:attrNameLst>
                                          <p:attrName>ppt_w</p:attrName>
                                        </p:attrNameLst>
                                      </p:cBhvr>
                                      <p:tavLst>
                                        <p:tav tm="0">
                                          <p:val>
                                            <p:fltVal val="0"/>
                                          </p:val>
                                        </p:tav>
                                        <p:tav tm="100000">
                                          <p:val>
                                            <p:strVal val="#ppt_w"/>
                                          </p:val>
                                        </p:tav>
                                      </p:tavLst>
                                    </p:anim>
                                    <p:anim calcmode="lin" valueType="num">
                                      <p:cBhvr>
                                        <p:cTn id="17" dur="500" fill="hold"/>
                                        <p:tgtEl>
                                          <p:spTgt spid="61"/>
                                        </p:tgtEl>
                                        <p:attrNameLst>
                                          <p:attrName>ppt_h</p:attrName>
                                        </p:attrNameLst>
                                      </p:cBhvr>
                                      <p:tavLst>
                                        <p:tav tm="0">
                                          <p:val>
                                            <p:fltVal val="0"/>
                                          </p:val>
                                        </p:tav>
                                        <p:tav tm="100000">
                                          <p:val>
                                            <p:strVal val="#ppt_h"/>
                                          </p:val>
                                        </p:tav>
                                      </p:tavLst>
                                    </p:anim>
                                    <p:animEffect transition="in" filter="fade">
                                      <p:cBhvr>
                                        <p:cTn id="18" dur="500"/>
                                        <p:tgtEl>
                                          <p:spTgt spid="61"/>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60"/>
                                        </p:tgtEl>
                                        <p:attrNameLst>
                                          <p:attrName>style.visibility</p:attrName>
                                        </p:attrNameLst>
                                      </p:cBhvr>
                                      <p:to>
                                        <p:strVal val="visible"/>
                                      </p:to>
                                    </p:set>
                                    <p:animEffect transition="in" filter="wipe(left)">
                                      <p:cBhvr>
                                        <p:cTn id="21" dur="500"/>
                                        <p:tgtEl>
                                          <p:spTgt spid="60"/>
                                        </p:tgtEl>
                                      </p:cBhvr>
                                    </p:animEffect>
                                  </p:childTnLst>
                                </p:cTn>
                              </p:par>
                            </p:childTnLst>
                          </p:cTn>
                        </p:par>
                        <p:par>
                          <p:cTn id="22" fill="hold">
                            <p:stCondLst>
                              <p:cond delay="1000"/>
                            </p:stCondLst>
                            <p:childTnLst>
                              <p:par>
                                <p:cTn id="23" presetID="2" presetClass="entr" presetSubtype="8" accel="50000" decel="5000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0-#ppt_w/2"/>
                                          </p:val>
                                        </p:tav>
                                        <p:tav tm="100000">
                                          <p:val>
                                            <p:strVal val="#ppt_x"/>
                                          </p:val>
                                        </p:tav>
                                      </p:tavLst>
                                    </p:anim>
                                    <p:anim calcmode="lin" valueType="num">
                                      <p:cBhvr additive="base">
                                        <p:cTn id="26" dur="500" fill="hold"/>
                                        <p:tgtEl>
                                          <p:spTgt spid="9"/>
                                        </p:tgtEl>
                                        <p:attrNameLst>
                                          <p:attrName>ppt_y</p:attrName>
                                        </p:attrNameLst>
                                      </p:cBhvr>
                                      <p:tavLst>
                                        <p:tav tm="0">
                                          <p:val>
                                            <p:strVal val="#ppt_y"/>
                                          </p:val>
                                        </p:tav>
                                        <p:tav tm="100000">
                                          <p:val>
                                            <p:strVal val="#ppt_y"/>
                                          </p:val>
                                        </p:tav>
                                      </p:tavLst>
                                    </p:anim>
                                  </p:childTnLst>
                                </p:cTn>
                              </p:par>
                              <p:par>
                                <p:cTn id="27" presetID="2" presetClass="entr" presetSubtype="4" accel="50000" decel="50000" fill="hold" nodeType="with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500" fill="hold"/>
                                        <p:tgtEl>
                                          <p:spTgt spid="11"/>
                                        </p:tgtEl>
                                        <p:attrNameLst>
                                          <p:attrName>ppt_x</p:attrName>
                                        </p:attrNameLst>
                                      </p:cBhvr>
                                      <p:tavLst>
                                        <p:tav tm="0">
                                          <p:val>
                                            <p:strVal val="#ppt_x"/>
                                          </p:val>
                                        </p:tav>
                                        <p:tav tm="100000">
                                          <p:val>
                                            <p:strVal val="#ppt_x"/>
                                          </p:val>
                                        </p:tav>
                                      </p:tavLst>
                                    </p:anim>
                                    <p:anim calcmode="lin" valueType="num">
                                      <p:cBhvr additive="base">
                                        <p:cTn id="30" dur="500" fill="hold"/>
                                        <p:tgtEl>
                                          <p:spTgt spid="11"/>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53" presetClass="entr" presetSubtype="0" fill="hold" grpId="0" nodeType="afterEffect">
                                  <p:stCondLst>
                                    <p:cond delay="0"/>
                                  </p:stCondLst>
                                  <p:childTnLst>
                                    <p:set>
                                      <p:cBhvr>
                                        <p:cTn id="33" dur="1" fill="hold">
                                          <p:stCondLst>
                                            <p:cond delay="0"/>
                                          </p:stCondLst>
                                        </p:cTn>
                                        <p:tgtEl>
                                          <p:spTgt spid="63"/>
                                        </p:tgtEl>
                                        <p:attrNameLst>
                                          <p:attrName>style.visibility</p:attrName>
                                        </p:attrNameLst>
                                      </p:cBhvr>
                                      <p:to>
                                        <p:strVal val="visible"/>
                                      </p:to>
                                    </p:set>
                                    <p:anim calcmode="lin" valueType="num">
                                      <p:cBhvr>
                                        <p:cTn id="34" dur="500" fill="hold"/>
                                        <p:tgtEl>
                                          <p:spTgt spid="63"/>
                                        </p:tgtEl>
                                        <p:attrNameLst>
                                          <p:attrName>ppt_w</p:attrName>
                                        </p:attrNameLst>
                                      </p:cBhvr>
                                      <p:tavLst>
                                        <p:tav tm="0">
                                          <p:val>
                                            <p:fltVal val="0"/>
                                          </p:val>
                                        </p:tav>
                                        <p:tav tm="100000">
                                          <p:val>
                                            <p:strVal val="#ppt_w"/>
                                          </p:val>
                                        </p:tav>
                                      </p:tavLst>
                                    </p:anim>
                                    <p:anim calcmode="lin" valueType="num">
                                      <p:cBhvr>
                                        <p:cTn id="35" dur="500" fill="hold"/>
                                        <p:tgtEl>
                                          <p:spTgt spid="63"/>
                                        </p:tgtEl>
                                        <p:attrNameLst>
                                          <p:attrName>ppt_h</p:attrName>
                                        </p:attrNameLst>
                                      </p:cBhvr>
                                      <p:tavLst>
                                        <p:tav tm="0">
                                          <p:val>
                                            <p:fltVal val="0"/>
                                          </p:val>
                                        </p:tav>
                                        <p:tav tm="100000">
                                          <p:val>
                                            <p:strVal val="#ppt_h"/>
                                          </p:val>
                                        </p:tav>
                                      </p:tavLst>
                                    </p:anim>
                                    <p:animEffect transition="in" filter="fade">
                                      <p:cBhvr>
                                        <p:cTn id="36" dur="500"/>
                                        <p:tgtEl>
                                          <p:spTgt spid="63"/>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Effect transition="in" filter="wipe(left)">
                                      <p:cBhvr>
                                        <p:cTn id="39" dur="500"/>
                                        <p:tgtEl>
                                          <p:spTgt spid="62"/>
                                        </p:tgtEl>
                                      </p:cBhvr>
                                    </p:animEffect>
                                  </p:childTnLst>
                                </p:cTn>
                              </p:par>
                            </p:childTnLst>
                          </p:cTn>
                        </p:par>
                        <p:par>
                          <p:cTn id="40" fill="hold">
                            <p:stCondLst>
                              <p:cond delay="2000"/>
                            </p:stCondLst>
                            <p:childTnLst>
                              <p:par>
                                <p:cTn id="41" presetID="2" presetClass="entr" presetSubtype="8" accel="50000" decel="50000"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500" fill="hold"/>
                                        <p:tgtEl>
                                          <p:spTgt spid="10"/>
                                        </p:tgtEl>
                                        <p:attrNameLst>
                                          <p:attrName>ppt_x</p:attrName>
                                        </p:attrNameLst>
                                      </p:cBhvr>
                                      <p:tavLst>
                                        <p:tav tm="0">
                                          <p:val>
                                            <p:strVal val="0-#ppt_w/2"/>
                                          </p:val>
                                        </p:tav>
                                        <p:tav tm="100000">
                                          <p:val>
                                            <p:strVal val="#ppt_x"/>
                                          </p:val>
                                        </p:tav>
                                      </p:tavLst>
                                    </p:anim>
                                    <p:anim calcmode="lin" valueType="num">
                                      <p:cBhvr additive="base">
                                        <p:cTn id="44" dur="500" fill="hold"/>
                                        <p:tgtEl>
                                          <p:spTgt spid="10"/>
                                        </p:tgtEl>
                                        <p:attrNameLst>
                                          <p:attrName>ppt_y</p:attrName>
                                        </p:attrNameLst>
                                      </p:cBhvr>
                                      <p:tavLst>
                                        <p:tav tm="0">
                                          <p:val>
                                            <p:strVal val="#ppt_y"/>
                                          </p:val>
                                        </p:tav>
                                        <p:tav tm="100000">
                                          <p:val>
                                            <p:strVal val="#ppt_y"/>
                                          </p:val>
                                        </p:tav>
                                      </p:tavLst>
                                    </p:anim>
                                  </p:childTnLst>
                                </p:cTn>
                              </p:par>
                              <p:par>
                                <p:cTn id="45" presetID="2" presetClass="entr" presetSubtype="4" accel="50000" decel="50000" fill="hold"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500" fill="hold"/>
                                        <p:tgtEl>
                                          <p:spTgt spid="13"/>
                                        </p:tgtEl>
                                        <p:attrNameLst>
                                          <p:attrName>ppt_x</p:attrName>
                                        </p:attrNameLst>
                                      </p:cBhvr>
                                      <p:tavLst>
                                        <p:tav tm="0">
                                          <p:val>
                                            <p:strVal val="#ppt_x"/>
                                          </p:val>
                                        </p:tav>
                                        <p:tav tm="100000">
                                          <p:val>
                                            <p:strVal val="#ppt_x"/>
                                          </p:val>
                                        </p:tav>
                                      </p:tavLst>
                                    </p:anim>
                                    <p:anim calcmode="lin" valueType="num">
                                      <p:cBhvr additive="base">
                                        <p:cTn id="48" dur="500" fill="hold"/>
                                        <p:tgtEl>
                                          <p:spTgt spid="13"/>
                                        </p:tgtEl>
                                        <p:attrNameLst>
                                          <p:attrName>ppt_y</p:attrName>
                                        </p:attrNameLst>
                                      </p:cBhvr>
                                      <p:tavLst>
                                        <p:tav tm="0">
                                          <p:val>
                                            <p:strVal val="1+#ppt_h/2"/>
                                          </p:val>
                                        </p:tav>
                                        <p:tav tm="100000">
                                          <p:val>
                                            <p:strVal val="#ppt_y"/>
                                          </p:val>
                                        </p:tav>
                                      </p:tavLst>
                                    </p:anim>
                                  </p:childTnLst>
                                </p:cTn>
                              </p:par>
                            </p:childTnLst>
                          </p:cTn>
                        </p:par>
                        <p:par>
                          <p:cTn id="49" fill="hold">
                            <p:stCondLst>
                              <p:cond delay="2500"/>
                            </p:stCondLst>
                            <p:childTnLst>
                              <p:par>
                                <p:cTn id="50" presetID="53" presetClass="entr" presetSubtype="0" fill="hold" grpId="0" nodeType="afterEffect">
                                  <p:stCondLst>
                                    <p:cond delay="0"/>
                                  </p:stCondLst>
                                  <p:childTnLst>
                                    <p:set>
                                      <p:cBhvr>
                                        <p:cTn id="51" dur="1" fill="hold">
                                          <p:stCondLst>
                                            <p:cond delay="0"/>
                                          </p:stCondLst>
                                        </p:cTn>
                                        <p:tgtEl>
                                          <p:spTgt spid="65"/>
                                        </p:tgtEl>
                                        <p:attrNameLst>
                                          <p:attrName>style.visibility</p:attrName>
                                        </p:attrNameLst>
                                      </p:cBhvr>
                                      <p:to>
                                        <p:strVal val="visible"/>
                                      </p:to>
                                    </p:set>
                                    <p:anim calcmode="lin" valueType="num">
                                      <p:cBhvr>
                                        <p:cTn id="52" dur="500" fill="hold"/>
                                        <p:tgtEl>
                                          <p:spTgt spid="65"/>
                                        </p:tgtEl>
                                        <p:attrNameLst>
                                          <p:attrName>ppt_w</p:attrName>
                                        </p:attrNameLst>
                                      </p:cBhvr>
                                      <p:tavLst>
                                        <p:tav tm="0">
                                          <p:val>
                                            <p:fltVal val="0"/>
                                          </p:val>
                                        </p:tav>
                                        <p:tav tm="100000">
                                          <p:val>
                                            <p:strVal val="#ppt_w"/>
                                          </p:val>
                                        </p:tav>
                                      </p:tavLst>
                                    </p:anim>
                                    <p:anim calcmode="lin" valueType="num">
                                      <p:cBhvr>
                                        <p:cTn id="53" dur="500" fill="hold"/>
                                        <p:tgtEl>
                                          <p:spTgt spid="65"/>
                                        </p:tgtEl>
                                        <p:attrNameLst>
                                          <p:attrName>ppt_h</p:attrName>
                                        </p:attrNameLst>
                                      </p:cBhvr>
                                      <p:tavLst>
                                        <p:tav tm="0">
                                          <p:val>
                                            <p:fltVal val="0"/>
                                          </p:val>
                                        </p:tav>
                                        <p:tav tm="100000">
                                          <p:val>
                                            <p:strVal val="#ppt_h"/>
                                          </p:val>
                                        </p:tav>
                                      </p:tavLst>
                                    </p:anim>
                                    <p:animEffect transition="in" filter="fade">
                                      <p:cBhvr>
                                        <p:cTn id="54" dur="500"/>
                                        <p:tgtEl>
                                          <p:spTgt spid="65"/>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64"/>
                                        </p:tgtEl>
                                        <p:attrNameLst>
                                          <p:attrName>style.visibility</p:attrName>
                                        </p:attrNameLst>
                                      </p:cBhvr>
                                      <p:to>
                                        <p:strVal val="visible"/>
                                      </p:to>
                                    </p:set>
                                    <p:animEffect transition="in" filter="wipe(left)">
                                      <p:cBhvr>
                                        <p:cTn id="57" dur="500"/>
                                        <p:tgtEl>
                                          <p:spTgt spid="64"/>
                                        </p:tgtEl>
                                      </p:cBhvr>
                                    </p:animEffect>
                                  </p:childTnLst>
                                </p:cTn>
                              </p:par>
                            </p:childTnLst>
                          </p:cTn>
                        </p:par>
                        <p:par>
                          <p:cTn id="58" fill="hold">
                            <p:stCondLst>
                              <p:cond delay="3000"/>
                            </p:stCondLst>
                            <p:childTnLst>
                              <p:par>
                                <p:cTn id="59" presetID="2" presetClass="entr" presetSubtype="2" accel="50000" decel="50000" fill="hold" nodeType="after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500" fill="hold"/>
                                        <p:tgtEl>
                                          <p:spTgt spid="29"/>
                                        </p:tgtEl>
                                        <p:attrNameLst>
                                          <p:attrName>ppt_x</p:attrName>
                                        </p:attrNameLst>
                                      </p:cBhvr>
                                      <p:tavLst>
                                        <p:tav tm="0">
                                          <p:val>
                                            <p:strVal val="1+#ppt_w/2"/>
                                          </p:val>
                                        </p:tav>
                                        <p:tav tm="100000">
                                          <p:val>
                                            <p:strVal val="#ppt_x"/>
                                          </p:val>
                                        </p:tav>
                                      </p:tavLst>
                                    </p:anim>
                                    <p:anim calcmode="lin" valueType="num">
                                      <p:cBhvr additive="base">
                                        <p:cTn id="62" dur="500" fill="hold"/>
                                        <p:tgtEl>
                                          <p:spTgt spid="29"/>
                                        </p:tgtEl>
                                        <p:attrNameLst>
                                          <p:attrName>ppt_y</p:attrName>
                                        </p:attrNameLst>
                                      </p:cBhvr>
                                      <p:tavLst>
                                        <p:tav tm="0">
                                          <p:val>
                                            <p:strVal val="#ppt_y"/>
                                          </p:val>
                                        </p:tav>
                                        <p:tav tm="100000">
                                          <p:val>
                                            <p:strVal val="#ppt_y"/>
                                          </p:val>
                                        </p:tav>
                                      </p:tavLst>
                                    </p:anim>
                                  </p:childTnLst>
                                </p:cTn>
                              </p:par>
                              <p:par>
                                <p:cTn id="63" presetID="2" presetClass="entr" presetSubtype="4" accel="50000" decel="50000" fill="hold" nodeType="with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ppt_x"/>
                                          </p:val>
                                        </p:tav>
                                        <p:tav tm="100000">
                                          <p:val>
                                            <p:strVal val="#ppt_x"/>
                                          </p:val>
                                        </p:tav>
                                      </p:tavLst>
                                    </p:anim>
                                    <p:anim calcmode="lin" valueType="num">
                                      <p:cBhvr additive="base">
                                        <p:cTn id="66" dur="500" fill="hold"/>
                                        <p:tgtEl>
                                          <p:spTgt spid="19"/>
                                        </p:tgtEl>
                                        <p:attrNameLst>
                                          <p:attrName>ppt_y</p:attrName>
                                        </p:attrNameLst>
                                      </p:cBhvr>
                                      <p:tavLst>
                                        <p:tav tm="0">
                                          <p:val>
                                            <p:strVal val="1+#ppt_h/2"/>
                                          </p:val>
                                        </p:tav>
                                        <p:tav tm="100000">
                                          <p:val>
                                            <p:strVal val="#ppt_y"/>
                                          </p:val>
                                        </p:tav>
                                      </p:tavLst>
                                    </p:anim>
                                  </p:childTnLst>
                                </p:cTn>
                              </p:par>
                            </p:childTnLst>
                          </p:cTn>
                        </p:par>
                        <p:par>
                          <p:cTn id="67" fill="hold">
                            <p:stCondLst>
                              <p:cond delay="3500"/>
                            </p:stCondLst>
                            <p:childTnLst>
                              <p:par>
                                <p:cTn id="68" presetID="53" presetClass="entr" presetSubtype="0" fill="hold" grpId="0" nodeType="afterEffect">
                                  <p:stCondLst>
                                    <p:cond delay="0"/>
                                  </p:stCondLst>
                                  <p:childTnLst>
                                    <p:set>
                                      <p:cBhvr>
                                        <p:cTn id="69" dur="1" fill="hold">
                                          <p:stCondLst>
                                            <p:cond delay="0"/>
                                          </p:stCondLst>
                                        </p:cTn>
                                        <p:tgtEl>
                                          <p:spTgt spid="76"/>
                                        </p:tgtEl>
                                        <p:attrNameLst>
                                          <p:attrName>style.visibility</p:attrName>
                                        </p:attrNameLst>
                                      </p:cBhvr>
                                      <p:to>
                                        <p:strVal val="visible"/>
                                      </p:to>
                                    </p:set>
                                    <p:anim calcmode="lin" valueType="num">
                                      <p:cBhvr>
                                        <p:cTn id="70" dur="500" fill="hold"/>
                                        <p:tgtEl>
                                          <p:spTgt spid="76"/>
                                        </p:tgtEl>
                                        <p:attrNameLst>
                                          <p:attrName>ppt_w</p:attrName>
                                        </p:attrNameLst>
                                      </p:cBhvr>
                                      <p:tavLst>
                                        <p:tav tm="0">
                                          <p:val>
                                            <p:fltVal val="0"/>
                                          </p:val>
                                        </p:tav>
                                        <p:tav tm="100000">
                                          <p:val>
                                            <p:strVal val="#ppt_w"/>
                                          </p:val>
                                        </p:tav>
                                      </p:tavLst>
                                    </p:anim>
                                    <p:anim calcmode="lin" valueType="num">
                                      <p:cBhvr>
                                        <p:cTn id="71" dur="500" fill="hold"/>
                                        <p:tgtEl>
                                          <p:spTgt spid="76"/>
                                        </p:tgtEl>
                                        <p:attrNameLst>
                                          <p:attrName>ppt_h</p:attrName>
                                        </p:attrNameLst>
                                      </p:cBhvr>
                                      <p:tavLst>
                                        <p:tav tm="0">
                                          <p:val>
                                            <p:fltVal val="0"/>
                                          </p:val>
                                        </p:tav>
                                        <p:tav tm="100000">
                                          <p:val>
                                            <p:strVal val="#ppt_h"/>
                                          </p:val>
                                        </p:tav>
                                      </p:tavLst>
                                    </p:anim>
                                    <p:animEffect transition="in" filter="fade">
                                      <p:cBhvr>
                                        <p:cTn id="72" dur="500"/>
                                        <p:tgtEl>
                                          <p:spTgt spid="76"/>
                                        </p:tgtEl>
                                      </p:cBhvr>
                                    </p:animEffect>
                                  </p:childTnLst>
                                </p:cTn>
                              </p:par>
                              <p:par>
                                <p:cTn id="73" presetID="22" presetClass="entr" presetSubtype="2" fill="hold" grpId="0" nodeType="withEffect">
                                  <p:stCondLst>
                                    <p:cond delay="0"/>
                                  </p:stCondLst>
                                  <p:childTnLst>
                                    <p:set>
                                      <p:cBhvr>
                                        <p:cTn id="74" dur="1" fill="hold">
                                          <p:stCondLst>
                                            <p:cond delay="0"/>
                                          </p:stCondLst>
                                        </p:cTn>
                                        <p:tgtEl>
                                          <p:spTgt spid="75"/>
                                        </p:tgtEl>
                                        <p:attrNameLst>
                                          <p:attrName>style.visibility</p:attrName>
                                        </p:attrNameLst>
                                      </p:cBhvr>
                                      <p:to>
                                        <p:strVal val="visible"/>
                                      </p:to>
                                    </p:set>
                                    <p:animEffect transition="in" filter="wipe(right)">
                                      <p:cBhvr>
                                        <p:cTn id="75" dur="500"/>
                                        <p:tgtEl>
                                          <p:spTgt spid="75"/>
                                        </p:tgtEl>
                                      </p:cBhvr>
                                    </p:animEffect>
                                  </p:childTnLst>
                                </p:cTn>
                              </p:par>
                            </p:childTnLst>
                          </p:cTn>
                        </p:par>
                        <p:par>
                          <p:cTn id="76" fill="hold">
                            <p:stCondLst>
                              <p:cond delay="4000"/>
                            </p:stCondLst>
                            <p:childTnLst>
                              <p:par>
                                <p:cTn id="77" presetID="2" presetClass="entr" presetSubtype="2" accel="50000" decel="50000" fill="hold" nodeType="after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1+#ppt_w/2"/>
                                          </p:val>
                                        </p:tav>
                                        <p:tav tm="100000">
                                          <p:val>
                                            <p:strVal val="#ppt_x"/>
                                          </p:val>
                                        </p:tav>
                                      </p:tavLst>
                                    </p:anim>
                                    <p:anim calcmode="lin" valueType="num">
                                      <p:cBhvr additive="base">
                                        <p:cTn id="80" dur="500" fill="hold"/>
                                        <p:tgtEl>
                                          <p:spTgt spid="30"/>
                                        </p:tgtEl>
                                        <p:attrNameLst>
                                          <p:attrName>ppt_y</p:attrName>
                                        </p:attrNameLst>
                                      </p:cBhvr>
                                      <p:tavLst>
                                        <p:tav tm="0">
                                          <p:val>
                                            <p:strVal val="#ppt_y"/>
                                          </p:val>
                                        </p:tav>
                                        <p:tav tm="100000">
                                          <p:val>
                                            <p:strVal val="#ppt_y"/>
                                          </p:val>
                                        </p:tav>
                                      </p:tavLst>
                                    </p:anim>
                                  </p:childTnLst>
                                </p:cTn>
                              </p:par>
                              <p:par>
                                <p:cTn id="81" presetID="2" presetClass="entr" presetSubtype="4" accel="50000" decel="50000" fill="hold" nodeType="withEffect">
                                  <p:stCondLst>
                                    <p:cond delay="0"/>
                                  </p:stCondLst>
                                  <p:childTnLst>
                                    <p:set>
                                      <p:cBhvr>
                                        <p:cTn id="82" dur="1" fill="hold">
                                          <p:stCondLst>
                                            <p:cond delay="0"/>
                                          </p:stCondLst>
                                        </p:cTn>
                                        <p:tgtEl>
                                          <p:spTgt spid="25"/>
                                        </p:tgtEl>
                                        <p:attrNameLst>
                                          <p:attrName>style.visibility</p:attrName>
                                        </p:attrNameLst>
                                      </p:cBhvr>
                                      <p:to>
                                        <p:strVal val="visible"/>
                                      </p:to>
                                    </p:set>
                                    <p:anim calcmode="lin" valueType="num">
                                      <p:cBhvr additive="base">
                                        <p:cTn id="83" dur="500" fill="hold"/>
                                        <p:tgtEl>
                                          <p:spTgt spid="25"/>
                                        </p:tgtEl>
                                        <p:attrNameLst>
                                          <p:attrName>ppt_x</p:attrName>
                                        </p:attrNameLst>
                                      </p:cBhvr>
                                      <p:tavLst>
                                        <p:tav tm="0">
                                          <p:val>
                                            <p:strVal val="#ppt_x"/>
                                          </p:val>
                                        </p:tav>
                                        <p:tav tm="100000">
                                          <p:val>
                                            <p:strVal val="#ppt_x"/>
                                          </p:val>
                                        </p:tav>
                                      </p:tavLst>
                                    </p:anim>
                                    <p:anim calcmode="lin" valueType="num">
                                      <p:cBhvr additive="base">
                                        <p:cTn id="84" dur="500" fill="hold"/>
                                        <p:tgtEl>
                                          <p:spTgt spid="25"/>
                                        </p:tgtEl>
                                        <p:attrNameLst>
                                          <p:attrName>ppt_y</p:attrName>
                                        </p:attrNameLst>
                                      </p:cBhvr>
                                      <p:tavLst>
                                        <p:tav tm="0">
                                          <p:val>
                                            <p:strVal val="1+#ppt_h/2"/>
                                          </p:val>
                                        </p:tav>
                                        <p:tav tm="100000">
                                          <p:val>
                                            <p:strVal val="#ppt_y"/>
                                          </p:val>
                                        </p:tav>
                                      </p:tavLst>
                                    </p:anim>
                                  </p:childTnLst>
                                </p:cTn>
                              </p:par>
                            </p:childTnLst>
                          </p:cTn>
                        </p:par>
                        <p:par>
                          <p:cTn id="85" fill="hold">
                            <p:stCondLst>
                              <p:cond delay="4500"/>
                            </p:stCondLst>
                            <p:childTnLst>
                              <p:par>
                                <p:cTn id="86" presetID="53" presetClass="entr" presetSubtype="0" fill="hold" grpId="0" nodeType="afterEffect">
                                  <p:stCondLst>
                                    <p:cond delay="0"/>
                                  </p:stCondLst>
                                  <p:childTnLst>
                                    <p:set>
                                      <p:cBhvr>
                                        <p:cTn id="87" dur="1" fill="hold">
                                          <p:stCondLst>
                                            <p:cond delay="0"/>
                                          </p:stCondLst>
                                        </p:cTn>
                                        <p:tgtEl>
                                          <p:spTgt spid="78"/>
                                        </p:tgtEl>
                                        <p:attrNameLst>
                                          <p:attrName>style.visibility</p:attrName>
                                        </p:attrNameLst>
                                      </p:cBhvr>
                                      <p:to>
                                        <p:strVal val="visible"/>
                                      </p:to>
                                    </p:set>
                                    <p:anim calcmode="lin" valueType="num">
                                      <p:cBhvr>
                                        <p:cTn id="88" dur="500" fill="hold"/>
                                        <p:tgtEl>
                                          <p:spTgt spid="78"/>
                                        </p:tgtEl>
                                        <p:attrNameLst>
                                          <p:attrName>ppt_w</p:attrName>
                                        </p:attrNameLst>
                                      </p:cBhvr>
                                      <p:tavLst>
                                        <p:tav tm="0">
                                          <p:val>
                                            <p:fltVal val="0"/>
                                          </p:val>
                                        </p:tav>
                                        <p:tav tm="100000">
                                          <p:val>
                                            <p:strVal val="#ppt_w"/>
                                          </p:val>
                                        </p:tav>
                                      </p:tavLst>
                                    </p:anim>
                                    <p:anim calcmode="lin" valueType="num">
                                      <p:cBhvr>
                                        <p:cTn id="89" dur="500" fill="hold"/>
                                        <p:tgtEl>
                                          <p:spTgt spid="78"/>
                                        </p:tgtEl>
                                        <p:attrNameLst>
                                          <p:attrName>ppt_h</p:attrName>
                                        </p:attrNameLst>
                                      </p:cBhvr>
                                      <p:tavLst>
                                        <p:tav tm="0">
                                          <p:val>
                                            <p:fltVal val="0"/>
                                          </p:val>
                                        </p:tav>
                                        <p:tav tm="100000">
                                          <p:val>
                                            <p:strVal val="#ppt_h"/>
                                          </p:val>
                                        </p:tav>
                                      </p:tavLst>
                                    </p:anim>
                                    <p:animEffect transition="in" filter="fade">
                                      <p:cBhvr>
                                        <p:cTn id="90" dur="500"/>
                                        <p:tgtEl>
                                          <p:spTgt spid="78"/>
                                        </p:tgtEl>
                                      </p:cBhvr>
                                    </p:animEffect>
                                  </p:childTnLst>
                                </p:cTn>
                              </p:par>
                              <p:par>
                                <p:cTn id="91" presetID="22" presetClass="entr" presetSubtype="2" fill="hold" grpId="0" nodeType="withEffect">
                                  <p:stCondLst>
                                    <p:cond delay="0"/>
                                  </p:stCondLst>
                                  <p:childTnLst>
                                    <p:set>
                                      <p:cBhvr>
                                        <p:cTn id="92" dur="1" fill="hold">
                                          <p:stCondLst>
                                            <p:cond delay="0"/>
                                          </p:stCondLst>
                                        </p:cTn>
                                        <p:tgtEl>
                                          <p:spTgt spid="77"/>
                                        </p:tgtEl>
                                        <p:attrNameLst>
                                          <p:attrName>style.visibility</p:attrName>
                                        </p:attrNameLst>
                                      </p:cBhvr>
                                      <p:to>
                                        <p:strVal val="visible"/>
                                      </p:to>
                                    </p:set>
                                    <p:animEffect transition="in" filter="wipe(right)">
                                      <p:cBhvr>
                                        <p:cTn id="93" dur="500"/>
                                        <p:tgtEl>
                                          <p:spTgt spid="77"/>
                                        </p:tgtEl>
                                      </p:cBhvr>
                                    </p:animEffect>
                                  </p:childTnLst>
                                </p:cTn>
                              </p:par>
                            </p:childTnLst>
                          </p:cTn>
                        </p:par>
                        <p:par>
                          <p:cTn id="94" fill="hold">
                            <p:stCondLst>
                              <p:cond delay="5000"/>
                            </p:stCondLst>
                            <p:childTnLst>
                              <p:par>
                                <p:cTn id="95" presetID="2" presetClass="entr" presetSubtype="2" accel="50000" decel="50000" fill="hold" nodeType="afterEffect">
                                  <p:stCondLst>
                                    <p:cond delay="0"/>
                                  </p:stCondLst>
                                  <p:childTnLst>
                                    <p:set>
                                      <p:cBhvr>
                                        <p:cTn id="96" dur="1" fill="hold">
                                          <p:stCondLst>
                                            <p:cond delay="0"/>
                                          </p:stCondLst>
                                        </p:cTn>
                                        <p:tgtEl>
                                          <p:spTgt spid="31"/>
                                        </p:tgtEl>
                                        <p:attrNameLst>
                                          <p:attrName>style.visibility</p:attrName>
                                        </p:attrNameLst>
                                      </p:cBhvr>
                                      <p:to>
                                        <p:strVal val="visible"/>
                                      </p:to>
                                    </p:set>
                                    <p:anim calcmode="lin" valueType="num">
                                      <p:cBhvr additive="base">
                                        <p:cTn id="97" dur="500" fill="hold"/>
                                        <p:tgtEl>
                                          <p:spTgt spid="31"/>
                                        </p:tgtEl>
                                        <p:attrNameLst>
                                          <p:attrName>ppt_x</p:attrName>
                                        </p:attrNameLst>
                                      </p:cBhvr>
                                      <p:tavLst>
                                        <p:tav tm="0">
                                          <p:val>
                                            <p:strVal val="1+#ppt_w/2"/>
                                          </p:val>
                                        </p:tav>
                                        <p:tav tm="100000">
                                          <p:val>
                                            <p:strVal val="#ppt_x"/>
                                          </p:val>
                                        </p:tav>
                                      </p:tavLst>
                                    </p:anim>
                                    <p:anim calcmode="lin" valueType="num">
                                      <p:cBhvr additive="base">
                                        <p:cTn id="98" dur="500" fill="hold"/>
                                        <p:tgtEl>
                                          <p:spTgt spid="31"/>
                                        </p:tgtEl>
                                        <p:attrNameLst>
                                          <p:attrName>ppt_y</p:attrName>
                                        </p:attrNameLst>
                                      </p:cBhvr>
                                      <p:tavLst>
                                        <p:tav tm="0">
                                          <p:val>
                                            <p:strVal val="#ppt_y"/>
                                          </p:val>
                                        </p:tav>
                                        <p:tav tm="100000">
                                          <p:val>
                                            <p:strVal val="#ppt_y"/>
                                          </p:val>
                                        </p:tav>
                                      </p:tavLst>
                                    </p:anim>
                                  </p:childTnLst>
                                </p:cTn>
                              </p:par>
                              <p:par>
                                <p:cTn id="99" presetID="2" presetClass="entr" presetSubtype="4" accel="50000" decel="50000" fill="hold"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additive="base">
                                        <p:cTn id="101" dur="500" fill="hold"/>
                                        <p:tgtEl>
                                          <p:spTgt spid="27"/>
                                        </p:tgtEl>
                                        <p:attrNameLst>
                                          <p:attrName>ppt_x</p:attrName>
                                        </p:attrNameLst>
                                      </p:cBhvr>
                                      <p:tavLst>
                                        <p:tav tm="0">
                                          <p:val>
                                            <p:strVal val="#ppt_x"/>
                                          </p:val>
                                        </p:tav>
                                        <p:tav tm="100000">
                                          <p:val>
                                            <p:strVal val="#ppt_x"/>
                                          </p:val>
                                        </p:tav>
                                      </p:tavLst>
                                    </p:anim>
                                    <p:anim calcmode="lin" valueType="num">
                                      <p:cBhvr additive="base">
                                        <p:cTn id="102" dur="500" fill="hold"/>
                                        <p:tgtEl>
                                          <p:spTgt spid="27"/>
                                        </p:tgtEl>
                                        <p:attrNameLst>
                                          <p:attrName>ppt_y</p:attrName>
                                        </p:attrNameLst>
                                      </p:cBhvr>
                                      <p:tavLst>
                                        <p:tav tm="0">
                                          <p:val>
                                            <p:strVal val="1+#ppt_h/2"/>
                                          </p:val>
                                        </p:tav>
                                        <p:tav tm="100000">
                                          <p:val>
                                            <p:strVal val="#ppt_y"/>
                                          </p:val>
                                        </p:tav>
                                      </p:tavLst>
                                    </p:anim>
                                  </p:childTnLst>
                                </p:cTn>
                              </p:par>
                            </p:childTnLst>
                          </p:cTn>
                        </p:par>
                        <p:par>
                          <p:cTn id="103" fill="hold">
                            <p:stCondLst>
                              <p:cond delay="5500"/>
                            </p:stCondLst>
                            <p:childTnLst>
                              <p:par>
                                <p:cTn id="104" presetID="53" presetClass="entr" presetSubtype="0" fill="hold" grpId="0" nodeType="afterEffect">
                                  <p:stCondLst>
                                    <p:cond delay="0"/>
                                  </p:stCondLst>
                                  <p:childTnLst>
                                    <p:set>
                                      <p:cBhvr>
                                        <p:cTn id="105" dur="1" fill="hold">
                                          <p:stCondLst>
                                            <p:cond delay="0"/>
                                          </p:stCondLst>
                                        </p:cTn>
                                        <p:tgtEl>
                                          <p:spTgt spid="80"/>
                                        </p:tgtEl>
                                        <p:attrNameLst>
                                          <p:attrName>style.visibility</p:attrName>
                                        </p:attrNameLst>
                                      </p:cBhvr>
                                      <p:to>
                                        <p:strVal val="visible"/>
                                      </p:to>
                                    </p:set>
                                    <p:anim calcmode="lin" valueType="num">
                                      <p:cBhvr>
                                        <p:cTn id="106" dur="500" fill="hold"/>
                                        <p:tgtEl>
                                          <p:spTgt spid="80"/>
                                        </p:tgtEl>
                                        <p:attrNameLst>
                                          <p:attrName>ppt_w</p:attrName>
                                        </p:attrNameLst>
                                      </p:cBhvr>
                                      <p:tavLst>
                                        <p:tav tm="0">
                                          <p:val>
                                            <p:fltVal val="0"/>
                                          </p:val>
                                        </p:tav>
                                        <p:tav tm="100000">
                                          <p:val>
                                            <p:strVal val="#ppt_w"/>
                                          </p:val>
                                        </p:tav>
                                      </p:tavLst>
                                    </p:anim>
                                    <p:anim calcmode="lin" valueType="num">
                                      <p:cBhvr>
                                        <p:cTn id="107" dur="500" fill="hold"/>
                                        <p:tgtEl>
                                          <p:spTgt spid="80"/>
                                        </p:tgtEl>
                                        <p:attrNameLst>
                                          <p:attrName>ppt_h</p:attrName>
                                        </p:attrNameLst>
                                      </p:cBhvr>
                                      <p:tavLst>
                                        <p:tav tm="0">
                                          <p:val>
                                            <p:fltVal val="0"/>
                                          </p:val>
                                        </p:tav>
                                        <p:tav tm="100000">
                                          <p:val>
                                            <p:strVal val="#ppt_h"/>
                                          </p:val>
                                        </p:tav>
                                      </p:tavLst>
                                    </p:anim>
                                    <p:animEffect transition="in" filter="fade">
                                      <p:cBhvr>
                                        <p:cTn id="108" dur="500"/>
                                        <p:tgtEl>
                                          <p:spTgt spid="80"/>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9"/>
                                        </p:tgtEl>
                                        <p:attrNameLst>
                                          <p:attrName>style.visibility</p:attrName>
                                        </p:attrNameLst>
                                      </p:cBhvr>
                                      <p:to>
                                        <p:strVal val="visible"/>
                                      </p:to>
                                    </p:set>
                                    <p:animEffect transition="in" filter="wipe(right)">
                                      <p:cBhvr>
                                        <p:cTn id="111"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1" grpId="0" animBg="1"/>
      <p:bldP spid="62" grpId="0"/>
      <p:bldP spid="63" grpId="0" animBg="1"/>
      <p:bldP spid="64" grpId="0"/>
      <p:bldP spid="65" grpId="0" animBg="1"/>
      <p:bldP spid="75" grpId="0"/>
      <p:bldP spid="76" grpId="0" animBg="1"/>
      <p:bldP spid="77" grpId="0"/>
      <p:bldP spid="78" grpId="0" animBg="1"/>
      <p:bldP spid="79" grpId="0"/>
      <p:bldP spid="80"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Management Infographic</a:t>
            </a:r>
            <a:endParaRPr lang="en-US" dirty="0"/>
          </a:p>
        </p:txBody>
      </p:sp>
      <p:sp>
        <p:nvSpPr>
          <p:cNvPr id="45" name="Text Placeholder 44"/>
          <p:cNvSpPr>
            <a:spLocks noGrp="1"/>
          </p:cNvSpPr>
          <p:nvPr>
            <p:ph type="body" sz="half" idx="2"/>
          </p:nvPr>
        </p:nvSpPr>
        <p:spPr/>
        <p:txBody>
          <a:bodyPr/>
          <a:lstStyle/>
          <a:p>
            <a:r>
              <a:rPr lang="en-US"/>
              <a:t>Management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127</a:t>
            </a:fld>
            <a:endParaRPr lang="en-US" dirty="0"/>
          </a:p>
        </p:txBody>
      </p:sp>
      <p:grpSp>
        <p:nvGrpSpPr>
          <p:cNvPr id="2" name="Group 95"/>
          <p:cNvGrpSpPr/>
          <p:nvPr/>
        </p:nvGrpSpPr>
        <p:grpSpPr>
          <a:xfrm>
            <a:off x="7193855" y="1208439"/>
            <a:ext cx="1188145" cy="1202155"/>
            <a:chOff x="7193855" y="1120887"/>
            <a:chExt cx="1188145" cy="1202155"/>
          </a:xfrm>
        </p:grpSpPr>
        <p:grpSp>
          <p:nvGrpSpPr>
            <p:cNvPr id="3" name="Group 18"/>
            <p:cNvGrpSpPr/>
            <p:nvPr/>
          </p:nvGrpSpPr>
          <p:grpSpPr>
            <a:xfrm rot="16200000">
              <a:off x="7186850" y="1127892"/>
              <a:ext cx="1202155" cy="1188145"/>
              <a:chOff x="7162800" y="2897630"/>
              <a:chExt cx="1318260" cy="1647825"/>
            </a:xfrm>
          </p:grpSpPr>
          <p:sp>
            <p:nvSpPr>
              <p:cNvPr id="31" name="Rectangle 19"/>
              <p:cNvSpPr/>
              <p:nvPr/>
            </p:nvSpPr>
            <p:spPr>
              <a:xfrm>
                <a:off x="7162800" y="2897630"/>
                <a:ext cx="1219200" cy="16478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2" name="Rectangle 31"/>
              <p:cNvSpPr/>
              <p:nvPr/>
            </p:nvSpPr>
            <p:spPr>
              <a:xfrm>
                <a:off x="7261860" y="2897630"/>
                <a:ext cx="1219200" cy="16478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63" name="TextBox 62"/>
            <p:cNvSpPr txBox="1"/>
            <p:nvPr/>
          </p:nvSpPr>
          <p:spPr>
            <a:xfrm>
              <a:off x="7569117" y="1899479"/>
              <a:ext cx="437620" cy="184666"/>
            </a:xfrm>
            <a:prstGeom prst="rect">
              <a:avLst/>
            </a:prstGeom>
            <a:noFill/>
          </p:spPr>
          <p:txBody>
            <a:bodyPr wrap="none" lIns="0" tIns="0" rIns="0" bIns="0" rtlCol="0" anchor="t">
              <a:spAutoFit/>
            </a:bodyPr>
            <a:lstStyle/>
            <a:p>
              <a:pPr algn="ctr"/>
              <a:r>
                <a:rPr lang="en-US" sz="1200" b="1" dirty="0">
                  <a:solidFill>
                    <a:schemeClr val="bg1"/>
                  </a:solidFill>
                </a:rPr>
                <a:t>Launch</a:t>
              </a:r>
            </a:p>
          </p:txBody>
        </p:sp>
        <p:sp>
          <p:nvSpPr>
            <p:cNvPr id="64" name="Freeform 228"/>
            <p:cNvSpPr>
              <a:spLocks/>
            </p:cNvSpPr>
            <p:nvPr/>
          </p:nvSpPr>
          <p:spPr bwMode="auto">
            <a:xfrm>
              <a:off x="7569371" y="1421293"/>
              <a:ext cx="437113" cy="440086"/>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94"/>
          <p:cNvGrpSpPr/>
          <p:nvPr/>
        </p:nvGrpSpPr>
        <p:grpSpPr>
          <a:xfrm>
            <a:off x="5913693" y="1208444"/>
            <a:ext cx="1188146" cy="1202156"/>
            <a:chOff x="5913693" y="1120892"/>
            <a:chExt cx="1188146" cy="1202156"/>
          </a:xfrm>
        </p:grpSpPr>
        <p:grpSp>
          <p:nvGrpSpPr>
            <p:cNvPr id="5" name="Group 18"/>
            <p:cNvGrpSpPr/>
            <p:nvPr/>
          </p:nvGrpSpPr>
          <p:grpSpPr>
            <a:xfrm rot="16200000">
              <a:off x="5906688" y="1127897"/>
              <a:ext cx="1202156" cy="1188146"/>
              <a:chOff x="7162800" y="2897630"/>
              <a:chExt cx="1318260" cy="1647825"/>
            </a:xfrm>
          </p:grpSpPr>
          <p:sp>
            <p:nvSpPr>
              <p:cNvPr id="28" name="Rectangle 19"/>
              <p:cNvSpPr/>
              <p:nvPr/>
            </p:nvSpPr>
            <p:spPr>
              <a:xfrm>
                <a:off x="7162800" y="2897630"/>
                <a:ext cx="1219200" cy="1647825"/>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9" name="Rectangle 28"/>
              <p:cNvSpPr/>
              <p:nvPr/>
            </p:nvSpPr>
            <p:spPr>
              <a:xfrm>
                <a:off x="7261860" y="2897630"/>
                <a:ext cx="1219200" cy="164782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62" name="TextBox 61"/>
            <p:cNvSpPr txBox="1"/>
            <p:nvPr/>
          </p:nvSpPr>
          <p:spPr>
            <a:xfrm>
              <a:off x="6254172" y="1899479"/>
              <a:ext cx="609141" cy="184666"/>
            </a:xfrm>
            <a:prstGeom prst="rect">
              <a:avLst/>
            </a:prstGeom>
            <a:noFill/>
          </p:spPr>
          <p:txBody>
            <a:bodyPr wrap="none" lIns="0" tIns="0" rIns="0" bIns="0" rtlCol="0" anchor="t">
              <a:spAutoFit/>
            </a:bodyPr>
            <a:lstStyle/>
            <a:p>
              <a:pPr algn="ctr"/>
              <a:r>
                <a:rPr lang="en-US" sz="1200" b="1" dirty="0">
                  <a:solidFill>
                    <a:schemeClr val="bg1"/>
                  </a:solidFill>
                </a:rPr>
                <a:t>Marketing</a:t>
              </a:r>
            </a:p>
          </p:txBody>
        </p:sp>
        <p:sp>
          <p:nvSpPr>
            <p:cNvPr id="65" name="Freeform 66"/>
            <p:cNvSpPr>
              <a:spLocks noEditPoints="1"/>
            </p:cNvSpPr>
            <p:nvPr/>
          </p:nvSpPr>
          <p:spPr bwMode="auto">
            <a:xfrm>
              <a:off x="6310058" y="1415845"/>
              <a:ext cx="395417" cy="367889"/>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91"/>
          <p:cNvGrpSpPr/>
          <p:nvPr/>
        </p:nvGrpSpPr>
        <p:grpSpPr>
          <a:xfrm>
            <a:off x="2073215" y="1208441"/>
            <a:ext cx="1188144" cy="1202154"/>
            <a:chOff x="2073215" y="1120889"/>
            <a:chExt cx="1188144" cy="1202154"/>
          </a:xfrm>
        </p:grpSpPr>
        <p:grpSp>
          <p:nvGrpSpPr>
            <p:cNvPr id="7" name="Group 50"/>
            <p:cNvGrpSpPr/>
            <p:nvPr/>
          </p:nvGrpSpPr>
          <p:grpSpPr>
            <a:xfrm rot="5400000" flipH="1">
              <a:off x="2066210" y="1127894"/>
              <a:ext cx="1202154" cy="1188144"/>
              <a:chOff x="7162800" y="2897630"/>
              <a:chExt cx="1318260" cy="1647825"/>
            </a:xfrm>
          </p:grpSpPr>
          <p:sp>
            <p:nvSpPr>
              <p:cNvPr id="13" name="Rectangle 12"/>
              <p:cNvSpPr/>
              <p:nvPr/>
            </p:nvSpPr>
            <p:spPr>
              <a:xfrm>
                <a:off x="7162800" y="2897630"/>
                <a:ext cx="1219200" cy="164782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4" name="Rectangle 13"/>
              <p:cNvSpPr/>
              <p:nvPr/>
            </p:nvSpPr>
            <p:spPr>
              <a:xfrm>
                <a:off x="7261860" y="2897630"/>
                <a:ext cx="1219200" cy="16478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59" name="TextBox 58"/>
            <p:cNvSpPr txBox="1"/>
            <p:nvPr/>
          </p:nvSpPr>
          <p:spPr>
            <a:xfrm>
              <a:off x="2371855" y="1899479"/>
              <a:ext cx="541815" cy="184666"/>
            </a:xfrm>
            <a:prstGeom prst="rect">
              <a:avLst/>
            </a:prstGeom>
            <a:noFill/>
          </p:spPr>
          <p:txBody>
            <a:bodyPr wrap="none" lIns="0" tIns="0" rIns="0" bIns="0" rtlCol="0" anchor="t">
              <a:spAutoFit/>
            </a:bodyPr>
            <a:lstStyle/>
            <a:p>
              <a:pPr algn="ctr"/>
              <a:r>
                <a:rPr lang="en-US" sz="1200" b="1" dirty="0">
                  <a:solidFill>
                    <a:schemeClr val="bg1"/>
                  </a:solidFill>
                </a:rPr>
                <a:t>Analyses</a:t>
              </a:r>
            </a:p>
          </p:txBody>
        </p:sp>
        <p:sp>
          <p:nvSpPr>
            <p:cNvPr id="66" name="Freeform 15"/>
            <p:cNvSpPr>
              <a:spLocks noEditPoints="1"/>
            </p:cNvSpPr>
            <p:nvPr/>
          </p:nvSpPr>
          <p:spPr bwMode="auto">
            <a:xfrm>
              <a:off x="2423152" y="1415844"/>
              <a:ext cx="490518" cy="367889"/>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90"/>
          <p:cNvGrpSpPr/>
          <p:nvPr/>
        </p:nvGrpSpPr>
        <p:grpSpPr>
          <a:xfrm>
            <a:off x="793059" y="1208441"/>
            <a:ext cx="1188140" cy="1202154"/>
            <a:chOff x="793059" y="1120889"/>
            <a:chExt cx="1188140" cy="1202154"/>
          </a:xfrm>
        </p:grpSpPr>
        <p:grpSp>
          <p:nvGrpSpPr>
            <p:cNvPr id="11" name="Group 49"/>
            <p:cNvGrpSpPr/>
            <p:nvPr/>
          </p:nvGrpSpPr>
          <p:grpSpPr>
            <a:xfrm rot="5400000" flipH="1">
              <a:off x="786052" y="1127896"/>
              <a:ext cx="1202154" cy="1188140"/>
              <a:chOff x="7162800" y="1192655"/>
              <a:chExt cx="1318260" cy="1628775"/>
            </a:xfrm>
          </p:grpSpPr>
          <p:sp>
            <p:nvSpPr>
              <p:cNvPr id="8" name="Rectangle 7"/>
              <p:cNvSpPr/>
              <p:nvPr/>
            </p:nvSpPr>
            <p:spPr>
              <a:xfrm>
                <a:off x="7162800" y="1192655"/>
                <a:ext cx="1219200" cy="162877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 name="Rectangle 8"/>
              <p:cNvSpPr/>
              <p:nvPr/>
            </p:nvSpPr>
            <p:spPr>
              <a:xfrm>
                <a:off x="7261860" y="1192655"/>
                <a:ext cx="1219200" cy="1628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58" name="TextBox 57"/>
            <p:cNvSpPr txBox="1"/>
            <p:nvPr/>
          </p:nvSpPr>
          <p:spPr>
            <a:xfrm>
              <a:off x="1108206" y="1899479"/>
              <a:ext cx="557846" cy="184666"/>
            </a:xfrm>
            <a:prstGeom prst="rect">
              <a:avLst/>
            </a:prstGeom>
            <a:noFill/>
          </p:spPr>
          <p:txBody>
            <a:bodyPr wrap="none" lIns="0" tIns="0" rIns="0" bIns="0" rtlCol="0" anchor="t">
              <a:spAutoFit/>
            </a:bodyPr>
            <a:lstStyle/>
            <a:p>
              <a:pPr algn="ctr"/>
              <a:r>
                <a:rPr lang="en-US" sz="1200" b="1" dirty="0">
                  <a:solidFill>
                    <a:schemeClr val="bg1"/>
                  </a:solidFill>
                </a:rPr>
                <a:t>Diagnose</a:t>
              </a:r>
            </a:p>
          </p:txBody>
        </p:sp>
        <p:grpSp>
          <p:nvGrpSpPr>
            <p:cNvPr id="12" name="Group 66"/>
            <p:cNvGrpSpPr/>
            <p:nvPr/>
          </p:nvGrpSpPr>
          <p:grpSpPr>
            <a:xfrm>
              <a:off x="1199024" y="1404179"/>
              <a:ext cx="376211" cy="379555"/>
              <a:chOff x="0" y="2706688"/>
              <a:chExt cx="357188" cy="360363"/>
            </a:xfrm>
            <a:solidFill>
              <a:schemeClr val="bg1"/>
            </a:solidFill>
          </p:grpSpPr>
          <p:sp>
            <p:nvSpPr>
              <p:cNvPr id="68" name="Freeform 107"/>
              <p:cNvSpPr>
                <a:spLocks noEditPoints="1"/>
              </p:cNvSpPr>
              <p:nvPr/>
            </p:nvSpPr>
            <p:spPr bwMode="auto">
              <a:xfrm>
                <a:off x="0" y="2706688"/>
                <a:ext cx="357188" cy="360363"/>
              </a:xfrm>
              <a:custGeom>
                <a:avLst/>
                <a:gdLst/>
                <a:ahLst/>
                <a:cxnLst>
                  <a:cxn ang="0">
                    <a:pos x="112" y="12"/>
                  </a:cxn>
                  <a:cxn ang="0">
                    <a:pos x="96" y="12"/>
                  </a:cxn>
                  <a:cxn ang="0">
                    <a:pos x="96" y="4"/>
                  </a:cxn>
                  <a:cxn ang="0">
                    <a:pos x="92" y="0"/>
                  </a:cxn>
                  <a:cxn ang="0">
                    <a:pos x="88" y="4"/>
                  </a:cxn>
                  <a:cxn ang="0">
                    <a:pos x="88" y="12"/>
                  </a:cxn>
                  <a:cxn ang="0">
                    <a:pos x="65" y="12"/>
                  </a:cxn>
                  <a:cxn ang="0">
                    <a:pos x="65" y="4"/>
                  </a:cxn>
                  <a:cxn ang="0">
                    <a:pos x="61" y="0"/>
                  </a:cxn>
                  <a:cxn ang="0">
                    <a:pos x="57" y="4"/>
                  </a:cxn>
                  <a:cxn ang="0">
                    <a:pos x="57" y="12"/>
                  </a:cxn>
                  <a:cxn ang="0">
                    <a:pos x="34" y="12"/>
                  </a:cxn>
                  <a:cxn ang="0">
                    <a:pos x="34" y="4"/>
                  </a:cxn>
                  <a:cxn ang="0">
                    <a:pos x="30" y="0"/>
                  </a:cxn>
                  <a:cxn ang="0">
                    <a:pos x="27" y="4"/>
                  </a:cxn>
                  <a:cxn ang="0">
                    <a:pos x="27" y="12"/>
                  </a:cxn>
                  <a:cxn ang="0">
                    <a:pos x="10" y="12"/>
                  </a:cxn>
                  <a:cxn ang="0">
                    <a:pos x="0" y="22"/>
                  </a:cxn>
                  <a:cxn ang="0">
                    <a:pos x="0" y="113"/>
                  </a:cxn>
                  <a:cxn ang="0">
                    <a:pos x="10" y="123"/>
                  </a:cxn>
                  <a:cxn ang="0">
                    <a:pos x="112" y="123"/>
                  </a:cxn>
                  <a:cxn ang="0">
                    <a:pos x="122" y="113"/>
                  </a:cxn>
                  <a:cxn ang="0">
                    <a:pos x="122" y="22"/>
                  </a:cxn>
                  <a:cxn ang="0">
                    <a:pos x="112" y="12"/>
                  </a:cxn>
                  <a:cxn ang="0">
                    <a:pos x="115" y="113"/>
                  </a:cxn>
                  <a:cxn ang="0">
                    <a:pos x="112" y="115"/>
                  </a:cxn>
                  <a:cxn ang="0">
                    <a:pos x="10" y="115"/>
                  </a:cxn>
                  <a:cxn ang="0">
                    <a:pos x="7" y="113"/>
                  </a:cxn>
                  <a:cxn ang="0">
                    <a:pos x="7" y="22"/>
                  </a:cxn>
                  <a:cxn ang="0">
                    <a:pos x="10" y="19"/>
                  </a:cxn>
                  <a:cxn ang="0">
                    <a:pos x="27" y="19"/>
                  </a:cxn>
                  <a:cxn ang="0">
                    <a:pos x="27" y="27"/>
                  </a:cxn>
                  <a:cxn ang="0">
                    <a:pos x="30" y="31"/>
                  </a:cxn>
                  <a:cxn ang="0">
                    <a:pos x="34" y="27"/>
                  </a:cxn>
                  <a:cxn ang="0">
                    <a:pos x="34" y="19"/>
                  </a:cxn>
                  <a:cxn ang="0">
                    <a:pos x="57" y="19"/>
                  </a:cxn>
                  <a:cxn ang="0">
                    <a:pos x="57" y="27"/>
                  </a:cxn>
                  <a:cxn ang="0">
                    <a:pos x="61" y="31"/>
                  </a:cxn>
                  <a:cxn ang="0">
                    <a:pos x="65" y="27"/>
                  </a:cxn>
                  <a:cxn ang="0">
                    <a:pos x="65" y="19"/>
                  </a:cxn>
                  <a:cxn ang="0">
                    <a:pos x="88" y="19"/>
                  </a:cxn>
                  <a:cxn ang="0">
                    <a:pos x="88" y="27"/>
                  </a:cxn>
                  <a:cxn ang="0">
                    <a:pos x="92" y="31"/>
                  </a:cxn>
                  <a:cxn ang="0">
                    <a:pos x="96" y="27"/>
                  </a:cxn>
                  <a:cxn ang="0">
                    <a:pos x="96" y="19"/>
                  </a:cxn>
                  <a:cxn ang="0">
                    <a:pos x="112" y="19"/>
                  </a:cxn>
                  <a:cxn ang="0">
                    <a:pos x="115" y="22"/>
                  </a:cxn>
                  <a:cxn ang="0">
                    <a:pos x="115" y="113"/>
                  </a:cxn>
                  <a:cxn ang="0">
                    <a:pos x="115" y="113"/>
                  </a:cxn>
                  <a:cxn ang="0">
                    <a:pos x="115" y="113"/>
                  </a:cxn>
                </a:cxnLst>
                <a:rect l="0" t="0" r="r" b="b"/>
                <a:pathLst>
                  <a:path w="122" h="123">
                    <a:moveTo>
                      <a:pt x="112" y="12"/>
                    </a:moveTo>
                    <a:cubicBezTo>
                      <a:pt x="96" y="12"/>
                      <a:pt x="96" y="12"/>
                      <a:pt x="96" y="12"/>
                    </a:cubicBezTo>
                    <a:cubicBezTo>
                      <a:pt x="96" y="4"/>
                      <a:pt x="96" y="4"/>
                      <a:pt x="96" y="4"/>
                    </a:cubicBezTo>
                    <a:cubicBezTo>
                      <a:pt x="96" y="2"/>
                      <a:pt x="94" y="0"/>
                      <a:pt x="92" y="0"/>
                    </a:cubicBezTo>
                    <a:cubicBezTo>
                      <a:pt x="90" y="0"/>
                      <a:pt x="88" y="2"/>
                      <a:pt x="88" y="4"/>
                    </a:cubicBezTo>
                    <a:cubicBezTo>
                      <a:pt x="88" y="12"/>
                      <a:pt x="88" y="12"/>
                      <a:pt x="88" y="12"/>
                    </a:cubicBezTo>
                    <a:cubicBezTo>
                      <a:pt x="65" y="12"/>
                      <a:pt x="65" y="12"/>
                      <a:pt x="65" y="12"/>
                    </a:cubicBezTo>
                    <a:cubicBezTo>
                      <a:pt x="65" y="4"/>
                      <a:pt x="65" y="4"/>
                      <a:pt x="65" y="4"/>
                    </a:cubicBezTo>
                    <a:cubicBezTo>
                      <a:pt x="65" y="2"/>
                      <a:pt x="63" y="0"/>
                      <a:pt x="61" y="0"/>
                    </a:cubicBezTo>
                    <a:cubicBezTo>
                      <a:pt x="59" y="0"/>
                      <a:pt x="57" y="2"/>
                      <a:pt x="57" y="4"/>
                    </a:cubicBezTo>
                    <a:cubicBezTo>
                      <a:pt x="57" y="12"/>
                      <a:pt x="57" y="12"/>
                      <a:pt x="57" y="12"/>
                    </a:cubicBezTo>
                    <a:cubicBezTo>
                      <a:pt x="34" y="12"/>
                      <a:pt x="34" y="12"/>
                      <a:pt x="34" y="12"/>
                    </a:cubicBezTo>
                    <a:cubicBezTo>
                      <a:pt x="34" y="4"/>
                      <a:pt x="34" y="4"/>
                      <a:pt x="34" y="4"/>
                    </a:cubicBezTo>
                    <a:cubicBezTo>
                      <a:pt x="34" y="2"/>
                      <a:pt x="32" y="0"/>
                      <a:pt x="30" y="0"/>
                    </a:cubicBezTo>
                    <a:cubicBezTo>
                      <a:pt x="28" y="0"/>
                      <a:pt x="27" y="2"/>
                      <a:pt x="27" y="4"/>
                    </a:cubicBezTo>
                    <a:cubicBezTo>
                      <a:pt x="27" y="12"/>
                      <a:pt x="27" y="12"/>
                      <a:pt x="27" y="12"/>
                    </a:cubicBezTo>
                    <a:cubicBezTo>
                      <a:pt x="10" y="12"/>
                      <a:pt x="10" y="12"/>
                      <a:pt x="10" y="12"/>
                    </a:cubicBezTo>
                    <a:cubicBezTo>
                      <a:pt x="4" y="12"/>
                      <a:pt x="0" y="16"/>
                      <a:pt x="0" y="22"/>
                    </a:cubicBezTo>
                    <a:cubicBezTo>
                      <a:pt x="0" y="113"/>
                      <a:pt x="0" y="113"/>
                      <a:pt x="0" y="113"/>
                    </a:cubicBezTo>
                    <a:cubicBezTo>
                      <a:pt x="0" y="118"/>
                      <a:pt x="4" y="123"/>
                      <a:pt x="10" y="123"/>
                    </a:cubicBezTo>
                    <a:cubicBezTo>
                      <a:pt x="112" y="123"/>
                      <a:pt x="112" y="123"/>
                      <a:pt x="112" y="123"/>
                    </a:cubicBezTo>
                    <a:cubicBezTo>
                      <a:pt x="118" y="123"/>
                      <a:pt x="122" y="118"/>
                      <a:pt x="122" y="113"/>
                    </a:cubicBezTo>
                    <a:cubicBezTo>
                      <a:pt x="122" y="22"/>
                      <a:pt x="122" y="22"/>
                      <a:pt x="122" y="22"/>
                    </a:cubicBezTo>
                    <a:cubicBezTo>
                      <a:pt x="122" y="16"/>
                      <a:pt x="118" y="12"/>
                      <a:pt x="112" y="12"/>
                    </a:cubicBezTo>
                    <a:close/>
                    <a:moveTo>
                      <a:pt x="115" y="113"/>
                    </a:moveTo>
                    <a:cubicBezTo>
                      <a:pt x="115" y="114"/>
                      <a:pt x="114" y="115"/>
                      <a:pt x="112" y="115"/>
                    </a:cubicBezTo>
                    <a:cubicBezTo>
                      <a:pt x="10" y="115"/>
                      <a:pt x="10" y="115"/>
                      <a:pt x="10" y="115"/>
                    </a:cubicBezTo>
                    <a:cubicBezTo>
                      <a:pt x="9" y="115"/>
                      <a:pt x="7" y="114"/>
                      <a:pt x="7" y="113"/>
                    </a:cubicBezTo>
                    <a:cubicBezTo>
                      <a:pt x="7" y="22"/>
                      <a:pt x="7" y="22"/>
                      <a:pt x="7" y="22"/>
                    </a:cubicBezTo>
                    <a:cubicBezTo>
                      <a:pt x="7" y="20"/>
                      <a:pt x="9" y="19"/>
                      <a:pt x="10" y="19"/>
                    </a:cubicBezTo>
                    <a:cubicBezTo>
                      <a:pt x="27" y="19"/>
                      <a:pt x="27" y="19"/>
                      <a:pt x="27" y="19"/>
                    </a:cubicBezTo>
                    <a:cubicBezTo>
                      <a:pt x="27" y="27"/>
                      <a:pt x="27" y="27"/>
                      <a:pt x="27" y="27"/>
                    </a:cubicBezTo>
                    <a:cubicBezTo>
                      <a:pt x="27" y="29"/>
                      <a:pt x="28" y="31"/>
                      <a:pt x="30" y="31"/>
                    </a:cubicBezTo>
                    <a:cubicBezTo>
                      <a:pt x="32" y="31"/>
                      <a:pt x="34" y="29"/>
                      <a:pt x="34" y="27"/>
                    </a:cubicBezTo>
                    <a:cubicBezTo>
                      <a:pt x="34" y="19"/>
                      <a:pt x="34" y="19"/>
                      <a:pt x="34" y="19"/>
                    </a:cubicBezTo>
                    <a:cubicBezTo>
                      <a:pt x="57" y="19"/>
                      <a:pt x="57" y="19"/>
                      <a:pt x="57" y="19"/>
                    </a:cubicBezTo>
                    <a:cubicBezTo>
                      <a:pt x="57" y="27"/>
                      <a:pt x="57" y="27"/>
                      <a:pt x="57" y="27"/>
                    </a:cubicBezTo>
                    <a:cubicBezTo>
                      <a:pt x="57" y="29"/>
                      <a:pt x="59" y="31"/>
                      <a:pt x="61" y="31"/>
                    </a:cubicBezTo>
                    <a:cubicBezTo>
                      <a:pt x="63" y="31"/>
                      <a:pt x="65" y="29"/>
                      <a:pt x="65" y="27"/>
                    </a:cubicBezTo>
                    <a:cubicBezTo>
                      <a:pt x="65" y="19"/>
                      <a:pt x="65" y="19"/>
                      <a:pt x="65" y="19"/>
                    </a:cubicBezTo>
                    <a:cubicBezTo>
                      <a:pt x="88" y="19"/>
                      <a:pt x="88" y="19"/>
                      <a:pt x="88" y="19"/>
                    </a:cubicBezTo>
                    <a:cubicBezTo>
                      <a:pt x="88" y="27"/>
                      <a:pt x="88" y="27"/>
                      <a:pt x="88" y="27"/>
                    </a:cubicBezTo>
                    <a:cubicBezTo>
                      <a:pt x="88" y="29"/>
                      <a:pt x="90" y="31"/>
                      <a:pt x="92" y="31"/>
                    </a:cubicBezTo>
                    <a:cubicBezTo>
                      <a:pt x="94" y="31"/>
                      <a:pt x="96" y="29"/>
                      <a:pt x="96" y="27"/>
                    </a:cubicBezTo>
                    <a:cubicBezTo>
                      <a:pt x="96" y="19"/>
                      <a:pt x="96" y="19"/>
                      <a:pt x="96" y="19"/>
                    </a:cubicBezTo>
                    <a:cubicBezTo>
                      <a:pt x="112" y="19"/>
                      <a:pt x="112" y="19"/>
                      <a:pt x="112" y="19"/>
                    </a:cubicBezTo>
                    <a:cubicBezTo>
                      <a:pt x="114" y="19"/>
                      <a:pt x="115" y="20"/>
                      <a:pt x="115" y="22"/>
                    </a:cubicBezTo>
                    <a:lnTo>
                      <a:pt x="115" y="113"/>
                    </a:lnTo>
                    <a:close/>
                    <a:moveTo>
                      <a:pt x="115" y="113"/>
                    </a:moveTo>
                    <a:cubicBezTo>
                      <a:pt x="115" y="113"/>
                      <a:pt x="115" y="113"/>
                      <a:pt x="115" y="1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Rectangle 108"/>
              <p:cNvSpPr>
                <a:spLocks noChangeArrowheads="1"/>
              </p:cNvSpPr>
              <p:nvPr/>
            </p:nvSpPr>
            <p:spPr bwMode="auto">
              <a:xfrm>
                <a:off x="79375" y="2841626"/>
                <a:ext cx="42863"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Rectangle 109"/>
              <p:cNvSpPr>
                <a:spLocks noChangeArrowheads="1"/>
              </p:cNvSpPr>
              <p:nvPr/>
            </p:nvSpPr>
            <p:spPr bwMode="auto">
              <a:xfrm>
                <a:off x="79375" y="2897188"/>
                <a:ext cx="42863"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Rectangle 110"/>
              <p:cNvSpPr>
                <a:spLocks noChangeArrowheads="1"/>
              </p:cNvSpPr>
              <p:nvPr/>
            </p:nvSpPr>
            <p:spPr bwMode="auto">
              <a:xfrm>
                <a:off x="79375" y="2955926"/>
                <a:ext cx="428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Rectangle 111"/>
              <p:cNvSpPr>
                <a:spLocks noChangeArrowheads="1"/>
              </p:cNvSpPr>
              <p:nvPr/>
            </p:nvSpPr>
            <p:spPr bwMode="auto">
              <a:xfrm>
                <a:off x="155575" y="2955926"/>
                <a:ext cx="46038"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Rectangle 112"/>
              <p:cNvSpPr>
                <a:spLocks noChangeArrowheads="1"/>
              </p:cNvSpPr>
              <p:nvPr/>
            </p:nvSpPr>
            <p:spPr bwMode="auto">
              <a:xfrm>
                <a:off x="155575" y="2897188"/>
                <a:ext cx="4603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Rectangle 113"/>
              <p:cNvSpPr>
                <a:spLocks noChangeArrowheads="1"/>
              </p:cNvSpPr>
              <p:nvPr/>
            </p:nvSpPr>
            <p:spPr bwMode="auto">
              <a:xfrm>
                <a:off x="155575" y="2841626"/>
                <a:ext cx="4603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Rectangle 114"/>
              <p:cNvSpPr>
                <a:spLocks noChangeArrowheads="1"/>
              </p:cNvSpPr>
              <p:nvPr/>
            </p:nvSpPr>
            <p:spPr bwMode="auto">
              <a:xfrm>
                <a:off x="233363" y="2955926"/>
                <a:ext cx="47625"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Rectangle 115"/>
              <p:cNvSpPr>
                <a:spLocks noChangeArrowheads="1"/>
              </p:cNvSpPr>
              <p:nvPr/>
            </p:nvSpPr>
            <p:spPr bwMode="auto">
              <a:xfrm>
                <a:off x="233363" y="2897188"/>
                <a:ext cx="47625"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Rectangle 116"/>
              <p:cNvSpPr>
                <a:spLocks noChangeArrowheads="1"/>
              </p:cNvSpPr>
              <p:nvPr/>
            </p:nvSpPr>
            <p:spPr bwMode="auto">
              <a:xfrm>
                <a:off x="233363" y="2841626"/>
                <a:ext cx="47625"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5" name="Group 92"/>
          <p:cNvGrpSpPr/>
          <p:nvPr/>
        </p:nvGrpSpPr>
        <p:grpSpPr>
          <a:xfrm>
            <a:off x="3353373" y="1208440"/>
            <a:ext cx="1188146" cy="1202156"/>
            <a:chOff x="3353373" y="1120888"/>
            <a:chExt cx="1188146" cy="1202156"/>
          </a:xfrm>
        </p:grpSpPr>
        <p:grpSp>
          <p:nvGrpSpPr>
            <p:cNvPr id="16" name="Group 15"/>
            <p:cNvGrpSpPr/>
            <p:nvPr/>
          </p:nvGrpSpPr>
          <p:grpSpPr>
            <a:xfrm rot="16200000">
              <a:off x="3346368" y="1127893"/>
              <a:ext cx="1202156" cy="1188146"/>
              <a:chOff x="7162800" y="2897630"/>
              <a:chExt cx="1318260" cy="1647825"/>
            </a:xfrm>
          </p:grpSpPr>
          <p:sp>
            <p:nvSpPr>
              <p:cNvPr id="20" name="Rectangle 13"/>
              <p:cNvSpPr/>
              <p:nvPr/>
            </p:nvSpPr>
            <p:spPr>
              <a:xfrm>
                <a:off x="7162800" y="2897630"/>
                <a:ext cx="1219200" cy="164782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p:cNvSpPr/>
              <p:nvPr/>
            </p:nvSpPr>
            <p:spPr>
              <a:xfrm>
                <a:off x="7261860" y="2897630"/>
                <a:ext cx="1219200" cy="16478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60" name="TextBox 59"/>
            <p:cNvSpPr txBox="1"/>
            <p:nvPr/>
          </p:nvSpPr>
          <p:spPr>
            <a:xfrm>
              <a:off x="3619473" y="1899479"/>
              <a:ext cx="589906" cy="184666"/>
            </a:xfrm>
            <a:prstGeom prst="rect">
              <a:avLst/>
            </a:prstGeom>
            <a:noFill/>
          </p:spPr>
          <p:txBody>
            <a:bodyPr wrap="none" lIns="0" tIns="0" rIns="0" bIns="0" rtlCol="0" anchor="t">
              <a:spAutoFit/>
            </a:bodyPr>
            <a:lstStyle/>
            <a:p>
              <a:pPr algn="ctr"/>
              <a:r>
                <a:rPr lang="en-US" sz="1200" b="1" dirty="0">
                  <a:solidFill>
                    <a:schemeClr val="bg1"/>
                  </a:solidFill>
                </a:rPr>
                <a:t>Feedback</a:t>
              </a:r>
            </a:p>
          </p:txBody>
        </p:sp>
        <p:sp>
          <p:nvSpPr>
            <p:cNvPr id="78" name="Freeform 66"/>
            <p:cNvSpPr>
              <a:spLocks noEditPoints="1"/>
            </p:cNvSpPr>
            <p:nvPr/>
          </p:nvSpPr>
          <p:spPr bwMode="auto">
            <a:xfrm>
              <a:off x="3733317" y="1456434"/>
              <a:ext cx="392242" cy="304240"/>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93"/>
          <p:cNvGrpSpPr/>
          <p:nvPr/>
        </p:nvGrpSpPr>
        <p:grpSpPr>
          <a:xfrm>
            <a:off x="4633533" y="1208444"/>
            <a:ext cx="1188146" cy="1202156"/>
            <a:chOff x="4633533" y="1120892"/>
            <a:chExt cx="1188146" cy="1202156"/>
          </a:xfrm>
        </p:grpSpPr>
        <p:grpSp>
          <p:nvGrpSpPr>
            <p:cNvPr id="18" name="Group 18"/>
            <p:cNvGrpSpPr/>
            <p:nvPr/>
          </p:nvGrpSpPr>
          <p:grpSpPr>
            <a:xfrm rot="16200000">
              <a:off x="4626528" y="1127897"/>
              <a:ext cx="1202156" cy="1188146"/>
              <a:chOff x="7162800" y="2897630"/>
              <a:chExt cx="1318260" cy="1647825"/>
            </a:xfrm>
          </p:grpSpPr>
          <p:sp>
            <p:nvSpPr>
              <p:cNvPr id="25" name="Rectangle 19"/>
              <p:cNvSpPr/>
              <p:nvPr/>
            </p:nvSpPr>
            <p:spPr>
              <a:xfrm>
                <a:off x="7162800" y="2897630"/>
                <a:ext cx="1219200" cy="164782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6" name="Rectangle 25"/>
              <p:cNvSpPr/>
              <p:nvPr/>
            </p:nvSpPr>
            <p:spPr>
              <a:xfrm>
                <a:off x="7261860" y="2897630"/>
                <a:ext cx="1219200" cy="16478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61" name="TextBox 60"/>
            <p:cNvSpPr txBox="1"/>
            <p:nvPr/>
          </p:nvSpPr>
          <p:spPr>
            <a:xfrm>
              <a:off x="4915182" y="1899479"/>
              <a:ext cx="633187" cy="184666"/>
            </a:xfrm>
            <a:prstGeom prst="rect">
              <a:avLst/>
            </a:prstGeom>
            <a:noFill/>
          </p:spPr>
          <p:txBody>
            <a:bodyPr wrap="none" lIns="0" tIns="0" rIns="0" bIns="0" rtlCol="0" anchor="t">
              <a:spAutoFit/>
            </a:bodyPr>
            <a:lstStyle/>
            <a:p>
              <a:pPr algn="ctr"/>
              <a:r>
                <a:rPr lang="en-US" sz="1200" b="1" dirty="0">
                  <a:solidFill>
                    <a:schemeClr val="bg1"/>
                  </a:solidFill>
                </a:rPr>
                <a:t>Evaluation</a:t>
              </a:r>
            </a:p>
          </p:txBody>
        </p:sp>
        <p:sp>
          <p:nvSpPr>
            <p:cNvPr id="79" name="Freeform 105"/>
            <p:cNvSpPr>
              <a:spLocks noEditPoints="1"/>
            </p:cNvSpPr>
            <p:nvPr/>
          </p:nvSpPr>
          <p:spPr bwMode="auto">
            <a:xfrm>
              <a:off x="5040800" y="1400474"/>
              <a:ext cx="373613" cy="376054"/>
            </a:xfrm>
            <a:custGeom>
              <a:avLst/>
              <a:gdLst/>
              <a:ahLst/>
              <a:cxnLst>
                <a:cxn ang="0">
                  <a:pos x="0" y="46"/>
                </a:cxn>
                <a:cxn ang="0">
                  <a:pos x="9" y="31"/>
                </a:cxn>
                <a:cxn ang="0">
                  <a:pos x="4" y="32"/>
                </a:cxn>
                <a:cxn ang="0">
                  <a:pos x="7" y="25"/>
                </a:cxn>
                <a:cxn ang="0">
                  <a:pos x="6" y="42"/>
                </a:cxn>
                <a:cxn ang="0">
                  <a:pos x="11" y="39"/>
                </a:cxn>
                <a:cxn ang="0">
                  <a:pos x="15" y="46"/>
                </a:cxn>
                <a:cxn ang="0">
                  <a:pos x="0" y="69"/>
                </a:cxn>
                <a:cxn ang="0">
                  <a:pos x="7" y="67"/>
                </a:cxn>
                <a:cxn ang="0">
                  <a:pos x="5" y="62"/>
                </a:cxn>
                <a:cxn ang="0">
                  <a:pos x="9" y="55"/>
                </a:cxn>
                <a:cxn ang="0">
                  <a:pos x="5" y="55"/>
                </a:cxn>
                <a:cxn ang="0">
                  <a:pos x="1" y="57"/>
                </a:cxn>
                <a:cxn ang="0">
                  <a:pos x="14" y="51"/>
                </a:cxn>
                <a:cxn ang="0">
                  <a:pos x="10" y="59"/>
                </a:cxn>
                <a:cxn ang="0">
                  <a:pos x="7" y="71"/>
                </a:cxn>
                <a:cxn ang="0">
                  <a:pos x="1" y="20"/>
                </a:cxn>
                <a:cxn ang="0">
                  <a:pos x="6" y="16"/>
                </a:cxn>
                <a:cxn ang="0">
                  <a:pos x="6" y="6"/>
                </a:cxn>
                <a:cxn ang="0">
                  <a:pos x="4" y="8"/>
                </a:cxn>
                <a:cxn ang="0">
                  <a:pos x="6" y="0"/>
                </a:cxn>
                <a:cxn ang="0">
                  <a:pos x="11" y="16"/>
                </a:cxn>
                <a:cxn ang="0">
                  <a:pos x="15" y="20"/>
                </a:cxn>
                <a:cxn ang="0">
                  <a:pos x="70" y="20"/>
                </a:cxn>
                <a:cxn ang="0">
                  <a:pos x="20" y="19"/>
                </a:cxn>
                <a:cxn ang="0">
                  <a:pos x="21" y="10"/>
                </a:cxn>
                <a:cxn ang="0">
                  <a:pos x="71" y="11"/>
                </a:cxn>
                <a:cxn ang="0">
                  <a:pos x="71" y="39"/>
                </a:cxn>
                <a:cxn ang="0">
                  <a:pos x="21" y="40"/>
                </a:cxn>
                <a:cxn ang="0">
                  <a:pos x="20" y="31"/>
                </a:cxn>
                <a:cxn ang="0">
                  <a:pos x="70" y="30"/>
                </a:cxn>
                <a:cxn ang="0">
                  <a:pos x="71" y="39"/>
                </a:cxn>
                <a:cxn ang="0">
                  <a:pos x="70" y="61"/>
                </a:cxn>
                <a:cxn ang="0">
                  <a:pos x="20" y="60"/>
                </a:cxn>
                <a:cxn ang="0">
                  <a:pos x="21" y="51"/>
                </a:cxn>
                <a:cxn ang="0">
                  <a:pos x="71" y="52"/>
                </a:cxn>
              </a:cxnLst>
              <a:rect l="0" t="0" r="r" b="b"/>
              <a:pathLst>
                <a:path w="71" h="71">
                  <a:moveTo>
                    <a:pt x="15" y="46"/>
                  </a:moveTo>
                  <a:cubicBezTo>
                    <a:pt x="0" y="46"/>
                    <a:pt x="0" y="46"/>
                    <a:pt x="0" y="46"/>
                  </a:cubicBezTo>
                  <a:cubicBezTo>
                    <a:pt x="0" y="45"/>
                    <a:pt x="0" y="44"/>
                    <a:pt x="0" y="43"/>
                  </a:cubicBezTo>
                  <a:cubicBezTo>
                    <a:pt x="0" y="36"/>
                    <a:pt x="9" y="35"/>
                    <a:pt x="9" y="31"/>
                  </a:cubicBezTo>
                  <a:cubicBezTo>
                    <a:pt x="9" y="30"/>
                    <a:pt x="8" y="29"/>
                    <a:pt x="7" y="29"/>
                  </a:cubicBezTo>
                  <a:cubicBezTo>
                    <a:pt x="6" y="29"/>
                    <a:pt x="4" y="31"/>
                    <a:pt x="4" y="32"/>
                  </a:cubicBezTo>
                  <a:cubicBezTo>
                    <a:pt x="0" y="29"/>
                    <a:pt x="0" y="29"/>
                    <a:pt x="0" y="29"/>
                  </a:cubicBezTo>
                  <a:cubicBezTo>
                    <a:pt x="2" y="27"/>
                    <a:pt x="4" y="25"/>
                    <a:pt x="7" y="25"/>
                  </a:cubicBezTo>
                  <a:cubicBezTo>
                    <a:pt x="11" y="25"/>
                    <a:pt x="14" y="27"/>
                    <a:pt x="14" y="31"/>
                  </a:cubicBezTo>
                  <a:cubicBezTo>
                    <a:pt x="14" y="37"/>
                    <a:pt x="6" y="38"/>
                    <a:pt x="6" y="42"/>
                  </a:cubicBezTo>
                  <a:cubicBezTo>
                    <a:pt x="11" y="42"/>
                    <a:pt x="11" y="42"/>
                    <a:pt x="11" y="42"/>
                  </a:cubicBezTo>
                  <a:cubicBezTo>
                    <a:pt x="11" y="39"/>
                    <a:pt x="11" y="39"/>
                    <a:pt x="11" y="39"/>
                  </a:cubicBezTo>
                  <a:cubicBezTo>
                    <a:pt x="15" y="39"/>
                    <a:pt x="15" y="39"/>
                    <a:pt x="15" y="39"/>
                  </a:cubicBezTo>
                  <a:lnTo>
                    <a:pt x="15" y="46"/>
                  </a:lnTo>
                  <a:close/>
                  <a:moveTo>
                    <a:pt x="7" y="71"/>
                  </a:moveTo>
                  <a:cubicBezTo>
                    <a:pt x="5" y="71"/>
                    <a:pt x="2" y="70"/>
                    <a:pt x="0" y="69"/>
                  </a:cubicBezTo>
                  <a:cubicBezTo>
                    <a:pt x="3" y="65"/>
                    <a:pt x="3" y="65"/>
                    <a:pt x="3" y="65"/>
                  </a:cubicBezTo>
                  <a:cubicBezTo>
                    <a:pt x="4" y="66"/>
                    <a:pt x="5" y="67"/>
                    <a:pt x="7" y="67"/>
                  </a:cubicBezTo>
                  <a:cubicBezTo>
                    <a:pt x="8" y="67"/>
                    <a:pt x="10" y="66"/>
                    <a:pt x="10" y="65"/>
                  </a:cubicBezTo>
                  <a:cubicBezTo>
                    <a:pt x="10" y="62"/>
                    <a:pt x="7" y="62"/>
                    <a:pt x="5" y="62"/>
                  </a:cubicBezTo>
                  <a:cubicBezTo>
                    <a:pt x="4" y="60"/>
                    <a:pt x="4" y="60"/>
                    <a:pt x="4" y="60"/>
                  </a:cubicBezTo>
                  <a:cubicBezTo>
                    <a:pt x="6" y="58"/>
                    <a:pt x="7" y="56"/>
                    <a:pt x="9" y="55"/>
                  </a:cubicBezTo>
                  <a:cubicBezTo>
                    <a:pt x="9" y="55"/>
                    <a:pt x="9" y="55"/>
                    <a:pt x="9" y="55"/>
                  </a:cubicBezTo>
                  <a:cubicBezTo>
                    <a:pt x="8" y="55"/>
                    <a:pt x="6" y="55"/>
                    <a:pt x="5" y="55"/>
                  </a:cubicBezTo>
                  <a:cubicBezTo>
                    <a:pt x="5" y="57"/>
                    <a:pt x="5" y="57"/>
                    <a:pt x="5" y="57"/>
                  </a:cubicBezTo>
                  <a:cubicBezTo>
                    <a:pt x="1" y="57"/>
                    <a:pt x="1" y="57"/>
                    <a:pt x="1" y="57"/>
                  </a:cubicBezTo>
                  <a:cubicBezTo>
                    <a:pt x="1" y="51"/>
                    <a:pt x="1" y="51"/>
                    <a:pt x="1" y="51"/>
                  </a:cubicBezTo>
                  <a:cubicBezTo>
                    <a:pt x="14" y="51"/>
                    <a:pt x="14" y="51"/>
                    <a:pt x="14" y="51"/>
                  </a:cubicBezTo>
                  <a:cubicBezTo>
                    <a:pt x="14" y="54"/>
                    <a:pt x="14" y="54"/>
                    <a:pt x="14" y="54"/>
                  </a:cubicBezTo>
                  <a:cubicBezTo>
                    <a:pt x="10" y="59"/>
                    <a:pt x="10" y="59"/>
                    <a:pt x="10" y="59"/>
                  </a:cubicBezTo>
                  <a:cubicBezTo>
                    <a:pt x="13" y="60"/>
                    <a:pt x="15" y="62"/>
                    <a:pt x="15" y="64"/>
                  </a:cubicBezTo>
                  <a:cubicBezTo>
                    <a:pt x="15" y="69"/>
                    <a:pt x="11" y="71"/>
                    <a:pt x="7" y="71"/>
                  </a:cubicBezTo>
                  <a:close/>
                  <a:moveTo>
                    <a:pt x="15" y="20"/>
                  </a:moveTo>
                  <a:cubicBezTo>
                    <a:pt x="1" y="20"/>
                    <a:pt x="1" y="20"/>
                    <a:pt x="1" y="20"/>
                  </a:cubicBezTo>
                  <a:cubicBezTo>
                    <a:pt x="1" y="16"/>
                    <a:pt x="1" y="16"/>
                    <a:pt x="1" y="16"/>
                  </a:cubicBezTo>
                  <a:cubicBezTo>
                    <a:pt x="6" y="16"/>
                    <a:pt x="6" y="16"/>
                    <a:pt x="6" y="16"/>
                  </a:cubicBezTo>
                  <a:cubicBezTo>
                    <a:pt x="6" y="13"/>
                    <a:pt x="6" y="9"/>
                    <a:pt x="6" y="6"/>
                  </a:cubicBezTo>
                  <a:cubicBezTo>
                    <a:pt x="6" y="6"/>
                    <a:pt x="6" y="6"/>
                    <a:pt x="6" y="6"/>
                  </a:cubicBezTo>
                  <a:cubicBezTo>
                    <a:pt x="6" y="6"/>
                    <a:pt x="6" y="6"/>
                    <a:pt x="6" y="6"/>
                  </a:cubicBezTo>
                  <a:cubicBezTo>
                    <a:pt x="5" y="7"/>
                    <a:pt x="4" y="7"/>
                    <a:pt x="4" y="8"/>
                  </a:cubicBezTo>
                  <a:cubicBezTo>
                    <a:pt x="1" y="5"/>
                    <a:pt x="1" y="5"/>
                    <a:pt x="1" y="5"/>
                  </a:cubicBezTo>
                  <a:cubicBezTo>
                    <a:pt x="6" y="0"/>
                    <a:pt x="6" y="0"/>
                    <a:pt x="6" y="0"/>
                  </a:cubicBezTo>
                  <a:cubicBezTo>
                    <a:pt x="11" y="0"/>
                    <a:pt x="11" y="0"/>
                    <a:pt x="11" y="0"/>
                  </a:cubicBezTo>
                  <a:cubicBezTo>
                    <a:pt x="11" y="16"/>
                    <a:pt x="11" y="16"/>
                    <a:pt x="11" y="16"/>
                  </a:cubicBezTo>
                  <a:cubicBezTo>
                    <a:pt x="15" y="16"/>
                    <a:pt x="15" y="16"/>
                    <a:pt x="15" y="16"/>
                  </a:cubicBezTo>
                  <a:lnTo>
                    <a:pt x="15" y="20"/>
                  </a:lnTo>
                  <a:close/>
                  <a:moveTo>
                    <a:pt x="71" y="19"/>
                  </a:moveTo>
                  <a:cubicBezTo>
                    <a:pt x="71" y="19"/>
                    <a:pt x="71" y="20"/>
                    <a:pt x="70" y="20"/>
                  </a:cubicBezTo>
                  <a:cubicBezTo>
                    <a:pt x="21" y="20"/>
                    <a:pt x="21" y="20"/>
                    <a:pt x="21" y="20"/>
                  </a:cubicBezTo>
                  <a:cubicBezTo>
                    <a:pt x="21" y="20"/>
                    <a:pt x="20" y="19"/>
                    <a:pt x="20" y="19"/>
                  </a:cubicBezTo>
                  <a:cubicBezTo>
                    <a:pt x="20" y="11"/>
                    <a:pt x="20" y="11"/>
                    <a:pt x="20" y="11"/>
                  </a:cubicBezTo>
                  <a:cubicBezTo>
                    <a:pt x="20" y="10"/>
                    <a:pt x="21" y="10"/>
                    <a:pt x="21" y="10"/>
                  </a:cubicBezTo>
                  <a:cubicBezTo>
                    <a:pt x="70" y="10"/>
                    <a:pt x="70" y="10"/>
                    <a:pt x="70" y="10"/>
                  </a:cubicBezTo>
                  <a:cubicBezTo>
                    <a:pt x="71" y="10"/>
                    <a:pt x="71" y="10"/>
                    <a:pt x="71" y="11"/>
                  </a:cubicBezTo>
                  <a:lnTo>
                    <a:pt x="71" y="19"/>
                  </a:lnTo>
                  <a:close/>
                  <a:moveTo>
                    <a:pt x="71" y="39"/>
                  </a:moveTo>
                  <a:cubicBezTo>
                    <a:pt x="71" y="40"/>
                    <a:pt x="71" y="40"/>
                    <a:pt x="70" y="40"/>
                  </a:cubicBezTo>
                  <a:cubicBezTo>
                    <a:pt x="21" y="40"/>
                    <a:pt x="21" y="40"/>
                    <a:pt x="21" y="40"/>
                  </a:cubicBezTo>
                  <a:cubicBezTo>
                    <a:pt x="21" y="40"/>
                    <a:pt x="20" y="40"/>
                    <a:pt x="20" y="39"/>
                  </a:cubicBezTo>
                  <a:cubicBezTo>
                    <a:pt x="20" y="31"/>
                    <a:pt x="20" y="31"/>
                    <a:pt x="20" y="31"/>
                  </a:cubicBezTo>
                  <a:cubicBezTo>
                    <a:pt x="20" y="31"/>
                    <a:pt x="21" y="30"/>
                    <a:pt x="21" y="30"/>
                  </a:cubicBezTo>
                  <a:cubicBezTo>
                    <a:pt x="70" y="30"/>
                    <a:pt x="70" y="30"/>
                    <a:pt x="70" y="30"/>
                  </a:cubicBezTo>
                  <a:cubicBezTo>
                    <a:pt x="71" y="30"/>
                    <a:pt x="71" y="31"/>
                    <a:pt x="71" y="31"/>
                  </a:cubicBezTo>
                  <a:lnTo>
                    <a:pt x="71" y="39"/>
                  </a:lnTo>
                  <a:close/>
                  <a:moveTo>
                    <a:pt x="71" y="60"/>
                  </a:moveTo>
                  <a:cubicBezTo>
                    <a:pt x="71" y="60"/>
                    <a:pt x="71" y="61"/>
                    <a:pt x="70" y="61"/>
                  </a:cubicBezTo>
                  <a:cubicBezTo>
                    <a:pt x="21" y="61"/>
                    <a:pt x="21" y="61"/>
                    <a:pt x="21" y="61"/>
                  </a:cubicBezTo>
                  <a:cubicBezTo>
                    <a:pt x="21" y="61"/>
                    <a:pt x="20" y="60"/>
                    <a:pt x="20" y="60"/>
                  </a:cubicBezTo>
                  <a:cubicBezTo>
                    <a:pt x="20" y="52"/>
                    <a:pt x="20" y="52"/>
                    <a:pt x="20" y="52"/>
                  </a:cubicBezTo>
                  <a:cubicBezTo>
                    <a:pt x="20" y="51"/>
                    <a:pt x="21" y="51"/>
                    <a:pt x="21" y="51"/>
                  </a:cubicBezTo>
                  <a:cubicBezTo>
                    <a:pt x="70" y="51"/>
                    <a:pt x="70" y="51"/>
                    <a:pt x="70" y="51"/>
                  </a:cubicBezTo>
                  <a:cubicBezTo>
                    <a:pt x="71" y="51"/>
                    <a:pt x="71" y="51"/>
                    <a:pt x="71" y="52"/>
                  </a:cubicBezTo>
                  <a:lnTo>
                    <a:pt x="71" y="6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88"/>
          <p:cNvGrpSpPr/>
          <p:nvPr/>
        </p:nvGrpSpPr>
        <p:grpSpPr>
          <a:xfrm>
            <a:off x="3728287" y="2556891"/>
            <a:ext cx="1687427" cy="914400"/>
            <a:chOff x="3728287" y="2495550"/>
            <a:chExt cx="1687427" cy="1209675"/>
          </a:xfrm>
        </p:grpSpPr>
        <p:sp>
          <p:nvSpPr>
            <p:cNvPr id="81" name="Down Arrow 80"/>
            <p:cNvSpPr/>
            <p:nvPr/>
          </p:nvSpPr>
          <p:spPr>
            <a:xfrm>
              <a:off x="3728287" y="2562225"/>
              <a:ext cx="1687427" cy="1143000"/>
            </a:xfrm>
            <a:prstGeom prst="downArrow">
              <a:avLst>
                <a:gd name="adj1" fmla="val 59031"/>
                <a:gd name="adj2"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Down Arrow 79"/>
            <p:cNvSpPr/>
            <p:nvPr/>
          </p:nvSpPr>
          <p:spPr>
            <a:xfrm>
              <a:off x="3728287" y="2495550"/>
              <a:ext cx="1687427" cy="1143000"/>
            </a:xfrm>
            <a:prstGeom prst="downArrow">
              <a:avLst>
                <a:gd name="adj1" fmla="val 59031"/>
                <a:gd name="adj2"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2" name="Group 81"/>
          <p:cNvGrpSpPr/>
          <p:nvPr/>
        </p:nvGrpSpPr>
        <p:grpSpPr>
          <a:xfrm>
            <a:off x="762000" y="3551174"/>
            <a:ext cx="7620002" cy="1154176"/>
            <a:chOff x="1938544" y="1152526"/>
            <a:chExt cx="4792657" cy="1154176"/>
          </a:xfrm>
        </p:grpSpPr>
        <p:sp>
          <p:nvSpPr>
            <p:cNvPr id="83" name="Round Same Side Corner Rectangle 82"/>
            <p:cNvSpPr/>
            <p:nvPr/>
          </p:nvSpPr>
          <p:spPr>
            <a:xfrm flipV="1">
              <a:off x="1938544" y="159881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23" name="Group 9"/>
            <p:cNvGrpSpPr/>
            <p:nvPr/>
          </p:nvGrpSpPr>
          <p:grpSpPr>
            <a:xfrm>
              <a:off x="1938544" y="1152526"/>
              <a:ext cx="4792657" cy="446296"/>
              <a:chOff x="1600200" y="1295400"/>
              <a:chExt cx="5410200" cy="670560"/>
            </a:xfrm>
          </p:grpSpPr>
          <p:sp>
            <p:nvSpPr>
              <p:cNvPr id="85" name="Rectangle 84"/>
              <p:cNvSpPr/>
              <p:nvPr/>
            </p:nvSpPr>
            <p:spPr>
              <a:xfrm>
                <a:off x="1600200" y="1356360"/>
                <a:ext cx="5410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6" name="Rectangle 85"/>
              <p:cNvSpPr/>
              <p:nvPr/>
            </p:nvSpPr>
            <p:spPr>
              <a:xfrm>
                <a:off x="1600200" y="1295400"/>
                <a:ext cx="5410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Strategy Analysis</a:t>
                </a:r>
              </a:p>
            </p:txBody>
          </p:sp>
        </p:grpSp>
      </p:grpSp>
      <p:sp>
        <p:nvSpPr>
          <p:cNvPr id="87" name="Text Placeholder 3"/>
          <p:cNvSpPr txBox="1">
            <a:spLocks/>
          </p:cNvSpPr>
          <p:nvPr/>
        </p:nvSpPr>
        <p:spPr>
          <a:xfrm>
            <a:off x="1587691" y="4182131"/>
            <a:ext cx="6494994"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r>
              <a:rPr lang="en-US" sz="1100" dirty="0">
                <a:solidFill>
                  <a:schemeClr val="tx1">
                    <a:lumMod val="75000"/>
                    <a:lumOff val="25000"/>
                  </a:schemeClr>
                </a:solidFill>
              </a:rPr>
              <a:t> of passages but the majority have  suffered alteration in some form by injected  are many.</a:t>
            </a:r>
            <a:endParaRPr lang="en-US" sz="1100" dirty="0">
              <a:solidFill>
                <a:schemeClr val="tx1">
                  <a:lumMod val="75000"/>
                  <a:lumOff val="25000"/>
                </a:schemeClr>
              </a:solidFill>
              <a:cs typeface="+mj-cs"/>
            </a:endParaRPr>
          </a:p>
        </p:txBody>
      </p:sp>
      <p:sp>
        <p:nvSpPr>
          <p:cNvPr id="88" name="Freeform 45"/>
          <p:cNvSpPr>
            <a:spLocks noEditPoints="1"/>
          </p:cNvSpPr>
          <p:nvPr/>
        </p:nvSpPr>
        <p:spPr bwMode="auto">
          <a:xfrm>
            <a:off x="1114533" y="419592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accel="50000" decel="50000"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accel="50000" decel="5000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ppt_x"/>
                                          </p:val>
                                        </p:tav>
                                        <p:tav tm="100000">
                                          <p:val>
                                            <p:strVal val="#ppt_x"/>
                                          </p:val>
                                        </p:tav>
                                      </p:tavLst>
                                    </p:anim>
                                    <p:anim calcmode="lin" valueType="num">
                                      <p:cBhvr additive="base">
                                        <p:cTn id="28" dur="500" fill="hold"/>
                                        <p:tgtEl>
                                          <p:spTgt spid="4"/>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accel="50000" decel="50000" fill="hold" nodeType="afterEffect">
                                  <p:stCondLst>
                                    <p:cond delay="0"/>
                                  </p:stCondLst>
                                  <p:childTnLst>
                                    <p:set>
                                      <p:cBhvr>
                                        <p:cTn id="31" dur="1" fill="hold">
                                          <p:stCondLst>
                                            <p:cond delay="0"/>
                                          </p:stCondLst>
                                        </p:cTn>
                                        <p:tgtEl>
                                          <p:spTgt spid="2"/>
                                        </p:tgtEl>
                                        <p:attrNameLst>
                                          <p:attrName>style.visibility</p:attrName>
                                        </p:attrNameLst>
                                      </p:cBhvr>
                                      <p:to>
                                        <p:strVal val="visible"/>
                                      </p:to>
                                    </p:set>
                                    <p:anim calcmode="lin" valueType="num">
                                      <p:cBhvr additive="base">
                                        <p:cTn id="32" dur="500" fill="hold"/>
                                        <p:tgtEl>
                                          <p:spTgt spid="2"/>
                                        </p:tgtEl>
                                        <p:attrNameLst>
                                          <p:attrName>ppt_x</p:attrName>
                                        </p:attrNameLst>
                                      </p:cBhvr>
                                      <p:tavLst>
                                        <p:tav tm="0">
                                          <p:val>
                                            <p:strVal val="#ppt_x"/>
                                          </p:val>
                                        </p:tav>
                                        <p:tav tm="100000">
                                          <p:val>
                                            <p:strVal val="#ppt_x"/>
                                          </p:val>
                                        </p:tav>
                                      </p:tavLst>
                                    </p:anim>
                                    <p:anim calcmode="lin" valueType="num">
                                      <p:cBhvr additive="base">
                                        <p:cTn id="33" dur="500" fill="hold"/>
                                        <p:tgtEl>
                                          <p:spTgt spid="2"/>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accel="50000" decel="50000" fill="hold" nodeType="after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500" fill="hold"/>
                                        <p:tgtEl>
                                          <p:spTgt spid="19"/>
                                        </p:tgtEl>
                                        <p:attrNameLst>
                                          <p:attrName>ppt_x</p:attrName>
                                        </p:attrNameLst>
                                      </p:cBhvr>
                                      <p:tavLst>
                                        <p:tav tm="0">
                                          <p:val>
                                            <p:strVal val="#ppt_x"/>
                                          </p:val>
                                        </p:tav>
                                        <p:tav tm="100000">
                                          <p:val>
                                            <p:strVal val="#ppt_x"/>
                                          </p:val>
                                        </p:tav>
                                      </p:tavLst>
                                    </p:anim>
                                    <p:anim calcmode="lin" valueType="num">
                                      <p:cBhvr additive="base">
                                        <p:cTn id="38" dur="500" fill="hold"/>
                                        <p:tgtEl>
                                          <p:spTgt spid="19"/>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accel="50000" decel="50000" fill="hold" nodeType="after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 fill="hold"/>
                                        <p:tgtEl>
                                          <p:spTgt spid="22"/>
                                        </p:tgtEl>
                                        <p:attrNameLst>
                                          <p:attrName>ppt_x</p:attrName>
                                        </p:attrNameLst>
                                      </p:cBhvr>
                                      <p:tavLst>
                                        <p:tav tm="0">
                                          <p:val>
                                            <p:strVal val="#ppt_x"/>
                                          </p:val>
                                        </p:tav>
                                        <p:tav tm="100000">
                                          <p:val>
                                            <p:strVal val="#ppt_x"/>
                                          </p:val>
                                        </p:tav>
                                      </p:tavLst>
                                    </p:anim>
                                    <p:anim calcmode="lin" valueType="num">
                                      <p:cBhvr additive="base">
                                        <p:cTn id="43" dur="500" fill="hold"/>
                                        <p:tgtEl>
                                          <p:spTgt spid="22"/>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88"/>
                                        </p:tgtEl>
                                        <p:attrNameLst>
                                          <p:attrName>style.visibility</p:attrName>
                                        </p:attrNameLst>
                                      </p:cBhvr>
                                      <p:to>
                                        <p:strVal val="visible"/>
                                      </p:to>
                                    </p:set>
                                    <p:anim calcmode="lin" valueType="num">
                                      <p:cBhvr>
                                        <p:cTn id="47" dur="500" fill="hold"/>
                                        <p:tgtEl>
                                          <p:spTgt spid="88"/>
                                        </p:tgtEl>
                                        <p:attrNameLst>
                                          <p:attrName>ppt_w</p:attrName>
                                        </p:attrNameLst>
                                      </p:cBhvr>
                                      <p:tavLst>
                                        <p:tav tm="0">
                                          <p:val>
                                            <p:fltVal val="0"/>
                                          </p:val>
                                        </p:tav>
                                        <p:tav tm="100000">
                                          <p:val>
                                            <p:strVal val="#ppt_w"/>
                                          </p:val>
                                        </p:tav>
                                      </p:tavLst>
                                    </p:anim>
                                    <p:anim calcmode="lin" valueType="num">
                                      <p:cBhvr>
                                        <p:cTn id="48" dur="500" fill="hold"/>
                                        <p:tgtEl>
                                          <p:spTgt spid="88"/>
                                        </p:tgtEl>
                                        <p:attrNameLst>
                                          <p:attrName>ppt_h</p:attrName>
                                        </p:attrNameLst>
                                      </p:cBhvr>
                                      <p:tavLst>
                                        <p:tav tm="0">
                                          <p:val>
                                            <p:fltVal val="0"/>
                                          </p:val>
                                        </p:tav>
                                        <p:tav tm="100000">
                                          <p:val>
                                            <p:strVal val="#ppt_h"/>
                                          </p:val>
                                        </p:tav>
                                      </p:tavLst>
                                    </p:anim>
                                    <p:animEffect transition="in" filter="fade">
                                      <p:cBhvr>
                                        <p:cTn id="49" dur="500"/>
                                        <p:tgtEl>
                                          <p:spTgt spid="88"/>
                                        </p:tgtEl>
                                      </p:cBhvr>
                                    </p:animEffect>
                                  </p:childTnLst>
                                </p:cTn>
                              </p:par>
                              <p:par>
                                <p:cTn id="50" presetID="2" presetClass="entr" presetSubtype="2" accel="50000" decel="50000" fill="hold" grpId="0" nodeType="withEffect">
                                  <p:stCondLst>
                                    <p:cond delay="0"/>
                                  </p:stCondLst>
                                  <p:childTnLst>
                                    <p:set>
                                      <p:cBhvr>
                                        <p:cTn id="51" dur="1" fill="hold">
                                          <p:stCondLst>
                                            <p:cond delay="0"/>
                                          </p:stCondLst>
                                        </p:cTn>
                                        <p:tgtEl>
                                          <p:spTgt spid="87"/>
                                        </p:tgtEl>
                                        <p:attrNameLst>
                                          <p:attrName>style.visibility</p:attrName>
                                        </p:attrNameLst>
                                      </p:cBhvr>
                                      <p:to>
                                        <p:strVal val="visible"/>
                                      </p:to>
                                    </p:set>
                                    <p:anim calcmode="lin" valueType="num">
                                      <p:cBhvr additive="base">
                                        <p:cTn id="52" dur="500" fill="hold"/>
                                        <p:tgtEl>
                                          <p:spTgt spid="87"/>
                                        </p:tgtEl>
                                        <p:attrNameLst>
                                          <p:attrName>ppt_x</p:attrName>
                                        </p:attrNameLst>
                                      </p:cBhvr>
                                      <p:tavLst>
                                        <p:tav tm="0">
                                          <p:val>
                                            <p:strVal val="1+#ppt_w/2"/>
                                          </p:val>
                                        </p:tav>
                                        <p:tav tm="100000">
                                          <p:val>
                                            <p:strVal val="#ppt_x"/>
                                          </p:val>
                                        </p:tav>
                                      </p:tavLst>
                                    </p:anim>
                                    <p:anim calcmode="lin" valueType="num">
                                      <p:cBhvr additive="base">
                                        <p:cTn id="53" dur="5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88"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Strategy Analysis</a:t>
            </a:r>
            <a:endParaRPr lang="en-US" dirty="0"/>
          </a:p>
        </p:txBody>
      </p:sp>
      <p:sp>
        <p:nvSpPr>
          <p:cNvPr id="45" name="Text Placeholder 44"/>
          <p:cNvSpPr>
            <a:spLocks noGrp="1"/>
          </p:cNvSpPr>
          <p:nvPr>
            <p:ph type="body" sz="half" idx="2"/>
          </p:nvPr>
        </p:nvSpPr>
        <p:spPr/>
        <p:txBody>
          <a:bodyPr/>
          <a:lstStyle/>
          <a:p>
            <a:r>
              <a:rPr lang="en-US"/>
              <a:t>Strategy Analysis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128</a:t>
            </a:fld>
            <a:endParaRPr lang="en-US" dirty="0"/>
          </a:p>
        </p:txBody>
      </p:sp>
      <p:grpSp>
        <p:nvGrpSpPr>
          <p:cNvPr id="2" name="Group 9"/>
          <p:cNvGrpSpPr/>
          <p:nvPr/>
        </p:nvGrpSpPr>
        <p:grpSpPr>
          <a:xfrm>
            <a:off x="3133928" y="1399727"/>
            <a:ext cx="2114549" cy="931541"/>
            <a:chOff x="1600200" y="1295400"/>
            <a:chExt cx="5410200" cy="649312"/>
          </a:xfrm>
        </p:grpSpPr>
        <p:sp>
          <p:nvSpPr>
            <p:cNvPr id="6" name="Rounded Rectangle 5"/>
            <p:cNvSpPr/>
            <p:nvPr/>
          </p:nvSpPr>
          <p:spPr>
            <a:xfrm>
              <a:off x="1600200" y="1335113"/>
              <a:ext cx="5410200" cy="609599"/>
            </a:xfrm>
            <a:prstGeom prst="roundRect">
              <a:avLst>
                <a:gd name="adj" fmla="val 7228"/>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 name="Rounded Rectangle 4"/>
            <p:cNvSpPr/>
            <p:nvPr/>
          </p:nvSpPr>
          <p:spPr>
            <a:xfrm>
              <a:off x="1600200" y="1295400"/>
              <a:ext cx="5410200" cy="609600"/>
            </a:xfrm>
            <a:prstGeom prst="roundRect">
              <a:avLst>
                <a:gd name="adj" fmla="val 1013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grpSp>
        <p:nvGrpSpPr>
          <p:cNvPr id="3" name="Group 9"/>
          <p:cNvGrpSpPr/>
          <p:nvPr/>
        </p:nvGrpSpPr>
        <p:grpSpPr>
          <a:xfrm>
            <a:off x="3133928" y="2487438"/>
            <a:ext cx="2114549" cy="931541"/>
            <a:chOff x="1600200" y="1295400"/>
            <a:chExt cx="5410200" cy="649312"/>
          </a:xfrm>
        </p:grpSpPr>
        <p:sp>
          <p:nvSpPr>
            <p:cNvPr id="91" name="Rounded Rectangle 90"/>
            <p:cNvSpPr/>
            <p:nvPr/>
          </p:nvSpPr>
          <p:spPr>
            <a:xfrm>
              <a:off x="1600200" y="1335113"/>
              <a:ext cx="5410200" cy="609599"/>
            </a:xfrm>
            <a:prstGeom prst="roundRect">
              <a:avLst>
                <a:gd name="adj" fmla="val 7228"/>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2" name="Rounded Rectangle 91"/>
            <p:cNvSpPr/>
            <p:nvPr/>
          </p:nvSpPr>
          <p:spPr>
            <a:xfrm>
              <a:off x="1600200" y="1295400"/>
              <a:ext cx="5410200" cy="609600"/>
            </a:xfrm>
            <a:prstGeom prst="roundRect">
              <a:avLst>
                <a:gd name="adj" fmla="val 1013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grpSp>
        <p:nvGrpSpPr>
          <p:cNvPr id="4" name="Group 9"/>
          <p:cNvGrpSpPr/>
          <p:nvPr/>
        </p:nvGrpSpPr>
        <p:grpSpPr>
          <a:xfrm>
            <a:off x="3133928" y="3554449"/>
            <a:ext cx="2114549" cy="931541"/>
            <a:chOff x="1600200" y="1295400"/>
            <a:chExt cx="5410200" cy="649312"/>
          </a:xfrm>
        </p:grpSpPr>
        <p:sp>
          <p:nvSpPr>
            <p:cNvPr id="94" name="Rounded Rectangle 93"/>
            <p:cNvSpPr/>
            <p:nvPr/>
          </p:nvSpPr>
          <p:spPr>
            <a:xfrm>
              <a:off x="1600200" y="1335113"/>
              <a:ext cx="5410200" cy="609599"/>
            </a:xfrm>
            <a:prstGeom prst="roundRect">
              <a:avLst>
                <a:gd name="adj" fmla="val 7228"/>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5" name="Rounded Rectangle 94"/>
            <p:cNvSpPr/>
            <p:nvPr/>
          </p:nvSpPr>
          <p:spPr>
            <a:xfrm>
              <a:off x="1600200" y="1295400"/>
              <a:ext cx="5410200" cy="609600"/>
            </a:xfrm>
            <a:prstGeom prst="roundRect">
              <a:avLst>
                <a:gd name="adj" fmla="val 1013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cxnSp>
        <p:nvCxnSpPr>
          <p:cNvPr id="107" name="Elbow Connector 106"/>
          <p:cNvCxnSpPr/>
          <p:nvPr/>
        </p:nvCxnSpPr>
        <p:spPr>
          <a:xfrm>
            <a:off x="5343728" y="1837513"/>
            <a:ext cx="1600200" cy="696550"/>
          </a:xfrm>
          <a:prstGeom prst="bentConnector3">
            <a:avLst>
              <a:gd name="adj1" fmla="val 50000"/>
            </a:avLst>
          </a:prstGeom>
          <a:ln w="38100">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8" name="Elbow Connector 107"/>
          <p:cNvCxnSpPr/>
          <p:nvPr/>
        </p:nvCxnSpPr>
        <p:spPr>
          <a:xfrm flipV="1">
            <a:off x="5343728" y="3351656"/>
            <a:ext cx="1600200" cy="696550"/>
          </a:xfrm>
          <a:prstGeom prst="bentConnector3">
            <a:avLst>
              <a:gd name="adj1" fmla="val 50000"/>
            </a:avLst>
          </a:prstGeom>
          <a:ln w="38100">
            <a:solidFill>
              <a:schemeClr val="accent3"/>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5343728" y="2950033"/>
            <a:ext cx="1600200" cy="1588"/>
          </a:xfrm>
          <a:prstGeom prst="line">
            <a:avLst/>
          </a:prstGeom>
          <a:ln w="38100">
            <a:solidFill>
              <a:schemeClr val="accent2"/>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Elbow Connector 110"/>
          <p:cNvCxnSpPr/>
          <p:nvPr/>
        </p:nvCxnSpPr>
        <p:spPr>
          <a:xfrm flipV="1">
            <a:off x="2006564" y="1837512"/>
            <a:ext cx="1127364" cy="866201"/>
          </a:xfrm>
          <a:prstGeom prst="bentConnector3">
            <a:avLst>
              <a:gd name="adj1" fmla="val -930"/>
            </a:avLst>
          </a:prstGeom>
          <a:ln w="38100">
            <a:solidFill>
              <a:schemeClr val="accent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Elbow Connector 114"/>
          <p:cNvCxnSpPr/>
          <p:nvPr/>
        </p:nvCxnSpPr>
        <p:spPr>
          <a:xfrm>
            <a:off x="2006564" y="3182005"/>
            <a:ext cx="1127364" cy="866201"/>
          </a:xfrm>
          <a:prstGeom prst="bentConnector3">
            <a:avLst>
              <a:gd name="adj1" fmla="val -930"/>
            </a:avLst>
          </a:prstGeom>
          <a:ln w="38100">
            <a:solidFill>
              <a:schemeClr val="accent3"/>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2006564" y="2951621"/>
            <a:ext cx="974964" cy="1588"/>
          </a:xfrm>
          <a:prstGeom prst="line">
            <a:avLst/>
          </a:prstGeom>
          <a:ln w="38100">
            <a:solidFill>
              <a:schemeClr val="accent2"/>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TextBox 118"/>
          <p:cNvSpPr txBox="1"/>
          <p:nvPr/>
        </p:nvSpPr>
        <p:spPr>
          <a:xfrm>
            <a:off x="3674949" y="1481625"/>
            <a:ext cx="1600200" cy="738664"/>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passages of lorem ipsum available, majority.</a:t>
            </a:r>
            <a:endParaRPr lang="en-US" sz="1000" b="1" dirty="0">
              <a:solidFill>
                <a:schemeClr val="bg1"/>
              </a:solidFill>
            </a:endParaRPr>
          </a:p>
        </p:txBody>
      </p:sp>
      <p:sp>
        <p:nvSpPr>
          <p:cNvPr id="120" name="TextBox 119"/>
          <p:cNvSpPr txBox="1"/>
          <p:nvPr/>
        </p:nvSpPr>
        <p:spPr>
          <a:xfrm>
            <a:off x="3674949" y="2553113"/>
            <a:ext cx="1600200" cy="738664"/>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passages of lorem ipsum available, majority.</a:t>
            </a:r>
            <a:endParaRPr lang="en-US" sz="1000" b="1" dirty="0">
              <a:solidFill>
                <a:schemeClr val="bg1"/>
              </a:solidFill>
            </a:endParaRPr>
          </a:p>
        </p:txBody>
      </p:sp>
      <p:sp>
        <p:nvSpPr>
          <p:cNvPr id="121" name="TextBox 120"/>
          <p:cNvSpPr txBox="1"/>
          <p:nvPr/>
        </p:nvSpPr>
        <p:spPr>
          <a:xfrm>
            <a:off x="3674949" y="3621124"/>
            <a:ext cx="1600200" cy="738664"/>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passages of lorem ipsum available, majority.</a:t>
            </a:r>
            <a:endParaRPr lang="en-US" sz="1000" b="1" dirty="0">
              <a:solidFill>
                <a:schemeClr val="bg1"/>
              </a:solidFill>
            </a:endParaRPr>
          </a:p>
        </p:txBody>
      </p:sp>
      <p:sp>
        <p:nvSpPr>
          <p:cNvPr id="122" name="Freeform 228"/>
          <p:cNvSpPr>
            <a:spLocks/>
          </p:cNvSpPr>
          <p:nvPr/>
        </p:nvSpPr>
        <p:spPr bwMode="auto">
          <a:xfrm>
            <a:off x="3263786" y="1630532"/>
            <a:ext cx="411163" cy="413959"/>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35"/>
          <p:cNvSpPr>
            <a:spLocks noEditPoints="1"/>
          </p:cNvSpPr>
          <p:nvPr/>
        </p:nvSpPr>
        <p:spPr bwMode="auto">
          <a:xfrm>
            <a:off x="3263786" y="2760925"/>
            <a:ext cx="403773" cy="378216"/>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03"/>
          <p:cNvSpPr>
            <a:spLocks noEditPoints="1"/>
          </p:cNvSpPr>
          <p:nvPr/>
        </p:nvSpPr>
        <p:spPr bwMode="auto">
          <a:xfrm>
            <a:off x="3317126" y="3759658"/>
            <a:ext cx="307398" cy="452650"/>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5"/>
          <p:cNvSpPr>
            <a:spLocks noEditPoints="1"/>
          </p:cNvSpPr>
          <p:nvPr/>
        </p:nvSpPr>
        <p:spPr bwMode="auto">
          <a:xfrm>
            <a:off x="7086600" y="2337025"/>
            <a:ext cx="1219200" cy="1183548"/>
          </a:xfrm>
          <a:custGeom>
            <a:avLst/>
            <a:gdLst/>
            <a:ahLst/>
            <a:cxnLst>
              <a:cxn ang="0">
                <a:pos x="671" y="73"/>
              </a:cxn>
              <a:cxn ang="0">
                <a:pos x="569" y="25"/>
              </a:cxn>
              <a:cxn ang="0">
                <a:pos x="576" y="4"/>
              </a:cxn>
              <a:cxn ang="0">
                <a:pos x="567" y="0"/>
              </a:cxn>
              <a:cxn ang="0">
                <a:pos x="111" y="1"/>
              </a:cxn>
              <a:cxn ang="0">
                <a:pos x="107" y="18"/>
              </a:cxn>
              <a:cxn ang="0">
                <a:pos x="103" y="73"/>
              </a:cxn>
              <a:cxn ang="0">
                <a:pos x="4" y="77"/>
              </a:cxn>
              <a:cxn ang="0">
                <a:pos x="67" y="254"/>
              </a:cxn>
              <a:cxn ang="0">
                <a:pos x="241" y="392"/>
              </a:cxn>
              <a:cxn ang="0">
                <a:pos x="271" y="444"/>
              </a:cxn>
              <a:cxn ang="0">
                <a:pos x="292" y="590"/>
              </a:cxn>
              <a:cxn ang="0">
                <a:pos x="254" y="594"/>
              </a:cxn>
              <a:cxn ang="0">
                <a:pos x="204" y="629"/>
              </a:cxn>
              <a:cxn ang="0">
                <a:pos x="213" y="662"/>
              </a:cxn>
              <a:cxn ang="0">
                <a:pos x="479" y="654"/>
              </a:cxn>
              <a:cxn ang="0">
                <a:pos x="472" y="617"/>
              </a:cxn>
              <a:cxn ang="0">
                <a:pos x="414" y="590"/>
              </a:cxn>
              <a:cxn ang="0">
                <a:pos x="416" y="455"/>
              </a:cxn>
              <a:cxn ang="0">
                <a:pos x="406" y="437"/>
              </a:cxn>
              <a:cxn ang="0">
                <a:pos x="431" y="397"/>
              </a:cxn>
              <a:cxn ang="0">
                <a:pos x="455" y="357"/>
              </a:cxn>
              <a:cxn ang="0">
                <a:pos x="683" y="85"/>
              </a:cxn>
              <a:cxn ang="0">
                <a:pos x="146" y="288"/>
              </a:cxn>
              <a:cxn ang="0">
                <a:pos x="95" y="244"/>
              </a:cxn>
              <a:cxn ang="0">
                <a:pos x="81" y="229"/>
              </a:cxn>
              <a:cxn ang="0">
                <a:pos x="78" y="224"/>
              </a:cxn>
              <a:cxn ang="0">
                <a:pos x="43" y="166"/>
              </a:cxn>
              <a:cxn ang="0">
                <a:pos x="41" y="161"/>
              </a:cxn>
              <a:cxn ang="0">
                <a:pos x="30" y="130"/>
              </a:cxn>
              <a:cxn ang="0">
                <a:pos x="23" y="97"/>
              </a:cxn>
              <a:cxn ang="0">
                <a:pos x="180" y="307"/>
              </a:cxn>
              <a:cxn ang="0">
                <a:pos x="453" y="141"/>
              </a:cxn>
              <a:cxn ang="0">
                <a:pos x="413" y="266"/>
              </a:cxn>
              <a:cxn ang="0">
                <a:pos x="342" y="222"/>
              </a:cxn>
              <a:cxn ang="0">
                <a:pos x="271" y="266"/>
              </a:cxn>
              <a:cxn ang="0">
                <a:pos x="230" y="141"/>
              </a:cxn>
              <a:cxn ang="0">
                <a:pos x="314" y="135"/>
              </a:cxn>
              <a:cxn ang="0">
                <a:pos x="345" y="57"/>
              </a:cxn>
              <a:cxn ang="0">
                <a:pos x="452" y="135"/>
              </a:cxn>
              <a:cxn ang="0">
                <a:pos x="653" y="103"/>
              </a:cxn>
              <a:cxn ang="0">
                <a:pos x="638" y="156"/>
              </a:cxn>
              <a:cxn ang="0">
                <a:pos x="635" y="163"/>
              </a:cxn>
              <a:cxn ang="0">
                <a:pos x="627" y="179"/>
              </a:cxn>
              <a:cxn ang="0">
                <a:pos x="598" y="226"/>
              </a:cxn>
              <a:cxn ang="0">
                <a:pos x="591" y="234"/>
              </a:cxn>
              <a:cxn ang="0">
                <a:pos x="563" y="263"/>
              </a:cxn>
              <a:cxn ang="0">
                <a:pos x="497" y="307"/>
              </a:cxn>
              <a:cxn ang="0">
                <a:pos x="654" y="97"/>
              </a:cxn>
              <a:cxn ang="0">
                <a:pos x="653" y="103"/>
              </a:cxn>
            </a:cxnLst>
            <a:rect l="0" t="0" r="r" b="b"/>
            <a:pathLst>
              <a:path w="683" h="662">
                <a:moveTo>
                  <a:pt x="680" y="78"/>
                </a:moveTo>
                <a:cubicBezTo>
                  <a:pt x="678" y="75"/>
                  <a:pt x="675" y="73"/>
                  <a:pt x="671" y="73"/>
                </a:cubicBezTo>
                <a:cubicBezTo>
                  <a:pt x="580" y="73"/>
                  <a:pt x="580" y="73"/>
                  <a:pt x="580" y="73"/>
                </a:cubicBezTo>
                <a:cubicBezTo>
                  <a:pt x="577" y="49"/>
                  <a:pt x="571" y="32"/>
                  <a:pt x="569" y="25"/>
                </a:cubicBezTo>
                <a:cubicBezTo>
                  <a:pt x="572" y="23"/>
                  <a:pt x="574" y="20"/>
                  <a:pt x="576" y="18"/>
                </a:cubicBezTo>
                <a:cubicBezTo>
                  <a:pt x="580" y="14"/>
                  <a:pt x="580" y="8"/>
                  <a:pt x="576" y="4"/>
                </a:cubicBezTo>
                <a:cubicBezTo>
                  <a:pt x="575" y="3"/>
                  <a:pt x="574" y="2"/>
                  <a:pt x="572" y="1"/>
                </a:cubicBezTo>
                <a:cubicBezTo>
                  <a:pt x="571" y="1"/>
                  <a:pt x="569" y="0"/>
                  <a:pt x="567" y="0"/>
                </a:cubicBezTo>
                <a:cubicBezTo>
                  <a:pt x="116" y="0"/>
                  <a:pt x="116" y="0"/>
                  <a:pt x="116" y="0"/>
                </a:cubicBezTo>
                <a:cubicBezTo>
                  <a:pt x="114" y="0"/>
                  <a:pt x="112" y="1"/>
                  <a:pt x="111" y="1"/>
                </a:cubicBezTo>
                <a:cubicBezTo>
                  <a:pt x="109" y="2"/>
                  <a:pt x="108" y="3"/>
                  <a:pt x="107" y="4"/>
                </a:cubicBezTo>
                <a:cubicBezTo>
                  <a:pt x="103" y="8"/>
                  <a:pt x="103" y="14"/>
                  <a:pt x="107" y="18"/>
                </a:cubicBezTo>
                <a:cubicBezTo>
                  <a:pt x="109" y="20"/>
                  <a:pt x="111" y="23"/>
                  <a:pt x="114" y="25"/>
                </a:cubicBezTo>
                <a:cubicBezTo>
                  <a:pt x="112" y="32"/>
                  <a:pt x="107" y="49"/>
                  <a:pt x="103" y="73"/>
                </a:cubicBezTo>
                <a:cubicBezTo>
                  <a:pt x="13" y="73"/>
                  <a:pt x="13" y="73"/>
                  <a:pt x="13" y="73"/>
                </a:cubicBezTo>
                <a:cubicBezTo>
                  <a:pt x="8" y="73"/>
                  <a:pt x="6" y="75"/>
                  <a:pt x="4" y="77"/>
                </a:cubicBezTo>
                <a:cubicBezTo>
                  <a:pt x="1" y="79"/>
                  <a:pt x="0" y="82"/>
                  <a:pt x="0" y="85"/>
                </a:cubicBezTo>
                <a:cubicBezTo>
                  <a:pt x="5" y="147"/>
                  <a:pt x="28" y="206"/>
                  <a:pt x="67" y="254"/>
                </a:cubicBezTo>
                <a:cubicBezTo>
                  <a:pt x="108" y="304"/>
                  <a:pt x="165" y="341"/>
                  <a:pt x="228" y="357"/>
                </a:cubicBezTo>
                <a:cubicBezTo>
                  <a:pt x="225" y="368"/>
                  <a:pt x="224" y="385"/>
                  <a:pt x="241" y="392"/>
                </a:cubicBezTo>
                <a:cubicBezTo>
                  <a:pt x="253" y="397"/>
                  <a:pt x="266" y="403"/>
                  <a:pt x="275" y="413"/>
                </a:cubicBezTo>
                <a:cubicBezTo>
                  <a:pt x="284" y="423"/>
                  <a:pt x="281" y="435"/>
                  <a:pt x="271" y="444"/>
                </a:cubicBezTo>
                <a:cubicBezTo>
                  <a:pt x="268" y="447"/>
                  <a:pt x="267" y="450"/>
                  <a:pt x="268" y="455"/>
                </a:cubicBezTo>
                <a:cubicBezTo>
                  <a:pt x="292" y="590"/>
                  <a:pt x="292" y="590"/>
                  <a:pt x="292" y="590"/>
                </a:cubicBezTo>
                <a:cubicBezTo>
                  <a:pt x="269" y="590"/>
                  <a:pt x="269" y="590"/>
                  <a:pt x="269" y="590"/>
                </a:cubicBezTo>
                <a:cubicBezTo>
                  <a:pt x="264" y="590"/>
                  <a:pt x="258" y="591"/>
                  <a:pt x="254" y="594"/>
                </a:cubicBezTo>
                <a:cubicBezTo>
                  <a:pt x="212" y="617"/>
                  <a:pt x="212" y="617"/>
                  <a:pt x="212" y="617"/>
                </a:cubicBezTo>
                <a:cubicBezTo>
                  <a:pt x="208" y="619"/>
                  <a:pt x="204" y="624"/>
                  <a:pt x="204" y="629"/>
                </a:cubicBezTo>
                <a:cubicBezTo>
                  <a:pt x="204" y="654"/>
                  <a:pt x="204" y="654"/>
                  <a:pt x="204" y="654"/>
                </a:cubicBezTo>
                <a:cubicBezTo>
                  <a:pt x="204" y="659"/>
                  <a:pt x="208" y="662"/>
                  <a:pt x="213" y="662"/>
                </a:cubicBezTo>
                <a:cubicBezTo>
                  <a:pt x="471" y="662"/>
                  <a:pt x="471" y="662"/>
                  <a:pt x="471" y="662"/>
                </a:cubicBezTo>
                <a:cubicBezTo>
                  <a:pt x="475" y="662"/>
                  <a:pt x="479" y="659"/>
                  <a:pt x="479" y="654"/>
                </a:cubicBezTo>
                <a:cubicBezTo>
                  <a:pt x="479" y="628"/>
                  <a:pt x="479" y="628"/>
                  <a:pt x="479" y="628"/>
                </a:cubicBezTo>
                <a:cubicBezTo>
                  <a:pt x="479" y="624"/>
                  <a:pt x="476" y="619"/>
                  <a:pt x="472" y="617"/>
                </a:cubicBezTo>
                <a:cubicBezTo>
                  <a:pt x="461" y="611"/>
                  <a:pt x="440" y="600"/>
                  <a:pt x="429" y="594"/>
                </a:cubicBezTo>
                <a:cubicBezTo>
                  <a:pt x="426" y="591"/>
                  <a:pt x="419" y="590"/>
                  <a:pt x="414" y="590"/>
                </a:cubicBezTo>
                <a:cubicBezTo>
                  <a:pt x="392" y="590"/>
                  <a:pt x="392" y="590"/>
                  <a:pt x="392" y="590"/>
                </a:cubicBezTo>
                <a:cubicBezTo>
                  <a:pt x="392" y="590"/>
                  <a:pt x="415" y="456"/>
                  <a:pt x="416" y="455"/>
                </a:cubicBezTo>
                <a:cubicBezTo>
                  <a:pt x="416" y="452"/>
                  <a:pt x="416" y="448"/>
                  <a:pt x="414" y="446"/>
                </a:cubicBezTo>
                <a:cubicBezTo>
                  <a:pt x="411" y="443"/>
                  <a:pt x="408" y="440"/>
                  <a:pt x="406" y="437"/>
                </a:cubicBezTo>
                <a:cubicBezTo>
                  <a:pt x="403" y="432"/>
                  <a:pt x="402" y="427"/>
                  <a:pt x="403" y="421"/>
                </a:cubicBezTo>
                <a:cubicBezTo>
                  <a:pt x="407" y="409"/>
                  <a:pt x="421" y="402"/>
                  <a:pt x="431" y="397"/>
                </a:cubicBezTo>
                <a:cubicBezTo>
                  <a:pt x="435" y="395"/>
                  <a:pt x="438" y="394"/>
                  <a:pt x="442" y="392"/>
                </a:cubicBezTo>
                <a:cubicBezTo>
                  <a:pt x="460" y="385"/>
                  <a:pt x="458" y="368"/>
                  <a:pt x="455" y="357"/>
                </a:cubicBezTo>
                <a:cubicBezTo>
                  <a:pt x="518" y="340"/>
                  <a:pt x="575" y="304"/>
                  <a:pt x="616" y="254"/>
                </a:cubicBezTo>
                <a:cubicBezTo>
                  <a:pt x="655" y="206"/>
                  <a:pt x="679" y="147"/>
                  <a:pt x="683" y="85"/>
                </a:cubicBezTo>
                <a:cubicBezTo>
                  <a:pt x="683" y="83"/>
                  <a:pt x="682" y="80"/>
                  <a:pt x="680" y="78"/>
                </a:cubicBezTo>
                <a:close/>
                <a:moveTo>
                  <a:pt x="146" y="288"/>
                </a:moveTo>
                <a:cubicBezTo>
                  <a:pt x="133" y="279"/>
                  <a:pt x="125" y="273"/>
                  <a:pt x="114" y="263"/>
                </a:cubicBezTo>
                <a:cubicBezTo>
                  <a:pt x="108" y="257"/>
                  <a:pt x="101" y="251"/>
                  <a:pt x="95" y="244"/>
                </a:cubicBezTo>
                <a:cubicBezTo>
                  <a:pt x="91" y="241"/>
                  <a:pt x="88" y="237"/>
                  <a:pt x="85" y="234"/>
                </a:cubicBezTo>
                <a:cubicBezTo>
                  <a:pt x="84" y="232"/>
                  <a:pt x="82" y="230"/>
                  <a:pt x="81" y="229"/>
                </a:cubicBezTo>
                <a:cubicBezTo>
                  <a:pt x="80" y="228"/>
                  <a:pt x="80" y="227"/>
                  <a:pt x="79" y="226"/>
                </a:cubicBezTo>
                <a:cubicBezTo>
                  <a:pt x="79" y="226"/>
                  <a:pt x="78" y="225"/>
                  <a:pt x="78" y="224"/>
                </a:cubicBezTo>
                <a:cubicBezTo>
                  <a:pt x="67" y="210"/>
                  <a:pt x="57" y="195"/>
                  <a:pt x="49" y="179"/>
                </a:cubicBezTo>
                <a:cubicBezTo>
                  <a:pt x="47" y="175"/>
                  <a:pt x="45" y="171"/>
                  <a:pt x="43" y="166"/>
                </a:cubicBezTo>
                <a:cubicBezTo>
                  <a:pt x="42" y="163"/>
                  <a:pt x="42" y="163"/>
                  <a:pt x="42" y="163"/>
                </a:cubicBezTo>
                <a:cubicBezTo>
                  <a:pt x="42" y="163"/>
                  <a:pt x="41" y="161"/>
                  <a:pt x="41" y="161"/>
                </a:cubicBezTo>
                <a:cubicBezTo>
                  <a:pt x="40" y="159"/>
                  <a:pt x="40" y="158"/>
                  <a:pt x="39" y="156"/>
                </a:cubicBezTo>
                <a:cubicBezTo>
                  <a:pt x="36" y="147"/>
                  <a:pt x="33" y="139"/>
                  <a:pt x="30" y="130"/>
                </a:cubicBezTo>
                <a:cubicBezTo>
                  <a:pt x="28" y="121"/>
                  <a:pt x="26" y="112"/>
                  <a:pt x="24" y="103"/>
                </a:cubicBezTo>
                <a:cubicBezTo>
                  <a:pt x="24" y="101"/>
                  <a:pt x="23" y="99"/>
                  <a:pt x="23" y="97"/>
                </a:cubicBezTo>
                <a:cubicBezTo>
                  <a:pt x="97" y="97"/>
                  <a:pt x="97" y="97"/>
                  <a:pt x="97" y="97"/>
                </a:cubicBezTo>
                <a:cubicBezTo>
                  <a:pt x="93" y="159"/>
                  <a:pt x="105" y="244"/>
                  <a:pt x="180" y="307"/>
                </a:cubicBezTo>
                <a:cubicBezTo>
                  <a:pt x="168" y="301"/>
                  <a:pt x="156" y="295"/>
                  <a:pt x="146" y="288"/>
                </a:cubicBezTo>
                <a:close/>
                <a:moveTo>
                  <a:pt x="453" y="141"/>
                </a:moveTo>
                <a:cubicBezTo>
                  <a:pt x="388" y="188"/>
                  <a:pt x="388" y="188"/>
                  <a:pt x="388" y="188"/>
                </a:cubicBezTo>
                <a:cubicBezTo>
                  <a:pt x="413" y="266"/>
                  <a:pt x="413" y="266"/>
                  <a:pt x="413" y="266"/>
                </a:cubicBezTo>
                <a:cubicBezTo>
                  <a:pt x="415" y="271"/>
                  <a:pt x="412" y="273"/>
                  <a:pt x="408" y="270"/>
                </a:cubicBezTo>
                <a:cubicBezTo>
                  <a:pt x="342" y="222"/>
                  <a:pt x="342" y="222"/>
                  <a:pt x="342" y="222"/>
                </a:cubicBezTo>
                <a:cubicBezTo>
                  <a:pt x="276" y="270"/>
                  <a:pt x="276" y="270"/>
                  <a:pt x="276" y="270"/>
                </a:cubicBezTo>
                <a:cubicBezTo>
                  <a:pt x="271" y="273"/>
                  <a:pt x="269" y="271"/>
                  <a:pt x="271" y="266"/>
                </a:cubicBezTo>
                <a:cubicBezTo>
                  <a:pt x="296" y="188"/>
                  <a:pt x="296" y="188"/>
                  <a:pt x="296" y="188"/>
                </a:cubicBezTo>
                <a:cubicBezTo>
                  <a:pt x="230" y="141"/>
                  <a:pt x="230" y="141"/>
                  <a:pt x="230" y="141"/>
                </a:cubicBezTo>
                <a:cubicBezTo>
                  <a:pt x="225" y="137"/>
                  <a:pt x="226" y="135"/>
                  <a:pt x="232" y="135"/>
                </a:cubicBezTo>
                <a:cubicBezTo>
                  <a:pt x="314" y="135"/>
                  <a:pt x="314" y="135"/>
                  <a:pt x="314" y="135"/>
                </a:cubicBezTo>
                <a:cubicBezTo>
                  <a:pt x="339" y="57"/>
                  <a:pt x="339" y="57"/>
                  <a:pt x="339" y="57"/>
                </a:cubicBezTo>
                <a:cubicBezTo>
                  <a:pt x="340" y="52"/>
                  <a:pt x="343" y="52"/>
                  <a:pt x="345" y="57"/>
                </a:cubicBezTo>
                <a:cubicBezTo>
                  <a:pt x="370" y="135"/>
                  <a:pt x="370" y="135"/>
                  <a:pt x="370" y="135"/>
                </a:cubicBezTo>
                <a:cubicBezTo>
                  <a:pt x="452" y="135"/>
                  <a:pt x="452" y="135"/>
                  <a:pt x="452" y="135"/>
                </a:cubicBezTo>
                <a:cubicBezTo>
                  <a:pt x="457" y="134"/>
                  <a:pt x="458" y="137"/>
                  <a:pt x="453" y="141"/>
                </a:cubicBezTo>
                <a:close/>
                <a:moveTo>
                  <a:pt x="653" y="103"/>
                </a:moveTo>
                <a:cubicBezTo>
                  <a:pt x="651" y="112"/>
                  <a:pt x="649" y="121"/>
                  <a:pt x="647" y="130"/>
                </a:cubicBezTo>
                <a:cubicBezTo>
                  <a:pt x="644" y="139"/>
                  <a:pt x="641" y="147"/>
                  <a:pt x="638" y="156"/>
                </a:cubicBezTo>
                <a:cubicBezTo>
                  <a:pt x="637" y="158"/>
                  <a:pt x="636" y="159"/>
                  <a:pt x="636" y="161"/>
                </a:cubicBezTo>
                <a:cubicBezTo>
                  <a:pt x="636" y="161"/>
                  <a:pt x="635" y="163"/>
                  <a:pt x="635" y="163"/>
                </a:cubicBezTo>
                <a:cubicBezTo>
                  <a:pt x="634" y="166"/>
                  <a:pt x="634" y="166"/>
                  <a:pt x="634" y="166"/>
                </a:cubicBezTo>
                <a:cubicBezTo>
                  <a:pt x="632" y="171"/>
                  <a:pt x="630" y="175"/>
                  <a:pt x="627" y="179"/>
                </a:cubicBezTo>
                <a:cubicBezTo>
                  <a:pt x="619" y="195"/>
                  <a:pt x="610" y="210"/>
                  <a:pt x="599" y="224"/>
                </a:cubicBezTo>
                <a:cubicBezTo>
                  <a:pt x="599" y="225"/>
                  <a:pt x="598" y="226"/>
                  <a:pt x="598" y="226"/>
                </a:cubicBezTo>
                <a:cubicBezTo>
                  <a:pt x="597" y="227"/>
                  <a:pt x="596" y="228"/>
                  <a:pt x="596" y="229"/>
                </a:cubicBezTo>
                <a:cubicBezTo>
                  <a:pt x="594" y="230"/>
                  <a:pt x="593" y="232"/>
                  <a:pt x="591" y="234"/>
                </a:cubicBezTo>
                <a:cubicBezTo>
                  <a:pt x="588" y="237"/>
                  <a:pt x="585" y="241"/>
                  <a:pt x="582" y="244"/>
                </a:cubicBezTo>
                <a:cubicBezTo>
                  <a:pt x="576" y="251"/>
                  <a:pt x="569" y="257"/>
                  <a:pt x="563" y="263"/>
                </a:cubicBezTo>
                <a:cubicBezTo>
                  <a:pt x="551" y="273"/>
                  <a:pt x="544" y="279"/>
                  <a:pt x="531" y="288"/>
                </a:cubicBezTo>
                <a:cubicBezTo>
                  <a:pt x="520" y="295"/>
                  <a:pt x="509" y="301"/>
                  <a:pt x="497" y="307"/>
                </a:cubicBezTo>
                <a:cubicBezTo>
                  <a:pt x="571" y="244"/>
                  <a:pt x="584" y="159"/>
                  <a:pt x="580" y="97"/>
                </a:cubicBezTo>
                <a:cubicBezTo>
                  <a:pt x="654" y="97"/>
                  <a:pt x="654" y="97"/>
                  <a:pt x="654" y="97"/>
                </a:cubicBezTo>
                <a:cubicBezTo>
                  <a:pt x="653" y="99"/>
                  <a:pt x="653" y="101"/>
                  <a:pt x="653" y="103"/>
                </a:cubicBezTo>
                <a:close/>
                <a:moveTo>
                  <a:pt x="653" y="103"/>
                </a:moveTo>
                <a:cubicBezTo>
                  <a:pt x="653" y="103"/>
                  <a:pt x="653" y="103"/>
                  <a:pt x="653" y="103"/>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9"/>
          <p:cNvSpPr>
            <a:spLocks noEditPoints="1"/>
          </p:cNvSpPr>
          <p:nvPr/>
        </p:nvSpPr>
        <p:spPr bwMode="auto">
          <a:xfrm rot="2067927">
            <a:off x="995531" y="2374526"/>
            <a:ext cx="525198" cy="1212558"/>
          </a:xfrm>
          <a:custGeom>
            <a:avLst/>
            <a:gdLst/>
            <a:ahLst/>
            <a:cxnLst>
              <a:cxn ang="0">
                <a:pos x="0" y="84"/>
              </a:cxn>
              <a:cxn ang="0">
                <a:pos x="50" y="134"/>
              </a:cxn>
              <a:cxn ang="0">
                <a:pos x="61" y="133"/>
              </a:cxn>
              <a:cxn ang="0">
                <a:pos x="61" y="148"/>
              </a:cxn>
              <a:cxn ang="0">
                <a:pos x="73" y="154"/>
              </a:cxn>
              <a:cxn ang="0">
                <a:pos x="73" y="278"/>
              </a:cxn>
              <a:cxn ang="0">
                <a:pos x="61" y="284"/>
              </a:cxn>
              <a:cxn ang="0">
                <a:pos x="61" y="377"/>
              </a:cxn>
              <a:cxn ang="0">
                <a:pos x="75" y="392"/>
              </a:cxn>
              <a:cxn ang="0">
                <a:pos x="93" y="392"/>
              </a:cxn>
              <a:cxn ang="0">
                <a:pos x="107" y="377"/>
              </a:cxn>
              <a:cxn ang="0">
                <a:pos x="107" y="357"/>
              </a:cxn>
              <a:cxn ang="0">
                <a:pos x="143" y="357"/>
              </a:cxn>
              <a:cxn ang="0">
                <a:pos x="157" y="343"/>
              </a:cxn>
              <a:cxn ang="0">
                <a:pos x="143" y="329"/>
              </a:cxn>
              <a:cxn ang="0">
                <a:pos x="107" y="329"/>
              </a:cxn>
              <a:cxn ang="0">
                <a:pos x="107" y="321"/>
              </a:cxn>
              <a:cxn ang="0">
                <a:pos x="143" y="321"/>
              </a:cxn>
              <a:cxn ang="0">
                <a:pos x="157" y="307"/>
              </a:cxn>
              <a:cxn ang="0">
                <a:pos x="143" y="293"/>
              </a:cxn>
              <a:cxn ang="0">
                <a:pos x="107" y="293"/>
              </a:cxn>
              <a:cxn ang="0">
                <a:pos x="107" y="283"/>
              </a:cxn>
              <a:cxn ang="0">
                <a:pos x="95" y="277"/>
              </a:cxn>
              <a:cxn ang="0">
                <a:pos x="95" y="156"/>
              </a:cxn>
              <a:cxn ang="0">
                <a:pos x="107" y="150"/>
              </a:cxn>
              <a:cxn ang="0">
                <a:pos x="107" y="133"/>
              </a:cxn>
              <a:cxn ang="0">
                <a:pos x="117" y="134"/>
              </a:cxn>
              <a:cxn ang="0">
                <a:pos x="168" y="84"/>
              </a:cxn>
              <a:cxn ang="0">
                <a:pos x="132" y="36"/>
              </a:cxn>
              <a:cxn ang="0">
                <a:pos x="84" y="0"/>
              </a:cxn>
              <a:cxn ang="0">
                <a:pos x="36" y="36"/>
              </a:cxn>
              <a:cxn ang="0">
                <a:pos x="0" y="84"/>
              </a:cxn>
              <a:cxn ang="0">
                <a:pos x="84" y="31"/>
              </a:cxn>
              <a:cxn ang="0">
                <a:pos x="107" y="54"/>
              </a:cxn>
              <a:cxn ang="0">
                <a:pos x="106" y="62"/>
              </a:cxn>
              <a:cxn ang="0">
                <a:pos x="129" y="87"/>
              </a:cxn>
              <a:cxn ang="0">
                <a:pos x="105" y="111"/>
              </a:cxn>
              <a:cxn ang="0">
                <a:pos x="84" y="100"/>
              </a:cxn>
              <a:cxn ang="0">
                <a:pos x="63" y="111"/>
              </a:cxn>
              <a:cxn ang="0">
                <a:pos x="38" y="87"/>
              </a:cxn>
              <a:cxn ang="0">
                <a:pos x="62" y="62"/>
              </a:cxn>
              <a:cxn ang="0">
                <a:pos x="61" y="54"/>
              </a:cxn>
              <a:cxn ang="0">
                <a:pos x="84" y="31"/>
              </a:cxn>
              <a:cxn ang="0">
                <a:pos x="84" y="31"/>
              </a:cxn>
              <a:cxn ang="0">
                <a:pos x="84" y="31"/>
              </a:cxn>
            </a:cxnLst>
            <a:rect l="0" t="0" r="r" b="b"/>
            <a:pathLst>
              <a:path w="168" h="392">
                <a:moveTo>
                  <a:pt x="0" y="84"/>
                </a:moveTo>
                <a:cubicBezTo>
                  <a:pt x="0" y="112"/>
                  <a:pt x="23" y="134"/>
                  <a:pt x="50" y="134"/>
                </a:cubicBezTo>
                <a:cubicBezTo>
                  <a:pt x="54" y="134"/>
                  <a:pt x="57" y="134"/>
                  <a:pt x="61" y="133"/>
                </a:cubicBezTo>
                <a:cubicBezTo>
                  <a:pt x="61" y="148"/>
                  <a:pt x="61" y="148"/>
                  <a:pt x="61" y="148"/>
                </a:cubicBezTo>
                <a:cubicBezTo>
                  <a:pt x="73" y="154"/>
                  <a:pt x="73" y="154"/>
                  <a:pt x="73" y="154"/>
                </a:cubicBezTo>
                <a:cubicBezTo>
                  <a:pt x="73" y="278"/>
                  <a:pt x="73" y="278"/>
                  <a:pt x="73" y="278"/>
                </a:cubicBezTo>
                <a:cubicBezTo>
                  <a:pt x="61" y="284"/>
                  <a:pt x="61" y="284"/>
                  <a:pt x="61" y="284"/>
                </a:cubicBezTo>
                <a:cubicBezTo>
                  <a:pt x="61" y="377"/>
                  <a:pt x="61" y="377"/>
                  <a:pt x="61" y="377"/>
                </a:cubicBezTo>
                <a:cubicBezTo>
                  <a:pt x="61" y="385"/>
                  <a:pt x="67" y="392"/>
                  <a:pt x="75" y="392"/>
                </a:cubicBezTo>
                <a:cubicBezTo>
                  <a:pt x="93" y="392"/>
                  <a:pt x="93" y="392"/>
                  <a:pt x="93" y="392"/>
                </a:cubicBezTo>
                <a:cubicBezTo>
                  <a:pt x="101" y="392"/>
                  <a:pt x="107" y="385"/>
                  <a:pt x="107" y="377"/>
                </a:cubicBezTo>
                <a:cubicBezTo>
                  <a:pt x="107" y="357"/>
                  <a:pt x="107" y="357"/>
                  <a:pt x="107" y="357"/>
                </a:cubicBezTo>
                <a:cubicBezTo>
                  <a:pt x="143" y="357"/>
                  <a:pt x="143" y="357"/>
                  <a:pt x="143" y="357"/>
                </a:cubicBezTo>
                <a:cubicBezTo>
                  <a:pt x="150" y="357"/>
                  <a:pt x="157" y="350"/>
                  <a:pt x="157" y="343"/>
                </a:cubicBezTo>
                <a:cubicBezTo>
                  <a:pt x="157" y="335"/>
                  <a:pt x="150" y="329"/>
                  <a:pt x="143" y="329"/>
                </a:cubicBezTo>
                <a:cubicBezTo>
                  <a:pt x="107" y="329"/>
                  <a:pt x="107" y="329"/>
                  <a:pt x="107" y="329"/>
                </a:cubicBezTo>
                <a:cubicBezTo>
                  <a:pt x="107" y="321"/>
                  <a:pt x="107" y="321"/>
                  <a:pt x="107" y="321"/>
                </a:cubicBezTo>
                <a:cubicBezTo>
                  <a:pt x="143" y="321"/>
                  <a:pt x="143" y="321"/>
                  <a:pt x="143" y="321"/>
                </a:cubicBezTo>
                <a:cubicBezTo>
                  <a:pt x="150" y="321"/>
                  <a:pt x="157" y="314"/>
                  <a:pt x="157" y="307"/>
                </a:cubicBezTo>
                <a:cubicBezTo>
                  <a:pt x="157" y="299"/>
                  <a:pt x="150" y="293"/>
                  <a:pt x="143" y="293"/>
                </a:cubicBezTo>
                <a:cubicBezTo>
                  <a:pt x="107" y="293"/>
                  <a:pt x="107" y="293"/>
                  <a:pt x="107" y="293"/>
                </a:cubicBezTo>
                <a:cubicBezTo>
                  <a:pt x="107" y="283"/>
                  <a:pt x="107" y="283"/>
                  <a:pt x="107" y="283"/>
                </a:cubicBezTo>
                <a:cubicBezTo>
                  <a:pt x="95" y="277"/>
                  <a:pt x="95" y="277"/>
                  <a:pt x="95" y="277"/>
                </a:cubicBezTo>
                <a:cubicBezTo>
                  <a:pt x="95" y="156"/>
                  <a:pt x="95" y="156"/>
                  <a:pt x="95" y="156"/>
                </a:cubicBezTo>
                <a:cubicBezTo>
                  <a:pt x="107" y="150"/>
                  <a:pt x="107" y="150"/>
                  <a:pt x="107" y="150"/>
                </a:cubicBezTo>
                <a:cubicBezTo>
                  <a:pt x="107" y="133"/>
                  <a:pt x="107" y="133"/>
                  <a:pt x="107" y="133"/>
                </a:cubicBezTo>
                <a:cubicBezTo>
                  <a:pt x="110" y="134"/>
                  <a:pt x="114" y="134"/>
                  <a:pt x="117" y="134"/>
                </a:cubicBezTo>
                <a:cubicBezTo>
                  <a:pt x="145" y="134"/>
                  <a:pt x="168" y="112"/>
                  <a:pt x="168" y="84"/>
                </a:cubicBezTo>
                <a:cubicBezTo>
                  <a:pt x="168" y="61"/>
                  <a:pt x="153" y="42"/>
                  <a:pt x="132" y="36"/>
                </a:cubicBezTo>
                <a:cubicBezTo>
                  <a:pt x="126" y="15"/>
                  <a:pt x="107" y="0"/>
                  <a:pt x="84" y="0"/>
                </a:cubicBezTo>
                <a:cubicBezTo>
                  <a:pt x="61" y="0"/>
                  <a:pt x="42" y="15"/>
                  <a:pt x="36" y="36"/>
                </a:cubicBezTo>
                <a:cubicBezTo>
                  <a:pt x="15" y="42"/>
                  <a:pt x="0" y="61"/>
                  <a:pt x="0" y="84"/>
                </a:cubicBezTo>
                <a:close/>
                <a:moveTo>
                  <a:pt x="84" y="31"/>
                </a:moveTo>
                <a:cubicBezTo>
                  <a:pt x="97" y="31"/>
                  <a:pt x="107" y="41"/>
                  <a:pt x="107" y="54"/>
                </a:cubicBezTo>
                <a:cubicBezTo>
                  <a:pt x="107" y="57"/>
                  <a:pt x="106" y="59"/>
                  <a:pt x="106" y="62"/>
                </a:cubicBezTo>
                <a:cubicBezTo>
                  <a:pt x="119" y="62"/>
                  <a:pt x="129" y="73"/>
                  <a:pt x="129" y="87"/>
                </a:cubicBezTo>
                <a:cubicBezTo>
                  <a:pt x="129" y="100"/>
                  <a:pt x="118" y="111"/>
                  <a:pt x="105" y="111"/>
                </a:cubicBezTo>
                <a:cubicBezTo>
                  <a:pt x="96" y="111"/>
                  <a:pt x="88" y="107"/>
                  <a:pt x="84" y="100"/>
                </a:cubicBezTo>
                <a:cubicBezTo>
                  <a:pt x="79" y="107"/>
                  <a:pt x="72" y="111"/>
                  <a:pt x="63" y="111"/>
                </a:cubicBezTo>
                <a:cubicBezTo>
                  <a:pt x="49" y="111"/>
                  <a:pt x="38" y="100"/>
                  <a:pt x="38" y="87"/>
                </a:cubicBezTo>
                <a:cubicBezTo>
                  <a:pt x="38" y="73"/>
                  <a:pt x="49" y="62"/>
                  <a:pt x="62" y="62"/>
                </a:cubicBezTo>
                <a:cubicBezTo>
                  <a:pt x="61" y="59"/>
                  <a:pt x="61" y="57"/>
                  <a:pt x="61" y="54"/>
                </a:cubicBezTo>
                <a:cubicBezTo>
                  <a:pt x="61" y="41"/>
                  <a:pt x="71" y="31"/>
                  <a:pt x="84" y="31"/>
                </a:cubicBezTo>
                <a:close/>
                <a:moveTo>
                  <a:pt x="84" y="31"/>
                </a:moveTo>
                <a:cubicBezTo>
                  <a:pt x="84" y="31"/>
                  <a:pt x="84" y="31"/>
                  <a:pt x="84" y="31"/>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p:cTn id="7" dur="500" fill="hold"/>
                                        <p:tgtEl>
                                          <p:spTgt spid="126"/>
                                        </p:tgtEl>
                                        <p:attrNameLst>
                                          <p:attrName>ppt_w</p:attrName>
                                        </p:attrNameLst>
                                      </p:cBhvr>
                                      <p:tavLst>
                                        <p:tav tm="0">
                                          <p:val>
                                            <p:fltVal val="0"/>
                                          </p:val>
                                        </p:tav>
                                        <p:tav tm="100000">
                                          <p:val>
                                            <p:strVal val="#ppt_w"/>
                                          </p:val>
                                        </p:tav>
                                      </p:tavLst>
                                    </p:anim>
                                    <p:anim calcmode="lin" valueType="num">
                                      <p:cBhvr>
                                        <p:cTn id="8" dur="500" fill="hold"/>
                                        <p:tgtEl>
                                          <p:spTgt spid="126"/>
                                        </p:tgtEl>
                                        <p:attrNameLst>
                                          <p:attrName>ppt_h</p:attrName>
                                        </p:attrNameLst>
                                      </p:cBhvr>
                                      <p:tavLst>
                                        <p:tav tm="0">
                                          <p:val>
                                            <p:fltVal val="0"/>
                                          </p:val>
                                        </p:tav>
                                        <p:tav tm="100000">
                                          <p:val>
                                            <p:strVal val="#ppt_h"/>
                                          </p:val>
                                        </p:tav>
                                      </p:tavLst>
                                    </p:anim>
                                    <p:animEffect transition="in" filter="fade">
                                      <p:cBhvr>
                                        <p:cTn id="9" dur="500"/>
                                        <p:tgtEl>
                                          <p:spTgt spid="12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wipe(left)">
                                      <p:cBhvr>
                                        <p:cTn id="13" dur="500"/>
                                        <p:tgtEl>
                                          <p:spTgt spid="111"/>
                                        </p:tgtEl>
                                      </p:cBhvr>
                                    </p:animEffect>
                                  </p:childTnLst>
                                </p:cTn>
                              </p:par>
                              <p:par>
                                <p:cTn id="14" presetID="2" presetClass="entr" presetSubtype="4" accel="50000" decel="5000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53" presetClass="entr" presetSubtype="0" fill="hold" grpId="0" nodeType="afterEffect">
                                  <p:stCondLst>
                                    <p:cond delay="0"/>
                                  </p:stCondLst>
                                  <p:childTnLst>
                                    <p:set>
                                      <p:cBhvr>
                                        <p:cTn id="20" dur="1" fill="hold">
                                          <p:stCondLst>
                                            <p:cond delay="0"/>
                                          </p:stCondLst>
                                        </p:cTn>
                                        <p:tgtEl>
                                          <p:spTgt spid="122"/>
                                        </p:tgtEl>
                                        <p:attrNameLst>
                                          <p:attrName>style.visibility</p:attrName>
                                        </p:attrNameLst>
                                      </p:cBhvr>
                                      <p:to>
                                        <p:strVal val="visible"/>
                                      </p:to>
                                    </p:set>
                                    <p:anim calcmode="lin" valueType="num">
                                      <p:cBhvr>
                                        <p:cTn id="21" dur="500" fill="hold"/>
                                        <p:tgtEl>
                                          <p:spTgt spid="122"/>
                                        </p:tgtEl>
                                        <p:attrNameLst>
                                          <p:attrName>ppt_w</p:attrName>
                                        </p:attrNameLst>
                                      </p:cBhvr>
                                      <p:tavLst>
                                        <p:tav tm="0">
                                          <p:val>
                                            <p:fltVal val="0"/>
                                          </p:val>
                                        </p:tav>
                                        <p:tav tm="100000">
                                          <p:val>
                                            <p:strVal val="#ppt_w"/>
                                          </p:val>
                                        </p:tav>
                                      </p:tavLst>
                                    </p:anim>
                                    <p:anim calcmode="lin" valueType="num">
                                      <p:cBhvr>
                                        <p:cTn id="22" dur="500" fill="hold"/>
                                        <p:tgtEl>
                                          <p:spTgt spid="122"/>
                                        </p:tgtEl>
                                        <p:attrNameLst>
                                          <p:attrName>ppt_h</p:attrName>
                                        </p:attrNameLst>
                                      </p:cBhvr>
                                      <p:tavLst>
                                        <p:tav tm="0">
                                          <p:val>
                                            <p:fltVal val="0"/>
                                          </p:val>
                                        </p:tav>
                                        <p:tav tm="100000">
                                          <p:val>
                                            <p:strVal val="#ppt_h"/>
                                          </p:val>
                                        </p:tav>
                                      </p:tavLst>
                                    </p:anim>
                                    <p:animEffect transition="in" filter="fade">
                                      <p:cBhvr>
                                        <p:cTn id="23" dur="500"/>
                                        <p:tgtEl>
                                          <p:spTgt spid="122"/>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19"/>
                                        </p:tgtEl>
                                        <p:attrNameLst>
                                          <p:attrName>style.visibility</p:attrName>
                                        </p:attrNameLst>
                                      </p:cBhvr>
                                      <p:to>
                                        <p:strVal val="visible"/>
                                      </p:to>
                                    </p:set>
                                    <p:animEffect transition="in" filter="wipe(left)">
                                      <p:cBhvr>
                                        <p:cTn id="26" dur="500"/>
                                        <p:tgtEl>
                                          <p:spTgt spid="119"/>
                                        </p:tgtEl>
                                      </p:cBhvr>
                                    </p:animEffect>
                                  </p:childTnLst>
                                </p:cTn>
                              </p:par>
                            </p:childTnLst>
                          </p:cTn>
                        </p:par>
                        <p:par>
                          <p:cTn id="27" fill="hold">
                            <p:stCondLst>
                              <p:cond delay="1500"/>
                            </p:stCondLst>
                            <p:childTnLst>
                              <p:par>
                                <p:cTn id="28" presetID="22" presetClass="entr" presetSubtype="8" fill="hold" nodeType="afterEffect">
                                  <p:stCondLst>
                                    <p:cond delay="0"/>
                                  </p:stCondLst>
                                  <p:childTnLst>
                                    <p:set>
                                      <p:cBhvr>
                                        <p:cTn id="29" dur="1" fill="hold">
                                          <p:stCondLst>
                                            <p:cond delay="0"/>
                                          </p:stCondLst>
                                        </p:cTn>
                                        <p:tgtEl>
                                          <p:spTgt spid="116"/>
                                        </p:tgtEl>
                                        <p:attrNameLst>
                                          <p:attrName>style.visibility</p:attrName>
                                        </p:attrNameLst>
                                      </p:cBhvr>
                                      <p:to>
                                        <p:strVal val="visible"/>
                                      </p:to>
                                    </p:set>
                                    <p:animEffect transition="in" filter="wipe(left)">
                                      <p:cBhvr>
                                        <p:cTn id="30" dur="500"/>
                                        <p:tgtEl>
                                          <p:spTgt spid="116"/>
                                        </p:tgtEl>
                                      </p:cBhvr>
                                    </p:animEffect>
                                  </p:childTnLst>
                                </p:cTn>
                              </p:par>
                              <p:par>
                                <p:cTn id="31" presetID="2" presetClass="entr" presetSubtype="4" accel="50000" decel="5000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ppt_x"/>
                                          </p:val>
                                        </p:tav>
                                        <p:tav tm="100000">
                                          <p:val>
                                            <p:strVal val="#ppt_x"/>
                                          </p:val>
                                        </p:tav>
                                      </p:tavLst>
                                    </p:anim>
                                    <p:anim calcmode="lin" valueType="num">
                                      <p:cBhvr additive="base">
                                        <p:cTn id="34" dur="500" fill="hold"/>
                                        <p:tgtEl>
                                          <p:spTgt spid="3"/>
                                        </p:tgtEl>
                                        <p:attrNameLst>
                                          <p:attrName>ppt_y</p:attrName>
                                        </p:attrNameLst>
                                      </p:cBhvr>
                                      <p:tavLst>
                                        <p:tav tm="0">
                                          <p:val>
                                            <p:strVal val="1+#ppt_h/2"/>
                                          </p:val>
                                        </p:tav>
                                        <p:tav tm="100000">
                                          <p:val>
                                            <p:strVal val="#ppt_y"/>
                                          </p:val>
                                        </p:tav>
                                      </p:tavLst>
                                    </p:anim>
                                  </p:childTnLst>
                                </p:cTn>
                              </p:par>
                            </p:childTnLst>
                          </p:cTn>
                        </p:par>
                        <p:par>
                          <p:cTn id="35" fill="hold">
                            <p:stCondLst>
                              <p:cond delay="2000"/>
                            </p:stCondLst>
                            <p:childTnLst>
                              <p:par>
                                <p:cTn id="36" presetID="53" presetClass="entr" presetSubtype="0" fill="hold" grpId="0" nodeType="afterEffect">
                                  <p:stCondLst>
                                    <p:cond delay="0"/>
                                  </p:stCondLst>
                                  <p:childTnLst>
                                    <p:set>
                                      <p:cBhvr>
                                        <p:cTn id="37" dur="1" fill="hold">
                                          <p:stCondLst>
                                            <p:cond delay="0"/>
                                          </p:stCondLst>
                                        </p:cTn>
                                        <p:tgtEl>
                                          <p:spTgt spid="123"/>
                                        </p:tgtEl>
                                        <p:attrNameLst>
                                          <p:attrName>style.visibility</p:attrName>
                                        </p:attrNameLst>
                                      </p:cBhvr>
                                      <p:to>
                                        <p:strVal val="visible"/>
                                      </p:to>
                                    </p:set>
                                    <p:anim calcmode="lin" valueType="num">
                                      <p:cBhvr>
                                        <p:cTn id="38" dur="500" fill="hold"/>
                                        <p:tgtEl>
                                          <p:spTgt spid="123"/>
                                        </p:tgtEl>
                                        <p:attrNameLst>
                                          <p:attrName>ppt_w</p:attrName>
                                        </p:attrNameLst>
                                      </p:cBhvr>
                                      <p:tavLst>
                                        <p:tav tm="0">
                                          <p:val>
                                            <p:fltVal val="0"/>
                                          </p:val>
                                        </p:tav>
                                        <p:tav tm="100000">
                                          <p:val>
                                            <p:strVal val="#ppt_w"/>
                                          </p:val>
                                        </p:tav>
                                      </p:tavLst>
                                    </p:anim>
                                    <p:anim calcmode="lin" valueType="num">
                                      <p:cBhvr>
                                        <p:cTn id="39" dur="500" fill="hold"/>
                                        <p:tgtEl>
                                          <p:spTgt spid="123"/>
                                        </p:tgtEl>
                                        <p:attrNameLst>
                                          <p:attrName>ppt_h</p:attrName>
                                        </p:attrNameLst>
                                      </p:cBhvr>
                                      <p:tavLst>
                                        <p:tav tm="0">
                                          <p:val>
                                            <p:fltVal val="0"/>
                                          </p:val>
                                        </p:tav>
                                        <p:tav tm="100000">
                                          <p:val>
                                            <p:strVal val="#ppt_h"/>
                                          </p:val>
                                        </p:tav>
                                      </p:tavLst>
                                    </p:anim>
                                    <p:animEffect transition="in" filter="fade">
                                      <p:cBhvr>
                                        <p:cTn id="40" dur="500"/>
                                        <p:tgtEl>
                                          <p:spTgt spid="123"/>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20"/>
                                        </p:tgtEl>
                                        <p:attrNameLst>
                                          <p:attrName>style.visibility</p:attrName>
                                        </p:attrNameLst>
                                      </p:cBhvr>
                                      <p:to>
                                        <p:strVal val="visible"/>
                                      </p:to>
                                    </p:set>
                                    <p:animEffect transition="in" filter="wipe(left)">
                                      <p:cBhvr>
                                        <p:cTn id="43" dur="500"/>
                                        <p:tgtEl>
                                          <p:spTgt spid="120"/>
                                        </p:tgtEl>
                                      </p:cBhvr>
                                    </p:animEffect>
                                  </p:childTnLst>
                                </p:cTn>
                              </p:par>
                            </p:childTnLst>
                          </p:cTn>
                        </p:par>
                        <p:par>
                          <p:cTn id="44" fill="hold">
                            <p:stCondLst>
                              <p:cond delay="2500"/>
                            </p:stCondLst>
                            <p:childTnLst>
                              <p:par>
                                <p:cTn id="45" presetID="22" presetClass="entr" presetSubtype="8" fill="hold" nodeType="after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wipe(left)">
                                      <p:cBhvr>
                                        <p:cTn id="47" dur="500"/>
                                        <p:tgtEl>
                                          <p:spTgt spid="115"/>
                                        </p:tgtEl>
                                      </p:cBhvr>
                                    </p:animEffect>
                                  </p:childTnLst>
                                </p:cTn>
                              </p:par>
                              <p:par>
                                <p:cTn id="48" presetID="2" presetClass="entr" presetSubtype="4" accel="50000" decel="50000" fill="hold"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500" fill="hold"/>
                                        <p:tgtEl>
                                          <p:spTgt spid="4"/>
                                        </p:tgtEl>
                                        <p:attrNameLst>
                                          <p:attrName>ppt_x</p:attrName>
                                        </p:attrNameLst>
                                      </p:cBhvr>
                                      <p:tavLst>
                                        <p:tav tm="0">
                                          <p:val>
                                            <p:strVal val="#ppt_x"/>
                                          </p:val>
                                        </p:tav>
                                        <p:tav tm="100000">
                                          <p:val>
                                            <p:strVal val="#ppt_x"/>
                                          </p:val>
                                        </p:tav>
                                      </p:tavLst>
                                    </p:anim>
                                    <p:anim calcmode="lin" valueType="num">
                                      <p:cBhvr additive="base">
                                        <p:cTn id="51" dur="500" fill="hold"/>
                                        <p:tgtEl>
                                          <p:spTgt spid="4"/>
                                        </p:tgtEl>
                                        <p:attrNameLst>
                                          <p:attrName>ppt_y</p:attrName>
                                        </p:attrNameLst>
                                      </p:cBhvr>
                                      <p:tavLst>
                                        <p:tav tm="0">
                                          <p:val>
                                            <p:strVal val="1+#ppt_h/2"/>
                                          </p:val>
                                        </p:tav>
                                        <p:tav tm="100000">
                                          <p:val>
                                            <p:strVal val="#ppt_y"/>
                                          </p:val>
                                        </p:tav>
                                      </p:tavLst>
                                    </p:anim>
                                  </p:childTnLst>
                                </p:cTn>
                              </p:par>
                            </p:childTnLst>
                          </p:cTn>
                        </p:par>
                        <p:par>
                          <p:cTn id="52" fill="hold">
                            <p:stCondLst>
                              <p:cond delay="3000"/>
                            </p:stCondLst>
                            <p:childTnLst>
                              <p:par>
                                <p:cTn id="53" presetID="53" presetClass="entr" presetSubtype="0" fill="hold" grpId="0" nodeType="afterEffect">
                                  <p:stCondLst>
                                    <p:cond delay="0"/>
                                  </p:stCondLst>
                                  <p:childTnLst>
                                    <p:set>
                                      <p:cBhvr>
                                        <p:cTn id="54" dur="1" fill="hold">
                                          <p:stCondLst>
                                            <p:cond delay="0"/>
                                          </p:stCondLst>
                                        </p:cTn>
                                        <p:tgtEl>
                                          <p:spTgt spid="124"/>
                                        </p:tgtEl>
                                        <p:attrNameLst>
                                          <p:attrName>style.visibility</p:attrName>
                                        </p:attrNameLst>
                                      </p:cBhvr>
                                      <p:to>
                                        <p:strVal val="visible"/>
                                      </p:to>
                                    </p:set>
                                    <p:anim calcmode="lin" valueType="num">
                                      <p:cBhvr>
                                        <p:cTn id="55" dur="500" fill="hold"/>
                                        <p:tgtEl>
                                          <p:spTgt spid="124"/>
                                        </p:tgtEl>
                                        <p:attrNameLst>
                                          <p:attrName>ppt_w</p:attrName>
                                        </p:attrNameLst>
                                      </p:cBhvr>
                                      <p:tavLst>
                                        <p:tav tm="0">
                                          <p:val>
                                            <p:fltVal val="0"/>
                                          </p:val>
                                        </p:tav>
                                        <p:tav tm="100000">
                                          <p:val>
                                            <p:strVal val="#ppt_w"/>
                                          </p:val>
                                        </p:tav>
                                      </p:tavLst>
                                    </p:anim>
                                    <p:anim calcmode="lin" valueType="num">
                                      <p:cBhvr>
                                        <p:cTn id="56" dur="500" fill="hold"/>
                                        <p:tgtEl>
                                          <p:spTgt spid="124"/>
                                        </p:tgtEl>
                                        <p:attrNameLst>
                                          <p:attrName>ppt_h</p:attrName>
                                        </p:attrNameLst>
                                      </p:cBhvr>
                                      <p:tavLst>
                                        <p:tav tm="0">
                                          <p:val>
                                            <p:fltVal val="0"/>
                                          </p:val>
                                        </p:tav>
                                        <p:tav tm="100000">
                                          <p:val>
                                            <p:strVal val="#ppt_h"/>
                                          </p:val>
                                        </p:tav>
                                      </p:tavLst>
                                    </p:anim>
                                    <p:animEffect transition="in" filter="fade">
                                      <p:cBhvr>
                                        <p:cTn id="57" dur="500"/>
                                        <p:tgtEl>
                                          <p:spTgt spid="124"/>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121"/>
                                        </p:tgtEl>
                                        <p:attrNameLst>
                                          <p:attrName>style.visibility</p:attrName>
                                        </p:attrNameLst>
                                      </p:cBhvr>
                                      <p:to>
                                        <p:strVal val="visible"/>
                                      </p:to>
                                    </p:set>
                                    <p:animEffect transition="in" filter="wipe(left)">
                                      <p:cBhvr>
                                        <p:cTn id="60" dur="500"/>
                                        <p:tgtEl>
                                          <p:spTgt spid="121"/>
                                        </p:tgtEl>
                                      </p:cBhvr>
                                    </p:animEffect>
                                  </p:childTnLst>
                                </p:cTn>
                              </p:par>
                            </p:childTnLst>
                          </p:cTn>
                        </p:par>
                        <p:par>
                          <p:cTn id="61" fill="hold">
                            <p:stCondLst>
                              <p:cond delay="3500"/>
                            </p:stCondLst>
                            <p:childTnLst>
                              <p:par>
                                <p:cTn id="62" presetID="22" presetClass="entr" presetSubtype="8" fill="hold" nodeType="afterEffect">
                                  <p:stCondLst>
                                    <p:cond delay="0"/>
                                  </p:stCondLst>
                                  <p:childTnLst>
                                    <p:set>
                                      <p:cBhvr>
                                        <p:cTn id="63" dur="1" fill="hold">
                                          <p:stCondLst>
                                            <p:cond delay="0"/>
                                          </p:stCondLst>
                                        </p:cTn>
                                        <p:tgtEl>
                                          <p:spTgt spid="107"/>
                                        </p:tgtEl>
                                        <p:attrNameLst>
                                          <p:attrName>style.visibility</p:attrName>
                                        </p:attrNameLst>
                                      </p:cBhvr>
                                      <p:to>
                                        <p:strVal val="visible"/>
                                      </p:to>
                                    </p:set>
                                    <p:animEffect transition="in" filter="wipe(left)">
                                      <p:cBhvr>
                                        <p:cTn id="64" dur="500"/>
                                        <p:tgtEl>
                                          <p:spTgt spid="107"/>
                                        </p:tgtEl>
                                      </p:cBhvr>
                                    </p:animEffect>
                                  </p:childTnLst>
                                </p:cTn>
                              </p:par>
                            </p:childTnLst>
                          </p:cTn>
                        </p:par>
                        <p:par>
                          <p:cTn id="65" fill="hold">
                            <p:stCondLst>
                              <p:cond delay="4000"/>
                            </p:stCondLst>
                            <p:childTnLst>
                              <p:par>
                                <p:cTn id="66" presetID="22" presetClass="entr" presetSubtype="8" fill="hold" nodeType="afterEffect">
                                  <p:stCondLst>
                                    <p:cond delay="0"/>
                                  </p:stCondLst>
                                  <p:childTnLst>
                                    <p:set>
                                      <p:cBhvr>
                                        <p:cTn id="67" dur="1" fill="hold">
                                          <p:stCondLst>
                                            <p:cond delay="0"/>
                                          </p:stCondLst>
                                        </p:cTn>
                                        <p:tgtEl>
                                          <p:spTgt spid="110"/>
                                        </p:tgtEl>
                                        <p:attrNameLst>
                                          <p:attrName>style.visibility</p:attrName>
                                        </p:attrNameLst>
                                      </p:cBhvr>
                                      <p:to>
                                        <p:strVal val="visible"/>
                                      </p:to>
                                    </p:set>
                                    <p:animEffect transition="in" filter="wipe(left)">
                                      <p:cBhvr>
                                        <p:cTn id="68" dur="500"/>
                                        <p:tgtEl>
                                          <p:spTgt spid="110"/>
                                        </p:tgtEl>
                                      </p:cBhvr>
                                    </p:animEffect>
                                  </p:childTnLst>
                                </p:cTn>
                              </p:par>
                            </p:childTnLst>
                          </p:cTn>
                        </p:par>
                        <p:par>
                          <p:cTn id="69" fill="hold">
                            <p:stCondLst>
                              <p:cond delay="4500"/>
                            </p:stCondLst>
                            <p:childTnLst>
                              <p:par>
                                <p:cTn id="70" presetID="22" presetClass="entr" presetSubtype="8" fill="hold" nodeType="afterEffect">
                                  <p:stCondLst>
                                    <p:cond delay="0"/>
                                  </p:stCondLst>
                                  <p:childTnLst>
                                    <p:set>
                                      <p:cBhvr>
                                        <p:cTn id="71" dur="1" fill="hold">
                                          <p:stCondLst>
                                            <p:cond delay="0"/>
                                          </p:stCondLst>
                                        </p:cTn>
                                        <p:tgtEl>
                                          <p:spTgt spid="108"/>
                                        </p:tgtEl>
                                        <p:attrNameLst>
                                          <p:attrName>style.visibility</p:attrName>
                                        </p:attrNameLst>
                                      </p:cBhvr>
                                      <p:to>
                                        <p:strVal val="visible"/>
                                      </p:to>
                                    </p:set>
                                    <p:animEffect transition="in" filter="wipe(left)">
                                      <p:cBhvr>
                                        <p:cTn id="72" dur="500"/>
                                        <p:tgtEl>
                                          <p:spTgt spid="108"/>
                                        </p:tgtEl>
                                      </p:cBhvr>
                                    </p:animEffect>
                                  </p:childTnLst>
                                </p:cTn>
                              </p:par>
                            </p:childTnLst>
                          </p:cTn>
                        </p:par>
                        <p:par>
                          <p:cTn id="73" fill="hold">
                            <p:stCondLst>
                              <p:cond delay="5000"/>
                            </p:stCondLst>
                            <p:childTnLst>
                              <p:par>
                                <p:cTn id="74" presetID="53" presetClass="entr" presetSubtype="0" fill="hold" grpId="0" nodeType="afterEffect">
                                  <p:stCondLst>
                                    <p:cond delay="0"/>
                                  </p:stCondLst>
                                  <p:childTnLst>
                                    <p:set>
                                      <p:cBhvr>
                                        <p:cTn id="75" dur="1" fill="hold">
                                          <p:stCondLst>
                                            <p:cond delay="0"/>
                                          </p:stCondLst>
                                        </p:cTn>
                                        <p:tgtEl>
                                          <p:spTgt spid="125"/>
                                        </p:tgtEl>
                                        <p:attrNameLst>
                                          <p:attrName>style.visibility</p:attrName>
                                        </p:attrNameLst>
                                      </p:cBhvr>
                                      <p:to>
                                        <p:strVal val="visible"/>
                                      </p:to>
                                    </p:set>
                                    <p:anim calcmode="lin" valueType="num">
                                      <p:cBhvr>
                                        <p:cTn id="76" dur="500" fill="hold"/>
                                        <p:tgtEl>
                                          <p:spTgt spid="125"/>
                                        </p:tgtEl>
                                        <p:attrNameLst>
                                          <p:attrName>ppt_w</p:attrName>
                                        </p:attrNameLst>
                                      </p:cBhvr>
                                      <p:tavLst>
                                        <p:tav tm="0">
                                          <p:val>
                                            <p:fltVal val="0"/>
                                          </p:val>
                                        </p:tav>
                                        <p:tav tm="100000">
                                          <p:val>
                                            <p:strVal val="#ppt_w"/>
                                          </p:val>
                                        </p:tav>
                                      </p:tavLst>
                                    </p:anim>
                                    <p:anim calcmode="lin" valueType="num">
                                      <p:cBhvr>
                                        <p:cTn id="77" dur="500" fill="hold"/>
                                        <p:tgtEl>
                                          <p:spTgt spid="125"/>
                                        </p:tgtEl>
                                        <p:attrNameLst>
                                          <p:attrName>ppt_h</p:attrName>
                                        </p:attrNameLst>
                                      </p:cBhvr>
                                      <p:tavLst>
                                        <p:tav tm="0">
                                          <p:val>
                                            <p:fltVal val="0"/>
                                          </p:val>
                                        </p:tav>
                                        <p:tav tm="100000">
                                          <p:val>
                                            <p:strVal val="#ppt_h"/>
                                          </p:val>
                                        </p:tav>
                                      </p:tavLst>
                                    </p:anim>
                                    <p:animEffect transition="in" filter="fade">
                                      <p:cBhvr>
                                        <p:cTn id="78"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0" grpId="0"/>
      <p:bldP spid="121" grpId="0"/>
      <p:bldP spid="122" grpId="0" animBg="1"/>
      <p:bldP spid="123" grpId="0" animBg="1"/>
      <p:bldP spid="124" grpId="0" animBg="1"/>
      <p:bldP spid="125" grpId="0" animBg="1"/>
      <p:bldP spid="126"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129</a:t>
            </a:fld>
            <a:endParaRPr lang="en-US" dirty="0"/>
          </a:p>
        </p:txBody>
      </p:sp>
      <p:sp>
        <p:nvSpPr>
          <p:cNvPr id="5" name="U-Turn Arrow 4"/>
          <p:cNvSpPr/>
          <p:nvPr/>
        </p:nvSpPr>
        <p:spPr bwMode="auto">
          <a:xfrm rot="10800000">
            <a:off x="695750" y="1657350"/>
            <a:ext cx="7017016" cy="2971799"/>
          </a:xfrm>
          <a:prstGeom prst="uturnArrow">
            <a:avLst>
              <a:gd name="adj1" fmla="val 3223"/>
              <a:gd name="adj2" fmla="val 25000"/>
              <a:gd name="adj3" fmla="val 0"/>
              <a:gd name="adj4" fmla="val 12505"/>
              <a:gd name="adj5" fmla="val 100000"/>
            </a:avLst>
          </a:prstGeom>
          <a:solidFill>
            <a:schemeClr val="tx1">
              <a:lumMod val="50000"/>
              <a:lumOff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68"/>
          <p:cNvGrpSpPr/>
          <p:nvPr/>
        </p:nvGrpSpPr>
        <p:grpSpPr>
          <a:xfrm>
            <a:off x="1028276" y="1427062"/>
            <a:ext cx="839890" cy="839890"/>
            <a:chOff x="1028276" y="1427062"/>
            <a:chExt cx="839890" cy="839890"/>
          </a:xfrm>
        </p:grpSpPr>
        <p:sp>
          <p:nvSpPr>
            <p:cNvPr id="16" name="Oval 15"/>
            <p:cNvSpPr/>
            <p:nvPr/>
          </p:nvSpPr>
          <p:spPr>
            <a:xfrm>
              <a:off x="1028276" y="1427062"/>
              <a:ext cx="839890" cy="8398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5" name="Freeform 42"/>
            <p:cNvSpPr>
              <a:spLocks noEditPoints="1"/>
            </p:cNvSpPr>
            <p:nvPr/>
          </p:nvSpPr>
          <p:spPr bwMode="auto">
            <a:xfrm>
              <a:off x="1296250" y="1716194"/>
              <a:ext cx="303948" cy="261626"/>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65"/>
          <p:cNvGrpSpPr/>
          <p:nvPr/>
        </p:nvGrpSpPr>
        <p:grpSpPr>
          <a:xfrm>
            <a:off x="7237312" y="1427062"/>
            <a:ext cx="839890" cy="839890"/>
            <a:chOff x="7237312" y="1427062"/>
            <a:chExt cx="839890" cy="839890"/>
          </a:xfrm>
        </p:grpSpPr>
        <p:sp>
          <p:nvSpPr>
            <p:cNvPr id="21" name="Oval 20"/>
            <p:cNvSpPr/>
            <p:nvPr/>
          </p:nvSpPr>
          <p:spPr>
            <a:xfrm>
              <a:off x="7237312" y="1427062"/>
              <a:ext cx="839890" cy="83989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0" name="Freeform 86"/>
            <p:cNvSpPr>
              <a:spLocks noEditPoints="1"/>
            </p:cNvSpPr>
            <p:nvPr/>
          </p:nvSpPr>
          <p:spPr bwMode="auto">
            <a:xfrm>
              <a:off x="7553190" y="1671898"/>
              <a:ext cx="208150" cy="350218"/>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69"/>
          <p:cNvGrpSpPr/>
          <p:nvPr/>
        </p:nvGrpSpPr>
        <p:grpSpPr>
          <a:xfrm>
            <a:off x="1028276" y="2372969"/>
            <a:ext cx="839890" cy="839890"/>
            <a:chOff x="1028276" y="2372969"/>
            <a:chExt cx="839890" cy="839890"/>
          </a:xfrm>
        </p:grpSpPr>
        <p:sp>
          <p:nvSpPr>
            <p:cNvPr id="26" name="Oval 25"/>
            <p:cNvSpPr/>
            <p:nvPr/>
          </p:nvSpPr>
          <p:spPr>
            <a:xfrm>
              <a:off x="1028276" y="2372969"/>
              <a:ext cx="839890" cy="8398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5" name="Freeform 178"/>
            <p:cNvSpPr>
              <a:spLocks noEditPoints="1"/>
            </p:cNvSpPr>
            <p:nvPr/>
          </p:nvSpPr>
          <p:spPr bwMode="auto">
            <a:xfrm>
              <a:off x="1296248" y="2678452"/>
              <a:ext cx="303952" cy="228924"/>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66"/>
          <p:cNvGrpSpPr/>
          <p:nvPr/>
        </p:nvGrpSpPr>
        <p:grpSpPr>
          <a:xfrm>
            <a:off x="7237311" y="2372969"/>
            <a:ext cx="839890" cy="839890"/>
            <a:chOff x="7237311" y="2372969"/>
            <a:chExt cx="839890" cy="839890"/>
          </a:xfrm>
        </p:grpSpPr>
        <p:sp>
          <p:nvSpPr>
            <p:cNvPr id="32" name="Oval 31"/>
            <p:cNvSpPr/>
            <p:nvPr/>
          </p:nvSpPr>
          <p:spPr>
            <a:xfrm>
              <a:off x="7237311" y="2372969"/>
              <a:ext cx="839890" cy="83989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1" name="Freeform 83"/>
            <p:cNvSpPr>
              <a:spLocks noEditPoints="1"/>
            </p:cNvSpPr>
            <p:nvPr/>
          </p:nvSpPr>
          <p:spPr bwMode="auto">
            <a:xfrm>
              <a:off x="7551520" y="2634300"/>
              <a:ext cx="211486" cy="31722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67"/>
          <p:cNvGrpSpPr/>
          <p:nvPr/>
        </p:nvGrpSpPr>
        <p:grpSpPr>
          <a:xfrm>
            <a:off x="7237311" y="3364715"/>
            <a:ext cx="839890" cy="839890"/>
            <a:chOff x="7237311" y="3364715"/>
            <a:chExt cx="839890" cy="839890"/>
          </a:xfrm>
        </p:grpSpPr>
        <p:sp>
          <p:nvSpPr>
            <p:cNvPr id="35" name="Oval 34"/>
            <p:cNvSpPr/>
            <p:nvPr/>
          </p:nvSpPr>
          <p:spPr>
            <a:xfrm>
              <a:off x="7237311" y="3364715"/>
              <a:ext cx="839890" cy="83989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7" name="Freeform 56"/>
            <p:cNvSpPr>
              <a:spLocks noEditPoints="1"/>
            </p:cNvSpPr>
            <p:nvPr/>
          </p:nvSpPr>
          <p:spPr bwMode="auto">
            <a:xfrm>
              <a:off x="7490901" y="3618304"/>
              <a:ext cx="332712" cy="33271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70"/>
          <p:cNvGrpSpPr/>
          <p:nvPr/>
        </p:nvGrpSpPr>
        <p:grpSpPr>
          <a:xfrm>
            <a:off x="1028277" y="3364715"/>
            <a:ext cx="839890" cy="839890"/>
            <a:chOff x="1028277" y="3364715"/>
            <a:chExt cx="839890" cy="839890"/>
          </a:xfrm>
        </p:grpSpPr>
        <p:sp>
          <p:nvSpPr>
            <p:cNvPr id="11" name="Oval 10"/>
            <p:cNvSpPr/>
            <p:nvPr/>
          </p:nvSpPr>
          <p:spPr>
            <a:xfrm>
              <a:off x="1028277" y="3364715"/>
              <a:ext cx="839890" cy="8398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 name="Freeform 9"/>
            <p:cNvSpPr>
              <a:spLocks noEditPoints="1"/>
            </p:cNvSpPr>
            <p:nvPr/>
          </p:nvSpPr>
          <p:spPr bwMode="auto">
            <a:xfrm>
              <a:off x="1308756" y="3634610"/>
              <a:ext cx="278940" cy="300100"/>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9" name="Text Placeholder 3"/>
          <p:cNvSpPr txBox="1">
            <a:spLocks/>
          </p:cNvSpPr>
          <p:nvPr/>
        </p:nvSpPr>
        <p:spPr>
          <a:xfrm>
            <a:off x="1905000" y="1500759"/>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1"/>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40" name="Text Placeholder 3"/>
          <p:cNvSpPr txBox="1">
            <a:spLocks/>
          </p:cNvSpPr>
          <p:nvPr/>
        </p:nvSpPr>
        <p:spPr>
          <a:xfrm>
            <a:off x="1905000" y="2446666"/>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2"/>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41" name="Text Placeholder 3"/>
          <p:cNvSpPr txBox="1">
            <a:spLocks/>
          </p:cNvSpPr>
          <p:nvPr/>
        </p:nvSpPr>
        <p:spPr>
          <a:xfrm>
            <a:off x="1905000" y="3438412"/>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3"/>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42" name="Text Placeholder 3"/>
          <p:cNvSpPr txBox="1">
            <a:spLocks/>
          </p:cNvSpPr>
          <p:nvPr/>
        </p:nvSpPr>
        <p:spPr>
          <a:xfrm>
            <a:off x="5482499" y="1500759"/>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4"/>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43" name="Text Placeholder 3"/>
          <p:cNvSpPr txBox="1">
            <a:spLocks/>
          </p:cNvSpPr>
          <p:nvPr/>
        </p:nvSpPr>
        <p:spPr>
          <a:xfrm>
            <a:off x="5482499" y="2446666"/>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5"/>
                </a:solidFill>
                <a:cs typeface="+mj-cs"/>
              </a:rPr>
              <a:t>Title Goes here</a:t>
            </a:r>
            <a:br>
              <a:rPr lang="en-US" sz="1100" dirty="0">
                <a:solidFill>
                  <a:schemeClr val="accent5"/>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44" name="Text Placeholder 3"/>
          <p:cNvSpPr txBox="1">
            <a:spLocks/>
          </p:cNvSpPr>
          <p:nvPr/>
        </p:nvSpPr>
        <p:spPr>
          <a:xfrm>
            <a:off x="5482499" y="3438412"/>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6"/>
                </a:solidFill>
                <a:cs typeface="+mj-cs"/>
              </a:rPr>
              <a:t>Title Goes here</a:t>
            </a:r>
            <a:br>
              <a:rPr lang="en-US" sz="1100" dirty="0">
                <a:solidFill>
                  <a:schemeClr val="accent6"/>
                </a:solidFill>
                <a:cs typeface="+mj-cs"/>
              </a:rPr>
            </a:br>
            <a:r>
              <a:rPr lang="en-US" sz="1100" dirty="0">
                <a:solidFill>
                  <a:schemeClr val="tx1">
                    <a:lumMod val="75000"/>
                    <a:lumOff val="25000"/>
                  </a:schemeClr>
                </a:solidFill>
                <a:cs typeface="+mj-cs"/>
              </a:rPr>
              <a:t>There are many variations of passages but the majority have alteration in.</a:t>
            </a:r>
          </a:p>
        </p:txBody>
      </p:sp>
      <p:grpSp>
        <p:nvGrpSpPr>
          <p:cNvPr id="13" name="Group 10"/>
          <p:cNvGrpSpPr/>
          <p:nvPr/>
        </p:nvGrpSpPr>
        <p:grpSpPr>
          <a:xfrm rot="10800000">
            <a:off x="3749357" y="1561672"/>
            <a:ext cx="405920" cy="590548"/>
            <a:chOff x="2209800" y="2190750"/>
            <a:chExt cx="1600200" cy="1295400"/>
          </a:xfrm>
        </p:grpSpPr>
        <p:sp>
          <p:nvSpPr>
            <p:cNvPr id="46" name="Chevron 45"/>
            <p:cNvSpPr/>
            <p:nvPr/>
          </p:nvSpPr>
          <p:spPr bwMode="auto">
            <a:xfrm>
              <a:off x="2209800" y="2343150"/>
              <a:ext cx="990600" cy="990600"/>
            </a:xfrm>
            <a:prstGeom prst="chevron">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7" name="Chevron 46"/>
            <p:cNvSpPr/>
            <p:nvPr/>
          </p:nvSpPr>
          <p:spPr bwMode="auto">
            <a:xfrm>
              <a:off x="2514600" y="2190750"/>
              <a:ext cx="1295400" cy="1295400"/>
            </a:xfrm>
            <a:prstGeom prst="chevron">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4" name="Group 15"/>
          <p:cNvGrpSpPr/>
          <p:nvPr/>
        </p:nvGrpSpPr>
        <p:grpSpPr>
          <a:xfrm rot="10800000">
            <a:off x="3749357" y="2507577"/>
            <a:ext cx="405920" cy="590552"/>
            <a:chOff x="2209800" y="2190750"/>
            <a:chExt cx="1600200" cy="1295400"/>
          </a:xfrm>
        </p:grpSpPr>
        <p:sp>
          <p:nvSpPr>
            <p:cNvPr id="49" name="Chevron 48"/>
            <p:cNvSpPr/>
            <p:nvPr/>
          </p:nvSpPr>
          <p:spPr bwMode="auto">
            <a:xfrm>
              <a:off x="2209800" y="2343150"/>
              <a:ext cx="990600" cy="990600"/>
            </a:xfrm>
            <a:prstGeom prst="chevron">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0" name="Chevron 49"/>
            <p:cNvSpPr/>
            <p:nvPr/>
          </p:nvSpPr>
          <p:spPr bwMode="auto">
            <a:xfrm>
              <a:off x="2514600" y="2190750"/>
              <a:ext cx="1295400" cy="1295400"/>
            </a:xfrm>
            <a:prstGeom prst="chevron">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7" name="Group 12"/>
          <p:cNvGrpSpPr/>
          <p:nvPr/>
        </p:nvGrpSpPr>
        <p:grpSpPr>
          <a:xfrm rot="10800000" flipH="1">
            <a:off x="4988724" y="1561671"/>
            <a:ext cx="405920" cy="590552"/>
            <a:chOff x="5105400" y="2190750"/>
            <a:chExt cx="1600200" cy="1295400"/>
          </a:xfrm>
        </p:grpSpPr>
        <p:sp>
          <p:nvSpPr>
            <p:cNvPr id="52" name="Chevron 51"/>
            <p:cNvSpPr/>
            <p:nvPr/>
          </p:nvSpPr>
          <p:spPr bwMode="auto">
            <a:xfrm>
              <a:off x="5105400" y="2343150"/>
              <a:ext cx="990600" cy="990600"/>
            </a:xfrm>
            <a:prstGeom prst="chevron">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3" name="Chevron 52"/>
            <p:cNvSpPr/>
            <p:nvPr/>
          </p:nvSpPr>
          <p:spPr bwMode="auto">
            <a:xfrm>
              <a:off x="5410200" y="2190750"/>
              <a:ext cx="1295400" cy="1295400"/>
            </a:xfrm>
            <a:prstGeom prst="chevron">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8" name="Group 11"/>
          <p:cNvGrpSpPr/>
          <p:nvPr/>
        </p:nvGrpSpPr>
        <p:grpSpPr>
          <a:xfrm rot="10800000">
            <a:off x="3749357" y="3499325"/>
            <a:ext cx="405920" cy="590548"/>
            <a:chOff x="5105400" y="2190750"/>
            <a:chExt cx="1600200" cy="1295400"/>
          </a:xfrm>
        </p:grpSpPr>
        <p:sp>
          <p:nvSpPr>
            <p:cNvPr id="55" name="Chevron 54"/>
            <p:cNvSpPr/>
            <p:nvPr/>
          </p:nvSpPr>
          <p:spPr bwMode="auto">
            <a:xfrm>
              <a:off x="5105400" y="2343150"/>
              <a:ext cx="990600" cy="990600"/>
            </a:xfrm>
            <a:prstGeom prst="chevron">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6" name="Chevron 55"/>
            <p:cNvSpPr/>
            <p:nvPr/>
          </p:nvSpPr>
          <p:spPr bwMode="auto">
            <a:xfrm>
              <a:off x="5410200" y="2190750"/>
              <a:ext cx="1295400" cy="1295400"/>
            </a:xfrm>
            <a:prstGeom prst="chevron">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9" name="Group 12"/>
          <p:cNvGrpSpPr/>
          <p:nvPr/>
        </p:nvGrpSpPr>
        <p:grpSpPr>
          <a:xfrm rot="10800000" flipH="1">
            <a:off x="4988725" y="2507579"/>
            <a:ext cx="405918" cy="590548"/>
            <a:chOff x="5105400" y="2190750"/>
            <a:chExt cx="1600200" cy="1295400"/>
          </a:xfrm>
        </p:grpSpPr>
        <p:sp>
          <p:nvSpPr>
            <p:cNvPr id="58" name="Chevron 57"/>
            <p:cNvSpPr/>
            <p:nvPr/>
          </p:nvSpPr>
          <p:spPr bwMode="auto">
            <a:xfrm>
              <a:off x="5105400" y="2343150"/>
              <a:ext cx="990600" cy="990600"/>
            </a:xfrm>
            <a:prstGeom prst="chevron">
              <a:avLst/>
            </a:prstGeom>
            <a:solidFill>
              <a:schemeClr val="accent5">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9" name="Chevron 58"/>
            <p:cNvSpPr/>
            <p:nvPr/>
          </p:nvSpPr>
          <p:spPr bwMode="auto">
            <a:xfrm>
              <a:off x="5410200" y="2190750"/>
              <a:ext cx="1295400" cy="1295400"/>
            </a:xfrm>
            <a:prstGeom prst="chevron">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2" name="Group 12"/>
          <p:cNvGrpSpPr/>
          <p:nvPr/>
        </p:nvGrpSpPr>
        <p:grpSpPr>
          <a:xfrm rot="10800000" flipH="1">
            <a:off x="4988726" y="3499325"/>
            <a:ext cx="405918" cy="590548"/>
            <a:chOff x="5105400" y="2190750"/>
            <a:chExt cx="1600200" cy="1295400"/>
          </a:xfrm>
        </p:grpSpPr>
        <p:sp>
          <p:nvSpPr>
            <p:cNvPr id="61" name="Chevron 60"/>
            <p:cNvSpPr/>
            <p:nvPr/>
          </p:nvSpPr>
          <p:spPr bwMode="auto">
            <a:xfrm>
              <a:off x="5105400" y="2343150"/>
              <a:ext cx="990600" cy="990600"/>
            </a:xfrm>
            <a:prstGeom prst="chevron">
              <a:avLst/>
            </a:prstGeom>
            <a:solidFill>
              <a:schemeClr val="accent6">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2" name="Chevron 61"/>
            <p:cNvSpPr/>
            <p:nvPr/>
          </p:nvSpPr>
          <p:spPr bwMode="auto">
            <a:xfrm>
              <a:off x="5410200" y="2190750"/>
              <a:ext cx="1295400" cy="1295400"/>
            </a:xfrm>
            <a:prstGeom prst="chevron">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63" name="Oval 62"/>
          <p:cNvSpPr/>
          <p:nvPr/>
        </p:nvSpPr>
        <p:spPr>
          <a:xfrm>
            <a:off x="4224780" y="1506504"/>
            <a:ext cx="700884" cy="700884"/>
          </a:xfrm>
          <a:prstGeom prst="ellipse">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tx1">
                    <a:lumMod val="75000"/>
                    <a:lumOff val="25000"/>
                  </a:schemeClr>
                </a:solidFill>
              </a:rPr>
              <a:t>01</a:t>
            </a:r>
          </a:p>
        </p:txBody>
      </p:sp>
      <p:sp>
        <p:nvSpPr>
          <p:cNvPr id="64" name="Oval 63"/>
          <p:cNvSpPr/>
          <p:nvPr/>
        </p:nvSpPr>
        <p:spPr>
          <a:xfrm>
            <a:off x="4224780" y="2452411"/>
            <a:ext cx="700884" cy="700884"/>
          </a:xfrm>
          <a:prstGeom prst="ellipse">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tx1">
                    <a:lumMod val="75000"/>
                    <a:lumOff val="25000"/>
                  </a:schemeClr>
                </a:solidFill>
              </a:rPr>
              <a:t>02</a:t>
            </a:r>
          </a:p>
        </p:txBody>
      </p:sp>
      <p:sp>
        <p:nvSpPr>
          <p:cNvPr id="65" name="Oval 64"/>
          <p:cNvSpPr/>
          <p:nvPr/>
        </p:nvSpPr>
        <p:spPr>
          <a:xfrm>
            <a:off x="4224780" y="3444157"/>
            <a:ext cx="700884" cy="700884"/>
          </a:xfrm>
          <a:prstGeom prst="ellipse">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tx1">
                    <a:lumMod val="75000"/>
                    <a:lumOff val="25000"/>
                  </a:schemeClr>
                </a:solidFill>
              </a:rPr>
              <a:t>03</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animEffect transition="in" filter="fade">
                                      <p:cBhvr>
                                        <p:cTn id="13" dur="500"/>
                                        <p:tgtEl>
                                          <p:spTgt spid="2"/>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fltVal val="0"/>
                                          </p:val>
                                        </p:tav>
                                        <p:tav tm="100000">
                                          <p:val>
                                            <p:strVal val="#ppt_w"/>
                                          </p:val>
                                        </p:tav>
                                      </p:tavLst>
                                    </p:anim>
                                    <p:anim calcmode="lin" valueType="num">
                                      <p:cBhvr>
                                        <p:cTn id="18" dur="500" fill="hold"/>
                                        <p:tgtEl>
                                          <p:spTgt spid="3"/>
                                        </p:tgtEl>
                                        <p:attrNameLst>
                                          <p:attrName>ppt_h</p:attrName>
                                        </p:attrNameLst>
                                      </p:cBhvr>
                                      <p:tavLst>
                                        <p:tav tm="0">
                                          <p:val>
                                            <p:fltVal val="0"/>
                                          </p:val>
                                        </p:tav>
                                        <p:tav tm="100000">
                                          <p:val>
                                            <p:strVal val="#ppt_h"/>
                                          </p:val>
                                        </p:tav>
                                      </p:tavLst>
                                    </p:anim>
                                    <p:animEffect transition="in" filter="fade">
                                      <p:cBhvr>
                                        <p:cTn id="19" dur="500"/>
                                        <p:tgtEl>
                                          <p:spTgt spid="3"/>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wipe(left)">
                                      <p:cBhvr>
                                        <p:cTn id="23" dur="500"/>
                                        <p:tgtEl>
                                          <p:spTgt spid="39"/>
                                        </p:tgtEl>
                                      </p:cBhvr>
                                    </p:animEffect>
                                  </p:childTnLst>
                                </p:cTn>
                              </p:par>
                            </p:childTnLst>
                          </p:cTn>
                        </p:par>
                        <p:par>
                          <p:cTn id="24" fill="hold">
                            <p:stCondLst>
                              <p:cond delay="2000"/>
                            </p:stCondLst>
                            <p:childTnLst>
                              <p:par>
                                <p:cTn id="25" presetID="22" presetClass="entr" presetSubtype="2" fill="hold" grpId="0" nodeType="after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wipe(right)">
                                      <p:cBhvr>
                                        <p:cTn id="27" dur="500"/>
                                        <p:tgtEl>
                                          <p:spTgt spid="42"/>
                                        </p:tgtEl>
                                      </p:cBhvr>
                                    </p:animEffect>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63"/>
                                        </p:tgtEl>
                                        <p:attrNameLst>
                                          <p:attrName>style.visibility</p:attrName>
                                        </p:attrNameLst>
                                      </p:cBhvr>
                                      <p:to>
                                        <p:strVal val="visible"/>
                                      </p:to>
                                    </p:set>
                                    <p:anim calcmode="lin" valueType="num">
                                      <p:cBhvr>
                                        <p:cTn id="31" dur="500" fill="hold"/>
                                        <p:tgtEl>
                                          <p:spTgt spid="63"/>
                                        </p:tgtEl>
                                        <p:attrNameLst>
                                          <p:attrName>ppt_w</p:attrName>
                                        </p:attrNameLst>
                                      </p:cBhvr>
                                      <p:tavLst>
                                        <p:tav tm="0">
                                          <p:val>
                                            <p:fltVal val="0"/>
                                          </p:val>
                                        </p:tav>
                                        <p:tav tm="100000">
                                          <p:val>
                                            <p:strVal val="#ppt_w"/>
                                          </p:val>
                                        </p:tav>
                                      </p:tavLst>
                                    </p:anim>
                                    <p:anim calcmode="lin" valueType="num">
                                      <p:cBhvr>
                                        <p:cTn id="32" dur="500" fill="hold"/>
                                        <p:tgtEl>
                                          <p:spTgt spid="63"/>
                                        </p:tgtEl>
                                        <p:attrNameLst>
                                          <p:attrName>ppt_h</p:attrName>
                                        </p:attrNameLst>
                                      </p:cBhvr>
                                      <p:tavLst>
                                        <p:tav tm="0">
                                          <p:val>
                                            <p:fltVal val="0"/>
                                          </p:val>
                                        </p:tav>
                                        <p:tav tm="100000">
                                          <p:val>
                                            <p:strVal val="#ppt_h"/>
                                          </p:val>
                                        </p:tav>
                                      </p:tavLst>
                                    </p:anim>
                                    <p:animEffect transition="in" filter="fade">
                                      <p:cBhvr>
                                        <p:cTn id="33" dur="500"/>
                                        <p:tgtEl>
                                          <p:spTgt spid="63"/>
                                        </p:tgtEl>
                                      </p:cBhvr>
                                    </p:animEffect>
                                  </p:childTnLst>
                                </p:cTn>
                              </p:par>
                            </p:childTnLst>
                          </p:cTn>
                        </p:par>
                        <p:par>
                          <p:cTn id="34" fill="hold">
                            <p:stCondLst>
                              <p:cond delay="3000"/>
                            </p:stCondLst>
                            <p:childTnLst>
                              <p:par>
                                <p:cTn id="35" presetID="12" presetClass="entr" presetSubtype="2" fill="hold" nodeType="after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slide(fromRight)">
                                      <p:cBhvr>
                                        <p:cTn id="37" dur="500"/>
                                        <p:tgtEl>
                                          <p:spTgt spid="13"/>
                                        </p:tgtEl>
                                      </p:cBhvr>
                                    </p:animEffect>
                                  </p:childTnLst>
                                </p:cTn>
                              </p:par>
                              <p:par>
                                <p:cTn id="38" presetID="12" presetClass="entr" presetSubtype="8" fill="hold"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slide(fromLeft)">
                                      <p:cBhvr>
                                        <p:cTn id="40" dur="500"/>
                                        <p:tgtEl>
                                          <p:spTgt spid="17"/>
                                        </p:tgtEl>
                                      </p:cBhvr>
                                    </p:animEffect>
                                  </p:childTnLst>
                                </p:cTn>
                              </p:par>
                            </p:childTnLst>
                          </p:cTn>
                        </p:par>
                        <p:par>
                          <p:cTn id="41" fill="hold">
                            <p:stCondLst>
                              <p:cond delay="3500"/>
                            </p:stCondLst>
                            <p:childTnLst>
                              <p:par>
                                <p:cTn id="42" presetID="53" presetClass="entr" presetSubtype="0" fill="hold" nodeType="afterEffect">
                                  <p:stCondLst>
                                    <p:cond delay="0"/>
                                  </p:stCondLst>
                                  <p:childTnLst>
                                    <p:set>
                                      <p:cBhvr>
                                        <p:cTn id="43" dur="1" fill="hold">
                                          <p:stCondLst>
                                            <p:cond delay="0"/>
                                          </p:stCondLst>
                                        </p:cTn>
                                        <p:tgtEl>
                                          <p:spTgt spid="4"/>
                                        </p:tgtEl>
                                        <p:attrNameLst>
                                          <p:attrName>style.visibility</p:attrName>
                                        </p:attrNameLst>
                                      </p:cBhvr>
                                      <p:to>
                                        <p:strVal val="visible"/>
                                      </p:to>
                                    </p:set>
                                    <p:anim calcmode="lin" valueType="num">
                                      <p:cBhvr>
                                        <p:cTn id="44" dur="500" fill="hold"/>
                                        <p:tgtEl>
                                          <p:spTgt spid="4"/>
                                        </p:tgtEl>
                                        <p:attrNameLst>
                                          <p:attrName>ppt_w</p:attrName>
                                        </p:attrNameLst>
                                      </p:cBhvr>
                                      <p:tavLst>
                                        <p:tav tm="0">
                                          <p:val>
                                            <p:fltVal val="0"/>
                                          </p:val>
                                        </p:tav>
                                        <p:tav tm="100000">
                                          <p:val>
                                            <p:strVal val="#ppt_w"/>
                                          </p:val>
                                        </p:tav>
                                      </p:tavLst>
                                    </p:anim>
                                    <p:anim calcmode="lin" valueType="num">
                                      <p:cBhvr>
                                        <p:cTn id="45" dur="500" fill="hold"/>
                                        <p:tgtEl>
                                          <p:spTgt spid="4"/>
                                        </p:tgtEl>
                                        <p:attrNameLst>
                                          <p:attrName>ppt_h</p:attrName>
                                        </p:attrNameLst>
                                      </p:cBhvr>
                                      <p:tavLst>
                                        <p:tav tm="0">
                                          <p:val>
                                            <p:fltVal val="0"/>
                                          </p:val>
                                        </p:tav>
                                        <p:tav tm="100000">
                                          <p:val>
                                            <p:strVal val="#ppt_h"/>
                                          </p:val>
                                        </p:tav>
                                      </p:tavLst>
                                    </p:anim>
                                    <p:animEffect transition="in" filter="fade">
                                      <p:cBhvr>
                                        <p:cTn id="46" dur="500"/>
                                        <p:tgtEl>
                                          <p:spTgt spid="4"/>
                                        </p:tgtEl>
                                      </p:cBhvr>
                                    </p:animEffect>
                                  </p:childTnLst>
                                </p:cTn>
                              </p:par>
                            </p:childTnLst>
                          </p:cTn>
                        </p:par>
                        <p:par>
                          <p:cTn id="47" fill="hold">
                            <p:stCondLst>
                              <p:cond delay="4000"/>
                            </p:stCondLst>
                            <p:childTnLst>
                              <p:par>
                                <p:cTn id="48" presetID="53" presetClass="entr" presetSubtype="0" fill="hold" nodeType="afterEffect">
                                  <p:stCondLst>
                                    <p:cond delay="0"/>
                                  </p:stCondLst>
                                  <p:childTnLst>
                                    <p:set>
                                      <p:cBhvr>
                                        <p:cTn id="49" dur="1" fill="hold">
                                          <p:stCondLst>
                                            <p:cond delay="0"/>
                                          </p:stCondLst>
                                        </p:cTn>
                                        <p:tgtEl>
                                          <p:spTgt spid="6"/>
                                        </p:tgtEl>
                                        <p:attrNameLst>
                                          <p:attrName>style.visibility</p:attrName>
                                        </p:attrNameLst>
                                      </p:cBhvr>
                                      <p:to>
                                        <p:strVal val="visible"/>
                                      </p:to>
                                    </p:set>
                                    <p:anim calcmode="lin" valueType="num">
                                      <p:cBhvr>
                                        <p:cTn id="50" dur="500" fill="hold"/>
                                        <p:tgtEl>
                                          <p:spTgt spid="6"/>
                                        </p:tgtEl>
                                        <p:attrNameLst>
                                          <p:attrName>ppt_w</p:attrName>
                                        </p:attrNameLst>
                                      </p:cBhvr>
                                      <p:tavLst>
                                        <p:tav tm="0">
                                          <p:val>
                                            <p:fltVal val="0"/>
                                          </p:val>
                                        </p:tav>
                                        <p:tav tm="100000">
                                          <p:val>
                                            <p:strVal val="#ppt_w"/>
                                          </p:val>
                                        </p:tav>
                                      </p:tavLst>
                                    </p:anim>
                                    <p:anim calcmode="lin" valueType="num">
                                      <p:cBhvr>
                                        <p:cTn id="51" dur="500" fill="hold"/>
                                        <p:tgtEl>
                                          <p:spTgt spid="6"/>
                                        </p:tgtEl>
                                        <p:attrNameLst>
                                          <p:attrName>ppt_h</p:attrName>
                                        </p:attrNameLst>
                                      </p:cBhvr>
                                      <p:tavLst>
                                        <p:tav tm="0">
                                          <p:val>
                                            <p:fltVal val="0"/>
                                          </p:val>
                                        </p:tav>
                                        <p:tav tm="100000">
                                          <p:val>
                                            <p:strVal val="#ppt_h"/>
                                          </p:val>
                                        </p:tav>
                                      </p:tavLst>
                                    </p:anim>
                                    <p:animEffect transition="in" filter="fade">
                                      <p:cBhvr>
                                        <p:cTn id="52" dur="500"/>
                                        <p:tgtEl>
                                          <p:spTgt spid="6"/>
                                        </p:tgtEl>
                                      </p:cBhvr>
                                    </p:animEffect>
                                  </p:childTnLst>
                                </p:cTn>
                              </p:par>
                            </p:childTnLst>
                          </p:cTn>
                        </p:par>
                        <p:par>
                          <p:cTn id="53" fill="hold">
                            <p:stCondLst>
                              <p:cond delay="4500"/>
                            </p:stCondLst>
                            <p:childTnLst>
                              <p:par>
                                <p:cTn id="54" presetID="22" presetClass="entr" presetSubtype="8" fill="hold" grpId="0" nodeType="afterEffect">
                                  <p:stCondLst>
                                    <p:cond delay="0"/>
                                  </p:stCondLst>
                                  <p:childTnLst>
                                    <p:set>
                                      <p:cBhvr>
                                        <p:cTn id="55" dur="1" fill="hold">
                                          <p:stCondLst>
                                            <p:cond delay="0"/>
                                          </p:stCondLst>
                                        </p:cTn>
                                        <p:tgtEl>
                                          <p:spTgt spid="40"/>
                                        </p:tgtEl>
                                        <p:attrNameLst>
                                          <p:attrName>style.visibility</p:attrName>
                                        </p:attrNameLst>
                                      </p:cBhvr>
                                      <p:to>
                                        <p:strVal val="visible"/>
                                      </p:to>
                                    </p:set>
                                    <p:animEffect transition="in" filter="wipe(left)">
                                      <p:cBhvr>
                                        <p:cTn id="56" dur="500"/>
                                        <p:tgtEl>
                                          <p:spTgt spid="40"/>
                                        </p:tgtEl>
                                      </p:cBhvr>
                                    </p:animEffect>
                                  </p:childTnLst>
                                </p:cTn>
                              </p:par>
                            </p:childTnLst>
                          </p:cTn>
                        </p:par>
                        <p:par>
                          <p:cTn id="57" fill="hold">
                            <p:stCondLst>
                              <p:cond delay="5000"/>
                            </p:stCondLst>
                            <p:childTnLst>
                              <p:par>
                                <p:cTn id="58" presetID="22" presetClass="entr" presetSubtype="2" fill="hold" grpId="0" nodeType="afterEffect">
                                  <p:stCondLst>
                                    <p:cond delay="0"/>
                                  </p:stCondLst>
                                  <p:childTnLst>
                                    <p:set>
                                      <p:cBhvr>
                                        <p:cTn id="59" dur="1" fill="hold">
                                          <p:stCondLst>
                                            <p:cond delay="0"/>
                                          </p:stCondLst>
                                        </p:cTn>
                                        <p:tgtEl>
                                          <p:spTgt spid="43"/>
                                        </p:tgtEl>
                                        <p:attrNameLst>
                                          <p:attrName>style.visibility</p:attrName>
                                        </p:attrNameLst>
                                      </p:cBhvr>
                                      <p:to>
                                        <p:strVal val="visible"/>
                                      </p:to>
                                    </p:set>
                                    <p:animEffect transition="in" filter="wipe(right)">
                                      <p:cBhvr>
                                        <p:cTn id="60" dur="500"/>
                                        <p:tgtEl>
                                          <p:spTgt spid="43"/>
                                        </p:tgtEl>
                                      </p:cBhvr>
                                    </p:animEffect>
                                  </p:childTnLst>
                                </p:cTn>
                              </p:par>
                            </p:childTnLst>
                          </p:cTn>
                        </p:par>
                        <p:par>
                          <p:cTn id="61" fill="hold">
                            <p:stCondLst>
                              <p:cond delay="5500"/>
                            </p:stCondLst>
                            <p:childTnLst>
                              <p:par>
                                <p:cTn id="62" presetID="53" presetClass="entr" presetSubtype="0" fill="hold" grpId="0" nodeType="afterEffect">
                                  <p:stCondLst>
                                    <p:cond delay="0"/>
                                  </p:stCondLst>
                                  <p:childTnLst>
                                    <p:set>
                                      <p:cBhvr>
                                        <p:cTn id="63" dur="1" fill="hold">
                                          <p:stCondLst>
                                            <p:cond delay="0"/>
                                          </p:stCondLst>
                                        </p:cTn>
                                        <p:tgtEl>
                                          <p:spTgt spid="64"/>
                                        </p:tgtEl>
                                        <p:attrNameLst>
                                          <p:attrName>style.visibility</p:attrName>
                                        </p:attrNameLst>
                                      </p:cBhvr>
                                      <p:to>
                                        <p:strVal val="visible"/>
                                      </p:to>
                                    </p:set>
                                    <p:anim calcmode="lin" valueType="num">
                                      <p:cBhvr>
                                        <p:cTn id="64" dur="500" fill="hold"/>
                                        <p:tgtEl>
                                          <p:spTgt spid="64"/>
                                        </p:tgtEl>
                                        <p:attrNameLst>
                                          <p:attrName>ppt_w</p:attrName>
                                        </p:attrNameLst>
                                      </p:cBhvr>
                                      <p:tavLst>
                                        <p:tav tm="0">
                                          <p:val>
                                            <p:fltVal val="0"/>
                                          </p:val>
                                        </p:tav>
                                        <p:tav tm="100000">
                                          <p:val>
                                            <p:strVal val="#ppt_w"/>
                                          </p:val>
                                        </p:tav>
                                      </p:tavLst>
                                    </p:anim>
                                    <p:anim calcmode="lin" valueType="num">
                                      <p:cBhvr>
                                        <p:cTn id="65" dur="500" fill="hold"/>
                                        <p:tgtEl>
                                          <p:spTgt spid="64"/>
                                        </p:tgtEl>
                                        <p:attrNameLst>
                                          <p:attrName>ppt_h</p:attrName>
                                        </p:attrNameLst>
                                      </p:cBhvr>
                                      <p:tavLst>
                                        <p:tav tm="0">
                                          <p:val>
                                            <p:fltVal val="0"/>
                                          </p:val>
                                        </p:tav>
                                        <p:tav tm="100000">
                                          <p:val>
                                            <p:strVal val="#ppt_h"/>
                                          </p:val>
                                        </p:tav>
                                      </p:tavLst>
                                    </p:anim>
                                    <p:animEffect transition="in" filter="fade">
                                      <p:cBhvr>
                                        <p:cTn id="66" dur="500"/>
                                        <p:tgtEl>
                                          <p:spTgt spid="64"/>
                                        </p:tgtEl>
                                      </p:cBhvr>
                                    </p:animEffect>
                                  </p:childTnLst>
                                </p:cTn>
                              </p:par>
                            </p:childTnLst>
                          </p:cTn>
                        </p:par>
                        <p:par>
                          <p:cTn id="67" fill="hold">
                            <p:stCondLst>
                              <p:cond delay="6000"/>
                            </p:stCondLst>
                            <p:childTnLst>
                              <p:par>
                                <p:cTn id="68" presetID="12" presetClass="entr" presetSubtype="2" fill="hold" nodeType="afterEffect">
                                  <p:stCondLst>
                                    <p:cond delay="0"/>
                                  </p:stCondLst>
                                  <p:childTnLst>
                                    <p:set>
                                      <p:cBhvr>
                                        <p:cTn id="69" dur="1" fill="hold">
                                          <p:stCondLst>
                                            <p:cond delay="0"/>
                                          </p:stCondLst>
                                        </p:cTn>
                                        <p:tgtEl>
                                          <p:spTgt spid="14"/>
                                        </p:tgtEl>
                                        <p:attrNameLst>
                                          <p:attrName>style.visibility</p:attrName>
                                        </p:attrNameLst>
                                      </p:cBhvr>
                                      <p:to>
                                        <p:strVal val="visible"/>
                                      </p:to>
                                    </p:set>
                                    <p:animEffect transition="in" filter="slide(fromRight)">
                                      <p:cBhvr>
                                        <p:cTn id="70" dur="500"/>
                                        <p:tgtEl>
                                          <p:spTgt spid="14"/>
                                        </p:tgtEl>
                                      </p:cBhvr>
                                    </p:animEffect>
                                  </p:childTnLst>
                                </p:cTn>
                              </p:par>
                              <p:par>
                                <p:cTn id="71" presetID="12" presetClass="entr" presetSubtype="8"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animEffect transition="in" filter="slide(fromLeft)">
                                      <p:cBhvr>
                                        <p:cTn id="73" dur="500"/>
                                        <p:tgtEl>
                                          <p:spTgt spid="19"/>
                                        </p:tgtEl>
                                      </p:cBhvr>
                                    </p:animEffect>
                                  </p:childTnLst>
                                </p:cTn>
                              </p:par>
                            </p:childTnLst>
                          </p:cTn>
                        </p:par>
                        <p:par>
                          <p:cTn id="74" fill="hold">
                            <p:stCondLst>
                              <p:cond delay="6500"/>
                            </p:stCondLst>
                            <p:childTnLst>
                              <p:par>
                                <p:cTn id="75" presetID="53" presetClass="entr" presetSubtype="0" fill="hold" nodeType="after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p:cTn id="77" dur="500" fill="hold"/>
                                        <p:tgtEl>
                                          <p:spTgt spid="12"/>
                                        </p:tgtEl>
                                        <p:attrNameLst>
                                          <p:attrName>ppt_w</p:attrName>
                                        </p:attrNameLst>
                                      </p:cBhvr>
                                      <p:tavLst>
                                        <p:tav tm="0">
                                          <p:val>
                                            <p:fltVal val="0"/>
                                          </p:val>
                                        </p:tav>
                                        <p:tav tm="100000">
                                          <p:val>
                                            <p:strVal val="#ppt_w"/>
                                          </p:val>
                                        </p:tav>
                                      </p:tavLst>
                                    </p:anim>
                                    <p:anim calcmode="lin" valueType="num">
                                      <p:cBhvr>
                                        <p:cTn id="78" dur="500" fill="hold"/>
                                        <p:tgtEl>
                                          <p:spTgt spid="12"/>
                                        </p:tgtEl>
                                        <p:attrNameLst>
                                          <p:attrName>ppt_h</p:attrName>
                                        </p:attrNameLst>
                                      </p:cBhvr>
                                      <p:tavLst>
                                        <p:tav tm="0">
                                          <p:val>
                                            <p:fltVal val="0"/>
                                          </p:val>
                                        </p:tav>
                                        <p:tav tm="100000">
                                          <p:val>
                                            <p:strVal val="#ppt_h"/>
                                          </p:val>
                                        </p:tav>
                                      </p:tavLst>
                                    </p:anim>
                                    <p:animEffect transition="in" filter="fade">
                                      <p:cBhvr>
                                        <p:cTn id="79" dur="500"/>
                                        <p:tgtEl>
                                          <p:spTgt spid="12"/>
                                        </p:tgtEl>
                                      </p:cBhvr>
                                    </p:animEffect>
                                  </p:childTnLst>
                                </p:cTn>
                              </p:par>
                            </p:childTnLst>
                          </p:cTn>
                        </p:par>
                        <p:par>
                          <p:cTn id="80" fill="hold">
                            <p:stCondLst>
                              <p:cond delay="7000"/>
                            </p:stCondLst>
                            <p:childTnLst>
                              <p:par>
                                <p:cTn id="81" presetID="53" presetClass="entr" presetSubtype="0" fill="hold" nodeType="after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500" fill="hold"/>
                                        <p:tgtEl>
                                          <p:spTgt spid="9"/>
                                        </p:tgtEl>
                                        <p:attrNameLst>
                                          <p:attrName>ppt_w</p:attrName>
                                        </p:attrNameLst>
                                      </p:cBhvr>
                                      <p:tavLst>
                                        <p:tav tm="0">
                                          <p:val>
                                            <p:fltVal val="0"/>
                                          </p:val>
                                        </p:tav>
                                        <p:tav tm="100000">
                                          <p:val>
                                            <p:strVal val="#ppt_w"/>
                                          </p:val>
                                        </p:tav>
                                      </p:tavLst>
                                    </p:anim>
                                    <p:anim calcmode="lin" valueType="num">
                                      <p:cBhvr>
                                        <p:cTn id="84" dur="500" fill="hold"/>
                                        <p:tgtEl>
                                          <p:spTgt spid="9"/>
                                        </p:tgtEl>
                                        <p:attrNameLst>
                                          <p:attrName>ppt_h</p:attrName>
                                        </p:attrNameLst>
                                      </p:cBhvr>
                                      <p:tavLst>
                                        <p:tav tm="0">
                                          <p:val>
                                            <p:fltVal val="0"/>
                                          </p:val>
                                        </p:tav>
                                        <p:tav tm="100000">
                                          <p:val>
                                            <p:strVal val="#ppt_h"/>
                                          </p:val>
                                        </p:tav>
                                      </p:tavLst>
                                    </p:anim>
                                    <p:animEffect transition="in" filter="fade">
                                      <p:cBhvr>
                                        <p:cTn id="85" dur="500"/>
                                        <p:tgtEl>
                                          <p:spTgt spid="9"/>
                                        </p:tgtEl>
                                      </p:cBhvr>
                                    </p:animEffect>
                                  </p:childTnLst>
                                </p:cTn>
                              </p:par>
                            </p:childTnLst>
                          </p:cTn>
                        </p:par>
                        <p:par>
                          <p:cTn id="86" fill="hold">
                            <p:stCondLst>
                              <p:cond delay="7500"/>
                            </p:stCondLst>
                            <p:childTnLst>
                              <p:par>
                                <p:cTn id="87" presetID="22" presetClass="entr" presetSubtype="8"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left)">
                                      <p:cBhvr>
                                        <p:cTn id="89" dur="500"/>
                                        <p:tgtEl>
                                          <p:spTgt spid="41"/>
                                        </p:tgtEl>
                                      </p:cBhvr>
                                    </p:animEffect>
                                  </p:childTnLst>
                                </p:cTn>
                              </p:par>
                            </p:childTnLst>
                          </p:cTn>
                        </p:par>
                        <p:par>
                          <p:cTn id="90" fill="hold">
                            <p:stCondLst>
                              <p:cond delay="8000"/>
                            </p:stCondLst>
                            <p:childTnLst>
                              <p:par>
                                <p:cTn id="91" presetID="22" presetClass="entr" presetSubtype="2" fill="hold" grpId="0" nodeType="afterEffect">
                                  <p:stCondLst>
                                    <p:cond delay="0"/>
                                  </p:stCondLst>
                                  <p:childTnLst>
                                    <p:set>
                                      <p:cBhvr>
                                        <p:cTn id="92" dur="1" fill="hold">
                                          <p:stCondLst>
                                            <p:cond delay="0"/>
                                          </p:stCondLst>
                                        </p:cTn>
                                        <p:tgtEl>
                                          <p:spTgt spid="44"/>
                                        </p:tgtEl>
                                        <p:attrNameLst>
                                          <p:attrName>style.visibility</p:attrName>
                                        </p:attrNameLst>
                                      </p:cBhvr>
                                      <p:to>
                                        <p:strVal val="visible"/>
                                      </p:to>
                                    </p:set>
                                    <p:animEffect transition="in" filter="wipe(right)">
                                      <p:cBhvr>
                                        <p:cTn id="93" dur="500"/>
                                        <p:tgtEl>
                                          <p:spTgt spid="44"/>
                                        </p:tgtEl>
                                      </p:cBhvr>
                                    </p:animEffect>
                                  </p:childTnLst>
                                </p:cTn>
                              </p:par>
                            </p:childTnLst>
                          </p:cTn>
                        </p:par>
                        <p:par>
                          <p:cTn id="94" fill="hold">
                            <p:stCondLst>
                              <p:cond delay="8500"/>
                            </p:stCondLst>
                            <p:childTnLst>
                              <p:par>
                                <p:cTn id="95" presetID="53" presetClass="entr" presetSubtype="0" fill="hold" grpId="0" nodeType="afterEffect">
                                  <p:stCondLst>
                                    <p:cond delay="0"/>
                                  </p:stCondLst>
                                  <p:childTnLst>
                                    <p:set>
                                      <p:cBhvr>
                                        <p:cTn id="96" dur="1" fill="hold">
                                          <p:stCondLst>
                                            <p:cond delay="0"/>
                                          </p:stCondLst>
                                        </p:cTn>
                                        <p:tgtEl>
                                          <p:spTgt spid="65"/>
                                        </p:tgtEl>
                                        <p:attrNameLst>
                                          <p:attrName>style.visibility</p:attrName>
                                        </p:attrNameLst>
                                      </p:cBhvr>
                                      <p:to>
                                        <p:strVal val="visible"/>
                                      </p:to>
                                    </p:set>
                                    <p:anim calcmode="lin" valueType="num">
                                      <p:cBhvr>
                                        <p:cTn id="97" dur="500" fill="hold"/>
                                        <p:tgtEl>
                                          <p:spTgt spid="65"/>
                                        </p:tgtEl>
                                        <p:attrNameLst>
                                          <p:attrName>ppt_w</p:attrName>
                                        </p:attrNameLst>
                                      </p:cBhvr>
                                      <p:tavLst>
                                        <p:tav tm="0">
                                          <p:val>
                                            <p:fltVal val="0"/>
                                          </p:val>
                                        </p:tav>
                                        <p:tav tm="100000">
                                          <p:val>
                                            <p:strVal val="#ppt_w"/>
                                          </p:val>
                                        </p:tav>
                                      </p:tavLst>
                                    </p:anim>
                                    <p:anim calcmode="lin" valueType="num">
                                      <p:cBhvr>
                                        <p:cTn id="98" dur="500" fill="hold"/>
                                        <p:tgtEl>
                                          <p:spTgt spid="65"/>
                                        </p:tgtEl>
                                        <p:attrNameLst>
                                          <p:attrName>ppt_h</p:attrName>
                                        </p:attrNameLst>
                                      </p:cBhvr>
                                      <p:tavLst>
                                        <p:tav tm="0">
                                          <p:val>
                                            <p:fltVal val="0"/>
                                          </p:val>
                                        </p:tav>
                                        <p:tav tm="100000">
                                          <p:val>
                                            <p:strVal val="#ppt_h"/>
                                          </p:val>
                                        </p:tav>
                                      </p:tavLst>
                                    </p:anim>
                                    <p:animEffect transition="in" filter="fade">
                                      <p:cBhvr>
                                        <p:cTn id="99" dur="500"/>
                                        <p:tgtEl>
                                          <p:spTgt spid="65"/>
                                        </p:tgtEl>
                                      </p:cBhvr>
                                    </p:animEffect>
                                  </p:childTnLst>
                                </p:cTn>
                              </p:par>
                            </p:childTnLst>
                          </p:cTn>
                        </p:par>
                        <p:par>
                          <p:cTn id="100" fill="hold">
                            <p:stCondLst>
                              <p:cond delay="9000"/>
                            </p:stCondLst>
                            <p:childTnLst>
                              <p:par>
                                <p:cTn id="101" presetID="12" presetClass="entr" presetSubtype="2" fill="hold" nodeType="afterEffect">
                                  <p:stCondLst>
                                    <p:cond delay="0"/>
                                  </p:stCondLst>
                                  <p:childTnLst>
                                    <p:set>
                                      <p:cBhvr>
                                        <p:cTn id="102" dur="1" fill="hold">
                                          <p:stCondLst>
                                            <p:cond delay="0"/>
                                          </p:stCondLst>
                                        </p:cTn>
                                        <p:tgtEl>
                                          <p:spTgt spid="18"/>
                                        </p:tgtEl>
                                        <p:attrNameLst>
                                          <p:attrName>style.visibility</p:attrName>
                                        </p:attrNameLst>
                                      </p:cBhvr>
                                      <p:to>
                                        <p:strVal val="visible"/>
                                      </p:to>
                                    </p:set>
                                    <p:animEffect transition="in" filter="slide(fromRight)">
                                      <p:cBhvr>
                                        <p:cTn id="103" dur="500"/>
                                        <p:tgtEl>
                                          <p:spTgt spid="18"/>
                                        </p:tgtEl>
                                      </p:cBhvr>
                                    </p:animEffect>
                                  </p:childTnLst>
                                </p:cTn>
                              </p:par>
                              <p:par>
                                <p:cTn id="104" presetID="12" presetClass="entr" presetSubtype="8" fill="hold" nodeType="withEffect">
                                  <p:stCondLst>
                                    <p:cond delay="0"/>
                                  </p:stCondLst>
                                  <p:childTnLst>
                                    <p:set>
                                      <p:cBhvr>
                                        <p:cTn id="105" dur="1" fill="hold">
                                          <p:stCondLst>
                                            <p:cond delay="0"/>
                                          </p:stCondLst>
                                        </p:cTn>
                                        <p:tgtEl>
                                          <p:spTgt spid="22"/>
                                        </p:tgtEl>
                                        <p:attrNameLst>
                                          <p:attrName>style.visibility</p:attrName>
                                        </p:attrNameLst>
                                      </p:cBhvr>
                                      <p:to>
                                        <p:strVal val="visible"/>
                                      </p:to>
                                    </p:set>
                                    <p:animEffect transition="in" filter="slide(fromLeft)">
                                      <p:cBhvr>
                                        <p:cTn id="10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9" grpId="0"/>
      <p:bldP spid="40" grpId="0"/>
      <p:bldP spid="41" grpId="0"/>
      <p:bldP spid="42" grpId="0"/>
      <p:bldP spid="43" grpId="0"/>
      <p:bldP spid="44" grpId="0"/>
      <p:bldP spid="63" grpId="0" animBg="1"/>
      <p:bldP spid="64" grpId="0" animBg="1"/>
      <p:bldP spid="65"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130</a:t>
            </a:fld>
            <a:endParaRPr lang="en-US" dirty="0"/>
          </a:p>
        </p:txBody>
      </p:sp>
      <p:grpSp>
        <p:nvGrpSpPr>
          <p:cNvPr id="2" name="Group 67"/>
          <p:cNvGrpSpPr/>
          <p:nvPr/>
        </p:nvGrpSpPr>
        <p:grpSpPr>
          <a:xfrm>
            <a:off x="2242628" y="1123951"/>
            <a:ext cx="6291773" cy="1327508"/>
            <a:chOff x="2242628" y="1123951"/>
            <a:chExt cx="6291773" cy="1327508"/>
          </a:xfrm>
        </p:grpSpPr>
        <p:sp>
          <p:nvSpPr>
            <p:cNvPr id="67" name="Round Same Side Corner Rectangle 66"/>
            <p:cNvSpPr/>
            <p:nvPr/>
          </p:nvSpPr>
          <p:spPr bwMode="auto">
            <a:xfrm rot="5400000">
              <a:off x="4778915" y="-1304027"/>
              <a:ext cx="1219201" cy="6291771"/>
            </a:xfrm>
            <a:prstGeom prst="round2SameRect">
              <a:avLst>
                <a:gd name="adj1" fmla="val 9180"/>
                <a:gd name="adj2" fmla="val 0"/>
              </a:avLst>
            </a:prstGeom>
            <a:solidFill>
              <a:schemeClr val="tx2">
                <a:lumMod val="25000"/>
                <a:lumOff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5" name="Round Same Side Corner Rectangle 64"/>
            <p:cNvSpPr/>
            <p:nvPr/>
          </p:nvSpPr>
          <p:spPr bwMode="auto">
            <a:xfrm rot="5400000">
              <a:off x="4767059" y="-1400480"/>
              <a:ext cx="1242909" cy="6291771"/>
            </a:xfrm>
            <a:prstGeom prst="round2SameRect">
              <a:avLst>
                <a:gd name="adj1" fmla="val 9180"/>
                <a:gd name="adj2" fmla="val 0"/>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Footer Text"/>
            <p:cNvSpPr txBox="1"/>
            <p:nvPr/>
          </p:nvSpPr>
          <p:spPr>
            <a:xfrm>
              <a:off x="2362200" y="1275385"/>
              <a:ext cx="6023457" cy="984885"/>
            </a:xfrm>
            <a:prstGeom prst="rect">
              <a:avLst/>
            </a:prstGeom>
            <a:noFill/>
          </p:spPr>
          <p:txBody>
            <a:bodyPr wrap="square" lIns="0" tIns="0" rIns="0" bIns="0" rtlCol="0">
              <a:spAutoFit/>
            </a:bodyPr>
            <a:lstStyle/>
            <a:p>
              <a:r>
                <a:rPr lang="en-US" sz="1400" b="1" dirty="0">
                  <a:solidFill>
                    <a:schemeClr val="tx1">
                      <a:lumMod val="75000"/>
                      <a:lumOff val="25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 on the internet tend to repeat predefined chunks as of lorem but the majority have suffered alteration in some form  necessary. </a:t>
              </a:r>
              <a:br>
                <a:rPr lang="en-US" sz="1000" dirty="0">
                  <a:solidFill>
                    <a:schemeClr val="tx1">
                      <a:lumMod val="50000"/>
                      <a:lumOff val="50000"/>
                    </a:schemeClr>
                  </a:solidFill>
                </a:rPr>
              </a:br>
              <a:r>
                <a:rPr lang="en-US" sz="1000" dirty="0">
                  <a:solidFill>
                    <a:schemeClr val="tx1">
                      <a:lumMod val="50000"/>
                      <a:lumOff val="50000"/>
                    </a:schemeClr>
                  </a:solidFill>
                </a:rPr>
                <a:t> have suffered alteration in some form  necessary.</a:t>
              </a:r>
            </a:p>
          </p:txBody>
        </p:sp>
      </p:grpSp>
      <p:grpSp>
        <p:nvGrpSpPr>
          <p:cNvPr id="3" name="Group 69"/>
          <p:cNvGrpSpPr/>
          <p:nvPr/>
        </p:nvGrpSpPr>
        <p:grpSpPr>
          <a:xfrm>
            <a:off x="702418" y="1123950"/>
            <a:ext cx="1540213" cy="1524000"/>
            <a:chOff x="721468" y="1123950"/>
            <a:chExt cx="1540213" cy="1524000"/>
          </a:xfrm>
        </p:grpSpPr>
        <p:sp>
          <p:nvSpPr>
            <p:cNvPr id="12" name="Isosceles Triangle 11"/>
            <p:cNvSpPr/>
            <p:nvPr/>
          </p:nvSpPr>
          <p:spPr>
            <a:xfrm flipV="1">
              <a:off x="1301074" y="2343150"/>
              <a:ext cx="381000" cy="304800"/>
            </a:xfrm>
            <a:prstGeom prst="triangle">
              <a:avLst/>
            </a:prstGeom>
            <a:solidFill>
              <a:schemeClr val="accent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23"/>
            <p:cNvGrpSpPr/>
            <p:nvPr/>
          </p:nvGrpSpPr>
          <p:grpSpPr>
            <a:xfrm>
              <a:off x="721468" y="1123950"/>
              <a:ext cx="1540213" cy="1327509"/>
              <a:chOff x="2905413" y="1285292"/>
              <a:chExt cx="784417" cy="1675617"/>
            </a:xfrm>
          </p:grpSpPr>
          <p:sp>
            <p:nvSpPr>
              <p:cNvPr id="14" name="Rectangle 13"/>
              <p:cNvSpPr/>
              <p:nvPr/>
            </p:nvSpPr>
            <p:spPr>
              <a:xfrm>
                <a:off x="2905413" y="1392073"/>
                <a:ext cx="784417" cy="156883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5" name="Rectangle 14"/>
              <p:cNvSpPr/>
              <p:nvPr/>
            </p:nvSpPr>
            <p:spPr>
              <a:xfrm>
                <a:off x="2905413" y="1285292"/>
                <a:ext cx="784417" cy="15688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sp>
        <p:nvSpPr>
          <p:cNvPr id="16" name="Freeform 5"/>
          <p:cNvSpPr>
            <a:spLocks noEditPoints="1"/>
          </p:cNvSpPr>
          <p:nvPr/>
        </p:nvSpPr>
        <p:spPr bwMode="auto">
          <a:xfrm>
            <a:off x="1167724" y="1428750"/>
            <a:ext cx="609600" cy="591775"/>
          </a:xfrm>
          <a:custGeom>
            <a:avLst/>
            <a:gdLst/>
            <a:ahLst/>
            <a:cxnLst>
              <a:cxn ang="0">
                <a:pos x="671" y="73"/>
              </a:cxn>
              <a:cxn ang="0">
                <a:pos x="569" y="25"/>
              </a:cxn>
              <a:cxn ang="0">
                <a:pos x="576" y="4"/>
              </a:cxn>
              <a:cxn ang="0">
                <a:pos x="567" y="0"/>
              </a:cxn>
              <a:cxn ang="0">
                <a:pos x="111" y="1"/>
              </a:cxn>
              <a:cxn ang="0">
                <a:pos x="107" y="18"/>
              </a:cxn>
              <a:cxn ang="0">
                <a:pos x="103" y="73"/>
              </a:cxn>
              <a:cxn ang="0">
                <a:pos x="4" y="77"/>
              </a:cxn>
              <a:cxn ang="0">
                <a:pos x="67" y="254"/>
              </a:cxn>
              <a:cxn ang="0">
                <a:pos x="241" y="392"/>
              </a:cxn>
              <a:cxn ang="0">
                <a:pos x="271" y="444"/>
              </a:cxn>
              <a:cxn ang="0">
                <a:pos x="292" y="590"/>
              </a:cxn>
              <a:cxn ang="0">
                <a:pos x="254" y="594"/>
              </a:cxn>
              <a:cxn ang="0">
                <a:pos x="204" y="629"/>
              </a:cxn>
              <a:cxn ang="0">
                <a:pos x="213" y="662"/>
              </a:cxn>
              <a:cxn ang="0">
                <a:pos x="479" y="654"/>
              </a:cxn>
              <a:cxn ang="0">
                <a:pos x="472" y="617"/>
              </a:cxn>
              <a:cxn ang="0">
                <a:pos x="414" y="590"/>
              </a:cxn>
              <a:cxn ang="0">
                <a:pos x="416" y="455"/>
              </a:cxn>
              <a:cxn ang="0">
                <a:pos x="406" y="437"/>
              </a:cxn>
              <a:cxn ang="0">
                <a:pos x="431" y="397"/>
              </a:cxn>
              <a:cxn ang="0">
                <a:pos x="455" y="357"/>
              </a:cxn>
              <a:cxn ang="0">
                <a:pos x="683" y="85"/>
              </a:cxn>
              <a:cxn ang="0">
                <a:pos x="146" y="288"/>
              </a:cxn>
              <a:cxn ang="0">
                <a:pos x="95" y="244"/>
              </a:cxn>
              <a:cxn ang="0">
                <a:pos x="81" y="229"/>
              </a:cxn>
              <a:cxn ang="0">
                <a:pos x="78" y="224"/>
              </a:cxn>
              <a:cxn ang="0">
                <a:pos x="43" y="166"/>
              </a:cxn>
              <a:cxn ang="0">
                <a:pos x="41" y="161"/>
              </a:cxn>
              <a:cxn ang="0">
                <a:pos x="30" y="130"/>
              </a:cxn>
              <a:cxn ang="0">
                <a:pos x="23" y="97"/>
              </a:cxn>
              <a:cxn ang="0">
                <a:pos x="180" y="307"/>
              </a:cxn>
              <a:cxn ang="0">
                <a:pos x="453" y="141"/>
              </a:cxn>
              <a:cxn ang="0">
                <a:pos x="413" y="266"/>
              </a:cxn>
              <a:cxn ang="0">
                <a:pos x="342" y="222"/>
              </a:cxn>
              <a:cxn ang="0">
                <a:pos x="271" y="266"/>
              </a:cxn>
              <a:cxn ang="0">
                <a:pos x="230" y="141"/>
              </a:cxn>
              <a:cxn ang="0">
                <a:pos x="314" y="135"/>
              </a:cxn>
              <a:cxn ang="0">
                <a:pos x="345" y="57"/>
              </a:cxn>
              <a:cxn ang="0">
                <a:pos x="452" y="135"/>
              </a:cxn>
              <a:cxn ang="0">
                <a:pos x="653" y="103"/>
              </a:cxn>
              <a:cxn ang="0">
                <a:pos x="638" y="156"/>
              </a:cxn>
              <a:cxn ang="0">
                <a:pos x="635" y="163"/>
              </a:cxn>
              <a:cxn ang="0">
                <a:pos x="627" y="179"/>
              </a:cxn>
              <a:cxn ang="0">
                <a:pos x="598" y="226"/>
              </a:cxn>
              <a:cxn ang="0">
                <a:pos x="591" y="234"/>
              </a:cxn>
              <a:cxn ang="0">
                <a:pos x="563" y="263"/>
              </a:cxn>
              <a:cxn ang="0">
                <a:pos x="497" y="307"/>
              </a:cxn>
              <a:cxn ang="0">
                <a:pos x="654" y="97"/>
              </a:cxn>
              <a:cxn ang="0">
                <a:pos x="653" y="103"/>
              </a:cxn>
            </a:cxnLst>
            <a:rect l="0" t="0" r="r" b="b"/>
            <a:pathLst>
              <a:path w="683" h="662">
                <a:moveTo>
                  <a:pt x="680" y="78"/>
                </a:moveTo>
                <a:cubicBezTo>
                  <a:pt x="678" y="75"/>
                  <a:pt x="675" y="73"/>
                  <a:pt x="671" y="73"/>
                </a:cubicBezTo>
                <a:cubicBezTo>
                  <a:pt x="580" y="73"/>
                  <a:pt x="580" y="73"/>
                  <a:pt x="580" y="73"/>
                </a:cubicBezTo>
                <a:cubicBezTo>
                  <a:pt x="577" y="49"/>
                  <a:pt x="571" y="32"/>
                  <a:pt x="569" y="25"/>
                </a:cubicBezTo>
                <a:cubicBezTo>
                  <a:pt x="572" y="23"/>
                  <a:pt x="574" y="20"/>
                  <a:pt x="576" y="18"/>
                </a:cubicBezTo>
                <a:cubicBezTo>
                  <a:pt x="580" y="14"/>
                  <a:pt x="580" y="8"/>
                  <a:pt x="576" y="4"/>
                </a:cubicBezTo>
                <a:cubicBezTo>
                  <a:pt x="575" y="3"/>
                  <a:pt x="574" y="2"/>
                  <a:pt x="572" y="1"/>
                </a:cubicBezTo>
                <a:cubicBezTo>
                  <a:pt x="571" y="1"/>
                  <a:pt x="569" y="0"/>
                  <a:pt x="567" y="0"/>
                </a:cubicBezTo>
                <a:cubicBezTo>
                  <a:pt x="116" y="0"/>
                  <a:pt x="116" y="0"/>
                  <a:pt x="116" y="0"/>
                </a:cubicBezTo>
                <a:cubicBezTo>
                  <a:pt x="114" y="0"/>
                  <a:pt x="112" y="1"/>
                  <a:pt x="111" y="1"/>
                </a:cubicBezTo>
                <a:cubicBezTo>
                  <a:pt x="109" y="2"/>
                  <a:pt x="108" y="3"/>
                  <a:pt x="107" y="4"/>
                </a:cubicBezTo>
                <a:cubicBezTo>
                  <a:pt x="103" y="8"/>
                  <a:pt x="103" y="14"/>
                  <a:pt x="107" y="18"/>
                </a:cubicBezTo>
                <a:cubicBezTo>
                  <a:pt x="109" y="20"/>
                  <a:pt x="111" y="23"/>
                  <a:pt x="114" y="25"/>
                </a:cubicBezTo>
                <a:cubicBezTo>
                  <a:pt x="112" y="32"/>
                  <a:pt x="107" y="49"/>
                  <a:pt x="103" y="73"/>
                </a:cubicBezTo>
                <a:cubicBezTo>
                  <a:pt x="13" y="73"/>
                  <a:pt x="13" y="73"/>
                  <a:pt x="13" y="73"/>
                </a:cubicBezTo>
                <a:cubicBezTo>
                  <a:pt x="8" y="73"/>
                  <a:pt x="6" y="75"/>
                  <a:pt x="4" y="77"/>
                </a:cubicBezTo>
                <a:cubicBezTo>
                  <a:pt x="1" y="79"/>
                  <a:pt x="0" y="82"/>
                  <a:pt x="0" y="85"/>
                </a:cubicBezTo>
                <a:cubicBezTo>
                  <a:pt x="5" y="147"/>
                  <a:pt x="28" y="206"/>
                  <a:pt x="67" y="254"/>
                </a:cubicBezTo>
                <a:cubicBezTo>
                  <a:pt x="108" y="304"/>
                  <a:pt x="165" y="341"/>
                  <a:pt x="228" y="357"/>
                </a:cubicBezTo>
                <a:cubicBezTo>
                  <a:pt x="225" y="368"/>
                  <a:pt x="224" y="385"/>
                  <a:pt x="241" y="392"/>
                </a:cubicBezTo>
                <a:cubicBezTo>
                  <a:pt x="253" y="397"/>
                  <a:pt x="266" y="403"/>
                  <a:pt x="275" y="413"/>
                </a:cubicBezTo>
                <a:cubicBezTo>
                  <a:pt x="284" y="423"/>
                  <a:pt x="281" y="435"/>
                  <a:pt x="271" y="444"/>
                </a:cubicBezTo>
                <a:cubicBezTo>
                  <a:pt x="268" y="447"/>
                  <a:pt x="267" y="450"/>
                  <a:pt x="268" y="455"/>
                </a:cubicBezTo>
                <a:cubicBezTo>
                  <a:pt x="292" y="590"/>
                  <a:pt x="292" y="590"/>
                  <a:pt x="292" y="590"/>
                </a:cubicBezTo>
                <a:cubicBezTo>
                  <a:pt x="269" y="590"/>
                  <a:pt x="269" y="590"/>
                  <a:pt x="269" y="590"/>
                </a:cubicBezTo>
                <a:cubicBezTo>
                  <a:pt x="264" y="590"/>
                  <a:pt x="258" y="591"/>
                  <a:pt x="254" y="594"/>
                </a:cubicBezTo>
                <a:cubicBezTo>
                  <a:pt x="212" y="617"/>
                  <a:pt x="212" y="617"/>
                  <a:pt x="212" y="617"/>
                </a:cubicBezTo>
                <a:cubicBezTo>
                  <a:pt x="208" y="619"/>
                  <a:pt x="204" y="624"/>
                  <a:pt x="204" y="629"/>
                </a:cubicBezTo>
                <a:cubicBezTo>
                  <a:pt x="204" y="654"/>
                  <a:pt x="204" y="654"/>
                  <a:pt x="204" y="654"/>
                </a:cubicBezTo>
                <a:cubicBezTo>
                  <a:pt x="204" y="659"/>
                  <a:pt x="208" y="662"/>
                  <a:pt x="213" y="662"/>
                </a:cubicBezTo>
                <a:cubicBezTo>
                  <a:pt x="471" y="662"/>
                  <a:pt x="471" y="662"/>
                  <a:pt x="471" y="662"/>
                </a:cubicBezTo>
                <a:cubicBezTo>
                  <a:pt x="475" y="662"/>
                  <a:pt x="479" y="659"/>
                  <a:pt x="479" y="654"/>
                </a:cubicBezTo>
                <a:cubicBezTo>
                  <a:pt x="479" y="628"/>
                  <a:pt x="479" y="628"/>
                  <a:pt x="479" y="628"/>
                </a:cubicBezTo>
                <a:cubicBezTo>
                  <a:pt x="479" y="624"/>
                  <a:pt x="476" y="619"/>
                  <a:pt x="472" y="617"/>
                </a:cubicBezTo>
                <a:cubicBezTo>
                  <a:pt x="461" y="611"/>
                  <a:pt x="440" y="600"/>
                  <a:pt x="429" y="594"/>
                </a:cubicBezTo>
                <a:cubicBezTo>
                  <a:pt x="426" y="591"/>
                  <a:pt x="419" y="590"/>
                  <a:pt x="414" y="590"/>
                </a:cubicBezTo>
                <a:cubicBezTo>
                  <a:pt x="392" y="590"/>
                  <a:pt x="392" y="590"/>
                  <a:pt x="392" y="590"/>
                </a:cubicBezTo>
                <a:cubicBezTo>
                  <a:pt x="392" y="590"/>
                  <a:pt x="415" y="456"/>
                  <a:pt x="416" y="455"/>
                </a:cubicBezTo>
                <a:cubicBezTo>
                  <a:pt x="416" y="452"/>
                  <a:pt x="416" y="448"/>
                  <a:pt x="414" y="446"/>
                </a:cubicBezTo>
                <a:cubicBezTo>
                  <a:pt x="411" y="443"/>
                  <a:pt x="408" y="440"/>
                  <a:pt x="406" y="437"/>
                </a:cubicBezTo>
                <a:cubicBezTo>
                  <a:pt x="403" y="432"/>
                  <a:pt x="402" y="427"/>
                  <a:pt x="403" y="421"/>
                </a:cubicBezTo>
                <a:cubicBezTo>
                  <a:pt x="407" y="409"/>
                  <a:pt x="421" y="402"/>
                  <a:pt x="431" y="397"/>
                </a:cubicBezTo>
                <a:cubicBezTo>
                  <a:pt x="435" y="395"/>
                  <a:pt x="438" y="394"/>
                  <a:pt x="442" y="392"/>
                </a:cubicBezTo>
                <a:cubicBezTo>
                  <a:pt x="460" y="385"/>
                  <a:pt x="458" y="368"/>
                  <a:pt x="455" y="357"/>
                </a:cubicBezTo>
                <a:cubicBezTo>
                  <a:pt x="518" y="340"/>
                  <a:pt x="575" y="304"/>
                  <a:pt x="616" y="254"/>
                </a:cubicBezTo>
                <a:cubicBezTo>
                  <a:pt x="655" y="206"/>
                  <a:pt x="679" y="147"/>
                  <a:pt x="683" y="85"/>
                </a:cubicBezTo>
                <a:cubicBezTo>
                  <a:pt x="683" y="83"/>
                  <a:pt x="682" y="80"/>
                  <a:pt x="680" y="78"/>
                </a:cubicBezTo>
                <a:close/>
                <a:moveTo>
                  <a:pt x="146" y="288"/>
                </a:moveTo>
                <a:cubicBezTo>
                  <a:pt x="133" y="279"/>
                  <a:pt x="125" y="273"/>
                  <a:pt x="114" y="263"/>
                </a:cubicBezTo>
                <a:cubicBezTo>
                  <a:pt x="108" y="257"/>
                  <a:pt x="101" y="251"/>
                  <a:pt x="95" y="244"/>
                </a:cubicBezTo>
                <a:cubicBezTo>
                  <a:pt x="91" y="241"/>
                  <a:pt x="88" y="237"/>
                  <a:pt x="85" y="234"/>
                </a:cubicBezTo>
                <a:cubicBezTo>
                  <a:pt x="84" y="232"/>
                  <a:pt x="82" y="230"/>
                  <a:pt x="81" y="229"/>
                </a:cubicBezTo>
                <a:cubicBezTo>
                  <a:pt x="80" y="228"/>
                  <a:pt x="80" y="227"/>
                  <a:pt x="79" y="226"/>
                </a:cubicBezTo>
                <a:cubicBezTo>
                  <a:pt x="79" y="226"/>
                  <a:pt x="78" y="225"/>
                  <a:pt x="78" y="224"/>
                </a:cubicBezTo>
                <a:cubicBezTo>
                  <a:pt x="67" y="210"/>
                  <a:pt x="57" y="195"/>
                  <a:pt x="49" y="179"/>
                </a:cubicBezTo>
                <a:cubicBezTo>
                  <a:pt x="47" y="175"/>
                  <a:pt x="45" y="171"/>
                  <a:pt x="43" y="166"/>
                </a:cubicBezTo>
                <a:cubicBezTo>
                  <a:pt x="42" y="163"/>
                  <a:pt x="42" y="163"/>
                  <a:pt x="42" y="163"/>
                </a:cubicBezTo>
                <a:cubicBezTo>
                  <a:pt x="42" y="163"/>
                  <a:pt x="41" y="161"/>
                  <a:pt x="41" y="161"/>
                </a:cubicBezTo>
                <a:cubicBezTo>
                  <a:pt x="40" y="159"/>
                  <a:pt x="40" y="158"/>
                  <a:pt x="39" y="156"/>
                </a:cubicBezTo>
                <a:cubicBezTo>
                  <a:pt x="36" y="147"/>
                  <a:pt x="33" y="139"/>
                  <a:pt x="30" y="130"/>
                </a:cubicBezTo>
                <a:cubicBezTo>
                  <a:pt x="28" y="121"/>
                  <a:pt x="26" y="112"/>
                  <a:pt x="24" y="103"/>
                </a:cubicBezTo>
                <a:cubicBezTo>
                  <a:pt x="24" y="101"/>
                  <a:pt x="23" y="99"/>
                  <a:pt x="23" y="97"/>
                </a:cubicBezTo>
                <a:cubicBezTo>
                  <a:pt x="97" y="97"/>
                  <a:pt x="97" y="97"/>
                  <a:pt x="97" y="97"/>
                </a:cubicBezTo>
                <a:cubicBezTo>
                  <a:pt x="93" y="159"/>
                  <a:pt x="105" y="244"/>
                  <a:pt x="180" y="307"/>
                </a:cubicBezTo>
                <a:cubicBezTo>
                  <a:pt x="168" y="301"/>
                  <a:pt x="156" y="295"/>
                  <a:pt x="146" y="288"/>
                </a:cubicBezTo>
                <a:close/>
                <a:moveTo>
                  <a:pt x="453" y="141"/>
                </a:moveTo>
                <a:cubicBezTo>
                  <a:pt x="388" y="188"/>
                  <a:pt x="388" y="188"/>
                  <a:pt x="388" y="188"/>
                </a:cubicBezTo>
                <a:cubicBezTo>
                  <a:pt x="413" y="266"/>
                  <a:pt x="413" y="266"/>
                  <a:pt x="413" y="266"/>
                </a:cubicBezTo>
                <a:cubicBezTo>
                  <a:pt x="415" y="271"/>
                  <a:pt x="412" y="273"/>
                  <a:pt x="408" y="270"/>
                </a:cubicBezTo>
                <a:cubicBezTo>
                  <a:pt x="342" y="222"/>
                  <a:pt x="342" y="222"/>
                  <a:pt x="342" y="222"/>
                </a:cubicBezTo>
                <a:cubicBezTo>
                  <a:pt x="276" y="270"/>
                  <a:pt x="276" y="270"/>
                  <a:pt x="276" y="270"/>
                </a:cubicBezTo>
                <a:cubicBezTo>
                  <a:pt x="271" y="273"/>
                  <a:pt x="269" y="271"/>
                  <a:pt x="271" y="266"/>
                </a:cubicBezTo>
                <a:cubicBezTo>
                  <a:pt x="296" y="188"/>
                  <a:pt x="296" y="188"/>
                  <a:pt x="296" y="188"/>
                </a:cubicBezTo>
                <a:cubicBezTo>
                  <a:pt x="230" y="141"/>
                  <a:pt x="230" y="141"/>
                  <a:pt x="230" y="141"/>
                </a:cubicBezTo>
                <a:cubicBezTo>
                  <a:pt x="225" y="137"/>
                  <a:pt x="226" y="135"/>
                  <a:pt x="232" y="135"/>
                </a:cubicBezTo>
                <a:cubicBezTo>
                  <a:pt x="314" y="135"/>
                  <a:pt x="314" y="135"/>
                  <a:pt x="314" y="135"/>
                </a:cubicBezTo>
                <a:cubicBezTo>
                  <a:pt x="339" y="57"/>
                  <a:pt x="339" y="57"/>
                  <a:pt x="339" y="57"/>
                </a:cubicBezTo>
                <a:cubicBezTo>
                  <a:pt x="340" y="52"/>
                  <a:pt x="343" y="52"/>
                  <a:pt x="345" y="57"/>
                </a:cubicBezTo>
                <a:cubicBezTo>
                  <a:pt x="370" y="135"/>
                  <a:pt x="370" y="135"/>
                  <a:pt x="370" y="135"/>
                </a:cubicBezTo>
                <a:cubicBezTo>
                  <a:pt x="452" y="135"/>
                  <a:pt x="452" y="135"/>
                  <a:pt x="452" y="135"/>
                </a:cubicBezTo>
                <a:cubicBezTo>
                  <a:pt x="457" y="134"/>
                  <a:pt x="458" y="137"/>
                  <a:pt x="453" y="141"/>
                </a:cubicBezTo>
                <a:close/>
                <a:moveTo>
                  <a:pt x="653" y="103"/>
                </a:moveTo>
                <a:cubicBezTo>
                  <a:pt x="651" y="112"/>
                  <a:pt x="649" y="121"/>
                  <a:pt x="647" y="130"/>
                </a:cubicBezTo>
                <a:cubicBezTo>
                  <a:pt x="644" y="139"/>
                  <a:pt x="641" y="147"/>
                  <a:pt x="638" y="156"/>
                </a:cubicBezTo>
                <a:cubicBezTo>
                  <a:pt x="637" y="158"/>
                  <a:pt x="636" y="159"/>
                  <a:pt x="636" y="161"/>
                </a:cubicBezTo>
                <a:cubicBezTo>
                  <a:pt x="636" y="161"/>
                  <a:pt x="635" y="163"/>
                  <a:pt x="635" y="163"/>
                </a:cubicBezTo>
                <a:cubicBezTo>
                  <a:pt x="634" y="166"/>
                  <a:pt x="634" y="166"/>
                  <a:pt x="634" y="166"/>
                </a:cubicBezTo>
                <a:cubicBezTo>
                  <a:pt x="632" y="171"/>
                  <a:pt x="630" y="175"/>
                  <a:pt x="627" y="179"/>
                </a:cubicBezTo>
                <a:cubicBezTo>
                  <a:pt x="619" y="195"/>
                  <a:pt x="610" y="210"/>
                  <a:pt x="599" y="224"/>
                </a:cubicBezTo>
                <a:cubicBezTo>
                  <a:pt x="599" y="225"/>
                  <a:pt x="598" y="226"/>
                  <a:pt x="598" y="226"/>
                </a:cubicBezTo>
                <a:cubicBezTo>
                  <a:pt x="597" y="227"/>
                  <a:pt x="596" y="228"/>
                  <a:pt x="596" y="229"/>
                </a:cubicBezTo>
                <a:cubicBezTo>
                  <a:pt x="594" y="230"/>
                  <a:pt x="593" y="232"/>
                  <a:pt x="591" y="234"/>
                </a:cubicBezTo>
                <a:cubicBezTo>
                  <a:pt x="588" y="237"/>
                  <a:pt x="585" y="241"/>
                  <a:pt x="582" y="244"/>
                </a:cubicBezTo>
                <a:cubicBezTo>
                  <a:pt x="576" y="251"/>
                  <a:pt x="569" y="257"/>
                  <a:pt x="563" y="263"/>
                </a:cubicBezTo>
                <a:cubicBezTo>
                  <a:pt x="551" y="273"/>
                  <a:pt x="544" y="279"/>
                  <a:pt x="531" y="288"/>
                </a:cubicBezTo>
                <a:cubicBezTo>
                  <a:pt x="520" y="295"/>
                  <a:pt x="509" y="301"/>
                  <a:pt x="497" y="307"/>
                </a:cubicBezTo>
                <a:cubicBezTo>
                  <a:pt x="571" y="244"/>
                  <a:pt x="584" y="159"/>
                  <a:pt x="580" y="97"/>
                </a:cubicBezTo>
                <a:cubicBezTo>
                  <a:pt x="654" y="97"/>
                  <a:pt x="654" y="97"/>
                  <a:pt x="654" y="97"/>
                </a:cubicBezTo>
                <a:cubicBezTo>
                  <a:pt x="653" y="99"/>
                  <a:pt x="653" y="101"/>
                  <a:pt x="653" y="103"/>
                </a:cubicBezTo>
                <a:close/>
                <a:moveTo>
                  <a:pt x="653" y="103"/>
                </a:moveTo>
                <a:cubicBezTo>
                  <a:pt x="653" y="103"/>
                  <a:pt x="653" y="103"/>
                  <a:pt x="653" y="10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cxnSp>
        <p:nvCxnSpPr>
          <p:cNvPr id="18" name="Shape 17"/>
          <p:cNvCxnSpPr/>
          <p:nvPr/>
        </p:nvCxnSpPr>
        <p:spPr>
          <a:xfrm rot="16200000" flipH="1">
            <a:off x="4584362" y="-473827"/>
            <a:ext cx="457200" cy="6680876"/>
          </a:xfrm>
          <a:prstGeom prst="bentConnector2">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5" name="Group 18"/>
          <p:cNvGrpSpPr/>
          <p:nvPr/>
        </p:nvGrpSpPr>
        <p:grpSpPr>
          <a:xfrm>
            <a:off x="4358636" y="3547110"/>
            <a:ext cx="835480" cy="835478"/>
            <a:chOff x="2477557" y="3537459"/>
            <a:chExt cx="835480" cy="835478"/>
          </a:xfrm>
        </p:grpSpPr>
        <p:grpSp>
          <p:nvGrpSpPr>
            <p:cNvPr id="9" name="Group 225"/>
            <p:cNvGrpSpPr/>
            <p:nvPr/>
          </p:nvGrpSpPr>
          <p:grpSpPr>
            <a:xfrm>
              <a:off x="2477556" y="3537461"/>
              <a:ext cx="835479" cy="835479"/>
              <a:chOff x="864537" y="1822859"/>
              <a:chExt cx="971309" cy="971307"/>
            </a:xfrm>
          </p:grpSpPr>
          <p:sp>
            <p:nvSpPr>
              <p:cNvPr id="22" name="Oval 21"/>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3" name="Oval 22"/>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21"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23"/>
          <p:cNvGrpSpPr/>
          <p:nvPr/>
        </p:nvGrpSpPr>
        <p:grpSpPr>
          <a:xfrm>
            <a:off x="1552354" y="3547110"/>
            <a:ext cx="835480" cy="835478"/>
            <a:chOff x="1182462" y="2087458"/>
            <a:chExt cx="835480" cy="835478"/>
          </a:xfrm>
        </p:grpSpPr>
        <p:grpSp>
          <p:nvGrpSpPr>
            <p:cNvPr id="11" name="Group 225"/>
            <p:cNvGrpSpPr/>
            <p:nvPr/>
          </p:nvGrpSpPr>
          <p:grpSpPr>
            <a:xfrm>
              <a:off x="1182461" y="2087460"/>
              <a:ext cx="835479" cy="835479"/>
              <a:chOff x="864537" y="1822859"/>
              <a:chExt cx="971309" cy="971307"/>
            </a:xfrm>
          </p:grpSpPr>
          <p:sp>
            <p:nvSpPr>
              <p:cNvPr id="27" name="Oval 26"/>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8" name="Oval 27"/>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26"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8"/>
          <p:cNvGrpSpPr/>
          <p:nvPr/>
        </p:nvGrpSpPr>
        <p:grpSpPr>
          <a:xfrm>
            <a:off x="5773198" y="3547110"/>
            <a:ext cx="835480" cy="835478"/>
            <a:chOff x="5811502" y="3537459"/>
            <a:chExt cx="835480" cy="835478"/>
          </a:xfrm>
        </p:grpSpPr>
        <p:grpSp>
          <p:nvGrpSpPr>
            <p:cNvPr id="17" name="Group 225"/>
            <p:cNvGrpSpPr/>
            <p:nvPr/>
          </p:nvGrpSpPr>
          <p:grpSpPr>
            <a:xfrm>
              <a:off x="5811501" y="3537461"/>
              <a:ext cx="835479" cy="835479"/>
              <a:chOff x="864537" y="1822859"/>
              <a:chExt cx="971309" cy="971307"/>
            </a:xfrm>
          </p:grpSpPr>
          <p:sp>
            <p:nvSpPr>
              <p:cNvPr id="33" name="Oval 32"/>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4" name="Oval 33"/>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2"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34"/>
          <p:cNvGrpSpPr/>
          <p:nvPr/>
        </p:nvGrpSpPr>
        <p:grpSpPr>
          <a:xfrm>
            <a:off x="2921234" y="3547110"/>
            <a:ext cx="835480" cy="835478"/>
            <a:chOff x="1810872" y="2768050"/>
            <a:chExt cx="835480" cy="835478"/>
          </a:xfrm>
        </p:grpSpPr>
        <p:grpSp>
          <p:nvGrpSpPr>
            <p:cNvPr id="20" name="Group 225"/>
            <p:cNvGrpSpPr/>
            <p:nvPr/>
          </p:nvGrpSpPr>
          <p:grpSpPr>
            <a:xfrm>
              <a:off x="1810871" y="2768052"/>
              <a:ext cx="835479" cy="835479"/>
              <a:chOff x="864537" y="1822859"/>
              <a:chExt cx="971309" cy="971307"/>
            </a:xfrm>
          </p:grpSpPr>
          <p:sp>
            <p:nvSpPr>
              <p:cNvPr id="38" name="Oval 37"/>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9" name="Oval 38"/>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7"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39"/>
          <p:cNvGrpSpPr/>
          <p:nvPr/>
        </p:nvGrpSpPr>
        <p:grpSpPr>
          <a:xfrm>
            <a:off x="7164919" y="3547110"/>
            <a:ext cx="835480" cy="835478"/>
            <a:chOff x="7133616" y="2087458"/>
            <a:chExt cx="835480" cy="835478"/>
          </a:xfrm>
        </p:grpSpPr>
        <p:grpSp>
          <p:nvGrpSpPr>
            <p:cNvPr id="25" name="Group 225"/>
            <p:cNvGrpSpPr/>
            <p:nvPr/>
          </p:nvGrpSpPr>
          <p:grpSpPr>
            <a:xfrm>
              <a:off x="7133615" y="2087460"/>
              <a:ext cx="835479" cy="835479"/>
              <a:chOff x="864537" y="1822859"/>
              <a:chExt cx="971309" cy="971307"/>
            </a:xfrm>
          </p:grpSpPr>
          <p:sp>
            <p:nvSpPr>
              <p:cNvPr id="43" name="Oval 42"/>
              <p:cNvSpPr/>
              <p:nvPr/>
            </p:nvSpPr>
            <p:spPr>
              <a:xfrm>
                <a:off x="932451" y="1890773"/>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4" name="Oval 43"/>
              <p:cNvSpPr/>
              <p:nvPr/>
            </p:nvSpPr>
            <p:spPr>
              <a:xfrm>
                <a:off x="864537" y="1822859"/>
                <a:ext cx="971309" cy="971307"/>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42" name="Freeform 83"/>
            <p:cNvSpPr>
              <a:spLocks noEditPoints="1"/>
            </p:cNvSpPr>
            <p:nvPr/>
          </p:nvSpPr>
          <p:spPr bwMode="auto">
            <a:xfrm>
              <a:off x="7404774" y="2285323"/>
              <a:ext cx="293165" cy="43974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5" name="Oval 44"/>
          <p:cNvSpPr/>
          <p:nvPr/>
        </p:nvSpPr>
        <p:spPr>
          <a:xfrm>
            <a:off x="1896006" y="3021901"/>
            <a:ext cx="169764" cy="169764"/>
          </a:xfrm>
          <a:prstGeom prst="ellipse">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p:cNvSpPr/>
          <p:nvPr/>
        </p:nvSpPr>
        <p:spPr>
          <a:xfrm>
            <a:off x="4689034" y="3021901"/>
            <a:ext cx="169764" cy="169764"/>
          </a:xfrm>
          <a:prstGeom prst="ellipse">
            <a:avLst/>
          </a:prstGeom>
          <a:solidFill>
            <a:schemeClr val="accent3"/>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Oval 46"/>
          <p:cNvSpPr/>
          <p:nvPr/>
        </p:nvSpPr>
        <p:spPr>
          <a:xfrm>
            <a:off x="3258259" y="3021901"/>
            <a:ext cx="169764" cy="169764"/>
          </a:xfrm>
          <a:prstGeom prst="ellipse">
            <a:avLst/>
          </a:prstGeom>
          <a:solidFill>
            <a:schemeClr val="accent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Oval 47"/>
          <p:cNvSpPr/>
          <p:nvPr/>
        </p:nvSpPr>
        <p:spPr>
          <a:xfrm>
            <a:off x="6096967" y="3021901"/>
            <a:ext cx="169764" cy="169764"/>
          </a:xfrm>
          <a:prstGeom prst="ellipse">
            <a:avLst/>
          </a:prstGeom>
          <a:solidFill>
            <a:schemeClr val="accent4"/>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p:cNvSpPr/>
          <p:nvPr/>
        </p:nvSpPr>
        <p:spPr>
          <a:xfrm>
            <a:off x="7482060" y="3021901"/>
            <a:ext cx="169764" cy="169764"/>
          </a:xfrm>
          <a:prstGeom prst="ellipse">
            <a:avLst/>
          </a:prstGeom>
          <a:solidFill>
            <a:schemeClr val="accent5"/>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22"/>
          <p:cNvCxnSpPr/>
          <p:nvPr/>
        </p:nvCxnSpPr>
        <p:spPr>
          <a:xfrm rot="16200000" flipH="1">
            <a:off x="1797110" y="3303435"/>
            <a:ext cx="365430" cy="4"/>
          </a:xfrm>
          <a:prstGeom prst="line">
            <a:avLst/>
          </a:prstGeom>
          <a:ln w="19050">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flipH="1">
            <a:off x="3160843" y="3303436"/>
            <a:ext cx="365432" cy="4"/>
          </a:xfrm>
          <a:prstGeom prst="line">
            <a:avLst/>
          </a:prstGeom>
          <a:ln w="19050">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6200000" flipH="1">
            <a:off x="4593096" y="3303438"/>
            <a:ext cx="365434" cy="1"/>
          </a:xfrm>
          <a:prstGeom prst="line">
            <a:avLst/>
          </a:prstGeom>
          <a:ln w="19050">
            <a:solidFill>
              <a:schemeClr val="accent3"/>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6200000" flipH="1">
            <a:off x="6002512" y="3303438"/>
            <a:ext cx="365436" cy="4"/>
          </a:xfrm>
          <a:prstGeom prst="line">
            <a:avLst/>
          </a:prstGeom>
          <a:ln w="19050">
            <a:solidFill>
              <a:schemeClr val="accent4"/>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rot="16200000" flipH="1">
            <a:off x="7389089" y="3303436"/>
            <a:ext cx="365432" cy="4"/>
          </a:xfrm>
          <a:prstGeom prst="line">
            <a:avLst/>
          </a:prstGeom>
          <a:ln w="19050">
            <a:solidFill>
              <a:schemeClr val="accent5"/>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60" name="Text Placeholder 3"/>
          <p:cNvSpPr txBox="1">
            <a:spLocks/>
          </p:cNvSpPr>
          <p:nvPr/>
        </p:nvSpPr>
        <p:spPr>
          <a:xfrm>
            <a:off x="1497795" y="4472042"/>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61" name="Text Placeholder 3"/>
          <p:cNvSpPr txBox="1">
            <a:spLocks/>
          </p:cNvSpPr>
          <p:nvPr/>
        </p:nvSpPr>
        <p:spPr>
          <a:xfrm>
            <a:off x="2836586" y="4472042"/>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62" name="Text Placeholder 3"/>
          <p:cNvSpPr txBox="1">
            <a:spLocks/>
          </p:cNvSpPr>
          <p:nvPr/>
        </p:nvSpPr>
        <p:spPr>
          <a:xfrm>
            <a:off x="4315749" y="4472042"/>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63" name="Text Placeholder 3"/>
          <p:cNvSpPr txBox="1">
            <a:spLocks/>
          </p:cNvSpPr>
          <p:nvPr/>
        </p:nvSpPr>
        <p:spPr>
          <a:xfrm>
            <a:off x="5723502" y="4472042"/>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64" name="Text Placeholder 3"/>
          <p:cNvSpPr txBox="1">
            <a:spLocks/>
          </p:cNvSpPr>
          <p:nvPr/>
        </p:nvSpPr>
        <p:spPr>
          <a:xfrm>
            <a:off x="7103166" y="4472042"/>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animEffect transition="in" filter="fade">
                                      <p:cBhvr>
                                        <p:cTn id="14" dur="500"/>
                                        <p:tgtEl>
                                          <p:spTgt spid="16"/>
                                        </p:tgtEl>
                                      </p:cBhvr>
                                    </p:animEffect>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left)">
                                      <p:cBhvr>
                                        <p:cTn id="18" dur="500"/>
                                        <p:tgtEl>
                                          <p:spTgt spid="2"/>
                                        </p:tgtEl>
                                      </p:cBhvr>
                                    </p:animEffect>
                                  </p:childTnLst>
                                </p:cTn>
                              </p:par>
                            </p:childTnLst>
                          </p:cTn>
                        </p:par>
                        <p:par>
                          <p:cTn id="19" fill="hold">
                            <p:stCondLst>
                              <p:cond delay="1500"/>
                            </p:stCondLst>
                            <p:childTnLst>
                              <p:par>
                                <p:cTn id="20" presetID="18" presetClass="entr" presetSubtype="6"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trips(downRight)">
                                      <p:cBhvr>
                                        <p:cTn id="22" dur="500"/>
                                        <p:tgtEl>
                                          <p:spTgt spid="18"/>
                                        </p:tgtEl>
                                      </p:cBhvr>
                                    </p:animEffect>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p:cTn id="26" dur="500" fill="hold"/>
                                        <p:tgtEl>
                                          <p:spTgt spid="45"/>
                                        </p:tgtEl>
                                        <p:attrNameLst>
                                          <p:attrName>ppt_w</p:attrName>
                                        </p:attrNameLst>
                                      </p:cBhvr>
                                      <p:tavLst>
                                        <p:tav tm="0">
                                          <p:val>
                                            <p:fltVal val="0"/>
                                          </p:val>
                                        </p:tav>
                                        <p:tav tm="100000">
                                          <p:val>
                                            <p:strVal val="#ppt_w"/>
                                          </p:val>
                                        </p:tav>
                                      </p:tavLst>
                                    </p:anim>
                                    <p:anim calcmode="lin" valueType="num">
                                      <p:cBhvr>
                                        <p:cTn id="27" dur="500" fill="hold"/>
                                        <p:tgtEl>
                                          <p:spTgt spid="45"/>
                                        </p:tgtEl>
                                        <p:attrNameLst>
                                          <p:attrName>ppt_h</p:attrName>
                                        </p:attrNameLst>
                                      </p:cBhvr>
                                      <p:tavLst>
                                        <p:tav tm="0">
                                          <p:val>
                                            <p:fltVal val="0"/>
                                          </p:val>
                                        </p:tav>
                                        <p:tav tm="100000">
                                          <p:val>
                                            <p:strVal val="#ppt_h"/>
                                          </p:val>
                                        </p:tav>
                                      </p:tavLst>
                                    </p:anim>
                                    <p:animEffect transition="in" filter="fade">
                                      <p:cBhvr>
                                        <p:cTn id="28" dur="500"/>
                                        <p:tgtEl>
                                          <p:spTgt spid="45"/>
                                        </p:tgtEl>
                                      </p:cBhvr>
                                    </p:animEffect>
                                  </p:childTnLst>
                                </p:cTn>
                              </p:par>
                            </p:childTnLst>
                          </p:cTn>
                        </p:par>
                        <p:par>
                          <p:cTn id="29" fill="hold">
                            <p:stCondLst>
                              <p:cond delay="2500"/>
                            </p:stCondLst>
                            <p:childTnLst>
                              <p:par>
                                <p:cTn id="30" presetID="22" presetClass="entr" presetSubtype="1" fill="hold"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wipe(up)">
                                      <p:cBhvr>
                                        <p:cTn id="32" dur="500"/>
                                        <p:tgtEl>
                                          <p:spTgt spid="50"/>
                                        </p:tgtEl>
                                      </p:cBhvr>
                                    </p:animEffect>
                                  </p:childTnLst>
                                </p:cTn>
                              </p:par>
                              <p:par>
                                <p:cTn id="33" presetID="53" presetClass="entr" presetSubtype="0" fill="hold"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p:cTn id="35" dur="500" fill="hold"/>
                                        <p:tgtEl>
                                          <p:spTgt spid="10"/>
                                        </p:tgtEl>
                                        <p:attrNameLst>
                                          <p:attrName>ppt_w</p:attrName>
                                        </p:attrNameLst>
                                      </p:cBhvr>
                                      <p:tavLst>
                                        <p:tav tm="0">
                                          <p:val>
                                            <p:fltVal val="0"/>
                                          </p:val>
                                        </p:tav>
                                        <p:tav tm="100000">
                                          <p:val>
                                            <p:strVal val="#ppt_w"/>
                                          </p:val>
                                        </p:tav>
                                      </p:tavLst>
                                    </p:anim>
                                    <p:anim calcmode="lin" valueType="num">
                                      <p:cBhvr>
                                        <p:cTn id="36" dur="500" fill="hold"/>
                                        <p:tgtEl>
                                          <p:spTgt spid="10"/>
                                        </p:tgtEl>
                                        <p:attrNameLst>
                                          <p:attrName>ppt_h</p:attrName>
                                        </p:attrNameLst>
                                      </p:cBhvr>
                                      <p:tavLst>
                                        <p:tav tm="0">
                                          <p:val>
                                            <p:fltVal val="0"/>
                                          </p:val>
                                        </p:tav>
                                        <p:tav tm="100000">
                                          <p:val>
                                            <p:strVal val="#ppt_h"/>
                                          </p:val>
                                        </p:tav>
                                      </p:tavLst>
                                    </p:anim>
                                    <p:animEffect transition="in" filter="fade">
                                      <p:cBhvr>
                                        <p:cTn id="37" dur="500"/>
                                        <p:tgtEl>
                                          <p:spTgt spid="10"/>
                                        </p:tgtEl>
                                      </p:cBhvr>
                                    </p:animEffect>
                                  </p:childTnLst>
                                </p:cTn>
                              </p:par>
                            </p:childTnLst>
                          </p:cTn>
                        </p:par>
                        <p:par>
                          <p:cTn id="38" fill="hold">
                            <p:stCondLst>
                              <p:cond delay="3000"/>
                            </p:stCondLst>
                            <p:childTnLst>
                              <p:par>
                                <p:cTn id="39" presetID="22" presetClass="entr" presetSubtype="4" fill="hold" grpId="0" nodeType="after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wipe(down)">
                                      <p:cBhvr>
                                        <p:cTn id="41" dur="500"/>
                                        <p:tgtEl>
                                          <p:spTgt spid="60"/>
                                        </p:tgtEl>
                                      </p:cBhvr>
                                    </p:animEffect>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47"/>
                                        </p:tgtEl>
                                        <p:attrNameLst>
                                          <p:attrName>style.visibility</p:attrName>
                                        </p:attrNameLst>
                                      </p:cBhvr>
                                      <p:to>
                                        <p:strVal val="visible"/>
                                      </p:to>
                                    </p:set>
                                    <p:anim calcmode="lin" valueType="num">
                                      <p:cBhvr>
                                        <p:cTn id="45" dur="500" fill="hold"/>
                                        <p:tgtEl>
                                          <p:spTgt spid="47"/>
                                        </p:tgtEl>
                                        <p:attrNameLst>
                                          <p:attrName>ppt_w</p:attrName>
                                        </p:attrNameLst>
                                      </p:cBhvr>
                                      <p:tavLst>
                                        <p:tav tm="0">
                                          <p:val>
                                            <p:fltVal val="0"/>
                                          </p:val>
                                        </p:tav>
                                        <p:tav tm="100000">
                                          <p:val>
                                            <p:strVal val="#ppt_w"/>
                                          </p:val>
                                        </p:tav>
                                      </p:tavLst>
                                    </p:anim>
                                    <p:anim calcmode="lin" valueType="num">
                                      <p:cBhvr>
                                        <p:cTn id="46" dur="500" fill="hold"/>
                                        <p:tgtEl>
                                          <p:spTgt spid="47"/>
                                        </p:tgtEl>
                                        <p:attrNameLst>
                                          <p:attrName>ppt_h</p:attrName>
                                        </p:attrNameLst>
                                      </p:cBhvr>
                                      <p:tavLst>
                                        <p:tav tm="0">
                                          <p:val>
                                            <p:fltVal val="0"/>
                                          </p:val>
                                        </p:tav>
                                        <p:tav tm="100000">
                                          <p:val>
                                            <p:strVal val="#ppt_h"/>
                                          </p:val>
                                        </p:tav>
                                      </p:tavLst>
                                    </p:anim>
                                    <p:animEffect transition="in" filter="fade">
                                      <p:cBhvr>
                                        <p:cTn id="47" dur="500"/>
                                        <p:tgtEl>
                                          <p:spTgt spid="47"/>
                                        </p:tgtEl>
                                      </p:cBhvr>
                                    </p:animEffect>
                                  </p:childTnLst>
                                </p:cTn>
                              </p:par>
                            </p:childTnLst>
                          </p:cTn>
                        </p:par>
                        <p:par>
                          <p:cTn id="48" fill="hold">
                            <p:stCondLst>
                              <p:cond delay="4000"/>
                            </p:stCondLst>
                            <p:childTnLst>
                              <p:par>
                                <p:cTn id="49" presetID="22" presetClass="entr" presetSubtype="1" fill="hold" nodeType="after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wipe(up)">
                                      <p:cBhvr>
                                        <p:cTn id="51" dur="500"/>
                                        <p:tgtEl>
                                          <p:spTgt spid="51"/>
                                        </p:tgtEl>
                                      </p:cBhvr>
                                    </p:animEffect>
                                  </p:childTnLst>
                                </p:cTn>
                              </p:par>
                              <p:par>
                                <p:cTn id="52" presetID="53" presetClass="entr" presetSubtype="0" fill="hold"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p:cTn id="54" dur="500" fill="hold"/>
                                        <p:tgtEl>
                                          <p:spTgt spid="19"/>
                                        </p:tgtEl>
                                        <p:attrNameLst>
                                          <p:attrName>ppt_w</p:attrName>
                                        </p:attrNameLst>
                                      </p:cBhvr>
                                      <p:tavLst>
                                        <p:tav tm="0">
                                          <p:val>
                                            <p:fltVal val="0"/>
                                          </p:val>
                                        </p:tav>
                                        <p:tav tm="100000">
                                          <p:val>
                                            <p:strVal val="#ppt_w"/>
                                          </p:val>
                                        </p:tav>
                                      </p:tavLst>
                                    </p:anim>
                                    <p:anim calcmode="lin" valueType="num">
                                      <p:cBhvr>
                                        <p:cTn id="55" dur="500" fill="hold"/>
                                        <p:tgtEl>
                                          <p:spTgt spid="19"/>
                                        </p:tgtEl>
                                        <p:attrNameLst>
                                          <p:attrName>ppt_h</p:attrName>
                                        </p:attrNameLst>
                                      </p:cBhvr>
                                      <p:tavLst>
                                        <p:tav tm="0">
                                          <p:val>
                                            <p:fltVal val="0"/>
                                          </p:val>
                                        </p:tav>
                                        <p:tav tm="100000">
                                          <p:val>
                                            <p:strVal val="#ppt_h"/>
                                          </p:val>
                                        </p:tav>
                                      </p:tavLst>
                                    </p:anim>
                                    <p:animEffect transition="in" filter="fade">
                                      <p:cBhvr>
                                        <p:cTn id="56" dur="500"/>
                                        <p:tgtEl>
                                          <p:spTgt spid="19"/>
                                        </p:tgtEl>
                                      </p:cBhvr>
                                    </p:animEffect>
                                  </p:childTnLst>
                                </p:cTn>
                              </p:par>
                            </p:childTnLst>
                          </p:cTn>
                        </p:par>
                        <p:par>
                          <p:cTn id="57" fill="hold">
                            <p:stCondLst>
                              <p:cond delay="4500"/>
                            </p:stCondLst>
                            <p:childTnLst>
                              <p:par>
                                <p:cTn id="58" presetID="22" presetClass="entr" presetSubtype="4" fill="hold" grpId="0" nodeType="after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wipe(down)">
                                      <p:cBhvr>
                                        <p:cTn id="60" dur="500"/>
                                        <p:tgtEl>
                                          <p:spTgt spid="61"/>
                                        </p:tgtEl>
                                      </p:cBhvr>
                                    </p:animEffect>
                                  </p:childTnLst>
                                </p:cTn>
                              </p:par>
                            </p:childTnLst>
                          </p:cTn>
                        </p:par>
                        <p:par>
                          <p:cTn id="61" fill="hold">
                            <p:stCondLst>
                              <p:cond delay="5000"/>
                            </p:stCondLst>
                            <p:childTnLst>
                              <p:par>
                                <p:cTn id="62" presetID="53" presetClass="entr" presetSubtype="0" fill="hold" grpId="0" nodeType="afterEffect">
                                  <p:stCondLst>
                                    <p:cond delay="0"/>
                                  </p:stCondLst>
                                  <p:childTnLst>
                                    <p:set>
                                      <p:cBhvr>
                                        <p:cTn id="63" dur="1" fill="hold">
                                          <p:stCondLst>
                                            <p:cond delay="0"/>
                                          </p:stCondLst>
                                        </p:cTn>
                                        <p:tgtEl>
                                          <p:spTgt spid="46"/>
                                        </p:tgtEl>
                                        <p:attrNameLst>
                                          <p:attrName>style.visibility</p:attrName>
                                        </p:attrNameLst>
                                      </p:cBhvr>
                                      <p:to>
                                        <p:strVal val="visible"/>
                                      </p:to>
                                    </p:set>
                                    <p:anim calcmode="lin" valueType="num">
                                      <p:cBhvr>
                                        <p:cTn id="64" dur="500" fill="hold"/>
                                        <p:tgtEl>
                                          <p:spTgt spid="46"/>
                                        </p:tgtEl>
                                        <p:attrNameLst>
                                          <p:attrName>ppt_w</p:attrName>
                                        </p:attrNameLst>
                                      </p:cBhvr>
                                      <p:tavLst>
                                        <p:tav tm="0">
                                          <p:val>
                                            <p:fltVal val="0"/>
                                          </p:val>
                                        </p:tav>
                                        <p:tav tm="100000">
                                          <p:val>
                                            <p:strVal val="#ppt_w"/>
                                          </p:val>
                                        </p:tav>
                                      </p:tavLst>
                                    </p:anim>
                                    <p:anim calcmode="lin" valueType="num">
                                      <p:cBhvr>
                                        <p:cTn id="65" dur="500" fill="hold"/>
                                        <p:tgtEl>
                                          <p:spTgt spid="46"/>
                                        </p:tgtEl>
                                        <p:attrNameLst>
                                          <p:attrName>ppt_h</p:attrName>
                                        </p:attrNameLst>
                                      </p:cBhvr>
                                      <p:tavLst>
                                        <p:tav tm="0">
                                          <p:val>
                                            <p:fltVal val="0"/>
                                          </p:val>
                                        </p:tav>
                                        <p:tav tm="100000">
                                          <p:val>
                                            <p:strVal val="#ppt_h"/>
                                          </p:val>
                                        </p:tav>
                                      </p:tavLst>
                                    </p:anim>
                                    <p:animEffect transition="in" filter="fade">
                                      <p:cBhvr>
                                        <p:cTn id="66" dur="500"/>
                                        <p:tgtEl>
                                          <p:spTgt spid="46"/>
                                        </p:tgtEl>
                                      </p:cBhvr>
                                    </p:animEffect>
                                  </p:childTnLst>
                                </p:cTn>
                              </p:par>
                            </p:childTnLst>
                          </p:cTn>
                        </p:par>
                        <p:par>
                          <p:cTn id="67" fill="hold">
                            <p:stCondLst>
                              <p:cond delay="5500"/>
                            </p:stCondLst>
                            <p:childTnLst>
                              <p:par>
                                <p:cTn id="68" presetID="22" presetClass="entr" presetSubtype="1" fill="hold"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wipe(up)">
                                      <p:cBhvr>
                                        <p:cTn id="70" dur="500"/>
                                        <p:tgtEl>
                                          <p:spTgt spid="52"/>
                                        </p:tgtEl>
                                      </p:cBhvr>
                                    </p:animEffect>
                                  </p:childTnLst>
                                </p:cTn>
                              </p:par>
                              <p:par>
                                <p:cTn id="71" presetID="53" presetClass="entr" presetSubtype="0" fill="hold" nodeType="withEffect">
                                  <p:stCondLst>
                                    <p:cond delay="0"/>
                                  </p:stCondLst>
                                  <p:childTnLst>
                                    <p:set>
                                      <p:cBhvr>
                                        <p:cTn id="72" dur="1" fill="hold">
                                          <p:stCondLst>
                                            <p:cond delay="0"/>
                                          </p:stCondLst>
                                        </p:cTn>
                                        <p:tgtEl>
                                          <p:spTgt spid="5"/>
                                        </p:tgtEl>
                                        <p:attrNameLst>
                                          <p:attrName>style.visibility</p:attrName>
                                        </p:attrNameLst>
                                      </p:cBhvr>
                                      <p:to>
                                        <p:strVal val="visible"/>
                                      </p:to>
                                    </p:set>
                                    <p:anim calcmode="lin" valueType="num">
                                      <p:cBhvr>
                                        <p:cTn id="73" dur="500" fill="hold"/>
                                        <p:tgtEl>
                                          <p:spTgt spid="5"/>
                                        </p:tgtEl>
                                        <p:attrNameLst>
                                          <p:attrName>ppt_w</p:attrName>
                                        </p:attrNameLst>
                                      </p:cBhvr>
                                      <p:tavLst>
                                        <p:tav tm="0">
                                          <p:val>
                                            <p:fltVal val="0"/>
                                          </p:val>
                                        </p:tav>
                                        <p:tav tm="100000">
                                          <p:val>
                                            <p:strVal val="#ppt_w"/>
                                          </p:val>
                                        </p:tav>
                                      </p:tavLst>
                                    </p:anim>
                                    <p:anim calcmode="lin" valueType="num">
                                      <p:cBhvr>
                                        <p:cTn id="74" dur="500" fill="hold"/>
                                        <p:tgtEl>
                                          <p:spTgt spid="5"/>
                                        </p:tgtEl>
                                        <p:attrNameLst>
                                          <p:attrName>ppt_h</p:attrName>
                                        </p:attrNameLst>
                                      </p:cBhvr>
                                      <p:tavLst>
                                        <p:tav tm="0">
                                          <p:val>
                                            <p:fltVal val="0"/>
                                          </p:val>
                                        </p:tav>
                                        <p:tav tm="100000">
                                          <p:val>
                                            <p:strVal val="#ppt_h"/>
                                          </p:val>
                                        </p:tav>
                                      </p:tavLst>
                                    </p:anim>
                                    <p:animEffect transition="in" filter="fade">
                                      <p:cBhvr>
                                        <p:cTn id="75" dur="500"/>
                                        <p:tgtEl>
                                          <p:spTgt spid="5"/>
                                        </p:tgtEl>
                                      </p:cBhvr>
                                    </p:animEffect>
                                  </p:childTnLst>
                                </p:cTn>
                              </p:par>
                            </p:childTnLst>
                          </p:cTn>
                        </p:par>
                        <p:par>
                          <p:cTn id="76" fill="hold">
                            <p:stCondLst>
                              <p:cond delay="6000"/>
                            </p:stCondLst>
                            <p:childTnLst>
                              <p:par>
                                <p:cTn id="77" presetID="22" presetClass="entr" presetSubtype="4" fill="hold" grpId="0"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down)">
                                      <p:cBhvr>
                                        <p:cTn id="79" dur="500"/>
                                        <p:tgtEl>
                                          <p:spTgt spid="62"/>
                                        </p:tgtEl>
                                      </p:cBhvr>
                                    </p:animEffect>
                                  </p:childTnLst>
                                </p:cTn>
                              </p:par>
                            </p:childTnLst>
                          </p:cTn>
                        </p:par>
                        <p:par>
                          <p:cTn id="80" fill="hold">
                            <p:stCondLst>
                              <p:cond delay="6500"/>
                            </p:stCondLst>
                            <p:childTnLst>
                              <p:par>
                                <p:cTn id="81" presetID="53" presetClass="entr" presetSubtype="0" fill="hold" grpId="0" nodeType="afterEffect">
                                  <p:stCondLst>
                                    <p:cond delay="0"/>
                                  </p:stCondLst>
                                  <p:childTnLst>
                                    <p:set>
                                      <p:cBhvr>
                                        <p:cTn id="82" dur="1" fill="hold">
                                          <p:stCondLst>
                                            <p:cond delay="0"/>
                                          </p:stCondLst>
                                        </p:cTn>
                                        <p:tgtEl>
                                          <p:spTgt spid="48"/>
                                        </p:tgtEl>
                                        <p:attrNameLst>
                                          <p:attrName>style.visibility</p:attrName>
                                        </p:attrNameLst>
                                      </p:cBhvr>
                                      <p:to>
                                        <p:strVal val="visible"/>
                                      </p:to>
                                    </p:set>
                                    <p:anim calcmode="lin" valueType="num">
                                      <p:cBhvr>
                                        <p:cTn id="83" dur="500" fill="hold"/>
                                        <p:tgtEl>
                                          <p:spTgt spid="48"/>
                                        </p:tgtEl>
                                        <p:attrNameLst>
                                          <p:attrName>ppt_w</p:attrName>
                                        </p:attrNameLst>
                                      </p:cBhvr>
                                      <p:tavLst>
                                        <p:tav tm="0">
                                          <p:val>
                                            <p:fltVal val="0"/>
                                          </p:val>
                                        </p:tav>
                                        <p:tav tm="100000">
                                          <p:val>
                                            <p:strVal val="#ppt_w"/>
                                          </p:val>
                                        </p:tav>
                                      </p:tavLst>
                                    </p:anim>
                                    <p:anim calcmode="lin" valueType="num">
                                      <p:cBhvr>
                                        <p:cTn id="84" dur="500" fill="hold"/>
                                        <p:tgtEl>
                                          <p:spTgt spid="48"/>
                                        </p:tgtEl>
                                        <p:attrNameLst>
                                          <p:attrName>ppt_h</p:attrName>
                                        </p:attrNameLst>
                                      </p:cBhvr>
                                      <p:tavLst>
                                        <p:tav tm="0">
                                          <p:val>
                                            <p:fltVal val="0"/>
                                          </p:val>
                                        </p:tav>
                                        <p:tav tm="100000">
                                          <p:val>
                                            <p:strVal val="#ppt_h"/>
                                          </p:val>
                                        </p:tav>
                                      </p:tavLst>
                                    </p:anim>
                                    <p:animEffect transition="in" filter="fade">
                                      <p:cBhvr>
                                        <p:cTn id="85" dur="500"/>
                                        <p:tgtEl>
                                          <p:spTgt spid="48"/>
                                        </p:tgtEl>
                                      </p:cBhvr>
                                    </p:animEffect>
                                  </p:childTnLst>
                                </p:cTn>
                              </p:par>
                            </p:childTnLst>
                          </p:cTn>
                        </p:par>
                        <p:par>
                          <p:cTn id="86" fill="hold">
                            <p:stCondLst>
                              <p:cond delay="7000"/>
                            </p:stCondLst>
                            <p:childTnLst>
                              <p:par>
                                <p:cTn id="87" presetID="22" presetClass="entr" presetSubtype="1" fill="hold" nodeType="afterEffect">
                                  <p:stCondLst>
                                    <p:cond delay="0"/>
                                  </p:stCondLst>
                                  <p:childTnLst>
                                    <p:set>
                                      <p:cBhvr>
                                        <p:cTn id="88" dur="1" fill="hold">
                                          <p:stCondLst>
                                            <p:cond delay="0"/>
                                          </p:stCondLst>
                                        </p:cTn>
                                        <p:tgtEl>
                                          <p:spTgt spid="53"/>
                                        </p:tgtEl>
                                        <p:attrNameLst>
                                          <p:attrName>style.visibility</p:attrName>
                                        </p:attrNameLst>
                                      </p:cBhvr>
                                      <p:to>
                                        <p:strVal val="visible"/>
                                      </p:to>
                                    </p:set>
                                    <p:animEffect transition="in" filter="wipe(up)">
                                      <p:cBhvr>
                                        <p:cTn id="89" dur="500"/>
                                        <p:tgtEl>
                                          <p:spTgt spid="53"/>
                                        </p:tgtEl>
                                      </p:cBhvr>
                                    </p:animEffect>
                                  </p:childTnLst>
                                </p:cTn>
                              </p:par>
                              <p:par>
                                <p:cTn id="90" presetID="53" presetClass="entr" presetSubtype="0" fill="hold" nodeType="with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p:cTn id="92" dur="500" fill="hold"/>
                                        <p:tgtEl>
                                          <p:spTgt spid="13"/>
                                        </p:tgtEl>
                                        <p:attrNameLst>
                                          <p:attrName>ppt_w</p:attrName>
                                        </p:attrNameLst>
                                      </p:cBhvr>
                                      <p:tavLst>
                                        <p:tav tm="0">
                                          <p:val>
                                            <p:fltVal val="0"/>
                                          </p:val>
                                        </p:tav>
                                        <p:tav tm="100000">
                                          <p:val>
                                            <p:strVal val="#ppt_w"/>
                                          </p:val>
                                        </p:tav>
                                      </p:tavLst>
                                    </p:anim>
                                    <p:anim calcmode="lin" valueType="num">
                                      <p:cBhvr>
                                        <p:cTn id="93" dur="500" fill="hold"/>
                                        <p:tgtEl>
                                          <p:spTgt spid="13"/>
                                        </p:tgtEl>
                                        <p:attrNameLst>
                                          <p:attrName>ppt_h</p:attrName>
                                        </p:attrNameLst>
                                      </p:cBhvr>
                                      <p:tavLst>
                                        <p:tav tm="0">
                                          <p:val>
                                            <p:fltVal val="0"/>
                                          </p:val>
                                        </p:tav>
                                        <p:tav tm="100000">
                                          <p:val>
                                            <p:strVal val="#ppt_h"/>
                                          </p:val>
                                        </p:tav>
                                      </p:tavLst>
                                    </p:anim>
                                    <p:animEffect transition="in" filter="fade">
                                      <p:cBhvr>
                                        <p:cTn id="94" dur="500"/>
                                        <p:tgtEl>
                                          <p:spTgt spid="13"/>
                                        </p:tgtEl>
                                      </p:cBhvr>
                                    </p:animEffect>
                                  </p:childTnLst>
                                </p:cTn>
                              </p:par>
                            </p:childTnLst>
                          </p:cTn>
                        </p:par>
                        <p:par>
                          <p:cTn id="95" fill="hold">
                            <p:stCondLst>
                              <p:cond delay="7500"/>
                            </p:stCondLst>
                            <p:childTnLst>
                              <p:par>
                                <p:cTn id="96" presetID="22" presetClass="entr" presetSubtype="4" fill="hold" grpId="0" nodeType="after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wipe(down)">
                                      <p:cBhvr>
                                        <p:cTn id="98" dur="500"/>
                                        <p:tgtEl>
                                          <p:spTgt spid="63"/>
                                        </p:tgtEl>
                                      </p:cBhvr>
                                    </p:animEffect>
                                  </p:childTnLst>
                                </p:cTn>
                              </p:par>
                            </p:childTnLst>
                          </p:cTn>
                        </p:par>
                        <p:par>
                          <p:cTn id="99" fill="hold">
                            <p:stCondLst>
                              <p:cond delay="8000"/>
                            </p:stCondLst>
                            <p:childTnLst>
                              <p:par>
                                <p:cTn id="100" presetID="53" presetClass="entr" presetSubtype="0" fill="hold" grpId="0" nodeType="afterEffect">
                                  <p:stCondLst>
                                    <p:cond delay="0"/>
                                  </p:stCondLst>
                                  <p:childTnLst>
                                    <p:set>
                                      <p:cBhvr>
                                        <p:cTn id="101" dur="1" fill="hold">
                                          <p:stCondLst>
                                            <p:cond delay="0"/>
                                          </p:stCondLst>
                                        </p:cTn>
                                        <p:tgtEl>
                                          <p:spTgt spid="49"/>
                                        </p:tgtEl>
                                        <p:attrNameLst>
                                          <p:attrName>style.visibility</p:attrName>
                                        </p:attrNameLst>
                                      </p:cBhvr>
                                      <p:to>
                                        <p:strVal val="visible"/>
                                      </p:to>
                                    </p:set>
                                    <p:anim calcmode="lin" valueType="num">
                                      <p:cBhvr>
                                        <p:cTn id="102" dur="500" fill="hold"/>
                                        <p:tgtEl>
                                          <p:spTgt spid="49"/>
                                        </p:tgtEl>
                                        <p:attrNameLst>
                                          <p:attrName>ppt_w</p:attrName>
                                        </p:attrNameLst>
                                      </p:cBhvr>
                                      <p:tavLst>
                                        <p:tav tm="0">
                                          <p:val>
                                            <p:fltVal val="0"/>
                                          </p:val>
                                        </p:tav>
                                        <p:tav tm="100000">
                                          <p:val>
                                            <p:strVal val="#ppt_w"/>
                                          </p:val>
                                        </p:tav>
                                      </p:tavLst>
                                    </p:anim>
                                    <p:anim calcmode="lin" valueType="num">
                                      <p:cBhvr>
                                        <p:cTn id="103" dur="500" fill="hold"/>
                                        <p:tgtEl>
                                          <p:spTgt spid="49"/>
                                        </p:tgtEl>
                                        <p:attrNameLst>
                                          <p:attrName>ppt_h</p:attrName>
                                        </p:attrNameLst>
                                      </p:cBhvr>
                                      <p:tavLst>
                                        <p:tav tm="0">
                                          <p:val>
                                            <p:fltVal val="0"/>
                                          </p:val>
                                        </p:tav>
                                        <p:tav tm="100000">
                                          <p:val>
                                            <p:strVal val="#ppt_h"/>
                                          </p:val>
                                        </p:tav>
                                      </p:tavLst>
                                    </p:anim>
                                    <p:animEffect transition="in" filter="fade">
                                      <p:cBhvr>
                                        <p:cTn id="104" dur="500"/>
                                        <p:tgtEl>
                                          <p:spTgt spid="49"/>
                                        </p:tgtEl>
                                      </p:cBhvr>
                                    </p:animEffect>
                                  </p:childTnLst>
                                </p:cTn>
                              </p:par>
                            </p:childTnLst>
                          </p:cTn>
                        </p:par>
                        <p:par>
                          <p:cTn id="105" fill="hold">
                            <p:stCondLst>
                              <p:cond delay="8500"/>
                            </p:stCondLst>
                            <p:childTnLst>
                              <p:par>
                                <p:cTn id="106" presetID="22" presetClass="entr" presetSubtype="1" fill="hold" nodeType="afterEffect">
                                  <p:stCondLst>
                                    <p:cond delay="0"/>
                                  </p:stCondLst>
                                  <p:childTnLst>
                                    <p:set>
                                      <p:cBhvr>
                                        <p:cTn id="107" dur="1" fill="hold">
                                          <p:stCondLst>
                                            <p:cond delay="0"/>
                                          </p:stCondLst>
                                        </p:cTn>
                                        <p:tgtEl>
                                          <p:spTgt spid="54"/>
                                        </p:tgtEl>
                                        <p:attrNameLst>
                                          <p:attrName>style.visibility</p:attrName>
                                        </p:attrNameLst>
                                      </p:cBhvr>
                                      <p:to>
                                        <p:strVal val="visible"/>
                                      </p:to>
                                    </p:set>
                                    <p:animEffect transition="in" filter="wipe(up)">
                                      <p:cBhvr>
                                        <p:cTn id="108" dur="500"/>
                                        <p:tgtEl>
                                          <p:spTgt spid="54"/>
                                        </p:tgtEl>
                                      </p:cBhvr>
                                    </p:animEffect>
                                  </p:childTnLst>
                                </p:cTn>
                              </p:par>
                              <p:par>
                                <p:cTn id="109" presetID="53" presetClass="entr" presetSubtype="0" fill="hold" nodeType="withEffect">
                                  <p:stCondLst>
                                    <p:cond delay="0"/>
                                  </p:stCondLst>
                                  <p:childTnLst>
                                    <p:set>
                                      <p:cBhvr>
                                        <p:cTn id="110" dur="1" fill="hold">
                                          <p:stCondLst>
                                            <p:cond delay="0"/>
                                          </p:stCondLst>
                                        </p:cTn>
                                        <p:tgtEl>
                                          <p:spTgt spid="24"/>
                                        </p:tgtEl>
                                        <p:attrNameLst>
                                          <p:attrName>style.visibility</p:attrName>
                                        </p:attrNameLst>
                                      </p:cBhvr>
                                      <p:to>
                                        <p:strVal val="visible"/>
                                      </p:to>
                                    </p:set>
                                    <p:anim calcmode="lin" valueType="num">
                                      <p:cBhvr>
                                        <p:cTn id="111" dur="500" fill="hold"/>
                                        <p:tgtEl>
                                          <p:spTgt spid="24"/>
                                        </p:tgtEl>
                                        <p:attrNameLst>
                                          <p:attrName>ppt_w</p:attrName>
                                        </p:attrNameLst>
                                      </p:cBhvr>
                                      <p:tavLst>
                                        <p:tav tm="0">
                                          <p:val>
                                            <p:fltVal val="0"/>
                                          </p:val>
                                        </p:tav>
                                        <p:tav tm="100000">
                                          <p:val>
                                            <p:strVal val="#ppt_w"/>
                                          </p:val>
                                        </p:tav>
                                      </p:tavLst>
                                    </p:anim>
                                    <p:anim calcmode="lin" valueType="num">
                                      <p:cBhvr>
                                        <p:cTn id="112" dur="500" fill="hold"/>
                                        <p:tgtEl>
                                          <p:spTgt spid="24"/>
                                        </p:tgtEl>
                                        <p:attrNameLst>
                                          <p:attrName>ppt_h</p:attrName>
                                        </p:attrNameLst>
                                      </p:cBhvr>
                                      <p:tavLst>
                                        <p:tav tm="0">
                                          <p:val>
                                            <p:fltVal val="0"/>
                                          </p:val>
                                        </p:tav>
                                        <p:tav tm="100000">
                                          <p:val>
                                            <p:strVal val="#ppt_h"/>
                                          </p:val>
                                        </p:tav>
                                      </p:tavLst>
                                    </p:anim>
                                    <p:animEffect transition="in" filter="fade">
                                      <p:cBhvr>
                                        <p:cTn id="113" dur="500"/>
                                        <p:tgtEl>
                                          <p:spTgt spid="24"/>
                                        </p:tgtEl>
                                      </p:cBhvr>
                                    </p:animEffect>
                                  </p:childTnLst>
                                </p:cTn>
                              </p:par>
                            </p:childTnLst>
                          </p:cTn>
                        </p:par>
                        <p:par>
                          <p:cTn id="114" fill="hold">
                            <p:stCondLst>
                              <p:cond delay="9000"/>
                            </p:stCondLst>
                            <p:childTnLst>
                              <p:par>
                                <p:cTn id="115" presetID="22" presetClass="entr" presetSubtype="4" fill="hold" grpId="0" nodeType="afterEffect">
                                  <p:stCondLst>
                                    <p:cond delay="0"/>
                                  </p:stCondLst>
                                  <p:childTnLst>
                                    <p:set>
                                      <p:cBhvr>
                                        <p:cTn id="116" dur="1" fill="hold">
                                          <p:stCondLst>
                                            <p:cond delay="0"/>
                                          </p:stCondLst>
                                        </p:cTn>
                                        <p:tgtEl>
                                          <p:spTgt spid="64"/>
                                        </p:tgtEl>
                                        <p:attrNameLst>
                                          <p:attrName>style.visibility</p:attrName>
                                        </p:attrNameLst>
                                      </p:cBhvr>
                                      <p:to>
                                        <p:strVal val="visible"/>
                                      </p:to>
                                    </p:set>
                                    <p:animEffect transition="in" filter="wipe(down)">
                                      <p:cBhvr>
                                        <p:cTn id="11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5" grpId="0" animBg="1"/>
      <p:bldP spid="46" grpId="0" animBg="1"/>
      <p:bldP spid="47" grpId="0" animBg="1"/>
      <p:bldP spid="48" grpId="0" animBg="1"/>
      <p:bldP spid="49" grpId="0" animBg="1"/>
      <p:bldP spid="60" grpId="0"/>
      <p:bldP spid="61" grpId="0"/>
      <p:bldP spid="62" grpId="0"/>
      <p:bldP spid="63" grpId="0"/>
      <p:bldP spid="64"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Strategy Analysis</a:t>
            </a:r>
            <a:endParaRPr lang="en-US" dirty="0"/>
          </a:p>
        </p:txBody>
      </p:sp>
      <p:sp>
        <p:nvSpPr>
          <p:cNvPr id="45" name="Text Placeholder 44"/>
          <p:cNvSpPr>
            <a:spLocks noGrp="1"/>
          </p:cNvSpPr>
          <p:nvPr>
            <p:ph type="body" sz="half" idx="2"/>
          </p:nvPr>
        </p:nvSpPr>
        <p:spPr/>
        <p:txBody>
          <a:bodyPr/>
          <a:lstStyle/>
          <a:p>
            <a:r>
              <a:rPr lang="en-US"/>
              <a:t>Strategy Analysis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131</a:t>
            </a:fld>
            <a:endParaRPr lang="en-US" dirty="0"/>
          </a:p>
        </p:txBody>
      </p:sp>
      <p:grpSp>
        <p:nvGrpSpPr>
          <p:cNvPr id="2" name="Group 9"/>
          <p:cNvGrpSpPr/>
          <p:nvPr/>
        </p:nvGrpSpPr>
        <p:grpSpPr>
          <a:xfrm>
            <a:off x="3684795" y="1820741"/>
            <a:ext cx="1774411" cy="417427"/>
            <a:chOff x="1600200" y="1295400"/>
            <a:chExt cx="5410200" cy="649312"/>
          </a:xfrm>
        </p:grpSpPr>
        <p:sp>
          <p:nvSpPr>
            <p:cNvPr id="6" name="Rounded Rectangle 5"/>
            <p:cNvSpPr/>
            <p:nvPr/>
          </p:nvSpPr>
          <p:spPr>
            <a:xfrm>
              <a:off x="1600200" y="1335113"/>
              <a:ext cx="5410200" cy="609599"/>
            </a:xfrm>
            <a:prstGeom prst="roundRect">
              <a:avLst>
                <a:gd name="adj" fmla="val 7228"/>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 name="Rounded Rectangle 4"/>
            <p:cNvSpPr/>
            <p:nvPr/>
          </p:nvSpPr>
          <p:spPr>
            <a:xfrm>
              <a:off x="1600200" y="1295400"/>
              <a:ext cx="5410200" cy="609600"/>
            </a:xfrm>
            <a:prstGeom prst="roundRect">
              <a:avLst>
                <a:gd name="adj" fmla="val 1013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grpSp>
        <p:nvGrpSpPr>
          <p:cNvPr id="3" name="Group 9"/>
          <p:cNvGrpSpPr/>
          <p:nvPr/>
        </p:nvGrpSpPr>
        <p:grpSpPr>
          <a:xfrm>
            <a:off x="3261372" y="2499738"/>
            <a:ext cx="2621257" cy="417427"/>
            <a:chOff x="1600200" y="1295400"/>
            <a:chExt cx="5410200" cy="649312"/>
          </a:xfrm>
        </p:grpSpPr>
        <p:sp>
          <p:nvSpPr>
            <p:cNvPr id="91" name="Rounded Rectangle 90"/>
            <p:cNvSpPr/>
            <p:nvPr/>
          </p:nvSpPr>
          <p:spPr>
            <a:xfrm>
              <a:off x="1600200" y="1335113"/>
              <a:ext cx="5410200" cy="609599"/>
            </a:xfrm>
            <a:prstGeom prst="roundRect">
              <a:avLst>
                <a:gd name="adj" fmla="val 7228"/>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2" name="Rounded Rectangle 91"/>
            <p:cNvSpPr/>
            <p:nvPr/>
          </p:nvSpPr>
          <p:spPr>
            <a:xfrm>
              <a:off x="1600200" y="1295400"/>
              <a:ext cx="5410200" cy="609600"/>
            </a:xfrm>
            <a:prstGeom prst="roundRect">
              <a:avLst>
                <a:gd name="adj" fmla="val 1013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grpSp>
        <p:nvGrpSpPr>
          <p:cNvPr id="4" name="Group 9"/>
          <p:cNvGrpSpPr/>
          <p:nvPr/>
        </p:nvGrpSpPr>
        <p:grpSpPr>
          <a:xfrm>
            <a:off x="2784722" y="3169223"/>
            <a:ext cx="3574556" cy="417427"/>
            <a:chOff x="1600200" y="1295400"/>
            <a:chExt cx="5410200" cy="649312"/>
          </a:xfrm>
        </p:grpSpPr>
        <p:sp>
          <p:nvSpPr>
            <p:cNvPr id="94" name="Rounded Rectangle 93"/>
            <p:cNvSpPr/>
            <p:nvPr/>
          </p:nvSpPr>
          <p:spPr>
            <a:xfrm>
              <a:off x="1600200" y="1335113"/>
              <a:ext cx="5410200" cy="609599"/>
            </a:xfrm>
            <a:prstGeom prst="roundRect">
              <a:avLst>
                <a:gd name="adj" fmla="val 7228"/>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5" name="Rounded Rectangle 94"/>
            <p:cNvSpPr/>
            <p:nvPr/>
          </p:nvSpPr>
          <p:spPr>
            <a:xfrm>
              <a:off x="1600200" y="1295400"/>
              <a:ext cx="5410200" cy="609600"/>
            </a:xfrm>
            <a:prstGeom prst="roundRect">
              <a:avLst>
                <a:gd name="adj" fmla="val 1013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grpSp>
        <p:nvGrpSpPr>
          <p:cNvPr id="7" name="Group 75"/>
          <p:cNvGrpSpPr/>
          <p:nvPr/>
        </p:nvGrpSpPr>
        <p:grpSpPr>
          <a:xfrm>
            <a:off x="4220929" y="1678383"/>
            <a:ext cx="702142" cy="702142"/>
            <a:chOff x="4112772" y="1053092"/>
            <a:chExt cx="897988" cy="897988"/>
          </a:xfrm>
        </p:grpSpPr>
        <p:sp>
          <p:nvSpPr>
            <p:cNvPr id="36" name="Oval 35"/>
            <p:cNvSpPr/>
            <p:nvPr/>
          </p:nvSpPr>
          <p:spPr>
            <a:xfrm>
              <a:off x="4112772" y="1053092"/>
              <a:ext cx="897988" cy="897988"/>
            </a:xfrm>
            <a:prstGeom prst="ellipse">
              <a:avLst/>
            </a:prstGeom>
            <a:solidFill>
              <a:schemeClr val="accent1"/>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5" name="Freeform 42"/>
            <p:cNvSpPr>
              <a:spLocks noEditPoints="1"/>
            </p:cNvSpPr>
            <p:nvPr/>
          </p:nvSpPr>
          <p:spPr bwMode="auto">
            <a:xfrm>
              <a:off x="4381390" y="1346822"/>
              <a:ext cx="360760" cy="310528"/>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71"/>
          <p:cNvGrpSpPr/>
          <p:nvPr/>
        </p:nvGrpSpPr>
        <p:grpSpPr>
          <a:xfrm>
            <a:off x="4750672" y="2357380"/>
            <a:ext cx="702142" cy="702142"/>
            <a:chOff x="4838810" y="2292879"/>
            <a:chExt cx="897988" cy="897988"/>
          </a:xfrm>
        </p:grpSpPr>
        <p:sp>
          <p:nvSpPr>
            <p:cNvPr id="31" name="Oval 30"/>
            <p:cNvSpPr/>
            <p:nvPr/>
          </p:nvSpPr>
          <p:spPr>
            <a:xfrm>
              <a:off x="4838810" y="2292879"/>
              <a:ext cx="897988" cy="897988"/>
            </a:xfrm>
            <a:prstGeom prst="ellipse">
              <a:avLst/>
            </a:prstGeom>
            <a:solidFill>
              <a:schemeClr val="accent2"/>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0" name="Freeform 52"/>
            <p:cNvSpPr>
              <a:spLocks noEditPoints="1"/>
            </p:cNvSpPr>
            <p:nvPr/>
          </p:nvSpPr>
          <p:spPr bwMode="auto">
            <a:xfrm>
              <a:off x="5122270" y="2563780"/>
              <a:ext cx="331076" cy="356192"/>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70"/>
          <p:cNvGrpSpPr/>
          <p:nvPr/>
        </p:nvGrpSpPr>
        <p:grpSpPr>
          <a:xfrm>
            <a:off x="3690872" y="2357380"/>
            <a:ext cx="702142" cy="702142"/>
            <a:chOff x="3483402" y="2292879"/>
            <a:chExt cx="897988" cy="897988"/>
          </a:xfrm>
        </p:grpSpPr>
        <p:sp>
          <p:nvSpPr>
            <p:cNvPr id="49" name="Oval 48"/>
            <p:cNvSpPr/>
            <p:nvPr/>
          </p:nvSpPr>
          <p:spPr>
            <a:xfrm>
              <a:off x="3483402" y="2292879"/>
              <a:ext cx="897988" cy="897988"/>
            </a:xfrm>
            <a:prstGeom prst="ellipse">
              <a:avLst/>
            </a:prstGeom>
            <a:solidFill>
              <a:schemeClr val="accent2"/>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8" name="Freeform 178"/>
            <p:cNvSpPr>
              <a:spLocks noEditPoints="1"/>
            </p:cNvSpPr>
            <p:nvPr/>
          </p:nvSpPr>
          <p:spPr bwMode="auto">
            <a:xfrm>
              <a:off x="3752020" y="2606018"/>
              <a:ext cx="360760" cy="271710"/>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74"/>
          <p:cNvGrpSpPr/>
          <p:nvPr/>
        </p:nvGrpSpPr>
        <p:grpSpPr>
          <a:xfrm>
            <a:off x="3237681" y="3026866"/>
            <a:ext cx="702142" cy="702142"/>
            <a:chOff x="2933810" y="3524007"/>
            <a:chExt cx="897988" cy="897988"/>
          </a:xfrm>
        </p:grpSpPr>
        <p:sp>
          <p:nvSpPr>
            <p:cNvPr id="42" name="Oval 41"/>
            <p:cNvSpPr/>
            <p:nvPr/>
          </p:nvSpPr>
          <p:spPr>
            <a:xfrm>
              <a:off x="2933810" y="3524007"/>
              <a:ext cx="897988" cy="897988"/>
            </a:xfrm>
            <a:prstGeom prst="ellipse">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1" name="Freeform 86"/>
            <p:cNvSpPr>
              <a:spLocks noEditPoints="1"/>
            </p:cNvSpPr>
            <p:nvPr/>
          </p:nvSpPr>
          <p:spPr bwMode="auto">
            <a:xfrm>
              <a:off x="3259285" y="3765166"/>
              <a:ext cx="247056" cy="4156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72"/>
          <p:cNvGrpSpPr/>
          <p:nvPr/>
        </p:nvGrpSpPr>
        <p:grpSpPr>
          <a:xfrm>
            <a:off x="4220771" y="3026866"/>
            <a:ext cx="702142" cy="702142"/>
            <a:chOff x="4256257" y="3524007"/>
            <a:chExt cx="897988" cy="897988"/>
          </a:xfrm>
        </p:grpSpPr>
        <p:sp>
          <p:nvSpPr>
            <p:cNvPr id="54" name="Oval 53"/>
            <p:cNvSpPr/>
            <p:nvPr/>
          </p:nvSpPr>
          <p:spPr>
            <a:xfrm>
              <a:off x="4256257" y="3524007"/>
              <a:ext cx="897988" cy="897988"/>
            </a:xfrm>
            <a:prstGeom prst="ellipse">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Freeform 83"/>
            <p:cNvSpPr>
              <a:spLocks noEditPoints="1"/>
            </p:cNvSpPr>
            <p:nvPr/>
          </p:nvSpPr>
          <p:spPr bwMode="auto">
            <a:xfrm>
              <a:off x="4579753" y="3784740"/>
              <a:ext cx="251014" cy="376522"/>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73"/>
          <p:cNvGrpSpPr/>
          <p:nvPr/>
        </p:nvGrpSpPr>
        <p:grpSpPr>
          <a:xfrm>
            <a:off x="5203861" y="3026866"/>
            <a:ext cx="702142" cy="702142"/>
            <a:chOff x="5448410" y="3524007"/>
            <a:chExt cx="897988" cy="897988"/>
          </a:xfrm>
        </p:grpSpPr>
        <p:sp>
          <p:nvSpPr>
            <p:cNvPr id="67" name="Oval 66"/>
            <p:cNvSpPr/>
            <p:nvPr/>
          </p:nvSpPr>
          <p:spPr>
            <a:xfrm>
              <a:off x="5448410" y="3524007"/>
              <a:ext cx="897988" cy="897988"/>
            </a:xfrm>
            <a:prstGeom prst="ellipse">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9" name="Freeform 245"/>
            <p:cNvSpPr>
              <a:spLocks/>
            </p:cNvSpPr>
            <p:nvPr/>
          </p:nvSpPr>
          <p:spPr bwMode="auto">
            <a:xfrm>
              <a:off x="5739153" y="3814750"/>
              <a:ext cx="316504" cy="31650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9"/>
          <p:cNvGrpSpPr/>
          <p:nvPr/>
        </p:nvGrpSpPr>
        <p:grpSpPr>
          <a:xfrm>
            <a:off x="2286000" y="3846150"/>
            <a:ext cx="4572000" cy="417427"/>
            <a:chOff x="1600200" y="1295400"/>
            <a:chExt cx="5410200" cy="649312"/>
          </a:xfrm>
        </p:grpSpPr>
        <p:sp>
          <p:nvSpPr>
            <p:cNvPr id="80" name="Rounded Rectangle 79"/>
            <p:cNvSpPr/>
            <p:nvPr/>
          </p:nvSpPr>
          <p:spPr>
            <a:xfrm>
              <a:off x="1600200" y="1335113"/>
              <a:ext cx="5410200" cy="609599"/>
            </a:xfrm>
            <a:prstGeom prst="roundRect">
              <a:avLst>
                <a:gd name="adj" fmla="val 7228"/>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1" name="Rounded Rectangle 80"/>
            <p:cNvSpPr/>
            <p:nvPr/>
          </p:nvSpPr>
          <p:spPr>
            <a:xfrm>
              <a:off x="1600200" y="1295400"/>
              <a:ext cx="5410200" cy="609600"/>
            </a:xfrm>
            <a:prstGeom prst="roundRect">
              <a:avLst>
                <a:gd name="adj" fmla="val 1013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grpSp>
        <p:nvGrpSpPr>
          <p:cNvPr id="14" name="Group 101"/>
          <p:cNvGrpSpPr/>
          <p:nvPr/>
        </p:nvGrpSpPr>
        <p:grpSpPr>
          <a:xfrm>
            <a:off x="3706539" y="3703793"/>
            <a:ext cx="702142" cy="702142"/>
            <a:chOff x="3465341" y="3748609"/>
            <a:chExt cx="897988" cy="897988"/>
          </a:xfrm>
        </p:grpSpPr>
        <p:sp>
          <p:nvSpPr>
            <p:cNvPr id="96" name="Oval 95"/>
            <p:cNvSpPr/>
            <p:nvPr/>
          </p:nvSpPr>
          <p:spPr>
            <a:xfrm>
              <a:off x="3465341" y="3748609"/>
              <a:ext cx="897988" cy="897988"/>
            </a:xfrm>
            <a:prstGeom prst="ellipse">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Freeform 63"/>
            <p:cNvSpPr>
              <a:spLocks noEditPoints="1"/>
            </p:cNvSpPr>
            <p:nvPr/>
          </p:nvSpPr>
          <p:spPr bwMode="auto">
            <a:xfrm>
              <a:off x="3683433" y="4029551"/>
              <a:ext cx="461804" cy="336105"/>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02"/>
          <p:cNvGrpSpPr/>
          <p:nvPr/>
        </p:nvGrpSpPr>
        <p:grpSpPr>
          <a:xfrm>
            <a:off x="4735003" y="3703793"/>
            <a:ext cx="702142" cy="702142"/>
            <a:chOff x="4780670" y="3748609"/>
            <a:chExt cx="897988" cy="897988"/>
          </a:xfrm>
        </p:grpSpPr>
        <p:sp>
          <p:nvSpPr>
            <p:cNvPr id="88" name="Oval 87"/>
            <p:cNvSpPr/>
            <p:nvPr/>
          </p:nvSpPr>
          <p:spPr>
            <a:xfrm>
              <a:off x="4780670" y="3748609"/>
              <a:ext cx="897988" cy="897988"/>
            </a:xfrm>
            <a:prstGeom prst="ellipse">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Freeform 135"/>
            <p:cNvSpPr>
              <a:spLocks noEditPoints="1"/>
            </p:cNvSpPr>
            <p:nvPr/>
          </p:nvSpPr>
          <p:spPr bwMode="auto">
            <a:xfrm>
              <a:off x="5063128" y="4041608"/>
              <a:ext cx="333073" cy="31199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03"/>
          <p:cNvGrpSpPr/>
          <p:nvPr/>
        </p:nvGrpSpPr>
        <p:grpSpPr>
          <a:xfrm>
            <a:off x="5763466" y="3703793"/>
            <a:ext cx="702142" cy="702142"/>
            <a:chOff x="6096000" y="3748609"/>
            <a:chExt cx="897988" cy="897988"/>
          </a:xfrm>
        </p:grpSpPr>
        <p:sp>
          <p:nvSpPr>
            <p:cNvPr id="86" name="Oval 85"/>
            <p:cNvSpPr/>
            <p:nvPr/>
          </p:nvSpPr>
          <p:spPr>
            <a:xfrm>
              <a:off x="6096000" y="3748609"/>
              <a:ext cx="897988" cy="897988"/>
            </a:xfrm>
            <a:prstGeom prst="ellipse">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Freeform 103"/>
            <p:cNvSpPr>
              <a:spLocks noEditPoints="1"/>
            </p:cNvSpPr>
            <p:nvPr/>
          </p:nvSpPr>
          <p:spPr bwMode="auto">
            <a:xfrm>
              <a:off x="6404008" y="3989998"/>
              <a:ext cx="281972" cy="415210"/>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00"/>
          <p:cNvGrpSpPr/>
          <p:nvPr/>
        </p:nvGrpSpPr>
        <p:grpSpPr>
          <a:xfrm>
            <a:off x="2678077" y="3703793"/>
            <a:ext cx="702142" cy="702142"/>
            <a:chOff x="2150012" y="3748609"/>
            <a:chExt cx="897988" cy="897988"/>
          </a:xfrm>
        </p:grpSpPr>
        <p:sp>
          <p:nvSpPr>
            <p:cNvPr id="90" name="Oval 89"/>
            <p:cNvSpPr/>
            <p:nvPr/>
          </p:nvSpPr>
          <p:spPr>
            <a:xfrm>
              <a:off x="2150012" y="3748609"/>
              <a:ext cx="897988" cy="897988"/>
            </a:xfrm>
            <a:prstGeom prst="ellipse">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Freeform 56"/>
            <p:cNvSpPr>
              <a:spLocks noEditPoints="1"/>
            </p:cNvSpPr>
            <p:nvPr/>
          </p:nvSpPr>
          <p:spPr bwMode="auto">
            <a:xfrm>
              <a:off x="2402168" y="4000765"/>
              <a:ext cx="393676" cy="393676"/>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66"/>
          <p:cNvGrpSpPr/>
          <p:nvPr/>
        </p:nvGrpSpPr>
        <p:grpSpPr>
          <a:xfrm>
            <a:off x="5972678" y="2335760"/>
            <a:ext cx="2143126" cy="647230"/>
            <a:chOff x="5603652" y="1698219"/>
            <a:chExt cx="2143126" cy="647230"/>
          </a:xfrm>
        </p:grpSpPr>
        <p:sp>
          <p:nvSpPr>
            <p:cNvPr id="138"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139" name="Text Placeholder 3"/>
            <p:cNvSpPr txBox="1">
              <a:spLocks/>
            </p:cNvSpPr>
            <p:nvPr/>
          </p:nvSpPr>
          <p:spPr>
            <a:xfrm>
              <a:off x="5603652" y="1883784"/>
              <a:ext cx="21431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a:t>
              </a:r>
              <a:br>
                <a:rPr lang="en-US" sz="1000" dirty="0">
                  <a:solidFill>
                    <a:schemeClr val="tx1">
                      <a:lumMod val="50000"/>
                      <a:lumOff val="50000"/>
                    </a:schemeClr>
                  </a:solidFill>
                </a:rPr>
              </a:br>
              <a:r>
                <a:rPr lang="en-US" sz="1000" dirty="0">
                  <a:solidFill>
                    <a:schemeClr val="tx1">
                      <a:lumMod val="50000"/>
                      <a:lumOff val="50000"/>
                    </a:schemeClr>
                  </a:solidFill>
                </a:rPr>
                <a:t>lorem ipsum available but the majority</a:t>
              </a:r>
              <a:br>
                <a:rPr lang="en-US" sz="1000" dirty="0">
                  <a:solidFill>
                    <a:schemeClr val="tx1">
                      <a:lumMod val="50000"/>
                      <a:lumOff val="50000"/>
                    </a:schemeClr>
                  </a:solidFill>
                </a:rPr>
              </a:br>
              <a:r>
                <a:rPr lang="en-US" sz="1000" dirty="0">
                  <a:solidFill>
                    <a:schemeClr val="tx1">
                      <a:lumMod val="50000"/>
                      <a:lumOff val="50000"/>
                    </a:schemeClr>
                  </a:solidFill>
                </a:rPr>
                <a:t> have even slightly</a:t>
              </a:r>
            </a:p>
          </p:txBody>
        </p:sp>
      </p:grpSp>
      <p:grpSp>
        <p:nvGrpSpPr>
          <p:cNvPr id="19" name="Group 75"/>
          <p:cNvGrpSpPr/>
          <p:nvPr/>
        </p:nvGrpSpPr>
        <p:grpSpPr>
          <a:xfrm>
            <a:off x="3352800" y="1130944"/>
            <a:ext cx="2438400" cy="470498"/>
            <a:chOff x="5112987" y="1721063"/>
            <a:chExt cx="2438400" cy="470498"/>
          </a:xfrm>
        </p:grpSpPr>
        <p:sp>
          <p:nvSpPr>
            <p:cNvPr id="141" name="Text Placeholder 3"/>
            <p:cNvSpPr txBox="1">
              <a:spLocks/>
            </p:cNvSpPr>
            <p:nvPr/>
          </p:nvSpPr>
          <p:spPr>
            <a:xfrm>
              <a:off x="5872125" y="17210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accent1"/>
                  </a:solidFill>
                </a:rPr>
                <a:t>Title Goes Here</a:t>
              </a:r>
              <a:endParaRPr kumimoji="0" lang="en-US" sz="1200" b="1" i="0" u="none" strike="noStrike" kern="1200" cap="none" spc="0" normalizeH="0" baseline="0" noProof="0" dirty="0">
                <a:ln>
                  <a:noFill/>
                </a:ln>
                <a:solidFill>
                  <a:schemeClr val="accent1"/>
                </a:solidFill>
                <a:effectLst/>
                <a:uLnTx/>
                <a:uFillTx/>
                <a:latin typeface="+mn-lt"/>
                <a:ea typeface="+mn-ea"/>
                <a:cs typeface="+mn-cs"/>
              </a:endParaRPr>
            </a:p>
          </p:txBody>
        </p:sp>
        <p:sp>
          <p:nvSpPr>
            <p:cNvPr id="142" name="Text Placeholder 3"/>
            <p:cNvSpPr txBox="1">
              <a:spLocks/>
            </p:cNvSpPr>
            <p:nvPr/>
          </p:nvSpPr>
          <p:spPr>
            <a:xfrm>
              <a:off x="5112987" y="1883784"/>
              <a:ext cx="243840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a:t>
              </a:r>
            </a:p>
          </p:txBody>
        </p:sp>
      </p:grpSp>
      <p:grpSp>
        <p:nvGrpSpPr>
          <p:cNvPr id="20" name="Group 75"/>
          <p:cNvGrpSpPr/>
          <p:nvPr/>
        </p:nvGrpSpPr>
        <p:grpSpPr>
          <a:xfrm>
            <a:off x="3352800" y="4434510"/>
            <a:ext cx="2438400" cy="470498"/>
            <a:chOff x="5112987" y="1721063"/>
            <a:chExt cx="2438400" cy="470498"/>
          </a:xfrm>
        </p:grpSpPr>
        <p:sp>
          <p:nvSpPr>
            <p:cNvPr id="151" name="Text Placeholder 3"/>
            <p:cNvSpPr txBox="1">
              <a:spLocks/>
            </p:cNvSpPr>
            <p:nvPr/>
          </p:nvSpPr>
          <p:spPr>
            <a:xfrm>
              <a:off x="5872125" y="17210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accent4"/>
                  </a:solidFill>
                </a:rPr>
                <a:t>Title Goes Here</a:t>
              </a:r>
              <a:endParaRPr kumimoji="0" lang="en-US" sz="1200" b="1" i="0" u="none" strike="noStrike" kern="1200" cap="none" spc="0" normalizeH="0" baseline="0" noProof="0" dirty="0">
                <a:ln>
                  <a:noFill/>
                </a:ln>
                <a:solidFill>
                  <a:schemeClr val="accent4"/>
                </a:solidFill>
                <a:effectLst/>
                <a:uLnTx/>
                <a:uFillTx/>
                <a:latin typeface="+mn-lt"/>
                <a:ea typeface="+mn-ea"/>
                <a:cs typeface="+mn-cs"/>
              </a:endParaRPr>
            </a:p>
          </p:txBody>
        </p:sp>
        <p:sp>
          <p:nvSpPr>
            <p:cNvPr id="152" name="Text Placeholder 3"/>
            <p:cNvSpPr txBox="1">
              <a:spLocks/>
            </p:cNvSpPr>
            <p:nvPr/>
          </p:nvSpPr>
          <p:spPr>
            <a:xfrm>
              <a:off x="5112987" y="1883784"/>
              <a:ext cx="243840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a:t>
              </a:r>
            </a:p>
          </p:txBody>
        </p:sp>
      </p:grpSp>
      <p:grpSp>
        <p:nvGrpSpPr>
          <p:cNvPr id="21" name="Group 66"/>
          <p:cNvGrpSpPr/>
          <p:nvPr/>
        </p:nvGrpSpPr>
        <p:grpSpPr>
          <a:xfrm>
            <a:off x="534951" y="3012807"/>
            <a:ext cx="2143126" cy="647230"/>
            <a:chOff x="5603652" y="1698219"/>
            <a:chExt cx="2143126" cy="647230"/>
          </a:xfrm>
        </p:grpSpPr>
        <p:sp>
          <p:nvSpPr>
            <p:cNvPr id="154" name="Text Placeholder 3"/>
            <p:cNvSpPr txBox="1">
              <a:spLocks/>
            </p:cNvSpPr>
            <p:nvPr/>
          </p:nvSpPr>
          <p:spPr>
            <a:xfrm>
              <a:off x="6826654"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155" name="Text Placeholder 3"/>
            <p:cNvSpPr txBox="1">
              <a:spLocks/>
            </p:cNvSpPr>
            <p:nvPr/>
          </p:nvSpPr>
          <p:spPr>
            <a:xfrm>
              <a:off x="5603652" y="1883784"/>
              <a:ext cx="21431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a:t>
              </a:r>
              <a:br>
                <a:rPr lang="en-US" sz="1000" dirty="0">
                  <a:solidFill>
                    <a:schemeClr val="tx1">
                      <a:lumMod val="50000"/>
                      <a:lumOff val="50000"/>
                    </a:schemeClr>
                  </a:solidFill>
                </a:rPr>
              </a:br>
              <a:r>
                <a:rPr lang="en-US" sz="1000" dirty="0">
                  <a:solidFill>
                    <a:schemeClr val="tx1">
                      <a:lumMod val="50000"/>
                      <a:lumOff val="50000"/>
                    </a:schemeClr>
                  </a:solidFill>
                </a:rPr>
                <a:t>lorem ipsum available but the majority</a:t>
              </a:r>
              <a:br>
                <a:rPr lang="en-US" sz="1000" dirty="0">
                  <a:solidFill>
                    <a:schemeClr val="tx1">
                      <a:lumMod val="50000"/>
                      <a:lumOff val="50000"/>
                    </a:schemeClr>
                  </a:solidFill>
                </a:rPr>
              </a:br>
              <a:r>
                <a:rPr lang="en-US" sz="1000" dirty="0">
                  <a:solidFill>
                    <a:schemeClr val="tx1">
                      <a:lumMod val="50000"/>
                      <a:lumOff val="50000"/>
                    </a:schemeClr>
                  </a:solidFill>
                </a:rPr>
                <a:t> have even slightly</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outVertical)">
                                      <p:cBhvr>
                                        <p:cTn id="7" dur="500"/>
                                        <p:tgtEl>
                                          <p:spTgt spid="2"/>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500" fill="hold"/>
                                        <p:tgtEl>
                                          <p:spTgt spid="7"/>
                                        </p:tgtEl>
                                        <p:attrNameLst>
                                          <p:attrName>ppt_w</p:attrName>
                                        </p:attrNameLst>
                                      </p:cBhvr>
                                      <p:tavLst>
                                        <p:tav tm="0">
                                          <p:val>
                                            <p:fltVal val="0"/>
                                          </p:val>
                                        </p:tav>
                                        <p:tav tm="100000">
                                          <p:val>
                                            <p:strVal val="#ppt_w"/>
                                          </p:val>
                                        </p:tav>
                                      </p:tavLst>
                                    </p:anim>
                                    <p:anim calcmode="lin" valueType="num">
                                      <p:cBhvr>
                                        <p:cTn id="12" dur="500" fill="hold"/>
                                        <p:tgtEl>
                                          <p:spTgt spid="7"/>
                                        </p:tgtEl>
                                        <p:attrNameLst>
                                          <p:attrName>ppt_h</p:attrName>
                                        </p:attrNameLst>
                                      </p:cBhvr>
                                      <p:tavLst>
                                        <p:tav tm="0">
                                          <p:val>
                                            <p:fltVal val="0"/>
                                          </p:val>
                                        </p:tav>
                                        <p:tav tm="100000">
                                          <p:val>
                                            <p:strVal val="#ppt_h"/>
                                          </p:val>
                                        </p:tav>
                                      </p:tavLst>
                                    </p:anim>
                                    <p:animEffect transition="in" filter="fade">
                                      <p:cBhvr>
                                        <p:cTn id="13" dur="500"/>
                                        <p:tgtEl>
                                          <p:spTgt spid="7"/>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down)">
                                      <p:cBhvr>
                                        <p:cTn id="17" dur="500"/>
                                        <p:tgtEl>
                                          <p:spTgt spid="19"/>
                                        </p:tgtEl>
                                      </p:cBhvr>
                                    </p:animEffect>
                                  </p:childTnLst>
                                </p:cTn>
                              </p:par>
                            </p:childTnLst>
                          </p:cTn>
                        </p:par>
                        <p:par>
                          <p:cTn id="18" fill="hold">
                            <p:stCondLst>
                              <p:cond delay="1500"/>
                            </p:stCondLst>
                            <p:childTnLst>
                              <p:par>
                                <p:cTn id="19" presetID="16" presetClass="entr" presetSubtype="37"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outVertical)">
                                      <p:cBhvr>
                                        <p:cTn id="21" dur="500"/>
                                        <p:tgtEl>
                                          <p:spTgt spid="3"/>
                                        </p:tgtEl>
                                      </p:cBhvr>
                                    </p:animEffect>
                                  </p:childTnLst>
                                </p:cTn>
                              </p:par>
                            </p:childTnLst>
                          </p:cTn>
                        </p:par>
                        <p:par>
                          <p:cTn id="22" fill="hold">
                            <p:stCondLst>
                              <p:cond delay="2000"/>
                            </p:stCondLst>
                            <p:childTnLst>
                              <p:par>
                                <p:cTn id="23" presetID="53" presetClass="entr" presetSubtype="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animEffect transition="in" filter="fade">
                                      <p:cBhvr>
                                        <p:cTn id="27" dur="500"/>
                                        <p:tgtEl>
                                          <p:spTgt spid="9"/>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p:cTn id="31" dur="500" fill="hold"/>
                                        <p:tgtEl>
                                          <p:spTgt spid="8"/>
                                        </p:tgtEl>
                                        <p:attrNameLst>
                                          <p:attrName>ppt_w</p:attrName>
                                        </p:attrNameLst>
                                      </p:cBhvr>
                                      <p:tavLst>
                                        <p:tav tm="0">
                                          <p:val>
                                            <p:fltVal val="0"/>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animEffect transition="in" filter="fade">
                                      <p:cBhvr>
                                        <p:cTn id="33" dur="500"/>
                                        <p:tgtEl>
                                          <p:spTgt spid="8"/>
                                        </p:tgtEl>
                                      </p:cBhvr>
                                    </p:animEffect>
                                  </p:childTnLst>
                                </p:cTn>
                              </p:par>
                            </p:childTnLst>
                          </p:cTn>
                        </p:par>
                        <p:par>
                          <p:cTn id="34" fill="hold">
                            <p:stCondLst>
                              <p:cond delay="3000"/>
                            </p:stCondLst>
                            <p:childTnLst>
                              <p:par>
                                <p:cTn id="35" presetID="22" presetClass="entr" presetSubtype="8" fill="hold" nodeType="after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wipe(left)">
                                      <p:cBhvr>
                                        <p:cTn id="37" dur="500"/>
                                        <p:tgtEl>
                                          <p:spTgt spid="18"/>
                                        </p:tgtEl>
                                      </p:cBhvr>
                                    </p:animEffect>
                                  </p:childTnLst>
                                </p:cTn>
                              </p:par>
                            </p:childTnLst>
                          </p:cTn>
                        </p:par>
                        <p:par>
                          <p:cTn id="38" fill="hold">
                            <p:stCondLst>
                              <p:cond delay="3500"/>
                            </p:stCondLst>
                            <p:childTnLst>
                              <p:par>
                                <p:cTn id="39" presetID="16" presetClass="entr" presetSubtype="37"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barn(outVertical)">
                                      <p:cBhvr>
                                        <p:cTn id="41" dur="500"/>
                                        <p:tgtEl>
                                          <p:spTgt spid="4"/>
                                        </p:tgtEl>
                                      </p:cBhvr>
                                    </p:animEffect>
                                  </p:childTnLst>
                                </p:cTn>
                              </p:par>
                            </p:childTnLst>
                          </p:cTn>
                        </p:par>
                        <p:par>
                          <p:cTn id="42" fill="hold">
                            <p:stCondLst>
                              <p:cond delay="4000"/>
                            </p:stCondLst>
                            <p:childTnLst>
                              <p:par>
                                <p:cTn id="43" presetID="53" presetClass="entr" presetSubtype="0"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p:cTn id="45" dur="500" fill="hold"/>
                                        <p:tgtEl>
                                          <p:spTgt spid="10"/>
                                        </p:tgtEl>
                                        <p:attrNameLst>
                                          <p:attrName>ppt_w</p:attrName>
                                        </p:attrNameLst>
                                      </p:cBhvr>
                                      <p:tavLst>
                                        <p:tav tm="0">
                                          <p:val>
                                            <p:fltVal val="0"/>
                                          </p:val>
                                        </p:tav>
                                        <p:tav tm="100000">
                                          <p:val>
                                            <p:strVal val="#ppt_w"/>
                                          </p:val>
                                        </p:tav>
                                      </p:tavLst>
                                    </p:anim>
                                    <p:anim calcmode="lin" valueType="num">
                                      <p:cBhvr>
                                        <p:cTn id="46" dur="500" fill="hold"/>
                                        <p:tgtEl>
                                          <p:spTgt spid="10"/>
                                        </p:tgtEl>
                                        <p:attrNameLst>
                                          <p:attrName>ppt_h</p:attrName>
                                        </p:attrNameLst>
                                      </p:cBhvr>
                                      <p:tavLst>
                                        <p:tav tm="0">
                                          <p:val>
                                            <p:fltVal val="0"/>
                                          </p:val>
                                        </p:tav>
                                        <p:tav tm="100000">
                                          <p:val>
                                            <p:strVal val="#ppt_h"/>
                                          </p:val>
                                        </p:tav>
                                      </p:tavLst>
                                    </p:anim>
                                    <p:animEffect transition="in" filter="fade">
                                      <p:cBhvr>
                                        <p:cTn id="47" dur="500"/>
                                        <p:tgtEl>
                                          <p:spTgt spid="10"/>
                                        </p:tgtEl>
                                      </p:cBhvr>
                                    </p:animEffect>
                                  </p:childTnLst>
                                </p:cTn>
                              </p:par>
                            </p:childTnLst>
                          </p:cTn>
                        </p:par>
                        <p:par>
                          <p:cTn id="48" fill="hold">
                            <p:stCondLst>
                              <p:cond delay="4500"/>
                            </p:stCondLst>
                            <p:childTnLst>
                              <p:par>
                                <p:cTn id="49" presetID="53" presetClass="entr" presetSubtype="0"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 calcmode="lin" valueType="num">
                                      <p:cBhvr>
                                        <p:cTn id="51" dur="500" fill="hold"/>
                                        <p:tgtEl>
                                          <p:spTgt spid="11"/>
                                        </p:tgtEl>
                                        <p:attrNameLst>
                                          <p:attrName>ppt_w</p:attrName>
                                        </p:attrNameLst>
                                      </p:cBhvr>
                                      <p:tavLst>
                                        <p:tav tm="0">
                                          <p:val>
                                            <p:fltVal val="0"/>
                                          </p:val>
                                        </p:tav>
                                        <p:tav tm="100000">
                                          <p:val>
                                            <p:strVal val="#ppt_w"/>
                                          </p:val>
                                        </p:tav>
                                      </p:tavLst>
                                    </p:anim>
                                    <p:anim calcmode="lin" valueType="num">
                                      <p:cBhvr>
                                        <p:cTn id="52" dur="500" fill="hold"/>
                                        <p:tgtEl>
                                          <p:spTgt spid="11"/>
                                        </p:tgtEl>
                                        <p:attrNameLst>
                                          <p:attrName>ppt_h</p:attrName>
                                        </p:attrNameLst>
                                      </p:cBhvr>
                                      <p:tavLst>
                                        <p:tav tm="0">
                                          <p:val>
                                            <p:fltVal val="0"/>
                                          </p:val>
                                        </p:tav>
                                        <p:tav tm="100000">
                                          <p:val>
                                            <p:strVal val="#ppt_h"/>
                                          </p:val>
                                        </p:tav>
                                      </p:tavLst>
                                    </p:anim>
                                    <p:animEffect transition="in" filter="fade">
                                      <p:cBhvr>
                                        <p:cTn id="53" dur="500"/>
                                        <p:tgtEl>
                                          <p:spTgt spid="11"/>
                                        </p:tgtEl>
                                      </p:cBhvr>
                                    </p:animEffect>
                                  </p:childTnLst>
                                </p:cTn>
                              </p:par>
                            </p:childTnLst>
                          </p:cTn>
                        </p:par>
                        <p:par>
                          <p:cTn id="54" fill="hold">
                            <p:stCondLst>
                              <p:cond delay="5000"/>
                            </p:stCondLst>
                            <p:childTnLst>
                              <p:par>
                                <p:cTn id="55" presetID="53" presetClass="entr" presetSubtype="0" fill="hold" nodeType="after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p:cTn id="57" dur="500" fill="hold"/>
                                        <p:tgtEl>
                                          <p:spTgt spid="12"/>
                                        </p:tgtEl>
                                        <p:attrNameLst>
                                          <p:attrName>ppt_w</p:attrName>
                                        </p:attrNameLst>
                                      </p:cBhvr>
                                      <p:tavLst>
                                        <p:tav tm="0">
                                          <p:val>
                                            <p:fltVal val="0"/>
                                          </p:val>
                                        </p:tav>
                                        <p:tav tm="100000">
                                          <p:val>
                                            <p:strVal val="#ppt_w"/>
                                          </p:val>
                                        </p:tav>
                                      </p:tavLst>
                                    </p:anim>
                                    <p:anim calcmode="lin" valueType="num">
                                      <p:cBhvr>
                                        <p:cTn id="58" dur="500" fill="hold"/>
                                        <p:tgtEl>
                                          <p:spTgt spid="12"/>
                                        </p:tgtEl>
                                        <p:attrNameLst>
                                          <p:attrName>ppt_h</p:attrName>
                                        </p:attrNameLst>
                                      </p:cBhvr>
                                      <p:tavLst>
                                        <p:tav tm="0">
                                          <p:val>
                                            <p:fltVal val="0"/>
                                          </p:val>
                                        </p:tav>
                                        <p:tav tm="100000">
                                          <p:val>
                                            <p:strVal val="#ppt_h"/>
                                          </p:val>
                                        </p:tav>
                                      </p:tavLst>
                                    </p:anim>
                                    <p:animEffect transition="in" filter="fade">
                                      <p:cBhvr>
                                        <p:cTn id="59" dur="500"/>
                                        <p:tgtEl>
                                          <p:spTgt spid="12"/>
                                        </p:tgtEl>
                                      </p:cBhvr>
                                    </p:animEffect>
                                  </p:childTnLst>
                                </p:cTn>
                              </p:par>
                            </p:childTnLst>
                          </p:cTn>
                        </p:par>
                        <p:par>
                          <p:cTn id="60" fill="hold">
                            <p:stCondLst>
                              <p:cond delay="5500"/>
                            </p:stCondLst>
                            <p:childTnLst>
                              <p:par>
                                <p:cTn id="61" presetID="22" presetClass="entr" presetSubtype="2" fill="hold" nodeType="after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wipe(right)">
                                      <p:cBhvr>
                                        <p:cTn id="63" dur="500"/>
                                        <p:tgtEl>
                                          <p:spTgt spid="21"/>
                                        </p:tgtEl>
                                      </p:cBhvr>
                                    </p:animEffect>
                                  </p:childTnLst>
                                </p:cTn>
                              </p:par>
                            </p:childTnLst>
                          </p:cTn>
                        </p:par>
                        <p:par>
                          <p:cTn id="64" fill="hold">
                            <p:stCondLst>
                              <p:cond delay="6000"/>
                            </p:stCondLst>
                            <p:childTnLst>
                              <p:par>
                                <p:cTn id="65" presetID="16" presetClass="entr" presetSubtype="37" fill="hold" nodeType="afterEffect">
                                  <p:stCondLst>
                                    <p:cond delay="0"/>
                                  </p:stCondLst>
                                  <p:childTnLst>
                                    <p:set>
                                      <p:cBhvr>
                                        <p:cTn id="66" dur="1" fill="hold">
                                          <p:stCondLst>
                                            <p:cond delay="0"/>
                                          </p:stCondLst>
                                        </p:cTn>
                                        <p:tgtEl>
                                          <p:spTgt spid="13"/>
                                        </p:tgtEl>
                                        <p:attrNameLst>
                                          <p:attrName>style.visibility</p:attrName>
                                        </p:attrNameLst>
                                      </p:cBhvr>
                                      <p:to>
                                        <p:strVal val="visible"/>
                                      </p:to>
                                    </p:set>
                                    <p:animEffect transition="in" filter="barn(outVertical)">
                                      <p:cBhvr>
                                        <p:cTn id="67" dur="500"/>
                                        <p:tgtEl>
                                          <p:spTgt spid="13"/>
                                        </p:tgtEl>
                                      </p:cBhvr>
                                    </p:animEffect>
                                  </p:childTnLst>
                                </p:cTn>
                              </p:par>
                            </p:childTnLst>
                          </p:cTn>
                        </p:par>
                        <p:par>
                          <p:cTn id="68" fill="hold">
                            <p:stCondLst>
                              <p:cond delay="6500"/>
                            </p:stCondLst>
                            <p:childTnLst>
                              <p:par>
                                <p:cTn id="69" presetID="53" presetClass="entr" presetSubtype="0" fill="hold" nodeType="after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p:cTn id="71" dur="500" fill="hold"/>
                                        <p:tgtEl>
                                          <p:spTgt spid="17"/>
                                        </p:tgtEl>
                                        <p:attrNameLst>
                                          <p:attrName>ppt_w</p:attrName>
                                        </p:attrNameLst>
                                      </p:cBhvr>
                                      <p:tavLst>
                                        <p:tav tm="0">
                                          <p:val>
                                            <p:fltVal val="0"/>
                                          </p:val>
                                        </p:tav>
                                        <p:tav tm="100000">
                                          <p:val>
                                            <p:strVal val="#ppt_w"/>
                                          </p:val>
                                        </p:tav>
                                      </p:tavLst>
                                    </p:anim>
                                    <p:anim calcmode="lin" valueType="num">
                                      <p:cBhvr>
                                        <p:cTn id="72" dur="500" fill="hold"/>
                                        <p:tgtEl>
                                          <p:spTgt spid="17"/>
                                        </p:tgtEl>
                                        <p:attrNameLst>
                                          <p:attrName>ppt_h</p:attrName>
                                        </p:attrNameLst>
                                      </p:cBhvr>
                                      <p:tavLst>
                                        <p:tav tm="0">
                                          <p:val>
                                            <p:fltVal val="0"/>
                                          </p:val>
                                        </p:tav>
                                        <p:tav tm="100000">
                                          <p:val>
                                            <p:strVal val="#ppt_h"/>
                                          </p:val>
                                        </p:tav>
                                      </p:tavLst>
                                    </p:anim>
                                    <p:animEffect transition="in" filter="fade">
                                      <p:cBhvr>
                                        <p:cTn id="73" dur="500"/>
                                        <p:tgtEl>
                                          <p:spTgt spid="17"/>
                                        </p:tgtEl>
                                      </p:cBhvr>
                                    </p:animEffect>
                                  </p:childTnLst>
                                </p:cTn>
                              </p:par>
                            </p:childTnLst>
                          </p:cTn>
                        </p:par>
                        <p:par>
                          <p:cTn id="74" fill="hold">
                            <p:stCondLst>
                              <p:cond delay="7000"/>
                            </p:stCondLst>
                            <p:childTnLst>
                              <p:par>
                                <p:cTn id="75" presetID="53" presetClass="entr" presetSubtype="0" fill="hold" nodeType="afterEffect">
                                  <p:stCondLst>
                                    <p:cond delay="0"/>
                                  </p:stCondLst>
                                  <p:childTnLst>
                                    <p:set>
                                      <p:cBhvr>
                                        <p:cTn id="76" dur="1" fill="hold">
                                          <p:stCondLst>
                                            <p:cond delay="0"/>
                                          </p:stCondLst>
                                        </p:cTn>
                                        <p:tgtEl>
                                          <p:spTgt spid="14"/>
                                        </p:tgtEl>
                                        <p:attrNameLst>
                                          <p:attrName>style.visibility</p:attrName>
                                        </p:attrNameLst>
                                      </p:cBhvr>
                                      <p:to>
                                        <p:strVal val="visible"/>
                                      </p:to>
                                    </p:set>
                                    <p:anim calcmode="lin" valueType="num">
                                      <p:cBhvr>
                                        <p:cTn id="77" dur="500" fill="hold"/>
                                        <p:tgtEl>
                                          <p:spTgt spid="14"/>
                                        </p:tgtEl>
                                        <p:attrNameLst>
                                          <p:attrName>ppt_w</p:attrName>
                                        </p:attrNameLst>
                                      </p:cBhvr>
                                      <p:tavLst>
                                        <p:tav tm="0">
                                          <p:val>
                                            <p:fltVal val="0"/>
                                          </p:val>
                                        </p:tav>
                                        <p:tav tm="100000">
                                          <p:val>
                                            <p:strVal val="#ppt_w"/>
                                          </p:val>
                                        </p:tav>
                                      </p:tavLst>
                                    </p:anim>
                                    <p:anim calcmode="lin" valueType="num">
                                      <p:cBhvr>
                                        <p:cTn id="78" dur="500" fill="hold"/>
                                        <p:tgtEl>
                                          <p:spTgt spid="14"/>
                                        </p:tgtEl>
                                        <p:attrNameLst>
                                          <p:attrName>ppt_h</p:attrName>
                                        </p:attrNameLst>
                                      </p:cBhvr>
                                      <p:tavLst>
                                        <p:tav tm="0">
                                          <p:val>
                                            <p:fltVal val="0"/>
                                          </p:val>
                                        </p:tav>
                                        <p:tav tm="100000">
                                          <p:val>
                                            <p:strVal val="#ppt_h"/>
                                          </p:val>
                                        </p:tav>
                                      </p:tavLst>
                                    </p:anim>
                                    <p:animEffect transition="in" filter="fade">
                                      <p:cBhvr>
                                        <p:cTn id="79" dur="500"/>
                                        <p:tgtEl>
                                          <p:spTgt spid="14"/>
                                        </p:tgtEl>
                                      </p:cBhvr>
                                    </p:animEffect>
                                  </p:childTnLst>
                                </p:cTn>
                              </p:par>
                            </p:childTnLst>
                          </p:cTn>
                        </p:par>
                        <p:par>
                          <p:cTn id="80" fill="hold">
                            <p:stCondLst>
                              <p:cond delay="7500"/>
                            </p:stCondLst>
                            <p:childTnLst>
                              <p:par>
                                <p:cTn id="81" presetID="53" presetClass="entr" presetSubtype="0" fill="hold" nodeType="afterEffect">
                                  <p:stCondLst>
                                    <p:cond delay="0"/>
                                  </p:stCondLst>
                                  <p:childTnLst>
                                    <p:set>
                                      <p:cBhvr>
                                        <p:cTn id="82" dur="1" fill="hold">
                                          <p:stCondLst>
                                            <p:cond delay="0"/>
                                          </p:stCondLst>
                                        </p:cTn>
                                        <p:tgtEl>
                                          <p:spTgt spid="15"/>
                                        </p:tgtEl>
                                        <p:attrNameLst>
                                          <p:attrName>style.visibility</p:attrName>
                                        </p:attrNameLst>
                                      </p:cBhvr>
                                      <p:to>
                                        <p:strVal val="visible"/>
                                      </p:to>
                                    </p:set>
                                    <p:anim calcmode="lin" valueType="num">
                                      <p:cBhvr>
                                        <p:cTn id="83" dur="500" fill="hold"/>
                                        <p:tgtEl>
                                          <p:spTgt spid="15"/>
                                        </p:tgtEl>
                                        <p:attrNameLst>
                                          <p:attrName>ppt_w</p:attrName>
                                        </p:attrNameLst>
                                      </p:cBhvr>
                                      <p:tavLst>
                                        <p:tav tm="0">
                                          <p:val>
                                            <p:fltVal val="0"/>
                                          </p:val>
                                        </p:tav>
                                        <p:tav tm="100000">
                                          <p:val>
                                            <p:strVal val="#ppt_w"/>
                                          </p:val>
                                        </p:tav>
                                      </p:tavLst>
                                    </p:anim>
                                    <p:anim calcmode="lin" valueType="num">
                                      <p:cBhvr>
                                        <p:cTn id="84" dur="500" fill="hold"/>
                                        <p:tgtEl>
                                          <p:spTgt spid="15"/>
                                        </p:tgtEl>
                                        <p:attrNameLst>
                                          <p:attrName>ppt_h</p:attrName>
                                        </p:attrNameLst>
                                      </p:cBhvr>
                                      <p:tavLst>
                                        <p:tav tm="0">
                                          <p:val>
                                            <p:fltVal val="0"/>
                                          </p:val>
                                        </p:tav>
                                        <p:tav tm="100000">
                                          <p:val>
                                            <p:strVal val="#ppt_h"/>
                                          </p:val>
                                        </p:tav>
                                      </p:tavLst>
                                    </p:anim>
                                    <p:animEffect transition="in" filter="fade">
                                      <p:cBhvr>
                                        <p:cTn id="85" dur="500"/>
                                        <p:tgtEl>
                                          <p:spTgt spid="15"/>
                                        </p:tgtEl>
                                      </p:cBhvr>
                                    </p:animEffect>
                                  </p:childTnLst>
                                </p:cTn>
                              </p:par>
                            </p:childTnLst>
                          </p:cTn>
                        </p:par>
                        <p:par>
                          <p:cTn id="86" fill="hold">
                            <p:stCondLst>
                              <p:cond delay="8000"/>
                            </p:stCondLst>
                            <p:childTnLst>
                              <p:par>
                                <p:cTn id="87" presetID="53" presetClass="entr" presetSubtype="0" fill="hold" nodeType="afterEffect">
                                  <p:stCondLst>
                                    <p:cond delay="0"/>
                                  </p:stCondLst>
                                  <p:childTnLst>
                                    <p:set>
                                      <p:cBhvr>
                                        <p:cTn id="88" dur="1" fill="hold">
                                          <p:stCondLst>
                                            <p:cond delay="0"/>
                                          </p:stCondLst>
                                        </p:cTn>
                                        <p:tgtEl>
                                          <p:spTgt spid="16"/>
                                        </p:tgtEl>
                                        <p:attrNameLst>
                                          <p:attrName>style.visibility</p:attrName>
                                        </p:attrNameLst>
                                      </p:cBhvr>
                                      <p:to>
                                        <p:strVal val="visible"/>
                                      </p:to>
                                    </p:set>
                                    <p:anim calcmode="lin" valueType="num">
                                      <p:cBhvr>
                                        <p:cTn id="89" dur="500" fill="hold"/>
                                        <p:tgtEl>
                                          <p:spTgt spid="16"/>
                                        </p:tgtEl>
                                        <p:attrNameLst>
                                          <p:attrName>ppt_w</p:attrName>
                                        </p:attrNameLst>
                                      </p:cBhvr>
                                      <p:tavLst>
                                        <p:tav tm="0">
                                          <p:val>
                                            <p:fltVal val="0"/>
                                          </p:val>
                                        </p:tav>
                                        <p:tav tm="100000">
                                          <p:val>
                                            <p:strVal val="#ppt_w"/>
                                          </p:val>
                                        </p:tav>
                                      </p:tavLst>
                                    </p:anim>
                                    <p:anim calcmode="lin" valueType="num">
                                      <p:cBhvr>
                                        <p:cTn id="90" dur="500" fill="hold"/>
                                        <p:tgtEl>
                                          <p:spTgt spid="16"/>
                                        </p:tgtEl>
                                        <p:attrNameLst>
                                          <p:attrName>ppt_h</p:attrName>
                                        </p:attrNameLst>
                                      </p:cBhvr>
                                      <p:tavLst>
                                        <p:tav tm="0">
                                          <p:val>
                                            <p:fltVal val="0"/>
                                          </p:val>
                                        </p:tav>
                                        <p:tav tm="100000">
                                          <p:val>
                                            <p:strVal val="#ppt_h"/>
                                          </p:val>
                                        </p:tav>
                                      </p:tavLst>
                                    </p:anim>
                                    <p:animEffect transition="in" filter="fade">
                                      <p:cBhvr>
                                        <p:cTn id="91" dur="500"/>
                                        <p:tgtEl>
                                          <p:spTgt spid="16"/>
                                        </p:tgtEl>
                                      </p:cBhvr>
                                    </p:animEffect>
                                  </p:childTnLst>
                                </p:cTn>
                              </p:par>
                            </p:childTnLst>
                          </p:cTn>
                        </p:par>
                        <p:par>
                          <p:cTn id="92" fill="hold">
                            <p:stCondLst>
                              <p:cond delay="8500"/>
                            </p:stCondLst>
                            <p:childTnLst>
                              <p:par>
                                <p:cTn id="93" presetID="22" presetClass="entr" presetSubtype="4" fill="hold" nodeType="afterEffect">
                                  <p:stCondLst>
                                    <p:cond delay="0"/>
                                  </p:stCondLst>
                                  <p:childTnLst>
                                    <p:set>
                                      <p:cBhvr>
                                        <p:cTn id="94" dur="1" fill="hold">
                                          <p:stCondLst>
                                            <p:cond delay="0"/>
                                          </p:stCondLst>
                                        </p:cTn>
                                        <p:tgtEl>
                                          <p:spTgt spid="20"/>
                                        </p:tgtEl>
                                        <p:attrNameLst>
                                          <p:attrName>style.visibility</p:attrName>
                                        </p:attrNameLst>
                                      </p:cBhvr>
                                      <p:to>
                                        <p:strVal val="visible"/>
                                      </p:to>
                                    </p:set>
                                    <p:animEffect transition="in" filter="wipe(down)">
                                      <p:cBhvr>
                                        <p:cTn id="9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Integrated Infographic</a:t>
            </a:r>
            <a:endParaRPr lang="en-US" dirty="0"/>
          </a:p>
        </p:txBody>
      </p:sp>
      <p:sp>
        <p:nvSpPr>
          <p:cNvPr id="8" name="Text Placeholder 7"/>
          <p:cNvSpPr>
            <a:spLocks noGrp="1"/>
          </p:cNvSpPr>
          <p:nvPr>
            <p:ph type="body" sz="half" idx="2"/>
          </p:nvPr>
        </p:nvSpPr>
        <p:spPr/>
        <p:txBody>
          <a:bodyPr/>
          <a:lstStyle/>
          <a:p>
            <a:r>
              <a:rPr lang="en-US"/>
              <a:t>Integrated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132</a:t>
            </a:fld>
            <a:endParaRPr lang="en-US" dirty="0"/>
          </a:p>
        </p:txBody>
      </p:sp>
      <p:sp>
        <p:nvSpPr>
          <p:cNvPr id="6" name="L-Shape 5"/>
          <p:cNvSpPr/>
          <p:nvPr/>
        </p:nvSpPr>
        <p:spPr bwMode="auto">
          <a:xfrm rot="2700000">
            <a:off x="2821463" y="1543444"/>
            <a:ext cx="1228150" cy="1228151"/>
          </a:xfrm>
          <a:prstGeom prst="corner">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 name="L-Shape 8"/>
          <p:cNvSpPr/>
          <p:nvPr/>
        </p:nvSpPr>
        <p:spPr bwMode="auto">
          <a:xfrm rot="2700000">
            <a:off x="1873748" y="1543444"/>
            <a:ext cx="1228150" cy="1228151"/>
          </a:xfrm>
          <a:prstGeom prst="corner">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L-Shape 9"/>
          <p:cNvSpPr/>
          <p:nvPr/>
        </p:nvSpPr>
        <p:spPr bwMode="auto">
          <a:xfrm rot="2700000">
            <a:off x="932186" y="1543444"/>
            <a:ext cx="1228150" cy="1228151"/>
          </a:xfrm>
          <a:prstGeom prst="corner">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 name="L-Shape 10"/>
          <p:cNvSpPr/>
          <p:nvPr/>
        </p:nvSpPr>
        <p:spPr bwMode="auto">
          <a:xfrm rot="18900000" flipH="1">
            <a:off x="5088720" y="1543444"/>
            <a:ext cx="1228150" cy="1228151"/>
          </a:xfrm>
          <a:prstGeom prst="corner">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L-Shape 11"/>
          <p:cNvSpPr/>
          <p:nvPr/>
        </p:nvSpPr>
        <p:spPr bwMode="auto">
          <a:xfrm rot="18900000" flipH="1">
            <a:off x="6036434" y="1543444"/>
            <a:ext cx="1228150" cy="1228151"/>
          </a:xfrm>
          <a:prstGeom prst="corner">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L-Shape 12"/>
          <p:cNvSpPr/>
          <p:nvPr/>
        </p:nvSpPr>
        <p:spPr bwMode="auto">
          <a:xfrm rot="18900000" flipH="1">
            <a:off x="6977995" y="1543444"/>
            <a:ext cx="1228150" cy="1228151"/>
          </a:xfrm>
          <a:prstGeom prst="corner">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53"/>
          <p:cNvGrpSpPr/>
          <p:nvPr/>
        </p:nvGrpSpPr>
        <p:grpSpPr>
          <a:xfrm>
            <a:off x="3835319" y="1420630"/>
            <a:ext cx="1473781" cy="1473780"/>
            <a:chOff x="3835319" y="1420630"/>
            <a:chExt cx="1473781" cy="1473780"/>
          </a:xfrm>
        </p:grpSpPr>
        <p:sp>
          <p:nvSpPr>
            <p:cNvPr id="5" name="Rectangle 4"/>
            <p:cNvSpPr/>
            <p:nvPr/>
          </p:nvSpPr>
          <p:spPr bwMode="auto">
            <a:xfrm rot="18900000">
              <a:off x="3835319" y="1420630"/>
              <a:ext cx="1473781" cy="147378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Freeform 5"/>
            <p:cNvSpPr>
              <a:spLocks noEditPoints="1"/>
            </p:cNvSpPr>
            <p:nvPr/>
          </p:nvSpPr>
          <p:spPr bwMode="auto">
            <a:xfrm>
              <a:off x="4088957" y="1674269"/>
              <a:ext cx="966505" cy="966502"/>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Freeform 245"/>
          <p:cNvSpPr>
            <a:spLocks/>
          </p:cNvSpPr>
          <p:nvPr/>
        </p:nvSpPr>
        <p:spPr bwMode="auto">
          <a:xfrm>
            <a:off x="986496" y="1918699"/>
            <a:ext cx="406927" cy="406927"/>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86"/>
          <p:cNvSpPr>
            <a:spLocks noEditPoints="1"/>
          </p:cNvSpPr>
          <p:nvPr/>
        </p:nvSpPr>
        <p:spPr bwMode="auto">
          <a:xfrm>
            <a:off x="2051520" y="1869758"/>
            <a:ext cx="300031" cy="504809"/>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63"/>
          <p:cNvSpPr>
            <a:spLocks noEditPoints="1"/>
          </p:cNvSpPr>
          <p:nvPr/>
        </p:nvSpPr>
        <p:spPr bwMode="auto">
          <a:xfrm>
            <a:off x="5791454" y="1954110"/>
            <a:ext cx="461804" cy="336105"/>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135"/>
          <p:cNvSpPr>
            <a:spLocks noEditPoints="1"/>
          </p:cNvSpPr>
          <p:nvPr/>
        </p:nvSpPr>
        <p:spPr bwMode="auto">
          <a:xfrm>
            <a:off x="6810238" y="1933055"/>
            <a:ext cx="403773" cy="378216"/>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103"/>
          <p:cNvSpPr>
            <a:spLocks noEditPoints="1"/>
          </p:cNvSpPr>
          <p:nvPr/>
        </p:nvSpPr>
        <p:spPr bwMode="auto">
          <a:xfrm>
            <a:off x="7724985" y="1895838"/>
            <a:ext cx="307398" cy="452650"/>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56"/>
          <p:cNvSpPr>
            <a:spLocks noEditPoints="1"/>
          </p:cNvSpPr>
          <p:nvPr/>
        </p:nvSpPr>
        <p:spPr bwMode="auto">
          <a:xfrm>
            <a:off x="2819400" y="1900601"/>
            <a:ext cx="478729" cy="478729"/>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 name="Group 65"/>
          <p:cNvGrpSpPr/>
          <p:nvPr/>
        </p:nvGrpSpPr>
        <p:grpSpPr>
          <a:xfrm>
            <a:off x="914400" y="3322574"/>
            <a:ext cx="3428999" cy="1154176"/>
            <a:chOff x="1938544" y="1152526"/>
            <a:chExt cx="4792657" cy="1154176"/>
          </a:xfrm>
        </p:grpSpPr>
        <p:sp>
          <p:nvSpPr>
            <p:cNvPr id="35" name="Round Same Side Corner Rectangle 34"/>
            <p:cNvSpPr/>
            <p:nvPr/>
          </p:nvSpPr>
          <p:spPr>
            <a:xfrm flipV="1">
              <a:off x="1938544" y="159881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4" name="Group 9"/>
            <p:cNvGrpSpPr/>
            <p:nvPr/>
          </p:nvGrpSpPr>
          <p:grpSpPr>
            <a:xfrm>
              <a:off x="1938544" y="1152526"/>
              <a:ext cx="4792657" cy="446296"/>
              <a:chOff x="1600200" y="1295400"/>
              <a:chExt cx="5410200" cy="670560"/>
            </a:xfrm>
          </p:grpSpPr>
          <p:sp>
            <p:nvSpPr>
              <p:cNvPr id="37" name="Rectangle 36"/>
              <p:cNvSpPr/>
              <p:nvPr/>
            </p:nvSpPr>
            <p:spPr>
              <a:xfrm>
                <a:off x="1600200" y="1356360"/>
                <a:ext cx="5410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8" name="Rectangle 37"/>
              <p:cNvSpPr/>
              <p:nvPr/>
            </p:nvSpPr>
            <p:spPr>
              <a:xfrm>
                <a:off x="1600200" y="1295400"/>
                <a:ext cx="5410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Strategy Analysis</a:t>
                </a:r>
              </a:p>
            </p:txBody>
          </p:sp>
        </p:grpSp>
      </p:grpSp>
      <p:sp>
        <p:nvSpPr>
          <p:cNvPr id="42" name="Text Placeholder 3"/>
          <p:cNvSpPr txBox="1">
            <a:spLocks/>
          </p:cNvSpPr>
          <p:nvPr/>
        </p:nvSpPr>
        <p:spPr>
          <a:xfrm>
            <a:off x="1462947" y="3839231"/>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43" name="Freeform 45"/>
          <p:cNvSpPr>
            <a:spLocks noEditPoints="1"/>
          </p:cNvSpPr>
          <p:nvPr/>
        </p:nvSpPr>
        <p:spPr bwMode="auto">
          <a:xfrm>
            <a:off x="1066799" y="393766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 name="Group 65"/>
          <p:cNvGrpSpPr/>
          <p:nvPr/>
        </p:nvGrpSpPr>
        <p:grpSpPr>
          <a:xfrm>
            <a:off x="4800601" y="3322574"/>
            <a:ext cx="3428999" cy="1154176"/>
            <a:chOff x="1938544" y="1152526"/>
            <a:chExt cx="4792657" cy="1154176"/>
          </a:xfrm>
        </p:grpSpPr>
        <p:sp>
          <p:nvSpPr>
            <p:cNvPr id="45" name="Round Same Side Corner Rectangle 44"/>
            <p:cNvSpPr/>
            <p:nvPr/>
          </p:nvSpPr>
          <p:spPr>
            <a:xfrm flipV="1">
              <a:off x="1938544" y="1598819"/>
              <a:ext cx="4792657" cy="707883"/>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5" name="Group 9"/>
            <p:cNvGrpSpPr/>
            <p:nvPr/>
          </p:nvGrpSpPr>
          <p:grpSpPr>
            <a:xfrm>
              <a:off x="1938544" y="1152526"/>
              <a:ext cx="4792657" cy="446296"/>
              <a:chOff x="1600200" y="1295400"/>
              <a:chExt cx="5410200" cy="670560"/>
            </a:xfrm>
          </p:grpSpPr>
          <p:sp>
            <p:nvSpPr>
              <p:cNvPr id="47" name="Rectangle 46"/>
              <p:cNvSpPr/>
              <p:nvPr/>
            </p:nvSpPr>
            <p:spPr>
              <a:xfrm>
                <a:off x="1600200" y="1356360"/>
                <a:ext cx="5410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8" name="Rectangle 47"/>
              <p:cNvSpPr/>
              <p:nvPr/>
            </p:nvSpPr>
            <p:spPr>
              <a:xfrm>
                <a:off x="1600200" y="1295400"/>
                <a:ext cx="5410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Strategy Analysis</a:t>
                </a:r>
              </a:p>
            </p:txBody>
          </p:sp>
        </p:grpSp>
      </p:grpSp>
      <p:sp>
        <p:nvSpPr>
          <p:cNvPr id="49" name="Text Placeholder 3"/>
          <p:cNvSpPr txBox="1">
            <a:spLocks/>
          </p:cNvSpPr>
          <p:nvPr/>
        </p:nvSpPr>
        <p:spPr>
          <a:xfrm>
            <a:off x="4952455" y="3839231"/>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50" name="Freeform 45"/>
          <p:cNvSpPr>
            <a:spLocks noEditPoints="1"/>
          </p:cNvSpPr>
          <p:nvPr/>
        </p:nvSpPr>
        <p:spPr bwMode="auto">
          <a:xfrm>
            <a:off x="7690032" y="393766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33"/>
                                        </p:tgtEl>
                                        <p:attrNameLst>
                                          <p:attrName>style.visibility</p:attrName>
                                        </p:attrNameLst>
                                      </p:cBhvr>
                                      <p:to>
                                        <p:strVal val="visible"/>
                                      </p:to>
                                    </p:set>
                                    <p:anim calcmode="lin" valueType="num">
                                      <p:cBhvr>
                                        <p:cTn id="16" dur="500" fill="hold"/>
                                        <p:tgtEl>
                                          <p:spTgt spid="33"/>
                                        </p:tgtEl>
                                        <p:attrNameLst>
                                          <p:attrName>ppt_w</p:attrName>
                                        </p:attrNameLst>
                                      </p:cBhvr>
                                      <p:tavLst>
                                        <p:tav tm="0">
                                          <p:val>
                                            <p:fltVal val="0"/>
                                          </p:val>
                                        </p:tav>
                                        <p:tav tm="100000">
                                          <p:val>
                                            <p:strVal val="#ppt_w"/>
                                          </p:val>
                                        </p:tav>
                                      </p:tavLst>
                                    </p:anim>
                                    <p:anim calcmode="lin" valueType="num">
                                      <p:cBhvr>
                                        <p:cTn id="17" dur="500" fill="hold"/>
                                        <p:tgtEl>
                                          <p:spTgt spid="33"/>
                                        </p:tgtEl>
                                        <p:attrNameLst>
                                          <p:attrName>ppt_h</p:attrName>
                                        </p:attrNameLst>
                                      </p:cBhvr>
                                      <p:tavLst>
                                        <p:tav tm="0">
                                          <p:val>
                                            <p:fltVal val="0"/>
                                          </p:val>
                                        </p:tav>
                                        <p:tav tm="100000">
                                          <p:val>
                                            <p:strVal val="#ppt_h"/>
                                          </p:val>
                                        </p:tav>
                                      </p:tavLst>
                                    </p:anim>
                                    <p:animEffect transition="in" filter="fade">
                                      <p:cBhvr>
                                        <p:cTn id="18" dur="500"/>
                                        <p:tgtEl>
                                          <p:spTgt spid="33"/>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left)">
                                      <p:cBhvr>
                                        <p:cTn id="22" dur="500"/>
                                        <p:tgtEl>
                                          <p:spTgt spid="11"/>
                                        </p:tgtEl>
                                      </p:cBhvr>
                                    </p:animEffect>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p:cTn id="26" dur="500" fill="hold"/>
                                        <p:tgtEl>
                                          <p:spTgt spid="28"/>
                                        </p:tgtEl>
                                        <p:attrNameLst>
                                          <p:attrName>ppt_w</p:attrName>
                                        </p:attrNameLst>
                                      </p:cBhvr>
                                      <p:tavLst>
                                        <p:tav tm="0">
                                          <p:val>
                                            <p:fltVal val="0"/>
                                          </p:val>
                                        </p:tav>
                                        <p:tav tm="100000">
                                          <p:val>
                                            <p:strVal val="#ppt_w"/>
                                          </p:val>
                                        </p:tav>
                                      </p:tavLst>
                                    </p:anim>
                                    <p:anim calcmode="lin" valueType="num">
                                      <p:cBhvr>
                                        <p:cTn id="27" dur="500" fill="hold"/>
                                        <p:tgtEl>
                                          <p:spTgt spid="28"/>
                                        </p:tgtEl>
                                        <p:attrNameLst>
                                          <p:attrName>ppt_h</p:attrName>
                                        </p:attrNameLst>
                                      </p:cBhvr>
                                      <p:tavLst>
                                        <p:tav tm="0">
                                          <p:val>
                                            <p:fltVal val="0"/>
                                          </p:val>
                                        </p:tav>
                                        <p:tav tm="100000">
                                          <p:val>
                                            <p:strVal val="#ppt_h"/>
                                          </p:val>
                                        </p:tav>
                                      </p:tavLst>
                                    </p:anim>
                                    <p:animEffect transition="in" filter="fade">
                                      <p:cBhvr>
                                        <p:cTn id="28" dur="500"/>
                                        <p:tgtEl>
                                          <p:spTgt spid="28"/>
                                        </p:tgtEl>
                                      </p:cBhvr>
                                    </p:animEffect>
                                  </p:childTnLst>
                                </p:cTn>
                              </p:par>
                            </p:childTnLst>
                          </p:cTn>
                        </p:par>
                        <p:par>
                          <p:cTn id="29" fill="hold">
                            <p:stCondLst>
                              <p:cond delay="2500"/>
                            </p:stCondLst>
                            <p:childTnLst>
                              <p:par>
                                <p:cTn id="30" presetID="22" presetClass="entr" presetSubtype="2" fill="hold" grpId="0" nodeType="after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right)">
                                      <p:cBhvr>
                                        <p:cTn id="32" dur="500"/>
                                        <p:tgtEl>
                                          <p:spTgt spid="9"/>
                                        </p:tgtEl>
                                      </p:cBhvr>
                                    </p:animEffect>
                                  </p:childTnLst>
                                </p:cTn>
                              </p:par>
                            </p:childTnLst>
                          </p:cTn>
                        </p:par>
                        <p:par>
                          <p:cTn id="33" fill="hold">
                            <p:stCondLst>
                              <p:cond delay="3000"/>
                            </p:stCondLst>
                            <p:childTnLst>
                              <p:par>
                                <p:cTn id="34" presetID="53" presetClass="entr" presetSubtype="0" fill="hold" grpId="0" nodeType="afterEffect">
                                  <p:stCondLst>
                                    <p:cond delay="0"/>
                                  </p:stCondLst>
                                  <p:childTnLst>
                                    <p:set>
                                      <p:cBhvr>
                                        <p:cTn id="35" dur="1" fill="hold">
                                          <p:stCondLst>
                                            <p:cond delay="0"/>
                                          </p:stCondLst>
                                        </p:cTn>
                                        <p:tgtEl>
                                          <p:spTgt spid="27"/>
                                        </p:tgtEl>
                                        <p:attrNameLst>
                                          <p:attrName>style.visibility</p:attrName>
                                        </p:attrNameLst>
                                      </p:cBhvr>
                                      <p:to>
                                        <p:strVal val="visible"/>
                                      </p:to>
                                    </p:set>
                                    <p:anim calcmode="lin" valueType="num">
                                      <p:cBhvr>
                                        <p:cTn id="36" dur="500" fill="hold"/>
                                        <p:tgtEl>
                                          <p:spTgt spid="27"/>
                                        </p:tgtEl>
                                        <p:attrNameLst>
                                          <p:attrName>ppt_w</p:attrName>
                                        </p:attrNameLst>
                                      </p:cBhvr>
                                      <p:tavLst>
                                        <p:tav tm="0">
                                          <p:val>
                                            <p:fltVal val="0"/>
                                          </p:val>
                                        </p:tav>
                                        <p:tav tm="100000">
                                          <p:val>
                                            <p:strVal val="#ppt_w"/>
                                          </p:val>
                                        </p:tav>
                                      </p:tavLst>
                                    </p:anim>
                                    <p:anim calcmode="lin" valueType="num">
                                      <p:cBhvr>
                                        <p:cTn id="37" dur="500" fill="hold"/>
                                        <p:tgtEl>
                                          <p:spTgt spid="27"/>
                                        </p:tgtEl>
                                        <p:attrNameLst>
                                          <p:attrName>ppt_h</p:attrName>
                                        </p:attrNameLst>
                                      </p:cBhvr>
                                      <p:tavLst>
                                        <p:tav tm="0">
                                          <p:val>
                                            <p:fltVal val="0"/>
                                          </p:val>
                                        </p:tav>
                                        <p:tav tm="100000">
                                          <p:val>
                                            <p:strVal val="#ppt_h"/>
                                          </p:val>
                                        </p:tav>
                                      </p:tavLst>
                                    </p:anim>
                                    <p:animEffect transition="in" filter="fade">
                                      <p:cBhvr>
                                        <p:cTn id="38" dur="500"/>
                                        <p:tgtEl>
                                          <p:spTgt spid="27"/>
                                        </p:tgtEl>
                                      </p:cBhvr>
                                    </p:animEffect>
                                  </p:childTnLst>
                                </p:cTn>
                              </p:par>
                            </p:childTnLst>
                          </p:cTn>
                        </p:par>
                        <p:par>
                          <p:cTn id="39" fill="hold">
                            <p:stCondLst>
                              <p:cond delay="3500"/>
                            </p:stCondLst>
                            <p:childTnLst>
                              <p:par>
                                <p:cTn id="40" presetID="22" presetClass="entr" presetSubtype="8" fill="hold" grpId="0" nodeType="after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left)">
                                      <p:cBhvr>
                                        <p:cTn id="42" dur="500"/>
                                        <p:tgtEl>
                                          <p:spTgt spid="12"/>
                                        </p:tgtEl>
                                      </p:cBhvr>
                                    </p:animEffect>
                                  </p:childTnLst>
                                </p:cTn>
                              </p:par>
                            </p:childTnLst>
                          </p:cTn>
                        </p:par>
                        <p:par>
                          <p:cTn id="43" fill="hold">
                            <p:stCondLst>
                              <p:cond delay="4000"/>
                            </p:stCondLst>
                            <p:childTnLst>
                              <p:par>
                                <p:cTn id="44" presetID="53" presetClass="entr" presetSubtype="0" fill="hold" grpId="0" nodeType="afterEffect">
                                  <p:stCondLst>
                                    <p:cond delay="0"/>
                                  </p:stCondLst>
                                  <p:childTnLst>
                                    <p:set>
                                      <p:cBhvr>
                                        <p:cTn id="45" dur="1" fill="hold">
                                          <p:stCondLst>
                                            <p:cond delay="0"/>
                                          </p:stCondLst>
                                        </p:cTn>
                                        <p:tgtEl>
                                          <p:spTgt spid="29"/>
                                        </p:tgtEl>
                                        <p:attrNameLst>
                                          <p:attrName>style.visibility</p:attrName>
                                        </p:attrNameLst>
                                      </p:cBhvr>
                                      <p:to>
                                        <p:strVal val="visible"/>
                                      </p:to>
                                    </p:set>
                                    <p:anim calcmode="lin" valueType="num">
                                      <p:cBhvr>
                                        <p:cTn id="46" dur="500" fill="hold"/>
                                        <p:tgtEl>
                                          <p:spTgt spid="29"/>
                                        </p:tgtEl>
                                        <p:attrNameLst>
                                          <p:attrName>ppt_w</p:attrName>
                                        </p:attrNameLst>
                                      </p:cBhvr>
                                      <p:tavLst>
                                        <p:tav tm="0">
                                          <p:val>
                                            <p:fltVal val="0"/>
                                          </p:val>
                                        </p:tav>
                                        <p:tav tm="100000">
                                          <p:val>
                                            <p:strVal val="#ppt_w"/>
                                          </p:val>
                                        </p:tav>
                                      </p:tavLst>
                                    </p:anim>
                                    <p:anim calcmode="lin" valueType="num">
                                      <p:cBhvr>
                                        <p:cTn id="47" dur="500" fill="hold"/>
                                        <p:tgtEl>
                                          <p:spTgt spid="29"/>
                                        </p:tgtEl>
                                        <p:attrNameLst>
                                          <p:attrName>ppt_h</p:attrName>
                                        </p:attrNameLst>
                                      </p:cBhvr>
                                      <p:tavLst>
                                        <p:tav tm="0">
                                          <p:val>
                                            <p:fltVal val="0"/>
                                          </p:val>
                                        </p:tav>
                                        <p:tav tm="100000">
                                          <p:val>
                                            <p:strVal val="#ppt_h"/>
                                          </p:val>
                                        </p:tav>
                                      </p:tavLst>
                                    </p:anim>
                                    <p:animEffect transition="in" filter="fade">
                                      <p:cBhvr>
                                        <p:cTn id="48" dur="500"/>
                                        <p:tgtEl>
                                          <p:spTgt spid="29"/>
                                        </p:tgtEl>
                                      </p:cBhvr>
                                    </p:animEffect>
                                  </p:childTnLst>
                                </p:cTn>
                              </p:par>
                            </p:childTnLst>
                          </p:cTn>
                        </p:par>
                        <p:par>
                          <p:cTn id="49" fill="hold">
                            <p:stCondLst>
                              <p:cond delay="4500"/>
                            </p:stCondLst>
                            <p:childTnLst>
                              <p:par>
                                <p:cTn id="50" presetID="22" presetClass="entr" presetSubtype="2"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wipe(right)">
                                      <p:cBhvr>
                                        <p:cTn id="52" dur="500"/>
                                        <p:tgtEl>
                                          <p:spTgt spid="10"/>
                                        </p:tgtEl>
                                      </p:cBhvr>
                                    </p:animEffect>
                                  </p:childTnLst>
                                </p:cTn>
                              </p:par>
                            </p:childTnLst>
                          </p:cTn>
                        </p:par>
                        <p:par>
                          <p:cTn id="53" fill="hold">
                            <p:stCondLst>
                              <p:cond delay="5000"/>
                            </p:stCondLst>
                            <p:childTnLst>
                              <p:par>
                                <p:cTn id="54" presetID="53" presetClass="entr" presetSubtype="0" fill="hold" grpId="0" nodeType="afterEffect">
                                  <p:stCondLst>
                                    <p:cond delay="0"/>
                                  </p:stCondLst>
                                  <p:childTnLst>
                                    <p:set>
                                      <p:cBhvr>
                                        <p:cTn id="55" dur="1" fill="hold">
                                          <p:stCondLst>
                                            <p:cond delay="0"/>
                                          </p:stCondLst>
                                        </p:cTn>
                                        <p:tgtEl>
                                          <p:spTgt spid="25"/>
                                        </p:tgtEl>
                                        <p:attrNameLst>
                                          <p:attrName>style.visibility</p:attrName>
                                        </p:attrNameLst>
                                      </p:cBhvr>
                                      <p:to>
                                        <p:strVal val="visible"/>
                                      </p:to>
                                    </p:set>
                                    <p:anim calcmode="lin" valueType="num">
                                      <p:cBhvr>
                                        <p:cTn id="56" dur="500" fill="hold"/>
                                        <p:tgtEl>
                                          <p:spTgt spid="25"/>
                                        </p:tgtEl>
                                        <p:attrNameLst>
                                          <p:attrName>ppt_w</p:attrName>
                                        </p:attrNameLst>
                                      </p:cBhvr>
                                      <p:tavLst>
                                        <p:tav tm="0">
                                          <p:val>
                                            <p:fltVal val="0"/>
                                          </p:val>
                                        </p:tav>
                                        <p:tav tm="100000">
                                          <p:val>
                                            <p:strVal val="#ppt_w"/>
                                          </p:val>
                                        </p:tav>
                                      </p:tavLst>
                                    </p:anim>
                                    <p:anim calcmode="lin" valueType="num">
                                      <p:cBhvr>
                                        <p:cTn id="57" dur="500" fill="hold"/>
                                        <p:tgtEl>
                                          <p:spTgt spid="25"/>
                                        </p:tgtEl>
                                        <p:attrNameLst>
                                          <p:attrName>ppt_h</p:attrName>
                                        </p:attrNameLst>
                                      </p:cBhvr>
                                      <p:tavLst>
                                        <p:tav tm="0">
                                          <p:val>
                                            <p:fltVal val="0"/>
                                          </p:val>
                                        </p:tav>
                                        <p:tav tm="100000">
                                          <p:val>
                                            <p:strVal val="#ppt_h"/>
                                          </p:val>
                                        </p:tav>
                                      </p:tavLst>
                                    </p:anim>
                                    <p:animEffect transition="in" filter="fade">
                                      <p:cBhvr>
                                        <p:cTn id="58" dur="500"/>
                                        <p:tgtEl>
                                          <p:spTgt spid="25"/>
                                        </p:tgtEl>
                                      </p:cBhvr>
                                    </p:animEffect>
                                  </p:childTnLst>
                                </p:cTn>
                              </p:par>
                            </p:childTnLst>
                          </p:cTn>
                        </p:par>
                        <p:par>
                          <p:cTn id="59" fill="hold">
                            <p:stCondLst>
                              <p:cond delay="5500"/>
                            </p:stCondLst>
                            <p:childTnLst>
                              <p:par>
                                <p:cTn id="60" presetID="22" presetClass="entr" presetSubtype="8" fill="hold" grpId="0" nodeType="afterEffect">
                                  <p:stCondLst>
                                    <p:cond delay="0"/>
                                  </p:stCondLst>
                                  <p:childTnLst>
                                    <p:set>
                                      <p:cBhvr>
                                        <p:cTn id="61" dur="1" fill="hold">
                                          <p:stCondLst>
                                            <p:cond delay="0"/>
                                          </p:stCondLst>
                                        </p:cTn>
                                        <p:tgtEl>
                                          <p:spTgt spid="13"/>
                                        </p:tgtEl>
                                        <p:attrNameLst>
                                          <p:attrName>style.visibility</p:attrName>
                                        </p:attrNameLst>
                                      </p:cBhvr>
                                      <p:to>
                                        <p:strVal val="visible"/>
                                      </p:to>
                                    </p:set>
                                    <p:animEffect transition="in" filter="wipe(left)">
                                      <p:cBhvr>
                                        <p:cTn id="62" dur="500"/>
                                        <p:tgtEl>
                                          <p:spTgt spid="13"/>
                                        </p:tgtEl>
                                      </p:cBhvr>
                                    </p:animEffect>
                                  </p:childTnLst>
                                </p:cTn>
                              </p:par>
                            </p:childTnLst>
                          </p:cTn>
                        </p:par>
                        <p:par>
                          <p:cTn id="63" fill="hold">
                            <p:stCondLst>
                              <p:cond delay="6000"/>
                            </p:stCondLst>
                            <p:childTnLst>
                              <p:par>
                                <p:cTn id="64" presetID="53" presetClass="entr" presetSubtype="0" fill="hold" grpId="0" nodeType="afterEffect">
                                  <p:stCondLst>
                                    <p:cond delay="0"/>
                                  </p:stCondLst>
                                  <p:childTnLst>
                                    <p:set>
                                      <p:cBhvr>
                                        <p:cTn id="65" dur="1" fill="hold">
                                          <p:stCondLst>
                                            <p:cond delay="0"/>
                                          </p:stCondLst>
                                        </p:cTn>
                                        <p:tgtEl>
                                          <p:spTgt spid="31"/>
                                        </p:tgtEl>
                                        <p:attrNameLst>
                                          <p:attrName>style.visibility</p:attrName>
                                        </p:attrNameLst>
                                      </p:cBhvr>
                                      <p:to>
                                        <p:strVal val="visible"/>
                                      </p:to>
                                    </p:set>
                                    <p:anim calcmode="lin" valueType="num">
                                      <p:cBhvr>
                                        <p:cTn id="66" dur="500" fill="hold"/>
                                        <p:tgtEl>
                                          <p:spTgt spid="31"/>
                                        </p:tgtEl>
                                        <p:attrNameLst>
                                          <p:attrName>ppt_w</p:attrName>
                                        </p:attrNameLst>
                                      </p:cBhvr>
                                      <p:tavLst>
                                        <p:tav tm="0">
                                          <p:val>
                                            <p:fltVal val="0"/>
                                          </p:val>
                                        </p:tav>
                                        <p:tav tm="100000">
                                          <p:val>
                                            <p:strVal val="#ppt_w"/>
                                          </p:val>
                                        </p:tav>
                                      </p:tavLst>
                                    </p:anim>
                                    <p:anim calcmode="lin" valueType="num">
                                      <p:cBhvr>
                                        <p:cTn id="67" dur="500" fill="hold"/>
                                        <p:tgtEl>
                                          <p:spTgt spid="31"/>
                                        </p:tgtEl>
                                        <p:attrNameLst>
                                          <p:attrName>ppt_h</p:attrName>
                                        </p:attrNameLst>
                                      </p:cBhvr>
                                      <p:tavLst>
                                        <p:tav tm="0">
                                          <p:val>
                                            <p:fltVal val="0"/>
                                          </p:val>
                                        </p:tav>
                                        <p:tav tm="100000">
                                          <p:val>
                                            <p:strVal val="#ppt_h"/>
                                          </p:val>
                                        </p:tav>
                                      </p:tavLst>
                                    </p:anim>
                                    <p:animEffect transition="in" filter="fade">
                                      <p:cBhvr>
                                        <p:cTn id="68" dur="500"/>
                                        <p:tgtEl>
                                          <p:spTgt spid="31"/>
                                        </p:tgtEl>
                                      </p:cBhvr>
                                    </p:animEffect>
                                  </p:childTnLst>
                                </p:cTn>
                              </p:par>
                            </p:childTnLst>
                          </p:cTn>
                        </p:par>
                        <p:par>
                          <p:cTn id="69" fill="hold">
                            <p:stCondLst>
                              <p:cond delay="6500"/>
                            </p:stCondLst>
                            <p:childTnLst>
                              <p:par>
                                <p:cTn id="70" presetID="2" presetClass="entr" presetSubtype="4" accel="50000" decel="50000" fill="hold" nodeType="afterEffect">
                                  <p:stCondLst>
                                    <p:cond delay="0"/>
                                  </p:stCondLst>
                                  <p:childTnLst>
                                    <p:set>
                                      <p:cBhvr>
                                        <p:cTn id="71" dur="1" fill="hold">
                                          <p:stCondLst>
                                            <p:cond delay="0"/>
                                          </p:stCondLst>
                                        </p:cTn>
                                        <p:tgtEl>
                                          <p:spTgt spid="3"/>
                                        </p:tgtEl>
                                        <p:attrNameLst>
                                          <p:attrName>style.visibility</p:attrName>
                                        </p:attrNameLst>
                                      </p:cBhvr>
                                      <p:to>
                                        <p:strVal val="visible"/>
                                      </p:to>
                                    </p:set>
                                    <p:anim calcmode="lin" valueType="num">
                                      <p:cBhvr additive="base">
                                        <p:cTn id="72" dur="500" fill="hold"/>
                                        <p:tgtEl>
                                          <p:spTgt spid="3"/>
                                        </p:tgtEl>
                                        <p:attrNameLst>
                                          <p:attrName>ppt_x</p:attrName>
                                        </p:attrNameLst>
                                      </p:cBhvr>
                                      <p:tavLst>
                                        <p:tav tm="0">
                                          <p:val>
                                            <p:strVal val="#ppt_x"/>
                                          </p:val>
                                        </p:tav>
                                        <p:tav tm="100000">
                                          <p:val>
                                            <p:strVal val="#ppt_x"/>
                                          </p:val>
                                        </p:tav>
                                      </p:tavLst>
                                    </p:anim>
                                    <p:anim calcmode="lin" valueType="num">
                                      <p:cBhvr additive="base">
                                        <p:cTn id="73" dur="500" fill="hold"/>
                                        <p:tgtEl>
                                          <p:spTgt spid="3"/>
                                        </p:tgtEl>
                                        <p:attrNameLst>
                                          <p:attrName>ppt_y</p:attrName>
                                        </p:attrNameLst>
                                      </p:cBhvr>
                                      <p:tavLst>
                                        <p:tav tm="0">
                                          <p:val>
                                            <p:strVal val="1+#ppt_h/2"/>
                                          </p:val>
                                        </p:tav>
                                        <p:tav tm="100000">
                                          <p:val>
                                            <p:strVal val="#ppt_y"/>
                                          </p:val>
                                        </p:tav>
                                      </p:tavLst>
                                    </p:anim>
                                  </p:childTnLst>
                                </p:cTn>
                              </p:par>
                            </p:childTnLst>
                          </p:cTn>
                        </p:par>
                        <p:par>
                          <p:cTn id="74" fill="hold">
                            <p:stCondLst>
                              <p:cond delay="7000"/>
                            </p:stCondLst>
                            <p:childTnLst>
                              <p:par>
                                <p:cTn id="75" presetID="53" presetClass="entr" presetSubtype="0" fill="hold" grpId="0" nodeType="after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p:cTn id="77" dur="500" fill="hold"/>
                                        <p:tgtEl>
                                          <p:spTgt spid="43"/>
                                        </p:tgtEl>
                                        <p:attrNameLst>
                                          <p:attrName>ppt_w</p:attrName>
                                        </p:attrNameLst>
                                      </p:cBhvr>
                                      <p:tavLst>
                                        <p:tav tm="0">
                                          <p:val>
                                            <p:fltVal val="0"/>
                                          </p:val>
                                        </p:tav>
                                        <p:tav tm="100000">
                                          <p:val>
                                            <p:strVal val="#ppt_w"/>
                                          </p:val>
                                        </p:tav>
                                      </p:tavLst>
                                    </p:anim>
                                    <p:anim calcmode="lin" valueType="num">
                                      <p:cBhvr>
                                        <p:cTn id="78" dur="500" fill="hold"/>
                                        <p:tgtEl>
                                          <p:spTgt spid="43"/>
                                        </p:tgtEl>
                                        <p:attrNameLst>
                                          <p:attrName>ppt_h</p:attrName>
                                        </p:attrNameLst>
                                      </p:cBhvr>
                                      <p:tavLst>
                                        <p:tav tm="0">
                                          <p:val>
                                            <p:fltVal val="0"/>
                                          </p:val>
                                        </p:tav>
                                        <p:tav tm="100000">
                                          <p:val>
                                            <p:strVal val="#ppt_h"/>
                                          </p:val>
                                        </p:tav>
                                      </p:tavLst>
                                    </p:anim>
                                    <p:animEffect transition="in" filter="fade">
                                      <p:cBhvr>
                                        <p:cTn id="79" dur="500"/>
                                        <p:tgtEl>
                                          <p:spTgt spid="43"/>
                                        </p:tgtEl>
                                      </p:cBhvr>
                                    </p:animEffect>
                                  </p:childTnLst>
                                </p:cTn>
                              </p:par>
                              <p:par>
                                <p:cTn id="80" presetID="22" presetClass="entr" presetSubtype="8" fill="hold" grpId="0" nodeType="withEffect">
                                  <p:stCondLst>
                                    <p:cond delay="0"/>
                                  </p:stCondLst>
                                  <p:childTnLst>
                                    <p:set>
                                      <p:cBhvr>
                                        <p:cTn id="81" dur="1" fill="hold">
                                          <p:stCondLst>
                                            <p:cond delay="0"/>
                                          </p:stCondLst>
                                        </p:cTn>
                                        <p:tgtEl>
                                          <p:spTgt spid="42"/>
                                        </p:tgtEl>
                                        <p:attrNameLst>
                                          <p:attrName>style.visibility</p:attrName>
                                        </p:attrNameLst>
                                      </p:cBhvr>
                                      <p:to>
                                        <p:strVal val="visible"/>
                                      </p:to>
                                    </p:set>
                                    <p:animEffect transition="in" filter="wipe(left)">
                                      <p:cBhvr>
                                        <p:cTn id="82" dur="500"/>
                                        <p:tgtEl>
                                          <p:spTgt spid="42"/>
                                        </p:tgtEl>
                                      </p:cBhvr>
                                    </p:animEffect>
                                  </p:childTnLst>
                                </p:cTn>
                              </p:par>
                            </p:childTnLst>
                          </p:cTn>
                        </p:par>
                        <p:par>
                          <p:cTn id="83" fill="hold">
                            <p:stCondLst>
                              <p:cond delay="7500"/>
                            </p:stCondLst>
                            <p:childTnLst>
                              <p:par>
                                <p:cTn id="84" presetID="2" presetClass="entr" presetSubtype="4" accel="50000" decel="50000" fill="hold" nodeType="afterEffect">
                                  <p:stCondLst>
                                    <p:cond delay="0"/>
                                  </p:stCondLst>
                                  <p:childTnLst>
                                    <p:set>
                                      <p:cBhvr>
                                        <p:cTn id="85" dur="1" fill="hold">
                                          <p:stCondLst>
                                            <p:cond delay="0"/>
                                          </p:stCondLst>
                                        </p:cTn>
                                        <p:tgtEl>
                                          <p:spTgt spid="14"/>
                                        </p:tgtEl>
                                        <p:attrNameLst>
                                          <p:attrName>style.visibility</p:attrName>
                                        </p:attrNameLst>
                                      </p:cBhvr>
                                      <p:to>
                                        <p:strVal val="visible"/>
                                      </p:to>
                                    </p:set>
                                    <p:anim calcmode="lin" valueType="num">
                                      <p:cBhvr additive="base">
                                        <p:cTn id="86" dur="500" fill="hold"/>
                                        <p:tgtEl>
                                          <p:spTgt spid="14"/>
                                        </p:tgtEl>
                                        <p:attrNameLst>
                                          <p:attrName>ppt_x</p:attrName>
                                        </p:attrNameLst>
                                      </p:cBhvr>
                                      <p:tavLst>
                                        <p:tav tm="0">
                                          <p:val>
                                            <p:strVal val="#ppt_x"/>
                                          </p:val>
                                        </p:tav>
                                        <p:tav tm="100000">
                                          <p:val>
                                            <p:strVal val="#ppt_x"/>
                                          </p:val>
                                        </p:tav>
                                      </p:tavLst>
                                    </p:anim>
                                    <p:anim calcmode="lin" valueType="num">
                                      <p:cBhvr additive="base">
                                        <p:cTn id="87" dur="500" fill="hold"/>
                                        <p:tgtEl>
                                          <p:spTgt spid="14"/>
                                        </p:tgtEl>
                                        <p:attrNameLst>
                                          <p:attrName>ppt_y</p:attrName>
                                        </p:attrNameLst>
                                      </p:cBhvr>
                                      <p:tavLst>
                                        <p:tav tm="0">
                                          <p:val>
                                            <p:strVal val="1+#ppt_h/2"/>
                                          </p:val>
                                        </p:tav>
                                        <p:tav tm="100000">
                                          <p:val>
                                            <p:strVal val="#ppt_y"/>
                                          </p:val>
                                        </p:tav>
                                      </p:tavLst>
                                    </p:anim>
                                  </p:childTnLst>
                                </p:cTn>
                              </p:par>
                            </p:childTnLst>
                          </p:cTn>
                        </p:par>
                        <p:par>
                          <p:cTn id="88" fill="hold">
                            <p:stCondLst>
                              <p:cond delay="8000"/>
                            </p:stCondLst>
                            <p:childTnLst>
                              <p:par>
                                <p:cTn id="89" presetID="53" presetClass="entr" presetSubtype="0" fill="hold" grpId="0" nodeType="afterEffect">
                                  <p:stCondLst>
                                    <p:cond delay="0"/>
                                  </p:stCondLst>
                                  <p:childTnLst>
                                    <p:set>
                                      <p:cBhvr>
                                        <p:cTn id="90" dur="1" fill="hold">
                                          <p:stCondLst>
                                            <p:cond delay="0"/>
                                          </p:stCondLst>
                                        </p:cTn>
                                        <p:tgtEl>
                                          <p:spTgt spid="50"/>
                                        </p:tgtEl>
                                        <p:attrNameLst>
                                          <p:attrName>style.visibility</p:attrName>
                                        </p:attrNameLst>
                                      </p:cBhvr>
                                      <p:to>
                                        <p:strVal val="visible"/>
                                      </p:to>
                                    </p:set>
                                    <p:anim calcmode="lin" valueType="num">
                                      <p:cBhvr>
                                        <p:cTn id="91" dur="500" fill="hold"/>
                                        <p:tgtEl>
                                          <p:spTgt spid="50"/>
                                        </p:tgtEl>
                                        <p:attrNameLst>
                                          <p:attrName>ppt_w</p:attrName>
                                        </p:attrNameLst>
                                      </p:cBhvr>
                                      <p:tavLst>
                                        <p:tav tm="0">
                                          <p:val>
                                            <p:fltVal val="0"/>
                                          </p:val>
                                        </p:tav>
                                        <p:tav tm="100000">
                                          <p:val>
                                            <p:strVal val="#ppt_w"/>
                                          </p:val>
                                        </p:tav>
                                      </p:tavLst>
                                    </p:anim>
                                    <p:anim calcmode="lin" valueType="num">
                                      <p:cBhvr>
                                        <p:cTn id="92" dur="500" fill="hold"/>
                                        <p:tgtEl>
                                          <p:spTgt spid="50"/>
                                        </p:tgtEl>
                                        <p:attrNameLst>
                                          <p:attrName>ppt_h</p:attrName>
                                        </p:attrNameLst>
                                      </p:cBhvr>
                                      <p:tavLst>
                                        <p:tav tm="0">
                                          <p:val>
                                            <p:fltVal val="0"/>
                                          </p:val>
                                        </p:tav>
                                        <p:tav tm="100000">
                                          <p:val>
                                            <p:strVal val="#ppt_h"/>
                                          </p:val>
                                        </p:tav>
                                      </p:tavLst>
                                    </p:anim>
                                    <p:animEffect transition="in" filter="fade">
                                      <p:cBhvr>
                                        <p:cTn id="93" dur="500"/>
                                        <p:tgtEl>
                                          <p:spTgt spid="50"/>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49"/>
                                        </p:tgtEl>
                                        <p:attrNameLst>
                                          <p:attrName>style.visibility</p:attrName>
                                        </p:attrNameLst>
                                      </p:cBhvr>
                                      <p:to>
                                        <p:strVal val="visible"/>
                                      </p:to>
                                    </p:set>
                                    <p:animEffect transition="in" filter="wipe(right)">
                                      <p:cBhvr>
                                        <p:cTn id="96"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11" grpId="0" animBg="1"/>
      <p:bldP spid="12" grpId="0" animBg="1"/>
      <p:bldP spid="13" grpId="0" animBg="1"/>
      <p:bldP spid="25" grpId="0" animBg="1"/>
      <p:bldP spid="27" grpId="0" animBg="1"/>
      <p:bldP spid="28" grpId="0" animBg="1"/>
      <p:bldP spid="29" grpId="0" animBg="1"/>
      <p:bldP spid="31" grpId="0" animBg="1"/>
      <p:bldP spid="33" grpId="0" animBg="1"/>
      <p:bldP spid="42" grpId="0"/>
      <p:bldP spid="43" grpId="0" animBg="1"/>
      <p:bldP spid="49" grpId="0"/>
      <p:bldP spid="50"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2"/>
          <p:cNvGrpSpPr/>
          <p:nvPr/>
        </p:nvGrpSpPr>
        <p:grpSpPr>
          <a:xfrm>
            <a:off x="1373761" y="1123950"/>
            <a:ext cx="2286000" cy="1255137"/>
            <a:chOff x="1373761" y="1123950"/>
            <a:chExt cx="2286000" cy="1255137"/>
          </a:xfrm>
        </p:grpSpPr>
        <p:sp>
          <p:nvSpPr>
            <p:cNvPr id="12" name="Round Same Side Corner Rectangle 11"/>
            <p:cNvSpPr/>
            <p:nvPr/>
          </p:nvSpPr>
          <p:spPr>
            <a:xfrm rot="10800000" flipV="1">
              <a:off x="1373761" y="1123950"/>
              <a:ext cx="2286000" cy="1255137"/>
            </a:xfrm>
            <a:prstGeom prst="round2SameRect">
              <a:avLst>
                <a:gd name="adj1" fmla="val 8813"/>
                <a:gd name="adj2" fmla="val 0"/>
              </a:avLst>
            </a:prstGeom>
            <a:solidFill>
              <a:schemeClr val="tx1">
                <a:lumMod val="10000"/>
                <a:lumOff val="9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7" name="TextBox 16"/>
            <p:cNvSpPr txBox="1"/>
            <p:nvPr/>
          </p:nvSpPr>
          <p:spPr>
            <a:xfrm>
              <a:off x="1529215" y="1232991"/>
              <a:ext cx="1975090" cy="1107996"/>
            </a:xfrm>
            <a:prstGeom prst="rect">
              <a:avLst/>
            </a:prstGeom>
            <a:noFill/>
          </p:spPr>
          <p:txBody>
            <a:bodyPr wrap="square" rtlCol="0">
              <a:spAutoFit/>
            </a:bodyPr>
            <a:lstStyle/>
            <a:p>
              <a:pPr algn="ctr"/>
              <a:r>
                <a:rPr lang="en-US" sz="1400" b="1" dirty="0">
                  <a:solidFill>
                    <a:schemeClr val="accent1"/>
                  </a:solidFill>
                  <a:latin typeface="+mj-lt"/>
                </a:rPr>
                <a:t>Title Goes Here</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grpSp>
      <p:grpSp>
        <p:nvGrpSpPr>
          <p:cNvPr id="3" name="Group 33"/>
          <p:cNvGrpSpPr/>
          <p:nvPr/>
        </p:nvGrpSpPr>
        <p:grpSpPr>
          <a:xfrm>
            <a:off x="1373760" y="3442421"/>
            <a:ext cx="2286000" cy="1255137"/>
            <a:chOff x="1373760" y="3442421"/>
            <a:chExt cx="2286000" cy="1255137"/>
          </a:xfrm>
        </p:grpSpPr>
        <p:sp>
          <p:nvSpPr>
            <p:cNvPr id="14" name="Round Same Side Corner Rectangle 13"/>
            <p:cNvSpPr/>
            <p:nvPr/>
          </p:nvSpPr>
          <p:spPr>
            <a:xfrm flipV="1">
              <a:off x="1373760" y="3442421"/>
              <a:ext cx="2286000" cy="1255137"/>
            </a:xfrm>
            <a:prstGeom prst="round2SameRect">
              <a:avLst>
                <a:gd name="adj1" fmla="val 8813"/>
                <a:gd name="adj2" fmla="val 0"/>
              </a:avLst>
            </a:prstGeom>
            <a:solidFill>
              <a:schemeClr val="tx1">
                <a:lumMod val="10000"/>
                <a:lumOff val="9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8" name="TextBox 17"/>
            <p:cNvSpPr txBox="1"/>
            <p:nvPr/>
          </p:nvSpPr>
          <p:spPr>
            <a:xfrm>
              <a:off x="1508637" y="3490046"/>
              <a:ext cx="2016246" cy="1107996"/>
            </a:xfrm>
            <a:prstGeom prst="rect">
              <a:avLst/>
            </a:prstGeom>
            <a:noFill/>
          </p:spPr>
          <p:txBody>
            <a:bodyPr wrap="square" rtlCol="0">
              <a:spAutoFit/>
            </a:bodyPr>
            <a:lstStyle/>
            <a:p>
              <a:pPr algn="ctr"/>
              <a:r>
                <a:rPr lang="en-US" sz="1400" b="1" dirty="0">
                  <a:solidFill>
                    <a:schemeClr val="accent2"/>
                  </a:solidFill>
                </a:rPr>
                <a:t>Title Goes Here</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grpSp>
      <p:grpSp>
        <p:nvGrpSpPr>
          <p:cNvPr id="4" name="Group 35"/>
          <p:cNvGrpSpPr/>
          <p:nvPr/>
        </p:nvGrpSpPr>
        <p:grpSpPr>
          <a:xfrm>
            <a:off x="5486400" y="1123950"/>
            <a:ext cx="2286000" cy="1255137"/>
            <a:chOff x="5486400" y="1123950"/>
            <a:chExt cx="2286000" cy="1255137"/>
          </a:xfrm>
        </p:grpSpPr>
        <p:sp>
          <p:nvSpPr>
            <p:cNvPr id="15" name="Round Same Side Corner Rectangle 14"/>
            <p:cNvSpPr/>
            <p:nvPr/>
          </p:nvSpPr>
          <p:spPr>
            <a:xfrm rot="10800000" flipV="1">
              <a:off x="5486400" y="1123950"/>
              <a:ext cx="2286000" cy="1255137"/>
            </a:xfrm>
            <a:prstGeom prst="round2SameRect">
              <a:avLst>
                <a:gd name="adj1" fmla="val 8813"/>
                <a:gd name="adj2" fmla="val 0"/>
              </a:avLst>
            </a:prstGeom>
            <a:solidFill>
              <a:schemeClr val="tx1">
                <a:lumMod val="10000"/>
                <a:lumOff val="9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9" name="TextBox 18"/>
            <p:cNvSpPr txBox="1"/>
            <p:nvPr/>
          </p:nvSpPr>
          <p:spPr>
            <a:xfrm>
              <a:off x="5629504" y="1232991"/>
              <a:ext cx="1999792" cy="1107996"/>
            </a:xfrm>
            <a:prstGeom prst="rect">
              <a:avLst/>
            </a:prstGeom>
            <a:noFill/>
          </p:spPr>
          <p:txBody>
            <a:bodyPr wrap="square" rtlCol="0">
              <a:spAutoFit/>
            </a:bodyPr>
            <a:lstStyle/>
            <a:p>
              <a:pPr algn="ctr"/>
              <a:r>
                <a:rPr lang="en-US" sz="1400" b="1" dirty="0">
                  <a:solidFill>
                    <a:schemeClr val="accent3"/>
                  </a:solidFill>
                </a:rPr>
                <a:t>Title Goes Here</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grpSp>
      <p:grpSp>
        <p:nvGrpSpPr>
          <p:cNvPr id="6" name="Group 34"/>
          <p:cNvGrpSpPr/>
          <p:nvPr/>
        </p:nvGrpSpPr>
        <p:grpSpPr>
          <a:xfrm>
            <a:off x="5486400" y="3442421"/>
            <a:ext cx="2286000" cy="1255137"/>
            <a:chOff x="5486400" y="3442421"/>
            <a:chExt cx="2286000" cy="1255137"/>
          </a:xfrm>
        </p:grpSpPr>
        <p:sp>
          <p:nvSpPr>
            <p:cNvPr id="16" name="Round Same Side Corner Rectangle 15"/>
            <p:cNvSpPr/>
            <p:nvPr/>
          </p:nvSpPr>
          <p:spPr>
            <a:xfrm flipV="1">
              <a:off x="5486400" y="3442421"/>
              <a:ext cx="2286000" cy="1255137"/>
            </a:xfrm>
            <a:prstGeom prst="round2SameRect">
              <a:avLst>
                <a:gd name="adj1" fmla="val 8813"/>
                <a:gd name="adj2" fmla="val 0"/>
              </a:avLst>
            </a:prstGeom>
            <a:solidFill>
              <a:schemeClr val="tx1">
                <a:lumMod val="10000"/>
                <a:lumOff val="9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0" name="TextBox 19"/>
            <p:cNvSpPr txBox="1"/>
            <p:nvPr/>
          </p:nvSpPr>
          <p:spPr>
            <a:xfrm>
              <a:off x="5670659" y="3490046"/>
              <a:ext cx="1917483" cy="1107996"/>
            </a:xfrm>
            <a:prstGeom prst="rect">
              <a:avLst/>
            </a:prstGeom>
            <a:noFill/>
          </p:spPr>
          <p:txBody>
            <a:bodyPr wrap="square" rtlCol="0">
              <a:spAutoFit/>
            </a:bodyPr>
            <a:lstStyle/>
            <a:p>
              <a:pPr algn="ctr"/>
              <a:r>
                <a:rPr lang="en-US" sz="1400" b="1" dirty="0">
                  <a:solidFill>
                    <a:schemeClr val="accent4"/>
                  </a:solidFill>
                </a:rPr>
                <a:t>Title Goes Here</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 available</a:t>
              </a:r>
            </a:p>
          </p:txBody>
        </p:sp>
      </p:grpSp>
      <p:grpSp>
        <p:nvGrpSpPr>
          <p:cNvPr id="9" name="Group 28"/>
          <p:cNvGrpSpPr/>
          <p:nvPr/>
        </p:nvGrpSpPr>
        <p:grpSpPr>
          <a:xfrm>
            <a:off x="5059680" y="2379087"/>
            <a:ext cx="3474720" cy="1085468"/>
            <a:chOff x="5059680" y="2379087"/>
            <a:chExt cx="3474720" cy="1085468"/>
          </a:xfrm>
        </p:grpSpPr>
        <p:sp>
          <p:nvSpPr>
            <p:cNvPr id="26" name="Freeform 25"/>
            <p:cNvSpPr/>
            <p:nvPr/>
          </p:nvSpPr>
          <p:spPr bwMode="auto">
            <a:xfrm>
              <a:off x="5059680" y="2420271"/>
              <a:ext cx="3429000" cy="1044284"/>
            </a:xfrm>
            <a:custGeom>
              <a:avLst/>
              <a:gdLst>
                <a:gd name="connsiteX0" fmla="*/ 0 w 3429000"/>
                <a:gd name="connsiteY0" fmla="*/ 0 h 1044284"/>
                <a:gd name="connsiteX1" fmla="*/ 2896990 w 3429000"/>
                <a:gd name="connsiteY1" fmla="*/ 0 h 1044284"/>
                <a:gd name="connsiteX2" fmla="*/ 2896990 w 3429000"/>
                <a:gd name="connsiteY2" fmla="*/ 0 h 1044284"/>
                <a:gd name="connsiteX3" fmla="*/ 3429000 w 3429000"/>
                <a:gd name="connsiteY3" fmla="*/ 522142 h 1044284"/>
                <a:gd name="connsiteX4" fmla="*/ 2896990 w 3429000"/>
                <a:gd name="connsiteY4" fmla="*/ 1044284 h 1044284"/>
                <a:gd name="connsiteX5" fmla="*/ 2896990 w 3429000"/>
                <a:gd name="connsiteY5" fmla="*/ 1044284 h 1044284"/>
                <a:gd name="connsiteX6" fmla="*/ 0 w 3429000"/>
                <a:gd name="connsiteY6" fmla="*/ 1044284 h 1044284"/>
                <a:gd name="connsiteX7" fmla="*/ 532010 w 3429000"/>
                <a:gd name="connsiteY7" fmla="*/ 522142 h 1044284"/>
                <a:gd name="connsiteX8" fmla="*/ 0 w 3429000"/>
                <a:gd name="connsiteY8" fmla="*/ 0 h 1044284"/>
                <a:gd name="connsiteX0" fmla="*/ 1066799 w 3429000"/>
                <a:gd name="connsiteY0" fmla="*/ 0 h 1044284"/>
                <a:gd name="connsiteX1" fmla="*/ 2896990 w 3429000"/>
                <a:gd name="connsiteY1" fmla="*/ 0 h 1044284"/>
                <a:gd name="connsiteX2" fmla="*/ 2896990 w 3429000"/>
                <a:gd name="connsiteY2" fmla="*/ 0 h 1044284"/>
                <a:gd name="connsiteX3" fmla="*/ 3429000 w 3429000"/>
                <a:gd name="connsiteY3" fmla="*/ 522142 h 1044284"/>
                <a:gd name="connsiteX4" fmla="*/ 2896990 w 3429000"/>
                <a:gd name="connsiteY4" fmla="*/ 1044284 h 1044284"/>
                <a:gd name="connsiteX5" fmla="*/ 2896990 w 3429000"/>
                <a:gd name="connsiteY5" fmla="*/ 1044284 h 1044284"/>
                <a:gd name="connsiteX6" fmla="*/ 0 w 3429000"/>
                <a:gd name="connsiteY6" fmla="*/ 1044284 h 1044284"/>
                <a:gd name="connsiteX7" fmla="*/ 532010 w 3429000"/>
                <a:gd name="connsiteY7" fmla="*/ 522142 h 1044284"/>
                <a:gd name="connsiteX8" fmla="*/ 1066799 w 3429000"/>
                <a:gd name="connsiteY8" fmla="*/ 0 h 104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0" h="1044284">
                  <a:moveTo>
                    <a:pt x="1066799" y="0"/>
                  </a:moveTo>
                  <a:lnTo>
                    <a:pt x="2896990" y="0"/>
                  </a:lnTo>
                  <a:lnTo>
                    <a:pt x="2896990" y="0"/>
                  </a:lnTo>
                  <a:lnTo>
                    <a:pt x="3429000" y="522142"/>
                  </a:lnTo>
                  <a:lnTo>
                    <a:pt x="2896990" y="1044284"/>
                  </a:lnTo>
                  <a:lnTo>
                    <a:pt x="2896990" y="1044284"/>
                  </a:lnTo>
                  <a:lnTo>
                    <a:pt x="0" y="1044284"/>
                  </a:lnTo>
                  <a:lnTo>
                    <a:pt x="532010" y="522142"/>
                  </a:lnTo>
                  <a:lnTo>
                    <a:pt x="1066799" y="0"/>
                  </a:lnTo>
                  <a:close/>
                </a:path>
              </a:pathLst>
            </a:cu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Notched Right Arrow 12"/>
            <p:cNvSpPr/>
            <p:nvPr/>
          </p:nvSpPr>
          <p:spPr bwMode="auto">
            <a:xfrm>
              <a:off x="5105400" y="2379087"/>
              <a:ext cx="3429000" cy="1044284"/>
            </a:xfrm>
            <a:prstGeom prst="notchedRightArrow">
              <a:avLst>
                <a:gd name="adj1" fmla="val 100000"/>
                <a:gd name="adj2" fmla="val 50945"/>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7" name="Title 6"/>
          <p:cNvSpPr>
            <a:spLocks noGrp="1"/>
          </p:cNvSpPr>
          <p:nvPr>
            <p:ph type="title"/>
          </p:nvPr>
        </p:nvSpPr>
        <p:spPr/>
        <p:txBody>
          <a:bodyPr/>
          <a:lstStyle/>
          <a:p>
            <a:r>
              <a:rPr lang="en-US"/>
              <a:t>Integrated Infographic</a:t>
            </a:r>
            <a:endParaRPr lang="en-US" dirty="0"/>
          </a:p>
        </p:txBody>
      </p:sp>
      <p:sp>
        <p:nvSpPr>
          <p:cNvPr id="8" name="Text Placeholder 7"/>
          <p:cNvSpPr>
            <a:spLocks noGrp="1"/>
          </p:cNvSpPr>
          <p:nvPr>
            <p:ph type="body" sz="half" idx="2"/>
          </p:nvPr>
        </p:nvSpPr>
        <p:spPr/>
        <p:txBody>
          <a:bodyPr/>
          <a:lstStyle/>
          <a:p>
            <a:r>
              <a:rPr lang="en-US"/>
              <a:t>Integrated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133</a:t>
            </a:fld>
            <a:endParaRPr lang="en-US" dirty="0"/>
          </a:p>
        </p:txBody>
      </p:sp>
      <p:grpSp>
        <p:nvGrpSpPr>
          <p:cNvPr id="11" name="Group 27"/>
          <p:cNvGrpSpPr/>
          <p:nvPr/>
        </p:nvGrpSpPr>
        <p:grpSpPr>
          <a:xfrm>
            <a:off x="609600" y="2388612"/>
            <a:ext cx="3467100" cy="1085468"/>
            <a:chOff x="609600" y="2388612"/>
            <a:chExt cx="3467100" cy="1085468"/>
          </a:xfrm>
        </p:grpSpPr>
        <p:sp>
          <p:nvSpPr>
            <p:cNvPr id="27" name="Freeform 26"/>
            <p:cNvSpPr/>
            <p:nvPr/>
          </p:nvSpPr>
          <p:spPr bwMode="auto">
            <a:xfrm flipH="1">
              <a:off x="647700" y="2429796"/>
              <a:ext cx="3429000" cy="1044284"/>
            </a:xfrm>
            <a:custGeom>
              <a:avLst/>
              <a:gdLst>
                <a:gd name="connsiteX0" fmla="*/ 0 w 3429000"/>
                <a:gd name="connsiteY0" fmla="*/ 0 h 1044284"/>
                <a:gd name="connsiteX1" fmla="*/ 2896990 w 3429000"/>
                <a:gd name="connsiteY1" fmla="*/ 0 h 1044284"/>
                <a:gd name="connsiteX2" fmla="*/ 2896990 w 3429000"/>
                <a:gd name="connsiteY2" fmla="*/ 0 h 1044284"/>
                <a:gd name="connsiteX3" fmla="*/ 3429000 w 3429000"/>
                <a:gd name="connsiteY3" fmla="*/ 522142 h 1044284"/>
                <a:gd name="connsiteX4" fmla="*/ 2896990 w 3429000"/>
                <a:gd name="connsiteY4" fmla="*/ 1044284 h 1044284"/>
                <a:gd name="connsiteX5" fmla="*/ 2896990 w 3429000"/>
                <a:gd name="connsiteY5" fmla="*/ 1044284 h 1044284"/>
                <a:gd name="connsiteX6" fmla="*/ 0 w 3429000"/>
                <a:gd name="connsiteY6" fmla="*/ 1044284 h 1044284"/>
                <a:gd name="connsiteX7" fmla="*/ 532010 w 3429000"/>
                <a:gd name="connsiteY7" fmla="*/ 522142 h 1044284"/>
                <a:gd name="connsiteX8" fmla="*/ 0 w 3429000"/>
                <a:gd name="connsiteY8" fmla="*/ 0 h 1044284"/>
                <a:gd name="connsiteX0" fmla="*/ 1064639 w 3429000"/>
                <a:gd name="connsiteY0" fmla="*/ 0 h 1044284"/>
                <a:gd name="connsiteX1" fmla="*/ 2896990 w 3429000"/>
                <a:gd name="connsiteY1" fmla="*/ 0 h 1044284"/>
                <a:gd name="connsiteX2" fmla="*/ 2896990 w 3429000"/>
                <a:gd name="connsiteY2" fmla="*/ 0 h 1044284"/>
                <a:gd name="connsiteX3" fmla="*/ 3429000 w 3429000"/>
                <a:gd name="connsiteY3" fmla="*/ 522142 h 1044284"/>
                <a:gd name="connsiteX4" fmla="*/ 2896990 w 3429000"/>
                <a:gd name="connsiteY4" fmla="*/ 1044284 h 1044284"/>
                <a:gd name="connsiteX5" fmla="*/ 2896990 w 3429000"/>
                <a:gd name="connsiteY5" fmla="*/ 1044284 h 1044284"/>
                <a:gd name="connsiteX6" fmla="*/ 0 w 3429000"/>
                <a:gd name="connsiteY6" fmla="*/ 1044284 h 1044284"/>
                <a:gd name="connsiteX7" fmla="*/ 532010 w 3429000"/>
                <a:gd name="connsiteY7" fmla="*/ 522142 h 1044284"/>
                <a:gd name="connsiteX8" fmla="*/ 1064639 w 3429000"/>
                <a:gd name="connsiteY8" fmla="*/ 0 h 104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0" h="1044284">
                  <a:moveTo>
                    <a:pt x="1064639" y="0"/>
                  </a:moveTo>
                  <a:lnTo>
                    <a:pt x="2896990" y="0"/>
                  </a:lnTo>
                  <a:lnTo>
                    <a:pt x="2896990" y="0"/>
                  </a:lnTo>
                  <a:lnTo>
                    <a:pt x="3429000" y="522142"/>
                  </a:lnTo>
                  <a:lnTo>
                    <a:pt x="2896990" y="1044284"/>
                  </a:lnTo>
                  <a:lnTo>
                    <a:pt x="2896990" y="1044284"/>
                  </a:lnTo>
                  <a:lnTo>
                    <a:pt x="0" y="1044284"/>
                  </a:lnTo>
                  <a:lnTo>
                    <a:pt x="532010" y="522142"/>
                  </a:lnTo>
                  <a:lnTo>
                    <a:pt x="1064639" y="0"/>
                  </a:lnTo>
                  <a:close/>
                </a:path>
              </a:pathLst>
            </a:cu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Notched Right Arrow 9"/>
            <p:cNvSpPr/>
            <p:nvPr/>
          </p:nvSpPr>
          <p:spPr bwMode="auto">
            <a:xfrm flipH="1">
              <a:off x="609600" y="2388612"/>
              <a:ext cx="3429000" cy="1044284"/>
            </a:xfrm>
            <a:prstGeom prst="notchedRightArrow">
              <a:avLst>
                <a:gd name="adj1" fmla="val 100000"/>
                <a:gd name="adj2" fmla="val 50945"/>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21" name="Text Placeholder 3"/>
          <p:cNvSpPr txBox="1">
            <a:spLocks/>
          </p:cNvSpPr>
          <p:nvPr/>
        </p:nvSpPr>
        <p:spPr>
          <a:xfrm>
            <a:off x="1424846" y="2647314"/>
            <a:ext cx="2196813"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bg1"/>
                </a:solidFill>
                <a:cs typeface="+mj-cs"/>
              </a:rPr>
              <a:t>There are many variations of pass</a:t>
            </a:r>
            <a:br>
              <a:rPr lang="en-US" sz="1100" dirty="0">
                <a:solidFill>
                  <a:schemeClr val="bg1"/>
                </a:solidFill>
                <a:cs typeface="+mj-cs"/>
              </a:rPr>
            </a:br>
            <a:r>
              <a:rPr lang="en-US" sz="1100" dirty="0">
                <a:solidFill>
                  <a:schemeClr val="bg1"/>
                </a:solidFill>
                <a:cs typeface="+mj-cs"/>
              </a:rPr>
              <a:t> but the majority have  suffered alteration in some form .</a:t>
            </a:r>
          </a:p>
        </p:txBody>
      </p:sp>
      <p:sp>
        <p:nvSpPr>
          <p:cNvPr id="22" name="Freeform 45"/>
          <p:cNvSpPr>
            <a:spLocks noEditPoints="1"/>
          </p:cNvSpPr>
          <p:nvPr/>
        </p:nvSpPr>
        <p:spPr bwMode="auto">
          <a:xfrm>
            <a:off x="1066799" y="274574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5"/>
          <p:cNvSpPr>
            <a:spLocks noEditPoints="1"/>
          </p:cNvSpPr>
          <p:nvPr/>
        </p:nvSpPr>
        <p:spPr bwMode="auto">
          <a:xfrm>
            <a:off x="7690032" y="274574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Text Placeholder 3"/>
          <p:cNvSpPr txBox="1">
            <a:spLocks/>
          </p:cNvSpPr>
          <p:nvPr/>
        </p:nvSpPr>
        <p:spPr>
          <a:xfrm>
            <a:off x="5432483" y="2647314"/>
            <a:ext cx="2196813"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bg1"/>
                </a:solidFill>
                <a:cs typeface="+mj-cs"/>
              </a:rPr>
              <a:t>There are many variations of pass</a:t>
            </a:r>
            <a:br>
              <a:rPr lang="en-US" sz="1100" dirty="0">
                <a:solidFill>
                  <a:schemeClr val="bg1"/>
                </a:solidFill>
                <a:cs typeface="+mj-cs"/>
              </a:rPr>
            </a:br>
            <a:r>
              <a:rPr lang="en-US" sz="1100" dirty="0">
                <a:solidFill>
                  <a:schemeClr val="bg1"/>
                </a:solidFill>
                <a:cs typeface="+mj-cs"/>
              </a:rPr>
              <a:t> but the majority have  suffered alteration in some form .</a:t>
            </a:r>
          </a:p>
        </p:txBody>
      </p:sp>
      <p:grpSp>
        <p:nvGrpSpPr>
          <p:cNvPr id="23" name="Group 31"/>
          <p:cNvGrpSpPr/>
          <p:nvPr/>
        </p:nvGrpSpPr>
        <p:grpSpPr>
          <a:xfrm>
            <a:off x="3926950" y="2256179"/>
            <a:ext cx="1290100" cy="1290100"/>
            <a:chOff x="3926950" y="2256179"/>
            <a:chExt cx="1290100" cy="1290100"/>
          </a:xfrm>
        </p:grpSpPr>
        <p:sp>
          <p:nvSpPr>
            <p:cNvPr id="5" name="Rectangle 4"/>
            <p:cNvSpPr/>
            <p:nvPr/>
          </p:nvSpPr>
          <p:spPr bwMode="auto">
            <a:xfrm rot="18900000">
              <a:off x="3926950" y="2256179"/>
              <a:ext cx="1290100" cy="12901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1" name="Freeform 5"/>
            <p:cNvSpPr>
              <a:spLocks noEditPoints="1"/>
            </p:cNvSpPr>
            <p:nvPr/>
          </p:nvSpPr>
          <p:spPr bwMode="auto">
            <a:xfrm>
              <a:off x="4088748" y="2417978"/>
              <a:ext cx="966505" cy="966502"/>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Effect transition="in" filter="fade">
                                      <p:cBhvr>
                                        <p:cTn id="9" dur="500"/>
                                        <p:tgtEl>
                                          <p:spTgt spid="23"/>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ipe(right)">
                                      <p:cBhvr>
                                        <p:cTn id="13" dur="500"/>
                                        <p:tgtEl>
                                          <p:spTgt spid="11"/>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p:cTn id="21" dur="500" fill="hold"/>
                                        <p:tgtEl>
                                          <p:spTgt spid="22"/>
                                        </p:tgtEl>
                                        <p:attrNameLst>
                                          <p:attrName>ppt_w</p:attrName>
                                        </p:attrNameLst>
                                      </p:cBhvr>
                                      <p:tavLst>
                                        <p:tav tm="0">
                                          <p:val>
                                            <p:fltVal val="0"/>
                                          </p:val>
                                        </p:tav>
                                        <p:tav tm="100000">
                                          <p:val>
                                            <p:strVal val="#ppt_w"/>
                                          </p:val>
                                        </p:tav>
                                      </p:tavLst>
                                    </p:anim>
                                    <p:anim calcmode="lin" valueType="num">
                                      <p:cBhvr>
                                        <p:cTn id="22" dur="500" fill="hold"/>
                                        <p:tgtEl>
                                          <p:spTgt spid="22"/>
                                        </p:tgtEl>
                                        <p:attrNameLst>
                                          <p:attrName>ppt_h</p:attrName>
                                        </p:attrNameLst>
                                      </p:cBhvr>
                                      <p:tavLst>
                                        <p:tav tm="0">
                                          <p:val>
                                            <p:fltVal val="0"/>
                                          </p:val>
                                        </p:tav>
                                        <p:tav tm="100000">
                                          <p:val>
                                            <p:strVal val="#ppt_h"/>
                                          </p:val>
                                        </p:tav>
                                      </p:tavLst>
                                    </p:anim>
                                    <p:animEffect transition="in" filter="fade">
                                      <p:cBhvr>
                                        <p:cTn id="23" dur="500"/>
                                        <p:tgtEl>
                                          <p:spTgt spid="22"/>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wipe(left)">
                                      <p:cBhvr>
                                        <p:cTn id="27" dur="500"/>
                                        <p:tgtEl>
                                          <p:spTgt spid="21"/>
                                        </p:tgtEl>
                                      </p:cBhvr>
                                    </p:animEffect>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 calcmode="lin" valueType="num">
                                      <p:cBhvr>
                                        <p:cTn id="31" dur="500" fill="hold"/>
                                        <p:tgtEl>
                                          <p:spTgt spid="24"/>
                                        </p:tgtEl>
                                        <p:attrNameLst>
                                          <p:attrName>ppt_w</p:attrName>
                                        </p:attrNameLst>
                                      </p:cBhvr>
                                      <p:tavLst>
                                        <p:tav tm="0">
                                          <p:val>
                                            <p:fltVal val="0"/>
                                          </p:val>
                                        </p:tav>
                                        <p:tav tm="100000">
                                          <p:val>
                                            <p:strVal val="#ppt_w"/>
                                          </p:val>
                                        </p:tav>
                                      </p:tavLst>
                                    </p:anim>
                                    <p:anim calcmode="lin" valueType="num">
                                      <p:cBhvr>
                                        <p:cTn id="32" dur="500" fill="hold"/>
                                        <p:tgtEl>
                                          <p:spTgt spid="24"/>
                                        </p:tgtEl>
                                        <p:attrNameLst>
                                          <p:attrName>ppt_h</p:attrName>
                                        </p:attrNameLst>
                                      </p:cBhvr>
                                      <p:tavLst>
                                        <p:tav tm="0">
                                          <p:val>
                                            <p:fltVal val="0"/>
                                          </p:val>
                                        </p:tav>
                                        <p:tav tm="100000">
                                          <p:val>
                                            <p:strVal val="#ppt_h"/>
                                          </p:val>
                                        </p:tav>
                                      </p:tavLst>
                                    </p:anim>
                                    <p:animEffect transition="in" filter="fade">
                                      <p:cBhvr>
                                        <p:cTn id="33" dur="500"/>
                                        <p:tgtEl>
                                          <p:spTgt spid="24"/>
                                        </p:tgtEl>
                                      </p:cBhvr>
                                    </p:animEffect>
                                  </p:childTnLst>
                                </p:cTn>
                              </p:par>
                            </p:childTnLst>
                          </p:cTn>
                        </p:par>
                        <p:par>
                          <p:cTn id="34" fill="hold">
                            <p:stCondLst>
                              <p:cond delay="3000"/>
                            </p:stCondLst>
                            <p:childTnLst>
                              <p:par>
                                <p:cTn id="35" presetID="22" presetClass="entr" presetSubtype="2"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wipe(right)">
                                      <p:cBhvr>
                                        <p:cTn id="37" dur="500"/>
                                        <p:tgtEl>
                                          <p:spTgt spid="25"/>
                                        </p:tgtEl>
                                      </p:cBhvr>
                                    </p:animEffect>
                                  </p:childTnLst>
                                </p:cTn>
                              </p:par>
                            </p:childTnLst>
                          </p:cTn>
                        </p:par>
                        <p:par>
                          <p:cTn id="38" fill="hold">
                            <p:stCondLst>
                              <p:cond delay="3500"/>
                            </p:stCondLst>
                            <p:childTnLst>
                              <p:par>
                                <p:cTn id="39" presetID="12" presetClass="entr" presetSubtype="4"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slide(fromBottom)">
                                      <p:cBhvr>
                                        <p:cTn id="41" dur="500"/>
                                        <p:tgtEl>
                                          <p:spTgt spid="2"/>
                                        </p:tgtEl>
                                      </p:cBhvr>
                                    </p:animEffect>
                                  </p:childTnLst>
                                </p:cTn>
                              </p:par>
                            </p:childTnLst>
                          </p:cTn>
                        </p:par>
                        <p:par>
                          <p:cTn id="42" fill="hold">
                            <p:stCondLst>
                              <p:cond delay="4000"/>
                            </p:stCondLst>
                            <p:childTnLst>
                              <p:par>
                                <p:cTn id="43" presetID="12" presetClass="entr" presetSubtype="1" fill="hold" nodeType="after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slide(fromTop)">
                                      <p:cBhvr>
                                        <p:cTn id="45" dur="500"/>
                                        <p:tgtEl>
                                          <p:spTgt spid="3"/>
                                        </p:tgtEl>
                                      </p:cBhvr>
                                    </p:animEffect>
                                  </p:childTnLst>
                                </p:cTn>
                              </p:par>
                            </p:childTnLst>
                          </p:cTn>
                        </p:par>
                        <p:par>
                          <p:cTn id="46" fill="hold">
                            <p:stCondLst>
                              <p:cond delay="4500"/>
                            </p:stCondLst>
                            <p:childTnLst>
                              <p:par>
                                <p:cTn id="47" presetID="12" presetClass="entr" presetSubtype="4" fill="hold" nodeType="afterEffect">
                                  <p:stCondLst>
                                    <p:cond delay="0"/>
                                  </p:stCondLst>
                                  <p:childTnLst>
                                    <p:set>
                                      <p:cBhvr>
                                        <p:cTn id="48" dur="1" fill="hold">
                                          <p:stCondLst>
                                            <p:cond delay="0"/>
                                          </p:stCondLst>
                                        </p:cTn>
                                        <p:tgtEl>
                                          <p:spTgt spid="4"/>
                                        </p:tgtEl>
                                        <p:attrNameLst>
                                          <p:attrName>style.visibility</p:attrName>
                                        </p:attrNameLst>
                                      </p:cBhvr>
                                      <p:to>
                                        <p:strVal val="visible"/>
                                      </p:to>
                                    </p:set>
                                    <p:animEffect transition="in" filter="slide(fromBottom)">
                                      <p:cBhvr>
                                        <p:cTn id="49" dur="500"/>
                                        <p:tgtEl>
                                          <p:spTgt spid="4"/>
                                        </p:tgtEl>
                                      </p:cBhvr>
                                    </p:animEffect>
                                  </p:childTnLst>
                                </p:cTn>
                              </p:par>
                            </p:childTnLst>
                          </p:cTn>
                        </p:par>
                        <p:par>
                          <p:cTn id="50" fill="hold">
                            <p:stCondLst>
                              <p:cond delay="5000"/>
                            </p:stCondLst>
                            <p:childTnLst>
                              <p:par>
                                <p:cTn id="51" presetID="12" presetClass="entr" presetSubtype="1" fill="hold" nodeType="after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slide(fromTop)">
                                      <p:cBhvr>
                                        <p:cTn id="5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animBg="1"/>
      <p:bldP spid="24" grpId="0" animBg="1"/>
      <p:bldP spid="25"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ounded Rectangle 11"/>
          <p:cNvSpPr/>
          <p:nvPr/>
        </p:nvSpPr>
        <p:spPr>
          <a:xfrm rot="10800000" flipV="1">
            <a:off x="1275522" y="1448628"/>
            <a:ext cx="2286000" cy="3048000"/>
          </a:xfrm>
          <a:prstGeom prst="roundRect">
            <a:avLst>
              <a:gd name="adj" fmla="val 7102"/>
            </a:avLst>
          </a:prstGeom>
          <a:solidFill>
            <a:schemeClr val="tx1">
              <a:lumMod val="10000"/>
              <a:lumOff val="9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7" name="Title 6"/>
          <p:cNvSpPr>
            <a:spLocks noGrp="1"/>
          </p:cNvSpPr>
          <p:nvPr>
            <p:ph type="title"/>
          </p:nvPr>
        </p:nvSpPr>
        <p:spPr/>
        <p:txBody>
          <a:bodyPr/>
          <a:lstStyle/>
          <a:p>
            <a:r>
              <a:rPr lang="en-US"/>
              <a:t>Integrated Infographic</a:t>
            </a:r>
            <a:endParaRPr lang="en-US" dirty="0"/>
          </a:p>
        </p:txBody>
      </p:sp>
      <p:sp>
        <p:nvSpPr>
          <p:cNvPr id="8" name="Text Placeholder 7"/>
          <p:cNvSpPr>
            <a:spLocks noGrp="1"/>
          </p:cNvSpPr>
          <p:nvPr>
            <p:ph type="body" sz="half" idx="2"/>
          </p:nvPr>
        </p:nvSpPr>
        <p:spPr/>
        <p:txBody>
          <a:bodyPr/>
          <a:lstStyle/>
          <a:p>
            <a:r>
              <a:rPr lang="en-US"/>
              <a:t>Integrated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134</a:t>
            </a:fld>
            <a:endParaRPr lang="en-US" dirty="0"/>
          </a:p>
        </p:txBody>
      </p:sp>
      <p:grpSp>
        <p:nvGrpSpPr>
          <p:cNvPr id="2" name="Group 31"/>
          <p:cNvGrpSpPr/>
          <p:nvPr/>
        </p:nvGrpSpPr>
        <p:grpSpPr>
          <a:xfrm>
            <a:off x="1365108" y="1580079"/>
            <a:ext cx="2106827" cy="478563"/>
            <a:chOff x="990599" y="1573734"/>
            <a:chExt cx="2106827" cy="529948"/>
          </a:xfrm>
        </p:grpSpPr>
        <p:sp>
          <p:nvSpPr>
            <p:cNvPr id="33" name="Rounded Rectangle 32"/>
            <p:cNvSpPr/>
            <p:nvPr/>
          </p:nvSpPr>
          <p:spPr bwMode="auto">
            <a:xfrm>
              <a:off x="990599" y="1573734"/>
              <a:ext cx="2106827" cy="529948"/>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34" name="Text Placeholder 3"/>
            <p:cNvSpPr txBox="1">
              <a:spLocks/>
            </p:cNvSpPr>
            <p:nvPr/>
          </p:nvSpPr>
          <p:spPr>
            <a:xfrm>
              <a:off x="2684832" y="1746375"/>
              <a:ext cx="6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3" name="Group 43"/>
          <p:cNvGrpSpPr/>
          <p:nvPr/>
        </p:nvGrpSpPr>
        <p:grpSpPr>
          <a:xfrm>
            <a:off x="1365108" y="2153960"/>
            <a:ext cx="2106827" cy="478563"/>
            <a:chOff x="990599" y="1573734"/>
            <a:chExt cx="2106827" cy="529948"/>
          </a:xfrm>
          <a:solidFill>
            <a:schemeClr val="accent2"/>
          </a:solidFill>
        </p:grpSpPr>
        <p:sp>
          <p:nvSpPr>
            <p:cNvPr id="45" name="Rounded Rectangle 44"/>
            <p:cNvSpPr/>
            <p:nvPr/>
          </p:nvSpPr>
          <p:spPr bwMode="auto">
            <a:xfrm>
              <a:off x="990599" y="1573734"/>
              <a:ext cx="2106827" cy="529948"/>
            </a:xfrm>
            <a:prstGeom prst="roundRect">
              <a:avLst/>
            </a:prstGeom>
            <a:grp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46" name="Text Placeholder 3"/>
            <p:cNvSpPr txBox="1">
              <a:spLocks/>
            </p:cNvSpPr>
            <p:nvPr/>
          </p:nvSpPr>
          <p:spPr>
            <a:xfrm>
              <a:off x="2684832" y="1746375"/>
              <a:ext cx="65" cy="184666"/>
            </a:xfrm>
            <a:prstGeom prst="rect">
              <a:avLst/>
            </a:prstGeom>
            <a:grp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4" name="Group 46"/>
          <p:cNvGrpSpPr/>
          <p:nvPr/>
        </p:nvGrpSpPr>
        <p:grpSpPr>
          <a:xfrm>
            <a:off x="1365108" y="2727841"/>
            <a:ext cx="2106827" cy="478563"/>
            <a:chOff x="990599" y="1573734"/>
            <a:chExt cx="2106827" cy="529948"/>
          </a:xfrm>
        </p:grpSpPr>
        <p:sp>
          <p:nvSpPr>
            <p:cNvPr id="48" name="Rounded Rectangle 47"/>
            <p:cNvSpPr/>
            <p:nvPr/>
          </p:nvSpPr>
          <p:spPr bwMode="auto">
            <a:xfrm>
              <a:off x="990599" y="1573734"/>
              <a:ext cx="2106827" cy="529948"/>
            </a:xfrm>
            <a:prstGeom prst="round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49" name="Text Placeholder 3"/>
            <p:cNvSpPr txBox="1">
              <a:spLocks/>
            </p:cNvSpPr>
            <p:nvPr/>
          </p:nvSpPr>
          <p:spPr>
            <a:xfrm>
              <a:off x="2684832" y="1746375"/>
              <a:ext cx="6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5" name="Group 49"/>
          <p:cNvGrpSpPr/>
          <p:nvPr/>
        </p:nvGrpSpPr>
        <p:grpSpPr>
          <a:xfrm>
            <a:off x="1365108" y="3301722"/>
            <a:ext cx="2106827" cy="478563"/>
            <a:chOff x="990599" y="1573734"/>
            <a:chExt cx="2106827" cy="529948"/>
          </a:xfrm>
        </p:grpSpPr>
        <p:sp>
          <p:nvSpPr>
            <p:cNvPr id="51" name="Rounded Rectangle 50"/>
            <p:cNvSpPr/>
            <p:nvPr/>
          </p:nvSpPr>
          <p:spPr bwMode="auto">
            <a:xfrm>
              <a:off x="990599" y="1573734"/>
              <a:ext cx="2106827" cy="529948"/>
            </a:xfrm>
            <a:prstGeom prst="round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52" name="Text Placeholder 3"/>
            <p:cNvSpPr txBox="1">
              <a:spLocks/>
            </p:cNvSpPr>
            <p:nvPr/>
          </p:nvSpPr>
          <p:spPr>
            <a:xfrm>
              <a:off x="2684832" y="1746375"/>
              <a:ext cx="6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6" name="Group 52"/>
          <p:cNvGrpSpPr/>
          <p:nvPr/>
        </p:nvGrpSpPr>
        <p:grpSpPr>
          <a:xfrm>
            <a:off x="1365108" y="3875604"/>
            <a:ext cx="2106827" cy="478563"/>
            <a:chOff x="990599" y="1573734"/>
            <a:chExt cx="2106827" cy="529948"/>
          </a:xfrm>
          <a:solidFill>
            <a:schemeClr val="accent5"/>
          </a:solidFill>
        </p:grpSpPr>
        <p:sp>
          <p:nvSpPr>
            <p:cNvPr id="54" name="Rounded Rectangle 53"/>
            <p:cNvSpPr/>
            <p:nvPr/>
          </p:nvSpPr>
          <p:spPr bwMode="auto">
            <a:xfrm>
              <a:off x="990599" y="1573734"/>
              <a:ext cx="2106827" cy="529948"/>
            </a:xfrm>
            <a:prstGeom prst="roundRect">
              <a:avLst/>
            </a:prstGeom>
            <a:grp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55" name="Text Placeholder 3"/>
            <p:cNvSpPr txBox="1">
              <a:spLocks/>
            </p:cNvSpPr>
            <p:nvPr/>
          </p:nvSpPr>
          <p:spPr>
            <a:xfrm>
              <a:off x="2684832" y="1746375"/>
              <a:ext cx="65" cy="184666"/>
            </a:xfrm>
            <a:prstGeom prst="rect">
              <a:avLst/>
            </a:prstGeom>
            <a:grp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sp>
        <p:nvSpPr>
          <p:cNvPr id="56" name="Down Arrow 55"/>
          <p:cNvSpPr/>
          <p:nvPr/>
        </p:nvSpPr>
        <p:spPr bwMode="auto">
          <a:xfrm rot="16200000">
            <a:off x="4256788" y="1521991"/>
            <a:ext cx="666869" cy="1447799"/>
          </a:xfrm>
          <a:prstGeom prst="downArrow">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7" name="Down Arrow 56"/>
          <p:cNvSpPr/>
          <p:nvPr/>
        </p:nvSpPr>
        <p:spPr bwMode="auto">
          <a:xfrm rot="5400000">
            <a:off x="4256788" y="2992032"/>
            <a:ext cx="666869" cy="1447799"/>
          </a:xfrm>
          <a:prstGeom prst="downArrow">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8" name="Rounded Rectangle 57"/>
          <p:cNvSpPr/>
          <p:nvPr/>
        </p:nvSpPr>
        <p:spPr>
          <a:xfrm rot="10800000" flipV="1">
            <a:off x="5542722" y="1448628"/>
            <a:ext cx="2286000" cy="3048000"/>
          </a:xfrm>
          <a:prstGeom prst="roundRect">
            <a:avLst>
              <a:gd name="adj" fmla="val 7102"/>
            </a:avLst>
          </a:prstGeom>
          <a:solidFill>
            <a:schemeClr val="tx1">
              <a:lumMod val="10000"/>
              <a:lumOff val="9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9" name="Group 58"/>
          <p:cNvGrpSpPr/>
          <p:nvPr/>
        </p:nvGrpSpPr>
        <p:grpSpPr>
          <a:xfrm>
            <a:off x="5632308" y="1544042"/>
            <a:ext cx="2106827" cy="1390979"/>
            <a:chOff x="990599" y="1558595"/>
            <a:chExt cx="2106827" cy="584378"/>
          </a:xfrm>
        </p:grpSpPr>
        <p:sp>
          <p:nvSpPr>
            <p:cNvPr id="60" name="Rounded Rectangle 59"/>
            <p:cNvSpPr/>
            <p:nvPr/>
          </p:nvSpPr>
          <p:spPr bwMode="auto">
            <a:xfrm>
              <a:off x="990599" y="1558595"/>
              <a:ext cx="2106827" cy="584378"/>
            </a:xfrm>
            <a:prstGeom prst="roundRect">
              <a:avLst>
                <a:gd name="adj" fmla="val 9116"/>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61" name="Text Placeholder 3"/>
            <p:cNvSpPr txBox="1">
              <a:spLocks/>
            </p:cNvSpPr>
            <p:nvPr/>
          </p:nvSpPr>
          <p:spPr>
            <a:xfrm>
              <a:off x="2684832" y="1746375"/>
              <a:ext cx="6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0" name="Group 61"/>
          <p:cNvGrpSpPr/>
          <p:nvPr/>
        </p:nvGrpSpPr>
        <p:grpSpPr>
          <a:xfrm>
            <a:off x="5632308" y="3042883"/>
            <a:ext cx="2106827" cy="1345909"/>
            <a:chOff x="990599" y="1552786"/>
            <a:chExt cx="2106827" cy="565443"/>
          </a:xfrm>
          <a:solidFill>
            <a:schemeClr val="accent2"/>
          </a:solidFill>
        </p:grpSpPr>
        <p:sp>
          <p:nvSpPr>
            <p:cNvPr id="63" name="Rounded Rectangle 62"/>
            <p:cNvSpPr/>
            <p:nvPr/>
          </p:nvSpPr>
          <p:spPr bwMode="auto">
            <a:xfrm>
              <a:off x="990599" y="1552786"/>
              <a:ext cx="2106827" cy="565443"/>
            </a:xfrm>
            <a:prstGeom prst="roundRect">
              <a:avLst>
                <a:gd name="adj" fmla="val 7606"/>
              </a:avLst>
            </a:prstGeom>
            <a:grp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200" b="1" dirty="0">
                  <a:solidFill>
                    <a:schemeClr val="bg1"/>
                  </a:solidFill>
                </a:rPr>
                <a:t>Title Goes Here</a:t>
              </a:r>
            </a:p>
          </p:txBody>
        </p:sp>
        <p:sp>
          <p:nvSpPr>
            <p:cNvPr id="64" name="Text Placeholder 3"/>
            <p:cNvSpPr txBox="1">
              <a:spLocks/>
            </p:cNvSpPr>
            <p:nvPr/>
          </p:nvSpPr>
          <p:spPr>
            <a:xfrm>
              <a:off x="2684832" y="1746375"/>
              <a:ext cx="65" cy="184666"/>
            </a:xfrm>
            <a:prstGeom prst="rect">
              <a:avLst/>
            </a:prstGeom>
            <a:grp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Effect transition="in" filter="fade">
                                      <p:cBhvr>
                                        <p:cTn id="14" dur="500"/>
                                        <p:tgtEl>
                                          <p:spTgt spid="2"/>
                                        </p:tgtEl>
                                      </p:cBhvr>
                                    </p:animEffect>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1500"/>
                            </p:stCondLst>
                            <p:childTnLst>
                              <p:par>
                                <p:cTn id="22" presetID="53"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500" fill="hold"/>
                                        <p:tgtEl>
                                          <p:spTgt spid="4"/>
                                        </p:tgtEl>
                                        <p:attrNameLst>
                                          <p:attrName>ppt_w</p:attrName>
                                        </p:attrNameLst>
                                      </p:cBhvr>
                                      <p:tavLst>
                                        <p:tav tm="0">
                                          <p:val>
                                            <p:fltVal val="0"/>
                                          </p:val>
                                        </p:tav>
                                        <p:tav tm="100000">
                                          <p:val>
                                            <p:strVal val="#ppt_w"/>
                                          </p:val>
                                        </p:tav>
                                      </p:tavLst>
                                    </p:anim>
                                    <p:anim calcmode="lin" valueType="num">
                                      <p:cBhvr>
                                        <p:cTn id="25" dur="500" fill="hold"/>
                                        <p:tgtEl>
                                          <p:spTgt spid="4"/>
                                        </p:tgtEl>
                                        <p:attrNameLst>
                                          <p:attrName>ppt_h</p:attrName>
                                        </p:attrNameLst>
                                      </p:cBhvr>
                                      <p:tavLst>
                                        <p:tav tm="0">
                                          <p:val>
                                            <p:fltVal val="0"/>
                                          </p:val>
                                        </p:tav>
                                        <p:tav tm="100000">
                                          <p:val>
                                            <p:strVal val="#ppt_h"/>
                                          </p:val>
                                        </p:tav>
                                      </p:tavLst>
                                    </p:anim>
                                    <p:animEffect transition="in" filter="fade">
                                      <p:cBhvr>
                                        <p:cTn id="26" dur="500"/>
                                        <p:tgtEl>
                                          <p:spTgt spid="4"/>
                                        </p:tgtEl>
                                      </p:cBhvr>
                                    </p:animEffect>
                                  </p:childTnLst>
                                </p:cTn>
                              </p:par>
                            </p:childTnLst>
                          </p:cTn>
                        </p:par>
                        <p:par>
                          <p:cTn id="27" fill="hold">
                            <p:stCondLst>
                              <p:cond delay="2000"/>
                            </p:stCondLst>
                            <p:childTnLst>
                              <p:par>
                                <p:cTn id="28" presetID="53" presetClass="entr" presetSubtype="0"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p:cTn id="30" dur="500" fill="hold"/>
                                        <p:tgtEl>
                                          <p:spTgt spid="5"/>
                                        </p:tgtEl>
                                        <p:attrNameLst>
                                          <p:attrName>ppt_w</p:attrName>
                                        </p:attrNameLst>
                                      </p:cBhvr>
                                      <p:tavLst>
                                        <p:tav tm="0">
                                          <p:val>
                                            <p:fltVal val="0"/>
                                          </p:val>
                                        </p:tav>
                                        <p:tav tm="100000">
                                          <p:val>
                                            <p:strVal val="#ppt_w"/>
                                          </p:val>
                                        </p:tav>
                                      </p:tavLst>
                                    </p:anim>
                                    <p:anim calcmode="lin" valueType="num">
                                      <p:cBhvr>
                                        <p:cTn id="31" dur="500" fill="hold"/>
                                        <p:tgtEl>
                                          <p:spTgt spid="5"/>
                                        </p:tgtEl>
                                        <p:attrNameLst>
                                          <p:attrName>ppt_h</p:attrName>
                                        </p:attrNameLst>
                                      </p:cBhvr>
                                      <p:tavLst>
                                        <p:tav tm="0">
                                          <p:val>
                                            <p:fltVal val="0"/>
                                          </p:val>
                                        </p:tav>
                                        <p:tav tm="100000">
                                          <p:val>
                                            <p:strVal val="#ppt_h"/>
                                          </p:val>
                                        </p:tav>
                                      </p:tavLst>
                                    </p:anim>
                                    <p:animEffect transition="in" filter="fade">
                                      <p:cBhvr>
                                        <p:cTn id="32" dur="500"/>
                                        <p:tgtEl>
                                          <p:spTgt spid="5"/>
                                        </p:tgtEl>
                                      </p:cBhvr>
                                    </p:animEffect>
                                  </p:childTnLst>
                                </p:cTn>
                              </p:par>
                            </p:childTnLst>
                          </p:cTn>
                        </p:par>
                        <p:par>
                          <p:cTn id="33" fill="hold">
                            <p:stCondLst>
                              <p:cond delay="2500"/>
                            </p:stCondLst>
                            <p:childTnLst>
                              <p:par>
                                <p:cTn id="34" presetID="53" presetClass="entr" presetSubtype="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p:cTn id="36" dur="500" fill="hold"/>
                                        <p:tgtEl>
                                          <p:spTgt spid="6"/>
                                        </p:tgtEl>
                                        <p:attrNameLst>
                                          <p:attrName>ppt_w</p:attrName>
                                        </p:attrNameLst>
                                      </p:cBhvr>
                                      <p:tavLst>
                                        <p:tav tm="0">
                                          <p:val>
                                            <p:fltVal val="0"/>
                                          </p:val>
                                        </p:tav>
                                        <p:tav tm="100000">
                                          <p:val>
                                            <p:strVal val="#ppt_w"/>
                                          </p:val>
                                        </p:tav>
                                      </p:tavLst>
                                    </p:anim>
                                    <p:anim calcmode="lin" valueType="num">
                                      <p:cBhvr>
                                        <p:cTn id="37" dur="500" fill="hold"/>
                                        <p:tgtEl>
                                          <p:spTgt spid="6"/>
                                        </p:tgtEl>
                                        <p:attrNameLst>
                                          <p:attrName>ppt_h</p:attrName>
                                        </p:attrNameLst>
                                      </p:cBhvr>
                                      <p:tavLst>
                                        <p:tav tm="0">
                                          <p:val>
                                            <p:fltVal val="0"/>
                                          </p:val>
                                        </p:tav>
                                        <p:tav tm="100000">
                                          <p:val>
                                            <p:strVal val="#ppt_h"/>
                                          </p:val>
                                        </p:tav>
                                      </p:tavLst>
                                    </p:anim>
                                    <p:animEffect transition="in" filter="fade">
                                      <p:cBhvr>
                                        <p:cTn id="38" dur="500"/>
                                        <p:tgtEl>
                                          <p:spTgt spid="6"/>
                                        </p:tgtEl>
                                      </p:cBhvr>
                                    </p:animEffect>
                                  </p:childTnLst>
                                </p:cTn>
                              </p:par>
                            </p:childTnLst>
                          </p:cTn>
                        </p:par>
                        <p:par>
                          <p:cTn id="39" fill="hold">
                            <p:stCondLst>
                              <p:cond delay="3000"/>
                            </p:stCondLst>
                            <p:childTnLst>
                              <p:par>
                                <p:cTn id="40" presetID="22" presetClass="entr" presetSubtype="8" fill="hold" grpId="0" nodeType="afterEffect">
                                  <p:stCondLst>
                                    <p:cond delay="0"/>
                                  </p:stCondLst>
                                  <p:childTnLst>
                                    <p:set>
                                      <p:cBhvr>
                                        <p:cTn id="41" dur="1" fill="hold">
                                          <p:stCondLst>
                                            <p:cond delay="0"/>
                                          </p:stCondLst>
                                        </p:cTn>
                                        <p:tgtEl>
                                          <p:spTgt spid="56"/>
                                        </p:tgtEl>
                                        <p:attrNameLst>
                                          <p:attrName>style.visibility</p:attrName>
                                        </p:attrNameLst>
                                      </p:cBhvr>
                                      <p:to>
                                        <p:strVal val="visible"/>
                                      </p:to>
                                    </p:set>
                                    <p:animEffect transition="in" filter="wipe(left)">
                                      <p:cBhvr>
                                        <p:cTn id="42" dur="500"/>
                                        <p:tgtEl>
                                          <p:spTgt spid="56"/>
                                        </p:tgtEl>
                                      </p:cBhvr>
                                    </p:animEffect>
                                  </p:childTnLst>
                                </p:cTn>
                              </p:par>
                            </p:childTnLst>
                          </p:cTn>
                        </p:par>
                        <p:par>
                          <p:cTn id="43" fill="hold">
                            <p:stCondLst>
                              <p:cond delay="3500"/>
                            </p:stCondLst>
                            <p:childTnLst>
                              <p:par>
                                <p:cTn id="44" presetID="22" presetClass="entr" presetSubtype="2" fill="hold" grpId="0" nodeType="afterEffect">
                                  <p:stCondLst>
                                    <p:cond delay="0"/>
                                  </p:stCondLst>
                                  <p:childTnLst>
                                    <p:set>
                                      <p:cBhvr>
                                        <p:cTn id="45" dur="1" fill="hold">
                                          <p:stCondLst>
                                            <p:cond delay="0"/>
                                          </p:stCondLst>
                                        </p:cTn>
                                        <p:tgtEl>
                                          <p:spTgt spid="57"/>
                                        </p:tgtEl>
                                        <p:attrNameLst>
                                          <p:attrName>style.visibility</p:attrName>
                                        </p:attrNameLst>
                                      </p:cBhvr>
                                      <p:to>
                                        <p:strVal val="visible"/>
                                      </p:to>
                                    </p:set>
                                    <p:animEffect transition="in" filter="wipe(right)">
                                      <p:cBhvr>
                                        <p:cTn id="46" dur="500"/>
                                        <p:tgtEl>
                                          <p:spTgt spid="57"/>
                                        </p:tgtEl>
                                      </p:cBhvr>
                                    </p:animEffect>
                                  </p:childTnLst>
                                </p:cTn>
                              </p:par>
                            </p:childTnLst>
                          </p:cTn>
                        </p:par>
                        <p:par>
                          <p:cTn id="47" fill="hold">
                            <p:stCondLst>
                              <p:cond delay="4000"/>
                            </p:stCondLst>
                            <p:childTnLst>
                              <p:par>
                                <p:cTn id="48" presetID="2" presetClass="entr" presetSubtype="4" accel="50000" decel="50000" fill="hold" grpId="0" nodeType="afterEffect">
                                  <p:stCondLst>
                                    <p:cond delay="0"/>
                                  </p:stCondLst>
                                  <p:childTnLst>
                                    <p:set>
                                      <p:cBhvr>
                                        <p:cTn id="49" dur="1" fill="hold">
                                          <p:stCondLst>
                                            <p:cond delay="0"/>
                                          </p:stCondLst>
                                        </p:cTn>
                                        <p:tgtEl>
                                          <p:spTgt spid="58"/>
                                        </p:tgtEl>
                                        <p:attrNameLst>
                                          <p:attrName>style.visibility</p:attrName>
                                        </p:attrNameLst>
                                      </p:cBhvr>
                                      <p:to>
                                        <p:strVal val="visible"/>
                                      </p:to>
                                    </p:set>
                                    <p:anim calcmode="lin" valueType="num">
                                      <p:cBhvr additive="base">
                                        <p:cTn id="50" dur="500" fill="hold"/>
                                        <p:tgtEl>
                                          <p:spTgt spid="58"/>
                                        </p:tgtEl>
                                        <p:attrNameLst>
                                          <p:attrName>ppt_x</p:attrName>
                                        </p:attrNameLst>
                                      </p:cBhvr>
                                      <p:tavLst>
                                        <p:tav tm="0">
                                          <p:val>
                                            <p:strVal val="#ppt_x"/>
                                          </p:val>
                                        </p:tav>
                                        <p:tav tm="100000">
                                          <p:val>
                                            <p:strVal val="#ppt_x"/>
                                          </p:val>
                                        </p:tav>
                                      </p:tavLst>
                                    </p:anim>
                                    <p:anim calcmode="lin" valueType="num">
                                      <p:cBhvr additive="base">
                                        <p:cTn id="51" dur="500" fill="hold"/>
                                        <p:tgtEl>
                                          <p:spTgt spid="58"/>
                                        </p:tgtEl>
                                        <p:attrNameLst>
                                          <p:attrName>ppt_y</p:attrName>
                                        </p:attrNameLst>
                                      </p:cBhvr>
                                      <p:tavLst>
                                        <p:tav tm="0">
                                          <p:val>
                                            <p:strVal val="1+#ppt_h/2"/>
                                          </p:val>
                                        </p:tav>
                                        <p:tav tm="100000">
                                          <p:val>
                                            <p:strVal val="#ppt_y"/>
                                          </p:val>
                                        </p:tav>
                                      </p:tavLst>
                                    </p:anim>
                                  </p:childTnLst>
                                </p:cTn>
                              </p:par>
                            </p:childTnLst>
                          </p:cTn>
                        </p:par>
                        <p:par>
                          <p:cTn id="52" fill="hold">
                            <p:stCondLst>
                              <p:cond delay="4500"/>
                            </p:stCondLst>
                            <p:childTnLst>
                              <p:par>
                                <p:cTn id="53" presetID="53" presetClass="entr" presetSubtype="0" fill="hold" nodeType="after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Effect transition="in" filter="fade">
                                      <p:cBhvr>
                                        <p:cTn id="57" dur="500"/>
                                        <p:tgtEl>
                                          <p:spTgt spid="9"/>
                                        </p:tgtEl>
                                      </p:cBhvr>
                                    </p:animEffect>
                                  </p:childTnLst>
                                </p:cTn>
                              </p:par>
                            </p:childTnLst>
                          </p:cTn>
                        </p:par>
                        <p:par>
                          <p:cTn id="58" fill="hold">
                            <p:stCondLst>
                              <p:cond delay="5000"/>
                            </p:stCondLst>
                            <p:childTnLst>
                              <p:par>
                                <p:cTn id="59" presetID="53" presetClass="entr" presetSubtype="0" fill="hold"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Effect transition="in" filter="fade">
                                      <p:cBhvr>
                                        <p:cTn id="6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56" grpId="0" animBg="1"/>
      <p:bldP spid="57" grpId="0" animBg="1"/>
      <p:bldP spid="58"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135</a:t>
            </a:fld>
            <a:endParaRPr lang="en-US" dirty="0"/>
          </a:p>
        </p:txBody>
      </p:sp>
      <p:grpSp>
        <p:nvGrpSpPr>
          <p:cNvPr id="2" name="Group 14"/>
          <p:cNvGrpSpPr/>
          <p:nvPr/>
        </p:nvGrpSpPr>
        <p:grpSpPr>
          <a:xfrm>
            <a:off x="4733924" y="1400175"/>
            <a:ext cx="1666322" cy="3111282"/>
            <a:chOff x="5105400" y="1447800"/>
            <a:chExt cx="1828800" cy="3159974"/>
          </a:xfrm>
        </p:grpSpPr>
        <p:sp>
          <p:nvSpPr>
            <p:cNvPr id="5" name="Rounded Rectangle 4"/>
            <p:cNvSpPr/>
            <p:nvPr/>
          </p:nvSpPr>
          <p:spPr bwMode="auto">
            <a:xfrm>
              <a:off x="5105400" y="1606330"/>
              <a:ext cx="1828800" cy="3001444"/>
            </a:xfrm>
            <a:prstGeom prst="roundRect">
              <a:avLst>
                <a:gd name="adj" fmla="val 9281"/>
              </a:avLst>
            </a:prstGeom>
            <a:noFill/>
            <a:ln w="38100">
              <a:solidFill>
                <a:schemeClr val="tx1">
                  <a:lumMod val="50000"/>
                  <a:lumOff val="50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 name="Round Same Side Corner Rectangle 13"/>
            <p:cNvSpPr/>
            <p:nvPr/>
          </p:nvSpPr>
          <p:spPr bwMode="auto">
            <a:xfrm>
              <a:off x="5791199" y="1447800"/>
              <a:ext cx="457202" cy="152400"/>
            </a:xfrm>
            <a:prstGeom prst="round2SameRect">
              <a:avLst>
                <a:gd name="adj1" fmla="val 19792"/>
                <a:gd name="adj2" fmla="val 0"/>
              </a:avLst>
            </a:prstGeom>
            <a:solidFill>
              <a:schemeClr val="tx1">
                <a:lumMod val="50000"/>
                <a:lumOff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cxnSp>
        <p:nvCxnSpPr>
          <p:cNvPr id="63" name="Shape 62"/>
          <p:cNvCxnSpPr/>
          <p:nvPr/>
        </p:nvCxnSpPr>
        <p:spPr>
          <a:xfrm rot="16200000" flipH="1">
            <a:off x="6074429" y="892831"/>
            <a:ext cx="1504950" cy="2519639"/>
          </a:xfrm>
          <a:prstGeom prst="bentConnector4">
            <a:avLst>
              <a:gd name="adj1" fmla="val -15190"/>
              <a:gd name="adj2" fmla="val 54133"/>
            </a:avLst>
          </a:prstGeom>
          <a:ln w="19050">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hape 26"/>
          <p:cNvCxnSpPr/>
          <p:nvPr/>
        </p:nvCxnSpPr>
        <p:spPr>
          <a:xfrm rot="5400000" flipH="1" flipV="1">
            <a:off x="6074430" y="2499162"/>
            <a:ext cx="1504950" cy="2519639"/>
          </a:xfrm>
          <a:prstGeom prst="bentConnector4">
            <a:avLst>
              <a:gd name="adj1" fmla="val -15190"/>
              <a:gd name="adj2" fmla="val 54133"/>
            </a:avLst>
          </a:prstGeom>
          <a:ln w="19050">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37"/>
          <p:cNvGrpSpPr/>
          <p:nvPr/>
        </p:nvGrpSpPr>
        <p:grpSpPr>
          <a:xfrm>
            <a:off x="7232937" y="2317134"/>
            <a:ext cx="1310988" cy="1310984"/>
            <a:chOff x="7147213" y="2364759"/>
            <a:chExt cx="1310988" cy="1310984"/>
          </a:xfrm>
        </p:grpSpPr>
        <p:sp>
          <p:nvSpPr>
            <p:cNvPr id="33" name="Freeform 32"/>
            <p:cNvSpPr/>
            <p:nvPr/>
          </p:nvSpPr>
          <p:spPr>
            <a:xfrm>
              <a:off x="7147213" y="2364759"/>
              <a:ext cx="1310988" cy="1310984"/>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1"/>
            </a:solidFill>
            <a:ln w="19050">
              <a:solidFill>
                <a:schemeClr val="accent1">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4000" kern="1200" dirty="0"/>
            </a:p>
          </p:txBody>
        </p:sp>
        <p:grpSp>
          <p:nvGrpSpPr>
            <p:cNvPr id="4" name="Group 34"/>
            <p:cNvGrpSpPr/>
            <p:nvPr/>
          </p:nvGrpSpPr>
          <p:grpSpPr>
            <a:xfrm>
              <a:off x="7530095" y="2623561"/>
              <a:ext cx="545225" cy="793380"/>
              <a:chOff x="4075113" y="1909763"/>
              <a:chExt cx="247650" cy="360363"/>
            </a:xfrm>
            <a:solidFill>
              <a:schemeClr val="bg1"/>
            </a:solidFill>
          </p:grpSpPr>
          <p:sp>
            <p:nvSpPr>
              <p:cNvPr id="36" name="Freeform 78"/>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79"/>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 name="Group 45"/>
          <p:cNvGrpSpPr/>
          <p:nvPr/>
        </p:nvGrpSpPr>
        <p:grpSpPr>
          <a:xfrm>
            <a:off x="4809665" y="1615942"/>
            <a:ext cx="1514838" cy="545643"/>
            <a:chOff x="4723941" y="1663567"/>
            <a:chExt cx="1514838" cy="545643"/>
          </a:xfrm>
        </p:grpSpPr>
        <p:sp>
          <p:nvSpPr>
            <p:cNvPr id="6" name="Round Same Side Corner Rectangle 5"/>
            <p:cNvSpPr/>
            <p:nvPr/>
          </p:nvSpPr>
          <p:spPr bwMode="auto">
            <a:xfrm>
              <a:off x="4723941" y="1663567"/>
              <a:ext cx="1514838" cy="545643"/>
            </a:xfrm>
            <a:prstGeom prst="round2SameRect">
              <a:avLst>
                <a:gd name="adj1" fmla="val 19792"/>
                <a:gd name="adj2"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1" name="TextBox 40"/>
            <p:cNvSpPr txBox="1"/>
            <p:nvPr/>
          </p:nvSpPr>
          <p:spPr>
            <a:xfrm>
              <a:off x="4945957" y="1860295"/>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5" name="Group 46"/>
          <p:cNvGrpSpPr/>
          <p:nvPr/>
        </p:nvGrpSpPr>
        <p:grpSpPr>
          <a:xfrm>
            <a:off x="4809665" y="2191424"/>
            <a:ext cx="1514838" cy="545643"/>
            <a:chOff x="4723941" y="2239049"/>
            <a:chExt cx="1514838" cy="545643"/>
          </a:xfrm>
        </p:grpSpPr>
        <p:sp>
          <p:nvSpPr>
            <p:cNvPr id="9" name="Rectangle 8"/>
            <p:cNvSpPr/>
            <p:nvPr/>
          </p:nvSpPr>
          <p:spPr bwMode="auto">
            <a:xfrm>
              <a:off x="4723941" y="2239049"/>
              <a:ext cx="1514838" cy="545643"/>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2" name="TextBox 41"/>
            <p:cNvSpPr txBox="1"/>
            <p:nvPr/>
          </p:nvSpPr>
          <p:spPr>
            <a:xfrm>
              <a:off x="4945957" y="2419159"/>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6" name="Group 47"/>
          <p:cNvGrpSpPr/>
          <p:nvPr/>
        </p:nvGrpSpPr>
        <p:grpSpPr>
          <a:xfrm>
            <a:off x="4809665" y="2766906"/>
            <a:ext cx="1514838" cy="545643"/>
            <a:chOff x="4723941" y="2814531"/>
            <a:chExt cx="1514838" cy="545643"/>
          </a:xfrm>
        </p:grpSpPr>
        <p:sp>
          <p:nvSpPr>
            <p:cNvPr id="10" name="Rectangle 9"/>
            <p:cNvSpPr/>
            <p:nvPr/>
          </p:nvSpPr>
          <p:spPr bwMode="auto">
            <a:xfrm>
              <a:off x="4723941" y="2814531"/>
              <a:ext cx="1514838" cy="545643"/>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3" name="TextBox 42"/>
            <p:cNvSpPr txBox="1"/>
            <p:nvPr/>
          </p:nvSpPr>
          <p:spPr>
            <a:xfrm>
              <a:off x="4945957" y="2978023"/>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7" name="Group 48"/>
          <p:cNvGrpSpPr/>
          <p:nvPr/>
        </p:nvGrpSpPr>
        <p:grpSpPr>
          <a:xfrm>
            <a:off x="4809665" y="3342388"/>
            <a:ext cx="1514838" cy="545643"/>
            <a:chOff x="4723941" y="3390013"/>
            <a:chExt cx="1514838" cy="545643"/>
          </a:xfrm>
        </p:grpSpPr>
        <p:sp>
          <p:nvSpPr>
            <p:cNvPr id="11" name="Rectangle 10"/>
            <p:cNvSpPr/>
            <p:nvPr/>
          </p:nvSpPr>
          <p:spPr bwMode="auto">
            <a:xfrm>
              <a:off x="4723941" y="3390013"/>
              <a:ext cx="1514838" cy="545643"/>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4" name="TextBox 43"/>
            <p:cNvSpPr txBox="1"/>
            <p:nvPr/>
          </p:nvSpPr>
          <p:spPr>
            <a:xfrm>
              <a:off x="4945957" y="3536887"/>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8" name="Group 49"/>
          <p:cNvGrpSpPr/>
          <p:nvPr/>
        </p:nvGrpSpPr>
        <p:grpSpPr>
          <a:xfrm>
            <a:off x="4809666" y="3917872"/>
            <a:ext cx="1514838" cy="545643"/>
            <a:chOff x="4723942" y="3965497"/>
            <a:chExt cx="1514838" cy="545643"/>
          </a:xfrm>
        </p:grpSpPr>
        <p:sp>
          <p:nvSpPr>
            <p:cNvPr id="12" name="Round Same Side Corner Rectangle 11"/>
            <p:cNvSpPr/>
            <p:nvPr/>
          </p:nvSpPr>
          <p:spPr bwMode="auto">
            <a:xfrm rot="10800000">
              <a:off x="4723942" y="3965497"/>
              <a:ext cx="1514838" cy="545643"/>
            </a:xfrm>
            <a:prstGeom prst="round2SameRect">
              <a:avLst>
                <a:gd name="adj1" fmla="val 19792"/>
                <a:gd name="adj2" fmla="val 0"/>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5" name="TextBox 44"/>
            <p:cNvSpPr txBox="1"/>
            <p:nvPr/>
          </p:nvSpPr>
          <p:spPr>
            <a:xfrm>
              <a:off x="4945957" y="4095750"/>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9" name="Group 50"/>
          <p:cNvGrpSpPr/>
          <p:nvPr/>
        </p:nvGrpSpPr>
        <p:grpSpPr>
          <a:xfrm>
            <a:off x="667718" y="2694555"/>
            <a:ext cx="618158" cy="618156"/>
            <a:chOff x="2477557" y="3537459"/>
            <a:chExt cx="835480" cy="835478"/>
          </a:xfrm>
        </p:grpSpPr>
        <p:grpSp>
          <p:nvGrpSpPr>
            <p:cNvPr id="20" name="Group 225"/>
            <p:cNvGrpSpPr/>
            <p:nvPr/>
          </p:nvGrpSpPr>
          <p:grpSpPr>
            <a:xfrm>
              <a:off x="2477556" y="3537461"/>
              <a:ext cx="835479" cy="835479"/>
              <a:chOff x="864537" y="1822859"/>
              <a:chExt cx="971309" cy="971307"/>
            </a:xfrm>
          </p:grpSpPr>
          <p:sp>
            <p:nvSpPr>
              <p:cNvPr id="54" name="Oval 53"/>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5" name="Oval 54"/>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53"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55"/>
          <p:cNvGrpSpPr/>
          <p:nvPr/>
        </p:nvGrpSpPr>
        <p:grpSpPr>
          <a:xfrm>
            <a:off x="667718" y="1257272"/>
            <a:ext cx="618158" cy="618156"/>
            <a:chOff x="1182462" y="2087458"/>
            <a:chExt cx="835480" cy="835478"/>
          </a:xfrm>
        </p:grpSpPr>
        <p:grpSp>
          <p:nvGrpSpPr>
            <p:cNvPr id="22" name="Group 225"/>
            <p:cNvGrpSpPr/>
            <p:nvPr/>
          </p:nvGrpSpPr>
          <p:grpSpPr>
            <a:xfrm>
              <a:off x="1182461" y="2087460"/>
              <a:ext cx="835479" cy="835479"/>
              <a:chOff x="864537" y="1822859"/>
              <a:chExt cx="971309" cy="971307"/>
            </a:xfrm>
          </p:grpSpPr>
          <p:sp>
            <p:nvSpPr>
              <p:cNvPr id="59" name="Oval 58"/>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0" name="Oval 59"/>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58"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60"/>
          <p:cNvGrpSpPr/>
          <p:nvPr/>
        </p:nvGrpSpPr>
        <p:grpSpPr>
          <a:xfrm>
            <a:off x="667718" y="3413196"/>
            <a:ext cx="618158" cy="618156"/>
            <a:chOff x="5811502" y="3537459"/>
            <a:chExt cx="835480" cy="835478"/>
          </a:xfrm>
        </p:grpSpPr>
        <p:grpSp>
          <p:nvGrpSpPr>
            <p:cNvPr id="24" name="Group 225"/>
            <p:cNvGrpSpPr/>
            <p:nvPr/>
          </p:nvGrpSpPr>
          <p:grpSpPr>
            <a:xfrm>
              <a:off x="5811501" y="3537461"/>
              <a:ext cx="835479" cy="835479"/>
              <a:chOff x="864537" y="1822859"/>
              <a:chExt cx="971309" cy="971307"/>
            </a:xfrm>
          </p:grpSpPr>
          <p:sp>
            <p:nvSpPr>
              <p:cNvPr id="65" name="Oval 64"/>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6" name="Oval 65"/>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64"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66"/>
          <p:cNvGrpSpPr/>
          <p:nvPr/>
        </p:nvGrpSpPr>
        <p:grpSpPr>
          <a:xfrm>
            <a:off x="667718" y="1975914"/>
            <a:ext cx="618158" cy="618156"/>
            <a:chOff x="1810872" y="2768050"/>
            <a:chExt cx="835480" cy="835478"/>
          </a:xfrm>
        </p:grpSpPr>
        <p:grpSp>
          <p:nvGrpSpPr>
            <p:cNvPr id="26" name="Group 225"/>
            <p:cNvGrpSpPr/>
            <p:nvPr/>
          </p:nvGrpSpPr>
          <p:grpSpPr>
            <a:xfrm>
              <a:off x="1810871" y="2768052"/>
              <a:ext cx="835479" cy="835479"/>
              <a:chOff x="864537" y="1822859"/>
              <a:chExt cx="971309" cy="971307"/>
            </a:xfrm>
          </p:grpSpPr>
          <p:sp>
            <p:nvSpPr>
              <p:cNvPr id="70" name="Oval 69"/>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1" name="Oval 70"/>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69"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71"/>
          <p:cNvGrpSpPr/>
          <p:nvPr/>
        </p:nvGrpSpPr>
        <p:grpSpPr>
          <a:xfrm>
            <a:off x="667718" y="4131838"/>
            <a:ext cx="618158" cy="618156"/>
            <a:chOff x="7133616" y="2087458"/>
            <a:chExt cx="835480" cy="835478"/>
          </a:xfrm>
        </p:grpSpPr>
        <p:grpSp>
          <p:nvGrpSpPr>
            <p:cNvPr id="29" name="Group 225"/>
            <p:cNvGrpSpPr/>
            <p:nvPr/>
          </p:nvGrpSpPr>
          <p:grpSpPr>
            <a:xfrm>
              <a:off x="7133615" y="2087460"/>
              <a:ext cx="835479" cy="835479"/>
              <a:chOff x="864537" y="1822859"/>
              <a:chExt cx="971309" cy="971307"/>
            </a:xfrm>
          </p:grpSpPr>
          <p:sp>
            <p:nvSpPr>
              <p:cNvPr id="75" name="Oval 74"/>
              <p:cNvSpPr/>
              <p:nvPr/>
            </p:nvSpPr>
            <p:spPr>
              <a:xfrm>
                <a:off x="932451" y="1890773"/>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864537" y="1822859"/>
                <a:ext cx="971309" cy="971307"/>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74" name="Freeform 83"/>
            <p:cNvSpPr>
              <a:spLocks noEditPoints="1"/>
            </p:cNvSpPr>
            <p:nvPr/>
          </p:nvSpPr>
          <p:spPr bwMode="auto">
            <a:xfrm>
              <a:off x="7404774" y="2285323"/>
              <a:ext cx="293165" cy="43974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76"/>
          <p:cNvGrpSpPr/>
          <p:nvPr/>
        </p:nvGrpSpPr>
        <p:grpSpPr>
          <a:xfrm>
            <a:off x="1381124" y="1282098"/>
            <a:ext cx="3223321" cy="484025"/>
            <a:chOff x="-91496" y="1923738"/>
            <a:chExt cx="3223321" cy="484025"/>
          </a:xfrm>
        </p:grpSpPr>
        <p:sp>
          <p:nvSpPr>
            <p:cNvPr id="78"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79" name="TextBox 78"/>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1"/>
                  </a:solidFill>
                </a:rPr>
                <a:t>Keyword Here</a:t>
              </a:r>
            </a:p>
          </p:txBody>
        </p:sp>
      </p:grpSp>
      <p:grpSp>
        <p:nvGrpSpPr>
          <p:cNvPr id="32" name="Group 79"/>
          <p:cNvGrpSpPr/>
          <p:nvPr/>
        </p:nvGrpSpPr>
        <p:grpSpPr>
          <a:xfrm>
            <a:off x="1381124" y="2011300"/>
            <a:ext cx="3223321" cy="484025"/>
            <a:chOff x="-91496" y="1923738"/>
            <a:chExt cx="3223321" cy="484025"/>
          </a:xfrm>
        </p:grpSpPr>
        <p:sp>
          <p:nvSpPr>
            <p:cNvPr id="81"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82" name="TextBox 81"/>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34" name="Group 82"/>
          <p:cNvGrpSpPr/>
          <p:nvPr/>
        </p:nvGrpSpPr>
        <p:grpSpPr>
          <a:xfrm>
            <a:off x="1381124" y="2740502"/>
            <a:ext cx="3223321" cy="484025"/>
            <a:chOff x="-91496" y="1923738"/>
            <a:chExt cx="3223321" cy="484025"/>
          </a:xfrm>
        </p:grpSpPr>
        <p:sp>
          <p:nvSpPr>
            <p:cNvPr id="84"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85" name="TextBox 84"/>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35" name="Group 85"/>
          <p:cNvGrpSpPr/>
          <p:nvPr/>
        </p:nvGrpSpPr>
        <p:grpSpPr>
          <a:xfrm>
            <a:off x="1381124" y="3469704"/>
            <a:ext cx="3223321" cy="484025"/>
            <a:chOff x="-91496" y="1923738"/>
            <a:chExt cx="3223321" cy="484025"/>
          </a:xfrm>
        </p:grpSpPr>
        <p:sp>
          <p:nvSpPr>
            <p:cNvPr id="87"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88" name="TextBox 87"/>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38" name="Group 88"/>
          <p:cNvGrpSpPr/>
          <p:nvPr/>
        </p:nvGrpSpPr>
        <p:grpSpPr>
          <a:xfrm>
            <a:off x="1381124" y="4198904"/>
            <a:ext cx="3223321" cy="484025"/>
            <a:chOff x="-91496" y="1923738"/>
            <a:chExt cx="3223321" cy="484025"/>
          </a:xfrm>
        </p:grpSpPr>
        <p:sp>
          <p:nvSpPr>
            <p:cNvPr id="90"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91" name="TextBox 90"/>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5"/>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p:cTn id="17" dur="500" fill="hold"/>
                                        <p:tgtEl>
                                          <p:spTgt spid="15"/>
                                        </p:tgtEl>
                                        <p:attrNameLst>
                                          <p:attrName>ppt_w</p:attrName>
                                        </p:attrNameLst>
                                      </p:cBhvr>
                                      <p:tavLst>
                                        <p:tav tm="0">
                                          <p:val>
                                            <p:fltVal val="0"/>
                                          </p:val>
                                        </p:tav>
                                        <p:tav tm="100000">
                                          <p:val>
                                            <p:strVal val="#ppt_w"/>
                                          </p:val>
                                        </p:tav>
                                      </p:tavLst>
                                    </p:anim>
                                    <p:anim calcmode="lin" valueType="num">
                                      <p:cBhvr>
                                        <p:cTn id="18" dur="500" fill="hold"/>
                                        <p:tgtEl>
                                          <p:spTgt spid="15"/>
                                        </p:tgtEl>
                                        <p:attrNameLst>
                                          <p:attrName>ppt_h</p:attrName>
                                        </p:attrNameLst>
                                      </p:cBhvr>
                                      <p:tavLst>
                                        <p:tav tm="0">
                                          <p:val>
                                            <p:fltVal val="0"/>
                                          </p:val>
                                        </p:tav>
                                        <p:tav tm="100000">
                                          <p:val>
                                            <p:strVal val="#ppt_h"/>
                                          </p:val>
                                        </p:tav>
                                      </p:tavLst>
                                    </p:anim>
                                    <p:animEffect transition="in" filter="fade">
                                      <p:cBhvr>
                                        <p:cTn id="19" dur="500"/>
                                        <p:tgtEl>
                                          <p:spTgt spid="15"/>
                                        </p:tgtEl>
                                      </p:cBhvr>
                                    </p:animEffect>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500" fill="hold"/>
                                        <p:tgtEl>
                                          <p:spTgt spid="16"/>
                                        </p:tgtEl>
                                        <p:attrNameLst>
                                          <p:attrName>ppt_w</p:attrName>
                                        </p:attrNameLst>
                                      </p:cBhvr>
                                      <p:tavLst>
                                        <p:tav tm="0">
                                          <p:val>
                                            <p:fltVal val="0"/>
                                          </p:val>
                                        </p:tav>
                                        <p:tav tm="100000">
                                          <p:val>
                                            <p:strVal val="#ppt_w"/>
                                          </p:val>
                                        </p:tav>
                                      </p:tavLst>
                                    </p:anim>
                                    <p:anim calcmode="lin" valueType="num">
                                      <p:cBhvr>
                                        <p:cTn id="24" dur="500" fill="hold"/>
                                        <p:tgtEl>
                                          <p:spTgt spid="16"/>
                                        </p:tgtEl>
                                        <p:attrNameLst>
                                          <p:attrName>ppt_h</p:attrName>
                                        </p:attrNameLst>
                                      </p:cBhvr>
                                      <p:tavLst>
                                        <p:tav tm="0">
                                          <p:val>
                                            <p:fltVal val="0"/>
                                          </p:val>
                                        </p:tav>
                                        <p:tav tm="100000">
                                          <p:val>
                                            <p:strVal val="#ppt_h"/>
                                          </p:val>
                                        </p:tav>
                                      </p:tavLst>
                                    </p:anim>
                                    <p:animEffect transition="in" filter="fade">
                                      <p:cBhvr>
                                        <p:cTn id="25" dur="500"/>
                                        <p:tgtEl>
                                          <p:spTgt spid="16"/>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17"/>
                                        </p:tgtEl>
                                        <p:attrNameLst>
                                          <p:attrName>style.visibility</p:attrName>
                                        </p:attrNameLst>
                                      </p:cBhvr>
                                      <p:to>
                                        <p:strVal val="visible"/>
                                      </p:to>
                                    </p:set>
                                    <p:anim calcmode="lin" valueType="num">
                                      <p:cBhvr>
                                        <p:cTn id="29" dur="500" fill="hold"/>
                                        <p:tgtEl>
                                          <p:spTgt spid="17"/>
                                        </p:tgtEl>
                                        <p:attrNameLst>
                                          <p:attrName>ppt_w</p:attrName>
                                        </p:attrNameLst>
                                      </p:cBhvr>
                                      <p:tavLst>
                                        <p:tav tm="0">
                                          <p:val>
                                            <p:fltVal val="0"/>
                                          </p:val>
                                        </p:tav>
                                        <p:tav tm="100000">
                                          <p:val>
                                            <p:strVal val="#ppt_w"/>
                                          </p:val>
                                        </p:tav>
                                      </p:tavLst>
                                    </p:anim>
                                    <p:anim calcmode="lin" valueType="num">
                                      <p:cBhvr>
                                        <p:cTn id="30" dur="500" fill="hold"/>
                                        <p:tgtEl>
                                          <p:spTgt spid="17"/>
                                        </p:tgtEl>
                                        <p:attrNameLst>
                                          <p:attrName>ppt_h</p:attrName>
                                        </p:attrNameLst>
                                      </p:cBhvr>
                                      <p:tavLst>
                                        <p:tav tm="0">
                                          <p:val>
                                            <p:fltVal val="0"/>
                                          </p:val>
                                        </p:tav>
                                        <p:tav tm="100000">
                                          <p:val>
                                            <p:strVal val="#ppt_h"/>
                                          </p:val>
                                        </p:tav>
                                      </p:tavLst>
                                    </p:anim>
                                    <p:animEffect transition="in" filter="fade">
                                      <p:cBhvr>
                                        <p:cTn id="31" dur="500"/>
                                        <p:tgtEl>
                                          <p:spTgt spid="17"/>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p:cTn id="35" dur="500" fill="hold"/>
                                        <p:tgtEl>
                                          <p:spTgt spid="18"/>
                                        </p:tgtEl>
                                        <p:attrNameLst>
                                          <p:attrName>ppt_w</p:attrName>
                                        </p:attrNameLst>
                                      </p:cBhvr>
                                      <p:tavLst>
                                        <p:tav tm="0">
                                          <p:val>
                                            <p:fltVal val="0"/>
                                          </p:val>
                                        </p:tav>
                                        <p:tav tm="100000">
                                          <p:val>
                                            <p:strVal val="#ppt_w"/>
                                          </p:val>
                                        </p:tav>
                                      </p:tavLst>
                                    </p:anim>
                                    <p:anim calcmode="lin" valueType="num">
                                      <p:cBhvr>
                                        <p:cTn id="36" dur="500" fill="hold"/>
                                        <p:tgtEl>
                                          <p:spTgt spid="18"/>
                                        </p:tgtEl>
                                        <p:attrNameLst>
                                          <p:attrName>ppt_h</p:attrName>
                                        </p:attrNameLst>
                                      </p:cBhvr>
                                      <p:tavLst>
                                        <p:tav tm="0">
                                          <p:val>
                                            <p:fltVal val="0"/>
                                          </p:val>
                                        </p:tav>
                                        <p:tav tm="100000">
                                          <p:val>
                                            <p:strVal val="#ppt_h"/>
                                          </p:val>
                                        </p:tav>
                                      </p:tavLst>
                                    </p:anim>
                                    <p:animEffect transition="in" filter="fade">
                                      <p:cBhvr>
                                        <p:cTn id="37" dur="500"/>
                                        <p:tgtEl>
                                          <p:spTgt spid="18"/>
                                        </p:tgtEl>
                                      </p:cBhvr>
                                    </p:animEffect>
                                  </p:childTnLst>
                                </p:cTn>
                              </p:par>
                            </p:childTnLst>
                          </p:cTn>
                        </p:par>
                        <p:par>
                          <p:cTn id="38" fill="hold">
                            <p:stCondLst>
                              <p:cond delay="3000"/>
                            </p:stCondLst>
                            <p:childTnLst>
                              <p:par>
                                <p:cTn id="39" presetID="18" presetClass="entr" presetSubtype="6" fill="hold" nodeType="afterEffect">
                                  <p:stCondLst>
                                    <p:cond delay="0"/>
                                  </p:stCondLst>
                                  <p:childTnLst>
                                    <p:set>
                                      <p:cBhvr>
                                        <p:cTn id="40" dur="1" fill="hold">
                                          <p:stCondLst>
                                            <p:cond delay="0"/>
                                          </p:stCondLst>
                                        </p:cTn>
                                        <p:tgtEl>
                                          <p:spTgt spid="63"/>
                                        </p:tgtEl>
                                        <p:attrNameLst>
                                          <p:attrName>style.visibility</p:attrName>
                                        </p:attrNameLst>
                                      </p:cBhvr>
                                      <p:to>
                                        <p:strVal val="visible"/>
                                      </p:to>
                                    </p:set>
                                    <p:animEffect transition="in" filter="strips(downRight)">
                                      <p:cBhvr>
                                        <p:cTn id="41" dur="500"/>
                                        <p:tgtEl>
                                          <p:spTgt spid="63"/>
                                        </p:tgtEl>
                                      </p:cBhvr>
                                    </p:animEffect>
                                  </p:childTnLst>
                                </p:cTn>
                              </p:par>
                            </p:childTnLst>
                          </p:cTn>
                        </p:par>
                        <p:par>
                          <p:cTn id="42" fill="hold">
                            <p:stCondLst>
                              <p:cond delay="3500"/>
                            </p:stCondLst>
                            <p:childTnLst>
                              <p:par>
                                <p:cTn id="43" presetID="18" presetClass="entr" presetSubtype="3" fill="hold" nodeType="after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strips(upRight)">
                                      <p:cBhvr>
                                        <p:cTn id="45" dur="500"/>
                                        <p:tgtEl>
                                          <p:spTgt spid="27"/>
                                        </p:tgtEl>
                                      </p:cBhvr>
                                    </p:animEffect>
                                  </p:childTnLst>
                                </p:cTn>
                              </p:par>
                            </p:childTnLst>
                          </p:cTn>
                        </p:par>
                        <p:par>
                          <p:cTn id="46" fill="hold">
                            <p:stCondLst>
                              <p:cond delay="4000"/>
                            </p:stCondLst>
                            <p:childTnLst>
                              <p:par>
                                <p:cTn id="47" presetID="53" presetClass="entr" presetSubtype="0" fill="hold" nodeType="after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p:cTn id="49" dur="500" fill="hold"/>
                                        <p:tgtEl>
                                          <p:spTgt spid="3"/>
                                        </p:tgtEl>
                                        <p:attrNameLst>
                                          <p:attrName>ppt_w</p:attrName>
                                        </p:attrNameLst>
                                      </p:cBhvr>
                                      <p:tavLst>
                                        <p:tav tm="0">
                                          <p:val>
                                            <p:fltVal val="0"/>
                                          </p:val>
                                        </p:tav>
                                        <p:tav tm="100000">
                                          <p:val>
                                            <p:strVal val="#ppt_w"/>
                                          </p:val>
                                        </p:tav>
                                      </p:tavLst>
                                    </p:anim>
                                    <p:anim calcmode="lin" valueType="num">
                                      <p:cBhvr>
                                        <p:cTn id="50" dur="500" fill="hold"/>
                                        <p:tgtEl>
                                          <p:spTgt spid="3"/>
                                        </p:tgtEl>
                                        <p:attrNameLst>
                                          <p:attrName>ppt_h</p:attrName>
                                        </p:attrNameLst>
                                      </p:cBhvr>
                                      <p:tavLst>
                                        <p:tav tm="0">
                                          <p:val>
                                            <p:fltVal val="0"/>
                                          </p:val>
                                        </p:tav>
                                        <p:tav tm="100000">
                                          <p:val>
                                            <p:strVal val="#ppt_h"/>
                                          </p:val>
                                        </p:tav>
                                      </p:tavLst>
                                    </p:anim>
                                    <p:animEffect transition="in" filter="fade">
                                      <p:cBhvr>
                                        <p:cTn id="51" dur="500"/>
                                        <p:tgtEl>
                                          <p:spTgt spid="3"/>
                                        </p:tgtEl>
                                      </p:cBhvr>
                                    </p:animEffect>
                                  </p:childTnLst>
                                </p:cTn>
                              </p:par>
                            </p:childTnLst>
                          </p:cTn>
                        </p:par>
                        <p:par>
                          <p:cTn id="52" fill="hold">
                            <p:stCondLst>
                              <p:cond delay="4500"/>
                            </p:stCondLst>
                            <p:childTnLst>
                              <p:par>
                                <p:cTn id="53" presetID="53" presetClass="entr" presetSubtype="0" fill="hold"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par>
                                <p:cTn id="58" presetID="2" presetClass="entr" presetSubtype="4" accel="50000" decel="50000" fill="hold" nodeType="withEffect">
                                  <p:stCondLst>
                                    <p:cond delay="0"/>
                                  </p:stCondLst>
                                  <p:childTnLst>
                                    <p:set>
                                      <p:cBhvr>
                                        <p:cTn id="59" dur="1" fill="hold">
                                          <p:stCondLst>
                                            <p:cond delay="0"/>
                                          </p:stCondLst>
                                        </p:cTn>
                                        <p:tgtEl>
                                          <p:spTgt spid="31"/>
                                        </p:tgtEl>
                                        <p:attrNameLst>
                                          <p:attrName>style.visibility</p:attrName>
                                        </p:attrNameLst>
                                      </p:cBhvr>
                                      <p:to>
                                        <p:strVal val="visible"/>
                                      </p:to>
                                    </p:set>
                                    <p:anim calcmode="lin" valueType="num">
                                      <p:cBhvr additive="base">
                                        <p:cTn id="60" dur="500" fill="hold"/>
                                        <p:tgtEl>
                                          <p:spTgt spid="31"/>
                                        </p:tgtEl>
                                        <p:attrNameLst>
                                          <p:attrName>ppt_x</p:attrName>
                                        </p:attrNameLst>
                                      </p:cBhvr>
                                      <p:tavLst>
                                        <p:tav tm="0">
                                          <p:val>
                                            <p:strVal val="#ppt_x"/>
                                          </p:val>
                                        </p:tav>
                                        <p:tav tm="100000">
                                          <p:val>
                                            <p:strVal val="#ppt_x"/>
                                          </p:val>
                                        </p:tav>
                                      </p:tavLst>
                                    </p:anim>
                                    <p:anim calcmode="lin" valueType="num">
                                      <p:cBhvr additive="base">
                                        <p:cTn id="61" dur="500" fill="hold"/>
                                        <p:tgtEl>
                                          <p:spTgt spid="31"/>
                                        </p:tgtEl>
                                        <p:attrNameLst>
                                          <p:attrName>ppt_y</p:attrName>
                                        </p:attrNameLst>
                                      </p:cBhvr>
                                      <p:tavLst>
                                        <p:tav tm="0">
                                          <p:val>
                                            <p:strVal val="1+#ppt_h/2"/>
                                          </p:val>
                                        </p:tav>
                                        <p:tav tm="100000">
                                          <p:val>
                                            <p:strVal val="#ppt_y"/>
                                          </p:val>
                                        </p:tav>
                                      </p:tavLst>
                                    </p:anim>
                                  </p:childTnLst>
                                </p:cTn>
                              </p:par>
                            </p:childTnLst>
                          </p:cTn>
                        </p:par>
                        <p:par>
                          <p:cTn id="62" fill="hold">
                            <p:stCondLst>
                              <p:cond delay="5000"/>
                            </p:stCondLst>
                            <p:childTnLst>
                              <p:par>
                                <p:cTn id="63" presetID="53" presetClass="entr" presetSubtype="0" fill="hold" nodeType="afterEffect">
                                  <p:stCondLst>
                                    <p:cond delay="0"/>
                                  </p:stCondLst>
                                  <p:childTnLst>
                                    <p:set>
                                      <p:cBhvr>
                                        <p:cTn id="64" dur="1" fill="hold">
                                          <p:stCondLst>
                                            <p:cond delay="0"/>
                                          </p:stCondLst>
                                        </p:cTn>
                                        <p:tgtEl>
                                          <p:spTgt spid="25"/>
                                        </p:tgtEl>
                                        <p:attrNameLst>
                                          <p:attrName>style.visibility</p:attrName>
                                        </p:attrNameLst>
                                      </p:cBhvr>
                                      <p:to>
                                        <p:strVal val="visible"/>
                                      </p:to>
                                    </p:set>
                                    <p:anim calcmode="lin" valueType="num">
                                      <p:cBhvr>
                                        <p:cTn id="65" dur="500" fill="hold"/>
                                        <p:tgtEl>
                                          <p:spTgt spid="25"/>
                                        </p:tgtEl>
                                        <p:attrNameLst>
                                          <p:attrName>ppt_w</p:attrName>
                                        </p:attrNameLst>
                                      </p:cBhvr>
                                      <p:tavLst>
                                        <p:tav tm="0">
                                          <p:val>
                                            <p:fltVal val="0"/>
                                          </p:val>
                                        </p:tav>
                                        <p:tav tm="100000">
                                          <p:val>
                                            <p:strVal val="#ppt_w"/>
                                          </p:val>
                                        </p:tav>
                                      </p:tavLst>
                                    </p:anim>
                                    <p:anim calcmode="lin" valueType="num">
                                      <p:cBhvr>
                                        <p:cTn id="66" dur="500" fill="hold"/>
                                        <p:tgtEl>
                                          <p:spTgt spid="25"/>
                                        </p:tgtEl>
                                        <p:attrNameLst>
                                          <p:attrName>ppt_h</p:attrName>
                                        </p:attrNameLst>
                                      </p:cBhvr>
                                      <p:tavLst>
                                        <p:tav tm="0">
                                          <p:val>
                                            <p:fltVal val="0"/>
                                          </p:val>
                                        </p:tav>
                                        <p:tav tm="100000">
                                          <p:val>
                                            <p:strVal val="#ppt_h"/>
                                          </p:val>
                                        </p:tav>
                                      </p:tavLst>
                                    </p:anim>
                                    <p:animEffect transition="in" filter="fade">
                                      <p:cBhvr>
                                        <p:cTn id="67" dur="500"/>
                                        <p:tgtEl>
                                          <p:spTgt spid="25"/>
                                        </p:tgtEl>
                                      </p:cBhvr>
                                    </p:animEffect>
                                  </p:childTnLst>
                                </p:cTn>
                              </p:par>
                              <p:par>
                                <p:cTn id="68" presetID="2" presetClass="entr" presetSubtype="4" accel="50000" decel="50000" fill="hold" nodeType="withEffect">
                                  <p:stCondLst>
                                    <p:cond delay="0"/>
                                  </p:stCondLst>
                                  <p:childTnLst>
                                    <p:set>
                                      <p:cBhvr>
                                        <p:cTn id="69" dur="1" fill="hold">
                                          <p:stCondLst>
                                            <p:cond delay="0"/>
                                          </p:stCondLst>
                                        </p:cTn>
                                        <p:tgtEl>
                                          <p:spTgt spid="32"/>
                                        </p:tgtEl>
                                        <p:attrNameLst>
                                          <p:attrName>style.visibility</p:attrName>
                                        </p:attrNameLst>
                                      </p:cBhvr>
                                      <p:to>
                                        <p:strVal val="visible"/>
                                      </p:to>
                                    </p:set>
                                    <p:anim calcmode="lin" valueType="num">
                                      <p:cBhvr additive="base">
                                        <p:cTn id="70" dur="500" fill="hold"/>
                                        <p:tgtEl>
                                          <p:spTgt spid="32"/>
                                        </p:tgtEl>
                                        <p:attrNameLst>
                                          <p:attrName>ppt_x</p:attrName>
                                        </p:attrNameLst>
                                      </p:cBhvr>
                                      <p:tavLst>
                                        <p:tav tm="0">
                                          <p:val>
                                            <p:strVal val="#ppt_x"/>
                                          </p:val>
                                        </p:tav>
                                        <p:tav tm="100000">
                                          <p:val>
                                            <p:strVal val="#ppt_x"/>
                                          </p:val>
                                        </p:tav>
                                      </p:tavLst>
                                    </p:anim>
                                    <p:anim calcmode="lin" valueType="num">
                                      <p:cBhvr additive="base">
                                        <p:cTn id="71" dur="500" fill="hold"/>
                                        <p:tgtEl>
                                          <p:spTgt spid="32"/>
                                        </p:tgtEl>
                                        <p:attrNameLst>
                                          <p:attrName>ppt_y</p:attrName>
                                        </p:attrNameLst>
                                      </p:cBhvr>
                                      <p:tavLst>
                                        <p:tav tm="0">
                                          <p:val>
                                            <p:strVal val="1+#ppt_h/2"/>
                                          </p:val>
                                        </p:tav>
                                        <p:tav tm="100000">
                                          <p:val>
                                            <p:strVal val="#ppt_y"/>
                                          </p:val>
                                        </p:tav>
                                      </p:tavLst>
                                    </p:anim>
                                  </p:childTnLst>
                                </p:cTn>
                              </p:par>
                            </p:childTnLst>
                          </p:cTn>
                        </p:par>
                        <p:par>
                          <p:cTn id="72" fill="hold">
                            <p:stCondLst>
                              <p:cond delay="5500"/>
                            </p:stCondLst>
                            <p:childTnLst>
                              <p:par>
                                <p:cTn id="73" presetID="53" presetClass="entr" presetSubtype="0" fill="hold" nodeType="after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p:cTn id="75" dur="500" fill="hold"/>
                                        <p:tgtEl>
                                          <p:spTgt spid="19"/>
                                        </p:tgtEl>
                                        <p:attrNameLst>
                                          <p:attrName>ppt_w</p:attrName>
                                        </p:attrNameLst>
                                      </p:cBhvr>
                                      <p:tavLst>
                                        <p:tav tm="0">
                                          <p:val>
                                            <p:fltVal val="0"/>
                                          </p:val>
                                        </p:tav>
                                        <p:tav tm="100000">
                                          <p:val>
                                            <p:strVal val="#ppt_w"/>
                                          </p:val>
                                        </p:tav>
                                      </p:tavLst>
                                    </p:anim>
                                    <p:anim calcmode="lin" valueType="num">
                                      <p:cBhvr>
                                        <p:cTn id="76" dur="500" fill="hold"/>
                                        <p:tgtEl>
                                          <p:spTgt spid="19"/>
                                        </p:tgtEl>
                                        <p:attrNameLst>
                                          <p:attrName>ppt_h</p:attrName>
                                        </p:attrNameLst>
                                      </p:cBhvr>
                                      <p:tavLst>
                                        <p:tav tm="0">
                                          <p:val>
                                            <p:fltVal val="0"/>
                                          </p:val>
                                        </p:tav>
                                        <p:tav tm="100000">
                                          <p:val>
                                            <p:strVal val="#ppt_h"/>
                                          </p:val>
                                        </p:tav>
                                      </p:tavLst>
                                    </p:anim>
                                    <p:animEffect transition="in" filter="fade">
                                      <p:cBhvr>
                                        <p:cTn id="77" dur="500"/>
                                        <p:tgtEl>
                                          <p:spTgt spid="19"/>
                                        </p:tgtEl>
                                      </p:cBhvr>
                                    </p:animEffect>
                                  </p:childTnLst>
                                </p:cTn>
                              </p:par>
                              <p:par>
                                <p:cTn id="78" presetID="2" presetClass="entr" presetSubtype="4" accel="50000" decel="50000" fill="hold" nodeType="withEffect">
                                  <p:stCondLst>
                                    <p:cond delay="0"/>
                                  </p:stCondLst>
                                  <p:childTnLst>
                                    <p:set>
                                      <p:cBhvr>
                                        <p:cTn id="79" dur="1" fill="hold">
                                          <p:stCondLst>
                                            <p:cond delay="0"/>
                                          </p:stCondLst>
                                        </p:cTn>
                                        <p:tgtEl>
                                          <p:spTgt spid="34"/>
                                        </p:tgtEl>
                                        <p:attrNameLst>
                                          <p:attrName>style.visibility</p:attrName>
                                        </p:attrNameLst>
                                      </p:cBhvr>
                                      <p:to>
                                        <p:strVal val="visible"/>
                                      </p:to>
                                    </p:set>
                                    <p:anim calcmode="lin" valueType="num">
                                      <p:cBhvr additive="base">
                                        <p:cTn id="80" dur="500" fill="hold"/>
                                        <p:tgtEl>
                                          <p:spTgt spid="34"/>
                                        </p:tgtEl>
                                        <p:attrNameLst>
                                          <p:attrName>ppt_x</p:attrName>
                                        </p:attrNameLst>
                                      </p:cBhvr>
                                      <p:tavLst>
                                        <p:tav tm="0">
                                          <p:val>
                                            <p:strVal val="#ppt_x"/>
                                          </p:val>
                                        </p:tav>
                                        <p:tav tm="100000">
                                          <p:val>
                                            <p:strVal val="#ppt_x"/>
                                          </p:val>
                                        </p:tav>
                                      </p:tavLst>
                                    </p:anim>
                                    <p:anim calcmode="lin" valueType="num">
                                      <p:cBhvr additive="base">
                                        <p:cTn id="81" dur="500" fill="hold"/>
                                        <p:tgtEl>
                                          <p:spTgt spid="34"/>
                                        </p:tgtEl>
                                        <p:attrNameLst>
                                          <p:attrName>ppt_y</p:attrName>
                                        </p:attrNameLst>
                                      </p:cBhvr>
                                      <p:tavLst>
                                        <p:tav tm="0">
                                          <p:val>
                                            <p:strVal val="1+#ppt_h/2"/>
                                          </p:val>
                                        </p:tav>
                                        <p:tav tm="100000">
                                          <p:val>
                                            <p:strVal val="#ppt_y"/>
                                          </p:val>
                                        </p:tav>
                                      </p:tavLst>
                                    </p:anim>
                                  </p:childTnLst>
                                </p:cTn>
                              </p:par>
                            </p:childTnLst>
                          </p:cTn>
                        </p:par>
                        <p:par>
                          <p:cTn id="82" fill="hold">
                            <p:stCondLst>
                              <p:cond delay="6000"/>
                            </p:stCondLst>
                            <p:childTnLst>
                              <p:par>
                                <p:cTn id="83" presetID="53" presetClass="entr" presetSubtype="0" fill="hold" nodeType="afterEffect">
                                  <p:stCondLst>
                                    <p:cond delay="0"/>
                                  </p:stCondLst>
                                  <p:childTnLst>
                                    <p:set>
                                      <p:cBhvr>
                                        <p:cTn id="84" dur="1" fill="hold">
                                          <p:stCondLst>
                                            <p:cond delay="0"/>
                                          </p:stCondLst>
                                        </p:cTn>
                                        <p:tgtEl>
                                          <p:spTgt spid="23"/>
                                        </p:tgtEl>
                                        <p:attrNameLst>
                                          <p:attrName>style.visibility</p:attrName>
                                        </p:attrNameLst>
                                      </p:cBhvr>
                                      <p:to>
                                        <p:strVal val="visible"/>
                                      </p:to>
                                    </p:set>
                                    <p:anim calcmode="lin" valueType="num">
                                      <p:cBhvr>
                                        <p:cTn id="85" dur="500" fill="hold"/>
                                        <p:tgtEl>
                                          <p:spTgt spid="23"/>
                                        </p:tgtEl>
                                        <p:attrNameLst>
                                          <p:attrName>ppt_w</p:attrName>
                                        </p:attrNameLst>
                                      </p:cBhvr>
                                      <p:tavLst>
                                        <p:tav tm="0">
                                          <p:val>
                                            <p:fltVal val="0"/>
                                          </p:val>
                                        </p:tav>
                                        <p:tav tm="100000">
                                          <p:val>
                                            <p:strVal val="#ppt_w"/>
                                          </p:val>
                                        </p:tav>
                                      </p:tavLst>
                                    </p:anim>
                                    <p:anim calcmode="lin" valueType="num">
                                      <p:cBhvr>
                                        <p:cTn id="86" dur="500" fill="hold"/>
                                        <p:tgtEl>
                                          <p:spTgt spid="23"/>
                                        </p:tgtEl>
                                        <p:attrNameLst>
                                          <p:attrName>ppt_h</p:attrName>
                                        </p:attrNameLst>
                                      </p:cBhvr>
                                      <p:tavLst>
                                        <p:tav tm="0">
                                          <p:val>
                                            <p:fltVal val="0"/>
                                          </p:val>
                                        </p:tav>
                                        <p:tav tm="100000">
                                          <p:val>
                                            <p:strVal val="#ppt_h"/>
                                          </p:val>
                                        </p:tav>
                                      </p:tavLst>
                                    </p:anim>
                                    <p:animEffect transition="in" filter="fade">
                                      <p:cBhvr>
                                        <p:cTn id="87" dur="500"/>
                                        <p:tgtEl>
                                          <p:spTgt spid="23"/>
                                        </p:tgtEl>
                                      </p:cBhvr>
                                    </p:animEffect>
                                  </p:childTnLst>
                                </p:cTn>
                              </p:par>
                              <p:par>
                                <p:cTn id="88" presetID="2" presetClass="entr" presetSubtype="4" accel="50000" decel="50000" fill="hold" nodeType="withEffect">
                                  <p:stCondLst>
                                    <p:cond delay="0"/>
                                  </p:stCondLst>
                                  <p:childTnLst>
                                    <p:set>
                                      <p:cBhvr>
                                        <p:cTn id="89" dur="1" fill="hold">
                                          <p:stCondLst>
                                            <p:cond delay="0"/>
                                          </p:stCondLst>
                                        </p:cTn>
                                        <p:tgtEl>
                                          <p:spTgt spid="35"/>
                                        </p:tgtEl>
                                        <p:attrNameLst>
                                          <p:attrName>style.visibility</p:attrName>
                                        </p:attrNameLst>
                                      </p:cBhvr>
                                      <p:to>
                                        <p:strVal val="visible"/>
                                      </p:to>
                                    </p:set>
                                    <p:anim calcmode="lin" valueType="num">
                                      <p:cBhvr additive="base">
                                        <p:cTn id="90" dur="500" fill="hold"/>
                                        <p:tgtEl>
                                          <p:spTgt spid="35"/>
                                        </p:tgtEl>
                                        <p:attrNameLst>
                                          <p:attrName>ppt_x</p:attrName>
                                        </p:attrNameLst>
                                      </p:cBhvr>
                                      <p:tavLst>
                                        <p:tav tm="0">
                                          <p:val>
                                            <p:strVal val="#ppt_x"/>
                                          </p:val>
                                        </p:tav>
                                        <p:tav tm="100000">
                                          <p:val>
                                            <p:strVal val="#ppt_x"/>
                                          </p:val>
                                        </p:tav>
                                      </p:tavLst>
                                    </p:anim>
                                    <p:anim calcmode="lin" valueType="num">
                                      <p:cBhvr additive="base">
                                        <p:cTn id="91" dur="500" fill="hold"/>
                                        <p:tgtEl>
                                          <p:spTgt spid="35"/>
                                        </p:tgtEl>
                                        <p:attrNameLst>
                                          <p:attrName>ppt_y</p:attrName>
                                        </p:attrNameLst>
                                      </p:cBhvr>
                                      <p:tavLst>
                                        <p:tav tm="0">
                                          <p:val>
                                            <p:strVal val="1+#ppt_h/2"/>
                                          </p:val>
                                        </p:tav>
                                        <p:tav tm="100000">
                                          <p:val>
                                            <p:strVal val="#ppt_y"/>
                                          </p:val>
                                        </p:tav>
                                      </p:tavLst>
                                    </p:anim>
                                  </p:childTnLst>
                                </p:cTn>
                              </p:par>
                            </p:childTnLst>
                          </p:cTn>
                        </p:par>
                        <p:par>
                          <p:cTn id="92" fill="hold">
                            <p:stCondLst>
                              <p:cond delay="6500"/>
                            </p:stCondLst>
                            <p:childTnLst>
                              <p:par>
                                <p:cTn id="93" presetID="53" presetClass="entr" presetSubtype="0" fill="hold" nodeType="afterEffect">
                                  <p:stCondLst>
                                    <p:cond delay="0"/>
                                  </p:stCondLst>
                                  <p:childTnLst>
                                    <p:set>
                                      <p:cBhvr>
                                        <p:cTn id="94" dur="1" fill="hold">
                                          <p:stCondLst>
                                            <p:cond delay="0"/>
                                          </p:stCondLst>
                                        </p:cTn>
                                        <p:tgtEl>
                                          <p:spTgt spid="28"/>
                                        </p:tgtEl>
                                        <p:attrNameLst>
                                          <p:attrName>style.visibility</p:attrName>
                                        </p:attrNameLst>
                                      </p:cBhvr>
                                      <p:to>
                                        <p:strVal val="visible"/>
                                      </p:to>
                                    </p:set>
                                    <p:anim calcmode="lin" valueType="num">
                                      <p:cBhvr>
                                        <p:cTn id="95" dur="500" fill="hold"/>
                                        <p:tgtEl>
                                          <p:spTgt spid="28"/>
                                        </p:tgtEl>
                                        <p:attrNameLst>
                                          <p:attrName>ppt_w</p:attrName>
                                        </p:attrNameLst>
                                      </p:cBhvr>
                                      <p:tavLst>
                                        <p:tav tm="0">
                                          <p:val>
                                            <p:fltVal val="0"/>
                                          </p:val>
                                        </p:tav>
                                        <p:tav tm="100000">
                                          <p:val>
                                            <p:strVal val="#ppt_w"/>
                                          </p:val>
                                        </p:tav>
                                      </p:tavLst>
                                    </p:anim>
                                    <p:anim calcmode="lin" valueType="num">
                                      <p:cBhvr>
                                        <p:cTn id="96" dur="500" fill="hold"/>
                                        <p:tgtEl>
                                          <p:spTgt spid="28"/>
                                        </p:tgtEl>
                                        <p:attrNameLst>
                                          <p:attrName>ppt_h</p:attrName>
                                        </p:attrNameLst>
                                      </p:cBhvr>
                                      <p:tavLst>
                                        <p:tav tm="0">
                                          <p:val>
                                            <p:fltVal val="0"/>
                                          </p:val>
                                        </p:tav>
                                        <p:tav tm="100000">
                                          <p:val>
                                            <p:strVal val="#ppt_h"/>
                                          </p:val>
                                        </p:tav>
                                      </p:tavLst>
                                    </p:anim>
                                    <p:animEffect transition="in" filter="fade">
                                      <p:cBhvr>
                                        <p:cTn id="97" dur="500"/>
                                        <p:tgtEl>
                                          <p:spTgt spid="28"/>
                                        </p:tgtEl>
                                      </p:cBhvr>
                                    </p:animEffect>
                                  </p:childTnLst>
                                </p:cTn>
                              </p:par>
                              <p:par>
                                <p:cTn id="98" presetID="2" presetClass="entr" presetSubtype="4" accel="50000" decel="50000" fill="hold" nodeType="withEffect">
                                  <p:stCondLst>
                                    <p:cond delay="0"/>
                                  </p:stCondLst>
                                  <p:childTnLst>
                                    <p:set>
                                      <p:cBhvr>
                                        <p:cTn id="99" dur="1" fill="hold">
                                          <p:stCondLst>
                                            <p:cond delay="0"/>
                                          </p:stCondLst>
                                        </p:cTn>
                                        <p:tgtEl>
                                          <p:spTgt spid="38"/>
                                        </p:tgtEl>
                                        <p:attrNameLst>
                                          <p:attrName>style.visibility</p:attrName>
                                        </p:attrNameLst>
                                      </p:cBhvr>
                                      <p:to>
                                        <p:strVal val="visible"/>
                                      </p:to>
                                    </p:set>
                                    <p:anim calcmode="lin" valueType="num">
                                      <p:cBhvr additive="base">
                                        <p:cTn id="100" dur="500" fill="hold"/>
                                        <p:tgtEl>
                                          <p:spTgt spid="38"/>
                                        </p:tgtEl>
                                        <p:attrNameLst>
                                          <p:attrName>ppt_x</p:attrName>
                                        </p:attrNameLst>
                                      </p:cBhvr>
                                      <p:tavLst>
                                        <p:tav tm="0">
                                          <p:val>
                                            <p:strVal val="#ppt_x"/>
                                          </p:val>
                                        </p:tav>
                                        <p:tav tm="100000">
                                          <p:val>
                                            <p:strVal val="#ppt_x"/>
                                          </p:val>
                                        </p:tav>
                                      </p:tavLst>
                                    </p:anim>
                                    <p:anim calcmode="lin" valueType="num">
                                      <p:cBhvr additive="base">
                                        <p:cTn id="101"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 name="AutoShape 1"/>
          <p:cNvSpPr>
            <a:spLocks/>
          </p:cNvSpPr>
          <p:nvPr/>
        </p:nvSpPr>
        <p:spPr bwMode="auto">
          <a:xfrm>
            <a:off x="0" y="1790701"/>
            <a:ext cx="9144000" cy="2152650"/>
          </a:xfrm>
          <a:custGeom>
            <a:avLst/>
            <a:gdLst>
              <a:gd name="T0" fmla="*/ 1712119 w 21600"/>
              <a:gd name="T1" fmla="*/ 1022350 h 21600"/>
              <a:gd name="T2" fmla="*/ 1712119 w 21600"/>
              <a:gd name="T3" fmla="*/ 1022350 h 21600"/>
              <a:gd name="T4" fmla="*/ 1712119 w 21600"/>
              <a:gd name="T5" fmla="*/ 1022350 h 21600"/>
              <a:gd name="T6" fmla="*/ 1712119 w 21600"/>
              <a:gd name="T7" fmla="*/ 1022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tx1">
              <a:lumMod val="10000"/>
              <a:lumOff val="90000"/>
            </a:schemeClr>
          </a:solidFill>
          <a:ln w="25400" cap="flat" cmpd="sng">
            <a:noFill/>
            <a:prstDash val="solid"/>
            <a:miter lim="0"/>
            <a:headEnd/>
            <a:tailEnd/>
          </a:ln>
          <a:effectLst>
            <a:outerShdw blurRad="50800" dist="38100" dir="5400000" algn="t" rotWithShape="0">
              <a:prstClr val="black">
                <a:alpha val="40000"/>
              </a:prstClr>
            </a:outerShdw>
          </a:effectLst>
        </p:spPr>
        <p:txBody>
          <a:bodyPr lIns="0" tIns="0" rIns="0" bIns="0"/>
          <a:lstStyle/>
          <a:p>
            <a:endParaRPr lang="en-US" dirty="0"/>
          </a:p>
        </p:txBody>
      </p:sp>
      <p:grpSp>
        <p:nvGrpSpPr>
          <p:cNvPr id="2" name="Group 130"/>
          <p:cNvGrpSpPr/>
          <p:nvPr/>
        </p:nvGrpSpPr>
        <p:grpSpPr>
          <a:xfrm>
            <a:off x="2418464" y="1466850"/>
            <a:ext cx="2012060" cy="2819399"/>
            <a:chOff x="2418464" y="1466850"/>
            <a:chExt cx="2012060" cy="2819399"/>
          </a:xfrm>
        </p:grpSpPr>
        <p:sp>
          <p:nvSpPr>
            <p:cNvPr id="151" name="直角三角形 14"/>
            <p:cNvSpPr/>
            <p:nvPr/>
          </p:nvSpPr>
          <p:spPr>
            <a:xfrm flipH="1">
              <a:off x="2418464" y="1470559"/>
              <a:ext cx="238160" cy="325919"/>
            </a:xfrm>
            <a:prstGeom prst="rtTriangle">
              <a:avLst/>
            </a:prstGeom>
            <a:solidFill>
              <a:schemeClr val="accent2">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52" name="矩形 7"/>
            <p:cNvSpPr/>
            <p:nvPr/>
          </p:nvSpPr>
          <p:spPr>
            <a:xfrm rot="5400000">
              <a:off x="2014443" y="2108330"/>
              <a:ext cx="2819399" cy="1536439"/>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57" name="直角三角形 15"/>
            <p:cNvSpPr/>
            <p:nvPr/>
          </p:nvSpPr>
          <p:spPr>
            <a:xfrm flipH="1" flipV="1">
              <a:off x="2423227" y="3956623"/>
              <a:ext cx="238160" cy="325919"/>
            </a:xfrm>
            <a:prstGeom prst="rtTriangle">
              <a:avLst/>
            </a:prstGeom>
            <a:solidFill>
              <a:schemeClr val="accent2">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58" name="直角三角形 16"/>
            <p:cNvSpPr/>
            <p:nvPr/>
          </p:nvSpPr>
          <p:spPr>
            <a:xfrm>
              <a:off x="4192364" y="1470559"/>
              <a:ext cx="238160" cy="325919"/>
            </a:xfrm>
            <a:prstGeom prst="rtTriangle">
              <a:avLst/>
            </a:prstGeom>
            <a:solidFill>
              <a:schemeClr val="accent2">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59" name="直角三角形 17"/>
            <p:cNvSpPr/>
            <p:nvPr/>
          </p:nvSpPr>
          <p:spPr>
            <a:xfrm flipV="1">
              <a:off x="4192364" y="3956623"/>
              <a:ext cx="238160" cy="325919"/>
            </a:xfrm>
            <a:prstGeom prst="rtTriangle">
              <a:avLst/>
            </a:prstGeom>
            <a:solidFill>
              <a:schemeClr val="accent2">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grpSp>
      <p:grpSp>
        <p:nvGrpSpPr>
          <p:cNvPr id="3" name="Group 129"/>
          <p:cNvGrpSpPr/>
          <p:nvPr/>
        </p:nvGrpSpPr>
        <p:grpSpPr>
          <a:xfrm>
            <a:off x="295274" y="1462091"/>
            <a:ext cx="2016822" cy="2824159"/>
            <a:chOff x="295274" y="1462091"/>
            <a:chExt cx="2016822" cy="2824159"/>
          </a:xfrm>
        </p:grpSpPr>
        <p:sp>
          <p:nvSpPr>
            <p:cNvPr id="143" name="直角三角形 16"/>
            <p:cNvSpPr/>
            <p:nvPr/>
          </p:nvSpPr>
          <p:spPr>
            <a:xfrm>
              <a:off x="2073936" y="1470560"/>
              <a:ext cx="238160" cy="325919"/>
            </a:xfrm>
            <a:prstGeom prst="rtTriangle">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36" name="直角三角形 14"/>
            <p:cNvSpPr/>
            <p:nvPr/>
          </p:nvSpPr>
          <p:spPr>
            <a:xfrm flipH="1">
              <a:off x="295274" y="1462091"/>
              <a:ext cx="238160" cy="325919"/>
            </a:xfrm>
            <a:prstGeom prst="rtTriangle">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37" name="矩形 7"/>
            <p:cNvSpPr/>
            <p:nvPr/>
          </p:nvSpPr>
          <p:spPr>
            <a:xfrm rot="5400000">
              <a:off x="-106031" y="2108331"/>
              <a:ext cx="2819399" cy="1536439"/>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42" name="直角三角形 15"/>
            <p:cNvSpPr/>
            <p:nvPr/>
          </p:nvSpPr>
          <p:spPr>
            <a:xfrm flipH="1" flipV="1">
              <a:off x="304800" y="3956624"/>
              <a:ext cx="238160" cy="325919"/>
            </a:xfrm>
            <a:prstGeom prst="rtTriangl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44" name="直角三角形 17"/>
            <p:cNvSpPr/>
            <p:nvPr/>
          </p:nvSpPr>
          <p:spPr>
            <a:xfrm flipV="1">
              <a:off x="2073936" y="3956624"/>
              <a:ext cx="238160" cy="325919"/>
            </a:xfrm>
            <a:prstGeom prst="rtTriangl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grpSp>
      <p:grpSp>
        <p:nvGrpSpPr>
          <p:cNvPr id="4" name="Group 131"/>
          <p:cNvGrpSpPr/>
          <p:nvPr/>
        </p:nvGrpSpPr>
        <p:grpSpPr>
          <a:xfrm>
            <a:off x="4570034" y="1466851"/>
            <a:ext cx="2013646" cy="2819399"/>
            <a:chOff x="4570034" y="1466851"/>
            <a:chExt cx="2013646" cy="2819399"/>
          </a:xfrm>
        </p:grpSpPr>
        <p:sp>
          <p:nvSpPr>
            <p:cNvPr id="201" name="直角三角形 14"/>
            <p:cNvSpPr/>
            <p:nvPr/>
          </p:nvSpPr>
          <p:spPr>
            <a:xfrm flipH="1">
              <a:off x="4570034" y="1470560"/>
              <a:ext cx="238160" cy="325919"/>
            </a:xfrm>
            <a:prstGeom prst="rtTriangle">
              <a:avLst/>
            </a:prstGeom>
            <a:solidFill>
              <a:schemeClr val="accent3">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202" name="矩形 7"/>
            <p:cNvSpPr/>
            <p:nvPr/>
          </p:nvSpPr>
          <p:spPr>
            <a:xfrm rot="5400000">
              <a:off x="4167157" y="2108331"/>
              <a:ext cx="2819399" cy="1536439"/>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207" name="直角三角形 15"/>
            <p:cNvSpPr/>
            <p:nvPr/>
          </p:nvSpPr>
          <p:spPr>
            <a:xfrm flipH="1" flipV="1">
              <a:off x="4576384" y="3956624"/>
              <a:ext cx="238160" cy="325919"/>
            </a:xfrm>
            <a:prstGeom prst="rtTriangle">
              <a:avLst/>
            </a:prstGeom>
            <a:solidFill>
              <a:schemeClr val="accent3">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208" name="直角三角形 16"/>
            <p:cNvSpPr/>
            <p:nvPr/>
          </p:nvSpPr>
          <p:spPr>
            <a:xfrm>
              <a:off x="6345520" y="1470560"/>
              <a:ext cx="238160" cy="325919"/>
            </a:xfrm>
            <a:prstGeom prst="rtTriangle">
              <a:avLst/>
            </a:prstGeom>
            <a:solidFill>
              <a:schemeClr val="accent3">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209" name="直角三角形 17"/>
            <p:cNvSpPr/>
            <p:nvPr/>
          </p:nvSpPr>
          <p:spPr>
            <a:xfrm flipV="1">
              <a:off x="6345520" y="3956624"/>
              <a:ext cx="238160" cy="325919"/>
            </a:xfrm>
            <a:prstGeom prst="rtTriangle">
              <a:avLst/>
            </a:prstGeom>
            <a:solidFill>
              <a:schemeClr val="accent3">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grpSp>
      <p:sp>
        <p:nvSpPr>
          <p:cNvPr id="108" name="Title 107"/>
          <p:cNvSpPr>
            <a:spLocks noGrp="1"/>
          </p:cNvSpPr>
          <p:nvPr>
            <p:ph type="title"/>
          </p:nvPr>
        </p:nvSpPr>
        <p:spPr/>
        <p:txBody>
          <a:bodyPr/>
          <a:lstStyle/>
          <a:p>
            <a:r>
              <a:rPr lang="en-US"/>
              <a:t>Our New Vision </a:t>
            </a:r>
            <a:endParaRPr lang="en-US" dirty="0"/>
          </a:p>
        </p:txBody>
      </p:sp>
      <p:sp>
        <p:nvSpPr>
          <p:cNvPr id="109" name="Text Placeholder 108"/>
          <p:cNvSpPr>
            <a:spLocks noGrp="1"/>
          </p:cNvSpPr>
          <p:nvPr>
            <p:ph type="body" sz="half" idx="2"/>
          </p:nvPr>
        </p:nvSpPr>
        <p:spPr/>
        <p:txBody>
          <a:bodyPr/>
          <a:lstStyle/>
          <a:p>
            <a:r>
              <a:rPr lang="en-US"/>
              <a:t>Our New Vision </a:t>
            </a:r>
            <a:endParaRPr lang="en-US" dirty="0"/>
          </a:p>
        </p:txBody>
      </p:sp>
      <p:sp>
        <p:nvSpPr>
          <p:cNvPr id="112" name="Slide Number Placeholder 111"/>
          <p:cNvSpPr>
            <a:spLocks noGrp="1"/>
          </p:cNvSpPr>
          <p:nvPr>
            <p:ph type="sldNum" sz="quarter" idx="12"/>
          </p:nvPr>
        </p:nvSpPr>
        <p:spPr/>
        <p:txBody>
          <a:bodyPr/>
          <a:lstStyle/>
          <a:p>
            <a:fld id="{C136B7D2-B98C-44FD-8D04-7EC62A564975}" type="slidenum">
              <a:rPr lang="en-US" smtClean="0"/>
              <a:pPr/>
              <a:t>136</a:t>
            </a:fld>
            <a:endParaRPr lang="en-US" dirty="0"/>
          </a:p>
        </p:txBody>
      </p:sp>
      <p:grpSp>
        <p:nvGrpSpPr>
          <p:cNvPr id="5" name="Group 132"/>
          <p:cNvGrpSpPr/>
          <p:nvPr/>
        </p:nvGrpSpPr>
        <p:grpSpPr>
          <a:xfrm>
            <a:off x="6695154" y="1466851"/>
            <a:ext cx="2013646" cy="2819399"/>
            <a:chOff x="6695154" y="1466851"/>
            <a:chExt cx="2013646" cy="2819399"/>
          </a:xfrm>
        </p:grpSpPr>
        <p:sp>
          <p:nvSpPr>
            <p:cNvPr id="114" name="直角三角形 14"/>
            <p:cNvSpPr/>
            <p:nvPr/>
          </p:nvSpPr>
          <p:spPr>
            <a:xfrm flipH="1">
              <a:off x="6695154" y="1470560"/>
              <a:ext cx="238160" cy="325919"/>
            </a:xfrm>
            <a:prstGeom prst="rtTriangle">
              <a:avLst/>
            </a:prstGeom>
            <a:solidFill>
              <a:schemeClr val="accent4">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15" name="矩形 7"/>
            <p:cNvSpPr/>
            <p:nvPr/>
          </p:nvSpPr>
          <p:spPr>
            <a:xfrm rot="5400000">
              <a:off x="6292277" y="2108331"/>
              <a:ext cx="2819399" cy="1536439"/>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16" name="直角三角形 15"/>
            <p:cNvSpPr/>
            <p:nvPr/>
          </p:nvSpPr>
          <p:spPr>
            <a:xfrm flipH="1" flipV="1">
              <a:off x="6701504" y="3956624"/>
              <a:ext cx="238160" cy="325919"/>
            </a:xfrm>
            <a:prstGeom prst="rtTriangle">
              <a:avLst/>
            </a:prstGeom>
            <a:solidFill>
              <a:schemeClr val="accent4">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17" name="直角三角形 16"/>
            <p:cNvSpPr/>
            <p:nvPr/>
          </p:nvSpPr>
          <p:spPr>
            <a:xfrm>
              <a:off x="8470640" y="1470560"/>
              <a:ext cx="238160" cy="325919"/>
            </a:xfrm>
            <a:prstGeom prst="rtTriangle">
              <a:avLst/>
            </a:prstGeom>
            <a:solidFill>
              <a:schemeClr val="accent4">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18" name="直角三角形 17"/>
            <p:cNvSpPr/>
            <p:nvPr/>
          </p:nvSpPr>
          <p:spPr>
            <a:xfrm flipV="1">
              <a:off x="8470640" y="3956624"/>
              <a:ext cx="238160" cy="325919"/>
            </a:xfrm>
            <a:prstGeom prst="rtTriangle">
              <a:avLst/>
            </a:prstGeom>
            <a:solidFill>
              <a:schemeClr val="accent4">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grpSp>
      <p:sp>
        <p:nvSpPr>
          <p:cNvPr id="119" name="Freeform 187"/>
          <p:cNvSpPr>
            <a:spLocks noEditPoints="1"/>
          </p:cNvSpPr>
          <p:nvPr/>
        </p:nvSpPr>
        <p:spPr bwMode="auto">
          <a:xfrm>
            <a:off x="988052" y="1978452"/>
            <a:ext cx="524596" cy="339024"/>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56"/>
          <p:cNvSpPr>
            <a:spLocks noEditPoints="1"/>
          </p:cNvSpPr>
          <p:nvPr/>
        </p:nvSpPr>
        <p:spPr bwMode="auto">
          <a:xfrm>
            <a:off x="5385805" y="1918802"/>
            <a:ext cx="382102" cy="38210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52"/>
          <p:cNvSpPr>
            <a:spLocks noEditPoints="1"/>
          </p:cNvSpPr>
          <p:nvPr/>
        </p:nvSpPr>
        <p:spPr bwMode="auto">
          <a:xfrm>
            <a:off x="7490879" y="1933936"/>
            <a:ext cx="422194" cy="39016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Text Placeholder 3"/>
          <p:cNvSpPr txBox="1">
            <a:spLocks/>
          </p:cNvSpPr>
          <p:nvPr/>
        </p:nvSpPr>
        <p:spPr>
          <a:xfrm>
            <a:off x="579768" y="2506607"/>
            <a:ext cx="144780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 available the</a:t>
            </a:r>
          </a:p>
        </p:txBody>
      </p:sp>
      <p:sp>
        <p:nvSpPr>
          <p:cNvPr id="124" name="Freeform 52"/>
          <p:cNvSpPr>
            <a:spLocks noEditPoints="1"/>
          </p:cNvSpPr>
          <p:nvPr/>
        </p:nvSpPr>
        <p:spPr bwMode="auto">
          <a:xfrm>
            <a:off x="3247851" y="1948320"/>
            <a:ext cx="352584" cy="352584"/>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Text Placeholder 3"/>
          <p:cNvSpPr txBox="1">
            <a:spLocks/>
          </p:cNvSpPr>
          <p:nvPr/>
        </p:nvSpPr>
        <p:spPr>
          <a:xfrm>
            <a:off x="2700243" y="2506607"/>
            <a:ext cx="144780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 available the</a:t>
            </a:r>
          </a:p>
        </p:txBody>
      </p:sp>
      <p:sp>
        <p:nvSpPr>
          <p:cNvPr id="128" name="Text Placeholder 3"/>
          <p:cNvSpPr txBox="1">
            <a:spLocks/>
          </p:cNvSpPr>
          <p:nvPr/>
        </p:nvSpPr>
        <p:spPr>
          <a:xfrm>
            <a:off x="4852956" y="2506607"/>
            <a:ext cx="144780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 available the</a:t>
            </a:r>
          </a:p>
        </p:txBody>
      </p:sp>
      <p:sp>
        <p:nvSpPr>
          <p:cNvPr id="129" name="Text Placeholder 3"/>
          <p:cNvSpPr txBox="1">
            <a:spLocks/>
          </p:cNvSpPr>
          <p:nvPr/>
        </p:nvSpPr>
        <p:spPr>
          <a:xfrm>
            <a:off x="6978076" y="2506607"/>
            <a:ext cx="144780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 available the</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12"/>
                                        </p:tgtEl>
                                        <p:attrNameLst>
                                          <p:attrName>style.visibility</p:attrName>
                                        </p:attrNameLst>
                                      </p:cBhvr>
                                      <p:to>
                                        <p:strVal val="visible"/>
                                      </p:to>
                                    </p:set>
                                    <p:anim calcmode="lin" valueType="num">
                                      <p:cBhvr additive="base">
                                        <p:cTn id="7" dur="500" fill="hold"/>
                                        <p:tgtEl>
                                          <p:spTgt spid="212"/>
                                        </p:tgtEl>
                                        <p:attrNameLst>
                                          <p:attrName>ppt_x</p:attrName>
                                        </p:attrNameLst>
                                      </p:cBhvr>
                                      <p:tavLst>
                                        <p:tav tm="0">
                                          <p:val>
                                            <p:strVal val="#ppt_x"/>
                                          </p:val>
                                        </p:tav>
                                        <p:tav tm="100000">
                                          <p:val>
                                            <p:strVal val="#ppt_x"/>
                                          </p:val>
                                        </p:tav>
                                      </p:tavLst>
                                    </p:anim>
                                    <p:anim calcmode="lin" valueType="num">
                                      <p:cBhvr additive="base">
                                        <p:cTn id="8" dur="500" fill="hold"/>
                                        <p:tgtEl>
                                          <p:spTgt spid="2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2" accel="50000" decel="50000"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1+#ppt_w/2"/>
                                          </p:val>
                                        </p:tav>
                                        <p:tav tm="100000">
                                          <p:val>
                                            <p:strVal val="#ppt_x"/>
                                          </p:val>
                                        </p:tav>
                                      </p:tavLst>
                                    </p:anim>
                                    <p:anim calcmode="lin" valueType="num">
                                      <p:cBhvr additive="base">
                                        <p:cTn id="13" dur="50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53" presetClass="entr" presetSubtype="0" fill="hold" grpId="0" nodeType="afterEffect">
                                  <p:stCondLst>
                                    <p:cond delay="0"/>
                                  </p:stCondLst>
                                  <p:childTnLst>
                                    <p:set>
                                      <p:cBhvr>
                                        <p:cTn id="16" dur="1" fill="hold">
                                          <p:stCondLst>
                                            <p:cond delay="0"/>
                                          </p:stCondLst>
                                        </p:cTn>
                                        <p:tgtEl>
                                          <p:spTgt spid="119"/>
                                        </p:tgtEl>
                                        <p:attrNameLst>
                                          <p:attrName>style.visibility</p:attrName>
                                        </p:attrNameLst>
                                      </p:cBhvr>
                                      <p:to>
                                        <p:strVal val="visible"/>
                                      </p:to>
                                    </p:set>
                                    <p:anim calcmode="lin" valueType="num">
                                      <p:cBhvr>
                                        <p:cTn id="17" dur="500" fill="hold"/>
                                        <p:tgtEl>
                                          <p:spTgt spid="119"/>
                                        </p:tgtEl>
                                        <p:attrNameLst>
                                          <p:attrName>ppt_w</p:attrName>
                                        </p:attrNameLst>
                                      </p:cBhvr>
                                      <p:tavLst>
                                        <p:tav tm="0">
                                          <p:val>
                                            <p:fltVal val="0"/>
                                          </p:val>
                                        </p:tav>
                                        <p:tav tm="100000">
                                          <p:val>
                                            <p:strVal val="#ppt_w"/>
                                          </p:val>
                                        </p:tav>
                                      </p:tavLst>
                                    </p:anim>
                                    <p:anim calcmode="lin" valueType="num">
                                      <p:cBhvr>
                                        <p:cTn id="18" dur="500" fill="hold"/>
                                        <p:tgtEl>
                                          <p:spTgt spid="119"/>
                                        </p:tgtEl>
                                        <p:attrNameLst>
                                          <p:attrName>ppt_h</p:attrName>
                                        </p:attrNameLst>
                                      </p:cBhvr>
                                      <p:tavLst>
                                        <p:tav tm="0">
                                          <p:val>
                                            <p:fltVal val="0"/>
                                          </p:val>
                                        </p:tav>
                                        <p:tav tm="100000">
                                          <p:val>
                                            <p:strVal val="#ppt_h"/>
                                          </p:val>
                                        </p:tav>
                                      </p:tavLst>
                                    </p:anim>
                                    <p:animEffect transition="in" filter="fade">
                                      <p:cBhvr>
                                        <p:cTn id="19" dur="500"/>
                                        <p:tgtEl>
                                          <p:spTgt spid="119"/>
                                        </p:tgtEl>
                                      </p:cBhvr>
                                    </p:animEffect>
                                  </p:childTnLst>
                                </p:cTn>
                              </p:par>
                            </p:childTnLst>
                          </p:cTn>
                        </p:par>
                        <p:par>
                          <p:cTn id="20" fill="hold">
                            <p:stCondLst>
                              <p:cond delay="1500"/>
                            </p:stCondLst>
                            <p:childTnLst>
                              <p:par>
                                <p:cTn id="21" presetID="22" presetClass="entr" presetSubtype="4" fill="hold" grpId="0" nodeType="afterEffect">
                                  <p:stCondLst>
                                    <p:cond delay="0"/>
                                  </p:stCondLst>
                                  <p:childTnLst>
                                    <p:set>
                                      <p:cBhvr>
                                        <p:cTn id="22" dur="1" fill="hold">
                                          <p:stCondLst>
                                            <p:cond delay="0"/>
                                          </p:stCondLst>
                                        </p:cTn>
                                        <p:tgtEl>
                                          <p:spTgt spid="122"/>
                                        </p:tgtEl>
                                        <p:attrNameLst>
                                          <p:attrName>style.visibility</p:attrName>
                                        </p:attrNameLst>
                                      </p:cBhvr>
                                      <p:to>
                                        <p:strVal val="visible"/>
                                      </p:to>
                                    </p:set>
                                    <p:animEffect transition="in" filter="wipe(down)">
                                      <p:cBhvr>
                                        <p:cTn id="23" dur="500"/>
                                        <p:tgtEl>
                                          <p:spTgt spid="122"/>
                                        </p:tgtEl>
                                      </p:cBhvr>
                                    </p:animEffect>
                                  </p:childTnLst>
                                </p:cTn>
                              </p:par>
                            </p:childTnLst>
                          </p:cTn>
                        </p:par>
                        <p:par>
                          <p:cTn id="24" fill="hold">
                            <p:stCondLst>
                              <p:cond delay="2000"/>
                            </p:stCondLst>
                            <p:childTnLst>
                              <p:par>
                                <p:cTn id="25" presetID="2" presetClass="entr" presetSubtype="2" accel="50000" decel="5000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500" fill="hold"/>
                                        <p:tgtEl>
                                          <p:spTgt spid="2"/>
                                        </p:tgtEl>
                                        <p:attrNameLst>
                                          <p:attrName>ppt_x</p:attrName>
                                        </p:attrNameLst>
                                      </p:cBhvr>
                                      <p:tavLst>
                                        <p:tav tm="0">
                                          <p:val>
                                            <p:strVal val="1+#ppt_w/2"/>
                                          </p:val>
                                        </p:tav>
                                        <p:tav tm="100000">
                                          <p:val>
                                            <p:strVal val="#ppt_x"/>
                                          </p:val>
                                        </p:tav>
                                      </p:tavLst>
                                    </p:anim>
                                    <p:anim calcmode="lin" valueType="num">
                                      <p:cBhvr additive="base">
                                        <p:cTn id="28" dur="500" fill="hold"/>
                                        <p:tgtEl>
                                          <p:spTgt spid="2"/>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53" presetClass="entr" presetSubtype="0" fill="hold" grpId="0" nodeType="afterEffect">
                                  <p:stCondLst>
                                    <p:cond delay="0"/>
                                  </p:stCondLst>
                                  <p:childTnLst>
                                    <p:set>
                                      <p:cBhvr>
                                        <p:cTn id="31" dur="1" fill="hold">
                                          <p:stCondLst>
                                            <p:cond delay="0"/>
                                          </p:stCondLst>
                                        </p:cTn>
                                        <p:tgtEl>
                                          <p:spTgt spid="124"/>
                                        </p:tgtEl>
                                        <p:attrNameLst>
                                          <p:attrName>style.visibility</p:attrName>
                                        </p:attrNameLst>
                                      </p:cBhvr>
                                      <p:to>
                                        <p:strVal val="visible"/>
                                      </p:to>
                                    </p:set>
                                    <p:anim calcmode="lin" valueType="num">
                                      <p:cBhvr>
                                        <p:cTn id="32" dur="500" fill="hold"/>
                                        <p:tgtEl>
                                          <p:spTgt spid="124"/>
                                        </p:tgtEl>
                                        <p:attrNameLst>
                                          <p:attrName>ppt_w</p:attrName>
                                        </p:attrNameLst>
                                      </p:cBhvr>
                                      <p:tavLst>
                                        <p:tav tm="0">
                                          <p:val>
                                            <p:fltVal val="0"/>
                                          </p:val>
                                        </p:tav>
                                        <p:tav tm="100000">
                                          <p:val>
                                            <p:strVal val="#ppt_w"/>
                                          </p:val>
                                        </p:tav>
                                      </p:tavLst>
                                    </p:anim>
                                    <p:anim calcmode="lin" valueType="num">
                                      <p:cBhvr>
                                        <p:cTn id="33" dur="500" fill="hold"/>
                                        <p:tgtEl>
                                          <p:spTgt spid="124"/>
                                        </p:tgtEl>
                                        <p:attrNameLst>
                                          <p:attrName>ppt_h</p:attrName>
                                        </p:attrNameLst>
                                      </p:cBhvr>
                                      <p:tavLst>
                                        <p:tav tm="0">
                                          <p:val>
                                            <p:fltVal val="0"/>
                                          </p:val>
                                        </p:tav>
                                        <p:tav tm="100000">
                                          <p:val>
                                            <p:strVal val="#ppt_h"/>
                                          </p:val>
                                        </p:tav>
                                      </p:tavLst>
                                    </p:anim>
                                    <p:animEffect transition="in" filter="fade">
                                      <p:cBhvr>
                                        <p:cTn id="34" dur="500"/>
                                        <p:tgtEl>
                                          <p:spTgt spid="124"/>
                                        </p:tgtEl>
                                      </p:cBhvr>
                                    </p:animEffect>
                                  </p:childTnLst>
                                </p:cTn>
                              </p:par>
                            </p:childTnLst>
                          </p:cTn>
                        </p:par>
                        <p:par>
                          <p:cTn id="35" fill="hold">
                            <p:stCondLst>
                              <p:cond delay="3000"/>
                            </p:stCondLst>
                            <p:childTnLst>
                              <p:par>
                                <p:cTn id="36" presetID="22" presetClass="entr" presetSubtype="4" fill="hold" grpId="0" nodeType="afterEffect">
                                  <p:stCondLst>
                                    <p:cond delay="0"/>
                                  </p:stCondLst>
                                  <p:childTnLst>
                                    <p:set>
                                      <p:cBhvr>
                                        <p:cTn id="37" dur="1" fill="hold">
                                          <p:stCondLst>
                                            <p:cond delay="0"/>
                                          </p:stCondLst>
                                        </p:cTn>
                                        <p:tgtEl>
                                          <p:spTgt spid="127"/>
                                        </p:tgtEl>
                                        <p:attrNameLst>
                                          <p:attrName>style.visibility</p:attrName>
                                        </p:attrNameLst>
                                      </p:cBhvr>
                                      <p:to>
                                        <p:strVal val="visible"/>
                                      </p:to>
                                    </p:set>
                                    <p:animEffect transition="in" filter="wipe(down)">
                                      <p:cBhvr>
                                        <p:cTn id="38" dur="500"/>
                                        <p:tgtEl>
                                          <p:spTgt spid="127"/>
                                        </p:tgtEl>
                                      </p:cBhvr>
                                    </p:animEffect>
                                  </p:childTnLst>
                                </p:cTn>
                              </p:par>
                            </p:childTnLst>
                          </p:cTn>
                        </p:par>
                        <p:par>
                          <p:cTn id="39" fill="hold">
                            <p:stCondLst>
                              <p:cond delay="3500"/>
                            </p:stCondLst>
                            <p:childTnLst>
                              <p:par>
                                <p:cTn id="40" presetID="2" presetClass="entr" presetSubtype="2" accel="50000" decel="50000" fill="hold" nodeType="after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500" fill="hold"/>
                                        <p:tgtEl>
                                          <p:spTgt spid="4"/>
                                        </p:tgtEl>
                                        <p:attrNameLst>
                                          <p:attrName>ppt_x</p:attrName>
                                        </p:attrNameLst>
                                      </p:cBhvr>
                                      <p:tavLst>
                                        <p:tav tm="0">
                                          <p:val>
                                            <p:strVal val="1+#ppt_w/2"/>
                                          </p:val>
                                        </p:tav>
                                        <p:tav tm="100000">
                                          <p:val>
                                            <p:strVal val="#ppt_x"/>
                                          </p:val>
                                        </p:tav>
                                      </p:tavLst>
                                    </p:anim>
                                    <p:anim calcmode="lin" valueType="num">
                                      <p:cBhvr additive="base">
                                        <p:cTn id="43" dur="500" fill="hold"/>
                                        <p:tgtEl>
                                          <p:spTgt spid="4"/>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120"/>
                                        </p:tgtEl>
                                        <p:attrNameLst>
                                          <p:attrName>style.visibility</p:attrName>
                                        </p:attrNameLst>
                                      </p:cBhvr>
                                      <p:to>
                                        <p:strVal val="visible"/>
                                      </p:to>
                                    </p:set>
                                    <p:anim calcmode="lin" valueType="num">
                                      <p:cBhvr>
                                        <p:cTn id="47" dur="500" fill="hold"/>
                                        <p:tgtEl>
                                          <p:spTgt spid="120"/>
                                        </p:tgtEl>
                                        <p:attrNameLst>
                                          <p:attrName>ppt_w</p:attrName>
                                        </p:attrNameLst>
                                      </p:cBhvr>
                                      <p:tavLst>
                                        <p:tav tm="0">
                                          <p:val>
                                            <p:fltVal val="0"/>
                                          </p:val>
                                        </p:tav>
                                        <p:tav tm="100000">
                                          <p:val>
                                            <p:strVal val="#ppt_w"/>
                                          </p:val>
                                        </p:tav>
                                      </p:tavLst>
                                    </p:anim>
                                    <p:anim calcmode="lin" valueType="num">
                                      <p:cBhvr>
                                        <p:cTn id="48" dur="500" fill="hold"/>
                                        <p:tgtEl>
                                          <p:spTgt spid="120"/>
                                        </p:tgtEl>
                                        <p:attrNameLst>
                                          <p:attrName>ppt_h</p:attrName>
                                        </p:attrNameLst>
                                      </p:cBhvr>
                                      <p:tavLst>
                                        <p:tav tm="0">
                                          <p:val>
                                            <p:fltVal val="0"/>
                                          </p:val>
                                        </p:tav>
                                        <p:tav tm="100000">
                                          <p:val>
                                            <p:strVal val="#ppt_h"/>
                                          </p:val>
                                        </p:tav>
                                      </p:tavLst>
                                    </p:anim>
                                    <p:animEffect transition="in" filter="fade">
                                      <p:cBhvr>
                                        <p:cTn id="49" dur="500"/>
                                        <p:tgtEl>
                                          <p:spTgt spid="120"/>
                                        </p:tgtEl>
                                      </p:cBhvr>
                                    </p:animEffect>
                                  </p:childTnLst>
                                </p:cTn>
                              </p:par>
                            </p:childTnLst>
                          </p:cTn>
                        </p:par>
                        <p:par>
                          <p:cTn id="50" fill="hold">
                            <p:stCondLst>
                              <p:cond delay="4500"/>
                            </p:stCondLst>
                            <p:childTnLst>
                              <p:par>
                                <p:cTn id="51" presetID="22" presetClass="entr" presetSubtype="4" fill="hold" grpId="0" nodeType="afterEffect">
                                  <p:stCondLst>
                                    <p:cond delay="0"/>
                                  </p:stCondLst>
                                  <p:childTnLst>
                                    <p:set>
                                      <p:cBhvr>
                                        <p:cTn id="52" dur="1" fill="hold">
                                          <p:stCondLst>
                                            <p:cond delay="0"/>
                                          </p:stCondLst>
                                        </p:cTn>
                                        <p:tgtEl>
                                          <p:spTgt spid="128"/>
                                        </p:tgtEl>
                                        <p:attrNameLst>
                                          <p:attrName>style.visibility</p:attrName>
                                        </p:attrNameLst>
                                      </p:cBhvr>
                                      <p:to>
                                        <p:strVal val="visible"/>
                                      </p:to>
                                    </p:set>
                                    <p:animEffect transition="in" filter="wipe(down)">
                                      <p:cBhvr>
                                        <p:cTn id="53" dur="500"/>
                                        <p:tgtEl>
                                          <p:spTgt spid="128"/>
                                        </p:tgtEl>
                                      </p:cBhvr>
                                    </p:animEffect>
                                  </p:childTnLst>
                                </p:cTn>
                              </p:par>
                            </p:childTnLst>
                          </p:cTn>
                        </p:par>
                        <p:par>
                          <p:cTn id="54" fill="hold">
                            <p:stCondLst>
                              <p:cond delay="5000"/>
                            </p:stCondLst>
                            <p:childTnLst>
                              <p:par>
                                <p:cTn id="55" presetID="2" presetClass="entr" presetSubtype="2" accel="50000" decel="50000" fill="hold" nodeType="after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500" fill="hold"/>
                                        <p:tgtEl>
                                          <p:spTgt spid="5"/>
                                        </p:tgtEl>
                                        <p:attrNameLst>
                                          <p:attrName>ppt_x</p:attrName>
                                        </p:attrNameLst>
                                      </p:cBhvr>
                                      <p:tavLst>
                                        <p:tav tm="0">
                                          <p:val>
                                            <p:strVal val="1+#ppt_w/2"/>
                                          </p:val>
                                        </p:tav>
                                        <p:tav tm="100000">
                                          <p:val>
                                            <p:strVal val="#ppt_x"/>
                                          </p:val>
                                        </p:tav>
                                      </p:tavLst>
                                    </p:anim>
                                    <p:anim calcmode="lin" valueType="num">
                                      <p:cBhvr additive="base">
                                        <p:cTn id="58" dur="500" fill="hold"/>
                                        <p:tgtEl>
                                          <p:spTgt spid="5"/>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53" presetClass="entr" presetSubtype="0" fill="hold" grpId="0" nodeType="afterEffect">
                                  <p:stCondLst>
                                    <p:cond delay="0"/>
                                  </p:stCondLst>
                                  <p:childTnLst>
                                    <p:set>
                                      <p:cBhvr>
                                        <p:cTn id="61" dur="1" fill="hold">
                                          <p:stCondLst>
                                            <p:cond delay="0"/>
                                          </p:stCondLst>
                                        </p:cTn>
                                        <p:tgtEl>
                                          <p:spTgt spid="121"/>
                                        </p:tgtEl>
                                        <p:attrNameLst>
                                          <p:attrName>style.visibility</p:attrName>
                                        </p:attrNameLst>
                                      </p:cBhvr>
                                      <p:to>
                                        <p:strVal val="visible"/>
                                      </p:to>
                                    </p:set>
                                    <p:anim calcmode="lin" valueType="num">
                                      <p:cBhvr>
                                        <p:cTn id="62" dur="500" fill="hold"/>
                                        <p:tgtEl>
                                          <p:spTgt spid="121"/>
                                        </p:tgtEl>
                                        <p:attrNameLst>
                                          <p:attrName>ppt_w</p:attrName>
                                        </p:attrNameLst>
                                      </p:cBhvr>
                                      <p:tavLst>
                                        <p:tav tm="0">
                                          <p:val>
                                            <p:fltVal val="0"/>
                                          </p:val>
                                        </p:tav>
                                        <p:tav tm="100000">
                                          <p:val>
                                            <p:strVal val="#ppt_w"/>
                                          </p:val>
                                        </p:tav>
                                      </p:tavLst>
                                    </p:anim>
                                    <p:anim calcmode="lin" valueType="num">
                                      <p:cBhvr>
                                        <p:cTn id="63" dur="500" fill="hold"/>
                                        <p:tgtEl>
                                          <p:spTgt spid="121"/>
                                        </p:tgtEl>
                                        <p:attrNameLst>
                                          <p:attrName>ppt_h</p:attrName>
                                        </p:attrNameLst>
                                      </p:cBhvr>
                                      <p:tavLst>
                                        <p:tav tm="0">
                                          <p:val>
                                            <p:fltVal val="0"/>
                                          </p:val>
                                        </p:tav>
                                        <p:tav tm="100000">
                                          <p:val>
                                            <p:strVal val="#ppt_h"/>
                                          </p:val>
                                        </p:tav>
                                      </p:tavLst>
                                    </p:anim>
                                    <p:animEffect transition="in" filter="fade">
                                      <p:cBhvr>
                                        <p:cTn id="64" dur="500"/>
                                        <p:tgtEl>
                                          <p:spTgt spid="121"/>
                                        </p:tgtEl>
                                      </p:cBhvr>
                                    </p:animEffect>
                                  </p:childTnLst>
                                </p:cTn>
                              </p:par>
                            </p:childTnLst>
                          </p:cTn>
                        </p:par>
                        <p:par>
                          <p:cTn id="65" fill="hold">
                            <p:stCondLst>
                              <p:cond delay="6000"/>
                            </p:stCondLst>
                            <p:childTnLst>
                              <p:par>
                                <p:cTn id="66" presetID="22" presetClass="entr" presetSubtype="4" fill="hold" grpId="0" nodeType="afterEffect">
                                  <p:stCondLst>
                                    <p:cond delay="0"/>
                                  </p:stCondLst>
                                  <p:childTnLst>
                                    <p:set>
                                      <p:cBhvr>
                                        <p:cTn id="67" dur="1" fill="hold">
                                          <p:stCondLst>
                                            <p:cond delay="0"/>
                                          </p:stCondLst>
                                        </p:cTn>
                                        <p:tgtEl>
                                          <p:spTgt spid="129"/>
                                        </p:tgtEl>
                                        <p:attrNameLst>
                                          <p:attrName>style.visibility</p:attrName>
                                        </p:attrNameLst>
                                      </p:cBhvr>
                                      <p:to>
                                        <p:strVal val="visible"/>
                                      </p:to>
                                    </p:set>
                                    <p:animEffect transition="in" filter="wipe(down)">
                                      <p:cBhvr>
                                        <p:cTn id="68"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119" grpId="0" animBg="1"/>
      <p:bldP spid="120" grpId="0" animBg="1"/>
      <p:bldP spid="121" grpId="0" animBg="1"/>
      <p:bldP spid="122" grpId="0"/>
      <p:bldP spid="124" grpId="0" animBg="1"/>
      <p:bldP spid="127" grpId="0"/>
      <p:bldP spid="128" grpId="0"/>
      <p:bldP spid="129"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137</a:t>
            </a:fld>
            <a:endParaRPr lang="en-US" dirty="0"/>
          </a:p>
        </p:txBody>
      </p:sp>
      <p:grpSp>
        <p:nvGrpSpPr>
          <p:cNvPr id="2" name="Group 95"/>
          <p:cNvGrpSpPr/>
          <p:nvPr/>
        </p:nvGrpSpPr>
        <p:grpSpPr>
          <a:xfrm>
            <a:off x="0" y="854829"/>
            <a:ext cx="2985586" cy="1003289"/>
            <a:chOff x="0" y="854829"/>
            <a:chExt cx="2985586" cy="1003289"/>
          </a:xfrm>
        </p:grpSpPr>
        <p:sp>
          <p:nvSpPr>
            <p:cNvPr id="22" name="Rectangle 21"/>
            <p:cNvSpPr/>
            <p:nvPr/>
          </p:nvSpPr>
          <p:spPr bwMode="auto">
            <a:xfrm>
              <a:off x="2258480" y="854829"/>
              <a:ext cx="727106" cy="727107"/>
            </a:xfrm>
            <a:prstGeom prst="rect">
              <a:avLst/>
            </a:prstGeom>
            <a:solidFill>
              <a:schemeClr val="accent1"/>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23" name="Rectangle 22"/>
            <p:cNvSpPr/>
            <p:nvPr/>
          </p:nvSpPr>
          <p:spPr bwMode="auto">
            <a:xfrm>
              <a:off x="0" y="1218038"/>
              <a:ext cx="2106507" cy="64008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97"/>
          <p:cNvGrpSpPr/>
          <p:nvPr/>
        </p:nvGrpSpPr>
        <p:grpSpPr>
          <a:xfrm>
            <a:off x="-4763" y="2729968"/>
            <a:ext cx="4034498" cy="1003289"/>
            <a:chOff x="-4763" y="2729968"/>
            <a:chExt cx="4034498" cy="1003289"/>
          </a:xfrm>
        </p:grpSpPr>
        <p:sp>
          <p:nvSpPr>
            <p:cNvPr id="45" name="Rectangle 44"/>
            <p:cNvSpPr/>
            <p:nvPr/>
          </p:nvSpPr>
          <p:spPr bwMode="auto">
            <a:xfrm>
              <a:off x="3302629" y="2729968"/>
              <a:ext cx="727106" cy="727107"/>
            </a:xfrm>
            <a:prstGeom prst="rect">
              <a:avLst/>
            </a:prstGeom>
            <a:solidFill>
              <a:schemeClr val="accent3"/>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46" name="Rectangle 45"/>
            <p:cNvSpPr/>
            <p:nvPr/>
          </p:nvSpPr>
          <p:spPr bwMode="auto">
            <a:xfrm>
              <a:off x="-4763" y="3093177"/>
              <a:ext cx="3155419" cy="64008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98"/>
          <p:cNvGrpSpPr/>
          <p:nvPr/>
        </p:nvGrpSpPr>
        <p:grpSpPr>
          <a:xfrm>
            <a:off x="1" y="3671338"/>
            <a:ext cx="4551394" cy="1003289"/>
            <a:chOff x="1" y="3671338"/>
            <a:chExt cx="4551394" cy="1003289"/>
          </a:xfrm>
        </p:grpSpPr>
        <p:sp>
          <p:nvSpPr>
            <p:cNvPr id="47" name="Rectangle 46"/>
            <p:cNvSpPr/>
            <p:nvPr/>
          </p:nvSpPr>
          <p:spPr bwMode="auto">
            <a:xfrm>
              <a:off x="3824289" y="3671338"/>
              <a:ext cx="727106" cy="727107"/>
            </a:xfrm>
            <a:prstGeom prst="rect">
              <a:avLst/>
            </a:prstGeom>
            <a:solidFill>
              <a:schemeClr val="accent4"/>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48" name="Rectangle 47"/>
            <p:cNvSpPr/>
            <p:nvPr/>
          </p:nvSpPr>
          <p:spPr bwMode="auto">
            <a:xfrm>
              <a:off x="1" y="4034547"/>
              <a:ext cx="3672316" cy="64008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3" name="TextBox 12"/>
          <p:cNvSpPr txBox="1"/>
          <p:nvPr/>
        </p:nvSpPr>
        <p:spPr>
          <a:xfrm>
            <a:off x="5622700" y="1474001"/>
            <a:ext cx="298790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14" name="TextBox 13"/>
          <p:cNvSpPr txBox="1"/>
          <p:nvPr/>
        </p:nvSpPr>
        <p:spPr>
          <a:xfrm>
            <a:off x="5622700" y="2117952"/>
            <a:ext cx="2987900"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15" name="TextBox 14"/>
          <p:cNvSpPr txBox="1"/>
          <p:nvPr/>
        </p:nvSpPr>
        <p:spPr>
          <a:xfrm>
            <a:off x="5622700" y="2761903"/>
            <a:ext cx="298790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16" name="TextBox 15"/>
          <p:cNvSpPr txBox="1"/>
          <p:nvPr/>
        </p:nvSpPr>
        <p:spPr>
          <a:xfrm>
            <a:off x="5622699" y="3422365"/>
            <a:ext cx="2987901"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b="1" dirty="0">
              <a:solidFill>
                <a:schemeClr val="tx1">
                  <a:lumMod val="65000"/>
                  <a:lumOff val="35000"/>
                </a:schemeClr>
              </a:solidFill>
            </a:endParaRPr>
          </a:p>
        </p:txBody>
      </p:sp>
      <p:grpSp>
        <p:nvGrpSpPr>
          <p:cNvPr id="5" name="Group 16"/>
          <p:cNvGrpSpPr/>
          <p:nvPr/>
        </p:nvGrpSpPr>
        <p:grpSpPr>
          <a:xfrm>
            <a:off x="5096573" y="1537040"/>
            <a:ext cx="493370" cy="479245"/>
            <a:chOff x="5205677" y="1309828"/>
            <a:chExt cx="493370" cy="479245"/>
          </a:xfrm>
        </p:grpSpPr>
        <p:sp>
          <p:nvSpPr>
            <p:cNvPr id="18" name="Rounded Rectangle 17"/>
            <p:cNvSpPr/>
            <p:nvPr/>
          </p:nvSpPr>
          <p:spPr>
            <a:xfrm>
              <a:off x="5205677" y="130982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19" name="Freeform 117"/>
            <p:cNvSpPr>
              <a:spLocks/>
            </p:cNvSpPr>
            <p:nvPr/>
          </p:nvSpPr>
          <p:spPr bwMode="auto">
            <a:xfrm>
              <a:off x="5317181" y="1414269"/>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19"/>
          <p:cNvGrpSpPr/>
          <p:nvPr/>
        </p:nvGrpSpPr>
        <p:grpSpPr>
          <a:xfrm>
            <a:off x="5096573" y="2193760"/>
            <a:ext cx="493370" cy="479245"/>
            <a:chOff x="5205677" y="1966548"/>
            <a:chExt cx="493370" cy="479245"/>
          </a:xfrm>
        </p:grpSpPr>
        <p:sp>
          <p:nvSpPr>
            <p:cNvPr id="21" name="Rounded Rectangle 20"/>
            <p:cNvSpPr/>
            <p:nvPr/>
          </p:nvSpPr>
          <p:spPr>
            <a:xfrm>
              <a:off x="5205677" y="1966548"/>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24" name="Freeform 36"/>
            <p:cNvSpPr>
              <a:spLocks noEditPoints="1"/>
            </p:cNvSpPr>
            <p:nvPr/>
          </p:nvSpPr>
          <p:spPr bwMode="auto">
            <a:xfrm>
              <a:off x="5317181" y="2059372"/>
              <a:ext cx="270363" cy="293597"/>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24"/>
          <p:cNvGrpSpPr/>
          <p:nvPr/>
        </p:nvGrpSpPr>
        <p:grpSpPr>
          <a:xfrm>
            <a:off x="5096573" y="2850480"/>
            <a:ext cx="493370" cy="479245"/>
            <a:chOff x="5205677" y="2623268"/>
            <a:chExt cx="493370" cy="479245"/>
          </a:xfrm>
        </p:grpSpPr>
        <p:sp>
          <p:nvSpPr>
            <p:cNvPr id="26" name="Rounded Rectangle 25"/>
            <p:cNvSpPr/>
            <p:nvPr/>
          </p:nvSpPr>
          <p:spPr>
            <a:xfrm>
              <a:off x="5205677" y="2623268"/>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27" name="Freeform 13"/>
            <p:cNvSpPr>
              <a:spLocks noEditPoints="1"/>
            </p:cNvSpPr>
            <p:nvPr/>
          </p:nvSpPr>
          <p:spPr bwMode="auto">
            <a:xfrm>
              <a:off x="5301275" y="2711803"/>
              <a:ext cx="302175" cy="302175"/>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27"/>
          <p:cNvGrpSpPr/>
          <p:nvPr/>
        </p:nvGrpSpPr>
        <p:grpSpPr>
          <a:xfrm>
            <a:off x="5096573" y="3507200"/>
            <a:ext cx="493370" cy="479245"/>
            <a:chOff x="5205677" y="3279988"/>
            <a:chExt cx="493370" cy="479245"/>
          </a:xfrm>
        </p:grpSpPr>
        <p:sp>
          <p:nvSpPr>
            <p:cNvPr id="29" name="Rounded Rectangle 28"/>
            <p:cNvSpPr/>
            <p:nvPr/>
          </p:nvSpPr>
          <p:spPr>
            <a:xfrm>
              <a:off x="5205677" y="3279988"/>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31" name="Freeform 171"/>
            <p:cNvSpPr>
              <a:spLocks noEditPoints="1"/>
            </p:cNvSpPr>
            <p:nvPr/>
          </p:nvSpPr>
          <p:spPr bwMode="auto">
            <a:xfrm>
              <a:off x="5300142" y="3369769"/>
              <a:ext cx="304440" cy="299683"/>
            </a:xfrm>
            <a:custGeom>
              <a:avLst/>
              <a:gdLst/>
              <a:ahLst/>
              <a:cxnLst>
                <a:cxn ang="0">
                  <a:pos x="30" y="58"/>
                </a:cxn>
                <a:cxn ang="0">
                  <a:pos x="0" y="29"/>
                </a:cxn>
                <a:cxn ang="0">
                  <a:pos x="30" y="0"/>
                </a:cxn>
                <a:cxn ang="0">
                  <a:pos x="59" y="29"/>
                </a:cxn>
                <a:cxn ang="0">
                  <a:pos x="30" y="58"/>
                </a:cxn>
                <a:cxn ang="0">
                  <a:pos x="30" y="8"/>
                </a:cxn>
                <a:cxn ang="0">
                  <a:pos x="9" y="29"/>
                </a:cxn>
                <a:cxn ang="0">
                  <a:pos x="30" y="49"/>
                </a:cxn>
                <a:cxn ang="0">
                  <a:pos x="50" y="29"/>
                </a:cxn>
                <a:cxn ang="0">
                  <a:pos x="30" y="8"/>
                </a:cxn>
                <a:cxn ang="0">
                  <a:pos x="34" y="32"/>
                </a:cxn>
                <a:cxn ang="0">
                  <a:pos x="33" y="34"/>
                </a:cxn>
                <a:cxn ang="0">
                  <a:pos x="21" y="34"/>
                </a:cxn>
                <a:cxn ang="0">
                  <a:pos x="20" y="32"/>
                </a:cxn>
                <a:cxn ang="0">
                  <a:pos x="20" y="30"/>
                </a:cxn>
                <a:cxn ang="0">
                  <a:pos x="21" y="29"/>
                </a:cxn>
                <a:cxn ang="0">
                  <a:pos x="30" y="29"/>
                </a:cxn>
                <a:cxn ang="0">
                  <a:pos x="30" y="15"/>
                </a:cxn>
                <a:cxn ang="0">
                  <a:pos x="31" y="14"/>
                </a:cxn>
                <a:cxn ang="0">
                  <a:pos x="33" y="14"/>
                </a:cxn>
                <a:cxn ang="0">
                  <a:pos x="34" y="15"/>
                </a:cxn>
                <a:cxn ang="0">
                  <a:pos x="34" y="32"/>
                </a:cxn>
              </a:cxnLst>
              <a:rect l="0" t="0" r="r" b="b"/>
              <a:pathLst>
                <a:path w="59" h="58">
                  <a:moveTo>
                    <a:pt x="30" y="58"/>
                  </a:moveTo>
                  <a:cubicBezTo>
                    <a:pt x="13" y="58"/>
                    <a:pt x="0" y="45"/>
                    <a:pt x="0" y="29"/>
                  </a:cubicBezTo>
                  <a:cubicBezTo>
                    <a:pt x="0" y="13"/>
                    <a:pt x="13" y="0"/>
                    <a:pt x="30" y="0"/>
                  </a:cubicBezTo>
                  <a:cubicBezTo>
                    <a:pt x="46" y="0"/>
                    <a:pt x="59" y="13"/>
                    <a:pt x="59" y="29"/>
                  </a:cubicBezTo>
                  <a:cubicBezTo>
                    <a:pt x="59" y="45"/>
                    <a:pt x="46" y="58"/>
                    <a:pt x="30" y="58"/>
                  </a:cubicBezTo>
                  <a:close/>
                  <a:moveTo>
                    <a:pt x="30" y="8"/>
                  </a:moveTo>
                  <a:cubicBezTo>
                    <a:pt x="18" y="8"/>
                    <a:pt x="9" y="17"/>
                    <a:pt x="9" y="29"/>
                  </a:cubicBezTo>
                  <a:cubicBezTo>
                    <a:pt x="9" y="40"/>
                    <a:pt x="18" y="49"/>
                    <a:pt x="30" y="49"/>
                  </a:cubicBezTo>
                  <a:cubicBezTo>
                    <a:pt x="41" y="49"/>
                    <a:pt x="50" y="40"/>
                    <a:pt x="50" y="29"/>
                  </a:cubicBezTo>
                  <a:cubicBezTo>
                    <a:pt x="50" y="17"/>
                    <a:pt x="41" y="8"/>
                    <a:pt x="30" y="8"/>
                  </a:cubicBezTo>
                  <a:close/>
                  <a:moveTo>
                    <a:pt x="34" y="32"/>
                  </a:moveTo>
                  <a:cubicBezTo>
                    <a:pt x="34" y="33"/>
                    <a:pt x="34" y="34"/>
                    <a:pt x="33" y="34"/>
                  </a:cubicBezTo>
                  <a:cubicBezTo>
                    <a:pt x="21" y="34"/>
                    <a:pt x="21" y="34"/>
                    <a:pt x="21" y="34"/>
                  </a:cubicBezTo>
                  <a:cubicBezTo>
                    <a:pt x="20" y="34"/>
                    <a:pt x="20" y="33"/>
                    <a:pt x="20" y="32"/>
                  </a:cubicBezTo>
                  <a:cubicBezTo>
                    <a:pt x="20" y="30"/>
                    <a:pt x="20" y="30"/>
                    <a:pt x="20" y="30"/>
                  </a:cubicBezTo>
                  <a:cubicBezTo>
                    <a:pt x="20" y="29"/>
                    <a:pt x="20" y="29"/>
                    <a:pt x="21" y="29"/>
                  </a:cubicBezTo>
                  <a:cubicBezTo>
                    <a:pt x="30" y="29"/>
                    <a:pt x="30" y="29"/>
                    <a:pt x="30" y="29"/>
                  </a:cubicBezTo>
                  <a:cubicBezTo>
                    <a:pt x="30" y="15"/>
                    <a:pt x="30" y="15"/>
                    <a:pt x="30" y="15"/>
                  </a:cubicBezTo>
                  <a:cubicBezTo>
                    <a:pt x="30" y="15"/>
                    <a:pt x="30" y="14"/>
                    <a:pt x="31" y="14"/>
                  </a:cubicBezTo>
                  <a:cubicBezTo>
                    <a:pt x="33" y="14"/>
                    <a:pt x="33" y="14"/>
                    <a:pt x="33" y="14"/>
                  </a:cubicBezTo>
                  <a:cubicBezTo>
                    <a:pt x="34" y="14"/>
                    <a:pt x="34" y="15"/>
                    <a:pt x="34" y="15"/>
                  </a:cubicBezTo>
                  <a:lnTo>
                    <a:pt x="34"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2" name="TextBox 31"/>
          <p:cNvSpPr txBox="1"/>
          <p:nvPr/>
        </p:nvSpPr>
        <p:spPr>
          <a:xfrm>
            <a:off x="38913" y="1253887"/>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11" name="Group 99"/>
          <p:cNvGrpSpPr/>
          <p:nvPr/>
        </p:nvGrpSpPr>
        <p:grpSpPr>
          <a:xfrm>
            <a:off x="0" y="1790043"/>
            <a:ext cx="3505970" cy="1003289"/>
            <a:chOff x="0" y="1790043"/>
            <a:chExt cx="3505970" cy="1003289"/>
          </a:xfrm>
        </p:grpSpPr>
        <p:sp>
          <p:nvSpPr>
            <p:cNvPr id="44" name="Rectangle 43"/>
            <p:cNvSpPr/>
            <p:nvPr/>
          </p:nvSpPr>
          <p:spPr bwMode="auto">
            <a:xfrm>
              <a:off x="0" y="2153252"/>
              <a:ext cx="2626891" cy="64008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3" name="Rectangle 42"/>
            <p:cNvSpPr/>
            <p:nvPr/>
          </p:nvSpPr>
          <p:spPr bwMode="auto">
            <a:xfrm>
              <a:off x="2778864" y="1790043"/>
              <a:ext cx="727106" cy="727107"/>
            </a:xfrm>
            <a:prstGeom prst="rect">
              <a:avLst/>
            </a:prstGeom>
            <a:solidFill>
              <a:schemeClr val="accent2"/>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grpSp>
      <p:sp>
        <p:nvSpPr>
          <p:cNvPr id="33" name="TextBox 32"/>
          <p:cNvSpPr txBox="1"/>
          <p:nvPr/>
        </p:nvSpPr>
        <p:spPr>
          <a:xfrm>
            <a:off x="484310" y="2164649"/>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sp>
        <p:nvSpPr>
          <p:cNvPr id="36" name="TextBox 35"/>
          <p:cNvSpPr txBox="1"/>
          <p:nvPr/>
        </p:nvSpPr>
        <p:spPr>
          <a:xfrm>
            <a:off x="1017694" y="3134334"/>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sp>
        <p:nvSpPr>
          <p:cNvPr id="37" name="TextBox 36"/>
          <p:cNvSpPr txBox="1"/>
          <p:nvPr/>
        </p:nvSpPr>
        <p:spPr>
          <a:xfrm>
            <a:off x="1551094" y="4068190"/>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12" name="Group 134"/>
          <p:cNvGrpSpPr/>
          <p:nvPr/>
        </p:nvGrpSpPr>
        <p:grpSpPr>
          <a:xfrm>
            <a:off x="2302641" y="615566"/>
            <a:ext cx="648499" cy="649042"/>
            <a:chOff x="3287425" y="1417883"/>
            <a:chExt cx="648499" cy="649042"/>
          </a:xfrm>
        </p:grpSpPr>
        <p:sp>
          <p:nvSpPr>
            <p:cNvPr id="85" name="Oval 84"/>
            <p:cNvSpPr>
              <a:spLocks noChangeAspect="1"/>
            </p:cNvSpPr>
            <p:nvPr/>
          </p:nvSpPr>
          <p:spPr>
            <a:xfrm>
              <a:off x="3287425" y="1417883"/>
              <a:ext cx="648499" cy="649042"/>
            </a:xfrm>
            <a:prstGeom prst="ellipse">
              <a:avLst/>
            </a:prstGeom>
            <a:solidFill>
              <a:schemeClr val="accent1">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6" name="Oval 85"/>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01</a:t>
              </a:r>
              <a:endParaRPr lang="en-US" sz="100" b="1" dirty="0">
                <a:solidFill>
                  <a:schemeClr val="bg1"/>
                </a:solidFill>
                <a:latin typeface="+mj-lt"/>
              </a:endParaRPr>
            </a:p>
          </p:txBody>
        </p:sp>
      </p:grpSp>
      <p:grpSp>
        <p:nvGrpSpPr>
          <p:cNvPr id="17" name="Group 129"/>
          <p:cNvGrpSpPr/>
          <p:nvPr/>
        </p:nvGrpSpPr>
        <p:grpSpPr>
          <a:xfrm>
            <a:off x="2826406" y="1562736"/>
            <a:ext cx="648499" cy="649042"/>
            <a:chOff x="2779491" y="2517212"/>
            <a:chExt cx="648499" cy="649042"/>
          </a:xfrm>
        </p:grpSpPr>
        <p:sp>
          <p:nvSpPr>
            <p:cNvPr id="88" name="Oval 87"/>
            <p:cNvSpPr>
              <a:spLocks noChangeAspect="1"/>
            </p:cNvSpPr>
            <p:nvPr/>
          </p:nvSpPr>
          <p:spPr>
            <a:xfrm>
              <a:off x="2779491" y="2517212"/>
              <a:ext cx="648499" cy="649042"/>
            </a:xfrm>
            <a:prstGeom prst="ellipse">
              <a:avLst/>
            </a:prstGeom>
            <a:solidFill>
              <a:schemeClr val="accent2">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9" name="Oval 88"/>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02</a:t>
              </a:r>
              <a:endParaRPr lang="en-US" sz="1200" b="1" dirty="0">
                <a:latin typeface="+mj-lt"/>
              </a:endParaRPr>
            </a:p>
          </p:txBody>
        </p:sp>
      </p:grpSp>
      <p:grpSp>
        <p:nvGrpSpPr>
          <p:cNvPr id="20" name="Group 130"/>
          <p:cNvGrpSpPr/>
          <p:nvPr/>
        </p:nvGrpSpPr>
        <p:grpSpPr>
          <a:xfrm>
            <a:off x="3381236" y="2509906"/>
            <a:ext cx="648499" cy="649042"/>
            <a:chOff x="3287425" y="3613920"/>
            <a:chExt cx="648499" cy="649042"/>
          </a:xfrm>
        </p:grpSpPr>
        <p:sp>
          <p:nvSpPr>
            <p:cNvPr id="91" name="Oval 90"/>
            <p:cNvSpPr>
              <a:spLocks noChangeAspect="1"/>
            </p:cNvSpPr>
            <p:nvPr/>
          </p:nvSpPr>
          <p:spPr>
            <a:xfrm>
              <a:off x="3287425" y="3613920"/>
              <a:ext cx="648499" cy="649042"/>
            </a:xfrm>
            <a:prstGeom prst="ellipse">
              <a:avLst/>
            </a:prstGeom>
            <a:solidFill>
              <a:schemeClr val="accent3">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92" name="Oval 91"/>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03</a:t>
              </a:r>
              <a:endParaRPr lang="en-US" sz="1200" b="1" dirty="0">
                <a:latin typeface="+mj-lt"/>
              </a:endParaRPr>
            </a:p>
          </p:txBody>
        </p:sp>
      </p:grpSp>
      <p:grpSp>
        <p:nvGrpSpPr>
          <p:cNvPr id="25" name="Group 133"/>
          <p:cNvGrpSpPr/>
          <p:nvPr/>
        </p:nvGrpSpPr>
        <p:grpSpPr>
          <a:xfrm>
            <a:off x="3902896" y="3457075"/>
            <a:ext cx="648499" cy="649042"/>
            <a:chOff x="5249342" y="1406453"/>
            <a:chExt cx="648499" cy="649042"/>
          </a:xfrm>
        </p:grpSpPr>
        <p:sp>
          <p:nvSpPr>
            <p:cNvPr id="94" name="Oval 93"/>
            <p:cNvSpPr>
              <a:spLocks noChangeAspect="1"/>
            </p:cNvSpPr>
            <p:nvPr/>
          </p:nvSpPr>
          <p:spPr>
            <a:xfrm>
              <a:off x="5249342" y="1406453"/>
              <a:ext cx="648499" cy="649042"/>
            </a:xfrm>
            <a:prstGeom prst="ellipse">
              <a:avLst/>
            </a:prstGeom>
            <a:solidFill>
              <a:schemeClr val="accent4">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95" name="Oval 94"/>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04</a:t>
              </a:r>
              <a:endParaRPr lang="en-US" sz="1200" b="1" dirty="0">
                <a:latin typeface="+mj-lt"/>
              </a:endParaRP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p:cTn id="12" dur="500" fill="hold"/>
                                        <p:tgtEl>
                                          <p:spTgt spid="12"/>
                                        </p:tgtEl>
                                        <p:attrNameLst>
                                          <p:attrName>ppt_w</p:attrName>
                                        </p:attrNameLst>
                                      </p:cBhvr>
                                      <p:tavLst>
                                        <p:tav tm="0">
                                          <p:val>
                                            <p:fltVal val="0"/>
                                          </p:val>
                                        </p:tav>
                                        <p:tav tm="100000">
                                          <p:val>
                                            <p:strVal val="#ppt_w"/>
                                          </p:val>
                                        </p:tav>
                                      </p:tavLst>
                                    </p:anim>
                                    <p:anim calcmode="lin" valueType="num">
                                      <p:cBhvr>
                                        <p:cTn id="13" dur="500" fill="hold"/>
                                        <p:tgtEl>
                                          <p:spTgt spid="12"/>
                                        </p:tgtEl>
                                        <p:attrNameLst>
                                          <p:attrName>ppt_h</p:attrName>
                                        </p:attrNameLst>
                                      </p:cBhvr>
                                      <p:tavLst>
                                        <p:tav tm="0">
                                          <p:val>
                                            <p:fltVal val="0"/>
                                          </p:val>
                                        </p:tav>
                                        <p:tav tm="100000">
                                          <p:val>
                                            <p:strVal val="#ppt_h"/>
                                          </p:val>
                                        </p:tav>
                                      </p:tavLst>
                                    </p:anim>
                                    <p:animEffect transition="in" filter="fade">
                                      <p:cBhvr>
                                        <p:cTn id="14" dur="500"/>
                                        <p:tgtEl>
                                          <p:spTgt spid="12"/>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wipe(left)">
                                      <p:cBhvr>
                                        <p:cTn id="18" dur="500"/>
                                        <p:tgtEl>
                                          <p:spTgt spid="32"/>
                                        </p:tgtEl>
                                      </p:cBhvr>
                                    </p:animEffect>
                                  </p:childTnLst>
                                </p:cTn>
                              </p:par>
                            </p:childTnLst>
                          </p:cTn>
                        </p:par>
                        <p:par>
                          <p:cTn id="19" fill="hold">
                            <p:stCondLst>
                              <p:cond delay="1500"/>
                            </p:stCondLst>
                            <p:childTnLst>
                              <p:par>
                                <p:cTn id="20" presetID="2" presetClass="entr" presetSubtype="8" accel="50000" decel="50000" fill="hold" nodeType="after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 fill="hold"/>
                                        <p:tgtEl>
                                          <p:spTgt spid="11"/>
                                        </p:tgtEl>
                                        <p:attrNameLst>
                                          <p:attrName>ppt_x</p:attrName>
                                        </p:attrNameLst>
                                      </p:cBhvr>
                                      <p:tavLst>
                                        <p:tav tm="0">
                                          <p:val>
                                            <p:strVal val="0-#ppt_w/2"/>
                                          </p:val>
                                        </p:tav>
                                        <p:tav tm="100000">
                                          <p:val>
                                            <p:strVal val="#ppt_x"/>
                                          </p:val>
                                        </p:tav>
                                      </p:tavLst>
                                    </p:anim>
                                    <p:anim calcmode="lin" valueType="num">
                                      <p:cBhvr additive="base">
                                        <p:cTn id="23" dur="500" fill="hold"/>
                                        <p:tgtEl>
                                          <p:spTgt spid="11"/>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Effect transition="in" filter="fade">
                                      <p:cBhvr>
                                        <p:cTn id="29" dur="500"/>
                                        <p:tgtEl>
                                          <p:spTgt spid="17"/>
                                        </p:tgtEl>
                                      </p:cBhvr>
                                    </p:animEffect>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childTnLst>
                          </p:cTn>
                        </p:par>
                        <p:par>
                          <p:cTn id="34" fill="hold">
                            <p:stCondLst>
                              <p:cond delay="3000"/>
                            </p:stCondLst>
                            <p:childTnLst>
                              <p:par>
                                <p:cTn id="35" presetID="2" presetClass="entr" presetSubtype="8" accel="50000" decel="50000"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500" fill="hold"/>
                                        <p:tgtEl>
                                          <p:spTgt spid="3"/>
                                        </p:tgtEl>
                                        <p:attrNameLst>
                                          <p:attrName>ppt_x</p:attrName>
                                        </p:attrNameLst>
                                      </p:cBhvr>
                                      <p:tavLst>
                                        <p:tav tm="0">
                                          <p:val>
                                            <p:strVal val="0-#ppt_w/2"/>
                                          </p:val>
                                        </p:tav>
                                        <p:tav tm="100000">
                                          <p:val>
                                            <p:strVal val="#ppt_x"/>
                                          </p:val>
                                        </p:tav>
                                      </p:tavLst>
                                    </p:anim>
                                    <p:anim calcmode="lin" valueType="num">
                                      <p:cBhvr additive="base">
                                        <p:cTn id="38" dur="500" fill="hold"/>
                                        <p:tgtEl>
                                          <p:spTgt spid="3"/>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53" presetClass="entr" presetSubtype="0" fill="hold" nodeType="after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p:cTn id="42" dur="500" fill="hold"/>
                                        <p:tgtEl>
                                          <p:spTgt spid="20"/>
                                        </p:tgtEl>
                                        <p:attrNameLst>
                                          <p:attrName>ppt_w</p:attrName>
                                        </p:attrNameLst>
                                      </p:cBhvr>
                                      <p:tavLst>
                                        <p:tav tm="0">
                                          <p:val>
                                            <p:fltVal val="0"/>
                                          </p:val>
                                        </p:tav>
                                        <p:tav tm="100000">
                                          <p:val>
                                            <p:strVal val="#ppt_w"/>
                                          </p:val>
                                        </p:tav>
                                      </p:tavLst>
                                    </p:anim>
                                    <p:anim calcmode="lin" valueType="num">
                                      <p:cBhvr>
                                        <p:cTn id="43" dur="500" fill="hold"/>
                                        <p:tgtEl>
                                          <p:spTgt spid="20"/>
                                        </p:tgtEl>
                                        <p:attrNameLst>
                                          <p:attrName>ppt_h</p:attrName>
                                        </p:attrNameLst>
                                      </p:cBhvr>
                                      <p:tavLst>
                                        <p:tav tm="0">
                                          <p:val>
                                            <p:fltVal val="0"/>
                                          </p:val>
                                        </p:tav>
                                        <p:tav tm="100000">
                                          <p:val>
                                            <p:strVal val="#ppt_h"/>
                                          </p:val>
                                        </p:tav>
                                      </p:tavLst>
                                    </p:anim>
                                    <p:animEffect transition="in" filter="fade">
                                      <p:cBhvr>
                                        <p:cTn id="44" dur="500"/>
                                        <p:tgtEl>
                                          <p:spTgt spid="20"/>
                                        </p:tgtEl>
                                      </p:cBhvr>
                                    </p:animEffect>
                                  </p:childTnLst>
                                </p:cTn>
                              </p:par>
                            </p:childTnLst>
                          </p:cTn>
                        </p:par>
                        <p:par>
                          <p:cTn id="45" fill="hold">
                            <p:stCondLst>
                              <p:cond delay="4000"/>
                            </p:stCondLst>
                            <p:childTnLst>
                              <p:par>
                                <p:cTn id="46" presetID="22" presetClass="entr" presetSubtype="8" fill="hold" grpId="0" nodeType="afterEffect">
                                  <p:stCondLst>
                                    <p:cond delay="0"/>
                                  </p:stCondLst>
                                  <p:childTnLst>
                                    <p:set>
                                      <p:cBhvr>
                                        <p:cTn id="47" dur="1" fill="hold">
                                          <p:stCondLst>
                                            <p:cond delay="0"/>
                                          </p:stCondLst>
                                        </p:cTn>
                                        <p:tgtEl>
                                          <p:spTgt spid="36"/>
                                        </p:tgtEl>
                                        <p:attrNameLst>
                                          <p:attrName>style.visibility</p:attrName>
                                        </p:attrNameLst>
                                      </p:cBhvr>
                                      <p:to>
                                        <p:strVal val="visible"/>
                                      </p:to>
                                    </p:set>
                                    <p:animEffect transition="in" filter="wipe(left)">
                                      <p:cBhvr>
                                        <p:cTn id="48" dur="500"/>
                                        <p:tgtEl>
                                          <p:spTgt spid="36"/>
                                        </p:tgtEl>
                                      </p:cBhvr>
                                    </p:animEffect>
                                  </p:childTnLst>
                                </p:cTn>
                              </p:par>
                            </p:childTnLst>
                          </p:cTn>
                        </p:par>
                        <p:par>
                          <p:cTn id="49" fill="hold">
                            <p:stCondLst>
                              <p:cond delay="4500"/>
                            </p:stCondLst>
                            <p:childTnLst>
                              <p:par>
                                <p:cTn id="50" presetID="2" presetClass="entr" presetSubtype="8" accel="50000" decel="50000" fill="hold" nodeType="after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additive="base">
                                        <p:cTn id="52" dur="500" fill="hold"/>
                                        <p:tgtEl>
                                          <p:spTgt spid="4"/>
                                        </p:tgtEl>
                                        <p:attrNameLst>
                                          <p:attrName>ppt_x</p:attrName>
                                        </p:attrNameLst>
                                      </p:cBhvr>
                                      <p:tavLst>
                                        <p:tav tm="0">
                                          <p:val>
                                            <p:strVal val="0-#ppt_w/2"/>
                                          </p:val>
                                        </p:tav>
                                        <p:tav tm="100000">
                                          <p:val>
                                            <p:strVal val="#ppt_x"/>
                                          </p:val>
                                        </p:tav>
                                      </p:tavLst>
                                    </p:anim>
                                    <p:anim calcmode="lin" valueType="num">
                                      <p:cBhvr additive="base">
                                        <p:cTn id="53" dur="500" fill="hold"/>
                                        <p:tgtEl>
                                          <p:spTgt spid="4"/>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53" presetClass="entr" presetSubtype="0" fill="hold" nodeType="after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p:cTn id="57" dur="500" fill="hold"/>
                                        <p:tgtEl>
                                          <p:spTgt spid="25"/>
                                        </p:tgtEl>
                                        <p:attrNameLst>
                                          <p:attrName>ppt_w</p:attrName>
                                        </p:attrNameLst>
                                      </p:cBhvr>
                                      <p:tavLst>
                                        <p:tav tm="0">
                                          <p:val>
                                            <p:fltVal val="0"/>
                                          </p:val>
                                        </p:tav>
                                        <p:tav tm="100000">
                                          <p:val>
                                            <p:strVal val="#ppt_w"/>
                                          </p:val>
                                        </p:tav>
                                      </p:tavLst>
                                    </p:anim>
                                    <p:anim calcmode="lin" valueType="num">
                                      <p:cBhvr>
                                        <p:cTn id="58" dur="500" fill="hold"/>
                                        <p:tgtEl>
                                          <p:spTgt spid="25"/>
                                        </p:tgtEl>
                                        <p:attrNameLst>
                                          <p:attrName>ppt_h</p:attrName>
                                        </p:attrNameLst>
                                      </p:cBhvr>
                                      <p:tavLst>
                                        <p:tav tm="0">
                                          <p:val>
                                            <p:fltVal val="0"/>
                                          </p:val>
                                        </p:tav>
                                        <p:tav tm="100000">
                                          <p:val>
                                            <p:strVal val="#ppt_h"/>
                                          </p:val>
                                        </p:tav>
                                      </p:tavLst>
                                    </p:anim>
                                    <p:animEffect transition="in" filter="fade">
                                      <p:cBhvr>
                                        <p:cTn id="59" dur="500"/>
                                        <p:tgtEl>
                                          <p:spTgt spid="25"/>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wipe(left)">
                                      <p:cBhvr>
                                        <p:cTn id="63" dur="500"/>
                                        <p:tgtEl>
                                          <p:spTgt spid="37"/>
                                        </p:tgtEl>
                                      </p:cBhvr>
                                    </p:animEffect>
                                  </p:childTnLst>
                                </p:cTn>
                              </p:par>
                            </p:childTnLst>
                          </p:cTn>
                        </p:par>
                        <p:par>
                          <p:cTn id="64" fill="hold">
                            <p:stCondLst>
                              <p:cond delay="6000"/>
                            </p:stCondLst>
                            <p:childTnLst>
                              <p:par>
                                <p:cTn id="65" presetID="53" presetClass="entr" presetSubtype="0" fill="hold" nodeType="after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p:cTn id="67" dur="500" fill="hold"/>
                                        <p:tgtEl>
                                          <p:spTgt spid="5"/>
                                        </p:tgtEl>
                                        <p:attrNameLst>
                                          <p:attrName>ppt_w</p:attrName>
                                        </p:attrNameLst>
                                      </p:cBhvr>
                                      <p:tavLst>
                                        <p:tav tm="0">
                                          <p:val>
                                            <p:fltVal val="0"/>
                                          </p:val>
                                        </p:tav>
                                        <p:tav tm="100000">
                                          <p:val>
                                            <p:strVal val="#ppt_w"/>
                                          </p:val>
                                        </p:tav>
                                      </p:tavLst>
                                    </p:anim>
                                    <p:anim calcmode="lin" valueType="num">
                                      <p:cBhvr>
                                        <p:cTn id="68" dur="500" fill="hold"/>
                                        <p:tgtEl>
                                          <p:spTgt spid="5"/>
                                        </p:tgtEl>
                                        <p:attrNameLst>
                                          <p:attrName>ppt_h</p:attrName>
                                        </p:attrNameLst>
                                      </p:cBhvr>
                                      <p:tavLst>
                                        <p:tav tm="0">
                                          <p:val>
                                            <p:fltVal val="0"/>
                                          </p:val>
                                        </p:tav>
                                        <p:tav tm="100000">
                                          <p:val>
                                            <p:strVal val="#ppt_h"/>
                                          </p:val>
                                        </p:tav>
                                      </p:tavLst>
                                    </p:anim>
                                    <p:animEffect transition="in" filter="fade">
                                      <p:cBhvr>
                                        <p:cTn id="69" dur="500"/>
                                        <p:tgtEl>
                                          <p:spTgt spid="5"/>
                                        </p:tgtEl>
                                      </p:cBhvr>
                                    </p:animEffect>
                                  </p:childTnLst>
                                </p:cTn>
                              </p:par>
                              <p:par>
                                <p:cTn id="70" presetID="2" presetClass="entr" presetSubtype="2" accel="50000" decel="50000" fill="hold" grpId="0" nodeType="withEffect">
                                  <p:stCondLst>
                                    <p:cond delay="0"/>
                                  </p:stCondLst>
                                  <p:childTnLst>
                                    <p:set>
                                      <p:cBhvr>
                                        <p:cTn id="71" dur="1" fill="hold">
                                          <p:stCondLst>
                                            <p:cond delay="0"/>
                                          </p:stCondLst>
                                        </p:cTn>
                                        <p:tgtEl>
                                          <p:spTgt spid="13"/>
                                        </p:tgtEl>
                                        <p:attrNameLst>
                                          <p:attrName>style.visibility</p:attrName>
                                        </p:attrNameLst>
                                      </p:cBhvr>
                                      <p:to>
                                        <p:strVal val="visible"/>
                                      </p:to>
                                    </p:set>
                                    <p:anim calcmode="lin" valueType="num">
                                      <p:cBhvr additive="base">
                                        <p:cTn id="72" dur="500" fill="hold"/>
                                        <p:tgtEl>
                                          <p:spTgt spid="13"/>
                                        </p:tgtEl>
                                        <p:attrNameLst>
                                          <p:attrName>ppt_x</p:attrName>
                                        </p:attrNameLst>
                                      </p:cBhvr>
                                      <p:tavLst>
                                        <p:tav tm="0">
                                          <p:val>
                                            <p:strVal val="1+#ppt_w/2"/>
                                          </p:val>
                                        </p:tav>
                                        <p:tav tm="100000">
                                          <p:val>
                                            <p:strVal val="#ppt_x"/>
                                          </p:val>
                                        </p:tav>
                                      </p:tavLst>
                                    </p:anim>
                                    <p:anim calcmode="lin" valueType="num">
                                      <p:cBhvr additive="base">
                                        <p:cTn id="73" dur="500" fill="hold"/>
                                        <p:tgtEl>
                                          <p:spTgt spid="13"/>
                                        </p:tgtEl>
                                        <p:attrNameLst>
                                          <p:attrName>ppt_y</p:attrName>
                                        </p:attrNameLst>
                                      </p:cBhvr>
                                      <p:tavLst>
                                        <p:tav tm="0">
                                          <p:val>
                                            <p:strVal val="#ppt_y"/>
                                          </p:val>
                                        </p:tav>
                                        <p:tav tm="100000">
                                          <p:val>
                                            <p:strVal val="#ppt_y"/>
                                          </p:val>
                                        </p:tav>
                                      </p:tavLst>
                                    </p:anim>
                                  </p:childTnLst>
                                </p:cTn>
                              </p:par>
                            </p:childTnLst>
                          </p:cTn>
                        </p:par>
                        <p:par>
                          <p:cTn id="74" fill="hold">
                            <p:stCondLst>
                              <p:cond delay="6500"/>
                            </p:stCondLst>
                            <p:childTnLst>
                              <p:par>
                                <p:cTn id="75" presetID="53" presetClass="entr" presetSubtype="0" fill="hold" nodeType="after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p:cTn id="77" dur="500" fill="hold"/>
                                        <p:tgtEl>
                                          <p:spTgt spid="6"/>
                                        </p:tgtEl>
                                        <p:attrNameLst>
                                          <p:attrName>ppt_w</p:attrName>
                                        </p:attrNameLst>
                                      </p:cBhvr>
                                      <p:tavLst>
                                        <p:tav tm="0">
                                          <p:val>
                                            <p:fltVal val="0"/>
                                          </p:val>
                                        </p:tav>
                                        <p:tav tm="100000">
                                          <p:val>
                                            <p:strVal val="#ppt_w"/>
                                          </p:val>
                                        </p:tav>
                                      </p:tavLst>
                                    </p:anim>
                                    <p:anim calcmode="lin" valueType="num">
                                      <p:cBhvr>
                                        <p:cTn id="78" dur="500" fill="hold"/>
                                        <p:tgtEl>
                                          <p:spTgt spid="6"/>
                                        </p:tgtEl>
                                        <p:attrNameLst>
                                          <p:attrName>ppt_h</p:attrName>
                                        </p:attrNameLst>
                                      </p:cBhvr>
                                      <p:tavLst>
                                        <p:tav tm="0">
                                          <p:val>
                                            <p:fltVal val="0"/>
                                          </p:val>
                                        </p:tav>
                                        <p:tav tm="100000">
                                          <p:val>
                                            <p:strVal val="#ppt_h"/>
                                          </p:val>
                                        </p:tav>
                                      </p:tavLst>
                                    </p:anim>
                                    <p:animEffect transition="in" filter="fade">
                                      <p:cBhvr>
                                        <p:cTn id="79" dur="500"/>
                                        <p:tgtEl>
                                          <p:spTgt spid="6"/>
                                        </p:tgtEl>
                                      </p:cBhvr>
                                    </p:animEffect>
                                  </p:childTnLst>
                                </p:cTn>
                              </p:par>
                              <p:par>
                                <p:cTn id="80" presetID="2" presetClass="entr" presetSubtype="2" accel="50000" decel="50000"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additive="base">
                                        <p:cTn id="82" dur="500" fill="hold"/>
                                        <p:tgtEl>
                                          <p:spTgt spid="14"/>
                                        </p:tgtEl>
                                        <p:attrNameLst>
                                          <p:attrName>ppt_x</p:attrName>
                                        </p:attrNameLst>
                                      </p:cBhvr>
                                      <p:tavLst>
                                        <p:tav tm="0">
                                          <p:val>
                                            <p:strVal val="1+#ppt_w/2"/>
                                          </p:val>
                                        </p:tav>
                                        <p:tav tm="100000">
                                          <p:val>
                                            <p:strVal val="#ppt_x"/>
                                          </p:val>
                                        </p:tav>
                                      </p:tavLst>
                                    </p:anim>
                                    <p:anim calcmode="lin" valueType="num">
                                      <p:cBhvr additive="base">
                                        <p:cTn id="83" dur="500" fill="hold"/>
                                        <p:tgtEl>
                                          <p:spTgt spid="14"/>
                                        </p:tgtEl>
                                        <p:attrNameLst>
                                          <p:attrName>ppt_y</p:attrName>
                                        </p:attrNameLst>
                                      </p:cBhvr>
                                      <p:tavLst>
                                        <p:tav tm="0">
                                          <p:val>
                                            <p:strVal val="#ppt_y"/>
                                          </p:val>
                                        </p:tav>
                                        <p:tav tm="100000">
                                          <p:val>
                                            <p:strVal val="#ppt_y"/>
                                          </p:val>
                                        </p:tav>
                                      </p:tavLst>
                                    </p:anim>
                                  </p:childTnLst>
                                </p:cTn>
                              </p:par>
                            </p:childTnLst>
                          </p:cTn>
                        </p:par>
                        <p:par>
                          <p:cTn id="84" fill="hold">
                            <p:stCondLst>
                              <p:cond delay="7000"/>
                            </p:stCondLst>
                            <p:childTnLst>
                              <p:par>
                                <p:cTn id="85" presetID="53" presetClass="entr" presetSubtype="0" fill="hold" nodeType="afterEffect">
                                  <p:stCondLst>
                                    <p:cond delay="0"/>
                                  </p:stCondLst>
                                  <p:childTnLst>
                                    <p:set>
                                      <p:cBhvr>
                                        <p:cTn id="86" dur="1" fill="hold">
                                          <p:stCondLst>
                                            <p:cond delay="0"/>
                                          </p:stCondLst>
                                        </p:cTn>
                                        <p:tgtEl>
                                          <p:spTgt spid="9"/>
                                        </p:tgtEl>
                                        <p:attrNameLst>
                                          <p:attrName>style.visibility</p:attrName>
                                        </p:attrNameLst>
                                      </p:cBhvr>
                                      <p:to>
                                        <p:strVal val="visible"/>
                                      </p:to>
                                    </p:set>
                                    <p:anim calcmode="lin" valueType="num">
                                      <p:cBhvr>
                                        <p:cTn id="87" dur="500" fill="hold"/>
                                        <p:tgtEl>
                                          <p:spTgt spid="9"/>
                                        </p:tgtEl>
                                        <p:attrNameLst>
                                          <p:attrName>ppt_w</p:attrName>
                                        </p:attrNameLst>
                                      </p:cBhvr>
                                      <p:tavLst>
                                        <p:tav tm="0">
                                          <p:val>
                                            <p:fltVal val="0"/>
                                          </p:val>
                                        </p:tav>
                                        <p:tav tm="100000">
                                          <p:val>
                                            <p:strVal val="#ppt_w"/>
                                          </p:val>
                                        </p:tav>
                                      </p:tavLst>
                                    </p:anim>
                                    <p:anim calcmode="lin" valueType="num">
                                      <p:cBhvr>
                                        <p:cTn id="88" dur="500" fill="hold"/>
                                        <p:tgtEl>
                                          <p:spTgt spid="9"/>
                                        </p:tgtEl>
                                        <p:attrNameLst>
                                          <p:attrName>ppt_h</p:attrName>
                                        </p:attrNameLst>
                                      </p:cBhvr>
                                      <p:tavLst>
                                        <p:tav tm="0">
                                          <p:val>
                                            <p:fltVal val="0"/>
                                          </p:val>
                                        </p:tav>
                                        <p:tav tm="100000">
                                          <p:val>
                                            <p:strVal val="#ppt_h"/>
                                          </p:val>
                                        </p:tav>
                                      </p:tavLst>
                                    </p:anim>
                                    <p:animEffect transition="in" filter="fade">
                                      <p:cBhvr>
                                        <p:cTn id="89" dur="500"/>
                                        <p:tgtEl>
                                          <p:spTgt spid="9"/>
                                        </p:tgtEl>
                                      </p:cBhvr>
                                    </p:animEffect>
                                  </p:childTnLst>
                                </p:cTn>
                              </p:par>
                              <p:par>
                                <p:cTn id="90" presetID="2" presetClass="entr" presetSubtype="2" accel="50000" decel="50000" fill="hold" grpId="0" nodeType="withEffect">
                                  <p:stCondLst>
                                    <p:cond delay="0"/>
                                  </p:stCondLst>
                                  <p:childTnLst>
                                    <p:set>
                                      <p:cBhvr>
                                        <p:cTn id="91" dur="1" fill="hold">
                                          <p:stCondLst>
                                            <p:cond delay="0"/>
                                          </p:stCondLst>
                                        </p:cTn>
                                        <p:tgtEl>
                                          <p:spTgt spid="15"/>
                                        </p:tgtEl>
                                        <p:attrNameLst>
                                          <p:attrName>style.visibility</p:attrName>
                                        </p:attrNameLst>
                                      </p:cBhvr>
                                      <p:to>
                                        <p:strVal val="visible"/>
                                      </p:to>
                                    </p:set>
                                    <p:anim calcmode="lin" valueType="num">
                                      <p:cBhvr additive="base">
                                        <p:cTn id="92" dur="500" fill="hold"/>
                                        <p:tgtEl>
                                          <p:spTgt spid="15"/>
                                        </p:tgtEl>
                                        <p:attrNameLst>
                                          <p:attrName>ppt_x</p:attrName>
                                        </p:attrNameLst>
                                      </p:cBhvr>
                                      <p:tavLst>
                                        <p:tav tm="0">
                                          <p:val>
                                            <p:strVal val="1+#ppt_w/2"/>
                                          </p:val>
                                        </p:tav>
                                        <p:tav tm="100000">
                                          <p:val>
                                            <p:strVal val="#ppt_x"/>
                                          </p:val>
                                        </p:tav>
                                      </p:tavLst>
                                    </p:anim>
                                    <p:anim calcmode="lin" valueType="num">
                                      <p:cBhvr additive="base">
                                        <p:cTn id="93" dur="500" fill="hold"/>
                                        <p:tgtEl>
                                          <p:spTgt spid="15"/>
                                        </p:tgtEl>
                                        <p:attrNameLst>
                                          <p:attrName>ppt_y</p:attrName>
                                        </p:attrNameLst>
                                      </p:cBhvr>
                                      <p:tavLst>
                                        <p:tav tm="0">
                                          <p:val>
                                            <p:strVal val="#ppt_y"/>
                                          </p:val>
                                        </p:tav>
                                        <p:tav tm="100000">
                                          <p:val>
                                            <p:strVal val="#ppt_y"/>
                                          </p:val>
                                        </p:tav>
                                      </p:tavLst>
                                    </p:anim>
                                  </p:childTnLst>
                                </p:cTn>
                              </p:par>
                            </p:childTnLst>
                          </p:cTn>
                        </p:par>
                        <p:par>
                          <p:cTn id="94" fill="hold">
                            <p:stCondLst>
                              <p:cond delay="7500"/>
                            </p:stCondLst>
                            <p:childTnLst>
                              <p:par>
                                <p:cTn id="95" presetID="53" presetClass="entr" presetSubtype="0" fill="hold" nodeType="afterEffect">
                                  <p:stCondLst>
                                    <p:cond delay="0"/>
                                  </p:stCondLst>
                                  <p:childTnLst>
                                    <p:set>
                                      <p:cBhvr>
                                        <p:cTn id="96" dur="1" fill="hold">
                                          <p:stCondLst>
                                            <p:cond delay="0"/>
                                          </p:stCondLst>
                                        </p:cTn>
                                        <p:tgtEl>
                                          <p:spTgt spid="10"/>
                                        </p:tgtEl>
                                        <p:attrNameLst>
                                          <p:attrName>style.visibility</p:attrName>
                                        </p:attrNameLst>
                                      </p:cBhvr>
                                      <p:to>
                                        <p:strVal val="visible"/>
                                      </p:to>
                                    </p:set>
                                    <p:anim calcmode="lin" valueType="num">
                                      <p:cBhvr>
                                        <p:cTn id="97" dur="500" fill="hold"/>
                                        <p:tgtEl>
                                          <p:spTgt spid="10"/>
                                        </p:tgtEl>
                                        <p:attrNameLst>
                                          <p:attrName>ppt_w</p:attrName>
                                        </p:attrNameLst>
                                      </p:cBhvr>
                                      <p:tavLst>
                                        <p:tav tm="0">
                                          <p:val>
                                            <p:fltVal val="0"/>
                                          </p:val>
                                        </p:tav>
                                        <p:tav tm="100000">
                                          <p:val>
                                            <p:strVal val="#ppt_w"/>
                                          </p:val>
                                        </p:tav>
                                      </p:tavLst>
                                    </p:anim>
                                    <p:anim calcmode="lin" valueType="num">
                                      <p:cBhvr>
                                        <p:cTn id="98" dur="500" fill="hold"/>
                                        <p:tgtEl>
                                          <p:spTgt spid="10"/>
                                        </p:tgtEl>
                                        <p:attrNameLst>
                                          <p:attrName>ppt_h</p:attrName>
                                        </p:attrNameLst>
                                      </p:cBhvr>
                                      <p:tavLst>
                                        <p:tav tm="0">
                                          <p:val>
                                            <p:fltVal val="0"/>
                                          </p:val>
                                        </p:tav>
                                        <p:tav tm="100000">
                                          <p:val>
                                            <p:strVal val="#ppt_h"/>
                                          </p:val>
                                        </p:tav>
                                      </p:tavLst>
                                    </p:anim>
                                    <p:animEffect transition="in" filter="fade">
                                      <p:cBhvr>
                                        <p:cTn id="99" dur="500"/>
                                        <p:tgtEl>
                                          <p:spTgt spid="10"/>
                                        </p:tgtEl>
                                      </p:cBhvr>
                                    </p:animEffect>
                                  </p:childTnLst>
                                </p:cTn>
                              </p:par>
                              <p:par>
                                <p:cTn id="100" presetID="2" presetClass="entr" presetSubtype="2" accel="50000" decel="50000" fill="hold" grpId="0"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additive="base">
                                        <p:cTn id="102" dur="500" fill="hold"/>
                                        <p:tgtEl>
                                          <p:spTgt spid="16"/>
                                        </p:tgtEl>
                                        <p:attrNameLst>
                                          <p:attrName>ppt_x</p:attrName>
                                        </p:attrNameLst>
                                      </p:cBhvr>
                                      <p:tavLst>
                                        <p:tav tm="0">
                                          <p:val>
                                            <p:strVal val="1+#ppt_w/2"/>
                                          </p:val>
                                        </p:tav>
                                        <p:tav tm="100000">
                                          <p:val>
                                            <p:strVal val="#ppt_x"/>
                                          </p:val>
                                        </p:tav>
                                      </p:tavLst>
                                    </p:anim>
                                    <p:anim calcmode="lin" valueType="num">
                                      <p:cBhvr additive="base">
                                        <p:cTn id="103" dur="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p:bldP spid="16" grpId="0"/>
      <p:bldP spid="32" grpId="0"/>
      <p:bldP spid="33" grpId="0"/>
      <p:bldP spid="36" grpId="0"/>
      <p:bldP spid="37"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0"/>
          <p:cNvGrpSpPr/>
          <p:nvPr/>
        </p:nvGrpSpPr>
        <p:grpSpPr>
          <a:xfrm>
            <a:off x="2303832" y="1573734"/>
            <a:ext cx="2106827" cy="529948"/>
            <a:chOff x="2303832" y="1573734"/>
            <a:chExt cx="2106827" cy="529948"/>
          </a:xfrm>
        </p:grpSpPr>
        <p:sp>
          <p:nvSpPr>
            <p:cNvPr id="25" name="Rounded Rectangle 24"/>
            <p:cNvSpPr/>
            <p:nvPr/>
          </p:nvSpPr>
          <p:spPr bwMode="auto">
            <a:xfrm>
              <a:off x="2303832" y="1573734"/>
              <a:ext cx="2106827" cy="529948"/>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7" name="Text Placeholder 3"/>
            <p:cNvSpPr txBox="1">
              <a:spLocks/>
            </p:cNvSpPr>
            <p:nvPr/>
          </p:nvSpPr>
          <p:spPr>
            <a:xfrm>
              <a:off x="2684832" y="1746375"/>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bg1"/>
                  </a:solidFill>
                </a:rPr>
                <a:t>Title Goes Here</a:t>
              </a: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3" name="Group 71"/>
          <p:cNvGrpSpPr/>
          <p:nvPr/>
        </p:nvGrpSpPr>
        <p:grpSpPr>
          <a:xfrm>
            <a:off x="2303832" y="2343422"/>
            <a:ext cx="2106827" cy="529948"/>
            <a:chOff x="2303832" y="2343422"/>
            <a:chExt cx="2106827" cy="529948"/>
          </a:xfrm>
        </p:grpSpPr>
        <p:sp>
          <p:nvSpPr>
            <p:cNvPr id="27" name="Rounded Rectangle 26"/>
            <p:cNvSpPr/>
            <p:nvPr/>
          </p:nvSpPr>
          <p:spPr bwMode="auto">
            <a:xfrm>
              <a:off x="2303832" y="2343422"/>
              <a:ext cx="2106827" cy="529948"/>
            </a:xfrm>
            <a:prstGeom prst="round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8" name="Text Placeholder 3"/>
            <p:cNvSpPr txBox="1">
              <a:spLocks/>
            </p:cNvSpPr>
            <p:nvPr/>
          </p:nvSpPr>
          <p:spPr>
            <a:xfrm>
              <a:off x="2684832" y="25160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bg1"/>
                  </a:solidFill>
                </a:rPr>
                <a:t>Title Goes Here</a:t>
              </a: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4" name="Group 72"/>
          <p:cNvGrpSpPr/>
          <p:nvPr/>
        </p:nvGrpSpPr>
        <p:grpSpPr>
          <a:xfrm>
            <a:off x="2303832" y="3112134"/>
            <a:ext cx="2106827" cy="529948"/>
            <a:chOff x="2303832" y="3112134"/>
            <a:chExt cx="2106827" cy="529948"/>
          </a:xfrm>
        </p:grpSpPr>
        <p:sp>
          <p:nvSpPr>
            <p:cNvPr id="29" name="Rounded Rectangle 28"/>
            <p:cNvSpPr/>
            <p:nvPr/>
          </p:nvSpPr>
          <p:spPr bwMode="auto">
            <a:xfrm>
              <a:off x="2303832" y="3112134"/>
              <a:ext cx="2106827" cy="529948"/>
            </a:xfrm>
            <a:prstGeom prst="round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9" name="Text Placeholder 3"/>
            <p:cNvSpPr txBox="1">
              <a:spLocks/>
            </p:cNvSpPr>
            <p:nvPr/>
          </p:nvSpPr>
          <p:spPr>
            <a:xfrm>
              <a:off x="2684832" y="3284775"/>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bg1"/>
                  </a:solidFill>
                </a:rPr>
                <a:t>Title Goes Here</a:t>
              </a: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5" name="Group 73"/>
          <p:cNvGrpSpPr/>
          <p:nvPr/>
        </p:nvGrpSpPr>
        <p:grpSpPr>
          <a:xfrm>
            <a:off x="2303832" y="3882958"/>
            <a:ext cx="2106827" cy="529948"/>
            <a:chOff x="2303832" y="3882958"/>
            <a:chExt cx="2106827" cy="529948"/>
          </a:xfrm>
        </p:grpSpPr>
        <p:sp>
          <p:nvSpPr>
            <p:cNvPr id="32" name="Rounded Rectangle 31"/>
            <p:cNvSpPr/>
            <p:nvPr/>
          </p:nvSpPr>
          <p:spPr bwMode="auto">
            <a:xfrm>
              <a:off x="2303832" y="3882958"/>
              <a:ext cx="2106827" cy="529948"/>
            </a:xfrm>
            <a:prstGeom prst="round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0" name="Text Placeholder 3"/>
            <p:cNvSpPr txBox="1">
              <a:spLocks/>
            </p:cNvSpPr>
            <p:nvPr/>
          </p:nvSpPr>
          <p:spPr>
            <a:xfrm>
              <a:off x="2684832" y="405559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bg1"/>
                  </a:solidFill>
                </a:rPr>
                <a:t>Title Goes Here</a:t>
              </a: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grpSp>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138</a:t>
            </a:fld>
            <a:endParaRPr lang="en-US" dirty="0"/>
          </a:p>
        </p:txBody>
      </p:sp>
      <p:sp>
        <p:nvSpPr>
          <p:cNvPr id="47" name="Rectangle 46"/>
          <p:cNvSpPr/>
          <p:nvPr/>
        </p:nvSpPr>
        <p:spPr bwMode="auto">
          <a:xfrm>
            <a:off x="916168" y="3630885"/>
            <a:ext cx="593020" cy="593022"/>
          </a:xfrm>
          <a:prstGeom prst="rect">
            <a:avLst/>
          </a:prstGeom>
          <a:solidFill>
            <a:schemeClr val="accent4"/>
          </a:solidFill>
          <a:ln w="9525">
            <a:noFill/>
            <a:round/>
            <a:headEnd/>
            <a:tailEnd/>
          </a:ln>
          <a:scene3d>
            <a:camera prst="isometricTopUp"/>
            <a:lightRig rig="threePt" dir="t"/>
          </a:scene3d>
          <a:sp3d extrusionH="635000"/>
        </p:spPr>
        <p:txBody>
          <a:bodyPr vert="horz" wrap="square" lIns="91440" tIns="45720" rIns="91440" bIns="45720" numCol="1" rtlCol="0" anchor="t" anchorCtr="0" compatLnSpc="1">
            <a:prstTxWarp prst="textNoShape">
              <a:avLst/>
            </a:prstTxWarp>
          </a:bodyPr>
          <a:lstStyle/>
          <a:p>
            <a:pPr algn="ctr"/>
            <a:endParaRPr lang="en-US"/>
          </a:p>
        </p:txBody>
      </p:sp>
      <p:sp>
        <p:nvSpPr>
          <p:cNvPr id="45" name="Rectangle 44"/>
          <p:cNvSpPr/>
          <p:nvPr/>
        </p:nvSpPr>
        <p:spPr bwMode="auto">
          <a:xfrm>
            <a:off x="916168" y="2465589"/>
            <a:ext cx="593020" cy="593022"/>
          </a:xfrm>
          <a:prstGeom prst="rect">
            <a:avLst/>
          </a:prstGeom>
          <a:solidFill>
            <a:schemeClr val="accent3"/>
          </a:solidFill>
          <a:ln w="9525">
            <a:noFill/>
            <a:round/>
            <a:headEnd/>
            <a:tailEnd/>
          </a:ln>
          <a:scene3d>
            <a:camera prst="isometricTopUp"/>
            <a:lightRig rig="threePt" dir="t"/>
          </a:scene3d>
          <a:sp3d extrusionH="1270000"/>
        </p:spPr>
        <p:txBody>
          <a:bodyPr vert="horz" wrap="square" lIns="91440" tIns="45720" rIns="91440" bIns="45720" numCol="1" rtlCol="0" anchor="t" anchorCtr="0" compatLnSpc="1">
            <a:prstTxWarp prst="textNoShape">
              <a:avLst/>
            </a:prstTxWarp>
          </a:bodyPr>
          <a:lstStyle/>
          <a:p>
            <a:pPr algn="ctr"/>
            <a:endParaRPr lang="en-US"/>
          </a:p>
        </p:txBody>
      </p:sp>
      <p:sp>
        <p:nvSpPr>
          <p:cNvPr id="43" name="Rectangle 42"/>
          <p:cNvSpPr/>
          <p:nvPr/>
        </p:nvSpPr>
        <p:spPr bwMode="auto">
          <a:xfrm>
            <a:off x="916168" y="1684081"/>
            <a:ext cx="593020" cy="593022"/>
          </a:xfrm>
          <a:prstGeom prst="rect">
            <a:avLst/>
          </a:prstGeom>
          <a:solidFill>
            <a:schemeClr val="accent2"/>
          </a:solidFill>
          <a:ln w="9525">
            <a:noFill/>
            <a:round/>
            <a:headEnd/>
            <a:tailEnd/>
          </a:ln>
          <a:scene3d>
            <a:camera prst="isometricTopUp"/>
            <a:lightRig rig="threePt" dir="t"/>
          </a:scene3d>
          <a:sp3d extrusionH="762000"/>
        </p:spPr>
        <p:txBody>
          <a:bodyPr vert="horz" wrap="square" lIns="91440" tIns="45720" rIns="91440" bIns="45720" numCol="1" rtlCol="0" anchor="t" anchorCtr="0" compatLnSpc="1">
            <a:prstTxWarp prst="textNoShape">
              <a:avLst/>
            </a:prstTxWarp>
          </a:bodyPr>
          <a:lstStyle/>
          <a:p>
            <a:pPr algn="ctr"/>
            <a:endParaRPr lang="en-US"/>
          </a:p>
        </p:txBody>
      </p:sp>
      <p:sp>
        <p:nvSpPr>
          <p:cNvPr id="22" name="Rectangle 21"/>
          <p:cNvSpPr/>
          <p:nvPr/>
        </p:nvSpPr>
        <p:spPr bwMode="auto">
          <a:xfrm>
            <a:off x="916168" y="1200150"/>
            <a:ext cx="593020" cy="593022"/>
          </a:xfrm>
          <a:prstGeom prst="rect">
            <a:avLst/>
          </a:prstGeom>
          <a:solidFill>
            <a:schemeClr val="accent1"/>
          </a:solidFill>
          <a:ln w="9525">
            <a:noFill/>
            <a:round/>
            <a:headEnd/>
            <a:tailEnd/>
          </a:ln>
          <a:scene3d>
            <a:camera prst="isometricTopUp"/>
            <a:lightRig rig="threePt" dir="t"/>
          </a:scene3d>
          <a:sp3d extrusionH="381000"/>
        </p:spPr>
        <p:txBody>
          <a:bodyPr vert="horz" wrap="square" lIns="91440" tIns="45720" rIns="91440" bIns="45720" numCol="1" rtlCol="0" anchor="t" anchorCtr="0" compatLnSpc="1">
            <a:prstTxWarp prst="textNoShape">
              <a:avLst/>
            </a:prstTxWarp>
          </a:bodyPr>
          <a:lstStyle/>
          <a:p>
            <a:pPr algn="ctr"/>
            <a:endParaRPr lang="en-US"/>
          </a:p>
        </p:txBody>
      </p:sp>
      <p:sp>
        <p:nvSpPr>
          <p:cNvPr id="26" name="Hexagon 25"/>
          <p:cNvSpPr/>
          <p:nvPr/>
        </p:nvSpPr>
        <p:spPr bwMode="auto">
          <a:xfrm>
            <a:off x="3899913" y="1507079"/>
            <a:ext cx="766119" cy="660448"/>
          </a:xfrm>
          <a:prstGeom prst="hexagon">
            <a:avLst/>
          </a:prstGeom>
          <a:solidFill>
            <a:schemeClr val="bg1"/>
          </a:solidFill>
          <a:ln w="28575">
            <a:solidFill>
              <a:schemeClr val="accent1"/>
            </a:solid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accent1"/>
                </a:solidFill>
              </a:rPr>
              <a:t>30%</a:t>
            </a:r>
          </a:p>
        </p:txBody>
      </p:sp>
      <p:sp>
        <p:nvSpPr>
          <p:cNvPr id="28" name="Hexagon 27"/>
          <p:cNvSpPr/>
          <p:nvPr/>
        </p:nvSpPr>
        <p:spPr bwMode="auto">
          <a:xfrm>
            <a:off x="3899913" y="2276767"/>
            <a:ext cx="766119" cy="660448"/>
          </a:xfrm>
          <a:prstGeom prst="hexagon">
            <a:avLst/>
          </a:prstGeom>
          <a:solidFill>
            <a:schemeClr val="bg1"/>
          </a:solidFill>
          <a:ln w="28575">
            <a:solidFill>
              <a:schemeClr val="accent2"/>
            </a:solid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accent2"/>
                </a:solidFill>
              </a:rPr>
              <a:t>60%</a:t>
            </a:r>
          </a:p>
        </p:txBody>
      </p:sp>
      <p:sp>
        <p:nvSpPr>
          <p:cNvPr id="31" name="Hexagon 30"/>
          <p:cNvSpPr/>
          <p:nvPr/>
        </p:nvSpPr>
        <p:spPr bwMode="auto">
          <a:xfrm>
            <a:off x="3899913" y="3045479"/>
            <a:ext cx="766119" cy="660448"/>
          </a:xfrm>
          <a:prstGeom prst="hexagon">
            <a:avLst/>
          </a:prstGeom>
          <a:solidFill>
            <a:schemeClr val="bg1"/>
          </a:solidFill>
          <a:ln w="28575">
            <a:solidFill>
              <a:schemeClr val="accent3"/>
            </a:solid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accent3"/>
                </a:solidFill>
              </a:rPr>
              <a:t>100%</a:t>
            </a:r>
          </a:p>
        </p:txBody>
      </p:sp>
      <p:sp>
        <p:nvSpPr>
          <p:cNvPr id="33" name="Hexagon 32"/>
          <p:cNvSpPr/>
          <p:nvPr/>
        </p:nvSpPr>
        <p:spPr bwMode="auto">
          <a:xfrm>
            <a:off x="3899913" y="3816302"/>
            <a:ext cx="766119" cy="660448"/>
          </a:xfrm>
          <a:prstGeom prst="hexagon">
            <a:avLst/>
          </a:prstGeom>
          <a:solidFill>
            <a:schemeClr val="bg1"/>
          </a:solidFill>
          <a:ln w="28575">
            <a:solidFill>
              <a:schemeClr val="accent4"/>
            </a:solid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accent4"/>
                </a:solidFill>
              </a:rPr>
              <a:t>35%</a:t>
            </a:r>
          </a:p>
        </p:txBody>
      </p:sp>
      <p:sp>
        <p:nvSpPr>
          <p:cNvPr id="37" name="TextBox 36"/>
          <p:cNvSpPr txBox="1"/>
          <p:nvPr/>
        </p:nvSpPr>
        <p:spPr>
          <a:xfrm>
            <a:off x="5622700" y="1522641"/>
            <a:ext cx="298790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38" name="TextBox 37"/>
          <p:cNvSpPr txBox="1"/>
          <p:nvPr/>
        </p:nvSpPr>
        <p:spPr>
          <a:xfrm>
            <a:off x="5622700" y="2302784"/>
            <a:ext cx="2987900"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39" name="TextBox 38"/>
          <p:cNvSpPr txBox="1"/>
          <p:nvPr/>
        </p:nvSpPr>
        <p:spPr>
          <a:xfrm>
            <a:off x="5622700" y="3063471"/>
            <a:ext cx="298790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40" name="TextBox 39"/>
          <p:cNvSpPr txBox="1"/>
          <p:nvPr/>
        </p:nvSpPr>
        <p:spPr>
          <a:xfrm>
            <a:off x="5622699" y="3821213"/>
            <a:ext cx="2987901"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b="1" dirty="0">
              <a:solidFill>
                <a:schemeClr val="tx1">
                  <a:lumMod val="65000"/>
                  <a:lumOff val="35000"/>
                </a:schemeClr>
              </a:solidFill>
            </a:endParaRPr>
          </a:p>
        </p:txBody>
      </p:sp>
      <p:grpSp>
        <p:nvGrpSpPr>
          <p:cNvPr id="6" name="Group 40"/>
          <p:cNvGrpSpPr/>
          <p:nvPr/>
        </p:nvGrpSpPr>
        <p:grpSpPr>
          <a:xfrm>
            <a:off x="5096573" y="1585680"/>
            <a:ext cx="493370" cy="479245"/>
            <a:chOff x="5205677" y="1309828"/>
            <a:chExt cx="493370" cy="479245"/>
          </a:xfrm>
        </p:grpSpPr>
        <p:sp>
          <p:nvSpPr>
            <p:cNvPr id="42" name="Rounded Rectangle 41"/>
            <p:cNvSpPr/>
            <p:nvPr/>
          </p:nvSpPr>
          <p:spPr>
            <a:xfrm>
              <a:off x="5205677" y="130982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49" name="Freeform 117"/>
            <p:cNvSpPr>
              <a:spLocks/>
            </p:cNvSpPr>
            <p:nvPr/>
          </p:nvSpPr>
          <p:spPr bwMode="auto">
            <a:xfrm>
              <a:off x="5317181" y="1414269"/>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53"/>
          <p:cNvGrpSpPr/>
          <p:nvPr/>
        </p:nvGrpSpPr>
        <p:grpSpPr>
          <a:xfrm>
            <a:off x="5096573" y="2378592"/>
            <a:ext cx="493370" cy="479245"/>
            <a:chOff x="5205677" y="1966548"/>
            <a:chExt cx="493370" cy="479245"/>
          </a:xfrm>
        </p:grpSpPr>
        <p:sp>
          <p:nvSpPr>
            <p:cNvPr id="55" name="Rounded Rectangle 54"/>
            <p:cNvSpPr/>
            <p:nvPr/>
          </p:nvSpPr>
          <p:spPr>
            <a:xfrm>
              <a:off x="5205677" y="1966548"/>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6" name="Freeform 36"/>
            <p:cNvSpPr>
              <a:spLocks noEditPoints="1"/>
            </p:cNvSpPr>
            <p:nvPr/>
          </p:nvSpPr>
          <p:spPr bwMode="auto">
            <a:xfrm>
              <a:off x="5317181" y="2059372"/>
              <a:ext cx="270363" cy="293597"/>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60"/>
          <p:cNvGrpSpPr/>
          <p:nvPr/>
        </p:nvGrpSpPr>
        <p:grpSpPr>
          <a:xfrm>
            <a:off x="5096573" y="3152048"/>
            <a:ext cx="493370" cy="479245"/>
            <a:chOff x="5205677" y="2623268"/>
            <a:chExt cx="493370" cy="479245"/>
          </a:xfrm>
        </p:grpSpPr>
        <p:sp>
          <p:nvSpPr>
            <p:cNvPr id="62" name="Rounded Rectangle 61"/>
            <p:cNvSpPr/>
            <p:nvPr/>
          </p:nvSpPr>
          <p:spPr>
            <a:xfrm>
              <a:off x="5205677" y="2623268"/>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63" name="Freeform 13"/>
            <p:cNvSpPr>
              <a:spLocks noEditPoints="1"/>
            </p:cNvSpPr>
            <p:nvPr/>
          </p:nvSpPr>
          <p:spPr bwMode="auto">
            <a:xfrm>
              <a:off x="5301275" y="2711803"/>
              <a:ext cx="302175" cy="302175"/>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63"/>
          <p:cNvGrpSpPr/>
          <p:nvPr/>
        </p:nvGrpSpPr>
        <p:grpSpPr>
          <a:xfrm>
            <a:off x="5096573" y="3906048"/>
            <a:ext cx="493370" cy="479245"/>
            <a:chOff x="5205677" y="3279988"/>
            <a:chExt cx="493370" cy="479245"/>
          </a:xfrm>
        </p:grpSpPr>
        <p:sp>
          <p:nvSpPr>
            <p:cNvPr id="65" name="Rounded Rectangle 64"/>
            <p:cNvSpPr/>
            <p:nvPr/>
          </p:nvSpPr>
          <p:spPr>
            <a:xfrm>
              <a:off x="5205677" y="3279988"/>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66" name="Freeform 171"/>
            <p:cNvSpPr>
              <a:spLocks noEditPoints="1"/>
            </p:cNvSpPr>
            <p:nvPr/>
          </p:nvSpPr>
          <p:spPr bwMode="auto">
            <a:xfrm>
              <a:off x="5300142" y="3369769"/>
              <a:ext cx="304440" cy="299683"/>
            </a:xfrm>
            <a:custGeom>
              <a:avLst/>
              <a:gdLst/>
              <a:ahLst/>
              <a:cxnLst>
                <a:cxn ang="0">
                  <a:pos x="30" y="58"/>
                </a:cxn>
                <a:cxn ang="0">
                  <a:pos x="0" y="29"/>
                </a:cxn>
                <a:cxn ang="0">
                  <a:pos x="30" y="0"/>
                </a:cxn>
                <a:cxn ang="0">
                  <a:pos x="59" y="29"/>
                </a:cxn>
                <a:cxn ang="0">
                  <a:pos x="30" y="58"/>
                </a:cxn>
                <a:cxn ang="0">
                  <a:pos x="30" y="8"/>
                </a:cxn>
                <a:cxn ang="0">
                  <a:pos x="9" y="29"/>
                </a:cxn>
                <a:cxn ang="0">
                  <a:pos x="30" y="49"/>
                </a:cxn>
                <a:cxn ang="0">
                  <a:pos x="50" y="29"/>
                </a:cxn>
                <a:cxn ang="0">
                  <a:pos x="30" y="8"/>
                </a:cxn>
                <a:cxn ang="0">
                  <a:pos x="34" y="32"/>
                </a:cxn>
                <a:cxn ang="0">
                  <a:pos x="33" y="34"/>
                </a:cxn>
                <a:cxn ang="0">
                  <a:pos x="21" y="34"/>
                </a:cxn>
                <a:cxn ang="0">
                  <a:pos x="20" y="32"/>
                </a:cxn>
                <a:cxn ang="0">
                  <a:pos x="20" y="30"/>
                </a:cxn>
                <a:cxn ang="0">
                  <a:pos x="21" y="29"/>
                </a:cxn>
                <a:cxn ang="0">
                  <a:pos x="30" y="29"/>
                </a:cxn>
                <a:cxn ang="0">
                  <a:pos x="30" y="15"/>
                </a:cxn>
                <a:cxn ang="0">
                  <a:pos x="31" y="14"/>
                </a:cxn>
                <a:cxn ang="0">
                  <a:pos x="33" y="14"/>
                </a:cxn>
                <a:cxn ang="0">
                  <a:pos x="34" y="15"/>
                </a:cxn>
                <a:cxn ang="0">
                  <a:pos x="34" y="32"/>
                </a:cxn>
              </a:cxnLst>
              <a:rect l="0" t="0" r="r" b="b"/>
              <a:pathLst>
                <a:path w="59" h="58">
                  <a:moveTo>
                    <a:pt x="30" y="58"/>
                  </a:moveTo>
                  <a:cubicBezTo>
                    <a:pt x="13" y="58"/>
                    <a:pt x="0" y="45"/>
                    <a:pt x="0" y="29"/>
                  </a:cubicBezTo>
                  <a:cubicBezTo>
                    <a:pt x="0" y="13"/>
                    <a:pt x="13" y="0"/>
                    <a:pt x="30" y="0"/>
                  </a:cubicBezTo>
                  <a:cubicBezTo>
                    <a:pt x="46" y="0"/>
                    <a:pt x="59" y="13"/>
                    <a:pt x="59" y="29"/>
                  </a:cubicBezTo>
                  <a:cubicBezTo>
                    <a:pt x="59" y="45"/>
                    <a:pt x="46" y="58"/>
                    <a:pt x="30" y="58"/>
                  </a:cubicBezTo>
                  <a:close/>
                  <a:moveTo>
                    <a:pt x="30" y="8"/>
                  </a:moveTo>
                  <a:cubicBezTo>
                    <a:pt x="18" y="8"/>
                    <a:pt x="9" y="17"/>
                    <a:pt x="9" y="29"/>
                  </a:cubicBezTo>
                  <a:cubicBezTo>
                    <a:pt x="9" y="40"/>
                    <a:pt x="18" y="49"/>
                    <a:pt x="30" y="49"/>
                  </a:cubicBezTo>
                  <a:cubicBezTo>
                    <a:pt x="41" y="49"/>
                    <a:pt x="50" y="40"/>
                    <a:pt x="50" y="29"/>
                  </a:cubicBezTo>
                  <a:cubicBezTo>
                    <a:pt x="50" y="17"/>
                    <a:pt x="41" y="8"/>
                    <a:pt x="30" y="8"/>
                  </a:cubicBezTo>
                  <a:close/>
                  <a:moveTo>
                    <a:pt x="34" y="32"/>
                  </a:moveTo>
                  <a:cubicBezTo>
                    <a:pt x="34" y="33"/>
                    <a:pt x="34" y="34"/>
                    <a:pt x="33" y="34"/>
                  </a:cubicBezTo>
                  <a:cubicBezTo>
                    <a:pt x="21" y="34"/>
                    <a:pt x="21" y="34"/>
                    <a:pt x="21" y="34"/>
                  </a:cubicBezTo>
                  <a:cubicBezTo>
                    <a:pt x="20" y="34"/>
                    <a:pt x="20" y="33"/>
                    <a:pt x="20" y="32"/>
                  </a:cubicBezTo>
                  <a:cubicBezTo>
                    <a:pt x="20" y="30"/>
                    <a:pt x="20" y="30"/>
                    <a:pt x="20" y="30"/>
                  </a:cubicBezTo>
                  <a:cubicBezTo>
                    <a:pt x="20" y="29"/>
                    <a:pt x="20" y="29"/>
                    <a:pt x="21" y="29"/>
                  </a:cubicBezTo>
                  <a:cubicBezTo>
                    <a:pt x="30" y="29"/>
                    <a:pt x="30" y="29"/>
                    <a:pt x="30" y="29"/>
                  </a:cubicBezTo>
                  <a:cubicBezTo>
                    <a:pt x="30" y="15"/>
                    <a:pt x="30" y="15"/>
                    <a:pt x="30" y="15"/>
                  </a:cubicBezTo>
                  <a:cubicBezTo>
                    <a:pt x="30" y="15"/>
                    <a:pt x="30" y="14"/>
                    <a:pt x="31" y="14"/>
                  </a:cubicBezTo>
                  <a:cubicBezTo>
                    <a:pt x="33" y="14"/>
                    <a:pt x="33" y="14"/>
                    <a:pt x="33" y="14"/>
                  </a:cubicBezTo>
                  <a:cubicBezTo>
                    <a:pt x="34" y="14"/>
                    <a:pt x="34" y="15"/>
                    <a:pt x="34" y="15"/>
                  </a:cubicBezTo>
                  <a:lnTo>
                    <a:pt x="34"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p:cTn id="15" dur="500" fill="hold"/>
                                        <p:tgtEl>
                                          <p:spTgt spid="26"/>
                                        </p:tgtEl>
                                        <p:attrNameLst>
                                          <p:attrName>ppt_w</p:attrName>
                                        </p:attrNameLst>
                                      </p:cBhvr>
                                      <p:tavLst>
                                        <p:tav tm="0">
                                          <p:val>
                                            <p:fltVal val="0"/>
                                          </p:val>
                                        </p:tav>
                                        <p:tav tm="100000">
                                          <p:val>
                                            <p:strVal val="#ppt_w"/>
                                          </p:val>
                                        </p:tav>
                                      </p:tavLst>
                                    </p:anim>
                                    <p:anim calcmode="lin" valueType="num">
                                      <p:cBhvr>
                                        <p:cTn id="16" dur="500" fill="hold"/>
                                        <p:tgtEl>
                                          <p:spTgt spid="26"/>
                                        </p:tgtEl>
                                        <p:attrNameLst>
                                          <p:attrName>ppt_h</p:attrName>
                                        </p:attrNameLst>
                                      </p:cBhvr>
                                      <p:tavLst>
                                        <p:tav tm="0">
                                          <p:val>
                                            <p:fltVal val="0"/>
                                          </p:val>
                                        </p:tav>
                                        <p:tav tm="100000">
                                          <p:val>
                                            <p:strVal val="#ppt_h"/>
                                          </p:val>
                                        </p:tav>
                                      </p:tavLst>
                                    </p:anim>
                                    <p:animEffect transition="in" filter="fade">
                                      <p:cBhvr>
                                        <p:cTn id="17" dur="500"/>
                                        <p:tgtEl>
                                          <p:spTgt spid="26"/>
                                        </p:tgtEl>
                                      </p:cBhvr>
                                    </p:animEffect>
                                  </p:childTnLst>
                                </p:cTn>
                              </p:par>
                            </p:childTnLst>
                          </p:cTn>
                        </p:par>
                        <p:par>
                          <p:cTn id="18" fill="hold">
                            <p:stCondLst>
                              <p:cond delay="1000"/>
                            </p:stCondLst>
                            <p:childTnLst>
                              <p:par>
                                <p:cTn id="19" presetID="53"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500"/>
                                        <p:tgtEl>
                                          <p:spTgt spid="37"/>
                                        </p:tgtEl>
                                      </p:cBhvr>
                                    </p:animEffect>
                                  </p:childTnLst>
                                </p:cTn>
                              </p:par>
                            </p:childTnLst>
                          </p:cTn>
                        </p:par>
                        <p:par>
                          <p:cTn id="27" fill="hold">
                            <p:stCondLst>
                              <p:cond delay="1500"/>
                            </p:stCondLst>
                            <p:childTnLst>
                              <p:par>
                                <p:cTn id="28" presetID="2" presetClass="entr" presetSubtype="4" accel="50000" decel="50000" fill="hold" grpId="0" nodeType="afterEffect">
                                  <p:stCondLst>
                                    <p:cond delay="0"/>
                                  </p:stCondLst>
                                  <p:childTnLst>
                                    <p:set>
                                      <p:cBhvr>
                                        <p:cTn id="29" dur="1" fill="hold">
                                          <p:stCondLst>
                                            <p:cond delay="0"/>
                                          </p:stCondLst>
                                        </p:cTn>
                                        <p:tgtEl>
                                          <p:spTgt spid="43"/>
                                        </p:tgtEl>
                                        <p:attrNameLst>
                                          <p:attrName>style.visibility</p:attrName>
                                        </p:attrNameLst>
                                      </p:cBhvr>
                                      <p:to>
                                        <p:strVal val="visible"/>
                                      </p:to>
                                    </p:set>
                                    <p:anim calcmode="lin" valueType="num">
                                      <p:cBhvr additive="base">
                                        <p:cTn id="30" dur="500" fill="hold"/>
                                        <p:tgtEl>
                                          <p:spTgt spid="43"/>
                                        </p:tgtEl>
                                        <p:attrNameLst>
                                          <p:attrName>ppt_x</p:attrName>
                                        </p:attrNameLst>
                                      </p:cBhvr>
                                      <p:tavLst>
                                        <p:tav tm="0">
                                          <p:val>
                                            <p:strVal val="#ppt_x"/>
                                          </p:val>
                                        </p:tav>
                                        <p:tav tm="100000">
                                          <p:val>
                                            <p:strVal val="#ppt_x"/>
                                          </p:val>
                                        </p:tav>
                                      </p:tavLst>
                                    </p:anim>
                                    <p:anim calcmode="lin" valueType="num">
                                      <p:cBhvr additive="base">
                                        <p:cTn id="31" dur="500" fill="hold"/>
                                        <p:tgtEl>
                                          <p:spTgt spid="43"/>
                                        </p:tgtEl>
                                        <p:attrNameLst>
                                          <p:attrName>ppt_y</p:attrName>
                                        </p:attrNameLst>
                                      </p:cBhvr>
                                      <p:tavLst>
                                        <p:tav tm="0">
                                          <p:val>
                                            <p:strVal val="1+#ppt_h/2"/>
                                          </p:val>
                                        </p:tav>
                                        <p:tav tm="100000">
                                          <p:val>
                                            <p:strVal val="#ppt_y"/>
                                          </p:val>
                                        </p:tav>
                                      </p:tavLst>
                                    </p:anim>
                                  </p:childTnLst>
                                </p:cTn>
                              </p:par>
                            </p:childTnLst>
                          </p:cTn>
                        </p:par>
                        <p:par>
                          <p:cTn id="32" fill="hold">
                            <p:stCondLst>
                              <p:cond delay="2000"/>
                            </p:stCondLst>
                            <p:childTnLst>
                              <p:par>
                                <p:cTn id="33" presetID="22" presetClass="entr" presetSubtype="8"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ipe(left)">
                                      <p:cBhvr>
                                        <p:cTn id="35" dur="500"/>
                                        <p:tgtEl>
                                          <p:spTgt spid="3"/>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28"/>
                                        </p:tgtEl>
                                        <p:attrNameLst>
                                          <p:attrName>style.visibility</p:attrName>
                                        </p:attrNameLst>
                                      </p:cBhvr>
                                      <p:to>
                                        <p:strVal val="visible"/>
                                      </p:to>
                                    </p:set>
                                    <p:anim calcmode="lin" valueType="num">
                                      <p:cBhvr>
                                        <p:cTn id="38" dur="500" fill="hold"/>
                                        <p:tgtEl>
                                          <p:spTgt spid="28"/>
                                        </p:tgtEl>
                                        <p:attrNameLst>
                                          <p:attrName>ppt_w</p:attrName>
                                        </p:attrNameLst>
                                      </p:cBhvr>
                                      <p:tavLst>
                                        <p:tav tm="0">
                                          <p:val>
                                            <p:fltVal val="0"/>
                                          </p:val>
                                        </p:tav>
                                        <p:tav tm="100000">
                                          <p:val>
                                            <p:strVal val="#ppt_w"/>
                                          </p:val>
                                        </p:tav>
                                      </p:tavLst>
                                    </p:anim>
                                    <p:anim calcmode="lin" valueType="num">
                                      <p:cBhvr>
                                        <p:cTn id="39" dur="500" fill="hold"/>
                                        <p:tgtEl>
                                          <p:spTgt spid="28"/>
                                        </p:tgtEl>
                                        <p:attrNameLst>
                                          <p:attrName>ppt_h</p:attrName>
                                        </p:attrNameLst>
                                      </p:cBhvr>
                                      <p:tavLst>
                                        <p:tav tm="0">
                                          <p:val>
                                            <p:fltVal val="0"/>
                                          </p:val>
                                        </p:tav>
                                        <p:tav tm="100000">
                                          <p:val>
                                            <p:strVal val="#ppt_h"/>
                                          </p:val>
                                        </p:tav>
                                      </p:tavLst>
                                    </p:anim>
                                    <p:animEffect transition="in" filter="fade">
                                      <p:cBhvr>
                                        <p:cTn id="40" dur="500"/>
                                        <p:tgtEl>
                                          <p:spTgt spid="28"/>
                                        </p:tgtEl>
                                      </p:cBhvr>
                                    </p:animEffect>
                                  </p:childTnLst>
                                </p:cTn>
                              </p:par>
                            </p:childTnLst>
                          </p:cTn>
                        </p:par>
                        <p:par>
                          <p:cTn id="41" fill="hold">
                            <p:stCondLst>
                              <p:cond delay="2500"/>
                            </p:stCondLst>
                            <p:childTnLst>
                              <p:par>
                                <p:cTn id="42" presetID="53" presetClass="entr" presetSubtype="0" fill="hold" nodeType="after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p:cTn id="44" dur="500" fill="hold"/>
                                        <p:tgtEl>
                                          <p:spTgt spid="9"/>
                                        </p:tgtEl>
                                        <p:attrNameLst>
                                          <p:attrName>ppt_w</p:attrName>
                                        </p:attrNameLst>
                                      </p:cBhvr>
                                      <p:tavLst>
                                        <p:tav tm="0">
                                          <p:val>
                                            <p:fltVal val="0"/>
                                          </p:val>
                                        </p:tav>
                                        <p:tav tm="100000">
                                          <p:val>
                                            <p:strVal val="#ppt_w"/>
                                          </p:val>
                                        </p:tav>
                                      </p:tavLst>
                                    </p:anim>
                                    <p:anim calcmode="lin" valueType="num">
                                      <p:cBhvr>
                                        <p:cTn id="45" dur="500" fill="hold"/>
                                        <p:tgtEl>
                                          <p:spTgt spid="9"/>
                                        </p:tgtEl>
                                        <p:attrNameLst>
                                          <p:attrName>ppt_h</p:attrName>
                                        </p:attrNameLst>
                                      </p:cBhvr>
                                      <p:tavLst>
                                        <p:tav tm="0">
                                          <p:val>
                                            <p:fltVal val="0"/>
                                          </p:val>
                                        </p:tav>
                                        <p:tav tm="100000">
                                          <p:val>
                                            <p:strVal val="#ppt_h"/>
                                          </p:val>
                                        </p:tav>
                                      </p:tavLst>
                                    </p:anim>
                                    <p:animEffect transition="in" filter="fade">
                                      <p:cBhvr>
                                        <p:cTn id="46" dur="500"/>
                                        <p:tgtEl>
                                          <p:spTgt spid="9"/>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38"/>
                                        </p:tgtEl>
                                        <p:attrNameLst>
                                          <p:attrName>style.visibility</p:attrName>
                                        </p:attrNameLst>
                                      </p:cBhvr>
                                      <p:to>
                                        <p:strVal val="visible"/>
                                      </p:to>
                                    </p:set>
                                    <p:animEffect transition="in" filter="wipe(left)">
                                      <p:cBhvr>
                                        <p:cTn id="49" dur="500"/>
                                        <p:tgtEl>
                                          <p:spTgt spid="38"/>
                                        </p:tgtEl>
                                      </p:cBhvr>
                                    </p:animEffect>
                                  </p:childTnLst>
                                </p:cTn>
                              </p:par>
                            </p:childTnLst>
                          </p:cTn>
                        </p:par>
                        <p:par>
                          <p:cTn id="50" fill="hold">
                            <p:stCondLst>
                              <p:cond delay="3000"/>
                            </p:stCondLst>
                            <p:childTnLst>
                              <p:par>
                                <p:cTn id="51" presetID="2" presetClass="entr" presetSubtype="4" accel="50000" decel="50000" fill="hold" grpId="0" nodeType="afterEffect">
                                  <p:stCondLst>
                                    <p:cond delay="0"/>
                                  </p:stCondLst>
                                  <p:childTnLst>
                                    <p:set>
                                      <p:cBhvr>
                                        <p:cTn id="52" dur="1" fill="hold">
                                          <p:stCondLst>
                                            <p:cond delay="0"/>
                                          </p:stCondLst>
                                        </p:cTn>
                                        <p:tgtEl>
                                          <p:spTgt spid="45"/>
                                        </p:tgtEl>
                                        <p:attrNameLst>
                                          <p:attrName>style.visibility</p:attrName>
                                        </p:attrNameLst>
                                      </p:cBhvr>
                                      <p:to>
                                        <p:strVal val="visible"/>
                                      </p:to>
                                    </p:set>
                                    <p:anim calcmode="lin" valueType="num">
                                      <p:cBhvr additive="base">
                                        <p:cTn id="53" dur="500" fill="hold"/>
                                        <p:tgtEl>
                                          <p:spTgt spid="45"/>
                                        </p:tgtEl>
                                        <p:attrNameLst>
                                          <p:attrName>ppt_x</p:attrName>
                                        </p:attrNameLst>
                                      </p:cBhvr>
                                      <p:tavLst>
                                        <p:tav tm="0">
                                          <p:val>
                                            <p:strVal val="#ppt_x"/>
                                          </p:val>
                                        </p:tav>
                                        <p:tav tm="100000">
                                          <p:val>
                                            <p:strVal val="#ppt_x"/>
                                          </p:val>
                                        </p:tav>
                                      </p:tavLst>
                                    </p:anim>
                                    <p:anim calcmode="lin" valueType="num">
                                      <p:cBhvr additive="base">
                                        <p:cTn id="54" dur="500" fill="hold"/>
                                        <p:tgtEl>
                                          <p:spTgt spid="45"/>
                                        </p:tgtEl>
                                        <p:attrNameLst>
                                          <p:attrName>ppt_y</p:attrName>
                                        </p:attrNameLst>
                                      </p:cBhvr>
                                      <p:tavLst>
                                        <p:tav tm="0">
                                          <p:val>
                                            <p:strVal val="1+#ppt_h/2"/>
                                          </p:val>
                                        </p:tav>
                                        <p:tav tm="100000">
                                          <p:val>
                                            <p:strVal val="#ppt_y"/>
                                          </p:val>
                                        </p:tav>
                                      </p:tavLst>
                                    </p:anim>
                                  </p:childTnLst>
                                </p:cTn>
                              </p:par>
                            </p:childTnLst>
                          </p:cTn>
                        </p:par>
                        <p:par>
                          <p:cTn id="55" fill="hold">
                            <p:stCondLst>
                              <p:cond delay="3500"/>
                            </p:stCondLst>
                            <p:childTnLst>
                              <p:par>
                                <p:cTn id="56" presetID="22" presetClass="entr" presetSubtype="8" fill="hold" nodeType="after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wipe(left)">
                                      <p:cBhvr>
                                        <p:cTn id="58" dur="500"/>
                                        <p:tgtEl>
                                          <p:spTgt spid="4"/>
                                        </p:tgtEl>
                                      </p:cBhvr>
                                    </p:animEffect>
                                  </p:childTnLst>
                                </p:cTn>
                              </p:par>
                              <p:par>
                                <p:cTn id="59" presetID="53" presetClass="entr" presetSubtype="0"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p:cTn id="61" dur="500" fill="hold"/>
                                        <p:tgtEl>
                                          <p:spTgt spid="31"/>
                                        </p:tgtEl>
                                        <p:attrNameLst>
                                          <p:attrName>ppt_w</p:attrName>
                                        </p:attrNameLst>
                                      </p:cBhvr>
                                      <p:tavLst>
                                        <p:tav tm="0">
                                          <p:val>
                                            <p:fltVal val="0"/>
                                          </p:val>
                                        </p:tav>
                                        <p:tav tm="100000">
                                          <p:val>
                                            <p:strVal val="#ppt_w"/>
                                          </p:val>
                                        </p:tav>
                                      </p:tavLst>
                                    </p:anim>
                                    <p:anim calcmode="lin" valueType="num">
                                      <p:cBhvr>
                                        <p:cTn id="62" dur="500" fill="hold"/>
                                        <p:tgtEl>
                                          <p:spTgt spid="31"/>
                                        </p:tgtEl>
                                        <p:attrNameLst>
                                          <p:attrName>ppt_h</p:attrName>
                                        </p:attrNameLst>
                                      </p:cBhvr>
                                      <p:tavLst>
                                        <p:tav tm="0">
                                          <p:val>
                                            <p:fltVal val="0"/>
                                          </p:val>
                                        </p:tav>
                                        <p:tav tm="100000">
                                          <p:val>
                                            <p:strVal val="#ppt_h"/>
                                          </p:val>
                                        </p:tav>
                                      </p:tavLst>
                                    </p:anim>
                                    <p:animEffect transition="in" filter="fade">
                                      <p:cBhvr>
                                        <p:cTn id="63" dur="500"/>
                                        <p:tgtEl>
                                          <p:spTgt spid="31"/>
                                        </p:tgtEl>
                                      </p:cBhvr>
                                    </p:animEffect>
                                  </p:childTnLst>
                                </p:cTn>
                              </p:par>
                            </p:childTnLst>
                          </p:cTn>
                        </p:par>
                        <p:par>
                          <p:cTn id="64" fill="hold">
                            <p:stCondLst>
                              <p:cond delay="4000"/>
                            </p:stCondLst>
                            <p:childTnLst>
                              <p:par>
                                <p:cTn id="65" presetID="53" presetClass="entr" presetSubtype="0" fill="hold" nodeType="after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500" fill="hold"/>
                                        <p:tgtEl>
                                          <p:spTgt spid="10"/>
                                        </p:tgtEl>
                                        <p:attrNameLst>
                                          <p:attrName>ppt_w</p:attrName>
                                        </p:attrNameLst>
                                      </p:cBhvr>
                                      <p:tavLst>
                                        <p:tav tm="0">
                                          <p:val>
                                            <p:fltVal val="0"/>
                                          </p:val>
                                        </p:tav>
                                        <p:tav tm="100000">
                                          <p:val>
                                            <p:strVal val="#ppt_w"/>
                                          </p:val>
                                        </p:tav>
                                      </p:tavLst>
                                    </p:anim>
                                    <p:anim calcmode="lin" valueType="num">
                                      <p:cBhvr>
                                        <p:cTn id="68" dur="500" fill="hold"/>
                                        <p:tgtEl>
                                          <p:spTgt spid="10"/>
                                        </p:tgtEl>
                                        <p:attrNameLst>
                                          <p:attrName>ppt_h</p:attrName>
                                        </p:attrNameLst>
                                      </p:cBhvr>
                                      <p:tavLst>
                                        <p:tav tm="0">
                                          <p:val>
                                            <p:fltVal val="0"/>
                                          </p:val>
                                        </p:tav>
                                        <p:tav tm="100000">
                                          <p:val>
                                            <p:strVal val="#ppt_h"/>
                                          </p:val>
                                        </p:tav>
                                      </p:tavLst>
                                    </p:anim>
                                    <p:animEffect transition="in" filter="fade">
                                      <p:cBhvr>
                                        <p:cTn id="69" dur="500"/>
                                        <p:tgtEl>
                                          <p:spTgt spid="10"/>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39"/>
                                        </p:tgtEl>
                                        <p:attrNameLst>
                                          <p:attrName>style.visibility</p:attrName>
                                        </p:attrNameLst>
                                      </p:cBhvr>
                                      <p:to>
                                        <p:strVal val="visible"/>
                                      </p:to>
                                    </p:set>
                                    <p:animEffect transition="in" filter="wipe(left)">
                                      <p:cBhvr>
                                        <p:cTn id="72" dur="500"/>
                                        <p:tgtEl>
                                          <p:spTgt spid="39"/>
                                        </p:tgtEl>
                                      </p:cBhvr>
                                    </p:animEffect>
                                  </p:childTnLst>
                                </p:cTn>
                              </p:par>
                            </p:childTnLst>
                          </p:cTn>
                        </p:par>
                        <p:par>
                          <p:cTn id="73" fill="hold">
                            <p:stCondLst>
                              <p:cond delay="4500"/>
                            </p:stCondLst>
                            <p:childTnLst>
                              <p:par>
                                <p:cTn id="74" presetID="2" presetClass="entr" presetSubtype="4" accel="50000" decel="50000" fill="hold" grpId="0" nodeType="afterEffect">
                                  <p:stCondLst>
                                    <p:cond delay="0"/>
                                  </p:stCondLst>
                                  <p:childTnLst>
                                    <p:set>
                                      <p:cBhvr>
                                        <p:cTn id="75" dur="1" fill="hold">
                                          <p:stCondLst>
                                            <p:cond delay="0"/>
                                          </p:stCondLst>
                                        </p:cTn>
                                        <p:tgtEl>
                                          <p:spTgt spid="47"/>
                                        </p:tgtEl>
                                        <p:attrNameLst>
                                          <p:attrName>style.visibility</p:attrName>
                                        </p:attrNameLst>
                                      </p:cBhvr>
                                      <p:to>
                                        <p:strVal val="visible"/>
                                      </p:to>
                                    </p:set>
                                    <p:anim calcmode="lin" valueType="num">
                                      <p:cBhvr additive="base">
                                        <p:cTn id="76" dur="500" fill="hold"/>
                                        <p:tgtEl>
                                          <p:spTgt spid="47"/>
                                        </p:tgtEl>
                                        <p:attrNameLst>
                                          <p:attrName>ppt_x</p:attrName>
                                        </p:attrNameLst>
                                      </p:cBhvr>
                                      <p:tavLst>
                                        <p:tav tm="0">
                                          <p:val>
                                            <p:strVal val="#ppt_x"/>
                                          </p:val>
                                        </p:tav>
                                        <p:tav tm="100000">
                                          <p:val>
                                            <p:strVal val="#ppt_x"/>
                                          </p:val>
                                        </p:tav>
                                      </p:tavLst>
                                    </p:anim>
                                    <p:anim calcmode="lin" valueType="num">
                                      <p:cBhvr additive="base">
                                        <p:cTn id="77" dur="500" fill="hold"/>
                                        <p:tgtEl>
                                          <p:spTgt spid="47"/>
                                        </p:tgtEl>
                                        <p:attrNameLst>
                                          <p:attrName>ppt_y</p:attrName>
                                        </p:attrNameLst>
                                      </p:cBhvr>
                                      <p:tavLst>
                                        <p:tav tm="0">
                                          <p:val>
                                            <p:strVal val="1+#ppt_h/2"/>
                                          </p:val>
                                        </p:tav>
                                        <p:tav tm="100000">
                                          <p:val>
                                            <p:strVal val="#ppt_y"/>
                                          </p:val>
                                        </p:tav>
                                      </p:tavLst>
                                    </p:anim>
                                  </p:childTnLst>
                                </p:cTn>
                              </p:par>
                            </p:childTnLst>
                          </p:cTn>
                        </p:par>
                        <p:par>
                          <p:cTn id="78" fill="hold">
                            <p:stCondLst>
                              <p:cond delay="5000"/>
                            </p:stCondLst>
                            <p:childTnLst>
                              <p:par>
                                <p:cTn id="79" presetID="22" presetClass="entr" presetSubtype="8" fill="hold" nodeType="afterEffect">
                                  <p:stCondLst>
                                    <p:cond delay="0"/>
                                  </p:stCondLst>
                                  <p:childTnLst>
                                    <p:set>
                                      <p:cBhvr>
                                        <p:cTn id="80" dur="1" fill="hold">
                                          <p:stCondLst>
                                            <p:cond delay="0"/>
                                          </p:stCondLst>
                                        </p:cTn>
                                        <p:tgtEl>
                                          <p:spTgt spid="5"/>
                                        </p:tgtEl>
                                        <p:attrNameLst>
                                          <p:attrName>style.visibility</p:attrName>
                                        </p:attrNameLst>
                                      </p:cBhvr>
                                      <p:to>
                                        <p:strVal val="visible"/>
                                      </p:to>
                                    </p:set>
                                    <p:animEffect transition="in" filter="wipe(left)">
                                      <p:cBhvr>
                                        <p:cTn id="81" dur="500"/>
                                        <p:tgtEl>
                                          <p:spTgt spid="5"/>
                                        </p:tgtEl>
                                      </p:cBhvr>
                                    </p:animEffect>
                                  </p:childTnLst>
                                </p:cTn>
                              </p:par>
                              <p:par>
                                <p:cTn id="82" presetID="53" presetClass="entr" presetSubtype="0" fill="hold" grpId="0" nodeType="withEffect">
                                  <p:stCondLst>
                                    <p:cond delay="0"/>
                                  </p:stCondLst>
                                  <p:childTnLst>
                                    <p:set>
                                      <p:cBhvr>
                                        <p:cTn id="83" dur="1" fill="hold">
                                          <p:stCondLst>
                                            <p:cond delay="0"/>
                                          </p:stCondLst>
                                        </p:cTn>
                                        <p:tgtEl>
                                          <p:spTgt spid="33"/>
                                        </p:tgtEl>
                                        <p:attrNameLst>
                                          <p:attrName>style.visibility</p:attrName>
                                        </p:attrNameLst>
                                      </p:cBhvr>
                                      <p:to>
                                        <p:strVal val="visible"/>
                                      </p:to>
                                    </p:set>
                                    <p:anim calcmode="lin" valueType="num">
                                      <p:cBhvr>
                                        <p:cTn id="84" dur="500" fill="hold"/>
                                        <p:tgtEl>
                                          <p:spTgt spid="33"/>
                                        </p:tgtEl>
                                        <p:attrNameLst>
                                          <p:attrName>ppt_w</p:attrName>
                                        </p:attrNameLst>
                                      </p:cBhvr>
                                      <p:tavLst>
                                        <p:tav tm="0">
                                          <p:val>
                                            <p:fltVal val="0"/>
                                          </p:val>
                                        </p:tav>
                                        <p:tav tm="100000">
                                          <p:val>
                                            <p:strVal val="#ppt_w"/>
                                          </p:val>
                                        </p:tav>
                                      </p:tavLst>
                                    </p:anim>
                                    <p:anim calcmode="lin" valueType="num">
                                      <p:cBhvr>
                                        <p:cTn id="85" dur="500" fill="hold"/>
                                        <p:tgtEl>
                                          <p:spTgt spid="33"/>
                                        </p:tgtEl>
                                        <p:attrNameLst>
                                          <p:attrName>ppt_h</p:attrName>
                                        </p:attrNameLst>
                                      </p:cBhvr>
                                      <p:tavLst>
                                        <p:tav tm="0">
                                          <p:val>
                                            <p:fltVal val="0"/>
                                          </p:val>
                                        </p:tav>
                                        <p:tav tm="100000">
                                          <p:val>
                                            <p:strVal val="#ppt_h"/>
                                          </p:val>
                                        </p:tav>
                                      </p:tavLst>
                                    </p:anim>
                                    <p:animEffect transition="in" filter="fade">
                                      <p:cBhvr>
                                        <p:cTn id="86" dur="500"/>
                                        <p:tgtEl>
                                          <p:spTgt spid="33"/>
                                        </p:tgtEl>
                                      </p:cBhvr>
                                    </p:animEffect>
                                  </p:childTnLst>
                                </p:cTn>
                              </p:par>
                            </p:childTnLst>
                          </p:cTn>
                        </p:par>
                        <p:par>
                          <p:cTn id="87" fill="hold">
                            <p:stCondLst>
                              <p:cond delay="5500"/>
                            </p:stCondLst>
                            <p:childTnLst>
                              <p:par>
                                <p:cTn id="88" presetID="53" presetClass="entr" presetSubtype="0" fill="hold" nodeType="afterEffect">
                                  <p:stCondLst>
                                    <p:cond delay="0"/>
                                  </p:stCondLst>
                                  <p:childTnLst>
                                    <p:set>
                                      <p:cBhvr>
                                        <p:cTn id="89" dur="1" fill="hold">
                                          <p:stCondLst>
                                            <p:cond delay="0"/>
                                          </p:stCondLst>
                                        </p:cTn>
                                        <p:tgtEl>
                                          <p:spTgt spid="11"/>
                                        </p:tgtEl>
                                        <p:attrNameLst>
                                          <p:attrName>style.visibility</p:attrName>
                                        </p:attrNameLst>
                                      </p:cBhvr>
                                      <p:to>
                                        <p:strVal val="visible"/>
                                      </p:to>
                                    </p:set>
                                    <p:anim calcmode="lin" valueType="num">
                                      <p:cBhvr>
                                        <p:cTn id="90" dur="500" fill="hold"/>
                                        <p:tgtEl>
                                          <p:spTgt spid="11"/>
                                        </p:tgtEl>
                                        <p:attrNameLst>
                                          <p:attrName>ppt_w</p:attrName>
                                        </p:attrNameLst>
                                      </p:cBhvr>
                                      <p:tavLst>
                                        <p:tav tm="0">
                                          <p:val>
                                            <p:fltVal val="0"/>
                                          </p:val>
                                        </p:tav>
                                        <p:tav tm="100000">
                                          <p:val>
                                            <p:strVal val="#ppt_w"/>
                                          </p:val>
                                        </p:tav>
                                      </p:tavLst>
                                    </p:anim>
                                    <p:anim calcmode="lin" valueType="num">
                                      <p:cBhvr>
                                        <p:cTn id="91" dur="500" fill="hold"/>
                                        <p:tgtEl>
                                          <p:spTgt spid="11"/>
                                        </p:tgtEl>
                                        <p:attrNameLst>
                                          <p:attrName>ppt_h</p:attrName>
                                        </p:attrNameLst>
                                      </p:cBhvr>
                                      <p:tavLst>
                                        <p:tav tm="0">
                                          <p:val>
                                            <p:fltVal val="0"/>
                                          </p:val>
                                        </p:tav>
                                        <p:tav tm="100000">
                                          <p:val>
                                            <p:strVal val="#ppt_h"/>
                                          </p:val>
                                        </p:tav>
                                      </p:tavLst>
                                    </p:anim>
                                    <p:animEffect transition="in" filter="fade">
                                      <p:cBhvr>
                                        <p:cTn id="92" dur="500"/>
                                        <p:tgtEl>
                                          <p:spTgt spid="11"/>
                                        </p:tgtEl>
                                      </p:cBhvr>
                                    </p:animEffect>
                                  </p:childTnLst>
                                </p:cTn>
                              </p:par>
                              <p:par>
                                <p:cTn id="93" presetID="22" presetClass="entr" presetSubtype="8" fill="hold" grpId="0" nodeType="withEffect">
                                  <p:stCondLst>
                                    <p:cond delay="0"/>
                                  </p:stCondLst>
                                  <p:childTnLst>
                                    <p:set>
                                      <p:cBhvr>
                                        <p:cTn id="94" dur="1" fill="hold">
                                          <p:stCondLst>
                                            <p:cond delay="0"/>
                                          </p:stCondLst>
                                        </p:cTn>
                                        <p:tgtEl>
                                          <p:spTgt spid="40"/>
                                        </p:tgtEl>
                                        <p:attrNameLst>
                                          <p:attrName>style.visibility</p:attrName>
                                        </p:attrNameLst>
                                      </p:cBhvr>
                                      <p:to>
                                        <p:strVal val="visible"/>
                                      </p:to>
                                    </p:set>
                                    <p:animEffect transition="in" filter="wipe(left)">
                                      <p:cBhvr>
                                        <p:cTn id="9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5" grpId="0" animBg="1"/>
      <p:bldP spid="43" grpId="0" animBg="1"/>
      <p:bldP spid="22" grpId="0" animBg="1"/>
      <p:bldP spid="26" grpId="0" animBg="1"/>
      <p:bldP spid="28" grpId="0" animBg="1"/>
      <p:bldP spid="31" grpId="0" animBg="1"/>
      <p:bldP spid="33" grpId="0" animBg="1"/>
      <p:bldP spid="37" grpId="0"/>
      <p:bldP spid="38" grpId="0"/>
      <p:bldP spid="39" grpId="0"/>
      <p:bldP spid="40"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44"/>
          <p:cNvGrpSpPr/>
          <p:nvPr/>
        </p:nvGrpSpPr>
        <p:grpSpPr>
          <a:xfrm>
            <a:off x="793061" y="2778214"/>
            <a:ext cx="1793081" cy="1942289"/>
            <a:chOff x="734693" y="2718831"/>
            <a:chExt cx="1793081" cy="1942289"/>
          </a:xfrm>
        </p:grpSpPr>
        <p:grpSp>
          <p:nvGrpSpPr>
            <p:cNvPr id="3" name="Group 45"/>
            <p:cNvGrpSpPr/>
            <p:nvPr/>
          </p:nvGrpSpPr>
          <p:grpSpPr>
            <a:xfrm>
              <a:off x="734693" y="2718831"/>
              <a:ext cx="1793081" cy="1942289"/>
              <a:chOff x="793061" y="2154807"/>
              <a:chExt cx="1793081" cy="2210049"/>
            </a:xfrm>
          </p:grpSpPr>
          <p:sp>
            <p:nvSpPr>
              <p:cNvPr id="44" name="Round Same Side Corner Rectangle 43"/>
              <p:cNvSpPr/>
              <p:nvPr/>
            </p:nvSpPr>
            <p:spPr>
              <a:xfrm flipV="1">
                <a:off x="793061" y="2154807"/>
                <a:ext cx="1793081" cy="2210049"/>
              </a:xfrm>
              <a:prstGeom prst="round2SameRect">
                <a:avLst>
                  <a:gd name="adj1" fmla="val 8813"/>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Round Same Side Corner Rectangle 41"/>
              <p:cNvSpPr/>
              <p:nvPr/>
            </p:nvSpPr>
            <p:spPr>
              <a:xfrm flipV="1">
                <a:off x="793061" y="2154808"/>
                <a:ext cx="1793081" cy="2169539"/>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47" name="Text Placeholder 3"/>
            <p:cNvSpPr txBox="1">
              <a:spLocks/>
            </p:cNvSpPr>
            <p:nvPr/>
          </p:nvSpPr>
          <p:spPr>
            <a:xfrm>
              <a:off x="869234" y="3359702"/>
              <a:ext cx="1523999" cy="107721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tx1">
                      <a:lumMod val="75000"/>
                      <a:lumOff val="25000"/>
                    </a:schemeClr>
                  </a:solidFill>
                  <a:cs typeface="+mj-cs"/>
                </a:rPr>
                <a:t>There are many variations of passages but the that majority have  suffered alteration in </a:t>
              </a:r>
              <a:br>
                <a:rPr lang="en-US" sz="1000" dirty="0">
                  <a:solidFill>
                    <a:schemeClr val="tx1">
                      <a:lumMod val="75000"/>
                      <a:lumOff val="25000"/>
                    </a:schemeClr>
                  </a:solidFill>
                  <a:cs typeface="+mj-cs"/>
                </a:rPr>
              </a:br>
              <a:r>
                <a:rPr lang="en-US" sz="1000" dirty="0">
                  <a:solidFill>
                    <a:schemeClr val="tx1">
                      <a:lumMod val="75000"/>
                      <a:lumOff val="25000"/>
                    </a:schemeClr>
                  </a:solidFill>
                  <a:cs typeface="+mj-cs"/>
                </a:rPr>
                <a:t>by injected.</a:t>
              </a:r>
              <a:r>
                <a:rPr lang="en-US" sz="1000" dirty="0">
                  <a:solidFill>
                    <a:schemeClr val="tx1">
                      <a:lumMod val="75000"/>
                      <a:lumOff val="25000"/>
                    </a:schemeClr>
                  </a:solidFill>
                </a:rPr>
                <a:t> There are many variations of passages but the that majority have  suffered alteration in some </a:t>
              </a:r>
            </a:p>
          </p:txBody>
        </p:sp>
      </p:grpSp>
      <p:sp>
        <p:nvSpPr>
          <p:cNvPr id="37" name="Title 36"/>
          <p:cNvSpPr>
            <a:spLocks noGrp="1"/>
          </p:cNvSpPr>
          <p:nvPr>
            <p:ph type="title"/>
          </p:nvPr>
        </p:nvSpPr>
        <p:spPr/>
        <p:txBody>
          <a:bodyPr/>
          <a:lstStyle/>
          <a:p>
            <a:r>
              <a:rPr lang="en-US"/>
              <a:t>Business Analysis</a:t>
            </a:r>
            <a:endParaRPr lang="en-US" dirty="0"/>
          </a:p>
        </p:txBody>
      </p:sp>
      <p:sp>
        <p:nvSpPr>
          <p:cNvPr id="45" name="Text Placeholder 44"/>
          <p:cNvSpPr>
            <a:spLocks noGrp="1"/>
          </p:cNvSpPr>
          <p:nvPr>
            <p:ph type="body" sz="half" idx="2"/>
          </p:nvPr>
        </p:nvSpPr>
        <p:spPr/>
        <p:txBody>
          <a:bodyPr/>
          <a:lstStyle/>
          <a:p>
            <a:r>
              <a:rPr lang="en-US"/>
              <a:t>Business Analysis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139</a:t>
            </a:fld>
            <a:endParaRPr lang="en-US" dirty="0"/>
          </a:p>
        </p:txBody>
      </p:sp>
      <p:grpSp>
        <p:nvGrpSpPr>
          <p:cNvPr id="4" name="Group 140"/>
          <p:cNvGrpSpPr/>
          <p:nvPr/>
        </p:nvGrpSpPr>
        <p:grpSpPr>
          <a:xfrm>
            <a:off x="793061" y="2123686"/>
            <a:ext cx="1793081" cy="1202154"/>
            <a:chOff x="734692" y="2064303"/>
            <a:chExt cx="1793081" cy="1202154"/>
          </a:xfrm>
        </p:grpSpPr>
        <p:grpSp>
          <p:nvGrpSpPr>
            <p:cNvPr id="5" name="Group 49"/>
            <p:cNvGrpSpPr/>
            <p:nvPr/>
          </p:nvGrpSpPr>
          <p:grpSpPr>
            <a:xfrm rot="16200000" flipH="1" flipV="1">
              <a:off x="1030156" y="1768839"/>
              <a:ext cx="1202154" cy="1793081"/>
              <a:chOff x="7162800" y="1192655"/>
              <a:chExt cx="1318260" cy="1628775"/>
            </a:xfrm>
          </p:grpSpPr>
          <p:sp>
            <p:nvSpPr>
              <p:cNvPr id="25" name="Rectangle 24"/>
              <p:cNvSpPr/>
              <p:nvPr/>
            </p:nvSpPr>
            <p:spPr>
              <a:xfrm>
                <a:off x="7162800" y="1192655"/>
                <a:ext cx="1219200" cy="1628775"/>
              </a:xfrm>
              <a:prstGeom prst="homePlat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6" name="Rectangle 8"/>
              <p:cNvSpPr/>
              <p:nvPr/>
            </p:nvSpPr>
            <p:spPr>
              <a:xfrm>
                <a:off x="7261860" y="1192655"/>
                <a:ext cx="1219200" cy="1628775"/>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63" name="TextBox 62"/>
            <p:cNvSpPr txBox="1"/>
            <p:nvPr/>
          </p:nvSpPr>
          <p:spPr>
            <a:xfrm>
              <a:off x="1352310" y="2788202"/>
              <a:ext cx="557846" cy="184666"/>
            </a:xfrm>
            <a:prstGeom prst="rect">
              <a:avLst/>
            </a:prstGeom>
            <a:noFill/>
          </p:spPr>
          <p:txBody>
            <a:bodyPr wrap="none" lIns="0" tIns="0" rIns="0" bIns="0" rtlCol="0" anchor="t">
              <a:spAutoFit/>
            </a:bodyPr>
            <a:lstStyle/>
            <a:p>
              <a:pPr algn="ctr"/>
              <a:r>
                <a:rPr lang="en-US" sz="1200" b="1" dirty="0">
                  <a:solidFill>
                    <a:schemeClr val="bg1"/>
                  </a:solidFill>
                </a:rPr>
                <a:t>Diagnose</a:t>
              </a:r>
            </a:p>
          </p:txBody>
        </p:sp>
        <p:grpSp>
          <p:nvGrpSpPr>
            <p:cNvPr id="6" name="Group 66"/>
            <p:cNvGrpSpPr/>
            <p:nvPr/>
          </p:nvGrpSpPr>
          <p:grpSpPr>
            <a:xfrm>
              <a:off x="1443128" y="2292902"/>
              <a:ext cx="376211" cy="379555"/>
              <a:chOff x="0" y="2706688"/>
              <a:chExt cx="357188" cy="360363"/>
            </a:xfrm>
            <a:solidFill>
              <a:schemeClr val="bg1"/>
            </a:solidFill>
          </p:grpSpPr>
          <p:sp>
            <p:nvSpPr>
              <p:cNvPr id="65" name="Freeform 107"/>
              <p:cNvSpPr>
                <a:spLocks noEditPoints="1"/>
              </p:cNvSpPr>
              <p:nvPr/>
            </p:nvSpPr>
            <p:spPr bwMode="auto">
              <a:xfrm>
                <a:off x="0" y="2706688"/>
                <a:ext cx="357188" cy="360363"/>
              </a:xfrm>
              <a:custGeom>
                <a:avLst/>
                <a:gdLst/>
                <a:ahLst/>
                <a:cxnLst>
                  <a:cxn ang="0">
                    <a:pos x="112" y="12"/>
                  </a:cxn>
                  <a:cxn ang="0">
                    <a:pos x="96" y="12"/>
                  </a:cxn>
                  <a:cxn ang="0">
                    <a:pos x="96" y="4"/>
                  </a:cxn>
                  <a:cxn ang="0">
                    <a:pos x="92" y="0"/>
                  </a:cxn>
                  <a:cxn ang="0">
                    <a:pos x="88" y="4"/>
                  </a:cxn>
                  <a:cxn ang="0">
                    <a:pos x="88" y="12"/>
                  </a:cxn>
                  <a:cxn ang="0">
                    <a:pos x="65" y="12"/>
                  </a:cxn>
                  <a:cxn ang="0">
                    <a:pos x="65" y="4"/>
                  </a:cxn>
                  <a:cxn ang="0">
                    <a:pos x="61" y="0"/>
                  </a:cxn>
                  <a:cxn ang="0">
                    <a:pos x="57" y="4"/>
                  </a:cxn>
                  <a:cxn ang="0">
                    <a:pos x="57" y="12"/>
                  </a:cxn>
                  <a:cxn ang="0">
                    <a:pos x="34" y="12"/>
                  </a:cxn>
                  <a:cxn ang="0">
                    <a:pos x="34" y="4"/>
                  </a:cxn>
                  <a:cxn ang="0">
                    <a:pos x="30" y="0"/>
                  </a:cxn>
                  <a:cxn ang="0">
                    <a:pos x="27" y="4"/>
                  </a:cxn>
                  <a:cxn ang="0">
                    <a:pos x="27" y="12"/>
                  </a:cxn>
                  <a:cxn ang="0">
                    <a:pos x="10" y="12"/>
                  </a:cxn>
                  <a:cxn ang="0">
                    <a:pos x="0" y="22"/>
                  </a:cxn>
                  <a:cxn ang="0">
                    <a:pos x="0" y="113"/>
                  </a:cxn>
                  <a:cxn ang="0">
                    <a:pos x="10" y="123"/>
                  </a:cxn>
                  <a:cxn ang="0">
                    <a:pos x="112" y="123"/>
                  </a:cxn>
                  <a:cxn ang="0">
                    <a:pos x="122" y="113"/>
                  </a:cxn>
                  <a:cxn ang="0">
                    <a:pos x="122" y="22"/>
                  </a:cxn>
                  <a:cxn ang="0">
                    <a:pos x="112" y="12"/>
                  </a:cxn>
                  <a:cxn ang="0">
                    <a:pos x="115" y="113"/>
                  </a:cxn>
                  <a:cxn ang="0">
                    <a:pos x="112" y="115"/>
                  </a:cxn>
                  <a:cxn ang="0">
                    <a:pos x="10" y="115"/>
                  </a:cxn>
                  <a:cxn ang="0">
                    <a:pos x="7" y="113"/>
                  </a:cxn>
                  <a:cxn ang="0">
                    <a:pos x="7" y="22"/>
                  </a:cxn>
                  <a:cxn ang="0">
                    <a:pos x="10" y="19"/>
                  </a:cxn>
                  <a:cxn ang="0">
                    <a:pos x="27" y="19"/>
                  </a:cxn>
                  <a:cxn ang="0">
                    <a:pos x="27" y="27"/>
                  </a:cxn>
                  <a:cxn ang="0">
                    <a:pos x="30" y="31"/>
                  </a:cxn>
                  <a:cxn ang="0">
                    <a:pos x="34" y="27"/>
                  </a:cxn>
                  <a:cxn ang="0">
                    <a:pos x="34" y="19"/>
                  </a:cxn>
                  <a:cxn ang="0">
                    <a:pos x="57" y="19"/>
                  </a:cxn>
                  <a:cxn ang="0">
                    <a:pos x="57" y="27"/>
                  </a:cxn>
                  <a:cxn ang="0">
                    <a:pos x="61" y="31"/>
                  </a:cxn>
                  <a:cxn ang="0">
                    <a:pos x="65" y="27"/>
                  </a:cxn>
                  <a:cxn ang="0">
                    <a:pos x="65" y="19"/>
                  </a:cxn>
                  <a:cxn ang="0">
                    <a:pos x="88" y="19"/>
                  </a:cxn>
                  <a:cxn ang="0">
                    <a:pos x="88" y="27"/>
                  </a:cxn>
                  <a:cxn ang="0">
                    <a:pos x="92" y="31"/>
                  </a:cxn>
                  <a:cxn ang="0">
                    <a:pos x="96" y="27"/>
                  </a:cxn>
                  <a:cxn ang="0">
                    <a:pos x="96" y="19"/>
                  </a:cxn>
                  <a:cxn ang="0">
                    <a:pos x="112" y="19"/>
                  </a:cxn>
                  <a:cxn ang="0">
                    <a:pos x="115" y="22"/>
                  </a:cxn>
                  <a:cxn ang="0">
                    <a:pos x="115" y="113"/>
                  </a:cxn>
                  <a:cxn ang="0">
                    <a:pos x="115" y="113"/>
                  </a:cxn>
                  <a:cxn ang="0">
                    <a:pos x="115" y="113"/>
                  </a:cxn>
                </a:cxnLst>
                <a:rect l="0" t="0" r="r" b="b"/>
                <a:pathLst>
                  <a:path w="122" h="123">
                    <a:moveTo>
                      <a:pt x="112" y="12"/>
                    </a:moveTo>
                    <a:cubicBezTo>
                      <a:pt x="96" y="12"/>
                      <a:pt x="96" y="12"/>
                      <a:pt x="96" y="12"/>
                    </a:cubicBezTo>
                    <a:cubicBezTo>
                      <a:pt x="96" y="4"/>
                      <a:pt x="96" y="4"/>
                      <a:pt x="96" y="4"/>
                    </a:cubicBezTo>
                    <a:cubicBezTo>
                      <a:pt x="96" y="2"/>
                      <a:pt x="94" y="0"/>
                      <a:pt x="92" y="0"/>
                    </a:cubicBezTo>
                    <a:cubicBezTo>
                      <a:pt x="90" y="0"/>
                      <a:pt x="88" y="2"/>
                      <a:pt x="88" y="4"/>
                    </a:cubicBezTo>
                    <a:cubicBezTo>
                      <a:pt x="88" y="12"/>
                      <a:pt x="88" y="12"/>
                      <a:pt x="88" y="12"/>
                    </a:cubicBezTo>
                    <a:cubicBezTo>
                      <a:pt x="65" y="12"/>
                      <a:pt x="65" y="12"/>
                      <a:pt x="65" y="12"/>
                    </a:cubicBezTo>
                    <a:cubicBezTo>
                      <a:pt x="65" y="4"/>
                      <a:pt x="65" y="4"/>
                      <a:pt x="65" y="4"/>
                    </a:cubicBezTo>
                    <a:cubicBezTo>
                      <a:pt x="65" y="2"/>
                      <a:pt x="63" y="0"/>
                      <a:pt x="61" y="0"/>
                    </a:cubicBezTo>
                    <a:cubicBezTo>
                      <a:pt x="59" y="0"/>
                      <a:pt x="57" y="2"/>
                      <a:pt x="57" y="4"/>
                    </a:cubicBezTo>
                    <a:cubicBezTo>
                      <a:pt x="57" y="12"/>
                      <a:pt x="57" y="12"/>
                      <a:pt x="57" y="12"/>
                    </a:cubicBezTo>
                    <a:cubicBezTo>
                      <a:pt x="34" y="12"/>
                      <a:pt x="34" y="12"/>
                      <a:pt x="34" y="12"/>
                    </a:cubicBezTo>
                    <a:cubicBezTo>
                      <a:pt x="34" y="4"/>
                      <a:pt x="34" y="4"/>
                      <a:pt x="34" y="4"/>
                    </a:cubicBezTo>
                    <a:cubicBezTo>
                      <a:pt x="34" y="2"/>
                      <a:pt x="32" y="0"/>
                      <a:pt x="30" y="0"/>
                    </a:cubicBezTo>
                    <a:cubicBezTo>
                      <a:pt x="28" y="0"/>
                      <a:pt x="27" y="2"/>
                      <a:pt x="27" y="4"/>
                    </a:cubicBezTo>
                    <a:cubicBezTo>
                      <a:pt x="27" y="12"/>
                      <a:pt x="27" y="12"/>
                      <a:pt x="27" y="12"/>
                    </a:cubicBezTo>
                    <a:cubicBezTo>
                      <a:pt x="10" y="12"/>
                      <a:pt x="10" y="12"/>
                      <a:pt x="10" y="12"/>
                    </a:cubicBezTo>
                    <a:cubicBezTo>
                      <a:pt x="4" y="12"/>
                      <a:pt x="0" y="16"/>
                      <a:pt x="0" y="22"/>
                    </a:cubicBezTo>
                    <a:cubicBezTo>
                      <a:pt x="0" y="113"/>
                      <a:pt x="0" y="113"/>
                      <a:pt x="0" y="113"/>
                    </a:cubicBezTo>
                    <a:cubicBezTo>
                      <a:pt x="0" y="118"/>
                      <a:pt x="4" y="123"/>
                      <a:pt x="10" y="123"/>
                    </a:cubicBezTo>
                    <a:cubicBezTo>
                      <a:pt x="112" y="123"/>
                      <a:pt x="112" y="123"/>
                      <a:pt x="112" y="123"/>
                    </a:cubicBezTo>
                    <a:cubicBezTo>
                      <a:pt x="118" y="123"/>
                      <a:pt x="122" y="118"/>
                      <a:pt x="122" y="113"/>
                    </a:cubicBezTo>
                    <a:cubicBezTo>
                      <a:pt x="122" y="22"/>
                      <a:pt x="122" y="22"/>
                      <a:pt x="122" y="22"/>
                    </a:cubicBezTo>
                    <a:cubicBezTo>
                      <a:pt x="122" y="16"/>
                      <a:pt x="118" y="12"/>
                      <a:pt x="112" y="12"/>
                    </a:cubicBezTo>
                    <a:close/>
                    <a:moveTo>
                      <a:pt x="115" y="113"/>
                    </a:moveTo>
                    <a:cubicBezTo>
                      <a:pt x="115" y="114"/>
                      <a:pt x="114" y="115"/>
                      <a:pt x="112" y="115"/>
                    </a:cubicBezTo>
                    <a:cubicBezTo>
                      <a:pt x="10" y="115"/>
                      <a:pt x="10" y="115"/>
                      <a:pt x="10" y="115"/>
                    </a:cubicBezTo>
                    <a:cubicBezTo>
                      <a:pt x="9" y="115"/>
                      <a:pt x="7" y="114"/>
                      <a:pt x="7" y="113"/>
                    </a:cubicBezTo>
                    <a:cubicBezTo>
                      <a:pt x="7" y="22"/>
                      <a:pt x="7" y="22"/>
                      <a:pt x="7" y="22"/>
                    </a:cubicBezTo>
                    <a:cubicBezTo>
                      <a:pt x="7" y="20"/>
                      <a:pt x="9" y="19"/>
                      <a:pt x="10" y="19"/>
                    </a:cubicBezTo>
                    <a:cubicBezTo>
                      <a:pt x="27" y="19"/>
                      <a:pt x="27" y="19"/>
                      <a:pt x="27" y="19"/>
                    </a:cubicBezTo>
                    <a:cubicBezTo>
                      <a:pt x="27" y="27"/>
                      <a:pt x="27" y="27"/>
                      <a:pt x="27" y="27"/>
                    </a:cubicBezTo>
                    <a:cubicBezTo>
                      <a:pt x="27" y="29"/>
                      <a:pt x="28" y="31"/>
                      <a:pt x="30" y="31"/>
                    </a:cubicBezTo>
                    <a:cubicBezTo>
                      <a:pt x="32" y="31"/>
                      <a:pt x="34" y="29"/>
                      <a:pt x="34" y="27"/>
                    </a:cubicBezTo>
                    <a:cubicBezTo>
                      <a:pt x="34" y="19"/>
                      <a:pt x="34" y="19"/>
                      <a:pt x="34" y="19"/>
                    </a:cubicBezTo>
                    <a:cubicBezTo>
                      <a:pt x="57" y="19"/>
                      <a:pt x="57" y="19"/>
                      <a:pt x="57" y="19"/>
                    </a:cubicBezTo>
                    <a:cubicBezTo>
                      <a:pt x="57" y="27"/>
                      <a:pt x="57" y="27"/>
                      <a:pt x="57" y="27"/>
                    </a:cubicBezTo>
                    <a:cubicBezTo>
                      <a:pt x="57" y="29"/>
                      <a:pt x="59" y="31"/>
                      <a:pt x="61" y="31"/>
                    </a:cubicBezTo>
                    <a:cubicBezTo>
                      <a:pt x="63" y="31"/>
                      <a:pt x="65" y="29"/>
                      <a:pt x="65" y="27"/>
                    </a:cubicBezTo>
                    <a:cubicBezTo>
                      <a:pt x="65" y="19"/>
                      <a:pt x="65" y="19"/>
                      <a:pt x="65" y="19"/>
                    </a:cubicBezTo>
                    <a:cubicBezTo>
                      <a:pt x="88" y="19"/>
                      <a:pt x="88" y="19"/>
                      <a:pt x="88" y="19"/>
                    </a:cubicBezTo>
                    <a:cubicBezTo>
                      <a:pt x="88" y="27"/>
                      <a:pt x="88" y="27"/>
                      <a:pt x="88" y="27"/>
                    </a:cubicBezTo>
                    <a:cubicBezTo>
                      <a:pt x="88" y="29"/>
                      <a:pt x="90" y="31"/>
                      <a:pt x="92" y="31"/>
                    </a:cubicBezTo>
                    <a:cubicBezTo>
                      <a:pt x="94" y="31"/>
                      <a:pt x="96" y="29"/>
                      <a:pt x="96" y="27"/>
                    </a:cubicBezTo>
                    <a:cubicBezTo>
                      <a:pt x="96" y="19"/>
                      <a:pt x="96" y="19"/>
                      <a:pt x="96" y="19"/>
                    </a:cubicBezTo>
                    <a:cubicBezTo>
                      <a:pt x="112" y="19"/>
                      <a:pt x="112" y="19"/>
                      <a:pt x="112" y="19"/>
                    </a:cubicBezTo>
                    <a:cubicBezTo>
                      <a:pt x="114" y="19"/>
                      <a:pt x="115" y="20"/>
                      <a:pt x="115" y="22"/>
                    </a:cubicBezTo>
                    <a:lnTo>
                      <a:pt x="115" y="113"/>
                    </a:lnTo>
                    <a:close/>
                    <a:moveTo>
                      <a:pt x="115" y="113"/>
                    </a:moveTo>
                    <a:cubicBezTo>
                      <a:pt x="115" y="113"/>
                      <a:pt x="115" y="113"/>
                      <a:pt x="115" y="1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Rectangle 108"/>
              <p:cNvSpPr>
                <a:spLocks noChangeArrowheads="1"/>
              </p:cNvSpPr>
              <p:nvPr/>
            </p:nvSpPr>
            <p:spPr bwMode="auto">
              <a:xfrm>
                <a:off x="79375" y="2841626"/>
                <a:ext cx="42863"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Rectangle 109"/>
              <p:cNvSpPr>
                <a:spLocks noChangeArrowheads="1"/>
              </p:cNvSpPr>
              <p:nvPr/>
            </p:nvSpPr>
            <p:spPr bwMode="auto">
              <a:xfrm>
                <a:off x="79375" y="2897188"/>
                <a:ext cx="42863"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Rectangle 110"/>
              <p:cNvSpPr>
                <a:spLocks noChangeArrowheads="1"/>
              </p:cNvSpPr>
              <p:nvPr/>
            </p:nvSpPr>
            <p:spPr bwMode="auto">
              <a:xfrm>
                <a:off x="79375" y="2955926"/>
                <a:ext cx="428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Rectangle 111"/>
              <p:cNvSpPr>
                <a:spLocks noChangeArrowheads="1"/>
              </p:cNvSpPr>
              <p:nvPr/>
            </p:nvSpPr>
            <p:spPr bwMode="auto">
              <a:xfrm>
                <a:off x="155575" y="2955926"/>
                <a:ext cx="46038"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Rectangle 112"/>
              <p:cNvSpPr>
                <a:spLocks noChangeArrowheads="1"/>
              </p:cNvSpPr>
              <p:nvPr/>
            </p:nvSpPr>
            <p:spPr bwMode="auto">
              <a:xfrm>
                <a:off x="155575" y="2897188"/>
                <a:ext cx="4603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Rectangle 113"/>
              <p:cNvSpPr>
                <a:spLocks noChangeArrowheads="1"/>
              </p:cNvSpPr>
              <p:nvPr/>
            </p:nvSpPr>
            <p:spPr bwMode="auto">
              <a:xfrm>
                <a:off x="155575" y="2841626"/>
                <a:ext cx="4603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Rectangle 114"/>
              <p:cNvSpPr>
                <a:spLocks noChangeArrowheads="1"/>
              </p:cNvSpPr>
              <p:nvPr/>
            </p:nvSpPr>
            <p:spPr bwMode="auto">
              <a:xfrm>
                <a:off x="233363" y="2955926"/>
                <a:ext cx="47625"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Rectangle 115"/>
              <p:cNvSpPr>
                <a:spLocks noChangeArrowheads="1"/>
              </p:cNvSpPr>
              <p:nvPr/>
            </p:nvSpPr>
            <p:spPr bwMode="auto">
              <a:xfrm>
                <a:off x="233363" y="2897188"/>
                <a:ext cx="47625"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Rectangle 116"/>
              <p:cNvSpPr>
                <a:spLocks noChangeArrowheads="1"/>
              </p:cNvSpPr>
              <p:nvPr/>
            </p:nvSpPr>
            <p:spPr bwMode="auto">
              <a:xfrm>
                <a:off x="233363" y="2841626"/>
                <a:ext cx="47625"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7" name="Group 145"/>
          <p:cNvGrpSpPr/>
          <p:nvPr/>
        </p:nvGrpSpPr>
        <p:grpSpPr>
          <a:xfrm>
            <a:off x="2725368" y="2778214"/>
            <a:ext cx="1793081" cy="1942289"/>
            <a:chOff x="2667000" y="2718831"/>
            <a:chExt cx="1793081" cy="1942289"/>
          </a:xfrm>
        </p:grpSpPr>
        <p:grpSp>
          <p:nvGrpSpPr>
            <p:cNvPr id="8" name="Group 45"/>
            <p:cNvGrpSpPr/>
            <p:nvPr/>
          </p:nvGrpSpPr>
          <p:grpSpPr>
            <a:xfrm>
              <a:off x="2667000" y="2718831"/>
              <a:ext cx="1793081" cy="1942289"/>
              <a:chOff x="793061" y="2154807"/>
              <a:chExt cx="1793081" cy="2210049"/>
            </a:xfrm>
          </p:grpSpPr>
          <p:sp>
            <p:nvSpPr>
              <p:cNvPr id="78" name="Round Same Side Corner Rectangle 77"/>
              <p:cNvSpPr/>
              <p:nvPr/>
            </p:nvSpPr>
            <p:spPr>
              <a:xfrm flipV="1">
                <a:off x="793061" y="2154807"/>
                <a:ext cx="1793081" cy="2210049"/>
              </a:xfrm>
              <a:prstGeom prst="round2SameRect">
                <a:avLst>
                  <a:gd name="adj1" fmla="val 8813"/>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79" name="Round Same Side Corner Rectangle 78"/>
              <p:cNvSpPr/>
              <p:nvPr/>
            </p:nvSpPr>
            <p:spPr>
              <a:xfrm flipV="1">
                <a:off x="793061" y="2154808"/>
                <a:ext cx="1793081" cy="2169539"/>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77" name="Text Placeholder 3"/>
            <p:cNvSpPr txBox="1">
              <a:spLocks/>
            </p:cNvSpPr>
            <p:nvPr/>
          </p:nvSpPr>
          <p:spPr>
            <a:xfrm>
              <a:off x="2801541" y="3359702"/>
              <a:ext cx="1523999" cy="107721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tx1">
                      <a:lumMod val="75000"/>
                      <a:lumOff val="25000"/>
                    </a:schemeClr>
                  </a:solidFill>
                  <a:cs typeface="+mj-cs"/>
                </a:rPr>
                <a:t>There are many variations of passages but the that majority have  suffered alteration in </a:t>
              </a:r>
              <a:br>
                <a:rPr lang="en-US" sz="1000" dirty="0">
                  <a:solidFill>
                    <a:schemeClr val="tx1">
                      <a:lumMod val="75000"/>
                      <a:lumOff val="25000"/>
                    </a:schemeClr>
                  </a:solidFill>
                  <a:cs typeface="+mj-cs"/>
                </a:rPr>
              </a:br>
              <a:r>
                <a:rPr lang="en-US" sz="1000" dirty="0">
                  <a:solidFill>
                    <a:schemeClr val="tx1">
                      <a:lumMod val="75000"/>
                      <a:lumOff val="25000"/>
                    </a:schemeClr>
                  </a:solidFill>
                  <a:cs typeface="+mj-cs"/>
                </a:rPr>
                <a:t>by injected.</a:t>
              </a:r>
              <a:r>
                <a:rPr lang="en-US" sz="1000" dirty="0">
                  <a:solidFill>
                    <a:schemeClr val="tx1">
                      <a:lumMod val="75000"/>
                      <a:lumOff val="25000"/>
                    </a:schemeClr>
                  </a:solidFill>
                </a:rPr>
                <a:t> There are many variations of passages but the that majority have  suffered alteration in some</a:t>
              </a:r>
            </a:p>
          </p:txBody>
        </p:sp>
      </p:grpSp>
      <p:grpSp>
        <p:nvGrpSpPr>
          <p:cNvPr id="9" name="Group 146"/>
          <p:cNvGrpSpPr/>
          <p:nvPr/>
        </p:nvGrpSpPr>
        <p:grpSpPr>
          <a:xfrm>
            <a:off x="4648200" y="2778214"/>
            <a:ext cx="1793081" cy="1942289"/>
            <a:chOff x="4589832" y="2718831"/>
            <a:chExt cx="1793081" cy="1942289"/>
          </a:xfrm>
        </p:grpSpPr>
        <p:grpSp>
          <p:nvGrpSpPr>
            <p:cNvPr id="10" name="Group 45"/>
            <p:cNvGrpSpPr/>
            <p:nvPr/>
          </p:nvGrpSpPr>
          <p:grpSpPr>
            <a:xfrm>
              <a:off x="4589832" y="2718831"/>
              <a:ext cx="1793081" cy="1942289"/>
              <a:chOff x="793061" y="2154807"/>
              <a:chExt cx="1793081" cy="2210049"/>
            </a:xfrm>
          </p:grpSpPr>
          <p:sp>
            <p:nvSpPr>
              <p:cNvPr id="98" name="Round Same Side Corner Rectangle 97"/>
              <p:cNvSpPr/>
              <p:nvPr/>
            </p:nvSpPr>
            <p:spPr>
              <a:xfrm flipV="1">
                <a:off x="793061" y="2154807"/>
                <a:ext cx="1793081" cy="2210049"/>
              </a:xfrm>
              <a:prstGeom prst="round2SameRect">
                <a:avLst>
                  <a:gd name="adj1" fmla="val 8813"/>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99" name="Round Same Side Corner Rectangle 98"/>
              <p:cNvSpPr/>
              <p:nvPr/>
            </p:nvSpPr>
            <p:spPr>
              <a:xfrm flipV="1">
                <a:off x="793061" y="2154808"/>
                <a:ext cx="1793081" cy="2169539"/>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97" name="Text Placeholder 3"/>
            <p:cNvSpPr txBox="1">
              <a:spLocks/>
            </p:cNvSpPr>
            <p:nvPr/>
          </p:nvSpPr>
          <p:spPr>
            <a:xfrm>
              <a:off x="4724373" y="3359702"/>
              <a:ext cx="1523999" cy="107721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tx1">
                      <a:lumMod val="75000"/>
                      <a:lumOff val="25000"/>
                    </a:schemeClr>
                  </a:solidFill>
                  <a:cs typeface="+mj-cs"/>
                </a:rPr>
                <a:t>There are many variations of passages but the that majority have  suffered alteration in </a:t>
              </a:r>
              <a:br>
                <a:rPr lang="en-US" sz="1000" dirty="0">
                  <a:solidFill>
                    <a:schemeClr val="tx1">
                      <a:lumMod val="75000"/>
                      <a:lumOff val="25000"/>
                    </a:schemeClr>
                  </a:solidFill>
                  <a:cs typeface="+mj-cs"/>
                </a:rPr>
              </a:br>
              <a:r>
                <a:rPr lang="en-US" sz="1000" dirty="0">
                  <a:solidFill>
                    <a:schemeClr val="tx1">
                      <a:lumMod val="75000"/>
                      <a:lumOff val="25000"/>
                    </a:schemeClr>
                  </a:solidFill>
                  <a:cs typeface="+mj-cs"/>
                </a:rPr>
                <a:t>by injected.</a:t>
              </a:r>
              <a:r>
                <a:rPr lang="en-US" sz="1000" dirty="0">
                  <a:solidFill>
                    <a:schemeClr val="tx1">
                      <a:lumMod val="75000"/>
                      <a:lumOff val="25000"/>
                    </a:schemeClr>
                  </a:solidFill>
                </a:rPr>
                <a:t> There are many variations of passages but the that majority have  suffered alteration in some</a:t>
              </a:r>
            </a:p>
          </p:txBody>
        </p:sp>
      </p:grpSp>
      <p:grpSp>
        <p:nvGrpSpPr>
          <p:cNvPr id="11" name="Group 147"/>
          <p:cNvGrpSpPr/>
          <p:nvPr/>
        </p:nvGrpSpPr>
        <p:grpSpPr>
          <a:xfrm>
            <a:off x="6580760" y="2778214"/>
            <a:ext cx="1793081" cy="1942289"/>
            <a:chOff x="6629400" y="2718831"/>
            <a:chExt cx="1793081" cy="1942289"/>
          </a:xfrm>
        </p:grpSpPr>
        <p:grpSp>
          <p:nvGrpSpPr>
            <p:cNvPr id="12" name="Group 45"/>
            <p:cNvGrpSpPr/>
            <p:nvPr/>
          </p:nvGrpSpPr>
          <p:grpSpPr>
            <a:xfrm>
              <a:off x="6629400" y="2718831"/>
              <a:ext cx="1793081" cy="1942289"/>
              <a:chOff x="793061" y="2154807"/>
              <a:chExt cx="1793081" cy="2210049"/>
            </a:xfrm>
          </p:grpSpPr>
          <p:sp>
            <p:nvSpPr>
              <p:cNvPr id="118" name="Round Same Side Corner Rectangle 117"/>
              <p:cNvSpPr/>
              <p:nvPr/>
            </p:nvSpPr>
            <p:spPr>
              <a:xfrm flipV="1">
                <a:off x="793061" y="2154807"/>
                <a:ext cx="1793081" cy="2210049"/>
              </a:xfrm>
              <a:prstGeom prst="round2SameRect">
                <a:avLst>
                  <a:gd name="adj1" fmla="val 8813"/>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19" name="Round Same Side Corner Rectangle 118"/>
              <p:cNvSpPr/>
              <p:nvPr/>
            </p:nvSpPr>
            <p:spPr>
              <a:xfrm flipV="1">
                <a:off x="793061" y="2154808"/>
                <a:ext cx="1793081" cy="2169539"/>
              </a:xfrm>
              <a:prstGeom prst="round2SameRect">
                <a:avLst>
                  <a:gd name="adj1" fmla="val 8813"/>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17" name="Text Placeholder 3"/>
            <p:cNvSpPr txBox="1">
              <a:spLocks/>
            </p:cNvSpPr>
            <p:nvPr/>
          </p:nvSpPr>
          <p:spPr>
            <a:xfrm>
              <a:off x="6763941" y="3359702"/>
              <a:ext cx="1523999" cy="107721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tx1">
                      <a:lumMod val="75000"/>
                      <a:lumOff val="25000"/>
                    </a:schemeClr>
                  </a:solidFill>
                  <a:cs typeface="+mj-cs"/>
                </a:rPr>
                <a:t>There are many variations of passages but the that majority have  suffered alteration in </a:t>
              </a:r>
              <a:br>
                <a:rPr lang="en-US" sz="1000" dirty="0">
                  <a:solidFill>
                    <a:schemeClr val="tx1">
                      <a:lumMod val="75000"/>
                      <a:lumOff val="25000"/>
                    </a:schemeClr>
                  </a:solidFill>
                  <a:cs typeface="+mj-cs"/>
                </a:rPr>
              </a:br>
              <a:r>
                <a:rPr lang="en-US" sz="1000" dirty="0">
                  <a:solidFill>
                    <a:schemeClr val="tx1">
                      <a:lumMod val="75000"/>
                      <a:lumOff val="25000"/>
                    </a:schemeClr>
                  </a:solidFill>
                  <a:cs typeface="+mj-cs"/>
                </a:rPr>
                <a:t>by injected.</a:t>
              </a:r>
              <a:r>
                <a:rPr lang="en-US" sz="1000" dirty="0">
                  <a:solidFill>
                    <a:schemeClr val="tx1">
                      <a:lumMod val="75000"/>
                      <a:lumOff val="25000"/>
                    </a:schemeClr>
                  </a:solidFill>
                </a:rPr>
                <a:t> There are many variations of passages but the that majority have  suffered alteration in some</a:t>
              </a:r>
            </a:p>
          </p:txBody>
        </p:sp>
      </p:grpSp>
      <p:grpSp>
        <p:nvGrpSpPr>
          <p:cNvPr id="13" name="Group 141"/>
          <p:cNvGrpSpPr/>
          <p:nvPr/>
        </p:nvGrpSpPr>
        <p:grpSpPr>
          <a:xfrm>
            <a:off x="2725367" y="2123686"/>
            <a:ext cx="1793081" cy="1202154"/>
            <a:chOff x="2666999" y="2064303"/>
            <a:chExt cx="1793081" cy="1202154"/>
          </a:xfrm>
        </p:grpSpPr>
        <p:grpSp>
          <p:nvGrpSpPr>
            <p:cNvPr id="14" name="Group 49"/>
            <p:cNvGrpSpPr/>
            <p:nvPr/>
          </p:nvGrpSpPr>
          <p:grpSpPr>
            <a:xfrm rot="16200000" flipH="1" flipV="1">
              <a:off x="2962463" y="1768839"/>
              <a:ext cx="1202154" cy="1793081"/>
              <a:chOff x="7162800" y="1192655"/>
              <a:chExt cx="1318260" cy="1628775"/>
            </a:xfrm>
          </p:grpSpPr>
          <p:sp>
            <p:nvSpPr>
              <p:cNvPr id="81" name="Rectangle 24"/>
              <p:cNvSpPr/>
              <p:nvPr/>
            </p:nvSpPr>
            <p:spPr>
              <a:xfrm>
                <a:off x="7162800" y="1192655"/>
                <a:ext cx="1219200" cy="1628775"/>
              </a:xfrm>
              <a:prstGeom prst="homePlat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82" name="Rectangle 8"/>
              <p:cNvSpPr/>
              <p:nvPr/>
            </p:nvSpPr>
            <p:spPr>
              <a:xfrm>
                <a:off x="7261860" y="1192655"/>
                <a:ext cx="1219200" cy="1628775"/>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35" name="TextBox 134"/>
            <p:cNvSpPr txBox="1"/>
            <p:nvPr/>
          </p:nvSpPr>
          <p:spPr>
            <a:xfrm>
              <a:off x="3292633" y="2747020"/>
              <a:ext cx="541815" cy="184666"/>
            </a:xfrm>
            <a:prstGeom prst="rect">
              <a:avLst/>
            </a:prstGeom>
            <a:noFill/>
          </p:spPr>
          <p:txBody>
            <a:bodyPr wrap="none" lIns="0" tIns="0" rIns="0" bIns="0" rtlCol="0" anchor="t">
              <a:spAutoFit/>
            </a:bodyPr>
            <a:lstStyle/>
            <a:p>
              <a:pPr algn="ctr"/>
              <a:r>
                <a:rPr lang="en-US" sz="1200" b="1" dirty="0">
                  <a:solidFill>
                    <a:schemeClr val="bg1"/>
                  </a:solidFill>
                </a:rPr>
                <a:t>Analyses</a:t>
              </a:r>
            </a:p>
          </p:txBody>
        </p:sp>
        <p:sp>
          <p:nvSpPr>
            <p:cNvPr id="136" name="Freeform 15"/>
            <p:cNvSpPr>
              <a:spLocks noEditPoints="1"/>
            </p:cNvSpPr>
            <p:nvPr/>
          </p:nvSpPr>
          <p:spPr bwMode="auto">
            <a:xfrm>
              <a:off x="3318281" y="2263385"/>
              <a:ext cx="490518" cy="367889"/>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42"/>
          <p:cNvGrpSpPr/>
          <p:nvPr/>
        </p:nvGrpSpPr>
        <p:grpSpPr>
          <a:xfrm>
            <a:off x="4648199" y="2123686"/>
            <a:ext cx="1793081" cy="1202154"/>
            <a:chOff x="4589831" y="2064303"/>
            <a:chExt cx="1793081" cy="1202154"/>
          </a:xfrm>
        </p:grpSpPr>
        <p:grpSp>
          <p:nvGrpSpPr>
            <p:cNvPr id="16" name="Group 49"/>
            <p:cNvGrpSpPr/>
            <p:nvPr/>
          </p:nvGrpSpPr>
          <p:grpSpPr>
            <a:xfrm rot="16200000" flipH="1" flipV="1">
              <a:off x="4885295" y="1768839"/>
              <a:ext cx="1202154" cy="1793081"/>
              <a:chOff x="7162800" y="1192655"/>
              <a:chExt cx="1318260" cy="1628775"/>
            </a:xfrm>
          </p:grpSpPr>
          <p:sp>
            <p:nvSpPr>
              <p:cNvPr id="101" name="Rectangle 24"/>
              <p:cNvSpPr/>
              <p:nvPr/>
            </p:nvSpPr>
            <p:spPr>
              <a:xfrm>
                <a:off x="7162800" y="1192655"/>
                <a:ext cx="1219200" cy="1628775"/>
              </a:xfrm>
              <a:prstGeom prst="homePlat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02" name="Rectangle 8"/>
              <p:cNvSpPr/>
              <p:nvPr/>
            </p:nvSpPr>
            <p:spPr>
              <a:xfrm>
                <a:off x="7261860" y="1192655"/>
                <a:ext cx="1219200" cy="162877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37" name="TextBox 136"/>
            <p:cNvSpPr txBox="1"/>
            <p:nvPr/>
          </p:nvSpPr>
          <p:spPr>
            <a:xfrm>
              <a:off x="5191419" y="2717836"/>
              <a:ext cx="589906" cy="184666"/>
            </a:xfrm>
            <a:prstGeom prst="rect">
              <a:avLst/>
            </a:prstGeom>
            <a:noFill/>
          </p:spPr>
          <p:txBody>
            <a:bodyPr wrap="none" lIns="0" tIns="0" rIns="0" bIns="0" rtlCol="0" anchor="t">
              <a:spAutoFit/>
            </a:bodyPr>
            <a:lstStyle/>
            <a:p>
              <a:pPr algn="ctr"/>
              <a:r>
                <a:rPr lang="en-US" sz="1200" b="1" dirty="0">
                  <a:solidFill>
                    <a:schemeClr val="bg1"/>
                  </a:solidFill>
                </a:rPr>
                <a:t>Feedback</a:t>
              </a:r>
            </a:p>
          </p:txBody>
        </p:sp>
        <p:sp>
          <p:nvSpPr>
            <p:cNvPr id="138" name="Freeform 66"/>
            <p:cNvSpPr>
              <a:spLocks noEditPoints="1"/>
            </p:cNvSpPr>
            <p:nvPr/>
          </p:nvSpPr>
          <p:spPr bwMode="auto">
            <a:xfrm>
              <a:off x="5290251" y="2274791"/>
              <a:ext cx="392242" cy="304240"/>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43"/>
          <p:cNvGrpSpPr/>
          <p:nvPr/>
        </p:nvGrpSpPr>
        <p:grpSpPr>
          <a:xfrm>
            <a:off x="6580759" y="2123686"/>
            <a:ext cx="1793081" cy="1202154"/>
            <a:chOff x="6629399" y="2064303"/>
            <a:chExt cx="1793081" cy="1202154"/>
          </a:xfrm>
        </p:grpSpPr>
        <p:grpSp>
          <p:nvGrpSpPr>
            <p:cNvPr id="18" name="Group 49"/>
            <p:cNvGrpSpPr/>
            <p:nvPr/>
          </p:nvGrpSpPr>
          <p:grpSpPr>
            <a:xfrm rot="16200000" flipH="1" flipV="1">
              <a:off x="6924863" y="1768839"/>
              <a:ext cx="1202154" cy="1793081"/>
              <a:chOff x="7162800" y="1192655"/>
              <a:chExt cx="1318260" cy="1628775"/>
            </a:xfrm>
          </p:grpSpPr>
          <p:sp>
            <p:nvSpPr>
              <p:cNvPr id="121" name="Rectangle 24"/>
              <p:cNvSpPr/>
              <p:nvPr/>
            </p:nvSpPr>
            <p:spPr>
              <a:xfrm>
                <a:off x="7162800" y="1192655"/>
                <a:ext cx="1219200" cy="1628775"/>
              </a:xfrm>
              <a:prstGeom prst="homePlat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2" name="Rectangle 8"/>
              <p:cNvSpPr/>
              <p:nvPr/>
            </p:nvSpPr>
            <p:spPr>
              <a:xfrm>
                <a:off x="7261860" y="1192655"/>
                <a:ext cx="1219200" cy="1628775"/>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sp>
          <p:nvSpPr>
            <p:cNvPr id="139" name="TextBox 138"/>
            <p:cNvSpPr txBox="1"/>
            <p:nvPr/>
          </p:nvSpPr>
          <p:spPr>
            <a:xfrm>
              <a:off x="7209347" y="2735163"/>
              <a:ext cx="633187" cy="184666"/>
            </a:xfrm>
            <a:prstGeom prst="rect">
              <a:avLst/>
            </a:prstGeom>
            <a:noFill/>
          </p:spPr>
          <p:txBody>
            <a:bodyPr wrap="none" lIns="0" tIns="0" rIns="0" bIns="0" rtlCol="0" anchor="t">
              <a:spAutoFit/>
            </a:bodyPr>
            <a:lstStyle/>
            <a:p>
              <a:pPr algn="ctr"/>
              <a:r>
                <a:rPr lang="en-US" sz="1200" b="1" dirty="0">
                  <a:solidFill>
                    <a:schemeClr val="bg1"/>
                  </a:solidFill>
                </a:rPr>
                <a:t>Evaluation</a:t>
              </a:r>
            </a:p>
          </p:txBody>
        </p:sp>
        <p:sp>
          <p:nvSpPr>
            <p:cNvPr id="140" name="Freeform 105"/>
            <p:cNvSpPr>
              <a:spLocks noEditPoints="1"/>
            </p:cNvSpPr>
            <p:nvPr/>
          </p:nvSpPr>
          <p:spPr bwMode="auto">
            <a:xfrm>
              <a:off x="7339134" y="2236158"/>
              <a:ext cx="373613" cy="376054"/>
            </a:xfrm>
            <a:custGeom>
              <a:avLst/>
              <a:gdLst/>
              <a:ahLst/>
              <a:cxnLst>
                <a:cxn ang="0">
                  <a:pos x="0" y="46"/>
                </a:cxn>
                <a:cxn ang="0">
                  <a:pos x="9" y="31"/>
                </a:cxn>
                <a:cxn ang="0">
                  <a:pos x="4" y="32"/>
                </a:cxn>
                <a:cxn ang="0">
                  <a:pos x="7" y="25"/>
                </a:cxn>
                <a:cxn ang="0">
                  <a:pos x="6" y="42"/>
                </a:cxn>
                <a:cxn ang="0">
                  <a:pos x="11" y="39"/>
                </a:cxn>
                <a:cxn ang="0">
                  <a:pos x="15" y="46"/>
                </a:cxn>
                <a:cxn ang="0">
                  <a:pos x="0" y="69"/>
                </a:cxn>
                <a:cxn ang="0">
                  <a:pos x="7" y="67"/>
                </a:cxn>
                <a:cxn ang="0">
                  <a:pos x="5" y="62"/>
                </a:cxn>
                <a:cxn ang="0">
                  <a:pos x="9" y="55"/>
                </a:cxn>
                <a:cxn ang="0">
                  <a:pos x="5" y="55"/>
                </a:cxn>
                <a:cxn ang="0">
                  <a:pos x="1" y="57"/>
                </a:cxn>
                <a:cxn ang="0">
                  <a:pos x="14" y="51"/>
                </a:cxn>
                <a:cxn ang="0">
                  <a:pos x="10" y="59"/>
                </a:cxn>
                <a:cxn ang="0">
                  <a:pos x="7" y="71"/>
                </a:cxn>
                <a:cxn ang="0">
                  <a:pos x="1" y="20"/>
                </a:cxn>
                <a:cxn ang="0">
                  <a:pos x="6" y="16"/>
                </a:cxn>
                <a:cxn ang="0">
                  <a:pos x="6" y="6"/>
                </a:cxn>
                <a:cxn ang="0">
                  <a:pos x="4" y="8"/>
                </a:cxn>
                <a:cxn ang="0">
                  <a:pos x="6" y="0"/>
                </a:cxn>
                <a:cxn ang="0">
                  <a:pos x="11" y="16"/>
                </a:cxn>
                <a:cxn ang="0">
                  <a:pos x="15" y="20"/>
                </a:cxn>
                <a:cxn ang="0">
                  <a:pos x="70" y="20"/>
                </a:cxn>
                <a:cxn ang="0">
                  <a:pos x="20" y="19"/>
                </a:cxn>
                <a:cxn ang="0">
                  <a:pos x="21" y="10"/>
                </a:cxn>
                <a:cxn ang="0">
                  <a:pos x="71" y="11"/>
                </a:cxn>
                <a:cxn ang="0">
                  <a:pos x="71" y="39"/>
                </a:cxn>
                <a:cxn ang="0">
                  <a:pos x="21" y="40"/>
                </a:cxn>
                <a:cxn ang="0">
                  <a:pos x="20" y="31"/>
                </a:cxn>
                <a:cxn ang="0">
                  <a:pos x="70" y="30"/>
                </a:cxn>
                <a:cxn ang="0">
                  <a:pos x="71" y="39"/>
                </a:cxn>
                <a:cxn ang="0">
                  <a:pos x="70" y="61"/>
                </a:cxn>
                <a:cxn ang="0">
                  <a:pos x="20" y="60"/>
                </a:cxn>
                <a:cxn ang="0">
                  <a:pos x="21" y="51"/>
                </a:cxn>
                <a:cxn ang="0">
                  <a:pos x="71" y="52"/>
                </a:cxn>
              </a:cxnLst>
              <a:rect l="0" t="0" r="r" b="b"/>
              <a:pathLst>
                <a:path w="71" h="71">
                  <a:moveTo>
                    <a:pt x="15" y="46"/>
                  </a:moveTo>
                  <a:cubicBezTo>
                    <a:pt x="0" y="46"/>
                    <a:pt x="0" y="46"/>
                    <a:pt x="0" y="46"/>
                  </a:cubicBezTo>
                  <a:cubicBezTo>
                    <a:pt x="0" y="45"/>
                    <a:pt x="0" y="44"/>
                    <a:pt x="0" y="43"/>
                  </a:cubicBezTo>
                  <a:cubicBezTo>
                    <a:pt x="0" y="36"/>
                    <a:pt x="9" y="35"/>
                    <a:pt x="9" y="31"/>
                  </a:cubicBezTo>
                  <a:cubicBezTo>
                    <a:pt x="9" y="30"/>
                    <a:pt x="8" y="29"/>
                    <a:pt x="7" y="29"/>
                  </a:cubicBezTo>
                  <a:cubicBezTo>
                    <a:pt x="6" y="29"/>
                    <a:pt x="4" y="31"/>
                    <a:pt x="4" y="32"/>
                  </a:cubicBezTo>
                  <a:cubicBezTo>
                    <a:pt x="0" y="29"/>
                    <a:pt x="0" y="29"/>
                    <a:pt x="0" y="29"/>
                  </a:cubicBezTo>
                  <a:cubicBezTo>
                    <a:pt x="2" y="27"/>
                    <a:pt x="4" y="25"/>
                    <a:pt x="7" y="25"/>
                  </a:cubicBezTo>
                  <a:cubicBezTo>
                    <a:pt x="11" y="25"/>
                    <a:pt x="14" y="27"/>
                    <a:pt x="14" y="31"/>
                  </a:cubicBezTo>
                  <a:cubicBezTo>
                    <a:pt x="14" y="37"/>
                    <a:pt x="6" y="38"/>
                    <a:pt x="6" y="42"/>
                  </a:cubicBezTo>
                  <a:cubicBezTo>
                    <a:pt x="11" y="42"/>
                    <a:pt x="11" y="42"/>
                    <a:pt x="11" y="42"/>
                  </a:cubicBezTo>
                  <a:cubicBezTo>
                    <a:pt x="11" y="39"/>
                    <a:pt x="11" y="39"/>
                    <a:pt x="11" y="39"/>
                  </a:cubicBezTo>
                  <a:cubicBezTo>
                    <a:pt x="15" y="39"/>
                    <a:pt x="15" y="39"/>
                    <a:pt x="15" y="39"/>
                  </a:cubicBezTo>
                  <a:lnTo>
                    <a:pt x="15" y="46"/>
                  </a:lnTo>
                  <a:close/>
                  <a:moveTo>
                    <a:pt x="7" y="71"/>
                  </a:moveTo>
                  <a:cubicBezTo>
                    <a:pt x="5" y="71"/>
                    <a:pt x="2" y="70"/>
                    <a:pt x="0" y="69"/>
                  </a:cubicBezTo>
                  <a:cubicBezTo>
                    <a:pt x="3" y="65"/>
                    <a:pt x="3" y="65"/>
                    <a:pt x="3" y="65"/>
                  </a:cubicBezTo>
                  <a:cubicBezTo>
                    <a:pt x="4" y="66"/>
                    <a:pt x="5" y="67"/>
                    <a:pt x="7" y="67"/>
                  </a:cubicBezTo>
                  <a:cubicBezTo>
                    <a:pt x="8" y="67"/>
                    <a:pt x="10" y="66"/>
                    <a:pt x="10" y="65"/>
                  </a:cubicBezTo>
                  <a:cubicBezTo>
                    <a:pt x="10" y="62"/>
                    <a:pt x="7" y="62"/>
                    <a:pt x="5" y="62"/>
                  </a:cubicBezTo>
                  <a:cubicBezTo>
                    <a:pt x="4" y="60"/>
                    <a:pt x="4" y="60"/>
                    <a:pt x="4" y="60"/>
                  </a:cubicBezTo>
                  <a:cubicBezTo>
                    <a:pt x="6" y="58"/>
                    <a:pt x="7" y="56"/>
                    <a:pt x="9" y="55"/>
                  </a:cubicBezTo>
                  <a:cubicBezTo>
                    <a:pt x="9" y="55"/>
                    <a:pt x="9" y="55"/>
                    <a:pt x="9" y="55"/>
                  </a:cubicBezTo>
                  <a:cubicBezTo>
                    <a:pt x="8" y="55"/>
                    <a:pt x="6" y="55"/>
                    <a:pt x="5" y="55"/>
                  </a:cubicBezTo>
                  <a:cubicBezTo>
                    <a:pt x="5" y="57"/>
                    <a:pt x="5" y="57"/>
                    <a:pt x="5" y="57"/>
                  </a:cubicBezTo>
                  <a:cubicBezTo>
                    <a:pt x="1" y="57"/>
                    <a:pt x="1" y="57"/>
                    <a:pt x="1" y="57"/>
                  </a:cubicBezTo>
                  <a:cubicBezTo>
                    <a:pt x="1" y="51"/>
                    <a:pt x="1" y="51"/>
                    <a:pt x="1" y="51"/>
                  </a:cubicBezTo>
                  <a:cubicBezTo>
                    <a:pt x="14" y="51"/>
                    <a:pt x="14" y="51"/>
                    <a:pt x="14" y="51"/>
                  </a:cubicBezTo>
                  <a:cubicBezTo>
                    <a:pt x="14" y="54"/>
                    <a:pt x="14" y="54"/>
                    <a:pt x="14" y="54"/>
                  </a:cubicBezTo>
                  <a:cubicBezTo>
                    <a:pt x="10" y="59"/>
                    <a:pt x="10" y="59"/>
                    <a:pt x="10" y="59"/>
                  </a:cubicBezTo>
                  <a:cubicBezTo>
                    <a:pt x="13" y="60"/>
                    <a:pt x="15" y="62"/>
                    <a:pt x="15" y="64"/>
                  </a:cubicBezTo>
                  <a:cubicBezTo>
                    <a:pt x="15" y="69"/>
                    <a:pt x="11" y="71"/>
                    <a:pt x="7" y="71"/>
                  </a:cubicBezTo>
                  <a:close/>
                  <a:moveTo>
                    <a:pt x="15" y="20"/>
                  </a:moveTo>
                  <a:cubicBezTo>
                    <a:pt x="1" y="20"/>
                    <a:pt x="1" y="20"/>
                    <a:pt x="1" y="20"/>
                  </a:cubicBezTo>
                  <a:cubicBezTo>
                    <a:pt x="1" y="16"/>
                    <a:pt x="1" y="16"/>
                    <a:pt x="1" y="16"/>
                  </a:cubicBezTo>
                  <a:cubicBezTo>
                    <a:pt x="6" y="16"/>
                    <a:pt x="6" y="16"/>
                    <a:pt x="6" y="16"/>
                  </a:cubicBezTo>
                  <a:cubicBezTo>
                    <a:pt x="6" y="13"/>
                    <a:pt x="6" y="9"/>
                    <a:pt x="6" y="6"/>
                  </a:cubicBezTo>
                  <a:cubicBezTo>
                    <a:pt x="6" y="6"/>
                    <a:pt x="6" y="6"/>
                    <a:pt x="6" y="6"/>
                  </a:cubicBezTo>
                  <a:cubicBezTo>
                    <a:pt x="6" y="6"/>
                    <a:pt x="6" y="6"/>
                    <a:pt x="6" y="6"/>
                  </a:cubicBezTo>
                  <a:cubicBezTo>
                    <a:pt x="5" y="7"/>
                    <a:pt x="4" y="7"/>
                    <a:pt x="4" y="8"/>
                  </a:cubicBezTo>
                  <a:cubicBezTo>
                    <a:pt x="1" y="5"/>
                    <a:pt x="1" y="5"/>
                    <a:pt x="1" y="5"/>
                  </a:cubicBezTo>
                  <a:cubicBezTo>
                    <a:pt x="6" y="0"/>
                    <a:pt x="6" y="0"/>
                    <a:pt x="6" y="0"/>
                  </a:cubicBezTo>
                  <a:cubicBezTo>
                    <a:pt x="11" y="0"/>
                    <a:pt x="11" y="0"/>
                    <a:pt x="11" y="0"/>
                  </a:cubicBezTo>
                  <a:cubicBezTo>
                    <a:pt x="11" y="16"/>
                    <a:pt x="11" y="16"/>
                    <a:pt x="11" y="16"/>
                  </a:cubicBezTo>
                  <a:cubicBezTo>
                    <a:pt x="15" y="16"/>
                    <a:pt x="15" y="16"/>
                    <a:pt x="15" y="16"/>
                  </a:cubicBezTo>
                  <a:lnTo>
                    <a:pt x="15" y="20"/>
                  </a:lnTo>
                  <a:close/>
                  <a:moveTo>
                    <a:pt x="71" y="19"/>
                  </a:moveTo>
                  <a:cubicBezTo>
                    <a:pt x="71" y="19"/>
                    <a:pt x="71" y="20"/>
                    <a:pt x="70" y="20"/>
                  </a:cubicBezTo>
                  <a:cubicBezTo>
                    <a:pt x="21" y="20"/>
                    <a:pt x="21" y="20"/>
                    <a:pt x="21" y="20"/>
                  </a:cubicBezTo>
                  <a:cubicBezTo>
                    <a:pt x="21" y="20"/>
                    <a:pt x="20" y="19"/>
                    <a:pt x="20" y="19"/>
                  </a:cubicBezTo>
                  <a:cubicBezTo>
                    <a:pt x="20" y="11"/>
                    <a:pt x="20" y="11"/>
                    <a:pt x="20" y="11"/>
                  </a:cubicBezTo>
                  <a:cubicBezTo>
                    <a:pt x="20" y="10"/>
                    <a:pt x="21" y="10"/>
                    <a:pt x="21" y="10"/>
                  </a:cubicBezTo>
                  <a:cubicBezTo>
                    <a:pt x="70" y="10"/>
                    <a:pt x="70" y="10"/>
                    <a:pt x="70" y="10"/>
                  </a:cubicBezTo>
                  <a:cubicBezTo>
                    <a:pt x="71" y="10"/>
                    <a:pt x="71" y="10"/>
                    <a:pt x="71" y="11"/>
                  </a:cubicBezTo>
                  <a:lnTo>
                    <a:pt x="71" y="19"/>
                  </a:lnTo>
                  <a:close/>
                  <a:moveTo>
                    <a:pt x="71" y="39"/>
                  </a:moveTo>
                  <a:cubicBezTo>
                    <a:pt x="71" y="40"/>
                    <a:pt x="71" y="40"/>
                    <a:pt x="70" y="40"/>
                  </a:cubicBezTo>
                  <a:cubicBezTo>
                    <a:pt x="21" y="40"/>
                    <a:pt x="21" y="40"/>
                    <a:pt x="21" y="40"/>
                  </a:cubicBezTo>
                  <a:cubicBezTo>
                    <a:pt x="21" y="40"/>
                    <a:pt x="20" y="40"/>
                    <a:pt x="20" y="39"/>
                  </a:cubicBezTo>
                  <a:cubicBezTo>
                    <a:pt x="20" y="31"/>
                    <a:pt x="20" y="31"/>
                    <a:pt x="20" y="31"/>
                  </a:cubicBezTo>
                  <a:cubicBezTo>
                    <a:pt x="20" y="31"/>
                    <a:pt x="21" y="30"/>
                    <a:pt x="21" y="30"/>
                  </a:cubicBezTo>
                  <a:cubicBezTo>
                    <a:pt x="70" y="30"/>
                    <a:pt x="70" y="30"/>
                    <a:pt x="70" y="30"/>
                  </a:cubicBezTo>
                  <a:cubicBezTo>
                    <a:pt x="71" y="30"/>
                    <a:pt x="71" y="31"/>
                    <a:pt x="71" y="31"/>
                  </a:cubicBezTo>
                  <a:lnTo>
                    <a:pt x="71" y="39"/>
                  </a:lnTo>
                  <a:close/>
                  <a:moveTo>
                    <a:pt x="71" y="60"/>
                  </a:moveTo>
                  <a:cubicBezTo>
                    <a:pt x="71" y="60"/>
                    <a:pt x="71" y="61"/>
                    <a:pt x="70" y="61"/>
                  </a:cubicBezTo>
                  <a:cubicBezTo>
                    <a:pt x="21" y="61"/>
                    <a:pt x="21" y="61"/>
                    <a:pt x="21" y="61"/>
                  </a:cubicBezTo>
                  <a:cubicBezTo>
                    <a:pt x="21" y="61"/>
                    <a:pt x="20" y="60"/>
                    <a:pt x="20" y="60"/>
                  </a:cubicBezTo>
                  <a:cubicBezTo>
                    <a:pt x="20" y="52"/>
                    <a:pt x="20" y="52"/>
                    <a:pt x="20" y="52"/>
                  </a:cubicBezTo>
                  <a:cubicBezTo>
                    <a:pt x="20" y="51"/>
                    <a:pt x="21" y="51"/>
                    <a:pt x="21" y="51"/>
                  </a:cubicBezTo>
                  <a:cubicBezTo>
                    <a:pt x="70" y="51"/>
                    <a:pt x="70" y="51"/>
                    <a:pt x="70" y="51"/>
                  </a:cubicBezTo>
                  <a:cubicBezTo>
                    <a:pt x="71" y="51"/>
                    <a:pt x="71" y="51"/>
                    <a:pt x="71" y="52"/>
                  </a:cubicBezTo>
                  <a:lnTo>
                    <a:pt x="71" y="6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56"/>
          <p:cNvGrpSpPr/>
          <p:nvPr/>
        </p:nvGrpSpPr>
        <p:grpSpPr>
          <a:xfrm>
            <a:off x="1638198" y="1565957"/>
            <a:ext cx="5981802" cy="555416"/>
            <a:chOff x="1638198" y="1613582"/>
            <a:chExt cx="5981802" cy="555416"/>
          </a:xfrm>
        </p:grpSpPr>
        <p:sp>
          <p:nvSpPr>
            <p:cNvPr id="156" name="Rectangle 155"/>
            <p:cNvSpPr/>
            <p:nvPr/>
          </p:nvSpPr>
          <p:spPr bwMode="auto">
            <a:xfrm>
              <a:off x="4549141" y="1613582"/>
              <a:ext cx="45719" cy="272368"/>
            </a:xfrm>
            <a:prstGeom prst="rect">
              <a:avLst/>
            </a:prstGeom>
            <a:solidFill>
              <a:schemeClr val="tx1">
                <a:lumMod val="50000"/>
                <a:lumOff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baseline="-25000" dirty="0"/>
            </a:p>
          </p:txBody>
        </p:sp>
        <p:grpSp>
          <p:nvGrpSpPr>
            <p:cNvPr id="20" name="Group 154"/>
            <p:cNvGrpSpPr/>
            <p:nvPr/>
          </p:nvGrpSpPr>
          <p:grpSpPr>
            <a:xfrm>
              <a:off x="1638198" y="1885950"/>
              <a:ext cx="5981802" cy="283048"/>
              <a:chOff x="1638198" y="1730318"/>
              <a:chExt cx="5981802" cy="438680"/>
            </a:xfrm>
            <a:solidFill>
              <a:schemeClr val="tx1">
                <a:lumMod val="50000"/>
                <a:lumOff val="50000"/>
              </a:schemeClr>
            </a:solidFill>
          </p:grpSpPr>
          <p:sp>
            <p:nvSpPr>
              <p:cNvPr id="149" name="U-Turn Arrow 148"/>
              <p:cNvSpPr/>
              <p:nvPr/>
            </p:nvSpPr>
            <p:spPr>
              <a:xfrm>
                <a:off x="1638198" y="1730318"/>
                <a:ext cx="5981802" cy="438680"/>
              </a:xfrm>
              <a:prstGeom prst="uturnArrow">
                <a:avLst>
                  <a:gd name="adj1" fmla="val 10530"/>
                  <a:gd name="adj2" fmla="val 25000"/>
                  <a:gd name="adj3" fmla="val 0"/>
                  <a:gd name="adj4" fmla="val 10911"/>
                  <a:gd name="adj5" fmla="val 10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0" name="U-Turn Arrow 149"/>
              <p:cNvSpPr/>
              <p:nvPr/>
            </p:nvSpPr>
            <p:spPr>
              <a:xfrm>
                <a:off x="3568094" y="1730318"/>
                <a:ext cx="2048941" cy="438680"/>
              </a:xfrm>
              <a:prstGeom prst="uturnArrow">
                <a:avLst>
                  <a:gd name="adj1" fmla="val 10530"/>
                  <a:gd name="adj2" fmla="val 25000"/>
                  <a:gd name="adj3" fmla="val 0"/>
                  <a:gd name="adj4" fmla="val 10911"/>
                  <a:gd name="adj5" fmla="val 10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grpSp>
        <p:nvGrpSpPr>
          <p:cNvPr id="21" name="Group 152"/>
          <p:cNvGrpSpPr/>
          <p:nvPr/>
        </p:nvGrpSpPr>
        <p:grpSpPr>
          <a:xfrm>
            <a:off x="2942630" y="1077294"/>
            <a:ext cx="3258740" cy="521579"/>
            <a:chOff x="2942630" y="1008183"/>
            <a:chExt cx="3258740" cy="521579"/>
          </a:xfrm>
        </p:grpSpPr>
        <p:sp>
          <p:nvSpPr>
            <p:cNvPr id="152" name="Rounded Rectangle 151"/>
            <p:cNvSpPr/>
            <p:nvPr/>
          </p:nvSpPr>
          <p:spPr bwMode="auto">
            <a:xfrm>
              <a:off x="2942630" y="1041099"/>
              <a:ext cx="3258740" cy="488663"/>
            </a:xfrm>
            <a:prstGeom prst="roundRect">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600">
                <a:solidFill>
                  <a:schemeClr val="bg1"/>
                </a:solidFill>
              </a:endParaRPr>
            </a:p>
          </p:txBody>
        </p:sp>
        <p:sp>
          <p:nvSpPr>
            <p:cNvPr id="151" name="Rounded Rectangle 150"/>
            <p:cNvSpPr/>
            <p:nvPr/>
          </p:nvSpPr>
          <p:spPr bwMode="auto">
            <a:xfrm>
              <a:off x="2942630" y="1008183"/>
              <a:ext cx="3258740" cy="488663"/>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dirty="0">
                  <a:solidFill>
                    <a:schemeClr val="bg1"/>
                  </a:solidFill>
                </a:rPr>
                <a:t>Business Analysis</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up)">
                                      <p:cBhvr>
                                        <p:cTn id="12" dur="500"/>
                                        <p:tgtEl>
                                          <p:spTgt spid="19"/>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500" fill="hold"/>
                                        <p:tgtEl>
                                          <p:spTgt spid="4"/>
                                        </p:tgtEl>
                                        <p:attrNameLst>
                                          <p:attrName>ppt_x</p:attrName>
                                        </p:attrNameLst>
                                      </p:cBhvr>
                                      <p:tavLst>
                                        <p:tav tm="0">
                                          <p:val>
                                            <p:strVal val="#ppt_x"/>
                                          </p:val>
                                        </p:tav>
                                        <p:tav tm="100000">
                                          <p:val>
                                            <p:strVal val="#ppt_x"/>
                                          </p:val>
                                        </p:tav>
                                      </p:tavLst>
                                    </p:anim>
                                    <p:anim calcmode="lin" valueType="num">
                                      <p:cBhvr additive="base">
                                        <p:cTn id="17" dur="500" fill="hold"/>
                                        <p:tgtEl>
                                          <p:spTgt spid="4"/>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4" accel="50000" decel="5000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 fill="hold"/>
                                        <p:tgtEl>
                                          <p:spTgt spid="13"/>
                                        </p:tgtEl>
                                        <p:attrNameLst>
                                          <p:attrName>ppt_x</p:attrName>
                                        </p:attrNameLst>
                                      </p:cBhvr>
                                      <p:tavLst>
                                        <p:tav tm="0">
                                          <p:val>
                                            <p:strVal val="#ppt_x"/>
                                          </p:val>
                                        </p:tav>
                                        <p:tav tm="100000">
                                          <p:val>
                                            <p:strVal val="#ppt_x"/>
                                          </p:val>
                                        </p:tav>
                                      </p:tavLst>
                                    </p:anim>
                                    <p:anim calcmode="lin" valueType="num">
                                      <p:cBhvr additive="base">
                                        <p:cTn id="27" dur="500" fill="hold"/>
                                        <p:tgtEl>
                                          <p:spTgt spid="13"/>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 presetClass="entr" presetSubtype="4" accel="50000" decel="50000" fill="hold" nodeType="after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ppt_x"/>
                                          </p:val>
                                        </p:tav>
                                        <p:tav tm="100000">
                                          <p:val>
                                            <p:strVal val="#ppt_x"/>
                                          </p:val>
                                        </p:tav>
                                      </p:tavLst>
                                    </p:anim>
                                    <p:anim calcmode="lin" valueType="num">
                                      <p:cBhvr additive="base">
                                        <p:cTn id="32" dur="500" fill="hold"/>
                                        <p:tgtEl>
                                          <p:spTgt spid="7"/>
                                        </p:tgtEl>
                                        <p:attrNameLst>
                                          <p:attrName>ppt_y</p:attrName>
                                        </p:attrNameLst>
                                      </p:cBhvr>
                                      <p:tavLst>
                                        <p:tav tm="0">
                                          <p:val>
                                            <p:strVal val="1+#ppt_h/2"/>
                                          </p:val>
                                        </p:tav>
                                        <p:tav tm="100000">
                                          <p:val>
                                            <p:strVal val="#ppt_y"/>
                                          </p:val>
                                        </p:tav>
                                      </p:tavLst>
                                    </p:anim>
                                  </p:childTnLst>
                                </p:cTn>
                              </p:par>
                            </p:childTnLst>
                          </p:cTn>
                        </p:par>
                        <p:par>
                          <p:cTn id="33" fill="hold">
                            <p:stCondLst>
                              <p:cond delay="3000"/>
                            </p:stCondLst>
                            <p:childTnLst>
                              <p:par>
                                <p:cTn id="34" presetID="2" presetClass="entr" presetSubtype="4" accel="50000" decel="50000" fill="hold" nodeType="afterEffect">
                                  <p:stCondLst>
                                    <p:cond delay="0"/>
                                  </p:stCondLst>
                                  <p:childTnLst>
                                    <p:set>
                                      <p:cBhvr>
                                        <p:cTn id="35" dur="1" fill="hold">
                                          <p:stCondLst>
                                            <p:cond delay="0"/>
                                          </p:stCondLst>
                                        </p:cTn>
                                        <p:tgtEl>
                                          <p:spTgt spid="15"/>
                                        </p:tgtEl>
                                        <p:attrNameLst>
                                          <p:attrName>style.visibility</p:attrName>
                                        </p:attrNameLst>
                                      </p:cBhvr>
                                      <p:to>
                                        <p:strVal val="visible"/>
                                      </p:to>
                                    </p:set>
                                    <p:anim calcmode="lin" valueType="num">
                                      <p:cBhvr additive="base">
                                        <p:cTn id="36" dur="500" fill="hold"/>
                                        <p:tgtEl>
                                          <p:spTgt spid="15"/>
                                        </p:tgtEl>
                                        <p:attrNameLst>
                                          <p:attrName>ppt_x</p:attrName>
                                        </p:attrNameLst>
                                      </p:cBhvr>
                                      <p:tavLst>
                                        <p:tav tm="0">
                                          <p:val>
                                            <p:strVal val="#ppt_x"/>
                                          </p:val>
                                        </p:tav>
                                        <p:tav tm="100000">
                                          <p:val>
                                            <p:strVal val="#ppt_x"/>
                                          </p:val>
                                        </p:tav>
                                      </p:tavLst>
                                    </p:anim>
                                    <p:anim calcmode="lin" valueType="num">
                                      <p:cBhvr additive="base">
                                        <p:cTn id="37" dur="500" fill="hold"/>
                                        <p:tgtEl>
                                          <p:spTgt spid="15"/>
                                        </p:tgtEl>
                                        <p:attrNameLst>
                                          <p:attrName>ppt_y</p:attrName>
                                        </p:attrNameLst>
                                      </p:cBhvr>
                                      <p:tavLst>
                                        <p:tav tm="0">
                                          <p:val>
                                            <p:strVal val="1+#ppt_h/2"/>
                                          </p:val>
                                        </p:tav>
                                        <p:tav tm="100000">
                                          <p:val>
                                            <p:strVal val="#ppt_y"/>
                                          </p:val>
                                        </p:tav>
                                      </p:tavLst>
                                    </p:anim>
                                  </p:childTnLst>
                                </p:cTn>
                              </p:par>
                            </p:childTnLst>
                          </p:cTn>
                        </p:par>
                        <p:par>
                          <p:cTn id="38" fill="hold">
                            <p:stCondLst>
                              <p:cond delay="3500"/>
                            </p:stCondLst>
                            <p:childTnLst>
                              <p:par>
                                <p:cTn id="39" presetID="2" presetClass="entr" presetSubtype="4" accel="50000" decel="50000"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 calcmode="lin" valueType="num">
                                      <p:cBhvr additive="base">
                                        <p:cTn id="41" dur="500" fill="hold"/>
                                        <p:tgtEl>
                                          <p:spTgt spid="9"/>
                                        </p:tgtEl>
                                        <p:attrNameLst>
                                          <p:attrName>ppt_x</p:attrName>
                                        </p:attrNameLst>
                                      </p:cBhvr>
                                      <p:tavLst>
                                        <p:tav tm="0">
                                          <p:val>
                                            <p:strVal val="#ppt_x"/>
                                          </p:val>
                                        </p:tav>
                                        <p:tav tm="100000">
                                          <p:val>
                                            <p:strVal val="#ppt_x"/>
                                          </p:val>
                                        </p:tav>
                                      </p:tavLst>
                                    </p:anim>
                                    <p:anim calcmode="lin" valueType="num">
                                      <p:cBhvr additive="base">
                                        <p:cTn id="42" dur="500" fill="hold"/>
                                        <p:tgtEl>
                                          <p:spTgt spid="9"/>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 presetClass="entr" presetSubtype="4" accel="50000" decel="50000" fill="hold"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ppt_x"/>
                                          </p:val>
                                        </p:tav>
                                        <p:tav tm="100000">
                                          <p:val>
                                            <p:strVal val="#ppt_x"/>
                                          </p:val>
                                        </p:tav>
                                      </p:tavLst>
                                    </p:anim>
                                    <p:anim calcmode="lin" valueType="num">
                                      <p:cBhvr additive="base">
                                        <p:cTn id="47" dur="500" fill="hold"/>
                                        <p:tgtEl>
                                          <p:spTgt spid="17"/>
                                        </p:tgtEl>
                                        <p:attrNameLst>
                                          <p:attrName>ppt_y</p:attrName>
                                        </p:attrNameLst>
                                      </p:cBhvr>
                                      <p:tavLst>
                                        <p:tav tm="0">
                                          <p:val>
                                            <p:strVal val="1+#ppt_h/2"/>
                                          </p:val>
                                        </p:tav>
                                        <p:tav tm="100000">
                                          <p:val>
                                            <p:strVal val="#ppt_y"/>
                                          </p:val>
                                        </p:tav>
                                      </p:tavLst>
                                    </p:anim>
                                  </p:childTnLst>
                                </p:cTn>
                              </p:par>
                            </p:childTnLst>
                          </p:cTn>
                        </p:par>
                        <p:par>
                          <p:cTn id="48" fill="hold">
                            <p:stCondLst>
                              <p:cond delay="4500"/>
                            </p:stCondLst>
                            <p:childTnLst>
                              <p:par>
                                <p:cTn id="49" presetID="2" presetClass="entr" presetSubtype="4" accel="50000" decel="50000"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 calcmode="lin" valueType="num">
                                      <p:cBhvr additive="base">
                                        <p:cTn id="51" dur="500" fill="hold"/>
                                        <p:tgtEl>
                                          <p:spTgt spid="11"/>
                                        </p:tgtEl>
                                        <p:attrNameLst>
                                          <p:attrName>ppt_x</p:attrName>
                                        </p:attrNameLst>
                                      </p:cBhvr>
                                      <p:tavLst>
                                        <p:tav tm="0">
                                          <p:val>
                                            <p:strVal val="#ppt_x"/>
                                          </p:val>
                                        </p:tav>
                                        <p:tav tm="100000">
                                          <p:val>
                                            <p:strVal val="#ppt_x"/>
                                          </p:val>
                                        </p:tav>
                                      </p:tavLst>
                                    </p:anim>
                                    <p:anim calcmode="lin" valueType="num">
                                      <p:cBhvr additive="base">
                                        <p:cTn id="5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Business Analysis</a:t>
            </a:r>
            <a:endParaRPr lang="en-US" dirty="0"/>
          </a:p>
        </p:txBody>
      </p:sp>
      <p:sp>
        <p:nvSpPr>
          <p:cNvPr id="45" name="Text Placeholder 44"/>
          <p:cNvSpPr>
            <a:spLocks noGrp="1"/>
          </p:cNvSpPr>
          <p:nvPr>
            <p:ph type="body" sz="half" idx="2"/>
          </p:nvPr>
        </p:nvSpPr>
        <p:spPr/>
        <p:txBody>
          <a:bodyPr/>
          <a:lstStyle/>
          <a:p>
            <a:r>
              <a:rPr lang="en-US"/>
              <a:t>Business Analysis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140</a:t>
            </a:fld>
            <a:endParaRPr lang="en-US" dirty="0"/>
          </a:p>
        </p:txBody>
      </p:sp>
      <p:sp>
        <p:nvSpPr>
          <p:cNvPr id="71" name="Rounded Rectangle 70"/>
          <p:cNvSpPr/>
          <p:nvPr/>
        </p:nvSpPr>
        <p:spPr bwMode="auto">
          <a:xfrm>
            <a:off x="783462" y="1057480"/>
            <a:ext cx="1131378" cy="2411499"/>
          </a:xfrm>
          <a:prstGeom prst="roundRect">
            <a:avLst>
              <a:gd name="adj" fmla="val 7261"/>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69"/>
          <p:cNvGrpSpPr/>
          <p:nvPr/>
        </p:nvGrpSpPr>
        <p:grpSpPr>
          <a:xfrm>
            <a:off x="872781" y="1784495"/>
            <a:ext cx="952739" cy="1581864"/>
            <a:chOff x="685800" y="1919073"/>
            <a:chExt cx="1524000" cy="2024277"/>
          </a:xfrm>
        </p:grpSpPr>
        <p:sp>
          <p:nvSpPr>
            <p:cNvPr id="60" name="Rounded Rectangle 59"/>
            <p:cNvSpPr/>
            <p:nvPr/>
          </p:nvSpPr>
          <p:spPr bwMode="auto">
            <a:xfrm>
              <a:off x="685800" y="3166989"/>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1" name="Rounded Rectangle 60"/>
            <p:cNvSpPr/>
            <p:nvPr/>
          </p:nvSpPr>
          <p:spPr bwMode="auto">
            <a:xfrm>
              <a:off x="685800" y="2959003"/>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2" name="Rounded Rectangle 61"/>
            <p:cNvSpPr/>
            <p:nvPr/>
          </p:nvSpPr>
          <p:spPr bwMode="auto">
            <a:xfrm>
              <a:off x="685800" y="2751017"/>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3" name="Rounded Rectangle 62"/>
            <p:cNvSpPr/>
            <p:nvPr/>
          </p:nvSpPr>
          <p:spPr bwMode="auto">
            <a:xfrm>
              <a:off x="685800" y="3790950"/>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4" name="Rounded Rectangle 63"/>
            <p:cNvSpPr/>
            <p:nvPr/>
          </p:nvSpPr>
          <p:spPr bwMode="auto">
            <a:xfrm>
              <a:off x="685800" y="3582961"/>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5" name="Rounded Rectangle 64"/>
            <p:cNvSpPr/>
            <p:nvPr/>
          </p:nvSpPr>
          <p:spPr bwMode="auto">
            <a:xfrm>
              <a:off x="685800" y="3374975"/>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6" name="Rounded Rectangle 65"/>
            <p:cNvSpPr/>
            <p:nvPr/>
          </p:nvSpPr>
          <p:spPr bwMode="auto">
            <a:xfrm>
              <a:off x="685800" y="2543031"/>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7" name="Rounded Rectangle 66"/>
            <p:cNvSpPr/>
            <p:nvPr/>
          </p:nvSpPr>
          <p:spPr bwMode="auto">
            <a:xfrm>
              <a:off x="685800" y="2335045"/>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8" name="Rounded Rectangle 67"/>
            <p:cNvSpPr/>
            <p:nvPr/>
          </p:nvSpPr>
          <p:spPr bwMode="auto">
            <a:xfrm>
              <a:off x="685800" y="2127059"/>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9" name="Rounded Rectangle 68"/>
            <p:cNvSpPr/>
            <p:nvPr/>
          </p:nvSpPr>
          <p:spPr bwMode="auto">
            <a:xfrm>
              <a:off x="685800" y="1919073"/>
              <a:ext cx="1524000" cy="1524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72" name="Rounded Rectangle 71"/>
          <p:cNvSpPr/>
          <p:nvPr/>
        </p:nvSpPr>
        <p:spPr bwMode="auto">
          <a:xfrm>
            <a:off x="783462" y="3528735"/>
            <a:ext cx="1131378" cy="322865"/>
          </a:xfrm>
          <a:prstGeom prst="roundRect">
            <a:avLst>
              <a:gd name="adj" fmla="val 7261"/>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dirty="0">
                <a:solidFill>
                  <a:schemeClr val="bg1"/>
                </a:solidFill>
              </a:rPr>
              <a:t>Title Here</a:t>
            </a:r>
          </a:p>
        </p:txBody>
      </p:sp>
      <p:grpSp>
        <p:nvGrpSpPr>
          <p:cNvPr id="3" name="Group 168"/>
          <p:cNvGrpSpPr/>
          <p:nvPr/>
        </p:nvGrpSpPr>
        <p:grpSpPr>
          <a:xfrm>
            <a:off x="1015717" y="1057479"/>
            <a:ext cx="666869" cy="727015"/>
            <a:chOff x="1015717" y="1057479"/>
            <a:chExt cx="666869" cy="727015"/>
          </a:xfrm>
        </p:grpSpPr>
        <p:sp>
          <p:nvSpPr>
            <p:cNvPr id="88" name="Down Arrow 87"/>
            <p:cNvSpPr/>
            <p:nvPr/>
          </p:nvSpPr>
          <p:spPr bwMode="auto">
            <a:xfrm>
              <a:off x="1015717" y="1057479"/>
              <a:ext cx="666869" cy="727015"/>
            </a:xfrm>
            <a:prstGeom prst="downArrow">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4" name="Text Placeholder 3"/>
            <p:cNvSpPr txBox="1">
              <a:spLocks/>
            </p:cNvSpPr>
            <p:nvPr/>
          </p:nvSpPr>
          <p:spPr>
            <a:xfrm>
              <a:off x="1165167" y="1432000"/>
              <a:ext cx="37830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100%</a:t>
              </a:r>
            </a:p>
          </p:txBody>
        </p:sp>
      </p:grpSp>
      <p:sp>
        <p:nvSpPr>
          <p:cNvPr id="89" name="Rounded Rectangle 88"/>
          <p:cNvSpPr/>
          <p:nvPr/>
        </p:nvSpPr>
        <p:spPr bwMode="auto">
          <a:xfrm>
            <a:off x="2375836" y="1057480"/>
            <a:ext cx="1131378" cy="2411499"/>
          </a:xfrm>
          <a:prstGeom prst="roundRect">
            <a:avLst>
              <a:gd name="adj" fmla="val 7261"/>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4" name="Group 89"/>
          <p:cNvGrpSpPr/>
          <p:nvPr/>
        </p:nvGrpSpPr>
        <p:grpSpPr>
          <a:xfrm>
            <a:off x="2465155" y="2109555"/>
            <a:ext cx="952739" cy="1256804"/>
            <a:chOff x="685800" y="2335045"/>
            <a:chExt cx="1524000" cy="1608305"/>
          </a:xfrm>
          <a:solidFill>
            <a:schemeClr val="accent2"/>
          </a:solidFill>
        </p:grpSpPr>
        <p:sp>
          <p:nvSpPr>
            <p:cNvPr id="91" name="Rounded Rectangle 90"/>
            <p:cNvSpPr/>
            <p:nvPr/>
          </p:nvSpPr>
          <p:spPr bwMode="auto">
            <a:xfrm>
              <a:off x="685800" y="3166989"/>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2" name="Rounded Rectangle 91"/>
            <p:cNvSpPr/>
            <p:nvPr/>
          </p:nvSpPr>
          <p:spPr bwMode="auto">
            <a:xfrm>
              <a:off x="685800" y="2959003"/>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3" name="Rounded Rectangle 92"/>
            <p:cNvSpPr/>
            <p:nvPr/>
          </p:nvSpPr>
          <p:spPr bwMode="auto">
            <a:xfrm>
              <a:off x="685800" y="2751017"/>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4" name="Rounded Rectangle 93"/>
            <p:cNvSpPr/>
            <p:nvPr/>
          </p:nvSpPr>
          <p:spPr bwMode="auto">
            <a:xfrm>
              <a:off x="685800" y="3790950"/>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5" name="Rounded Rectangle 94"/>
            <p:cNvSpPr/>
            <p:nvPr/>
          </p:nvSpPr>
          <p:spPr bwMode="auto">
            <a:xfrm>
              <a:off x="685800" y="3582961"/>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6" name="Rounded Rectangle 95"/>
            <p:cNvSpPr/>
            <p:nvPr/>
          </p:nvSpPr>
          <p:spPr bwMode="auto">
            <a:xfrm>
              <a:off x="685800" y="3374975"/>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7" name="Rounded Rectangle 96"/>
            <p:cNvSpPr/>
            <p:nvPr/>
          </p:nvSpPr>
          <p:spPr bwMode="auto">
            <a:xfrm>
              <a:off x="685800" y="2543031"/>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8" name="Rounded Rectangle 97"/>
            <p:cNvSpPr/>
            <p:nvPr/>
          </p:nvSpPr>
          <p:spPr bwMode="auto">
            <a:xfrm>
              <a:off x="685800" y="2335045"/>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03" name="Rounded Rectangle 102"/>
          <p:cNvSpPr/>
          <p:nvPr/>
        </p:nvSpPr>
        <p:spPr bwMode="auto">
          <a:xfrm>
            <a:off x="2375836" y="3528735"/>
            <a:ext cx="1131378" cy="322865"/>
          </a:xfrm>
          <a:prstGeom prst="roundRect">
            <a:avLst>
              <a:gd name="adj" fmla="val 7261"/>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dirty="0">
                <a:solidFill>
                  <a:schemeClr val="bg1"/>
                </a:solidFill>
              </a:rPr>
              <a:t>Title Here</a:t>
            </a:r>
          </a:p>
        </p:txBody>
      </p:sp>
      <p:grpSp>
        <p:nvGrpSpPr>
          <p:cNvPr id="5" name="Group 169"/>
          <p:cNvGrpSpPr/>
          <p:nvPr/>
        </p:nvGrpSpPr>
        <p:grpSpPr>
          <a:xfrm>
            <a:off x="2608091" y="1057479"/>
            <a:ext cx="666869" cy="1052076"/>
            <a:chOff x="2608091" y="1057479"/>
            <a:chExt cx="666869" cy="1052076"/>
          </a:xfrm>
        </p:grpSpPr>
        <p:sp>
          <p:nvSpPr>
            <p:cNvPr id="102" name="Down Arrow 101"/>
            <p:cNvSpPr/>
            <p:nvPr/>
          </p:nvSpPr>
          <p:spPr bwMode="auto">
            <a:xfrm>
              <a:off x="2608091" y="1057479"/>
              <a:ext cx="666869" cy="1052076"/>
            </a:xfrm>
            <a:prstGeom prst="downArrow">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7" name="Text Placeholder 3"/>
            <p:cNvSpPr txBox="1">
              <a:spLocks/>
            </p:cNvSpPr>
            <p:nvPr/>
          </p:nvSpPr>
          <p:spPr>
            <a:xfrm>
              <a:off x="2786020" y="1762752"/>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80%</a:t>
              </a:r>
            </a:p>
          </p:txBody>
        </p:sp>
      </p:grpSp>
      <p:sp>
        <p:nvSpPr>
          <p:cNvPr id="108" name="Rounded Rectangle 107"/>
          <p:cNvSpPr/>
          <p:nvPr/>
        </p:nvSpPr>
        <p:spPr bwMode="auto">
          <a:xfrm>
            <a:off x="3968210" y="1057480"/>
            <a:ext cx="1131378" cy="2411499"/>
          </a:xfrm>
          <a:prstGeom prst="roundRect">
            <a:avLst>
              <a:gd name="adj" fmla="val 7261"/>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6" name="Group 108"/>
          <p:cNvGrpSpPr/>
          <p:nvPr/>
        </p:nvGrpSpPr>
        <p:grpSpPr>
          <a:xfrm>
            <a:off x="4057529" y="2272085"/>
            <a:ext cx="952739" cy="1094274"/>
            <a:chOff x="685800" y="2543031"/>
            <a:chExt cx="1524000" cy="1400319"/>
          </a:xfrm>
          <a:solidFill>
            <a:schemeClr val="accent3"/>
          </a:solidFill>
        </p:grpSpPr>
        <p:sp>
          <p:nvSpPr>
            <p:cNvPr id="110" name="Rounded Rectangle 109"/>
            <p:cNvSpPr/>
            <p:nvPr/>
          </p:nvSpPr>
          <p:spPr bwMode="auto">
            <a:xfrm>
              <a:off x="685800" y="3166989"/>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1" name="Rounded Rectangle 110"/>
            <p:cNvSpPr/>
            <p:nvPr/>
          </p:nvSpPr>
          <p:spPr bwMode="auto">
            <a:xfrm>
              <a:off x="685800" y="2959003"/>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2" name="Rounded Rectangle 111"/>
            <p:cNvSpPr/>
            <p:nvPr/>
          </p:nvSpPr>
          <p:spPr bwMode="auto">
            <a:xfrm>
              <a:off x="685800" y="2751017"/>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3" name="Rounded Rectangle 112"/>
            <p:cNvSpPr/>
            <p:nvPr/>
          </p:nvSpPr>
          <p:spPr bwMode="auto">
            <a:xfrm>
              <a:off x="685800" y="3790950"/>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4" name="Rounded Rectangle 113"/>
            <p:cNvSpPr/>
            <p:nvPr/>
          </p:nvSpPr>
          <p:spPr bwMode="auto">
            <a:xfrm>
              <a:off x="685800" y="3582961"/>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5" name="Rounded Rectangle 114"/>
            <p:cNvSpPr/>
            <p:nvPr/>
          </p:nvSpPr>
          <p:spPr bwMode="auto">
            <a:xfrm>
              <a:off x="685800" y="3374975"/>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6" name="Rounded Rectangle 115"/>
            <p:cNvSpPr/>
            <p:nvPr/>
          </p:nvSpPr>
          <p:spPr bwMode="auto">
            <a:xfrm>
              <a:off x="685800" y="2543031"/>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20" name="Rounded Rectangle 119"/>
          <p:cNvSpPr/>
          <p:nvPr/>
        </p:nvSpPr>
        <p:spPr bwMode="auto">
          <a:xfrm>
            <a:off x="3968210" y="3528735"/>
            <a:ext cx="1131378" cy="322865"/>
          </a:xfrm>
          <a:prstGeom prst="roundRect">
            <a:avLst>
              <a:gd name="adj" fmla="val 7261"/>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dirty="0">
                <a:solidFill>
                  <a:schemeClr val="bg1"/>
                </a:solidFill>
              </a:rPr>
              <a:t>Title Here</a:t>
            </a:r>
          </a:p>
        </p:txBody>
      </p:sp>
      <p:grpSp>
        <p:nvGrpSpPr>
          <p:cNvPr id="7" name="Group 170"/>
          <p:cNvGrpSpPr/>
          <p:nvPr/>
        </p:nvGrpSpPr>
        <p:grpSpPr>
          <a:xfrm>
            <a:off x="4200465" y="1057479"/>
            <a:ext cx="666869" cy="1171168"/>
            <a:chOff x="4200465" y="1057479"/>
            <a:chExt cx="666869" cy="1171168"/>
          </a:xfrm>
        </p:grpSpPr>
        <p:sp>
          <p:nvSpPr>
            <p:cNvPr id="121" name="Down Arrow 120"/>
            <p:cNvSpPr/>
            <p:nvPr/>
          </p:nvSpPr>
          <p:spPr bwMode="auto">
            <a:xfrm>
              <a:off x="4200465" y="1057479"/>
              <a:ext cx="666869" cy="1171168"/>
            </a:xfrm>
            <a:prstGeom prst="downArrow">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4" name="Text Placeholder 3"/>
            <p:cNvSpPr txBox="1">
              <a:spLocks/>
            </p:cNvSpPr>
            <p:nvPr/>
          </p:nvSpPr>
          <p:spPr>
            <a:xfrm>
              <a:off x="4388827" y="1863414"/>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70%</a:t>
              </a:r>
            </a:p>
          </p:txBody>
        </p:sp>
      </p:grpSp>
      <p:sp>
        <p:nvSpPr>
          <p:cNvPr id="122" name="Rounded Rectangle 121"/>
          <p:cNvSpPr/>
          <p:nvPr/>
        </p:nvSpPr>
        <p:spPr bwMode="auto">
          <a:xfrm>
            <a:off x="5560584" y="1057480"/>
            <a:ext cx="1131378" cy="2411499"/>
          </a:xfrm>
          <a:prstGeom prst="roundRect">
            <a:avLst>
              <a:gd name="adj" fmla="val 7261"/>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8" name="Group 122"/>
          <p:cNvGrpSpPr/>
          <p:nvPr/>
        </p:nvGrpSpPr>
        <p:grpSpPr>
          <a:xfrm>
            <a:off x="5649903" y="2759673"/>
            <a:ext cx="952739" cy="606684"/>
            <a:chOff x="685800" y="3166989"/>
            <a:chExt cx="1524000" cy="776361"/>
          </a:xfrm>
          <a:solidFill>
            <a:schemeClr val="accent4"/>
          </a:solidFill>
        </p:grpSpPr>
        <p:sp>
          <p:nvSpPr>
            <p:cNvPr id="124" name="Rounded Rectangle 123"/>
            <p:cNvSpPr/>
            <p:nvPr/>
          </p:nvSpPr>
          <p:spPr bwMode="auto">
            <a:xfrm>
              <a:off x="685800" y="3166989"/>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7" name="Rounded Rectangle 126"/>
            <p:cNvSpPr/>
            <p:nvPr/>
          </p:nvSpPr>
          <p:spPr bwMode="auto">
            <a:xfrm>
              <a:off x="685800" y="3790950"/>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8" name="Rounded Rectangle 127"/>
            <p:cNvSpPr/>
            <p:nvPr/>
          </p:nvSpPr>
          <p:spPr bwMode="auto">
            <a:xfrm>
              <a:off x="685800" y="3582961"/>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9" name="Rounded Rectangle 128"/>
            <p:cNvSpPr/>
            <p:nvPr/>
          </p:nvSpPr>
          <p:spPr bwMode="auto">
            <a:xfrm>
              <a:off x="685800" y="3374975"/>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33" name="Rounded Rectangle 132"/>
          <p:cNvSpPr/>
          <p:nvPr/>
        </p:nvSpPr>
        <p:spPr bwMode="auto">
          <a:xfrm>
            <a:off x="5560584" y="3528735"/>
            <a:ext cx="1131378" cy="322865"/>
          </a:xfrm>
          <a:prstGeom prst="roundRect">
            <a:avLst>
              <a:gd name="adj" fmla="val 7261"/>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dirty="0">
                <a:solidFill>
                  <a:schemeClr val="bg1"/>
                </a:solidFill>
              </a:rPr>
              <a:t>Title Here</a:t>
            </a:r>
          </a:p>
        </p:txBody>
      </p:sp>
      <p:grpSp>
        <p:nvGrpSpPr>
          <p:cNvPr id="9" name="Group 171"/>
          <p:cNvGrpSpPr/>
          <p:nvPr/>
        </p:nvGrpSpPr>
        <p:grpSpPr>
          <a:xfrm>
            <a:off x="5792839" y="1057478"/>
            <a:ext cx="666869" cy="1702195"/>
            <a:chOff x="5792839" y="1057478"/>
            <a:chExt cx="666869" cy="1702195"/>
          </a:xfrm>
        </p:grpSpPr>
        <p:sp>
          <p:nvSpPr>
            <p:cNvPr id="132" name="Down Arrow 131"/>
            <p:cNvSpPr/>
            <p:nvPr/>
          </p:nvSpPr>
          <p:spPr bwMode="auto">
            <a:xfrm>
              <a:off x="5792839" y="1057478"/>
              <a:ext cx="666869" cy="1702195"/>
            </a:xfrm>
            <a:prstGeom prst="downArrow">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5" name="Text Placeholder 3"/>
            <p:cNvSpPr txBox="1">
              <a:spLocks/>
            </p:cNvSpPr>
            <p:nvPr/>
          </p:nvSpPr>
          <p:spPr>
            <a:xfrm>
              <a:off x="5970768" y="2387086"/>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40%</a:t>
              </a:r>
            </a:p>
          </p:txBody>
        </p:sp>
      </p:grpSp>
      <p:sp>
        <p:nvSpPr>
          <p:cNvPr id="136" name="Rounded Rectangle 135"/>
          <p:cNvSpPr/>
          <p:nvPr/>
        </p:nvSpPr>
        <p:spPr bwMode="auto">
          <a:xfrm>
            <a:off x="7152959" y="1057480"/>
            <a:ext cx="1131378" cy="2411499"/>
          </a:xfrm>
          <a:prstGeom prst="roundRect">
            <a:avLst>
              <a:gd name="adj" fmla="val 7261"/>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0" name="Group 136"/>
          <p:cNvGrpSpPr/>
          <p:nvPr/>
        </p:nvGrpSpPr>
        <p:grpSpPr>
          <a:xfrm>
            <a:off x="7242278" y="2597144"/>
            <a:ext cx="952739" cy="769214"/>
            <a:chOff x="685800" y="2959003"/>
            <a:chExt cx="1524000" cy="984347"/>
          </a:xfrm>
          <a:solidFill>
            <a:schemeClr val="accent5"/>
          </a:solidFill>
        </p:grpSpPr>
        <p:sp>
          <p:nvSpPr>
            <p:cNvPr id="138" name="Rounded Rectangle 137"/>
            <p:cNvSpPr/>
            <p:nvPr/>
          </p:nvSpPr>
          <p:spPr bwMode="auto">
            <a:xfrm>
              <a:off x="685800" y="3166989"/>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9" name="Rounded Rectangle 138"/>
            <p:cNvSpPr/>
            <p:nvPr/>
          </p:nvSpPr>
          <p:spPr bwMode="auto">
            <a:xfrm>
              <a:off x="685800" y="2959003"/>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1" name="Rounded Rectangle 140"/>
            <p:cNvSpPr/>
            <p:nvPr/>
          </p:nvSpPr>
          <p:spPr bwMode="auto">
            <a:xfrm>
              <a:off x="685800" y="3790950"/>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2" name="Rounded Rectangle 141"/>
            <p:cNvSpPr/>
            <p:nvPr/>
          </p:nvSpPr>
          <p:spPr bwMode="auto">
            <a:xfrm>
              <a:off x="685800" y="3582961"/>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3" name="Rounded Rectangle 142"/>
            <p:cNvSpPr/>
            <p:nvPr/>
          </p:nvSpPr>
          <p:spPr bwMode="auto">
            <a:xfrm>
              <a:off x="685800" y="3374975"/>
              <a:ext cx="1524000" cy="152400"/>
            </a:xfrm>
            <a:prstGeom prst="round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47" name="Rounded Rectangle 146"/>
          <p:cNvSpPr/>
          <p:nvPr/>
        </p:nvSpPr>
        <p:spPr bwMode="auto">
          <a:xfrm>
            <a:off x="7152959" y="3528735"/>
            <a:ext cx="1131378" cy="322865"/>
          </a:xfrm>
          <a:prstGeom prst="roundRect">
            <a:avLst>
              <a:gd name="adj" fmla="val 7261"/>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dirty="0">
                <a:solidFill>
                  <a:schemeClr val="bg1"/>
                </a:solidFill>
              </a:rPr>
              <a:t>Title Here</a:t>
            </a:r>
          </a:p>
        </p:txBody>
      </p:sp>
      <p:grpSp>
        <p:nvGrpSpPr>
          <p:cNvPr id="11" name="Group 172"/>
          <p:cNvGrpSpPr/>
          <p:nvPr/>
        </p:nvGrpSpPr>
        <p:grpSpPr>
          <a:xfrm>
            <a:off x="7385214" y="1057478"/>
            <a:ext cx="666869" cy="1514273"/>
            <a:chOff x="7385214" y="1057478"/>
            <a:chExt cx="666869" cy="1514273"/>
          </a:xfrm>
        </p:grpSpPr>
        <p:sp>
          <p:nvSpPr>
            <p:cNvPr id="146" name="Down Arrow 145"/>
            <p:cNvSpPr/>
            <p:nvPr/>
          </p:nvSpPr>
          <p:spPr bwMode="auto">
            <a:xfrm>
              <a:off x="7385214" y="1057478"/>
              <a:ext cx="666869" cy="1514273"/>
            </a:xfrm>
            <a:prstGeom prst="downArrow">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8" name="Text Placeholder 3"/>
            <p:cNvSpPr txBox="1">
              <a:spLocks/>
            </p:cNvSpPr>
            <p:nvPr/>
          </p:nvSpPr>
          <p:spPr>
            <a:xfrm>
              <a:off x="7563143" y="2234686"/>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50%</a:t>
              </a:r>
            </a:p>
          </p:txBody>
        </p:sp>
      </p:grpSp>
      <p:grpSp>
        <p:nvGrpSpPr>
          <p:cNvPr id="12" name="Group 25"/>
          <p:cNvGrpSpPr/>
          <p:nvPr/>
        </p:nvGrpSpPr>
        <p:grpSpPr>
          <a:xfrm>
            <a:off x="609600" y="3921116"/>
            <a:ext cx="1479103" cy="709660"/>
            <a:chOff x="764014" y="1586047"/>
            <a:chExt cx="1544637" cy="709660"/>
          </a:xfrm>
        </p:grpSpPr>
        <p:sp>
          <p:nvSpPr>
            <p:cNvPr id="155"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156"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3" name="Group 25"/>
          <p:cNvGrpSpPr/>
          <p:nvPr/>
        </p:nvGrpSpPr>
        <p:grpSpPr>
          <a:xfrm>
            <a:off x="2201974" y="3921116"/>
            <a:ext cx="1479103" cy="709660"/>
            <a:chOff x="764014" y="1586047"/>
            <a:chExt cx="1544637" cy="709660"/>
          </a:xfrm>
        </p:grpSpPr>
        <p:sp>
          <p:nvSpPr>
            <p:cNvPr id="158"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159"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4" name="Group 25"/>
          <p:cNvGrpSpPr/>
          <p:nvPr/>
        </p:nvGrpSpPr>
        <p:grpSpPr>
          <a:xfrm>
            <a:off x="3794348" y="3921116"/>
            <a:ext cx="1479103" cy="709660"/>
            <a:chOff x="764014" y="1586047"/>
            <a:chExt cx="1544637" cy="709660"/>
          </a:xfrm>
        </p:grpSpPr>
        <p:sp>
          <p:nvSpPr>
            <p:cNvPr id="161"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162"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5" name="Group 25"/>
          <p:cNvGrpSpPr/>
          <p:nvPr/>
        </p:nvGrpSpPr>
        <p:grpSpPr>
          <a:xfrm>
            <a:off x="5386722" y="3921116"/>
            <a:ext cx="1479103" cy="709660"/>
            <a:chOff x="764014" y="1586047"/>
            <a:chExt cx="1544637" cy="709660"/>
          </a:xfrm>
        </p:grpSpPr>
        <p:sp>
          <p:nvSpPr>
            <p:cNvPr id="164"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16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6" name="Group 25"/>
          <p:cNvGrpSpPr/>
          <p:nvPr/>
        </p:nvGrpSpPr>
        <p:grpSpPr>
          <a:xfrm>
            <a:off x="6979097" y="3921116"/>
            <a:ext cx="1479103" cy="709660"/>
            <a:chOff x="764014" y="1586047"/>
            <a:chExt cx="1544637" cy="709660"/>
          </a:xfrm>
        </p:grpSpPr>
        <p:sp>
          <p:nvSpPr>
            <p:cNvPr id="167"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16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71"/>
                                        </p:tgtEl>
                                        <p:attrNameLst>
                                          <p:attrName>style.visibility</p:attrName>
                                        </p:attrNameLst>
                                      </p:cBhvr>
                                      <p:to>
                                        <p:strVal val="visible"/>
                                      </p:to>
                                    </p:set>
                                    <p:animEffect transition="in" filter="wipe(down)">
                                      <p:cBhvr>
                                        <p:cTn id="12" dur="500"/>
                                        <p:tgtEl>
                                          <p:spTgt spid="71"/>
                                        </p:tgtEl>
                                      </p:cBhvr>
                                    </p:animEffect>
                                  </p:childTnLst>
                                </p:cTn>
                              </p:par>
                            </p:childTnLst>
                          </p:cTn>
                        </p:par>
                        <p:par>
                          <p:cTn id="13" fill="hold">
                            <p:stCondLst>
                              <p:cond delay="1000"/>
                            </p:stCondLst>
                            <p:childTnLst>
                              <p:par>
                                <p:cTn id="14" presetID="1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slide(fromBottom)">
                                      <p:cBhvr>
                                        <p:cTn id="16" dur="500"/>
                                        <p:tgtEl>
                                          <p:spTgt spid="2"/>
                                        </p:tgtEl>
                                      </p:cBhvr>
                                    </p:animEffect>
                                  </p:childTnLst>
                                </p:cTn>
                              </p:par>
                            </p:childTnLst>
                          </p:cTn>
                        </p:par>
                        <p:par>
                          <p:cTn id="17" fill="hold">
                            <p:stCondLst>
                              <p:cond delay="1500"/>
                            </p:stCondLst>
                            <p:childTnLst>
                              <p:par>
                                <p:cTn id="18" presetID="22" presetClass="entr" presetSubtype="1"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wipe(up)">
                                      <p:cBhvr>
                                        <p:cTn id="20" dur="500"/>
                                        <p:tgtEl>
                                          <p:spTgt spid="3"/>
                                        </p:tgtEl>
                                      </p:cBhvr>
                                    </p:animEffect>
                                  </p:childTnLst>
                                </p:cTn>
                              </p:par>
                              <p:par>
                                <p:cTn id="21" presetID="22" presetClass="entr" presetSubtype="4"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wipe(down)">
                                      <p:cBhvr>
                                        <p:cTn id="23" dur="500"/>
                                        <p:tgtEl>
                                          <p:spTgt spid="12"/>
                                        </p:tgtEl>
                                      </p:cBhvr>
                                    </p:animEffect>
                                  </p:childTnLst>
                                </p:cTn>
                              </p:par>
                            </p:childTnLst>
                          </p:cTn>
                        </p:par>
                        <p:par>
                          <p:cTn id="24" fill="hold">
                            <p:stCondLst>
                              <p:cond delay="2000"/>
                            </p:stCondLst>
                            <p:childTnLst>
                              <p:par>
                                <p:cTn id="25" presetID="2" presetClass="entr" presetSubtype="4" accel="50000" decel="50000" fill="hold" grpId="0" nodeType="after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500" fill="hold"/>
                                        <p:tgtEl>
                                          <p:spTgt spid="103"/>
                                        </p:tgtEl>
                                        <p:attrNameLst>
                                          <p:attrName>ppt_x</p:attrName>
                                        </p:attrNameLst>
                                      </p:cBhvr>
                                      <p:tavLst>
                                        <p:tav tm="0">
                                          <p:val>
                                            <p:strVal val="#ppt_x"/>
                                          </p:val>
                                        </p:tav>
                                        <p:tav tm="100000">
                                          <p:val>
                                            <p:strVal val="#ppt_x"/>
                                          </p:val>
                                        </p:tav>
                                      </p:tavLst>
                                    </p:anim>
                                    <p:anim calcmode="lin" valueType="num">
                                      <p:cBhvr additive="base">
                                        <p:cTn id="28" dur="500" fill="hold"/>
                                        <p:tgtEl>
                                          <p:spTgt spid="103"/>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89"/>
                                        </p:tgtEl>
                                        <p:attrNameLst>
                                          <p:attrName>style.visibility</p:attrName>
                                        </p:attrNameLst>
                                      </p:cBhvr>
                                      <p:to>
                                        <p:strVal val="visible"/>
                                      </p:to>
                                    </p:set>
                                    <p:animEffect transition="in" filter="wipe(down)">
                                      <p:cBhvr>
                                        <p:cTn id="32" dur="500"/>
                                        <p:tgtEl>
                                          <p:spTgt spid="89"/>
                                        </p:tgtEl>
                                      </p:cBhvr>
                                    </p:animEffect>
                                  </p:childTnLst>
                                </p:cTn>
                              </p:par>
                            </p:childTnLst>
                          </p:cTn>
                        </p:par>
                        <p:par>
                          <p:cTn id="33" fill="hold">
                            <p:stCondLst>
                              <p:cond delay="3000"/>
                            </p:stCondLst>
                            <p:childTnLst>
                              <p:par>
                                <p:cTn id="34" presetID="12" presetClass="entr" presetSubtype="4"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slide(fromBottom)">
                                      <p:cBhvr>
                                        <p:cTn id="36" dur="500"/>
                                        <p:tgtEl>
                                          <p:spTgt spid="4"/>
                                        </p:tgtEl>
                                      </p:cBhvr>
                                    </p:animEffect>
                                  </p:childTnLst>
                                </p:cTn>
                              </p:par>
                            </p:childTnLst>
                          </p:cTn>
                        </p:par>
                        <p:par>
                          <p:cTn id="37" fill="hold">
                            <p:stCondLst>
                              <p:cond delay="3500"/>
                            </p:stCondLst>
                            <p:childTnLst>
                              <p:par>
                                <p:cTn id="38" presetID="22" presetClass="entr" presetSubtype="1"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wipe(up)">
                                      <p:cBhvr>
                                        <p:cTn id="40" dur="500"/>
                                        <p:tgtEl>
                                          <p:spTgt spid="5"/>
                                        </p:tgtEl>
                                      </p:cBhvr>
                                    </p:animEffect>
                                  </p:childTnLst>
                                </p:cTn>
                              </p:par>
                              <p:par>
                                <p:cTn id="41" presetID="22" presetClass="entr" presetSubtype="4"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ipe(down)">
                                      <p:cBhvr>
                                        <p:cTn id="43" dur="500"/>
                                        <p:tgtEl>
                                          <p:spTgt spid="13"/>
                                        </p:tgtEl>
                                      </p:cBhvr>
                                    </p:animEffect>
                                  </p:childTnLst>
                                </p:cTn>
                              </p:par>
                            </p:childTnLst>
                          </p:cTn>
                        </p:par>
                        <p:par>
                          <p:cTn id="44" fill="hold">
                            <p:stCondLst>
                              <p:cond delay="4000"/>
                            </p:stCondLst>
                            <p:childTnLst>
                              <p:par>
                                <p:cTn id="45" presetID="2" presetClass="entr" presetSubtype="4" accel="50000" decel="50000" fill="hold" grpId="0" nodeType="afterEffect">
                                  <p:stCondLst>
                                    <p:cond delay="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500" fill="hold"/>
                                        <p:tgtEl>
                                          <p:spTgt spid="120"/>
                                        </p:tgtEl>
                                        <p:attrNameLst>
                                          <p:attrName>ppt_x</p:attrName>
                                        </p:attrNameLst>
                                      </p:cBhvr>
                                      <p:tavLst>
                                        <p:tav tm="0">
                                          <p:val>
                                            <p:strVal val="#ppt_x"/>
                                          </p:val>
                                        </p:tav>
                                        <p:tav tm="100000">
                                          <p:val>
                                            <p:strVal val="#ppt_x"/>
                                          </p:val>
                                        </p:tav>
                                      </p:tavLst>
                                    </p:anim>
                                    <p:anim calcmode="lin" valueType="num">
                                      <p:cBhvr additive="base">
                                        <p:cTn id="48" dur="500" fill="hold"/>
                                        <p:tgtEl>
                                          <p:spTgt spid="120"/>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2" presetClass="entr" presetSubtype="4" fill="hold" grpId="0" nodeType="afterEffect">
                                  <p:stCondLst>
                                    <p:cond delay="0"/>
                                  </p:stCondLst>
                                  <p:childTnLst>
                                    <p:set>
                                      <p:cBhvr>
                                        <p:cTn id="51" dur="1" fill="hold">
                                          <p:stCondLst>
                                            <p:cond delay="0"/>
                                          </p:stCondLst>
                                        </p:cTn>
                                        <p:tgtEl>
                                          <p:spTgt spid="108"/>
                                        </p:tgtEl>
                                        <p:attrNameLst>
                                          <p:attrName>style.visibility</p:attrName>
                                        </p:attrNameLst>
                                      </p:cBhvr>
                                      <p:to>
                                        <p:strVal val="visible"/>
                                      </p:to>
                                    </p:set>
                                    <p:animEffect transition="in" filter="wipe(down)">
                                      <p:cBhvr>
                                        <p:cTn id="52" dur="500"/>
                                        <p:tgtEl>
                                          <p:spTgt spid="108"/>
                                        </p:tgtEl>
                                      </p:cBhvr>
                                    </p:animEffect>
                                  </p:childTnLst>
                                </p:cTn>
                              </p:par>
                            </p:childTnLst>
                          </p:cTn>
                        </p:par>
                        <p:par>
                          <p:cTn id="53" fill="hold">
                            <p:stCondLst>
                              <p:cond delay="5000"/>
                            </p:stCondLst>
                            <p:childTnLst>
                              <p:par>
                                <p:cTn id="54" presetID="12" presetClass="entr" presetSubtype="4" fill="hold" nodeType="afterEffect">
                                  <p:stCondLst>
                                    <p:cond delay="0"/>
                                  </p:stCondLst>
                                  <p:childTnLst>
                                    <p:set>
                                      <p:cBhvr>
                                        <p:cTn id="55" dur="1" fill="hold">
                                          <p:stCondLst>
                                            <p:cond delay="0"/>
                                          </p:stCondLst>
                                        </p:cTn>
                                        <p:tgtEl>
                                          <p:spTgt spid="6"/>
                                        </p:tgtEl>
                                        <p:attrNameLst>
                                          <p:attrName>style.visibility</p:attrName>
                                        </p:attrNameLst>
                                      </p:cBhvr>
                                      <p:to>
                                        <p:strVal val="visible"/>
                                      </p:to>
                                    </p:set>
                                    <p:animEffect transition="in" filter="slide(fromBottom)">
                                      <p:cBhvr>
                                        <p:cTn id="56" dur="500"/>
                                        <p:tgtEl>
                                          <p:spTgt spid="6"/>
                                        </p:tgtEl>
                                      </p:cBhvr>
                                    </p:animEffect>
                                  </p:childTnLst>
                                </p:cTn>
                              </p:par>
                            </p:childTnLst>
                          </p:cTn>
                        </p:par>
                        <p:par>
                          <p:cTn id="57" fill="hold">
                            <p:stCondLst>
                              <p:cond delay="5500"/>
                            </p:stCondLst>
                            <p:childTnLst>
                              <p:par>
                                <p:cTn id="58" presetID="22" presetClass="entr" presetSubtype="1" fill="hold" nodeType="afterEffect">
                                  <p:stCondLst>
                                    <p:cond delay="0"/>
                                  </p:stCondLst>
                                  <p:childTnLst>
                                    <p:set>
                                      <p:cBhvr>
                                        <p:cTn id="59" dur="1" fill="hold">
                                          <p:stCondLst>
                                            <p:cond delay="0"/>
                                          </p:stCondLst>
                                        </p:cTn>
                                        <p:tgtEl>
                                          <p:spTgt spid="7"/>
                                        </p:tgtEl>
                                        <p:attrNameLst>
                                          <p:attrName>style.visibility</p:attrName>
                                        </p:attrNameLst>
                                      </p:cBhvr>
                                      <p:to>
                                        <p:strVal val="visible"/>
                                      </p:to>
                                    </p:set>
                                    <p:animEffect transition="in" filter="wipe(up)">
                                      <p:cBhvr>
                                        <p:cTn id="60" dur="500"/>
                                        <p:tgtEl>
                                          <p:spTgt spid="7"/>
                                        </p:tgtEl>
                                      </p:cBhvr>
                                    </p:animEffect>
                                  </p:childTnLst>
                                </p:cTn>
                              </p:par>
                              <p:par>
                                <p:cTn id="61" presetID="22" presetClass="entr" presetSubtype="4" fill="hold" nodeType="with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wipe(down)">
                                      <p:cBhvr>
                                        <p:cTn id="63" dur="500"/>
                                        <p:tgtEl>
                                          <p:spTgt spid="14"/>
                                        </p:tgtEl>
                                      </p:cBhvr>
                                    </p:animEffect>
                                  </p:childTnLst>
                                </p:cTn>
                              </p:par>
                            </p:childTnLst>
                          </p:cTn>
                        </p:par>
                        <p:par>
                          <p:cTn id="64" fill="hold">
                            <p:stCondLst>
                              <p:cond delay="6000"/>
                            </p:stCondLst>
                            <p:childTnLst>
                              <p:par>
                                <p:cTn id="65" presetID="2" presetClass="entr" presetSubtype="4" accel="50000" decel="50000" fill="hold" grpId="0" nodeType="afterEffect">
                                  <p:stCondLst>
                                    <p:cond delay="0"/>
                                  </p:stCondLst>
                                  <p:childTnLst>
                                    <p:set>
                                      <p:cBhvr>
                                        <p:cTn id="66" dur="1" fill="hold">
                                          <p:stCondLst>
                                            <p:cond delay="0"/>
                                          </p:stCondLst>
                                        </p:cTn>
                                        <p:tgtEl>
                                          <p:spTgt spid="133"/>
                                        </p:tgtEl>
                                        <p:attrNameLst>
                                          <p:attrName>style.visibility</p:attrName>
                                        </p:attrNameLst>
                                      </p:cBhvr>
                                      <p:to>
                                        <p:strVal val="visible"/>
                                      </p:to>
                                    </p:set>
                                    <p:anim calcmode="lin" valueType="num">
                                      <p:cBhvr additive="base">
                                        <p:cTn id="67" dur="500" fill="hold"/>
                                        <p:tgtEl>
                                          <p:spTgt spid="133"/>
                                        </p:tgtEl>
                                        <p:attrNameLst>
                                          <p:attrName>ppt_x</p:attrName>
                                        </p:attrNameLst>
                                      </p:cBhvr>
                                      <p:tavLst>
                                        <p:tav tm="0">
                                          <p:val>
                                            <p:strVal val="#ppt_x"/>
                                          </p:val>
                                        </p:tav>
                                        <p:tav tm="100000">
                                          <p:val>
                                            <p:strVal val="#ppt_x"/>
                                          </p:val>
                                        </p:tav>
                                      </p:tavLst>
                                    </p:anim>
                                    <p:anim calcmode="lin" valueType="num">
                                      <p:cBhvr additive="base">
                                        <p:cTn id="68" dur="500" fill="hold"/>
                                        <p:tgtEl>
                                          <p:spTgt spid="133"/>
                                        </p:tgtEl>
                                        <p:attrNameLst>
                                          <p:attrName>ppt_y</p:attrName>
                                        </p:attrNameLst>
                                      </p:cBhvr>
                                      <p:tavLst>
                                        <p:tav tm="0">
                                          <p:val>
                                            <p:strVal val="1+#ppt_h/2"/>
                                          </p:val>
                                        </p:tav>
                                        <p:tav tm="100000">
                                          <p:val>
                                            <p:strVal val="#ppt_y"/>
                                          </p:val>
                                        </p:tav>
                                      </p:tavLst>
                                    </p:anim>
                                  </p:childTnLst>
                                </p:cTn>
                              </p:par>
                            </p:childTnLst>
                          </p:cTn>
                        </p:par>
                        <p:par>
                          <p:cTn id="69" fill="hold">
                            <p:stCondLst>
                              <p:cond delay="6500"/>
                            </p:stCondLst>
                            <p:childTnLst>
                              <p:par>
                                <p:cTn id="70" presetID="22" presetClass="entr" presetSubtype="4" fill="hold" grpId="0" nodeType="afterEffect">
                                  <p:stCondLst>
                                    <p:cond delay="0"/>
                                  </p:stCondLst>
                                  <p:childTnLst>
                                    <p:set>
                                      <p:cBhvr>
                                        <p:cTn id="71" dur="1" fill="hold">
                                          <p:stCondLst>
                                            <p:cond delay="0"/>
                                          </p:stCondLst>
                                        </p:cTn>
                                        <p:tgtEl>
                                          <p:spTgt spid="122"/>
                                        </p:tgtEl>
                                        <p:attrNameLst>
                                          <p:attrName>style.visibility</p:attrName>
                                        </p:attrNameLst>
                                      </p:cBhvr>
                                      <p:to>
                                        <p:strVal val="visible"/>
                                      </p:to>
                                    </p:set>
                                    <p:animEffect transition="in" filter="wipe(down)">
                                      <p:cBhvr>
                                        <p:cTn id="72" dur="500"/>
                                        <p:tgtEl>
                                          <p:spTgt spid="122"/>
                                        </p:tgtEl>
                                      </p:cBhvr>
                                    </p:animEffect>
                                  </p:childTnLst>
                                </p:cTn>
                              </p:par>
                            </p:childTnLst>
                          </p:cTn>
                        </p:par>
                        <p:par>
                          <p:cTn id="73" fill="hold">
                            <p:stCondLst>
                              <p:cond delay="7000"/>
                            </p:stCondLst>
                            <p:childTnLst>
                              <p:par>
                                <p:cTn id="74" presetID="12" presetClass="entr" presetSubtype="4" fill="hold" nodeType="afterEffect">
                                  <p:stCondLst>
                                    <p:cond delay="0"/>
                                  </p:stCondLst>
                                  <p:childTnLst>
                                    <p:set>
                                      <p:cBhvr>
                                        <p:cTn id="75" dur="1" fill="hold">
                                          <p:stCondLst>
                                            <p:cond delay="0"/>
                                          </p:stCondLst>
                                        </p:cTn>
                                        <p:tgtEl>
                                          <p:spTgt spid="8"/>
                                        </p:tgtEl>
                                        <p:attrNameLst>
                                          <p:attrName>style.visibility</p:attrName>
                                        </p:attrNameLst>
                                      </p:cBhvr>
                                      <p:to>
                                        <p:strVal val="visible"/>
                                      </p:to>
                                    </p:set>
                                    <p:animEffect transition="in" filter="slide(fromBottom)">
                                      <p:cBhvr>
                                        <p:cTn id="76" dur="500"/>
                                        <p:tgtEl>
                                          <p:spTgt spid="8"/>
                                        </p:tgtEl>
                                      </p:cBhvr>
                                    </p:animEffect>
                                  </p:childTnLst>
                                </p:cTn>
                              </p:par>
                            </p:childTnLst>
                          </p:cTn>
                        </p:par>
                        <p:par>
                          <p:cTn id="77" fill="hold">
                            <p:stCondLst>
                              <p:cond delay="7500"/>
                            </p:stCondLst>
                            <p:childTnLst>
                              <p:par>
                                <p:cTn id="78" presetID="22" presetClass="entr" presetSubtype="1" fill="hold" nodeType="afterEffect">
                                  <p:stCondLst>
                                    <p:cond delay="0"/>
                                  </p:stCondLst>
                                  <p:childTnLst>
                                    <p:set>
                                      <p:cBhvr>
                                        <p:cTn id="79" dur="1" fill="hold">
                                          <p:stCondLst>
                                            <p:cond delay="0"/>
                                          </p:stCondLst>
                                        </p:cTn>
                                        <p:tgtEl>
                                          <p:spTgt spid="9"/>
                                        </p:tgtEl>
                                        <p:attrNameLst>
                                          <p:attrName>style.visibility</p:attrName>
                                        </p:attrNameLst>
                                      </p:cBhvr>
                                      <p:to>
                                        <p:strVal val="visible"/>
                                      </p:to>
                                    </p:set>
                                    <p:animEffect transition="in" filter="wipe(up)">
                                      <p:cBhvr>
                                        <p:cTn id="80" dur="500"/>
                                        <p:tgtEl>
                                          <p:spTgt spid="9"/>
                                        </p:tgtEl>
                                      </p:cBhvr>
                                    </p:animEffect>
                                  </p:childTnLst>
                                </p:cTn>
                              </p:par>
                              <p:par>
                                <p:cTn id="81" presetID="22" presetClass="entr" presetSubtype="4" fill="hold" nodeType="with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wipe(down)">
                                      <p:cBhvr>
                                        <p:cTn id="83" dur="500"/>
                                        <p:tgtEl>
                                          <p:spTgt spid="15"/>
                                        </p:tgtEl>
                                      </p:cBhvr>
                                    </p:animEffect>
                                  </p:childTnLst>
                                </p:cTn>
                              </p:par>
                            </p:childTnLst>
                          </p:cTn>
                        </p:par>
                        <p:par>
                          <p:cTn id="84" fill="hold">
                            <p:stCondLst>
                              <p:cond delay="8000"/>
                            </p:stCondLst>
                            <p:childTnLst>
                              <p:par>
                                <p:cTn id="85" presetID="2" presetClass="entr" presetSubtype="4" accel="50000" decel="50000" fill="hold" grpId="0" nodeType="afterEffect">
                                  <p:stCondLst>
                                    <p:cond delay="0"/>
                                  </p:stCondLst>
                                  <p:childTnLst>
                                    <p:set>
                                      <p:cBhvr>
                                        <p:cTn id="86" dur="1" fill="hold">
                                          <p:stCondLst>
                                            <p:cond delay="0"/>
                                          </p:stCondLst>
                                        </p:cTn>
                                        <p:tgtEl>
                                          <p:spTgt spid="147"/>
                                        </p:tgtEl>
                                        <p:attrNameLst>
                                          <p:attrName>style.visibility</p:attrName>
                                        </p:attrNameLst>
                                      </p:cBhvr>
                                      <p:to>
                                        <p:strVal val="visible"/>
                                      </p:to>
                                    </p:set>
                                    <p:anim calcmode="lin" valueType="num">
                                      <p:cBhvr additive="base">
                                        <p:cTn id="87" dur="500" fill="hold"/>
                                        <p:tgtEl>
                                          <p:spTgt spid="147"/>
                                        </p:tgtEl>
                                        <p:attrNameLst>
                                          <p:attrName>ppt_x</p:attrName>
                                        </p:attrNameLst>
                                      </p:cBhvr>
                                      <p:tavLst>
                                        <p:tav tm="0">
                                          <p:val>
                                            <p:strVal val="#ppt_x"/>
                                          </p:val>
                                        </p:tav>
                                        <p:tav tm="100000">
                                          <p:val>
                                            <p:strVal val="#ppt_x"/>
                                          </p:val>
                                        </p:tav>
                                      </p:tavLst>
                                    </p:anim>
                                    <p:anim calcmode="lin" valueType="num">
                                      <p:cBhvr additive="base">
                                        <p:cTn id="88" dur="500" fill="hold"/>
                                        <p:tgtEl>
                                          <p:spTgt spid="147"/>
                                        </p:tgtEl>
                                        <p:attrNameLst>
                                          <p:attrName>ppt_y</p:attrName>
                                        </p:attrNameLst>
                                      </p:cBhvr>
                                      <p:tavLst>
                                        <p:tav tm="0">
                                          <p:val>
                                            <p:strVal val="1+#ppt_h/2"/>
                                          </p:val>
                                        </p:tav>
                                        <p:tav tm="100000">
                                          <p:val>
                                            <p:strVal val="#ppt_y"/>
                                          </p:val>
                                        </p:tav>
                                      </p:tavLst>
                                    </p:anim>
                                  </p:childTnLst>
                                </p:cTn>
                              </p:par>
                            </p:childTnLst>
                          </p:cTn>
                        </p:par>
                        <p:par>
                          <p:cTn id="89" fill="hold">
                            <p:stCondLst>
                              <p:cond delay="8500"/>
                            </p:stCondLst>
                            <p:childTnLst>
                              <p:par>
                                <p:cTn id="90" presetID="22" presetClass="entr" presetSubtype="4" fill="hold" grpId="0" nodeType="afterEffect">
                                  <p:stCondLst>
                                    <p:cond delay="0"/>
                                  </p:stCondLst>
                                  <p:childTnLst>
                                    <p:set>
                                      <p:cBhvr>
                                        <p:cTn id="91" dur="1" fill="hold">
                                          <p:stCondLst>
                                            <p:cond delay="0"/>
                                          </p:stCondLst>
                                        </p:cTn>
                                        <p:tgtEl>
                                          <p:spTgt spid="136"/>
                                        </p:tgtEl>
                                        <p:attrNameLst>
                                          <p:attrName>style.visibility</p:attrName>
                                        </p:attrNameLst>
                                      </p:cBhvr>
                                      <p:to>
                                        <p:strVal val="visible"/>
                                      </p:to>
                                    </p:set>
                                    <p:animEffect transition="in" filter="wipe(down)">
                                      <p:cBhvr>
                                        <p:cTn id="92" dur="500"/>
                                        <p:tgtEl>
                                          <p:spTgt spid="136"/>
                                        </p:tgtEl>
                                      </p:cBhvr>
                                    </p:animEffect>
                                  </p:childTnLst>
                                </p:cTn>
                              </p:par>
                            </p:childTnLst>
                          </p:cTn>
                        </p:par>
                        <p:par>
                          <p:cTn id="93" fill="hold">
                            <p:stCondLst>
                              <p:cond delay="9000"/>
                            </p:stCondLst>
                            <p:childTnLst>
                              <p:par>
                                <p:cTn id="94" presetID="12" presetClass="entr" presetSubtype="4" fill="hold" nodeType="afterEffect">
                                  <p:stCondLst>
                                    <p:cond delay="0"/>
                                  </p:stCondLst>
                                  <p:childTnLst>
                                    <p:set>
                                      <p:cBhvr>
                                        <p:cTn id="95" dur="1" fill="hold">
                                          <p:stCondLst>
                                            <p:cond delay="0"/>
                                          </p:stCondLst>
                                        </p:cTn>
                                        <p:tgtEl>
                                          <p:spTgt spid="10"/>
                                        </p:tgtEl>
                                        <p:attrNameLst>
                                          <p:attrName>style.visibility</p:attrName>
                                        </p:attrNameLst>
                                      </p:cBhvr>
                                      <p:to>
                                        <p:strVal val="visible"/>
                                      </p:to>
                                    </p:set>
                                    <p:animEffect transition="in" filter="slide(fromBottom)">
                                      <p:cBhvr>
                                        <p:cTn id="96" dur="500"/>
                                        <p:tgtEl>
                                          <p:spTgt spid="10"/>
                                        </p:tgtEl>
                                      </p:cBhvr>
                                    </p:animEffect>
                                  </p:childTnLst>
                                </p:cTn>
                              </p:par>
                            </p:childTnLst>
                          </p:cTn>
                        </p:par>
                        <p:par>
                          <p:cTn id="97" fill="hold">
                            <p:stCondLst>
                              <p:cond delay="9500"/>
                            </p:stCondLst>
                            <p:childTnLst>
                              <p:par>
                                <p:cTn id="98" presetID="22" presetClass="entr" presetSubtype="1" fill="hold" nodeType="afterEffect">
                                  <p:stCondLst>
                                    <p:cond delay="0"/>
                                  </p:stCondLst>
                                  <p:childTnLst>
                                    <p:set>
                                      <p:cBhvr>
                                        <p:cTn id="99" dur="1" fill="hold">
                                          <p:stCondLst>
                                            <p:cond delay="0"/>
                                          </p:stCondLst>
                                        </p:cTn>
                                        <p:tgtEl>
                                          <p:spTgt spid="11"/>
                                        </p:tgtEl>
                                        <p:attrNameLst>
                                          <p:attrName>style.visibility</p:attrName>
                                        </p:attrNameLst>
                                      </p:cBhvr>
                                      <p:to>
                                        <p:strVal val="visible"/>
                                      </p:to>
                                    </p:set>
                                    <p:animEffect transition="in" filter="wipe(up)">
                                      <p:cBhvr>
                                        <p:cTn id="100" dur="500"/>
                                        <p:tgtEl>
                                          <p:spTgt spid="11"/>
                                        </p:tgtEl>
                                      </p:cBhvr>
                                    </p:animEffect>
                                  </p:childTnLst>
                                </p:cTn>
                              </p:par>
                              <p:par>
                                <p:cTn id="101" presetID="22" presetClass="entr" presetSubtype="4" fill="hold" nodeType="withEffect">
                                  <p:stCondLst>
                                    <p:cond delay="0"/>
                                  </p:stCondLst>
                                  <p:childTnLst>
                                    <p:set>
                                      <p:cBhvr>
                                        <p:cTn id="102" dur="1" fill="hold">
                                          <p:stCondLst>
                                            <p:cond delay="0"/>
                                          </p:stCondLst>
                                        </p:cTn>
                                        <p:tgtEl>
                                          <p:spTgt spid="16"/>
                                        </p:tgtEl>
                                        <p:attrNameLst>
                                          <p:attrName>style.visibility</p:attrName>
                                        </p:attrNameLst>
                                      </p:cBhvr>
                                      <p:to>
                                        <p:strVal val="visible"/>
                                      </p:to>
                                    </p:set>
                                    <p:animEffect transition="in" filter="wipe(down)">
                                      <p:cBhvr>
                                        <p:cTn id="10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89" grpId="0" animBg="1"/>
      <p:bldP spid="103" grpId="0" animBg="1"/>
      <p:bldP spid="108" grpId="0" animBg="1"/>
      <p:bldP spid="120" grpId="0" animBg="1"/>
      <p:bldP spid="122" grpId="0" animBg="1"/>
      <p:bldP spid="133" grpId="0" animBg="1"/>
      <p:bldP spid="136" grpId="0" animBg="1"/>
      <p:bldP spid="147"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itle 24"/>
          <p:cNvSpPr>
            <a:spLocks noGrp="1"/>
          </p:cNvSpPr>
          <p:nvPr>
            <p:ph type="title"/>
          </p:nvPr>
        </p:nvSpPr>
        <p:spPr/>
        <p:txBody>
          <a:bodyPr/>
          <a:lstStyle/>
          <a:p>
            <a:r>
              <a:rPr lang="en-US"/>
              <a:t>Integrated Steps Infographic</a:t>
            </a:r>
            <a:endParaRPr lang="en-US" dirty="0"/>
          </a:p>
        </p:txBody>
      </p:sp>
      <p:sp>
        <p:nvSpPr>
          <p:cNvPr id="26" name="Text Placeholder 25"/>
          <p:cNvSpPr>
            <a:spLocks noGrp="1"/>
          </p:cNvSpPr>
          <p:nvPr>
            <p:ph type="body" sz="half" idx="2"/>
          </p:nvPr>
        </p:nvSpPr>
        <p:spPr/>
        <p:txBody>
          <a:bodyPr/>
          <a:lstStyle/>
          <a:p>
            <a:r>
              <a:rPr lang="en-US"/>
              <a:t>Integrated Steps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141</a:t>
            </a:fld>
            <a:endParaRPr lang="en-US" dirty="0"/>
          </a:p>
        </p:txBody>
      </p:sp>
      <p:grpSp>
        <p:nvGrpSpPr>
          <p:cNvPr id="2" name="Group 50"/>
          <p:cNvGrpSpPr/>
          <p:nvPr/>
        </p:nvGrpSpPr>
        <p:grpSpPr>
          <a:xfrm>
            <a:off x="800693" y="3225720"/>
            <a:ext cx="7146454" cy="845617"/>
            <a:chOff x="832965" y="3028950"/>
            <a:chExt cx="6522467" cy="845617"/>
          </a:xfrm>
        </p:grpSpPr>
        <p:sp>
          <p:nvSpPr>
            <p:cNvPr id="64" name="Round Same Side Corner Rectangle 63"/>
            <p:cNvSpPr/>
            <p:nvPr/>
          </p:nvSpPr>
          <p:spPr>
            <a:xfrm rot="5400000" flipV="1">
              <a:off x="1391809" y="2781644"/>
              <a:ext cx="534079" cy="1651767"/>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44"/>
            <p:cNvSpPr/>
            <p:nvPr/>
          </p:nvSpPr>
          <p:spPr>
            <a:xfrm flipV="1">
              <a:off x="2484951" y="3028950"/>
              <a:ext cx="1052233" cy="845616"/>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7127" h="952243">
                  <a:moveTo>
                    <a:pt x="0" y="0"/>
                  </a:moveTo>
                  <a:lnTo>
                    <a:pt x="2737127" y="596766"/>
                  </a:lnTo>
                  <a:cubicBezTo>
                    <a:pt x="2736165" y="715258"/>
                    <a:pt x="2735204" y="833751"/>
                    <a:pt x="2734242" y="952243"/>
                  </a:cubicBezTo>
                  <a:lnTo>
                    <a:pt x="0" y="605633"/>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70"/>
            <p:cNvSpPr/>
            <p:nvPr/>
          </p:nvSpPr>
          <p:spPr>
            <a:xfrm flipV="1">
              <a:off x="3537920" y="3028950"/>
              <a:ext cx="3817512" cy="3163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49"/>
          <p:cNvGrpSpPr/>
          <p:nvPr/>
        </p:nvGrpSpPr>
        <p:grpSpPr>
          <a:xfrm>
            <a:off x="800691" y="2844874"/>
            <a:ext cx="7146457" cy="599717"/>
            <a:chOff x="832963" y="2657832"/>
            <a:chExt cx="6522470" cy="599717"/>
          </a:xfrm>
        </p:grpSpPr>
        <p:sp>
          <p:nvSpPr>
            <p:cNvPr id="82" name="Rectangle 44"/>
            <p:cNvSpPr/>
            <p:nvPr/>
          </p:nvSpPr>
          <p:spPr>
            <a:xfrm flipV="1">
              <a:off x="2484730" y="2660948"/>
              <a:ext cx="1058048" cy="596601"/>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 name="connsiteX0" fmla="*/ 0 w 2750715"/>
                <a:gd name="connsiteY0" fmla="*/ 0 h 952243"/>
                <a:gd name="connsiteX1" fmla="*/ 2750715 w 2750715"/>
                <a:gd name="connsiteY1" fmla="*/ 429126 h 952243"/>
                <a:gd name="connsiteX2" fmla="*/ 2734242 w 2750715"/>
                <a:gd name="connsiteY2" fmla="*/ 952243 h 952243"/>
                <a:gd name="connsiteX3" fmla="*/ 0 w 2750715"/>
                <a:gd name="connsiteY3" fmla="*/ 605633 h 952243"/>
                <a:gd name="connsiteX4" fmla="*/ 0 w 2750715"/>
                <a:gd name="connsiteY4" fmla="*/ 0 h 952243"/>
                <a:gd name="connsiteX0" fmla="*/ 0 w 2750715"/>
                <a:gd name="connsiteY0" fmla="*/ 0 h 723643"/>
                <a:gd name="connsiteX1" fmla="*/ 2750715 w 2750715"/>
                <a:gd name="connsiteY1" fmla="*/ 429126 h 723643"/>
                <a:gd name="connsiteX2" fmla="*/ 2747830 w 2750715"/>
                <a:gd name="connsiteY2" fmla="*/ 723643 h 723643"/>
                <a:gd name="connsiteX3" fmla="*/ 0 w 2750715"/>
                <a:gd name="connsiteY3" fmla="*/ 605633 h 723643"/>
                <a:gd name="connsiteX4" fmla="*/ 0 w 2750715"/>
                <a:gd name="connsiteY4" fmla="*/ 0 h 723643"/>
                <a:gd name="connsiteX0" fmla="*/ 0 w 2750715"/>
                <a:gd name="connsiteY0" fmla="*/ 0 h 723643"/>
                <a:gd name="connsiteX1" fmla="*/ 2750715 w 2750715"/>
                <a:gd name="connsiteY1" fmla="*/ 391026 h 723643"/>
                <a:gd name="connsiteX2" fmla="*/ 2747830 w 2750715"/>
                <a:gd name="connsiteY2" fmla="*/ 723643 h 723643"/>
                <a:gd name="connsiteX3" fmla="*/ 0 w 2750715"/>
                <a:gd name="connsiteY3" fmla="*/ 605633 h 723643"/>
                <a:gd name="connsiteX4" fmla="*/ 0 w 2750715"/>
                <a:gd name="connsiteY4" fmla="*/ 0 h 723643"/>
                <a:gd name="connsiteX0" fmla="*/ 0 w 2752254"/>
                <a:gd name="connsiteY0" fmla="*/ 0 h 742693"/>
                <a:gd name="connsiteX1" fmla="*/ 2750715 w 2752254"/>
                <a:gd name="connsiteY1" fmla="*/ 391026 h 742693"/>
                <a:gd name="connsiteX2" fmla="*/ 2752076 w 2752254"/>
                <a:gd name="connsiteY2" fmla="*/ 742693 h 742693"/>
                <a:gd name="connsiteX3" fmla="*/ 0 w 2752254"/>
                <a:gd name="connsiteY3" fmla="*/ 605633 h 742693"/>
                <a:gd name="connsiteX4" fmla="*/ 0 w 2752254"/>
                <a:gd name="connsiteY4" fmla="*/ 0 h 742693"/>
                <a:gd name="connsiteX0" fmla="*/ 0 w 2760622"/>
                <a:gd name="connsiteY0" fmla="*/ 0 h 642680"/>
                <a:gd name="connsiteX1" fmla="*/ 2750715 w 2760622"/>
                <a:gd name="connsiteY1" fmla="*/ 391026 h 642680"/>
                <a:gd name="connsiteX2" fmla="*/ 2760567 w 2760622"/>
                <a:gd name="connsiteY2" fmla="*/ 642680 h 642680"/>
                <a:gd name="connsiteX3" fmla="*/ 0 w 2760622"/>
                <a:gd name="connsiteY3" fmla="*/ 605633 h 642680"/>
                <a:gd name="connsiteX4" fmla="*/ 0 w 2760622"/>
                <a:gd name="connsiteY4" fmla="*/ 0 h 642680"/>
                <a:gd name="connsiteX0" fmla="*/ 0 w 2752252"/>
                <a:gd name="connsiteY0" fmla="*/ 0 h 747455"/>
                <a:gd name="connsiteX1" fmla="*/ 2750715 w 2752252"/>
                <a:gd name="connsiteY1" fmla="*/ 391026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747455"/>
                <a:gd name="connsiteX1" fmla="*/ 2750715 w 2752252"/>
                <a:gd name="connsiteY1" fmla="*/ 282677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648135"/>
                <a:gd name="connsiteX1" fmla="*/ 2750715 w 2752252"/>
                <a:gd name="connsiteY1" fmla="*/ 282677 h 648135"/>
                <a:gd name="connsiteX2" fmla="*/ 2752074 w 2752252"/>
                <a:gd name="connsiteY2" fmla="*/ 648135 h 648135"/>
                <a:gd name="connsiteX3" fmla="*/ 0 w 2752252"/>
                <a:gd name="connsiteY3" fmla="*/ 605633 h 648135"/>
                <a:gd name="connsiteX4" fmla="*/ 0 w 2752252"/>
                <a:gd name="connsiteY4" fmla="*/ 0 h 648135"/>
                <a:gd name="connsiteX0" fmla="*/ 0 w 2752252"/>
                <a:gd name="connsiteY0" fmla="*/ 0 h 618791"/>
                <a:gd name="connsiteX1" fmla="*/ 2750715 w 2752252"/>
                <a:gd name="connsiteY1" fmla="*/ 282677 h 618791"/>
                <a:gd name="connsiteX2" fmla="*/ 2752074 w 2752252"/>
                <a:gd name="connsiteY2" fmla="*/ 618791 h 618791"/>
                <a:gd name="connsiteX3" fmla="*/ 0 w 2752252"/>
                <a:gd name="connsiteY3" fmla="*/ 605633 h 618791"/>
                <a:gd name="connsiteX4" fmla="*/ 0 w 2752252"/>
                <a:gd name="connsiteY4" fmla="*/ 0 h 618791"/>
                <a:gd name="connsiteX0" fmla="*/ 0 w 2752252"/>
                <a:gd name="connsiteY0" fmla="*/ 0 h 634592"/>
                <a:gd name="connsiteX1" fmla="*/ 2750715 w 2752252"/>
                <a:gd name="connsiteY1" fmla="*/ 282677 h 634592"/>
                <a:gd name="connsiteX2" fmla="*/ 2752074 w 2752252"/>
                <a:gd name="connsiteY2" fmla="*/ 634592 h 634592"/>
                <a:gd name="connsiteX3" fmla="*/ 0 w 2752252"/>
                <a:gd name="connsiteY3" fmla="*/ 605633 h 634592"/>
                <a:gd name="connsiteX4" fmla="*/ 0 w 2752252"/>
                <a:gd name="connsiteY4" fmla="*/ 0 h 634592"/>
                <a:gd name="connsiteX0" fmla="*/ 0 w 2750715"/>
                <a:gd name="connsiteY0" fmla="*/ 0 h 634592"/>
                <a:gd name="connsiteX1" fmla="*/ 2750715 w 2750715"/>
                <a:gd name="connsiteY1" fmla="*/ 282677 h 634592"/>
                <a:gd name="connsiteX2" fmla="*/ 2747826 w 2750715"/>
                <a:gd name="connsiteY2" fmla="*/ 634592 h 634592"/>
                <a:gd name="connsiteX3" fmla="*/ 0 w 2750715"/>
                <a:gd name="connsiteY3" fmla="*/ 605633 h 634592"/>
                <a:gd name="connsiteX4" fmla="*/ 0 w 2750715"/>
                <a:gd name="connsiteY4" fmla="*/ 0 h 634592"/>
                <a:gd name="connsiteX0" fmla="*/ 0 w 2750715"/>
                <a:gd name="connsiteY0" fmla="*/ 0 h 636849"/>
                <a:gd name="connsiteX1" fmla="*/ 2750715 w 2750715"/>
                <a:gd name="connsiteY1" fmla="*/ 282677 h 636849"/>
                <a:gd name="connsiteX2" fmla="*/ 2743581 w 2750715"/>
                <a:gd name="connsiteY2" fmla="*/ 636849 h 636849"/>
                <a:gd name="connsiteX3" fmla="*/ 0 w 2750715"/>
                <a:gd name="connsiteY3" fmla="*/ 605633 h 636849"/>
                <a:gd name="connsiteX4" fmla="*/ 0 w 2750715"/>
                <a:gd name="connsiteY4" fmla="*/ 0 h 636849"/>
                <a:gd name="connsiteX0" fmla="*/ 0 w 2752252"/>
                <a:gd name="connsiteY0" fmla="*/ 0 h 636849"/>
                <a:gd name="connsiteX1" fmla="*/ 2750715 w 2752252"/>
                <a:gd name="connsiteY1" fmla="*/ 282677 h 636849"/>
                <a:gd name="connsiteX2" fmla="*/ 2752074 w 2752252"/>
                <a:gd name="connsiteY2" fmla="*/ 636849 h 636849"/>
                <a:gd name="connsiteX3" fmla="*/ 0 w 2752252"/>
                <a:gd name="connsiteY3" fmla="*/ 605633 h 636849"/>
                <a:gd name="connsiteX4" fmla="*/ 0 w 2752252"/>
                <a:gd name="connsiteY4" fmla="*/ 0 h 636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252" h="636849">
                  <a:moveTo>
                    <a:pt x="0" y="0"/>
                  </a:moveTo>
                  <a:lnTo>
                    <a:pt x="2750715" y="282677"/>
                  </a:lnTo>
                  <a:cubicBezTo>
                    <a:pt x="2749753" y="401169"/>
                    <a:pt x="2753036" y="518357"/>
                    <a:pt x="2752074" y="636849"/>
                  </a:cubicBezTo>
                  <a:lnTo>
                    <a:pt x="0" y="605633"/>
                  </a:lnTo>
                  <a:lnTo>
                    <a:pt x="0"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Rectangle 82"/>
            <p:cNvSpPr/>
            <p:nvPr/>
          </p:nvSpPr>
          <p:spPr>
            <a:xfrm flipV="1">
              <a:off x="3542595" y="2657832"/>
              <a:ext cx="3812838" cy="3336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ound Same Side Corner Rectangle 40"/>
            <p:cNvSpPr/>
            <p:nvPr/>
          </p:nvSpPr>
          <p:spPr>
            <a:xfrm rot="5400000" flipV="1">
              <a:off x="1374286" y="2147104"/>
              <a:ext cx="569122" cy="1651767"/>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7"/>
          <p:cNvGrpSpPr/>
          <p:nvPr/>
        </p:nvGrpSpPr>
        <p:grpSpPr>
          <a:xfrm>
            <a:off x="800693" y="1593038"/>
            <a:ext cx="7146455" cy="845616"/>
            <a:chOff x="832965" y="1405996"/>
            <a:chExt cx="6522468" cy="845616"/>
          </a:xfrm>
        </p:grpSpPr>
        <p:sp>
          <p:nvSpPr>
            <p:cNvPr id="45" name="Rectangle 44"/>
            <p:cNvSpPr/>
            <p:nvPr/>
          </p:nvSpPr>
          <p:spPr>
            <a:xfrm>
              <a:off x="2484855" y="1405996"/>
              <a:ext cx="1052233" cy="845616"/>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7127" h="952243">
                  <a:moveTo>
                    <a:pt x="0" y="0"/>
                  </a:moveTo>
                  <a:lnTo>
                    <a:pt x="2737127" y="596766"/>
                  </a:lnTo>
                  <a:cubicBezTo>
                    <a:pt x="2736165" y="715258"/>
                    <a:pt x="2735204" y="833751"/>
                    <a:pt x="2734242" y="952243"/>
                  </a:cubicBezTo>
                  <a:lnTo>
                    <a:pt x="0" y="605633"/>
                  </a:lnTo>
                  <a:lnTo>
                    <a:pt x="0"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p:nvSpPr>
          <p:spPr>
            <a:xfrm>
              <a:off x="3536193" y="1935312"/>
              <a:ext cx="3819240" cy="316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ound Same Side Corner Rectangle 41"/>
            <p:cNvSpPr/>
            <p:nvPr/>
          </p:nvSpPr>
          <p:spPr>
            <a:xfrm rot="5400000" flipV="1">
              <a:off x="1391809" y="847152"/>
              <a:ext cx="534079" cy="1651767"/>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48"/>
          <p:cNvGrpSpPr/>
          <p:nvPr/>
        </p:nvGrpSpPr>
        <p:grpSpPr>
          <a:xfrm>
            <a:off x="784346" y="2205937"/>
            <a:ext cx="7162801" cy="599717"/>
            <a:chOff x="818045" y="2038351"/>
            <a:chExt cx="6537387" cy="599717"/>
          </a:xfrm>
        </p:grpSpPr>
        <p:sp>
          <p:nvSpPr>
            <p:cNvPr id="74" name="Rectangle 44"/>
            <p:cNvSpPr/>
            <p:nvPr/>
          </p:nvSpPr>
          <p:spPr>
            <a:xfrm>
              <a:off x="2484730" y="2038351"/>
              <a:ext cx="1058048" cy="596601"/>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 name="connsiteX0" fmla="*/ 0 w 2750715"/>
                <a:gd name="connsiteY0" fmla="*/ 0 h 952243"/>
                <a:gd name="connsiteX1" fmla="*/ 2750715 w 2750715"/>
                <a:gd name="connsiteY1" fmla="*/ 429126 h 952243"/>
                <a:gd name="connsiteX2" fmla="*/ 2734242 w 2750715"/>
                <a:gd name="connsiteY2" fmla="*/ 952243 h 952243"/>
                <a:gd name="connsiteX3" fmla="*/ 0 w 2750715"/>
                <a:gd name="connsiteY3" fmla="*/ 605633 h 952243"/>
                <a:gd name="connsiteX4" fmla="*/ 0 w 2750715"/>
                <a:gd name="connsiteY4" fmla="*/ 0 h 952243"/>
                <a:gd name="connsiteX0" fmla="*/ 0 w 2750715"/>
                <a:gd name="connsiteY0" fmla="*/ 0 h 723643"/>
                <a:gd name="connsiteX1" fmla="*/ 2750715 w 2750715"/>
                <a:gd name="connsiteY1" fmla="*/ 429126 h 723643"/>
                <a:gd name="connsiteX2" fmla="*/ 2747830 w 2750715"/>
                <a:gd name="connsiteY2" fmla="*/ 723643 h 723643"/>
                <a:gd name="connsiteX3" fmla="*/ 0 w 2750715"/>
                <a:gd name="connsiteY3" fmla="*/ 605633 h 723643"/>
                <a:gd name="connsiteX4" fmla="*/ 0 w 2750715"/>
                <a:gd name="connsiteY4" fmla="*/ 0 h 723643"/>
                <a:gd name="connsiteX0" fmla="*/ 0 w 2750715"/>
                <a:gd name="connsiteY0" fmla="*/ 0 h 723643"/>
                <a:gd name="connsiteX1" fmla="*/ 2750715 w 2750715"/>
                <a:gd name="connsiteY1" fmla="*/ 391026 h 723643"/>
                <a:gd name="connsiteX2" fmla="*/ 2747830 w 2750715"/>
                <a:gd name="connsiteY2" fmla="*/ 723643 h 723643"/>
                <a:gd name="connsiteX3" fmla="*/ 0 w 2750715"/>
                <a:gd name="connsiteY3" fmla="*/ 605633 h 723643"/>
                <a:gd name="connsiteX4" fmla="*/ 0 w 2750715"/>
                <a:gd name="connsiteY4" fmla="*/ 0 h 723643"/>
                <a:gd name="connsiteX0" fmla="*/ 0 w 2752254"/>
                <a:gd name="connsiteY0" fmla="*/ 0 h 742693"/>
                <a:gd name="connsiteX1" fmla="*/ 2750715 w 2752254"/>
                <a:gd name="connsiteY1" fmla="*/ 391026 h 742693"/>
                <a:gd name="connsiteX2" fmla="*/ 2752076 w 2752254"/>
                <a:gd name="connsiteY2" fmla="*/ 742693 h 742693"/>
                <a:gd name="connsiteX3" fmla="*/ 0 w 2752254"/>
                <a:gd name="connsiteY3" fmla="*/ 605633 h 742693"/>
                <a:gd name="connsiteX4" fmla="*/ 0 w 2752254"/>
                <a:gd name="connsiteY4" fmla="*/ 0 h 742693"/>
                <a:gd name="connsiteX0" fmla="*/ 0 w 2760622"/>
                <a:gd name="connsiteY0" fmla="*/ 0 h 642680"/>
                <a:gd name="connsiteX1" fmla="*/ 2750715 w 2760622"/>
                <a:gd name="connsiteY1" fmla="*/ 391026 h 642680"/>
                <a:gd name="connsiteX2" fmla="*/ 2760567 w 2760622"/>
                <a:gd name="connsiteY2" fmla="*/ 642680 h 642680"/>
                <a:gd name="connsiteX3" fmla="*/ 0 w 2760622"/>
                <a:gd name="connsiteY3" fmla="*/ 605633 h 642680"/>
                <a:gd name="connsiteX4" fmla="*/ 0 w 2760622"/>
                <a:gd name="connsiteY4" fmla="*/ 0 h 642680"/>
                <a:gd name="connsiteX0" fmla="*/ 0 w 2752252"/>
                <a:gd name="connsiteY0" fmla="*/ 0 h 747455"/>
                <a:gd name="connsiteX1" fmla="*/ 2750715 w 2752252"/>
                <a:gd name="connsiteY1" fmla="*/ 391026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747455"/>
                <a:gd name="connsiteX1" fmla="*/ 2750715 w 2752252"/>
                <a:gd name="connsiteY1" fmla="*/ 282677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648135"/>
                <a:gd name="connsiteX1" fmla="*/ 2750715 w 2752252"/>
                <a:gd name="connsiteY1" fmla="*/ 282677 h 648135"/>
                <a:gd name="connsiteX2" fmla="*/ 2752074 w 2752252"/>
                <a:gd name="connsiteY2" fmla="*/ 648135 h 648135"/>
                <a:gd name="connsiteX3" fmla="*/ 0 w 2752252"/>
                <a:gd name="connsiteY3" fmla="*/ 605633 h 648135"/>
                <a:gd name="connsiteX4" fmla="*/ 0 w 2752252"/>
                <a:gd name="connsiteY4" fmla="*/ 0 h 648135"/>
                <a:gd name="connsiteX0" fmla="*/ 0 w 2752252"/>
                <a:gd name="connsiteY0" fmla="*/ 0 h 618791"/>
                <a:gd name="connsiteX1" fmla="*/ 2750715 w 2752252"/>
                <a:gd name="connsiteY1" fmla="*/ 282677 h 618791"/>
                <a:gd name="connsiteX2" fmla="*/ 2752074 w 2752252"/>
                <a:gd name="connsiteY2" fmla="*/ 618791 h 618791"/>
                <a:gd name="connsiteX3" fmla="*/ 0 w 2752252"/>
                <a:gd name="connsiteY3" fmla="*/ 605633 h 618791"/>
                <a:gd name="connsiteX4" fmla="*/ 0 w 2752252"/>
                <a:gd name="connsiteY4" fmla="*/ 0 h 618791"/>
                <a:gd name="connsiteX0" fmla="*/ 0 w 2752252"/>
                <a:gd name="connsiteY0" fmla="*/ 0 h 634592"/>
                <a:gd name="connsiteX1" fmla="*/ 2750715 w 2752252"/>
                <a:gd name="connsiteY1" fmla="*/ 282677 h 634592"/>
                <a:gd name="connsiteX2" fmla="*/ 2752074 w 2752252"/>
                <a:gd name="connsiteY2" fmla="*/ 634592 h 634592"/>
                <a:gd name="connsiteX3" fmla="*/ 0 w 2752252"/>
                <a:gd name="connsiteY3" fmla="*/ 605633 h 634592"/>
                <a:gd name="connsiteX4" fmla="*/ 0 w 2752252"/>
                <a:gd name="connsiteY4" fmla="*/ 0 h 634592"/>
                <a:gd name="connsiteX0" fmla="*/ 0 w 2750715"/>
                <a:gd name="connsiteY0" fmla="*/ 0 h 634592"/>
                <a:gd name="connsiteX1" fmla="*/ 2750715 w 2750715"/>
                <a:gd name="connsiteY1" fmla="*/ 282677 h 634592"/>
                <a:gd name="connsiteX2" fmla="*/ 2747826 w 2750715"/>
                <a:gd name="connsiteY2" fmla="*/ 634592 h 634592"/>
                <a:gd name="connsiteX3" fmla="*/ 0 w 2750715"/>
                <a:gd name="connsiteY3" fmla="*/ 605633 h 634592"/>
                <a:gd name="connsiteX4" fmla="*/ 0 w 2750715"/>
                <a:gd name="connsiteY4" fmla="*/ 0 h 634592"/>
                <a:gd name="connsiteX0" fmla="*/ 0 w 2750715"/>
                <a:gd name="connsiteY0" fmla="*/ 0 h 636849"/>
                <a:gd name="connsiteX1" fmla="*/ 2750715 w 2750715"/>
                <a:gd name="connsiteY1" fmla="*/ 282677 h 636849"/>
                <a:gd name="connsiteX2" fmla="*/ 2743581 w 2750715"/>
                <a:gd name="connsiteY2" fmla="*/ 636849 h 636849"/>
                <a:gd name="connsiteX3" fmla="*/ 0 w 2750715"/>
                <a:gd name="connsiteY3" fmla="*/ 605633 h 636849"/>
                <a:gd name="connsiteX4" fmla="*/ 0 w 2750715"/>
                <a:gd name="connsiteY4" fmla="*/ 0 h 636849"/>
                <a:gd name="connsiteX0" fmla="*/ 0 w 2752252"/>
                <a:gd name="connsiteY0" fmla="*/ 0 h 636849"/>
                <a:gd name="connsiteX1" fmla="*/ 2750715 w 2752252"/>
                <a:gd name="connsiteY1" fmla="*/ 282677 h 636849"/>
                <a:gd name="connsiteX2" fmla="*/ 2752074 w 2752252"/>
                <a:gd name="connsiteY2" fmla="*/ 636849 h 636849"/>
                <a:gd name="connsiteX3" fmla="*/ 0 w 2752252"/>
                <a:gd name="connsiteY3" fmla="*/ 605633 h 636849"/>
                <a:gd name="connsiteX4" fmla="*/ 0 w 2752252"/>
                <a:gd name="connsiteY4" fmla="*/ 0 h 636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252" h="636849">
                  <a:moveTo>
                    <a:pt x="0" y="0"/>
                  </a:moveTo>
                  <a:lnTo>
                    <a:pt x="2750715" y="282677"/>
                  </a:lnTo>
                  <a:cubicBezTo>
                    <a:pt x="2749753" y="401169"/>
                    <a:pt x="2753036" y="518357"/>
                    <a:pt x="2752074" y="636849"/>
                  </a:cubicBezTo>
                  <a:lnTo>
                    <a:pt x="0" y="605633"/>
                  </a:lnTo>
                  <a:lnTo>
                    <a:pt x="0" y="0"/>
                  </a:ln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Rectangle 74"/>
            <p:cNvSpPr/>
            <p:nvPr/>
          </p:nvSpPr>
          <p:spPr>
            <a:xfrm>
              <a:off x="3542595" y="2304396"/>
              <a:ext cx="3812837" cy="3336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ound Same Side Corner Rectangle 42"/>
            <p:cNvSpPr/>
            <p:nvPr/>
          </p:nvSpPr>
          <p:spPr>
            <a:xfrm rot="5400000" flipV="1">
              <a:off x="1366182" y="1490215"/>
              <a:ext cx="570411" cy="1666686"/>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76"/>
          <p:cNvGrpSpPr/>
          <p:nvPr/>
        </p:nvGrpSpPr>
        <p:grpSpPr>
          <a:xfrm>
            <a:off x="3987802" y="1840269"/>
            <a:ext cx="1981199" cy="1954465"/>
            <a:chOff x="3987802" y="1827569"/>
            <a:chExt cx="1981199" cy="1954465"/>
          </a:xfrm>
        </p:grpSpPr>
        <p:sp>
          <p:nvSpPr>
            <p:cNvPr id="58" name="Rounded Rectangle 57"/>
            <p:cNvSpPr/>
            <p:nvPr/>
          </p:nvSpPr>
          <p:spPr>
            <a:xfrm rot="10800000" flipV="1">
              <a:off x="3987802" y="1827569"/>
              <a:ext cx="1981199" cy="1954465"/>
            </a:xfrm>
            <a:prstGeom prst="roundRect">
              <a:avLst>
                <a:gd name="adj" fmla="val 9201"/>
              </a:avLst>
            </a:prstGeom>
            <a:solidFill>
              <a:schemeClr val="tx1">
                <a:lumMod val="10000"/>
                <a:lumOff val="9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9" name="TextBox 58"/>
            <p:cNvSpPr txBox="1"/>
            <p:nvPr/>
          </p:nvSpPr>
          <p:spPr>
            <a:xfrm>
              <a:off x="3990856" y="2250804"/>
              <a:ext cx="1975090" cy="1107996"/>
            </a:xfrm>
            <a:prstGeom prst="rect">
              <a:avLst/>
            </a:prstGeom>
            <a:noFill/>
          </p:spPr>
          <p:txBody>
            <a:bodyPr wrap="square" rtlCol="0">
              <a:spAutoFit/>
            </a:bodyPr>
            <a:lstStyle/>
            <a:p>
              <a:pPr algn="ctr"/>
              <a:r>
                <a:rPr lang="en-US" sz="1400" b="1" dirty="0">
                  <a:solidFill>
                    <a:schemeClr val="tx1">
                      <a:lumMod val="75000"/>
                      <a:lumOff val="25000"/>
                    </a:schemeClr>
                  </a:solidFill>
                  <a:latin typeface="+mj-lt"/>
                </a:rPr>
                <a:t>Title Goes Here</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grpSp>
      <p:grpSp>
        <p:nvGrpSpPr>
          <p:cNvPr id="8" name="Group 75"/>
          <p:cNvGrpSpPr/>
          <p:nvPr/>
        </p:nvGrpSpPr>
        <p:grpSpPr>
          <a:xfrm>
            <a:off x="6350001" y="1840269"/>
            <a:ext cx="1981199" cy="1954465"/>
            <a:chOff x="6350001" y="1827569"/>
            <a:chExt cx="1981199" cy="1954465"/>
          </a:xfrm>
        </p:grpSpPr>
        <p:sp>
          <p:nvSpPr>
            <p:cNvPr id="60" name="Rounded Rectangle 59"/>
            <p:cNvSpPr/>
            <p:nvPr/>
          </p:nvSpPr>
          <p:spPr>
            <a:xfrm rot="10800000" flipV="1">
              <a:off x="6350001" y="1827569"/>
              <a:ext cx="1981199" cy="1954465"/>
            </a:xfrm>
            <a:prstGeom prst="roundRect">
              <a:avLst>
                <a:gd name="adj" fmla="val 9201"/>
              </a:avLst>
            </a:prstGeom>
            <a:solidFill>
              <a:schemeClr val="tx1">
                <a:lumMod val="10000"/>
                <a:lumOff val="9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1" name="TextBox 60"/>
            <p:cNvSpPr txBox="1"/>
            <p:nvPr/>
          </p:nvSpPr>
          <p:spPr>
            <a:xfrm>
              <a:off x="6353055" y="2250804"/>
              <a:ext cx="1975090" cy="1107996"/>
            </a:xfrm>
            <a:prstGeom prst="rect">
              <a:avLst/>
            </a:prstGeom>
            <a:noFill/>
          </p:spPr>
          <p:txBody>
            <a:bodyPr wrap="square" rtlCol="0">
              <a:spAutoFit/>
            </a:bodyPr>
            <a:lstStyle/>
            <a:p>
              <a:pPr algn="ctr"/>
              <a:r>
                <a:rPr lang="en-US" sz="1400" b="1" dirty="0">
                  <a:solidFill>
                    <a:schemeClr val="tx1">
                      <a:lumMod val="75000"/>
                      <a:lumOff val="25000"/>
                    </a:schemeClr>
                  </a:solidFill>
                  <a:latin typeface="+mj-lt"/>
                </a:rPr>
                <a:t>Title Goes Here</a:t>
              </a:r>
            </a:p>
            <a:p>
              <a:pPr algn="ctr" defTabSz="914400">
                <a:spcBef>
                  <a:spcPct val="20000"/>
                </a:spcBef>
                <a:defRPr/>
              </a:pPr>
              <a:r>
                <a:rPr lang="en-US" sz="1000" dirty="0">
                  <a:solidFill>
                    <a:schemeClr val="bg1">
                      <a:lumMod val="50000"/>
                    </a:schemeClr>
                  </a:solidFill>
                </a:rPr>
                <a:t>There are many variations of Lorem Ipsum available, but the majority have suffered  There are many variations of Lorem Ipsum</a:t>
              </a:r>
              <a:br>
                <a:rPr lang="en-US" sz="1000" dirty="0">
                  <a:solidFill>
                    <a:schemeClr val="bg1">
                      <a:lumMod val="50000"/>
                    </a:schemeClr>
                  </a:solidFill>
                </a:rPr>
              </a:br>
              <a:r>
                <a:rPr lang="en-US" sz="1000" dirty="0">
                  <a:solidFill>
                    <a:schemeClr val="bg1">
                      <a:lumMod val="50000"/>
                    </a:schemeClr>
                  </a:solidFill>
                </a:rPr>
                <a:t>available</a:t>
              </a:r>
            </a:p>
          </p:txBody>
        </p:sp>
      </p:grpSp>
      <p:sp>
        <p:nvSpPr>
          <p:cNvPr id="62" name="TextBox 61"/>
          <p:cNvSpPr txBox="1"/>
          <p:nvPr/>
        </p:nvSpPr>
        <p:spPr>
          <a:xfrm>
            <a:off x="1291810" y="1701769"/>
            <a:ext cx="1143000" cy="276999"/>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p:txBody>
      </p:sp>
      <p:sp>
        <p:nvSpPr>
          <p:cNvPr id="63" name="TextBox 62"/>
          <p:cNvSpPr txBox="1"/>
          <p:nvPr/>
        </p:nvSpPr>
        <p:spPr>
          <a:xfrm>
            <a:off x="1291810" y="2353258"/>
            <a:ext cx="1143000" cy="276999"/>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p:txBody>
      </p:sp>
      <p:sp>
        <p:nvSpPr>
          <p:cNvPr id="65" name="TextBox 64"/>
          <p:cNvSpPr txBox="1"/>
          <p:nvPr/>
        </p:nvSpPr>
        <p:spPr>
          <a:xfrm>
            <a:off x="1291810" y="3053387"/>
            <a:ext cx="1143000" cy="276999"/>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p:txBody>
      </p:sp>
      <p:sp>
        <p:nvSpPr>
          <p:cNvPr id="66" name="TextBox 65"/>
          <p:cNvSpPr txBox="1"/>
          <p:nvPr/>
        </p:nvSpPr>
        <p:spPr>
          <a:xfrm>
            <a:off x="1291810" y="3665963"/>
            <a:ext cx="1143000" cy="276999"/>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p:txBody>
      </p:sp>
      <p:sp>
        <p:nvSpPr>
          <p:cNvPr id="68" name="Freeform 6"/>
          <p:cNvSpPr>
            <a:spLocks noEditPoints="1"/>
          </p:cNvSpPr>
          <p:nvPr/>
        </p:nvSpPr>
        <p:spPr bwMode="auto">
          <a:xfrm>
            <a:off x="958070" y="1755572"/>
            <a:ext cx="219075" cy="171450"/>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0"/>
          <p:cNvSpPr>
            <a:spLocks noEditPoints="1"/>
          </p:cNvSpPr>
          <p:nvPr/>
        </p:nvSpPr>
        <p:spPr bwMode="auto">
          <a:xfrm>
            <a:off x="952513" y="2366390"/>
            <a:ext cx="230188" cy="220663"/>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44"/>
          <p:cNvSpPr>
            <a:spLocks noEditPoints="1"/>
          </p:cNvSpPr>
          <p:nvPr/>
        </p:nvSpPr>
        <p:spPr bwMode="auto">
          <a:xfrm>
            <a:off x="936632" y="3054029"/>
            <a:ext cx="261950" cy="203180"/>
          </a:xfrm>
          <a:custGeom>
            <a:avLst/>
            <a:gdLst/>
            <a:ahLst/>
            <a:cxnLst>
              <a:cxn ang="0">
                <a:pos x="67" y="55"/>
              </a:cxn>
              <a:cxn ang="0">
                <a:pos x="65" y="56"/>
              </a:cxn>
              <a:cxn ang="0">
                <a:pos x="8" y="56"/>
              </a:cxn>
              <a:cxn ang="0">
                <a:pos x="6" y="55"/>
              </a:cxn>
              <a:cxn ang="0">
                <a:pos x="0" y="36"/>
              </a:cxn>
              <a:cxn ang="0">
                <a:pos x="36" y="0"/>
              </a:cxn>
              <a:cxn ang="0">
                <a:pos x="72" y="36"/>
              </a:cxn>
              <a:cxn ang="0">
                <a:pos x="67" y="55"/>
              </a:cxn>
              <a:cxn ang="0">
                <a:pos x="11" y="30"/>
              </a:cxn>
              <a:cxn ang="0">
                <a:pos x="6" y="36"/>
              </a:cxn>
              <a:cxn ang="0">
                <a:pos x="11" y="41"/>
              </a:cxn>
              <a:cxn ang="0">
                <a:pos x="16" y="36"/>
              </a:cxn>
              <a:cxn ang="0">
                <a:pos x="11" y="30"/>
              </a:cxn>
              <a:cxn ang="0">
                <a:pos x="18" y="12"/>
              </a:cxn>
              <a:cxn ang="0">
                <a:pos x="13" y="18"/>
              </a:cxn>
              <a:cxn ang="0">
                <a:pos x="18" y="23"/>
              </a:cxn>
              <a:cxn ang="0">
                <a:pos x="24" y="18"/>
              </a:cxn>
              <a:cxn ang="0">
                <a:pos x="18" y="12"/>
              </a:cxn>
              <a:cxn ang="0">
                <a:pos x="45" y="22"/>
              </a:cxn>
              <a:cxn ang="0">
                <a:pos x="43" y="18"/>
              </a:cxn>
              <a:cxn ang="0">
                <a:pos x="40" y="20"/>
              </a:cxn>
              <a:cxn ang="0">
                <a:pos x="36" y="36"/>
              </a:cxn>
              <a:cxn ang="0">
                <a:pos x="29" y="41"/>
              </a:cxn>
              <a:cxn ang="0">
                <a:pos x="34" y="51"/>
              </a:cxn>
              <a:cxn ang="0">
                <a:pos x="44" y="45"/>
              </a:cxn>
              <a:cxn ang="0">
                <a:pos x="41" y="37"/>
              </a:cxn>
              <a:cxn ang="0">
                <a:pos x="45" y="22"/>
              </a:cxn>
              <a:cxn ang="0">
                <a:pos x="36" y="5"/>
              </a:cxn>
              <a:cxn ang="0">
                <a:pos x="31" y="10"/>
              </a:cxn>
              <a:cxn ang="0">
                <a:pos x="36" y="15"/>
              </a:cxn>
              <a:cxn ang="0">
                <a:pos x="42" y="10"/>
              </a:cxn>
              <a:cxn ang="0">
                <a:pos x="36" y="5"/>
              </a:cxn>
              <a:cxn ang="0">
                <a:pos x="54" y="12"/>
              </a:cxn>
              <a:cxn ang="0">
                <a:pos x="49" y="18"/>
              </a:cxn>
              <a:cxn ang="0">
                <a:pos x="54" y="23"/>
              </a:cxn>
              <a:cxn ang="0">
                <a:pos x="60" y="18"/>
              </a:cxn>
              <a:cxn ang="0">
                <a:pos x="54" y="12"/>
              </a:cxn>
              <a:cxn ang="0">
                <a:pos x="62" y="30"/>
              </a:cxn>
              <a:cxn ang="0">
                <a:pos x="57" y="36"/>
              </a:cxn>
              <a:cxn ang="0">
                <a:pos x="62" y="41"/>
              </a:cxn>
              <a:cxn ang="0">
                <a:pos x="67" y="36"/>
              </a:cxn>
              <a:cxn ang="0">
                <a:pos x="62" y="30"/>
              </a:cxn>
            </a:cxnLst>
            <a:rect l="0" t="0" r="r" b="b"/>
            <a:pathLst>
              <a:path w="72" h="56">
                <a:moveTo>
                  <a:pt x="67" y="55"/>
                </a:moveTo>
                <a:cubicBezTo>
                  <a:pt x="66" y="56"/>
                  <a:pt x="66" y="56"/>
                  <a:pt x="65" y="56"/>
                </a:cubicBezTo>
                <a:cubicBezTo>
                  <a:pt x="8" y="56"/>
                  <a:pt x="8" y="56"/>
                  <a:pt x="8" y="56"/>
                </a:cubicBezTo>
                <a:cubicBezTo>
                  <a:pt x="7" y="56"/>
                  <a:pt x="7" y="56"/>
                  <a:pt x="6" y="55"/>
                </a:cubicBezTo>
                <a:cubicBezTo>
                  <a:pt x="2" y="49"/>
                  <a:pt x="0" y="42"/>
                  <a:pt x="0" y="36"/>
                </a:cubicBezTo>
                <a:cubicBezTo>
                  <a:pt x="0" y="16"/>
                  <a:pt x="17" y="0"/>
                  <a:pt x="36" y="0"/>
                </a:cubicBezTo>
                <a:cubicBezTo>
                  <a:pt x="56" y="0"/>
                  <a:pt x="72" y="16"/>
                  <a:pt x="72" y="36"/>
                </a:cubicBezTo>
                <a:cubicBezTo>
                  <a:pt x="72" y="42"/>
                  <a:pt x="70" y="49"/>
                  <a:pt x="67" y="55"/>
                </a:cubicBezTo>
                <a:close/>
                <a:moveTo>
                  <a:pt x="11" y="30"/>
                </a:moveTo>
                <a:cubicBezTo>
                  <a:pt x="8" y="30"/>
                  <a:pt x="6" y="33"/>
                  <a:pt x="6" y="36"/>
                </a:cubicBezTo>
                <a:cubicBezTo>
                  <a:pt x="6" y="38"/>
                  <a:pt x="8" y="41"/>
                  <a:pt x="11" y="41"/>
                </a:cubicBezTo>
                <a:cubicBezTo>
                  <a:pt x="14" y="41"/>
                  <a:pt x="16" y="38"/>
                  <a:pt x="16" y="36"/>
                </a:cubicBezTo>
                <a:cubicBezTo>
                  <a:pt x="16" y="33"/>
                  <a:pt x="14" y="30"/>
                  <a:pt x="11" y="30"/>
                </a:cubicBezTo>
                <a:close/>
                <a:moveTo>
                  <a:pt x="18" y="12"/>
                </a:moveTo>
                <a:cubicBezTo>
                  <a:pt x="16" y="12"/>
                  <a:pt x="13" y="15"/>
                  <a:pt x="13" y="18"/>
                </a:cubicBezTo>
                <a:cubicBezTo>
                  <a:pt x="13" y="20"/>
                  <a:pt x="16" y="23"/>
                  <a:pt x="18" y="23"/>
                </a:cubicBezTo>
                <a:cubicBezTo>
                  <a:pt x="21" y="23"/>
                  <a:pt x="24" y="20"/>
                  <a:pt x="24" y="18"/>
                </a:cubicBezTo>
                <a:cubicBezTo>
                  <a:pt x="24" y="15"/>
                  <a:pt x="21" y="12"/>
                  <a:pt x="18" y="12"/>
                </a:cubicBezTo>
                <a:close/>
                <a:moveTo>
                  <a:pt x="45" y="22"/>
                </a:moveTo>
                <a:cubicBezTo>
                  <a:pt x="45" y="20"/>
                  <a:pt x="44" y="19"/>
                  <a:pt x="43" y="18"/>
                </a:cubicBezTo>
                <a:cubicBezTo>
                  <a:pt x="42" y="18"/>
                  <a:pt x="40" y="19"/>
                  <a:pt x="40" y="20"/>
                </a:cubicBezTo>
                <a:cubicBezTo>
                  <a:pt x="36" y="36"/>
                  <a:pt x="36" y="36"/>
                  <a:pt x="36" y="36"/>
                </a:cubicBezTo>
                <a:cubicBezTo>
                  <a:pt x="33" y="36"/>
                  <a:pt x="30" y="38"/>
                  <a:pt x="29" y="41"/>
                </a:cubicBezTo>
                <a:cubicBezTo>
                  <a:pt x="28" y="45"/>
                  <a:pt x="30" y="50"/>
                  <a:pt x="34" y="51"/>
                </a:cubicBezTo>
                <a:cubicBezTo>
                  <a:pt x="39" y="52"/>
                  <a:pt x="43" y="49"/>
                  <a:pt x="44" y="45"/>
                </a:cubicBezTo>
                <a:cubicBezTo>
                  <a:pt x="45" y="42"/>
                  <a:pt x="43" y="39"/>
                  <a:pt x="41" y="37"/>
                </a:cubicBezTo>
                <a:lnTo>
                  <a:pt x="45" y="22"/>
                </a:lnTo>
                <a:close/>
                <a:moveTo>
                  <a:pt x="36" y="5"/>
                </a:moveTo>
                <a:cubicBezTo>
                  <a:pt x="34" y="5"/>
                  <a:pt x="31" y="7"/>
                  <a:pt x="31" y="10"/>
                </a:cubicBezTo>
                <a:cubicBezTo>
                  <a:pt x="31" y="13"/>
                  <a:pt x="34" y="15"/>
                  <a:pt x="36" y="15"/>
                </a:cubicBezTo>
                <a:cubicBezTo>
                  <a:pt x="39" y="15"/>
                  <a:pt x="42" y="13"/>
                  <a:pt x="42" y="10"/>
                </a:cubicBezTo>
                <a:cubicBezTo>
                  <a:pt x="42" y="7"/>
                  <a:pt x="39" y="5"/>
                  <a:pt x="36" y="5"/>
                </a:cubicBezTo>
                <a:close/>
                <a:moveTo>
                  <a:pt x="54" y="12"/>
                </a:moveTo>
                <a:cubicBezTo>
                  <a:pt x="52" y="12"/>
                  <a:pt x="49" y="15"/>
                  <a:pt x="49" y="18"/>
                </a:cubicBezTo>
                <a:cubicBezTo>
                  <a:pt x="49" y="20"/>
                  <a:pt x="52" y="23"/>
                  <a:pt x="54" y="23"/>
                </a:cubicBezTo>
                <a:cubicBezTo>
                  <a:pt x="57" y="23"/>
                  <a:pt x="60" y="20"/>
                  <a:pt x="60" y="18"/>
                </a:cubicBezTo>
                <a:cubicBezTo>
                  <a:pt x="60" y="15"/>
                  <a:pt x="57" y="12"/>
                  <a:pt x="54" y="12"/>
                </a:cubicBezTo>
                <a:close/>
                <a:moveTo>
                  <a:pt x="62" y="30"/>
                </a:moveTo>
                <a:cubicBezTo>
                  <a:pt x="59" y="30"/>
                  <a:pt x="57" y="33"/>
                  <a:pt x="57" y="36"/>
                </a:cubicBezTo>
                <a:cubicBezTo>
                  <a:pt x="57" y="38"/>
                  <a:pt x="59" y="41"/>
                  <a:pt x="62" y="41"/>
                </a:cubicBezTo>
                <a:cubicBezTo>
                  <a:pt x="65" y="41"/>
                  <a:pt x="67" y="38"/>
                  <a:pt x="67" y="36"/>
                </a:cubicBezTo>
                <a:cubicBezTo>
                  <a:pt x="67" y="33"/>
                  <a:pt x="65" y="30"/>
                  <a:pt x="62"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52"/>
          <p:cNvSpPr>
            <a:spLocks noEditPoints="1"/>
          </p:cNvSpPr>
          <p:nvPr/>
        </p:nvSpPr>
        <p:spPr bwMode="auto">
          <a:xfrm>
            <a:off x="936632" y="3689350"/>
            <a:ext cx="261950" cy="24207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2889917391"/>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animEffect transition="in" filter="fade">
                                      <p:cBhvr>
                                        <p:cTn id="15" dur="500"/>
                                        <p:tgtEl>
                                          <p:spTgt spid="7"/>
                                        </p:tgtEl>
                                      </p:cBhvr>
                                    </p:animEffect>
                                  </p:childTnLst>
                                </p:cTn>
                              </p:par>
                            </p:childTnLst>
                          </p:cTn>
                        </p:par>
                        <p:par>
                          <p:cTn id="16" fill="hold">
                            <p:stCondLst>
                              <p:cond delay="1000"/>
                            </p:stCondLst>
                            <p:childTnLst>
                              <p:par>
                                <p:cTn id="17" presetID="22" presetClass="entr" presetSubtype="2"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right)">
                                      <p:cBhvr>
                                        <p:cTn id="19" dur="1000"/>
                                        <p:tgtEl>
                                          <p:spTgt spid="5"/>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68"/>
                                        </p:tgtEl>
                                        <p:attrNameLst>
                                          <p:attrName>style.visibility</p:attrName>
                                        </p:attrNameLst>
                                      </p:cBhvr>
                                      <p:to>
                                        <p:strVal val="visible"/>
                                      </p:to>
                                    </p:set>
                                    <p:anim calcmode="lin" valueType="num">
                                      <p:cBhvr>
                                        <p:cTn id="23" dur="500" fill="hold"/>
                                        <p:tgtEl>
                                          <p:spTgt spid="68"/>
                                        </p:tgtEl>
                                        <p:attrNameLst>
                                          <p:attrName>ppt_w</p:attrName>
                                        </p:attrNameLst>
                                      </p:cBhvr>
                                      <p:tavLst>
                                        <p:tav tm="0">
                                          <p:val>
                                            <p:fltVal val="0"/>
                                          </p:val>
                                        </p:tav>
                                        <p:tav tm="100000">
                                          <p:val>
                                            <p:strVal val="#ppt_w"/>
                                          </p:val>
                                        </p:tav>
                                      </p:tavLst>
                                    </p:anim>
                                    <p:anim calcmode="lin" valueType="num">
                                      <p:cBhvr>
                                        <p:cTn id="24" dur="500" fill="hold"/>
                                        <p:tgtEl>
                                          <p:spTgt spid="68"/>
                                        </p:tgtEl>
                                        <p:attrNameLst>
                                          <p:attrName>ppt_h</p:attrName>
                                        </p:attrNameLst>
                                      </p:cBhvr>
                                      <p:tavLst>
                                        <p:tav tm="0">
                                          <p:val>
                                            <p:fltVal val="0"/>
                                          </p:val>
                                        </p:tav>
                                        <p:tav tm="100000">
                                          <p:val>
                                            <p:strVal val="#ppt_h"/>
                                          </p:val>
                                        </p:tav>
                                      </p:tavLst>
                                    </p:anim>
                                    <p:animEffect transition="in" filter="fade">
                                      <p:cBhvr>
                                        <p:cTn id="25" dur="500"/>
                                        <p:tgtEl>
                                          <p:spTgt spid="68"/>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62"/>
                                        </p:tgtEl>
                                        <p:attrNameLst>
                                          <p:attrName>style.visibility</p:attrName>
                                        </p:attrNameLst>
                                      </p:cBhvr>
                                      <p:to>
                                        <p:strVal val="visible"/>
                                      </p:to>
                                    </p:set>
                                    <p:animEffect transition="in" filter="wipe(left)">
                                      <p:cBhvr>
                                        <p:cTn id="28" dur="1000"/>
                                        <p:tgtEl>
                                          <p:spTgt spid="62"/>
                                        </p:tgtEl>
                                      </p:cBhvr>
                                    </p:animEffect>
                                  </p:childTnLst>
                                </p:cTn>
                              </p:par>
                            </p:childTnLst>
                          </p:cTn>
                        </p:par>
                        <p:par>
                          <p:cTn id="29" fill="hold">
                            <p:stCondLst>
                              <p:cond delay="3000"/>
                            </p:stCondLst>
                            <p:childTnLst>
                              <p:par>
                                <p:cTn id="30" presetID="22" presetClass="entr" presetSubtype="2" fill="hold" nodeType="after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wipe(right)">
                                      <p:cBhvr>
                                        <p:cTn id="32" dur="1000"/>
                                        <p:tgtEl>
                                          <p:spTgt spid="6"/>
                                        </p:tgtEl>
                                      </p:cBhvr>
                                    </p:animEffect>
                                  </p:childTnLst>
                                </p:cTn>
                              </p:par>
                            </p:childTnLst>
                          </p:cTn>
                        </p:par>
                        <p:par>
                          <p:cTn id="33" fill="hold">
                            <p:stCondLst>
                              <p:cond delay="4000"/>
                            </p:stCondLst>
                            <p:childTnLst>
                              <p:par>
                                <p:cTn id="34" presetID="53" presetClass="entr" presetSubtype="0"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 calcmode="lin" valueType="num">
                                      <p:cBhvr>
                                        <p:cTn id="36" dur="500" fill="hold"/>
                                        <p:tgtEl>
                                          <p:spTgt spid="69"/>
                                        </p:tgtEl>
                                        <p:attrNameLst>
                                          <p:attrName>ppt_w</p:attrName>
                                        </p:attrNameLst>
                                      </p:cBhvr>
                                      <p:tavLst>
                                        <p:tav tm="0">
                                          <p:val>
                                            <p:fltVal val="0"/>
                                          </p:val>
                                        </p:tav>
                                        <p:tav tm="100000">
                                          <p:val>
                                            <p:strVal val="#ppt_w"/>
                                          </p:val>
                                        </p:tav>
                                      </p:tavLst>
                                    </p:anim>
                                    <p:anim calcmode="lin" valueType="num">
                                      <p:cBhvr>
                                        <p:cTn id="37" dur="500" fill="hold"/>
                                        <p:tgtEl>
                                          <p:spTgt spid="69"/>
                                        </p:tgtEl>
                                        <p:attrNameLst>
                                          <p:attrName>ppt_h</p:attrName>
                                        </p:attrNameLst>
                                      </p:cBhvr>
                                      <p:tavLst>
                                        <p:tav tm="0">
                                          <p:val>
                                            <p:fltVal val="0"/>
                                          </p:val>
                                        </p:tav>
                                        <p:tav tm="100000">
                                          <p:val>
                                            <p:strVal val="#ppt_h"/>
                                          </p:val>
                                        </p:tav>
                                      </p:tavLst>
                                    </p:anim>
                                    <p:animEffect transition="in" filter="fade">
                                      <p:cBhvr>
                                        <p:cTn id="38" dur="500"/>
                                        <p:tgtEl>
                                          <p:spTgt spid="69"/>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63"/>
                                        </p:tgtEl>
                                        <p:attrNameLst>
                                          <p:attrName>style.visibility</p:attrName>
                                        </p:attrNameLst>
                                      </p:cBhvr>
                                      <p:to>
                                        <p:strVal val="visible"/>
                                      </p:to>
                                    </p:set>
                                    <p:animEffect transition="in" filter="wipe(left)">
                                      <p:cBhvr>
                                        <p:cTn id="41" dur="1000"/>
                                        <p:tgtEl>
                                          <p:spTgt spid="63"/>
                                        </p:tgtEl>
                                      </p:cBhvr>
                                    </p:animEffect>
                                  </p:childTnLst>
                                </p:cTn>
                              </p:par>
                            </p:childTnLst>
                          </p:cTn>
                        </p:par>
                        <p:par>
                          <p:cTn id="42" fill="hold">
                            <p:stCondLst>
                              <p:cond delay="5000"/>
                            </p:stCondLst>
                            <p:childTnLst>
                              <p:par>
                                <p:cTn id="43" presetID="22" presetClass="entr" presetSubtype="2" fill="hold" nodeType="after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wipe(right)">
                                      <p:cBhvr>
                                        <p:cTn id="45" dur="1000"/>
                                        <p:tgtEl>
                                          <p:spTgt spid="3"/>
                                        </p:tgtEl>
                                      </p:cBhvr>
                                    </p:animEffect>
                                  </p:childTnLst>
                                </p:cTn>
                              </p:par>
                            </p:childTnLst>
                          </p:cTn>
                        </p:par>
                        <p:par>
                          <p:cTn id="46" fill="hold">
                            <p:stCondLst>
                              <p:cond delay="6000"/>
                            </p:stCondLst>
                            <p:childTnLst>
                              <p:par>
                                <p:cTn id="47" presetID="53" presetClass="entr" presetSubtype="0" fill="hold" grpId="0" nodeType="afterEffect">
                                  <p:stCondLst>
                                    <p:cond delay="0"/>
                                  </p:stCondLst>
                                  <p:childTnLst>
                                    <p:set>
                                      <p:cBhvr>
                                        <p:cTn id="48" dur="1" fill="hold">
                                          <p:stCondLst>
                                            <p:cond delay="0"/>
                                          </p:stCondLst>
                                        </p:cTn>
                                        <p:tgtEl>
                                          <p:spTgt spid="70"/>
                                        </p:tgtEl>
                                        <p:attrNameLst>
                                          <p:attrName>style.visibility</p:attrName>
                                        </p:attrNameLst>
                                      </p:cBhvr>
                                      <p:to>
                                        <p:strVal val="visible"/>
                                      </p:to>
                                    </p:set>
                                    <p:anim calcmode="lin" valueType="num">
                                      <p:cBhvr>
                                        <p:cTn id="49" dur="500" fill="hold"/>
                                        <p:tgtEl>
                                          <p:spTgt spid="70"/>
                                        </p:tgtEl>
                                        <p:attrNameLst>
                                          <p:attrName>ppt_w</p:attrName>
                                        </p:attrNameLst>
                                      </p:cBhvr>
                                      <p:tavLst>
                                        <p:tav tm="0">
                                          <p:val>
                                            <p:fltVal val="0"/>
                                          </p:val>
                                        </p:tav>
                                        <p:tav tm="100000">
                                          <p:val>
                                            <p:strVal val="#ppt_w"/>
                                          </p:val>
                                        </p:tav>
                                      </p:tavLst>
                                    </p:anim>
                                    <p:anim calcmode="lin" valueType="num">
                                      <p:cBhvr>
                                        <p:cTn id="50" dur="500" fill="hold"/>
                                        <p:tgtEl>
                                          <p:spTgt spid="70"/>
                                        </p:tgtEl>
                                        <p:attrNameLst>
                                          <p:attrName>ppt_h</p:attrName>
                                        </p:attrNameLst>
                                      </p:cBhvr>
                                      <p:tavLst>
                                        <p:tav tm="0">
                                          <p:val>
                                            <p:fltVal val="0"/>
                                          </p:val>
                                        </p:tav>
                                        <p:tav tm="100000">
                                          <p:val>
                                            <p:strVal val="#ppt_h"/>
                                          </p:val>
                                        </p:tav>
                                      </p:tavLst>
                                    </p:anim>
                                    <p:animEffect transition="in" filter="fade">
                                      <p:cBhvr>
                                        <p:cTn id="51" dur="500"/>
                                        <p:tgtEl>
                                          <p:spTgt spid="70"/>
                                        </p:tgtEl>
                                      </p:cBhvr>
                                    </p:animEffect>
                                  </p:childTnLst>
                                </p:cTn>
                              </p:par>
                              <p:par>
                                <p:cTn id="52" presetID="22" presetClass="entr" presetSubtype="8" fill="hold" grpId="0" nodeType="with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wipe(left)">
                                      <p:cBhvr>
                                        <p:cTn id="54" dur="1000"/>
                                        <p:tgtEl>
                                          <p:spTgt spid="65"/>
                                        </p:tgtEl>
                                      </p:cBhvr>
                                    </p:animEffect>
                                  </p:childTnLst>
                                </p:cTn>
                              </p:par>
                            </p:childTnLst>
                          </p:cTn>
                        </p:par>
                        <p:par>
                          <p:cTn id="55" fill="hold">
                            <p:stCondLst>
                              <p:cond delay="7000"/>
                            </p:stCondLst>
                            <p:childTnLst>
                              <p:par>
                                <p:cTn id="56" presetID="22" presetClass="entr" presetSubtype="2" fill="hold" nodeType="after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wipe(right)">
                                      <p:cBhvr>
                                        <p:cTn id="58" dur="1000"/>
                                        <p:tgtEl>
                                          <p:spTgt spid="2"/>
                                        </p:tgtEl>
                                      </p:cBhvr>
                                    </p:animEffect>
                                  </p:childTnLst>
                                </p:cTn>
                              </p:par>
                            </p:childTnLst>
                          </p:cTn>
                        </p:par>
                        <p:par>
                          <p:cTn id="59" fill="hold">
                            <p:stCondLst>
                              <p:cond delay="8000"/>
                            </p:stCondLst>
                            <p:childTnLst>
                              <p:par>
                                <p:cTn id="60" presetID="53" presetClass="entr" presetSubtype="0" fill="hold" grpId="0" nodeType="afterEffect">
                                  <p:stCondLst>
                                    <p:cond delay="0"/>
                                  </p:stCondLst>
                                  <p:childTnLst>
                                    <p:set>
                                      <p:cBhvr>
                                        <p:cTn id="61" dur="1" fill="hold">
                                          <p:stCondLst>
                                            <p:cond delay="0"/>
                                          </p:stCondLst>
                                        </p:cTn>
                                        <p:tgtEl>
                                          <p:spTgt spid="72"/>
                                        </p:tgtEl>
                                        <p:attrNameLst>
                                          <p:attrName>style.visibility</p:attrName>
                                        </p:attrNameLst>
                                      </p:cBhvr>
                                      <p:to>
                                        <p:strVal val="visible"/>
                                      </p:to>
                                    </p:set>
                                    <p:anim calcmode="lin" valueType="num">
                                      <p:cBhvr>
                                        <p:cTn id="62" dur="500" fill="hold"/>
                                        <p:tgtEl>
                                          <p:spTgt spid="72"/>
                                        </p:tgtEl>
                                        <p:attrNameLst>
                                          <p:attrName>ppt_w</p:attrName>
                                        </p:attrNameLst>
                                      </p:cBhvr>
                                      <p:tavLst>
                                        <p:tav tm="0">
                                          <p:val>
                                            <p:fltVal val="0"/>
                                          </p:val>
                                        </p:tav>
                                        <p:tav tm="100000">
                                          <p:val>
                                            <p:strVal val="#ppt_w"/>
                                          </p:val>
                                        </p:tav>
                                      </p:tavLst>
                                    </p:anim>
                                    <p:anim calcmode="lin" valueType="num">
                                      <p:cBhvr>
                                        <p:cTn id="63" dur="500" fill="hold"/>
                                        <p:tgtEl>
                                          <p:spTgt spid="72"/>
                                        </p:tgtEl>
                                        <p:attrNameLst>
                                          <p:attrName>ppt_h</p:attrName>
                                        </p:attrNameLst>
                                      </p:cBhvr>
                                      <p:tavLst>
                                        <p:tav tm="0">
                                          <p:val>
                                            <p:fltVal val="0"/>
                                          </p:val>
                                        </p:tav>
                                        <p:tav tm="100000">
                                          <p:val>
                                            <p:strVal val="#ppt_h"/>
                                          </p:val>
                                        </p:tav>
                                      </p:tavLst>
                                    </p:anim>
                                    <p:animEffect transition="in" filter="fade">
                                      <p:cBhvr>
                                        <p:cTn id="64" dur="500"/>
                                        <p:tgtEl>
                                          <p:spTgt spid="72"/>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66"/>
                                        </p:tgtEl>
                                        <p:attrNameLst>
                                          <p:attrName>style.visibility</p:attrName>
                                        </p:attrNameLst>
                                      </p:cBhvr>
                                      <p:to>
                                        <p:strVal val="visible"/>
                                      </p:to>
                                    </p:set>
                                    <p:animEffect transition="in" filter="wipe(left)">
                                      <p:cBhvr>
                                        <p:cTn id="67"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5" grpId="0"/>
      <p:bldP spid="66" grpId="0"/>
      <p:bldP spid="68" grpId="0" animBg="1"/>
      <p:bldP spid="69" grpId="0" animBg="1"/>
      <p:bldP spid="70" grpId="0" animBg="1"/>
      <p:bldP spid="72"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Cause and Effect </a:t>
            </a:r>
            <a:endParaRPr lang="en-US" dirty="0"/>
          </a:p>
        </p:txBody>
      </p:sp>
      <p:sp>
        <p:nvSpPr>
          <p:cNvPr id="4" name="Text Placeholder 3"/>
          <p:cNvSpPr>
            <a:spLocks noGrp="1"/>
          </p:cNvSpPr>
          <p:nvPr>
            <p:ph type="body" sz="half" idx="2"/>
          </p:nvPr>
        </p:nvSpPr>
        <p:spPr/>
        <p:txBody>
          <a:bodyPr/>
          <a:lstStyle/>
          <a:p>
            <a:r>
              <a:rPr lang="en-US"/>
              <a:t>Cause and Effect </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142</a:t>
            </a:fld>
            <a:endParaRPr lang="en-US" dirty="0"/>
          </a:p>
        </p:txBody>
      </p:sp>
      <p:sp>
        <p:nvSpPr>
          <p:cNvPr id="18" name="Freeform 17"/>
          <p:cNvSpPr/>
          <p:nvPr/>
        </p:nvSpPr>
        <p:spPr bwMode="auto">
          <a:xfrm flipV="1">
            <a:off x="3506395" y="2089738"/>
            <a:ext cx="5028005" cy="1367837"/>
          </a:xfrm>
          <a:custGeom>
            <a:avLst/>
            <a:gdLst>
              <a:gd name="connsiteX0" fmla="*/ 0 w 2590800"/>
              <a:gd name="connsiteY0" fmla="*/ 487896 h 1951584"/>
              <a:gd name="connsiteX1" fmla="*/ 1615008 w 2590800"/>
              <a:gd name="connsiteY1" fmla="*/ 487896 h 1951584"/>
              <a:gd name="connsiteX2" fmla="*/ 1615008 w 2590800"/>
              <a:gd name="connsiteY2" fmla="*/ 0 h 1951584"/>
              <a:gd name="connsiteX3" fmla="*/ 2590800 w 2590800"/>
              <a:gd name="connsiteY3" fmla="*/ 975792 h 1951584"/>
              <a:gd name="connsiteX4" fmla="*/ 1615008 w 2590800"/>
              <a:gd name="connsiteY4" fmla="*/ 1951584 h 1951584"/>
              <a:gd name="connsiteX5" fmla="*/ 1615008 w 2590800"/>
              <a:gd name="connsiteY5" fmla="*/ 1463688 h 1951584"/>
              <a:gd name="connsiteX6" fmla="*/ 0 w 2590800"/>
              <a:gd name="connsiteY6" fmla="*/ 1463688 h 1951584"/>
              <a:gd name="connsiteX7" fmla="*/ 0 w 2590800"/>
              <a:gd name="connsiteY7" fmla="*/ 487896 h 1951584"/>
              <a:gd name="connsiteX0" fmla="*/ 1615008 w 2590800"/>
              <a:gd name="connsiteY0" fmla="*/ 1463688 h 2043024"/>
              <a:gd name="connsiteX1" fmla="*/ 0 w 2590800"/>
              <a:gd name="connsiteY1" fmla="*/ 1463688 h 2043024"/>
              <a:gd name="connsiteX2" fmla="*/ 0 w 2590800"/>
              <a:gd name="connsiteY2" fmla="*/ 487896 h 2043024"/>
              <a:gd name="connsiteX3" fmla="*/ 1615008 w 2590800"/>
              <a:gd name="connsiteY3" fmla="*/ 487896 h 2043024"/>
              <a:gd name="connsiteX4" fmla="*/ 1615008 w 2590800"/>
              <a:gd name="connsiteY4" fmla="*/ 0 h 2043024"/>
              <a:gd name="connsiteX5" fmla="*/ 2590800 w 2590800"/>
              <a:gd name="connsiteY5" fmla="*/ 975792 h 2043024"/>
              <a:gd name="connsiteX6" fmla="*/ 1706448 w 2590800"/>
              <a:gd name="connsiteY6" fmla="*/ 2043024 h 2043024"/>
              <a:gd name="connsiteX0" fmla="*/ 1615008 w 2590800"/>
              <a:gd name="connsiteY0" fmla="*/ 1463688 h 1463688"/>
              <a:gd name="connsiteX1" fmla="*/ 0 w 2590800"/>
              <a:gd name="connsiteY1" fmla="*/ 1463688 h 1463688"/>
              <a:gd name="connsiteX2" fmla="*/ 0 w 2590800"/>
              <a:gd name="connsiteY2" fmla="*/ 487896 h 1463688"/>
              <a:gd name="connsiteX3" fmla="*/ 1615008 w 2590800"/>
              <a:gd name="connsiteY3" fmla="*/ 487896 h 1463688"/>
              <a:gd name="connsiteX4" fmla="*/ 1615008 w 2590800"/>
              <a:gd name="connsiteY4" fmla="*/ 0 h 1463688"/>
              <a:gd name="connsiteX5" fmla="*/ 2590800 w 2590800"/>
              <a:gd name="connsiteY5" fmla="*/ 975792 h 1463688"/>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13942 h 1463688"/>
              <a:gd name="connsiteX0" fmla="*/ 1615008 w 3048000"/>
              <a:gd name="connsiteY0" fmla="*/ 1463688 h 1471092"/>
              <a:gd name="connsiteX1" fmla="*/ 0 w 3048000"/>
              <a:gd name="connsiteY1" fmla="*/ 1463688 h 1471092"/>
              <a:gd name="connsiteX2" fmla="*/ 0 w 3048000"/>
              <a:gd name="connsiteY2" fmla="*/ 487896 h 1471092"/>
              <a:gd name="connsiteX3" fmla="*/ 1615008 w 3048000"/>
              <a:gd name="connsiteY3" fmla="*/ 487896 h 1471092"/>
              <a:gd name="connsiteX4" fmla="*/ 1615008 w 3048000"/>
              <a:gd name="connsiteY4" fmla="*/ 0 h 1471092"/>
              <a:gd name="connsiteX5" fmla="*/ 3048000 w 3048000"/>
              <a:gd name="connsiteY5" fmla="*/ 1471092 h 1471092"/>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52042 h 146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0" h="1463688">
                <a:moveTo>
                  <a:pt x="1615008" y="1463688"/>
                </a:moveTo>
                <a:lnTo>
                  <a:pt x="0" y="1463688"/>
                </a:lnTo>
                <a:lnTo>
                  <a:pt x="0" y="487896"/>
                </a:lnTo>
                <a:lnTo>
                  <a:pt x="1615008" y="487896"/>
                </a:lnTo>
                <a:lnTo>
                  <a:pt x="1615008" y="0"/>
                </a:lnTo>
                <a:lnTo>
                  <a:pt x="3048000" y="1452042"/>
                </a:lnTo>
              </a:path>
            </a:pathLst>
          </a:cu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Freeform 18"/>
          <p:cNvSpPr/>
          <p:nvPr/>
        </p:nvSpPr>
        <p:spPr bwMode="auto">
          <a:xfrm>
            <a:off x="3506395" y="751316"/>
            <a:ext cx="5028005" cy="1367837"/>
          </a:xfrm>
          <a:custGeom>
            <a:avLst/>
            <a:gdLst>
              <a:gd name="connsiteX0" fmla="*/ 0 w 2590800"/>
              <a:gd name="connsiteY0" fmla="*/ 487896 h 1951584"/>
              <a:gd name="connsiteX1" fmla="*/ 1615008 w 2590800"/>
              <a:gd name="connsiteY1" fmla="*/ 487896 h 1951584"/>
              <a:gd name="connsiteX2" fmla="*/ 1615008 w 2590800"/>
              <a:gd name="connsiteY2" fmla="*/ 0 h 1951584"/>
              <a:gd name="connsiteX3" fmla="*/ 2590800 w 2590800"/>
              <a:gd name="connsiteY3" fmla="*/ 975792 h 1951584"/>
              <a:gd name="connsiteX4" fmla="*/ 1615008 w 2590800"/>
              <a:gd name="connsiteY4" fmla="*/ 1951584 h 1951584"/>
              <a:gd name="connsiteX5" fmla="*/ 1615008 w 2590800"/>
              <a:gd name="connsiteY5" fmla="*/ 1463688 h 1951584"/>
              <a:gd name="connsiteX6" fmla="*/ 0 w 2590800"/>
              <a:gd name="connsiteY6" fmla="*/ 1463688 h 1951584"/>
              <a:gd name="connsiteX7" fmla="*/ 0 w 2590800"/>
              <a:gd name="connsiteY7" fmla="*/ 487896 h 1951584"/>
              <a:gd name="connsiteX0" fmla="*/ 1615008 w 2590800"/>
              <a:gd name="connsiteY0" fmla="*/ 1463688 h 2043024"/>
              <a:gd name="connsiteX1" fmla="*/ 0 w 2590800"/>
              <a:gd name="connsiteY1" fmla="*/ 1463688 h 2043024"/>
              <a:gd name="connsiteX2" fmla="*/ 0 w 2590800"/>
              <a:gd name="connsiteY2" fmla="*/ 487896 h 2043024"/>
              <a:gd name="connsiteX3" fmla="*/ 1615008 w 2590800"/>
              <a:gd name="connsiteY3" fmla="*/ 487896 h 2043024"/>
              <a:gd name="connsiteX4" fmla="*/ 1615008 w 2590800"/>
              <a:gd name="connsiteY4" fmla="*/ 0 h 2043024"/>
              <a:gd name="connsiteX5" fmla="*/ 2590800 w 2590800"/>
              <a:gd name="connsiteY5" fmla="*/ 975792 h 2043024"/>
              <a:gd name="connsiteX6" fmla="*/ 1706448 w 2590800"/>
              <a:gd name="connsiteY6" fmla="*/ 2043024 h 2043024"/>
              <a:gd name="connsiteX0" fmla="*/ 1615008 w 2590800"/>
              <a:gd name="connsiteY0" fmla="*/ 1463688 h 1463688"/>
              <a:gd name="connsiteX1" fmla="*/ 0 w 2590800"/>
              <a:gd name="connsiteY1" fmla="*/ 1463688 h 1463688"/>
              <a:gd name="connsiteX2" fmla="*/ 0 w 2590800"/>
              <a:gd name="connsiteY2" fmla="*/ 487896 h 1463688"/>
              <a:gd name="connsiteX3" fmla="*/ 1615008 w 2590800"/>
              <a:gd name="connsiteY3" fmla="*/ 487896 h 1463688"/>
              <a:gd name="connsiteX4" fmla="*/ 1615008 w 2590800"/>
              <a:gd name="connsiteY4" fmla="*/ 0 h 1463688"/>
              <a:gd name="connsiteX5" fmla="*/ 2590800 w 2590800"/>
              <a:gd name="connsiteY5" fmla="*/ 975792 h 1463688"/>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13942 h 1463688"/>
              <a:gd name="connsiteX0" fmla="*/ 1615008 w 3048000"/>
              <a:gd name="connsiteY0" fmla="*/ 1463688 h 1471092"/>
              <a:gd name="connsiteX1" fmla="*/ 0 w 3048000"/>
              <a:gd name="connsiteY1" fmla="*/ 1463688 h 1471092"/>
              <a:gd name="connsiteX2" fmla="*/ 0 w 3048000"/>
              <a:gd name="connsiteY2" fmla="*/ 487896 h 1471092"/>
              <a:gd name="connsiteX3" fmla="*/ 1615008 w 3048000"/>
              <a:gd name="connsiteY3" fmla="*/ 487896 h 1471092"/>
              <a:gd name="connsiteX4" fmla="*/ 1615008 w 3048000"/>
              <a:gd name="connsiteY4" fmla="*/ 0 h 1471092"/>
              <a:gd name="connsiteX5" fmla="*/ 3048000 w 3048000"/>
              <a:gd name="connsiteY5" fmla="*/ 1471092 h 1471092"/>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52042 h 146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0" h="1463688">
                <a:moveTo>
                  <a:pt x="1615008" y="1463688"/>
                </a:moveTo>
                <a:lnTo>
                  <a:pt x="0" y="1463688"/>
                </a:lnTo>
                <a:lnTo>
                  <a:pt x="0" y="487896"/>
                </a:lnTo>
                <a:lnTo>
                  <a:pt x="1615008" y="487896"/>
                </a:lnTo>
                <a:lnTo>
                  <a:pt x="1615008" y="0"/>
                </a:lnTo>
                <a:lnTo>
                  <a:pt x="3048000" y="1452042"/>
                </a:lnTo>
              </a:path>
            </a:pathLst>
          </a:cu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 name="Freeform 13"/>
          <p:cNvSpPr/>
          <p:nvPr/>
        </p:nvSpPr>
        <p:spPr bwMode="auto">
          <a:xfrm flipV="1">
            <a:off x="1714140" y="2108146"/>
            <a:ext cx="3352003" cy="1155012"/>
          </a:xfrm>
          <a:custGeom>
            <a:avLst/>
            <a:gdLst>
              <a:gd name="connsiteX0" fmla="*/ 0 w 2590800"/>
              <a:gd name="connsiteY0" fmla="*/ 487896 h 1951584"/>
              <a:gd name="connsiteX1" fmla="*/ 1615008 w 2590800"/>
              <a:gd name="connsiteY1" fmla="*/ 487896 h 1951584"/>
              <a:gd name="connsiteX2" fmla="*/ 1615008 w 2590800"/>
              <a:gd name="connsiteY2" fmla="*/ 0 h 1951584"/>
              <a:gd name="connsiteX3" fmla="*/ 2590800 w 2590800"/>
              <a:gd name="connsiteY3" fmla="*/ 975792 h 1951584"/>
              <a:gd name="connsiteX4" fmla="*/ 1615008 w 2590800"/>
              <a:gd name="connsiteY4" fmla="*/ 1951584 h 1951584"/>
              <a:gd name="connsiteX5" fmla="*/ 1615008 w 2590800"/>
              <a:gd name="connsiteY5" fmla="*/ 1463688 h 1951584"/>
              <a:gd name="connsiteX6" fmla="*/ 0 w 2590800"/>
              <a:gd name="connsiteY6" fmla="*/ 1463688 h 1951584"/>
              <a:gd name="connsiteX7" fmla="*/ 0 w 2590800"/>
              <a:gd name="connsiteY7" fmla="*/ 487896 h 1951584"/>
              <a:gd name="connsiteX0" fmla="*/ 1615008 w 2590800"/>
              <a:gd name="connsiteY0" fmla="*/ 1463688 h 2043024"/>
              <a:gd name="connsiteX1" fmla="*/ 0 w 2590800"/>
              <a:gd name="connsiteY1" fmla="*/ 1463688 h 2043024"/>
              <a:gd name="connsiteX2" fmla="*/ 0 w 2590800"/>
              <a:gd name="connsiteY2" fmla="*/ 487896 h 2043024"/>
              <a:gd name="connsiteX3" fmla="*/ 1615008 w 2590800"/>
              <a:gd name="connsiteY3" fmla="*/ 487896 h 2043024"/>
              <a:gd name="connsiteX4" fmla="*/ 1615008 w 2590800"/>
              <a:gd name="connsiteY4" fmla="*/ 0 h 2043024"/>
              <a:gd name="connsiteX5" fmla="*/ 2590800 w 2590800"/>
              <a:gd name="connsiteY5" fmla="*/ 975792 h 2043024"/>
              <a:gd name="connsiteX6" fmla="*/ 1706448 w 2590800"/>
              <a:gd name="connsiteY6" fmla="*/ 2043024 h 2043024"/>
              <a:gd name="connsiteX0" fmla="*/ 1615008 w 2590800"/>
              <a:gd name="connsiteY0" fmla="*/ 1463688 h 1463688"/>
              <a:gd name="connsiteX1" fmla="*/ 0 w 2590800"/>
              <a:gd name="connsiteY1" fmla="*/ 1463688 h 1463688"/>
              <a:gd name="connsiteX2" fmla="*/ 0 w 2590800"/>
              <a:gd name="connsiteY2" fmla="*/ 487896 h 1463688"/>
              <a:gd name="connsiteX3" fmla="*/ 1615008 w 2590800"/>
              <a:gd name="connsiteY3" fmla="*/ 487896 h 1463688"/>
              <a:gd name="connsiteX4" fmla="*/ 1615008 w 2590800"/>
              <a:gd name="connsiteY4" fmla="*/ 0 h 1463688"/>
              <a:gd name="connsiteX5" fmla="*/ 2590800 w 2590800"/>
              <a:gd name="connsiteY5" fmla="*/ 975792 h 1463688"/>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13942 h 1463688"/>
              <a:gd name="connsiteX0" fmla="*/ 1615008 w 3048000"/>
              <a:gd name="connsiteY0" fmla="*/ 1463688 h 1471092"/>
              <a:gd name="connsiteX1" fmla="*/ 0 w 3048000"/>
              <a:gd name="connsiteY1" fmla="*/ 1463688 h 1471092"/>
              <a:gd name="connsiteX2" fmla="*/ 0 w 3048000"/>
              <a:gd name="connsiteY2" fmla="*/ 487896 h 1471092"/>
              <a:gd name="connsiteX3" fmla="*/ 1615008 w 3048000"/>
              <a:gd name="connsiteY3" fmla="*/ 487896 h 1471092"/>
              <a:gd name="connsiteX4" fmla="*/ 1615008 w 3048000"/>
              <a:gd name="connsiteY4" fmla="*/ 0 h 1471092"/>
              <a:gd name="connsiteX5" fmla="*/ 3048000 w 3048000"/>
              <a:gd name="connsiteY5" fmla="*/ 1471092 h 1471092"/>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52042 h 146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0" h="1463688">
                <a:moveTo>
                  <a:pt x="1615008" y="1463688"/>
                </a:moveTo>
                <a:lnTo>
                  <a:pt x="0" y="1463688"/>
                </a:lnTo>
                <a:lnTo>
                  <a:pt x="0" y="487896"/>
                </a:lnTo>
                <a:lnTo>
                  <a:pt x="1615008" y="487896"/>
                </a:lnTo>
                <a:lnTo>
                  <a:pt x="1615008" y="0"/>
                </a:lnTo>
                <a:lnTo>
                  <a:pt x="3048000" y="1452042"/>
                </a:lnTo>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Freeform 11"/>
          <p:cNvSpPr/>
          <p:nvPr/>
        </p:nvSpPr>
        <p:spPr bwMode="auto">
          <a:xfrm>
            <a:off x="1714140" y="977972"/>
            <a:ext cx="3352003" cy="1155012"/>
          </a:xfrm>
          <a:custGeom>
            <a:avLst/>
            <a:gdLst>
              <a:gd name="connsiteX0" fmla="*/ 0 w 2590800"/>
              <a:gd name="connsiteY0" fmla="*/ 487896 h 1951584"/>
              <a:gd name="connsiteX1" fmla="*/ 1615008 w 2590800"/>
              <a:gd name="connsiteY1" fmla="*/ 487896 h 1951584"/>
              <a:gd name="connsiteX2" fmla="*/ 1615008 w 2590800"/>
              <a:gd name="connsiteY2" fmla="*/ 0 h 1951584"/>
              <a:gd name="connsiteX3" fmla="*/ 2590800 w 2590800"/>
              <a:gd name="connsiteY3" fmla="*/ 975792 h 1951584"/>
              <a:gd name="connsiteX4" fmla="*/ 1615008 w 2590800"/>
              <a:gd name="connsiteY4" fmla="*/ 1951584 h 1951584"/>
              <a:gd name="connsiteX5" fmla="*/ 1615008 w 2590800"/>
              <a:gd name="connsiteY5" fmla="*/ 1463688 h 1951584"/>
              <a:gd name="connsiteX6" fmla="*/ 0 w 2590800"/>
              <a:gd name="connsiteY6" fmla="*/ 1463688 h 1951584"/>
              <a:gd name="connsiteX7" fmla="*/ 0 w 2590800"/>
              <a:gd name="connsiteY7" fmla="*/ 487896 h 1951584"/>
              <a:gd name="connsiteX0" fmla="*/ 1615008 w 2590800"/>
              <a:gd name="connsiteY0" fmla="*/ 1463688 h 2043024"/>
              <a:gd name="connsiteX1" fmla="*/ 0 w 2590800"/>
              <a:gd name="connsiteY1" fmla="*/ 1463688 h 2043024"/>
              <a:gd name="connsiteX2" fmla="*/ 0 w 2590800"/>
              <a:gd name="connsiteY2" fmla="*/ 487896 h 2043024"/>
              <a:gd name="connsiteX3" fmla="*/ 1615008 w 2590800"/>
              <a:gd name="connsiteY3" fmla="*/ 487896 h 2043024"/>
              <a:gd name="connsiteX4" fmla="*/ 1615008 w 2590800"/>
              <a:gd name="connsiteY4" fmla="*/ 0 h 2043024"/>
              <a:gd name="connsiteX5" fmla="*/ 2590800 w 2590800"/>
              <a:gd name="connsiteY5" fmla="*/ 975792 h 2043024"/>
              <a:gd name="connsiteX6" fmla="*/ 1706448 w 2590800"/>
              <a:gd name="connsiteY6" fmla="*/ 2043024 h 2043024"/>
              <a:gd name="connsiteX0" fmla="*/ 1615008 w 2590800"/>
              <a:gd name="connsiteY0" fmla="*/ 1463688 h 1463688"/>
              <a:gd name="connsiteX1" fmla="*/ 0 w 2590800"/>
              <a:gd name="connsiteY1" fmla="*/ 1463688 h 1463688"/>
              <a:gd name="connsiteX2" fmla="*/ 0 w 2590800"/>
              <a:gd name="connsiteY2" fmla="*/ 487896 h 1463688"/>
              <a:gd name="connsiteX3" fmla="*/ 1615008 w 2590800"/>
              <a:gd name="connsiteY3" fmla="*/ 487896 h 1463688"/>
              <a:gd name="connsiteX4" fmla="*/ 1615008 w 2590800"/>
              <a:gd name="connsiteY4" fmla="*/ 0 h 1463688"/>
              <a:gd name="connsiteX5" fmla="*/ 2590800 w 2590800"/>
              <a:gd name="connsiteY5" fmla="*/ 975792 h 1463688"/>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13942 h 1463688"/>
              <a:gd name="connsiteX0" fmla="*/ 1615008 w 3048000"/>
              <a:gd name="connsiteY0" fmla="*/ 1463688 h 1471092"/>
              <a:gd name="connsiteX1" fmla="*/ 0 w 3048000"/>
              <a:gd name="connsiteY1" fmla="*/ 1463688 h 1471092"/>
              <a:gd name="connsiteX2" fmla="*/ 0 w 3048000"/>
              <a:gd name="connsiteY2" fmla="*/ 487896 h 1471092"/>
              <a:gd name="connsiteX3" fmla="*/ 1615008 w 3048000"/>
              <a:gd name="connsiteY3" fmla="*/ 487896 h 1471092"/>
              <a:gd name="connsiteX4" fmla="*/ 1615008 w 3048000"/>
              <a:gd name="connsiteY4" fmla="*/ 0 h 1471092"/>
              <a:gd name="connsiteX5" fmla="*/ 3048000 w 3048000"/>
              <a:gd name="connsiteY5" fmla="*/ 1471092 h 1471092"/>
              <a:gd name="connsiteX0" fmla="*/ 1615008 w 3048000"/>
              <a:gd name="connsiteY0" fmla="*/ 1463688 h 1463688"/>
              <a:gd name="connsiteX1" fmla="*/ 0 w 3048000"/>
              <a:gd name="connsiteY1" fmla="*/ 1463688 h 1463688"/>
              <a:gd name="connsiteX2" fmla="*/ 0 w 3048000"/>
              <a:gd name="connsiteY2" fmla="*/ 487896 h 1463688"/>
              <a:gd name="connsiteX3" fmla="*/ 1615008 w 3048000"/>
              <a:gd name="connsiteY3" fmla="*/ 487896 h 1463688"/>
              <a:gd name="connsiteX4" fmla="*/ 1615008 w 3048000"/>
              <a:gd name="connsiteY4" fmla="*/ 0 h 1463688"/>
              <a:gd name="connsiteX5" fmla="*/ 3048000 w 3048000"/>
              <a:gd name="connsiteY5" fmla="*/ 1452042 h 146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0" h="1463688">
                <a:moveTo>
                  <a:pt x="1615008" y="1463688"/>
                </a:moveTo>
                <a:lnTo>
                  <a:pt x="0" y="1463688"/>
                </a:lnTo>
                <a:lnTo>
                  <a:pt x="0" y="487896"/>
                </a:lnTo>
                <a:lnTo>
                  <a:pt x="1615008" y="487896"/>
                </a:lnTo>
                <a:lnTo>
                  <a:pt x="1615008" y="0"/>
                </a:lnTo>
                <a:lnTo>
                  <a:pt x="3048000" y="1452042"/>
                </a:lnTo>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 name="Freeform 10"/>
          <p:cNvSpPr/>
          <p:nvPr/>
        </p:nvSpPr>
        <p:spPr bwMode="auto">
          <a:xfrm>
            <a:off x="609600" y="1377464"/>
            <a:ext cx="2110003" cy="1490339"/>
          </a:xfrm>
          <a:custGeom>
            <a:avLst/>
            <a:gdLst>
              <a:gd name="connsiteX0" fmla="*/ 0 w 1918641"/>
              <a:gd name="connsiteY0" fmla="*/ 457200 h 1828800"/>
              <a:gd name="connsiteX1" fmla="*/ 1004241 w 1918641"/>
              <a:gd name="connsiteY1" fmla="*/ 457200 h 1828800"/>
              <a:gd name="connsiteX2" fmla="*/ 1004241 w 1918641"/>
              <a:gd name="connsiteY2" fmla="*/ 0 h 1828800"/>
              <a:gd name="connsiteX3" fmla="*/ 1918641 w 1918641"/>
              <a:gd name="connsiteY3" fmla="*/ 914400 h 1828800"/>
              <a:gd name="connsiteX4" fmla="*/ 1004241 w 1918641"/>
              <a:gd name="connsiteY4" fmla="*/ 1828800 h 1828800"/>
              <a:gd name="connsiteX5" fmla="*/ 1004241 w 1918641"/>
              <a:gd name="connsiteY5" fmla="*/ 1371600 h 1828800"/>
              <a:gd name="connsiteX6" fmla="*/ 0 w 1918641"/>
              <a:gd name="connsiteY6" fmla="*/ 1371600 h 1828800"/>
              <a:gd name="connsiteX7" fmla="*/ 0 w 1918641"/>
              <a:gd name="connsiteY7" fmla="*/ 45720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8641" h="1828800">
                <a:moveTo>
                  <a:pt x="0" y="457200"/>
                </a:moveTo>
                <a:lnTo>
                  <a:pt x="1004241" y="457200"/>
                </a:lnTo>
                <a:lnTo>
                  <a:pt x="1004241" y="0"/>
                </a:lnTo>
                <a:lnTo>
                  <a:pt x="1918641" y="914400"/>
                </a:lnTo>
                <a:lnTo>
                  <a:pt x="1004241" y="1828800"/>
                </a:lnTo>
                <a:lnTo>
                  <a:pt x="1004241" y="1371600"/>
                </a:lnTo>
                <a:lnTo>
                  <a:pt x="0" y="1371600"/>
                </a:lnTo>
                <a:lnTo>
                  <a:pt x="0" y="457200"/>
                </a:ln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2" name="Freeform 245"/>
          <p:cNvSpPr>
            <a:spLocks/>
          </p:cNvSpPr>
          <p:nvPr/>
        </p:nvSpPr>
        <p:spPr bwMode="auto">
          <a:xfrm>
            <a:off x="1175157" y="1882778"/>
            <a:ext cx="472668" cy="472668"/>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52"/>
          <p:cNvSpPr>
            <a:spLocks noEditPoints="1"/>
          </p:cNvSpPr>
          <p:nvPr/>
        </p:nvSpPr>
        <p:spPr bwMode="auto">
          <a:xfrm>
            <a:off x="3780719" y="2295272"/>
            <a:ext cx="334082" cy="35942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78"/>
          <p:cNvSpPr>
            <a:spLocks noEditPoints="1"/>
          </p:cNvSpPr>
          <p:nvPr/>
        </p:nvSpPr>
        <p:spPr bwMode="auto">
          <a:xfrm>
            <a:off x="3765743" y="1660723"/>
            <a:ext cx="364032" cy="27417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2"/>
          <p:cNvSpPr>
            <a:spLocks noEditPoints="1"/>
          </p:cNvSpPr>
          <p:nvPr/>
        </p:nvSpPr>
        <p:spPr bwMode="auto">
          <a:xfrm>
            <a:off x="6406206" y="1327457"/>
            <a:ext cx="756594" cy="658802"/>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35"/>
          <p:cNvSpPr>
            <a:spLocks noEditPoints="1"/>
          </p:cNvSpPr>
          <p:nvPr/>
        </p:nvSpPr>
        <p:spPr bwMode="auto">
          <a:xfrm>
            <a:off x="6423447" y="2302782"/>
            <a:ext cx="642856" cy="602168"/>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Text Placeholder 3"/>
          <p:cNvSpPr txBox="1">
            <a:spLocks/>
          </p:cNvSpPr>
          <p:nvPr/>
        </p:nvSpPr>
        <p:spPr>
          <a:xfrm>
            <a:off x="2514600" y="2380337"/>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Title Goes Here</a:t>
            </a:r>
          </a:p>
        </p:txBody>
      </p:sp>
      <p:sp>
        <p:nvSpPr>
          <p:cNvPr id="28" name="Text Placeholder 3"/>
          <p:cNvSpPr txBox="1">
            <a:spLocks/>
          </p:cNvSpPr>
          <p:nvPr/>
        </p:nvSpPr>
        <p:spPr>
          <a:xfrm>
            <a:off x="2514600" y="1691759"/>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Title Goes Here</a:t>
            </a:r>
          </a:p>
        </p:txBody>
      </p:sp>
      <p:sp>
        <p:nvSpPr>
          <p:cNvPr id="29" name="Text Placeholder 3"/>
          <p:cNvSpPr txBox="1">
            <a:spLocks/>
          </p:cNvSpPr>
          <p:nvPr/>
        </p:nvSpPr>
        <p:spPr>
          <a:xfrm>
            <a:off x="4853802" y="2499245"/>
            <a:ext cx="1415452" cy="246221"/>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b="1" i="0" u="none" strike="noStrike" kern="1200" cap="none" spc="0" normalizeH="0" baseline="0" noProof="0" dirty="0">
                <a:ln>
                  <a:noFill/>
                </a:ln>
                <a:solidFill>
                  <a:schemeClr val="bg1"/>
                </a:solidFill>
                <a:effectLst/>
                <a:uLnTx/>
                <a:uFillTx/>
                <a:latin typeface="+mj-lt"/>
                <a:ea typeface="+mn-ea"/>
                <a:cs typeface="+mn-cs"/>
              </a:rPr>
              <a:t>Title Goes Here</a:t>
            </a:r>
          </a:p>
        </p:txBody>
      </p:sp>
      <p:sp>
        <p:nvSpPr>
          <p:cNvPr id="30" name="Text Placeholder 3"/>
          <p:cNvSpPr txBox="1">
            <a:spLocks/>
          </p:cNvSpPr>
          <p:nvPr/>
        </p:nvSpPr>
        <p:spPr>
          <a:xfrm>
            <a:off x="4853802" y="1577194"/>
            <a:ext cx="1415452" cy="246221"/>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b="1" i="0" u="none" strike="noStrike" kern="1200" cap="none" spc="0" normalizeH="0" baseline="0" noProof="0" dirty="0">
                <a:ln>
                  <a:noFill/>
                </a:ln>
                <a:solidFill>
                  <a:schemeClr val="bg1"/>
                </a:solidFill>
                <a:effectLst/>
                <a:uLnTx/>
                <a:uFillTx/>
                <a:latin typeface="+mj-lt"/>
                <a:ea typeface="+mn-ea"/>
                <a:cs typeface="+mn-cs"/>
              </a:rPr>
              <a:t>Title Goes Here</a:t>
            </a:r>
          </a:p>
        </p:txBody>
      </p:sp>
      <p:grpSp>
        <p:nvGrpSpPr>
          <p:cNvPr id="3" name="Group 32"/>
          <p:cNvGrpSpPr/>
          <p:nvPr/>
        </p:nvGrpSpPr>
        <p:grpSpPr>
          <a:xfrm>
            <a:off x="741363" y="3546245"/>
            <a:ext cx="2189066" cy="835255"/>
            <a:chOff x="741363" y="1319784"/>
            <a:chExt cx="2189066" cy="835255"/>
          </a:xfrm>
        </p:grpSpPr>
        <p:sp>
          <p:nvSpPr>
            <p:cNvPr id="32" name="Text Placeholder 3"/>
            <p:cNvSpPr txBox="1">
              <a:spLocks/>
            </p:cNvSpPr>
            <p:nvPr/>
          </p:nvSpPr>
          <p:spPr>
            <a:xfrm>
              <a:off x="741363" y="1319784"/>
              <a:ext cx="82875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33"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40" name="Straight Connector 39"/>
          <p:cNvCxnSpPr/>
          <p:nvPr/>
        </p:nvCxnSpPr>
        <p:spPr>
          <a:xfrm>
            <a:off x="3131825" y="3530857"/>
            <a:ext cx="0" cy="850643"/>
          </a:xfrm>
          <a:prstGeom prst="line">
            <a:avLst/>
          </a:prstGeom>
          <a:ln w="1270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 name="Group 33"/>
          <p:cNvGrpSpPr/>
          <p:nvPr/>
        </p:nvGrpSpPr>
        <p:grpSpPr>
          <a:xfrm>
            <a:off x="3391285" y="3561634"/>
            <a:ext cx="2189066" cy="819866"/>
            <a:chOff x="741363" y="1335173"/>
            <a:chExt cx="2189066" cy="819866"/>
          </a:xfrm>
        </p:grpSpPr>
        <p:sp>
          <p:nvSpPr>
            <p:cNvPr id="42" name="Text Placeholder 3"/>
            <p:cNvSpPr txBox="1">
              <a:spLocks/>
            </p:cNvSpPr>
            <p:nvPr/>
          </p:nvSpPr>
          <p:spPr>
            <a:xfrm>
              <a:off x="741363" y="1335173"/>
              <a:ext cx="107721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NUMBER TWO</a:t>
              </a:r>
            </a:p>
          </p:txBody>
        </p:sp>
        <p:sp>
          <p:nvSpPr>
            <p:cNvPr id="43"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cxnSp>
        <p:nvCxnSpPr>
          <p:cNvPr id="44" name="Straight Connector 43"/>
          <p:cNvCxnSpPr/>
          <p:nvPr/>
        </p:nvCxnSpPr>
        <p:spPr>
          <a:xfrm>
            <a:off x="5839354" y="3530857"/>
            <a:ext cx="0" cy="850643"/>
          </a:xfrm>
          <a:prstGeom prst="line">
            <a:avLst/>
          </a:prstGeom>
          <a:ln w="1270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6" name="Group 37"/>
          <p:cNvGrpSpPr/>
          <p:nvPr/>
        </p:nvGrpSpPr>
        <p:grpSpPr>
          <a:xfrm>
            <a:off x="6172703" y="3561634"/>
            <a:ext cx="2189066" cy="819866"/>
            <a:chOff x="741363" y="1335173"/>
            <a:chExt cx="2189066" cy="819866"/>
          </a:xfrm>
        </p:grpSpPr>
        <p:sp>
          <p:nvSpPr>
            <p:cNvPr id="46" name="Text Placeholder 3"/>
            <p:cNvSpPr txBox="1">
              <a:spLocks/>
            </p:cNvSpPr>
            <p:nvPr/>
          </p:nvSpPr>
          <p:spPr>
            <a:xfrm>
              <a:off x="741363" y="1335173"/>
              <a:ext cx="123751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47"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p:cTn id="11" dur="500" fill="hold"/>
                                        <p:tgtEl>
                                          <p:spTgt spid="22"/>
                                        </p:tgtEl>
                                        <p:attrNameLst>
                                          <p:attrName>ppt_w</p:attrName>
                                        </p:attrNameLst>
                                      </p:cBhvr>
                                      <p:tavLst>
                                        <p:tav tm="0">
                                          <p:val>
                                            <p:fltVal val="0"/>
                                          </p:val>
                                        </p:tav>
                                        <p:tav tm="100000">
                                          <p:val>
                                            <p:strVal val="#ppt_w"/>
                                          </p:val>
                                        </p:tav>
                                      </p:tavLst>
                                    </p:anim>
                                    <p:anim calcmode="lin" valueType="num">
                                      <p:cBhvr>
                                        <p:cTn id="12" dur="500" fill="hold"/>
                                        <p:tgtEl>
                                          <p:spTgt spid="22"/>
                                        </p:tgtEl>
                                        <p:attrNameLst>
                                          <p:attrName>ppt_h</p:attrName>
                                        </p:attrNameLst>
                                      </p:cBhvr>
                                      <p:tavLst>
                                        <p:tav tm="0">
                                          <p:val>
                                            <p:fltVal val="0"/>
                                          </p:val>
                                        </p:tav>
                                        <p:tav tm="100000">
                                          <p:val>
                                            <p:strVal val="#ppt_h"/>
                                          </p:val>
                                        </p:tav>
                                      </p:tavLst>
                                    </p:anim>
                                    <p:animEffect transition="in" filter="fade">
                                      <p:cBhvr>
                                        <p:cTn id="13" dur="500"/>
                                        <p:tgtEl>
                                          <p:spTgt spid="2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24"/>
                                        </p:tgtEl>
                                        <p:attrNameLst>
                                          <p:attrName>style.visibility</p:attrName>
                                        </p:attrNameLst>
                                      </p:cBhvr>
                                      <p:to>
                                        <p:strVal val="visible"/>
                                      </p:to>
                                    </p:set>
                                    <p:anim calcmode="lin" valueType="num">
                                      <p:cBhvr>
                                        <p:cTn id="21" dur="500" fill="hold"/>
                                        <p:tgtEl>
                                          <p:spTgt spid="24"/>
                                        </p:tgtEl>
                                        <p:attrNameLst>
                                          <p:attrName>ppt_w</p:attrName>
                                        </p:attrNameLst>
                                      </p:cBhvr>
                                      <p:tavLst>
                                        <p:tav tm="0">
                                          <p:val>
                                            <p:fltVal val="0"/>
                                          </p:val>
                                        </p:tav>
                                        <p:tav tm="100000">
                                          <p:val>
                                            <p:strVal val="#ppt_w"/>
                                          </p:val>
                                        </p:tav>
                                      </p:tavLst>
                                    </p:anim>
                                    <p:anim calcmode="lin" valueType="num">
                                      <p:cBhvr>
                                        <p:cTn id="22" dur="500" fill="hold"/>
                                        <p:tgtEl>
                                          <p:spTgt spid="24"/>
                                        </p:tgtEl>
                                        <p:attrNameLst>
                                          <p:attrName>ppt_h</p:attrName>
                                        </p:attrNameLst>
                                      </p:cBhvr>
                                      <p:tavLst>
                                        <p:tav tm="0">
                                          <p:val>
                                            <p:fltVal val="0"/>
                                          </p:val>
                                        </p:tav>
                                        <p:tav tm="100000">
                                          <p:val>
                                            <p:strVal val="#ppt_h"/>
                                          </p:val>
                                        </p:tav>
                                      </p:tavLst>
                                    </p:anim>
                                    <p:animEffect transition="in" filter="fade">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wipe(left)">
                                      <p:cBhvr>
                                        <p:cTn id="27" dur="500"/>
                                        <p:tgtEl>
                                          <p:spTgt spid="28"/>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left)">
                                      <p:cBhvr>
                                        <p:cTn id="31" dur="500"/>
                                        <p:tgtEl>
                                          <p:spTgt spid="14"/>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p:cTn id="35" dur="500" fill="hold"/>
                                        <p:tgtEl>
                                          <p:spTgt spid="23"/>
                                        </p:tgtEl>
                                        <p:attrNameLst>
                                          <p:attrName>ppt_w</p:attrName>
                                        </p:attrNameLst>
                                      </p:cBhvr>
                                      <p:tavLst>
                                        <p:tav tm="0">
                                          <p:val>
                                            <p:fltVal val="0"/>
                                          </p:val>
                                        </p:tav>
                                        <p:tav tm="100000">
                                          <p:val>
                                            <p:strVal val="#ppt_w"/>
                                          </p:val>
                                        </p:tav>
                                      </p:tavLst>
                                    </p:anim>
                                    <p:anim calcmode="lin" valueType="num">
                                      <p:cBhvr>
                                        <p:cTn id="36" dur="500" fill="hold"/>
                                        <p:tgtEl>
                                          <p:spTgt spid="23"/>
                                        </p:tgtEl>
                                        <p:attrNameLst>
                                          <p:attrName>ppt_h</p:attrName>
                                        </p:attrNameLst>
                                      </p:cBhvr>
                                      <p:tavLst>
                                        <p:tav tm="0">
                                          <p:val>
                                            <p:fltVal val="0"/>
                                          </p:val>
                                        </p:tav>
                                        <p:tav tm="100000">
                                          <p:val>
                                            <p:strVal val="#ppt_h"/>
                                          </p:val>
                                        </p:tav>
                                      </p:tavLst>
                                    </p:anim>
                                    <p:animEffect transition="in" filter="fade">
                                      <p:cBhvr>
                                        <p:cTn id="37" dur="500"/>
                                        <p:tgtEl>
                                          <p:spTgt spid="23"/>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wipe(left)">
                                      <p:cBhvr>
                                        <p:cTn id="41" dur="500"/>
                                        <p:tgtEl>
                                          <p:spTgt spid="27"/>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wipe(left)">
                                      <p:cBhvr>
                                        <p:cTn id="45" dur="500"/>
                                        <p:tgtEl>
                                          <p:spTgt spid="19"/>
                                        </p:tgtEl>
                                      </p:cBhvr>
                                    </p:animEffect>
                                  </p:childTnLst>
                                </p:cTn>
                              </p:par>
                            </p:childTnLst>
                          </p:cTn>
                        </p:par>
                        <p:par>
                          <p:cTn id="46" fill="hold">
                            <p:stCondLst>
                              <p:cond delay="4500"/>
                            </p:stCondLst>
                            <p:childTnLst>
                              <p:par>
                                <p:cTn id="47" presetID="53" presetClass="entr" presetSubtype="0" fill="hold" grpId="0" nodeType="after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ppt_w</p:attrName>
                                        </p:attrNameLst>
                                      </p:cBhvr>
                                      <p:tavLst>
                                        <p:tav tm="0">
                                          <p:val>
                                            <p:fltVal val="0"/>
                                          </p:val>
                                        </p:tav>
                                        <p:tav tm="100000">
                                          <p:val>
                                            <p:strVal val="#ppt_w"/>
                                          </p:val>
                                        </p:tav>
                                      </p:tavLst>
                                    </p:anim>
                                    <p:anim calcmode="lin" valueType="num">
                                      <p:cBhvr>
                                        <p:cTn id="50" dur="500" fill="hold"/>
                                        <p:tgtEl>
                                          <p:spTgt spid="25"/>
                                        </p:tgtEl>
                                        <p:attrNameLst>
                                          <p:attrName>ppt_h</p:attrName>
                                        </p:attrNameLst>
                                      </p:cBhvr>
                                      <p:tavLst>
                                        <p:tav tm="0">
                                          <p:val>
                                            <p:fltVal val="0"/>
                                          </p:val>
                                        </p:tav>
                                        <p:tav tm="100000">
                                          <p:val>
                                            <p:strVal val="#ppt_h"/>
                                          </p:val>
                                        </p:tav>
                                      </p:tavLst>
                                    </p:anim>
                                    <p:animEffect transition="in" filter="fade">
                                      <p:cBhvr>
                                        <p:cTn id="51" dur="500"/>
                                        <p:tgtEl>
                                          <p:spTgt spid="25"/>
                                        </p:tgtEl>
                                      </p:cBhvr>
                                    </p:animEffect>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wipe(left)">
                                      <p:cBhvr>
                                        <p:cTn id="55" dur="500"/>
                                        <p:tgtEl>
                                          <p:spTgt spid="30"/>
                                        </p:tgtEl>
                                      </p:cBhvr>
                                    </p:animEffect>
                                  </p:childTnLst>
                                </p:cTn>
                              </p:par>
                            </p:childTnLst>
                          </p:cTn>
                        </p:par>
                        <p:par>
                          <p:cTn id="56" fill="hold">
                            <p:stCondLst>
                              <p:cond delay="5500"/>
                            </p:stCondLst>
                            <p:childTnLst>
                              <p:par>
                                <p:cTn id="57" presetID="22" presetClass="entr" presetSubtype="8" fill="hold" grpId="0" nodeType="after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wipe(left)">
                                      <p:cBhvr>
                                        <p:cTn id="59" dur="500"/>
                                        <p:tgtEl>
                                          <p:spTgt spid="18"/>
                                        </p:tgtEl>
                                      </p:cBhvr>
                                    </p:animEffect>
                                  </p:childTnLst>
                                </p:cTn>
                              </p:par>
                            </p:childTnLst>
                          </p:cTn>
                        </p:par>
                        <p:par>
                          <p:cTn id="60" fill="hold">
                            <p:stCondLst>
                              <p:cond delay="6000"/>
                            </p:stCondLst>
                            <p:childTnLst>
                              <p:par>
                                <p:cTn id="61" presetID="53" presetClass="entr" presetSubtype="0" fill="hold" grpId="0" nodeType="after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p:cTn id="63" dur="500" fill="hold"/>
                                        <p:tgtEl>
                                          <p:spTgt spid="26"/>
                                        </p:tgtEl>
                                        <p:attrNameLst>
                                          <p:attrName>ppt_w</p:attrName>
                                        </p:attrNameLst>
                                      </p:cBhvr>
                                      <p:tavLst>
                                        <p:tav tm="0">
                                          <p:val>
                                            <p:fltVal val="0"/>
                                          </p:val>
                                        </p:tav>
                                        <p:tav tm="100000">
                                          <p:val>
                                            <p:strVal val="#ppt_w"/>
                                          </p:val>
                                        </p:tav>
                                      </p:tavLst>
                                    </p:anim>
                                    <p:anim calcmode="lin" valueType="num">
                                      <p:cBhvr>
                                        <p:cTn id="64" dur="500" fill="hold"/>
                                        <p:tgtEl>
                                          <p:spTgt spid="26"/>
                                        </p:tgtEl>
                                        <p:attrNameLst>
                                          <p:attrName>ppt_h</p:attrName>
                                        </p:attrNameLst>
                                      </p:cBhvr>
                                      <p:tavLst>
                                        <p:tav tm="0">
                                          <p:val>
                                            <p:fltVal val="0"/>
                                          </p:val>
                                        </p:tav>
                                        <p:tav tm="100000">
                                          <p:val>
                                            <p:strVal val="#ppt_h"/>
                                          </p:val>
                                        </p:tav>
                                      </p:tavLst>
                                    </p:anim>
                                    <p:animEffect transition="in" filter="fade">
                                      <p:cBhvr>
                                        <p:cTn id="65" dur="500"/>
                                        <p:tgtEl>
                                          <p:spTgt spid="26"/>
                                        </p:tgtEl>
                                      </p:cBhvr>
                                    </p:animEffect>
                                  </p:childTnLst>
                                </p:cTn>
                              </p:par>
                            </p:childTnLst>
                          </p:cTn>
                        </p:par>
                        <p:par>
                          <p:cTn id="66" fill="hold">
                            <p:stCondLst>
                              <p:cond delay="6500"/>
                            </p:stCondLst>
                            <p:childTnLst>
                              <p:par>
                                <p:cTn id="67" presetID="22" presetClass="entr" presetSubtype="8" fill="hold" grpId="0" nodeType="after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wipe(left)">
                                      <p:cBhvr>
                                        <p:cTn id="69" dur="500"/>
                                        <p:tgtEl>
                                          <p:spTgt spid="29"/>
                                        </p:tgtEl>
                                      </p:cBhvr>
                                    </p:animEffect>
                                  </p:childTnLst>
                                </p:cTn>
                              </p:par>
                            </p:childTnLst>
                          </p:cTn>
                        </p:par>
                        <p:par>
                          <p:cTn id="70" fill="hold">
                            <p:stCondLst>
                              <p:cond delay="7000"/>
                            </p:stCondLst>
                            <p:childTnLst>
                              <p:par>
                                <p:cTn id="71" presetID="12" presetClass="entr" presetSubtype="4" fill="hold" nodeType="afterEffect">
                                  <p:stCondLst>
                                    <p:cond delay="0"/>
                                  </p:stCondLst>
                                  <p:childTnLst>
                                    <p:set>
                                      <p:cBhvr>
                                        <p:cTn id="72" dur="1" fill="hold">
                                          <p:stCondLst>
                                            <p:cond delay="0"/>
                                          </p:stCondLst>
                                        </p:cTn>
                                        <p:tgtEl>
                                          <p:spTgt spid="3"/>
                                        </p:tgtEl>
                                        <p:attrNameLst>
                                          <p:attrName>style.visibility</p:attrName>
                                        </p:attrNameLst>
                                      </p:cBhvr>
                                      <p:to>
                                        <p:strVal val="visible"/>
                                      </p:to>
                                    </p:set>
                                    <p:animEffect transition="in" filter="slide(fromBottom)">
                                      <p:cBhvr>
                                        <p:cTn id="73" dur="500"/>
                                        <p:tgtEl>
                                          <p:spTgt spid="3"/>
                                        </p:tgtEl>
                                      </p:cBhvr>
                                    </p:animEffect>
                                  </p:childTnLst>
                                </p:cTn>
                              </p:par>
                            </p:childTnLst>
                          </p:cTn>
                        </p:par>
                        <p:par>
                          <p:cTn id="74" fill="hold">
                            <p:stCondLst>
                              <p:cond delay="7500"/>
                            </p:stCondLst>
                            <p:childTnLst>
                              <p:par>
                                <p:cTn id="75" presetID="18" presetClass="entr" presetSubtype="12" fill="hold" nodeType="afterEffect">
                                  <p:stCondLst>
                                    <p:cond delay="0"/>
                                  </p:stCondLst>
                                  <p:childTnLst>
                                    <p:set>
                                      <p:cBhvr>
                                        <p:cTn id="76" dur="1" fill="hold">
                                          <p:stCondLst>
                                            <p:cond delay="0"/>
                                          </p:stCondLst>
                                        </p:cTn>
                                        <p:tgtEl>
                                          <p:spTgt spid="40"/>
                                        </p:tgtEl>
                                        <p:attrNameLst>
                                          <p:attrName>style.visibility</p:attrName>
                                        </p:attrNameLst>
                                      </p:cBhvr>
                                      <p:to>
                                        <p:strVal val="visible"/>
                                      </p:to>
                                    </p:set>
                                    <p:animEffect transition="in" filter="strips(downLeft)">
                                      <p:cBhvr>
                                        <p:cTn id="77" dur="500"/>
                                        <p:tgtEl>
                                          <p:spTgt spid="40"/>
                                        </p:tgtEl>
                                      </p:cBhvr>
                                    </p:animEffect>
                                  </p:childTnLst>
                                </p:cTn>
                              </p:par>
                            </p:childTnLst>
                          </p:cTn>
                        </p:par>
                        <p:par>
                          <p:cTn id="78" fill="hold">
                            <p:stCondLst>
                              <p:cond delay="8000"/>
                            </p:stCondLst>
                            <p:childTnLst>
                              <p:par>
                                <p:cTn id="79" presetID="12" presetClass="entr" presetSubtype="4" fill="hold" nodeType="afterEffect">
                                  <p:stCondLst>
                                    <p:cond delay="0"/>
                                  </p:stCondLst>
                                  <p:childTnLst>
                                    <p:set>
                                      <p:cBhvr>
                                        <p:cTn id="80" dur="1" fill="hold">
                                          <p:stCondLst>
                                            <p:cond delay="0"/>
                                          </p:stCondLst>
                                        </p:cTn>
                                        <p:tgtEl>
                                          <p:spTgt spid="5"/>
                                        </p:tgtEl>
                                        <p:attrNameLst>
                                          <p:attrName>style.visibility</p:attrName>
                                        </p:attrNameLst>
                                      </p:cBhvr>
                                      <p:to>
                                        <p:strVal val="visible"/>
                                      </p:to>
                                    </p:set>
                                    <p:animEffect transition="in" filter="slide(fromBottom)">
                                      <p:cBhvr>
                                        <p:cTn id="81" dur="500"/>
                                        <p:tgtEl>
                                          <p:spTgt spid="5"/>
                                        </p:tgtEl>
                                      </p:cBhvr>
                                    </p:animEffect>
                                  </p:childTnLst>
                                </p:cTn>
                              </p:par>
                            </p:childTnLst>
                          </p:cTn>
                        </p:par>
                        <p:par>
                          <p:cTn id="82" fill="hold">
                            <p:stCondLst>
                              <p:cond delay="8500"/>
                            </p:stCondLst>
                            <p:childTnLst>
                              <p:par>
                                <p:cTn id="83" presetID="18" presetClass="entr" presetSubtype="12" fill="hold" nodeType="afterEffect">
                                  <p:stCondLst>
                                    <p:cond delay="0"/>
                                  </p:stCondLst>
                                  <p:childTnLst>
                                    <p:set>
                                      <p:cBhvr>
                                        <p:cTn id="84" dur="1" fill="hold">
                                          <p:stCondLst>
                                            <p:cond delay="0"/>
                                          </p:stCondLst>
                                        </p:cTn>
                                        <p:tgtEl>
                                          <p:spTgt spid="44"/>
                                        </p:tgtEl>
                                        <p:attrNameLst>
                                          <p:attrName>style.visibility</p:attrName>
                                        </p:attrNameLst>
                                      </p:cBhvr>
                                      <p:to>
                                        <p:strVal val="visible"/>
                                      </p:to>
                                    </p:set>
                                    <p:animEffect transition="in" filter="strips(downLeft)">
                                      <p:cBhvr>
                                        <p:cTn id="85" dur="500"/>
                                        <p:tgtEl>
                                          <p:spTgt spid="44"/>
                                        </p:tgtEl>
                                      </p:cBhvr>
                                    </p:animEffect>
                                  </p:childTnLst>
                                </p:cTn>
                              </p:par>
                            </p:childTnLst>
                          </p:cTn>
                        </p:par>
                        <p:par>
                          <p:cTn id="86" fill="hold">
                            <p:stCondLst>
                              <p:cond delay="9000"/>
                            </p:stCondLst>
                            <p:childTnLst>
                              <p:par>
                                <p:cTn id="87" presetID="12" presetClass="entr" presetSubtype="4" fill="hold" nodeType="after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slide(fromBottom)">
                                      <p:cBhvr>
                                        <p:cTn id="8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14" grpId="0" animBg="1"/>
      <p:bldP spid="12" grpId="0" animBg="1"/>
      <p:bldP spid="11" grpId="0" animBg="1"/>
      <p:bldP spid="22" grpId="0" animBg="1"/>
      <p:bldP spid="23" grpId="0" animBg="1"/>
      <p:bldP spid="24" grpId="0" animBg="1"/>
      <p:bldP spid="25" grpId="0" animBg="1"/>
      <p:bldP spid="26" grpId="0" animBg="1"/>
      <p:bldP spid="27" grpId="0"/>
      <p:bldP spid="28" grpId="0"/>
      <p:bldP spid="29" grpId="0"/>
      <p:bldP spid="30"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Cube 25"/>
          <p:cNvSpPr/>
          <p:nvPr/>
        </p:nvSpPr>
        <p:spPr bwMode="auto">
          <a:xfrm rot="1562140">
            <a:off x="1240609" y="1419022"/>
            <a:ext cx="609600" cy="1905000"/>
          </a:xfrm>
          <a:prstGeom prst="cube">
            <a:avLst/>
          </a:prstGeom>
          <a:solidFill>
            <a:schemeClr val="accent1"/>
          </a:solidFill>
          <a:ln w="9525">
            <a:noFill/>
            <a:round/>
            <a:headEnd/>
            <a:tailEnd/>
          </a:ln>
          <a:effectLst>
            <a:outerShdw blurRad="76200" dir="18900000" sy="23000" kx="-1200000" algn="bl" rotWithShape="0">
              <a:prstClr val="black">
                <a:alpha val="20000"/>
              </a:prstClr>
            </a:outerShdw>
          </a:effectLst>
        </p:spPr>
        <p:txBody>
          <a:bodyPr vert="vert270" wrap="square" lIns="91440" tIns="45720" rIns="91440" bIns="45720" numCol="1" rtlCol="0" anchor="t" anchorCtr="0" compatLnSpc="1">
            <a:prstTxWarp prst="textNoShape">
              <a:avLst/>
            </a:prstTxWarp>
          </a:bodyPr>
          <a:lstStyle/>
          <a:p>
            <a:pPr algn="ctr"/>
            <a:r>
              <a:rPr lang="en-US" sz="1800" dirty="0">
                <a:solidFill>
                  <a:schemeClr val="bg1"/>
                </a:solidFill>
              </a:rPr>
              <a:t>Cause</a:t>
            </a:r>
          </a:p>
        </p:txBody>
      </p:sp>
      <p:sp>
        <p:nvSpPr>
          <p:cNvPr id="2" name="Title 1"/>
          <p:cNvSpPr>
            <a:spLocks noGrp="1"/>
          </p:cNvSpPr>
          <p:nvPr>
            <p:ph type="title"/>
          </p:nvPr>
        </p:nvSpPr>
        <p:spPr/>
        <p:txBody>
          <a:bodyPr/>
          <a:lstStyle/>
          <a:p>
            <a:r>
              <a:rPr lang="en-US"/>
              <a:t>Cause and Effect </a:t>
            </a:r>
            <a:endParaRPr lang="en-US" dirty="0"/>
          </a:p>
        </p:txBody>
      </p:sp>
      <p:sp>
        <p:nvSpPr>
          <p:cNvPr id="4" name="Text Placeholder 3"/>
          <p:cNvSpPr>
            <a:spLocks noGrp="1"/>
          </p:cNvSpPr>
          <p:nvPr>
            <p:ph type="body" sz="half" idx="2"/>
          </p:nvPr>
        </p:nvSpPr>
        <p:spPr/>
        <p:txBody>
          <a:bodyPr/>
          <a:lstStyle/>
          <a:p>
            <a:r>
              <a:rPr lang="en-US"/>
              <a:t>Cause and Effect </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143</a:t>
            </a:fld>
            <a:endParaRPr lang="en-US" dirty="0"/>
          </a:p>
        </p:txBody>
      </p:sp>
      <p:sp>
        <p:nvSpPr>
          <p:cNvPr id="31" name="Cube 30"/>
          <p:cNvSpPr/>
          <p:nvPr/>
        </p:nvSpPr>
        <p:spPr bwMode="auto">
          <a:xfrm>
            <a:off x="2249706" y="1419022"/>
            <a:ext cx="609600" cy="1905000"/>
          </a:xfrm>
          <a:prstGeom prst="cube">
            <a:avLst/>
          </a:prstGeom>
          <a:solidFill>
            <a:schemeClr val="accent2"/>
          </a:solidFill>
          <a:ln w="9525">
            <a:noFill/>
            <a:round/>
            <a:headEnd/>
            <a:tailEnd/>
          </a:ln>
          <a:effectLst>
            <a:outerShdw blurRad="76200" dir="18900000" sy="23000" kx="-1200000" algn="bl" rotWithShape="0">
              <a:prstClr val="black">
                <a:alpha val="20000"/>
              </a:prstClr>
            </a:outerShdw>
          </a:effectLst>
        </p:spPr>
        <p:txBody>
          <a:bodyPr vert="vert270" wrap="square" lIns="91440" tIns="45720" rIns="91440" bIns="45720" numCol="1" rtlCol="0" anchor="t" anchorCtr="0" compatLnSpc="1">
            <a:prstTxWarp prst="textNoShape">
              <a:avLst/>
            </a:prstTxWarp>
          </a:bodyPr>
          <a:lstStyle/>
          <a:p>
            <a:pPr algn="ctr"/>
            <a:r>
              <a:rPr lang="en-US" sz="1800" dirty="0">
                <a:solidFill>
                  <a:schemeClr val="bg1"/>
                </a:solidFill>
              </a:rPr>
              <a:t>Effect 01</a:t>
            </a:r>
          </a:p>
        </p:txBody>
      </p:sp>
      <p:sp>
        <p:nvSpPr>
          <p:cNvPr id="22" name="Cube 21"/>
          <p:cNvSpPr/>
          <p:nvPr/>
        </p:nvSpPr>
        <p:spPr bwMode="auto">
          <a:xfrm>
            <a:off x="3579713" y="1419022"/>
            <a:ext cx="609600" cy="1905000"/>
          </a:xfrm>
          <a:prstGeom prst="cube">
            <a:avLst/>
          </a:prstGeom>
          <a:solidFill>
            <a:schemeClr val="accent3"/>
          </a:solidFill>
          <a:ln w="9525">
            <a:noFill/>
            <a:round/>
            <a:headEnd/>
            <a:tailEnd/>
          </a:ln>
          <a:effectLst>
            <a:outerShdw blurRad="76200" dir="18900000" sy="23000" kx="-1200000" algn="bl" rotWithShape="0">
              <a:prstClr val="black">
                <a:alpha val="20000"/>
              </a:prstClr>
            </a:outerShdw>
          </a:effectLst>
        </p:spPr>
        <p:txBody>
          <a:bodyPr vert="vert270" wrap="square" lIns="91440" tIns="45720" rIns="91440" bIns="45720" numCol="1" rtlCol="0" anchor="t" anchorCtr="0" compatLnSpc="1">
            <a:prstTxWarp prst="textNoShape">
              <a:avLst/>
            </a:prstTxWarp>
          </a:bodyPr>
          <a:lstStyle/>
          <a:p>
            <a:pPr algn="ctr"/>
            <a:r>
              <a:rPr lang="en-US" sz="1800" dirty="0">
                <a:solidFill>
                  <a:schemeClr val="bg1"/>
                </a:solidFill>
              </a:rPr>
              <a:t>Effect 02</a:t>
            </a:r>
          </a:p>
        </p:txBody>
      </p:sp>
      <p:sp>
        <p:nvSpPr>
          <p:cNvPr id="23" name="Cube 22"/>
          <p:cNvSpPr/>
          <p:nvPr/>
        </p:nvSpPr>
        <p:spPr bwMode="auto">
          <a:xfrm>
            <a:off x="4909720" y="1419022"/>
            <a:ext cx="609600" cy="1905000"/>
          </a:xfrm>
          <a:prstGeom prst="cube">
            <a:avLst/>
          </a:prstGeom>
          <a:solidFill>
            <a:schemeClr val="accent4"/>
          </a:solidFill>
          <a:ln w="9525">
            <a:noFill/>
            <a:round/>
            <a:headEnd/>
            <a:tailEnd/>
          </a:ln>
          <a:effectLst>
            <a:outerShdw blurRad="76200" dir="18900000" sy="23000" kx="-1200000" algn="bl" rotWithShape="0">
              <a:prstClr val="black">
                <a:alpha val="20000"/>
              </a:prstClr>
            </a:outerShdw>
          </a:effectLst>
        </p:spPr>
        <p:txBody>
          <a:bodyPr vert="vert270" wrap="square" lIns="91440" tIns="45720" rIns="91440" bIns="45720" numCol="1" rtlCol="0" anchor="t" anchorCtr="0" compatLnSpc="1">
            <a:prstTxWarp prst="textNoShape">
              <a:avLst/>
            </a:prstTxWarp>
          </a:bodyPr>
          <a:lstStyle/>
          <a:p>
            <a:pPr algn="ctr"/>
            <a:r>
              <a:rPr lang="en-US" sz="1800" dirty="0">
                <a:solidFill>
                  <a:schemeClr val="bg1"/>
                </a:solidFill>
              </a:rPr>
              <a:t>Effect 03</a:t>
            </a:r>
          </a:p>
        </p:txBody>
      </p:sp>
      <p:sp>
        <p:nvSpPr>
          <p:cNvPr id="24" name="Cube 23"/>
          <p:cNvSpPr/>
          <p:nvPr/>
        </p:nvSpPr>
        <p:spPr bwMode="auto">
          <a:xfrm>
            <a:off x="6239727" y="1419022"/>
            <a:ext cx="609600" cy="1905000"/>
          </a:xfrm>
          <a:prstGeom prst="cube">
            <a:avLst/>
          </a:prstGeom>
          <a:solidFill>
            <a:schemeClr val="accent5"/>
          </a:solidFill>
          <a:ln w="9525">
            <a:noFill/>
            <a:round/>
            <a:headEnd/>
            <a:tailEnd/>
          </a:ln>
          <a:effectLst>
            <a:outerShdw blurRad="76200" dir="18900000" sy="23000" kx="-1200000" algn="bl" rotWithShape="0">
              <a:prstClr val="black">
                <a:alpha val="20000"/>
              </a:prstClr>
            </a:outerShdw>
          </a:effectLst>
        </p:spPr>
        <p:txBody>
          <a:bodyPr vert="vert270" wrap="square" lIns="91440" tIns="45720" rIns="91440" bIns="45720" numCol="1" rtlCol="0" anchor="t" anchorCtr="0" compatLnSpc="1">
            <a:prstTxWarp prst="textNoShape">
              <a:avLst/>
            </a:prstTxWarp>
          </a:bodyPr>
          <a:lstStyle/>
          <a:p>
            <a:pPr algn="ctr"/>
            <a:r>
              <a:rPr lang="en-US" sz="1800" dirty="0">
                <a:solidFill>
                  <a:schemeClr val="bg1"/>
                </a:solidFill>
              </a:rPr>
              <a:t>Effect 04</a:t>
            </a:r>
          </a:p>
        </p:txBody>
      </p:sp>
      <p:sp>
        <p:nvSpPr>
          <p:cNvPr id="25" name="Cube 24"/>
          <p:cNvSpPr/>
          <p:nvPr/>
        </p:nvSpPr>
        <p:spPr bwMode="auto">
          <a:xfrm>
            <a:off x="7569736" y="1419022"/>
            <a:ext cx="609600" cy="1905000"/>
          </a:xfrm>
          <a:prstGeom prst="cube">
            <a:avLst/>
          </a:prstGeom>
          <a:solidFill>
            <a:schemeClr val="accent6"/>
          </a:solidFill>
          <a:ln w="9525">
            <a:noFill/>
            <a:round/>
            <a:headEnd/>
            <a:tailEnd/>
          </a:ln>
          <a:effectLst>
            <a:outerShdw blurRad="76200" dir="18900000" sy="23000" kx="-1200000" algn="bl" rotWithShape="0">
              <a:prstClr val="black">
                <a:alpha val="20000"/>
              </a:prstClr>
            </a:outerShdw>
          </a:effectLst>
        </p:spPr>
        <p:txBody>
          <a:bodyPr vert="vert270" wrap="square" lIns="91440" tIns="45720" rIns="91440" bIns="45720" numCol="1" rtlCol="0" anchor="t" anchorCtr="0" compatLnSpc="1">
            <a:prstTxWarp prst="textNoShape">
              <a:avLst/>
            </a:prstTxWarp>
          </a:bodyPr>
          <a:lstStyle/>
          <a:p>
            <a:pPr algn="ctr"/>
            <a:r>
              <a:rPr lang="en-US" sz="1800" dirty="0">
                <a:solidFill>
                  <a:schemeClr val="bg1"/>
                </a:solidFill>
              </a:rPr>
              <a:t>Effect 05</a:t>
            </a:r>
          </a:p>
        </p:txBody>
      </p:sp>
      <p:grpSp>
        <p:nvGrpSpPr>
          <p:cNvPr id="3" name="Group 25"/>
          <p:cNvGrpSpPr/>
          <p:nvPr/>
        </p:nvGrpSpPr>
        <p:grpSpPr>
          <a:xfrm>
            <a:off x="790462" y="3674214"/>
            <a:ext cx="1479103" cy="709660"/>
            <a:chOff x="764014" y="1586047"/>
            <a:chExt cx="1544637" cy="709660"/>
          </a:xfrm>
        </p:grpSpPr>
        <p:sp>
          <p:nvSpPr>
            <p:cNvPr id="28"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29"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5" name="Group 25"/>
          <p:cNvGrpSpPr/>
          <p:nvPr/>
        </p:nvGrpSpPr>
        <p:grpSpPr>
          <a:xfrm>
            <a:off x="2318571" y="3674214"/>
            <a:ext cx="1479103" cy="709660"/>
            <a:chOff x="764014" y="1586047"/>
            <a:chExt cx="1544637" cy="709660"/>
          </a:xfrm>
        </p:grpSpPr>
        <p:sp>
          <p:nvSpPr>
            <p:cNvPr id="39"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4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6" name="Group 25"/>
          <p:cNvGrpSpPr/>
          <p:nvPr/>
        </p:nvGrpSpPr>
        <p:grpSpPr>
          <a:xfrm>
            <a:off x="3846680" y="3674214"/>
            <a:ext cx="1479103" cy="709660"/>
            <a:chOff x="764014" y="1586047"/>
            <a:chExt cx="1544637" cy="709660"/>
          </a:xfrm>
        </p:grpSpPr>
        <p:sp>
          <p:nvSpPr>
            <p:cNvPr id="48"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49"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7" name="Group 25"/>
          <p:cNvGrpSpPr/>
          <p:nvPr/>
        </p:nvGrpSpPr>
        <p:grpSpPr>
          <a:xfrm>
            <a:off x="5374789" y="3674214"/>
            <a:ext cx="1479103" cy="709660"/>
            <a:chOff x="764014" y="1586047"/>
            <a:chExt cx="1544637" cy="709660"/>
          </a:xfrm>
        </p:grpSpPr>
        <p:sp>
          <p:nvSpPr>
            <p:cNvPr id="51"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52"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8" name="Group 25"/>
          <p:cNvGrpSpPr/>
          <p:nvPr/>
        </p:nvGrpSpPr>
        <p:grpSpPr>
          <a:xfrm>
            <a:off x="6902897" y="3674214"/>
            <a:ext cx="1479103" cy="709660"/>
            <a:chOff x="764014" y="1586047"/>
            <a:chExt cx="1544637" cy="709660"/>
          </a:xfrm>
        </p:grpSpPr>
        <p:sp>
          <p:nvSpPr>
            <p:cNvPr id="54"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5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additive="base">
                                        <p:cTn id="12" dur="500" fill="hold"/>
                                        <p:tgtEl>
                                          <p:spTgt spid="31"/>
                                        </p:tgtEl>
                                        <p:attrNameLst>
                                          <p:attrName>ppt_x</p:attrName>
                                        </p:attrNameLst>
                                      </p:cBhvr>
                                      <p:tavLst>
                                        <p:tav tm="0">
                                          <p:val>
                                            <p:strVal val="#ppt_x"/>
                                          </p:val>
                                        </p:tav>
                                        <p:tav tm="100000">
                                          <p:val>
                                            <p:strVal val="#ppt_x"/>
                                          </p:val>
                                        </p:tav>
                                      </p:tavLst>
                                    </p:anim>
                                    <p:anim calcmode="lin" valueType="num">
                                      <p:cBhvr additive="base">
                                        <p:cTn id="13" dur="500" fill="hold"/>
                                        <p:tgtEl>
                                          <p:spTgt spid="31"/>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fill="hold"/>
                                        <p:tgtEl>
                                          <p:spTgt spid="22"/>
                                        </p:tgtEl>
                                        <p:attrNameLst>
                                          <p:attrName>ppt_x</p:attrName>
                                        </p:attrNameLst>
                                      </p:cBhvr>
                                      <p:tavLst>
                                        <p:tav tm="0">
                                          <p:val>
                                            <p:strVal val="#ppt_x"/>
                                          </p:val>
                                        </p:tav>
                                        <p:tav tm="100000">
                                          <p:val>
                                            <p:strVal val="#ppt_x"/>
                                          </p:val>
                                        </p:tav>
                                      </p:tavLst>
                                    </p:anim>
                                    <p:anim calcmode="lin" valueType="num">
                                      <p:cBhvr additive="base">
                                        <p:cTn id="18" dur="500" fill="hold"/>
                                        <p:tgtEl>
                                          <p:spTgt spid="22"/>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additive="base">
                                        <p:cTn id="22" dur="500" fill="hold"/>
                                        <p:tgtEl>
                                          <p:spTgt spid="23"/>
                                        </p:tgtEl>
                                        <p:attrNameLst>
                                          <p:attrName>ppt_x</p:attrName>
                                        </p:attrNameLst>
                                      </p:cBhvr>
                                      <p:tavLst>
                                        <p:tav tm="0">
                                          <p:val>
                                            <p:strVal val="#ppt_x"/>
                                          </p:val>
                                        </p:tav>
                                        <p:tav tm="100000">
                                          <p:val>
                                            <p:strVal val="#ppt_x"/>
                                          </p:val>
                                        </p:tav>
                                      </p:tavLst>
                                    </p:anim>
                                    <p:anim calcmode="lin" valueType="num">
                                      <p:cBhvr additive="base">
                                        <p:cTn id="23" dur="500" fill="hold"/>
                                        <p:tgtEl>
                                          <p:spTgt spid="2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accel="50000" decel="50000"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500" fill="hold"/>
                                        <p:tgtEl>
                                          <p:spTgt spid="24"/>
                                        </p:tgtEl>
                                        <p:attrNameLst>
                                          <p:attrName>ppt_x</p:attrName>
                                        </p:attrNameLst>
                                      </p:cBhvr>
                                      <p:tavLst>
                                        <p:tav tm="0">
                                          <p:val>
                                            <p:strVal val="#ppt_x"/>
                                          </p:val>
                                        </p:tav>
                                        <p:tav tm="100000">
                                          <p:val>
                                            <p:strVal val="#ppt_x"/>
                                          </p:val>
                                        </p:tav>
                                      </p:tavLst>
                                    </p:anim>
                                    <p:anim calcmode="lin" valueType="num">
                                      <p:cBhvr additive="base">
                                        <p:cTn id="28" dur="500" fill="hold"/>
                                        <p:tgtEl>
                                          <p:spTgt spid="24"/>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accel="50000" decel="50000"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 calcmode="lin" valueType="num">
                                      <p:cBhvr additive="base">
                                        <p:cTn id="32" dur="500" fill="hold"/>
                                        <p:tgtEl>
                                          <p:spTgt spid="25"/>
                                        </p:tgtEl>
                                        <p:attrNameLst>
                                          <p:attrName>ppt_x</p:attrName>
                                        </p:attrNameLst>
                                      </p:cBhvr>
                                      <p:tavLst>
                                        <p:tav tm="0">
                                          <p:val>
                                            <p:strVal val="#ppt_x"/>
                                          </p:val>
                                        </p:tav>
                                        <p:tav tm="100000">
                                          <p:val>
                                            <p:strVal val="#ppt_x"/>
                                          </p:val>
                                        </p:tav>
                                      </p:tavLst>
                                    </p:anim>
                                    <p:anim calcmode="lin" valueType="num">
                                      <p:cBhvr additive="base">
                                        <p:cTn id="33" dur="500" fill="hold"/>
                                        <p:tgtEl>
                                          <p:spTgt spid="25"/>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accel="50000" decel="50000"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500" fill="hold"/>
                                        <p:tgtEl>
                                          <p:spTgt spid="3"/>
                                        </p:tgtEl>
                                        <p:attrNameLst>
                                          <p:attrName>ppt_x</p:attrName>
                                        </p:attrNameLst>
                                      </p:cBhvr>
                                      <p:tavLst>
                                        <p:tav tm="0">
                                          <p:val>
                                            <p:strVal val="#ppt_x"/>
                                          </p:val>
                                        </p:tav>
                                        <p:tav tm="100000">
                                          <p:val>
                                            <p:strVal val="#ppt_x"/>
                                          </p:val>
                                        </p:tav>
                                      </p:tavLst>
                                    </p:anim>
                                    <p:anim calcmode="lin" valueType="num">
                                      <p:cBhvr additive="base">
                                        <p:cTn id="38" dur="50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accel="50000" decel="50000"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500" fill="hold"/>
                                        <p:tgtEl>
                                          <p:spTgt spid="5"/>
                                        </p:tgtEl>
                                        <p:attrNameLst>
                                          <p:attrName>ppt_x</p:attrName>
                                        </p:attrNameLst>
                                      </p:cBhvr>
                                      <p:tavLst>
                                        <p:tav tm="0">
                                          <p:val>
                                            <p:strVal val="#ppt_x"/>
                                          </p:val>
                                        </p:tav>
                                        <p:tav tm="100000">
                                          <p:val>
                                            <p:strVal val="#ppt_x"/>
                                          </p:val>
                                        </p:tav>
                                      </p:tavLst>
                                    </p:anim>
                                    <p:anim calcmode="lin" valueType="num">
                                      <p:cBhvr additive="base">
                                        <p:cTn id="43" dur="500" fill="hold"/>
                                        <p:tgtEl>
                                          <p:spTgt spid="5"/>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 presetClass="entr" presetSubtype="4" accel="50000" decel="50000" fill="hold" nodeType="after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500" fill="hold"/>
                                        <p:tgtEl>
                                          <p:spTgt spid="6"/>
                                        </p:tgtEl>
                                        <p:attrNameLst>
                                          <p:attrName>ppt_x</p:attrName>
                                        </p:attrNameLst>
                                      </p:cBhvr>
                                      <p:tavLst>
                                        <p:tav tm="0">
                                          <p:val>
                                            <p:strVal val="#ppt_x"/>
                                          </p:val>
                                        </p:tav>
                                        <p:tav tm="100000">
                                          <p:val>
                                            <p:strVal val="#ppt_x"/>
                                          </p:val>
                                        </p:tav>
                                      </p:tavLst>
                                    </p:anim>
                                    <p:anim calcmode="lin" valueType="num">
                                      <p:cBhvr additive="base">
                                        <p:cTn id="48" dur="500" fill="hold"/>
                                        <p:tgtEl>
                                          <p:spTgt spid="6"/>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 presetClass="entr" presetSubtype="4" accel="50000" decel="50000" fill="hold" nodeType="after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500" fill="hold"/>
                                        <p:tgtEl>
                                          <p:spTgt spid="7"/>
                                        </p:tgtEl>
                                        <p:attrNameLst>
                                          <p:attrName>ppt_x</p:attrName>
                                        </p:attrNameLst>
                                      </p:cBhvr>
                                      <p:tavLst>
                                        <p:tav tm="0">
                                          <p:val>
                                            <p:strVal val="#ppt_x"/>
                                          </p:val>
                                        </p:tav>
                                        <p:tav tm="100000">
                                          <p:val>
                                            <p:strVal val="#ppt_x"/>
                                          </p:val>
                                        </p:tav>
                                      </p:tavLst>
                                    </p:anim>
                                    <p:anim calcmode="lin" valueType="num">
                                      <p:cBhvr additive="base">
                                        <p:cTn id="53" dur="500" fill="hold"/>
                                        <p:tgtEl>
                                          <p:spTgt spid="7"/>
                                        </p:tgtEl>
                                        <p:attrNameLst>
                                          <p:attrName>ppt_y</p:attrName>
                                        </p:attrNameLst>
                                      </p:cBhvr>
                                      <p:tavLst>
                                        <p:tav tm="0">
                                          <p:val>
                                            <p:strVal val="1+#ppt_h/2"/>
                                          </p:val>
                                        </p:tav>
                                        <p:tav tm="100000">
                                          <p:val>
                                            <p:strVal val="#ppt_y"/>
                                          </p:val>
                                        </p:tav>
                                      </p:tavLst>
                                    </p:anim>
                                  </p:childTnLst>
                                </p:cTn>
                              </p:par>
                            </p:childTnLst>
                          </p:cTn>
                        </p:par>
                        <p:par>
                          <p:cTn id="54" fill="hold">
                            <p:stCondLst>
                              <p:cond delay="5000"/>
                            </p:stCondLst>
                            <p:childTnLst>
                              <p:par>
                                <p:cTn id="55" presetID="2" presetClass="entr" presetSubtype="4" accel="50000" decel="50000" fill="hold" nodeType="after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additive="base">
                                        <p:cTn id="57" dur="500" fill="hold"/>
                                        <p:tgtEl>
                                          <p:spTgt spid="8"/>
                                        </p:tgtEl>
                                        <p:attrNameLst>
                                          <p:attrName>ppt_x</p:attrName>
                                        </p:attrNameLst>
                                      </p:cBhvr>
                                      <p:tavLst>
                                        <p:tav tm="0">
                                          <p:val>
                                            <p:strVal val="#ppt_x"/>
                                          </p:val>
                                        </p:tav>
                                        <p:tav tm="100000">
                                          <p:val>
                                            <p:strVal val="#ppt_x"/>
                                          </p:val>
                                        </p:tav>
                                      </p:tavLst>
                                    </p:anim>
                                    <p:anim calcmode="lin" valueType="num">
                                      <p:cBhvr additive="base">
                                        <p:cTn id="5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1" grpId="0" animBg="1"/>
      <p:bldP spid="22" grpId="0" animBg="1"/>
      <p:bldP spid="23" grpId="0" animBg="1"/>
      <p:bldP spid="24" grpId="0" animBg="1"/>
      <p:bldP spid="25"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Cause and Effect </a:t>
            </a:r>
            <a:endParaRPr lang="en-US" dirty="0"/>
          </a:p>
        </p:txBody>
      </p:sp>
      <p:sp>
        <p:nvSpPr>
          <p:cNvPr id="4" name="Text Placeholder 3"/>
          <p:cNvSpPr>
            <a:spLocks noGrp="1"/>
          </p:cNvSpPr>
          <p:nvPr>
            <p:ph type="body" sz="half" idx="2"/>
          </p:nvPr>
        </p:nvSpPr>
        <p:spPr/>
        <p:txBody>
          <a:bodyPr/>
          <a:lstStyle/>
          <a:p>
            <a:r>
              <a:rPr lang="en-US"/>
              <a:t>Cause and Effect </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144</a:t>
            </a:fld>
            <a:endParaRPr lang="en-US" dirty="0"/>
          </a:p>
        </p:txBody>
      </p:sp>
      <p:sp>
        <p:nvSpPr>
          <p:cNvPr id="64" name="Rounded Rectangle 63"/>
          <p:cNvSpPr/>
          <p:nvPr/>
        </p:nvSpPr>
        <p:spPr bwMode="auto">
          <a:xfrm>
            <a:off x="1638300" y="989638"/>
            <a:ext cx="6400800" cy="152400"/>
          </a:xfrm>
          <a:prstGeom prst="roundRect">
            <a:avLst/>
          </a:prstGeom>
          <a:solidFill>
            <a:schemeClr val="tx1">
              <a:lumMod val="50000"/>
              <a:lumOff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6" name="Oval 65"/>
          <p:cNvSpPr/>
          <p:nvPr/>
        </p:nvSpPr>
        <p:spPr bwMode="auto">
          <a:xfrm rot="1342142">
            <a:off x="2099942" y="933737"/>
            <a:ext cx="266700" cy="26670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7" name="Oval 66"/>
          <p:cNvSpPr/>
          <p:nvPr/>
        </p:nvSpPr>
        <p:spPr bwMode="auto">
          <a:xfrm>
            <a:off x="3314700" y="932488"/>
            <a:ext cx="266700" cy="26670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8" name="Oval 67"/>
          <p:cNvSpPr/>
          <p:nvPr/>
        </p:nvSpPr>
        <p:spPr bwMode="auto">
          <a:xfrm>
            <a:off x="4705350" y="932488"/>
            <a:ext cx="266700" cy="26670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9" name="Oval 68"/>
          <p:cNvSpPr/>
          <p:nvPr/>
        </p:nvSpPr>
        <p:spPr bwMode="auto">
          <a:xfrm>
            <a:off x="6096000" y="932488"/>
            <a:ext cx="266700" cy="266700"/>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0" name="Oval 69"/>
          <p:cNvSpPr/>
          <p:nvPr/>
        </p:nvSpPr>
        <p:spPr bwMode="auto">
          <a:xfrm>
            <a:off x="7486650" y="932488"/>
            <a:ext cx="266700" cy="266700"/>
          </a:xfrm>
          <a:prstGeom prst="ellipse">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3" name="Group 25"/>
          <p:cNvGrpSpPr/>
          <p:nvPr/>
        </p:nvGrpSpPr>
        <p:grpSpPr>
          <a:xfrm>
            <a:off x="790462" y="3937578"/>
            <a:ext cx="1479103" cy="709660"/>
            <a:chOff x="764014" y="1586047"/>
            <a:chExt cx="1544637" cy="709660"/>
          </a:xfrm>
        </p:grpSpPr>
        <p:sp>
          <p:nvSpPr>
            <p:cNvPr id="77"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7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5" name="Group 25"/>
          <p:cNvGrpSpPr/>
          <p:nvPr/>
        </p:nvGrpSpPr>
        <p:grpSpPr>
          <a:xfrm>
            <a:off x="2318571" y="3937578"/>
            <a:ext cx="1479103" cy="709660"/>
            <a:chOff x="764014" y="1586047"/>
            <a:chExt cx="1544637" cy="709660"/>
          </a:xfrm>
        </p:grpSpPr>
        <p:sp>
          <p:nvSpPr>
            <p:cNvPr id="80"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8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6" name="Group 25"/>
          <p:cNvGrpSpPr/>
          <p:nvPr/>
        </p:nvGrpSpPr>
        <p:grpSpPr>
          <a:xfrm>
            <a:off x="3846680" y="3937578"/>
            <a:ext cx="1479103" cy="709660"/>
            <a:chOff x="764014" y="1586047"/>
            <a:chExt cx="1544637" cy="709660"/>
          </a:xfrm>
        </p:grpSpPr>
        <p:sp>
          <p:nvSpPr>
            <p:cNvPr id="83"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84"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7" name="Group 25"/>
          <p:cNvGrpSpPr/>
          <p:nvPr/>
        </p:nvGrpSpPr>
        <p:grpSpPr>
          <a:xfrm>
            <a:off x="5374789" y="3937578"/>
            <a:ext cx="1479103" cy="709660"/>
            <a:chOff x="764014" y="1586047"/>
            <a:chExt cx="1544637" cy="709660"/>
          </a:xfrm>
        </p:grpSpPr>
        <p:sp>
          <p:nvSpPr>
            <p:cNvPr id="86"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87"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8" name="Group 25"/>
          <p:cNvGrpSpPr/>
          <p:nvPr/>
        </p:nvGrpSpPr>
        <p:grpSpPr>
          <a:xfrm>
            <a:off x="6902897" y="3937578"/>
            <a:ext cx="1479103" cy="709660"/>
            <a:chOff x="764014" y="1586047"/>
            <a:chExt cx="1544637" cy="709660"/>
          </a:xfrm>
        </p:grpSpPr>
        <p:sp>
          <p:nvSpPr>
            <p:cNvPr id="89"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90"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9" name="Group 100"/>
          <p:cNvGrpSpPr/>
          <p:nvPr/>
        </p:nvGrpSpPr>
        <p:grpSpPr>
          <a:xfrm>
            <a:off x="1168687" y="1039385"/>
            <a:ext cx="1066800" cy="2667000"/>
            <a:chOff x="1168687" y="1039385"/>
            <a:chExt cx="1066800" cy="2667000"/>
          </a:xfrm>
        </p:grpSpPr>
        <p:grpSp>
          <p:nvGrpSpPr>
            <p:cNvPr id="10" name="Group 62"/>
            <p:cNvGrpSpPr/>
            <p:nvPr/>
          </p:nvGrpSpPr>
          <p:grpSpPr>
            <a:xfrm rot="1342142">
              <a:off x="1168687" y="1039385"/>
              <a:ext cx="1066800" cy="2667000"/>
              <a:chOff x="1447800" y="1352550"/>
              <a:chExt cx="1066800" cy="2667000"/>
            </a:xfrm>
          </p:grpSpPr>
          <p:sp>
            <p:nvSpPr>
              <p:cNvPr id="27" name="Oval 26"/>
              <p:cNvSpPr/>
              <p:nvPr/>
            </p:nvSpPr>
            <p:spPr bwMode="auto">
              <a:xfrm>
                <a:off x="1447800" y="2952750"/>
                <a:ext cx="1066800" cy="1066800"/>
              </a:xfrm>
              <a:prstGeom prst="ellipse">
                <a:avLst/>
              </a:prstGeom>
              <a:gradFill flip="none" rotWithShape="1">
                <a:gsLst>
                  <a:gs pos="100000">
                    <a:schemeClr val="accent1"/>
                  </a:gs>
                  <a:gs pos="54000">
                    <a:schemeClr val="accent1">
                      <a:lumMod val="75000"/>
                    </a:schemeClr>
                  </a:gs>
                </a:gsLst>
                <a:path path="circle">
                  <a:fillToRect l="100000" t="100000"/>
                </a:path>
                <a:tileRect r="-100000" b="-10000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0" name="Rectangle 29"/>
              <p:cNvSpPr/>
              <p:nvPr/>
            </p:nvSpPr>
            <p:spPr bwMode="auto">
              <a:xfrm>
                <a:off x="1958341" y="1352550"/>
                <a:ext cx="45719" cy="16002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91" name="Freeform 69"/>
            <p:cNvSpPr>
              <a:spLocks/>
            </p:cNvSpPr>
            <p:nvPr/>
          </p:nvSpPr>
          <p:spPr bwMode="auto">
            <a:xfrm rot="1165685">
              <a:off x="1232313" y="2849793"/>
              <a:ext cx="298402" cy="560513"/>
            </a:xfrm>
            <a:custGeom>
              <a:avLst/>
              <a:gdLst/>
              <a:ahLst/>
              <a:cxnLst>
                <a:cxn ang="0">
                  <a:pos x="21" y="57"/>
                </a:cxn>
                <a:cxn ang="0">
                  <a:pos x="21" y="63"/>
                </a:cxn>
                <a:cxn ang="0">
                  <a:pos x="20" y="64"/>
                </a:cxn>
                <a:cxn ang="0">
                  <a:pos x="15" y="64"/>
                </a:cxn>
                <a:cxn ang="0">
                  <a:pos x="14" y="63"/>
                </a:cxn>
                <a:cxn ang="0">
                  <a:pos x="14" y="57"/>
                </a:cxn>
                <a:cxn ang="0">
                  <a:pos x="1" y="50"/>
                </a:cxn>
                <a:cxn ang="0">
                  <a:pos x="1" y="49"/>
                </a:cxn>
                <a:cxn ang="0">
                  <a:pos x="4" y="44"/>
                </a:cxn>
                <a:cxn ang="0">
                  <a:pos x="5" y="43"/>
                </a:cxn>
                <a:cxn ang="0">
                  <a:pos x="6" y="44"/>
                </a:cxn>
                <a:cxn ang="0">
                  <a:pos x="17" y="49"/>
                </a:cxn>
                <a:cxn ang="0">
                  <a:pos x="25" y="43"/>
                </a:cxn>
                <a:cxn ang="0">
                  <a:pos x="16" y="36"/>
                </a:cxn>
                <a:cxn ang="0">
                  <a:pos x="1" y="21"/>
                </a:cxn>
                <a:cxn ang="0">
                  <a:pos x="14" y="8"/>
                </a:cxn>
                <a:cxn ang="0">
                  <a:pos x="14" y="1"/>
                </a:cxn>
                <a:cxn ang="0">
                  <a:pos x="15" y="0"/>
                </a:cxn>
                <a:cxn ang="0">
                  <a:pos x="20" y="0"/>
                </a:cxn>
                <a:cxn ang="0">
                  <a:pos x="21" y="1"/>
                </a:cxn>
                <a:cxn ang="0">
                  <a:pos x="21" y="7"/>
                </a:cxn>
                <a:cxn ang="0">
                  <a:pos x="32" y="12"/>
                </a:cxn>
                <a:cxn ang="0">
                  <a:pos x="32" y="14"/>
                </a:cxn>
                <a:cxn ang="0">
                  <a:pos x="29" y="19"/>
                </a:cxn>
                <a:cxn ang="0">
                  <a:pos x="29" y="19"/>
                </a:cxn>
                <a:cxn ang="0">
                  <a:pos x="28" y="19"/>
                </a:cxn>
                <a:cxn ang="0">
                  <a:pos x="18" y="15"/>
                </a:cxn>
                <a:cxn ang="0">
                  <a:pos x="10" y="21"/>
                </a:cxn>
                <a:cxn ang="0">
                  <a:pos x="20" y="28"/>
                </a:cxn>
                <a:cxn ang="0">
                  <a:pos x="34" y="42"/>
                </a:cxn>
                <a:cxn ang="0">
                  <a:pos x="21" y="57"/>
                </a:cxn>
              </a:cxnLst>
              <a:rect l="0" t="0" r="r" b="b"/>
              <a:pathLst>
                <a:path w="34" h="64">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99"/>
          <p:cNvGrpSpPr/>
          <p:nvPr/>
        </p:nvGrpSpPr>
        <p:grpSpPr>
          <a:xfrm>
            <a:off x="2914650" y="1142038"/>
            <a:ext cx="1066800" cy="2667000"/>
            <a:chOff x="2914650" y="1142038"/>
            <a:chExt cx="1066800" cy="2667000"/>
          </a:xfrm>
        </p:grpSpPr>
        <p:grpSp>
          <p:nvGrpSpPr>
            <p:cNvPr id="12" name="Group 58"/>
            <p:cNvGrpSpPr/>
            <p:nvPr/>
          </p:nvGrpSpPr>
          <p:grpSpPr>
            <a:xfrm>
              <a:off x="2914650" y="1142038"/>
              <a:ext cx="1066800" cy="2667000"/>
              <a:chOff x="2838450" y="1352550"/>
              <a:chExt cx="1066800" cy="2667000"/>
            </a:xfrm>
          </p:grpSpPr>
          <p:sp>
            <p:nvSpPr>
              <p:cNvPr id="38" name="Oval 37"/>
              <p:cNvSpPr/>
              <p:nvPr/>
            </p:nvSpPr>
            <p:spPr bwMode="auto">
              <a:xfrm>
                <a:off x="2838450" y="2952750"/>
                <a:ext cx="1066800" cy="1066800"/>
              </a:xfrm>
              <a:prstGeom prst="ellipse">
                <a:avLst/>
              </a:prstGeom>
              <a:gradFill flip="none" rotWithShape="1">
                <a:gsLst>
                  <a:gs pos="100000">
                    <a:schemeClr val="accent2"/>
                  </a:gs>
                  <a:gs pos="54000">
                    <a:schemeClr val="accent2">
                      <a:lumMod val="75000"/>
                    </a:schemeClr>
                  </a:gs>
                </a:gsLst>
                <a:path path="circle">
                  <a:fillToRect l="100000" t="100000"/>
                </a:path>
                <a:tileRect r="-100000" b="-10000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0" name="Rectangle 39"/>
              <p:cNvSpPr/>
              <p:nvPr/>
            </p:nvSpPr>
            <p:spPr bwMode="auto">
              <a:xfrm>
                <a:off x="3348991" y="1352550"/>
                <a:ext cx="45719" cy="16002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92" name="Freeform 23"/>
            <p:cNvSpPr>
              <a:spLocks noEditPoints="1"/>
            </p:cNvSpPr>
            <p:nvPr/>
          </p:nvSpPr>
          <p:spPr bwMode="auto">
            <a:xfrm>
              <a:off x="3249164" y="3076135"/>
              <a:ext cx="352053" cy="332893"/>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98"/>
          <p:cNvGrpSpPr/>
          <p:nvPr/>
        </p:nvGrpSpPr>
        <p:grpSpPr>
          <a:xfrm>
            <a:off x="4305300" y="1131029"/>
            <a:ext cx="1066800" cy="2667000"/>
            <a:chOff x="4305300" y="1131029"/>
            <a:chExt cx="1066800" cy="2667000"/>
          </a:xfrm>
        </p:grpSpPr>
        <p:grpSp>
          <p:nvGrpSpPr>
            <p:cNvPr id="14" name="Group 59"/>
            <p:cNvGrpSpPr/>
            <p:nvPr/>
          </p:nvGrpSpPr>
          <p:grpSpPr>
            <a:xfrm>
              <a:off x="4305300" y="1131029"/>
              <a:ext cx="1066800" cy="2667000"/>
              <a:chOff x="4229100" y="1352550"/>
              <a:chExt cx="1066800" cy="2667000"/>
            </a:xfrm>
          </p:grpSpPr>
          <p:sp>
            <p:nvSpPr>
              <p:cNvPr id="43" name="Oval 42"/>
              <p:cNvSpPr/>
              <p:nvPr/>
            </p:nvSpPr>
            <p:spPr bwMode="auto">
              <a:xfrm>
                <a:off x="4229100" y="2952750"/>
                <a:ext cx="1066800" cy="1066800"/>
              </a:xfrm>
              <a:prstGeom prst="ellipse">
                <a:avLst/>
              </a:prstGeom>
              <a:gradFill flip="none" rotWithShape="1">
                <a:gsLst>
                  <a:gs pos="100000">
                    <a:schemeClr val="accent3"/>
                  </a:gs>
                  <a:gs pos="54000">
                    <a:schemeClr val="accent3">
                      <a:lumMod val="75000"/>
                    </a:schemeClr>
                  </a:gs>
                </a:gsLst>
                <a:path path="circle">
                  <a:fillToRect l="100000" t="100000"/>
                </a:path>
                <a:tileRect r="-100000" b="-10000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4" name="Rectangle 43"/>
              <p:cNvSpPr/>
              <p:nvPr/>
            </p:nvSpPr>
            <p:spPr bwMode="auto">
              <a:xfrm>
                <a:off x="4739641" y="1352550"/>
                <a:ext cx="45719" cy="16002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94" name="Freeform 66"/>
            <p:cNvSpPr>
              <a:spLocks noEditPoints="1"/>
            </p:cNvSpPr>
            <p:nvPr/>
          </p:nvSpPr>
          <p:spPr bwMode="auto">
            <a:xfrm>
              <a:off x="4655555" y="3065126"/>
              <a:ext cx="323168" cy="377485"/>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96"/>
          <p:cNvGrpSpPr/>
          <p:nvPr/>
        </p:nvGrpSpPr>
        <p:grpSpPr>
          <a:xfrm>
            <a:off x="7086600" y="1142038"/>
            <a:ext cx="1066800" cy="2667000"/>
            <a:chOff x="7086600" y="1142038"/>
            <a:chExt cx="1066800" cy="2667000"/>
          </a:xfrm>
        </p:grpSpPr>
        <p:grpSp>
          <p:nvGrpSpPr>
            <p:cNvPr id="16" name="Group 61"/>
            <p:cNvGrpSpPr/>
            <p:nvPr/>
          </p:nvGrpSpPr>
          <p:grpSpPr>
            <a:xfrm>
              <a:off x="7086600" y="1142038"/>
              <a:ext cx="1066800" cy="2667000"/>
              <a:chOff x="7010400" y="1352550"/>
              <a:chExt cx="1066800" cy="2667000"/>
            </a:xfrm>
          </p:grpSpPr>
          <p:sp>
            <p:nvSpPr>
              <p:cNvPr id="53" name="Oval 52"/>
              <p:cNvSpPr/>
              <p:nvPr/>
            </p:nvSpPr>
            <p:spPr bwMode="auto">
              <a:xfrm>
                <a:off x="7010400" y="2952750"/>
                <a:ext cx="1066800" cy="1066800"/>
              </a:xfrm>
              <a:prstGeom prst="ellipse">
                <a:avLst/>
              </a:prstGeom>
              <a:gradFill flip="none" rotWithShape="1">
                <a:gsLst>
                  <a:gs pos="100000">
                    <a:schemeClr val="accent5"/>
                  </a:gs>
                  <a:gs pos="54000">
                    <a:schemeClr val="accent5">
                      <a:lumMod val="75000"/>
                    </a:schemeClr>
                  </a:gs>
                </a:gsLst>
                <a:path path="circle">
                  <a:fillToRect l="100000" t="100000"/>
                </a:path>
                <a:tileRect r="-100000" b="-10000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6" name="Rectangle 55"/>
              <p:cNvSpPr/>
              <p:nvPr/>
            </p:nvSpPr>
            <p:spPr bwMode="auto">
              <a:xfrm>
                <a:off x="7520941" y="1352550"/>
                <a:ext cx="45719" cy="1600200"/>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95" name="Freeform 22"/>
            <p:cNvSpPr>
              <a:spLocks noEditPoints="1"/>
            </p:cNvSpPr>
            <p:nvPr/>
          </p:nvSpPr>
          <p:spPr bwMode="auto">
            <a:xfrm>
              <a:off x="7371836" y="3023370"/>
              <a:ext cx="501409" cy="436600"/>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97"/>
          <p:cNvGrpSpPr/>
          <p:nvPr/>
        </p:nvGrpSpPr>
        <p:grpSpPr>
          <a:xfrm>
            <a:off x="5695950" y="1142038"/>
            <a:ext cx="1066800" cy="2667000"/>
            <a:chOff x="5695950" y="1142038"/>
            <a:chExt cx="1066800" cy="2667000"/>
          </a:xfrm>
        </p:grpSpPr>
        <p:grpSp>
          <p:nvGrpSpPr>
            <p:cNvPr id="18" name="Group 60"/>
            <p:cNvGrpSpPr/>
            <p:nvPr/>
          </p:nvGrpSpPr>
          <p:grpSpPr>
            <a:xfrm>
              <a:off x="5695950" y="1142038"/>
              <a:ext cx="1066800" cy="2667000"/>
              <a:chOff x="5619750" y="1352550"/>
              <a:chExt cx="1066800" cy="2667000"/>
            </a:xfrm>
          </p:grpSpPr>
          <p:sp>
            <p:nvSpPr>
              <p:cNvPr id="46" name="Oval 45"/>
              <p:cNvSpPr/>
              <p:nvPr/>
            </p:nvSpPr>
            <p:spPr bwMode="auto">
              <a:xfrm>
                <a:off x="5619750" y="2952750"/>
                <a:ext cx="1066800" cy="1066800"/>
              </a:xfrm>
              <a:prstGeom prst="ellipse">
                <a:avLst/>
              </a:prstGeom>
              <a:gradFill flip="none" rotWithShape="1">
                <a:gsLst>
                  <a:gs pos="100000">
                    <a:schemeClr val="accent4"/>
                  </a:gs>
                  <a:gs pos="54000">
                    <a:schemeClr val="accent4">
                      <a:lumMod val="75000"/>
                    </a:schemeClr>
                  </a:gs>
                </a:gsLst>
                <a:path path="circle">
                  <a:fillToRect l="100000" t="100000"/>
                </a:path>
                <a:tileRect r="-100000" b="-10000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7" name="Rectangle 46"/>
              <p:cNvSpPr/>
              <p:nvPr/>
            </p:nvSpPr>
            <p:spPr bwMode="auto">
              <a:xfrm>
                <a:off x="6130291" y="1352550"/>
                <a:ext cx="45719" cy="160020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96" name="Freeform 135"/>
            <p:cNvSpPr>
              <a:spLocks noEditPoints="1"/>
            </p:cNvSpPr>
            <p:nvPr/>
          </p:nvSpPr>
          <p:spPr bwMode="auto">
            <a:xfrm>
              <a:off x="6020570" y="3055819"/>
              <a:ext cx="424680" cy="39780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barn(outVertical)">
                                      <p:cBhvr>
                                        <p:cTn id="7" dur="500"/>
                                        <p:tgtEl>
                                          <p:spTgt spid="64"/>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66"/>
                                        </p:tgtEl>
                                        <p:attrNameLst>
                                          <p:attrName>style.visibility</p:attrName>
                                        </p:attrNameLst>
                                      </p:cBhvr>
                                      <p:to>
                                        <p:strVal val="visible"/>
                                      </p:to>
                                    </p:set>
                                    <p:anim calcmode="lin" valueType="num">
                                      <p:cBhvr>
                                        <p:cTn id="11" dur="500" fill="hold"/>
                                        <p:tgtEl>
                                          <p:spTgt spid="66"/>
                                        </p:tgtEl>
                                        <p:attrNameLst>
                                          <p:attrName>ppt_w</p:attrName>
                                        </p:attrNameLst>
                                      </p:cBhvr>
                                      <p:tavLst>
                                        <p:tav tm="0">
                                          <p:val>
                                            <p:fltVal val="0"/>
                                          </p:val>
                                        </p:tav>
                                        <p:tav tm="100000">
                                          <p:val>
                                            <p:strVal val="#ppt_w"/>
                                          </p:val>
                                        </p:tav>
                                      </p:tavLst>
                                    </p:anim>
                                    <p:anim calcmode="lin" valueType="num">
                                      <p:cBhvr>
                                        <p:cTn id="12" dur="500" fill="hold"/>
                                        <p:tgtEl>
                                          <p:spTgt spid="66"/>
                                        </p:tgtEl>
                                        <p:attrNameLst>
                                          <p:attrName>ppt_h</p:attrName>
                                        </p:attrNameLst>
                                      </p:cBhvr>
                                      <p:tavLst>
                                        <p:tav tm="0">
                                          <p:val>
                                            <p:fltVal val="0"/>
                                          </p:val>
                                        </p:tav>
                                        <p:tav tm="100000">
                                          <p:val>
                                            <p:strVal val="#ppt_h"/>
                                          </p:val>
                                        </p:tav>
                                      </p:tavLst>
                                    </p:anim>
                                    <p:animEffect transition="in" filter="fade">
                                      <p:cBhvr>
                                        <p:cTn id="13" dur="500"/>
                                        <p:tgtEl>
                                          <p:spTgt spid="66"/>
                                        </p:tgtEl>
                                      </p:cBhvr>
                                    </p:animEffect>
                                  </p:childTnLst>
                                </p:cTn>
                              </p:par>
                              <p:par>
                                <p:cTn id="14" presetID="47"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anim calcmode="lin" valueType="num">
                                      <p:cBhvr>
                                        <p:cTn id="17" dur="500" fill="hold"/>
                                        <p:tgtEl>
                                          <p:spTgt spid="9"/>
                                        </p:tgtEl>
                                        <p:attrNameLst>
                                          <p:attrName>ppt_x</p:attrName>
                                        </p:attrNameLst>
                                      </p:cBhvr>
                                      <p:tavLst>
                                        <p:tav tm="0">
                                          <p:val>
                                            <p:strVal val="#ppt_x"/>
                                          </p:val>
                                        </p:tav>
                                        <p:tav tm="100000">
                                          <p:val>
                                            <p:strVal val="#ppt_x"/>
                                          </p:val>
                                        </p:tav>
                                      </p:tavLst>
                                    </p:anim>
                                    <p:anim calcmode="lin" valueType="num">
                                      <p:cBhvr>
                                        <p:cTn id="18" dur="500" fill="hold"/>
                                        <p:tgtEl>
                                          <p:spTgt spid="9"/>
                                        </p:tgtEl>
                                        <p:attrNameLst>
                                          <p:attrName>ppt_y</p:attrName>
                                        </p:attrNameLst>
                                      </p:cBhvr>
                                      <p:tavLst>
                                        <p:tav tm="0">
                                          <p:val>
                                            <p:strVal val="#ppt_y-.1"/>
                                          </p:val>
                                        </p:tav>
                                        <p:tav tm="100000">
                                          <p:val>
                                            <p:strVal val="#ppt_y"/>
                                          </p:val>
                                        </p:tav>
                                      </p:tavLst>
                                    </p:anim>
                                  </p:childTnLst>
                                </p:cTn>
                              </p:par>
                            </p:childTnLst>
                          </p:cTn>
                        </p:par>
                        <p:par>
                          <p:cTn id="19" fill="hold">
                            <p:stCondLst>
                              <p:cond delay="1000"/>
                            </p:stCondLst>
                            <p:childTnLst>
                              <p:par>
                                <p:cTn id="20" presetID="53" presetClass="entr" presetSubtype="0" fill="hold" grpId="0" nodeType="afterEffect">
                                  <p:stCondLst>
                                    <p:cond delay="0"/>
                                  </p:stCondLst>
                                  <p:childTnLst>
                                    <p:set>
                                      <p:cBhvr>
                                        <p:cTn id="21" dur="1" fill="hold">
                                          <p:stCondLst>
                                            <p:cond delay="0"/>
                                          </p:stCondLst>
                                        </p:cTn>
                                        <p:tgtEl>
                                          <p:spTgt spid="67"/>
                                        </p:tgtEl>
                                        <p:attrNameLst>
                                          <p:attrName>style.visibility</p:attrName>
                                        </p:attrNameLst>
                                      </p:cBhvr>
                                      <p:to>
                                        <p:strVal val="visible"/>
                                      </p:to>
                                    </p:set>
                                    <p:anim calcmode="lin" valueType="num">
                                      <p:cBhvr>
                                        <p:cTn id="22" dur="500" fill="hold"/>
                                        <p:tgtEl>
                                          <p:spTgt spid="67"/>
                                        </p:tgtEl>
                                        <p:attrNameLst>
                                          <p:attrName>ppt_w</p:attrName>
                                        </p:attrNameLst>
                                      </p:cBhvr>
                                      <p:tavLst>
                                        <p:tav tm="0">
                                          <p:val>
                                            <p:fltVal val="0"/>
                                          </p:val>
                                        </p:tav>
                                        <p:tav tm="100000">
                                          <p:val>
                                            <p:strVal val="#ppt_w"/>
                                          </p:val>
                                        </p:tav>
                                      </p:tavLst>
                                    </p:anim>
                                    <p:anim calcmode="lin" valueType="num">
                                      <p:cBhvr>
                                        <p:cTn id="23" dur="500" fill="hold"/>
                                        <p:tgtEl>
                                          <p:spTgt spid="67"/>
                                        </p:tgtEl>
                                        <p:attrNameLst>
                                          <p:attrName>ppt_h</p:attrName>
                                        </p:attrNameLst>
                                      </p:cBhvr>
                                      <p:tavLst>
                                        <p:tav tm="0">
                                          <p:val>
                                            <p:fltVal val="0"/>
                                          </p:val>
                                        </p:tav>
                                        <p:tav tm="100000">
                                          <p:val>
                                            <p:strVal val="#ppt_h"/>
                                          </p:val>
                                        </p:tav>
                                      </p:tavLst>
                                    </p:anim>
                                    <p:animEffect transition="in" filter="fade">
                                      <p:cBhvr>
                                        <p:cTn id="24" dur="500"/>
                                        <p:tgtEl>
                                          <p:spTgt spid="67"/>
                                        </p:tgtEl>
                                      </p:cBhvr>
                                    </p:animEffect>
                                  </p:childTnLst>
                                </p:cTn>
                              </p:par>
                              <p:par>
                                <p:cTn id="25" presetID="47" presetClass="entr" presetSubtype="0"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anim calcmode="lin" valueType="num">
                                      <p:cBhvr>
                                        <p:cTn id="28" dur="500" fill="hold"/>
                                        <p:tgtEl>
                                          <p:spTgt spid="11"/>
                                        </p:tgtEl>
                                        <p:attrNameLst>
                                          <p:attrName>ppt_x</p:attrName>
                                        </p:attrNameLst>
                                      </p:cBhvr>
                                      <p:tavLst>
                                        <p:tav tm="0">
                                          <p:val>
                                            <p:strVal val="#ppt_x"/>
                                          </p:val>
                                        </p:tav>
                                        <p:tav tm="100000">
                                          <p:val>
                                            <p:strVal val="#ppt_x"/>
                                          </p:val>
                                        </p:tav>
                                      </p:tavLst>
                                    </p:anim>
                                    <p:anim calcmode="lin" valueType="num">
                                      <p:cBhvr>
                                        <p:cTn id="29" dur="500" fill="hold"/>
                                        <p:tgtEl>
                                          <p:spTgt spid="11"/>
                                        </p:tgtEl>
                                        <p:attrNameLst>
                                          <p:attrName>ppt_y</p:attrName>
                                        </p:attrNameLst>
                                      </p:cBhvr>
                                      <p:tavLst>
                                        <p:tav tm="0">
                                          <p:val>
                                            <p:strVal val="#ppt_y-.1"/>
                                          </p:val>
                                        </p:tav>
                                        <p:tav tm="100000">
                                          <p:val>
                                            <p:strVal val="#ppt_y"/>
                                          </p:val>
                                        </p:tav>
                                      </p:tavLst>
                                    </p:anim>
                                  </p:childTnLst>
                                </p:cTn>
                              </p:par>
                            </p:childTnLst>
                          </p:cTn>
                        </p:par>
                        <p:par>
                          <p:cTn id="30" fill="hold">
                            <p:stCondLst>
                              <p:cond delay="1500"/>
                            </p:stCondLst>
                            <p:childTnLst>
                              <p:par>
                                <p:cTn id="31" presetID="53" presetClass="entr" presetSubtype="0" fill="hold" grpId="0" nodeType="afterEffect">
                                  <p:stCondLst>
                                    <p:cond delay="0"/>
                                  </p:stCondLst>
                                  <p:childTnLst>
                                    <p:set>
                                      <p:cBhvr>
                                        <p:cTn id="32" dur="1" fill="hold">
                                          <p:stCondLst>
                                            <p:cond delay="0"/>
                                          </p:stCondLst>
                                        </p:cTn>
                                        <p:tgtEl>
                                          <p:spTgt spid="68"/>
                                        </p:tgtEl>
                                        <p:attrNameLst>
                                          <p:attrName>style.visibility</p:attrName>
                                        </p:attrNameLst>
                                      </p:cBhvr>
                                      <p:to>
                                        <p:strVal val="visible"/>
                                      </p:to>
                                    </p:set>
                                    <p:anim calcmode="lin" valueType="num">
                                      <p:cBhvr>
                                        <p:cTn id="33" dur="500" fill="hold"/>
                                        <p:tgtEl>
                                          <p:spTgt spid="68"/>
                                        </p:tgtEl>
                                        <p:attrNameLst>
                                          <p:attrName>ppt_w</p:attrName>
                                        </p:attrNameLst>
                                      </p:cBhvr>
                                      <p:tavLst>
                                        <p:tav tm="0">
                                          <p:val>
                                            <p:fltVal val="0"/>
                                          </p:val>
                                        </p:tav>
                                        <p:tav tm="100000">
                                          <p:val>
                                            <p:strVal val="#ppt_w"/>
                                          </p:val>
                                        </p:tav>
                                      </p:tavLst>
                                    </p:anim>
                                    <p:anim calcmode="lin" valueType="num">
                                      <p:cBhvr>
                                        <p:cTn id="34" dur="500" fill="hold"/>
                                        <p:tgtEl>
                                          <p:spTgt spid="68"/>
                                        </p:tgtEl>
                                        <p:attrNameLst>
                                          <p:attrName>ppt_h</p:attrName>
                                        </p:attrNameLst>
                                      </p:cBhvr>
                                      <p:tavLst>
                                        <p:tav tm="0">
                                          <p:val>
                                            <p:fltVal val="0"/>
                                          </p:val>
                                        </p:tav>
                                        <p:tav tm="100000">
                                          <p:val>
                                            <p:strVal val="#ppt_h"/>
                                          </p:val>
                                        </p:tav>
                                      </p:tavLst>
                                    </p:anim>
                                    <p:animEffect transition="in" filter="fade">
                                      <p:cBhvr>
                                        <p:cTn id="35" dur="500"/>
                                        <p:tgtEl>
                                          <p:spTgt spid="68"/>
                                        </p:tgtEl>
                                      </p:cBhvr>
                                    </p:animEffect>
                                  </p:childTnLst>
                                </p:cTn>
                              </p:par>
                              <p:par>
                                <p:cTn id="36" presetID="47"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anim calcmode="lin" valueType="num">
                                      <p:cBhvr>
                                        <p:cTn id="39" dur="500" fill="hold"/>
                                        <p:tgtEl>
                                          <p:spTgt spid="13"/>
                                        </p:tgtEl>
                                        <p:attrNameLst>
                                          <p:attrName>ppt_x</p:attrName>
                                        </p:attrNameLst>
                                      </p:cBhvr>
                                      <p:tavLst>
                                        <p:tav tm="0">
                                          <p:val>
                                            <p:strVal val="#ppt_x"/>
                                          </p:val>
                                        </p:tav>
                                        <p:tav tm="100000">
                                          <p:val>
                                            <p:strVal val="#ppt_x"/>
                                          </p:val>
                                        </p:tav>
                                      </p:tavLst>
                                    </p:anim>
                                    <p:anim calcmode="lin" valueType="num">
                                      <p:cBhvr>
                                        <p:cTn id="40" dur="500" fill="hold"/>
                                        <p:tgtEl>
                                          <p:spTgt spid="13"/>
                                        </p:tgtEl>
                                        <p:attrNameLst>
                                          <p:attrName>ppt_y</p:attrName>
                                        </p:attrNameLst>
                                      </p:cBhvr>
                                      <p:tavLst>
                                        <p:tav tm="0">
                                          <p:val>
                                            <p:strVal val="#ppt_y-.1"/>
                                          </p:val>
                                        </p:tav>
                                        <p:tav tm="100000">
                                          <p:val>
                                            <p:strVal val="#ppt_y"/>
                                          </p:val>
                                        </p:tav>
                                      </p:tavLst>
                                    </p:anim>
                                  </p:childTnLst>
                                </p:cTn>
                              </p:par>
                            </p:childTnLst>
                          </p:cTn>
                        </p:par>
                        <p:par>
                          <p:cTn id="41" fill="hold">
                            <p:stCondLst>
                              <p:cond delay="2000"/>
                            </p:stCondLst>
                            <p:childTnLst>
                              <p:par>
                                <p:cTn id="42" presetID="53" presetClass="entr" presetSubtype="0" fill="hold" grpId="0" nodeType="afterEffect">
                                  <p:stCondLst>
                                    <p:cond delay="0"/>
                                  </p:stCondLst>
                                  <p:childTnLst>
                                    <p:set>
                                      <p:cBhvr>
                                        <p:cTn id="43" dur="1" fill="hold">
                                          <p:stCondLst>
                                            <p:cond delay="0"/>
                                          </p:stCondLst>
                                        </p:cTn>
                                        <p:tgtEl>
                                          <p:spTgt spid="69"/>
                                        </p:tgtEl>
                                        <p:attrNameLst>
                                          <p:attrName>style.visibility</p:attrName>
                                        </p:attrNameLst>
                                      </p:cBhvr>
                                      <p:to>
                                        <p:strVal val="visible"/>
                                      </p:to>
                                    </p:set>
                                    <p:anim calcmode="lin" valueType="num">
                                      <p:cBhvr>
                                        <p:cTn id="44" dur="500" fill="hold"/>
                                        <p:tgtEl>
                                          <p:spTgt spid="69"/>
                                        </p:tgtEl>
                                        <p:attrNameLst>
                                          <p:attrName>ppt_w</p:attrName>
                                        </p:attrNameLst>
                                      </p:cBhvr>
                                      <p:tavLst>
                                        <p:tav tm="0">
                                          <p:val>
                                            <p:fltVal val="0"/>
                                          </p:val>
                                        </p:tav>
                                        <p:tav tm="100000">
                                          <p:val>
                                            <p:strVal val="#ppt_w"/>
                                          </p:val>
                                        </p:tav>
                                      </p:tavLst>
                                    </p:anim>
                                    <p:anim calcmode="lin" valueType="num">
                                      <p:cBhvr>
                                        <p:cTn id="45" dur="500" fill="hold"/>
                                        <p:tgtEl>
                                          <p:spTgt spid="69"/>
                                        </p:tgtEl>
                                        <p:attrNameLst>
                                          <p:attrName>ppt_h</p:attrName>
                                        </p:attrNameLst>
                                      </p:cBhvr>
                                      <p:tavLst>
                                        <p:tav tm="0">
                                          <p:val>
                                            <p:fltVal val="0"/>
                                          </p:val>
                                        </p:tav>
                                        <p:tav tm="100000">
                                          <p:val>
                                            <p:strVal val="#ppt_h"/>
                                          </p:val>
                                        </p:tav>
                                      </p:tavLst>
                                    </p:anim>
                                    <p:animEffect transition="in" filter="fade">
                                      <p:cBhvr>
                                        <p:cTn id="46" dur="500"/>
                                        <p:tgtEl>
                                          <p:spTgt spid="69"/>
                                        </p:tgtEl>
                                      </p:cBhvr>
                                    </p:animEffect>
                                  </p:childTnLst>
                                </p:cTn>
                              </p:par>
                              <p:par>
                                <p:cTn id="47" presetID="47" presetClass="entr" presetSubtype="0" fill="hold" nodeType="with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anim calcmode="lin" valueType="num">
                                      <p:cBhvr>
                                        <p:cTn id="50" dur="500" fill="hold"/>
                                        <p:tgtEl>
                                          <p:spTgt spid="17"/>
                                        </p:tgtEl>
                                        <p:attrNameLst>
                                          <p:attrName>ppt_x</p:attrName>
                                        </p:attrNameLst>
                                      </p:cBhvr>
                                      <p:tavLst>
                                        <p:tav tm="0">
                                          <p:val>
                                            <p:strVal val="#ppt_x"/>
                                          </p:val>
                                        </p:tav>
                                        <p:tav tm="100000">
                                          <p:val>
                                            <p:strVal val="#ppt_x"/>
                                          </p:val>
                                        </p:tav>
                                      </p:tavLst>
                                    </p:anim>
                                    <p:anim calcmode="lin" valueType="num">
                                      <p:cBhvr>
                                        <p:cTn id="51" dur="500" fill="hold"/>
                                        <p:tgtEl>
                                          <p:spTgt spid="17"/>
                                        </p:tgtEl>
                                        <p:attrNameLst>
                                          <p:attrName>ppt_y</p:attrName>
                                        </p:attrNameLst>
                                      </p:cBhvr>
                                      <p:tavLst>
                                        <p:tav tm="0">
                                          <p:val>
                                            <p:strVal val="#ppt_y-.1"/>
                                          </p:val>
                                        </p:tav>
                                        <p:tav tm="100000">
                                          <p:val>
                                            <p:strVal val="#ppt_y"/>
                                          </p:val>
                                        </p:tav>
                                      </p:tavLst>
                                    </p:anim>
                                  </p:childTnLst>
                                </p:cTn>
                              </p:par>
                            </p:childTnLst>
                          </p:cTn>
                        </p:par>
                        <p:par>
                          <p:cTn id="52" fill="hold">
                            <p:stCondLst>
                              <p:cond delay="2500"/>
                            </p:stCondLst>
                            <p:childTnLst>
                              <p:par>
                                <p:cTn id="53" presetID="53" presetClass="entr" presetSubtype="0" fill="hold" grpId="0" nodeType="afterEffect">
                                  <p:stCondLst>
                                    <p:cond delay="0"/>
                                  </p:stCondLst>
                                  <p:childTnLst>
                                    <p:set>
                                      <p:cBhvr>
                                        <p:cTn id="54" dur="1" fill="hold">
                                          <p:stCondLst>
                                            <p:cond delay="0"/>
                                          </p:stCondLst>
                                        </p:cTn>
                                        <p:tgtEl>
                                          <p:spTgt spid="70"/>
                                        </p:tgtEl>
                                        <p:attrNameLst>
                                          <p:attrName>style.visibility</p:attrName>
                                        </p:attrNameLst>
                                      </p:cBhvr>
                                      <p:to>
                                        <p:strVal val="visible"/>
                                      </p:to>
                                    </p:set>
                                    <p:anim calcmode="lin" valueType="num">
                                      <p:cBhvr>
                                        <p:cTn id="55" dur="500" fill="hold"/>
                                        <p:tgtEl>
                                          <p:spTgt spid="70"/>
                                        </p:tgtEl>
                                        <p:attrNameLst>
                                          <p:attrName>ppt_w</p:attrName>
                                        </p:attrNameLst>
                                      </p:cBhvr>
                                      <p:tavLst>
                                        <p:tav tm="0">
                                          <p:val>
                                            <p:fltVal val="0"/>
                                          </p:val>
                                        </p:tav>
                                        <p:tav tm="100000">
                                          <p:val>
                                            <p:strVal val="#ppt_w"/>
                                          </p:val>
                                        </p:tav>
                                      </p:tavLst>
                                    </p:anim>
                                    <p:anim calcmode="lin" valueType="num">
                                      <p:cBhvr>
                                        <p:cTn id="56" dur="500" fill="hold"/>
                                        <p:tgtEl>
                                          <p:spTgt spid="70"/>
                                        </p:tgtEl>
                                        <p:attrNameLst>
                                          <p:attrName>ppt_h</p:attrName>
                                        </p:attrNameLst>
                                      </p:cBhvr>
                                      <p:tavLst>
                                        <p:tav tm="0">
                                          <p:val>
                                            <p:fltVal val="0"/>
                                          </p:val>
                                        </p:tav>
                                        <p:tav tm="100000">
                                          <p:val>
                                            <p:strVal val="#ppt_h"/>
                                          </p:val>
                                        </p:tav>
                                      </p:tavLst>
                                    </p:anim>
                                    <p:animEffect transition="in" filter="fade">
                                      <p:cBhvr>
                                        <p:cTn id="57" dur="500"/>
                                        <p:tgtEl>
                                          <p:spTgt spid="70"/>
                                        </p:tgtEl>
                                      </p:cBhvr>
                                    </p:animEffect>
                                  </p:childTnLst>
                                </p:cTn>
                              </p:par>
                              <p:par>
                                <p:cTn id="58" presetID="47" presetClass="entr" presetSubtype="0" fill="hold" nodeType="with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anim calcmode="lin" valueType="num">
                                      <p:cBhvr>
                                        <p:cTn id="61" dur="500" fill="hold"/>
                                        <p:tgtEl>
                                          <p:spTgt spid="15"/>
                                        </p:tgtEl>
                                        <p:attrNameLst>
                                          <p:attrName>ppt_x</p:attrName>
                                        </p:attrNameLst>
                                      </p:cBhvr>
                                      <p:tavLst>
                                        <p:tav tm="0">
                                          <p:val>
                                            <p:strVal val="#ppt_x"/>
                                          </p:val>
                                        </p:tav>
                                        <p:tav tm="100000">
                                          <p:val>
                                            <p:strVal val="#ppt_x"/>
                                          </p:val>
                                        </p:tav>
                                      </p:tavLst>
                                    </p:anim>
                                    <p:anim calcmode="lin" valueType="num">
                                      <p:cBhvr>
                                        <p:cTn id="62" dur="500" fill="hold"/>
                                        <p:tgtEl>
                                          <p:spTgt spid="15"/>
                                        </p:tgtEl>
                                        <p:attrNameLst>
                                          <p:attrName>ppt_y</p:attrName>
                                        </p:attrNameLst>
                                      </p:cBhvr>
                                      <p:tavLst>
                                        <p:tav tm="0">
                                          <p:val>
                                            <p:strVal val="#ppt_y-.1"/>
                                          </p:val>
                                        </p:tav>
                                        <p:tav tm="100000">
                                          <p:val>
                                            <p:strVal val="#ppt_y"/>
                                          </p:val>
                                        </p:tav>
                                      </p:tavLst>
                                    </p:anim>
                                  </p:childTnLst>
                                </p:cTn>
                              </p:par>
                            </p:childTnLst>
                          </p:cTn>
                        </p:par>
                        <p:par>
                          <p:cTn id="63" fill="hold">
                            <p:stCondLst>
                              <p:cond delay="3000"/>
                            </p:stCondLst>
                            <p:childTnLst>
                              <p:par>
                                <p:cTn id="64" presetID="2" presetClass="entr" presetSubtype="4" accel="50000" decel="50000" fill="hold" nodeType="afterEffect">
                                  <p:stCondLst>
                                    <p:cond delay="0"/>
                                  </p:stCondLst>
                                  <p:childTnLst>
                                    <p:set>
                                      <p:cBhvr>
                                        <p:cTn id="65" dur="1" fill="hold">
                                          <p:stCondLst>
                                            <p:cond delay="0"/>
                                          </p:stCondLst>
                                        </p:cTn>
                                        <p:tgtEl>
                                          <p:spTgt spid="3"/>
                                        </p:tgtEl>
                                        <p:attrNameLst>
                                          <p:attrName>style.visibility</p:attrName>
                                        </p:attrNameLst>
                                      </p:cBhvr>
                                      <p:to>
                                        <p:strVal val="visible"/>
                                      </p:to>
                                    </p:set>
                                    <p:anim calcmode="lin" valueType="num">
                                      <p:cBhvr additive="base">
                                        <p:cTn id="66" dur="500" fill="hold"/>
                                        <p:tgtEl>
                                          <p:spTgt spid="3"/>
                                        </p:tgtEl>
                                        <p:attrNameLst>
                                          <p:attrName>ppt_x</p:attrName>
                                        </p:attrNameLst>
                                      </p:cBhvr>
                                      <p:tavLst>
                                        <p:tav tm="0">
                                          <p:val>
                                            <p:strVal val="#ppt_x"/>
                                          </p:val>
                                        </p:tav>
                                        <p:tav tm="100000">
                                          <p:val>
                                            <p:strVal val="#ppt_x"/>
                                          </p:val>
                                        </p:tav>
                                      </p:tavLst>
                                    </p:anim>
                                    <p:anim calcmode="lin" valueType="num">
                                      <p:cBhvr additive="base">
                                        <p:cTn id="67" dur="500" fill="hold"/>
                                        <p:tgtEl>
                                          <p:spTgt spid="3"/>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accel="50000" decel="50000" fill="hold" nodeType="after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500" fill="hold"/>
                                        <p:tgtEl>
                                          <p:spTgt spid="5"/>
                                        </p:tgtEl>
                                        <p:attrNameLst>
                                          <p:attrName>ppt_x</p:attrName>
                                        </p:attrNameLst>
                                      </p:cBhvr>
                                      <p:tavLst>
                                        <p:tav tm="0">
                                          <p:val>
                                            <p:strVal val="#ppt_x"/>
                                          </p:val>
                                        </p:tav>
                                        <p:tav tm="100000">
                                          <p:val>
                                            <p:strVal val="#ppt_x"/>
                                          </p:val>
                                        </p:tav>
                                      </p:tavLst>
                                    </p:anim>
                                    <p:anim calcmode="lin" valueType="num">
                                      <p:cBhvr additive="base">
                                        <p:cTn id="72" dur="500" fill="hold"/>
                                        <p:tgtEl>
                                          <p:spTgt spid="5"/>
                                        </p:tgtEl>
                                        <p:attrNameLst>
                                          <p:attrName>ppt_y</p:attrName>
                                        </p:attrNameLst>
                                      </p:cBhvr>
                                      <p:tavLst>
                                        <p:tav tm="0">
                                          <p:val>
                                            <p:strVal val="1+#ppt_h/2"/>
                                          </p:val>
                                        </p:tav>
                                        <p:tav tm="100000">
                                          <p:val>
                                            <p:strVal val="#ppt_y"/>
                                          </p:val>
                                        </p:tav>
                                      </p:tavLst>
                                    </p:anim>
                                  </p:childTnLst>
                                </p:cTn>
                              </p:par>
                            </p:childTnLst>
                          </p:cTn>
                        </p:par>
                        <p:par>
                          <p:cTn id="73" fill="hold">
                            <p:stCondLst>
                              <p:cond delay="4000"/>
                            </p:stCondLst>
                            <p:childTnLst>
                              <p:par>
                                <p:cTn id="74" presetID="2" presetClass="entr" presetSubtype="4" accel="50000" decel="50000" fill="hold" nodeType="afterEffect">
                                  <p:stCondLst>
                                    <p:cond delay="0"/>
                                  </p:stCondLst>
                                  <p:childTnLst>
                                    <p:set>
                                      <p:cBhvr>
                                        <p:cTn id="75" dur="1" fill="hold">
                                          <p:stCondLst>
                                            <p:cond delay="0"/>
                                          </p:stCondLst>
                                        </p:cTn>
                                        <p:tgtEl>
                                          <p:spTgt spid="6"/>
                                        </p:tgtEl>
                                        <p:attrNameLst>
                                          <p:attrName>style.visibility</p:attrName>
                                        </p:attrNameLst>
                                      </p:cBhvr>
                                      <p:to>
                                        <p:strVal val="visible"/>
                                      </p:to>
                                    </p:set>
                                    <p:anim calcmode="lin" valueType="num">
                                      <p:cBhvr additive="base">
                                        <p:cTn id="76" dur="500" fill="hold"/>
                                        <p:tgtEl>
                                          <p:spTgt spid="6"/>
                                        </p:tgtEl>
                                        <p:attrNameLst>
                                          <p:attrName>ppt_x</p:attrName>
                                        </p:attrNameLst>
                                      </p:cBhvr>
                                      <p:tavLst>
                                        <p:tav tm="0">
                                          <p:val>
                                            <p:strVal val="#ppt_x"/>
                                          </p:val>
                                        </p:tav>
                                        <p:tav tm="100000">
                                          <p:val>
                                            <p:strVal val="#ppt_x"/>
                                          </p:val>
                                        </p:tav>
                                      </p:tavLst>
                                    </p:anim>
                                    <p:anim calcmode="lin" valueType="num">
                                      <p:cBhvr additive="base">
                                        <p:cTn id="77" dur="500" fill="hold"/>
                                        <p:tgtEl>
                                          <p:spTgt spid="6"/>
                                        </p:tgtEl>
                                        <p:attrNameLst>
                                          <p:attrName>ppt_y</p:attrName>
                                        </p:attrNameLst>
                                      </p:cBhvr>
                                      <p:tavLst>
                                        <p:tav tm="0">
                                          <p:val>
                                            <p:strVal val="1+#ppt_h/2"/>
                                          </p:val>
                                        </p:tav>
                                        <p:tav tm="100000">
                                          <p:val>
                                            <p:strVal val="#ppt_y"/>
                                          </p:val>
                                        </p:tav>
                                      </p:tavLst>
                                    </p:anim>
                                  </p:childTnLst>
                                </p:cTn>
                              </p:par>
                            </p:childTnLst>
                          </p:cTn>
                        </p:par>
                        <p:par>
                          <p:cTn id="78" fill="hold">
                            <p:stCondLst>
                              <p:cond delay="4500"/>
                            </p:stCondLst>
                            <p:childTnLst>
                              <p:par>
                                <p:cTn id="79" presetID="2" presetClass="entr" presetSubtype="4" accel="50000" decel="50000" fill="hold" nodeType="afterEffect">
                                  <p:stCondLst>
                                    <p:cond delay="0"/>
                                  </p:stCondLst>
                                  <p:childTnLst>
                                    <p:set>
                                      <p:cBhvr>
                                        <p:cTn id="80" dur="1" fill="hold">
                                          <p:stCondLst>
                                            <p:cond delay="0"/>
                                          </p:stCondLst>
                                        </p:cTn>
                                        <p:tgtEl>
                                          <p:spTgt spid="7"/>
                                        </p:tgtEl>
                                        <p:attrNameLst>
                                          <p:attrName>style.visibility</p:attrName>
                                        </p:attrNameLst>
                                      </p:cBhvr>
                                      <p:to>
                                        <p:strVal val="visible"/>
                                      </p:to>
                                    </p:set>
                                    <p:anim calcmode="lin" valueType="num">
                                      <p:cBhvr additive="base">
                                        <p:cTn id="81" dur="500" fill="hold"/>
                                        <p:tgtEl>
                                          <p:spTgt spid="7"/>
                                        </p:tgtEl>
                                        <p:attrNameLst>
                                          <p:attrName>ppt_x</p:attrName>
                                        </p:attrNameLst>
                                      </p:cBhvr>
                                      <p:tavLst>
                                        <p:tav tm="0">
                                          <p:val>
                                            <p:strVal val="#ppt_x"/>
                                          </p:val>
                                        </p:tav>
                                        <p:tav tm="100000">
                                          <p:val>
                                            <p:strVal val="#ppt_x"/>
                                          </p:val>
                                        </p:tav>
                                      </p:tavLst>
                                    </p:anim>
                                    <p:anim calcmode="lin" valueType="num">
                                      <p:cBhvr additive="base">
                                        <p:cTn id="82" dur="500" fill="hold"/>
                                        <p:tgtEl>
                                          <p:spTgt spid="7"/>
                                        </p:tgtEl>
                                        <p:attrNameLst>
                                          <p:attrName>ppt_y</p:attrName>
                                        </p:attrNameLst>
                                      </p:cBhvr>
                                      <p:tavLst>
                                        <p:tav tm="0">
                                          <p:val>
                                            <p:strVal val="1+#ppt_h/2"/>
                                          </p:val>
                                        </p:tav>
                                        <p:tav tm="100000">
                                          <p:val>
                                            <p:strVal val="#ppt_y"/>
                                          </p:val>
                                        </p:tav>
                                      </p:tavLst>
                                    </p:anim>
                                  </p:childTnLst>
                                </p:cTn>
                              </p:par>
                            </p:childTnLst>
                          </p:cTn>
                        </p:par>
                        <p:par>
                          <p:cTn id="83" fill="hold">
                            <p:stCondLst>
                              <p:cond delay="5000"/>
                            </p:stCondLst>
                            <p:childTnLst>
                              <p:par>
                                <p:cTn id="84" presetID="2" presetClass="entr" presetSubtype="4" accel="50000" decel="50000" fill="hold" nodeType="afterEffect">
                                  <p:stCondLst>
                                    <p:cond delay="0"/>
                                  </p:stCondLst>
                                  <p:childTnLst>
                                    <p:set>
                                      <p:cBhvr>
                                        <p:cTn id="85" dur="1" fill="hold">
                                          <p:stCondLst>
                                            <p:cond delay="0"/>
                                          </p:stCondLst>
                                        </p:cTn>
                                        <p:tgtEl>
                                          <p:spTgt spid="8"/>
                                        </p:tgtEl>
                                        <p:attrNameLst>
                                          <p:attrName>style.visibility</p:attrName>
                                        </p:attrNameLst>
                                      </p:cBhvr>
                                      <p:to>
                                        <p:strVal val="visible"/>
                                      </p:to>
                                    </p:set>
                                    <p:anim calcmode="lin" valueType="num">
                                      <p:cBhvr additive="base">
                                        <p:cTn id="86" dur="500" fill="hold"/>
                                        <p:tgtEl>
                                          <p:spTgt spid="8"/>
                                        </p:tgtEl>
                                        <p:attrNameLst>
                                          <p:attrName>ppt_x</p:attrName>
                                        </p:attrNameLst>
                                      </p:cBhvr>
                                      <p:tavLst>
                                        <p:tav tm="0">
                                          <p:val>
                                            <p:strVal val="#ppt_x"/>
                                          </p:val>
                                        </p:tav>
                                        <p:tav tm="100000">
                                          <p:val>
                                            <p:strVal val="#ppt_x"/>
                                          </p:val>
                                        </p:tav>
                                      </p:tavLst>
                                    </p:anim>
                                    <p:anim calcmode="lin" valueType="num">
                                      <p:cBhvr additive="base">
                                        <p:cTn id="87"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P spid="67" grpId="0" animBg="1"/>
      <p:bldP spid="68" grpId="0" animBg="1"/>
      <p:bldP spid="69" grpId="0" animBg="1"/>
      <p:bldP spid="70"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1707045"/>
            <a:ext cx="3667992" cy="523220"/>
          </a:xfrm>
          <a:prstGeom prst="rect">
            <a:avLst/>
          </a:prstGeom>
          <a:noFill/>
        </p:spPr>
        <p:txBody>
          <a:bodyPr wrap="none" rtlCol="0">
            <a:spAutoFit/>
          </a:bodyPr>
          <a:lstStyle/>
          <a:p>
            <a:r>
              <a:rPr lang="en-US" sz="2800" b="1" cap="all" dirty="0">
                <a:solidFill>
                  <a:schemeClr val="tx1">
                    <a:lumMod val="50000"/>
                    <a:lumOff val="50000"/>
                  </a:schemeClr>
                </a:solidFill>
              </a:rPr>
              <a:t>SPECIAL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657350"/>
            <a:ext cx="3006725" cy="566738"/>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Road Infographic</a:t>
            </a:r>
            <a:endParaRPr lang="en-US" dirty="0"/>
          </a:p>
        </p:txBody>
      </p:sp>
      <p:sp>
        <p:nvSpPr>
          <p:cNvPr id="8" name="Text Placeholder 7"/>
          <p:cNvSpPr>
            <a:spLocks noGrp="1"/>
          </p:cNvSpPr>
          <p:nvPr>
            <p:ph type="body" sz="half" idx="2"/>
          </p:nvPr>
        </p:nvSpPr>
        <p:spPr/>
        <p:txBody>
          <a:bodyPr/>
          <a:lstStyle/>
          <a:p>
            <a:r>
              <a:rPr lang="en-US"/>
              <a:t>Road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146</a:t>
            </a:fld>
            <a:endParaRPr lang="en-US" dirty="0"/>
          </a:p>
        </p:txBody>
      </p:sp>
      <p:grpSp>
        <p:nvGrpSpPr>
          <p:cNvPr id="2" name="Group 31"/>
          <p:cNvGrpSpPr/>
          <p:nvPr/>
        </p:nvGrpSpPr>
        <p:grpSpPr>
          <a:xfrm>
            <a:off x="0" y="1076325"/>
            <a:ext cx="9147174" cy="3663158"/>
            <a:chOff x="0" y="739341"/>
            <a:chExt cx="9147174" cy="3663158"/>
          </a:xfrm>
        </p:grpSpPr>
        <p:grpSp>
          <p:nvGrpSpPr>
            <p:cNvPr id="3" name="Group 21"/>
            <p:cNvGrpSpPr/>
            <p:nvPr/>
          </p:nvGrpSpPr>
          <p:grpSpPr>
            <a:xfrm>
              <a:off x="0" y="739341"/>
              <a:ext cx="4859337" cy="3663158"/>
              <a:chOff x="1160463" y="-1588"/>
              <a:chExt cx="6823075" cy="5143501"/>
            </a:xfrm>
          </p:grpSpPr>
          <p:sp>
            <p:nvSpPr>
              <p:cNvPr id="4109" name="Freeform 13"/>
              <p:cNvSpPr>
                <a:spLocks/>
              </p:cNvSpPr>
              <p:nvPr/>
            </p:nvSpPr>
            <p:spPr bwMode="auto">
              <a:xfrm>
                <a:off x="1160463" y="142875"/>
                <a:ext cx="6823075" cy="4999038"/>
              </a:xfrm>
              <a:custGeom>
                <a:avLst/>
                <a:gdLst/>
                <a:ahLst/>
                <a:cxnLst>
                  <a:cxn ang="0">
                    <a:pos x="0" y="0"/>
                  </a:cxn>
                  <a:cxn ang="0">
                    <a:pos x="0" y="207"/>
                  </a:cxn>
                  <a:cxn ang="0">
                    <a:pos x="0" y="207"/>
                  </a:cxn>
                  <a:cxn ang="0">
                    <a:pos x="345" y="552"/>
                  </a:cxn>
                  <a:cxn ang="0">
                    <a:pos x="345" y="552"/>
                  </a:cxn>
                  <a:cxn ang="0">
                    <a:pos x="345" y="1188"/>
                  </a:cxn>
                  <a:cxn ang="0">
                    <a:pos x="345" y="1188"/>
                  </a:cxn>
                  <a:cxn ang="0">
                    <a:pos x="897" y="1741"/>
                  </a:cxn>
                  <a:cxn ang="0">
                    <a:pos x="1449" y="1188"/>
                  </a:cxn>
                  <a:cxn ang="0">
                    <a:pos x="1450" y="1188"/>
                  </a:cxn>
                  <a:cxn ang="0">
                    <a:pos x="1795" y="843"/>
                  </a:cxn>
                  <a:cxn ang="0">
                    <a:pos x="2140" y="1188"/>
                  </a:cxn>
                  <a:cxn ang="0">
                    <a:pos x="2141" y="1188"/>
                  </a:cxn>
                  <a:cxn ang="0">
                    <a:pos x="2141" y="2074"/>
                  </a:cxn>
                  <a:cxn ang="0">
                    <a:pos x="2140" y="2074"/>
                  </a:cxn>
                  <a:cxn ang="0">
                    <a:pos x="2689" y="2626"/>
                  </a:cxn>
                  <a:cxn ang="0">
                    <a:pos x="2689" y="2627"/>
                  </a:cxn>
                  <a:cxn ang="0">
                    <a:pos x="3580" y="2627"/>
                  </a:cxn>
                  <a:cxn ang="0">
                    <a:pos x="3586" y="2420"/>
                  </a:cxn>
                  <a:cxn ang="0">
                    <a:pos x="3586" y="2420"/>
                  </a:cxn>
                  <a:cxn ang="0">
                    <a:pos x="2693" y="2420"/>
                  </a:cxn>
                  <a:cxn ang="0">
                    <a:pos x="2693" y="2419"/>
                  </a:cxn>
                  <a:cxn ang="0">
                    <a:pos x="2348" y="2081"/>
                  </a:cxn>
                  <a:cxn ang="0">
                    <a:pos x="2348" y="2081"/>
                  </a:cxn>
                  <a:cxn ang="0">
                    <a:pos x="2348" y="2075"/>
                  </a:cxn>
                  <a:cxn ang="0">
                    <a:pos x="2348" y="1184"/>
                  </a:cxn>
                  <a:cxn ang="0">
                    <a:pos x="2347" y="1184"/>
                  </a:cxn>
                  <a:cxn ang="0">
                    <a:pos x="1795" y="636"/>
                  </a:cxn>
                  <a:cxn ang="0">
                    <a:pos x="1242" y="1188"/>
                  </a:cxn>
                  <a:cxn ang="0">
                    <a:pos x="1242" y="1188"/>
                  </a:cxn>
                  <a:cxn ang="0">
                    <a:pos x="897" y="1533"/>
                  </a:cxn>
                  <a:cxn ang="0">
                    <a:pos x="552" y="1188"/>
                  </a:cxn>
                  <a:cxn ang="0">
                    <a:pos x="552" y="552"/>
                  </a:cxn>
                  <a:cxn ang="0">
                    <a:pos x="552" y="552"/>
                  </a:cxn>
                  <a:cxn ang="0">
                    <a:pos x="0" y="0"/>
                  </a:cxn>
                </a:cxnLst>
                <a:rect l="0" t="0" r="r" b="b"/>
                <a:pathLst>
                  <a:path w="3586" h="2627">
                    <a:moveTo>
                      <a:pt x="0" y="0"/>
                    </a:moveTo>
                    <a:cubicBezTo>
                      <a:pt x="0" y="207"/>
                      <a:pt x="0" y="207"/>
                      <a:pt x="0" y="207"/>
                    </a:cubicBezTo>
                    <a:cubicBezTo>
                      <a:pt x="0" y="207"/>
                      <a:pt x="0" y="207"/>
                      <a:pt x="0" y="207"/>
                    </a:cubicBezTo>
                    <a:cubicBezTo>
                      <a:pt x="190" y="207"/>
                      <a:pt x="345" y="361"/>
                      <a:pt x="345" y="552"/>
                    </a:cubicBezTo>
                    <a:cubicBezTo>
                      <a:pt x="345" y="552"/>
                      <a:pt x="345" y="552"/>
                      <a:pt x="345" y="552"/>
                    </a:cubicBezTo>
                    <a:cubicBezTo>
                      <a:pt x="345" y="1188"/>
                      <a:pt x="345" y="1188"/>
                      <a:pt x="345" y="1188"/>
                    </a:cubicBezTo>
                    <a:cubicBezTo>
                      <a:pt x="345" y="1188"/>
                      <a:pt x="345" y="1188"/>
                      <a:pt x="345" y="1188"/>
                    </a:cubicBezTo>
                    <a:cubicBezTo>
                      <a:pt x="345" y="1493"/>
                      <a:pt x="592" y="1741"/>
                      <a:pt x="897" y="1741"/>
                    </a:cubicBezTo>
                    <a:cubicBezTo>
                      <a:pt x="1202" y="1741"/>
                      <a:pt x="1449" y="1493"/>
                      <a:pt x="1449" y="1188"/>
                    </a:cubicBezTo>
                    <a:cubicBezTo>
                      <a:pt x="1450" y="1188"/>
                      <a:pt x="1450" y="1188"/>
                      <a:pt x="1450" y="1188"/>
                    </a:cubicBezTo>
                    <a:cubicBezTo>
                      <a:pt x="1450" y="997"/>
                      <a:pt x="1604" y="843"/>
                      <a:pt x="1795" y="843"/>
                    </a:cubicBezTo>
                    <a:cubicBezTo>
                      <a:pt x="1986" y="843"/>
                      <a:pt x="2140" y="997"/>
                      <a:pt x="2140" y="1188"/>
                    </a:cubicBezTo>
                    <a:cubicBezTo>
                      <a:pt x="2141" y="1188"/>
                      <a:pt x="2141" y="1188"/>
                      <a:pt x="2141" y="1188"/>
                    </a:cubicBezTo>
                    <a:cubicBezTo>
                      <a:pt x="2141" y="2074"/>
                      <a:pt x="2141" y="2074"/>
                      <a:pt x="2141" y="2074"/>
                    </a:cubicBezTo>
                    <a:cubicBezTo>
                      <a:pt x="2140" y="2074"/>
                      <a:pt x="2140" y="2074"/>
                      <a:pt x="2140" y="2074"/>
                    </a:cubicBezTo>
                    <a:cubicBezTo>
                      <a:pt x="2140" y="2378"/>
                      <a:pt x="2386" y="2624"/>
                      <a:pt x="2689" y="2626"/>
                    </a:cubicBezTo>
                    <a:cubicBezTo>
                      <a:pt x="2689" y="2627"/>
                      <a:pt x="2689" y="2627"/>
                      <a:pt x="2689" y="2627"/>
                    </a:cubicBezTo>
                    <a:cubicBezTo>
                      <a:pt x="3580" y="2627"/>
                      <a:pt x="3580" y="2627"/>
                      <a:pt x="3580" y="2627"/>
                    </a:cubicBezTo>
                    <a:cubicBezTo>
                      <a:pt x="3586" y="2420"/>
                      <a:pt x="3586" y="2420"/>
                      <a:pt x="3586" y="2420"/>
                    </a:cubicBezTo>
                    <a:cubicBezTo>
                      <a:pt x="3586" y="2420"/>
                      <a:pt x="3586" y="2420"/>
                      <a:pt x="3586" y="2420"/>
                    </a:cubicBezTo>
                    <a:cubicBezTo>
                      <a:pt x="2693" y="2420"/>
                      <a:pt x="2693" y="2420"/>
                      <a:pt x="2693" y="2420"/>
                    </a:cubicBezTo>
                    <a:cubicBezTo>
                      <a:pt x="2693" y="2419"/>
                      <a:pt x="2693" y="2419"/>
                      <a:pt x="2693" y="2419"/>
                    </a:cubicBezTo>
                    <a:cubicBezTo>
                      <a:pt x="2505" y="2419"/>
                      <a:pt x="2351" y="2269"/>
                      <a:pt x="2348" y="2081"/>
                    </a:cubicBezTo>
                    <a:cubicBezTo>
                      <a:pt x="2348" y="2081"/>
                      <a:pt x="2348" y="2081"/>
                      <a:pt x="2348" y="2081"/>
                    </a:cubicBezTo>
                    <a:cubicBezTo>
                      <a:pt x="2348" y="2075"/>
                      <a:pt x="2348" y="2075"/>
                      <a:pt x="2348" y="2075"/>
                    </a:cubicBezTo>
                    <a:cubicBezTo>
                      <a:pt x="2348" y="1184"/>
                      <a:pt x="2348" y="1184"/>
                      <a:pt x="2348" y="1184"/>
                    </a:cubicBezTo>
                    <a:cubicBezTo>
                      <a:pt x="2347" y="1184"/>
                      <a:pt x="2347" y="1184"/>
                      <a:pt x="2347" y="1184"/>
                    </a:cubicBezTo>
                    <a:cubicBezTo>
                      <a:pt x="2345" y="881"/>
                      <a:pt x="2099" y="636"/>
                      <a:pt x="1795" y="636"/>
                    </a:cubicBezTo>
                    <a:cubicBezTo>
                      <a:pt x="1490" y="636"/>
                      <a:pt x="1242" y="883"/>
                      <a:pt x="1242" y="1188"/>
                    </a:cubicBezTo>
                    <a:cubicBezTo>
                      <a:pt x="1242" y="1188"/>
                      <a:pt x="1242" y="1188"/>
                      <a:pt x="1242" y="1188"/>
                    </a:cubicBezTo>
                    <a:cubicBezTo>
                      <a:pt x="1242" y="1379"/>
                      <a:pt x="1088" y="1533"/>
                      <a:pt x="897" y="1533"/>
                    </a:cubicBezTo>
                    <a:cubicBezTo>
                      <a:pt x="706" y="1533"/>
                      <a:pt x="552" y="1379"/>
                      <a:pt x="552" y="1188"/>
                    </a:cubicBezTo>
                    <a:cubicBezTo>
                      <a:pt x="552" y="552"/>
                      <a:pt x="552" y="552"/>
                      <a:pt x="552" y="552"/>
                    </a:cubicBezTo>
                    <a:cubicBezTo>
                      <a:pt x="552" y="552"/>
                      <a:pt x="552" y="552"/>
                      <a:pt x="552" y="552"/>
                    </a:cubicBezTo>
                    <a:cubicBezTo>
                      <a:pt x="552" y="247"/>
                      <a:pt x="305" y="0"/>
                      <a:pt x="0"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1160463" y="-1588"/>
                <a:ext cx="6823075" cy="4999038"/>
              </a:xfrm>
              <a:custGeom>
                <a:avLst/>
                <a:gdLst/>
                <a:ahLst/>
                <a:cxnLst>
                  <a:cxn ang="0">
                    <a:pos x="2693" y="2420"/>
                  </a:cxn>
                  <a:cxn ang="0">
                    <a:pos x="2693" y="2420"/>
                  </a:cxn>
                  <a:cxn ang="0">
                    <a:pos x="2348" y="2082"/>
                  </a:cxn>
                  <a:cxn ang="0">
                    <a:pos x="2348" y="2082"/>
                  </a:cxn>
                  <a:cxn ang="0">
                    <a:pos x="2348" y="2076"/>
                  </a:cxn>
                  <a:cxn ang="0">
                    <a:pos x="2348" y="1184"/>
                  </a:cxn>
                  <a:cxn ang="0">
                    <a:pos x="2347" y="1184"/>
                  </a:cxn>
                  <a:cxn ang="0">
                    <a:pos x="1795" y="636"/>
                  </a:cxn>
                  <a:cxn ang="0">
                    <a:pos x="1242" y="1189"/>
                  </a:cxn>
                  <a:cxn ang="0">
                    <a:pos x="1242" y="1189"/>
                  </a:cxn>
                  <a:cxn ang="0">
                    <a:pos x="897" y="1534"/>
                  </a:cxn>
                  <a:cxn ang="0">
                    <a:pos x="552" y="1189"/>
                  </a:cxn>
                  <a:cxn ang="0">
                    <a:pos x="552" y="553"/>
                  </a:cxn>
                  <a:cxn ang="0">
                    <a:pos x="552" y="553"/>
                  </a:cxn>
                  <a:cxn ang="0">
                    <a:pos x="0" y="0"/>
                  </a:cxn>
                  <a:cxn ang="0">
                    <a:pos x="0" y="207"/>
                  </a:cxn>
                  <a:cxn ang="0">
                    <a:pos x="0" y="207"/>
                  </a:cxn>
                  <a:cxn ang="0">
                    <a:pos x="345" y="553"/>
                  </a:cxn>
                  <a:cxn ang="0">
                    <a:pos x="345" y="553"/>
                  </a:cxn>
                  <a:cxn ang="0">
                    <a:pos x="345" y="1189"/>
                  </a:cxn>
                  <a:cxn ang="0">
                    <a:pos x="345" y="1189"/>
                  </a:cxn>
                  <a:cxn ang="0">
                    <a:pos x="897" y="1741"/>
                  </a:cxn>
                  <a:cxn ang="0">
                    <a:pos x="1449" y="1189"/>
                  </a:cxn>
                  <a:cxn ang="0">
                    <a:pos x="1450" y="1189"/>
                  </a:cxn>
                  <a:cxn ang="0">
                    <a:pos x="1795" y="843"/>
                  </a:cxn>
                  <a:cxn ang="0">
                    <a:pos x="2140" y="1189"/>
                  </a:cxn>
                  <a:cxn ang="0">
                    <a:pos x="2141" y="1189"/>
                  </a:cxn>
                  <a:cxn ang="0">
                    <a:pos x="2141" y="2075"/>
                  </a:cxn>
                  <a:cxn ang="0">
                    <a:pos x="2140" y="2075"/>
                  </a:cxn>
                  <a:cxn ang="0">
                    <a:pos x="2689" y="2627"/>
                  </a:cxn>
                  <a:cxn ang="0">
                    <a:pos x="2689" y="2627"/>
                  </a:cxn>
                  <a:cxn ang="0">
                    <a:pos x="3580" y="2627"/>
                  </a:cxn>
                  <a:cxn ang="0">
                    <a:pos x="3586" y="2421"/>
                  </a:cxn>
                  <a:cxn ang="0">
                    <a:pos x="3586" y="2420"/>
                  </a:cxn>
                  <a:cxn ang="0">
                    <a:pos x="2693" y="2420"/>
                  </a:cxn>
                </a:cxnLst>
                <a:rect l="0" t="0" r="r" b="b"/>
                <a:pathLst>
                  <a:path w="3586" h="2627">
                    <a:moveTo>
                      <a:pt x="2693" y="2420"/>
                    </a:moveTo>
                    <a:cubicBezTo>
                      <a:pt x="2693" y="2420"/>
                      <a:pt x="2693" y="2420"/>
                      <a:pt x="2693" y="2420"/>
                    </a:cubicBezTo>
                    <a:cubicBezTo>
                      <a:pt x="2505" y="2420"/>
                      <a:pt x="2351" y="2269"/>
                      <a:pt x="2348" y="2082"/>
                    </a:cubicBezTo>
                    <a:cubicBezTo>
                      <a:pt x="2348" y="2082"/>
                      <a:pt x="2348" y="2082"/>
                      <a:pt x="2348" y="2082"/>
                    </a:cubicBezTo>
                    <a:cubicBezTo>
                      <a:pt x="2348" y="2076"/>
                      <a:pt x="2348" y="2076"/>
                      <a:pt x="2348" y="2076"/>
                    </a:cubicBezTo>
                    <a:cubicBezTo>
                      <a:pt x="2348" y="1184"/>
                      <a:pt x="2348" y="1184"/>
                      <a:pt x="2348" y="1184"/>
                    </a:cubicBezTo>
                    <a:cubicBezTo>
                      <a:pt x="2347" y="1184"/>
                      <a:pt x="2347" y="1184"/>
                      <a:pt x="2347" y="1184"/>
                    </a:cubicBezTo>
                    <a:cubicBezTo>
                      <a:pt x="2345" y="881"/>
                      <a:pt x="2099" y="636"/>
                      <a:pt x="1795" y="636"/>
                    </a:cubicBezTo>
                    <a:cubicBezTo>
                      <a:pt x="1490" y="636"/>
                      <a:pt x="1242" y="883"/>
                      <a:pt x="1242" y="1189"/>
                    </a:cubicBezTo>
                    <a:cubicBezTo>
                      <a:pt x="1242" y="1189"/>
                      <a:pt x="1242" y="1189"/>
                      <a:pt x="1242" y="1189"/>
                    </a:cubicBezTo>
                    <a:cubicBezTo>
                      <a:pt x="1242" y="1379"/>
                      <a:pt x="1088" y="1534"/>
                      <a:pt x="897" y="1534"/>
                    </a:cubicBezTo>
                    <a:cubicBezTo>
                      <a:pt x="706" y="1534"/>
                      <a:pt x="552" y="1379"/>
                      <a:pt x="552" y="1189"/>
                    </a:cubicBezTo>
                    <a:cubicBezTo>
                      <a:pt x="552" y="553"/>
                      <a:pt x="552" y="553"/>
                      <a:pt x="552" y="553"/>
                    </a:cubicBezTo>
                    <a:cubicBezTo>
                      <a:pt x="552" y="553"/>
                      <a:pt x="552" y="553"/>
                      <a:pt x="552" y="553"/>
                    </a:cubicBezTo>
                    <a:cubicBezTo>
                      <a:pt x="552" y="247"/>
                      <a:pt x="305" y="0"/>
                      <a:pt x="0" y="0"/>
                    </a:cubicBezTo>
                    <a:cubicBezTo>
                      <a:pt x="0" y="207"/>
                      <a:pt x="0" y="207"/>
                      <a:pt x="0" y="207"/>
                    </a:cubicBezTo>
                    <a:cubicBezTo>
                      <a:pt x="0" y="207"/>
                      <a:pt x="0" y="207"/>
                      <a:pt x="0" y="207"/>
                    </a:cubicBezTo>
                    <a:cubicBezTo>
                      <a:pt x="190" y="207"/>
                      <a:pt x="345" y="362"/>
                      <a:pt x="345" y="553"/>
                    </a:cubicBezTo>
                    <a:cubicBezTo>
                      <a:pt x="345" y="553"/>
                      <a:pt x="345" y="553"/>
                      <a:pt x="345" y="553"/>
                    </a:cubicBezTo>
                    <a:cubicBezTo>
                      <a:pt x="345" y="1189"/>
                      <a:pt x="345" y="1189"/>
                      <a:pt x="345" y="1189"/>
                    </a:cubicBezTo>
                    <a:cubicBezTo>
                      <a:pt x="345" y="1189"/>
                      <a:pt x="345" y="1189"/>
                      <a:pt x="345" y="1189"/>
                    </a:cubicBezTo>
                    <a:cubicBezTo>
                      <a:pt x="345" y="1494"/>
                      <a:pt x="592" y="1741"/>
                      <a:pt x="897" y="1741"/>
                    </a:cubicBezTo>
                    <a:cubicBezTo>
                      <a:pt x="1202" y="1741"/>
                      <a:pt x="1449" y="1494"/>
                      <a:pt x="1449" y="1189"/>
                    </a:cubicBezTo>
                    <a:cubicBezTo>
                      <a:pt x="1450" y="1189"/>
                      <a:pt x="1450" y="1189"/>
                      <a:pt x="1450" y="1189"/>
                    </a:cubicBezTo>
                    <a:cubicBezTo>
                      <a:pt x="1450" y="998"/>
                      <a:pt x="1604" y="843"/>
                      <a:pt x="1795" y="843"/>
                    </a:cubicBezTo>
                    <a:cubicBezTo>
                      <a:pt x="1986" y="843"/>
                      <a:pt x="2140" y="998"/>
                      <a:pt x="2140" y="1189"/>
                    </a:cubicBezTo>
                    <a:cubicBezTo>
                      <a:pt x="2141" y="1189"/>
                      <a:pt x="2141" y="1189"/>
                      <a:pt x="2141" y="1189"/>
                    </a:cubicBezTo>
                    <a:cubicBezTo>
                      <a:pt x="2141" y="2075"/>
                      <a:pt x="2141" y="2075"/>
                      <a:pt x="2141" y="2075"/>
                    </a:cubicBezTo>
                    <a:cubicBezTo>
                      <a:pt x="2140" y="2075"/>
                      <a:pt x="2140" y="2075"/>
                      <a:pt x="2140" y="2075"/>
                    </a:cubicBezTo>
                    <a:cubicBezTo>
                      <a:pt x="2140" y="2378"/>
                      <a:pt x="2386" y="2625"/>
                      <a:pt x="2689" y="2627"/>
                    </a:cubicBezTo>
                    <a:cubicBezTo>
                      <a:pt x="2689" y="2627"/>
                      <a:pt x="2689" y="2627"/>
                      <a:pt x="2689" y="2627"/>
                    </a:cubicBezTo>
                    <a:cubicBezTo>
                      <a:pt x="3580" y="2627"/>
                      <a:pt x="3580" y="2627"/>
                      <a:pt x="3580" y="2627"/>
                    </a:cubicBezTo>
                    <a:cubicBezTo>
                      <a:pt x="3586" y="2421"/>
                      <a:pt x="3586" y="2421"/>
                      <a:pt x="3586" y="2421"/>
                    </a:cubicBezTo>
                    <a:cubicBezTo>
                      <a:pt x="3586" y="2420"/>
                      <a:pt x="3586" y="2420"/>
                      <a:pt x="3586" y="2420"/>
                    </a:cubicBezTo>
                    <a:lnTo>
                      <a:pt x="2693" y="2420"/>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20"/>
              <p:cNvGrpSpPr/>
              <p:nvPr/>
            </p:nvGrpSpPr>
            <p:grpSpPr>
              <a:xfrm>
                <a:off x="1238250" y="165100"/>
                <a:ext cx="6469063" cy="4672013"/>
                <a:chOff x="1238250" y="165100"/>
                <a:chExt cx="6469063" cy="4672013"/>
              </a:xfrm>
            </p:grpSpPr>
            <p:sp>
              <p:nvSpPr>
                <p:cNvPr id="4111" name="Freeform 15"/>
                <p:cNvSpPr>
                  <a:spLocks/>
                </p:cNvSpPr>
                <p:nvPr/>
              </p:nvSpPr>
              <p:spPr bwMode="auto">
                <a:xfrm>
                  <a:off x="1238250" y="165100"/>
                  <a:ext cx="71438" cy="65088"/>
                </a:xfrm>
                <a:custGeom>
                  <a:avLst/>
                  <a:gdLst/>
                  <a:ahLst/>
                  <a:cxnLst>
                    <a:cxn ang="0">
                      <a:pos x="30" y="34"/>
                    </a:cxn>
                    <a:cxn ang="0">
                      <a:pos x="0" y="28"/>
                    </a:cxn>
                    <a:cxn ang="0">
                      <a:pos x="5" y="0"/>
                    </a:cxn>
                    <a:cxn ang="0">
                      <a:pos x="37" y="7"/>
                    </a:cxn>
                    <a:cxn ang="0">
                      <a:pos x="30" y="34"/>
                    </a:cxn>
                  </a:cxnLst>
                  <a:rect l="0" t="0" r="r" b="b"/>
                  <a:pathLst>
                    <a:path w="37" h="34">
                      <a:moveTo>
                        <a:pt x="30" y="34"/>
                      </a:moveTo>
                      <a:cubicBezTo>
                        <a:pt x="20" y="32"/>
                        <a:pt x="10" y="30"/>
                        <a:pt x="0" y="28"/>
                      </a:cubicBezTo>
                      <a:cubicBezTo>
                        <a:pt x="5" y="0"/>
                        <a:pt x="5" y="0"/>
                        <a:pt x="5" y="0"/>
                      </a:cubicBezTo>
                      <a:cubicBezTo>
                        <a:pt x="16" y="2"/>
                        <a:pt x="27" y="4"/>
                        <a:pt x="37" y="7"/>
                      </a:cubicBezTo>
                      <a:lnTo>
                        <a:pt x="30" y="3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noEditPoints="1"/>
                </p:cNvSpPr>
                <p:nvPr/>
              </p:nvSpPr>
              <p:spPr bwMode="auto">
                <a:xfrm>
                  <a:off x="1408113" y="215900"/>
                  <a:ext cx="6116638" cy="4621213"/>
                </a:xfrm>
                <a:custGeom>
                  <a:avLst/>
                  <a:gdLst/>
                  <a:ahLst/>
                  <a:cxnLst>
                    <a:cxn ang="0">
                      <a:pos x="2546" y="2401"/>
                    </a:cxn>
                    <a:cxn ang="0">
                      <a:pos x="3152" y="2429"/>
                    </a:cxn>
                    <a:cxn ang="0">
                      <a:pos x="3025" y="2429"/>
                    </a:cxn>
                    <a:cxn ang="0">
                      <a:pos x="2898" y="2429"/>
                    </a:cxn>
                    <a:cxn ang="0">
                      <a:pos x="2771" y="2429"/>
                    </a:cxn>
                    <a:cxn ang="0">
                      <a:pos x="2644" y="2429"/>
                    </a:cxn>
                    <a:cxn ang="0">
                      <a:pos x="2389" y="2404"/>
                    </a:cxn>
                    <a:cxn ang="0">
                      <a:pos x="2275" y="2338"/>
                    </a:cxn>
                    <a:cxn ang="0">
                      <a:pos x="2192" y="2237"/>
                    </a:cxn>
                    <a:cxn ang="0">
                      <a:pos x="2141" y="2117"/>
                    </a:cxn>
                    <a:cxn ang="0">
                      <a:pos x="2115" y="1990"/>
                    </a:cxn>
                    <a:cxn ang="0">
                      <a:pos x="2111" y="1918"/>
                    </a:cxn>
                    <a:cxn ang="0">
                      <a:pos x="2140" y="1918"/>
                    </a:cxn>
                    <a:cxn ang="0">
                      <a:pos x="2111" y="1734"/>
                    </a:cxn>
                    <a:cxn ang="0">
                      <a:pos x="2111" y="1607"/>
                    </a:cxn>
                    <a:cxn ang="0">
                      <a:pos x="2111" y="1481"/>
                    </a:cxn>
                    <a:cxn ang="0">
                      <a:pos x="820" y="1504"/>
                    </a:cxn>
                    <a:cxn ang="0">
                      <a:pos x="636" y="1497"/>
                    </a:cxn>
                    <a:cxn ang="0">
                      <a:pos x="938" y="1471"/>
                    </a:cxn>
                    <a:cxn ang="0">
                      <a:pos x="524" y="1451"/>
                    </a:cxn>
                    <a:cxn ang="0">
                      <a:pos x="1042" y="1406"/>
                    </a:cxn>
                    <a:cxn ang="0">
                      <a:pos x="433" y="1370"/>
                    </a:cxn>
                    <a:cxn ang="0">
                      <a:pos x="2111" y="1354"/>
                    </a:cxn>
                    <a:cxn ang="0">
                      <a:pos x="1123" y="1315"/>
                    </a:cxn>
                    <a:cxn ang="0">
                      <a:pos x="371" y="1265"/>
                    </a:cxn>
                    <a:cxn ang="0">
                      <a:pos x="2111" y="1227"/>
                    </a:cxn>
                    <a:cxn ang="0">
                      <a:pos x="1180" y="1205"/>
                    </a:cxn>
                    <a:cxn ang="0">
                      <a:pos x="335" y="1146"/>
                    </a:cxn>
                    <a:cxn ang="0">
                      <a:pos x="2111" y="1100"/>
                    </a:cxn>
                    <a:cxn ang="0">
                      <a:pos x="1200" y="1138"/>
                    </a:cxn>
                    <a:cxn ang="0">
                      <a:pos x="1229" y="1138"/>
                    </a:cxn>
                    <a:cxn ang="0">
                      <a:pos x="299" y="1085"/>
                    </a:cxn>
                    <a:cxn ang="0">
                      <a:pos x="2097" y="977"/>
                    </a:cxn>
                    <a:cxn ang="0">
                      <a:pos x="1211" y="1020"/>
                    </a:cxn>
                    <a:cxn ang="0">
                      <a:pos x="299" y="959"/>
                    </a:cxn>
                    <a:cxn ang="0">
                      <a:pos x="2055" y="861"/>
                    </a:cxn>
                    <a:cxn ang="0">
                      <a:pos x="1246" y="895"/>
                    </a:cxn>
                    <a:cxn ang="0">
                      <a:pos x="299" y="832"/>
                    </a:cxn>
                    <a:cxn ang="0">
                      <a:pos x="1985" y="761"/>
                    </a:cxn>
                    <a:cxn ang="0">
                      <a:pos x="1309" y="781"/>
                    </a:cxn>
                    <a:cxn ang="0">
                      <a:pos x="1888" y="688"/>
                    </a:cxn>
                    <a:cxn ang="0">
                      <a:pos x="1402" y="689"/>
                    </a:cxn>
                    <a:cxn ang="0">
                      <a:pos x="299" y="705"/>
                    </a:cxn>
                    <a:cxn ang="0">
                      <a:pos x="1772" y="649"/>
                    </a:cxn>
                    <a:cxn ang="0">
                      <a:pos x="1520" y="633"/>
                    </a:cxn>
                    <a:cxn ang="0">
                      <a:pos x="1675" y="640"/>
                    </a:cxn>
                    <a:cxn ang="0">
                      <a:pos x="1711" y="641"/>
                    </a:cxn>
                    <a:cxn ang="0">
                      <a:pos x="328" y="578"/>
                    </a:cxn>
                    <a:cxn ang="0">
                      <a:pos x="323" y="385"/>
                    </a:cxn>
                    <a:cxn ang="0">
                      <a:pos x="288" y="260"/>
                    </a:cxn>
                    <a:cxn ang="0">
                      <a:pos x="221" y="148"/>
                    </a:cxn>
                    <a:cxn ang="0">
                      <a:pos x="126" y="59"/>
                    </a:cxn>
                    <a:cxn ang="0">
                      <a:pos x="10" y="0"/>
                    </a:cxn>
                  </a:cxnLst>
                  <a:rect l="0" t="0" r="r" b="b"/>
                  <a:pathLst>
                    <a:path w="3215" h="2429">
                      <a:moveTo>
                        <a:pt x="2546" y="2429"/>
                      </a:moveTo>
                      <a:cubicBezTo>
                        <a:pt x="2536" y="2429"/>
                        <a:pt x="2526" y="2429"/>
                        <a:pt x="2516" y="2429"/>
                      </a:cubicBezTo>
                      <a:cubicBezTo>
                        <a:pt x="2518" y="2400"/>
                        <a:pt x="2518" y="2400"/>
                        <a:pt x="2518" y="2400"/>
                      </a:cubicBezTo>
                      <a:cubicBezTo>
                        <a:pt x="2527" y="2401"/>
                        <a:pt x="2537" y="2401"/>
                        <a:pt x="2546" y="2401"/>
                      </a:cubicBezTo>
                      <a:cubicBezTo>
                        <a:pt x="2546" y="2401"/>
                        <a:pt x="2546" y="2401"/>
                        <a:pt x="2546" y="2401"/>
                      </a:cubicBezTo>
                      <a:cubicBezTo>
                        <a:pt x="2581" y="2401"/>
                        <a:pt x="2581" y="2401"/>
                        <a:pt x="2581" y="2401"/>
                      </a:cubicBezTo>
                      <a:cubicBezTo>
                        <a:pt x="2581" y="2429"/>
                        <a:pt x="2581" y="2429"/>
                        <a:pt x="2581" y="2429"/>
                      </a:cubicBezTo>
                      <a:cubicBezTo>
                        <a:pt x="2546" y="2429"/>
                        <a:pt x="2546" y="2429"/>
                        <a:pt x="2546" y="2429"/>
                      </a:cubicBezTo>
                      <a:close/>
                      <a:moveTo>
                        <a:pt x="3215" y="2429"/>
                      </a:moveTo>
                      <a:cubicBezTo>
                        <a:pt x="3152" y="2429"/>
                        <a:pt x="3152" y="2429"/>
                        <a:pt x="3152" y="2429"/>
                      </a:cubicBezTo>
                      <a:cubicBezTo>
                        <a:pt x="3152" y="2401"/>
                        <a:pt x="3152" y="2401"/>
                        <a:pt x="3152" y="2401"/>
                      </a:cubicBezTo>
                      <a:cubicBezTo>
                        <a:pt x="3215" y="2401"/>
                        <a:pt x="3215" y="2401"/>
                        <a:pt x="3215" y="2401"/>
                      </a:cubicBezTo>
                      <a:lnTo>
                        <a:pt x="3215" y="2429"/>
                      </a:lnTo>
                      <a:close/>
                      <a:moveTo>
                        <a:pt x="3088" y="2429"/>
                      </a:moveTo>
                      <a:cubicBezTo>
                        <a:pt x="3025" y="2429"/>
                        <a:pt x="3025" y="2429"/>
                        <a:pt x="3025" y="2429"/>
                      </a:cubicBezTo>
                      <a:cubicBezTo>
                        <a:pt x="3025" y="2401"/>
                        <a:pt x="3025" y="2401"/>
                        <a:pt x="3025" y="2401"/>
                      </a:cubicBezTo>
                      <a:cubicBezTo>
                        <a:pt x="3088" y="2401"/>
                        <a:pt x="3088" y="2401"/>
                        <a:pt x="3088" y="2401"/>
                      </a:cubicBezTo>
                      <a:lnTo>
                        <a:pt x="3088" y="2429"/>
                      </a:lnTo>
                      <a:close/>
                      <a:moveTo>
                        <a:pt x="2961" y="2429"/>
                      </a:moveTo>
                      <a:cubicBezTo>
                        <a:pt x="2898" y="2429"/>
                        <a:pt x="2898" y="2429"/>
                        <a:pt x="2898" y="2429"/>
                      </a:cubicBezTo>
                      <a:cubicBezTo>
                        <a:pt x="2898" y="2401"/>
                        <a:pt x="2898" y="2401"/>
                        <a:pt x="2898" y="2401"/>
                      </a:cubicBezTo>
                      <a:cubicBezTo>
                        <a:pt x="2961" y="2401"/>
                        <a:pt x="2961" y="2401"/>
                        <a:pt x="2961" y="2401"/>
                      </a:cubicBezTo>
                      <a:lnTo>
                        <a:pt x="2961" y="2429"/>
                      </a:lnTo>
                      <a:close/>
                      <a:moveTo>
                        <a:pt x="2834" y="2429"/>
                      </a:moveTo>
                      <a:cubicBezTo>
                        <a:pt x="2771" y="2429"/>
                        <a:pt x="2771" y="2429"/>
                        <a:pt x="2771" y="2429"/>
                      </a:cubicBezTo>
                      <a:cubicBezTo>
                        <a:pt x="2771" y="2401"/>
                        <a:pt x="2771" y="2401"/>
                        <a:pt x="2771" y="2401"/>
                      </a:cubicBezTo>
                      <a:cubicBezTo>
                        <a:pt x="2834" y="2401"/>
                        <a:pt x="2834" y="2401"/>
                        <a:pt x="2834" y="2401"/>
                      </a:cubicBezTo>
                      <a:lnTo>
                        <a:pt x="2834" y="2429"/>
                      </a:lnTo>
                      <a:close/>
                      <a:moveTo>
                        <a:pt x="2708" y="2429"/>
                      </a:moveTo>
                      <a:cubicBezTo>
                        <a:pt x="2644" y="2429"/>
                        <a:pt x="2644" y="2429"/>
                        <a:pt x="2644" y="2429"/>
                      </a:cubicBezTo>
                      <a:cubicBezTo>
                        <a:pt x="2644" y="2401"/>
                        <a:pt x="2644" y="2401"/>
                        <a:pt x="2644" y="2401"/>
                      </a:cubicBezTo>
                      <a:cubicBezTo>
                        <a:pt x="2708" y="2401"/>
                        <a:pt x="2708" y="2401"/>
                        <a:pt x="2708" y="2401"/>
                      </a:cubicBezTo>
                      <a:lnTo>
                        <a:pt x="2708" y="2429"/>
                      </a:lnTo>
                      <a:close/>
                      <a:moveTo>
                        <a:pt x="2452" y="2421"/>
                      </a:moveTo>
                      <a:cubicBezTo>
                        <a:pt x="2430" y="2417"/>
                        <a:pt x="2409" y="2411"/>
                        <a:pt x="2389" y="2404"/>
                      </a:cubicBezTo>
                      <a:cubicBezTo>
                        <a:pt x="2398" y="2377"/>
                        <a:pt x="2398" y="2377"/>
                        <a:pt x="2398" y="2377"/>
                      </a:cubicBezTo>
                      <a:cubicBezTo>
                        <a:pt x="2417" y="2384"/>
                        <a:pt x="2437" y="2389"/>
                        <a:pt x="2457" y="2393"/>
                      </a:cubicBezTo>
                      <a:lnTo>
                        <a:pt x="2452" y="2421"/>
                      </a:lnTo>
                      <a:close/>
                      <a:moveTo>
                        <a:pt x="2329" y="2376"/>
                      </a:moveTo>
                      <a:cubicBezTo>
                        <a:pt x="2310" y="2365"/>
                        <a:pt x="2292" y="2352"/>
                        <a:pt x="2275" y="2338"/>
                      </a:cubicBezTo>
                      <a:cubicBezTo>
                        <a:pt x="2294" y="2316"/>
                        <a:pt x="2294" y="2316"/>
                        <a:pt x="2294" y="2316"/>
                      </a:cubicBezTo>
                      <a:cubicBezTo>
                        <a:pt x="2309" y="2329"/>
                        <a:pt x="2326" y="2341"/>
                        <a:pt x="2343" y="2351"/>
                      </a:cubicBezTo>
                      <a:lnTo>
                        <a:pt x="2329" y="2376"/>
                      </a:lnTo>
                      <a:close/>
                      <a:moveTo>
                        <a:pt x="2229" y="2291"/>
                      </a:moveTo>
                      <a:cubicBezTo>
                        <a:pt x="2216" y="2274"/>
                        <a:pt x="2203" y="2256"/>
                        <a:pt x="2192" y="2237"/>
                      </a:cubicBezTo>
                      <a:cubicBezTo>
                        <a:pt x="2216" y="2222"/>
                        <a:pt x="2216" y="2222"/>
                        <a:pt x="2216" y="2222"/>
                      </a:cubicBezTo>
                      <a:cubicBezTo>
                        <a:pt x="2227" y="2240"/>
                        <a:pt x="2239" y="2257"/>
                        <a:pt x="2251" y="2273"/>
                      </a:cubicBezTo>
                      <a:lnTo>
                        <a:pt x="2229" y="2291"/>
                      </a:lnTo>
                      <a:close/>
                      <a:moveTo>
                        <a:pt x="2163" y="2178"/>
                      </a:moveTo>
                      <a:cubicBezTo>
                        <a:pt x="2154" y="2159"/>
                        <a:pt x="2147" y="2138"/>
                        <a:pt x="2141" y="2117"/>
                      </a:cubicBezTo>
                      <a:cubicBezTo>
                        <a:pt x="2168" y="2109"/>
                        <a:pt x="2168" y="2109"/>
                        <a:pt x="2168" y="2109"/>
                      </a:cubicBezTo>
                      <a:cubicBezTo>
                        <a:pt x="2174" y="2129"/>
                        <a:pt x="2181" y="2149"/>
                        <a:pt x="2189" y="2167"/>
                      </a:cubicBezTo>
                      <a:lnTo>
                        <a:pt x="2163" y="2178"/>
                      </a:lnTo>
                      <a:close/>
                      <a:moveTo>
                        <a:pt x="2125" y="2054"/>
                      </a:moveTo>
                      <a:cubicBezTo>
                        <a:pt x="2121" y="2033"/>
                        <a:pt x="2118" y="2012"/>
                        <a:pt x="2115" y="1990"/>
                      </a:cubicBezTo>
                      <a:cubicBezTo>
                        <a:pt x="2144" y="1987"/>
                        <a:pt x="2144" y="1987"/>
                        <a:pt x="2144" y="1987"/>
                      </a:cubicBezTo>
                      <a:cubicBezTo>
                        <a:pt x="2146" y="2008"/>
                        <a:pt x="2149" y="2028"/>
                        <a:pt x="2153" y="2048"/>
                      </a:cubicBezTo>
                      <a:lnTo>
                        <a:pt x="2125" y="2054"/>
                      </a:lnTo>
                      <a:close/>
                      <a:moveTo>
                        <a:pt x="2111" y="1925"/>
                      </a:moveTo>
                      <a:cubicBezTo>
                        <a:pt x="2111" y="1922"/>
                        <a:pt x="2111" y="1920"/>
                        <a:pt x="2111" y="1918"/>
                      </a:cubicBezTo>
                      <a:cubicBezTo>
                        <a:pt x="2111" y="1913"/>
                        <a:pt x="2111" y="1910"/>
                        <a:pt x="2111" y="1909"/>
                      </a:cubicBezTo>
                      <a:cubicBezTo>
                        <a:pt x="2111" y="1861"/>
                        <a:pt x="2111" y="1861"/>
                        <a:pt x="2111" y="1861"/>
                      </a:cubicBezTo>
                      <a:cubicBezTo>
                        <a:pt x="2140" y="1861"/>
                        <a:pt x="2140" y="1861"/>
                        <a:pt x="2140" y="1861"/>
                      </a:cubicBezTo>
                      <a:cubicBezTo>
                        <a:pt x="2140" y="1910"/>
                        <a:pt x="2140" y="1910"/>
                        <a:pt x="2140" y="1910"/>
                      </a:cubicBezTo>
                      <a:cubicBezTo>
                        <a:pt x="2140" y="1910"/>
                        <a:pt x="2140" y="1913"/>
                        <a:pt x="2140" y="1918"/>
                      </a:cubicBezTo>
                      <a:cubicBezTo>
                        <a:pt x="2140" y="1920"/>
                        <a:pt x="2140" y="1922"/>
                        <a:pt x="2140" y="1925"/>
                      </a:cubicBezTo>
                      <a:lnTo>
                        <a:pt x="2111" y="1925"/>
                      </a:lnTo>
                      <a:close/>
                      <a:moveTo>
                        <a:pt x="2140" y="1798"/>
                      </a:moveTo>
                      <a:cubicBezTo>
                        <a:pt x="2111" y="1798"/>
                        <a:pt x="2111" y="1798"/>
                        <a:pt x="2111" y="1798"/>
                      </a:cubicBezTo>
                      <a:cubicBezTo>
                        <a:pt x="2111" y="1734"/>
                        <a:pt x="2111" y="1734"/>
                        <a:pt x="2111" y="1734"/>
                      </a:cubicBezTo>
                      <a:cubicBezTo>
                        <a:pt x="2140" y="1734"/>
                        <a:pt x="2140" y="1734"/>
                        <a:pt x="2140" y="1734"/>
                      </a:cubicBezTo>
                      <a:lnTo>
                        <a:pt x="2140" y="1798"/>
                      </a:lnTo>
                      <a:close/>
                      <a:moveTo>
                        <a:pt x="2140" y="1671"/>
                      </a:moveTo>
                      <a:cubicBezTo>
                        <a:pt x="2111" y="1671"/>
                        <a:pt x="2111" y="1671"/>
                        <a:pt x="2111" y="1671"/>
                      </a:cubicBezTo>
                      <a:cubicBezTo>
                        <a:pt x="2111" y="1607"/>
                        <a:pt x="2111" y="1607"/>
                        <a:pt x="2111" y="1607"/>
                      </a:cubicBezTo>
                      <a:cubicBezTo>
                        <a:pt x="2140" y="1607"/>
                        <a:pt x="2140" y="1607"/>
                        <a:pt x="2140" y="1607"/>
                      </a:cubicBezTo>
                      <a:lnTo>
                        <a:pt x="2140" y="1671"/>
                      </a:lnTo>
                      <a:close/>
                      <a:moveTo>
                        <a:pt x="2140" y="1544"/>
                      </a:moveTo>
                      <a:cubicBezTo>
                        <a:pt x="2111" y="1544"/>
                        <a:pt x="2111" y="1544"/>
                        <a:pt x="2111" y="1544"/>
                      </a:cubicBezTo>
                      <a:cubicBezTo>
                        <a:pt x="2111" y="1481"/>
                        <a:pt x="2111" y="1481"/>
                        <a:pt x="2111" y="1481"/>
                      </a:cubicBezTo>
                      <a:cubicBezTo>
                        <a:pt x="2140" y="1481"/>
                        <a:pt x="2140" y="1481"/>
                        <a:pt x="2140" y="1481"/>
                      </a:cubicBezTo>
                      <a:lnTo>
                        <a:pt x="2140" y="1544"/>
                      </a:lnTo>
                      <a:close/>
                      <a:moveTo>
                        <a:pt x="759" y="1537"/>
                      </a:moveTo>
                      <a:cubicBezTo>
                        <a:pt x="759" y="1508"/>
                        <a:pt x="759" y="1508"/>
                        <a:pt x="759" y="1508"/>
                      </a:cubicBezTo>
                      <a:cubicBezTo>
                        <a:pt x="780" y="1508"/>
                        <a:pt x="800" y="1506"/>
                        <a:pt x="820" y="1504"/>
                      </a:cubicBezTo>
                      <a:cubicBezTo>
                        <a:pt x="824" y="1532"/>
                        <a:pt x="824" y="1532"/>
                        <a:pt x="824" y="1532"/>
                      </a:cubicBezTo>
                      <a:cubicBezTo>
                        <a:pt x="803" y="1535"/>
                        <a:pt x="781" y="1536"/>
                        <a:pt x="759" y="1537"/>
                      </a:cubicBezTo>
                      <a:close/>
                      <a:moveTo>
                        <a:pt x="694" y="1535"/>
                      </a:moveTo>
                      <a:cubicBezTo>
                        <a:pt x="672" y="1533"/>
                        <a:pt x="650" y="1530"/>
                        <a:pt x="630" y="1525"/>
                      </a:cubicBezTo>
                      <a:cubicBezTo>
                        <a:pt x="636" y="1497"/>
                        <a:pt x="636" y="1497"/>
                        <a:pt x="636" y="1497"/>
                      </a:cubicBezTo>
                      <a:cubicBezTo>
                        <a:pt x="656" y="1502"/>
                        <a:pt x="676" y="1505"/>
                        <a:pt x="697" y="1507"/>
                      </a:cubicBezTo>
                      <a:lnTo>
                        <a:pt x="694" y="1535"/>
                      </a:lnTo>
                      <a:close/>
                      <a:moveTo>
                        <a:pt x="888" y="1519"/>
                      </a:moveTo>
                      <a:cubicBezTo>
                        <a:pt x="880" y="1491"/>
                        <a:pt x="880" y="1491"/>
                        <a:pt x="880" y="1491"/>
                      </a:cubicBezTo>
                      <a:cubicBezTo>
                        <a:pt x="900" y="1486"/>
                        <a:pt x="920" y="1479"/>
                        <a:pt x="938" y="1471"/>
                      </a:cubicBezTo>
                      <a:cubicBezTo>
                        <a:pt x="949" y="1497"/>
                        <a:pt x="949" y="1497"/>
                        <a:pt x="949" y="1497"/>
                      </a:cubicBezTo>
                      <a:cubicBezTo>
                        <a:pt x="930" y="1506"/>
                        <a:pt x="909" y="1513"/>
                        <a:pt x="888" y="1519"/>
                      </a:cubicBezTo>
                      <a:close/>
                      <a:moveTo>
                        <a:pt x="567" y="1505"/>
                      </a:moveTo>
                      <a:cubicBezTo>
                        <a:pt x="547" y="1497"/>
                        <a:pt x="527" y="1487"/>
                        <a:pt x="509" y="1475"/>
                      </a:cubicBezTo>
                      <a:cubicBezTo>
                        <a:pt x="524" y="1451"/>
                        <a:pt x="524" y="1451"/>
                        <a:pt x="524" y="1451"/>
                      </a:cubicBezTo>
                      <a:cubicBezTo>
                        <a:pt x="541" y="1462"/>
                        <a:pt x="559" y="1471"/>
                        <a:pt x="578" y="1479"/>
                      </a:cubicBezTo>
                      <a:lnTo>
                        <a:pt x="567" y="1505"/>
                      </a:lnTo>
                      <a:close/>
                      <a:moveTo>
                        <a:pt x="1007" y="1467"/>
                      </a:moveTo>
                      <a:cubicBezTo>
                        <a:pt x="992" y="1443"/>
                        <a:pt x="992" y="1443"/>
                        <a:pt x="992" y="1443"/>
                      </a:cubicBezTo>
                      <a:cubicBezTo>
                        <a:pt x="1010" y="1432"/>
                        <a:pt x="1026" y="1420"/>
                        <a:pt x="1042" y="1406"/>
                      </a:cubicBezTo>
                      <a:cubicBezTo>
                        <a:pt x="1060" y="1428"/>
                        <a:pt x="1060" y="1428"/>
                        <a:pt x="1060" y="1428"/>
                      </a:cubicBezTo>
                      <a:cubicBezTo>
                        <a:pt x="1044" y="1442"/>
                        <a:pt x="1026" y="1455"/>
                        <a:pt x="1007" y="1467"/>
                      </a:cubicBezTo>
                      <a:close/>
                      <a:moveTo>
                        <a:pt x="456" y="1436"/>
                      </a:moveTo>
                      <a:cubicBezTo>
                        <a:pt x="440" y="1421"/>
                        <a:pt x="425" y="1405"/>
                        <a:pt x="411" y="1388"/>
                      </a:cubicBezTo>
                      <a:cubicBezTo>
                        <a:pt x="433" y="1370"/>
                        <a:pt x="433" y="1370"/>
                        <a:pt x="433" y="1370"/>
                      </a:cubicBezTo>
                      <a:cubicBezTo>
                        <a:pt x="446" y="1386"/>
                        <a:pt x="460" y="1401"/>
                        <a:pt x="475" y="1415"/>
                      </a:cubicBezTo>
                      <a:lnTo>
                        <a:pt x="456" y="1436"/>
                      </a:lnTo>
                      <a:close/>
                      <a:moveTo>
                        <a:pt x="2140" y="1417"/>
                      </a:moveTo>
                      <a:cubicBezTo>
                        <a:pt x="2111" y="1417"/>
                        <a:pt x="2111" y="1417"/>
                        <a:pt x="2111" y="1417"/>
                      </a:cubicBezTo>
                      <a:cubicBezTo>
                        <a:pt x="2111" y="1354"/>
                        <a:pt x="2111" y="1354"/>
                        <a:pt x="2111" y="1354"/>
                      </a:cubicBezTo>
                      <a:cubicBezTo>
                        <a:pt x="2140" y="1354"/>
                        <a:pt x="2140" y="1354"/>
                        <a:pt x="2140" y="1354"/>
                      </a:cubicBezTo>
                      <a:lnTo>
                        <a:pt x="2140" y="1417"/>
                      </a:lnTo>
                      <a:close/>
                      <a:moveTo>
                        <a:pt x="1107" y="1382"/>
                      </a:moveTo>
                      <a:cubicBezTo>
                        <a:pt x="1086" y="1363"/>
                        <a:pt x="1086" y="1363"/>
                        <a:pt x="1086" y="1363"/>
                      </a:cubicBezTo>
                      <a:cubicBezTo>
                        <a:pt x="1099" y="1348"/>
                        <a:pt x="1112" y="1332"/>
                        <a:pt x="1123" y="1315"/>
                      </a:cubicBezTo>
                      <a:cubicBezTo>
                        <a:pt x="1147" y="1330"/>
                        <a:pt x="1147" y="1330"/>
                        <a:pt x="1147" y="1330"/>
                      </a:cubicBezTo>
                      <a:cubicBezTo>
                        <a:pt x="1134" y="1349"/>
                        <a:pt x="1121" y="1366"/>
                        <a:pt x="1107" y="1382"/>
                      </a:cubicBezTo>
                      <a:close/>
                      <a:moveTo>
                        <a:pt x="374" y="1334"/>
                      </a:moveTo>
                      <a:cubicBezTo>
                        <a:pt x="363" y="1316"/>
                        <a:pt x="353" y="1296"/>
                        <a:pt x="345" y="1276"/>
                      </a:cubicBezTo>
                      <a:cubicBezTo>
                        <a:pt x="371" y="1265"/>
                        <a:pt x="371" y="1265"/>
                        <a:pt x="371" y="1265"/>
                      </a:cubicBezTo>
                      <a:cubicBezTo>
                        <a:pt x="379" y="1284"/>
                        <a:pt x="388" y="1302"/>
                        <a:pt x="399" y="1320"/>
                      </a:cubicBezTo>
                      <a:lnTo>
                        <a:pt x="374" y="1334"/>
                      </a:lnTo>
                      <a:close/>
                      <a:moveTo>
                        <a:pt x="2140" y="1290"/>
                      </a:moveTo>
                      <a:cubicBezTo>
                        <a:pt x="2111" y="1290"/>
                        <a:pt x="2111" y="1290"/>
                        <a:pt x="2111" y="1290"/>
                      </a:cubicBezTo>
                      <a:cubicBezTo>
                        <a:pt x="2111" y="1227"/>
                        <a:pt x="2111" y="1227"/>
                        <a:pt x="2111" y="1227"/>
                      </a:cubicBezTo>
                      <a:cubicBezTo>
                        <a:pt x="2140" y="1227"/>
                        <a:pt x="2140" y="1227"/>
                        <a:pt x="2140" y="1227"/>
                      </a:cubicBezTo>
                      <a:lnTo>
                        <a:pt x="2140" y="1290"/>
                      </a:lnTo>
                      <a:close/>
                      <a:moveTo>
                        <a:pt x="1180" y="1274"/>
                      </a:moveTo>
                      <a:cubicBezTo>
                        <a:pt x="1155" y="1261"/>
                        <a:pt x="1155" y="1261"/>
                        <a:pt x="1155" y="1261"/>
                      </a:cubicBezTo>
                      <a:cubicBezTo>
                        <a:pt x="1164" y="1243"/>
                        <a:pt x="1173" y="1224"/>
                        <a:pt x="1180" y="1205"/>
                      </a:cubicBezTo>
                      <a:cubicBezTo>
                        <a:pt x="1206" y="1215"/>
                        <a:pt x="1206" y="1215"/>
                        <a:pt x="1206" y="1215"/>
                      </a:cubicBezTo>
                      <a:cubicBezTo>
                        <a:pt x="1199" y="1235"/>
                        <a:pt x="1190" y="1255"/>
                        <a:pt x="1180" y="1274"/>
                      </a:cubicBezTo>
                      <a:close/>
                      <a:moveTo>
                        <a:pt x="322" y="1215"/>
                      </a:moveTo>
                      <a:cubicBezTo>
                        <a:pt x="316" y="1194"/>
                        <a:pt x="311" y="1173"/>
                        <a:pt x="307" y="1151"/>
                      </a:cubicBezTo>
                      <a:cubicBezTo>
                        <a:pt x="335" y="1146"/>
                        <a:pt x="335" y="1146"/>
                        <a:pt x="335" y="1146"/>
                      </a:cubicBezTo>
                      <a:cubicBezTo>
                        <a:pt x="338" y="1166"/>
                        <a:pt x="343" y="1187"/>
                        <a:pt x="349" y="1206"/>
                      </a:cubicBezTo>
                      <a:lnTo>
                        <a:pt x="322" y="1215"/>
                      </a:lnTo>
                      <a:close/>
                      <a:moveTo>
                        <a:pt x="2140" y="1163"/>
                      </a:moveTo>
                      <a:cubicBezTo>
                        <a:pt x="2111" y="1163"/>
                        <a:pt x="2111" y="1163"/>
                        <a:pt x="2111" y="1163"/>
                      </a:cubicBezTo>
                      <a:cubicBezTo>
                        <a:pt x="2111" y="1100"/>
                        <a:pt x="2111" y="1100"/>
                        <a:pt x="2111" y="1100"/>
                      </a:cubicBezTo>
                      <a:cubicBezTo>
                        <a:pt x="2140" y="1100"/>
                        <a:pt x="2140" y="1100"/>
                        <a:pt x="2140" y="1100"/>
                      </a:cubicBezTo>
                      <a:lnTo>
                        <a:pt x="2140" y="1163"/>
                      </a:lnTo>
                      <a:close/>
                      <a:moveTo>
                        <a:pt x="1226" y="1152"/>
                      </a:moveTo>
                      <a:cubicBezTo>
                        <a:pt x="1198" y="1146"/>
                        <a:pt x="1198" y="1146"/>
                        <a:pt x="1198" y="1146"/>
                      </a:cubicBezTo>
                      <a:cubicBezTo>
                        <a:pt x="1199" y="1142"/>
                        <a:pt x="1200" y="1139"/>
                        <a:pt x="1200" y="1138"/>
                      </a:cubicBezTo>
                      <a:cubicBezTo>
                        <a:pt x="1200" y="1137"/>
                        <a:pt x="1200" y="1136"/>
                        <a:pt x="1200" y="1134"/>
                      </a:cubicBezTo>
                      <a:cubicBezTo>
                        <a:pt x="1200" y="1126"/>
                        <a:pt x="1200" y="1108"/>
                        <a:pt x="1202" y="1084"/>
                      </a:cubicBezTo>
                      <a:cubicBezTo>
                        <a:pt x="1231" y="1087"/>
                        <a:pt x="1231" y="1087"/>
                        <a:pt x="1231" y="1087"/>
                      </a:cubicBezTo>
                      <a:cubicBezTo>
                        <a:pt x="1229" y="1110"/>
                        <a:pt x="1228" y="1126"/>
                        <a:pt x="1228" y="1134"/>
                      </a:cubicBezTo>
                      <a:cubicBezTo>
                        <a:pt x="1228" y="1137"/>
                        <a:pt x="1229" y="1138"/>
                        <a:pt x="1229" y="1138"/>
                      </a:cubicBezTo>
                      <a:cubicBezTo>
                        <a:pt x="1229" y="1140"/>
                        <a:pt x="1229" y="1140"/>
                        <a:pt x="1229" y="1140"/>
                      </a:cubicBezTo>
                      <a:cubicBezTo>
                        <a:pt x="1228" y="1141"/>
                        <a:pt x="1228" y="1141"/>
                        <a:pt x="1228" y="1141"/>
                      </a:cubicBezTo>
                      <a:cubicBezTo>
                        <a:pt x="1228" y="1142"/>
                        <a:pt x="1228" y="1145"/>
                        <a:pt x="1226" y="1152"/>
                      </a:cubicBezTo>
                      <a:close/>
                      <a:moveTo>
                        <a:pt x="328" y="1085"/>
                      </a:moveTo>
                      <a:cubicBezTo>
                        <a:pt x="299" y="1085"/>
                        <a:pt x="299" y="1085"/>
                        <a:pt x="299" y="1085"/>
                      </a:cubicBezTo>
                      <a:cubicBezTo>
                        <a:pt x="299" y="1022"/>
                        <a:pt x="299" y="1022"/>
                        <a:pt x="299" y="1022"/>
                      </a:cubicBezTo>
                      <a:cubicBezTo>
                        <a:pt x="328" y="1022"/>
                        <a:pt x="328" y="1022"/>
                        <a:pt x="328" y="1022"/>
                      </a:cubicBezTo>
                      <a:lnTo>
                        <a:pt x="328" y="1085"/>
                      </a:lnTo>
                      <a:close/>
                      <a:moveTo>
                        <a:pt x="2109" y="1038"/>
                      </a:moveTo>
                      <a:cubicBezTo>
                        <a:pt x="2106" y="1018"/>
                        <a:pt x="2102" y="997"/>
                        <a:pt x="2097" y="977"/>
                      </a:cubicBezTo>
                      <a:cubicBezTo>
                        <a:pt x="2125" y="970"/>
                        <a:pt x="2125" y="970"/>
                        <a:pt x="2125" y="970"/>
                      </a:cubicBezTo>
                      <a:cubicBezTo>
                        <a:pt x="2130" y="992"/>
                        <a:pt x="2134" y="1013"/>
                        <a:pt x="2137" y="1034"/>
                      </a:cubicBezTo>
                      <a:lnTo>
                        <a:pt x="2109" y="1038"/>
                      </a:lnTo>
                      <a:close/>
                      <a:moveTo>
                        <a:pt x="1239" y="1025"/>
                      </a:moveTo>
                      <a:cubicBezTo>
                        <a:pt x="1211" y="1020"/>
                        <a:pt x="1211" y="1020"/>
                        <a:pt x="1211" y="1020"/>
                      </a:cubicBezTo>
                      <a:cubicBezTo>
                        <a:pt x="1215" y="998"/>
                        <a:pt x="1220" y="977"/>
                        <a:pt x="1225" y="957"/>
                      </a:cubicBezTo>
                      <a:cubicBezTo>
                        <a:pt x="1253" y="964"/>
                        <a:pt x="1253" y="964"/>
                        <a:pt x="1253" y="964"/>
                      </a:cubicBezTo>
                      <a:cubicBezTo>
                        <a:pt x="1247" y="984"/>
                        <a:pt x="1243" y="1004"/>
                        <a:pt x="1239" y="1025"/>
                      </a:cubicBezTo>
                      <a:close/>
                      <a:moveTo>
                        <a:pt x="328" y="959"/>
                      </a:moveTo>
                      <a:cubicBezTo>
                        <a:pt x="299" y="959"/>
                        <a:pt x="299" y="959"/>
                        <a:pt x="299" y="959"/>
                      </a:cubicBezTo>
                      <a:cubicBezTo>
                        <a:pt x="299" y="895"/>
                        <a:pt x="299" y="895"/>
                        <a:pt x="299" y="895"/>
                      </a:cubicBezTo>
                      <a:cubicBezTo>
                        <a:pt x="328" y="895"/>
                        <a:pt x="328" y="895"/>
                        <a:pt x="328" y="895"/>
                      </a:cubicBezTo>
                      <a:lnTo>
                        <a:pt x="328" y="959"/>
                      </a:lnTo>
                      <a:close/>
                      <a:moveTo>
                        <a:pt x="2080" y="918"/>
                      </a:moveTo>
                      <a:cubicBezTo>
                        <a:pt x="2073" y="898"/>
                        <a:pt x="2064" y="879"/>
                        <a:pt x="2055" y="861"/>
                      </a:cubicBezTo>
                      <a:cubicBezTo>
                        <a:pt x="2081" y="848"/>
                        <a:pt x="2081" y="848"/>
                        <a:pt x="2081" y="848"/>
                      </a:cubicBezTo>
                      <a:cubicBezTo>
                        <a:pt x="2090" y="867"/>
                        <a:pt x="2099" y="887"/>
                        <a:pt x="2106" y="908"/>
                      </a:cubicBezTo>
                      <a:lnTo>
                        <a:pt x="2080" y="918"/>
                      </a:lnTo>
                      <a:close/>
                      <a:moveTo>
                        <a:pt x="1272" y="905"/>
                      </a:moveTo>
                      <a:cubicBezTo>
                        <a:pt x="1246" y="895"/>
                        <a:pt x="1246" y="895"/>
                        <a:pt x="1246" y="895"/>
                      </a:cubicBezTo>
                      <a:cubicBezTo>
                        <a:pt x="1254" y="874"/>
                        <a:pt x="1263" y="854"/>
                        <a:pt x="1273" y="836"/>
                      </a:cubicBezTo>
                      <a:cubicBezTo>
                        <a:pt x="1298" y="849"/>
                        <a:pt x="1298" y="849"/>
                        <a:pt x="1298" y="849"/>
                      </a:cubicBezTo>
                      <a:cubicBezTo>
                        <a:pt x="1289" y="867"/>
                        <a:pt x="1280" y="886"/>
                        <a:pt x="1272" y="905"/>
                      </a:cubicBezTo>
                      <a:close/>
                      <a:moveTo>
                        <a:pt x="328" y="832"/>
                      </a:moveTo>
                      <a:cubicBezTo>
                        <a:pt x="299" y="832"/>
                        <a:pt x="299" y="832"/>
                        <a:pt x="299" y="832"/>
                      </a:cubicBezTo>
                      <a:cubicBezTo>
                        <a:pt x="299" y="768"/>
                        <a:pt x="299" y="768"/>
                        <a:pt x="299" y="768"/>
                      </a:cubicBezTo>
                      <a:cubicBezTo>
                        <a:pt x="328" y="768"/>
                        <a:pt x="328" y="768"/>
                        <a:pt x="328" y="768"/>
                      </a:cubicBezTo>
                      <a:lnTo>
                        <a:pt x="328" y="832"/>
                      </a:lnTo>
                      <a:close/>
                      <a:moveTo>
                        <a:pt x="2024" y="808"/>
                      </a:moveTo>
                      <a:cubicBezTo>
                        <a:pt x="2012" y="791"/>
                        <a:pt x="1999" y="775"/>
                        <a:pt x="1985" y="761"/>
                      </a:cubicBezTo>
                      <a:cubicBezTo>
                        <a:pt x="2006" y="741"/>
                        <a:pt x="2006" y="741"/>
                        <a:pt x="2006" y="741"/>
                      </a:cubicBezTo>
                      <a:cubicBezTo>
                        <a:pt x="2020" y="757"/>
                        <a:pt x="2034" y="774"/>
                        <a:pt x="2047" y="792"/>
                      </a:cubicBezTo>
                      <a:lnTo>
                        <a:pt x="2024" y="808"/>
                      </a:lnTo>
                      <a:close/>
                      <a:moveTo>
                        <a:pt x="1331" y="798"/>
                      </a:moveTo>
                      <a:cubicBezTo>
                        <a:pt x="1309" y="781"/>
                        <a:pt x="1309" y="781"/>
                        <a:pt x="1309" y="781"/>
                      </a:cubicBezTo>
                      <a:cubicBezTo>
                        <a:pt x="1322" y="763"/>
                        <a:pt x="1336" y="746"/>
                        <a:pt x="1351" y="731"/>
                      </a:cubicBezTo>
                      <a:cubicBezTo>
                        <a:pt x="1371" y="751"/>
                        <a:pt x="1371" y="751"/>
                        <a:pt x="1371" y="751"/>
                      </a:cubicBezTo>
                      <a:cubicBezTo>
                        <a:pt x="1357" y="765"/>
                        <a:pt x="1344" y="781"/>
                        <a:pt x="1331" y="798"/>
                      </a:cubicBezTo>
                      <a:close/>
                      <a:moveTo>
                        <a:pt x="1939" y="720"/>
                      </a:moveTo>
                      <a:cubicBezTo>
                        <a:pt x="1923" y="708"/>
                        <a:pt x="1906" y="697"/>
                        <a:pt x="1888" y="688"/>
                      </a:cubicBezTo>
                      <a:cubicBezTo>
                        <a:pt x="1901" y="663"/>
                        <a:pt x="1901" y="663"/>
                        <a:pt x="1901" y="663"/>
                      </a:cubicBezTo>
                      <a:cubicBezTo>
                        <a:pt x="1920" y="673"/>
                        <a:pt x="1939" y="684"/>
                        <a:pt x="1956" y="697"/>
                      </a:cubicBezTo>
                      <a:lnTo>
                        <a:pt x="1939" y="720"/>
                      </a:lnTo>
                      <a:close/>
                      <a:moveTo>
                        <a:pt x="1418" y="712"/>
                      </a:moveTo>
                      <a:cubicBezTo>
                        <a:pt x="1402" y="689"/>
                        <a:pt x="1402" y="689"/>
                        <a:pt x="1402" y="689"/>
                      </a:cubicBezTo>
                      <a:cubicBezTo>
                        <a:pt x="1420" y="677"/>
                        <a:pt x="1439" y="665"/>
                        <a:pt x="1459" y="656"/>
                      </a:cubicBezTo>
                      <a:cubicBezTo>
                        <a:pt x="1471" y="682"/>
                        <a:pt x="1471" y="682"/>
                        <a:pt x="1471" y="682"/>
                      </a:cubicBezTo>
                      <a:cubicBezTo>
                        <a:pt x="1452" y="690"/>
                        <a:pt x="1435" y="701"/>
                        <a:pt x="1418" y="712"/>
                      </a:cubicBezTo>
                      <a:close/>
                      <a:moveTo>
                        <a:pt x="328" y="705"/>
                      </a:moveTo>
                      <a:cubicBezTo>
                        <a:pt x="299" y="705"/>
                        <a:pt x="299" y="705"/>
                        <a:pt x="299" y="705"/>
                      </a:cubicBezTo>
                      <a:cubicBezTo>
                        <a:pt x="299" y="641"/>
                        <a:pt x="299" y="641"/>
                        <a:pt x="299" y="641"/>
                      </a:cubicBezTo>
                      <a:cubicBezTo>
                        <a:pt x="328" y="641"/>
                        <a:pt x="328" y="641"/>
                        <a:pt x="328" y="641"/>
                      </a:cubicBezTo>
                      <a:lnTo>
                        <a:pt x="328" y="705"/>
                      </a:lnTo>
                      <a:close/>
                      <a:moveTo>
                        <a:pt x="1832" y="664"/>
                      </a:moveTo>
                      <a:cubicBezTo>
                        <a:pt x="1813" y="658"/>
                        <a:pt x="1793" y="653"/>
                        <a:pt x="1772" y="649"/>
                      </a:cubicBezTo>
                      <a:cubicBezTo>
                        <a:pt x="1777" y="621"/>
                        <a:pt x="1777" y="621"/>
                        <a:pt x="1777" y="621"/>
                      </a:cubicBezTo>
                      <a:cubicBezTo>
                        <a:pt x="1799" y="625"/>
                        <a:pt x="1820" y="630"/>
                        <a:pt x="1841" y="637"/>
                      </a:cubicBezTo>
                      <a:lnTo>
                        <a:pt x="1832" y="664"/>
                      </a:lnTo>
                      <a:close/>
                      <a:moveTo>
                        <a:pt x="1528" y="660"/>
                      </a:moveTo>
                      <a:cubicBezTo>
                        <a:pt x="1520" y="633"/>
                        <a:pt x="1520" y="633"/>
                        <a:pt x="1520" y="633"/>
                      </a:cubicBezTo>
                      <a:cubicBezTo>
                        <a:pt x="1540" y="627"/>
                        <a:pt x="1561" y="622"/>
                        <a:pt x="1583" y="618"/>
                      </a:cubicBezTo>
                      <a:cubicBezTo>
                        <a:pt x="1588" y="646"/>
                        <a:pt x="1588" y="646"/>
                        <a:pt x="1588" y="646"/>
                      </a:cubicBezTo>
                      <a:cubicBezTo>
                        <a:pt x="1567" y="650"/>
                        <a:pt x="1547" y="654"/>
                        <a:pt x="1528" y="660"/>
                      </a:cubicBezTo>
                      <a:close/>
                      <a:moveTo>
                        <a:pt x="1711" y="641"/>
                      </a:moveTo>
                      <a:cubicBezTo>
                        <a:pt x="1699" y="640"/>
                        <a:pt x="1687" y="640"/>
                        <a:pt x="1675" y="640"/>
                      </a:cubicBezTo>
                      <a:cubicBezTo>
                        <a:pt x="1666" y="640"/>
                        <a:pt x="1658" y="640"/>
                        <a:pt x="1649" y="640"/>
                      </a:cubicBezTo>
                      <a:cubicBezTo>
                        <a:pt x="1648" y="612"/>
                        <a:pt x="1648" y="612"/>
                        <a:pt x="1648" y="612"/>
                      </a:cubicBezTo>
                      <a:cubicBezTo>
                        <a:pt x="1657" y="612"/>
                        <a:pt x="1666" y="611"/>
                        <a:pt x="1675" y="611"/>
                      </a:cubicBezTo>
                      <a:cubicBezTo>
                        <a:pt x="1688" y="612"/>
                        <a:pt x="1701" y="612"/>
                        <a:pt x="1713" y="613"/>
                      </a:cubicBezTo>
                      <a:lnTo>
                        <a:pt x="1711" y="641"/>
                      </a:lnTo>
                      <a:close/>
                      <a:moveTo>
                        <a:pt x="328" y="578"/>
                      </a:moveTo>
                      <a:cubicBezTo>
                        <a:pt x="299" y="578"/>
                        <a:pt x="299" y="578"/>
                        <a:pt x="299" y="578"/>
                      </a:cubicBezTo>
                      <a:cubicBezTo>
                        <a:pt x="299" y="514"/>
                        <a:pt x="299" y="514"/>
                        <a:pt x="299" y="514"/>
                      </a:cubicBezTo>
                      <a:cubicBezTo>
                        <a:pt x="328" y="514"/>
                        <a:pt x="328" y="514"/>
                        <a:pt x="328" y="514"/>
                      </a:cubicBezTo>
                      <a:lnTo>
                        <a:pt x="328" y="578"/>
                      </a:lnTo>
                      <a:close/>
                      <a:moveTo>
                        <a:pt x="328" y="451"/>
                      </a:moveTo>
                      <a:cubicBezTo>
                        <a:pt x="299" y="451"/>
                        <a:pt x="299" y="451"/>
                        <a:pt x="299" y="451"/>
                      </a:cubicBezTo>
                      <a:cubicBezTo>
                        <a:pt x="299" y="434"/>
                        <a:pt x="299" y="434"/>
                        <a:pt x="299" y="434"/>
                      </a:cubicBezTo>
                      <a:cubicBezTo>
                        <a:pt x="299" y="434"/>
                        <a:pt x="299" y="417"/>
                        <a:pt x="295" y="390"/>
                      </a:cubicBezTo>
                      <a:cubicBezTo>
                        <a:pt x="323" y="385"/>
                        <a:pt x="323" y="385"/>
                        <a:pt x="323" y="385"/>
                      </a:cubicBezTo>
                      <a:cubicBezTo>
                        <a:pt x="328" y="415"/>
                        <a:pt x="328" y="433"/>
                        <a:pt x="328" y="434"/>
                      </a:cubicBezTo>
                      <a:lnTo>
                        <a:pt x="328" y="451"/>
                      </a:lnTo>
                      <a:close/>
                      <a:moveTo>
                        <a:pt x="282" y="329"/>
                      </a:moveTo>
                      <a:cubicBezTo>
                        <a:pt x="277" y="309"/>
                        <a:pt x="270" y="290"/>
                        <a:pt x="262" y="271"/>
                      </a:cubicBezTo>
                      <a:cubicBezTo>
                        <a:pt x="288" y="260"/>
                        <a:pt x="288" y="260"/>
                        <a:pt x="288" y="260"/>
                      </a:cubicBezTo>
                      <a:cubicBezTo>
                        <a:pt x="296" y="280"/>
                        <a:pt x="304" y="300"/>
                        <a:pt x="310" y="321"/>
                      </a:cubicBezTo>
                      <a:lnTo>
                        <a:pt x="282" y="329"/>
                      </a:lnTo>
                      <a:close/>
                      <a:moveTo>
                        <a:pt x="234" y="216"/>
                      </a:moveTo>
                      <a:cubicBezTo>
                        <a:pt x="224" y="198"/>
                        <a:pt x="212" y="181"/>
                        <a:pt x="199" y="165"/>
                      </a:cubicBezTo>
                      <a:cubicBezTo>
                        <a:pt x="221" y="148"/>
                        <a:pt x="221" y="148"/>
                        <a:pt x="221" y="148"/>
                      </a:cubicBezTo>
                      <a:cubicBezTo>
                        <a:pt x="235" y="164"/>
                        <a:pt x="247" y="183"/>
                        <a:pt x="259" y="201"/>
                      </a:cubicBezTo>
                      <a:lnTo>
                        <a:pt x="234" y="216"/>
                      </a:lnTo>
                      <a:close/>
                      <a:moveTo>
                        <a:pt x="158" y="121"/>
                      </a:moveTo>
                      <a:cubicBezTo>
                        <a:pt x="143" y="107"/>
                        <a:pt x="127" y="94"/>
                        <a:pt x="110" y="82"/>
                      </a:cubicBezTo>
                      <a:cubicBezTo>
                        <a:pt x="126" y="59"/>
                        <a:pt x="126" y="59"/>
                        <a:pt x="126" y="59"/>
                      </a:cubicBezTo>
                      <a:cubicBezTo>
                        <a:pt x="144" y="71"/>
                        <a:pt x="161" y="85"/>
                        <a:pt x="177" y="100"/>
                      </a:cubicBezTo>
                      <a:lnTo>
                        <a:pt x="158" y="121"/>
                      </a:lnTo>
                      <a:close/>
                      <a:moveTo>
                        <a:pt x="57" y="51"/>
                      </a:moveTo>
                      <a:cubicBezTo>
                        <a:pt x="39" y="42"/>
                        <a:pt x="20" y="33"/>
                        <a:pt x="0" y="26"/>
                      </a:cubicBezTo>
                      <a:cubicBezTo>
                        <a:pt x="10" y="0"/>
                        <a:pt x="10" y="0"/>
                        <a:pt x="10" y="0"/>
                      </a:cubicBezTo>
                      <a:cubicBezTo>
                        <a:pt x="31" y="7"/>
                        <a:pt x="51" y="16"/>
                        <a:pt x="70" y="25"/>
                      </a:cubicBezTo>
                      <a:lnTo>
                        <a:pt x="57" y="5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3" name="Rectangle 17"/>
                <p:cNvSpPr>
                  <a:spLocks noChangeArrowheads="1"/>
                </p:cNvSpPr>
                <p:nvPr/>
              </p:nvSpPr>
              <p:spPr bwMode="auto">
                <a:xfrm>
                  <a:off x="7646988" y="4783138"/>
                  <a:ext cx="60325" cy="53975"/>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 name="Group 22"/>
            <p:cNvGrpSpPr/>
            <p:nvPr/>
          </p:nvGrpSpPr>
          <p:grpSpPr>
            <a:xfrm flipH="1">
              <a:off x="4251350" y="739341"/>
              <a:ext cx="4895824" cy="3663158"/>
              <a:chOff x="1160463" y="-1588"/>
              <a:chExt cx="6874308" cy="5143501"/>
            </a:xfrm>
          </p:grpSpPr>
          <p:sp>
            <p:nvSpPr>
              <p:cNvPr id="24" name="Freeform 13"/>
              <p:cNvSpPr>
                <a:spLocks/>
              </p:cNvSpPr>
              <p:nvPr/>
            </p:nvSpPr>
            <p:spPr bwMode="auto">
              <a:xfrm>
                <a:off x="1160464" y="142875"/>
                <a:ext cx="6745058" cy="4999038"/>
              </a:xfrm>
              <a:custGeom>
                <a:avLst/>
                <a:gdLst/>
                <a:ahLst/>
                <a:cxnLst>
                  <a:cxn ang="0">
                    <a:pos x="0" y="0"/>
                  </a:cxn>
                  <a:cxn ang="0">
                    <a:pos x="0" y="207"/>
                  </a:cxn>
                  <a:cxn ang="0">
                    <a:pos x="0" y="207"/>
                  </a:cxn>
                  <a:cxn ang="0">
                    <a:pos x="345" y="552"/>
                  </a:cxn>
                  <a:cxn ang="0">
                    <a:pos x="345" y="552"/>
                  </a:cxn>
                  <a:cxn ang="0">
                    <a:pos x="345" y="1188"/>
                  </a:cxn>
                  <a:cxn ang="0">
                    <a:pos x="345" y="1188"/>
                  </a:cxn>
                  <a:cxn ang="0">
                    <a:pos x="897" y="1741"/>
                  </a:cxn>
                  <a:cxn ang="0">
                    <a:pos x="1449" y="1188"/>
                  </a:cxn>
                  <a:cxn ang="0">
                    <a:pos x="1450" y="1188"/>
                  </a:cxn>
                  <a:cxn ang="0">
                    <a:pos x="1795" y="843"/>
                  </a:cxn>
                  <a:cxn ang="0">
                    <a:pos x="2140" y="1188"/>
                  </a:cxn>
                  <a:cxn ang="0">
                    <a:pos x="2141" y="1188"/>
                  </a:cxn>
                  <a:cxn ang="0">
                    <a:pos x="2141" y="2074"/>
                  </a:cxn>
                  <a:cxn ang="0">
                    <a:pos x="2140" y="2074"/>
                  </a:cxn>
                  <a:cxn ang="0">
                    <a:pos x="2689" y="2626"/>
                  </a:cxn>
                  <a:cxn ang="0">
                    <a:pos x="2689" y="2627"/>
                  </a:cxn>
                  <a:cxn ang="0">
                    <a:pos x="3580" y="2627"/>
                  </a:cxn>
                  <a:cxn ang="0">
                    <a:pos x="3586" y="2420"/>
                  </a:cxn>
                  <a:cxn ang="0">
                    <a:pos x="3586" y="2420"/>
                  </a:cxn>
                  <a:cxn ang="0">
                    <a:pos x="2693" y="2420"/>
                  </a:cxn>
                  <a:cxn ang="0">
                    <a:pos x="2693" y="2419"/>
                  </a:cxn>
                  <a:cxn ang="0">
                    <a:pos x="2348" y="2081"/>
                  </a:cxn>
                  <a:cxn ang="0">
                    <a:pos x="2348" y="2081"/>
                  </a:cxn>
                  <a:cxn ang="0">
                    <a:pos x="2348" y="2075"/>
                  </a:cxn>
                  <a:cxn ang="0">
                    <a:pos x="2348" y="1184"/>
                  </a:cxn>
                  <a:cxn ang="0">
                    <a:pos x="2347" y="1184"/>
                  </a:cxn>
                  <a:cxn ang="0">
                    <a:pos x="1795" y="636"/>
                  </a:cxn>
                  <a:cxn ang="0">
                    <a:pos x="1242" y="1188"/>
                  </a:cxn>
                  <a:cxn ang="0">
                    <a:pos x="1242" y="1188"/>
                  </a:cxn>
                  <a:cxn ang="0">
                    <a:pos x="897" y="1533"/>
                  </a:cxn>
                  <a:cxn ang="0">
                    <a:pos x="552" y="1188"/>
                  </a:cxn>
                  <a:cxn ang="0">
                    <a:pos x="552" y="552"/>
                  </a:cxn>
                  <a:cxn ang="0">
                    <a:pos x="552" y="552"/>
                  </a:cxn>
                  <a:cxn ang="0">
                    <a:pos x="0" y="0"/>
                  </a:cxn>
                </a:cxnLst>
                <a:rect l="0" t="0" r="r" b="b"/>
                <a:pathLst>
                  <a:path w="3586" h="2627">
                    <a:moveTo>
                      <a:pt x="0" y="0"/>
                    </a:moveTo>
                    <a:cubicBezTo>
                      <a:pt x="0" y="207"/>
                      <a:pt x="0" y="207"/>
                      <a:pt x="0" y="207"/>
                    </a:cubicBezTo>
                    <a:cubicBezTo>
                      <a:pt x="0" y="207"/>
                      <a:pt x="0" y="207"/>
                      <a:pt x="0" y="207"/>
                    </a:cubicBezTo>
                    <a:cubicBezTo>
                      <a:pt x="190" y="207"/>
                      <a:pt x="345" y="361"/>
                      <a:pt x="345" y="552"/>
                    </a:cubicBezTo>
                    <a:cubicBezTo>
                      <a:pt x="345" y="552"/>
                      <a:pt x="345" y="552"/>
                      <a:pt x="345" y="552"/>
                    </a:cubicBezTo>
                    <a:cubicBezTo>
                      <a:pt x="345" y="1188"/>
                      <a:pt x="345" y="1188"/>
                      <a:pt x="345" y="1188"/>
                    </a:cubicBezTo>
                    <a:cubicBezTo>
                      <a:pt x="345" y="1188"/>
                      <a:pt x="345" y="1188"/>
                      <a:pt x="345" y="1188"/>
                    </a:cubicBezTo>
                    <a:cubicBezTo>
                      <a:pt x="345" y="1493"/>
                      <a:pt x="592" y="1741"/>
                      <a:pt x="897" y="1741"/>
                    </a:cubicBezTo>
                    <a:cubicBezTo>
                      <a:pt x="1202" y="1741"/>
                      <a:pt x="1449" y="1493"/>
                      <a:pt x="1449" y="1188"/>
                    </a:cubicBezTo>
                    <a:cubicBezTo>
                      <a:pt x="1450" y="1188"/>
                      <a:pt x="1450" y="1188"/>
                      <a:pt x="1450" y="1188"/>
                    </a:cubicBezTo>
                    <a:cubicBezTo>
                      <a:pt x="1450" y="997"/>
                      <a:pt x="1604" y="843"/>
                      <a:pt x="1795" y="843"/>
                    </a:cubicBezTo>
                    <a:cubicBezTo>
                      <a:pt x="1986" y="843"/>
                      <a:pt x="2140" y="997"/>
                      <a:pt x="2140" y="1188"/>
                    </a:cubicBezTo>
                    <a:cubicBezTo>
                      <a:pt x="2141" y="1188"/>
                      <a:pt x="2141" y="1188"/>
                      <a:pt x="2141" y="1188"/>
                    </a:cubicBezTo>
                    <a:cubicBezTo>
                      <a:pt x="2141" y="2074"/>
                      <a:pt x="2141" y="2074"/>
                      <a:pt x="2141" y="2074"/>
                    </a:cubicBezTo>
                    <a:cubicBezTo>
                      <a:pt x="2140" y="2074"/>
                      <a:pt x="2140" y="2074"/>
                      <a:pt x="2140" y="2074"/>
                    </a:cubicBezTo>
                    <a:cubicBezTo>
                      <a:pt x="2140" y="2378"/>
                      <a:pt x="2386" y="2624"/>
                      <a:pt x="2689" y="2626"/>
                    </a:cubicBezTo>
                    <a:cubicBezTo>
                      <a:pt x="2689" y="2627"/>
                      <a:pt x="2689" y="2627"/>
                      <a:pt x="2689" y="2627"/>
                    </a:cubicBezTo>
                    <a:cubicBezTo>
                      <a:pt x="3580" y="2627"/>
                      <a:pt x="3580" y="2627"/>
                      <a:pt x="3580" y="2627"/>
                    </a:cubicBezTo>
                    <a:cubicBezTo>
                      <a:pt x="3586" y="2420"/>
                      <a:pt x="3586" y="2420"/>
                      <a:pt x="3586" y="2420"/>
                    </a:cubicBezTo>
                    <a:cubicBezTo>
                      <a:pt x="3586" y="2420"/>
                      <a:pt x="3586" y="2420"/>
                      <a:pt x="3586" y="2420"/>
                    </a:cubicBezTo>
                    <a:cubicBezTo>
                      <a:pt x="2693" y="2420"/>
                      <a:pt x="2693" y="2420"/>
                      <a:pt x="2693" y="2420"/>
                    </a:cubicBezTo>
                    <a:cubicBezTo>
                      <a:pt x="2693" y="2419"/>
                      <a:pt x="2693" y="2419"/>
                      <a:pt x="2693" y="2419"/>
                    </a:cubicBezTo>
                    <a:cubicBezTo>
                      <a:pt x="2505" y="2419"/>
                      <a:pt x="2351" y="2269"/>
                      <a:pt x="2348" y="2081"/>
                    </a:cubicBezTo>
                    <a:cubicBezTo>
                      <a:pt x="2348" y="2081"/>
                      <a:pt x="2348" y="2081"/>
                      <a:pt x="2348" y="2081"/>
                    </a:cubicBezTo>
                    <a:cubicBezTo>
                      <a:pt x="2348" y="2075"/>
                      <a:pt x="2348" y="2075"/>
                      <a:pt x="2348" y="2075"/>
                    </a:cubicBezTo>
                    <a:cubicBezTo>
                      <a:pt x="2348" y="1184"/>
                      <a:pt x="2348" y="1184"/>
                      <a:pt x="2348" y="1184"/>
                    </a:cubicBezTo>
                    <a:cubicBezTo>
                      <a:pt x="2347" y="1184"/>
                      <a:pt x="2347" y="1184"/>
                      <a:pt x="2347" y="1184"/>
                    </a:cubicBezTo>
                    <a:cubicBezTo>
                      <a:pt x="2345" y="881"/>
                      <a:pt x="2099" y="636"/>
                      <a:pt x="1795" y="636"/>
                    </a:cubicBezTo>
                    <a:cubicBezTo>
                      <a:pt x="1490" y="636"/>
                      <a:pt x="1242" y="883"/>
                      <a:pt x="1242" y="1188"/>
                    </a:cubicBezTo>
                    <a:cubicBezTo>
                      <a:pt x="1242" y="1188"/>
                      <a:pt x="1242" y="1188"/>
                      <a:pt x="1242" y="1188"/>
                    </a:cubicBezTo>
                    <a:cubicBezTo>
                      <a:pt x="1242" y="1379"/>
                      <a:pt x="1088" y="1533"/>
                      <a:pt x="897" y="1533"/>
                    </a:cubicBezTo>
                    <a:cubicBezTo>
                      <a:pt x="706" y="1533"/>
                      <a:pt x="552" y="1379"/>
                      <a:pt x="552" y="1188"/>
                    </a:cubicBezTo>
                    <a:cubicBezTo>
                      <a:pt x="552" y="552"/>
                      <a:pt x="552" y="552"/>
                      <a:pt x="552" y="552"/>
                    </a:cubicBezTo>
                    <a:cubicBezTo>
                      <a:pt x="552" y="552"/>
                      <a:pt x="552" y="552"/>
                      <a:pt x="552" y="552"/>
                    </a:cubicBezTo>
                    <a:cubicBezTo>
                      <a:pt x="552" y="247"/>
                      <a:pt x="305" y="0"/>
                      <a:pt x="0"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4"/>
              <p:cNvSpPr>
                <a:spLocks/>
              </p:cNvSpPr>
              <p:nvPr/>
            </p:nvSpPr>
            <p:spPr bwMode="auto">
              <a:xfrm>
                <a:off x="1160463" y="-1588"/>
                <a:ext cx="6823075" cy="4999038"/>
              </a:xfrm>
              <a:custGeom>
                <a:avLst/>
                <a:gdLst/>
                <a:ahLst/>
                <a:cxnLst>
                  <a:cxn ang="0">
                    <a:pos x="2693" y="2420"/>
                  </a:cxn>
                  <a:cxn ang="0">
                    <a:pos x="2693" y="2420"/>
                  </a:cxn>
                  <a:cxn ang="0">
                    <a:pos x="2348" y="2082"/>
                  </a:cxn>
                  <a:cxn ang="0">
                    <a:pos x="2348" y="2082"/>
                  </a:cxn>
                  <a:cxn ang="0">
                    <a:pos x="2348" y="2076"/>
                  </a:cxn>
                  <a:cxn ang="0">
                    <a:pos x="2348" y="1184"/>
                  </a:cxn>
                  <a:cxn ang="0">
                    <a:pos x="2347" y="1184"/>
                  </a:cxn>
                  <a:cxn ang="0">
                    <a:pos x="1795" y="636"/>
                  </a:cxn>
                  <a:cxn ang="0">
                    <a:pos x="1242" y="1189"/>
                  </a:cxn>
                  <a:cxn ang="0">
                    <a:pos x="1242" y="1189"/>
                  </a:cxn>
                  <a:cxn ang="0">
                    <a:pos x="897" y="1534"/>
                  </a:cxn>
                  <a:cxn ang="0">
                    <a:pos x="552" y="1189"/>
                  </a:cxn>
                  <a:cxn ang="0">
                    <a:pos x="552" y="553"/>
                  </a:cxn>
                  <a:cxn ang="0">
                    <a:pos x="552" y="553"/>
                  </a:cxn>
                  <a:cxn ang="0">
                    <a:pos x="0" y="0"/>
                  </a:cxn>
                  <a:cxn ang="0">
                    <a:pos x="0" y="207"/>
                  </a:cxn>
                  <a:cxn ang="0">
                    <a:pos x="0" y="207"/>
                  </a:cxn>
                  <a:cxn ang="0">
                    <a:pos x="345" y="553"/>
                  </a:cxn>
                  <a:cxn ang="0">
                    <a:pos x="345" y="553"/>
                  </a:cxn>
                  <a:cxn ang="0">
                    <a:pos x="345" y="1189"/>
                  </a:cxn>
                  <a:cxn ang="0">
                    <a:pos x="345" y="1189"/>
                  </a:cxn>
                  <a:cxn ang="0">
                    <a:pos x="897" y="1741"/>
                  </a:cxn>
                  <a:cxn ang="0">
                    <a:pos x="1449" y="1189"/>
                  </a:cxn>
                  <a:cxn ang="0">
                    <a:pos x="1450" y="1189"/>
                  </a:cxn>
                  <a:cxn ang="0">
                    <a:pos x="1795" y="843"/>
                  </a:cxn>
                  <a:cxn ang="0">
                    <a:pos x="2140" y="1189"/>
                  </a:cxn>
                  <a:cxn ang="0">
                    <a:pos x="2141" y="1189"/>
                  </a:cxn>
                  <a:cxn ang="0">
                    <a:pos x="2141" y="2075"/>
                  </a:cxn>
                  <a:cxn ang="0">
                    <a:pos x="2140" y="2075"/>
                  </a:cxn>
                  <a:cxn ang="0">
                    <a:pos x="2689" y="2627"/>
                  </a:cxn>
                  <a:cxn ang="0">
                    <a:pos x="2689" y="2627"/>
                  </a:cxn>
                  <a:cxn ang="0">
                    <a:pos x="3580" y="2627"/>
                  </a:cxn>
                  <a:cxn ang="0">
                    <a:pos x="3586" y="2421"/>
                  </a:cxn>
                  <a:cxn ang="0">
                    <a:pos x="3586" y="2420"/>
                  </a:cxn>
                  <a:cxn ang="0">
                    <a:pos x="2693" y="2420"/>
                  </a:cxn>
                </a:cxnLst>
                <a:rect l="0" t="0" r="r" b="b"/>
                <a:pathLst>
                  <a:path w="3586" h="2627">
                    <a:moveTo>
                      <a:pt x="2693" y="2420"/>
                    </a:moveTo>
                    <a:cubicBezTo>
                      <a:pt x="2693" y="2420"/>
                      <a:pt x="2693" y="2420"/>
                      <a:pt x="2693" y="2420"/>
                    </a:cubicBezTo>
                    <a:cubicBezTo>
                      <a:pt x="2505" y="2420"/>
                      <a:pt x="2351" y="2269"/>
                      <a:pt x="2348" y="2082"/>
                    </a:cubicBezTo>
                    <a:cubicBezTo>
                      <a:pt x="2348" y="2082"/>
                      <a:pt x="2348" y="2082"/>
                      <a:pt x="2348" y="2082"/>
                    </a:cubicBezTo>
                    <a:cubicBezTo>
                      <a:pt x="2348" y="2076"/>
                      <a:pt x="2348" y="2076"/>
                      <a:pt x="2348" y="2076"/>
                    </a:cubicBezTo>
                    <a:cubicBezTo>
                      <a:pt x="2348" y="1184"/>
                      <a:pt x="2348" y="1184"/>
                      <a:pt x="2348" y="1184"/>
                    </a:cubicBezTo>
                    <a:cubicBezTo>
                      <a:pt x="2347" y="1184"/>
                      <a:pt x="2347" y="1184"/>
                      <a:pt x="2347" y="1184"/>
                    </a:cubicBezTo>
                    <a:cubicBezTo>
                      <a:pt x="2345" y="881"/>
                      <a:pt x="2099" y="636"/>
                      <a:pt x="1795" y="636"/>
                    </a:cubicBezTo>
                    <a:cubicBezTo>
                      <a:pt x="1490" y="636"/>
                      <a:pt x="1242" y="883"/>
                      <a:pt x="1242" y="1189"/>
                    </a:cubicBezTo>
                    <a:cubicBezTo>
                      <a:pt x="1242" y="1189"/>
                      <a:pt x="1242" y="1189"/>
                      <a:pt x="1242" y="1189"/>
                    </a:cubicBezTo>
                    <a:cubicBezTo>
                      <a:pt x="1242" y="1379"/>
                      <a:pt x="1088" y="1534"/>
                      <a:pt x="897" y="1534"/>
                    </a:cubicBezTo>
                    <a:cubicBezTo>
                      <a:pt x="706" y="1534"/>
                      <a:pt x="552" y="1379"/>
                      <a:pt x="552" y="1189"/>
                    </a:cubicBezTo>
                    <a:cubicBezTo>
                      <a:pt x="552" y="553"/>
                      <a:pt x="552" y="553"/>
                      <a:pt x="552" y="553"/>
                    </a:cubicBezTo>
                    <a:cubicBezTo>
                      <a:pt x="552" y="553"/>
                      <a:pt x="552" y="553"/>
                      <a:pt x="552" y="553"/>
                    </a:cubicBezTo>
                    <a:cubicBezTo>
                      <a:pt x="552" y="247"/>
                      <a:pt x="305" y="0"/>
                      <a:pt x="0" y="0"/>
                    </a:cubicBezTo>
                    <a:cubicBezTo>
                      <a:pt x="0" y="207"/>
                      <a:pt x="0" y="207"/>
                      <a:pt x="0" y="207"/>
                    </a:cubicBezTo>
                    <a:cubicBezTo>
                      <a:pt x="0" y="207"/>
                      <a:pt x="0" y="207"/>
                      <a:pt x="0" y="207"/>
                    </a:cubicBezTo>
                    <a:cubicBezTo>
                      <a:pt x="190" y="207"/>
                      <a:pt x="345" y="362"/>
                      <a:pt x="345" y="553"/>
                    </a:cubicBezTo>
                    <a:cubicBezTo>
                      <a:pt x="345" y="553"/>
                      <a:pt x="345" y="553"/>
                      <a:pt x="345" y="553"/>
                    </a:cubicBezTo>
                    <a:cubicBezTo>
                      <a:pt x="345" y="1189"/>
                      <a:pt x="345" y="1189"/>
                      <a:pt x="345" y="1189"/>
                    </a:cubicBezTo>
                    <a:cubicBezTo>
                      <a:pt x="345" y="1189"/>
                      <a:pt x="345" y="1189"/>
                      <a:pt x="345" y="1189"/>
                    </a:cubicBezTo>
                    <a:cubicBezTo>
                      <a:pt x="345" y="1494"/>
                      <a:pt x="592" y="1741"/>
                      <a:pt x="897" y="1741"/>
                    </a:cubicBezTo>
                    <a:cubicBezTo>
                      <a:pt x="1202" y="1741"/>
                      <a:pt x="1449" y="1494"/>
                      <a:pt x="1449" y="1189"/>
                    </a:cubicBezTo>
                    <a:cubicBezTo>
                      <a:pt x="1450" y="1189"/>
                      <a:pt x="1450" y="1189"/>
                      <a:pt x="1450" y="1189"/>
                    </a:cubicBezTo>
                    <a:cubicBezTo>
                      <a:pt x="1450" y="998"/>
                      <a:pt x="1604" y="843"/>
                      <a:pt x="1795" y="843"/>
                    </a:cubicBezTo>
                    <a:cubicBezTo>
                      <a:pt x="1986" y="843"/>
                      <a:pt x="2140" y="998"/>
                      <a:pt x="2140" y="1189"/>
                    </a:cubicBezTo>
                    <a:cubicBezTo>
                      <a:pt x="2141" y="1189"/>
                      <a:pt x="2141" y="1189"/>
                      <a:pt x="2141" y="1189"/>
                    </a:cubicBezTo>
                    <a:cubicBezTo>
                      <a:pt x="2141" y="2075"/>
                      <a:pt x="2141" y="2075"/>
                      <a:pt x="2141" y="2075"/>
                    </a:cubicBezTo>
                    <a:cubicBezTo>
                      <a:pt x="2140" y="2075"/>
                      <a:pt x="2140" y="2075"/>
                      <a:pt x="2140" y="2075"/>
                    </a:cubicBezTo>
                    <a:cubicBezTo>
                      <a:pt x="2140" y="2378"/>
                      <a:pt x="2386" y="2625"/>
                      <a:pt x="2689" y="2627"/>
                    </a:cubicBezTo>
                    <a:cubicBezTo>
                      <a:pt x="2689" y="2627"/>
                      <a:pt x="2689" y="2627"/>
                      <a:pt x="2689" y="2627"/>
                    </a:cubicBezTo>
                    <a:cubicBezTo>
                      <a:pt x="3580" y="2627"/>
                      <a:pt x="3580" y="2627"/>
                      <a:pt x="3580" y="2627"/>
                    </a:cubicBezTo>
                    <a:cubicBezTo>
                      <a:pt x="3586" y="2421"/>
                      <a:pt x="3586" y="2421"/>
                      <a:pt x="3586" y="2421"/>
                    </a:cubicBezTo>
                    <a:cubicBezTo>
                      <a:pt x="3586" y="2420"/>
                      <a:pt x="3586" y="2420"/>
                      <a:pt x="3586" y="2420"/>
                    </a:cubicBezTo>
                    <a:lnTo>
                      <a:pt x="2693" y="2420"/>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25"/>
              <p:cNvGrpSpPr/>
              <p:nvPr/>
            </p:nvGrpSpPr>
            <p:grpSpPr>
              <a:xfrm>
                <a:off x="1238250" y="165100"/>
                <a:ext cx="6796521" cy="4682232"/>
                <a:chOff x="1238250" y="165100"/>
                <a:chExt cx="6796521" cy="4682232"/>
              </a:xfrm>
            </p:grpSpPr>
            <p:sp>
              <p:nvSpPr>
                <p:cNvPr id="27" name="Freeform 15"/>
                <p:cNvSpPr>
                  <a:spLocks/>
                </p:cNvSpPr>
                <p:nvPr/>
              </p:nvSpPr>
              <p:spPr bwMode="auto">
                <a:xfrm>
                  <a:off x="1238250" y="165100"/>
                  <a:ext cx="71438" cy="65088"/>
                </a:xfrm>
                <a:custGeom>
                  <a:avLst/>
                  <a:gdLst/>
                  <a:ahLst/>
                  <a:cxnLst>
                    <a:cxn ang="0">
                      <a:pos x="30" y="34"/>
                    </a:cxn>
                    <a:cxn ang="0">
                      <a:pos x="0" y="28"/>
                    </a:cxn>
                    <a:cxn ang="0">
                      <a:pos x="5" y="0"/>
                    </a:cxn>
                    <a:cxn ang="0">
                      <a:pos x="37" y="7"/>
                    </a:cxn>
                    <a:cxn ang="0">
                      <a:pos x="30" y="34"/>
                    </a:cxn>
                  </a:cxnLst>
                  <a:rect l="0" t="0" r="r" b="b"/>
                  <a:pathLst>
                    <a:path w="37" h="34">
                      <a:moveTo>
                        <a:pt x="30" y="34"/>
                      </a:moveTo>
                      <a:cubicBezTo>
                        <a:pt x="20" y="32"/>
                        <a:pt x="10" y="30"/>
                        <a:pt x="0" y="28"/>
                      </a:cubicBezTo>
                      <a:cubicBezTo>
                        <a:pt x="5" y="0"/>
                        <a:pt x="5" y="0"/>
                        <a:pt x="5" y="0"/>
                      </a:cubicBezTo>
                      <a:cubicBezTo>
                        <a:pt x="16" y="2"/>
                        <a:pt x="27" y="4"/>
                        <a:pt x="37" y="7"/>
                      </a:cubicBezTo>
                      <a:lnTo>
                        <a:pt x="30" y="3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6"/>
                <p:cNvSpPr>
                  <a:spLocks noEditPoints="1"/>
                </p:cNvSpPr>
                <p:nvPr/>
              </p:nvSpPr>
              <p:spPr bwMode="auto">
                <a:xfrm>
                  <a:off x="1408113" y="215900"/>
                  <a:ext cx="6116638" cy="4621213"/>
                </a:xfrm>
                <a:custGeom>
                  <a:avLst/>
                  <a:gdLst/>
                  <a:ahLst/>
                  <a:cxnLst>
                    <a:cxn ang="0">
                      <a:pos x="2546" y="2401"/>
                    </a:cxn>
                    <a:cxn ang="0">
                      <a:pos x="3152" y="2429"/>
                    </a:cxn>
                    <a:cxn ang="0">
                      <a:pos x="3025" y="2429"/>
                    </a:cxn>
                    <a:cxn ang="0">
                      <a:pos x="2898" y="2429"/>
                    </a:cxn>
                    <a:cxn ang="0">
                      <a:pos x="2771" y="2429"/>
                    </a:cxn>
                    <a:cxn ang="0">
                      <a:pos x="2644" y="2429"/>
                    </a:cxn>
                    <a:cxn ang="0">
                      <a:pos x="2389" y="2404"/>
                    </a:cxn>
                    <a:cxn ang="0">
                      <a:pos x="2275" y="2338"/>
                    </a:cxn>
                    <a:cxn ang="0">
                      <a:pos x="2192" y="2237"/>
                    </a:cxn>
                    <a:cxn ang="0">
                      <a:pos x="2141" y="2117"/>
                    </a:cxn>
                    <a:cxn ang="0">
                      <a:pos x="2115" y="1990"/>
                    </a:cxn>
                    <a:cxn ang="0">
                      <a:pos x="2111" y="1918"/>
                    </a:cxn>
                    <a:cxn ang="0">
                      <a:pos x="2140" y="1918"/>
                    </a:cxn>
                    <a:cxn ang="0">
                      <a:pos x="2111" y="1734"/>
                    </a:cxn>
                    <a:cxn ang="0">
                      <a:pos x="2111" y="1607"/>
                    </a:cxn>
                    <a:cxn ang="0">
                      <a:pos x="2111" y="1481"/>
                    </a:cxn>
                    <a:cxn ang="0">
                      <a:pos x="820" y="1504"/>
                    </a:cxn>
                    <a:cxn ang="0">
                      <a:pos x="636" y="1497"/>
                    </a:cxn>
                    <a:cxn ang="0">
                      <a:pos x="938" y="1471"/>
                    </a:cxn>
                    <a:cxn ang="0">
                      <a:pos x="524" y="1451"/>
                    </a:cxn>
                    <a:cxn ang="0">
                      <a:pos x="1042" y="1406"/>
                    </a:cxn>
                    <a:cxn ang="0">
                      <a:pos x="433" y="1370"/>
                    </a:cxn>
                    <a:cxn ang="0">
                      <a:pos x="2111" y="1354"/>
                    </a:cxn>
                    <a:cxn ang="0">
                      <a:pos x="1123" y="1315"/>
                    </a:cxn>
                    <a:cxn ang="0">
                      <a:pos x="371" y="1265"/>
                    </a:cxn>
                    <a:cxn ang="0">
                      <a:pos x="2111" y="1227"/>
                    </a:cxn>
                    <a:cxn ang="0">
                      <a:pos x="1180" y="1205"/>
                    </a:cxn>
                    <a:cxn ang="0">
                      <a:pos x="335" y="1146"/>
                    </a:cxn>
                    <a:cxn ang="0">
                      <a:pos x="2111" y="1100"/>
                    </a:cxn>
                    <a:cxn ang="0">
                      <a:pos x="1200" y="1138"/>
                    </a:cxn>
                    <a:cxn ang="0">
                      <a:pos x="1229" y="1138"/>
                    </a:cxn>
                    <a:cxn ang="0">
                      <a:pos x="299" y="1085"/>
                    </a:cxn>
                    <a:cxn ang="0">
                      <a:pos x="2097" y="977"/>
                    </a:cxn>
                    <a:cxn ang="0">
                      <a:pos x="1211" y="1020"/>
                    </a:cxn>
                    <a:cxn ang="0">
                      <a:pos x="299" y="959"/>
                    </a:cxn>
                    <a:cxn ang="0">
                      <a:pos x="2055" y="861"/>
                    </a:cxn>
                    <a:cxn ang="0">
                      <a:pos x="1246" y="895"/>
                    </a:cxn>
                    <a:cxn ang="0">
                      <a:pos x="299" y="832"/>
                    </a:cxn>
                    <a:cxn ang="0">
                      <a:pos x="1985" y="761"/>
                    </a:cxn>
                    <a:cxn ang="0">
                      <a:pos x="1309" y="781"/>
                    </a:cxn>
                    <a:cxn ang="0">
                      <a:pos x="1888" y="688"/>
                    </a:cxn>
                    <a:cxn ang="0">
                      <a:pos x="1402" y="689"/>
                    </a:cxn>
                    <a:cxn ang="0">
                      <a:pos x="299" y="705"/>
                    </a:cxn>
                    <a:cxn ang="0">
                      <a:pos x="1772" y="649"/>
                    </a:cxn>
                    <a:cxn ang="0">
                      <a:pos x="1520" y="633"/>
                    </a:cxn>
                    <a:cxn ang="0">
                      <a:pos x="1675" y="640"/>
                    </a:cxn>
                    <a:cxn ang="0">
                      <a:pos x="1711" y="641"/>
                    </a:cxn>
                    <a:cxn ang="0">
                      <a:pos x="328" y="578"/>
                    </a:cxn>
                    <a:cxn ang="0">
                      <a:pos x="323" y="385"/>
                    </a:cxn>
                    <a:cxn ang="0">
                      <a:pos x="288" y="260"/>
                    </a:cxn>
                    <a:cxn ang="0">
                      <a:pos x="221" y="148"/>
                    </a:cxn>
                    <a:cxn ang="0">
                      <a:pos x="126" y="59"/>
                    </a:cxn>
                    <a:cxn ang="0">
                      <a:pos x="10" y="0"/>
                    </a:cxn>
                  </a:cxnLst>
                  <a:rect l="0" t="0" r="r" b="b"/>
                  <a:pathLst>
                    <a:path w="3215" h="2429">
                      <a:moveTo>
                        <a:pt x="2546" y="2429"/>
                      </a:moveTo>
                      <a:cubicBezTo>
                        <a:pt x="2536" y="2429"/>
                        <a:pt x="2526" y="2429"/>
                        <a:pt x="2516" y="2429"/>
                      </a:cubicBezTo>
                      <a:cubicBezTo>
                        <a:pt x="2518" y="2400"/>
                        <a:pt x="2518" y="2400"/>
                        <a:pt x="2518" y="2400"/>
                      </a:cubicBezTo>
                      <a:cubicBezTo>
                        <a:pt x="2527" y="2401"/>
                        <a:pt x="2537" y="2401"/>
                        <a:pt x="2546" y="2401"/>
                      </a:cubicBezTo>
                      <a:cubicBezTo>
                        <a:pt x="2546" y="2401"/>
                        <a:pt x="2546" y="2401"/>
                        <a:pt x="2546" y="2401"/>
                      </a:cubicBezTo>
                      <a:cubicBezTo>
                        <a:pt x="2581" y="2401"/>
                        <a:pt x="2581" y="2401"/>
                        <a:pt x="2581" y="2401"/>
                      </a:cubicBezTo>
                      <a:cubicBezTo>
                        <a:pt x="2581" y="2429"/>
                        <a:pt x="2581" y="2429"/>
                        <a:pt x="2581" y="2429"/>
                      </a:cubicBezTo>
                      <a:cubicBezTo>
                        <a:pt x="2546" y="2429"/>
                        <a:pt x="2546" y="2429"/>
                        <a:pt x="2546" y="2429"/>
                      </a:cubicBezTo>
                      <a:close/>
                      <a:moveTo>
                        <a:pt x="3215" y="2429"/>
                      </a:moveTo>
                      <a:cubicBezTo>
                        <a:pt x="3152" y="2429"/>
                        <a:pt x="3152" y="2429"/>
                        <a:pt x="3152" y="2429"/>
                      </a:cubicBezTo>
                      <a:cubicBezTo>
                        <a:pt x="3152" y="2401"/>
                        <a:pt x="3152" y="2401"/>
                        <a:pt x="3152" y="2401"/>
                      </a:cubicBezTo>
                      <a:cubicBezTo>
                        <a:pt x="3215" y="2401"/>
                        <a:pt x="3215" y="2401"/>
                        <a:pt x="3215" y="2401"/>
                      </a:cubicBezTo>
                      <a:lnTo>
                        <a:pt x="3215" y="2429"/>
                      </a:lnTo>
                      <a:close/>
                      <a:moveTo>
                        <a:pt x="3088" y="2429"/>
                      </a:moveTo>
                      <a:cubicBezTo>
                        <a:pt x="3025" y="2429"/>
                        <a:pt x="3025" y="2429"/>
                        <a:pt x="3025" y="2429"/>
                      </a:cubicBezTo>
                      <a:cubicBezTo>
                        <a:pt x="3025" y="2401"/>
                        <a:pt x="3025" y="2401"/>
                        <a:pt x="3025" y="2401"/>
                      </a:cubicBezTo>
                      <a:cubicBezTo>
                        <a:pt x="3088" y="2401"/>
                        <a:pt x="3088" y="2401"/>
                        <a:pt x="3088" y="2401"/>
                      </a:cubicBezTo>
                      <a:lnTo>
                        <a:pt x="3088" y="2429"/>
                      </a:lnTo>
                      <a:close/>
                      <a:moveTo>
                        <a:pt x="2961" y="2429"/>
                      </a:moveTo>
                      <a:cubicBezTo>
                        <a:pt x="2898" y="2429"/>
                        <a:pt x="2898" y="2429"/>
                        <a:pt x="2898" y="2429"/>
                      </a:cubicBezTo>
                      <a:cubicBezTo>
                        <a:pt x="2898" y="2401"/>
                        <a:pt x="2898" y="2401"/>
                        <a:pt x="2898" y="2401"/>
                      </a:cubicBezTo>
                      <a:cubicBezTo>
                        <a:pt x="2961" y="2401"/>
                        <a:pt x="2961" y="2401"/>
                        <a:pt x="2961" y="2401"/>
                      </a:cubicBezTo>
                      <a:lnTo>
                        <a:pt x="2961" y="2429"/>
                      </a:lnTo>
                      <a:close/>
                      <a:moveTo>
                        <a:pt x="2834" y="2429"/>
                      </a:moveTo>
                      <a:cubicBezTo>
                        <a:pt x="2771" y="2429"/>
                        <a:pt x="2771" y="2429"/>
                        <a:pt x="2771" y="2429"/>
                      </a:cubicBezTo>
                      <a:cubicBezTo>
                        <a:pt x="2771" y="2401"/>
                        <a:pt x="2771" y="2401"/>
                        <a:pt x="2771" y="2401"/>
                      </a:cubicBezTo>
                      <a:cubicBezTo>
                        <a:pt x="2834" y="2401"/>
                        <a:pt x="2834" y="2401"/>
                        <a:pt x="2834" y="2401"/>
                      </a:cubicBezTo>
                      <a:lnTo>
                        <a:pt x="2834" y="2429"/>
                      </a:lnTo>
                      <a:close/>
                      <a:moveTo>
                        <a:pt x="2708" y="2429"/>
                      </a:moveTo>
                      <a:cubicBezTo>
                        <a:pt x="2644" y="2429"/>
                        <a:pt x="2644" y="2429"/>
                        <a:pt x="2644" y="2429"/>
                      </a:cubicBezTo>
                      <a:cubicBezTo>
                        <a:pt x="2644" y="2401"/>
                        <a:pt x="2644" y="2401"/>
                        <a:pt x="2644" y="2401"/>
                      </a:cubicBezTo>
                      <a:cubicBezTo>
                        <a:pt x="2708" y="2401"/>
                        <a:pt x="2708" y="2401"/>
                        <a:pt x="2708" y="2401"/>
                      </a:cubicBezTo>
                      <a:lnTo>
                        <a:pt x="2708" y="2429"/>
                      </a:lnTo>
                      <a:close/>
                      <a:moveTo>
                        <a:pt x="2452" y="2421"/>
                      </a:moveTo>
                      <a:cubicBezTo>
                        <a:pt x="2430" y="2417"/>
                        <a:pt x="2409" y="2411"/>
                        <a:pt x="2389" y="2404"/>
                      </a:cubicBezTo>
                      <a:cubicBezTo>
                        <a:pt x="2398" y="2377"/>
                        <a:pt x="2398" y="2377"/>
                        <a:pt x="2398" y="2377"/>
                      </a:cubicBezTo>
                      <a:cubicBezTo>
                        <a:pt x="2417" y="2384"/>
                        <a:pt x="2437" y="2389"/>
                        <a:pt x="2457" y="2393"/>
                      </a:cubicBezTo>
                      <a:lnTo>
                        <a:pt x="2452" y="2421"/>
                      </a:lnTo>
                      <a:close/>
                      <a:moveTo>
                        <a:pt x="2329" y="2376"/>
                      </a:moveTo>
                      <a:cubicBezTo>
                        <a:pt x="2310" y="2365"/>
                        <a:pt x="2292" y="2352"/>
                        <a:pt x="2275" y="2338"/>
                      </a:cubicBezTo>
                      <a:cubicBezTo>
                        <a:pt x="2294" y="2316"/>
                        <a:pt x="2294" y="2316"/>
                        <a:pt x="2294" y="2316"/>
                      </a:cubicBezTo>
                      <a:cubicBezTo>
                        <a:pt x="2309" y="2329"/>
                        <a:pt x="2326" y="2341"/>
                        <a:pt x="2343" y="2351"/>
                      </a:cubicBezTo>
                      <a:lnTo>
                        <a:pt x="2329" y="2376"/>
                      </a:lnTo>
                      <a:close/>
                      <a:moveTo>
                        <a:pt x="2229" y="2291"/>
                      </a:moveTo>
                      <a:cubicBezTo>
                        <a:pt x="2216" y="2274"/>
                        <a:pt x="2203" y="2256"/>
                        <a:pt x="2192" y="2237"/>
                      </a:cubicBezTo>
                      <a:cubicBezTo>
                        <a:pt x="2216" y="2222"/>
                        <a:pt x="2216" y="2222"/>
                        <a:pt x="2216" y="2222"/>
                      </a:cubicBezTo>
                      <a:cubicBezTo>
                        <a:pt x="2227" y="2240"/>
                        <a:pt x="2239" y="2257"/>
                        <a:pt x="2251" y="2273"/>
                      </a:cubicBezTo>
                      <a:lnTo>
                        <a:pt x="2229" y="2291"/>
                      </a:lnTo>
                      <a:close/>
                      <a:moveTo>
                        <a:pt x="2163" y="2178"/>
                      </a:moveTo>
                      <a:cubicBezTo>
                        <a:pt x="2154" y="2159"/>
                        <a:pt x="2147" y="2138"/>
                        <a:pt x="2141" y="2117"/>
                      </a:cubicBezTo>
                      <a:cubicBezTo>
                        <a:pt x="2168" y="2109"/>
                        <a:pt x="2168" y="2109"/>
                        <a:pt x="2168" y="2109"/>
                      </a:cubicBezTo>
                      <a:cubicBezTo>
                        <a:pt x="2174" y="2129"/>
                        <a:pt x="2181" y="2149"/>
                        <a:pt x="2189" y="2167"/>
                      </a:cubicBezTo>
                      <a:lnTo>
                        <a:pt x="2163" y="2178"/>
                      </a:lnTo>
                      <a:close/>
                      <a:moveTo>
                        <a:pt x="2125" y="2054"/>
                      </a:moveTo>
                      <a:cubicBezTo>
                        <a:pt x="2121" y="2033"/>
                        <a:pt x="2118" y="2012"/>
                        <a:pt x="2115" y="1990"/>
                      </a:cubicBezTo>
                      <a:cubicBezTo>
                        <a:pt x="2144" y="1987"/>
                        <a:pt x="2144" y="1987"/>
                        <a:pt x="2144" y="1987"/>
                      </a:cubicBezTo>
                      <a:cubicBezTo>
                        <a:pt x="2146" y="2008"/>
                        <a:pt x="2149" y="2028"/>
                        <a:pt x="2153" y="2048"/>
                      </a:cubicBezTo>
                      <a:lnTo>
                        <a:pt x="2125" y="2054"/>
                      </a:lnTo>
                      <a:close/>
                      <a:moveTo>
                        <a:pt x="2111" y="1925"/>
                      </a:moveTo>
                      <a:cubicBezTo>
                        <a:pt x="2111" y="1922"/>
                        <a:pt x="2111" y="1920"/>
                        <a:pt x="2111" y="1918"/>
                      </a:cubicBezTo>
                      <a:cubicBezTo>
                        <a:pt x="2111" y="1913"/>
                        <a:pt x="2111" y="1910"/>
                        <a:pt x="2111" y="1909"/>
                      </a:cubicBezTo>
                      <a:cubicBezTo>
                        <a:pt x="2111" y="1861"/>
                        <a:pt x="2111" y="1861"/>
                        <a:pt x="2111" y="1861"/>
                      </a:cubicBezTo>
                      <a:cubicBezTo>
                        <a:pt x="2140" y="1861"/>
                        <a:pt x="2140" y="1861"/>
                        <a:pt x="2140" y="1861"/>
                      </a:cubicBezTo>
                      <a:cubicBezTo>
                        <a:pt x="2140" y="1910"/>
                        <a:pt x="2140" y="1910"/>
                        <a:pt x="2140" y="1910"/>
                      </a:cubicBezTo>
                      <a:cubicBezTo>
                        <a:pt x="2140" y="1910"/>
                        <a:pt x="2140" y="1913"/>
                        <a:pt x="2140" y="1918"/>
                      </a:cubicBezTo>
                      <a:cubicBezTo>
                        <a:pt x="2140" y="1920"/>
                        <a:pt x="2140" y="1922"/>
                        <a:pt x="2140" y="1925"/>
                      </a:cubicBezTo>
                      <a:lnTo>
                        <a:pt x="2111" y="1925"/>
                      </a:lnTo>
                      <a:close/>
                      <a:moveTo>
                        <a:pt x="2140" y="1798"/>
                      </a:moveTo>
                      <a:cubicBezTo>
                        <a:pt x="2111" y="1798"/>
                        <a:pt x="2111" y="1798"/>
                        <a:pt x="2111" y="1798"/>
                      </a:cubicBezTo>
                      <a:cubicBezTo>
                        <a:pt x="2111" y="1734"/>
                        <a:pt x="2111" y="1734"/>
                        <a:pt x="2111" y="1734"/>
                      </a:cubicBezTo>
                      <a:cubicBezTo>
                        <a:pt x="2140" y="1734"/>
                        <a:pt x="2140" y="1734"/>
                        <a:pt x="2140" y="1734"/>
                      </a:cubicBezTo>
                      <a:lnTo>
                        <a:pt x="2140" y="1798"/>
                      </a:lnTo>
                      <a:close/>
                      <a:moveTo>
                        <a:pt x="2140" y="1671"/>
                      </a:moveTo>
                      <a:cubicBezTo>
                        <a:pt x="2111" y="1671"/>
                        <a:pt x="2111" y="1671"/>
                        <a:pt x="2111" y="1671"/>
                      </a:cubicBezTo>
                      <a:cubicBezTo>
                        <a:pt x="2111" y="1607"/>
                        <a:pt x="2111" y="1607"/>
                        <a:pt x="2111" y="1607"/>
                      </a:cubicBezTo>
                      <a:cubicBezTo>
                        <a:pt x="2140" y="1607"/>
                        <a:pt x="2140" y="1607"/>
                        <a:pt x="2140" y="1607"/>
                      </a:cubicBezTo>
                      <a:lnTo>
                        <a:pt x="2140" y="1671"/>
                      </a:lnTo>
                      <a:close/>
                      <a:moveTo>
                        <a:pt x="2140" y="1544"/>
                      </a:moveTo>
                      <a:cubicBezTo>
                        <a:pt x="2111" y="1544"/>
                        <a:pt x="2111" y="1544"/>
                        <a:pt x="2111" y="1544"/>
                      </a:cubicBezTo>
                      <a:cubicBezTo>
                        <a:pt x="2111" y="1481"/>
                        <a:pt x="2111" y="1481"/>
                        <a:pt x="2111" y="1481"/>
                      </a:cubicBezTo>
                      <a:cubicBezTo>
                        <a:pt x="2140" y="1481"/>
                        <a:pt x="2140" y="1481"/>
                        <a:pt x="2140" y="1481"/>
                      </a:cubicBezTo>
                      <a:lnTo>
                        <a:pt x="2140" y="1544"/>
                      </a:lnTo>
                      <a:close/>
                      <a:moveTo>
                        <a:pt x="759" y="1537"/>
                      </a:moveTo>
                      <a:cubicBezTo>
                        <a:pt x="759" y="1508"/>
                        <a:pt x="759" y="1508"/>
                        <a:pt x="759" y="1508"/>
                      </a:cubicBezTo>
                      <a:cubicBezTo>
                        <a:pt x="780" y="1508"/>
                        <a:pt x="800" y="1506"/>
                        <a:pt x="820" y="1504"/>
                      </a:cubicBezTo>
                      <a:cubicBezTo>
                        <a:pt x="824" y="1532"/>
                        <a:pt x="824" y="1532"/>
                        <a:pt x="824" y="1532"/>
                      </a:cubicBezTo>
                      <a:cubicBezTo>
                        <a:pt x="803" y="1535"/>
                        <a:pt x="781" y="1536"/>
                        <a:pt x="759" y="1537"/>
                      </a:cubicBezTo>
                      <a:close/>
                      <a:moveTo>
                        <a:pt x="694" y="1535"/>
                      </a:moveTo>
                      <a:cubicBezTo>
                        <a:pt x="672" y="1533"/>
                        <a:pt x="650" y="1530"/>
                        <a:pt x="630" y="1525"/>
                      </a:cubicBezTo>
                      <a:cubicBezTo>
                        <a:pt x="636" y="1497"/>
                        <a:pt x="636" y="1497"/>
                        <a:pt x="636" y="1497"/>
                      </a:cubicBezTo>
                      <a:cubicBezTo>
                        <a:pt x="656" y="1502"/>
                        <a:pt x="676" y="1505"/>
                        <a:pt x="697" y="1507"/>
                      </a:cubicBezTo>
                      <a:lnTo>
                        <a:pt x="694" y="1535"/>
                      </a:lnTo>
                      <a:close/>
                      <a:moveTo>
                        <a:pt x="888" y="1519"/>
                      </a:moveTo>
                      <a:cubicBezTo>
                        <a:pt x="880" y="1491"/>
                        <a:pt x="880" y="1491"/>
                        <a:pt x="880" y="1491"/>
                      </a:cubicBezTo>
                      <a:cubicBezTo>
                        <a:pt x="900" y="1486"/>
                        <a:pt x="920" y="1479"/>
                        <a:pt x="938" y="1471"/>
                      </a:cubicBezTo>
                      <a:cubicBezTo>
                        <a:pt x="949" y="1497"/>
                        <a:pt x="949" y="1497"/>
                        <a:pt x="949" y="1497"/>
                      </a:cubicBezTo>
                      <a:cubicBezTo>
                        <a:pt x="930" y="1506"/>
                        <a:pt x="909" y="1513"/>
                        <a:pt x="888" y="1519"/>
                      </a:cubicBezTo>
                      <a:close/>
                      <a:moveTo>
                        <a:pt x="567" y="1505"/>
                      </a:moveTo>
                      <a:cubicBezTo>
                        <a:pt x="547" y="1497"/>
                        <a:pt x="527" y="1487"/>
                        <a:pt x="509" y="1475"/>
                      </a:cubicBezTo>
                      <a:cubicBezTo>
                        <a:pt x="524" y="1451"/>
                        <a:pt x="524" y="1451"/>
                        <a:pt x="524" y="1451"/>
                      </a:cubicBezTo>
                      <a:cubicBezTo>
                        <a:pt x="541" y="1462"/>
                        <a:pt x="559" y="1471"/>
                        <a:pt x="578" y="1479"/>
                      </a:cubicBezTo>
                      <a:lnTo>
                        <a:pt x="567" y="1505"/>
                      </a:lnTo>
                      <a:close/>
                      <a:moveTo>
                        <a:pt x="1007" y="1467"/>
                      </a:moveTo>
                      <a:cubicBezTo>
                        <a:pt x="992" y="1443"/>
                        <a:pt x="992" y="1443"/>
                        <a:pt x="992" y="1443"/>
                      </a:cubicBezTo>
                      <a:cubicBezTo>
                        <a:pt x="1010" y="1432"/>
                        <a:pt x="1026" y="1420"/>
                        <a:pt x="1042" y="1406"/>
                      </a:cubicBezTo>
                      <a:cubicBezTo>
                        <a:pt x="1060" y="1428"/>
                        <a:pt x="1060" y="1428"/>
                        <a:pt x="1060" y="1428"/>
                      </a:cubicBezTo>
                      <a:cubicBezTo>
                        <a:pt x="1044" y="1442"/>
                        <a:pt x="1026" y="1455"/>
                        <a:pt x="1007" y="1467"/>
                      </a:cubicBezTo>
                      <a:close/>
                      <a:moveTo>
                        <a:pt x="456" y="1436"/>
                      </a:moveTo>
                      <a:cubicBezTo>
                        <a:pt x="440" y="1421"/>
                        <a:pt x="425" y="1405"/>
                        <a:pt x="411" y="1388"/>
                      </a:cubicBezTo>
                      <a:cubicBezTo>
                        <a:pt x="433" y="1370"/>
                        <a:pt x="433" y="1370"/>
                        <a:pt x="433" y="1370"/>
                      </a:cubicBezTo>
                      <a:cubicBezTo>
                        <a:pt x="446" y="1386"/>
                        <a:pt x="460" y="1401"/>
                        <a:pt x="475" y="1415"/>
                      </a:cubicBezTo>
                      <a:lnTo>
                        <a:pt x="456" y="1436"/>
                      </a:lnTo>
                      <a:close/>
                      <a:moveTo>
                        <a:pt x="2140" y="1417"/>
                      </a:moveTo>
                      <a:cubicBezTo>
                        <a:pt x="2111" y="1417"/>
                        <a:pt x="2111" y="1417"/>
                        <a:pt x="2111" y="1417"/>
                      </a:cubicBezTo>
                      <a:cubicBezTo>
                        <a:pt x="2111" y="1354"/>
                        <a:pt x="2111" y="1354"/>
                        <a:pt x="2111" y="1354"/>
                      </a:cubicBezTo>
                      <a:cubicBezTo>
                        <a:pt x="2140" y="1354"/>
                        <a:pt x="2140" y="1354"/>
                        <a:pt x="2140" y="1354"/>
                      </a:cubicBezTo>
                      <a:lnTo>
                        <a:pt x="2140" y="1417"/>
                      </a:lnTo>
                      <a:close/>
                      <a:moveTo>
                        <a:pt x="1107" y="1382"/>
                      </a:moveTo>
                      <a:cubicBezTo>
                        <a:pt x="1086" y="1363"/>
                        <a:pt x="1086" y="1363"/>
                        <a:pt x="1086" y="1363"/>
                      </a:cubicBezTo>
                      <a:cubicBezTo>
                        <a:pt x="1099" y="1348"/>
                        <a:pt x="1112" y="1332"/>
                        <a:pt x="1123" y="1315"/>
                      </a:cubicBezTo>
                      <a:cubicBezTo>
                        <a:pt x="1147" y="1330"/>
                        <a:pt x="1147" y="1330"/>
                        <a:pt x="1147" y="1330"/>
                      </a:cubicBezTo>
                      <a:cubicBezTo>
                        <a:pt x="1134" y="1349"/>
                        <a:pt x="1121" y="1366"/>
                        <a:pt x="1107" y="1382"/>
                      </a:cubicBezTo>
                      <a:close/>
                      <a:moveTo>
                        <a:pt x="374" y="1334"/>
                      </a:moveTo>
                      <a:cubicBezTo>
                        <a:pt x="363" y="1316"/>
                        <a:pt x="353" y="1296"/>
                        <a:pt x="345" y="1276"/>
                      </a:cubicBezTo>
                      <a:cubicBezTo>
                        <a:pt x="371" y="1265"/>
                        <a:pt x="371" y="1265"/>
                        <a:pt x="371" y="1265"/>
                      </a:cubicBezTo>
                      <a:cubicBezTo>
                        <a:pt x="379" y="1284"/>
                        <a:pt x="388" y="1302"/>
                        <a:pt x="399" y="1320"/>
                      </a:cubicBezTo>
                      <a:lnTo>
                        <a:pt x="374" y="1334"/>
                      </a:lnTo>
                      <a:close/>
                      <a:moveTo>
                        <a:pt x="2140" y="1290"/>
                      </a:moveTo>
                      <a:cubicBezTo>
                        <a:pt x="2111" y="1290"/>
                        <a:pt x="2111" y="1290"/>
                        <a:pt x="2111" y="1290"/>
                      </a:cubicBezTo>
                      <a:cubicBezTo>
                        <a:pt x="2111" y="1227"/>
                        <a:pt x="2111" y="1227"/>
                        <a:pt x="2111" y="1227"/>
                      </a:cubicBezTo>
                      <a:cubicBezTo>
                        <a:pt x="2140" y="1227"/>
                        <a:pt x="2140" y="1227"/>
                        <a:pt x="2140" y="1227"/>
                      </a:cubicBezTo>
                      <a:lnTo>
                        <a:pt x="2140" y="1290"/>
                      </a:lnTo>
                      <a:close/>
                      <a:moveTo>
                        <a:pt x="1180" y="1274"/>
                      </a:moveTo>
                      <a:cubicBezTo>
                        <a:pt x="1155" y="1261"/>
                        <a:pt x="1155" y="1261"/>
                        <a:pt x="1155" y="1261"/>
                      </a:cubicBezTo>
                      <a:cubicBezTo>
                        <a:pt x="1164" y="1243"/>
                        <a:pt x="1173" y="1224"/>
                        <a:pt x="1180" y="1205"/>
                      </a:cubicBezTo>
                      <a:cubicBezTo>
                        <a:pt x="1206" y="1215"/>
                        <a:pt x="1206" y="1215"/>
                        <a:pt x="1206" y="1215"/>
                      </a:cubicBezTo>
                      <a:cubicBezTo>
                        <a:pt x="1199" y="1235"/>
                        <a:pt x="1190" y="1255"/>
                        <a:pt x="1180" y="1274"/>
                      </a:cubicBezTo>
                      <a:close/>
                      <a:moveTo>
                        <a:pt x="322" y="1215"/>
                      </a:moveTo>
                      <a:cubicBezTo>
                        <a:pt x="316" y="1194"/>
                        <a:pt x="311" y="1173"/>
                        <a:pt x="307" y="1151"/>
                      </a:cubicBezTo>
                      <a:cubicBezTo>
                        <a:pt x="335" y="1146"/>
                        <a:pt x="335" y="1146"/>
                        <a:pt x="335" y="1146"/>
                      </a:cubicBezTo>
                      <a:cubicBezTo>
                        <a:pt x="338" y="1166"/>
                        <a:pt x="343" y="1187"/>
                        <a:pt x="349" y="1206"/>
                      </a:cubicBezTo>
                      <a:lnTo>
                        <a:pt x="322" y="1215"/>
                      </a:lnTo>
                      <a:close/>
                      <a:moveTo>
                        <a:pt x="2140" y="1163"/>
                      </a:moveTo>
                      <a:cubicBezTo>
                        <a:pt x="2111" y="1163"/>
                        <a:pt x="2111" y="1163"/>
                        <a:pt x="2111" y="1163"/>
                      </a:cubicBezTo>
                      <a:cubicBezTo>
                        <a:pt x="2111" y="1100"/>
                        <a:pt x="2111" y="1100"/>
                        <a:pt x="2111" y="1100"/>
                      </a:cubicBezTo>
                      <a:cubicBezTo>
                        <a:pt x="2140" y="1100"/>
                        <a:pt x="2140" y="1100"/>
                        <a:pt x="2140" y="1100"/>
                      </a:cubicBezTo>
                      <a:lnTo>
                        <a:pt x="2140" y="1163"/>
                      </a:lnTo>
                      <a:close/>
                      <a:moveTo>
                        <a:pt x="1226" y="1152"/>
                      </a:moveTo>
                      <a:cubicBezTo>
                        <a:pt x="1198" y="1146"/>
                        <a:pt x="1198" y="1146"/>
                        <a:pt x="1198" y="1146"/>
                      </a:cubicBezTo>
                      <a:cubicBezTo>
                        <a:pt x="1199" y="1142"/>
                        <a:pt x="1200" y="1139"/>
                        <a:pt x="1200" y="1138"/>
                      </a:cubicBezTo>
                      <a:cubicBezTo>
                        <a:pt x="1200" y="1137"/>
                        <a:pt x="1200" y="1136"/>
                        <a:pt x="1200" y="1134"/>
                      </a:cubicBezTo>
                      <a:cubicBezTo>
                        <a:pt x="1200" y="1126"/>
                        <a:pt x="1200" y="1108"/>
                        <a:pt x="1202" y="1084"/>
                      </a:cubicBezTo>
                      <a:cubicBezTo>
                        <a:pt x="1231" y="1087"/>
                        <a:pt x="1231" y="1087"/>
                        <a:pt x="1231" y="1087"/>
                      </a:cubicBezTo>
                      <a:cubicBezTo>
                        <a:pt x="1229" y="1110"/>
                        <a:pt x="1228" y="1126"/>
                        <a:pt x="1228" y="1134"/>
                      </a:cubicBezTo>
                      <a:cubicBezTo>
                        <a:pt x="1228" y="1137"/>
                        <a:pt x="1229" y="1138"/>
                        <a:pt x="1229" y="1138"/>
                      </a:cubicBezTo>
                      <a:cubicBezTo>
                        <a:pt x="1229" y="1140"/>
                        <a:pt x="1229" y="1140"/>
                        <a:pt x="1229" y="1140"/>
                      </a:cubicBezTo>
                      <a:cubicBezTo>
                        <a:pt x="1228" y="1141"/>
                        <a:pt x="1228" y="1141"/>
                        <a:pt x="1228" y="1141"/>
                      </a:cubicBezTo>
                      <a:cubicBezTo>
                        <a:pt x="1228" y="1142"/>
                        <a:pt x="1228" y="1145"/>
                        <a:pt x="1226" y="1152"/>
                      </a:cubicBezTo>
                      <a:close/>
                      <a:moveTo>
                        <a:pt x="328" y="1085"/>
                      </a:moveTo>
                      <a:cubicBezTo>
                        <a:pt x="299" y="1085"/>
                        <a:pt x="299" y="1085"/>
                        <a:pt x="299" y="1085"/>
                      </a:cubicBezTo>
                      <a:cubicBezTo>
                        <a:pt x="299" y="1022"/>
                        <a:pt x="299" y="1022"/>
                        <a:pt x="299" y="1022"/>
                      </a:cubicBezTo>
                      <a:cubicBezTo>
                        <a:pt x="328" y="1022"/>
                        <a:pt x="328" y="1022"/>
                        <a:pt x="328" y="1022"/>
                      </a:cubicBezTo>
                      <a:lnTo>
                        <a:pt x="328" y="1085"/>
                      </a:lnTo>
                      <a:close/>
                      <a:moveTo>
                        <a:pt x="2109" y="1038"/>
                      </a:moveTo>
                      <a:cubicBezTo>
                        <a:pt x="2106" y="1018"/>
                        <a:pt x="2102" y="997"/>
                        <a:pt x="2097" y="977"/>
                      </a:cubicBezTo>
                      <a:cubicBezTo>
                        <a:pt x="2125" y="970"/>
                        <a:pt x="2125" y="970"/>
                        <a:pt x="2125" y="970"/>
                      </a:cubicBezTo>
                      <a:cubicBezTo>
                        <a:pt x="2130" y="992"/>
                        <a:pt x="2134" y="1013"/>
                        <a:pt x="2137" y="1034"/>
                      </a:cubicBezTo>
                      <a:lnTo>
                        <a:pt x="2109" y="1038"/>
                      </a:lnTo>
                      <a:close/>
                      <a:moveTo>
                        <a:pt x="1239" y="1025"/>
                      </a:moveTo>
                      <a:cubicBezTo>
                        <a:pt x="1211" y="1020"/>
                        <a:pt x="1211" y="1020"/>
                        <a:pt x="1211" y="1020"/>
                      </a:cubicBezTo>
                      <a:cubicBezTo>
                        <a:pt x="1215" y="998"/>
                        <a:pt x="1220" y="977"/>
                        <a:pt x="1225" y="957"/>
                      </a:cubicBezTo>
                      <a:cubicBezTo>
                        <a:pt x="1253" y="964"/>
                        <a:pt x="1253" y="964"/>
                        <a:pt x="1253" y="964"/>
                      </a:cubicBezTo>
                      <a:cubicBezTo>
                        <a:pt x="1247" y="984"/>
                        <a:pt x="1243" y="1004"/>
                        <a:pt x="1239" y="1025"/>
                      </a:cubicBezTo>
                      <a:close/>
                      <a:moveTo>
                        <a:pt x="328" y="959"/>
                      </a:moveTo>
                      <a:cubicBezTo>
                        <a:pt x="299" y="959"/>
                        <a:pt x="299" y="959"/>
                        <a:pt x="299" y="959"/>
                      </a:cubicBezTo>
                      <a:cubicBezTo>
                        <a:pt x="299" y="895"/>
                        <a:pt x="299" y="895"/>
                        <a:pt x="299" y="895"/>
                      </a:cubicBezTo>
                      <a:cubicBezTo>
                        <a:pt x="328" y="895"/>
                        <a:pt x="328" y="895"/>
                        <a:pt x="328" y="895"/>
                      </a:cubicBezTo>
                      <a:lnTo>
                        <a:pt x="328" y="959"/>
                      </a:lnTo>
                      <a:close/>
                      <a:moveTo>
                        <a:pt x="2080" y="918"/>
                      </a:moveTo>
                      <a:cubicBezTo>
                        <a:pt x="2073" y="898"/>
                        <a:pt x="2064" y="879"/>
                        <a:pt x="2055" y="861"/>
                      </a:cubicBezTo>
                      <a:cubicBezTo>
                        <a:pt x="2081" y="848"/>
                        <a:pt x="2081" y="848"/>
                        <a:pt x="2081" y="848"/>
                      </a:cubicBezTo>
                      <a:cubicBezTo>
                        <a:pt x="2090" y="867"/>
                        <a:pt x="2099" y="887"/>
                        <a:pt x="2106" y="908"/>
                      </a:cubicBezTo>
                      <a:lnTo>
                        <a:pt x="2080" y="918"/>
                      </a:lnTo>
                      <a:close/>
                      <a:moveTo>
                        <a:pt x="1272" y="905"/>
                      </a:moveTo>
                      <a:cubicBezTo>
                        <a:pt x="1246" y="895"/>
                        <a:pt x="1246" y="895"/>
                        <a:pt x="1246" y="895"/>
                      </a:cubicBezTo>
                      <a:cubicBezTo>
                        <a:pt x="1254" y="874"/>
                        <a:pt x="1263" y="854"/>
                        <a:pt x="1273" y="836"/>
                      </a:cubicBezTo>
                      <a:cubicBezTo>
                        <a:pt x="1298" y="849"/>
                        <a:pt x="1298" y="849"/>
                        <a:pt x="1298" y="849"/>
                      </a:cubicBezTo>
                      <a:cubicBezTo>
                        <a:pt x="1289" y="867"/>
                        <a:pt x="1280" y="886"/>
                        <a:pt x="1272" y="905"/>
                      </a:cubicBezTo>
                      <a:close/>
                      <a:moveTo>
                        <a:pt x="328" y="832"/>
                      </a:moveTo>
                      <a:cubicBezTo>
                        <a:pt x="299" y="832"/>
                        <a:pt x="299" y="832"/>
                        <a:pt x="299" y="832"/>
                      </a:cubicBezTo>
                      <a:cubicBezTo>
                        <a:pt x="299" y="768"/>
                        <a:pt x="299" y="768"/>
                        <a:pt x="299" y="768"/>
                      </a:cubicBezTo>
                      <a:cubicBezTo>
                        <a:pt x="328" y="768"/>
                        <a:pt x="328" y="768"/>
                        <a:pt x="328" y="768"/>
                      </a:cubicBezTo>
                      <a:lnTo>
                        <a:pt x="328" y="832"/>
                      </a:lnTo>
                      <a:close/>
                      <a:moveTo>
                        <a:pt x="2024" y="808"/>
                      </a:moveTo>
                      <a:cubicBezTo>
                        <a:pt x="2012" y="791"/>
                        <a:pt x="1999" y="775"/>
                        <a:pt x="1985" y="761"/>
                      </a:cubicBezTo>
                      <a:cubicBezTo>
                        <a:pt x="2006" y="741"/>
                        <a:pt x="2006" y="741"/>
                        <a:pt x="2006" y="741"/>
                      </a:cubicBezTo>
                      <a:cubicBezTo>
                        <a:pt x="2020" y="757"/>
                        <a:pt x="2034" y="774"/>
                        <a:pt x="2047" y="792"/>
                      </a:cubicBezTo>
                      <a:lnTo>
                        <a:pt x="2024" y="808"/>
                      </a:lnTo>
                      <a:close/>
                      <a:moveTo>
                        <a:pt x="1331" y="798"/>
                      </a:moveTo>
                      <a:cubicBezTo>
                        <a:pt x="1309" y="781"/>
                        <a:pt x="1309" y="781"/>
                        <a:pt x="1309" y="781"/>
                      </a:cubicBezTo>
                      <a:cubicBezTo>
                        <a:pt x="1322" y="763"/>
                        <a:pt x="1336" y="746"/>
                        <a:pt x="1351" y="731"/>
                      </a:cubicBezTo>
                      <a:cubicBezTo>
                        <a:pt x="1371" y="751"/>
                        <a:pt x="1371" y="751"/>
                        <a:pt x="1371" y="751"/>
                      </a:cubicBezTo>
                      <a:cubicBezTo>
                        <a:pt x="1357" y="765"/>
                        <a:pt x="1344" y="781"/>
                        <a:pt x="1331" y="798"/>
                      </a:cubicBezTo>
                      <a:close/>
                      <a:moveTo>
                        <a:pt x="1939" y="720"/>
                      </a:moveTo>
                      <a:cubicBezTo>
                        <a:pt x="1923" y="708"/>
                        <a:pt x="1906" y="697"/>
                        <a:pt x="1888" y="688"/>
                      </a:cubicBezTo>
                      <a:cubicBezTo>
                        <a:pt x="1901" y="663"/>
                        <a:pt x="1901" y="663"/>
                        <a:pt x="1901" y="663"/>
                      </a:cubicBezTo>
                      <a:cubicBezTo>
                        <a:pt x="1920" y="673"/>
                        <a:pt x="1939" y="684"/>
                        <a:pt x="1956" y="697"/>
                      </a:cubicBezTo>
                      <a:lnTo>
                        <a:pt x="1939" y="720"/>
                      </a:lnTo>
                      <a:close/>
                      <a:moveTo>
                        <a:pt x="1418" y="712"/>
                      </a:moveTo>
                      <a:cubicBezTo>
                        <a:pt x="1402" y="689"/>
                        <a:pt x="1402" y="689"/>
                        <a:pt x="1402" y="689"/>
                      </a:cubicBezTo>
                      <a:cubicBezTo>
                        <a:pt x="1420" y="677"/>
                        <a:pt x="1439" y="665"/>
                        <a:pt x="1459" y="656"/>
                      </a:cubicBezTo>
                      <a:cubicBezTo>
                        <a:pt x="1471" y="682"/>
                        <a:pt x="1471" y="682"/>
                        <a:pt x="1471" y="682"/>
                      </a:cubicBezTo>
                      <a:cubicBezTo>
                        <a:pt x="1452" y="690"/>
                        <a:pt x="1435" y="701"/>
                        <a:pt x="1418" y="712"/>
                      </a:cubicBezTo>
                      <a:close/>
                      <a:moveTo>
                        <a:pt x="328" y="705"/>
                      </a:moveTo>
                      <a:cubicBezTo>
                        <a:pt x="299" y="705"/>
                        <a:pt x="299" y="705"/>
                        <a:pt x="299" y="705"/>
                      </a:cubicBezTo>
                      <a:cubicBezTo>
                        <a:pt x="299" y="641"/>
                        <a:pt x="299" y="641"/>
                        <a:pt x="299" y="641"/>
                      </a:cubicBezTo>
                      <a:cubicBezTo>
                        <a:pt x="328" y="641"/>
                        <a:pt x="328" y="641"/>
                        <a:pt x="328" y="641"/>
                      </a:cubicBezTo>
                      <a:lnTo>
                        <a:pt x="328" y="705"/>
                      </a:lnTo>
                      <a:close/>
                      <a:moveTo>
                        <a:pt x="1832" y="664"/>
                      </a:moveTo>
                      <a:cubicBezTo>
                        <a:pt x="1813" y="658"/>
                        <a:pt x="1793" y="653"/>
                        <a:pt x="1772" y="649"/>
                      </a:cubicBezTo>
                      <a:cubicBezTo>
                        <a:pt x="1777" y="621"/>
                        <a:pt x="1777" y="621"/>
                        <a:pt x="1777" y="621"/>
                      </a:cubicBezTo>
                      <a:cubicBezTo>
                        <a:pt x="1799" y="625"/>
                        <a:pt x="1820" y="630"/>
                        <a:pt x="1841" y="637"/>
                      </a:cubicBezTo>
                      <a:lnTo>
                        <a:pt x="1832" y="664"/>
                      </a:lnTo>
                      <a:close/>
                      <a:moveTo>
                        <a:pt x="1528" y="660"/>
                      </a:moveTo>
                      <a:cubicBezTo>
                        <a:pt x="1520" y="633"/>
                        <a:pt x="1520" y="633"/>
                        <a:pt x="1520" y="633"/>
                      </a:cubicBezTo>
                      <a:cubicBezTo>
                        <a:pt x="1540" y="627"/>
                        <a:pt x="1561" y="622"/>
                        <a:pt x="1583" y="618"/>
                      </a:cubicBezTo>
                      <a:cubicBezTo>
                        <a:pt x="1588" y="646"/>
                        <a:pt x="1588" y="646"/>
                        <a:pt x="1588" y="646"/>
                      </a:cubicBezTo>
                      <a:cubicBezTo>
                        <a:pt x="1567" y="650"/>
                        <a:pt x="1547" y="654"/>
                        <a:pt x="1528" y="660"/>
                      </a:cubicBezTo>
                      <a:close/>
                      <a:moveTo>
                        <a:pt x="1711" y="641"/>
                      </a:moveTo>
                      <a:cubicBezTo>
                        <a:pt x="1699" y="640"/>
                        <a:pt x="1687" y="640"/>
                        <a:pt x="1675" y="640"/>
                      </a:cubicBezTo>
                      <a:cubicBezTo>
                        <a:pt x="1666" y="640"/>
                        <a:pt x="1658" y="640"/>
                        <a:pt x="1649" y="640"/>
                      </a:cubicBezTo>
                      <a:cubicBezTo>
                        <a:pt x="1648" y="612"/>
                        <a:pt x="1648" y="612"/>
                        <a:pt x="1648" y="612"/>
                      </a:cubicBezTo>
                      <a:cubicBezTo>
                        <a:pt x="1657" y="612"/>
                        <a:pt x="1666" y="611"/>
                        <a:pt x="1675" y="611"/>
                      </a:cubicBezTo>
                      <a:cubicBezTo>
                        <a:pt x="1688" y="612"/>
                        <a:pt x="1701" y="612"/>
                        <a:pt x="1713" y="613"/>
                      </a:cubicBezTo>
                      <a:lnTo>
                        <a:pt x="1711" y="641"/>
                      </a:lnTo>
                      <a:close/>
                      <a:moveTo>
                        <a:pt x="328" y="578"/>
                      </a:moveTo>
                      <a:cubicBezTo>
                        <a:pt x="299" y="578"/>
                        <a:pt x="299" y="578"/>
                        <a:pt x="299" y="578"/>
                      </a:cubicBezTo>
                      <a:cubicBezTo>
                        <a:pt x="299" y="514"/>
                        <a:pt x="299" y="514"/>
                        <a:pt x="299" y="514"/>
                      </a:cubicBezTo>
                      <a:cubicBezTo>
                        <a:pt x="328" y="514"/>
                        <a:pt x="328" y="514"/>
                        <a:pt x="328" y="514"/>
                      </a:cubicBezTo>
                      <a:lnTo>
                        <a:pt x="328" y="578"/>
                      </a:lnTo>
                      <a:close/>
                      <a:moveTo>
                        <a:pt x="328" y="451"/>
                      </a:moveTo>
                      <a:cubicBezTo>
                        <a:pt x="299" y="451"/>
                        <a:pt x="299" y="451"/>
                        <a:pt x="299" y="451"/>
                      </a:cubicBezTo>
                      <a:cubicBezTo>
                        <a:pt x="299" y="434"/>
                        <a:pt x="299" y="434"/>
                        <a:pt x="299" y="434"/>
                      </a:cubicBezTo>
                      <a:cubicBezTo>
                        <a:pt x="299" y="434"/>
                        <a:pt x="299" y="417"/>
                        <a:pt x="295" y="390"/>
                      </a:cubicBezTo>
                      <a:cubicBezTo>
                        <a:pt x="323" y="385"/>
                        <a:pt x="323" y="385"/>
                        <a:pt x="323" y="385"/>
                      </a:cubicBezTo>
                      <a:cubicBezTo>
                        <a:pt x="328" y="415"/>
                        <a:pt x="328" y="433"/>
                        <a:pt x="328" y="434"/>
                      </a:cubicBezTo>
                      <a:lnTo>
                        <a:pt x="328" y="451"/>
                      </a:lnTo>
                      <a:close/>
                      <a:moveTo>
                        <a:pt x="282" y="329"/>
                      </a:moveTo>
                      <a:cubicBezTo>
                        <a:pt x="277" y="309"/>
                        <a:pt x="270" y="290"/>
                        <a:pt x="262" y="271"/>
                      </a:cubicBezTo>
                      <a:cubicBezTo>
                        <a:pt x="288" y="260"/>
                        <a:pt x="288" y="260"/>
                        <a:pt x="288" y="260"/>
                      </a:cubicBezTo>
                      <a:cubicBezTo>
                        <a:pt x="296" y="280"/>
                        <a:pt x="304" y="300"/>
                        <a:pt x="310" y="321"/>
                      </a:cubicBezTo>
                      <a:lnTo>
                        <a:pt x="282" y="329"/>
                      </a:lnTo>
                      <a:close/>
                      <a:moveTo>
                        <a:pt x="234" y="216"/>
                      </a:moveTo>
                      <a:cubicBezTo>
                        <a:pt x="224" y="198"/>
                        <a:pt x="212" y="181"/>
                        <a:pt x="199" y="165"/>
                      </a:cubicBezTo>
                      <a:cubicBezTo>
                        <a:pt x="221" y="148"/>
                        <a:pt x="221" y="148"/>
                        <a:pt x="221" y="148"/>
                      </a:cubicBezTo>
                      <a:cubicBezTo>
                        <a:pt x="235" y="164"/>
                        <a:pt x="247" y="183"/>
                        <a:pt x="259" y="201"/>
                      </a:cubicBezTo>
                      <a:lnTo>
                        <a:pt x="234" y="216"/>
                      </a:lnTo>
                      <a:close/>
                      <a:moveTo>
                        <a:pt x="158" y="121"/>
                      </a:moveTo>
                      <a:cubicBezTo>
                        <a:pt x="143" y="107"/>
                        <a:pt x="127" y="94"/>
                        <a:pt x="110" y="82"/>
                      </a:cubicBezTo>
                      <a:cubicBezTo>
                        <a:pt x="126" y="59"/>
                        <a:pt x="126" y="59"/>
                        <a:pt x="126" y="59"/>
                      </a:cubicBezTo>
                      <a:cubicBezTo>
                        <a:pt x="144" y="71"/>
                        <a:pt x="161" y="85"/>
                        <a:pt x="177" y="100"/>
                      </a:cubicBezTo>
                      <a:lnTo>
                        <a:pt x="158" y="121"/>
                      </a:lnTo>
                      <a:close/>
                      <a:moveTo>
                        <a:pt x="57" y="51"/>
                      </a:moveTo>
                      <a:cubicBezTo>
                        <a:pt x="39" y="42"/>
                        <a:pt x="20" y="33"/>
                        <a:pt x="0" y="26"/>
                      </a:cubicBezTo>
                      <a:cubicBezTo>
                        <a:pt x="10" y="0"/>
                        <a:pt x="10" y="0"/>
                        <a:pt x="10" y="0"/>
                      </a:cubicBezTo>
                      <a:cubicBezTo>
                        <a:pt x="31" y="7"/>
                        <a:pt x="51" y="16"/>
                        <a:pt x="70" y="25"/>
                      </a:cubicBezTo>
                      <a:lnTo>
                        <a:pt x="57" y="5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Rectangle 17"/>
                <p:cNvSpPr>
                  <a:spLocks noChangeArrowheads="1"/>
                </p:cNvSpPr>
                <p:nvPr/>
              </p:nvSpPr>
              <p:spPr bwMode="auto">
                <a:xfrm>
                  <a:off x="7646989" y="4783137"/>
                  <a:ext cx="151539" cy="64195"/>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Rectangle 17"/>
                <p:cNvSpPr>
                  <a:spLocks noChangeArrowheads="1"/>
                </p:cNvSpPr>
                <p:nvPr/>
              </p:nvSpPr>
              <p:spPr bwMode="auto">
                <a:xfrm>
                  <a:off x="7883232" y="4783137"/>
                  <a:ext cx="151539" cy="64195"/>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38" name="TextBox 37"/>
          <p:cNvSpPr txBox="1"/>
          <p:nvPr/>
        </p:nvSpPr>
        <p:spPr>
          <a:xfrm>
            <a:off x="951700" y="1957436"/>
            <a:ext cx="519373"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1"/>
                </a:solidFill>
              </a:rPr>
              <a:t>2006</a:t>
            </a:r>
            <a:endParaRPr lang="en-US" dirty="0">
              <a:solidFill>
                <a:schemeClr val="accent1"/>
              </a:solidFill>
            </a:endParaRPr>
          </a:p>
        </p:txBody>
      </p:sp>
      <p:sp>
        <p:nvSpPr>
          <p:cNvPr id="39" name="TextBox 38"/>
          <p:cNvSpPr txBox="1"/>
          <p:nvPr/>
        </p:nvSpPr>
        <p:spPr>
          <a:xfrm>
            <a:off x="2172216" y="3086100"/>
            <a:ext cx="519373"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2"/>
                </a:solidFill>
              </a:rPr>
              <a:t>2009</a:t>
            </a:r>
            <a:endParaRPr lang="en-US" dirty="0">
              <a:solidFill>
                <a:schemeClr val="accent2"/>
              </a:solidFill>
            </a:endParaRPr>
          </a:p>
        </p:txBody>
      </p:sp>
      <p:sp>
        <p:nvSpPr>
          <p:cNvPr id="40" name="TextBox 39"/>
          <p:cNvSpPr txBox="1"/>
          <p:nvPr/>
        </p:nvSpPr>
        <p:spPr>
          <a:xfrm>
            <a:off x="4312313" y="3892748"/>
            <a:ext cx="519374"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3"/>
                </a:solidFill>
              </a:rPr>
              <a:t>2008</a:t>
            </a:r>
            <a:endParaRPr lang="en-US" dirty="0">
              <a:solidFill>
                <a:schemeClr val="accent3"/>
              </a:solidFill>
            </a:endParaRPr>
          </a:p>
        </p:txBody>
      </p:sp>
      <p:sp>
        <p:nvSpPr>
          <p:cNvPr id="41" name="TextBox 40"/>
          <p:cNvSpPr txBox="1"/>
          <p:nvPr/>
        </p:nvSpPr>
        <p:spPr>
          <a:xfrm>
            <a:off x="6457149" y="3076575"/>
            <a:ext cx="519374"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4"/>
                </a:solidFill>
              </a:rPr>
              <a:t>2010</a:t>
            </a:r>
            <a:endParaRPr lang="en-US" dirty="0">
              <a:solidFill>
                <a:schemeClr val="accent4"/>
              </a:solidFill>
            </a:endParaRPr>
          </a:p>
        </p:txBody>
      </p:sp>
      <p:sp>
        <p:nvSpPr>
          <p:cNvPr id="42" name="TextBox 41"/>
          <p:cNvSpPr txBox="1"/>
          <p:nvPr/>
        </p:nvSpPr>
        <p:spPr>
          <a:xfrm>
            <a:off x="7663879" y="1908322"/>
            <a:ext cx="519374" cy="307777"/>
          </a:xfrm>
          <a:prstGeom prst="rect">
            <a:avLst/>
          </a:prstGeom>
          <a:noFill/>
        </p:spPr>
        <p:txBody>
          <a:bodyPr wrap="none" lIns="0" tIns="0" rIns="0" bIns="0" rtlCol="0" anchor="ctr">
            <a:spAutoFit/>
          </a:bodyPr>
          <a:lstStyle/>
          <a:p>
            <a:pPr lvl="0" algn="ctr" defTabSz="914400">
              <a:spcBef>
                <a:spcPct val="20000"/>
              </a:spcBef>
              <a:defRPr/>
            </a:pPr>
            <a:r>
              <a:rPr lang="en-US" b="1" dirty="0">
                <a:solidFill>
                  <a:schemeClr val="accent5"/>
                </a:solidFill>
              </a:rPr>
              <a:t>2012</a:t>
            </a:r>
            <a:endParaRPr lang="en-US" dirty="0">
              <a:solidFill>
                <a:schemeClr val="accent5"/>
              </a:solidFill>
            </a:endParaRPr>
          </a:p>
        </p:txBody>
      </p:sp>
      <p:grpSp>
        <p:nvGrpSpPr>
          <p:cNvPr id="9" name="Group 49"/>
          <p:cNvGrpSpPr/>
          <p:nvPr/>
        </p:nvGrpSpPr>
        <p:grpSpPr>
          <a:xfrm>
            <a:off x="4221286" y="4209884"/>
            <a:ext cx="701428" cy="701428"/>
            <a:chOff x="3409797" y="747172"/>
            <a:chExt cx="966528" cy="966528"/>
          </a:xfrm>
        </p:grpSpPr>
        <p:sp>
          <p:nvSpPr>
            <p:cNvPr id="35" name="Freeform 34"/>
            <p:cNvSpPr/>
            <p:nvPr/>
          </p:nvSpPr>
          <p:spPr>
            <a:xfrm>
              <a:off x="3409797" y="747172"/>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w="19050">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3"/>
                </a:solidFill>
                <a:latin typeface="FontAwesome" pitchFamily="2" charset="0"/>
              </a:endParaRPr>
            </a:p>
          </p:txBody>
        </p:sp>
        <p:sp>
          <p:nvSpPr>
            <p:cNvPr id="43" name="Freeform 178"/>
            <p:cNvSpPr>
              <a:spLocks noEditPoints="1"/>
            </p:cNvSpPr>
            <p:nvPr/>
          </p:nvSpPr>
          <p:spPr bwMode="auto">
            <a:xfrm>
              <a:off x="3635514" y="1036460"/>
              <a:ext cx="515095" cy="38795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47"/>
          <p:cNvGrpSpPr/>
          <p:nvPr/>
        </p:nvGrpSpPr>
        <p:grpSpPr>
          <a:xfrm>
            <a:off x="860672" y="2328268"/>
            <a:ext cx="701428" cy="701428"/>
            <a:chOff x="589767" y="747172"/>
            <a:chExt cx="966528" cy="966528"/>
          </a:xfrm>
        </p:grpSpPr>
        <p:sp>
          <p:nvSpPr>
            <p:cNvPr id="33" name="Freeform 32"/>
            <p:cNvSpPr/>
            <p:nvPr/>
          </p:nvSpPr>
          <p:spPr>
            <a:xfrm>
              <a:off x="589767" y="747172"/>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w="19050">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1"/>
                </a:solidFill>
                <a:latin typeface="FontAwesome" pitchFamily="2" charset="0"/>
              </a:endParaRPr>
            </a:p>
          </p:txBody>
        </p:sp>
        <p:sp>
          <p:nvSpPr>
            <p:cNvPr id="44" name="Freeform 116"/>
            <p:cNvSpPr>
              <a:spLocks noEditPoints="1"/>
            </p:cNvSpPr>
            <p:nvPr/>
          </p:nvSpPr>
          <p:spPr bwMode="auto">
            <a:xfrm>
              <a:off x="874257" y="1070135"/>
              <a:ext cx="397548" cy="320603"/>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48"/>
          <p:cNvGrpSpPr/>
          <p:nvPr/>
        </p:nvGrpSpPr>
        <p:grpSpPr>
          <a:xfrm>
            <a:off x="2081188" y="2328268"/>
            <a:ext cx="701428" cy="701428"/>
            <a:chOff x="1999782" y="747172"/>
            <a:chExt cx="966528" cy="966528"/>
          </a:xfrm>
        </p:grpSpPr>
        <p:sp>
          <p:nvSpPr>
            <p:cNvPr id="34" name="Freeform 33"/>
            <p:cNvSpPr/>
            <p:nvPr/>
          </p:nvSpPr>
          <p:spPr>
            <a:xfrm>
              <a:off x="1999782" y="747172"/>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w="19050">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2"/>
                </a:solidFill>
                <a:latin typeface="FontAwesome" pitchFamily="2" charset="0"/>
              </a:endParaRPr>
            </a:p>
          </p:txBody>
        </p:sp>
        <p:sp>
          <p:nvSpPr>
            <p:cNvPr id="45" name="Freeform 105"/>
            <p:cNvSpPr>
              <a:spLocks noEditPoints="1"/>
            </p:cNvSpPr>
            <p:nvPr/>
          </p:nvSpPr>
          <p:spPr bwMode="auto">
            <a:xfrm>
              <a:off x="2266406" y="1016935"/>
              <a:ext cx="433281" cy="427002"/>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grpSp>
        <p:nvGrpSpPr>
          <p:cNvPr id="12" name="Group 50"/>
          <p:cNvGrpSpPr/>
          <p:nvPr/>
        </p:nvGrpSpPr>
        <p:grpSpPr>
          <a:xfrm>
            <a:off x="6366122" y="2328268"/>
            <a:ext cx="701428" cy="701428"/>
            <a:chOff x="4819812" y="747172"/>
            <a:chExt cx="966528" cy="966528"/>
          </a:xfrm>
        </p:grpSpPr>
        <p:sp>
          <p:nvSpPr>
            <p:cNvPr id="36" name="Freeform 35"/>
            <p:cNvSpPr/>
            <p:nvPr/>
          </p:nvSpPr>
          <p:spPr>
            <a:xfrm>
              <a:off x="4819812" y="747172"/>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w="19050">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4"/>
                </a:solidFill>
                <a:latin typeface="FontAwesome" pitchFamily="2" charset="0"/>
              </a:endParaRPr>
            </a:p>
          </p:txBody>
        </p:sp>
        <p:sp>
          <p:nvSpPr>
            <p:cNvPr id="46" name="Freeform 62"/>
            <p:cNvSpPr>
              <a:spLocks noChangeAspect="1" noEditPoints="1"/>
            </p:cNvSpPr>
            <p:nvPr/>
          </p:nvSpPr>
          <p:spPr bwMode="auto">
            <a:xfrm>
              <a:off x="5091269" y="1016935"/>
              <a:ext cx="423615" cy="427002"/>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51"/>
          <p:cNvGrpSpPr/>
          <p:nvPr/>
        </p:nvGrpSpPr>
        <p:grpSpPr>
          <a:xfrm>
            <a:off x="7572852" y="2328268"/>
            <a:ext cx="701428" cy="701428"/>
            <a:chOff x="6229828" y="747172"/>
            <a:chExt cx="966528" cy="966528"/>
          </a:xfrm>
        </p:grpSpPr>
        <p:sp>
          <p:nvSpPr>
            <p:cNvPr id="37" name="Freeform 36"/>
            <p:cNvSpPr/>
            <p:nvPr/>
          </p:nvSpPr>
          <p:spPr>
            <a:xfrm>
              <a:off x="6229828" y="747172"/>
              <a:ext cx="966528" cy="966528"/>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5"/>
            </a:solidFill>
            <a:ln w="19050">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solidFill>
                  <a:schemeClr val="accent5"/>
                </a:solidFill>
                <a:latin typeface="FontAwesome" pitchFamily="2" charset="0"/>
              </a:endParaRPr>
            </a:p>
          </p:txBody>
        </p:sp>
        <p:sp>
          <p:nvSpPr>
            <p:cNvPr id="47" name="Freeform 45"/>
            <p:cNvSpPr>
              <a:spLocks noEditPoints="1"/>
            </p:cNvSpPr>
            <p:nvPr/>
          </p:nvSpPr>
          <p:spPr bwMode="auto">
            <a:xfrm>
              <a:off x="6518465" y="1035809"/>
              <a:ext cx="389255" cy="389255"/>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5" name="TextBox 64"/>
          <p:cNvSpPr txBox="1"/>
          <p:nvPr/>
        </p:nvSpPr>
        <p:spPr>
          <a:xfrm>
            <a:off x="223392" y="3631487"/>
            <a:ext cx="1975090" cy="923330"/>
          </a:xfrm>
          <a:prstGeom prst="rect">
            <a:avLst/>
          </a:prstGeom>
          <a:noFill/>
        </p:spPr>
        <p:txBody>
          <a:bodyPr wrap="square" rtlCol="0">
            <a:spAutoFit/>
          </a:bodyPr>
          <a:lstStyle/>
          <a:p>
            <a:pPr algn="ctr"/>
            <a:r>
              <a:rPr lang="en-US" sz="1400" b="1" dirty="0">
                <a:solidFill>
                  <a:schemeClr val="accent1"/>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66" name="TextBox 65"/>
          <p:cNvSpPr txBox="1"/>
          <p:nvPr/>
        </p:nvSpPr>
        <p:spPr>
          <a:xfrm>
            <a:off x="1422315" y="991195"/>
            <a:ext cx="1975090" cy="923330"/>
          </a:xfrm>
          <a:prstGeom prst="rect">
            <a:avLst/>
          </a:prstGeom>
          <a:noFill/>
        </p:spPr>
        <p:txBody>
          <a:bodyPr wrap="square" rtlCol="0">
            <a:spAutoFit/>
          </a:bodyPr>
          <a:lstStyle/>
          <a:p>
            <a:pPr algn="ctr"/>
            <a:r>
              <a:rPr lang="en-US" sz="1400" b="1" dirty="0">
                <a:solidFill>
                  <a:schemeClr val="accent2"/>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67" name="TextBox 66"/>
          <p:cNvSpPr txBox="1"/>
          <p:nvPr/>
        </p:nvSpPr>
        <p:spPr>
          <a:xfrm>
            <a:off x="5688789" y="991195"/>
            <a:ext cx="1975090" cy="923330"/>
          </a:xfrm>
          <a:prstGeom prst="rect">
            <a:avLst/>
          </a:prstGeom>
          <a:noFill/>
        </p:spPr>
        <p:txBody>
          <a:bodyPr wrap="square" rtlCol="0">
            <a:spAutoFit/>
          </a:bodyPr>
          <a:lstStyle/>
          <a:p>
            <a:pPr algn="ctr"/>
            <a:r>
              <a:rPr lang="en-US" sz="1400" b="1" dirty="0">
                <a:solidFill>
                  <a:schemeClr val="accent4"/>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68" name="TextBox 67"/>
          <p:cNvSpPr txBox="1"/>
          <p:nvPr/>
        </p:nvSpPr>
        <p:spPr>
          <a:xfrm>
            <a:off x="6937225" y="3631487"/>
            <a:ext cx="1975090" cy="923330"/>
          </a:xfrm>
          <a:prstGeom prst="rect">
            <a:avLst/>
          </a:prstGeom>
          <a:noFill/>
        </p:spPr>
        <p:txBody>
          <a:bodyPr wrap="square" rtlCol="0">
            <a:spAutoFit/>
          </a:bodyPr>
          <a:lstStyle/>
          <a:p>
            <a:pPr algn="ctr"/>
            <a:r>
              <a:rPr lang="en-US" sz="1400" b="1" dirty="0">
                <a:solidFill>
                  <a:schemeClr val="accent5"/>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
        <p:nvSpPr>
          <p:cNvPr id="69" name="TextBox 68"/>
          <p:cNvSpPr txBox="1"/>
          <p:nvPr/>
        </p:nvSpPr>
        <p:spPr>
          <a:xfrm>
            <a:off x="3584455" y="2972395"/>
            <a:ext cx="1975090" cy="923330"/>
          </a:xfrm>
          <a:prstGeom prst="rect">
            <a:avLst/>
          </a:prstGeom>
          <a:noFill/>
        </p:spPr>
        <p:txBody>
          <a:bodyPr wrap="square" rtlCol="0">
            <a:spAutoFit/>
          </a:bodyPr>
          <a:lstStyle/>
          <a:p>
            <a:pPr algn="ctr"/>
            <a:r>
              <a:rPr lang="en-US" sz="1400" b="1" dirty="0">
                <a:solidFill>
                  <a:schemeClr val="accent3"/>
                </a:solidFill>
                <a:latin typeface="+mj-lt"/>
              </a:rPr>
              <a:t>Title Goes Here</a:t>
            </a:r>
            <a:br>
              <a:rPr lang="en-US" sz="1400" b="1" dirty="0">
                <a:solidFill>
                  <a:schemeClr val="accent1"/>
                </a:solidFill>
                <a:latin typeface="+mj-lt"/>
              </a:rPr>
            </a:br>
            <a:r>
              <a:rPr lang="en-US" sz="1000" dirty="0">
                <a:solidFill>
                  <a:schemeClr val="bg1">
                    <a:lumMod val="50000"/>
                  </a:schemeClr>
                </a:solidFill>
              </a:rPr>
              <a:t>There are many variations of Lorem Ipsum available, but the majority have suffered  There are many variations of Lorem</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par>
                          <p:cTn id="8" fill="hold">
                            <p:stCondLst>
                              <p:cond delay="2000"/>
                            </p:stCondLst>
                            <p:childTnLst>
                              <p:par>
                                <p:cTn id="9" presetID="53"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p:cTn id="11" dur="500" fill="hold"/>
                                        <p:tgtEl>
                                          <p:spTgt spid="10"/>
                                        </p:tgtEl>
                                        <p:attrNameLst>
                                          <p:attrName>ppt_w</p:attrName>
                                        </p:attrNameLst>
                                      </p:cBhvr>
                                      <p:tavLst>
                                        <p:tav tm="0">
                                          <p:val>
                                            <p:fltVal val="0"/>
                                          </p:val>
                                        </p:tav>
                                        <p:tav tm="100000">
                                          <p:val>
                                            <p:strVal val="#ppt_w"/>
                                          </p:val>
                                        </p:tav>
                                      </p:tavLst>
                                    </p:anim>
                                    <p:anim calcmode="lin" valueType="num">
                                      <p:cBhvr>
                                        <p:cTn id="12" dur="500" fill="hold"/>
                                        <p:tgtEl>
                                          <p:spTgt spid="10"/>
                                        </p:tgtEl>
                                        <p:attrNameLst>
                                          <p:attrName>ppt_h</p:attrName>
                                        </p:attrNameLst>
                                      </p:cBhvr>
                                      <p:tavLst>
                                        <p:tav tm="0">
                                          <p:val>
                                            <p:fltVal val="0"/>
                                          </p:val>
                                        </p:tav>
                                        <p:tav tm="100000">
                                          <p:val>
                                            <p:strVal val="#ppt_h"/>
                                          </p:val>
                                        </p:tav>
                                      </p:tavLst>
                                    </p:anim>
                                    <p:animEffect transition="in" filter="fade">
                                      <p:cBhvr>
                                        <p:cTn id="13" dur="500"/>
                                        <p:tgtEl>
                                          <p:spTgt spid="10"/>
                                        </p:tgtEl>
                                      </p:cBhvr>
                                    </p:animEffect>
                                  </p:childTnLst>
                                </p:cTn>
                              </p:par>
                            </p:childTnLst>
                          </p:cTn>
                        </p:par>
                        <p:par>
                          <p:cTn id="14" fill="hold">
                            <p:stCondLst>
                              <p:cond delay="2500"/>
                            </p:stCondLst>
                            <p:childTnLst>
                              <p:par>
                                <p:cTn id="15" presetID="53" presetClass="entr" presetSubtype="0" fill="hold" grpId="0" nodeType="afterEffect">
                                  <p:stCondLst>
                                    <p:cond delay="0"/>
                                  </p:stCondLst>
                                  <p:childTnLst>
                                    <p:set>
                                      <p:cBhvr>
                                        <p:cTn id="16" dur="1" fill="hold">
                                          <p:stCondLst>
                                            <p:cond delay="0"/>
                                          </p:stCondLst>
                                        </p:cTn>
                                        <p:tgtEl>
                                          <p:spTgt spid="38"/>
                                        </p:tgtEl>
                                        <p:attrNameLst>
                                          <p:attrName>style.visibility</p:attrName>
                                        </p:attrNameLst>
                                      </p:cBhvr>
                                      <p:to>
                                        <p:strVal val="visible"/>
                                      </p:to>
                                    </p:set>
                                    <p:anim calcmode="lin" valueType="num">
                                      <p:cBhvr>
                                        <p:cTn id="17" dur="500" fill="hold"/>
                                        <p:tgtEl>
                                          <p:spTgt spid="38"/>
                                        </p:tgtEl>
                                        <p:attrNameLst>
                                          <p:attrName>ppt_w</p:attrName>
                                        </p:attrNameLst>
                                      </p:cBhvr>
                                      <p:tavLst>
                                        <p:tav tm="0">
                                          <p:val>
                                            <p:fltVal val="0"/>
                                          </p:val>
                                        </p:tav>
                                        <p:tav tm="100000">
                                          <p:val>
                                            <p:strVal val="#ppt_w"/>
                                          </p:val>
                                        </p:tav>
                                      </p:tavLst>
                                    </p:anim>
                                    <p:anim calcmode="lin" valueType="num">
                                      <p:cBhvr>
                                        <p:cTn id="18" dur="500" fill="hold"/>
                                        <p:tgtEl>
                                          <p:spTgt spid="38"/>
                                        </p:tgtEl>
                                        <p:attrNameLst>
                                          <p:attrName>ppt_h</p:attrName>
                                        </p:attrNameLst>
                                      </p:cBhvr>
                                      <p:tavLst>
                                        <p:tav tm="0">
                                          <p:val>
                                            <p:fltVal val="0"/>
                                          </p:val>
                                        </p:tav>
                                        <p:tav tm="100000">
                                          <p:val>
                                            <p:strVal val="#ppt_h"/>
                                          </p:val>
                                        </p:tav>
                                      </p:tavLst>
                                    </p:anim>
                                    <p:animEffect transition="in" filter="fade">
                                      <p:cBhvr>
                                        <p:cTn id="19" dur="500"/>
                                        <p:tgtEl>
                                          <p:spTgt spid="38"/>
                                        </p:tgtEl>
                                      </p:cBhvr>
                                    </p:animEffect>
                                  </p:childTnLst>
                                </p:cTn>
                              </p:par>
                            </p:childTnLst>
                          </p:cTn>
                        </p:par>
                        <p:par>
                          <p:cTn id="20" fill="hold">
                            <p:stCondLst>
                              <p:cond delay="3000"/>
                            </p:stCondLst>
                            <p:childTnLst>
                              <p:par>
                                <p:cTn id="21" presetID="22" presetClass="entr" presetSubtype="4" fill="hold" grpId="0" nodeType="afterEffect">
                                  <p:stCondLst>
                                    <p:cond delay="0"/>
                                  </p:stCondLst>
                                  <p:childTnLst>
                                    <p:set>
                                      <p:cBhvr>
                                        <p:cTn id="22" dur="1" fill="hold">
                                          <p:stCondLst>
                                            <p:cond delay="0"/>
                                          </p:stCondLst>
                                        </p:cTn>
                                        <p:tgtEl>
                                          <p:spTgt spid="65"/>
                                        </p:tgtEl>
                                        <p:attrNameLst>
                                          <p:attrName>style.visibility</p:attrName>
                                        </p:attrNameLst>
                                      </p:cBhvr>
                                      <p:to>
                                        <p:strVal val="visible"/>
                                      </p:to>
                                    </p:set>
                                    <p:animEffect transition="in" filter="wipe(down)">
                                      <p:cBhvr>
                                        <p:cTn id="23" dur="500"/>
                                        <p:tgtEl>
                                          <p:spTgt spid="65"/>
                                        </p:tgtEl>
                                      </p:cBhvr>
                                    </p:animEffect>
                                  </p:childTnLst>
                                </p:cTn>
                              </p:par>
                            </p:childTnLst>
                          </p:cTn>
                        </p:par>
                        <p:par>
                          <p:cTn id="24" fill="hold">
                            <p:stCondLst>
                              <p:cond delay="3500"/>
                            </p:stCondLst>
                            <p:childTnLst>
                              <p:par>
                                <p:cTn id="25" presetID="53"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par>
                          <p:cTn id="30" fill="hold">
                            <p:stCondLst>
                              <p:cond delay="4000"/>
                            </p:stCondLst>
                            <p:childTnLst>
                              <p:par>
                                <p:cTn id="31" presetID="53" presetClass="entr" presetSubtype="0" fill="hold" grpId="0" nodeType="after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p:cTn id="33" dur="500" fill="hold"/>
                                        <p:tgtEl>
                                          <p:spTgt spid="39"/>
                                        </p:tgtEl>
                                        <p:attrNameLst>
                                          <p:attrName>ppt_w</p:attrName>
                                        </p:attrNameLst>
                                      </p:cBhvr>
                                      <p:tavLst>
                                        <p:tav tm="0">
                                          <p:val>
                                            <p:fltVal val="0"/>
                                          </p:val>
                                        </p:tav>
                                        <p:tav tm="100000">
                                          <p:val>
                                            <p:strVal val="#ppt_w"/>
                                          </p:val>
                                        </p:tav>
                                      </p:tavLst>
                                    </p:anim>
                                    <p:anim calcmode="lin" valueType="num">
                                      <p:cBhvr>
                                        <p:cTn id="34" dur="500" fill="hold"/>
                                        <p:tgtEl>
                                          <p:spTgt spid="39"/>
                                        </p:tgtEl>
                                        <p:attrNameLst>
                                          <p:attrName>ppt_h</p:attrName>
                                        </p:attrNameLst>
                                      </p:cBhvr>
                                      <p:tavLst>
                                        <p:tav tm="0">
                                          <p:val>
                                            <p:fltVal val="0"/>
                                          </p:val>
                                        </p:tav>
                                        <p:tav tm="100000">
                                          <p:val>
                                            <p:strVal val="#ppt_h"/>
                                          </p:val>
                                        </p:tav>
                                      </p:tavLst>
                                    </p:anim>
                                    <p:animEffect transition="in" filter="fade">
                                      <p:cBhvr>
                                        <p:cTn id="35" dur="500"/>
                                        <p:tgtEl>
                                          <p:spTgt spid="39"/>
                                        </p:tgtEl>
                                      </p:cBhvr>
                                    </p:animEffect>
                                  </p:childTnLst>
                                </p:cTn>
                              </p:par>
                            </p:childTnLst>
                          </p:cTn>
                        </p:par>
                        <p:par>
                          <p:cTn id="36" fill="hold">
                            <p:stCondLst>
                              <p:cond delay="4500"/>
                            </p:stCondLst>
                            <p:childTnLst>
                              <p:par>
                                <p:cTn id="37" presetID="22" presetClass="entr" presetSubtype="4" fill="hold" grpId="0" nodeType="afterEffect">
                                  <p:stCondLst>
                                    <p:cond delay="0"/>
                                  </p:stCondLst>
                                  <p:childTnLst>
                                    <p:set>
                                      <p:cBhvr>
                                        <p:cTn id="38" dur="1" fill="hold">
                                          <p:stCondLst>
                                            <p:cond delay="0"/>
                                          </p:stCondLst>
                                        </p:cTn>
                                        <p:tgtEl>
                                          <p:spTgt spid="66"/>
                                        </p:tgtEl>
                                        <p:attrNameLst>
                                          <p:attrName>style.visibility</p:attrName>
                                        </p:attrNameLst>
                                      </p:cBhvr>
                                      <p:to>
                                        <p:strVal val="visible"/>
                                      </p:to>
                                    </p:set>
                                    <p:animEffect transition="in" filter="wipe(down)">
                                      <p:cBhvr>
                                        <p:cTn id="39" dur="500"/>
                                        <p:tgtEl>
                                          <p:spTgt spid="66"/>
                                        </p:tgtEl>
                                      </p:cBhvr>
                                    </p:animEffect>
                                  </p:childTnLst>
                                </p:cTn>
                              </p:par>
                            </p:childTnLst>
                          </p:cTn>
                        </p:par>
                        <p:par>
                          <p:cTn id="40" fill="hold">
                            <p:stCondLst>
                              <p:cond delay="5000"/>
                            </p:stCondLst>
                            <p:childTnLst>
                              <p:par>
                                <p:cTn id="41" presetID="53" presetClass="entr" presetSubtype="0" fill="hold" nodeType="after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p:cTn id="43" dur="500" fill="hold"/>
                                        <p:tgtEl>
                                          <p:spTgt spid="9"/>
                                        </p:tgtEl>
                                        <p:attrNameLst>
                                          <p:attrName>ppt_w</p:attrName>
                                        </p:attrNameLst>
                                      </p:cBhvr>
                                      <p:tavLst>
                                        <p:tav tm="0">
                                          <p:val>
                                            <p:fltVal val="0"/>
                                          </p:val>
                                        </p:tav>
                                        <p:tav tm="100000">
                                          <p:val>
                                            <p:strVal val="#ppt_w"/>
                                          </p:val>
                                        </p:tav>
                                      </p:tavLst>
                                    </p:anim>
                                    <p:anim calcmode="lin" valueType="num">
                                      <p:cBhvr>
                                        <p:cTn id="44" dur="500" fill="hold"/>
                                        <p:tgtEl>
                                          <p:spTgt spid="9"/>
                                        </p:tgtEl>
                                        <p:attrNameLst>
                                          <p:attrName>ppt_h</p:attrName>
                                        </p:attrNameLst>
                                      </p:cBhvr>
                                      <p:tavLst>
                                        <p:tav tm="0">
                                          <p:val>
                                            <p:fltVal val="0"/>
                                          </p:val>
                                        </p:tav>
                                        <p:tav tm="100000">
                                          <p:val>
                                            <p:strVal val="#ppt_h"/>
                                          </p:val>
                                        </p:tav>
                                      </p:tavLst>
                                    </p:anim>
                                    <p:animEffect transition="in" filter="fade">
                                      <p:cBhvr>
                                        <p:cTn id="45" dur="500"/>
                                        <p:tgtEl>
                                          <p:spTgt spid="9"/>
                                        </p:tgtEl>
                                      </p:cBhvr>
                                    </p:animEffect>
                                  </p:childTnLst>
                                </p:cTn>
                              </p:par>
                            </p:childTnLst>
                          </p:cTn>
                        </p:par>
                        <p:par>
                          <p:cTn id="46" fill="hold">
                            <p:stCondLst>
                              <p:cond delay="5500"/>
                            </p:stCondLst>
                            <p:childTnLst>
                              <p:par>
                                <p:cTn id="47" presetID="53" presetClass="entr" presetSubtype="0" fill="hold" grpId="0"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ppt_w</p:attrName>
                                        </p:attrNameLst>
                                      </p:cBhvr>
                                      <p:tavLst>
                                        <p:tav tm="0">
                                          <p:val>
                                            <p:fltVal val="0"/>
                                          </p:val>
                                        </p:tav>
                                        <p:tav tm="100000">
                                          <p:val>
                                            <p:strVal val="#ppt_w"/>
                                          </p:val>
                                        </p:tav>
                                      </p:tavLst>
                                    </p:anim>
                                    <p:anim calcmode="lin" valueType="num">
                                      <p:cBhvr>
                                        <p:cTn id="50" dur="500" fill="hold"/>
                                        <p:tgtEl>
                                          <p:spTgt spid="40"/>
                                        </p:tgtEl>
                                        <p:attrNameLst>
                                          <p:attrName>ppt_h</p:attrName>
                                        </p:attrNameLst>
                                      </p:cBhvr>
                                      <p:tavLst>
                                        <p:tav tm="0">
                                          <p:val>
                                            <p:fltVal val="0"/>
                                          </p:val>
                                        </p:tav>
                                        <p:tav tm="100000">
                                          <p:val>
                                            <p:strVal val="#ppt_h"/>
                                          </p:val>
                                        </p:tav>
                                      </p:tavLst>
                                    </p:anim>
                                    <p:animEffect transition="in" filter="fade">
                                      <p:cBhvr>
                                        <p:cTn id="51" dur="500"/>
                                        <p:tgtEl>
                                          <p:spTgt spid="40"/>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69"/>
                                        </p:tgtEl>
                                        <p:attrNameLst>
                                          <p:attrName>style.visibility</p:attrName>
                                        </p:attrNameLst>
                                      </p:cBhvr>
                                      <p:to>
                                        <p:strVal val="visible"/>
                                      </p:to>
                                    </p:set>
                                    <p:animEffect transition="in" filter="wipe(down)">
                                      <p:cBhvr>
                                        <p:cTn id="55" dur="500"/>
                                        <p:tgtEl>
                                          <p:spTgt spid="69"/>
                                        </p:tgtEl>
                                      </p:cBhvr>
                                    </p:animEffect>
                                  </p:childTnLst>
                                </p:cTn>
                              </p:par>
                            </p:childTnLst>
                          </p:cTn>
                        </p:par>
                        <p:par>
                          <p:cTn id="56" fill="hold">
                            <p:stCondLst>
                              <p:cond delay="6500"/>
                            </p:stCondLst>
                            <p:childTnLst>
                              <p:par>
                                <p:cTn id="57" presetID="53" presetClass="entr" presetSubtype="0" fill="hold"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500" fill="hold"/>
                                        <p:tgtEl>
                                          <p:spTgt spid="12"/>
                                        </p:tgtEl>
                                        <p:attrNameLst>
                                          <p:attrName>ppt_w</p:attrName>
                                        </p:attrNameLst>
                                      </p:cBhvr>
                                      <p:tavLst>
                                        <p:tav tm="0">
                                          <p:val>
                                            <p:fltVal val="0"/>
                                          </p:val>
                                        </p:tav>
                                        <p:tav tm="100000">
                                          <p:val>
                                            <p:strVal val="#ppt_w"/>
                                          </p:val>
                                        </p:tav>
                                      </p:tavLst>
                                    </p:anim>
                                    <p:anim calcmode="lin" valueType="num">
                                      <p:cBhvr>
                                        <p:cTn id="60" dur="500" fill="hold"/>
                                        <p:tgtEl>
                                          <p:spTgt spid="12"/>
                                        </p:tgtEl>
                                        <p:attrNameLst>
                                          <p:attrName>ppt_h</p:attrName>
                                        </p:attrNameLst>
                                      </p:cBhvr>
                                      <p:tavLst>
                                        <p:tav tm="0">
                                          <p:val>
                                            <p:fltVal val="0"/>
                                          </p:val>
                                        </p:tav>
                                        <p:tav tm="100000">
                                          <p:val>
                                            <p:strVal val="#ppt_h"/>
                                          </p:val>
                                        </p:tav>
                                      </p:tavLst>
                                    </p:anim>
                                    <p:animEffect transition="in" filter="fade">
                                      <p:cBhvr>
                                        <p:cTn id="61" dur="500"/>
                                        <p:tgtEl>
                                          <p:spTgt spid="12"/>
                                        </p:tgtEl>
                                      </p:cBhvr>
                                    </p:animEffect>
                                  </p:childTnLst>
                                </p:cTn>
                              </p:par>
                            </p:childTnLst>
                          </p:cTn>
                        </p:par>
                        <p:par>
                          <p:cTn id="62" fill="hold">
                            <p:stCondLst>
                              <p:cond delay="7000"/>
                            </p:stCondLst>
                            <p:childTnLst>
                              <p:par>
                                <p:cTn id="63" presetID="53" presetClass="entr" presetSubtype="0" fill="hold" grpId="0" nodeType="afterEffect">
                                  <p:stCondLst>
                                    <p:cond delay="0"/>
                                  </p:stCondLst>
                                  <p:childTnLst>
                                    <p:set>
                                      <p:cBhvr>
                                        <p:cTn id="64" dur="1" fill="hold">
                                          <p:stCondLst>
                                            <p:cond delay="0"/>
                                          </p:stCondLst>
                                        </p:cTn>
                                        <p:tgtEl>
                                          <p:spTgt spid="41"/>
                                        </p:tgtEl>
                                        <p:attrNameLst>
                                          <p:attrName>style.visibility</p:attrName>
                                        </p:attrNameLst>
                                      </p:cBhvr>
                                      <p:to>
                                        <p:strVal val="visible"/>
                                      </p:to>
                                    </p:set>
                                    <p:anim calcmode="lin" valueType="num">
                                      <p:cBhvr>
                                        <p:cTn id="65" dur="500" fill="hold"/>
                                        <p:tgtEl>
                                          <p:spTgt spid="41"/>
                                        </p:tgtEl>
                                        <p:attrNameLst>
                                          <p:attrName>ppt_w</p:attrName>
                                        </p:attrNameLst>
                                      </p:cBhvr>
                                      <p:tavLst>
                                        <p:tav tm="0">
                                          <p:val>
                                            <p:fltVal val="0"/>
                                          </p:val>
                                        </p:tav>
                                        <p:tav tm="100000">
                                          <p:val>
                                            <p:strVal val="#ppt_w"/>
                                          </p:val>
                                        </p:tav>
                                      </p:tavLst>
                                    </p:anim>
                                    <p:anim calcmode="lin" valueType="num">
                                      <p:cBhvr>
                                        <p:cTn id="66" dur="500" fill="hold"/>
                                        <p:tgtEl>
                                          <p:spTgt spid="41"/>
                                        </p:tgtEl>
                                        <p:attrNameLst>
                                          <p:attrName>ppt_h</p:attrName>
                                        </p:attrNameLst>
                                      </p:cBhvr>
                                      <p:tavLst>
                                        <p:tav tm="0">
                                          <p:val>
                                            <p:fltVal val="0"/>
                                          </p:val>
                                        </p:tav>
                                        <p:tav tm="100000">
                                          <p:val>
                                            <p:strVal val="#ppt_h"/>
                                          </p:val>
                                        </p:tav>
                                      </p:tavLst>
                                    </p:anim>
                                    <p:animEffect transition="in" filter="fade">
                                      <p:cBhvr>
                                        <p:cTn id="67" dur="500"/>
                                        <p:tgtEl>
                                          <p:spTgt spid="41"/>
                                        </p:tgtEl>
                                      </p:cBhvr>
                                    </p:animEffect>
                                  </p:childTnLst>
                                </p:cTn>
                              </p:par>
                            </p:childTnLst>
                          </p:cTn>
                        </p:par>
                        <p:par>
                          <p:cTn id="68" fill="hold">
                            <p:stCondLst>
                              <p:cond delay="7500"/>
                            </p:stCondLst>
                            <p:childTnLst>
                              <p:par>
                                <p:cTn id="69" presetID="22" presetClass="entr" presetSubtype="4" fill="hold" grpId="0" nodeType="afterEffect">
                                  <p:stCondLst>
                                    <p:cond delay="0"/>
                                  </p:stCondLst>
                                  <p:childTnLst>
                                    <p:set>
                                      <p:cBhvr>
                                        <p:cTn id="70" dur="1" fill="hold">
                                          <p:stCondLst>
                                            <p:cond delay="0"/>
                                          </p:stCondLst>
                                        </p:cTn>
                                        <p:tgtEl>
                                          <p:spTgt spid="67"/>
                                        </p:tgtEl>
                                        <p:attrNameLst>
                                          <p:attrName>style.visibility</p:attrName>
                                        </p:attrNameLst>
                                      </p:cBhvr>
                                      <p:to>
                                        <p:strVal val="visible"/>
                                      </p:to>
                                    </p:set>
                                    <p:animEffect transition="in" filter="wipe(down)">
                                      <p:cBhvr>
                                        <p:cTn id="71" dur="500"/>
                                        <p:tgtEl>
                                          <p:spTgt spid="67"/>
                                        </p:tgtEl>
                                      </p:cBhvr>
                                    </p:animEffect>
                                  </p:childTnLst>
                                </p:cTn>
                              </p:par>
                            </p:childTnLst>
                          </p:cTn>
                        </p:par>
                        <p:par>
                          <p:cTn id="72" fill="hold">
                            <p:stCondLst>
                              <p:cond delay="8000"/>
                            </p:stCondLst>
                            <p:childTnLst>
                              <p:par>
                                <p:cTn id="73" presetID="53" presetClass="entr" presetSubtype="0" fill="hold" nodeType="afterEffect">
                                  <p:stCondLst>
                                    <p:cond delay="0"/>
                                  </p:stCondLst>
                                  <p:childTnLst>
                                    <p:set>
                                      <p:cBhvr>
                                        <p:cTn id="74" dur="1" fill="hold">
                                          <p:stCondLst>
                                            <p:cond delay="0"/>
                                          </p:stCondLst>
                                        </p:cTn>
                                        <p:tgtEl>
                                          <p:spTgt spid="13"/>
                                        </p:tgtEl>
                                        <p:attrNameLst>
                                          <p:attrName>style.visibility</p:attrName>
                                        </p:attrNameLst>
                                      </p:cBhvr>
                                      <p:to>
                                        <p:strVal val="visible"/>
                                      </p:to>
                                    </p:set>
                                    <p:anim calcmode="lin" valueType="num">
                                      <p:cBhvr>
                                        <p:cTn id="75" dur="500" fill="hold"/>
                                        <p:tgtEl>
                                          <p:spTgt spid="13"/>
                                        </p:tgtEl>
                                        <p:attrNameLst>
                                          <p:attrName>ppt_w</p:attrName>
                                        </p:attrNameLst>
                                      </p:cBhvr>
                                      <p:tavLst>
                                        <p:tav tm="0">
                                          <p:val>
                                            <p:fltVal val="0"/>
                                          </p:val>
                                        </p:tav>
                                        <p:tav tm="100000">
                                          <p:val>
                                            <p:strVal val="#ppt_w"/>
                                          </p:val>
                                        </p:tav>
                                      </p:tavLst>
                                    </p:anim>
                                    <p:anim calcmode="lin" valueType="num">
                                      <p:cBhvr>
                                        <p:cTn id="76" dur="500" fill="hold"/>
                                        <p:tgtEl>
                                          <p:spTgt spid="13"/>
                                        </p:tgtEl>
                                        <p:attrNameLst>
                                          <p:attrName>ppt_h</p:attrName>
                                        </p:attrNameLst>
                                      </p:cBhvr>
                                      <p:tavLst>
                                        <p:tav tm="0">
                                          <p:val>
                                            <p:fltVal val="0"/>
                                          </p:val>
                                        </p:tav>
                                        <p:tav tm="100000">
                                          <p:val>
                                            <p:strVal val="#ppt_h"/>
                                          </p:val>
                                        </p:tav>
                                      </p:tavLst>
                                    </p:anim>
                                    <p:animEffect transition="in" filter="fade">
                                      <p:cBhvr>
                                        <p:cTn id="77" dur="500"/>
                                        <p:tgtEl>
                                          <p:spTgt spid="13"/>
                                        </p:tgtEl>
                                      </p:cBhvr>
                                    </p:animEffect>
                                  </p:childTnLst>
                                </p:cTn>
                              </p:par>
                            </p:childTnLst>
                          </p:cTn>
                        </p:par>
                        <p:par>
                          <p:cTn id="78" fill="hold">
                            <p:stCondLst>
                              <p:cond delay="8500"/>
                            </p:stCondLst>
                            <p:childTnLst>
                              <p:par>
                                <p:cTn id="79" presetID="53" presetClass="entr" presetSubtype="0" fill="hold" grpId="0" nodeType="afterEffect">
                                  <p:stCondLst>
                                    <p:cond delay="0"/>
                                  </p:stCondLst>
                                  <p:childTnLst>
                                    <p:set>
                                      <p:cBhvr>
                                        <p:cTn id="80" dur="1" fill="hold">
                                          <p:stCondLst>
                                            <p:cond delay="0"/>
                                          </p:stCondLst>
                                        </p:cTn>
                                        <p:tgtEl>
                                          <p:spTgt spid="42"/>
                                        </p:tgtEl>
                                        <p:attrNameLst>
                                          <p:attrName>style.visibility</p:attrName>
                                        </p:attrNameLst>
                                      </p:cBhvr>
                                      <p:to>
                                        <p:strVal val="visible"/>
                                      </p:to>
                                    </p:set>
                                    <p:anim calcmode="lin" valueType="num">
                                      <p:cBhvr>
                                        <p:cTn id="81" dur="500" fill="hold"/>
                                        <p:tgtEl>
                                          <p:spTgt spid="42"/>
                                        </p:tgtEl>
                                        <p:attrNameLst>
                                          <p:attrName>ppt_w</p:attrName>
                                        </p:attrNameLst>
                                      </p:cBhvr>
                                      <p:tavLst>
                                        <p:tav tm="0">
                                          <p:val>
                                            <p:fltVal val="0"/>
                                          </p:val>
                                        </p:tav>
                                        <p:tav tm="100000">
                                          <p:val>
                                            <p:strVal val="#ppt_w"/>
                                          </p:val>
                                        </p:tav>
                                      </p:tavLst>
                                    </p:anim>
                                    <p:anim calcmode="lin" valueType="num">
                                      <p:cBhvr>
                                        <p:cTn id="82" dur="500" fill="hold"/>
                                        <p:tgtEl>
                                          <p:spTgt spid="42"/>
                                        </p:tgtEl>
                                        <p:attrNameLst>
                                          <p:attrName>ppt_h</p:attrName>
                                        </p:attrNameLst>
                                      </p:cBhvr>
                                      <p:tavLst>
                                        <p:tav tm="0">
                                          <p:val>
                                            <p:fltVal val="0"/>
                                          </p:val>
                                        </p:tav>
                                        <p:tav tm="100000">
                                          <p:val>
                                            <p:strVal val="#ppt_h"/>
                                          </p:val>
                                        </p:tav>
                                      </p:tavLst>
                                    </p:anim>
                                    <p:animEffect transition="in" filter="fade">
                                      <p:cBhvr>
                                        <p:cTn id="83" dur="500"/>
                                        <p:tgtEl>
                                          <p:spTgt spid="42"/>
                                        </p:tgtEl>
                                      </p:cBhvr>
                                    </p:animEffect>
                                  </p:childTnLst>
                                </p:cTn>
                              </p:par>
                            </p:childTnLst>
                          </p:cTn>
                        </p:par>
                        <p:par>
                          <p:cTn id="84" fill="hold">
                            <p:stCondLst>
                              <p:cond delay="9000"/>
                            </p:stCondLst>
                            <p:childTnLst>
                              <p:par>
                                <p:cTn id="85" presetID="22" presetClass="entr" presetSubtype="4" fill="hold" grpId="0" nodeType="afterEffect">
                                  <p:stCondLst>
                                    <p:cond delay="0"/>
                                  </p:stCondLst>
                                  <p:childTnLst>
                                    <p:set>
                                      <p:cBhvr>
                                        <p:cTn id="86" dur="1" fill="hold">
                                          <p:stCondLst>
                                            <p:cond delay="0"/>
                                          </p:stCondLst>
                                        </p:cTn>
                                        <p:tgtEl>
                                          <p:spTgt spid="68"/>
                                        </p:tgtEl>
                                        <p:attrNameLst>
                                          <p:attrName>style.visibility</p:attrName>
                                        </p:attrNameLst>
                                      </p:cBhvr>
                                      <p:to>
                                        <p:strVal val="visible"/>
                                      </p:to>
                                    </p:set>
                                    <p:animEffect transition="in" filter="wipe(down)">
                                      <p:cBhvr>
                                        <p:cTn id="87"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0" grpId="0"/>
      <p:bldP spid="41" grpId="0"/>
      <p:bldP spid="42" grpId="0"/>
      <p:bldP spid="65" grpId="0"/>
      <p:bldP spid="66" grpId="0"/>
      <p:bldP spid="67" grpId="0"/>
      <p:bldP spid="68" grpId="0"/>
      <p:bldP spid="69"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1"/>
          <p:cNvGrpSpPr/>
          <p:nvPr/>
        </p:nvGrpSpPr>
        <p:grpSpPr>
          <a:xfrm>
            <a:off x="4616043" y="1124587"/>
            <a:ext cx="1040106" cy="1194046"/>
            <a:chOff x="5245729" y="695612"/>
            <a:chExt cx="1718326" cy="1972644"/>
          </a:xfrm>
        </p:grpSpPr>
        <p:sp>
          <p:nvSpPr>
            <p:cNvPr id="263" name="Isosceles Triangle 262"/>
            <p:cNvSpPr/>
            <p:nvPr/>
          </p:nvSpPr>
          <p:spPr bwMode="auto">
            <a:xfrm>
              <a:off x="5245729" y="706493"/>
              <a:ext cx="1718326" cy="1961763"/>
            </a:xfrm>
            <a:prstGeom prst="triangle">
              <a:avLst/>
            </a:prstGeom>
            <a:gradFill flip="none" rotWithShape="1">
              <a:gsLst>
                <a:gs pos="49000">
                  <a:schemeClr val="accent1">
                    <a:lumMod val="60000"/>
                    <a:lumOff val="40000"/>
                  </a:schemeClr>
                </a:gs>
                <a:gs pos="50000">
                  <a:schemeClr val="accent1">
                    <a:lumMod val="40000"/>
                    <a:lumOff val="60000"/>
                  </a:schemeClr>
                </a:gs>
              </a:gsLst>
              <a:lin ang="0" scaled="0"/>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3" name="Group 263"/>
            <p:cNvGrpSpPr/>
            <p:nvPr/>
          </p:nvGrpSpPr>
          <p:grpSpPr>
            <a:xfrm>
              <a:off x="5746749" y="695612"/>
              <a:ext cx="724864" cy="861630"/>
              <a:chOff x="-1136651" y="2605087"/>
              <a:chExt cx="1514475" cy="1800225"/>
            </a:xfrm>
          </p:grpSpPr>
          <p:sp>
            <p:nvSpPr>
              <p:cNvPr id="265" name="Freeform 199"/>
              <p:cNvSpPr>
                <a:spLocks/>
              </p:cNvSpPr>
              <p:nvPr/>
            </p:nvSpPr>
            <p:spPr bwMode="auto">
              <a:xfrm>
                <a:off x="-1136651" y="2608262"/>
                <a:ext cx="766763" cy="1797050"/>
              </a:xfrm>
              <a:custGeom>
                <a:avLst/>
                <a:gdLst/>
                <a:ahLst/>
                <a:cxnLst>
                  <a:cxn ang="0">
                    <a:pos x="0" y="780"/>
                  </a:cxn>
                  <a:cxn ang="0">
                    <a:pos x="216" y="701"/>
                  </a:cxn>
                  <a:cxn ang="0">
                    <a:pos x="348" y="784"/>
                  </a:cxn>
                  <a:cxn ang="0">
                    <a:pos x="344" y="0"/>
                  </a:cxn>
                  <a:cxn ang="0">
                    <a:pos x="0" y="780"/>
                  </a:cxn>
                </a:cxnLst>
                <a:rect l="0" t="0" r="r" b="b"/>
                <a:pathLst>
                  <a:path w="348" h="813">
                    <a:moveTo>
                      <a:pt x="0" y="780"/>
                    </a:moveTo>
                    <a:cubicBezTo>
                      <a:pt x="133" y="813"/>
                      <a:pt x="216" y="701"/>
                      <a:pt x="216" y="701"/>
                    </a:cubicBezTo>
                    <a:cubicBezTo>
                      <a:pt x="216" y="701"/>
                      <a:pt x="242" y="781"/>
                      <a:pt x="348" y="784"/>
                    </a:cubicBezTo>
                    <a:cubicBezTo>
                      <a:pt x="344" y="0"/>
                      <a:pt x="344" y="0"/>
                      <a:pt x="344" y="0"/>
                    </a:cubicBezTo>
                    <a:lnTo>
                      <a:pt x="0" y="780"/>
                    </a:lnTo>
                    <a:close/>
                  </a:path>
                </a:pathLst>
              </a:custGeom>
              <a:solidFill>
                <a:schemeClr val="tx1">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200"/>
              <p:cNvSpPr>
                <a:spLocks/>
              </p:cNvSpPr>
              <p:nvPr/>
            </p:nvSpPr>
            <p:spPr bwMode="auto">
              <a:xfrm>
                <a:off x="-377826" y="2605087"/>
                <a:ext cx="755650" cy="1795463"/>
              </a:xfrm>
              <a:custGeom>
                <a:avLst/>
                <a:gdLst/>
                <a:ahLst/>
                <a:cxnLst>
                  <a:cxn ang="0">
                    <a:pos x="0" y="0"/>
                  </a:cxn>
                  <a:cxn ang="0">
                    <a:pos x="0" y="1"/>
                  </a:cxn>
                  <a:cxn ang="0">
                    <a:pos x="0" y="785"/>
                  </a:cxn>
                  <a:cxn ang="0">
                    <a:pos x="7" y="785"/>
                  </a:cxn>
                  <a:cxn ang="0">
                    <a:pos x="141" y="709"/>
                  </a:cxn>
                  <a:cxn ang="0">
                    <a:pos x="343" y="778"/>
                  </a:cxn>
                  <a:cxn ang="0">
                    <a:pos x="0" y="0"/>
                  </a:cxn>
                </a:cxnLst>
                <a:rect l="0" t="0" r="r" b="b"/>
                <a:pathLst>
                  <a:path w="343" h="812">
                    <a:moveTo>
                      <a:pt x="0" y="0"/>
                    </a:moveTo>
                    <a:cubicBezTo>
                      <a:pt x="0" y="1"/>
                      <a:pt x="0" y="1"/>
                      <a:pt x="0" y="1"/>
                    </a:cubicBezTo>
                    <a:cubicBezTo>
                      <a:pt x="0" y="785"/>
                      <a:pt x="0" y="785"/>
                      <a:pt x="0" y="785"/>
                    </a:cubicBezTo>
                    <a:cubicBezTo>
                      <a:pt x="2" y="785"/>
                      <a:pt x="4" y="785"/>
                      <a:pt x="7" y="785"/>
                    </a:cubicBezTo>
                    <a:cubicBezTo>
                      <a:pt x="118" y="785"/>
                      <a:pt x="141" y="709"/>
                      <a:pt x="141" y="709"/>
                    </a:cubicBezTo>
                    <a:cubicBezTo>
                      <a:pt x="141" y="709"/>
                      <a:pt x="199" y="812"/>
                      <a:pt x="343" y="778"/>
                    </a:cubicBezTo>
                    <a:lnTo>
                      <a:pt x="0" y="0"/>
                    </a:lnTo>
                    <a:close/>
                  </a:path>
                </a:pathLst>
              </a:custGeom>
              <a:solidFill>
                <a:schemeClr val="tx2">
                  <a:lumMod val="10000"/>
                  <a:lumOff val="9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 name="Group 260"/>
          <p:cNvGrpSpPr/>
          <p:nvPr/>
        </p:nvGrpSpPr>
        <p:grpSpPr>
          <a:xfrm>
            <a:off x="5245729" y="438150"/>
            <a:ext cx="1718326" cy="1972644"/>
            <a:chOff x="5245729" y="695612"/>
            <a:chExt cx="1718326" cy="1972644"/>
          </a:xfrm>
        </p:grpSpPr>
        <p:sp>
          <p:nvSpPr>
            <p:cNvPr id="260" name="Isosceles Triangle 259"/>
            <p:cNvSpPr/>
            <p:nvPr/>
          </p:nvSpPr>
          <p:spPr bwMode="auto">
            <a:xfrm>
              <a:off x="5245729" y="706493"/>
              <a:ext cx="1718326" cy="1961763"/>
            </a:xfrm>
            <a:prstGeom prst="triangle">
              <a:avLst/>
            </a:prstGeom>
            <a:gradFill flip="none" rotWithShape="1">
              <a:gsLst>
                <a:gs pos="49000">
                  <a:schemeClr val="accent1">
                    <a:lumMod val="60000"/>
                    <a:lumOff val="40000"/>
                  </a:schemeClr>
                </a:gs>
                <a:gs pos="50000">
                  <a:schemeClr val="accent1">
                    <a:lumMod val="40000"/>
                    <a:lumOff val="60000"/>
                  </a:schemeClr>
                </a:gs>
              </a:gsLst>
              <a:lin ang="0" scaled="0"/>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5" name="Group 255"/>
            <p:cNvGrpSpPr/>
            <p:nvPr/>
          </p:nvGrpSpPr>
          <p:grpSpPr>
            <a:xfrm>
              <a:off x="5746750" y="695612"/>
              <a:ext cx="724863" cy="861630"/>
              <a:chOff x="-1136651" y="2605087"/>
              <a:chExt cx="1514475" cy="1800225"/>
            </a:xfrm>
          </p:grpSpPr>
          <p:sp>
            <p:nvSpPr>
              <p:cNvPr id="6343" name="Freeform 199"/>
              <p:cNvSpPr>
                <a:spLocks/>
              </p:cNvSpPr>
              <p:nvPr/>
            </p:nvSpPr>
            <p:spPr bwMode="auto">
              <a:xfrm>
                <a:off x="-1136651" y="2608262"/>
                <a:ext cx="766763" cy="1797050"/>
              </a:xfrm>
              <a:custGeom>
                <a:avLst/>
                <a:gdLst/>
                <a:ahLst/>
                <a:cxnLst>
                  <a:cxn ang="0">
                    <a:pos x="0" y="780"/>
                  </a:cxn>
                  <a:cxn ang="0">
                    <a:pos x="216" y="701"/>
                  </a:cxn>
                  <a:cxn ang="0">
                    <a:pos x="348" y="784"/>
                  </a:cxn>
                  <a:cxn ang="0">
                    <a:pos x="344" y="0"/>
                  </a:cxn>
                  <a:cxn ang="0">
                    <a:pos x="0" y="780"/>
                  </a:cxn>
                </a:cxnLst>
                <a:rect l="0" t="0" r="r" b="b"/>
                <a:pathLst>
                  <a:path w="348" h="813">
                    <a:moveTo>
                      <a:pt x="0" y="780"/>
                    </a:moveTo>
                    <a:cubicBezTo>
                      <a:pt x="133" y="813"/>
                      <a:pt x="216" y="701"/>
                      <a:pt x="216" y="701"/>
                    </a:cubicBezTo>
                    <a:cubicBezTo>
                      <a:pt x="216" y="701"/>
                      <a:pt x="242" y="781"/>
                      <a:pt x="348" y="784"/>
                    </a:cubicBezTo>
                    <a:cubicBezTo>
                      <a:pt x="344" y="0"/>
                      <a:pt x="344" y="0"/>
                      <a:pt x="344" y="0"/>
                    </a:cubicBezTo>
                    <a:lnTo>
                      <a:pt x="0" y="780"/>
                    </a:lnTo>
                    <a:close/>
                  </a:path>
                </a:pathLst>
              </a:custGeom>
              <a:solidFill>
                <a:schemeClr val="tx1">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4" name="Freeform 200"/>
              <p:cNvSpPr>
                <a:spLocks/>
              </p:cNvSpPr>
              <p:nvPr/>
            </p:nvSpPr>
            <p:spPr bwMode="auto">
              <a:xfrm>
                <a:off x="-377826" y="2605087"/>
                <a:ext cx="755650" cy="1795463"/>
              </a:xfrm>
              <a:custGeom>
                <a:avLst/>
                <a:gdLst/>
                <a:ahLst/>
                <a:cxnLst>
                  <a:cxn ang="0">
                    <a:pos x="0" y="0"/>
                  </a:cxn>
                  <a:cxn ang="0">
                    <a:pos x="0" y="1"/>
                  </a:cxn>
                  <a:cxn ang="0">
                    <a:pos x="0" y="785"/>
                  </a:cxn>
                  <a:cxn ang="0">
                    <a:pos x="7" y="785"/>
                  </a:cxn>
                  <a:cxn ang="0">
                    <a:pos x="141" y="709"/>
                  </a:cxn>
                  <a:cxn ang="0">
                    <a:pos x="343" y="778"/>
                  </a:cxn>
                  <a:cxn ang="0">
                    <a:pos x="0" y="0"/>
                  </a:cxn>
                </a:cxnLst>
                <a:rect l="0" t="0" r="r" b="b"/>
                <a:pathLst>
                  <a:path w="343" h="812">
                    <a:moveTo>
                      <a:pt x="0" y="0"/>
                    </a:moveTo>
                    <a:cubicBezTo>
                      <a:pt x="0" y="1"/>
                      <a:pt x="0" y="1"/>
                      <a:pt x="0" y="1"/>
                    </a:cubicBezTo>
                    <a:cubicBezTo>
                      <a:pt x="0" y="785"/>
                      <a:pt x="0" y="785"/>
                      <a:pt x="0" y="785"/>
                    </a:cubicBezTo>
                    <a:cubicBezTo>
                      <a:pt x="2" y="785"/>
                      <a:pt x="4" y="785"/>
                      <a:pt x="7" y="785"/>
                    </a:cubicBezTo>
                    <a:cubicBezTo>
                      <a:pt x="118" y="785"/>
                      <a:pt x="141" y="709"/>
                      <a:pt x="141" y="709"/>
                    </a:cubicBezTo>
                    <a:cubicBezTo>
                      <a:pt x="141" y="709"/>
                      <a:pt x="199" y="812"/>
                      <a:pt x="343" y="778"/>
                    </a:cubicBezTo>
                    <a:lnTo>
                      <a:pt x="0" y="0"/>
                    </a:lnTo>
                    <a:close/>
                  </a:path>
                </a:pathLst>
              </a:custGeom>
              <a:solidFill>
                <a:schemeClr val="tx2">
                  <a:lumMod val="10000"/>
                  <a:lumOff val="9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6345" name="Freeform 201"/>
          <p:cNvSpPr>
            <a:spLocks/>
          </p:cNvSpPr>
          <p:nvPr/>
        </p:nvSpPr>
        <p:spPr bwMode="auto">
          <a:xfrm>
            <a:off x="4398327" y="1925432"/>
            <a:ext cx="3297873" cy="846057"/>
          </a:xfrm>
          <a:custGeom>
            <a:avLst/>
            <a:gdLst/>
            <a:ahLst/>
            <a:cxnLst>
              <a:cxn ang="0">
                <a:pos x="2171" y="556"/>
              </a:cxn>
              <a:cxn ang="0">
                <a:pos x="0" y="556"/>
              </a:cxn>
              <a:cxn ang="0">
                <a:pos x="1113" y="0"/>
              </a:cxn>
              <a:cxn ang="0">
                <a:pos x="2171" y="556"/>
              </a:cxn>
            </a:cxnLst>
            <a:rect l="0" t="0" r="r" b="b"/>
            <a:pathLst>
              <a:path w="2171" h="556">
                <a:moveTo>
                  <a:pt x="2171" y="556"/>
                </a:moveTo>
                <a:cubicBezTo>
                  <a:pt x="0" y="556"/>
                  <a:pt x="0" y="556"/>
                  <a:pt x="0" y="556"/>
                </a:cubicBezTo>
                <a:cubicBezTo>
                  <a:pt x="0" y="556"/>
                  <a:pt x="514" y="0"/>
                  <a:pt x="1113" y="0"/>
                </a:cubicBezTo>
                <a:cubicBezTo>
                  <a:pt x="1713" y="0"/>
                  <a:pt x="2171" y="556"/>
                  <a:pt x="2171" y="556"/>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6" name="Freeform 202"/>
          <p:cNvSpPr>
            <a:spLocks/>
          </p:cNvSpPr>
          <p:nvPr/>
        </p:nvSpPr>
        <p:spPr bwMode="auto">
          <a:xfrm>
            <a:off x="3105263" y="2113798"/>
            <a:ext cx="3656339" cy="1344305"/>
          </a:xfrm>
          <a:custGeom>
            <a:avLst/>
            <a:gdLst>
              <a:gd name="connsiteX0" fmla="*/ 2308 w 2308"/>
              <a:gd name="connsiteY0" fmla="*/ 452 h 840"/>
              <a:gd name="connsiteX1" fmla="*/ 0 w 2308"/>
              <a:gd name="connsiteY1" fmla="*/ 840 h 840"/>
              <a:gd name="connsiteX2" fmla="*/ 1354 w 2308"/>
              <a:gd name="connsiteY2" fmla="*/ 65 h 840"/>
              <a:gd name="connsiteX3" fmla="*/ 2308 w 2308"/>
              <a:gd name="connsiteY3" fmla="*/ 452 h 840"/>
              <a:gd name="connsiteX0" fmla="*/ 2570 w 2570"/>
              <a:gd name="connsiteY0" fmla="*/ 402 h 790"/>
              <a:gd name="connsiteX1" fmla="*/ 262 w 2570"/>
              <a:gd name="connsiteY1" fmla="*/ 790 h 790"/>
              <a:gd name="connsiteX2" fmla="*/ 997 w 2570"/>
              <a:gd name="connsiteY2" fmla="*/ 309 h 790"/>
              <a:gd name="connsiteX3" fmla="*/ 1616 w 2570"/>
              <a:gd name="connsiteY3" fmla="*/ 15 h 790"/>
              <a:gd name="connsiteX4" fmla="*/ 2570 w 2570"/>
              <a:gd name="connsiteY4" fmla="*/ 402 h 790"/>
              <a:gd name="connsiteX0" fmla="*/ 2570 w 2570"/>
              <a:gd name="connsiteY0" fmla="*/ 421 h 809"/>
              <a:gd name="connsiteX1" fmla="*/ 262 w 2570"/>
              <a:gd name="connsiteY1" fmla="*/ 809 h 809"/>
              <a:gd name="connsiteX2" fmla="*/ 846 w 2570"/>
              <a:gd name="connsiteY2" fmla="*/ 215 h 809"/>
              <a:gd name="connsiteX3" fmla="*/ 1616 w 2570"/>
              <a:gd name="connsiteY3" fmla="*/ 34 h 809"/>
              <a:gd name="connsiteX4" fmla="*/ 2570 w 2570"/>
              <a:gd name="connsiteY4" fmla="*/ 421 h 809"/>
              <a:gd name="connsiteX0" fmla="*/ 2670 w 2670"/>
              <a:gd name="connsiteY0" fmla="*/ 421 h 809"/>
              <a:gd name="connsiteX1" fmla="*/ 262 w 2670"/>
              <a:gd name="connsiteY1" fmla="*/ 809 h 809"/>
              <a:gd name="connsiteX2" fmla="*/ 946 w 2670"/>
              <a:gd name="connsiteY2" fmla="*/ 215 h 809"/>
              <a:gd name="connsiteX3" fmla="*/ 1716 w 2670"/>
              <a:gd name="connsiteY3" fmla="*/ 34 h 809"/>
              <a:gd name="connsiteX4" fmla="*/ 2670 w 2670"/>
              <a:gd name="connsiteY4" fmla="*/ 421 h 809"/>
              <a:gd name="connsiteX0" fmla="*/ 2408 w 2408"/>
              <a:gd name="connsiteY0" fmla="*/ 421 h 809"/>
              <a:gd name="connsiteX1" fmla="*/ 0 w 2408"/>
              <a:gd name="connsiteY1" fmla="*/ 809 h 809"/>
              <a:gd name="connsiteX2" fmla="*/ 684 w 2408"/>
              <a:gd name="connsiteY2" fmla="*/ 215 h 809"/>
              <a:gd name="connsiteX3" fmla="*/ 1454 w 2408"/>
              <a:gd name="connsiteY3" fmla="*/ 34 h 809"/>
              <a:gd name="connsiteX4" fmla="*/ 2408 w 2408"/>
              <a:gd name="connsiteY4" fmla="*/ 421 h 809"/>
              <a:gd name="connsiteX0" fmla="*/ 2408 w 2408"/>
              <a:gd name="connsiteY0" fmla="*/ 421 h 809"/>
              <a:gd name="connsiteX1" fmla="*/ 0 w 2408"/>
              <a:gd name="connsiteY1" fmla="*/ 809 h 809"/>
              <a:gd name="connsiteX2" fmla="*/ 684 w 2408"/>
              <a:gd name="connsiteY2" fmla="*/ 215 h 809"/>
              <a:gd name="connsiteX3" fmla="*/ 1454 w 2408"/>
              <a:gd name="connsiteY3" fmla="*/ 34 h 809"/>
              <a:gd name="connsiteX4" fmla="*/ 2408 w 2408"/>
              <a:gd name="connsiteY4" fmla="*/ 421 h 809"/>
              <a:gd name="connsiteX0" fmla="*/ 2408 w 2408"/>
              <a:gd name="connsiteY0" fmla="*/ 432 h 820"/>
              <a:gd name="connsiteX1" fmla="*/ 0 w 2408"/>
              <a:gd name="connsiteY1" fmla="*/ 820 h 820"/>
              <a:gd name="connsiteX2" fmla="*/ 721 w 2408"/>
              <a:gd name="connsiteY2" fmla="*/ 163 h 820"/>
              <a:gd name="connsiteX3" fmla="*/ 1454 w 2408"/>
              <a:gd name="connsiteY3" fmla="*/ 45 h 820"/>
              <a:gd name="connsiteX4" fmla="*/ 2408 w 2408"/>
              <a:gd name="connsiteY4" fmla="*/ 432 h 820"/>
              <a:gd name="connsiteX0" fmla="*/ 2408 w 2408"/>
              <a:gd name="connsiteY0" fmla="*/ 432 h 820"/>
              <a:gd name="connsiteX1" fmla="*/ 0 w 2408"/>
              <a:gd name="connsiteY1" fmla="*/ 820 h 820"/>
              <a:gd name="connsiteX2" fmla="*/ 721 w 2408"/>
              <a:gd name="connsiteY2" fmla="*/ 163 h 820"/>
              <a:gd name="connsiteX3" fmla="*/ 1454 w 2408"/>
              <a:gd name="connsiteY3" fmla="*/ 45 h 820"/>
              <a:gd name="connsiteX4" fmla="*/ 2408 w 2408"/>
              <a:gd name="connsiteY4" fmla="*/ 432 h 820"/>
              <a:gd name="connsiteX0" fmla="*/ 2408 w 2408"/>
              <a:gd name="connsiteY0" fmla="*/ 432 h 820"/>
              <a:gd name="connsiteX1" fmla="*/ 1628 w 2408"/>
              <a:gd name="connsiteY1" fmla="*/ 565 h 820"/>
              <a:gd name="connsiteX2" fmla="*/ 0 w 2408"/>
              <a:gd name="connsiteY2" fmla="*/ 820 h 820"/>
              <a:gd name="connsiteX3" fmla="*/ 721 w 2408"/>
              <a:gd name="connsiteY3" fmla="*/ 163 h 820"/>
              <a:gd name="connsiteX4" fmla="*/ 1454 w 2408"/>
              <a:gd name="connsiteY4" fmla="*/ 45 h 820"/>
              <a:gd name="connsiteX5" fmla="*/ 2408 w 2408"/>
              <a:gd name="connsiteY5" fmla="*/ 432 h 820"/>
              <a:gd name="connsiteX0" fmla="*/ 2408 w 2408"/>
              <a:gd name="connsiteY0" fmla="*/ 432 h 820"/>
              <a:gd name="connsiteX1" fmla="*/ 1628 w 2408"/>
              <a:gd name="connsiteY1" fmla="*/ 565 h 820"/>
              <a:gd name="connsiteX2" fmla="*/ 1618 w 2408"/>
              <a:gd name="connsiteY2" fmla="*/ 402 h 820"/>
              <a:gd name="connsiteX3" fmla="*/ 0 w 2408"/>
              <a:gd name="connsiteY3" fmla="*/ 820 h 820"/>
              <a:gd name="connsiteX4" fmla="*/ 721 w 2408"/>
              <a:gd name="connsiteY4" fmla="*/ 163 h 820"/>
              <a:gd name="connsiteX5" fmla="*/ 1454 w 2408"/>
              <a:gd name="connsiteY5" fmla="*/ 45 h 820"/>
              <a:gd name="connsiteX6" fmla="*/ 2408 w 2408"/>
              <a:gd name="connsiteY6" fmla="*/ 432 h 820"/>
              <a:gd name="connsiteX0" fmla="*/ 2408 w 2408"/>
              <a:gd name="connsiteY0" fmla="*/ 432 h 820"/>
              <a:gd name="connsiteX1" fmla="*/ 2029 w 2408"/>
              <a:gd name="connsiteY1" fmla="*/ 402 h 820"/>
              <a:gd name="connsiteX2" fmla="*/ 1618 w 2408"/>
              <a:gd name="connsiteY2" fmla="*/ 402 h 820"/>
              <a:gd name="connsiteX3" fmla="*/ 0 w 2408"/>
              <a:gd name="connsiteY3" fmla="*/ 820 h 820"/>
              <a:gd name="connsiteX4" fmla="*/ 721 w 2408"/>
              <a:gd name="connsiteY4" fmla="*/ 163 h 820"/>
              <a:gd name="connsiteX5" fmla="*/ 1454 w 2408"/>
              <a:gd name="connsiteY5" fmla="*/ 45 h 820"/>
              <a:gd name="connsiteX6" fmla="*/ 2408 w 2408"/>
              <a:gd name="connsiteY6" fmla="*/ 432 h 820"/>
              <a:gd name="connsiteX0" fmla="*/ 2408 w 2408"/>
              <a:gd name="connsiteY0" fmla="*/ 432 h 820"/>
              <a:gd name="connsiteX1" fmla="*/ 2029 w 2408"/>
              <a:gd name="connsiteY1" fmla="*/ 402 h 820"/>
              <a:gd name="connsiteX2" fmla="*/ 1618 w 2408"/>
              <a:gd name="connsiteY2" fmla="*/ 402 h 820"/>
              <a:gd name="connsiteX3" fmla="*/ 434 w 2408"/>
              <a:gd name="connsiteY3" fmla="*/ 705 h 820"/>
              <a:gd name="connsiteX4" fmla="*/ 0 w 2408"/>
              <a:gd name="connsiteY4" fmla="*/ 820 h 820"/>
              <a:gd name="connsiteX5" fmla="*/ 721 w 2408"/>
              <a:gd name="connsiteY5" fmla="*/ 163 h 820"/>
              <a:gd name="connsiteX6" fmla="*/ 1454 w 2408"/>
              <a:gd name="connsiteY6" fmla="*/ 45 h 820"/>
              <a:gd name="connsiteX7" fmla="*/ 2408 w 2408"/>
              <a:gd name="connsiteY7" fmla="*/ 432 h 820"/>
              <a:gd name="connsiteX0" fmla="*/ 2408 w 2408"/>
              <a:gd name="connsiteY0" fmla="*/ 432 h 842"/>
              <a:gd name="connsiteX1" fmla="*/ 2029 w 2408"/>
              <a:gd name="connsiteY1" fmla="*/ 402 h 842"/>
              <a:gd name="connsiteX2" fmla="*/ 1618 w 2408"/>
              <a:gd name="connsiteY2" fmla="*/ 402 h 842"/>
              <a:gd name="connsiteX3" fmla="*/ 434 w 2408"/>
              <a:gd name="connsiteY3" fmla="*/ 705 h 842"/>
              <a:gd name="connsiteX4" fmla="*/ 429 w 2408"/>
              <a:gd name="connsiteY4" fmla="*/ 842 h 842"/>
              <a:gd name="connsiteX5" fmla="*/ 0 w 2408"/>
              <a:gd name="connsiteY5" fmla="*/ 820 h 842"/>
              <a:gd name="connsiteX6" fmla="*/ 721 w 2408"/>
              <a:gd name="connsiteY6" fmla="*/ 163 h 842"/>
              <a:gd name="connsiteX7" fmla="*/ 1454 w 2408"/>
              <a:gd name="connsiteY7" fmla="*/ 45 h 842"/>
              <a:gd name="connsiteX8" fmla="*/ 2408 w 2408"/>
              <a:gd name="connsiteY8" fmla="*/ 432 h 842"/>
              <a:gd name="connsiteX0" fmla="*/ 2408 w 2408"/>
              <a:gd name="connsiteY0" fmla="*/ 432 h 883"/>
              <a:gd name="connsiteX1" fmla="*/ 2029 w 2408"/>
              <a:gd name="connsiteY1" fmla="*/ 402 h 883"/>
              <a:gd name="connsiteX2" fmla="*/ 1618 w 2408"/>
              <a:gd name="connsiteY2" fmla="*/ 402 h 883"/>
              <a:gd name="connsiteX3" fmla="*/ 434 w 2408"/>
              <a:gd name="connsiteY3" fmla="*/ 837 h 883"/>
              <a:gd name="connsiteX4" fmla="*/ 429 w 2408"/>
              <a:gd name="connsiteY4" fmla="*/ 842 h 883"/>
              <a:gd name="connsiteX5" fmla="*/ 0 w 2408"/>
              <a:gd name="connsiteY5" fmla="*/ 820 h 883"/>
              <a:gd name="connsiteX6" fmla="*/ 721 w 2408"/>
              <a:gd name="connsiteY6" fmla="*/ 163 h 883"/>
              <a:gd name="connsiteX7" fmla="*/ 1454 w 2408"/>
              <a:gd name="connsiteY7" fmla="*/ 45 h 883"/>
              <a:gd name="connsiteX8" fmla="*/ 2408 w 2408"/>
              <a:gd name="connsiteY8" fmla="*/ 432 h 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8" h="883">
                <a:moveTo>
                  <a:pt x="2408" y="432"/>
                </a:moveTo>
                <a:lnTo>
                  <a:pt x="2029" y="402"/>
                </a:lnTo>
                <a:cubicBezTo>
                  <a:pt x="2026" y="348"/>
                  <a:pt x="1621" y="456"/>
                  <a:pt x="1618" y="402"/>
                </a:cubicBezTo>
                <a:lnTo>
                  <a:pt x="434" y="837"/>
                </a:lnTo>
                <a:cubicBezTo>
                  <a:pt x="432" y="883"/>
                  <a:pt x="431" y="796"/>
                  <a:pt x="429" y="842"/>
                </a:cubicBezTo>
                <a:lnTo>
                  <a:pt x="0" y="820"/>
                </a:lnTo>
                <a:cubicBezTo>
                  <a:pt x="527" y="218"/>
                  <a:pt x="479" y="292"/>
                  <a:pt x="721" y="163"/>
                </a:cubicBezTo>
                <a:cubicBezTo>
                  <a:pt x="1061" y="49"/>
                  <a:pt x="1173" y="0"/>
                  <a:pt x="1454" y="45"/>
                </a:cubicBezTo>
                <a:cubicBezTo>
                  <a:pt x="1735" y="90"/>
                  <a:pt x="2379" y="345"/>
                  <a:pt x="2408" y="432"/>
                </a:cubicBez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273"/>
          <p:cNvGrpSpPr/>
          <p:nvPr/>
        </p:nvGrpSpPr>
        <p:grpSpPr>
          <a:xfrm>
            <a:off x="2768713" y="2518807"/>
            <a:ext cx="336550" cy="857792"/>
            <a:chOff x="2841625" y="1824038"/>
            <a:chExt cx="520700" cy="1327151"/>
          </a:xfrm>
        </p:grpSpPr>
        <p:sp>
          <p:nvSpPr>
            <p:cNvPr id="6350" name="Freeform 206"/>
            <p:cNvSpPr>
              <a:spLocks/>
            </p:cNvSpPr>
            <p:nvPr/>
          </p:nvSpPr>
          <p:spPr bwMode="auto">
            <a:xfrm>
              <a:off x="2841625" y="1824038"/>
              <a:ext cx="260350" cy="1116013"/>
            </a:xfrm>
            <a:custGeom>
              <a:avLst/>
              <a:gdLst/>
              <a:ahLst/>
              <a:cxnLst>
                <a:cxn ang="0">
                  <a:pos x="164" y="0"/>
                </a:cxn>
                <a:cxn ang="0">
                  <a:pos x="0" y="703"/>
                </a:cxn>
                <a:cxn ang="0">
                  <a:pos x="164" y="703"/>
                </a:cxn>
                <a:cxn ang="0">
                  <a:pos x="164" y="0"/>
                </a:cxn>
                <a:cxn ang="0">
                  <a:pos x="164" y="0"/>
                </a:cxn>
              </a:cxnLst>
              <a:rect l="0" t="0" r="r" b="b"/>
              <a:pathLst>
                <a:path w="164" h="703">
                  <a:moveTo>
                    <a:pt x="164" y="0"/>
                  </a:moveTo>
                  <a:lnTo>
                    <a:pt x="0" y="703"/>
                  </a:lnTo>
                  <a:lnTo>
                    <a:pt x="164" y="703"/>
                  </a:lnTo>
                  <a:lnTo>
                    <a:pt x="164" y="0"/>
                  </a:lnTo>
                  <a:lnTo>
                    <a:pt x="164" y="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1" name="Freeform 207"/>
            <p:cNvSpPr>
              <a:spLocks/>
            </p:cNvSpPr>
            <p:nvPr/>
          </p:nvSpPr>
          <p:spPr bwMode="auto">
            <a:xfrm>
              <a:off x="3101975" y="1824038"/>
              <a:ext cx="260350" cy="1116013"/>
            </a:xfrm>
            <a:custGeom>
              <a:avLst/>
              <a:gdLst/>
              <a:ahLst/>
              <a:cxnLst>
                <a:cxn ang="0">
                  <a:pos x="0" y="0"/>
                </a:cxn>
                <a:cxn ang="0">
                  <a:pos x="0" y="703"/>
                </a:cxn>
                <a:cxn ang="0">
                  <a:pos x="164" y="703"/>
                </a:cxn>
                <a:cxn ang="0">
                  <a:pos x="0" y="0"/>
                </a:cxn>
              </a:cxnLst>
              <a:rect l="0" t="0" r="r" b="b"/>
              <a:pathLst>
                <a:path w="164" h="703">
                  <a:moveTo>
                    <a:pt x="0" y="0"/>
                  </a:moveTo>
                  <a:lnTo>
                    <a:pt x="0" y="703"/>
                  </a:lnTo>
                  <a:lnTo>
                    <a:pt x="164" y="703"/>
                  </a:lnTo>
                  <a:lnTo>
                    <a:pt x="0"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2"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tx2">
                <a:lumMod val="90000"/>
                <a:lumOff val="1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3"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 name="Group 274"/>
          <p:cNvGrpSpPr/>
          <p:nvPr/>
        </p:nvGrpSpPr>
        <p:grpSpPr>
          <a:xfrm>
            <a:off x="660944" y="815607"/>
            <a:ext cx="336550" cy="857792"/>
            <a:chOff x="2841625" y="1824038"/>
            <a:chExt cx="520700" cy="1327151"/>
          </a:xfrm>
        </p:grpSpPr>
        <p:sp>
          <p:nvSpPr>
            <p:cNvPr id="276" name="Freeform 206"/>
            <p:cNvSpPr>
              <a:spLocks/>
            </p:cNvSpPr>
            <p:nvPr/>
          </p:nvSpPr>
          <p:spPr bwMode="auto">
            <a:xfrm>
              <a:off x="2841625" y="1824038"/>
              <a:ext cx="260350" cy="1116013"/>
            </a:xfrm>
            <a:custGeom>
              <a:avLst/>
              <a:gdLst/>
              <a:ahLst/>
              <a:cxnLst>
                <a:cxn ang="0">
                  <a:pos x="164" y="0"/>
                </a:cxn>
                <a:cxn ang="0">
                  <a:pos x="0" y="703"/>
                </a:cxn>
                <a:cxn ang="0">
                  <a:pos x="164" y="703"/>
                </a:cxn>
                <a:cxn ang="0">
                  <a:pos x="164" y="0"/>
                </a:cxn>
                <a:cxn ang="0">
                  <a:pos x="164" y="0"/>
                </a:cxn>
              </a:cxnLst>
              <a:rect l="0" t="0" r="r" b="b"/>
              <a:pathLst>
                <a:path w="164" h="703">
                  <a:moveTo>
                    <a:pt x="164" y="0"/>
                  </a:moveTo>
                  <a:lnTo>
                    <a:pt x="0" y="703"/>
                  </a:lnTo>
                  <a:lnTo>
                    <a:pt x="164" y="703"/>
                  </a:lnTo>
                  <a:lnTo>
                    <a:pt x="164" y="0"/>
                  </a:lnTo>
                  <a:lnTo>
                    <a:pt x="164" y="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207"/>
            <p:cNvSpPr>
              <a:spLocks/>
            </p:cNvSpPr>
            <p:nvPr/>
          </p:nvSpPr>
          <p:spPr bwMode="auto">
            <a:xfrm>
              <a:off x="3101975" y="1824038"/>
              <a:ext cx="260350" cy="1116013"/>
            </a:xfrm>
            <a:custGeom>
              <a:avLst/>
              <a:gdLst/>
              <a:ahLst/>
              <a:cxnLst>
                <a:cxn ang="0">
                  <a:pos x="0" y="0"/>
                </a:cxn>
                <a:cxn ang="0">
                  <a:pos x="0" y="703"/>
                </a:cxn>
                <a:cxn ang="0">
                  <a:pos x="164" y="703"/>
                </a:cxn>
                <a:cxn ang="0">
                  <a:pos x="0" y="0"/>
                </a:cxn>
              </a:cxnLst>
              <a:rect l="0" t="0" r="r" b="b"/>
              <a:pathLst>
                <a:path w="164" h="703">
                  <a:moveTo>
                    <a:pt x="0" y="0"/>
                  </a:moveTo>
                  <a:lnTo>
                    <a:pt x="0" y="703"/>
                  </a:lnTo>
                  <a:lnTo>
                    <a:pt x="164" y="703"/>
                  </a:lnTo>
                  <a:lnTo>
                    <a:pt x="0"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tx2">
                <a:lumMod val="90000"/>
                <a:lumOff val="1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279"/>
          <p:cNvGrpSpPr/>
          <p:nvPr/>
        </p:nvGrpSpPr>
        <p:grpSpPr>
          <a:xfrm>
            <a:off x="4770357" y="1799663"/>
            <a:ext cx="336550" cy="857792"/>
            <a:chOff x="2841625" y="1824038"/>
            <a:chExt cx="520700" cy="1327151"/>
          </a:xfrm>
        </p:grpSpPr>
        <p:sp>
          <p:nvSpPr>
            <p:cNvPr id="281" name="Freeform 206"/>
            <p:cNvSpPr>
              <a:spLocks/>
            </p:cNvSpPr>
            <p:nvPr/>
          </p:nvSpPr>
          <p:spPr bwMode="auto">
            <a:xfrm>
              <a:off x="2841625" y="1824038"/>
              <a:ext cx="260350" cy="1116013"/>
            </a:xfrm>
            <a:custGeom>
              <a:avLst/>
              <a:gdLst/>
              <a:ahLst/>
              <a:cxnLst>
                <a:cxn ang="0">
                  <a:pos x="164" y="0"/>
                </a:cxn>
                <a:cxn ang="0">
                  <a:pos x="0" y="703"/>
                </a:cxn>
                <a:cxn ang="0">
                  <a:pos x="164" y="703"/>
                </a:cxn>
                <a:cxn ang="0">
                  <a:pos x="164" y="0"/>
                </a:cxn>
                <a:cxn ang="0">
                  <a:pos x="164" y="0"/>
                </a:cxn>
              </a:cxnLst>
              <a:rect l="0" t="0" r="r" b="b"/>
              <a:pathLst>
                <a:path w="164" h="703">
                  <a:moveTo>
                    <a:pt x="164" y="0"/>
                  </a:moveTo>
                  <a:lnTo>
                    <a:pt x="0" y="703"/>
                  </a:lnTo>
                  <a:lnTo>
                    <a:pt x="164" y="703"/>
                  </a:lnTo>
                  <a:lnTo>
                    <a:pt x="164" y="0"/>
                  </a:lnTo>
                  <a:lnTo>
                    <a:pt x="164" y="0"/>
                  </a:ln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207"/>
            <p:cNvSpPr>
              <a:spLocks/>
            </p:cNvSpPr>
            <p:nvPr/>
          </p:nvSpPr>
          <p:spPr bwMode="auto">
            <a:xfrm>
              <a:off x="3101975" y="1824038"/>
              <a:ext cx="260350" cy="1116013"/>
            </a:xfrm>
            <a:custGeom>
              <a:avLst/>
              <a:gdLst/>
              <a:ahLst/>
              <a:cxnLst>
                <a:cxn ang="0">
                  <a:pos x="0" y="0"/>
                </a:cxn>
                <a:cxn ang="0">
                  <a:pos x="0" y="703"/>
                </a:cxn>
                <a:cxn ang="0">
                  <a:pos x="164" y="703"/>
                </a:cxn>
                <a:cxn ang="0">
                  <a:pos x="0" y="0"/>
                </a:cxn>
              </a:cxnLst>
              <a:rect l="0" t="0" r="r" b="b"/>
              <a:pathLst>
                <a:path w="164" h="703">
                  <a:moveTo>
                    <a:pt x="0" y="0"/>
                  </a:moveTo>
                  <a:lnTo>
                    <a:pt x="0" y="703"/>
                  </a:lnTo>
                  <a:lnTo>
                    <a:pt x="164" y="703"/>
                  </a:lnTo>
                  <a:lnTo>
                    <a:pt x="0"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tx2">
                <a:lumMod val="90000"/>
                <a:lumOff val="1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284"/>
          <p:cNvGrpSpPr/>
          <p:nvPr/>
        </p:nvGrpSpPr>
        <p:grpSpPr>
          <a:xfrm>
            <a:off x="7241128" y="1819508"/>
            <a:ext cx="336550" cy="857792"/>
            <a:chOff x="2841625" y="1824038"/>
            <a:chExt cx="520700" cy="1327151"/>
          </a:xfrm>
        </p:grpSpPr>
        <p:sp>
          <p:nvSpPr>
            <p:cNvPr id="286" name="Freeform 206"/>
            <p:cNvSpPr>
              <a:spLocks/>
            </p:cNvSpPr>
            <p:nvPr/>
          </p:nvSpPr>
          <p:spPr bwMode="auto">
            <a:xfrm>
              <a:off x="2841625" y="1824038"/>
              <a:ext cx="260350" cy="1116013"/>
            </a:xfrm>
            <a:custGeom>
              <a:avLst/>
              <a:gdLst/>
              <a:ahLst/>
              <a:cxnLst>
                <a:cxn ang="0">
                  <a:pos x="164" y="0"/>
                </a:cxn>
                <a:cxn ang="0">
                  <a:pos x="0" y="703"/>
                </a:cxn>
                <a:cxn ang="0">
                  <a:pos x="164" y="703"/>
                </a:cxn>
                <a:cxn ang="0">
                  <a:pos x="164" y="0"/>
                </a:cxn>
                <a:cxn ang="0">
                  <a:pos x="164" y="0"/>
                </a:cxn>
              </a:cxnLst>
              <a:rect l="0" t="0" r="r" b="b"/>
              <a:pathLst>
                <a:path w="164" h="703">
                  <a:moveTo>
                    <a:pt x="164" y="0"/>
                  </a:moveTo>
                  <a:lnTo>
                    <a:pt x="0" y="703"/>
                  </a:lnTo>
                  <a:lnTo>
                    <a:pt x="164" y="703"/>
                  </a:lnTo>
                  <a:lnTo>
                    <a:pt x="164" y="0"/>
                  </a:lnTo>
                  <a:lnTo>
                    <a:pt x="164" y="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207"/>
            <p:cNvSpPr>
              <a:spLocks/>
            </p:cNvSpPr>
            <p:nvPr/>
          </p:nvSpPr>
          <p:spPr bwMode="auto">
            <a:xfrm>
              <a:off x="3101975" y="1824038"/>
              <a:ext cx="260350" cy="1116013"/>
            </a:xfrm>
            <a:custGeom>
              <a:avLst/>
              <a:gdLst/>
              <a:ahLst/>
              <a:cxnLst>
                <a:cxn ang="0">
                  <a:pos x="0" y="0"/>
                </a:cxn>
                <a:cxn ang="0">
                  <a:pos x="0" y="703"/>
                </a:cxn>
                <a:cxn ang="0">
                  <a:pos x="164" y="703"/>
                </a:cxn>
                <a:cxn ang="0">
                  <a:pos x="0" y="0"/>
                </a:cxn>
              </a:cxnLst>
              <a:rect l="0" t="0" r="r" b="b"/>
              <a:pathLst>
                <a:path w="164" h="703">
                  <a:moveTo>
                    <a:pt x="0" y="0"/>
                  </a:moveTo>
                  <a:lnTo>
                    <a:pt x="0" y="703"/>
                  </a:lnTo>
                  <a:lnTo>
                    <a:pt x="164" y="703"/>
                  </a:lnTo>
                  <a:lnTo>
                    <a:pt x="0"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208"/>
            <p:cNvSpPr>
              <a:spLocks/>
            </p:cNvSpPr>
            <p:nvPr/>
          </p:nvSpPr>
          <p:spPr bwMode="auto">
            <a:xfrm>
              <a:off x="2933700" y="2201863"/>
              <a:ext cx="168275" cy="949325"/>
            </a:xfrm>
            <a:custGeom>
              <a:avLst/>
              <a:gdLst/>
              <a:ahLst/>
              <a:cxnLst>
                <a:cxn ang="0">
                  <a:pos x="106" y="0"/>
                </a:cxn>
                <a:cxn ang="0">
                  <a:pos x="101" y="167"/>
                </a:cxn>
                <a:cxn ang="0">
                  <a:pos x="51" y="117"/>
                </a:cxn>
                <a:cxn ang="0">
                  <a:pos x="99" y="186"/>
                </a:cxn>
                <a:cxn ang="0">
                  <a:pos x="99" y="260"/>
                </a:cxn>
                <a:cxn ang="0">
                  <a:pos x="19" y="184"/>
                </a:cxn>
                <a:cxn ang="0">
                  <a:pos x="97" y="286"/>
                </a:cxn>
                <a:cxn ang="0">
                  <a:pos x="94" y="365"/>
                </a:cxn>
                <a:cxn ang="0">
                  <a:pos x="0" y="272"/>
                </a:cxn>
                <a:cxn ang="0">
                  <a:pos x="94" y="391"/>
                </a:cxn>
                <a:cxn ang="0">
                  <a:pos x="87" y="598"/>
                </a:cxn>
                <a:cxn ang="0">
                  <a:pos x="106" y="598"/>
                </a:cxn>
                <a:cxn ang="0">
                  <a:pos x="106" y="39"/>
                </a:cxn>
                <a:cxn ang="0">
                  <a:pos x="106" y="0"/>
                </a:cxn>
              </a:cxnLst>
              <a:rect l="0" t="0" r="r" b="b"/>
              <a:pathLst>
                <a:path w="106" h="598">
                  <a:moveTo>
                    <a:pt x="106" y="0"/>
                  </a:moveTo>
                  <a:lnTo>
                    <a:pt x="101" y="167"/>
                  </a:lnTo>
                  <a:lnTo>
                    <a:pt x="51" y="117"/>
                  </a:lnTo>
                  <a:lnTo>
                    <a:pt x="99" y="186"/>
                  </a:lnTo>
                  <a:lnTo>
                    <a:pt x="99" y="260"/>
                  </a:lnTo>
                  <a:lnTo>
                    <a:pt x="19" y="184"/>
                  </a:lnTo>
                  <a:lnTo>
                    <a:pt x="97" y="286"/>
                  </a:lnTo>
                  <a:lnTo>
                    <a:pt x="94" y="365"/>
                  </a:lnTo>
                  <a:lnTo>
                    <a:pt x="0" y="272"/>
                  </a:lnTo>
                  <a:lnTo>
                    <a:pt x="94" y="391"/>
                  </a:lnTo>
                  <a:lnTo>
                    <a:pt x="87" y="598"/>
                  </a:lnTo>
                  <a:lnTo>
                    <a:pt x="106" y="598"/>
                  </a:lnTo>
                  <a:lnTo>
                    <a:pt x="106" y="39"/>
                  </a:lnTo>
                  <a:lnTo>
                    <a:pt x="106" y="0"/>
                  </a:lnTo>
                  <a:close/>
                </a:path>
              </a:pathLst>
            </a:custGeom>
            <a:solidFill>
              <a:schemeClr val="tx2">
                <a:lumMod val="90000"/>
                <a:lumOff val="1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209"/>
            <p:cNvSpPr>
              <a:spLocks/>
            </p:cNvSpPr>
            <p:nvPr/>
          </p:nvSpPr>
          <p:spPr bwMode="auto">
            <a:xfrm>
              <a:off x="3101975" y="2263776"/>
              <a:ext cx="168275" cy="887413"/>
            </a:xfrm>
            <a:custGeom>
              <a:avLst/>
              <a:gdLst/>
              <a:ahLst/>
              <a:cxnLst>
                <a:cxn ang="0">
                  <a:pos x="12" y="354"/>
                </a:cxn>
                <a:cxn ang="0">
                  <a:pos x="106" y="233"/>
                </a:cxn>
                <a:cxn ang="0">
                  <a:pos x="10" y="326"/>
                </a:cxn>
                <a:cxn ang="0">
                  <a:pos x="7" y="250"/>
                </a:cxn>
                <a:cxn ang="0">
                  <a:pos x="87" y="145"/>
                </a:cxn>
                <a:cxn ang="0">
                  <a:pos x="7" y="221"/>
                </a:cxn>
                <a:cxn ang="0">
                  <a:pos x="5" y="145"/>
                </a:cxn>
                <a:cxn ang="0">
                  <a:pos x="53" y="76"/>
                </a:cxn>
                <a:cxn ang="0">
                  <a:pos x="5" y="128"/>
                </a:cxn>
                <a:cxn ang="0">
                  <a:pos x="0" y="0"/>
                </a:cxn>
                <a:cxn ang="0">
                  <a:pos x="0" y="559"/>
                </a:cxn>
                <a:cxn ang="0">
                  <a:pos x="20" y="559"/>
                </a:cxn>
                <a:cxn ang="0">
                  <a:pos x="12" y="354"/>
                </a:cxn>
              </a:cxnLst>
              <a:rect l="0" t="0" r="r" b="b"/>
              <a:pathLst>
                <a:path w="106" h="559">
                  <a:moveTo>
                    <a:pt x="12" y="354"/>
                  </a:moveTo>
                  <a:lnTo>
                    <a:pt x="106" y="233"/>
                  </a:lnTo>
                  <a:lnTo>
                    <a:pt x="10" y="326"/>
                  </a:lnTo>
                  <a:lnTo>
                    <a:pt x="7" y="250"/>
                  </a:lnTo>
                  <a:lnTo>
                    <a:pt x="87" y="145"/>
                  </a:lnTo>
                  <a:lnTo>
                    <a:pt x="7" y="221"/>
                  </a:lnTo>
                  <a:lnTo>
                    <a:pt x="5" y="145"/>
                  </a:lnTo>
                  <a:lnTo>
                    <a:pt x="53" y="76"/>
                  </a:lnTo>
                  <a:lnTo>
                    <a:pt x="5" y="128"/>
                  </a:lnTo>
                  <a:lnTo>
                    <a:pt x="0" y="0"/>
                  </a:lnTo>
                  <a:lnTo>
                    <a:pt x="0" y="559"/>
                  </a:lnTo>
                  <a:lnTo>
                    <a:pt x="20" y="559"/>
                  </a:lnTo>
                  <a:lnTo>
                    <a:pt x="12" y="354"/>
                  </a:lnTo>
                  <a:close/>
                </a:path>
              </a:pathLst>
            </a:custGeom>
            <a:solidFill>
              <a:schemeClr val="tx2">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 name="Title 6"/>
          <p:cNvSpPr>
            <a:spLocks noGrp="1"/>
          </p:cNvSpPr>
          <p:nvPr>
            <p:ph type="title"/>
          </p:nvPr>
        </p:nvSpPr>
        <p:spPr/>
        <p:txBody>
          <a:bodyPr/>
          <a:lstStyle/>
          <a:p>
            <a:r>
              <a:rPr lang="en-US"/>
              <a:t>Road Infographic</a:t>
            </a:r>
            <a:endParaRPr lang="en-US" dirty="0"/>
          </a:p>
        </p:txBody>
      </p:sp>
      <p:sp>
        <p:nvSpPr>
          <p:cNvPr id="8" name="Text Placeholder 7"/>
          <p:cNvSpPr>
            <a:spLocks noGrp="1"/>
          </p:cNvSpPr>
          <p:nvPr>
            <p:ph type="body" sz="half" idx="2"/>
          </p:nvPr>
        </p:nvSpPr>
        <p:spPr/>
        <p:txBody>
          <a:bodyPr/>
          <a:lstStyle/>
          <a:p>
            <a:r>
              <a:rPr lang="en-US"/>
              <a:t>Road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147</a:t>
            </a:fld>
            <a:endParaRPr lang="en-US" dirty="0"/>
          </a:p>
        </p:txBody>
      </p:sp>
      <p:grpSp>
        <p:nvGrpSpPr>
          <p:cNvPr id="12" name="Group 246"/>
          <p:cNvGrpSpPr/>
          <p:nvPr/>
        </p:nvGrpSpPr>
        <p:grpSpPr>
          <a:xfrm rot="5400000">
            <a:off x="3114119" y="-1489626"/>
            <a:ext cx="2883425" cy="9144002"/>
            <a:chOff x="2847975" y="-1588"/>
            <a:chExt cx="5016501" cy="5146675"/>
          </a:xfrm>
        </p:grpSpPr>
        <p:grpSp>
          <p:nvGrpSpPr>
            <p:cNvPr id="13" name="Group 243"/>
            <p:cNvGrpSpPr/>
            <p:nvPr/>
          </p:nvGrpSpPr>
          <p:grpSpPr>
            <a:xfrm>
              <a:off x="2847975" y="-1588"/>
              <a:ext cx="5016501" cy="5146675"/>
              <a:chOff x="2847975" y="-1588"/>
              <a:chExt cx="5016501" cy="5146675"/>
            </a:xfrm>
          </p:grpSpPr>
          <p:sp>
            <p:nvSpPr>
              <p:cNvPr id="245" name="Freeform 134"/>
              <p:cNvSpPr>
                <a:spLocks/>
              </p:cNvSpPr>
              <p:nvPr/>
            </p:nvSpPr>
            <p:spPr bwMode="auto">
              <a:xfrm>
                <a:off x="2871787" y="-1588"/>
                <a:ext cx="4967288" cy="5146675"/>
              </a:xfrm>
              <a:custGeom>
                <a:avLst/>
                <a:gdLst/>
                <a:ahLst/>
                <a:cxnLst>
                  <a:cxn ang="0">
                    <a:pos x="3003" y="0"/>
                  </a:cxn>
                  <a:cxn ang="0">
                    <a:pos x="2612" y="0"/>
                  </a:cxn>
                  <a:cxn ang="0">
                    <a:pos x="2629" y="15"/>
                  </a:cxn>
                  <a:cxn ang="0">
                    <a:pos x="2751" y="414"/>
                  </a:cxn>
                  <a:cxn ang="0">
                    <a:pos x="2480" y="680"/>
                  </a:cxn>
                  <a:cxn ang="0">
                    <a:pos x="2419" y="684"/>
                  </a:cxn>
                  <a:cxn ang="0">
                    <a:pos x="2206" y="628"/>
                  </a:cxn>
                  <a:cxn ang="0">
                    <a:pos x="2050" y="534"/>
                  </a:cxn>
                  <a:cxn ang="0">
                    <a:pos x="1924" y="457"/>
                  </a:cxn>
                  <a:cxn ang="0">
                    <a:pos x="1607" y="373"/>
                  </a:cxn>
                  <a:cxn ang="0">
                    <a:pos x="1162" y="531"/>
                  </a:cxn>
                  <a:cxn ang="0">
                    <a:pos x="919" y="945"/>
                  </a:cxn>
                  <a:cxn ang="0">
                    <a:pos x="1045" y="1441"/>
                  </a:cxn>
                  <a:cxn ang="0">
                    <a:pos x="1467" y="1733"/>
                  </a:cxn>
                  <a:cxn ang="0">
                    <a:pos x="1843" y="2107"/>
                  </a:cxn>
                  <a:cxn ang="0">
                    <a:pos x="1584" y="2491"/>
                  </a:cxn>
                  <a:cxn ang="0">
                    <a:pos x="1485" y="2506"/>
                  </a:cxn>
                  <a:cxn ang="0">
                    <a:pos x="1122" y="2374"/>
                  </a:cxn>
                  <a:cxn ang="0">
                    <a:pos x="1069" y="2344"/>
                  </a:cxn>
                  <a:cxn ang="0">
                    <a:pos x="696" y="2249"/>
                  </a:cxn>
                  <a:cxn ang="0">
                    <a:pos x="174" y="2472"/>
                  </a:cxn>
                  <a:cxn ang="0">
                    <a:pos x="20" y="2976"/>
                  </a:cxn>
                  <a:cxn ang="0">
                    <a:pos x="76" y="3200"/>
                  </a:cxn>
                  <a:cxn ang="0">
                    <a:pos x="480" y="3200"/>
                  </a:cxn>
                  <a:cxn ang="0">
                    <a:pos x="468" y="3189"/>
                  </a:cxn>
                  <a:cxn ang="0">
                    <a:pos x="378" y="2723"/>
                  </a:cxn>
                  <a:cxn ang="0">
                    <a:pos x="693" y="2561"/>
                  </a:cxn>
                  <a:cxn ang="0">
                    <a:pos x="887" y="2600"/>
                  </a:cxn>
                  <a:cxn ang="0">
                    <a:pos x="1061" y="2690"/>
                  </a:cxn>
                  <a:cxn ang="0">
                    <a:pos x="1312" y="2807"/>
                  </a:cxn>
                  <a:cxn ang="0">
                    <a:pos x="1518" y="2836"/>
                  </a:cxn>
                  <a:cxn ang="0">
                    <a:pos x="1838" y="2759"/>
                  </a:cxn>
                  <a:cxn ang="0">
                    <a:pos x="2094" y="2535"/>
                  </a:cxn>
                  <a:cxn ang="0">
                    <a:pos x="2188" y="2062"/>
                  </a:cxn>
                  <a:cxn ang="0">
                    <a:pos x="1904" y="1613"/>
                  </a:cxn>
                  <a:cxn ang="0">
                    <a:pos x="1607" y="1442"/>
                  </a:cxn>
                  <a:cxn ang="0">
                    <a:pos x="1324" y="1255"/>
                  </a:cxn>
                  <a:cxn ang="0">
                    <a:pos x="1271" y="948"/>
                  </a:cxn>
                  <a:cxn ang="0">
                    <a:pos x="1619" y="716"/>
                  </a:cxn>
                  <a:cxn ang="0">
                    <a:pos x="1671" y="720"/>
                  </a:cxn>
                  <a:cxn ang="0">
                    <a:pos x="1953" y="851"/>
                  </a:cxn>
                  <a:cxn ang="0">
                    <a:pos x="2219" y="985"/>
                  </a:cxn>
                  <a:cxn ang="0">
                    <a:pos x="2394" y="1007"/>
                  </a:cxn>
                  <a:cxn ang="0">
                    <a:pos x="2804" y="861"/>
                  </a:cxn>
                  <a:cxn ang="0">
                    <a:pos x="3036" y="534"/>
                  </a:cxn>
                  <a:cxn ang="0">
                    <a:pos x="3054" y="152"/>
                  </a:cxn>
                  <a:cxn ang="0">
                    <a:pos x="3003" y="0"/>
                  </a:cxn>
                </a:cxnLst>
                <a:rect l="0" t="0" r="r" b="b"/>
                <a:pathLst>
                  <a:path w="3089" h="3200">
                    <a:moveTo>
                      <a:pt x="3003" y="0"/>
                    </a:moveTo>
                    <a:cubicBezTo>
                      <a:pt x="2612" y="0"/>
                      <a:pt x="2612" y="0"/>
                      <a:pt x="2612" y="0"/>
                    </a:cubicBezTo>
                    <a:cubicBezTo>
                      <a:pt x="2629" y="15"/>
                      <a:pt x="2629" y="15"/>
                      <a:pt x="2629" y="15"/>
                    </a:cubicBezTo>
                    <a:cubicBezTo>
                      <a:pt x="2748" y="114"/>
                      <a:pt x="2794" y="263"/>
                      <a:pt x="2751" y="414"/>
                    </a:cubicBezTo>
                    <a:cubicBezTo>
                      <a:pt x="2711" y="556"/>
                      <a:pt x="2602" y="663"/>
                      <a:pt x="2480" y="680"/>
                    </a:cubicBezTo>
                    <a:cubicBezTo>
                      <a:pt x="2459" y="683"/>
                      <a:pt x="2439" y="684"/>
                      <a:pt x="2419" y="684"/>
                    </a:cubicBezTo>
                    <a:cubicBezTo>
                      <a:pt x="2347" y="684"/>
                      <a:pt x="2275" y="666"/>
                      <a:pt x="2206" y="628"/>
                    </a:cubicBezTo>
                    <a:cubicBezTo>
                      <a:pt x="2152" y="600"/>
                      <a:pt x="2100" y="567"/>
                      <a:pt x="2050" y="534"/>
                    </a:cubicBezTo>
                    <a:cubicBezTo>
                      <a:pt x="2009" y="508"/>
                      <a:pt x="1967" y="481"/>
                      <a:pt x="1924" y="457"/>
                    </a:cubicBezTo>
                    <a:cubicBezTo>
                      <a:pt x="1829" y="402"/>
                      <a:pt x="1719" y="373"/>
                      <a:pt x="1607" y="373"/>
                    </a:cubicBezTo>
                    <a:cubicBezTo>
                      <a:pt x="1447" y="373"/>
                      <a:pt x="1289" y="429"/>
                      <a:pt x="1162" y="531"/>
                    </a:cubicBezTo>
                    <a:cubicBezTo>
                      <a:pt x="1030" y="637"/>
                      <a:pt x="943" y="783"/>
                      <a:pt x="919" y="945"/>
                    </a:cubicBezTo>
                    <a:cubicBezTo>
                      <a:pt x="889" y="1135"/>
                      <a:pt x="932" y="1302"/>
                      <a:pt x="1045" y="1441"/>
                    </a:cubicBezTo>
                    <a:cubicBezTo>
                      <a:pt x="1138" y="1557"/>
                      <a:pt x="1276" y="1652"/>
                      <a:pt x="1467" y="1733"/>
                    </a:cubicBezTo>
                    <a:cubicBezTo>
                      <a:pt x="1599" y="1789"/>
                      <a:pt x="1823" y="1912"/>
                      <a:pt x="1843" y="2107"/>
                    </a:cubicBezTo>
                    <a:cubicBezTo>
                      <a:pt x="1861" y="2276"/>
                      <a:pt x="1752" y="2437"/>
                      <a:pt x="1584" y="2491"/>
                    </a:cubicBezTo>
                    <a:cubicBezTo>
                      <a:pt x="1552" y="2501"/>
                      <a:pt x="1519" y="2506"/>
                      <a:pt x="1485" y="2506"/>
                    </a:cubicBezTo>
                    <a:cubicBezTo>
                      <a:pt x="1360" y="2506"/>
                      <a:pt x="1239" y="2439"/>
                      <a:pt x="1122" y="2374"/>
                    </a:cubicBezTo>
                    <a:cubicBezTo>
                      <a:pt x="1104" y="2364"/>
                      <a:pt x="1086" y="2354"/>
                      <a:pt x="1069" y="2344"/>
                    </a:cubicBezTo>
                    <a:cubicBezTo>
                      <a:pt x="954" y="2282"/>
                      <a:pt x="825" y="2249"/>
                      <a:pt x="696" y="2249"/>
                    </a:cubicBezTo>
                    <a:cubicBezTo>
                      <a:pt x="491" y="2249"/>
                      <a:pt x="301" y="2330"/>
                      <a:pt x="174" y="2472"/>
                    </a:cubicBezTo>
                    <a:cubicBezTo>
                      <a:pt x="53" y="2607"/>
                      <a:pt x="0" y="2781"/>
                      <a:pt x="20" y="2976"/>
                    </a:cubicBezTo>
                    <a:cubicBezTo>
                      <a:pt x="22" y="2995"/>
                      <a:pt x="45" y="3123"/>
                      <a:pt x="76" y="3200"/>
                    </a:cubicBezTo>
                    <a:cubicBezTo>
                      <a:pt x="480" y="3200"/>
                      <a:pt x="480" y="3200"/>
                      <a:pt x="480" y="3200"/>
                    </a:cubicBezTo>
                    <a:cubicBezTo>
                      <a:pt x="468" y="3189"/>
                      <a:pt x="468" y="3189"/>
                      <a:pt x="468" y="3189"/>
                    </a:cubicBezTo>
                    <a:cubicBezTo>
                      <a:pt x="353" y="3080"/>
                      <a:pt x="270" y="2901"/>
                      <a:pt x="378" y="2723"/>
                    </a:cubicBezTo>
                    <a:cubicBezTo>
                      <a:pt x="442" y="2619"/>
                      <a:pt x="554" y="2561"/>
                      <a:pt x="693" y="2561"/>
                    </a:cubicBezTo>
                    <a:cubicBezTo>
                      <a:pt x="758" y="2561"/>
                      <a:pt x="825" y="2574"/>
                      <a:pt x="887" y="2600"/>
                    </a:cubicBezTo>
                    <a:cubicBezTo>
                      <a:pt x="949" y="2625"/>
                      <a:pt x="1006" y="2658"/>
                      <a:pt x="1061" y="2690"/>
                    </a:cubicBezTo>
                    <a:cubicBezTo>
                      <a:pt x="1137" y="2735"/>
                      <a:pt x="1216" y="2781"/>
                      <a:pt x="1312" y="2807"/>
                    </a:cubicBezTo>
                    <a:cubicBezTo>
                      <a:pt x="1380" y="2826"/>
                      <a:pt x="1449" y="2836"/>
                      <a:pt x="1518" y="2836"/>
                    </a:cubicBezTo>
                    <a:cubicBezTo>
                      <a:pt x="1632" y="2836"/>
                      <a:pt x="1739" y="2810"/>
                      <a:pt x="1838" y="2759"/>
                    </a:cubicBezTo>
                    <a:cubicBezTo>
                      <a:pt x="1939" y="2707"/>
                      <a:pt x="2025" y="2632"/>
                      <a:pt x="2094" y="2535"/>
                    </a:cubicBezTo>
                    <a:cubicBezTo>
                      <a:pt x="2186" y="2404"/>
                      <a:pt x="2220" y="2236"/>
                      <a:pt x="2188" y="2062"/>
                    </a:cubicBezTo>
                    <a:cubicBezTo>
                      <a:pt x="2154" y="1875"/>
                      <a:pt x="2050" y="1712"/>
                      <a:pt x="1904" y="1613"/>
                    </a:cubicBezTo>
                    <a:cubicBezTo>
                      <a:pt x="1823" y="1559"/>
                      <a:pt x="1717" y="1491"/>
                      <a:pt x="1607" y="1442"/>
                    </a:cubicBezTo>
                    <a:cubicBezTo>
                      <a:pt x="1521" y="1404"/>
                      <a:pt x="1399" y="1343"/>
                      <a:pt x="1324" y="1255"/>
                    </a:cubicBezTo>
                    <a:cubicBezTo>
                      <a:pt x="1250" y="1168"/>
                      <a:pt x="1233" y="1068"/>
                      <a:pt x="1271" y="948"/>
                    </a:cubicBezTo>
                    <a:cubicBezTo>
                      <a:pt x="1315" y="811"/>
                      <a:pt x="1458" y="716"/>
                      <a:pt x="1619" y="716"/>
                    </a:cubicBezTo>
                    <a:cubicBezTo>
                      <a:pt x="1637" y="716"/>
                      <a:pt x="1654" y="717"/>
                      <a:pt x="1671" y="720"/>
                    </a:cubicBezTo>
                    <a:cubicBezTo>
                      <a:pt x="1774" y="734"/>
                      <a:pt x="1861" y="791"/>
                      <a:pt x="1953" y="851"/>
                    </a:cubicBezTo>
                    <a:cubicBezTo>
                      <a:pt x="2036" y="905"/>
                      <a:pt x="2121" y="961"/>
                      <a:pt x="2219" y="985"/>
                    </a:cubicBezTo>
                    <a:cubicBezTo>
                      <a:pt x="2278" y="999"/>
                      <a:pt x="2337" y="1007"/>
                      <a:pt x="2394" y="1007"/>
                    </a:cubicBezTo>
                    <a:cubicBezTo>
                      <a:pt x="2544" y="1007"/>
                      <a:pt x="2686" y="956"/>
                      <a:pt x="2804" y="861"/>
                    </a:cubicBezTo>
                    <a:cubicBezTo>
                      <a:pt x="2908" y="778"/>
                      <a:pt x="2990" y="661"/>
                      <a:pt x="3036" y="534"/>
                    </a:cubicBezTo>
                    <a:cubicBezTo>
                      <a:pt x="3089" y="385"/>
                      <a:pt x="3075" y="244"/>
                      <a:pt x="3054" y="152"/>
                    </a:cubicBezTo>
                    <a:cubicBezTo>
                      <a:pt x="3038" y="79"/>
                      <a:pt x="3015" y="26"/>
                      <a:pt x="3003" y="0"/>
                    </a:cubicBez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36"/>
              <p:cNvSpPr>
                <a:spLocks/>
              </p:cNvSpPr>
              <p:nvPr/>
            </p:nvSpPr>
            <p:spPr bwMode="auto">
              <a:xfrm>
                <a:off x="2847975" y="-1588"/>
                <a:ext cx="5016501" cy="5146675"/>
              </a:xfrm>
              <a:custGeom>
                <a:avLst/>
                <a:gdLst/>
                <a:ahLst/>
                <a:cxnLst>
                  <a:cxn ang="0">
                    <a:pos x="2665" y="0"/>
                  </a:cxn>
                  <a:cxn ang="0">
                    <a:pos x="2498" y="704"/>
                  </a:cxn>
                  <a:cxn ang="0">
                    <a:pos x="2209" y="650"/>
                  </a:cxn>
                  <a:cxn ang="0">
                    <a:pos x="1927" y="478"/>
                  </a:cxn>
                  <a:cxn ang="0">
                    <a:pos x="957" y="948"/>
                  </a:cxn>
                  <a:cxn ang="0">
                    <a:pos x="1492" y="1711"/>
                  </a:cxn>
                  <a:cxn ang="0">
                    <a:pos x="1882" y="2104"/>
                  </a:cxn>
                  <a:cxn ang="0">
                    <a:pos x="1606" y="2514"/>
                  </a:cxn>
                  <a:cxn ang="0">
                    <a:pos x="1072" y="2365"/>
                  </a:cxn>
                  <a:cxn ang="0">
                    <a:pos x="59" y="2974"/>
                  </a:cxn>
                  <a:cxn ang="0">
                    <a:pos x="117" y="3200"/>
                  </a:cxn>
                  <a:cxn ang="0">
                    <a:pos x="460" y="3200"/>
                  </a:cxn>
                  <a:cxn ang="0">
                    <a:pos x="373" y="2710"/>
                  </a:cxn>
                  <a:cxn ang="0">
                    <a:pos x="911" y="2577"/>
                  </a:cxn>
                  <a:cxn ang="0">
                    <a:pos x="1333" y="2784"/>
                  </a:cxn>
                  <a:cxn ang="0">
                    <a:pos x="2089" y="2521"/>
                  </a:cxn>
                  <a:cxn ang="0">
                    <a:pos x="1905" y="1633"/>
                  </a:cxn>
                  <a:cxn ang="0">
                    <a:pos x="1613" y="1464"/>
                  </a:cxn>
                  <a:cxn ang="0">
                    <a:pos x="1263" y="940"/>
                  </a:cxn>
                  <a:cxn ang="0">
                    <a:pos x="1690" y="696"/>
                  </a:cxn>
                  <a:cxn ang="0">
                    <a:pos x="2240" y="962"/>
                  </a:cxn>
                  <a:cxn ang="0">
                    <a:pos x="3028" y="526"/>
                  </a:cxn>
                  <a:cxn ang="0">
                    <a:pos x="2991" y="0"/>
                  </a:cxn>
                  <a:cxn ang="0">
                    <a:pos x="2665" y="0"/>
                  </a:cxn>
                </a:cxnLst>
                <a:rect l="0" t="0" r="r" b="b"/>
                <a:pathLst>
                  <a:path w="3120" h="3200">
                    <a:moveTo>
                      <a:pt x="2665" y="0"/>
                    </a:moveTo>
                    <a:cubicBezTo>
                      <a:pt x="2943" y="240"/>
                      <a:pt x="2768" y="666"/>
                      <a:pt x="2498" y="704"/>
                    </a:cubicBezTo>
                    <a:cubicBezTo>
                      <a:pt x="2396" y="718"/>
                      <a:pt x="2300" y="698"/>
                      <a:pt x="2209" y="650"/>
                    </a:cubicBezTo>
                    <a:cubicBezTo>
                      <a:pt x="2112" y="598"/>
                      <a:pt x="2023" y="532"/>
                      <a:pt x="1927" y="478"/>
                    </a:cubicBezTo>
                    <a:cubicBezTo>
                      <a:pt x="1546" y="259"/>
                      <a:pt x="1025" y="509"/>
                      <a:pt x="957" y="948"/>
                    </a:cubicBezTo>
                    <a:cubicBezTo>
                      <a:pt x="896" y="1345"/>
                      <a:pt x="1163" y="1571"/>
                      <a:pt x="1492" y="1711"/>
                    </a:cubicBezTo>
                    <a:cubicBezTo>
                      <a:pt x="1654" y="1780"/>
                      <a:pt x="1862" y="1909"/>
                      <a:pt x="1882" y="2104"/>
                    </a:cubicBezTo>
                    <a:cubicBezTo>
                      <a:pt x="1901" y="2290"/>
                      <a:pt x="1779" y="2459"/>
                      <a:pt x="1606" y="2514"/>
                    </a:cubicBezTo>
                    <a:cubicBezTo>
                      <a:pt x="1416" y="2575"/>
                      <a:pt x="1233" y="2453"/>
                      <a:pt x="1072" y="2365"/>
                    </a:cubicBezTo>
                    <a:cubicBezTo>
                      <a:pt x="603" y="2111"/>
                      <a:pt x="0" y="2404"/>
                      <a:pt x="59" y="2974"/>
                    </a:cubicBezTo>
                    <a:cubicBezTo>
                      <a:pt x="61" y="2995"/>
                      <a:pt x="86" y="3129"/>
                      <a:pt x="117" y="3200"/>
                    </a:cubicBezTo>
                    <a:cubicBezTo>
                      <a:pt x="460" y="3200"/>
                      <a:pt x="460" y="3200"/>
                      <a:pt x="460" y="3200"/>
                    </a:cubicBezTo>
                    <a:cubicBezTo>
                      <a:pt x="326" y="3069"/>
                      <a:pt x="268" y="2882"/>
                      <a:pt x="373" y="2710"/>
                    </a:cubicBezTo>
                    <a:cubicBezTo>
                      <a:pt x="487" y="2524"/>
                      <a:pt x="727" y="2502"/>
                      <a:pt x="911" y="2577"/>
                    </a:cubicBezTo>
                    <a:cubicBezTo>
                      <a:pt x="1062" y="2638"/>
                      <a:pt x="1173" y="2740"/>
                      <a:pt x="1333" y="2784"/>
                    </a:cubicBezTo>
                    <a:cubicBezTo>
                      <a:pt x="1622" y="2863"/>
                      <a:pt x="1913" y="2770"/>
                      <a:pt x="2089" y="2521"/>
                    </a:cubicBezTo>
                    <a:cubicBezTo>
                      <a:pt x="2285" y="2244"/>
                      <a:pt x="2183" y="1820"/>
                      <a:pt x="1905" y="1633"/>
                    </a:cubicBezTo>
                    <a:cubicBezTo>
                      <a:pt x="1814" y="1572"/>
                      <a:pt x="1713" y="1509"/>
                      <a:pt x="1613" y="1464"/>
                    </a:cubicBezTo>
                    <a:cubicBezTo>
                      <a:pt x="1392" y="1366"/>
                      <a:pt x="1172" y="1223"/>
                      <a:pt x="1263" y="940"/>
                    </a:cubicBezTo>
                    <a:cubicBezTo>
                      <a:pt x="1320" y="766"/>
                      <a:pt x="1515" y="671"/>
                      <a:pt x="1690" y="696"/>
                    </a:cubicBezTo>
                    <a:cubicBezTo>
                      <a:pt x="1892" y="724"/>
                      <a:pt x="2040" y="913"/>
                      <a:pt x="2240" y="962"/>
                    </a:cubicBezTo>
                    <a:cubicBezTo>
                      <a:pt x="2639" y="1059"/>
                      <a:pt x="2929" y="802"/>
                      <a:pt x="3028" y="526"/>
                    </a:cubicBezTo>
                    <a:cubicBezTo>
                      <a:pt x="3120" y="270"/>
                      <a:pt x="3009" y="35"/>
                      <a:pt x="2991" y="0"/>
                    </a:cubicBezTo>
                    <a:lnTo>
                      <a:pt x="2665" y="0"/>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 name="Group 242"/>
            <p:cNvGrpSpPr/>
            <p:nvPr/>
          </p:nvGrpSpPr>
          <p:grpSpPr>
            <a:xfrm>
              <a:off x="3154363" y="-1588"/>
              <a:ext cx="4429125" cy="5114926"/>
              <a:chOff x="3154363" y="-1588"/>
              <a:chExt cx="4429125" cy="5114926"/>
            </a:xfrm>
          </p:grpSpPr>
          <p:sp>
            <p:nvSpPr>
              <p:cNvPr id="6288" name="Freeform 144"/>
              <p:cNvSpPr>
                <a:spLocks/>
              </p:cNvSpPr>
              <p:nvPr/>
            </p:nvSpPr>
            <p:spPr bwMode="auto">
              <a:xfrm>
                <a:off x="5073650" y="908050"/>
                <a:ext cx="157163" cy="66675"/>
              </a:xfrm>
              <a:custGeom>
                <a:avLst/>
                <a:gdLst/>
                <a:ahLst/>
                <a:cxnLst>
                  <a:cxn ang="0">
                    <a:pos x="98" y="12"/>
                  </a:cxn>
                  <a:cxn ang="0">
                    <a:pos x="96" y="0"/>
                  </a:cxn>
                  <a:cxn ang="0">
                    <a:pos x="0" y="30"/>
                  </a:cxn>
                  <a:cxn ang="0">
                    <a:pos x="5" y="41"/>
                  </a:cxn>
                  <a:cxn ang="0">
                    <a:pos x="98" y="12"/>
                  </a:cxn>
                </a:cxnLst>
                <a:rect l="0" t="0" r="r" b="b"/>
                <a:pathLst>
                  <a:path w="98" h="41">
                    <a:moveTo>
                      <a:pt x="98" y="12"/>
                    </a:moveTo>
                    <a:cubicBezTo>
                      <a:pt x="96" y="0"/>
                      <a:pt x="96" y="0"/>
                      <a:pt x="96" y="0"/>
                    </a:cubicBezTo>
                    <a:cubicBezTo>
                      <a:pt x="63" y="7"/>
                      <a:pt x="31" y="17"/>
                      <a:pt x="0" y="30"/>
                    </a:cubicBezTo>
                    <a:cubicBezTo>
                      <a:pt x="5" y="41"/>
                      <a:pt x="5" y="41"/>
                      <a:pt x="5" y="41"/>
                    </a:cubicBezTo>
                    <a:cubicBezTo>
                      <a:pt x="35" y="29"/>
                      <a:pt x="66" y="19"/>
                      <a:pt x="98" y="12"/>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9" name="Freeform 145"/>
              <p:cNvSpPr>
                <a:spLocks/>
              </p:cNvSpPr>
              <p:nvPr/>
            </p:nvSpPr>
            <p:spPr bwMode="auto">
              <a:xfrm>
                <a:off x="5081588" y="2405063"/>
                <a:ext cx="150813" cy="88900"/>
              </a:xfrm>
              <a:custGeom>
                <a:avLst/>
                <a:gdLst/>
                <a:ahLst/>
                <a:cxnLst>
                  <a:cxn ang="0">
                    <a:pos x="0" y="11"/>
                  </a:cxn>
                  <a:cxn ang="0">
                    <a:pos x="88" y="56"/>
                  </a:cxn>
                  <a:cxn ang="0">
                    <a:pos x="94" y="45"/>
                  </a:cxn>
                  <a:cxn ang="0">
                    <a:pos x="6" y="0"/>
                  </a:cxn>
                  <a:cxn ang="0">
                    <a:pos x="0" y="11"/>
                  </a:cxn>
                </a:cxnLst>
                <a:rect l="0" t="0" r="r" b="b"/>
                <a:pathLst>
                  <a:path w="94" h="56">
                    <a:moveTo>
                      <a:pt x="0" y="11"/>
                    </a:moveTo>
                    <a:cubicBezTo>
                      <a:pt x="25" y="24"/>
                      <a:pt x="53" y="39"/>
                      <a:pt x="88" y="56"/>
                    </a:cubicBezTo>
                    <a:cubicBezTo>
                      <a:pt x="94" y="45"/>
                      <a:pt x="94" y="45"/>
                      <a:pt x="94" y="45"/>
                    </a:cubicBezTo>
                    <a:cubicBezTo>
                      <a:pt x="58" y="28"/>
                      <a:pt x="30" y="14"/>
                      <a:pt x="6" y="0"/>
                    </a:cubicBezTo>
                    <a:lnTo>
                      <a:pt x="0" y="1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0" name="Freeform 146"/>
              <p:cNvSpPr>
                <a:spLocks/>
              </p:cNvSpPr>
              <p:nvPr/>
            </p:nvSpPr>
            <p:spPr bwMode="auto">
              <a:xfrm>
                <a:off x="5059363" y="4243388"/>
                <a:ext cx="158750" cy="46038"/>
              </a:xfrm>
              <a:custGeom>
                <a:avLst/>
                <a:gdLst/>
                <a:ahLst/>
                <a:cxnLst>
                  <a:cxn ang="0">
                    <a:pos x="99" y="17"/>
                  </a:cxn>
                  <a:cxn ang="0">
                    <a:pos x="3" y="0"/>
                  </a:cxn>
                  <a:cxn ang="0">
                    <a:pos x="0" y="12"/>
                  </a:cxn>
                  <a:cxn ang="0">
                    <a:pos x="99" y="29"/>
                  </a:cxn>
                  <a:cxn ang="0">
                    <a:pos x="99" y="17"/>
                  </a:cxn>
                </a:cxnLst>
                <a:rect l="0" t="0" r="r" b="b"/>
                <a:pathLst>
                  <a:path w="99" h="29">
                    <a:moveTo>
                      <a:pt x="99" y="17"/>
                    </a:moveTo>
                    <a:cubicBezTo>
                      <a:pt x="66" y="15"/>
                      <a:pt x="34" y="10"/>
                      <a:pt x="3" y="0"/>
                    </a:cubicBezTo>
                    <a:cubicBezTo>
                      <a:pt x="0" y="12"/>
                      <a:pt x="0" y="12"/>
                      <a:pt x="0" y="12"/>
                    </a:cubicBezTo>
                    <a:cubicBezTo>
                      <a:pt x="32" y="21"/>
                      <a:pt x="65" y="27"/>
                      <a:pt x="99" y="29"/>
                    </a:cubicBezTo>
                    <a:lnTo>
                      <a:pt x="99" y="17"/>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1" name="Freeform 147"/>
              <p:cNvSpPr>
                <a:spLocks/>
              </p:cNvSpPr>
              <p:nvPr/>
            </p:nvSpPr>
            <p:spPr bwMode="auto">
              <a:xfrm>
                <a:off x="5281613" y="4248150"/>
                <a:ext cx="160338" cy="41275"/>
              </a:xfrm>
              <a:custGeom>
                <a:avLst/>
                <a:gdLst/>
                <a:ahLst/>
                <a:cxnLst>
                  <a:cxn ang="0">
                    <a:pos x="97" y="0"/>
                  </a:cxn>
                  <a:cxn ang="0">
                    <a:pos x="0" y="14"/>
                  </a:cxn>
                  <a:cxn ang="0">
                    <a:pos x="0" y="26"/>
                  </a:cxn>
                  <a:cxn ang="0">
                    <a:pos x="99" y="12"/>
                  </a:cxn>
                  <a:cxn ang="0">
                    <a:pos x="97" y="0"/>
                  </a:cxn>
                </a:cxnLst>
                <a:rect l="0" t="0" r="r" b="b"/>
                <a:pathLst>
                  <a:path w="99" h="26">
                    <a:moveTo>
                      <a:pt x="97" y="0"/>
                    </a:moveTo>
                    <a:cubicBezTo>
                      <a:pt x="64" y="8"/>
                      <a:pt x="32" y="13"/>
                      <a:pt x="0" y="14"/>
                    </a:cubicBezTo>
                    <a:cubicBezTo>
                      <a:pt x="0" y="26"/>
                      <a:pt x="0" y="26"/>
                      <a:pt x="0" y="26"/>
                    </a:cubicBezTo>
                    <a:cubicBezTo>
                      <a:pt x="33" y="25"/>
                      <a:pt x="66" y="20"/>
                      <a:pt x="99" y="12"/>
                    </a:cubicBezTo>
                    <a:lnTo>
                      <a:pt x="9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2" name="Freeform 148"/>
              <p:cNvSpPr>
                <a:spLocks/>
              </p:cNvSpPr>
              <p:nvPr/>
            </p:nvSpPr>
            <p:spPr bwMode="auto">
              <a:xfrm>
                <a:off x="5280025" y="2506663"/>
                <a:ext cx="153988" cy="84138"/>
              </a:xfrm>
              <a:custGeom>
                <a:avLst/>
                <a:gdLst/>
                <a:ahLst/>
                <a:cxnLst>
                  <a:cxn ang="0">
                    <a:pos x="81" y="49"/>
                  </a:cxn>
                  <a:cxn ang="0">
                    <a:pos x="90" y="53"/>
                  </a:cxn>
                  <a:cxn ang="0">
                    <a:pos x="95" y="42"/>
                  </a:cxn>
                  <a:cxn ang="0">
                    <a:pos x="86" y="38"/>
                  </a:cxn>
                  <a:cxn ang="0">
                    <a:pos x="28" y="10"/>
                  </a:cxn>
                  <a:cxn ang="0">
                    <a:pos x="5" y="0"/>
                  </a:cxn>
                  <a:cxn ang="0">
                    <a:pos x="0" y="10"/>
                  </a:cxn>
                  <a:cxn ang="0">
                    <a:pos x="23" y="21"/>
                  </a:cxn>
                  <a:cxn ang="0">
                    <a:pos x="81" y="49"/>
                  </a:cxn>
                </a:cxnLst>
                <a:rect l="0" t="0" r="r" b="b"/>
                <a:pathLst>
                  <a:path w="95" h="53">
                    <a:moveTo>
                      <a:pt x="81" y="49"/>
                    </a:moveTo>
                    <a:cubicBezTo>
                      <a:pt x="90" y="53"/>
                      <a:pt x="90" y="53"/>
                      <a:pt x="90" y="53"/>
                    </a:cubicBezTo>
                    <a:cubicBezTo>
                      <a:pt x="95" y="42"/>
                      <a:pt x="95" y="42"/>
                      <a:pt x="95" y="42"/>
                    </a:cubicBezTo>
                    <a:cubicBezTo>
                      <a:pt x="86" y="38"/>
                      <a:pt x="86" y="38"/>
                      <a:pt x="86" y="38"/>
                    </a:cubicBezTo>
                    <a:cubicBezTo>
                      <a:pt x="67" y="29"/>
                      <a:pt x="47" y="19"/>
                      <a:pt x="28" y="10"/>
                    </a:cubicBezTo>
                    <a:cubicBezTo>
                      <a:pt x="5" y="0"/>
                      <a:pt x="5" y="0"/>
                      <a:pt x="5" y="0"/>
                    </a:cubicBezTo>
                    <a:cubicBezTo>
                      <a:pt x="0" y="10"/>
                      <a:pt x="0" y="10"/>
                      <a:pt x="0" y="10"/>
                    </a:cubicBezTo>
                    <a:cubicBezTo>
                      <a:pt x="23" y="21"/>
                      <a:pt x="23" y="21"/>
                      <a:pt x="23" y="21"/>
                    </a:cubicBezTo>
                    <a:cubicBezTo>
                      <a:pt x="42" y="30"/>
                      <a:pt x="62" y="39"/>
                      <a:pt x="81" y="49"/>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3" name="Freeform 149"/>
              <p:cNvSpPr>
                <a:spLocks/>
              </p:cNvSpPr>
              <p:nvPr/>
            </p:nvSpPr>
            <p:spPr bwMode="auto">
              <a:xfrm>
                <a:off x="5289550" y="884238"/>
                <a:ext cx="161925" cy="31750"/>
              </a:xfrm>
              <a:custGeom>
                <a:avLst/>
                <a:gdLst/>
                <a:ahLst/>
                <a:cxnLst>
                  <a:cxn ang="0">
                    <a:pos x="99" y="12"/>
                  </a:cxn>
                  <a:cxn ang="0">
                    <a:pos x="100" y="12"/>
                  </a:cxn>
                  <a:cxn ang="0">
                    <a:pos x="100" y="0"/>
                  </a:cxn>
                  <a:cxn ang="0">
                    <a:pos x="99" y="0"/>
                  </a:cxn>
                  <a:cxn ang="0">
                    <a:pos x="0" y="7"/>
                  </a:cxn>
                  <a:cxn ang="0">
                    <a:pos x="2" y="19"/>
                  </a:cxn>
                  <a:cxn ang="0">
                    <a:pos x="99" y="12"/>
                  </a:cxn>
                </a:cxnLst>
                <a:rect l="0" t="0" r="r" b="b"/>
                <a:pathLst>
                  <a:path w="100" h="19">
                    <a:moveTo>
                      <a:pt x="99" y="12"/>
                    </a:moveTo>
                    <a:cubicBezTo>
                      <a:pt x="100" y="12"/>
                      <a:pt x="100" y="12"/>
                      <a:pt x="100" y="12"/>
                    </a:cubicBezTo>
                    <a:cubicBezTo>
                      <a:pt x="100" y="0"/>
                      <a:pt x="100" y="0"/>
                      <a:pt x="100" y="0"/>
                    </a:cubicBezTo>
                    <a:cubicBezTo>
                      <a:pt x="99" y="0"/>
                      <a:pt x="99" y="0"/>
                      <a:pt x="99" y="0"/>
                    </a:cubicBezTo>
                    <a:cubicBezTo>
                      <a:pt x="66" y="0"/>
                      <a:pt x="33" y="2"/>
                      <a:pt x="0" y="7"/>
                    </a:cubicBezTo>
                    <a:cubicBezTo>
                      <a:pt x="2" y="19"/>
                      <a:pt x="2" y="19"/>
                      <a:pt x="2" y="19"/>
                    </a:cubicBezTo>
                    <a:cubicBezTo>
                      <a:pt x="34" y="14"/>
                      <a:pt x="67" y="12"/>
                      <a:pt x="99" y="12"/>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4" name="Freeform 150"/>
              <p:cNvSpPr>
                <a:spLocks/>
              </p:cNvSpPr>
              <p:nvPr/>
            </p:nvSpPr>
            <p:spPr bwMode="auto">
              <a:xfrm>
                <a:off x="4892675" y="2282825"/>
                <a:ext cx="142875" cy="107950"/>
              </a:xfrm>
              <a:custGeom>
                <a:avLst/>
                <a:gdLst/>
                <a:ahLst/>
                <a:cxnLst>
                  <a:cxn ang="0">
                    <a:pos x="0" y="9"/>
                  </a:cxn>
                  <a:cxn ang="0">
                    <a:pos x="82" y="67"/>
                  </a:cxn>
                  <a:cxn ang="0">
                    <a:pos x="89" y="56"/>
                  </a:cxn>
                  <a:cxn ang="0">
                    <a:pos x="8" y="0"/>
                  </a:cxn>
                  <a:cxn ang="0">
                    <a:pos x="0" y="9"/>
                  </a:cxn>
                </a:cxnLst>
                <a:rect l="0" t="0" r="r" b="b"/>
                <a:pathLst>
                  <a:path w="89" h="67">
                    <a:moveTo>
                      <a:pt x="0" y="9"/>
                    </a:moveTo>
                    <a:cubicBezTo>
                      <a:pt x="25" y="29"/>
                      <a:pt x="51" y="48"/>
                      <a:pt x="82" y="67"/>
                    </a:cubicBezTo>
                    <a:cubicBezTo>
                      <a:pt x="89" y="56"/>
                      <a:pt x="89" y="56"/>
                      <a:pt x="89" y="56"/>
                    </a:cubicBezTo>
                    <a:cubicBezTo>
                      <a:pt x="58" y="38"/>
                      <a:pt x="32" y="19"/>
                      <a:pt x="8" y="0"/>
                    </a:cubicBezTo>
                    <a:lnTo>
                      <a:pt x="0" y="9"/>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5" name="Freeform 151"/>
              <p:cNvSpPr>
                <a:spLocks/>
              </p:cNvSpPr>
              <p:nvPr/>
            </p:nvSpPr>
            <p:spPr bwMode="auto">
              <a:xfrm>
                <a:off x="4716463" y="1108075"/>
                <a:ext cx="122238" cy="128588"/>
              </a:xfrm>
              <a:custGeom>
                <a:avLst/>
                <a:gdLst/>
                <a:ahLst/>
                <a:cxnLst>
                  <a:cxn ang="0">
                    <a:pos x="76" y="9"/>
                  </a:cxn>
                  <a:cxn ang="0">
                    <a:pos x="68" y="0"/>
                  </a:cxn>
                  <a:cxn ang="0">
                    <a:pos x="0" y="73"/>
                  </a:cxn>
                  <a:cxn ang="0">
                    <a:pos x="10" y="80"/>
                  </a:cxn>
                  <a:cxn ang="0">
                    <a:pos x="76" y="9"/>
                  </a:cxn>
                </a:cxnLst>
                <a:rect l="0" t="0" r="r" b="b"/>
                <a:pathLst>
                  <a:path w="76" h="80">
                    <a:moveTo>
                      <a:pt x="76" y="9"/>
                    </a:moveTo>
                    <a:cubicBezTo>
                      <a:pt x="68" y="0"/>
                      <a:pt x="68" y="0"/>
                      <a:pt x="68" y="0"/>
                    </a:cubicBezTo>
                    <a:cubicBezTo>
                      <a:pt x="43" y="22"/>
                      <a:pt x="20" y="47"/>
                      <a:pt x="0" y="73"/>
                    </a:cubicBezTo>
                    <a:cubicBezTo>
                      <a:pt x="10" y="80"/>
                      <a:pt x="10" y="80"/>
                      <a:pt x="10" y="80"/>
                    </a:cubicBezTo>
                    <a:cubicBezTo>
                      <a:pt x="29" y="55"/>
                      <a:pt x="51" y="30"/>
                      <a:pt x="76" y="9"/>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6" name="Freeform 152"/>
              <p:cNvSpPr>
                <a:spLocks/>
              </p:cNvSpPr>
              <p:nvPr/>
            </p:nvSpPr>
            <p:spPr bwMode="auto">
              <a:xfrm>
                <a:off x="4579938" y="1489075"/>
                <a:ext cx="34925" cy="161925"/>
              </a:xfrm>
              <a:custGeom>
                <a:avLst/>
                <a:gdLst/>
                <a:ahLst/>
                <a:cxnLst>
                  <a:cxn ang="0">
                    <a:pos x="12" y="99"/>
                  </a:cxn>
                  <a:cxn ang="0">
                    <a:pos x="12" y="94"/>
                  </a:cxn>
                  <a:cxn ang="0">
                    <a:pos x="22" y="2"/>
                  </a:cxn>
                  <a:cxn ang="0">
                    <a:pos x="10" y="0"/>
                  </a:cxn>
                  <a:cxn ang="0">
                    <a:pos x="0" y="94"/>
                  </a:cxn>
                  <a:cxn ang="0">
                    <a:pos x="0" y="100"/>
                  </a:cxn>
                  <a:cxn ang="0">
                    <a:pos x="12" y="99"/>
                  </a:cxn>
                </a:cxnLst>
                <a:rect l="0" t="0" r="r" b="b"/>
                <a:pathLst>
                  <a:path w="22" h="100">
                    <a:moveTo>
                      <a:pt x="12" y="99"/>
                    </a:moveTo>
                    <a:cubicBezTo>
                      <a:pt x="12" y="98"/>
                      <a:pt x="12" y="96"/>
                      <a:pt x="12" y="94"/>
                    </a:cubicBezTo>
                    <a:cubicBezTo>
                      <a:pt x="12" y="63"/>
                      <a:pt x="16" y="32"/>
                      <a:pt x="22" y="2"/>
                    </a:cubicBezTo>
                    <a:cubicBezTo>
                      <a:pt x="10" y="0"/>
                      <a:pt x="10" y="0"/>
                      <a:pt x="10" y="0"/>
                    </a:cubicBezTo>
                    <a:cubicBezTo>
                      <a:pt x="4" y="30"/>
                      <a:pt x="0" y="62"/>
                      <a:pt x="0" y="94"/>
                    </a:cubicBezTo>
                    <a:cubicBezTo>
                      <a:pt x="0" y="96"/>
                      <a:pt x="0" y="98"/>
                      <a:pt x="0" y="100"/>
                    </a:cubicBezTo>
                    <a:lnTo>
                      <a:pt x="12" y="99"/>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7" name="Freeform 153"/>
              <p:cNvSpPr>
                <a:spLocks/>
              </p:cNvSpPr>
              <p:nvPr/>
            </p:nvSpPr>
            <p:spPr bwMode="auto">
              <a:xfrm>
                <a:off x="4613275" y="1279525"/>
                <a:ext cx="84138" cy="152400"/>
              </a:xfrm>
              <a:custGeom>
                <a:avLst/>
                <a:gdLst/>
                <a:ahLst/>
                <a:cxnLst>
                  <a:cxn ang="0">
                    <a:pos x="43" y="22"/>
                  </a:cxn>
                  <a:cxn ang="0">
                    <a:pos x="52" y="7"/>
                  </a:cxn>
                  <a:cxn ang="0">
                    <a:pos x="42" y="0"/>
                  </a:cxn>
                  <a:cxn ang="0">
                    <a:pos x="32" y="16"/>
                  </a:cxn>
                  <a:cxn ang="0">
                    <a:pos x="0" y="92"/>
                  </a:cxn>
                  <a:cxn ang="0">
                    <a:pos x="11" y="95"/>
                  </a:cxn>
                  <a:cxn ang="0">
                    <a:pos x="43" y="22"/>
                  </a:cxn>
                </a:cxnLst>
                <a:rect l="0" t="0" r="r" b="b"/>
                <a:pathLst>
                  <a:path w="52" h="95">
                    <a:moveTo>
                      <a:pt x="43" y="22"/>
                    </a:moveTo>
                    <a:cubicBezTo>
                      <a:pt x="46" y="17"/>
                      <a:pt x="49" y="12"/>
                      <a:pt x="52" y="7"/>
                    </a:cubicBezTo>
                    <a:cubicBezTo>
                      <a:pt x="42" y="0"/>
                      <a:pt x="42" y="0"/>
                      <a:pt x="42" y="0"/>
                    </a:cubicBezTo>
                    <a:cubicBezTo>
                      <a:pt x="38" y="6"/>
                      <a:pt x="35" y="11"/>
                      <a:pt x="32" y="16"/>
                    </a:cubicBezTo>
                    <a:cubicBezTo>
                      <a:pt x="19" y="40"/>
                      <a:pt x="8" y="66"/>
                      <a:pt x="0" y="92"/>
                    </a:cubicBezTo>
                    <a:cubicBezTo>
                      <a:pt x="11" y="95"/>
                      <a:pt x="11" y="95"/>
                      <a:pt x="11" y="95"/>
                    </a:cubicBezTo>
                    <a:cubicBezTo>
                      <a:pt x="19" y="70"/>
                      <a:pt x="30" y="45"/>
                      <a:pt x="43" y="22"/>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8" name="Freeform 154"/>
              <p:cNvSpPr>
                <a:spLocks/>
              </p:cNvSpPr>
              <p:nvPr/>
            </p:nvSpPr>
            <p:spPr bwMode="auto">
              <a:xfrm>
                <a:off x="4452938" y="3956050"/>
                <a:ext cx="149225" cy="90488"/>
              </a:xfrm>
              <a:custGeom>
                <a:avLst/>
                <a:gdLst/>
                <a:ahLst/>
                <a:cxnLst>
                  <a:cxn ang="0">
                    <a:pos x="88" y="56"/>
                  </a:cxn>
                  <a:cxn ang="0">
                    <a:pos x="93" y="46"/>
                  </a:cxn>
                  <a:cxn ang="0">
                    <a:pos x="40" y="18"/>
                  </a:cxn>
                  <a:cxn ang="0">
                    <a:pos x="5" y="0"/>
                  </a:cxn>
                  <a:cxn ang="0">
                    <a:pos x="0" y="11"/>
                  </a:cxn>
                  <a:cxn ang="0">
                    <a:pos x="35" y="29"/>
                  </a:cxn>
                  <a:cxn ang="0">
                    <a:pos x="88" y="56"/>
                  </a:cxn>
                </a:cxnLst>
                <a:rect l="0" t="0" r="r" b="b"/>
                <a:pathLst>
                  <a:path w="93" h="56">
                    <a:moveTo>
                      <a:pt x="88" y="56"/>
                    </a:moveTo>
                    <a:cubicBezTo>
                      <a:pt x="93" y="46"/>
                      <a:pt x="93" y="46"/>
                      <a:pt x="93" y="46"/>
                    </a:cubicBezTo>
                    <a:cubicBezTo>
                      <a:pt x="79" y="38"/>
                      <a:pt x="60" y="28"/>
                      <a:pt x="40" y="18"/>
                    </a:cubicBezTo>
                    <a:cubicBezTo>
                      <a:pt x="28" y="12"/>
                      <a:pt x="16" y="6"/>
                      <a:pt x="5" y="0"/>
                    </a:cubicBezTo>
                    <a:cubicBezTo>
                      <a:pt x="0" y="11"/>
                      <a:pt x="0" y="11"/>
                      <a:pt x="0" y="11"/>
                    </a:cubicBezTo>
                    <a:cubicBezTo>
                      <a:pt x="11" y="16"/>
                      <a:pt x="23" y="22"/>
                      <a:pt x="35" y="29"/>
                    </a:cubicBezTo>
                    <a:cubicBezTo>
                      <a:pt x="54" y="39"/>
                      <a:pt x="73" y="49"/>
                      <a:pt x="88" y="56"/>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9" name="Freeform 155"/>
              <p:cNvSpPr>
                <a:spLocks/>
              </p:cNvSpPr>
              <p:nvPr/>
            </p:nvSpPr>
            <p:spPr bwMode="auto">
              <a:xfrm>
                <a:off x="4738688" y="2120900"/>
                <a:ext cx="119063" cy="133350"/>
              </a:xfrm>
              <a:custGeom>
                <a:avLst/>
                <a:gdLst/>
                <a:ahLst/>
                <a:cxnLst>
                  <a:cxn ang="0">
                    <a:pos x="0" y="7"/>
                  </a:cxn>
                  <a:cxn ang="0">
                    <a:pos x="66" y="83"/>
                  </a:cxn>
                  <a:cxn ang="0">
                    <a:pos x="74" y="74"/>
                  </a:cxn>
                  <a:cxn ang="0">
                    <a:pos x="10" y="0"/>
                  </a:cxn>
                  <a:cxn ang="0">
                    <a:pos x="0" y="7"/>
                  </a:cxn>
                </a:cxnLst>
                <a:rect l="0" t="0" r="r" b="b"/>
                <a:pathLst>
                  <a:path w="74" h="83">
                    <a:moveTo>
                      <a:pt x="0" y="7"/>
                    </a:moveTo>
                    <a:cubicBezTo>
                      <a:pt x="19" y="35"/>
                      <a:pt x="41" y="59"/>
                      <a:pt x="66" y="83"/>
                    </a:cubicBezTo>
                    <a:cubicBezTo>
                      <a:pt x="74" y="74"/>
                      <a:pt x="74" y="74"/>
                      <a:pt x="74" y="74"/>
                    </a:cubicBezTo>
                    <a:cubicBezTo>
                      <a:pt x="50" y="51"/>
                      <a:pt x="29" y="27"/>
                      <a:pt x="10" y="0"/>
                    </a:cubicBezTo>
                    <a:lnTo>
                      <a:pt x="0" y="7"/>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0" name="Freeform 156"/>
              <p:cNvSpPr>
                <a:spLocks/>
              </p:cNvSpPr>
              <p:nvPr/>
            </p:nvSpPr>
            <p:spPr bwMode="auto">
              <a:xfrm>
                <a:off x="4876800" y="982663"/>
                <a:ext cx="146050" cy="100013"/>
              </a:xfrm>
              <a:custGeom>
                <a:avLst/>
                <a:gdLst/>
                <a:ahLst/>
                <a:cxnLst>
                  <a:cxn ang="0">
                    <a:pos x="91" y="11"/>
                  </a:cxn>
                  <a:cxn ang="0">
                    <a:pos x="85" y="0"/>
                  </a:cxn>
                  <a:cxn ang="0">
                    <a:pos x="0" y="52"/>
                  </a:cxn>
                  <a:cxn ang="0">
                    <a:pos x="7" y="62"/>
                  </a:cxn>
                  <a:cxn ang="0">
                    <a:pos x="91" y="11"/>
                  </a:cxn>
                </a:cxnLst>
                <a:rect l="0" t="0" r="r" b="b"/>
                <a:pathLst>
                  <a:path w="91" h="62">
                    <a:moveTo>
                      <a:pt x="91" y="11"/>
                    </a:moveTo>
                    <a:cubicBezTo>
                      <a:pt x="85" y="0"/>
                      <a:pt x="85" y="0"/>
                      <a:pt x="85" y="0"/>
                    </a:cubicBezTo>
                    <a:cubicBezTo>
                      <a:pt x="55" y="15"/>
                      <a:pt x="26" y="33"/>
                      <a:pt x="0" y="52"/>
                    </a:cubicBezTo>
                    <a:cubicBezTo>
                      <a:pt x="7" y="62"/>
                      <a:pt x="7" y="62"/>
                      <a:pt x="7" y="62"/>
                    </a:cubicBezTo>
                    <a:cubicBezTo>
                      <a:pt x="33" y="43"/>
                      <a:pt x="61" y="26"/>
                      <a:pt x="91" y="1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1" name="Freeform 157"/>
              <p:cNvSpPr>
                <a:spLocks/>
              </p:cNvSpPr>
              <p:nvPr/>
            </p:nvSpPr>
            <p:spPr bwMode="auto">
              <a:xfrm>
                <a:off x="5730875" y="928688"/>
                <a:ext cx="155575" cy="74613"/>
              </a:xfrm>
              <a:custGeom>
                <a:avLst/>
                <a:gdLst/>
                <a:ahLst/>
                <a:cxnLst>
                  <a:cxn ang="0">
                    <a:pos x="92" y="47"/>
                  </a:cxn>
                  <a:cxn ang="0">
                    <a:pos x="97" y="36"/>
                  </a:cxn>
                  <a:cxn ang="0">
                    <a:pos x="14" y="3"/>
                  </a:cxn>
                  <a:cxn ang="0">
                    <a:pos x="4" y="0"/>
                  </a:cxn>
                  <a:cxn ang="0">
                    <a:pos x="0" y="11"/>
                  </a:cxn>
                  <a:cxn ang="0">
                    <a:pos x="10" y="15"/>
                  </a:cxn>
                  <a:cxn ang="0">
                    <a:pos x="92" y="47"/>
                  </a:cxn>
                </a:cxnLst>
                <a:rect l="0" t="0" r="r" b="b"/>
                <a:pathLst>
                  <a:path w="97" h="47">
                    <a:moveTo>
                      <a:pt x="92" y="47"/>
                    </a:moveTo>
                    <a:cubicBezTo>
                      <a:pt x="97" y="36"/>
                      <a:pt x="97" y="36"/>
                      <a:pt x="97" y="36"/>
                    </a:cubicBezTo>
                    <a:cubicBezTo>
                      <a:pt x="69" y="24"/>
                      <a:pt x="41" y="13"/>
                      <a:pt x="14" y="3"/>
                    </a:cubicBezTo>
                    <a:cubicBezTo>
                      <a:pt x="11" y="2"/>
                      <a:pt x="7" y="1"/>
                      <a:pt x="4" y="0"/>
                    </a:cubicBezTo>
                    <a:cubicBezTo>
                      <a:pt x="0" y="11"/>
                      <a:pt x="0" y="11"/>
                      <a:pt x="0" y="11"/>
                    </a:cubicBezTo>
                    <a:cubicBezTo>
                      <a:pt x="3" y="12"/>
                      <a:pt x="7" y="14"/>
                      <a:pt x="10" y="15"/>
                    </a:cubicBezTo>
                    <a:cubicBezTo>
                      <a:pt x="37" y="24"/>
                      <a:pt x="65" y="35"/>
                      <a:pt x="92" y="47"/>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2" name="Freeform 158"/>
              <p:cNvSpPr>
                <a:spLocks/>
              </p:cNvSpPr>
              <p:nvPr/>
            </p:nvSpPr>
            <p:spPr bwMode="auto">
              <a:xfrm>
                <a:off x="6070600" y="3241675"/>
                <a:ext cx="46038" cy="158750"/>
              </a:xfrm>
              <a:custGeom>
                <a:avLst/>
                <a:gdLst/>
                <a:ahLst/>
                <a:cxnLst>
                  <a:cxn ang="0">
                    <a:pos x="17" y="99"/>
                  </a:cxn>
                  <a:cxn ang="0">
                    <a:pos x="29" y="98"/>
                  </a:cxn>
                  <a:cxn ang="0">
                    <a:pos x="12" y="0"/>
                  </a:cxn>
                  <a:cxn ang="0">
                    <a:pos x="0" y="3"/>
                  </a:cxn>
                  <a:cxn ang="0">
                    <a:pos x="17" y="99"/>
                  </a:cxn>
                </a:cxnLst>
                <a:rect l="0" t="0" r="r" b="b"/>
                <a:pathLst>
                  <a:path w="29" h="99">
                    <a:moveTo>
                      <a:pt x="17" y="99"/>
                    </a:moveTo>
                    <a:cubicBezTo>
                      <a:pt x="29" y="98"/>
                      <a:pt x="29" y="98"/>
                      <a:pt x="29" y="98"/>
                    </a:cubicBezTo>
                    <a:cubicBezTo>
                      <a:pt x="27" y="65"/>
                      <a:pt x="21" y="32"/>
                      <a:pt x="12" y="0"/>
                    </a:cubicBezTo>
                    <a:cubicBezTo>
                      <a:pt x="0" y="3"/>
                      <a:pt x="0" y="3"/>
                      <a:pt x="0" y="3"/>
                    </a:cubicBezTo>
                    <a:cubicBezTo>
                      <a:pt x="9" y="34"/>
                      <a:pt x="15" y="67"/>
                      <a:pt x="17" y="99"/>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3" name="Freeform 159"/>
              <p:cNvSpPr>
                <a:spLocks/>
              </p:cNvSpPr>
              <p:nvPr/>
            </p:nvSpPr>
            <p:spPr bwMode="auto">
              <a:xfrm>
                <a:off x="5983288" y="3033713"/>
                <a:ext cx="87313" cy="150813"/>
              </a:xfrm>
              <a:custGeom>
                <a:avLst/>
                <a:gdLst/>
                <a:ahLst/>
                <a:cxnLst>
                  <a:cxn ang="0">
                    <a:pos x="42" y="94"/>
                  </a:cxn>
                  <a:cxn ang="0">
                    <a:pos x="54" y="90"/>
                  </a:cxn>
                  <a:cxn ang="0">
                    <a:pos x="10" y="0"/>
                  </a:cxn>
                  <a:cxn ang="0">
                    <a:pos x="0" y="6"/>
                  </a:cxn>
                  <a:cxn ang="0">
                    <a:pos x="42" y="94"/>
                  </a:cxn>
                </a:cxnLst>
                <a:rect l="0" t="0" r="r" b="b"/>
                <a:pathLst>
                  <a:path w="54" h="94">
                    <a:moveTo>
                      <a:pt x="42" y="94"/>
                    </a:moveTo>
                    <a:cubicBezTo>
                      <a:pt x="54" y="90"/>
                      <a:pt x="54" y="90"/>
                      <a:pt x="54" y="90"/>
                    </a:cubicBezTo>
                    <a:cubicBezTo>
                      <a:pt x="42" y="59"/>
                      <a:pt x="27" y="29"/>
                      <a:pt x="10" y="0"/>
                    </a:cubicBezTo>
                    <a:cubicBezTo>
                      <a:pt x="0" y="6"/>
                      <a:pt x="0" y="6"/>
                      <a:pt x="0" y="6"/>
                    </a:cubicBezTo>
                    <a:cubicBezTo>
                      <a:pt x="17" y="35"/>
                      <a:pt x="31" y="64"/>
                      <a:pt x="42" y="94"/>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4" name="Freeform 160"/>
              <p:cNvSpPr>
                <a:spLocks/>
              </p:cNvSpPr>
              <p:nvPr/>
            </p:nvSpPr>
            <p:spPr bwMode="auto">
              <a:xfrm>
                <a:off x="5937250" y="1011238"/>
                <a:ext cx="150813" cy="88900"/>
              </a:xfrm>
              <a:custGeom>
                <a:avLst/>
                <a:gdLst/>
                <a:ahLst/>
                <a:cxnLst>
                  <a:cxn ang="0">
                    <a:pos x="94" y="45"/>
                  </a:cxn>
                  <a:cxn ang="0">
                    <a:pos x="5" y="0"/>
                  </a:cxn>
                  <a:cxn ang="0">
                    <a:pos x="0" y="11"/>
                  </a:cxn>
                  <a:cxn ang="0">
                    <a:pos x="88" y="55"/>
                  </a:cxn>
                  <a:cxn ang="0">
                    <a:pos x="94" y="45"/>
                  </a:cxn>
                </a:cxnLst>
                <a:rect l="0" t="0" r="r" b="b"/>
                <a:pathLst>
                  <a:path w="94" h="55">
                    <a:moveTo>
                      <a:pt x="94" y="45"/>
                    </a:moveTo>
                    <a:cubicBezTo>
                      <a:pt x="64" y="28"/>
                      <a:pt x="34" y="13"/>
                      <a:pt x="5" y="0"/>
                    </a:cubicBezTo>
                    <a:cubicBezTo>
                      <a:pt x="0" y="11"/>
                      <a:pt x="0" y="11"/>
                      <a:pt x="0" y="11"/>
                    </a:cubicBezTo>
                    <a:cubicBezTo>
                      <a:pt x="29" y="24"/>
                      <a:pt x="59" y="39"/>
                      <a:pt x="88" y="55"/>
                    </a:cubicBezTo>
                    <a:lnTo>
                      <a:pt x="94" y="4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5" name="Freeform 161"/>
              <p:cNvSpPr>
                <a:spLocks/>
              </p:cNvSpPr>
              <p:nvPr/>
            </p:nvSpPr>
            <p:spPr bwMode="auto">
              <a:xfrm>
                <a:off x="7543800" y="314325"/>
                <a:ext cx="38100" cy="160338"/>
              </a:xfrm>
              <a:custGeom>
                <a:avLst/>
                <a:gdLst/>
                <a:ahLst/>
                <a:cxnLst>
                  <a:cxn ang="0">
                    <a:pos x="3" y="18"/>
                  </a:cxn>
                  <a:cxn ang="0">
                    <a:pos x="12" y="100"/>
                  </a:cxn>
                  <a:cxn ang="0">
                    <a:pos x="24" y="99"/>
                  </a:cxn>
                  <a:cxn ang="0">
                    <a:pos x="15" y="16"/>
                  </a:cxn>
                  <a:cxn ang="0">
                    <a:pos x="11" y="0"/>
                  </a:cxn>
                  <a:cxn ang="0">
                    <a:pos x="0" y="3"/>
                  </a:cxn>
                  <a:cxn ang="0">
                    <a:pos x="3" y="18"/>
                  </a:cxn>
                </a:cxnLst>
                <a:rect l="0" t="0" r="r" b="b"/>
                <a:pathLst>
                  <a:path w="24" h="100">
                    <a:moveTo>
                      <a:pt x="3" y="18"/>
                    </a:moveTo>
                    <a:cubicBezTo>
                      <a:pt x="8" y="45"/>
                      <a:pt x="11" y="73"/>
                      <a:pt x="12" y="100"/>
                    </a:cubicBezTo>
                    <a:cubicBezTo>
                      <a:pt x="24" y="99"/>
                      <a:pt x="24" y="99"/>
                      <a:pt x="24" y="99"/>
                    </a:cubicBezTo>
                    <a:cubicBezTo>
                      <a:pt x="23" y="72"/>
                      <a:pt x="20" y="44"/>
                      <a:pt x="15" y="16"/>
                    </a:cubicBezTo>
                    <a:cubicBezTo>
                      <a:pt x="14" y="11"/>
                      <a:pt x="12" y="5"/>
                      <a:pt x="11" y="0"/>
                    </a:cubicBezTo>
                    <a:cubicBezTo>
                      <a:pt x="0" y="3"/>
                      <a:pt x="0" y="3"/>
                      <a:pt x="0" y="3"/>
                    </a:cubicBezTo>
                    <a:cubicBezTo>
                      <a:pt x="1" y="8"/>
                      <a:pt x="2" y="13"/>
                      <a:pt x="3" y="18"/>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6" name="Freeform 162"/>
              <p:cNvSpPr>
                <a:spLocks/>
              </p:cNvSpPr>
              <p:nvPr/>
            </p:nvSpPr>
            <p:spPr bwMode="auto">
              <a:xfrm>
                <a:off x="7405688" y="-1588"/>
                <a:ext cx="46038" cy="58738"/>
              </a:xfrm>
              <a:custGeom>
                <a:avLst/>
                <a:gdLst/>
                <a:ahLst/>
                <a:cxnLst>
                  <a:cxn ang="0">
                    <a:pos x="0" y="0"/>
                  </a:cxn>
                  <a:cxn ang="0">
                    <a:pos x="19" y="36"/>
                  </a:cxn>
                  <a:cxn ang="0">
                    <a:pos x="29" y="30"/>
                  </a:cxn>
                  <a:cxn ang="0">
                    <a:pos x="14" y="0"/>
                  </a:cxn>
                  <a:cxn ang="0">
                    <a:pos x="0" y="0"/>
                  </a:cxn>
                </a:cxnLst>
                <a:rect l="0" t="0" r="r" b="b"/>
                <a:pathLst>
                  <a:path w="29" h="36">
                    <a:moveTo>
                      <a:pt x="0" y="0"/>
                    </a:moveTo>
                    <a:cubicBezTo>
                      <a:pt x="6" y="12"/>
                      <a:pt x="12" y="24"/>
                      <a:pt x="19" y="36"/>
                    </a:cubicBezTo>
                    <a:cubicBezTo>
                      <a:pt x="29" y="30"/>
                      <a:pt x="29" y="30"/>
                      <a:pt x="29" y="30"/>
                    </a:cubicBezTo>
                    <a:cubicBezTo>
                      <a:pt x="24" y="20"/>
                      <a:pt x="19" y="10"/>
                      <a:pt x="14" y="0"/>
                    </a:cubicBez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7" name="Freeform 163"/>
              <p:cNvSpPr>
                <a:spLocks/>
              </p:cNvSpPr>
              <p:nvPr/>
            </p:nvSpPr>
            <p:spPr bwMode="auto">
              <a:xfrm>
                <a:off x="4649788" y="4060825"/>
                <a:ext cx="149225" cy="90488"/>
              </a:xfrm>
              <a:custGeom>
                <a:avLst/>
                <a:gdLst/>
                <a:ahLst/>
                <a:cxnLst>
                  <a:cxn ang="0">
                    <a:pos x="0" y="10"/>
                  </a:cxn>
                  <a:cxn ang="0">
                    <a:pos x="88" y="56"/>
                  </a:cxn>
                  <a:cxn ang="0">
                    <a:pos x="93" y="46"/>
                  </a:cxn>
                  <a:cxn ang="0">
                    <a:pos x="5" y="0"/>
                  </a:cxn>
                  <a:cxn ang="0">
                    <a:pos x="0" y="10"/>
                  </a:cxn>
                </a:cxnLst>
                <a:rect l="0" t="0" r="r" b="b"/>
                <a:pathLst>
                  <a:path w="93" h="56">
                    <a:moveTo>
                      <a:pt x="0" y="10"/>
                    </a:moveTo>
                    <a:cubicBezTo>
                      <a:pt x="26" y="24"/>
                      <a:pt x="57" y="41"/>
                      <a:pt x="88" y="56"/>
                    </a:cubicBezTo>
                    <a:cubicBezTo>
                      <a:pt x="93" y="46"/>
                      <a:pt x="93" y="46"/>
                      <a:pt x="93" y="46"/>
                    </a:cubicBezTo>
                    <a:cubicBezTo>
                      <a:pt x="63" y="30"/>
                      <a:pt x="32" y="14"/>
                      <a:pt x="5" y="0"/>
                    </a:cubicBezTo>
                    <a:lnTo>
                      <a:pt x="0" y="1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8" name="Freeform 164"/>
              <p:cNvSpPr>
                <a:spLocks/>
              </p:cNvSpPr>
              <p:nvPr/>
            </p:nvSpPr>
            <p:spPr bwMode="auto">
              <a:xfrm>
                <a:off x="4849813" y="4162425"/>
                <a:ext cx="153988" cy="79375"/>
              </a:xfrm>
              <a:custGeom>
                <a:avLst/>
                <a:gdLst/>
                <a:ahLst/>
                <a:cxnLst>
                  <a:cxn ang="0">
                    <a:pos x="5" y="0"/>
                  </a:cxn>
                  <a:cxn ang="0">
                    <a:pos x="0" y="11"/>
                  </a:cxn>
                  <a:cxn ang="0">
                    <a:pos x="92" y="49"/>
                  </a:cxn>
                  <a:cxn ang="0">
                    <a:pos x="96" y="38"/>
                  </a:cxn>
                  <a:cxn ang="0">
                    <a:pos x="5" y="0"/>
                  </a:cxn>
                </a:cxnLst>
                <a:rect l="0" t="0" r="r" b="b"/>
                <a:pathLst>
                  <a:path w="96" h="49">
                    <a:moveTo>
                      <a:pt x="5" y="0"/>
                    </a:moveTo>
                    <a:cubicBezTo>
                      <a:pt x="0" y="11"/>
                      <a:pt x="0" y="11"/>
                      <a:pt x="0" y="11"/>
                    </a:cubicBezTo>
                    <a:cubicBezTo>
                      <a:pt x="33" y="26"/>
                      <a:pt x="63" y="39"/>
                      <a:pt x="92" y="49"/>
                    </a:cubicBezTo>
                    <a:cubicBezTo>
                      <a:pt x="96" y="38"/>
                      <a:pt x="96" y="38"/>
                      <a:pt x="96" y="38"/>
                    </a:cubicBezTo>
                    <a:cubicBezTo>
                      <a:pt x="67" y="28"/>
                      <a:pt x="37" y="15"/>
                      <a:pt x="5"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9" name="Freeform 165"/>
              <p:cNvSpPr>
                <a:spLocks/>
              </p:cNvSpPr>
              <p:nvPr/>
            </p:nvSpPr>
            <p:spPr bwMode="auto">
              <a:xfrm>
                <a:off x="4583113" y="1712913"/>
                <a:ext cx="49213" cy="158750"/>
              </a:xfrm>
              <a:custGeom>
                <a:avLst/>
                <a:gdLst/>
                <a:ahLst/>
                <a:cxnLst>
                  <a:cxn ang="0">
                    <a:pos x="0" y="1"/>
                  </a:cxn>
                  <a:cxn ang="0">
                    <a:pos x="20" y="99"/>
                  </a:cxn>
                  <a:cxn ang="0">
                    <a:pos x="31" y="96"/>
                  </a:cxn>
                  <a:cxn ang="0">
                    <a:pos x="12" y="0"/>
                  </a:cxn>
                  <a:cxn ang="0">
                    <a:pos x="0" y="1"/>
                  </a:cxn>
                </a:cxnLst>
                <a:rect l="0" t="0" r="r" b="b"/>
                <a:pathLst>
                  <a:path w="31" h="99">
                    <a:moveTo>
                      <a:pt x="0" y="1"/>
                    </a:moveTo>
                    <a:cubicBezTo>
                      <a:pt x="3" y="34"/>
                      <a:pt x="10" y="67"/>
                      <a:pt x="20" y="99"/>
                    </a:cubicBezTo>
                    <a:cubicBezTo>
                      <a:pt x="31" y="96"/>
                      <a:pt x="31" y="96"/>
                      <a:pt x="31" y="96"/>
                    </a:cubicBezTo>
                    <a:cubicBezTo>
                      <a:pt x="22" y="64"/>
                      <a:pt x="15" y="32"/>
                      <a:pt x="12" y="0"/>
                    </a:cubicBez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0" name="Freeform 166"/>
              <p:cNvSpPr>
                <a:spLocks/>
              </p:cNvSpPr>
              <p:nvPr/>
            </p:nvSpPr>
            <p:spPr bwMode="auto">
              <a:xfrm>
                <a:off x="3159125" y="4741863"/>
                <a:ext cx="46038" cy="158750"/>
              </a:xfrm>
              <a:custGeom>
                <a:avLst/>
                <a:gdLst/>
                <a:ahLst/>
                <a:cxnLst>
                  <a:cxn ang="0">
                    <a:pos x="0" y="1"/>
                  </a:cxn>
                  <a:cxn ang="0">
                    <a:pos x="17" y="99"/>
                  </a:cxn>
                  <a:cxn ang="0">
                    <a:pos x="29" y="96"/>
                  </a:cxn>
                  <a:cxn ang="0">
                    <a:pos x="12" y="0"/>
                  </a:cxn>
                  <a:cxn ang="0">
                    <a:pos x="0" y="1"/>
                  </a:cxn>
                </a:cxnLst>
                <a:rect l="0" t="0" r="r" b="b"/>
                <a:pathLst>
                  <a:path w="29" h="99">
                    <a:moveTo>
                      <a:pt x="0" y="1"/>
                    </a:moveTo>
                    <a:cubicBezTo>
                      <a:pt x="3" y="33"/>
                      <a:pt x="9" y="66"/>
                      <a:pt x="17" y="99"/>
                    </a:cubicBezTo>
                    <a:cubicBezTo>
                      <a:pt x="29" y="96"/>
                      <a:pt x="29" y="96"/>
                      <a:pt x="29" y="96"/>
                    </a:cubicBezTo>
                    <a:cubicBezTo>
                      <a:pt x="20" y="64"/>
                      <a:pt x="15" y="31"/>
                      <a:pt x="12" y="0"/>
                    </a:cubicBez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1" name="Freeform 167"/>
              <p:cNvSpPr>
                <a:spLocks/>
              </p:cNvSpPr>
              <p:nvPr/>
            </p:nvSpPr>
            <p:spPr bwMode="auto">
              <a:xfrm>
                <a:off x="5481638" y="2601913"/>
                <a:ext cx="149225" cy="93663"/>
              </a:xfrm>
              <a:custGeom>
                <a:avLst/>
                <a:gdLst/>
                <a:ahLst/>
                <a:cxnLst>
                  <a:cxn ang="0">
                    <a:pos x="93" y="48"/>
                  </a:cxn>
                  <a:cxn ang="0">
                    <a:pos x="6" y="0"/>
                  </a:cxn>
                  <a:cxn ang="0">
                    <a:pos x="0" y="11"/>
                  </a:cxn>
                  <a:cxn ang="0">
                    <a:pos x="87" y="58"/>
                  </a:cxn>
                  <a:cxn ang="0">
                    <a:pos x="93" y="48"/>
                  </a:cxn>
                </a:cxnLst>
                <a:rect l="0" t="0" r="r" b="b"/>
                <a:pathLst>
                  <a:path w="93" h="58">
                    <a:moveTo>
                      <a:pt x="93" y="48"/>
                    </a:moveTo>
                    <a:cubicBezTo>
                      <a:pt x="67" y="33"/>
                      <a:pt x="39" y="17"/>
                      <a:pt x="6" y="0"/>
                    </a:cubicBezTo>
                    <a:cubicBezTo>
                      <a:pt x="0" y="11"/>
                      <a:pt x="0" y="11"/>
                      <a:pt x="0" y="11"/>
                    </a:cubicBezTo>
                    <a:cubicBezTo>
                      <a:pt x="33" y="28"/>
                      <a:pt x="61" y="43"/>
                      <a:pt x="87" y="58"/>
                    </a:cubicBezTo>
                    <a:lnTo>
                      <a:pt x="93" y="4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2" name="Freeform 168"/>
              <p:cNvSpPr>
                <a:spLocks/>
              </p:cNvSpPr>
              <p:nvPr/>
            </p:nvSpPr>
            <p:spPr bwMode="auto">
              <a:xfrm>
                <a:off x="3203575" y="4957763"/>
                <a:ext cx="76200" cy="155575"/>
              </a:xfrm>
              <a:custGeom>
                <a:avLst/>
                <a:gdLst/>
                <a:ahLst/>
                <a:cxnLst>
                  <a:cxn ang="0">
                    <a:pos x="47" y="92"/>
                  </a:cxn>
                  <a:cxn ang="0">
                    <a:pos x="12" y="0"/>
                  </a:cxn>
                  <a:cxn ang="0">
                    <a:pos x="0" y="4"/>
                  </a:cxn>
                  <a:cxn ang="0">
                    <a:pos x="36" y="97"/>
                  </a:cxn>
                  <a:cxn ang="0">
                    <a:pos x="47" y="92"/>
                  </a:cxn>
                </a:cxnLst>
                <a:rect l="0" t="0" r="r" b="b"/>
                <a:pathLst>
                  <a:path w="47" h="97">
                    <a:moveTo>
                      <a:pt x="47" y="92"/>
                    </a:moveTo>
                    <a:cubicBezTo>
                      <a:pt x="33" y="61"/>
                      <a:pt x="21" y="30"/>
                      <a:pt x="12" y="0"/>
                    </a:cubicBezTo>
                    <a:cubicBezTo>
                      <a:pt x="0" y="4"/>
                      <a:pt x="0" y="4"/>
                      <a:pt x="0" y="4"/>
                    </a:cubicBezTo>
                    <a:cubicBezTo>
                      <a:pt x="10" y="34"/>
                      <a:pt x="22" y="66"/>
                      <a:pt x="36" y="97"/>
                    </a:cubicBezTo>
                    <a:lnTo>
                      <a:pt x="47" y="9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3" name="Freeform 169"/>
              <p:cNvSpPr>
                <a:spLocks/>
              </p:cNvSpPr>
              <p:nvPr/>
            </p:nvSpPr>
            <p:spPr bwMode="auto">
              <a:xfrm>
                <a:off x="4633913" y="1927225"/>
                <a:ext cx="87313" cy="152400"/>
              </a:xfrm>
              <a:custGeom>
                <a:avLst/>
                <a:gdLst/>
                <a:ahLst/>
                <a:cxnLst>
                  <a:cxn ang="0">
                    <a:pos x="0" y="4"/>
                  </a:cxn>
                  <a:cxn ang="0">
                    <a:pos x="43" y="95"/>
                  </a:cxn>
                  <a:cxn ang="0">
                    <a:pos x="54" y="89"/>
                  </a:cxn>
                  <a:cxn ang="0">
                    <a:pos x="12" y="0"/>
                  </a:cxn>
                  <a:cxn ang="0">
                    <a:pos x="0" y="4"/>
                  </a:cxn>
                </a:cxnLst>
                <a:rect l="0" t="0" r="r" b="b"/>
                <a:pathLst>
                  <a:path w="54" h="95">
                    <a:moveTo>
                      <a:pt x="0" y="4"/>
                    </a:moveTo>
                    <a:cubicBezTo>
                      <a:pt x="12" y="37"/>
                      <a:pt x="27" y="67"/>
                      <a:pt x="43" y="95"/>
                    </a:cubicBezTo>
                    <a:cubicBezTo>
                      <a:pt x="54" y="89"/>
                      <a:pt x="54" y="89"/>
                      <a:pt x="54" y="89"/>
                    </a:cubicBezTo>
                    <a:cubicBezTo>
                      <a:pt x="38" y="62"/>
                      <a:pt x="23" y="32"/>
                      <a:pt x="12" y="0"/>
                    </a:cubicBezTo>
                    <a:lnTo>
                      <a:pt x="0" y="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4" name="Freeform 170"/>
              <p:cNvSpPr>
                <a:spLocks/>
              </p:cNvSpPr>
              <p:nvPr/>
            </p:nvSpPr>
            <p:spPr bwMode="auto">
              <a:xfrm>
                <a:off x="6134100" y="1114425"/>
                <a:ext cx="147638" cy="100013"/>
              </a:xfrm>
              <a:custGeom>
                <a:avLst/>
                <a:gdLst/>
                <a:ahLst/>
                <a:cxnLst>
                  <a:cxn ang="0">
                    <a:pos x="6" y="0"/>
                  </a:cxn>
                  <a:cxn ang="0">
                    <a:pos x="0" y="11"/>
                  </a:cxn>
                  <a:cxn ang="0">
                    <a:pos x="61" y="48"/>
                  </a:cxn>
                  <a:cxn ang="0">
                    <a:pos x="85" y="62"/>
                  </a:cxn>
                  <a:cxn ang="0">
                    <a:pos x="91" y="52"/>
                  </a:cxn>
                  <a:cxn ang="0">
                    <a:pos x="68" y="38"/>
                  </a:cxn>
                  <a:cxn ang="0">
                    <a:pos x="6" y="0"/>
                  </a:cxn>
                </a:cxnLst>
                <a:rect l="0" t="0" r="r" b="b"/>
                <a:pathLst>
                  <a:path w="91" h="62">
                    <a:moveTo>
                      <a:pt x="6" y="0"/>
                    </a:moveTo>
                    <a:cubicBezTo>
                      <a:pt x="0" y="11"/>
                      <a:pt x="0" y="11"/>
                      <a:pt x="0" y="11"/>
                    </a:cubicBezTo>
                    <a:cubicBezTo>
                      <a:pt x="20" y="22"/>
                      <a:pt x="40" y="35"/>
                      <a:pt x="61" y="48"/>
                    </a:cubicBezTo>
                    <a:cubicBezTo>
                      <a:pt x="69" y="53"/>
                      <a:pt x="77" y="57"/>
                      <a:pt x="85" y="62"/>
                    </a:cubicBezTo>
                    <a:cubicBezTo>
                      <a:pt x="91" y="52"/>
                      <a:pt x="91" y="52"/>
                      <a:pt x="91" y="52"/>
                    </a:cubicBezTo>
                    <a:cubicBezTo>
                      <a:pt x="83" y="47"/>
                      <a:pt x="75" y="42"/>
                      <a:pt x="68" y="38"/>
                    </a:cubicBezTo>
                    <a:cubicBezTo>
                      <a:pt x="47" y="24"/>
                      <a:pt x="26" y="12"/>
                      <a:pt x="6"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5" name="Freeform 171"/>
              <p:cNvSpPr>
                <a:spLocks/>
              </p:cNvSpPr>
              <p:nvPr/>
            </p:nvSpPr>
            <p:spPr bwMode="auto">
              <a:xfrm>
                <a:off x="4244975" y="3875088"/>
                <a:ext cx="157163" cy="71438"/>
              </a:xfrm>
              <a:custGeom>
                <a:avLst/>
                <a:gdLst/>
                <a:ahLst/>
                <a:cxnLst>
                  <a:cxn ang="0">
                    <a:pos x="98" y="34"/>
                  </a:cxn>
                  <a:cxn ang="0">
                    <a:pos x="4" y="0"/>
                  </a:cxn>
                  <a:cxn ang="0">
                    <a:pos x="0" y="11"/>
                  </a:cxn>
                  <a:cxn ang="0">
                    <a:pos x="93" y="45"/>
                  </a:cxn>
                  <a:cxn ang="0">
                    <a:pos x="98" y="34"/>
                  </a:cxn>
                </a:cxnLst>
                <a:rect l="0" t="0" r="r" b="b"/>
                <a:pathLst>
                  <a:path w="98" h="45">
                    <a:moveTo>
                      <a:pt x="98" y="34"/>
                    </a:moveTo>
                    <a:cubicBezTo>
                      <a:pt x="64" y="20"/>
                      <a:pt x="34" y="8"/>
                      <a:pt x="4" y="0"/>
                    </a:cubicBezTo>
                    <a:cubicBezTo>
                      <a:pt x="0" y="11"/>
                      <a:pt x="0" y="11"/>
                      <a:pt x="0" y="11"/>
                    </a:cubicBezTo>
                    <a:cubicBezTo>
                      <a:pt x="30" y="20"/>
                      <a:pt x="60" y="31"/>
                      <a:pt x="93" y="45"/>
                    </a:cubicBezTo>
                    <a:lnTo>
                      <a:pt x="98" y="3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6" name="Freeform 172"/>
              <p:cNvSpPr>
                <a:spLocks/>
              </p:cNvSpPr>
              <p:nvPr/>
            </p:nvSpPr>
            <p:spPr bwMode="auto">
              <a:xfrm>
                <a:off x="6759575" y="1330325"/>
                <a:ext cx="161925" cy="33338"/>
              </a:xfrm>
              <a:custGeom>
                <a:avLst/>
                <a:gdLst/>
                <a:ahLst/>
                <a:cxnLst>
                  <a:cxn ang="0">
                    <a:pos x="0" y="8"/>
                  </a:cxn>
                  <a:cxn ang="0">
                    <a:pos x="0" y="20"/>
                  </a:cxn>
                  <a:cxn ang="0">
                    <a:pos x="10" y="21"/>
                  </a:cxn>
                  <a:cxn ang="0">
                    <a:pos x="100" y="12"/>
                  </a:cxn>
                  <a:cxn ang="0">
                    <a:pos x="97" y="0"/>
                  </a:cxn>
                  <a:cxn ang="0">
                    <a:pos x="0" y="8"/>
                  </a:cxn>
                </a:cxnLst>
                <a:rect l="0" t="0" r="r" b="b"/>
                <a:pathLst>
                  <a:path w="100" h="21">
                    <a:moveTo>
                      <a:pt x="0" y="8"/>
                    </a:moveTo>
                    <a:cubicBezTo>
                      <a:pt x="0" y="20"/>
                      <a:pt x="0" y="20"/>
                      <a:pt x="0" y="20"/>
                    </a:cubicBezTo>
                    <a:cubicBezTo>
                      <a:pt x="3" y="20"/>
                      <a:pt x="7" y="21"/>
                      <a:pt x="10" y="21"/>
                    </a:cubicBezTo>
                    <a:cubicBezTo>
                      <a:pt x="41" y="21"/>
                      <a:pt x="71" y="18"/>
                      <a:pt x="100" y="12"/>
                    </a:cubicBezTo>
                    <a:cubicBezTo>
                      <a:pt x="97" y="0"/>
                      <a:pt x="97" y="0"/>
                      <a:pt x="97" y="0"/>
                    </a:cubicBezTo>
                    <a:cubicBezTo>
                      <a:pt x="66" y="6"/>
                      <a:pt x="33" y="9"/>
                      <a:pt x="0" y="8"/>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7" name="Freeform 173"/>
              <p:cNvSpPr>
                <a:spLocks/>
              </p:cNvSpPr>
              <p:nvPr/>
            </p:nvSpPr>
            <p:spPr bwMode="auto">
              <a:xfrm>
                <a:off x="6537325" y="1311275"/>
                <a:ext cx="160338" cy="47625"/>
              </a:xfrm>
              <a:custGeom>
                <a:avLst/>
                <a:gdLst/>
                <a:ahLst/>
                <a:cxnLst>
                  <a:cxn ang="0">
                    <a:pos x="0" y="11"/>
                  </a:cxn>
                  <a:cxn ang="0">
                    <a:pos x="99" y="30"/>
                  </a:cxn>
                  <a:cxn ang="0">
                    <a:pos x="100" y="18"/>
                  </a:cxn>
                  <a:cxn ang="0">
                    <a:pos x="3" y="0"/>
                  </a:cxn>
                  <a:cxn ang="0">
                    <a:pos x="0" y="11"/>
                  </a:cxn>
                </a:cxnLst>
                <a:rect l="0" t="0" r="r" b="b"/>
                <a:pathLst>
                  <a:path w="100" h="30">
                    <a:moveTo>
                      <a:pt x="0" y="11"/>
                    </a:moveTo>
                    <a:cubicBezTo>
                      <a:pt x="33" y="20"/>
                      <a:pt x="66" y="27"/>
                      <a:pt x="99" y="30"/>
                    </a:cubicBezTo>
                    <a:cubicBezTo>
                      <a:pt x="100" y="18"/>
                      <a:pt x="100" y="18"/>
                      <a:pt x="100" y="18"/>
                    </a:cubicBezTo>
                    <a:cubicBezTo>
                      <a:pt x="68" y="15"/>
                      <a:pt x="36" y="9"/>
                      <a:pt x="3" y="0"/>
                    </a:cubicBezTo>
                    <a:lnTo>
                      <a:pt x="0" y="1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8" name="Freeform 174"/>
              <p:cNvSpPr>
                <a:spLocks/>
              </p:cNvSpPr>
              <p:nvPr/>
            </p:nvSpPr>
            <p:spPr bwMode="auto">
              <a:xfrm>
                <a:off x="6081713" y="3462338"/>
                <a:ext cx="36513" cy="161925"/>
              </a:xfrm>
              <a:custGeom>
                <a:avLst/>
                <a:gdLst/>
                <a:ahLst/>
                <a:cxnLst>
                  <a:cxn ang="0">
                    <a:pos x="0" y="98"/>
                  </a:cxn>
                  <a:cxn ang="0">
                    <a:pos x="12" y="100"/>
                  </a:cxn>
                  <a:cxn ang="0">
                    <a:pos x="23" y="1"/>
                  </a:cxn>
                  <a:cxn ang="0">
                    <a:pos x="11" y="0"/>
                  </a:cxn>
                  <a:cxn ang="0">
                    <a:pos x="0" y="98"/>
                  </a:cxn>
                </a:cxnLst>
                <a:rect l="0" t="0" r="r" b="b"/>
                <a:pathLst>
                  <a:path w="23" h="100">
                    <a:moveTo>
                      <a:pt x="0" y="98"/>
                    </a:moveTo>
                    <a:cubicBezTo>
                      <a:pt x="12" y="100"/>
                      <a:pt x="12" y="100"/>
                      <a:pt x="12" y="100"/>
                    </a:cubicBezTo>
                    <a:cubicBezTo>
                      <a:pt x="19" y="68"/>
                      <a:pt x="23" y="34"/>
                      <a:pt x="23" y="1"/>
                    </a:cubicBezTo>
                    <a:cubicBezTo>
                      <a:pt x="11" y="0"/>
                      <a:pt x="11" y="0"/>
                      <a:pt x="11" y="0"/>
                    </a:cubicBezTo>
                    <a:cubicBezTo>
                      <a:pt x="11" y="33"/>
                      <a:pt x="7" y="66"/>
                      <a:pt x="0" y="98"/>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9" name="Freeform 175"/>
              <p:cNvSpPr>
                <a:spLocks/>
              </p:cNvSpPr>
              <p:nvPr/>
            </p:nvSpPr>
            <p:spPr bwMode="auto">
              <a:xfrm>
                <a:off x="6003925" y="3681413"/>
                <a:ext cx="80963" cy="152400"/>
              </a:xfrm>
              <a:custGeom>
                <a:avLst/>
                <a:gdLst/>
                <a:ahLst/>
                <a:cxnLst>
                  <a:cxn ang="0">
                    <a:pos x="0" y="90"/>
                  </a:cxn>
                  <a:cxn ang="0">
                    <a:pos x="10" y="95"/>
                  </a:cxn>
                  <a:cxn ang="0">
                    <a:pos x="50" y="3"/>
                  </a:cxn>
                  <a:cxn ang="0">
                    <a:pos x="38" y="0"/>
                  </a:cxn>
                  <a:cxn ang="0">
                    <a:pos x="0" y="90"/>
                  </a:cxn>
                </a:cxnLst>
                <a:rect l="0" t="0" r="r" b="b"/>
                <a:pathLst>
                  <a:path w="50" h="95">
                    <a:moveTo>
                      <a:pt x="0" y="90"/>
                    </a:moveTo>
                    <a:cubicBezTo>
                      <a:pt x="10" y="95"/>
                      <a:pt x="10" y="95"/>
                      <a:pt x="10" y="95"/>
                    </a:cubicBezTo>
                    <a:cubicBezTo>
                      <a:pt x="27" y="66"/>
                      <a:pt x="40" y="35"/>
                      <a:pt x="50" y="3"/>
                    </a:cubicBezTo>
                    <a:cubicBezTo>
                      <a:pt x="38" y="0"/>
                      <a:pt x="38" y="0"/>
                      <a:pt x="38" y="0"/>
                    </a:cubicBezTo>
                    <a:cubicBezTo>
                      <a:pt x="29" y="31"/>
                      <a:pt x="16" y="61"/>
                      <a:pt x="0" y="9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0" name="Freeform 176"/>
              <p:cNvSpPr>
                <a:spLocks/>
              </p:cNvSpPr>
              <p:nvPr/>
            </p:nvSpPr>
            <p:spPr bwMode="auto">
              <a:xfrm>
                <a:off x="7178675" y="1128713"/>
                <a:ext cx="138113" cy="112713"/>
              </a:xfrm>
              <a:custGeom>
                <a:avLst/>
                <a:gdLst/>
                <a:ahLst/>
                <a:cxnLst>
                  <a:cxn ang="0">
                    <a:pos x="30" y="39"/>
                  </a:cxn>
                  <a:cxn ang="0">
                    <a:pos x="0" y="60"/>
                  </a:cxn>
                  <a:cxn ang="0">
                    <a:pos x="7" y="70"/>
                  </a:cxn>
                  <a:cxn ang="0">
                    <a:pos x="37" y="49"/>
                  </a:cxn>
                  <a:cxn ang="0">
                    <a:pos x="86" y="9"/>
                  </a:cxn>
                  <a:cxn ang="0">
                    <a:pos x="78" y="0"/>
                  </a:cxn>
                  <a:cxn ang="0">
                    <a:pos x="30" y="39"/>
                  </a:cxn>
                </a:cxnLst>
                <a:rect l="0" t="0" r="r" b="b"/>
                <a:pathLst>
                  <a:path w="86" h="70">
                    <a:moveTo>
                      <a:pt x="30" y="39"/>
                    </a:moveTo>
                    <a:cubicBezTo>
                      <a:pt x="21" y="47"/>
                      <a:pt x="10" y="54"/>
                      <a:pt x="0" y="60"/>
                    </a:cubicBezTo>
                    <a:cubicBezTo>
                      <a:pt x="7" y="70"/>
                      <a:pt x="7" y="70"/>
                      <a:pt x="7" y="70"/>
                    </a:cubicBezTo>
                    <a:cubicBezTo>
                      <a:pt x="17" y="64"/>
                      <a:pt x="27" y="56"/>
                      <a:pt x="37" y="49"/>
                    </a:cubicBezTo>
                    <a:cubicBezTo>
                      <a:pt x="54" y="36"/>
                      <a:pt x="71" y="23"/>
                      <a:pt x="86" y="9"/>
                    </a:cubicBezTo>
                    <a:cubicBezTo>
                      <a:pt x="78" y="0"/>
                      <a:pt x="78" y="0"/>
                      <a:pt x="78" y="0"/>
                    </a:cubicBezTo>
                    <a:cubicBezTo>
                      <a:pt x="63" y="14"/>
                      <a:pt x="47" y="27"/>
                      <a:pt x="30" y="39"/>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1" name="Freeform 177"/>
              <p:cNvSpPr>
                <a:spLocks/>
              </p:cNvSpPr>
              <p:nvPr/>
            </p:nvSpPr>
            <p:spPr bwMode="auto">
              <a:xfrm>
                <a:off x="7472363" y="755650"/>
                <a:ext cx="76200" cy="153988"/>
              </a:xfrm>
              <a:custGeom>
                <a:avLst/>
                <a:gdLst/>
                <a:ahLst/>
                <a:cxnLst>
                  <a:cxn ang="0">
                    <a:pos x="0" y="91"/>
                  </a:cxn>
                  <a:cxn ang="0">
                    <a:pos x="11" y="96"/>
                  </a:cxn>
                  <a:cxn ang="0">
                    <a:pos x="47" y="3"/>
                  </a:cxn>
                  <a:cxn ang="0">
                    <a:pos x="36" y="0"/>
                  </a:cxn>
                  <a:cxn ang="0">
                    <a:pos x="0" y="91"/>
                  </a:cxn>
                </a:cxnLst>
                <a:rect l="0" t="0" r="r" b="b"/>
                <a:pathLst>
                  <a:path w="47" h="96">
                    <a:moveTo>
                      <a:pt x="0" y="91"/>
                    </a:moveTo>
                    <a:cubicBezTo>
                      <a:pt x="11" y="96"/>
                      <a:pt x="11" y="96"/>
                      <a:pt x="11" y="96"/>
                    </a:cubicBezTo>
                    <a:cubicBezTo>
                      <a:pt x="26" y="67"/>
                      <a:pt x="38" y="35"/>
                      <a:pt x="47" y="3"/>
                    </a:cubicBezTo>
                    <a:cubicBezTo>
                      <a:pt x="36" y="0"/>
                      <a:pt x="36" y="0"/>
                      <a:pt x="36" y="0"/>
                    </a:cubicBezTo>
                    <a:cubicBezTo>
                      <a:pt x="27" y="31"/>
                      <a:pt x="14" y="62"/>
                      <a:pt x="0" y="9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2" name="Freeform 178"/>
              <p:cNvSpPr>
                <a:spLocks/>
              </p:cNvSpPr>
              <p:nvPr/>
            </p:nvSpPr>
            <p:spPr bwMode="auto">
              <a:xfrm>
                <a:off x="7545388" y="536575"/>
                <a:ext cx="38100" cy="161925"/>
              </a:xfrm>
              <a:custGeom>
                <a:avLst/>
                <a:gdLst/>
                <a:ahLst/>
                <a:cxnLst>
                  <a:cxn ang="0">
                    <a:pos x="12" y="0"/>
                  </a:cxn>
                  <a:cxn ang="0">
                    <a:pos x="0" y="98"/>
                  </a:cxn>
                  <a:cxn ang="0">
                    <a:pos x="12" y="100"/>
                  </a:cxn>
                  <a:cxn ang="0">
                    <a:pos x="24" y="1"/>
                  </a:cxn>
                  <a:cxn ang="0">
                    <a:pos x="12" y="0"/>
                  </a:cxn>
                </a:cxnLst>
                <a:rect l="0" t="0" r="r" b="b"/>
                <a:pathLst>
                  <a:path w="24" h="100">
                    <a:moveTo>
                      <a:pt x="12" y="0"/>
                    </a:moveTo>
                    <a:cubicBezTo>
                      <a:pt x="11" y="33"/>
                      <a:pt x="7" y="66"/>
                      <a:pt x="0" y="98"/>
                    </a:cubicBezTo>
                    <a:cubicBezTo>
                      <a:pt x="12" y="100"/>
                      <a:pt x="12" y="100"/>
                      <a:pt x="12" y="100"/>
                    </a:cubicBezTo>
                    <a:cubicBezTo>
                      <a:pt x="19" y="68"/>
                      <a:pt x="23" y="34"/>
                      <a:pt x="24" y="1"/>
                    </a:cubicBezTo>
                    <a:lnTo>
                      <a:pt x="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3" name="Freeform 179"/>
              <p:cNvSpPr>
                <a:spLocks/>
              </p:cNvSpPr>
              <p:nvPr/>
            </p:nvSpPr>
            <p:spPr bwMode="auto">
              <a:xfrm>
                <a:off x="6978650" y="1257300"/>
                <a:ext cx="153988" cy="77788"/>
              </a:xfrm>
              <a:custGeom>
                <a:avLst/>
                <a:gdLst/>
                <a:ahLst/>
                <a:cxnLst>
                  <a:cxn ang="0">
                    <a:pos x="0" y="36"/>
                  </a:cxn>
                  <a:cxn ang="0">
                    <a:pos x="3" y="48"/>
                  </a:cxn>
                  <a:cxn ang="0">
                    <a:pos x="96" y="10"/>
                  </a:cxn>
                  <a:cxn ang="0">
                    <a:pos x="90" y="0"/>
                  </a:cxn>
                  <a:cxn ang="0">
                    <a:pos x="0" y="36"/>
                  </a:cxn>
                </a:cxnLst>
                <a:rect l="0" t="0" r="r" b="b"/>
                <a:pathLst>
                  <a:path w="96" h="48">
                    <a:moveTo>
                      <a:pt x="0" y="36"/>
                    </a:moveTo>
                    <a:cubicBezTo>
                      <a:pt x="3" y="48"/>
                      <a:pt x="3" y="48"/>
                      <a:pt x="3" y="48"/>
                    </a:cubicBezTo>
                    <a:cubicBezTo>
                      <a:pt x="35" y="39"/>
                      <a:pt x="66" y="26"/>
                      <a:pt x="96" y="10"/>
                    </a:cubicBezTo>
                    <a:cubicBezTo>
                      <a:pt x="90" y="0"/>
                      <a:pt x="90" y="0"/>
                      <a:pt x="90" y="0"/>
                    </a:cubicBezTo>
                    <a:cubicBezTo>
                      <a:pt x="61" y="15"/>
                      <a:pt x="31" y="28"/>
                      <a:pt x="0" y="36"/>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4" name="Freeform 180"/>
              <p:cNvSpPr>
                <a:spLocks/>
              </p:cNvSpPr>
              <p:nvPr/>
            </p:nvSpPr>
            <p:spPr bwMode="auto">
              <a:xfrm>
                <a:off x="7466013" y="103188"/>
                <a:ext cx="79375" cy="153988"/>
              </a:xfrm>
              <a:custGeom>
                <a:avLst/>
                <a:gdLst/>
                <a:ahLst/>
                <a:cxnLst>
                  <a:cxn ang="0">
                    <a:pos x="49" y="92"/>
                  </a:cxn>
                  <a:cxn ang="0">
                    <a:pos x="11" y="0"/>
                  </a:cxn>
                  <a:cxn ang="0">
                    <a:pos x="0" y="5"/>
                  </a:cxn>
                  <a:cxn ang="0">
                    <a:pos x="38" y="96"/>
                  </a:cxn>
                  <a:cxn ang="0">
                    <a:pos x="49" y="92"/>
                  </a:cxn>
                </a:cxnLst>
                <a:rect l="0" t="0" r="r" b="b"/>
                <a:pathLst>
                  <a:path w="49" h="96">
                    <a:moveTo>
                      <a:pt x="49" y="92"/>
                    </a:moveTo>
                    <a:cubicBezTo>
                      <a:pt x="40" y="61"/>
                      <a:pt x="27" y="31"/>
                      <a:pt x="11" y="0"/>
                    </a:cubicBezTo>
                    <a:cubicBezTo>
                      <a:pt x="0" y="5"/>
                      <a:pt x="0" y="5"/>
                      <a:pt x="0" y="5"/>
                    </a:cubicBezTo>
                    <a:cubicBezTo>
                      <a:pt x="16" y="36"/>
                      <a:pt x="29" y="65"/>
                      <a:pt x="38" y="96"/>
                    </a:cubicBezTo>
                    <a:lnTo>
                      <a:pt x="49" y="9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5" name="Freeform 181"/>
              <p:cNvSpPr>
                <a:spLocks/>
              </p:cNvSpPr>
              <p:nvPr/>
            </p:nvSpPr>
            <p:spPr bwMode="auto">
              <a:xfrm>
                <a:off x="5872163" y="3879850"/>
                <a:ext cx="114300" cy="136525"/>
              </a:xfrm>
              <a:custGeom>
                <a:avLst/>
                <a:gdLst/>
                <a:ahLst/>
                <a:cxnLst>
                  <a:cxn ang="0">
                    <a:pos x="0" y="76"/>
                  </a:cxn>
                  <a:cxn ang="0">
                    <a:pos x="8" y="85"/>
                  </a:cxn>
                  <a:cxn ang="0">
                    <a:pos x="71" y="7"/>
                  </a:cxn>
                  <a:cxn ang="0">
                    <a:pos x="61" y="0"/>
                  </a:cxn>
                  <a:cxn ang="0">
                    <a:pos x="0" y="76"/>
                  </a:cxn>
                </a:cxnLst>
                <a:rect l="0" t="0" r="r" b="b"/>
                <a:pathLst>
                  <a:path w="71" h="85">
                    <a:moveTo>
                      <a:pt x="0" y="76"/>
                    </a:moveTo>
                    <a:cubicBezTo>
                      <a:pt x="8" y="85"/>
                      <a:pt x="8" y="85"/>
                      <a:pt x="8" y="85"/>
                    </a:cubicBezTo>
                    <a:cubicBezTo>
                      <a:pt x="32" y="61"/>
                      <a:pt x="53" y="34"/>
                      <a:pt x="71" y="7"/>
                    </a:cubicBezTo>
                    <a:cubicBezTo>
                      <a:pt x="61" y="0"/>
                      <a:pt x="61" y="0"/>
                      <a:pt x="61" y="0"/>
                    </a:cubicBezTo>
                    <a:cubicBezTo>
                      <a:pt x="44" y="27"/>
                      <a:pt x="23" y="53"/>
                      <a:pt x="0" y="76"/>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6" name="Freeform 182"/>
              <p:cNvSpPr>
                <a:spLocks/>
              </p:cNvSpPr>
              <p:nvPr/>
            </p:nvSpPr>
            <p:spPr bwMode="auto">
              <a:xfrm>
                <a:off x="7346950" y="957263"/>
                <a:ext cx="111125" cy="139700"/>
              </a:xfrm>
              <a:custGeom>
                <a:avLst/>
                <a:gdLst/>
                <a:ahLst/>
                <a:cxnLst>
                  <a:cxn ang="0">
                    <a:pos x="0" y="79"/>
                  </a:cxn>
                  <a:cxn ang="0">
                    <a:pos x="9" y="87"/>
                  </a:cxn>
                  <a:cxn ang="0">
                    <a:pos x="69" y="7"/>
                  </a:cxn>
                  <a:cxn ang="0">
                    <a:pos x="59" y="0"/>
                  </a:cxn>
                  <a:cxn ang="0">
                    <a:pos x="0" y="79"/>
                  </a:cxn>
                </a:cxnLst>
                <a:rect l="0" t="0" r="r" b="b"/>
                <a:pathLst>
                  <a:path w="69" h="87">
                    <a:moveTo>
                      <a:pt x="0" y="79"/>
                    </a:moveTo>
                    <a:cubicBezTo>
                      <a:pt x="9" y="87"/>
                      <a:pt x="9" y="87"/>
                      <a:pt x="9" y="87"/>
                    </a:cubicBezTo>
                    <a:cubicBezTo>
                      <a:pt x="31" y="62"/>
                      <a:pt x="52" y="35"/>
                      <a:pt x="69" y="7"/>
                    </a:cubicBezTo>
                    <a:cubicBezTo>
                      <a:pt x="59" y="0"/>
                      <a:pt x="59" y="0"/>
                      <a:pt x="59" y="0"/>
                    </a:cubicBezTo>
                    <a:cubicBezTo>
                      <a:pt x="42" y="28"/>
                      <a:pt x="22" y="55"/>
                      <a:pt x="0" y="79"/>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7" name="Freeform 183"/>
              <p:cNvSpPr>
                <a:spLocks/>
              </p:cNvSpPr>
              <p:nvPr/>
            </p:nvSpPr>
            <p:spPr bwMode="auto">
              <a:xfrm>
                <a:off x="6327775" y="1228725"/>
                <a:ext cx="153988" cy="80963"/>
              </a:xfrm>
              <a:custGeom>
                <a:avLst/>
                <a:gdLst/>
                <a:ahLst/>
                <a:cxnLst>
                  <a:cxn ang="0">
                    <a:pos x="0" y="10"/>
                  </a:cxn>
                  <a:cxn ang="0">
                    <a:pos x="92" y="50"/>
                  </a:cxn>
                  <a:cxn ang="0">
                    <a:pos x="96" y="39"/>
                  </a:cxn>
                  <a:cxn ang="0">
                    <a:pos x="6" y="0"/>
                  </a:cxn>
                  <a:cxn ang="0">
                    <a:pos x="0" y="10"/>
                  </a:cxn>
                </a:cxnLst>
                <a:rect l="0" t="0" r="r" b="b"/>
                <a:pathLst>
                  <a:path w="96" h="50">
                    <a:moveTo>
                      <a:pt x="0" y="10"/>
                    </a:moveTo>
                    <a:cubicBezTo>
                      <a:pt x="31" y="26"/>
                      <a:pt x="61" y="39"/>
                      <a:pt x="92" y="50"/>
                    </a:cubicBezTo>
                    <a:cubicBezTo>
                      <a:pt x="96" y="39"/>
                      <a:pt x="96" y="39"/>
                      <a:pt x="96" y="39"/>
                    </a:cubicBezTo>
                    <a:cubicBezTo>
                      <a:pt x="66" y="28"/>
                      <a:pt x="36" y="15"/>
                      <a:pt x="6" y="0"/>
                    </a:cubicBezTo>
                    <a:lnTo>
                      <a:pt x="0" y="1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8" name="Freeform 184"/>
              <p:cNvSpPr>
                <a:spLocks/>
              </p:cNvSpPr>
              <p:nvPr/>
            </p:nvSpPr>
            <p:spPr bwMode="auto">
              <a:xfrm>
                <a:off x="3408363" y="3967163"/>
                <a:ext cx="138113" cy="114300"/>
              </a:xfrm>
              <a:custGeom>
                <a:avLst/>
                <a:gdLst/>
                <a:ahLst/>
                <a:cxnLst>
                  <a:cxn ang="0">
                    <a:pos x="86" y="10"/>
                  </a:cxn>
                  <a:cxn ang="0">
                    <a:pos x="79" y="0"/>
                  </a:cxn>
                  <a:cxn ang="0">
                    <a:pos x="0" y="62"/>
                  </a:cxn>
                  <a:cxn ang="0">
                    <a:pos x="9" y="71"/>
                  </a:cxn>
                  <a:cxn ang="0">
                    <a:pos x="86" y="10"/>
                  </a:cxn>
                </a:cxnLst>
                <a:rect l="0" t="0" r="r" b="b"/>
                <a:pathLst>
                  <a:path w="86" h="71">
                    <a:moveTo>
                      <a:pt x="86" y="10"/>
                    </a:moveTo>
                    <a:cubicBezTo>
                      <a:pt x="79" y="0"/>
                      <a:pt x="79" y="0"/>
                      <a:pt x="79" y="0"/>
                    </a:cubicBezTo>
                    <a:cubicBezTo>
                      <a:pt x="51" y="18"/>
                      <a:pt x="24" y="39"/>
                      <a:pt x="0" y="62"/>
                    </a:cubicBezTo>
                    <a:cubicBezTo>
                      <a:pt x="9" y="71"/>
                      <a:pt x="9" y="71"/>
                      <a:pt x="9" y="71"/>
                    </a:cubicBezTo>
                    <a:cubicBezTo>
                      <a:pt x="32" y="48"/>
                      <a:pt x="58" y="28"/>
                      <a:pt x="86" y="1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9" name="Freeform 185"/>
              <p:cNvSpPr>
                <a:spLocks/>
              </p:cNvSpPr>
              <p:nvPr/>
            </p:nvSpPr>
            <p:spPr bwMode="auto">
              <a:xfrm>
                <a:off x="3592513" y="3878263"/>
                <a:ext cx="155575" cy="74613"/>
              </a:xfrm>
              <a:custGeom>
                <a:avLst/>
                <a:gdLst/>
                <a:ahLst/>
                <a:cxnLst>
                  <a:cxn ang="0">
                    <a:pos x="87" y="14"/>
                  </a:cxn>
                  <a:cxn ang="0">
                    <a:pos x="97" y="11"/>
                  </a:cxn>
                  <a:cxn ang="0">
                    <a:pos x="93" y="0"/>
                  </a:cxn>
                  <a:cxn ang="0">
                    <a:pos x="84" y="3"/>
                  </a:cxn>
                  <a:cxn ang="0">
                    <a:pos x="0" y="36"/>
                  </a:cxn>
                  <a:cxn ang="0">
                    <a:pos x="6" y="47"/>
                  </a:cxn>
                  <a:cxn ang="0">
                    <a:pos x="87" y="14"/>
                  </a:cxn>
                </a:cxnLst>
                <a:rect l="0" t="0" r="r" b="b"/>
                <a:pathLst>
                  <a:path w="97" h="47">
                    <a:moveTo>
                      <a:pt x="87" y="14"/>
                    </a:moveTo>
                    <a:cubicBezTo>
                      <a:pt x="90" y="13"/>
                      <a:pt x="94" y="12"/>
                      <a:pt x="97" y="11"/>
                    </a:cubicBezTo>
                    <a:cubicBezTo>
                      <a:pt x="93" y="0"/>
                      <a:pt x="93" y="0"/>
                      <a:pt x="93" y="0"/>
                    </a:cubicBezTo>
                    <a:cubicBezTo>
                      <a:pt x="90" y="1"/>
                      <a:pt x="87" y="2"/>
                      <a:pt x="84" y="3"/>
                    </a:cubicBezTo>
                    <a:cubicBezTo>
                      <a:pt x="55" y="11"/>
                      <a:pt x="27" y="23"/>
                      <a:pt x="0" y="36"/>
                    </a:cubicBezTo>
                    <a:cubicBezTo>
                      <a:pt x="6" y="47"/>
                      <a:pt x="6" y="47"/>
                      <a:pt x="6" y="47"/>
                    </a:cubicBezTo>
                    <a:cubicBezTo>
                      <a:pt x="31" y="34"/>
                      <a:pt x="59" y="23"/>
                      <a:pt x="87" y="14"/>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0" name="Freeform 186"/>
              <p:cNvSpPr>
                <a:spLocks/>
              </p:cNvSpPr>
              <p:nvPr/>
            </p:nvSpPr>
            <p:spPr bwMode="auto">
              <a:xfrm>
                <a:off x="3271838" y="4116388"/>
                <a:ext cx="107950" cy="139700"/>
              </a:xfrm>
              <a:custGeom>
                <a:avLst/>
                <a:gdLst/>
                <a:ahLst/>
                <a:cxnLst>
                  <a:cxn ang="0">
                    <a:pos x="67" y="8"/>
                  </a:cxn>
                  <a:cxn ang="0">
                    <a:pos x="58" y="0"/>
                  </a:cxn>
                  <a:cxn ang="0">
                    <a:pos x="0" y="81"/>
                  </a:cxn>
                  <a:cxn ang="0">
                    <a:pos x="10" y="87"/>
                  </a:cxn>
                  <a:cxn ang="0">
                    <a:pos x="67" y="8"/>
                  </a:cxn>
                </a:cxnLst>
                <a:rect l="0" t="0" r="r" b="b"/>
                <a:pathLst>
                  <a:path w="67" h="87">
                    <a:moveTo>
                      <a:pt x="67" y="8"/>
                    </a:moveTo>
                    <a:cubicBezTo>
                      <a:pt x="58" y="0"/>
                      <a:pt x="58" y="0"/>
                      <a:pt x="58" y="0"/>
                    </a:cubicBezTo>
                    <a:cubicBezTo>
                      <a:pt x="36" y="25"/>
                      <a:pt x="17" y="52"/>
                      <a:pt x="0" y="81"/>
                    </a:cubicBezTo>
                    <a:cubicBezTo>
                      <a:pt x="10" y="87"/>
                      <a:pt x="10" y="87"/>
                      <a:pt x="10" y="87"/>
                    </a:cubicBezTo>
                    <a:cubicBezTo>
                      <a:pt x="27" y="59"/>
                      <a:pt x="46" y="32"/>
                      <a:pt x="67" y="8"/>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1" name="Freeform 187"/>
              <p:cNvSpPr>
                <a:spLocks/>
              </p:cNvSpPr>
              <p:nvPr/>
            </p:nvSpPr>
            <p:spPr bwMode="auto">
              <a:xfrm>
                <a:off x="3182938" y="4303713"/>
                <a:ext cx="76200" cy="157163"/>
              </a:xfrm>
              <a:custGeom>
                <a:avLst/>
                <a:gdLst/>
                <a:ahLst/>
                <a:cxnLst>
                  <a:cxn ang="0">
                    <a:pos x="17" y="79"/>
                  </a:cxn>
                  <a:cxn ang="0">
                    <a:pos x="47" y="5"/>
                  </a:cxn>
                  <a:cxn ang="0">
                    <a:pos x="36" y="0"/>
                  </a:cxn>
                  <a:cxn ang="0">
                    <a:pos x="6" y="75"/>
                  </a:cxn>
                  <a:cxn ang="0">
                    <a:pos x="0" y="94"/>
                  </a:cxn>
                  <a:cxn ang="0">
                    <a:pos x="12" y="97"/>
                  </a:cxn>
                  <a:cxn ang="0">
                    <a:pos x="17" y="79"/>
                  </a:cxn>
                </a:cxnLst>
                <a:rect l="0" t="0" r="r" b="b"/>
                <a:pathLst>
                  <a:path w="47" h="97">
                    <a:moveTo>
                      <a:pt x="17" y="79"/>
                    </a:moveTo>
                    <a:cubicBezTo>
                      <a:pt x="25" y="53"/>
                      <a:pt x="35" y="29"/>
                      <a:pt x="47" y="5"/>
                    </a:cubicBezTo>
                    <a:cubicBezTo>
                      <a:pt x="36" y="0"/>
                      <a:pt x="36" y="0"/>
                      <a:pt x="36" y="0"/>
                    </a:cubicBezTo>
                    <a:cubicBezTo>
                      <a:pt x="24" y="24"/>
                      <a:pt x="14" y="49"/>
                      <a:pt x="6" y="75"/>
                    </a:cubicBezTo>
                    <a:cubicBezTo>
                      <a:pt x="4" y="81"/>
                      <a:pt x="2" y="87"/>
                      <a:pt x="0" y="94"/>
                    </a:cubicBezTo>
                    <a:cubicBezTo>
                      <a:pt x="12" y="97"/>
                      <a:pt x="12" y="97"/>
                      <a:pt x="12" y="97"/>
                    </a:cubicBezTo>
                    <a:cubicBezTo>
                      <a:pt x="13" y="91"/>
                      <a:pt x="15" y="85"/>
                      <a:pt x="17" y="79"/>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2" name="Freeform 188"/>
              <p:cNvSpPr>
                <a:spLocks/>
              </p:cNvSpPr>
              <p:nvPr/>
            </p:nvSpPr>
            <p:spPr bwMode="auto">
              <a:xfrm>
                <a:off x="4027488" y="3836988"/>
                <a:ext cx="160338" cy="39688"/>
              </a:xfrm>
              <a:custGeom>
                <a:avLst/>
                <a:gdLst/>
                <a:ahLst/>
                <a:cxnLst>
                  <a:cxn ang="0">
                    <a:pos x="100" y="13"/>
                  </a:cxn>
                  <a:cxn ang="0">
                    <a:pos x="1" y="0"/>
                  </a:cxn>
                  <a:cxn ang="0">
                    <a:pos x="0" y="12"/>
                  </a:cxn>
                  <a:cxn ang="0">
                    <a:pos x="97" y="24"/>
                  </a:cxn>
                  <a:cxn ang="0">
                    <a:pos x="100" y="13"/>
                  </a:cxn>
                </a:cxnLst>
                <a:rect l="0" t="0" r="r" b="b"/>
                <a:pathLst>
                  <a:path w="100" h="24">
                    <a:moveTo>
                      <a:pt x="100" y="13"/>
                    </a:moveTo>
                    <a:cubicBezTo>
                      <a:pt x="66" y="5"/>
                      <a:pt x="34" y="1"/>
                      <a:pt x="1" y="0"/>
                    </a:cubicBezTo>
                    <a:cubicBezTo>
                      <a:pt x="0" y="12"/>
                      <a:pt x="0" y="12"/>
                      <a:pt x="0" y="12"/>
                    </a:cubicBezTo>
                    <a:cubicBezTo>
                      <a:pt x="33" y="13"/>
                      <a:pt x="64" y="17"/>
                      <a:pt x="97" y="24"/>
                    </a:cubicBezTo>
                    <a:lnTo>
                      <a:pt x="100" y="13"/>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3" name="Freeform 189"/>
              <p:cNvSpPr>
                <a:spLocks/>
              </p:cNvSpPr>
              <p:nvPr/>
            </p:nvSpPr>
            <p:spPr bwMode="auto">
              <a:xfrm>
                <a:off x="3803650" y="3836988"/>
                <a:ext cx="161925" cy="42863"/>
              </a:xfrm>
              <a:custGeom>
                <a:avLst/>
                <a:gdLst/>
                <a:ahLst/>
                <a:cxnLst>
                  <a:cxn ang="0">
                    <a:pos x="100" y="12"/>
                  </a:cxn>
                  <a:cxn ang="0">
                    <a:pos x="99" y="0"/>
                  </a:cxn>
                  <a:cxn ang="0">
                    <a:pos x="0" y="15"/>
                  </a:cxn>
                  <a:cxn ang="0">
                    <a:pos x="3" y="26"/>
                  </a:cxn>
                  <a:cxn ang="0">
                    <a:pos x="100" y="12"/>
                  </a:cxn>
                </a:cxnLst>
                <a:rect l="0" t="0" r="r" b="b"/>
                <a:pathLst>
                  <a:path w="100" h="26">
                    <a:moveTo>
                      <a:pt x="100" y="12"/>
                    </a:moveTo>
                    <a:cubicBezTo>
                      <a:pt x="99" y="0"/>
                      <a:pt x="99" y="0"/>
                      <a:pt x="99" y="0"/>
                    </a:cubicBezTo>
                    <a:cubicBezTo>
                      <a:pt x="67" y="2"/>
                      <a:pt x="35" y="7"/>
                      <a:pt x="0" y="15"/>
                    </a:cubicBezTo>
                    <a:cubicBezTo>
                      <a:pt x="3" y="26"/>
                      <a:pt x="3" y="26"/>
                      <a:pt x="3" y="26"/>
                    </a:cubicBezTo>
                    <a:cubicBezTo>
                      <a:pt x="37" y="19"/>
                      <a:pt x="68" y="14"/>
                      <a:pt x="100" y="12"/>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4" name="Freeform 190"/>
              <p:cNvSpPr>
                <a:spLocks/>
              </p:cNvSpPr>
              <p:nvPr/>
            </p:nvSpPr>
            <p:spPr bwMode="auto">
              <a:xfrm>
                <a:off x="3154363" y="4518025"/>
                <a:ext cx="33338" cy="160338"/>
              </a:xfrm>
              <a:custGeom>
                <a:avLst/>
                <a:gdLst/>
                <a:ahLst/>
                <a:cxnLst>
                  <a:cxn ang="0">
                    <a:pos x="13" y="100"/>
                  </a:cxn>
                  <a:cxn ang="0">
                    <a:pos x="12" y="91"/>
                  </a:cxn>
                  <a:cxn ang="0">
                    <a:pos x="21" y="2"/>
                  </a:cxn>
                  <a:cxn ang="0">
                    <a:pos x="9" y="0"/>
                  </a:cxn>
                  <a:cxn ang="0">
                    <a:pos x="0" y="91"/>
                  </a:cxn>
                  <a:cxn ang="0">
                    <a:pos x="1" y="100"/>
                  </a:cxn>
                  <a:cxn ang="0">
                    <a:pos x="13" y="100"/>
                  </a:cxn>
                </a:cxnLst>
                <a:rect l="0" t="0" r="r" b="b"/>
                <a:pathLst>
                  <a:path w="21" h="100">
                    <a:moveTo>
                      <a:pt x="13" y="100"/>
                    </a:moveTo>
                    <a:cubicBezTo>
                      <a:pt x="13" y="97"/>
                      <a:pt x="12" y="94"/>
                      <a:pt x="12" y="91"/>
                    </a:cubicBezTo>
                    <a:cubicBezTo>
                      <a:pt x="13" y="61"/>
                      <a:pt x="15" y="31"/>
                      <a:pt x="21" y="2"/>
                    </a:cubicBezTo>
                    <a:cubicBezTo>
                      <a:pt x="9" y="0"/>
                      <a:pt x="9" y="0"/>
                      <a:pt x="9" y="0"/>
                    </a:cubicBezTo>
                    <a:cubicBezTo>
                      <a:pt x="3" y="29"/>
                      <a:pt x="1" y="60"/>
                      <a:pt x="0" y="91"/>
                    </a:cubicBezTo>
                    <a:cubicBezTo>
                      <a:pt x="0" y="94"/>
                      <a:pt x="1" y="97"/>
                      <a:pt x="1" y="100"/>
                    </a:cubicBezTo>
                    <a:lnTo>
                      <a:pt x="13" y="10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5" name="Freeform 191"/>
              <p:cNvSpPr>
                <a:spLocks/>
              </p:cNvSpPr>
              <p:nvPr/>
            </p:nvSpPr>
            <p:spPr bwMode="auto">
              <a:xfrm>
                <a:off x="5699125" y="4044950"/>
                <a:ext cx="139700" cy="111125"/>
              </a:xfrm>
              <a:custGeom>
                <a:avLst/>
                <a:gdLst/>
                <a:ahLst/>
                <a:cxnLst>
                  <a:cxn ang="0">
                    <a:pos x="0" y="58"/>
                  </a:cxn>
                  <a:cxn ang="0">
                    <a:pos x="6" y="69"/>
                  </a:cxn>
                  <a:cxn ang="0">
                    <a:pos x="87" y="9"/>
                  </a:cxn>
                  <a:cxn ang="0">
                    <a:pos x="79" y="0"/>
                  </a:cxn>
                  <a:cxn ang="0">
                    <a:pos x="0" y="58"/>
                  </a:cxn>
                </a:cxnLst>
                <a:rect l="0" t="0" r="r" b="b"/>
                <a:pathLst>
                  <a:path w="87" h="69">
                    <a:moveTo>
                      <a:pt x="0" y="58"/>
                    </a:moveTo>
                    <a:cubicBezTo>
                      <a:pt x="6" y="69"/>
                      <a:pt x="6" y="69"/>
                      <a:pt x="6" y="69"/>
                    </a:cubicBezTo>
                    <a:cubicBezTo>
                      <a:pt x="35" y="51"/>
                      <a:pt x="62" y="31"/>
                      <a:pt x="87" y="9"/>
                    </a:cubicBezTo>
                    <a:cubicBezTo>
                      <a:pt x="79" y="0"/>
                      <a:pt x="79" y="0"/>
                      <a:pt x="79" y="0"/>
                    </a:cubicBezTo>
                    <a:cubicBezTo>
                      <a:pt x="55" y="22"/>
                      <a:pt x="28" y="41"/>
                      <a:pt x="0" y="58"/>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6" name="Freeform 192"/>
              <p:cNvSpPr>
                <a:spLocks/>
              </p:cNvSpPr>
              <p:nvPr/>
            </p:nvSpPr>
            <p:spPr bwMode="auto">
              <a:xfrm>
                <a:off x="5675313" y="2714625"/>
                <a:ext cx="139700" cy="111125"/>
              </a:xfrm>
              <a:custGeom>
                <a:avLst/>
                <a:gdLst/>
                <a:ahLst/>
                <a:cxnLst>
                  <a:cxn ang="0">
                    <a:pos x="87" y="60"/>
                  </a:cxn>
                  <a:cxn ang="0">
                    <a:pos x="7" y="0"/>
                  </a:cxn>
                  <a:cxn ang="0">
                    <a:pos x="0" y="10"/>
                  </a:cxn>
                  <a:cxn ang="0">
                    <a:pos x="79" y="69"/>
                  </a:cxn>
                  <a:cxn ang="0">
                    <a:pos x="87" y="60"/>
                  </a:cxn>
                </a:cxnLst>
                <a:rect l="0" t="0" r="r" b="b"/>
                <a:pathLst>
                  <a:path w="87" h="69">
                    <a:moveTo>
                      <a:pt x="87" y="60"/>
                    </a:moveTo>
                    <a:cubicBezTo>
                      <a:pt x="63" y="39"/>
                      <a:pt x="37" y="19"/>
                      <a:pt x="7" y="0"/>
                    </a:cubicBezTo>
                    <a:cubicBezTo>
                      <a:pt x="0" y="10"/>
                      <a:pt x="0" y="10"/>
                      <a:pt x="0" y="10"/>
                    </a:cubicBezTo>
                    <a:cubicBezTo>
                      <a:pt x="30" y="29"/>
                      <a:pt x="55" y="48"/>
                      <a:pt x="79" y="69"/>
                    </a:cubicBezTo>
                    <a:lnTo>
                      <a:pt x="87" y="6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7" name="Freeform 193"/>
              <p:cNvSpPr>
                <a:spLocks/>
              </p:cNvSpPr>
              <p:nvPr/>
            </p:nvSpPr>
            <p:spPr bwMode="auto">
              <a:xfrm>
                <a:off x="5846763" y="2855913"/>
                <a:ext cx="117475" cy="133350"/>
              </a:xfrm>
              <a:custGeom>
                <a:avLst/>
                <a:gdLst/>
                <a:ahLst/>
                <a:cxnLst>
                  <a:cxn ang="0">
                    <a:pos x="73" y="76"/>
                  </a:cxn>
                  <a:cxn ang="0">
                    <a:pos x="22" y="14"/>
                  </a:cxn>
                  <a:cxn ang="0">
                    <a:pos x="9" y="0"/>
                  </a:cxn>
                  <a:cxn ang="0">
                    <a:pos x="0" y="8"/>
                  </a:cxn>
                  <a:cxn ang="0">
                    <a:pos x="14" y="22"/>
                  </a:cxn>
                  <a:cxn ang="0">
                    <a:pos x="63" y="83"/>
                  </a:cxn>
                  <a:cxn ang="0">
                    <a:pos x="73" y="76"/>
                  </a:cxn>
                </a:cxnLst>
                <a:rect l="0" t="0" r="r" b="b"/>
                <a:pathLst>
                  <a:path w="73" h="83">
                    <a:moveTo>
                      <a:pt x="73" y="76"/>
                    </a:moveTo>
                    <a:cubicBezTo>
                      <a:pt x="58" y="55"/>
                      <a:pt x="41" y="34"/>
                      <a:pt x="22" y="14"/>
                    </a:cubicBezTo>
                    <a:cubicBezTo>
                      <a:pt x="18" y="9"/>
                      <a:pt x="13" y="4"/>
                      <a:pt x="9" y="0"/>
                    </a:cubicBezTo>
                    <a:cubicBezTo>
                      <a:pt x="0" y="8"/>
                      <a:pt x="0" y="8"/>
                      <a:pt x="0" y="8"/>
                    </a:cubicBezTo>
                    <a:cubicBezTo>
                      <a:pt x="5" y="12"/>
                      <a:pt x="9" y="17"/>
                      <a:pt x="14" y="22"/>
                    </a:cubicBezTo>
                    <a:cubicBezTo>
                      <a:pt x="32" y="41"/>
                      <a:pt x="48" y="62"/>
                      <a:pt x="63" y="83"/>
                    </a:cubicBezTo>
                    <a:lnTo>
                      <a:pt x="73" y="7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8" name="Freeform 194"/>
              <p:cNvSpPr>
                <a:spLocks/>
              </p:cNvSpPr>
              <p:nvPr/>
            </p:nvSpPr>
            <p:spPr bwMode="auto">
              <a:xfrm>
                <a:off x="5513388" y="885825"/>
                <a:ext cx="161925" cy="44450"/>
              </a:xfrm>
              <a:custGeom>
                <a:avLst/>
                <a:gdLst/>
                <a:ahLst/>
                <a:cxnLst>
                  <a:cxn ang="0">
                    <a:pos x="0" y="12"/>
                  </a:cxn>
                  <a:cxn ang="0">
                    <a:pos x="97" y="27"/>
                  </a:cxn>
                  <a:cxn ang="0">
                    <a:pos x="100" y="15"/>
                  </a:cxn>
                  <a:cxn ang="0">
                    <a:pos x="1" y="0"/>
                  </a:cxn>
                  <a:cxn ang="0">
                    <a:pos x="0" y="12"/>
                  </a:cxn>
                </a:cxnLst>
                <a:rect l="0" t="0" r="r" b="b"/>
                <a:pathLst>
                  <a:path w="100" h="27">
                    <a:moveTo>
                      <a:pt x="0" y="12"/>
                    </a:moveTo>
                    <a:cubicBezTo>
                      <a:pt x="33" y="14"/>
                      <a:pt x="66" y="19"/>
                      <a:pt x="97" y="27"/>
                    </a:cubicBezTo>
                    <a:cubicBezTo>
                      <a:pt x="100" y="15"/>
                      <a:pt x="100" y="15"/>
                      <a:pt x="100" y="15"/>
                    </a:cubicBezTo>
                    <a:cubicBezTo>
                      <a:pt x="68" y="7"/>
                      <a:pt x="35" y="2"/>
                      <a:pt x="1" y="0"/>
                    </a:cubicBezTo>
                    <a:lnTo>
                      <a:pt x="0" y="1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9" name="Freeform 195"/>
              <p:cNvSpPr>
                <a:spLocks/>
              </p:cNvSpPr>
              <p:nvPr/>
            </p:nvSpPr>
            <p:spPr bwMode="auto">
              <a:xfrm>
                <a:off x="5497513" y="4170363"/>
                <a:ext cx="153988" cy="79375"/>
              </a:xfrm>
              <a:custGeom>
                <a:avLst/>
                <a:gdLst/>
                <a:ahLst/>
                <a:cxnLst>
                  <a:cxn ang="0">
                    <a:pos x="82" y="4"/>
                  </a:cxn>
                  <a:cxn ang="0">
                    <a:pos x="0" y="38"/>
                  </a:cxn>
                  <a:cxn ang="0">
                    <a:pos x="4" y="49"/>
                  </a:cxn>
                  <a:cxn ang="0">
                    <a:pos x="87" y="15"/>
                  </a:cxn>
                  <a:cxn ang="0">
                    <a:pos x="96" y="10"/>
                  </a:cxn>
                  <a:cxn ang="0">
                    <a:pos x="91" y="0"/>
                  </a:cxn>
                  <a:cxn ang="0">
                    <a:pos x="82" y="4"/>
                  </a:cxn>
                </a:cxnLst>
                <a:rect l="0" t="0" r="r" b="b"/>
                <a:pathLst>
                  <a:path w="96" h="49">
                    <a:moveTo>
                      <a:pt x="82" y="4"/>
                    </a:moveTo>
                    <a:cubicBezTo>
                      <a:pt x="55" y="18"/>
                      <a:pt x="28" y="29"/>
                      <a:pt x="0" y="38"/>
                    </a:cubicBezTo>
                    <a:cubicBezTo>
                      <a:pt x="4" y="49"/>
                      <a:pt x="4" y="49"/>
                      <a:pt x="4" y="49"/>
                    </a:cubicBezTo>
                    <a:cubicBezTo>
                      <a:pt x="32" y="40"/>
                      <a:pt x="60" y="29"/>
                      <a:pt x="87" y="15"/>
                    </a:cubicBezTo>
                    <a:cubicBezTo>
                      <a:pt x="90" y="14"/>
                      <a:pt x="93" y="12"/>
                      <a:pt x="96" y="10"/>
                    </a:cubicBezTo>
                    <a:cubicBezTo>
                      <a:pt x="91" y="0"/>
                      <a:pt x="91" y="0"/>
                      <a:pt x="91" y="0"/>
                    </a:cubicBezTo>
                    <a:cubicBezTo>
                      <a:pt x="88" y="1"/>
                      <a:pt x="85" y="3"/>
                      <a:pt x="82" y="4"/>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327"/>
          <p:cNvGrpSpPr/>
          <p:nvPr/>
        </p:nvGrpSpPr>
        <p:grpSpPr>
          <a:xfrm>
            <a:off x="111233" y="1984463"/>
            <a:ext cx="1433227" cy="1195595"/>
            <a:chOff x="168383" y="2327650"/>
            <a:chExt cx="1433227" cy="1195595"/>
          </a:xfrm>
        </p:grpSpPr>
        <p:sp>
          <p:nvSpPr>
            <p:cNvPr id="316" name="Rounded Rectangle 315"/>
            <p:cNvSpPr/>
            <p:nvPr/>
          </p:nvSpPr>
          <p:spPr>
            <a:xfrm>
              <a:off x="168383" y="2517692"/>
              <a:ext cx="1433227" cy="1005553"/>
            </a:xfrm>
            <a:prstGeom prst="roundRect">
              <a:avLst>
                <a:gd name="adj" fmla="val 8331"/>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9" name="Isosceles Triangle 318"/>
            <p:cNvSpPr/>
            <p:nvPr/>
          </p:nvSpPr>
          <p:spPr>
            <a:xfrm flipH="1">
              <a:off x="771228" y="2327650"/>
              <a:ext cx="227537" cy="19615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25"/>
            <p:cNvGrpSpPr/>
            <p:nvPr/>
          </p:nvGrpSpPr>
          <p:grpSpPr>
            <a:xfrm>
              <a:off x="183545" y="2635205"/>
              <a:ext cx="1358623" cy="709660"/>
              <a:chOff x="803802" y="1595572"/>
              <a:chExt cx="1418819" cy="709660"/>
            </a:xfrm>
          </p:grpSpPr>
          <p:sp>
            <p:nvSpPr>
              <p:cNvPr id="326" name="Text Placeholder 3"/>
              <p:cNvSpPr txBox="1">
                <a:spLocks/>
              </p:cNvSpPr>
              <p:nvPr/>
            </p:nvSpPr>
            <p:spPr>
              <a:xfrm>
                <a:off x="1032765" y="1595572"/>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327" name="Text Placeholder 3"/>
              <p:cNvSpPr txBox="1">
                <a:spLocks/>
              </p:cNvSpPr>
              <p:nvPr/>
            </p:nvSpPr>
            <p:spPr>
              <a:xfrm>
                <a:off x="803802" y="1782012"/>
                <a:ext cx="1418819"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grpSp>
        <p:nvGrpSpPr>
          <p:cNvPr id="17" name="Group 328"/>
          <p:cNvGrpSpPr/>
          <p:nvPr/>
        </p:nvGrpSpPr>
        <p:grpSpPr>
          <a:xfrm>
            <a:off x="2215368" y="3638550"/>
            <a:ext cx="1433227" cy="1195595"/>
            <a:chOff x="168383" y="2327650"/>
            <a:chExt cx="1433227" cy="1195595"/>
          </a:xfrm>
        </p:grpSpPr>
        <p:sp>
          <p:nvSpPr>
            <p:cNvPr id="330" name="Rounded Rectangle 329"/>
            <p:cNvSpPr/>
            <p:nvPr/>
          </p:nvSpPr>
          <p:spPr>
            <a:xfrm>
              <a:off x="168383" y="2517692"/>
              <a:ext cx="1433227" cy="1005553"/>
            </a:xfrm>
            <a:prstGeom prst="roundRect">
              <a:avLst>
                <a:gd name="adj" fmla="val 8331"/>
              </a:avLst>
            </a:prstGeom>
            <a:solidFill>
              <a:schemeClr val="bg2"/>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flipH="1">
              <a:off x="771228" y="2327650"/>
              <a:ext cx="227537" cy="19615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 name="Group 25"/>
            <p:cNvGrpSpPr/>
            <p:nvPr/>
          </p:nvGrpSpPr>
          <p:grpSpPr>
            <a:xfrm>
              <a:off x="183544" y="2635205"/>
              <a:ext cx="1358622" cy="709660"/>
              <a:chOff x="803802" y="1595572"/>
              <a:chExt cx="1418819" cy="709660"/>
            </a:xfrm>
          </p:grpSpPr>
          <p:sp>
            <p:nvSpPr>
              <p:cNvPr id="333" name="Text Placeholder 3"/>
              <p:cNvSpPr txBox="1">
                <a:spLocks/>
              </p:cNvSpPr>
              <p:nvPr/>
            </p:nvSpPr>
            <p:spPr>
              <a:xfrm>
                <a:off x="1032765" y="1595572"/>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334" name="Text Placeholder 3"/>
              <p:cNvSpPr txBox="1">
                <a:spLocks/>
              </p:cNvSpPr>
              <p:nvPr/>
            </p:nvSpPr>
            <p:spPr>
              <a:xfrm>
                <a:off x="803802" y="1782012"/>
                <a:ext cx="1418819"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grpSp>
        <p:nvGrpSpPr>
          <p:cNvPr id="19" name="Group 334"/>
          <p:cNvGrpSpPr/>
          <p:nvPr/>
        </p:nvGrpSpPr>
        <p:grpSpPr>
          <a:xfrm>
            <a:off x="4267718" y="3103110"/>
            <a:ext cx="1433227" cy="1195595"/>
            <a:chOff x="168383" y="2327650"/>
            <a:chExt cx="1433227" cy="1195595"/>
          </a:xfrm>
        </p:grpSpPr>
        <p:sp>
          <p:nvSpPr>
            <p:cNvPr id="336" name="Rounded Rectangle 335"/>
            <p:cNvSpPr/>
            <p:nvPr/>
          </p:nvSpPr>
          <p:spPr>
            <a:xfrm>
              <a:off x="168383" y="2517692"/>
              <a:ext cx="1433227" cy="1005553"/>
            </a:xfrm>
            <a:prstGeom prst="roundRect">
              <a:avLst>
                <a:gd name="adj" fmla="val 8331"/>
              </a:avLst>
            </a:prstGeom>
            <a:solidFill>
              <a:schemeClr val="bg2"/>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7" name="Isosceles Triangle 336"/>
            <p:cNvSpPr/>
            <p:nvPr/>
          </p:nvSpPr>
          <p:spPr>
            <a:xfrm flipH="1">
              <a:off x="771228" y="2327650"/>
              <a:ext cx="227537" cy="19615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25"/>
            <p:cNvGrpSpPr/>
            <p:nvPr/>
          </p:nvGrpSpPr>
          <p:grpSpPr>
            <a:xfrm>
              <a:off x="183544" y="2635205"/>
              <a:ext cx="1358622" cy="709660"/>
              <a:chOff x="803802" y="1595572"/>
              <a:chExt cx="1418819" cy="709660"/>
            </a:xfrm>
          </p:grpSpPr>
          <p:sp>
            <p:nvSpPr>
              <p:cNvPr id="339" name="Text Placeholder 3"/>
              <p:cNvSpPr txBox="1">
                <a:spLocks/>
              </p:cNvSpPr>
              <p:nvPr/>
            </p:nvSpPr>
            <p:spPr>
              <a:xfrm>
                <a:off x="1032765" y="1595572"/>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340" name="Text Placeholder 3"/>
              <p:cNvSpPr txBox="1">
                <a:spLocks/>
              </p:cNvSpPr>
              <p:nvPr/>
            </p:nvSpPr>
            <p:spPr>
              <a:xfrm>
                <a:off x="803802" y="1782012"/>
                <a:ext cx="1418819"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grpSp>
        <p:nvGrpSpPr>
          <p:cNvPr id="21" name="Group 340"/>
          <p:cNvGrpSpPr/>
          <p:nvPr/>
        </p:nvGrpSpPr>
        <p:grpSpPr>
          <a:xfrm>
            <a:off x="6969858" y="2806806"/>
            <a:ext cx="1433227" cy="1195595"/>
            <a:chOff x="168383" y="2327650"/>
            <a:chExt cx="1433227" cy="1195595"/>
          </a:xfrm>
        </p:grpSpPr>
        <p:sp>
          <p:nvSpPr>
            <p:cNvPr id="342" name="Rounded Rectangle 341"/>
            <p:cNvSpPr/>
            <p:nvPr/>
          </p:nvSpPr>
          <p:spPr>
            <a:xfrm>
              <a:off x="168383" y="2517692"/>
              <a:ext cx="1433227" cy="1005553"/>
            </a:xfrm>
            <a:prstGeom prst="roundRect">
              <a:avLst>
                <a:gd name="adj" fmla="val 8331"/>
              </a:avLst>
            </a:prstGeom>
            <a:solidFill>
              <a:schemeClr val="bg2"/>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3" name="Isosceles Triangle 342"/>
            <p:cNvSpPr/>
            <p:nvPr/>
          </p:nvSpPr>
          <p:spPr>
            <a:xfrm flipH="1">
              <a:off x="771228" y="2327650"/>
              <a:ext cx="227537" cy="19615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 25"/>
            <p:cNvGrpSpPr/>
            <p:nvPr/>
          </p:nvGrpSpPr>
          <p:grpSpPr>
            <a:xfrm>
              <a:off x="183544" y="2635205"/>
              <a:ext cx="1358622" cy="709660"/>
              <a:chOff x="803802" y="1595572"/>
              <a:chExt cx="1418819" cy="709660"/>
            </a:xfrm>
          </p:grpSpPr>
          <p:sp>
            <p:nvSpPr>
              <p:cNvPr id="345" name="Text Placeholder 3"/>
              <p:cNvSpPr txBox="1">
                <a:spLocks/>
              </p:cNvSpPr>
              <p:nvPr/>
            </p:nvSpPr>
            <p:spPr>
              <a:xfrm>
                <a:off x="1032765" y="1595572"/>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346" name="Text Placeholder 3"/>
              <p:cNvSpPr txBox="1">
                <a:spLocks/>
              </p:cNvSpPr>
              <p:nvPr/>
            </p:nvSpPr>
            <p:spPr>
              <a:xfrm>
                <a:off x="803802" y="1782012"/>
                <a:ext cx="1418819"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1000"/>
                                        <p:tgtEl>
                                          <p:spTgt spid="12"/>
                                        </p:tgtEl>
                                      </p:cBhvr>
                                    </p:animEffect>
                                  </p:childTnLst>
                                </p:cTn>
                              </p:par>
                            </p:childTnLst>
                          </p:cTn>
                        </p:par>
                        <p:par>
                          <p:cTn id="8" fill="hold">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6346"/>
                                        </p:tgtEl>
                                        <p:attrNameLst>
                                          <p:attrName>style.visibility</p:attrName>
                                        </p:attrNameLst>
                                      </p:cBhvr>
                                      <p:to>
                                        <p:strVal val="visible"/>
                                      </p:to>
                                    </p:set>
                                    <p:animEffect transition="in" filter="wipe(down)">
                                      <p:cBhvr>
                                        <p:cTn id="11" dur="500"/>
                                        <p:tgtEl>
                                          <p:spTgt spid="6346"/>
                                        </p:tgtEl>
                                      </p:cBhvr>
                                    </p:animEffect>
                                  </p:childTnLst>
                                </p:cTn>
                              </p:par>
                            </p:childTnLst>
                          </p:cTn>
                        </p:par>
                        <p:par>
                          <p:cTn id="12" fill="hold">
                            <p:stCondLst>
                              <p:cond delay="1500"/>
                            </p:stCondLst>
                            <p:childTnLst>
                              <p:par>
                                <p:cTn id="13" presetID="22" presetClass="entr" presetSubtype="4" fill="hold" grpId="0" nodeType="afterEffect">
                                  <p:stCondLst>
                                    <p:cond delay="0"/>
                                  </p:stCondLst>
                                  <p:childTnLst>
                                    <p:set>
                                      <p:cBhvr>
                                        <p:cTn id="14" dur="1" fill="hold">
                                          <p:stCondLst>
                                            <p:cond delay="0"/>
                                          </p:stCondLst>
                                        </p:cTn>
                                        <p:tgtEl>
                                          <p:spTgt spid="6345"/>
                                        </p:tgtEl>
                                        <p:attrNameLst>
                                          <p:attrName>style.visibility</p:attrName>
                                        </p:attrNameLst>
                                      </p:cBhvr>
                                      <p:to>
                                        <p:strVal val="visible"/>
                                      </p:to>
                                    </p:set>
                                    <p:animEffect transition="in" filter="wipe(down)">
                                      <p:cBhvr>
                                        <p:cTn id="15" dur="500"/>
                                        <p:tgtEl>
                                          <p:spTgt spid="6345"/>
                                        </p:tgtEl>
                                      </p:cBhvr>
                                    </p:animEffect>
                                  </p:childTnLst>
                                </p:cTn>
                              </p:par>
                            </p:childTnLst>
                          </p:cTn>
                        </p:par>
                        <p:par>
                          <p:cTn id="16" fill="hold">
                            <p:stCondLst>
                              <p:cond delay="2000"/>
                            </p:stCondLst>
                            <p:childTnLst>
                              <p:par>
                                <p:cTn id="17" presetID="12" presetClass="entr" presetSubtype="4"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slide(fromBottom)">
                                      <p:cBhvr>
                                        <p:cTn id="19" dur="500"/>
                                        <p:tgtEl>
                                          <p:spTgt spid="4"/>
                                        </p:tgtEl>
                                      </p:cBhvr>
                                    </p:animEffect>
                                  </p:childTnLst>
                                </p:cTn>
                              </p:par>
                            </p:childTnLst>
                          </p:cTn>
                        </p:par>
                        <p:par>
                          <p:cTn id="20" fill="hold">
                            <p:stCondLst>
                              <p:cond delay="2500"/>
                            </p:stCondLst>
                            <p:childTnLst>
                              <p:par>
                                <p:cTn id="21" presetID="1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slide(fromBottom)">
                                      <p:cBhvr>
                                        <p:cTn id="23" dur="500"/>
                                        <p:tgtEl>
                                          <p:spTgt spid="2"/>
                                        </p:tgtEl>
                                      </p:cBhvr>
                                    </p:animEffect>
                                  </p:childTnLst>
                                </p:cTn>
                              </p:par>
                            </p:childTnLst>
                          </p:cTn>
                        </p:par>
                        <p:par>
                          <p:cTn id="24" fill="hold">
                            <p:stCondLst>
                              <p:cond delay="3000"/>
                            </p:stCondLst>
                            <p:childTnLst>
                              <p:par>
                                <p:cTn id="25" presetID="12" presetClass="entr" presetSubtype="4"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slide(fromBottom)">
                                      <p:cBhvr>
                                        <p:cTn id="27" dur="500"/>
                                        <p:tgtEl>
                                          <p:spTgt spid="9"/>
                                        </p:tgtEl>
                                      </p:cBhvr>
                                    </p:animEffect>
                                  </p:childTnLst>
                                </p:cTn>
                              </p:par>
                            </p:childTnLst>
                          </p:cTn>
                        </p:par>
                        <p:par>
                          <p:cTn id="28" fill="hold">
                            <p:stCondLst>
                              <p:cond delay="3500"/>
                            </p:stCondLst>
                            <p:childTnLst>
                              <p:par>
                                <p:cTn id="29" presetID="12" presetClass="entr" presetSubtype="4" fill="hold"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slide(fromBottom)">
                                      <p:cBhvr>
                                        <p:cTn id="31" dur="500"/>
                                        <p:tgtEl>
                                          <p:spTgt spid="15"/>
                                        </p:tgtEl>
                                      </p:cBhvr>
                                    </p:animEffect>
                                  </p:childTnLst>
                                </p:cTn>
                              </p:par>
                            </p:childTnLst>
                          </p:cTn>
                        </p:par>
                        <p:par>
                          <p:cTn id="32" fill="hold">
                            <p:stCondLst>
                              <p:cond delay="4000"/>
                            </p:stCondLst>
                            <p:childTnLst>
                              <p:par>
                                <p:cTn id="33" presetID="12" presetClass="entr" presetSubtype="4"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slide(fromBottom)">
                                      <p:cBhvr>
                                        <p:cTn id="35" dur="500"/>
                                        <p:tgtEl>
                                          <p:spTgt spid="6"/>
                                        </p:tgtEl>
                                      </p:cBhvr>
                                    </p:animEffect>
                                  </p:childTnLst>
                                </p:cTn>
                              </p:par>
                            </p:childTnLst>
                          </p:cTn>
                        </p:par>
                        <p:par>
                          <p:cTn id="36" fill="hold">
                            <p:stCondLst>
                              <p:cond delay="4500"/>
                            </p:stCondLst>
                            <p:childTnLst>
                              <p:par>
                                <p:cTn id="37" presetID="12" presetClass="entr" presetSubtype="4" fill="hold"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slide(fromBottom)">
                                      <p:cBhvr>
                                        <p:cTn id="39" dur="500"/>
                                        <p:tgtEl>
                                          <p:spTgt spid="17"/>
                                        </p:tgtEl>
                                      </p:cBhvr>
                                    </p:animEffect>
                                  </p:childTnLst>
                                </p:cTn>
                              </p:par>
                            </p:childTnLst>
                          </p:cTn>
                        </p:par>
                        <p:par>
                          <p:cTn id="40" fill="hold">
                            <p:stCondLst>
                              <p:cond delay="5000"/>
                            </p:stCondLst>
                            <p:childTnLst>
                              <p:par>
                                <p:cTn id="41" presetID="12" presetClass="entr" presetSubtype="4"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slide(fromBottom)">
                                      <p:cBhvr>
                                        <p:cTn id="43" dur="500"/>
                                        <p:tgtEl>
                                          <p:spTgt spid="10"/>
                                        </p:tgtEl>
                                      </p:cBhvr>
                                    </p:animEffect>
                                  </p:childTnLst>
                                </p:cTn>
                              </p:par>
                            </p:childTnLst>
                          </p:cTn>
                        </p:par>
                        <p:par>
                          <p:cTn id="44" fill="hold">
                            <p:stCondLst>
                              <p:cond delay="5500"/>
                            </p:stCondLst>
                            <p:childTnLst>
                              <p:par>
                                <p:cTn id="45" presetID="12" presetClass="entr" presetSubtype="4" fill="hold"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slide(fromBottom)">
                                      <p:cBhvr>
                                        <p:cTn id="47" dur="500"/>
                                        <p:tgtEl>
                                          <p:spTgt spid="19"/>
                                        </p:tgtEl>
                                      </p:cBhvr>
                                    </p:animEffect>
                                  </p:childTnLst>
                                </p:cTn>
                              </p:par>
                            </p:childTnLst>
                          </p:cTn>
                        </p:par>
                        <p:par>
                          <p:cTn id="48" fill="hold">
                            <p:stCondLst>
                              <p:cond delay="6000"/>
                            </p:stCondLst>
                            <p:childTnLst>
                              <p:par>
                                <p:cTn id="49" presetID="12" presetClass="entr" presetSubtype="4"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slide(fromBottom)">
                                      <p:cBhvr>
                                        <p:cTn id="51" dur="500"/>
                                        <p:tgtEl>
                                          <p:spTgt spid="11"/>
                                        </p:tgtEl>
                                      </p:cBhvr>
                                    </p:animEffect>
                                  </p:childTnLst>
                                </p:cTn>
                              </p:par>
                            </p:childTnLst>
                          </p:cTn>
                        </p:par>
                        <p:par>
                          <p:cTn id="52" fill="hold">
                            <p:stCondLst>
                              <p:cond delay="6500"/>
                            </p:stCondLst>
                            <p:childTnLst>
                              <p:par>
                                <p:cTn id="53" presetID="12" presetClass="entr" presetSubtype="4" fill="hold"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slide(fromBottom)">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5" grpId="0" animBg="1"/>
      <p:bldP spid="6346"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Directions Infographic</a:t>
            </a:r>
            <a:endParaRPr lang="en-US" dirty="0"/>
          </a:p>
        </p:txBody>
      </p:sp>
      <p:sp>
        <p:nvSpPr>
          <p:cNvPr id="8" name="Text Placeholder 7"/>
          <p:cNvSpPr>
            <a:spLocks noGrp="1"/>
          </p:cNvSpPr>
          <p:nvPr>
            <p:ph type="body" sz="half" idx="2"/>
          </p:nvPr>
        </p:nvSpPr>
        <p:spPr/>
        <p:txBody>
          <a:bodyPr/>
          <a:lstStyle/>
          <a:p>
            <a:r>
              <a:rPr lang="en-US"/>
              <a:t>Directions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148</a:t>
            </a:fld>
            <a:endParaRPr lang="en-US" dirty="0"/>
          </a:p>
        </p:txBody>
      </p:sp>
      <p:grpSp>
        <p:nvGrpSpPr>
          <p:cNvPr id="2" name="Group 36"/>
          <p:cNvGrpSpPr/>
          <p:nvPr/>
        </p:nvGrpSpPr>
        <p:grpSpPr>
          <a:xfrm>
            <a:off x="4489102" y="1388112"/>
            <a:ext cx="165795" cy="3755386"/>
            <a:chOff x="4489102" y="1388112"/>
            <a:chExt cx="165795" cy="3755386"/>
          </a:xfrm>
        </p:grpSpPr>
        <p:sp>
          <p:nvSpPr>
            <p:cNvPr id="6149" name="Freeform 5"/>
            <p:cNvSpPr>
              <a:spLocks/>
            </p:cNvSpPr>
            <p:nvPr/>
          </p:nvSpPr>
          <p:spPr bwMode="auto">
            <a:xfrm>
              <a:off x="4489102" y="1565952"/>
              <a:ext cx="165795" cy="3577546"/>
            </a:xfrm>
            <a:prstGeom prst="rect">
              <a:avLst/>
            </a:prstGeom>
            <a:gradFill>
              <a:gsLst>
                <a:gs pos="100000">
                  <a:schemeClr val="bg1">
                    <a:lumMod val="75000"/>
                  </a:schemeClr>
                </a:gs>
                <a:gs pos="54000">
                  <a:schemeClr val="bg1">
                    <a:lumMod val="95000"/>
                  </a:schemeClr>
                </a:gs>
                <a:gs pos="51000">
                  <a:schemeClr val="bg1">
                    <a:lumMod val="85000"/>
                  </a:schemeClr>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1" name="Oval 7"/>
            <p:cNvSpPr>
              <a:spLocks noChangeArrowheads="1"/>
            </p:cNvSpPr>
            <p:nvPr/>
          </p:nvSpPr>
          <p:spPr bwMode="auto">
            <a:xfrm>
              <a:off x="4489102" y="1388112"/>
              <a:ext cx="165795" cy="161125"/>
            </a:xfrm>
            <a:prstGeom prst="ellipse">
              <a:avLst/>
            </a:prstGeom>
            <a:solidFill>
              <a:schemeClr val="bg2">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100"/>
          <p:cNvGrpSpPr/>
          <p:nvPr/>
        </p:nvGrpSpPr>
        <p:grpSpPr>
          <a:xfrm>
            <a:off x="3064669" y="2117042"/>
            <a:ext cx="1482812" cy="889688"/>
            <a:chOff x="3064669" y="2117042"/>
            <a:chExt cx="1482812" cy="889688"/>
          </a:xfrm>
        </p:grpSpPr>
        <p:grpSp>
          <p:nvGrpSpPr>
            <p:cNvPr id="4" name="Group 31"/>
            <p:cNvGrpSpPr/>
            <p:nvPr/>
          </p:nvGrpSpPr>
          <p:grpSpPr>
            <a:xfrm>
              <a:off x="3064669" y="2117042"/>
              <a:ext cx="1482812" cy="889688"/>
              <a:chOff x="3563938" y="1866900"/>
              <a:chExt cx="1008063" cy="604838"/>
            </a:xfrm>
          </p:grpSpPr>
          <p:sp>
            <p:nvSpPr>
              <p:cNvPr id="6158" name="Freeform 14"/>
              <p:cNvSpPr>
                <a:spLocks/>
              </p:cNvSpPr>
              <p:nvPr/>
            </p:nvSpPr>
            <p:spPr bwMode="auto">
              <a:xfrm>
                <a:off x="3563938" y="2062163"/>
                <a:ext cx="1008063" cy="409575"/>
              </a:xfrm>
              <a:custGeom>
                <a:avLst/>
                <a:gdLst/>
                <a:ahLst/>
                <a:cxnLst>
                  <a:cxn ang="0">
                    <a:pos x="635" y="241"/>
                  </a:cxn>
                  <a:cxn ang="0">
                    <a:pos x="616" y="258"/>
                  </a:cxn>
                  <a:cxn ang="0">
                    <a:pos x="73" y="154"/>
                  </a:cxn>
                  <a:cxn ang="0">
                    <a:pos x="0" y="44"/>
                  </a:cxn>
                  <a:cxn ang="0">
                    <a:pos x="0" y="0"/>
                  </a:cxn>
                  <a:cxn ang="0">
                    <a:pos x="635" y="241"/>
                  </a:cxn>
                </a:cxnLst>
                <a:rect l="0" t="0" r="r" b="b"/>
                <a:pathLst>
                  <a:path w="635" h="258">
                    <a:moveTo>
                      <a:pt x="635" y="241"/>
                    </a:moveTo>
                    <a:lnTo>
                      <a:pt x="616" y="258"/>
                    </a:lnTo>
                    <a:lnTo>
                      <a:pt x="73" y="154"/>
                    </a:lnTo>
                    <a:lnTo>
                      <a:pt x="0" y="44"/>
                    </a:lnTo>
                    <a:lnTo>
                      <a:pt x="0" y="0"/>
                    </a:lnTo>
                    <a:lnTo>
                      <a:pt x="635" y="241"/>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59" name="Freeform 15"/>
              <p:cNvSpPr>
                <a:spLocks/>
              </p:cNvSpPr>
              <p:nvPr/>
            </p:nvSpPr>
            <p:spPr bwMode="auto">
              <a:xfrm>
                <a:off x="3563938" y="1866900"/>
                <a:ext cx="1008063" cy="577850"/>
              </a:xfrm>
              <a:custGeom>
                <a:avLst/>
                <a:gdLst/>
                <a:ahLst/>
                <a:cxnLst>
                  <a:cxn ang="0">
                    <a:pos x="0" y="123"/>
                  </a:cxn>
                  <a:cxn ang="0">
                    <a:pos x="93" y="262"/>
                  </a:cxn>
                  <a:cxn ang="0">
                    <a:pos x="635" y="364"/>
                  </a:cxn>
                  <a:cxn ang="0">
                    <a:pos x="635" y="110"/>
                  </a:cxn>
                  <a:cxn ang="0">
                    <a:pos x="95" y="0"/>
                  </a:cxn>
                  <a:cxn ang="0">
                    <a:pos x="0" y="123"/>
                  </a:cxn>
                </a:cxnLst>
                <a:rect l="0" t="0" r="r" b="b"/>
                <a:pathLst>
                  <a:path w="635" h="364">
                    <a:moveTo>
                      <a:pt x="0" y="123"/>
                    </a:moveTo>
                    <a:lnTo>
                      <a:pt x="93" y="262"/>
                    </a:lnTo>
                    <a:lnTo>
                      <a:pt x="635" y="364"/>
                    </a:lnTo>
                    <a:lnTo>
                      <a:pt x="635" y="110"/>
                    </a:lnTo>
                    <a:lnTo>
                      <a:pt x="95" y="0"/>
                    </a:lnTo>
                    <a:lnTo>
                      <a:pt x="0" y="123"/>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61" name="Freeform 17"/>
              <p:cNvSpPr>
                <a:spLocks/>
              </p:cNvSpPr>
              <p:nvPr/>
            </p:nvSpPr>
            <p:spPr bwMode="auto">
              <a:xfrm>
                <a:off x="3625850" y="1916113"/>
                <a:ext cx="906463" cy="481013"/>
              </a:xfrm>
              <a:custGeom>
                <a:avLst/>
                <a:gdLst/>
                <a:ahLst/>
                <a:cxnLst>
                  <a:cxn ang="0">
                    <a:pos x="0" y="96"/>
                  </a:cxn>
                  <a:cxn ang="0">
                    <a:pos x="73" y="0"/>
                  </a:cxn>
                  <a:cxn ang="0">
                    <a:pos x="571" y="96"/>
                  </a:cxn>
                  <a:cxn ang="0">
                    <a:pos x="571" y="303"/>
                  </a:cxn>
                  <a:cxn ang="0">
                    <a:pos x="74" y="211"/>
                  </a:cxn>
                  <a:cxn ang="0">
                    <a:pos x="0" y="96"/>
                  </a:cxn>
                </a:cxnLst>
                <a:rect l="0" t="0" r="r" b="b"/>
                <a:pathLst>
                  <a:path w="571" h="303">
                    <a:moveTo>
                      <a:pt x="0" y="96"/>
                    </a:moveTo>
                    <a:lnTo>
                      <a:pt x="73" y="0"/>
                    </a:lnTo>
                    <a:lnTo>
                      <a:pt x="571" y="96"/>
                    </a:lnTo>
                    <a:lnTo>
                      <a:pt x="571" y="303"/>
                    </a:lnTo>
                    <a:lnTo>
                      <a:pt x="74" y="211"/>
                    </a:lnTo>
                    <a:lnTo>
                      <a:pt x="0" y="9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62" name="Freeform 18"/>
              <p:cNvSpPr>
                <a:spLocks/>
              </p:cNvSpPr>
              <p:nvPr/>
            </p:nvSpPr>
            <p:spPr bwMode="auto">
              <a:xfrm>
                <a:off x="3741738" y="1916113"/>
                <a:ext cx="790575" cy="481013"/>
              </a:xfrm>
              <a:custGeom>
                <a:avLst/>
                <a:gdLst/>
                <a:ahLst/>
                <a:cxnLst>
                  <a:cxn ang="0">
                    <a:pos x="0" y="0"/>
                  </a:cxn>
                  <a:cxn ang="0">
                    <a:pos x="490" y="106"/>
                  </a:cxn>
                  <a:cxn ang="0">
                    <a:pos x="490" y="302"/>
                  </a:cxn>
                  <a:cxn ang="0">
                    <a:pos x="498" y="303"/>
                  </a:cxn>
                  <a:cxn ang="0">
                    <a:pos x="498" y="96"/>
                  </a:cxn>
                  <a:cxn ang="0">
                    <a:pos x="0" y="0"/>
                  </a:cxn>
                </a:cxnLst>
                <a:rect l="0" t="0" r="r" b="b"/>
                <a:pathLst>
                  <a:path w="498" h="303">
                    <a:moveTo>
                      <a:pt x="0" y="0"/>
                    </a:moveTo>
                    <a:lnTo>
                      <a:pt x="490" y="106"/>
                    </a:lnTo>
                    <a:lnTo>
                      <a:pt x="490" y="302"/>
                    </a:lnTo>
                    <a:lnTo>
                      <a:pt x="498" y="303"/>
                    </a:lnTo>
                    <a:lnTo>
                      <a:pt x="498" y="96"/>
                    </a:lnTo>
                    <a:lnTo>
                      <a:pt x="0" y="0"/>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38" name="TextBox 37"/>
            <p:cNvSpPr txBox="1"/>
            <p:nvPr/>
          </p:nvSpPr>
          <p:spPr>
            <a:xfrm rot="701790">
              <a:off x="3591230" y="2425829"/>
              <a:ext cx="623569" cy="184666"/>
            </a:xfrm>
            <a:prstGeom prst="rect">
              <a:avLst/>
            </a:prstGeom>
            <a:noFill/>
          </p:spPr>
          <p:txBody>
            <a:bodyPr wrap="none" lIns="0" tIns="0" rIns="0" bIns="0" rtlCol="0" anchor="t">
              <a:spAutoFit/>
            </a:bodyPr>
            <a:lstStyle/>
            <a:p>
              <a:pPr algn="ctr"/>
              <a:r>
                <a:rPr lang="en-US" sz="1200" b="1" dirty="0">
                  <a:solidFill>
                    <a:schemeClr val="bg1"/>
                  </a:solidFill>
                </a:rPr>
                <a:t>KEYWORD</a:t>
              </a:r>
            </a:p>
          </p:txBody>
        </p:sp>
      </p:grpSp>
      <p:grpSp>
        <p:nvGrpSpPr>
          <p:cNvPr id="5" name="Group 101"/>
          <p:cNvGrpSpPr/>
          <p:nvPr/>
        </p:nvGrpSpPr>
        <p:grpSpPr>
          <a:xfrm>
            <a:off x="4596519" y="1491226"/>
            <a:ext cx="1482812" cy="892022"/>
            <a:chOff x="4596519" y="1491226"/>
            <a:chExt cx="1482812" cy="892022"/>
          </a:xfrm>
        </p:grpSpPr>
        <p:grpSp>
          <p:nvGrpSpPr>
            <p:cNvPr id="6" name="Group 32"/>
            <p:cNvGrpSpPr/>
            <p:nvPr/>
          </p:nvGrpSpPr>
          <p:grpSpPr>
            <a:xfrm>
              <a:off x="4596519" y="1491226"/>
              <a:ext cx="1482812" cy="892022"/>
              <a:chOff x="4605338" y="1441450"/>
              <a:chExt cx="1008063" cy="606425"/>
            </a:xfrm>
          </p:grpSpPr>
          <p:sp>
            <p:nvSpPr>
              <p:cNvPr id="6153" name="Freeform 9"/>
              <p:cNvSpPr>
                <a:spLocks/>
              </p:cNvSpPr>
              <p:nvPr/>
            </p:nvSpPr>
            <p:spPr bwMode="auto">
              <a:xfrm>
                <a:off x="4605338" y="1635125"/>
                <a:ext cx="1008063" cy="412750"/>
              </a:xfrm>
              <a:custGeom>
                <a:avLst/>
                <a:gdLst/>
                <a:ahLst/>
                <a:cxnLst>
                  <a:cxn ang="0">
                    <a:pos x="0" y="243"/>
                  </a:cxn>
                  <a:cxn ang="0">
                    <a:pos x="19" y="260"/>
                  </a:cxn>
                  <a:cxn ang="0">
                    <a:pos x="562" y="156"/>
                  </a:cxn>
                  <a:cxn ang="0">
                    <a:pos x="635" y="45"/>
                  </a:cxn>
                  <a:cxn ang="0">
                    <a:pos x="635" y="0"/>
                  </a:cxn>
                  <a:cxn ang="0">
                    <a:pos x="0" y="243"/>
                  </a:cxn>
                </a:cxnLst>
                <a:rect l="0" t="0" r="r" b="b"/>
                <a:pathLst>
                  <a:path w="635" h="260">
                    <a:moveTo>
                      <a:pt x="0" y="243"/>
                    </a:moveTo>
                    <a:lnTo>
                      <a:pt x="19" y="260"/>
                    </a:lnTo>
                    <a:lnTo>
                      <a:pt x="562" y="156"/>
                    </a:lnTo>
                    <a:lnTo>
                      <a:pt x="635" y="45"/>
                    </a:lnTo>
                    <a:lnTo>
                      <a:pt x="635" y="0"/>
                    </a:lnTo>
                    <a:lnTo>
                      <a:pt x="0" y="24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54" name="Freeform 10"/>
              <p:cNvSpPr>
                <a:spLocks/>
              </p:cNvSpPr>
              <p:nvPr/>
            </p:nvSpPr>
            <p:spPr bwMode="auto">
              <a:xfrm>
                <a:off x="4605338" y="1441450"/>
                <a:ext cx="1008063" cy="579438"/>
              </a:xfrm>
              <a:custGeom>
                <a:avLst/>
                <a:gdLst/>
                <a:ahLst/>
                <a:cxnLst>
                  <a:cxn ang="0">
                    <a:pos x="0" y="109"/>
                  </a:cxn>
                  <a:cxn ang="0">
                    <a:pos x="0" y="365"/>
                  </a:cxn>
                  <a:cxn ang="0">
                    <a:pos x="542" y="262"/>
                  </a:cxn>
                  <a:cxn ang="0">
                    <a:pos x="635" y="122"/>
                  </a:cxn>
                  <a:cxn ang="0">
                    <a:pos x="540" y="0"/>
                  </a:cxn>
                  <a:cxn ang="0">
                    <a:pos x="0" y="109"/>
                  </a:cxn>
                </a:cxnLst>
                <a:rect l="0" t="0" r="r" b="b"/>
                <a:pathLst>
                  <a:path w="635" h="365">
                    <a:moveTo>
                      <a:pt x="0" y="109"/>
                    </a:moveTo>
                    <a:lnTo>
                      <a:pt x="0" y="365"/>
                    </a:lnTo>
                    <a:lnTo>
                      <a:pt x="542" y="262"/>
                    </a:lnTo>
                    <a:lnTo>
                      <a:pt x="635" y="122"/>
                    </a:lnTo>
                    <a:lnTo>
                      <a:pt x="540" y="0"/>
                    </a:lnTo>
                    <a:lnTo>
                      <a:pt x="0" y="109"/>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56" name="Freeform 12"/>
              <p:cNvSpPr>
                <a:spLocks/>
              </p:cNvSpPr>
              <p:nvPr/>
            </p:nvSpPr>
            <p:spPr bwMode="auto">
              <a:xfrm>
                <a:off x="4645025" y="1492250"/>
                <a:ext cx="906463" cy="481013"/>
              </a:xfrm>
              <a:custGeom>
                <a:avLst/>
                <a:gdLst/>
                <a:ahLst/>
                <a:cxnLst>
                  <a:cxn ang="0">
                    <a:pos x="571" y="95"/>
                  </a:cxn>
                  <a:cxn ang="0">
                    <a:pos x="498" y="0"/>
                  </a:cxn>
                  <a:cxn ang="0">
                    <a:pos x="0" y="95"/>
                  </a:cxn>
                  <a:cxn ang="0">
                    <a:pos x="0" y="303"/>
                  </a:cxn>
                  <a:cxn ang="0">
                    <a:pos x="497" y="210"/>
                  </a:cxn>
                  <a:cxn ang="0">
                    <a:pos x="571" y="95"/>
                  </a:cxn>
                </a:cxnLst>
                <a:rect l="0" t="0" r="r" b="b"/>
                <a:pathLst>
                  <a:path w="571" h="303">
                    <a:moveTo>
                      <a:pt x="571" y="95"/>
                    </a:moveTo>
                    <a:lnTo>
                      <a:pt x="498" y="0"/>
                    </a:lnTo>
                    <a:lnTo>
                      <a:pt x="0" y="95"/>
                    </a:lnTo>
                    <a:lnTo>
                      <a:pt x="0" y="303"/>
                    </a:lnTo>
                    <a:lnTo>
                      <a:pt x="497" y="210"/>
                    </a:lnTo>
                    <a:lnTo>
                      <a:pt x="571" y="9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57" name="Freeform 13"/>
              <p:cNvSpPr>
                <a:spLocks/>
              </p:cNvSpPr>
              <p:nvPr/>
            </p:nvSpPr>
            <p:spPr bwMode="auto">
              <a:xfrm>
                <a:off x="4645025" y="1492250"/>
                <a:ext cx="790575" cy="481013"/>
              </a:xfrm>
              <a:custGeom>
                <a:avLst/>
                <a:gdLst/>
                <a:ahLst/>
                <a:cxnLst>
                  <a:cxn ang="0">
                    <a:pos x="498" y="0"/>
                  </a:cxn>
                  <a:cxn ang="0">
                    <a:pos x="8" y="105"/>
                  </a:cxn>
                  <a:cxn ang="0">
                    <a:pos x="8" y="301"/>
                  </a:cxn>
                  <a:cxn ang="0">
                    <a:pos x="0" y="303"/>
                  </a:cxn>
                  <a:cxn ang="0">
                    <a:pos x="0" y="95"/>
                  </a:cxn>
                  <a:cxn ang="0">
                    <a:pos x="498" y="0"/>
                  </a:cxn>
                </a:cxnLst>
                <a:rect l="0" t="0" r="r" b="b"/>
                <a:pathLst>
                  <a:path w="498" h="303">
                    <a:moveTo>
                      <a:pt x="498" y="0"/>
                    </a:moveTo>
                    <a:lnTo>
                      <a:pt x="8" y="105"/>
                    </a:lnTo>
                    <a:lnTo>
                      <a:pt x="8" y="301"/>
                    </a:lnTo>
                    <a:lnTo>
                      <a:pt x="0" y="303"/>
                    </a:lnTo>
                    <a:lnTo>
                      <a:pt x="0" y="95"/>
                    </a:lnTo>
                    <a:lnTo>
                      <a:pt x="49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39" name="TextBox 38"/>
            <p:cNvSpPr txBox="1"/>
            <p:nvPr/>
          </p:nvSpPr>
          <p:spPr>
            <a:xfrm rot="20990640">
              <a:off x="4938994" y="1826913"/>
              <a:ext cx="623569" cy="184666"/>
            </a:xfrm>
            <a:prstGeom prst="rect">
              <a:avLst/>
            </a:prstGeom>
            <a:noFill/>
          </p:spPr>
          <p:txBody>
            <a:bodyPr wrap="none" lIns="0" tIns="0" rIns="0" bIns="0" rtlCol="0" anchor="t">
              <a:spAutoFit/>
            </a:bodyPr>
            <a:lstStyle/>
            <a:p>
              <a:pPr algn="ctr"/>
              <a:r>
                <a:rPr lang="en-US" sz="1200" b="1" dirty="0">
                  <a:solidFill>
                    <a:schemeClr val="bg1"/>
                  </a:solidFill>
                </a:rPr>
                <a:t>KEYWORD</a:t>
              </a:r>
            </a:p>
          </p:txBody>
        </p:sp>
      </p:grpSp>
      <p:grpSp>
        <p:nvGrpSpPr>
          <p:cNvPr id="9" name="Group 102"/>
          <p:cNvGrpSpPr/>
          <p:nvPr/>
        </p:nvGrpSpPr>
        <p:grpSpPr>
          <a:xfrm>
            <a:off x="4596519" y="2777887"/>
            <a:ext cx="1482812" cy="889688"/>
            <a:chOff x="4596519" y="2777887"/>
            <a:chExt cx="1482812" cy="889688"/>
          </a:xfrm>
        </p:grpSpPr>
        <p:grpSp>
          <p:nvGrpSpPr>
            <p:cNvPr id="10" name="Group 34"/>
            <p:cNvGrpSpPr/>
            <p:nvPr/>
          </p:nvGrpSpPr>
          <p:grpSpPr>
            <a:xfrm>
              <a:off x="4596519" y="2777887"/>
              <a:ext cx="1482812" cy="889688"/>
              <a:chOff x="4605338" y="2316163"/>
              <a:chExt cx="1008063" cy="604838"/>
            </a:xfrm>
          </p:grpSpPr>
          <p:sp>
            <p:nvSpPr>
              <p:cNvPr id="6168" name="Freeform 24"/>
              <p:cNvSpPr>
                <a:spLocks/>
              </p:cNvSpPr>
              <p:nvPr/>
            </p:nvSpPr>
            <p:spPr bwMode="auto">
              <a:xfrm>
                <a:off x="4605338" y="2509838"/>
                <a:ext cx="1008063" cy="411163"/>
              </a:xfrm>
              <a:custGeom>
                <a:avLst/>
                <a:gdLst/>
                <a:ahLst/>
                <a:cxnLst>
                  <a:cxn ang="0">
                    <a:pos x="0" y="242"/>
                  </a:cxn>
                  <a:cxn ang="0">
                    <a:pos x="19" y="259"/>
                  </a:cxn>
                  <a:cxn ang="0">
                    <a:pos x="562" y="155"/>
                  </a:cxn>
                  <a:cxn ang="0">
                    <a:pos x="635" y="45"/>
                  </a:cxn>
                  <a:cxn ang="0">
                    <a:pos x="635" y="0"/>
                  </a:cxn>
                  <a:cxn ang="0">
                    <a:pos x="0" y="242"/>
                  </a:cxn>
                </a:cxnLst>
                <a:rect l="0" t="0" r="r" b="b"/>
                <a:pathLst>
                  <a:path w="635" h="259">
                    <a:moveTo>
                      <a:pt x="0" y="242"/>
                    </a:moveTo>
                    <a:lnTo>
                      <a:pt x="19" y="259"/>
                    </a:lnTo>
                    <a:lnTo>
                      <a:pt x="562" y="155"/>
                    </a:lnTo>
                    <a:lnTo>
                      <a:pt x="635" y="45"/>
                    </a:lnTo>
                    <a:lnTo>
                      <a:pt x="635" y="0"/>
                    </a:lnTo>
                    <a:lnTo>
                      <a:pt x="0" y="242"/>
                    </a:ln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69" name="Freeform 25"/>
              <p:cNvSpPr>
                <a:spLocks/>
              </p:cNvSpPr>
              <p:nvPr/>
            </p:nvSpPr>
            <p:spPr bwMode="auto">
              <a:xfrm>
                <a:off x="4605338" y="2316163"/>
                <a:ext cx="1008063" cy="577850"/>
              </a:xfrm>
              <a:custGeom>
                <a:avLst/>
                <a:gdLst/>
                <a:ahLst/>
                <a:cxnLst>
                  <a:cxn ang="0">
                    <a:pos x="0" y="110"/>
                  </a:cxn>
                  <a:cxn ang="0">
                    <a:pos x="0" y="364"/>
                  </a:cxn>
                  <a:cxn ang="0">
                    <a:pos x="542" y="262"/>
                  </a:cxn>
                  <a:cxn ang="0">
                    <a:pos x="635" y="122"/>
                  </a:cxn>
                  <a:cxn ang="0">
                    <a:pos x="540" y="0"/>
                  </a:cxn>
                  <a:cxn ang="0">
                    <a:pos x="0" y="110"/>
                  </a:cxn>
                </a:cxnLst>
                <a:rect l="0" t="0" r="r" b="b"/>
                <a:pathLst>
                  <a:path w="635" h="364">
                    <a:moveTo>
                      <a:pt x="0" y="110"/>
                    </a:moveTo>
                    <a:lnTo>
                      <a:pt x="0" y="364"/>
                    </a:lnTo>
                    <a:lnTo>
                      <a:pt x="542" y="262"/>
                    </a:lnTo>
                    <a:lnTo>
                      <a:pt x="635" y="122"/>
                    </a:lnTo>
                    <a:lnTo>
                      <a:pt x="540" y="0"/>
                    </a:lnTo>
                    <a:lnTo>
                      <a:pt x="0" y="110"/>
                    </a:lnTo>
                    <a:close/>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71" name="Freeform 27"/>
              <p:cNvSpPr>
                <a:spLocks/>
              </p:cNvSpPr>
              <p:nvPr/>
            </p:nvSpPr>
            <p:spPr bwMode="auto">
              <a:xfrm>
                <a:off x="4645025" y="2366963"/>
                <a:ext cx="906463" cy="479425"/>
              </a:xfrm>
              <a:custGeom>
                <a:avLst/>
                <a:gdLst/>
                <a:ahLst/>
                <a:cxnLst>
                  <a:cxn ang="0">
                    <a:pos x="571" y="95"/>
                  </a:cxn>
                  <a:cxn ang="0">
                    <a:pos x="498" y="0"/>
                  </a:cxn>
                  <a:cxn ang="0">
                    <a:pos x="0" y="95"/>
                  </a:cxn>
                  <a:cxn ang="0">
                    <a:pos x="0" y="302"/>
                  </a:cxn>
                  <a:cxn ang="0">
                    <a:pos x="497" y="210"/>
                  </a:cxn>
                  <a:cxn ang="0">
                    <a:pos x="571" y="95"/>
                  </a:cxn>
                </a:cxnLst>
                <a:rect l="0" t="0" r="r" b="b"/>
                <a:pathLst>
                  <a:path w="571" h="302">
                    <a:moveTo>
                      <a:pt x="571" y="95"/>
                    </a:moveTo>
                    <a:lnTo>
                      <a:pt x="498" y="0"/>
                    </a:lnTo>
                    <a:lnTo>
                      <a:pt x="0" y="95"/>
                    </a:lnTo>
                    <a:lnTo>
                      <a:pt x="0" y="302"/>
                    </a:lnTo>
                    <a:lnTo>
                      <a:pt x="497" y="210"/>
                    </a:lnTo>
                    <a:lnTo>
                      <a:pt x="571" y="95"/>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72" name="Freeform 28"/>
              <p:cNvSpPr>
                <a:spLocks/>
              </p:cNvSpPr>
              <p:nvPr/>
            </p:nvSpPr>
            <p:spPr bwMode="auto">
              <a:xfrm>
                <a:off x="4645025" y="2366963"/>
                <a:ext cx="790575" cy="479425"/>
              </a:xfrm>
              <a:custGeom>
                <a:avLst/>
                <a:gdLst/>
                <a:ahLst/>
                <a:cxnLst>
                  <a:cxn ang="0">
                    <a:pos x="498" y="0"/>
                  </a:cxn>
                  <a:cxn ang="0">
                    <a:pos x="8" y="105"/>
                  </a:cxn>
                  <a:cxn ang="0">
                    <a:pos x="8" y="300"/>
                  </a:cxn>
                  <a:cxn ang="0">
                    <a:pos x="0" y="302"/>
                  </a:cxn>
                  <a:cxn ang="0">
                    <a:pos x="0" y="95"/>
                  </a:cxn>
                  <a:cxn ang="0">
                    <a:pos x="498" y="0"/>
                  </a:cxn>
                </a:cxnLst>
                <a:rect l="0" t="0" r="r" b="b"/>
                <a:pathLst>
                  <a:path w="498" h="302">
                    <a:moveTo>
                      <a:pt x="498" y="0"/>
                    </a:moveTo>
                    <a:lnTo>
                      <a:pt x="8" y="105"/>
                    </a:lnTo>
                    <a:lnTo>
                      <a:pt x="8" y="300"/>
                    </a:lnTo>
                    <a:lnTo>
                      <a:pt x="0" y="302"/>
                    </a:lnTo>
                    <a:lnTo>
                      <a:pt x="0" y="95"/>
                    </a:lnTo>
                    <a:lnTo>
                      <a:pt x="498" y="0"/>
                    </a:ln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40" name="TextBox 39"/>
            <p:cNvSpPr txBox="1"/>
            <p:nvPr/>
          </p:nvSpPr>
          <p:spPr>
            <a:xfrm rot="20885962">
              <a:off x="4938994" y="3088174"/>
              <a:ext cx="623569" cy="184666"/>
            </a:xfrm>
            <a:prstGeom prst="rect">
              <a:avLst/>
            </a:prstGeom>
            <a:noFill/>
          </p:spPr>
          <p:txBody>
            <a:bodyPr wrap="none" lIns="0" tIns="0" rIns="0" bIns="0" rtlCol="0" anchor="t">
              <a:spAutoFit/>
            </a:bodyPr>
            <a:lstStyle/>
            <a:p>
              <a:pPr algn="ctr"/>
              <a:r>
                <a:rPr lang="en-US" sz="1200" b="1" dirty="0">
                  <a:solidFill>
                    <a:schemeClr val="bg1"/>
                  </a:solidFill>
                </a:rPr>
                <a:t>KEYWORD</a:t>
              </a:r>
            </a:p>
          </p:txBody>
        </p:sp>
      </p:grpSp>
      <p:grpSp>
        <p:nvGrpSpPr>
          <p:cNvPr id="11" name="Group 103"/>
          <p:cNvGrpSpPr/>
          <p:nvPr/>
        </p:nvGrpSpPr>
        <p:grpSpPr>
          <a:xfrm>
            <a:off x="3064669" y="3403703"/>
            <a:ext cx="1482812" cy="889688"/>
            <a:chOff x="3064669" y="3403703"/>
            <a:chExt cx="1482812" cy="889688"/>
          </a:xfrm>
        </p:grpSpPr>
        <p:grpSp>
          <p:nvGrpSpPr>
            <p:cNvPr id="12" name="Group 33"/>
            <p:cNvGrpSpPr/>
            <p:nvPr/>
          </p:nvGrpSpPr>
          <p:grpSpPr>
            <a:xfrm>
              <a:off x="3064669" y="3403703"/>
              <a:ext cx="1482812" cy="889688"/>
              <a:chOff x="3563938" y="2741613"/>
              <a:chExt cx="1008063" cy="604838"/>
            </a:xfrm>
          </p:grpSpPr>
          <p:sp>
            <p:nvSpPr>
              <p:cNvPr id="6163" name="Freeform 19"/>
              <p:cNvSpPr>
                <a:spLocks/>
              </p:cNvSpPr>
              <p:nvPr/>
            </p:nvSpPr>
            <p:spPr bwMode="auto">
              <a:xfrm>
                <a:off x="3563938" y="2935288"/>
                <a:ext cx="1008063" cy="411163"/>
              </a:xfrm>
              <a:custGeom>
                <a:avLst/>
                <a:gdLst/>
                <a:ahLst/>
                <a:cxnLst>
                  <a:cxn ang="0">
                    <a:pos x="635" y="241"/>
                  </a:cxn>
                  <a:cxn ang="0">
                    <a:pos x="616" y="259"/>
                  </a:cxn>
                  <a:cxn ang="0">
                    <a:pos x="73" y="155"/>
                  </a:cxn>
                  <a:cxn ang="0">
                    <a:pos x="0" y="44"/>
                  </a:cxn>
                  <a:cxn ang="0">
                    <a:pos x="0" y="0"/>
                  </a:cxn>
                  <a:cxn ang="0">
                    <a:pos x="635" y="241"/>
                  </a:cxn>
                </a:cxnLst>
                <a:rect l="0" t="0" r="r" b="b"/>
                <a:pathLst>
                  <a:path w="635" h="259">
                    <a:moveTo>
                      <a:pt x="635" y="241"/>
                    </a:moveTo>
                    <a:lnTo>
                      <a:pt x="616" y="259"/>
                    </a:lnTo>
                    <a:lnTo>
                      <a:pt x="73" y="155"/>
                    </a:lnTo>
                    <a:lnTo>
                      <a:pt x="0" y="44"/>
                    </a:lnTo>
                    <a:lnTo>
                      <a:pt x="0" y="0"/>
                    </a:lnTo>
                    <a:lnTo>
                      <a:pt x="635" y="241"/>
                    </a:ln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64" name="Freeform 20"/>
              <p:cNvSpPr>
                <a:spLocks/>
              </p:cNvSpPr>
              <p:nvPr/>
            </p:nvSpPr>
            <p:spPr bwMode="auto">
              <a:xfrm>
                <a:off x="3563938" y="2741613"/>
                <a:ext cx="1008063" cy="576263"/>
              </a:xfrm>
              <a:custGeom>
                <a:avLst/>
                <a:gdLst/>
                <a:ahLst/>
                <a:cxnLst>
                  <a:cxn ang="0">
                    <a:pos x="0" y="122"/>
                  </a:cxn>
                  <a:cxn ang="0">
                    <a:pos x="93" y="262"/>
                  </a:cxn>
                  <a:cxn ang="0">
                    <a:pos x="635" y="363"/>
                  </a:cxn>
                  <a:cxn ang="0">
                    <a:pos x="635" y="109"/>
                  </a:cxn>
                  <a:cxn ang="0">
                    <a:pos x="95" y="0"/>
                  </a:cxn>
                  <a:cxn ang="0">
                    <a:pos x="0" y="122"/>
                  </a:cxn>
                </a:cxnLst>
                <a:rect l="0" t="0" r="r" b="b"/>
                <a:pathLst>
                  <a:path w="635" h="363">
                    <a:moveTo>
                      <a:pt x="0" y="122"/>
                    </a:moveTo>
                    <a:lnTo>
                      <a:pt x="93" y="262"/>
                    </a:lnTo>
                    <a:lnTo>
                      <a:pt x="635" y="363"/>
                    </a:lnTo>
                    <a:lnTo>
                      <a:pt x="635" y="109"/>
                    </a:lnTo>
                    <a:lnTo>
                      <a:pt x="95" y="0"/>
                    </a:lnTo>
                    <a:lnTo>
                      <a:pt x="0" y="122"/>
                    </a:ln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66" name="Freeform 22"/>
              <p:cNvSpPr>
                <a:spLocks/>
              </p:cNvSpPr>
              <p:nvPr/>
            </p:nvSpPr>
            <p:spPr bwMode="auto">
              <a:xfrm>
                <a:off x="3625850" y="2790825"/>
                <a:ext cx="906463" cy="481013"/>
              </a:xfrm>
              <a:custGeom>
                <a:avLst/>
                <a:gdLst/>
                <a:ahLst/>
                <a:cxnLst>
                  <a:cxn ang="0">
                    <a:pos x="0" y="95"/>
                  </a:cxn>
                  <a:cxn ang="0">
                    <a:pos x="73" y="0"/>
                  </a:cxn>
                  <a:cxn ang="0">
                    <a:pos x="571" y="95"/>
                  </a:cxn>
                  <a:cxn ang="0">
                    <a:pos x="571" y="303"/>
                  </a:cxn>
                  <a:cxn ang="0">
                    <a:pos x="74" y="210"/>
                  </a:cxn>
                  <a:cxn ang="0">
                    <a:pos x="0" y="95"/>
                  </a:cxn>
                </a:cxnLst>
                <a:rect l="0" t="0" r="r" b="b"/>
                <a:pathLst>
                  <a:path w="571" h="303">
                    <a:moveTo>
                      <a:pt x="0" y="95"/>
                    </a:moveTo>
                    <a:lnTo>
                      <a:pt x="73" y="0"/>
                    </a:lnTo>
                    <a:lnTo>
                      <a:pt x="571" y="95"/>
                    </a:lnTo>
                    <a:lnTo>
                      <a:pt x="571" y="303"/>
                    </a:lnTo>
                    <a:lnTo>
                      <a:pt x="74" y="210"/>
                    </a:lnTo>
                    <a:lnTo>
                      <a:pt x="0" y="9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67" name="Freeform 23"/>
              <p:cNvSpPr>
                <a:spLocks/>
              </p:cNvSpPr>
              <p:nvPr/>
            </p:nvSpPr>
            <p:spPr bwMode="auto">
              <a:xfrm>
                <a:off x="3741738" y="2790825"/>
                <a:ext cx="790575" cy="481013"/>
              </a:xfrm>
              <a:custGeom>
                <a:avLst/>
                <a:gdLst/>
                <a:ahLst/>
                <a:cxnLst>
                  <a:cxn ang="0">
                    <a:pos x="0" y="0"/>
                  </a:cxn>
                  <a:cxn ang="0">
                    <a:pos x="490" y="105"/>
                  </a:cxn>
                  <a:cxn ang="0">
                    <a:pos x="490" y="301"/>
                  </a:cxn>
                  <a:cxn ang="0">
                    <a:pos x="498" y="303"/>
                  </a:cxn>
                  <a:cxn ang="0">
                    <a:pos x="498" y="95"/>
                  </a:cxn>
                  <a:cxn ang="0">
                    <a:pos x="0" y="0"/>
                  </a:cxn>
                </a:cxnLst>
                <a:rect l="0" t="0" r="r" b="b"/>
                <a:pathLst>
                  <a:path w="498" h="303">
                    <a:moveTo>
                      <a:pt x="0" y="0"/>
                    </a:moveTo>
                    <a:lnTo>
                      <a:pt x="490" y="105"/>
                    </a:lnTo>
                    <a:lnTo>
                      <a:pt x="490" y="301"/>
                    </a:lnTo>
                    <a:lnTo>
                      <a:pt x="498" y="303"/>
                    </a:lnTo>
                    <a:lnTo>
                      <a:pt x="498" y="95"/>
                    </a:lnTo>
                    <a:lnTo>
                      <a:pt x="0" y="0"/>
                    </a:ln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41" name="TextBox 40"/>
            <p:cNvSpPr txBox="1"/>
            <p:nvPr/>
          </p:nvSpPr>
          <p:spPr>
            <a:xfrm rot="657556">
              <a:off x="3592848" y="3726690"/>
              <a:ext cx="623569" cy="184666"/>
            </a:xfrm>
            <a:prstGeom prst="rect">
              <a:avLst/>
            </a:prstGeom>
            <a:noFill/>
          </p:spPr>
          <p:txBody>
            <a:bodyPr wrap="none" lIns="0" tIns="0" rIns="0" bIns="0" rtlCol="0" anchor="t">
              <a:spAutoFit/>
            </a:bodyPr>
            <a:lstStyle/>
            <a:p>
              <a:pPr algn="ctr"/>
              <a:r>
                <a:rPr lang="en-US" sz="1200" b="1" dirty="0">
                  <a:solidFill>
                    <a:schemeClr val="bg1"/>
                  </a:solidFill>
                </a:rPr>
                <a:t>KEYWORD</a:t>
              </a:r>
            </a:p>
          </p:txBody>
        </p:sp>
      </p:grpSp>
      <p:grpSp>
        <p:nvGrpSpPr>
          <p:cNvPr id="13" name="Group 42"/>
          <p:cNvGrpSpPr/>
          <p:nvPr/>
        </p:nvGrpSpPr>
        <p:grpSpPr>
          <a:xfrm>
            <a:off x="666362" y="1962150"/>
            <a:ext cx="2287091" cy="791801"/>
            <a:chOff x="844734" y="1923738"/>
            <a:chExt cx="2287091" cy="791801"/>
          </a:xfrm>
        </p:grpSpPr>
        <p:sp>
          <p:nvSpPr>
            <p:cNvPr id="44" name="Footer Text"/>
            <p:cNvSpPr txBox="1"/>
            <p:nvPr/>
          </p:nvSpPr>
          <p:spPr>
            <a:xfrm>
              <a:off x="844734" y="2099986"/>
              <a:ext cx="2287091" cy="615553"/>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5" name="TextBox 4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14" name="Group 45"/>
          <p:cNvGrpSpPr/>
          <p:nvPr/>
        </p:nvGrpSpPr>
        <p:grpSpPr>
          <a:xfrm>
            <a:off x="666362" y="3303949"/>
            <a:ext cx="2287091" cy="791801"/>
            <a:chOff x="844734" y="1923738"/>
            <a:chExt cx="2287091" cy="791801"/>
          </a:xfrm>
        </p:grpSpPr>
        <p:sp>
          <p:nvSpPr>
            <p:cNvPr id="47" name="Footer Text"/>
            <p:cNvSpPr txBox="1"/>
            <p:nvPr/>
          </p:nvSpPr>
          <p:spPr>
            <a:xfrm>
              <a:off x="844734" y="2099986"/>
              <a:ext cx="2287091" cy="615553"/>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8" name="TextBox 4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grpSp>
        <p:nvGrpSpPr>
          <p:cNvPr id="15" name="Group 48"/>
          <p:cNvGrpSpPr/>
          <p:nvPr/>
        </p:nvGrpSpPr>
        <p:grpSpPr>
          <a:xfrm>
            <a:off x="6239372" y="1342651"/>
            <a:ext cx="2287091" cy="791801"/>
            <a:chOff x="844734" y="1923738"/>
            <a:chExt cx="2287091" cy="791801"/>
          </a:xfrm>
        </p:grpSpPr>
        <p:sp>
          <p:nvSpPr>
            <p:cNvPr id="50" name="Footer Text"/>
            <p:cNvSpPr txBox="1"/>
            <p:nvPr/>
          </p:nvSpPr>
          <p:spPr>
            <a:xfrm>
              <a:off x="844734" y="2099986"/>
              <a:ext cx="2287091"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1" name="TextBox 50"/>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16" name="Group 51"/>
          <p:cNvGrpSpPr/>
          <p:nvPr/>
        </p:nvGrpSpPr>
        <p:grpSpPr>
          <a:xfrm>
            <a:off x="6247309" y="2647950"/>
            <a:ext cx="2287091" cy="791801"/>
            <a:chOff x="844734" y="1923738"/>
            <a:chExt cx="2287091" cy="791801"/>
          </a:xfrm>
        </p:grpSpPr>
        <p:sp>
          <p:nvSpPr>
            <p:cNvPr id="53" name="Footer Text"/>
            <p:cNvSpPr txBox="1"/>
            <p:nvPr/>
          </p:nvSpPr>
          <p:spPr>
            <a:xfrm>
              <a:off x="844734" y="2099986"/>
              <a:ext cx="2287091"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4" name="TextBox 53"/>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17" name="Group 77"/>
          <p:cNvGrpSpPr/>
          <p:nvPr/>
        </p:nvGrpSpPr>
        <p:grpSpPr>
          <a:xfrm>
            <a:off x="2597853" y="1527210"/>
            <a:ext cx="355600" cy="360363"/>
            <a:chOff x="3036888" y="1211263"/>
            <a:chExt cx="355600" cy="360363"/>
          </a:xfrm>
          <a:solidFill>
            <a:schemeClr val="accent1"/>
          </a:solidFill>
        </p:grpSpPr>
        <p:sp>
          <p:nvSpPr>
            <p:cNvPr id="79" name="Freeform 23"/>
            <p:cNvSpPr>
              <a:spLocks noEditPoints="1"/>
            </p:cNvSpPr>
            <p:nvPr/>
          </p:nvSpPr>
          <p:spPr bwMode="auto">
            <a:xfrm>
              <a:off x="3036888" y="1211263"/>
              <a:ext cx="355600" cy="360363"/>
            </a:xfrm>
            <a:custGeom>
              <a:avLst/>
              <a:gdLst/>
              <a:ahLst/>
              <a:cxnLst>
                <a:cxn ang="0">
                  <a:pos x="111" y="0"/>
                </a:cxn>
                <a:cxn ang="0">
                  <a:pos x="27" y="0"/>
                </a:cxn>
                <a:cxn ang="0">
                  <a:pos x="15" y="12"/>
                </a:cxn>
                <a:cxn ang="0">
                  <a:pos x="15" y="19"/>
                </a:cxn>
                <a:cxn ang="0">
                  <a:pos x="11" y="19"/>
                </a:cxn>
                <a:cxn ang="0">
                  <a:pos x="0" y="31"/>
                </a:cxn>
                <a:cxn ang="0">
                  <a:pos x="0" y="107"/>
                </a:cxn>
                <a:cxn ang="0">
                  <a:pos x="15" y="123"/>
                </a:cxn>
                <a:cxn ang="0">
                  <a:pos x="107" y="123"/>
                </a:cxn>
                <a:cxn ang="0">
                  <a:pos x="122" y="107"/>
                </a:cxn>
                <a:cxn ang="0">
                  <a:pos x="122" y="12"/>
                </a:cxn>
                <a:cxn ang="0">
                  <a:pos x="111" y="0"/>
                </a:cxn>
                <a:cxn ang="0">
                  <a:pos x="115" y="107"/>
                </a:cxn>
                <a:cxn ang="0">
                  <a:pos x="107" y="115"/>
                </a:cxn>
                <a:cxn ang="0">
                  <a:pos x="15" y="115"/>
                </a:cxn>
                <a:cxn ang="0">
                  <a:pos x="7" y="107"/>
                </a:cxn>
                <a:cxn ang="0">
                  <a:pos x="7" y="31"/>
                </a:cxn>
                <a:cxn ang="0">
                  <a:pos x="11" y="27"/>
                </a:cxn>
                <a:cxn ang="0">
                  <a:pos x="15" y="27"/>
                </a:cxn>
                <a:cxn ang="0">
                  <a:pos x="15" y="104"/>
                </a:cxn>
                <a:cxn ang="0">
                  <a:pos x="19" y="107"/>
                </a:cxn>
                <a:cxn ang="0">
                  <a:pos x="23" y="104"/>
                </a:cxn>
                <a:cxn ang="0">
                  <a:pos x="23" y="12"/>
                </a:cxn>
                <a:cxn ang="0">
                  <a:pos x="27" y="8"/>
                </a:cxn>
                <a:cxn ang="0">
                  <a:pos x="111" y="8"/>
                </a:cxn>
                <a:cxn ang="0">
                  <a:pos x="115" y="12"/>
                </a:cxn>
                <a:cxn ang="0">
                  <a:pos x="115" y="107"/>
                </a:cxn>
                <a:cxn ang="0">
                  <a:pos x="115" y="107"/>
                </a:cxn>
                <a:cxn ang="0">
                  <a:pos x="115" y="107"/>
                </a:cxn>
              </a:cxnLst>
              <a:rect l="0" t="0" r="r" b="b"/>
              <a:pathLst>
                <a:path w="122" h="123">
                  <a:moveTo>
                    <a:pt x="111" y="0"/>
                  </a:moveTo>
                  <a:cubicBezTo>
                    <a:pt x="27" y="0"/>
                    <a:pt x="27" y="0"/>
                    <a:pt x="27" y="0"/>
                  </a:cubicBezTo>
                  <a:cubicBezTo>
                    <a:pt x="20" y="0"/>
                    <a:pt x="15" y="5"/>
                    <a:pt x="15" y="12"/>
                  </a:cubicBezTo>
                  <a:cubicBezTo>
                    <a:pt x="15" y="19"/>
                    <a:pt x="15" y="19"/>
                    <a:pt x="15" y="19"/>
                  </a:cubicBezTo>
                  <a:cubicBezTo>
                    <a:pt x="11" y="19"/>
                    <a:pt x="11" y="19"/>
                    <a:pt x="11" y="19"/>
                  </a:cubicBezTo>
                  <a:cubicBezTo>
                    <a:pt x="5" y="19"/>
                    <a:pt x="0" y="24"/>
                    <a:pt x="0" y="31"/>
                  </a:cubicBezTo>
                  <a:cubicBezTo>
                    <a:pt x="0" y="107"/>
                    <a:pt x="0" y="107"/>
                    <a:pt x="0" y="107"/>
                  </a:cubicBezTo>
                  <a:cubicBezTo>
                    <a:pt x="0" y="116"/>
                    <a:pt x="7" y="123"/>
                    <a:pt x="15" y="123"/>
                  </a:cubicBezTo>
                  <a:cubicBezTo>
                    <a:pt x="107" y="123"/>
                    <a:pt x="107" y="123"/>
                    <a:pt x="107" y="123"/>
                  </a:cubicBezTo>
                  <a:cubicBezTo>
                    <a:pt x="116" y="123"/>
                    <a:pt x="122" y="116"/>
                    <a:pt x="122" y="107"/>
                  </a:cubicBezTo>
                  <a:cubicBezTo>
                    <a:pt x="122" y="12"/>
                    <a:pt x="122" y="12"/>
                    <a:pt x="122" y="12"/>
                  </a:cubicBezTo>
                  <a:cubicBezTo>
                    <a:pt x="122" y="5"/>
                    <a:pt x="117" y="0"/>
                    <a:pt x="111" y="0"/>
                  </a:cubicBezTo>
                  <a:close/>
                  <a:moveTo>
                    <a:pt x="115" y="107"/>
                  </a:moveTo>
                  <a:cubicBezTo>
                    <a:pt x="115" y="112"/>
                    <a:pt x="111" y="115"/>
                    <a:pt x="107" y="115"/>
                  </a:cubicBezTo>
                  <a:cubicBezTo>
                    <a:pt x="15" y="115"/>
                    <a:pt x="15" y="115"/>
                    <a:pt x="15" y="115"/>
                  </a:cubicBezTo>
                  <a:cubicBezTo>
                    <a:pt x="11" y="115"/>
                    <a:pt x="7" y="112"/>
                    <a:pt x="7" y="107"/>
                  </a:cubicBezTo>
                  <a:cubicBezTo>
                    <a:pt x="7" y="31"/>
                    <a:pt x="7" y="31"/>
                    <a:pt x="7" y="31"/>
                  </a:cubicBezTo>
                  <a:cubicBezTo>
                    <a:pt x="7" y="29"/>
                    <a:pt x="9" y="27"/>
                    <a:pt x="11" y="27"/>
                  </a:cubicBezTo>
                  <a:cubicBezTo>
                    <a:pt x="15" y="27"/>
                    <a:pt x="15" y="27"/>
                    <a:pt x="15" y="27"/>
                  </a:cubicBezTo>
                  <a:cubicBezTo>
                    <a:pt x="15" y="104"/>
                    <a:pt x="15" y="104"/>
                    <a:pt x="15" y="104"/>
                  </a:cubicBezTo>
                  <a:cubicBezTo>
                    <a:pt x="15" y="106"/>
                    <a:pt x="17" y="107"/>
                    <a:pt x="19" y="107"/>
                  </a:cubicBezTo>
                  <a:cubicBezTo>
                    <a:pt x="21" y="107"/>
                    <a:pt x="23" y="106"/>
                    <a:pt x="23" y="104"/>
                  </a:cubicBezTo>
                  <a:cubicBezTo>
                    <a:pt x="23" y="12"/>
                    <a:pt x="23" y="12"/>
                    <a:pt x="23" y="12"/>
                  </a:cubicBezTo>
                  <a:cubicBezTo>
                    <a:pt x="23" y="9"/>
                    <a:pt x="24" y="8"/>
                    <a:pt x="27" y="8"/>
                  </a:cubicBezTo>
                  <a:cubicBezTo>
                    <a:pt x="111" y="8"/>
                    <a:pt x="111" y="8"/>
                    <a:pt x="111" y="8"/>
                  </a:cubicBezTo>
                  <a:cubicBezTo>
                    <a:pt x="113" y="8"/>
                    <a:pt x="115" y="9"/>
                    <a:pt x="115" y="12"/>
                  </a:cubicBezTo>
                  <a:lnTo>
                    <a:pt x="115" y="107"/>
                  </a:lnTo>
                  <a:close/>
                  <a:moveTo>
                    <a:pt x="115" y="107"/>
                  </a:moveTo>
                  <a:cubicBezTo>
                    <a:pt x="115" y="107"/>
                    <a:pt x="115" y="107"/>
                    <a:pt x="115"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4"/>
            <p:cNvSpPr>
              <a:spLocks noEditPoints="1"/>
            </p:cNvSpPr>
            <p:nvPr/>
          </p:nvSpPr>
          <p:spPr bwMode="auto">
            <a:xfrm>
              <a:off x="3249613" y="1346201"/>
              <a:ext cx="100013" cy="11113"/>
            </a:xfrm>
            <a:custGeom>
              <a:avLst/>
              <a:gdLst/>
              <a:ahLst/>
              <a:cxnLst>
                <a:cxn ang="0">
                  <a:pos x="1" y="4"/>
                </a:cxn>
                <a:cxn ang="0">
                  <a:pos x="32" y="4"/>
                </a:cxn>
                <a:cxn ang="0">
                  <a:pos x="34" y="2"/>
                </a:cxn>
                <a:cxn ang="0">
                  <a:pos x="32" y="0"/>
                </a:cxn>
                <a:cxn ang="0">
                  <a:pos x="1" y="0"/>
                </a:cxn>
                <a:cxn ang="0">
                  <a:pos x="0" y="2"/>
                </a:cxn>
                <a:cxn ang="0">
                  <a:pos x="1" y="4"/>
                </a:cxn>
                <a:cxn ang="0">
                  <a:pos x="1" y="4"/>
                </a:cxn>
                <a:cxn ang="0">
                  <a:pos x="1" y="4"/>
                </a:cxn>
              </a:cxnLst>
              <a:rect l="0" t="0" r="r" b="b"/>
              <a:pathLst>
                <a:path w="34" h="4">
                  <a:moveTo>
                    <a:pt x="1" y="4"/>
                  </a:moveTo>
                  <a:cubicBezTo>
                    <a:pt x="32" y="4"/>
                    <a:pt x="32" y="4"/>
                    <a:pt x="32" y="4"/>
                  </a:cubicBezTo>
                  <a:cubicBezTo>
                    <a:pt x="33" y="4"/>
                    <a:pt x="34" y="3"/>
                    <a:pt x="34" y="2"/>
                  </a:cubicBezTo>
                  <a:cubicBezTo>
                    <a:pt x="34" y="1"/>
                    <a:pt x="33" y="0"/>
                    <a:pt x="32"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5"/>
            <p:cNvSpPr>
              <a:spLocks noEditPoints="1"/>
            </p:cNvSpPr>
            <p:nvPr/>
          </p:nvSpPr>
          <p:spPr bwMode="auto">
            <a:xfrm>
              <a:off x="3249613" y="1314451"/>
              <a:ext cx="100013" cy="7938"/>
            </a:xfrm>
            <a:custGeom>
              <a:avLst/>
              <a:gdLst/>
              <a:ahLst/>
              <a:cxnLst>
                <a:cxn ang="0">
                  <a:pos x="1" y="3"/>
                </a:cxn>
                <a:cxn ang="0">
                  <a:pos x="32" y="3"/>
                </a:cxn>
                <a:cxn ang="0">
                  <a:pos x="34" y="2"/>
                </a:cxn>
                <a:cxn ang="0">
                  <a:pos x="32" y="0"/>
                </a:cxn>
                <a:cxn ang="0">
                  <a:pos x="1" y="0"/>
                </a:cxn>
                <a:cxn ang="0">
                  <a:pos x="0" y="2"/>
                </a:cxn>
                <a:cxn ang="0">
                  <a:pos x="1" y="3"/>
                </a:cxn>
                <a:cxn ang="0">
                  <a:pos x="1" y="3"/>
                </a:cxn>
                <a:cxn ang="0">
                  <a:pos x="1" y="3"/>
                </a:cxn>
              </a:cxnLst>
              <a:rect l="0" t="0" r="r" b="b"/>
              <a:pathLst>
                <a:path w="34" h="3">
                  <a:moveTo>
                    <a:pt x="1" y="3"/>
                  </a:moveTo>
                  <a:cubicBezTo>
                    <a:pt x="32" y="3"/>
                    <a:pt x="32" y="3"/>
                    <a:pt x="32" y="3"/>
                  </a:cubicBezTo>
                  <a:cubicBezTo>
                    <a:pt x="33" y="3"/>
                    <a:pt x="34" y="3"/>
                    <a:pt x="34" y="2"/>
                  </a:cubicBezTo>
                  <a:cubicBezTo>
                    <a:pt x="34" y="1"/>
                    <a:pt x="33" y="0"/>
                    <a:pt x="32" y="0"/>
                  </a:cubicBezTo>
                  <a:cubicBezTo>
                    <a:pt x="1" y="0"/>
                    <a:pt x="1" y="0"/>
                    <a:pt x="1" y="0"/>
                  </a:cubicBezTo>
                  <a:cubicBezTo>
                    <a:pt x="0" y="0"/>
                    <a:pt x="0" y="1"/>
                    <a:pt x="0" y="2"/>
                  </a:cubicBezTo>
                  <a:cubicBezTo>
                    <a:pt x="0" y="3"/>
                    <a:pt x="0" y="3"/>
                    <a:pt x="1" y="3"/>
                  </a:cubicBezTo>
                  <a:close/>
                  <a:moveTo>
                    <a:pt x="1" y="3"/>
                  </a:moveTo>
                  <a:cubicBezTo>
                    <a:pt x="1" y="3"/>
                    <a:pt x="1"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6"/>
            <p:cNvSpPr>
              <a:spLocks noEditPoints="1"/>
            </p:cNvSpPr>
            <p:nvPr/>
          </p:nvSpPr>
          <p:spPr bwMode="auto">
            <a:xfrm>
              <a:off x="3249613" y="1277938"/>
              <a:ext cx="100013" cy="12700"/>
            </a:xfrm>
            <a:custGeom>
              <a:avLst/>
              <a:gdLst/>
              <a:ahLst/>
              <a:cxnLst>
                <a:cxn ang="0">
                  <a:pos x="1" y="4"/>
                </a:cxn>
                <a:cxn ang="0">
                  <a:pos x="32" y="4"/>
                </a:cxn>
                <a:cxn ang="0">
                  <a:pos x="34" y="2"/>
                </a:cxn>
                <a:cxn ang="0">
                  <a:pos x="32" y="0"/>
                </a:cxn>
                <a:cxn ang="0">
                  <a:pos x="1" y="0"/>
                </a:cxn>
                <a:cxn ang="0">
                  <a:pos x="0" y="2"/>
                </a:cxn>
                <a:cxn ang="0">
                  <a:pos x="1" y="4"/>
                </a:cxn>
                <a:cxn ang="0">
                  <a:pos x="1" y="4"/>
                </a:cxn>
                <a:cxn ang="0">
                  <a:pos x="1" y="4"/>
                </a:cxn>
              </a:cxnLst>
              <a:rect l="0" t="0" r="r" b="b"/>
              <a:pathLst>
                <a:path w="34" h="4">
                  <a:moveTo>
                    <a:pt x="1" y="4"/>
                  </a:moveTo>
                  <a:cubicBezTo>
                    <a:pt x="32" y="4"/>
                    <a:pt x="32" y="4"/>
                    <a:pt x="32" y="4"/>
                  </a:cubicBezTo>
                  <a:cubicBezTo>
                    <a:pt x="33" y="4"/>
                    <a:pt x="34" y="3"/>
                    <a:pt x="34" y="2"/>
                  </a:cubicBezTo>
                  <a:cubicBezTo>
                    <a:pt x="34" y="1"/>
                    <a:pt x="33" y="0"/>
                    <a:pt x="32"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27"/>
            <p:cNvSpPr>
              <a:spLocks noEditPoints="1"/>
            </p:cNvSpPr>
            <p:nvPr/>
          </p:nvSpPr>
          <p:spPr bwMode="auto">
            <a:xfrm>
              <a:off x="3124200" y="1516063"/>
              <a:ext cx="101600" cy="11113"/>
            </a:xfrm>
            <a:custGeom>
              <a:avLst/>
              <a:gdLst/>
              <a:ahLst/>
              <a:cxnLst>
                <a:cxn ang="0">
                  <a:pos x="33" y="0"/>
                </a:cxn>
                <a:cxn ang="0">
                  <a:pos x="2" y="0"/>
                </a:cxn>
                <a:cxn ang="0">
                  <a:pos x="0" y="2"/>
                </a:cxn>
                <a:cxn ang="0">
                  <a:pos x="2" y="4"/>
                </a:cxn>
                <a:cxn ang="0">
                  <a:pos x="33" y="4"/>
                </a:cxn>
                <a:cxn ang="0">
                  <a:pos x="35" y="2"/>
                </a:cxn>
                <a:cxn ang="0">
                  <a:pos x="33" y="0"/>
                </a:cxn>
                <a:cxn ang="0">
                  <a:pos x="33" y="0"/>
                </a:cxn>
                <a:cxn ang="0">
                  <a:pos x="33" y="0"/>
                </a:cxn>
              </a:cxnLst>
              <a:rect l="0" t="0" r="r" b="b"/>
              <a:pathLst>
                <a:path w="35" h="4">
                  <a:moveTo>
                    <a:pt x="33" y="0"/>
                  </a:moveTo>
                  <a:cubicBezTo>
                    <a:pt x="2" y="0"/>
                    <a:pt x="2" y="0"/>
                    <a:pt x="2" y="0"/>
                  </a:cubicBezTo>
                  <a:cubicBezTo>
                    <a:pt x="1" y="0"/>
                    <a:pt x="0" y="1"/>
                    <a:pt x="0" y="2"/>
                  </a:cubicBezTo>
                  <a:cubicBezTo>
                    <a:pt x="0" y="3"/>
                    <a:pt x="1" y="4"/>
                    <a:pt x="2" y="4"/>
                  </a:cubicBezTo>
                  <a:cubicBezTo>
                    <a:pt x="33" y="4"/>
                    <a:pt x="33" y="4"/>
                    <a:pt x="33" y="4"/>
                  </a:cubicBezTo>
                  <a:cubicBezTo>
                    <a:pt x="34" y="4"/>
                    <a:pt x="35" y="3"/>
                    <a:pt x="35" y="2"/>
                  </a:cubicBezTo>
                  <a:cubicBezTo>
                    <a:pt x="35" y="1"/>
                    <a:pt x="34" y="0"/>
                    <a:pt x="33" y="0"/>
                  </a:cubicBezTo>
                  <a:close/>
                  <a:moveTo>
                    <a:pt x="33" y="0"/>
                  </a:moveTo>
                  <a:cubicBezTo>
                    <a:pt x="33" y="0"/>
                    <a:pt x="33" y="0"/>
                    <a:pt x="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8"/>
            <p:cNvSpPr>
              <a:spLocks noEditPoints="1"/>
            </p:cNvSpPr>
            <p:nvPr/>
          </p:nvSpPr>
          <p:spPr bwMode="auto">
            <a:xfrm>
              <a:off x="3124200" y="1481138"/>
              <a:ext cx="101600" cy="11113"/>
            </a:xfrm>
            <a:custGeom>
              <a:avLst/>
              <a:gdLst/>
              <a:ahLst/>
              <a:cxnLst>
                <a:cxn ang="0">
                  <a:pos x="33" y="0"/>
                </a:cxn>
                <a:cxn ang="0">
                  <a:pos x="2" y="0"/>
                </a:cxn>
                <a:cxn ang="0">
                  <a:pos x="0" y="2"/>
                </a:cxn>
                <a:cxn ang="0">
                  <a:pos x="2" y="4"/>
                </a:cxn>
                <a:cxn ang="0">
                  <a:pos x="33" y="4"/>
                </a:cxn>
                <a:cxn ang="0">
                  <a:pos x="35" y="2"/>
                </a:cxn>
                <a:cxn ang="0">
                  <a:pos x="33" y="0"/>
                </a:cxn>
                <a:cxn ang="0">
                  <a:pos x="33" y="0"/>
                </a:cxn>
                <a:cxn ang="0">
                  <a:pos x="33" y="0"/>
                </a:cxn>
              </a:cxnLst>
              <a:rect l="0" t="0" r="r" b="b"/>
              <a:pathLst>
                <a:path w="35" h="4">
                  <a:moveTo>
                    <a:pt x="33" y="0"/>
                  </a:moveTo>
                  <a:cubicBezTo>
                    <a:pt x="2" y="0"/>
                    <a:pt x="2" y="0"/>
                    <a:pt x="2" y="0"/>
                  </a:cubicBezTo>
                  <a:cubicBezTo>
                    <a:pt x="1" y="0"/>
                    <a:pt x="0" y="1"/>
                    <a:pt x="0" y="2"/>
                  </a:cubicBezTo>
                  <a:cubicBezTo>
                    <a:pt x="0" y="3"/>
                    <a:pt x="1" y="4"/>
                    <a:pt x="2" y="4"/>
                  </a:cubicBezTo>
                  <a:cubicBezTo>
                    <a:pt x="33" y="4"/>
                    <a:pt x="33" y="4"/>
                    <a:pt x="33" y="4"/>
                  </a:cubicBezTo>
                  <a:cubicBezTo>
                    <a:pt x="34" y="4"/>
                    <a:pt x="35" y="3"/>
                    <a:pt x="35" y="2"/>
                  </a:cubicBezTo>
                  <a:cubicBezTo>
                    <a:pt x="35" y="1"/>
                    <a:pt x="34" y="0"/>
                    <a:pt x="33" y="0"/>
                  </a:cubicBezTo>
                  <a:close/>
                  <a:moveTo>
                    <a:pt x="33" y="0"/>
                  </a:moveTo>
                  <a:cubicBezTo>
                    <a:pt x="33" y="0"/>
                    <a:pt x="33" y="0"/>
                    <a:pt x="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9"/>
            <p:cNvSpPr>
              <a:spLocks noEditPoints="1"/>
            </p:cNvSpPr>
            <p:nvPr/>
          </p:nvSpPr>
          <p:spPr bwMode="auto">
            <a:xfrm>
              <a:off x="3124200" y="1449388"/>
              <a:ext cx="101600" cy="11113"/>
            </a:xfrm>
            <a:custGeom>
              <a:avLst/>
              <a:gdLst/>
              <a:ahLst/>
              <a:cxnLst>
                <a:cxn ang="0">
                  <a:pos x="33" y="0"/>
                </a:cxn>
                <a:cxn ang="0">
                  <a:pos x="2" y="0"/>
                </a:cxn>
                <a:cxn ang="0">
                  <a:pos x="0" y="2"/>
                </a:cxn>
                <a:cxn ang="0">
                  <a:pos x="2" y="4"/>
                </a:cxn>
                <a:cxn ang="0">
                  <a:pos x="33" y="4"/>
                </a:cxn>
                <a:cxn ang="0">
                  <a:pos x="35" y="2"/>
                </a:cxn>
                <a:cxn ang="0">
                  <a:pos x="33" y="0"/>
                </a:cxn>
                <a:cxn ang="0">
                  <a:pos x="33" y="0"/>
                </a:cxn>
                <a:cxn ang="0">
                  <a:pos x="33" y="0"/>
                </a:cxn>
              </a:cxnLst>
              <a:rect l="0" t="0" r="r" b="b"/>
              <a:pathLst>
                <a:path w="35" h="4">
                  <a:moveTo>
                    <a:pt x="33" y="0"/>
                  </a:moveTo>
                  <a:cubicBezTo>
                    <a:pt x="2" y="0"/>
                    <a:pt x="2" y="0"/>
                    <a:pt x="2" y="0"/>
                  </a:cubicBezTo>
                  <a:cubicBezTo>
                    <a:pt x="1" y="0"/>
                    <a:pt x="0" y="1"/>
                    <a:pt x="0" y="2"/>
                  </a:cubicBezTo>
                  <a:cubicBezTo>
                    <a:pt x="0" y="3"/>
                    <a:pt x="1" y="4"/>
                    <a:pt x="2" y="4"/>
                  </a:cubicBezTo>
                  <a:cubicBezTo>
                    <a:pt x="33" y="4"/>
                    <a:pt x="33" y="4"/>
                    <a:pt x="33" y="4"/>
                  </a:cubicBezTo>
                  <a:cubicBezTo>
                    <a:pt x="34" y="4"/>
                    <a:pt x="35" y="3"/>
                    <a:pt x="35" y="2"/>
                  </a:cubicBezTo>
                  <a:cubicBezTo>
                    <a:pt x="35" y="1"/>
                    <a:pt x="34" y="0"/>
                    <a:pt x="33" y="0"/>
                  </a:cubicBezTo>
                  <a:close/>
                  <a:moveTo>
                    <a:pt x="33" y="0"/>
                  </a:moveTo>
                  <a:cubicBezTo>
                    <a:pt x="33" y="0"/>
                    <a:pt x="33" y="0"/>
                    <a:pt x="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0"/>
            <p:cNvSpPr>
              <a:spLocks noEditPoints="1"/>
            </p:cNvSpPr>
            <p:nvPr/>
          </p:nvSpPr>
          <p:spPr bwMode="auto">
            <a:xfrm>
              <a:off x="3249613" y="1516063"/>
              <a:ext cx="100013" cy="11113"/>
            </a:xfrm>
            <a:custGeom>
              <a:avLst/>
              <a:gdLst/>
              <a:ahLst/>
              <a:cxnLst>
                <a:cxn ang="0">
                  <a:pos x="32" y="0"/>
                </a:cxn>
                <a:cxn ang="0">
                  <a:pos x="1" y="0"/>
                </a:cxn>
                <a:cxn ang="0">
                  <a:pos x="0" y="2"/>
                </a:cxn>
                <a:cxn ang="0">
                  <a:pos x="1" y="4"/>
                </a:cxn>
                <a:cxn ang="0">
                  <a:pos x="32" y="4"/>
                </a:cxn>
                <a:cxn ang="0">
                  <a:pos x="34" y="2"/>
                </a:cxn>
                <a:cxn ang="0">
                  <a:pos x="32" y="0"/>
                </a:cxn>
                <a:cxn ang="0">
                  <a:pos x="32" y="0"/>
                </a:cxn>
                <a:cxn ang="0">
                  <a:pos x="32" y="0"/>
                </a:cxn>
              </a:cxnLst>
              <a:rect l="0" t="0" r="r" b="b"/>
              <a:pathLst>
                <a:path w="34" h="4">
                  <a:moveTo>
                    <a:pt x="32" y="0"/>
                  </a:moveTo>
                  <a:cubicBezTo>
                    <a:pt x="1" y="0"/>
                    <a:pt x="1" y="0"/>
                    <a:pt x="1" y="0"/>
                  </a:cubicBezTo>
                  <a:cubicBezTo>
                    <a:pt x="0" y="0"/>
                    <a:pt x="0" y="1"/>
                    <a:pt x="0" y="2"/>
                  </a:cubicBezTo>
                  <a:cubicBezTo>
                    <a:pt x="0" y="3"/>
                    <a:pt x="0" y="4"/>
                    <a:pt x="1" y="4"/>
                  </a:cubicBezTo>
                  <a:cubicBezTo>
                    <a:pt x="32" y="4"/>
                    <a:pt x="32" y="4"/>
                    <a:pt x="32" y="4"/>
                  </a:cubicBezTo>
                  <a:cubicBezTo>
                    <a:pt x="33" y="4"/>
                    <a:pt x="34" y="3"/>
                    <a:pt x="34" y="2"/>
                  </a:cubicBezTo>
                  <a:cubicBezTo>
                    <a:pt x="34" y="1"/>
                    <a:pt x="33" y="0"/>
                    <a:pt x="32" y="0"/>
                  </a:cubicBezTo>
                  <a:close/>
                  <a:moveTo>
                    <a:pt x="32" y="0"/>
                  </a:moveTo>
                  <a:cubicBezTo>
                    <a:pt x="32" y="0"/>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31"/>
            <p:cNvSpPr>
              <a:spLocks noEditPoints="1"/>
            </p:cNvSpPr>
            <p:nvPr/>
          </p:nvSpPr>
          <p:spPr bwMode="auto">
            <a:xfrm>
              <a:off x="3249613" y="1481138"/>
              <a:ext cx="100013" cy="11113"/>
            </a:xfrm>
            <a:custGeom>
              <a:avLst/>
              <a:gdLst/>
              <a:ahLst/>
              <a:cxnLst>
                <a:cxn ang="0">
                  <a:pos x="32" y="0"/>
                </a:cxn>
                <a:cxn ang="0">
                  <a:pos x="1" y="0"/>
                </a:cxn>
                <a:cxn ang="0">
                  <a:pos x="0" y="2"/>
                </a:cxn>
                <a:cxn ang="0">
                  <a:pos x="1" y="4"/>
                </a:cxn>
                <a:cxn ang="0">
                  <a:pos x="32" y="4"/>
                </a:cxn>
                <a:cxn ang="0">
                  <a:pos x="34" y="2"/>
                </a:cxn>
                <a:cxn ang="0">
                  <a:pos x="32" y="0"/>
                </a:cxn>
                <a:cxn ang="0">
                  <a:pos x="32" y="0"/>
                </a:cxn>
                <a:cxn ang="0">
                  <a:pos x="32" y="0"/>
                </a:cxn>
              </a:cxnLst>
              <a:rect l="0" t="0" r="r" b="b"/>
              <a:pathLst>
                <a:path w="34" h="4">
                  <a:moveTo>
                    <a:pt x="32" y="0"/>
                  </a:moveTo>
                  <a:cubicBezTo>
                    <a:pt x="1" y="0"/>
                    <a:pt x="1" y="0"/>
                    <a:pt x="1" y="0"/>
                  </a:cubicBezTo>
                  <a:cubicBezTo>
                    <a:pt x="0" y="0"/>
                    <a:pt x="0" y="1"/>
                    <a:pt x="0" y="2"/>
                  </a:cubicBezTo>
                  <a:cubicBezTo>
                    <a:pt x="0" y="3"/>
                    <a:pt x="0" y="4"/>
                    <a:pt x="1" y="4"/>
                  </a:cubicBezTo>
                  <a:cubicBezTo>
                    <a:pt x="32" y="4"/>
                    <a:pt x="32" y="4"/>
                    <a:pt x="32" y="4"/>
                  </a:cubicBezTo>
                  <a:cubicBezTo>
                    <a:pt x="33" y="4"/>
                    <a:pt x="34" y="3"/>
                    <a:pt x="34" y="2"/>
                  </a:cubicBezTo>
                  <a:cubicBezTo>
                    <a:pt x="34" y="1"/>
                    <a:pt x="33" y="0"/>
                    <a:pt x="32" y="0"/>
                  </a:cubicBezTo>
                  <a:close/>
                  <a:moveTo>
                    <a:pt x="32" y="0"/>
                  </a:moveTo>
                  <a:cubicBezTo>
                    <a:pt x="32" y="0"/>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32"/>
            <p:cNvSpPr>
              <a:spLocks noEditPoints="1"/>
            </p:cNvSpPr>
            <p:nvPr/>
          </p:nvSpPr>
          <p:spPr bwMode="auto">
            <a:xfrm>
              <a:off x="3249613" y="1449388"/>
              <a:ext cx="100013" cy="11113"/>
            </a:xfrm>
            <a:custGeom>
              <a:avLst/>
              <a:gdLst/>
              <a:ahLst/>
              <a:cxnLst>
                <a:cxn ang="0">
                  <a:pos x="32" y="0"/>
                </a:cxn>
                <a:cxn ang="0">
                  <a:pos x="1" y="0"/>
                </a:cxn>
                <a:cxn ang="0">
                  <a:pos x="0" y="2"/>
                </a:cxn>
                <a:cxn ang="0">
                  <a:pos x="1" y="4"/>
                </a:cxn>
                <a:cxn ang="0">
                  <a:pos x="32" y="4"/>
                </a:cxn>
                <a:cxn ang="0">
                  <a:pos x="34" y="2"/>
                </a:cxn>
                <a:cxn ang="0">
                  <a:pos x="32" y="0"/>
                </a:cxn>
                <a:cxn ang="0">
                  <a:pos x="32" y="0"/>
                </a:cxn>
                <a:cxn ang="0">
                  <a:pos x="32" y="0"/>
                </a:cxn>
              </a:cxnLst>
              <a:rect l="0" t="0" r="r" b="b"/>
              <a:pathLst>
                <a:path w="34" h="4">
                  <a:moveTo>
                    <a:pt x="32" y="0"/>
                  </a:moveTo>
                  <a:cubicBezTo>
                    <a:pt x="1" y="0"/>
                    <a:pt x="1" y="0"/>
                    <a:pt x="1" y="0"/>
                  </a:cubicBezTo>
                  <a:cubicBezTo>
                    <a:pt x="0" y="0"/>
                    <a:pt x="0" y="1"/>
                    <a:pt x="0" y="2"/>
                  </a:cubicBezTo>
                  <a:cubicBezTo>
                    <a:pt x="0" y="3"/>
                    <a:pt x="0" y="4"/>
                    <a:pt x="1" y="4"/>
                  </a:cubicBezTo>
                  <a:cubicBezTo>
                    <a:pt x="32" y="4"/>
                    <a:pt x="32" y="4"/>
                    <a:pt x="32" y="4"/>
                  </a:cubicBezTo>
                  <a:cubicBezTo>
                    <a:pt x="33" y="4"/>
                    <a:pt x="34" y="3"/>
                    <a:pt x="34" y="2"/>
                  </a:cubicBezTo>
                  <a:cubicBezTo>
                    <a:pt x="34" y="1"/>
                    <a:pt x="33" y="0"/>
                    <a:pt x="32" y="0"/>
                  </a:cubicBezTo>
                  <a:close/>
                  <a:moveTo>
                    <a:pt x="32" y="0"/>
                  </a:moveTo>
                  <a:cubicBezTo>
                    <a:pt x="32" y="0"/>
                    <a:pt x="32" y="0"/>
                    <a:pt x="3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3"/>
            <p:cNvSpPr>
              <a:spLocks noEditPoints="1"/>
            </p:cNvSpPr>
            <p:nvPr/>
          </p:nvSpPr>
          <p:spPr bwMode="auto">
            <a:xfrm>
              <a:off x="3124200" y="1381126"/>
              <a:ext cx="225425" cy="12700"/>
            </a:xfrm>
            <a:custGeom>
              <a:avLst/>
              <a:gdLst/>
              <a:ahLst/>
              <a:cxnLst>
                <a:cxn ang="0">
                  <a:pos x="75" y="0"/>
                </a:cxn>
                <a:cxn ang="0">
                  <a:pos x="2" y="0"/>
                </a:cxn>
                <a:cxn ang="0">
                  <a:pos x="0" y="2"/>
                </a:cxn>
                <a:cxn ang="0">
                  <a:pos x="2" y="4"/>
                </a:cxn>
                <a:cxn ang="0">
                  <a:pos x="75" y="4"/>
                </a:cxn>
                <a:cxn ang="0">
                  <a:pos x="77" y="2"/>
                </a:cxn>
                <a:cxn ang="0">
                  <a:pos x="75" y="0"/>
                </a:cxn>
                <a:cxn ang="0">
                  <a:pos x="75" y="0"/>
                </a:cxn>
                <a:cxn ang="0">
                  <a:pos x="75" y="0"/>
                </a:cxn>
              </a:cxnLst>
              <a:rect l="0" t="0" r="r" b="b"/>
              <a:pathLst>
                <a:path w="77" h="4">
                  <a:moveTo>
                    <a:pt x="75" y="0"/>
                  </a:moveTo>
                  <a:cubicBezTo>
                    <a:pt x="2" y="0"/>
                    <a:pt x="2" y="0"/>
                    <a:pt x="2" y="0"/>
                  </a:cubicBezTo>
                  <a:cubicBezTo>
                    <a:pt x="1" y="0"/>
                    <a:pt x="0" y="1"/>
                    <a:pt x="0" y="2"/>
                  </a:cubicBezTo>
                  <a:cubicBezTo>
                    <a:pt x="0" y="3"/>
                    <a:pt x="1" y="4"/>
                    <a:pt x="2" y="4"/>
                  </a:cubicBezTo>
                  <a:cubicBezTo>
                    <a:pt x="75" y="4"/>
                    <a:pt x="75" y="4"/>
                    <a:pt x="75" y="4"/>
                  </a:cubicBezTo>
                  <a:cubicBezTo>
                    <a:pt x="76" y="4"/>
                    <a:pt x="77" y="3"/>
                    <a:pt x="77" y="2"/>
                  </a:cubicBezTo>
                  <a:cubicBezTo>
                    <a:pt x="77" y="1"/>
                    <a:pt x="76" y="0"/>
                    <a:pt x="75" y="0"/>
                  </a:cubicBezTo>
                  <a:close/>
                  <a:moveTo>
                    <a:pt x="75" y="0"/>
                  </a:moveTo>
                  <a:cubicBezTo>
                    <a:pt x="75" y="0"/>
                    <a:pt x="75" y="0"/>
                    <a:pt x="7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4"/>
            <p:cNvSpPr>
              <a:spLocks noEditPoints="1"/>
            </p:cNvSpPr>
            <p:nvPr/>
          </p:nvSpPr>
          <p:spPr bwMode="auto">
            <a:xfrm>
              <a:off x="3124200" y="1412876"/>
              <a:ext cx="225425" cy="12700"/>
            </a:xfrm>
            <a:custGeom>
              <a:avLst/>
              <a:gdLst/>
              <a:ahLst/>
              <a:cxnLst>
                <a:cxn ang="0">
                  <a:pos x="75" y="0"/>
                </a:cxn>
                <a:cxn ang="0">
                  <a:pos x="2" y="0"/>
                </a:cxn>
                <a:cxn ang="0">
                  <a:pos x="0" y="2"/>
                </a:cxn>
                <a:cxn ang="0">
                  <a:pos x="2" y="4"/>
                </a:cxn>
                <a:cxn ang="0">
                  <a:pos x="75" y="4"/>
                </a:cxn>
                <a:cxn ang="0">
                  <a:pos x="77" y="2"/>
                </a:cxn>
                <a:cxn ang="0">
                  <a:pos x="75" y="0"/>
                </a:cxn>
                <a:cxn ang="0">
                  <a:pos x="75" y="0"/>
                </a:cxn>
                <a:cxn ang="0">
                  <a:pos x="75" y="0"/>
                </a:cxn>
              </a:cxnLst>
              <a:rect l="0" t="0" r="r" b="b"/>
              <a:pathLst>
                <a:path w="77" h="4">
                  <a:moveTo>
                    <a:pt x="75" y="0"/>
                  </a:moveTo>
                  <a:cubicBezTo>
                    <a:pt x="2" y="0"/>
                    <a:pt x="2" y="0"/>
                    <a:pt x="2" y="0"/>
                  </a:cubicBezTo>
                  <a:cubicBezTo>
                    <a:pt x="1" y="0"/>
                    <a:pt x="0" y="1"/>
                    <a:pt x="0" y="2"/>
                  </a:cubicBezTo>
                  <a:cubicBezTo>
                    <a:pt x="0" y="3"/>
                    <a:pt x="1" y="4"/>
                    <a:pt x="2" y="4"/>
                  </a:cubicBezTo>
                  <a:cubicBezTo>
                    <a:pt x="75" y="4"/>
                    <a:pt x="75" y="4"/>
                    <a:pt x="75" y="4"/>
                  </a:cubicBezTo>
                  <a:cubicBezTo>
                    <a:pt x="76" y="4"/>
                    <a:pt x="77" y="3"/>
                    <a:pt x="77" y="2"/>
                  </a:cubicBezTo>
                  <a:cubicBezTo>
                    <a:pt x="77" y="1"/>
                    <a:pt x="76" y="0"/>
                    <a:pt x="75" y="0"/>
                  </a:cubicBezTo>
                  <a:close/>
                  <a:moveTo>
                    <a:pt x="75" y="0"/>
                  </a:moveTo>
                  <a:cubicBezTo>
                    <a:pt x="75" y="0"/>
                    <a:pt x="75" y="0"/>
                    <a:pt x="7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5"/>
            <p:cNvSpPr>
              <a:spLocks noEditPoints="1"/>
            </p:cNvSpPr>
            <p:nvPr/>
          </p:nvSpPr>
          <p:spPr bwMode="auto">
            <a:xfrm>
              <a:off x="3124200" y="1255713"/>
              <a:ext cx="101600" cy="101600"/>
            </a:xfrm>
            <a:custGeom>
              <a:avLst/>
              <a:gdLst/>
              <a:ahLst/>
              <a:cxnLst>
                <a:cxn ang="0">
                  <a:pos x="4" y="35"/>
                </a:cxn>
                <a:cxn ang="0">
                  <a:pos x="31" y="35"/>
                </a:cxn>
                <a:cxn ang="0">
                  <a:pos x="35" y="31"/>
                </a:cxn>
                <a:cxn ang="0">
                  <a:pos x="35" y="4"/>
                </a:cxn>
                <a:cxn ang="0">
                  <a:pos x="31" y="0"/>
                </a:cxn>
                <a:cxn ang="0">
                  <a:pos x="4" y="0"/>
                </a:cxn>
                <a:cxn ang="0">
                  <a:pos x="0" y="4"/>
                </a:cxn>
                <a:cxn ang="0">
                  <a:pos x="0" y="31"/>
                </a:cxn>
                <a:cxn ang="0">
                  <a:pos x="4" y="35"/>
                </a:cxn>
                <a:cxn ang="0">
                  <a:pos x="8" y="8"/>
                </a:cxn>
                <a:cxn ang="0">
                  <a:pos x="27" y="8"/>
                </a:cxn>
                <a:cxn ang="0">
                  <a:pos x="27" y="27"/>
                </a:cxn>
                <a:cxn ang="0">
                  <a:pos x="8" y="27"/>
                </a:cxn>
                <a:cxn ang="0">
                  <a:pos x="8" y="8"/>
                </a:cxn>
                <a:cxn ang="0">
                  <a:pos x="8" y="8"/>
                </a:cxn>
                <a:cxn ang="0">
                  <a:pos x="8" y="8"/>
                </a:cxn>
              </a:cxnLst>
              <a:rect l="0" t="0" r="r" b="b"/>
              <a:pathLst>
                <a:path w="35" h="35">
                  <a:moveTo>
                    <a:pt x="4" y="35"/>
                  </a:moveTo>
                  <a:cubicBezTo>
                    <a:pt x="31" y="35"/>
                    <a:pt x="31" y="35"/>
                    <a:pt x="31" y="35"/>
                  </a:cubicBezTo>
                  <a:cubicBezTo>
                    <a:pt x="33" y="35"/>
                    <a:pt x="35" y="33"/>
                    <a:pt x="35" y="31"/>
                  </a:cubicBezTo>
                  <a:cubicBezTo>
                    <a:pt x="35" y="4"/>
                    <a:pt x="35" y="4"/>
                    <a:pt x="35" y="4"/>
                  </a:cubicBezTo>
                  <a:cubicBezTo>
                    <a:pt x="35" y="2"/>
                    <a:pt x="33" y="0"/>
                    <a:pt x="31" y="0"/>
                  </a:cubicBezTo>
                  <a:cubicBezTo>
                    <a:pt x="4" y="0"/>
                    <a:pt x="4" y="0"/>
                    <a:pt x="4" y="0"/>
                  </a:cubicBezTo>
                  <a:cubicBezTo>
                    <a:pt x="2" y="0"/>
                    <a:pt x="0" y="2"/>
                    <a:pt x="0" y="4"/>
                  </a:cubicBezTo>
                  <a:cubicBezTo>
                    <a:pt x="0" y="31"/>
                    <a:pt x="0" y="31"/>
                    <a:pt x="0" y="31"/>
                  </a:cubicBezTo>
                  <a:cubicBezTo>
                    <a:pt x="0" y="33"/>
                    <a:pt x="2" y="35"/>
                    <a:pt x="4" y="35"/>
                  </a:cubicBezTo>
                  <a:close/>
                  <a:moveTo>
                    <a:pt x="8" y="8"/>
                  </a:moveTo>
                  <a:cubicBezTo>
                    <a:pt x="27" y="8"/>
                    <a:pt x="27" y="8"/>
                    <a:pt x="27" y="8"/>
                  </a:cubicBezTo>
                  <a:cubicBezTo>
                    <a:pt x="27" y="27"/>
                    <a:pt x="27" y="27"/>
                    <a:pt x="27" y="27"/>
                  </a:cubicBezTo>
                  <a:cubicBezTo>
                    <a:pt x="8" y="27"/>
                    <a:pt x="8" y="27"/>
                    <a:pt x="8" y="27"/>
                  </a:cubicBezTo>
                  <a:lnTo>
                    <a:pt x="8" y="8"/>
                  </a:lnTo>
                  <a:close/>
                  <a:moveTo>
                    <a:pt x="8" y="8"/>
                  </a:moveTo>
                  <a:cubicBezTo>
                    <a:pt x="8" y="8"/>
                    <a:pt x="8" y="8"/>
                    <a:pt x="8" y="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92" name="Freeform 48"/>
          <p:cNvSpPr>
            <a:spLocks noEditPoints="1"/>
          </p:cNvSpPr>
          <p:nvPr/>
        </p:nvSpPr>
        <p:spPr bwMode="auto">
          <a:xfrm>
            <a:off x="6239372" y="998455"/>
            <a:ext cx="360363" cy="312738"/>
          </a:xfrm>
          <a:custGeom>
            <a:avLst/>
            <a:gdLst/>
            <a:ahLst/>
            <a:cxnLst>
              <a:cxn ang="0">
                <a:pos x="123" y="100"/>
              </a:cxn>
              <a:cxn ang="0">
                <a:pos x="115" y="107"/>
              </a:cxn>
              <a:cxn ang="0">
                <a:pos x="107" y="100"/>
              </a:cxn>
              <a:cxn ang="0">
                <a:pos x="115" y="84"/>
              </a:cxn>
              <a:cxn ang="0">
                <a:pos x="123" y="100"/>
              </a:cxn>
              <a:cxn ang="0">
                <a:pos x="111" y="42"/>
              </a:cxn>
              <a:cxn ang="0">
                <a:pos x="111" y="77"/>
              </a:cxn>
              <a:cxn ang="0">
                <a:pos x="115" y="80"/>
              </a:cxn>
              <a:cxn ang="0">
                <a:pos x="119" y="77"/>
              </a:cxn>
              <a:cxn ang="0">
                <a:pos x="119" y="42"/>
              </a:cxn>
              <a:cxn ang="0">
                <a:pos x="115" y="38"/>
              </a:cxn>
              <a:cxn ang="0">
                <a:pos x="111" y="42"/>
              </a:cxn>
              <a:cxn ang="0">
                <a:pos x="114" y="34"/>
              </a:cxn>
              <a:cxn ang="0">
                <a:pos x="104" y="36"/>
              </a:cxn>
              <a:cxn ang="0">
                <a:pos x="104" y="69"/>
              </a:cxn>
              <a:cxn ang="0">
                <a:pos x="61" y="88"/>
              </a:cxn>
              <a:cxn ang="0">
                <a:pos x="19" y="69"/>
              </a:cxn>
              <a:cxn ang="0">
                <a:pos x="19" y="36"/>
              </a:cxn>
              <a:cxn ang="0">
                <a:pos x="9" y="34"/>
              </a:cxn>
              <a:cxn ang="0">
                <a:pos x="0" y="23"/>
              </a:cxn>
              <a:cxn ang="0">
                <a:pos x="9" y="12"/>
              </a:cxn>
              <a:cxn ang="0">
                <a:pos x="59" y="0"/>
              </a:cxn>
              <a:cxn ang="0">
                <a:pos x="61" y="0"/>
              </a:cxn>
              <a:cxn ang="0">
                <a:pos x="64" y="0"/>
              </a:cxn>
              <a:cxn ang="0">
                <a:pos x="114" y="12"/>
              </a:cxn>
              <a:cxn ang="0">
                <a:pos x="123" y="23"/>
              </a:cxn>
              <a:cxn ang="0">
                <a:pos x="114" y="34"/>
              </a:cxn>
              <a:cxn ang="0">
                <a:pos x="96" y="38"/>
              </a:cxn>
              <a:cxn ang="0">
                <a:pos x="64" y="46"/>
              </a:cxn>
              <a:cxn ang="0">
                <a:pos x="61" y="46"/>
              </a:cxn>
              <a:cxn ang="0">
                <a:pos x="59" y="46"/>
              </a:cxn>
              <a:cxn ang="0">
                <a:pos x="27" y="38"/>
              </a:cxn>
              <a:cxn ang="0">
                <a:pos x="27" y="69"/>
              </a:cxn>
              <a:cxn ang="0">
                <a:pos x="61" y="80"/>
              </a:cxn>
              <a:cxn ang="0">
                <a:pos x="96" y="69"/>
              </a:cxn>
              <a:cxn ang="0">
                <a:pos x="96" y="38"/>
              </a:cxn>
              <a:cxn ang="0">
                <a:pos x="112" y="27"/>
              </a:cxn>
              <a:cxn ang="0">
                <a:pos x="115" y="23"/>
              </a:cxn>
              <a:cxn ang="0">
                <a:pos x="112" y="19"/>
              </a:cxn>
              <a:cxn ang="0">
                <a:pos x="62" y="8"/>
              </a:cxn>
              <a:cxn ang="0">
                <a:pos x="61" y="7"/>
              </a:cxn>
              <a:cxn ang="0">
                <a:pos x="61" y="8"/>
              </a:cxn>
              <a:cxn ang="0">
                <a:pos x="11" y="19"/>
              </a:cxn>
              <a:cxn ang="0">
                <a:pos x="8" y="23"/>
              </a:cxn>
              <a:cxn ang="0">
                <a:pos x="11" y="27"/>
              </a:cxn>
              <a:cxn ang="0">
                <a:pos x="61" y="38"/>
              </a:cxn>
              <a:cxn ang="0">
                <a:pos x="61" y="38"/>
              </a:cxn>
              <a:cxn ang="0">
                <a:pos x="62" y="38"/>
              </a:cxn>
              <a:cxn ang="0">
                <a:pos x="112" y="27"/>
              </a:cxn>
              <a:cxn ang="0">
                <a:pos x="112" y="27"/>
              </a:cxn>
              <a:cxn ang="0">
                <a:pos x="112" y="27"/>
              </a:cxn>
            </a:cxnLst>
            <a:rect l="0" t="0" r="r" b="b"/>
            <a:pathLst>
              <a:path w="123" h="107">
                <a:moveTo>
                  <a:pt x="123" y="100"/>
                </a:moveTo>
                <a:cubicBezTo>
                  <a:pt x="123" y="104"/>
                  <a:pt x="119" y="107"/>
                  <a:pt x="115" y="107"/>
                </a:cubicBezTo>
                <a:cubicBezTo>
                  <a:pt x="111" y="107"/>
                  <a:pt x="107" y="104"/>
                  <a:pt x="107" y="100"/>
                </a:cubicBezTo>
                <a:cubicBezTo>
                  <a:pt x="107" y="95"/>
                  <a:pt x="111" y="84"/>
                  <a:pt x="115" y="84"/>
                </a:cubicBezTo>
                <a:cubicBezTo>
                  <a:pt x="119" y="84"/>
                  <a:pt x="123" y="95"/>
                  <a:pt x="123" y="100"/>
                </a:cubicBezTo>
                <a:close/>
                <a:moveTo>
                  <a:pt x="111" y="42"/>
                </a:moveTo>
                <a:cubicBezTo>
                  <a:pt x="111" y="77"/>
                  <a:pt x="111" y="77"/>
                  <a:pt x="111" y="77"/>
                </a:cubicBezTo>
                <a:cubicBezTo>
                  <a:pt x="111" y="79"/>
                  <a:pt x="113" y="80"/>
                  <a:pt x="115" y="80"/>
                </a:cubicBezTo>
                <a:cubicBezTo>
                  <a:pt x="117" y="80"/>
                  <a:pt x="119" y="79"/>
                  <a:pt x="119" y="77"/>
                </a:cubicBezTo>
                <a:cubicBezTo>
                  <a:pt x="119" y="42"/>
                  <a:pt x="119" y="42"/>
                  <a:pt x="119" y="42"/>
                </a:cubicBezTo>
                <a:cubicBezTo>
                  <a:pt x="119" y="40"/>
                  <a:pt x="117" y="38"/>
                  <a:pt x="115" y="38"/>
                </a:cubicBezTo>
                <a:cubicBezTo>
                  <a:pt x="113" y="38"/>
                  <a:pt x="111" y="40"/>
                  <a:pt x="111" y="42"/>
                </a:cubicBezTo>
                <a:close/>
                <a:moveTo>
                  <a:pt x="114" y="34"/>
                </a:moveTo>
                <a:cubicBezTo>
                  <a:pt x="104" y="36"/>
                  <a:pt x="104" y="36"/>
                  <a:pt x="104" y="36"/>
                </a:cubicBezTo>
                <a:cubicBezTo>
                  <a:pt x="104" y="69"/>
                  <a:pt x="104" y="69"/>
                  <a:pt x="104" y="69"/>
                </a:cubicBezTo>
                <a:cubicBezTo>
                  <a:pt x="104" y="79"/>
                  <a:pt x="92" y="88"/>
                  <a:pt x="61" y="88"/>
                </a:cubicBezTo>
                <a:cubicBezTo>
                  <a:pt x="31" y="88"/>
                  <a:pt x="19" y="79"/>
                  <a:pt x="19" y="69"/>
                </a:cubicBezTo>
                <a:cubicBezTo>
                  <a:pt x="19" y="36"/>
                  <a:pt x="19" y="36"/>
                  <a:pt x="19" y="36"/>
                </a:cubicBezTo>
                <a:cubicBezTo>
                  <a:pt x="9" y="34"/>
                  <a:pt x="9" y="34"/>
                  <a:pt x="9" y="34"/>
                </a:cubicBezTo>
                <a:cubicBezTo>
                  <a:pt x="4" y="33"/>
                  <a:pt x="0" y="28"/>
                  <a:pt x="0" y="23"/>
                </a:cubicBezTo>
                <a:cubicBezTo>
                  <a:pt x="0" y="17"/>
                  <a:pt x="4" y="13"/>
                  <a:pt x="9" y="12"/>
                </a:cubicBezTo>
                <a:cubicBezTo>
                  <a:pt x="59" y="0"/>
                  <a:pt x="59" y="0"/>
                  <a:pt x="59" y="0"/>
                </a:cubicBezTo>
                <a:cubicBezTo>
                  <a:pt x="60" y="0"/>
                  <a:pt x="61" y="0"/>
                  <a:pt x="61" y="0"/>
                </a:cubicBezTo>
                <a:cubicBezTo>
                  <a:pt x="62" y="0"/>
                  <a:pt x="63" y="0"/>
                  <a:pt x="64" y="0"/>
                </a:cubicBezTo>
                <a:cubicBezTo>
                  <a:pt x="114" y="12"/>
                  <a:pt x="114" y="12"/>
                  <a:pt x="114" y="12"/>
                </a:cubicBezTo>
                <a:cubicBezTo>
                  <a:pt x="119" y="13"/>
                  <a:pt x="123" y="17"/>
                  <a:pt x="123" y="23"/>
                </a:cubicBezTo>
                <a:cubicBezTo>
                  <a:pt x="123" y="28"/>
                  <a:pt x="119" y="33"/>
                  <a:pt x="114" y="34"/>
                </a:cubicBezTo>
                <a:close/>
                <a:moveTo>
                  <a:pt x="96" y="38"/>
                </a:moveTo>
                <a:cubicBezTo>
                  <a:pt x="64" y="46"/>
                  <a:pt x="64" y="46"/>
                  <a:pt x="64" y="46"/>
                </a:cubicBezTo>
                <a:cubicBezTo>
                  <a:pt x="63" y="46"/>
                  <a:pt x="62" y="46"/>
                  <a:pt x="61" y="46"/>
                </a:cubicBezTo>
                <a:cubicBezTo>
                  <a:pt x="61" y="46"/>
                  <a:pt x="60" y="46"/>
                  <a:pt x="59" y="46"/>
                </a:cubicBezTo>
                <a:cubicBezTo>
                  <a:pt x="27" y="38"/>
                  <a:pt x="27" y="38"/>
                  <a:pt x="27" y="38"/>
                </a:cubicBezTo>
                <a:cubicBezTo>
                  <a:pt x="27" y="69"/>
                  <a:pt x="27" y="69"/>
                  <a:pt x="27" y="69"/>
                </a:cubicBezTo>
                <a:cubicBezTo>
                  <a:pt x="27" y="73"/>
                  <a:pt x="38" y="80"/>
                  <a:pt x="61" y="80"/>
                </a:cubicBezTo>
                <a:cubicBezTo>
                  <a:pt x="84" y="80"/>
                  <a:pt x="96" y="73"/>
                  <a:pt x="96" y="69"/>
                </a:cubicBezTo>
                <a:lnTo>
                  <a:pt x="96" y="38"/>
                </a:lnTo>
                <a:close/>
                <a:moveTo>
                  <a:pt x="112" y="27"/>
                </a:moveTo>
                <a:cubicBezTo>
                  <a:pt x="114" y="26"/>
                  <a:pt x="115" y="25"/>
                  <a:pt x="115" y="23"/>
                </a:cubicBezTo>
                <a:cubicBezTo>
                  <a:pt x="115" y="21"/>
                  <a:pt x="114" y="19"/>
                  <a:pt x="112" y="19"/>
                </a:cubicBezTo>
                <a:cubicBezTo>
                  <a:pt x="62" y="8"/>
                  <a:pt x="62" y="8"/>
                  <a:pt x="62" y="8"/>
                </a:cubicBezTo>
                <a:cubicBezTo>
                  <a:pt x="61" y="7"/>
                  <a:pt x="61" y="7"/>
                  <a:pt x="61" y="7"/>
                </a:cubicBezTo>
                <a:cubicBezTo>
                  <a:pt x="61" y="8"/>
                  <a:pt x="61" y="8"/>
                  <a:pt x="61" y="8"/>
                </a:cubicBezTo>
                <a:cubicBezTo>
                  <a:pt x="11" y="19"/>
                  <a:pt x="11" y="19"/>
                  <a:pt x="11" y="19"/>
                </a:cubicBezTo>
                <a:cubicBezTo>
                  <a:pt x="9" y="19"/>
                  <a:pt x="8" y="21"/>
                  <a:pt x="8" y="23"/>
                </a:cubicBezTo>
                <a:cubicBezTo>
                  <a:pt x="8" y="25"/>
                  <a:pt x="9" y="26"/>
                  <a:pt x="11" y="27"/>
                </a:cubicBezTo>
                <a:cubicBezTo>
                  <a:pt x="61" y="38"/>
                  <a:pt x="61" y="38"/>
                  <a:pt x="61" y="38"/>
                </a:cubicBezTo>
                <a:cubicBezTo>
                  <a:pt x="61" y="38"/>
                  <a:pt x="61" y="38"/>
                  <a:pt x="61" y="38"/>
                </a:cubicBezTo>
                <a:cubicBezTo>
                  <a:pt x="62" y="38"/>
                  <a:pt x="62" y="38"/>
                  <a:pt x="62" y="38"/>
                </a:cubicBezTo>
                <a:lnTo>
                  <a:pt x="112" y="27"/>
                </a:lnTo>
                <a:close/>
                <a:moveTo>
                  <a:pt x="112" y="27"/>
                </a:moveTo>
                <a:cubicBezTo>
                  <a:pt x="112" y="27"/>
                  <a:pt x="112" y="27"/>
                  <a:pt x="112" y="27"/>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8" name="Group 92"/>
          <p:cNvGrpSpPr/>
          <p:nvPr/>
        </p:nvGrpSpPr>
        <p:grpSpPr>
          <a:xfrm>
            <a:off x="6268556" y="2219139"/>
            <a:ext cx="360363" cy="360363"/>
            <a:chOff x="8780463" y="1906588"/>
            <a:chExt cx="360363" cy="360363"/>
          </a:xfrm>
          <a:solidFill>
            <a:schemeClr val="accent4"/>
          </a:solidFill>
        </p:grpSpPr>
        <p:sp>
          <p:nvSpPr>
            <p:cNvPr id="94"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00" name="Freeform 144"/>
          <p:cNvSpPr>
            <a:spLocks noEditPoints="1"/>
          </p:cNvSpPr>
          <p:nvPr/>
        </p:nvSpPr>
        <p:spPr bwMode="auto">
          <a:xfrm>
            <a:off x="2585153" y="2914402"/>
            <a:ext cx="368300" cy="360363"/>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p:cTn id="16" dur="500" fill="hold"/>
                                        <p:tgtEl>
                                          <p:spTgt spid="17"/>
                                        </p:tgtEl>
                                        <p:attrNameLst>
                                          <p:attrName>ppt_w</p:attrName>
                                        </p:attrNameLst>
                                      </p:cBhvr>
                                      <p:tavLst>
                                        <p:tav tm="0">
                                          <p:val>
                                            <p:fltVal val="0"/>
                                          </p:val>
                                        </p:tav>
                                        <p:tav tm="100000">
                                          <p:val>
                                            <p:strVal val="#ppt_w"/>
                                          </p:val>
                                        </p:tav>
                                      </p:tavLst>
                                    </p:anim>
                                    <p:anim calcmode="lin" valueType="num">
                                      <p:cBhvr>
                                        <p:cTn id="17" dur="500" fill="hold"/>
                                        <p:tgtEl>
                                          <p:spTgt spid="17"/>
                                        </p:tgtEl>
                                        <p:attrNameLst>
                                          <p:attrName>ppt_h</p:attrName>
                                        </p:attrNameLst>
                                      </p:cBhvr>
                                      <p:tavLst>
                                        <p:tav tm="0">
                                          <p:val>
                                            <p:fltVal val="0"/>
                                          </p:val>
                                        </p:tav>
                                        <p:tav tm="100000">
                                          <p:val>
                                            <p:strVal val="#ppt_h"/>
                                          </p:val>
                                        </p:tav>
                                      </p:tavLst>
                                    </p:anim>
                                    <p:animEffect transition="in" filter="fade">
                                      <p:cBhvr>
                                        <p:cTn id="18" dur="500"/>
                                        <p:tgtEl>
                                          <p:spTgt spid="17"/>
                                        </p:tgtEl>
                                      </p:cBhvr>
                                    </p:animEffect>
                                  </p:childTnLst>
                                </p:cTn>
                              </p:par>
                            </p:childTnLst>
                          </p:cTn>
                        </p:par>
                        <p:par>
                          <p:cTn id="19" fill="hold">
                            <p:stCondLst>
                              <p:cond delay="1500"/>
                            </p:stCondLst>
                            <p:childTnLst>
                              <p:par>
                                <p:cTn id="20" presetID="22" presetClass="entr" presetSubtype="2"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500"/>
                                        <p:tgtEl>
                                          <p:spTgt spid="13"/>
                                        </p:tgtEl>
                                      </p:cBhvr>
                                    </p:animEffect>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wipe(left)">
                                      <p:cBhvr>
                                        <p:cTn id="26" dur="500"/>
                                        <p:tgtEl>
                                          <p:spTgt spid="5"/>
                                        </p:tgtEl>
                                      </p:cBhvr>
                                    </p:animEffect>
                                  </p:childTnLst>
                                </p:cTn>
                              </p:par>
                            </p:childTnLst>
                          </p:cTn>
                        </p:par>
                        <p:par>
                          <p:cTn id="27" fill="hold">
                            <p:stCondLst>
                              <p:cond delay="2500"/>
                            </p:stCondLst>
                            <p:childTnLst>
                              <p:par>
                                <p:cTn id="28" presetID="53" presetClass="entr" presetSubtype="0" fill="hold" grpId="0" nodeType="afterEffect">
                                  <p:stCondLst>
                                    <p:cond delay="0"/>
                                  </p:stCondLst>
                                  <p:childTnLst>
                                    <p:set>
                                      <p:cBhvr>
                                        <p:cTn id="29" dur="1" fill="hold">
                                          <p:stCondLst>
                                            <p:cond delay="0"/>
                                          </p:stCondLst>
                                        </p:cTn>
                                        <p:tgtEl>
                                          <p:spTgt spid="92"/>
                                        </p:tgtEl>
                                        <p:attrNameLst>
                                          <p:attrName>style.visibility</p:attrName>
                                        </p:attrNameLst>
                                      </p:cBhvr>
                                      <p:to>
                                        <p:strVal val="visible"/>
                                      </p:to>
                                    </p:set>
                                    <p:anim calcmode="lin" valueType="num">
                                      <p:cBhvr>
                                        <p:cTn id="30" dur="500" fill="hold"/>
                                        <p:tgtEl>
                                          <p:spTgt spid="92"/>
                                        </p:tgtEl>
                                        <p:attrNameLst>
                                          <p:attrName>ppt_w</p:attrName>
                                        </p:attrNameLst>
                                      </p:cBhvr>
                                      <p:tavLst>
                                        <p:tav tm="0">
                                          <p:val>
                                            <p:fltVal val="0"/>
                                          </p:val>
                                        </p:tav>
                                        <p:tav tm="100000">
                                          <p:val>
                                            <p:strVal val="#ppt_w"/>
                                          </p:val>
                                        </p:tav>
                                      </p:tavLst>
                                    </p:anim>
                                    <p:anim calcmode="lin" valueType="num">
                                      <p:cBhvr>
                                        <p:cTn id="31" dur="500" fill="hold"/>
                                        <p:tgtEl>
                                          <p:spTgt spid="92"/>
                                        </p:tgtEl>
                                        <p:attrNameLst>
                                          <p:attrName>ppt_h</p:attrName>
                                        </p:attrNameLst>
                                      </p:cBhvr>
                                      <p:tavLst>
                                        <p:tav tm="0">
                                          <p:val>
                                            <p:fltVal val="0"/>
                                          </p:val>
                                        </p:tav>
                                        <p:tav tm="100000">
                                          <p:val>
                                            <p:strVal val="#ppt_h"/>
                                          </p:val>
                                        </p:tav>
                                      </p:tavLst>
                                    </p:anim>
                                    <p:animEffect transition="in" filter="fade">
                                      <p:cBhvr>
                                        <p:cTn id="32" dur="500"/>
                                        <p:tgtEl>
                                          <p:spTgt spid="92"/>
                                        </p:tgtEl>
                                      </p:cBhvr>
                                    </p:animEffect>
                                  </p:childTnLst>
                                </p:cTn>
                              </p:par>
                            </p:childTnLst>
                          </p:cTn>
                        </p:par>
                        <p:par>
                          <p:cTn id="33" fill="hold">
                            <p:stCondLst>
                              <p:cond delay="3000"/>
                            </p:stCondLst>
                            <p:childTnLst>
                              <p:par>
                                <p:cTn id="34" presetID="22" presetClass="entr" presetSubtype="8" fill="hold" nodeType="after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wipe(left)">
                                      <p:cBhvr>
                                        <p:cTn id="36" dur="500"/>
                                        <p:tgtEl>
                                          <p:spTgt spid="15"/>
                                        </p:tgtEl>
                                      </p:cBhvr>
                                    </p:animEffect>
                                  </p:childTnLst>
                                </p:cTn>
                              </p:par>
                            </p:childTnLst>
                          </p:cTn>
                        </p:par>
                        <p:par>
                          <p:cTn id="37" fill="hold">
                            <p:stCondLst>
                              <p:cond delay="3500"/>
                            </p:stCondLst>
                            <p:childTnLst>
                              <p:par>
                                <p:cTn id="38" presetID="22" presetClass="entr" presetSubtype="2" fill="hold"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wipe(right)">
                                      <p:cBhvr>
                                        <p:cTn id="40" dur="500"/>
                                        <p:tgtEl>
                                          <p:spTgt spid="11"/>
                                        </p:tgtEl>
                                      </p:cBhvr>
                                    </p:animEffect>
                                  </p:childTnLst>
                                </p:cTn>
                              </p:par>
                            </p:childTnLst>
                          </p:cTn>
                        </p:par>
                        <p:par>
                          <p:cTn id="41" fill="hold">
                            <p:stCondLst>
                              <p:cond delay="4000"/>
                            </p:stCondLst>
                            <p:childTnLst>
                              <p:par>
                                <p:cTn id="42" presetID="53" presetClass="entr" presetSubtype="0" fill="hold" grpId="0" nodeType="afterEffect">
                                  <p:stCondLst>
                                    <p:cond delay="0"/>
                                  </p:stCondLst>
                                  <p:childTnLst>
                                    <p:set>
                                      <p:cBhvr>
                                        <p:cTn id="43" dur="1" fill="hold">
                                          <p:stCondLst>
                                            <p:cond delay="0"/>
                                          </p:stCondLst>
                                        </p:cTn>
                                        <p:tgtEl>
                                          <p:spTgt spid="100"/>
                                        </p:tgtEl>
                                        <p:attrNameLst>
                                          <p:attrName>style.visibility</p:attrName>
                                        </p:attrNameLst>
                                      </p:cBhvr>
                                      <p:to>
                                        <p:strVal val="visible"/>
                                      </p:to>
                                    </p:set>
                                    <p:anim calcmode="lin" valueType="num">
                                      <p:cBhvr>
                                        <p:cTn id="44" dur="500" fill="hold"/>
                                        <p:tgtEl>
                                          <p:spTgt spid="100"/>
                                        </p:tgtEl>
                                        <p:attrNameLst>
                                          <p:attrName>ppt_w</p:attrName>
                                        </p:attrNameLst>
                                      </p:cBhvr>
                                      <p:tavLst>
                                        <p:tav tm="0">
                                          <p:val>
                                            <p:fltVal val="0"/>
                                          </p:val>
                                        </p:tav>
                                        <p:tav tm="100000">
                                          <p:val>
                                            <p:strVal val="#ppt_w"/>
                                          </p:val>
                                        </p:tav>
                                      </p:tavLst>
                                    </p:anim>
                                    <p:anim calcmode="lin" valueType="num">
                                      <p:cBhvr>
                                        <p:cTn id="45" dur="500" fill="hold"/>
                                        <p:tgtEl>
                                          <p:spTgt spid="100"/>
                                        </p:tgtEl>
                                        <p:attrNameLst>
                                          <p:attrName>ppt_h</p:attrName>
                                        </p:attrNameLst>
                                      </p:cBhvr>
                                      <p:tavLst>
                                        <p:tav tm="0">
                                          <p:val>
                                            <p:fltVal val="0"/>
                                          </p:val>
                                        </p:tav>
                                        <p:tav tm="100000">
                                          <p:val>
                                            <p:strVal val="#ppt_h"/>
                                          </p:val>
                                        </p:tav>
                                      </p:tavLst>
                                    </p:anim>
                                    <p:animEffect transition="in" filter="fade">
                                      <p:cBhvr>
                                        <p:cTn id="46" dur="500"/>
                                        <p:tgtEl>
                                          <p:spTgt spid="100"/>
                                        </p:tgtEl>
                                      </p:cBhvr>
                                    </p:animEffect>
                                  </p:childTnLst>
                                </p:cTn>
                              </p:par>
                            </p:childTnLst>
                          </p:cTn>
                        </p:par>
                        <p:par>
                          <p:cTn id="47" fill="hold">
                            <p:stCondLst>
                              <p:cond delay="4500"/>
                            </p:stCondLst>
                            <p:childTnLst>
                              <p:par>
                                <p:cTn id="48" presetID="22" presetClass="entr" presetSubtype="2" fill="hold" nodeType="after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wipe(right)">
                                      <p:cBhvr>
                                        <p:cTn id="50" dur="500"/>
                                        <p:tgtEl>
                                          <p:spTgt spid="14"/>
                                        </p:tgtEl>
                                      </p:cBhvr>
                                    </p:animEffect>
                                  </p:childTnLst>
                                </p:cTn>
                              </p:par>
                            </p:childTnLst>
                          </p:cTn>
                        </p:par>
                        <p:par>
                          <p:cTn id="51" fill="hold">
                            <p:stCondLst>
                              <p:cond delay="5000"/>
                            </p:stCondLst>
                            <p:childTnLst>
                              <p:par>
                                <p:cTn id="52" presetID="22" presetClass="entr" presetSubtype="8" fill="hold" nodeType="after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wipe(left)">
                                      <p:cBhvr>
                                        <p:cTn id="54" dur="500"/>
                                        <p:tgtEl>
                                          <p:spTgt spid="9"/>
                                        </p:tgtEl>
                                      </p:cBhvr>
                                    </p:animEffect>
                                  </p:childTnLst>
                                </p:cTn>
                              </p:par>
                            </p:childTnLst>
                          </p:cTn>
                        </p:par>
                        <p:par>
                          <p:cTn id="55" fill="hold">
                            <p:stCondLst>
                              <p:cond delay="5500"/>
                            </p:stCondLst>
                            <p:childTnLst>
                              <p:par>
                                <p:cTn id="56" presetID="53" presetClass="entr" presetSubtype="0" fill="hold" nodeType="after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Effect transition="in" filter="fade">
                                      <p:cBhvr>
                                        <p:cTn id="60" dur="500"/>
                                        <p:tgtEl>
                                          <p:spTgt spid="18"/>
                                        </p:tgtEl>
                                      </p:cBhvr>
                                    </p:animEffect>
                                  </p:childTnLst>
                                </p:cTn>
                              </p:par>
                            </p:childTnLst>
                          </p:cTn>
                        </p:par>
                        <p:par>
                          <p:cTn id="61" fill="hold">
                            <p:stCondLst>
                              <p:cond delay="6000"/>
                            </p:stCondLst>
                            <p:childTnLst>
                              <p:par>
                                <p:cTn id="62" presetID="22" presetClass="entr" presetSubtype="8" fill="hold"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100"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Income Management</a:t>
            </a:r>
            <a:endParaRPr lang="en-US" dirty="0"/>
          </a:p>
        </p:txBody>
      </p:sp>
      <p:sp>
        <p:nvSpPr>
          <p:cNvPr id="8" name="Text Placeholder 7"/>
          <p:cNvSpPr>
            <a:spLocks noGrp="1"/>
          </p:cNvSpPr>
          <p:nvPr>
            <p:ph type="body" sz="half" idx="2"/>
          </p:nvPr>
        </p:nvSpPr>
        <p:spPr/>
        <p:txBody>
          <a:bodyPr/>
          <a:lstStyle/>
          <a:p>
            <a:r>
              <a:rPr lang="en-US"/>
              <a:t>Income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149</a:t>
            </a:fld>
            <a:endParaRPr lang="en-US" dirty="0"/>
          </a:p>
        </p:txBody>
      </p:sp>
      <p:grpSp>
        <p:nvGrpSpPr>
          <p:cNvPr id="2" name="Group 161"/>
          <p:cNvGrpSpPr/>
          <p:nvPr/>
        </p:nvGrpSpPr>
        <p:grpSpPr>
          <a:xfrm>
            <a:off x="4876800" y="4104589"/>
            <a:ext cx="911586" cy="556389"/>
            <a:chOff x="4908913" y="4079642"/>
            <a:chExt cx="927614" cy="566172"/>
          </a:xfrm>
        </p:grpSpPr>
        <p:sp>
          <p:nvSpPr>
            <p:cNvPr id="4153" name="Freeform 57"/>
            <p:cNvSpPr>
              <a:spLocks/>
            </p:cNvSpPr>
            <p:nvPr/>
          </p:nvSpPr>
          <p:spPr bwMode="auto">
            <a:xfrm>
              <a:off x="4908913" y="4357673"/>
              <a:ext cx="927614" cy="288141"/>
            </a:xfrm>
            <a:custGeom>
              <a:avLst/>
              <a:gdLst/>
              <a:ahLst/>
              <a:cxnLst>
                <a:cxn ang="0">
                  <a:pos x="355" y="0"/>
                </a:cxn>
                <a:cxn ang="0">
                  <a:pos x="355" y="0"/>
                </a:cxn>
                <a:cxn ang="0">
                  <a:pos x="323" y="35"/>
                </a:cxn>
                <a:cxn ang="0">
                  <a:pos x="291" y="50"/>
                </a:cxn>
                <a:cxn ang="0">
                  <a:pos x="258" y="59"/>
                </a:cxn>
                <a:cxn ang="0">
                  <a:pos x="226" y="65"/>
                </a:cxn>
                <a:cxn ang="0">
                  <a:pos x="194" y="68"/>
                </a:cxn>
                <a:cxn ang="0">
                  <a:pos x="178" y="68"/>
                </a:cxn>
                <a:cxn ang="0">
                  <a:pos x="161" y="68"/>
                </a:cxn>
                <a:cxn ang="0">
                  <a:pos x="129" y="65"/>
                </a:cxn>
                <a:cxn ang="0">
                  <a:pos x="97" y="59"/>
                </a:cxn>
                <a:cxn ang="0">
                  <a:pos x="64" y="50"/>
                </a:cxn>
                <a:cxn ang="0">
                  <a:pos x="32" y="34"/>
                </a:cxn>
                <a:cxn ang="0">
                  <a:pos x="0" y="0"/>
                </a:cxn>
                <a:cxn ang="0">
                  <a:pos x="0" y="0"/>
                </a:cxn>
                <a:cxn ang="0">
                  <a:pos x="0" y="43"/>
                </a:cxn>
                <a:cxn ang="0">
                  <a:pos x="32" y="76"/>
                </a:cxn>
                <a:cxn ang="0">
                  <a:pos x="64" y="92"/>
                </a:cxn>
                <a:cxn ang="0">
                  <a:pos x="97" y="101"/>
                </a:cxn>
                <a:cxn ang="0">
                  <a:pos x="129" y="107"/>
                </a:cxn>
                <a:cxn ang="0">
                  <a:pos x="161" y="110"/>
                </a:cxn>
                <a:cxn ang="0">
                  <a:pos x="178" y="110"/>
                </a:cxn>
                <a:cxn ang="0">
                  <a:pos x="194" y="110"/>
                </a:cxn>
                <a:cxn ang="0">
                  <a:pos x="226" y="107"/>
                </a:cxn>
                <a:cxn ang="0">
                  <a:pos x="258" y="101"/>
                </a:cxn>
                <a:cxn ang="0">
                  <a:pos x="291" y="92"/>
                </a:cxn>
                <a:cxn ang="0">
                  <a:pos x="323" y="76"/>
                </a:cxn>
                <a:cxn ang="0">
                  <a:pos x="355" y="43"/>
                </a:cxn>
                <a:cxn ang="0">
                  <a:pos x="355" y="0"/>
                </a:cxn>
              </a:cxnLst>
              <a:rect l="0" t="0" r="r" b="b"/>
              <a:pathLst>
                <a:path w="355" h="110">
                  <a:moveTo>
                    <a:pt x="355" y="0"/>
                  </a:moveTo>
                  <a:cubicBezTo>
                    <a:pt x="355" y="0"/>
                    <a:pt x="355" y="0"/>
                    <a:pt x="355" y="0"/>
                  </a:cubicBezTo>
                  <a:cubicBezTo>
                    <a:pt x="351" y="13"/>
                    <a:pt x="339" y="25"/>
                    <a:pt x="323" y="35"/>
                  </a:cubicBezTo>
                  <a:cubicBezTo>
                    <a:pt x="314" y="40"/>
                    <a:pt x="303" y="46"/>
                    <a:pt x="291" y="50"/>
                  </a:cubicBezTo>
                  <a:cubicBezTo>
                    <a:pt x="281" y="54"/>
                    <a:pt x="270" y="57"/>
                    <a:pt x="258" y="59"/>
                  </a:cubicBezTo>
                  <a:cubicBezTo>
                    <a:pt x="248" y="62"/>
                    <a:pt x="237" y="64"/>
                    <a:pt x="226" y="65"/>
                  </a:cubicBezTo>
                  <a:cubicBezTo>
                    <a:pt x="216" y="66"/>
                    <a:pt x="205" y="67"/>
                    <a:pt x="194" y="68"/>
                  </a:cubicBezTo>
                  <a:cubicBezTo>
                    <a:pt x="189" y="68"/>
                    <a:pt x="183" y="68"/>
                    <a:pt x="178" y="68"/>
                  </a:cubicBezTo>
                  <a:cubicBezTo>
                    <a:pt x="172" y="68"/>
                    <a:pt x="167" y="68"/>
                    <a:pt x="161" y="68"/>
                  </a:cubicBezTo>
                  <a:cubicBezTo>
                    <a:pt x="150" y="67"/>
                    <a:pt x="139" y="66"/>
                    <a:pt x="129" y="65"/>
                  </a:cubicBezTo>
                  <a:cubicBezTo>
                    <a:pt x="118" y="64"/>
                    <a:pt x="107" y="62"/>
                    <a:pt x="97" y="59"/>
                  </a:cubicBezTo>
                  <a:cubicBezTo>
                    <a:pt x="85" y="57"/>
                    <a:pt x="74" y="53"/>
                    <a:pt x="64" y="50"/>
                  </a:cubicBezTo>
                  <a:cubicBezTo>
                    <a:pt x="52" y="45"/>
                    <a:pt x="41" y="40"/>
                    <a:pt x="32" y="34"/>
                  </a:cubicBezTo>
                  <a:cubicBezTo>
                    <a:pt x="16" y="24"/>
                    <a:pt x="5" y="13"/>
                    <a:pt x="0" y="0"/>
                  </a:cubicBezTo>
                  <a:cubicBezTo>
                    <a:pt x="0" y="0"/>
                    <a:pt x="0" y="0"/>
                    <a:pt x="0" y="0"/>
                  </a:cubicBezTo>
                  <a:cubicBezTo>
                    <a:pt x="0" y="43"/>
                    <a:pt x="0" y="43"/>
                    <a:pt x="0" y="43"/>
                  </a:cubicBezTo>
                  <a:cubicBezTo>
                    <a:pt x="6" y="55"/>
                    <a:pt x="17" y="66"/>
                    <a:pt x="32" y="76"/>
                  </a:cubicBezTo>
                  <a:cubicBezTo>
                    <a:pt x="41" y="82"/>
                    <a:pt x="52" y="87"/>
                    <a:pt x="64" y="92"/>
                  </a:cubicBezTo>
                  <a:cubicBezTo>
                    <a:pt x="74" y="95"/>
                    <a:pt x="85" y="99"/>
                    <a:pt x="97" y="101"/>
                  </a:cubicBezTo>
                  <a:cubicBezTo>
                    <a:pt x="107" y="104"/>
                    <a:pt x="118" y="106"/>
                    <a:pt x="129" y="107"/>
                  </a:cubicBezTo>
                  <a:cubicBezTo>
                    <a:pt x="139" y="109"/>
                    <a:pt x="150" y="110"/>
                    <a:pt x="161" y="110"/>
                  </a:cubicBezTo>
                  <a:cubicBezTo>
                    <a:pt x="167" y="110"/>
                    <a:pt x="172" y="110"/>
                    <a:pt x="178" y="110"/>
                  </a:cubicBezTo>
                  <a:cubicBezTo>
                    <a:pt x="183" y="110"/>
                    <a:pt x="189" y="110"/>
                    <a:pt x="194" y="110"/>
                  </a:cubicBezTo>
                  <a:cubicBezTo>
                    <a:pt x="205" y="110"/>
                    <a:pt x="216" y="109"/>
                    <a:pt x="226" y="107"/>
                  </a:cubicBezTo>
                  <a:cubicBezTo>
                    <a:pt x="237" y="106"/>
                    <a:pt x="248" y="104"/>
                    <a:pt x="258" y="101"/>
                  </a:cubicBezTo>
                  <a:cubicBezTo>
                    <a:pt x="270" y="99"/>
                    <a:pt x="281" y="96"/>
                    <a:pt x="291" y="92"/>
                  </a:cubicBezTo>
                  <a:cubicBezTo>
                    <a:pt x="303" y="87"/>
                    <a:pt x="314" y="82"/>
                    <a:pt x="323" y="76"/>
                  </a:cubicBezTo>
                  <a:cubicBezTo>
                    <a:pt x="339" y="67"/>
                    <a:pt x="350" y="55"/>
                    <a:pt x="355" y="43"/>
                  </a:cubicBezTo>
                  <a:cubicBezTo>
                    <a:pt x="355" y="0"/>
                    <a:pt x="355" y="0"/>
                    <a:pt x="355" y="0"/>
                  </a:cubicBezTo>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4" name="Oval 58"/>
            <p:cNvSpPr>
              <a:spLocks noChangeArrowheads="1"/>
            </p:cNvSpPr>
            <p:nvPr/>
          </p:nvSpPr>
          <p:spPr bwMode="auto">
            <a:xfrm>
              <a:off x="4908913" y="4079642"/>
              <a:ext cx="927614" cy="422103"/>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5" name="Freeform 59"/>
            <p:cNvSpPr>
              <a:spLocks/>
            </p:cNvSpPr>
            <p:nvPr/>
          </p:nvSpPr>
          <p:spPr bwMode="auto">
            <a:xfrm>
              <a:off x="4908913" y="4302067"/>
              <a:ext cx="927614" cy="285615"/>
            </a:xfrm>
            <a:custGeom>
              <a:avLst/>
              <a:gdLst/>
              <a:ahLst/>
              <a:cxnLst>
                <a:cxn ang="0">
                  <a:pos x="323" y="34"/>
                </a:cxn>
                <a:cxn ang="0">
                  <a:pos x="291" y="50"/>
                </a:cxn>
                <a:cxn ang="0">
                  <a:pos x="258" y="59"/>
                </a:cxn>
                <a:cxn ang="0">
                  <a:pos x="226" y="65"/>
                </a:cxn>
                <a:cxn ang="0">
                  <a:pos x="194" y="67"/>
                </a:cxn>
                <a:cxn ang="0">
                  <a:pos x="178" y="68"/>
                </a:cxn>
                <a:cxn ang="0">
                  <a:pos x="161" y="67"/>
                </a:cxn>
                <a:cxn ang="0">
                  <a:pos x="129" y="65"/>
                </a:cxn>
                <a:cxn ang="0">
                  <a:pos x="96" y="59"/>
                </a:cxn>
                <a:cxn ang="0">
                  <a:pos x="64" y="49"/>
                </a:cxn>
                <a:cxn ang="0">
                  <a:pos x="32" y="34"/>
                </a:cxn>
                <a:cxn ang="0">
                  <a:pos x="0" y="0"/>
                </a:cxn>
                <a:cxn ang="0">
                  <a:pos x="0" y="43"/>
                </a:cxn>
                <a:cxn ang="0">
                  <a:pos x="32" y="75"/>
                </a:cxn>
                <a:cxn ang="0">
                  <a:pos x="64" y="91"/>
                </a:cxn>
                <a:cxn ang="0">
                  <a:pos x="96" y="101"/>
                </a:cxn>
                <a:cxn ang="0">
                  <a:pos x="129" y="107"/>
                </a:cxn>
                <a:cxn ang="0">
                  <a:pos x="161" y="110"/>
                </a:cxn>
                <a:cxn ang="0">
                  <a:pos x="178" y="110"/>
                </a:cxn>
                <a:cxn ang="0">
                  <a:pos x="194" y="110"/>
                </a:cxn>
                <a:cxn ang="0">
                  <a:pos x="226" y="107"/>
                </a:cxn>
                <a:cxn ang="0">
                  <a:pos x="258" y="101"/>
                </a:cxn>
                <a:cxn ang="0">
                  <a:pos x="291" y="91"/>
                </a:cxn>
                <a:cxn ang="0">
                  <a:pos x="323" y="76"/>
                </a:cxn>
                <a:cxn ang="0">
                  <a:pos x="355" y="43"/>
                </a:cxn>
                <a:cxn ang="0">
                  <a:pos x="355" y="0"/>
                </a:cxn>
                <a:cxn ang="0">
                  <a:pos x="323" y="34"/>
                </a:cxn>
              </a:cxnLst>
              <a:rect l="0" t="0" r="r" b="b"/>
              <a:pathLst>
                <a:path w="355" h="110">
                  <a:moveTo>
                    <a:pt x="323" y="34"/>
                  </a:moveTo>
                  <a:cubicBezTo>
                    <a:pt x="314" y="40"/>
                    <a:pt x="303" y="45"/>
                    <a:pt x="291" y="50"/>
                  </a:cubicBezTo>
                  <a:cubicBezTo>
                    <a:pt x="281" y="53"/>
                    <a:pt x="270" y="56"/>
                    <a:pt x="258" y="59"/>
                  </a:cubicBezTo>
                  <a:cubicBezTo>
                    <a:pt x="248" y="61"/>
                    <a:pt x="237" y="63"/>
                    <a:pt x="226" y="65"/>
                  </a:cubicBezTo>
                  <a:cubicBezTo>
                    <a:pt x="215" y="66"/>
                    <a:pt x="205" y="67"/>
                    <a:pt x="194" y="67"/>
                  </a:cubicBezTo>
                  <a:cubicBezTo>
                    <a:pt x="188" y="68"/>
                    <a:pt x="183" y="68"/>
                    <a:pt x="178" y="68"/>
                  </a:cubicBezTo>
                  <a:cubicBezTo>
                    <a:pt x="172" y="68"/>
                    <a:pt x="167" y="68"/>
                    <a:pt x="161" y="67"/>
                  </a:cubicBezTo>
                  <a:cubicBezTo>
                    <a:pt x="150" y="67"/>
                    <a:pt x="139" y="66"/>
                    <a:pt x="129" y="65"/>
                  </a:cubicBezTo>
                  <a:cubicBezTo>
                    <a:pt x="118" y="63"/>
                    <a:pt x="107" y="61"/>
                    <a:pt x="96" y="59"/>
                  </a:cubicBezTo>
                  <a:cubicBezTo>
                    <a:pt x="85" y="56"/>
                    <a:pt x="74" y="53"/>
                    <a:pt x="64" y="49"/>
                  </a:cubicBezTo>
                  <a:cubicBezTo>
                    <a:pt x="52" y="45"/>
                    <a:pt x="41" y="40"/>
                    <a:pt x="32" y="34"/>
                  </a:cubicBezTo>
                  <a:cubicBezTo>
                    <a:pt x="16" y="24"/>
                    <a:pt x="5" y="12"/>
                    <a:pt x="0" y="0"/>
                  </a:cubicBezTo>
                  <a:cubicBezTo>
                    <a:pt x="0" y="43"/>
                    <a:pt x="0" y="43"/>
                    <a:pt x="0" y="43"/>
                  </a:cubicBezTo>
                  <a:cubicBezTo>
                    <a:pt x="5" y="55"/>
                    <a:pt x="16" y="66"/>
                    <a:pt x="32" y="75"/>
                  </a:cubicBezTo>
                  <a:cubicBezTo>
                    <a:pt x="41" y="81"/>
                    <a:pt x="52" y="87"/>
                    <a:pt x="64" y="91"/>
                  </a:cubicBezTo>
                  <a:cubicBezTo>
                    <a:pt x="74" y="95"/>
                    <a:pt x="85" y="98"/>
                    <a:pt x="96" y="101"/>
                  </a:cubicBezTo>
                  <a:cubicBezTo>
                    <a:pt x="107" y="103"/>
                    <a:pt x="118" y="105"/>
                    <a:pt x="129" y="107"/>
                  </a:cubicBezTo>
                  <a:cubicBezTo>
                    <a:pt x="139" y="108"/>
                    <a:pt x="150" y="109"/>
                    <a:pt x="161" y="110"/>
                  </a:cubicBezTo>
                  <a:cubicBezTo>
                    <a:pt x="167" y="110"/>
                    <a:pt x="172" y="110"/>
                    <a:pt x="178" y="110"/>
                  </a:cubicBezTo>
                  <a:cubicBezTo>
                    <a:pt x="183" y="110"/>
                    <a:pt x="188" y="110"/>
                    <a:pt x="194" y="110"/>
                  </a:cubicBezTo>
                  <a:cubicBezTo>
                    <a:pt x="205" y="109"/>
                    <a:pt x="215" y="108"/>
                    <a:pt x="226" y="107"/>
                  </a:cubicBezTo>
                  <a:cubicBezTo>
                    <a:pt x="237" y="105"/>
                    <a:pt x="248" y="103"/>
                    <a:pt x="258" y="101"/>
                  </a:cubicBezTo>
                  <a:cubicBezTo>
                    <a:pt x="270" y="98"/>
                    <a:pt x="281" y="95"/>
                    <a:pt x="291" y="91"/>
                  </a:cubicBezTo>
                  <a:cubicBezTo>
                    <a:pt x="303" y="87"/>
                    <a:pt x="314" y="82"/>
                    <a:pt x="323" y="76"/>
                  </a:cubicBezTo>
                  <a:cubicBezTo>
                    <a:pt x="339" y="66"/>
                    <a:pt x="350" y="55"/>
                    <a:pt x="355" y="43"/>
                  </a:cubicBezTo>
                  <a:cubicBezTo>
                    <a:pt x="355" y="0"/>
                    <a:pt x="355" y="0"/>
                    <a:pt x="355" y="0"/>
                  </a:cubicBezTo>
                  <a:cubicBezTo>
                    <a:pt x="351" y="12"/>
                    <a:pt x="339" y="24"/>
                    <a:pt x="323" y="34"/>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6" name="Freeform 60"/>
            <p:cNvSpPr>
              <a:spLocks noEditPoints="1"/>
            </p:cNvSpPr>
            <p:nvPr/>
          </p:nvSpPr>
          <p:spPr bwMode="auto">
            <a:xfrm>
              <a:off x="4987266" y="4112501"/>
              <a:ext cx="773433" cy="328582"/>
            </a:xfrm>
            <a:custGeom>
              <a:avLst/>
              <a:gdLst/>
              <a:ahLst/>
              <a:cxnLst>
                <a:cxn ang="0">
                  <a:pos x="148" y="126"/>
                </a:cxn>
                <a:cxn ang="0">
                  <a:pos x="148" y="126"/>
                </a:cxn>
                <a:cxn ang="0">
                  <a:pos x="0" y="63"/>
                </a:cxn>
                <a:cxn ang="0">
                  <a:pos x="148" y="0"/>
                </a:cxn>
                <a:cxn ang="0">
                  <a:pos x="296" y="63"/>
                </a:cxn>
                <a:cxn ang="0">
                  <a:pos x="148" y="126"/>
                </a:cxn>
                <a:cxn ang="0">
                  <a:pos x="148" y="18"/>
                </a:cxn>
                <a:cxn ang="0">
                  <a:pos x="17" y="63"/>
                </a:cxn>
                <a:cxn ang="0">
                  <a:pos x="148" y="109"/>
                </a:cxn>
                <a:cxn ang="0">
                  <a:pos x="279" y="63"/>
                </a:cxn>
                <a:cxn ang="0">
                  <a:pos x="148" y="18"/>
                </a:cxn>
              </a:cxnLst>
              <a:rect l="0" t="0" r="r" b="b"/>
              <a:pathLst>
                <a:path w="296" h="126">
                  <a:moveTo>
                    <a:pt x="148" y="126"/>
                  </a:moveTo>
                  <a:cubicBezTo>
                    <a:pt x="148" y="126"/>
                    <a:pt x="148" y="126"/>
                    <a:pt x="148" y="126"/>
                  </a:cubicBezTo>
                  <a:cubicBezTo>
                    <a:pt x="76" y="126"/>
                    <a:pt x="0" y="104"/>
                    <a:pt x="0" y="63"/>
                  </a:cubicBezTo>
                  <a:cubicBezTo>
                    <a:pt x="0" y="22"/>
                    <a:pt x="76" y="0"/>
                    <a:pt x="148" y="0"/>
                  </a:cubicBezTo>
                  <a:cubicBezTo>
                    <a:pt x="220" y="0"/>
                    <a:pt x="296" y="22"/>
                    <a:pt x="296" y="63"/>
                  </a:cubicBezTo>
                  <a:cubicBezTo>
                    <a:pt x="296" y="104"/>
                    <a:pt x="220" y="126"/>
                    <a:pt x="148" y="126"/>
                  </a:cubicBezTo>
                  <a:moveTo>
                    <a:pt x="148" y="18"/>
                  </a:moveTo>
                  <a:cubicBezTo>
                    <a:pt x="71" y="18"/>
                    <a:pt x="17" y="42"/>
                    <a:pt x="17" y="63"/>
                  </a:cubicBezTo>
                  <a:cubicBezTo>
                    <a:pt x="17" y="85"/>
                    <a:pt x="71" y="109"/>
                    <a:pt x="148" y="109"/>
                  </a:cubicBezTo>
                  <a:cubicBezTo>
                    <a:pt x="225" y="109"/>
                    <a:pt x="279" y="85"/>
                    <a:pt x="279" y="63"/>
                  </a:cubicBezTo>
                  <a:cubicBezTo>
                    <a:pt x="279" y="42"/>
                    <a:pt x="225" y="18"/>
                    <a:pt x="148" y="18"/>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208"/>
          <p:cNvGrpSpPr/>
          <p:nvPr/>
        </p:nvGrpSpPr>
        <p:grpSpPr>
          <a:xfrm>
            <a:off x="5897492" y="3376229"/>
            <a:ext cx="911586" cy="1276307"/>
            <a:chOff x="2677732" y="1646868"/>
            <a:chExt cx="927614" cy="1298749"/>
          </a:xfrm>
        </p:grpSpPr>
        <p:sp>
          <p:nvSpPr>
            <p:cNvPr id="4101" name="Freeform 5"/>
            <p:cNvSpPr>
              <a:spLocks/>
            </p:cNvSpPr>
            <p:nvPr/>
          </p:nvSpPr>
          <p:spPr bwMode="auto">
            <a:xfrm>
              <a:off x="2677732" y="2657476"/>
              <a:ext cx="927614" cy="288141"/>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198"/>
            <p:cNvGrpSpPr/>
            <p:nvPr/>
          </p:nvGrpSpPr>
          <p:grpSpPr>
            <a:xfrm>
              <a:off x="2677732" y="2373939"/>
              <a:ext cx="927614" cy="505511"/>
              <a:chOff x="2677732" y="2060123"/>
              <a:chExt cx="927614" cy="505511"/>
            </a:xfrm>
          </p:grpSpPr>
          <p:sp>
            <p:nvSpPr>
              <p:cNvPr id="20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202"/>
            <p:cNvGrpSpPr/>
            <p:nvPr/>
          </p:nvGrpSpPr>
          <p:grpSpPr>
            <a:xfrm>
              <a:off x="2677732" y="2230109"/>
              <a:ext cx="927614" cy="540707"/>
              <a:chOff x="2677732" y="1646868"/>
              <a:chExt cx="927614" cy="540707"/>
            </a:xfrm>
          </p:grpSpPr>
          <p:sp>
            <p:nvSpPr>
              <p:cNvPr id="204"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204"/>
              <p:cNvGrpSpPr/>
              <p:nvPr/>
            </p:nvGrpSpPr>
            <p:grpSpPr>
              <a:xfrm>
                <a:off x="2677732" y="1646868"/>
                <a:ext cx="927614" cy="505511"/>
                <a:chOff x="2677732" y="2060123"/>
                <a:chExt cx="927614" cy="505511"/>
              </a:xfrm>
            </p:grpSpPr>
            <p:sp>
              <p:nvSpPr>
                <p:cNvPr id="206"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9" name="Group 184"/>
            <p:cNvGrpSpPr/>
            <p:nvPr/>
          </p:nvGrpSpPr>
          <p:grpSpPr>
            <a:xfrm>
              <a:off x="2677732" y="2084477"/>
              <a:ext cx="927614" cy="540707"/>
              <a:chOff x="2677732" y="1646868"/>
              <a:chExt cx="927614" cy="540707"/>
            </a:xfrm>
          </p:grpSpPr>
          <p:sp>
            <p:nvSpPr>
              <p:cNvPr id="186"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 name="Group 186"/>
              <p:cNvGrpSpPr/>
              <p:nvPr/>
            </p:nvGrpSpPr>
            <p:grpSpPr>
              <a:xfrm>
                <a:off x="2677732" y="1646868"/>
                <a:ext cx="927614" cy="505511"/>
                <a:chOff x="2677732" y="2060123"/>
                <a:chExt cx="927614" cy="505511"/>
              </a:xfrm>
            </p:grpSpPr>
            <p:sp>
              <p:nvSpPr>
                <p:cNvPr id="188"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1" name="Group 190"/>
            <p:cNvGrpSpPr/>
            <p:nvPr/>
          </p:nvGrpSpPr>
          <p:grpSpPr>
            <a:xfrm>
              <a:off x="2677732" y="1940647"/>
              <a:ext cx="927614" cy="540707"/>
              <a:chOff x="2677732" y="1646868"/>
              <a:chExt cx="927614" cy="540707"/>
            </a:xfrm>
          </p:grpSpPr>
          <p:sp>
            <p:nvSpPr>
              <p:cNvPr id="19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 name="Group 192"/>
              <p:cNvGrpSpPr/>
              <p:nvPr/>
            </p:nvGrpSpPr>
            <p:grpSpPr>
              <a:xfrm>
                <a:off x="2677732" y="1646868"/>
                <a:ext cx="927614" cy="505511"/>
                <a:chOff x="2677732" y="2060123"/>
                <a:chExt cx="927614" cy="505511"/>
              </a:xfrm>
            </p:grpSpPr>
            <p:sp>
              <p:nvSpPr>
                <p:cNvPr id="194"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 name="Group 178"/>
            <p:cNvGrpSpPr/>
            <p:nvPr/>
          </p:nvGrpSpPr>
          <p:grpSpPr>
            <a:xfrm>
              <a:off x="2677732" y="1790698"/>
              <a:ext cx="927614" cy="540707"/>
              <a:chOff x="2677732" y="1646868"/>
              <a:chExt cx="927614" cy="540707"/>
            </a:xfrm>
          </p:grpSpPr>
          <p:sp>
            <p:nvSpPr>
              <p:cNvPr id="180"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180"/>
              <p:cNvGrpSpPr/>
              <p:nvPr/>
            </p:nvGrpSpPr>
            <p:grpSpPr>
              <a:xfrm>
                <a:off x="2677732" y="1646868"/>
                <a:ext cx="927614" cy="505511"/>
                <a:chOff x="2677732" y="2060123"/>
                <a:chExt cx="927614" cy="505511"/>
              </a:xfrm>
            </p:grpSpPr>
            <p:sp>
              <p:nvSpPr>
                <p:cNvPr id="182"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177"/>
            <p:cNvGrpSpPr/>
            <p:nvPr/>
          </p:nvGrpSpPr>
          <p:grpSpPr>
            <a:xfrm>
              <a:off x="2677732" y="1646868"/>
              <a:ext cx="927614" cy="540707"/>
              <a:chOff x="2677732" y="1646868"/>
              <a:chExt cx="927614" cy="540707"/>
            </a:xfrm>
          </p:grpSpPr>
          <p:sp>
            <p:nvSpPr>
              <p:cNvPr id="411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 name="Group 176"/>
              <p:cNvGrpSpPr/>
              <p:nvPr/>
            </p:nvGrpSpPr>
            <p:grpSpPr>
              <a:xfrm>
                <a:off x="2677732" y="1646868"/>
                <a:ext cx="927614" cy="505511"/>
                <a:chOff x="2677732" y="2060123"/>
                <a:chExt cx="927614" cy="505511"/>
              </a:xfrm>
            </p:grpSpPr>
            <p:sp>
              <p:nvSpPr>
                <p:cNvPr id="411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17" name="Group 263"/>
          <p:cNvGrpSpPr/>
          <p:nvPr/>
        </p:nvGrpSpPr>
        <p:grpSpPr>
          <a:xfrm>
            <a:off x="6897870" y="2932872"/>
            <a:ext cx="911586" cy="1719664"/>
            <a:chOff x="3657600" y="1431448"/>
            <a:chExt cx="927614" cy="1749902"/>
          </a:xfrm>
        </p:grpSpPr>
        <p:sp>
          <p:nvSpPr>
            <p:cNvPr id="211" name="Freeform 5"/>
            <p:cNvSpPr>
              <a:spLocks/>
            </p:cNvSpPr>
            <p:nvPr/>
          </p:nvSpPr>
          <p:spPr bwMode="auto">
            <a:xfrm>
              <a:off x="3657600" y="2893209"/>
              <a:ext cx="927614" cy="288141"/>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8" name="Group 211"/>
            <p:cNvGrpSpPr/>
            <p:nvPr/>
          </p:nvGrpSpPr>
          <p:grpSpPr>
            <a:xfrm>
              <a:off x="3657600" y="2609672"/>
              <a:ext cx="927614" cy="505511"/>
              <a:chOff x="2677732" y="2060123"/>
              <a:chExt cx="927614" cy="505511"/>
            </a:xfrm>
          </p:grpSpPr>
          <p:sp>
            <p:nvSpPr>
              <p:cNvPr id="243"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 name="Group 212"/>
            <p:cNvGrpSpPr/>
            <p:nvPr/>
          </p:nvGrpSpPr>
          <p:grpSpPr>
            <a:xfrm>
              <a:off x="3657600" y="2465842"/>
              <a:ext cx="927614" cy="540707"/>
              <a:chOff x="2677732" y="1646868"/>
              <a:chExt cx="927614" cy="540707"/>
            </a:xfrm>
          </p:grpSpPr>
          <p:sp>
            <p:nvSpPr>
              <p:cNvPr id="23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 name="Group 238"/>
              <p:cNvGrpSpPr/>
              <p:nvPr/>
            </p:nvGrpSpPr>
            <p:grpSpPr>
              <a:xfrm>
                <a:off x="2677732" y="1646868"/>
                <a:ext cx="927614" cy="505511"/>
                <a:chOff x="2677732" y="2060123"/>
                <a:chExt cx="927614" cy="505511"/>
              </a:xfrm>
            </p:grpSpPr>
            <p:sp>
              <p:nvSpPr>
                <p:cNvPr id="24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1" name="Group 213"/>
            <p:cNvGrpSpPr/>
            <p:nvPr/>
          </p:nvGrpSpPr>
          <p:grpSpPr>
            <a:xfrm>
              <a:off x="3657600" y="2320210"/>
              <a:ext cx="927614" cy="540707"/>
              <a:chOff x="2677732" y="1646868"/>
              <a:chExt cx="927614" cy="540707"/>
            </a:xfrm>
          </p:grpSpPr>
          <p:sp>
            <p:nvSpPr>
              <p:cNvPr id="23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2" name="Group 233"/>
              <p:cNvGrpSpPr/>
              <p:nvPr/>
            </p:nvGrpSpPr>
            <p:grpSpPr>
              <a:xfrm>
                <a:off x="2677732" y="1646868"/>
                <a:ext cx="927614" cy="505511"/>
                <a:chOff x="2677732" y="2060123"/>
                <a:chExt cx="927614" cy="505511"/>
              </a:xfrm>
            </p:grpSpPr>
            <p:sp>
              <p:nvSpPr>
                <p:cNvPr id="23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3" name="Group 214"/>
            <p:cNvGrpSpPr/>
            <p:nvPr/>
          </p:nvGrpSpPr>
          <p:grpSpPr>
            <a:xfrm>
              <a:off x="3657600" y="2176380"/>
              <a:ext cx="927614" cy="540707"/>
              <a:chOff x="2677732" y="1646868"/>
              <a:chExt cx="927614" cy="540707"/>
            </a:xfrm>
          </p:grpSpPr>
          <p:sp>
            <p:nvSpPr>
              <p:cNvPr id="22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4" name="Group 228"/>
              <p:cNvGrpSpPr/>
              <p:nvPr/>
            </p:nvGrpSpPr>
            <p:grpSpPr>
              <a:xfrm>
                <a:off x="2677732" y="1646868"/>
                <a:ext cx="927614" cy="505511"/>
                <a:chOff x="2677732" y="2060123"/>
                <a:chExt cx="927614" cy="505511"/>
              </a:xfrm>
            </p:grpSpPr>
            <p:sp>
              <p:nvSpPr>
                <p:cNvPr id="23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5" name="Group 215"/>
            <p:cNvGrpSpPr/>
            <p:nvPr/>
          </p:nvGrpSpPr>
          <p:grpSpPr>
            <a:xfrm>
              <a:off x="3657600" y="2026431"/>
              <a:ext cx="927614" cy="540707"/>
              <a:chOff x="2677732" y="1646868"/>
              <a:chExt cx="927614" cy="540707"/>
            </a:xfrm>
          </p:grpSpPr>
          <p:sp>
            <p:nvSpPr>
              <p:cNvPr id="22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6" name="Group 223"/>
              <p:cNvGrpSpPr/>
              <p:nvPr/>
            </p:nvGrpSpPr>
            <p:grpSpPr>
              <a:xfrm>
                <a:off x="2677732" y="1646868"/>
                <a:ext cx="927614" cy="505511"/>
                <a:chOff x="2677732" y="2060123"/>
                <a:chExt cx="927614" cy="505511"/>
              </a:xfrm>
            </p:grpSpPr>
            <p:sp>
              <p:nvSpPr>
                <p:cNvPr id="22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7" name="Group 216"/>
            <p:cNvGrpSpPr/>
            <p:nvPr/>
          </p:nvGrpSpPr>
          <p:grpSpPr>
            <a:xfrm>
              <a:off x="3657600" y="1882601"/>
              <a:ext cx="927614" cy="540707"/>
              <a:chOff x="2677732" y="1646868"/>
              <a:chExt cx="927614" cy="540707"/>
            </a:xfrm>
          </p:grpSpPr>
          <p:sp>
            <p:nvSpPr>
              <p:cNvPr id="21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 name="Group 218"/>
              <p:cNvGrpSpPr/>
              <p:nvPr/>
            </p:nvGrpSpPr>
            <p:grpSpPr>
              <a:xfrm>
                <a:off x="2677732" y="1646868"/>
                <a:ext cx="927614" cy="505511"/>
                <a:chOff x="2677732" y="2060123"/>
                <a:chExt cx="927614" cy="505511"/>
              </a:xfrm>
            </p:grpSpPr>
            <p:sp>
              <p:nvSpPr>
                <p:cNvPr id="22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9" name="Group 245"/>
            <p:cNvGrpSpPr/>
            <p:nvPr/>
          </p:nvGrpSpPr>
          <p:grpSpPr>
            <a:xfrm>
              <a:off x="3657600" y="1729385"/>
              <a:ext cx="927614" cy="540707"/>
              <a:chOff x="2677732" y="1646868"/>
              <a:chExt cx="927614" cy="540707"/>
            </a:xfrm>
          </p:grpSpPr>
          <p:sp>
            <p:nvSpPr>
              <p:cNvPr id="247"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1" name="Group 247"/>
              <p:cNvGrpSpPr/>
              <p:nvPr/>
            </p:nvGrpSpPr>
            <p:grpSpPr>
              <a:xfrm>
                <a:off x="2677732" y="1646868"/>
                <a:ext cx="927614" cy="505511"/>
                <a:chOff x="2677732" y="2060123"/>
                <a:chExt cx="927614" cy="505511"/>
              </a:xfrm>
            </p:grpSpPr>
            <p:sp>
              <p:nvSpPr>
                <p:cNvPr id="24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4" name="Group 251"/>
            <p:cNvGrpSpPr/>
            <p:nvPr/>
          </p:nvGrpSpPr>
          <p:grpSpPr>
            <a:xfrm>
              <a:off x="3657600" y="1582398"/>
              <a:ext cx="927614" cy="540707"/>
              <a:chOff x="2677732" y="1646868"/>
              <a:chExt cx="927614" cy="540707"/>
            </a:xfrm>
          </p:grpSpPr>
          <p:sp>
            <p:nvSpPr>
              <p:cNvPr id="25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29" name="Group 253"/>
              <p:cNvGrpSpPr/>
              <p:nvPr/>
            </p:nvGrpSpPr>
            <p:grpSpPr>
              <a:xfrm>
                <a:off x="2677732" y="1646868"/>
                <a:ext cx="927614" cy="505511"/>
                <a:chOff x="2677732" y="2060123"/>
                <a:chExt cx="927614" cy="505511"/>
              </a:xfrm>
            </p:grpSpPr>
            <p:sp>
              <p:nvSpPr>
                <p:cNvPr id="25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34" name="Group 257"/>
            <p:cNvGrpSpPr/>
            <p:nvPr/>
          </p:nvGrpSpPr>
          <p:grpSpPr>
            <a:xfrm>
              <a:off x="3657600" y="1431448"/>
              <a:ext cx="927614" cy="540707"/>
              <a:chOff x="2677732" y="1646868"/>
              <a:chExt cx="927614" cy="540707"/>
            </a:xfrm>
          </p:grpSpPr>
          <p:sp>
            <p:nvSpPr>
              <p:cNvPr id="259"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39" name="Group 259"/>
              <p:cNvGrpSpPr/>
              <p:nvPr/>
            </p:nvGrpSpPr>
            <p:grpSpPr>
              <a:xfrm>
                <a:off x="2677732" y="1646868"/>
                <a:ext cx="927614" cy="505511"/>
                <a:chOff x="2677732" y="2060123"/>
                <a:chExt cx="927614" cy="505511"/>
              </a:xfrm>
            </p:grpSpPr>
            <p:sp>
              <p:nvSpPr>
                <p:cNvPr id="26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246" name="Group 265"/>
          <p:cNvGrpSpPr/>
          <p:nvPr/>
        </p:nvGrpSpPr>
        <p:grpSpPr>
          <a:xfrm>
            <a:off x="7496937" y="3781486"/>
            <a:ext cx="961263" cy="956295"/>
            <a:chOff x="5351197" y="2320461"/>
            <a:chExt cx="978165" cy="973110"/>
          </a:xfrm>
        </p:grpSpPr>
        <p:sp>
          <p:nvSpPr>
            <p:cNvPr id="267" name="Freeform 86"/>
            <p:cNvSpPr>
              <a:spLocks/>
            </p:cNvSpPr>
            <p:nvPr/>
          </p:nvSpPr>
          <p:spPr bwMode="auto">
            <a:xfrm>
              <a:off x="5351197" y="2320461"/>
              <a:ext cx="978165" cy="973110"/>
            </a:xfrm>
            <a:custGeom>
              <a:avLst/>
              <a:gdLst/>
              <a:ahLst/>
              <a:cxnLst>
                <a:cxn ang="0">
                  <a:pos x="61" y="76"/>
                </a:cxn>
                <a:cxn ang="0">
                  <a:pos x="297" y="60"/>
                </a:cxn>
                <a:cxn ang="0">
                  <a:pos x="313" y="297"/>
                </a:cxn>
                <a:cxn ang="0">
                  <a:pos x="76" y="313"/>
                </a:cxn>
                <a:cxn ang="0">
                  <a:pos x="61" y="76"/>
                </a:cxn>
              </a:cxnLst>
              <a:rect l="0" t="0" r="r" b="b"/>
              <a:pathLst>
                <a:path w="374" h="373">
                  <a:moveTo>
                    <a:pt x="61" y="76"/>
                  </a:moveTo>
                  <a:cubicBezTo>
                    <a:pt x="121" y="7"/>
                    <a:pt x="227" y="0"/>
                    <a:pt x="297" y="60"/>
                  </a:cubicBezTo>
                  <a:cubicBezTo>
                    <a:pt x="366" y="121"/>
                    <a:pt x="374" y="227"/>
                    <a:pt x="313" y="297"/>
                  </a:cubicBezTo>
                  <a:cubicBezTo>
                    <a:pt x="252" y="366"/>
                    <a:pt x="146" y="373"/>
                    <a:pt x="76" y="313"/>
                  </a:cubicBezTo>
                  <a:cubicBezTo>
                    <a:pt x="7" y="252"/>
                    <a:pt x="0" y="146"/>
                    <a:pt x="61" y="76"/>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87"/>
            <p:cNvSpPr>
              <a:spLocks noEditPoints="1"/>
            </p:cNvSpPr>
            <p:nvPr/>
          </p:nvSpPr>
          <p:spPr bwMode="auto">
            <a:xfrm>
              <a:off x="5444717" y="2411453"/>
              <a:ext cx="788598" cy="791126"/>
            </a:xfrm>
            <a:custGeom>
              <a:avLst/>
              <a:gdLst/>
              <a:ahLst/>
              <a:cxnLst>
                <a:cxn ang="0">
                  <a:pos x="240" y="50"/>
                </a:cxn>
                <a:cxn ang="0">
                  <a:pos x="253" y="241"/>
                </a:cxn>
                <a:cxn ang="0">
                  <a:pos x="62" y="253"/>
                </a:cxn>
                <a:cxn ang="0">
                  <a:pos x="49" y="62"/>
                </a:cxn>
                <a:cxn ang="0">
                  <a:pos x="240" y="50"/>
                </a:cxn>
                <a:cxn ang="0">
                  <a:pos x="76" y="237"/>
                </a:cxn>
                <a:cxn ang="0">
                  <a:pos x="236" y="227"/>
                </a:cxn>
                <a:cxn ang="0">
                  <a:pos x="226" y="66"/>
                </a:cxn>
                <a:cxn ang="0">
                  <a:pos x="65" y="77"/>
                </a:cxn>
                <a:cxn ang="0">
                  <a:pos x="76" y="237"/>
                </a:cxn>
              </a:cxnLst>
              <a:rect l="0" t="0" r="r" b="b"/>
              <a:pathLst>
                <a:path w="302" h="303">
                  <a:moveTo>
                    <a:pt x="240" y="50"/>
                  </a:moveTo>
                  <a:cubicBezTo>
                    <a:pt x="296" y="99"/>
                    <a:pt x="302" y="184"/>
                    <a:pt x="253" y="241"/>
                  </a:cubicBezTo>
                  <a:cubicBezTo>
                    <a:pt x="203" y="297"/>
                    <a:pt x="118" y="303"/>
                    <a:pt x="62" y="253"/>
                  </a:cubicBezTo>
                  <a:cubicBezTo>
                    <a:pt x="5" y="204"/>
                    <a:pt x="0" y="119"/>
                    <a:pt x="49" y="62"/>
                  </a:cubicBezTo>
                  <a:cubicBezTo>
                    <a:pt x="98" y="6"/>
                    <a:pt x="184" y="0"/>
                    <a:pt x="240" y="50"/>
                  </a:cubicBezTo>
                  <a:moveTo>
                    <a:pt x="76" y="237"/>
                  </a:moveTo>
                  <a:cubicBezTo>
                    <a:pt x="123" y="279"/>
                    <a:pt x="195" y="274"/>
                    <a:pt x="236" y="227"/>
                  </a:cubicBezTo>
                  <a:cubicBezTo>
                    <a:pt x="278" y="179"/>
                    <a:pt x="273" y="107"/>
                    <a:pt x="226" y="66"/>
                  </a:cubicBezTo>
                  <a:cubicBezTo>
                    <a:pt x="178" y="24"/>
                    <a:pt x="106" y="29"/>
                    <a:pt x="65" y="77"/>
                  </a:cubicBezTo>
                  <a:cubicBezTo>
                    <a:pt x="23" y="124"/>
                    <a:pt x="28" y="196"/>
                    <a:pt x="76" y="237"/>
                  </a:cubicBezTo>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88"/>
            <p:cNvSpPr>
              <a:spLocks/>
            </p:cNvSpPr>
            <p:nvPr/>
          </p:nvSpPr>
          <p:spPr bwMode="auto">
            <a:xfrm>
              <a:off x="5669669" y="2631349"/>
              <a:ext cx="338693" cy="356386"/>
            </a:xfrm>
            <a:custGeom>
              <a:avLst/>
              <a:gdLst/>
              <a:ahLst/>
              <a:cxnLst>
                <a:cxn ang="0">
                  <a:pos x="15" y="64"/>
                </a:cxn>
                <a:cxn ang="0">
                  <a:pos x="41" y="87"/>
                </a:cxn>
                <a:cxn ang="0">
                  <a:pos x="37" y="91"/>
                </a:cxn>
                <a:cxn ang="0">
                  <a:pos x="30" y="101"/>
                </a:cxn>
                <a:cxn ang="0">
                  <a:pos x="32" y="107"/>
                </a:cxn>
                <a:cxn ang="0">
                  <a:pos x="38" y="108"/>
                </a:cxn>
                <a:cxn ang="0">
                  <a:pos x="44" y="104"/>
                </a:cxn>
                <a:cxn ang="0">
                  <a:pos x="49" y="93"/>
                </a:cxn>
                <a:cxn ang="0">
                  <a:pos x="43" y="71"/>
                </a:cxn>
                <a:cxn ang="0">
                  <a:pos x="37" y="50"/>
                </a:cxn>
                <a:cxn ang="0">
                  <a:pos x="39" y="35"/>
                </a:cxn>
                <a:cxn ang="0">
                  <a:pos x="50" y="18"/>
                </a:cxn>
                <a:cxn ang="0">
                  <a:pos x="76" y="2"/>
                </a:cxn>
                <a:cxn ang="0">
                  <a:pos x="105" y="10"/>
                </a:cxn>
                <a:cxn ang="0">
                  <a:pos x="113" y="0"/>
                </a:cxn>
                <a:cxn ang="0">
                  <a:pos x="126" y="10"/>
                </a:cxn>
                <a:cxn ang="0">
                  <a:pos x="117" y="21"/>
                </a:cxn>
                <a:cxn ang="0">
                  <a:pos x="128" y="45"/>
                </a:cxn>
                <a:cxn ang="0">
                  <a:pos x="114" y="77"/>
                </a:cxn>
                <a:cxn ang="0">
                  <a:pos x="110" y="82"/>
                </a:cxn>
                <a:cxn ang="0">
                  <a:pos x="83" y="59"/>
                </a:cxn>
                <a:cxn ang="0">
                  <a:pos x="89" y="52"/>
                </a:cxn>
                <a:cxn ang="0">
                  <a:pos x="100" y="38"/>
                </a:cxn>
                <a:cxn ang="0">
                  <a:pos x="98" y="32"/>
                </a:cxn>
                <a:cxn ang="0">
                  <a:pos x="93" y="31"/>
                </a:cxn>
                <a:cxn ang="0">
                  <a:pos x="87" y="35"/>
                </a:cxn>
                <a:cxn ang="0">
                  <a:pos x="77" y="49"/>
                </a:cxn>
                <a:cxn ang="0">
                  <a:pos x="78" y="64"/>
                </a:cxn>
                <a:cxn ang="0">
                  <a:pos x="85" y="90"/>
                </a:cxn>
                <a:cxn ang="0">
                  <a:pos x="83" y="106"/>
                </a:cxn>
                <a:cxn ang="0">
                  <a:pos x="74" y="124"/>
                </a:cxn>
                <a:cxn ang="0">
                  <a:pos x="51" y="136"/>
                </a:cxn>
                <a:cxn ang="0">
                  <a:pos x="24" y="127"/>
                </a:cxn>
                <a:cxn ang="0">
                  <a:pos x="16" y="135"/>
                </a:cxn>
                <a:cxn ang="0">
                  <a:pos x="4" y="125"/>
                </a:cxn>
                <a:cxn ang="0">
                  <a:pos x="11" y="116"/>
                </a:cxn>
                <a:cxn ang="0">
                  <a:pos x="0" y="92"/>
                </a:cxn>
                <a:cxn ang="0">
                  <a:pos x="10" y="69"/>
                </a:cxn>
                <a:cxn ang="0">
                  <a:pos x="15" y="64"/>
                </a:cxn>
              </a:cxnLst>
              <a:rect l="0" t="0" r="r" b="b"/>
              <a:pathLst>
                <a:path w="129" h="137">
                  <a:moveTo>
                    <a:pt x="15" y="64"/>
                  </a:moveTo>
                  <a:cubicBezTo>
                    <a:pt x="41" y="87"/>
                    <a:pt x="41" y="87"/>
                    <a:pt x="41" y="87"/>
                  </a:cubicBezTo>
                  <a:cubicBezTo>
                    <a:pt x="37" y="91"/>
                    <a:pt x="37" y="91"/>
                    <a:pt x="37" y="91"/>
                  </a:cubicBezTo>
                  <a:cubicBezTo>
                    <a:pt x="33" y="96"/>
                    <a:pt x="31" y="99"/>
                    <a:pt x="30" y="101"/>
                  </a:cubicBezTo>
                  <a:cubicBezTo>
                    <a:pt x="30" y="103"/>
                    <a:pt x="30" y="105"/>
                    <a:pt x="32" y="107"/>
                  </a:cubicBezTo>
                  <a:cubicBezTo>
                    <a:pt x="34" y="108"/>
                    <a:pt x="36" y="109"/>
                    <a:pt x="38" y="108"/>
                  </a:cubicBezTo>
                  <a:cubicBezTo>
                    <a:pt x="40" y="108"/>
                    <a:pt x="42" y="106"/>
                    <a:pt x="44" y="104"/>
                  </a:cubicBezTo>
                  <a:cubicBezTo>
                    <a:pt x="47" y="100"/>
                    <a:pt x="49" y="96"/>
                    <a:pt x="49" y="93"/>
                  </a:cubicBezTo>
                  <a:cubicBezTo>
                    <a:pt x="49" y="90"/>
                    <a:pt x="47" y="82"/>
                    <a:pt x="43" y="71"/>
                  </a:cubicBezTo>
                  <a:cubicBezTo>
                    <a:pt x="40" y="61"/>
                    <a:pt x="38" y="54"/>
                    <a:pt x="37" y="50"/>
                  </a:cubicBezTo>
                  <a:cubicBezTo>
                    <a:pt x="37" y="45"/>
                    <a:pt x="38" y="40"/>
                    <a:pt x="39" y="35"/>
                  </a:cubicBezTo>
                  <a:cubicBezTo>
                    <a:pt x="41" y="30"/>
                    <a:pt x="44" y="24"/>
                    <a:pt x="50" y="18"/>
                  </a:cubicBezTo>
                  <a:cubicBezTo>
                    <a:pt x="58" y="9"/>
                    <a:pt x="67" y="3"/>
                    <a:pt x="76" y="2"/>
                  </a:cubicBezTo>
                  <a:cubicBezTo>
                    <a:pt x="85" y="1"/>
                    <a:pt x="95" y="3"/>
                    <a:pt x="105" y="10"/>
                  </a:cubicBezTo>
                  <a:cubicBezTo>
                    <a:pt x="113" y="0"/>
                    <a:pt x="113" y="0"/>
                    <a:pt x="113" y="0"/>
                  </a:cubicBezTo>
                  <a:cubicBezTo>
                    <a:pt x="126" y="10"/>
                    <a:pt x="126" y="10"/>
                    <a:pt x="126" y="10"/>
                  </a:cubicBezTo>
                  <a:cubicBezTo>
                    <a:pt x="117" y="21"/>
                    <a:pt x="117" y="21"/>
                    <a:pt x="117" y="21"/>
                  </a:cubicBezTo>
                  <a:cubicBezTo>
                    <a:pt x="123" y="28"/>
                    <a:pt x="127" y="36"/>
                    <a:pt x="128" y="45"/>
                  </a:cubicBezTo>
                  <a:cubicBezTo>
                    <a:pt x="129" y="54"/>
                    <a:pt x="125" y="65"/>
                    <a:pt x="114" y="77"/>
                  </a:cubicBezTo>
                  <a:cubicBezTo>
                    <a:pt x="110" y="82"/>
                    <a:pt x="110" y="82"/>
                    <a:pt x="110" y="82"/>
                  </a:cubicBezTo>
                  <a:cubicBezTo>
                    <a:pt x="83" y="59"/>
                    <a:pt x="83" y="59"/>
                    <a:pt x="83" y="59"/>
                  </a:cubicBezTo>
                  <a:cubicBezTo>
                    <a:pt x="89" y="52"/>
                    <a:pt x="89" y="52"/>
                    <a:pt x="89" y="52"/>
                  </a:cubicBezTo>
                  <a:cubicBezTo>
                    <a:pt x="95" y="45"/>
                    <a:pt x="99" y="40"/>
                    <a:pt x="100" y="38"/>
                  </a:cubicBezTo>
                  <a:cubicBezTo>
                    <a:pt x="101" y="36"/>
                    <a:pt x="100" y="34"/>
                    <a:pt x="98" y="32"/>
                  </a:cubicBezTo>
                  <a:cubicBezTo>
                    <a:pt x="96" y="31"/>
                    <a:pt x="94" y="30"/>
                    <a:pt x="93" y="31"/>
                  </a:cubicBezTo>
                  <a:cubicBezTo>
                    <a:pt x="91" y="31"/>
                    <a:pt x="89" y="32"/>
                    <a:pt x="87" y="35"/>
                  </a:cubicBezTo>
                  <a:cubicBezTo>
                    <a:pt x="81" y="41"/>
                    <a:pt x="78" y="45"/>
                    <a:pt x="77" y="49"/>
                  </a:cubicBezTo>
                  <a:cubicBezTo>
                    <a:pt x="75" y="52"/>
                    <a:pt x="76" y="57"/>
                    <a:pt x="78" y="64"/>
                  </a:cubicBezTo>
                  <a:cubicBezTo>
                    <a:pt x="82" y="76"/>
                    <a:pt x="84" y="85"/>
                    <a:pt x="85" y="90"/>
                  </a:cubicBezTo>
                  <a:cubicBezTo>
                    <a:pt x="85" y="95"/>
                    <a:pt x="85" y="100"/>
                    <a:pt x="83" y="106"/>
                  </a:cubicBezTo>
                  <a:cubicBezTo>
                    <a:pt x="82" y="112"/>
                    <a:pt x="79" y="118"/>
                    <a:pt x="74" y="124"/>
                  </a:cubicBezTo>
                  <a:cubicBezTo>
                    <a:pt x="67" y="132"/>
                    <a:pt x="59" y="136"/>
                    <a:pt x="51" y="136"/>
                  </a:cubicBezTo>
                  <a:cubicBezTo>
                    <a:pt x="43" y="137"/>
                    <a:pt x="33" y="134"/>
                    <a:pt x="24" y="127"/>
                  </a:cubicBezTo>
                  <a:cubicBezTo>
                    <a:pt x="16" y="135"/>
                    <a:pt x="16" y="135"/>
                    <a:pt x="16" y="135"/>
                  </a:cubicBezTo>
                  <a:cubicBezTo>
                    <a:pt x="4" y="125"/>
                    <a:pt x="4" y="125"/>
                    <a:pt x="4" y="125"/>
                  </a:cubicBezTo>
                  <a:cubicBezTo>
                    <a:pt x="11" y="116"/>
                    <a:pt x="11" y="116"/>
                    <a:pt x="11" y="116"/>
                  </a:cubicBezTo>
                  <a:cubicBezTo>
                    <a:pt x="4" y="108"/>
                    <a:pt x="1" y="100"/>
                    <a:pt x="0" y="92"/>
                  </a:cubicBezTo>
                  <a:cubicBezTo>
                    <a:pt x="0" y="84"/>
                    <a:pt x="4" y="77"/>
                    <a:pt x="10" y="69"/>
                  </a:cubicBezTo>
                  <a:cubicBezTo>
                    <a:pt x="11" y="68"/>
                    <a:pt x="13" y="66"/>
                    <a:pt x="15" y="64"/>
                  </a:cubicBezTo>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48" name="Group 275"/>
          <p:cNvGrpSpPr/>
          <p:nvPr/>
        </p:nvGrpSpPr>
        <p:grpSpPr>
          <a:xfrm>
            <a:off x="6405562" y="-7144"/>
            <a:ext cx="1895475" cy="2940192"/>
            <a:chOff x="6329362" y="-7144"/>
            <a:chExt cx="1895475" cy="2940192"/>
          </a:xfrm>
        </p:grpSpPr>
        <p:grpSp>
          <p:nvGrpSpPr>
            <p:cNvPr id="252" name="Group 269"/>
            <p:cNvGrpSpPr/>
            <p:nvPr/>
          </p:nvGrpSpPr>
          <p:grpSpPr>
            <a:xfrm flipH="1">
              <a:off x="6329362" y="1434307"/>
              <a:ext cx="1639888" cy="1252537"/>
              <a:chOff x="6584949" y="1434307"/>
              <a:chExt cx="1639888" cy="1252537"/>
            </a:xfrm>
            <a:solidFill>
              <a:schemeClr val="bg1">
                <a:lumMod val="85000"/>
              </a:schemeClr>
            </a:solidFill>
          </p:grpSpPr>
          <p:sp>
            <p:nvSpPr>
              <p:cNvPr id="4232" name="Freeform 136"/>
              <p:cNvSpPr>
                <a:spLocks/>
              </p:cNvSpPr>
              <p:nvPr/>
            </p:nvSpPr>
            <p:spPr bwMode="auto">
              <a:xfrm>
                <a:off x="7443787" y="1562894"/>
                <a:ext cx="422275" cy="258763"/>
              </a:xfrm>
              <a:custGeom>
                <a:avLst/>
                <a:gdLst/>
                <a:ahLst/>
                <a:cxnLst>
                  <a:cxn ang="0">
                    <a:pos x="257" y="33"/>
                  </a:cxn>
                  <a:cxn ang="0">
                    <a:pos x="225" y="66"/>
                  </a:cxn>
                  <a:cxn ang="0">
                    <a:pos x="18" y="158"/>
                  </a:cxn>
                  <a:cxn ang="0">
                    <a:pos x="9" y="33"/>
                  </a:cxn>
                  <a:cxn ang="0">
                    <a:pos x="42" y="0"/>
                  </a:cxn>
                  <a:cxn ang="0">
                    <a:pos x="225" y="0"/>
                  </a:cxn>
                  <a:cxn ang="0">
                    <a:pos x="257" y="33"/>
                  </a:cxn>
                </a:cxnLst>
                <a:rect l="0" t="0" r="r" b="b"/>
                <a:pathLst>
                  <a:path w="257" h="158">
                    <a:moveTo>
                      <a:pt x="257" y="33"/>
                    </a:moveTo>
                    <a:cubicBezTo>
                      <a:pt x="257" y="51"/>
                      <a:pt x="243" y="66"/>
                      <a:pt x="225" y="66"/>
                    </a:cubicBezTo>
                    <a:cubicBezTo>
                      <a:pt x="18" y="158"/>
                      <a:pt x="18" y="158"/>
                      <a:pt x="18" y="158"/>
                    </a:cubicBezTo>
                    <a:cubicBezTo>
                      <a:pt x="0" y="158"/>
                      <a:pt x="9" y="51"/>
                      <a:pt x="9" y="33"/>
                    </a:cubicBezTo>
                    <a:cubicBezTo>
                      <a:pt x="9" y="15"/>
                      <a:pt x="24" y="0"/>
                      <a:pt x="42" y="0"/>
                    </a:cubicBezTo>
                    <a:cubicBezTo>
                      <a:pt x="225" y="0"/>
                      <a:pt x="225" y="0"/>
                      <a:pt x="225" y="0"/>
                    </a:cubicBezTo>
                    <a:cubicBezTo>
                      <a:pt x="243" y="0"/>
                      <a:pt x="257" y="15"/>
                      <a:pt x="257" y="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3" name="Freeform 137"/>
              <p:cNvSpPr>
                <a:spLocks/>
              </p:cNvSpPr>
              <p:nvPr/>
            </p:nvSpPr>
            <p:spPr bwMode="auto">
              <a:xfrm>
                <a:off x="7764462" y="1556544"/>
                <a:ext cx="285750" cy="201613"/>
              </a:xfrm>
              <a:custGeom>
                <a:avLst/>
                <a:gdLst/>
                <a:ahLst/>
                <a:cxnLst>
                  <a:cxn ang="0">
                    <a:pos x="166" y="100"/>
                  </a:cxn>
                  <a:cxn ang="0">
                    <a:pos x="122" y="115"/>
                  </a:cxn>
                  <a:cxn ang="0">
                    <a:pos x="23" y="67"/>
                  </a:cxn>
                  <a:cxn ang="0">
                    <a:pos x="8" y="23"/>
                  </a:cxn>
                  <a:cxn ang="0">
                    <a:pos x="52" y="8"/>
                  </a:cxn>
                  <a:cxn ang="0">
                    <a:pos x="151" y="56"/>
                  </a:cxn>
                  <a:cxn ang="0">
                    <a:pos x="166" y="100"/>
                  </a:cxn>
                </a:cxnLst>
                <a:rect l="0" t="0" r="r" b="b"/>
                <a:pathLst>
                  <a:path w="174" h="123">
                    <a:moveTo>
                      <a:pt x="166" y="100"/>
                    </a:moveTo>
                    <a:cubicBezTo>
                      <a:pt x="158" y="116"/>
                      <a:pt x="139" y="123"/>
                      <a:pt x="122" y="115"/>
                    </a:cubicBezTo>
                    <a:cubicBezTo>
                      <a:pt x="23" y="67"/>
                      <a:pt x="23" y="67"/>
                      <a:pt x="23" y="67"/>
                    </a:cubicBezTo>
                    <a:cubicBezTo>
                      <a:pt x="7" y="59"/>
                      <a:pt x="0" y="39"/>
                      <a:pt x="8" y="23"/>
                    </a:cubicBezTo>
                    <a:cubicBezTo>
                      <a:pt x="16" y="7"/>
                      <a:pt x="36" y="0"/>
                      <a:pt x="52" y="8"/>
                    </a:cubicBezTo>
                    <a:cubicBezTo>
                      <a:pt x="151" y="56"/>
                      <a:pt x="151" y="56"/>
                      <a:pt x="151" y="56"/>
                    </a:cubicBezTo>
                    <a:cubicBezTo>
                      <a:pt x="167" y="64"/>
                      <a:pt x="174" y="84"/>
                      <a:pt x="166"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4" name="Freeform 138"/>
              <p:cNvSpPr>
                <a:spLocks/>
              </p:cNvSpPr>
              <p:nvPr/>
            </p:nvSpPr>
            <p:spPr bwMode="auto">
              <a:xfrm>
                <a:off x="7543799" y="1750219"/>
                <a:ext cx="481013" cy="155575"/>
              </a:xfrm>
              <a:custGeom>
                <a:avLst/>
                <a:gdLst/>
                <a:ahLst/>
                <a:cxnLst>
                  <a:cxn ang="0">
                    <a:pos x="293" y="57"/>
                  </a:cxn>
                  <a:cxn ang="0">
                    <a:pos x="254" y="95"/>
                  </a:cxn>
                  <a:cxn ang="0">
                    <a:pos x="38" y="95"/>
                  </a:cxn>
                  <a:cxn ang="0">
                    <a:pos x="0" y="57"/>
                  </a:cxn>
                  <a:cxn ang="0">
                    <a:pos x="21" y="0"/>
                  </a:cxn>
                  <a:cxn ang="0">
                    <a:pos x="254" y="18"/>
                  </a:cxn>
                  <a:cxn ang="0">
                    <a:pos x="293" y="57"/>
                  </a:cxn>
                </a:cxnLst>
                <a:rect l="0" t="0" r="r" b="b"/>
                <a:pathLst>
                  <a:path w="293" h="95">
                    <a:moveTo>
                      <a:pt x="293" y="57"/>
                    </a:moveTo>
                    <a:cubicBezTo>
                      <a:pt x="293" y="78"/>
                      <a:pt x="275" y="95"/>
                      <a:pt x="254" y="95"/>
                    </a:cubicBezTo>
                    <a:cubicBezTo>
                      <a:pt x="38" y="95"/>
                      <a:pt x="38" y="95"/>
                      <a:pt x="38" y="95"/>
                    </a:cubicBezTo>
                    <a:cubicBezTo>
                      <a:pt x="17" y="95"/>
                      <a:pt x="0" y="78"/>
                      <a:pt x="0" y="57"/>
                    </a:cubicBezTo>
                    <a:cubicBezTo>
                      <a:pt x="0" y="35"/>
                      <a:pt x="0" y="0"/>
                      <a:pt x="21" y="0"/>
                    </a:cubicBezTo>
                    <a:cubicBezTo>
                      <a:pt x="254" y="18"/>
                      <a:pt x="254" y="18"/>
                      <a:pt x="254" y="18"/>
                    </a:cubicBezTo>
                    <a:cubicBezTo>
                      <a:pt x="275" y="18"/>
                      <a:pt x="293" y="35"/>
                      <a:pt x="293" y="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5" name="Freeform 139"/>
              <p:cNvSpPr>
                <a:spLocks/>
              </p:cNvSpPr>
              <p:nvPr/>
            </p:nvSpPr>
            <p:spPr bwMode="auto">
              <a:xfrm>
                <a:off x="7920037" y="1770857"/>
                <a:ext cx="304800" cy="280988"/>
              </a:xfrm>
              <a:custGeom>
                <a:avLst/>
                <a:gdLst/>
                <a:ahLst/>
                <a:cxnLst>
                  <a:cxn ang="0">
                    <a:pos x="173" y="152"/>
                  </a:cxn>
                  <a:cxn ang="0">
                    <a:pos x="118" y="157"/>
                  </a:cxn>
                  <a:cxn ang="0">
                    <a:pos x="19" y="73"/>
                  </a:cxn>
                  <a:cxn ang="0">
                    <a:pos x="14" y="19"/>
                  </a:cxn>
                  <a:cxn ang="0">
                    <a:pos x="68" y="14"/>
                  </a:cxn>
                  <a:cxn ang="0">
                    <a:pos x="168" y="98"/>
                  </a:cxn>
                  <a:cxn ang="0">
                    <a:pos x="173" y="152"/>
                  </a:cxn>
                </a:cxnLst>
                <a:rect l="0" t="0" r="r" b="b"/>
                <a:pathLst>
                  <a:path w="186" h="171">
                    <a:moveTo>
                      <a:pt x="173" y="152"/>
                    </a:moveTo>
                    <a:cubicBezTo>
                      <a:pt x="159" y="168"/>
                      <a:pt x="135" y="171"/>
                      <a:pt x="118" y="157"/>
                    </a:cubicBezTo>
                    <a:cubicBezTo>
                      <a:pt x="19" y="73"/>
                      <a:pt x="19" y="73"/>
                      <a:pt x="19" y="73"/>
                    </a:cubicBezTo>
                    <a:cubicBezTo>
                      <a:pt x="2" y="60"/>
                      <a:pt x="0" y="35"/>
                      <a:pt x="14" y="19"/>
                    </a:cubicBezTo>
                    <a:cubicBezTo>
                      <a:pt x="28" y="2"/>
                      <a:pt x="52" y="0"/>
                      <a:pt x="68" y="14"/>
                    </a:cubicBezTo>
                    <a:cubicBezTo>
                      <a:pt x="168" y="98"/>
                      <a:pt x="168" y="98"/>
                      <a:pt x="168" y="98"/>
                    </a:cubicBezTo>
                    <a:cubicBezTo>
                      <a:pt x="184" y="111"/>
                      <a:pt x="186" y="136"/>
                      <a:pt x="173"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6" name="Freeform 140"/>
              <p:cNvSpPr>
                <a:spLocks/>
              </p:cNvSpPr>
              <p:nvPr/>
            </p:nvSpPr>
            <p:spPr bwMode="auto">
              <a:xfrm>
                <a:off x="7512049" y="1893094"/>
                <a:ext cx="523875" cy="385763"/>
              </a:xfrm>
              <a:custGeom>
                <a:avLst/>
                <a:gdLst/>
                <a:ahLst/>
                <a:cxnLst>
                  <a:cxn ang="0">
                    <a:pos x="308" y="209"/>
                  </a:cxn>
                  <a:cxn ang="0">
                    <a:pos x="251" y="224"/>
                  </a:cxn>
                  <a:cxn ang="0">
                    <a:pos x="20" y="111"/>
                  </a:cxn>
                  <a:cxn ang="0">
                    <a:pos x="34" y="49"/>
                  </a:cxn>
                  <a:cxn ang="0">
                    <a:pos x="69" y="11"/>
                  </a:cxn>
                  <a:cxn ang="0">
                    <a:pos x="293" y="152"/>
                  </a:cxn>
                  <a:cxn ang="0">
                    <a:pos x="308" y="209"/>
                  </a:cxn>
                </a:cxnLst>
                <a:rect l="0" t="0" r="r" b="b"/>
                <a:pathLst>
                  <a:path w="320" h="235">
                    <a:moveTo>
                      <a:pt x="308" y="209"/>
                    </a:moveTo>
                    <a:cubicBezTo>
                      <a:pt x="297" y="229"/>
                      <a:pt x="271" y="235"/>
                      <a:pt x="251" y="224"/>
                    </a:cubicBezTo>
                    <a:cubicBezTo>
                      <a:pt x="20" y="111"/>
                      <a:pt x="20" y="111"/>
                      <a:pt x="20" y="111"/>
                    </a:cubicBezTo>
                    <a:cubicBezTo>
                      <a:pt x="0" y="100"/>
                      <a:pt x="23" y="69"/>
                      <a:pt x="34" y="49"/>
                    </a:cubicBezTo>
                    <a:cubicBezTo>
                      <a:pt x="46" y="29"/>
                      <a:pt x="50" y="0"/>
                      <a:pt x="69" y="11"/>
                    </a:cubicBezTo>
                    <a:cubicBezTo>
                      <a:pt x="293" y="152"/>
                      <a:pt x="293" y="152"/>
                      <a:pt x="293" y="152"/>
                    </a:cubicBezTo>
                    <a:cubicBezTo>
                      <a:pt x="313" y="163"/>
                      <a:pt x="320" y="189"/>
                      <a:pt x="308" y="2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7" name="Freeform 141"/>
              <p:cNvSpPr>
                <a:spLocks/>
              </p:cNvSpPr>
              <p:nvPr/>
            </p:nvSpPr>
            <p:spPr bwMode="auto">
              <a:xfrm>
                <a:off x="7908924" y="2140744"/>
                <a:ext cx="231775" cy="369888"/>
              </a:xfrm>
              <a:custGeom>
                <a:avLst/>
                <a:gdLst/>
                <a:ahLst/>
                <a:cxnLst>
                  <a:cxn ang="0">
                    <a:pos x="109" y="218"/>
                  </a:cxn>
                  <a:cxn ang="0">
                    <a:pos x="56" y="193"/>
                  </a:cxn>
                  <a:cxn ang="0">
                    <a:pos x="8" y="61"/>
                  </a:cxn>
                  <a:cxn ang="0">
                    <a:pos x="33" y="7"/>
                  </a:cxn>
                  <a:cxn ang="0">
                    <a:pos x="87" y="33"/>
                  </a:cxn>
                  <a:cxn ang="0">
                    <a:pos x="135" y="165"/>
                  </a:cxn>
                  <a:cxn ang="0">
                    <a:pos x="109" y="218"/>
                  </a:cxn>
                </a:cxnLst>
                <a:rect l="0" t="0" r="r" b="b"/>
                <a:pathLst>
                  <a:path w="142" h="226">
                    <a:moveTo>
                      <a:pt x="109" y="218"/>
                    </a:moveTo>
                    <a:cubicBezTo>
                      <a:pt x="88" y="226"/>
                      <a:pt x="64" y="215"/>
                      <a:pt x="56" y="193"/>
                    </a:cubicBezTo>
                    <a:cubicBezTo>
                      <a:pt x="8" y="61"/>
                      <a:pt x="8" y="61"/>
                      <a:pt x="8" y="61"/>
                    </a:cubicBezTo>
                    <a:cubicBezTo>
                      <a:pt x="0" y="39"/>
                      <a:pt x="12" y="15"/>
                      <a:pt x="33" y="7"/>
                    </a:cubicBezTo>
                    <a:cubicBezTo>
                      <a:pt x="55" y="0"/>
                      <a:pt x="79" y="11"/>
                      <a:pt x="87" y="33"/>
                    </a:cubicBezTo>
                    <a:cubicBezTo>
                      <a:pt x="135" y="165"/>
                      <a:pt x="135" y="165"/>
                      <a:pt x="135" y="165"/>
                    </a:cubicBezTo>
                    <a:cubicBezTo>
                      <a:pt x="142" y="187"/>
                      <a:pt x="131" y="211"/>
                      <a:pt x="109" y="2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8" name="Freeform 142"/>
              <p:cNvSpPr>
                <a:spLocks/>
              </p:cNvSpPr>
              <p:nvPr/>
            </p:nvSpPr>
            <p:spPr bwMode="auto">
              <a:xfrm>
                <a:off x="7354887" y="2031207"/>
                <a:ext cx="347663" cy="450850"/>
              </a:xfrm>
              <a:custGeom>
                <a:avLst/>
                <a:gdLst/>
                <a:ahLst/>
                <a:cxnLst>
                  <a:cxn ang="0">
                    <a:pos x="181" y="271"/>
                  </a:cxn>
                  <a:cxn ang="0">
                    <a:pos x="138" y="243"/>
                  </a:cxn>
                  <a:cxn ang="0">
                    <a:pos x="4" y="27"/>
                  </a:cxn>
                  <a:cxn ang="0">
                    <a:pos x="123" y="5"/>
                  </a:cxn>
                  <a:cxn ang="0">
                    <a:pos x="166" y="32"/>
                  </a:cxn>
                  <a:cxn ang="0">
                    <a:pos x="208" y="228"/>
                  </a:cxn>
                  <a:cxn ang="0">
                    <a:pos x="181" y="271"/>
                  </a:cxn>
                </a:cxnLst>
                <a:rect l="0" t="0" r="r" b="b"/>
                <a:pathLst>
                  <a:path w="212" h="275">
                    <a:moveTo>
                      <a:pt x="181" y="271"/>
                    </a:moveTo>
                    <a:cubicBezTo>
                      <a:pt x="161" y="275"/>
                      <a:pt x="142" y="262"/>
                      <a:pt x="138" y="243"/>
                    </a:cubicBezTo>
                    <a:cubicBezTo>
                      <a:pt x="4" y="27"/>
                      <a:pt x="4" y="27"/>
                      <a:pt x="4" y="27"/>
                    </a:cubicBezTo>
                    <a:cubicBezTo>
                      <a:pt x="0" y="8"/>
                      <a:pt x="104" y="9"/>
                      <a:pt x="123" y="5"/>
                    </a:cubicBezTo>
                    <a:cubicBezTo>
                      <a:pt x="142" y="0"/>
                      <a:pt x="161" y="13"/>
                      <a:pt x="166" y="32"/>
                    </a:cubicBezTo>
                    <a:cubicBezTo>
                      <a:pt x="208" y="228"/>
                      <a:pt x="208" y="228"/>
                      <a:pt x="208" y="228"/>
                    </a:cubicBezTo>
                    <a:cubicBezTo>
                      <a:pt x="212" y="247"/>
                      <a:pt x="200" y="266"/>
                      <a:pt x="181" y="2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9" name="Freeform 143"/>
              <p:cNvSpPr>
                <a:spLocks/>
              </p:cNvSpPr>
              <p:nvPr/>
            </p:nvSpPr>
            <p:spPr bwMode="auto">
              <a:xfrm>
                <a:off x="7485062" y="2105819"/>
                <a:ext cx="228600" cy="581025"/>
              </a:xfrm>
              <a:custGeom>
                <a:avLst/>
                <a:gdLst/>
                <a:ahLst/>
                <a:cxnLst>
                  <a:cxn ang="0">
                    <a:pos x="25" y="345"/>
                  </a:cxn>
                  <a:cxn ang="0">
                    <a:pos x="10" y="296"/>
                  </a:cxn>
                  <a:cxn ang="0">
                    <a:pos x="45" y="132"/>
                  </a:cxn>
                  <a:cxn ang="0">
                    <a:pos x="18" y="21"/>
                  </a:cxn>
                  <a:cxn ang="0">
                    <a:pos x="90" y="0"/>
                  </a:cxn>
                  <a:cxn ang="0">
                    <a:pos x="129" y="223"/>
                  </a:cxn>
                  <a:cxn ang="0">
                    <a:pos x="73" y="330"/>
                  </a:cxn>
                  <a:cxn ang="0">
                    <a:pos x="25" y="345"/>
                  </a:cxn>
                </a:cxnLst>
                <a:rect l="0" t="0" r="r" b="b"/>
                <a:pathLst>
                  <a:path w="139" h="354">
                    <a:moveTo>
                      <a:pt x="25" y="345"/>
                    </a:moveTo>
                    <a:cubicBezTo>
                      <a:pt x="7" y="336"/>
                      <a:pt x="0" y="314"/>
                      <a:pt x="10" y="296"/>
                    </a:cubicBezTo>
                    <a:cubicBezTo>
                      <a:pt x="45" y="132"/>
                      <a:pt x="45" y="132"/>
                      <a:pt x="45" y="132"/>
                    </a:cubicBezTo>
                    <a:cubicBezTo>
                      <a:pt x="54" y="114"/>
                      <a:pt x="0" y="12"/>
                      <a:pt x="18" y="21"/>
                    </a:cubicBezTo>
                    <a:cubicBezTo>
                      <a:pt x="90" y="0"/>
                      <a:pt x="90" y="0"/>
                      <a:pt x="90" y="0"/>
                    </a:cubicBezTo>
                    <a:cubicBezTo>
                      <a:pt x="107" y="9"/>
                      <a:pt x="139" y="205"/>
                      <a:pt x="129" y="223"/>
                    </a:cubicBezTo>
                    <a:cubicBezTo>
                      <a:pt x="73" y="330"/>
                      <a:pt x="73" y="330"/>
                      <a:pt x="73" y="330"/>
                    </a:cubicBezTo>
                    <a:cubicBezTo>
                      <a:pt x="64" y="347"/>
                      <a:pt x="42" y="354"/>
                      <a:pt x="25" y="3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0" name="Freeform 144"/>
              <p:cNvSpPr>
                <a:spLocks/>
              </p:cNvSpPr>
              <p:nvPr/>
            </p:nvSpPr>
            <p:spPr bwMode="auto">
              <a:xfrm>
                <a:off x="6788149" y="2012157"/>
                <a:ext cx="325438" cy="400050"/>
              </a:xfrm>
              <a:custGeom>
                <a:avLst/>
                <a:gdLst/>
                <a:ahLst/>
                <a:cxnLst>
                  <a:cxn ang="0">
                    <a:pos x="179" y="233"/>
                  </a:cxn>
                  <a:cxn ang="0">
                    <a:pos x="187" y="183"/>
                  </a:cxn>
                  <a:cxn ang="0">
                    <a:pos x="70" y="20"/>
                  </a:cxn>
                  <a:cxn ang="0">
                    <a:pos x="20" y="11"/>
                  </a:cxn>
                  <a:cxn ang="0">
                    <a:pos x="12" y="61"/>
                  </a:cxn>
                  <a:cxn ang="0">
                    <a:pos x="129" y="224"/>
                  </a:cxn>
                  <a:cxn ang="0">
                    <a:pos x="179" y="233"/>
                  </a:cxn>
                </a:cxnLst>
                <a:rect l="0" t="0" r="r" b="b"/>
                <a:pathLst>
                  <a:path w="199" h="244">
                    <a:moveTo>
                      <a:pt x="179" y="233"/>
                    </a:moveTo>
                    <a:cubicBezTo>
                      <a:pt x="195" y="221"/>
                      <a:pt x="199" y="199"/>
                      <a:pt x="187" y="183"/>
                    </a:cubicBezTo>
                    <a:cubicBezTo>
                      <a:pt x="70" y="20"/>
                      <a:pt x="70" y="20"/>
                      <a:pt x="70" y="20"/>
                    </a:cubicBezTo>
                    <a:cubicBezTo>
                      <a:pt x="59" y="3"/>
                      <a:pt x="36" y="0"/>
                      <a:pt x="20" y="11"/>
                    </a:cubicBezTo>
                    <a:cubicBezTo>
                      <a:pt x="4" y="23"/>
                      <a:pt x="0" y="45"/>
                      <a:pt x="12" y="61"/>
                    </a:cubicBezTo>
                    <a:cubicBezTo>
                      <a:pt x="129" y="224"/>
                      <a:pt x="129" y="224"/>
                      <a:pt x="129" y="224"/>
                    </a:cubicBezTo>
                    <a:cubicBezTo>
                      <a:pt x="140" y="240"/>
                      <a:pt x="163" y="244"/>
                      <a:pt x="179" y="2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1" name="Freeform 145"/>
              <p:cNvSpPr>
                <a:spLocks/>
              </p:cNvSpPr>
              <p:nvPr/>
            </p:nvSpPr>
            <p:spPr bwMode="auto">
              <a:xfrm>
                <a:off x="6965949" y="2115344"/>
                <a:ext cx="174625" cy="530225"/>
              </a:xfrm>
              <a:custGeom>
                <a:avLst/>
                <a:gdLst/>
                <a:ahLst/>
                <a:cxnLst>
                  <a:cxn ang="0">
                    <a:pos x="71" y="322"/>
                  </a:cxn>
                  <a:cxn ang="0">
                    <a:pos x="105" y="284"/>
                  </a:cxn>
                  <a:cxn ang="0">
                    <a:pos x="105" y="20"/>
                  </a:cxn>
                  <a:cxn ang="0">
                    <a:pos x="36" y="47"/>
                  </a:cxn>
                  <a:cxn ang="0">
                    <a:pos x="60" y="130"/>
                  </a:cxn>
                  <a:cxn ang="0">
                    <a:pos x="1" y="108"/>
                  </a:cxn>
                  <a:cxn ang="0">
                    <a:pos x="33" y="288"/>
                  </a:cxn>
                  <a:cxn ang="0">
                    <a:pos x="71" y="322"/>
                  </a:cxn>
                </a:cxnLst>
                <a:rect l="0" t="0" r="r" b="b"/>
                <a:pathLst>
                  <a:path w="106" h="323">
                    <a:moveTo>
                      <a:pt x="71" y="322"/>
                    </a:moveTo>
                    <a:cubicBezTo>
                      <a:pt x="91" y="321"/>
                      <a:pt x="106" y="304"/>
                      <a:pt x="105" y="284"/>
                    </a:cubicBezTo>
                    <a:cubicBezTo>
                      <a:pt x="105" y="20"/>
                      <a:pt x="105" y="20"/>
                      <a:pt x="105" y="20"/>
                    </a:cubicBezTo>
                    <a:cubicBezTo>
                      <a:pt x="104" y="0"/>
                      <a:pt x="56" y="46"/>
                      <a:pt x="36" y="47"/>
                    </a:cubicBezTo>
                    <a:cubicBezTo>
                      <a:pt x="60" y="130"/>
                      <a:pt x="60" y="130"/>
                      <a:pt x="60" y="130"/>
                    </a:cubicBezTo>
                    <a:cubicBezTo>
                      <a:pt x="40" y="131"/>
                      <a:pt x="0" y="89"/>
                      <a:pt x="1" y="108"/>
                    </a:cubicBezTo>
                    <a:cubicBezTo>
                      <a:pt x="33" y="288"/>
                      <a:pt x="33" y="288"/>
                      <a:pt x="33" y="288"/>
                    </a:cubicBezTo>
                    <a:cubicBezTo>
                      <a:pt x="34" y="308"/>
                      <a:pt x="51" y="323"/>
                      <a:pt x="71" y="3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2" name="Freeform 146"/>
              <p:cNvSpPr>
                <a:spLocks/>
              </p:cNvSpPr>
              <p:nvPr/>
            </p:nvSpPr>
            <p:spPr bwMode="auto">
              <a:xfrm>
                <a:off x="6584949" y="1434307"/>
                <a:ext cx="1071563" cy="955675"/>
              </a:xfrm>
              <a:custGeom>
                <a:avLst/>
                <a:gdLst/>
                <a:ahLst/>
                <a:cxnLst>
                  <a:cxn ang="0">
                    <a:pos x="315" y="543"/>
                  </a:cxn>
                  <a:cxn ang="0">
                    <a:pos x="369" y="455"/>
                  </a:cxn>
                  <a:cxn ang="0">
                    <a:pos x="520" y="474"/>
                  </a:cxn>
                  <a:cxn ang="0">
                    <a:pos x="594" y="541"/>
                  </a:cxn>
                  <a:cxn ang="0">
                    <a:pos x="607" y="474"/>
                  </a:cxn>
                  <a:cxn ang="0">
                    <a:pos x="622" y="357"/>
                  </a:cxn>
                  <a:cxn ang="0">
                    <a:pos x="640" y="262"/>
                  </a:cxn>
                  <a:cxn ang="0">
                    <a:pos x="653" y="128"/>
                  </a:cxn>
                  <a:cxn ang="0">
                    <a:pos x="601" y="78"/>
                  </a:cxn>
                  <a:cxn ang="0">
                    <a:pos x="455" y="66"/>
                  </a:cxn>
                  <a:cxn ang="0">
                    <a:pos x="298" y="0"/>
                  </a:cxn>
                  <a:cxn ang="0">
                    <a:pos x="0" y="158"/>
                  </a:cxn>
                  <a:cxn ang="0">
                    <a:pos x="136" y="413"/>
                  </a:cxn>
                </a:cxnLst>
                <a:rect l="0" t="0" r="r" b="b"/>
                <a:pathLst>
                  <a:path w="653" h="582">
                    <a:moveTo>
                      <a:pt x="315" y="543"/>
                    </a:moveTo>
                    <a:cubicBezTo>
                      <a:pt x="315" y="543"/>
                      <a:pt x="327" y="466"/>
                      <a:pt x="369" y="455"/>
                    </a:cubicBezTo>
                    <a:cubicBezTo>
                      <a:pt x="411" y="444"/>
                      <a:pt x="468" y="426"/>
                      <a:pt x="520" y="474"/>
                    </a:cubicBezTo>
                    <a:cubicBezTo>
                      <a:pt x="572" y="522"/>
                      <a:pt x="554" y="500"/>
                      <a:pt x="594" y="541"/>
                    </a:cubicBezTo>
                    <a:cubicBezTo>
                      <a:pt x="633" y="582"/>
                      <a:pt x="607" y="474"/>
                      <a:pt x="607" y="474"/>
                    </a:cubicBezTo>
                    <a:cubicBezTo>
                      <a:pt x="622" y="357"/>
                      <a:pt x="622" y="357"/>
                      <a:pt x="622" y="357"/>
                    </a:cubicBezTo>
                    <a:cubicBezTo>
                      <a:pt x="640" y="262"/>
                      <a:pt x="640" y="262"/>
                      <a:pt x="640" y="262"/>
                    </a:cubicBezTo>
                    <a:cubicBezTo>
                      <a:pt x="653" y="128"/>
                      <a:pt x="653" y="128"/>
                      <a:pt x="653" y="128"/>
                    </a:cubicBezTo>
                    <a:cubicBezTo>
                      <a:pt x="601" y="78"/>
                      <a:pt x="601" y="78"/>
                      <a:pt x="601" y="78"/>
                    </a:cubicBezTo>
                    <a:cubicBezTo>
                      <a:pt x="601" y="78"/>
                      <a:pt x="507" y="73"/>
                      <a:pt x="455" y="66"/>
                    </a:cubicBezTo>
                    <a:cubicBezTo>
                      <a:pt x="426" y="62"/>
                      <a:pt x="298" y="0"/>
                      <a:pt x="298" y="0"/>
                    </a:cubicBezTo>
                    <a:cubicBezTo>
                      <a:pt x="0" y="158"/>
                      <a:pt x="0" y="158"/>
                      <a:pt x="0" y="158"/>
                    </a:cubicBezTo>
                    <a:cubicBezTo>
                      <a:pt x="136" y="413"/>
                      <a:pt x="136" y="413"/>
                      <a:pt x="136" y="4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243" name="Freeform 147"/>
            <p:cNvSpPr>
              <a:spLocks/>
            </p:cNvSpPr>
            <p:nvPr/>
          </p:nvSpPr>
          <p:spPr bwMode="auto">
            <a:xfrm flipH="1">
              <a:off x="7327899" y="-7144"/>
              <a:ext cx="896938" cy="1830388"/>
            </a:xfrm>
            <a:custGeom>
              <a:avLst/>
              <a:gdLst/>
              <a:ahLst/>
              <a:cxnLst>
                <a:cxn ang="0">
                  <a:pos x="0" y="0"/>
                </a:cxn>
                <a:cxn ang="0">
                  <a:pos x="21" y="1153"/>
                </a:cxn>
                <a:cxn ang="0">
                  <a:pos x="565" y="876"/>
                </a:cxn>
                <a:cxn ang="0">
                  <a:pos x="535" y="0"/>
                </a:cxn>
                <a:cxn ang="0">
                  <a:pos x="0" y="0"/>
                </a:cxn>
              </a:cxnLst>
              <a:rect l="0" t="0" r="r" b="b"/>
              <a:pathLst>
                <a:path w="565" h="1153">
                  <a:moveTo>
                    <a:pt x="0" y="0"/>
                  </a:moveTo>
                  <a:lnTo>
                    <a:pt x="21" y="1153"/>
                  </a:lnTo>
                  <a:lnTo>
                    <a:pt x="565" y="876"/>
                  </a:lnTo>
                  <a:lnTo>
                    <a:pt x="535" y="0"/>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54" name="Group 270"/>
            <p:cNvGrpSpPr/>
            <p:nvPr/>
          </p:nvGrpSpPr>
          <p:grpSpPr>
            <a:xfrm>
              <a:off x="7010400" y="2465842"/>
              <a:ext cx="469634" cy="467206"/>
              <a:chOff x="5351197" y="2320461"/>
              <a:chExt cx="978165" cy="973110"/>
            </a:xfrm>
          </p:grpSpPr>
          <p:sp>
            <p:nvSpPr>
              <p:cNvPr id="272" name="Freeform 86"/>
              <p:cNvSpPr>
                <a:spLocks/>
              </p:cNvSpPr>
              <p:nvPr/>
            </p:nvSpPr>
            <p:spPr bwMode="auto">
              <a:xfrm>
                <a:off x="5351197" y="2320461"/>
                <a:ext cx="978165" cy="973110"/>
              </a:xfrm>
              <a:custGeom>
                <a:avLst/>
                <a:gdLst/>
                <a:ahLst/>
                <a:cxnLst>
                  <a:cxn ang="0">
                    <a:pos x="61" y="76"/>
                  </a:cxn>
                  <a:cxn ang="0">
                    <a:pos x="297" y="60"/>
                  </a:cxn>
                  <a:cxn ang="0">
                    <a:pos x="313" y="297"/>
                  </a:cxn>
                  <a:cxn ang="0">
                    <a:pos x="76" y="313"/>
                  </a:cxn>
                  <a:cxn ang="0">
                    <a:pos x="61" y="76"/>
                  </a:cxn>
                </a:cxnLst>
                <a:rect l="0" t="0" r="r" b="b"/>
                <a:pathLst>
                  <a:path w="374" h="373">
                    <a:moveTo>
                      <a:pt x="61" y="76"/>
                    </a:moveTo>
                    <a:cubicBezTo>
                      <a:pt x="121" y="7"/>
                      <a:pt x="227" y="0"/>
                      <a:pt x="297" y="60"/>
                    </a:cubicBezTo>
                    <a:cubicBezTo>
                      <a:pt x="366" y="121"/>
                      <a:pt x="374" y="227"/>
                      <a:pt x="313" y="297"/>
                    </a:cubicBezTo>
                    <a:cubicBezTo>
                      <a:pt x="252" y="366"/>
                      <a:pt x="146" y="373"/>
                      <a:pt x="76" y="313"/>
                    </a:cubicBezTo>
                    <a:cubicBezTo>
                      <a:pt x="7" y="252"/>
                      <a:pt x="0" y="146"/>
                      <a:pt x="61" y="76"/>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87"/>
              <p:cNvSpPr>
                <a:spLocks noEditPoints="1"/>
              </p:cNvSpPr>
              <p:nvPr/>
            </p:nvSpPr>
            <p:spPr bwMode="auto">
              <a:xfrm>
                <a:off x="5444717" y="2411453"/>
                <a:ext cx="788598" cy="791126"/>
              </a:xfrm>
              <a:custGeom>
                <a:avLst/>
                <a:gdLst/>
                <a:ahLst/>
                <a:cxnLst>
                  <a:cxn ang="0">
                    <a:pos x="240" y="50"/>
                  </a:cxn>
                  <a:cxn ang="0">
                    <a:pos x="253" y="241"/>
                  </a:cxn>
                  <a:cxn ang="0">
                    <a:pos x="62" y="253"/>
                  </a:cxn>
                  <a:cxn ang="0">
                    <a:pos x="49" y="62"/>
                  </a:cxn>
                  <a:cxn ang="0">
                    <a:pos x="240" y="50"/>
                  </a:cxn>
                  <a:cxn ang="0">
                    <a:pos x="76" y="237"/>
                  </a:cxn>
                  <a:cxn ang="0">
                    <a:pos x="236" y="227"/>
                  </a:cxn>
                  <a:cxn ang="0">
                    <a:pos x="226" y="66"/>
                  </a:cxn>
                  <a:cxn ang="0">
                    <a:pos x="65" y="77"/>
                  </a:cxn>
                  <a:cxn ang="0">
                    <a:pos x="76" y="237"/>
                  </a:cxn>
                </a:cxnLst>
                <a:rect l="0" t="0" r="r" b="b"/>
                <a:pathLst>
                  <a:path w="302" h="303">
                    <a:moveTo>
                      <a:pt x="240" y="50"/>
                    </a:moveTo>
                    <a:cubicBezTo>
                      <a:pt x="296" y="99"/>
                      <a:pt x="302" y="184"/>
                      <a:pt x="253" y="241"/>
                    </a:cubicBezTo>
                    <a:cubicBezTo>
                      <a:pt x="203" y="297"/>
                      <a:pt x="118" y="303"/>
                      <a:pt x="62" y="253"/>
                    </a:cubicBezTo>
                    <a:cubicBezTo>
                      <a:pt x="5" y="204"/>
                      <a:pt x="0" y="119"/>
                      <a:pt x="49" y="62"/>
                    </a:cubicBezTo>
                    <a:cubicBezTo>
                      <a:pt x="98" y="6"/>
                      <a:pt x="184" y="0"/>
                      <a:pt x="240" y="50"/>
                    </a:cubicBezTo>
                    <a:moveTo>
                      <a:pt x="76" y="237"/>
                    </a:moveTo>
                    <a:cubicBezTo>
                      <a:pt x="123" y="279"/>
                      <a:pt x="195" y="274"/>
                      <a:pt x="236" y="227"/>
                    </a:cubicBezTo>
                    <a:cubicBezTo>
                      <a:pt x="278" y="179"/>
                      <a:pt x="273" y="107"/>
                      <a:pt x="226" y="66"/>
                    </a:cubicBezTo>
                    <a:cubicBezTo>
                      <a:pt x="178" y="24"/>
                      <a:pt x="106" y="29"/>
                      <a:pt x="65" y="77"/>
                    </a:cubicBezTo>
                    <a:cubicBezTo>
                      <a:pt x="23" y="124"/>
                      <a:pt x="28" y="196"/>
                      <a:pt x="76" y="237"/>
                    </a:cubicBezTo>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88"/>
              <p:cNvSpPr>
                <a:spLocks/>
              </p:cNvSpPr>
              <p:nvPr/>
            </p:nvSpPr>
            <p:spPr bwMode="auto">
              <a:xfrm>
                <a:off x="5669669" y="2631349"/>
                <a:ext cx="338693" cy="356386"/>
              </a:xfrm>
              <a:custGeom>
                <a:avLst/>
                <a:gdLst/>
                <a:ahLst/>
                <a:cxnLst>
                  <a:cxn ang="0">
                    <a:pos x="15" y="64"/>
                  </a:cxn>
                  <a:cxn ang="0">
                    <a:pos x="41" y="87"/>
                  </a:cxn>
                  <a:cxn ang="0">
                    <a:pos x="37" y="91"/>
                  </a:cxn>
                  <a:cxn ang="0">
                    <a:pos x="30" y="101"/>
                  </a:cxn>
                  <a:cxn ang="0">
                    <a:pos x="32" y="107"/>
                  </a:cxn>
                  <a:cxn ang="0">
                    <a:pos x="38" y="108"/>
                  </a:cxn>
                  <a:cxn ang="0">
                    <a:pos x="44" y="104"/>
                  </a:cxn>
                  <a:cxn ang="0">
                    <a:pos x="49" y="93"/>
                  </a:cxn>
                  <a:cxn ang="0">
                    <a:pos x="43" y="71"/>
                  </a:cxn>
                  <a:cxn ang="0">
                    <a:pos x="37" y="50"/>
                  </a:cxn>
                  <a:cxn ang="0">
                    <a:pos x="39" y="35"/>
                  </a:cxn>
                  <a:cxn ang="0">
                    <a:pos x="50" y="18"/>
                  </a:cxn>
                  <a:cxn ang="0">
                    <a:pos x="76" y="2"/>
                  </a:cxn>
                  <a:cxn ang="0">
                    <a:pos x="105" y="10"/>
                  </a:cxn>
                  <a:cxn ang="0">
                    <a:pos x="113" y="0"/>
                  </a:cxn>
                  <a:cxn ang="0">
                    <a:pos x="126" y="10"/>
                  </a:cxn>
                  <a:cxn ang="0">
                    <a:pos x="117" y="21"/>
                  </a:cxn>
                  <a:cxn ang="0">
                    <a:pos x="128" y="45"/>
                  </a:cxn>
                  <a:cxn ang="0">
                    <a:pos x="114" y="77"/>
                  </a:cxn>
                  <a:cxn ang="0">
                    <a:pos x="110" y="82"/>
                  </a:cxn>
                  <a:cxn ang="0">
                    <a:pos x="83" y="59"/>
                  </a:cxn>
                  <a:cxn ang="0">
                    <a:pos x="89" y="52"/>
                  </a:cxn>
                  <a:cxn ang="0">
                    <a:pos x="100" y="38"/>
                  </a:cxn>
                  <a:cxn ang="0">
                    <a:pos x="98" y="32"/>
                  </a:cxn>
                  <a:cxn ang="0">
                    <a:pos x="93" y="31"/>
                  </a:cxn>
                  <a:cxn ang="0">
                    <a:pos x="87" y="35"/>
                  </a:cxn>
                  <a:cxn ang="0">
                    <a:pos x="77" y="49"/>
                  </a:cxn>
                  <a:cxn ang="0">
                    <a:pos x="78" y="64"/>
                  </a:cxn>
                  <a:cxn ang="0">
                    <a:pos x="85" y="90"/>
                  </a:cxn>
                  <a:cxn ang="0">
                    <a:pos x="83" y="106"/>
                  </a:cxn>
                  <a:cxn ang="0">
                    <a:pos x="74" y="124"/>
                  </a:cxn>
                  <a:cxn ang="0">
                    <a:pos x="51" y="136"/>
                  </a:cxn>
                  <a:cxn ang="0">
                    <a:pos x="24" y="127"/>
                  </a:cxn>
                  <a:cxn ang="0">
                    <a:pos x="16" y="135"/>
                  </a:cxn>
                  <a:cxn ang="0">
                    <a:pos x="4" y="125"/>
                  </a:cxn>
                  <a:cxn ang="0">
                    <a:pos x="11" y="116"/>
                  </a:cxn>
                  <a:cxn ang="0">
                    <a:pos x="0" y="92"/>
                  </a:cxn>
                  <a:cxn ang="0">
                    <a:pos x="10" y="69"/>
                  </a:cxn>
                  <a:cxn ang="0">
                    <a:pos x="15" y="64"/>
                  </a:cxn>
                </a:cxnLst>
                <a:rect l="0" t="0" r="r" b="b"/>
                <a:pathLst>
                  <a:path w="129" h="137">
                    <a:moveTo>
                      <a:pt x="15" y="64"/>
                    </a:moveTo>
                    <a:cubicBezTo>
                      <a:pt x="41" y="87"/>
                      <a:pt x="41" y="87"/>
                      <a:pt x="41" y="87"/>
                    </a:cubicBezTo>
                    <a:cubicBezTo>
                      <a:pt x="37" y="91"/>
                      <a:pt x="37" y="91"/>
                      <a:pt x="37" y="91"/>
                    </a:cubicBezTo>
                    <a:cubicBezTo>
                      <a:pt x="33" y="96"/>
                      <a:pt x="31" y="99"/>
                      <a:pt x="30" y="101"/>
                    </a:cubicBezTo>
                    <a:cubicBezTo>
                      <a:pt x="30" y="103"/>
                      <a:pt x="30" y="105"/>
                      <a:pt x="32" y="107"/>
                    </a:cubicBezTo>
                    <a:cubicBezTo>
                      <a:pt x="34" y="108"/>
                      <a:pt x="36" y="109"/>
                      <a:pt x="38" y="108"/>
                    </a:cubicBezTo>
                    <a:cubicBezTo>
                      <a:pt x="40" y="108"/>
                      <a:pt x="42" y="106"/>
                      <a:pt x="44" y="104"/>
                    </a:cubicBezTo>
                    <a:cubicBezTo>
                      <a:pt x="47" y="100"/>
                      <a:pt x="49" y="96"/>
                      <a:pt x="49" y="93"/>
                    </a:cubicBezTo>
                    <a:cubicBezTo>
                      <a:pt x="49" y="90"/>
                      <a:pt x="47" y="82"/>
                      <a:pt x="43" y="71"/>
                    </a:cubicBezTo>
                    <a:cubicBezTo>
                      <a:pt x="40" y="61"/>
                      <a:pt x="38" y="54"/>
                      <a:pt x="37" y="50"/>
                    </a:cubicBezTo>
                    <a:cubicBezTo>
                      <a:pt x="37" y="45"/>
                      <a:pt x="38" y="40"/>
                      <a:pt x="39" y="35"/>
                    </a:cubicBezTo>
                    <a:cubicBezTo>
                      <a:pt x="41" y="30"/>
                      <a:pt x="44" y="24"/>
                      <a:pt x="50" y="18"/>
                    </a:cubicBezTo>
                    <a:cubicBezTo>
                      <a:pt x="58" y="9"/>
                      <a:pt x="67" y="3"/>
                      <a:pt x="76" y="2"/>
                    </a:cubicBezTo>
                    <a:cubicBezTo>
                      <a:pt x="85" y="1"/>
                      <a:pt x="95" y="3"/>
                      <a:pt x="105" y="10"/>
                    </a:cubicBezTo>
                    <a:cubicBezTo>
                      <a:pt x="113" y="0"/>
                      <a:pt x="113" y="0"/>
                      <a:pt x="113" y="0"/>
                    </a:cubicBezTo>
                    <a:cubicBezTo>
                      <a:pt x="126" y="10"/>
                      <a:pt x="126" y="10"/>
                      <a:pt x="126" y="10"/>
                    </a:cubicBezTo>
                    <a:cubicBezTo>
                      <a:pt x="117" y="21"/>
                      <a:pt x="117" y="21"/>
                      <a:pt x="117" y="21"/>
                    </a:cubicBezTo>
                    <a:cubicBezTo>
                      <a:pt x="123" y="28"/>
                      <a:pt x="127" y="36"/>
                      <a:pt x="128" y="45"/>
                    </a:cubicBezTo>
                    <a:cubicBezTo>
                      <a:pt x="129" y="54"/>
                      <a:pt x="125" y="65"/>
                      <a:pt x="114" y="77"/>
                    </a:cubicBezTo>
                    <a:cubicBezTo>
                      <a:pt x="110" y="82"/>
                      <a:pt x="110" y="82"/>
                      <a:pt x="110" y="82"/>
                    </a:cubicBezTo>
                    <a:cubicBezTo>
                      <a:pt x="83" y="59"/>
                      <a:pt x="83" y="59"/>
                      <a:pt x="83" y="59"/>
                    </a:cubicBezTo>
                    <a:cubicBezTo>
                      <a:pt x="89" y="52"/>
                      <a:pt x="89" y="52"/>
                      <a:pt x="89" y="52"/>
                    </a:cubicBezTo>
                    <a:cubicBezTo>
                      <a:pt x="95" y="45"/>
                      <a:pt x="99" y="40"/>
                      <a:pt x="100" y="38"/>
                    </a:cubicBezTo>
                    <a:cubicBezTo>
                      <a:pt x="101" y="36"/>
                      <a:pt x="100" y="34"/>
                      <a:pt x="98" y="32"/>
                    </a:cubicBezTo>
                    <a:cubicBezTo>
                      <a:pt x="96" y="31"/>
                      <a:pt x="94" y="30"/>
                      <a:pt x="93" y="31"/>
                    </a:cubicBezTo>
                    <a:cubicBezTo>
                      <a:pt x="91" y="31"/>
                      <a:pt x="89" y="32"/>
                      <a:pt x="87" y="35"/>
                    </a:cubicBezTo>
                    <a:cubicBezTo>
                      <a:pt x="81" y="41"/>
                      <a:pt x="78" y="45"/>
                      <a:pt x="77" y="49"/>
                    </a:cubicBezTo>
                    <a:cubicBezTo>
                      <a:pt x="75" y="52"/>
                      <a:pt x="76" y="57"/>
                      <a:pt x="78" y="64"/>
                    </a:cubicBezTo>
                    <a:cubicBezTo>
                      <a:pt x="82" y="76"/>
                      <a:pt x="84" y="85"/>
                      <a:pt x="85" y="90"/>
                    </a:cubicBezTo>
                    <a:cubicBezTo>
                      <a:pt x="85" y="95"/>
                      <a:pt x="85" y="100"/>
                      <a:pt x="83" y="106"/>
                    </a:cubicBezTo>
                    <a:cubicBezTo>
                      <a:pt x="82" y="112"/>
                      <a:pt x="79" y="118"/>
                      <a:pt x="74" y="124"/>
                    </a:cubicBezTo>
                    <a:cubicBezTo>
                      <a:pt x="67" y="132"/>
                      <a:pt x="59" y="136"/>
                      <a:pt x="51" y="136"/>
                    </a:cubicBezTo>
                    <a:cubicBezTo>
                      <a:pt x="43" y="137"/>
                      <a:pt x="33" y="134"/>
                      <a:pt x="24" y="127"/>
                    </a:cubicBezTo>
                    <a:cubicBezTo>
                      <a:pt x="16" y="135"/>
                      <a:pt x="16" y="135"/>
                      <a:pt x="16" y="135"/>
                    </a:cubicBezTo>
                    <a:cubicBezTo>
                      <a:pt x="4" y="125"/>
                      <a:pt x="4" y="125"/>
                      <a:pt x="4" y="125"/>
                    </a:cubicBezTo>
                    <a:cubicBezTo>
                      <a:pt x="11" y="116"/>
                      <a:pt x="11" y="116"/>
                      <a:pt x="11" y="116"/>
                    </a:cubicBezTo>
                    <a:cubicBezTo>
                      <a:pt x="4" y="108"/>
                      <a:pt x="1" y="100"/>
                      <a:pt x="0" y="92"/>
                    </a:cubicBezTo>
                    <a:cubicBezTo>
                      <a:pt x="0" y="84"/>
                      <a:pt x="4" y="77"/>
                      <a:pt x="10" y="69"/>
                    </a:cubicBezTo>
                    <a:cubicBezTo>
                      <a:pt x="11" y="68"/>
                      <a:pt x="13" y="66"/>
                      <a:pt x="15" y="64"/>
                    </a:cubicBezTo>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aphicFrame>
        <p:nvGraphicFramePr>
          <p:cNvPr id="278" name="Chart 277"/>
          <p:cNvGraphicFramePr/>
          <p:nvPr/>
        </p:nvGraphicFramePr>
        <p:xfrm>
          <a:off x="533400" y="1003299"/>
          <a:ext cx="4648200" cy="2425701"/>
        </p:xfrm>
        <a:graphic>
          <a:graphicData uri="http://schemas.openxmlformats.org/drawingml/2006/chart">
            <c:chart xmlns:c="http://schemas.openxmlformats.org/drawingml/2006/chart" xmlns:r="http://schemas.openxmlformats.org/officeDocument/2006/relationships" r:id="rId3"/>
          </a:graphicData>
        </a:graphic>
      </p:graphicFrame>
      <p:grpSp>
        <p:nvGrpSpPr>
          <p:cNvPr id="258" name="Group 30"/>
          <p:cNvGrpSpPr/>
          <p:nvPr/>
        </p:nvGrpSpPr>
        <p:grpSpPr>
          <a:xfrm>
            <a:off x="1047650" y="3523121"/>
            <a:ext cx="3535811" cy="484970"/>
            <a:chOff x="1270277" y="1241608"/>
            <a:chExt cx="3535811" cy="484970"/>
          </a:xfrm>
        </p:grpSpPr>
        <p:sp>
          <p:nvSpPr>
            <p:cNvPr id="280" name="Text Placeholder 3"/>
            <p:cNvSpPr txBox="1">
              <a:spLocks/>
            </p:cNvSpPr>
            <p:nvPr/>
          </p:nvSpPr>
          <p:spPr>
            <a:xfrm>
              <a:off x="1270277" y="1241608"/>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j-lt"/>
                  <a:ea typeface="+mn-ea"/>
                  <a:cs typeface="+mn-cs"/>
                </a:rPr>
                <a:t>Title Goes Here</a:t>
              </a:r>
            </a:p>
          </p:txBody>
        </p:sp>
        <p:sp>
          <p:nvSpPr>
            <p:cNvPr id="281" name="Text Placeholder 3"/>
            <p:cNvSpPr txBox="1">
              <a:spLocks/>
            </p:cNvSpPr>
            <p:nvPr/>
          </p:nvSpPr>
          <p:spPr>
            <a:xfrm>
              <a:off x="1270277" y="1418801"/>
              <a:ext cx="3535811"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282" name="Freeform 45"/>
          <p:cNvSpPr>
            <a:spLocks noEditPoints="1"/>
          </p:cNvSpPr>
          <p:nvPr/>
        </p:nvSpPr>
        <p:spPr bwMode="auto">
          <a:xfrm>
            <a:off x="659334" y="368161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60" name="Group 30"/>
          <p:cNvGrpSpPr/>
          <p:nvPr/>
        </p:nvGrpSpPr>
        <p:grpSpPr>
          <a:xfrm>
            <a:off x="1047650" y="4114800"/>
            <a:ext cx="3535811" cy="484970"/>
            <a:chOff x="1270277" y="1241608"/>
            <a:chExt cx="3535811" cy="484970"/>
          </a:xfrm>
        </p:grpSpPr>
        <p:sp>
          <p:nvSpPr>
            <p:cNvPr id="284" name="Text Placeholder 3"/>
            <p:cNvSpPr txBox="1">
              <a:spLocks/>
            </p:cNvSpPr>
            <p:nvPr/>
          </p:nvSpPr>
          <p:spPr>
            <a:xfrm>
              <a:off x="1270277" y="1241608"/>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j-lt"/>
                  <a:ea typeface="+mn-ea"/>
                  <a:cs typeface="+mn-cs"/>
                </a:rPr>
                <a:t>Title Goes Here</a:t>
              </a:r>
            </a:p>
          </p:txBody>
        </p:sp>
        <p:sp>
          <p:nvSpPr>
            <p:cNvPr id="285" name="Text Placeholder 3"/>
            <p:cNvSpPr txBox="1">
              <a:spLocks/>
            </p:cNvSpPr>
            <p:nvPr/>
          </p:nvSpPr>
          <p:spPr>
            <a:xfrm>
              <a:off x="1270277" y="1418801"/>
              <a:ext cx="3535811"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286" name="Freeform 45"/>
          <p:cNvSpPr>
            <a:spLocks noEditPoints="1"/>
          </p:cNvSpPr>
          <p:nvPr/>
        </p:nvSpPr>
        <p:spPr bwMode="auto">
          <a:xfrm>
            <a:off x="659334" y="427329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500" fill="hold"/>
                                        <p:tgtEl>
                                          <p:spTgt spid="17"/>
                                        </p:tgtEl>
                                        <p:attrNameLst>
                                          <p:attrName>ppt_x</p:attrName>
                                        </p:attrNameLst>
                                      </p:cBhvr>
                                      <p:tavLst>
                                        <p:tav tm="0">
                                          <p:val>
                                            <p:strVal val="#ppt_x"/>
                                          </p:val>
                                        </p:tav>
                                        <p:tav tm="100000">
                                          <p:val>
                                            <p:strVal val="#ppt_x"/>
                                          </p:val>
                                        </p:tav>
                                      </p:tavLst>
                                    </p:anim>
                                    <p:anim calcmode="lin" valueType="num">
                                      <p:cBhvr additive="base">
                                        <p:cTn id="18" dur="500" fill="hold"/>
                                        <p:tgtEl>
                                          <p:spTgt spid="17"/>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nodeType="afterEffect">
                                  <p:stCondLst>
                                    <p:cond delay="0"/>
                                  </p:stCondLst>
                                  <p:childTnLst>
                                    <p:set>
                                      <p:cBhvr>
                                        <p:cTn id="21" dur="1" fill="hold">
                                          <p:stCondLst>
                                            <p:cond delay="0"/>
                                          </p:stCondLst>
                                        </p:cTn>
                                        <p:tgtEl>
                                          <p:spTgt spid="246"/>
                                        </p:tgtEl>
                                        <p:attrNameLst>
                                          <p:attrName>style.visibility</p:attrName>
                                        </p:attrNameLst>
                                      </p:cBhvr>
                                      <p:to>
                                        <p:strVal val="visible"/>
                                      </p:to>
                                    </p:set>
                                    <p:anim calcmode="lin" valueType="num">
                                      <p:cBhvr>
                                        <p:cTn id="22" dur="500" fill="hold"/>
                                        <p:tgtEl>
                                          <p:spTgt spid="246"/>
                                        </p:tgtEl>
                                        <p:attrNameLst>
                                          <p:attrName>ppt_w</p:attrName>
                                        </p:attrNameLst>
                                      </p:cBhvr>
                                      <p:tavLst>
                                        <p:tav tm="0">
                                          <p:val>
                                            <p:fltVal val="0"/>
                                          </p:val>
                                        </p:tav>
                                        <p:tav tm="100000">
                                          <p:val>
                                            <p:strVal val="#ppt_w"/>
                                          </p:val>
                                        </p:tav>
                                      </p:tavLst>
                                    </p:anim>
                                    <p:anim calcmode="lin" valueType="num">
                                      <p:cBhvr>
                                        <p:cTn id="23" dur="500" fill="hold"/>
                                        <p:tgtEl>
                                          <p:spTgt spid="246"/>
                                        </p:tgtEl>
                                        <p:attrNameLst>
                                          <p:attrName>ppt_h</p:attrName>
                                        </p:attrNameLst>
                                      </p:cBhvr>
                                      <p:tavLst>
                                        <p:tav tm="0">
                                          <p:val>
                                            <p:fltVal val="0"/>
                                          </p:val>
                                        </p:tav>
                                        <p:tav tm="100000">
                                          <p:val>
                                            <p:strVal val="#ppt_h"/>
                                          </p:val>
                                        </p:tav>
                                      </p:tavLst>
                                    </p:anim>
                                    <p:animEffect transition="in" filter="fade">
                                      <p:cBhvr>
                                        <p:cTn id="24" dur="500"/>
                                        <p:tgtEl>
                                          <p:spTgt spid="246"/>
                                        </p:tgtEl>
                                      </p:cBhvr>
                                    </p:animEffect>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248"/>
                                        </p:tgtEl>
                                        <p:attrNameLst>
                                          <p:attrName>style.visibility</p:attrName>
                                        </p:attrNameLst>
                                      </p:cBhvr>
                                      <p:to>
                                        <p:strVal val="visible"/>
                                      </p:to>
                                    </p:set>
                                    <p:anim calcmode="lin" valueType="num">
                                      <p:cBhvr additive="base">
                                        <p:cTn id="28" dur="500" fill="hold"/>
                                        <p:tgtEl>
                                          <p:spTgt spid="248"/>
                                        </p:tgtEl>
                                        <p:attrNameLst>
                                          <p:attrName>ppt_x</p:attrName>
                                        </p:attrNameLst>
                                      </p:cBhvr>
                                      <p:tavLst>
                                        <p:tav tm="0">
                                          <p:val>
                                            <p:strVal val="#ppt_x"/>
                                          </p:val>
                                        </p:tav>
                                        <p:tav tm="100000">
                                          <p:val>
                                            <p:strVal val="#ppt_x"/>
                                          </p:val>
                                        </p:tav>
                                      </p:tavLst>
                                    </p:anim>
                                    <p:anim calcmode="lin" valueType="num">
                                      <p:cBhvr additive="base">
                                        <p:cTn id="29" dur="500" fill="hold"/>
                                        <p:tgtEl>
                                          <p:spTgt spid="248"/>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4" fill="hold" grpId="0" nodeType="afterEffect">
                                  <p:stCondLst>
                                    <p:cond delay="0"/>
                                  </p:stCondLst>
                                  <p:childTnLst>
                                    <p:set>
                                      <p:cBhvr>
                                        <p:cTn id="32" dur="1" fill="hold">
                                          <p:stCondLst>
                                            <p:cond delay="0"/>
                                          </p:stCondLst>
                                        </p:cTn>
                                        <p:tgtEl>
                                          <p:spTgt spid="278">
                                            <p:graphicEl>
                                              <a:chart seriesIdx="-3" categoryIdx="-3" bldStep="gridLegend"/>
                                            </p:graphicEl>
                                          </p:spTgt>
                                        </p:tgtEl>
                                        <p:attrNameLst>
                                          <p:attrName>style.visibility</p:attrName>
                                        </p:attrNameLst>
                                      </p:cBhvr>
                                      <p:to>
                                        <p:strVal val="visible"/>
                                      </p:to>
                                    </p:set>
                                    <p:animEffect transition="in" filter="wipe(down)">
                                      <p:cBhvr>
                                        <p:cTn id="33" dur="500"/>
                                        <p:tgtEl>
                                          <p:spTgt spid="278">
                                            <p:graphicEl>
                                              <a:chart seriesIdx="-3" categoryIdx="-3" bldStep="gridLegend"/>
                                            </p:graphicEl>
                                          </p:spTgt>
                                        </p:tgtEl>
                                      </p:cBhvr>
                                    </p:animEffect>
                                  </p:childTnLst>
                                </p:cTn>
                              </p:par>
                            </p:childTnLst>
                          </p:cTn>
                        </p:par>
                        <p:par>
                          <p:cTn id="34" fill="hold">
                            <p:stCondLst>
                              <p:cond delay="3000"/>
                            </p:stCondLst>
                            <p:childTnLst>
                              <p:par>
                                <p:cTn id="35" presetID="22" presetClass="entr" presetSubtype="8" fill="hold" grpId="0" nodeType="afterEffect">
                                  <p:stCondLst>
                                    <p:cond delay="0"/>
                                  </p:stCondLst>
                                  <p:childTnLst>
                                    <p:set>
                                      <p:cBhvr>
                                        <p:cTn id="36" dur="1" fill="hold">
                                          <p:stCondLst>
                                            <p:cond delay="0"/>
                                          </p:stCondLst>
                                        </p:cTn>
                                        <p:tgtEl>
                                          <p:spTgt spid="278">
                                            <p:graphicEl>
                                              <a:chart seriesIdx="0" categoryIdx="-4" bldStep="series"/>
                                            </p:graphicEl>
                                          </p:spTgt>
                                        </p:tgtEl>
                                        <p:attrNameLst>
                                          <p:attrName>style.visibility</p:attrName>
                                        </p:attrNameLst>
                                      </p:cBhvr>
                                      <p:to>
                                        <p:strVal val="visible"/>
                                      </p:to>
                                    </p:set>
                                    <p:animEffect transition="in" filter="wipe(left)">
                                      <p:cBhvr>
                                        <p:cTn id="37" dur="500"/>
                                        <p:tgtEl>
                                          <p:spTgt spid="278">
                                            <p:graphicEl>
                                              <a:chart seriesIdx="0" categoryIdx="-4" bldStep="series"/>
                                            </p:graphicEl>
                                          </p:spTgt>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278">
                                            <p:graphicEl>
                                              <a:chart seriesIdx="1" categoryIdx="-4" bldStep="series"/>
                                            </p:graphicEl>
                                          </p:spTgt>
                                        </p:tgtEl>
                                        <p:attrNameLst>
                                          <p:attrName>style.visibility</p:attrName>
                                        </p:attrNameLst>
                                      </p:cBhvr>
                                      <p:to>
                                        <p:strVal val="visible"/>
                                      </p:to>
                                    </p:set>
                                    <p:animEffect transition="in" filter="wipe(left)">
                                      <p:cBhvr>
                                        <p:cTn id="41" dur="500"/>
                                        <p:tgtEl>
                                          <p:spTgt spid="278">
                                            <p:graphicEl>
                                              <a:chart seriesIdx="1" categoryIdx="-4" bldStep="series"/>
                                            </p:graphicEl>
                                          </p:spTgt>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278">
                                            <p:graphicEl>
                                              <a:chart seriesIdx="2" categoryIdx="-4" bldStep="series"/>
                                            </p:graphicEl>
                                          </p:spTgt>
                                        </p:tgtEl>
                                        <p:attrNameLst>
                                          <p:attrName>style.visibility</p:attrName>
                                        </p:attrNameLst>
                                      </p:cBhvr>
                                      <p:to>
                                        <p:strVal val="visible"/>
                                      </p:to>
                                    </p:set>
                                    <p:animEffect transition="in" filter="wipe(left)">
                                      <p:cBhvr>
                                        <p:cTn id="45" dur="500"/>
                                        <p:tgtEl>
                                          <p:spTgt spid="278">
                                            <p:graphicEl>
                                              <a:chart seriesIdx="2" categoryIdx="-4" bldStep="series"/>
                                            </p:graphicEl>
                                          </p:spTgt>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278">
                                            <p:graphicEl>
                                              <a:chart seriesIdx="3" categoryIdx="-4" bldStep="series"/>
                                            </p:graphicEl>
                                          </p:spTgt>
                                        </p:tgtEl>
                                        <p:attrNameLst>
                                          <p:attrName>style.visibility</p:attrName>
                                        </p:attrNameLst>
                                      </p:cBhvr>
                                      <p:to>
                                        <p:strVal val="visible"/>
                                      </p:to>
                                    </p:set>
                                    <p:animEffect transition="in" filter="wipe(left)">
                                      <p:cBhvr>
                                        <p:cTn id="49" dur="500"/>
                                        <p:tgtEl>
                                          <p:spTgt spid="278">
                                            <p:graphicEl>
                                              <a:chart seriesIdx="3" categoryIdx="-4" bldStep="series"/>
                                            </p:graphicEl>
                                          </p:spTgt>
                                        </p:tgtEl>
                                      </p:cBhvr>
                                    </p:animEffect>
                                  </p:childTnLst>
                                </p:cTn>
                              </p:par>
                            </p:childTnLst>
                          </p:cTn>
                        </p:par>
                        <p:par>
                          <p:cTn id="50" fill="hold">
                            <p:stCondLst>
                              <p:cond delay="5000"/>
                            </p:stCondLst>
                            <p:childTnLst>
                              <p:par>
                                <p:cTn id="51" presetID="53" presetClass="entr" presetSubtype="0" fill="hold" grpId="0" nodeType="afterEffect">
                                  <p:stCondLst>
                                    <p:cond delay="0"/>
                                  </p:stCondLst>
                                  <p:childTnLst>
                                    <p:set>
                                      <p:cBhvr>
                                        <p:cTn id="52" dur="1" fill="hold">
                                          <p:stCondLst>
                                            <p:cond delay="0"/>
                                          </p:stCondLst>
                                        </p:cTn>
                                        <p:tgtEl>
                                          <p:spTgt spid="282"/>
                                        </p:tgtEl>
                                        <p:attrNameLst>
                                          <p:attrName>style.visibility</p:attrName>
                                        </p:attrNameLst>
                                      </p:cBhvr>
                                      <p:to>
                                        <p:strVal val="visible"/>
                                      </p:to>
                                    </p:set>
                                    <p:anim calcmode="lin" valueType="num">
                                      <p:cBhvr>
                                        <p:cTn id="53" dur="500" fill="hold"/>
                                        <p:tgtEl>
                                          <p:spTgt spid="282"/>
                                        </p:tgtEl>
                                        <p:attrNameLst>
                                          <p:attrName>ppt_w</p:attrName>
                                        </p:attrNameLst>
                                      </p:cBhvr>
                                      <p:tavLst>
                                        <p:tav tm="0">
                                          <p:val>
                                            <p:fltVal val="0"/>
                                          </p:val>
                                        </p:tav>
                                        <p:tav tm="100000">
                                          <p:val>
                                            <p:strVal val="#ppt_w"/>
                                          </p:val>
                                        </p:tav>
                                      </p:tavLst>
                                    </p:anim>
                                    <p:anim calcmode="lin" valueType="num">
                                      <p:cBhvr>
                                        <p:cTn id="54" dur="500" fill="hold"/>
                                        <p:tgtEl>
                                          <p:spTgt spid="282"/>
                                        </p:tgtEl>
                                        <p:attrNameLst>
                                          <p:attrName>ppt_h</p:attrName>
                                        </p:attrNameLst>
                                      </p:cBhvr>
                                      <p:tavLst>
                                        <p:tav tm="0">
                                          <p:val>
                                            <p:fltVal val="0"/>
                                          </p:val>
                                        </p:tav>
                                        <p:tav tm="100000">
                                          <p:val>
                                            <p:strVal val="#ppt_h"/>
                                          </p:val>
                                        </p:tav>
                                      </p:tavLst>
                                    </p:anim>
                                    <p:animEffect transition="in" filter="fade">
                                      <p:cBhvr>
                                        <p:cTn id="55" dur="500"/>
                                        <p:tgtEl>
                                          <p:spTgt spid="282"/>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258"/>
                                        </p:tgtEl>
                                        <p:attrNameLst>
                                          <p:attrName>style.visibility</p:attrName>
                                        </p:attrNameLst>
                                      </p:cBhvr>
                                      <p:to>
                                        <p:strVal val="visible"/>
                                      </p:to>
                                    </p:set>
                                    <p:animEffect transition="in" filter="wipe(left)">
                                      <p:cBhvr>
                                        <p:cTn id="59" dur="500"/>
                                        <p:tgtEl>
                                          <p:spTgt spid="258"/>
                                        </p:tgtEl>
                                      </p:cBhvr>
                                    </p:animEffect>
                                  </p:childTnLst>
                                </p:cTn>
                              </p:par>
                            </p:childTnLst>
                          </p:cTn>
                        </p:par>
                        <p:par>
                          <p:cTn id="60" fill="hold">
                            <p:stCondLst>
                              <p:cond delay="6000"/>
                            </p:stCondLst>
                            <p:childTnLst>
                              <p:par>
                                <p:cTn id="61" presetID="53" presetClass="entr" presetSubtype="0" fill="hold" grpId="0" nodeType="afterEffect">
                                  <p:stCondLst>
                                    <p:cond delay="0"/>
                                  </p:stCondLst>
                                  <p:childTnLst>
                                    <p:set>
                                      <p:cBhvr>
                                        <p:cTn id="62" dur="1" fill="hold">
                                          <p:stCondLst>
                                            <p:cond delay="0"/>
                                          </p:stCondLst>
                                        </p:cTn>
                                        <p:tgtEl>
                                          <p:spTgt spid="286"/>
                                        </p:tgtEl>
                                        <p:attrNameLst>
                                          <p:attrName>style.visibility</p:attrName>
                                        </p:attrNameLst>
                                      </p:cBhvr>
                                      <p:to>
                                        <p:strVal val="visible"/>
                                      </p:to>
                                    </p:set>
                                    <p:anim calcmode="lin" valueType="num">
                                      <p:cBhvr>
                                        <p:cTn id="63" dur="500" fill="hold"/>
                                        <p:tgtEl>
                                          <p:spTgt spid="286"/>
                                        </p:tgtEl>
                                        <p:attrNameLst>
                                          <p:attrName>ppt_w</p:attrName>
                                        </p:attrNameLst>
                                      </p:cBhvr>
                                      <p:tavLst>
                                        <p:tav tm="0">
                                          <p:val>
                                            <p:fltVal val="0"/>
                                          </p:val>
                                        </p:tav>
                                        <p:tav tm="100000">
                                          <p:val>
                                            <p:strVal val="#ppt_w"/>
                                          </p:val>
                                        </p:tav>
                                      </p:tavLst>
                                    </p:anim>
                                    <p:anim calcmode="lin" valueType="num">
                                      <p:cBhvr>
                                        <p:cTn id="64" dur="500" fill="hold"/>
                                        <p:tgtEl>
                                          <p:spTgt spid="286"/>
                                        </p:tgtEl>
                                        <p:attrNameLst>
                                          <p:attrName>ppt_h</p:attrName>
                                        </p:attrNameLst>
                                      </p:cBhvr>
                                      <p:tavLst>
                                        <p:tav tm="0">
                                          <p:val>
                                            <p:fltVal val="0"/>
                                          </p:val>
                                        </p:tav>
                                        <p:tav tm="100000">
                                          <p:val>
                                            <p:strVal val="#ppt_h"/>
                                          </p:val>
                                        </p:tav>
                                      </p:tavLst>
                                    </p:anim>
                                    <p:animEffect transition="in" filter="fade">
                                      <p:cBhvr>
                                        <p:cTn id="65" dur="500"/>
                                        <p:tgtEl>
                                          <p:spTgt spid="286"/>
                                        </p:tgtEl>
                                      </p:cBhvr>
                                    </p:animEffect>
                                  </p:childTnLst>
                                </p:cTn>
                              </p:par>
                            </p:childTnLst>
                          </p:cTn>
                        </p:par>
                        <p:par>
                          <p:cTn id="66" fill="hold">
                            <p:stCondLst>
                              <p:cond delay="6500"/>
                            </p:stCondLst>
                            <p:childTnLst>
                              <p:par>
                                <p:cTn id="67" presetID="22" presetClass="entr" presetSubtype="8" fill="hold" nodeType="afterEffect">
                                  <p:stCondLst>
                                    <p:cond delay="0"/>
                                  </p:stCondLst>
                                  <p:childTnLst>
                                    <p:set>
                                      <p:cBhvr>
                                        <p:cTn id="68" dur="1" fill="hold">
                                          <p:stCondLst>
                                            <p:cond delay="0"/>
                                          </p:stCondLst>
                                        </p:cTn>
                                        <p:tgtEl>
                                          <p:spTgt spid="260"/>
                                        </p:tgtEl>
                                        <p:attrNameLst>
                                          <p:attrName>style.visibility</p:attrName>
                                        </p:attrNameLst>
                                      </p:cBhvr>
                                      <p:to>
                                        <p:strVal val="visible"/>
                                      </p:to>
                                    </p:set>
                                    <p:animEffect transition="in" filter="wipe(left)">
                                      <p:cBhvr>
                                        <p:cTn id="69" dur="500"/>
                                        <p:tgtEl>
                                          <p:spTgt spid="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8" grpId="0">
        <p:bldSub>
          <a:bldChart bld="series"/>
        </p:bldSub>
      </p:bldGraphic>
      <p:bldP spid="282" grpId="0" animBg="1"/>
      <p:bldP spid="286"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Income Management</a:t>
            </a:r>
            <a:endParaRPr lang="en-US" dirty="0"/>
          </a:p>
        </p:txBody>
      </p:sp>
      <p:sp>
        <p:nvSpPr>
          <p:cNvPr id="8" name="Text Placeholder 7"/>
          <p:cNvSpPr>
            <a:spLocks noGrp="1"/>
          </p:cNvSpPr>
          <p:nvPr>
            <p:ph type="body" sz="half" idx="2"/>
          </p:nvPr>
        </p:nvSpPr>
        <p:spPr/>
        <p:txBody>
          <a:bodyPr/>
          <a:lstStyle/>
          <a:p>
            <a:r>
              <a:rPr lang="en-US"/>
              <a:t>Income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150</a:t>
            </a:fld>
            <a:endParaRPr lang="en-US" dirty="0"/>
          </a:p>
        </p:txBody>
      </p:sp>
      <p:grpSp>
        <p:nvGrpSpPr>
          <p:cNvPr id="2" name="Group 161"/>
          <p:cNvGrpSpPr/>
          <p:nvPr/>
        </p:nvGrpSpPr>
        <p:grpSpPr>
          <a:xfrm>
            <a:off x="965125" y="3848027"/>
            <a:ext cx="837039" cy="510889"/>
            <a:chOff x="4908913" y="4079642"/>
            <a:chExt cx="927614" cy="566172"/>
          </a:xfrm>
        </p:grpSpPr>
        <p:sp>
          <p:nvSpPr>
            <p:cNvPr id="4153" name="Freeform 57"/>
            <p:cNvSpPr>
              <a:spLocks/>
            </p:cNvSpPr>
            <p:nvPr/>
          </p:nvSpPr>
          <p:spPr bwMode="auto">
            <a:xfrm>
              <a:off x="4908913" y="4357673"/>
              <a:ext cx="927614" cy="288141"/>
            </a:xfrm>
            <a:custGeom>
              <a:avLst/>
              <a:gdLst/>
              <a:ahLst/>
              <a:cxnLst>
                <a:cxn ang="0">
                  <a:pos x="355" y="0"/>
                </a:cxn>
                <a:cxn ang="0">
                  <a:pos x="355" y="0"/>
                </a:cxn>
                <a:cxn ang="0">
                  <a:pos x="323" y="35"/>
                </a:cxn>
                <a:cxn ang="0">
                  <a:pos x="291" y="50"/>
                </a:cxn>
                <a:cxn ang="0">
                  <a:pos x="258" y="59"/>
                </a:cxn>
                <a:cxn ang="0">
                  <a:pos x="226" y="65"/>
                </a:cxn>
                <a:cxn ang="0">
                  <a:pos x="194" y="68"/>
                </a:cxn>
                <a:cxn ang="0">
                  <a:pos x="178" y="68"/>
                </a:cxn>
                <a:cxn ang="0">
                  <a:pos x="161" y="68"/>
                </a:cxn>
                <a:cxn ang="0">
                  <a:pos x="129" y="65"/>
                </a:cxn>
                <a:cxn ang="0">
                  <a:pos x="97" y="59"/>
                </a:cxn>
                <a:cxn ang="0">
                  <a:pos x="64" y="50"/>
                </a:cxn>
                <a:cxn ang="0">
                  <a:pos x="32" y="34"/>
                </a:cxn>
                <a:cxn ang="0">
                  <a:pos x="0" y="0"/>
                </a:cxn>
                <a:cxn ang="0">
                  <a:pos x="0" y="0"/>
                </a:cxn>
                <a:cxn ang="0">
                  <a:pos x="0" y="43"/>
                </a:cxn>
                <a:cxn ang="0">
                  <a:pos x="32" y="76"/>
                </a:cxn>
                <a:cxn ang="0">
                  <a:pos x="64" y="92"/>
                </a:cxn>
                <a:cxn ang="0">
                  <a:pos x="97" y="101"/>
                </a:cxn>
                <a:cxn ang="0">
                  <a:pos x="129" y="107"/>
                </a:cxn>
                <a:cxn ang="0">
                  <a:pos x="161" y="110"/>
                </a:cxn>
                <a:cxn ang="0">
                  <a:pos x="178" y="110"/>
                </a:cxn>
                <a:cxn ang="0">
                  <a:pos x="194" y="110"/>
                </a:cxn>
                <a:cxn ang="0">
                  <a:pos x="226" y="107"/>
                </a:cxn>
                <a:cxn ang="0">
                  <a:pos x="258" y="101"/>
                </a:cxn>
                <a:cxn ang="0">
                  <a:pos x="291" y="92"/>
                </a:cxn>
                <a:cxn ang="0">
                  <a:pos x="323" y="76"/>
                </a:cxn>
                <a:cxn ang="0">
                  <a:pos x="355" y="43"/>
                </a:cxn>
                <a:cxn ang="0">
                  <a:pos x="355" y="0"/>
                </a:cxn>
              </a:cxnLst>
              <a:rect l="0" t="0" r="r" b="b"/>
              <a:pathLst>
                <a:path w="355" h="110">
                  <a:moveTo>
                    <a:pt x="355" y="0"/>
                  </a:moveTo>
                  <a:cubicBezTo>
                    <a:pt x="355" y="0"/>
                    <a:pt x="355" y="0"/>
                    <a:pt x="355" y="0"/>
                  </a:cubicBezTo>
                  <a:cubicBezTo>
                    <a:pt x="351" y="13"/>
                    <a:pt x="339" y="25"/>
                    <a:pt x="323" y="35"/>
                  </a:cubicBezTo>
                  <a:cubicBezTo>
                    <a:pt x="314" y="40"/>
                    <a:pt x="303" y="46"/>
                    <a:pt x="291" y="50"/>
                  </a:cubicBezTo>
                  <a:cubicBezTo>
                    <a:pt x="281" y="54"/>
                    <a:pt x="270" y="57"/>
                    <a:pt x="258" y="59"/>
                  </a:cubicBezTo>
                  <a:cubicBezTo>
                    <a:pt x="248" y="62"/>
                    <a:pt x="237" y="64"/>
                    <a:pt x="226" y="65"/>
                  </a:cubicBezTo>
                  <a:cubicBezTo>
                    <a:pt x="216" y="66"/>
                    <a:pt x="205" y="67"/>
                    <a:pt x="194" y="68"/>
                  </a:cubicBezTo>
                  <a:cubicBezTo>
                    <a:pt x="189" y="68"/>
                    <a:pt x="183" y="68"/>
                    <a:pt x="178" y="68"/>
                  </a:cubicBezTo>
                  <a:cubicBezTo>
                    <a:pt x="172" y="68"/>
                    <a:pt x="167" y="68"/>
                    <a:pt x="161" y="68"/>
                  </a:cubicBezTo>
                  <a:cubicBezTo>
                    <a:pt x="150" y="67"/>
                    <a:pt x="139" y="66"/>
                    <a:pt x="129" y="65"/>
                  </a:cubicBezTo>
                  <a:cubicBezTo>
                    <a:pt x="118" y="64"/>
                    <a:pt x="107" y="62"/>
                    <a:pt x="97" y="59"/>
                  </a:cubicBezTo>
                  <a:cubicBezTo>
                    <a:pt x="85" y="57"/>
                    <a:pt x="74" y="53"/>
                    <a:pt x="64" y="50"/>
                  </a:cubicBezTo>
                  <a:cubicBezTo>
                    <a:pt x="52" y="45"/>
                    <a:pt x="41" y="40"/>
                    <a:pt x="32" y="34"/>
                  </a:cubicBezTo>
                  <a:cubicBezTo>
                    <a:pt x="16" y="24"/>
                    <a:pt x="5" y="13"/>
                    <a:pt x="0" y="0"/>
                  </a:cubicBezTo>
                  <a:cubicBezTo>
                    <a:pt x="0" y="0"/>
                    <a:pt x="0" y="0"/>
                    <a:pt x="0" y="0"/>
                  </a:cubicBezTo>
                  <a:cubicBezTo>
                    <a:pt x="0" y="43"/>
                    <a:pt x="0" y="43"/>
                    <a:pt x="0" y="43"/>
                  </a:cubicBezTo>
                  <a:cubicBezTo>
                    <a:pt x="6" y="55"/>
                    <a:pt x="17" y="66"/>
                    <a:pt x="32" y="76"/>
                  </a:cubicBezTo>
                  <a:cubicBezTo>
                    <a:pt x="41" y="82"/>
                    <a:pt x="52" y="87"/>
                    <a:pt x="64" y="92"/>
                  </a:cubicBezTo>
                  <a:cubicBezTo>
                    <a:pt x="74" y="95"/>
                    <a:pt x="85" y="99"/>
                    <a:pt x="97" y="101"/>
                  </a:cubicBezTo>
                  <a:cubicBezTo>
                    <a:pt x="107" y="104"/>
                    <a:pt x="118" y="106"/>
                    <a:pt x="129" y="107"/>
                  </a:cubicBezTo>
                  <a:cubicBezTo>
                    <a:pt x="139" y="109"/>
                    <a:pt x="150" y="110"/>
                    <a:pt x="161" y="110"/>
                  </a:cubicBezTo>
                  <a:cubicBezTo>
                    <a:pt x="167" y="110"/>
                    <a:pt x="172" y="110"/>
                    <a:pt x="178" y="110"/>
                  </a:cubicBezTo>
                  <a:cubicBezTo>
                    <a:pt x="183" y="110"/>
                    <a:pt x="189" y="110"/>
                    <a:pt x="194" y="110"/>
                  </a:cubicBezTo>
                  <a:cubicBezTo>
                    <a:pt x="205" y="110"/>
                    <a:pt x="216" y="109"/>
                    <a:pt x="226" y="107"/>
                  </a:cubicBezTo>
                  <a:cubicBezTo>
                    <a:pt x="237" y="106"/>
                    <a:pt x="248" y="104"/>
                    <a:pt x="258" y="101"/>
                  </a:cubicBezTo>
                  <a:cubicBezTo>
                    <a:pt x="270" y="99"/>
                    <a:pt x="281" y="96"/>
                    <a:pt x="291" y="92"/>
                  </a:cubicBezTo>
                  <a:cubicBezTo>
                    <a:pt x="303" y="87"/>
                    <a:pt x="314" y="82"/>
                    <a:pt x="323" y="76"/>
                  </a:cubicBezTo>
                  <a:cubicBezTo>
                    <a:pt x="339" y="67"/>
                    <a:pt x="350" y="55"/>
                    <a:pt x="355" y="43"/>
                  </a:cubicBezTo>
                  <a:cubicBezTo>
                    <a:pt x="355" y="0"/>
                    <a:pt x="355" y="0"/>
                    <a:pt x="355" y="0"/>
                  </a:cubicBezTo>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4" name="Oval 58"/>
            <p:cNvSpPr>
              <a:spLocks noChangeArrowheads="1"/>
            </p:cNvSpPr>
            <p:nvPr/>
          </p:nvSpPr>
          <p:spPr bwMode="auto">
            <a:xfrm>
              <a:off x="4908913" y="4079642"/>
              <a:ext cx="927614" cy="422103"/>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5" name="Freeform 59"/>
            <p:cNvSpPr>
              <a:spLocks/>
            </p:cNvSpPr>
            <p:nvPr/>
          </p:nvSpPr>
          <p:spPr bwMode="auto">
            <a:xfrm>
              <a:off x="4908913" y="4302067"/>
              <a:ext cx="927614" cy="285615"/>
            </a:xfrm>
            <a:custGeom>
              <a:avLst/>
              <a:gdLst/>
              <a:ahLst/>
              <a:cxnLst>
                <a:cxn ang="0">
                  <a:pos x="323" y="34"/>
                </a:cxn>
                <a:cxn ang="0">
                  <a:pos x="291" y="50"/>
                </a:cxn>
                <a:cxn ang="0">
                  <a:pos x="258" y="59"/>
                </a:cxn>
                <a:cxn ang="0">
                  <a:pos x="226" y="65"/>
                </a:cxn>
                <a:cxn ang="0">
                  <a:pos x="194" y="67"/>
                </a:cxn>
                <a:cxn ang="0">
                  <a:pos x="178" y="68"/>
                </a:cxn>
                <a:cxn ang="0">
                  <a:pos x="161" y="67"/>
                </a:cxn>
                <a:cxn ang="0">
                  <a:pos x="129" y="65"/>
                </a:cxn>
                <a:cxn ang="0">
                  <a:pos x="96" y="59"/>
                </a:cxn>
                <a:cxn ang="0">
                  <a:pos x="64" y="49"/>
                </a:cxn>
                <a:cxn ang="0">
                  <a:pos x="32" y="34"/>
                </a:cxn>
                <a:cxn ang="0">
                  <a:pos x="0" y="0"/>
                </a:cxn>
                <a:cxn ang="0">
                  <a:pos x="0" y="43"/>
                </a:cxn>
                <a:cxn ang="0">
                  <a:pos x="32" y="75"/>
                </a:cxn>
                <a:cxn ang="0">
                  <a:pos x="64" y="91"/>
                </a:cxn>
                <a:cxn ang="0">
                  <a:pos x="96" y="101"/>
                </a:cxn>
                <a:cxn ang="0">
                  <a:pos x="129" y="107"/>
                </a:cxn>
                <a:cxn ang="0">
                  <a:pos x="161" y="110"/>
                </a:cxn>
                <a:cxn ang="0">
                  <a:pos x="178" y="110"/>
                </a:cxn>
                <a:cxn ang="0">
                  <a:pos x="194" y="110"/>
                </a:cxn>
                <a:cxn ang="0">
                  <a:pos x="226" y="107"/>
                </a:cxn>
                <a:cxn ang="0">
                  <a:pos x="258" y="101"/>
                </a:cxn>
                <a:cxn ang="0">
                  <a:pos x="291" y="91"/>
                </a:cxn>
                <a:cxn ang="0">
                  <a:pos x="323" y="76"/>
                </a:cxn>
                <a:cxn ang="0">
                  <a:pos x="355" y="43"/>
                </a:cxn>
                <a:cxn ang="0">
                  <a:pos x="355" y="0"/>
                </a:cxn>
                <a:cxn ang="0">
                  <a:pos x="323" y="34"/>
                </a:cxn>
              </a:cxnLst>
              <a:rect l="0" t="0" r="r" b="b"/>
              <a:pathLst>
                <a:path w="355" h="110">
                  <a:moveTo>
                    <a:pt x="323" y="34"/>
                  </a:moveTo>
                  <a:cubicBezTo>
                    <a:pt x="314" y="40"/>
                    <a:pt x="303" y="45"/>
                    <a:pt x="291" y="50"/>
                  </a:cubicBezTo>
                  <a:cubicBezTo>
                    <a:pt x="281" y="53"/>
                    <a:pt x="270" y="56"/>
                    <a:pt x="258" y="59"/>
                  </a:cubicBezTo>
                  <a:cubicBezTo>
                    <a:pt x="248" y="61"/>
                    <a:pt x="237" y="63"/>
                    <a:pt x="226" y="65"/>
                  </a:cubicBezTo>
                  <a:cubicBezTo>
                    <a:pt x="215" y="66"/>
                    <a:pt x="205" y="67"/>
                    <a:pt x="194" y="67"/>
                  </a:cubicBezTo>
                  <a:cubicBezTo>
                    <a:pt x="188" y="68"/>
                    <a:pt x="183" y="68"/>
                    <a:pt x="178" y="68"/>
                  </a:cubicBezTo>
                  <a:cubicBezTo>
                    <a:pt x="172" y="68"/>
                    <a:pt x="167" y="68"/>
                    <a:pt x="161" y="67"/>
                  </a:cubicBezTo>
                  <a:cubicBezTo>
                    <a:pt x="150" y="67"/>
                    <a:pt x="139" y="66"/>
                    <a:pt x="129" y="65"/>
                  </a:cubicBezTo>
                  <a:cubicBezTo>
                    <a:pt x="118" y="63"/>
                    <a:pt x="107" y="61"/>
                    <a:pt x="96" y="59"/>
                  </a:cubicBezTo>
                  <a:cubicBezTo>
                    <a:pt x="85" y="56"/>
                    <a:pt x="74" y="53"/>
                    <a:pt x="64" y="49"/>
                  </a:cubicBezTo>
                  <a:cubicBezTo>
                    <a:pt x="52" y="45"/>
                    <a:pt x="41" y="40"/>
                    <a:pt x="32" y="34"/>
                  </a:cubicBezTo>
                  <a:cubicBezTo>
                    <a:pt x="16" y="24"/>
                    <a:pt x="5" y="12"/>
                    <a:pt x="0" y="0"/>
                  </a:cubicBezTo>
                  <a:cubicBezTo>
                    <a:pt x="0" y="43"/>
                    <a:pt x="0" y="43"/>
                    <a:pt x="0" y="43"/>
                  </a:cubicBezTo>
                  <a:cubicBezTo>
                    <a:pt x="5" y="55"/>
                    <a:pt x="16" y="66"/>
                    <a:pt x="32" y="75"/>
                  </a:cubicBezTo>
                  <a:cubicBezTo>
                    <a:pt x="41" y="81"/>
                    <a:pt x="52" y="87"/>
                    <a:pt x="64" y="91"/>
                  </a:cubicBezTo>
                  <a:cubicBezTo>
                    <a:pt x="74" y="95"/>
                    <a:pt x="85" y="98"/>
                    <a:pt x="96" y="101"/>
                  </a:cubicBezTo>
                  <a:cubicBezTo>
                    <a:pt x="107" y="103"/>
                    <a:pt x="118" y="105"/>
                    <a:pt x="129" y="107"/>
                  </a:cubicBezTo>
                  <a:cubicBezTo>
                    <a:pt x="139" y="108"/>
                    <a:pt x="150" y="109"/>
                    <a:pt x="161" y="110"/>
                  </a:cubicBezTo>
                  <a:cubicBezTo>
                    <a:pt x="167" y="110"/>
                    <a:pt x="172" y="110"/>
                    <a:pt x="178" y="110"/>
                  </a:cubicBezTo>
                  <a:cubicBezTo>
                    <a:pt x="183" y="110"/>
                    <a:pt x="188" y="110"/>
                    <a:pt x="194" y="110"/>
                  </a:cubicBezTo>
                  <a:cubicBezTo>
                    <a:pt x="205" y="109"/>
                    <a:pt x="215" y="108"/>
                    <a:pt x="226" y="107"/>
                  </a:cubicBezTo>
                  <a:cubicBezTo>
                    <a:pt x="237" y="105"/>
                    <a:pt x="248" y="103"/>
                    <a:pt x="258" y="101"/>
                  </a:cubicBezTo>
                  <a:cubicBezTo>
                    <a:pt x="270" y="98"/>
                    <a:pt x="281" y="95"/>
                    <a:pt x="291" y="91"/>
                  </a:cubicBezTo>
                  <a:cubicBezTo>
                    <a:pt x="303" y="87"/>
                    <a:pt x="314" y="82"/>
                    <a:pt x="323" y="76"/>
                  </a:cubicBezTo>
                  <a:cubicBezTo>
                    <a:pt x="339" y="66"/>
                    <a:pt x="350" y="55"/>
                    <a:pt x="355" y="43"/>
                  </a:cubicBezTo>
                  <a:cubicBezTo>
                    <a:pt x="355" y="0"/>
                    <a:pt x="355" y="0"/>
                    <a:pt x="355" y="0"/>
                  </a:cubicBezTo>
                  <a:cubicBezTo>
                    <a:pt x="351" y="12"/>
                    <a:pt x="339" y="24"/>
                    <a:pt x="323" y="34"/>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6" name="Freeform 60"/>
            <p:cNvSpPr>
              <a:spLocks noEditPoints="1"/>
            </p:cNvSpPr>
            <p:nvPr/>
          </p:nvSpPr>
          <p:spPr bwMode="auto">
            <a:xfrm>
              <a:off x="4987266" y="4112501"/>
              <a:ext cx="773433" cy="328582"/>
            </a:xfrm>
            <a:custGeom>
              <a:avLst/>
              <a:gdLst/>
              <a:ahLst/>
              <a:cxnLst>
                <a:cxn ang="0">
                  <a:pos x="148" y="126"/>
                </a:cxn>
                <a:cxn ang="0">
                  <a:pos x="148" y="126"/>
                </a:cxn>
                <a:cxn ang="0">
                  <a:pos x="0" y="63"/>
                </a:cxn>
                <a:cxn ang="0">
                  <a:pos x="148" y="0"/>
                </a:cxn>
                <a:cxn ang="0">
                  <a:pos x="296" y="63"/>
                </a:cxn>
                <a:cxn ang="0">
                  <a:pos x="148" y="126"/>
                </a:cxn>
                <a:cxn ang="0">
                  <a:pos x="148" y="18"/>
                </a:cxn>
                <a:cxn ang="0">
                  <a:pos x="17" y="63"/>
                </a:cxn>
                <a:cxn ang="0">
                  <a:pos x="148" y="109"/>
                </a:cxn>
                <a:cxn ang="0">
                  <a:pos x="279" y="63"/>
                </a:cxn>
                <a:cxn ang="0">
                  <a:pos x="148" y="18"/>
                </a:cxn>
              </a:cxnLst>
              <a:rect l="0" t="0" r="r" b="b"/>
              <a:pathLst>
                <a:path w="296" h="126">
                  <a:moveTo>
                    <a:pt x="148" y="126"/>
                  </a:moveTo>
                  <a:cubicBezTo>
                    <a:pt x="148" y="126"/>
                    <a:pt x="148" y="126"/>
                    <a:pt x="148" y="126"/>
                  </a:cubicBezTo>
                  <a:cubicBezTo>
                    <a:pt x="76" y="126"/>
                    <a:pt x="0" y="104"/>
                    <a:pt x="0" y="63"/>
                  </a:cubicBezTo>
                  <a:cubicBezTo>
                    <a:pt x="0" y="22"/>
                    <a:pt x="76" y="0"/>
                    <a:pt x="148" y="0"/>
                  </a:cubicBezTo>
                  <a:cubicBezTo>
                    <a:pt x="220" y="0"/>
                    <a:pt x="296" y="22"/>
                    <a:pt x="296" y="63"/>
                  </a:cubicBezTo>
                  <a:cubicBezTo>
                    <a:pt x="296" y="104"/>
                    <a:pt x="220" y="126"/>
                    <a:pt x="148" y="126"/>
                  </a:cubicBezTo>
                  <a:moveTo>
                    <a:pt x="148" y="18"/>
                  </a:moveTo>
                  <a:cubicBezTo>
                    <a:pt x="71" y="18"/>
                    <a:pt x="17" y="42"/>
                    <a:pt x="17" y="63"/>
                  </a:cubicBezTo>
                  <a:cubicBezTo>
                    <a:pt x="17" y="85"/>
                    <a:pt x="71" y="109"/>
                    <a:pt x="148" y="109"/>
                  </a:cubicBezTo>
                  <a:cubicBezTo>
                    <a:pt x="225" y="109"/>
                    <a:pt x="279" y="85"/>
                    <a:pt x="279" y="63"/>
                  </a:cubicBezTo>
                  <a:cubicBezTo>
                    <a:pt x="279" y="42"/>
                    <a:pt x="225" y="18"/>
                    <a:pt x="148" y="18"/>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208"/>
          <p:cNvGrpSpPr/>
          <p:nvPr/>
        </p:nvGrpSpPr>
        <p:grpSpPr>
          <a:xfrm>
            <a:off x="1902347" y="3179230"/>
            <a:ext cx="837039" cy="1171934"/>
            <a:chOff x="2677732" y="1646868"/>
            <a:chExt cx="927614" cy="1298749"/>
          </a:xfrm>
        </p:grpSpPr>
        <p:sp>
          <p:nvSpPr>
            <p:cNvPr id="4101" name="Freeform 5"/>
            <p:cNvSpPr>
              <a:spLocks/>
            </p:cNvSpPr>
            <p:nvPr/>
          </p:nvSpPr>
          <p:spPr bwMode="auto">
            <a:xfrm>
              <a:off x="2677732" y="2657476"/>
              <a:ext cx="927614" cy="288141"/>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198"/>
            <p:cNvGrpSpPr/>
            <p:nvPr/>
          </p:nvGrpSpPr>
          <p:grpSpPr>
            <a:xfrm>
              <a:off x="2677732" y="2373939"/>
              <a:ext cx="927614" cy="505511"/>
              <a:chOff x="2677732" y="2060123"/>
              <a:chExt cx="927614" cy="505511"/>
            </a:xfrm>
          </p:grpSpPr>
          <p:sp>
            <p:nvSpPr>
              <p:cNvPr id="20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202"/>
            <p:cNvGrpSpPr/>
            <p:nvPr/>
          </p:nvGrpSpPr>
          <p:grpSpPr>
            <a:xfrm>
              <a:off x="2677732" y="2230109"/>
              <a:ext cx="927614" cy="540707"/>
              <a:chOff x="2677732" y="1646868"/>
              <a:chExt cx="927614" cy="540707"/>
            </a:xfrm>
          </p:grpSpPr>
          <p:sp>
            <p:nvSpPr>
              <p:cNvPr id="204"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204"/>
              <p:cNvGrpSpPr/>
              <p:nvPr/>
            </p:nvGrpSpPr>
            <p:grpSpPr>
              <a:xfrm>
                <a:off x="2677732" y="1646868"/>
                <a:ext cx="927614" cy="505511"/>
                <a:chOff x="2677732" y="2060123"/>
                <a:chExt cx="927614" cy="505511"/>
              </a:xfrm>
            </p:grpSpPr>
            <p:sp>
              <p:nvSpPr>
                <p:cNvPr id="206"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9" name="Group 184"/>
            <p:cNvGrpSpPr/>
            <p:nvPr/>
          </p:nvGrpSpPr>
          <p:grpSpPr>
            <a:xfrm>
              <a:off x="2677732" y="2084477"/>
              <a:ext cx="927614" cy="540707"/>
              <a:chOff x="2677732" y="1646868"/>
              <a:chExt cx="927614" cy="540707"/>
            </a:xfrm>
          </p:grpSpPr>
          <p:sp>
            <p:nvSpPr>
              <p:cNvPr id="186"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 name="Group 186"/>
              <p:cNvGrpSpPr/>
              <p:nvPr/>
            </p:nvGrpSpPr>
            <p:grpSpPr>
              <a:xfrm>
                <a:off x="2677732" y="1646868"/>
                <a:ext cx="927614" cy="505511"/>
                <a:chOff x="2677732" y="2060123"/>
                <a:chExt cx="927614" cy="505511"/>
              </a:xfrm>
            </p:grpSpPr>
            <p:sp>
              <p:nvSpPr>
                <p:cNvPr id="188"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1" name="Group 190"/>
            <p:cNvGrpSpPr/>
            <p:nvPr/>
          </p:nvGrpSpPr>
          <p:grpSpPr>
            <a:xfrm>
              <a:off x="2677732" y="1940647"/>
              <a:ext cx="927614" cy="540707"/>
              <a:chOff x="2677732" y="1646868"/>
              <a:chExt cx="927614" cy="540707"/>
            </a:xfrm>
          </p:grpSpPr>
          <p:sp>
            <p:nvSpPr>
              <p:cNvPr id="19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 name="Group 192"/>
              <p:cNvGrpSpPr/>
              <p:nvPr/>
            </p:nvGrpSpPr>
            <p:grpSpPr>
              <a:xfrm>
                <a:off x="2677732" y="1646868"/>
                <a:ext cx="927614" cy="505511"/>
                <a:chOff x="2677732" y="2060123"/>
                <a:chExt cx="927614" cy="505511"/>
              </a:xfrm>
            </p:grpSpPr>
            <p:sp>
              <p:nvSpPr>
                <p:cNvPr id="194"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 name="Group 178"/>
            <p:cNvGrpSpPr/>
            <p:nvPr/>
          </p:nvGrpSpPr>
          <p:grpSpPr>
            <a:xfrm>
              <a:off x="2677732" y="1790698"/>
              <a:ext cx="927614" cy="540707"/>
              <a:chOff x="2677732" y="1646868"/>
              <a:chExt cx="927614" cy="540707"/>
            </a:xfrm>
          </p:grpSpPr>
          <p:sp>
            <p:nvSpPr>
              <p:cNvPr id="180"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180"/>
              <p:cNvGrpSpPr/>
              <p:nvPr/>
            </p:nvGrpSpPr>
            <p:grpSpPr>
              <a:xfrm>
                <a:off x="2677732" y="1646868"/>
                <a:ext cx="927614" cy="505511"/>
                <a:chOff x="2677732" y="2060123"/>
                <a:chExt cx="927614" cy="505511"/>
              </a:xfrm>
            </p:grpSpPr>
            <p:sp>
              <p:nvSpPr>
                <p:cNvPr id="182"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177"/>
            <p:cNvGrpSpPr/>
            <p:nvPr/>
          </p:nvGrpSpPr>
          <p:grpSpPr>
            <a:xfrm>
              <a:off x="2677732" y="1646868"/>
              <a:ext cx="927614" cy="540707"/>
              <a:chOff x="2677732" y="1646868"/>
              <a:chExt cx="927614" cy="540707"/>
            </a:xfrm>
          </p:grpSpPr>
          <p:sp>
            <p:nvSpPr>
              <p:cNvPr id="411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 name="Group 176"/>
              <p:cNvGrpSpPr/>
              <p:nvPr/>
            </p:nvGrpSpPr>
            <p:grpSpPr>
              <a:xfrm>
                <a:off x="2677732" y="1646868"/>
                <a:ext cx="927614" cy="505511"/>
                <a:chOff x="2677732" y="2060123"/>
                <a:chExt cx="927614" cy="505511"/>
              </a:xfrm>
            </p:grpSpPr>
            <p:sp>
              <p:nvSpPr>
                <p:cNvPr id="411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17" name="Group 263"/>
          <p:cNvGrpSpPr/>
          <p:nvPr/>
        </p:nvGrpSpPr>
        <p:grpSpPr>
          <a:xfrm>
            <a:off x="2898157" y="2772130"/>
            <a:ext cx="837039" cy="1579034"/>
            <a:chOff x="3657600" y="1431448"/>
            <a:chExt cx="927614" cy="1749902"/>
          </a:xfrm>
        </p:grpSpPr>
        <p:sp>
          <p:nvSpPr>
            <p:cNvPr id="211" name="Freeform 5"/>
            <p:cNvSpPr>
              <a:spLocks/>
            </p:cNvSpPr>
            <p:nvPr/>
          </p:nvSpPr>
          <p:spPr bwMode="auto">
            <a:xfrm>
              <a:off x="3657600" y="2893209"/>
              <a:ext cx="927614" cy="288141"/>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8" name="Group 211"/>
            <p:cNvGrpSpPr/>
            <p:nvPr/>
          </p:nvGrpSpPr>
          <p:grpSpPr>
            <a:xfrm>
              <a:off x="3657600" y="2609672"/>
              <a:ext cx="927614" cy="505511"/>
              <a:chOff x="2677732" y="2060123"/>
              <a:chExt cx="927614" cy="505511"/>
            </a:xfrm>
          </p:grpSpPr>
          <p:sp>
            <p:nvSpPr>
              <p:cNvPr id="243"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 name="Group 212"/>
            <p:cNvGrpSpPr/>
            <p:nvPr/>
          </p:nvGrpSpPr>
          <p:grpSpPr>
            <a:xfrm>
              <a:off x="3657600" y="2465842"/>
              <a:ext cx="927614" cy="540707"/>
              <a:chOff x="2677732" y="1646868"/>
              <a:chExt cx="927614" cy="540707"/>
            </a:xfrm>
          </p:grpSpPr>
          <p:sp>
            <p:nvSpPr>
              <p:cNvPr id="23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 name="Group 238"/>
              <p:cNvGrpSpPr/>
              <p:nvPr/>
            </p:nvGrpSpPr>
            <p:grpSpPr>
              <a:xfrm>
                <a:off x="2677732" y="1646868"/>
                <a:ext cx="927614" cy="505511"/>
                <a:chOff x="2677732" y="2060123"/>
                <a:chExt cx="927614" cy="505511"/>
              </a:xfrm>
            </p:grpSpPr>
            <p:sp>
              <p:nvSpPr>
                <p:cNvPr id="24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1" name="Group 213"/>
            <p:cNvGrpSpPr/>
            <p:nvPr/>
          </p:nvGrpSpPr>
          <p:grpSpPr>
            <a:xfrm>
              <a:off x="3657600" y="2320210"/>
              <a:ext cx="927614" cy="540707"/>
              <a:chOff x="2677732" y="1646868"/>
              <a:chExt cx="927614" cy="540707"/>
            </a:xfrm>
          </p:grpSpPr>
          <p:sp>
            <p:nvSpPr>
              <p:cNvPr id="23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2" name="Group 233"/>
              <p:cNvGrpSpPr/>
              <p:nvPr/>
            </p:nvGrpSpPr>
            <p:grpSpPr>
              <a:xfrm>
                <a:off x="2677732" y="1646868"/>
                <a:ext cx="927614" cy="505511"/>
                <a:chOff x="2677732" y="2060123"/>
                <a:chExt cx="927614" cy="505511"/>
              </a:xfrm>
            </p:grpSpPr>
            <p:sp>
              <p:nvSpPr>
                <p:cNvPr id="23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3" name="Group 214"/>
            <p:cNvGrpSpPr/>
            <p:nvPr/>
          </p:nvGrpSpPr>
          <p:grpSpPr>
            <a:xfrm>
              <a:off x="3657600" y="2176380"/>
              <a:ext cx="927614" cy="540707"/>
              <a:chOff x="2677732" y="1646868"/>
              <a:chExt cx="927614" cy="540707"/>
            </a:xfrm>
          </p:grpSpPr>
          <p:sp>
            <p:nvSpPr>
              <p:cNvPr id="22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4" name="Group 228"/>
              <p:cNvGrpSpPr/>
              <p:nvPr/>
            </p:nvGrpSpPr>
            <p:grpSpPr>
              <a:xfrm>
                <a:off x="2677732" y="1646868"/>
                <a:ext cx="927614" cy="505511"/>
                <a:chOff x="2677732" y="2060123"/>
                <a:chExt cx="927614" cy="505511"/>
              </a:xfrm>
            </p:grpSpPr>
            <p:sp>
              <p:nvSpPr>
                <p:cNvPr id="23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5" name="Group 215"/>
            <p:cNvGrpSpPr/>
            <p:nvPr/>
          </p:nvGrpSpPr>
          <p:grpSpPr>
            <a:xfrm>
              <a:off x="3657600" y="2026431"/>
              <a:ext cx="927614" cy="540707"/>
              <a:chOff x="2677732" y="1646868"/>
              <a:chExt cx="927614" cy="540707"/>
            </a:xfrm>
          </p:grpSpPr>
          <p:sp>
            <p:nvSpPr>
              <p:cNvPr id="22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6" name="Group 223"/>
              <p:cNvGrpSpPr/>
              <p:nvPr/>
            </p:nvGrpSpPr>
            <p:grpSpPr>
              <a:xfrm>
                <a:off x="2677732" y="1646868"/>
                <a:ext cx="927614" cy="505511"/>
                <a:chOff x="2677732" y="2060123"/>
                <a:chExt cx="927614" cy="505511"/>
              </a:xfrm>
            </p:grpSpPr>
            <p:sp>
              <p:nvSpPr>
                <p:cNvPr id="22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7" name="Group 216"/>
            <p:cNvGrpSpPr/>
            <p:nvPr/>
          </p:nvGrpSpPr>
          <p:grpSpPr>
            <a:xfrm>
              <a:off x="3657600" y="1882601"/>
              <a:ext cx="927614" cy="540707"/>
              <a:chOff x="2677732" y="1646868"/>
              <a:chExt cx="927614" cy="540707"/>
            </a:xfrm>
          </p:grpSpPr>
          <p:sp>
            <p:nvSpPr>
              <p:cNvPr id="21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 name="Group 218"/>
              <p:cNvGrpSpPr/>
              <p:nvPr/>
            </p:nvGrpSpPr>
            <p:grpSpPr>
              <a:xfrm>
                <a:off x="2677732" y="1646868"/>
                <a:ext cx="927614" cy="505511"/>
                <a:chOff x="2677732" y="2060123"/>
                <a:chExt cx="927614" cy="505511"/>
              </a:xfrm>
            </p:grpSpPr>
            <p:sp>
              <p:nvSpPr>
                <p:cNvPr id="22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9" name="Group 245"/>
            <p:cNvGrpSpPr/>
            <p:nvPr/>
          </p:nvGrpSpPr>
          <p:grpSpPr>
            <a:xfrm>
              <a:off x="3657600" y="1729385"/>
              <a:ext cx="927614" cy="540707"/>
              <a:chOff x="2677732" y="1646868"/>
              <a:chExt cx="927614" cy="540707"/>
            </a:xfrm>
          </p:grpSpPr>
          <p:sp>
            <p:nvSpPr>
              <p:cNvPr id="247"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1" name="Group 247"/>
              <p:cNvGrpSpPr/>
              <p:nvPr/>
            </p:nvGrpSpPr>
            <p:grpSpPr>
              <a:xfrm>
                <a:off x="2677732" y="1646868"/>
                <a:ext cx="927614" cy="505511"/>
                <a:chOff x="2677732" y="2060123"/>
                <a:chExt cx="927614" cy="505511"/>
              </a:xfrm>
            </p:grpSpPr>
            <p:sp>
              <p:nvSpPr>
                <p:cNvPr id="24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28" name="Group 251"/>
            <p:cNvGrpSpPr/>
            <p:nvPr/>
          </p:nvGrpSpPr>
          <p:grpSpPr>
            <a:xfrm>
              <a:off x="3657600" y="1582398"/>
              <a:ext cx="927614" cy="540707"/>
              <a:chOff x="2677732" y="1646868"/>
              <a:chExt cx="927614" cy="540707"/>
            </a:xfrm>
          </p:grpSpPr>
          <p:sp>
            <p:nvSpPr>
              <p:cNvPr id="25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9" name="Group 253"/>
              <p:cNvGrpSpPr/>
              <p:nvPr/>
            </p:nvGrpSpPr>
            <p:grpSpPr>
              <a:xfrm>
                <a:off x="2677732" y="1646868"/>
                <a:ext cx="927614" cy="505511"/>
                <a:chOff x="2677732" y="2060123"/>
                <a:chExt cx="927614" cy="505511"/>
              </a:xfrm>
            </p:grpSpPr>
            <p:sp>
              <p:nvSpPr>
                <p:cNvPr id="25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0" name="Group 257"/>
            <p:cNvGrpSpPr/>
            <p:nvPr/>
          </p:nvGrpSpPr>
          <p:grpSpPr>
            <a:xfrm>
              <a:off x="3657600" y="1431448"/>
              <a:ext cx="927614" cy="540707"/>
              <a:chOff x="2677732" y="1646868"/>
              <a:chExt cx="927614" cy="540707"/>
            </a:xfrm>
          </p:grpSpPr>
          <p:sp>
            <p:nvSpPr>
              <p:cNvPr id="259"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1" name="Group 259"/>
              <p:cNvGrpSpPr/>
              <p:nvPr/>
            </p:nvGrpSpPr>
            <p:grpSpPr>
              <a:xfrm>
                <a:off x="2677732" y="1646868"/>
                <a:ext cx="927614" cy="505511"/>
                <a:chOff x="2677732" y="2060123"/>
                <a:chExt cx="927614" cy="505511"/>
              </a:xfrm>
            </p:grpSpPr>
            <p:sp>
              <p:nvSpPr>
                <p:cNvPr id="26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133" name="Group 392"/>
          <p:cNvGrpSpPr/>
          <p:nvPr/>
        </p:nvGrpSpPr>
        <p:grpSpPr>
          <a:xfrm>
            <a:off x="3909233" y="2357494"/>
            <a:ext cx="837039" cy="1993670"/>
            <a:chOff x="3865107" y="2415718"/>
            <a:chExt cx="911586" cy="2171228"/>
          </a:xfrm>
        </p:grpSpPr>
        <p:sp>
          <p:nvSpPr>
            <p:cNvPr id="132" name="Freeform 5"/>
            <p:cNvSpPr>
              <a:spLocks/>
            </p:cNvSpPr>
            <p:nvPr/>
          </p:nvSpPr>
          <p:spPr bwMode="auto">
            <a:xfrm>
              <a:off x="3865107" y="4303784"/>
              <a:ext cx="911586" cy="283162"/>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4" name="Group 211"/>
            <p:cNvGrpSpPr/>
            <p:nvPr/>
          </p:nvGrpSpPr>
          <p:grpSpPr>
            <a:xfrm>
              <a:off x="3865107" y="4025146"/>
              <a:ext cx="911586" cy="496776"/>
              <a:chOff x="2677732" y="2060123"/>
              <a:chExt cx="927614" cy="505511"/>
            </a:xfrm>
          </p:grpSpPr>
          <p:sp>
            <p:nvSpPr>
              <p:cNvPr id="19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5" name="Group 212"/>
            <p:cNvGrpSpPr/>
            <p:nvPr/>
          </p:nvGrpSpPr>
          <p:grpSpPr>
            <a:xfrm>
              <a:off x="3865107" y="3883802"/>
              <a:ext cx="911586" cy="531364"/>
              <a:chOff x="2677732" y="1646868"/>
              <a:chExt cx="927614" cy="540707"/>
            </a:xfrm>
          </p:grpSpPr>
          <p:sp>
            <p:nvSpPr>
              <p:cNvPr id="17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6" name="Group 238"/>
              <p:cNvGrpSpPr/>
              <p:nvPr/>
            </p:nvGrpSpPr>
            <p:grpSpPr>
              <a:xfrm>
                <a:off x="2677732" y="1646868"/>
                <a:ext cx="927614" cy="505511"/>
                <a:chOff x="2677732" y="2060123"/>
                <a:chExt cx="927614" cy="505511"/>
              </a:xfrm>
            </p:grpSpPr>
            <p:sp>
              <p:nvSpPr>
                <p:cNvPr id="18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7" name="Group 213"/>
            <p:cNvGrpSpPr/>
            <p:nvPr/>
          </p:nvGrpSpPr>
          <p:grpSpPr>
            <a:xfrm>
              <a:off x="3865107" y="3740686"/>
              <a:ext cx="911586" cy="531364"/>
              <a:chOff x="2677732" y="1646868"/>
              <a:chExt cx="927614" cy="540707"/>
            </a:xfrm>
          </p:grpSpPr>
          <p:sp>
            <p:nvSpPr>
              <p:cNvPr id="17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8" name="Group 233"/>
              <p:cNvGrpSpPr/>
              <p:nvPr/>
            </p:nvGrpSpPr>
            <p:grpSpPr>
              <a:xfrm>
                <a:off x="2677732" y="1646868"/>
                <a:ext cx="927614" cy="505511"/>
                <a:chOff x="2677732" y="2060123"/>
                <a:chExt cx="927614" cy="505511"/>
              </a:xfrm>
            </p:grpSpPr>
            <p:sp>
              <p:nvSpPr>
                <p:cNvPr id="174"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9" name="Group 214"/>
            <p:cNvGrpSpPr/>
            <p:nvPr/>
          </p:nvGrpSpPr>
          <p:grpSpPr>
            <a:xfrm>
              <a:off x="3865107" y="3599342"/>
              <a:ext cx="911586" cy="531364"/>
              <a:chOff x="2677732" y="1646868"/>
              <a:chExt cx="927614" cy="540707"/>
            </a:xfrm>
          </p:grpSpPr>
          <p:sp>
            <p:nvSpPr>
              <p:cNvPr id="167"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0" name="Group 228"/>
              <p:cNvGrpSpPr/>
              <p:nvPr/>
            </p:nvGrpSpPr>
            <p:grpSpPr>
              <a:xfrm>
                <a:off x="2677732" y="1646868"/>
                <a:ext cx="927614" cy="505511"/>
                <a:chOff x="2677732" y="2060123"/>
                <a:chExt cx="927614" cy="505511"/>
              </a:xfrm>
            </p:grpSpPr>
            <p:sp>
              <p:nvSpPr>
                <p:cNvPr id="16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41" name="Group 215"/>
            <p:cNvGrpSpPr/>
            <p:nvPr/>
          </p:nvGrpSpPr>
          <p:grpSpPr>
            <a:xfrm>
              <a:off x="3865107" y="3451984"/>
              <a:ext cx="911586" cy="531364"/>
              <a:chOff x="2677732" y="1646868"/>
              <a:chExt cx="927614" cy="540707"/>
            </a:xfrm>
          </p:grpSpPr>
          <p:sp>
            <p:nvSpPr>
              <p:cNvPr id="16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3" name="Group 223"/>
              <p:cNvGrpSpPr/>
              <p:nvPr/>
            </p:nvGrpSpPr>
            <p:grpSpPr>
              <a:xfrm>
                <a:off x="2677732" y="1646868"/>
                <a:ext cx="927614" cy="505511"/>
                <a:chOff x="2677732" y="2060123"/>
                <a:chExt cx="927614" cy="505511"/>
              </a:xfrm>
            </p:grpSpPr>
            <p:sp>
              <p:nvSpPr>
                <p:cNvPr id="164"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48" name="Group 216"/>
            <p:cNvGrpSpPr/>
            <p:nvPr/>
          </p:nvGrpSpPr>
          <p:grpSpPr>
            <a:xfrm>
              <a:off x="3865107" y="3310639"/>
              <a:ext cx="911586" cy="531364"/>
              <a:chOff x="2677732" y="1646868"/>
              <a:chExt cx="927614" cy="540707"/>
            </a:xfrm>
          </p:grpSpPr>
          <p:sp>
            <p:nvSpPr>
              <p:cNvPr id="157"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3" name="Group 218"/>
              <p:cNvGrpSpPr/>
              <p:nvPr/>
            </p:nvGrpSpPr>
            <p:grpSpPr>
              <a:xfrm>
                <a:off x="2677732" y="1646868"/>
                <a:ext cx="927614" cy="505511"/>
                <a:chOff x="2677732" y="2060123"/>
                <a:chExt cx="927614" cy="505511"/>
              </a:xfrm>
            </p:grpSpPr>
            <p:sp>
              <p:nvSpPr>
                <p:cNvPr id="15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8" name="Group 245"/>
            <p:cNvGrpSpPr/>
            <p:nvPr/>
          </p:nvGrpSpPr>
          <p:grpSpPr>
            <a:xfrm>
              <a:off x="3865107" y="3160071"/>
              <a:ext cx="911586" cy="531364"/>
              <a:chOff x="2677732" y="1646868"/>
              <a:chExt cx="927614" cy="540707"/>
            </a:xfrm>
          </p:grpSpPr>
          <p:sp>
            <p:nvSpPr>
              <p:cNvPr id="15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3" name="Group 247"/>
              <p:cNvGrpSpPr/>
              <p:nvPr/>
            </p:nvGrpSpPr>
            <p:grpSpPr>
              <a:xfrm>
                <a:off x="2677732" y="1646868"/>
                <a:ext cx="927614" cy="505511"/>
                <a:chOff x="2677732" y="2060123"/>
                <a:chExt cx="927614" cy="505511"/>
              </a:xfrm>
            </p:grpSpPr>
            <p:sp>
              <p:nvSpPr>
                <p:cNvPr id="154"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68" name="Group 251"/>
            <p:cNvGrpSpPr/>
            <p:nvPr/>
          </p:nvGrpSpPr>
          <p:grpSpPr>
            <a:xfrm>
              <a:off x="3865107" y="3015624"/>
              <a:ext cx="911586" cy="531364"/>
              <a:chOff x="2677732" y="1646868"/>
              <a:chExt cx="927614" cy="540707"/>
            </a:xfrm>
          </p:grpSpPr>
          <p:sp>
            <p:nvSpPr>
              <p:cNvPr id="147"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73" name="Group 253"/>
              <p:cNvGrpSpPr/>
              <p:nvPr/>
            </p:nvGrpSpPr>
            <p:grpSpPr>
              <a:xfrm>
                <a:off x="2677732" y="1646868"/>
                <a:ext cx="927614" cy="505511"/>
                <a:chOff x="2677732" y="2060123"/>
                <a:chExt cx="927614" cy="505511"/>
              </a:xfrm>
            </p:grpSpPr>
            <p:sp>
              <p:nvSpPr>
                <p:cNvPr id="14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79" name="Group 257"/>
            <p:cNvGrpSpPr/>
            <p:nvPr/>
          </p:nvGrpSpPr>
          <p:grpSpPr>
            <a:xfrm>
              <a:off x="3865107" y="2867282"/>
              <a:ext cx="911586" cy="531364"/>
              <a:chOff x="2677732" y="1646868"/>
              <a:chExt cx="927614" cy="540707"/>
            </a:xfrm>
          </p:grpSpPr>
          <p:sp>
            <p:nvSpPr>
              <p:cNvPr id="142"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98" name="Group 259"/>
              <p:cNvGrpSpPr/>
              <p:nvPr/>
            </p:nvGrpSpPr>
            <p:grpSpPr>
              <a:xfrm>
                <a:off x="2677732" y="1646868"/>
                <a:ext cx="927614" cy="505511"/>
                <a:chOff x="2677732" y="2060123"/>
                <a:chExt cx="927614" cy="505511"/>
              </a:xfrm>
            </p:grpSpPr>
            <p:sp>
              <p:nvSpPr>
                <p:cNvPr id="144"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03" name="Group 245"/>
            <p:cNvGrpSpPr/>
            <p:nvPr/>
          </p:nvGrpSpPr>
          <p:grpSpPr>
            <a:xfrm>
              <a:off x="3865107" y="2708507"/>
              <a:ext cx="911586" cy="531364"/>
              <a:chOff x="2677732" y="1646868"/>
              <a:chExt cx="927614" cy="540707"/>
            </a:xfrm>
          </p:grpSpPr>
          <p:sp>
            <p:nvSpPr>
              <p:cNvPr id="199"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2" name="Group 247"/>
              <p:cNvGrpSpPr/>
              <p:nvPr/>
            </p:nvGrpSpPr>
            <p:grpSpPr>
              <a:xfrm>
                <a:off x="2677732" y="1646868"/>
                <a:ext cx="927614" cy="505511"/>
                <a:chOff x="2677732" y="2060123"/>
                <a:chExt cx="927614" cy="505511"/>
              </a:xfrm>
            </p:grpSpPr>
            <p:sp>
              <p:nvSpPr>
                <p:cNvPr id="20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14" name="Group 251"/>
            <p:cNvGrpSpPr/>
            <p:nvPr/>
          </p:nvGrpSpPr>
          <p:grpSpPr>
            <a:xfrm>
              <a:off x="3865107" y="2564060"/>
              <a:ext cx="911586" cy="531364"/>
              <a:chOff x="2677732" y="1646868"/>
              <a:chExt cx="927614" cy="540707"/>
            </a:xfrm>
          </p:grpSpPr>
          <p:sp>
            <p:nvSpPr>
              <p:cNvPr id="21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9" name="Group 253"/>
              <p:cNvGrpSpPr/>
              <p:nvPr/>
            </p:nvGrpSpPr>
            <p:grpSpPr>
              <a:xfrm>
                <a:off x="2677732" y="1646868"/>
                <a:ext cx="927614" cy="505511"/>
                <a:chOff x="2677732" y="2060123"/>
                <a:chExt cx="927614" cy="505511"/>
              </a:xfrm>
            </p:grpSpPr>
            <p:sp>
              <p:nvSpPr>
                <p:cNvPr id="21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4" name="Group 257"/>
            <p:cNvGrpSpPr/>
            <p:nvPr/>
          </p:nvGrpSpPr>
          <p:grpSpPr>
            <a:xfrm>
              <a:off x="3865107" y="2415718"/>
              <a:ext cx="911586" cy="531364"/>
              <a:chOff x="2677732" y="1646868"/>
              <a:chExt cx="927614" cy="540707"/>
            </a:xfrm>
          </p:grpSpPr>
          <p:sp>
            <p:nvSpPr>
              <p:cNvPr id="264"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29" name="Group 259"/>
              <p:cNvGrpSpPr/>
              <p:nvPr/>
            </p:nvGrpSpPr>
            <p:grpSpPr>
              <a:xfrm>
                <a:off x="2677732" y="1646868"/>
                <a:ext cx="927614" cy="505511"/>
                <a:chOff x="2677732" y="2060123"/>
                <a:chExt cx="927614" cy="505511"/>
              </a:xfrm>
            </p:grpSpPr>
            <p:sp>
              <p:nvSpPr>
                <p:cNvPr id="266"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234" name="Group 263"/>
          <p:cNvGrpSpPr/>
          <p:nvPr/>
        </p:nvGrpSpPr>
        <p:grpSpPr>
          <a:xfrm>
            <a:off x="4924204" y="2772130"/>
            <a:ext cx="837039" cy="1579034"/>
            <a:chOff x="3657600" y="1431448"/>
            <a:chExt cx="927614" cy="1749902"/>
          </a:xfrm>
        </p:grpSpPr>
        <p:sp>
          <p:nvSpPr>
            <p:cNvPr id="276" name="Freeform 5"/>
            <p:cNvSpPr>
              <a:spLocks/>
            </p:cNvSpPr>
            <p:nvPr/>
          </p:nvSpPr>
          <p:spPr bwMode="auto">
            <a:xfrm>
              <a:off x="3657600" y="2893209"/>
              <a:ext cx="927614" cy="288141"/>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39" name="Group 211"/>
            <p:cNvGrpSpPr/>
            <p:nvPr/>
          </p:nvGrpSpPr>
          <p:grpSpPr>
            <a:xfrm>
              <a:off x="3657600" y="2609672"/>
              <a:ext cx="927614" cy="505511"/>
              <a:chOff x="2677732" y="2060123"/>
              <a:chExt cx="927614" cy="505511"/>
            </a:xfrm>
          </p:grpSpPr>
          <p:sp>
            <p:nvSpPr>
              <p:cNvPr id="333"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46" name="Group 212"/>
            <p:cNvGrpSpPr/>
            <p:nvPr/>
          </p:nvGrpSpPr>
          <p:grpSpPr>
            <a:xfrm>
              <a:off x="3657600" y="2465842"/>
              <a:ext cx="927614" cy="540707"/>
              <a:chOff x="2677732" y="1646868"/>
              <a:chExt cx="927614" cy="540707"/>
            </a:xfrm>
          </p:grpSpPr>
          <p:sp>
            <p:nvSpPr>
              <p:cNvPr id="32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48" name="Group 238"/>
              <p:cNvGrpSpPr/>
              <p:nvPr/>
            </p:nvGrpSpPr>
            <p:grpSpPr>
              <a:xfrm>
                <a:off x="2677732" y="1646868"/>
                <a:ext cx="927614" cy="505511"/>
                <a:chOff x="2677732" y="2060123"/>
                <a:chExt cx="927614" cy="505511"/>
              </a:xfrm>
            </p:grpSpPr>
            <p:sp>
              <p:nvSpPr>
                <p:cNvPr id="33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52" name="Group 213"/>
            <p:cNvGrpSpPr/>
            <p:nvPr/>
          </p:nvGrpSpPr>
          <p:grpSpPr>
            <a:xfrm>
              <a:off x="3657600" y="2320210"/>
              <a:ext cx="927614" cy="540707"/>
              <a:chOff x="2677732" y="1646868"/>
              <a:chExt cx="927614" cy="540707"/>
            </a:xfrm>
          </p:grpSpPr>
          <p:sp>
            <p:nvSpPr>
              <p:cNvPr id="32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54" name="Group 233"/>
              <p:cNvGrpSpPr/>
              <p:nvPr/>
            </p:nvGrpSpPr>
            <p:grpSpPr>
              <a:xfrm>
                <a:off x="2677732" y="1646868"/>
                <a:ext cx="927614" cy="505511"/>
                <a:chOff x="2677732" y="2060123"/>
                <a:chExt cx="927614" cy="505511"/>
              </a:xfrm>
            </p:grpSpPr>
            <p:sp>
              <p:nvSpPr>
                <p:cNvPr id="32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58" name="Group 214"/>
            <p:cNvGrpSpPr/>
            <p:nvPr/>
          </p:nvGrpSpPr>
          <p:grpSpPr>
            <a:xfrm>
              <a:off x="3657600" y="2176380"/>
              <a:ext cx="927614" cy="540707"/>
              <a:chOff x="2677732" y="1646868"/>
              <a:chExt cx="927614" cy="540707"/>
            </a:xfrm>
          </p:grpSpPr>
          <p:sp>
            <p:nvSpPr>
              <p:cNvPr id="31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60" name="Group 228"/>
              <p:cNvGrpSpPr/>
              <p:nvPr/>
            </p:nvGrpSpPr>
            <p:grpSpPr>
              <a:xfrm>
                <a:off x="2677732" y="1646868"/>
                <a:ext cx="927614" cy="505511"/>
                <a:chOff x="2677732" y="2060123"/>
                <a:chExt cx="927614" cy="505511"/>
              </a:xfrm>
            </p:grpSpPr>
            <p:sp>
              <p:nvSpPr>
                <p:cNvPr id="32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65" name="Group 215"/>
            <p:cNvGrpSpPr/>
            <p:nvPr/>
          </p:nvGrpSpPr>
          <p:grpSpPr>
            <a:xfrm>
              <a:off x="3657600" y="2026431"/>
              <a:ext cx="927614" cy="540707"/>
              <a:chOff x="2677732" y="1646868"/>
              <a:chExt cx="927614" cy="540707"/>
            </a:xfrm>
          </p:grpSpPr>
          <p:sp>
            <p:nvSpPr>
              <p:cNvPr id="31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72" name="Group 223"/>
              <p:cNvGrpSpPr/>
              <p:nvPr/>
            </p:nvGrpSpPr>
            <p:grpSpPr>
              <a:xfrm>
                <a:off x="2677732" y="1646868"/>
                <a:ext cx="927614" cy="505511"/>
                <a:chOff x="2677732" y="2060123"/>
                <a:chExt cx="927614" cy="505511"/>
              </a:xfrm>
            </p:grpSpPr>
            <p:sp>
              <p:nvSpPr>
                <p:cNvPr id="31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73" name="Group 216"/>
            <p:cNvGrpSpPr/>
            <p:nvPr/>
          </p:nvGrpSpPr>
          <p:grpSpPr>
            <a:xfrm>
              <a:off x="3657600" y="1882601"/>
              <a:ext cx="927614" cy="540707"/>
              <a:chOff x="2677732" y="1646868"/>
              <a:chExt cx="927614" cy="540707"/>
            </a:xfrm>
          </p:grpSpPr>
          <p:sp>
            <p:nvSpPr>
              <p:cNvPr id="30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74" name="Group 218"/>
              <p:cNvGrpSpPr/>
              <p:nvPr/>
            </p:nvGrpSpPr>
            <p:grpSpPr>
              <a:xfrm>
                <a:off x="2677732" y="1646868"/>
                <a:ext cx="927614" cy="505511"/>
                <a:chOff x="2677732" y="2060123"/>
                <a:chExt cx="927614" cy="505511"/>
              </a:xfrm>
            </p:grpSpPr>
            <p:sp>
              <p:nvSpPr>
                <p:cNvPr id="31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75" name="Group 245"/>
            <p:cNvGrpSpPr/>
            <p:nvPr/>
          </p:nvGrpSpPr>
          <p:grpSpPr>
            <a:xfrm>
              <a:off x="3657600" y="1729385"/>
              <a:ext cx="927614" cy="540707"/>
              <a:chOff x="2677732" y="1646868"/>
              <a:chExt cx="927614" cy="540707"/>
            </a:xfrm>
          </p:grpSpPr>
          <p:sp>
            <p:nvSpPr>
              <p:cNvPr id="30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77" name="Group 247"/>
              <p:cNvGrpSpPr/>
              <p:nvPr/>
            </p:nvGrpSpPr>
            <p:grpSpPr>
              <a:xfrm>
                <a:off x="2677732" y="1646868"/>
                <a:ext cx="927614" cy="505511"/>
                <a:chOff x="2677732" y="2060123"/>
                <a:chExt cx="927614" cy="505511"/>
              </a:xfrm>
            </p:grpSpPr>
            <p:sp>
              <p:nvSpPr>
                <p:cNvPr id="30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78" name="Group 251"/>
            <p:cNvGrpSpPr/>
            <p:nvPr/>
          </p:nvGrpSpPr>
          <p:grpSpPr>
            <a:xfrm>
              <a:off x="3657600" y="1582398"/>
              <a:ext cx="927614" cy="540707"/>
              <a:chOff x="2677732" y="1646868"/>
              <a:chExt cx="927614" cy="540707"/>
            </a:xfrm>
          </p:grpSpPr>
          <p:sp>
            <p:nvSpPr>
              <p:cNvPr id="29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79" name="Group 253"/>
              <p:cNvGrpSpPr/>
              <p:nvPr/>
            </p:nvGrpSpPr>
            <p:grpSpPr>
              <a:xfrm>
                <a:off x="2677732" y="1646868"/>
                <a:ext cx="927614" cy="505511"/>
                <a:chOff x="2677732" y="2060123"/>
                <a:chExt cx="927614" cy="505511"/>
              </a:xfrm>
            </p:grpSpPr>
            <p:sp>
              <p:nvSpPr>
                <p:cNvPr id="30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80" name="Group 257"/>
            <p:cNvGrpSpPr/>
            <p:nvPr/>
          </p:nvGrpSpPr>
          <p:grpSpPr>
            <a:xfrm>
              <a:off x="3657600" y="1431448"/>
              <a:ext cx="927614" cy="540707"/>
              <a:chOff x="2677732" y="1646868"/>
              <a:chExt cx="927614" cy="540707"/>
            </a:xfrm>
          </p:grpSpPr>
          <p:sp>
            <p:nvSpPr>
              <p:cNvPr id="29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1" name="Group 259"/>
              <p:cNvGrpSpPr/>
              <p:nvPr/>
            </p:nvGrpSpPr>
            <p:grpSpPr>
              <a:xfrm>
                <a:off x="2677732" y="1646868"/>
                <a:ext cx="927614" cy="505511"/>
                <a:chOff x="2677732" y="2060123"/>
                <a:chExt cx="927614" cy="505511"/>
              </a:xfrm>
            </p:grpSpPr>
            <p:sp>
              <p:nvSpPr>
                <p:cNvPr id="29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282" name="Group 208"/>
          <p:cNvGrpSpPr/>
          <p:nvPr/>
        </p:nvGrpSpPr>
        <p:grpSpPr>
          <a:xfrm>
            <a:off x="5960272" y="3186069"/>
            <a:ext cx="837039" cy="1171934"/>
            <a:chOff x="2677732" y="1646868"/>
            <a:chExt cx="927614" cy="1298749"/>
          </a:xfrm>
        </p:grpSpPr>
        <p:sp>
          <p:nvSpPr>
            <p:cNvPr id="337" name="Freeform 5"/>
            <p:cNvSpPr>
              <a:spLocks/>
            </p:cNvSpPr>
            <p:nvPr/>
          </p:nvSpPr>
          <p:spPr bwMode="auto">
            <a:xfrm>
              <a:off x="2677732" y="2657476"/>
              <a:ext cx="927614" cy="288141"/>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3" name="Group 198"/>
            <p:cNvGrpSpPr/>
            <p:nvPr/>
          </p:nvGrpSpPr>
          <p:grpSpPr>
            <a:xfrm>
              <a:off x="2677732" y="2373939"/>
              <a:ext cx="927614" cy="505511"/>
              <a:chOff x="2677732" y="2060123"/>
              <a:chExt cx="927614" cy="505511"/>
            </a:xfrm>
          </p:grpSpPr>
          <p:sp>
            <p:nvSpPr>
              <p:cNvPr id="36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84" name="Group 202"/>
            <p:cNvGrpSpPr/>
            <p:nvPr/>
          </p:nvGrpSpPr>
          <p:grpSpPr>
            <a:xfrm>
              <a:off x="2677732" y="2230109"/>
              <a:ext cx="927614" cy="540707"/>
              <a:chOff x="2677732" y="1646868"/>
              <a:chExt cx="927614" cy="540707"/>
            </a:xfrm>
          </p:grpSpPr>
          <p:sp>
            <p:nvSpPr>
              <p:cNvPr id="364"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5" name="Group 204"/>
              <p:cNvGrpSpPr/>
              <p:nvPr/>
            </p:nvGrpSpPr>
            <p:grpSpPr>
              <a:xfrm>
                <a:off x="2677732" y="1646868"/>
                <a:ext cx="927614" cy="505511"/>
                <a:chOff x="2677732" y="2060123"/>
                <a:chExt cx="927614" cy="505511"/>
              </a:xfrm>
            </p:grpSpPr>
            <p:sp>
              <p:nvSpPr>
                <p:cNvPr id="366"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86" name="Group 184"/>
            <p:cNvGrpSpPr/>
            <p:nvPr/>
          </p:nvGrpSpPr>
          <p:grpSpPr>
            <a:xfrm>
              <a:off x="2677732" y="2084477"/>
              <a:ext cx="927614" cy="540707"/>
              <a:chOff x="2677732" y="1646868"/>
              <a:chExt cx="927614" cy="540707"/>
            </a:xfrm>
          </p:grpSpPr>
          <p:sp>
            <p:nvSpPr>
              <p:cNvPr id="359"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7" name="Group 186"/>
              <p:cNvGrpSpPr/>
              <p:nvPr/>
            </p:nvGrpSpPr>
            <p:grpSpPr>
              <a:xfrm>
                <a:off x="2677732" y="1646868"/>
                <a:ext cx="927614" cy="505511"/>
                <a:chOff x="2677732" y="2060123"/>
                <a:chExt cx="927614" cy="505511"/>
              </a:xfrm>
            </p:grpSpPr>
            <p:sp>
              <p:nvSpPr>
                <p:cNvPr id="36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88" name="Group 190"/>
            <p:cNvGrpSpPr/>
            <p:nvPr/>
          </p:nvGrpSpPr>
          <p:grpSpPr>
            <a:xfrm>
              <a:off x="2677732" y="1940647"/>
              <a:ext cx="927614" cy="540707"/>
              <a:chOff x="2677732" y="1646868"/>
              <a:chExt cx="927614" cy="540707"/>
            </a:xfrm>
          </p:grpSpPr>
          <p:sp>
            <p:nvSpPr>
              <p:cNvPr id="354"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89" name="Group 192"/>
              <p:cNvGrpSpPr/>
              <p:nvPr/>
            </p:nvGrpSpPr>
            <p:grpSpPr>
              <a:xfrm>
                <a:off x="2677732" y="1646868"/>
                <a:ext cx="927614" cy="505511"/>
                <a:chOff x="2677732" y="2060123"/>
                <a:chExt cx="927614" cy="505511"/>
              </a:xfrm>
            </p:grpSpPr>
            <p:sp>
              <p:nvSpPr>
                <p:cNvPr id="356"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90" name="Group 178"/>
            <p:cNvGrpSpPr/>
            <p:nvPr/>
          </p:nvGrpSpPr>
          <p:grpSpPr>
            <a:xfrm>
              <a:off x="2677732" y="1790698"/>
              <a:ext cx="927614" cy="540707"/>
              <a:chOff x="2677732" y="1646868"/>
              <a:chExt cx="927614" cy="540707"/>
            </a:xfrm>
          </p:grpSpPr>
          <p:sp>
            <p:nvSpPr>
              <p:cNvPr id="349"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91" name="Group 180"/>
              <p:cNvGrpSpPr/>
              <p:nvPr/>
            </p:nvGrpSpPr>
            <p:grpSpPr>
              <a:xfrm>
                <a:off x="2677732" y="1646868"/>
                <a:ext cx="927614" cy="505511"/>
                <a:chOff x="2677732" y="2060123"/>
                <a:chExt cx="927614" cy="505511"/>
              </a:xfrm>
            </p:grpSpPr>
            <p:sp>
              <p:nvSpPr>
                <p:cNvPr id="35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92" name="Group 177"/>
            <p:cNvGrpSpPr/>
            <p:nvPr/>
          </p:nvGrpSpPr>
          <p:grpSpPr>
            <a:xfrm>
              <a:off x="2677732" y="1646868"/>
              <a:ext cx="927614" cy="540707"/>
              <a:chOff x="2677732" y="1646868"/>
              <a:chExt cx="927614" cy="540707"/>
            </a:xfrm>
          </p:grpSpPr>
          <p:sp>
            <p:nvSpPr>
              <p:cNvPr id="344"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94" name="Group 176"/>
              <p:cNvGrpSpPr/>
              <p:nvPr/>
            </p:nvGrpSpPr>
            <p:grpSpPr>
              <a:xfrm>
                <a:off x="2677732" y="1646868"/>
                <a:ext cx="927614" cy="505511"/>
                <a:chOff x="2677732" y="2060123"/>
                <a:chExt cx="927614" cy="505511"/>
              </a:xfrm>
            </p:grpSpPr>
            <p:sp>
              <p:nvSpPr>
                <p:cNvPr id="346"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299" name="Group 265"/>
          <p:cNvGrpSpPr/>
          <p:nvPr/>
        </p:nvGrpSpPr>
        <p:grpSpPr>
          <a:xfrm>
            <a:off x="4304944" y="3687622"/>
            <a:ext cx="882653" cy="878091"/>
            <a:chOff x="5351197" y="2320461"/>
            <a:chExt cx="978165" cy="973110"/>
          </a:xfrm>
        </p:grpSpPr>
        <p:sp>
          <p:nvSpPr>
            <p:cNvPr id="267" name="Freeform 86"/>
            <p:cNvSpPr>
              <a:spLocks/>
            </p:cNvSpPr>
            <p:nvPr/>
          </p:nvSpPr>
          <p:spPr bwMode="auto">
            <a:xfrm>
              <a:off x="5351197" y="2320461"/>
              <a:ext cx="978165" cy="973110"/>
            </a:xfrm>
            <a:custGeom>
              <a:avLst/>
              <a:gdLst/>
              <a:ahLst/>
              <a:cxnLst>
                <a:cxn ang="0">
                  <a:pos x="61" y="76"/>
                </a:cxn>
                <a:cxn ang="0">
                  <a:pos x="297" y="60"/>
                </a:cxn>
                <a:cxn ang="0">
                  <a:pos x="313" y="297"/>
                </a:cxn>
                <a:cxn ang="0">
                  <a:pos x="76" y="313"/>
                </a:cxn>
                <a:cxn ang="0">
                  <a:pos x="61" y="76"/>
                </a:cxn>
              </a:cxnLst>
              <a:rect l="0" t="0" r="r" b="b"/>
              <a:pathLst>
                <a:path w="374" h="373">
                  <a:moveTo>
                    <a:pt x="61" y="76"/>
                  </a:moveTo>
                  <a:cubicBezTo>
                    <a:pt x="121" y="7"/>
                    <a:pt x="227" y="0"/>
                    <a:pt x="297" y="60"/>
                  </a:cubicBezTo>
                  <a:cubicBezTo>
                    <a:pt x="366" y="121"/>
                    <a:pt x="374" y="227"/>
                    <a:pt x="313" y="297"/>
                  </a:cubicBezTo>
                  <a:cubicBezTo>
                    <a:pt x="252" y="366"/>
                    <a:pt x="146" y="373"/>
                    <a:pt x="76" y="313"/>
                  </a:cubicBezTo>
                  <a:cubicBezTo>
                    <a:pt x="7" y="252"/>
                    <a:pt x="0" y="146"/>
                    <a:pt x="61" y="76"/>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87"/>
            <p:cNvSpPr>
              <a:spLocks noEditPoints="1"/>
            </p:cNvSpPr>
            <p:nvPr/>
          </p:nvSpPr>
          <p:spPr bwMode="auto">
            <a:xfrm>
              <a:off x="5444717" y="2411453"/>
              <a:ext cx="788598" cy="791126"/>
            </a:xfrm>
            <a:custGeom>
              <a:avLst/>
              <a:gdLst/>
              <a:ahLst/>
              <a:cxnLst>
                <a:cxn ang="0">
                  <a:pos x="240" y="50"/>
                </a:cxn>
                <a:cxn ang="0">
                  <a:pos x="253" y="241"/>
                </a:cxn>
                <a:cxn ang="0">
                  <a:pos x="62" y="253"/>
                </a:cxn>
                <a:cxn ang="0">
                  <a:pos x="49" y="62"/>
                </a:cxn>
                <a:cxn ang="0">
                  <a:pos x="240" y="50"/>
                </a:cxn>
                <a:cxn ang="0">
                  <a:pos x="76" y="237"/>
                </a:cxn>
                <a:cxn ang="0">
                  <a:pos x="236" y="227"/>
                </a:cxn>
                <a:cxn ang="0">
                  <a:pos x="226" y="66"/>
                </a:cxn>
                <a:cxn ang="0">
                  <a:pos x="65" y="77"/>
                </a:cxn>
                <a:cxn ang="0">
                  <a:pos x="76" y="237"/>
                </a:cxn>
              </a:cxnLst>
              <a:rect l="0" t="0" r="r" b="b"/>
              <a:pathLst>
                <a:path w="302" h="303">
                  <a:moveTo>
                    <a:pt x="240" y="50"/>
                  </a:moveTo>
                  <a:cubicBezTo>
                    <a:pt x="296" y="99"/>
                    <a:pt x="302" y="184"/>
                    <a:pt x="253" y="241"/>
                  </a:cubicBezTo>
                  <a:cubicBezTo>
                    <a:pt x="203" y="297"/>
                    <a:pt x="118" y="303"/>
                    <a:pt x="62" y="253"/>
                  </a:cubicBezTo>
                  <a:cubicBezTo>
                    <a:pt x="5" y="204"/>
                    <a:pt x="0" y="119"/>
                    <a:pt x="49" y="62"/>
                  </a:cubicBezTo>
                  <a:cubicBezTo>
                    <a:pt x="98" y="6"/>
                    <a:pt x="184" y="0"/>
                    <a:pt x="240" y="50"/>
                  </a:cubicBezTo>
                  <a:moveTo>
                    <a:pt x="76" y="237"/>
                  </a:moveTo>
                  <a:cubicBezTo>
                    <a:pt x="123" y="279"/>
                    <a:pt x="195" y="274"/>
                    <a:pt x="236" y="227"/>
                  </a:cubicBezTo>
                  <a:cubicBezTo>
                    <a:pt x="278" y="179"/>
                    <a:pt x="273" y="107"/>
                    <a:pt x="226" y="66"/>
                  </a:cubicBezTo>
                  <a:cubicBezTo>
                    <a:pt x="178" y="24"/>
                    <a:pt x="106" y="29"/>
                    <a:pt x="65" y="77"/>
                  </a:cubicBezTo>
                  <a:cubicBezTo>
                    <a:pt x="23" y="124"/>
                    <a:pt x="28" y="196"/>
                    <a:pt x="76" y="237"/>
                  </a:cubicBezTo>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88"/>
            <p:cNvSpPr>
              <a:spLocks/>
            </p:cNvSpPr>
            <p:nvPr/>
          </p:nvSpPr>
          <p:spPr bwMode="auto">
            <a:xfrm>
              <a:off x="5669669" y="2631349"/>
              <a:ext cx="338693" cy="356386"/>
            </a:xfrm>
            <a:custGeom>
              <a:avLst/>
              <a:gdLst/>
              <a:ahLst/>
              <a:cxnLst>
                <a:cxn ang="0">
                  <a:pos x="15" y="64"/>
                </a:cxn>
                <a:cxn ang="0">
                  <a:pos x="41" y="87"/>
                </a:cxn>
                <a:cxn ang="0">
                  <a:pos x="37" y="91"/>
                </a:cxn>
                <a:cxn ang="0">
                  <a:pos x="30" y="101"/>
                </a:cxn>
                <a:cxn ang="0">
                  <a:pos x="32" y="107"/>
                </a:cxn>
                <a:cxn ang="0">
                  <a:pos x="38" y="108"/>
                </a:cxn>
                <a:cxn ang="0">
                  <a:pos x="44" y="104"/>
                </a:cxn>
                <a:cxn ang="0">
                  <a:pos x="49" y="93"/>
                </a:cxn>
                <a:cxn ang="0">
                  <a:pos x="43" y="71"/>
                </a:cxn>
                <a:cxn ang="0">
                  <a:pos x="37" y="50"/>
                </a:cxn>
                <a:cxn ang="0">
                  <a:pos x="39" y="35"/>
                </a:cxn>
                <a:cxn ang="0">
                  <a:pos x="50" y="18"/>
                </a:cxn>
                <a:cxn ang="0">
                  <a:pos x="76" y="2"/>
                </a:cxn>
                <a:cxn ang="0">
                  <a:pos x="105" y="10"/>
                </a:cxn>
                <a:cxn ang="0">
                  <a:pos x="113" y="0"/>
                </a:cxn>
                <a:cxn ang="0">
                  <a:pos x="126" y="10"/>
                </a:cxn>
                <a:cxn ang="0">
                  <a:pos x="117" y="21"/>
                </a:cxn>
                <a:cxn ang="0">
                  <a:pos x="128" y="45"/>
                </a:cxn>
                <a:cxn ang="0">
                  <a:pos x="114" y="77"/>
                </a:cxn>
                <a:cxn ang="0">
                  <a:pos x="110" y="82"/>
                </a:cxn>
                <a:cxn ang="0">
                  <a:pos x="83" y="59"/>
                </a:cxn>
                <a:cxn ang="0">
                  <a:pos x="89" y="52"/>
                </a:cxn>
                <a:cxn ang="0">
                  <a:pos x="100" y="38"/>
                </a:cxn>
                <a:cxn ang="0">
                  <a:pos x="98" y="32"/>
                </a:cxn>
                <a:cxn ang="0">
                  <a:pos x="93" y="31"/>
                </a:cxn>
                <a:cxn ang="0">
                  <a:pos x="87" y="35"/>
                </a:cxn>
                <a:cxn ang="0">
                  <a:pos x="77" y="49"/>
                </a:cxn>
                <a:cxn ang="0">
                  <a:pos x="78" y="64"/>
                </a:cxn>
                <a:cxn ang="0">
                  <a:pos x="85" y="90"/>
                </a:cxn>
                <a:cxn ang="0">
                  <a:pos x="83" y="106"/>
                </a:cxn>
                <a:cxn ang="0">
                  <a:pos x="74" y="124"/>
                </a:cxn>
                <a:cxn ang="0">
                  <a:pos x="51" y="136"/>
                </a:cxn>
                <a:cxn ang="0">
                  <a:pos x="24" y="127"/>
                </a:cxn>
                <a:cxn ang="0">
                  <a:pos x="16" y="135"/>
                </a:cxn>
                <a:cxn ang="0">
                  <a:pos x="4" y="125"/>
                </a:cxn>
                <a:cxn ang="0">
                  <a:pos x="11" y="116"/>
                </a:cxn>
                <a:cxn ang="0">
                  <a:pos x="0" y="92"/>
                </a:cxn>
                <a:cxn ang="0">
                  <a:pos x="10" y="69"/>
                </a:cxn>
                <a:cxn ang="0">
                  <a:pos x="15" y="64"/>
                </a:cxn>
              </a:cxnLst>
              <a:rect l="0" t="0" r="r" b="b"/>
              <a:pathLst>
                <a:path w="129" h="137">
                  <a:moveTo>
                    <a:pt x="15" y="64"/>
                  </a:moveTo>
                  <a:cubicBezTo>
                    <a:pt x="41" y="87"/>
                    <a:pt x="41" y="87"/>
                    <a:pt x="41" y="87"/>
                  </a:cubicBezTo>
                  <a:cubicBezTo>
                    <a:pt x="37" y="91"/>
                    <a:pt x="37" y="91"/>
                    <a:pt x="37" y="91"/>
                  </a:cubicBezTo>
                  <a:cubicBezTo>
                    <a:pt x="33" y="96"/>
                    <a:pt x="31" y="99"/>
                    <a:pt x="30" y="101"/>
                  </a:cubicBezTo>
                  <a:cubicBezTo>
                    <a:pt x="30" y="103"/>
                    <a:pt x="30" y="105"/>
                    <a:pt x="32" y="107"/>
                  </a:cubicBezTo>
                  <a:cubicBezTo>
                    <a:pt x="34" y="108"/>
                    <a:pt x="36" y="109"/>
                    <a:pt x="38" y="108"/>
                  </a:cubicBezTo>
                  <a:cubicBezTo>
                    <a:pt x="40" y="108"/>
                    <a:pt x="42" y="106"/>
                    <a:pt x="44" y="104"/>
                  </a:cubicBezTo>
                  <a:cubicBezTo>
                    <a:pt x="47" y="100"/>
                    <a:pt x="49" y="96"/>
                    <a:pt x="49" y="93"/>
                  </a:cubicBezTo>
                  <a:cubicBezTo>
                    <a:pt x="49" y="90"/>
                    <a:pt x="47" y="82"/>
                    <a:pt x="43" y="71"/>
                  </a:cubicBezTo>
                  <a:cubicBezTo>
                    <a:pt x="40" y="61"/>
                    <a:pt x="38" y="54"/>
                    <a:pt x="37" y="50"/>
                  </a:cubicBezTo>
                  <a:cubicBezTo>
                    <a:pt x="37" y="45"/>
                    <a:pt x="38" y="40"/>
                    <a:pt x="39" y="35"/>
                  </a:cubicBezTo>
                  <a:cubicBezTo>
                    <a:pt x="41" y="30"/>
                    <a:pt x="44" y="24"/>
                    <a:pt x="50" y="18"/>
                  </a:cubicBezTo>
                  <a:cubicBezTo>
                    <a:pt x="58" y="9"/>
                    <a:pt x="67" y="3"/>
                    <a:pt x="76" y="2"/>
                  </a:cubicBezTo>
                  <a:cubicBezTo>
                    <a:pt x="85" y="1"/>
                    <a:pt x="95" y="3"/>
                    <a:pt x="105" y="10"/>
                  </a:cubicBezTo>
                  <a:cubicBezTo>
                    <a:pt x="113" y="0"/>
                    <a:pt x="113" y="0"/>
                    <a:pt x="113" y="0"/>
                  </a:cubicBezTo>
                  <a:cubicBezTo>
                    <a:pt x="126" y="10"/>
                    <a:pt x="126" y="10"/>
                    <a:pt x="126" y="10"/>
                  </a:cubicBezTo>
                  <a:cubicBezTo>
                    <a:pt x="117" y="21"/>
                    <a:pt x="117" y="21"/>
                    <a:pt x="117" y="21"/>
                  </a:cubicBezTo>
                  <a:cubicBezTo>
                    <a:pt x="123" y="28"/>
                    <a:pt x="127" y="36"/>
                    <a:pt x="128" y="45"/>
                  </a:cubicBezTo>
                  <a:cubicBezTo>
                    <a:pt x="129" y="54"/>
                    <a:pt x="125" y="65"/>
                    <a:pt x="114" y="77"/>
                  </a:cubicBezTo>
                  <a:cubicBezTo>
                    <a:pt x="110" y="82"/>
                    <a:pt x="110" y="82"/>
                    <a:pt x="110" y="82"/>
                  </a:cubicBezTo>
                  <a:cubicBezTo>
                    <a:pt x="83" y="59"/>
                    <a:pt x="83" y="59"/>
                    <a:pt x="83" y="59"/>
                  </a:cubicBezTo>
                  <a:cubicBezTo>
                    <a:pt x="89" y="52"/>
                    <a:pt x="89" y="52"/>
                    <a:pt x="89" y="52"/>
                  </a:cubicBezTo>
                  <a:cubicBezTo>
                    <a:pt x="95" y="45"/>
                    <a:pt x="99" y="40"/>
                    <a:pt x="100" y="38"/>
                  </a:cubicBezTo>
                  <a:cubicBezTo>
                    <a:pt x="101" y="36"/>
                    <a:pt x="100" y="34"/>
                    <a:pt x="98" y="32"/>
                  </a:cubicBezTo>
                  <a:cubicBezTo>
                    <a:pt x="96" y="31"/>
                    <a:pt x="94" y="30"/>
                    <a:pt x="93" y="31"/>
                  </a:cubicBezTo>
                  <a:cubicBezTo>
                    <a:pt x="91" y="31"/>
                    <a:pt x="89" y="32"/>
                    <a:pt x="87" y="35"/>
                  </a:cubicBezTo>
                  <a:cubicBezTo>
                    <a:pt x="81" y="41"/>
                    <a:pt x="78" y="45"/>
                    <a:pt x="77" y="49"/>
                  </a:cubicBezTo>
                  <a:cubicBezTo>
                    <a:pt x="75" y="52"/>
                    <a:pt x="76" y="57"/>
                    <a:pt x="78" y="64"/>
                  </a:cubicBezTo>
                  <a:cubicBezTo>
                    <a:pt x="82" y="76"/>
                    <a:pt x="84" y="85"/>
                    <a:pt x="85" y="90"/>
                  </a:cubicBezTo>
                  <a:cubicBezTo>
                    <a:pt x="85" y="95"/>
                    <a:pt x="85" y="100"/>
                    <a:pt x="83" y="106"/>
                  </a:cubicBezTo>
                  <a:cubicBezTo>
                    <a:pt x="82" y="112"/>
                    <a:pt x="79" y="118"/>
                    <a:pt x="74" y="124"/>
                  </a:cubicBezTo>
                  <a:cubicBezTo>
                    <a:pt x="67" y="132"/>
                    <a:pt x="59" y="136"/>
                    <a:pt x="51" y="136"/>
                  </a:cubicBezTo>
                  <a:cubicBezTo>
                    <a:pt x="43" y="137"/>
                    <a:pt x="33" y="134"/>
                    <a:pt x="24" y="127"/>
                  </a:cubicBezTo>
                  <a:cubicBezTo>
                    <a:pt x="16" y="135"/>
                    <a:pt x="16" y="135"/>
                    <a:pt x="16" y="135"/>
                  </a:cubicBezTo>
                  <a:cubicBezTo>
                    <a:pt x="4" y="125"/>
                    <a:pt x="4" y="125"/>
                    <a:pt x="4" y="125"/>
                  </a:cubicBezTo>
                  <a:cubicBezTo>
                    <a:pt x="11" y="116"/>
                    <a:pt x="11" y="116"/>
                    <a:pt x="11" y="116"/>
                  </a:cubicBezTo>
                  <a:cubicBezTo>
                    <a:pt x="4" y="108"/>
                    <a:pt x="1" y="100"/>
                    <a:pt x="0" y="92"/>
                  </a:cubicBezTo>
                  <a:cubicBezTo>
                    <a:pt x="0" y="84"/>
                    <a:pt x="4" y="77"/>
                    <a:pt x="10" y="69"/>
                  </a:cubicBezTo>
                  <a:cubicBezTo>
                    <a:pt x="11" y="68"/>
                    <a:pt x="13" y="66"/>
                    <a:pt x="15" y="64"/>
                  </a:cubicBezTo>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373" name="Straight Connector 372"/>
          <p:cNvCxnSpPr/>
          <p:nvPr/>
        </p:nvCxnSpPr>
        <p:spPr>
          <a:xfrm rot="5400000" flipH="1" flipV="1">
            <a:off x="1375372" y="2786487"/>
            <a:ext cx="868339" cy="83962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flipV="1">
            <a:off x="2229354" y="2493707"/>
            <a:ext cx="1049526" cy="278423"/>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83" name="Straight Connector 382"/>
          <p:cNvCxnSpPr/>
          <p:nvPr/>
        </p:nvCxnSpPr>
        <p:spPr>
          <a:xfrm flipV="1">
            <a:off x="3278880" y="2010986"/>
            <a:ext cx="1026065" cy="482719"/>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85" name="Straight Connector 384"/>
          <p:cNvCxnSpPr/>
          <p:nvPr/>
        </p:nvCxnSpPr>
        <p:spPr>
          <a:xfrm>
            <a:off x="4304944" y="2010986"/>
            <a:ext cx="1003023" cy="482721"/>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1" name="Straight Connector 390"/>
          <p:cNvCxnSpPr/>
          <p:nvPr/>
        </p:nvCxnSpPr>
        <p:spPr>
          <a:xfrm>
            <a:off x="5307967" y="2493707"/>
            <a:ext cx="1049528" cy="44200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nvGrpSpPr>
          <p:cNvPr id="304" name="Group 483"/>
          <p:cNvGrpSpPr/>
          <p:nvPr/>
        </p:nvGrpSpPr>
        <p:grpSpPr>
          <a:xfrm>
            <a:off x="7007216" y="1940124"/>
            <a:ext cx="837039" cy="2417879"/>
            <a:chOff x="7239000" y="1953729"/>
            <a:chExt cx="911586" cy="2633217"/>
          </a:xfrm>
        </p:grpSpPr>
        <p:sp>
          <p:nvSpPr>
            <p:cNvPr id="395" name="Freeform 5"/>
            <p:cNvSpPr>
              <a:spLocks/>
            </p:cNvSpPr>
            <p:nvPr/>
          </p:nvSpPr>
          <p:spPr bwMode="auto">
            <a:xfrm>
              <a:off x="7239000" y="4303784"/>
              <a:ext cx="911586" cy="283162"/>
            </a:xfrm>
            <a:custGeom>
              <a:avLst/>
              <a:gdLst/>
              <a:ahLst/>
              <a:cxnLst>
                <a:cxn ang="0">
                  <a:pos x="355" y="0"/>
                </a:cxn>
                <a:cxn ang="0">
                  <a:pos x="355" y="0"/>
                </a:cxn>
                <a:cxn ang="0">
                  <a:pos x="323" y="35"/>
                </a:cxn>
                <a:cxn ang="0">
                  <a:pos x="290" y="50"/>
                </a:cxn>
                <a:cxn ang="0">
                  <a:pos x="258" y="59"/>
                </a:cxn>
                <a:cxn ang="0">
                  <a:pos x="226" y="65"/>
                </a:cxn>
                <a:cxn ang="0">
                  <a:pos x="193" y="67"/>
                </a:cxn>
                <a:cxn ang="0">
                  <a:pos x="177" y="68"/>
                </a:cxn>
                <a:cxn ang="0">
                  <a:pos x="161" y="67"/>
                </a:cxn>
                <a:cxn ang="0">
                  <a:pos x="129" y="65"/>
                </a:cxn>
                <a:cxn ang="0">
                  <a:pos x="96" y="59"/>
                </a:cxn>
                <a:cxn ang="0">
                  <a:pos x="64" y="50"/>
                </a:cxn>
                <a:cxn ang="0">
                  <a:pos x="32" y="34"/>
                </a:cxn>
                <a:cxn ang="0">
                  <a:pos x="0" y="0"/>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Lst>
              <a:rect l="0" t="0" r="r" b="b"/>
              <a:pathLst>
                <a:path w="355" h="110">
                  <a:moveTo>
                    <a:pt x="355" y="0"/>
                  </a:moveTo>
                  <a:cubicBezTo>
                    <a:pt x="355" y="0"/>
                    <a:pt x="355" y="0"/>
                    <a:pt x="355" y="0"/>
                  </a:cubicBezTo>
                  <a:cubicBezTo>
                    <a:pt x="350" y="13"/>
                    <a:pt x="339" y="24"/>
                    <a:pt x="323" y="35"/>
                  </a:cubicBezTo>
                  <a:cubicBezTo>
                    <a:pt x="313" y="40"/>
                    <a:pt x="302" y="45"/>
                    <a:pt x="290" y="50"/>
                  </a:cubicBezTo>
                  <a:cubicBezTo>
                    <a:pt x="280" y="53"/>
                    <a:pt x="269" y="57"/>
                    <a:pt x="258" y="59"/>
                  </a:cubicBezTo>
                  <a:cubicBezTo>
                    <a:pt x="248" y="62"/>
                    <a:pt x="237" y="63"/>
                    <a:pt x="226" y="65"/>
                  </a:cubicBezTo>
                  <a:cubicBezTo>
                    <a:pt x="215" y="66"/>
                    <a:pt x="204" y="67"/>
                    <a:pt x="193" y="67"/>
                  </a:cubicBezTo>
                  <a:cubicBezTo>
                    <a:pt x="188" y="68"/>
                    <a:pt x="183" y="68"/>
                    <a:pt x="177" y="68"/>
                  </a:cubicBezTo>
                  <a:cubicBezTo>
                    <a:pt x="172" y="68"/>
                    <a:pt x="166" y="68"/>
                    <a:pt x="161" y="67"/>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0"/>
                    <a:pt x="0" y="0"/>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path>
              </a:pathLst>
            </a:custGeom>
            <a:solidFill>
              <a:srgbClr val="BDB5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09" name="Group 211"/>
            <p:cNvGrpSpPr/>
            <p:nvPr/>
          </p:nvGrpSpPr>
          <p:grpSpPr>
            <a:xfrm>
              <a:off x="7239000" y="4025146"/>
              <a:ext cx="911586" cy="496776"/>
              <a:chOff x="2677732" y="2060123"/>
              <a:chExt cx="927614" cy="505511"/>
            </a:xfrm>
          </p:grpSpPr>
          <p:sp>
            <p:nvSpPr>
              <p:cNvPr id="463"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4" name="Group 212"/>
            <p:cNvGrpSpPr/>
            <p:nvPr/>
          </p:nvGrpSpPr>
          <p:grpSpPr>
            <a:xfrm>
              <a:off x="7239000" y="3883802"/>
              <a:ext cx="911586" cy="531364"/>
              <a:chOff x="2677732" y="1646868"/>
              <a:chExt cx="927614" cy="540707"/>
            </a:xfrm>
          </p:grpSpPr>
          <p:sp>
            <p:nvSpPr>
              <p:cNvPr id="45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19" name="Group 238"/>
              <p:cNvGrpSpPr/>
              <p:nvPr/>
            </p:nvGrpSpPr>
            <p:grpSpPr>
              <a:xfrm>
                <a:off x="2677732" y="1646868"/>
                <a:ext cx="927614" cy="505511"/>
                <a:chOff x="2677732" y="2060123"/>
                <a:chExt cx="927614" cy="505511"/>
              </a:xfrm>
            </p:grpSpPr>
            <p:sp>
              <p:nvSpPr>
                <p:cNvPr id="46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24" name="Group 213"/>
            <p:cNvGrpSpPr/>
            <p:nvPr/>
          </p:nvGrpSpPr>
          <p:grpSpPr>
            <a:xfrm>
              <a:off x="7239000" y="3740686"/>
              <a:ext cx="911586" cy="531364"/>
              <a:chOff x="2677732" y="1646868"/>
              <a:chExt cx="927614" cy="540707"/>
            </a:xfrm>
          </p:grpSpPr>
          <p:sp>
            <p:nvSpPr>
              <p:cNvPr id="45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29" name="Group 233"/>
              <p:cNvGrpSpPr/>
              <p:nvPr/>
            </p:nvGrpSpPr>
            <p:grpSpPr>
              <a:xfrm>
                <a:off x="2677732" y="1646868"/>
                <a:ext cx="927614" cy="505511"/>
                <a:chOff x="2677732" y="2060123"/>
                <a:chExt cx="927614" cy="505511"/>
              </a:xfrm>
            </p:grpSpPr>
            <p:sp>
              <p:nvSpPr>
                <p:cNvPr id="45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36" name="Group 214"/>
            <p:cNvGrpSpPr/>
            <p:nvPr/>
          </p:nvGrpSpPr>
          <p:grpSpPr>
            <a:xfrm>
              <a:off x="7239000" y="3599342"/>
              <a:ext cx="911586" cy="531364"/>
              <a:chOff x="2677732" y="1646868"/>
              <a:chExt cx="927614" cy="540707"/>
            </a:xfrm>
          </p:grpSpPr>
          <p:sp>
            <p:nvSpPr>
              <p:cNvPr id="44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38" name="Group 228"/>
              <p:cNvGrpSpPr/>
              <p:nvPr/>
            </p:nvGrpSpPr>
            <p:grpSpPr>
              <a:xfrm>
                <a:off x="2677732" y="1646868"/>
                <a:ext cx="927614" cy="505511"/>
                <a:chOff x="2677732" y="2060123"/>
                <a:chExt cx="927614" cy="505511"/>
              </a:xfrm>
            </p:grpSpPr>
            <p:sp>
              <p:nvSpPr>
                <p:cNvPr id="45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39" name="Group 215"/>
            <p:cNvGrpSpPr/>
            <p:nvPr/>
          </p:nvGrpSpPr>
          <p:grpSpPr>
            <a:xfrm>
              <a:off x="7239000" y="3451984"/>
              <a:ext cx="911586" cy="531364"/>
              <a:chOff x="2677732" y="1646868"/>
              <a:chExt cx="927614" cy="540707"/>
            </a:xfrm>
          </p:grpSpPr>
          <p:sp>
            <p:nvSpPr>
              <p:cNvPr id="44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40" name="Group 223"/>
              <p:cNvGrpSpPr/>
              <p:nvPr/>
            </p:nvGrpSpPr>
            <p:grpSpPr>
              <a:xfrm>
                <a:off x="2677732" y="1646868"/>
                <a:ext cx="927614" cy="505511"/>
                <a:chOff x="2677732" y="2060123"/>
                <a:chExt cx="927614" cy="505511"/>
              </a:xfrm>
            </p:grpSpPr>
            <p:sp>
              <p:nvSpPr>
                <p:cNvPr id="44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41" name="Group 216"/>
            <p:cNvGrpSpPr/>
            <p:nvPr/>
          </p:nvGrpSpPr>
          <p:grpSpPr>
            <a:xfrm>
              <a:off x="7239000" y="3310639"/>
              <a:ext cx="911586" cy="531364"/>
              <a:chOff x="2677732" y="1646868"/>
              <a:chExt cx="927614" cy="540707"/>
            </a:xfrm>
          </p:grpSpPr>
          <p:sp>
            <p:nvSpPr>
              <p:cNvPr id="43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42" name="Group 218"/>
              <p:cNvGrpSpPr/>
              <p:nvPr/>
            </p:nvGrpSpPr>
            <p:grpSpPr>
              <a:xfrm>
                <a:off x="2677732" y="1646868"/>
                <a:ext cx="927614" cy="505511"/>
                <a:chOff x="2677732" y="2060123"/>
                <a:chExt cx="927614" cy="505511"/>
              </a:xfrm>
            </p:grpSpPr>
            <p:sp>
              <p:nvSpPr>
                <p:cNvPr id="44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43" name="Group 245"/>
            <p:cNvGrpSpPr/>
            <p:nvPr/>
          </p:nvGrpSpPr>
          <p:grpSpPr>
            <a:xfrm>
              <a:off x="7239000" y="3160071"/>
              <a:ext cx="911586" cy="531364"/>
              <a:chOff x="2677732" y="1646868"/>
              <a:chExt cx="927614" cy="540707"/>
            </a:xfrm>
          </p:grpSpPr>
          <p:sp>
            <p:nvSpPr>
              <p:cNvPr id="43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45" name="Group 247"/>
              <p:cNvGrpSpPr/>
              <p:nvPr/>
            </p:nvGrpSpPr>
            <p:grpSpPr>
              <a:xfrm>
                <a:off x="2677732" y="1646868"/>
                <a:ext cx="927614" cy="505511"/>
                <a:chOff x="2677732" y="2060123"/>
                <a:chExt cx="927614" cy="505511"/>
              </a:xfrm>
            </p:grpSpPr>
            <p:sp>
              <p:nvSpPr>
                <p:cNvPr id="43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50" name="Group 251"/>
            <p:cNvGrpSpPr/>
            <p:nvPr/>
          </p:nvGrpSpPr>
          <p:grpSpPr>
            <a:xfrm>
              <a:off x="7239000" y="3015624"/>
              <a:ext cx="911586" cy="531364"/>
              <a:chOff x="2677732" y="1646868"/>
              <a:chExt cx="927614" cy="540707"/>
            </a:xfrm>
          </p:grpSpPr>
          <p:sp>
            <p:nvSpPr>
              <p:cNvPr id="42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55" name="Group 253"/>
              <p:cNvGrpSpPr/>
              <p:nvPr/>
            </p:nvGrpSpPr>
            <p:grpSpPr>
              <a:xfrm>
                <a:off x="2677732" y="1646868"/>
                <a:ext cx="927614" cy="505511"/>
                <a:chOff x="2677732" y="2060123"/>
                <a:chExt cx="927614" cy="505511"/>
              </a:xfrm>
            </p:grpSpPr>
            <p:sp>
              <p:nvSpPr>
                <p:cNvPr id="43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60" name="Group 257"/>
            <p:cNvGrpSpPr/>
            <p:nvPr/>
          </p:nvGrpSpPr>
          <p:grpSpPr>
            <a:xfrm>
              <a:off x="7239000" y="2867282"/>
              <a:ext cx="911586" cy="531364"/>
              <a:chOff x="2677732" y="1646868"/>
              <a:chExt cx="927614" cy="540707"/>
            </a:xfrm>
          </p:grpSpPr>
          <p:sp>
            <p:nvSpPr>
              <p:cNvPr id="42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65" name="Group 259"/>
              <p:cNvGrpSpPr/>
              <p:nvPr/>
            </p:nvGrpSpPr>
            <p:grpSpPr>
              <a:xfrm>
                <a:off x="2677732" y="1646868"/>
                <a:ext cx="927614" cy="505511"/>
                <a:chOff x="2677732" y="2060123"/>
                <a:chExt cx="927614" cy="505511"/>
              </a:xfrm>
            </p:grpSpPr>
            <p:sp>
              <p:nvSpPr>
                <p:cNvPr id="42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72" name="Group 245"/>
            <p:cNvGrpSpPr/>
            <p:nvPr/>
          </p:nvGrpSpPr>
          <p:grpSpPr>
            <a:xfrm>
              <a:off x="7239000" y="2708507"/>
              <a:ext cx="911586" cy="531364"/>
              <a:chOff x="2677732" y="1646868"/>
              <a:chExt cx="927614" cy="540707"/>
            </a:xfrm>
          </p:grpSpPr>
          <p:sp>
            <p:nvSpPr>
              <p:cNvPr id="41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74" name="Group 247"/>
              <p:cNvGrpSpPr/>
              <p:nvPr/>
            </p:nvGrpSpPr>
            <p:grpSpPr>
              <a:xfrm>
                <a:off x="2677732" y="1646868"/>
                <a:ext cx="927614" cy="505511"/>
                <a:chOff x="2677732" y="2060123"/>
                <a:chExt cx="927614" cy="505511"/>
              </a:xfrm>
            </p:grpSpPr>
            <p:sp>
              <p:nvSpPr>
                <p:cNvPr id="42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75" name="Group 251"/>
            <p:cNvGrpSpPr/>
            <p:nvPr/>
          </p:nvGrpSpPr>
          <p:grpSpPr>
            <a:xfrm>
              <a:off x="7239000" y="2564060"/>
              <a:ext cx="911586" cy="531364"/>
              <a:chOff x="2677732" y="1646868"/>
              <a:chExt cx="927614" cy="540707"/>
            </a:xfrm>
          </p:grpSpPr>
          <p:sp>
            <p:nvSpPr>
              <p:cNvPr id="41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76" name="Group 253"/>
              <p:cNvGrpSpPr/>
              <p:nvPr/>
            </p:nvGrpSpPr>
            <p:grpSpPr>
              <a:xfrm>
                <a:off x="2677732" y="1646868"/>
                <a:ext cx="927614" cy="505511"/>
                <a:chOff x="2677732" y="2060123"/>
                <a:chExt cx="927614" cy="505511"/>
              </a:xfrm>
            </p:grpSpPr>
            <p:sp>
              <p:nvSpPr>
                <p:cNvPr id="41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77" name="Group 257"/>
            <p:cNvGrpSpPr/>
            <p:nvPr/>
          </p:nvGrpSpPr>
          <p:grpSpPr>
            <a:xfrm>
              <a:off x="7239000" y="2415718"/>
              <a:ext cx="911586" cy="531364"/>
              <a:chOff x="2677732" y="1646868"/>
              <a:chExt cx="927614" cy="540707"/>
            </a:xfrm>
          </p:grpSpPr>
          <p:sp>
            <p:nvSpPr>
              <p:cNvPr id="408"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78" name="Group 259"/>
              <p:cNvGrpSpPr/>
              <p:nvPr/>
            </p:nvGrpSpPr>
            <p:grpSpPr>
              <a:xfrm>
                <a:off x="2677732" y="1646868"/>
                <a:ext cx="927614" cy="505511"/>
                <a:chOff x="2677732" y="2060123"/>
                <a:chExt cx="927614" cy="505511"/>
              </a:xfrm>
            </p:grpSpPr>
            <p:sp>
              <p:nvSpPr>
                <p:cNvPr id="410"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80" name="Group 245"/>
            <p:cNvGrpSpPr/>
            <p:nvPr/>
          </p:nvGrpSpPr>
          <p:grpSpPr>
            <a:xfrm>
              <a:off x="7239000" y="2246518"/>
              <a:ext cx="911586" cy="531364"/>
              <a:chOff x="2677732" y="1646868"/>
              <a:chExt cx="927614" cy="540707"/>
            </a:xfrm>
          </p:grpSpPr>
          <p:sp>
            <p:nvSpPr>
              <p:cNvPr id="467"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81" name="Group 247"/>
              <p:cNvGrpSpPr/>
              <p:nvPr/>
            </p:nvGrpSpPr>
            <p:grpSpPr>
              <a:xfrm>
                <a:off x="2677732" y="1646868"/>
                <a:ext cx="927614" cy="505511"/>
                <a:chOff x="2677732" y="2060123"/>
                <a:chExt cx="927614" cy="505511"/>
              </a:xfrm>
            </p:grpSpPr>
            <p:sp>
              <p:nvSpPr>
                <p:cNvPr id="469"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82" name="Group 251"/>
            <p:cNvGrpSpPr/>
            <p:nvPr/>
          </p:nvGrpSpPr>
          <p:grpSpPr>
            <a:xfrm>
              <a:off x="7239000" y="2102071"/>
              <a:ext cx="911586" cy="531364"/>
              <a:chOff x="2677732" y="1646868"/>
              <a:chExt cx="927614" cy="540707"/>
            </a:xfrm>
          </p:grpSpPr>
          <p:sp>
            <p:nvSpPr>
              <p:cNvPr id="473"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84" name="Group 253"/>
              <p:cNvGrpSpPr/>
              <p:nvPr/>
            </p:nvGrpSpPr>
            <p:grpSpPr>
              <a:xfrm>
                <a:off x="2677732" y="1646868"/>
                <a:ext cx="927614" cy="505511"/>
                <a:chOff x="2677732" y="2060123"/>
                <a:chExt cx="927614" cy="505511"/>
              </a:xfrm>
            </p:grpSpPr>
            <p:sp>
              <p:nvSpPr>
                <p:cNvPr id="475"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86" name="Group 257"/>
            <p:cNvGrpSpPr/>
            <p:nvPr/>
          </p:nvGrpSpPr>
          <p:grpSpPr>
            <a:xfrm>
              <a:off x="7239000" y="1953729"/>
              <a:ext cx="911586" cy="531364"/>
              <a:chOff x="2677732" y="1646868"/>
              <a:chExt cx="927614" cy="540707"/>
            </a:xfrm>
          </p:grpSpPr>
          <p:sp>
            <p:nvSpPr>
              <p:cNvPr id="479" name="Oval 16"/>
              <p:cNvSpPr>
                <a:spLocks noChangeArrowheads="1"/>
              </p:cNvSpPr>
              <p:nvPr/>
            </p:nvSpPr>
            <p:spPr bwMode="auto">
              <a:xfrm>
                <a:off x="2677732" y="1765472"/>
                <a:ext cx="927614" cy="422103"/>
              </a:xfrm>
              <a:prstGeom prst="ellipse">
                <a:avLst/>
              </a:pr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87" name="Group 259"/>
              <p:cNvGrpSpPr/>
              <p:nvPr/>
            </p:nvGrpSpPr>
            <p:grpSpPr>
              <a:xfrm>
                <a:off x="2677732" y="1646868"/>
                <a:ext cx="927614" cy="505511"/>
                <a:chOff x="2677732" y="2060123"/>
                <a:chExt cx="927614" cy="505511"/>
              </a:xfrm>
            </p:grpSpPr>
            <p:sp>
              <p:nvSpPr>
                <p:cNvPr id="481" name="Oval 19"/>
                <p:cNvSpPr>
                  <a:spLocks noChangeArrowheads="1"/>
                </p:cNvSpPr>
                <p:nvPr/>
              </p:nvSpPr>
              <p:spPr bwMode="auto">
                <a:xfrm>
                  <a:off x="2677732" y="2060123"/>
                  <a:ext cx="927614" cy="419574"/>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61"/>
                <p:cNvSpPr>
                  <a:spLocks noEditPoints="1"/>
                </p:cNvSpPr>
                <p:nvPr/>
              </p:nvSpPr>
              <p:spPr bwMode="auto">
                <a:xfrm>
                  <a:off x="2753559" y="2090454"/>
                  <a:ext cx="775961" cy="328582"/>
                </a:xfrm>
                <a:custGeom>
                  <a:avLst/>
                  <a:gdLst/>
                  <a:ahLst/>
                  <a:cxnLst>
                    <a:cxn ang="0">
                      <a:pos x="148" y="126"/>
                    </a:cxn>
                    <a:cxn ang="0">
                      <a:pos x="148" y="126"/>
                    </a:cxn>
                    <a:cxn ang="0">
                      <a:pos x="0" y="63"/>
                    </a:cxn>
                    <a:cxn ang="0">
                      <a:pos x="148" y="0"/>
                    </a:cxn>
                    <a:cxn ang="0">
                      <a:pos x="297" y="63"/>
                    </a:cxn>
                    <a:cxn ang="0">
                      <a:pos x="148" y="126"/>
                    </a:cxn>
                    <a:cxn ang="0">
                      <a:pos x="148" y="17"/>
                    </a:cxn>
                    <a:cxn ang="0">
                      <a:pos x="18" y="63"/>
                    </a:cxn>
                    <a:cxn ang="0">
                      <a:pos x="148" y="108"/>
                    </a:cxn>
                    <a:cxn ang="0">
                      <a:pos x="279" y="63"/>
                    </a:cxn>
                    <a:cxn ang="0">
                      <a:pos x="148" y="17"/>
                    </a:cxn>
                  </a:cxnLst>
                  <a:rect l="0" t="0" r="r" b="b"/>
                  <a:pathLst>
                    <a:path w="297" h="126">
                      <a:moveTo>
                        <a:pt x="148" y="126"/>
                      </a:moveTo>
                      <a:cubicBezTo>
                        <a:pt x="148" y="126"/>
                        <a:pt x="148" y="126"/>
                        <a:pt x="148" y="126"/>
                      </a:cubicBezTo>
                      <a:cubicBezTo>
                        <a:pt x="77" y="126"/>
                        <a:pt x="0" y="104"/>
                        <a:pt x="0" y="63"/>
                      </a:cubicBezTo>
                      <a:cubicBezTo>
                        <a:pt x="0" y="22"/>
                        <a:pt x="77" y="0"/>
                        <a:pt x="148" y="0"/>
                      </a:cubicBezTo>
                      <a:cubicBezTo>
                        <a:pt x="220" y="0"/>
                        <a:pt x="297" y="22"/>
                        <a:pt x="297" y="63"/>
                      </a:cubicBezTo>
                      <a:cubicBezTo>
                        <a:pt x="297" y="104"/>
                        <a:pt x="220" y="126"/>
                        <a:pt x="148" y="126"/>
                      </a:cubicBezTo>
                      <a:moveTo>
                        <a:pt x="148" y="17"/>
                      </a:moveTo>
                      <a:cubicBezTo>
                        <a:pt x="71" y="17"/>
                        <a:pt x="18" y="41"/>
                        <a:pt x="18" y="63"/>
                      </a:cubicBezTo>
                      <a:cubicBezTo>
                        <a:pt x="18" y="84"/>
                        <a:pt x="71" y="108"/>
                        <a:pt x="148" y="108"/>
                      </a:cubicBezTo>
                      <a:cubicBezTo>
                        <a:pt x="225" y="108"/>
                        <a:pt x="279" y="84"/>
                        <a:pt x="279" y="63"/>
                      </a:cubicBezTo>
                      <a:cubicBezTo>
                        <a:pt x="279" y="41"/>
                        <a:pt x="225" y="17"/>
                        <a:pt x="148" y="17"/>
                      </a:cubicBezTo>
                    </a:path>
                  </a:pathLst>
                </a:custGeom>
                <a:solidFill>
                  <a:schemeClr val="accent4">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24"/>
                <p:cNvSpPr>
                  <a:spLocks/>
                </p:cNvSpPr>
                <p:nvPr/>
              </p:nvSpPr>
              <p:spPr bwMode="auto">
                <a:xfrm>
                  <a:off x="2677732" y="2277493"/>
                  <a:ext cx="927614" cy="288141"/>
                </a:xfrm>
                <a:custGeom>
                  <a:avLst/>
                  <a:gdLst/>
                  <a:ahLst/>
                  <a:cxnLst>
                    <a:cxn ang="0">
                      <a:pos x="323" y="35"/>
                    </a:cxn>
                    <a:cxn ang="0">
                      <a:pos x="290" y="50"/>
                    </a:cxn>
                    <a:cxn ang="0">
                      <a:pos x="258" y="59"/>
                    </a:cxn>
                    <a:cxn ang="0">
                      <a:pos x="226" y="65"/>
                    </a:cxn>
                    <a:cxn ang="0">
                      <a:pos x="193" y="68"/>
                    </a:cxn>
                    <a:cxn ang="0">
                      <a:pos x="177" y="68"/>
                    </a:cxn>
                    <a:cxn ang="0">
                      <a:pos x="161" y="68"/>
                    </a:cxn>
                    <a:cxn ang="0">
                      <a:pos x="129" y="65"/>
                    </a:cxn>
                    <a:cxn ang="0">
                      <a:pos x="96" y="59"/>
                    </a:cxn>
                    <a:cxn ang="0">
                      <a:pos x="64" y="50"/>
                    </a:cxn>
                    <a:cxn ang="0">
                      <a:pos x="32" y="34"/>
                    </a:cxn>
                    <a:cxn ang="0">
                      <a:pos x="0" y="0"/>
                    </a:cxn>
                    <a:cxn ang="0">
                      <a:pos x="0" y="43"/>
                    </a:cxn>
                    <a:cxn ang="0">
                      <a:pos x="32" y="76"/>
                    </a:cxn>
                    <a:cxn ang="0">
                      <a:pos x="64" y="91"/>
                    </a:cxn>
                    <a:cxn ang="0">
                      <a:pos x="96" y="101"/>
                    </a:cxn>
                    <a:cxn ang="0">
                      <a:pos x="129" y="107"/>
                    </a:cxn>
                    <a:cxn ang="0">
                      <a:pos x="161" y="110"/>
                    </a:cxn>
                    <a:cxn ang="0">
                      <a:pos x="177" y="110"/>
                    </a:cxn>
                    <a:cxn ang="0">
                      <a:pos x="193" y="110"/>
                    </a:cxn>
                    <a:cxn ang="0">
                      <a:pos x="226" y="107"/>
                    </a:cxn>
                    <a:cxn ang="0">
                      <a:pos x="258" y="101"/>
                    </a:cxn>
                    <a:cxn ang="0">
                      <a:pos x="290" y="92"/>
                    </a:cxn>
                    <a:cxn ang="0">
                      <a:pos x="323" y="76"/>
                    </a:cxn>
                    <a:cxn ang="0">
                      <a:pos x="355" y="43"/>
                    </a:cxn>
                    <a:cxn ang="0">
                      <a:pos x="355" y="0"/>
                    </a:cxn>
                    <a:cxn ang="0">
                      <a:pos x="323" y="35"/>
                    </a:cxn>
                  </a:cxnLst>
                  <a:rect l="0" t="0" r="r" b="b"/>
                  <a:pathLst>
                    <a:path w="355" h="110">
                      <a:moveTo>
                        <a:pt x="323" y="35"/>
                      </a:moveTo>
                      <a:cubicBezTo>
                        <a:pt x="313" y="40"/>
                        <a:pt x="302" y="45"/>
                        <a:pt x="290" y="50"/>
                      </a:cubicBezTo>
                      <a:cubicBezTo>
                        <a:pt x="280" y="53"/>
                        <a:pt x="269" y="57"/>
                        <a:pt x="258" y="59"/>
                      </a:cubicBezTo>
                      <a:cubicBezTo>
                        <a:pt x="248" y="62"/>
                        <a:pt x="237" y="63"/>
                        <a:pt x="226" y="65"/>
                      </a:cubicBezTo>
                      <a:cubicBezTo>
                        <a:pt x="215" y="66"/>
                        <a:pt x="204" y="67"/>
                        <a:pt x="193" y="68"/>
                      </a:cubicBezTo>
                      <a:cubicBezTo>
                        <a:pt x="188" y="68"/>
                        <a:pt x="183" y="68"/>
                        <a:pt x="177" y="68"/>
                      </a:cubicBezTo>
                      <a:cubicBezTo>
                        <a:pt x="172" y="68"/>
                        <a:pt x="166" y="68"/>
                        <a:pt x="161" y="68"/>
                      </a:cubicBezTo>
                      <a:cubicBezTo>
                        <a:pt x="150" y="67"/>
                        <a:pt x="139" y="66"/>
                        <a:pt x="129" y="65"/>
                      </a:cubicBezTo>
                      <a:cubicBezTo>
                        <a:pt x="117" y="63"/>
                        <a:pt x="106" y="61"/>
                        <a:pt x="96" y="59"/>
                      </a:cubicBezTo>
                      <a:cubicBezTo>
                        <a:pt x="85" y="56"/>
                        <a:pt x="74" y="53"/>
                        <a:pt x="64" y="50"/>
                      </a:cubicBezTo>
                      <a:cubicBezTo>
                        <a:pt x="52" y="45"/>
                        <a:pt x="41" y="40"/>
                        <a:pt x="32" y="34"/>
                      </a:cubicBezTo>
                      <a:cubicBezTo>
                        <a:pt x="16" y="24"/>
                        <a:pt x="4" y="12"/>
                        <a:pt x="0" y="0"/>
                      </a:cubicBezTo>
                      <a:cubicBezTo>
                        <a:pt x="0" y="43"/>
                        <a:pt x="0" y="43"/>
                        <a:pt x="0" y="43"/>
                      </a:cubicBezTo>
                      <a:cubicBezTo>
                        <a:pt x="5" y="55"/>
                        <a:pt x="16" y="66"/>
                        <a:pt x="32" y="76"/>
                      </a:cubicBezTo>
                      <a:cubicBezTo>
                        <a:pt x="41" y="81"/>
                        <a:pt x="52" y="87"/>
                        <a:pt x="64" y="91"/>
                      </a:cubicBezTo>
                      <a:cubicBezTo>
                        <a:pt x="74" y="95"/>
                        <a:pt x="85" y="98"/>
                        <a:pt x="96" y="101"/>
                      </a:cubicBezTo>
                      <a:cubicBezTo>
                        <a:pt x="106" y="104"/>
                        <a:pt x="117" y="106"/>
                        <a:pt x="129" y="107"/>
                      </a:cubicBezTo>
                      <a:cubicBezTo>
                        <a:pt x="139" y="108"/>
                        <a:pt x="150" y="109"/>
                        <a:pt x="161" y="110"/>
                      </a:cubicBezTo>
                      <a:cubicBezTo>
                        <a:pt x="166" y="110"/>
                        <a:pt x="172" y="110"/>
                        <a:pt x="177" y="110"/>
                      </a:cubicBezTo>
                      <a:cubicBezTo>
                        <a:pt x="183" y="110"/>
                        <a:pt x="188" y="110"/>
                        <a:pt x="193" y="110"/>
                      </a:cubicBezTo>
                      <a:cubicBezTo>
                        <a:pt x="204" y="109"/>
                        <a:pt x="215" y="109"/>
                        <a:pt x="226" y="107"/>
                      </a:cubicBezTo>
                      <a:cubicBezTo>
                        <a:pt x="237" y="106"/>
                        <a:pt x="248" y="104"/>
                        <a:pt x="258" y="101"/>
                      </a:cubicBezTo>
                      <a:cubicBezTo>
                        <a:pt x="269" y="99"/>
                        <a:pt x="280" y="95"/>
                        <a:pt x="290" y="92"/>
                      </a:cubicBezTo>
                      <a:cubicBezTo>
                        <a:pt x="302" y="87"/>
                        <a:pt x="313" y="82"/>
                        <a:pt x="323" y="76"/>
                      </a:cubicBezTo>
                      <a:cubicBezTo>
                        <a:pt x="338" y="66"/>
                        <a:pt x="350" y="55"/>
                        <a:pt x="355" y="43"/>
                      </a:cubicBezTo>
                      <a:cubicBezTo>
                        <a:pt x="355" y="0"/>
                        <a:pt x="355" y="0"/>
                        <a:pt x="355" y="0"/>
                      </a:cubicBezTo>
                      <a:cubicBezTo>
                        <a:pt x="350" y="13"/>
                        <a:pt x="339" y="25"/>
                        <a:pt x="323" y="35"/>
                      </a:cubicBezTo>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cxnSp>
        <p:nvCxnSpPr>
          <p:cNvPr id="486" name="Straight Connector 485"/>
          <p:cNvCxnSpPr/>
          <p:nvPr/>
        </p:nvCxnSpPr>
        <p:spPr>
          <a:xfrm rot="5400000" flipH="1" flipV="1">
            <a:off x="6133550" y="1612054"/>
            <a:ext cx="1554442" cy="11065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87" name="Oval 486"/>
          <p:cNvSpPr/>
          <p:nvPr/>
        </p:nvSpPr>
        <p:spPr bwMode="auto">
          <a:xfrm>
            <a:off x="1272378" y="3530464"/>
            <a:ext cx="234703" cy="234703"/>
          </a:xfrm>
          <a:prstGeom prst="ellipse">
            <a:avLst/>
          </a:prstGeom>
          <a:solidFill>
            <a:schemeClr val="accent1"/>
          </a:solidFill>
          <a:ln w="19050">
            <a:solidFill>
              <a:schemeClr val="accent1">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88" name="Oval 487"/>
          <p:cNvSpPr/>
          <p:nvPr/>
        </p:nvSpPr>
        <p:spPr bwMode="auto">
          <a:xfrm>
            <a:off x="2138240" y="2626958"/>
            <a:ext cx="234703" cy="234703"/>
          </a:xfrm>
          <a:prstGeom prst="ellipse">
            <a:avLst/>
          </a:prstGeom>
          <a:solidFill>
            <a:schemeClr val="accent2"/>
          </a:solidFill>
          <a:ln w="19050">
            <a:solidFill>
              <a:schemeClr val="accent2">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89" name="Oval 488"/>
          <p:cNvSpPr/>
          <p:nvPr/>
        </p:nvSpPr>
        <p:spPr bwMode="auto">
          <a:xfrm>
            <a:off x="3166299" y="2364565"/>
            <a:ext cx="234703" cy="234703"/>
          </a:xfrm>
          <a:prstGeom prst="ellipse">
            <a:avLst/>
          </a:prstGeom>
          <a:solidFill>
            <a:schemeClr val="accent3"/>
          </a:solidFill>
          <a:ln w="19050">
            <a:solidFill>
              <a:schemeClr val="accent3">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90" name="Oval 489"/>
          <p:cNvSpPr/>
          <p:nvPr/>
        </p:nvSpPr>
        <p:spPr bwMode="auto">
          <a:xfrm>
            <a:off x="4187593" y="1911127"/>
            <a:ext cx="234703" cy="234703"/>
          </a:xfrm>
          <a:prstGeom prst="ellipse">
            <a:avLst/>
          </a:prstGeom>
          <a:solidFill>
            <a:schemeClr val="accent4"/>
          </a:solidFill>
          <a:ln w="19050">
            <a:solidFill>
              <a:schemeClr val="accent4">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91" name="Oval 490"/>
          <p:cNvSpPr/>
          <p:nvPr/>
        </p:nvSpPr>
        <p:spPr bwMode="auto">
          <a:xfrm>
            <a:off x="5187597" y="2366240"/>
            <a:ext cx="234703" cy="234703"/>
          </a:xfrm>
          <a:prstGeom prst="ellipse">
            <a:avLst/>
          </a:prstGeom>
          <a:solidFill>
            <a:schemeClr val="accent5"/>
          </a:solidFill>
          <a:ln w="19050">
            <a:solidFill>
              <a:schemeClr val="accent5">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92" name="Oval 491"/>
          <p:cNvSpPr/>
          <p:nvPr/>
        </p:nvSpPr>
        <p:spPr bwMode="auto">
          <a:xfrm>
            <a:off x="6240144" y="2787500"/>
            <a:ext cx="234703" cy="234703"/>
          </a:xfrm>
          <a:prstGeom prst="ellipse">
            <a:avLst/>
          </a:prstGeom>
          <a:solidFill>
            <a:schemeClr val="accent6">
              <a:lumMod val="75000"/>
            </a:schemeClr>
          </a:solidFill>
          <a:ln w="19050">
            <a:solidFill>
              <a:schemeClr val="accent6">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93" name="Oval 492"/>
          <p:cNvSpPr/>
          <p:nvPr/>
        </p:nvSpPr>
        <p:spPr bwMode="auto">
          <a:xfrm>
            <a:off x="7346694" y="1304166"/>
            <a:ext cx="234703" cy="234703"/>
          </a:xfrm>
          <a:prstGeom prst="ellipse">
            <a:avLst/>
          </a:prstGeom>
          <a:solidFill>
            <a:schemeClr val="accent1"/>
          </a:solidFill>
          <a:ln w="19050">
            <a:solidFill>
              <a:schemeClr val="accent1">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388" name="Group 279"/>
          <p:cNvGrpSpPr/>
          <p:nvPr/>
        </p:nvGrpSpPr>
        <p:grpSpPr>
          <a:xfrm>
            <a:off x="1134564" y="2898078"/>
            <a:ext cx="510331" cy="510329"/>
            <a:chOff x="846989" y="1401020"/>
            <a:chExt cx="877416" cy="877416"/>
          </a:xfrm>
          <a:effectLst/>
        </p:grpSpPr>
        <p:sp>
          <p:nvSpPr>
            <p:cNvPr id="495" name="Teardrop 494"/>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496" name="Oval 49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10%</a:t>
              </a:r>
            </a:p>
          </p:txBody>
        </p:sp>
      </p:grpSp>
      <p:grpSp>
        <p:nvGrpSpPr>
          <p:cNvPr id="389" name="Group 279"/>
          <p:cNvGrpSpPr/>
          <p:nvPr/>
        </p:nvGrpSpPr>
        <p:grpSpPr>
          <a:xfrm>
            <a:off x="1999834" y="1976783"/>
            <a:ext cx="510331" cy="510329"/>
            <a:chOff x="846989" y="1401020"/>
            <a:chExt cx="877416" cy="877416"/>
          </a:xfrm>
          <a:effectLst/>
        </p:grpSpPr>
        <p:sp>
          <p:nvSpPr>
            <p:cNvPr id="498" name="Teardrop 497"/>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499" name="Oval 49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30%</a:t>
              </a:r>
            </a:p>
          </p:txBody>
        </p:sp>
      </p:grpSp>
      <p:grpSp>
        <p:nvGrpSpPr>
          <p:cNvPr id="390" name="Group 279"/>
          <p:cNvGrpSpPr/>
          <p:nvPr/>
        </p:nvGrpSpPr>
        <p:grpSpPr>
          <a:xfrm>
            <a:off x="3023714" y="1726181"/>
            <a:ext cx="510331" cy="510329"/>
            <a:chOff x="846989" y="1401020"/>
            <a:chExt cx="877416" cy="877416"/>
          </a:xfrm>
          <a:effectLst/>
        </p:grpSpPr>
        <p:sp>
          <p:nvSpPr>
            <p:cNvPr id="501" name="Teardrop 500"/>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502" name="Oval 50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50%</a:t>
              </a:r>
            </a:p>
          </p:txBody>
        </p:sp>
      </p:grpSp>
      <p:grpSp>
        <p:nvGrpSpPr>
          <p:cNvPr id="392" name="Group 279"/>
          <p:cNvGrpSpPr/>
          <p:nvPr/>
        </p:nvGrpSpPr>
        <p:grpSpPr>
          <a:xfrm>
            <a:off x="4049779" y="1268174"/>
            <a:ext cx="510331" cy="510329"/>
            <a:chOff x="846989" y="1401020"/>
            <a:chExt cx="877416" cy="877416"/>
          </a:xfrm>
          <a:effectLst/>
        </p:grpSpPr>
        <p:sp>
          <p:nvSpPr>
            <p:cNvPr id="504" name="Teardrop 503"/>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505" name="Oval 50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95%</a:t>
              </a:r>
            </a:p>
          </p:txBody>
        </p:sp>
      </p:grpSp>
      <p:grpSp>
        <p:nvGrpSpPr>
          <p:cNvPr id="393" name="Group 279"/>
          <p:cNvGrpSpPr/>
          <p:nvPr/>
        </p:nvGrpSpPr>
        <p:grpSpPr>
          <a:xfrm>
            <a:off x="5047384" y="1723751"/>
            <a:ext cx="510331" cy="510329"/>
            <a:chOff x="846989" y="1401020"/>
            <a:chExt cx="877416" cy="877416"/>
          </a:xfrm>
          <a:effectLst/>
        </p:grpSpPr>
        <p:sp>
          <p:nvSpPr>
            <p:cNvPr id="507" name="Teardrop 506"/>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508" name="Oval 50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85%</a:t>
              </a:r>
            </a:p>
          </p:txBody>
        </p:sp>
      </p:grpSp>
      <p:grpSp>
        <p:nvGrpSpPr>
          <p:cNvPr id="394" name="Group 279"/>
          <p:cNvGrpSpPr/>
          <p:nvPr/>
        </p:nvGrpSpPr>
        <p:grpSpPr>
          <a:xfrm>
            <a:off x="6089918" y="2158174"/>
            <a:ext cx="510331" cy="510329"/>
            <a:chOff x="846989" y="1401020"/>
            <a:chExt cx="877416" cy="877416"/>
          </a:xfrm>
          <a:effectLst/>
        </p:grpSpPr>
        <p:sp>
          <p:nvSpPr>
            <p:cNvPr id="510" name="Teardrop 509"/>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511" name="Oval 51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45%</a:t>
              </a:r>
            </a:p>
          </p:txBody>
        </p:sp>
      </p:grpSp>
      <p:grpSp>
        <p:nvGrpSpPr>
          <p:cNvPr id="396" name="Group 279"/>
          <p:cNvGrpSpPr/>
          <p:nvPr/>
        </p:nvGrpSpPr>
        <p:grpSpPr>
          <a:xfrm>
            <a:off x="7198085" y="666750"/>
            <a:ext cx="510331" cy="510329"/>
            <a:chOff x="846989" y="1401020"/>
            <a:chExt cx="877416" cy="877416"/>
          </a:xfrm>
          <a:effectLst/>
        </p:grpSpPr>
        <p:sp>
          <p:nvSpPr>
            <p:cNvPr id="513" name="Teardrop 512"/>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514" name="Oval 51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99%</a:t>
              </a:r>
            </a:p>
          </p:txBody>
        </p:sp>
      </p:grpSp>
      <p:sp>
        <p:nvSpPr>
          <p:cNvPr id="518" name="TextBox 517"/>
          <p:cNvSpPr txBox="1"/>
          <p:nvPr/>
        </p:nvSpPr>
        <p:spPr>
          <a:xfrm>
            <a:off x="1144991" y="4452290"/>
            <a:ext cx="455254" cy="246221"/>
          </a:xfrm>
          <a:prstGeom prst="rect">
            <a:avLst/>
          </a:prstGeom>
          <a:noFill/>
        </p:spPr>
        <p:txBody>
          <a:bodyPr wrap="none" lIns="0" tIns="0" rIns="0" bIns="0" rtlCol="0">
            <a:spAutoFit/>
          </a:bodyPr>
          <a:lstStyle/>
          <a:p>
            <a:pPr algn="ctr"/>
            <a:r>
              <a:rPr lang="en-US" sz="1600" b="1" dirty="0">
                <a:solidFill>
                  <a:schemeClr val="accent1"/>
                </a:solidFill>
              </a:rPr>
              <a:t>2001</a:t>
            </a:r>
          </a:p>
        </p:txBody>
      </p:sp>
      <p:sp>
        <p:nvSpPr>
          <p:cNvPr id="519" name="TextBox 518"/>
          <p:cNvSpPr txBox="1"/>
          <p:nvPr/>
        </p:nvSpPr>
        <p:spPr>
          <a:xfrm>
            <a:off x="2140352" y="4452290"/>
            <a:ext cx="455253" cy="246221"/>
          </a:xfrm>
          <a:prstGeom prst="rect">
            <a:avLst/>
          </a:prstGeom>
          <a:noFill/>
        </p:spPr>
        <p:txBody>
          <a:bodyPr wrap="none" lIns="0" tIns="0" rIns="0" bIns="0" rtlCol="0">
            <a:spAutoFit/>
          </a:bodyPr>
          <a:lstStyle/>
          <a:p>
            <a:pPr algn="ctr"/>
            <a:r>
              <a:rPr lang="en-US" sz="1600" b="1" dirty="0">
                <a:solidFill>
                  <a:schemeClr val="accent2"/>
                </a:solidFill>
              </a:rPr>
              <a:t>2010</a:t>
            </a:r>
          </a:p>
        </p:txBody>
      </p:sp>
      <p:sp>
        <p:nvSpPr>
          <p:cNvPr id="520" name="TextBox 519"/>
          <p:cNvSpPr txBox="1"/>
          <p:nvPr/>
        </p:nvSpPr>
        <p:spPr>
          <a:xfrm>
            <a:off x="3135712" y="4452290"/>
            <a:ext cx="455253" cy="246221"/>
          </a:xfrm>
          <a:prstGeom prst="rect">
            <a:avLst/>
          </a:prstGeom>
          <a:noFill/>
        </p:spPr>
        <p:txBody>
          <a:bodyPr wrap="none" lIns="0" tIns="0" rIns="0" bIns="0" rtlCol="0">
            <a:spAutoFit/>
          </a:bodyPr>
          <a:lstStyle/>
          <a:p>
            <a:pPr algn="ctr"/>
            <a:r>
              <a:rPr lang="en-US" sz="1600" b="1" dirty="0">
                <a:solidFill>
                  <a:schemeClr val="accent3"/>
                </a:solidFill>
              </a:rPr>
              <a:t>2012</a:t>
            </a:r>
          </a:p>
        </p:txBody>
      </p:sp>
      <p:sp>
        <p:nvSpPr>
          <p:cNvPr id="521" name="TextBox 520"/>
          <p:cNvSpPr txBox="1"/>
          <p:nvPr/>
        </p:nvSpPr>
        <p:spPr>
          <a:xfrm>
            <a:off x="4081377" y="4452290"/>
            <a:ext cx="408765" cy="246221"/>
          </a:xfrm>
          <a:prstGeom prst="rect">
            <a:avLst/>
          </a:prstGeom>
          <a:noFill/>
        </p:spPr>
        <p:txBody>
          <a:bodyPr wrap="none" lIns="0" tIns="0" rIns="0" bIns="0" rtlCol="0">
            <a:spAutoFit/>
          </a:bodyPr>
          <a:lstStyle/>
          <a:p>
            <a:pPr algn="ctr"/>
            <a:r>
              <a:rPr lang="en-US" sz="1600" b="1" dirty="0">
                <a:solidFill>
                  <a:schemeClr val="accent4"/>
                </a:solidFill>
              </a:rPr>
              <a:t>2013</a:t>
            </a:r>
          </a:p>
        </p:txBody>
      </p:sp>
      <p:sp>
        <p:nvSpPr>
          <p:cNvPr id="522" name="TextBox 521"/>
          <p:cNvSpPr txBox="1"/>
          <p:nvPr/>
        </p:nvSpPr>
        <p:spPr>
          <a:xfrm>
            <a:off x="5176127" y="4452290"/>
            <a:ext cx="408765" cy="246221"/>
          </a:xfrm>
          <a:prstGeom prst="rect">
            <a:avLst/>
          </a:prstGeom>
          <a:noFill/>
        </p:spPr>
        <p:txBody>
          <a:bodyPr wrap="none" lIns="0" tIns="0" rIns="0" bIns="0" rtlCol="0">
            <a:spAutoFit/>
          </a:bodyPr>
          <a:lstStyle/>
          <a:p>
            <a:pPr algn="ctr"/>
            <a:r>
              <a:rPr lang="en-US" sz="1600" b="1" dirty="0">
                <a:solidFill>
                  <a:schemeClr val="accent5"/>
                </a:solidFill>
              </a:rPr>
              <a:t>2014</a:t>
            </a:r>
          </a:p>
        </p:txBody>
      </p:sp>
      <p:sp>
        <p:nvSpPr>
          <p:cNvPr id="523" name="TextBox 522"/>
          <p:cNvSpPr txBox="1"/>
          <p:nvPr/>
        </p:nvSpPr>
        <p:spPr>
          <a:xfrm>
            <a:off x="6181426" y="4459129"/>
            <a:ext cx="408765" cy="246221"/>
          </a:xfrm>
          <a:prstGeom prst="rect">
            <a:avLst/>
          </a:prstGeom>
          <a:noFill/>
        </p:spPr>
        <p:txBody>
          <a:bodyPr wrap="none" lIns="0" tIns="0" rIns="0" bIns="0" rtlCol="0">
            <a:spAutoFit/>
          </a:bodyPr>
          <a:lstStyle/>
          <a:p>
            <a:pPr algn="ctr"/>
            <a:r>
              <a:rPr lang="en-US" sz="1600" b="1" dirty="0">
                <a:solidFill>
                  <a:schemeClr val="accent6"/>
                </a:solidFill>
              </a:rPr>
              <a:t>2015</a:t>
            </a:r>
          </a:p>
        </p:txBody>
      </p:sp>
      <p:sp>
        <p:nvSpPr>
          <p:cNvPr id="524" name="TextBox 523"/>
          <p:cNvSpPr txBox="1"/>
          <p:nvPr/>
        </p:nvSpPr>
        <p:spPr>
          <a:xfrm>
            <a:off x="7236419" y="4459129"/>
            <a:ext cx="408765" cy="246221"/>
          </a:xfrm>
          <a:prstGeom prst="rect">
            <a:avLst/>
          </a:prstGeom>
          <a:noFill/>
        </p:spPr>
        <p:txBody>
          <a:bodyPr wrap="none" lIns="0" tIns="0" rIns="0" bIns="0" rtlCol="0">
            <a:spAutoFit/>
          </a:bodyPr>
          <a:lstStyle/>
          <a:p>
            <a:pPr algn="ctr"/>
            <a:r>
              <a:rPr lang="en-US" sz="1600" b="1" dirty="0">
                <a:solidFill>
                  <a:schemeClr val="accent1"/>
                </a:solidFill>
              </a:rPr>
              <a:t>2016</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518"/>
                                        </p:tgtEl>
                                        <p:attrNameLst>
                                          <p:attrName>style.visibility</p:attrName>
                                        </p:attrNameLst>
                                      </p:cBhvr>
                                      <p:to>
                                        <p:strVal val="visible"/>
                                      </p:to>
                                    </p:set>
                                    <p:anim calcmode="lin" valueType="num">
                                      <p:cBhvr>
                                        <p:cTn id="12" dur="500" fill="hold"/>
                                        <p:tgtEl>
                                          <p:spTgt spid="518"/>
                                        </p:tgtEl>
                                        <p:attrNameLst>
                                          <p:attrName>ppt_w</p:attrName>
                                        </p:attrNameLst>
                                      </p:cBhvr>
                                      <p:tavLst>
                                        <p:tav tm="0">
                                          <p:val>
                                            <p:fltVal val="0"/>
                                          </p:val>
                                        </p:tav>
                                        <p:tav tm="100000">
                                          <p:val>
                                            <p:strVal val="#ppt_w"/>
                                          </p:val>
                                        </p:tav>
                                      </p:tavLst>
                                    </p:anim>
                                    <p:anim calcmode="lin" valueType="num">
                                      <p:cBhvr>
                                        <p:cTn id="13" dur="500" fill="hold"/>
                                        <p:tgtEl>
                                          <p:spTgt spid="518"/>
                                        </p:tgtEl>
                                        <p:attrNameLst>
                                          <p:attrName>ppt_h</p:attrName>
                                        </p:attrNameLst>
                                      </p:cBhvr>
                                      <p:tavLst>
                                        <p:tav tm="0">
                                          <p:val>
                                            <p:fltVal val="0"/>
                                          </p:val>
                                        </p:tav>
                                        <p:tav tm="100000">
                                          <p:val>
                                            <p:strVal val="#ppt_h"/>
                                          </p:val>
                                        </p:tav>
                                      </p:tavLst>
                                    </p:anim>
                                    <p:animEffect transition="in" filter="fade">
                                      <p:cBhvr>
                                        <p:cTn id="14" dur="500"/>
                                        <p:tgtEl>
                                          <p:spTgt spid="518"/>
                                        </p:tgtEl>
                                      </p:cBhvr>
                                    </p:animEffect>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487"/>
                                        </p:tgtEl>
                                        <p:attrNameLst>
                                          <p:attrName>style.visibility</p:attrName>
                                        </p:attrNameLst>
                                      </p:cBhvr>
                                      <p:to>
                                        <p:strVal val="visible"/>
                                      </p:to>
                                    </p:set>
                                    <p:anim calcmode="lin" valueType="num">
                                      <p:cBhvr>
                                        <p:cTn id="18" dur="500" fill="hold"/>
                                        <p:tgtEl>
                                          <p:spTgt spid="487"/>
                                        </p:tgtEl>
                                        <p:attrNameLst>
                                          <p:attrName>ppt_w</p:attrName>
                                        </p:attrNameLst>
                                      </p:cBhvr>
                                      <p:tavLst>
                                        <p:tav tm="0">
                                          <p:val>
                                            <p:fltVal val="0"/>
                                          </p:val>
                                        </p:tav>
                                        <p:tav tm="100000">
                                          <p:val>
                                            <p:strVal val="#ppt_w"/>
                                          </p:val>
                                        </p:tav>
                                      </p:tavLst>
                                    </p:anim>
                                    <p:anim calcmode="lin" valueType="num">
                                      <p:cBhvr>
                                        <p:cTn id="19" dur="500" fill="hold"/>
                                        <p:tgtEl>
                                          <p:spTgt spid="487"/>
                                        </p:tgtEl>
                                        <p:attrNameLst>
                                          <p:attrName>ppt_h</p:attrName>
                                        </p:attrNameLst>
                                      </p:cBhvr>
                                      <p:tavLst>
                                        <p:tav tm="0">
                                          <p:val>
                                            <p:fltVal val="0"/>
                                          </p:val>
                                        </p:tav>
                                        <p:tav tm="100000">
                                          <p:val>
                                            <p:strVal val="#ppt_h"/>
                                          </p:val>
                                        </p:tav>
                                      </p:tavLst>
                                    </p:anim>
                                    <p:animEffect transition="in" filter="fade">
                                      <p:cBhvr>
                                        <p:cTn id="20" dur="500"/>
                                        <p:tgtEl>
                                          <p:spTgt spid="487"/>
                                        </p:tgtEl>
                                      </p:cBhvr>
                                    </p:animEffect>
                                  </p:childTnLst>
                                </p:cTn>
                              </p:par>
                            </p:childTnLst>
                          </p:cTn>
                        </p:par>
                        <p:par>
                          <p:cTn id="21" fill="hold">
                            <p:stCondLst>
                              <p:cond delay="1500"/>
                            </p:stCondLst>
                            <p:childTnLst>
                              <p:par>
                                <p:cTn id="22" presetID="2" presetClass="entr" presetSubtype="1" accel="50000" decel="50000" fill="hold" nodeType="afterEffect">
                                  <p:stCondLst>
                                    <p:cond delay="0"/>
                                  </p:stCondLst>
                                  <p:childTnLst>
                                    <p:set>
                                      <p:cBhvr>
                                        <p:cTn id="23" dur="1" fill="hold">
                                          <p:stCondLst>
                                            <p:cond delay="0"/>
                                          </p:stCondLst>
                                        </p:cTn>
                                        <p:tgtEl>
                                          <p:spTgt spid="388"/>
                                        </p:tgtEl>
                                        <p:attrNameLst>
                                          <p:attrName>style.visibility</p:attrName>
                                        </p:attrNameLst>
                                      </p:cBhvr>
                                      <p:to>
                                        <p:strVal val="visible"/>
                                      </p:to>
                                    </p:set>
                                    <p:anim calcmode="lin" valueType="num">
                                      <p:cBhvr additive="base">
                                        <p:cTn id="24" dur="500" fill="hold"/>
                                        <p:tgtEl>
                                          <p:spTgt spid="388"/>
                                        </p:tgtEl>
                                        <p:attrNameLst>
                                          <p:attrName>ppt_x</p:attrName>
                                        </p:attrNameLst>
                                      </p:cBhvr>
                                      <p:tavLst>
                                        <p:tav tm="0">
                                          <p:val>
                                            <p:strVal val="#ppt_x"/>
                                          </p:val>
                                        </p:tav>
                                        <p:tav tm="100000">
                                          <p:val>
                                            <p:strVal val="#ppt_x"/>
                                          </p:val>
                                        </p:tav>
                                      </p:tavLst>
                                    </p:anim>
                                    <p:anim calcmode="lin" valueType="num">
                                      <p:cBhvr additive="base">
                                        <p:cTn id="25" dur="500" fill="hold"/>
                                        <p:tgtEl>
                                          <p:spTgt spid="388"/>
                                        </p:tgtEl>
                                        <p:attrNameLst>
                                          <p:attrName>ppt_y</p:attrName>
                                        </p:attrNameLst>
                                      </p:cBhvr>
                                      <p:tavLst>
                                        <p:tav tm="0">
                                          <p:val>
                                            <p:strVal val="0-#ppt_h/2"/>
                                          </p:val>
                                        </p:tav>
                                        <p:tav tm="100000">
                                          <p:val>
                                            <p:strVal val="#ppt_y"/>
                                          </p:val>
                                        </p:tav>
                                      </p:tavLst>
                                    </p:anim>
                                  </p:childTnLst>
                                </p:cTn>
                              </p:par>
                            </p:childTnLst>
                          </p:cTn>
                        </p:par>
                        <p:par>
                          <p:cTn id="26" fill="hold">
                            <p:stCondLst>
                              <p:cond delay="2000"/>
                            </p:stCondLst>
                            <p:childTnLst>
                              <p:par>
                                <p:cTn id="27" presetID="22" presetClass="entr" presetSubtype="4" fill="hold" nodeType="afterEffect">
                                  <p:stCondLst>
                                    <p:cond delay="0"/>
                                  </p:stCondLst>
                                  <p:childTnLst>
                                    <p:set>
                                      <p:cBhvr>
                                        <p:cTn id="28" dur="1" fill="hold">
                                          <p:stCondLst>
                                            <p:cond delay="0"/>
                                          </p:stCondLst>
                                        </p:cTn>
                                        <p:tgtEl>
                                          <p:spTgt spid="373"/>
                                        </p:tgtEl>
                                        <p:attrNameLst>
                                          <p:attrName>style.visibility</p:attrName>
                                        </p:attrNameLst>
                                      </p:cBhvr>
                                      <p:to>
                                        <p:strVal val="visible"/>
                                      </p:to>
                                    </p:set>
                                    <p:animEffect transition="in" filter="wipe(down)">
                                      <p:cBhvr>
                                        <p:cTn id="29" dur="500"/>
                                        <p:tgtEl>
                                          <p:spTgt spid="373"/>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488"/>
                                        </p:tgtEl>
                                        <p:attrNameLst>
                                          <p:attrName>style.visibility</p:attrName>
                                        </p:attrNameLst>
                                      </p:cBhvr>
                                      <p:to>
                                        <p:strVal val="visible"/>
                                      </p:to>
                                    </p:set>
                                    <p:anim calcmode="lin" valueType="num">
                                      <p:cBhvr>
                                        <p:cTn id="33" dur="500" fill="hold"/>
                                        <p:tgtEl>
                                          <p:spTgt spid="488"/>
                                        </p:tgtEl>
                                        <p:attrNameLst>
                                          <p:attrName>ppt_w</p:attrName>
                                        </p:attrNameLst>
                                      </p:cBhvr>
                                      <p:tavLst>
                                        <p:tav tm="0">
                                          <p:val>
                                            <p:fltVal val="0"/>
                                          </p:val>
                                        </p:tav>
                                        <p:tav tm="100000">
                                          <p:val>
                                            <p:strVal val="#ppt_w"/>
                                          </p:val>
                                        </p:tav>
                                      </p:tavLst>
                                    </p:anim>
                                    <p:anim calcmode="lin" valueType="num">
                                      <p:cBhvr>
                                        <p:cTn id="34" dur="500" fill="hold"/>
                                        <p:tgtEl>
                                          <p:spTgt spid="488"/>
                                        </p:tgtEl>
                                        <p:attrNameLst>
                                          <p:attrName>ppt_h</p:attrName>
                                        </p:attrNameLst>
                                      </p:cBhvr>
                                      <p:tavLst>
                                        <p:tav tm="0">
                                          <p:val>
                                            <p:fltVal val="0"/>
                                          </p:val>
                                        </p:tav>
                                        <p:tav tm="100000">
                                          <p:val>
                                            <p:strVal val="#ppt_h"/>
                                          </p:val>
                                        </p:tav>
                                      </p:tavLst>
                                    </p:anim>
                                    <p:animEffect transition="in" filter="fade">
                                      <p:cBhvr>
                                        <p:cTn id="35" dur="500"/>
                                        <p:tgtEl>
                                          <p:spTgt spid="488"/>
                                        </p:tgtEl>
                                      </p:cBhvr>
                                    </p:animEffect>
                                  </p:childTnLst>
                                </p:cTn>
                              </p:par>
                            </p:childTnLst>
                          </p:cTn>
                        </p:par>
                        <p:par>
                          <p:cTn id="36" fill="hold">
                            <p:stCondLst>
                              <p:cond delay="3000"/>
                            </p:stCondLst>
                            <p:childTnLst>
                              <p:par>
                                <p:cTn id="37" presetID="2" presetClass="entr" presetSubtype="4" accel="50000" decel="50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1+#ppt_h/2"/>
                                          </p:val>
                                        </p:tav>
                                        <p:tav tm="100000">
                                          <p:val>
                                            <p:strVal val="#ppt_y"/>
                                          </p:val>
                                        </p:tav>
                                      </p:tavLst>
                                    </p:anim>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519"/>
                                        </p:tgtEl>
                                        <p:attrNameLst>
                                          <p:attrName>style.visibility</p:attrName>
                                        </p:attrNameLst>
                                      </p:cBhvr>
                                      <p:to>
                                        <p:strVal val="visible"/>
                                      </p:to>
                                    </p:set>
                                    <p:anim calcmode="lin" valueType="num">
                                      <p:cBhvr>
                                        <p:cTn id="44" dur="500" fill="hold"/>
                                        <p:tgtEl>
                                          <p:spTgt spid="519"/>
                                        </p:tgtEl>
                                        <p:attrNameLst>
                                          <p:attrName>ppt_w</p:attrName>
                                        </p:attrNameLst>
                                      </p:cBhvr>
                                      <p:tavLst>
                                        <p:tav tm="0">
                                          <p:val>
                                            <p:fltVal val="0"/>
                                          </p:val>
                                        </p:tav>
                                        <p:tav tm="100000">
                                          <p:val>
                                            <p:strVal val="#ppt_w"/>
                                          </p:val>
                                        </p:tav>
                                      </p:tavLst>
                                    </p:anim>
                                    <p:anim calcmode="lin" valueType="num">
                                      <p:cBhvr>
                                        <p:cTn id="45" dur="500" fill="hold"/>
                                        <p:tgtEl>
                                          <p:spTgt spid="519"/>
                                        </p:tgtEl>
                                        <p:attrNameLst>
                                          <p:attrName>ppt_h</p:attrName>
                                        </p:attrNameLst>
                                      </p:cBhvr>
                                      <p:tavLst>
                                        <p:tav tm="0">
                                          <p:val>
                                            <p:fltVal val="0"/>
                                          </p:val>
                                        </p:tav>
                                        <p:tav tm="100000">
                                          <p:val>
                                            <p:strVal val="#ppt_h"/>
                                          </p:val>
                                        </p:tav>
                                      </p:tavLst>
                                    </p:anim>
                                    <p:animEffect transition="in" filter="fade">
                                      <p:cBhvr>
                                        <p:cTn id="46" dur="500"/>
                                        <p:tgtEl>
                                          <p:spTgt spid="519"/>
                                        </p:tgtEl>
                                      </p:cBhvr>
                                    </p:animEffect>
                                  </p:childTnLst>
                                </p:cTn>
                              </p:par>
                            </p:childTnLst>
                          </p:cTn>
                        </p:par>
                        <p:par>
                          <p:cTn id="47" fill="hold">
                            <p:stCondLst>
                              <p:cond delay="4000"/>
                            </p:stCondLst>
                            <p:childTnLst>
                              <p:par>
                                <p:cTn id="48" presetID="2" presetClass="entr" presetSubtype="1" accel="50000" decel="50000" fill="hold" nodeType="afterEffect">
                                  <p:stCondLst>
                                    <p:cond delay="0"/>
                                  </p:stCondLst>
                                  <p:childTnLst>
                                    <p:set>
                                      <p:cBhvr>
                                        <p:cTn id="49" dur="1" fill="hold">
                                          <p:stCondLst>
                                            <p:cond delay="0"/>
                                          </p:stCondLst>
                                        </p:cTn>
                                        <p:tgtEl>
                                          <p:spTgt spid="389"/>
                                        </p:tgtEl>
                                        <p:attrNameLst>
                                          <p:attrName>style.visibility</p:attrName>
                                        </p:attrNameLst>
                                      </p:cBhvr>
                                      <p:to>
                                        <p:strVal val="visible"/>
                                      </p:to>
                                    </p:set>
                                    <p:anim calcmode="lin" valueType="num">
                                      <p:cBhvr additive="base">
                                        <p:cTn id="50" dur="500" fill="hold"/>
                                        <p:tgtEl>
                                          <p:spTgt spid="389"/>
                                        </p:tgtEl>
                                        <p:attrNameLst>
                                          <p:attrName>ppt_x</p:attrName>
                                        </p:attrNameLst>
                                      </p:cBhvr>
                                      <p:tavLst>
                                        <p:tav tm="0">
                                          <p:val>
                                            <p:strVal val="#ppt_x"/>
                                          </p:val>
                                        </p:tav>
                                        <p:tav tm="100000">
                                          <p:val>
                                            <p:strVal val="#ppt_x"/>
                                          </p:val>
                                        </p:tav>
                                      </p:tavLst>
                                    </p:anim>
                                    <p:anim calcmode="lin" valueType="num">
                                      <p:cBhvr additive="base">
                                        <p:cTn id="51" dur="500" fill="hold"/>
                                        <p:tgtEl>
                                          <p:spTgt spid="389"/>
                                        </p:tgtEl>
                                        <p:attrNameLst>
                                          <p:attrName>ppt_y</p:attrName>
                                        </p:attrNameLst>
                                      </p:cBhvr>
                                      <p:tavLst>
                                        <p:tav tm="0">
                                          <p:val>
                                            <p:strVal val="0-#ppt_h/2"/>
                                          </p:val>
                                        </p:tav>
                                        <p:tav tm="100000">
                                          <p:val>
                                            <p:strVal val="#ppt_y"/>
                                          </p:val>
                                        </p:tav>
                                      </p:tavLst>
                                    </p:anim>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379"/>
                                        </p:tgtEl>
                                        <p:attrNameLst>
                                          <p:attrName>style.visibility</p:attrName>
                                        </p:attrNameLst>
                                      </p:cBhvr>
                                      <p:to>
                                        <p:strVal val="visible"/>
                                      </p:to>
                                    </p:set>
                                    <p:animEffect transition="in" filter="wipe(down)">
                                      <p:cBhvr>
                                        <p:cTn id="55" dur="500"/>
                                        <p:tgtEl>
                                          <p:spTgt spid="379"/>
                                        </p:tgtEl>
                                      </p:cBhvr>
                                    </p:animEffect>
                                  </p:childTnLst>
                                </p:cTn>
                              </p:par>
                            </p:childTnLst>
                          </p:cTn>
                        </p:par>
                        <p:par>
                          <p:cTn id="56" fill="hold">
                            <p:stCondLst>
                              <p:cond delay="5000"/>
                            </p:stCondLst>
                            <p:childTnLst>
                              <p:par>
                                <p:cTn id="57" presetID="53" presetClass="entr" presetSubtype="0" fill="hold" grpId="0" nodeType="afterEffect">
                                  <p:stCondLst>
                                    <p:cond delay="0"/>
                                  </p:stCondLst>
                                  <p:childTnLst>
                                    <p:set>
                                      <p:cBhvr>
                                        <p:cTn id="58" dur="1" fill="hold">
                                          <p:stCondLst>
                                            <p:cond delay="0"/>
                                          </p:stCondLst>
                                        </p:cTn>
                                        <p:tgtEl>
                                          <p:spTgt spid="489"/>
                                        </p:tgtEl>
                                        <p:attrNameLst>
                                          <p:attrName>style.visibility</p:attrName>
                                        </p:attrNameLst>
                                      </p:cBhvr>
                                      <p:to>
                                        <p:strVal val="visible"/>
                                      </p:to>
                                    </p:set>
                                    <p:anim calcmode="lin" valueType="num">
                                      <p:cBhvr>
                                        <p:cTn id="59" dur="500" fill="hold"/>
                                        <p:tgtEl>
                                          <p:spTgt spid="489"/>
                                        </p:tgtEl>
                                        <p:attrNameLst>
                                          <p:attrName>ppt_w</p:attrName>
                                        </p:attrNameLst>
                                      </p:cBhvr>
                                      <p:tavLst>
                                        <p:tav tm="0">
                                          <p:val>
                                            <p:fltVal val="0"/>
                                          </p:val>
                                        </p:tav>
                                        <p:tav tm="100000">
                                          <p:val>
                                            <p:strVal val="#ppt_w"/>
                                          </p:val>
                                        </p:tav>
                                      </p:tavLst>
                                    </p:anim>
                                    <p:anim calcmode="lin" valueType="num">
                                      <p:cBhvr>
                                        <p:cTn id="60" dur="500" fill="hold"/>
                                        <p:tgtEl>
                                          <p:spTgt spid="489"/>
                                        </p:tgtEl>
                                        <p:attrNameLst>
                                          <p:attrName>ppt_h</p:attrName>
                                        </p:attrNameLst>
                                      </p:cBhvr>
                                      <p:tavLst>
                                        <p:tav tm="0">
                                          <p:val>
                                            <p:fltVal val="0"/>
                                          </p:val>
                                        </p:tav>
                                        <p:tav tm="100000">
                                          <p:val>
                                            <p:strVal val="#ppt_h"/>
                                          </p:val>
                                        </p:tav>
                                      </p:tavLst>
                                    </p:anim>
                                    <p:animEffect transition="in" filter="fade">
                                      <p:cBhvr>
                                        <p:cTn id="61" dur="500"/>
                                        <p:tgtEl>
                                          <p:spTgt spid="489"/>
                                        </p:tgtEl>
                                      </p:cBhvr>
                                    </p:animEffect>
                                  </p:childTnLst>
                                </p:cTn>
                              </p:par>
                            </p:childTnLst>
                          </p:cTn>
                        </p:par>
                        <p:par>
                          <p:cTn id="62" fill="hold">
                            <p:stCondLst>
                              <p:cond delay="5500"/>
                            </p:stCondLst>
                            <p:childTnLst>
                              <p:par>
                                <p:cTn id="63" presetID="2" presetClass="entr" presetSubtype="4" accel="50000" decel="50000" fill="hold" nodeType="after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additive="base">
                                        <p:cTn id="65" dur="500" fill="hold"/>
                                        <p:tgtEl>
                                          <p:spTgt spid="17"/>
                                        </p:tgtEl>
                                        <p:attrNameLst>
                                          <p:attrName>ppt_x</p:attrName>
                                        </p:attrNameLst>
                                      </p:cBhvr>
                                      <p:tavLst>
                                        <p:tav tm="0">
                                          <p:val>
                                            <p:strVal val="#ppt_x"/>
                                          </p:val>
                                        </p:tav>
                                        <p:tav tm="100000">
                                          <p:val>
                                            <p:strVal val="#ppt_x"/>
                                          </p:val>
                                        </p:tav>
                                      </p:tavLst>
                                    </p:anim>
                                    <p:anim calcmode="lin" valueType="num">
                                      <p:cBhvr additive="base">
                                        <p:cTn id="66" dur="500" fill="hold"/>
                                        <p:tgtEl>
                                          <p:spTgt spid="17"/>
                                        </p:tgtEl>
                                        <p:attrNameLst>
                                          <p:attrName>ppt_y</p:attrName>
                                        </p:attrNameLst>
                                      </p:cBhvr>
                                      <p:tavLst>
                                        <p:tav tm="0">
                                          <p:val>
                                            <p:strVal val="1+#ppt_h/2"/>
                                          </p:val>
                                        </p:tav>
                                        <p:tav tm="100000">
                                          <p:val>
                                            <p:strVal val="#ppt_y"/>
                                          </p:val>
                                        </p:tav>
                                      </p:tavLst>
                                    </p:anim>
                                  </p:childTnLst>
                                </p:cTn>
                              </p:par>
                            </p:childTnLst>
                          </p:cTn>
                        </p:par>
                        <p:par>
                          <p:cTn id="67" fill="hold">
                            <p:stCondLst>
                              <p:cond delay="6000"/>
                            </p:stCondLst>
                            <p:childTnLst>
                              <p:par>
                                <p:cTn id="68" presetID="53" presetClass="entr" presetSubtype="0" fill="hold" grpId="0" nodeType="afterEffect">
                                  <p:stCondLst>
                                    <p:cond delay="0"/>
                                  </p:stCondLst>
                                  <p:childTnLst>
                                    <p:set>
                                      <p:cBhvr>
                                        <p:cTn id="69" dur="1" fill="hold">
                                          <p:stCondLst>
                                            <p:cond delay="0"/>
                                          </p:stCondLst>
                                        </p:cTn>
                                        <p:tgtEl>
                                          <p:spTgt spid="520"/>
                                        </p:tgtEl>
                                        <p:attrNameLst>
                                          <p:attrName>style.visibility</p:attrName>
                                        </p:attrNameLst>
                                      </p:cBhvr>
                                      <p:to>
                                        <p:strVal val="visible"/>
                                      </p:to>
                                    </p:set>
                                    <p:anim calcmode="lin" valueType="num">
                                      <p:cBhvr>
                                        <p:cTn id="70" dur="500" fill="hold"/>
                                        <p:tgtEl>
                                          <p:spTgt spid="520"/>
                                        </p:tgtEl>
                                        <p:attrNameLst>
                                          <p:attrName>ppt_w</p:attrName>
                                        </p:attrNameLst>
                                      </p:cBhvr>
                                      <p:tavLst>
                                        <p:tav tm="0">
                                          <p:val>
                                            <p:fltVal val="0"/>
                                          </p:val>
                                        </p:tav>
                                        <p:tav tm="100000">
                                          <p:val>
                                            <p:strVal val="#ppt_w"/>
                                          </p:val>
                                        </p:tav>
                                      </p:tavLst>
                                    </p:anim>
                                    <p:anim calcmode="lin" valueType="num">
                                      <p:cBhvr>
                                        <p:cTn id="71" dur="500" fill="hold"/>
                                        <p:tgtEl>
                                          <p:spTgt spid="520"/>
                                        </p:tgtEl>
                                        <p:attrNameLst>
                                          <p:attrName>ppt_h</p:attrName>
                                        </p:attrNameLst>
                                      </p:cBhvr>
                                      <p:tavLst>
                                        <p:tav tm="0">
                                          <p:val>
                                            <p:fltVal val="0"/>
                                          </p:val>
                                        </p:tav>
                                        <p:tav tm="100000">
                                          <p:val>
                                            <p:strVal val="#ppt_h"/>
                                          </p:val>
                                        </p:tav>
                                      </p:tavLst>
                                    </p:anim>
                                    <p:animEffect transition="in" filter="fade">
                                      <p:cBhvr>
                                        <p:cTn id="72" dur="500"/>
                                        <p:tgtEl>
                                          <p:spTgt spid="520"/>
                                        </p:tgtEl>
                                      </p:cBhvr>
                                    </p:animEffect>
                                  </p:childTnLst>
                                </p:cTn>
                              </p:par>
                            </p:childTnLst>
                          </p:cTn>
                        </p:par>
                        <p:par>
                          <p:cTn id="73" fill="hold">
                            <p:stCondLst>
                              <p:cond delay="6500"/>
                            </p:stCondLst>
                            <p:childTnLst>
                              <p:par>
                                <p:cTn id="74" presetID="2" presetClass="entr" presetSubtype="1" accel="50000" decel="50000" fill="hold" nodeType="afterEffect">
                                  <p:stCondLst>
                                    <p:cond delay="0"/>
                                  </p:stCondLst>
                                  <p:childTnLst>
                                    <p:set>
                                      <p:cBhvr>
                                        <p:cTn id="75" dur="1" fill="hold">
                                          <p:stCondLst>
                                            <p:cond delay="0"/>
                                          </p:stCondLst>
                                        </p:cTn>
                                        <p:tgtEl>
                                          <p:spTgt spid="390"/>
                                        </p:tgtEl>
                                        <p:attrNameLst>
                                          <p:attrName>style.visibility</p:attrName>
                                        </p:attrNameLst>
                                      </p:cBhvr>
                                      <p:to>
                                        <p:strVal val="visible"/>
                                      </p:to>
                                    </p:set>
                                    <p:anim calcmode="lin" valueType="num">
                                      <p:cBhvr additive="base">
                                        <p:cTn id="76" dur="500" fill="hold"/>
                                        <p:tgtEl>
                                          <p:spTgt spid="390"/>
                                        </p:tgtEl>
                                        <p:attrNameLst>
                                          <p:attrName>ppt_x</p:attrName>
                                        </p:attrNameLst>
                                      </p:cBhvr>
                                      <p:tavLst>
                                        <p:tav tm="0">
                                          <p:val>
                                            <p:strVal val="#ppt_x"/>
                                          </p:val>
                                        </p:tav>
                                        <p:tav tm="100000">
                                          <p:val>
                                            <p:strVal val="#ppt_x"/>
                                          </p:val>
                                        </p:tav>
                                      </p:tavLst>
                                    </p:anim>
                                    <p:anim calcmode="lin" valueType="num">
                                      <p:cBhvr additive="base">
                                        <p:cTn id="77" dur="500" fill="hold"/>
                                        <p:tgtEl>
                                          <p:spTgt spid="390"/>
                                        </p:tgtEl>
                                        <p:attrNameLst>
                                          <p:attrName>ppt_y</p:attrName>
                                        </p:attrNameLst>
                                      </p:cBhvr>
                                      <p:tavLst>
                                        <p:tav tm="0">
                                          <p:val>
                                            <p:strVal val="0-#ppt_h/2"/>
                                          </p:val>
                                        </p:tav>
                                        <p:tav tm="100000">
                                          <p:val>
                                            <p:strVal val="#ppt_y"/>
                                          </p:val>
                                        </p:tav>
                                      </p:tavLst>
                                    </p:anim>
                                  </p:childTnLst>
                                </p:cTn>
                              </p:par>
                            </p:childTnLst>
                          </p:cTn>
                        </p:par>
                        <p:par>
                          <p:cTn id="78" fill="hold">
                            <p:stCondLst>
                              <p:cond delay="7000"/>
                            </p:stCondLst>
                            <p:childTnLst>
                              <p:par>
                                <p:cTn id="79" presetID="22" presetClass="entr" presetSubtype="4" fill="hold" nodeType="afterEffect">
                                  <p:stCondLst>
                                    <p:cond delay="0"/>
                                  </p:stCondLst>
                                  <p:childTnLst>
                                    <p:set>
                                      <p:cBhvr>
                                        <p:cTn id="80" dur="1" fill="hold">
                                          <p:stCondLst>
                                            <p:cond delay="0"/>
                                          </p:stCondLst>
                                        </p:cTn>
                                        <p:tgtEl>
                                          <p:spTgt spid="383"/>
                                        </p:tgtEl>
                                        <p:attrNameLst>
                                          <p:attrName>style.visibility</p:attrName>
                                        </p:attrNameLst>
                                      </p:cBhvr>
                                      <p:to>
                                        <p:strVal val="visible"/>
                                      </p:to>
                                    </p:set>
                                    <p:animEffect transition="in" filter="wipe(down)">
                                      <p:cBhvr>
                                        <p:cTn id="81" dur="500"/>
                                        <p:tgtEl>
                                          <p:spTgt spid="383"/>
                                        </p:tgtEl>
                                      </p:cBhvr>
                                    </p:animEffect>
                                  </p:childTnLst>
                                </p:cTn>
                              </p:par>
                            </p:childTnLst>
                          </p:cTn>
                        </p:par>
                        <p:par>
                          <p:cTn id="82" fill="hold">
                            <p:stCondLst>
                              <p:cond delay="7500"/>
                            </p:stCondLst>
                            <p:childTnLst>
                              <p:par>
                                <p:cTn id="83" presetID="53" presetClass="entr" presetSubtype="0" fill="hold" grpId="0" nodeType="afterEffect">
                                  <p:stCondLst>
                                    <p:cond delay="0"/>
                                  </p:stCondLst>
                                  <p:childTnLst>
                                    <p:set>
                                      <p:cBhvr>
                                        <p:cTn id="84" dur="1" fill="hold">
                                          <p:stCondLst>
                                            <p:cond delay="0"/>
                                          </p:stCondLst>
                                        </p:cTn>
                                        <p:tgtEl>
                                          <p:spTgt spid="490"/>
                                        </p:tgtEl>
                                        <p:attrNameLst>
                                          <p:attrName>style.visibility</p:attrName>
                                        </p:attrNameLst>
                                      </p:cBhvr>
                                      <p:to>
                                        <p:strVal val="visible"/>
                                      </p:to>
                                    </p:set>
                                    <p:anim calcmode="lin" valueType="num">
                                      <p:cBhvr>
                                        <p:cTn id="85" dur="500" fill="hold"/>
                                        <p:tgtEl>
                                          <p:spTgt spid="490"/>
                                        </p:tgtEl>
                                        <p:attrNameLst>
                                          <p:attrName>ppt_w</p:attrName>
                                        </p:attrNameLst>
                                      </p:cBhvr>
                                      <p:tavLst>
                                        <p:tav tm="0">
                                          <p:val>
                                            <p:fltVal val="0"/>
                                          </p:val>
                                        </p:tav>
                                        <p:tav tm="100000">
                                          <p:val>
                                            <p:strVal val="#ppt_w"/>
                                          </p:val>
                                        </p:tav>
                                      </p:tavLst>
                                    </p:anim>
                                    <p:anim calcmode="lin" valueType="num">
                                      <p:cBhvr>
                                        <p:cTn id="86" dur="500" fill="hold"/>
                                        <p:tgtEl>
                                          <p:spTgt spid="490"/>
                                        </p:tgtEl>
                                        <p:attrNameLst>
                                          <p:attrName>ppt_h</p:attrName>
                                        </p:attrNameLst>
                                      </p:cBhvr>
                                      <p:tavLst>
                                        <p:tav tm="0">
                                          <p:val>
                                            <p:fltVal val="0"/>
                                          </p:val>
                                        </p:tav>
                                        <p:tav tm="100000">
                                          <p:val>
                                            <p:strVal val="#ppt_h"/>
                                          </p:val>
                                        </p:tav>
                                      </p:tavLst>
                                    </p:anim>
                                    <p:animEffect transition="in" filter="fade">
                                      <p:cBhvr>
                                        <p:cTn id="87" dur="500"/>
                                        <p:tgtEl>
                                          <p:spTgt spid="490"/>
                                        </p:tgtEl>
                                      </p:cBhvr>
                                    </p:animEffect>
                                  </p:childTnLst>
                                </p:cTn>
                              </p:par>
                            </p:childTnLst>
                          </p:cTn>
                        </p:par>
                        <p:par>
                          <p:cTn id="88" fill="hold">
                            <p:stCondLst>
                              <p:cond delay="8000"/>
                            </p:stCondLst>
                            <p:childTnLst>
                              <p:par>
                                <p:cTn id="89" presetID="2" presetClass="entr" presetSubtype="4" accel="50000" decel="50000" fill="hold" nodeType="afterEffect">
                                  <p:stCondLst>
                                    <p:cond delay="0"/>
                                  </p:stCondLst>
                                  <p:childTnLst>
                                    <p:set>
                                      <p:cBhvr>
                                        <p:cTn id="90" dur="1" fill="hold">
                                          <p:stCondLst>
                                            <p:cond delay="0"/>
                                          </p:stCondLst>
                                        </p:cTn>
                                        <p:tgtEl>
                                          <p:spTgt spid="133"/>
                                        </p:tgtEl>
                                        <p:attrNameLst>
                                          <p:attrName>style.visibility</p:attrName>
                                        </p:attrNameLst>
                                      </p:cBhvr>
                                      <p:to>
                                        <p:strVal val="visible"/>
                                      </p:to>
                                    </p:set>
                                    <p:anim calcmode="lin" valueType="num">
                                      <p:cBhvr additive="base">
                                        <p:cTn id="91" dur="500" fill="hold"/>
                                        <p:tgtEl>
                                          <p:spTgt spid="133"/>
                                        </p:tgtEl>
                                        <p:attrNameLst>
                                          <p:attrName>ppt_x</p:attrName>
                                        </p:attrNameLst>
                                      </p:cBhvr>
                                      <p:tavLst>
                                        <p:tav tm="0">
                                          <p:val>
                                            <p:strVal val="#ppt_x"/>
                                          </p:val>
                                        </p:tav>
                                        <p:tav tm="100000">
                                          <p:val>
                                            <p:strVal val="#ppt_x"/>
                                          </p:val>
                                        </p:tav>
                                      </p:tavLst>
                                    </p:anim>
                                    <p:anim calcmode="lin" valueType="num">
                                      <p:cBhvr additive="base">
                                        <p:cTn id="92" dur="500" fill="hold"/>
                                        <p:tgtEl>
                                          <p:spTgt spid="133"/>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53" presetClass="entr" presetSubtype="0" fill="hold" grpId="0" nodeType="afterEffect">
                                  <p:stCondLst>
                                    <p:cond delay="0"/>
                                  </p:stCondLst>
                                  <p:childTnLst>
                                    <p:set>
                                      <p:cBhvr>
                                        <p:cTn id="95" dur="1" fill="hold">
                                          <p:stCondLst>
                                            <p:cond delay="0"/>
                                          </p:stCondLst>
                                        </p:cTn>
                                        <p:tgtEl>
                                          <p:spTgt spid="521"/>
                                        </p:tgtEl>
                                        <p:attrNameLst>
                                          <p:attrName>style.visibility</p:attrName>
                                        </p:attrNameLst>
                                      </p:cBhvr>
                                      <p:to>
                                        <p:strVal val="visible"/>
                                      </p:to>
                                    </p:set>
                                    <p:anim calcmode="lin" valueType="num">
                                      <p:cBhvr>
                                        <p:cTn id="96" dur="500" fill="hold"/>
                                        <p:tgtEl>
                                          <p:spTgt spid="521"/>
                                        </p:tgtEl>
                                        <p:attrNameLst>
                                          <p:attrName>ppt_w</p:attrName>
                                        </p:attrNameLst>
                                      </p:cBhvr>
                                      <p:tavLst>
                                        <p:tav tm="0">
                                          <p:val>
                                            <p:fltVal val="0"/>
                                          </p:val>
                                        </p:tav>
                                        <p:tav tm="100000">
                                          <p:val>
                                            <p:strVal val="#ppt_w"/>
                                          </p:val>
                                        </p:tav>
                                      </p:tavLst>
                                    </p:anim>
                                    <p:anim calcmode="lin" valueType="num">
                                      <p:cBhvr>
                                        <p:cTn id="97" dur="500" fill="hold"/>
                                        <p:tgtEl>
                                          <p:spTgt spid="521"/>
                                        </p:tgtEl>
                                        <p:attrNameLst>
                                          <p:attrName>ppt_h</p:attrName>
                                        </p:attrNameLst>
                                      </p:cBhvr>
                                      <p:tavLst>
                                        <p:tav tm="0">
                                          <p:val>
                                            <p:fltVal val="0"/>
                                          </p:val>
                                        </p:tav>
                                        <p:tav tm="100000">
                                          <p:val>
                                            <p:strVal val="#ppt_h"/>
                                          </p:val>
                                        </p:tav>
                                      </p:tavLst>
                                    </p:anim>
                                    <p:animEffect transition="in" filter="fade">
                                      <p:cBhvr>
                                        <p:cTn id="98" dur="500"/>
                                        <p:tgtEl>
                                          <p:spTgt spid="521"/>
                                        </p:tgtEl>
                                      </p:cBhvr>
                                    </p:animEffect>
                                  </p:childTnLst>
                                </p:cTn>
                              </p:par>
                            </p:childTnLst>
                          </p:cTn>
                        </p:par>
                        <p:par>
                          <p:cTn id="99" fill="hold">
                            <p:stCondLst>
                              <p:cond delay="9000"/>
                            </p:stCondLst>
                            <p:childTnLst>
                              <p:par>
                                <p:cTn id="100" presetID="2" presetClass="entr" presetSubtype="1" accel="50000" decel="50000" fill="hold" nodeType="afterEffect">
                                  <p:stCondLst>
                                    <p:cond delay="0"/>
                                  </p:stCondLst>
                                  <p:childTnLst>
                                    <p:set>
                                      <p:cBhvr>
                                        <p:cTn id="101" dur="1" fill="hold">
                                          <p:stCondLst>
                                            <p:cond delay="0"/>
                                          </p:stCondLst>
                                        </p:cTn>
                                        <p:tgtEl>
                                          <p:spTgt spid="392"/>
                                        </p:tgtEl>
                                        <p:attrNameLst>
                                          <p:attrName>style.visibility</p:attrName>
                                        </p:attrNameLst>
                                      </p:cBhvr>
                                      <p:to>
                                        <p:strVal val="visible"/>
                                      </p:to>
                                    </p:set>
                                    <p:anim calcmode="lin" valueType="num">
                                      <p:cBhvr additive="base">
                                        <p:cTn id="102" dur="500" fill="hold"/>
                                        <p:tgtEl>
                                          <p:spTgt spid="392"/>
                                        </p:tgtEl>
                                        <p:attrNameLst>
                                          <p:attrName>ppt_x</p:attrName>
                                        </p:attrNameLst>
                                      </p:cBhvr>
                                      <p:tavLst>
                                        <p:tav tm="0">
                                          <p:val>
                                            <p:strVal val="#ppt_x"/>
                                          </p:val>
                                        </p:tav>
                                        <p:tav tm="100000">
                                          <p:val>
                                            <p:strVal val="#ppt_x"/>
                                          </p:val>
                                        </p:tav>
                                      </p:tavLst>
                                    </p:anim>
                                    <p:anim calcmode="lin" valueType="num">
                                      <p:cBhvr additive="base">
                                        <p:cTn id="103" dur="500" fill="hold"/>
                                        <p:tgtEl>
                                          <p:spTgt spid="392"/>
                                        </p:tgtEl>
                                        <p:attrNameLst>
                                          <p:attrName>ppt_y</p:attrName>
                                        </p:attrNameLst>
                                      </p:cBhvr>
                                      <p:tavLst>
                                        <p:tav tm="0">
                                          <p:val>
                                            <p:strVal val="0-#ppt_h/2"/>
                                          </p:val>
                                        </p:tav>
                                        <p:tav tm="100000">
                                          <p:val>
                                            <p:strVal val="#ppt_y"/>
                                          </p:val>
                                        </p:tav>
                                      </p:tavLst>
                                    </p:anim>
                                  </p:childTnLst>
                                </p:cTn>
                              </p:par>
                            </p:childTnLst>
                          </p:cTn>
                        </p:par>
                        <p:par>
                          <p:cTn id="104" fill="hold">
                            <p:stCondLst>
                              <p:cond delay="9500"/>
                            </p:stCondLst>
                            <p:childTnLst>
                              <p:par>
                                <p:cTn id="105" presetID="53" presetClass="entr" presetSubtype="0" fill="hold" nodeType="afterEffect">
                                  <p:stCondLst>
                                    <p:cond delay="0"/>
                                  </p:stCondLst>
                                  <p:childTnLst>
                                    <p:set>
                                      <p:cBhvr>
                                        <p:cTn id="106" dur="1" fill="hold">
                                          <p:stCondLst>
                                            <p:cond delay="0"/>
                                          </p:stCondLst>
                                        </p:cTn>
                                        <p:tgtEl>
                                          <p:spTgt spid="299"/>
                                        </p:tgtEl>
                                        <p:attrNameLst>
                                          <p:attrName>style.visibility</p:attrName>
                                        </p:attrNameLst>
                                      </p:cBhvr>
                                      <p:to>
                                        <p:strVal val="visible"/>
                                      </p:to>
                                    </p:set>
                                    <p:anim calcmode="lin" valueType="num">
                                      <p:cBhvr>
                                        <p:cTn id="107" dur="500" fill="hold"/>
                                        <p:tgtEl>
                                          <p:spTgt spid="299"/>
                                        </p:tgtEl>
                                        <p:attrNameLst>
                                          <p:attrName>ppt_w</p:attrName>
                                        </p:attrNameLst>
                                      </p:cBhvr>
                                      <p:tavLst>
                                        <p:tav tm="0">
                                          <p:val>
                                            <p:fltVal val="0"/>
                                          </p:val>
                                        </p:tav>
                                        <p:tav tm="100000">
                                          <p:val>
                                            <p:strVal val="#ppt_w"/>
                                          </p:val>
                                        </p:tav>
                                      </p:tavLst>
                                    </p:anim>
                                    <p:anim calcmode="lin" valueType="num">
                                      <p:cBhvr>
                                        <p:cTn id="108" dur="500" fill="hold"/>
                                        <p:tgtEl>
                                          <p:spTgt spid="299"/>
                                        </p:tgtEl>
                                        <p:attrNameLst>
                                          <p:attrName>ppt_h</p:attrName>
                                        </p:attrNameLst>
                                      </p:cBhvr>
                                      <p:tavLst>
                                        <p:tav tm="0">
                                          <p:val>
                                            <p:fltVal val="0"/>
                                          </p:val>
                                        </p:tav>
                                        <p:tav tm="100000">
                                          <p:val>
                                            <p:strVal val="#ppt_h"/>
                                          </p:val>
                                        </p:tav>
                                      </p:tavLst>
                                    </p:anim>
                                    <p:animEffect transition="in" filter="fade">
                                      <p:cBhvr>
                                        <p:cTn id="109" dur="500"/>
                                        <p:tgtEl>
                                          <p:spTgt spid="299"/>
                                        </p:tgtEl>
                                      </p:cBhvr>
                                    </p:animEffect>
                                  </p:childTnLst>
                                </p:cTn>
                              </p:par>
                            </p:childTnLst>
                          </p:cTn>
                        </p:par>
                        <p:par>
                          <p:cTn id="110" fill="hold">
                            <p:stCondLst>
                              <p:cond delay="10000"/>
                            </p:stCondLst>
                            <p:childTnLst>
                              <p:par>
                                <p:cTn id="111" presetID="22" presetClass="entr" presetSubtype="1" fill="hold" nodeType="afterEffect">
                                  <p:stCondLst>
                                    <p:cond delay="0"/>
                                  </p:stCondLst>
                                  <p:childTnLst>
                                    <p:set>
                                      <p:cBhvr>
                                        <p:cTn id="112" dur="1" fill="hold">
                                          <p:stCondLst>
                                            <p:cond delay="0"/>
                                          </p:stCondLst>
                                        </p:cTn>
                                        <p:tgtEl>
                                          <p:spTgt spid="385"/>
                                        </p:tgtEl>
                                        <p:attrNameLst>
                                          <p:attrName>style.visibility</p:attrName>
                                        </p:attrNameLst>
                                      </p:cBhvr>
                                      <p:to>
                                        <p:strVal val="visible"/>
                                      </p:to>
                                    </p:set>
                                    <p:animEffect transition="in" filter="wipe(up)">
                                      <p:cBhvr>
                                        <p:cTn id="113" dur="500"/>
                                        <p:tgtEl>
                                          <p:spTgt spid="385"/>
                                        </p:tgtEl>
                                      </p:cBhvr>
                                    </p:animEffect>
                                  </p:childTnLst>
                                </p:cTn>
                              </p:par>
                            </p:childTnLst>
                          </p:cTn>
                        </p:par>
                        <p:par>
                          <p:cTn id="114" fill="hold">
                            <p:stCondLst>
                              <p:cond delay="10500"/>
                            </p:stCondLst>
                            <p:childTnLst>
                              <p:par>
                                <p:cTn id="115" presetID="53" presetClass="entr" presetSubtype="0" fill="hold" grpId="0" nodeType="afterEffect">
                                  <p:stCondLst>
                                    <p:cond delay="0"/>
                                  </p:stCondLst>
                                  <p:childTnLst>
                                    <p:set>
                                      <p:cBhvr>
                                        <p:cTn id="116" dur="1" fill="hold">
                                          <p:stCondLst>
                                            <p:cond delay="0"/>
                                          </p:stCondLst>
                                        </p:cTn>
                                        <p:tgtEl>
                                          <p:spTgt spid="491"/>
                                        </p:tgtEl>
                                        <p:attrNameLst>
                                          <p:attrName>style.visibility</p:attrName>
                                        </p:attrNameLst>
                                      </p:cBhvr>
                                      <p:to>
                                        <p:strVal val="visible"/>
                                      </p:to>
                                    </p:set>
                                    <p:anim calcmode="lin" valueType="num">
                                      <p:cBhvr>
                                        <p:cTn id="117" dur="500" fill="hold"/>
                                        <p:tgtEl>
                                          <p:spTgt spid="491"/>
                                        </p:tgtEl>
                                        <p:attrNameLst>
                                          <p:attrName>ppt_w</p:attrName>
                                        </p:attrNameLst>
                                      </p:cBhvr>
                                      <p:tavLst>
                                        <p:tav tm="0">
                                          <p:val>
                                            <p:fltVal val="0"/>
                                          </p:val>
                                        </p:tav>
                                        <p:tav tm="100000">
                                          <p:val>
                                            <p:strVal val="#ppt_w"/>
                                          </p:val>
                                        </p:tav>
                                      </p:tavLst>
                                    </p:anim>
                                    <p:anim calcmode="lin" valueType="num">
                                      <p:cBhvr>
                                        <p:cTn id="118" dur="500" fill="hold"/>
                                        <p:tgtEl>
                                          <p:spTgt spid="491"/>
                                        </p:tgtEl>
                                        <p:attrNameLst>
                                          <p:attrName>ppt_h</p:attrName>
                                        </p:attrNameLst>
                                      </p:cBhvr>
                                      <p:tavLst>
                                        <p:tav tm="0">
                                          <p:val>
                                            <p:fltVal val="0"/>
                                          </p:val>
                                        </p:tav>
                                        <p:tav tm="100000">
                                          <p:val>
                                            <p:strVal val="#ppt_h"/>
                                          </p:val>
                                        </p:tav>
                                      </p:tavLst>
                                    </p:anim>
                                    <p:animEffect transition="in" filter="fade">
                                      <p:cBhvr>
                                        <p:cTn id="119" dur="500"/>
                                        <p:tgtEl>
                                          <p:spTgt spid="491"/>
                                        </p:tgtEl>
                                      </p:cBhvr>
                                    </p:animEffect>
                                  </p:childTnLst>
                                </p:cTn>
                              </p:par>
                            </p:childTnLst>
                          </p:cTn>
                        </p:par>
                        <p:par>
                          <p:cTn id="120" fill="hold">
                            <p:stCondLst>
                              <p:cond delay="11000"/>
                            </p:stCondLst>
                            <p:childTnLst>
                              <p:par>
                                <p:cTn id="121" presetID="2" presetClass="entr" presetSubtype="1" accel="50000" decel="50000" fill="hold" nodeType="afterEffect">
                                  <p:stCondLst>
                                    <p:cond delay="0"/>
                                  </p:stCondLst>
                                  <p:childTnLst>
                                    <p:set>
                                      <p:cBhvr>
                                        <p:cTn id="122" dur="1" fill="hold">
                                          <p:stCondLst>
                                            <p:cond delay="0"/>
                                          </p:stCondLst>
                                        </p:cTn>
                                        <p:tgtEl>
                                          <p:spTgt spid="393"/>
                                        </p:tgtEl>
                                        <p:attrNameLst>
                                          <p:attrName>style.visibility</p:attrName>
                                        </p:attrNameLst>
                                      </p:cBhvr>
                                      <p:to>
                                        <p:strVal val="visible"/>
                                      </p:to>
                                    </p:set>
                                    <p:anim calcmode="lin" valueType="num">
                                      <p:cBhvr additive="base">
                                        <p:cTn id="123" dur="500" fill="hold"/>
                                        <p:tgtEl>
                                          <p:spTgt spid="393"/>
                                        </p:tgtEl>
                                        <p:attrNameLst>
                                          <p:attrName>ppt_x</p:attrName>
                                        </p:attrNameLst>
                                      </p:cBhvr>
                                      <p:tavLst>
                                        <p:tav tm="0">
                                          <p:val>
                                            <p:strVal val="#ppt_x"/>
                                          </p:val>
                                        </p:tav>
                                        <p:tav tm="100000">
                                          <p:val>
                                            <p:strVal val="#ppt_x"/>
                                          </p:val>
                                        </p:tav>
                                      </p:tavLst>
                                    </p:anim>
                                    <p:anim calcmode="lin" valueType="num">
                                      <p:cBhvr additive="base">
                                        <p:cTn id="124" dur="500" fill="hold"/>
                                        <p:tgtEl>
                                          <p:spTgt spid="393"/>
                                        </p:tgtEl>
                                        <p:attrNameLst>
                                          <p:attrName>ppt_y</p:attrName>
                                        </p:attrNameLst>
                                      </p:cBhvr>
                                      <p:tavLst>
                                        <p:tav tm="0">
                                          <p:val>
                                            <p:strVal val="0-#ppt_h/2"/>
                                          </p:val>
                                        </p:tav>
                                        <p:tav tm="100000">
                                          <p:val>
                                            <p:strVal val="#ppt_y"/>
                                          </p:val>
                                        </p:tav>
                                      </p:tavLst>
                                    </p:anim>
                                  </p:childTnLst>
                                </p:cTn>
                              </p:par>
                            </p:childTnLst>
                          </p:cTn>
                        </p:par>
                        <p:par>
                          <p:cTn id="125" fill="hold">
                            <p:stCondLst>
                              <p:cond delay="11500"/>
                            </p:stCondLst>
                            <p:childTnLst>
                              <p:par>
                                <p:cTn id="126" presetID="2" presetClass="entr" presetSubtype="4" accel="50000" decel="50000" fill="hold" nodeType="afterEffect">
                                  <p:stCondLst>
                                    <p:cond delay="0"/>
                                  </p:stCondLst>
                                  <p:childTnLst>
                                    <p:set>
                                      <p:cBhvr>
                                        <p:cTn id="127" dur="1" fill="hold">
                                          <p:stCondLst>
                                            <p:cond delay="0"/>
                                          </p:stCondLst>
                                        </p:cTn>
                                        <p:tgtEl>
                                          <p:spTgt spid="234"/>
                                        </p:tgtEl>
                                        <p:attrNameLst>
                                          <p:attrName>style.visibility</p:attrName>
                                        </p:attrNameLst>
                                      </p:cBhvr>
                                      <p:to>
                                        <p:strVal val="visible"/>
                                      </p:to>
                                    </p:set>
                                    <p:anim calcmode="lin" valueType="num">
                                      <p:cBhvr additive="base">
                                        <p:cTn id="128" dur="500" fill="hold"/>
                                        <p:tgtEl>
                                          <p:spTgt spid="234"/>
                                        </p:tgtEl>
                                        <p:attrNameLst>
                                          <p:attrName>ppt_x</p:attrName>
                                        </p:attrNameLst>
                                      </p:cBhvr>
                                      <p:tavLst>
                                        <p:tav tm="0">
                                          <p:val>
                                            <p:strVal val="#ppt_x"/>
                                          </p:val>
                                        </p:tav>
                                        <p:tav tm="100000">
                                          <p:val>
                                            <p:strVal val="#ppt_x"/>
                                          </p:val>
                                        </p:tav>
                                      </p:tavLst>
                                    </p:anim>
                                    <p:anim calcmode="lin" valueType="num">
                                      <p:cBhvr additive="base">
                                        <p:cTn id="129" dur="500" fill="hold"/>
                                        <p:tgtEl>
                                          <p:spTgt spid="234"/>
                                        </p:tgtEl>
                                        <p:attrNameLst>
                                          <p:attrName>ppt_y</p:attrName>
                                        </p:attrNameLst>
                                      </p:cBhvr>
                                      <p:tavLst>
                                        <p:tav tm="0">
                                          <p:val>
                                            <p:strVal val="1+#ppt_h/2"/>
                                          </p:val>
                                        </p:tav>
                                        <p:tav tm="100000">
                                          <p:val>
                                            <p:strVal val="#ppt_y"/>
                                          </p:val>
                                        </p:tav>
                                      </p:tavLst>
                                    </p:anim>
                                  </p:childTnLst>
                                </p:cTn>
                              </p:par>
                            </p:childTnLst>
                          </p:cTn>
                        </p:par>
                        <p:par>
                          <p:cTn id="130" fill="hold">
                            <p:stCondLst>
                              <p:cond delay="12000"/>
                            </p:stCondLst>
                            <p:childTnLst>
                              <p:par>
                                <p:cTn id="131" presetID="53" presetClass="entr" presetSubtype="0" fill="hold" grpId="0" nodeType="afterEffect">
                                  <p:stCondLst>
                                    <p:cond delay="0"/>
                                  </p:stCondLst>
                                  <p:childTnLst>
                                    <p:set>
                                      <p:cBhvr>
                                        <p:cTn id="132" dur="1" fill="hold">
                                          <p:stCondLst>
                                            <p:cond delay="0"/>
                                          </p:stCondLst>
                                        </p:cTn>
                                        <p:tgtEl>
                                          <p:spTgt spid="522"/>
                                        </p:tgtEl>
                                        <p:attrNameLst>
                                          <p:attrName>style.visibility</p:attrName>
                                        </p:attrNameLst>
                                      </p:cBhvr>
                                      <p:to>
                                        <p:strVal val="visible"/>
                                      </p:to>
                                    </p:set>
                                    <p:anim calcmode="lin" valueType="num">
                                      <p:cBhvr>
                                        <p:cTn id="133" dur="500" fill="hold"/>
                                        <p:tgtEl>
                                          <p:spTgt spid="522"/>
                                        </p:tgtEl>
                                        <p:attrNameLst>
                                          <p:attrName>ppt_w</p:attrName>
                                        </p:attrNameLst>
                                      </p:cBhvr>
                                      <p:tavLst>
                                        <p:tav tm="0">
                                          <p:val>
                                            <p:fltVal val="0"/>
                                          </p:val>
                                        </p:tav>
                                        <p:tav tm="100000">
                                          <p:val>
                                            <p:strVal val="#ppt_w"/>
                                          </p:val>
                                        </p:tav>
                                      </p:tavLst>
                                    </p:anim>
                                    <p:anim calcmode="lin" valueType="num">
                                      <p:cBhvr>
                                        <p:cTn id="134" dur="500" fill="hold"/>
                                        <p:tgtEl>
                                          <p:spTgt spid="522"/>
                                        </p:tgtEl>
                                        <p:attrNameLst>
                                          <p:attrName>ppt_h</p:attrName>
                                        </p:attrNameLst>
                                      </p:cBhvr>
                                      <p:tavLst>
                                        <p:tav tm="0">
                                          <p:val>
                                            <p:fltVal val="0"/>
                                          </p:val>
                                        </p:tav>
                                        <p:tav tm="100000">
                                          <p:val>
                                            <p:strVal val="#ppt_h"/>
                                          </p:val>
                                        </p:tav>
                                      </p:tavLst>
                                    </p:anim>
                                    <p:animEffect transition="in" filter="fade">
                                      <p:cBhvr>
                                        <p:cTn id="135" dur="500"/>
                                        <p:tgtEl>
                                          <p:spTgt spid="522"/>
                                        </p:tgtEl>
                                      </p:cBhvr>
                                    </p:animEffect>
                                  </p:childTnLst>
                                </p:cTn>
                              </p:par>
                            </p:childTnLst>
                          </p:cTn>
                        </p:par>
                        <p:par>
                          <p:cTn id="136" fill="hold">
                            <p:stCondLst>
                              <p:cond delay="12500"/>
                            </p:stCondLst>
                            <p:childTnLst>
                              <p:par>
                                <p:cTn id="137" presetID="22" presetClass="entr" presetSubtype="1" fill="hold" nodeType="afterEffect">
                                  <p:stCondLst>
                                    <p:cond delay="0"/>
                                  </p:stCondLst>
                                  <p:childTnLst>
                                    <p:set>
                                      <p:cBhvr>
                                        <p:cTn id="138" dur="1" fill="hold">
                                          <p:stCondLst>
                                            <p:cond delay="0"/>
                                          </p:stCondLst>
                                        </p:cTn>
                                        <p:tgtEl>
                                          <p:spTgt spid="391"/>
                                        </p:tgtEl>
                                        <p:attrNameLst>
                                          <p:attrName>style.visibility</p:attrName>
                                        </p:attrNameLst>
                                      </p:cBhvr>
                                      <p:to>
                                        <p:strVal val="visible"/>
                                      </p:to>
                                    </p:set>
                                    <p:animEffect transition="in" filter="wipe(up)">
                                      <p:cBhvr>
                                        <p:cTn id="139" dur="500"/>
                                        <p:tgtEl>
                                          <p:spTgt spid="391"/>
                                        </p:tgtEl>
                                      </p:cBhvr>
                                    </p:animEffect>
                                  </p:childTnLst>
                                </p:cTn>
                              </p:par>
                            </p:childTnLst>
                          </p:cTn>
                        </p:par>
                        <p:par>
                          <p:cTn id="140" fill="hold">
                            <p:stCondLst>
                              <p:cond delay="13000"/>
                            </p:stCondLst>
                            <p:childTnLst>
                              <p:par>
                                <p:cTn id="141" presetID="53" presetClass="entr" presetSubtype="0" fill="hold" grpId="0" nodeType="afterEffect">
                                  <p:stCondLst>
                                    <p:cond delay="0"/>
                                  </p:stCondLst>
                                  <p:childTnLst>
                                    <p:set>
                                      <p:cBhvr>
                                        <p:cTn id="142" dur="1" fill="hold">
                                          <p:stCondLst>
                                            <p:cond delay="0"/>
                                          </p:stCondLst>
                                        </p:cTn>
                                        <p:tgtEl>
                                          <p:spTgt spid="492"/>
                                        </p:tgtEl>
                                        <p:attrNameLst>
                                          <p:attrName>style.visibility</p:attrName>
                                        </p:attrNameLst>
                                      </p:cBhvr>
                                      <p:to>
                                        <p:strVal val="visible"/>
                                      </p:to>
                                    </p:set>
                                    <p:anim calcmode="lin" valueType="num">
                                      <p:cBhvr>
                                        <p:cTn id="143" dur="500" fill="hold"/>
                                        <p:tgtEl>
                                          <p:spTgt spid="492"/>
                                        </p:tgtEl>
                                        <p:attrNameLst>
                                          <p:attrName>ppt_w</p:attrName>
                                        </p:attrNameLst>
                                      </p:cBhvr>
                                      <p:tavLst>
                                        <p:tav tm="0">
                                          <p:val>
                                            <p:fltVal val="0"/>
                                          </p:val>
                                        </p:tav>
                                        <p:tav tm="100000">
                                          <p:val>
                                            <p:strVal val="#ppt_w"/>
                                          </p:val>
                                        </p:tav>
                                      </p:tavLst>
                                    </p:anim>
                                    <p:anim calcmode="lin" valueType="num">
                                      <p:cBhvr>
                                        <p:cTn id="144" dur="500" fill="hold"/>
                                        <p:tgtEl>
                                          <p:spTgt spid="492"/>
                                        </p:tgtEl>
                                        <p:attrNameLst>
                                          <p:attrName>ppt_h</p:attrName>
                                        </p:attrNameLst>
                                      </p:cBhvr>
                                      <p:tavLst>
                                        <p:tav tm="0">
                                          <p:val>
                                            <p:fltVal val="0"/>
                                          </p:val>
                                        </p:tav>
                                        <p:tav tm="100000">
                                          <p:val>
                                            <p:strVal val="#ppt_h"/>
                                          </p:val>
                                        </p:tav>
                                      </p:tavLst>
                                    </p:anim>
                                    <p:animEffect transition="in" filter="fade">
                                      <p:cBhvr>
                                        <p:cTn id="145" dur="500"/>
                                        <p:tgtEl>
                                          <p:spTgt spid="492"/>
                                        </p:tgtEl>
                                      </p:cBhvr>
                                    </p:animEffect>
                                  </p:childTnLst>
                                </p:cTn>
                              </p:par>
                            </p:childTnLst>
                          </p:cTn>
                        </p:par>
                        <p:par>
                          <p:cTn id="146" fill="hold">
                            <p:stCondLst>
                              <p:cond delay="13500"/>
                            </p:stCondLst>
                            <p:childTnLst>
                              <p:par>
                                <p:cTn id="147" presetID="2" presetClass="entr" presetSubtype="4" accel="50000" decel="50000" fill="hold" nodeType="afterEffect">
                                  <p:stCondLst>
                                    <p:cond delay="0"/>
                                  </p:stCondLst>
                                  <p:childTnLst>
                                    <p:set>
                                      <p:cBhvr>
                                        <p:cTn id="148" dur="1" fill="hold">
                                          <p:stCondLst>
                                            <p:cond delay="0"/>
                                          </p:stCondLst>
                                        </p:cTn>
                                        <p:tgtEl>
                                          <p:spTgt spid="282"/>
                                        </p:tgtEl>
                                        <p:attrNameLst>
                                          <p:attrName>style.visibility</p:attrName>
                                        </p:attrNameLst>
                                      </p:cBhvr>
                                      <p:to>
                                        <p:strVal val="visible"/>
                                      </p:to>
                                    </p:set>
                                    <p:anim calcmode="lin" valueType="num">
                                      <p:cBhvr additive="base">
                                        <p:cTn id="149" dur="500" fill="hold"/>
                                        <p:tgtEl>
                                          <p:spTgt spid="282"/>
                                        </p:tgtEl>
                                        <p:attrNameLst>
                                          <p:attrName>ppt_x</p:attrName>
                                        </p:attrNameLst>
                                      </p:cBhvr>
                                      <p:tavLst>
                                        <p:tav tm="0">
                                          <p:val>
                                            <p:strVal val="#ppt_x"/>
                                          </p:val>
                                        </p:tav>
                                        <p:tav tm="100000">
                                          <p:val>
                                            <p:strVal val="#ppt_x"/>
                                          </p:val>
                                        </p:tav>
                                      </p:tavLst>
                                    </p:anim>
                                    <p:anim calcmode="lin" valueType="num">
                                      <p:cBhvr additive="base">
                                        <p:cTn id="150" dur="500" fill="hold"/>
                                        <p:tgtEl>
                                          <p:spTgt spid="282"/>
                                        </p:tgtEl>
                                        <p:attrNameLst>
                                          <p:attrName>ppt_y</p:attrName>
                                        </p:attrNameLst>
                                      </p:cBhvr>
                                      <p:tavLst>
                                        <p:tav tm="0">
                                          <p:val>
                                            <p:strVal val="1+#ppt_h/2"/>
                                          </p:val>
                                        </p:tav>
                                        <p:tav tm="100000">
                                          <p:val>
                                            <p:strVal val="#ppt_y"/>
                                          </p:val>
                                        </p:tav>
                                      </p:tavLst>
                                    </p:anim>
                                  </p:childTnLst>
                                </p:cTn>
                              </p:par>
                            </p:childTnLst>
                          </p:cTn>
                        </p:par>
                        <p:par>
                          <p:cTn id="151" fill="hold">
                            <p:stCondLst>
                              <p:cond delay="14000"/>
                            </p:stCondLst>
                            <p:childTnLst>
                              <p:par>
                                <p:cTn id="152" presetID="53" presetClass="entr" presetSubtype="0" fill="hold" grpId="0" nodeType="afterEffect">
                                  <p:stCondLst>
                                    <p:cond delay="0"/>
                                  </p:stCondLst>
                                  <p:childTnLst>
                                    <p:set>
                                      <p:cBhvr>
                                        <p:cTn id="153" dur="1" fill="hold">
                                          <p:stCondLst>
                                            <p:cond delay="0"/>
                                          </p:stCondLst>
                                        </p:cTn>
                                        <p:tgtEl>
                                          <p:spTgt spid="523"/>
                                        </p:tgtEl>
                                        <p:attrNameLst>
                                          <p:attrName>style.visibility</p:attrName>
                                        </p:attrNameLst>
                                      </p:cBhvr>
                                      <p:to>
                                        <p:strVal val="visible"/>
                                      </p:to>
                                    </p:set>
                                    <p:anim calcmode="lin" valueType="num">
                                      <p:cBhvr>
                                        <p:cTn id="154" dur="500" fill="hold"/>
                                        <p:tgtEl>
                                          <p:spTgt spid="523"/>
                                        </p:tgtEl>
                                        <p:attrNameLst>
                                          <p:attrName>ppt_w</p:attrName>
                                        </p:attrNameLst>
                                      </p:cBhvr>
                                      <p:tavLst>
                                        <p:tav tm="0">
                                          <p:val>
                                            <p:fltVal val="0"/>
                                          </p:val>
                                        </p:tav>
                                        <p:tav tm="100000">
                                          <p:val>
                                            <p:strVal val="#ppt_w"/>
                                          </p:val>
                                        </p:tav>
                                      </p:tavLst>
                                    </p:anim>
                                    <p:anim calcmode="lin" valueType="num">
                                      <p:cBhvr>
                                        <p:cTn id="155" dur="500" fill="hold"/>
                                        <p:tgtEl>
                                          <p:spTgt spid="523"/>
                                        </p:tgtEl>
                                        <p:attrNameLst>
                                          <p:attrName>ppt_h</p:attrName>
                                        </p:attrNameLst>
                                      </p:cBhvr>
                                      <p:tavLst>
                                        <p:tav tm="0">
                                          <p:val>
                                            <p:fltVal val="0"/>
                                          </p:val>
                                        </p:tav>
                                        <p:tav tm="100000">
                                          <p:val>
                                            <p:strVal val="#ppt_h"/>
                                          </p:val>
                                        </p:tav>
                                      </p:tavLst>
                                    </p:anim>
                                    <p:animEffect transition="in" filter="fade">
                                      <p:cBhvr>
                                        <p:cTn id="156" dur="500"/>
                                        <p:tgtEl>
                                          <p:spTgt spid="523"/>
                                        </p:tgtEl>
                                      </p:cBhvr>
                                    </p:animEffect>
                                  </p:childTnLst>
                                </p:cTn>
                              </p:par>
                            </p:childTnLst>
                          </p:cTn>
                        </p:par>
                        <p:par>
                          <p:cTn id="157" fill="hold">
                            <p:stCondLst>
                              <p:cond delay="14500"/>
                            </p:stCondLst>
                            <p:childTnLst>
                              <p:par>
                                <p:cTn id="158" presetID="2" presetClass="entr" presetSubtype="1" accel="50000" decel="50000" fill="hold" nodeType="afterEffect">
                                  <p:stCondLst>
                                    <p:cond delay="0"/>
                                  </p:stCondLst>
                                  <p:childTnLst>
                                    <p:set>
                                      <p:cBhvr>
                                        <p:cTn id="159" dur="1" fill="hold">
                                          <p:stCondLst>
                                            <p:cond delay="0"/>
                                          </p:stCondLst>
                                        </p:cTn>
                                        <p:tgtEl>
                                          <p:spTgt spid="394"/>
                                        </p:tgtEl>
                                        <p:attrNameLst>
                                          <p:attrName>style.visibility</p:attrName>
                                        </p:attrNameLst>
                                      </p:cBhvr>
                                      <p:to>
                                        <p:strVal val="visible"/>
                                      </p:to>
                                    </p:set>
                                    <p:anim calcmode="lin" valueType="num">
                                      <p:cBhvr additive="base">
                                        <p:cTn id="160" dur="500" fill="hold"/>
                                        <p:tgtEl>
                                          <p:spTgt spid="394"/>
                                        </p:tgtEl>
                                        <p:attrNameLst>
                                          <p:attrName>ppt_x</p:attrName>
                                        </p:attrNameLst>
                                      </p:cBhvr>
                                      <p:tavLst>
                                        <p:tav tm="0">
                                          <p:val>
                                            <p:strVal val="#ppt_x"/>
                                          </p:val>
                                        </p:tav>
                                        <p:tav tm="100000">
                                          <p:val>
                                            <p:strVal val="#ppt_x"/>
                                          </p:val>
                                        </p:tav>
                                      </p:tavLst>
                                    </p:anim>
                                    <p:anim calcmode="lin" valueType="num">
                                      <p:cBhvr additive="base">
                                        <p:cTn id="161" dur="500" fill="hold"/>
                                        <p:tgtEl>
                                          <p:spTgt spid="394"/>
                                        </p:tgtEl>
                                        <p:attrNameLst>
                                          <p:attrName>ppt_y</p:attrName>
                                        </p:attrNameLst>
                                      </p:cBhvr>
                                      <p:tavLst>
                                        <p:tav tm="0">
                                          <p:val>
                                            <p:strVal val="0-#ppt_h/2"/>
                                          </p:val>
                                        </p:tav>
                                        <p:tav tm="100000">
                                          <p:val>
                                            <p:strVal val="#ppt_y"/>
                                          </p:val>
                                        </p:tav>
                                      </p:tavLst>
                                    </p:anim>
                                  </p:childTnLst>
                                </p:cTn>
                              </p:par>
                            </p:childTnLst>
                          </p:cTn>
                        </p:par>
                        <p:par>
                          <p:cTn id="162" fill="hold">
                            <p:stCondLst>
                              <p:cond delay="15000"/>
                            </p:stCondLst>
                            <p:childTnLst>
                              <p:par>
                                <p:cTn id="163" presetID="22" presetClass="entr" presetSubtype="4" fill="hold" nodeType="afterEffect">
                                  <p:stCondLst>
                                    <p:cond delay="0"/>
                                  </p:stCondLst>
                                  <p:childTnLst>
                                    <p:set>
                                      <p:cBhvr>
                                        <p:cTn id="164" dur="1" fill="hold">
                                          <p:stCondLst>
                                            <p:cond delay="0"/>
                                          </p:stCondLst>
                                        </p:cTn>
                                        <p:tgtEl>
                                          <p:spTgt spid="486"/>
                                        </p:tgtEl>
                                        <p:attrNameLst>
                                          <p:attrName>style.visibility</p:attrName>
                                        </p:attrNameLst>
                                      </p:cBhvr>
                                      <p:to>
                                        <p:strVal val="visible"/>
                                      </p:to>
                                    </p:set>
                                    <p:animEffect transition="in" filter="wipe(down)">
                                      <p:cBhvr>
                                        <p:cTn id="165" dur="500"/>
                                        <p:tgtEl>
                                          <p:spTgt spid="486"/>
                                        </p:tgtEl>
                                      </p:cBhvr>
                                    </p:animEffect>
                                  </p:childTnLst>
                                </p:cTn>
                              </p:par>
                            </p:childTnLst>
                          </p:cTn>
                        </p:par>
                        <p:par>
                          <p:cTn id="166" fill="hold">
                            <p:stCondLst>
                              <p:cond delay="15500"/>
                            </p:stCondLst>
                            <p:childTnLst>
                              <p:par>
                                <p:cTn id="167" presetID="53" presetClass="entr" presetSubtype="0" fill="hold" grpId="0" nodeType="afterEffect">
                                  <p:stCondLst>
                                    <p:cond delay="0"/>
                                  </p:stCondLst>
                                  <p:childTnLst>
                                    <p:set>
                                      <p:cBhvr>
                                        <p:cTn id="168" dur="1" fill="hold">
                                          <p:stCondLst>
                                            <p:cond delay="0"/>
                                          </p:stCondLst>
                                        </p:cTn>
                                        <p:tgtEl>
                                          <p:spTgt spid="493"/>
                                        </p:tgtEl>
                                        <p:attrNameLst>
                                          <p:attrName>style.visibility</p:attrName>
                                        </p:attrNameLst>
                                      </p:cBhvr>
                                      <p:to>
                                        <p:strVal val="visible"/>
                                      </p:to>
                                    </p:set>
                                    <p:anim calcmode="lin" valueType="num">
                                      <p:cBhvr>
                                        <p:cTn id="169" dur="500" fill="hold"/>
                                        <p:tgtEl>
                                          <p:spTgt spid="493"/>
                                        </p:tgtEl>
                                        <p:attrNameLst>
                                          <p:attrName>ppt_w</p:attrName>
                                        </p:attrNameLst>
                                      </p:cBhvr>
                                      <p:tavLst>
                                        <p:tav tm="0">
                                          <p:val>
                                            <p:fltVal val="0"/>
                                          </p:val>
                                        </p:tav>
                                        <p:tav tm="100000">
                                          <p:val>
                                            <p:strVal val="#ppt_w"/>
                                          </p:val>
                                        </p:tav>
                                      </p:tavLst>
                                    </p:anim>
                                    <p:anim calcmode="lin" valueType="num">
                                      <p:cBhvr>
                                        <p:cTn id="170" dur="500" fill="hold"/>
                                        <p:tgtEl>
                                          <p:spTgt spid="493"/>
                                        </p:tgtEl>
                                        <p:attrNameLst>
                                          <p:attrName>ppt_h</p:attrName>
                                        </p:attrNameLst>
                                      </p:cBhvr>
                                      <p:tavLst>
                                        <p:tav tm="0">
                                          <p:val>
                                            <p:fltVal val="0"/>
                                          </p:val>
                                        </p:tav>
                                        <p:tav tm="100000">
                                          <p:val>
                                            <p:strVal val="#ppt_h"/>
                                          </p:val>
                                        </p:tav>
                                      </p:tavLst>
                                    </p:anim>
                                    <p:animEffect transition="in" filter="fade">
                                      <p:cBhvr>
                                        <p:cTn id="171" dur="500"/>
                                        <p:tgtEl>
                                          <p:spTgt spid="493"/>
                                        </p:tgtEl>
                                      </p:cBhvr>
                                    </p:animEffect>
                                  </p:childTnLst>
                                </p:cTn>
                              </p:par>
                            </p:childTnLst>
                          </p:cTn>
                        </p:par>
                        <p:par>
                          <p:cTn id="172" fill="hold">
                            <p:stCondLst>
                              <p:cond delay="16000"/>
                            </p:stCondLst>
                            <p:childTnLst>
                              <p:par>
                                <p:cTn id="173" presetID="2" presetClass="entr" presetSubtype="4" accel="50000" decel="50000" fill="hold" nodeType="afterEffect">
                                  <p:stCondLst>
                                    <p:cond delay="0"/>
                                  </p:stCondLst>
                                  <p:childTnLst>
                                    <p:set>
                                      <p:cBhvr>
                                        <p:cTn id="174" dur="1" fill="hold">
                                          <p:stCondLst>
                                            <p:cond delay="0"/>
                                          </p:stCondLst>
                                        </p:cTn>
                                        <p:tgtEl>
                                          <p:spTgt spid="304"/>
                                        </p:tgtEl>
                                        <p:attrNameLst>
                                          <p:attrName>style.visibility</p:attrName>
                                        </p:attrNameLst>
                                      </p:cBhvr>
                                      <p:to>
                                        <p:strVal val="visible"/>
                                      </p:to>
                                    </p:set>
                                    <p:anim calcmode="lin" valueType="num">
                                      <p:cBhvr additive="base">
                                        <p:cTn id="175" dur="500" fill="hold"/>
                                        <p:tgtEl>
                                          <p:spTgt spid="304"/>
                                        </p:tgtEl>
                                        <p:attrNameLst>
                                          <p:attrName>ppt_x</p:attrName>
                                        </p:attrNameLst>
                                      </p:cBhvr>
                                      <p:tavLst>
                                        <p:tav tm="0">
                                          <p:val>
                                            <p:strVal val="#ppt_x"/>
                                          </p:val>
                                        </p:tav>
                                        <p:tav tm="100000">
                                          <p:val>
                                            <p:strVal val="#ppt_x"/>
                                          </p:val>
                                        </p:tav>
                                      </p:tavLst>
                                    </p:anim>
                                    <p:anim calcmode="lin" valueType="num">
                                      <p:cBhvr additive="base">
                                        <p:cTn id="176" dur="500" fill="hold"/>
                                        <p:tgtEl>
                                          <p:spTgt spid="304"/>
                                        </p:tgtEl>
                                        <p:attrNameLst>
                                          <p:attrName>ppt_y</p:attrName>
                                        </p:attrNameLst>
                                      </p:cBhvr>
                                      <p:tavLst>
                                        <p:tav tm="0">
                                          <p:val>
                                            <p:strVal val="1+#ppt_h/2"/>
                                          </p:val>
                                        </p:tav>
                                        <p:tav tm="100000">
                                          <p:val>
                                            <p:strVal val="#ppt_y"/>
                                          </p:val>
                                        </p:tav>
                                      </p:tavLst>
                                    </p:anim>
                                  </p:childTnLst>
                                </p:cTn>
                              </p:par>
                            </p:childTnLst>
                          </p:cTn>
                        </p:par>
                        <p:par>
                          <p:cTn id="177" fill="hold">
                            <p:stCondLst>
                              <p:cond delay="16500"/>
                            </p:stCondLst>
                            <p:childTnLst>
                              <p:par>
                                <p:cTn id="178" presetID="53" presetClass="entr" presetSubtype="0" fill="hold" grpId="0" nodeType="afterEffect">
                                  <p:stCondLst>
                                    <p:cond delay="0"/>
                                  </p:stCondLst>
                                  <p:childTnLst>
                                    <p:set>
                                      <p:cBhvr>
                                        <p:cTn id="179" dur="1" fill="hold">
                                          <p:stCondLst>
                                            <p:cond delay="0"/>
                                          </p:stCondLst>
                                        </p:cTn>
                                        <p:tgtEl>
                                          <p:spTgt spid="524"/>
                                        </p:tgtEl>
                                        <p:attrNameLst>
                                          <p:attrName>style.visibility</p:attrName>
                                        </p:attrNameLst>
                                      </p:cBhvr>
                                      <p:to>
                                        <p:strVal val="visible"/>
                                      </p:to>
                                    </p:set>
                                    <p:anim calcmode="lin" valueType="num">
                                      <p:cBhvr>
                                        <p:cTn id="180" dur="500" fill="hold"/>
                                        <p:tgtEl>
                                          <p:spTgt spid="524"/>
                                        </p:tgtEl>
                                        <p:attrNameLst>
                                          <p:attrName>ppt_w</p:attrName>
                                        </p:attrNameLst>
                                      </p:cBhvr>
                                      <p:tavLst>
                                        <p:tav tm="0">
                                          <p:val>
                                            <p:fltVal val="0"/>
                                          </p:val>
                                        </p:tav>
                                        <p:tav tm="100000">
                                          <p:val>
                                            <p:strVal val="#ppt_w"/>
                                          </p:val>
                                        </p:tav>
                                      </p:tavLst>
                                    </p:anim>
                                    <p:anim calcmode="lin" valueType="num">
                                      <p:cBhvr>
                                        <p:cTn id="181" dur="500" fill="hold"/>
                                        <p:tgtEl>
                                          <p:spTgt spid="524"/>
                                        </p:tgtEl>
                                        <p:attrNameLst>
                                          <p:attrName>ppt_h</p:attrName>
                                        </p:attrNameLst>
                                      </p:cBhvr>
                                      <p:tavLst>
                                        <p:tav tm="0">
                                          <p:val>
                                            <p:fltVal val="0"/>
                                          </p:val>
                                        </p:tav>
                                        <p:tav tm="100000">
                                          <p:val>
                                            <p:strVal val="#ppt_h"/>
                                          </p:val>
                                        </p:tav>
                                      </p:tavLst>
                                    </p:anim>
                                    <p:animEffect transition="in" filter="fade">
                                      <p:cBhvr>
                                        <p:cTn id="182" dur="500"/>
                                        <p:tgtEl>
                                          <p:spTgt spid="524"/>
                                        </p:tgtEl>
                                      </p:cBhvr>
                                    </p:animEffect>
                                  </p:childTnLst>
                                </p:cTn>
                              </p:par>
                            </p:childTnLst>
                          </p:cTn>
                        </p:par>
                        <p:par>
                          <p:cTn id="183" fill="hold">
                            <p:stCondLst>
                              <p:cond delay="17000"/>
                            </p:stCondLst>
                            <p:childTnLst>
                              <p:par>
                                <p:cTn id="184" presetID="2" presetClass="entr" presetSubtype="1" accel="50000" decel="50000" fill="hold" nodeType="afterEffect">
                                  <p:stCondLst>
                                    <p:cond delay="0"/>
                                  </p:stCondLst>
                                  <p:childTnLst>
                                    <p:set>
                                      <p:cBhvr>
                                        <p:cTn id="185" dur="1" fill="hold">
                                          <p:stCondLst>
                                            <p:cond delay="0"/>
                                          </p:stCondLst>
                                        </p:cTn>
                                        <p:tgtEl>
                                          <p:spTgt spid="396"/>
                                        </p:tgtEl>
                                        <p:attrNameLst>
                                          <p:attrName>style.visibility</p:attrName>
                                        </p:attrNameLst>
                                      </p:cBhvr>
                                      <p:to>
                                        <p:strVal val="visible"/>
                                      </p:to>
                                    </p:set>
                                    <p:anim calcmode="lin" valueType="num">
                                      <p:cBhvr additive="base">
                                        <p:cTn id="186" dur="500" fill="hold"/>
                                        <p:tgtEl>
                                          <p:spTgt spid="396"/>
                                        </p:tgtEl>
                                        <p:attrNameLst>
                                          <p:attrName>ppt_x</p:attrName>
                                        </p:attrNameLst>
                                      </p:cBhvr>
                                      <p:tavLst>
                                        <p:tav tm="0">
                                          <p:val>
                                            <p:strVal val="#ppt_x"/>
                                          </p:val>
                                        </p:tav>
                                        <p:tav tm="100000">
                                          <p:val>
                                            <p:strVal val="#ppt_x"/>
                                          </p:val>
                                        </p:tav>
                                      </p:tavLst>
                                    </p:anim>
                                    <p:anim calcmode="lin" valueType="num">
                                      <p:cBhvr additive="base">
                                        <p:cTn id="187" dur="500" fill="hold"/>
                                        <p:tgtEl>
                                          <p:spTgt spid="39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7" grpId="0" animBg="1"/>
      <p:bldP spid="488" grpId="0" animBg="1"/>
      <p:bldP spid="489" grpId="0" animBg="1"/>
      <p:bldP spid="490" grpId="0" animBg="1"/>
      <p:bldP spid="491" grpId="0" animBg="1"/>
      <p:bldP spid="492" grpId="0" animBg="1"/>
      <p:bldP spid="493" grpId="0" animBg="1"/>
      <p:bldP spid="518" grpId="0"/>
      <p:bldP spid="519" grpId="0"/>
      <p:bldP spid="520" grpId="0"/>
      <p:bldP spid="521" grpId="0"/>
      <p:bldP spid="522" grpId="0"/>
      <p:bldP spid="523" grpId="0"/>
      <p:bldP spid="524"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Funnel Inbound Marketing</a:t>
            </a:r>
            <a:endParaRPr lang="en-US" dirty="0"/>
          </a:p>
        </p:txBody>
      </p:sp>
      <p:sp>
        <p:nvSpPr>
          <p:cNvPr id="8" name="Text Placeholder 7"/>
          <p:cNvSpPr>
            <a:spLocks noGrp="1"/>
          </p:cNvSpPr>
          <p:nvPr>
            <p:ph type="body" sz="half" idx="2"/>
          </p:nvPr>
        </p:nvSpPr>
        <p:spPr/>
        <p:txBody>
          <a:bodyPr/>
          <a:lstStyle/>
          <a:p>
            <a:r>
              <a:rPr lang="en-US"/>
              <a:t>Funnel Inbound Marketing</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151</a:t>
            </a:fld>
            <a:endParaRPr lang="en-US" dirty="0"/>
          </a:p>
        </p:txBody>
      </p:sp>
      <p:grpSp>
        <p:nvGrpSpPr>
          <p:cNvPr id="2" name="Group 45"/>
          <p:cNvGrpSpPr/>
          <p:nvPr/>
        </p:nvGrpSpPr>
        <p:grpSpPr>
          <a:xfrm>
            <a:off x="860290" y="1638231"/>
            <a:ext cx="2298700" cy="854075"/>
            <a:chOff x="1054100" y="1266825"/>
            <a:chExt cx="2298700" cy="854075"/>
          </a:xfrm>
        </p:grpSpPr>
        <p:sp>
          <p:nvSpPr>
            <p:cNvPr id="3077" name="Freeform 5"/>
            <p:cNvSpPr>
              <a:spLocks/>
            </p:cNvSpPr>
            <p:nvPr/>
          </p:nvSpPr>
          <p:spPr bwMode="auto">
            <a:xfrm>
              <a:off x="1054100" y="1384300"/>
              <a:ext cx="2298700" cy="736600"/>
            </a:xfrm>
            <a:custGeom>
              <a:avLst/>
              <a:gdLst/>
              <a:ahLst/>
              <a:cxnLst>
                <a:cxn ang="0">
                  <a:pos x="0" y="0"/>
                </a:cxn>
                <a:cxn ang="0">
                  <a:pos x="1194" y="0"/>
                </a:cxn>
                <a:cxn ang="0">
                  <a:pos x="1136" y="309"/>
                </a:cxn>
                <a:cxn ang="0">
                  <a:pos x="57" y="309"/>
                </a:cxn>
                <a:cxn ang="0">
                  <a:pos x="0" y="0"/>
                </a:cxn>
              </a:cxnLst>
              <a:rect l="0" t="0" r="r" b="b"/>
              <a:pathLst>
                <a:path w="1194" h="383">
                  <a:moveTo>
                    <a:pt x="0" y="0"/>
                  </a:moveTo>
                  <a:cubicBezTo>
                    <a:pt x="395" y="64"/>
                    <a:pt x="793" y="64"/>
                    <a:pt x="1194" y="0"/>
                  </a:cubicBezTo>
                  <a:cubicBezTo>
                    <a:pt x="1136" y="309"/>
                    <a:pt x="1136" y="309"/>
                    <a:pt x="1136" y="309"/>
                  </a:cubicBezTo>
                  <a:cubicBezTo>
                    <a:pt x="767" y="383"/>
                    <a:pt x="408" y="383"/>
                    <a:pt x="57" y="309"/>
                  </a:cubicBezTo>
                  <a:lnTo>
                    <a:pt x="0" y="0"/>
                  </a:lnTo>
                  <a:close/>
                </a:path>
              </a:pathLst>
            </a:custGeom>
            <a:gradFill>
              <a:gsLst>
                <a:gs pos="0">
                  <a:schemeClr val="accent4"/>
                </a:gs>
                <a:gs pos="50000">
                  <a:schemeClr val="accent4">
                    <a:lumMod val="75000"/>
                  </a:schemeClr>
                </a:gs>
                <a:gs pos="100000">
                  <a:schemeClr val="accent4"/>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8" name="Freeform 6"/>
            <p:cNvSpPr>
              <a:spLocks/>
            </p:cNvSpPr>
            <p:nvPr/>
          </p:nvSpPr>
          <p:spPr bwMode="auto">
            <a:xfrm>
              <a:off x="1054100" y="1266825"/>
              <a:ext cx="2298700" cy="239713"/>
            </a:xfrm>
            <a:custGeom>
              <a:avLst/>
              <a:gdLst/>
              <a:ahLst/>
              <a:cxnLst>
                <a:cxn ang="0">
                  <a:pos x="1194" y="61"/>
                </a:cxn>
                <a:cxn ang="0">
                  <a:pos x="0" y="61"/>
                </a:cxn>
                <a:cxn ang="0">
                  <a:pos x="1194" y="61"/>
                </a:cxn>
              </a:cxnLst>
              <a:rect l="0" t="0" r="r" b="b"/>
              <a:pathLst>
                <a:path w="1194" h="125">
                  <a:moveTo>
                    <a:pt x="1194" y="61"/>
                  </a:moveTo>
                  <a:cubicBezTo>
                    <a:pt x="793" y="125"/>
                    <a:pt x="395" y="125"/>
                    <a:pt x="0" y="61"/>
                  </a:cubicBezTo>
                  <a:cubicBezTo>
                    <a:pt x="357" y="0"/>
                    <a:pt x="755" y="0"/>
                    <a:pt x="1194" y="61"/>
                  </a:cubicBez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44"/>
          <p:cNvGrpSpPr/>
          <p:nvPr/>
        </p:nvGrpSpPr>
        <p:grpSpPr>
          <a:xfrm>
            <a:off x="1026977" y="2485956"/>
            <a:ext cx="1968500" cy="788988"/>
            <a:chOff x="1220787" y="2185987"/>
            <a:chExt cx="1968500" cy="788988"/>
          </a:xfrm>
        </p:grpSpPr>
        <p:sp>
          <p:nvSpPr>
            <p:cNvPr id="3079" name="Freeform 7"/>
            <p:cNvSpPr>
              <a:spLocks/>
            </p:cNvSpPr>
            <p:nvPr/>
          </p:nvSpPr>
          <p:spPr bwMode="auto">
            <a:xfrm>
              <a:off x="1220787" y="2274887"/>
              <a:ext cx="1968500" cy="700088"/>
            </a:xfrm>
            <a:custGeom>
              <a:avLst/>
              <a:gdLst/>
              <a:ahLst/>
              <a:cxnLst>
                <a:cxn ang="0">
                  <a:pos x="0" y="0"/>
                </a:cxn>
                <a:cxn ang="0">
                  <a:pos x="1023" y="0"/>
                </a:cxn>
                <a:cxn ang="0">
                  <a:pos x="973" y="309"/>
                </a:cxn>
                <a:cxn ang="0">
                  <a:pos x="505" y="364"/>
                </a:cxn>
                <a:cxn ang="0">
                  <a:pos x="48" y="309"/>
                </a:cxn>
                <a:cxn ang="0">
                  <a:pos x="0" y="0"/>
                </a:cxn>
              </a:cxnLst>
              <a:rect l="0" t="0" r="r" b="b"/>
              <a:pathLst>
                <a:path w="1023" h="364">
                  <a:moveTo>
                    <a:pt x="0" y="0"/>
                  </a:moveTo>
                  <a:cubicBezTo>
                    <a:pt x="338" y="64"/>
                    <a:pt x="679" y="64"/>
                    <a:pt x="1023" y="0"/>
                  </a:cubicBezTo>
                  <a:cubicBezTo>
                    <a:pt x="973" y="309"/>
                    <a:pt x="973" y="309"/>
                    <a:pt x="973" y="309"/>
                  </a:cubicBezTo>
                  <a:cubicBezTo>
                    <a:pt x="815" y="346"/>
                    <a:pt x="659" y="364"/>
                    <a:pt x="505" y="364"/>
                  </a:cubicBezTo>
                  <a:cubicBezTo>
                    <a:pt x="351" y="364"/>
                    <a:pt x="199" y="346"/>
                    <a:pt x="48" y="309"/>
                  </a:cubicBezTo>
                  <a:lnTo>
                    <a:pt x="0" y="0"/>
                  </a:lnTo>
                  <a:close/>
                </a:path>
              </a:pathLst>
            </a:custGeom>
            <a:gradFill>
              <a:gsLst>
                <a:gs pos="0">
                  <a:schemeClr val="accent3"/>
                </a:gs>
                <a:gs pos="50000">
                  <a:schemeClr val="accent3">
                    <a:lumMod val="75000"/>
                  </a:schemeClr>
                </a:gs>
                <a:gs pos="100000">
                  <a:schemeClr val="accent3"/>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0" name="Freeform 8"/>
            <p:cNvSpPr>
              <a:spLocks/>
            </p:cNvSpPr>
            <p:nvPr/>
          </p:nvSpPr>
          <p:spPr bwMode="auto">
            <a:xfrm>
              <a:off x="1220787" y="2185987"/>
              <a:ext cx="1968500" cy="211138"/>
            </a:xfrm>
            <a:custGeom>
              <a:avLst/>
              <a:gdLst/>
              <a:ahLst/>
              <a:cxnLst>
                <a:cxn ang="0">
                  <a:pos x="1023" y="46"/>
                </a:cxn>
                <a:cxn ang="0">
                  <a:pos x="0" y="46"/>
                </a:cxn>
                <a:cxn ang="0">
                  <a:pos x="485" y="0"/>
                </a:cxn>
                <a:cxn ang="0">
                  <a:pos x="1023" y="46"/>
                </a:cxn>
              </a:cxnLst>
              <a:rect l="0" t="0" r="r" b="b"/>
              <a:pathLst>
                <a:path w="1023" h="110">
                  <a:moveTo>
                    <a:pt x="1023" y="46"/>
                  </a:moveTo>
                  <a:cubicBezTo>
                    <a:pt x="679" y="110"/>
                    <a:pt x="338" y="110"/>
                    <a:pt x="0" y="46"/>
                  </a:cubicBezTo>
                  <a:cubicBezTo>
                    <a:pt x="153" y="15"/>
                    <a:pt x="314" y="0"/>
                    <a:pt x="485" y="0"/>
                  </a:cubicBezTo>
                  <a:cubicBezTo>
                    <a:pt x="655" y="0"/>
                    <a:pt x="834" y="15"/>
                    <a:pt x="1023" y="46"/>
                  </a:cubicBez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43"/>
          <p:cNvGrpSpPr/>
          <p:nvPr/>
        </p:nvGrpSpPr>
        <p:grpSpPr>
          <a:xfrm>
            <a:off x="1187315" y="3324156"/>
            <a:ext cx="1644650" cy="674688"/>
            <a:chOff x="1381125" y="3116262"/>
            <a:chExt cx="1644650" cy="657225"/>
          </a:xfrm>
        </p:grpSpPr>
        <p:sp>
          <p:nvSpPr>
            <p:cNvPr id="3081" name="Freeform 9"/>
            <p:cNvSpPr>
              <a:spLocks/>
            </p:cNvSpPr>
            <p:nvPr/>
          </p:nvSpPr>
          <p:spPr bwMode="auto">
            <a:xfrm>
              <a:off x="1381125" y="3189287"/>
              <a:ext cx="1644650" cy="584200"/>
            </a:xfrm>
            <a:custGeom>
              <a:avLst/>
              <a:gdLst/>
              <a:ahLst/>
              <a:cxnLst>
                <a:cxn ang="0">
                  <a:pos x="0" y="0"/>
                </a:cxn>
                <a:cxn ang="0">
                  <a:pos x="854" y="0"/>
                </a:cxn>
                <a:cxn ang="0">
                  <a:pos x="813" y="258"/>
                </a:cxn>
                <a:cxn ang="0">
                  <a:pos x="422" y="304"/>
                </a:cxn>
                <a:cxn ang="0">
                  <a:pos x="41" y="258"/>
                </a:cxn>
                <a:cxn ang="0">
                  <a:pos x="0" y="0"/>
                </a:cxn>
              </a:cxnLst>
              <a:rect l="0" t="0" r="r" b="b"/>
              <a:pathLst>
                <a:path w="854" h="304">
                  <a:moveTo>
                    <a:pt x="0" y="0"/>
                  </a:moveTo>
                  <a:cubicBezTo>
                    <a:pt x="283" y="53"/>
                    <a:pt x="567" y="53"/>
                    <a:pt x="854" y="0"/>
                  </a:cubicBezTo>
                  <a:cubicBezTo>
                    <a:pt x="813" y="258"/>
                    <a:pt x="813" y="258"/>
                    <a:pt x="813" y="258"/>
                  </a:cubicBezTo>
                  <a:cubicBezTo>
                    <a:pt x="681" y="289"/>
                    <a:pt x="551" y="304"/>
                    <a:pt x="422" y="304"/>
                  </a:cubicBezTo>
                  <a:cubicBezTo>
                    <a:pt x="293" y="304"/>
                    <a:pt x="166" y="289"/>
                    <a:pt x="41" y="258"/>
                  </a:cubicBezTo>
                  <a:lnTo>
                    <a:pt x="0" y="0"/>
                  </a:lnTo>
                  <a:close/>
                </a:path>
              </a:pathLst>
            </a:custGeom>
            <a:gradFill>
              <a:gsLst>
                <a:gs pos="0">
                  <a:schemeClr val="accent2"/>
                </a:gs>
                <a:gs pos="50000">
                  <a:schemeClr val="accent2">
                    <a:lumMod val="75000"/>
                  </a:schemeClr>
                </a:gs>
                <a:gs pos="100000">
                  <a:schemeClr val="accent2"/>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2" name="Freeform 10"/>
            <p:cNvSpPr>
              <a:spLocks/>
            </p:cNvSpPr>
            <p:nvPr/>
          </p:nvSpPr>
          <p:spPr bwMode="auto">
            <a:xfrm>
              <a:off x="1381125" y="3116262"/>
              <a:ext cx="1644650" cy="174625"/>
            </a:xfrm>
            <a:custGeom>
              <a:avLst/>
              <a:gdLst/>
              <a:ahLst/>
              <a:cxnLst>
                <a:cxn ang="0">
                  <a:pos x="854" y="38"/>
                </a:cxn>
                <a:cxn ang="0">
                  <a:pos x="0" y="38"/>
                </a:cxn>
                <a:cxn ang="0">
                  <a:pos x="405" y="0"/>
                </a:cxn>
                <a:cxn ang="0">
                  <a:pos x="854" y="38"/>
                </a:cxn>
              </a:cxnLst>
              <a:rect l="0" t="0" r="r" b="b"/>
              <a:pathLst>
                <a:path w="854" h="91">
                  <a:moveTo>
                    <a:pt x="854" y="38"/>
                  </a:moveTo>
                  <a:cubicBezTo>
                    <a:pt x="567" y="91"/>
                    <a:pt x="283" y="91"/>
                    <a:pt x="0" y="38"/>
                  </a:cubicBezTo>
                  <a:cubicBezTo>
                    <a:pt x="128" y="12"/>
                    <a:pt x="263" y="0"/>
                    <a:pt x="405" y="0"/>
                  </a:cubicBezTo>
                  <a:cubicBezTo>
                    <a:pt x="547" y="0"/>
                    <a:pt x="697" y="12"/>
                    <a:pt x="854" y="38"/>
                  </a:cubicBez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42"/>
          <p:cNvGrpSpPr/>
          <p:nvPr/>
        </p:nvGrpSpPr>
        <p:grpSpPr>
          <a:xfrm>
            <a:off x="1290502" y="4049712"/>
            <a:ext cx="1441450" cy="655638"/>
            <a:chOff x="1484312" y="3897312"/>
            <a:chExt cx="1441450" cy="579438"/>
          </a:xfrm>
        </p:grpSpPr>
        <p:sp>
          <p:nvSpPr>
            <p:cNvPr id="3083" name="Freeform 11"/>
            <p:cNvSpPr>
              <a:spLocks/>
            </p:cNvSpPr>
            <p:nvPr/>
          </p:nvSpPr>
          <p:spPr bwMode="auto">
            <a:xfrm>
              <a:off x="1484312" y="3962400"/>
              <a:ext cx="1441450" cy="514350"/>
            </a:xfrm>
            <a:custGeom>
              <a:avLst/>
              <a:gdLst/>
              <a:ahLst/>
              <a:cxnLst>
                <a:cxn ang="0">
                  <a:pos x="0" y="0"/>
                </a:cxn>
                <a:cxn ang="0">
                  <a:pos x="749" y="0"/>
                </a:cxn>
                <a:cxn ang="0">
                  <a:pos x="712" y="226"/>
                </a:cxn>
                <a:cxn ang="0">
                  <a:pos x="370" y="267"/>
                </a:cxn>
                <a:cxn ang="0">
                  <a:pos x="35" y="226"/>
                </a:cxn>
                <a:cxn ang="0">
                  <a:pos x="0" y="0"/>
                </a:cxn>
              </a:cxnLst>
              <a:rect l="0" t="0" r="r" b="b"/>
              <a:pathLst>
                <a:path w="749" h="267">
                  <a:moveTo>
                    <a:pt x="0" y="0"/>
                  </a:moveTo>
                  <a:cubicBezTo>
                    <a:pt x="248" y="47"/>
                    <a:pt x="497" y="47"/>
                    <a:pt x="749" y="0"/>
                  </a:cubicBezTo>
                  <a:cubicBezTo>
                    <a:pt x="712" y="226"/>
                    <a:pt x="712" y="226"/>
                    <a:pt x="712" y="226"/>
                  </a:cubicBezTo>
                  <a:cubicBezTo>
                    <a:pt x="597" y="253"/>
                    <a:pt x="482" y="267"/>
                    <a:pt x="370" y="267"/>
                  </a:cubicBezTo>
                  <a:cubicBezTo>
                    <a:pt x="257" y="267"/>
                    <a:pt x="145" y="253"/>
                    <a:pt x="35" y="226"/>
                  </a:cubicBezTo>
                  <a:lnTo>
                    <a:pt x="0" y="0"/>
                  </a:lnTo>
                  <a:close/>
                </a:path>
              </a:pathLst>
            </a:custGeom>
            <a:gradFill>
              <a:gsLst>
                <a:gs pos="0">
                  <a:schemeClr val="accent1"/>
                </a:gs>
                <a:gs pos="50000">
                  <a:schemeClr val="accent1">
                    <a:lumMod val="75000"/>
                  </a:schemeClr>
                </a:gs>
                <a:gs pos="100000">
                  <a:schemeClr val="accent1"/>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4" name="Freeform 12"/>
            <p:cNvSpPr>
              <a:spLocks/>
            </p:cNvSpPr>
            <p:nvPr/>
          </p:nvSpPr>
          <p:spPr bwMode="auto">
            <a:xfrm>
              <a:off x="1484312" y="3897312"/>
              <a:ext cx="1441450" cy="155575"/>
            </a:xfrm>
            <a:custGeom>
              <a:avLst/>
              <a:gdLst/>
              <a:ahLst/>
              <a:cxnLst>
                <a:cxn ang="0">
                  <a:pos x="749" y="34"/>
                </a:cxn>
                <a:cxn ang="0">
                  <a:pos x="0" y="34"/>
                </a:cxn>
                <a:cxn ang="0">
                  <a:pos x="355" y="0"/>
                </a:cxn>
                <a:cxn ang="0">
                  <a:pos x="749" y="34"/>
                </a:cxn>
              </a:cxnLst>
              <a:rect l="0" t="0" r="r" b="b"/>
              <a:pathLst>
                <a:path w="749" h="81">
                  <a:moveTo>
                    <a:pt x="749" y="34"/>
                  </a:moveTo>
                  <a:cubicBezTo>
                    <a:pt x="497" y="81"/>
                    <a:pt x="248" y="81"/>
                    <a:pt x="0" y="34"/>
                  </a:cubicBezTo>
                  <a:cubicBezTo>
                    <a:pt x="112" y="12"/>
                    <a:pt x="230" y="0"/>
                    <a:pt x="355" y="0"/>
                  </a:cubicBezTo>
                  <a:cubicBezTo>
                    <a:pt x="479" y="0"/>
                    <a:pt x="611" y="12"/>
                    <a:pt x="749" y="34"/>
                  </a:cubicBez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7" name="Freeform 83"/>
          <p:cNvSpPr>
            <a:spLocks noEditPoints="1"/>
          </p:cNvSpPr>
          <p:nvPr/>
        </p:nvSpPr>
        <p:spPr bwMode="auto">
          <a:xfrm>
            <a:off x="1859568" y="1929033"/>
            <a:ext cx="300144" cy="45021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2"/>
          <p:cNvSpPr>
            <a:spLocks noEditPoints="1"/>
          </p:cNvSpPr>
          <p:nvPr/>
        </p:nvSpPr>
        <p:spPr bwMode="auto">
          <a:xfrm>
            <a:off x="1861155" y="2801114"/>
            <a:ext cx="300144" cy="322912"/>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78"/>
          <p:cNvSpPr>
            <a:spLocks noEditPoints="1"/>
          </p:cNvSpPr>
          <p:nvPr/>
        </p:nvSpPr>
        <p:spPr bwMode="auto">
          <a:xfrm>
            <a:off x="1872377" y="3632059"/>
            <a:ext cx="288921" cy="217603"/>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42"/>
          <p:cNvSpPr>
            <a:spLocks noEditPoints="1"/>
          </p:cNvSpPr>
          <p:nvPr/>
        </p:nvSpPr>
        <p:spPr bwMode="auto">
          <a:xfrm>
            <a:off x="1873965" y="4330869"/>
            <a:ext cx="274524" cy="236300"/>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6" name="Group 59"/>
          <p:cNvGrpSpPr/>
          <p:nvPr/>
        </p:nvGrpSpPr>
        <p:grpSpPr>
          <a:xfrm>
            <a:off x="3299554" y="1784281"/>
            <a:ext cx="1919094" cy="565150"/>
            <a:chOff x="3135560" y="1422814"/>
            <a:chExt cx="1919094" cy="565150"/>
          </a:xfrm>
        </p:grpSpPr>
        <p:sp>
          <p:nvSpPr>
            <p:cNvPr id="31" name="Freeform 5"/>
            <p:cNvSpPr>
              <a:spLocks/>
            </p:cNvSpPr>
            <p:nvPr/>
          </p:nvSpPr>
          <p:spPr bwMode="auto">
            <a:xfrm flipV="1">
              <a:off x="3135560" y="1422814"/>
              <a:ext cx="1919094" cy="565150"/>
            </a:xfrm>
            <a:custGeom>
              <a:avLst/>
              <a:gdLst>
                <a:gd name="connsiteX0" fmla="*/ 1756 w 1890"/>
                <a:gd name="connsiteY0" fmla="*/ 356 h 356"/>
                <a:gd name="connsiteX1" fmla="*/ 84 w 1890"/>
                <a:gd name="connsiteY1" fmla="*/ 344 h 356"/>
                <a:gd name="connsiteX2" fmla="*/ 0 w 1890"/>
                <a:gd name="connsiteY2" fmla="*/ 0 h 356"/>
                <a:gd name="connsiteX3" fmla="*/ 1761 w 1890"/>
                <a:gd name="connsiteY3" fmla="*/ 0 h 356"/>
                <a:gd name="connsiteX4" fmla="*/ 1890 w 1890"/>
                <a:gd name="connsiteY4" fmla="*/ 185 h 356"/>
                <a:gd name="connsiteX5" fmla="*/ 1756 w 1890"/>
                <a:gd name="connsiteY5" fmla="*/ 356 h 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0" h="356">
                  <a:moveTo>
                    <a:pt x="1756" y="356"/>
                  </a:moveTo>
                  <a:lnTo>
                    <a:pt x="84" y="344"/>
                  </a:lnTo>
                  <a:cubicBezTo>
                    <a:pt x="56" y="229"/>
                    <a:pt x="28" y="115"/>
                    <a:pt x="0" y="0"/>
                  </a:cubicBezTo>
                  <a:lnTo>
                    <a:pt x="1761" y="0"/>
                  </a:lnTo>
                  <a:lnTo>
                    <a:pt x="1890" y="185"/>
                  </a:lnTo>
                  <a:lnTo>
                    <a:pt x="1756" y="35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TextBox 50"/>
            <p:cNvSpPr txBox="1"/>
            <p:nvPr/>
          </p:nvSpPr>
          <p:spPr>
            <a:xfrm>
              <a:off x="3526097" y="1606550"/>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9" name="Group 72"/>
          <p:cNvGrpSpPr/>
          <p:nvPr/>
        </p:nvGrpSpPr>
        <p:grpSpPr>
          <a:xfrm>
            <a:off x="3129327" y="2592530"/>
            <a:ext cx="1921125" cy="561976"/>
            <a:chOff x="3129327" y="2592530"/>
            <a:chExt cx="1921125" cy="561976"/>
          </a:xfrm>
        </p:grpSpPr>
        <p:sp>
          <p:nvSpPr>
            <p:cNvPr id="32" name="Freeform 6"/>
            <p:cNvSpPr>
              <a:spLocks/>
            </p:cNvSpPr>
            <p:nvPr/>
          </p:nvSpPr>
          <p:spPr bwMode="auto">
            <a:xfrm flipV="1">
              <a:off x="3129327" y="2592530"/>
              <a:ext cx="1921125" cy="561976"/>
            </a:xfrm>
            <a:custGeom>
              <a:avLst/>
              <a:gdLst>
                <a:gd name="connsiteX0" fmla="*/ 1892 w 1892"/>
                <a:gd name="connsiteY0" fmla="*/ 182 h 354"/>
                <a:gd name="connsiteX1" fmla="*/ 1756 w 1892"/>
                <a:gd name="connsiteY1" fmla="*/ 353 h 354"/>
                <a:gd name="connsiteX2" fmla="*/ 84 w 1892"/>
                <a:gd name="connsiteY2" fmla="*/ 354 h 354"/>
                <a:gd name="connsiteX3" fmla="*/ 0 w 1892"/>
                <a:gd name="connsiteY3" fmla="*/ 0 h 354"/>
                <a:gd name="connsiteX4" fmla="*/ 1763 w 1892"/>
                <a:gd name="connsiteY4" fmla="*/ 0 h 354"/>
                <a:gd name="connsiteX5" fmla="*/ 1892 w 1892"/>
                <a:gd name="connsiteY5" fmla="*/ 182 h 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 h="354">
                  <a:moveTo>
                    <a:pt x="1892" y="182"/>
                  </a:moveTo>
                  <a:lnTo>
                    <a:pt x="1756" y="353"/>
                  </a:lnTo>
                  <a:lnTo>
                    <a:pt x="84" y="354"/>
                  </a:lnTo>
                  <a:lnTo>
                    <a:pt x="0" y="0"/>
                  </a:lnTo>
                  <a:lnTo>
                    <a:pt x="1763" y="0"/>
                  </a:lnTo>
                  <a:lnTo>
                    <a:pt x="1892" y="18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TextBox 51"/>
            <p:cNvSpPr txBox="1"/>
            <p:nvPr/>
          </p:nvSpPr>
          <p:spPr>
            <a:xfrm>
              <a:off x="3548544" y="2768117"/>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0" name="Group 57"/>
          <p:cNvGrpSpPr/>
          <p:nvPr/>
        </p:nvGrpSpPr>
        <p:grpSpPr>
          <a:xfrm>
            <a:off x="2978016" y="3319390"/>
            <a:ext cx="1919094" cy="565150"/>
            <a:chOff x="2814022" y="2957923"/>
            <a:chExt cx="1919094" cy="565150"/>
          </a:xfrm>
        </p:grpSpPr>
        <p:sp>
          <p:nvSpPr>
            <p:cNvPr id="33" name="Freeform 7"/>
            <p:cNvSpPr>
              <a:spLocks/>
            </p:cNvSpPr>
            <p:nvPr/>
          </p:nvSpPr>
          <p:spPr bwMode="auto">
            <a:xfrm flipV="1">
              <a:off x="2814022" y="2957923"/>
              <a:ext cx="1919094" cy="565150"/>
            </a:xfrm>
            <a:custGeom>
              <a:avLst/>
              <a:gdLst>
                <a:gd name="connsiteX0" fmla="*/ 1890 w 1890"/>
                <a:gd name="connsiteY0" fmla="*/ 185 h 356"/>
                <a:gd name="connsiteX1" fmla="*/ 1756 w 1890"/>
                <a:gd name="connsiteY1" fmla="*/ 356 h 356"/>
                <a:gd name="connsiteX2" fmla="*/ 84 w 1890"/>
                <a:gd name="connsiteY2" fmla="*/ 338 h 356"/>
                <a:gd name="connsiteX3" fmla="*/ 0 w 1890"/>
                <a:gd name="connsiteY3" fmla="*/ 0 h 356"/>
                <a:gd name="connsiteX4" fmla="*/ 1761 w 1890"/>
                <a:gd name="connsiteY4" fmla="*/ 0 h 356"/>
                <a:gd name="connsiteX5" fmla="*/ 1890 w 1890"/>
                <a:gd name="connsiteY5" fmla="*/ 185 h 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0" h="356">
                  <a:moveTo>
                    <a:pt x="1890" y="185"/>
                  </a:moveTo>
                  <a:lnTo>
                    <a:pt x="1756" y="356"/>
                  </a:lnTo>
                  <a:lnTo>
                    <a:pt x="84" y="338"/>
                  </a:lnTo>
                  <a:cubicBezTo>
                    <a:pt x="56" y="225"/>
                    <a:pt x="28" y="113"/>
                    <a:pt x="0" y="0"/>
                  </a:cubicBezTo>
                  <a:lnTo>
                    <a:pt x="1761" y="0"/>
                  </a:lnTo>
                  <a:lnTo>
                    <a:pt x="1890" y="18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TextBox 54"/>
            <p:cNvSpPr txBox="1"/>
            <p:nvPr/>
          </p:nvSpPr>
          <p:spPr>
            <a:xfrm>
              <a:off x="3200400" y="3154654"/>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grpSp>
        <p:nvGrpSpPr>
          <p:cNvPr id="11" name="Group 56"/>
          <p:cNvGrpSpPr/>
          <p:nvPr/>
        </p:nvGrpSpPr>
        <p:grpSpPr>
          <a:xfrm>
            <a:off x="2816090" y="4049643"/>
            <a:ext cx="1921125" cy="568326"/>
            <a:chOff x="2652096" y="3688176"/>
            <a:chExt cx="1921125" cy="568326"/>
          </a:xfrm>
        </p:grpSpPr>
        <p:sp>
          <p:nvSpPr>
            <p:cNvPr id="34" name="Freeform 8"/>
            <p:cNvSpPr>
              <a:spLocks/>
            </p:cNvSpPr>
            <p:nvPr/>
          </p:nvSpPr>
          <p:spPr bwMode="auto">
            <a:xfrm flipV="1">
              <a:off x="2652096" y="3688176"/>
              <a:ext cx="1921125" cy="568326"/>
            </a:xfrm>
            <a:custGeom>
              <a:avLst/>
              <a:gdLst>
                <a:gd name="connsiteX0" fmla="*/ 1756 w 1892"/>
                <a:gd name="connsiteY0" fmla="*/ 353 h 358"/>
                <a:gd name="connsiteX1" fmla="*/ 84 w 1892"/>
                <a:gd name="connsiteY1" fmla="*/ 358 h 358"/>
                <a:gd name="connsiteX2" fmla="*/ 0 w 1892"/>
                <a:gd name="connsiteY2" fmla="*/ 0 h 358"/>
                <a:gd name="connsiteX3" fmla="*/ 1761 w 1892"/>
                <a:gd name="connsiteY3" fmla="*/ 0 h 358"/>
                <a:gd name="connsiteX4" fmla="*/ 1892 w 1892"/>
                <a:gd name="connsiteY4" fmla="*/ 184 h 358"/>
                <a:gd name="connsiteX5" fmla="*/ 1756 w 1892"/>
                <a:gd name="connsiteY5" fmla="*/ 353 h 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 h="358">
                  <a:moveTo>
                    <a:pt x="1756" y="353"/>
                  </a:moveTo>
                  <a:lnTo>
                    <a:pt x="84" y="358"/>
                  </a:lnTo>
                  <a:cubicBezTo>
                    <a:pt x="56" y="239"/>
                    <a:pt x="28" y="119"/>
                    <a:pt x="0" y="0"/>
                  </a:cubicBezTo>
                  <a:lnTo>
                    <a:pt x="1761" y="0"/>
                  </a:lnTo>
                  <a:cubicBezTo>
                    <a:pt x="1805" y="61"/>
                    <a:pt x="1848" y="123"/>
                    <a:pt x="1892" y="184"/>
                  </a:cubicBezTo>
                  <a:lnTo>
                    <a:pt x="1756" y="35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TextBox 55"/>
            <p:cNvSpPr txBox="1"/>
            <p:nvPr/>
          </p:nvSpPr>
          <p:spPr>
            <a:xfrm>
              <a:off x="3048000" y="3871205"/>
              <a:ext cx="1070806" cy="215444"/>
            </a:xfrm>
            <a:prstGeom prst="rect">
              <a:avLst/>
            </a:prstGeom>
            <a:noFill/>
          </p:spPr>
          <p:txBody>
            <a:bodyPr wrap="none" lIns="0" tIns="0" rIns="0" bIns="0" rtlCol="0" anchor="ctr">
              <a:spAutoFit/>
            </a:bodyPr>
            <a:lstStyle/>
            <a:p>
              <a:pPr algn="ctr"/>
              <a:r>
                <a:rPr lang="en-US" sz="1400" b="1" dirty="0">
                  <a:solidFill>
                    <a:schemeClr val="bg1"/>
                  </a:solidFill>
                </a:rPr>
                <a:t>Title Goes Here</a:t>
              </a:r>
            </a:p>
          </p:txBody>
        </p:sp>
      </p:grpSp>
      <p:sp>
        <p:nvSpPr>
          <p:cNvPr id="61" name="Footer Text"/>
          <p:cNvSpPr txBox="1"/>
          <p:nvPr/>
        </p:nvSpPr>
        <p:spPr>
          <a:xfrm>
            <a:off x="5278640" y="1796172"/>
            <a:ext cx="3065260"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62" name="Footer Text"/>
          <p:cNvSpPr txBox="1"/>
          <p:nvPr/>
        </p:nvSpPr>
        <p:spPr>
          <a:xfrm>
            <a:off x="5107055" y="2632286"/>
            <a:ext cx="3065260"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63" name="Footer Text"/>
          <p:cNvSpPr txBox="1"/>
          <p:nvPr/>
        </p:nvSpPr>
        <p:spPr>
          <a:xfrm>
            <a:off x="4957970" y="3326318"/>
            <a:ext cx="3065260"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64" name="Footer Text"/>
          <p:cNvSpPr txBox="1"/>
          <p:nvPr/>
        </p:nvSpPr>
        <p:spPr>
          <a:xfrm>
            <a:off x="4812194" y="4071412"/>
            <a:ext cx="3065260"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a:t>
            </a:r>
          </a:p>
        </p:txBody>
      </p:sp>
      <p:sp>
        <p:nvSpPr>
          <p:cNvPr id="65" name="Down Arrow 64"/>
          <p:cNvSpPr/>
          <p:nvPr/>
        </p:nvSpPr>
        <p:spPr bwMode="auto">
          <a:xfrm>
            <a:off x="1026977" y="1044141"/>
            <a:ext cx="420823" cy="594090"/>
          </a:xfrm>
          <a:prstGeom prst="downArrow">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9" name="Down Arrow 68"/>
          <p:cNvSpPr/>
          <p:nvPr/>
        </p:nvSpPr>
        <p:spPr bwMode="auto">
          <a:xfrm>
            <a:off x="1522851" y="940087"/>
            <a:ext cx="420823" cy="698144"/>
          </a:xfrm>
          <a:prstGeom prst="downArrow">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0" name="Down Arrow 69"/>
          <p:cNvSpPr/>
          <p:nvPr/>
        </p:nvSpPr>
        <p:spPr bwMode="auto">
          <a:xfrm>
            <a:off x="2018725" y="940087"/>
            <a:ext cx="420823" cy="698144"/>
          </a:xfrm>
          <a:prstGeom prst="downArrow">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1" name="Down Arrow 70"/>
          <p:cNvSpPr/>
          <p:nvPr/>
        </p:nvSpPr>
        <p:spPr bwMode="auto">
          <a:xfrm>
            <a:off x="2514600" y="1044141"/>
            <a:ext cx="420823" cy="594090"/>
          </a:xfrm>
          <a:prstGeom prst="downArrow">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50"/>
                                        </p:tgtEl>
                                        <p:attrNameLst>
                                          <p:attrName>style.visibility</p:attrName>
                                        </p:attrNameLst>
                                      </p:cBhvr>
                                      <p:to>
                                        <p:strVal val="visible"/>
                                      </p:to>
                                    </p:set>
                                    <p:anim calcmode="lin" valueType="num">
                                      <p:cBhvr>
                                        <p:cTn id="12" dur="500" fill="hold"/>
                                        <p:tgtEl>
                                          <p:spTgt spid="50"/>
                                        </p:tgtEl>
                                        <p:attrNameLst>
                                          <p:attrName>ppt_w</p:attrName>
                                        </p:attrNameLst>
                                      </p:cBhvr>
                                      <p:tavLst>
                                        <p:tav tm="0">
                                          <p:val>
                                            <p:fltVal val="0"/>
                                          </p:val>
                                        </p:tav>
                                        <p:tav tm="100000">
                                          <p:val>
                                            <p:strVal val="#ppt_w"/>
                                          </p:val>
                                        </p:tav>
                                      </p:tavLst>
                                    </p:anim>
                                    <p:anim calcmode="lin" valueType="num">
                                      <p:cBhvr>
                                        <p:cTn id="13" dur="500" fill="hold"/>
                                        <p:tgtEl>
                                          <p:spTgt spid="50"/>
                                        </p:tgtEl>
                                        <p:attrNameLst>
                                          <p:attrName>ppt_h</p:attrName>
                                        </p:attrNameLst>
                                      </p:cBhvr>
                                      <p:tavLst>
                                        <p:tav tm="0">
                                          <p:val>
                                            <p:fltVal val="0"/>
                                          </p:val>
                                        </p:tav>
                                        <p:tav tm="100000">
                                          <p:val>
                                            <p:strVal val="#ppt_h"/>
                                          </p:val>
                                        </p:tav>
                                      </p:tavLst>
                                    </p:anim>
                                    <p:animEffect transition="in" filter="fade">
                                      <p:cBhvr>
                                        <p:cTn id="14" dur="500"/>
                                        <p:tgtEl>
                                          <p:spTgt spid="50"/>
                                        </p:tgtEl>
                                      </p:cBhvr>
                                    </p:animEffect>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left)">
                                      <p:cBhvr>
                                        <p:cTn id="18" dur="500"/>
                                        <p:tgtEl>
                                          <p:spTgt spid="11"/>
                                        </p:tgtEl>
                                      </p:cBhvr>
                                    </p:animEffect>
                                  </p:childTnLst>
                                </p:cTn>
                              </p:par>
                              <p:par>
                                <p:cTn id="19" presetID="2" presetClass="entr" presetSubtype="2" accel="50000" decel="50000" fill="hold" grpId="0" nodeType="withEffect">
                                  <p:stCondLst>
                                    <p:cond delay="0"/>
                                  </p:stCondLst>
                                  <p:childTnLst>
                                    <p:set>
                                      <p:cBhvr>
                                        <p:cTn id="20" dur="1" fill="hold">
                                          <p:stCondLst>
                                            <p:cond delay="0"/>
                                          </p:stCondLst>
                                        </p:cTn>
                                        <p:tgtEl>
                                          <p:spTgt spid="64"/>
                                        </p:tgtEl>
                                        <p:attrNameLst>
                                          <p:attrName>style.visibility</p:attrName>
                                        </p:attrNameLst>
                                      </p:cBhvr>
                                      <p:to>
                                        <p:strVal val="visible"/>
                                      </p:to>
                                    </p:set>
                                    <p:anim calcmode="lin" valueType="num">
                                      <p:cBhvr additive="base">
                                        <p:cTn id="21" dur="500" fill="hold"/>
                                        <p:tgtEl>
                                          <p:spTgt spid="64"/>
                                        </p:tgtEl>
                                        <p:attrNameLst>
                                          <p:attrName>ppt_x</p:attrName>
                                        </p:attrNameLst>
                                      </p:cBhvr>
                                      <p:tavLst>
                                        <p:tav tm="0">
                                          <p:val>
                                            <p:strVal val="1+#ppt_w/2"/>
                                          </p:val>
                                        </p:tav>
                                        <p:tav tm="100000">
                                          <p:val>
                                            <p:strVal val="#ppt_x"/>
                                          </p:val>
                                        </p:tav>
                                      </p:tavLst>
                                    </p:anim>
                                    <p:anim calcmode="lin" valueType="num">
                                      <p:cBhvr additive="base">
                                        <p:cTn id="22" dur="500" fill="hold"/>
                                        <p:tgtEl>
                                          <p:spTgt spid="64"/>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 presetClass="entr" presetSubtype="1" accel="50000" decel="50000"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500" fill="hold"/>
                                        <p:tgtEl>
                                          <p:spTgt spid="4"/>
                                        </p:tgtEl>
                                        <p:attrNameLst>
                                          <p:attrName>ppt_x</p:attrName>
                                        </p:attrNameLst>
                                      </p:cBhvr>
                                      <p:tavLst>
                                        <p:tav tm="0">
                                          <p:val>
                                            <p:strVal val="#ppt_x"/>
                                          </p:val>
                                        </p:tav>
                                        <p:tav tm="100000">
                                          <p:val>
                                            <p:strVal val="#ppt_x"/>
                                          </p:val>
                                        </p:tav>
                                      </p:tavLst>
                                    </p:anim>
                                    <p:anim calcmode="lin" valueType="num">
                                      <p:cBhvr additive="base">
                                        <p:cTn id="27" dur="500" fill="hold"/>
                                        <p:tgtEl>
                                          <p:spTgt spid="4"/>
                                        </p:tgtEl>
                                        <p:attrNameLst>
                                          <p:attrName>ppt_y</p:attrName>
                                        </p:attrNameLst>
                                      </p:cBhvr>
                                      <p:tavLst>
                                        <p:tav tm="0">
                                          <p:val>
                                            <p:strVal val="0-#ppt_h/2"/>
                                          </p:val>
                                        </p:tav>
                                        <p:tav tm="100000">
                                          <p:val>
                                            <p:strVal val="#ppt_y"/>
                                          </p:val>
                                        </p:tav>
                                      </p:tavLst>
                                    </p:anim>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49"/>
                                        </p:tgtEl>
                                        <p:attrNameLst>
                                          <p:attrName>style.visibility</p:attrName>
                                        </p:attrNameLst>
                                      </p:cBhvr>
                                      <p:to>
                                        <p:strVal val="visible"/>
                                      </p:to>
                                    </p:set>
                                    <p:anim calcmode="lin" valueType="num">
                                      <p:cBhvr>
                                        <p:cTn id="31" dur="500" fill="hold"/>
                                        <p:tgtEl>
                                          <p:spTgt spid="49"/>
                                        </p:tgtEl>
                                        <p:attrNameLst>
                                          <p:attrName>ppt_w</p:attrName>
                                        </p:attrNameLst>
                                      </p:cBhvr>
                                      <p:tavLst>
                                        <p:tav tm="0">
                                          <p:val>
                                            <p:fltVal val="0"/>
                                          </p:val>
                                        </p:tav>
                                        <p:tav tm="100000">
                                          <p:val>
                                            <p:strVal val="#ppt_w"/>
                                          </p:val>
                                        </p:tav>
                                      </p:tavLst>
                                    </p:anim>
                                    <p:anim calcmode="lin" valueType="num">
                                      <p:cBhvr>
                                        <p:cTn id="32" dur="500" fill="hold"/>
                                        <p:tgtEl>
                                          <p:spTgt spid="49"/>
                                        </p:tgtEl>
                                        <p:attrNameLst>
                                          <p:attrName>ppt_h</p:attrName>
                                        </p:attrNameLst>
                                      </p:cBhvr>
                                      <p:tavLst>
                                        <p:tav tm="0">
                                          <p:val>
                                            <p:fltVal val="0"/>
                                          </p:val>
                                        </p:tav>
                                        <p:tav tm="100000">
                                          <p:val>
                                            <p:strVal val="#ppt_h"/>
                                          </p:val>
                                        </p:tav>
                                      </p:tavLst>
                                    </p:anim>
                                    <p:animEffect transition="in" filter="fade">
                                      <p:cBhvr>
                                        <p:cTn id="33" dur="500"/>
                                        <p:tgtEl>
                                          <p:spTgt spid="49"/>
                                        </p:tgtEl>
                                      </p:cBhvr>
                                    </p:animEffect>
                                  </p:childTnLst>
                                </p:cTn>
                              </p:par>
                            </p:childTnLst>
                          </p:cTn>
                        </p:par>
                        <p:par>
                          <p:cTn id="34" fill="hold">
                            <p:stCondLst>
                              <p:cond delay="2500"/>
                            </p:stCondLst>
                            <p:childTnLst>
                              <p:par>
                                <p:cTn id="35" presetID="22" presetClass="entr" presetSubtype="8" fill="hold"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par>
                                <p:cTn id="38" presetID="2" presetClass="entr" presetSubtype="2" accel="50000" decel="50000"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500" fill="hold"/>
                                        <p:tgtEl>
                                          <p:spTgt spid="63"/>
                                        </p:tgtEl>
                                        <p:attrNameLst>
                                          <p:attrName>ppt_x</p:attrName>
                                        </p:attrNameLst>
                                      </p:cBhvr>
                                      <p:tavLst>
                                        <p:tav tm="0">
                                          <p:val>
                                            <p:strVal val="1+#ppt_w/2"/>
                                          </p:val>
                                        </p:tav>
                                        <p:tav tm="100000">
                                          <p:val>
                                            <p:strVal val="#ppt_x"/>
                                          </p:val>
                                        </p:tav>
                                      </p:tavLst>
                                    </p:anim>
                                    <p:anim calcmode="lin" valueType="num">
                                      <p:cBhvr additive="base">
                                        <p:cTn id="41" dur="500" fill="hold"/>
                                        <p:tgtEl>
                                          <p:spTgt spid="63"/>
                                        </p:tgtEl>
                                        <p:attrNameLst>
                                          <p:attrName>ppt_y</p:attrName>
                                        </p:attrNameLst>
                                      </p:cBhvr>
                                      <p:tavLst>
                                        <p:tav tm="0">
                                          <p:val>
                                            <p:strVal val="#ppt_y"/>
                                          </p:val>
                                        </p:tav>
                                        <p:tav tm="100000">
                                          <p:val>
                                            <p:strVal val="#ppt_y"/>
                                          </p:val>
                                        </p:tav>
                                      </p:tavLst>
                                    </p:anim>
                                  </p:childTnLst>
                                </p:cTn>
                              </p:par>
                            </p:childTnLst>
                          </p:cTn>
                        </p:par>
                        <p:par>
                          <p:cTn id="42" fill="hold">
                            <p:stCondLst>
                              <p:cond delay="3000"/>
                            </p:stCondLst>
                            <p:childTnLst>
                              <p:par>
                                <p:cTn id="43" presetID="2" presetClass="entr" presetSubtype="1" accel="50000" decel="50000" fill="hold" nodeType="afterEffect">
                                  <p:stCondLst>
                                    <p:cond delay="0"/>
                                  </p:stCondLst>
                                  <p:childTnLst>
                                    <p:set>
                                      <p:cBhvr>
                                        <p:cTn id="44" dur="1" fill="hold">
                                          <p:stCondLst>
                                            <p:cond delay="0"/>
                                          </p:stCondLst>
                                        </p:cTn>
                                        <p:tgtEl>
                                          <p:spTgt spid="3"/>
                                        </p:tgtEl>
                                        <p:attrNameLst>
                                          <p:attrName>style.visibility</p:attrName>
                                        </p:attrNameLst>
                                      </p:cBhvr>
                                      <p:to>
                                        <p:strVal val="visible"/>
                                      </p:to>
                                    </p:set>
                                    <p:anim calcmode="lin" valueType="num">
                                      <p:cBhvr additive="base">
                                        <p:cTn id="45" dur="500" fill="hold"/>
                                        <p:tgtEl>
                                          <p:spTgt spid="3"/>
                                        </p:tgtEl>
                                        <p:attrNameLst>
                                          <p:attrName>ppt_x</p:attrName>
                                        </p:attrNameLst>
                                      </p:cBhvr>
                                      <p:tavLst>
                                        <p:tav tm="0">
                                          <p:val>
                                            <p:strVal val="#ppt_x"/>
                                          </p:val>
                                        </p:tav>
                                        <p:tav tm="100000">
                                          <p:val>
                                            <p:strVal val="#ppt_x"/>
                                          </p:val>
                                        </p:tav>
                                      </p:tavLst>
                                    </p:anim>
                                    <p:anim calcmode="lin" valueType="num">
                                      <p:cBhvr additive="base">
                                        <p:cTn id="46" dur="500" fill="hold"/>
                                        <p:tgtEl>
                                          <p:spTgt spid="3"/>
                                        </p:tgtEl>
                                        <p:attrNameLst>
                                          <p:attrName>ppt_y</p:attrName>
                                        </p:attrNameLst>
                                      </p:cBhvr>
                                      <p:tavLst>
                                        <p:tav tm="0">
                                          <p:val>
                                            <p:strVal val="0-#ppt_h/2"/>
                                          </p:val>
                                        </p:tav>
                                        <p:tav tm="100000">
                                          <p:val>
                                            <p:strVal val="#ppt_y"/>
                                          </p:val>
                                        </p:tav>
                                      </p:tavLst>
                                    </p:anim>
                                  </p:childTnLst>
                                </p:cTn>
                              </p:par>
                            </p:childTnLst>
                          </p:cTn>
                        </p:par>
                        <p:par>
                          <p:cTn id="47" fill="hold">
                            <p:stCondLst>
                              <p:cond delay="3500"/>
                            </p:stCondLst>
                            <p:childTnLst>
                              <p:par>
                                <p:cTn id="48" presetID="53" presetClass="entr" presetSubtype="0" fill="hold" grpId="0" nodeType="afterEffect">
                                  <p:stCondLst>
                                    <p:cond delay="0"/>
                                  </p:stCondLst>
                                  <p:childTnLst>
                                    <p:set>
                                      <p:cBhvr>
                                        <p:cTn id="49" dur="1" fill="hold">
                                          <p:stCondLst>
                                            <p:cond delay="0"/>
                                          </p:stCondLst>
                                        </p:cTn>
                                        <p:tgtEl>
                                          <p:spTgt spid="48"/>
                                        </p:tgtEl>
                                        <p:attrNameLst>
                                          <p:attrName>style.visibility</p:attrName>
                                        </p:attrNameLst>
                                      </p:cBhvr>
                                      <p:to>
                                        <p:strVal val="visible"/>
                                      </p:to>
                                    </p:set>
                                    <p:anim calcmode="lin" valueType="num">
                                      <p:cBhvr>
                                        <p:cTn id="50" dur="500" fill="hold"/>
                                        <p:tgtEl>
                                          <p:spTgt spid="48"/>
                                        </p:tgtEl>
                                        <p:attrNameLst>
                                          <p:attrName>ppt_w</p:attrName>
                                        </p:attrNameLst>
                                      </p:cBhvr>
                                      <p:tavLst>
                                        <p:tav tm="0">
                                          <p:val>
                                            <p:fltVal val="0"/>
                                          </p:val>
                                        </p:tav>
                                        <p:tav tm="100000">
                                          <p:val>
                                            <p:strVal val="#ppt_w"/>
                                          </p:val>
                                        </p:tav>
                                      </p:tavLst>
                                    </p:anim>
                                    <p:anim calcmode="lin" valueType="num">
                                      <p:cBhvr>
                                        <p:cTn id="51" dur="500" fill="hold"/>
                                        <p:tgtEl>
                                          <p:spTgt spid="48"/>
                                        </p:tgtEl>
                                        <p:attrNameLst>
                                          <p:attrName>ppt_h</p:attrName>
                                        </p:attrNameLst>
                                      </p:cBhvr>
                                      <p:tavLst>
                                        <p:tav tm="0">
                                          <p:val>
                                            <p:fltVal val="0"/>
                                          </p:val>
                                        </p:tav>
                                        <p:tav tm="100000">
                                          <p:val>
                                            <p:strVal val="#ppt_h"/>
                                          </p:val>
                                        </p:tav>
                                      </p:tavLst>
                                    </p:anim>
                                    <p:animEffect transition="in" filter="fade">
                                      <p:cBhvr>
                                        <p:cTn id="52" dur="500"/>
                                        <p:tgtEl>
                                          <p:spTgt spid="48"/>
                                        </p:tgtEl>
                                      </p:cBhvr>
                                    </p:animEffect>
                                  </p:childTnLst>
                                </p:cTn>
                              </p:par>
                            </p:childTnLst>
                          </p:cTn>
                        </p:par>
                        <p:par>
                          <p:cTn id="53" fill="hold">
                            <p:stCondLst>
                              <p:cond delay="4000"/>
                            </p:stCondLst>
                            <p:childTnLst>
                              <p:par>
                                <p:cTn id="54" presetID="22" presetClass="entr" presetSubtype="8" fill="hold" nodeType="after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2" presetClass="entr" presetSubtype="2" accel="50000" decel="50000" fill="hold" grpId="0" nodeType="withEffect">
                                  <p:stCondLst>
                                    <p:cond delay="0"/>
                                  </p:stCondLst>
                                  <p:childTnLst>
                                    <p:set>
                                      <p:cBhvr>
                                        <p:cTn id="58" dur="1" fill="hold">
                                          <p:stCondLst>
                                            <p:cond delay="0"/>
                                          </p:stCondLst>
                                        </p:cTn>
                                        <p:tgtEl>
                                          <p:spTgt spid="62"/>
                                        </p:tgtEl>
                                        <p:attrNameLst>
                                          <p:attrName>style.visibility</p:attrName>
                                        </p:attrNameLst>
                                      </p:cBhvr>
                                      <p:to>
                                        <p:strVal val="visible"/>
                                      </p:to>
                                    </p:set>
                                    <p:anim calcmode="lin" valueType="num">
                                      <p:cBhvr additive="base">
                                        <p:cTn id="59" dur="500" fill="hold"/>
                                        <p:tgtEl>
                                          <p:spTgt spid="62"/>
                                        </p:tgtEl>
                                        <p:attrNameLst>
                                          <p:attrName>ppt_x</p:attrName>
                                        </p:attrNameLst>
                                      </p:cBhvr>
                                      <p:tavLst>
                                        <p:tav tm="0">
                                          <p:val>
                                            <p:strVal val="1+#ppt_w/2"/>
                                          </p:val>
                                        </p:tav>
                                        <p:tav tm="100000">
                                          <p:val>
                                            <p:strVal val="#ppt_x"/>
                                          </p:val>
                                        </p:tav>
                                      </p:tavLst>
                                    </p:anim>
                                    <p:anim calcmode="lin" valueType="num">
                                      <p:cBhvr additive="base">
                                        <p:cTn id="60" dur="500" fill="hold"/>
                                        <p:tgtEl>
                                          <p:spTgt spid="62"/>
                                        </p:tgtEl>
                                        <p:attrNameLst>
                                          <p:attrName>ppt_y</p:attrName>
                                        </p:attrNameLst>
                                      </p:cBhvr>
                                      <p:tavLst>
                                        <p:tav tm="0">
                                          <p:val>
                                            <p:strVal val="#ppt_y"/>
                                          </p:val>
                                        </p:tav>
                                        <p:tav tm="100000">
                                          <p:val>
                                            <p:strVal val="#ppt_y"/>
                                          </p:val>
                                        </p:tav>
                                      </p:tavLst>
                                    </p:anim>
                                  </p:childTnLst>
                                </p:cTn>
                              </p:par>
                            </p:childTnLst>
                          </p:cTn>
                        </p:par>
                        <p:par>
                          <p:cTn id="61" fill="hold">
                            <p:stCondLst>
                              <p:cond delay="4500"/>
                            </p:stCondLst>
                            <p:childTnLst>
                              <p:par>
                                <p:cTn id="62" presetID="2" presetClass="entr" presetSubtype="1" accel="50000" decel="50000" fill="hold" nodeType="afterEffect">
                                  <p:stCondLst>
                                    <p:cond delay="0"/>
                                  </p:stCondLst>
                                  <p:childTnLst>
                                    <p:set>
                                      <p:cBhvr>
                                        <p:cTn id="63" dur="1" fill="hold">
                                          <p:stCondLst>
                                            <p:cond delay="0"/>
                                          </p:stCondLst>
                                        </p:cTn>
                                        <p:tgtEl>
                                          <p:spTgt spid="2"/>
                                        </p:tgtEl>
                                        <p:attrNameLst>
                                          <p:attrName>style.visibility</p:attrName>
                                        </p:attrNameLst>
                                      </p:cBhvr>
                                      <p:to>
                                        <p:strVal val="visible"/>
                                      </p:to>
                                    </p:set>
                                    <p:anim calcmode="lin" valueType="num">
                                      <p:cBhvr additive="base">
                                        <p:cTn id="64" dur="500" fill="hold"/>
                                        <p:tgtEl>
                                          <p:spTgt spid="2"/>
                                        </p:tgtEl>
                                        <p:attrNameLst>
                                          <p:attrName>ppt_x</p:attrName>
                                        </p:attrNameLst>
                                      </p:cBhvr>
                                      <p:tavLst>
                                        <p:tav tm="0">
                                          <p:val>
                                            <p:strVal val="#ppt_x"/>
                                          </p:val>
                                        </p:tav>
                                        <p:tav tm="100000">
                                          <p:val>
                                            <p:strVal val="#ppt_x"/>
                                          </p:val>
                                        </p:tav>
                                      </p:tavLst>
                                    </p:anim>
                                    <p:anim calcmode="lin" valueType="num">
                                      <p:cBhvr additive="base">
                                        <p:cTn id="65" dur="500" fill="hold"/>
                                        <p:tgtEl>
                                          <p:spTgt spid="2"/>
                                        </p:tgtEl>
                                        <p:attrNameLst>
                                          <p:attrName>ppt_y</p:attrName>
                                        </p:attrNameLst>
                                      </p:cBhvr>
                                      <p:tavLst>
                                        <p:tav tm="0">
                                          <p:val>
                                            <p:strVal val="0-#ppt_h/2"/>
                                          </p:val>
                                        </p:tav>
                                        <p:tav tm="100000">
                                          <p:val>
                                            <p:strVal val="#ppt_y"/>
                                          </p:val>
                                        </p:tav>
                                      </p:tavLst>
                                    </p:anim>
                                  </p:childTnLst>
                                </p:cTn>
                              </p:par>
                            </p:childTnLst>
                          </p:cTn>
                        </p:par>
                        <p:par>
                          <p:cTn id="66" fill="hold">
                            <p:stCondLst>
                              <p:cond delay="5000"/>
                            </p:stCondLst>
                            <p:childTnLst>
                              <p:par>
                                <p:cTn id="67" presetID="53" presetClass="entr" presetSubtype="0" fill="hold" grpId="0" nodeType="afterEffect">
                                  <p:stCondLst>
                                    <p:cond delay="0"/>
                                  </p:stCondLst>
                                  <p:childTnLst>
                                    <p:set>
                                      <p:cBhvr>
                                        <p:cTn id="68" dur="1" fill="hold">
                                          <p:stCondLst>
                                            <p:cond delay="0"/>
                                          </p:stCondLst>
                                        </p:cTn>
                                        <p:tgtEl>
                                          <p:spTgt spid="47"/>
                                        </p:tgtEl>
                                        <p:attrNameLst>
                                          <p:attrName>style.visibility</p:attrName>
                                        </p:attrNameLst>
                                      </p:cBhvr>
                                      <p:to>
                                        <p:strVal val="visible"/>
                                      </p:to>
                                    </p:set>
                                    <p:anim calcmode="lin" valueType="num">
                                      <p:cBhvr>
                                        <p:cTn id="69" dur="500" fill="hold"/>
                                        <p:tgtEl>
                                          <p:spTgt spid="47"/>
                                        </p:tgtEl>
                                        <p:attrNameLst>
                                          <p:attrName>ppt_w</p:attrName>
                                        </p:attrNameLst>
                                      </p:cBhvr>
                                      <p:tavLst>
                                        <p:tav tm="0">
                                          <p:val>
                                            <p:fltVal val="0"/>
                                          </p:val>
                                        </p:tav>
                                        <p:tav tm="100000">
                                          <p:val>
                                            <p:strVal val="#ppt_w"/>
                                          </p:val>
                                        </p:tav>
                                      </p:tavLst>
                                    </p:anim>
                                    <p:anim calcmode="lin" valueType="num">
                                      <p:cBhvr>
                                        <p:cTn id="70" dur="500" fill="hold"/>
                                        <p:tgtEl>
                                          <p:spTgt spid="47"/>
                                        </p:tgtEl>
                                        <p:attrNameLst>
                                          <p:attrName>ppt_h</p:attrName>
                                        </p:attrNameLst>
                                      </p:cBhvr>
                                      <p:tavLst>
                                        <p:tav tm="0">
                                          <p:val>
                                            <p:fltVal val="0"/>
                                          </p:val>
                                        </p:tav>
                                        <p:tav tm="100000">
                                          <p:val>
                                            <p:strVal val="#ppt_h"/>
                                          </p:val>
                                        </p:tav>
                                      </p:tavLst>
                                    </p:anim>
                                    <p:animEffect transition="in" filter="fade">
                                      <p:cBhvr>
                                        <p:cTn id="71" dur="500"/>
                                        <p:tgtEl>
                                          <p:spTgt spid="47"/>
                                        </p:tgtEl>
                                      </p:cBhvr>
                                    </p:animEffect>
                                  </p:childTnLst>
                                </p:cTn>
                              </p:par>
                            </p:childTnLst>
                          </p:cTn>
                        </p:par>
                        <p:par>
                          <p:cTn id="72" fill="hold">
                            <p:stCondLst>
                              <p:cond delay="5500"/>
                            </p:stCondLst>
                            <p:childTnLst>
                              <p:par>
                                <p:cTn id="73" presetID="22" presetClass="entr" presetSubtype="8" fill="hold" nodeType="afterEffect">
                                  <p:stCondLst>
                                    <p:cond delay="0"/>
                                  </p:stCondLst>
                                  <p:childTnLst>
                                    <p:set>
                                      <p:cBhvr>
                                        <p:cTn id="74" dur="1" fill="hold">
                                          <p:stCondLst>
                                            <p:cond delay="0"/>
                                          </p:stCondLst>
                                        </p:cTn>
                                        <p:tgtEl>
                                          <p:spTgt spid="6"/>
                                        </p:tgtEl>
                                        <p:attrNameLst>
                                          <p:attrName>style.visibility</p:attrName>
                                        </p:attrNameLst>
                                      </p:cBhvr>
                                      <p:to>
                                        <p:strVal val="visible"/>
                                      </p:to>
                                    </p:set>
                                    <p:animEffect transition="in" filter="wipe(left)">
                                      <p:cBhvr>
                                        <p:cTn id="75" dur="500"/>
                                        <p:tgtEl>
                                          <p:spTgt spid="6"/>
                                        </p:tgtEl>
                                      </p:cBhvr>
                                    </p:animEffect>
                                  </p:childTnLst>
                                </p:cTn>
                              </p:par>
                              <p:par>
                                <p:cTn id="76" presetID="2" presetClass="entr" presetSubtype="2" accel="50000" decel="50000" fill="hold" grpId="0" nodeType="withEffect">
                                  <p:stCondLst>
                                    <p:cond delay="0"/>
                                  </p:stCondLst>
                                  <p:childTnLst>
                                    <p:set>
                                      <p:cBhvr>
                                        <p:cTn id="77" dur="1" fill="hold">
                                          <p:stCondLst>
                                            <p:cond delay="0"/>
                                          </p:stCondLst>
                                        </p:cTn>
                                        <p:tgtEl>
                                          <p:spTgt spid="61"/>
                                        </p:tgtEl>
                                        <p:attrNameLst>
                                          <p:attrName>style.visibility</p:attrName>
                                        </p:attrNameLst>
                                      </p:cBhvr>
                                      <p:to>
                                        <p:strVal val="visible"/>
                                      </p:to>
                                    </p:set>
                                    <p:anim calcmode="lin" valueType="num">
                                      <p:cBhvr additive="base">
                                        <p:cTn id="78" dur="500" fill="hold"/>
                                        <p:tgtEl>
                                          <p:spTgt spid="61"/>
                                        </p:tgtEl>
                                        <p:attrNameLst>
                                          <p:attrName>ppt_x</p:attrName>
                                        </p:attrNameLst>
                                      </p:cBhvr>
                                      <p:tavLst>
                                        <p:tav tm="0">
                                          <p:val>
                                            <p:strVal val="1+#ppt_w/2"/>
                                          </p:val>
                                        </p:tav>
                                        <p:tav tm="100000">
                                          <p:val>
                                            <p:strVal val="#ppt_x"/>
                                          </p:val>
                                        </p:tav>
                                      </p:tavLst>
                                    </p:anim>
                                    <p:anim calcmode="lin" valueType="num">
                                      <p:cBhvr additive="base">
                                        <p:cTn id="79" dur="500" fill="hold"/>
                                        <p:tgtEl>
                                          <p:spTgt spid="61"/>
                                        </p:tgtEl>
                                        <p:attrNameLst>
                                          <p:attrName>ppt_y</p:attrName>
                                        </p:attrNameLst>
                                      </p:cBhvr>
                                      <p:tavLst>
                                        <p:tav tm="0">
                                          <p:val>
                                            <p:strVal val="#ppt_y"/>
                                          </p:val>
                                        </p:tav>
                                        <p:tav tm="100000">
                                          <p:val>
                                            <p:strVal val="#ppt_y"/>
                                          </p:val>
                                        </p:tav>
                                      </p:tavLst>
                                    </p:anim>
                                  </p:childTnLst>
                                </p:cTn>
                              </p:par>
                            </p:childTnLst>
                          </p:cTn>
                        </p:par>
                        <p:par>
                          <p:cTn id="80" fill="hold">
                            <p:stCondLst>
                              <p:cond delay="6000"/>
                            </p:stCondLst>
                            <p:childTnLst>
                              <p:par>
                                <p:cTn id="81" presetID="2" presetClass="entr" presetSubtype="1" accel="50000" decel="50000"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 calcmode="lin" valueType="num">
                                      <p:cBhvr additive="base">
                                        <p:cTn id="83" dur="500" fill="hold"/>
                                        <p:tgtEl>
                                          <p:spTgt spid="65"/>
                                        </p:tgtEl>
                                        <p:attrNameLst>
                                          <p:attrName>ppt_x</p:attrName>
                                        </p:attrNameLst>
                                      </p:cBhvr>
                                      <p:tavLst>
                                        <p:tav tm="0">
                                          <p:val>
                                            <p:strVal val="#ppt_x"/>
                                          </p:val>
                                        </p:tav>
                                        <p:tav tm="100000">
                                          <p:val>
                                            <p:strVal val="#ppt_x"/>
                                          </p:val>
                                        </p:tav>
                                      </p:tavLst>
                                    </p:anim>
                                    <p:anim calcmode="lin" valueType="num">
                                      <p:cBhvr additive="base">
                                        <p:cTn id="84" dur="500" fill="hold"/>
                                        <p:tgtEl>
                                          <p:spTgt spid="65"/>
                                        </p:tgtEl>
                                        <p:attrNameLst>
                                          <p:attrName>ppt_y</p:attrName>
                                        </p:attrNameLst>
                                      </p:cBhvr>
                                      <p:tavLst>
                                        <p:tav tm="0">
                                          <p:val>
                                            <p:strVal val="0-#ppt_h/2"/>
                                          </p:val>
                                        </p:tav>
                                        <p:tav tm="100000">
                                          <p:val>
                                            <p:strVal val="#ppt_y"/>
                                          </p:val>
                                        </p:tav>
                                      </p:tavLst>
                                    </p:anim>
                                  </p:childTnLst>
                                </p:cTn>
                              </p:par>
                            </p:childTnLst>
                          </p:cTn>
                        </p:par>
                        <p:par>
                          <p:cTn id="85" fill="hold">
                            <p:stCondLst>
                              <p:cond delay="6500"/>
                            </p:stCondLst>
                            <p:childTnLst>
                              <p:par>
                                <p:cTn id="86" presetID="2" presetClass="entr" presetSubtype="1" accel="50000" decel="50000" fill="hold" grpId="0" nodeType="afterEffect">
                                  <p:stCondLst>
                                    <p:cond delay="0"/>
                                  </p:stCondLst>
                                  <p:childTnLst>
                                    <p:set>
                                      <p:cBhvr>
                                        <p:cTn id="87" dur="1" fill="hold">
                                          <p:stCondLst>
                                            <p:cond delay="0"/>
                                          </p:stCondLst>
                                        </p:cTn>
                                        <p:tgtEl>
                                          <p:spTgt spid="69"/>
                                        </p:tgtEl>
                                        <p:attrNameLst>
                                          <p:attrName>style.visibility</p:attrName>
                                        </p:attrNameLst>
                                      </p:cBhvr>
                                      <p:to>
                                        <p:strVal val="visible"/>
                                      </p:to>
                                    </p:set>
                                    <p:anim calcmode="lin" valueType="num">
                                      <p:cBhvr additive="base">
                                        <p:cTn id="88" dur="500" fill="hold"/>
                                        <p:tgtEl>
                                          <p:spTgt spid="69"/>
                                        </p:tgtEl>
                                        <p:attrNameLst>
                                          <p:attrName>ppt_x</p:attrName>
                                        </p:attrNameLst>
                                      </p:cBhvr>
                                      <p:tavLst>
                                        <p:tav tm="0">
                                          <p:val>
                                            <p:strVal val="#ppt_x"/>
                                          </p:val>
                                        </p:tav>
                                        <p:tav tm="100000">
                                          <p:val>
                                            <p:strVal val="#ppt_x"/>
                                          </p:val>
                                        </p:tav>
                                      </p:tavLst>
                                    </p:anim>
                                    <p:anim calcmode="lin" valueType="num">
                                      <p:cBhvr additive="base">
                                        <p:cTn id="89" dur="500" fill="hold"/>
                                        <p:tgtEl>
                                          <p:spTgt spid="69"/>
                                        </p:tgtEl>
                                        <p:attrNameLst>
                                          <p:attrName>ppt_y</p:attrName>
                                        </p:attrNameLst>
                                      </p:cBhvr>
                                      <p:tavLst>
                                        <p:tav tm="0">
                                          <p:val>
                                            <p:strVal val="0-#ppt_h/2"/>
                                          </p:val>
                                        </p:tav>
                                        <p:tav tm="100000">
                                          <p:val>
                                            <p:strVal val="#ppt_y"/>
                                          </p:val>
                                        </p:tav>
                                      </p:tavLst>
                                    </p:anim>
                                  </p:childTnLst>
                                </p:cTn>
                              </p:par>
                            </p:childTnLst>
                          </p:cTn>
                        </p:par>
                        <p:par>
                          <p:cTn id="90" fill="hold">
                            <p:stCondLst>
                              <p:cond delay="7000"/>
                            </p:stCondLst>
                            <p:childTnLst>
                              <p:par>
                                <p:cTn id="91" presetID="2" presetClass="entr" presetSubtype="1" accel="50000" decel="50000" fill="hold" grpId="0" nodeType="afterEffect">
                                  <p:stCondLst>
                                    <p:cond delay="0"/>
                                  </p:stCondLst>
                                  <p:childTnLst>
                                    <p:set>
                                      <p:cBhvr>
                                        <p:cTn id="92" dur="1" fill="hold">
                                          <p:stCondLst>
                                            <p:cond delay="0"/>
                                          </p:stCondLst>
                                        </p:cTn>
                                        <p:tgtEl>
                                          <p:spTgt spid="70"/>
                                        </p:tgtEl>
                                        <p:attrNameLst>
                                          <p:attrName>style.visibility</p:attrName>
                                        </p:attrNameLst>
                                      </p:cBhvr>
                                      <p:to>
                                        <p:strVal val="visible"/>
                                      </p:to>
                                    </p:set>
                                    <p:anim calcmode="lin" valueType="num">
                                      <p:cBhvr additive="base">
                                        <p:cTn id="93" dur="500" fill="hold"/>
                                        <p:tgtEl>
                                          <p:spTgt spid="70"/>
                                        </p:tgtEl>
                                        <p:attrNameLst>
                                          <p:attrName>ppt_x</p:attrName>
                                        </p:attrNameLst>
                                      </p:cBhvr>
                                      <p:tavLst>
                                        <p:tav tm="0">
                                          <p:val>
                                            <p:strVal val="#ppt_x"/>
                                          </p:val>
                                        </p:tav>
                                        <p:tav tm="100000">
                                          <p:val>
                                            <p:strVal val="#ppt_x"/>
                                          </p:val>
                                        </p:tav>
                                      </p:tavLst>
                                    </p:anim>
                                    <p:anim calcmode="lin" valueType="num">
                                      <p:cBhvr additive="base">
                                        <p:cTn id="94" dur="500" fill="hold"/>
                                        <p:tgtEl>
                                          <p:spTgt spid="70"/>
                                        </p:tgtEl>
                                        <p:attrNameLst>
                                          <p:attrName>ppt_y</p:attrName>
                                        </p:attrNameLst>
                                      </p:cBhvr>
                                      <p:tavLst>
                                        <p:tav tm="0">
                                          <p:val>
                                            <p:strVal val="0-#ppt_h/2"/>
                                          </p:val>
                                        </p:tav>
                                        <p:tav tm="100000">
                                          <p:val>
                                            <p:strVal val="#ppt_y"/>
                                          </p:val>
                                        </p:tav>
                                      </p:tavLst>
                                    </p:anim>
                                  </p:childTnLst>
                                </p:cTn>
                              </p:par>
                            </p:childTnLst>
                          </p:cTn>
                        </p:par>
                        <p:par>
                          <p:cTn id="95" fill="hold">
                            <p:stCondLst>
                              <p:cond delay="7500"/>
                            </p:stCondLst>
                            <p:childTnLst>
                              <p:par>
                                <p:cTn id="96" presetID="2" presetClass="entr" presetSubtype="1" accel="50000" decel="50000" fill="hold" grpId="0" nodeType="afterEffect">
                                  <p:stCondLst>
                                    <p:cond delay="0"/>
                                  </p:stCondLst>
                                  <p:childTnLst>
                                    <p:set>
                                      <p:cBhvr>
                                        <p:cTn id="97" dur="1" fill="hold">
                                          <p:stCondLst>
                                            <p:cond delay="0"/>
                                          </p:stCondLst>
                                        </p:cTn>
                                        <p:tgtEl>
                                          <p:spTgt spid="71"/>
                                        </p:tgtEl>
                                        <p:attrNameLst>
                                          <p:attrName>style.visibility</p:attrName>
                                        </p:attrNameLst>
                                      </p:cBhvr>
                                      <p:to>
                                        <p:strVal val="visible"/>
                                      </p:to>
                                    </p:set>
                                    <p:anim calcmode="lin" valueType="num">
                                      <p:cBhvr additive="base">
                                        <p:cTn id="98" dur="500" fill="hold"/>
                                        <p:tgtEl>
                                          <p:spTgt spid="71"/>
                                        </p:tgtEl>
                                        <p:attrNameLst>
                                          <p:attrName>ppt_x</p:attrName>
                                        </p:attrNameLst>
                                      </p:cBhvr>
                                      <p:tavLst>
                                        <p:tav tm="0">
                                          <p:val>
                                            <p:strVal val="#ppt_x"/>
                                          </p:val>
                                        </p:tav>
                                        <p:tav tm="100000">
                                          <p:val>
                                            <p:strVal val="#ppt_x"/>
                                          </p:val>
                                        </p:tav>
                                      </p:tavLst>
                                    </p:anim>
                                    <p:anim calcmode="lin" valueType="num">
                                      <p:cBhvr additive="base">
                                        <p:cTn id="99" dur="500" fill="hold"/>
                                        <p:tgtEl>
                                          <p:spTgt spid="7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P spid="49" grpId="0" animBg="1"/>
      <p:bldP spid="50" grpId="0" animBg="1"/>
      <p:bldP spid="61" grpId="0"/>
      <p:bldP spid="62" grpId="0"/>
      <p:bldP spid="63" grpId="0"/>
      <p:bldP spid="64" grpId="0"/>
      <p:bldP spid="65" grpId="0" animBg="1"/>
      <p:bldP spid="69" grpId="0" animBg="1"/>
      <p:bldP spid="70" grpId="0" animBg="1"/>
      <p:bldP spid="71"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Funnel Diagram</a:t>
            </a:r>
            <a:endParaRPr lang="en-US" dirty="0"/>
          </a:p>
        </p:txBody>
      </p:sp>
      <p:sp>
        <p:nvSpPr>
          <p:cNvPr id="8" name="Text Placeholder 7"/>
          <p:cNvSpPr>
            <a:spLocks noGrp="1"/>
          </p:cNvSpPr>
          <p:nvPr>
            <p:ph type="body" sz="half" idx="2"/>
          </p:nvPr>
        </p:nvSpPr>
        <p:spPr/>
        <p:txBody>
          <a:bodyPr/>
          <a:lstStyle/>
          <a:p>
            <a:r>
              <a:rPr lang="en-US"/>
              <a:t>Funnel Diagram</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152</a:t>
            </a:fld>
            <a:endParaRPr lang="en-US" dirty="0"/>
          </a:p>
        </p:txBody>
      </p:sp>
      <p:sp>
        <p:nvSpPr>
          <p:cNvPr id="9" name="Down Arrow 8"/>
          <p:cNvSpPr/>
          <p:nvPr/>
        </p:nvSpPr>
        <p:spPr>
          <a:xfrm>
            <a:off x="6343650" y="3648961"/>
            <a:ext cx="635000" cy="406400"/>
          </a:xfrm>
          <a:prstGeom prst="downArrow">
            <a:avLst/>
          </a:prstGeom>
          <a:solidFill>
            <a:schemeClr val="accent2"/>
          </a:solidFill>
          <a:ln>
            <a:noFill/>
          </a:ln>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txBody>
          <a:bodyPr/>
          <a:lstStyle/>
          <a:p>
            <a:endParaRPr lang="en-IN"/>
          </a:p>
        </p:txBody>
      </p:sp>
      <p:sp>
        <p:nvSpPr>
          <p:cNvPr id="12" name=" 9"/>
          <p:cNvSpPr/>
          <p:nvPr/>
        </p:nvSpPr>
        <p:spPr>
          <a:xfrm>
            <a:off x="4883150" y="2105911"/>
            <a:ext cx="3556000" cy="1447800"/>
          </a:xfrm>
          <a:prstGeom prst="funnel">
            <a:avLst/>
          </a:prstGeom>
          <a:gradFill>
            <a:gsLst>
              <a:gs pos="0">
                <a:schemeClr val="accent1"/>
              </a:gs>
              <a:gs pos="0">
                <a:schemeClr val="accent1">
                  <a:lumMod val="75000"/>
                </a:schemeClr>
              </a:gs>
              <a:gs pos="50000">
                <a:schemeClr val="accent1"/>
              </a:gs>
            </a:gsLst>
            <a:lin ang="0" scaled="0"/>
          </a:gradFill>
          <a:ln>
            <a:noFill/>
          </a:ln>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txBody>
          <a:bodyPr/>
          <a:lstStyle/>
          <a:p>
            <a:endParaRPr lang="en-IN"/>
          </a:p>
        </p:txBody>
      </p:sp>
      <p:grpSp>
        <p:nvGrpSpPr>
          <p:cNvPr id="2" name="Group 42"/>
          <p:cNvGrpSpPr/>
          <p:nvPr/>
        </p:nvGrpSpPr>
        <p:grpSpPr>
          <a:xfrm rot="20700000">
            <a:off x="7109583" y="1806624"/>
            <a:ext cx="727154" cy="727154"/>
            <a:chOff x="864192" y="2579379"/>
            <a:chExt cx="1066800" cy="1066800"/>
          </a:xfrm>
        </p:grpSpPr>
        <p:sp>
          <p:nvSpPr>
            <p:cNvPr id="20" name="Oval 19"/>
            <p:cNvSpPr/>
            <p:nvPr/>
          </p:nvSpPr>
          <p:spPr bwMode="auto">
            <a:xfrm rot="1342142">
              <a:off x="864192" y="2579379"/>
              <a:ext cx="1066800" cy="106680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Freeform 69"/>
            <p:cNvSpPr>
              <a:spLocks/>
            </p:cNvSpPr>
            <p:nvPr/>
          </p:nvSpPr>
          <p:spPr bwMode="auto">
            <a:xfrm rot="1165685">
              <a:off x="1232313" y="2849793"/>
              <a:ext cx="298402" cy="560513"/>
            </a:xfrm>
            <a:custGeom>
              <a:avLst/>
              <a:gdLst/>
              <a:ahLst/>
              <a:cxnLst>
                <a:cxn ang="0">
                  <a:pos x="21" y="57"/>
                </a:cxn>
                <a:cxn ang="0">
                  <a:pos x="21" y="63"/>
                </a:cxn>
                <a:cxn ang="0">
                  <a:pos x="20" y="64"/>
                </a:cxn>
                <a:cxn ang="0">
                  <a:pos x="15" y="64"/>
                </a:cxn>
                <a:cxn ang="0">
                  <a:pos x="14" y="63"/>
                </a:cxn>
                <a:cxn ang="0">
                  <a:pos x="14" y="57"/>
                </a:cxn>
                <a:cxn ang="0">
                  <a:pos x="1" y="50"/>
                </a:cxn>
                <a:cxn ang="0">
                  <a:pos x="1" y="49"/>
                </a:cxn>
                <a:cxn ang="0">
                  <a:pos x="4" y="44"/>
                </a:cxn>
                <a:cxn ang="0">
                  <a:pos x="5" y="43"/>
                </a:cxn>
                <a:cxn ang="0">
                  <a:pos x="6" y="44"/>
                </a:cxn>
                <a:cxn ang="0">
                  <a:pos x="17" y="49"/>
                </a:cxn>
                <a:cxn ang="0">
                  <a:pos x="25" y="43"/>
                </a:cxn>
                <a:cxn ang="0">
                  <a:pos x="16" y="36"/>
                </a:cxn>
                <a:cxn ang="0">
                  <a:pos x="1" y="21"/>
                </a:cxn>
                <a:cxn ang="0">
                  <a:pos x="14" y="8"/>
                </a:cxn>
                <a:cxn ang="0">
                  <a:pos x="14" y="1"/>
                </a:cxn>
                <a:cxn ang="0">
                  <a:pos x="15" y="0"/>
                </a:cxn>
                <a:cxn ang="0">
                  <a:pos x="20" y="0"/>
                </a:cxn>
                <a:cxn ang="0">
                  <a:pos x="21" y="1"/>
                </a:cxn>
                <a:cxn ang="0">
                  <a:pos x="21" y="7"/>
                </a:cxn>
                <a:cxn ang="0">
                  <a:pos x="32" y="12"/>
                </a:cxn>
                <a:cxn ang="0">
                  <a:pos x="32" y="14"/>
                </a:cxn>
                <a:cxn ang="0">
                  <a:pos x="29" y="19"/>
                </a:cxn>
                <a:cxn ang="0">
                  <a:pos x="29" y="19"/>
                </a:cxn>
                <a:cxn ang="0">
                  <a:pos x="28" y="19"/>
                </a:cxn>
                <a:cxn ang="0">
                  <a:pos x="18" y="15"/>
                </a:cxn>
                <a:cxn ang="0">
                  <a:pos x="10" y="21"/>
                </a:cxn>
                <a:cxn ang="0">
                  <a:pos x="20" y="28"/>
                </a:cxn>
                <a:cxn ang="0">
                  <a:pos x="34" y="42"/>
                </a:cxn>
                <a:cxn ang="0">
                  <a:pos x="21" y="57"/>
                </a:cxn>
              </a:cxnLst>
              <a:rect l="0" t="0" r="r" b="b"/>
              <a:pathLst>
                <a:path w="34" h="64">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43"/>
          <p:cNvGrpSpPr/>
          <p:nvPr/>
        </p:nvGrpSpPr>
        <p:grpSpPr>
          <a:xfrm>
            <a:off x="6276896" y="1912157"/>
            <a:ext cx="727154" cy="727154"/>
            <a:chOff x="2914650" y="2742238"/>
            <a:chExt cx="1066800" cy="1066800"/>
          </a:xfrm>
        </p:grpSpPr>
        <p:sp>
          <p:nvSpPr>
            <p:cNvPr id="25" name="Oval 24"/>
            <p:cNvSpPr/>
            <p:nvPr/>
          </p:nvSpPr>
          <p:spPr bwMode="auto">
            <a:xfrm>
              <a:off x="2914650" y="2742238"/>
              <a:ext cx="1066800" cy="106680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Freeform 23"/>
            <p:cNvSpPr>
              <a:spLocks noEditPoints="1"/>
            </p:cNvSpPr>
            <p:nvPr/>
          </p:nvSpPr>
          <p:spPr bwMode="auto">
            <a:xfrm>
              <a:off x="3249164" y="3076135"/>
              <a:ext cx="352053" cy="332893"/>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44"/>
          <p:cNvGrpSpPr/>
          <p:nvPr/>
        </p:nvGrpSpPr>
        <p:grpSpPr>
          <a:xfrm>
            <a:off x="5438696" y="1850254"/>
            <a:ext cx="727154" cy="727154"/>
            <a:chOff x="4305300" y="2731229"/>
            <a:chExt cx="1066800" cy="1066800"/>
          </a:xfrm>
        </p:grpSpPr>
        <p:sp>
          <p:nvSpPr>
            <p:cNvPr id="31" name="Oval 30"/>
            <p:cNvSpPr/>
            <p:nvPr/>
          </p:nvSpPr>
          <p:spPr bwMode="auto">
            <a:xfrm>
              <a:off x="4305300" y="2731229"/>
              <a:ext cx="1066800" cy="106680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9" name="Freeform 66"/>
            <p:cNvSpPr>
              <a:spLocks noEditPoints="1"/>
            </p:cNvSpPr>
            <p:nvPr/>
          </p:nvSpPr>
          <p:spPr bwMode="auto">
            <a:xfrm>
              <a:off x="4655555" y="3065126"/>
              <a:ext cx="323168" cy="377485"/>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46"/>
          <p:cNvGrpSpPr/>
          <p:nvPr/>
        </p:nvGrpSpPr>
        <p:grpSpPr>
          <a:xfrm>
            <a:off x="6703901" y="1123950"/>
            <a:ext cx="727154" cy="727154"/>
            <a:chOff x="7086600" y="2742238"/>
            <a:chExt cx="1066800" cy="1066800"/>
          </a:xfrm>
        </p:grpSpPr>
        <p:sp>
          <p:nvSpPr>
            <p:cNvPr id="36" name="Oval 35"/>
            <p:cNvSpPr/>
            <p:nvPr/>
          </p:nvSpPr>
          <p:spPr bwMode="auto">
            <a:xfrm>
              <a:off x="7086600" y="2742238"/>
              <a:ext cx="1066800" cy="1066800"/>
            </a:xfrm>
            <a:prstGeom prst="ellipse">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5" name="Freeform 22"/>
            <p:cNvSpPr>
              <a:spLocks noEditPoints="1"/>
            </p:cNvSpPr>
            <p:nvPr/>
          </p:nvSpPr>
          <p:spPr bwMode="auto">
            <a:xfrm>
              <a:off x="7371836" y="3023370"/>
              <a:ext cx="501409" cy="436600"/>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45"/>
          <p:cNvGrpSpPr/>
          <p:nvPr/>
        </p:nvGrpSpPr>
        <p:grpSpPr>
          <a:xfrm>
            <a:off x="6030832" y="1376533"/>
            <a:ext cx="561738" cy="561738"/>
            <a:chOff x="5695950" y="2742238"/>
            <a:chExt cx="1066800" cy="1066800"/>
          </a:xfrm>
        </p:grpSpPr>
        <p:sp>
          <p:nvSpPr>
            <p:cNvPr id="41" name="Oval 40"/>
            <p:cNvSpPr/>
            <p:nvPr/>
          </p:nvSpPr>
          <p:spPr bwMode="auto">
            <a:xfrm>
              <a:off x="5695950" y="2742238"/>
              <a:ext cx="1066800" cy="1066800"/>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0" name="Freeform 135"/>
            <p:cNvSpPr>
              <a:spLocks noEditPoints="1"/>
            </p:cNvSpPr>
            <p:nvPr/>
          </p:nvSpPr>
          <p:spPr bwMode="auto">
            <a:xfrm>
              <a:off x="6020570" y="3055819"/>
              <a:ext cx="424680" cy="39780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8" name="Rounded Rectangle 47"/>
          <p:cNvSpPr/>
          <p:nvPr/>
        </p:nvSpPr>
        <p:spPr bwMode="auto">
          <a:xfrm>
            <a:off x="5386308" y="4131926"/>
            <a:ext cx="2549685" cy="364760"/>
          </a:xfrm>
          <a:prstGeom prst="roundRect">
            <a:avLst/>
          </a:prstGeom>
          <a:solidFill>
            <a:schemeClr val="bg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lumMod val="95000"/>
                  </a:schemeClr>
                </a:solidFill>
              </a:rPr>
              <a:t>Title Goes Here</a:t>
            </a:r>
          </a:p>
        </p:txBody>
      </p:sp>
      <p:sp>
        <p:nvSpPr>
          <p:cNvPr id="49" name="Rectangle 48"/>
          <p:cNvSpPr/>
          <p:nvPr/>
        </p:nvSpPr>
        <p:spPr>
          <a:xfrm>
            <a:off x="3654140" y="3801638"/>
            <a:ext cx="593111" cy="430887"/>
          </a:xfrm>
          <a:prstGeom prst="rect">
            <a:avLst/>
          </a:prstGeom>
        </p:spPr>
        <p:txBody>
          <a:bodyPr wrap="none" lIns="0" tIns="0" rIns="0" bIns="0">
            <a:spAutoFit/>
          </a:bodyPr>
          <a:lstStyle/>
          <a:p>
            <a:r>
              <a:rPr lang="en-US" sz="2800" b="1" dirty="0">
                <a:solidFill>
                  <a:schemeClr val="accent2"/>
                </a:solidFill>
              </a:rPr>
              <a:t>80%</a:t>
            </a:r>
            <a:endParaRPr lang="en-US" sz="1800" b="1" dirty="0">
              <a:solidFill>
                <a:schemeClr val="accent2"/>
              </a:solidFill>
            </a:endParaRPr>
          </a:p>
        </p:txBody>
      </p:sp>
      <p:sp>
        <p:nvSpPr>
          <p:cNvPr id="50" name="Rectangle 49"/>
          <p:cNvSpPr/>
          <p:nvPr/>
        </p:nvSpPr>
        <p:spPr>
          <a:xfrm>
            <a:off x="3654140" y="3039638"/>
            <a:ext cx="593111" cy="430887"/>
          </a:xfrm>
          <a:prstGeom prst="rect">
            <a:avLst/>
          </a:prstGeom>
        </p:spPr>
        <p:txBody>
          <a:bodyPr wrap="none" lIns="0" tIns="0" rIns="0" bIns="0">
            <a:spAutoFit/>
          </a:bodyPr>
          <a:lstStyle/>
          <a:p>
            <a:r>
              <a:rPr lang="en-US" sz="2800" b="1" dirty="0">
                <a:solidFill>
                  <a:schemeClr val="accent1"/>
                </a:solidFill>
              </a:rPr>
              <a:t>50%</a:t>
            </a:r>
            <a:endParaRPr lang="en-US" sz="1800" b="1" dirty="0">
              <a:solidFill>
                <a:schemeClr val="accent1"/>
              </a:solidFill>
            </a:endParaRPr>
          </a:p>
        </p:txBody>
      </p:sp>
      <p:grpSp>
        <p:nvGrpSpPr>
          <p:cNvPr id="10" name="Group 87"/>
          <p:cNvGrpSpPr/>
          <p:nvPr/>
        </p:nvGrpSpPr>
        <p:grpSpPr>
          <a:xfrm>
            <a:off x="917575" y="3718977"/>
            <a:ext cx="2566186" cy="539861"/>
            <a:chOff x="609600" y="2841943"/>
            <a:chExt cx="2660838" cy="559774"/>
          </a:xfrm>
        </p:grpSpPr>
        <p:grpSp>
          <p:nvGrpSpPr>
            <p:cNvPr id="11" name="Group 184"/>
            <p:cNvGrpSpPr/>
            <p:nvPr/>
          </p:nvGrpSpPr>
          <p:grpSpPr>
            <a:xfrm>
              <a:off x="609600" y="2841943"/>
              <a:ext cx="260742" cy="559774"/>
              <a:chOff x="6213475" y="1668463"/>
              <a:chExt cx="227013" cy="487362"/>
            </a:xfrm>
            <a:solidFill>
              <a:schemeClr val="accent1"/>
            </a:solidFill>
          </p:grpSpPr>
          <p:sp>
            <p:nvSpPr>
              <p:cNvPr id="8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84"/>
            <p:cNvGrpSpPr/>
            <p:nvPr/>
          </p:nvGrpSpPr>
          <p:grpSpPr>
            <a:xfrm>
              <a:off x="876277" y="2841943"/>
              <a:ext cx="260742" cy="559774"/>
              <a:chOff x="6213475" y="1668463"/>
              <a:chExt cx="227013" cy="487362"/>
            </a:xfrm>
            <a:solidFill>
              <a:schemeClr val="accent1"/>
            </a:solidFill>
          </p:grpSpPr>
          <p:sp>
            <p:nvSpPr>
              <p:cNvPr id="7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84"/>
            <p:cNvGrpSpPr/>
            <p:nvPr/>
          </p:nvGrpSpPr>
          <p:grpSpPr>
            <a:xfrm>
              <a:off x="1142954" y="2841943"/>
              <a:ext cx="260742" cy="559774"/>
              <a:chOff x="6213475" y="1668463"/>
              <a:chExt cx="227013" cy="487362"/>
            </a:xfrm>
            <a:solidFill>
              <a:schemeClr val="accent1"/>
            </a:solidFill>
          </p:grpSpPr>
          <p:sp>
            <p:nvSpPr>
              <p:cNvPr id="76"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84"/>
            <p:cNvGrpSpPr/>
            <p:nvPr/>
          </p:nvGrpSpPr>
          <p:grpSpPr>
            <a:xfrm>
              <a:off x="1409631" y="2841943"/>
              <a:ext cx="260742" cy="559774"/>
              <a:chOff x="6213475" y="1668463"/>
              <a:chExt cx="227013" cy="487362"/>
            </a:xfrm>
            <a:solidFill>
              <a:schemeClr val="accent1"/>
            </a:solidFill>
          </p:grpSpPr>
          <p:sp>
            <p:nvSpPr>
              <p:cNvPr id="74"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84"/>
            <p:cNvGrpSpPr/>
            <p:nvPr/>
          </p:nvGrpSpPr>
          <p:grpSpPr>
            <a:xfrm>
              <a:off x="1676308" y="2841943"/>
              <a:ext cx="260742" cy="559774"/>
              <a:chOff x="6213475" y="1668463"/>
              <a:chExt cx="227013" cy="487362"/>
            </a:xfrm>
            <a:solidFill>
              <a:schemeClr val="accent1"/>
            </a:solidFill>
          </p:grpSpPr>
          <p:sp>
            <p:nvSpPr>
              <p:cNvPr id="72"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84"/>
            <p:cNvGrpSpPr/>
            <p:nvPr/>
          </p:nvGrpSpPr>
          <p:grpSpPr>
            <a:xfrm>
              <a:off x="1942985" y="2841943"/>
              <a:ext cx="260742" cy="559774"/>
              <a:chOff x="6213475" y="1668463"/>
              <a:chExt cx="227013" cy="487362"/>
            </a:xfrm>
            <a:solidFill>
              <a:schemeClr val="accent1"/>
            </a:solidFill>
          </p:grpSpPr>
          <p:sp>
            <p:nvSpPr>
              <p:cNvPr id="7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84"/>
            <p:cNvGrpSpPr/>
            <p:nvPr/>
          </p:nvGrpSpPr>
          <p:grpSpPr>
            <a:xfrm>
              <a:off x="2209662" y="2841943"/>
              <a:ext cx="260742" cy="559774"/>
              <a:chOff x="6213475" y="1668463"/>
              <a:chExt cx="227013" cy="487362"/>
            </a:xfrm>
            <a:solidFill>
              <a:schemeClr val="accent1"/>
            </a:solidFill>
          </p:grpSpPr>
          <p:sp>
            <p:nvSpPr>
              <p:cNvPr id="6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184"/>
            <p:cNvGrpSpPr/>
            <p:nvPr/>
          </p:nvGrpSpPr>
          <p:grpSpPr>
            <a:xfrm>
              <a:off x="2476339" y="2841943"/>
              <a:ext cx="260742" cy="559774"/>
              <a:chOff x="6213475" y="1668463"/>
              <a:chExt cx="227013" cy="487362"/>
            </a:xfrm>
            <a:solidFill>
              <a:schemeClr val="accent1"/>
            </a:solidFill>
          </p:grpSpPr>
          <p:sp>
            <p:nvSpPr>
              <p:cNvPr id="66"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184"/>
            <p:cNvGrpSpPr/>
            <p:nvPr/>
          </p:nvGrpSpPr>
          <p:grpSpPr>
            <a:xfrm>
              <a:off x="2743016" y="2841943"/>
              <a:ext cx="260742" cy="559774"/>
              <a:chOff x="6213475" y="1668463"/>
              <a:chExt cx="227013" cy="487362"/>
            </a:xfrm>
            <a:solidFill>
              <a:schemeClr val="bg1">
                <a:lumMod val="75000"/>
              </a:schemeClr>
            </a:solidFill>
          </p:grpSpPr>
          <p:sp>
            <p:nvSpPr>
              <p:cNvPr id="6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184"/>
            <p:cNvGrpSpPr/>
            <p:nvPr/>
          </p:nvGrpSpPr>
          <p:grpSpPr>
            <a:xfrm>
              <a:off x="3009696" y="2841943"/>
              <a:ext cx="260742" cy="559774"/>
              <a:chOff x="6213475" y="1668463"/>
              <a:chExt cx="227013" cy="487362"/>
            </a:xfrm>
            <a:solidFill>
              <a:schemeClr val="bg1">
                <a:lumMod val="75000"/>
              </a:schemeClr>
            </a:solidFill>
          </p:grpSpPr>
          <p:sp>
            <p:nvSpPr>
              <p:cNvPr id="62"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6" name="Group 81"/>
          <p:cNvGrpSpPr/>
          <p:nvPr/>
        </p:nvGrpSpPr>
        <p:grpSpPr>
          <a:xfrm>
            <a:off x="954432" y="2963438"/>
            <a:ext cx="2481778" cy="571345"/>
            <a:chOff x="5932686" y="2855964"/>
            <a:chExt cx="2449314" cy="563870"/>
          </a:xfrm>
        </p:grpSpPr>
        <p:grpSp>
          <p:nvGrpSpPr>
            <p:cNvPr id="27" name="Group 179"/>
            <p:cNvGrpSpPr/>
            <p:nvPr/>
          </p:nvGrpSpPr>
          <p:grpSpPr>
            <a:xfrm>
              <a:off x="5932686" y="2855964"/>
              <a:ext cx="220321" cy="563870"/>
              <a:chOff x="5054600" y="1652588"/>
              <a:chExt cx="187325" cy="479424"/>
            </a:xfrm>
            <a:solidFill>
              <a:schemeClr val="accent4"/>
            </a:solidFill>
          </p:grpSpPr>
          <p:sp>
            <p:nvSpPr>
              <p:cNvPr id="11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79"/>
            <p:cNvGrpSpPr/>
            <p:nvPr/>
          </p:nvGrpSpPr>
          <p:grpSpPr>
            <a:xfrm>
              <a:off x="6180352" y="2855964"/>
              <a:ext cx="220321" cy="563870"/>
              <a:chOff x="5054600" y="1652588"/>
              <a:chExt cx="187325" cy="479424"/>
            </a:xfrm>
            <a:solidFill>
              <a:schemeClr val="accent4"/>
            </a:solidFill>
          </p:grpSpPr>
          <p:sp>
            <p:nvSpPr>
              <p:cNvPr id="10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 name="Group 179"/>
            <p:cNvGrpSpPr/>
            <p:nvPr/>
          </p:nvGrpSpPr>
          <p:grpSpPr>
            <a:xfrm>
              <a:off x="6428018" y="2855964"/>
              <a:ext cx="220321" cy="563870"/>
              <a:chOff x="5054600" y="1652588"/>
              <a:chExt cx="187325" cy="479424"/>
            </a:xfrm>
            <a:solidFill>
              <a:schemeClr val="accent4"/>
            </a:solidFill>
          </p:grpSpPr>
          <p:sp>
            <p:nvSpPr>
              <p:cNvPr id="10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 name="Group 179"/>
            <p:cNvGrpSpPr/>
            <p:nvPr/>
          </p:nvGrpSpPr>
          <p:grpSpPr>
            <a:xfrm>
              <a:off x="6675684" y="2855964"/>
              <a:ext cx="220321" cy="563870"/>
              <a:chOff x="5054600" y="1652588"/>
              <a:chExt cx="187325" cy="479424"/>
            </a:xfrm>
            <a:solidFill>
              <a:schemeClr val="accent4"/>
            </a:solidFill>
          </p:grpSpPr>
          <p:sp>
            <p:nvSpPr>
              <p:cNvPr id="10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 name="Group 179"/>
            <p:cNvGrpSpPr/>
            <p:nvPr/>
          </p:nvGrpSpPr>
          <p:grpSpPr>
            <a:xfrm>
              <a:off x="6923350" y="2855964"/>
              <a:ext cx="220321" cy="563870"/>
              <a:chOff x="5054600" y="1652588"/>
              <a:chExt cx="187325" cy="479424"/>
            </a:xfrm>
            <a:solidFill>
              <a:schemeClr val="accent4"/>
            </a:solidFill>
          </p:grpSpPr>
          <p:sp>
            <p:nvSpPr>
              <p:cNvPr id="10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 name="Group 179"/>
            <p:cNvGrpSpPr/>
            <p:nvPr/>
          </p:nvGrpSpPr>
          <p:grpSpPr>
            <a:xfrm>
              <a:off x="7171017" y="2855964"/>
              <a:ext cx="220321" cy="563870"/>
              <a:chOff x="5054600" y="1652588"/>
              <a:chExt cx="187325" cy="479424"/>
            </a:xfrm>
            <a:solidFill>
              <a:schemeClr val="bg1">
                <a:lumMod val="75000"/>
              </a:schemeClr>
            </a:solidFill>
          </p:grpSpPr>
          <p:sp>
            <p:nvSpPr>
              <p:cNvPr id="10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Group 179"/>
            <p:cNvGrpSpPr/>
            <p:nvPr/>
          </p:nvGrpSpPr>
          <p:grpSpPr>
            <a:xfrm>
              <a:off x="7418683" y="2855964"/>
              <a:ext cx="220321" cy="563870"/>
              <a:chOff x="5054600" y="1652588"/>
              <a:chExt cx="187325" cy="479424"/>
            </a:xfrm>
            <a:solidFill>
              <a:schemeClr val="bg1">
                <a:lumMod val="75000"/>
              </a:schemeClr>
            </a:solidFill>
          </p:grpSpPr>
          <p:sp>
            <p:nvSpPr>
              <p:cNvPr id="9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 name="Group 179"/>
            <p:cNvGrpSpPr/>
            <p:nvPr/>
          </p:nvGrpSpPr>
          <p:grpSpPr>
            <a:xfrm>
              <a:off x="7666349" y="2855964"/>
              <a:ext cx="220321" cy="563870"/>
              <a:chOff x="5054600" y="1652588"/>
              <a:chExt cx="187325" cy="479424"/>
            </a:xfrm>
            <a:solidFill>
              <a:schemeClr val="bg1">
                <a:lumMod val="75000"/>
              </a:schemeClr>
            </a:solidFill>
          </p:grpSpPr>
          <p:sp>
            <p:nvSpPr>
              <p:cNvPr id="9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Group 179"/>
            <p:cNvGrpSpPr/>
            <p:nvPr/>
          </p:nvGrpSpPr>
          <p:grpSpPr>
            <a:xfrm>
              <a:off x="7914015" y="2855964"/>
              <a:ext cx="220321" cy="563870"/>
              <a:chOff x="5054600" y="1652588"/>
              <a:chExt cx="187325" cy="479424"/>
            </a:xfrm>
            <a:solidFill>
              <a:schemeClr val="bg1">
                <a:lumMod val="75000"/>
              </a:schemeClr>
            </a:solidFill>
          </p:grpSpPr>
          <p:sp>
            <p:nvSpPr>
              <p:cNvPr id="9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3" name="Group 179"/>
            <p:cNvGrpSpPr/>
            <p:nvPr/>
          </p:nvGrpSpPr>
          <p:grpSpPr>
            <a:xfrm>
              <a:off x="8161679" y="2855964"/>
              <a:ext cx="220321" cy="563870"/>
              <a:chOff x="5054600" y="1652588"/>
              <a:chExt cx="187325" cy="479424"/>
            </a:xfrm>
            <a:solidFill>
              <a:schemeClr val="bg1">
                <a:lumMod val="75000"/>
              </a:schemeClr>
            </a:solidFill>
          </p:grpSpPr>
          <p:sp>
            <p:nvSpPr>
              <p:cNvPr id="9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13" name="TextBox 112"/>
          <p:cNvSpPr txBox="1"/>
          <p:nvPr/>
        </p:nvSpPr>
        <p:spPr>
          <a:xfrm>
            <a:off x="1903293" y="1744238"/>
            <a:ext cx="2459556"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114" name="TextBox 113"/>
          <p:cNvSpPr txBox="1"/>
          <p:nvPr/>
        </p:nvSpPr>
        <p:spPr>
          <a:xfrm>
            <a:off x="887721" y="1343911"/>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115" name="Rectangle 114"/>
          <p:cNvSpPr/>
          <p:nvPr/>
        </p:nvSpPr>
        <p:spPr>
          <a:xfrm>
            <a:off x="869950" y="1623083"/>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116" name="TextBox 115"/>
          <p:cNvSpPr txBox="1"/>
          <p:nvPr/>
        </p:nvSpPr>
        <p:spPr>
          <a:xfrm>
            <a:off x="869950" y="2243922"/>
            <a:ext cx="3492899" cy="461665"/>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 which  don't believable</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nodeType="afterEffect">
                                  <p:stCondLst>
                                    <p:cond delay="0"/>
                                  </p:stCondLst>
                                  <p:childTnLst>
                                    <p:set>
                                      <p:cBhvr>
                                        <p:cTn id="31" dur="1" fill="hold">
                                          <p:stCondLst>
                                            <p:cond delay="0"/>
                                          </p:stCondLst>
                                        </p:cTn>
                                        <p:tgtEl>
                                          <p:spTgt spid="2"/>
                                        </p:tgtEl>
                                        <p:attrNameLst>
                                          <p:attrName>style.visibility</p:attrName>
                                        </p:attrNameLst>
                                      </p:cBhvr>
                                      <p:to>
                                        <p:strVal val="visible"/>
                                      </p:to>
                                    </p:set>
                                    <p:anim calcmode="lin" valueType="num">
                                      <p:cBhvr additive="base">
                                        <p:cTn id="32" dur="500" fill="hold"/>
                                        <p:tgtEl>
                                          <p:spTgt spid="2"/>
                                        </p:tgtEl>
                                        <p:attrNameLst>
                                          <p:attrName>ppt_x</p:attrName>
                                        </p:attrNameLst>
                                      </p:cBhvr>
                                      <p:tavLst>
                                        <p:tav tm="0">
                                          <p:val>
                                            <p:strVal val="#ppt_x"/>
                                          </p:val>
                                        </p:tav>
                                        <p:tav tm="100000">
                                          <p:val>
                                            <p:strVal val="#ppt_x"/>
                                          </p:val>
                                        </p:tav>
                                      </p:tavLst>
                                    </p:anim>
                                    <p:anim calcmode="lin" valueType="num">
                                      <p:cBhvr additive="base">
                                        <p:cTn id="33" dur="500" fill="hold"/>
                                        <p:tgtEl>
                                          <p:spTgt spid="2"/>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12" presetClass="entr" presetSubtype="1" fill="hold"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slide(fromTop)">
                                      <p:cBhvr>
                                        <p:cTn id="37" dur="500"/>
                                        <p:tgtEl>
                                          <p:spTgt spid="9"/>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48"/>
                                        </p:tgtEl>
                                        <p:attrNameLst>
                                          <p:attrName>style.visibility</p:attrName>
                                        </p:attrNameLst>
                                      </p:cBhvr>
                                      <p:to>
                                        <p:strVal val="visible"/>
                                      </p:to>
                                    </p:set>
                                    <p:anim calcmode="lin" valueType="num">
                                      <p:cBhvr>
                                        <p:cTn id="41" dur="500" fill="hold"/>
                                        <p:tgtEl>
                                          <p:spTgt spid="48"/>
                                        </p:tgtEl>
                                        <p:attrNameLst>
                                          <p:attrName>ppt_w</p:attrName>
                                        </p:attrNameLst>
                                      </p:cBhvr>
                                      <p:tavLst>
                                        <p:tav tm="0">
                                          <p:val>
                                            <p:fltVal val="0"/>
                                          </p:val>
                                        </p:tav>
                                        <p:tav tm="100000">
                                          <p:val>
                                            <p:strVal val="#ppt_w"/>
                                          </p:val>
                                        </p:tav>
                                      </p:tavLst>
                                    </p:anim>
                                    <p:anim calcmode="lin" valueType="num">
                                      <p:cBhvr>
                                        <p:cTn id="42" dur="500" fill="hold"/>
                                        <p:tgtEl>
                                          <p:spTgt spid="48"/>
                                        </p:tgtEl>
                                        <p:attrNameLst>
                                          <p:attrName>ppt_h</p:attrName>
                                        </p:attrNameLst>
                                      </p:cBhvr>
                                      <p:tavLst>
                                        <p:tav tm="0">
                                          <p:val>
                                            <p:fltVal val="0"/>
                                          </p:val>
                                        </p:tav>
                                        <p:tav tm="100000">
                                          <p:val>
                                            <p:strVal val="#ppt_h"/>
                                          </p:val>
                                        </p:tav>
                                      </p:tavLst>
                                    </p:anim>
                                    <p:animEffect transition="in" filter="fade">
                                      <p:cBhvr>
                                        <p:cTn id="43" dur="500"/>
                                        <p:tgtEl>
                                          <p:spTgt spid="4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wipe(left)">
                                      <p:cBhvr>
                                        <p:cTn id="47" dur="500"/>
                                        <p:tgtEl>
                                          <p:spTgt spid="114"/>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115"/>
                                        </p:tgtEl>
                                        <p:attrNameLst>
                                          <p:attrName>style.visibility</p:attrName>
                                        </p:attrNameLst>
                                      </p:cBhvr>
                                      <p:to>
                                        <p:strVal val="visible"/>
                                      </p:to>
                                    </p:set>
                                    <p:animEffect transition="in" filter="wipe(down)">
                                      <p:cBhvr>
                                        <p:cTn id="51" dur="500"/>
                                        <p:tgtEl>
                                          <p:spTgt spid="115"/>
                                        </p:tgtEl>
                                      </p:cBhvr>
                                    </p:animEffect>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wipe(left)">
                                      <p:cBhvr>
                                        <p:cTn id="55" dur="500"/>
                                        <p:tgtEl>
                                          <p:spTgt spid="113"/>
                                        </p:tgtEl>
                                      </p:cBhvr>
                                    </p:animEffect>
                                  </p:childTnLst>
                                </p:cTn>
                              </p:par>
                            </p:childTnLst>
                          </p:cTn>
                        </p:par>
                        <p:par>
                          <p:cTn id="56" fill="hold">
                            <p:stCondLst>
                              <p:cond delay="5500"/>
                            </p:stCondLst>
                            <p:childTnLst>
                              <p:par>
                                <p:cTn id="57" presetID="22" presetClass="entr" presetSubtype="8" fill="hold" grpId="0" nodeType="afterEffect">
                                  <p:stCondLst>
                                    <p:cond delay="0"/>
                                  </p:stCondLst>
                                  <p:childTnLst>
                                    <p:set>
                                      <p:cBhvr>
                                        <p:cTn id="58" dur="1" fill="hold">
                                          <p:stCondLst>
                                            <p:cond delay="0"/>
                                          </p:stCondLst>
                                        </p:cTn>
                                        <p:tgtEl>
                                          <p:spTgt spid="116"/>
                                        </p:tgtEl>
                                        <p:attrNameLst>
                                          <p:attrName>style.visibility</p:attrName>
                                        </p:attrNameLst>
                                      </p:cBhvr>
                                      <p:to>
                                        <p:strVal val="visible"/>
                                      </p:to>
                                    </p:set>
                                    <p:animEffect transition="in" filter="wipe(left)">
                                      <p:cBhvr>
                                        <p:cTn id="59" dur="500"/>
                                        <p:tgtEl>
                                          <p:spTgt spid="116"/>
                                        </p:tgtEl>
                                      </p:cBhvr>
                                    </p:animEffect>
                                  </p:childTnLst>
                                </p:cTn>
                              </p:par>
                            </p:childTnLst>
                          </p:cTn>
                        </p:par>
                        <p:par>
                          <p:cTn id="60" fill="hold">
                            <p:stCondLst>
                              <p:cond delay="6000"/>
                            </p:stCondLst>
                            <p:childTnLst>
                              <p:par>
                                <p:cTn id="61" presetID="22" presetClass="entr" presetSubtype="4" fill="hold" nodeType="after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wipe(down)">
                                      <p:cBhvr>
                                        <p:cTn id="63" dur="500"/>
                                        <p:tgtEl>
                                          <p:spTgt spid="26"/>
                                        </p:tgtEl>
                                      </p:cBhvr>
                                    </p:animEffect>
                                  </p:childTnLst>
                                </p:cTn>
                              </p:par>
                            </p:childTnLst>
                          </p:cTn>
                        </p:par>
                        <p:par>
                          <p:cTn id="64" fill="hold">
                            <p:stCondLst>
                              <p:cond delay="6500"/>
                            </p:stCondLst>
                            <p:childTnLst>
                              <p:par>
                                <p:cTn id="65" presetID="22" presetClass="entr" presetSubtype="4" fill="hold" grpId="0" nodeType="after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wipe(down)">
                                      <p:cBhvr>
                                        <p:cTn id="67" dur="500"/>
                                        <p:tgtEl>
                                          <p:spTgt spid="50"/>
                                        </p:tgtEl>
                                      </p:cBhvr>
                                    </p:animEffect>
                                  </p:childTnLst>
                                </p:cTn>
                              </p:par>
                            </p:childTnLst>
                          </p:cTn>
                        </p:par>
                        <p:par>
                          <p:cTn id="68" fill="hold">
                            <p:stCondLst>
                              <p:cond delay="7000"/>
                            </p:stCondLst>
                            <p:childTnLst>
                              <p:par>
                                <p:cTn id="69" presetID="22" presetClass="entr" presetSubtype="4" fill="hold" nodeType="afterEffect">
                                  <p:stCondLst>
                                    <p:cond delay="0"/>
                                  </p:stCondLst>
                                  <p:childTnLst>
                                    <p:set>
                                      <p:cBhvr>
                                        <p:cTn id="70" dur="1" fill="hold">
                                          <p:stCondLst>
                                            <p:cond delay="0"/>
                                          </p:stCondLst>
                                        </p:cTn>
                                        <p:tgtEl>
                                          <p:spTgt spid="10"/>
                                        </p:tgtEl>
                                        <p:attrNameLst>
                                          <p:attrName>style.visibility</p:attrName>
                                        </p:attrNameLst>
                                      </p:cBhvr>
                                      <p:to>
                                        <p:strVal val="visible"/>
                                      </p:to>
                                    </p:set>
                                    <p:animEffect transition="in" filter="wipe(down)">
                                      <p:cBhvr>
                                        <p:cTn id="71" dur="500"/>
                                        <p:tgtEl>
                                          <p:spTgt spid="10"/>
                                        </p:tgtEl>
                                      </p:cBhvr>
                                    </p:animEffect>
                                  </p:childTnLst>
                                </p:cTn>
                              </p:par>
                            </p:childTnLst>
                          </p:cTn>
                        </p:par>
                        <p:par>
                          <p:cTn id="72" fill="hold">
                            <p:stCondLst>
                              <p:cond delay="7500"/>
                            </p:stCondLst>
                            <p:childTnLst>
                              <p:par>
                                <p:cTn id="73" presetID="22" presetClass="entr" presetSubtype="4" fill="hold" grpId="0"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down)">
                                      <p:cBhvr>
                                        <p:cTn id="75"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P spid="50" grpId="0"/>
      <p:bldP spid="113" grpId="0"/>
      <p:bldP spid="114" grpId="0"/>
      <p:bldP spid="115" grpId="0"/>
      <p:bldP spid="116"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Success Infographic</a:t>
            </a:r>
            <a:endParaRPr lang="en-US" dirty="0"/>
          </a:p>
        </p:txBody>
      </p:sp>
      <p:sp>
        <p:nvSpPr>
          <p:cNvPr id="8" name="Text Placeholder 7"/>
          <p:cNvSpPr>
            <a:spLocks noGrp="1"/>
          </p:cNvSpPr>
          <p:nvPr>
            <p:ph type="body" sz="half" idx="2"/>
          </p:nvPr>
        </p:nvSpPr>
        <p:spPr/>
        <p:txBody>
          <a:bodyPr/>
          <a:lstStyle/>
          <a:p>
            <a:r>
              <a:rPr lang="en-US"/>
              <a:t>Success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153</a:t>
            </a:fld>
            <a:endParaRPr lang="en-US" dirty="0"/>
          </a:p>
        </p:txBody>
      </p:sp>
      <p:sp>
        <p:nvSpPr>
          <p:cNvPr id="5" name="Freeform 9"/>
          <p:cNvSpPr>
            <a:spLocks noEditPoints="1"/>
          </p:cNvSpPr>
          <p:nvPr/>
        </p:nvSpPr>
        <p:spPr bwMode="auto">
          <a:xfrm rot="2024094">
            <a:off x="881038" y="1044484"/>
            <a:ext cx="1223964" cy="2825851"/>
          </a:xfrm>
          <a:custGeom>
            <a:avLst/>
            <a:gdLst/>
            <a:ahLst/>
            <a:cxnLst>
              <a:cxn ang="0">
                <a:pos x="0" y="84"/>
              </a:cxn>
              <a:cxn ang="0">
                <a:pos x="50" y="134"/>
              </a:cxn>
              <a:cxn ang="0">
                <a:pos x="61" y="133"/>
              </a:cxn>
              <a:cxn ang="0">
                <a:pos x="61" y="148"/>
              </a:cxn>
              <a:cxn ang="0">
                <a:pos x="73" y="154"/>
              </a:cxn>
              <a:cxn ang="0">
                <a:pos x="73" y="278"/>
              </a:cxn>
              <a:cxn ang="0">
                <a:pos x="61" y="284"/>
              </a:cxn>
              <a:cxn ang="0">
                <a:pos x="61" y="377"/>
              </a:cxn>
              <a:cxn ang="0">
                <a:pos x="75" y="392"/>
              </a:cxn>
              <a:cxn ang="0">
                <a:pos x="93" y="392"/>
              </a:cxn>
              <a:cxn ang="0">
                <a:pos x="107" y="377"/>
              </a:cxn>
              <a:cxn ang="0">
                <a:pos x="107" y="357"/>
              </a:cxn>
              <a:cxn ang="0">
                <a:pos x="143" y="357"/>
              </a:cxn>
              <a:cxn ang="0">
                <a:pos x="157" y="343"/>
              </a:cxn>
              <a:cxn ang="0">
                <a:pos x="143" y="329"/>
              </a:cxn>
              <a:cxn ang="0">
                <a:pos x="107" y="329"/>
              </a:cxn>
              <a:cxn ang="0">
                <a:pos x="107" y="321"/>
              </a:cxn>
              <a:cxn ang="0">
                <a:pos x="143" y="321"/>
              </a:cxn>
              <a:cxn ang="0">
                <a:pos x="157" y="307"/>
              </a:cxn>
              <a:cxn ang="0">
                <a:pos x="143" y="293"/>
              </a:cxn>
              <a:cxn ang="0">
                <a:pos x="107" y="293"/>
              </a:cxn>
              <a:cxn ang="0">
                <a:pos x="107" y="283"/>
              </a:cxn>
              <a:cxn ang="0">
                <a:pos x="95" y="277"/>
              </a:cxn>
              <a:cxn ang="0">
                <a:pos x="95" y="156"/>
              </a:cxn>
              <a:cxn ang="0">
                <a:pos x="107" y="150"/>
              </a:cxn>
              <a:cxn ang="0">
                <a:pos x="107" y="133"/>
              </a:cxn>
              <a:cxn ang="0">
                <a:pos x="117" y="134"/>
              </a:cxn>
              <a:cxn ang="0">
                <a:pos x="168" y="84"/>
              </a:cxn>
              <a:cxn ang="0">
                <a:pos x="132" y="36"/>
              </a:cxn>
              <a:cxn ang="0">
                <a:pos x="84" y="0"/>
              </a:cxn>
              <a:cxn ang="0">
                <a:pos x="36" y="36"/>
              </a:cxn>
              <a:cxn ang="0">
                <a:pos x="0" y="84"/>
              </a:cxn>
              <a:cxn ang="0">
                <a:pos x="84" y="31"/>
              </a:cxn>
              <a:cxn ang="0">
                <a:pos x="107" y="54"/>
              </a:cxn>
              <a:cxn ang="0">
                <a:pos x="106" y="62"/>
              </a:cxn>
              <a:cxn ang="0">
                <a:pos x="129" y="87"/>
              </a:cxn>
              <a:cxn ang="0">
                <a:pos x="105" y="111"/>
              </a:cxn>
              <a:cxn ang="0">
                <a:pos x="84" y="100"/>
              </a:cxn>
              <a:cxn ang="0">
                <a:pos x="63" y="111"/>
              </a:cxn>
              <a:cxn ang="0">
                <a:pos x="38" y="87"/>
              </a:cxn>
              <a:cxn ang="0">
                <a:pos x="62" y="62"/>
              </a:cxn>
              <a:cxn ang="0">
                <a:pos x="61" y="54"/>
              </a:cxn>
              <a:cxn ang="0">
                <a:pos x="84" y="31"/>
              </a:cxn>
              <a:cxn ang="0">
                <a:pos x="84" y="31"/>
              </a:cxn>
              <a:cxn ang="0">
                <a:pos x="84" y="31"/>
              </a:cxn>
            </a:cxnLst>
            <a:rect l="0" t="0" r="r" b="b"/>
            <a:pathLst>
              <a:path w="168" h="392">
                <a:moveTo>
                  <a:pt x="0" y="84"/>
                </a:moveTo>
                <a:cubicBezTo>
                  <a:pt x="0" y="112"/>
                  <a:pt x="23" y="134"/>
                  <a:pt x="50" y="134"/>
                </a:cubicBezTo>
                <a:cubicBezTo>
                  <a:pt x="54" y="134"/>
                  <a:pt x="57" y="134"/>
                  <a:pt x="61" y="133"/>
                </a:cubicBezTo>
                <a:cubicBezTo>
                  <a:pt x="61" y="148"/>
                  <a:pt x="61" y="148"/>
                  <a:pt x="61" y="148"/>
                </a:cubicBezTo>
                <a:cubicBezTo>
                  <a:pt x="73" y="154"/>
                  <a:pt x="73" y="154"/>
                  <a:pt x="73" y="154"/>
                </a:cubicBezTo>
                <a:cubicBezTo>
                  <a:pt x="73" y="278"/>
                  <a:pt x="73" y="278"/>
                  <a:pt x="73" y="278"/>
                </a:cubicBezTo>
                <a:cubicBezTo>
                  <a:pt x="61" y="284"/>
                  <a:pt x="61" y="284"/>
                  <a:pt x="61" y="284"/>
                </a:cubicBezTo>
                <a:cubicBezTo>
                  <a:pt x="61" y="377"/>
                  <a:pt x="61" y="377"/>
                  <a:pt x="61" y="377"/>
                </a:cubicBezTo>
                <a:cubicBezTo>
                  <a:pt x="61" y="385"/>
                  <a:pt x="67" y="392"/>
                  <a:pt x="75" y="392"/>
                </a:cubicBezTo>
                <a:cubicBezTo>
                  <a:pt x="93" y="392"/>
                  <a:pt x="93" y="392"/>
                  <a:pt x="93" y="392"/>
                </a:cubicBezTo>
                <a:cubicBezTo>
                  <a:pt x="101" y="392"/>
                  <a:pt x="107" y="385"/>
                  <a:pt x="107" y="377"/>
                </a:cubicBezTo>
                <a:cubicBezTo>
                  <a:pt x="107" y="357"/>
                  <a:pt x="107" y="357"/>
                  <a:pt x="107" y="357"/>
                </a:cubicBezTo>
                <a:cubicBezTo>
                  <a:pt x="143" y="357"/>
                  <a:pt x="143" y="357"/>
                  <a:pt x="143" y="357"/>
                </a:cubicBezTo>
                <a:cubicBezTo>
                  <a:pt x="150" y="357"/>
                  <a:pt x="157" y="350"/>
                  <a:pt x="157" y="343"/>
                </a:cubicBezTo>
                <a:cubicBezTo>
                  <a:pt x="157" y="335"/>
                  <a:pt x="150" y="329"/>
                  <a:pt x="143" y="329"/>
                </a:cubicBezTo>
                <a:cubicBezTo>
                  <a:pt x="107" y="329"/>
                  <a:pt x="107" y="329"/>
                  <a:pt x="107" y="329"/>
                </a:cubicBezTo>
                <a:cubicBezTo>
                  <a:pt x="107" y="321"/>
                  <a:pt x="107" y="321"/>
                  <a:pt x="107" y="321"/>
                </a:cubicBezTo>
                <a:cubicBezTo>
                  <a:pt x="143" y="321"/>
                  <a:pt x="143" y="321"/>
                  <a:pt x="143" y="321"/>
                </a:cubicBezTo>
                <a:cubicBezTo>
                  <a:pt x="150" y="321"/>
                  <a:pt x="157" y="314"/>
                  <a:pt x="157" y="307"/>
                </a:cubicBezTo>
                <a:cubicBezTo>
                  <a:pt x="157" y="299"/>
                  <a:pt x="150" y="293"/>
                  <a:pt x="143" y="293"/>
                </a:cubicBezTo>
                <a:cubicBezTo>
                  <a:pt x="107" y="293"/>
                  <a:pt x="107" y="293"/>
                  <a:pt x="107" y="293"/>
                </a:cubicBezTo>
                <a:cubicBezTo>
                  <a:pt x="107" y="283"/>
                  <a:pt x="107" y="283"/>
                  <a:pt x="107" y="283"/>
                </a:cubicBezTo>
                <a:cubicBezTo>
                  <a:pt x="95" y="277"/>
                  <a:pt x="95" y="277"/>
                  <a:pt x="95" y="277"/>
                </a:cubicBezTo>
                <a:cubicBezTo>
                  <a:pt x="95" y="156"/>
                  <a:pt x="95" y="156"/>
                  <a:pt x="95" y="156"/>
                </a:cubicBezTo>
                <a:cubicBezTo>
                  <a:pt x="107" y="150"/>
                  <a:pt x="107" y="150"/>
                  <a:pt x="107" y="150"/>
                </a:cubicBezTo>
                <a:cubicBezTo>
                  <a:pt x="107" y="133"/>
                  <a:pt x="107" y="133"/>
                  <a:pt x="107" y="133"/>
                </a:cubicBezTo>
                <a:cubicBezTo>
                  <a:pt x="110" y="134"/>
                  <a:pt x="114" y="134"/>
                  <a:pt x="117" y="134"/>
                </a:cubicBezTo>
                <a:cubicBezTo>
                  <a:pt x="145" y="134"/>
                  <a:pt x="168" y="112"/>
                  <a:pt x="168" y="84"/>
                </a:cubicBezTo>
                <a:cubicBezTo>
                  <a:pt x="168" y="61"/>
                  <a:pt x="153" y="42"/>
                  <a:pt x="132" y="36"/>
                </a:cubicBezTo>
                <a:cubicBezTo>
                  <a:pt x="126" y="15"/>
                  <a:pt x="107" y="0"/>
                  <a:pt x="84" y="0"/>
                </a:cubicBezTo>
                <a:cubicBezTo>
                  <a:pt x="61" y="0"/>
                  <a:pt x="42" y="15"/>
                  <a:pt x="36" y="36"/>
                </a:cubicBezTo>
                <a:cubicBezTo>
                  <a:pt x="15" y="42"/>
                  <a:pt x="0" y="61"/>
                  <a:pt x="0" y="84"/>
                </a:cubicBezTo>
                <a:close/>
                <a:moveTo>
                  <a:pt x="84" y="31"/>
                </a:moveTo>
                <a:cubicBezTo>
                  <a:pt x="97" y="31"/>
                  <a:pt x="107" y="41"/>
                  <a:pt x="107" y="54"/>
                </a:cubicBezTo>
                <a:cubicBezTo>
                  <a:pt x="107" y="57"/>
                  <a:pt x="106" y="59"/>
                  <a:pt x="106" y="62"/>
                </a:cubicBezTo>
                <a:cubicBezTo>
                  <a:pt x="119" y="62"/>
                  <a:pt x="129" y="73"/>
                  <a:pt x="129" y="87"/>
                </a:cubicBezTo>
                <a:cubicBezTo>
                  <a:pt x="129" y="100"/>
                  <a:pt x="118" y="111"/>
                  <a:pt x="105" y="111"/>
                </a:cubicBezTo>
                <a:cubicBezTo>
                  <a:pt x="96" y="111"/>
                  <a:pt x="88" y="107"/>
                  <a:pt x="84" y="100"/>
                </a:cubicBezTo>
                <a:cubicBezTo>
                  <a:pt x="79" y="107"/>
                  <a:pt x="72" y="111"/>
                  <a:pt x="63" y="111"/>
                </a:cubicBezTo>
                <a:cubicBezTo>
                  <a:pt x="49" y="111"/>
                  <a:pt x="38" y="100"/>
                  <a:pt x="38" y="87"/>
                </a:cubicBezTo>
                <a:cubicBezTo>
                  <a:pt x="38" y="73"/>
                  <a:pt x="49" y="62"/>
                  <a:pt x="62" y="62"/>
                </a:cubicBezTo>
                <a:cubicBezTo>
                  <a:pt x="61" y="59"/>
                  <a:pt x="61" y="57"/>
                  <a:pt x="61" y="54"/>
                </a:cubicBezTo>
                <a:cubicBezTo>
                  <a:pt x="61" y="41"/>
                  <a:pt x="71" y="31"/>
                  <a:pt x="84" y="31"/>
                </a:cubicBezTo>
                <a:close/>
                <a:moveTo>
                  <a:pt x="84" y="31"/>
                </a:moveTo>
                <a:cubicBezTo>
                  <a:pt x="84" y="31"/>
                  <a:pt x="84" y="31"/>
                  <a:pt x="84" y="31"/>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7"/>
          <p:cNvGrpSpPr/>
          <p:nvPr/>
        </p:nvGrpSpPr>
        <p:grpSpPr>
          <a:xfrm rot="5143364">
            <a:off x="726260" y="2763590"/>
            <a:ext cx="2662589" cy="796834"/>
            <a:chOff x="3047999" y="2196251"/>
            <a:chExt cx="2662589" cy="796834"/>
          </a:xfrm>
        </p:grpSpPr>
        <p:sp>
          <p:nvSpPr>
            <p:cNvPr id="53" name="Rounded Rectangle 52"/>
            <p:cNvSpPr/>
            <p:nvPr/>
          </p:nvSpPr>
          <p:spPr bwMode="auto">
            <a:xfrm>
              <a:off x="3616180" y="2242087"/>
              <a:ext cx="2094408" cy="750998"/>
            </a:xfrm>
            <a:prstGeom prst="roundRect">
              <a:avLst/>
            </a:prstGeom>
            <a:solidFill>
              <a:schemeClr val="accent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1800" b="1" dirty="0">
                <a:solidFill>
                  <a:schemeClr val="bg1"/>
                </a:solidFill>
              </a:endParaRPr>
            </a:p>
          </p:txBody>
        </p:sp>
        <p:sp>
          <p:nvSpPr>
            <p:cNvPr id="6" name="Rounded Rectangle 5"/>
            <p:cNvSpPr/>
            <p:nvPr/>
          </p:nvSpPr>
          <p:spPr bwMode="auto">
            <a:xfrm>
              <a:off x="3581401" y="2196251"/>
              <a:ext cx="2094408" cy="750998"/>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800" b="1" dirty="0">
                  <a:solidFill>
                    <a:schemeClr val="bg1"/>
                  </a:solidFill>
                </a:rPr>
                <a:t>IDEAS</a:t>
              </a:r>
            </a:p>
          </p:txBody>
        </p:sp>
        <p:grpSp>
          <p:nvGrpSpPr>
            <p:cNvPr id="3" name="Group 22"/>
            <p:cNvGrpSpPr/>
            <p:nvPr/>
          </p:nvGrpSpPr>
          <p:grpSpPr>
            <a:xfrm rot="16200000">
              <a:off x="3369279" y="2174269"/>
              <a:ext cx="195640" cy="838200"/>
              <a:chOff x="3686186" y="1166322"/>
              <a:chExt cx="152400" cy="652944"/>
            </a:xfrm>
          </p:grpSpPr>
          <p:sp>
            <p:nvSpPr>
              <p:cNvPr id="16" name="Oval 15"/>
              <p:cNvSpPr/>
              <p:nvPr/>
            </p:nvSpPr>
            <p:spPr>
              <a:xfrm>
                <a:off x="3686186" y="1666867"/>
                <a:ext cx="152400" cy="15239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7" name="Rounded Rectangle 16"/>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grpSp>
        <p:nvGrpSpPr>
          <p:cNvPr id="4" name="Group 18"/>
          <p:cNvGrpSpPr/>
          <p:nvPr/>
        </p:nvGrpSpPr>
        <p:grpSpPr>
          <a:xfrm rot="3715793">
            <a:off x="1376135" y="2705350"/>
            <a:ext cx="2663020" cy="792925"/>
            <a:chOff x="3047997" y="2196251"/>
            <a:chExt cx="2663020" cy="792925"/>
          </a:xfrm>
        </p:grpSpPr>
        <p:sp>
          <p:nvSpPr>
            <p:cNvPr id="54" name="Rounded Rectangle 53"/>
            <p:cNvSpPr/>
            <p:nvPr/>
          </p:nvSpPr>
          <p:spPr bwMode="auto">
            <a:xfrm>
              <a:off x="3616609" y="2238178"/>
              <a:ext cx="2094408" cy="750998"/>
            </a:xfrm>
            <a:prstGeom prst="roundRect">
              <a:avLst/>
            </a:prstGeom>
            <a:solidFill>
              <a:schemeClr val="accent2">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1800" b="1" dirty="0">
                <a:solidFill>
                  <a:schemeClr val="bg1"/>
                </a:solidFill>
              </a:endParaRPr>
            </a:p>
          </p:txBody>
        </p:sp>
        <p:sp>
          <p:nvSpPr>
            <p:cNvPr id="20" name="Rounded Rectangle 19"/>
            <p:cNvSpPr/>
            <p:nvPr/>
          </p:nvSpPr>
          <p:spPr bwMode="auto">
            <a:xfrm>
              <a:off x="3581401" y="2196251"/>
              <a:ext cx="2094408" cy="750998"/>
            </a:xfrm>
            <a:prstGeom prst="round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800" b="1" dirty="0">
                  <a:solidFill>
                    <a:schemeClr val="bg1"/>
                  </a:solidFill>
                </a:rPr>
                <a:t>PLANING</a:t>
              </a:r>
            </a:p>
          </p:txBody>
        </p:sp>
        <p:grpSp>
          <p:nvGrpSpPr>
            <p:cNvPr id="9" name="Group 22"/>
            <p:cNvGrpSpPr/>
            <p:nvPr/>
          </p:nvGrpSpPr>
          <p:grpSpPr>
            <a:xfrm rot="16200000">
              <a:off x="3369277" y="2174270"/>
              <a:ext cx="195640" cy="838199"/>
              <a:chOff x="3686186" y="1166322"/>
              <a:chExt cx="152400" cy="652944"/>
            </a:xfrm>
          </p:grpSpPr>
          <p:sp>
            <p:nvSpPr>
              <p:cNvPr id="22" name="Oval 21"/>
              <p:cNvSpPr/>
              <p:nvPr/>
            </p:nvSpPr>
            <p:spPr>
              <a:xfrm>
                <a:off x="3686186" y="1666867"/>
                <a:ext cx="152400" cy="15239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3" name="Rounded Rectangle 22"/>
              <p:cNvSpPr/>
              <p:nvPr/>
            </p:nvSpPr>
            <p:spPr>
              <a:xfrm>
                <a:off x="3738410" y="1166322"/>
                <a:ext cx="47949"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grpSp>
        <p:nvGrpSpPr>
          <p:cNvPr id="10" name="Group 28"/>
          <p:cNvGrpSpPr/>
          <p:nvPr/>
        </p:nvGrpSpPr>
        <p:grpSpPr>
          <a:xfrm rot="2521203">
            <a:off x="1804841" y="2309151"/>
            <a:ext cx="2665122" cy="792405"/>
            <a:chOff x="3047997" y="2196251"/>
            <a:chExt cx="2665122" cy="792405"/>
          </a:xfrm>
        </p:grpSpPr>
        <p:sp>
          <p:nvSpPr>
            <p:cNvPr id="55" name="Rounded Rectangle 54"/>
            <p:cNvSpPr/>
            <p:nvPr/>
          </p:nvSpPr>
          <p:spPr bwMode="auto">
            <a:xfrm>
              <a:off x="3618711" y="2237658"/>
              <a:ext cx="2094408" cy="750998"/>
            </a:xfrm>
            <a:prstGeom prst="roundRect">
              <a:avLst/>
            </a:prstGeom>
            <a:solidFill>
              <a:schemeClr val="accent3">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1800" b="1" dirty="0">
                <a:solidFill>
                  <a:schemeClr val="bg1"/>
                </a:solidFill>
              </a:endParaRPr>
            </a:p>
          </p:txBody>
        </p:sp>
        <p:sp>
          <p:nvSpPr>
            <p:cNvPr id="31" name="Rounded Rectangle 30"/>
            <p:cNvSpPr/>
            <p:nvPr/>
          </p:nvSpPr>
          <p:spPr bwMode="auto">
            <a:xfrm>
              <a:off x="3581401" y="2196251"/>
              <a:ext cx="2094408" cy="750998"/>
            </a:xfrm>
            <a:prstGeom prst="round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800" b="1" dirty="0">
                  <a:solidFill>
                    <a:schemeClr val="bg1"/>
                  </a:solidFill>
                </a:rPr>
                <a:t>REALIZATION</a:t>
              </a:r>
            </a:p>
          </p:txBody>
        </p:sp>
        <p:grpSp>
          <p:nvGrpSpPr>
            <p:cNvPr id="11" name="Group 22"/>
            <p:cNvGrpSpPr/>
            <p:nvPr/>
          </p:nvGrpSpPr>
          <p:grpSpPr>
            <a:xfrm rot="16200000">
              <a:off x="3369277" y="2174271"/>
              <a:ext cx="195640" cy="838199"/>
              <a:chOff x="3686186" y="1166322"/>
              <a:chExt cx="152400" cy="652944"/>
            </a:xfrm>
          </p:grpSpPr>
          <p:sp>
            <p:nvSpPr>
              <p:cNvPr id="33" name="Oval 32"/>
              <p:cNvSpPr/>
              <p:nvPr/>
            </p:nvSpPr>
            <p:spPr>
              <a:xfrm>
                <a:off x="3686186" y="1666867"/>
                <a:ext cx="152400" cy="15239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4" name="Rounded Rectangle 33"/>
              <p:cNvSpPr/>
              <p:nvPr/>
            </p:nvSpPr>
            <p:spPr>
              <a:xfrm>
                <a:off x="3738410" y="1166322"/>
                <a:ext cx="47949"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grpSp>
      <p:grpSp>
        <p:nvGrpSpPr>
          <p:cNvPr id="12" name="Group 32"/>
          <p:cNvGrpSpPr/>
          <p:nvPr/>
        </p:nvGrpSpPr>
        <p:grpSpPr>
          <a:xfrm>
            <a:off x="5600324" y="1458426"/>
            <a:ext cx="2649923" cy="665418"/>
            <a:chOff x="5638262" y="1447392"/>
            <a:chExt cx="2649923" cy="665418"/>
          </a:xfrm>
        </p:grpSpPr>
        <p:sp>
          <p:nvSpPr>
            <p:cNvPr id="39" name="TextBox 38"/>
            <p:cNvSpPr txBox="1"/>
            <p:nvPr/>
          </p:nvSpPr>
          <p:spPr>
            <a:xfrm>
              <a:off x="5638263" y="1447392"/>
              <a:ext cx="1674882" cy="215444"/>
            </a:xfrm>
            <a:prstGeom prst="rect">
              <a:avLst/>
            </a:prstGeom>
            <a:noFill/>
          </p:spPr>
          <p:txBody>
            <a:bodyPr wrap="none" lIns="0" tIns="0" rIns="0" bIns="0" rtlCol="0" anchor="ctr">
              <a:spAutoFit/>
            </a:bodyPr>
            <a:lstStyle/>
            <a:p>
              <a:r>
                <a:rPr lang="en-US" sz="1400" b="1" dirty="0">
                  <a:solidFill>
                    <a:schemeClr val="accent1"/>
                  </a:solidFill>
                  <a:latin typeface="+mj-lt"/>
                </a:rPr>
                <a:t>Market Assessment</a:t>
              </a:r>
            </a:p>
          </p:txBody>
        </p:sp>
        <p:sp>
          <p:nvSpPr>
            <p:cNvPr id="40" name="TextBox 39"/>
            <p:cNvSpPr txBox="1"/>
            <p:nvPr/>
          </p:nvSpPr>
          <p:spPr>
            <a:xfrm>
              <a:off x="5638262" y="1651145"/>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grpSp>
        <p:nvGrpSpPr>
          <p:cNvPr id="13" name="Group 36"/>
          <p:cNvGrpSpPr/>
          <p:nvPr/>
        </p:nvGrpSpPr>
        <p:grpSpPr>
          <a:xfrm>
            <a:off x="5600324" y="2433941"/>
            <a:ext cx="2649923" cy="698027"/>
            <a:chOff x="5638262" y="2422907"/>
            <a:chExt cx="2649923" cy="698027"/>
          </a:xfrm>
        </p:grpSpPr>
        <p:sp>
          <p:nvSpPr>
            <p:cNvPr id="42" name="TextBox 41"/>
            <p:cNvSpPr txBox="1"/>
            <p:nvPr/>
          </p:nvSpPr>
          <p:spPr>
            <a:xfrm>
              <a:off x="5638263" y="2422907"/>
              <a:ext cx="1362552" cy="215444"/>
            </a:xfrm>
            <a:prstGeom prst="rect">
              <a:avLst/>
            </a:prstGeom>
            <a:noFill/>
          </p:spPr>
          <p:txBody>
            <a:bodyPr wrap="none" lIns="0" tIns="0" rIns="0" bIns="0" rtlCol="0" anchor="ctr">
              <a:spAutoFit/>
            </a:bodyPr>
            <a:lstStyle/>
            <a:p>
              <a:r>
                <a:rPr lang="en-US" sz="1400" b="1" dirty="0">
                  <a:solidFill>
                    <a:schemeClr val="accent2"/>
                  </a:solidFill>
                </a:rPr>
                <a:t>Regulatory Support</a:t>
              </a:r>
            </a:p>
          </p:txBody>
        </p:sp>
        <p:sp>
          <p:nvSpPr>
            <p:cNvPr id="43" name="TextBox 42"/>
            <p:cNvSpPr txBox="1"/>
            <p:nvPr/>
          </p:nvSpPr>
          <p:spPr>
            <a:xfrm>
              <a:off x="5638262" y="2659269"/>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grpSp>
        <p:nvGrpSpPr>
          <p:cNvPr id="14" name="Group 37"/>
          <p:cNvGrpSpPr/>
          <p:nvPr/>
        </p:nvGrpSpPr>
        <p:grpSpPr>
          <a:xfrm>
            <a:off x="5600324" y="3465146"/>
            <a:ext cx="2649923" cy="665419"/>
            <a:chOff x="5638262" y="3454112"/>
            <a:chExt cx="2649923" cy="665419"/>
          </a:xfrm>
        </p:grpSpPr>
        <p:sp>
          <p:nvSpPr>
            <p:cNvPr id="45" name="TextBox 44"/>
            <p:cNvSpPr txBox="1"/>
            <p:nvPr/>
          </p:nvSpPr>
          <p:spPr>
            <a:xfrm>
              <a:off x="5638263" y="3454112"/>
              <a:ext cx="1551707" cy="215444"/>
            </a:xfrm>
            <a:prstGeom prst="rect">
              <a:avLst/>
            </a:prstGeom>
            <a:noFill/>
          </p:spPr>
          <p:txBody>
            <a:bodyPr wrap="none" lIns="0" tIns="0" rIns="0" bIns="0" rtlCol="0" anchor="ctr">
              <a:spAutoFit/>
            </a:bodyPr>
            <a:lstStyle/>
            <a:p>
              <a:r>
                <a:rPr lang="en-US" sz="1400" b="1" dirty="0">
                  <a:solidFill>
                    <a:schemeClr val="accent3"/>
                  </a:solidFill>
                </a:rPr>
                <a:t>Program Management</a:t>
              </a:r>
            </a:p>
          </p:txBody>
        </p:sp>
        <p:sp>
          <p:nvSpPr>
            <p:cNvPr id="46" name="TextBox 45"/>
            <p:cNvSpPr txBox="1"/>
            <p:nvPr/>
          </p:nvSpPr>
          <p:spPr>
            <a:xfrm>
              <a:off x="5638262" y="3657866"/>
              <a:ext cx="264992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 some form</a:t>
              </a:r>
            </a:p>
          </p:txBody>
        </p:sp>
      </p:grpSp>
      <p:grpSp>
        <p:nvGrpSpPr>
          <p:cNvPr id="15" name="Group 51"/>
          <p:cNvGrpSpPr/>
          <p:nvPr/>
        </p:nvGrpSpPr>
        <p:grpSpPr>
          <a:xfrm>
            <a:off x="4703707" y="3464434"/>
            <a:ext cx="723797" cy="703077"/>
            <a:chOff x="4703707" y="3464434"/>
            <a:chExt cx="723797" cy="703077"/>
          </a:xfrm>
        </p:grpSpPr>
        <p:sp>
          <p:nvSpPr>
            <p:cNvPr id="37" name="Flowchart: Off-page Connector 36"/>
            <p:cNvSpPr/>
            <p:nvPr/>
          </p:nvSpPr>
          <p:spPr>
            <a:xfrm>
              <a:off x="4703707" y="3464434"/>
              <a:ext cx="723797" cy="703077"/>
            </a:xfrm>
            <a:prstGeom prst="flowChartOffpage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5">
                    <a:lumMod val="50000"/>
                  </a:schemeClr>
                </a:solidFill>
              </a:endParaRPr>
            </a:p>
          </p:txBody>
        </p:sp>
        <p:sp>
          <p:nvSpPr>
            <p:cNvPr id="47" name="Freeform 5"/>
            <p:cNvSpPr>
              <a:spLocks noEditPoints="1"/>
            </p:cNvSpPr>
            <p:nvPr/>
          </p:nvSpPr>
          <p:spPr bwMode="auto">
            <a:xfrm>
              <a:off x="4880420" y="3630787"/>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50"/>
          <p:cNvGrpSpPr/>
          <p:nvPr/>
        </p:nvGrpSpPr>
        <p:grpSpPr>
          <a:xfrm>
            <a:off x="4703707" y="2456312"/>
            <a:ext cx="723797" cy="703077"/>
            <a:chOff x="4703707" y="2456312"/>
            <a:chExt cx="723797" cy="703077"/>
          </a:xfrm>
        </p:grpSpPr>
        <p:sp>
          <p:nvSpPr>
            <p:cNvPr id="36" name="Flowchart: Off-page Connector 35"/>
            <p:cNvSpPr/>
            <p:nvPr/>
          </p:nvSpPr>
          <p:spPr>
            <a:xfrm>
              <a:off x="4703707" y="2456312"/>
              <a:ext cx="723797" cy="703077"/>
            </a:xfrm>
            <a:prstGeom prst="flowChartOffpage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50000"/>
                  </a:schemeClr>
                </a:solidFill>
              </a:endParaRPr>
            </a:p>
          </p:txBody>
        </p:sp>
        <p:sp>
          <p:nvSpPr>
            <p:cNvPr id="48" name="Freeform 245"/>
            <p:cNvSpPr>
              <a:spLocks/>
            </p:cNvSpPr>
            <p:nvPr/>
          </p:nvSpPr>
          <p:spPr bwMode="auto">
            <a:xfrm>
              <a:off x="4899799" y="2642044"/>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49"/>
          <p:cNvGrpSpPr/>
          <p:nvPr/>
        </p:nvGrpSpPr>
        <p:grpSpPr>
          <a:xfrm>
            <a:off x="4703707" y="1449623"/>
            <a:ext cx="723797" cy="703075"/>
            <a:chOff x="4703707" y="1449623"/>
            <a:chExt cx="723797" cy="703075"/>
          </a:xfrm>
        </p:grpSpPr>
        <p:sp>
          <p:nvSpPr>
            <p:cNvPr id="35" name="Flowchart: Off-page Connector 34"/>
            <p:cNvSpPr/>
            <p:nvPr/>
          </p:nvSpPr>
          <p:spPr>
            <a:xfrm>
              <a:off x="4703707" y="1449623"/>
              <a:ext cx="723797" cy="703075"/>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accent1">
                    <a:lumMod val="50000"/>
                  </a:schemeClr>
                </a:solidFill>
                <a:latin typeface="FontAwesome" pitchFamily="2" charset="0"/>
              </a:endParaRPr>
            </a:p>
          </p:txBody>
        </p:sp>
        <p:sp>
          <p:nvSpPr>
            <p:cNvPr id="49" name="Freeform 48"/>
            <p:cNvSpPr>
              <a:spLocks noEditPoints="1"/>
            </p:cNvSpPr>
            <p:nvPr/>
          </p:nvSpPr>
          <p:spPr bwMode="auto">
            <a:xfrm>
              <a:off x="4917285" y="1584473"/>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afterEffect">
                                  <p:stCondLst>
                                    <p:cond delay="0"/>
                                  </p:stCondLst>
                                  <p:iterate type="lt">
                                    <p:tmPct val="5000"/>
                                  </p:iterate>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childTnLst>
                          </p:cTn>
                        </p:par>
                        <p:par>
                          <p:cTn id="11" fill="hold">
                            <p:stCondLst>
                              <p:cond delay="1000"/>
                            </p:stCondLst>
                            <p:childTnLst>
                              <p:par>
                                <p:cTn id="12" presetID="17" presetClass="entr" presetSubtype="1"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ppt_x</p:attrName>
                                        </p:attrNameLst>
                                      </p:cBhvr>
                                      <p:tavLst>
                                        <p:tav tm="0">
                                          <p:val>
                                            <p:strVal val="#ppt_x"/>
                                          </p:val>
                                        </p:tav>
                                        <p:tav tm="100000">
                                          <p:val>
                                            <p:strVal val="#ppt_x"/>
                                          </p:val>
                                        </p:tav>
                                      </p:tavLst>
                                    </p:anim>
                                    <p:anim calcmode="lin" valueType="num">
                                      <p:cBhvr>
                                        <p:cTn id="15" dur="500" fill="hold"/>
                                        <p:tgtEl>
                                          <p:spTgt spid="2"/>
                                        </p:tgtEl>
                                        <p:attrNameLst>
                                          <p:attrName>ppt_y</p:attrName>
                                        </p:attrNameLst>
                                      </p:cBhvr>
                                      <p:tavLst>
                                        <p:tav tm="0">
                                          <p:val>
                                            <p:strVal val="#ppt_y-#ppt_h/2"/>
                                          </p:val>
                                        </p:tav>
                                        <p:tav tm="100000">
                                          <p:val>
                                            <p:strVal val="#ppt_y"/>
                                          </p:val>
                                        </p:tav>
                                      </p:tavLst>
                                    </p:anim>
                                    <p:anim calcmode="lin" valueType="num">
                                      <p:cBhvr>
                                        <p:cTn id="16" dur="500" fill="hold"/>
                                        <p:tgtEl>
                                          <p:spTgt spid="2"/>
                                        </p:tgtEl>
                                        <p:attrNameLst>
                                          <p:attrName>ppt_w</p:attrName>
                                        </p:attrNameLst>
                                      </p:cBhvr>
                                      <p:tavLst>
                                        <p:tav tm="0">
                                          <p:val>
                                            <p:strVal val="#ppt_w"/>
                                          </p:val>
                                        </p:tav>
                                        <p:tav tm="100000">
                                          <p:val>
                                            <p:strVal val="#ppt_w"/>
                                          </p:val>
                                        </p:tav>
                                      </p:tavLst>
                                    </p:anim>
                                    <p:anim calcmode="lin" valueType="num">
                                      <p:cBhvr>
                                        <p:cTn id="17" dur="500" fill="hold"/>
                                        <p:tgtEl>
                                          <p:spTgt spid="2"/>
                                        </p:tgtEl>
                                        <p:attrNameLst>
                                          <p:attrName>ppt_h</p:attrName>
                                        </p:attrNameLst>
                                      </p:cBhvr>
                                      <p:tavLst>
                                        <p:tav tm="0">
                                          <p:val>
                                            <p:fltVal val="0"/>
                                          </p:val>
                                        </p:tav>
                                        <p:tav tm="100000">
                                          <p:val>
                                            <p:strVal val="#ppt_h"/>
                                          </p:val>
                                        </p:tav>
                                      </p:tavLst>
                                    </p:anim>
                                  </p:childTnLst>
                                </p:cTn>
                              </p:par>
                            </p:childTnLst>
                          </p:cTn>
                        </p:par>
                        <p:par>
                          <p:cTn id="18" fill="hold">
                            <p:stCondLst>
                              <p:cond delay="1500"/>
                            </p:stCondLst>
                            <p:childTnLst>
                              <p:par>
                                <p:cTn id="19" presetID="17" presetClass="entr" presetSubtype="1"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ppt_x</p:attrName>
                                        </p:attrNameLst>
                                      </p:cBhvr>
                                      <p:tavLst>
                                        <p:tav tm="0">
                                          <p:val>
                                            <p:strVal val="#ppt_x"/>
                                          </p:val>
                                        </p:tav>
                                        <p:tav tm="100000">
                                          <p:val>
                                            <p:strVal val="#ppt_x"/>
                                          </p:val>
                                        </p:tav>
                                      </p:tavLst>
                                    </p:anim>
                                    <p:anim calcmode="lin" valueType="num">
                                      <p:cBhvr>
                                        <p:cTn id="22" dur="500" fill="hold"/>
                                        <p:tgtEl>
                                          <p:spTgt spid="4"/>
                                        </p:tgtEl>
                                        <p:attrNameLst>
                                          <p:attrName>ppt_y</p:attrName>
                                        </p:attrNameLst>
                                      </p:cBhvr>
                                      <p:tavLst>
                                        <p:tav tm="0">
                                          <p:val>
                                            <p:strVal val="#ppt_y-#ppt_h/2"/>
                                          </p:val>
                                        </p:tav>
                                        <p:tav tm="100000">
                                          <p:val>
                                            <p:strVal val="#ppt_y"/>
                                          </p:val>
                                        </p:tav>
                                      </p:tavLst>
                                    </p:anim>
                                    <p:anim calcmode="lin" valueType="num">
                                      <p:cBhvr>
                                        <p:cTn id="23" dur="500" fill="hold"/>
                                        <p:tgtEl>
                                          <p:spTgt spid="4"/>
                                        </p:tgtEl>
                                        <p:attrNameLst>
                                          <p:attrName>ppt_w</p:attrName>
                                        </p:attrNameLst>
                                      </p:cBhvr>
                                      <p:tavLst>
                                        <p:tav tm="0">
                                          <p:val>
                                            <p:strVal val="#ppt_w"/>
                                          </p:val>
                                        </p:tav>
                                        <p:tav tm="100000">
                                          <p:val>
                                            <p:strVal val="#ppt_w"/>
                                          </p:val>
                                        </p:tav>
                                      </p:tavLst>
                                    </p:anim>
                                    <p:anim calcmode="lin" valueType="num">
                                      <p:cBhvr>
                                        <p:cTn id="24" dur="500" fill="hold"/>
                                        <p:tgtEl>
                                          <p:spTgt spid="4"/>
                                        </p:tgtEl>
                                        <p:attrNameLst>
                                          <p:attrName>ppt_h</p:attrName>
                                        </p:attrNameLst>
                                      </p:cBhvr>
                                      <p:tavLst>
                                        <p:tav tm="0">
                                          <p:val>
                                            <p:fltVal val="0"/>
                                          </p:val>
                                        </p:tav>
                                        <p:tav tm="100000">
                                          <p:val>
                                            <p:strVal val="#ppt_h"/>
                                          </p:val>
                                        </p:tav>
                                      </p:tavLst>
                                    </p:anim>
                                  </p:childTnLst>
                                </p:cTn>
                              </p:par>
                            </p:childTnLst>
                          </p:cTn>
                        </p:par>
                        <p:par>
                          <p:cTn id="25" fill="hold">
                            <p:stCondLst>
                              <p:cond delay="2000"/>
                            </p:stCondLst>
                            <p:childTnLst>
                              <p:par>
                                <p:cTn id="26" presetID="17" presetClass="entr" presetSubtype="1" fill="hold" nodeType="after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ppt_x</p:attrName>
                                        </p:attrNameLst>
                                      </p:cBhvr>
                                      <p:tavLst>
                                        <p:tav tm="0">
                                          <p:val>
                                            <p:strVal val="#ppt_x"/>
                                          </p:val>
                                        </p:tav>
                                        <p:tav tm="100000">
                                          <p:val>
                                            <p:strVal val="#ppt_x"/>
                                          </p:val>
                                        </p:tav>
                                      </p:tavLst>
                                    </p:anim>
                                    <p:anim calcmode="lin" valueType="num">
                                      <p:cBhvr>
                                        <p:cTn id="29" dur="500" fill="hold"/>
                                        <p:tgtEl>
                                          <p:spTgt spid="10"/>
                                        </p:tgtEl>
                                        <p:attrNameLst>
                                          <p:attrName>ppt_y</p:attrName>
                                        </p:attrNameLst>
                                      </p:cBhvr>
                                      <p:tavLst>
                                        <p:tav tm="0">
                                          <p:val>
                                            <p:strVal val="#ppt_y-#ppt_h/2"/>
                                          </p:val>
                                        </p:tav>
                                        <p:tav tm="100000">
                                          <p:val>
                                            <p:strVal val="#ppt_y"/>
                                          </p:val>
                                        </p:tav>
                                      </p:tavLst>
                                    </p:anim>
                                    <p:anim calcmode="lin" valueType="num">
                                      <p:cBhvr>
                                        <p:cTn id="30" dur="500" fill="hold"/>
                                        <p:tgtEl>
                                          <p:spTgt spid="10"/>
                                        </p:tgtEl>
                                        <p:attrNameLst>
                                          <p:attrName>ppt_w</p:attrName>
                                        </p:attrNameLst>
                                      </p:cBhvr>
                                      <p:tavLst>
                                        <p:tav tm="0">
                                          <p:val>
                                            <p:strVal val="#ppt_w"/>
                                          </p:val>
                                        </p:tav>
                                        <p:tav tm="100000">
                                          <p:val>
                                            <p:strVal val="#ppt_w"/>
                                          </p:val>
                                        </p:tav>
                                      </p:tavLst>
                                    </p:anim>
                                    <p:anim calcmode="lin" valueType="num">
                                      <p:cBhvr>
                                        <p:cTn id="31" dur="500" fill="hold"/>
                                        <p:tgtEl>
                                          <p:spTgt spid="10"/>
                                        </p:tgtEl>
                                        <p:attrNameLst>
                                          <p:attrName>ppt_h</p:attrName>
                                        </p:attrNameLst>
                                      </p:cBhvr>
                                      <p:tavLst>
                                        <p:tav tm="0">
                                          <p:val>
                                            <p:fltVal val="0"/>
                                          </p:val>
                                        </p:tav>
                                        <p:tav tm="100000">
                                          <p:val>
                                            <p:strVal val="#ppt_h"/>
                                          </p:val>
                                        </p:tav>
                                      </p:tavLst>
                                    </p:anim>
                                  </p:childTnLst>
                                </p:cTn>
                              </p:par>
                            </p:childTnLst>
                          </p:cTn>
                        </p:par>
                        <p:par>
                          <p:cTn id="32" fill="hold">
                            <p:stCondLst>
                              <p:cond delay="2500"/>
                            </p:stCondLst>
                            <p:childTnLst>
                              <p:par>
                                <p:cTn id="33" presetID="2" presetClass="entr" presetSubtype="4" accel="50000" decel="50000" fill="hold" nodeType="after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ppt_x"/>
                                          </p:val>
                                        </p:tav>
                                        <p:tav tm="100000">
                                          <p:val>
                                            <p:strVal val="#ppt_x"/>
                                          </p:val>
                                        </p:tav>
                                      </p:tavLst>
                                    </p:anim>
                                    <p:anim calcmode="lin" valueType="num">
                                      <p:cBhvr additive="base">
                                        <p:cTn id="36" dur="50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2" accel="50000" decel="5000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additive="base">
                                        <p:cTn id="39" dur="500" fill="hold"/>
                                        <p:tgtEl>
                                          <p:spTgt spid="12"/>
                                        </p:tgtEl>
                                        <p:attrNameLst>
                                          <p:attrName>ppt_x</p:attrName>
                                        </p:attrNameLst>
                                      </p:cBhvr>
                                      <p:tavLst>
                                        <p:tav tm="0">
                                          <p:val>
                                            <p:strVal val="1+#ppt_w/2"/>
                                          </p:val>
                                        </p:tav>
                                        <p:tav tm="100000">
                                          <p:val>
                                            <p:strVal val="#ppt_x"/>
                                          </p:val>
                                        </p:tav>
                                      </p:tavLst>
                                    </p:anim>
                                    <p:anim calcmode="lin" valueType="num">
                                      <p:cBhvr additive="base">
                                        <p:cTn id="40" dur="500" fill="hold"/>
                                        <p:tgtEl>
                                          <p:spTgt spid="12"/>
                                        </p:tgtEl>
                                        <p:attrNameLst>
                                          <p:attrName>ppt_y</p:attrName>
                                        </p:attrNameLst>
                                      </p:cBhvr>
                                      <p:tavLst>
                                        <p:tav tm="0">
                                          <p:val>
                                            <p:strVal val="#ppt_y"/>
                                          </p:val>
                                        </p:tav>
                                        <p:tav tm="100000">
                                          <p:val>
                                            <p:strVal val="#ppt_y"/>
                                          </p:val>
                                        </p:tav>
                                      </p:tavLst>
                                    </p:anim>
                                  </p:childTnLst>
                                </p:cTn>
                              </p:par>
                            </p:childTnLst>
                          </p:cTn>
                        </p:par>
                        <p:par>
                          <p:cTn id="41" fill="hold">
                            <p:stCondLst>
                              <p:cond delay="3000"/>
                            </p:stCondLst>
                            <p:childTnLst>
                              <p:par>
                                <p:cTn id="42" presetID="2" presetClass="entr" presetSubtype="4" accel="50000" decel="50000" fill="hold" nodeType="after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additive="base">
                                        <p:cTn id="44" dur="500" fill="hold"/>
                                        <p:tgtEl>
                                          <p:spTgt spid="18"/>
                                        </p:tgtEl>
                                        <p:attrNameLst>
                                          <p:attrName>ppt_x</p:attrName>
                                        </p:attrNameLst>
                                      </p:cBhvr>
                                      <p:tavLst>
                                        <p:tav tm="0">
                                          <p:val>
                                            <p:strVal val="#ppt_x"/>
                                          </p:val>
                                        </p:tav>
                                        <p:tav tm="100000">
                                          <p:val>
                                            <p:strVal val="#ppt_x"/>
                                          </p:val>
                                        </p:tav>
                                      </p:tavLst>
                                    </p:anim>
                                    <p:anim calcmode="lin" valueType="num">
                                      <p:cBhvr additive="base">
                                        <p:cTn id="45" dur="500" fill="hold"/>
                                        <p:tgtEl>
                                          <p:spTgt spid="18"/>
                                        </p:tgtEl>
                                        <p:attrNameLst>
                                          <p:attrName>ppt_y</p:attrName>
                                        </p:attrNameLst>
                                      </p:cBhvr>
                                      <p:tavLst>
                                        <p:tav tm="0">
                                          <p:val>
                                            <p:strVal val="1+#ppt_h/2"/>
                                          </p:val>
                                        </p:tav>
                                        <p:tav tm="100000">
                                          <p:val>
                                            <p:strVal val="#ppt_y"/>
                                          </p:val>
                                        </p:tav>
                                      </p:tavLst>
                                    </p:anim>
                                  </p:childTnLst>
                                </p:cTn>
                              </p:par>
                              <p:par>
                                <p:cTn id="46" presetID="2" presetClass="entr" presetSubtype="2" accel="50000" decel="50000" fill="hold" nodeType="withEffect">
                                  <p:stCondLst>
                                    <p:cond delay="0"/>
                                  </p:stCondLst>
                                  <p:childTnLst>
                                    <p:set>
                                      <p:cBhvr>
                                        <p:cTn id="47" dur="1" fill="hold">
                                          <p:stCondLst>
                                            <p:cond delay="0"/>
                                          </p:stCondLst>
                                        </p:cTn>
                                        <p:tgtEl>
                                          <p:spTgt spid="13"/>
                                        </p:tgtEl>
                                        <p:attrNameLst>
                                          <p:attrName>style.visibility</p:attrName>
                                        </p:attrNameLst>
                                      </p:cBhvr>
                                      <p:to>
                                        <p:strVal val="visible"/>
                                      </p:to>
                                    </p:set>
                                    <p:anim calcmode="lin" valueType="num">
                                      <p:cBhvr additive="base">
                                        <p:cTn id="48" dur="500" fill="hold"/>
                                        <p:tgtEl>
                                          <p:spTgt spid="13"/>
                                        </p:tgtEl>
                                        <p:attrNameLst>
                                          <p:attrName>ppt_x</p:attrName>
                                        </p:attrNameLst>
                                      </p:cBhvr>
                                      <p:tavLst>
                                        <p:tav tm="0">
                                          <p:val>
                                            <p:strVal val="1+#ppt_w/2"/>
                                          </p:val>
                                        </p:tav>
                                        <p:tav tm="100000">
                                          <p:val>
                                            <p:strVal val="#ppt_x"/>
                                          </p:val>
                                        </p:tav>
                                      </p:tavLst>
                                    </p:anim>
                                    <p:anim calcmode="lin" valueType="num">
                                      <p:cBhvr additive="base">
                                        <p:cTn id="49" dur="500" fill="hold"/>
                                        <p:tgtEl>
                                          <p:spTgt spid="13"/>
                                        </p:tgtEl>
                                        <p:attrNameLst>
                                          <p:attrName>ppt_y</p:attrName>
                                        </p:attrNameLst>
                                      </p:cBhvr>
                                      <p:tavLst>
                                        <p:tav tm="0">
                                          <p:val>
                                            <p:strVal val="#ppt_y"/>
                                          </p:val>
                                        </p:tav>
                                        <p:tav tm="100000">
                                          <p:val>
                                            <p:strVal val="#ppt_y"/>
                                          </p:val>
                                        </p:tav>
                                      </p:tavLst>
                                    </p:anim>
                                  </p:childTnLst>
                                </p:cTn>
                              </p:par>
                            </p:childTnLst>
                          </p:cTn>
                        </p:par>
                        <p:par>
                          <p:cTn id="50" fill="hold">
                            <p:stCondLst>
                              <p:cond delay="3500"/>
                            </p:stCondLst>
                            <p:childTnLst>
                              <p:par>
                                <p:cTn id="51" presetID="2" presetClass="entr" presetSubtype="4" accel="50000" decel="50000" fill="hold" nodeType="after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additive="base">
                                        <p:cTn id="53" dur="500" fill="hold"/>
                                        <p:tgtEl>
                                          <p:spTgt spid="15"/>
                                        </p:tgtEl>
                                        <p:attrNameLst>
                                          <p:attrName>ppt_x</p:attrName>
                                        </p:attrNameLst>
                                      </p:cBhvr>
                                      <p:tavLst>
                                        <p:tav tm="0">
                                          <p:val>
                                            <p:strVal val="#ppt_x"/>
                                          </p:val>
                                        </p:tav>
                                        <p:tav tm="100000">
                                          <p:val>
                                            <p:strVal val="#ppt_x"/>
                                          </p:val>
                                        </p:tav>
                                      </p:tavLst>
                                    </p:anim>
                                    <p:anim calcmode="lin" valueType="num">
                                      <p:cBhvr additive="base">
                                        <p:cTn id="54" dur="500" fill="hold"/>
                                        <p:tgtEl>
                                          <p:spTgt spid="15"/>
                                        </p:tgtEl>
                                        <p:attrNameLst>
                                          <p:attrName>ppt_y</p:attrName>
                                        </p:attrNameLst>
                                      </p:cBhvr>
                                      <p:tavLst>
                                        <p:tav tm="0">
                                          <p:val>
                                            <p:strVal val="1+#ppt_h/2"/>
                                          </p:val>
                                        </p:tav>
                                        <p:tav tm="100000">
                                          <p:val>
                                            <p:strVal val="#ppt_y"/>
                                          </p:val>
                                        </p:tav>
                                      </p:tavLst>
                                    </p:anim>
                                  </p:childTnLst>
                                </p:cTn>
                              </p:par>
                              <p:par>
                                <p:cTn id="55" presetID="2" presetClass="entr" presetSubtype="2" accel="50000" decel="50000" fill="hold" nodeType="with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500" fill="hold"/>
                                        <p:tgtEl>
                                          <p:spTgt spid="14"/>
                                        </p:tgtEl>
                                        <p:attrNameLst>
                                          <p:attrName>ppt_x</p:attrName>
                                        </p:attrNameLst>
                                      </p:cBhvr>
                                      <p:tavLst>
                                        <p:tav tm="0">
                                          <p:val>
                                            <p:strVal val="1+#ppt_w/2"/>
                                          </p:val>
                                        </p:tav>
                                        <p:tav tm="100000">
                                          <p:val>
                                            <p:strVal val="#ppt_x"/>
                                          </p:val>
                                        </p:tav>
                                      </p:tavLst>
                                    </p:anim>
                                    <p:anim calcmode="lin" valueType="num">
                                      <p:cBhvr additive="base">
                                        <p:cTn id="58"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Iceberg Infographic</a:t>
            </a:r>
            <a:endParaRPr lang="en-US" dirty="0"/>
          </a:p>
        </p:txBody>
      </p:sp>
      <p:sp>
        <p:nvSpPr>
          <p:cNvPr id="8" name="Text Placeholder 7"/>
          <p:cNvSpPr>
            <a:spLocks noGrp="1"/>
          </p:cNvSpPr>
          <p:nvPr>
            <p:ph type="body" sz="half" idx="2"/>
          </p:nvPr>
        </p:nvSpPr>
        <p:spPr/>
        <p:txBody>
          <a:bodyPr/>
          <a:lstStyle/>
          <a:p>
            <a:r>
              <a:rPr lang="en-US"/>
              <a:t>Iceberg Infographic</a:t>
            </a:r>
            <a:endParaRPr lang="en-US" dirty="0"/>
          </a:p>
        </p:txBody>
      </p:sp>
      <p:grpSp>
        <p:nvGrpSpPr>
          <p:cNvPr id="2" name="Group 36"/>
          <p:cNvGrpSpPr/>
          <p:nvPr/>
        </p:nvGrpSpPr>
        <p:grpSpPr>
          <a:xfrm>
            <a:off x="3508375" y="1425575"/>
            <a:ext cx="1882775" cy="3086101"/>
            <a:chOff x="3508375" y="1425575"/>
            <a:chExt cx="1882775" cy="3086101"/>
          </a:xfrm>
        </p:grpSpPr>
        <p:sp>
          <p:nvSpPr>
            <p:cNvPr id="1029" name="Freeform 5"/>
            <p:cNvSpPr>
              <a:spLocks/>
            </p:cNvSpPr>
            <p:nvPr/>
          </p:nvSpPr>
          <p:spPr bwMode="auto">
            <a:xfrm>
              <a:off x="4619625" y="1911350"/>
              <a:ext cx="471488" cy="144463"/>
            </a:xfrm>
            <a:custGeom>
              <a:avLst/>
              <a:gdLst/>
              <a:ahLst/>
              <a:cxnLst>
                <a:cxn ang="0">
                  <a:pos x="0" y="40"/>
                </a:cxn>
                <a:cxn ang="0">
                  <a:pos x="160" y="0"/>
                </a:cxn>
                <a:cxn ang="0">
                  <a:pos x="223" y="0"/>
                </a:cxn>
                <a:cxn ang="0">
                  <a:pos x="297" y="91"/>
                </a:cxn>
                <a:cxn ang="0">
                  <a:pos x="0" y="40"/>
                </a:cxn>
              </a:cxnLst>
              <a:rect l="0" t="0" r="r" b="b"/>
              <a:pathLst>
                <a:path w="297" h="91">
                  <a:moveTo>
                    <a:pt x="0" y="40"/>
                  </a:moveTo>
                  <a:lnTo>
                    <a:pt x="160" y="0"/>
                  </a:lnTo>
                  <a:lnTo>
                    <a:pt x="223" y="0"/>
                  </a:lnTo>
                  <a:lnTo>
                    <a:pt x="297" y="91"/>
                  </a:lnTo>
                  <a:lnTo>
                    <a:pt x="0" y="4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4249738" y="1876425"/>
              <a:ext cx="369888" cy="200025"/>
            </a:xfrm>
            <a:custGeom>
              <a:avLst/>
              <a:gdLst/>
              <a:ahLst/>
              <a:cxnLst>
                <a:cxn ang="0">
                  <a:pos x="233" y="62"/>
                </a:cxn>
                <a:cxn ang="0">
                  <a:pos x="0" y="126"/>
                </a:cxn>
                <a:cxn ang="0">
                  <a:pos x="8" y="19"/>
                </a:cxn>
                <a:cxn ang="0">
                  <a:pos x="100" y="0"/>
                </a:cxn>
                <a:cxn ang="0">
                  <a:pos x="233" y="62"/>
                </a:cxn>
              </a:cxnLst>
              <a:rect l="0" t="0" r="r" b="b"/>
              <a:pathLst>
                <a:path w="233" h="126">
                  <a:moveTo>
                    <a:pt x="233" y="62"/>
                  </a:moveTo>
                  <a:lnTo>
                    <a:pt x="0" y="126"/>
                  </a:lnTo>
                  <a:lnTo>
                    <a:pt x="8" y="19"/>
                  </a:lnTo>
                  <a:lnTo>
                    <a:pt x="100" y="0"/>
                  </a:lnTo>
                  <a:lnTo>
                    <a:pt x="233" y="6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1" name="Freeform 7"/>
            <p:cNvSpPr>
              <a:spLocks/>
            </p:cNvSpPr>
            <p:nvPr/>
          </p:nvSpPr>
          <p:spPr bwMode="auto">
            <a:xfrm>
              <a:off x="3708400" y="2071688"/>
              <a:ext cx="496888" cy="1049338"/>
            </a:xfrm>
            <a:custGeom>
              <a:avLst/>
              <a:gdLst/>
              <a:ahLst/>
              <a:cxnLst>
                <a:cxn ang="0">
                  <a:pos x="0" y="549"/>
                </a:cxn>
                <a:cxn ang="0">
                  <a:pos x="42" y="212"/>
                </a:cxn>
                <a:cxn ang="0">
                  <a:pos x="187" y="0"/>
                </a:cxn>
                <a:cxn ang="0">
                  <a:pos x="191" y="0"/>
                </a:cxn>
                <a:cxn ang="0">
                  <a:pos x="313" y="661"/>
                </a:cxn>
                <a:cxn ang="0">
                  <a:pos x="0" y="549"/>
                </a:cxn>
              </a:cxnLst>
              <a:rect l="0" t="0" r="r" b="b"/>
              <a:pathLst>
                <a:path w="313" h="661">
                  <a:moveTo>
                    <a:pt x="0" y="549"/>
                  </a:moveTo>
                  <a:lnTo>
                    <a:pt x="42" y="212"/>
                  </a:lnTo>
                  <a:lnTo>
                    <a:pt x="187" y="0"/>
                  </a:lnTo>
                  <a:lnTo>
                    <a:pt x="191" y="0"/>
                  </a:lnTo>
                  <a:lnTo>
                    <a:pt x="313" y="661"/>
                  </a:lnTo>
                  <a:lnTo>
                    <a:pt x="0" y="549"/>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2" name="Freeform 8"/>
            <p:cNvSpPr>
              <a:spLocks/>
            </p:cNvSpPr>
            <p:nvPr/>
          </p:nvSpPr>
          <p:spPr bwMode="auto">
            <a:xfrm>
              <a:off x="4011613" y="2071688"/>
              <a:ext cx="503238" cy="1049338"/>
            </a:xfrm>
            <a:custGeom>
              <a:avLst/>
              <a:gdLst/>
              <a:ahLst/>
              <a:cxnLst>
                <a:cxn ang="0">
                  <a:pos x="150" y="3"/>
                </a:cxn>
                <a:cxn ang="0">
                  <a:pos x="317" y="228"/>
                </a:cxn>
                <a:cxn ang="0">
                  <a:pos x="122" y="661"/>
                </a:cxn>
                <a:cxn ang="0">
                  <a:pos x="0" y="0"/>
                </a:cxn>
                <a:cxn ang="0">
                  <a:pos x="150" y="3"/>
                </a:cxn>
              </a:cxnLst>
              <a:rect l="0" t="0" r="r" b="b"/>
              <a:pathLst>
                <a:path w="317" h="661">
                  <a:moveTo>
                    <a:pt x="150" y="3"/>
                  </a:moveTo>
                  <a:lnTo>
                    <a:pt x="317" y="228"/>
                  </a:lnTo>
                  <a:lnTo>
                    <a:pt x="122" y="661"/>
                  </a:lnTo>
                  <a:lnTo>
                    <a:pt x="0" y="0"/>
                  </a:lnTo>
                  <a:lnTo>
                    <a:pt x="150" y="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3" name="Freeform 9"/>
            <p:cNvSpPr>
              <a:spLocks/>
            </p:cNvSpPr>
            <p:nvPr/>
          </p:nvSpPr>
          <p:spPr bwMode="auto">
            <a:xfrm>
              <a:off x="4362450" y="3494088"/>
              <a:ext cx="479425" cy="866775"/>
            </a:xfrm>
            <a:custGeom>
              <a:avLst/>
              <a:gdLst/>
              <a:ahLst/>
              <a:cxnLst>
                <a:cxn ang="0">
                  <a:pos x="290" y="357"/>
                </a:cxn>
                <a:cxn ang="0">
                  <a:pos x="82" y="225"/>
                </a:cxn>
                <a:cxn ang="0">
                  <a:pos x="82" y="546"/>
                </a:cxn>
                <a:cxn ang="0">
                  <a:pos x="2" y="10"/>
                </a:cxn>
                <a:cxn ang="0">
                  <a:pos x="2" y="10"/>
                </a:cxn>
                <a:cxn ang="0">
                  <a:pos x="0" y="0"/>
                </a:cxn>
                <a:cxn ang="0">
                  <a:pos x="302" y="296"/>
                </a:cxn>
                <a:cxn ang="0">
                  <a:pos x="290" y="357"/>
                </a:cxn>
              </a:cxnLst>
              <a:rect l="0" t="0" r="r" b="b"/>
              <a:pathLst>
                <a:path w="302" h="546">
                  <a:moveTo>
                    <a:pt x="290" y="357"/>
                  </a:moveTo>
                  <a:lnTo>
                    <a:pt x="82" y="225"/>
                  </a:lnTo>
                  <a:lnTo>
                    <a:pt x="82" y="546"/>
                  </a:lnTo>
                  <a:lnTo>
                    <a:pt x="2" y="10"/>
                  </a:lnTo>
                  <a:lnTo>
                    <a:pt x="2" y="10"/>
                  </a:lnTo>
                  <a:lnTo>
                    <a:pt x="0" y="0"/>
                  </a:lnTo>
                  <a:lnTo>
                    <a:pt x="302" y="296"/>
                  </a:lnTo>
                  <a:lnTo>
                    <a:pt x="290" y="357"/>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4" name="Freeform 10"/>
            <p:cNvSpPr>
              <a:spLocks/>
            </p:cNvSpPr>
            <p:nvPr/>
          </p:nvSpPr>
          <p:spPr bwMode="auto">
            <a:xfrm>
              <a:off x="3508375" y="2962275"/>
              <a:ext cx="976313" cy="511175"/>
            </a:xfrm>
            <a:custGeom>
              <a:avLst/>
              <a:gdLst/>
              <a:ahLst/>
              <a:cxnLst>
                <a:cxn ang="0">
                  <a:pos x="0" y="49"/>
                </a:cxn>
                <a:cxn ang="0">
                  <a:pos x="100" y="0"/>
                </a:cxn>
                <a:cxn ang="0">
                  <a:pos x="233" y="177"/>
                </a:cxn>
                <a:cxn ang="0">
                  <a:pos x="439" y="100"/>
                </a:cxn>
                <a:cxn ang="0">
                  <a:pos x="615" y="223"/>
                </a:cxn>
                <a:cxn ang="0">
                  <a:pos x="608" y="225"/>
                </a:cxn>
                <a:cxn ang="0">
                  <a:pos x="610" y="225"/>
                </a:cxn>
                <a:cxn ang="0">
                  <a:pos x="286" y="322"/>
                </a:cxn>
                <a:cxn ang="0">
                  <a:pos x="191" y="235"/>
                </a:cxn>
                <a:cxn ang="0">
                  <a:pos x="110" y="56"/>
                </a:cxn>
                <a:cxn ang="0">
                  <a:pos x="44" y="87"/>
                </a:cxn>
                <a:cxn ang="0">
                  <a:pos x="0" y="49"/>
                </a:cxn>
              </a:cxnLst>
              <a:rect l="0" t="0" r="r" b="b"/>
              <a:pathLst>
                <a:path w="615" h="322">
                  <a:moveTo>
                    <a:pt x="0" y="49"/>
                  </a:moveTo>
                  <a:lnTo>
                    <a:pt x="100" y="0"/>
                  </a:lnTo>
                  <a:lnTo>
                    <a:pt x="233" y="177"/>
                  </a:lnTo>
                  <a:lnTo>
                    <a:pt x="439" y="100"/>
                  </a:lnTo>
                  <a:lnTo>
                    <a:pt x="615" y="223"/>
                  </a:lnTo>
                  <a:lnTo>
                    <a:pt x="608" y="225"/>
                  </a:lnTo>
                  <a:lnTo>
                    <a:pt x="610" y="225"/>
                  </a:lnTo>
                  <a:lnTo>
                    <a:pt x="286" y="322"/>
                  </a:lnTo>
                  <a:lnTo>
                    <a:pt x="191" y="235"/>
                  </a:lnTo>
                  <a:lnTo>
                    <a:pt x="110" y="56"/>
                  </a:lnTo>
                  <a:lnTo>
                    <a:pt x="44" y="87"/>
                  </a:lnTo>
                  <a:lnTo>
                    <a:pt x="0" y="49"/>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5" name="Freeform 11"/>
            <p:cNvSpPr>
              <a:spLocks/>
            </p:cNvSpPr>
            <p:nvPr/>
          </p:nvSpPr>
          <p:spPr bwMode="auto">
            <a:xfrm>
              <a:off x="4408488" y="1425575"/>
              <a:ext cx="211138" cy="549275"/>
            </a:xfrm>
            <a:custGeom>
              <a:avLst/>
              <a:gdLst/>
              <a:ahLst/>
              <a:cxnLst>
                <a:cxn ang="0">
                  <a:pos x="123" y="0"/>
                </a:cxn>
                <a:cxn ang="0">
                  <a:pos x="133" y="346"/>
                </a:cxn>
                <a:cxn ang="0">
                  <a:pos x="0" y="284"/>
                </a:cxn>
                <a:cxn ang="0">
                  <a:pos x="123" y="0"/>
                </a:cxn>
              </a:cxnLst>
              <a:rect l="0" t="0" r="r" b="b"/>
              <a:pathLst>
                <a:path w="133" h="346">
                  <a:moveTo>
                    <a:pt x="123" y="0"/>
                  </a:moveTo>
                  <a:lnTo>
                    <a:pt x="133" y="346"/>
                  </a:lnTo>
                  <a:lnTo>
                    <a:pt x="0" y="284"/>
                  </a:lnTo>
                  <a:lnTo>
                    <a:pt x="123" y="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Freeform 12"/>
            <p:cNvSpPr>
              <a:spLocks/>
            </p:cNvSpPr>
            <p:nvPr/>
          </p:nvSpPr>
          <p:spPr bwMode="auto">
            <a:xfrm>
              <a:off x="4249738" y="1974850"/>
              <a:ext cx="908050" cy="458788"/>
            </a:xfrm>
            <a:custGeom>
              <a:avLst/>
              <a:gdLst/>
              <a:ahLst/>
              <a:cxnLst>
                <a:cxn ang="0">
                  <a:pos x="315" y="153"/>
                </a:cxn>
                <a:cxn ang="0">
                  <a:pos x="167" y="289"/>
                </a:cxn>
                <a:cxn ang="0">
                  <a:pos x="0" y="64"/>
                </a:cxn>
                <a:cxn ang="0">
                  <a:pos x="233" y="0"/>
                </a:cxn>
                <a:cxn ang="0">
                  <a:pos x="530" y="51"/>
                </a:cxn>
                <a:cxn ang="0">
                  <a:pos x="572" y="182"/>
                </a:cxn>
                <a:cxn ang="0">
                  <a:pos x="315" y="153"/>
                </a:cxn>
              </a:cxnLst>
              <a:rect l="0" t="0" r="r" b="b"/>
              <a:pathLst>
                <a:path w="572" h="289">
                  <a:moveTo>
                    <a:pt x="315" y="153"/>
                  </a:moveTo>
                  <a:lnTo>
                    <a:pt x="167" y="289"/>
                  </a:lnTo>
                  <a:lnTo>
                    <a:pt x="0" y="64"/>
                  </a:lnTo>
                  <a:lnTo>
                    <a:pt x="233" y="0"/>
                  </a:lnTo>
                  <a:lnTo>
                    <a:pt x="530" y="51"/>
                  </a:lnTo>
                  <a:lnTo>
                    <a:pt x="572" y="182"/>
                  </a:lnTo>
                  <a:lnTo>
                    <a:pt x="315" y="153"/>
                  </a:lnTo>
                  <a:close/>
                </a:path>
              </a:pathLst>
            </a:custGeom>
            <a:solidFill>
              <a:schemeClr val="accent1">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3"/>
            <p:cNvSpPr>
              <a:spLocks/>
            </p:cNvSpPr>
            <p:nvPr/>
          </p:nvSpPr>
          <p:spPr bwMode="auto">
            <a:xfrm>
              <a:off x="4603750" y="1425575"/>
              <a:ext cx="269875" cy="549275"/>
            </a:xfrm>
            <a:custGeom>
              <a:avLst/>
              <a:gdLst/>
              <a:ahLst/>
              <a:cxnLst>
                <a:cxn ang="0">
                  <a:pos x="170" y="306"/>
                </a:cxn>
                <a:cxn ang="0">
                  <a:pos x="10" y="346"/>
                </a:cxn>
                <a:cxn ang="0">
                  <a:pos x="0" y="0"/>
                </a:cxn>
                <a:cxn ang="0">
                  <a:pos x="170" y="306"/>
                </a:cxn>
              </a:cxnLst>
              <a:rect l="0" t="0" r="r" b="b"/>
              <a:pathLst>
                <a:path w="170" h="346">
                  <a:moveTo>
                    <a:pt x="170" y="306"/>
                  </a:moveTo>
                  <a:lnTo>
                    <a:pt x="10" y="346"/>
                  </a:lnTo>
                  <a:lnTo>
                    <a:pt x="0" y="0"/>
                  </a:lnTo>
                  <a:lnTo>
                    <a:pt x="170" y="3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14"/>
            <p:cNvSpPr>
              <a:spLocks/>
            </p:cNvSpPr>
            <p:nvPr/>
          </p:nvSpPr>
          <p:spPr bwMode="auto">
            <a:xfrm>
              <a:off x="3667125" y="2943225"/>
              <a:ext cx="538163" cy="300038"/>
            </a:xfrm>
            <a:custGeom>
              <a:avLst/>
              <a:gdLst/>
              <a:ahLst/>
              <a:cxnLst>
                <a:cxn ang="0">
                  <a:pos x="0" y="12"/>
                </a:cxn>
                <a:cxn ang="0">
                  <a:pos x="26" y="0"/>
                </a:cxn>
                <a:cxn ang="0">
                  <a:pos x="339" y="112"/>
                </a:cxn>
                <a:cxn ang="0">
                  <a:pos x="133" y="189"/>
                </a:cxn>
                <a:cxn ang="0">
                  <a:pos x="0" y="12"/>
                </a:cxn>
              </a:cxnLst>
              <a:rect l="0" t="0" r="r" b="b"/>
              <a:pathLst>
                <a:path w="339" h="189">
                  <a:moveTo>
                    <a:pt x="0" y="12"/>
                  </a:moveTo>
                  <a:lnTo>
                    <a:pt x="26" y="0"/>
                  </a:lnTo>
                  <a:lnTo>
                    <a:pt x="339" y="112"/>
                  </a:lnTo>
                  <a:lnTo>
                    <a:pt x="133" y="189"/>
                  </a:lnTo>
                  <a:lnTo>
                    <a:pt x="0" y="1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5"/>
            <p:cNvSpPr>
              <a:spLocks/>
            </p:cNvSpPr>
            <p:nvPr/>
          </p:nvSpPr>
          <p:spPr bwMode="auto">
            <a:xfrm>
              <a:off x="3962400" y="3316288"/>
              <a:ext cx="919163" cy="647700"/>
            </a:xfrm>
            <a:custGeom>
              <a:avLst/>
              <a:gdLst/>
              <a:ahLst/>
              <a:cxnLst>
                <a:cxn ang="0">
                  <a:pos x="0" y="99"/>
                </a:cxn>
                <a:cxn ang="0">
                  <a:pos x="324" y="2"/>
                </a:cxn>
                <a:cxn ang="0">
                  <a:pos x="329" y="0"/>
                </a:cxn>
                <a:cxn ang="0">
                  <a:pos x="453" y="184"/>
                </a:cxn>
                <a:cxn ang="0">
                  <a:pos x="535" y="102"/>
                </a:cxn>
                <a:cxn ang="0">
                  <a:pos x="579" y="216"/>
                </a:cxn>
                <a:cxn ang="0">
                  <a:pos x="554" y="408"/>
                </a:cxn>
                <a:cxn ang="0">
                  <a:pos x="252" y="112"/>
                </a:cxn>
                <a:cxn ang="0">
                  <a:pos x="254" y="122"/>
                </a:cxn>
                <a:cxn ang="0">
                  <a:pos x="254" y="122"/>
                </a:cxn>
                <a:cxn ang="0">
                  <a:pos x="182" y="185"/>
                </a:cxn>
                <a:cxn ang="0">
                  <a:pos x="121" y="360"/>
                </a:cxn>
                <a:cxn ang="0">
                  <a:pos x="0" y="99"/>
                </a:cxn>
              </a:cxnLst>
              <a:rect l="0" t="0" r="r" b="b"/>
              <a:pathLst>
                <a:path w="579" h="408">
                  <a:moveTo>
                    <a:pt x="0" y="99"/>
                  </a:moveTo>
                  <a:lnTo>
                    <a:pt x="324" y="2"/>
                  </a:lnTo>
                  <a:lnTo>
                    <a:pt x="329" y="0"/>
                  </a:lnTo>
                  <a:lnTo>
                    <a:pt x="453" y="184"/>
                  </a:lnTo>
                  <a:lnTo>
                    <a:pt x="535" y="102"/>
                  </a:lnTo>
                  <a:lnTo>
                    <a:pt x="579" y="216"/>
                  </a:lnTo>
                  <a:lnTo>
                    <a:pt x="554" y="408"/>
                  </a:lnTo>
                  <a:lnTo>
                    <a:pt x="252" y="112"/>
                  </a:lnTo>
                  <a:lnTo>
                    <a:pt x="254" y="122"/>
                  </a:lnTo>
                  <a:lnTo>
                    <a:pt x="254" y="122"/>
                  </a:lnTo>
                  <a:lnTo>
                    <a:pt x="182" y="185"/>
                  </a:lnTo>
                  <a:lnTo>
                    <a:pt x="121" y="360"/>
                  </a:lnTo>
                  <a:lnTo>
                    <a:pt x="0" y="9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6"/>
            <p:cNvSpPr>
              <a:spLocks/>
            </p:cNvSpPr>
            <p:nvPr/>
          </p:nvSpPr>
          <p:spPr bwMode="auto">
            <a:xfrm>
              <a:off x="4484688" y="2792413"/>
              <a:ext cx="841375" cy="866775"/>
            </a:xfrm>
            <a:custGeom>
              <a:avLst/>
              <a:gdLst/>
              <a:ahLst/>
              <a:cxnLst>
                <a:cxn ang="0">
                  <a:pos x="0" y="330"/>
                </a:cxn>
                <a:cxn ang="0">
                  <a:pos x="276" y="247"/>
                </a:cxn>
                <a:cxn ang="0">
                  <a:pos x="298" y="25"/>
                </a:cxn>
                <a:cxn ang="0">
                  <a:pos x="419" y="0"/>
                </a:cxn>
                <a:cxn ang="0">
                  <a:pos x="530" y="245"/>
                </a:cxn>
                <a:cxn ang="0">
                  <a:pos x="400" y="435"/>
                </a:cxn>
                <a:cxn ang="0">
                  <a:pos x="250" y="546"/>
                </a:cxn>
                <a:cxn ang="0">
                  <a:pos x="206" y="432"/>
                </a:cxn>
                <a:cxn ang="0">
                  <a:pos x="124" y="514"/>
                </a:cxn>
                <a:cxn ang="0">
                  <a:pos x="0" y="330"/>
                </a:cxn>
                <a:cxn ang="0">
                  <a:pos x="2" y="330"/>
                </a:cxn>
                <a:cxn ang="0">
                  <a:pos x="0" y="330"/>
                </a:cxn>
              </a:cxnLst>
              <a:rect l="0" t="0" r="r" b="b"/>
              <a:pathLst>
                <a:path w="530" h="546">
                  <a:moveTo>
                    <a:pt x="0" y="330"/>
                  </a:moveTo>
                  <a:lnTo>
                    <a:pt x="276" y="247"/>
                  </a:lnTo>
                  <a:lnTo>
                    <a:pt x="298" y="25"/>
                  </a:lnTo>
                  <a:lnTo>
                    <a:pt x="419" y="0"/>
                  </a:lnTo>
                  <a:lnTo>
                    <a:pt x="530" y="245"/>
                  </a:lnTo>
                  <a:lnTo>
                    <a:pt x="400" y="435"/>
                  </a:lnTo>
                  <a:lnTo>
                    <a:pt x="250" y="546"/>
                  </a:lnTo>
                  <a:lnTo>
                    <a:pt x="206" y="432"/>
                  </a:lnTo>
                  <a:lnTo>
                    <a:pt x="124" y="514"/>
                  </a:lnTo>
                  <a:lnTo>
                    <a:pt x="0" y="330"/>
                  </a:lnTo>
                  <a:lnTo>
                    <a:pt x="2" y="330"/>
                  </a:lnTo>
                  <a:lnTo>
                    <a:pt x="0" y="33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1" name="Freeform 17"/>
            <p:cNvSpPr>
              <a:spLocks/>
            </p:cNvSpPr>
            <p:nvPr/>
          </p:nvSpPr>
          <p:spPr bwMode="auto">
            <a:xfrm>
              <a:off x="4205288" y="2433638"/>
              <a:ext cx="752475" cy="882650"/>
            </a:xfrm>
            <a:custGeom>
              <a:avLst/>
              <a:gdLst/>
              <a:ahLst/>
              <a:cxnLst>
                <a:cxn ang="0">
                  <a:pos x="176" y="556"/>
                </a:cxn>
                <a:cxn ang="0">
                  <a:pos x="0" y="433"/>
                </a:cxn>
                <a:cxn ang="0">
                  <a:pos x="195" y="0"/>
                </a:cxn>
                <a:cxn ang="0">
                  <a:pos x="474" y="251"/>
                </a:cxn>
                <a:cxn ang="0">
                  <a:pos x="254" y="231"/>
                </a:cxn>
                <a:cxn ang="0">
                  <a:pos x="176" y="556"/>
                </a:cxn>
              </a:cxnLst>
              <a:rect l="0" t="0" r="r" b="b"/>
              <a:pathLst>
                <a:path w="474" h="556">
                  <a:moveTo>
                    <a:pt x="176" y="556"/>
                  </a:moveTo>
                  <a:lnTo>
                    <a:pt x="0" y="433"/>
                  </a:lnTo>
                  <a:lnTo>
                    <a:pt x="195" y="0"/>
                  </a:lnTo>
                  <a:lnTo>
                    <a:pt x="474" y="251"/>
                  </a:lnTo>
                  <a:lnTo>
                    <a:pt x="254" y="231"/>
                  </a:lnTo>
                  <a:lnTo>
                    <a:pt x="176" y="556"/>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2" name="Freeform 18"/>
            <p:cNvSpPr>
              <a:spLocks/>
            </p:cNvSpPr>
            <p:nvPr/>
          </p:nvSpPr>
          <p:spPr bwMode="auto">
            <a:xfrm>
              <a:off x="4484688" y="2800350"/>
              <a:ext cx="473075" cy="515938"/>
            </a:xfrm>
            <a:custGeom>
              <a:avLst/>
              <a:gdLst/>
              <a:ahLst/>
              <a:cxnLst>
                <a:cxn ang="0">
                  <a:pos x="298" y="20"/>
                </a:cxn>
                <a:cxn ang="0">
                  <a:pos x="276" y="242"/>
                </a:cxn>
                <a:cxn ang="0">
                  <a:pos x="0" y="325"/>
                </a:cxn>
                <a:cxn ang="0">
                  <a:pos x="78" y="0"/>
                </a:cxn>
                <a:cxn ang="0">
                  <a:pos x="298" y="20"/>
                </a:cxn>
              </a:cxnLst>
              <a:rect l="0" t="0" r="r" b="b"/>
              <a:pathLst>
                <a:path w="298" h="325">
                  <a:moveTo>
                    <a:pt x="298" y="20"/>
                  </a:moveTo>
                  <a:lnTo>
                    <a:pt x="276" y="242"/>
                  </a:lnTo>
                  <a:lnTo>
                    <a:pt x="0" y="325"/>
                  </a:lnTo>
                  <a:lnTo>
                    <a:pt x="78" y="0"/>
                  </a:lnTo>
                  <a:lnTo>
                    <a:pt x="298"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Freeform 19"/>
            <p:cNvSpPr>
              <a:spLocks/>
            </p:cNvSpPr>
            <p:nvPr/>
          </p:nvSpPr>
          <p:spPr bwMode="auto">
            <a:xfrm>
              <a:off x="4749800" y="2217738"/>
              <a:ext cx="641350" cy="963613"/>
            </a:xfrm>
            <a:custGeom>
              <a:avLst/>
              <a:gdLst/>
              <a:ahLst/>
              <a:cxnLst>
                <a:cxn ang="0">
                  <a:pos x="363" y="607"/>
                </a:cxn>
                <a:cxn ang="0">
                  <a:pos x="252" y="362"/>
                </a:cxn>
                <a:cxn ang="0">
                  <a:pos x="131" y="387"/>
                </a:cxn>
                <a:cxn ang="0">
                  <a:pos x="0" y="0"/>
                </a:cxn>
                <a:cxn ang="0">
                  <a:pos x="245" y="287"/>
                </a:cxn>
                <a:cxn ang="0">
                  <a:pos x="358" y="144"/>
                </a:cxn>
                <a:cxn ang="0">
                  <a:pos x="404" y="207"/>
                </a:cxn>
                <a:cxn ang="0">
                  <a:pos x="404" y="478"/>
                </a:cxn>
                <a:cxn ang="0">
                  <a:pos x="365" y="449"/>
                </a:cxn>
                <a:cxn ang="0">
                  <a:pos x="363" y="607"/>
                </a:cxn>
              </a:cxnLst>
              <a:rect l="0" t="0" r="r" b="b"/>
              <a:pathLst>
                <a:path w="404" h="607">
                  <a:moveTo>
                    <a:pt x="363" y="607"/>
                  </a:moveTo>
                  <a:lnTo>
                    <a:pt x="252" y="362"/>
                  </a:lnTo>
                  <a:lnTo>
                    <a:pt x="131" y="387"/>
                  </a:lnTo>
                  <a:lnTo>
                    <a:pt x="0" y="0"/>
                  </a:lnTo>
                  <a:lnTo>
                    <a:pt x="245" y="287"/>
                  </a:lnTo>
                  <a:lnTo>
                    <a:pt x="358" y="144"/>
                  </a:lnTo>
                  <a:lnTo>
                    <a:pt x="404" y="207"/>
                  </a:lnTo>
                  <a:lnTo>
                    <a:pt x="404" y="478"/>
                  </a:lnTo>
                  <a:lnTo>
                    <a:pt x="365" y="449"/>
                  </a:lnTo>
                  <a:lnTo>
                    <a:pt x="363" y="6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4" name="Freeform 20"/>
            <p:cNvSpPr>
              <a:spLocks/>
            </p:cNvSpPr>
            <p:nvPr/>
          </p:nvSpPr>
          <p:spPr bwMode="auto">
            <a:xfrm>
              <a:off x="4749800" y="2217738"/>
              <a:ext cx="568325" cy="455613"/>
            </a:xfrm>
            <a:custGeom>
              <a:avLst/>
              <a:gdLst/>
              <a:ahLst/>
              <a:cxnLst>
                <a:cxn ang="0">
                  <a:pos x="0" y="0"/>
                </a:cxn>
                <a:cxn ang="0">
                  <a:pos x="257" y="29"/>
                </a:cxn>
                <a:cxn ang="0">
                  <a:pos x="358" y="144"/>
                </a:cxn>
                <a:cxn ang="0">
                  <a:pos x="245" y="287"/>
                </a:cxn>
                <a:cxn ang="0">
                  <a:pos x="0" y="0"/>
                </a:cxn>
              </a:cxnLst>
              <a:rect l="0" t="0" r="r" b="b"/>
              <a:pathLst>
                <a:path w="358" h="287">
                  <a:moveTo>
                    <a:pt x="0" y="0"/>
                  </a:moveTo>
                  <a:lnTo>
                    <a:pt x="257" y="29"/>
                  </a:lnTo>
                  <a:lnTo>
                    <a:pt x="358" y="144"/>
                  </a:lnTo>
                  <a:lnTo>
                    <a:pt x="245" y="287"/>
                  </a:lnTo>
                  <a:lnTo>
                    <a:pt x="0" y="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5" name="Freeform 21"/>
            <p:cNvSpPr>
              <a:spLocks/>
            </p:cNvSpPr>
            <p:nvPr/>
          </p:nvSpPr>
          <p:spPr bwMode="auto">
            <a:xfrm>
              <a:off x="4514850" y="2217738"/>
              <a:ext cx="442913" cy="614363"/>
            </a:xfrm>
            <a:custGeom>
              <a:avLst/>
              <a:gdLst/>
              <a:ahLst/>
              <a:cxnLst>
                <a:cxn ang="0">
                  <a:pos x="0" y="136"/>
                </a:cxn>
                <a:cxn ang="0">
                  <a:pos x="148" y="0"/>
                </a:cxn>
                <a:cxn ang="0">
                  <a:pos x="279" y="387"/>
                </a:cxn>
                <a:cxn ang="0">
                  <a:pos x="0" y="136"/>
                </a:cxn>
              </a:cxnLst>
              <a:rect l="0" t="0" r="r" b="b"/>
              <a:pathLst>
                <a:path w="279" h="387">
                  <a:moveTo>
                    <a:pt x="0" y="136"/>
                  </a:moveTo>
                  <a:lnTo>
                    <a:pt x="148" y="0"/>
                  </a:lnTo>
                  <a:lnTo>
                    <a:pt x="279" y="387"/>
                  </a:lnTo>
                  <a:lnTo>
                    <a:pt x="0" y="13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Freeform 22"/>
            <p:cNvSpPr>
              <a:spLocks/>
            </p:cNvSpPr>
            <p:nvPr/>
          </p:nvSpPr>
          <p:spPr bwMode="auto">
            <a:xfrm>
              <a:off x="4154488" y="3509963"/>
              <a:ext cx="233363" cy="1001713"/>
            </a:xfrm>
            <a:custGeom>
              <a:avLst/>
              <a:gdLst/>
              <a:ahLst/>
              <a:cxnLst>
                <a:cxn ang="0">
                  <a:pos x="133" y="0"/>
                </a:cxn>
                <a:cxn ang="0">
                  <a:pos x="147" y="631"/>
                </a:cxn>
                <a:cxn ang="0">
                  <a:pos x="0" y="347"/>
                </a:cxn>
                <a:cxn ang="0">
                  <a:pos x="0" y="238"/>
                </a:cxn>
                <a:cxn ang="0">
                  <a:pos x="61" y="63"/>
                </a:cxn>
                <a:cxn ang="0">
                  <a:pos x="133" y="0"/>
                </a:cxn>
              </a:cxnLst>
              <a:rect l="0" t="0" r="r" b="b"/>
              <a:pathLst>
                <a:path w="147" h="631">
                  <a:moveTo>
                    <a:pt x="133" y="0"/>
                  </a:moveTo>
                  <a:lnTo>
                    <a:pt x="147" y="631"/>
                  </a:lnTo>
                  <a:lnTo>
                    <a:pt x="0" y="347"/>
                  </a:lnTo>
                  <a:lnTo>
                    <a:pt x="0" y="238"/>
                  </a:lnTo>
                  <a:lnTo>
                    <a:pt x="61" y="63"/>
                  </a:lnTo>
                  <a:lnTo>
                    <a:pt x="133" y="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7" name="Freeform 23"/>
            <p:cNvSpPr>
              <a:spLocks/>
            </p:cNvSpPr>
            <p:nvPr/>
          </p:nvSpPr>
          <p:spPr bwMode="auto">
            <a:xfrm>
              <a:off x="4492625" y="3851275"/>
              <a:ext cx="330200" cy="550863"/>
            </a:xfrm>
            <a:custGeom>
              <a:avLst/>
              <a:gdLst/>
              <a:ahLst/>
              <a:cxnLst>
                <a:cxn ang="0">
                  <a:pos x="0" y="321"/>
                </a:cxn>
                <a:cxn ang="0">
                  <a:pos x="0" y="0"/>
                </a:cxn>
                <a:cxn ang="0">
                  <a:pos x="208" y="132"/>
                </a:cxn>
                <a:cxn ang="0">
                  <a:pos x="138" y="347"/>
                </a:cxn>
                <a:cxn ang="0">
                  <a:pos x="0" y="321"/>
                </a:cxn>
              </a:cxnLst>
              <a:rect l="0" t="0" r="r" b="b"/>
              <a:pathLst>
                <a:path w="208" h="347">
                  <a:moveTo>
                    <a:pt x="0" y="321"/>
                  </a:moveTo>
                  <a:lnTo>
                    <a:pt x="0" y="0"/>
                  </a:lnTo>
                  <a:lnTo>
                    <a:pt x="208" y="132"/>
                  </a:lnTo>
                  <a:lnTo>
                    <a:pt x="138" y="347"/>
                  </a:lnTo>
                  <a:lnTo>
                    <a:pt x="0" y="321"/>
                  </a:lnTo>
                  <a:close/>
                </a:path>
              </a:pathLst>
            </a:custGeom>
            <a:solidFill>
              <a:schemeClr val="accent1">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8" name="Freeform 24"/>
            <p:cNvSpPr>
              <a:spLocks/>
            </p:cNvSpPr>
            <p:nvPr/>
          </p:nvSpPr>
          <p:spPr bwMode="auto">
            <a:xfrm>
              <a:off x="4365625" y="3509963"/>
              <a:ext cx="127000" cy="1001713"/>
            </a:xfrm>
            <a:custGeom>
              <a:avLst/>
              <a:gdLst/>
              <a:ahLst/>
              <a:cxnLst>
                <a:cxn ang="0">
                  <a:pos x="14" y="631"/>
                </a:cxn>
                <a:cxn ang="0">
                  <a:pos x="0" y="0"/>
                </a:cxn>
                <a:cxn ang="0">
                  <a:pos x="80" y="536"/>
                </a:cxn>
                <a:cxn ang="0">
                  <a:pos x="14" y="631"/>
                </a:cxn>
              </a:cxnLst>
              <a:rect l="0" t="0" r="r" b="b"/>
              <a:pathLst>
                <a:path w="80" h="631">
                  <a:moveTo>
                    <a:pt x="14" y="631"/>
                  </a:moveTo>
                  <a:lnTo>
                    <a:pt x="0" y="0"/>
                  </a:lnTo>
                  <a:lnTo>
                    <a:pt x="80" y="536"/>
                  </a:lnTo>
                  <a:lnTo>
                    <a:pt x="14" y="631"/>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Freeform 25"/>
            <p:cNvSpPr>
              <a:spLocks/>
            </p:cNvSpPr>
            <p:nvPr/>
          </p:nvSpPr>
          <p:spPr bwMode="auto">
            <a:xfrm>
              <a:off x="3508375" y="2408238"/>
              <a:ext cx="266700" cy="631825"/>
            </a:xfrm>
            <a:custGeom>
              <a:avLst/>
              <a:gdLst/>
              <a:ahLst/>
              <a:cxnLst>
                <a:cxn ang="0">
                  <a:pos x="168" y="0"/>
                </a:cxn>
                <a:cxn ang="0">
                  <a:pos x="126" y="337"/>
                </a:cxn>
                <a:cxn ang="0">
                  <a:pos x="100" y="349"/>
                </a:cxn>
                <a:cxn ang="0">
                  <a:pos x="0" y="398"/>
                </a:cxn>
                <a:cxn ang="0">
                  <a:pos x="44" y="320"/>
                </a:cxn>
                <a:cxn ang="0">
                  <a:pos x="34" y="108"/>
                </a:cxn>
                <a:cxn ang="0">
                  <a:pos x="168" y="0"/>
                </a:cxn>
              </a:cxnLst>
              <a:rect l="0" t="0" r="r" b="b"/>
              <a:pathLst>
                <a:path w="168" h="398">
                  <a:moveTo>
                    <a:pt x="168" y="0"/>
                  </a:moveTo>
                  <a:lnTo>
                    <a:pt x="126" y="337"/>
                  </a:lnTo>
                  <a:lnTo>
                    <a:pt x="100" y="349"/>
                  </a:lnTo>
                  <a:lnTo>
                    <a:pt x="0" y="398"/>
                  </a:lnTo>
                  <a:lnTo>
                    <a:pt x="44" y="320"/>
                  </a:lnTo>
                  <a:lnTo>
                    <a:pt x="34" y="108"/>
                  </a:lnTo>
                  <a:lnTo>
                    <a:pt x="168" y="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9" name="Rectangle 38"/>
          <p:cNvSpPr/>
          <p:nvPr/>
        </p:nvSpPr>
        <p:spPr bwMode="auto">
          <a:xfrm>
            <a:off x="0" y="2351089"/>
            <a:ext cx="9144000" cy="2792411"/>
          </a:xfrm>
          <a:prstGeom prst="rect">
            <a:avLst/>
          </a:prstGeom>
          <a:solidFill>
            <a:schemeClr val="accent1">
              <a:alpha val="48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0" name="Oval 39"/>
          <p:cNvSpPr/>
          <p:nvPr/>
        </p:nvSpPr>
        <p:spPr>
          <a:xfrm>
            <a:off x="4402916" y="3133693"/>
            <a:ext cx="149288" cy="149288"/>
          </a:xfrm>
          <a:prstGeom prst="ellipse">
            <a:avLst/>
          </a:prstGeom>
          <a:solidFill>
            <a:schemeClr val="bg1"/>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Oval 40"/>
          <p:cNvSpPr/>
          <p:nvPr/>
        </p:nvSpPr>
        <p:spPr>
          <a:xfrm>
            <a:off x="4402916" y="3672633"/>
            <a:ext cx="149288" cy="149288"/>
          </a:xfrm>
          <a:prstGeom prst="ellipse">
            <a:avLst/>
          </a:prstGeom>
          <a:solidFill>
            <a:schemeClr val="bg1"/>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Oval 41"/>
          <p:cNvSpPr/>
          <p:nvPr/>
        </p:nvSpPr>
        <p:spPr>
          <a:xfrm>
            <a:off x="4402916" y="2594753"/>
            <a:ext cx="149288" cy="149288"/>
          </a:xfrm>
          <a:prstGeom prst="ellipse">
            <a:avLst/>
          </a:prstGeom>
          <a:solidFill>
            <a:schemeClr val="bg1"/>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p:cNvSpPr/>
          <p:nvPr/>
        </p:nvSpPr>
        <p:spPr>
          <a:xfrm>
            <a:off x="4402916" y="2055813"/>
            <a:ext cx="149288" cy="149288"/>
          </a:xfrm>
          <a:prstGeom prst="ellipse">
            <a:avLst/>
          </a:prstGeom>
          <a:solidFill>
            <a:schemeClr val="bg1"/>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Oval 43"/>
          <p:cNvSpPr/>
          <p:nvPr/>
        </p:nvSpPr>
        <p:spPr>
          <a:xfrm>
            <a:off x="4402916" y="4211575"/>
            <a:ext cx="149288" cy="149288"/>
          </a:xfrm>
          <a:prstGeom prst="ellipse">
            <a:avLst/>
          </a:prstGeom>
          <a:solidFill>
            <a:schemeClr val="bg1"/>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5" name="Straight Connector 44"/>
          <p:cNvCxnSpPr/>
          <p:nvPr/>
        </p:nvCxnSpPr>
        <p:spPr>
          <a:xfrm rot="10800000">
            <a:off x="4483100" y="3213100"/>
            <a:ext cx="1471863" cy="1588"/>
          </a:xfrm>
          <a:prstGeom prst="line">
            <a:avLst/>
          </a:prstGeom>
          <a:ln w="19050">
            <a:solidFill>
              <a:schemeClr val="bg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45"/>
          <p:cNvGrpSpPr/>
          <p:nvPr/>
        </p:nvGrpSpPr>
        <p:grpSpPr>
          <a:xfrm>
            <a:off x="6152059" y="2971016"/>
            <a:ext cx="2287091" cy="484025"/>
            <a:chOff x="844734" y="1923738"/>
            <a:chExt cx="2287091" cy="484025"/>
          </a:xfrm>
        </p:grpSpPr>
        <p:sp>
          <p:nvSpPr>
            <p:cNvPr id="47" name="Footer Text"/>
            <p:cNvSpPr txBox="1"/>
            <p:nvPr/>
          </p:nvSpPr>
          <p:spPr>
            <a:xfrm>
              <a:off x="844734" y="2099986"/>
              <a:ext cx="2287091" cy="307777"/>
            </a:xfrm>
            <a:prstGeom prst="rect">
              <a:avLst/>
            </a:prstGeom>
            <a:noFill/>
          </p:spPr>
          <p:txBody>
            <a:bodyPr wrap="square" lIns="0" tIns="0" rIns="0" bIns="0" rtlCol="0">
              <a:spAutoFit/>
            </a:bodyPr>
            <a:lstStyle/>
            <a:p>
              <a:r>
                <a:rPr lang="en-US" sz="1000" dirty="0">
                  <a:solidFill>
                    <a:schemeClr val="bg1"/>
                  </a:solidFill>
                </a:rPr>
                <a:t>There are many variations of the a passages lorem ipsum available always.</a:t>
              </a:r>
            </a:p>
          </p:txBody>
        </p:sp>
        <p:sp>
          <p:nvSpPr>
            <p:cNvPr id="48" name="TextBox 47"/>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bg1"/>
                  </a:solidFill>
                </a:rPr>
                <a:t>Keyword Here</a:t>
              </a:r>
            </a:p>
          </p:txBody>
        </p:sp>
      </p:grpSp>
      <p:cxnSp>
        <p:nvCxnSpPr>
          <p:cNvPr id="50" name="Straight Connector 49"/>
          <p:cNvCxnSpPr/>
          <p:nvPr/>
        </p:nvCxnSpPr>
        <p:spPr>
          <a:xfrm rot="10800000">
            <a:off x="4483100" y="4265613"/>
            <a:ext cx="1471863" cy="1588"/>
          </a:xfrm>
          <a:prstGeom prst="line">
            <a:avLst/>
          </a:prstGeom>
          <a:ln w="19050">
            <a:solidFill>
              <a:schemeClr val="bg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3001712" y="2660650"/>
            <a:ext cx="1471863" cy="1588"/>
          </a:xfrm>
          <a:prstGeom prst="line">
            <a:avLst/>
          </a:prstGeom>
          <a:ln w="19050">
            <a:solidFill>
              <a:schemeClr val="bg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4" name="Group 51"/>
          <p:cNvGrpSpPr/>
          <p:nvPr/>
        </p:nvGrpSpPr>
        <p:grpSpPr>
          <a:xfrm>
            <a:off x="6152059" y="4023600"/>
            <a:ext cx="2287091" cy="484025"/>
            <a:chOff x="844734" y="1923738"/>
            <a:chExt cx="2287091" cy="484025"/>
          </a:xfrm>
        </p:grpSpPr>
        <p:sp>
          <p:nvSpPr>
            <p:cNvPr id="53" name="Footer Text"/>
            <p:cNvSpPr txBox="1"/>
            <p:nvPr/>
          </p:nvSpPr>
          <p:spPr>
            <a:xfrm>
              <a:off x="844734" y="2099986"/>
              <a:ext cx="2287091" cy="307777"/>
            </a:xfrm>
            <a:prstGeom prst="rect">
              <a:avLst/>
            </a:prstGeom>
            <a:noFill/>
          </p:spPr>
          <p:txBody>
            <a:bodyPr wrap="square" lIns="0" tIns="0" rIns="0" bIns="0" rtlCol="0">
              <a:spAutoFit/>
            </a:bodyPr>
            <a:lstStyle/>
            <a:p>
              <a:r>
                <a:rPr lang="en-US" sz="1000" dirty="0">
                  <a:solidFill>
                    <a:schemeClr val="bg1"/>
                  </a:solidFill>
                </a:rPr>
                <a:t>There are many variations of the a passages lorem ipsum available always.</a:t>
              </a:r>
            </a:p>
          </p:txBody>
        </p:sp>
        <p:sp>
          <p:nvSpPr>
            <p:cNvPr id="54" name="TextBox 53"/>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bg1"/>
                  </a:solidFill>
                </a:rPr>
                <a:t>Keyword Here</a:t>
              </a:r>
            </a:p>
          </p:txBody>
        </p:sp>
      </p:grpSp>
      <p:grpSp>
        <p:nvGrpSpPr>
          <p:cNvPr id="5" name="Group 54"/>
          <p:cNvGrpSpPr/>
          <p:nvPr/>
        </p:nvGrpSpPr>
        <p:grpSpPr>
          <a:xfrm>
            <a:off x="580479" y="2428940"/>
            <a:ext cx="2287091" cy="484025"/>
            <a:chOff x="844734" y="1923738"/>
            <a:chExt cx="2287091" cy="484025"/>
          </a:xfrm>
        </p:grpSpPr>
        <p:sp>
          <p:nvSpPr>
            <p:cNvPr id="56" name="Footer Text"/>
            <p:cNvSpPr txBox="1"/>
            <p:nvPr/>
          </p:nvSpPr>
          <p:spPr>
            <a:xfrm>
              <a:off x="844734" y="2099986"/>
              <a:ext cx="2287091" cy="307777"/>
            </a:xfrm>
            <a:prstGeom prst="rect">
              <a:avLst/>
            </a:prstGeom>
            <a:noFill/>
          </p:spPr>
          <p:txBody>
            <a:bodyPr wrap="square" lIns="0" tIns="0" rIns="0" bIns="0" rtlCol="0">
              <a:spAutoFit/>
            </a:bodyPr>
            <a:lstStyle/>
            <a:p>
              <a:pPr algn="r"/>
              <a:r>
                <a:rPr lang="en-US" sz="1000" dirty="0">
                  <a:solidFill>
                    <a:schemeClr val="bg1"/>
                  </a:solidFill>
                </a:rPr>
                <a:t>There are many variations of the a passages lorem ipsum available always.</a:t>
              </a:r>
            </a:p>
          </p:txBody>
        </p:sp>
        <p:sp>
          <p:nvSpPr>
            <p:cNvPr id="57" name="TextBox 56"/>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bg1"/>
                  </a:solidFill>
                </a:rPr>
                <a:t>Keyword Here</a:t>
              </a:r>
            </a:p>
          </p:txBody>
        </p:sp>
      </p:grpSp>
      <p:cxnSp>
        <p:nvCxnSpPr>
          <p:cNvPr id="58" name="Straight Connector 57"/>
          <p:cNvCxnSpPr/>
          <p:nvPr/>
        </p:nvCxnSpPr>
        <p:spPr>
          <a:xfrm rot="10800000">
            <a:off x="3001712" y="3739308"/>
            <a:ext cx="1471863" cy="1588"/>
          </a:xfrm>
          <a:prstGeom prst="line">
            <a:avLst/>
          </a:prstGeom>
          <a:ln w="19050">
            <a:solidFill>
              <a:schemeClr val="bg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 name="Group 58"/>
          <p:cNvGrpSpPr/>
          <p:nvPr/>
        </p:nvGrpSpPr>
        <p:grpSpPr>
          <a:xfrm>
            <a:off x="580479" y="3492500"/>
            <a:ext cx="2287091" cy="484025"/>
            <a:chOff x="844734" y="1923738"/>
            <a:chExt cx="2287091" cy="484025"/>
          </a:xfrm>
        </p:grpSpPr>
        <p:sp>
          <p:nvSpPr>
            <p:cNvPr id="60" name="Footer Text"/>
            <p:cNvSpPr txBox="1"/>
            <p:nvPr/>
          </p:nvSpPr>
          <p:spPr>
            <a:xfrm>
              <a:off x="844734" y="2099986"/>
              <a:ext cx="2287091" cy="307777"/>
            </a:xfrm>
            <a:prstGeom prst="rect">
              <a:avLst/>
            </a:prstGeom>
            <a:noFill/>
          </p:spPr>
          <p:txBody>
            <a:bodyPr wrap="square" lIns="0" tIns="0" rIns="0" bIns="0" rtlCol="0">
              <a:spAutoFit/>
            </a:bodyPr>
            <a:lstStyle/>
            <a:p>
              <a:pPr algn="r"/>
              <a:r>
                <a:rPr lang="en-US" sz="1000" dirty="0">
                  <a:solidFill>
                    <a:schemeClr val="bg1"/>
                  </a:solidFill>
                </a:rPr>
                <a:t>There are many variations of the a passages lorem ipsum available always.</a:t>
              </a:r>
            </a:p>
          </p:txBody>
        </p:sp>
        <p:sp>
          <p:nvSpPr>
            <p:cNvPr id="61" name="TextBox 60"/>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bg1"/>
                  </a:solidFill>
                </a:rPr>
                <a:t>Keyword Here</a:t>
              </a:r>
            </a:p>
          </p:txBody>
        </p:sp>
      </p:grpSp>
      <p:cxnSp>
        <p:nvCxnSpPr>
          <p:cNvPr id="62" name="Straight Connector 61"/>
          <p:cNvCxnSpPr/>
          <p:nvPr/>
        </p:nvCxnSpPr>
        <p:spPr>
          <a:xfrm rot="10800000">
            <a:off x="4483100" y="2133600"/>
            <a:ext cx="1471863" cy="1588"/>
          </a:xfrm>
          <a:prstGeom prst="line">
            <a:avLst/>
          </a:prstGeom>
          <a:ln w="19050">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9" name="Group 62"/>
          <p:cNvGrpSpPr/>
          <p:nvPr/>
        </p:nvGrpSpPr>
        <p:grpSpPr>
          <a:xfrm>
            <a:off x="6104434" y="1842375"/>
            <a:ext cx="2287091" cy="484025"/>
            <a:chOff x="844734" y="1923738"/>
            <a:chExt cx="2287091" cy="484025"/>
          </a:xfrm>
        </p:grpSpPr>
        <p:sp>
          <p:nvSpPr>
            <p:cNvPr id="64" name="Footer Text"/>
            <p:cNvSpPr txBox="1"/>
            <p:nvPr/>
          </p:nvSpPr>
          <p:spPr>
            <a:xfrm>
              <a:off x="844734" y="2099986"/>
              <a:ext cx="2287091" cy="307777"/>
            </a:xfrm>
            <a:prstGeom prst="rect">
              <a:avLst/>
            </a:prstGeom>
            <a:noFill/>
          </p:spPr>
          <p:txBody>
            <a:bodyPr wrap="square" lIns="0" tIns="0" rIns="0" bIns="0" rtlCol="0">
              <a:spAutoFit/>
            </a:bodyPr>
            <a:lstStyle/>
            <a:p>
              <a:r>
                <a:rPr lang="en-US" sz="1000" dirty="0">
                  <a:solidFill>
                    <a:schemeClr val="tx1">
                      <a:lumMod val="75000"/>
                      <a:lumOff val="25000"/>
                    </a:schemeClr>
                  </a:solidFill>
                </a:rPr>
                <a:t>There are many variations of the a passages lorem ipsum available always.</a:t>
              </a:r>
            </a:p>
          </p:txBody>
        </p:sp>
        <p:sp>
          <p:nvSpPr>
            <p:cNvPr id="65" name="TextBox 64"/>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tx1">
                      <a:lumMod val="75000"/>
                      <a:lumOff val="25000"/>
                    </a:schemeClr>
                  </a:solidFill>
                </a:rPr>
                <a:t>Keyword Here</a:t>
              </a:r>
            </a:p>
          </p:txBody>
        </p:sp>
      </p:grpSp>
      <p:sp>
        <p:nvSpPr>
          <p:cNvPr id="66" name="Text Placeholder 3"/>
          <p:cNvSpPr txBox="1">
            <a:spLocks/>
          </p:cNvSpPr>
          <p:nvPr/>
        </p:nvSpPr>
        <p:spPr>
          <a:xfrm>
            <a:off x="5484282" y="1788954"/>
            <a:ext cx="383118"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1"/>
                </a:solidFill>
                <a:effectLst/>
                <a:uLnTx/>
                <a:uFillTx/>
                <a:latin typeface="+mn-lt"/>
                <a:ea typeface="+mn-ea"/>
                <a:cs typeface="+mn-cs"/>
              </a:rPr>
              <a:t>10%</a:t>
            </a:r>
          </a:p>
        </p:txBody>
      </p:sp>
      <p:sp>
        <p:nvSpPr>
          <p:cNvPr id="67" name="Text Placeholder 3"/>
          <p:cNvSpPr txBox="1">
            <a:spLocks/>
          </p:cNvSpPr>
          <p:nvPr/>
        </p:nvSpPr>
        <p:spPr>
          <a:xfrm>
            <a:off x="5485083" y="2879566"/>
            <a:ext cx="381516"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1"/>
                </a:solidFill>
                <a:effectLst/>
                <a:uLnTx/>
                <a:uFillTx/>
                <a:latin typeface="+mn-lt"/>
                <a:ea typeface="+mn-ea"/>
                <a:cs typeface="+mn-cs"/>
              </a:rPr>
              <a:t>30%</a:t>
            </a:r>
          </a:p>
        </p:txBody>
      </p:sp>
      <p:sp>
        <p:nvSpPr>
          <p:cNvPr id="68" name="Text Placeholder 3"/>
          <p:cNvSpPr txBox="1">
            <a:spLocks/>
          </p:cNvSpPr>
          <p:nvPr/>
        </p:nvSpPr>
        <p:spPr>
          <a:xfrm>
            <a:off x="3126860" y="2383651"/>
            <a:ext cx="381515"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1"/>
                </a:solidFill>
                <a:effectLst/>
                <a:uLnTx/>
                <a:uFillTx/>
                <a:latin typeface="+mn-lt"/>
                <a:ea typeface="+mn-ea"/>
                <a:cs typeface="+mn-cs"/>
              </a:rPr>
              <a:t>40%</a:t>
            </a:r>
          </a:p>
        </p:txBody>
      </p:sp>
      <p:sp>
        <p:nvSpPr>
          <p:cNvPr id="69" name="Text Placeholder 3"/>
          <p:cNvSpPr txBox="1">
            <a:spLocks/>
          </p:cNvSpPr>
          <p:nvPr/>
        </p:nvSpPr>
        <p:spPr>
          <a:xfrm>
            <a:off x="5541990" y="3970179"/>
            <a:ext cx="267702"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1"/>
                </a:solidFill>
                <a:effectLst/>
                <a:uLnTx/>
                <a:uFillTx/>
                <a:latin typeface="+mn-lt"/>
                <a:ea typeface="+mn-ea"/>
                <a:cs typeface="+mn-cs"/>
              </a:rPr>
              <a:t>5%</a:t>
            </a:r>
          </a:p>
        </p:txBody>
      </p:sp>
      <p:sp>
        <p:nvSpPr>
          <p:cNvPr id="70" name="Text Placeholder 3"/>
          <p:cNvSpPr txBox="1">
            <a:spLocks/>
          </p:cNvSpPr>
          <p:nvPr/>
        </p:nvSpPr>
        <p:spPr>
          <a:xfrm>
            <a:off x="3126860" y="3364134"/>
            <a:ext cx="383118"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1"/>
                </a:solidFill>
                <a:effectLst/>
                <a:uLnTx/>
                <a:uFillTx/>
                <a:latin typeface="+mn-lt"/>
                <a:ea typeface="+mn-ea"/>
                <a:cs typeface="+mn-cs"/>
              </a:rPr>
              <a:t>15%</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down)">
                                      <p:cBhvr>
                                        <p:cTn id="7" dur="500"/>
                                        <p:tgtEl>
                                          <p:spTgt spid="39"/>
                                        </p:tgtEl>
                                      </p:cBhvr>
                                    </p:animEffect>
                                  </p:childTnLst>
                                </p:cTn>
                              </p:par>
                            </p:childTnLst>
                          </p:cTn>
                        </p:par>
                        <p:par>
                          <p:cTn id="8" fill="hold">
                            <p:stCondLst>
                              <p:cond delay="500"/>
                            </p:stCondLst>
                            <p:childTnLst>
                              <p:par>
                                <p:cTn id="9" presetID="2" presetClass="entr" presetSubtype="4" accel="50000" decel="5000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 calcmode="lin" valueType="num">
                                      <p:cBhvr>
                                        <p:cTn id="16" dur="500" fill="hold"/>
                                        <p:tgtEl>
                                          <p:spTgt spid="44"/>
                                        </p:tgtEl>
                                        <p:attrNameLst>
                                          <p:attrName>ppt_w</p:attrName>
                                        </p:attrNameLst>
                                      </p:cBhvr>
                                      <p:tavLst>
                                        <p:tav tm="0">
                                          <p:val>
                                            <p:fltVal val="0"/>
                                          </p:val>
                                        </p:tav>
                                        <p:tav tm="100000">
                                          <p:val>
                                            <p:strVal val="#ppt_w"/>
                                          </p:val>
                                        </p:tav>
                                      </p:tavLst>
                                    </p:anim>
                                    <p:anim calcmode="lin" valueType="num">
                                      <p:cBhvr>
                                        <p:cTn id="17" dur="500" fill="hold"/>
                                        <p:tgtEl>
                                          <p:spTgt spid="44"/>
                                        </p:tgtEl>
                                        <p:attrNameLst>
                                          <p:attrName>ppt_h</p:attrName>
                                        </p:attrNameLst>
                                      </p:cBhvr>
                                      <p:tavLst>
                                        <p:tav tm="0">
                                          <p:val>
                                            <p:fltVal val="0"/>
                                          </p:val>
                                        </p:tav>
                                        <p:tav tm="100000">
                                          <p:val>
                                            <p:strVal val="#ppt_h"/>
                                          </p:val>
                                        </p:tav>
                                      </p:tavLst>
                                    </p:anim>
                                    <p:animEffect transition="in" filter="fade">
                                      <p:cBhvr>
                                        <p:cTn id="18" dur="500"/>
                                        <p:tgtEl>
                                          <p:spTgt spid="44"/>
                                        </p:tgtEl>
                                      </p:cBhvr>
                                    </p:animEffect>
                                  </p:childTnLst>
                                </p:cTn>
                              </p:par>
                            </p:childTnLst>
                          </p:cTn>
                        </p:par>
                        <p:par>
                          <p:cTn id="19" fill="hold">
                            <p:stCondLst>
                              <p:cond delay="1500"/>
                            </p:stCondLst>
                            <p:childTnLst>
                              <p:par>
                                <p:cTn id="20" presetID="22" presetClass="entr" presetSubtype="8" fill="hold" nodeType="after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wipe(left)">
                                      <p:cBhvr>
                                        <p:cTn id="22" dur="500"/>
                                        <p:tgtEl>
                                          <p:spTgt spid="50"/>
                                        </p:tgtEl>
                                      </p:cBhvr>
                                    </p:animEffect>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childTnLst>
                          </p:cTn>
                        </p:par>
                        <p:par>
                          <p:cTn id="27" fill="hold">
                            <p:stCondLst>
                              <p:cond delay="2500"/>
                            </p:stCondLst>
                            <p:childTnLst>
                              <p:par>
                                <p:cTn id="28" presetID="53" presetClass="entr" presetSubtype="0" fill="hold" grpId="0" nodeType="afterEffect">
                                  <p:stCondLst>
                                    <p:cond delay="0"/>
                                  </p:stCondLst>
                                  <p:childTnLst>
                                    <p:set>
                                      <p:cBhvr>
                                        <p:cTn id="29" dur="1" fill="hold">
                                          <p:stCondLst>
                                            <p:cond delay="0"/>
                                          </p:stCondLst>
                                        </p:cTn>
                                        <p:tgtEl>
                                          <p:spTgt spid="69"/>
                                        </p:tgtEl>
                                        <p:attrNameLst>
                                          <p:attrName>style.visibility</p:attrName>
                                        </p:attrNameLst>
                                      </p:cBhvr>
                                      <p:to>
                                        <p:strVal val="visible"/>
                                      </p:to>
                                    </p:set>
                                    <p:anim calcmode="lin" valueType="num">
                                      <p:cBhvr>
                                        <p:cTn id="30" dur="500" fill="hold"/>
                                        <p:tgtEl>
                                          <p:spTgt spid="69"/>
                                        </p:tgtEl>
                                        <p:attrNameLst>
                                          <p:attrName>ppt_w</p:attrName>
                                        </p:attrNameLst>
                                      </p:cBhvr>
                                      <p:tavLst>
                                        <p:tav tm="0">
                                          <p:val>
                                            <p:fltVal val="0"/>
                                          </p:val>
                                        </p:tav>
                                        <p:tav tm="100000">
                                          <p:val>
                                            <p:strVal val="#ppt_w"/>
                                          </p:val>
                                        </p:tav>
                                      </p:tavLst>
                                    </p:anim>
                                    <p:anim calcmode="lin" valueType="num">
                                      <p:cBhvr>
                                        <p:cTn id="31" dur="500" fill="hold"/>
                                        <p:tgtEl>
                                          <p:spTgt spid="69"/>
                                        </p:tgtEl>
                                        <p:attrNameLst>
                                          <p:attrName>ppt_h</p:attrName>
                                        </p:attrNameLst>
                                      </p:cBhvr>
                                      <p:tavLst>
                                        <p:tav tm="0">
                                          <p:val>
                                            <p:fltVal val="0"/>
                                          </p:val>
                                        </p:tav>
                                        <p:tav tm="100000">
                                          <p:val>
                                            <p:strVal val="#ppt_h"/>
                                          </p:val>
                                        </p:tav>
                                      </p:tavLst>
                                    </p:anim>
                                    <p:animEffect transition="in" filter="fade">
                                      <p:cBhvr>
                                        <p:cTn id="32" dur="500"/>
                                        <p:tgtEl>
                                          <p:spTgt spid="69"/>
                                        </p:tgtEl>
                                      </p:cBhvr>
                                    </p:animEffect>
                                  </p:childTnLst>
                                </p:cTn>
                              </p:par>
                            </p:childTnLst>
                          </p:cTn>
                        </p:par>
                        <p:par>
                          <p:cTn id="33" fill="hold">
                            <p:stCondLst>
                              <p:cond delay="3000"/>
                            </p:stCondLst>
                            <p:childTnLst>
                              <p:par>
                                <p:cTn id="34" presetID="53" presetClass="entr" presetSubtype="0" fill="hold" grpId="0" nodeType="afterEffect">
                                  <p:stCondLst>
                                    <p:cond delay="0"/>
                                  </p:stCondLst>
                                  <p:childTnLst>
                                    <p:set>
                                      <p:cBhvr>
                                        <p:cTn id="35" dur="1" fill="hold">
                                          <p:stCondLst>
                                            <p:cond delay="0"/>
                                          </p:stCondLst>
                                        </p:cTn>
                                        <p:tgtEl>
                                          <p:spTgt spid="41"/>
                                        </p:tgtEl>
                                        <p:attrNameLst>
                                          <p:attrName>style.visibility</p:attrName>
                                        </p:attrNameLst>
                                      </p:cBhvr>
                                      <p:to>
                                        <p:strVal val="visible"/>
                                      </p:to>
                                    </p:set>
                                    <p:anim calcmode="lin" valueType="num">
                                      <p:cBhvr>
                                        <p:cTn id="36" dur="500" fill="hold"/>
                                        <p:tgtEl>
                                          <p:spTgt spid="41"/>
                                        </p:tgtEl>
                                        <p:attrNameLst>
                                          <p:attrName>ppt_w</p:attrName>
                                        </p:attrNameLst>
                                      </p:cBhvr>
                                      <p:tavLst>
                                        <p:tav tm="0">
                                          <p:val>
                                            <p:fltVal val="0"/>
                                          </p:val>
                                        </p:tav>
                                        <p:tav tm="100000">
                                          <p:val>
                                            <p:strVal val="#ppt_w"/>
                                          </p:val>
                                        </p:tav>
                                      </p:tavLst>
                                    </p:anim>
                                    <p:anim calcmode="lin" valueType="num">
                                      <p:cBhvr>
                                        <p:cTn id="37" dur="500" fill="hold"/>
                                        <p:tgtEl>
                                          <p:spTgt spid="41"/>
                                        </p:tgtEl>
                                        <p:attrNameLst>
                                          <p:attrName>ppt_h</p:attrName>
                                        </p:attrNameLst>
                                      </p:cBhvr>
                                      <p:tavLst>
                                        <p:tav tm="0">
                                          <p:val>
                                            <p:fltVal val="0"/>
                                          </p:val>
                                        </p:tav>
                                        <p:tav tm="100000">
                                          <p:val>
                                            <p:strVal val="#ppt_h"/>
                                          </p:val>
                                        </p:tav>
                                      </p:tavLst>
                                    </p:anim>
                                    <p:animEffect transition="in" filter="fade">
                                      <p:cBhvr>
                                        <p:cTn id="38" dur="500"/>
                                        <p:tgtEl>
                                          <p:spTgt spid="41"/>
                                        </p:tgtEl>
                                      </p:cBhvr>
                                    </p:animEffect>
                                  </p:childTnLst>
                                </p:cTn>
                              </p:par>
                            </p:childTnLst>
                          </p:cTn>
                        </p:par>
                        <p:par>
                          <p:cTn id="39" fill="hold">
                            <p:stCondLst>
                              <p:cond delay="3500"/>
                            </p:stCondLst>
                            <p:childTnLst>
                              <p:par>
                                <p:cTn id="40" presetID="22" presetClass="entr" presetSubtype="2" fill="hold" nodeType="after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500"/>
                                        <p:tgtEl>
                                          <p:spTgt spid="58"/>
                                        </p:tgtEl>
                                      </p:cBhvr>
                                    </p:animEffect>
                                  </p:childTnLst>
                                </p:cTn>
                              </p:par>
                            </p:childTnLst>
                          </p:cTn>
                        </p:par>
                        <p:par>
                          <p:cTn id="43" fill="hold">
                            <p:stCondLst>
                              <p:cond delay="4000"/>
                            </p:stCondLst>
                            <p:childTnLst>
                              <p:par>
                                <p:cTn id="44" presetID="22" presetClass="entr" presetSubtype="2"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wipe(right)">
                                      <p:cBhvr>
                                        <p:cTn id="46" dur="500"/>
                                        <p:tgtEl>
                                          <p:spTgt spid="6"/>
                                        </p:tgtEl>
                                      </p:cBhvr>
                                    </p:animEffect>
                                  </p:childTnLst>
                                </p:cTn>
                              </p:par>
                            </p:childTnLst>
                          </p:cTn>
                        </p:par>
                        <p:par>
                          <p:cTn id="47" fill="hold">
                            <p:stCondLst>
                              <p:cond delay="4500"/>
                            </p:stCondLst>
                            <p:childTnLst>
                              <p:par>
                                <p:cTn id="48" presetID="53" presetClass="entr" presetSubtype="0" fill="hold" grpId="0" nodeType="afterEffect">
                                  <p:stCondLst>
                                    <p:cond delay="0"/>
                                  </p:stCondLst>
                                  <p:childTnLst>
                                    <p:set>
                                      <p:cBhvr>
                                        <p:cTn id="49" dur="1" fill="hold">
                                          <p:stCondLst>
                                            <p:cond delay="0"/>
                                          </p:stCondLst>
                                        </p:cTn>
                                        <p:tgtEl>
                                          <p:spTgt spid="70"/>
                                        </p:tgtEl>
                                        <p:attrNameLst>
                                          <p:attrName>style.visibility</p:attrName>
                                        </p:attrNameLst>
                                      </p:cBhvr>
                                      <p:to>
                                        <p:strVal val="visible"/>
                                      </p:to>
                                    </p:set>
                                    <p:anim calcmode="lin" valueType="num">
                                      <p:cBhvr>
                                        <p:cTn id="50" dur="500" fill="hold"/>
                                        <p:tgtEl>
                                          <p:spTgt spid="70"/>
                                        </p:tgtEl>
                                        <p:attrNameLst>
                                          <p:attrName>ppt_w</p:attrName>
                                        </p:attrNameLst>
                                      </p:cBhvr>
                                      <p:tavLst>
                                        <p:tav tm="0">
                                          <p:val>
                                            <p:fltVal val="0"/>
                                          </p:val>
                                        </p:tav>
                                        <p:tav tm="100000">
                                          <p:val>
                                            <p:strVal val="#ppt_w"/>
                                          </p:val>
                                        </p:tav>
                                      </p:tavLst>
                                    </p:anim>
                                    <p:anim calcmode="lin" valueType="num">
                                      <p:cBhvr>
                                        <p:cTn id="51" dur="500" fill="hold"/>
                                        <p:tgtEl>
                                          <p:spTgt spid="70"/>
                                        </p:tgtEl>
                                        <p:attrNameLst>
                                          <p:attrName>ppt_h</p:attrName>
                                        </p:attrNameLst>
                                      </p:cBhvr>
                                      <p:tavLst>
                                        <p:tav tm="0">
                                          <p:val>
                                            <p:fltVal val="0"/>
                                          </p:val>
                                        </p:tav>
                                        <p:tav tm="100000">
                                          <p:val>
                                            <p:strVal val="#ppt_h"/>
                                          </p:val>
                                        </p:tav>
                                      </p:tavLst>
                                    </p:anim>
                                    <p:animEffect transition="in" filter="fade">
                                      <p:cBhvr>
                                        <p:cTn id="52" dur="500"/>
                                        <p:tgtEl>
                                          <p:spTgt spid="70"/>
                                        </p:tgtEl>
                                      </p:cBhvr>
                                    </p:animEffect>
                                  </p:childTnLst>
                                </p:cTn>
                              </p:par>
                            </p:childTnLst>
                          </p:cTn>
                        </p:par>
                        <p:par>
                          <p:cTn id="53" fill="hold">
                            <p:stCondLst>
                              <p:cond delay="5000"/>
                            </p:stCondLst>
                            <p:childTnLst>
                              <p:par>
                                <p:cTn id="54" presetID="53" presetClass="entr" presetSubtype="0" fill="hold" grpId="0" nodeType="afterEffect">
                                  <p:stCondLst>
                                    <p:cond delay="0"/>
                                  </p:stCondLst>
                                  <p:childTnLst>
                                    <p:set>
                                      <p:cBhvr>
                                        <p:cTn id="55" dur="1" fill="hold">
                                          <p:stCondLst>
                                            <p:cond delay="0"/>
                                          </p:stCondLst>
                                        </p:cTn>
                                        <p:tgtEl>
                                          <p:spTgt spid="40"/>
                                        </p:tgtEl>
                                        <p:attrNameLst>
                                          <p:attrName>style.visibility</p:attrName>
                                        </p:attrNameLst>
                                      </p:cBhvr>
                                      <p:to>
                                        <p:strVal val="visible"/>
                                      </p:to>
                                    </p:set>
                                    <p:anim calcmode="lin" valueType="num">
                                      <p:cBhvr>
                                        <p:cTn id="56" dur="500" fill="hold"/>
                                        <p:tgtEl>
                                          <p:spTgt spid="40"/>
                                        </p:tgtEl>
                                        <p:attrNameLst>
                                          <p:attrName>ppt_w</p:attrName>
                                        </p:attrNameLst>
                                      </p:cBhvr>
                                      <p:tavLst>
                                        <p:tav tm="0">
                                          <p:val>
                                            <p:fltVal val="0"/>
                                          </p:val>
                                        </p:tav>
                                        <p:tav tm="100000">
                                          <p:val>
                                            <p:strVal val="#ppt_w"/>
                                          </p:val>
                                        </p:tav>
                                      </p:tavLst>
                                    </p:anim>
                                    <p:anim calcmode="lin" valueType="num">
                                      <p:cBhvr>
                                        <p:cTn id="57" dur="500" fill="hold"/>
                                        <p:tgtEl>
                                          <p:spTgt spid="40"/>
                                        </p:tgtEl>
                                        <p:attrNameLst>
                                          <p:attrName>ppt_h</p:attrName>
                                        </p:attrNameLst>
                                      </p:cBhvr>
                                      <p:tavLst>
                                        <p:tav tm="0">
                                          <p:val>
                                            <p:fltVal val="0"/>
                                          </p:val>
                                        </p:tav>
                                        <p:tav tm="100000">
                                          <p:val>
                                            <p:strVal val="#ppt_h"/>
                                          </p:val>
                                        </p:tav>
                                      </p:tavLst>
                                    </p:anim>
                                    <p:animEffect transition="in" filter="fade">
                                      <p:cBhvr>
                                        <p:cTn id="58" dur="500"/>
                                        <p:tgtEl>
                                          <p:spTgt spid="40"/>
                                        </p:tgtEl>
                                      </p:cBhvr>
                                    </p:animEffect>
                                  </p:childTnLst>
                                </p:cTn>
                              </p:par>
                            </p:childTnLst>
                          </p:cTn>
                        </p:par>
                        <p:par>
                          <p:cTn id="59" fill="hold">
                            <p:stCondLst>
                              <p:cond delay="5500"/>
                            </p:stCondLst>
                            <p:childTnLst>
                              <p:par>
                                <p:cTn id="60" presetID="22" presetClass="entr" presetSubtype="8" fill="hold" nodeType="afterEffect">
                                  <p:stCondLst>
                                    <p:cond delay="0"/>
                                  </p:stCondLst>
                                  <p:childTnLst>
                                    <p:set>
                                      <p:cBhvr>
                                        <p:cTn id="61" dur="1" fill="hold">
                                          <p:stCondLst>
                                            <p:cond delay="0"/>
                                          </p:stCondLst>
                                        </p:cTn>
                                        <p:tgtEl>
                                          <p:spTgt spid="45"/>
                                        </p:tgtEl>
                                        <p:attrNameLst>
                                          <p:attrName>style.visibility</p:attrName>
                                        </p:attrNameLst>
                                      </p:cBhvr>
                                      <p:to>
                                        <p:strVal val="visible"/>
                                      </p:to>
                                    </p:set>
                                    <p:animEffect transition="in" filter="wipe(left)">
                                      <p:cBhvr>
                                        <p:cTn id="62" dur="500"/>
                                        <p:tgtEl>
                                          <p:spTgt spid="45"/>
                                        </p:tgtEl>
                                      </p:cBhvr>
                                    </p:animEffect>
                                  </p:childTnLst>
                                </p:cTn>
                              </p:par>
                            </p:childTnLst>
                          </p:cTn>
                        </p:par>
                        <p:par>
                          <p:cTn id="63" fill="hold">
                            <p:stCondLst>
                              <p:cond delay="6000"/>
                            </p:stCondLst>
                            <p:childTnLst>
                              <p:par>
                                <p:cTn id="64" presetID="22" presetClass="entr" presetSubtype="8" fill="hold" nodeType="afterEffect">
                                  <p:stCondLst>
                                    <p:cond delay="0"/>
                                  </p:stCondLst>
                                  <p:childTnLst>
                                    <p:set>
                                      <p:cBhvr>
                                        <p:cTn id="65" dur="1" fill="hold">
                                          <p:stCondLst>
                                            <p:cond delay="0"/>
                                          </p:stCondLst>
                                        </p:cTn>
                                        <p:tgtEl>
                                          <p:spTgt spid="3"/>
                                        </p:tgtEl>
                                        <p:attrNameLst>
                                          <p:attrName>style.visibility</p:attrName>
                                        </p:attrNameLst>
                                      </p:cBhvr>
                                      <p:to>
                                        <p:strVal val="visible"/>
                                      </p:to>
                                    </p:set>
                                    <p:animEffect transition="in" filter="wipe(left)">
                                      <p:cBhvr>
                                        <p:cTn id="66" dur="500"/>
                                        <p:tgtEl>
                                          <p:spTgt spid="3"/>
                                        </p:tgtEl>
                                      </p:cBhvr>
                                    </p:animEffect>
                                  </p:childTnLst>
                                </p:cTn>
                              </p:par>
                            </p:childTnLst>
                          </p:cTn>
                        </p:par>
                        <p:par>
                          <p:cTn id="67" fill="hold">
                            <p:stCondLst>
                              <p:cond delay="6500"/>
                            </p:stCondLst>
                            <p:childTnLst>
                              <p:par>
                                <p:cTn id="68" presetID="53" presetClass="entr" presetSubtype="0" fill="hold" grpId="0" nodeType="afterEffect">
                                  <p:stCondLst>
                                    <p:cond delay="0"/>
                                  </p:stCondLst>
                                  <p:childTnLst>
                                    <p:set>
                                      <p:cBhvr>
                                        <p:cTn id="69" dur="1" fill="hold">
                                          <p:stCondLst>
                                            <p:cond delay="0"/>
                                          </p:stCondLst>
                                        </p:cTn>
                                        <p:tgtEl>
                                          <p:spTgt spid="67"/>
                                        </p:tgtEl>
                                        <p:attrNameLst>
                                          <p:attrName>style.visibility</p:attrName>
                                        </p:attrNameLst>
                                      </p:cBhvr>
                                      <p:to>
                                        <p:strVal val="visible"/>
                                      </p:to>
                                    </p:set>
                                    <p:anim calcmode="lin" valueType="num">
                                      <p:cBhvr>
                                        <p:cTn id="70" dur="500" fill="hold"/>
                                        <p:tgtEl>
                                          <p:spTgt spid="67"/>
                                        </p:tgtEl>
                                        <p:attrNameLst>
                                          <p:attrName>ppt_w</p:attrName>
                                        </p:attrNameLst>
                                      </p:cBhvr>
                                      <p:tavLst>
                                        <p:tav tm="0">
                                          <p:val>
                                            <p:fltVal val="0"/>
                                          </p:val>
                                        </p:tav>
                                        <p:tav tm="100000">
                                          <p:val>
                                            <p:strVal val="#ppt_w"/>
                                          </p:val>
                                        </p:tav>
                                      </p:tavLst>
                                    </p:anim>
                                    <p:anim calcmode="lin" valueType="num">
                                      <p:cBhvr>
                                        <p:cTn id="71" dur="500" fill="hold"/>
                                        <p:tgtEl>
                                          <p:spTgt spid="67"/>
                                        </p:tgtEl>
                                        <p:attrNameLst>
                                          <p:attrName>ppt_h</p:attrName>
                                        </p:attrNameLst>
                                      </p:cBhvr>
                                      <p:tavLst>
                                        <p:tav tm="0">
                                          <p:val>
                                            <p:fltVal val="0"/>
                                          </p:val>
                                        </p:tav>
                                        <p:tav tm="100000">
                                          <p:val>
                                            <p:strVal val="#ppt_h"/>
                                          </p:val>
                                        </p:tav>
                                      </p:tavLst>
                                    </p:anim>
                                    <p:animEffect transition="in" filter="fade">
                                      <p:cBhvr>
                                        <p:cTn id="72" dur="500"/>
                                        <p:tgtEl>
                                          <p:spTgt spid="67"/>
                                        </p:tgtEl>
                                      </p:cBhvr>
                                    </p:animEffect>
                                  </p:childTnLst>
                                </p:cTn>
                              </p:par>
                            </p:childTnLst>
                          </p:cTn>
                        </p:par>
                        <p:par>
                          <p:cTn id="73" fill="hold">
                            <p:stCondLst>
                              <p:cond delay="7000"/>
                            </p:stCondLst>
                            <p:childTnLst>
                              <p:par>
                                <p:cTn id="74" presetID="53" presetClass="entr" presetSubtype="0" fill="hold" grpId="0" nodeType="afterEffect">
                                  <p:stCondLst>
                                    <p:cond delay="0"/>
                                  </p:stCondLst>
                                  <p:childTnLst>
                                    <p:set>
                                      <p:cBhvr>
                                        <p:cTn id="75" dur="1" fill="hold">
                                          <p:stCondLst>
                                            <p:cond delay="0"/>
                                          </p:stCondLst>
                                        </p:cTn>
                                        <p:tgtEl>
                                          <p:spTgt spid="42"/>
                                        </p:tgtEl>
                                        <p:attrNameLst>
                                          <p:attrName>style.visibility</p:attrName>
                                        </p:attrNameLst>
                                      </p:cBhvr>
                                      <p:to>
                                        <p:strVal val="visible"/>
                                      </p:to>
                                    </p:set>
                                    <p:anim calcmode="lin" valueType="num">
                                      <p:cBhvr>
                                        <p:cTn id="76" dur="500" fill="hold"/>
                                        <p:tgtEl>
                                          <p:spTgt spid="42"/>
                                        </p:tgtEl>
                                        <p:attrNameLst>
                                          <p:attrName>ppt_w</p:attrName>
                                        </p:attrNameLst>
                                      </p:cBhvr>
                                      <p:tavLst>
                                        <p:tav tm="0">
                                          <p:val>
                                            <p:fltVal val="0"/>
                                          </p:val>
                                        </p:tav>
                                        <p:tav tm="100000">
                                          <p:val>
                                            <p:strVal val="#ppt_w"/>
                                          </p:val>
                                        </p:tav>
                                      </p:tavLst>
                                    </p:anim>
                                    <p:anim calcmode="lin" valueType="num">
                                      <p:cBhvr>
                                        <p:cTn id="77" dur="500" fill="hold"/>
                                        <p:tgtEl>
                                          <p:spTgt spid="42"/>
                                        </p:tgtEl>
                                        <p:attrNameLst>
                                          <p:attrName>ppt_h</p:attrName>
                                        </p:attrNameLst>
                                      </p:cBhvr>
                                      <p:tavLst>
                                        <p:tav tm="0">
                                          <p:val>
                                            <p:fltVal val="0"/>
                                          </p:val>
                                        </p:tav>
                                        <p:tav tm="100000">
                                          <p:val>
                                            <p:strVal val="#ppt_h"/>
                                          </p:val>
                                        </p:tav>
                                      </p:tavLst>
                                    </p:anim>
                                    <p:animEffect transition="in" filter="fade">
                                      <p:cBhvr>
                                        <p:cTn id="78" dur="500"/>
                                        <p:tgtEl>
                                          <p:spTgt spid="42"/>
                                        </p:tgtEl>
                                      </p:cBhvr>
                                    </p:animEffect>
                                  </p:childTnLst>
                                </p:cTn>
                              </p:par>
                            </p:childTnLst>
                          </p:cTn>
                        </p:par>
                        <p:par>
                          <p:cTn id="79" fill="hold">
                            <p:stCondLst>
                              <p:cond delay="7500"/>
                            </p:stCondLst>
                            <p:childTnLst>
                              <p:par>
                                <p:cTn id="80" presetID="22" presetClass="entr" presetSubtype="2" fill="hold" nodeType="after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wipe(right)">
                                      <p:cBhvr>
                                        <p:cTn id="82" dur="500"/>
                                        <p:tgtEl>
                                          <p:spTgt spid="51"/>
                                        </p:tgtEl>
                                      </p:cBhvr>
                                    </p:animEffect>
                                  </p:childTnLst>
                                </p:cTn>
                              </p:par>
                            </p:childTnLst>
                          </p:cTn>
                        </p:par>
                        <p:par>
                          <p:cTn id="83" fill="hold">
                            <p:stCondLst>
                              <p:cond delay="8000"/>
                            </p:stCondLst>
                            <p:childTnLst>
                              <p:par>
                                <p:cTn id="84" presetID="22" presetClass="entr" presetSubtype="2" fill="hold" nodeType="after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wipe(right)">
                                      <p:cBhvr>
                                        <p:cTn id="86" dur="500"/>
                                        <p:tgtEl>
                                          <p:spTgt spid="5"/>
                                        </p:tgtEl>
                                      </p:cBhvr>
                                    </p:animEffect>
                                  </p:childTnLst>
                                </p:cTn>
                              </p:par>
                            </p:childTnLst>
                          </p:cTn>
                        </p:par>
                        <p:par>
                          <p:cTn id="87" fill="hold">
                            <p:stCondLst>
                              <p:cond delay="8500"/>
                            </p:stCondLst>
                            <p:childTnLst>
                              <p:par>
                                <p:cTn id="88" presetID="53" presetClass="entr" presetSubtype="0" fill="hold" grpId="0" nodeType="afterEffect">
                                  <p:stCondLst>
                                    <p:cond delay="0"/>
                                  </p:stCondLst>
                                  <p:childTnLst>
                                    <p:set>
                                      <p:cBhvr>
                                        <p:cTn id="89" dur="1" fill="hold">
                                          <p:stCondLst>
                                            <p:cond delay="0"/>
                                          </p:stCondLst>
                                        </p:cTn>
                                        <p:tgtEl>
                                          <p:spTgt spid="68"/>
                                        </p:tgtEl>
                                        <p:attrNameLst>
                                          <p:attrName>style.visibility</p:attrName>
                                        </p:attrNameLst>
                                      </p:cBhvr>
                                      <p:to>
                                        <p:strVal val="visible"/>
                                      </p:to>
                                    </p:set>
                                    <p:anim calcmode="lin" valueType="num">
                                      <p:cBhvr>
                                        <p:cTn id="90" dur="500" fill="hold"/>
                                        <p:tgtEl>
                                          <p:spTgt spid="68"/>
                                        </p:tgtEl>
                                        <p:attrNameLst>
                                          <p:attrName>ppt_w</p:attrName>
                                        </p:attrNameLst>
                                      </p:cBhvr>
                                      <p:tavLst>
                                        <p:tav tm="0">
                                          <p:val>
                                            <p:fltVal val="0"/>
                                          </p:val>
                                        </p:tav>
                                        <p:tav tm="100000">
                                          <p:val>
                                            <p:strVal val="#ppt_w"/>
                                          </p:val>
                                        </p:tav>
                                      </p:tavLst>
                                    </p:anim>
                                    <p:anim calcmode="lin" valueType="num">
                                      <p:cBhvr>
                                        <p:cTn id="91" dur="500" fill="hold"/>
                                        <p:tgtEl>
                                          <p:spTgt spid="68"/>
                                        </p:tgtEl>
                                        <p:attrNameLst>
                                          <p:attrName>ppt_h</p:attrName>
                                        </p:attrNameLst>
                                      </p:cBhvr>
                                      <p:tavLst>
                                        <p:tav tm="0">
                                          <p:val>
                                            <p:fltVal val="0"/>
                                          </p:val>
                                        </p:tav>
                                        <p:tav tm="100000">
                                          <p:val>
                                            <p:strVal val="#ppt_h"/>
                                          </p:val>
                                        </p:tav>
                                      </p:tavLst>
                                    </p:anim>
                                    <p:animEffect transition="in" filter="fade">
                                      <p:cBhvr>
                                        <p:cTn id="92" dur="500"/>
                                        <p:tgtEl>
                                          <p:spTgt spid="68"/>
                                        </p:tgtEl>
                                      </p:cBhvr>
                                    </p:animEffect>
                                  </p:childTnLst>
                                </p:cTn>
                              </p:par>
                            </p:childTnLst>
                          </p:cTn>
                        </p:par>
                        <p:par>
                          <p:cTn id="93" fill="hold">
                            <p:stCondLst>
                              <p:cond delay="9000"/>
                            </p:stCondLst>
                            <p:childTnLst>
                              <p:par>
                                <p:cTn id="94" presetID="53" presetClass="entr" presetSubtype="0" fill="hold" grpId="0" nodeType="afterEffect">
                                  <p:stCondLst>
                                    <p:cond delay="0"/>
                                  </p:stCondLst>
                                  <p:childTnLst>
                                    <p:set>
                                      <p:cBhvr>
                                        <p:cTn id="95" dur="1" fill="hold">
                                          <p:stCondLst>
                                            <p:cond delay="0"/>
                                          </p:stCondLst>
                                        </p:cTn>
                                        <p:tgtEl>
                                          <p:spTgt spid="43"/>
                                        </p:tgtEl>
                                        <p:attrNameLst>
                                          <p:attrName>style.visibility</p:attrName>
                                        </p:attrNameLst>
                                      </p:cBhvr>
                                      <p:to>
                                        <p:strVal val="visible"/>
                                      </p:to>
                                    </p:set>
                                    <p:anim calcmode="lin" valueType="num">
                                      <p:cBhvr>
                                        <p:cTn id="96" dur="500" fill="hold"/>
                                        <p:tgtEl>
                                          <p:spTgt spid="43"/>
                                        </p:tgtEl>
                                        <p:attrNameLst>
                                          <p:attrName>ppt_w</p:attrName>
                                        </p:attrNameLst>
                                      </p:cBhvr>
                                      <p:tavLst>
                                        <p:tav tm="0">
                                          <p:val>
                                            <p:fltVal val="0"/>
                                          </p:val>
                                        </p:tav>
                                        <p:tav tm="100000">
                                          <p:val>
                                            <p:strVal val="#ppt_w"/>
                                          </p:val>
                                        </p:tav>
                                      </p:tavLst>
                                    </p:anim>
                                    <p:anim calcmode="lin" valueType="num">
                                      <p:cBhvr>
                                        <p:cTn id="97" dur="500" fill="hold"/>
                                        <p:tgtEl>
                                          <p:spTgt spid="43"/>
                                        </p:tgtEl>
                                        <p:attrNameLst>
                                          <p:attrName>ppt_h</p:attrName>
                                        </p:attrNameLst>
                                      </p:cBhvr>
                                      <p:tavLst>
                                        <p:tav tm="0">
                                          <p:val>
                                            <p:fltVal val="0"/>
                                          </p:val>
                                        </p:tav>
                                        <p:tav tm="100000">
                                          <p:val>
                                            <p:strVal val="#ppt_h"/>
                                          </p:val>
                                        </p:tav>
                                      </p:tavLst>
                                    </p:anim>
                                    <p:animEffect transition="in" filter="fade">
                                      <p:cBhvr>
                                        <p:cTn id="98" dur="500"/>
                                        <p:tgtEl>
                                          <p:spTgt spid="43"/>
                                        </p:tgtEl>
                                      </p:cBhvr>
                                    </p:animEffect>
                                  </p:childTnLst>
                                </p:cTn>
                              </p:par>
                            </p:childTnLst>
                          </p:cTn>
                        </p:par>
                        <p:par>
                          <p:cTn id="99" fill="hold">
                            <p:stCondLst>
                              <p:cond delay="9500"/>
                            </p:stCondLst>
                            <p:childTnLst>
                              <p:par>
                                <p:cTn id="100" presetID="22" presetClass="entr" presetSubtype="8" fill="hold" nodeType="afterEffect">
                                  <p:stCondLst>
                                    <p:cond delay="0"/>
                                  </p:stCondLst>
                                  <p:childTnLst>
                                    <p:set>
                                      <p:cBhvr>
                                        <p:cTn id="101" dur="1" fill="hold">
                                          <p:stCondLst>
                                            <p:cond delay="0"/>
                                          </p:stCondLst>
                                        </p:cTn>
                                        <p:tgtEl>
                                          <p:spTgt spid="62"/>
                                        </p:tgtEl>
                                        <p:attrNameLst>
                                          <p:attrName>style.visibility</p:attrName>
                                        </p:attrNameLst>
                                      </p:cBhvr>
                                      <p:to>
                                        <p:strVal val="visible"/>
                                      </p:to>
                                    </p:set>
                                    <p:animEffect transition="in" filter="wipe(left)">
                                      <p:cBhvr>
                                        <p:cTn id="102" dur="500"/>
                                        <p:tgtEl>
                                          <p:spTgt spid="62"/>
                                        </p:tgtEl>
                                      </p:cBhvr>
                                    </p:animEffect>
                                  </p:childTnLst>
                                </p:cTn>
                              </p:par>
                            </p:childTnLst>
                          </p:cTn>
                        </p:par>
                        <p:par>
                          <p:cTn id="103" fill="hold">
                            <p:stCondLst>
                              <p:cond delay="10000"/>
                            </p:stCondLst>
                            <p:childTnLst>
                              <p:par>
                                <p:cTn id="104" presetID="22" presetClass="entr" presetSubtype="8" fill="hold" nodeType="afterEffect">
                                  <p:stCondLst>
                                    <p:cond delay="0"/>
                                  </p:stCondLst>
                                  <p:childTnLst>
                                    <p:set>
                                      <p:cBhvr>
                                        <p:cTn id="105" dur="1" fill="hold">
                                          <p:stCondLst>
                                            <p:cond delay="0"/>
                                          </p:stCondLst>
                                        </p:cTn>
                                        <p:tgtEl>
                                          <p:spTgt spid="9"/>
                                        </p:tgtEl>
                                        <p:attrNameLst>
                                          <p:attrName>style.visibility</p:attrName>
                                        </p:attrNameLst>
                                      </p:cBhvr>
                                      <p:to>
                                        <p:strVal val="visible"/>
                                      </p:to>
                                    </p:set>
                                    <p:animEffect transition="in" filter="wipe(left)">
                                      <p:cBhvr>
                                        <p:cTn id="106" dur="500"/>
                                        <p:tgtEl>
                                          <p:spTgt spid="9"/>
                                        </p:tgtEl>
                                      </p:cBhvr>
                                    </p:animEffect>
                                  </p:childTnLst>
                                </p:cTn>
                              </p:par>
                            </p:childTnLst>
                          </p:cTn>
                        </p:par>
                        <p:par>
                          <p:cTn id="107" fill="hold">
                            <p:stCondLst>
                              <p:cond delay="10500"/>
                            </p:stCondLst>
                            <p:childTnLst>
                              <p:par>
                                <p:cTn id="108" presetID="53" presetClass="entr" presetSubtype="0" fill="hold" grpId="0" nodeType="afterEffect">
                                  <p:stCondLst>
                                    <p:cond delay="0"/>
                                  </p:stCondLst>
                                  <p:childTnLst>
                                    <p:set>
                                      <p:cBhvr>
                                        <p:cTn id="109" dur="1" fill="hold">
                                          <p:stCondLst>
                                            <p:cond delay="0"/>
                                          </p:stCondLst>
                                        </p:cTn>
                                        <p:tgtEl>
                                          <p:spTgt spid="66"/>
                                        </p:tgtEl>
                                        <p:attrNameLst>
                                          <p:attrName>style.visibility</p:attrName>
                                        </p:attrNameLst>
                                      </p:cBhvr>
                                      <p:to>
                                        <p:strVal val="visible"/>
                                      </p:to>
                                    </p:set>
                                    <p:anim calcmode="lin" valueType="num">
                                      <p:cBhvr>
                                        <p:cTn id="110" dur="500" fill="hold"/>
                                        <p:tgtEl>
                                          <p:spTgt spid="66"/>
                                        </p:tgtEl>
                                        <p:attrNameLst>
                                          <p:attrName>ppt_w</p:attrName>
                                        </p:attrNameLst>
                                      </p:cBhvr>
                                      <p:tavLst>
                                        <p:tav tm="0">
                                          <p:val>
                                            <p:fltVal val="0"/>
                                          </p:val>
                                        </p:tav>
                                        <p:tav tm="100000">
                                          <p:val>
                                            <p:strVal val="#ppt_w"/>
                                          </p:val>
                                        </p:tav>
                                      </p:tavLst>
                                    </p:anim>
                                    <p:anim calcmode="lin" valueType="num">
                                      <p:cBhvr>
                                        <p:cTn id="111" dur="500" fill="hold"/>
                                        <p:tgtEl>
                                          <p:spTgt spid="66"/>
                                        </p:tgtEl>
                                        <p:attrNameLst>
                                          <p:attrName>ppt_h</p:attrName>
                                        </p:attrNameLst>
                                      </p:cBhvr>
                                      <p:tavLst>
                                        <p:tav tm="0">
                                          <p:val>
                                            <p:fltVal val="0"/>
                                          </p:val>
                                        </p:tav>
                                        <p:tav tm="100000">
                                          <p:val>
                                            <p:strVal val="#ppt_h"/>
                                          </p:val>
                                        </p:tav>
                                      </p:tavLst>
                                    </p:anim>
                                    <p:animEffect transition="in" filter="fade">
                                      <p:cBhvr>
                                        <p:cTn id="112"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42" grpId="0" animBg="1"/>
      <p:bldP spid="43" grpId="0" animBg="1"/>
      <p:bldP spid="44" grpId="0" animBg="1"/>
      <p:bldP spid="66" grpId="0"/>
      <p:bldP spid="67" grpId="0"/>
      <p:bldP spid="68" grpId="0"/>
      <p:bldP spid="69" grpId="0"/>
      <p:bldP spid="70"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Set Goal Infographic</a:t>
            </a:r>
            <a:endParaRPr lang="en-US" dirty="0"/>
          </a:p>
        </p:txBody>
      </p:sp>
      <p:sp>
        <p:nvSpPr>
          <p:cNvPr id="8" name="Text Placeholder 7"/>
          <p:cNvSpPr>
            <a:spLocks noGrp="1"/>
          </p:cNvSpPr>
          <p:nvPr>
            <p:ph type="body" sz="half" idx="2"/>
          </p:nvPr>
        </p:nvSpPr>
        <p:spPr/>
        <p:txBody>
          <a:bodyPr/>
          <a:lstStyle/>
          <a:p>
            <a:r>
              <a:rPr lang="en-US"/>
              <a:t>Set Goal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155</a:t>
            </a:fld>
            <a:endParaRPr lang="en-US" dirty="0"/>
          </a:p>
        </p:txBody>
      </p:sp>
      <p:grpSp>
        <p:nvGrpSpPr>
          <p:cNvPr id="2" name="Group 58"/>
          <p:cNvGrpSpPr/>
          <p:nvPr/>
        </p:nvGrpSpPr>
        <p:grpSpPr>
          <a:xfrm>
            <a:off x="1256947" y="1989680"/>
            <a:ext cx="2172053" cy="693639"/>
            <a:chOff x="7174424" y="1391504"/>
            <a:chExt cx="2172053" cy="693639"/>
          </a:xfrm>
        </p:grpSpPr>
        <p:sp>
          <p:nvSpPr>
            <p:cNvPr id="53" name="TextBox 52"/>
            <p:cNvSpPr txBox="1"/>
            <p:nvPr/>
          </p:nvSpPr>
          <p:spPr>
            <a:xfrm>
              <a:off x="7174425" y="1600395"/>
              <a:ext cx="2172052" cy="484748"/>
            </a:xfrm>
            <a:prstGeom prst="rect">
              <a:avLst/>
            </a:prstGeom>
            <a:noFill/>
          </p:spPr>
          <p:txBody>
            <a:bodyPr wrap="square" lIns="0" tIns="0" rIns="0" bIns="0" rtlCol="0">
              <a:spAutoFit/>
            </a:bodyPr>
            <a:lstStyle/>
            <a:p>
              <a:pPr lvl="0" defTabSz="914400">
                <a:spcBef>
                  <a:spcPct val="20000"/>
                </a:spcBef>
                <a:defRPr/>
              </a:pPr>
              <a:r>
                <a:rPr lang="en-US" sz="1050" dirty="0">
                  <a:solidFill>
                    <a:schemeClr val="tx1">
                      <a:lumMod val="50000"/>
                      <a:lumOff val="50000"/>
                    </a:schemeClr>
                  </a:solidFill>
                </a:rPr>
                <a:t>There are many variations passages of lorem ipsum available  majority have alteration of it.</a:t>
              </a:r>
              <a:endParaRPr lang="en-US" sz="1050" dirty="0">
                <a:solidFill>
                  <a:schemeClr val="tx1">
                    <a:lumMod val="65000"/>
                    <a:lumOff val="35000"/>
                  </a:schemeClr>
                </a:solidFill>
              </a:endParaRPr>
            </a:p>
          </p:txBody>
        </p:sp>
        <p:sp>
          <p:nvSpPr>
            <p:cNvPr id="54" name="Rectangle 53"/>
            <p:cNvSpPr/>
            <p:nvPr/>
          </p:nvSpPr>
          <p:spPr>
            <a:xfrm>
              <a:off x="7174424" y="1391504"/>
              <a:ext cx="1101264" cy="215444"/>
            </a:xfrm>
            <a:prstGeom prst="rect">
              <a:avLst/>
            </a:prstGeom>
          </p:spPr>
          <p:txBody>
            <a:bodyPr wrap="none" lIns="0" tIns="0" rIns="0" bIns="0">
              <a:spAutoFit/>
            </a:bodyPr>
            <a:lstStyle/>
            <a:p>
              <a:r>
                <a:rPr lang="en-US" sz="1400" b="1" dirty="0">
                  <a:solidFill>
                    <a:schemeClr val="accent1"/>
                  </a:solidFill>
                </a:rPr>
                <a:t>Get Your Target</a:t>
              </a:r>
            </a:p>
          </p:txBody>
        </p:sp>
      </p:grpSp>
      <p:grpSp>
        <p:nvGrpSpPr>
          <p:cNvPr id="3" name="Group 57"/>
          <p:cNvGrpSpPr/>
          <p:nvPr/>
        </p:nvGrpSpPr>
        <p:grpSpPr>
          <a:xfrm>
            <a:off x="612436" y="2041377"/>
            <a:ext cx="586386" cy="590244"/>
            <a:chOff x="4224222" y="1313404"/>
            <a:chExt cx="686686" cy="691203"/>
          </a:xfrm>
        </p:grpSpPr>
        <p:sp>
          <p:nvSpPr>
            <p:cNvPr id="59" name="Oval 7"/>
            <p:cNvSpPr>
              <a:spLocks noChangeArrowheads="1"/>
            </p:cNvSpPr>
            <p:nvPr/>
          </p:nvSpPr>
          <p:spPr bwMode="auto">
            <a:xfrm>
              <a:off x="4224222" y="1313404"/>
              <a:ext cx="686686" cy="691203"/>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166"/>
            <p:cNvSpPr>
              <a:spLocks noEditPoints="1"/>
            </p:cNvSpPr>
            <p:nvPr/>
          </p:nvSpPr>
          <p:spPr bwMode="auto">
            <a:xfrm>
              <a:off x="4379050" y="1469104"/>
              <a:ext cx="377030" cy="379802"/>
            </a:xfrm>
            <a:custGeom>
              <a:avLst/>
              <a:gdLst/>
              <a:ahLst/>
              <a:cxnLst>
                <a:cxn ang="0">
                  <a:pos x="1" y="42"/>
                </a:cxn>
                <a:cxn ang="0">
                  <a:pos x="1" y="40"/>
                </a:cxn>
                <a:cxn ang="0">
                  <a:pos x="14" y="41"/>
                </a:cxn>
                <a:cxn ang="0">
                  <a:pos x="30" y="19"/>
                </a:cxn>
                <a:cxn ang="0">
                  <a:pos x="17" y="8"/>
                </a:cxn>
                <a:cxn ang="0">
                  <a:pos x="9" y="14"/>
                </a:cxn>
                <a:cxn ang="0">
                  <a:pos x="9" y="19"/>
                </a:cxn>
                <a:cxn ang="0">
                  <a:pos x="18" y="39"/>
                </a:cxn>
                <a:cxn ang="0">
                  <a:pos x="4" y="24"/>
                </a:cxn>
                <a:cxn ang="0">
                  <a:pos x="4" y="9"/>
                </a:cxn>
                <a:cxn ang="0">
                  <a:pos x="17" y="0"/>
                </a:cxn>
                <a:cxn ang="0">
                  <a:pos x="37" y="16"/>
                </a:cxn>
                <a:cxn ang="0">
                  <a:pos x="30" y="19"/>
                </a:cxn>
                <a:cxn ang="0">
                  <a:pos x="6" y="58"/>
                </a:cxn>
                <a:cxn ang="0">
                  <a:pos x="5" y="56"/>
                </a:cxn>
                <a:cxn ang="0">
                  <a:pos x="16" y="46"/>
                </a:cxn>
                <a:cxn ang="0">
                  <a:pos x="7" y="58"/>
                </a:cxn>
                <a:cxn ang="0">
                  <a:pos x="22" y="63"/>
                </a:cxn>
                <a:cxn ang="0">
                  <a:pos x="20" y="49"/>
                </a:cxn>
                <a:cxn ang="0">
                  <a:pos x="23" y="49"/>
                </a:cxn>
                <a:cxn ang="0">
                  <a:pos x="59" y="54"/>
                </a:cxn>
                <a:cxn ang="0">
                  <a:pos x="46" y="62"/>
                </a:cxn>
                <a:cxn ang="0">
                  <a:pos x="25" y="46"/>
                </a:cxn>
                <a:cxn ang="0">
                  <a:pos x="33" y="43"/>
                </a:cxn>
                <a:cxn ang="0">
                  <a:pos x="48" y="54"/>
                </a:cxn>
                <a:cxn ang="0">
                  <a:pos x="55" y="46"/>
                </a:cxn>
                <a:cxn ang="0">
                  <a:pos x="44" y="33"/>
                </a:cxn>
                <a:cxn ang="0">
                  <a:pos x="46" y="25"/>
                </a:cxn>
                <a:cxn ang="0">
                  <a:pos x="62" y="46"/>
                </a:cxn>
                <a:cxn ang="0">
                  <a:pos x="42" y="13"/>
                </a:cxn>
                <a:cxn ang="0">
                  <a:pos x="40" y="13"/>
                </a:cxn>
                <a:cxn ang="0">
                  <a:pos x="41" y="0"/>
                </a:cxn>
                <a:cxn ang="0">
                  <a:pos x="42" y="13"/>
                </a:cxn>
                <a:cxn ang="0">
                  <a:pos x="47" y="17"/>
                </a:cxn>
                <a:cxn ang="0">
                  <a:pos x="46" y="15"/>
                </a:cxn>
                <a:cxn ang="0">
                  <a:pos x="58" y="5"/>
                </a:cxn>
                <a:cxn ang="0">
                  <a:pos x="48" y="16"/>
                </a:cxn>
                <a:cxn ang="0">
                  <a:pos x="50" y="23"/>
                </a:cxn>
                <a:cxn ang="0">
                  <a:pos x="50" y="20"/>
                </a:cxn>
                <a:cxn ang="0">
                  <a:pos x="63" y="22"/>
                </a:cxn>
              </a:cxnLst>
              <a:rect l="0" t="0" r="r" b="b"/>
              <a:pathLst>
                <a:path w="63" h="63">
                  <a:moveTo>
                    <a:pt x="13" y="42"/>
                  </a:moveTo>
                  <a:cubicBezTo>
                    <a:pt x="1" y="42"/>
                    <a:pt x="1" y="42"/>
                    <a:pt x="1" y="42"/>
                  </a:cubicBezTo>
                  <a:cubicBezTo>
                    <a:pt x="0" y="42"/>
                    <a:pt x="0" y="42"/>
                    <a:pt x="0" y="41"/>
                  </a:cubicBezTo>
                  <a:cubicBezTo>
                    <a:pt x="0" y="40"/>
                    <a:pt x="0" y="40"/>
                    <a:pt x="1" y="40"/>
                  </a:cubicBezTo>
                  <a:cubicBezTo>
                    <a:pt x="13" y="40"/>
                    <a:pt x="13" y="40"/>
                    <a:pt x="13" y="40"/>
                  </a:cubicBezTo>
                  <a:cubicBezTo>
                    <a:pt x="14" y="40"/>
                    <a:pt x="14" y="40"/>
                    <a:pt x="14" y="41"/>
                  </a:cubicBezTo>
                  <a:cubicBezTo>
                    <a:pt x="14" y="42"/>
                    <a:pt x="14" y="42"/>
                    <a:pt x="13" y="42"/>
                  </a:cubicBezTo>
                  <a:close/>
                  <a:moveTo>
                    <a:pt x="30" y="19"/>
                  </a:moveTo>
                  <a:cubicBezTo>
                    <a:pt x="19" y="9"/>
                    <a:pt x="19" y="9"/>
                    <a:pt x="19" y="9"/>
                  </a:cubicBezTo>
                  <a:cubicBezTo>
                    <a:pt x="19" y="8"/>
                    <a:pt x="18" y="8"/>
                    <a:pt x="17" y="8"/>
                  </a:cubicBezTo>
                  <a:cubicBezTo>
                    <a:pt x="16" y="8"/>
                    <a:pt x="15" y="8"/>
                    <a:pt x="14" y="9"/>
                  </a:cubicBezTo>
                  <a:cubicBezTo>
                    <a:pt x="9" y="14"/>
                    <a:pt x="9" y="14"/>
                    <a:pt x="9" y="14"/>
                  </a:cubicBezTo>
                  <a:cubicBezTo>
                    <a:pt x="8" y="15"/>
                    <a:pt x="8" y="16"/>
                    <a:pt x="8" y="17"/>
                  </a:cubicBezTo>
                  <a:cubicBezTo>
                    <a:pt x="8" y="18"/>
                    <a:pt x="8" y="19"/>
                    <a:pt x="9" y="19"/>
                  </a:cubicBezTo>
                  <a:cubicBezTo>
                    <a:pt x="19" y="30"/>
                    <a:pt x="19" y="30"/>
                    <a:pt x="19" y="30"/>
                  </a:cubicBezTo>
                  <a:cubicBezTo>
                    <a:pt x="18" y="39"/>
                    <a:pt x="18" y="39"/>
                    <a:pt x="18" y="39"/>
                  </a:cubicBezTo>
                  <a:cubicBezTo>
                    <a:pt x="18" y="38"/>
                    <a:pt x="17" y="38"/>
                    <a:pt x="16" y="37"/>
                  </a:cubicBezTo>
                  <a:cubicBezTo>
                    <a:pt x="4" y="24"/>
                    <a:pt x="4" y="24"/>
                    <a:pt x="4" y="24"/>
                  </a:cubicBezTo>
                  <a:cubicBezTo>
                    <a:pt x="2" y="22"/>
                    <a:pt x="0" y="20"/>
                    <a:pt x="0" y="17"/>
                  </a:cubicBezTo>
                  <a:cubicBezTo>
                    <a:pt x="0" y="14"/>
                    <a:pt x="2" y="11"/>
                    <a:pt x="4" y="9"/>
                  </a:cubicBezTo>
                  <a:cubicBezTo>
                    <a:pt x="9" y="3"/>
                    <a:pt x="9" y="3"/>
                    <a:pt x="9" y="3"/>
                  </a:cubicBezTo>
                  <a:cubicBezTo>
                    <a:pt x="11" y="1"/>
                    <a:pt x="14" y="0"/>
                    <a:pt x="17" y="0"/>
                  </a:cubicBezTo>
                  <a:cubicBezTo>
                    <a:pt x="20" y="0"/>
                    <a:pt x="23" y="1"/>
                    <a:pt x="25" y="4"/>
                  </a:cubicBezTo>
                  <a:cubicBezTo>
                    <a:pt x="37" y="16"/>
                    <a:pt x="37" y="16"/>
                    <a:pt x="37" y="16"/>
                  </a:cubicBezTo>
                  <a:cubicBezTo>
                    <a:pt x="38" y="17"/>
                    <a:pt x="38" y="18"/>
                    <a:pt x="39" y="18"/>
                  </a:cubicBezTo>
                  <a:lnTo>
                    <a:pt x="30" y="19"/>
                  </a:lnTo>
                  <a:close/>
                  <a:moveTo>
                    <a:pt x="7" y="58"/>
                  </a:moveTo>
                  <a:cubicBezTo>
                    <a:pt x="6" y="58"/>
                    <a:pt x="6" y="58"/>
                    <a:pt x="6" y="58"/>
                  </a:cubicBezTo>
                  <a:cubicBezTo>
                    <a:pt x="6" y="58"/>
                    <a:pt x="5" y="58"/>
                    <a:pt x="5" y="58"/>
                  </a:cubicBezTo>
                  <a:cubicBezTo>
                    <a:pt x="5" y="57"/>
                    <a:pt x="5" y="56"/>
                    <a:pt x="5" y="56"/>
                  </a:cubicBezTo>
                  <a:cubicBezTo>
                    <a:pt x="15" y="46"/>
                    <a:pt x="15" y="46"/>
                    <a:pt x="15" y="46"/>
                  </a:cubicBezTo>
                  <a:cubicBezTo>
                    <a:pt x="15" y="46"/>
                    <a:pt x="16" y="46"/>
                    <a:pt x="16" y="46"/>
                  </a:cubicBezTo>
                  <a:cubicBezTo>
                    <a:pt x="17" y="47"/>
                    <a:pt x="17" y="47"/>
                    <a:pt x="16" y="48"/>
                  </a:cubicBezTo>
                  <a:lnTo>
                    <a:pt x="7" y="58"/>
                  </a:lnTo>
                  <a:close/>
                  <a:moveTo>
                    <a:pt x="23" y="62"/>
                  </a:moveTo>
                  <a:cubicBezTo>
                    <a:pt x="23" y="62"/>
                    <a:pt x="22" y="63"/>
                    <a:pt x="22" y="63"/>
                  </a:cubicBezTo>
                  <a:cubicBezTo>
                    <a:pt x="21" y="63"/>
                    <a:pt x="20" y="62"/>
                    <a:pt x="20" y="62"/>
                  </a:cubicBezTo>
                  <a:cubicBezTo>
                    <a:pt x="20" y="49"/>
                    <a:pt x="20" y="49"/>
                    <a:pt x="20" y="49"/>
                  </a:cubicBezTo>
                  <a:cubicBezTo>
                    <a:pt x="20" y="49"/>
                    <a:pt x="21" y="48"/>
                    <a:pt x="22" y="48"/>
                  </a:cubicBezTo>
                  <a:cubicBezTo>
                    <a:pt x="22" y="48"/>
                    <a:pt x="23" y="49"/>
                    <a:pt x="23" y="49"/>
                  </a:cubicBezTo>
                  <a:lnTo>
                    <a:pt x="23" y="62"/>
                  </a:lnTo>
                  <a:close/>
                  <a:moveTo>
                    <a:pt x="59" y="54"/>
                  </a:moveTo>
                  <a:cubicBezTo>
                    <a:pt x="54" y="59"/>
                    <a:pt x="54" y="59"/>
                    <a:pt x="54" y="59"/>
                  </a:cubicBezTo>
                  <a:cubicBezTo>
                    <a:pt x="51" y="61"/>
                    <a:pt x="49" y="62"/>
                    <a:pt x="46" y="62"/>
                  </a:cubicBezTo>
                  <a:cubicBezTo>
                    <a:pt x="43" y="62"/>
                    <a:pt x="40" y="61"/>
                    <a:pt x="38" y="59"/>
                  </a:cubicBezTo>
                  <a:cubicBezTo>
                    <a:pt x="25" y="46"/>
                    <a:pt x="25" y="46"/>
                    <a:pt x="25" y="46"/>
                  </a:cubicBezTo>
                  <a:cubicBezTo>
                    <a:pt x="25" y="46"/>
                    <a:pt x="24" y="45"/>
                    <a:pt x="24" y="44"/>
                  </a:cubicBezTo>
                  <a:cubicBezTo>
                    <a:pt x="33" y="43"/>
                    <a:pt x="33" y="43"/>
                    <a:pt x="33" y="43"/>
                  </a:cubicBezTo>
                  <a:cubicBezTo>
                    <a:pt x="43" y="54"/>
                    <a:pt x="43" y="54"/>
                    <a:pt x="43" y="54"/>
                  </a:cubicBezTo>
                  <a:cubicBezTo>
                    <a:pt x="45" y="55"/>
                    <a:pt x="47" y="55"/>
                    <a:pt x="48" y="54"/>
                  </a:cubicBezTo>
                  <a:cubicBezTo>
                    <a:pt x="54" y="48"/>
                    <a:pt x="54" y="48"/>
                    <a:pt x="54" y="48"/>
                  </a:cubicBezTo>
                  <a:cubicBezTo>
                    <a:pt x="55" y="48"/>
                    <a:pt x="55" y="47"/>
                    <a:pt x="55" y="46"/>
                  </a:cubicBezTo>
                  <a:cubicBezTo>
                    <a:pt x="55" y="45"/>
                    <a:pt x="55" y="44"/>
                    <a:pt x="54" y="43"/>
                  </a:cubicBezTo>
                  <a:cubicBezTo>
                    <a:pt x="44" y="33"/>
                    <a:pt x="44" y="33"/>
                    <a:pt x="44" y="33"/>
                  </a:cubicBezTo>
                  <a:cubicBezTo>
                    <a:pt x="44" y="24"/>
                    <a:pt x="44" y="24"/>
                    <a:pt x="44" y="24"/>
                  </a:cubicBezTo>
                  <a:cubicBezTo>
                    <a:pt x="45" y="24"/>
                    <a:pt x="46" y="25"/>
                    <a:pt x="46" y="25"/>
                  </a:cubicBezTo>
                  <a:cubicBezTo>
                    <a:pt x="59" y="38"/>
                    <a:pt x="59" y="38"/>
                    <a:pt x="59" y="38"/>
                  </a:cubicBezTo>
                  <a:cubicBezTo>
                    <a:pt x="61" y="40"/>
                    <a:pt x="62" y="43"/>
                    <a:pt x="62" y="46"/>
                  </a:cubicBezTo>
                  <a:cubicBezTo>
                    <a:pt x="62" y="49"/>
                    <a:pt x="61" y="52"/>
                    <a:pt x="59" y="54"/>
                  </a:cubicBezTo>
                  <a:close/>
                  <a:moveTo>
                    <a:pt x="42" y="13"/>
                  </a:moveTo>
                  <a:cubicBezTo>
                    <a:pt x="42" y="14"/>
                    <a:pt x="42" y="14"/>
                    <a:pt x="41" y="14"/>
                  </a:cubicBezTo>
                  <a:cubicBezTo>
                    <a:pt x="40" y="14"/>
                    <a:pt x="40" y="14"/>
                    <a:pt x="40" y="13"/>
                  </a:cubicBezTo>
                  <a:cubicBezTo>
                    <a:pt x="40" y="1"/>
                    <a:pt x="40" y="1"/>
                    <a:pt x="40" y="1"/>
                  </a:cubicBezTo>
                  <a:cubicBezTo>
                    <a:pt x="40" y="0"/>
                    <a:pt x="40" y="0"/>
                    <a:pt x="41" y="0"/>
                  </a:cubicBezTo>
                  <a:cubicBezTo>
                    <a:pt x="42" y="0"/>
                    <a:pt x="42" y="0"/>
                    <a:pt x="42" y="1"/>
                  </a:cubicBezTo>
                  <a:lnTo>
                    <a:pt x="42" y="13"/>
                  </a:lnTo>
                  <a:close/>
                  <a:moveTo>
                    <a:pt x="48" y="16"/>
                  </a:moveTo>
                  <a:cubicBezTo>
                    <a:pt x="48" y="17"/>
                    <a:pt x="47" y="17"/>
                    <a:pt x="47" y="17"/>
                  </a:cubicBezTo>
                  <a:cubicBezTo>
                    <a:pt x="47" y="17"/>
                    <a:pt x="47" y="17"/>
                    <a:pt x="46" y="16"/>
                  </a:cubicBezTo>
                  <a:cubicBezTo>
                    <a:pt x="46" y="16"/>
                    <a:pt x="46" y="15"/>
                    <a:pt x="46" y="15"/>
                  </a:cubicBezTo>
                  <a:cubicBezTo>
                    <a:pt x="56" y="5"/>
                    <a:pt x="56" y="5"/>
                    <a:pt x="56" y="5"/>
                  </a:cubicBezTo>
                  <a:cubicBezTo>
                    <a:pt x="56" y="4"/>
                    <a:pt x="57" y="4"/>
                    <a:pt x="58" y="5"/>
                  </a:cubicBezTo>
                  <a:cubicBezTo>
                    <a:pt x="58" y="5"/>
                    <a:pt x="58" y="6"/>
                    <a:pt x="58" y="7"/>
                  </a:cubicBezTo>
                  <a:lnTo>
                    <a:pt x="48" y="16"/>
                  </a:lnTo>
                  <a:close/>
                  <a:moveTo>
                    <a:pt x="62" y="23"/>
                  </a:moveTo>
                  <a:cubicBezTo>
                    <a:pt x="50" y="23"/>
                    <a:pt x="50" y="23"/>
                    <a:pt x="50" y="23"/>
                  </a:cubicBezTo>
                  <a:cubicBezTo>
                    <a:pt x="49" y="23"/>
                    <a:pt x="48" y="22"/>
                    <a:pt x="48" y="22"/>
                  </a:cubicBezTo>
                  <a:cubicBezTo>
                    <a:pt x="48" y="21"/>
                    <a:pt x="49" y="20"/>
                    <a:pt x="50" y="20"/>
                  </a:cubicBezTo>
                  <a:cubicBezTo>
                    <a:pt x="62" y="20"/>
                    <a:pt x="62" y="20"/>
                    <a:pt x="62" y="20"/>
                  </a:cubicBezTo>
                  <a:cubicBezTo>
                    <a:pt x="62" y="20"/>
                    <a:pt x="63" y="21"/>
                    <a:pt x="63" y="22"/>
                  </a:cubicBezTo>
                  <a:cubicBezTo>
                    <a:pt x="63" y="22"/>
                    <a:pt x="62" y="23"/>
                    <a:pt x="62" y="2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60"/>
          <p:cNvGrpSpPr/>
          <p:nvPr/>
        </p:nvGrpSpPr>
        <p:grpSpPr>
          <a:xfrm>
            <a:off x="7926504" y="2043306"/>
            <a:ext cx="587673" cy="586387"/>
            <a:chOff x="5061496" y="2167244"/>
            <a:chExt cx="688192" cy="686686"/>
          </a:xfrm>
        </p:grpSpPr>
        <p:sp>
          <p:nvSpPr>
            <p:cNvPr id="64" name="Oval 9"/>
            <p:cNvSpPr>
              <a:spLocks noChangeArrowheads="1"/>
            </p:cNvSpPr>
            <p:nvPr/>
          </p:nvSpPr>
          <p:spPr bwMode="auto">
            <a:xfrm>
              <a:off x="5061496" y="2167244"/>
              <a:ext cx="688192" cy="686686"/>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40"/>
            <p:cNvSpPr>
              <a:spLocks noEditPoints="1"/>
            </p:cNvSpPr>
            <p:nvPr/>
          </p:nvSpPr>
          <p:spPr bwMode="auto">
            <a:xfrm>
              <a:off x="5225925" y="2329599"/>
              <a:ext cx="359334" cy="361976"/>
            </a:xfrm>
            <a:custGeom>
              <a:avLst/>
              <a:gdLst/>
              <a:ahLst/>
              <a:cxnLst>
                <a:cxn ang="0">
                  <a:pos x="63" y="43"/>
                </a:cxn>
                <a:cxn ang="0">
                  <a:pos x="60" y="48"/>
                </a:cxn>
                <a:cxn ang="0">
                  <a:pos x="34" y="62"/>
                </a:cxn>
                <a:cxn ang="0">
                  <a:pos x="31" y="63"/>
                </a:cxn>
                <a:cxn ang="0">
                  <a:pos x="29" y="62"/>
                </a:cxn>
                <a:cxn ang="0">
                  <a:pos x="2" y="48"/>
                </a:cxn>
                <a:cxn ang="0">
                  <a:pos x="0" y="43"/>
                </a:cxn>
                <a:cxn ang="0">
                  <a:pos x="0" y="14"/>
                </a:cxn>
                <a:cxn ang="0">
                  <a:pos x="3" y="10"/>
                </a:cxn>
                <a:cxn ang="0">
                  <a:pos x="30" y="0"/>
                </a:cxn>
                <a:cxn ang="0">
                  <a:pos x="31" y="0"/>
                </a:cxn>
                <a:cxn ang="0">
                  <a:pos x="33" y="0"/>
                </a:cxn>
                <a:cxn ang="0">
                  <a:pos x="60" y="10"/>
                </a:cxn>
                <a:cxn ang="0">
                  <a:pos x="63" y="14"/>
                </a:cxn>
                <a:cxn ang="0">
                  <a:pos x="63" y="43"/>
                </a:cxn>
                <a:cxn ang="0">
                  <a:pos x="58" y="14"/>
                </a:cxn>
                <a:cxn ang="0">
                  <a:pos x="31" y="4"/>
                </a:cxn>
                <a:cxn ang="0">
                  <a:pos x="5" y="14"/>
                </a:cxn>
                <a:cxn ang="0">
                  <a:pos x="31" y="24"/>
                </a:cxn>
                <a:cxn ang="0">
                  <a:pos x="58" y="14"/>
                </a:cxn>
                <a:cxn ang="0">
                  <a:pos x="58" y="43"/>
                </a:cxn>
                <a:cxn ang="0">
                  <a:pos x="58" y="19"/>
                </a:cxn>
                <a:cxn ang="0">
                  <a:pos x="34" y="28"/>
                </a:cxn>
                <a:cxn ang="0">
                  <a:pos x="34" y="57"/>
                </a:cxn>
                <a:cxn ang="0">
                  <a:pos x="58" y="43"/>
                </a:cxn>
              </a:cxnLst>
              <a:rect l="0" t="0" r="r" b="b"/>
              <a:pathLst>
                <a:path w="63" h="63">
                  <a:moveTo>
                    <a:pt x="63" y="43"/>
                  </a:moveTo>
                  <a:cubicBezTo>
                    <a:pt x="63" y="45"/>
                    <a:pt x="62" y="47"/>
                    <a:pt x="60" y="48"/>
                  </a:cubicBezTo>
                  <a:cubicBezTo>
                    <a:pt x="34" y="62"/>
                    <a:pt x="34" y="62"/>
                    <a:pt x="34" y="62"/>
                  </a:cubicBezTo>
                  <a:cubicBezTo>
                    <a:pt x="33" y="63"/>
                    <a:pt x="32" y="63"/>
                    <a:pt x="31" y="63"/>
                  </a:cubicBezTo>
                  <a:cubicBezTo>
                    <a:pt x="31" y="63"/>
                    <a:pt x="30" y="63"/>
                    <a:pt x="29" y="62"/>
                  </a:cubicBezTo>
                  <a:cubicBezTo>
                    <a:pt x="2" y="48"/>
                    <a:pt x="2" y="48"/>
                    <a:pt x="2" y="48"/>
                  </a:cubicBezTo>
                  <a:cubicBezTo>
                    <a:pt x="1" y="47"/>
                    <a:pt x="0" y="45"/>
                    <a:pt x="0" y="43"/>
                  </a:cubicBezTo>
                  <a:cubicBezTo>
                    <a:pt x="0" y="14"/>
                    <a:pt x="0" y="14"/>
                    <a:pt x="0" y="14"/>
                  </a:cubicBezTo>
                  <a:cubicBezTo>
                    <a:pt x="0" y="12"/>
                    <a:pt x="1" y="10"/>
                    <a:pt x="3" y="10"/>
                  </a:cubicBezTo>
                  <a:cubicBezTo>
                    <a:pt x="30" y="0"/>
                    <a:pt x="30" y="0"/>
                    <a:pt x="30" y="0"/>
                  </a:cubicBezTo>
                  <a:cubicBezTo>
                    <a:pt x="30" y="0"/>
                    <a:pt x="31" y="0"/>
                    <a:pt x="31" y="0"/>
                  </a:cubicBezTo>
                  <a:cubicBezTo>
                    <a:pt x="32" y="0"/>
                    <a:pt x="32" y="0"/>
                    <a:pt x="33" y="0"/>
                  </a:cubicBezTo>
                  <a:cubicBezTo>
                    <a:pt x="60" y="10"/>
                    <a:pt x="60" y="10"/>
                    <a:pt x="60" y="10"/>
                  </a:cubicBezTo>
                  <a:cubicBezTo>
                    <a:pt x="62" y="10"/>
                    <a:pt x="63" y="12"/>
                    <a:pt x="63" y="14"/>
                  </a:cubicBezTo>
                  <a:lnTo>
                    <a:pt x="63" y="43"/>
                  </a:lnTo>
                  <a:close/>
                  <a:moveTo>
                    <a:pt x="58" y="14"/>
                  </a:moveTo>
                  <a:cubicBezTo>
                    <a:pt x="31" y="4"/>
                    <a:pt x="31" y="4"/>
                    <a:pt x="31" y="4"/>
                  </a:cubicBezTo>
                  <a:cubicBezTo>
                    <a:pt x="5" y="14"/>
                    <a:pt x="5" y="14"/>
                    <a:pt x="5" y="14"/>
                  </a:cubicBezTo>
                  <a:cubicBezTo>
                    <a:pt x="31" y="24"/>
                    <a:pt x="31" y="24"/>
                    <a:pt x="31" y="24"/>
                  </a:cubicBezTo>
                  <a:lnTo>
                    <a:pt x="58" y="14"/>
                  </a:lnTo>
                  <a:close/>
                  <a:moveTo>
                    <a:pt x="58" y="43"/>
                  </a:moveTo>
                  <a:cubicBezTo>
                    <a:pt x="58" y="19"/>
                    <a:pt x="58" y="19"/>
                    <a:pt x="58" y="19"/>
                  </a:cubicBezTo>
                  <a:cubicBezTo>
                    <a:pt x="34" y="28"/>
                    <a:pt x="34" y="28"/>
                    <a:pt x="34" y="28"/>
                  </a:cubicBezTo>
                  <a:cubicBezTo>
                    <a:pt x="34" y="57"/>
                    <a:pt x="34" y="57"/>
                    <a:pt x="34" y="57"/>
                  </a:cubicBezTo>
                  <a:lnTo>
                    <a:pt x="58" y="4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72"/>
          <p:cNvGrpSpPr/>
          <p:nvPr/>
        </p:nvGrpSpPr>
        <p:grpSpPr>
          <a:xfrm>
            <a:off x="7927147" y="3071947"/>
            <a:ext cx="586386" cy="590244"/>
            <a:chOff x="2545155" y="2990965"/>
            <a:chExt cx="686686" cy="691203"/>
          </a:xfrm>
        </p:grpSpPr>
        <p:sp>
          <p:nvSpPr>
            <p:cNvPr id="77" name="Oval 8"/>
            <p:cNvSpPr>
              <a:spLocks noChangeArrowheads="1"/>
            </p:cNvSpPr>
            <p:nvPr/>
          </p:nvSpPr>
          <p:spPr bwMode="auto">
            <a:xfrm>
              <a:off x="2545155" y="2990965"/>
              <a:ext cx="686686" cy="691203"/>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107"/>
            <p:cNvSpPr>
              <a:spLocks noEditPoints="1"/>
            </p:cNvSpPr>
            <p:nvPr/>
          </p:nvSpPr>
          <p:spPr bwMode="auto">
            <a:xfrm>
              <a:off x="2707700" y="3153204"/>
              <a:ext cx="361596" cy="366725"/>
            </a:xfrm>
            <a:custGeom>
              <a:avLst/>
              <a:gdLst/>
              <a:ahLst/>
              <a:cxnLst>
                <a:cxn ang="0">
                  <a:pos x="64" y="14"/>
                </a:cxn>
                <a:cxn ang="0">
                  <a:pos x="12" y="65"/>
                </a:cxn>
                <a:cxn ang="0">
                  <a:pos x="10" y="66"/>
                </a:cxn>
                <a:cxn ang="0">
                  <a:pos x="8" y="65"/>
                </a:cxn>
                <a:cxn ang="0">
                  <a:pos x="0" y="57"/>
                </a:cxn>
                <a:cxn ang="0">
                  <a:pos x="0" y="56"/>
                </a:cxn>
                <a:cxn ang="0">
                  <a:pos x="0" y="54"/>
                </a:cxn>
                <a:cxn ang="0">
                  <a:pos x="52" y="2"/>
                </a:cxn>
                <a:cxn ang="0">
                  <a:pos x="54" y="1"/>
                </a:cxn>
                <a:cxn ang="0">
                  <a:pos x="56" y="2"/>
                </a:cxn>
                <a:cxn ang="0">
                  <a:pos x="64" y="10"/>
                </a:cxn>
                <a:cxn ang="0">
                  <a:pos x="64" y="12"/>
                </a:cxn>
                <a:cxn ang="0">
                  <a:pos x="64" y="14"/>
                </a:cxn>
                <a:cxn ang="0">
                  <a:pos x="14" y="5"/>
                </a:cxn>
                <a:cxn ang="0">
                  <a:pos x="10" y="7"/>
                </a:cxn>
                <a:cxn ang="0">
                  <a:pos x="9" y="11"/>
                </a:cxn>
                <a:cxn ang="0">
                  <a:pos x="8" y="7"/>
                </a:cxn>
                <a:cxn ang="0">
                  <a:pos x="4" y="5"/>
                </a:cxn>
                <a:cxn ang="0">
                  <a:pos x="8" y="4"/>
                </a:cxn>
                <a:cxn ang="0">
                  <a:pos x="9" y="0"/>
                </a:cxn>
                <a:cxn ang="0">
                  <a:pos x="10" y="4"/>
                </a:cxn>
                <a:cxn ang="0">
                  <a:pos x="14" y="5"/>
                </a:cxn>
                <a:cxn ang="0">
                  <a:pos x="32" y="13"/>
                </a:cxn>
                <a:cxn ang="0">
                  <a:pos x="24" y="16"/>
                </a:cxn>
                <a:cxn ang="0">
                  <a:pos x="22" y="23"/>
                </a:cxn>
                <a:cxn ang="0">
                  <a:pos x="19" y="16"/>
                </a:cxn>
                <a:cxn ang="0">
                  <a:pos x="11" y="13"/>
                </a:cxn>
                <a:cxn ang="0">
                  <a:pos x="19" y="11"/>
                </a:cxn>
                <a:cxn ang="0">
                  <a:pos x="22" y="3"/>
                </a:cxn>
                <a:cxn ang="0">
                  <a:pos x="24" y="11"/>
                </a:cxn>
                <a:cxn ang="0">
                  <a:pos x="32" y="13"/>
                </a:cxn>
                <a:cxn ang="0">
                  <a:pos x="40" y="5"/>
                </a:cxn>
                <a:cxn ang="0">
                  <a:pos x="36" y="7"/>
                </a:cxn>
                <a:cxn ang="0">
                  <a:pos x="34" y="11"/>
                </a:cxn>
                <a:cxn ang="0">
                  <a:pos x="33" y="7"/>
                </a:cxn>
                <a:cxn ang="0">
                  <a:pos x="29" y="5"/>
                </a:cxn>
                <a:cxn ang="0">
                  <a:pos x="33" y="4"/>
                </a:cxn>
                <a:cxn ang="0">
                  <a:pos x="34" y="0"/>
                </a:cxn>
                <a:cxn ang="0">
                  <a:pos x="36" y="4"/>
                </a:cxn>
                <a:cxn ang="0">
                  <a:pos x="40" y="5"/>
                </a:cxn>
                <a:cxn ang="0">
                  <a:pos x="58" y="12"/>
                </a:cxn>
                <a:cxn ang="0">
                  <a:pos x="54" y="8"/>
                </a:cxn>
                <a:cxn ang="0">
                  <a:pos x="42" y="19"/>
                </a:cxn>
                <a:cxn ang="0">
                  <a:pos x="46" y="24"/>
                </a:cxn>
                <a:cxn ang="0">
                  <a:pos x="58" y="12"/>
                </a:cxn>
                <a:cxn ang="0">
                  <a:pos x="65" y="31"/>
                </a:cxn>
                <a:cxn ang="0">
                  <a:pos x="61" y="32"/>
                </a:cxn>
                <a:cxn ang="0">
                  <a:pos x="60" y="36"/>
                </a:cxn>
                <a:cxn ang="0">
                  <a:pos x="59" y="32"/>
                </a:cxn>
                <a:cxn ang="0">
                  <a:pos x="55" y="31"/>
                </a:cxn>
                <a:cxn ang="0">
                  <a:pos x="59" y="30"/>
                </a:cxn>
                <a:cxn ang="0">
                  <a:pos x="60" y="26"/>
                </a:cxn>
                <a:cxn ang="0">
                  <a:pos x="61" y="30"/>
                </a:cxn>
                <a:cxn ang="0">
                  <a:pos x="65" y="31"/>
                </a:cxn>
              </a:cxnLst>
              <a:rect l="0" t="0" r="r" b="b"/>
              <a:pathLst>
                <a:path w="65" h="66">
                  <a:moveTo>
                    <a:pt x="64" y="14"/>
                  </a:moveTo>
                  <a:cubicBezTo>
                    <a:pt x="12" y="65"/>
                    <a:pt x="12" y="65"/>
                    <a:pt x="12" y="65"/>
                  </a:cubicBezTo>
                  <a:cubicBezTo>
                    <a:pt x="11" y="66"/>
                    <a:pt x="11" y="66"/>
                    <a:pt x="10" y="66"/>
                  </a:cubicBezTo>
                  <a:cubicBezTo>
                    <a:pt x="9" y="66"/>
                    <a:pt x="9" y="66"/>
                    <a:pt x="8" y="65"/>
                  </a:cubicBezTo>
                  <a:cubicBezTo>
                    <a:pt x="0" y="57"/>
                    <a:pt x="0" y="57"/>
                    <a:pt x="0" y="57"/>
                  </a:cubicBezTo>
                  <a:cubicBezTo>
                    <a:pt x="0" y="57"/>
                    <a:pt x="0" y="56"/>
                    <a:pt x="0" y="56"/>
                  </a:cubicBezTo>
                  <a:cubicBezTo>
                    <a:pt x="0" y="55"/>
                    <a:pt x="0" y="54"/>
                    <a:pt x="0" y="54"/>
                  </a:cubicBezTo>
                  <a:cubicBezTo>
                    <a:pt x="52" y="2"/>
                    <a:pt x="52" y="2"/>
                    <a:pt x="52" y="2"/>
                  </a:cubicBezTo>
                  <a:cubicBezTo>
                    <a:pt x="52" y="2"/>
                    <a:pt x="53" y="1"/>
                    <a:pt x="54" y="1"/>
                  </a:cubicBezTo>
                  <a:cubicBezTo>
                    <a:pt x="54" y="1"/>
                    <a:pt x="55" y="2"/>
                    <a:pt x="56" y="2"/>
                  </a:cubicBezTo>
                  <a:cubicBezTo>
                    <a:pt x="64" y="10"/>
                    <a:pt x="64" y="10"/>
                    <a:pt x="64" y="10"/>
                  </a:cubicBezTo>
                  <a:cubicBezTo>
                    <a:pt x="64" y="11"/>
                    <a:pt x="64" y="11"/>
                    <a:pt x="64" y="12"/>
                  </a:cubicBezTo>
                  <a:cubicBezTo>
                    <a:pt x="64" y="13"/>
                    <a:pt x="64" y="13"/>
                    <a:pt x="64" y="14"/>
                  </a:cubicBezTo>
                  <a:close/>
                  <a:moveTo>
                    <a:pt x="14" y="5"/>
                  </a:moveTo>
                  <a:cubicBezTo>
                    <a:pt x="10" y="7"/>
                    <a:pt x="10" y="7"/>
                    <a:pt x="10" y="7"/>
                  </a:cubicBezTo>
                  <a:cubicBezTo>
                    <a:pt x="9" y="11"/>
                    <a:pt x="9" y="11"/>
                    <a:pt x="9" y="11"/>
                  </a:cubicBezTo>
                  <a:cubicBezTo>
                    <a:pt x="8" y="7"/>
                    <a:pt x="8" y="7"/>
                    <a:pt x="8" y="7"/>
                  </a:cubicBezTo>
                  <a:cubicBezTo>
                    <a:pt x="4" y="5"/>
                    <a:pt x="4" y="5"/>
                    <a:pt x="4" y="5"/>
                  </a:cubicBezTo>
                  <a:cubicBezTo>
                    <a:pt x="8" y="4"/>
                    <a:pt x="8" y="4"/>
                    <a:pt x="8" y="4"/>
                  </a:cubicBezTo>
                  <a:cubicBezTo>
                    <a:pt x="9" y="0"/>
                    <a:pt x="9" y="0"/>
                    <a:pt x="9" y="0"/>
                  </a:cubicBezTo>
                  <a:cubicBezTo>
                    <a:pt x="10" y="4"/>
                    <a:pt x="10" y="4"/>
                    <a:pt x="10" y="4"/>
                  </a:cubicBezTo>
                  <a:lnTo>
                    <a:pt x="14" y="5"/>
                  </a:lnTo>
                  <a:close/>
                  <a:moveTo>
                    <a:pt x="32" y="13"/>
                  </a:moveTo>
                  <a:cubicBezTo>
                    <a:pt x="24" y="16"/>
                    <a:pt x="24" y="16"/>
                    <a:pt x="24" y="16"/>
                  </a:cubicBezTo>
                  <a:cubicBezTo>
                    <a:pt x="22" y="23"/>
                    <a:pt x="22" y="23"/>
                    <a:pt x="22" y="23"/>
                  </a:cubicBezTo>
                  <a:cubicBezTo>
                    <a:pt x="19" y="16"/>
                    <a:pt x="19" y="16"/>
                    <a:pt x="19" y="16"/>
                  </a:cubicBezTo>
                  <a:cubicBezTo>
                    <a:pt x="11" y="13"/>
                    <a:pt x="11" y="13"/>
                    <a:pt x="11" y="13"/>
                  </a:cubicBezTo>
                  <a:cubicBezTo>
                    <a:pt x="19" y="11"/>
                    <a:pt x="19" y="11"/>
                    <a:pt x="19" y="11"/>
                  </a:cubicBezTo>
                  <a:cubicBezTo>
                    <a:pt x="22" y="3"/>
                    <a:pt x="22" y="3"/>
                    <a:pt x="22" y="3"/>
                  </a:cubicBezTo>
                  <a:cubicBezTo>
                    <a:pt x="24" y="11"/>
                    <a:pt x="24" y="11"/>
                    <a:pt x="24" y="11"/>
                  </a:cubicBezTo>
                  <a:lnTo>
                    <a:pt x="32" y="13"/>
                  </a:lnTo>
                  <a:close/>
                  <a:moveTo>
                    <a:pt x="40" y="5"/>
                  </a:moveTo>
                  <a:cubicBezTo>
                    <a:pt x="36" y="7"/>
                    <a:pt x="36" y="7"/>
                    <a:pt x="36" y="7"/>
                  </a:cubicBezTo>
                  <a:cubicBezTo>
                    <a:pt x="34" y="11"/>
                    <a:pt x="34" y="11"/>
                    <a:pt x="34" y="11"/>
                  </a:cubicBezTo>
                  <a:cubicBezTo>
                    <a:pt x="33" y="7"/>
                    <a:pt x="33" y="7"/>
                    <a:pt x="33" y="7"/>
                  </a:cubicBezTo>
                  <a:cubicBezTo>
                    <a:pt x="29" y="5"/>
                    <a:pt x="29" y="5"/>
                    <a:pt x="29" y="5"/>
                  </a:cubicBezTo>
                  <a:cubicBezTo>
                    <a:pt x="33" y="4"/>
                    <a:pt x="33" y="4"/>
                    <a:pt x="33" y="4"/>
                  </a:cubicBezTo>
                  <a:cubicBezTo>
                    <a:pt x="34" y="0"/>
                    <a:pt x="34" y="0"/>
                    <a:pt x="34" y="0"/>
                  </a:cubicBezTo>
                  <a:cubicBezTo>
                    <a:pt x="36" y="4"/>
                    <a:pt x="36" y="4"/>
                    <a:pt x="36" y="4"/>
                  </a:cubicBezTo>
                  <a:lnTo>
                    <a:pt x="40" y="5"/>
                  </a:lnTo>
                  <a:close/>
                  <a:moveTo>
                    <a:pt x="58" y="12"/>
                  </a:moveTo>
                  <a:cubicBezTo>
                    <a:pt x="54" y="8"/>
                    <a:pt x="54" y="8"/>
                    <a:pt x="54" y="8"/>
                  </a:cubicBezTo>
                  <a:cubicBezTo>
                    <a:pt x="42" y="19"/>
                    <a:pt x="42" y="19"/>
                    <a:pt x="42" y="19"/>
                  </a:cubicBezTo>
                  <a:cubicBezTo>
                    <a:pt x="46" y="24"/>
                    <a:pt x="46" y="24"/>
                    <a:pt x="46" y="24"/>
                  </a:cubicBezTo>
                  <a:lnTo>
                    <a:pt x="58" y="12"/>
                  </a:lnTo>
                  <a:close/>
                  <a:moveTo>
                    <a:pt x="65" y="31"/>
                  </a:moveTo>
                  <a:cubicBezTo>
                    <a:pt x="61" y="32"/>
                    <a:pt x="61" y="32"/>
                    <a:pt x="61" y="32"/>
                  </a:cubicBezTo>
                  <a:cubicBezTo>
                    <a:pt x="60" y="36"/>
                    <a:pt x="60" y="36"/>
                    <a:pt x="60" y="36"/>
                  </a:cubicBezTo>
                  <a:cubicBezTo>
                    <a:pt x="59" y="32"/>
                    <a:pt x="59" y="32"/>
                    <a:pt x="59" y="32"/>
                  </a:cubicBezTo>
                  <a:cubicBezTo>
                    <a:pt x="55" y="31"/>
                    <a:pt x="55" y="31"/>
                    <a:pt x="55" y="31"/>
                  </a:cubicBezTo>
                  <a:cubicBezTo>
                    <a:pt x="59" y="30"/>
                    <a:pt x="59" y="30"/>
                    <a:pt x="59" y="30"/>
                  </a:cubicBezTo>
                  <a:cubicBezTo>
                    <a:pt x="60" y="26"/>
                    <a:pt x="60" y="26"/>
                    <a:pt x="60" y="26"/>
                  </a:cubicBezTo>
                  <a:cubicBezTo>
                    <a:pt x="61" y="30"/>
                    <a:pt x="61" y="30"/>
                    <a:pt x="61" y="30"/>
                  </a:cubicBezTo>
                  <a:lnTo>
                    <a:pt x="65"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89"/>
          <p:cNvGrpSpPr/>
          <p:nvPr/>
        </p:nvGrpSpPr>
        <p:grpSpPr>
          <a:xfrm>
            <a:off x="611150" y="3071947"/>
            <a:ext cx="588958" cy="590244"/>
            <a:chOff x="5053967" y="3864381"/>
            <a:chExt cx="689697" cy="691203"/>
          </a:xfrm>
        </p:grpSpPr>
        <p:sp>
          <p:nvSpPr>
            <p:cNvPr id="91" name="Oval 12"/>
            <p:cNvSpPr>
              <a:spLocks noChangeArrowheads="1"/>
            </p:cNvSpPr>
            <p:nvPr/>
          </p:nvSpPr>
          <p:spPr bwMode="auto">
            <a:xfrm>
              <a:off x="5053967" y="3864381"/>
              <a:ext cx="689697" cy="691203"/>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137"/>
            <p:cNvSpPr>
              <a:spLocks noEditPoints="1"/>
            </p:cNvSpPr>
            <p:nvPr/>
          </p:nvSpPr>
          <p:spPr bwMode="auto">
            <a:xfrm>
              <a:off x="5233992" y="4041203"/>
              <a:ext cx="329647" cy="337558"/>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64"/>
          <p:cNvGrpSpPr/>
          <p:nvPr/>
        </p:nvGrpSpPr>
        <p:grpSpPr>
          <a:xfrm rot="19223737">
            <a:off x="3505934" y="2168083"/>
            <a:ext cx="1790958" cy="1790958"/>
            <a:chOff x="3274424" y="1575559"/>
            <a:chExt cx="2253978" cy="2253978"/>
          </a:xfrm>
        </p:grpSpPr>
        <p:sp>
          <p:nvSpPr>
            <p:cNvPr id="58" name="Oval 57"/>
            <p:cNvSpPr/>
            <p:nvPr/>
          </p:nvSpPr>
          <p:spPr>
            <a:xfrm>
              <a:off x="3274424" y="1575559"/>
              <a:ext cx="2253978" cy="2253978"/>
            </a:xfrm>
            <a:prstGeom prst="ellipse">
              <a:avLst/>
            </a:prstGeom>
            <a:solidFill>
              <a:schemeClr val="accent1"/>
            </a:solidFill>
            <a:ln>
              <a:noFill/>
            </a:ln>
            <a:scene3d>
              <a:camera prst="isometricTopUp">
                <a:rot lat="21594000" lon="20400000" rev="0"/>
              </a:camera>
              <a:lightRig rig="threePt" dir="t"/>
            </a:scene3d>
            <a:sp3d extrusionH="381000">
              <a:bevelT w="0" h="0" prst="convex"/>
              <a:extrusionClr>
                <a:schemeClr val="accent1"/>
              </a:extrusionClr>
              <a:contourClr>
                <a:schemeClr val="bg1"/>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Oval 60"/>
            <p:cNvSpPr/>
            <p:nvPr/>
          </p:nvSpPr>
          <p:spPr>
            <a:xfrm>
              <a:off x="3558434" y="1859569"/>
              <a:ext cx="1685959" cy="1685959"/>
            </a:xfrm>
            <a:prstGeom prst="ellipse">
              <a:avLst/>
            </a:prstGeom>
            <a:solidFill>
              <a:schemeClr val="bg1"/>
            </a:solidFill>
            <a:ln>
              <a:noFill/>
            </a:ln>
            <a:scene3d>
              <a:camera prst="isometricTopUp">
                <a:rot lat="21594000" lon="20400000" rev="0"/>
              </a:camera>
              <a:lightRig rig="threePt" dir="t"/>
            </a:scene3d>
            <a:sp3d>
              <a:bevelT w="0" h="0" prst="convex"/>
              <a:extrusionClr>
                <a:schemeClr val="bg1"/>
              </a:extrusionClr>
              <a:contourClr>
                <a:schemeClr val="bg1"/>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Oval 61"/>
            <p:cNvSpPr/>
            <p:nvPr/>
          </p:nvSpPr>
          <p:spPr>
            <a:xfrm>
              <a:off x="3809122" y="2110257"/>
              <a:ext cx="1184583" cy="1184583"/>
            </a:xfrm>
            <a:prstGeom prst="ellipse">
              <a:avLst/>
            </a:prstGeom>
            <a:solidFill>
              <a:schemeClr val="accent1"/>
            </a:solidFill>
            <a:ln>
              <a:noFill/>
            </a:ln>
            <a:scene3d>
              <a:camera prst="isometricTopUp">
                <a:rot lat="21594000" lon="20400000" rev="0"/>
              </a:camera>
              <a:lightRig rig="threePt" dir="t"/>
            </a:scene3d>
            <a:sp3d>
              <a:bevelT w="0" h="0" prst="convex"/>
              <a:extrusionClr>
                <a:schemeClr val="bg1"/>
              </a:extrusionClr>
              <a:contourClr>
                <a:schemeClr val="bg1"/>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Oval 62"/>
            <p:cNvSpPr/>
            <p:nvPr/>
          </p:nvSpPr>
          <p:spPr>
            <a:xfrm>
              <a:off x="3970688" y="2271823"/>
              <a:ext cx="861450" cy="861450"/>
            </a:xfrm>
            <a:prstGeom prst="ellipse">
              <a:avLst/>
            </a:prstGeom>
            <a:solidFill>
              <a:schemeClr val="bg1"/>
            </a:solidFill>
            <a:ln>
              <a:noFill/>
            </a:ln>
            <a:scene3d>
              <a:camera prst="isometricTopUp">
                <a:rot lat="21594000" lon="20400000" rev="0"/>
              </a:camera>
              <a:lightRig rig="threePt" dir="t"/>
            </a:scene3d>
            <a:sp3d>
              <a:bevelT w="0" h="0" prst="convex"/>
              <a:extrusionClr>
                <a:schemeClr val="bg1"/>
              </a:extrusionClr>
              <a:contourClr>
                <a:schemeClr val="bg1"/>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86"/>
          <p:cNvGrpSpPr/>
          <p:nvPr/>
        </p:nvGrpSpPr>
        <p:grpSpPr>
          <a:xfrm rot="8404606">
            <a:off x="4161616" y="2152596"/>
            <a:ext cx="1657522" cy="905512"/>
            <a:chOff x="3990975" y="2525713"/>
            <a:chExt cx="1697038" cy="927100"/>
          </a:xfrm>
        </p:grpSpPr>
        <p:sp>
          <p:nvSpPr>
            <p:cNvPr id="4113" name="Freeform 17"/>
            <p:cNvSpPr>
              <a:spLocks/>
            </p:cNvSpPr>
            <p:nvPr/>
          </p:nvSpPr>
          <p:spPr bwMode="auto">
            <a:xfrm>
              <a:off x="4016375" y="2970213"/>
              <a:ext cx="363538" cy="330200"/>
            </a:xfrm>
            <a:custGeom>
              <a:avLst/>
              <a:gdLst/>
              <a:ahLst/>
              <a:cxnLst>
                <a:cxn ang="0">
                  <a:pos x="236" y="0"/>
                </a:cxn>
                <a:cxn ang="0">
                  <a:pos x="271" y="128"/>
                </a:cxn>
                <a:cxn ang="0">
                  <a:pos x="236" y="0"/>
                </a:cxn>
              </a:cxnLst>
              <a:rect l="0" t="0" r="r" b="b"/>
              <a:pathLst>
                <a:path w="271" h="245">
                  <a:moveTo>
                    <a:pt x="236" y="0"/>
                  </a:moveTo>
                  <a:cubicBezTo>
                    <a:pt x="23" y="81"/>
                    <a:pt x="0" y="245"/>
                    <a:pt x="271" y="128"/>
                  </a:cubicBezTo>
                  <a:lnTo>
                    <a:pt x="236" y="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4" name="Freeform 18"/>
            <p:cNvSpPr>
              <a:spLocks/>
            </p:cNvSpPr>
            <p:nvPr/>
          </p:nvSpPr>
          <p:spPr bwMode="auto">
            <a:xfrm>
              <a:off x="3990975" y="2651125"/>
              <a:ext cx="404813" cy="327025"/>
            </a:xfrm>
            <a:custGeom>
              <a:avLst/>
              <a:gdLst/>
              <a:ahLst/>
              <a:cxnLst>
                <a:cxn ang="0">
                  <a:pos x="255" y="244"/>
                </a:cxn>
                <a:cxn ang="0">
                  <a:pos x="302" y="121"/>
                </a:cxn>
                <a:cxn ang="0">
                  <a:pos x="255" y="244"/>
                </a:cxn>
              </a:cxnLst>
              <a:rect l="0" t="0" r="r" b="b"/>
              <a:pathLst>
                <a:path w="302" h="244">
                  <a:moveTo>
                    <a:pt x="255" y="244"/>
                  </a:moveTo>
                  <a:cubicBezTo>
                    <a:pt x="0" y="106"/>
                    <a:pt x="50" y="0"/>
                    <a:pt x="302" y="121"/>
                  </a:cubicBezTo>
                  <a:lnTo>
                    <a:pt x="255" y="24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5" name="Freeform 19"/>
            <p:cNvSpPr>
              <a:spLocks/>
            </p:cNvSpPr>
            <p:nvPr/>
          </p:nvSpPr>
          <p:spPr bwMode="auto">
            <a:xfrm>
              <a:off x="5297488" y="3011488"/>
              <a:ext cx="390525" cy="41275"/>
            </a:xfrm>
            <a:custGeom>
              <a:avLst/>
              <a:gdLst/>
              <a:ahLst/>
              <a:cxnLst>
                <a:cxn ang="0">
                  <a:pos x="73" y="2"/>
                </a:cxn>
                <a:cxn ang="0">
                  <a:pos x="0" y="8"/>
                </a:cxn>
                <a:cxn ang="0">
                  <a:pos x="72" y="21"/>
                </a:cxn>
                <a:cxn ang="0">
                  <a:pos x="291" y="27"/>
                </a:cxn>
                <a:cxn ang="0">
                  <a:pos x="292" y="24"/>
                </a:cxn>
                <a:cxn ang="0">
                  <a:pos x="73" y="2"/>
                </a:cxn>
              </a:cxnLst>
              <a:rect l="0" t="0" r="r" b="b"/>
              <a:pathLst>
                <a:path w="292" h="30">
                  <a:moveTo>
                    <a:pt x="73" y="2"/>
                  </a:moveTo>
                  <a:cubicBezTo>
                    <a:pt x="33" y="0"/>
                    <a:pt x="1" y="2"/>
                    <a:pt x="0" y="8"/>
                  </a:cubicBezTo>
                  <a:cubicBezTo>
                    <a:pt x="0" y="13"/>
                    <a:pt x="32" y="19"/>
                    <a:pt x="72" y="21"/>
                  </a:cubicBezTo>
                  <a:cubicBezTo>
                    <a:pt x="100" y="22"/>
                    <a:pt x="279" y="30"/>
                    <a:pt x="291" y="27"/>
                  </a:cubicBezTo>
                  <a:cubicBezTo>
                    <a:pt x="292" y="26"/>
                    <a:pt x="292" y="26"/>
                    <a:pt x="292" y="24"/>
                  </a:cubicBezTo>
                  <a:cubicBezTo>
                    <a:pt x="280" y="21"/>
                    <a:pt x="101" y="3"/>
                    <a:pt x="73" y="2"/>
                  </a:cubicBez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7" name="Freeform 21"/>
            <p:cNvSpPr>
              <a:spLocks/>
            </p:cNvSpPr>
            <p:nvPr/>
          </p:nvSpPr>
          <p:spPr bwMode="auto">
            <a:xfrm>
              <a:off x="4333875" y="2951163"/>
              <a:ext cx="1028700" cy="134938"/>
            </a:xfrm>
            <a:custGeom>
              <a:avLst/>
              <a:gdLst/>
              <a:ahLst/>
              <a:cxnLst>
                <a:cxn ang="0">
                  <a:pos x="768" y="10"/>
                </a:cxn>
                <a:cxn ang="0">
                  <a:pos x="0" y="9"/>
                </a:cxn>
                <a:cxn ang="0">
                  <a:pos x="0" y="26"/>
                </a:cxn>
                <a:cxn ang="0">
                  <a:pos x="763" y="100"/>
                </a:cxn>
                <a:cxn ang="0">
                  <a:pos x="768" y="10"/>
                </a:cxn>
              </a:cxnLst>
              <a:rect l="0" t="0" r="r" b="b"/>
              <a:pathLst>
                <a:path w="768" h="100">
                  <a:moveTo>
                    <a:pt x="768" y="10"/>
                  </a:moveTo>
                  <a:cubicBezTo>
                    <a:pt x="512" y="0"/>
                    <a:pt x="257" y="0"/>
                    <a:pt x="0" y="9"/>
                  </a:cubicBezTo>
                  <a:cubicBezTo>
                    <a:pt x="0" y="26"/>
                    <a:pt x="0" y="26"/>
                    <a:pt x="0" y="26"/>
                  </a:cubicBezTo>
                  <a:cubicBezTo>
                    <a:pt x="254" y="60"/>
                    <a:pt x="508" y="85"/>
                    <a:pt x="763" y="100"/>
                  </a:cubicBezTo>
                  <a:lnTo>
                    <a:pt x="768" y="10"/>
                  </a:lnTo>
                  <a:close/>
                </a:path>
              </a:pathLst>
            </a:custGeom>
            <a:solidFill>
              <a:schemeClr val="bg1">
                <a:lumMod val="9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8" name="Freeform 22"/>
            <p:cNvSpPr>
              <a:spLocks/>
            </p:cNvSpPr>
            <p:nvPr/>
          </p:nvSpPr>
          <p:spPr bwMode="auto">
            <a:xfrm>
              <a:off x="5111750" y="2957513"/>
              <a:ext cx="307975" cy="128588"/>
            </a:xfrm>
            <a:custGeom>
              <a:avLst/>
              <a:gdLst/>
              <a:ahLst/>
              <a:cxnLst>
                <a:cxn ang="0">
                  <a:pos x="187" y="5"/>
                </a:cxn>
                <a:cxn ang="0">
                  <a:pos x="10" y="0"/>
                </a:cxn>
                <a:cxn ang="0">
                  <a:pos x="0" y="82"/>
                </a:cxn>
                <a:cxn ang="0">
                  <a:pos x="182" y="95"/>
                </a:cxn>
                <a:cxn ang="0">
                  <a:pos x="187" y="5"/>
                </a:cxn>
              </a:cxnLst>
              <a:rect l="0" t="0" r="r" b="b"/>
              <a:pathLst>
                <a:path w="230" h="95">
                  <a:moveTo>
                    <a:pt x="187" y="5"/>
                  </a:moveTo>
                  <a:cubicBezTo>
                    <a:pt x="10" y="0"/>
                    <a:pt x="10" y="0"/>
                    <a:pt x="10" y="0"/>
                  </a:cubicBezTo>
                  <a:cubicBezTo>
                    <a:pt x="44" y="14"/>
                    <a:pt x="40" y="66"/>
                    <a:pt x="0" y="82"/>
                  </a:cubicBezTo>
                  <a:cubicBezTo>
                    <a:pt x="182" y="95"/>
                    <a:pt x="182" y="95"/>
                    <a:pt x="182" y="95"/>
                  </a:cubicBezTo>
                  <a:cubicBezTo>
                    <a:pt x="230" y="85"/>
                    <a:pt x="228" y="17"/>
                    <a:pt x="187" y="5"/>
                  </a:cubicBez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9" name="Freeform 23"/>
            <p:cNvSpPr>
              <a:spLocks/>
            </p:cNvSpPr>
            <p:nvPr/>
          </p:nvSpPr>
          <p:spPr bwMode="auto">
            <a:xfrm>
              <a:off x="4324350" y="2525713"/>
              <a:ext cx="420688" cy="466725"/>
            </a:xfrm>
            <a:custGeom>
              <a:avLst/>
              <a:gdLst/>
              <a:ahLst/>
              <a:cxnLst>
                <a:cxn ang="0">
                  <a:pos x="314" y="348"/>
                </a:cxn>
                <a:cxn ang="0">
                  <a:pos x="0" y="334"/>
                </a:cxn>
                <a:cxn ang="0">
                  <a:pos x="314" y="348"/>
                </a:cxn>
              </a:cxnLst>
              <a:rect l="0" t="0" r="r" b="b"/>
              <a:pathLst>
                <a:path w="314" h="348">
                  <a:moveTo>
                    <a:pt x="314" y="348"/>
                  </a:moveTo>
                  <a:cubicBezTo>
                    <a:pt x="0" y="334"/>
                    <a:pt x="0" y="334"/>
                    <a:pt x="0" y="334"/>
                  </a:cubicBezTo>
                  <a:cubicBezTo>
                    <a:pt x="78" y="44"/>
                    <a:pt x="280" y="0"/>
                    <a:pt x="314" y="348"/>
                  </a:cubicBez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0" name="Freeform 24"/>
            <p:cNvSpPr>
              <a:spLocks/>
            </p:cNvSpPr>
            <p:nvPr/>
          </p:nvSpPr>
          <p:spPr bwMode="auto">
            <a:xfrm>
              <a:off x="4324350" y="2974975"/>
              <a:ext cx="420688" cy="477838"/>
            </a:xfrm>
            <a:custGeom>
              <a:avLst/>
              <a:gdLst/>
              <a:ahLst/>
              <a:cxnLst>
                <a:cxn ang="0">
                  <a:pos x="314" y="14"/>
                </a:cxn>
                <a:cxn ang="0">
                  <a:pos x="0" y="0"/>
                </a:cxn>
                <a:cxn ang="0">
                  <a:pos x="314" y="14"/>
                </a:cxn>
              </a:cxnLst>
              <a:rect l="0" t="0" r="r" b="b"/>
              <a:pathLst>
                <a:path w="314" h="356">
                  <a:moveTo>
                    <a:pt x="314" y="14"/>
                  </a:moveTo>
                  <a:cubicBezTo>
                    <a:pt x="0" y="0"/>
                    <a:pt x="0" y="0"/>
                    <a:pt x="0" y="0"/>
                  </a:cubicBezTo>
                  <a:cubicBezTo>
                    <a:pt x="49" y="296"/>
                    <a:pt x="247" y="356"/>
                    <a:pt x="314" y="14"/>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58"/>
          <p:cNvGrpSpPr/>
          <p:nvPr/>
        </p:nvGrpSpPr>
        <p:grpSpPr>
          <a:xfrm>
            <a:off x="1256947" y="3020250"/>
            <a:ext cx="2172053" cy="693639"/>
            <a:chOff x="7174424" y="1391504"/>
            <a:chExt cx="2172053" cy="693639"/>
          </a:xfrm>
        </p:grpSpPr>
        <p:sp>
          <p:nvSpPr>
            <p:cNvPr id="68" name="TextBox 67"/>
            <p:cNvSpPr txBox="1"/>
            <p:nvPr/>
          </p:nvSpPr>
          <p:spPr>
            <a:xfrm>
              <a:off x="7174425" y="1600395"/>
              <a:ext cx="2172052" cy="484748"/>
            </a:xfrm>
            <a:prstGeom prst="rect">
              <a:avLst/>
            </a:prstGeom>
            <a:noFill/>
          </p:spPr>
          <p:txBody>
            <a:bodyPr wrap="square" lIns="0" tIns="0" rIns="0" bIns="0" rtlCol="0">
              <a:spAutoFit/>
            </a:bodyPr>
            <a:lstStyle/>
            <a:p>
              <a:pPr lvl="0" defTabSz="914400">
                <a:spcBef>
                  <a:spcPct val="20000"/>
                </a:spcBef>
                <a:defRPr/>
              </a:pPr>
              <a:r>
                <a:rPr lang="en-US" sz="1050" dirty="0">
                  <a:solidFill>
                    <a:schemeClr val="tx1">
                      <a:lumMod val="50000"/>
                      <a:lumOff val="50000"/>
                    </a:schemeClr>
                  </a:solidFill>
                </a:rPr>
                <a:t>There are many variations passages of lorem ipsum available  majority have alteration of it.</a:t>
              </a:r>
              <a:endParaRPr lang="en-US" sz="1050" dirty="0">
                <a:solidFill>
                  <a:schemeClr val="tx1">
                    <a:lumMod val="65000"/>
                    <a:lumOff val="35000"/>
                  </a:schemeClr>
                </a:solidFill>
              </a:endParaRPr>
            </a:p>
          </p:txBody>
        </p:sp>
        <p:sp>
          <p:nvSpPr>
            <p:cNvPr id="70" name="Rectangle 69"/>
            <p:cNvSpPr/>
            <p:nvPr/>
          </p:nvSpPr>
          <p:spPr>
            <a:xfrm>
              <a:off x="7174424" y="1391504"/>
              <a:ext cx="1101264" cy="215444"/>
            </a:xfrm>
            <a:prstGeom prst="rect">
              <a:avLst/>
            </a:prstGeom>
          </p:spPr>
          <p:txBody>
            <a:bodyPr wrap="none" lIns="0" tIns="0" rIns="0" bIns="0">
              <a:spAutoFit/>
            </a:bodyPr>
            <a:lstStyle/>
            <a:p>
              <a:r>
                <a:rPr lang="en-US" sz="1400" b="1" dirty="0">
                  <a:solidFill>
                    <a:schemeClr val="accent2"/>
                  </a:solidFill>
                </a:rPr>
                <a:t>Get Your Target</a:t>
              </a:r>
            </a:p>
          </p:txBody>
        </p:sp>
      </p:grpSp>
      <p:grpSp>
        <p:nvGrpSpPr>
          <p:cNvPr id="12" name="Group 58"/>
          <p:cNvGrpSpPr/>
          <p:nvPr/>
        </p:nvGrpSpPr>
        <p:grpSpPr>
          <a:xfrm>
            <a:off x="5638800" y="1989680"/>
            <a:ext cx="2172053" cy="693639"/>
            <a:chOff x="7174425" y="1391504"/>
            <a:chExt cx="2172053" cy="693639"/>
          </a:xfrm>
        </p:grpSpPr>
        <p:sp>
          <p:nvSpPr>
            <p:cNvPr id="73" name="TextBox 72"/>
            <p:cNvSpPr txBox="1"/>
            <p:nvPr/>
          </p:nvSpPr>
          <p:spPr>
            <a:xfrm>
              <a:off x="7174425" y="1600395"/>
              <a:ext cx="2172052" cy="484748"/>
            </a:xfrm>
            <a:prstGeom prst="rect">
              <a:avLst/>
            </a:prstGeom>
            <a:noFill/>
          </p:spPr>
          <p:txBody>
            <a:bodyPr wrap="square" lIns="0" tIns="0" rIns="0" bIns="0" rtlCol="0">
              <a:spAutoFit/>
            </a:bodyPr>
            <a:lstStyle/>
            <a:p>
              <a:pPr lvl="0" algn="r" defTabSz="914400">
                <a:spcBef>
                  <a:spcPct val="20000"/>
                </a:spcBef>
                <a:defRPr/>
              </a:pPr>
              <a:r>
                <a:rPr lang="en-US" sz="1050" dirty="0">
                  <a:solidFill>
                    <a:schemeClr val="tx1">
                      <a:lumMod val="50000"/>
                      <a:lumOff val="50000"/>
                    </a:schemeClr>
                  </a:solidFill>
                </a:rPr>
                <a:t>There are many variations passages of lorem ipsum available  majority have alteration of it.</a:t>
              </a:r>
              <a:endParaRPr lang="en-US" sz="1050" dirty="0">
                <a:solidFill>
                  <a:schemeClr val="tx1">
                    <a:lumMod val="65000"/>
                    <a:lumOff val="35000"/>
                  </a:schemeClr>
                </a:solidFill>
              </a:endParaRPr>
            </a:p>
          </p:txBody>
        </p:sp>
        <p:sp>
          <p:nvSpPr>
            <p:cNvPr id="74" name="Rectangle 73"/>
            <p:cNvSpPr/>
            <p:nvPr/>
          </p:nvSpPr>
          <p:spPr>
            <a:xfrm>
              <a:off x="8245215" y="1391504"/>
              <a:ext cx="1101263" cy="215444"/>
            </a:xfrm>
            <a:prstGeom prst="rect">
              <a:avLst/>
            </a:prstGeom>
          </p:spPr>
          <p:txBody>
            <a:bodyPr wrap="none" lIns="0" tIns="0" rIns="0" bIns="0">
              <a:spAutoFit/>
            </a:bodyPr>
            <a:lstStyle/>
            <a:p>
              <a:pPr algn="r"/>
              <a:r>
                <a:rPr lang="en-US" sz="1400" b="1" dirty="0">
                  <a:solidFill>
                    <a:schemeClr val="accent3"/>
                  </a:solidFill>
                </a:rPr>
                <a:t>Get Your Target</a:t>
              </a:r>
            </a:p>
          </p:txBody>
        </p:sp>
      </p:grpSp>
      <p:grpSp>
        <p:nvGrpSpPr>
          <p:cNvPr id="13" name="Group 58"/>
          <p:cNvGrpSpPr/>
          <p:nvPr/>
        </p:nvGrpSpPr>
        <p:grpSpPr>
          <a:xfrm>
            <a:off x="5638800" y="3020250"/>
            <a:ext cx="2172053" cy="693639"/>
            <a:chOff x="7174425" y="1391504"/>
            <a:chExt cx="2172053" cy="693639"/>
          </a:xfrm>
        </p:grpSpPr>
        <p:sp>
          <p:nvSpPr>
            <p:cNvPr id="80" name="TextBox 79"/>
            <p:cNvSpPr txBox="1"/>
            <p:nvPr/>
          </p:nvSpPr>
          <p:spPr>
            <a:xfrm>
              <a:off x="7174425" y="1600395"/>
              <a:ext cx="2172052" cy="484748"/>
            </a:xfrm>
            <a:prstGeom prst="rect">
              <a:avLst/>
            </a:prstGeom>
            <a:noFill/>
          </p:spPr>
          <p:txBody>
            <a:bodyPr wrap="square" lIns="0" tIns="0" rIns="0" bIns="0" rtlCol="0">
              <a:spAutoFit/>
            </a:bodyPr>
            <a:lstStyle/>
            <a:p>
              <a:pPr lvl="0" algn="r" defTabSz="914400">
                <a:spcBef>
                  <a:spcPct val="20000"/>
                </a:spcBef>
                <a:defRPr/>
              </a:pPr>
              <a:r>
                <a:rPr lang="en-US" sz="1050" dirty="0">
                  <a:solidFill>
                    <a:schemeClr val="tx1">
                      <a:lumMod val="50000"/>
                      <a:lumOff val="50000"/>
                    </a:schemeClr>
                  </a:solidFill>
                </a:rPr>
                <a:t>There are many variations passages of lorem ipsum available  majority have alteration of it.</a:t>
              </a:r>
              <a:endParaRPr lang="en-US" sz="1050" dirty="0">
                <a:solidFill>
                  <a:schemeClr val="tx1">
                    <a:lumMod val="65000"/>
                    <a:lumOff val="35000"/>
                  </a:schemeClr>
                </a:solidFill>
              </a:endParaRPr>
            </a:p>
          </p:txBody>
        </p:sp>
        <p:sp>
          <p:nvSpPr>
            <p:cNvPr id="85" name="Rectangle 84"/>
            <p:cNvSpPr/>
            <p:nvPr/>
          </p:nvSpPr>
          <p:spPr>
            <a:xfrm>
              <a:off x="8245215" y="1391504"/>
              <a:ext cx="1101263" cy="215444"/>
            </a:xfrm>
            <a:prstGeom prst="rect">
              <a:avLst/>
            </a:prstGeom>
          </p:spPr>
          <p:txBody>
            <a:bodyPr wrap="none" lIns="0" tIns="0" rIns="0" bIns="0">
              <a:spAutoFit/>
            </a:bodyPr>
            <a:lstStyle/>
            <a:p>
              <a:pPr algn="r"/>
              <a:r>
                <a:rPr lang="en-US" sz="1400" b="1" dirty="0">
                  <a:solidFill>
                    <a:schemeClr val="accent4"/>
                  </a:solidFill>
                </a:rPr>
                <a:t>Get Your Target</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iterate type="lt">
                                    <p:tmPct val="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3" accel="50000" decel="50000" fill="hold" nodeType="after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500" fill="hold"/>
                                        <p:tgtEl>
                                          <p:spTgt spid="10"/>
                                        </p:tgtEl>
                                        <p:attrNameLst>
                                          <p:attrName>ppt_x</p:attrName>
                                        </p:attrNameLst>
                                      </p:cBhvr>
                                      <p:tavLst>
                                        <p:tav tm="0">
                                          <p:val>
                                            <p:strVal val="1+#ppt_w/2"/>
                                          </p:val>
                                        </p:tav>
                                        <p:tav tm="100000">
                                          <p:val>
                                            <p:strVal val="#ppt_x"/>
                                          </p:val>
                                        </p:tav>
                                      </p:tavLst>
                                    </p:anim>
                                    <p:anim calcmode="lin" valueType="num">
                                      <p:cBhvr additive="base">
                                        <p:cTn id="13" dur="500" fill="hold"/>
                                        <p:tgtEl>
                                          <p:spTgt spid="10"/>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6" presetClass="emph" presetSubtype="0" fill="hold" nodeType="afterEffect">
                                  <p:stCondLst>
                                    <p:cond delay="0"/>
                                  </p:stCondLst>
                                  <p:iterate type="lt">
                                    <p:tmPct val="0"/>
                                  </p:iterate>
                                  <p:childTnLst>
                                    <p:animEffect transition="out" filter="fade">
                                      <p:cBhvr>
                                        <p:cTn id="16" dur="500" tmFilter="0, 0; .2, .5; .8, .5; 1, 0"/>
                                        <p:tgtEl>
                                          <p:spTgt spid="9"/>
                                        </p:tgtEl>
                                      </p:cBhvr>
                                    </p:animEffect>
                                    <p:animScale>
                                      <p:cBhvr>
                                        <p:cTn id="17" dur="250" autoRev="1" fill="hold"/>
                                        <p:tgtEl>
                                          <p:spTgt spid="9"/>
                                        </p:tgtEl>
                                      </p:cBhvr>
                                      <p:by x="105000" y="105000"/>
                                    </p:animScale>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 fill="hold"/>
                                        <p:tgtEl>
                                          <p:spTgt spid="3"/>
                                        </p:tgtEl>
                                        <p:attrNameLst>
                                          <p:attrName>ppt_w</p:attrName>
                                        </p:attrNameLst>
                                      </p:cBhvr>
                                      <p:tavLst>
                                        <p:tav tm="0">
                                          <p:val>
                                            <p:fltVal val="0"/>
                                          </p:val>
                                        </p:tav>
                                        <p:tav tm="100000">
                                          <p:val>
                                            <p:strVal val="#ppt_w"/>
                                          </p:val>
                                        </p:tav>
                                      </p:tavLst>
                                    </p:anim>
                                    <p:anim calcmode="lin" valueType="num">
                                      <p:cBhvr>
                                        <p:cTn id="22" dur="500" fill="hold"/>
                                        <p:tgtEl>
                                          <p:spTgt spid="3"/>
                                        </p:tgtEl>
                                        <p:attrNameLst>
                                          <p:attrName>ppt_h</p:attrName>
                                        </p:attrNameLst>
                                      </p:cBhvr>
                                      <p:tavLst>
                                        <p:tav tm="0">
                                          <p:val>
                                            <p:fltVal val="0"/>
                                          </p:val>
                                        </p:tav>
                                        <p:tav tm="100000">
                                          <p:val>
                                            <p:strVal val="#ppt_h"/>
                                          </p:val>
                                        </p:tav>
                                      </p:tavLst>
                                    </p:anim>
                                    <p:animEffect transition="in" filter="fade">
                                      <p:cBhvr>
                                        <p:cTn id="23" dur="500"/>
                                        <p:tgtEl>
                                          <p:spTgt spid="3"/>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left)">
                                      <p:cBhvr>
                                        <p:cTn id="27" dur="500"/>
                                        <p:tgtEl>
                                          <p:spTgt spid="2"/>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500" fill="hold"/>
                                        <p:tgtEl>
                                          <p:spTgt spid="6"/>
                                        </p:tgtEl>
                                        <p:attrNameLst>
                                          <p:attrName>ppt_w</p:attrName>
                                        </p:attrNameLst>
                                      </p:cBhvr>
                                      <p:tavLst>
                                        <p:tav tm="0">
                                          <p:val>
                                            <p:fltVal val="0"/>
                                          </p:val>
                                        </p:tav>
                                        <p:tav tm="100000">
                                          <p:val>
                                            <p:strVal val="#ppt_w"/>
                                          </p:val>
                                        </p:tav>
                                      </p:tavLst>
                                    </p:anim>
                                    <p:anim calcmode="lin" valueType="num">
                                      <p:cBhvr>
                                        <p:cTn id="32" dur="500" fill="hold"/>
                                        <p:tgtEl>
                                          <p:spTgt spid="6"/>
                                        </p:tgtEl>
                                        <p:attrNameLst>
                                          <p:attrName>ppt_h</p:attrName>
                                        </p:attrNameLst>
                                      </p:cBhvr>
                                      <p:tavLst>
                                        <p:tav tm="0">
                                          <p:val>
                                            <p:fltVal val="0"/>
                                          </p:val>
                                        </p:tav>
                                        <p:tav tm="100000">
                                          <p:val>
                                            <p:strVal val="#ppt_h"/>
                                          </p:val>
                                        </p:tav>
                                      </p:tavLst>
                                    </p:anim>
                                    <p:animEffect transition="in" filter="fade">
                                      <p:cBhvr>
                                        <p:cTn id="33" dur="500"/>
                                        <p:tgtEl>
                                          <p:spTgt spid="6"/>
                                        </p:tgtEl>
                                      </p:cBhvr>
                                    </p:animEffect>
                                  </p:childTnLst>
                                </p:cTn>
                              </p:par>
                            </p:childTnLst>
                          </p:cTn>
                        </p:par>
                        <p:par>
                          <p:cTn id="34" fill="hold">
                            <p:stCondLst>
                              <p:cond delay="3000"/>
                            </p:stCondLst>
                            <p:childTnLst>
                              <p:par>
                                <p:cTn id="35" presetID="22" presetClass="entr" presetSubtype="8"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left)">
                                      <p:cBhvr>
                                        <p:cTn id="37" dur="500"/>
                                        <p:tgtEl>
                                          <p:spTgt spid="11"/>
                                        </p:tgtEl>
                                      </p:cBhvr>
                                    </p:animEffect>
                                  </p:childTnLst>
                                </p:cTn>
                              </p:par>
                            </p:childTnLst>
                          </p:cTn>
                        </p:par>
                        <p:par>
                          <p:cTn id="38" fill="hold">
                            <p:stCondLst>
                              <p:cond delay="3500"/>
                            </p:stCondLst>
                            <p:childTnLst>
                              <p:par>
                                <p:cTn id="39" presetID="53" presetClass="entr" presetSubtype="0"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500" fill="hold"/>
                                        <p:tgtEl>
                                          <p:spTgt spid="4"/>
                                        </p:tgtEl>
                                        <p:attrNameLst>
                                          <p:attrName>ppt_w</p:attrName>
                                        </p:attrNameLst>
                                      </p:cBhvr>
                                      <p:tavLst>
                                        <p:tav tm="0">
                                          <p:val>
                                            <p:fltVal val="0"/>
                                          </p:val>
                                        </p:tav>
                                        <p:tav tm="100000">
                                          <p:val>
                                            <p:strVal val="#ppt_w"/>
                                          </p:val>
                                        </p:tav>
                                      </p:tavLst>
                                    </p:anim>
                                    <p:anim calcmode="lin" valueType="num">
                                      <p:cBhvr>
                                        <p:cTn id="42" dur="500" fill="hold"/>
                                        <p:tgtEl>
                                          <p:spTgt spid="4"/>
                                        </p:tgtEl>
                                        <p:attrNameLst>
                                          <p:attrName>ppt_h</p:attrName>
                                        </p:attrNameLst>
                                      </p:cBhvr>
                                      <p:tavLst>
                                        <p:tav tm="0">
                                          <p:val>
                                            <p:fltVal val="0"/>
                                          </p:val>
                                        </p:tav>
                                        <p:tav tm="100000">
                                          <p:val>
                                            <p:strVal val="#ppt_h"/>
                                          </p:val>
                                        </p:tav>
                                      </p:tavLst>
                                    </p:anim>
                                    <p:animEffect transition="in" filter="fade">
                                      <p:cBhvr>
                                        <p:cTn id="43" dur="500"/>
                                        <p:tgtEl>
                                          <p:spTgt spid="4"/>
                                        </p:tgtEl>
                                      </p:cBhvr>
                                    </p:animEffect>
                                  </p:childTnLst>
                                </p:cTn>
                              </p:par>
                            </p:childTnLst>
                          </p:cTn>
                        </p:par>
                        <p:par>
                          <p:cTn id="44" fill="hold">
                            <p:stCondLst>
                              <p:cond delay="4000"/>
                            </p:stCondLst>
                            <p:childTnLst>
                              <p:par>
                                <p:cTn id="45" presetID="22" presetClass="entr" presetSubtype="2"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4500"/>
                            </p:stCondLst>
                            <p:childTnLst>
                              <p:par>
                                <p:cTn id="49" presetID="53" presetClass="entr" presetSubtype="0" fill="hold" nodeType="after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p:cTn id="51" dur="500" fill="hold"/>
                                        <p:tgtEl>
                                          <p:spTgt spid="5"/>
                                        </p:tgtEl>
                                        <p:attrNameLst>
                                          <p:attrName>ppt_w</p:attrName>
                                        </p:attrNameLst>
                                      </p:cBhvr>
                                      <p:tavLst>
                                        <p:tav tm="0">
                                          <p:val>
                                            <p:fltVal val="0"/>
                                          </p:val>
                                        </p:tav>
                                        <p:tav tm="100000">
                                          <p:val>
                                            <p:strVal val="#ppt_w"/>
                                          </p:val>
                                        </p:tav>
                                      </p:tavLst>
                                    </p:anim>
                                    <p:anim calcmode="lin" valueType="num">
                                      <p:cBhvr>
                                        <p:cTn id="52" dur="500" fill="hold"/>
                                        <p:tgtEl>
                                          <p:spTgt spid="5"/>
                                        </p:tgtEl>
                                        <p:attrNameLst>
                                          <p:attrName>ppt_h</p:attrName>
                                        </p:attrNameLst>
                                      </p:cBhvr>
                                      <p:tavLst>
                                        <p:tav tm="0">
                                          <p:val>
                                            <p:fltVal val="0"/>
                                          </p:val>
                                        </p:tav>
                                        <p:tav tm="100000">
                                          <p:val>
                                            <p:strVal val="#ppt_h"/>
                                          </p:val>
                                        </p:tav>
                                      </p:tavLst>
                                    </p:anim>
                                    <p:animEffect transition="in" filter="fade">
                                      <p:cBhvr>
                                        <p:cTn id="53" dur="500"/>
                                        <p:tgtEl>
                                          <p:spTgt spid="5"/>
                                        </p:tgtEl>
                                      </p:cBhvr>
                                    </p:animEffect>
                                  </p:childTnLst>
                                </p:cTn>
                              </p:par>
                            </p:childTnLst>
                          </p:cTn>
                        </p:par>
                        <p:par>
                          <p:cTn id="54" fill="hold">
                            <p:stCondLst>
                              <p:cond delay="5000"/>
                            </p:stCondLst>
                            <p:childTnLst>
                              <p:par>
                                <p:cTn id="55" presetID="22" presetClass="entr" presetSubtype="2" fill="hold" nodeType="after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wipe(right)">
                                      <p:cBhvr>
                                        <p:cTn id="5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2250143"/>
            <a:ext cx="2810386" cy="523220"/>
          </a:xfrm>
          <a:prstGeom prst="rect">
            <a:avLst/>
          </a:prstGeom>
          <a:noFill/>
        </p:spPr>
        <p:txBody>
          <a:bodyPr wrap="none" rtlCol="0">
            <a:spAutoFit/>
          </a:bodyPr>
          <a:lstStyle/>
          <a:p>
            <a:r>
              <a:rPr lang="en-US" sz="2800" b="1" cap="all" dirty="0">
                <a:solidFill>
                  <a:schemeClr val="tx1">
                    <a:lumMod val="50000"/>
                    <a:lumOff val="50000"/>
                  </a:schemeClr>
                </a:solidFill>
              </a:rPr>
              <a:t>Business model</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224087"/>
            <a:ext cx="3006725" cy="566738"/>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p:cNvSpPr/>
          <p:nvPr/>
        </p:nvSpPr>
        <p:spPr>
          <a:xfrm>
            <a:off x="6858000" y="1630414"/>
            <a:ext cx="2286000" cy="15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98"/>
          <p:cNvGrpSpPr/>
          <p:nvPr/>
        </p:nvGrpSpPr>
        <p:grpSpPr>
          <a:xfrm>
            <a:off x="4572000" y="1630414"/>
            <a:ext cx="2517228" cy="1524000"/>
            <a:chOff x="4572000" y="1605014"/>
            <a:chExt cx="2517228" cy="1524000"/>
          </a:xfrm>
        </p:grpSpPr>
        <p:sp>
          <p:nvSpPr>
            <p:cNvPr id="52" name="Rectangle 51"/>
            <p:cNvSpPr/>
            <p:nvPr/>
          </p:nvSpPr>
          <p:spPr>
            <a:xfrm>
              <a:off x="4572000" y="1605014"/>
              <a:ext cx="2286000" cy="152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Isosceles Triangle 62"/>
            <p:cNvSpPr/>
            <p:nvPr/>
          </p:nvSpPr>
          <p:spPr>
            <a:xfrm rot="5400000">
              <a:off x="6783114" y="2594300"/>
              <a:ext cx="381000" cy="23122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97"/>
          <p:cNvGrpSpPr/>
          <p:nvPr/>
        </p:nvGrpSpPr>
        <p:grpSpPr>
          <a:xfrm>
            <a:off x="2286000" y="1630414"/>
            <a:ext cx="2517228" cy="1524000"/>
            <a:chOff x="2286000" y="1605014"/>
            <a:chExt cx="2517228" cy="1524000"/>
          </a:xfrm>
        </p:grpSpPr>
        <p:sp>
          <p:nvSpPr>
            <p:cNvPr id="49" name="Rectangle 48"/>
            <p:cNvSpPr/>
            <p:nvPr/>
          </p:nvSpPr>
          <p:spPr>
            <a:xfrm>
              <a:off x="2286000" y="1605014"/>
              <a:ext cx="2286000" cy="152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Isosceles Triangle 64"/>
            <p:cNvSpPr/>
            <p:nvPr/>
          </p:nvSpPr>
          <p:spPr>
            <a:xfrm rot="5400000">
              <a:off x="4497114" y="1832300"/>
              <a:ext cx="381000" cy="23122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96"/>
          <p:cNvGrpSpPr/>
          <p:nvPr/>
        </p:nvGrpSpPr>
        <p:grpSpPr>
          <a:xfrm>
            <a:off x="0" y="1630414"/>
            <a:ext cx="2514600" cy="1524000"/>
            <a:chOff x="0" y="1605014"/>
            <a:chExt cx="2514600" cy="1524000"/>
          </a:xfrm>
        </p:grpSpPr>
        <p:sp>
          <p:nvSpPr>
            <p:cNvPr id="46" name="Rectangle 45"/>
            <p:cNvSpPr/>
            <p:nvPr/>
          </p:nvSpPr>
          <p:spPr>
            <a:xfrm>
              <a:off x="0" y="1605014"/>
              <a:ext cx="2286000" cy="15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Isosceles Triangle 61"/>
            <p:cNvSpPr/>
            <p:nvPr/>
          </p:nvSpPr>
          <p:spPr>
            <a:xfrm rot="5400000">
              <a:off x="2208486" y="2594300"/>
              <a:ext cx="381000" cy="23122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 name="Title 6"/>
          <p:cNvSpPr>
            <a:spLocks noGrp="1"/>
          </p:cNvSpPr>
          <p:nvPr>
            <p:ph type="title"/>
          </p:nvPr>
        </p:nvSpPr>
        <p:spPr/>
        <p:txBody>
          <a:bodyPr/>
          <a:lstStyle/>
          <a:p>
            <a:r>
              <a:rPr lang="en-US"/>
              <a:t>Plan Infographic</a:t>
            </a:r>
            <a:endParaRPr lang="en-US" dirty="0"/>
          </a:p>
        </p:txBody>
      </p:sp>
      <p:sp>
        <p:nvSpPr>
          <p:cNvPr id="8" name="Text Placeholder 7"/>
          <p:cNvSpPr>
            <a:spLocks noGrp="1"/>
          </p:cNvSpPr>
          <p:nvPr>
            <p:ph type="body" sz="half" idx="2"/>
          </p:nvPr>
        </p:nvSpPr>
        <p:spPr/>
        <p:txBody>
          <a:bodyPr/>
          <a:lstStyle/>
          <a:p>
            <a:r>
              <a:rPr lang="en-US"/>
              <a:t>Plan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157</a:t>
            </a:fld>
            <a:endParaRPr lang="en-US" dirty="0"/>
          </a:p>
        </p:txBody>
      </p:sp>
      <p:grpSp>
        <p:nvGrpSpPr>
          <p:cNvPr id="5" name="Group 72"/>
          <p:cNvGrpSpPr/>
          <p:nvPr/>
        </p:nvGrpSpPr>
        <p:grpSpPr>
          <a:xfrm>
            <a:off x="2710034" y="1773289"/>
            <a:ext cx="1437932" cy="810655"/>
            <a:chOff x="5478290" y="1548153"/>
            <a:chExt cx="1437932" cy="810655"/>
          </a:xfrm>
        </p:grpSpPr>
        <p:sp>
          <p:nvSpPr>
            <p:cNvPr id="74" name="Text Placeholder 3"/>
            <p:cNvSpPr txBox="1">
              <a:spLocks/>
            </p:cNvSpPr>
            <p:nvPr/>
          </p:nvSpPr>
          <p:spPr>
            <a:xfrm>
              <a:off x="5730782" y="1548153"/>
              <a:ext cx="93294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Second</a:t>
              </a:r>
              <a:r>
                <a:rPr kumimoji="0" lang="en-US" sz="1200" b="1" i="0" u="none" strike="noStrike" kern="1200" cap="none" spc="0" normalizeH="0" noProof="0" dirty="0">
                  <a:ln>
                    <a:noFill/>
                  </a:ln>
                  <a:solidFill>
                    <a:schemeClr val="bg1"/>
                  </a:solidFill>
                  <a:effectLst/>
                  <a:uLnTx/>
                  <a:uFillTx/>
                  <a:latin typeface="+mn-lt"/>
                  <a:ea typeface="+mn-ea"/>
                  <a:cs typeface="+mn-cs"/>
                </a:rPr>
                <a:t> Step</a:t>
              </a: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sp>
          <p:nvSpPr>
            <p:cNvPr id="75" name="Text Placeholder 3"/>
            <p:cNvSpPr txBox="1">
              <a:spLocks/>
            </p:cNvSpPr>
            <p:nvPr/>
          </p:nvSpPr>
          <p:spPr>
            <a:xfrm>
              <a:off x="5478290" y="1743255"/>
              <a:ext cx="1437932"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in variations passage of lorem ipsum available but the majority </a:t>
              </a:r>
              <a:br>
                <a:rPr lang="en-US" sz="1000" dirty="0">
                  <a:solidFill>
                    <a:schemeClr val="bg1"/>
                  </a:solidFill>
                </a:rPr>
              </a:br>
              <a:r>
                <a:rPr lang="en-US" sz="1000" dirty="0">
                  <a:solidFill>
                    <a:schemeClr val="bg1"/>
                  </a:solidFill>
                </a:rPr>
                <a:t>slightly</a:t>
              </a:r>
            </a:p>
          </p:txBody>
        </p:sp>
      </p:grpSp>
      <p:grpSp>
        <p:nvGrpSpPr>
          <p:cNvPr id="6" name="Group 72"/>
          <p:cNvGrpSpPr/>
          <p:nvPr/>
        </p:nvGrpSpPr>
        <p:grpSpPr>
          <a:xfrm>
            <a:off x="4908004" y="2113958"/>
            <a:ext cx="1566304" cy="807456"/>
            <a:chOff x="5361856" y="1537993"/>
            <a:chExt cx="1566304" cy="807456"/>
          </a:xfrm>
        </p:grpSpPr>
        <p:sp>
          <p:nvSpPr>
            <p:cNvPr id="77" name="Text Placeholder 3"/>
            <p:cNvSpPr txBox="1">
              <a:spLocks/>
            </p:cNvSpPr>
            <p:nvPr/>
          </p:nvSpPr>
          <p:spPr>
            <a:xfrm>
              <a:off x="5763494" y="1537993"/>
              <a:ext cx="76302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Third</a:t>
              </a:r>
              <a:r>
                <a:rPr kumimoji="0" lang="en-US" sz="1200" b="1" i="0" u="none" strike="noStrike" kern="1200" cap="none" spc="0" normalizeH="0" noProof="0" dirty="0">
                  <a:ln>
                    <a:noFill/>
                  </a:ln>
                  <a:solidFill>
                    <a:schemeClr val="bg1"/>
                  </a:solidFill>
                  <a:effectLst/>
                  <a:uLnTx/>
                  <a:uFillTx/>
                  <a:latin typeface="+mn-lt"/>
                  <a:ea typeface="+mn-ea"/>
                  <a:cs typeface="+mn-cs"/>
                </a:rPr>
                <a:t> Step</a:t>
              </a:r>
              <a:endParaRPr kumimoji="0" lang="en-US" sz="1200" b="1" i="0" u="none" strike="noStrike" kern="1200" cap="none" spc="0" normalizeH="0" baseline="0" noProof="0" dirty="0">
                <a:ln>
                  <a:noFill/>
                </a:ln>
                <a:solidFill>
                  <a:schemeClr val="bg1"/>
                </a:solidFill>
                <a:effectLst/>
                <a:uLnTx/>
                <a:uFillTx/>
                <a:latin typeface="+mn-lt"/>
                <a:ea typeface="+mn-ea"/>
                <a:cs typeface="+mn-cs"/>
              </a:endParaRPr>
            </a:p>
          </p:txBody>
        </p:sp>
        <p:sp>
          <p:nvSpPr>
            <p:cNvPr id="78" name="Text Placeholder 3"/>
            <p:cNvSpPr txBox="1">
              <a:spLocks/>
            </p:cNvSpPr>
            <p:nvPr/>
          </p:nvSpPr>
          <p:spPr>
            <a:xfrm>
              <a:off x="5361856" y="1729896"/>
              <a:ext cx="1566304"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in variations passage of lorem ipsum available but the majority </a:t>
              </a:r>
              <a:br>
                <a:rPr lang="en-US" sz="1000" dirty="0">
                  <a:solidFill>
                    <a:schemeClr val="bg1"/>
                  </a:solidFill>
                </a:rPr>
              </a:br>
              <a:r>
                <a:rPr lang="en-US" sz="1000" dirty="0">
                  <a:solidFill>
                    <a:schemeClr val="bg1"/>
                  </a:solidFill>
                </a:rPr>
                <a:t>slightly</a:t>
              </a:r>
            </a:p>
          </p:txBody>
        </p:sp>
      </p:grpSp>
      <p:grpSp>
        <p:nvGrpSpPr>
          <p:cNvPr id="9" name="Group 72"/>
          <p:cNvGrpSpPr/>
          <p:nvPr/>
        </p:nvGrpSpPr>
        <p:grpSpPr>
          <a:xfrm>
            <a:off x="7184479" y="1807310"/>
            <a:ext cx="1636308" cy="799762"/>
            <a:chOff x="5256241" y="1545687"/>
            <a:chExt cx="1636308" cy="799762"/>
          </a:xfrm>
        </p:grpSpPr>
        <p:sp>
          <p:nvSpPr>
            <p:cNvPr id="80" name="Text Placeholder 3"/>
            <p:cNvSpPr txBox="1">
              <a:spLocks/>
            </p:cNvSpPr>
            <p:nvPr/>
          </p:nvSpPr>
          <p:spPr>
            <a:xfrm>
              <a:off x="5678454" y="1545687"/>
              <a:ext cx="791883" cy="169277"/>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Fourth Step</a:t>
              </a:r>
            </a:p>
          </p:txBody>
        </p:sp>
        <p:sp>
          <p:nvSpPr>
            <p:cNvPr id="81" name="Text Placeholder 3"/>
            <p:cNvSpPr txBox="1">
              <a:spLocks/>
            </p:cNvSpPr>
            <p:nvPr/>
          </p:nvSpPr>
          <p:spPr>
            <a:xfrm>
              <a:off x="5256241" y="1729896"/>
              <a:ext cx="1636308"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in variations passage of lorem ipsum available but the majority </a:t>
              </a:r>
              <a:br>
                <a:rPr lang="en-US" sz="1000" dirty="0">
                  <a:solidFill>
                    <a:schemeClr val="bg1"/>
                  </a:solidFill>
                </a:rPr>
              </a:br>
              <a:r>
                <a:rPr lang="en-US" sz="1000" dirty="0">
                  <a:solidFill>
                    <a:schemeClr val="bg1"/>
                  </a:solidFill>
                </a:rPr>
                <a:t>slightly</a:t>
              </a:r>
            </a:p>
          </p:txBody>
        </p:sp>
      </p:grpSp>
      <p:grpSp>
        <p:nvGrpSpPr>
          <p:cNvPr id="10" name="Group 86"/>
          <p:cNvGrpSpPr/>
          <p:nvPr/>
        </p:nvGrpSpPr>
        <p:grpSpPr>
          <a:xfrm>
            <a:off x="755206" y="1231525"/>
            <a:ext cx="775588" cy="776236"/>
            <a:chOff x="755206" y="1306086"/>
            <a:chExt cx="775588" cy="776236"/>
          </a:xfrm>
        </p:grpSpPr>
        <p:sp>
          <p:nvSpPr>
            <p:cNvPr id="86" name="Oval 85"/>
            <p:cNvSpPr>
              <a:spLocks noChangeAspect="1"/>
            </p:cNvSpPr>
            <p:nvPr/>
          </p:nvSpPr>
          <p:spPr>
            <a:xfrm>
              <a:off x="755206" y="1306086"/>
              <a:ext cx="775588" cy="776236"/>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2" name="Freeform 103"/>
            <p:cNvSpPr>
              <a:spLocks noEditPoints="1"/>
            </p:cNvSpPr>
            <p:nvPr/>
          </p:nvSpPr>
          <p:spPr bwMode="auto">
            <a:xfrm>
              <a:off x="990600" y="1469792"/>
              <a:ext cx="304800" cy="448826"/>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11" name="Group 94"/>
          <p:cNvGrpSpPr/>
          <p:nvPr/>
        </p:nvGrpSpPr>
        <p:grpSpPr>
          <a:xfrm>
            <a:off x="7613206" y="2735314"/>
            <a:ext cx="775588" cy="776236"/>
            <a:chOff x="7613206" y="2972375"/>
            <a:chExt cx="775588" cy="776236"/>
          </a:xfrm>
        </p:grpSpPr>
        <p:sp>
          <p:nvSpPr>
            <p:cNvPr id="89" name="Oval 88"/>
            <p:cNvSpPr>
              <a:spLocks noChangeAspect="1"/>
            </p:cNvSpPr>
            <p:nvPr/>
          </p:nvSpPr>
          <p:spPr>
            <a:xfrm>
              <a:off x="7613206" y="2972375"/>
              <a:ext cx="775588" cy="776236"/>
            </a:xfrm>
            <a:prstGeom prst="ellipse">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5" name="Freeform 152"/>
            <p:cNvSpPr>
              <a:spLocks noEditPoints="1"/>
            </p:cNvSpPr>
            <p:nvPr/>
          </p:nvSpPr>
          <p:spPr bwMode="auto">
            <a:xfrm>
              <a:off x="7818055" y="3191427"/>
              <a:ext cx="365892" cy="338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12" name="Group 91"/>
          <p:cNvGrpSpPr/>
          <p:nvPr/>
        </p:nvGrpSpPr>
        <p:grpSpPr>
          <a:xfrm>
            <a:off x="5327206" y="1231525"/>
            <a:ext cx="775588" cy="776236"/>
            <a:chOff x="5327206" y="2869432"/>
            <a:chExt cx="775588" cy="776236"/>
          </a:xfrm>
        </p:grpSpPr>
        <p:sp>
          <p:nvSpPr>
            <p:cNvPr id="91" name="Oval 90"/>
            <p:cNvSpPr>
              <a:spLocks noChangeAspect="1"/>
            </p:cNvSpPr>
            <p:nvPr/>
          </p:nvSpPr>
          <p:spPr>
            <a:xfrm>
              <a:off x="5327206" y="2869432"/>
              <a:ext cx="775588" cy="776236"/>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4" name="Freeform 83"/>
            <p:cNvSpPr>
              <a:spLocks noEditPoints="1"/>
            </p:cNvSpPr>
            <p:nvPr/>
          </p:nvSpPr>
          <p:spPr bwMode="auto">
            <a:xfrm>
              <a:off x="5562601" y="3028951"/>
              <a:ext cx="304800" cy="457200"/>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13" name="Group 95"/>
          <p:cNvGrpSpPr/>
          <p:nvPr/>
        </p:nvGrpSpPr>
        <p:grpSpPr>
          <a:xfrm>
            <a:off x="3041206" y="2735314"/>
            <a:ext cx="775588" cy="776236"/>
            <a:chOff x="3058045" y="2972375"/>
            <a:chExt cx="775588" cy="776236"/>
          </a:xfrm>
        </p:grpSpPr>
        <p:sp>
          <p:nvSpPr>
            <p:cNvPr id="93" name="Oval 92"/>
            <p:cNvSpPr>
              <a:spLocks noChangeAspect="1"/>
            </p:cNvSpPr>
            <p:nvPr/>
          </p:nvSpPr>
          <p:spPr>
            <a:xfrm>
              <a:off x="3058045" y="2972375"/>
              <a:ext cx="775588" cy="776236"/>
            </a:xfrm>
            <a:prstGeom prst="ellipse">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3" name="Freeform 52"/>
            <p:cNvSpPr>
              <a:spLocks noEditPoints="1"/>
            </p:cNvSpPr>
            <p:nvPr/>
          </p:nvSpPr>
          <p:spPr bwMode="auto">
            <a:xfrm>
              <a:off x="3288692" y="3191425"/>
              <a:ext cx="314294" cy="33813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
        <p:nvSpPr>
          <p:cNvPr id="100" name="Footer Text"/>
          <p:cNvSpPr txBox="1"/>
          <p:nvPr/>
        </p:nvSpPr>
        <p:spPr>
          <a:xfrm>
            <a:off x="380468" y="3941149"/>
            <a:ext cx="8071478"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a:t>
            </a:r>
            <a:br>
              <a:rPr lang="en-US" sz="1000" dirty="0">
                <a:solidFill>
                  <a:schemeClr val="tx1">
                    <a:lumMod val="50000"/>
                    <a:lumOff val="50000"/>
                  </a:schemeClr>
                </a:solidFill>
              </a:rPr>
            </a:br>
            <a:r>
              <a:rPr lang="en-US" sz="1000" dirty="0">
                <a:solidFill>
                  <a:schemeClr val="tx1">
                    <a:lumMod val="50000"/>
                    <a:lumOff val="50000"/>
                  </a:schemeClr>
                </a:solidFill>
              </a:rPr>
              <a:t>the middle of text. All the lorem ipsum generators on the internet tend to repeat predefined chunks as of lorem but the</a:t>
            </a:r>
            <a:br>
              <a:rPr lang="en-US" sz="1000" dirty="0">
                <a:solidFill>
                  <a:schemeClr val="tx1">
                    <a:lumMod val="50000"/>
                    <a:lumOff val="50000"/>
                  </a:schemeClr>
                </a:solidFill>
              </a:rPr>
            </a:br>
            <a:r>
              <a:rPr lang="en-US" sz="1000" dirty="0">
                <a:solidFill>
                  <a:schemeClr val="tx1">
                    <a:lumMod val="50000"/>
                    <a:lumOff val="50000"/>
                  </a:schemeClr>
                </a:solidFill>
              </a:rPr>
              <a:t>majority have suffered alteration in some form  necessary.</a:t>
            </a:r>
          </a:p>
        </p:txBody>
      </p:sp>
      <p:cxnSp>
        <p:nvCxnSpPr>
          <p:cNvPr id="101" name="Straight Line buttom"/>
          <p:cNvCxnSpPr/>
          <p:nvPr/>
        </p:nvCxnSpPr>
        <p:spPr>
          <a:xfrm>
            <a:off x="685800" y="3807698"/>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oup 72"/>
          <p:cNvGrpSpPr/>
          <p:nvPr/>
        </p:nvGrpSpPr>
        <p:grpSpPr>
          <a:xfrm>
            <a:off x="380467" y="2130096"/>
            <a:ext cx="1506017" cy="813280"/>
            <a:chOff x="6083031" y="1609113"/>
            <a:chExt cx="1506017" cy="813280"/>
          </a:xfrm>
        </p:grpSpPr>
        <p:sp>
          <p:nvSpPr>
            <p:cNvPr id="70" name="Text Placeholder 3"/>
            <p:cNvSpPr txBox="1">
              <a:spLocks/>
            </p:cNvSpPr>
            <p:nvPr/>
          </p:nvSpPr>
          <p:spPr>
            <a:xfrm>
              <a:off x="6566166" y="1609113"/>
              <a:ext cx="7101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First Step</a:t>
              </a:r>
            </a:p>
          </p:txBody>
        </p:sp>
        <p:sp>
          <p:nvSpPr>
            <p:cNvPr id="71" name="Text Placeholder 3"/>
            <p:cNvSpPr txBox="1">
              <a:spLocks/>
            </p:cNvSpPr>
            <p:nvPr/>
          </p:nvSpPr>
          <p:spPr>
            <a:xfrm>
              <a:off x="6083031" y="1806840"/>
              <a:ext cx="1506017"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bg1"/>
                  </a:solidFill>
                </a:rPr>
                <a:t>There are many  in variations passage of lorem ipsum available but the majority </a:t>
              </a:r>
              <a:br>
                <a:rPr lang="en-US" sz="1000" dirty="0">
                  <a:solidFill>
                    <a:schemeClr val="bg1"/>
                  </a:solidFill>
                </a:rPr>
              </a:br>
              <a:r>
                <a:rPr lang="en-US" sz="1000" dirty="0">
                  <a:solidFill>
                    <a:schemeClr val="bg1"/>
                  </a:solidFill>
                </a:rPr>
                <a:t>slightly</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p:cTn id="11" dur="500" fill="hold"/>
                                        <p:tgtEl>
                                          <p:spTgt spid="10"/>
                                        </p:tgtEl>
                                        <p:attrNameLst>
                                          <p:attrName>ppt_w</p:attrName>
                                        </p:attrNameLst>
                                      </p:cBhvr>
                                      <p:tavLst>
                                        <p:tav tm="0">
                                          <p:val>
                                            <p:fltVal val="0"/>
                                          </p:val>
                                        </p:tav>
                                        <p:tav tm="100000">
                                          <p:val>
                                            <p:strVal val="#ppt_w"/>
                                          </p:val>
                                        </p:tav>
                                      </p:tavLst>
                                    </p:anim>
                                    <p:anim calcmode="lin" valueType="num">
                                      <p:cBhvr>
                                        <p:cTn id="12" dur="500" fill="hold"/>
                                        <p:tgtEl>
                                          <p:spTgt spid="10"/>
                                        </p:tgtEl>
                                        <p:attrNameLst>
                                          <p:attrName>ppt_h</p:attrName>
                                        </p:attrNameLst>
                                      </p:cBhvr>
                                      <p:tavLst>
                                        <p:tav tm="0">
                                          <p:val>
                                            <p:fltVal val="0"/>
                                          </p:val>
                                        </p:tav>
                                        <p:tav tm="100000">
                                          <p:val>
                                            <p:strVal val="#ppt_h"/>
                                          </p:val>
                                        </p:tav>
                                      </p:tavLst>
                                    </p:anim>
                                    <p:animEffect transition="in" filter="fade">
                                      <p:cBhvr>
                                        <p:cTn id="13" dur="500"/>
                                        <p:tgtEl>
                                          <p:spTgt spid="10"/>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up)">
                                      <p:cBhvr>
                                        <p:cTn id="17" dur="500"/>
                                        <p:tgtEl>
                                          <p:spTgt spid="14"/>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left)">
                                      <p:cBhvr>
                                        <p:cTn id="21" dur="500"/>
                                        <p:tgtEl>
                                          <p:spTgt spid="3"/>
                                        </p:tgtEl>
                                      </p:cBhvr>
                                    </p:animEffect>
                                  </p:childTnLst>
                                </p:cTn>
                              </p:par>
                            </p:childTnLst>
                          </p:cTn>
                        </p:par>
                        <p:par>
                          <p:cTn id="22" fill="hold">
                            <p:stCondLst>
                              <p:cond delay="2000"/>
                            </p:stCondLst>
                            <p:childTnLst>
                              <p:par>
                                <p:cTn id="23" presetID="53" presetClass="entr" presetSubtype="0" fill="hold"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fltVal val="0"/>
                                          </p:val>
                                        </p:tav>
                                        <p:tav tm="100000">
                                          <p:val>
                                            <p:strVal val="#ppt_h"/>
                                          </p:val>
                                        </p:tav>
                                      </p:tavLst>
                                    </p:anim>
                                    <p:animEffect transition="in" filter="fade">
                                      <p:cBhvr>
                                        <p:cTn id="27" dur="500"/>
                                        <p:tgtEl>
                                          <p:spTgt spid="13"/>
                                        </p:tgtEl>
                                      </p:cBhvr>
                                    </p:animEffect>
                                  </p:childTnLst>
                                </p:cTn>
                              </p:par>
                            </p:childTnLst>
                          </p:cTn>
                        </p:par>
                        <p:par>
                          <p:cTn id="28" fill="hold">
                            <p:stCondLst>
                              <p:cond delay="2500"/>
                            </p:stCondLst>
                            <p:childTnLst>
                              <p:par>
                                <p:cTn id="29" presetID="22" presetClass="entr" presetSubtype="1"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500"/>
                                        <p:tgtEl>
                                          <p:spTgt spid="5"/>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wipe(left)">
                                      <p:cBhvr>
                                        <p:cTn id="35" dur="500"/>
                                        <p:tgtEl>
                                          <p:spTgt spid="2"/>
                                        </p:tgtEl>
                                      </p:cBhvr>
                                    </p:animEffect>
                                  </p:childTnLst>
                                </p:cTn>
                              </p:par>
                            </p:childTnLst>
                          </p:cTn>
                        </p:par>
                        <p:par>
                          <p:cTn id="36" fill="hold">
                            <p:stCondLst>
                              <p:cond delay="3500"/>
                            </p:stCondLst>
                            <p:childTnLst>
                              <p:par>
                                <p:cTn id="37" presetID="53" presetClass="entr" presetSubtype="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4000"/>
                            </p:stCondLst>
                            <p:childTnLst>
                              <p:par>
                                <p:cTn id="43" presetID="22" presetClass="entr" presetSubtype="1" fill="hold" nodeType="after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wipe(up)">
                                      <p:cBhvr>
                                        <p:cTn id="45" dur="500"/>
                                        <p:tgtEl>
                                          <p:spTgt spid="6"/>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55"/>
                                        </p:tgtEl>
                                        <p:attrNameLst>
                                          <p:attrName>style.visibility</p:attrName>
                                        </p:attrNameLst>
                                      </p:cBhvr>
                                      <p:to>
                                        <p:strVal val="visible"/>
                                      </p:to>
                                    </p:set>
                                    <p:animEffect transition="in" filter="wipe(left)">
                                      <p:cBhvr>
                                        <p:cTn id="49" dur="500"/>
                                        <p:tgtEl>
                                          <p:spTgt spid="55"/>
                                        </p:tgtEl>
                                      </p:cBhvr>
                                    </p:animEffect>
                                  </p:childTnLst>
                                </p:cTn>
                              </p:par>
                            </p:childTnLst>
                          </p:cTn>
                        </p:par>
                        <p:par>
                          <p:cTn id="50" fill="hold">
                            <p:stCondLst>
                              <p:cond delay="5000"/>
                            </p:stCondLst>
                            <p:childTnLst>
                              <p:par>
                                <p:cTn id="51" presetID="53" presetClass="entr" presetSubtype="0" fill="hold" nodeType="after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500" fill="hold"/>
                                        <p:tgtEl>
                                          <p:spTgt spid="11"/>
                                        </p:tgtEl>
                                        <p:attrNameLst>
                                          <p:attrName>ppt_w</p:attrName>
                                        </p:attrNameLst>
                                      </p:cBhvr>
                                      <p:tavLst>
                                        <p:tav tm="0">
                                          <p:val>
                                            <p:fltVal val="0"/>
                                          </p:val>
                                        </p:tav>
                                        <p:tav tm="100000">
                                          <p:val>
                                            <p:strVal val="#ppt_w"/>
                                          </p:val>
                                        </p:tav>
                                      </p:tavLst>
                                    </p:anim>
                                    <p:anim calcmode="lin" valueType="num">
                                      <p:cBhvr>
                                        <p:cTn id="54" dur="500" fill="hold"/>
                                        <p:tgtEl>
                                          <p:spTgt spid="11"/>
                                        </p:tgtEl>
                                        <p:attrNameLst>
                                          <p:attrName>ppt_h</p:attrName>
                                        </p:attrNameLst>
                                      </p:cBhvr>
                                      <p:tavLst>
                                        <p:tav tm="0">
                                          <p:val>
                                            <p:fltVal val="0"/>
                                          </p:val>
                                        </p:tav>
                                        <p:tav tm="100000">
                                          <p:val>
                                            <p:strVal val="#ppt_h"/>
                                          </p:val>
                                        </p:tav>
                                      </p:tavLst>
                                    </p:anim>
                                    <p:animEffect transition="in" filter="fade">
                                      <p:cBhvr>
                                        <p:cTn id="55" dur="500"/>
                                        <p:tgtEl>
                                          <p:spTgt spid="11"/>
                                        </p:tgtEl>
                                      </p:cBhvr>
                                    </p:animEffect>
                                  </p:childTnLst>
                                </p:cTn>
                              </p:par>
                            </p:childTnLst>
                          </p:cTn>
                        </p:par>
                        <p:par>
                          <p:cTn id="56" fill="hold">
                            <p:stCondLst>
                              <p:cond delay="5500"/>
                            </p:stCondLst>
                            <p:childTnLst>
                              <p:par>
                                <p:cTn id="57" presetID="22" presetClass="entr" presetSubtype="1" fill="hold"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wipe(up)">
                                      <p:cBhvr>
                                        <p:cTn id="59" dur="500"/>
                                        <p:tgtEl>
                                          <p:spTgt spid="9"/>
                                        </p:tgtEl>
                                      </p:cBhvr>
                                    </p:animEffect>
                                  </p:childTnLst>
                                </p:cTn>
                              </p:par>
                            </p:childTnLst>
                          </p:cTn>
                        </p:par>
                        <p:par>
                          <p:cTn id="60" fill="hold">
                            <p:stCondLst>
                              <p:cond delay="6000"/>
                            </p:stCondLst>
                            <p:childTnLst>
                              <p:par>
                                <p:cTn id="61" presetID="13" presetClass="entr" presetSubtype="16" fill="hold" nodeType="afterEffect">
                                  <p:stCondLst>
                                    <p:cond delay="0"/>
                                  </p:stCondLst>
                                  <p:childTnLst>
                                    <p:set>
                                      <p:cBhvr>
                                        <p:cTn id="62" dur="1" fill="hold">
                                          <p:stCondLst>
                                            <p:cond delay="0"/>
                                          </p:stCondLst>
                                        </p:cTn>
                                        <p:tgtEl>
                                          <p:spTgt spid="101"/>
                                        </p:tgtEl>
                                        <p:attrNameLst>
                                          <p:attrName>style.visibility</p:attrName>
                                        </p:attrNameLst>
                                      </p:cBhvr>
                                      <p:to>
                                        <p:strVal val="visible"/>
                                      </p:to>
                                    </p:set>
                                    <p:animEffect transition="in" filter="plus(in)">
                                      <p:cBhvr>
                                        <p:cTn id="63" dur="500"/>
                                        <p:tgtEl>
                                          <p:spTgt spid="10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00"/>
                                        </p:tgtEl>
                                        <p:attrNameLst>
                                          <p:attrName>style.visibility</p:attrName>
                                        </p:attrNameLst>
                                      </p:cBhvr>
                                      <p:to>
                                        <p:strVal val="visible"/>
                                      </p:to>
                                    </p:set>
                                    <p:animEffect transition="in" filter="fade">
                                      <p:cBhvr>
                                        <p:cTn id="66"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0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Plan Infographic</a:t>
            </a:r>
            <a:endParaRPr lang="en-US" dirty="0"/>
          </a:p>
        </p:txBody>
      </p:sp>
      <p:sp>
        <p:nvSpPr>
          <p:cNvPr id="8" name="Text Placeholder 7"/>
          <p:cNvSpPr>
            <a:spLocks noGrp="1"/>
          </p:cNvSpPr>
          <p:nvPr>
            <p:ph type="body" sz="half" idx="2"/>
          </p:nvPr>
        </p:nvSpPr>
        <p:spPr/>
        <p:txBody>
          <a:bodyPr/>
          <a:lstStyle/>
          <a:p>
            <a:r>
              <a:rPr lang="en-US"/>
              <a:t>Plan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158</a:t>
            </a:fld>
            <a:endParaRPr lang="en-US" dirty="0"/>
          </a:p>
        </p:txBody>
      </p:sp>
      <p:grpSp>
        <p:nvGrpSpPr>
          <p:cNvPr id="2" name="Group 96"/>
          <p:cNvGrpSpPr/>
          <p:nvPr/>
        </p:nvGrpSpPr>
        <p:grpSpPr>
          <a:xfrm>
            <a:off x="1113816" y="1123950"/>
            <a:ext cx="2514600" cy="1096714"/>
            <a:chOff x="0" y="1605014"/>
            <a:chExt cx="2514600" cy="1524000"/>
          </a:xfrm>
        </p:grpSpPr>
        <p:sp>
          <p:nvSpPr>
            <p:cNvPr id="46" name="Rectangle 45"/>
            <p:cNvSpPr/>
            <p:nvPr/>
          </p:nvSpPr>
          <p:spPr>
            <a:xfrm>
              <a:off x="0" y="1605014"/>
              <a:ext cx="2286000" cy="15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Isosceles Triangle 61"/>
            <p:cNvSpPr/>
            <p:nvPr/>
          </p:nvSpPr>
          <p:spPr>
            <a:xfrm rot="5400000">
              <a:off x="2208486" y="2251400"/>
              <a:ext cx="381000" cy="23122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72"/>
          <p:cNvGrpSpPr/>
          <p:nvPr/>
        </p:nvGrpSpPr>
        <p:grpSpPr>
          <a:xfrm>
            <a:off x="1640422" y="1260626"/>
            <a:ext cx="1600200" cy="813280"/>
            <a:chOff x="6253415" y="1609113"/>
            <a:chExt cx="1600200" cy="813280"/>
          </a:xfrm>
        </p:grpSpPr>
        <p:sp>
          <p:nvSpPr>
            <p:cNvPr id="70" name="Text Placeholder 3"/>
            <p:cNvSpPr txBox="1">
              <a:spLocks/>
            </p:cNvSpPr>
            <p:nvPr/>
          </p:nvSpPr>
          <p:spPr>
            <a:xfrm>
              <a:off x="6253415" y="1609113"/>
              <a:ext cx="7101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First Step</a:t>
              </a:r>
            </a:p>
          </p:txBody>
        </p:sp>
        <p:sp>
          <p:nvSpPr>
            <p:cNvPr id="71" name="Text Placeholder 3"/>
            <p:cNvSpPr txBox="1">
              <a:spLocks/>
            </p:cNvSpPr>
            <p:nvPr/>
          </p:nvSpPr>
          <p:spPr>
            <a:xfrm>
              <a:off x="6253415" y="1806840"/>
              <a:ext cx="1600200"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in of the new of  variations passage of lorem of ipsum available but the majority slightly</a:t>
              </a:r>
            </a:p>
          </p:txBody>
        </p:sp>
      </p:grpSp>
      <p:grpSp>
        <p:nvGrpSpPr>
          <p:cNvPr id="4" name="Group 86"/>
          <p:cNvGrpSpPr/>
          <p:nvPr/>
        </p:nvGrpSpPr>
        <p:grpSpPr>
          <a:xfrm>
            <a:off x="726022" y="1284189"/>
            <a:ext cx="775588" cy="776236"/>
            <a:chOff x="755206" y="1306086"/>
            <a:chExt cx="775588" cy="776236"/>
          </a:xfrm>
        </p:grpSpPr>
        <p:sp>
          <p:nvSpPr>
            <p:cNvPr id="86" name="Oval 85"/>
            <p:cNvSpPr>
              <a:spLocks noChangeAspect="1"/>
            </p:cNvSpPr>
            <p:nvPr/>
          </p:nvSpPr>
          <p:spPr>
            <a:xfrm>
              <a:off x="755206" y="1306086"/>
              <a:ext cx="775588" cy="776236"/>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2" name="Freeform 103"/>
            <p:cNvSpPr>
              <a:spLocks noEditPoints="1"/>
            </p:cNvSpPr>
            <p:nvPr/>
          </p:nvSpPr>
          <p:spPr bwMode="auto">
            <a:xfrm>
              <a:off x="990600" y="1469792"/>
              <a:ext cx="304800" cy="448826"/>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5" name="Group 96"/>
          <p:cNvGrpSpPr/>
          <p:nvPr/>
        </p:nvGrpSpPr>
        <p:grpSpPr>
          <a:xfrm>
            <a:off x="1113816" y="2343150"/>
            <a:ext cx="2514600" cy="1096714"/>
            <a:chOff x="0" y="1605014"/>
            <a:chExt cx="2514600" cy="1524000"/>
          </a:xfrm>
          <a:solidFill>
            <a:schemeClr val="accent2"/>
          </a:solidFill>
        </p:grpSpPr>
        <p:sp>
          <p:nvSpPr>
            <p:cNvPr id="42" name="Rectangle 41"/>
            <p:cNvSpPr/>
            <p:nvPr/>
          </p:nvSpPr>
          <p:spPr>
            <a:xfrm>
              <a:off x="0" y="1605014"/>
              <a:ext cx="2286000" cy="1524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Isosceles Triangle 42"/>
            <p:cNvSpPr/>
            <p:nvPr/>
          </p:nvSpPr>
          <p:spPr>
            <a:xfrm rot="5400000">
              <a:off x="2208486" y="2251400"/>
              <a:ext cx="381000" cy="231228"/>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72"/>
          <p:cNvGrpSpPr/>
          <p:nvPr/>
        </p:nvGrpSpPr>
        <p:grpSpPr>
          <a:xfrm>
            <a:off x="1640422" y="2479826"/>
            <a:ext cx="1600200" cy="813280"/>
            <a:chOff x="6253415" y="1609113"/>
            <a:chExt cx="1600200" cy="813280"/>
          </a:xfrm>
        </p:grpSpPr>
        <p:sp>
          <p:nvSpPr>
            <p:cNvPr id="45" name="Text Placeholder 3"/>
            <p:cNvSpPr txBox="1">
              <a:spLocks/>
            </p:cNvSpPr>
            <p:nvPr/>
          </p:nvSpPr>
          <p:spPr>
            <a:xfrm>
              <a:off x="6253415" y="1609113"/>
              <a:ext cx="93294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bg1"/>
                  </a:solidFill>
                </a:rPr>
                <a:t>Second</a:t>
              </a:r>
              <a:r>
                <a:rPr kumimoji="0" lang="en-US" sz="1200" b="1" i="0" u="none" strike="noStrike" kern="1200" cap="none" spc="0" normalizeH="0" baseline="0" noProof="0" dirty="0">
                  <a:ln>
                    <a:noFill/>
                  </a:ln>
                  <a:solidFill>
                    <a:schemeClr val="bg1"/>
                  </a:solidFill>
                  <a:effectLst/>
                  <a:uLnTx/>
                  <a:uFillTx/>
                  <a:latin typeface="+mn-lt"/>
                  <a:ea typeface="+mn-ea"/>
                  <a:cs typeface="+mn-cs"/>
                </a:rPr>
                <a:t> Step</a:t>
              </a:r>
            </a:p>
          </p:txBody>
        </p:sp>
        <p:sp>
          <p:nvSpPr>
            <p:cNvPr id="47" name="Text Placeholder 3"/>
            <p:cNvSpPr txBox="1">
              <a:spLocks/>
            </p:cNvSpPr>
            <p:nvPr/>
          </p:nvSpPr>
          <p:spPr>
            <a:xfrm>
              <a:off x="6253415" y="1806840"/>
              <a:ext cx="1600200"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in of the new of  variations passage of lorem of ipsum available but the majority slightly</a:t>
              </a:r>
            </a:p>
          </p:txBody>
        </p:sp>
      </p:grpSp>
      <p:grpSp>
        <p:nvGrpSpPr>
          <p:cNvPr id="9" name="Group 96"/>
          <p:cNvGrpSpPr/>
          <p:nvPr/>
        </p:nvGrpSpPr>
        <p:grpSpPr>
          <a:xfrm>
            <a:off x="1113816" y="3557423"/>
            <a:ext cx="2514600" cy="1096714"/>
            <a:chOff x="0" y="1605014"/>
            <a:chExt cx="2514600" cy="1524000"/>
          </a:xfrm>
          <a:solidFill>
            <a:schemeClr val="accent3"/>
          </a:solidFill>
        </p:grpSpPr>
        <p:sp>
          <p:nvSpPr>
            <p:cNvPr id="54" name="Rectangle 53"/>
            <p:cNvSpPr/>
            <p:nvPr/>
          </p:nvSpPr>
          <p:spPr>
            <a:xfrm>
              <a:off x="0" y="1605014"/>
              <a:ext cx="2286000" cy="1524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Isosceles Triangle 55"/>
            <p:cNvSpPr/>
            <p:nvPr/>
          </p:nvSpPr>
          <p:spPr>
            <a:xfrm rot="5400000">
              <a:off x="2208486" y="2251400"/>
              <a:ext cx="381000" cy="231228"/>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72"/>
          <p:cNvGrpSpPr/>
          <p:nvPr/>
        </p:nvGrpSpPr>
        <p:grpSpPr>
          <a:xfrm>
            <a:off x="1640422" y="3694099"/>
            <a:ext cx="1600200" cy="813280"/>
            <a:chOff x="6253415" y="1609113"/>
            <a:chExt cx="1600200" cy="813280"/>
          </a:xfrm>
        </p:grpSpPr>
        <p:sp>
          <p:nvSpPr>
            <p:cNvPr id="58" name="Text Placeholder 3"/>
            <p:cNvSpPr txBox="1">
              <a:spLocks/>
            </p:cNvSpPr>
            <p:nvPr/>
          </p:nvSpPr>
          <p:spPr>
            <a:xfrm>
              <a:off x="6253415" y="1609113"/>
              <a:ext cx="7630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Third Step</a:t>
              </a:r>
            </a:p>
          </p:txBody>
        </p:sp>
        <p:sp>
          <p:nvSpPr>
            <p:cNvPr id="59" name="Text Placeholder 3"/>
            <p:cNvSpPr txBox="1">
              <a:spLocks/>
            </p:cNvSpPr>
            <p:nvPr/>
          </p:nvSpPr>
          <p:spPr>
            <a:xfrm>
              <a:off x="6253415" y="1806840"/>
              <a:ext cx="1600200"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in of the new of  variations passage of lorem of ipsum available but the majority slightly</a:t>
              </a:r>
            </a:p>
          </p:txBody>
        </p:sp>
      </p:grpSp>
      <p:grpSp>
        <p:nvGrpSpPr>
          <p:cNvPr id="11" name="Group 68"/>
          <p:cNvGrpSpPr/>
          <p:nvPr/>
        </p:nvGrpSpPr>
        <p:grpSpPr>
          <a:xfrm>
            <a:off x="726022" y="3717662"/>
            <a:ext cx="775588" cy="776236"/>
            <a:chOff x="5327206" y="2869432"/>
            <a:chExt cx="775588" cy="776236"/>
          </a:xfrm>
        </p:grpSpPr>
        <p:sp>
          <p:nvSpPr>
            <p:cNvPr id="72" name="Oval 71"/>
            <p:cNvSpPr>
              <a:spLocks noChangeAspect="1"/>
            </p:cNvSpPr>
            <p:nvPr/>
          </p:nvSpPr>
          <p:spPr>
            <a:xfrm>
              <a:off x="5327206" y="2869432"/>
              <a:ext cx="775588" cy="776236"/>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73" name="Freeform 72"/>
            <p:cNvSpPr>
              <a:spLocks noEditPoints="1"/>
            </p:cNvSpPr>
            <p:nvPr/>
          </p:nvSpPr>
          <p:spPr bwMode="auto">
            <a:xfrm>
              <a:off x="5562601" y="3028951"/>
              <a:ext cx="304800" cy="457200"/>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12" name="Group 75"/>
          <p:cNvGrpSpPr/>
          <p:nvPr/>
        </p:nvGrpSpPr>
        <p:grpSpPr>
          <a:xfrm>
            <a:off x="726022" y="2503389"/>
            <a:ext cx="775588" cy="776236"/>
            <a:chOff x="3058045" y="2972375"/>
            <a:chExt cx="775588" cy="776236"/>
          </a:xfrm>
        </p:grpSpPr>
        <p:sp>
          <p:nvSpPr>
            <p:cNvPr id="79" name="Oval 78"/>
            <p:cNvSpPr>
              <a:spLocks noChangeAspect="1"/>
            </p:cNvSpPr>
            <p:nvPr/>
          </p:nvSpPr>
          <p:spPr>
            <a:xfrm>
              <a:off x="3058045" y="2972375"/>
              <a:ext cx="775588" cy="776236"/>
            </a:xfrm>
            <a:prstGeom prst="ellipse">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87" name="Freeform 52"/>
            <p:cNvSpPr>
              <a:spLocks noEditPoints="1"/>
            </p:cNvSpPr>
            <p:nvPr/>
          </p:nvSpPr>
          <p:spPr bwMode="auto">
            <a:xfrm>
              <a:off x="3288692" y="3191425"/>
              <a:ext cx="314294" cy="33813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
        <p:nvSpPr>
          <p:cNvPr id="88" name="TextBox 87"/>
          <p:cNvSpPr txBox="1"/>
          <p:nvPr/>
        </p:nvSpPr>
        <p:spPr>
          <a:xfrm>
            <a:off x="4402891" y="1352513"/>
            <a:ext cx="4207709" cy="738664"/>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2">
                    <a:lumMod val="50000"/>
                    <a:lumOff val="50000"/>
                  </a:schemeClr>
                </a:solidFill>
              </a:rPr>
              <a:t>There are many variations of passages of lorem ipsum available, but the majority have suffered alteration in some form, by injected humour randomized words.</a:t>
            </a:r>
          </a:p>
        </p:txBody>
      </p:sp>
      <p:grpSp>
        <p:nvGrpSpPr>
          <p:cNvPr id="13" name="Group 134"/>
          <p:cNvGrpSpPr/>
          <p:nvPr/>
        </p:nvGrpSpPr>
        <p:grpSpPr>
          <a:xfrm>
            <a:off x="3775856" y="1343291"/>
            <a:ext cx="648499" cy="649042"/>
            <a:chOff x="3287425" y="1417883"/>
            <a:chExt cx="648499" cy="649042"/>
          </a:xfrm>
        </p:grpSpPr>
        <p:sp>
          <p:nvSpPr>
            <p:cNvPr id="92" name="Oval 91"/>
            <p:cNvSpPr>
              <a:spLocks noChangeAspect="1"/>
            </p:cNvSpPr>
            <p:nvPr/>
          </p:nvSpPr>
          <p:spPr>
            <a:xfrm>
              <a:off x="3287425" y="1417883"/>
              <a:ext cx="648499" cy="649042"/>
            </a:xfrm>
            <a:prstGeom prst="ellipse">
              <a:avLst/>
            </a:prstGeom>
            <a:solidFill>
              <a:schemeClr val="accent1">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94" name="Oval 93"/>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01</a:t>
              </a:r>
              <a:endParaRPr lang="en-US" sz="100" b="1" dirty="0">
                <a:solidFill>
                  <a:schemeClr val="bg1"/>
                </a:solidFill>
                <a:latin typeface="+mj-lt"/>
              </a:endParaRPr>
            </a:p>
          </p:txBody>
        </p:sp>
      </p:grpSp>
      <p:grpSp>
        <p:nvGrpSpPr>
          <p:cNvPr id="14" name="Group 129"/>
          <p:cNvGrpSpPr/>
          <p:nvPr/>
        </p:nvGrpSpPr>
        <p:grpSpPr>
          <a:xfrm>
            <a:off x="3775856" y="2571750"/>
            <a:ext cx="648499" cy="649042"/>
            <a:chOff x="2779491" y="2517212"/>
            <a:chExt cx="648499" cy="649042"/>
          </a:xfrm>
        </p:grpSpPr>
        <p:sp>
          <p:nvSpPr>
            <p:cNvPr id="96" name="Oval 95"/>
            <p:cNvSpPr>
              <a:spLocks noChangeAspect="1"/>
            </p:cNvSpPr>
            <p:nvPr/>
          </p:nvSpPr>
          <p:spPr>
            <a:xfrm>
              <a:off x="2779491" y="2517212"/>
              <a:ext cx="648499" cy="649042"/>
            </a:xfrm>
            <a:prstGeom prst="ellipse">
              <a:avLst/>
            </a:prstGeom>
            <a:solidFill>
              <a:schemeClr val="accent2">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97" name="Oval 96"/>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02</a:t>
              </a:r>
              <a:endParaRPr lang="en-US" sz="1200" b="1" dirty="0">
                <a:latin typeface="+mj-lt"/>
              </a:endParaRPr>
            </a:p>
          </p:txBody>
        </p:sp>
      </p:grpSp>
      <p:grpSp>
        <p:nvGrpSpPr>
          <p:cNvPr id="15" name="Group 130"/>
          <p:cNvGrpSpPr/>
          <p:nvPr/>
        </p:nvGrpSpPr>
        <p:grpSpPr>
          <a:xfrm>
            <a:off x="3775856" y="3769340"/>
            <a:ext cx="648499" cy="649042"/>
            <a:chOff x="3287425" y="3613920"/>
            <a:chExt cx="648499" cy="649042"/>
          </a:xfrm>
        </p:grpSpPr>
        <p:sp>
          <p:nvSpPr>
            <p:cNvPr id="99" name="Oval 98"/>
            <p:cNvSpPr>
              <a:spLocks noChangeAspect="1"/>
            </p:cNvSpPr>
            <p:nvPr/>
          </p:nvSpPr>
          <p:spPr>
            <a:xfrm>
              <a:off x="3287425" y="3613920"/>
              <a:ext cx="648499" cy="649042"/>
            </a:xfrm>
            <a:prstGeom prst="ellipse">
              <a:avLst/>
            </a:prstGeom>
            <a:solidFill>
              <a:schemeClr val="accent3">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102" name="Oval 101"/>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03</a:t>
              </a:r>
              <a:endParaRPr lang="en-US" sz="1200" b="1" dirty="0">
                <a:latin typeface="+mj-lt"/>
              </a:endParaRPr>
            </a:p>
          </p:txBody>
        </p:sp>
      </p:grpSp>
      <p:sp>
        <p:nvSpPr>
          <p:cNvPr id="103" name="TextBox 102"/>
          <p:cNvSpPr txBox="1"/>
          <p:nvPr/>
        </p:nvSpPr>
        <p:spPr>
          <a:xfrm>
            <a:off x="4402891" y="2578084"/>
            <a:ext cx="4207709" cy="738664"/>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2">
                    <a:lumMod val="50000"/>
                    <a:lumOff val="50000"/>
                  </a:schemeClr>
                </a:solidFill>
              </a:rPr>
              <a:t>There are many variations of passages of lorem ipsum available, but the majority have suffered alteration in some form, by injected humour randomized words.</a:t>
            </a:r>
          </a:p>
        </p:txBody>
      </p:sp>
      <p:sp>
        <p:nvSpPr>
          <p:cNvPr id="104" name="TextBox 103"/>
          <p:cNvSpPr txBox="1"/>
          <p:nvPr/>
        </p:nvSpPr>
        <p:spPr>
          <a:xfrm>
            <a:off x="4402891" y="3755918"/>
            <a:ext cx="4207709" cy="738664"/>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2">
                    <a:lumMod val="50000"/>
                    <a:lumOff val="50000"/>
                  </a:schemeClr>
                </a:solidFill>
              </a:rPr>
              <a:t>There are many variations of passages of lorem ipsum available, but the majority have suffered alteration in some form, by injected humour randomized words.</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childTnLst>
                          </p:cTn>
                        </p:par>
                        <p:par>
                          <p:cTn id="22" fill="hold">
                            <p:stCondLst>
                              <p:cond delay="2000"/>
                            </p:stCondLst>
                            <p:childTnLst>
                              <p:par>
                                <p:cTn id="23" presetID="53" presetClass="entr" presetSubtype="0"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Effect transition="in" filter="fade">
                                      <p:cBhvr>
                                        <p:cTn id="27" dur="500"/>
                                        <p:tgtEl>
                                          <p:spTgt spid="12"/>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500"/>
                                        <p:tgtEl>
                                          <p:spTgt spid="6"/>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wipe(left)">
                                      <p:cBhvr>
                                        <p:cTn id="35" dur="500"/>
                                        <p:tgtEl>
                                          <p:spTgt spid="9"/>
                                        </p:tgtEl>
                                      </p:cBhvr>
                                    </p:animEffect>
                                  </p:childTnLst>
                                </p:cTn>
                              </p:par>
                            </p:childTnLst>
                          </p:cTn>
                        </p:par>
                        <p:par>
                          <p:cTn id="36" fill="hold">
                            <p:stCondLst>
                              <p:cond delay="3500"/>
                            </p:stCondLst>
                            <p:childTnLst>
                              <p:par>
                                <p:cTn id="37" presetID="53" presetClass="entr" presetSubtype="0"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500" fill="hold"/>
                                        <p:tgtEl>
                                          <p:spTgt spid="11"/>
                                        </p:tgtEl>
                                        <p:attrNameLst>
                                          <p:attrName>ppt_w</p:attrName>
                                        </p:attrNameLst>
                                      </p:cBhvr>
                                      <p:tavLst>
                                        <p:tav tm="0">
                                          <p:val>
                                            <p:fltVal val="0"/>
                                          </p:val>
                                        </p:tav>
                                        <p:tav tm="100000">
                                          <p:val>
                                            <p:strVal val="#ppt_w"/>
                                          </p:val>
                                        </p:tav>
                                      </p:tavLst>
                                    </p:anim>
                                    <p:anim calcmode="lin" valueType="num">
                                      <p:cBhvr>
                                        <p:cTn id="40" dur="500" fill="hold"/>
                                        <p:tgtEl>
                                          <p:spTgt spid="11"/>
                                        </p:tgtEl>
                                        <p:attrNameLst>
                                          <p:attrName>ppt_h</p:attrName>
                                        </p:attrNameLst>
                                      </p:cBhvr>
                                      <p:tavLst>
                                        <p:tav tm="0">
                                          <p:val>
                                            <p:fltVal val="0"/>
                                          </p:val>
                                        </p:tav>
                                        <p:tav tm="100000">
                                          <p:val>
                                            <p:strVal val="#ppt_h"/>
                                          </p:val>
                                        </p:tav>
                                      </p:tavLst>
                                    </p:anim>
                                    <p:animEffect transition="in" filter="fade">
                                      <p:cBhvr>
                                        <p:cTn id="41" dur="500"/>
                                        <p:tgtEl>
                                          <p:spTgt spid="11"/>
                                        </p:tgtEl>
                                      </p:cBhvr>
                                    </p:animEffect>
                                  </p:childTnLst>
                                </p:cTn>
                              </p:par>
                            </p:childTnLst>
                          </p:cTn>
                        </p:par>
                        <p:par>
                          <p:cTn id="42" fill="hold">
                            <p:stCondLst>
                              <p:cond delay="4000"/>
                            </p:stCondLst>
                            <p:childTnLst>
                              <p:par>
                                <p:cTn id="43" presetID="22" presetClass="entr" presetSubtype="8"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wipe(left)">
                                      <p:cBhvr>
                                        <p:cTn id="45" dur="500"/>
                                        <p:tgtEl>
                                          <p:spTgt spid="10"/>
                                        </p:tgtEl>
                                      </p:cBhvr>
                                    </p:animEffect>
                                  </p:childTnLst>
                                </p:cTn>
                              </p:par>
                            </p:childTnLst>
                          </p:cTn>
                        </p:par>
                        <p:par>
                          <p:cTn id="46" fill="hold">
                            <p:stCondLst>
                              <p:cond delay="4500"/>
                            </p:stCondLst>
                            <p:childTnLst>
                              <p:par>
                                <p:cTn id="47" presetID="53" presetClass="entr" presetSubtype="0" fill="hold"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p:cTn id="49" dur="500" fill="hold"/>
                                        <p:tgtEl>
                                          <p:spTgt spid="13"/>
                                        </p:tgtEl>
                                        <p:attrNameLst>
                                          <p:attrName>ppt_w</p:attrName>
                                        </p:attrNameLst>
                                      </p:cBhvr>
                                      <p:tavLst>
                                        <p:tav tm="0">
                                          <p:val>
                                            <p:fltVal val="0"/>
                                          </p:val>
                                        </p:tav>
                                        <p:tav tm="100000">
                                          <p:val>
                                            <p:strVal val="#ppt_w"/>
                                          </p:val>
                                        </p:tav>
                                      </p:tavLst>
                                    </p:anim>
                                    <p:anim calcmode="lin" valueType="num">
                                      <p:cBhvr>
                                        <p:cTn id="50" dur="500" fill="hold"/>
                                        <p:tgtEl>
                                          <p:spTgt spid="13"/>
                                        </p:tgtEl>
                                        <p:attrNameLst>
                                          <p:attrName>ppt_h</p:attrName>
                                        </p:attrNameLst>
                                      </p:cBhvr>
                                      <p:tavLst>
                                        <p:tav tm="0">
                                          <p:val>
                                            <p:fltVal val="0"/>
                                          </p:val>
                                        </p:tav>
                                        <p:tav tm="100000">
                                          <p:val>
                                            <p:strVal val="#ppt_h"/>
                                          </p:val>
                                        </p:tav>
                                      </p:tavLst>
                                    </p:anim>
                                    <p:animEffect transition="in" filter="fade">
                                      <p:cBhvr>
                                        <p:cTn id="51" dur="500"/>
                                        <p:tgtEl>
                                          <p:spTgt spid="13"/>
                                        </p:tgtEl>
                                      </p:cBhvr>
                                    </p:animEffect>
                                  </p:childTnLst>
                                </p:cTn>
                              </p:par>
                              <p:par>
                                <p:cTn id="52" presetID="2" presetClass="entr" presetSubtype="4" accel="50000" decel="50000" fill="hold" nodeType="withEffect">
                                  <p:stCondLst>
                                    <p:cond delay="0"/>
                                  </p:stCondLst>
                                  <p:childTnLst>
                                    <p:set>
                                      <p:cBhvr>
                                        <p:cTn id="53" dur="1" fill="hold">
                                          <p:stCondLst>
                                            <p:cond delay="0"/>
                                          </p:stCondLst>
                                        </p:cTn>
                                        <p:tgtEl>
                                          <p:spTgt spid="88"/>
                                        </p:tgtEl>
                                        <p:attrNameLst>
                                          <p:attrName>style.visibility</p:attrName>
                                        </p:attrNameLst>
                                      </p:cBhvr>
                                      <p:to>
                                        <p:strVal val="visible"/>
                                      </p:to>
                                    </p:set>
                                    <p:anim calcmode="lin" valueType="num">
                                      <p:cBhvr additive="base">
                                        <p:cTn id="54" dur="500" fill="hold"/>
                                        <p:tgtEl>
                                          <p:spTgt spid="88"/>
                                        </p:tgtEl>
                                        <p:attrNameLst>
                                          <p:attrName>ppt_x</p:attrName>
                                        </p:attrNameLst>
                                      </p:cBhvr>
                                      <p:tavLst>
                                        <p:tav tm="0">
                                          <p:val>
                                            <p:strVal val="#ppt_x"/>
                                          </p:val>
                                        </p:tav>
                                        <p:tav tm="100000">
                                          <p:val>
                                            <p:strVal val="#ppt_x"/>
                                          </p:val>
                                        </p:tav>
                                      </p:tavLst>
                                    </p:anim>
                                    <p:anim calcmode="lin" valueType="num">
                                      <p:cBhvr additive="base">
                                        <p:cTn id="55" dur="500" fill="hold"/>
                                        <p:tgtEl>
                                          <p:spTgt spid="88"/>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53" presetClass="entr" presetSubtype="0" fill="hold" nodeType="afterEffect">
                                  <p:stCondLst>
                                    <p:cond delay="0"/>
                                  </p:stCondLst>
                                  <p:childTnLst>
                                    <p:set>
                                      <p:cBhvr>
                                        <p:cTn id="58" dur="1" fill="hold">
                                          <p:stCondLst>
                                            <p:cond delay="0"/>
                                          </p:stCondLst>
                                        </p:cTn>
                                        <p:tgtEl>
                                          <p:spTgt spid="14"/>
                                        </p:tgtEl>
                                        <p:attrNameLst>
                                          <p:attrName>style.visibility</p:attrName>
                                        </p:attrNameLst>
                                      </p:cBhvr>
                                      <p:to>
                                        <p:strVal val="visible"/>
                                      </p:to>
                                    </p:set>
                                    <p:anim calcmode="lin" valueType="num">
                                      <p:cBhvr>
                                        <p:cTn id="59" dur="500" fill="hold"/>
                                        <p:tgtEl>
                                          <p:spTgt spid="14"/>
                                        </p:tgtEl>
                                        <p:attrNameLst>
                                          <p:attrName>ppt_w</p:attrName>
                                        </p:attrNameLst>
                                      </p:cBhvr>
                                      <p:tavLst>
                                        <p:tav tm="0">
                                          <p:val>
                                            <p:fltVal val="0"/>
                                          </p:val>
                                        </p:tav>
                                        <p:tav tm="100000">
                                          <p:val>
                                            <p:strVal val="#ppt_w"/>
                                          </p:val>
                                        </p:tav>
                                      </p:tavLst>
                                    </p:anim>
                                    <p:anim calcmode="lin" valueType="num">
                                      <p:cBhvr>
                                        <p:cTn id="60" dur="500" fill="hold"/>
                                        <p:tgtEl>
                                          <p:spTgt spid="14"/>
                                        </p:tgtEl>
                                        <p:attrNameLst>
                                          <p:attrName>ppt_h</p:attrName>
                                        </p:attrNameLst>
                                      </p:cBhvr>
                                      <p:tavLst>
                                        <p:tav tm="0">
                                          <p:val>
                                            <p:fltVal val="0"/>
                                          </p:val>
                                        </p:tav>
                                        <p:tav tm="100000">
                                          <p:val>
                                            <p:strVal val="#ppt_h"/>
                                          </p:val>
                                        </p:tav>
                                      </p:tavLst>
                                    </p:anim>
                                    <p:animEffect transition="in" filter="fade">
                                      <p:cBhvr>
                                        <p:cTn id="61" dur="500"/>
                                        <p:tgtEl>
                                          <p:spTgt spid="14"/>
                                        </p:tgtEl>
                                      </p:cBhvr>
                                    </p:animEffect>
                                  </p:childTnLst>
                                </p:cTn>
                              </p:par>
                              <p:par>
                                <p:cTn id="62" presetID="2" presetClass="entr" presetSubtype="4" accel="50000" decel="50000" fill="hold" grpId="0" nodeType="withEffect">
                                  <p:stCondLst>
                                    <p:cond delay="0"/>
                                  </p:stCondLst>
                                  <p:childTnLst>
                                    <p:set>
                                      <p:cBhvr>
                                        <p:cTn id="63" dur="1" fill="hold">
                                          <p:stCondLst>
                                            <p:cond delay="0"/>
                                          </p:stCondLst>
                                        </p:cTn>
                                        <p:tgtEl>
                                          <p:spTgt spid="103"/>
                                        </p:tgtEl>
                                        <p:attrNameLst>
                                          <p:attrName>style.visibility</p:attrName>
                                        </p:attrNameLst>
                                      </p:cBhvr>
                                      <p:to>
                                        <p:strVal val="visible"/>
                                      </p:to>
                                    </p:set>
                                    <p:anim calcmode="lin" valueType="num">
                                      <p:cBhvr additive="base">
                                        <p:cTn id="64" dur="500" fill="hold"/>
                                        <p:tgtEl>
                                          <p:spTgt spid="103"/>
                                        </p:tgtEl>
                                        <p:attrNameLst>
                                          <p:attrName>ppt_x</p:attrName>
                                        </p:attrNameLst>
                                      </p:cBhvr>
                                      <p:tavLst>
                                        <p:tav tm="0">
                                          <p:val>
                                            <p:strVal val="#ppt_x"/>
                                          </p:val>
                                        </p:tav>
                                        <p:tav tm="100000">
                                          <p:val>
                                            <p:strVal val="#ppt_x"/>
                                          </p:val>
                                        </p:tav>
                                      </p:tavLst>
                                    </p:anim>
                                    <p:anim calcmode="lin" valueType="num">
                                      <p:cBhvr additive="base">
                                        <p:cTn id="65" dur="500" fill="hold"/>
                                        <p:tgtEl>
                                          <p:spTgt spid="103"/>
                                        </p:tgtEl>
                                        <p:attrNameLst>
                                          <p:attrName>ppt_y</p:attrName>
                                        </p:attrNameLst>
                                      </p:cBhvr>
                                      <p:tavLst>
                                        <p:tav tm="0">
                                          <p:val>
                                            <p:strVal val="1+#ppt_h/2"/>
                                          </p:val>
                                        </p:tav>
                                        <p:tav tm="100000">
                                          <p:val>
                                            <p:strVal val="#ppt_y"/>
                                          </p:val>
                                        </p:tav>
                                      </p:tavLst>
                                    </p:anim>
                                  </p:childTnLst>
                                </p:cTn>
                              </p:par>
                            </p:childTnLst>
                          </p:cTn>
                        </p:par>
                        <p:par>
                          <p:cTn id="66" fill="hold">
                            <p:stCondLst>
                              <p:cond delay="5500"/>
                            </p:stCondLst>
                            <p:childTnLst>
                              <p:par>
                                <p:cTn id="67" presetID="53" presetClass="entr" presetSubtype="0" fill="hold" nodeType="afterEffect">
                                  <p:stCondLst>
                                    <p:cond delay="0"/>
                                  </p:stCondLst>
                                  <p:childTnLst>
                                    <p:set>
                                      <p:cBhvr>
                                        <p:cTn id="68" dur="1" fill="hold">
                                          <p:stCondLst>
                                            <p:cond delay="0"/>
                                          </p:stCondLst>
                                        </p:cTn>
                                        <p:tgtEl>
                                          <p:spTgt spid="15"/>
                                        </p:tgtEl>
                                        <p:attrNameLst>
                                          <p:attrName>style.visibility</p:attrName>
                                        </p:attrNameLst>
                                      </p:cBhvr>
                                      <p:to>
                                        <p:strVal val="visible"/>
                                      </p:to>
                                    </p:set>
                                    <p:anim calcmode="lin" valueType="num">
                                      <p:cBhvr>
                                        <p:cTn id="69" dur="500" fill="hold"/>
                                        <p:tgtEl>
                                          <p:spTgt spid="15"/>
                                        </p:tgtEl>
                                        <p:attrNameLst>
                                          <p:attrName>ppt_w</p:attrName>
                                        </p:attrNameLst>
                                      </p:cBhvr>
                                      <p:tavLst>
                                        <p:tav tm="0">
                                          <p:val>
                                            <p:fltVal val="0"/>
                                          </p:val>
                                        </p:tav>
                                        <p:tav tm="100000">
                                          <p:val>
                                            <p:strVal val="#ppt_w"/>
                                          </p:val>
                                        </p:tav>
                                      </p:tavLst>
                                    </p:anim>
                                    <p:anim calcmode="lin" valueType="num">
                                      <p:cBhvr>
                                        <p:cTn id="70" dur="500" fill="hold"/>
                                        <p:tgtEl>
                                          <p:spTgt spid="15"/>
                                        </p:tgtEl>
                                        <p:attrNameLst>
                                          <p:attrName>ppt_h</p:attrName>
                                        </p:attrNameLst>
                                      </p:cBhvr>
                                      <p:tavLst>
                                        <p:tav tm="0">
                                          <p:val>
                                            <p:fltVal val="0"/>
                                          </p:val>
                                        </p:tav>
                                        <p:tav tm="100000">
                                          <p:val>
                                            <p:strVal val="#ppt_h"/>
                                          </p:val>
                                        </p:tav>
                                      </p:tavLst>
                                    </p:anim>
                                    <p:animEffect transition="in" filter="fade">
                                      <p:cBhvr>
                                        <p:cTn id="71" dur="500"/>
                                        <p:tgtEl>
                                          <p:spTgt spid="15"/>
                                        </p:tgtEl>
                                      </p:cBhvr>
                                    </p:animEffect>
                                  </p:childTnLst>
                                </p:cTn>
                              </p:par>
                              <p:par>
                                <p:cTn id="72" presetID="2" presetClass="entr" presetSubtype="4" accel="50000" decel="50000" fill="hold" grpId="0" nodeType="withEffect">
                                  <p:stCondLst>
                                    <p:cond delay="0"/>
                                  </p:stCondLst>
                                  <p:childTnLst>
                                    <p:set>
                                      <p:cBhvr>
                                        <p:cTn id="73" dur="1" fill="hold">
                                          <p:stCondLst>
                                            <p:cond delay="0"/>
                                          </p:stCondLst>
                                        </p:cTn>
                                        <p:tgtEl>
                                          <p:spTgt spid="104"/>
                                        </p:tgtEl>
                                        <p:attrNameLst>
                                          <p:attrName>style.visibility</p:attrName>
                                        </p:attrNameLst>
                                      </p:cBhvr>
                                      <p:to>
                                        <p:strVal val="visible"/>
                                      </p:to>
                                    </p:set>
                                    <p:anim calcmode="lin" valueType="num">
                                      <p:cBhvr additive="base">
                                        <p:cTn id="74" dur="500" fill="hold"/>
                                        <p:tgtEl>
                                          <p:spTgt spid="104"/>
                                        </p:tgtEl>
                                        <p:attrNameLst>
                                          <p:attrName>ppt_x</p:attrName>
                                        </p:attrNameLst>
                                      </p:cBhvr>
                                      <p:tavLst>
                                        <p:tav tm="0">
                                          <p:val>
                                            <p:strVal val="#ppt_x"/>
                                          </p:val>
                                        </p:tav>
                                        <p:tav tm="100000">
                                          <p:val>
                                            <p:strVal val="#ppt_x"/>
                                          </p:val>
                                        </p:tav>
                                      </p:tavLst>
                                    </p:anim>
                                    <p:anim calcmode="lin" valueType="num">
                                      <p:cBhvr additive="base">
                                        <p:cTn id="75"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84"/>
          <p:cNvGrpSpPr/>
          <p:nvPr/>
        </p:nvGrpSpPr>
        <p:grpSpPr>
          <a:xfrm>
            <a:off x="1154044" y="1609243"/>
            <a:ext cx="6835912" cy="922337"/>
            <a:chOff x="1154044" y="1609243"/>
            <a:chExt cx="6835912" cy="922337"/>
          </a:xfrm>
        </p:grpSpPr>
        <p:grpSp>
          <p:nvGrpSpPr>
            <p:cNvPr id="5" name="Group 20"/>
            <p:cNvGrpSpPr/>
            <p:nvPr/>
          </p:nvGrpSpPr>
          <p:grpSpPr>
            <a:xfrm>
              <a:off x="1154044" y="1609243"/>
              <a:ext cx="3791639" cy="922337"/>
              <a:chOff x="4077807" y="1573713"/>
              <a:chExt cx="4432020" cy="922337"/>
            </a:xfrm>
          </p:grpSpPr>
          <p:sp>
            <p:nvSpPr>
              <p:cNvPr id="9" name="Rectangle 5"/>
              <p:cNvSpPr>
                <a:spLocks noChangeArrowheads="1"/>
              </p:cNvSpPr>
              <p:nvPr/>
            </p:nvSpPr>
            <p:spPr bwMode="auto">
              <a:xfrm flipH="1">
                <a:off x="4077807" y="1830888"/>
                <a:ext cx="2417482" cy="665162"/>
              </a:xfrm>
              <a:prstGeom prst="homePlat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 name="Freeform 6"/>
              <p:cNvSpPr>
                <a:spLocks/>
              </p:cNvSpPr>
              <p:nvPr/>
            </p:nvSpPr>
            <p:spPr bwMode="auto">
              <a:xfrm>
                <a:off x="6495289" y="1573713"/>
                <a:ext cx="292100" cy="922337"/>
              </a:xfrm>
              <a:custGeom>
                <a:avLst/>
                <a:gdLst>
                  <a:gd name="T0" fmla="*/ 184 w 184"/>
                  <a:gd name="T1" fmla="*/ 529 h 581"/>
                  <a:gd name="T2" fmla="*/ 184 w 184"/>
                  <a:gd name="T3" fmla="*/ 531 h 581"/>
                  <a:gd name="T4" fmla="*/ 0 w 184"/>
                  <a:gd name="T5" fmla="*/ 581 h 581"/>
                  <a:gd name="T6" fmla="*/ 0 w 184"/>
                  <a:gd name="T7" fmla="*/ 162 h 581"/>
                  <a:gd name="T8" fmla="*/ 2 w 184"/>
                  <a:gd name="T9" fmla="*/ 162 h 581"/>
                  <a:gd name="T10" fmla="*/ 184 w 184"/>
                  <a:gd name="T11" fmla="*/ 0 h 581"/>
                  <a:gd name="T12" fmla="*/ 184 w 184"/>
                  <a:gd name="T13" fmla="*/ 529 h 581"/>
                </a:gdLst>
                <a:ahLst/>
                <a:cxnLst>
                  <a:cxn ang="0">
                    <a:pos x="T0" y="T1"/>
                  </a:cxn>
                  <a:cxn ang="0">
                    <a:pos x="T2" y="T3"/>
                  </a:cxn>
                  <a:cxn ang="0">
                    <a:pos x="T4" y="T5"/>
                  </a:cxn>
                  <a:cxn ang="0">
                    <a:pos x="T6" y="T7"/>
                  </a:cxn>
                  <a:cxn ang="0">
                    <a:pos x="T8" y="T9"/>
                  </a:cxn>
                  <a:cxn ang="0">
                    <a:pos x="T10" y="T11"/>
                  </a:cxn>
                  <a:cxn ang="0">
                    <a:pos x="T12" y="T13"/>
                  </a:cxn>
                </a:cxnLst>
                <a:rect l="0" t="0" r="r" b="b"/>
                <a:pathLst>
                  <a:path w="184" h="581">
                    <a:moveTo>
                      <a:pt x="184" y="529"/>
                    </a:moveTo>
                    <a:lnTo>
                      <a:pt x="184" y="531"/>
                    </a:lnTo>
                    <a:lnTo>
                      <a:pt x="0" y="581"/>
                    </a:lnTo>
                    <a:lnTo>
                      <a:pt x="0" y="162"/>
                    </a:lnTo>
                    <a:lnTo>
                      <a:pt x="2" y="162"/>
                    </a:lnTo>
                    <a:lnTo>
                      <a:pt x="184" y="0"/>
                    </a:lnTo>
                    <a:lnTo>
                      <a:pt x="184" y="529"/>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1" name="Freeform 7"/>
              <p:cNvSpPr>
                <a:spLocks/>
              </p:cNvSpPr>
              <p:nvPr/>
            </p:nvSpPr>
            <p:spPr bwMode="auto">
              <a:xfrm>
                <a:off x="6787389" y="1573713"/>
                <a:ext cx="1722438" cy="839787"/>
              </a:xfrm>
              <a:custGeom>
                <a:avLst/>
                <a:gdLst>
                  <a:gd name="T0" fmla="*/ 0 w 542"/>
                  <a:gd name="T1" fmla="*/ 264 h 264"/>
                  <a:gd name="T2" fmla="*/ 0 w 542"/>
                  <a:gd name="T3" fmla="*/ 0 h 264"/>
                  <a:gd name="T4" fmla="*/ 410 w 542"/>
                  <a:gd name="T5" fmla="*/ 0 h 264"/>
                  <a:gd name="T6" fmla="*/ 503 w 542"/>
                  <a:gd name="T7" fmla="*/ 38 h 264"/>
                  <a:gd name="T8" fmla="*/ 542 w 542"/>
                  <a:gd name="T9" fmla="*/ 132 h 264"/>
                  <a:gd name="T10" fmla="*/ 503 w 542"/>
                  <a:gd name="T11" fmla="*/ 225 h 264"/>
                  <a:gd name="T12" fmla="*/ 410 w 542"/>
                  <a:gd name="T13" fmla="*/ 264 h 264"/>
                  <a:gd name="T14" fmla="*/ 0 w 54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2" h="264">
                    <a:moveTo>
                      <a:pt x="0" y="264"/>
                    </a:moveTo>
                    <a:cubicBezTo>
                      <a:pt x="0" y="0"/>
                      <a:pt x="0" y="0"/>
                      <a:pt x="0" y="0"/>
                    </a:cubicBezTo>
                    <a:cubicBezTo>
                      <a:pt x="410" y="0"/>
                      <a:pt x="410" y="0"/>
                      <a:pt x="410" y="0"/>
                    </a:cubicBezTo>
                    <a:cubicBezTo>
                      <a:pt x="447" y="0"/>
                      <a:pt x="478" y="12"/>
                      <a:pt x="503" y="38"/>
                    </a:cubicBezTo>
                    <a:cubicBezTo>
                      <a:pt x="529" y="64"/>
                      <a:pt x="542" y="95"/>
                      <a:pt x="542" y="132"/>
                    </a:cubicBezTo>
                    <a:cubicBezTo>
                      <a:pt x="542" y="168"/>
                      <a:pt x="529" y="199"/>
                      <a:pt x="503" y="225"/>
                    </a:cubicBezTo>
                    <a:cubicBezTo>
                      <a:pt x="478" y="251"/>
                      <a:pt x="447" y="264"/>
                      <a:pt x="410" y="264"/>
                    </a:cubicBezTo>
                    <a:lnTo>
                      <a:pt x="0" y="2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20"/>
            <p:cNvGrpSpPr/>
            <p:nvPr/>
          </p:nvGrpSpPr>
          <p:grpSpPr>
            <a:xfrm flipH="1">
              <a:off x="4198317" y="1609243"/>
              <a:ext cx="3791639" cy="922337"/>
              <a:chOff x="4077807" y="1573713"/>
              <a:chExt cx="4432020" cy="922337"/>
            </a:xfrm>
          </p:grpSpPr>
          <p:sp>
            <p:nvSpPr>
              <p:cNvPr id="42" name="Rectangle 5"/>
              <p:cNvSpPr>
                <a:spLocks noChangeArrowheads="1"/>
              </p:cNvSpPr>
              <p:nvPr/>
            </p:nvSpPr>
            <p:spPr bwMode="auto">
              <a:xfrm flipH="1">
                <a:off x="4077807" y="1830888"/>
                <a:ext cx="2417482" cy="665162"/>
              </a:xfrm>
              <a:prstGeom prst="homePlat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6"/>
              <p:cNvSpPr>
                <a:spLocks/>
              </p:cNvSpPr>
              <p:nvPr/>
            </p:nvSpPr>
            <p:spPr bwMode="auto">
              <a:xfrm>
                <a:off x="6495289" y="1573713"/>
                <a:ext cx="292100" cy="922337"/>
              </a:xfrm>
              <a:custGeom>
                <a:avLst/>
                <a:gdLst>
                  <a:gd name="T0" fmla="*/ 184 w 184"/>
                  <a:gd name="T1" fmla="*/ 529 h 581"/>
                  <a:gd name="T2" fmla="*/ 184 w 184"/>
                  <a:gd name="T3" fmla="*/ 531 h 581"/>
                  <a:gd name="T4" fmla="*/ 0 w 184"/>
                  <a:gd name="T5" fmla="*/ 581 h 581"/>
                  <a:gd name="T6" fmla="*/ 0 w 184"/>
                  <a:gd name="T7" fmla="*/ 162 h 581"/>
                  <a:gd name="T8" fmla="*/ 2 w 184"/>
                  <a:gd name="T9" fmla="*/ 162 h 581"/>
                  <a:gd name="T10" fmla="*/ 184 w 184"/>
                  <a:gd name="T11" fmla="*/ 0 h 581"/>
                  <a:gd name="T12" fmla="*/ 184 w 184"/>
                  <a:gd name="T13" fmla="*/ 529 h 581"/>
                </a:gdLst>
                <a:ahLst/>
                <a:cxnLst>
                  <a:cxn ang="0">
                    <a:pos x="T0" y="T1"/>
                  </a:cxn>
                  <a:cxn ang="0">
                    <a:pos x="T2" y="T3"/>
                  </a:cxn>
                  <a:cxn ang="0">
                    <a:pos x="T4" y="T5"/>
                  </a:cxn>
                  <a:cxn ang="0">
                    <a:pos x="T6" y="T7"/>
                  </a:cxn>
                  <a:cxn ang="0">
                    <a:pos x="T8" y="T9"/>
                  </a:cxn>
                  <a:cxn ang="0">
                    <a:pos x="T10" y="T11"/>
                  </a:cxn>
                  <a:cxn ang="0">
                    <a:pos x="T12" y="T13"/>
                  </a:cxn>
                </a:cxnLst>
                <a:rect l="0" t="0" r="r" b="b"/>
                <a:pathLst>
                  <a:path w="184" h="581">
                    <a:moveTo>
                      <a:pt x="184" y="529"/>
                    </a:moveTo>
                    <a:lnTo>
                      <a:pt x="184" y="531"/>
                    </a:lnTo>
                    <a:lnTo>
                      <a:pt x="0" y="581"/>
                    </a:lnTo>
                    <a:lnTo>
                      <a:pt x="0" y="162"/>
                    </a:lnTo>
                    <a:lnTo>
                      <a:pt x="2" y="162"/>
                    </a:lnTo>
                    <a:lnTo>
                      <a:pt x="184" y="0"/>
                    </a:lnTo>
                    <a:lnTo>
                      <a:pt x="184" y="529"/>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7"/>
              <p:cNvSpPr>
                <a:spLocks/>
              </p:cNvSpPr>
              <p:nvPr/>
            </p:nvSpPr>
            <p:spPr bwMode="auto">
              <a:xfrm>
                <a:off x="6787389" y="1573713"/>
                <a:ext cx="1722438" cy="839787"/>
              </a:xfrm>
              <a:custGeom>
                <a:avLst/>
                <a:gdLst>
                  <a:gd name="T0" fmla="*/ 0 w 542"/>
                  <a:gd name="T1" fmla="*/ 264 h 264"/>
                  <a:gd name="T2" fmla="*/ 0 w 542"/>
                  <a:gd name="T3" fmla="*/ 0 h 264"/>
                  <a:gd name="T4" fmla="*/ 410 w 542"/>
                  <a:gd name="T5" fmla="*/ 0 h 264"/>
                  <a:gd name="T6" fmla="*/ 503 w 542"/>
                  <a:gd name="T7" fmla="*/ 38 h 264"/>
                  <a:gd name="T8" fmla="*/ 542 w 542"/>
                  <a:gd name="T9" fmla="*/ 132 h 264"/>
                  <a:gd name="T10" fmla="*/ 503 w 542"/>
                  <a:gd name="T11" fmla="*/ 225 h 264"/>
                  <a:gd name="T12" fmla="*/ 410 w 542"/>
                  <a:gd name="T13" fmla="*/ 264 h 264"/>
                  <a:gd name="T14" fmla="*/ 0 w 54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2" h="264">
                    <a:moveTo>
                      <a:pt x="0" y="264"/>
                    </a:moveTo>
                    <a:cubicBezTo>
                      <a:pt x="0" y="0"/>
                      <a:pt x="0" y="0"/>
                      <a:pt x="0" y="0"/>
                    </a:cubicBezTo>
                    <a:cubicBezTo>
                      <a:pt x="410" y="0"/>
                      <a:pt x="410" y="0"/>
                      <a:pt x="410" y="0"/>
                    </a:cubicBezTo>
                    <a:cubicBezTo>
                      <a:pt x="447" y="0"/>
                      <a:pt x="478" y="12"/>
                      <a:pt x="503" y="38"/>
                    </a:cubicBezTo>
                    <a:cubicBezTo>
                      <a:pt x="529" y="64"/>
                      <a:pt x="542" y="95"/>
                      <a:pt x="542" y="132"/>
                    </a:cubicBezTo>
                    <a:cubicBezTo>
                      <a:pt x="542" y="168"/>
                      <a:pt x="529" y="199"/>
                      <a:pt x="503" y="225"/>
                    </a:cubicBezTo>
                    <a:cubicBezTo>
                      <a:pt x="478" y="251"/>
                      <a:pt x="447" y="264"/>
                      <a:pt x="410" y="264"/>
                    </a:cubicBezTo>
                    <a:lnTo>
                      <a:pt x="0" y="2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7" name="Group 85"/>
          <p:cNvGrpSpPr/>
          <p:nvPr/>
        </p:nvGrpSpPr>
        <p:grpSpPr>
          <a:xfrm>
            <a:off x="533400" y="2452205"/>
            <a:ext cx="8077200" cy="839787"/>
            <a:chOff x="533400" y="2452205"/>
            <a:chExt cx="8077200" cy="839787"/>
          </a:xfrm>
        </p:grpSpPr>
        <p:grpSp>
          <p:nvGrpSpPr>
            <p:cNvPr id="8" name="Group 21"/>
            <p:cNvGrpSpPr/>
            <p:nvPr/>
          </p:nvGrpSpPr>
          <p:grpSpPr>
            <a:xfrm>
              <a:off x="533400" y="2452205"/>
              <a:ext cx="4412283" cy="839787"/>
              <a:chOff x="3352341" y="2416675"/>
              <a:chExt cx="5157486" cy="839787"/>
            </a:xfrm>
          </p:grpSpPr>
          <p:sp>
            <p:nvSpPr>
              <p:cNvPr id="12" name="Rectangle 8"/>
              <p:cNvSpPr>
                <a:spLocks noChangeArrowheads="1"/>
              </p:cNvSpPr>
              <p:nvPr/>
            </p:nvSpPr>
            <p:spPr bwMode="auto">
              <a:xfrm flipH="1">
                <a:off x="3352341" y="2496050"/>
                <a:ext cx="3142948" cy="635925"/>
              </a:xfrm>
              <a:prstGeom prst="homePlat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9"/>
              <p:cNvSpPr>
                <a:spLocks/>
              </p:cNvSpPr>
              <p:nvPr/>
            </p:nvSpPr>
            <p:spPr bwMode="auto">
              <a:xfrm>
                <a:off x="6495289" y="2416675"/>
                <a:ext cx="292100" cy="839787"/>
              </a:xfrm>
              <a:custGeom>
                <a:avLst/>
                <a:gdLst>
                  <a:gd name="T0" fmla="*/ 0 w 184"/>
                  <a:gd name="T1" fmla="*/ 451 h 529"/>
                  <a:gd name="T2" fmla="*/ 0 w 184"/>
                  <a:gd name="T3" fmla="*/ 50 h 529"/>
                  <a:gd name="T4" fmla="*/ 184 w 184"/>
                  <a:gd name="T5" fmla="*/ 0 h 529"/>
                  <a:gd name="T6" fmla="*/ 184 w 184"/>
                  <a:gd name="T7" fmla="*/ 527 h 529"/>
                  <a:gd name="T8" fmla="*/ 184 w 184"/>
                  <a:gd name="T9" fmla="*/ 529 h 529"/>
                  <a:gd name="T10" fmla="*/ 0 w 184"/>
                  <a:gd name="T11" fmla="*/ 451 h 529"/>
                </a:gdLst>
                <a:ahLst/>
                <a:cxnLst>
                  <a:cxn ang="0">
                    <a:pos x="T0" y="T1"/>
                  </a:cxn>
                  <a:cxn ang="0">
                    <a:pos x="T2" y="T3"/>
                  </a:cxn>
                  <a:cxn ang="0">
                    <a:pos x="T4" y="T5"/>
                  </a:cxn>
                  <a:cxn ang="0">
                    <a:pos x="T6" y="T7"/>
                  </a:cxn>
                  <a:cxn ang="0">
                    <a:pos x="T8" y="T9"/>
                  </a:cxn>
                  <a:cxn ang="0">
                    <a:pos x="T10" y="T11"/>
                  </a:cxn>
                </a:cxnLst>
                <a:rect l="0" t="0" r="r" b="b"/>
                <a:pathLst>
                  <a:path w="184" h="529">
                    <a:moveTo>
                      <a:pt x="0" y="451"/>
                    </a:moveTo>
                    <a:lnTo>
                      <a:pt x="0" y="50"/>
                    </a:lnTo>
                    <a:lnTo>
                      <a:pt x="184" y="0"/>
                    </a:lnTo>
                    <a:lnTo>
                      <a:pt x="184" y="527"/>
                    </a:lnTo>
                    <a:lnTo>
                      <a:pt x="184" y="529"/>
                    </a:lnTo>
                    <a:lnTo>
                      <a:pt x="0" y="451"/>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0"/>
              <p:cNvSpPr>
                <a:spLocks/>
              </p:cNvSpPr>
              <p:nvPr/>
            </p:nvSpPr>
            <p:spPr bwMode="auto">
              <a:xfrm>
                <a:off x="6787389" y="2416675"/>
                <a:ext cx="1722438" cy="836612"/>
              </a:xfrm>
              <a:custGeom>
                <a:avLst/>
                <a:gdLst>
                  <a:gd name="T0" fmla="*/ 0 w 542"/>
                  <a:gd name="T1" fmla="*/ 263 h 263"/>
                  <a:gd name="T2" fmla="*/ 0 w 542"/>
                  <a:gd name="T3" fmla="*/ 0 h 263"/>
                  <a:gd name="T4" fmla="*/ 410 w 542"/>
                  <a:gd name="T5" fmla="*/ 0 h 263"/>
                  <a:gd name="T6" fmla="*/ 503 w 542"/>
                  <a:gd name="T7" fmla="*/ 38 h 263"/>
                  <a:gd name="T8" fmla="*/ 542 w 542"/>
                  <a:gd name="T9" fmla="*/ 132 h 263"/>
                  <a:gd name="T10" fmla="*/ 503 w 542"/>
                  <a:gd name="T11" fmla="*/ 225 h 263"/>
                  <a:gd name="T12" fmla="*/ 442 w 542"/>
                  <a:gd name="T13" fmla="*/ 260 h 263"/>
                  <a:gd name="T14" fmla="*/ 422 w 542"/>
                  <a:gd name="T15" fmla="*/ 263 h 263"/>
                  <a:gd name="T16" fmla="*/ 410 w 542"/>
                  <a:gd name="T17" fmla="*/ 263 h 263"/>
                  <a:gd name="T18" fmla="*/ 0 w 542"/>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2" h="263">
                    <a:moveTo>
                      <a:pt x="0" y="263"/>
                    </a:moveTo>
                    <a:cubicBezTo>
                      <a:pt x="0" y="0"/>
                      <a:pt x="0" y="0"/>
                      <a:pt x="0" y="0"/>
                    </a:cubicBezTo>
                    <a:cubicBezTo>
                      <a:pt x="410" y="0"/>
                      <a:pt x="410" y="0"/>
                      <a:pt x="410" y="0"/>
                    </a:cubicBezTo>
                    <a:cubicBezTo>
                      <a:pt x="447" y="0"/>
                      <a:pt x="478" y="13"/>
                      <a:pt x="503" y="38"/>
                    </a:cubicBezTo>
                    <a:cubicBezTo>
                      <a:pt x="529" y="64"/>
                      <a:pt x="542" y="95"/>
                      <a:pt x="542" y="132"/>
                    </a:cubicBezTo>
                    <a:cubicBezTo>
                      <a:pt x="542" y="168"/>
                      <a:pt x="529" y="199"/>
                      <a:pt x="503" y="225"/>
                    </a:cubicBezTo>
                    <a:cubicBezTo>
                      <a:pt x="486" y="243"/>
                      <a:pt x="465" y="255"/>
                      <a:pt x="442" y="260"/>
                    </a:cubicBezTo>
                    <a:cubicBezTo>
                      <a:pt x="436" y="262"/>
                      <a:pt x="429" y="263"/>
                      <a:pt x="422" y="263"/>
                    </a:cubicBezTo>
                    <a:cubicBezTo>
                      <a:pt x="418" y="263"/>
                      <a:pt x="414" y="263"/>
                      <a:pt x="410" y="263"/>
                    </a:cubicBezTo>
                    <a:lnTo>
                      <a:pt x="0" y="26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1"/>
            <p:cNvGrpSpPr/>
            <p:nvPr/>
          </p:nvGrpSpPr>
          <p:grpSpPr>
            <a:xfrm flipH="1">
              <a:off x="4198317" y="2452205"/>
              <a:ext cx="4412283" cy="839787"/>
              <a:chOff x="3352341" y="2416675"/>
              <a:chExt cx="5157486" cy="839787"/>
            </a:xfrm>
          </p:grpSpPr>
          <p:sp>
            <p:nvSpPr>
              <p:cNvPr id="46" name="Rectangle 8"/>
              <p:cNvSpPr>
                <a:spLocks noChangeArrowheads="1"/>
              </p:cNvSpPr>
              <p:nvPr/>
            </p:nvSpPr>
            <p:spPr bwMode="auto">
              <a:xfrm flipH="1">
                <a:off x="3352341" y="2496050"/>
                <a:ext cx="3142948" cy="635925"/>
              </a:xfrm>
              <a:prstGeom prst="homePlat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9"/>
              <p:cNvSpPr>
                <a:spLocks/>
              </p:cNvSpPr>
              <p:nvPr/>
            </p:nvSpPr>
            <p:spPr bwMode="auto">
              <a:xfrm>
                <a:off x="6495289" y="2416675"/>
                <a:ext cx="292100" cy="839787"/>
              </a:xfrm>
              <a:custGeom>
                <a:avLst/>
                <a:gdLst>
                  <a:gd name="T0" fmla="*/ 0 w 184"/>
                  <a:gd name="T1" fmla="*/ 451 h 529"/>
                  <a:gd name="T2" fmla="*/ 0 w 184"/>
                  <a:gd name="T3" fmla="*/ 50 h 529"/>
                  <a:gd name="T4" fmla="*/ 184 w 184"/>
                  <a:gd name="T5" fmla="*/ 0 h 529"/>
                  <a:gd name="T6" fmla="*/ 184 w 184"/>
                  <a:gd name="T7" fmla="*/ 527 h 529"/>
                  <a:gd name="T8" fmla="*/ 184 w 184"/>
                  <a:gd name="T9" fmla="*/ 529 h 529"/>
                  <a:gd name="T10" fmla="*/ 0 w 184"/>
                  <a:gd name="T11" fmla="*/ 451 h 529"/>
                </a:gdLst>
                <a:ahLst/>
                <a:cxnLst>
                  <a:cxn ang="0">
                    <a:pos x="T0" y="T1"/>
                  </a:cxn>
                  <a:cxn ang="0">
                    <a:pos x="T2" y="T3"/>
                  </a:cxn>
                  <a:cxn ang="0">
                    <a:pos x="T4" y="T5"/>
                  </a:cxn>
                  <a:cxn ang="0">
                    <a:pos x="T6" y="T7"/>
                  </a:cxn>
                  <a:cxn ang="0">
                    <a:pos x="T8" y="T9"/>
                  </a:cxn>
                  <a:cxn ang="0">
                    <a:pos x="T10" y="T11"/>
                  </a:cxn>
                </a:cxnLst>
                <a:rect l="0" t="0" r="r" b="b"/>
                <a:pathLst>
                  <a:path w="184" h="529">
                    <a:moveTo>
                      <a:pt x="0" y="451"/>
                    </a:moveTo>
                    <a:lnTo>
                      <a:pt x="0" y="50"/>
                    </a:lnTo>
                    <a:lnTo>
                      <a:pt x="184" y="0"/>
                    </a:lnTo>
                    <a:lnTo>
                      <a:pt x="184" y="527"/>
                    </a:lnTo>
                    <a:lnTo>
                      <a:pt x="184" y="529"/>
                    </a:lnTo>
                    <a:lnTo>
                      <a:pt x="0" y="451"/>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0"/>
              <p:cNvSpPr>
                <a:spLocks/>
              </p:cNvSpPr>
              <p:nvPr/>
            </p:nvSpPr>
            <p:spPr bwMode="auto">
              <a:xfrm>
                <a:off x="6787389" y="2416675"/>
                <a:ext cx="1722438" cy="836612"/>
              </a:xfrm>
              <a:custGeom>
                <a:avLst/>
                <a:gdLst>
                  <a:gd name="T0" fmla="*/ 0 w 542"/>
                  <a:gd name="T1" fmla="*/ 263 h 263"/>
                  <a:gd name="T2" fmla="*/ 0 w 542"/>
                  <a:gd name="T3" fmla="*/ 0 h 263"/>
                  <a:gd name="T4" fmla="*/ 410 w 542"/>
                  <a:gd name="T5" fmla="*/ 0 h 263"/>
                  <a:gd name="T6" fmla="*/ 503 w 542"/>
                  <a:gd name="T7" fmla="*/ 38 h 263"/>
                  <a:gd name="T8" fmla="*/ 542 w 542"/>
                  <a:gd name="T9" fmla="*/ 132 h 263"/>
                  <a:gd name="T10" fmla="*/ 503 w 542"/>
                  <a:gd name="T11" fmla="*/ 225 h 263"/>
                  <a:gd name="T12" fmla="*/ 442 w 542"/>
                  <a:gd name="T13" fmla="*/ 260 h 263"/>
                  <a:gd name="T14" fmla="*/ 422 w 542"/>
                  <a:gd name="T15" fmla="*/ 263 h 263"/>
                  <a:gd name="T16" fmla="*/ 410 w 542"/>
                  <a:gd name="T17" fmla="*/ 263 h 263"/>
                  <a:gd name="T18" fmla="*/ 0 w 542"/>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2" h="263">
                    <a:moveTo>
                      <a:pt x="0" y="263"/>
                    </a:moveTo>
                    <a:cubicBezTo>
                      <a:pt x="0" y="0"/>
                      <a:pt x="0" y="0"/>
                      <a:pt x="0" y="0"/>
                    </a:cubicBezTo>
                    <a:cubicBezTo>
                      <a:pt x="410" y="0"/>
                      <a:pt x="410" y="0"/>
                      <a:pt x="410" y="0"/>
                    </a:cubicBezTo>
                    <a:cubicBezTo>
                      <a:pt x="447" y="0"/>
                      <a:pt x="478" y="13"/>
                      <a:pt x="503" y="38"/>
                    </a:cubicBezTo>
                    <a:cubicBezTo>
                      <a:pt x="529" y="64"/>
                      <a:pt x="542" y="95"/>
                      <a:pt x="542" y="132"/>
                    </a:cubicBezTo>
                    <a:cubicBezTo>
                      <a:pt x="542" y="168"/>
                      <a:pt x="529" y="199"/>
                      <a:pt x="503" y="225"/>
                    </a:cubicBezTo>
                    <a:cubicBezTo>
                      <a:pt x="486" y="243"/>
                      <a:pt x="465" y="255"/>
                      <a:pt x="442" y="260"/>
                    </a:cubicBezTo>
                    <a:cubicBezTo>
                      <a:pt x="436" y="262"/>
                      <a:pt x="429" y="263"/>
                      <a:pt x="422" y="263"/>
                    </a:cubicBezTo>
                    <a:cubicBezTo>
                      <a:pt x="418" y="263"/>
                      <a:pt x="414" y="263"/>
                      <a:pt x="410" y="263"/>
                    </a:cubicBezTo>
                    <a:lnTo>
                      <a:pt x="0" y="26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4" name="Group 86"/>
          <p:cNvGrpSpPr/>
          <p:nvPr/>
        </p:nvGrpSpPr>
        <p:grpSpPr>
          <a:xfrm>
            <a:off x="1154044" y="3167505"/>
            <a:ext cx="6835912" cy="960437"/>
            <a:chOff x="1154044" y="3167505"/>
            <a:chExt cx="6835912" cy="960437"/>
          </a:xfrm>
        </p:grpSpPr>
        <p:grpSp>
          <p:nvGrpSpPr>
            <p:cNvPr id="21" name="Group 22"/>
            <p:cNvGrpSpPr/>
            <p:nvPr/>
          </p:nvGrpSpPr>
          <p:grpSpPr>
            <a:xfrm>
              <a:off x="1154044" y="3167505"/>
              <a:ext cx="3791639" cy="960437"/>
              <a:chOff x="4077807" y="3132638"/>
              <a:chExt cx="4432020" cy="960437"/>
            </a:xfrm>
          </p:grpSpPr>
          <p:sp>
            <p:nvSpPr>
              <p:cNvPr id="17" name="Rectangle 11"/>
              <p:cNvSpPr>
                <a:spLocks noChangeArrowheads="1"/>
              </p:cNvSpPr>
              <p:nvPr/>
            </p:nvSpPr>
            <p:spPr bwMode="auto">
              <a:xfrm flipH="1">
                <a:off x="4077807" y="3132638"/>
                <a:ext cx="2417482" cy="665162"/>
              </a:xfrm>
              <a:prstGeom prst="homePlat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
              <p:cNvSpPr>
                <a:spLocks/>
              </p:cNvSpPr>
              <p:nvPr/>
            </p:nvSpPr>
            <p:spPr bwMode="auto">
              <a:xfrm>
                <a:off x="6495289" y="3132638"/>
                <a:ext cx="292100" cy="960437"/>
              </a:xfrm>
              <a:custGeom>
                <a:avLst/>
                <a:gdLst>
                  <a:gd name="T0" fmla="*/ 184 w 184"/>
                  <a:gd name="T1" fmla="*/ 78 h 605"/>
                  <a:gd name="T2" fmla="*/ 184 w 184"/>
                  <a:gd name="T3" fmla="*/ 605 h 605"/>
                  <a:gd name="T4" fmla="*/ 0 w 184"/>
                  <a:gd name="T5" fmla="*/ 419 h 605"/>
                  <a:gd name="T6" fmla="*/ 0 w 184"/>
                  <a:gd name="T7" fmla="*/ 0 h 605"/>
                  <a:gd name="T8" fmla="*/ 184 w 184"/>
                  <a:gd name="T9" fmla="*/ 78 h 605"/>
                </a:gdLst>
                <a:ahLst/>
                <a:cxnLst>
                  <a:cxn ang="0">
                    <a:pos x="T0" y="T1"/>
                  </a:cxn>
                  <a:cxn ang="0">
                    <a:pos x="T2" y="T3"/>
                  </a:cxn>
                  <a:cxn ang="0">
                    <a:pos x="T4" y="T5"/>
                  </a:cxn>
                  <a:cxn ang="0">
                    <a:pos x="T6" y="T7"/>
                  </a:cxn>
                  <a:cxn ang="0">
                    <a:pos x="T8" y="T9"/>
                  </a:cxn>
                </a:cxnLst>
                <a:rect l="0" t="0" r="r" b="b"/>
                <a:pathLst>
                  <a:path w="184" h="605">
                    <a:moveTo>
                      <a:pt x="184" y="78"/>
                    </a:moveTo>
                    <a:lnTo>
                      <a:pt x="184" y="605"/>
                    </a:lnTo>
                    <a:lnTo>
                      <a:pt x="0" y="419"/>
                    </a:lnTo>
                    <a:lnTo>
                      <a:pt x="0" y="0"/>
                    </a:lnTo>
                    <a:lnTo>
                      <a:pt x="184" y="78"/>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3"/>
              <p:cNvSpPr>
                <a:spLocks/>
              </p:cNvSpPr>
              <p:nvPr/>
            </p:nvSpPr>
            <p:spPr bwMode="auto">
              <a:xfrm>
                <a:off x="6787389" y="3253288"/>
                <a:ext cx="1722438" cy="839787"/>
              </a:xfrm>
              <a:custGeom>
                <a:avLst/>
                <a:gdLst>
                  <a:gd name="T0" fmla="*/ 0 w 542"/>
                  <a:gd name="T1" fmla="*/ 264 h 264"/>
                  <a:gd name="T2" fmla="*/ 0 w 542"/>
                  <a:gd name="T3" fmla="*/ 1 h 264"/>
                  <a:gd name="T4" fmla="*/ 410 w 542"/>
                  <a:gd name="T5" fmla="*/ 1 h 264"/>
                  <a:gd name="T6" fmla="*/ 422 w 542"/>
                  <a:gd name="T7" fmla="*/ 0 h 264"/>
                  <a:gd name="T8" fmla="*/ 442 w 542"/>
                  <a:gd name="T9" fmla="*/ 4 h 264"/>
                  <a:gd name="T10" fmla="*/ 503 w 542"/>
                  <a:gd name="T11" fmla="*/ 38 h 264"/>
                  <a:gd name="T12" fmla="*/ 542 w 542"/>
                  <a:gd name="T13" fmla="*/ 132 h 264"/>
                  <a:gd name="T14" fmla="*/ 503 w 542"/>
                  <a:gd name="T15" fmla="*/ 225 h 264"/>
                  <a:gd name="T16" fmla="*/ 410 w 542"/>
                  <a:gd name="T17" fmla="*/ 264 h 264"/>
                  <a:gd name="T18" fmla="*/ 0 w 542"/>
                  <a:gd name="T19"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2" h="264">
                    <a:moveTo>
                      <a:pt x="0" y="264"/>
                    </a:moveTo>
                    <a:cubicBezTo>
                      <a:pt x="0" y="1"/>
                      <a:pt x="0" y="1"/>
                      <a:pt x="0" y="1"/>
                    </a:cubicBezTo>
                    <a:cubicBezTo>
                      <a:pt x="410" y="1"/>
                      <a:pt x="410" y="1"/>
                      <a:pt x="410" y="1"/>
                    </a:cubicBezTo>
                    <a:cubicBezTo>
                      <a:pt x="414" y="1"/>
                      <a:pt x="418" y="1"/>
                      <a:pt x="422" y="0"/>
                    </a:cubicBezTo>
                    <a:cubicBezTo>
                      <a:pt x="429" y="1"/>
                      <a:pt x="436" y="2"/>
                      <a:pt x="442" y="4"/>
                    </a:cubicBezTo>
                    <a:cubicBezTo>
                      <a:pt x="465" y="9"/>
                      <a:pt x="486" y="21"/>
                      <a:pt x="503" y="38"/>
                    </a:cubicBezTo>
                    <a:cubicBezTo>
                      <a:pt x="529" y="64"/>
                      <a:pt x="542" y="95"/>
                      <a:pt x="542" y="132"/>
                    </a:cubicBezTo>
                    <a:cubicBezTo>
                      <a:pt x="542" y="168"/>
                      <a:pt x="529" y="199"/>
                      <a:pt x="503" y="225"/>
                    </a:cubicBezTo>
                    <a:cubicBezTo>
                      <a:pt x="478" y="251"/>
                      <a:pt x="447" y="264"/>
                      <a:pt x="410" y="264"/>
                    </a:cubicBezTo>
                    <a:lnTo>
                      <a:pt x="0" y="26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22"/>
            <p:cNvGrpSpPr/>
            <p:nvPr/>
          </p:nvGrpSpPr>
          <p:grpSpPr>
            <a:xfrm flipH="1">
              <a:off x="4198317" y="3167505"/>
              <a:ext cx="3791639" cy="960437"/>
              <a:chOff x="4077807" y="3132638"/>
              <a:chExt cx="4432020" cy="960437"/>
            </a:xfrm>
          </p:grpSpPr>
          <p:sp>
            <p:nvSpPr>
              <p:cNvPr id="52" name="Rectangle 11"/>
              <p:cNvSpPr>
                <a:spLocks noChangeArrowheads="1"/>
              </p:cNvSpPr>
              <p:nvPr/>
            </p:nvSpPr>
            <p:spPr bwMode="auto">
              <a:xfrm flipH="1">
                <a:off x="4077807" y="3132638"/>
                <a:ext cx="2417482" cy="665162"/>
              </a:xfrm>
              <a:prstGeom prst="homePlat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4" name="Freeform 12"/>
              <p:cNvSpPr>
                <a:spLocks/>
              </p:cNvSpPr>
              <p:nvPr/>
            </p:nvSpPr>
            <p:spPr bwMode="auto">
              <a:xfrm>
                <a:off x="6495289" y="3132638"/>
                <a:ext cx="292100" cy="960437"/>
              </a:xfrm>
              <a:custGeom>
                <a:avLst/>
                <a:gdLst>
                  <a:gd name="T0" fmla="*/ 184 w 184"/>
                  <a:gd name="T1" fmla="*/ 78 h 605"/>
                  <a:gd name="T2" fmla="*/ 184 w 184"/>
                  <a:gd name="T3" fmla="*/ 605 h 605"/>
                  <a:gd name="T4" fmla="*/ 0 w 184"/>
                  <a:gd name="T5" fmla="*/ 419 h 605"/>
                  <a:gd name="T6" fmla="*/ 0 w 184"/>
                  <a:gd name="T7" fmla="*/ 0 h 605"/>
                  <a:gd name="T8" fmla="*/ 184 w 184"/>
                  <a:gd name="T9" fmla="*/ 78 h 605"/>
                </a:gdLst>
                <a:ahLst/>
                <a:cxnLst>
                  <a:cxn ang="0">
                    <a:pos x="T0" y="T1"/>
                  </a:cxn>
                  <a:cxn ang="0">
                    <a:pos x="T2" y="T3"/>
                  </a:cxn>
                  <a:cxn ang="0">
                    <a:pos x="T4" y="T5"/>
                  </a:cxn>
                  <a:cxn ang="0">
                    <a:pos x="T6" y="T7"/>
                  </a:cxn>
                  <a:cxn ang="0">
                    <a:pos x="T8" y="T9"/>
                  </a:cxn>
                </a:cxnLst>
                <a:rect l="0" t="0" r="r" b="b"/>
                <a:pathLst>
                  <a:path w="184" h="605">
                    <a:moveTo>
                      <a:pt x="184" y="78"/>
                    </a:moveTo>
                    <a:lnTo>
                      <a:pt x="184" y="605"/>
                    </a:lnTo>
                    <a:lnTo>
                      <a:pt x="0" y="419"/>
                    </a:lnTo>
                    <a:lnTo>
                      <a:pt x="0" y="0"/>
                    </a:lnTo>
                    <a:lnTo>
                      <a:pt x="184" y="78"/>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7" name="Freeform 13"/>
              <p:cNvSpPr>
                <a:spLocks/>
              </p:cNvSpPr>
              <p:nvPr/>
            </p:nvSpPr>
            <p:spPr bwMode="auto">
              <a:xfrm>
                <a:off x="6787389" y="3253288"/>
                <a:ext cx="1722438" cy="839787"/>
              </a:xfrm>
              <a:custGeom>
                <a:avLst/>
                <a:gdLst>
                  <a:gd name="T0" fmla="*/ 0 w 542"/>
                  <a:gd name="T1" fmla="*/ 264 h 264"/>
                  <a:gd name="T2" fmla="*/ 0 w 542"/>
                  <a:gd name="T3" fmla="*/ 1 h 264"/>
                  <a:gd name="T4" fmla="*/ 410 w 542"/>
                  <a:gd name="T5" fmla="*/ 1 h 264"/>
                  <a:gd name="T6" fmla="*/ 422 w 542"/>
                  <a:gd name="T7" fmla="*/ 0 h 264"/>
                  <a:gd name="T8" fmla="*/ 442 w 542"/>
                  <a:gd name="T9" fmla="*/ 4 h 264"/>
                  <a:gd name="T10" fmla="*/ 503 w 542"/>
                  <a:gd name="T11" fmla="*/ 38 h 264"/>
                  <a:gd name="T12" fmla="*/ 542 w 542"/>
                  <a:gd name="T13" fmla="*/ 132 h 264"/>
                  <a:gd name="T14" fmla="*/ 503 w 542"/>
                  <a:gd name="T15" fmla="*/ 225 h 264"/>
                  <a:gd name="T16" fmla="*/ 410 w 542"/>
                  <a:gd name="T17" fmla="*/ 264 h 264"/>
                  <a:gd name="T18" fmla="*/ 0 w 542"/>
                  <a:gd name="T19"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2" h="264">
                    <a:moveTo>
                      <a:pt x="0" y="264"/>
                    </a:moveTo>
                    <a:cubicBezTo>
                      <a:pt x="0" y="1"/>
                      <a:pt x="0" y="1"/>
                      <a:pt x="0" y="1"/>
                    </a:cubicBezTo>
                    <a:cubicBezTo>
                      <a:pt x="410" y="1"/>
                      <a:pt x="410" y="1"/>
                      <a:pt x="410" y="1"/>
                    </a:cubicBezTo>
                    <a:cubicBezTo>
                      <a:pt x="414" y="1"/>
                      <a:pt x="418" y="1"/>
                      <a:pt x="422" y="0"/>
                    </a:cubicBezTo>
                    <a:cubicBezTo>
                      <a:pt x="429" y="1"/>
                      <a:pt x="436" y="2"/>
                      <a:pt x="442" y="4"/>
                    </a:cubicBezTo>
                    <a:cubicBezTo>
                      <a:pt x="465" y="9"/>
                      <a:pt x="486" y="21"/>
                      <a:pt x="503" y="38"/>
                    </a:cubicBezTo>
                    <a:cubicBezTo>
                      <a:pt x="529" y="64"/>
                      <a:pt x="542" y="95"/>
                      <a:pt x="542" y="132"/>
                    </a:cubicBezTo>
                    <a:cubicBezTo>
                      <a:pt x="542" y="168"/>
                      <a:pt x="529" y="199"/>
                      <a:pt x="503" y="225"/>
                    </a:cubicBezTo>
                    <a:cubicBezTo>
                      <a:pt x="478" y="251"/>
                      <a:pt x="447" y="264"/>
                      <a:pt x="410" y="264"/>
                    </a:cubicBezTo>
                    <a:lnTo>
                      <a:pt x="0" y="26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grpSp>
      <p:sp>
        <p:nvSpPr>
          <p:cNvPr id="2" name="Title 1"/>
          <p:cNvSpPr>
            <a:spLocks noGrp="1"/>
          </p:cNvSpPr>
          <p:nvPr>
            <p:ph type="title"/>
          </p:nvPr>
        </p:nvSpPr>
        <p:spPr/>
        <p:txBody>
          <a:bodyPr/>
          <a:lstStyle/>
          <a:p>
            <a:r>
              <a:rPr lang="en-US"/>
              <a:t>Multistage Timeline</a:t>
            </a:r>
            <a:endParaRPr lang="en-US" dirty="0"/>
          </a:p>
        </p:txBody>
      </p:sp>
      <p:sp>
        <p:nvSpPr>
          <p:cNvPr id="4" name="Text Placeholder 3"/>
          <p:cNvSpPr>
            <a:spLocks noGrp="1"/>
          </p:cNvSpPr>
          <p:nvPr>
            <p:ph type="body" sz="half" idx="2"/>
          </p:nvPr>
        </p:nvSpPr>
        <p:spPr/>
        <p:txBody>
          <a:bodyPr/>
          <a:lstStyle/>
          <a:p>
            <a:r>
              <a:rPr lang="en-US"/>
              <a:t>Multistage Timeline</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159</a:t>
            </a:fld>
            <a:endParaRPr lang="en-US" dirty="0"/>
          </a:p>
        </p:txBody>
      </p:sp>
      <p:grpSp>
        <p:nvGrpSpPr>
          <p:cNvPr id="23" name="Group 65"/>
          <p:cNvGrpSpPr/>
          <p:nvPr/>
        </p:nvGrpSpPr>
        <p:grpSpPr>
          <a:xfrm>
            <a:off x="4299167" y="1725268"/>
            <a:ext cx="584890" cy="584888"/>
            <a:chOff x="4800482" y="1725268"/>
            <a:chExt cx="584890" cy="584888"/>
          </a:xfrm>
        </p:grpSpPr>
        <p:sp>
          <p:nvSpPr>
            <p:cNvPr id="50" name="Sev01"/>
            <p:cNvSpPr>
              <a:spLocks noChangeAspect="1"/>
            </p:cNvSpPr>
            <p:nvPr/>
          </p:nvSpPr>
          <p:spPr>
            <a:xfrm>
              <a:off x="4800482" y="1725268"/>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51" name="Freeform 66"/>
            <p:cNvSpPr>
              <a:spLocks noEditPoints="1"/>
            </p:cNvSpPr>
            <p:nvPr/>
          </p:nvSpPr>
          <p:spPr bwMode="auto">
            <a:xfrm>
              <a:off x="4966104" y="1869573"/>
              <a:ext cx="253646" cy="296278"/>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64"/>
          <p:cNvGrpSpPr/>
          <p:nvPr/>
        </p:nvGrpSpPr>
        <p:grpSpPr>
          <a:xfrm>
            <a:off x="4299167" y="2578067"/>
            <a:ext cx="584890" cy="584888"/>
            <a:chOff x="4800482" y="2578067"/>
            <a:chExt cx="584890" cy="584888"/>
          </a:xfrm>
        </p:grpSpPr>
        <p:sp>
          <p:nvSpPr>
            <p:cNvPr id="53" name="Sev01"/>
            <p:cNvSpPr>
              <a:spLocks noChangeAspect="1"/>
            </p:cNvSpPr>
            <p:nvPr/>
          </p:nvSpPr>
          <p:spPr>
            <a:xfrm flipH="1">
              <a:off x="4800482" y="2578067"/>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55" name="Freeform 63"/>
            <p:cNvSpPr>
              <a:spLocks noEditPoints="1"/>
            </p:cNvSpPr>
            <p:nvPr/>
          </p:nvSpPr>
          <p:spPr bwMode="auto">
            <a:xfrm>
              <a:off x="4910161" y="2737491"/>
              <a:ext cx="365532" cy="266040"/>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68"/>
          <p:cNvGrpSpPr/>
          <p:nvPr/>
        </p:nvGrpSpPr>
        <p:grpSpPr>
          <a:xfrm>
            <a:off x="4299167" y="3415604"/>
            <a:ext cx="584890" cy="584888"/>
            <a:chOff x="4800482" y="3415604"/>
            <a:chExt cx="584890" cy="584888"/>
          </a:xfrm>
        </p:grpSpPr>
        <p:sp>
          <p:nvSpPr>
            <p:cNvPr id="56" name="Sev01"/>
            <p:cNvSpPr>
              <a:spLocks noChangeAspect="1"/>
            </p:cNvSpPr>
            <p:nvPr/>
          </p:nvSpPr>
          <p:spPr>
            <a:xfrm>
              <a:off x="4800482" y="3415604"/>
              <a:ext cx="584890" cy="584888"/>
            </a:xfrm>
            <a:prstGeom prst="ellipse">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59" name="Freeform 72"/>
            <p:cNvSpPr>
              <a:spLocks noEditPoints="1"/>
            </p:cNvSpPr>
            <p:nvPr/>
          </p:nvSpPr>
          <p:spPr bwMode="auto">
            <a:xfrm>
              <a:off x="4922165" y="3548162"/>
              <a:ext cx="341524" cy="319772"/>
            </a:xfrm>
            <a:custGeom>
              <a:avLst/>
              <a:gdLst/>
              <a:ahLst/>
              <a:cxnLst>
                <a:cxn ang="0">
                  <a:pos x="73" y="14"/>
                </a:cxn>
                <a:cxn ang="0">
                  <a:pos x="73" y="19"/>
                </a:cxn>
                <a:cxn ang="0">
                  <a:pos x="68" y="19"/>
                </a:cxn>
                <a:cxn ang="0">
                  <a:pos x="65" y="22"/>
                </a:cxn>
                <a:cxn ang="0">
                  <a:pos x="7" y="22"/>
                </a:cxn>
                <a:cxn ang="0">
                  <a:pos x="5" y="19"/>
                </a:cxn>
                <a:cxn ang="0">
                  <a:pos x="0" y="19"/>
                </a:cxn>
                <a:cxn ang="0">
                  <a:pos x="0" y="14"/>
                </a:cxn>
                <a:cxn ang="0">
                  <a:pos x="36" y="0"/>
                </a:cxn>
                <a:cxn ang="0">
                  <a:pos x="73" y="14"/>
                </a:cxn>
                <a:cxn ang="0">
                  <a:pos x="73" y="63"/>
                </a:cxn>
                <a:cxn ang="0">
                  <a:pos x="73" y="68"/>
                </a:cxn>
                <a:cxn ang="0">
                  <a:pos x="0" y="68"/>
                </a:cxn>
                <a:cxn ang="0">
                  <a:pos x="0" y="63"/>
                </a:cxn>
                <a:cxn ang="0">
                  <a:pos x="2" y="60"/>
                </a:cxn>
                <a:cxn ang="0">
                  <a:pos x="70" y="60"/>
                </a:cxn>
                <a:cxn ang="0">
                  <a:pos x="73" y="63"/>
                </a:cxn>
                <a:cxn ang="0">
                  <a:pos x="19" y="24"/>
                </a:cxn>
                <a:cxn ang="0">
                  <a:pos x="19" y="53"/>
                </a:cxn>
                <a:cxn ang="0">
                  <a:pos x="24" y="53"/>
                </a:cxn>
                <a:cxn ang="0">
                  <a:pos x="24" y="24"/>
                </a:cxn>
                <a:cxn ang="0">
                  <a:pos x="34" y="24"/>
                </a:cxn>
                <a:cxn ang="0">
                  <a:pos x="34" y="53"/>
                </a:cxn>
                <a:cxn ang="0">
                  <a:pos x="39" y="53"/>
                </a:cxn>
                <a:cxn ang="0">
                  <a:pos x="39" y="24"/>
                </a:cxn>
                <a:cxn ang="0">
                  <a:pos x="48" y="24"/>
                </a:cxn>
                <a:cxn ang="0">
                  <a:pos x="48" y="53"/>
                </a:cxn>
                <a:cxn ang="0">
                  <a:pos x="53" y="53"/>
                </a:cxn>
                <a:cxn ang="0">
                  <a:pos x="53" y="24"/>
                </a:cxn>
                <a:cxn ang="0">
                  <a:pos x="63" y="24"/>
                </a:cxn>
                <a:cxn ang="0">
                  <a:pos x="63" y="53"/>
                </a:cxn>
                <a:cxn ang="0">
                  <a:pos x="65" y="53"/>
                </a:cxn>
                <a:cxn ang="0">
                  <a:pos x="68" y="56"/>
                </a:cxn>
                <a:cxn ang="0">
                  <a:pos x="68" y="58"/>
                </a:cxn>
                <a:cxn ang="0">
                  <a:pos x="5" y="58"/>
                </a:cxn>
                <a:cxn ang="0">
                  <a:pos x="5" y="56"/>
                </a:cxn>
                <a:cxn ang="0">
                  <a:pos x="7" y="53"/>
                </a:cxn>
                <a:cxn ang="0">
                  <a:pos x="9" y="53"/>
                </a:cxn>
                <a:cxn ang="0">
                  <a:pos x="9" y="24"/>
                </a:cxn>
                <a:cxn ang="0">
                  <a:pos x="19" y="24"/>
                </a:cxn>
              </a:cxnLst>
              <a:rect l="0" t="0" r="r" b="b"/>
              <a:pathLst>
                <a:path w="73" h="68">
                  <a:moveTo>
                    <a:pt x="73" y="14"/>
                  </a:moveTo>
                  <a:cubicBezTo>
                    <a:pt x="73" y="19"/>
                    <a:pt x="73" y="19"/>
                    <a:pt x="73" y="19"/>
                  </a:cubicBezTo>
                  <a:cubicBezTo>
                    <a:pt x="68" y="19"/>
                    <a:pt x="68" y="19"/>
                    <a:pt x="68" y="19"/>
                  </a:cubicBezTo>
                  <a:cubicBezTo>
                    <a:pt x="68" y="20"/>
                    <a:pt x="67" y="22"/>
                    <a:pt x="65" y="22"/>
                  </a:cubicBezTo>
                  <a:cubicBezTo>
                    <a:pt x="7" y="22"/>
                    <a:pt x="7" y="22"/>
                    <a:pt x="7" y="22"/>
                  </a:cubicBezTo>
                  <a:cubicBezTo>
                    <a:pt x="6" y="22"/>
                    <a:pt x="5" y="20"/>
                    <a:pt x="5" y="19"/>
                  </a:cubicBezTo>
                  <a:cubicBezTo>
                    <a:pt x="0" y="19"/>
                    <a:pt x="0" y="19"/>
                    <a:pt x="0" y="19"/>
                  </a:cubicBezTo>
                  <a:cubicBezTo>
                    <a:pt x="0" y="14"/>
                    <a:pt x="0" y="14"/>
                    <a:pt x="0" y="14"/>
                  </a:cubicBezTo>
                  <a:cubicBezTo>
                    <a:pt x="36" y="0"/>
                    <a:pt x="36" y="0"/>
                    <a:pt x="36" y="0"/>
                  </a:cubicBezTo>
                  <a:lnTo>
                    <a:pt x="73" y="14"/>
                  </a:lnTo>
                  <a:close/>
                  <a:moveTo>
                    <a:pt x="73" y="63"/>
                  </a:moveTo>
                  <a:cubicBezTo>
                    <a:pt x="73" y="68"/>
                    <a:pt x="73" y="68"/>
                    <a:pt x="73" y="68"/>
                  </a:cubicBezTo>
                  <a:cubicBezTo>
                    <a:pt x="0" y="68"/>
                    <a:pt x="0" y="68"/>
                    <a:pt x="0" y="68"/>
                  </a:cubicBezTo>
                  <a:cubicBezTo>
                    <a:pt x="0" y="63"/>
                    <a:pt x="0" y="63"/>
                    <a:pt x="0" y="63"/>
                  </a:cubicBezTo>
                  <a:cubicBezTo>
                    <a:pt x="0" y="62"/>
                    <a:pt x="1" y="60"/>
                    <a:pt x="2" y="60"/>
                  </a:cubicBezTo>
                  <a:cubicBezTo>
                    <a:pt x="70" y="60"/>
                    <a:pt x="70" y="60"/>
                    <a:pt x="70" y="60"/>
                  </a:cubicBezTo>
                  <a:cubicBezTo>
                    <a:pt x="71" y="60"/>
                    <a:pt x="73" y="62"/>
                    <a:pt x="73" y="63"/>
                  </a:cubicBezTo>
                  <a:close/>
                  <a:moveTo>
                    <a:pt x="19" y="24"/>
                  </a:moveTo>
                  <a:cubicBezTo>
                    <a:pt x="19" y="53"/>
                    <a:pt x="19" y="53"/>
                    <a:pt x="19" y="53"/>
                  </a:cubicBezTo>
                  <a:cubicBezTo>
                    <a:pt x="24" y="53"/>
                    <a:pt x="24" y="53"/>
                    <a:pt x="24" y="53"/>
                  </a:cubicBezTo>
                  <a:cubicBezTo>
                    <a:pt x="24" y="24"/>
                    <a:pt x="24" y="24"/>
                    <a:pt x="24" y="24"/>
                  </a:cubicBezTo>
                  <a:cubicBezTo>
                    <a:pt x="34" y="24"/>
                    <a:pt x="34" y="24"/>
                    <a:pt x="34" y="24"/>
                  </a:cubicBezTo>
                  <a:cubicBezTo>
                    <a:pt x="34" y="53"/>
                    <a:pt x="34" y="53"/>
                    <a:pt x="34" y="53"/>
                  </a:cubicBezTo>
                  <a:cubicBezTo>
                    <a:pt x="39" y="53"/>
                    <a:pt x="39" y="53"/>
                    <a:pt x="39" y="53"/>
                  </a:cubicBezTo>
                  <a:cubicBezTo>
                    <a:pt x="39" y="24"/>
                    <a:pt x="39" y="24"/>
                    <a:pt x="39" y="24"/>
                  </a:cubicBezTo>
                  <a:cubicBezTo>
                    <a:pt x="48" y="24"/>
                    <a:pt x="48" y="24"/>
                    <a:pt x="48" y="24"/>
                  </a:cubicBezTo>
                  <a:cubicBezTo>
                    <a:pt x="48" y="53"/>
                    <a:pt x="48" y="53"/>
                    <a:pt x="48" y="53"/>
                  </a:cubicBezTo>
                  <a:cubicBezTo>
                    <a:pt x="53" y="53"/>
                    <a:pt x="53" y="53"/>
                    <a:pt x="53" y="53"/>
                  </a:cubicBezTo>
                  <a:cubicBezTo>
                    <a:pt x="53" y="24"/>
                    <a:pt x="53" y="24"/>
                    <a:pt x="53" y="24"/>
                  </a:cubicBezTo>
                  <a:cubicBezTo>
                    <a:pt x="63" y="24"/>
                    <a:pt x="63" y="24"/>
                    <a:pt x="63" y="24"/>
                  </a:cubicBezTo>
                  <a:cubicBezTo>
                    <a:pt x="63" y="53"/>
                    <a:pt x="63" y="53"/>
                    <a:pt x="63" y="53"/>
                  </a:cubicBezTo>
                  <a:cubicBezTo>
                    <a:pt x="65" y="53"/>
                    <a:pt x="65" y="53"/>
                    <a:pt x="65" y="53"/>
                  </a:cubicBezTo>
                  <a:cubicBezTo>
                    <a:pt x="67" y="53"/>
                    <a:pt x="68" y="54"/>
                    <a:pt x="68" y="56"/>
                  </a:cubicBezTo>
                  <a:cubicBezTo>
                    <a:pt x="68" y="58"/>
                    <a:pt x="68" y="58"/>
                    <a:pt x="68" y="58"/>
                  </a:cubicBezTo>
                  <a:cubicBezTo>
                    <a:pt x="5" y="58"/>
                    <a:pt x="5" y="58"/>
                    <a:pt x="5" y="58"/>
                  </a:cubicBezTo>
                  <a:cubicBezTo>
                    <a:pt x="5" y="56"/>
                    <a:pt x="5" y="56"/>
                    <a:pt x="5" y="56"/>
                  </a:cubicBezTo>
                  <a:cubicBezTo>
                    <a:pt x="5" y="54"/>
                    <a:pt x="6" y="53"/>
                    <a:pt x="7" y="53"/>
                  </a:cubicBezTo>
                  <a:cubicBezTo>
                    <a:pt x="9" y="53"/>
                    <a:pt x="9" y="53"/>
                    <a:pt x="9" y="53"/>
                  </a:cubicBezTo>
                  <a:cubicBezTo>
                    <a:pt x="9" y="24"/>
                    <a:pt x="9" y="24"/>
                    <a:pt x="9" y="24"/>
                  </a:cubicBezTo>
                  <a:lnTo>
                    <a:pt x="19" y="2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8" name="Rectangle 77"/>
          <p:cNvSpPr/>
          <p:nvPr/>
        </p:nvSpPr>
        <p:spPr>
          <a:xfrm>
            <a:off x="3653436" y="3508079"/>
            <a:ext cx="509755" cy="369332"/>
          </a:xfrm>
          <a:prstGeom prst="rect">
            <a:avLst/>
          </a:prstGeom>
        </p:spPr>
        <p:txBody>
          <a:bodyPr wrap="none" lIns="0" tIns="0" rIns="0" bIns="0">
            <a:spAutoFit/>
          </a:bodyPr>
          <a:lstStyle/>
          <a:p>
            <a:pPr algn="ctr"/>
            <a:r>
              <a:rPr lang="en-US" sz="2400" b="1" dirty="0">
                <a:solidFill>
                  <a:schemeClr val="bg1"/>
                </a:solidFill>
              </a:rPr>
              <a:t>30%</a:t>
            </a:r>
          </a:p>
        </p:txBody>
      </p:sp>
      <p:sp>
        <p:nvSpPr>
          <p:cNvPr id="79" name="Rectangle 78"/>
          <p:cNvSpPr/>
          <p:nvPr/>
        </p:nvSpPr>
        <p:spPr>
          <a:xfrm>
            <a:off x="3653436" y="2682124"/>
            <a:ext cx="509755" cy="369332"/>
          </a:xfrm>
          <a:prstGeom prst="rect">
            <a:avLst/>
          </a:prstGeom>
        </p:spPr>
        <p:txBody>
          <a:bodyPr wrap="none" lIns="0" tIns="0" rIns="0" bIns="0">
            <a:spAutoFit/>
          </a:bodyPr>
          <a:lstStyle/>
          <a:p>
            <a:pPr algn="ctr"/>
            <a:r>
              <a:rPr lang="en-US" sz="2400" b="1" dirty="0">
                <a:solidFill>
                  <a:schemeClr val="bg1"/>
                </a:solidFill>
              </a:rPr>
              <a:t>50%</a:t>
            </a:r>
          </a:p>
        </p:txBody>
      </p:sp>
      <p:sp>
        <p:nvSpPr>
          <p:cNvPr id="80" name="Rectangle 79"/>
          <p:cNvSpPr/>
          <p:nvPr/>
        </p:nvSpPr>
        <p:spPr>
          <a:xfrm>
            <a:off x="3653436" y="1873145"/>
            <a:ext cx="509755" cy="369332"/>
          </a:xfrm>
          <a:prstGeom prst="rect">
            <a:avLst/>
          </a:prstGeom>
        </p:spPr>
        <p:txBody>
          <a:bodyPr wrap="none" lIns="0" tIns="0" rIns="0" bIns="0">
            <a:spAutoFit/>
          </a:bodyPr>
          <a:lstStyle/>
          <a:p>
            <a:pPr algn="ctr"/>
            <a:r>
              <a:rPr lang="en-US" sz="2400" b="1" dirty="0">
                <a:solidFill>
                  <a:schemeClr val="bg1"/>
                </a:solidFill>
              </a:rPr>
              <a:t>70%</a:t>
            </a:r>
          </a:p>
        </p:txBody>
      </p:sp>
      <p:sp>
        <p:nvSpPr>
          <p:cNvPr id="81" name="Text Placeholder 3"/>
          <p:cNvSpPr txBox="1">
            <a:spLocks/>
          </p:cNvSpPr>
          <p:nvPr/>
        </p:nvSpPr>
        <p:spPr>
          <a:xfrm>
            <a:off x="1524000" y="1983687"/>
            <a:ext cx="1573440"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bg1"/>
                </a:solidFill>
              </a:rPr>
              <a:t>There are many variations of passages of Lorem Ipsum available</a:t>
            </a:r>
          </a:p>
        </p:txBody>
      </p:sp>
      <p:sp>
        <p:nvSpPr>
          <p:cNvPr id="89" name="Text Placeholder 3"/>
          <p:cNvSpPr txBox="1">
            <a:spLocks/>
          </p:cNvSpPr>
          <p:nvPr/>
        </p:nvSpPr>
        <p:spPr>
          <a:xfrm>
            <a:off x="1052463" y="2707306"/>
            <a:ext cx="204497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bg1"/>
                </a:solidFill>
              </a:rPr>
              <a:t>There are many variations of passages of Lorem Ipsum available</a:t>
            </a:r>
          </a:p>
        </p:txBody>
      </p:sp>
      <p:sp>
        <p:nvSpPr>
          <p:cNvPr id="90" name="Text Placeholder 3"/>
          <p:cNvSpPr txBox="1">
            <a:spLocks/>
          </p:cNvSpPr>
          <p:nvPr/>
        </p:nvSpPr>
        <p:spPr>
          <a:xfrm>
            <a:off x="1425350" y="3291992"/>
            <a:ext cx="1672090"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bg1"/>
                </a:solidFill>
              </a:rPr>
              <a:t>There are many variations of passages of Lorem Ipsum available</a:t>
            </a:r>
          </a:p>
        </p:txBody>
      </p:sp>
      <p:sp>
        <p:nvSpPr>
          <p:cNvPr id="70" name="Rectangle 69"/>
          <p:cNvSpPr/>
          <p:nvPr/>
        </p:nvSpPr>
        <p:spPr>
          <a:xfrm>
            <a:off x="4993308" y="3508079"/>
            <a:ext cx="509755" cy="369332"/>
          </a:xfrm>
          <a:prstGeom prst="rect">
            <a:avLst/>
          </a:prstGeom>
        </p:spPr>
        <p:txBody>
          <a:bodyPr wrap="none" lIns="0" tIns="0" rIns="0" bIns="0">
            <a:spAutoFit/>
          </a:bodyPr>
          <a:lstStyle/>
          <a:p>
            <a:pPr algn="ctr"/>
            <a:r>
              <a:rPr lang="en-US" sz="2400" b="1" dirty="0">
                <a:solidFill>
                  <a:schemeClr val="bg1"/>
                </a:solidFill>
              </a:rPr>
              <a:t>30%</a:t>
            </a:r>
          </a:p>
        </p:txBody>
      </p:sp>
      <p:sp>
        <p:nvSpPr>
          <p:cNvPr id="72" name="Rectangle 71"/>
          <p:cNvSpPr/>
          <p:nvPr/>
        </p:nvSpPr>
        <p:spPr>
          <a:xfrm>
            <a:off x="4993308" y="2682124"/>
            <a:ext cx="509755" cy="369332"/>
          </a:xfrm>
          <a:prstGeom prst="rect">
            <a:avLst/>
          </a:prstGeom>
        </p:spPr>
        <p:txBody>
          <a:bodyPr wrap="none" lIns="0" tIns="0" rIns="0" bIns="0">
            <a:spAutoFit/>
          </a:bodyPr>
          <a:lstStyle/>
          <a:p>
            <a:pPr algn="ctr"/>
            <a:r>
              <a:rPr lang="en-US" sz="2400" b="1" dirty="0">
                <a:solidFill>
                  <a:schemeClr val="bg1"/>
                </a:solidFill>
              </a:rPr>
              <a:t>50%</a:t>
            </a:r>
          </a:p>
        </p:txBody>
      </p:sp>
      <p:sp>
        <p:nvSpPr>
          <p:cNvPr id="75" name="Rectangle 74"/>
          <p:cNvSpPr/>
          <p:nvPr/>
        </p:nvSpPr>
        <p:spPr>
          <a:xfrm>
            <a:off x="4993308" y="1873145"/>
            <a:ext cx="509755" cy="369332"/>
          </a:xfrm>
          <a:prstGeom prst="rect">
            <a:avLst/>
          </a:prstGeom>
        </p:spPr>
        <p:txBody>
          <a:bodyPr wrap="none" lIns="0" tIns="0" rIns="0" bIns="0">
            <a:spAutoFit/>
          </a:bodyPr>
          <a:lstStyle/>
          <a:p>
            <a:pPr algn="ctr"/>
            <a:r>
              <a:rPr lang="en-US" sz="2400" b="1" dirty="0">
                <a:solidFill>
                  <a:schemeClr val="bg1"/>
                </a:solidFill>
              </a:rPr>
              <a:t>70%</a:t>
            </a:r>
          </a:p>
        </p:txBody>
      </p:sp>
      <p:sp>
        <p:nvSpPr>
          <p:cNvPr id="82" name="Text Placeholder 3"/>
          <p:cNvSpPr txBox="1">
            <a:spLocks/>
          </p:cNvSpPr>
          <p:nvPr/>
        </p:nvSpPr>
        <p:spPr>
          <a:xfrm>
            <a:off x="6032223" y="1983687"/>
            <a:ext cx="1573440"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 of passages of Lorem Ipsum available</a:t>
            </a:r>
          </a:p>
        </p:txBody>
      </p:sp>
      <p:sp>
        <p:nvSpPr>
          <p:cNvPr id="83" name="Text Placeholder 3"/>
          <p:cNvSpPr txBox="1">
            <a:spLocks/>
          </p:cNvSpPr>
          <p:nvPr/>
        </p:nvSpPr>
        <p:spPr>
          <a:xfrm>
            <a:off x="6032223" y="2707306"/>
            <a:ext cx="2044977"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 of passages of Lorem Ipsum available</a:t>
            </a:r>
          </a:p>
        </p:txBody>
      </p:sp>
      <p:sp>
        <p:nvSpPr>
          <p:cNvPr id="84" name="Text Placeholder 3"/>
          <p:cNvSpPr txBox="1">
            <a:spLocks/>
          </p:cNvSpPr>
          <p:nvPr/>
        </p:nvSpPr>
        <p:spPr>
          <a:xfrm>
            <a:off x="6032223" y="3291992"/>
            <a:ext cx="1672090"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 of passages of Lorem Ipsum available</a:t>
            </a:r>
          </a:p>
        </p:txBody>
      </p:sp>
    </p:spTree>
    <p:extLst>
      <p:ext uri="{BB962C8B-B14F-4D97-AF65-F5344CB8AC3E}">
        <p14:creationId xmlns:p14="http://schemas.microsoft.com/office/powerpoint/2010/main" val="278298685"/>
      </p:ext>
    </p:extLst>
  </p:cSld>
  <p:clrMapOvr>
    <a:masterClrMapping/>
  </p:clrMapOvr>
  <p:transition spd="med"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Vertical)">
                                      <p:cBhvr>
                                        <p:cTn id="7" dur="1000"/>
                                        <p:tgtEl>
                                          <p:spTgt spid="3"/>
                                        </p:tgtEl>
                                      </p:cBhvr>
                                    </p:animEffect>
                                  </p:childTnLst>
                                </p:cTn>
                              </p:par>
                            </p:childTnLst>
                          </p:cTn>
                        </p:par>
                        <p:par>
                          <p:cTn id="8" fill="hold">
                            <p:stCondLst>
                              <p:cond delay="1000"/>
                            </p:stCondLst>
                            <p:childTnLst>
                              <p:par>
                                <p:cTn id="9" presetID="53"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80"/>
                                        </p:tgtEl>
                                        <p:attrNameLst>
                                          <p:attrName>style.visibility</p:attrName>
                                        </p:attrNameLst>
                                      </p:cBhvr>
                                      <p:to>
                                        <p:strVal val="visible"/>
                                      </p:to>
                                    </p:set>
                                    <p:anim calcmode="lin" valueType="num">
                                      <p:cBhvr>
                                        <p:cTn id="17" dur="500" fill="hold"/>
                                        <p:tgtEl>
                                          <p:spTgt spid="80"/>
                                        </p:tgtEl>
                                        <p:attrNameLst>
                                          <p:attrName>ppt_w</p:attrName>
                                        </p:attrNameLst>
                                      </p:cBhvr>
                                      <p:tavLst>
                                        <p:tav tm="0">
                                          <p:val>
                                            <p:fltVal val="0"/>
                                          </p:val>
                                        </p:tav>
                                        <p:tav tm="100000">
                                          <p:val>
                                            <p:strVal val="#ppt_w"/>
                                          </p:val>
                                        </p:tav>
                                      </p:tavLst>
                                    </p:anim>
                                    <p:anim calcmode="lin" valueType="num">
                                      <p:cBhvr>
                                        <p:cTn id="18" dur="500" fill="hold"/>
                                        <p:tgtEl>
                                          <p:spTgt spid="80"/>
                                        </p:tgtEl>
                                        <p:attrNameLst>
                                          <p:attrName>ppt_h</p:attrName>
                                        </p:attrNameLst>
                                      </p:cBhvr>
                                      <p:tavLst>
                                        <p:tav tm="0">
                                          <p:val>
                                            <p:fltVal val="0"/>
                                          </p:val>
                                        </p:tav>
                                        <p:tav tm="100000">
                                          <p:val>
                                            <p:strVal val="#ppt_h"/>
                                          </p:val>
                                        </p:tav>
                                      </p:tavLst>
                                    </p:anim>
                                    <p:animEffect transition="in" filter="fade">
                                      <p:cBhvr>
                                        <p:cTn id="19" dur="500"/>
                                        <p:tgtEl>
                                          <p:spTgt spid="80"/>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81"/>
                                        </p:tgtEl>
                                        <p:attrNameLst>
                                          <p:attrName>style.visibility</p:attrName>
                                        </p:attrNameLst>
                                      </p:cBhvr>
                                      <p:to>
                                        <p:strVal val="visible"/>
                                      </p:to>
                                    </p:set>
                                    <p:animEffect transition="in" filter="wipe(right)">
                                      <p:cBhvr>
                                        <p:cTn id="23" dur="500"/>
                                        <p:tgtEl>
                                          <p:spTgt spid="81"/>
                                        </p:tgtEl>
                                      </p:cBhvr>
                                    </p:animEffect>
                                  </p:childTnLst>
                                </p:cTn>
                              </p:par>
                            </p:childTnLst>
                          </p:cTn>
                        </p:par>
                        <p:par>
                          <p:cTn id="24" fill="hold">
                            <p:stCondLst>
                              <p:cond delay="2500"/>
                            </p:stCondLst>
                            <p:childTnLst>
                              <p:par>
                                <p:cTn id="25" presetID="53" presetClass="entr" presetSubtype="0" fill="hold" grpId="0" nodeType="afterEffect">
                                  <p:stCondLst>
                                    <p:cond delay="0"/>
                                  </p:stCondLst>
                                  <p:childTnLst>
                                    <p:set>
                                      <p:cBhvr>
                                        <p:cTn id="26" dur="1" fill="hold">
                                          <p:stCondLst>
                                            <p:cond delay="0"/>
                                          </p:stCondLst>
                                        </p:cTn>
                                        <p:tgtEl>
                                          <p:spTgt spid="75"/>
                                        </p:tgtEl>
                                        <p:attrNameLst>
                                          <p:attrName>style.visibility</p:attrName>
                                        </p:attrNameLst>
                                      </p:cBhvr>
                                      <p:to>
                                        <p:strVal val="visible"/>
                                      </p:to>
                                    </p:set>
                                    <p:anim calcmode="lin" valueType="num">
                                      <p:cBhvr>
                                        <p:cTn id="27" dur="500" fill="hold"/>
                                        <p:tgtEl>
                                          <p:spTgt spid="75"/>
                                        </p:tgtEl>
                                        <p:attrNameLst>
                                          <p:attrName>ppt_w</p:attrName>
                                        </p:attrNameLst>
                                      </p:cBhvr>
                                      <p:tavLst>
                                        <p:tav tm="0">
                                          <p:val>
                                            <p:fltVal val="0"/>
                                          </p:val>
                                        </p:tav>
                                        <p:tav tm="100000">
                                          <p:val>
                                            <p:strVal val="#ppt_w"/>
                                          </p:val>
                                        </p:tav>
                                      </p:tavLst>
                                    </p:anim>
                                    <p:anim calcmode="lin" valueType="num">
                                      <p:cBhvr>
                                        <p:cTn id="28" dur="500" fill="hold"/>
                                        <p:tgtEl>
                                          <p:spTgt spid="75"/>
                                        </p:tgtEl>
                                        <p:attrNameLst>
                                          <p:attrName>ppt_h</p:attrName>
                                        </p:attrNameLst>
                                      </p:cBhvr>
                                      <p:tavLst>
                                        <p:tav tm="0">
                                          <p:val>
                                            <p:fltVal val="0"/>
                                          </p:val>
                                        </p:tav>
                                        <p:tav tm="100000">
                                          <p:val>
                                            <p:strVal val="#ppt_h"/>
                                          </p:val>
                                        </p:tav>
                                      </p:tavLst>
                                    </p:anim>
                                    <p:animEffect transition="in" filter="fade">
                                      <p:cBhvr>
                                        <p:cTn id="29" dur="500"/>
                                        <p:tgtEl>
                                          <p:spTgt spid="75"/>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wipe(left)">
                                      <p:cBhvr>
                                        <p:cTn id="33" dur="500"/>
                                        <p:tgtEl>
                                          <p:spTgt spid="82"/>
                                        </p:tgtEl>
                                      </p:cBhvr>
                                    </p:animEffect>
                                  </p:childTnLst>
                                </p:cTn>
                              </p:par>
                            </p:childTnLst>
                          </p:cTn>
                        </p:par>
                        <p:par>
                          <p:cTn id="34" fill="hold">
                            <p:stCondLst>
                              <p:cond delay="3500"/>
                            </p:stCondLst>
                            <p:childTnLst>
                              <p:par>
                                <p:cTn id="35" presetID="16" presetClass="entr" presetSubtype="37"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barn(outVertical)">
                                      <p:cBhvr>
                                        <p:cTn id="37" dur="1000"/>
                                        <p:tgtEl>
                                          <p:spTgt spid="7"/>
                                        </p:tgtEl>
                                      </p:cBhvr>
                                    </p:animEffect>
                                  </p:childTnLst>
                                </p:cTn>
                              </p:par>
                            </p:childTnLst>
                          </p:cTn>
                        </p:par>
                        <p:par>
                          <p:cTn id="38" fill="hold">
                            <p:stCondLst>
                              <p:cond delay="4500"/>
                            </p:stCondLst>
                            <p:childTnLst>
                              <p:par>
                                <p:cTn id="39" presetID="53" presetClass="entr" presetSubtype="0" fill="hold" nodeType="afterEffect">
                                  <p:stCondLst>
                                    <p:cond delay="0"/>
                                  </p:stCondLst>
                                  <p:childTnLst>
                                    <p:set>
                                      <p:cBhvr>
                                        <p:cTn id="40" dur="1" fill="hold">
                                          <p:stCondLst>
                                            <p:cond delay="0"/>
                                          </p:stCondLst>
                                        </p:cTn>
                                        <p:tgtEl>
                                          <p:spTgt spid="24"/>
                                        </p:tgtEl>
                                        <p:attrNameLst>
                                          <p:attrName>style.visibility</p:attrName>
                                        </p:attrNameLst>
                                      </p:cBhvr>
                                      <p:to>
                                        <p:strVal val="visible"/>
                                      </p:to>
                                    </p:set>
                                    <p:anim calcmode="lin" valueType="num">
                                      <p:cBhvr>
                                        <p:cTn id="41" dur="500" fill="hold"/>
                                        <p:tgtEl>
                                          <p:spTgt spid="24"/>
                                        </p:tgtEl>
                                        <p:attrNameLst>
                                          <p:attrName>ppt_w</p:attrName>
                                        </p:attrNameLst>
                                      </p:cBhvr>
                                      <p:tavLst>
                                        <p:tav tm="0">
                                          <p:val>
                                            <p:fltVal val="0"/>
                                          </p:val>
                                        </p:tav>
                                        <p:tav tm="100000">
                                          <p:val>
                                            <p:strVal val="#ppt_w"/>
                                          </p:val>
                                        </p:tav>
                                      </p:tavLst>
                                    </p:anim>
                                    <p:anim calcmode="lin" valueType="num">
                                      <p:cBhvr>
                                        <p:cTn id="42" dur="500" fill="hold"/>
                                        <p:tgtEl>
                                          <p:spTgt spid="24"/>
                                        </p:tgtEl>
                                        <p:attrNameLst>
                                          <p:attrName>ppt_h</p:attrName>
                                        </p:attrNameLst>
                                      </p:cBhvr>
                                      <p:tavLst>
                                        <p:tav tm="0">
                                          <p:val>
                                            <p:fltVal val="0"/>
                                          </p:val>
                                        </p:tav>
                                        <p:tav tm="100000">
                                          <p:val>
                                            <p:strVal val="#ppt_h"/>
                                          </p:val>
                                        </p:tav>
                                      </p:tavLst>
                                    </p:anim>
                                    <p:animEffect transition="in" filter="fade">
                                      <p:cBhvr>
                                        <p:cTn id="43" dur="500"/>
                                        <p:tgtEl>
                                          <p:spTgt spid="24"/>
                                        </p:tgtEl>
                                      </p:cBhvr>
                                    </p:animEffect>
                                  </p:childTnLst>
                                </p:cTn>
                              </p:par>
                            </p:childTnLst>
                          </p:cTn>
                        </p:par>
                        <p:par>
                          <p:cTn id="44" fill="hold">
                            <p:stCondLst>
                              <p:cond delay="5000"/>
                            </p:stCondLst>
                            <p:childTnLst>
                              <p:par>
                                <p:cTn id="45" presetID="53" presetClass="entr" presetSubtype="0" fill="hold" grpId="0" nodeType="after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p:cTn id="47" dur="500" fill="hold"/>
                                        <p:tgtEl>
                                          <p:spTgt spid="79"/>
                                        </p:tgtEl>
                                        <p:attrNameLst>
                                          <p:attrName>ppt_w</p:attrName>
                                        </p:attrNameLst>
                                      </p:cBhvr>
                                      <p:tavLst>
                                        <p:tav tm="0">
                                          <p:val>
                                            <p:fltVal val="0"/>
                                          </p:val>
                                        </p:tav>
                                        <p:tav tm="100000">
                                          <p:val>
                                            <p:strVal val="#ppt_w"/>
                                          </p:val>
                                        </p:tav>
                                      </p:tavLst>
                                    </p:anim>
                                    <p:anim calcmode="lin" valueType="num">
                                      <p:cBhvr>
                                        <p:cTn id="48" dur="500" fill="hold"/>
                                        <p:tgtEl>
                                          <p:spTgt spid="79"/>
                                        </p:tgtEl>
                                        <p:attrNameLst>
                                          <p:attrName>ppt_h</p:attrName>
                                        </p:attrNameLst>
                                      </p:cBhvr>
                                      <p:tavLst>
                                        <p:tav tm="0">
                                          <p:val>
                                            <p:fltVal val="0"/>
                                          </p:val>
                                        </p:tav>
                                        <p:tav tm="100000">
                                          <p:val>
                                            <p:strVal val="#ppt_h"/>
                                          </p:val>
                                        </p:tav>
                                      </p:tavLst>
                                    </p:anim>
                                    <p:animEffect transition="in" filter="fade">
                                      <p:cBhvr>
                                        <p:cTn id="49" dur="500"/>
                                        <p:tgtEl>
                                          <p:spTgt spid="79"/>
                                        </p:tgtEl>
                                      </p:cBhvr>
                                    </p:animEffect>
                                  </p:childTnLst>
                                </p:cTn>
                              </p:par>
                            </p:childTnLst>
                          </p:cTn>
                        </p:par>
                        <p:par>
                          <p:cTn id="50" fill="hold">
                            <p:stCondLst>
                              <p:cond delay="5500"/>
                            </p:stCondLst>
                            <p:childTnLst>
                              <p:par>
                                <p:cTn id="51" presetID="22" presetClass="entr" presetSubtype="2" fill="hold" grpId="0" nodeType="afterEffect">
                                  <p:stCondLst>
                                    <p:cond delay="0"/>
                                  </p:stCondLst>
                                  <p:childTnLst>
                                    <p:set>
                                      <p:cBhvr>
                                        <p:cTn id="52" dur="1" fill="hold">
                                          <p:stCondLst>
                                            <p:cond delay="0"/>
                                          </p:stCondLst>
                                        </p:cTn>
                                        <p:tgtEl>
                                          <p:spTgt spid="89"/>
                                        </p:tgtEl>
                                        <p:attrNameLst>
                                          <p:attrName>style.visibility</p:attrName>
                                        </p:attrNameLst>
                                      </p:cBhvr>
                                      <p:to>
                                        <p:strVal val="visible"/>
                                      </p:to>
                                    </p:set>
                                    <p:animEffect transition="in" filter="wipe(right)">
                                      <p:cBhvr>
                                        <p:cTn id="53" dur="500"/>
                                        <p:tgtEl>
                                          <p:spTgt spid="89"/>
                                        </p:tgtEl>
                                      </p:cBhvr>
                                    </p:animEffect>
                                  </p:childTnLst>
                                </p:cTn>
                              </p:par>
                            </p:childTnLst>
                          </p:cTn>
                        </p:par>
                        <p:par>
                          <p:cTn id="54" fill="hold">
                            <p:stCondLst>
                              <p:cond delay="6000"/>
                            </p:stCondLst>
                            <p:childTnLst>
                              <p:par>
                                <p:cTn id="55" presetID="53" presetClass="entr" presetSubtype="0" fill="hold" grpId="0" nodeType="afterEffect">
                                  <p:stCondLst>
                                    <p:cond delay="0"/>
                                  </p:stCondLst>
                                  <p:childTnLst>
                                    <p:set>
                                      <p:cBhvr>
                                        <p:cTn id="56" dur="1" fill="hold">
                                          <p:stCondLst>
                                            <p:cond delay="0"/>
                                          </p:stCondLst>
                                        </p:cTn>
                                        <p:tgtEl>
                                          <p:spTgt spid="72"/>
                                        </p:tgtEl>
                                        <p:attrNameLst>
                                          <p:attrName>style.visibility</p:attrName>
                                        </p:attrNameLst>
                                      </p:cBhvr>
                                      <p:to>
                                        <p:strVal val="visible"/>
                                      </p:to>
                                    </p:set>
                                    <p:anim calcmode="lin" valueType="num">
                                      <p:cBhvr>
                                        <p:cTn id="57" dur="500" fill="hold"/>
                                        <p:tgtEl>
                                          <p:spTgt spid="72"/>
                                        </p:tgtEl>
                                        <p:attrNameLst>
                                          <p:attrName>ppt_w</p:attrName>
                                        </p:attrNameLst>
                                      </p:cBhvr>
                                      <p:tavLst>
                                        <p:tav tm="0">
                                          <p:val>
                                            <p:fltVal val="0"/>
                                          </p:val>
                                        </p:tav>
                                        <p:tav tm="100000">
                                          <p:val>
                                            <p:strVal val="#ppt_w"/>
                                          </p:val>
                                        </p:tav>
                                      </p:tavLst>
                                    </p:anim>
                                    <p:anim calcmode="lin" valueType="num">
                                      <p:cBhvr>
                                        <p:cTn id="58" dur="500" fill="hold"/>
                                        <p:tgtEl>
                                          <p:spTgt spid="72"/>
                                        </p:tgtEl>
                                        <p:attrNameLst>
                                          <p:attrName>ppt_h</p:attrName>
                                        </p:attrNameLst>
                                      </p:cBhvr>
                                      <p:tavLst>
                                        <p:tav tm="0">
                                          <p:val>
                                            <p:fltVal val="0"/>
                                          </p:val>
                                        </p:tav>
                                        <p:tav tm="100000">
                                          <p:val>
                                            <p:strVal val="#ppt_h"/>
                                          </p:val>
                                        </p:tav>
                                      </p:tavLst>
                                    </p:anim>
                                    <p:animEffect transition="in" filter="fade">
                                      <p:cBhvr>
                                        <p:cTn id="59" dur="500"/>
                                        <p:tgtEl>
                                          <p:spTgt spid="72"/>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83"/>
                                        </p:tgtEl>
                                        <p:attrNameLst>
                                          <p:attrName>style.visibility</p:attrName>
                                        </p:attrNameLst>
                                      </p:cBhvr>
                                      <p:to>
                                        <p:strVal val="visible"/>
                                      </p:to>
                                    </p:set>
                                    <p:animEffect transition="in" filter="wipe(left)">
                                      <p:cBhvr>
                                        <p:cTn id="63" dur="500"/>
                                        <p:tgtEl>
                                          <p:spTgt spid="83"/>
                                        </p:tgtEl>
                                      </p:cBhvr>
                                    </p:animEffect>
                                  </p:childTnLst>
                                </p:cTn>
                              </p:par>
                            </p:childTnLst>
                          </p:cTn>
                        </p:par>
                        <p:par>
                          <p:cTn id="64" fill="hold">
                            <p:stCondLst>
                              <p:cond delay="7000"/>
                            </p:stCondLst>
                            <p:childTnLst>
                              <p:par>
                                <p:cTn id="65" presetID="16" presetClass="entr" presetSubtype="37" fill="hold" nodeType="after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barn(outVertical)">
                                      <p:cBhvr>
                                        <p:cTn id="67" dur="1000"/>
                                        <p:tgtEl>
                                          <p:spTgt spid="14"/>
                                        </p:tgtEl>
                                      </p:cBhvr>
                                    </p:animEffect>
                                  </p:childTnLst>
                                </p:cTn>
                              </p:par>
                            </p:childTnLst>
                          </p:cTn>
                        </p:par>
                        <p:par>
                          <p:cTn id="68" fill="hold">
                            <p:stCondLst>
                              <p:cond delay="8000"/>
                            </p:stCondLst>
                            <p:childTnLst>
                              <p:par>
                                <p:cTn id="69" presetID="53" presetClass="entr" presetSubtype="0" fill="hold" nodeType="after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p:cTn id="71" dur="500" fill="hold"/>
                                        <p:tgtEl>
                                          <p:spTgt spid="25"/>
                                        </p:tgtEl>
                                        <p:attrNameLst>
                                          <p:attrName>ppt_w</p:attrName>
                                        </p:attrNameLst>
                                      </p:cBhvr>
                                      <p:tavLst>
                                        <p:tav tm="0">
                                          <p:val>
                                            <p:fltVal val="0"/>
                                          </p:val>
                                        </p:tav>
                                        <p:tav tm="100000">
                                          <p:val>
                                            <p:strVal val="#ppt_w"/>
                                          </p:val>
                                        </p:tav>
                                      </p:tavLst>
                                    </p:anim>
                                    <p:anim calcmode="lin" valueType="num">
                                      <p:cBhvr>
                                        <p:cTn id="72" dur="500" fill="hold"/>
                                        <p:tgtEl>
                                          <p:spTgt spid="25"/>
                                        </p:tgtEl>
                                        <p:attrNameLst>
                                          <p:attrName>ppt_h</p:attrName>
                                        </p:attrNameLst>
                                      </p:cBhvr>
                                      <p:tavLst>
                                        <p:tav tm="0">
                                          <p:val>
                                            <p:fltVal val="0"/>
                                          </p:val>
                                        </p:tav>
                                        <p:tav tm="100000">
                                          <p:val>
                                            <p:strVal val="#ppt_h"/>
                                          </p:val>
                                        </p:tav>
                                      </p:tavLst>
                                    </p:anim>
                                    <p:animEffect transition="in" filter="fade">
                                      <p:cBhvr>
                                        <p:cTn id="73" dur="500"/>
                                        <p:tgtEl>
                                          <p:spTgt spid="25"/>
                                        </p:tgtEl>
                                      </p:cBhvr>
                                    </p:animEffect>
                                  </p:childTnLst>
                                </p:cTn>
                              </p:par>
                            </p:childTnLst>
                          </p:cTn>
                        </p:par>
                        <p:par>
                          <p:cTn id="74" fill="hold">
                            <p:stCondLst>
                              <p:cond delay="8500"/>
                            </p:stCondLst>
                            <p:childTnLst>
                              <p:par>
                                <p:cTn id="75" presetID="53" presetClass="entr" presetSubtype="0" fill="hold" grpId="0" nodeType="afterEffect">
                                  <p:stCondLst>
                                    <p:cond delay="0"/>
                                  </p:stCondLst>
                                  <p:childTnLst>
                                    <p:set>
                                      <p:cBhvr>
                                        <p:cTn id="76" dur="1" fill="hold">
                                          <p:stCondLst>
                                            <p:cond delay="0"/>
                                          </p:stCondLst>
                                        </p:cTn>
                                        <p:tgtEl>
                                          <p:spTgt spid="78"/>
                                        </p:tgtEl>
                                        <p:attrNameLst>
                                          <p:attrName>style.visibility</p:attrName>
                                        </p:attrNameLst>
                                      </p:cBhvr>
                                      <p:to>
                                        <p:strVal val="visible"/>
                                      </p:to>
                                    </p:set>
                                    <p:anim calcmode="lin" valueType="num">
                                      <p:cBhvr>
                                        <p:cTn id="77" dur="500" fill="hold"/>
                                        <p:tgtEl>
                                          <p:spTgt spid="78"/>
                                        </p:tgtEl>
                                        <p:attrNameLst>
                                          <p:attrName>ppt_w</p:attrName>
                                        </p:attrNameLst>
                                      </p:cBhvr>
                                      <p:tavLst>
                                        <p:tav tm="0">
                                          <p:val>
                                            <p:fltVal val="0"/>
                                          </p:val>
                                        </p:tav>
                                        <p:tav tm="100000">
                                          <p:val>
                                            <p:strVal val="#ppt_w"/>
                                          </p:val>
                                        </p:tav>
                                      </p:tavLst>
                                    </p:anim>
                                    <p:anim calcmode="lin" valueType="num">
                                      <p:cBhvr>
                                        <p:cTn id="78" dur="500" fill="hold"/>
                                        <p:tgtEl>
                                          <p:spTgt spid="78"/>
                                        </p:tgtEl>
                                        <p:attrNameLst>
                                          <p:attrName>ppt_h</p:attrName>
                                        </p:attrNameLst>
                                      </p:cBhvr>
                                      <p:tavLst>
                                        <p:tav tm="0">
                                          <p:val>
                                            <p:fltVal val="0"/>
                                          </p:val>
                                        </p:tav>
                                        <p:tav tm="100000">
                                          <p:val>
                                            <p:strVal val="#ppt_h"/>
                                          </p:val>
                                        </p:tav>
                                      </p:tavLst>
                                    </p:anim>
                                    <p:animEffect transition="in" filter="fade">
                                      <p:cBhvr>
                                        <p:cTn id="79" dur="500"/>
                                        <p:tgtEl>
                                          <p:spTgt spid="78"/>
                                        </p:tgtEl>
                                      </p:cBhvr>
                                    </p:animEffect>
                                  </p:childTnLst>
                                </p:cTn>
                              </p:par>
                            </p:childTnLst>
                          </p:cTn>
                        </p:par>
                        <p:par>
                          <p:cTn id="80" fill="hold">
                            <p:stCondLst>
                              <p:cond delay="9000"/>
                            </p:stCondLst>
                            <p:childTnLst>
                              <p:par>
                                <p:cTn id="81" presetID="22" presetClass="entr" presetSubtype="2" fill="hold" grpId="0" nodeType="afterEffect">
                                  <p:stCondLst>
                                    <p:cond delay="0"/>
                                  </p:stCondLst>
                                  <p:childTnLst>
                                    <p:set>
                                      <p:cBhvr>
                                        <p:cTn id="82" dur="1" fill="hold">
                                          <p:stCondLst>
                                            <p:cond delay="0"/>
                                          </p:stCondLst>
                                        </p:cTn>
                                        <p:tgtEl>
                                          <p:spTgt spid="90"/>
                                        </p:tgtEl>
                                        <p:attrNameLst>
                                          <p:attrName>style.visibility</p:attrName>
                                        </p:attrNameLst>
                                      </p:cBhvr>
                                      <p:to>
                                        <p:strVal val="visible"/>
                                      </p:to>
                                    </p:set>
                                    <p:animEffect transition="in" filter="wipe(right)">
                                      <p:cBhvr>
                                        <p:cTn id="83" dur="500"/>
                                        <p:tgtEl>
                                          <p:spTgt spid="90"/>
                                        </p:tgtEl>
                                      </p:cBhvr>
                                    </p:animEffect>
                                  </p:childTnLst>
                                </p:cTn>
                              </p:par>
                            </p:childTnLst>
                          </p:cTn>
                        </p:par>
                        <p:par>
                          <p:cTn id="84" fill="hold">
                            <p:stCondLst>
                              <p:cond delay="9500"/>
                            </p:stCondLst>
                            <p:childTnLst>
                              <p:par>
                                <p:cTn id="85" presetID="53" presetClass="entr" presetSubtype="0" fill="hold" grpId="0" nodeType="afterEffect">
                                  <p:stCondLst>
                                    <p:cond delay="0"/>
                                  </p:stCondLst>
                                  <p:childTnLst>
                                    <p:set>
                                      <p:cBhvr>
                                        <p:cTn id="86" dur="1" fill="hold">
                                          <p:stCondLst>
                                            <p:cond delay="0"/>
                                          </p:stCondLst>
                                        </p:cTn>
                                        <p:tgtEl>
                                          <p:spTgt spid="70"/>
                                        </p:tgtEl>
                                        <p:attrNameLst>
                                          <p:attrName>style.visibility</p:attrName>
                                        </p:attrNameLst>
                                      </p:cBhvr>
                                      <p:to>
                                        <p:strVal val="visible"/>
                                      </p:to>
                                    </p:set>
                                    <p:anim calcmode="lin" valueType="num">
                                      <p:cBhvr>
                                        <p:cTn id="87" dur="500" fill="hold"/>
                                        <p:tgtEl>
                                          <p:spTgt spid="70"/>
                                        </p:tgtEl>
                                        <p:attrNameLst>
                                          <p:attrName>ppt_w</p:attrName>
                                        </p:attrNameLst>
                                      </p:cBhvr>
                                      <p:tavLst>
                                        <p:tav tm="0">
                                          <p:val>
                                            <p:fltVal val="0"/>
                                          </p:val>
                                        </p:tav>
                                        <p:tav tm="100000">
                                          <p:val>
                                            <p:strVal val="#ppt_w"/>
                                          </p:val>
                                        </p:tav>
                                      </p:tavLst>
                                    </p:anim>
                                    <p:anim calcmode="lin" valueType="num">
                                      <p:cBhvr>
                                        <p:cTn id="88" dur="500" fill="hold"/>
                                        <p:tgtEl>
                                          <p:spTgt spid="70"/>
                                        </p:tgtEl>
                                        <p:attrNameLst>
                                          <p:attrName>ppt_h</p:attrName>
                                        </p:attrNameLst>
                                      </p:cBhvr>
                                      <p:tavLst>
                                        <p:tav tm="0">
                                          <p:val>
                                            <p:fltVal val="0"/>
                                          </p:val>
                                        </p:tav>
                                        <p:tav tm="100000">
                                          <p:val>
                                            <p:strVal val="#ppt_h"/>
                                          </p:val>
                                        </p:tav>
                                      </p:tavLst>
                                    </p:anim>
                                    <p:animEffect transition="in" filter="fade">
                                      <p:cBhvr>
                                        <p:cTn id="89" dur="500"/>
                                        <p:tgtEl>
                                          <p:spTgt spid="70"/>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84"/>
                                        </p:tgtEl>
                                        <p:attrNameLst>
                                          <p:attrName>style.visibility</p:attrName>
                                        </p:attrNameLst>
                                      </p:cBhvr>
                                      <p:to>
                                        <p:strVal val="visible"/>
                                      </p:to>
                                    </p:set>
                                    <p:animEffect transition="in" filter="wipe(left)">
                                      <p:cBhvr>
                                        <p:cTn id="93"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1" grpId="0"/>
      <p:bldP spid="89" grpId="0"/>
      <p:bldP spid="90" grpId="0"/>
      <p:bldP spid="70" grpId="0"/>
      <p:bldP spid="72" grpId="0"/>
      <p:bldP spid="75" grpId="0"/>
      <p:bldP spid="82" grpId="0"/>
      <p:bldP spid="83" grpId="0"/>
      <p:bldP spid="84"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Arrow Infographic</a:t>
            </a:r>
            <a:endParaRPr lang="en-US" dirty="0"/>
          </a:p>
        </p:txBody>
      </p:sp>
      <p:sp>
        <p:nvSpPr>
          <p:cNvPr id="8" name="Text Placeholder 7"/>
          <p:cNvSpPr>
            <a:spLocks noGrp="1"/>
          </p:cNvSpPr>
          <p:nvPr>
            <p:ph type="body" sz="half" idx="2"/>
          </p:nvPr>
        </p:nvSpPr>
        <p:spPr/>
        <p:txBody>
          <a:bodyPr/>
          <a:lstStyle/>
          <a:p>
            <a:r>
              <a:rPr lang="en-US"/>
              <a:t>Arrow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160</a:t>
            </a:fld>
            <a:endParaRPr lang="en-US" dirty="0"/>
          </a:p>
        </p:txBody>
      </p:sp>
      <p:sp>
        <p:nvSpPr>
          <p:cNvPr id="5" name="Freeform 4"/>
          <p:cNvSpPr/>
          <p:nvPr/>
        </p:nvSpPr>
        <p:spPr bwMode="auto">
          <a:xfrm rot="18900000" flipH="1">
            <a:off x="6821813" y="2187974"/>
            <a:ext cx="1397477" cy="1397478"/>
          </a:xfrm>
          <a:custGeom>
            <a:avLst/>
            <a:gdLst>
              <a:gd name="connsiteX0" fmla="*/ 0 w 1628122"/>
              <a:gd name="connsiteY0" fmla="*/ 1628122 h 1628122"/>
              <a:gd name="connsiteX1" fmla="*/ 0 w 1628122"/>
              <a:gd name="connsiteY1" fmla="*/ 0 h 1628122"/>
              <a:gd name="connsiteX2" fmla="*/ 1628122 w 1628122"/>
              <a:gd name="connsiteY2" fmla="*/ 1628122 h 1628122"/>
              <a:gd name="connsiteX3" fmla="*/ 0 w 1628122"/>
              <a:gd name="connsiteY3" fmla="*/ 1628122 h 1628122"/>
            </a:gdLst>
            <a:ahLst/>
            <a:cxnLst>
              <a:cxn ang="0">
                <a:pos x="connsiteX0" y="connsiteY0"/>
              </a:cxn>
              <a:cxn ang="0">
                <a:pos x="connsiteX1" y="connsiteY1"/>
              </a:cxn>
              <a:cxn ang="0">
                <a:pos x="connsiteX2" y="connsiteY2"/>
              </a:cxn>
              <a:cxn ang="0">
                <a:pos x="connsiteX3" y="connsiteY3"/>
              </a:cxn>
            </a:cxnLst>
            <a:rect l="l" t="t" r="r" b="b"/>
            <a:pathLst>
              <a:path w="1628122" h="1628122">
                <a:moveTo>
                  <a:pt x="0" y="1628122"/>
                </a:moveTo>
                <a:lnTo>
                  <a:pt x="0" y="0"/>
                </a:lnTo>
                <a:lnTo>
                  <a:pt x="1628122" y="1628122"/>
                </a:lnTo>
                <a:lnTo>
                  <a:pt x="0" y="1628122"/>
                </a:lnTo>
                <a:close/>
              </a:path>
            </a:pathLst>
          </a:custGeom>
          <a:gradFill>
            <a:gsLst>
              <a:gs pos="49000">
                <a:schemeClr val="accent4">
                  <a:lumMod val="75000"/>
                </a:schemeClr>
              </a:gs>
              <a:gs pos="50000">
                <a:schemeClr val="accent3">
                  <a:lumMod val="75000"/>
                </a:schemeClr>
              </a:gs>
            </a:gsLst>
            <a:lin ang="276000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14"/>
          <p:cNvGrpSpPr/>
          <p:nvPr/>
        </p:nvGrpSpPr>
        <p:grpSpPr>
          <a:xfrm>
            <a:off x="4800600" y="2286960"/>
            <a:ext cx="2722223" cy="1242703"/>
            <a:chOff x="1695450" y="2114550"/>
            <a:chExt cx="4171949" cy="1143001"/>
          </a:xfrm>
        </p:grpSpPr>
        <p:sp>
          <p:nvSpPr>
            <p:cNvPr id="6" name="Rectangle 5"/>
            <p:cNvSpPr/>
            <p:nvPr/>
          </p:nvSpPr>
          <p:spPr bwMode="auto">
            <a:xfrm>
              <a:off x="4191000" y="2114550"/>
              <a:ext cx="1676399" cy="53340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Diagonal Stripe 12"/>
            <p:cNvSpPr/>
            <p:nvPr/>
          </p:nvSpPr>
          <p:spPr bwMode="auto">
            <a:xfrm rot="10800000">
              <a:off x="2362200" y="2114550"/>
              <a:ext cx="1828800" cy="1143000"/>
            </a:xfrm>
            <a:prstGeom prst="diagStripe">
              <a:avLst>
                <a:gd name="adj" fmla="val 53333"/>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 name="Left Arrow 13"/>
            <p:cNvSpPr/>
            <p:nvPr/>
          </p:nvSpPr>
          <p:spPr bwMode="auto">
            <a:xfrm>
              <a:off x="1695450" y="2724151"/>
              <a:ext cx="1524000" cy="533400"/>
            </a:xfrm>
            <a:prstGeom prst="leftArrow">
              <a:avLst>
                <a:gd name="adj1" fmla="val 100000"/>
                <a:gd name="adj2" fmla="val 49107"/>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15"/>
          <p:cNvGrpSpPr/>
          <p:nvPr/>
        </p:nvGrpSpPr>
        <p:grpSpPr>
          <a:xfrm flipV="1">
            <a:off x="4800600" y="2221552"/>
            <a:ext cx="2722223" cy="1242705"/>
            <a:chOff x="1695450" y="2114550"/>
            <a:chExt cx="4171949" cy="1143001"/>
          </a:xfrm>
        </p:grpSpPr>
        <p:sp>
          <p:nvSpPr>
            <p:cNvPr id="17" name="Rectangle 16"/>
            <p:cNvSpPr/>
            <p:nvPr/>
          </p:nvSpPr>
          <p:spPr bwMode="auto">
            <a:xfrm>
              <a:off x="4191000" y="2114550"/>
              <a:ext cx="1676399" cy="5334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Diagonal Stripe 17"/>
            <p:cNvSpPr/>
            <p:nvPr/>
          </p:nvSpPr>
          <p:spPr bwMode="auto">
            <a:xfrm rot="10800000">
              <a:off x="2362200" y="2114550"/>
              <a:ext cx="1828800" cy="1143000"/>
            </a:xfrm>
            <a:prstGeom prst="diagStripe">
              <a:avLst>
                <a:gd name="adj" fmla="val 53333"/>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Left Arrow 18"/>
            <p:cNvSpPr/>
            <p:nvPr/>
          </p:nvSpPr>
          <p:spPr bwMode="auto">
            <a:xfrm>
              <a:off x="1695450" y="2724151"/>
              <a:ext cx="1524000" cy="533400"/>
            </a:xfrm>
            <a:prstGeom prst="leftArrow">
              <a:avLst>
                <a:gd name="adj1" fmla="val 100000"/>
                <a:gd name="adj2" fmla="val 49107"/>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28" name="Freeform 27"/>
          <p:cNvSpPr/>
          <p:nvPr/>
        </p:nvSpPr>
        <p:spPr bwMode="auto">
          <a:xfrm rot="2700000">
            <a:off x="924710" y="2187975"/>
            <a:ext cx="1397477" cy="1397478"/>
          </a:xfrm>
          <a:custGeom>
            <a:avLst/>
            <a:gdLst>
              <a:gd name="connsiteX0" fmla="*/ 0 w 1628122"/>
              <a:gd name="connsiteY0" fmla="*/ 1628122 h 1628122"/>
              <a:gd name="connsiteX1" fmla="*/ 0 w 1628122"/>
              <a:gd name="connsiteY1" fmla="*/ 0 h 1628122"/>
              <a:gd name="connsiteX2" fmla="*/ 1628122 w 1628122"/>
              <a:gd name="connsiteY2" fmla="*/ 1628122 h 1628122"/>
              <a:gd name="connsiteX3" fmla="*/ 0 w 1628122"/>
              <a:gd name="connsiteY3" fmla="*/ 1628122 h 1628122"/>
            </a:gdLst>
            <a:ahLst/>
            <a:cxnLst>
              <a:cxn ang="0">
                <a:pos x="connsiteX0" y="connsiteY0"/>
              </a:cxn>
              <a:cxn ang="0">
                <a:pos x="connsiteX1" y="connsiteY1"/>
              </a:cxn>
              <a:cxn ang="0">
                <a:pos x="connsiteX2" y="connsiteY2"/>
              </a:cxn>
              <a:cxn ang="0">
                <a:pos x="connsiteX3" y="connsiteY3"/>
              </a:cxn>
            </a:cxnLst>
            <a:rect l="l" t="t" r="r" b="b"/>
            <a:pathLst>
              <a:path w="1628122" h="1628122">
                <a:moveTo>
                  <a:pt x="0" y="1628122"/>
                </a:moveTo>
                <a:lnTo>
                  <a:pt x="0" y="0"/>
                </a:lnTo>
                <a:lnTo>
                  <a:pt x="1628122" y="1628122"/>
                </a:lnTo>
                <a:lnTo>
                  <a:pt x="0" y="1628122"/>
                </a:lnTo>
                <a:close/>
              </a:path>
            </a:pathLst>
          </a:custGeom>
          <a:gradFill>
            <a:gsLst>
              <a:gs pos="49000">
                <a:schemeClr val="accent2">
                  <a:lumMod val="75000"/>
                </a:schemeClr>
              </a:gs>
              <a:gs pos="50000">
                <a:schemeClr val="accent1">
                  <a:lumMod val="75000"/>
                </a:schemeClr>
              </a:gs>
            </a:gsLst>
            <a:lin ang="276000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4" name="Group 30"/>
          <p:cNvGrpSpPr/>
          <p:nvPr/>
        </p:nvGrpSpPr>
        <p:grpSpPr>
          <a:xfrm flipH="1">
            <a:off x="1621177" y="2286960"/>
            <a:ext cx="2722223" cy="1242702"/>
            <a:chOff x="1695450" y="2114550"/>
            <a:chExt cx="4171949" cy="1143001"/>
          </a:xfrm>
        </p:grpSpPr>
        <p:sp>
          <p:nvSpPr>
            <p:cNvPr id="36" name="Rectangle 35"/>
            <p:cNvSpPr/>
            <p:nvPr/>
          </p:nvSpPr>
          <p:spPr bwMode="auto">
            <a:xfrm>
              <a:off x="4191000" y="2114550"/>
              <a:ext cx="1676399" cy="5334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7" name="Diagonal Stripe 36"/>
            <p:cNvSpPr/>
            <p:nvPr/>
          </p:nvSpPr>
          <p:spPr bwMode="auto">
            <a:xfrm rot="10800000">
              <a:off x="2362200" y="2114550"/>
              <a:ext cx="1828800" cy="1143000"/>
            </a:xfrm>
            <a:prstGeom prst="diagStripe">
              <a:avLst>
                <a:gd name="adj" fmla="val 53333"/>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8" name="Left Arrow 37"/>
            <p:cNvSpPr/>
            <p:nvPr/>
          </p:nvSpPr>
          <p:spPr bwMode="auto">
            <a:xfrm>
              <a:off x="1695450" y="2724151"/>
              <a:ext cx="1524000" cy="533400"/>
            </a:xfrm>
            <a:prstGeom prst="leftArrow">
              <a:avLst>
                <a:gd name="adj1" fmla="val 100000"/>
                <a:gd name="adj2" fmla="val 49107"/>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9" name="Group 31"/>
          <p:cNvGrpSpPr/>
          <p:nvPr/>
        </p:nvGrpSpPr>
        <p:grpSpPr>
          <a:xfrm flipH="1" flipV="1">
            <a:off x="1621177" y="2221556"/>
            <a:ext cx="2722223" cy="1242704"/>
            <a:chOff x="1695450" y="2114550"/>
            <a:chExt cx="4171949" cy="1143001"/>
          </a:xfrm>
        </p:grpSpPr>
        <p:sp>
          <p:nvSpPr>
            <p:cNvPr id="33" name="Rectangle 32"/>
            <p:cNvSpPr/>
            <p:nvPr/>
          </p:nvSpPr>
          <p:spPr bwMode="auto">
            <a:xfrm>
              <a:off x="4191000" y="2114550"/>
              <a:ext cx="1676399" cy="5334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4" name="Diagonal Stripe 33"/>
            <p:cNvSpPr/>
            <p:nvPr/>
          </p:nvSpPr>
          <p:spPr bwMode="auto">
            <a:xfrm rot="10800000">
              <a:off x="2362200" y="2114550"/>
              <a:ext cx="1828800" cy="1143000"/>
            </a:xfrm>
            <a:prstGeom prst="diagStripe">
              <a:avLst>
                <a:gd name="adj" fmla="val 53333"/>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5" name="Left Arrow 34"/>
            <p:cNvSpPr/>
            <p:nvPr/>
          </p:nvSpPr>
          <p:spPr bwMode="auto">
            <a:xfrm>
              <a:off x="1695450" y="2724151"/>
              <a:ext cx="1524000" cy="533400"/>
            </a:xfrm>
            <a:prstGeom prst="leftArrow">
              <a:avLst>
                <a:gd name="adj1" fmla="val 100000"/>
                <a:gd name="adj2" fmla="val 49107"/>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41" name="TextBox 40"/>
          <p:cNvSpPr txBox="1"/>
          <p:nvPr/>
        </p:nvSpPr>
        <p:spPr>
          <a:xfrm>
            <a:off x="3556634" y="2327679"/>
            <a:ext cx="390619" cy="369332"/>
          </a:xfrm>
          <a:prstGeom prst="rect">
            <a:avLst/>
          </a:prstGeom>
          <a:noFill/>
        </p:spPr>
        <p:txBody>
          <a:bodyPr wrap="square" lIns="0" tIns="0" rIns="0" bIns="0" rtlCol="0" anchor="ctr">
            <a:spAutoFit/>
          </a:bodyPr>
          <a:lstStyle/>
          <a:p>
            <a:pPr lvl="0" algn="ctr" defTabSz="914400">
              <a:spcBef>
                <a:spcPct val="20000"/>
              </a:spcBef>
              <a:defRPr/>
            </a:pPr>
            <a:r>
              <a:rPr lang="en-US" sz="2400" b="1" dirty="0">
                <a:solidFill>
                  <a:schemeClr val="bg1"/>
                </a:solidFill>
              </a:rPr>
              <a:t>01</a:t>
            </a:r>
            <a:endParaRPr lang="en-US" sz="2400" dirty="0">
              <a:solidFill>
                <a:schemeClr val="bg1"/>
              </a:solidFill>
            </a:endParaRPr>
          </a:p>
        </p:txBody>
      </p:sp>
      <p:sp>
        <p:nvSpPr>
          <p:cNvPr id="42" name="TextBox 41"/>
          <p:cNvSpPr txBox="1"/>
          <p:nvPr/>
        </p:nvSpPr>
        <p:spPr>
          <a:xfrm>
            <a:off x="3556634" y="3046285"/>
            <a:ext cx="390619" cy="369332"/>
          </a:xfrm>
          <a:prstGeom prst="rect">
            <a:avLst/>
          </a:prstGeom>
          <a:noFill/>
        </p:spPr>
        <p:txBody>
          <a:bodyPr wrap="square" lIns="0" tIns="0" rIns="0" bIns="0" rtlCol="0" anchor="ctr">
            <a:spAutoFit/>
          </a:bodyPr>
          <a:lstStyle/>
          <a:p>
            <a:pPr lvl="0" algn="ctr" defTabSz="914400">
              <a:spcBef>
                <a:spcPct val="20000"/>
              </a:spcBef>
              <a:defRPr/>
            </a:pPr>
            <a:r>
              <a:rPr lang="en-US" sz="2400" b="1" dirty="0">
                <a:solidFill>
                  <a:schemeClr val="bg1"/>
                </a:solidFill>
              </a:rPr>
              <a:t>02</a:t>
            </a:r>
            <a:endParaRPr lang="en-US" sz="2400" dirty="0">
              <a:solidFill>
                <a:schemeClr val="bg1"/>
              </a:solidFill>
            </a:endParaRPr>
          </a:p>
        </p:txBody>
      </p:sp>
      <p:sp>
        <p:nvSpPr>
          <p:cNvPr id="43" name="TextBox 42"/>
          <p:cNvSpPr txBox="1"/>
          <p:nvPr/>
        </p:nvSpPr>
        <p:spPr>
          <a:xfrm>
            <a:off x="5187019" y="2327679"/>
            <a:ext cx="390619" cy="369332"/>
          </a:xfrm>
          <a:prstGeom prst="rect">
            <a:avLst/>
          </a:prstGeom>
          <a:noFill/>
        </p:spPr>
        <p:txBody>
          <a:bodyPr wrap="square" lIns="0" tIns="0" rIns="0" bIns="0" rtlCol="0" anchor="ctr">
            <a:spAutoFit/>
          </a:bodyPr>
          <a:lstStyle/>
          <a:p>
            <a:pPr lvl="0" algn="ctr" defTabSz="914400">
              <a:spcBef>
                <a:spcPct val="20000"/>
              </a:spcBef>
              <a:defRPr/>
            </a:pPr>
            <a:r>
              <a:rPr lang="en-US" sz="2400" b="1" dirty="0">
                <a:solidFill>
                  <a:schemeClr val="bg1"/>
                </a:solidFill>
              </a:rPr>
              <a:t>03</a:t>
            </a:r>
            <a:endParaRPr lang="en-US" sz="2400" dirty="0">
              <a:solidFill>
                <a:schemeClr val="bg1"/>
              </a:solidFill>
            </a:endParaRPr>
          </a:p>
        </p:txBody>
      </p:sp>
      <p:sp>
        <p:nvSpPr>
          <p:cNvPr id="44" name="TextBox 43"/>
          <p:cNvSpPr txBox="1"/>
          <p:nvPr/>
        </p:nvSpPr>
        <p:spPr>
          <a:xfrm>
            <a:off x="5187019" y="3046285"/>
            <a:ext cx="390619" cy="369332"/>
          </a:xfrm>
          <a:prstGeom prst="rect">
            <a:avLst/>
          </a:prstGeom>
          <a:noFill/>
        </p:spPr>
        <p:txBody>
          <a:bodyPr wrap="square" lIns="0" tIns="0" rIns="0" bIns="0" rtlCol="0" anchor="ctr">
            <a:spAutoFit/>
          </a:bodyPr>
          <a:lstStyle/>
          <a:p>
            <a:pPr lvl="0" algn="ctr" defTabSz="914400">
              <a:spcBef>
                <a:spcPct val="20000"/>
              </a:spcBef>
              <a:defRPr/>
            </a:pPr>
            <a:r>
              <a:rPr lang="en-US" sz="2400" b="1" dirty="0">
                <a:solidFill>
                  <a:schemeClr val="bg1"/>
                </a:solidFill>
              </a:rPr>
              <a:t>04</a:t>
            </a:r>
            <a:endParaRPr lang="en-US" sz="2400" dirty="0">
              <a:solidFill>
                <a:schemeClr val="bg1"/>
              </a:solidFill>
            </a:endParaRPr>
          </a:p>
        </p:txBody>
      </p:sp>
      <p:sp>
        <p:nvSpPr>
          <p:cNvPr id="45" name="Freeform 66"/>
          <p:cNvSpPr>
            <a:spLocks noEditPoints="1"/>
          </p:cNvSpPr>
          <p:nvPr/>
        </p:nvSpPr>
        <p:spPr bwMode="auto">
          <a:xfrm>
            <a:off x="1978010" y="2454811"/>
            <a:ext cx="337341" cy="261656"/>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
          <p:cNvSpPr>
            <a:spLocks noEditPoints="1"/>
          </p:cNvSpPr>
          <p:nvPr/>
        </p:nvSpPr>
        <p:spPr bwMode="auto">
          <a:xfrm>
            <a:off x="2014708" y="3046285"/>
            <a:ext cx="263944" cy="266054"/>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131"/>
          <p:cNvSpPr>
            <a:spLocks/>
          </p:cNvSpPr>
          <p:nvPr/>
        </p:nvSpPr>
        <p:spPr bwMode="auto">
          <a:xfrm>
            <a:off x="6883187" y="2455884"/>
            <a:ext cx="256694" cy="260583"/>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
          <p:cNvSpPr>
            <a:spLocks noEditPoints="1"/>
          </p:cNvSpPr>
          <p:nvPr/>
        </p:nvSpPr>
        <p:spPr bwMode="auto">
          <a:xfrm>
            <a:off x="6864661" y="3046285"/>
            <a:ext cx="293746" cy="293746"/>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0" name="Group 66"/>
          <p:cNvGrpSpPr/>
          <p:nvPr/>
        </p:nvGrpSpPr>
        <p:grpSpPr>
          <a:xfrm>
            <a:off x="5280758" y="1438189"/>
            <a:ext cx="1947726" cy="647230"/>
            <a:chOff x="5603652" y="1698219"/>
            <a:chExt cx="1947726" cy="647230"/>
          </a:xfrm>
        </p:grpSpPr>
        <p:sp>
          <p:nvSpPr>
            <p:cNvPr id="50" name="Text Placeholder 3"/>
            <p:cNvSpPr txBox="1">
              <a:spLocks/>
            </p:cNvSpPr>
            <p:nvPr/>
          </p:nvSpPr>
          <p:spPr>
            <a:xfrm>
              <a:off x="5603652" y="16982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51"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1" name="Group 75"/>
          <p:cNvGrpSpPr/>
          <p:nvPr/>
        </p:nvGrpSpPr>
        <p:grpSpPr>
          <a:xfrm>
            <a:off x="1874779" y="1428750"/>
            <a:ext cx="1947744" cy="666108"/>
            <a:chOff x="5603652" y="1679341"/>
            <a:chExt cx="1947744" cy="666108"/>
          </a:xfrm>
        </p:grpSpPr>
        <p:sp>
          <p:nvSpPr>
            <p:cNvPr id="53" name="Text Placeholder 3"/>
            <p:cNvSpPr txBox="1">
              <a:spLocks/>
            </p:cNvSpPr>
            <p:nvPr/>
          </p:nvSpPr>
          <p:spPr>
            <a:xfrm>
              <a:off x="6631272" y="16793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lang="en-US" sz="1200" b="1" dirty="0">
                  <a:solidFill>
                    <a:schemeClr val="accent1"/>
                  </a:solidFill>
                </a:rPr>
                <a:t>Title Goes Here</a:t>
              </a:r>
              <a:endParaRPr kumimoji="0" lang="en-US" sz="1200" b="1" i="0" u="none" strike="noStrike" kern="1200" cap="none" spc="0" normalizeH="0" baseline="0" noProof="0" dirty="0">
                <a:ln>
                  <a:noFill/>
                </a:ln>
                <a:solidFill>
                  <a:schemeClr val="accent1"/>
                </a:solidFill>
                <a:effectLst/>
                <a:uLnTx/>
                <a:uFillTx/>
                <a:latin typeface="+mn-lt"/>
                <a:ea typeface="+mn-ea"/>
                <a:cs typeface="+mn-cs"/>
              </a:endParaRPr>
            </a:p>
          </p:txBody>
        </p:sp>
        <p:sp>
          <p:nvSpPr>
            <p:cNvPr id="5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2" name="Group 72"/>
          <p:cNvGrpSpPr/>
          <p:nvPr/>
        </p:nvGrpSpPr>
        <p:grpSpPr>
          <a:xfrm>
            <a:off x="1874779" y="3728910"/>
            <a:ext cx="1947737" cy="631194"/>
            <a:chOff x="5603652" y="1714255"/>
            <a:chExt cx="1947737" cy="631194"/>
          </a:xfrm>
        </p:grpSpPr>
        <p:sp>
          <p:nvSpPr>
            <p:cNvPr id="56" name="Text Placeholder 3"/>
            <p:cNvSpPr txBox="1">
              <a:spLocks/>
            </p:cNvSpPr>
            <p:nvPr/>
          </p:nvSpPr>
          <p:spPr>
            <a:xfrm>
              <a:off x="6631265" y="1714255"/>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57"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5" name="Group 69"/>
          <p:cNvGrpSpPr/>
          <p:nvPr/>
        </p:nvGrpSpPr>
        <p:grpSpPr>
          <a:xfrm>
            <a:off x="5280758" y="3719511"/>
            <a:ext cx="1947726" cy="649993"/>
            <a:chOff x="5603652" y="1695456"/>
            <a:chExt cx="1947726" cy="649993"/>
          </a:xfrm>
        </p:grpSpPr>
        <p:sp>
          <p:nvSpPr>
            <p:cNvPr id="59" name="Text Placeholder 3"/>
            <p:cNvSpPr txBox="1">
              <a:spLocks/>
            </p:cNvSpPr>
            <p:nvPr/>
          </p:nvSpPr>
          <p:spPr>
            <a:xfrm>
              <a:off x="5603652" y="1695456"/>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p>
          </p:txBody>
        </p:sp>
        <p:sp>
          <p:nvSpPr>
            <p:cNvPr id="6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500"/>
                                        <p:tgtEl>
                                          <p:spTgt spid="2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childTnLst>
                          </p:cTn>
                        </p:par>
                        <p:par>
                          <p:cTn id="16" fill="hold">
                            <p:stCondLst>
                              <p:cond delay="1500"/>
                            </p:stCondLst>
                            <p:childTnLst>
                              <p:par>
                                <p:cTn id="17" presetID="53" presetClass="entr" presetSubtype="0" fill="hold" grpId="0" nodeType="after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500" fill="hold"/>
                                        <p:tgtEl>
                                          <p:spTgt spid="45"/>
                                        </p:tgtEl>
                                        <p:attrNameLst>
                                          <p:attrName>ppt_w</p:attrName>
                                        </p:attrNameLst>
                                      </p:cBhvr>
                                      <p:tavLst>
                                        <p:tav tm="0">
                                          <p:val>
                                            <p:fltVal val="0"/>
                                          </p:val>
                                        </p:tav>
                                        <p:tav tm="100000">
                                          <p:val>
                                            <p:strVal val="#ppt_w"/>
                                          </p:val>
                                        </p:tav>
                                      </p:tavLst>
                                    </p:anim>
                                    <p:anim calcmode="lin" valueType="num">
                                      <p:cBhvr>
                                        <p:cTn id="20" dur="500" fill="hold"/>
                                        <p:tgtEl>
                                          <p:spTgt spid="45"/>
                                        </p:tgtEl>
                                        <p:attrNameLst>
                                          <p:attrName>ppt_h</p:attrName>
                                        </p:attrNameLst>
                                      </p:cBhvr>
                                      <p:tavLst>
                                        <p:tav tm="0">
                                          <p:val>
                                            <p:fltVal val="0"/>
                                          </p:val>
                                        </p:tav>
                                        <p:tav tm="100000">
                                          <p:val>
                                            <p:strVal val="#ppt_h"/>
                                          </p:val>
                                        </p:tav>
                                      </p:tavLst>
                                    </p:anim>
                                    <p:animEffect transition="in" filter="fade">
                                      <p:cBhvr>
                                        <p:cTn id="21" dur="500"/>
                                        <p:tgtEl>
                                          <p:spTgt spid="45"/>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46"/>
                                        </p:tgtEl>
                                        <p:attrNameLst>
                                          <p:attrName>style.visibility</p:attrName>
                                        </p:attrNameLst>
                                      </p:cBhvr>
                                      <p:to>
                                        <p:strVal val="visible"/>
                                      </p:to>
                                    </p:set>
                                    <p:anim calcmode="lin" valueType="num">
                                      <p:cBhvr>
                                        <p:cTn id="25" dur="500" fill="hold"/>
                                        <p:tgtEl>
                                          <p:spTgt spid="46"/>
                                        </p:tgtEl>
                                        <p:attrNameLst>
                                          <p:attrName>ppt_w</p:attrName>
                                        </p:attrNameLst>
                                      </p:cBhvr>
                                      <p:tavLst>
                                        <p:tav tm="0">
                                          <p:val>
                                            <p:fltVal val="0"/>
                                          </p:val>
                                        </p:tav>
                                        <p:tav tm="100000">
                                          <p:val>
                                            <p:strVal val="#ppt_w"/>
                                          </p:val>
                                        </p:tav>
                                      </p:tavLst>
                                    </p:anim>
                                    <p:anim calcmode="lin" valueType="num">
                                      <p:cBhvr>
                                        <p:cTn id="26" dur="500" fill="hold"/>
                                        <p:tgtEl>
                                          <p:spTgt spid="46"/>
                                        </p:tgtEl>
                                        <p:attrNameLst>
                                          <p:attrName>ppt_h</p:attrName>
                                        </p:attrNameLst>
                                      </p:cBhvr>
                                      <p:tavLst>
                                        <p:tav tm="0">
                                          <p:val>
                                            <p:fltVal val="0"/>
                                          </p:val>
                                        </p:tav>
                                        <p:tav tm="100000">
                                          <p:val>
                                            <p:strVal val="#ppt_h"/>
                                          </p:val>
                                        </p:tav>
                                      </p:tavLst>
                                    </p:anim>
                                    <p:animEffect transition="in" filter="fade">
                                      <p:cBhvr>
                                        <p:cTn id="27" dur="500"/>
                                        <p:tgtEl>
                                          <p:spTgt spid="46"/>
                                        </p:tgtEl>
                                      </p:cBhvr>
                                    </p:animEffect>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41"/>
                                        </p:tgtEl>
                                        <p:attrNameLst>
                                          <p:attrName>style.visibility</p:attrName>
                                        </p:attrNameLst>
                                      </p:cBhvr>
                                      <p:to>
                                        <p:strVal val="visible"/>
                                      </p:to>
                                    </p:set>
                                    <p:anim calcmode="lin" valueType="num">
                                      <p:cBhvr>
                                        <p:cTn id="31" dur="500" fill="hold"/>
                                        <p:tgtEl>
                                          <p:spTgt spid="41"/>
                                        </p:tgtEl>
                                        <p:attrNameLst>
                                          <p:attrName>ppt_w</p:attrName>
                                        </p:attrNameLst>
                                      </p:cBhvr>
                                      <p:tavLst>
                                        <p:tav tm="0">
                                          <p:val>
                                            <p:fltVal val="0"/>
                                          </p:val>
                                        </p:tav>
                                        <p:tav tm="100000">
                                          <p:val>
                                            <p:strVal val="#ppt_w"/>
                                          </p:val>
                                        </p:tav>
                                      </p:tavLst>
                                    </p:anim>
                                    <p:anim calcmode="lin" valueType="num">
                                      <p:cBhvr>
                                        <p:cTn id="32" dur="500" fill="hold"/>
                                        <p:tgtEl>
                                          <p:spTgt spid="41"/>
                                        </p:tgtEl>
                                        <p:attrNameLst>
                                          <p:attrName>ppt_h</p:attrName>
                                        </p:attrNameLst>
                                      </p:cBhvr>
                                      <p:tavLst>
                                        <p:tav tm="0">
                                          <p:val>
                                            <p:fltVal val="0"/>
                                          </p:val>
                                        </p:tav>
                                        <p:tav tm="100000">
                                          <p:val>
                                            <p:strVal val="#ppt_h"/>
                                          </p:val>
                                        </p:tav>
                                      </p:tavLst>
                                    </p:anim>
                                    <p:animEffect transition="in" filter="fade">
                                      <p:cBhvr>
                                        <p:cTn id="33" dur="500"/>
                                        <p:tgtEl>
                                          <p:spTgt spid="41"/>
                                        </p:tgtEl>
                                      </p:cBhvr>
                                    </p:animEffect>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500" fill="hold"/>
                                        <p:tgtEl>
                                          <p:spTgt spid="42"/>
                                        </p:tgtEl>
                                        <p:attrNameLst>
                                          <p:attrName>ppt_w</p:attrName>
                                        </p:attrNameLst>
                                      </p:cBhvr>
                                      <p:tavLst>
                                        <p:tav tm="0">
                                          <p:val>
                                            <p:fltVal val="0"/>
                                          </p:val>
                                        </p:tav>
                                        <p:tav tm="100000">
                                          <p:val>
                                            <p:strVal val="#ppt_w"/>
                                          </p:val>
                                        </p:tav>
                                      </p:tavLst>
                                    </p:anim>
                                    <p:anim calcmode="lin" valueType="num">
                                      <p:cBhvr>
                                        <p:cTn id="38" dur="500" fill="hold"/>
                                        <p:tgtEl>
                                          <p:spTgt spid="42"/>
                                        </p:tgtEl>
                                        <p:attrNameLst>
                                          <p:attrName>ppt_h</p:attrName>
                                        </p:attrNameLst>
                                      </p:cBhvr>
                                      <p:tavLst>
                                        <p:tav tm="0">
                                          <p:val>
                                            <p:fltVal val="0"/>
                                          </p:val>
                                        </p:tav>
                                        <p:tav tm="100000">
                                          <p:val>
                                            <p:strVal val="#ppt_h"/>
                                          </p:val>
                                        </p:tav>
                                      </p:tavLst>
                                    </p:anim>
                                    <p:animEffect transition="in" filter="fade">
                                      <p:cBhvr>
                                        <p:cTn id="39" dur="500"/>
                                        <p:tgtEl>
                                          <p:spTgt spid="42"/>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left)">
                                      <p:cBhvr>
                                        <p:cTn id="43" dur="500"/>
                                        <p:tgtEl>
                                          <p:spTgt spid="5"/>
                                        </p:tgtEl>
                                      </p:cBhvr>
                                    </p:animEffect>
                                  </p:childTnLst>
                                </p:cTn>
                              </p:par>
                            </p:childTnLst>
                          </p:cTn>
                        </p:par>
                        <p:par>
                          <p:cTn id="44" fill="hold">
                            <p:stCondLst>
                              <p:cond delay="4000"/>
                            </p:stCondLst>
                            <p:childTnLst>
                              <p:par>
                                <p:cTn id="45" presetID="22" presetClass="entr" presetSubtype="8" fill="hold" nodeType="after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wipe(left)">
                                      <p:cBhvr>
                                        <p:cTn id="47" dur="500"/>
                                        <p:tgtEl>
                                          <p:spTgt spid="2"/>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wipe(left)">
                                      <p:cBhvr>
                                        <p:cTn id="51" dur="500"/>
                                        <p:tgtEl>
                                          <p:spTgt spid="3"/>
                                        </p:tgtEl>
                                      </p:cBhvr>
                                    </p:animEffect>
                                  </p:childTnLst>
                                </p:cTn>
                              </p:par>
                            </p:childTnLst>
                          </p:cTn>
                        </p:par>
                        <p:par>
                          <p:cTn id="52" fill="hold">
                            <p:stCondLst>
                              <p:cond delay="5000"/>
                            </p:stCondLst>
                            <p:childTnLst>
                              <p:par>
                                <p:cTn id="53" presetID="53" presetClass="entr" presetSubtype="0" fill="hold" grpId="0" nodeType="after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Effect transition="in" filter="fade">
                                      <p:cBhvr>
                                        <p:cTn id="57" dur="500"/>
                                        <p:tgtEl>
                                          <p:spTgt spid="47"/>
                                        </p:tgtEl>
                                      </p:cBhvr>
                                    </p:animEffect>
                                  </p:childTnLst>
                                </p:cTn>
                              </p:par>
                            </p:childTnLst>
                          </p:cTn>
                        </p:par>
                        <p:par>
                          <p:cTn id="58" fill="hold">
                            <p:stCondLst>
                              <p:cond delay="5500"/>
                            </p:stCondLst>
                            <p:childTnLst>
                              <p:par>
                                <p:cTn id="59" presetID="53" presetClass="entr" presetSubtype="0" fill="hold" grpId="0" nodeType="afterEffect">
                                  <p:stCondLst>
                                    <p:cond delay="0"/>
                                  </p:stCondLst>
                                  <p:childTnLst>
                                    <p:set>
                                      <p:cBhvr>
                                        <p:cTn id="60" dur="1" fill="hold">
                                          <p:stCondLst>
                                            <p:cond delay="0"/>
                                          </p:stCondLst>
                                        </p:cTn>
                                        <p:tgtEl>
                                          <p:spTgt spid="48"/>
                                        </p:tgtEl>
                                        <p:attrNameLst>
                                          <p:attrName>style.visibility</p:attrName>
                                        </p:attrNameLst>
                                      </p:cBhvr>
                                      <p:to>
                                        <p:strVal val="visible"/>
                                      </p:to>
                                    </p:set>
                                    <p:anim calcmode="lin" valueType="num">
                                      <p:cBhvr>
                                        <p:cTn id="61" dur="500" fill="hold"/>
                                        <p:tgtEl>
                                          <p:spTgt spid="48"/>
                                        </p:tgtEl>
                                        <p:attrNameLst>
                                          <p:attrName>ppt_w</p:attrName>
                                        </p:attrNameLst>
                                      </p:cBhvr>
                                      <p:tavLst>
                                        <p:tav tm="0">
                                          <p:val>
                                            <p:fltVal val="0"/>
                                          </p:val>
                                        </p:tav>
                                        <p:tav tm="100000">
                                          <p:val>
                                            <p:strVal val="#ppt_w"/>
                                          </p:val>
                                        </p:tav>
                                      </p:tavLst>
                                    </p:anim>
                                    <p:anim calcmode="lin" valueType="num">
                                      <p:cBhvr>
                                        <p:cTn id="62" dur="500" fill="hold"/>
                                        <p:tgtEl>
                                          <p:spTgt spid="48"/>
                                        </p:tgtEl>
                                        <p:attrNameLst>
                                          <p:attrName>ppt_h</p:attrName>
                                        </p:attrNameLst>
                                      </p:cBhvr>
                                      <p:tavLst>
                                        <p:tav tm="0">
                                          <p:val>
                                            <p:fltVal val="0"/>
                                          </p:val>
                                        </p:tav>
                                        <p:tav tm="100000">
                                          <p:val>
                                            <p:strVal val="#ppt_h"/>
                                          </p:val>
                                        </p:tav>
                                      </p:tavLst>
                                    </p:anim>
                                    <p:animEffect transition="in" filter="fade">
                                      <p:cBhvr>
                                        <p:cTn id="63" dur="500"/>
                                        <p:tgtEl>
                                          <p:spTgt spid="48"/>
                                        </p:tgtEl>
                                      </p:cBhvr>
                                    </p:animEffect>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43"/>
                                        </p:tgtEl>
                                        <p:attrNameLst>
                                          <p:attrName>style.visibility</p:attrName>
                                        </p:attrNameLst>
                                      </p:cBhvr>
                                      <p:to>
                                        <p:strVal val="visible"/>
                                      </p:to>
                                    </p:set>
                                    <p:anim calcmode="lin" valueType="num">
                                      <p:cBhvr>
                                        <p:cTn id="67" dur="500" fill="hold"/>
                                        <p:tgtEl>
                                          <p:spTgt spid="43"/>
                                        </p:tgtEl>
                                        <p:attrNameLst>
                                          <p:attrName>ppt_w</p:attrName>
                                        </p:attrNameLst>
                                      </p:cBhvr>
                                      <p:tavLst>
                                        <p:tav tm="0">
                                          <p:val>
                                            <p:fltVal val="0"/>
                                          </p:val>
                                        </p:tav>
                                        <p:tav tm="100000">
                                          <p:val>
                                            <p:strVal val="#ppt_w"/>
                                          </p:val>
                                        </p:tav>
                                      </p:tavLst>
                                    </p:anim>
                                    <p:anim calcmode="lin" valueType="num">
                                      <p:cBhvr>
                                        <p:cTn id="68" dur="500" fill="hold"/>
                                        <p:tgtEl>
                                          <p:spTgt spid="43"/>
                                        </p:tgtEl>
                                        <p:attrNameLst>
                                          <p:attrName>ppt_h</p:attrName>
                                        </p:attrNameLst>
                                      </p:cBhvr>
                                      <p:tavLst>
                                        <p:tav tm="0">
                                          <p:val>
                                            <p:fltVal val="0"/>
                                          </p:val>
                                        </p:tav>
                                        <p:tav tm="100000">
                                          <p:val>
                                            <p:strVal val="#ppt_h"/>
                                          </p:val>
                                        </p:tav>
                                      </p:tavLst>
                                    </p:anim>
                                    <p:animEffect transition="in" filter="fade">
                                      <p:cBhvr>
                                        <p:cTn id="69" dur="500"/>
                                        <p:tgtEl>
                                          <p:spTgt spid="43"/>
                                        </p:tgtEl>
                                      </p:cBhvr>
                                    </p:animEffect>
                                  </p:childTnLst>
                                </p:cTn>
                              </p:par>
                            </p:childTnLst>
                          </p:cTn>
                        </p:par>
                        <p:par>
                          <p:cTn id="70" fill="hold">
                            <p:stCondLst>
                              <p:cond delay="6500"/>
                            </p:stCondLst>
                            <p:childTnLst>
                              <p:par>
                                <p:cTn id="71" presetID="53" presetClass="entr" presetSubtype="0" fill="hold" grpId="0" nodeType="afterEffect">
                                  <p:stCondLst>
                                    <p:cond delay="0"/>
                                  </p:stCondLst>
                                  <p:childTnLst>
                                    <p:set>
                                      <p:cBhvr>
                                        <p:cTn id="72" dur="1" fill="hold">
                                          <p:stCondLst>
                                            <p:cond delay="0"/>
                                          </p:stCondLst>
                                        </p:cTn>
                                        <p:tgtEl>
                                          <p:spTgt spid="44"/>
                                        </p:tgtEl>
                                        <p:attrNameLst>
                                          <p:attrName>style.visibility</p:attrName>
                                        </p:attrNameLst>
                                      </p:cBhvr>
                                      <p:to>
                                        <p:strVal val="visible"/>
                                      </p:to>
                                    </p:set>
                                    <p:anim calcmode="lin" valueType="num">
                                      <p:cBhvr>
                                        <p:cTn id="73" dur="500" fill="hold"/>
                                        <p:tgtEl>
                                          <p:spTgt spid="44"/>
                                        </p:tgtEl>
                                        <p:attrNameLst>
                                          <p:attrName>ppt_w</p:attrName>
                                        </p:attrNameLst>
                                      </p:cBhvr>
                                      <p:tavLst>
                                        <p:tav tm="0">
                                          <p:val>
                                            <p:fltVal val="0"/>
                                          </p:val>
                                        </p:tav>
                                        <p:tav tm="100000">
                                          <p:val>
                                            <p:strVal val="#ppt_w"/>
                                          </p:val>
                                        </p:tav>
                                      </p:tavLst>
                                    </p:anim>
                                    <p:anim calcmode="lin" valueType="num">
                                      <p:cBhvr>
                                        <p:cTn id="74" dur="500" fill="hold"/>
                                        <p:tgtEl>
                                          <p:spTgt spid="44"/>
                                        </p:tgtEl>
                                        <p:attrNameLst>
                                          <p:attrName>ppt_h</p:attrName>
                                        </p:attrNameLst>
                                      </p:cBhvr>
                                      <p:tavLst>
                                        <p:tav tm="0">
                                          <p:val>
                                            <p:fltVal val="0"/>
                                          </p:val>
                                        </p:tav>
                                        <p:tav tm="100000">
                                          <p:val>
                                            <p:strVal val="#ppt_h"/>
                                          </p:val>
                                        </p:tav>
                                      </p:tavLst>
                                    </p:anim>
                                    <p:animEffect transition="in" filter="fade">
                                      <p:cBhvr>
                                        <p:cTn id="75" dur="500"/>
                                        <p:tgtEl>
                                          <p:spTgt spid="44"/>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11"/>
                                        </p:tgtEl>
                                        <p:attrNameLst>
                                          <p:attrName>style.visibility</p:attrName>
                                        </p:attrNameLst>
                                      </p:cBhvr>
                                      <p:to>
                                        <p:strVal val="visible"/>
                                      </p:to>
                                    </p:set>
                                    <p:animEffect transition="in" filter="wipe(right)">
                                      <p:cBhvr>
                                        <p:cTn id="79" dur="500"/>
                                        <p:tgtEl>
                                          <p:spTgt spid="11"/>
                                        </p:tgtEl>
                                      </p:cBhvr>
                                    </p:animEffect>
                                  </p:childTnLst>
                                </p:cTn>
                              </p:par>
                            </p:childTnLst>
                          </p:cTn>
                        </p:par>
                        <p:par>
                          <p:cTn id="80" fill="hold">
                            <p:stCondLst>
                              <p:cond delay="7500"/>
                            </p:stCondLst>
                            <p:childTnLst>
                              <p:par>
                                <p:cTn id="81" presetID="22" presetClass="entr" presetSubtype="2" fill="hold" nodeType="afterEffect">
                                  <p:stCondLst>
                                    <p:cond delay="0"/>
                                  </p:stCondLst>
                                  <p:childTnLst>
                                    <p:set>
                                      <p:cBhvr>
                                        <p:cTn id="82" dur="1" fill="hold">
                                          <p:stCondLst>
                                            <p:cond delay="0"/>
                                          </p:stCondLst>
                                        </p:cTn>
                                        <p:tgtEl>
                                          <p:spTgt spid="12"/>
                                        </p:tgtEl>
                                        <p:attrNameLst>
                                          <p:attrName>style.visibility</p:attrName>
                                        </p:attrNameLst>
                                      </p:cBhvr>
                                      <p:to>
                                        <p:strVal val="visible"/>
                                      </p:to>
                                    </p:set>
                                    <p:animEffect transition="in" filter="wipe(right)">
                                      <p:cBhvr>
                                        <p:cTn id="83" dur="500"/>
                                        <p:tgtEl>
                                          <p:spTgt spid="12"/>
                                        </p:tgtEl>
                                      </p:cBhvr>
                                    </p:animEffect>
                                  </p:childTnLst>
                                </p:cTn>
                              </p:par>
                            </p:childTnLst>
                          </p:cTn>
                        </p:par>
                        <p:par>
                          <p:cTn id="84" fill="hold">
                            <p:stCondLst>
                              <p:cond delay="8000"/>
                            </p:stCondLst>
                            <p:childTnLst>
                              <p:par>
                                <p:cTn id="85" presetID="22" presetClass="entr" presetSubtype="8" fill="hold" nodeType="after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wipe(left)">
                                      <p:cBhvr>
                                        <p:cTn id="87" dur="500"/>
                                        <p:tgtEl>
                                          <p:spTgt spid="15"/>
                                        </p:tgtEl>
                                      </p:cBhvr>
                                    </p:animEffect>
                                  </p:childTnLst>
                                </p:cTn>
                              </p:par>
                            </p:childTnLst>
                          </p:cTn>
                        </p:par>
                        <p:par>
                          <p:cTn id="88" fill="hold">
                            <p:stCondLst>
                              <p:cond delay="8500"/>
                            </p:stCondLst>
                            <p:childTnLst>
                              <p:par>
                                <p:cTn id="89" presetID="22" presetClass="entr" presetSubtype="8" fill="hold" nodeType="afterEffect">
                                  <p:stCondLst>
                                    <p:cond delay="0"/>
                                  </p:stCondLst>
                                  <p:childTnLst>
                                    <p:set>
                                      <p:cBhvr>
                                        <p:cTn id="90" dur="1" fill="hold">
                                          <p:stCondLst>
                                            <p:cond delay="0"/>
                                          </p:stCondLst>
                                        </p:cTn>
                                        <p:tgtEl>
                                          <p:spTgt spid="10"/>
                                        </p:tgtEl>
                                        <p:attrNameLst>
                                          <p:attrName>style.visibility</p:attrName>
                                        </p:attrNameLst>
                                      </p:cBhvr>
                                      <p:to>
                                        <p:strVal val="visible"/>
                                      </p:to>
                                    </p:set>
                                    <p:animEffect transition="in" filter="wipe(left)">
                                      <p:cBhvr>
                                        <p:cTn id="9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8" grpId="0" animBg="1"/>
      <p:bldP spid="41" grpId="0"/>
      <p:bldP spid="42" grpId="0"/>
      <p:bldP spid="43" grpId="0"/>
      <p:bldP spid="44" grpId="0"/>
      <p:bldP spid="45" grpId="0" animBg="1"/>
      <p:bldP spid="46" grpId="0" animBg="1"/>
      <p:bldP spid="47" grpId="0" animBg="1"/>
      <p:bldP spid="48"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Management Slide</a:t>
            </a:r>
            <a:endParaRPr lang="en-US" dirty="0"/>
          </a:p>
        </p:txBody>
      </p:sp>
      <p:sp>
        <p:nvSpPr>
          <p:cNvPr id="8" name="Text Placeholder 7"/>
          <p:cNvSpPr>
            <a:spLocks noGrp="1"/>
          </p:cNvSpPr>
          <p:nvPr>
            <p:ph type="body" sz="half" idx="2"/>
          </p:nvPr>
        </p:nvSpPr>
        <p:spPr/>
        <p:txBody>
          <a:bodyPr/>
          <a:lstStyle/>
          <a:p>
            <a:r>
              <a:rPr lang="en-US"/>
              <a:t>Management Slide</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161</a:t>
            </a:fld>
            <a:endParaRPr lang="en-US" dirty="0"/>
          </a:p>
        </p:txBody>
      </p:sp>
      <p:sp>
        <p:nvSpPr>
          <p:cNvPr id="5" name="Rounded Rectangle 4"/>
          <p:cNvSpPr/>
          <p:nvPr/>
        </p:nvSpPr>
        <p:spPr bwMode="auto">
          <a:xfrm>
            <a:off x="685800" y="1446650"/>
            <a:ext cx="2438400" cy="1201300"/>
          </a:xfrm>
          <a:prstGeom prst="roundRect">
            <a:avLst>
              <a:gd name="adj" fmla="val 636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25"/>
          <p:cNvGrpSpPr/>
          <p:nvPr/>
        </p:nvGrpSpPr>
        <p:grpSpPr>
          <a:xfrm>
            <a:off x="1584548" y="1823990"/>
            <a:ext cx="1349153" cy="702040"/>
            <a:chOff x="764014" y="1593667"/>
            <a:chExt cx="1408929" cy="702040"/>
          </a:xfrm>
        </p:grpSpPr>
        <p:sp>
          <p:nvSpPr>
            <p:cNvPr id="11" name="Text Placeholder 3"/>
            <p:cNvSpPr txBox="1">
              <a:spLocks/>
            </p:cNvSpPr>
            <p:nvPr/>
          </p:nvSpPr>
          <p:spPr>
            <a:xfrm>
              <a:off x="76401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12" name="Text Placeholder 3"/>
            <p:cNvSpPr txBox="1">
              <a:spLocks/>
            </p:cNvSpPr>
            <p:nvPr/>
          </p:nvSpPr>
          <p:spPr>
            <a:xfrm>
              <a:off x="764015"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a:t>
              </a:r>
            </a:p>
            <a:p>
              <a:pPr lvl="0" algn="l" defTabSz="914400">
                <a:spcBef>
                  <a:spcPct val="20000"/>
                </a:spcBef>
                <a:defRPr/>
              </a:pPr>
              <a:r>
                <a:rPr lang="en-US" sz="1000" dirty="0">
                  <a:solidFill>
                    <a:schemeClr val="bg1"/>
                  </a:solidFill>
                </a:rPr>
                <a:t> of passages of lorem</a:t>
              </a:r>
            </a:p>
            <a:p>
              <a:pPr lvl="0" algn="l" defTabSz="914400">
                <a:spcBef>
                  <a:spcPct val="20000"/>
                </a:spcBef>
                <a:defRPr/>
              </a:pPr>
              <a:r>
                <a:rPr lang="en-US" sz="1000" dirty="0">
                  <a:solidFill>
                    <a:schemeClr val="bg1"/>
                  </a:solidFill>
                </a:rPr>
                <a:t> ipsum available</a:t>
              </a:r>
            </a:p>
          </p:txBody>
        </p:sp>
      </p:grpSp>
      <p:grpSp>
        <p:nvGrpSpPr>
          <p:cNvPr id="3" name="Group 30"/>
          <p:cNvGrpSpPr/>
          <p:nvPr/>
        </p:nvGrpSpPr>
        <p:grpSpPr>
          <a:xfrm>
            <a:off x="838200" y="1256150"/>
            <a:ext cx="1371600" cy="495300"/>
            <a:chOff x="838200" y="1009650"/>
            <a:chExt cx="1371600" cy="495300"/>
          </a:xfrm>
        </p:grpSpPr>
        <p:sp>
          <p:nvSpPr>
            <p:cNvPr id="6" name="Round Single Corner Rectangle 5"/>
            <p:cNvSpPr/>
            <p:nvPr/>
          </p:nvSpPr>
          <p:spPr bwMode="auto">
            <a:xfrm flipV="1">
              <a:off x="838200" y="1009650"/>
              <a:ext cx="1219200" cy="495300"/>
            </a:xfrm>
            <a:prstGeom prst="round1Rect">
              <a:avLst>
                <a:gd name="adj" fmla="val 36667"/>
              </a:avLst>
            </a:prstGeom>
            <a:solidFill>
              <a:schemeClr val="bg2">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ight Triangle 8"/>
            <p:cNvSpPr/>
            <p:nvPr/>
          </p:nvSpPr>
          <p:spPr bwMode="auto">
            <a:xfrm>
              <a:off x="2057400" y="1009650"/>
              <a:ext cx="152400" cy="190500"/>
            </a:xfrm>
            <a:prstGeom prst="rtTriangle">
              <a:avLst/>
            </a:prstGeom>
            <a:solidFill>
              <a:schemeClr val="accent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Text Placeholder 3"/>
            <p:cNvSpPr txBox="1">
              <a:spLocks/>
            </p:cNvSpPr>
            <p:nvPr/>
          </p:nvSpPr>
          <p:spPr>
            <a:xfrm>
              <a:off x="1217769" y="1103710"/>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1"/>
                  </a:solidFill>
                  <a:effectLst/>
                  <a:uLnTx/>
                  <a:uFillTx/>
                  <a:latin typeface="+mn-lt"/>
                  <a:ea typeface="+mn-ea"/>
                  <a:cs typeface="+mn-cs"/>
                </a:rPr>
                <a:t>01</a:t>
              </a:r>
              <a:endParaRPr kumimoji="0" lang="en-US" sz="2800" b="1" i="0" u="none" strike="noStrike" kern="1200" cap="none" spc="0" normalizeH="0" baseline="0" noProof="0" dirty="0">
                <a:ln>
                  <a:noFill/>
                </a:ln>
                <a:solidFill>
                  <a:schemeClr val="accent1"/>
                </a:solidFill>
                <a:effectLst/>
                <a:uLnTx/>
                <a:uFillTx/>
                <a:latin typeface="+mn-lt"/>
                <a:ea typeface="+mn-ea"/>
                <a:cs typeface="+mn-cs"/>
              </a:endParaRPr>
            </a:p>
          </p:txBody>
        </p:sp>
      </p:grpSp>
      <p:sp>
        <p:nvSpPr>
          <p:cNvPr id="15" name="Freeform 72"/>
          <p:cNvSpPr>
            <a:spLocks noEditPoints="1"/>
          </p:cNvSpPr>
          <p:nvPr/>
        </p:nvSpPr>
        <p:spPr bwMode="auto">
          <a:xfrm>
            <a:off x="883920" y="1893258"/>
            <a:ext cx="458652" cy="458652"/>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Rounded Rectangle 31"/>
          <p:cNvSpPr/>
          <p:nvPr/>
        </p:nvSpPr>
        <p:spPr bwMode="auto">
          <a:xfrm>
            <a:off x="3352800" y="1443398"/>
            <a:ext cx="2438400" cy="1201300"/>
          </a:xfrm>
          <a:prstGeom prst="roundRect">
            <a:avLst>
              <a:gd name="adj" fmla="val 636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4" name="Group 25"/>
          <p:cNvGrpSpPr/>
          <p:nvPr/>
        </p:nvGrpSpPr>
        <p:grpSpPr>
          <a:xfrm>
            <a:off x="4251548" y="1823990"/>
            <a:ext cx="1349153" cy="702040"/>
            <a:chOff x="764014" y="1593667"/>
            <a:chExt cx="1408929" cy="702040"/>
          </a:xfrm>
        </p:grpSpPr>
        <p:sp>
          <p:nvSpPr>
            <p:cNvPr id="34" name="Text Placeholder 3"/>
            <p:cNvSpPr txBox="1">
              <a:spLocks/>
            </p:cNvSpPr>
            <p:nvPr/>
          </p:nvSpPr>
          <p:spPr>
            <a:xfrm>
              <a:off x="76401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35" name="Text Placeholder 3"/>
            <p:cNvSpPr txBox="1">
              <a:spLocks/>
            </p:cNvSpPr>
            <p:nvPr/>
          </p:nvSpPr>
          <p:spPr>
            <a:xfrm>
              <a:off x="764015"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a:t>
              </a:r>
            </a:p>
            <a:p>
              <a:pPr lvl="0" algn="l" defTabSz="914400">
                <a:spcBef>
                  <a:spcPct val="20000"/>
                </a:spcBef>
                <a:defRPr/>
              </a:pPr>
              <a:r>
                <a:rPr lang="en-US" sz="1000" dirty="0">
                  <a:solidFill>
                    <a:schemeClr val="bg1"/>
                  </a:solidFill>
                </a:rPr>
                <a:t> of passages of lorem</a:t>
              </a:r>
            </a:p>
            <a:p>
              <a:pPr lvl="0" algn="l" defTabSz="914400">
                <a:spcBef>
                  <a:spcPct val="20000"/>
                </a:spcBef>
                <a:defRPr/>
              </a:pPr>
              <a:r>
                <a:rPr lang="en-US" sz="1000" dirty="0">
                  <a:solidFill>
                    <a:schemeClr val="bg1"/>
                  </a:solidFill>
                </a:rPr>
                <a:t> ipsum available</a:t>
              </a:r>
            </a:p>
          </p:txBody>
        </p:sp>
      </p:grpSp>
      <p:grpSp>
        <p:nvGrpSpPr>
          <p:cNvPr id="10" name="Group 35"/>
          <p:cNvGrpSpPr/>
          <p:nvPr/>
        </p:nvGrpSpPr>
        <p:grpSpPr>
          <a:xfrm>
            <a:off x="3505200" y="1256150"/>
            <a:ext cx="1371600" cy="495300"/>
            <a:chOff x="838200" y="1009650"/>
            <a:chExt cx="1371600" cy="495300"/>
          </a:xfrm>
        </p:grpSpPr>
        <p:sp>
          <p:nvSpPr>
            <p:cNvPr id="37" name="Round Single Corner Rectangle 36"/>
            <p:cNvSpPr/>
            <p:nvPr/>
          </p:nvSpPr>
          <p:spPr bwMode="auto">
            <a:xfrm flipV="1">
              <a:off x="838200" y="1009650"/>
              <a:ext cx="1219200" cy="495300"/>
            </a:xfrm>
            <a:prstGeom prst="round1Rect">
              <a:avLst>
                <a:gd name="adj" fmla="val 36667"/>
              </a:avLst>
            </a:prstGeom>
            <a:solidFill>
              <a:schemeClr val="bg2">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accent2"/>
                </a:solidFill>
              </a:endParaRPr>
            </a:p>
          </p:txBody>
        </p:sp>
        <p:sp>
          <p:nvSpPr>
            <p:cNvPr id="38" name="Right Triangle 37"/>
            <p:cNvSpPr/>
            <p:nvPr/>
          </p:nvSpPr>
          <p:spPr bwMode="auto">
            <a:xfrm>
              <a:off x="2057400" y="1009650"/>
              <a:ext cx="152400" cy="190500"/>
            </a:xfrm>
            <a:prstGeom prst="rtTriangle">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2"/>
                </a:solidFill>
              </a:endParaRPr>
            </a:p>
          </p:txBody>
        </p:sp>
        <p:sp>
          <p:nvSpPr>
            <p:cNvPr id="39" name="Text Placeholder 3"/>
            <p:cNvSpPr txBox="1">
              <a:spLocks/>
            </p:cNvSpPr>
            <p:nvPr/>
          </p:nvSpPr>
          <p:spPr>
            <a:xfrm>
              <a:off x="1217769" y="1103710"/>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2"/>
                  </a:solidFill>
                  <a:effectLst/>
                  <a:uLnTx/>
                  <a:uFillTx/>
                  <a:latin typeface="+mn-lt"/>
                  <a:ea typeface="+mn-ea"/>
                  <a:cs typeface="+mn-cs"/>
                </a:rPr>
                <a:t>01</a:t>
              </a:r>
              <a:endParaRPr kumimoji="0" lang="en-US" sz="2800" b="1" i="0" u="none" strike="noStrike" kern="1200" cap="none" spc="0" normalizeH="0" baseline="0" noProof="0" dirty="0">
                <a:ln>
                  <a:noFill/>
                </a:ln>
                <a:solidFill>
                  <a:schemeClr val="accent2"/>
                </a:solidFill>
                <a:effectLst/>
                <a:uLnTx/>
                <a:uFillTx/>
                <a:latin typeface="+mn-lt"/>
                <a:ea typeface="+mn-ea"/>
                <a:cs typeface="+mn-cs"/>
              </a:endParaRPr>
            </a:p>
          </p:txBody>
        </p:sp>
      </p:grpSp>
      <p:sp>
        <p:nvSpPr>
          <p:cNvPr id="41" name="Rounded Rectangle 40"/>
          <p:cNvSpPr/>
          <p:nvPr/>
        </p:nvSpPr>
        <p:spPr bwMode="auto">
          <a:xfrm>
            <a:off x="6033074" y="1446650"/>
            <a:ext cx="2438400" cy="1201300"/>
          </a:xfrm>
          <a:prstGeom prst="roundRect">
            <a:avLst>
              <a:gd name="adj" fmla="val 636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6" name="Group 25"/>
          <p:cNvGrpSpPr/>
          <p:nvPr/>
        </p:nvGrpSpPr>
        <p:grpSpPr>
          <a:xfrm>
            <a:off x="6931822" y="1823990"/>
            <a:ext cx="1349153" cy="702040"/>
            <a:chOff x="764014" y="1593667"/>
            <a:chExt cx="1408929" cy="702040"/>
          </a:xfrm>
        </p:grpSpPr>
        <p:sp>
          <p:nvSpPr>
            <p:cNvPr id="43" name="Text Placeholder 3"/>
            <p:cNvSpPr txBox="1">
              <a:spLocks/>
            </p:cNvSpPr>
            <p:nvPr/>
          </p:nvSpPr>
          <p:spPr>
            <a:xfrm>
              <a:off x="76401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44" name="Text Placeholder 3"/>
            <p:cNvSpPr txBox="1">
              <a:spLocks/>
            </p:cNvSpPr>
            <p:nvPr/>
          </p:nvSpPr>
          <p:spPr>
            <a:xfrm>
              <a:off x="764015"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a:t>
              </a:r>
            </a:p>
            <a:p>
              <a:pPr lvl="0" algn="l" defTabSz="914400">
                <a:spcBef>
                  <a:spcPct val="20000"/>
                </a:spcBef>
                <a:defRPr/>
              </a:pPr>
              <a:r>
                <a:rPr lang="en-US" sz="1000" dirty="0">
                  <a:solidFill>
                    <a:schemeClr val="bg1"/>
                  </a:solidFill>
                </a:rPr>
                <a:t> of passages of lorem</a:t>
              </a:r>
            </a:p>
            <a:p>
              <a:pPr lvl="0" algn="l" defTabSz="914400">
                <a:spcBef>
                  <a:spcPct val="20000"/>
                </a:spcBef>
                <a:defRPr/>
              </a:pPr>
              <a:r>
                <a:rPr lang="en-US" sz="1000" dirty="0">
                  <a:solidFill>
                    <a:schemeClr val="bg1"/>
                  </a:solidFill>
                </a:rPr>
                <a:t> ipsum available</a:t>
              </a:r>
            </a:p>
          </p:txBody>
        </p:sp>
      </p:grpSp>
      <p:grpSp>
        <p:nvGrpSpPr>
          <p:cNvPr id="19" name="Group 44"/>
          <p:cNvGrpSpPr/>
          <p:nvPr/>
        </p:nvGrpSpPr>
        <p:grpSpPr>
          <a:xfrm>
            <a:off x="6185474" y="1256150"/>
            <a:ext cx="1371600" cy="495300"/>
            <a:chOff x="838200" y="1009650"/>
            <a:chExt cx="1371600" cy="495300"/>
          </a:xfrm>
        </p:grpSpPr>
        <p:sp>
          <p:nvSpPr>
            <p:cNvPr id="46" name="Round Single Corner Rectangle 45"/>
            <p:cNvSpPr/>
            <p:nvPr/>
          </p:nvSpPr>
          <p:spPr bwMode="auto">
            <a:xfrm flipV="1">
              <a:off x="838200" y="1009650"/>
              <a:ext cx="1219200" cy="495300"/>
            </a:xfrm>
            <a:prstGeom prst="round1Rect">
              <a:avLst>
                <a:gd name="adj" fmla="val 36667"/>
              </a:avLst>
            </a:prstGeom>
            <a:solidFill>
              <a:schemeClr val="bg2">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accent3"/>
                </a:solidFill>
              </a:endParaRPr>
            </a:p>
          </p:txBody>
        </p:sp>
        <p:sp>
          <p:nvSpPr>
            <p:cNvPr id="47" name="Right Triangle 46"/>
            <p:cNvSpPr/>
            <p:nvPr/>
          </p:nvSpPr>
          <p:spPr bwMode="auto">
            <a:xfrm>
              <a:off x="2057400" y="1009650"/>
              <a:ext cx="152400" cy="190500"/>
            </a:xfrm>
            <a:prstGeom prst="rtTriangle">
              <a:avLst/>
            </a:prstGeom>
            <a:solidFill>
              <a:schemeClr val="accent3">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3"/>
                </a:solidFill>
              </a:endParaRPr>
            </a:p>
          </p:txBody>
        </p:sp>
        <p:sp>
          <p:nvSpPr>
            <p:cNvPr id="48" name="Text Placeholder 3"/>
            <p:cNvSpPr txBox="1">
              <a:spLocks/>
            </p:cNvSpPr>
            <p:nvPr/>
          </p:nvSpPr>
          <p:spPr>
            <a:xfrm>
              <a:off x="1217769" y="1103710"/>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3"/>
                  </a:solidFill>
                  <a:effectLst/>
                  <a:uLnTx/>
                  <a:uFillTx/>
                  <a:latin typeface="+mn-lt"/>
                  <a:ea typeface="+mn-ea"/>
                  <a:cs typeface="+mn-cs"/>
                </a:rPr>
                <a:t>01</a:t>
              </a:r>
              <a:endParaRPr kumimoji="0" lang="en-US" sz="2800" b="1" i="0" u="none" strike="noStrike" kern="1200" cap="none" spc="0" normalizeH="0" baseline="0" noProof="0" dirty="0">
                <a:ln>
                  <a:noFill/>
                </a:ln>
                <a:solidFill>
                  <a:schemeClr val="accent3"/>
                </a:solidFill>
                <a:effectLst/>
                <a:uLnTx/>
                <a:uFillTx/>
                <a:latin typeface="+mn-lt"/>
                <a:ea typeface="+mn-ea"/>
                <a:cs typeface="+mn-cs"/>
              </a:endParaRPr>
            </a:p>
          </p:txBody>
        </p:sp>
      </p:grpSp>
      <p:sp>
        <p:nvSpPr>
          <p:cNvPr id="50" name="Rounded Rectangle 49"/>
          <p:cNvSpPr/>
          <p:nvPr/>
        </p:nvSpPr>
        <p:spPr bwMode="auto">
          <a:xfrm>
            <a:off x="685800" y="3195997"/>
            <a:ext cx="2438400" cy="1201300"/>
          </a:xfrm>
          <a:prstGeom prst="roundRect">
            <a:avLst>
              <a:gd name="adj" fmla="val 636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6" name="Group 25"/>
          <p:cNvGrpSpPr/>
          <p:nvPr/>
        </p:nvGrpSpPr>
        <p:grpSpPr>
          <a:xfrm>
            <a:off x="1584548" y="3573337"/>
            <a:ext cx="1349153" cy="702040"/>
            <a:chOff x="764014" y="1593667"/>
            <a:chExt cx="1408929" cy="702040"/>
          </a:xfrm>
        </p:grpSpPr>
        <p:sp>
          <p:nvSpPr>
            <p:cNvPr id="52" name="Text Placeholder 3"/>
            <p:cNvSpPr txBox="1">
              <a:spLocks/>
            </p:cNvSpPr>
            <p:nvPr/>
          </p:nvSpPr>
          <p:spPr>
            <a:xfrm>
              <a:off x="76401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53" name="Text Placeholder 3"/>
            <p:cNvSpPr txBox="1">
              <a:spLocks/>
            </p:cNvSpPr>
            <p:nvPr/>
          </p:nvSpPr>
          <p:spPr>
            <a:xfrm>
              <a:off x="764015"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a:t>
              </a:r>
            </a:p>
            <a:p>
              <a:pPr lvl="0" algn="l" defTabSz="914400">
                <a:spcBef>
                  <a:spcPct val="20000"/>
                </a:spcBef>
                <a:defRPr/>
              </a:pPr>
              <a:r>
                <a:rPr lang="en-US" sz="1000" dirty="0">
                  <a:solidFill>
                    <a:schemeClr val="bg1"/>
                  </a:solidFill>
                </a:rPr>
                <a:t> of passages of lorem</a:t>
              </a:r>
            </a:p>
            <a:p>
              <a:pPr lvl="0" algn="l" defTabSz="914400">
                <a:spcBef>
                  <a:spcPct val="20000"/>
                </a:spcBef>
                <a:defRPr/>
              </a:pPr>
              <a:r>
                <a:rPr lang="en-US" sz="1000" dirty="0">
                  <a:solidFill>
                    <a:schemeClr val="bg1"/>
                  </a:solidFill>
                </a:rPr>
                <a:t> ipsum available</a:t>
              </a:r>
            </a:p>
          </p:txBody>
        </p:sp>
      </p:grpSp>
      <p:grpSp>
        <p:nvGrpSpPr>
          <p:cNvPr id="31" name="Group 53"/>
          <p:cNvGrpSpPr/>
          <p:nvPr/>
        </p:nvGrpSpPr>
        <p:grpSpPr>
          <a:xfrm>
            <a:off x="838200" y="3005497"/>
            <a:ext cx="1371600" cy="495300"/>
            <a:chOff x="838200" y="1009650"/>
            <a:chExt cx="1371600" cy="495300"/>
          </a:xfrm>
        </p:grpSpPr>
        <p:sp>
          <p:nvSpPr>
            <p:cNvPr id="55" name="Round Single Corner Rectangle 54"/>
            <p:cNvSpPr/>
            <p:nvPr/>
          </p:nvSpPr>
          <p:spPr bwMode="auto">
            <a:xfrm flipV="1">
              <a:off x="838200" y="1009650"/>
              <a:ext cx="1219200" cy="495300"/>
            </a:xfrm>
            <a:prstGeom prst="round1Rect">
              <a:avLst>
                <a:gd name="adj" fmla="val 36667"/>
              </a:avLst>
            </a:prstGeom>
            <a:solidFill>
              <a:schemeClr val="bg2">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accent4"/>
                </a:solidFill>
              </a:endParaRPr>
            </a:p>
          </p:txBody>
        </p:sp>
        <p:sp>
          <p:nvSpPr>
            <p:cNvPr id="56" name="Right Triangle 55"/>
            <p:cNvSpPr/>
            <p:nvPr/>
          </p:nvSpPr>
          <p:spPr bwMode="auto">
            <a:xfrm>
              <a:off x="2057400" y="1009650"/>
              <a:ext cx="152400" cy="190500"/>
            </a:xfrm>
            <a:prstGeom prst="rtTriangle">
              <a:avLst/>
            </a:prstGeom>
            <a:solidFill>
              <a:schemeClr val="accent4">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4"/>
                </a:solidFill>
              </a:endParaRPr>
            </a:p>
          </p:txBody>
        </p:sp>
        <p:sp>
          <p:nvSpPr>
            <p:cNvPr id="57" name="Text Placeholder 3"/>
            <p:cNvSpPr txBox="1">
              <a:spLocks/>
            </p:cNvSpPr>
            <p:nvPr/>
          </p:nvSpPr>
          <p:spPr>
            <a:xfrm>
              <a:off x="1217769" y="1103710"/>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4"/>
                  </a:solidFill>
                  <a:effectLst/>
                  <a:uLnTx/>
                  <a:uFillTx/>
                  <a:latin typeface="+mn-lt"/>
                  <a:ea typeface="+mn-ea"/>
                  <a:cs typeface="+mn-cs"/>
                </a:rPr>
                <a:t>01</a:t>
              </a:r>
              <a:endParaRPr kumimoji="0" lang="en-US" sz="2800" b="1" i="0" u="none" strike="noStrike" kern="1200" cap="none" spc="0" normalizeH="0" baseline="0" noProof="0" dirty="0">
                <a:ln>
                  <a:noFill/>
                </a:ln>
                <a:solidFill>
                  <a:schemeClr val="accent4"/>
                </a:solidFill>
                <a:effectLst/>
                <a:uLnTx/>
                <a:uFillTx/>
                <a:latin typeface="+mn-lt"/>
                <a:ea typeface="+mn-ea"/>
                <a:cs typeface="+mn-cs"/>
              </a:endParaRPr>
            </a:p>
          </p:txBody>
        </p:sp>
      </p:grpSp>
      <p:sp>
        <p:nvSpPr>
          <p:cNvPr id="59" name="Rounded Rectangle 58"/>
          <p:cNvSpPr/>
          <p:nvPr/>
        </p:nvSpPr>
        <p:spPr bwMode="auto">
          <a:xfrm>
            <a:off x="3352800" y="3195997"/>
            <a:ext cx="2438400" cy="1201300"/>
          </a:xfrm>
          <a:prstGeom prst="roundRect">
            <a:avLst>
              <a:gd name="adj" fmla="val 6360"/>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33" name="Group 25"/>
          <p:cNvGrpSpPr/>
          <p:nvPr/>
        </p:nvGrpSpPr>
        <p:grpSpPr>
          <a:xfrm>
            <a:off x="4251548" y="3573337"/>
            <a:ext cx="1349153" cy="702040"/>
            <a:chOff x="764014" y="1593667"/>
            <a:chExt cx="1408929" cy="702040"/>
          </a:xfrm>
        </p:grpSpPr>
        <p:sp>
          <p:nvSpPr>
            <p:cNvPr id="61" name="Text Placeholder 3"/>
            <p:cNvSpPr txBox="1">
              <a:spLocks/>
            </p:cNvSpPr>
            <p:nvPr/>
          </p:nvSpPr>
          <p:spPr>
            <a:xfrm>
              <a:off x="76401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62" name="Text Placeholder 3"/>
            <p:cNvSpPr txBox="1">
              <a:spLocks/>
            </p:cNvSpPr>
            <p:nvPr/>
          </p:nvSpPr>
          <p:spPr>
            <a:xfrm>
              <a:off x="764015"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a:t>
              </a:r>
            </a:p>
            <a:p>
              <a:pPr lvl="0" algn="l" defTabSz="914400">
                <a:spcBef>
                  <a:spcPct val="20000"/>
                </a:spcBef>
                <a:defRPr/>
              </a:pPr>
              <a:r>
                <a:rPr lang="en-US" sz="1000" dirty="0">
                  <a:solidFill>
                    <a:schemeClr val="bg1"/>
                  </a:solidFill>
                </a:rPr>
                <a:t> of passages of lorem</a:t>
              </a:r>
            </a:p>
            <a:p>
              <a:pPr lvl="0" algn="l" defTabSz="914400">
                <a:spcBef>
                  <a:spcPct val="20000"/>
                </a:spcBef>
                <a:defRPr/>
              </a:pPr>
              <a:r>
                <a:rPr lang="en-US" sz="1000" dirty="0">
                  <a:solidFill>
                    <a:schemeClr val="bg1"/>
                  </a:solidFill>
                </a:rPr>
                <a:t> ipsum available</a:t>
              </a:r>
            </a:p>
          </p:txBody>
        </p:sp>
      </p:grpSp>
      <p:grpSp>
        <p:nvGrpSpPr>
          <p:cNvPr id="36" name="Group 62"/>
          <p:cNvGrpSpPr/>
          <p:nvPr/>
        </p:nvGrpSpPr>
        <p:grpSpPr>
          <a:xfrm>
            <a:off x="3505200" y="3005497"/>
            <a:ext cx="1371600" cy="495300"/>
            <a:chOff x="838200" y="1009650"/>
            <a:chExt cx="1371600" cy="495300"/>
          </a:xfrm>
        </p:grpSpPr>
        <p:sp>
          <p:nvSpPr>
            <p:cNvPr id="64" name="Round Single Corner Rectangle 63"/>
            <p:cNvSpPr/>
            <p:nvPr/>
          </p:nvSpPr>
          <p:spPr bwMode="auto">
            <a:xfrm flipV="1">
              <a:off x="838200" y="1009650"/>
              <a:ext cx="1219200" cy="495300"/>
            </a:xfrm>
            <a:prstGeom prst="round1Rect">
              <a:avLst>
                <a:gd name="adj" fmla="val 36667"/>
              </a:avLst>
            </a:prstGeom>
            <a:solidFill>
              <a:schemeClr val="bg2">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accent5"/>
                </a:solidFill>
              </a:endParaRPr>
            </a:p>
          </p:txBody>
        </p:sp>
        <p:sp>
          <p:nvSpPr>
            <p:cNvPr id="65" name="Right Triangle 64"/>
            <p:cNvSpPr/>
            <p:nvPr/>
          </p:nvSpPr>
          <p:spPr bwMode="auto">
            <a:xfrm>
              <a:off x="2057400" y="1009650"/>
              <a:ext cx="152400" cy="190500"/>
            </a:xfrm>
            <a:prstGeom prst="rtTriangle">
              <a:avLst/>
            </a:prstGeom>
            <a:solidFill>
              <a:schemeClr val="accent5">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5"/>
                </a:solidFill>
              </a:endParaRPr>
            </a:p>
          </p:txBody>
        </p:sp>
        <p:sp>
          <p:nvSpPr>
            <p:cNvPr id="66" name="Text Placeholder 3"/>
            <p:cNvSpPr txBox="1">
              <a:spLocks/>
            </p:cNvSpPr>
            <p:nvPr/>
          </p:nvSpPr>
          <p:spPr>
            <a:xfrm>
              <a:off x="1217769" y="1103710"/>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5"/>
                  </a:solidFill>
                  <a:effectLst/>
                  <a:uLnTx/>
                  <a:uFillTx/>
                  <a:latin typeface="+mn-lt"/>
                  <a:ea typeface="+mn-ea"/>
                  <a:cs typeface="+mn-cs"/>
                </a:rPr>
                <a:t>01</a:t>
              </a:r>
              <a:endParaRPr kumimoji="0" lang="en-US" sz="2800" b="1" i="0" u="none" strike="noStrike" kern="1200" cap="none" spc="0" normalizeH="0" baseline="0" noProof="0" dirty="0">
                <a:ln>
                  <a:noFill/>
                </a:ln>
                <a:solidFill>
                  <a:schemeClr val="accent5"/>
                </a:solidFill>
                <a:effectLst/>
                <a:uLnTx/>
                <a:uFillTx/>
                <a:latin typeface="+mn-lt"/>
                <a:ea typeface="+mn-ea"/>
                <a:cs typeface="+mn-cs"/>
              </a:endParaRPr>
            </a:p>
          </p:txBody>
        </p:sp>
      </p:grpSp>
      <p:sp>
        <p:nvSpPr>
          <p:cNvPr id="68" name="Rounded Rectangle 67"/>
          <p:cNvSpPr/>
          <p:nvPr/>
        </p:nvSpPr>
        <p:spPr bwMode="auto">
          <a:xfrm>
            <a:off x="6033074" y="3195997"/>
            <a:ext cx="2438400" cy="1201300"/>
          </a:xfrm>
          <a:prstGeom prst="roundRect">
            <a:avLst>
              <a:gd name="adj" fmla="val 6360"/>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40" name="Group 25"/>
          <p:cNvGrpSpPr/>
          <p:nvPr/>
        </p:nvGrpSpPr>
        <p:grpSpPr>
          <a:xfrm>
            <a:off x="6931822" y="3573337"/>
            <a:ext cx="1349153" cy="702040"/>
            <a:chOff x="764014" y="1593667"/>
            <a:chExt cx="1408929" cy="702040"/>
          </a:xfrm>
        </p:grpSpPr>
        <p:sp>
          <p:nvSpPr>
            <p:cNvPr id="70" name="Text Placeholder 3"/>
            <p:cNvSpPr txBox="1">
              <a:spLocks/>
            </p:cNvSpPr>
            <p:nvPr/>
          </p:nvSpPr>
          <p:spPr>
            <a:xfrm>
              <a:off x="76401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71" name="Text Placeholder 3"/>
            <p:cNvSpPr txBox="1">
              <a:spLocks/>
            </p:cNvSpPr>
            <p:nvPr/>
          </p:nvSpPr>
          <p:spPr>
            <a:xfrm>
              <a:off x="764015"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bg1"/>
                  </a:solidFill>
                </a:rPr>
                <a:t>There are many variations</a:t>
              </a:r>
            </a:p>
            <a:p>
              <a:pPr lvl="0" algn="l" defTabSz="914400">
                <a:spcBef>
                  <a:spcPct val="20000"/>
                </a:spcBef>
                <a:defRPr/>
              </a:pPr>
              <a:r>
                <a:rPr lang="en-US" sz="1000" dirty="0">
                  <a:solidFill>
                    <a:schemeClr val="bg1"/>
                  </a:solidFill>
                </a:rPr>
                <a:t> of passages of lorem</a:t>
              </a:r>
            </a:p>
            <a:p>
              <a:pPr lvl="0" algn="l" defTabSz="914400">
                <a:spcBef>
                  <a:spcPct val="20000"/>
                </a:spcBef>
                <a:defRPr/>
              </a:pPr>
              <a:r>
                <a:rPr lang="en-US" sz="1000" dirty="0">
                  <a:solidFill>
                    <a:schemeClr val="bg1"/>
                  </a:solidFill>
                </a:rPr>
                <a:t> ipsum available</a:t>
              </a:r>
            </a:p>
          </p:txBody>
        </p:sp>
      </p:grpSp>
      <p:grpSp>
        <p:nvGrpSpPr>
          <p:cNvPr id="42" name="Group 71"/>
          <p:cNvGrpSpPr/>
          <p:nvPr/>
        </p:nvGrpSpPr>
        <p:grpSpPr>
          <a:xfrm>
            <a:off x="6185474" y="3005497"/>
            <a:ext cx="1371600" cy="495300"/>
            <a:chOff x="838200" y="1009650"/>
            <a:chExt cx="1371600" cy="495300"/>
          </a:xfrm>
        </p:grpSpPr>
        <p:sp>
          <p:nvSpPr>
            <p:cNvPr id="73" name="Round Single Corner Rectangle 72"/>
            <p:cNvSpPr/>
            <p:nvPr/>
          </p:nvSpPr>
          <p:spPr bwMode="auto">
            <a:xfrm flipV="1">
              <a:off x="838200" y="1009650"/>
              <a:ext cx="1219200" cy="495300"/>
            </a:xfrm>
            <a:prstGeom prst="round1Rect">
              <a:avLst>
                <a:gd name="adj" fmla="val 36667"/>
              </a:avLst>
            </a:prstGeom>
            <a:solidFill>
              <a:schemeClr val="bg2">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accent6"/>
                </a:solidFill>
              </a:endParaRPr>
            </a:p>
          </p:txBody>
        </p:sp>
        <p:sp>
          <p:nvSpPr>
            <p:cNvPr id="74" name="Right Triangle 73"/>
            <p:cNvSpPr/>
            <p:nvPr/>
          </p:nvSpPr>
          <p:spPr bwMode="auto">
            <a:xfrm>
              <a:off x="2057400" y="1009650"/>
              <a:ext cx="152400" cy="190500"/>
            </a:xfrm>
            <a:prstGeom prst="rtTriangle">
              <a:avLst/>
            </a:prstGeom>
            <a:solidFill>
              <a:schemeClr val="accent6">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6"/>
                </a:solidFill>
              </a:endParaRPr>
            </a:p>
          </p:txBody>
        </p:sp>
        <p:sp>
          <p:nvSpPr>
            <p:cNvPr id="75" name="Text Placeholder 3"/>
            <p:cNvSpPr txBox="1">
              <a:spLocks/>
            </p:cNvSpPr>
            <p:nvPr/>
          </p:nvSpPr>
          <p:spPr>
            <a:xfrm>
              <a:off x="1217769" y="1103710"/>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6"/>
                  </a:solidFill>
                  <a:effectLst/>
                  <a:uLnTx/>
                  <a:uFillTx/>
                  <a:latin typeface="+mn-lt"/>
                  <a:ea typeface="+mn-ea"/>
                  <a:cs typeface="+mn-cs"/>
                </a:rPr>
                <a:t>01</a:t>
              </a:r>
              <a:endParaRPr kumimoji="0" lang="en-US" sz="2800" b="1" i="0" u="none" strike="noStrike" kern="1200" cap="none" spc="0" normalizeH="0" baseline="0" noProof="0" dirty="0">
                <a:ln>
                  <a:noFill/>
                </a:ln>
                <a:solidFill>
                  <a:schemeClr val="accent6"/>
                </a:solidFill>
                <a:effectLst/>
                <a:uLnTx/>
                <a:uFillTx/>
                <a:latin typeface="+mn-lt"/>
                <a:ea typeface="+mn-ea"/>
                <a:cs typeface="+mn-cs"/>
              </a:endParaRPr>
            </a:p>
          </p:txBody>
        </p:sp>
      </p:grpSp>
      <p:sp>
        <p:nvSpPr>
          <p:cNvPr id="14" name="Freeform 50"/>
          <p:cNvSpPr>
            <a:spLocks noEditPoints="1"/>
          </p:cNvSpPr>
          <p:nvPr/>
        </p:nvSpPr>
        <p:spPr bwMode="auto">
          <a:xfrm>
            <a:off x="3548902" y="1911444"/>
            <a:ext cx="460670" cy="440466"/>
          </a:xfrm>
          <a:custGeom>
            <a:avLst/>
            <a:gdLst/>
            <a:ahLst/>
            <a:cxnLst>
              <a:cxn ang="0">
                <a:pos x="122" y="44"/>
              </a:cxn>
              <a:cxn ang="0">
                <a:pos x="115" y="38"/>
              </a:cxn>
              <a:cxn ang="0">
                <a:pos x="83" y="33"/>
              </a:cxn>
              <a:cxn ang="0">
                <a:pos x="70" y="5"/>
              </a:cxn>
              <a:cxn ang="0">
                <a:pos x="62" y="0"/>
              </a:cxn>
              <a:cxn ang="0">
                <a:pos x="54" y="5"/>
              </a:cxn>
              <a:cxn ang="0">
                <a:pos x="40" y="33"/>
              </a:cxn>
              <a:cxn ang="0">
                <a:pos x="8" y="38"/>
              </a:cxn>
              <a:cxn ang="0">
                <a:pos x="1" y="44"/>
              </a:cxn>
              <a:cxn ang="0">
                <a:pos x="3" y="53"/>
              </a:cxn>
              <a:cxn ang="0">
                <a:pos x="26" y="76"/>
              </a:cxn>
              <a:cxn ang="0">
                <a:pos x="21" y="108"/>
              </a:cxn>
              <a:cxn ang="0">
                <a:pos x="24" y="117"/>
              </a:cxn>
              <a:cxn ang="0">
                <a:pos x="29" y="118"/>
              </a:cxn>
              <a:cxn ang="0">
                <a:pos x="34" y="117"/>
              </a:cxn>
              <a:cxn ang="0">
                <a:pos x="62" y="102"/>
              </a:cxn>
              <a:cxn ang="0">
                <a:pos x="89" y="117"/>
              </a:cxn>
              <a:cxn ang="0">
                <a:pos x="94" y="118"/>
              </a:cxn>
              <a:cxn ang="0">
                <a:pos x="99" y="117"/>
              </a:cxn>
              <a:cxn ang="0">
                <a:pos x="102" y="108"/>
              </a:cxn>
              <a:cxn ang="0">
                <a:pos x="97" y="76"/>
              </a:cxn>
              <a:cxn ang="0">
                <a:pos x="120" y="53"/>
              </a:cxn>
              <a:cxn ang="0">
                <a:pos x="122" y="44"/>
              </a:cxn>
              <a:cxn ang="0">
                <a:pos x="91" y="70"/>
              </a:cxn>
              <a:cxn ang="0">
                <a:pos x="88" y="77"/>
              </a:cxn>
              <a:cxn ang="0">
                <a:pos x="94" y="110"/>
              </a:cxn>
              <a:cxn ang="0">
                <a:pos x="66" y="95"/>
              </a:cxn>
              <a:cxn ang="0">
                <a:pos x="62" y="94"/>
              </a:cxn>
              <a:cxn ang="0">
                <a:pos x="57" y="95"/>
              </a:cxn>
              <a:cxn ang="0">
                <a:pos x="29" y="110"/>
              </a:cxn>
              <a:cxn ang="0">
                <a:pos x="35" y="77"/>
              </a:cxn>
              <a:cxn ang="0">
                <a:pos x="32" y="70"/>
              </a:cxn>
              <a:cxn ang="0">
                <a:pos x="9" y="47"/>
              </a:cxn>
              <a:cxn ang="0">
                <a:pos x="41" y="42"/>
              </a:cxn>
              <a:cxn ang="0">
                <a:pos x="48" y="37"/>
              </a:cxn>
              <a:cxn ang="0">
                <a:pos x="62" y="8"/>
              </a:cxn>
              <a:cxn ang="0">
                <a:pos x="75" y="37"/>
              </a:cxn>
              <a:cxn ang="0">
                <a:pos x="82" y="42"/>
              </a:cxn>
              <a:cxn ang="0">
                <a:pos x="114" y="47"/>
              </a:cxn>
              <a:cxn ang="0">
                <a:pos x="91" y="70"/>
              </a:cxn>
              <a:cxn ang="0">
                <a:pos x="91" y="70"/>
              </a:cxn>
              <a:cxn ang="0">
                <a:pos x="91" y="70"/>
              </a:cxn>
            </a:cxnLst>
            <a:rect l="0" t="0" r="r" b="b"/>
            <a:pathLst>
              <a:path w="124" h="118">
                <a:moveTo>
                  <a:pt x="122" y="44"/>
                </a:moveTo>
                <a:cubicBezTo>
                  <a:pt x="121" y="41"/>
                  <a:pt x="119" y="39"/>
                  <a:pt x="115" y="38"/>
                </a:cubicBezTo>
                <a:cubicBezTo>
                  <a:pt x="83" y="33"/>
                  <a:pt x="83" y="33"/>
                  <a:pt x="83" y="33"/>
                </a:cubicBezTo>
                <a:cubicBezTo>
                  <a:pt x="70" y="5"/>
                  <a:pt x="70" y="5"/>
                  <a:pt x="70" y="5"/>
                </a:cubicBezTo>
                <a:cubicBezTo>
                  <a:pt x="68" y="1"/>
                  <a:pt x="65" y="0"/>
                  <a:pt x="62" y="0"/>
                </a:cubicBezTo>
                <a:cubicBezTo>
                  <a:pt x="58" y="0"/>
                  <a:pt x="55" y="1"/>
                  <a:pt x="54" y="5"/>
                </a:cubicBezTo>
                <a:cubicBezTo>
                  <a:pt x="40" y="33"/>
                  <a:pt x="40" y="33"/>
                  <a:pt x="40" y="33"/>
                </a:cubicBezTo>
                <a:cubicBezTo>
                  <a:pt x="8" y="38"/>
                  <a:pt x="8" y="38"/>
                  <a:pt x="8" y="38"/>
                </a:cubicBezTo>
                <a:cubicBezTo>
                  <a:pt x="4" y="39"/>
                  <a:pt x="2" y="41"/>
                  <a:pt x="1" y="44"/>
                </a:cubicBezTo>
                <a:cubicBezTo>
                  <a:pt x="0" y="47"/>
                  <a:pt x="0" y="50"/>
                  <a:pt x="3" y="53"/>
                </a:cubicBezTo>
                <a:cubicBezTo>
                  <a:pt x="26" y="76"/>
                  <a:pt x="26" y="76"/>
                  <a:pt x="26" y="76"/>
                </a:cubicBezTo>
                <a:cubicBezTo>
                  <a:pt x="21" y="108"/>
                  <a:pt x="21" y="108"/>
                  <a:pt x="21" y="108"/>
                </a:cubicBezTo>
                <a:cubicBezTo>
                  <a:pt x="20" y="112"/>
                  <a:pt x="22" y="115"/>
                  <a:pt x="24" y="117"/>
                </a:cubicBezTo>
                <a:cubicBezTo>
                  <a:pt x="26" y="118"/>
                  <a:pt x="28" y="118"/>
                  <a:pt x="29" y="118"/>
                </a:cubicBezTo>
                <a:cubicBezTo>
                  <a:pt x="31" y="118"/>
                  <a:pt x="32" y="118"/>
                  <a:pt x="34" y="117"/>
                </a:cubicBezTo>
                <a:cubicBezTo>
                  <a:pt x="62" y="102"/>
                  <a:pt x="62" y="102"/>
                  <a:pt x="62" y="102"/>
                </a:cubicBezTo>
                <a:cubicBezTo>
                  <a:pt x="89" y="117"/>
                  <a:pt x="89" y="117"/>
                  <a:pt x="89" y="117"/>
                </a:cubicBezTo>
                <a:cubicBezTo>
                  <a:pt x="91" y="118"/>
                  <a:pt x="92" y="118"/>
                  <a:pt x="94" y="118"/>
                </a:cubicBezTo>
                <a:cubicBezTo>
                  <a:pt x="96" y="118"/>
                  <a:pt x="97" y="118"/>
                  <a:pt x="99" y="117"/>
                </a:cubicBezTo>
                <a:cubicBezTo>
                  <a:pt x="102" y="115"/>
                  <a:pt x="103" y="112"/>
                  <a:pt x="102" y="108"/>
                </a:cubicBezTo>
                <a:cubicBezTo>
                  <a:pt x="97" y="76"/>
                  <a:pt x="97" y="76"/>
                  <a:pt x="97" y="76"/>
                </a:cubicBezTo>
                <a:cubicBezTo>
                  <a:pt x="120" y="53"/>
                  <a:pt x="120" y="53"/>
                  <a:pt x="120" y="53"/>
                </a:cubicBezTo>
                <a:cubicBezTo>
                  <a:pt x="123" y="50"/>
                  <a:pt x="124" y="47"/>
                  <a:pt x="122" y="44"/>
                </a:cubicBezTo>
                <a:close/>
                <a:moveTo>
                  <a:pt x="91" y="70"/>
                </a:moveTo>
                <a:cubicBezTo>
                  <a:pt x="89" y="72"/>
                  <a:pt x="88" y="75"/>
                  <a:pt x="88" y="77"/>
                </a:cubicBezTo>
                <a:cubicBezTo>
                  <a:pt x="94" y="110"/>
                  <a:pt x="94" y="110"/>
                  <a:pt x="94" y="110"/>
                </a:cubicBezTo>
                <a:cubicBezTo>
                  <a:pt x="66" y="95"/>
                  <a:pt x="66" y="95"/>
                  <a:pt x="66" y="95"/>
                </a:cubicBezTo>
                <a:cubicBezTo>
                  <a:pt x="65" y="94"/>
                  <a:pt x="63" y="94"/>
                  <a:pt x="62" y="94"/>
                </a:cubicBezTo>
                <a:cubicBezTo>
                  <a:pt x="60" y="94"/>
                  <a:pt x="59" y="94"/>
                  <a:pt x="57" y="95"/>
                </a:cubicBezTo>
                <a:cubicBezTo>
                  <a:pt x="29" y="110"/>
                  <a:pt x="29" y="110"/>
                  <a:pt x="29" y="110"/>
                </a:cubicBezTo>
                <a:cubicBezTo>
                  <a:pt x="35" y="77"/>
                  <a:pt x="35" y="77"/>
                  <a:pt x="35" y="77"/>
                </a:cubicBezTo>
                <a:cubicBezTo>
                  <a:pt x="35" y="75"/>
                  <a:pt x="34" y="72"/>
                  <a:pt x="32" y="70"/>
                </a:cubicBezTo>
                <a:cubicBezTo>
                  <a:pt x="9" y="47"/>
                  <a:pt x="9" y="47"/>
                  <a:pt x="9" y="47"/>
                </a:cubicBezTo>
                <a:cubicBezTo>
                  <a:pt x="41" y="42"/>
                  <a:pt x="41" y="42"/>
                  <a:pt x="41" y="42"/>
                </a:cubicBezTo>
                <a:cubicBezTo>
                  <a:pt x="44" y="41"/>
                  <a:pt x="46" y="40"/>
                  <a:pt x="48" y="37"/>
                </a:cubicBezTo>
                <a:cubicBezTo>
                  <a:pt x="62" y="8"/>
                  <a:pt x="62" y="8"/>
                  <a:pt x="62" y="8"/>
                </a:cubicBezTo>
                <a:cubicBezTo>
                  <a:pt x="75" y="37"/>
                  <a:pt x="75" y="37"/>
                  <a:pt x="75" y="37"/>
                </a:cubicBezTo>
                <a:cubicBezTo>
                  <a:pt x="77" y="40"/>
                  <a:pt x="79" y="41"/>
                  <a:pt x="82" y="42"/>
                </a:cubicBezTo>
                <a:cubicBezTo>
                  <a:pt x="114" y="47"/>
                  <a:pt x="114" y="47"/>
                  <a:pt x="114" y="47"/>
                </a:cubicBezTo>
                <a:lnTo>
                  <a:pt x="91" y="70"/>
                </a:lnTo>
                <a:close/>
                <a:moveTo>
                  <a:pt x="91" y="70"/>
                </a:moveTo>
                <a:cubicBezTo>
                  <a:pt x="91" y="70"/>
                  <a:pt x="91" y="70"/>
                  <a:pt x="91" y="7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5" name="Group 18"/>
          <p:cNvGrpSpPr/>
          <p:nvPr/>
        </p:nvGrpSpPr>
        <p:grpSpPr>
          <a:xfrm>
            <a:off x="6231194" y="1911444"/>
            <a:ext cx="458652" cy="458652"/>
            <a:chOff x="8780463" y="1906588"/>
            <a:chExt cx="360363" cy="360363"/>
          </a:xfrm>
          <a:solidFill>
            <a:schemeClr val="bg1"/>
          </a:solidFill>
        </p:grpSpPr>
        <p:sp>
          <p:nvSpPr>
            <p:cNvPr id="20"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9" name="Freeform 144"/>
          <p:cNvSpPr>
            <a:spLocks noEditPoints="1"/>
          </p:cNvSpPr>
          <p:nvPr/>
        </p:nvSpPr>
        <p:spPr bwMode="auto">
          <a:xfrm>
            <a:off x="866775" y="3654649"/>
            <a:ext cx="468752" cy="458652"/>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9" name="Group 15"/>
          <p:cNvGrpSpPr/>
          <p:nvPr/>
        </p:nvGrpSpPr>
        <p:grpSpPr>
          <a:xfrm>
            <a:off x="3569575" y="3654649"/>
            <a:ext cx="315194" cy="458652"/>
            <a:chOff x="4075113" y="1909763"/>
            <a:chExt cx="247650" cy="360363"/>
          </a:xfrm>
          <a:solidFill>
            <a:schemeClr val="bg1"/>
          </a:solidFill>
        </p:grpSpPr>
        <p:sp>
          <p:nvSpPr>
            <p:cNvPr id="17" name="Freeform 78"/>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79"/>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1" name="Group 25"/>
          <p:cNvGrpSpPr/>
          <p:nvPr/>
        </p:nvGrpSpPr>
        <p:grpSpPr>
          <a:xfrm>
            <a:off x="6274635" y="3610197"/>
            <a:ext cx="458652" cy="458652"/>
            <a:chOff x="8783638" y="3568701"/>
            <a:chExt cx="360363" cy="360363"/>
          </a:xfrm>
          <a:solidFill>
            <a:schemeClr val="bg1"/>
          </a:solidFill>
        </p:grpSpPr>
        <p:sp>
          <p:nvSpPr>
            <p:cNvPr id="27" name="Freeform 99"/>
            <p:cNvSpPr>
              <a:spLocks noEditPoints="1"/>
            </p:cNvSpPr>
            <p:nvPr/>
          </p:nvSpPr>
          <p:spPr bwMode="auto">
            <a:xfrm>
              <a:off x="8783638" y="3568701"/>
              <a:ext cx="360363" cy="360363"/>
            </a:xfrm>
            <a:custGeom>
              <a:avLst/>
              <a:gdLst/>
              <a:ahLst/>
              <a:cxnLst>
                <a:cxn ang="0">
                  <a:pos x="80" y="38"/>
                </a:cxn>
                <a:cxn ang="0">
                  <a:pos x="62" y="0"/>
                </a:cxn>
                <a:cxn ang="0">
                  <a:pos x="35" y="39"/>
                </a:cxn>
                <a:cxn ang="0">
                  <a:pos x="31" y="41"/>
                </a:cxn>
                <a:cxn ang="0">
                  <a:pos x="12" y="38"/>
                </a:cxn>
                <a:cxn ang="0">
                  <a:pos x="0" y="111"/>
                </a:cxn>
                <a:cxn ang="0">
                  <a:pos x="23" y="123"/>
                </a:cxn>
                <a:cxn ang="0">
                  <a:pos x="34" y="116"/>
                </a:cxn>
                <a:cxn ang="0">
                  <a:pos x="35" y="116"/>
                </a:cxn>
                <a:cxn ang="0">
                  <a:pos x="73" y="123"/>
                </a:cxn>
                <a:cxn ang="0">
                  <a:pos x="108" y="115"/>
                </a:cxn>
                <a:cxn ang="0">
                  <a:pos x="110" y="104"/>
                </a:cxn>
                <a:cxn ang="0">
                  <a:pos x="116" y="84"/>
                </a:cxn>
                <a:cxn ang="0">
                  <a:pos x="120" y="64"/>
                </a:cxn>
                <a:cxn ang="0">
                  <a:pos x="123" y="55"/>
                </a:cxn>
                <a:cxn ang="0">
                  <a:pos x="112" y="40"/>
                </a:cxn>
                <a:cxn ang="0">
                  <a:pos x="23" y="115"/>
                </a:cxn>
                <a:cxn ang="0">
                  <a:pos x="8" y="111"/>
                </a:cxn>
                <a:cxn ang="0">
                  <a:pos x="12" y="46"/>
                </a:cxn>
                <a:cxn ang="0">
                  <a:pos x="27" y="50"/>
                </a:cxn>
                <a:cxn ang="0">
                  <a:pos x="115" y="56"/>
                </a:cxn>
                <a:cxn ang="0">
                  <a:pos x="100" y="61"/>
                </a:cxn>
                <a:cxn ang="0">
                  <a:pos x="100" y="65"/>
                </a:cxn>
                <a:cxn ang="0">
                  <a:pos x="114" y="72"/>
                </a:cxn>
                <a:cxn ang="0">
                  <a:pos x="96" y="81"/>
                </a:cxn>
                <a:cxn ang="0">
                  <a:pos x="96" y="84"/>
                </a:cxn>
                <a:cxn ang="0">
                  <a:pos x="109" y="92"/>
                </a:cxn>
                <a:cxn ang="0">
                  <a:pos x="92" y="100"/>
                </a:cxn>
                <a:cxn ang="0">
                  <a:pos x="92" y="104"/>
                </a:cxn>
                <a:cxn ang="0">
                  <a:pos x="102" y="109"/>
                </a:cxn>
                <a:cxn ang="0">
                  <a:pos x="94" y="115"/>
                </a:cxn>
                <a:cxn ang="0">
                  <a:pos x="52" y="113"/>
                </a:cxn>
                <a:cxn ang="0">
                  <a:pos x="31" y="105"/>
                </a:cxn>
                <a:cxn ang="0">
                  <a:pos x="34" y="48"/>
                </a:cxn>
                <a:cxn ang="0">
                  <a:pos x="58" y="11"/>
                </a:cxn>
                <a:cxn ang="0">
                  <a:pos x="73" y="26"/>
                </a:cxn>
                <a:cxn ang="0">
                  <a:pos x="111" y="47"/>
                </a:cxn>
                <a:cxn ang="0">
                  <a:pos x="115" y="56"/>
                </a:cxn>
                <a:cxn ang="0">
                  <a:pos x="115" y="56"/>
                </a:cxn>
              </a:cxnLst>
              <a:rect l="0" t="0" r="r" b="b"/>
              <a:pathLst>
                <a:path w="123" h="123">
                  <a:moveTo>
                    <a:pt x="112" y="40"/>
                  </a:moveTo>
                  <a:cubicBezTo>
                    <a:pt x="107" y="39"/>
                    <a:pt x="96" y="39"/>
                    <a:pt x="80" y="38"/>
                  </a:cubicBezTo>
                  <a:cubicBezTo>
                    <a:pt x="80" y="35"/>
                    <a:pt x="81" y="32"/>
                    <a:pt x="81" y="26"/>
                  </a:cubicBezTo>
                  <a:cubicBezTo>
                    <a:pt x="81" y="12"/>
                    <a:pt x="71" y="0"/>
                    <a:pt x="62" y="0"/>
                  </a:cubicBezTo>
                  <a:cubicBezTo>
                    <a:pt x="55" y="0"/>
                    <a:pt x="50" y="5"/>
                    <a:pt x="50" y="11"/>
                  </a:cubicBezTo>
                  <a:cubicBezTo>
                    <a:pt x="50" y="19"/>
                    <a:pt x="48" y="32"/>
                    <a:pt x="35" y="39"/>
                  </a:cubicBezTo>
                  <a:cubicBezTo>
                    <a:pt x="34" y="40"/>
                    <a:pt x="31" y="41"/>
                    <a:pt x="31" y="41"/>
                  </a:cubicBezTo>
                  <a:cubicBezTo>
                    <a:pt x="31" y="41"/>
                    <a:pt x="31" y="41"/>
                    <a:pt x="31" y="41"/>
                  </a:cubicBezTo>
                  <a:cubicBezTo>
                    <a:pt x="29" y="40"/>
                    <a:pt x="26" y="38"/>
                    <a:pt x="23" y="38"/>
                  </a:cubicBezTo>
                  <a:cubicBezTo>
                    <a:pt x="12" y="38"/>
                    <a:pt x="12" y="38"/>
                    <a:pt x="12" y="38"/>
                  </a:cubicBezTo>
                  <a:cubicBezTo>
                    <a:pt x="6" y="38"/>
                    <a:pt x="0" y="43"/>
                    <a:pt x="0" y="50"/>
                  </a:cubicBezTo>
                  <a:cubicBezTo>
                    <a:pt x="0" y="111"/>
                    <a:pt x="0" y="111"/>
                    <a:pt x="0" y="111"/>
                  </a:cubicBezTo>
                  <a:cubicBezTo>
                    <a:pt x="0" y="118"/>
                    <a:pt x="6" y="123"/>
                    <a:pt x="12" y="123"/>
                  </a:cubicBezTo>
                  <a:cubicBezTo>
                    <a:pt x="23" y="123"/>
                    <a:pt x="23" y="123"/>
                    <a:pt x="23" y="123"/>
                  </a:cubicBezTo>
                  <a:cubicBezTo>
                    <a:pt x="28" y="123"/>
                    <a:pt x="32" y="120"/>
                    <a:pt x="34" y="116"/>
                  </a:cubicBezTo>
                  <a:cubicBezTo>
                    <a:pt x="34" y="116"/>
                    <a:pt x="34" y="116"/>
                    <a:pt x="34" y="116"/>
                  </a:cubicBezTo>
                  <a:cubicBezTo>
                    <a:pt x="34" y="116"/>
                    <a:pt x="34" y="116"/>
                    <a:pt x="35" y="116"/>
                  </a:cubicBezTo>
                  <a:cubicBezTo>
                    <a:pt x="35" y="116"/>
                    <a:pt x="35" y="116"/>
                    <a:pt x="35" y="116"/>
                  </a:cubicBezTo>
                  <a:cubicBezTo>
                    <a:pt x="37" y="117"/>
                    <a:pt x="41" y="118"/>
                    <a:pt x="50" y="120"/>
                  </a:cubicBezTo>
                  <a:cubicBezTo>
                    <a:pt x="52" y="121"/>
                    <a:pt x="63" y="123"/>
                    <a:pt x="73" y="123"/>
                  </a:cubicBezTo>
                  <a:cubicBezTo>
                    <a:pt x="94" y="123"/>
                    <a:pt x="94" y="123"/>
                    <a:pt x="94" y="123"/>
                  </a:cubicBezTo>
                  <a:cubicBezTo>
                    <a:pt x="101" y="123"/>
                    <a:pt x="105" y="120"/>
                    <a:pt x="108" y="115"/>
                  </a:cubicBezTo>
                  <a:cubicBezTo>
                    <a:pt x="108" y="115"/>
                    <a:pt x="109" y="114"/>
                    <a:pt x="110" y="111"/>
                  </a:cubicBezTo>
                  <a:cubicBezTo>
                    <a:pt x="110" y="109"/>
                    <a:pt x="110" y="107"/>
                    <a:pt x="110" y="104"/>
                  </a:cubicBezTo>
                  <a:cubicBezTo>
                    <a:pt x="114" y="102"/>
                    <a:pt x="115" y="97"/>
                    <a:pt x="116" y="95"/>
                  </a:cubicBezTo>
                  <a:cubicBezTo>
                    <a:pt x="118" y="90"/>
                    <a:pt x="117" y="87"/>
                    <a:pt x="116" y="84"/>
                  </a:cubicBezTo>
                  <a:cubicBezTo>
                    <a:pt x="118" y="82"/>
                    <a:pt x="120" y="79"/>
                    <a:pt x="121" y="73"/>
                  </a:cubicBezTo>
                  <a:cubicBezTo>
                    <a:pt x="122" y="70"/>
                    <a:pt x="121" y="67"/>
                    <a:pt x="120" y="64"/>
                  </a:cubicBezTo>
                  <a:cubicBezTo>
                    <a:pt x="122" y="62"/>
                    <a:pt x="123" y="59"/>
                    <a:pt x="123" y="56"/>
                  </a:cubicBezTo>
                  <a:cubicBezTo>
                    <a:pt x="123" y="55"/>
                    <a:pt x="123" y="55"/>
                    <a:pt x="123" y="55"/>
                  </a:cubicBezTo>
                  <a:cubicBezTo>
                    <a:pt x="123" y="55"/>
                    <a:pt x="123" y="54"/>
                    <a:pt x="123" y="53"/>
                  </a:cubicBezTo>
                  <a:cubicBezTo>
                    <a:pt x="123" y="48"/>
                    <a:pt x="120" y="42"/>
                    <a:pt x="112" y="40"/>
                  </a:cubicBezTo>
                  <a:close/>
                  <a:moveTo>
                    <a:pt x="27" y="111"/>
                  </a:moveTo>
                  <a:cubicBezTo>
                    <a:pt x="27" y="113"/>
                    <a:pt x="26" y="115"/>
                    <a:pt x="23" y="115"/>
                  </a:cubicBezTo>
                  <a:cubicBezTo>
                    <a:pt x="12" y="115"/>
                    <a:pt x="12" y="115"/>
                    <a:pt x="12" y="115"/>
                  </a:cubicBezTo>
                  <a:cubicBezTo>
                    <a:pt x="10" y="115"/>
                    <a:pt x="8" y="113"/>
                    <a:pt x="8" y="111"/>
                  </a:cubicBezTo>
                  <a:cubicBezTo>
                    <a:pt x="8" y="50"/>
                    <a:pt x="8" y="50"/>
                    <a:pt x="8" y="50"/>
                  </a:cubicBezTo>
                  <a:cubicBezTo>
                    <a:pt x="8" y="48"/>
                    <a:pt x="10" y="46"/>
                    <a:pt x="12" y="46"/>
                  </a:cubicBezTo>
                  <a:cubicBezTo>
                    <a:pt x="23" y="46"/>
                    <a:pt x="23" y="46"/>
                    <a:pt x="23" y="46"/>
                  </a:cubicBezTo>
                  <a:cubicBezTo>
                    <a:pt x="26" y="46"/>
                    <a:pt x="27" y="48"/>
                    <a:pt x="27" y="50"/>
                  </a:cubicBezTo>
                  <a:lnTo>
                    <a:pt x="27" y="111"/>
                  </a:lnTo>
                  <a:close/>
                  <a:moveTo>
                    <a:pt x="115" y="56"/>
                  </a:moveTo>
                  <a:cubicBezTo>
                    <a:pt x="115" y="58"/>
                    <a:pt x="114" y="61"/>
                    <a:pt x="108" y="61"/>
                  </a:cubicBezTo>
                  <a:cubicBezTo>
                    <a:pt x="100" y="61"/>
                    <a:pt x="100" y="61"/>
                    <a:pt x="100" y="61"/>
                  </a:cubicBezTo>
                  <a:cubicBezTo>
                    <a:pt x="99" y="61"/>
                    <a:pt x="98" y="62"/>
                    <a:pt x="98" y="63"/>
                  </a:cubicBezTo>
                  <a:cubicBezTo>
                    <a:pt x="98" y="64"/>
                    <a:pt x="99" y="65"/>
                    <a:pt x="100" y="65"/>
                  </a:cubicBezTo>
                  <a:cubicBezTo>
                    <a:pt x="108" y="65"/>
                    <a:pt x="108" y="65"/>
                    <a:pt x="108" y="65"/>
                  </a:cubicBezTo>
                  <a:cubicBezTo>
                    <a:pt x="113" y="65"/>
                    <a:pt x="114" y="70"/>
                    <a:pt x="114" y="72"/>
                  </a:cubicBezTo>
                  <a:cubicBezTo>
                    <a:pt x="113" y="75"/>
                    <a:pt x="112" y="81"/>
                    <a:pt x="105" y="81"/>
                  </a:cubicBezTo>
                  <a:cubicBezTo>
                    <a:pt x="96" y="81"/>
                    <a:pt x="96" y="81"/>
                    <a:pt x="96" y="81"/>
                  </a:cubicBezTo>
                  <a:cubicBezTo>
                    <a:pt x="95" y="81"/>
                    <a:pt x="94" y="81"/>
                    <a:pt x="94" y="82"/>
                  </a:cubicBezTo>
                  <a:cubicBezTo>
                    <a:pt x="94" y="83"/>
                    <a:pt x="95" y="84"/>
                    <a:pt x="96" y="84"/>
                  </a:cubicBezTo>
                  <a:cubicBezTo>
                    <a:pt x="104" y="84"/>
                    <a:pt x="104" y="84"/>
                    <a:pt x="104" y="84"/>
                  </a:cubicBezTo>
                  <a:cubicBezTo>
                    <a:pt x="110" y="84"/>
                    <a:pt x="110" y="89"/>
                    <a:pt x="109" y="92"/>
                  </a:cubicBezTo>
                  <a:cubicBezTo>
                    <a:pt x="108" y="96"/>
                    <a:pt x="107" y="100"/>
                    <a:pt x="99" y="100"/>
                  </a:cubicBezTo>
                  <a:cubicBezTo>
                    <a:pt x="92" y="100"/>
                    <a:pt x="92" y="100"/>
                    <a:pt x="92" y="100"/>
                  </a:cubicBezTo>
                  <a:cubicBezTo>
                    <a:pt x="91" y="100"/>
                    <a:pt x="90" y="101"/>
                    <a:pt x="90" y="102"/>
                  </a:cubicBezTo>
                  <a:cubicBezTo>
                    <a:pt x="90" y="103"/>
                    <a:pt x="91" y="104"/>
                    <a:pt x="92" y="104"/>
                  </a:cubicBezTo>
                  <a:cubicBezTo>
                    <a:pt x="98" y="104"/>
                    <a:pt x="98" y="104"/>
                    <a:pt x="98" y="104"/>
                  </a:cubicBezTo>
                  <a:cubicBezTo>
                    <a:pt x="103" y="104"/>
                    <a:pt x="103" y="108"/>
                    <a:pt x="102" y="109"/>
                  </a:cubicBezTo>
                  <a:cubicBezTo>
                    <a:pt x="102" y="110"/>
                    <a:pt x="101" y="112"/>
                    <a:pt x="101" y="112"/>
                  </a:cubicBezTo>
                  <a:cubicBezTo>
                    <a:pt x="100" y="114"/>
                    <a:pt x="98" y="115"/>
                    <a:pt x="94" y="115"/>
                  </a:cubicBezTo>
                  <a:cubicBezTo>
                    <a:pt x="73" y="115"/>
                    <a:pt x="73" y="115"/>
                    <a:pt x="73" y="115"/>
                  </a:cubicBezTo>
                  <a:cubicBezTo>
                    <a:pt x="63" y="115"/>
                    <a:pt x="52" y="113"/>
                    <a:pt x="52" y="113"/>
                  </a:cubicBezTo>
                  <a:cubicBezTo>
                    <a:pt x="36" y="109"/>
                    <a:pt x="35" y="109"/>
                    <a:pt x="34" y="108"/>
                  </a:cubicBezTo>
                  <a:cubicBezTo>
                    <a:pt x="34" y="108"/>
                    <a:pt x="31" y="108"/>
                    <a:pt x="31" y="105"/>
                  </a:cubicBezTo>
                  <a:cubicBezTo>
                    <a:pt x="31" y="52"/>
                    <a:pt x="31" y="52"/>
                    <a:pt x="31" y="52"/>
                  </a:cubicBezTo>
                  <a:cubicBezTo>
                    <a:pt x="31" y="50"/>
                    <a:pt x="32" y="49"/>
                    <a:pt x="34" y="48"/>
                  </a:cubicBezTo>
                  <a:cubicBezTo>
                    <a:pt x="34" y="48"/>
                    <a:pt x="35" y="48"/>
                    <a:pt x="35" y="48"/>
                  </a:cubicBezTo>
                  <a:cubicBezTo>
                    <a:pt x="52" y="40"/>
                    <a:pt x="58" y="25"/>
                    <a:pt x="58" y="11"/>
                  </a:cubicBezTo>
                  <a:cubicBezTo>
                    <a:pt x="58" y="10"/>
                    <a:pt x="59" y="8"/>
                    <a:pt x="62" y="8"/>
                  </a:cubicBezTo>
                  <a:cubicBezTo>
                    <a:pt x="66" y="8"/>
                    <a:pt x="73" y="16"/>
                    <a:pt x="73" y="26"/>
                  </a:cubicBezTo>
                  <a:cubicBezTo>
                    <a:pt x="73" y="35"/>
                    <a:pt x="73" y="37"/>
                    <a:pt x="69" y="46"/>
                  </a:cubicBezTo>
                  <a:cubicBezTo>
                    <a:pt x="108" y="46"/>
                    <a:pt x="107" y="47"/>
                    <a:pt x="111" y="47"/>
                  </a:cubicBezTo>
                  <a:cubicBezTo>
                    <a:pt x="115" y="49"/>
                    <a:pt x="115" y="52"/>
                    <a:pt x="115" y="53"/>
                  </a:cubicBezTo>
                  <a:cubicBezTo>
                    <a:pt x="115" y="55"/>
                    <a:pt x="115" y="54"/>
                    <a:pt x="115" y="56"/>
                  </a:cubicBezTo>
                  <a:close/>
                  <a:moveTo>
                    <a:pt x="115" y="56"/>
                  </a:moveTo>
                  <a:cubicBezTo>
                    <a:pt x="115" y="56"/>
                    <a:pt x="115" y="56"/>
                    <a:pt x="115" y="5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00"/>
            <p:cNvSpPr>
              <a:spLocks noEditPoints="1"/>
            </p:cNvSpPr>
            <p:nvPr/>
          </p:nvSpPr>
          <p:spPr bwMode="auto">
            <a:xfrm>
              <a:off x="8818563" y="3862388"/>
              <a:ext cx="33338" cy="31750"/>
            </a:xfrm>
            <a:custGeom>
              <a:avLst/>
              <a:gdLst/>
              <a:ahLst/>
              <a:cxnLst>
                <a:cxn ang="0">
                  <a:pos x="6" y="0"/>
                </a:cxn>
                <a:cxn ang="0">
                  <a:pos x="0" y="5"/>
                </a:cxn>
                <a:cxn ang="0">
                  <a:pos x="6" y="11"/>
                </a:cxn>
                <a:cxn ang="0">
                  <a:pos x="11" y="5"/>
                </a:cxn>
                <a:cxn ang="0">
                  <a:pos x="6" y="0"/>
                </a:cxn>
                <a:cxn ang="0">
                  <a:pos x="6" y="7"/>
                </a:cxn>
                <a:cxn ang="0">
                  <a:pos x="4" y="5"/>
                </a:cxn>
                <a:cxn ang="0">
                  <a:pos x="6" y="4"/>
                </a:cxn>
                <a:cxn ang="0">
                  <a:pos x="8" y="5"/>
                </a:cxn>
                <a:cxn ang="0">
                  <a:pos x="6" y="7"/>
                </a:cxn>
                <a:cxn ang="0">
                  <a:pos x="6" y="7"/>
                </a:cxn>
                <a:cxn ang="0">
                  <a:pos x="6" y="7"/>
                </a:cxn>
              </a:cxnLst>
              <a:rect l="0" t="0" r="r" b="b"/>
              <a:pathLst>
                <a:path w="11" h="11">
                  <a:moveTo>
                    <a:pt x="6" y="0"/>
                  </a:moveTo>
                  <a:cubicBezTo>
                    <a:pt x="2" y="0"/>
                    <a:pt x="0" y="2"/>
                    <a:pt x="0" y="5"/>
                  </a:cubicBezTo>
                  <a:cubicBezTo>
                    <a:pt x="0" y="9"/>
                    <a:pt x="2" y="11"/>
                    <a:pt x="6" y="11"/>
                  </a:cubicBezTo>
                  <a:cubicBezTo>
                    <a:pt x="9" y="11"/>
                    <a:pt x="11" y="9"/>
                    <a:pt x="11" y="5"/>
                  </a:cubicBezTo>
                  <a:cubicBezTo>
                    <a:pt x="11" y="2"/>
                    <a:pt x="9" y="0"/>
                    <a:pt x="6" y="0"/>
                  </a:cubicBezTo>
                  <a:close/>
                  <a:moveTo>
                    <a:pt x="6" y="7"/>
                  </a:moveTo>
                  <a:cubicBezTo>
                    <a:pt x="5" y="7"/>
                    <a:pt x="4" y="6"/>
                    <a:pt x="4" y="5"/>
                  </a:cubicBezTo>
                  <a:cubicBezTo>
                    <a:pt x="4" y="4"/>
                    <a:pt x="5" y="4"/>
                    <a:pt x="6" y="4"/>
                  </a:cubicBezTo>
                  <a:cubicBezTo>
                    <a:pt x="7" y="4"/>
                    <a:pt x="8" y="4"/>
                    <a:pt x="8" y="5"/>
                  </a:cubicBezTo>
                  <a:cubicBezTo>
                    <a:pt x="8" y="6"/>
                    <a:pt x="7" y="7"/>
                    <a:pt x="6" y="7"/>
                  </a:cubicBezTo>
                  <a:close/>
                  <a:moveTo>
                    <a:pt x="6" y="7"/>
                  </a:moveTo>
                  <a:cubicBezTo>
                    <a:pt x="6" y="7"/>
                    <a:pt x="6" y="7"/>
                    <a:pt x="6"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p:stCondLst>
                              <p:cond delay="500"/>
                            </p:stCondLst>
                            <p:childTnLst>
                              <p:par>
                                <p:cTn id="9" presetID="2" presetClass="entr" presetSubtype="1" accel="50000" decel="5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 calcmode="lin" valueType="num">
                                      <p:cBhvr>
                                        <p:cTn id="16" dur="500" fill="hold"/>
                                        <p:tgtEl>
                                          <p:spTgt spid="15"/>
                                        </p:tgtEl>
                                        <p:attrNameLst>
                                          <p:attrName>ppt_w</p:attrName>
                                        </p:attrNameLst>
                                      </p:cBhvr>
                                      <p:tavLst>
                                        <p:tav tm="0">
                                          <p:val>
                                            <p:fltVal val="0"/>
                                          </p:val>
                                        </p:tav>
                                        <p:tav tm="100000">
                                          <p:val>
                                            <p:strVal val="#ppt_w"/>
                                          </p:val>
                                        </p:tav>
                                      </p:tavLst>
                                    </p:anim>
                                    <p:anim calcmode="lin" valueType="num">
                                      <p:cBhvr>
                                        <p:cTn id="17" dur="500" fill="hold"/>
                                        <p:tgtEl>
                                          <p:spTgt spid="15"/>
                                        </p:tgtEl>
                                        <p:attrNameLst>
                                          <p:attrName>ppt_h</p:attrName>
                                        </p:attrNameLst>
                                      </p:cBhvr>
                                      <p:tavLst>
                                        <p:tav tm="0">
                                          <p:val>
                                            <p:fltVal val="0"/>
                                          </p:val>
                                        </p:tav>
                                        <p:tav tm="100000">
                                          <p:val>
                                            <p:strVal val="#ppt_h"/>
                                          </p:val>
                                        </p:tav>
                                      </p:tavLst>
                                    </p:anim>
                                    <p:animEffect transition="in" filter="fade">
                                      <p:cBhvr>
                                        <p:cTn id="18" dur="500"/>
                                        <p:tgtEl>
                                          <p:spTgt spid="15"/>
                                        </p:tgtEl>
                                      </p:cBhvr>
                                    </p:animEffect>
                                  </p:childTnLst>
                                </p:cTn>
                              </p:par>
                            </p:childTnLst>
                          </p:cTn>
                        </p:par>
                        <p:par>
                          <p:cTn id="19" fill="hold">
                            <p:stCondLst>
                              <p:cond delay="1500"/>
                            </p:stCondLst>
                            <p:childTnLst>
                              <p:par>
                                <p:cTn id="20" presetID="22" presetClass="entr" presetSubtype="8" fill="hold" nodeType="after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wipe(left)">
                                      <p:cBhvr>
                                        <p:cTn id="22" dur="500"/>
                                        <p:tgtEl>
                                          <p:spTgt spid="2"/>
                                        </p:tgtEl>
                                      </p:cBhvr>
                                    </p:animEffect>
                                  </p:childTnLst>
                                </p:cTn>
                              </p:par>
                            </p:childTnLst>
                          </p:cTn>
                        </p:par>
                        <p:par>
                          <p:cTn id="23" fill="hold">
                            <p:stCondLst>
                              <p:cond delay="2000"/>
                            </p:stCondLst>
                            <p:childTnLst>
                              <p:par>
                                <p:cTn id="24" presetID="22" presetClass="entr" presetSubtype="4" fill="hold" grpId="0"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down)">
                                      <p:cBhvr>
                                        <p:cTn id="26" dur="500"/>
                                        <p:tgtEl>
                                          <p:spTgt spid="32"/>
                                        </p:tgtEl>
                                      </p:cBhvr>
                                    </p:animEffect>
                                  </p:childTnLst>
                                </p:cTn>
                              </p:par>
                            </p:childTnLst>
                          </p:cTn>
                        </p:par>
                        <p:par>
                          <p:cTn id="27" fill="hold">
                            <p:stCondLst>
                              <p:cond delay="2500"/>
                            </p:stCondLst>
                            <p:childTnLst>
                              <p:par>
                                <p:cTn id="28" presetID="2" presetClass="entr" presetSubtype="1" accel="50000" decel="50000"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fill="hold"/>
                                        <p:tgtEl>
                                          <p:spTgt spid="10"/>
                                        </p:tgtEl>
                                        <p:attrNameLst>
                                          <p:attrName>ppt_x</p:attrName>
                                        </p:attrNameLst>
                                      </p:cBhvr>
                                      <p:tavLst>
                                        <p:tav tm="0">
                                          <p:val>
                                            <p:strVal val="#ppt_x"/>
                                          </p:val>
                                        </p:tav>
                                        <p:tav tm="100000">
                                          <p:val>
                                            <p:strVal val="#ppt_x"/>
                                          </p:val>
                                        </p:tav>
                                      </p:tavLst>
                                    </p:anim>
                                    <p:anim calcmode="lin" valueType="num">
                                      <p:cBhvr additive="base">
                                        <p:cTn id="31" dur="500" fill="hold"/>
                                        <p:tgtEl>
                                          <p:spTgt spid="10"/>
                                        </p:tgtEl>
                                        <p:attrNameLst>
                                          <p:attrName>ppt_y</p:attrName>
                                        </p:attrNameLst>
                                      </p:cBhvr>
                                      <p:tavLst>
                                        <p:tav tm="0">
                                          <p:val>
                                            <p:strVal val="0-#ppt_h/2"/>
                                          </p:val>
                                        </p:tav>
                                        <p:tav tm="100000">
                                          <p:val>
                                            <p:strVal val="#ppt_y"/>
                                          </p:val>
                                        </p:tav>
                                      </p:tavLst>
                                    </p:anim>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500"/>
                            </p:stCondLst>
                            <p:childTnLst>
                              <p:par>
                                <p:cTn id="39" presetID="22" presetClass="entr" presetSubtype="8"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left)">
                                      <p:cBhvr>
                                        <p:cTn id="41" dur="500"/>
                                        <p:tgtEl>
                                          <p:spTgt spid="4"/>
                                        </p:tgtEl>
                                      </p:cBhvr>
                                    </p:animEffect>
                                  </p:childTnLst>
                                </p:cTn>
                              </p:par>
                            </p:childTnLst>
                          </p:cTn>
                        </p:par>
                        <p:par>
                          <p:cTn id="42" fill="hold">
                            <p:stCondLst>
                              <p:cond delay="4000"/>
                            </p:stCondLst>
                            <p:childTnLst>
                              <p:par>
                                <p:cTn id="43" presetID="22" presetClass="entr" presetSubtype="4" fill="hold" grpId="0" nodeType="afterEffect">
                                  <p:stCondLst>
                                    <p:cond delay="0"/>
                                  </p:stCondLst>
                                  <p:childTnLst>
                                    <p:set>
                                      <p:cBhvr>
                                        <p:cTn id="44" dur="1" fill="hold">
                                          <p:stCondLst>
                                            <p:cond delay="0"/>
                                          </p:stCondLst>
                                        </p:cTn>
                                        <p:tgtEl>
                                          <p:spTgt spid="41"/>
                                        </p:tgtEl>
                                        <p:attrNameLst>
                                          <p:attrName>style.visibility</p:attrName>
                                        </p:attrNameLst>
                                      </p:cBhvr>
                                      <p:to>
                                        <p:strVal val="visible"/>
                                      </p:to>
                                    </p:set>
                                    <p:animEffect transition="in" filter="wipe(down)">
                                      <p:cBhvr>
                                        <p:cTn id="45" dur="500"/>
                                        <p:tgtEl>
                                          <p:spTgt spid="41"/>
                                        </p:tgtEl>
                                      </p:cBhvr>
                                    </p:animEffect>
                                  </p:childTnLst>
                                </p:cTn>
                              </p:par>
                            </p:childTnLst>
                          </p:cTn>
                        </p:par>
                        <p:par>
                          <p:cTn id="46" fill="hold">
                            <p:stCondLst>
                              <p:cond delay="4500"/>
                            </p:stCondLst>
                            <p:childTnLst>
                              <p:par>
                                <p:cTn id="47" presetID="2" presetClass="entr" presetSubtype="1" accel="50000" decel="50000"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additive="base">
                                        <p:cTn id="49" dur="500" fill="hold"/>
                                        <p:tgtEl>
                                          <p:spTgt spid="19"/>
                                        </p:tgtEl>
                                        <p:attrNameLst>
                                          <p:attrName>ppt_x</p:attrName>
                                        </p:attrNameLst>
                                      </p:cBhvr>
                                      <p:tavLst>
                                        <p:tav tm="0">
                                          <p:val>
                                            <p:strVal val="#ppt_x"/>
                                          </p:val>
                                        </p:tav>
                                        <p:tav tm="100000">
                                          <p:val>
                                            <p:strVal val="#ppt_x"/>
                                          </p:val>
                                        </p:tav>
                                      </p:tavLst>
                                    </p:anim>
                                    <p:anim calcmode="lin" valueType="num">
                                      <p:cBhvr additive="base">
                                        <p:cTn id="50" dur="500" fill="hold"/>
                                        <p:tgtEl>
                                          <p:spTgt spid="19"/>
                                        </p:tgtEl>
                                        <p:attrNameLst>
                                          <p:attrName>ppt_y</p:attrName>
                                        </p:attrNameLst>
                                      </p:cBhvr>
                                      <p:tavLst>
                                        <p:tav tm="0">
                                          <p:val>
                                            <p:strVal val="0-#ppt_h/2"/>
                                          </p:val>
                                        </p:tav>
                                        <p:tav tm="100000">
                                          <p:val>
                                            <p:strVal val="#ppt_y"/>
                                          </p:val>
                                        </p:tav>
                                      </p:tavLst>
                                    </p:anim>
                                  </p:childTnLst>
                                </p:cTn>
                              </p:par>
                            </p:childTnLst>
                          </p:cTn>
                        </p:par>
                        <p:par>
                          <p:cTn id="51" fill="hold">
                            <p:stCondLst>
                              <p:cond delay="5000"/>
                            </p:stCondLst>
                            <p:childTnLst>
                              <p:par>
                                <p:cTn id="52" presetID="53" presetClass="entr" presetSubtype="0" fill="hold" nodeType="afterEffect">
                                  <p:stCondLst>
                                    <p:cond delay="0"/>
                                  </p:stCondLst>
                                  <p:childTnLst>
                                    <p:set>
                                      <p:cBhvr>
                                        <p:cTn id="53" dur="1" fill="hold">
                                          <p:stCondLst>
                                            <p:cond delay="0"/>
                                          </p:stCondLst>
                                        </p:cTn>
                                        <p:tgtEl>
                                          <p:spTgt spid="45"/>
                                        </p:tgtEl>
                                        <p:attrNameLst>
                                          <p:attrName>style.visibility</p:attrName>
                                        </p:attrNameLst>
                                      </p:cBhvr>
                                      <p:to>
                                        <p:strVal val="visible"/>
                                      </p:to>
                                    </p:set>
                                    <p:anim calcmode="lin" valueType="num">
                                      <p:cBhvr>
                                        <p:cTn id="54" dur="500" fill="hold"/>
                                        <p:tgtEl>
                                          <p:spTgt spid="45"/>
                                        </p:tgtEl>
                                        <p:attrNameLst>
                                          <p:attrName>ppt_w</p:attrName>
                                        </p:attrNameLst>
                                      </p:cBhvr>
                                      <p:tavLst>
                                        <p:tav tm="0">
                                          <p:val>
                                            <p:fltVal val="0"/>
                                          </p:val>
                                        </p:tav>
                                        <p:tav tm="100000">
                                          <p:val>
                                            <p:strVal val="#ppt_w"/>
                                          </p:val>
                                        </p:tav>
                                      </p:tavLst>
                                    </p:anim>
                                    <p:anim calcmode="lin" valueType="num">
                                      <p:cBhvr>
                                        <p:cTn id="55" dur="500" fill="hold"/>
                                        <p:tgtEl>
                                          <p:spTgt spid="45"/>
                                        </p:tgtEl>
                                        <p:attrNameLst>
                                          <p:attrName>ppt_h</p:attrName>
                                        </p:attrNameLst>
                                      </p:cBhvr>
                                      <p:tavLst>
                                        <p:tav tm="0">
                                          <p:val>
                                            <p:fltVal val="0"/>
                                          </p:val>
                                        </p:tav>
                                        <p:tav tm="100000">
                                          <p:val>
                                            <p:strVal val="#ppt_h"/>
                                          </p:val>
                                        </p:tav>
                                      </p:tavLst>
                                    </p:anim>
                                    <p:animEffect transition="in" filter="fade">
                                      <p:cBhvr>
                                        <p:cTn id="56" dur="500"/>
                                        <p:tgtEl>
                                          <p:spTgt spid="45"/>
                                        </p:tgtEl>
                                      </p:cBhvr>
                                    </p:animEffect>
                                  </p:childTnLst>
                                </p:cTn>
                              </p:par>
                            </p:childTnLst>
                          </p:cTn>
                        </p:par>
                        <p:par>
                          <p:cTn id="57" fill="hold">
                            <p:stCondLst>
                              <p:cond delay="5500"/>
                            </p:stCondLst>
                            <p:childTnLst>
                              <p:par>
                                <p:cTn id="58" presetID="22" presetClass="entr" presetSubtype="8" fill="hold" nodeType="after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wipe(left)">
                                      <p:cBhvr>
                                        <p:cTn id="60" dur="500"/>
                                        <p:tgtEl>
                                          <p:spTgt spid="16"/>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50"/>
                                        </p:tgtEl>
                                        <p:attrNameLst>
                                          <p:attrName>style.visibility</p:attrName>
                                        </p:attrNameLst>
                                      </p:cBhvr>
                                      <p:to>
                                        <p:strVal val="visible"/>
                                      </p:to>
                                    </p:set>
                                    <p:animEffect transition="in" filter="wipe(down)">
                                      <p:cBhvr>
                                        <p:cTn id="64" dur="500"/>
                                        <p:tgtEl>
                                          <p:spTgt spid="50"/>
                                        </p:tgtEl>
                                      </p:cBhvr>
                                    </p:animEffect>
                                  </p:childTnLst>
                                </p:cTn>
                              </p:par>
                            </p:childTnLst>
                          </p:cTn>
                        </p:par>
                        <p:par>
                          <p:cTn id="65" fill="hold">
                            <p:stCondLst>
                              <p:cond delay="6500"/>
                            </p:stCondLst>
                            <p:childTnLst>
                              <p:par>
                                <p:cTn id="66" presetID="2" presetClass="entr" presetSubtype="1" accel="50000" decel="50000" fill="hold" nodeType="afterEffect">
                                  <p:stCondLst>
                                    <p:cond delay="0"/>
                                  </p:stCondLst>
                                  <p:childTnLst>
                                    <p:set>
                                      <p:cBhvr>
                                        <p:cTn id="67" dur="1" fill="hold">
                                          <p:stCondLst>
                                            <p:cond delay="0"/>
                                          </p:stCondLst>
                                        </p:cTn>
                                        <p:tgtEl>
                                          <p:spTgt spid="31"/>
                                        </p:tgtEl>
                                        <p:attrNameLst>
                                          <p:attrName>style.visibility</p:attrName>
                                        </p:attrNameLst>
                                      </p:cBhvr>
                                      <p:to>
                                        <p:strVal val="visible"/>
                                      </p:to>
                                    </p:set>
                                    <p:anim calcmode="lin" valueType="num">
                                      <p:cBhvr additive="base">
                                        <p:cTn id="68" dur="500" fill="hold"/>
                                        <p:tgtEl>
                                          <p:spTgt spid="31"/>
                                        </p:tgtEl>
                                        <p:attrNameLst>
                                          <p:attrName>ppt_x</p:attrName>
                                        </p:attrNameLst>
                                      </p:cBhvr>
                                      <p:tavLst>
                                        <p:tav tm="0">
                                          <p:val>
                                            <p:strVal val="#ppt_x"/>
                                          </p:val>
                                        </p:tav>
                                        <p:tav tm="100000">
                                          <p:val>
                                            <p:strVal val="#ppt_x"/>
                                          </p:val>
                                        </p:tav>
                                      </p:tavLst>
                                    </p:anim>
                                    <p:anim calcmode="lin" valueType="num">
                                      <p:cBhvr additive="base">
                                        <p:cTn id="69" dur="500" fill="hold"/>
                                        <p:tgtEl>
                                          <p:spTgt spid="31"/>
                                        </p:tgtEl>
                                        <p:attrNameLst>
                                          <p:attrName>ppt_y</p:attrName>
                                        </p:attrNameLst>
                                      </p:cBhvr>
                                      <p:tavLst>
                                        <p:tav tm="0">
                                          <p:val>
                                            <p:strVal val="0-#ppt_h/2"/>
                                          </p:val>
                                        </p:tav>
                                        <p:tav tm="100000">
                                          <p:val>
                                            <p:strVal val="#ppt_y"/>
                                          </p:val>
                                        </p:tav>
                                      </p:tavLst>
                                    </p:anim>
                                  </p:childTnLst>
                                </p:cTn>
                              </p:par>
                            </p:childTnLst>
                          </p:cTn>
                        </p:par>
                        <p:par>
                          <p:cTn id="70" fill="hold">
                            <p:stCondLst>
                              <p:cond delay="7000"/>
                            </p:stCondLst>
                            <p:childTnLst>
                              <p:par>
                                <p:cTn id="71" presetID="53" presetClass="entr" presetSubtype="0" fill="hold" grpId="0" nodeType="afterEffect">
                                  <p:stCondLst>
                                    <p:cond delay="0"/>
                                  </p:stCondLst>
                                  <p:childTnLst>
                                    <p:set>
                                      <p:cBhvr>
                                        <p:cTn id="72" dur="1" fill="hold">
                                          <p:stCondLst>
                                            <p:cond delay="0"/>
                                          </p:stCondLst>
                                        </p:cTn>
                                        <p:tgtEl>
                                          <p:spTgt spid="29"/>
                                        </p:tgtEl>
                                        <p:attrNameLst>
                                          <p:attrName>style.visibility</p:attrName>
                                        </p:attrNameLst>
                                      </p:cBhvr>
                                      <p:to>
                                        <p:strVal val="visible"/>
                                      </p:to>
                                    </p:set>
                                    <p:anim calcmode="lin" valueType="num">
                                      <p:cBhvr>
                                        <p:cTn id="73" dur="500" fill="hold"/>
                                        <p:tgtEl>
                                          <p:spTgt spid="29"/>
                                        </p:tgtEl>
                                        <p:attrNameLst>
                                          <p:attrName>ppt_w</p:attrName>
                                        </p:attrNameLst>
                                      </p:cBhvr>
                                      <p:tavLst>
                                        <p:tav tm="0">
                                          <p:val>
                                            <p:fltVal val="0"/>
                                          </p:val>
                                        </p:tav>
                                        <p:tav tm="100000">
                                          <p:val>
                                            <p:strVal val="#ppt_w"/>
                                          </p:val>
                                        </p:tav>
                                      </p:tavLst>
                                    </p:anim>
                                    <p:anim calcmode="lin" valueType="num">
                                      <p:cBhvr>
                                        <p:cTn id="74" dur="500" fill="hold"/>
                                        <p:tgtEl>
                                          <p:spTgt spid="29"/>
                                        </p:tgtEl>
                                        <p:attrNameLst>
                                          <p:attrName>ppt_h</p:attrName>
                                        </p:attrNameLst>
                                      </p:cBhvr>
                                      <p:tavLst>
                                        <p:tav tm="0">
                                          <p:val>
                                            <p:fltVal val="0"/>
                                          </p:val>
                                        </p:tav>
                                        <p:tav tm="100000">
                                          <p:val>
                                            <p:strVal val="#ppt_h"/>
                                          </p:val>
                                        </p:tav>
                                      </p:tavLst>
                                    </p:anim>
                                    <p:animEffect transition="in" filter="fade">
                                      <p:cBhvr>
                                        <p:cTn id="75" dur="500"/>
                                        <p:tgtEl>
                                          <p:spTgt spid="29"/>
                                        </p:tgtEl>
                                      </p:cBhvr>
                                    </p:animEffect>
                                  </p:childTnLst>
                                </p:cTn>
                              </p:par>
                            </p:childTnLst>
                          </p:cTn>
                        </p:par>
                        <p:par>
                          <p:cTn id="76" fill="hold">
                            <p:stCondLst>
                              <p:cond delay="7500"/>
                            </p:stCondLst>
                            <p:childTnLst>
                              <p:par>
                                <p:cTn id="77" presetID="22" presetClass="entr" presetSubtype="8" fill="hold" nodeType="afterEffect">
                                  <p:stCondLst>
                                    <p:cond delay="0"/>
                                  </p:stCondLst>
                                  <p:childTnLst>
                                    <p:set>
                                      <p:cBhvr>
                                        <p:cTn id="78" dur="1" fill="hold">
                                          <p:stCondLst>
                                            <p:cond delay="0"/>
                                          </p:stCondLst>
                                        </p:cTn>
                                        <p:tgtEl>
                                          <p:spTgt spid="26"/>
                                        </p:tgtEl>
                                        <p:attrNameLst>
                                          <p:attrName>style.visibility</p:attrName>
                                        </p:attrNameLst>
                                      </p:cBhvr>
                                      <p:to>
                                        <p:strVal val="visible"/>
                                      </p:to>
                                    </p:set>
                                    <p:animEffect transition="in" filter="wipe(left)">
                                      <p:cBhvr>
                                        <p:cTn id="79" dur="500"/>
                                        <p:tgtEl>
                                          <p:spTgt spid="26"/>
                                        </p:tgtEl>
                                      </p:cBhvr>
                                    </p:animEffect>
                                  </p:childTnLst>
                                </p:cTn>
                              </p:par>
                            </p:childTnLst>
                          </p:cTn>
                        </p:par>
                        <p:par>
                          <p:cTn id="80" fill="hold">
                            <p:stCondLst>
                              <p:cond delay="8000"/>
                            </p:stCondLst>
                            <p:childTnLst>
                              <p:par>
                                <p:cTn id="81" presetID="22" presetClass="entr" presetSubtype="4" fill="hold" grpId="0" nodeType="afterEffect">
                                  <p:stCondLst>
                                    <p:cond delay="0"/>
                                  </p:stCondLst>
                                  <p:childTnLst>
                                    <p:set>
                                      <p:cBhvr>
                                        <p:cTn id="82" dur="1" fill="hold">
                                          <p:stCondLst>
                                            <p:cond delay="0"/>
                                          </p:stCondLst>
                                        </p:cTn>
                                        <p:tgtEl>
                                          <p:spTgt spid="59"/>
                                        </p:tgtEl>
                                        <p:attrNameLst>
                                          <p:attrName>style.visibility</p:attrName>
                                        </p:attrNameLst>
                                      </p:cBhvr>
                                      <p:to>
                                        <p:strVal val="visible"/>
                                      </p:to>
                                    </p:set>
                                    <p:animEffect transition="in" filter="wipe(down)">
                                      <p:cBhvr>
                                        <p:cTn id="83" dur="500"/>
                                        <p:tgtEl>
                                          <p:spTgt spid="59"/>
                                        </p:tgtEl>
                                      </p:cBhvr>
                                    </p:animEffect>
                                  </p:childTnLst>
                                </p:cTn>
                              </p:par>
                            </p:childTnLst>
                          </p:cTn>
                        </p:par>
                        <p:par>
                          <p:cTn id="84" fill="hold">
                            <p:stCondLst>
                              <p:cond delay="8500"/>
                            </p:stCondLst>
                            <p:childTnLst>
                              <p:par>
                                <p:cTn id="85" presetID="2" presetClass="entr" presetSubtype="1" accel="50000" decel="50000" fill="hold" nodeType="afterEffect">
                                  <p:stCondLst>
                                    <p:cond delay="0"/>
                                  </p:stCondLst>
                                  <p:childTnLst>
                                    <p:set>
                                      <p:cBhvr>
                                        <p:cTn id="86" dur="1" fill="hold">
                                          <p:stCondLst>
                                            <p:cond delay="0"/>
                                          </p:stCondLst>
                                        </p:cTn>
                                        <p:tgtEl>
                                          <p:spTgt spid="36"/>
                                        </p:tgtEl>
                                        <p:attrNameLst>
                                          <p:attrName>style.visibility</p:attrName>
                                        </p:attrNameLst>
                                      </p:cBhvr>
                                      <p:to>
                                        <p:strVal val="visible"/>
                                      </p:to>
                                    </p:set>
                                    <p:anim calcmode="lin" valueType="num">
                                      <p:cBhvr additive="base">
                                        <p:cTn id="87" dur="500" fill="hold"/>
                                        <p:tgtEl>
                                          <p:spTgt spid="36"/>
                                        </p:tgtEl>
                                        <p:attrNameLst>
                                          <p:attrName>ppt_x</p:attrName>
                                        </p:attrNameLst>
                                      </p:cBhvr>
                                      <p:tavLst>
                                        <p:tav tm="0">
                                          <p:val>
                                            <p:strVal val="#ppt_x"/>
                                          </p:val>
                                        </p:tav>
                                        <p:tav tm="100000">
                                          <p:val>
                                            <p:strVal val="#ppt_x"/>
                                          </p:val>
                                        </p:tav>
                                      </p:tavLst>
                                    </p:anim>
                                    <p:anim calcmode="lin" valueType="num">
                                      <p:cBhvr additive="base">
                                        <p:cTn id="88" dur="500" fill="hold"/>
                                        <p:tgtEl>
                                          <p:spTgt spid="36"/>
                                        </p:tgtEl>
                                        <p:attrNameLst>
                                          <p:attrName>ppt_y</p:attrName>
                                        </p:attrNameLst>
                                      </p:cBhvr>
                                      <p:tavLst>
                                        <p:tav tm="0">
                                          <p:val>
                                            <p:strVal val="0-#ppt_h/2"/>
                                          </p:val>
                                        </p:tav>
                                        <p:tav tm="100000">
                                          <p:val>
                                            <p:strVal val="#ppt_y"/>
                                          </p:val>
                                        </p:tav>
                                      </p:tavLst>
                                    </p:anim>
                                  </p:childTnLst>
                                </p:cTn>
                              </p:par>
                            </p:childTnLst>
                          </p:cTn>
                        </p:par>
                        <p:par>
                          <p:cTn id="89" fill="hold">
                            <p:stCondLst>
                              <p:cond delay="9000"/>
                            </p:stCondLst>
                            <p:childTnLst>
                              <p:par>
                                <p:cTn id="90" presetID="53" presetClass="entr" presetSubtype="0" fill="hold" nodeType="afterEffect">
                                  <p:stCondLst>
                                    <p:cond delay="0"/>
                                  </p:stCondLst>
                                  <p:childTnLst>
                                    <p:set>
                                      <p:cBhvr>
                                        <p:cTn id="91" dur="1" fill="hold">
                                          <p:stCondLst>
                                            <p:cond delay="0"/>
                                          </p:stCondLst>
                                        </p:cTn>
                                        <p:tgtEl>
                                          <p:spTgt spid="49"/>
                                        </p:tgtEl>
                                        <p:attrNameLst>
                                          <p:attrName>style.visibility</p:attrName>
                                        </p:attrNameLst>
                                      </p:cBhvr>
                                      <p:to>
                                        <p:strVal val="visible"/>
                                      </p:to>
                                    </p:set>
                                    <p:anim calcmode="lin" valueType="num">
                                      <p:cBhvr>
                                        <p:cTn id="92" dur="500" fill="hold"/>
                                        <p:tgtEl>
                                          <p:spTgt spid="49"/>
                                        </p:tgtEl>
                                        <p:attrNameLst>
                                          <p:attrName>ppt_w</p:attrName>
                                        </p:attrNameLst>
                                      </p:cBhvr>
                                      <p:tavLst>
                                        <p:tav tm="0">
                                          <p:val>
                                            <p:fltVal val="0"/>
                                          </p:val>
                                        </p:tav>
                                        <p:tav tm="100000">
                                          <p:val>
                                            <p:strVal val="#ppt_w"/>
                                          </p:val>
                                        </p:tav>
                                      </p:tavLst>
                                    </p:anim>
                                    <p:anim calcmode="lin" valueType="num">
                                      <p:cBhvr>
                                        <p:cTn id="93" dur="500" fill="hold"/>
                                        <p:tgtEl>
                                          <p:spTgt spid="49"/>
                                        </p:tgtEl>
                                        <p:attrNameLst>
                                          <p:attrName>ppt_h</p:attrName>
                                        </p:attrNameLst>
                                      </p:cBhvr>
                                      <p:tavLst>
                                        <p:tav tm="0">
                                          <p:val>
                                            <p:fltVal val="0"/>
                                          </p:val>
                                        </p:tav>
                                        <p:tav tm="100000">
                                          <p:val>
                                            <p:strVal val="#ppt_h"/>
                                          </p:val>
                                        </p:tav>
                                      </p:tavLst>
                                    </p:anim>
                                    <p:animEffect transition="in" filter="fade">
                                      <p:cBhvr>
                                        <p:cTn id="94" dur="500"/>
                                        <p:tgtEl>
                                          <p:spTgt spid="49"/>
                                        </p:tgtEl>
                                      </p:cBhvr>
                                    </p:animEffect>
                                  </p:childTnLst>
                                </p:cTn>
                              </p:par>
                            </p:childTnLst>
                          </p:cTn>
                        </p:par>
                        <p:par>
                          <p:cTn id="95" fill="hold">
                            <p:stCondLst>
                              <p:cond delay="9500"/>
                            </p:stCondLst>
                            <p:childTnLst>
                              <p:par>
                                <p:cTn id="96" presetID="22" presetClass="entr" presetSubtype="8" fill="hold" nodeType="afterEffect">
                                  <p:stCondLst>
                                    <p:cond delay="0"/>
                                  </p:stCondLst>
                                  <p:childTnLst>
                                    <p:set>
                                      <p:cBhvr>
                                        <p:cTn id="97" dur="1" fill="hold">
                                          <p:stCondLst>
                                            <p:cond delay="0"/>
                                          </p:stCondLst>
                                        </p:cTn>
                                        <p:tgtEl>
                                          <p:spTgt spid="33"/>
                                        </p:tgtEl>
                                        <p:attrNameLst>
                                          <p:attrName>style.visibility</p:attrName>
                                        </p:attrNameLst>
                                      </p:cBhvr>
                                      <p:to>
                                        <p:strVal val="visible"/>
                                      </p:to>
                                    </p:set>
                                    <p:animEffect transition="in" filter="wipe(left)">
                                      <p:cBhvr>
                                        <p:cTn id="98" dur="500"/>
                                        <p:tgtEl>
                                          <p:spTgt spid="33"/>
                                        </p:tgtEl>
                                      </p:cBhvr>
                                    </p:animEffect>
                                  </p:childTnLst>
                                </p:cTn>
                              </p:par>
                            </p:childTnLst>
                          </p:cTn>
                        </p:par>
                        <p:par>
                          <p:cTn id="99" fill="hold">
                            <p:stCondLst>
                              <p:cond delay="10000"/>
                            </p:stCondLst>
                            <p:childTnLst>
                              <p:par>
                                <p:cTn id="100" presetID="22" presetClass="entr" presetSubtype="4" fill="hold" grpId="0" nodeType="afterEffect">
                                  <p:stCondLst>
                                    <p:cond delay="0"/>
                                  </p:stCondLst>
                                  <p:childTnLst>
                                    <p:set>
                                      <p:cBhvr>
                                        <p:cTn id="101" dur="1" fill="hold">
                                          <p:stCondLst>
                                            <p:cond delay="0"/>
                                          </p:stCondLst>
                                        </p:cTn>
                                        <p:tgtEl>
                                          <p:spTgt spid="68"/>
                                        </p:tgtEl>
                                        <p:attrNameLst>
                                          <p:attrName>style.visibility</p:attrName>
                                        </p:attrNameLst>
                                      </p:cBhvr>
                                      <p:to>
                                        <p:strVal val="visible"/>
                                      </p:to>
                                    </p:set>
                                    <p:animEffect transition="in" filter="wipe(down)">
                                      <p:cBhvr>
                                        <p:cTn id="102" dur="500"/>
                                        <p:tgtEl>
                                          <p:spTgt spid="68"/>
                                        </p:tgtEl>
                                      </p:cBhvr>
                                    </p:animEffect>
                                  </p:childTnLst>
                                </p:cTn>
                              </p:par>
                            </p:childTnLst>
                          </p:cTn>
                        </p:par>
                        <p:par>
                          <p:cTn id="103" fill="hold">
                            <p:stCondLst>
                              <p:cond delay="10500"/>
                            </p:stCondLst>
                            <p:childTnLst>
                              <p:par>
                                <p:cTn id="104" presetID="2" presetClass="entr" presetSubtype="1" accel="50000" decel="50000" fill="hold" nodeType="afterEffect">
                                  <p:stCondLst>
                                    <p:cond delay="0"/>
                                  </p:stCondLst>
                                  <p:childTnLst>
                                    <p:set>
                                      <p:cBhvr>
                                        <p:cTn id="105" dur="1" fill="hold">
                                          <p:stCondLst>
                                            <p:cond delay="0"/>
                                          </p:stCondLst>
                                        </p:cTn>
                                        <p:tgtEl>
                                          <p:spTgt spid="42"/>
                                        </p:tgtEl>
                                        <p:attrNameLst>
                                          <p:attrName>style.visibility</p:attrName>
                                        </p:attrNameLst>
                                      </p:cBhvr>
                                      <p:to>
                                        <p:strVal val="visible"/>
                                      </p:to>
                                    </p:set>
                                    <p:anim calcmode="lin" valueType="num">
                                      <p:cBhvr additive="base">
                                        <p:cTn id="106" dur="500" fill="hold"/>
                                        <p:tgtEl>
                                          <p:spTgt spid="42"/>
                                        </p:tgtEl>
                                        <p:attrNameLst>
                                          <p:attrName>ppt_x</p:attrName>
                                        </p:attrNameLst>
                                      </p:cBhvr>
                                      <p:tavLst>
                                        <p:tav tm="0">
                                          <p:val>
                                            <p:strVal val="#ppt_x"/>
                                          </p:val>
                                        </p:tav>
                                        <p:tav tm="100000">
                                          <p:val>
                                            <p:strVal val="#ppt_x"/>
                                          </p:val>
                                        </p:tav>
                                      </p:tavLst>
                                    </p:anim>
                                    <p:anim calcmode="lin" valueType="num">
                                      <p:cBhvr additive="base">
                                        <p:cTn id="107" dur="500" fill="hold"/>
                                        <p:tgtEl>
                                          <p:spTgt spid="42"/>
                                        </p:tgtEl>
                                        <p:attrNameLst>
                                          <p:attrName>ppt_y</p:attrName>
                                        </p:attrNameLst>
                                      </p:cBhvr>
                                      <p:tavLst>
                                        <p:tav tm="0">
                                          <p:val>
                                            <p:strVal val="0-#ppt_h/2"/>
                                          </p:val>
                                        </p:tav>
                                        <p:tav tm="100000">
                                          <p:val>
                                            <p:strVal val="#ppt_y"/>
                                          </p:val>
                                        </p:tav>
                                      </p:tavLst>
                                    </p:anim>
                                  </p:childTnLst>
                                </p:cTn>
                              </p:par>
                            </p:childTnLst>
                          </p:cTn>
                        </p:par>
                        <p:par>
                          <p:cTn id="108" fill="hold">
                            <p:stCondLst>
                              <p:cond delay="11000"/>
                            </p:stCondLst>
                            <p:childTnLst>
                              <p:par>
                                <p:cTn id="109" presetID="53" presetClass="entr" presetSubtype="0" fill="hold" nodeType="afterEffect">
                                  <p:stCondLst>
                                    <p:cond delay="0"/>
                                  </p:stCondLst>
                                  <p:childTnLst>
                                    <p:set>
                                      <p:cBhvr>
                                        <p:cTn id="110" dur="1" fill="hold">
                                          <p:stCondLst>
                                            <p:cond delay="0"/>
                                          </p:stCondLst>
                                        </p:cTn>
                                        <p:tgtEl>
                                          <p:spTgt spid="51"/>
                                        </p:tgtEl>
                                        <p:attrNameLst>
                                          <p:attrName>style.visibility</p:attrName>
                                        </p:attrNameLst>
                                      </p:cBhvr>
                                      <p:to>
                                        <p:strVal val="visible"/>
                                      </p:to>
                                    </p:set>
                                    <p:anim calcmode="lin" valueType="num">
                                      <p:cBhvr>
                                        <p:cTn id="111" dur="500" fill="hold"/>
                                        <p:tgtEl>
                                          <p:spTgt spid="51"/>
                                        </p:tgtEl>
                                        <p:attrNameLst>
                                          <p:attrName>ppt_w</p:attrName>
                                        </p:attrNameLst>
                                      </p:cBhvr>
                                      <p:tavLst>
                                        <p:tav tm="0">
                                          <p:val>
                                            <p:fltVal val="0"/>
                                          </p:val>
                                        </p:tav>
                                        <p:tav tm="100000">
                                          <p:val>
                                            <p:strVal val="#ppt_w"/>
                                          </p:val>
                                        </p:tav>
                                      </p:tavLst>
                                    </p:anim>
                                    <p:anim calcmode="lin" valueType="num">
                                      <p:cBhvr>
                                        <p:cTn id="112" dur="500" fill="hold"/>
                                        <p:tgtEl>
                                          <p:spTgt spid="51"/>
                                        </p:tgtEl>
                                        <p:attrNameLst>
                                          <p:attrName>ppt_h</p:attrName>
                                        </p:attrNameLst>
                                      </p:cBhvr>
                                      <p:tavLst>
                                        <p:tav tm="0">
                                          <p:val>
                                            <p:fltVal val="0"/>
                                          </p:val>
                                        </p:tav>
                                        <p:tav tm="100000">
                                          <p:val>
                                            <p:strVal val="#ppt_h"/>
                                          </p:val>
                                        </p:tav>
                                      </p:tavLst>
                                    </p:anim>
                                    <p:animEffect transition="in" filter="fade">
                                      <p:cBhvr>
                                        <p:cTn id="113" dur="500"/>
                                        <p:tgtEl>
                                          <p:spTgt spid="51"/>
                                        </p:tgtEl>
                                      </p:cBhvr>
                                    </p:animEffect>
                                  </p:childTnLst>
                                </p:cTn>
                              </p:par>
                            </p:childTnLst>
                          </p:cTn>
                        </p:par>
                        <p:par>
                          <p:cTn id="114" fill="hold">
                            <p:stCondLst>
                              <p:cond delay="11500"/>
                            </p:stCondLst>
                            <p:childTnLst>
                              <p:par>
                                <p:cTn id="115" presetID="22" presetClass="entr" presetSubtype="8" fill="hold" nodeType="afterEffect">
                                  <p:stCondLst>
                                    <p:cond delay="0"/>
                                  </p:stCondLst>
                                  <p:childTnLst>
                                    <p:set>
                                      <p:cBhvr>
                                        <p:cTn id="116" dur="1" fill="hold">
                                          <p:stCondLst>
                                            <p:cond delay="0"/>
                                          </p:stCondLst>
                                        </p:cTn>
                                        <p:tgtEl>
                                          <p:spTgt spid="40"/>
                                        </p:tgtEl>
                                        <p:attrNameLst>
                                          <p:attrName>style.visibility</p:attrName>
                                        </p:attrNameLst>
                                      </p:cBhvr>
                                      <p:to>
                                        <p:strVal val="visible"/>
                                      </p:to>
                                    </p:set>
                                    <p:animEffect transition="in" filter="wipe(left)">
                                      <p:cBhvr>
                                        <p:cTn id="11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5" grpId="0" animBg="1"/>
      <p:bldP spid="32" grpId="0" animBg="1"/>
      <p:bldP spid="41" grpId="0" animBg="1"/>
      <p:bldP spid="50" grpId="0" animBg="1"/>
      <p:bldP spid="59" grpId="0" animBg="1"/>
      <p:bldP spid="68" grpId="0" animBg="1"/>
      <p:bldP spid="14" grpId="0" animBg="1"/>
      <p:bldP spid="29"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5"/>
          <p:cNvGrpSpPr/>
          <p:nvPr/>
        </p:nvGrpSpPr>
        <p:grpSpPr>
          <a:xfrm>
            <a:off x="5087798" y="1270206"/>
            <a:ext cx="1391057" cy="2253560"/>
            <a:chOff x="836804" y="1193098"/>
            <a:chExt cx="1391057" cy="2253560"/>
          </a:xfrm>
        </p:grpSpPr>
        <p:sp>
          <p:nvSpPr>
            <p:cNvPr id="57" name="Rectangle 56"/>
            <p:cNvSpPr/>
            <p:nvPr/>
          </p:nvSpPr>
          <p:spPr bwMode="auto">
            <a:xfrm>
              <a:off x="836804" y="1352550"/>
              <a:ext cx="1391056" cy="2094108"/>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800" b="1"/>
            </a:p>
          </p:txBody>
        </p:sp>
        <p:grpSp>
          <p:nvGrpSpPr>
            <p:cNvPr id="3" name="Group 9"/>
            <p:cNvGrpSpPr/>
            <p:nvPr/>
          </p:nvGrpSpPr>
          <p:grpSpPr>
            <a:xfrm>
              <a:off x="836805" y="1193098"/>
              <a:ext cx="1391056" cy="446296"/>
              <a:chOff x="1600200" y="1295400"/>
              <a:chExt cx="5410200" cy="670560"/>
            </a:xfrm>
          </p:grpSpPr>
          <p:sp>
            <p:nvSpPr>
              <p:cNvPr id="59" name="Rectangle 58"/>
              <p:cNvSpPr/>
              <p:nvPr/>
            </p:nvSpPr>
            <p:spPr>
              <a:xfrm>
                <a:off x="1600200" y="1356360"/>
                <a:ext cx="5410200" cy="6096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p>
            </p:txBody>
          </p:sp>
          <p:sp>
            <p:nvSpPr>
              <p:cNvPr id="63" name="Rectangle 62"/>
              <p:cNvSpPr/>
              <p:nvPr/>
            </p:nvSpPr>
            <p:spPr>
              <a:xfrm>
                <a:off x="1600200" y="1295400"/>
                <a:ext cx="5410200" cy="60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Title Goes Here</a:t>
                </a:r>
              </a:p>
            </p:txBody>
          </p:sp>
        </p:grpSp>
      </p:grpSp>
      <p:grpSp>
        <p:nvGrpSpPr>
          <p:cNvPr id="4" name="Group 49"/>
          <p:cNvGrpSpPr/>
          <p:nvPr/>
        </p:nvGrpSpPr>
        <p:grpSpPr>
          <a:xfrm>
            <a:off x="3696742" y="1272421"/>
            <a:ext cx="1391057" cy="2560800"/>
            <a:chOff x="836804" y="1193098"/>
            <a:chExt cx="1391057" cy="2560800"/>
          </a:xfrm>
        </p:grpSpPr>
        <p:sp>
          <p:nvSpPr>
            <p:cNvPr id="52" name="Rectangle 51"/>
            <p:cNvSpPr/>
            <p:nvPr/>
          </p:nvSpPr>
          <p:spPr bwMode="auto">
            <a:xfrm>
              <a:off x="836804" y="1352550"/>
              <a:ext cx="1391056" cy="2401348"/>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800" b="1"/>
            </a:p>
          </p:txBody>
        </p:sp>
        <p:grpSp>
          <p:nvGrpSpPr>
            <p:cNvPr id="6" name="Group 9"/>
            <p:cNvGrpSpPr/>
            <p:nvPr/>
          </p:nvGrpSpPr>
          <p:grpSpPr>
            <a:xfrm>
              <a:off x="836805" y="1193098"/>
              <a:ext cx="1391056" cy="446296"/>
              <a:chOff x="1600200" y="1295400"/>
              <a:chExt cx="5410200" cy="670560"/>
            </a:xfrm>
          </p:grpSpPr>
          <p:sp>
            <p:nvSpPr>
              <p:cNvPr id="54" name="Rectangle 53"/>
              <p:cNvSpPr/>
              <p:nvPr/>
            </p:nvSpPr>
            <p:spPr>
              <a:xfrm>
                <a:off x="1600200" y="1356360"/>
                <a:ext cx="5410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p>
            </p:txBody>
          </p:sp>
          <p:sp>
            <p:nvSpPr>
              <p:cNvPr id="55" name="Rectangle 54"/>
              <p:cNvSpPr/>
              <p:nvPr/>
            </p:nvSpPr>
            <p:spPr>
              <a:xfrm>
                <a:off x="1600200" y="1295400"/>
                <a:ext cx="5410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Title Goes Here</a:t>
                </a:r>
              </a:p>
            </p:txBody>
          </p:sp>
        </p:grpSp>
      </p:grpSp>
      <p:grpSp>
        <p:nvGrpSpPr>
          <p:cNvPr id="9" name="Group 41"/>
          <p:cNvGrpSpPr/>
          <p:nvPr/>
        </p:nvGrpSpPr>
        <p:grpSpPr>
          <a:xfrm>
            <a:off x="2305685" y="1272421"/>
            <a:ext cx="1391057" cy="2253560"/>
            <a:chOff x="836804" y="1193098"/>
            <a:chExt cx="1391057" cy="2253560"/>
          </a:xfrm>
        </p:grpSpPr>
        <p:sp>
          <p:nvSpPr>
            <p:cNvPr id="43" name="Rectangle 42"/>
            <p:cNvSpPr/>
            <p:nvPr/>
          </p:nvSpPr>
          <p:spPr bwMode="auto">
            <a:xfrm>
              <a:off x="836804" y="1352550"/>
              <a:ext cx="1391056" cy="2094108"/>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800" b="1"/>
            </a:p>
          </p:txBody>
        </p:sp>
        <p:grpSp>
          <p:nvGrpSpPr>
            <p:cNvPr id="10" name="Group 9"/>
            <p:cNvGrpSpPr/>
            <p:nvPr/>
          </p:nvGrpSpPr>
          <p:grpSpPr>
            <a:xfrm>
              <a:off x="836805" y="1193098"/>
              <a:ext cx="1391056" cy="446296"/>
              <a:chOff x="1600200" y="1295400"/>
              <a:chExt cx="5410200" cy="670560"/>
            </a:xfrm>
          </p:grpSpPr>
          <p:sp>
            <p:nvSpPr>
              <p:cNvPr id="47" name="Rectangle 46"/>
              <p:cNvSpPr/>
              <p:nvPr/>
            </p:nvSpPr>
            <p:spPr>
              <a:xfrm>
                <a:off x="1600200" y="1356360"/>
                <a:ext cx="5410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p>
            </p:txBody>
          </p:sp>
          <p:sp>
            <p:nvSpPr>
              <p:cNvPr id="49" name="Rectangle 48"/>
              <p:cNvSpPr/>
              <p:nvPr/>
            </p:nvSpPr>
            <p:spPr>
              <a:xfrm>
                <a:off x="1600200" y="1295400"/>
                <a:ext cx="5410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Title Goes Here</a:t>
                </a:r>
              </a:p>
            </p:txBody>
          </p:sp>
        </p:grpSp>
      </p:grpSp>
      <p:sp>
        <p:nvSpPr>
          <p:cNvPr id="7" name="Title 6"/>
          <p:cNvSpPr>
            <a:spLocks noGrp="1"/>
          </p:cNvSpPr>
          <p:nvPr>
            <p:ph type="title"/>
          </p:nvPr>
        </p:nvSpPr>
        <p:spPr/>
        <p:txBody>
          <a:bodyPr/>
          <a:lstStyle/>
          <a:p>
            <a:r>
              <a:rPr lang="en-US"/>
              <a:t>Stairs Infographic</a:t>
            </a:r>
            <a:endParaRPr lang="en-US" dirty="0"/>
          </a:p>
        </p:txBody>
      </p:sp>
      <p:sp>
        <p:nvSpPr>
          <p:cNvPr id="8" name="Text Placeholder 7"/>
          <p:cNvSpPr>
            <a:spLocks noGrp="1"/>
          </p:cNvSpPr>
          <p:nvPr>
            <p:ph type="body" sz="half" idx="2"/>
          </p:nvPr>
        </p:nvSpPr>
        <p:spPr/>
        <p:txBody>
          <a:bodyPr/>
          <a:lstStyle/>
          <a:p>
            <a:r>
              <a:rPr lang="en-US"/>
              <a:t>Stairs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162</a:t>
            </a:fld>
            <a:endParaRPr lang="en-US" dirty="0"/>
          </a:p>
        </p:txBody>
      </p:sp>
      <p:sp>
        <p:nvSpPr>
          <p:cNvPr id="5" name="Cube 4"/>
          <p:cNvSpPr/>
          <p:nvPr/>
        </p:nvSpPr>
        <p:spPr>
          <a:xfrm flipH="1">
            <a:off x="3677283" y="3830670"/>
            <a:ext cx="1936977" cy="848956"/>
          </a:xfrm>
          <a:prstGeom prst="cube">
            <a:avLst>
              <a:gd name="adj" fmla="val 6389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Cube 44"/>
          <p:cNvSpPr/>
          <p:nvPr/>
        </p:nvSpPr>
        <p:spPr>
          <a:xfrm flipH="1">
            <a:off x="2305684" y="3521806"/>
            <a:ext cx="1936977" cy="848956"/>
          </a:xfrm>
          <a:prstGeom prst="cube">
            <a:avLst>
              <a:gd name="adj" fmla="val 6389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Cube 45"/>
          <p:cNvSpPr/>
          <p:nvPr/>
        </p:nvSpPr>
        <p:spPr>
          <a:xfrm flipH="1">
            <a:off x="5063923" y="3521806"/>
            <a:ext cx="1936977" cy="848956"/>
          </a:xfrm>
          <a:prstGeom prst="cube">
            <a:avLst>
              <a:gd name="adj" fmla="val 6389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Cube 47"/>
          <p:cNvSpPr/>
          <p:nvPr/>
        </p:nvSpPr>
        <p:spPr>
          <a:xfrm flipH="1">
            <a:off x="914628" y="3204336"/>
            <a:ext cx="1936977" cy="848956"/>
          </a:xfrm>
          <a:prstGeom prst="cube">
            <a:avLst>
              <a:gd name="adj" fmla="val 6389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Cube 50"/>
          <p:cNvSpPr/>
          <p:nvPr/>
        </p:nvSpPr>
        <p:spPr>
          <a:xfrm flipH="1">
            <a:off x="6448044" y="3204336"/>
            <a:ext cx="1936977" cy="848956"/>
          </a:xfrm>
          <a:prstGeom prst="cube">
            <a:avLst>
              <a:gd name="adj" fmla="val 6389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40"/>
          <p:cNvGrpSpPr/>
          <p:nvPr/>
        </p:nvGrpSpPr>
        <p:grpSpPr>
          <a:xfrm>
            <a:off x="914628" y="1272421"/>
            <a:ext cx="1391057" cy="1943142"/>
            <a:chOff x="836804" y="1193098"/>
            <a:chExt cx="1391057" cy="1943142"/>
          </a:xfrm>
        </p:grpSpPr>
        <p:sp>
          <p:nvSpPr>
            <p:cNvPr id="35" name="Rectangle 34"/>
            <p:cNvSpPr/>
            <p:nvPr/>
          </p:nvSpPr>
          <p:spPr bwMode="auto">
            <a:xfrm>
              <a:off x="836804" y="1352550"/>
              <a:ext cx="1391056" cy="178369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800" b="1"/>
            </a:p>
          </p:txBody>
        </p:sp>
        <p:grpSp>
          <p:nvGrpSpPr>
            <p:cNvPr id="12" name="Group 9"/>
            <p:cNvGrpSpPr/>
            <p:nvPr/>
          </p:nvGrpSpPr>
          <p:grpSpPr>
            <a:xfrm>
              <a:off x="836805" y="1193098"/>
              <a:ext cx="1391056" cy="446296"/>
              <a:chOff x="1600200" y="1295400"/>
              <a:chExt cx="5410200" cy="670560"/>
            </a:xfrm>
          </p:grpSpPr>
          <p:sp>
            <p:nvSpPr>
              <p:cNvPr id="39" name="Rectangle 38"/>
              <p:cNvSpPr/>
              <p:nvPr/>
            </p:nvSpPr>
            <p:spPr>
              <a:xfrm>
                <a:off x="1600200" y="1356360"/>
                <a:ext cx="5410200" cy="6096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p>
            </p:txBody>
          </p:sp>
          <p:sp>
            <p:nvSpPr>
              <p:cNvPr id="40" name="Rectangle 39"/>
              <p:cNvSpPr/>
              <p:nvPr/>
            </p:nvSpPr>
            <p:spPr>
              <a:xfrm>
                <a:off x="1600200" y="1295400"/>
                <a:ext cx="5410200" cy="6096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Title Goes Here</a:t>
                </a:r>
              </a:p>
            </p:txBody>
          </p:sp>
        </p:grpSp>
      </p:grpSp>
      <p:grpSp>
        <p:nvGrpSpPr>
          <p:cNvPr id="13" name="Group 65"/>
          <p:cNvGrpSpPr/>
          <p:nvPr/>
        </p:nvGrpSpPr>
        <p:grpSpPr>
          <a:xfrm>
            <a:off x="6449671" y="1268246"/>
            <a:ext cx="1391057" cy="1943142"/>
            <a:chOff x="836804" y="1193098"/>
            <a:chExt cx="1391057" cy="1943142"/>
          </a:xfrm>
        </p:grpSpPr>
        <p:sp>
          <p:nvSpPr>
            <p:cNvPr id="67" name="Rectangle 66"/>
            <p:cNvSpPr/>
            <p:nvPr/>
          </p:nvSpPr>
          <p:spPr bwMode="auto">
            <a:xfrm>
              <a:off x="836804" y="1352550"/>
              <a:ext cx="1391056" cy="1783690"/>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800" b="1"/>
            </a:p>
          </p:txBody>
        </p:sp>
        <p:grpSp>
          <p:nvGrpSpPr>
            <p:cNvPr id="14" name="Group 9"/>
            <p:cNvGrpSpPr/>
            <p:nvPr/>
          </p:nvGrpSpPr>
          <p:grpSpPr>
            <a:xfrm>
              <a:off x="836805" y="1193098"/>
              <a:ext cx="1391056" cy="446296"/>
              <a:chOff x="1600200" y="1295400"/>
              <a:chExt cx="5410200" cy="670560"/>
            </a:xfrm>
          </p:grpSpPr>
          <p:sp>
            <p:nvSpPr>
              <p:cNvPr id="73" name="Rectangle 72"/>
              <p:cNvSpPr/>
              <p:nvPr/>
            </p:nvSpPr>
            <p:spPr>
              <a:xfrm>
                <a:off x="1600200" y="1356360"/>
                <a:ext cx="5410200" cy="6096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p>
            </p:txBody>
          </p:sp>
          <p:sp>
            <p:nvSpPr>
              <p:cNvPr id="77" name="Rectangle 76"/>
              <p:cNvSpPr/>
              <p:nvPr/>
            </p:nvSpPr>
            <p:spPr>
              <a:xfrm>
                <a:off x="1600200" y="1295400"/>
                <a:ext cx="5410200" cy="6096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Title Goes Here</a:t>
                </a:r>
              </a:p>
            </p:txBody>
          </p:sp>
        </p:grpSp>
      </p:grpSp>
      <p:sp>
        <p:nvSpPr>
          <p:cNvPr id="81" name="Text Placeholder 3"/>
          <p:cNvSpPr txBox="1">
            <a:spLocks/>
          </p:cNvSpPr>
          <p:nvPr/>
        </p:nvSpPr>
        <p:spPr>
          <a:xfrm>
            <a:off x="1011274" y="1820696"/>
            <a:ext cx="1126773" cy="76944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bg1"/>
                </a:solidFill>
              </a:rPr>
              <a:t>There are many variations of passages of lorem ipsum of the but the majority have </a:t>
            </a:r>
            <a:br>
              <a:rPr lang="en-US" sz="1000" dirty="0">
                <a:solidFill>
                  <a:schemeClr val="bg1"/>
                </a:solidFill>
              </a:rPr>
            </a:br>
            <a:r>
              <a:rPr lang="en-US" sz="1000" dirty="0">
                <a:solidFill>
                  <a:schemeClr val="bg1"/>
                </a:solidFill>
              </a:rPr>
              <a:t>even slightly</a:t>
            </a:r>
          </a:p>
        </p:txBody>
      </p:sp>
      <p:sp>
        <p:nvSpPr>
          <p:cNvPr id="89" name="Text Placeholder 3"/>
          <p:cNvSpPr txBox="1">
            <a:spLocks/>
          </p:cNvSpPr>
          <p:nvPr/>
        </p:nvSpPr>
        <p:spPr>
          <a:xfrm>
            <a:off x="2405981" y="1820696"/>
            <a:ext cx="1126773" cy="76944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bg1"/>
                </a:solidFill>
              </a:rPr>
              <a:t>There are many variations of passages of lorem ipsum of the but the majority have </a:t>
            </a:r>
            <a:br>
              <a:rPr lang="en-US" sz="1000" dirty="0">
                <a:solidFill>
                  <a:schemeClr val="bg1"/>
                </a:solidFill>
              </a:rPr>
            </a:br>
            <a:r>
              <a:rPr lang="en-US" sz="1000" dirty="0">
                <a:solidFill>
                  <a:schemeClr val="bg1"/>
                </a:solidFill>
              </a:rPr>
              <a:t>even slightly</a:t>
            </a:r>
          </a:p>
        </p:txBody>
      </p:sp>
      <p:sp>
        <p:nvSpPr>
          <p:cNvPr id="90" name="Text Placeholder 3"/>
          <p:cNvSpPr txBox="1">
            <a:spLocks/>
          </p:cNvSpPr>
          <p:nvPr/>
        </p:nvSpPr>
        <p:spPr>
          <a:xfrm>
            <a:off x="3800688" y="1820696"/>
            <a:ext cx="1126773" cy="76944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bg1"/>
                </a:solidFill>
              </a:rPr>
              <a:t>There are many variations of passages of lorem ipsum of the but the majority have </a:t>
            </a:r>
            <a:br>
              <a:rPr lang="en-US" sz="1000" dirty="0">
                <a:solidFill>
                  <a:schemeClr val="bg1"/>
                </a:solidFill>
              </a:rPr>
            </a:br>
            <a:r>
              <a:rPr lang="en-US" sz="1000" dirty="0">
                <a:solidFill>
                  <a:schemeClr val="bg1"/>
                </a:solidFill>
              </a:rPr>
              <a:t>even slightly</a:t>
            </a:r>
          </a:p>
        </p:txBody>
      </p:sp>
      <p:sp>
        <p:nvSpPr>
          <p:cNvPr id="91" name="Text Placeholder 3"/>
          <p:cNvSpPr txBox="1">
            <a:spLocks/>
          </p:cNvSpPr>
          <p:nvPr/>
        </p:nvSpPr>
        <p:spPr>
          <a:xfrm>
            <a:off x="5195395" y="1820696"/>
            <a:ext cx="1126773" cy="76944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bg1"/>
                </a:solidFill>
              </a:rPr>
              <a:t>There are many variations of passages of lorem ipsum of the but the majority have </a:t>
            </a:r>
            <a:br>
              <a:rPr lang="en-US" sz="1000" dirty="0">
                <a:solidFill>
                  <a:schemeClr val="bg1"/>
                </a:solidFill>
              </a:rPr>
            </a:br>
            <a:r>
              <a:rPr lang="en-US" sz="1000" dirty="0">
                <a:solidFill>
                  <a:schemeClr val="bg1"/>
                </a:solidFill>
              </a:rPr>
              <a:t>even slightly</a:t>
            </a:r>
          </a:p>
        </p:txBody>
      </p:sp>
      <p:sp>
        <p:nvSpPr>
          <p:cNvPr id="92" name="Text Placeholder 3"/>
          <p:cNvSpPr txBox="1">
            <a:spLocks/>
          </p:cNvSpPr>
          <p:nvPr/>
        </p:nvSpPr>
        <p:spPr>
          <a:xfrm>
            <a:off x="6590101" y="1820696"/>
            <a:ext cx="1126773" cy="76944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000" dirty="0">
                <a:solidFill>
                  <a:schemeClr val="bg1"/>
                </a:solidFill>
              </a:rPr>
              <a:t>There are many variations of passages of lorem ipsum of the but the majority have </a:t>
            </a:r>
            <a:br>
              <a:rPr lang="en-US" sz="1000" dirty="0">
                <a:solidFill>
                  <a:schemeClr val="bg1"/>
                </a:solidFill>
              </a:rPr>
            </a:br>
            <a:r>
              <a:rPr lang="en-US" sz="1000" dirty="0">
                <a:solidFill>
                  <a:schemeClr val="bg1"/>
                </a:solidFill>
              </a:rPr>
              <a:t>even slightly</a:t>
            </a:r>
          </a:p>
        </p:txBody>
      </p:sp>
      <p:grpSp>
        <p:nvGrpSpPr>
          <p:cNvPr id="15" name="Group 34"/>
          <p:cNvGrpSpPr/>
          <p:nvPr/>
        </p:nvGrpSpPr>
        <p:grpSpPr>
          <a:xfrm>
            <a:off x="3082801" y="2847436"/>
            <a:ext cx="441842" cy="1060576"/>
            <a:chOff x="5686426" y="2062163"/>
            <a:chExt cx="915988" cy="2198687"/>
          </a:xfrm>
          <a:solidFill>
            <a:schemeClr val="bg1"/>
          </a:solidFill>
        </p:grpSpPr>
        <p:sp>
          <p:nvSpPr>
            <p:cNvPr id="94" name="Freeform 6"/>
            <p:cNvSpPr>
              <a:spLocks noEditPoints="1"/>
            </p:cNvSpPr>
            <p:nvPr/>
          </p:nvSpPr>
          <p:spPr bwMode="auto">
            <a:xfrm>
              <a:off x="5686426" y="2062163"/>
              <a:ext cx="915988" cy="2198687"/>
            </a:xfrm>
            <a:custGeom>
              <a:avLst/>
              <a:gdLst/>
              <a:ahLst/>
              <a:cxnLst>
                <a:cxn ang="0">
                  <a:pos x="334" y="194"/>
                </a:cxn>
                <a:cxn ang="0">
                  <a:pos x="373" y="371"/>
                </a:cxn>
                <a:cxn ang="0">
                  <a:pos x="321" y="443"/>
                </a:cxn>
                <a:cxn ang="0">
                  <a:pos x="320" y="350"/>
                </a:cxn>
                <a:cxn ang="0">
                  <a:pos x="320" y="320"/>
                </a:cxn>
                <a:cxn ang="0">
                  <a:pos x="234" y="7"/>
                </a:cxn>
                <a:cxn ang="0">
                  <a:pos x="258" y="27"/>
                </a:cxn>
                <a:cxn ang="0">
                  <a:pos x="265" y="80"/>
                </a:cxn>
                <a:cxn ang="0">
                  <a:pos x="254" y="101"/>
                </a:cxn>
                <a:cxn ang="0">
                  <a:pos x="252" y="134"/>
                </a:cxn>
                <a:cxn ang="0">
                  <a:pos x="302" y="163"/>
                </a:cxn>
                <a:cxn ang="0">
                  <a:pos x="320" y="320"/>
                </a:cxn>
                <a:cxn ang="0">
                  <a:pos x="313" y="370"/>
                </a:cxn>
                <a:cxn ang="0">
                  <a:pos x="320" y="443"/>
                </a:cxn>
                <a:cxn ang="0">
                  <a:pos x="305" y="457"/>
                </a:cxn>
                <a:cxn ang="0">
                  <a:pos x="284" y="513"/>
                </a:cxn>
                <a:cxn ang="0">
                  <a:pos x="256" y="715"/>
                </a:cxn>
                <a:cxn ang="0">
                  <a:pos x="236" y="827"/>
                </a:cxn>
                <a:cxn ang="0">
                  <a:pos x="245" y="876"/>
                </a:cxn>
                <a:cxn ang="0">
                  <a:pos x="236" y="910"/>
                </a:cxn>
                <a:cxn ang="0">
                  <a:pos x="194" y="897"/>
                </a:cxn>
                <a:cxn ang="0">
                  <a:pos x="196" y="861"/>
                </a:cxn>
                <a:cxn ang="0">
                  <a:pos x="193" y="820"/>
                </a:cxn>
                <a:cxn ang="0">
                  <a:pos x="194" y="748"/>
                </a:cxn>
                <a:cxn ang="0">
                  <a:pos x="201" y="684"/>
                </a:cxn>
                <a:cxn ang="0">
                  <a:pos x="197" y="595"/>
                </a:cxn>
                <a:cxn ang="0">
                  <a:pos x="177" y="562"/>
                </a:cxn>
                <a:cxn ang="0">
                  <a:pos x="112" y="808"/>
                </a:cxn>
                <a:cxn ang="0">
                  <a:pos x="115" y="334"/>
                </a:cxn>
                <a:cxn ang="0">
                  <a:pos x="112" y="311"/>
                </a:cxn>
                <a:cxn ang="0">
                  <a:pos x="135" y="154"/>
                </a:cxn>
                <a:cxn ang="0">
                  <a:pos x="193" y="131"/>
                </a:cxn>
                <a:cxn ang="0">
                  <a:pos x="184" y="94"/>
                </a:cxn>
                <a:cxn ang="0">
                  <a:pos x="188" y="49"/>
                </a:cxn>
                <a:cxn ang="0">
                  <a:pos x="205" y="15"/>
                </a:cxn>
                <a:cxn ang="0">
                  <a:pos x="234" y="7"/>
                </a:cxn>
                <a:cxn ang="0">
                  <a:pos x="109" y="819"/>
                </a:cxn>
                <a:cxn ang="0">
                  <a:pos x="93" y="884"/>
                </a:cxn>
                <a:cxn ang="0">
                  <a:pos x="70" y="893"/>
                </a:cxn>
                <a:cxn ang="0">
                  <a:pos x="0" y="914"/>
                </a:cxn>
                <a:cxn ang="0">
                  <a:pos x="35" y="867"/>
                </a:cxn>
                <a:cxn ang="0">
                  <a:pos x="53" y="783"/>
                </a:cxn>
                <a:cxn ang="0">
                  <a:pos x="96" y="558"/>
                </a:cxn>
                <a:cxn ang="0">
                  <a:pos x="109" y="471"/>
                </a:cxn>
                <a:cxn ang="0">
                  <a:pos x="94" y="461"/>
                </a:cxn>
                <a:cxn ang="0">
                  <a:pos x="89" y="434"/>
                </a:cxn>
                <a:cxn ang="0">
                  <a:pos x="59" y="348"/>
                </a:cxn>
                <a:cxn ang="0">
                  <a:pos x="80" y="243"/>
                </a:cxn>
                <a:cxn ang="0">
                  <a:pos x="104" y="169"/>
                </a:cxn>
                <a:cxn ang="0">
                  <a:pos x="112" y="311"/>
                </a:cxn>
                <a:cxn ang="0">
                  <a:pos x="106" y="332"/>
                </a:cxn>
                <a:cxn ang="0">
                  <a:pos x="112" y="362"/>
                </a:cxn>
              </a:cxnLst>
              <a:rect l="0" t="0" r="r" b="b"/>
              <a:pathLst>
                <a:path w="384" h="922">
                  <a:moveTo>
                    <a:pt x="320" y="171"/>
                  </a:moveTo>
                  <a:cubicBezTo>
                    <a:pt x="327" y="175"/>
                    <a:pt x="332" y="182"/>
                    <a:pt x="334" y="194"/>
                  </a:cubicBezTo>
                  <a:cubicBezTo>
                    <a:pt x="338" y="215"/>
                    <a:pt x="360" y="287"/>
                    <a:pt x="371" y="307"/>
                  </a:cubicBezTo>
                  <a:cubicBezTo>
                    <a:pt x="382" y="327"/>
                    <a:pt x="384" y="354"/>
                    <a:pt x="373" y="371"/>
                  </a:cubicBezTo>
                  <a:cubicBezTo>
                    <a:pt x="362" y="387"/>
                    <a:pt x="336" y="428"/>
                    <a:pt x="332" y="434"/>
                  </a:cubicBezTo>
                  <a:cubicBezTo>
                    <a:pt x="328" y="440"/>
                    <a:pt x="327" y="444"/>
                    <a:pt x="321" y="443"/>
                  </a:cubicBezTo>
                  <a:cubicBezTo>
                    <a:pt x="321" y="443"/>
                    <a:pt x="321" y="443"/>
                    <a:pt x="320" y="443"/>
                  </a:cubicBezTo>
                  <a:cubicBezTo>
                    <a:pt x="320" y="350"/>
                    <a:pt x="320" y="350"/>
                    <a:pt x="320" y="350"/>
                  </a:cubicBezTo>
                  <a:cubicBezTo>
                    <a:pt x="325" y="342"/>
                    <a:pt x="331" y="335"/>
                    <a:pt x="329" y="331"/>
                  </a:cubicBezTo>
                  <a:cubicBezTo>
                    <a:pt x="325" y="325"/>
                    <a:pt x="323" y="324"/>
                    <a:pt x="320" y="320"/>
                  </a:cubicBezTo>
                  <a:lnTo>
                    <a:pt x="320" y="171"/>
                  </a:lnTo>
                  <a:close/>
                  <a:moveTo>
                    <a:pt x="234" y="7"/>
                  </a:moveTo>
                  <a:cubicBezTo>
                    <a:pt x="239" y="11"/>
                    <a:pt x="245" y="19"/>
                    <a:pt x="250" y="16"/>
                  </a:cubicBezTo>
                  <a:cubicBezTo>
                    <a:pt x="254" y="14"/>
                    <a:pt x="253" y="27"/>
                    <a:pt x="258" y="27"/>
                  </a:cubicBezTo>
                  <a:cubicBezTo>
                    <a:pt x="264" y="27"/>
                    <a:pt x="270" y="45"/>
                    <a:pt x="269" y="55"/>
                  </a:cubicBezTo>
                  <a:cubicBezTo>
                    <a:pt x="269" y="65"/>
                    <a:pt x="266" y="76"/>
                    <a:pt x="265" y="80"/>
                  </a:cubicBezTo>
                  <a:cubicBezTo>
                    <a:pt x="265" y="84"/>
                    <a:pt x="263" y="100"/>
                    <a:pt x="259" y="100"/>
                  </a:cubicBezTo>
                  <a:cubicBezTo>
                    <a:pt x="256" y="100"/>
                    <a:pt x="254" y="101"/>
                    <a:pt x="254" y="101"/>
                  </a:cubicBezTo>
                  <a:cubicBezTo>
                    <a:pt x="254" y="101"/>
                    <a:pt x="250" y="114"/>
                    <a:pt x="250" y="124"/>
                  </a:cubicBezTo>
                  <a:cubicBezTo>
                    <a:pt x="250" y="134"/>
                    <a:pt x="252" y="134"/>
                    <a:pt x="252" y="134"/>
                  </a:cubicBezTo>
                  <a:cubicBezTo>
                    <a:pt x="258" y="143"/>
                    <a:pt x="258" y="143"/>
                    <a:pt x="258" y="143"/>
                  </a:cubicBezTo>
                  <a:cubicBezTo>
                    <a:pt x="258" y="143"/>
                    <a:pt x="288" y="159"/>
                    <a:pt x="302" y="163"/>
                  </a:cubicBezTo>
                  <a:cubicBezTo>
                    <a:pt x="308" y="165"/>
                    <a:pt x="315" y="167"/>
                    <a:pt x="320" y="171"/>
                  </a:cubicBezTo>
                  <a:cubicBezTo>
                    <a:pt x="320" y="320"/>
                    <a:pt x="320" y="320"/>
                    <a:pt x="320" y="320"/>
                  </a:cubicBezTo>
                  <a:cubicBezTo>
                    <a:pt x="318" y="317"/>
                    <a:pt x="317" y="312"/>
                    <a:pt x="315" y="303"/>
                  </a:cubicBezTo>
                  <a:cubicBezTo>
                    <a:pt x="315" y="323"/>
                    <a:pt x="308" y="351"/>
                    <a:pt x="313" y="370"/>
                  </a:cubicBezTo>
                  <a:cubicBezTo>
                    <a:pt x="312" y="363"/>
                    <a:pt x="316" y="356"/>
                    <a:pt x="320" y="350"/>
                  </a:cubicBezTo>
                  <a:cubicBezTo>
                    <a:pt x="320" y="443"/>
                    <a:pt x="320" y="443"/>
                    <a:pt x="320" y="443"/>
                  </a:cubicBezTo>
                  <a:cubicBezTo>
                    <a:pt x="315" y="442"/>
                    <a:pt x="312" y="443"/>
                    <a:pt x="312" y="443"/>
                  </a:cubicBezTo>
                  <a:cubicBezTo>
                    <a:pt x="312" y="443"/>
                    <a:pt x="309" y="454"/>
                    <a:pt x="305" y="457"/>
                  </a:cubicBezTo>
                  <a:cubicBezTo>
                    <a:pt x="300" y="460"/>
                    <a:pt x="294" y="471"/>
                    <a:pt x="293" y="467"/>
                  </a:cubicBezTo>
                  <a:cubicBezTo>
                    <a:pt x="292" y="464"/>
                    <a:pt x="288" y="496"/>
                    <a:pt x="284" y="513"/>
                  </a:cubicBezTo>
                  <a:cubicBezTo>
                    <a:pt x="280" y="530"/>
                    <a:pt x="262" y="651"/>
                    <a:pt x="262" y="668"/>
                  </a:cubicBezTo>
                  <a:cubicBezTo>
                    <a:pt x="262" y="685"/>
                    <a:pt x="255" y="703"/>
                    <a:pt x="256" y="715"/>
                  </a:cubicBezTo>
                  <a:cubicBezTo>
                    <a:pt x="256" y="728"/>
                    <a:pt x="253" y="760"/>
                    <a:pt x="253" y="778"/>
                  </a:cubicBezTo>
                  <a:cubicBezTo>
                    <a:pt x="252" y="796"/>
                    <a:pt x="236" y="814"/>
                    <a:pt x="236" y="827"/>
                  </a:cubicBezTo>
                  <a:cubicBezTo>
                    <a:pt x="236" y="840"/>
                    <a:pt x="240" y="846"/>
                    <a:pt x="238" y="854"/>
                  </a:cubicBezTo>
                  <a:cubicBezTo>
                    <a:pt x="236" y="862"/>
                    <a:pt x="236" y="867"/>
                    <a:pt x="245" y="876"/>
                  </a:cubicBezTo>
                  <a:cubicBezTo>
                    <a:pt x="253" y="885"/>
                    <a:pt x="256" y="893"/>
                    <a:pt x="256" y="900"/>
                  </a:cubicBezTo>
                  <a:cubicBezTo>
                    <a:pt x="255" y="907"/>
                    <a:pt x="253" y="910"/>
                    <a:pt x="236" y="910"/>
                  </a:cubicBezTo>
                  <a:cubicBezTo>
                    <a:pt x="220" y="911"/>
                    <a:pt x="204" y="906"/>
                    <a:pt x="204" y="902"/>
                  </a:cubicBezTo>
                  <a:cubicBezTo>
                    <a:pt x="204" y="898"/>
                    <a:pt x="199" y="897"/>
                    <a:pt x="194" y="897"/>
                  </a:cubicBezTo>
                  <a:cubicBezTo>
                    <a:pt x="189" y="897"/>
                    <a:pt x="190" y="892"/>
                    <a:pt x="192" y="882"/>
                  </a:cubicBezTo>
                  <a:cubicBezTo>
                    <a:pt x="194" y="873"/>
                    <a:pt x="201" y="859"/>
                    <a:pt x="196" y="861"/>
                  </a:cubicBezTo>
                  <a:cubicBezTo>
                    <a:pt x="192" y="862"/>
                    <a:pt x="189" y="859"/>
                    <a:pt x="189" y="846"/>
                  </a:cubicBezTo>
                  <a:cubicBezTo>
                    <a:pt x="189" y="832"/>
                    <a:pt x="187" y="828"/>
                    <a:pt x="193" y="820"/>
                  </a:cubicBezTo>
                  <a:cubicBezTo>
                    <a:pt x="199" y="811"/>
                    <a:pt x="198" y="796"/>
                    <a:pt x="196" y="784"/>
                  </a:cubicBezTo>
                  <a:cubicBezTo>
                    <a:pt x="195" y="772"/>
                    <a:pt x="191" y="763"/>
                    <a:pt x="194" y="748"/>
                  </a:cubicBezTo>
                  <a:cubicBezTo>
                    <a:pt x="198" y="733"/>
                    <a:pt x="199" y="714"/>
                    <a:pt x="196" y="706"/>
                  </a:cubicBezTo>
                  <a:cubicBezTo>
                    <a:pt x="194" y="699"/>
                    <a:pt x="196" y="690"/>
                    <a:pt x="201" y="684"/>
                  </a:cubicBezTo>
                  <a:cubicBezTo>
                    <a:pt x="207" y="678"/>
                    <a:pt x="199" y="667"/>
                    <a:pt x="199" y="660"/>
                  </a:cubicBezTo>
                  <a:cubicBezTo>
                    <a:pt x="199" y="653"/>
                    <a:pt x="201" y="624"/>
                    <a:pt x="197" y="595"/>
                  </a:cubicBezTo>
                  <a:cubicBezTo>
                    <a:pt x="194" y="566"/>
                    <a:pt x="193" y="544"/>
                    <a:pt x="192" y="537"/>
                  </a:cubicBezTo>
                  <a:cubicBezTo>
                    <a:pt x="192" y="529"/>
                    <a:pt x="188" y="533"/>
                    <a:pt x="177" y="562"/>
                  </a:cubicBezTo>
                  <a:cubicBezTo>
                    <a:pt x="167" y="590"/>
                    <a:pt x="141" y="680"/>
                    <a:pt x="136" y="700"/>
                  </a:cubicBezTo>
                  <a:cubicBezTo>
                    <a:pt x="132" y="717"/>
                    <a:pt x="118" y="780"/>
                    <a:pt x="112" y="808"/>
                  </a:cubicBezTo>
                  <a:cubicBezTo>
                    <a:pt x="112" y="362"/>
                    <a:pt x="112" y="362"/>
                    <a:pt x="112" y="362"/>
                  </a:cubicBezTo>
                  <a:cubicBezTo>
                    <a:pt x="113" y="360"/>
                    <a:pt x="112" y="345"/>
                    <a:pt x="115" y="334"/>
                  </a:cubicBezTo>
                  <a:cubicBezTo>
                    <a:pt x="120" y="321"/>
                    <a:pt x="121" y="303"/>
                    <a:pt x="122" y="282"/>
                  </a:cubicBezTo>
                  <a:cubicBezTo>
                    <a:pt x="122" y="282"/>
                    <a:pt x="117" y="300"/>
                    <a:pt x="112" y="311"/>
                  </a:cubicBezTo>
                  <a:cubicBezTo>
                    <a:pt x="112" y="159"/>
                    <a:pt x="112" y="159"/>
                    <a:pt x="112" y="159"/>
                  </a:cubicBezTo>
                  <a:cubicBezTo>
                    <a:pt x="116" y="157"/>
                    <a:pt x="124" y="155"/>
                    <a:pt x="135" y="154"/>
                  </a:cubicBezTo>
                  <a:cubicBezTo>
                    <a:pt x="160" y="151"/>
                    <a:pt x="179" y="144"/>
                    <a:pt x="185" y="139"/>
                  </a:cubicBezTo>
                  <a:cubicBezTo>
                    <a:pt x="188" y="136"/>
                    <a:pt x="191" y="134"/>
                    <a:pt x="193" y="131"/>
                  </a:cubicBezTo>
                  <a:cubicBezTo>
                    <a:pt x="195" y="129"/>
                    <a:pt x="198" y="126"/>
                    <a:pt x="195" y="126"/>
                  </a:cubicBezTo>
                  <a:cubicBezTo>
                    <a:pt x="188" y="125"/>
                    <a:pt x="187" y="101"/>
                    <a:pt x="184" y="94"/>
                  </a:cubicBezTo>
                  <a:cubicBezTo>
                    <a:pt x="181" y="86"/>
                    <a:pt x="182" y="81"/>
                    <a:pt x="184" y="75"/>
                  </a:cubicBezTo>
                  <a:cubicBezTo>
                    <a:pt x="186" y="69"/>
                    <a:pt x="182" y="59"/>
                    <a:pt x="188" y="49"/>
                  </a:cubicBezTo>
                  <a:cubicBezTo>
                    <a:pt x="193" y="39"/>
                    <a:pt x="186" y="26"/>
                    <a:pt x="193" y="25"/>
                  </a:cubicBezTo>
                  <a:cubicBezTo>
                    <a:pt x="201" y="24"/>
                    <a:pt x="198" y="15"/>
                    <a:pt x="205" y="15"/>
                  </a:cubicBezTo>
                  <a:cubicBezTo>
                    <a:pt x="213" y="15"/>
                    <a:pt x="214" y="4"/>
                    <a:pt x="221" y="8"/>
                  </a:cubicBezTo>
                  <a:cubicBezTo>
                    <a:pt x="229" y="11"/>
                    <a:pt x="229" y="0"/>
                    <a:pt x="234" y="7"/>
                  </a:cubicBezTo>
                  <a:close/>
                  <a:moveTo>
                    <a:pt x="112" y="808"/>
                  </a:moveTo>
                  <a:cubicBezTo>
                    <a:pt x="111" y="813"/>
                    <a:pt x="110" y="817"/>
                    <a:pt x="109" y="819"/>
                  </a:cubicBezTo>
                  <a:cubicBezTo>
                    <a:pt x="106" y="836"/>
                    <a:pt x="102" y="870"/>
                    <a:pt x="97" y="870"/>
                  </a:cubicBezTo>
                  <a:cubicBezTo>
                    <a:pt x="92" y="870"/>
                    <a:pt x="94" y="874"/>
                    <a:pt x="93" y="884"/>
                  </a:cubicBezTo>
                  <a:cubicBezTo>
                    <a:pt x="92" y="893"/>
                    <a:pt x="83" y="894"/>
                    <a:pt x="77" y="897"/>
                  </a:cubicBezTo>
                  <a:cubicBezTo>
                    <a:pt x="72" y="899"/>
                    <a:pt x="70" y="893"/>
                    <a:pt x="70" y="893"/>
                  </a:cubicBezTo>
                  <a:cubicBezTo>
                    <a:pt x="70" y="893"/>
                    <a:pt x="61" y="912"/>
                    <a:pt x="45" y="914"/>
                  </a:cubicBezTo>
                  <a:cubicBezTo>
                    <a:pt x="30" y="916"/>
                    <a:pt x="0" y="922"/>
                    <a:pt x="0" y="914"/>
                  </a:cubicBezTo>
                  <a:cubicBezTo>
                    <a:pt x="0" y="907"/>
                    <a:pt x="3" y="900"/>
                    <a:pt x="13" y="894"/>
                  </a:cubicBezTo>
                  <a:cubicBezTo>
                    <a:pt x="24" y="888"/>
                    <a:pt x="31" y="871"/>
                    <a:pt x="35" y="867"/>
                  </a:cubicBezTo>
                  <a:cubicBezTo>
                    <a:pt x="39" y="863"/>
                    <a:pt x="34" y="864"/>
                    <a:pt x="37" y="856"/>
                  </a:cubicBezTo>
                  <a:cubicBezTo>
                    <a:pt x="41" y="848"/>
                    <a:pt x="51" y="799"/>
                    <a:pt x="53" y="783"/>
                  </a:cubicBezTo>
                  <a:cubicBezTo>
                    <a:pt x="55" y="768"/>
                    <a:pt x="54" y="713"/>
                    <a:pt x="61" y="688"/>
                  </a:cubicBezTo>
                  <a:cubicBezTo>
                    <a:pt x="69" y="663"/>
                    <a:pt x="92" y="581"/>
                    <a:pt x="96" y="558"/>
                  </a:cubicBezTo>
                  <a:cubicBezTo>
                    <a:pt x="99" y="536"/>
                    <a:pt x="104" y="513"/>
                    <a:pt x="104" y="501"/>
                  </a:cubicBezTo>
                  <a:cubicBezTo>
                    <a:pt x="104" y="488"/>
                    <a:pt x="105" y="480"/>
                    <a:pt x="109" y="471"/>
                  </a:cubicBezTo>
                  <a:cubicBezTo>
                    <a:pt x="112" y="462"/>
                    <a:pt x="108" y="450"/>
                    <a:pt x="108" y="450"/>
                  </a:cubicBezTo>
                  <a:cubicBezTo>
                    <a:pt x="108" y="450"/>
                    <a:pt x="99" y="457"/>
                    <a:pt x="94" y="461"/>
                  </a:cubicBezTo>
                  <a:cubicBezTo>
                    <a:pt x="88" y="466"/>
                    <a:pt x="88" y="459"/>
                    <a:pt x="91" y="448"/>
                  </a:cubicBezTo>
                  <a:cubicBezTo>
                    <a:pt x="94" y="437"/>
                    <a:pt x="91" y="431"/>
                    <a:pt x="89" y="434"/>
                  </a:cubicBezTo>
                  <a:cubicBezTo>
                    <a:pt x="86" y="437"/>
                    <a:pt x="84" y="416"/>
                    <a:pt x="77" y="403"/>
                  </a:cubicBezTo>
                  <a:cubicBezTo>
                    <a:pt x="70" y="390"/>
                    <a:pt x="55" y="363"/>
                    <a:pt x="59" y="348"/>
                  </a:cubicBezTo>
                  <a:cubicBezTo>
                    <a:pt x="62" y="333"/>
                    <a:pt x="63" y="306"/>
                    <a:pt x="67" y="293"/>
                  </a:cubicBezTo>
                  <a:cubicBezTo>
                    <a:pt x="72" y="280"/>
                    <a:pt x="76" y="257"/>
                    <a:pt x="80" y="243"/>
                  </a:cubicBezTo>
                  <a:cubicBezTo>
                    <a:pt x="85" y="228"/>
                    <a:pt x="85" y="221"/>
                    <a:pt x="91" y="207"/>
                  </a:cubicBezTo>
                  <a:cubicBezTo>
                    <a:pt x="97" y="192"/>
                    <a:pt x="104" y="176"/>
                    <a:pt x="104" y="169"/>
                  </a:cubicBezTo>
                  <a:cubicBezTo>
                    <a:pt x="104" y="165"/>
                    <a:pt x="106" y="162"/>
                    <a:pt x="112" y="159"/>
                  </a:cubicBezTo>
                  <a:cubicBezTo>
                    <a:pt x="112" y="311"/>
                    <a:pt x="112" y="311"/>
                    <a:pt x="112" y="311"/>
                  </a:cubicBezTo>
                  <a:cubicBezTo>
                    <a:pt x="110" y="316"/>
                    <a:pt x="108" y="319"/>
                    <a:pt x="106" y="319"/>
                  </a:cubicBezTo>
                  <a:cubicBezTo>
                    <a:pt x="100" y="321"/>
                    <a:pt x="100" y="328"/>
                    <a:pt x="106" y="332"/>
                  </a:cubicBezTo>
                  <a:cubicBezTo>
                    <a:pt x="112" y="335"/>
                    <a:pt x="108" y="359"/>
                    <a:pt x="111" y="362"/>
                  </a:cubicBezTo>
                  <a:cubicBezTo>
                    <a:pt x="111" y="362"/>
                    <a:pt x="111" y="362"/>
                    <a:pt x="112" y="362"/>
                  </a:cubicBezTo>
                  <a:lnTo>
                    <a:pt x="112" y="8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
            <p:cNvSpPr>
              <a:spLocks/>
            </p:cNvSpPr>
            <p:nvPr/>
          </p:nvSpPr>
          <p:spPr bwMode="auto">
            <a:xfrm>
              <a:off x="6022976" y="2373313"/>
              <a:ext cx="327025" cy="635000"/>
            </a:xfrm>
            <a:custGeom>
              <a:avLst/>
              <a:gdLst/>
              <a:ahLst/>
              <a:cxnLst>
                <a:cxn ang="0">
                  <a:pos x="110" y="1"/>
                </a:cxn>
                <a:cxn ang="0">
                  <a:pos x="111" y="3"/>
                </a:cxn>
                <a:cxn ang="0">
                  <a:pos x="116" y="11"/>
                </a:cxn>
                <a:cxn ang="0">
                  <a:pos x="116" y="13"/>
                </a:cxn>
                <a:cxn ang="0">
                  <a:pos x="111" y="106"/>
                </a:cxn>
                <a:cxn ang="0">
                  <a:pos x="112" y="182"/>
                </a:cxn>
                <a:cxn ang="0">
                  <a:pos x="125" y="238"/>
                </a:cxn>
                <a:cxn ang="0">
                  <a:pos x="137" y="265"/>
                </a:cxn>
                <a:cxn ang="0">
                  <a:pos x="91" y="262"/>
                </a:cxn>
                <a:cxn ang="0">
                  <a:pos x="15" y="263"/>
                </a:cxn>
                <a:cxn ang="0">
                  <a:pos x="0" y="257"/>
                </a:cxn>
                <a:cxn ang="0">
                  <a:pos x="18" y="208"/>
                </a:cxn>
                <a:cxn ang="0">
                  <a:pos x="32" y="111"/>
                </a:cxn>
                <a:cxn ang="0">
                  <a:pos x="38" y="23"/>
                </a:cxn>
                <a:cxn ang="0">
                  <a:pos x="43" y="8"/>
                </a:cxn>
                <a:cxn ang="0">
                  <a:pos x="44" y="8"/>
                </a:cxn>
                <a:cxn ang="0">
                  <a:pos x="52" y="0"/>
                </a:cxn>
                <a:cxn ang="0">
                  <a:pos x="65" y="17"/>
                </a:cxn>
                <a:cxn ang="0">
                  <a:pos x="87" y="24"/>
                </a:cxn>
                <a:cxn ang="0">
                  <a:pos x="110" y="1"/>
                </a:cxn>
              </a:cxnLst>
              <a:rect l="0" t="0" r="r" b="b"/>
              <a:pathLst>
                <a:path w="137" h="266">
                  <a:moveTo>
                    <a:pt x="110" y="1"/>
                  </a:moveTo>
                  <a:cubicBezTo>
                    <a:pt x="110" y="3"/>
                    <a:pt x="111" y="3"/>
                    <a:pt x="111" y="3"/>
                  </a:cubicBezTo>
                  <a:cubicBezTo>
                    <a:pt x="116" y="11"/>
                    <a:pt x="116" y="11"/>
                    <a:pt x="116" y="11"/>
                  </a:cubicBezTo>
                  <a:cubicBezTo>
                    <a:pt x="116" y="12"/>
                    <a:pt x="116" y="12"/>
                    <a:pt x="116" y="13"/>
                  </a:cubicBezTo>
                  <a:cubicBezTo>
                    <a:pt x="114" y="27"/>
                    <a:pt x="111" y="74"/>
                    <a:pt x="111" y="106"/>
                  </a:cubicBezTo>
                  <a:cubicBezTo>
                    <a:pt x="111" y="139"/>
                    <a:pt x="107" y="156"/>
                    <a:pt x="112" y="182"/>
                  </a:cubicBezTo>
                  <a:cubicBezTo>
                    <a:pt x="117" y="208"/>
                    <a:pt x="118" y="223"/>
                    <a:pt x="125" y="238"/>
                  </a:cubicBezTo>
                  <a:cubicBezTo>
                    <a:pt x="132" y="254"/>
                    <a:pt x="137" y="265"/>
                    <a:pt x="137" y="265"/>
                  </a:cubicBezTo>
                  <a:cubicBezTo>
                    <a:pt x="137" y="265"/>
                    <a:pt x="114" y="262"/>
                    <a:pt x="91" y="262"/>
                  </a:cubicBezTo>
                  <a:cubicBezTo>
                    <a:pt x="67" y="262"/>
                    <a:pt x="24" y="266"/>
                    <a:pt x="15" y="263"/>
                  </a:cubicBezTo>
                  <a:cubicBezTo>
                    <a:pt x="6" y="261"/>
                    <a:pt x="0" y="257"/>
                    <a:pt x="0" y="257"/>
                  </a:cubicBezTo>
                  <a:cubicBezTo>
                    <a:pt x="0" y="257"/>
                    <a:pt x="11" y="234"/>
                    <a:pt x="18" y="208"/>
                  </a:cubicBezTo>
                  <a:cubicBezTo>
                    <a:pt x="25" y="182"/>
                    <a:pt x="32" y="146"/>
                    <a:pt x="32" y="111"/>
                  </a:cubicBezTo>
                  <a:cubicBezTo>
                    <a:pt x="32" y="75"/>
                    <a:pt x="31" y="41"/>
                    <a:pt x="38" y="23"/>
                  </a:cubicBezTo>
                  <a:cubicBezTo>
                    <a:pt x="40" y="17"/>
                    <a:pt x="42" y="12"/>
                    <a:pt x="43" y="8"/>
                  </a:cubicBezTo>
                  <a:cubicBezTo>
                    <a:pt x="44" y="8"/>
                    <a:pt x="42" y="9"/>
                    <a:pt x="44" y="8"/>
                  </a:cubicBezTo>
                  <a:cubicBezTo>
                    <a:pt x="46" y="6"/>
                    <a:pt x="50" y="3"/>
                    <a:pt x="52" y="0"/>
                  </a:cubicBezTo>
                  <a:cubicBezTo>
                    <a:pt x="56" y="5"/>
                    <a:pt x="58" y="8"/>
                    <a:pt x="65" y="17"/>
                  </a:cubicBezTo>
                  <a:cubicBezTo>
                    <a:pt x="73" y="26"/>
                    <a:pt x="74" y="33"/>
                    <a:pt x="87" y="24"/>
                  </a:cubicBezTo>
                  <a:cubicBezTo>
                    <a:pt x="96" y="18"/>
                    <a:pt x="103" y="9"/>
                    <a:pt x="1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8"/>
            <p:cNvSpPr>
              <a:spLocks/>
            </p:cNvSpPr>
            <p:nvPr/>
          </p:nvSpPr>
          <p:spPr bwMode="auto">
            <a:xfrm>
              <a:off x="6075363" y="2447925"/>
              <a:ext cx="157163" cy="627062"/>
            </a:xfrm>
            <a:custGeom>
              <a:avLst/>
              <a:gdLst/>
              <a:ahLst/>
              <a:cxnLst>
                <a:cxn ang="0">
                  <a:pos x="55" y="0"/>
                </a:cxn>
                <a:cxn ang="0">
                  <a:pos x="42" y="13"/>
                </a:cxn>
                <a:cxn ang="0">
                  <a:pos x="46" y="21"/>
                </a:cxn>
                <a:cxn ang="0">
                  <a:pos x="26" y="99"/>
                </a:cxn>
                <a:cxn ang="0">
                  <a:pos x="3" y="224"/>
                </a:cxn>
                <a:cxn ang="0">
                  <a:pos x="10" y="252"/>
                </a:cxn>
                <a:cxn ang="0">
                  <a:pos x="25" y="253"/>
                </a:cxn>
                <a:cxn ang="0">
                  <a:pos x="42" y="221"/>
                </a:cxn>
                <a:cxn ang="0">
                  <a:pos x="57" y="119"/>
                </a:cxn>
                <a:cxn ang="0">
                  <a:pos x="62" y="41"/>
                </a:cxn>
                <a:cxn ang="0">
                  <a:pos x="58" y="21"/>
                </a:cxn>
                <a:cxn ang="0">
                  <a:pos x="66" y="12"/>
                </a:cxn>
                <a:cxn ang="0">
                  <a:pos x="55" y="0"/>
                </a:cxn>
              </a:cxnLst>
              <a:rect l="0" t="0" r="r" b="b"/>
              <a:pathLst>
                <a:path w="66" h="263">
                  <a:moveTo>
                    <a:pt x="55" y="0"/>
                  </a:moveTo>
                  <a:cubicBezTo>
                    <a:pt x="42" y="13"/>
                    <a:pt x="42" y="13"/>
                    <a:pt x="42" y="13"/>
                  </a:cubicBezTo>
                  <a:cubicBezTo>
                    <a:pt x="42" y="13"/>
                    <a:pt x="49" y="15"/>
                    <a:pt x="46" y="21"/>
                  </a:cubicBezTo>
                  <a:cubicBezTo>
                    <a:pt x="44" y="26"/>
                    <a:pt x="35" y="58"/>
                    <a:pt x="26" y="99"/>
                  </a:cubicBezTo>
                  <a:cubicBezTo>
                    <a:pt x="17" y="141"/>
                    <a:pt x="5" y="214"/>
                    <a:pt x="3" y="224"/>
                  </a:cubicBezTo>
                  <a:cubicBezTo>
                    <a:pt x="0" y="234"/>
                    <a:pt x="3" y="242"/>
                    <a:pt x="10" y="252"/>
                  </a:cubicBezTo>
                  <a:cubicBezTo>
                    <a:pt x="17" y="263"/>
                    <a:pt x="18" y="263"/>
                    <a:pt x="25" y="253"/>
                  </a:cubicBezTo>
                  <a:cubicBezTo>
                    <a:pt x="32" y="244"/>
                    <a:pt x="37" y="248"/>
                    <a:pt x="42" y="221"/>
                  </a:cubicBezTo>
                  <a:cubicBezTo>
                    <a:pt x="46" y="195"/>
                    <a:pt x="53" y="143"/>
                    <a:pt x="57" y="119"/>
                  </a:cubicBezTo>
                  <a:cubicBezTo>
                    <a:pt x="61" y="96"/>
                    <a:pt x="65" y="51"/>
                    <a:pt x="62" y="41"/>
                  </a:cubicBezTo>
                  <a:cubicBezTo>
                    <a:pt x="59" y="31"/>
                    <a:pt x="57" y="25"/>
                    <a:pt x="58" y="21"/>
                  </a:cubicBezTo>
                  <a:cubicBezTo>
                    <a:pt x="59" y="16"/>
                    <a:pt x="66" y="12"/>
                    <a:pt x="66" y="12"/>
                  </a:cubicBezTo>
                  <a:cubicBezTo>
                    <a:pt x="66" y="12"/>
                    <a:pt x="61" y="3"/>
                    <a:pt x="5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32"/>
          <p:cNvGrpSpPr/>
          <p:nvPr/>
        </p:nvGrpSpPr>
        <p:grpSpPr>
          <a:xfrm>
            <a:off x="5884292" y="2855056"/>
            <a:ext cx="270032" cy="1096250"/>
            <a:chOff x="4129088" y="2282825"/>
            <a:chExt cx="531813" cy="2159000"/>
          </a:xfrm>
          <a:solidFill>
            <a:schemeClr val="bg1"/>
          </a:solidFill>
        </p:grpSpPr>
        <p:sp>
          <p:nvSpPr>
            <p:cNvPr id="98" name="Freeform 9"/>
            <p:cNvSpPr>
              <a:spLocks noEditPoints="1"/>
            </p:cNvSpPr>
            <p:nvPr/>
          </p:nvSpPr>
          <p:spPr bwMode="auto">
            <a:xfrm>
              <a:off x="4129088" y="2282825"/>
              <a:ext cx="531813" cy="2159000"/>
            </a:xfrm>
            <a:custGeom>
              <a:avLst/>
              <a:gdLst/>
              <a:ahLst/>
              <a:cxnLst>
                <a:cxn ang="0">
                  <a:pos x="107" y="1"/>
                </a:cxn>
                <a:cxn ang="0">
                  <a:pos x="147" y="36"/>
                </a:cxn>
                <a:cxn ang="0">
                  <a:pos x="154" y="62"/>
                </a:cxn>
                <a:cxn ang="0">
                  <a:pos x="160" y="98"/>
                </a:cxn>
                <a:cxn ang="0">
                  <a:pos x="171" y="133"/>
                </a:cxn>
                <a:cxn ang="0">
                  <a:pos x="178" y="151"/>
                </a:cxn>
                <a:cxn ang="0">
                  <a:pos x="210" y="170"/>
                </a:cxn>
                <a:cxn ang="0">
                  <a:pos x="221" y="238"/>
                </a:cxn>
                <a:cxn ang="0">
                  <a:pos x="214" y="296"/>
                </a:cxn>
                <a:cxn ang="0">
                  <a:pos x="191" y="313"/>
                </a:cxn>
                <a:cxn ang="0">
                  <a:pos x="198" y="371"/>
                </a:cxn>
                <a:cxn ang="0">
                  <a:pos x="206" y="414"/>
                </a:cxn>
                <a:cxn ang="0">
                  <a:pos x="194" y="416"/>
                </a:cxn>
                <a:cxn ang="0">
                  <a:pos x="189" y="474"/>
                </a:cxn>
                <a:cxn ang="0">
                  <a:pos x="172" y="570"/>
                </a:cxn>
                <a:cxn ang="0">
                  <a:pos x="165" y="582"/>
                </a:cxn>
                <a:cxn ang="0">
                  <a:pos x="157" y="582"/>
                </a:cxn>
                <a:cxn ang="0">
                  <a:pos x="155" y="611"/>
                </a:cxn>
                <a:cxn ang="0">
                  <a:pos x="149" y="670"/>
                </a:cxn>
                <a:cxn ang="0">
                  <a:pos x="123" y="764"/>
                </a:cxn>
                <a:cxn ang="0">
                  <a:pos x="141" y="817"/>
                </a:cxn>
                <a:cxn ang="0">
                  <a:pos x="156" y="852"/>
                </a:cxn>
                <a:cxn ang="0">
                  <a:pos x="133" y="854"/>
                </a:cxn>
                <a:cxn ang="0">
                  <a:pos x="122" y="846"/>
                </a:cxn>
                <a:cxn ang="0">
                  <a:pos x="125" y="864"/>
                </a:cxn>
                <a:cxn ang="0">
                  <a:pos x="112" y="905"/>
                </a:cxn>
                <a:cxn ang="0">
                  <a:pos x="107" y="905"/>
                </a:cxn>
                <a:cxn ang="0">
                  <a:pos x="107" y="636"/>
                </a:cxn>
                <a:cxn ang="0">
                  <a:pos x="109" y="621"/>
                </a:cxn>
                <a:cxn ang="0">
                  <a:pos x="109" y="580"/>
                </a:cxn>
                <a:cxn ang="0">
                  <a:pos x="107" y="596"/>
                </a:cxn>
                <a:cxn ang="0">
                  <a:pos x="107" y="1"/>
                </a:cxn>
                <a:cxn ang="0">
                  <a:pos x="106" y="1"/>
                </a:cxn>
                <a:cxn ang="0">
                  <a:pos x="107" y="1"/>
                </a:cxn>
                <a:cxn ang="0">
                  <a:pos x="107" y="596"/>
                </a:cxn>
                <a:cxn ang="0">
                  <a:pos x="104" y="611"/>
                </a:cxn>
                <a:cxn ang="0">
                  <a:pos x="105" y="632"/>
                </a:cxn>
                <a:cxn ang="0">
                  <a:pos x="106" y="645"/>
                </a:cxn>
                <a:cxn ang="0">
                  <a:pos x="107" y="636"/>
                </a:cxn>
                <a:cxn ang="0">
                  <a:pos x="107" y="905"/>
                </a:cxn>
                <a:cxn ang="0">
                  <a:pos x="89" y="869"/>
                </a:cxn>
                <a:cxn ang="0">
                  <a:pos x="88" y="831"/>
                </a:cxn>
                <a:cxn ang="0">
                  <a:pos x="81" y="789"/>
                </a:cxn>
                <a:cxn ang="0">
                  <a:pos x="52" y="662"/>
                </a:cxn>
                <a:cxn ang="0">
                  <a:pos x="53" y="606"/>
                </a:cxn>
                <a:cxn ang="0">
                  <a:pos x="50" y="579"/>
                </a:cxn>
                <a:cxn ang="0">
                  <a:pos x="34" y="565"/>
                </a:cxn>
                <a:cxn ang="0">
                  <a:pos x="29" y="465"/>
                </a:cxn>
                <a:cxn ang="0">
                  <a:pos x="31" y="410"/>
                </a:cxn>
                <a:cxn ang="0">
                  <a:pos x="11" y="407"/>
                </a:cxn>
                <a:cxn ang="0">
                  <a:pos x="27" y="360"/>
                </a:cxn>
                <a:cxn ang="0">
                  <a:pos x="30" y="326"/>
                </a:cxn>
                <a:cxn ang="0">
                  <a:pos x="2" y="302"/>
                </a:cxn>
                <a:cxn ang="0">
                  <a:pos x="2" y="234"/>
                </a:cxn>
                <a:cxn ang="0">
                  <a:pos x="7" y="204"/>
                </a:cxn>
                <a:cxn ang="0">
                  <a:pos x="27" y="154"/>
                </a:cxn>
                <a:cxn ang="0">
                  <a:pos x="48" y="145"/>
                </a:cxn>
                <a:cxn ang="0">
                  <a:pos x="50" y="126"/>
                </a:cxn>
                <a:cxn ang="0">
                  <a:pos x="63" y="101"/>
                </a:cxn>
                <a:cxn ang="0">
                  <a:pos x="64" y="64"/>
                </a:cxn>
                <a:cxn ang="0">
                  <a:pos x="106" y="1"/>
                </a:cxn>
              </a:cxnLst>
              <a:rect l="0" t="0" r="r" b="b"/>
              <a:pathLst>
                <a:path w="223" h="905">
                  <a:moveTo>
                    <a:pt x="107" y="1"/>
                  </a:moveTo>
                  <a:cubicBezTo>
                    <a:pt x="127" y="0"/>
                    <a:pt x="143" y="19"/>
                    <a:pt x="147" y="36"/>
                  </a:cubicBezTo>
                  <a:cubicBezTo>
                    <a:pt x="151" y="54"/>
                    <a:pt x="154" y="53"/>
                    <a:pt x="154" y="62"/>
                  </a:cubicBezTo>
                  <a:cubicBezTo>
                    <a:pt x="154" y="72"/>
                    <a:pt x="158" y="83"/>
                    <a:pt x="160" y="98"/>
                  </a:cubicBezTo>
                  <a:cubicBezTo>
                    <a:pt x="162" y="114"/>
                    <a:pt x="163" y="124"/>
                    <a:pt x="171" y="133"/>
                  </a:cubicBezTo>
                  <a:cubicBezTo>
                    <a:pt x="179" y="142"/>
                    <a:pt x="178" y="151"/>
                    <a:pt x="178" y="151"/>
                  </a:cubicBezTo>
                  <a:cubicBezTo>
                    <a:pt x="178" y="151"/>
                    <a:pt x="204" y="153"/>
                    <a:pt x="210" y="170"/>
                  </a:cubicBezTo>
                  <a:cubicBezTo>
                    <a:pt x="217" y="188"/>
                    <a:pt x="218" y="218"/>
                    <a:pt x="221" y="238"/>
                  </a:cubicBezTo>
                  <a:cubicBezTo>
                    <a:pt x="223" y="258"/>
                    <a:pt x="221" y="281"/>
                    <a:pt x="214" y="296"/>
                  </a:cubicBezTo>
                  <a:cubicBezTo>
                    <a:pt x="207" y="311"/>
                    <a:pt x="191" y="313"/>
                    <a:pt x="191" y="313"/>
                  </a:cubicBezTo>
                  <a:cubicBezTo>
                    <a:pt x="191" y="313"/>
                    <a:pt x="189" y="344"/>
                    <a:pt x="198" y="371"/>
                  </a:cubicBezTo>
                  <a:cubicBezTo>
                    <a:pt x="207" y="399"/>
                    <a:pt x="213" y="413"/>
                    <a:pt x="206" y="414"/>
                  </a:cubicBezTo>
                  <a:cubicBezTo>
                    <a:pt x="198" y="416"/>
                    <a:pt x="194" y="416"/>
                    <a:pt x="194" y="416"/>
                  </a:cubicBezTo>
                  <a:cubicBezTo>
                    <a:pt x="194" y="416"/>
                    <a:pt x="194" y="451"/>
                    <a:pt x="189" y="474"/>
                  </a:cubicBezTo>
                  <a:cubicBezTo>
                    <a:pt x="184" y="497"/>
                    <a:pt x="172" y="555"/>
                    <a:pt x="172" y="570"/>
                  </a:cubicBezTo>
                  <a:cubicBezTo>
                    <a:pt x="172" y="584"/>
                    <a:pt x="171" y="582"/>
                    <a:pt x="165" y="582"/>
                  </a:cubicBezTo>
                  <a:cubicBezTo>
                    <a:pt x="160" y="582"/>
                    <a:pt x="157" y="582"/>
                    <a:pt x="157" y="582"/>
                  </a:cubicBezTo>
                  <a:cubicBezTo>
                    <a:pt x="157" y="582"/>
                    <a:pt x="158" y="605"/>
                    <a:pt x="155" y="611"/>
                  </a:cubicBezTo>
                  <a:cubicBezTo>
                    <a:pt x="152" y="616"/>
                    <a:pt x="157" y="642"/>
                    <a:pt x="149" y="670"/>
                  </a:cubicBezTo>
                  <a:cubicBezTo>
                    <a:pt x="140" y="697"/>
                    <a:pt x="123" y="744"/>
                    <a:pt x="123" y="764"/>
                  </a:cubicBezTo>
                  <a:cubicBezTo>
                    <a:pt x="123" y="783"/>
                    <a:pt x="132" y="807"/>
                    <a:pt x="141" y="817"/>
                  </a:cubicBezTo>
                  <a:cubicBezTo>
                    <a:pt x="150" y="827"/>
                    <a:pt x="163" y="847"/>
                    <a:pt x="156" y="852"/>
                  </a:cubicBezTo>
                  <a:cubicBezTo>
                    <a:pt x="149" y="857"/>
                    <a:pt x="139" y="856"/>
                    <a:pt x="133" y="854"/>
                  </a:cubicBezTo>
                  <a:cubicBezTo>
                    <a:pt x="127" y="852"/>
                    <a:pt x="122" y="846"/>
                    <a:pt x="122" y="846"/>
                  </a:cubicBezTo>
                  <a:cubicBezTo>
                    <a:pt x="122" y="846"/>
                    <a:pt x="122" y="856"/>
                    <a:pt x="125" y="864"/>
                  </a:cubicBezTo>
                  <a:cubicBezTo>
                    <a:pt x="128" y="871"/>
                    <a:pt x="125" y="905"/>
                    <a:pt x="112" y="905"/>
                  </a:cubicBezTo>
                  <a:cubicBezTo>
                    <a:pt x="110" y="905"/>
                    <a:pt x="108" y="905"/>
                    <a:pt x="107" y="905"/>
                  </a:cubicBezTo>
                  <a:cubicBezTo>
                    <a:pt x="107" y="636"/>
                    <a:pt x="107" y="636"/>
                    <a:pt x="107" y="636"/>
                  </a:cubicBezTo>
                  <a:cubicBezTo>
                    <a:pt x="107" y="631"/>
                    <a:pt x="108" y="624"/>
                    <a:pt x="109" y="621"/>
                  </a:cubicBezTo>
                  <a:cubicBezTo>
                    <a:pt x="112" y="614"/>
                    <a:pt x="110" y="600"/>
                    <a:pt x="109" y="580"/>
                  </a:cubicBezTo>
                  <a:cubicBezTo>
                    <a:pt x="109" y="580"/>
                    <a:pt x="108" y="588"/>
                    <a:pt x="107" y="596"/>
                  </a:cubicBezTo>
                  <a:lnTo>
                    <a:pt x="107" y="1"/>
                  </a:lnTo>
                  <a:close/>
                  <a:moveTo>
                    <a:pt x="106" y="1"/>
                  </a:moveTo>
                  <a:cubicBezTo>
                    <a:pt x="107" y="1"/>
                    <a:pt x="107" y="1"/>
                    <a:pt x="107" y="1"/>
                  </a:cubicBezTo>
                  <a:cubicBezTo>
                    <a:pt x="107" y="596"/>
                    <a:pt x="107" y="596"/>
                    <a:pt x="107" y="596"/>
                  </a:cubicBezTo>
                  <a:cubicBezTo>
                    <a:pt x="106" y="602"/>
                    <a:pt x="105" y="608"/>
                    <a:pt x="104" y="611"/>
                  </a:cubicBezTo>
                  <a:cubicBezTo>
                    <a:pt x="102" y="620"/>
                    <a:pt x="105" y="626"/>
                    <a:pt x="105" y="632"/>
                  </a:cubicBezTo>
                  <a:cubicBezTo>
                    <a:pt x="105" y="637"/>
                    <a:pt x="106" y="645"/>
                    <a:pt x="106" y="645"/>
                  </a:cubicBezTo>
                  <a:cubicBezTo>
                    <a:pt x="106" y="645"/>
                    <a:pt x="106" y="641"/>
                    <a:pt x="107" y="636"/>
                  </a:cubicBezTo>
                  <a:cubicBezTo>
                    <a:pt x="107" y="905"/>
                    <a:pt x="107" y="905"/>
                    <a:pt x="107" y="905"/>
                  </a:cubicBezTo>
                  <a:cubicBezTo>
                    <a:pt x="96" y="901"/>
                    <a:pt x="88" y="888"/>
                    <a:pt x="89" y="869"/>
                  </a:cubicBezTo>
                  <a:cubicBezTo>
                    <a:pt x="89" y="847"/>
                    <a:pt x="84" y="843"/>
                    <a:pt x="88" y="831"/>
                  </a:cubicBezTo>
                  <a:cubicBezTo>
                    <a:pt x="91" y="818"/>
                    <a:pt x="87" y="809"/>
                    <a:pt x="81" y="789"/>
                  </a:cubicBezTo>
                  <a:cubicBezTo>
                    <a:pt x="75" y="769"/>
                    <a:pt x="51" y="684"/>
                    <a:pt x="52" y="662"/>
                  </a:cubicBezTo>
                  <a:cubicBezTo>
                    <a:pt x="53" y="640"/>
                    <a:pt x="56" y="621"/>
                    <a:pt x="53" y="606"/>
                  </a:cubicBezTo>
                  <a:cubicBezTo>
                    <a:pt x="51" y="592"/>
                    <a:pt x="50" y="579"/>
                    <a:pt x="50" y="579"/>
                  </a:cubicBezTo>
                  <a:cubicBezTo>
                    <a:pt x="50" y="579"/>
                    <a:pt x="34" y="586"/>
                    <a:pt x="34" y="565"/>
                  </a:cubicBezTo>
                  <a:cubicBezTo>
                    <a:pt x="34" y="544"/>
                    <a:pt x="31" y="483"/>
                    <a:pt x="29" y="465"/>
                  </a:cubicBezTo>
                  <a:cubicBezTo>
                    <a:pt x="28" y="446"/>
                    <a:pt x="31" y="410"/>
                    <a:pt x="31" y="410"/>
                  </a:cubicBezTo>
                  <a:cubicBezTo>
                    <a:pt x="31" y="410"/>
                    <a:pt x="16" y="409"/>
                    <a:pt x="11" y="407"/>
                  </a:cubicBezTo>
                  <a:cubicBezTo>
                    <a:pt x="6" y="405"/>
                    <a:pt x="24" y="373"/>
                    <a:pt x="27" y="360"/>
                  </a:cubicBezTo>
                  <a:cubicBezTo>
                    <a:pt x="31" y="348"/>
                    <a:pt x="30" y="326"/>
                    <a:pt x="30" y="326"/>
                  </a:cubicBezTo>
                  <a:cubicBezTo>
                    <a:pt x="30" y="326"/>
                    <a:pt x="3" y="325"/>
                    <a:pt x="2" y="302"/>
                  </a:cubicBezTo>
                  <a:cubicBezTo>
                    <a:pt x="1" y="279"/>
                    <a:pt x="0" y="247"/>
                    <a:pt x="2" y="234"/>
                  </a:cubicBezTo>
                  <a:cubicBezTo>
                    <a:pt x="4" y="220"/>
                    <a:pt x="5" y="222"/>
                    <a:pt x="7" y="204"/>
                  </a:cubicBezTo>
                  <a:cubicBezTo>
                    <a:pt x="9" y="186"/>
                    <a:pt x="18" y="155"/>
                    <a:pt x="27" y="154"/>
                  </a:cubicBezTo>
                  <a:cubicBezTo>
                    <a:pt x="36" y="153"/>
                    <a:pt x="48" y="145"/>
                    <a:pt x="48" y="145"/>
                  </a:cubicBezTo>
                  <a:cubicBezTo>
                    <a:pt x="48" y="145"/>
                    <a:pt x="39" y="135"/>
                    <a:pt x="50" y="126"/>
                  </a:cubicBezTo>
                  <a:cubicBezTo>
                    <a:pt x="61" y="117"/>
                    <a:pt x="68" y="113"/>
                    <a:pt x="63" y="101"/>
                  </a:cubicBezTo>
                  <a:cubicBezTo>
                    <a:pt x="58" y="89"/>
                    <a:pt x="61" y="80"/>
                    <a:pt x="64" y="64"/>
                  </a:cubicBezTo>
                  <a:cubicBezTo>
                    <a:pt x="67" y="49"/>
                    <a:pt x="75" y="1"/>
                    <a:pt x="106"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10"/>
            <p:cNvSpPr>
              <a:spLocks/>
            </p:cNvSpPr>
            <p:nvPr/>
          </p:nvSpPr>
          <p:spPr bwMode="auto">
            <a:xfrm>
              <a:off x="4343401" y="2589213"/>
              <a:ext cx="127000" cy="244475"/>
            </a:xfrm>
            <a:custGeom>
              <a:avLst/>
              <a:gdLst/>
              <a:ahLst/>
              <a:cxnLst>
                <a:cxn ang="0">
                  <a:pos x="1" y="3"/>
                </a:cxn>
                <a:cxn ang="0">
                  <a:pos x="15" y="24"/>
                </a:cxn>
                <a:cxn ang="0">
                  <a:pos x="24" y="72"/>
                </a:cxn>
                <a:cxn ang="0">
                  <a:pos x="33" y="52"/>
                </a:cxn>
                <a:cxn ang="0">
                  <a:pos x="37" y="28"/>
                </a:cxn>
                <a:cxn ang="0">
                  <a:pos x="52" y="0"/>
                </a:cxn>
                <a:cxn ang="0">
                  <a:pos x="53" y="19"/>
                </a:cxn>
                <a:cxn ang="0">
                  <a:pos x="38" y="65"/>
                </a:cxn>
                <a:cxn ang="0">
                  <a:pos x="25" y="97"/>
                </a:cxn>
                <a:cxn ang="0">
                  <a:pos x="13" y="67"/>
                </a:cxn>
                <a:cxn ang="0">
                  <a:pos x="1" y="3"/>
                </a:cxn>
              </a:cxnLst>
              <a:rect l="0" t="0" r="r" b="b"/>
              <a:pathLst>
                <a:path w="53" h="103">
                  <a:moveTo>
                    <a:pt x="1" y="3"/>
                  </a:moveTo>
                  <a:cubicBezTo>
                    <a:pt x="1" y="3"/>
                    <a:pt x="15" y="15"/>
                    <a:pt x="15" y="24"/>
                  </a:cubicBezTo>
                  <a:cubicBezTo>
                    <a:pt x="15" y="33"/>
                    <a:pt x="21" y="63"/>
                    <a:pt x="24" y="72"/>
                  </a:cubicBezTo>
                  <a:cubicBezTo>
                    <a:pt x="27" y="82"/>
                    <a:pt x="28" y="61"/>
                    <a:pt x="33" y="52"/>
                  </a:cubicBezTo>
                  <a:cubicBezTo>
                    <a:pt x="38" y="43"/>
                    <a:pt x="40" y="35"/>
                    <a:pt x="37" y="28"/>
                  </a:cubicBezTo>
                  <a:cubicBezTo>
                    <a:pt x="35" y="21"/>
                    <a:pt x="45" y="18"/>
                    <a:pt x="52" y="0"/>
                  </a:cubicBezTo>
                  <a:cubicBezTo>
                    <a:pt x="53" y="7"/>
                    <a:pt x="53" y="12"/>
                    <a:pt x="53" y="19"/>
                  </a:cubicBezTo>
                  <a:cubicBezTo>
                    <a:pt x="52" y="26"/>
                    <a:pt x="41" y="58"/>
                    <a:pt x="38" y="65"/>
                  </a:cubicBezTo>
                  <a:cubicBezTo>
                    <a:pt x="35" y="71"/>
                    <a:pt x="26" y="91"/>
                    <a:pt x="25" y="97"/>
                  </a:cubicBezTo>
                  <a:cubicBezTo>
                    <a:pt x="25" y="103"/>
                    <a:pt x="17" y="86"/>
                    <a:pt x="13" y="67"/>
                  </a:cubicBezTo>
                  <a:cubicBezTo>
                    <a:pt x="8" y="48"/>
                    <a:pt x="0" y="21"/>
                    <a:pt x="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11"/>
            <p:cNvSpPr>
              <a:spLocks/>
            </p:cNvSpPr>
            <p:nvPr/>
          </p:nvSpPr>
          <p:spPr bwMode="auto">
            <a:xfrm>
              <a:off x="4279901" y="2927350"/>
              <a:ext cx="23813" cy="52387"/>
            </a:xfrm>
            <a:custGeom>
              <a:avLst/>
              <a:gdLst/>
              <a:ahLst/>
              <a:cxnLst>
                <a:cxn ang="0">
                  <a:pos x="7" y="22"/>
                </a:cxn>
                <a:cxn ang="0">
                  <a:pos x="9" y="9"/>
                </a:cxn>
                <a:cxn ang="0">
                  <a:pos x="9" y="0"/>
                </a:cxn>
                <a:cxn ang="0">
                  <a:pos x="2" y="1"/>
                </a:cxn>
                <a:cxn ang="0">
                  <a:pos x="0" y="19"/>
                </a:cxn>
                <a:cxn ang="0">
                  <a:pos x="7" y="22"/>
                </a:cxn>
              </a:cxnLst>
              <a:rect l="0" t="0" r="r" b="b"/>
              <a:pathLst>
                <a:path w="10" h="22">
                  <a:moveTo>
                    <a:pt x="7" y="22"/>
                  </a:moveTo>
                  <a:cubicBezTo>
                    <a:pt x="7" y="22"/>
                    <a:pt x="9" y="16"/>
                    <a:pt x="9" y="9"/>
                  </a:cubicBezTo>
                  <a:cubicBezTo>
                    <a:pt x="10" y="2"/>
                    <a:pt x="9" y="0"/>
                    <a:pt x="9" y="0"/>
                  </a:cubicBezTo>
                  <a:cubicBezTo>
                    <a:pt x="2" y="1"/>
                    <a:pt x="2" y="1"/>
                    <a:pt x="2" y="1"/>
                  </a:cubicBezTo>
                  <a:cubicBezTo>
                    <a:pt x="2" y="1"/>
                    <a:pt x="1" y="15"/>
                    <a:pt x="0" y="19"/>
                  </a:cubicBezTo>
                  <a:cubicBezTo>
                    <a:pt x="3" y="22"/>
                    <a:pt x="7" y="22"/>
                    <a:pt x="7"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2"/>
            <p:cNvSpPr>
              <a:spLocks/>
            </p:cNvSpPr>
            <p:nvPr/>
          </p:nvSpPr>
          <p:spPr bwMode="auto">
            <a:xfrm>
              <a:off x="4456113" y="3035300"/>
              <a:ext cx="26988" cy="53975"/>
            </a:xfrm>
            <a:custGeom>
              <a:avLst/>
              <a:gdLst/>
              <a:ahLst/>
              <a:cxnLst>
                <a:cxn ang="0">
                  <a:pos x="3" y="0"/>
                </a:cxn>
                <a:cxn ang="0">
                  <a:pos x="1" y="18"/>
                </a:cxn>
                <a:cxn ang="0">
                  <a:pos x="11" y="18"/>
                </a:cxn>
                <a:cxn ang="0">
                  <a:pos x="11" y="0"/>
                </a:cxn>
                <a:cxn ang="0">
                  <a:pos x="3" y="0"/>
                </a:cxn>
              </a:cxnLst>
              <a:rect l="0" t="0" r="r" b="b"/>
              <a:pathLst>
                <a:path w="11" h="23">
                  <a:moveTo>
                    <a:pt x="3" y="0"/>
                  </a:moveTo>
                  <a:cubicBezTo>
                    <a:pt x="3" y="0"/>
                    <a:pt x="1" y="14"/>
                    <a:pt x="1" y="18"/>
                  </a:cubicBezTo>
                  <a:cubicBezTo>
                    <a:pt x="0" y="23"/>
                    <a:pt x="11" y="18"/>
                    <a:pt x="11" y="18"/>
                  </a:cubicBezTo>
                  <a:cubicBezTo>
                    <a:pt x="11" y="0"/>
                    <a:pt x="11" y="0"/>
                    <a:pt x="11" y="0"/>
                  </a:cubicBez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33"/>
          <p:cNvGrpSpPr/>
          <p:nvPr/>
        </p:nvGrpSpPr>
        <p:grpSpPr>
          <a:xfrm>
            <a:off x="7197880" y="2635134"/>
            <a:ext cx="286584" cy="984014"/>
            <a:chOff x="4948238" y="2751138"/>
            <a:chExt cx="585788" cy="2011362"/>
          </a:xfrm>
          <a:solidFill>
            <a:schemeClr val="bg1"/>
          </a:solidFill>
        </p:grpSpPr>
        <p:sp>
          <p:nvSpPr>
            <p:cNvPr id="103"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30"/>
          <p:cNvGrpSpPr/>
          <p:nvPr/>
        </p:nvGrpSpPr>
        <p:grpSpPr>
          <a:xfrm>
            <a:off x="4429123" y="3088954"/>
            <a:ext cx="307904" cy="1074892"/>
            <a:chOff x="2551113" y="1944688"/>
            <a:chExt cx="617538" cy="2155825"/>
          </a:xfrm>
          <a:solidFill>
            <a:schemeClr val="bg1"/>
          </a:solidFill>
        </p:grpSpPr>
        <p:sp>
          <p:nvSpPr>
            <p:cNvPr id="108" name="Freeform 17"/>
            <p:cNvSpPr>
              <a:spLocks/>
            </p:cNvSpPr>
            <p:nvPr/>
          </p:nvSpPr>
          <p:spPr bwMode="auto">
            <a:xfrm>
              <a:off x="2784476" y="2181225"/>
              <a:ext cx="171450" cy="254000"/>
            </a:xfrm>
            <a:custGeom>
              <a:avLst/>
              <a:gdLst/>
              <a:ahLst/>
              <a:cxnLst>
                <a:cxn ang="0">
                  <a:pos x="4" y="29"/>
                </a:cxn>
                <a:cxn ang="0">
                  <a:pos x="8" y="60"/>
                </a:cxn>
                <a:cxn ang="0">
                  <a:pos x="4" y="92"/>
                </a:cxn>
                <a:cxn ang="0">
                  <a:pos x="56" y="104"/>
                </a:cxn>
                <a:cxn ang="0">
                  <a:pos x="4" y="29"/>
                </a:cxn>
              </a:cxnLst>
              <a:rect l="0" t="0" r="r" b="b"/>
              <a:pathLst>
                <a:path w="72" h="107">
                  <a:moveTo>
                    <a:pt x="4" y="29"/>
                  </a:moveTo>
                  <a:cubicBezTo>
                    <a:pt x="25" y="38"/>
                    <a:pt x="1" y="49"/>
                    <a:pt x="8" y="60"/>
                  </a:cubicBezTo>
                  <a:cubicBezTo>
                    <a:pt x="15" y="70"/>
                    <a:pt x="0" y="78"/>
                    <a:pt x="4" y="92"/>
                  </a:cubicBezTo>
                  <a:cubicBezTo>
                    <a:pt x="8" y="107"/>
                    <a:pt x="40" y="106"/>
                    <a:pt x="56" y="104"/>
                  </a:cubicBezTo>
                  <a:cubicBezTo>
                    <a:pt x="72" y="103"/>
                    <a:pt x="49" y="0"/>
                    <a:pt x="4"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8"/>
            <p:cNvSpPr>
              <a:spLocks/>
            </p:cNvSpPr>
            <p:nvPr/>
          </p:nvSpPr>
          <p:spPr bwMode="auto">
            <a:xfrm>
              <a:off x="2708276" y="1944688"/>
              <a:ext cx="357188" cy="496887"/>
            </a:xfrm>
            <a:custGeom>
              <a:avLst/>
              <a:gdLst/>
              <a:ahLst/>
              <a:cxnLst>
                <a:cxn ang="0">
                  <a:pos x="12" y="36"/>
                </a:cxn>
                <a:cxn ang="0">
                  <a:pos x="105" y="61"/>
                </a:cxn>
                <a:cxn ang="0">
                  <a:pos x="124" y="101"/>
                </a:cxn>
                <a:cxn ang="0">
                  <a:pos x="132" y="141"/>
                </a:cxn>
                <a:cxn ang="0">
                  <a:pos x="121" y="186"/>
                </a:cxn>
                <a:cxn ang="0">
                  <a:pos x="74" y="202"/>
                </a:cxn>
                <a:cxn ang="0">
                  <a:pos x="30" y="87"/>
                </a:cxn>
                <a:cxn ang="0">
                  <a:pos x="12" y="36"/>
                </a:cxn>
              </a:cxnLst>
              <a:rect l="0" t="0" r="r" b="b"/>
              <a:pathLst>
                <a:path w="150" h="208">
                  <a:moveTo>
                    <a:pt x="12" y="36"/>
                  </a:moveTo>
                  <a:cubicBezTo>
                    <a:pt x="38" y="0"/>
                    <a:pt x="106" y="15"/>
                    <a:pt x="105" y="61"/>
                  </a:cubicBezTo>
                  <a:cubicBezTo>
                    <a:pt x="105" y="107"/>
                    <a:pt x="134" y="78"/>
                    <a:pt x="124" y="101"/>
                  </a:cubicBezTo>
                  <a:cubicBezTo>
                    <a:pt x="115" y="124"/>
                    <a:pt x="145" y="122"/>
                    <a:pt x="132" y="141"/>
                  </a:cubicBezTo>
                  <a:cubicBezTo>
                    <a:pt x="120" y="160"/>
                    <a:pt x="150" y="164"/>
                    <a:pt x="121" y="186"/>
                  </a:cubicBezTo>
                  <a:cubicBezTo>
                    <a:pt x="91" y="208"/>
                    <a:pt x="74" y="202"/>
                    <a:pt x="74" y="202"/>
                  </a:cubicBezTo>
                  <a:cubicBezTo>
                    <a:pt x="74" y="202"/>
                    <a:pt x="83" y="72"/>
                    <a:pt x="30" y="87"/>
                  </a:cubicBezTo>
                  <a:cubicBezTo>
                    <a:pt x="13" y="92"/>
                    <a:pt x="0" y="53"/>
                    <a:pt x="12"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9"/>
            <p:cNvSpPr>
              <a:spLocks/>
            </p:cNvSpPr>
            <p:nvPr/>
          </p:nvSpPr>
          <p:spPr bwMode="auto">
            <a:xfrm>
              <a:off x="2551113" y="1982788"/>
              <a:ext cx="617538" cy="2117725"/>
            </a:xfrm>
            <a:custGeom>
              <a:avLst/>
              <a:gdLst/>
              <a:ahLst/>
              <a:cxnLst>
                <a:cxn ang="0">
                  <a:pos x="160" y="29"/>
                </a:cxn>
                <a:cxn ang="0">
                  <a:pos x="177" y="130"/>
                </a:cxn>
                <a:cxn ang="0">
                  <a:pos x="198" y="189"/>
                </a:cxn>
                <a:cxn ang="0">
                  <a:pos x="203" y="316"/>
                </a:cxn>
                <a:cxn ang="0">
                  <a:pos x="191" y="377"/>
                </a:cxn>
                <a:cxn ang="0">
                  <a:pos x="188" y="442"/>
                </a:cxn>
                <a:cxn ang="0">
                  <a:pos x="179" y="567"/>
                </a:cxn>
                <a:cxn ang="0">
                  <a:pos x="179" y="609"/>
                </a:cxn>
                <a:cxn ang="0">
                  <a:pos x="235" y="775"/>
                </a:cxn>
                <a:cxn ang="0">
                  <a:pos x="256" y="844"/>
                </a:cxn>
                <a:cxn ang="0">
                  <a:pos x="251" y="865"/>
                </a:cxn>
                <a:cxn ang="0">
                  <a:pos x="239" y="824"/>
                </a:cxn>
                <a:cxn ang="0">
                  <a:pos x="181" y="871"/>
                </a:cxn>
                <a:cxn ang="0">
                  <a:pos x="191" y="839"/>
                </a:cxn>
                <a:cxn ang="0">
                  <a:pos x="167" y="702"/>
                </a:cxn>
                <a:cxn ang="0">
                  <a:pos x="147" y="705"/>
                </a:cxn>
                <a:cxn ang="0">
                  <a:pos x="126" y="804"/>
                </a:cxn>
                <a:cxn ang="0">
                  <a:pos x="118" y="864"/>
                </a:cxn>
                <a:cxn ang="0">
                  <a:pos x="110" y="882"/>
                </a:cxn>
                <a:cxn ang="0">
                  <a:pos x="110" y="838"/>
                </a:cxn>
                <a:cxn ang="0">
                  <a:pos x="51" y="882"/>
                </a:cxn>
                <a:cxn ang="0">
                  <a:pos x="43" y="852"/>
                </a:cxn>
                <a:cxn ang="0">
                  <a:pos x="92" y="707"/>
                </a:cxn>
                <a:cxn ang="0">
                  <a:pos x="99" y="631"/>
                </a:cxn>
                <a:cxn ang="0">
                  <a:pos x="87" y="570"/>
                </a:cxn>
                <a:cxn ang="0">
                  <a:pos x="76" y="504"/>
                </a:cxn>
                <a:cxn ang="0">
                  <a:pos x="68" y="505"/>
                </a:cxn>
                <a:cxn ang="0">
                  <a:pos x="52" y="500"/>
                </a:cxn>
                <a:cxn ang="0">
                  <a:pos x="57" y="452"/>
                </a:cxn>
                <a:cxn ang="0">
                  <a:pos x="8" y="334"/>
                </a:cxn>
                <a:cxn ang="0">
                  <a:pos x="64" y="280"/>
                </a:cxn>
                <a:cxn ang="0">
                  <a:pos x="111" y="171"/>
                </a:cxn>
                <a:cxn ang="0">
                  <a:pos x="110" y="122"/>
                </a:cxn>
                <a:cxn ang="0">
                  <a:pos x="80" y="75"/>
                </a:cxn>
                <a:cxn ang="0">
                  <a:pos x="81" y="32"/>
                </a:cxn>
              </a:cxnLst>
              <a:rect l="0" t="0" r="r" b="b"/>
              <a:pathLst>
                <a:path w="259" h="888">
                  <a:moveTo>
                    <a:pt x="117" y="0"/>
                  </a:moveTo>
                  <a:cubicBezTo>
                    <a:pt x="135" y="0"/>
                    <a:pt x="152" y="9"/>
                    <a:pt x="160" y="29"/>
                  </a:cubicBezTo>
                  <a:cubicBezTo>
                    <a:pt x="168" y="48"/>
                    <a:pt x="169" y="71"/>
                    <a:pt x="167" y="82"/>
                  </a:cubicBezTo>
                  <a:cubicBezTo>
                    <a:pt x="164" y="92"/>
                    <a:pt x="173" y="121"/>
                    <a:pt x="177" y="130"/>
                  </a:cubicBezTo>
                  <a:cubicBezTo>
                    <a:pt x="182" y="143"/>
                    <a:pt x="190" y="159"/>
                    <a:pt x="190" y="159"/>
                  </a:cubicBezTo>
                  <a:cubicBezTo>
                    <a:pt x="190" y="159"/>
                    <a:pt x="198" y="172"/>
                    <a:pt x="198" y="189"/>
                  </a:cubicBezTo>
                  <a:cubicBezTo>
                    <a:pt x="198" y="206"/>
                    <a:pt x="197" y="230"/>
                    <a:pt x="203" y="262"/>
                  </a:cubicBezTo>
                  <a:cubicBezTo>
                    <a:pt x="209" y="293"/>
                    <a:pt x="209" y="300"/>
                    <a:pt x="203" y="316"/>
                  </a:cubicBezTo>
                  <a:cubicBezTo>
                    <a:pt x="198" y="331"/>
                    <a:pt x="180" y="361"/>
                    <a:pt x="180" y="361"/>
                  </a:cubicBezTo>
                  <a:cubicBezTo>
                    <a:pt x="180" y="361"/>
                    <a:pt x="197" y="369"/>
                    <a:pt x="191" y="377"/>
                  </a:cubicBezTo>
                  <a:cubicBezTo>
                    <a:pt x="185" y="384"/>
                    <a:pt x="179" y="387"/>
                    <a:pt x="179" y="387"/>
                  </a:cubicBezTo>
                  <a:cubicBezTo>
                    <a:pt x="179" y="387"/>
                    <a:pt x="198" y="414"/>
                    <a:pt x="188" y="442"/>
                  </a:cubicBezTo>
                  <a:cubicBezTo>
                    <a:pt x="179" y="471"/>
                    <a:pt x="177" y="492"/>
                    <a:pt x="178" y="518"/>
                  </a:cubicBezTo>
                  <a:cubicBezTo>
                    <a:pt x="179" y="544"/>
                    <a:pt x="179" y="567"/>
                    <a:pt x="179" y="567"/>
                  </a:cubicBezTo>
                  <a:cubicBezTo>
                    <a:pt x="168" y="569"/>
                    <a:pt x="168" y="569"/>
                    <a:pt x="168" y="569"/>
                  </a:cubicBezTo>
                  <a:cubicBezTo>
                    <a:pt x="168" y="569"/>
                    <a:pt x="168" y="594"/>
                    <a:pt x="179" y="609"/>
                  </a:cubicBezTo>
                  <a:cubicBezTo>
                    <a:pt x="190" y="624"/>
                    <a:pt x="208" y="649"/>
                    <a:pt x="211" y="690"/>
                  </a:cubicBezTo>
                  <a:cubicBezTo>
                    <a:pt x="214" y="730"/>
                    <a:pt x="223" y="765"/>
                    <a:pt x="235" y="775"/>
                  </a:cubicBezTo>
                  <a:cubicBezTo>
                    <a:pt x="247" y="785"/>
                    <a:pt x="259" y="784"/>
                    <a:pt x="259" y="800"/>
                  </a:cubicBezTo>
                  <a:cubicBezTo>
                    <a:pt x="259" y="817"/>
                    <a:pt x="256" y="836"/>
                    <a:pt x="256" y="844"/>
                  </a:cubicBezTo>
                  <a:cubicBezTo>
                    <a:pt x="256" y="852"/>
                    <a:pt x="256" y="864"/>
                    <a:pt x="256" y="864"/>
                  </a:cubicBezTo>
                  <a:cubicBezTo>
                    <a:pt x="251" y="865"/>
                    <a:pt x="251" y="865"/>
                    <a:pt x="251" y="865"/>
                  </a:cubicBezTo>
                  <a:cubicBezTo>
                    <a:pt x="251" y="865"/>
                    <a:pt x="252" y="856"/>
                    <a:pt x="251" y="845"/>
                  </a:cubicBezTo>
                  <a:cubicBezTo>
                    <a:pt x="250" y="834"/>
                    <a:pt x="246" y="819"/>
                    <a:pt x="239" y="824"/>
                  </a:cubicBezTo>
                  <a:cubicBezTo>
                    <a:pt x="232" y="828"/>
                    <a:pt x="222" y="849"/>
                    <a:pt x="217" y="858"/>
                  </a:cubicBezTo>
                  <a:cubicBezTo>
                    <a:pt x="211" y="868"/>
                    <a:pt x="201" y="877"/>
                    <a:pt x="181" y="871"/>
                  </a:cubicBezTo>
                  <a:cubicBezTo>
                    <a:pt x="161" y="865"/>
                    <a:pt x="154" y="852"/>
                    <a:pt x="164" y="849"/>
                  </a:cubicBezTo>
                  <a:cubicBezTo>
                    <a:pt x="175" y="845"/>
                    <a:pt x="189" y="850"/>
                    <a:pt x="191" y="839"/>
                  </a:cubicBezTo>
                  <a:cubicBezTo>
                    <a:pt x="194" y="828"/>
                    <a:pt x="198" y="798"/>
                    <a:pt x="194" y="783"/>
                  </a:cubicBezTo>
                  <a:cubicBezTo>
                    <a:pt x="189" y="768"/>
                    <a:pt x="173" y="720"/>
                    <a:pt x="167" y="702"/>
                  </a:cubicBezTo>
                  <a:cubicBezTo>
                    <a:pt x="161" y="684"/>
                    <a:pt x="152" y="663"/>
                    <a:pt x="152" y="663"/>
                  </a:cubicBezTo>
                  <a:cubicBezTo>
                    <a:pt x="152" y="663"/>
                    <a:pt x="152" y="691"/>
                    <a:pt x="147" y="705"/>
                  </a:cubicBezTo>
                  <a:cubicBezTo>
                    <a:pt x="141" y="718"/>
                    <a:pt x="121" y="770"/>
                    <a:pt x="117" y="780"/>
                  </a:cubicBezTo>
                  <a:cubicBezTo>
                    <a:pt x="113" y="791"/>
                    <a:pt x="120" y="798"/>
                    <a:pt x="126" y="804"/>
                  </a:cubicBezTo>
                  <a:cubicBezTo>
                    <a:pt x="132" y="810"/>
                    <a:pt x="129" y="824"/>
                    <a:pt x="124" y="835"/>
                  </a:cubicBezTo>
                  <a:cubicBezTo>
                    <a:pt x="120" y="845"/>
                    <a:pt x="118" y="859"/>
                    <a:pt x="118" y="864"/>
                  </a:cubicBezTo>
                  <a:cubicBezTo>
                    <a:pt x="118" y="870"/>
                    <a:pt x="118" y="882"/>
                    <a:pt x="118" y="882"/>
                  </a:cubicBezTo>
                  <a:cubicBezTo>
                    <a:pt x="110" y="882"/>
                    <a:pt x="110" y="882"/>
                    <a:pt x="110" y="882"/>
                  </a:cubicBezTo>
                  <a:cubicBezTo>
                    <a:pt x="110" y="882"/>
                    <a:pt x="112" y="869"/>
                    <a:pt x="112" y="858"/>
                  </a:cubicBezTo>
                  <a:cubicBezTo>
                    <a:pt x="112" y="847"/>
                    <a:pt x="114" y="840"/>
                    <a:pt x="110" y="838"/>
                  </a:cubicBezTo>
                  <a:cubicBezTo>
                    <a:pt x="106" y="836"/>
                    <a:pt x="89" y="851"/>
                    <a:pt x="82" y="862"/>
                  </a:cubicBezTo>
                  <a:cubicBezTo>
                    <a:pt x="75" y="873"/>
                    <a:pt x="74" y="888"/>
                    <a:pt x="51" y="882"/>
                  </a:cubicBezTo>
                  <a:cubicBezTo>
                    <a:pt x="28" y="877"/>
                    <a:pt x="13" y="864"/>
                    <a:pt x="19" y="857"/>
                  </a:cubicBezTo>
                  <a:cubicBezTo>
                    <a:pt x="24" y="850"/>
                    <a:pt x="36" y="856"/>
                    <a:pt x="43" y="852"/>
                  </a:cubicBezTo>
                  <a:cubicBezTo>
                    <a:pt x="50" y="849"/>
                    <a:pt x="63" y="815"/>
                    <a:pt x="71" y="794"/>
                  </a:cubicBezTo>
                  <a:cubicBezTo>
                    <a:pt x="80" y="774"/>
                    <a:pt x="89" y="732"/>
                    <a:pt x="92" y="707"/>
                  </a:cubicBezTo>
                  <a:cubicBezTo>
                    <a:pt x="94" y="682"/>
                    <a:pt x="98" y="663"/>
                    <a:pt x="99" y="655"/>
                  </a:cubicBezTo>
                  <a:cubicBezTo>
                    <a:pt x="99" y="647"/>
                    <a:pt x="99" y="631"/>
                    <a:pt x="99" y="631"/>
                  </a:cubicBezTo>
                  <a:cubicBezTo>
                    <a:pt x="99" y="631"/>
                    <a:pt x="92" y="603"/>
                    <a:pt x="89" y="591"/>
                  </a:cubicBezTo>
                  <a:cubicBezTo>
                    <a:pt x="87" y="579"/>
                    <a:pt x="87" y="570"/>
                    <a:pt x="87" y="570"/>
                  </a:cubicBezTo>
                  <a:cubicBezTo>
                    <a:pt x="87" y="570"/>
                    <a:pt x="73" y="572"/>
                    <a:pt x="73" y="564"/>
                  </a:cubicBezTo>
                  <a:cubicBezTo>
                    <a:pt x="73" y="556"/>
                    <a:pt x="78" y="521"/>
                    <a:pt x="76" y="504"/>
                  </a:cubicBezTo>
                  <a:cubicBezTo>
                    <a:pt x="75" y="488"/>
                    <a:pt x="69" y="489"/>
                    <a:pt x="69" y="489"/>
                  </a:cubicBezTo>
                  <a:cubicBezTo>
                    <a:pt x="69" y="489"/>
                    <a:pt x="68" y="498"/>
                    <a:pt x="68" y="505"/>
                  </a:cubicBezTo>
                  <a:cubicBezTo>
                    <a:pt x="68" y="512"/>
                    <a:pt x="63" y="510"/>
                    <a:pt x="61" y="505"/>
                  </a:cubicBezTo>
                  <a:cubicBezTo>
                    <a:pt x="59" y="500"/>
                    <a:pt x="52" y="505"/>
                    <a:pt x="52" y="500"/>
                  </a:cubicBezTo>
                  <a:cubicBezTo>
                    <a:pt x="52" y="495"/>
                    <a:pt x="49" y="484"/>
                    <a:pt x="50" y="475"/>
                  </a:cubicBezTo>
                  <a:cubicBezTo>
                    <a:pt x="52" y="467"/>
                    <a:pt x="57" y="452"/>
                    <a:pt x="57" y="452"/>
                  </a:cubicBezTo>
                  <a:cubicBezTo>
                    <a:pt x="0" y="450"/>
                    <a:pt x="0" y="450"/>
                    <a:pt x="0" y="450"/>
                  </a:cubicBezTo>
                  <a:cubicBezTo>
                    <a:pt x="8" y="334"/>
                    <a:pt x="8" y="334"/>
                    <a:pt x="8" y="334"/>
                  </a:cubicBezTo>
                  <a:cubicBezTo>
                    <a:pt x="61" y="334"/>
                    <a:pt x="61" y="334"/>
                    <a:pt x="61" y="334"/>
                  </a:cubicBezTo>
                  <a:cubicBezTo>
                    <a:pt x="61" y="334"/>
                    <a:pt x="64" y="298"/>
                    <a:pt x="64" y="280"/>
                  </a:cubicBezTo>
                  <a:cubicBezTo>
                    <a:pt x="64" y="263"/>
                    <a:pt x="62" y="239"/>
                    <a:pt x="74" y="220"/>
                  </a:cubicBezTo>
                  <a:cubicBezTo>
                    <a:pt x="86" y="200"/>
                    <a:pt x="101" y="184"/>
                    <a:pt x="111" y="171"/>
                  </a:cubicBezTo>
                  <a:cubicBezTo>
                    <a:pt x="121" y="159"/>
                    <a:pt x="122" y="158"/>
                    <a:pt x="120" y="147"/>
                  </a:cubicBezTo>
                  <a:cubicBezTo>
                    <a:pt x="117" y="135"/>
                    <a:pt x="117" y="121"/>
                    <a:pt x="110" y="122"/>
                  </a:cubicBezTo>
                  <a:cubicBezTo>
                    <a:pt x="103" y="123"/>
                    <a:pt x="96" y="122"/>
                    <a:pt x="93" y="113"/>
                  </a:cubicBezTo>
                  <a:cubicBezTo>
                    <a:pt x="89" y="104"/>
                    <a:pt x="81" y="87"/>
                    <a:pt x="80" y="75"/>
                  </a:cubicBezTo>
                  <a:cubicBezTo>
                    <a:pt x="79" y="63"/>
                    <a:pt x="82" y="61"/>
                    <a:pt x="80" y="57"/>
                  </a:cubicBezTo>
                  <a:cubicBezTo>
                    <a:pt x="79" y="54"/>
                    <a:pt x="81" y="42"/>
                    <a:pt x="81" y="32"/>
                  </a:cubicBezTo>
                  <a:cubicBezTo>
                    <a:pt x="82" y="23"/>
                    <a:pt x="94" y="0"/>
                    <a:pt x="11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20"/>
            <p:cNvSpPr>
              <a:spLocks/>
            </p:cNvSpPr>
            <p:nvPr/>
          </p:nvSpPr>
          <p:spPr bwMode="auto">
            <a:xfrm>
              <a:off x="2836863" y="2252663"/>
              <a:ext cx="128588" cy="106362"/>
            </a:xfrm>
            <a:custGeom>
              <a:avLst/>
              <a:gdLst/>
              <a:ahLst/>
              <a:cxnLst>
                <a:cxn ang="0">
                  <a:pos x="51" y="0"/>
                </a:cxn>
                <a:cxn ang="0">
                  <a:pos x="54" y="10"/>
                </a:cxn>
                <a:cxn ang="0">
                  <a:pos x="0" y="45"/>
                </a:cxn>
                <a:cxn ang="0">
                  <a:pos x="4" y="22"/>
                </a:cxn>
                <a:cxn ang="0">
                  <a:pos x="29" y="5"/>
                </a:cxn>
                <a:cxn ang="0">
                  <a:pos x="51" y="0"/>
                </a:cxn>
              </a:cxnLst>
              <a:rect l="0" t="0" r="r" b="b"/>
              <a:pathLst>
                <a:path w="54" h="45">
                  <a:moveTo>
                    <a:pt x="51" y="0"/>
                  </a:moveTo>
                  <a:cubicBezTo>
                    <a:pt x="52" y="4"/>
                    <a:pt x="53" y="7"/>
                    <a:pt x="54" y="10"/>
                  </a:cubicBezTo>
                  <a:cubicBezTo>
                    <a:pt x="27" y="8"/>
                    <a:pt x="12" y="29"/>
                    <a:pt x="0" y="45"/>
                  </a:cubicBezTo>
                  <a:cubicBezTo>
                    <a:pt x="5" y="38"/>
                    <a:pt x="4" y="27"/>
                    <a:pt x="4" y="22"/>
                  </a:cubicBezTo>
                  <a:cubicBezTo>
                    <a:pt x="10" y="15"/>
                    <a:pt x="20" y="9"/>
                    <a:pt x="29" y="5"/>
                  </a:cubicBezTo>
                  <a:cubicBezTo>
                    <a:pt x="37" y="2"/>
                    <a:pt x="46" y="1"/>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31"/>
          <p:cNvGrpSpPr/>
          <p:nvPr/>
        </p:nvGrpSpPr>
        <p:grpSpPr>
          <a:xfrm>
            <a:off x="1668370" y="2590137"/>
            <a:ext cx="324108" cy="1013822"/>
            <a:chOff x="3276601" y="2190750"/>
            <a:chExt cx="719138" cy="2249487"/>
          </a:xfrm>
          <a:solidFill>
            <a:schemeClr val="bg1"/>
          </a:solidFill>
        </p:grpSpPr>
        <p:sp>
          <p:nvSpPr>
            <p:cNvPr id="113" name="Freeform 21"/>
            <p:cNvSpPr>
              <a:spLocks noEditPoints="1"/>
            </p:cNvSpPr>
            <p:nvPr/>
          </p:nvSpPr>
          <p:spPr bwMode="auto">
            <a:xfrm>
              <a:off x="3276601" y="2190750"/>
              <a:ext cx="719138" cy="2249487"/>
            </a:xfrm>
            <a:custGeom>
              <a:avLst/>
              <a:gdLst/>
              <a:ahLst/>
              <a:cxnLst>
                <a:cxn ang="0">
                  <a:pos x="251" y="190"/>
                </a:cxn>
                <a:cxn ang="0">
                  <a:pos x="270" y="402"/>
                </a:cxn>
                <a:cxn ang="0">
                  <a:pos x="269" y="482"/>
                </a:cxn>
                <a:cxn ang="0">
                  <a:pos x="265" y="515"/>
                </a:cxn>
                <a:cxn ang="0">
                  <a:pos x="299" y="661"/>
                </a:cxn>
                <a:cxn ang="0">
                  <a:pos x="224" y="700"/>
                </a:cxn>
                <a:cxn ang="0">
                  <a:pos x="231" y="519"/>
                </a:cxn>
                <a:cxn ang="0">
                  <a:pos x="231" y="481"/>
                </a:cxn>
                <a:cxn ang="0">
                  <a:pos x="224" y="161"/>
                </a:cxn>
                <a:cxn ang="0">
                  <a:pos x="179" y="29"/>
                </a:cxn>
                <a:cxn ang="0">
                  <a:pos x="182" y="91"/>
                </a:cxn>
                <a:cxn ang="0">
                  <a:pos x="163" y="120"/>
                </a:cxn>
                <a:cxn ang="0">
                  <a:pos x="218" y="159"/>
                </a:cxn>
                <a:cxn ang="0">
                  <a:pos x="224" y="489"/>
                </a:cxn>
                <a:cxn ang="0">
                  <a:pos x="215" y="490"/>
                </a:cxn>
                <a:cxn ang="0">
                  <a:pos x="217" y="521"/>
                </a:cxn>
                <a:cxn ang="0">
                  <a:pos x="224" y="700"/>
                </a:cxn>
                <a:cxn ang="0">
                  <a:pos x="210" y="700"/>
                </a:cxn>
                <a:cxn ang="0">
                  <a:pos x="203" y="819"/>
                </a:cxn>
                <a:cxn ang="0">
                  <a:pos x="210" y="898"/>
                </a:cxn>
                <a:cxn ang="0">
                  <a:pos x="161" y="903"/>
                </a:cxn>
                <a:cxn ang="0">
                  <a:pos x="150" y="845"/>
                </a:cxn>
                <a:cxn ang="0">
                  <a:pos x="152" y="754"/>
                </a:cxn>
                <a:cxn ang="0">
                  <a:pos x="129" y="554"/>
                </a:cxn>
                <a:cxn ang="0">
                  <a:pos x="105" y="597"/>
                </a:cxn>
                <a:cxn ang="0">
                  <a:pos x="80" y="798"/>
                </a:cxn>
                <a:cxn ang="0">
                  <a:pos x="85" y="832"/>
                </a:cxn>
                <a:cxn ang="0">
                  <a:pos x="70" y="893"/>
                </a:cxn>
                <a:cxn ang="0">
                  <a:pos x="25" y="938"/>
                </a:cxn>
                <a:cxn ang="0">
                  <a:pos x="31" y="861"/>
                </a:cxn>
                <a:cxn ang="0">
                  <a:pos x="28" y="815"/>
                </a:cxn>
                <a:cxn ang="0">
                  <a:pos x="24" y="645"/>
                </a:cxn>
                <a:cxn ang="0">
                  <a:pos x="25" y="469"/>
                </a:cxn>
                <a:cxn ang="0">
                  <a:pos x="16" y="440"/>
                </a:cxn>
                <a:cxn ang="0">
                  <a:pos x="6" y="361"/>
                </a:cxn>
                <a:cxn ang="0">
                  <a:pos x="18" y="208"/>
                </a:cxn>
                <a:cxn ang="0">
                  <a:pos x="101" y="142"/>
                </a:cxn>
                <a:cxn ang="0">
                  <a:pos x="104" y="96"/>
                </a:cxn>
                <a:cxn ang="0">
                  <a:pos x="92" y="65"/>
                </a:cxn>
                <a:cxn ang="0">
                  <a:pos x="97" y="29"/>
                </a:cxn>
              </a:cxnLst>
              <a:rect l="0" t="0" r="r" b="b"/>
              <a:pathLst>
                <a:path w="302" h="943">
                  <a:moveTo>
                    <a:pt x="224" y="161"/>
                  </a:moveTo>
                  <a:cubicBezTo>
                    <a:pt x="239" y="166"/>
                    <a:pt x="251" y="170"/>
                    <a:pt x="251" y="190"/>
                  </a:cubicBezTo>
                  <a:cubicBezTo>
                    <a:pt x="252" y="213"/>
                    <a:pt x="254" y="258"/>
                    <a:pt x="257" y="288"/>
                  </a:cubicBezTo>
                  <a:cubicBezTo>
                    <a:pt x="260" y="318"/>
                    <a:pt x="269" y="382"/>
                    <a:pt x="270" y="402"/>
                  </a:cubicBezTo>
                  <a:cubicBezTo>
                    <a:pt x="270" y="422"/>
                    <a:pt x="273" y="465"/>
                    <a:pt x="272" y="470"/>
                  </a:cubicBezTo>
                  <a:cubicBezTo>
                    <a:pt x="272" y="475"/>
                    <a:pt x="268" y="474"/>
                    <a:pt x="269" y="482"/>
                  </a:cubicBezTo>
                  <a:cubicBezTo>
                    <a:pt x="271" y="490"/>
                    <a:pt x="271" y="498"/>
                    <a:pt x="267" y="503"/>
                  </a:cubicBezTo>
                  <a:cubicBezTo>
                    <a:pt x="262" y="509"/>
                    <a:pt x="265" y="515"/>
                    <a:pt x="265" y="515"/>
                  </a:cubicBezTo>
                  <a:cubicBezTo>
                    <a:pt x="302" y="514"/>
                    <a:pt x="302" y="514"/>
                    <a:pt x="302" y="514"/>
                  </a:cubicBezTo>
                  <a:cubicBezTo>
                    <a:pt x="299" y="661"/>
                    <a:pt x="299" y="661"/>
                    <a:pt x="299" y="661"/>
                  </a:cubicBezTo>
                  <a:cubicBezTo>
                    <a:pt x="241" y="707"/>
                    <a:pt x="241" y="707"/>
                    <a:pt x="241" y="707"/>
                  </a:cubicBezTo>
                  <a:cubicBezTo>
                    <a:pt x="241" y="707"/>
                    <a:pt x="232" y="701"/>
                    <a:pt x="224" y="700"/>
                  </a:cubicBezTo>
                  <a:cubicBezTo>
                    <a:pt x="224" y="520"/>
                    <a:pt x="224" y="520"/>
                    <a:pt x="224" y="520"/>
                  </a:cubicBezTo>
                  <a:cubicBezTo>
                    <a:pt x="231" y="519"/>
                    <a:pt x="231" y="519"/>
                    <a:pt x="231" y="519"/>
                  </a:cubicBezTo>
                  <a:cubicBezTo>
                    <a:pt x="231" y="519"/>
                    <a:pt x="229" y="509"/>
                    <a:pt x="231" y="502"/>
                  </a:cubicBezTo>
                  <a:cubicBezTo>
                    <a:pt x="234" y="495"/>
                    <a:pt x="233" y="488"/>
                    <a:pt x="231" y="481"/>
                  </a:cubicBezTo>
                  <a:cubicBezTo>
                    <a:pt x="231" y="481"/>
                    <a:pt x="229" y="488"/>
                    <a:pt x="224" y="489"/>
                  </a:cubicBezTo>
                  <a:lnTo>
                    <a:pt x="224" y="161"/>
                  </a:lnTo>
                  <a:close/>
                  <a:moveTo>
                    <a:pt x="142" y="0"/>
                  </a:moveTo>
                  <a:cubicBezTo>
                    <a:pt x="158" y="0"/>
                    <a:pt x="177" y="12"/>
                    <a:pt x="179" y="29"/>
                  </a:cubicBezTo>
                  <a:cubicBezTo>
                    <a:pt x="182" y="46"/>
                    <a:pt x="180" y="70"/>
                    <a:pt x="180" y="70"/>
                  </a:cubicBezTo>
                  <a:cubicBezTo>
                    <a:pt x="180" y="70"/>
                    <a:pt x="186" y="82"/>
                    <a:pt x="182" y="91"/>
                  </a:cubicBezTo>
                  <a:cubicBezTo>
                    <a:pt x="177" y="100"/>
                    <a:pt x="166" y="98"/>
                    <a:pt x="166" y="98"/>
                  </a:cubicBezTo>
                  <a:cubicBezTo>
                    <a:pt x="166" y="98"/>
                    <a:pt x="163" y="112"/>
                    <a:pt x="163" y="120"/>
                  </a:cubicBezTo>
                  <a:cubicBezTo>
                    <a:pt x="163" y="128"/>
                    <a:pt x="164" y="134"/>
                    <a:pt x="170" y="139"/>
                  </a:cubicBezTo>
                  <a:cubicBezTo>
                    <a:pt x="176" y="144"/>
                    <a:pt x="200" y="154"/>
                    <a:pt x="218" y="159"/>
                  </a:cubicBezTo>
                  <a:cubicBezTo>
                    <a:pt x="220" y="160"/>
                    <a:pt x="222" y="160"/>
                    <a:pt x="224" y="161"/>
                  </a:cubicBezTo>
                  <a:cubicBezTo>
                    <a:pt x="224" y="489"/>
                    <a:pt x="224" y="489"/>
                    <a:pt x="224" y="489"/>
                  </a:cubicBezTo>
                  <a:cubicBezTo>
                    <a:pt x="224" y="489"/>
                    <a:pt x="223" y="489"/>
                    <a:pt x="223" y="489"/>
                  </a:cubicBezTo>
                  <a:cubicBezTo>
                    <a:pt x="218" y="489"/>
                    <a:pt x="215" y="490"/>
                    <a:pt x="215" y="490"/>
                  </a:cubicBezTo>
                  <a:cubicBezTo>
                    <a:pt x="215" y="490"/>
                    <a:pt x="218" y="498"/>
                    <a:pt x="218" y="506"/>
                  </a:cubicBezTo>
                  <a:cubicBezTo>
                    <a:pt x="218" y="513"/>
                    <a:pt x="217" y="521"/>
                    <a:pt x="217" y="521"/>
                  </a:cubicBezTo>
                  <a:cubicBezTo>
                    <a:pt x="224" y="520"/>
                    <a:pt x="224" y="520"/>
                    <a:pt x="224" y="520"/>
                  </a:cubicBezTo>
                  <a:cubicBezTo>
                    <a:pt x="224" y="700"/>
                    <a:pt x="224" y="700"/>
                    <a:pt x="224" y="700"/>
                  </a:cubicBezTo>
                  <a:cubicBezTo>
                    <a:pt x="224" y="700"/>
                    <a:pt x="223" y="700"/>
                    <a:pt x="222" y="700"/>
                  </a:cubicBezTo>
                  <a:cubicBezTo>
                    <a:pt x="214" y="700"/>
                    <a:pt x="210" y="700"/>
                    <a:pt x="210" y="700"/>
                  </a:cubicBezTo>
                  <a:cubicBezTo>
                    <a:pt x="210" y="700"/>
                    <a:pt x="212" y="744"/>
                    <a:pt x="212" y="761"/>
                  </a:cubicBezTo>
                  <a:cubicBezTo>
                    <a:pt x="212" y="779"/>
                    <a:pt x="211" y="806"/>
                    <a:pt x="203" y="819"/>
                  </a:cubicBezTo>
                  <a:cubicBezTo>
                    <a:pt x="195" y="832"/>
                    <a:pt x="194" y="836"/>
                    <a:pt x="194" y="847"/>
                  </a:cubicBezTo>
                  <a:cubicBezTo>
                    <a:pt x="194" y="858"/>
                    <a:pt x="211" y="888"/>
                    <a:pt x="210" y="898"/>
                  </a:cubicBezTo>
                  <a:cubicBezTo>
                    <a:pt x="209" y="908"/>
                    <a:pt x="207" y="924"/>
                    <a:pt x="190" y="924"/>
                  </a:cubicBezTo>
                  <a:cubicBezTo>
                    <a:pt x="173" y="923"/>
                    <a:pt x="161" y="917"/>
                    <a:pt x="161" y="903"/>
                  </a:cubicBezTo>
                  <a:cubicBezTo>
                    <a:pt x="161" y="889"/>
                    <a:pt x="163" y="880"/>
                    <a:pt x="157" y="875"/>
                  </a:cubicBezTo>
                  <a:cubicBezTo>
                    <a:pt x="151" y="870"/>
                    <a:pt x="160" y="858"/>
                    <a:pt x="150" y="845"/>
                  </a:cubicBezTo>
                  <a:cubicBezTo>
                    <a:pt x="141" y="832"/>
                    <a:pt x="151" y="830"/>
                    <a:pt x="149" y="818"/>
                  </a:cubicBezTo>
                  <a:cubicBezTo>
                    <a:pt x="146" y="806"/>
                    <a:pt x="151" y="769"/>
                    <a:pt x="152" y="754"/>
                  </a:cubicBezTo>
                  <a:cubicBezTo>
                    <a:pt x="153" y="739"/>
                    <a:pt x="150" y="722"/>
                    <a:pt x="143" y="659"/>
                  </a:cubicBezTo>
                  <a:cubicBezTo>
                    <a:pt x="135" y="596"/>
                    <a:pt x="131" y="568"/>
                    <a:pt x="129" y="554"/>
                  </a:cubicBezTo>
                  <a:cubicBezTo>
                    <a:pt x="127" y="541"/>
                    <a:pt x="123" y="523"/>
                    <a:pt x="123" y="523"/>
                  </a:cubicBezTo>
                  <a:cubicBezTo>
                    <a:pt x="123" y="523"/>
                    <a:pt x="113" y="582"/>
                    <a:pt x="105" y="597"/>
                  </a:cubicBezTo>
                  <a:cubicBezTo>
                    <a:pt x="97" y="612"/>
                    <a:pt x="88" y="685"/>
                    <a:pt x="86" y="706"/>
                  </a:cubicBezTo>
                  <a:cubicBezTo>
                    <a:pt x="83" y="728"/>
                    <a:pt x="85" y="791"/>
                    <a:pt x="80" y="798"/>
                  </a:cubicBezTo>
                  <a:cubicBezTo>
                    <a:pt x="75" y="804"/>
                    <a:pt x="72" y="813"/>
                    <a:pt x="72" y="813"/>
                  </a:cubicBezTo>
                  <a:cubicBezTo>
                    <a:pt x="72" y="813"/>
                    <a:pt x="85" y="821"/>
                    <a:pt x="85" y="832"/>
                  </a:cubicBezTo>
                  <a:cubicBezTo>
                    <a:pt x="85" y="842"/>
                    <a:pt x="76" y="851"/>
                    <a:pt x="76" y="865"/>
                  </a:cubicBezTo>
                  <a:cubicBezTo>
                    <a:pt x="77" y="878"/>
                    <a:pt x="75" y="890"/>
                    <a:pt x="70" y="893"/>
                  </a:cubicBezTo>
                  <a:cubicBezTo>
                    <a:pt x="64" y="896"/>
                    <a:pt x="65" y="920"/>
                    <a:pt x="58" y="928"/>
                  </a:cubicBezTo>
                  <a:cubicBezTo>
                    <a:pt x="51" y="936"/>
                    <a:pt x="39" y="943"/>
                    <a:pt x="25" y="938"/>
                  </a:cubicBezTo>
                  <a:cubicBezTo>
                    <a:pt x="11" y="934"/>
                    <a:pt x="11" y="916"/>
                    <a:pt x="18" y="898"/>
                  </a:cubicBezTo>
                  <a:cubicBezTo>
                    <a:pt x="25" y="880"/>
                    <a:pt x="33" y="868"/>
                    <a:pt x="31" y="861"/>
                  </a:cubicBezTo>
                  <a:cubicBezTo>
                    <a:pt x="28" y="854"/>
                    <a:pt x="26" y="843"/>
                    <a:pt x="33" y="836"/>
                  </a:cubicBezTo>
                  <a:cubicBezTo>
                    <a:pt x="40" y="829"/>
                    <a:pt x="32" y="821"/>
                    <a:pt x="28" y="815"/>
                  </a:cubicBezTo>
                  <a:cubicBezTo>
                    <a:pt x="23" y="809"/>
                    <a:pt x="24" y="780"/>
                    <a:pt x="24" y="765"/>
                  </a:cubicBezTo>
                  <a:cubicBezTo>
                    <a:pt x="23" y="750"/>
                    <a:pt x="25" y="673"/>
                    <a:pt x="24" y="645"/>
                  </a:cubicBezTo>
                  <a:cubicBezTo>
                    <a:pt x="23" y="617"/>
                    <a:pt x="21" y="533"/>
                    <a:pt x="25" y="510"/>
                  </a:cubicBezTo>
                  <a:cubicBezTo>
                    <a:pt x="29" y="487"/>
                    <a:pt x="25" y="469"/>
                    <a:pt x="25" y="469"/>
                  </a:cubicBezTo>
                  <a:cubicBezTo>
                    <a:pt x="25" y="469"/>
                    <a:pt x="16" y="474"/>
                    <a:pt x="16" y="465"/>
                  </a:cubicBezTo>
                  <a:cubicBezTo>
                    <a:pt x="16" y="457"/>
                    <a:pt x="20" y="455"/>
                    <a:pt x="16" y="440"/>
                  </a:cubicBezTo>
                  <a:cubicBezTo>
                    <a:pt x="12" y="425"/>
                    <a:pt x="11" y="410"/>
                    <a:pt x="6" y="399"/>
                  </a:cubicBezTo>
                  <a:cubicBezTo>
                    <a:pt x="1" y="387"/>
                    <a:pt x="0" y="367"/>
                    <a:pt x="6" y="361"/>
                  </a:cubicBezTo>
                  <a:cubicBezTo>
                    <a:pt x="12" y="355"/>
                    <a:pt x="3" y="321"/>
                    <a:pt x="9" y="296"/>
                  </a:cubicBezTo>
                  <a:cubicBezTo>
                    <a:pt x="14" y="270"/>
                    <a:pt x="17" y="230"/>
                    <a:pt x="18" y="208"/>
                  </a:cubicBezTo>
                  <a:cubicBezTo>
                    <a:pt x="18" y="186"/>
                    <a:pt x="19" y="170"/>
                    <a:pt x="48" y="163"/>
                  </a:cubicBezTo>
                  <a:cubicBezTo>
                    <a:pt x="76" y="156"/>
                    <a:pt x="97" y="148"/>
                    <a:pt x="101" y="142"/>
                  </a:cubicBezTo>
                  <a:cubicBezTo>
                    <a:pt x="105" y="136"/>
                    <a:pt x="107" y="120"/>
                    <a:pt x="106" y="113"/>
                  </a:cubicBezTo>
                  <a:cubicBezTo>
                    <a:pt x="105" y="106"/>
                    <a:pt x="104" y="100"/>
                    <a:pt x="104" y="96"/>
                  </a:cubicBezTo>
                  <a:cubicBezTo>
                    <a:pt x="104" y="92"/>
                    <a:pt x="96" y="98"/>
                    <a:pt x="94" y="90"/>
                  </a:cubicBezTo>
                  <a:cubicBezTo>
                    <a:pt x="92" y="83"/>
                    <a:pt x="91" y="66"/>
                    <a:pt x="92" y="65"/>
                  </a:cubicBezTo>
                  <a:cubicBezTo>
                    <a:pt x="94" y="63"/>
                    <a:pt x="95" y="64"/>
                    <a:pt x="97" y="64"/>
                  </a:cubicBezTo>
                  <a:cubicBezTo>
                    <a:pt x="96" y="61"/>
                    <a:pt x="95" y="46"/>
                    <a:pt x="97" y="29"/>
                  </a:cubicBezTo>
                  <a:cubicBezTo>
                    <a:pt x="98" y="14"/>
                    <a:pt x="113" y="1"/>
                    <a:pt x="14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22"/>
            <p:cNvSpPr>
              <a:spLocks/>
            </p:cNvSpPr>
            <p:nvPr/>
          </p:nvSpPr>
          <p:spPr bwMode="auto">
            <a:xfrm>
              <a:off x="3309938" y="3201988"/>
              <a:ext cx="76200" cy="76200"/>
            </a:xfrm>
            <a:custGeom>
              <a:avLst/>
              <a:gdLst/>
              <a:ahLst/>
              <a:cxnLst>
                <a:cxn ang="0">
                  <a:pos x="7" y="32"/>
                </a:cxn>
                <a:cxn ang="0">
                  <a:pos x="7" y="10"/>
                </a:cxn>
                <a:cxn ang="0">
                  <a:pos x="32" y="8"/>
                </a:cxn>
                <a:cxn ang="0">
                  <a:pos x="13" y="13"/>
                </a:cxn>
                <a:cxn ang="0">
                  <a:pos x="7" y="32"/>
                </a:cxn>
              </a:cxnLst>
              <a:rect l="0" t="0" r="r" b="b"/>
              <a:pathLst>
                <a:path w="32" h="32">
                  <a:moveTo>
                    <a:pt x="7" y="32"/>
                  </a:moveTo>
                  <a:cubicBezTo>
                    <a:pt x="7" y="32"/>
                    <a:pt x="0" y="20"/>
                    <a:pt x="7" y="10"/>
                  </a:cubicBezTo>
                  <a:cubicBezTo>
                    <a:pt x="15" y="0"/>
                    <a:pt x="32" y="8"/>
                    <a:pt x="32" y="8"/>
                  </a:cubicBezTo>
                  <a:cubicBezTo>
                    <a:pt x="32" y="8"/>
                    <a:pt x="20" y="8"/>
                    <a:pt x="13" y="13"/>
                  </a:cubicBezTo>
                  <a:cubicBezTo>
                    <a:pt x="7" y="18"/>
                    <a:pt x="9" y="22"/>
                    <a:pt x="7"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23"/>
            <p:cNvSpPr>
              <a:spLocks/>
            </p:cNvSpPr>
            <p:nvPr/>
          </p:nvSpPr>
          <p:spPr bwMode="auto">
            <a:xfrm>
              <a:off x="3827463" y="3302000"/>
              <a:ext cx="90488" cy="30162"/>
            </a:xfrm>
            <a:custGeom>
              <a:avLst/>
              <a:gdLst/>
              <a:ahLst/>
              <a:cxnLst>
                <a:cxn ang="0">
                  <a:pos x="0" y="12"/>
                </a:cxn>
                <a:cxn ang="0">
                  <a:pos x="18" y="0"/>
                </a:cxn>
                <a:cxn ang="0">
                  <a:pos x="38" y="13"/>
                </a:cxn>
                <a:cxn ang="0">
                  <a:pos x="17" y="6"/>
                </a:cxn>
                <a:cxn ang="0">
                  <a:pos x="0" y="12"/>
                </a:cxn>
              </a:cxnLst>
              <a:rect l="0" t="0" r="r" b="b"/>
              <a:pathLst>
                <a:path w="38" h="13">
                  <a:moveTo>
                    <a:pt x="0" y="12"/>
                  </a:moveTo>
                  <a:cubicBezTo>
                    <a:pt x="0" y="12"/>
                    <a:pt x="0" y="0"/>
                    <a:pt x="18" y="0"/>
                  </a:cubicBezTo>
                  <a:cubicBezTo>
                    <a:pt x="35" y="0"/>
                    <a:pt x="38" y="13"/>
                    <a:pt x="38" y="13"/>
                  </a:cubicBezTo>
                  <a:cubicBezTo>
                    <a:pt x="38" y="13"/>
                    <a:pt x="29" y="6"/>
                    <a:pt x="17" y="6"/>
                  </a:cubicBezTo>
                  <a:cubicBezTo>
                    <a:pt x="6" y="7"/>
                    <a:pt x="6" y="7"/>
                    <a:pt x="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24"/>
            <p:cNvSpPr>
              <a:spLocks/>
            </p:cNvSpPr>
            <p:nvPr/>
          </p:nvSpPr>
          <p:spPr bwMode="auto">
            <a:xfrm>
              <a:off x="3435351" y="2500313"/>
              <a:ext cx="241300" cy="627062"/>
            </a:xfrm>
            <a:custGeom>
              <a:avLst/>
              <a:gdLst/>
              <a:ahLst/>
              <a:cxnLst>
                <a:cxn ang="0">
                  <a:pos x="97" y="0"/>
                </a:cxn>
                <a:cxn ang="0">
                  <a:pos x="101" y="7"/>
                </a:cxn>
                <a:cxn ang="0">
                  <a:pos x="87" y="123"/>
                </a:cxn>
                <a:cxn ang="0">
                  <a:pos x="92" y="262"/>
                </a:cxn>
                <a:cxn ang="0">
                  <a:pos x="64" y="263"/>
                </a:cxn>
                <a:cxn ang="0">
                  <a:pos x="0" y="250"/>
                </a:cxn>
                <a:cxn ang="0">
                  <a:pos x="13" y="220"/>
                </a:cxn>
                <a:cxn ang="0">
                  <a:pos x="32" y="69"/>
                </a:cxn>
                <a:cxn ang="0">
                  <a:pos x="32" y="14"/>
                </a:cxn>
                <a:cxn ang="0">
                  <a:pos x="34" y="12"/>
                </a:cxn>
                <a:cxn ang="0">
                  <a:pos x="37" y="3"/>
                </a:cxn>
                <a:cxn ang="0">
                  <a:pos x="69" y="29"/>
                </a:cxn>
                <a:cxn ang="0">
                  <a:pos x="97" y="0"/>
                </a:cxn>
              </a:cxnLst>
              <a:rect l="0" t="0" r="r" b="b"/>
              <a:pathLst>
                <a:path w="101" h="263">
                  <a:moveTo>
                    <a:pt x="97" y="0"/>
                  </a:moveTo>
                  <a:cubicBezTo>
                    <a:pt x="98" y="2"/>
                    <a:pt x="99" y="4"/>
                    <a:pt x="101" y="7"/>
                  </a:cubicBezTo>
                  <a:cubicBezTo>
                    <a:pt x="98" y="26"/>
                    <a:pt x="90" y="82"/>
                    <a:pt x="87" y="123"/>
                  </a:cubicBezTo>
                  <a:cubicBezTo>
                    <a:pt x="83" y="171"/>
                    <a:pt x="92" y="262"/>
                    <a:pt x="92" y="262"/>
                  </a:cubicBezTo>
                  <a:cubicBezTo>
                    <a:pt x="92" y="262"/>
                    <a:pt x="85" y="263"/>
                    <a:pt x="64" y="263"/>
                  </a:cubicBezTo>
                  <a:cubicBezTo>
                    <a:pt x="43" y="263"/>
                    <a:pt x="0" y="250"/>
                    <a:pt x="0" y="250"/>
                  </a:cubicBezTo>
                  <a:cubicBezTo>
                    <a:pt x="0" y="250"/>
                    <a:pt x="7" y="237"/>
                    <a:pt x="13" y="220"/>
                  </a:cubicBezTo>
                  <a:cubicBezTo>
                    <a:pt x="19" y="204"/>
                    <a:pt x="29" y="131"/>
                    <a:pt x="32" y="69"/>
                  </a:cubicBezTo>
                  <a:cubicBezTo>
                    <a:pt x="34" y="38"/>
                    <a:pt x="34" y="23"/>
                    <a:pt x="32" y="14"/>
                  </a:cubicBezTo>
                  <a:cubicBezTo>
                    <a:pt x="33" y="13"/>
                    <a:pt x="34" y="12"/>
                    <a:pt x="34" y="12"/>
                  </a:cubicBezTo>
                  <a:cubicBezTo>
                    <a:pt x="35" y="10"/>
                    <a:pt x="37" y="7"/>
                    <a:pt x="37" y="3"/>
                  </a:cubicBezTo>
                  <a:cubicBezTo>
                    <a:pt x="44" y="16"/>
                    <a:pt x="60" y="29"/>
                    <a:pt x="69" y="29"/>
                  </a:cubicBezTo>
                  <a:cubicBezTo>
                    <a:pt x="79" y="29"/>
                    <a:pt x="91" y="10"/>
                    <a:pt x="9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25"/>
            <p:cNvSpPr>
              <a:spLocks/>
            </p:cNvSpPr>
            <p:nvPr/>
          </p:nvSpPr>
          <p:spPr bwMode="auto">
            <a:xfrm>
              <a:off x="3548063" y="2576513"/>
              <a:ext cx="96838" cy="617537"/>
            </a:xfrm>
            <a:custGeom>
              <a:avLst/>
              <a:gdLst/>
              <a:ahLst/>
              <a:cxnLst>
                <a:cxn ang="0">
                  <a:pos x="0" y="11"/>
                </a:cxn>
                <a:cxn ang="0">
                  <a:pos x="20" y="0"/>
                </a:cxn>
                <a:cxn ang="0">
                  <a:pos x="41" y="11"/>
                </a:cxn>
                <a:cxn ang="0">
                  <a:pos x="27" y="18"/>
                </a:cxn>
                <a:cxn ang="0">
                  <a:pos x="33" y="107"/>
                </a:cxn>
                <a:cxn ang="0">
                  <a:pos x="32" y="238"/>
                </a:cxn>
                <a:cxn ang="0">
                  <a:pos x="15" y="239"/>
                </a:cxn>
                <a:cxn ang="0">
                  <a:pos x="14" y="89"/>
                </a:cxn>
                <a:cxn ang="0">
                  <a:pos x="15" y="18"/>
                </a:cxn>
                <a:cxn ang="0">
                  <a:pos x="0" y="11"/>
                </a:cxn>
              </a:cxnLst>
              <a:rect l="0" t="0" r="r" b="b"/>
              <a:pathLst>
                <a:path w="41" h="259">
                  <a:moveTo>
                    <a:pt x="0" y="11"/>
                  </a:moveTo>
                  <a:cubicBezTo>
                    <a:pt x="0" y="11"/>
                    <a:pt x="7" y="0"/>
                    <a:pt x="20" y="0"/>
                  </a:cubicBezTo>
                  <a:cubicBezTo>
                    <a:pt x="33" y="0"/>
                    <a:pt x="41" y="11"/>
                    <a:pt x="41" y="11"/>
                  </a:cubicBezTo>
                  <a:cubicBezTo>
                    <a:pt x="41" y="11"/>
                    <a:pt x="27" y="8"/>
                    <a:pt x="27" y="18"/>
                  </a:cubicBezTo>
                  <a:cubicBezTo>
                    <a:pt x="28" y="27"/>
                    <a:pt x="33" y="76"/>
                    <a:pt x="33" y="107"/>
                  </a:cubicBezTo>
                  <a:cubicBezTo>
                    <a:pt x="33" y="139"/>
                    <a:pt x="35" y="222"/>
                    <a:pt x="32" y="238"/>
                  </a:cubicBezTo>
                  <a:cubicBezTo>
                    <a:pt x="28" y="253"/>
                    <a:pt x="17" y="259"/>
                    <a:pt x="15" y="239"/>
                  </a:cubicBezTo>
                  <a:cubicBezTo>
                    <a:pt x="12" y="219"/>
                    <a:pt x="13" y="110"/>
                    <a:pt x="14" y="89"/>
                  </a:cubicBezTo>
                  <a:cubicBezTo>
                    <a:pt x="14" y="68"/>
                    <a:pt x="18" y="24"/>
                    <a:pt x="15" y="18"/>
                  </a:cubicBezTo>
                  <a:cubicBezTo>
                    <a:pt x="13" y="12"/>
                    <a:pt x="7" y="8"/>
                    <a:pt x="0"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ppt_x"/>
                                          </p:val>
                                        </p:tav>
                                        <p:tav tm="100000">
                                          <p:val>
                                            <p:strVal val="#ppt_x"/>
                                          </p:val>
                                        </p:tav>
                                      </p:tavLst>
                                    </p:anim>
                                    <p:anim calcmode="lin" valueType="num">
                                      <p:cBhvr additive="base">
                                        <p:cTn id="8" dur="500" fill="hold"/>
                                        <p:tgtEl>
                                          <p:spTgt spid="4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81"/>
                                        </p:tgtEl>
                                        <p:attrNameLst>
                                          <p:attrName>style.visibility</p:attrName>
                                        </p:attrNameLst>
                                      </p:cBhvr>
                                      <p:to>
                                        <p:strVal val="visible"/>
                                      </p:to>
                                    </p:set>
                                    <p:animEffect transition="in" filter="wipe(up)">
                                      <p:cBhvr>
                                        <p:cTn id="17" dur="500"/>
                                        <p:tgtEl>
                                          <p:spTgt spid="81"/>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ipe(down)">
                                      <p:cBhvr>
                                        <p:cTn id="21" dur="500"/>
                                        <p:tgtEl>
                                          <p:spTgt spid="19"/>
                                        </p:tgtEl>
                                      </p:cBhvr>
                                    </p:animEffect>
                                  </p:childTnLst>
                                </p:cTn>
                              </p:par>
                            </p:childTnLst>
                          </p:cTn>
                        </p:par>
                        <p:par>
                          <p:cTn id="22" fill="hold">
                            <p:stCondLst>
                              <p:cond delay="20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ppt_x"/>
                                          </p:val>
                                        </p:tav>
                                        <p:tav tm="100000">
                                          <p:val>
                                            <p:strVal val="#ppt_x"/>
                                          </p:val>
                                        </p:tav>
                                      </p:tavLst>
                                    </p:anim>
                                    <p:anim calcmode="lin" valueType="num">
                                      <p:cBhvr additive="base">
                                        <p:cTn id="26" dur="500" fill="hold"/>
                                        <p:tgtEl>
                                          <p:spTgt spid="45"/>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2" presetClass="entr" presetSubtype="1" accel="50000" decel="50000"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0-#ppt_h/2"/>
                                          </p:val>
                                        </p:tav>
                                        <p:tav tm="100000">
                                          <p:val>
                                            <p:strVal val="#ppt_y"/>
                                          </p:val>
                                        </p:tav>
                                      </p:tavLst>
                                    </p:anim>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89"/>
                                        </p:tgtEl>
                                        <p:attrNameLst>
                                          <p:attrName>style.visibility</p:attrName>
                                        </p:attrNameLst>
                                      </p:cBhvr>
                                      <p:to>
                                        <p:strVal val="visible"/>
                                      </p:to>
                                    </p:set>
                                    <p:animEffect transition="in" filter="wipe(up)">
                                      <p:cBhvr>
                                        <p:cTn id="35" dur="500"/>
                                        <p:tgtEl>
                                          <p:spTgt spid="89"/>
                                        </p:tgtEl>
                                      </p:cBhvr>
                                    </p:animEffect>
                                  </p:childTnLst>
                                </p:cTn>
                              </p:par>
                            </p:childTnLst>
                          </p:cTn>
                        </p:par>
                        <p:par>
                          <p:cTn id="36" fill="hold">
                            <p:stCondLst>
                              <p:cond delay="3500"/>
                            </p:stCondLst>
                            <p:childTnLst>
                              <p:par>
                                <p:cTn id="37" presetID="22" presetClass="entr" presetSubtype="4" fill="hold"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wipe(down)">
                                      <p:cBhvr>
                                        <p:cTn id="39" dur="500"/>
                                        <p:tgtEl>
                                          <p:spTgt spid="15"/>
                                        </p:tgtEl>
                                      </p:cBhvr>
                                    </p:animEffect>
                                  </p:childTnLst>
                                </p:cTn>
                              </p:par>
                            </p:childTnLst>
                          </p:cTn>
                        </p:par>
                        <p:par>
                          <p:cTn id="40" fill="hold">
                            <p:stCondLst>
                              <p:cond delay="4000"/>
                            </p:stCondLst>
                            <p:childTnLst>
                              <p:par>
                                <p:cTn id="41" presetID="2" presetClass="entr" presetSubtype="4" accel="50000" decel="50000" fill="hold" grpId="0" nodeType="after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ppt_x"/>
                                          </p:val>
                                        </p:tav>
                                        <p:tav tm="100000">
                                          <p:val>
                                            <p:strVal val="#ppt_x"/>
                                          </p:val>
                                        </p:tav>
                                      </p:tavLst>
                                    </p:anim>
                                    <p:anim calcmode="lin" valueType="num">
                                      <p:cBhvr additive="base">
                                        <p:cTn id="44" dur="500" fill="hold"/>
                                        <p:tgtEl>
                                          <p:spTgt spid="5"/>
                                        </p:tgtEl>
                                        <p:attrNameLst>
                                          <p:attrName>ppt_y</p:attrName>
                                        </p:attrNameLst>
                                      </p:cBhvr>
                                      <p:tavLst>
                                        <p:tav tm="0">
                                          <p:val>
                                            <p:strVal val="1+#ppt_h/2"/>
                                          </p:val>
                                        </p:tav>
                                        <p:tav tm="100000">
                                          <p:val>
                                            <p:strVal val="#ppt_y"/>
                                          </p:val>
                                        </p:tav>
                                      </p:tavLst>
                                    </p:anim>
                                  </p:childTnLst>
                                </p:cTn>
                              </p:par>
                            </p:childTnLst>
                          </p:cTn>
                        </p:par>
                        <p:par>
                          <p:cTn id="45" fill="hold">
                            <p:stCondLst>
                              <p:cond delay="4500"/>
                            </p:stCondLst>
                            <p:childTnLst>
                              <p:par>
                                <p:cTn id="46" presetID="2" presetClass="entr" presetSubtype="1" accel="50000" decel="50000" fill="hold" nodeType="afterEffect">
                                  <p:stCondLst>
                                    <p:cond delay="0"/>
                                  </p:stCondLst>
                                  <p:childTnLst>
                                    <p:set>
                                      <p:cBhvr>
                                        <p:cTn id="47" dur="1" fill="hold">
                                          <p:stCondLst>
                                            <p:cond delay="0"/>
                                          </p:stCondLst>
                                        </p:cTn>
                                        <p:tgtEl>
                                          <p:spTgt spid="4"/>
                                        </p:tgtEl>
                                        <p:attrNameLst>
                                          <p:attrName>style.visibility</p:attrName>
                                        </p:attrNameLst>
                                      </p:cBhvr>
                                      <p:to>
                                        <p:strVal val="visible"/>
                                      </p:to>
                                    </p:set>
                                    <p:anim calcmode="lin" valueType="num">
                                      <p:cBhvr additive="base">
                                        <p:cTn id="48" dur="500" fill="hold"/>
                                        <p:tgtEl>
                                          <p:spTgt spid="4"/>
                                        </p:tgtEl>
                                        <p:attrNameLst>
                                          <p:attrName>ppt_x</p:attrName>
                                        </p:attrNameLst>
                                      </p:cBhvr>
                                      <p:tavLst>
                                        <p:tav tm="0">
                                          <p:val>
                                            <p:strVal val="#ppt_x"/>
                                          </p:val>
                                        </p:tav>
                                        <p:tav tm="100000">
                                          <p:val>
                                            <p:strVal val="#ppt_x"/>
                                          </p:val>
                                        </p:tav>
                                      </p:tavLst>
                                    </p:anim>
                                    <p:anim calcmode="lin" valueType="num">
                                      <p:cBhvr additive="base">
                                        <p:cTn id="49" dur="500" fill="hold"/>
                                        <p:tgtEl>
                                          <p:spTgt spid="4"/>
                                        </p:tgtEl>
                                        <p:attrNameLst>
                                          <p:attrName>ppt_y</p:attrName>
                                        </p:attrNameLst>
                                      </p:cBhvr>
                                      <p:tavLst>
                                        <p:tav tm="0">
                                          <p:val>
                                            <p:strVal val="0-#ppt_h/2"/>
                                          </p:val>
                                        </p:tav>
                                        <p:tav tm="100000">
                                          <p:val>
                                            <p:strVal val="#ppt_y"/>
                                          </p:val>
                                        </p:tav>
                                      </p:tavLst>
                                    </p:anim>
                                  </p:childTnLst>
                                </p:cTn>
                              </p:par>
                            </p:childTnLst>
                          </p:cTn>
                        </p:par>
                        <p:par>
                          <p:cTn id="50" fill="hold">
                            <p:stCondLst>
                              <p:cond delay="5000"/>
                            </p:stCondLst>
                            <p:childTnLst>
                              <p:par>
                                <p:cTn id="51" presetID="22" presetClass="entr" presetSubtype="1" fill="hold" grpId="0" nodeType="afterEffect">
                                  <p:stCondLst>
                                    <p:cond delay="0"/>
                                  </p:stCondLst>
                                  <p:childTnLst>
                                    <p:set>
                                      <p:cBhvr>
                                        <p:cTn id="52" dur="1" fill="hold">
                                          <p:stCondLst>
                                            <p:cond delay="0"/>
                                          </p:stCondLst>
                                        </p:cTn>
                                        <p:tgtEl>
                                          <p:spTgt spid="90"/>
                                        </p:tgtEl>
                                        <p:attrNameLst>
                                          <p:attrName>style.visibility</p:attrName>
                                        </p:attrNameLst>
                                      </p:cBhvr>
                                      <p:to>
                                        <p:strVal val="visible"/>
                                      </p:to>
                                    </p:set>
                                    <p:animEffect transition="in" filter="wipe(up)">
                                      <p:cBhvr>
                                        <p:cTn id="53" dur="500"/>
                                        <p:tgtEl>
                                          <p:spTgt spid="90"/>
                                        </p:tgtEl>
                                      </p:cBhvr>
                                    </p:animEffect>
                                  </p:childTnLst>
                                </p:cTn>
                              </p:par>
                            </p:childTnLst>
                          </p:cTn>
                        </p:par>
                        <p:par>
                          <p:cTn id="54" fill="hold">
                            <p:stCondLst>
                              <p:cond delay="5500"/>
                            </p:stCondLst>
                            <p:childTnLst>
                              <p:par>
                                <p:cTn id="55" presetID="22" presetClass="entr" presetSubtype="4" fill="hold" nodeType="after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down)">
                                      <p:cBhvr>
                                        <p:cTn id="57" dur="500"/>
                                        <p:tgtEl>
                                          <p:spTgt spid="18"/>
                                        </p:tgtEl>
                                      </p:cBhvr>
                                    </p:animEffect>
                                  </p:childTnLst>
                                </p:cTn>
                              </p:par>
                            </p:childTnLst>
                          </p:cTn>
                        </p:par>
                        <p:par>
                          <p:cTn id="58" fill="hold">
                            <p:stCondLst>
                              <p:cond delay="6000"/>
                            </p:stCondLst>
                            <p:childTnLst>
                              <p:par>
                                <p:cTn id="59" presetID="2" presetClass="entr" presetSubtype="4" accel="50000" decel="50000" fill="hold" grpId="0" nodeType="afterEffect">
                                  <p:stCondLst>
                                    <p:cond delay="0"/>
                                  </p:stCondLst>
                                  <p:childTnLst>
                                    <p:set>
                                      <p:cBhvr>
                                        <p:cTn id="60" dur="1" fill="hold">
                                          <p:stCondLst>
                                            <p:cond delay="0"/>
                                          </p:stCondLst>
                                        </p:cTn>
                                        <p:tgtEl>
                                          <p:spTgt spid="46"/>
                                        </p:tgtEl>
                                        <p:attrNameLst>
                                          <p:attrName>style.visibility</p:attrName>
                                        </p:attrNameLst>
                                      </p:cBhvr>
                                      <p:to>
                                        <p:strVal val="visible"/>
                                      </p:to>
                                    </p:set>
                                    <p:anim calcmode="lin" valueType="num">
                                      <p:cBhvr additive="base">
                                        <p:cTn id="61" dur="500" fill="hold"/>
                                        <p:tgtEl>
                                          <p:spTgt spid="46"/>
                                        </p:tgtEl>
                                        <p:attrNameLst>
                                          <p:attrName>ppt_x</p:attrName>
                                        </p:attrNameLst>
                                      </p:cBhvr>
                                      <p:tavLst>
                                        <p:tav tm="0">
                                          <p:val>
                                            <p:strVal val="#ppt_x"/>
                                          </p:val>
                                        </p:tav>
                                        <p:tav tm="100000">
                                          <p:val>
                                            <p:strVal val="#ppt_x"/>
                                          </p:val>
                                        </p:tav>
                                      </p:tavLst>
                                    </p:anim>
                                    <p:anim calcmode="lin" valueType="num">
                                      <p:cBhvr additive="base">
                                        <p:cTn id="62" dur="500" fill="hold"/>
                                        <p:tgtEl>
                                          <p:spTgt spid="46"/>
                                        </p:tgtEl>
                                        <p:attrNameLst>
                                          <p:attrName>ppt_y</p:attrName>
                                        </p:attrNameLst>
                                      </p:cBhvr>
                                      <p:tavLst>
                                        <p:tav tm="0">
                                          <p:val>
                                            <p:strVal val="1+#ppt_h/2"/>
                                          </p:val>
                                        </p:tav>
                                        <p:tav tm="100000">
                                          <p:val>
                                            <p:strVal val="#ppt_y"/>
                                          </p:val>
                                        </p:tav>
                                      </p:tavLst>
                                    </p:anim>
                                  </p:childTnLst>
                                </p:cTn>
                              </p:par>
                            </p:childTnLst>
                          </p:cTn>
                        </p:par>
                        <p:par>
                          <p:cTn id="63" fill="hold">
                            <p:stCondLst>
                              <p:cond delay="6500"/>
                            </p:stCondLst>
                            <p:childTnLst>
                              <p:par>
                                <p:cTn id="64" presetID="2" presetClass="entr" presetSubtype="1" accel="50000" decel="50000" fill="hold" nodeType="afterEffect">
                                  <p:stCondLst>
                                    <p:cond delay="0"/>
                                  </p:stCondLst>
                                  <p:childTnLst>
                                    <p:set>
                                      <p:cBhvr>
                                        <p:cTn id="65" dur="1" fill="hold">
                                          <p:stCondLst>
                                            <p:cond delay="0"/>
                                          </p:stCondLst>
                                        </p:cTn>
                                        <p:tgtEl>
                                          <p:spTgt spid="2"/>
                                        </p:tgtEl>
                                        <p:attrNameLst>
                                          <p:attrName>style.visibility</p:attrName>
                                        </p:attrNameLst>
                                      </p:cBhvr>
                                      <p:to>
                                        <p:strVal val="visible"/>
                                      </p:to>
                                    </p:set>
                                    <p:anim calcmode="lin" valueType="num">
                                      <p:cBhvr additive="base">
                                        <p:cTn id="66" dur="500" fill="hold"/>
                                        <p:tgtEl>
                                          <p:spTgt spid="2"/>
                                        </p:tgtEl>
                                        <p:attrNameLst>
                                          <p:attrName>ppt_x</p:attrName>
                                        </p:attrNameLst>
                                      </p:cBhvr>
                                      <p:tavLst>
                                        <p:tav tm="0">
                                          <p:val>
                                            <p:strVal val="#ppt_x"/>
                                          </p:val>
                                        </p:tav>
                                        <p:tav tm="100000">
                                          <p:val>
                                            <p:strVal val="#ppt_x"/>
                                          </p:val>
                                        </p:tav>
                                      </p:tavLst>
                                    </p:anim>
                                    <p:anim calcmode="lin" valueType="num">
                                      <p:cBhvr additive="base">
                                        <p:cTn id="67" dur="500" fill="hold"/>
                                        <p:tgtEl>
                                          <p:spTgt spid="2"/>
                                        </p:tgtEl>
                                        <p:attrNameLst>
                                          <p:attrName>ppt_y</p:attrName>
                                        </p:attrNameLst>
                                      </p:cBhvr>
                                      <p:tavLst>
                                        <p:tav tm="0">
                                          <p:val>
                                            <p:strVal val="0-#ppt_h/2"/>
                                          </p:val>
                                        </p:tav>
                                        <p:tav tm="100000">
                                          <p:val>
                                            <p:strVal val="#ppt_y"/>
                                          </p:val>
                                        </p:tav>
                                      </p:tavLst>
                                    </p:anim>
                                  </p:childTnLst>
                                </p:cTn>
                              </p:par>
                            </p:childTnLst>
                          </p:cTn>
                        </p:par>
                        <p:par>
                          <p:cTn id="68" fill="hold">
                            <p:stCondLst>
                              <p:cond delay="7000"/>
                            </p:stCondLst>
                            <p:childTnLst>
                              <p:par>
                                <p:cTn id="69" presetID="22" presetClass="entr" presetSubtype="1" fill="hold" grpId="0" nodeType="afterEffect">
                                  <p:stCondLst>
                                    <p:cond delay="0"/>
                                  </p:stCondLst>
                                  <p:childTnLst>
                                    <p:set>
                                      <p:cBhvr>
                                        <p:cTn id="70" dur="1" fill="hold">
                                          <p:stCondLst>
                                            <p:cond delay="0"/>
                                          </p:stCondLst>
                                        </p:cTn>
                                        <p:tgtEl>
                                          <p:spTgt spid="91"/>
                                        </p:tgtEl>
                                        <p:attrNameLst>
                                          <p:attrName>style.visibility</p:attrName>
                                        </p:attrNameLst>
                                      </p:cBhvr>
                                      <p:to>
                                        <p:strVal val="visible"/>
                                      </p:to>
                                    </p:set>
                                    <p:animEffect transition="in" filter="wipe(up)">
                                      <p:cBhvr>
                                        <p:cTn id="71" dur="500"/>
                                        <p:tgtEl>
                                          <p:spTgt spid="91"/>
                                        </p:tgtEl>
                                      </p:cBhvr>
                                    </p:animEffect>
                                  </p:childTnLst>
                                </p:cTn>
                              </p:par>
                            </p:childTnLst>
                          </p:cTn>
                        </p:par>
                        <p:par>
                          <p:cTn id="72" fill="hold">
                            <p:stCondLst>
                              <p:cond delay="7500"/>
                            </p:stCondLst>
                            <p:childTnLst>
                              <p:par>
                                <p:cTn id="73" presetID="22" presetClass="entr" presetSubtype="4" fill="hold" nodeType="afterEffect">
                                  <p:stCondLst>
                                    <p:cond delay="0"/>
                                  </p:stCondLst>
                                  <p:childTnLst>
                                    <p:set>
                                      <p:cBhvr>
                                        <p:cTn id="74" dur="1" fill="hold">
                                          <p:stCondLst>
                                            <p:cond delay="0"/>
                                          </p:stCondLst>
                                        </p:cTn>
                                        <p:tgtEl>
                                          <p:spTgt spid="16"/>
                                        </p:tgtEl>
                                        <p:attrNameLst>
                                          <p:attrName>style.visibility</p:attrName>
                                        </p:attrNameLst>
                                      </p:cBhvr>
                                      <p:to>
                                        <p:strVal val="visible"/>
                                      </p:to>
                                    </p:set>
                                    <p:animEffect transition="in" filter="wipe(down)">
                                      <p:cBhvr>
                                        <p:cTn id="75" dur="500"/>
                                        <p:tgtEl>
                                          <p:spTgt spid="16"/>
                                        </p:tgtEl>
                                      </p:cBhvr>
                                    </p:animEffect>
                                  </p:childTnLst>
                                </p:cTn>
                              </p:par>
                            </p:childTnLst>
                          </p:cTn>
                        </p:par>
                        <p:par>
                          <p:cTn id="76" fill="hold">
                            <p:stCondLst>
                              <p:cond delay="8000"/>
                            </p:stCondLst>
                            <p:childTnLst>
                              <p:par>
                                <p:cTn id="77" presetID="2" presetClass="entr" presetSubtype="4" accel="50000" decel="50000" fill="hold" grpId="0" nodeType="afterEffect">
                                  <p:stCondLst>
                                    <p:cond delay="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500" fill="hold"/>
                                        <p:tgtEl>
                                          <p:spTgt spid="51"/>
                                        </p:tgtEl>
                                        <p:attrNameLst>
                                          <p:attrName>ppt_x</p:attrName>
                                        </p:attrNameLst>
                                      </p:cBhvr>
                                      <p:tavLst>
                                        <p:tav tm="0">
                                          <p:val>
                                            <p:strVal val="#ppt_x"/>
                                          </p:val>
                                        </p:tav>
                                        <p:tav tm="100000">
                                          <p:val>
                                            <p:strVal val="#ppt_x"/>
                                          </p:val>
                                        </p:tav>
                                      </p:tavLst>
                                    </p:anim>
                                    <p:anim calcmode="lin" valueType="num">
                                      <p:cBhvr additive="base">
                                        <p:cTn id="80" dur="500" fill="hold"/>
                                        <p:tgtEl>
                                          <p:spTgt spid="51"/>
                                        </p:tgtEl>
                                        <p:attrNameLst>
                                          <p:attrName>ppt_y</p:attrName>
                                        </p:attrNameLst>
                                      </p:cBhvr>
                                      <p:tavLst>
                                        <p:tav tm="0">
                                          <p:val>
                                            <p:strVal val="1+#ppt_h/2"/>
                                          </p:val>
                                        </p:tav>
                                        <p:tav tm="100000">
                                          <p:val>
                                            <p:strVal val="#ppt_y"/>
                                          </p:val>
                                        </p:tav>
                                      </p:tavLst>
                                    </p:anim>
                                  </p:childTnLst>
                                </p:cTn>
                              </p:par>
                            </p:childTnLst>
                          </p:cTn>
                        </p:par>
                        <p:par>
                          <p:cTn id="81" fill="hold">
                            <p:stCondLst>
                              <p:cond delay="8500"/>
                            </p:stCondLst>
                            <p:childTnLst>
                              <p:par>
                                <p:cTn id="82" presetID="2" presetClass="entr" presetSubtype="1" accel="50000" decel="50000" fill="hold" nodeType="afterEffect">
                                  <p:stCondLst>
                                    <p:cond delay="0"/>
                                  </p:stCondLst>
                                  <p:childTnLst>
                                    <p:set>
                                      <p:cBhvr>
                                        <p:cTn id="83" dur="1" fill="hold">
                                          <p:stCondLst>
                                            <p:cond delay="0"/>
                                          </p:stCondLst>
                                        </p:cTn>
                                        <p:tgtEl>
                                          <p:spTgt spid="13"/>
                                        </p:tgtEl>
                                        <p:attrNameLst>
                                          <p:attrName>style.visibility</p:attrName>
                                        </p:attrNameLst>
                                      </p:cBhvr>
                                      <p:to>
                                        <p:strVal val="visible"/>
                                      </p:to>
                                    </p:set>
                                    <p:anim calcmode="lin" valueType="num">
                                      <p:cBhvr additive="base">
                                        <p:cTn id="84" dur="500" fill="hold"/>
                                        <p:tgtEl>
                                          <p:spTgt spid="13"/>
                                        </p:tgtEl>
                                        <p:attrNameLst>
                                          <p:attrName>ppt_x</p:attrName>
                                        </p:attrNameLst>
                                      </p:cBhvr>
                                      <p:tavLst>
                                        <p:tav tm="0">
                                          <p:val>
                                            <p:strVal val="#ppt_x"/>
                                          </p:val>
                                        </p:tav>
                                        <p:tav tm="100000">
                                          <p:val>
                                            <p:strVal val="#ppt_x"/>
                                          </p:val>
                                        </p:tav>
                                      </p:tavLst>
                                    </p:anim>
                                    <p:anim calcmode="lin" valueType="num">
                                      <p:cBhvr additive="base">
                                        <p:cTn id="85" dur="500" fill="hold"/>
                                        <p:tgtEl>
                                          <p:spTgt spid="13"/>
                                        </p:tgtEl>
                                        <p:attrNameLst>
                                          <p:attrName>ppt_y</p:attrName>
                                        </p:attrNameLst>
                                      </p:cBhvr>
                                      <p:tavLst>
                                        <p:tav tm="0">
                                          <p:val>
                                            <p:strVal val="0-#ppt_h/2"/>
                                          </p:val>
                                        </p:tav>
                                        <p:tav tm="100000">
                                          <p:val>
                                            <p:strVal val="#ppt_y"/>
                                          </p:val>
                                        </p:tav>
                                      </p:tavLst>
                                    </p:anim>
                                  </p:childTnLst>
                                </p:cTn>
                              </p:par>
                            </p:childTnLst>
                          </p:cTn>
                        </p:par>
                        <p:par>
                          <p:cTn id="86" fill="hold">
                            <p:stCondLst>
                              <p:cond delay="9000"/>
                            </p:stCondLst>
                            <p:childTnLst>
                              <p:par>
                                <p:cTn id="87" presetID="22" presetClass="entr" presetSubtype="1" fill="hold" grpId="0" nodeType="afterEffect">
                                  <p:stCondLst>
                                    <p:cond delay="0"/>
                                  </p:stCondLst>
                                  <p:childTnLst>
                                    <p:set>
                                      <p:cBhvr>
                                        <p:cTn id="88" dur="1" fill="hold">
                                          <p:stCondLst>
                                            <p:cond delay="0"/>
                                          </p:stCondLst>
                                        </p:cTn>
                                        <p:tgtEl>
                                          <p:spTgt spid="92"/>
                                        </p:tgtEl>
                                        <p:attrNameLst>
                                          <p:attrName>style.visibility</p:attrName>
                                        </p:attrNameLst>
                                      </p:cBhvr>
                                      <p:to>
                                        <p:strVal val="visible"/>
                                      </p:to>
                                    </p:set>
                                    <p:animEffect transition="in" filter="wipe(up)">
                                      <p:cBhvr>
                                        <p:cTn id="89" dur="500"/>
                                        <p:tgtEl>
                                          <p:spTgt spid="92"/>
                                        </p:tgtEl>
                                      </p:cBhvr>
                                    </p:animEffect>
                                  </p:childTnLst>
                                </p:cTn>
                              </p:par>
                            </p:childTnLst>
                          </p:cTn>
                        </p:par>
                        <p:par>
                          <p:cTn id="90" fill="hold">
                            <p:stCondLst>
                              <p:cond delay="9500"/>
                            </p:stCondLst>
                            <p:childTnLst>
                              <p:par>
                                <p:cTn id="91" presetID="22" presetClass="entr" presetSubtype="4" fill="hold" nodeType="afterEffect">
                                  <p:stCondLst>
                                    <p:cond delay="0"/>
                                  </p:stCondLst>
                                  <p:childTnLst>
                                    <p:set>
                                      <p:cBhvr>
                                        <p:cTn id="92" dur="1" fill="hold">
                                          <p:stCondLst>
                                            <p:cond delay="0"/>
                                          </p:stCondLst>
                                        </p:cTn>
                                        <p:tgtEl>
                                          <p:spTgt spid="17"/>
                                        </p:tgtEl>
                                        <p:attrNameLst>
                                          <p:attrName>style.visibility</p:attrName>
                                        </p:attrNameLst>
                                      </p:cBhvr>
                                      <p:to>
                                        <p:strVal val="visible"/>
                                      </p:to>
                                    </p:set>
                                    <p:animEffect transition="in" filter="wipe(down)">
                                      <p:cBhvr>
                                        <p:cTn id="9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5" grpId="0" animBg="1"/>
      <p:bldP spid="46" grpId="0" animBg="1"/>
      <p:bldP spid="48" grpId="0" animBg="1"/>
      <p:bldP spid="51" grpId="0" animBg="1"/>
      <p:bldP spid="81" grpId="0"/>
      <p:bldP spid="89" grpId="0"/>
      <p:bldP spid="90" grpId="0"/>
      <p:bldP spid="91" grpId="0"/>
      <p:bldP spid="92"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2817178"/>
            <a:ext cx="3435557" cy="523220"/>
          </a:xfrm>
          <a:prstGeom prst="rect">
            <a:avLst/>
          </a:prstGeom>
          <a:noFill/>
        </p:spPr>
        <p:txBody>
          <a:bodyPr wrap="none" rtlCol="0">
            <a:spAutoFit/>
          </a:bodyPr>
          <a:lstStyle/>
          <a:p>
            <a:r>
              <a:rPr lang="en-US" sz="2800" b="1" cap="all" dirty="0">
                <a:solidFill>
                  <a:schemeClr val="tx1">
                    <a:lumMod val="50000"/>
                    <a:lumOff val="50000"/>
                  </a:schemeClr>
                </a:solidFill>
              </a:rPr>
              <a:t>SRAGE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788603"/>
            <a:ext cx="3006725" cy="566738"/>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Stairs Infographic</a:t>
            </a:r>
            <a:endParaRPr lang="en-US" dirty="0"/>
          </a:p>
        </p:txBody>
      </p:sp>
      <p:sp>
        <p:nvSpPr>
          <p:cNvPr id="8" name="Text Placeholder 7"/>
          <p:cNvSpPr>
            <a:spLocks noGrp="1"/>
          </p:cNvSpPr>
          <p:nvPr>
            <p:ph type="body" sz="half" idx="2"/>
          </p:nvPr>
        </p:nvSpPr>
        <p:spPr/>
        <p:txBody>
          <a:bodyPr/>
          <a:lstStyle/>
          <a:p>
            <a:r>
              <a:rPr lang="en-US"/>
              <a:t>Stairs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164</a:t>
            </a:fld>
            <a:endParaRPr lang="en-US" dirty="0"/>
          </a:p>
        </p:txBody>
      </p:sp>
      <p:grpSp>
        <p:nvGrpSpPr>
          <p:cNvPr id="2" name="Group 34"/>
          <p:cNvGrpSpPr/>
          <p:nvPr/>
        </p:nvGrpSpPr>
        <p:grpSpPr>
          <a:xfrm>
            <a:off x="2710337" y="3951318"/>
            <a:ext cx="3723326" cy="640639"/>
            <a:chOff x="2710337" y="3951318"/>
            <a:chExt cx="3723326" cy="640639"/>
          </a:xfrm>
        </p:grpSpPr>
        <p:sp>
          <p:nvSpPr>
            <p:cNvPr id="5" name="Trapezoid 4"/>
            <p:cNvSpPr/>
            <p:nvPr/>
          </p:nvSpPr>
          <p:spPr bwMode="auto">
            <a:xfrm>
              <a:off x="2710337" y="3951318"/>
              <a:ext cx="3723326" cy="266933"/>
            </a:xfrm>
            <a:prstGeom prst="trapezoid">
              <a:avLst>
                <a:gd name="adj" fmla="val 61522"/>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Rectangle 5"/>
            <p:cNvSpPr/>
            <p:nvPr/>
          </p:nvSpPr>
          <p:spPr bwMode="auto">
            <a:xfrm>
              <a:off x="2710337" y="4218251"/>
              <a:ext cx="3723326" cy="373706"/>
            </a:xfrm>
            <a:prstGeom prst="rect">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15"/>
          <p:cNvGrpSpPr/>
          <p:nvPr/>
        </p:nvGrpSpPr>
        <p:grpSpPr>
          <a:xfrm>
            <a:off x="2876226" y="3310679"/>
            <a:ext cx="3390900" cy="640639"/>
            <a:chOff x="3002152" y="3271013"/>
            <a:chExt cx="3172771" cy="640639"/>
          </a:xfrm>
        </p:grpSpPr>
        <p:sp>
          <p:nvSpPr>
            <p:cNvPr id="9" name="Rectangle 8"/>
            <p:cNvSpPr/>
            <p:nvPr/>
          </p:nvSpPr>
          <p:spPr bwMode="auto">
            <a:xfrm>
              <a:off x="3002152" y="3537946"/>
              <a:ext cx="3172771" cy="373706"/>
            </a:xfrm>
            <a:prstGeom prst="rect">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Trapezoid 9"/>
            <p:cNvSpPr/>
            <p:nvPr/>
          </p:nvSpPr>
          <p:spPr bwMode="auto">
            <a:xfrm>
              <a:off x="3002152" y="3271013"/>
              <a:ext cx="3172770" cy="266933"/>
            </a:xfrm>
            <a:prstGeom prst="trapezoid">
              <a:avLst>
                <a:gd name="adj" fmla="val 61522"/>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16"/>
          <p:cNvGrpSpPr/>
          <p:nvPr/>
        </p:nvGrpSpPr>
        <p:grpSpPr>
          <a:xfrm>
            <a:off x="3041325" y="2670040"/>
            <a:ext cx="3063240" cy="640639"/>
            <a:chOff x="3280267" y="2630374"/>
            <a:chExt cx="2615411" cy="640639"/>
          </a:xfrm>
        </p:grpSpPr>
        <p:sp>
          <p:nvSpPr>
            <p:cNvPr id="11" name="Rectangle 10"/>
            <p:cNvSpPr/>
            <p:nvPr/>
          </p:nvSpPr>
          <p:spPr bwMode="auto">
            <a:xfrm>
              <a:off x="3280267" y="2897307"/>
              <a:ext cx="2615409" cy="373706"/>
            </a:xfrm>
            <a:prstGeom prst="rect">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Trapezoid 11"/>
            <p:cNvSpPr/>
            <p:nvPr/>
          </p:nvSpPr>
          <p:spPr bwMode="auto">
            <a:xfrm>
              <a:off x="3281398" y="2630374"/>
              <a:ext cx="2614280" cy="266933"/>
            </a:xfrm>
            <a:prstGeom prst="trapezoid">
              <a:avLst>
                <a:gd name="adj" fmla="val 61522"/>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5" name="Group 17"/>
          <p:cNvGrpSpPr/>
          <p:nvPr/>
        </p:nvGrpSpPr>
        <p:grpSpPr>
          <a:xfrm>
            <a:off x="3204839" y="1925617"/>
            <a:ext cx="2734056" cy="744423"/>
            <a:chOff x="3564057" y="1885951"/>
            <a:chExt cx="2059635" cy="744423"/>
          </a:xfrm>
        </p:grpSpPr>
        <p:sp>
          <p:nvSpPr>
            <p:cNvPr id="13" name="Rectangle 12"/>
            <p:cNvSpPr/>
            <p:nvPr/>
          </p:nvSpPr>
          <p:spPr bwMode="auto">
            <a:xfrm>
              <a:off x="3564057" y="2256668"/>
              <a:ext cx="2059635" cy="373706"/>
            </a:xfrm>
            <a:prstGeom prst="rect">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 name="Trapezoid 13"/>
            <p:cNvSpPr/>
            <p:nvPr/>
          </p:nvSpPr>
          <p:spPr bwMode="auto">
            <a:xfrm>
              <a:off x="3564057" y="1885951"/>
              <a:ext cx="2059634" cy="370718"/>
            </a:xfrm>
            <a:prstGeom prst="trapezoid">
              <a:avLst>
                <a:gd name="adj" fmla="val 61522"/>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6" name="Group 57"/>
          <p:cNvGrpSpPr/>
          <p:nvPr/>
        </p:nvGrpSpPr>
        <p:grpSpPr>
          <a:xfrm>
            <a:off x="343711" y="3949628"/>
            <a:ext cx="2247089" cy="671368"/>
            <a:chOff x="-267404" y="3206989"/>
            <a:chExt cx="2247089" cy="671368"/>
          </a:xfrm>
        </p:grpSpPr>
        <p:sp>
          <p:nvSpPr>
            <p:cNvPr id="18" name="TextBox 17"/>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9" name="Rectangle 18"/>
            <p:cNvSpPr/>
            <p:nvPr/>
          </p:nvSpPr>
          <p:spPr>
            <a:xfrm>
              <a:off x="41654" y="3206989"/>
              <a:ext cx="1938031" cy="215444"/>
            </a:xfrm>
            <a:prstGeom prst="rect">
              <a:avLst/>
            </a:prstGeom>
          </p:spPr>
          <p:txBody>
            <a:bodyPr wrap="none" lIns="0" tIns="0" rIns="0" bIns="0">
              <a:spAutoFit/>
            </a:bodyPr>
            <a:lstStyle/>
            <a:p>
              <a:pPr algn="r"/>
              <a:r>
                <a:rPr lang="en-US" sz="1400" b="1" dirty="0">
                  <a:solidFill>
                    <a:schemeClr val="accent1"/>
                  </a:solidFill>
                </a:rPr>
                <a:t>Construction &amp; Design</a:t>
              </a:r>
            </a:p>
          </p:txBody>
        </p:sp>
      </p:grpSp>
      <p:grpSp>
        <p:nvGrpSpPr>
          <p:cNvPr id="17" name="Group 58"/>
          <p:cNvGrpSpPr/>
          <p:nvPr/>
        </p:nvGrpSpPr>
        <p:grpSpPr>
          <a:xfrm>
            <a:off x="6025051" y="1994854"/>
            <a:ext cx="2276195" cy="671368"/>
            <a:chOff x="7174424" y="1390692"/>
            <a:chExt cx="2276195" cy="671368"/>
          </a:xfrm>
        </p:grpSpPr>
        <p:sp>
          <p:nvSpPr>
            <p:cNvPr id="21" name="TextBox 20"/>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2" name="Rectangle 21"/>
            <p:cNvSpPr/>
            <p:nvPr/>
          </p:nvSpPr>
          <p:spPr>
            <a:xfrm>
              <a:off x="7174424" y="1390692"/>
              <a:ext cx="628377" cy="215444"/>
            </a:xfrm>
            <a:prstGeom prst="rect">
              <a:avLst/>
            </a:prstGeom>
          </p:spPr>
          <p:txBody>
            <a:bodyPr wrap="none" lIns="0" tIns="0" rIns="0" bIns="0">
              <a:spAutoFit/>
            </a:bodyPr>
            <a:lstStyle/>
            <a:p>
              <a:r>
                <a:rPr lang="en-US" sz="1400" b="1" dirty="0">
                  <a:solidFill>
                    <a:schemeClr val="accent4"/>
                  </a:solidFill>
                </a:rPr>
                <a:t>Go Cloud</a:t>
              </a:r>
            </a:p>
          </p:txBody>
        </p:sp>
      </p:grpSp>
      <p:grpSp>
        <p:nvGrpSpPr>
          <p:cNvPr id="20" name="Group 56"/>
          <p:cNvGrpSpPr/>
          <p:nvPr/>
        </p:nvGrpSpPr>
        <p:grpSpPr>
          <a:xfrm>
            <a:off x="685665" y="2601289"/>
            <a:ext cx="2276196" cy="671368"/>
            <a:chOff x="-296510" y="1401601"/>
            <a:chExt cx="2276196" cy="671368"/>
          </a:xfrm>
        </p:grpSpPr>
        <p:sp>
          <p:nvSpPr>
            <p:cNvPr id="24" name="TextBox 23"/>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5" name="Rectangle 24"/>
            <p:cNvSpPr/>
            <p:nvPr/>
          </p:nvSpPr>
          <p:spPr>
            <a:xfrm>
              <a:off x="634767" y="1401601"/>
              <a:ext cx="1344919" cy="215444"/>
            </a:xfrm>
            <a:prstGeom prst="rect">
              <a:avLst/>
            </a:prstGeom>
          </p:spPr>
          <p:txBody>
            <a:bodyPr wrap="none" lIns="0" tIns="0" rIns="0" bIns="0">
              <a:spAutoFit/>
            </a:bodyPr>
            <a:lstStyle/>
            <a:p>
              <a:pPr algn="r"/>
              <a:r>
                <a:rPr lang="en-US" sz="1400" b="1" dirty="0">
                  <a:solidFill>
                    <a:schemeClr val="accent3"/>
                  </a:solidFill>
                </a:rPr>
                <a:t>Brainstorm &amp; Ideas</a:t>
              </a:r>
            </a:p>
          </p:txBody>
        </p:sp>
      </p:grpSp>
      <p:grpSp>
        <p:nvGrpSpPr>
          <p:cNvPr id="23" name="Group 58"/>
          <p:cNvGrpSpPr/>
          <p:nvPr/>
        </p:nvGrpSpPr>
        <p:grpSpPr>
          <a:xfrm>
            <a:off x="6341032" y="3279950"/>
            <a:ext cx="2276195" cy="671368"/>
            <a:chOff x="7174424" y="1390692"/>
            <a:chExt cx="2276195" cy="671368"/>
          </a:xfrm>
        </p:grpSpPr>
        <p:sp>
          <p:nvSpPr>
            <p:cNvPr id="27" name="TextBox 2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8" name="Rectangle 27"/>
            <p:cNvSpPr/>
            <p:nvPr/>
          </p:nvSpPr>
          <p:spPr>
            <a:xfrm>
              <a:off x="7174424" y="1390692"/>
              <a:ext cx="1364156" cy="215444"/>
            </a:xfrm>
            <a:prstGeom prst="rect">
              <a:avLst/>
            </a:prstGeom>
          </p:spPr>
          <p:txBody>
            <a:bodyPr wrap="none" lIns="0" tIns="0" rIns="0" bIns="0">
              <a:spAutoFit/>
            </a:bodyPr>
            <a:lstStyle/>
            <a:p>
              <a:r>
                <a:rPr lang="en-US" sz="1400" b="1" dirty="0">
                  <a:solidFill>
                    <a:schemeClr val="accent2"/>
                  </a:solidFill>
                </a:rPr>
                <a:t>Review The Results</a:t>
              </a:r>
            </a:p>
          </p:txBody>
        </p:sp>
      </p:grpSp>
      <p:sp>
        <p:nvSpPr>
          <p:cNvPr id="29" name="Freeform 5"/>
          <p:cNvSpPr>
            <a:spLocks noEditPoints="1"/>
          </p:cNvSpPr>
          <p:nvPr/>
        </p:nvSpPr>
        <p:spPr bwMode="auto">
          <a:xfrm>
            <a:off x="4119845" y="1200150"/>
            <a:ext cx="904310" cy="877866"/>
          </a:xfrm>
          <a:custGeom>
            <a:avLst/>
            <a:gdLst/>
            <a:ahLst/>
            <a:cxnLst>
              <a:cxn ang="0">
                <a:pos x="671" y="73"/>
              </a:cxn>
              <a:cxn ang="0">
                <a:pos x="569" y="25"/>
              </a:cxn>
              <a:cxn ang="0">
                <a:pos x="576" y="4"/>
              </a:cxn>
              <a:cxn ang="0">
                <a:pos x="567" y="0"/>
              </a:cxn>
              <a:cxn ang="0">
                <a:pos x="111" y="1"/>
              </a:cxn>
              <a:cxn ang="0">
                <a:pos x="107" y="18"/>
              </a:cxn>
              <a:cxn ang="0">
                <a:pos x="103" y="73"/>
              </a:cxn>
              <a:cxn ang="0">
                <a:pos x="4" y="77"/>
              </a:cxn>
              <a:cxn ang="0">
                <a:pos x="67" y="254"/>
              </a:cxn>
              <a:cxn ang="0">
                <a:pos x="241" y="392"/>
              </a:cxn>
              <a:cxn ang="0">
                <a:pos x="271" y="444"/>
              </a:cxn>
              <a:cxn ang="0">
                <a:pos x="292" y="590"/>
              </a:cxn>
              <a:cxn ang="0">
                <a:pos x="254" y="594"/>
              </a:cxn>
              <a:cxn ang="0">
                <a:pos x="204" y="629"/>
              </a:cxn>
              <a:cxn ang="0">
                <a:pos x="213" y="662"/>
              </a:cxn>
              <a:cxn ang="0">
                <a:pos x="479" y="654"/>
              </a:cxn>
              <a:cxn ang="0">
                <a:pos x="472" y="617"/>
              </a:cxn>
              <a:cxn ang="0">
                <a:pos x="414" y="590"/>
              </a:cxn>
              <a:cxn ang="0">
                <a:pos x="416" y="455"/>
              </a:cxn>
              <a:cxn ang="0">
                <a:pos x="406" y="437"/>
              </a:cxn>
              <a:cxn ang="0">
                <a:pos x="431" y="397"/>
              </a:cxn>
              <a:cxn ang="0">
                <a:pos x="455" y="357"/>
              </a:cxn>
              <a:cxn ang="0">
                <a:pos x="683" y="85"/>
              </a:cxn>
              <a:cxn ang="0">
                <a:pos x="146" y="288"/>
              </a:cxn>
              <a:cxn ang="0">
                <a:pos x="95" y="244"/>
              </a:cxn>
              <a:cxn ang="0">
                <a:pos x="81" y="229"/>
              </a:cxn>
              <a:cxn ang="0">
                <a:pos x="78" y="224"/>
              </a:cxn>
              <a:cxn ang="0">
                <a:pos x="43" y="166"/>
              </a:cxn>
              <a:cxn ang="0">
                <a:pos x="41" y="161"/>
              </a:cxn>
              <a:cxn ang="0">
                <a:pos x="30" y="130"/>
              </a:cxn>
              <a:cxn ang="0">
                <a:pos x="23" y="97"/>
              </a:cxn>
              <a:cxn ang="0">
                <a:pos x="180" y="307"/>
              </a:cxn>
              <a:cxn ang="0">
                <a:pos x="453" y="141"/>
              </a:cxn>
              <a:cxn ang="0">
                <a:pos x="413" y="266"/>
              </a:cxn>
              <a:cxn ang="0">
                <a:pos x="342" y="222"/>
              </a:cxn>
              <a:cxn ang="0">
                <a:pos x="271" y="266"/>
              </a:cxn>
              <a:cxn ang="0">
                <a:pos x="230" y="141"/>
              </a:cxn>
              <a:cxn ang="0">
                <a:pos x="314" y="135"/>
              </a:cxn>
              <a:cxn ang="0">
                <a:pos x="345" y="57"/>
              </a:cxn>
              <a:cxn ang="0">
                <a:pos x="452" y="135"/>
              </a:cxn>
              <a:cxn ang="0">
                <a:pos x="653" y="103"/>
              </a:cxn>
              <a:cxn ang="0">
                <a:pos x="638" y="156"/>
              </a:cxn>
              <a:cxn ang="0">
                <a:pos x="635" y="163"/>
              </a:cxn>
              <a:cxn ang="0">
                <a:pos x="627" y="179"/>
              </a:cxn>
              <a:cxn ang="0">
                <a:pos x="598" y="226"/>
              </a:cxn>
              <a:cxn ang="0">
                <a:pos x="591" y="234"/>
              </a:cxn>
              <a:cxn ang="0">
                <a:pos x="563" y="263"/>
              </a:cxn>
              <a:cxn ang="0">
                <a:pos x="497" y="307"/>
              </a:cxn>
              <a:cxn ang="0">
                <a:pos x="654" y="97"/>
              </a:cxn>
              <a:cxn ang="0">
                <a:pos x="653" y="103"/>
              </a:cxn>
            </a:cxnLst>
            <a:rect l="0" t="0" r="r" b="b"/>
            <a:pathLst>
              <a:path w="683" h="662">
                <a:moveTo>
                  <a:pt x="680" y="78"/>
                </a:moveTo>
                <a:cubicBezTo>
                  <a:pt x="678" y="75"/>
                  <a:pt x="675" y="73"/>
                  <a:pt x="671" y="73"/>
                </a:cubicBezTo>
                <a:cubicBezTo>
                  <a:pt x="580" y="73"/>
                  <a:pt x="580" y="73"/>
                  <a:pt x="580" y="73"/>
                </a:cubicBezTo>
                <a:cubicBezTo>
                  <a:pt x="577" y="49"/>
                  <a:pt x="571" y="32"/>
                  <a:pt x="569" y="25"/>
                </a:cubicBezTo>
                <a:cubicBezTo>
                  <a:pt x="572" y="23"/>
                  <a:pt x="574" y="20"/>
                  <a:pt x="576" y="18"/>
                </a:cubicBezTo>
                <a:cubicBezTo>
                  <a:pt x="580" y="14"/>
                  <a:pt x="580" y="8"/>
                  <a:pt x="576" y="4"/>
                </a:cubicBezTo>
                <a:cubicBezTo>
                  <a:pt x="575" y="3"/>
                  <a:pt x="574" y="2"/>
                  <a:pt x="572" y="1"/>
                </a:cubicBezTo>
                <a:cubicBezTo>
                  <a:pt x="571" y="1"/>
                  <a:pt x="569" y="0"/>
                  <a:pt x="567" y="0"/>
                </a:cubicBezTo>
                <a:cubicBezTo>
                  <a:pt x="116" y="0"/>
                  <a:pt x="116" y="0"/>
                  <a:pt x="116" y="0"/>
                </a:cubicBezTo>
                <a:cubicBezTo>
                  <a:pt x="114" y="0"/>
                  <a:pt x="112" y="1"/>
                  <a:pt x="111" y="1"/>
                </a:cubicBezTo>
                <a:cubicBezTo>
                  <a:pt x="109" y="2"/>
                  <a:pt x="108" y="3"/>
                  <a:pt x="107" y="4"/>
                </a:cubicBezTo>
                <a:cubicBezTo>
                  <a:pt x="103" y="8"/>
                  <a:pt x="103" y="14"/>
                  <a:pt x="107" y="18"/>
                </a:cubicBezTo>
                <a:cubicBezTo>
                  <a:pt x="109" y="20"/>
                  <a:pt x="111" y="23"/>
                  <a:pt x="114" y="25"/>
                </a:cubicBezTo>
                <a:cubicBezTo>
                  <a:pt x="112" y="32"/>
                  <a:pt x="107" y="49"/>
                  <a:pt x="103" y="73"/>
                </a:cubicBezTo>
                <a:cubicBezTo>
                  <a:pt x="13" y="73"/>
                  <a:pt x="13" y="73"/>
                  <a:pt x="13" y="73"/>
                </a:cubicBezTo>
                <a:cubicBezTo>
                  <a:pt x="8" y="73"/>
                  <a:pt x="6" y="75"/>
                  <a:pt x="4" y="77"/>
                </a:cubicBezTo>
                <a:cubicBezTo>
                  <a:pt x="1" y="79"/>
                  <a:pt x="0" y="82"/>
                  <a:pt x="0" y="85"/>
                </a:cubicBezTo>
                <a:cubicBezTo>
                  <a:pt x="5" y="147"/>
                  <a:pt x="28" y="206"/>
                  <a:pt x="67" y="254"/>
                </a:cubicBezTo>
                <a:cubicBezTo>
                  <a:pt x="108" y="304"/>
                  <a:pt x="165" y="341"/>
                  <a:pt x="228" y="357"/>
                </a:cubicBezTo>
                <a:cubicBezTo>
                  <a:pt x="225" y="368"/>
                  <a:pt x="224" y="385"/>
                  <a:pt x="241" y="392"/>
                </a:cubicBezTo>
                <a:cubicBezTo>
                  <a:pt x="253" y="397"/>
                  <a:pt x="266" y="403"/>
                  <a:pt x="275" y="413"/>
                </a:cubicBezTo>
                <a:cubicBezTo>
                  <a:pt x="284" y="423"/>
                  <a:pt x="281" y="435"/>
                  <a:pt x="271" y="444"/>
                </a:cubicBezTo>
                <a:cubicBezTo>
                  <a:pt x="268" y="447"/>
                  <a:pt x="267" y="450"/>
                  <a:pt x="268" y="455"/>
                </a:cubicBezTo>
                <a:cubicBezTo>
                  <a:pt x="292" y="590"/>
                  <a:pt x="292" y="590"/>
                  <a:pt x="292" y="590"/>
                </a:cubicBezTo>
                <a:cubicBezTo>
                  <a:pt x="269" y="590"/>
                  <a:pt x="269" y="590"/>
                  <a:pt x="269" y="590"/>
                </a:cubicBezTo>
                <a:cubicBezTo>
                  <a:pt x="264" y="590"/>
                  <a:pt x="258" y="591"/>
                  <a:pt x="254" y="594"/>
                </a:cubicBezTo>
                <a:cubicBezTo>
                  <a:pt x="212" y="617"/>
                  <a:pt x="212" y="617"/>
                  <a:pt x="212" y="617"/>
                </a:cubicBezTo>
                <a:cubicBezTo>
                  <a:pt x="208" y="619"/>
                  <a:pt x="204" y="624"/>
                  <a:pt x="204" y="629"/>
                </a:cubicBezTo>
                <a:cubicBezTo>
                  <a:pt x="204" y="654"/>
                  <a:pt x="204" y="654"/>
                  <a:pt x="204" y="654"/>
                </a:cubicBezTo>
                <a:cubicBezTo>
                  <a:pt x="204" y="659"/>
                  <a:pt x="208" y="662"/>
                  <a:pt x="213" y="662"/>
                </a:cubicBezTo>
                <a:cubicBezTo>
                  <a:pt x="471" y="662"/>
                  <a:pt x="471" y="662"/>
                  <a:pt x="471" y="662"/>
                </a:cubicBezTo>
                <a:cubicBezTo>
                  <a:pt x="475" y="662"/>
                  <a:pt x="479" y="659"/>
                  <a:pt x="479" y="654"/>
                </a:cubicBezTo>
                <a:cubicBezTo>
                  <a:pt x="479" y="628"/>
                  <a:pt x="479" y="628"/>
                  <a:pt x="479" y="628"/>
                </a:cubicBezTo>
                <a:cubicBezTo>
                  <a:pt x="479" y="624"/>
                  <a:pt x="476" y="619"/>
                  <a:pt x="472" y="617"/>
                </a:cubicBezTo>
                <a:cubicBezTo>
                  <a:pt x="461" y="611"/>
                  <a:pt x="440" y="600"/>
                  <a:pt x="429" y="594"/>
                </a:cubicBezTo>
                <a:cubicBezTo>
                  <a:pt x="426" y="591"/>
                  <a:pt x="419" y="590"/>
                  <a:pt x="414" y="590"/>
                </a:cubicBezTo>
                <a:cubicBezTo>
                  <a:pt x="392" y="590"/>
                  <a:pt x="392" y="590"/>
                  <a:pt x="392" y="590"/>
                </a:cubicBezTo>
                <a:cubicBezTo>
                  <a:pt x="392" y="590"/>
                  <a:pt x="415" y="456"/>
                  <a:pt x="416" y="455"/>
                </a:cubicBezTo>
                <a:cubicBezTo>
                  <a:pt x="416" y="452"/>
                  <a:pt x="416" y="448"/>
                  <a:pt x="414" y="446"/>
                </a:cubicBezTo>
                <a:cubicBezTo>
                  <a:pt x="411" y="443"/>
                  <a:pt x="408" y="440"/>
                  <a:pt x="406" y="437"/>
                </a:cubicBezTo>
                <a:cubicBezTo>
                  <a:pt x="403" y="432"/>
                  <a:pt x="402" y="427"/>
                  <a:pt x="403" y="421"/>
                </a:cubicBezTo>
                <a:cubicBezTo>
                  <a:pt x="407" y="409"/>
                  <a:pt x="421" y="402"/>
                  <a:pt x="431" y="397"/>
                </a:cubicBezTo>
                <a:cubicBezTo>
                  <a:pt x="435" y="395"/>
                  <a:pt x="438" y="394"/>
                  <a:pt x="442" y="392"/>
                </a:cubicBezTo>
                <a:cubicBezTo>
                  <a:pt x="460" y="385"/>
                  <a:pt x="458" y="368"/>
                  <a:pt x="455" y="357"/>
                </a:cubicBezTo>
                <a:cubicBezTo>
                  <a:pt x="518" y="340"/>
                  <a:pt x="575" y="304"/>
                  <a:pt x="616" y="254"/>
                </a:cubicBezTo>
                <a:cubicBezTo>
                  <a:pt x="655" y="206"/>
                  <a:pt x="679" y="147"/>
                  <a:pt x="683" y="85"/>
                </a:cubicBezTo>
                <a:cubicBezTo>
                  <a:pt x="683" y="83"/>
                  <a:pt x="682" y="80"/>
                  <a:pt x="680" y="78"/>
                </a:cubicBezTo>
                <a:close/>
                <a:moveTo>
                  <a:pt x="146" y="288"/>
                </a:moveTo>
                <a:cubicBezTo>
                  <a:pt x="133" y="279"/>
                  <a:pt x="125" y="273"/>
                  <a:pt x="114" y="263"/>
                </a:cubicBezTo>
                <a:cubicBezTo>
                  <a:pt x="108" y="257"/>
                  <a:pt x="101" y="251"/>
                  <a:pt x="95" y="244"/>
                </a:cubicBezTo>
                <a:cubicBezTo>
                  <a:pt x="91" y="241"/>
                  <a:pt x="88" y="237"/>
                  <a:pt x="85" y="234"/>
                </a:cubicBezTo>
                <a:cubicBezTo>
                  <a:pt x="84" y="232"/>
                  <a:pt x="82" y="230"/>
                  <a:pt x="81" y="229"/>
                </a:cubicBezTo>
                <a:cubicBezTo>
                  <a:pt x="80" y="228"/>
                  <a:pt x="80" y="227"/>
                  <a:pt x="79" y="226"/>
                </a:cubicBezTo>
                <a:cubicBezTo>
                  <a:pt x="79" y="226"/>
                  <a:pt x="78" y="225"/>
                  <a:pt x="78" y="224"/>
                </a:cubicBezTo>
                <a:cubicBezTo>
                  <a:pt x="67" y="210"/>
                  <a:pt x="57" y="195"/>
                  <a:pt x="49" y="179"/>
                </a:cubicBezTo>
                <a:cubicBezTo>
                  <a:pt x="47" y="175"/>
                  <a:pt x="45" y="171"/>
                  <a:pt x="43" y="166"/>
                </a:cubicBezTo>
                <a:cubicBezTo>
                  <a:pt x="42" y="163"/>
                  <a:pt x="42" y="163"/>
                  <a:pt x="42" y="163"/>
                </a:cubicBezTo>
                <a:cubicBezTo>
                  <a:pt x="42" y="163"/>
                  <a:pt x="41" y="161"/>
                  <a:pt x="41" y="161"/>
                </a:cubicBezTo>
                <a:cubicBezTo>
                  <a:pt x="40" y="159"/>
                  <a:pt x="40" y="158"/>
                  <a:pt x="39" y="156"/>
                </a:cubicBezTo>
                <a:cubicBezTo>
                  <a:pt x="36" y="147"/>
                  <a:pt x="33" y="139"/>
                  <a:pt x="30" y="130"/>
                </a:cubicBezTo>
                <a:cubicBezTo>
                  <a:pt x="28" y="121"/>
                  <a:pt x="26" y="112"/>
                  <a:pt x="24" y="103"/>
                </a:cubicBezTo>
                <a:cubicBezTo>
                  <a:pt x="24" y="101"/>
                  <a:pt x="23" y="99"/>
                  <a:pt x="23" y="97"/>
                </a:cubicBezTo>
                <a:cubicBezTo>
                  <a:pt x="97" y="97"/>
                  <a:pt x="97" y="97"/>
                  <a:pt x="97" y="97"/>
                </a:cubicBezTo>
                <a:cubicBezTo>
                  <a:pt x="93" y="159"/>
                  <a:pt x="105" y="244"/>
                  <a:pt x="180" y="307"/>
                </a:cubicBezTo>
                <a:cubicBezTo>
                  <a:pt x="168" y="301"/>
                  <a:pt x="156" y="295"/>
                  <a:pt x="146" y="288"/>
                </a:cubicBezTo>
                <a:close/>
                <a:moveTo>
                  <a:pt x="453" y="141"/>
                </a:moveTo>
                <a:cubicBezTo>
                  <a:pt x="388" y="188"/>
                  <a:pt x="388" y="188"/>
                  <a:pt x="388" y="188"/>
                </a:cubicBezTo>
                <a:cubicBezTo>
                  <a:pt x="413" y="266"/>
                  <a:pt x="413" y="266"/>
                  <a:pt x="413" y="266"/>
                </a:cubicBezTo>
                <a:cubicBezTo>
                  <a:pt x="415" y="271"/>
                  <a:pt x="412" y="273"/>
                  <a:pt x="408" y="270"/>
                </a:cubicBezTo>
                <a:cubicBezTo>
                  <a:pt x="342" y="222"/>
                  <a:pt x="342" y="222"/>
                  <a:pt x="342" y="222"/>
                </a:cubicBezTo>
                <a:cubicBezTo>
                  <a:pt x="276" y="270"/>
                  <a:pt x="276" y="270"/>
                  <a:pt x="276" y="270"/>
                </a:cubicBezTo>
                <a:cubicBezTo>
                  <a:pt x="271" y="273"/>
                  <a:pt x="269" y="271"/>
                  <a:pt x="271" y="266"/>
                </a:cubicBezTo>
                <a:cubicBezTo>
                  <a:pt x="296" y="188"/>
                  <a:pt x="296" y="188"/>
                  <a:pt x="296" y="188"/>
                </a:cubicBezTo>
                <a:cubicBezTo>
                  <a:pt x="230" y="141"/>
                  <a:pt x="230" y="141"/>
                  <a:pt x="230" y="141"/>
                </a:cubicBezTo>
                <a:cubicBezTo>
                  <a:pt x="225" y="137"/>
                  <a:pt x="226" y="135"/>
                  <a:pt x="232" y="135"/>
                </a:cubicBezTo>
                <a:cubicBezTo>
                  <a:pt x="314" y="135"/>
                  <a:pt x="314" y="135"/>
                  <a:pt x="314" y="135"/>
                </a:cubicBezTo>
                <a:cubicBezTo>
                  <a:pt x="339" y="57"/>
                  <a:pt x="339" y="57"/>
                  <a:pt x="339" y="57"/>
                </a:cubicBezTo>
                <a:cubicBezTo>
                  <a:pt x="340" y="52"/>
                  <a:pt x="343" y="52"/>
                  <a:pt x="345" y="57"/>
                </a:cubicBezTo>
                <a:cubicBezTo>
                  <a:pt x="370" y="135"/>
                  <a:pt x="370" y="135"/>
                  <a:pt x="370" y="135"/>
                </a:cubicBezTo>
                <a:cubicBezTo>
                  <a:pt x="452" y="135"/>
                  <a:pt x="452" y="135"/>
                  <a:pt x="452" y="135"/>
                </a:cubicBezTo>
                <a:cubicBezTo>
                  <a:pt x="457" y="134"/>
                  <a:pt x="458" y="137"/>
                  <a:pt x="453" y="141"/>
                </a:cubicBezTo>
                <a:close/>
                <a:moveTo>
                  <a:pt x="653" y="103"/>
                </a:moveTo>
                <a:cubicBezTo>
                  <a:pt x="651" y="112"/>
                  <a:pt x="649" y="121"/>
                  <a:pt x="647" y="130"/>
                </a:cubicBezTo>
                <a:cubicBezTo>
                  <a:pt x="644" y="139"/>
                  <a:pt x="641" y="147"/>
                  <a:pt x="638" y="156"/>
                </a:cubicBezTo>
                <a:cubicBezTo>
                  <a:pt x="637" y="158"/>
                  <a:pt x="636" y="159"/>
                  <a:pt x="636" y="161"/>
                </a:cubicBezTo>
                <a:cubicBezTo>
                  <a:pt x="636" y="161"/>
                  <a:pt x="635" y="163"/>
                  <a:pt x="635" y="163"/>
                </a:cubicBezTo>
                <a:cubicBezTo>
                  <a:pt x="634" y="166"/>
                  <a:pt x="634" y="166"/>
                  <a:pt x="634" y="166"/>
                </a:cubicBezTo>
                <a:cubicBezTo>
                  <a:pt x="632" y="171"/>
                  <a:pt x="630" y="175"/>
                  <a:pt x="627" y="179"/>
                </a:cubicBezTo>
                <a:cubicBezTo>
                  <a:pt x="619" y="195"/>
                  <a:pt x="610" y="210"/>
                  <a:pt x="599" y="224"/>
                </a:cubicBezTo>
                <a:cubicBezTo>
                  <a:pt x="599" y="225"/>
                  <a:pt x="598" y="226"/>
                  <a:pt x="598" y="226"/>
                </a:cubicBezTo>
                <a:cubicBezTo>
                  <a:pt x="597" y="227"/>
                  <a:pt x="596" y="228"/>
                  <a:pt x="596" y="229"/>
                </a:cubicBezTo>
                <a:cubicBezTo>
                  <a:pt x="594" y="230"/>
                  <a:pt x="593" y="232"/>
                  <a:pt x="591" y="234"/>
                </a:cubicBezTo>
                <a:cubicBezTo>
                  <a:pt x="588" y="237"/>
                  <a:pt x="585" y="241"/>
                  <a:pt x="582" y="244"/>
                </a:cubicBezTo>
                <a:cubicBezTo>
                  <a:pt x="576" y="251"/>
                  <a:pt x="569" y="257"/>
                  <a:pt x="563" y="263"/>
                </a:cubicBezTo>
                <a:cubicBezTo>
                  <a:pt x="551" y="273"/>
                  <a:pt x="544" y="279"/>
                  <a:pt x="531" y="288"/>
                </a:cubicBezTo>
                <a:cubicBezTo>
                  <a:pt x="520" y="295"/>
                  <a:pt x="509" y="301"/>
                  <a:pt x="497" y="307"/>
                </a:cubicBezTo>
                <a:cubicBezTo>
                  <a:pt x="571" y="244"/>
                  <a:pt x="584" y="159"/>
                  <a:pt x="580" y="97"/>
                </a:cubicBezTo>
                <a:cubicBezTo>
                  <a:pt x="654" y="97"/>
                  <a:pt x="654" y="97"/>
                  <a:pt x="654" y="97"/>
                </a:cubicBezTo>
                <a:cubicBezTo>
                  <a:pt x="653" y="99"/>
                  <a:pt x="653" y="101"/>
                  <a:pt x="653" y="103"/>
                </a:cubicBezTo>
                <a:close/>
                <a:moveTo>
                  <a:pt x="653" y="103"/>
                </a:moveTo>
                <a:cubicBezTo>
                  <a:pt x="653" y="103"/>
                  <a:pt x="653" y="103"/>
                  <a:pt x="653" y="103"/>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28"/>
          <p:cNvSpPr>
            <a:spLocks/>
          </p:cNvSpPr>
          <p:nvPr/>
        </p:nvSpPr>
        <p:spPr bwMode="auto">
          <a:xfrm>
            <a:off x="4410242" y="2954234"/>
            <a:ext cx="323516" cy="325716"/>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135"/>
          <p:cNvSpPr>
            <a:spLocks noEditPoints="1"/>
          </p:cNvSpPr>
          <p:nvPr/>
        </p:nvSpPr>
        <p:spPr bwMode="auto">
          <a:xfrm>
            <a:off x="4431865" y="3624241"/>
            <a:ext cx="280270" cy="26253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103"/>
          <p:cNvSpPr>
            <a:spLocks noEditPoints="1"/>
          </p:cNvSpPr>
          <p:nvPr/>
        </p:nvSpPr>
        <p:spPr bwMode="auto">
          <a:xfrm>
            <a:off x="4469781" y="4263359"/>
            <a:ext cx="204438" cy="301038"/>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62"/>
          <p:cNvSpPr>
            <a:spLocks noEditPoints="1"/>
          </p:cNvSpPr>
          <p:nvPr/>
        </p:nvSpPr>
        <p:spPr bwMode="auto">
          <a:xfrm>
            <a:off x="4436246" y="2327611"/>
            <a:ext cx="271508" cy="273678"/>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p:cTn id="11" dur="500" fill="hold"/>
                                        <p:tgtEl>
                                          <p:spTgt spid="33"/>
                                        </p:tgtEl>
                                        <p:attrNameLst>
                                          <p:attrName>ppt_w</p:attrName>
                                        </p:attrNameLst>
                                      </p:cBhvr>
                                      <p:tavLst>
                                        <p:tav tm="0">
                                          <p:val>
                                            <p:fltVal val="0"/>
                                          </p:val>
                                        </p:tav>
                                        <p:tav tm="100000">
                                          <p:val>
                                            <p:strVal val="#ppt_w"/>
                                          </p:val>
                                        </p:tav>
                                      </p:tavLst>
                                    </p:anim>
                                    <p:anim calcmode="lin" valueType="num">
                                      <p:cBhvr>
                                        <p:cTn id="12" dur="500" fill="hold"/>
                                        <p:tgtEl>
                                          <p:spTgt spid="33"/>
                                        </p:tgtEl>
                                        <p:attrNameLst>
                                          <p:attrName>ppt_h</p:attrName>
                                        </p:attrNameLst>
                                      </p:cBhvr>
                                      <p:tavLst>
                                        <p:tav tm="0">
                                          <p:val>
                                            <p:fltVal val="0"/>
                                          </p:val>
                                        </p:tav>
                                        <p:tav tm="100000">
                                          <p:val>
                                            <p:strVal val="#ppt_h"/>
                                          </p:val>
                                        </p:tav>
                                      </p:tavLst>
                                    </p:anim>
                                    <p:animEffect transition="in" filter="fade">
                                      <p:cBhvr>
                                        <p:cTn id="13" dur="500"/>
                                        <p:tgtEl>
                                          <p:spTgt spid="3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right)">
                                      <p:cBhvr>
                                        <p:cTn id="17" dur="500"/>
                                        <p:tgtEl>
                                          <p:spTgt spid="16"/>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down)">
                                      <p:cBhvr>
                                        <p:cTn id="21" dur="500"/>
                                        <p:tgtEl>
                                          <p:spTgt spid="3"/>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p:cTn id="25" dur="500" fill="hold"/>
                                        <p:tgtEl>
                                          <p:spTgt spid="32"/>
                                        </p:tgtEl>
                                        <p:attrNameLst>
                                          <p:attrName>ppt_w</p:attrName>
                                        </p:attrNameLst>
                                      </p:cBhvr>
                                      <p:tavLst>
                                        <p:tav tm="0">
                                          <p:val>
                                            <p:fltVal val="0"/>
                                          </p:val>
                                        </p:tav>
                                        <p:tav tm="100000">
                                          <p:val>
                                            <p:strVal val="#ppt_w"/>
                                          </p:val>
                                        </p:tav>
                                      </p:tavLst>
                                    </p:anim>
                                    <p:anim calcmode="lin" valueType="num">
                                      <p:cBhvr>
                                        <p:cTn id="26" dur="500" fill="hold"/>
                                        <p:tgtEl>
                                          <p:spTgt spid="32"/>
                                        </p:tgtEl>
                                        <p:attrNameLst>
                                          <p:attrName>ppt_h</p:attrName>
                                        </p:attrNameLst>
                                      </p:cBhvr>
                                      <p:tavLst>
                                        <p:tav tm="0">
                                          <p:val>
                                            <p:fltVal val="0"/>
                                          </p:val>
                                        </p:tav>
                                        <p:tav tm="100000">
                                          <p:val>
                                            <p:strVal val="#ppt_h"/>
                                          </p:val>
                                        </p:tav>
                                      </p:tavLst>
                                    </p:anim>
                                    <p:animEffect transition="in" filter="fade">
                                      <p:cBhvr>
                                        <p:cTn id="27" dur="500"/>
                                        <p:tgtEl>
                                          <p:spTgt spid="32"/>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500"/>
                                        <p:tgtEl>
                                          <p:spTgt spid="23"/>
                                        </p:tgtEl>
                                      </p:cBhvr>
                                    </p:animEffec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wipe(down)">
                                      <p:cBhvr>
                                        <p:cTn id="35" dur="500"/>
                                        <p:tgtEl>
                                          <p:spTgt spid="4"/>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p:cTn id="39" dur="500" fill="hold"/>
                                        <p:tgtEl>
                                          <p:spTgt spid="31"/>
                                        </p:tgtEl>
                                        <p:attrNameLst>
                                          <p:attrName>ppt_w</p:attrName>
                                        </p:attrNameLst>
                                      </p:cBhvr>
                                      <p:tavLst>
                                        <p:tav tm="0">
                                          <p:val>
                                            <p:fltVal val="0"/>
                                          </p:val>
                                        </p:tav>
                                        <p:tav tm="100000">
                                          <p:val>
                                            <p:strVal val="#ppt_w"/>
                                          </p:val>
                                        </p:tav>
                                      </p:tavLst>
                                    </p:anim>
                                    <p:anim calcmode="lin" valueType="num">
                                      <p:cBhvr>
                                        <p:cTn id="40" dur="500" fill="hold"/>
                                        <p:tgtEl>
                                          <p:spTgt spid="31"/>
                                        </p:tgtEl>
                                        <p:attrNameLst>
                                          <p:attrName>ppt_h</p:attrName>
                                        </p:attrNameLst>
                                      </p:cBhvr>
                                      <p:tavLst>
                                        <p:tav tm="0">
                                          <p:val>
                                            <p:fltVal val="0"/>
                                          </p:val>
                                        </p:tav>
                                        <p:tav tm="100000">
                                          <p:val>
                                            <p:strVal val="#ppt_h"/>
                                          </p:val>
                                        </p:tav>
                                      </p:tavLst>
                                    </p:anim>
                                    <p:animEffect transition="in" filter="fade">
                                      <p:cBhvr>
                                        <p:cTn id="41" dur="500"/>
                                        <p:tgtEl>
                                          <p:spTgt spid="31"/>
                                        </p:tgtEl>
                                      </p:cBhvr>
                                    </p:animEffect>
                                  </p:childTnLst>
                                </p:cTn>
                              </p:par>
                            </p:childTnLst>
                          </p:cTn>
                        </p:par>
                        <p:par>
                          <p:cTn id="42" fill="hold">
                            <p:stCondLst>
                              <p:cond delay="4000"/>
                            </p:stCondLst>
                            <p:childTnLst>
                              <p:par>
                                <p:cTn id="43" presetID="22" presetClass="entr" presetSubtype="2" fill="hold" nodeType="after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ipe(right)">
                                      <p:cBhvr>
                                        <p:cTn id="45" dur="500"/>
                                        <p:tgtEl>
                                          <p:spTgt spid="20"/>
                                        </p:tgtEl>
                                      </p:cBhvr>
                                    </p:animEffect>
                                  </p:childTnLst>
                                </p:cTn>
                              </p:par>
                            </p:childTnLst>
                          </p:cTn>
                        </p:par>
                        <p:par>
                          <p:cTn id="46" fill="hold">
                            <p:stCondLst>
                              <p:cond delay="4500"/>
                            </p:stCondLst>
                            <p:childTnLst>
                              <p:par>
                                <p:cTn id="47" presetID="22" presetClass="entr" presetSubtype="4" fill="hold" nodeType="after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wipe(down)">
                                      <p:cBhvr>
                                        <p:cTn id="49" dur="500"/>
                                        <p:tgtEl>
                                          <p:spTgt spid="15"/>
                                        </p:tgtEl>
                                      </p:cBhvr>
                                    </p:animEffect>
                                  </p:childTnLst>
                                </p:cTn>
                              </p:par>
                            </p:childTnLst>
                          </p:cTn>
                        </p:par>
                        <p:par>
                          <p:cTn id="50" fill="hold">
                            <p:stCondLst>
                              <p:cond delay="5000"/>
                            </p:stCondLst>
                            <p:childTnLst>
                              <p:par>
                                <p:cTn id="51" presetID="53" presetClass="entr" presetSubtype="0" fill="hold" grpId="0" nodeType="afterEffect">
                                  <p:stCondLst>
                                    <p:cond delay="0"/>
                                  </p:stCondLst>
                                  <p:childTnLst>
                                    <p:set>
                                      <p:cBhvr>
                                        <p:cTn id="52" dur="1" fill="hold">
                                          <p:stCondLst>
                                            <p:cond delay="0"/>
                                          </p:stCondLst>
                                        </p:cTn>
                                        <p:tgtEl>
                                          <p:spTgt spid="34"/>
                                        </p:tgtEl>
                                        <p:attrNameLst>
                                          <p:attrName>style.visibility</p:attrName>
                                        </p:attrNameLst>
                                      </p:cBhvr>
                                      <p:to>
                                        <p:strVal val="visible"/>
                                      </p:to>
                                    </p:set>
                                    <p:anim calcmode="lin" valueType="num">
                                      <p:cBhvr>
                                        <p:cTn id="53" dur="500" fill="hold"/>
                                        <p:tgtEl>
                                          <p:spTgt spid="34"/>
                                        </p:tgtEl>
                                        <p:attrNameLst>
                                          <p:attrName>ppt_w</p:attrName>
                                        </p:attrNameLst>
                                      </p:cBhvr>
                                      <p:tavLst>
                                        <p:tav tm="0">
                                          <p:val>
                                            <p:fltVal val="0"/>
                                          </p:val>
                                        </p:tav>
                                        <p:tav tm="100000">
                                          <p:val>
                                            <p:strVal val="#ppt_w"/>
                                          </p:val>
                                        </p:tav>
                                      </p:tavLst>
                                    </p:anim>
                                    <p:anim calcmode="lin" valueType="num">
                                      <p:cBhvr>
                                        <p:cTn id="54" dur="500" fill="hold"/>
                                        <p:tgtEl>
                                          <p:spTgt spid="34"/>
                                        </p:tgtEl>
                                        <p:attrNameLst>
                                          <p:attrName>ppt_h</p:attrName>
                                        </p:attrNameLst>
                                      </p:cBhvr>
                                      <p:tavLst>
                                        <p:tav tm="0">
                                          <p:val>
                                            <p:fltVal val="0"/>
                                          </p:val>
                                        </p:tav>
                                        <p:tav tm="100000">
                                          <p:val>
                                            <p:strVal val="#ppt_h"/>
                                          </p:val>
                                        </p:tav>
                                      </p:tavLst>
                                    </p:anim>
                                    <p:animEffect transition="in" filter="fade">
                                      <p:cBhvr>
                                        <p:cTn id="55" dur="500"/>
                                        <p:tgtEl>
                                          <p:spTgt spid="34"/>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ipe(left)">
                                      <p:cBhvr>
                                        <p:cTn id="59" dur="500"/>
                                        <p:tgtEl>
                                          <p:spTgt spid="17"/>
                                        </p:tgtEl>
                                      </p:cBhvr>
                                    </p:animEffect>
                                  </p:childTnLst>
                                </p:cTn>
                              </p:par>
                            </p:childTnLst>
                          </p:cTn>
                        </p:par>
                        <p:par>
                          <p:cTn id="60" fill="hold">
                            <p:stCondLst>
                              <p:cond delay="6000"/>
                            </p:stCondLst>
                            <p:childTnLst>
                              <p:par>
                                <p:cTn id="61" presetID="2" presetClass="entr" presetSubtype="1" accel="50000" decel="5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additive="base">
                                        <p:cTn id="63" dur="500" fill="hold"/>
                                        <p:tgtEl>
                                          <p:spTgt spid="29"/>
                                        </p:tgtEl>
                                        <p:attrNameLst>
                                          <p:attrName>ppt_x</p:attrName>
                                        </p:attrNameLst>
                                      </p:cBhvr>
                                      <p:tavLst>
                                        <p:tav tm="0">
                                          <p:val>
                                            <p:strVal val="#ppt_x"/>
                                          </p:val>
                                        </p:tav>
                                        <p:tav tm="100000">
                                          <p:val>
                                            <p:strVal val="#ppt_x"/>
                                          </p:val>
                                        </p:tav>
                                      </p:tavLst>
                                    </p:anim>
                                    <p:anim calcmode="lin" valueType="num">
                                      <p:cBhvr additive="base">
                                        <p:cTn id="64" dur="500" fill="hold"/>
                                        <p:tgtEl>
                                          <p:spTgt spid="2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1" grpId="0" animBg="1"/>
      <p:bldP spid="32" grpId="0" animBg="1"/>
      <p:bldP spid="33" grpId="0" animBg="1"/>
      <p:bldP spid="34"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Take Great Steps</a:t>
            </a:r>
            <a:endParaRPr lang="en-US" dirty="0"/>
          </a:p>
        </p:txBody>
      </p:sp>
      <p:sp>
        <p:nvSpPr>
          <p:cNvPr id="8" name="Text Placeholder 7"/>
          <p:cNvSpPr>
            <a:spLocks noGrp="1"/>
          </p:cNvSpPr>
          <p:nvPr>
            <p:ph type="body" sz="half" idx="2"/>
          </p:nvPr>
        </p:nvSpPr>
        <p:spPr/>
        <p:txBody>
          <a:bodyPr/>
          <a:lstStyle/>
          <a:p>
            <a:r>
              <a:rPr lang="en-US"/>
              <a:t>Take Great Steps</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165</a:t>
            </a:fld>
            <a:endParaRPr lang="en-US" dirty="0"/>
          </a:p>
        </p:txBody>
      </p:sp>
      <p:cxnSp>
        <p:nvCxnSpPr>
          <p:cNvPr id="23" name="Straight Connector 22"/>
          <p:cNvCxnSpPr/>
          <p:nvPr/>
        </p:nvCxnSpPr>
        <p:spPr>
          <a:xfrm rot="5400000">
            <a:off x="1900932" y="2958329"/>
            <a:ext cx="787872" cy="1588"/>
          </a:xfrm>
          <a:prstGeom prst="line">
            <a:avLst/>
          </a:prstGeom>
          <a:ln w="19050">
            <a:solidFill>
              <a:schemeClr val="accent1"/>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008587" y="739228"/>
            <a:ext cx="769763" cy="276999"/>
          </a:xfrm>
          <a:prstGeom prst="rect">
            <a:avLst/>
          </a:prstGeom>
          <a:noFill/>
        </p:spPr>
        <p:txBody>
          <a:bodyPr wrap="none" rtlCol="0">
            <a:spAutoFit/>
          </a:bodyPr>
          <a:lstStyle/>
          <a:p>
            <a:pPr algn="ctr"/>
            <a:r>
              <a:rPr lang="id-ID" sz="1200" b="1" dirty="0">
                <a:solidFill>
                  <a:schemeClr val="accent5"/>
                </a:solidFill>
                <a:latin typeface="+mj-lt"/>
              </a:rPr>
              <a:t>Success</a:t>
            </a:r>
          </a:p>
        </p:txBody>
      </p:sp>
      <p:sp>
        <p:nvSpPr>
          <p:cNvPr id="34" name="AutoShape 15"/>
          <p:cNvSpPr>
            <a:spLocks/>
          </p:cNvSpPr>
          <p:nvPr/>
        </p:nvSpPr>
        <p:spPr bwMode="auto">
          <a:xfrm>
            <a:off x="4444430" y="1507137"/>
            <a:ext cx="865187" cy="307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ctr">
              <a:defRPr/>
            </a:pPr>
            <a:r>
              <a:rPr lang="id-ID" sz="1200" b="1" dirty="0">
                <a:solidFill>
                  <a:schemeClr val="accent3"/>
                </a:solidFill>
              </a:rPr>
              <a:t>Strategic</a:t>
            </a:r>
            <a:endParaRPr lang="es-ES" sz="1200" dirty="0">
              <a:solidFill>
                <a:schemeClr val="accent3"/>
              </a:solidFill>
              <a:latin typeface="Calibri" charset="0"/>
              <a:ea typeface="ＭＳ Ｐゴシック" charset="0"/>
              <a:cs typeface="Calibri" charset="0"/>
              <a:sym typeface="Calibri" charset="0"/>
            </a:endParaRPr>
          </a:p>
        </p:txBody>
      </p:sp>
      <p:sp>
        <p:nvSpPr>
          <p:cNvPr id="35" name="Rectangle 34"/>
          <p:cNvSpPr/>
          <p:nvPr/>
        </p:nvSpPr>
        <p:spPr>
          <a:xfrm>
            <a:off x="3225230" y="1899160"/>
            <a:ext cx="776495" cy="276999"/>
          </a:xfrm>
          <a:prstGeom prst="rect">
            <a:avLst/>
          </a:prstGeom>
        </p:spPr>
        <p:txBody>
          <a:bodyPr wrap="none">
            <a:spAutoFit/>
          </a:bodyPr>
          <a:lstStyle/>
          <a:p>
            <a:pPr algn="ctr"/>
            <a:r>
              <a:rPr lang="id-ID" sz="1200" b="1" dirty="0">
                <a:solidFill>
                  <a:schemeClr val="accent2"/>
                </a:solidFill>
              </a:rPr>
              <a:t>Energetic</a:t>
            </a:r>
          </a:p>
        </p:txBody>
      </p:sp>
      <p:sp>
        <p:nvSpPr>
          <p:cNvPr id="36" name="Rectangle 35"/>
          <p:cNvSpPr/>
          <p:nvPr/>
        </p:nvSpPr>
        <p:spPr>
          <a:xfrm>
            <a:off x="5572125" y="1140693"/>
            <a:ext cx="1010213" cy="276999"/>
          </a:xfrm>
          <a:prstGeom prst="rect">
            <a:avLst/>
          </a:prstGeom>
        </p:spPr>
        <p:txBody>
          <a:bodyPr wrap="none">
            <a:spAutoFit/>
          </a:bodyPr>
          <a:lstStyle/>
          <a:p>
            <a:pPr algn="ctr"/>
            <a:r>
              <a:rPr lang="en-US" sz="1200" b="1" dirty="0">
                <a:solidFill>
                  <a:schemeClr val="accent4"/>
                </a:solidFill>
              </a:rPr>
              <a:t>Development </a:t>
            </a:r>
          </a:p>
        </p:txBody>
      </p:sp>
      <p:sp>
        <p:nvSpPr>
          <p:cNvPr id="37" name="Rectangle 36"/>
          <p:cNvSpPr/>
          <p:nvPr/>
        </p:nvSpPr>
        <p:spPr>
          <a:xfrm>
            <a:off x="1899220" y="2226543"/>
            <a:ext cx="806631" cy="276999"/>
          </a:xfrm>
          <a:prstGeom prst="rect">
            <a:avLst/>
          </a:prstGeom>
        </p:spPr>
        <p:txBody>
          <a:bodyPr wrap="none">
            <a:spAutoFit/>
          </a:bodyPr>
          <a:lstStyle/>
          <a:p>
            <a:r>
              <a:rPr lang="en-US" sz="1200" b="1" dirty="0">
                <a:solidFill>
                  <a:schemeClr val="accent1"/>
                </a:solidFill>
              </a:rPr>
              <a:t>Continuity</a:t>
            </a:r>
            <a:endParaRPr lang="en-US" sz="1200" dirty="0">
              <a:solidFill>
                <a:schemeClr val="accent1"/>
              </a:solidFill>
            </a:endParaRPr>
          </a:p>
        </p:txBody>
      </p:sp>
      <p:sp>
        <p:nvSpPr>
          <p:cNvPr id="38" name="Freeform 37"/>
          <p:cNvSpPr>
            <a:spLocks noEditPoints="1"/>
          </p:cNvSpPr>
          <p:nvPr/>
        </p:nvSpPr>
        <p:spPr bwMode="auto">
          <a:xfrm rot="898892">
            <a:off x="616862" y="2277715"/>
            <a:ext cx="1393019" cy="1418425"/>
          </a:xfrm>
          <a:custGeom>
            <a:avLst/>
            <a:gdLst>
              <a:gd name="T0" fmla="*/ 135 w 672"/>
              <a:gd name="T1" fmla="*/ 480 h 684"/>
              <a:gd name="T2" fmla="*/ 153 w 672"/>
              <a:gd name="T3" fmla="*/ 484 h 684"/>
              <a:gd name="T4" fmla="*/ 222 w 672"/>
              <a:gd name="T5" fmla="*/ 369 h 684"/>
              <a:gd name="T6" fmla="*/ 195 w 672"/>
              <a:gd name="T7" fmla="*/ 345 h 684"/>
              <a:gd name="T8" fmla="*/ 178 w 672"/>
              <a:gd name="T9" fmla="*/ 318 h 684"/>
              <a:gd name="T10" fmla="*/ 165 w 672"/>
              <a:gd name="T11" fmla="*/ 281 h 684"/>
              <a:gd name="T12" fmla="*/ 176 w 672"/>
              <a:gd name="T13" fmla="*/ 218 h 684"/>
              <a:gd name="T14" fmla="*/ 214 w 672"/>
              <a:gd name="T15" fmla="*/ 190 h 684"/>
              <a:gd name="T16" fmla="*/ 206 w 672"/>
              <a:gd name="T17" fmla="*/ 334 h 684"/>
              <a:gd name="T18" fmla="*/ 270 w 672"/>
              <a:gd name="T19" fmla="*/ 354 h 684"/>
              <a:gd name="T20" fmla="*/ 293 w 672"/>
              <a:gd name="T21" fmla="*/ 388 h 684"/>
              <a:gd name="T22" fmla="*/ 313 w 672"/>
              <a:gd name="T23" fmla="*/ 440 h 684"/>
              <a:gd name="T24" fmla="*/ 270 w 672"/>
              <a:gd name="T25" fmla="*/ 537 h 684"/>
              <a:gd name="T26" fmla="*/ 229 w 672"/>
              <a:gd name="T27" fmla="*/ 590 h 684"/>
              <a:gd name="T28" fmla="*/ 231 w 672"/>
              <a:gd name="T29" fmla="*/ 634 h 684"/>
              <a:gd name="T30" fmla="*/ 300 w 672"/>
              <a:gd name="T31" fmla="*/ 671 h 684"/>
              <a:gd name="T32" fmla="*/ 279 w 672"/>
              <a:gd name="T33" fmla="*/ 637 h 684"/>
              <a:gd name="T34" fmla="*/ 275 w 672"/>
              <a:gd name="T35" fmla="*/ 617 h 684"/>
              <a:gd name="T36" fmla="*/ 310 w 672"/>
              <a:gd name="T37" fmla="*/ 606 h 684"/>
              <a:gd name="T38" fmla="*/ 332 w 672"/>
              <a:gd name="T39" fmla="*/ 529 h 684"/>
              <a:gd name="T40" fmla="*/ 376 w 672"/>
              <a:gd name="T41" fmla="*/ 400 h 684"/>
              <a:gd name="T42" fmla="*/ 424 w 672"/>
              <a:gd name="T43" fmla="*/ 326 h 684"/>
              <a:gd name="T44" fmla="*/ 490 w 672"/>
              <a:gd name="T45" fmla="*/ 346 h 684"/>
              <a:gd name="T46" fmla="*/ 531 w 672"/>
              <a:gd name="T47" fmla="*/ 390 h 684"/>
              <a:gd name="T48" fmla="*/ 563 w 672"/>
              <a:gd name="T49" fmla="*/ 422 h 684"/>
              <a:gd name="T50" fmla="*/ 578 w 672"/>
              <a:gd name="T51" fmla="*/ 455 h 684"/>
              <a:gd name="T52" fmla="*/ 624 w 672"/>
              <a:gd name="T53" fmla="*/ 444 h 684"/>
              <a:gd name="T54" fmla="*/ 643 w 672"/>
              <a:gd name="T55" fmla="*/ 403 h 684"/>
              <a:gd name="T56" fmla="*/ 604 w 672"/>
              <a:gd name="T57" fmla="*/ 405 h 684"/>
              <a:gd name="T58" fmla="*/ 586 w 672"/>
              <a:gd name="T59" fmla="*/ 399 h 684"/>
              <a:gd name="T60" fmla="*/ 565 w 672"/>
              <a:gd name="T61" fmla="*/ 379 h 684"/>
              <a:gd name="T62" fmla="*/ 527 w 672"/>
              <a:gd name="T63" fmla="*/ 321 h 684"/>
              <a:gd name="T64" fmla="*/ 493 w 672"/>
              <a:gd name="T65" fmla="*/ 271 h 684"/>
              <a:gd name="T66" fmla="*/ 420 w 672"/>
              <a:gd name="T67" fmla="*/ 265 h 684"/>
              <a:gd name="T68" fmla="*/ 397 w 672"/>
              <a:gd name="T69" fmla="*/ 225 h 684"/>
              <a:gd name="T70" fmla="*/ 443 w 672"/>
              <a:gd name="T71" fmla="*/ 187 h 684"/>
              <a:gd name="T72" fmla="*/ 483 w 672"/>
              <a:gd name="T73" fmla="*/ 138 h 684"/>
              <a:gd name="T74" fmla="*/ 479 w 672"/>
              <a:gd name="T75" fmla="*/ 126 h 684"/>
              <a:gd name="T76" fmla="*/ 466 w 672"/>
              <a:gd name="T77" fmla="*/ 129 h 684"/>
              <a:gd name="T78" fmla="*/ 456 w 672"/>
              <a:gd name="T79" fmla="*/ 134 h 684"/>
              <a:gd name="T80" fmla="*/ 448 w 672"/>
              <a:gd name="T81" fmla="*/ 130 h 684"/>
              <a:gd name="T82" fmla="*/ 424 w 672"/>
              <a:gd name="T83" fmla="*/ 129 h 684"/>
              <a:gd name="T84" fmla="*/ 413 w 672"/>
              <a:gd name="T85" fmla="*/ 175 h 684"/>
              <a:gd name="T86" fmla="*/ 370 w 672"/>
              <a:gd name="T87" fmla="*/ 195 h 684"/>
              <a:gd name="T88" fmla="*/ 333 w 672"/>
              <a:gd name="T89" fmla="*/ 134 h 684"/>
              <a:gd name="T90" fmla="*/ 306 w 672"/>
              <a:gd name="T91" fmla="*/ 95 h 684"/>
              <a:gd name="T92" fmla="*/ 321 w 672"/>
              <a:gd name="T93" fmla="*/ 66 h 684"/>
              <a:gd name="T94" fmla="*/ 314 w 672"/>
              <a:gd name="T95" fmla="*/ 31 h 684"/>
              <a:gd name="T96" fmla="*/ 303 w 672"/>
              <a:gd name="T97" fmla="*/ 6 h 684"/>
              <a:gd name="T98" fmla="*/ 243 w 672"/>
              <a:gd name="T99" fmla="*/ 17 h 684"/>
              <a:gd name="T100" fmla="*/ 240 w 672"/>
              <a:gd name="T101" fmla="*/ 61 h 684"/>
              <a:gd name="T102" fmla="*/ 254 w 672"/>
              <a:gd name="T103" fmla="*/ 79 h 684"/>
              <a:gd name="T104" fmla="*/ 205 w 672"/>
              <a:gd name="T105" fmla="*/ 106 h 684"/>
              <a:gd name="T106" fmla="*/ 175 w 672"/>
              <a:gd name="T107" fmla="*/ 135 h 684"/>
              <a:gd name="T108" fmla="*/ 125 w 672"/>
              <a:gd name="T109" fmla="*/ 237 h 684"/>
              <a:gd name="T110" fmla="*/ 135 w 672"/>
              <a:gd name="T111" fmla="*/ 282 h 684"/>
              <a:gd name="T112" fmla="*/ 101 w 672"/>
              <a:gd name="T113" fmla="*/ 287 h 684"/>
              <a:gd name="T114" fmla="*/ 66 w 672"/>
              <a:gd name="T115" fmla="*/ 274 h 684"/>
              <a:gd name="T116" fmla="*/ 132 w 672"/>
              <a:gd name="T117" fmla="*/ 307 h 684"/>
              <a:gd name="T118" fmla="*/ 146 w 672"/>
              <a:gd name="T119" fmla="*/ 309 h 684"/>
              <a:gd name="T120" fmla="*/ 164 w 672"/>
              <a:gd name="T121" fmla="*/ 319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2" h="684">
                <a:moveTo>
                  <a:pt x="4" y="397"/>
                </a:moveTo>
                <a:cubicBezTo>
                  <a:pt x="5" y="397"/>
                  <a:pt x="6" y="397"/>
                  <a:pt x="7" y="398"/>
                </a:cubicBezTo>
                <a:cubicBezTo>
                  <a:pt x="8" y="398"/>
                  <a:pt x="9" y="399"/>
                  <a:pt x="9" y="399"/>
                </a:cubicBezTo>
                <a:cubicBezTo>
                  <a:pt x="9" y="399"/>
                  <a:pt x="9" y="399"/>
                  <a:pt x="9" y="401"/>
                </a:cubicBezTo>
                <a:cubicBezTo>
                  <a:pt x="9" y="402"/>
                  <a:pt x="10" y="403"/>
                  <a:pt x="12" y="403"/>
                </a:cubicBezTo>
                <a:cubicBezTo>
                  <a:pt x="13" y="404"/>
                  <a:pt x="15" y="403"/>
                  <a:pt x="15" y="403"/>
                </a:cubicBezTo>
                <a:cubicBezTo>
                  <a:pt x="15" y="403"/>
                  <a:pt x="48" y="424"/>
                  <a:pt x="55" y="429"/>
                </a:cubicBezTo>
                <a:cubicBezTo>
                  <a:pt x="63" y="433"/>
                  <a:pt x="80" y="444"/>
                  <a:pt x="88" y="450"/>
                </a:cubicBezTo>
                <a:cubicBezTo>
                  <a:pt x="97" y="455"/>
                  <a:pt x="108" y="462"/>
                  <a:pt x="114" y="466"/>
                </a:cubicBezTo>
                <a:cubicBezTo>
                  <a:pt x="120" y="470"/>
                  <a:pt x="126" y="474"/>
                  <a:pt x="129" y="476"/>
                </a:cubicBezTo>
                <a:cubicBezTo>
                  <a:pt x="133" y="478"/>
                  <a:pt x="135" y="479"/>
                  <a:pt x="135" y="479"/>
                </a:cubicBezTo>
                <a:cubicBezTo>
                  <a:pt x="135" y="479"/>
                  <a:pt x="135" y="480"/>
                  <a:pt x="135" y="480"/>
                </a:cubicBezTo>
                <a:cubicBezTo>
                  <a:pt x="135" y="480"/>
                  <a:pt x="134" y="481"/>
                  <a:pt x="135" y="482"/>
                </a:cubicBezTo>
                <a:cubicBezTo>
                  <a:pt x="136" y="483"/>
                  <a:pt x="136" y="483"/>
                  <a:pt x="138" y="483"/>
                </a:cubicBezTo>
                <a:cubicBezTo>
                  <a:pt x="139" y="484"/>
                  <a:pt x="140" y="483"/>
                  <a:pt x="140" y="483"/>
                </a:cubicBezTo>
                <a:cubicBezTo>
                  <a:pt x="140" y="483"/>
                  <a:pt x="141" y="483"/>
                  <a:pt x="141" y="484"/>
                </a:cubicBezTo>
                <a:cubicBezTo>
                  <a:pt x="141" y="484"/>
                  <a:pt x="142" y="484"/>
                  <a:pt x="142" y="485"/>
                </a:cubicBezTo>
                <a:cubicBezTo>
                  <a:pt x="143" y="486"/>
                  <a:pt x="144" y="486"/>
                  <a:pt x="144" y="487"/>
                </a:cubicBezTo>
                <a:cubicBezTo>
                  <a:pt x="145" y="488"/>
                  <a:pt x="146" y="488"/>
                  <a:pt x="146" y="488"/>
                </a:cubicBezTo>
                <a:cubicBezTo>
                  <a:pt x="147" y="488"/>
                  <a:pt x="148" y="487"/>
                  <a:pt x="148" y="487"/>
                </a:cubicBezTo>
                <a:cubicBezTo>
                  <a:pt x="148" y="487"/>
                  <a:pt x="149" y="487"/>
                  <a:pt x="149" y="486"/>
                </a:cubicBezTo>
                <a:cubicBezTo>
                  <a:pt x="150" y="485"/>
                  <a:pt x="150" y="485"/>
                  <a:pt x="150" y="485"/>
                </a:cubicBezTo>
                <a:cubicBezTo>
                  <a:pt x="150" y="485"/>
                  <a:pt x="151" y="485"/>
                  <a:pt x="151" y="485"/>
                </a:cubicBezTo>
                <a:cubicBezTo>
                  <a:pt x="151" y="485"/>
                  <a:pt x="153" y="484"/>
                  <a:pt x="153" y="484"/>
                </a:cubicBezTo>
                <a:cubicBezTo>
                  <a:pt x="153" y="484"/>
                  <a:pt x="153" y="484"/>
                  <a:pt x="154" y="485"/>
                </a:cubicBezTo>
                <a:cubicBezTo>
                  <a:pt x="154" y="485"/>
                  <a:pt x="156" y="484"/>
                  <a:pt x="156" y="484"/>
                </a:cubicBezTo>
                <a:cubicBezTo>
                  <a:pt x="156" y="484"/>
                  <a:pt x="157" y="484"/>
                  <a:pt x="157" y="484"/>
                </a:cubicBezTo>
                <a:cubicBezTo>
                  <a:pt x="158" y="483"/>
                  <a:pt x="158" y="482"/>
                  <a:pt x="158" y="482"/>
                </a:cubicBezTo>
                <a:cubicBezTo>
                  <a:pt x="159" y="481"/>
                  <a:pt x="159" y="480"/>
                  <a:pt x="160" y="479"/>
                </a:cubicBezTo>
                <a:cubicBezTo>
                  <a:pt x="160" y="478"/>
                  <a:pt x="160" y="478"/>
                  <a:pt x="160" y="478"/>
                </a:cubicBezTo>
                <a:cubicBezTo>
                  <a:pt x="160" y="478"/>
                  <a:pt x="168" y="463"/>
                  <a:pt x="171" y="458"/>
                </a:cubicBezTo>
                <a:cubicBezTo>
                  <a:pt x="175" y="452"/>
                  <a:pt x="185" y="433"/>
                  <a:pt x="190" y="424"/>
                </a:cubicBezTo>
                <a:cubicBezTo>
                  <a:pt x="195" y="415"/>
                  <a:pt x="202" y="403"/>
                  <a:pt x="206" y="396"/>
                </a:cubicBezTo>
                <a:cubicBezTo>
                  <a:pt x="210" y="388"/>
                  <a:pt x="218" y="375"/>
                  <a:pt x="219" y="373"/>
                </a:cubicBezTo>
                <a:cubicBezTo>
                  <a:pt x="219" y="372"/>
                  <a:pt x="220" y="371"/>
                  <a:pt x="220" y="371"/>
                </a:cubicBezTo>
                <a:cubicBezTo>
                  <a:pt x="221" y="370"/>
                  <a:pt x="221" y="370"/>
                  <a:pt x="222" y="369"/>
                </a:cubicBezTo>
                <a:cubicBezTo>
                  <a:pt x="222" y="368"/>
                  <a:pt x="223" y="368"/>
                  <a:pt x="223" y="368"/>
                </a:cubicBezTo>
                <a:cubicBezTo>
                  <a:pt x="224" y="367"/>
                  <a:pt x="225" y="366"/>
                  <a:pt x="224" y="365"/>
                </a:cubicBezTo>
                <a:cubicBezTo>
                  <a:pt x="224" y="363"/>
                  <a:pt x="222" y="363"/>
                  <a:pt x="221" y="363"/>
                </a:cubicBezTo>
                <a:cubicBezTo>
                  <a:pt x="220" y="362"/>
                  <a:pt x="219" y="361"/>
                  <a:pt x="219" y="361"/>
                </a:cubicBezTo>
                <a:cubicBezTo>
                  <a:pt x="218" y="361"/>
                  <a:pt x="218" y="361"/>
                  <a:pt x="217" y="360"/>
                </a:cubicBezTo>
                <a:cubicBezTo>
                  <a:pt x="216" y="359"/>
                  <a:pt x="211" y="356"/>
                  <a:pt x="208" y="355"/>
                </a:cubicBezTo>
                <a:cubicBezTo>
                  <a:pt x="205" y="353"/>
                  <a:pt x="202" y="351"/>
                  <a:pt x="202" y="351"/>
                </a:cubicBezTo>
                <a:cubicBezTo>
                  <a:pt x="202" y="351"/>
                  <a:pt x="202" y="351"/>
                  <a:pt x="202" y="350"/>
                </a:cubicBezTo>
                <a:cubicBezTo>
                  <a:pt x="203" y="349"/>
                  <a:pt x="202" y="349"/>
                  <a:pt x="202" y="349"/>
                </a:cubicBezTo>
                <a:cubicBezTo>
                  <a:pt x="201" y="349"/>
                  <a:pt x="201" y="349"/>
                  <a:pt x="201" y="348"/>
                </a:cubicBezTo>
                <a:cubicBezTo>
                  <a:pt x="201" y="348"/>
                  <a:pt x="199" y="347"/>
                  <a:pt x="197" y="346"/>
                </a:cubicBezTo>
                <a:cubicBezTo>
                  <a:pt x="196" y="345"/>
                  <a:pt x="195" y="345"/>
                  <a:pt x="195" y="345"/>
                </a:cubicBezTo>
                <a:cubicBezTo>
                  <a:pt x="194" y="346"/>
                  <a:pt x="193" y="346"/>
                  <a:pt x="193" y="346"/>
                </a:cubicBezTo>
                <a:cubicBezTo>
                  <a:pt x="193" y="346"/>
                  <a:pt x="172" y="332"/>
                  <a:pt x="170" y="331"/>
                </a:cubicBezTo>
                <a:cubicBezTo>
                  <a:pt x="168" y="330"/>
                  <a:pt x="166" y="328"/>
                  <a:pt x="166" y="328"/>
                </a:cubicBezTo>
                <a:cubicBezTo>
                  <a:pt x="166" y="328"/>
                  <a:pt x="166" y="327"/>
                  <a:pt x="166" y="327"/>
                </a:cubicBezTo>
                <a:cubicBezTo>
                  <a:pt x="167" y="326"/>
                  <a:pt x="166" y="326"/>
                  <a:pt x="166" y="326"/>
                </a:cubicBezTo>
                <a:cubicBezTo>
                  <a:pt x="166" y="326"/>
                  <a:pt x="166" y="325"/>
                  <a:pt x="167" y="325"/>
                </a:cubicBezTo>
                <a:cubicBezTo>
                  <a:pt x="167" y="324"/>
                  <a:pt x="168" y="324"/>
                  <a:pt x="168" y="324"/>
                </a:cubicBezTo>
                <a:cubicBezTo>
                  <a:pt x="169" y="324"/>
                  <a:pt x="169" y="323"/>
                  <a:pt x="171" y="321"/>
                </a:cubicBezTo>
                <a:cubicBezTo>
                  <a:pt x="173" y="318"/>
                  <a:pt x="173" y="317"/>
                  <a:pt x="173" y="317"/>
                </a:cubicBezTo>
                <a:cubicBezTo>
                  <a:pt x="173" y="317"/>
                  <a:pt x="173" y="317"/>
                  <a:pt x="174" y="316"/>
                </a:cubicBezTo>
                <a:cubicBezTo>
                  <a:pt x="174" y="316"/>
                  <a:pt x="174" y="317"/>
                  <a:pt x="176" y="317"/>
                </a:cubicBezTo>
                <a:cubicBezTo>
                  <a:pt x="177" y="318"/>
                  <a:pt x="177" y="318"/>
                  <a:pt x="178" y="318"/>
                </a:cubicBezTo>
                <a:cubicBezTo>
                  <a:pt x="178" y="317"/>
                  <a:pt x="179" y="317"/>
                  <a:pt x="178" y="315"/>
                </a:cubicBezTo>
                <a:cubicBezTo>
                  <a:pt x="178" y="314"/>
                  <a:pt x="177" y="311"/>
                  <a:pt x="177" y="311"/>
                </a:cubicBezTo>
                <a:cubicBezTo>
                  <a:pt x="177" y="311"/>
                  <a:pt x="177" y="311"/>
                  <a:pt x="177" y="310"/>
                </a:cubicBezTo>
                <a:cubicBezTo>
                  <a:pt x="177" y="309"/>
                  <a:pt x="177" y="308"/>
                  <a:pt x="177" y="306"/>
                </a:cubicBezTo>
                <a:cubicBezTo>
                  <a:pt x="178" y="305"/>
                  <a:pt x="177" y="304"/>
                  <a:pt x="177" y="302"/>
                </a:cubicBezTo>
                <a:cubicBezTo>
                  <a:pt x="176" y="301"/>
                  <a:pt x="176" y="300"/>
                  <a:pt x="175" y="298"/>
                </a:cubicBezTo>
                <a:cubicBezTo>
                  <a:pt x="175" y="296"/>
                  <a:pt x="175" y="295"/>
                  <a:pt x="175" y="294"/>
                </a:cubicBezTo>
                <a:cubicBezTo>
                  <a:pt x="175" y="292"/>
                  <a:pt x="174" y="291"/>
                  <a:pt x="173" y="290"/>
                </a:cubicBezTo>
                <a:cubicBezTo>
                  <a:pt x="172" y="289"/>
                  <a:pt x="171" y="287"/>
                  <a:pt x="170" y="287"/>
                </a:cubicBezTo>
                <a:cubicBezTo>
                  <a:pt x="170" y="286"/>
                  <a:pt x="169" y="285"/>
                  <a:pt x="168" y="284"/>
                </a:cubicBezTo>
                <a:cubicBezTo>
                  <a:pt x="168" y="284"/>
                  <a:pt x="168" y="283"/>
                  <a:pt x="167" y="282"/>
                </a:cubicBezTo>
                <a:cubicBezTo>
                  <a:pt x="166" y="282"/>
                  <a:pt x="165" y="281"/>
                  <a:pt x="165" y="281"/>
                </a:cubicBezTo>
                <a:cubicBezTo>
                  <a:pt x="165" y="281"/>
                  <a:pt x="166" y="281"/>
                  <a:pt x="166" y="280"/>
                </a:cubicBezTo>
                <a:cubicBezTo>
                  <a:pt x="167" y="280"/>
                  <a:pt x="167" y="280"/>
                  <a:pt x="167" y="278"/>
                </a:cubicBezTo>
                <a:cubicBezTo>
                  <a:pt x="167" y="276"/>
                  <a:pt x="167" y="275"/>
                  <a:pt x="168" y="271"/>
                </a:cubicBezTo>
                <a:cubicBezTo>
                  <a:pt x="168" y="267"/>
                  <a:pt x="168" y="266"/>
                  <a:pt x="169" y="262"/>
                </a:cubicBezTo>
                <a:cubicBezTo>
                  <a:pt x="169" y="258"/>
                  <a:pt x="169" y="256"/>
                  <a:pt x="170" y="253"/>
                </a:cubicBezTo>
                <a:cubicBezTo>
                  <a:pt x="170" y="250"/>
                  <a:pt x="171" y="248"/>
                  <a:pt x="171" y="245"/>
                </a:cubicBezTo>
                <a:cubicBezTo>
                  <a:pt x="172" y="242"/>
                  <a:pt x="172" y="241"/>
                  <a:pt x="172" y="240"/>
                </a:cubicBezTo>
                <a:cubicBezTo>
                  <a:pt x="172" y="238"/>
                  <a:pt x="172" y="237"/>
                  <a:pt x="172" y="235"/>
                </a:cubicBezTo>
                <a:cubicBezTo>
                  <a:pt x="172" y="234"/>
                  <a:pt x="172" y="233"/>
                  <a:pt x="172" y="231"/>
                </a:cubicBezTo>
                <a:cubicBezTo>
                  <a:pt x="172" y="229"/>
                  <a:pt x="173" y="228"/>
                  <a:pt x="173" y="227"/>
                </a:cubicBezTo>
                <a:cubicBezTo>
                  <a:pt x="174" y="225"/>
                  <a:pt x="174" y="224"/>
                  <a:pt x="175" y="223"/>
                </a:cubicBezTo>
                <a:cubicBezTo>
                  <a:pt x="175" y="222"/>
                  <a:pt x="176" y="221"/>
                  <a:pt x="176" y="218"/>
                </a:cubicBezTo>
                <a:cubicBezTo>
                  <a:pt x="177" y="216"/>
                  <a:pt x="177" y="215"/>
                  <a:pt x="177" y="213"/>
                </a:cubicBezTo>
                <a:cubicBezTo>
                  <a:pt x="178" y="211"/>
                  <a:pt x="177" y="209"/>
                  <a:pt x="177" y="209"/>
                </a:cubicBezTo>
                <a:cubicBezTo>
                  <a:pt x="177" y="209"/>
                  <a:pt x="178" y="209"/>
                  <a:pt x="179" y="208"/>
                </a:cubicBezTo>
                <a:cubicBezTo>
                  <a:pt x="180" y="206"/>
                  <a:pt x="181" y="205"/>
                  <a:pt x="183" y="202"/>
                </a:cubicBezTo>
                <a:cubicBezTo>
                  <a:pt x="185" y="200"/>
                  <a:pt x="186" y="199"/>
                  <a:pt x="187" y="198"/>
                </a:cubicBezTo>
                <a:cubicBezTo>
                  <a:pt x="188" y="197"/>
                  <a:pt x="188" y="196"/>
                  <a:pt x="189" y="195"/>
                </a:cubicBezTo>
                <a:cubicBezTo>
                  <a:pt x="192" y="193"/>
                  <a:pt x="194" y="191"/>
                  <a:pt x="198" y="188"/>
                </a:cubicBezTo>
                <a:cubicBezTo>
                  <a:pt x="202" y="185"/>
                  <a:pt x="205" y="182"/>
                  <a:pt x="207" y="180"/>
                </a:cubicBezTo>
                <a:cubicBezTo>
                  <a:pt x="209" y="178"/>
                  <a:pt x="210" y="178"/>
                  <a:pt x="210" y="178"/>
                </a:cubicBezTo>
                <a:cubicBezTo>
                  <a:pt x="210" y="178"/>
                  <a:pt x="210" y="178"/>
                  <a:pt x="211" y="180"/>
                </a:cubicBezTo>
                <a:cubicBezTo>
                  <a:pt x="211" y="181"/>
                  <a:pt x="212" y="182"/>
                  <a:pt x="212" y="184"/>
                </a:cubicBezTo>
                <a:cubicBezTo>
                  <a:pt x="213" y="185"/>
                  <a:pt x="213" y="187"/>
                  <a:pt x="214" y="190"/>
                </a:cubicBezTo>
                <a:cubicBezTo>
                  <a:pt x="214" y="192"/>
                  <a:pt x="214" y="194"/>
                  <a:pt x="213" y="199"/>
                </a:cubicBezTo>
                <a:cubicBezTo>
                  <a:pt x="213" y="204"/>
                  <a:pt x="212" y="208"/>
                  <a:pt x="211" y="212"/>
                </a:cubicBezTo>
                <a:cubicBezTo>
                  <a:pt x="211" y="217"/>
                  <a:pt x="210" y="221"/>
                  <a:pt x="210" y="222"/>
                </a:cubicBezTo>
                <a:cubicBezTo>
                  <a:pt x="209" y="223"/>
                  <a:pt x="209" y="224"/>
                  <a:pt x="208" y="226"/>
                </a:cubicBezTo>
                <a:cubicBezTo>
                  <a:pt x="206" y="228"/>
                  <a:pt x="205" y="229"/>
                  <a:pt x="204" y="231"/>
                </a:cubicBezTo>
                <a:cubicBezTo>
                  <a:pt x="204" y="233"/>
                  <a:pt x="204" y="235"/>
                  <a:pt x="204" y="242"/>
                </a:cubicBezTo>
                <a:cubicBezTo>
                  <a:pt x="204" y="248"/>
                  <a:pt x="203" y="260"/>
                  <a:pt x="203" y="268"/>
                </a:cubicBezTo>
                <a:cubicBezTo>
                  <a:pt x="203" y="276"/>
                  <a:pt x="203" y="283"/>
                  <a:pt x="202" y="290"/>
                </a:cubicBezTo>
                <a:cubicBezTo>
                  <a:pt x="202" y="297"/>
                  <a:pt x="202" y="304"/>
                  <a:pt x="202" y="309"/>
                </a:cubicBezTo>
                <a:cubicBezTo>
                  <a:pt x="202" y="314"/>
                  <a:pt x="202" y="320"/>
                  <a:pt x="202" y="324"/>
                </a:cubicBezTo>
                <a:cubicBezTo>
                  <a:pt x="202" y="327"/>
                  <a:pt x="202" y="330"/>
                  <a:pt x="202" y="332"/>
                </a:cubicBezTo>
                <a:cubicBezTo>
                  <a:pt x="202" y="333"/>
                  <a:pt x="204" y="333"/>
                  <a:pt x="206" y="334"/>
                </a:cubicBezTo>
                <a:cubicBezTo>
                  <a:pt x="209" y="334"/>
                  <a:pt x="211" y="335"/>
                  <a:pt x="212" y="335"/>
                </a:cubicBezTo>
                <a:cubicBezTo>
                  <a:pt x="213" y="335"/>
                  <a:pt x="213" y="336"/>
                  <a:pt x="213" y="337"/>
                </a:cubicBezTo>
                <a:cubicBezTo>
                  <a:pt x="214" y="337"/>
                  <a:pt x="213" y="338"/>
                  <a:pt x="214" y="340"/>
                </a:cubicBezTo>
                <a:cubicBezTo>
                  <a:pt x="214" y="341"/>
                  <a:pt x="217" y="342"/>
                  <a:pt x="220" y="343"/>
                </a:cubicBezTo>
                <a:cubicBezTo>
                  <a:pt x="222" y="344"/>
                  <a:pt x="224" y="345"/>
                  <a:pt x="225" y="346"/>
                </a:cubicBezTo>
                <a:cubicBezTo>
                  <a:pt x="226" y="346"/>
                  <a:pt x="226" y="346"/>
                  <a:pt x="227" y="348"/>
                </a:cubicBezTo>
                <a:cubicBezTo>
                  <a:pt x="228" y="350"/>
                  <a:pt x="230" y="351"/>
                  <a:pt x="233" y="352"/>
                </a:cubicBezTo>
                <a:cubicBezTo>
                  <a:pt x="236" y="353"/>
                  <a:pt x="238" y="354"/>
                  <a:pt x="241" y="355"/>
                </a:cubicBezTo>
                <a:cubicBezTo>
                  <a:pt x="244" y="356"/>
                  <a:pt x="248" y="357"/>
                  <a:pt x="251" y="358"/>
                </a:cubicBezTo>
                <a:cubicBezTo>
                  <a:pt x="254" y="359"/>
                  <a:pt x="255" y="359"/>
                  <a:pt x="258" y="359"/>
                </a:cubicBezTo>
                <a:cubicBezTo>
                  <a:pt x="260" y="360"/>
                  <a:pt x="262" y="359"/>
                  <a:pt x="265" y="358"/>
                </a:cubicBezTo>
                <a:cubicBezTo>
                  <a:pt x="268" y="356"/>
                  <a:pt x="269" y="355"/>
                  <a:pt x="270" y="354"/>
                </a:cubicBezTo>
                <a:cubicBezTo>
                  <a:pt x="270" y="354"/>
                  <a:pt x="271" y="353"/>
                  <a:pt x="271" y="353"/>
                </a:cubicBezTo>
                <a:cubicBezTo>
                  <a:pt x="271" y="353"/>
                  <a:pt x="271" y="354"/>
                  <a:pt x="273" y="356"/>
                </a:cubicBezTo>
                <a:cubicBezTo>
                  <a:pt x="274" y="357"/>
                  <a:pt x="276" y="358"/>
                  <a:pt x="277" y="359"/>
                </a:cubicBezTo>
                <a:cubicBezTo>
                  <a:pt x="277" y="359"/>
                  <a:pt x="277" y="359"/>
                  <a:pt x="278" y="360"/>
                </a:cubicBezTo>
                <a:cubicBezTo>
                  <a:pt x="278" y="361"/>
                  <a:pt x="279" y="361"/>
                  <a:pt x="280" y="363"/>
                </a:cubicBezTo>
                <a:cubicBezTo>
                  <a:pt x="281" y="365"/>
                  <a:pt x="282" y="364"/>
                  <a:pt x="283" y="365"/>
                </a:cubicBezTo>
                <a:cubicBezTo>
                  <a:pt x="284" y="365"/>
                  <a:pt x="285" y="366"/>
                  <a:pt x="285" y="367"/>
                </a:cubicBezTo>
                <a:cubicBezTo>
                  <a:pt x="286" y="368"/>
                  <a:pt x="284" y="368"/>
                  <a:pt x="284" y="370"/>
                </a:cubicBezTo>
                <a:cubicBezTo>
                  <a:pt x="284" y="373"/>
                  <a:pt x="286" y="375"/>
                  <a:pt x="287" y="376"/>
                </a:cubicBezTo>
                <a:cubicBezTo>
                  <a:pt x="288" y="377"/>
                  <a:pt x="289" y="378"/>
                  <a:pt x="289" y="379"/>
                </a:cubicBezTo>
                <a:cubicBezTo>
                  <a:pt x="289" y="379"/>
                  <a:pt x="289" y="380"/>
                  <a:pt x="290" y="380"/>
                </a:cubicBezTo>
                <a:cubicBezTo>
                  <a:pt x="290" y="382"/>
                  <a:pt x="291" y="384"/>
                  <a:pt x="293" y="388"/>
                </a:cubicBezTo>
                <a:cubicBezTo>
                  <a:pt x="295" y="392"/>
                  <a:pt x="296" y="396"/>
                  <a:pt x="298" y="399"/>
                </a:cubicBezTo>
                <a:cubicBezTo>
                  <a:pt x="299" y="402"/>
                  <a:pt x="300" y="406"/>
                  <a:pt x="302" y="410"/>
                </a:cubicBezTo>
                <a:cubicBezTo>
                  <a:pt x="303" y="411"/>
                  <a:pt x="304" y="413"/>
                  <a:pt x="305" y="414"/>
                </a:cubicBezTo>
                <a:cubicBezTo>
                  <a:pt x="305" y="415"/>
                  <a:pt x="306" y="417"/>
                  <a:pt x="307" y="418"/>
                </a:cubicBezTo>
                <a:cubicBezTo>
                  <a:pt x="308" y="420"/>
                  <a:pt x="308" y="421"/>
                  <a:pt x="309" y="423"/>
                </a:cubicBezTo>
                <a:cubicBezTo>
                  <a:pt x="310" y="425"/>
                  <a:pt x="311" y="426"/>
                  <a:pt x="311" y="426"/>
                </a:cubicBezTo>
                <a:cubicBezTo>
                  <a:pt x="312" y="427"/>
                  <a:pt x="311" y="428"/>
                  <a:pt x="311" y="429"/>
                </a:cubicBezTo>
                <a:cubicBezTo>
                  <a:pt x="311" y="430"/>
                  <a:pt x="312" y="431"/>
                  <a:pt x="312" y="431"/>
                </a:cubicBezTo>
                <a:cubicBezTo>
                  <a:pt x="312" y="432"/>
                  <a:pt x="312" y="432"/>
                  <a:pt x="312" y="434"/>
                </a:cubicBezTo>
                <a:cubicBezTo>
                  <a:pt x="312" y="436"/>
                  <a:pt x="313" y="437"/>
                  <a:pt x="313" y="437"/>
                </a:cubicBezTo>
                <a:cubicBezTo>
                  <a:pt x="313" y="438"/>
                  <a:pt x="314" y="439"/>
                  <a:pt x="314" y="439"/>
                </a:cubicBezTo>
                <a:cubicBezTo>
                  <a:pt x="314" y="439"/>
                  <a:pt x="314" y="439"/>
                  <a:pt x="313" y="440"/>
                </a:cubicBezTo>
                <a:cubicBezTo>
                  <a:pt x="312" y="441"/>
                  <a:pt x="311" y="442"/>
                  <a:pt x="310" y="443"/>
                </a:cubicBezTo>
                <a:cubicBezTo>
                  <a:pt x="308" y="445"/>
                  <a:pt x="307" y="448"/>
                  <a:pt x="308" y="450"/>
                </a:cubicBezTo>
                <a:cubicBezTo>
                  <a:pt x="308" y="452"/>
                  <a:pt x="309" y="453"/>
                  <a:pt x="309" y="453"/>
                </a:cubicBezTo>
                <a:cubicBezTo>
                  <a:pt x="309" y="453"/>
                  <a:pt x="308" y="455"/>
                  <a:pt x="306" y="458"/>
                </a:cubicBezTo>
                <a:cubicBezTo>
                  <a:pt x="304" y="461"/>
                  <a:pt x="302" y="465"/>
                  <a:pt x="300" y="469"/>
                </a:cubicBezTo>
                <a:cubicBezTo>
                  <a:pt x="298" y="473"/>
                  <a:pt x="296" y="478"/>
                  <a:pt x="295" y="480"/>
                </a:cubicBezTo>
                <a:cubicBezTo>
                  <a:pt x="295" y="481"/>
                  <a:pt x="294" y="481"/>
                  <a:pt x="293" y="482"/>
                </a:cubicBezTo>
                <a:cubicBezTo>
                  <a:pt x="292" y="484"/>
                  <a:pt x="290" y="486"/>
                  <a:pt x="288" y="488"/>
                </a:cubicBezTo>
                <a:cubicBezTo>
                  <a:pt x="287" y="490"/>
                  <a:pt x="284" y="497"/>
                  <a:pt x="282" y="502"/>
                </a:cubicBezTo>
                <a:cubicBezTo>
                  <a:pt x="280" y="507"/>
                  <a:pt x="278" y="517"/>
                  <a:pt x="277" y="521"/>
                </a:cubicBezTo>
                <a:cubicBezTo>
                  <a:pt x="276" y="526"/>
                  <a:pt x="275" y="529"/>
                  <a:pt x="274" y="531"/>
                </a:cubicBezTo>
                <a:cubicBezTo>
                  <a:pt x="272" y="533"/>
                  <a:pt x="272" y="535"/>
                  <a:pt x="270" y="537"/>
                </a:cubicBezTo>
                <a:cubicBezTo>
                  <a:pt x="268" y="539"/>
                  <a:pt x="264" y="542"/>
                  <a:pt x="261" y="546"/>
                </a:cubicBezTo>
                <a:cubicBezTo>
                  <a:pt x="259" y="550"/>
                  <a:pt x="256" y="553"/>
                  <a:pt x="254" y="556"/>
                </a:cubicBezTo>
                <a:cubicBezTo>
                  <a:pt x="253" y="559"/>
                  <a:pt x="251" y="562"/>
                  <a:pt x="249" y="565"/>
                </a:cubicBezTo>
                <a:cubicBezTo>
                  <a:pt x="248" y="567"/>
                  <a:pt x="246" y="570"/>
                  <a:pt x="245" y="573"/>
                </a:cubicBezTo>
                <a:cubicBezTo>
                  <a:pt x="243" y="576"/>
                  <a:pt x="243" y="577"/>
                  <a:pt x="243" y="577"/>
                </a:cubicBezTo>
                <a:cubicBezTo>
                  <a:pt x="243" y="577"/>
                  <a:pt x="242" y="577"/>
                  <a:pt x="242" y="577"/>
                </a:cubicBezTo>
                <a:cubicBezTo>
                  <a:pt x="242" y="576"/>
                  <a:pt x="241" y="578"/>
                  <a:pt x="240" y="580"/>
                </a:cubicBezTo>
                <a:cubicBezTo>
                  <a:pt x="239" y="582"/>
                  <a:pt x="239" y="583"/>
                  <a:pt x="238" y="585"/>
                </a:cubicBezTo>
                <a:cubicBezTo>
                  <a:pt x="237" y="586"/>
                  <a:pt x="237" y="587"/>
                  <a:pt x="237" y="587"/>
                </a:cubicBezTo>
                <a:cubicBezTo>
                  <a:pt x="237" y="587"/>
                  <a:pt x="237" y="587"/>
                  <a:pt x="236" y="588"/>
                </a:cubicBezTo>
                <a:cubicBezTo>
                  <a:pt x="235" y="588"/>
                  <a:pt x="233" y="588"/>
                  <a:pt x="231" y="589"/>
                </a:cubicBezTo>
                <a:cubicBezTo>
                  <a:pt x="230" y="589"/>
                  <a:pt x="229" y="590"/>
                  <a:pt x="229" y="590"/>
                </a:cubicBezTo>
                <a:cubicBezTo>
                  <a:pt x="229" y="590"/>
                  <a:pt x="229" y="590"/>
                  <a:pt x="228" y="591"/>
                </a:cubicBezTo>
                <a:cubicBezTo>
                  <a:pt x="227" y="591"/>
                  <a:pt x="225" y="592"/>
                  <a:pt x="222" y="594"/>
                </a:cubicBezTo>
                <a:cubicBezTo>
                  <a:pt x="219" y="597"/>
                  <a:pt x="217" y="600"/>
                  <a:pt x="217" y="600"/>
                </a:cubicBezTo>
                <a:cubicBezTo>
                  <a:pt x="217" y="600"/>
                  <a:pt x="217" y="600"/>
                  <a:pt x="216" y="601"/>
                </a:cubicBezTo>
                <a:cubicBezTo>
                  <a:pt x="216" y="601"/>
                  <a:pt x="215" y="601"/>
                  <a:pt x="214" y="603"/>
                </a:cubicBezTo>
                <a:cubicBezTo>
                  <a:pt x="212" y="604"/>
                  <a:pt x="211" y="604"/>
                  <a:pt x="210" y="606"/>
                </a:cubicBezTo>
                <a:cubicBezTo>
                  <a:pt x="208" y="608"/>
                  <a:pt x="209" y="611"/>
                  <a:pt x="210" y="615"/>
                </a:cubicBezTo>
                <a:cubicBezTo>
                  <a:pt x="211" y="618"/>
                  <a:pt x="213" y="620"/>
                  <a:pt x="217" y="625"/>
                </a:cubicBezTo>
                <a:cubicBezTo>
                  <a:pt x="220" y="629"/>
                  <a:pt x="224" y="633"/>
                  <a:pt x="226" y="635"/>
                </a:cubicBezTo>
                <a:cubicBezTo>
                  <a:pt x="227" y="636"/>
                  <a:pt x="228" y="637"/>
                  <a:pt x="228" y="637"/>
                </a:cubicBezTo>
                <a:cubicBezTo>
                  <a:pt x="228" y="637"/>
                  <a:pt x="229" y="636"/>
                  <a:pt x="229" y="635"/>
                </a:cubicBezTo>
                <a:cubicBezTo>
                  <a:pt x="230" y="634"/>
                  <a:pt x="231" y="634"/>
                  <a:pt x="231" y="634"/>
                </a:cubicBezTo>
                <a:cubicBezTo>
                  <a:pt x="231" y="634"/>
                  <a:pt x="231" y="635"/>
                  <a:pt x="233" y="638"/>
                </a:cubicBezTo>
                <a:cubicBezTo>
                  <a:pt x="236" y="641"/>
                  <a:pt x="238" y="646"/>
                  <a:pt x="238" y="646"/>
                </a:cubicBezTo>
                <a:cubicBezTo>
                  <a:pt x="238" y="646"/>
                  <a:pt x="238" y="646"/>
                  <a:pt x="240" y="649"/>
                </a:cubicBezTo>
                <a:cubicBezTo>
                  <a:pt x="240" y="650"/>
                  <a:pt x="242" y="653"/>
                  <a:pt x="243" y="655"/>
                </a:cubicBezTo>
                <a:cubicBezTo>
                  <a:pt x="245" y="658"/>
                  <a:pt x="247" y="660"/>
                  <a:pt x="248" y="661"/>
                </a:cubicBezTo>
                <a:cubicBezTo>
                  <a:pt x="254" y="667"/>
                  <a:pt x="259" y="670"/>
                  <a:pt x="266" y="674"/>
                </a:cubicBezTo>
                <a:cubicBezTo>
                  <a:pt x="274" y="679"/>
                  <a:pt x="281" y="681"/>
                  <a:pt x="285" y="682"/>
                </a:cubicBezTo>
                <a:cubicBezTo>
                  <a:pt x="289" y="683"/>
                  <a:pt x="291" y="684"/>
                  <a:pt x="293" y="683"/>
                </a:cubicBezTo>
                <a:cubicBezTo>
                  <a:pt x="294" y="683"/>
                  <a:pt x="296" y="682"/>
                  <a:pt x="298" y="681"/>
                </a:cubicBezTo>
                <a:cubicBezTo>
                  <a:pt x="299" y="679"/>
                  <a:pt x="299" y="677"/>
                  <a:pt x="299" y="676"/>
                </a:cubicBezTo>
                <a:cubicBezTo>
                  <a:pt x="299" y="675"/>
                  <a:pt x="299" y="675"/>
                  <a:pt x="299" y="674"/>
                </a:cubicBezTo>
                <a:cubicBezTo>
                  <a:pt x="300" y="673"/>
                  <a:pt x="300" y="673"/>
                  <a:pt x="300" y="671"/>
                </a:cubicBezTo>
                <a:cubicBezTo>
                  <a:pt x="300" y="668"/>
                  <a:pt x="299" y="667"/>
                  <a:pt x="297" y="665"/>
                </a:cubicBezTo>
                <a:cubicBezTo>
                  <a:pt x="296" y="662"/>
                  <a:pt x="293" y="660"/>
                  <a:pt x="292" y="658"/>
                </a:cubicBezTo>
                <a:cubicBezTo>
                  <a:pt x="290" y="656"/>
                  <a:pt x="289" y="655"/>
                  <a:pt x="288" y="653"/>
                </a:cubicBezTo>
                <a:cubicBezTo>
                  <a:pt x="288" y="652"/>
                  <a:pt x="287" y="652"/>
                  <a:pt x="287" y="651"/>
                </a:cubicBezTo>
                <a:cubicBezTo>
                  <a:pt x="286" y="651"/>
                  <a:pt x="286" y="650"/>
                  <a:pt x="285" y="649"/>
                </a:cubicBezTo>
                <a:cubicBezTo>
                  <a:pt x="285" y="649"/>
                  <a:pt x="284" y="648"/>
                  <a:pt x="283" y="648"/>
                </a:cubicBezTo>
                <a:cubicBezTo>
                  <a:pt x="282" y="647"/>
                  <a:pt x="282" y="646"/>
                  <a:pt x="282" y="645"/>
                </a:cubicBezTo>
                <a:cubicBezTo>
                  <a:pt x="282" y="644"/>
                  <a:pt x="281" y="643"/>
                  <a:pt x="281" y="643"/>
                </a:cubicBezTo>
                <a:cubicBezTo>
                  <a:pt x="280" y="643"/>
                  <a:pt x="280" y="641"/>
                  <a:pt x="280" y="641"/>
                </a:cubicBezTo>
                <a:cubicBezTo>
                  <a:pt x="280" y="640"/>
                  <a:pt x="280" y="640"/>
                  <a:pt x="280" y="639"/>
                </a:cubicBezTo>
                <a:cubicBezTo>
                  <a:pt x="279" y="639"/>
                  <a:pt x="279" y="638"/>
                  <a:pt x="279" y="638"/>
                </a:cubicBezTo>
                <a:cubicBezTo>
                  <a:pt x="279" y="638"/>
                  <a:pt x="279" y="637"/>
                  <a:pt x="279" y="637"/>
                </a:cubicBezTo>
                <a:cubicBezTo>
                  <a:pt x="279" y="636"/>
                  <a:pt x="279" y="636"/>
                  <a:pt x="279" y="636"/>
                </a:cubicBezTo>
                <a:cubicBezTo>
                  <a:pt x="278" y="635"/>
                  <a:pt x="278" y="634"/>
                  <a:pt x="278" y="634"/>
                </a:cubicBezTo>
                <a:cubicBezTo>
                  <a:pt x="278" y="633"/>
                  <a:pt x="278" y="633"/>
                  <a:pt x="278" y="632"/>
                </a:cubicBezTo>
                <a:cubicBezTo>
                  <a:pt x="278" y="632"/>
                  <a:pt x="278" y="632"/>
                  <a:pt x="277" y="631"/>
                </a:cubicBezTo>
                <a:cubicBezTo>
                  <a:pt x="277" y="631"/>
                  <a:pt x="277" y="630"/>
                  <a:pt x="277" y="629"/>
                </a:cubicBezTo>
                <a:cubicBezTo>
                  <a:pt x="277" y="628"/>
                  <a:pt x="277" y="628"/>
                  <a:pt x="277" y="628"/>
                </a:cubicBezTo>
                <a:cubicBezTo>
                  <a:pt x="277" y="627"/>
                  <a:pt x="277" y="627"/>
                  <a:pt x="276" y="627"/>
                </a:cubicBezTo>
                <a:cubicBezTo>
                  <a:pt x="276" y="627"/>
                  <a:pt x="276" y="624"/>
                  <a:pt x="275" y="624"/>
                </a:cubicBezTo>
                <a:cubicBezTo>
                  <a:pt x="276" y="623"/>
                  <a:pt x="276" y="623"/>
                  <a:pt x="275" y="623"/>
                </a:cubicBezTo>
                <a:cubicBezTo>
                  <a:pt x="275" y="623"/>
                  <a:pt x="275" y="622"/>
                  <a:pt x="275" y="621"/>
                </a:cubicBezTo>
                <a:cubicBezTo>
                  <a:pt x="274" y="620"/>
                  <a:pt x="274" y="620"/>
                  <a:pt x="274" y="620"/>
                </a:cubicBezTo>
                <a:cubicBezTo>
                  <a:pt x="275" y="617"/>
                  <a:pt x="275" y="617"/>
                  <a:pt x="275" y="617"/>
                </a:cubicBezTo>
                <a:cubicBezTo>
                  <a:pt x="275" y="617"/>
                  <a:pt x="275" y="617"/>
                  <a:pt x="275" y="617"/>
                </a:cubicBezTo>
                <a:cubicBezTo>
                  <a:pt x="275" y="617"/>
                  <a:pt x="276" y="617"/>
                  <a:pt x="276" y="616"/>
                </a:cubicBezTo>
                <a:cubicBezTo>
                  <a:pt x="276" y="615"/>
                  <a:pt x="275" y="614"/>
                  <a:pt x="274" y="614"/>
                </a:cubicBezTo>
                <a:cubicBezTo>
                  <a:pt x="274" y="613"/>
                  <a:pt x="274" y="613"/>
                  <a:pt x="273" y="612"/>
                </a:cubicBezTo>
                <a:cubicBezTo>
                  <a:pt x="273" y="611"/>
                  <a:pt x="272" y="610"/>
                  <a:pt x="272" y="610"/>
                </a:cubicBezTo>
                <a:cubicBezTo>
                  <a:pt x="273" y="607"/>
                  <a:pt x="273" y="607"/>
                  <a:pt x="273" y="607"/>
                </a:cubicBezTo>
                <a:cubicBezTo>
                  <a:pt x="273" y="607"/>
                  <a:pt x="276" y="607"/>
                  <a:pt x="279" y="608"/>
                </a:cubicBezTo>
                <a:cubicBezTo>
                  <a:pt x="280" y="609"/>
                  <a:pt x="282" y="609"/>
                  <a:pt x="283" y="609"/>
                </a:cubicBezTo>
                <a:cubicBezTo>
                  <a:pt x="284" y="609"/>
                  <a:pt x="285" y="609"/>
                  <a:pt x="287" y="609"/>
                </a:cubicBezTo>
                <a:cubicBezTo>
                  <a:pt x="290" y="610"/>
                  <a:pt x="294" y="609"/>
                  <a:pt x="298" y="609"/>
                </a:cubicBezTo>
                <a:cubicBezTo>
                  <a:pt x="301" y="609"/>
                  <a:pt x="304" y="608"/>
                  <a:pt x="307" y="607"/>
                </a:cubicBezTo>
                <a:cubicBezTo>
                  <a:pt x="310" y="607"/>
                  <a:pt x="310" y="607"/>
                  <a:pt x="310" y="606"/>
                </a:cubicBezTo>
                <a:cubicBezTo>
                  <a:pt x="310" y="604"/>
                  <a:pt x="311" y="603"/>
                  <a:pt x="311" y="600"/>
                </a:cubicBezTo>
                <a:cubicBezTo>
                  <a:pt x="311" y="597"/>
                  <a:pt x="311" y="596"/>
                  <a:pt x="311" y="596"/>
                </a:cubicBezTo>
                <a:cubicBezTo>
                  <a:pt x="311" y="595"/>
                  <a:pt x="310" y="595"/>
                  <a:pt x="310" y="595"/>
                </a:cubicBezTo>
                <a:cubicBezTo>
                  <a:pt x="310" y="595"/>
                  <a:pt x="310" y="594"/>
                  <a:pt x="309" y="592"/>
                </a:cubicBezTo>
                <a:cubicBezTo>
                  <a:pt x="309" y="590"/>
                  <a:pt x="309" y="587"/>
                  <a:pt x="309" y="582"/>
                </a:cubicBezTo>
                <a:cubicBezTo>
                  <a:pt x="308" y="577"/>
                  <a:pt x="308" y="573"/>
                  <a:pt x="308" y="570"/>
                </a:cubicBezTo>
                <a:cubicBezTo>
                  <a:pt x="308" y="567"/>
                  <a:pt x="308" y="567"/>
                  <a:pt x="308" y="567"/>
                </a:cubicBezTo>
                <a:cubicBezTo>
                  <a:pt x="308" y="567"/>
                  <a:pt x="309" y="565"/>
                  <a:pt x="311" y="560"/>
                </a:cubicBezTo>
                <a:cubicBezTo>
                  <a:pt x="313" y="556"/>
                  <a:pt x="314" y="554"/>
                  <a:pt x="315" y="551"/>
                </a:cubicBezTo>
                <a:cubicBezTo>
                  <a:pt x="316" y="549"/>
                  <a:pt x="316" y="549"/>
                  <a:pt x="317" y="548"/>
                </a:cubicBezTo>
                <a:cubicBezTo>
                  <a:pt x="318" y="547"/>
                  <a:pt x="317" y="547"/>
                  <a:pt x="321" y="542"/>
                </a:cubicBezTo>
                <a:cubicBezTo>
                  <a:pt x="324" y="537"/>
                  <a:pt x="327" y="535"/>
                  <a:pt x="332" y="529"/>
                </a:cubicBezTo>
                <a:cubicBezTo>
                  <a:pt x="337" y="524"/>
                  <a:pt x="343" y="516"/>
                  <a:pt x="346" y="513"/>
                </a:cubicBezTo>
                <a:cubicBezTo>
                  <a:pt x="349" y="509"/>
                  <a:pt x="356" y="501"/>
                  <a:pt x="360" y="496"/>
                </a:cubicBezTo>
                <a:cubicBezTo>
                  <a:pt x="363" y="493"/>
                  <a:pt x="365" y="490"/>
                  <a:pt x="367" y="488"/>
                </a:cubicBezTo>
                <a:cubicBezTo>
                  <a:pt x="369" y="486"/>
                  <a:pt x="369" y="485"/>
                  <a:pt x="370" y="484"/>
                </a:cubicBezTo>
                <a:cubicBezTo>
                  <a:pt x="372" y="480"/>
                  <a:pt x="372" y="480"/>
                  <a:pt x="373" y="478"/>
                </a:cubicBezTo>
                <a:cubicBezTo>
                  <a:pt x="373" y="477"/>
                  <a:pt x="374" y="477"/>
                  <a:pt x="375" y="473"/>
                </a:cubicBezTo>
                <a:cubicBezTo>
                  <a:pt x="376" y="469"/>
                  <a:pt x="376" y="467"/>
                  <a:pt x="376" y="466"/>
                </a:cubicBezTo>
                <a:cubicBezTo>
                  <a:pt x="376" y="464"/>
                  <a:pt x="377" y="464"/>
                  <a:pt x="377" y="460"/>
                </a:cubicBezTo>
                <a:cubicBezTo>
                  <a:pt x="377" y="457"/>
                  <a:pt x="377" y="454"/>
                  <a:pt x="378" y="449"/>
                </a:cubicBezTo>
                <a:cubicBezTo>
                  <a:pt x="378" y="445"/>
                  <a:pt x="378" y="436"/>
                  <a:pt x="377" y="429"/>
                </a:cubicBezTo>
                <a:cubicBezTo>
                  <a:pt x="377" y="422"/>
                  <a:pt x="377" y="420"/>
                  <a:pt x="377" y="414"/>
                </a:cubicBezTo>
                <a:cubicBezTo>
                  <a:pt x="376" y="408"/>
                  <a:pt x="376" y="405"/>
                  <a:pt x="376" y="400"/>
                </a:cubicBezTo>
                <a:cubicBezTo>
                  <a:pt x="375" y="395"/>
                  <a:pt x="375" y="391"/>
                  <a:pt x="375" y="386"/>
                </a:cubicBezTo>
                <a:cubicBezTo>
                  <a:pt x="375" y="380"/>
                  <a:pt x="374" y="377"/>
                  <a:pt x="374" y="373"/>
                </a:cubicBezTo>
                <a:cubicBezTo>
                  <a:pt x="374" y="369"/>
                  <a:pt x="374" y="367"/>
                  <a:pt x="374" y="364"/>
                </a:cubicBezTo>
                <a:cubicBezTo>
                  <a:pt x="373" y="361"/>
                  <a:pt x="373" y="360"/>
                  <a:pt x="374" y="358"/>
                </a:cubicBezTo>
                <a:cubicBezTo>
                  <a:pt x="374" y="355"/>
                  <a:pt x="375" y="351"/>
                  <a:pt x="375" y="346"/>
                </a:cubicBezTo>
                <a:cubicBezTo>
                  <a:pt x="376" y="340"/>
                  <a:pt x="376" y="338"/>
                  <a:pt x="376" y="338"/>
                </a:cubicBezTo>
                <a:cubicBezTo>
                  <a:pt x="376" y="338"/>
                  <a:pt x="379" y="338"/>
                  <a:pt x="382" y="337"/>
                </a:cubicBezTo>
                <a:cubicBezTo>
                  <a:pt x="385" y="337"/>
                  <a:pt x="386" y="337"/>
                  <a:pt x="387" y="337"/>
                </a:cubicBezTo>
                <a:cubicBezTo>
                  <a:pt x="389" y="337"/>
                  <a:pt x="395" y="336"/>
                  <a:pt x="400" y="335"/>
                </a:cubicBezTo>
                <a:cubicBezTo>
                  <a:pt x="405" y="334"/>
                  <a:pt x="407" y="333"/>
                  <a:pt x="409" y="332"/>
                </a:cubicBezTo>
                <a:cubicBezTo>
                  <a:pt x="410" y="331"/>
                  <a:pt x="411" y="332"/>
                  <a:pt x="415" y="330"/>
                </a:cubicBezTo>
                <a:cubicBezTo>
                  <a:pt x="418" y="329"/>
                  <a:pt x="421" y="328"/>
                  <a:pt x="424" y="326"/>
                </a:cubicBezTo>
                <a:cubicBezTo>
                  <a:pt x="428" y="325"/>
                  <a:pt x="429" y="325"/>
                  <a:pt x="435" y="323"/>
                </a:cubicBezTo>
                <a:cubicBezTo>
                  <a:pt x="440" y="322"/>
                  <a:pt x="446" y="320"/>
                  <a:pt x="446" y="320"/>
                </a:cubicBezTo>
                <a:cubicBezTo>
                  <a:pt x="446" y="320"/>
                  <a:pt x="447" y="321"/>
                  <a:pt x="448" y="321"/>
                </a:cubicBezTo>
                <a:cubicBezTo>
                  <a:pt x="449" y="321"/>
                  <a:pt x="450" y="321"/>
                  <a:pt x="453" y="321"/>
                </a:cubicBezTo>
                <a:cubicBezTo>
                  <a:pt x="456" y="322"/>
                  <a:pt x="458" y="322"/>
                  <a:pt x="460" y="322"/>
                </a:cubicBezTo>
                <a:cubicBezTo>
                  <a:pt x="462" y="322"/>
                  <a:pt x="464" y="323"/>
                  <a:pt x="464" y="323"/>
                </a:cubicBezTo>
                <a:cubicBezTo>
                  <a:pt x="464" y="323"/>
                  <a:pt x="465" y="323"/>
                  <a:pt x="465" y="324"/>
                </a:cubicBezTo>
                <a:cubicBezTo>
                  <a:pt x="465" y="325"/>
                  <a:pt x="466" y="327"/>
                  <a:pt x="466" y="329"/>
                </a:cubicBezTo>
                <a:cubicBezTo>
                  <a:pt x="467" y="330"/>
                  <a:pt x="468" y="330"/>
                  <a:pt x="470" y="331"/>
                </a:cubicBezTo>
                <a:cubicBezTo>
                  <a:pt x="473" y="331"/>
                  <a:pt x="476" y="332"/>
                  <a:pt x="476" y="332"/>
                </a:cubicBezTo>
                <a:cubicBezTo>
                  <a:pt x="476" y="332"/>
                  <a:pt x="476" y="333"/>
                  <a:pt x="479" y="336"/>
                </a:cubicBezTo>
                <a:cubicBezTo>
                  <a:pt x="481" y="339"/>
                  <a:pt x="484" y="341"/>
                  <a:pt x="490" y="346"/>
                </a:cubicBezTo>
                <a:cubicBezTo>
                  <a:pt x="492" y="348"/>
                  <a:pt x="494" y="350"/>
                  <a:pt x="495" y="351"/>
                </a:cubicBezTo>
                <a:cubicBezTo>
                  <a:pt x="497" y="353"/>
                  <a:pt x="499" y="354"/>
                  <a:pt x="499" y="354"/>
                </a:cubicBezTo>
                <a:cubicBezTo>
                  <a:pt x="499" y="354"/>
                  <a:pt x="498" y="355"/>
                  <a:pt x="498" y="358"/>
                </a:cubicBezTo>
                <a:cubicBezTo>
                  <a:pt x="498" y="361"/>
                  <a:pt x="498" y="362"/>
                  <a:pt x="498" y="362"/>
                </a:cubicBezTo>
                <a:cubicBezTo>
                  <a:pt x="498" y="363"/>
                  <a:pt x="497" y="363"/>
                  <a:pt x="497" y="364"/>
                </a:cubicBezTo>
                <a:cubicBezTo>
                  <a:pt x="497" y="365"/>
                  <a:pt x="498" y="366"/>
                  <a:pt x="500" y="367"/>
                </a:cubicBezTo>
                <a:cubicBezTo>
                  <a:pt x="502" y="368"/>
                  <a:pt x="503" y="369"/>
                  <a:pt x="504" y="370"/>
                </a:cubicBezTo>
                <a:cubicBezTo>
                  <a:pt x="506" y="371"/>
                  <a:pt x="508" y="373"/>
                  <a:pt x="509" y="374"/>
                </a:cubicBezTo>
                <a:cubicBezTo>
                  <a:pt x="511" y="376"/>
                  <a:pt x="513" y="377"/>
                  <a:pt x="514" y="378"/>
                </a:cubicBezTo>
                <a:cubicBezTo>
                  <a:pt x="515" y="380"/>
                  <a:pt x="515" y="379"/>
                  <a:pt x="517" y="381"/>
                </a:cubicBezTo>
                <a:cubicBezTo>
                  <a:pt x="519" y="382"/>
                  <a:pt x="524" y="386"/>
                  <a:pt x="526" y="388"/>
                </a:cubicBezTo>
                <a:cubicBezTo>
                  <a:pt x="529" y="389"/>
                  <a:pt x="531" y="390"/>
                  <a:pt x="531" y="390"/>
                </a:cubicBezTo>
                <a:cubicBezTo>
                  <a:pt x="531" y="390"/>
                  <a:pt x="531" y="391"/>
                  <a:pt x="531" y="392"/>
                </a:cubicBezTo>
                <a:cubicBezTo>
                  <a:pt x="531" y="394"/>
                  <a:pt x="532" y="395"/>
                  <a:pt x="533" y="396"/>
                </a:cubicBezTo>
                <a:cubicBezTo>
                  <a:pt x="533" y="396"/>
                  <a:pt x="533" y="397"/>
                  <a:pt x="534" y="398"/>
                </a:cubicBezTo>
                <a:cubicBezTo>
                  <a:pt x="536" y="399"/>
                  <a:pt x="538" y="401"/>
                  <a:pt x="541" y="403"/>
                </a:cubicBezTo>
                <a:cubicBezTo>
                  <a:pt x="543" y="404"/>
                  <a:pt x="543" y="404"/>
                  <a:pt x="544" y="404"/>
                </a:cubicBezTo>
                <a:cubicBezTo>
                  <a:pt x="545" y="404"/>
                  <a:pt x="546" y="405"/>
                  <a:pt x="548" y="405"/>
                </a:cubicBezTo>
                <a:cubicBezTo>
                  <a:pt x="549" y="405"/>
                  <a:pt x="551" y="405"/>
                  <a:pt x="551" y="405"/>
                </a:cubicBezTo>
                <a:cubicBezTo>
                  <a:pt x="551" y="405"/>
                  <a:pt x="552" y="407"/>
                  <a:pt x="554" y="409"/>
                </a:cubicBezTo>
                <a:cubicBezTo>
                  <a:pt x="555" y="410"/>
                  <a:pt x="557" y="413"/>
                  <a:pt x="558" y="414"/>
                </a:cubicBezTo>
                <a:cubicBezTo>
                  <a:pt x="559" y="416"/>
                  <a:pt x="559" y="416"/>
                  <a:pt x="560" y="417"/>
                </a:cubicBezTo>
                <a:cubicBezTo>
                  <a:pt x="561" y="417"/>
                  <a:pt x="561" y="419"/>
                  <a:pt x="562" y="420"/>
                </a:cubicBezTo>
                <a:cubicBezTo>
                  <a:pt x="563" y="421"/>
                  <a:pt x="562" y="421"/>
                  <a:pt x="563" y="422"/>
                </a:cubicBezTo>
                <a:cubicBezTo>
                  <a:pt x="564" y="422"/>
                  <a:pt x="564" y="423"/>
                  <a:pt x="564" y="424"/>
                </a:cubicBezTo>
                <a:cubicBezTo>
                  <a:pt x="565" y="424"/>
                  <a:pt x="565" y="425"/>
                  <a:pt x="565" y="425"/>
                </a:cubicBezTo>
                <a:cubicBezTo>
                  <a:pt x="565" y="426"/>
                  <a:pt x="566" y="426"/>
                  <a:pt x="566" y="427"/>
                </a:cubicBezTo>
                <a:cubicBezTo>
                  <a:pt x="566" y="428"/>
                  <a:pt x="567" y="428"/>
                  <a:pt x="567" y="429"/>
                </a:cubicBezTo>
                <a:cubicBezTo>
                  <a:pt x="567" y="429"/>
                  <a:pt x="568" y="430"/>
                  <a:pt x="568" y="431"/>
                </a:cubicBezTo>
                <a:cubicBezTo>
                  <a:pt x="569" y="432"/>
                  <a:pt x="569" y="433"/>
                  <a:pt x="570" y="435"/>
                </a:cubicBezTo>
                <a:cubicBezTo>
                  <a:pt x="571" y="437"/>
                  <a:pt x="571" y="438"/>
                  <a:pt x="571" y="438"/>
                </a:cubicBezTo>
                <a:cubicBezTo>
                  <a:pt x="571" y="438"/>
                  <a:pt x="571" y="438"/>
                  <a:pt x="570" y="438"/>
                </a:cubicBezTo>
                <a:cubicBezTo>
                  <a:pt x="570" y="439"/>
                  <a:pt x="571" y="440"/>
                  <a:pt x="571" y="440"/>
                </a:cubicBezTo>
                <a:cubicBezTo>
                  <a:pt x="571" y="440"/>
                  <a:pt x="571" y="440"/>
                  <a:pt x="571" y="441"/>
                </a:cubicBezTo>
                <a:cubicBezTo>
                  <a:pt x="571" y="442"/>
                  <a:pt x="571" y="443"/>
                  <a:pt x="572" y="446"/>
                </a:cubicBezTo>
                <a:cubicBezTo>
                  <a:pt x="573" y="448"/>
                  <a:pt x="576" y="452"/>
                  <a:pt x="578" y="455"/>
                </a:cubicBezTo>
                <a:cubicBezTo>
                  <a:pt x="581" y="458"/>
                  <a:pt x="583" y="459"/>
                  <a:pt x="583" y="459"/>
                </a:cubicBezTo>
                <a:cubicBezTo>
                  <a:pt x="583" y="459"/>
                  <a:pt x="582" y="459"/>
                  <a:pt x="582" y="460"/>
                </a:cubicBezTo>
                <a:cubicBezTo>
                  <a:pt x="582" y="461"/>
                  <a:pt x="582" y="461"/>
                  <a:pt x="583" y="462"/>
                </a:cubicBezTo>
                <a:cubicBezTo>
                  <a:pt x="584" y="464"/>
                  <a:pt x="585" y="465"/>
                  <a:pt x="586" y="466"/>
                </a:cubicBezTo>
                <a:cubicBezTo>
                  <a:pt x="587" y="468"/>
                  <a:pt x="588" y="468"/>
                  <a:pt x="590" y="468"/>
                </a:cubicBezTo>
                <a:cubicBezTo>
                  <a:pt x="591" y="468"/>
                  <a:pt x="592" y="467"/>
                  <a:pt x="593" y="466"/>
                </a:cubicBezTo>
                <a:cubicBezTo>
                  <a:pt x="595" y="466"/>
                  <a:pt x="596" y="465"/>
                  <a:pt x="598" y="463"/>
                </a:cubicBezTo>
                <a:cubicBezTo>
                  <a:pt x="602" y="461"/>
                  <a:pt x="609" y="456"/>
                  <a:pt x="611" y="455"/>
                </a:cubicBezTo>
                <a:cubicBezTo>
                  <a:pt x="613" y="453"/>
                  <a:pt x="613" y="453"/>
                  <a:pt x="613" y="452"/>
                </a:cubicBezTo>
                <a:cubicBezTo>
                  <a:pt x="613" y="451"/>
                  <a:pt x="614" y="449"/>
                  <a:pt x="614" y="449"/>
                </a:cubicBezTo>
                <a:cubicBezTo>
                  <a:pt x="614" y="448"/>
                  <a:pt x="617" y="447"/>
                  <a:pt x="620" y="446"/>
                </a:cubicBezTo>
                <a:cubicBezTo>
                  <a:pt x="622" y="445"/>
                  <a:pt x="623" y="444"/>
                  <a:pt x="624" y="444"/>
                </a:cubicBezTo>
                <a:cubicBezTo>
                  <a:pt x="625" y="444"/>
                  <a:pt x="625" y="444"/>
                  <a:pt x="630" y="441"/>
                </a:cubicBezTo>
                <a:cubicBezTo>
                  <a:pt x="635" y="439"/>
                  <a:pt x="639" y="435"/>
                  <a:pt x="645" y="430"/>
                </a:cubicBezTo>
                <a:cubicBezTo>
                  <a:pt x="652" y="424"/>
                  <a:pt x="656" y="419"/>
                  <a:pt x="662" y="411"/>
                </a:cubicBezTo>
                <a:cubicBezTo>
                  <a:pt x="668" y="404"/>
                  <a:pt x="671" y="398"/>
                  <a:pt x="672" y="396"/>
                </a:cubicBezTo>
                <a:cubicBezTo>
                  <a:pt x="672" y="395"/>
                  <a:pt x="671" y="394"/>
                  <a:pt x="670" y="394"/>
                </a:cubicBezTo>
                <a:cubicBezTo>
                  <a:pt x="670" y="393"/>
                  <a:pt x="668" y="394"/>
                  <a:pt x="668" y="394"/>
                </a:cubicBezTo>
                <a:cubicBezTo>
                  <a:pt x="668" y="394"/>
                  <a:pt x="668" y="394"/>
                  <a:pt x="668" y="393"/>
                </a:cubicBezTo>
                <a:cubicBezTo>
                  <a:pt x="667" y="392"/>
                  <a:pt x="666" y="391"/>
                  <a:pt x="663" y="392"/>
                </a:cubicBezTo>
                <a:cubicBezTo>
                  <a:pt x="661" y="392"/>
                  <a:pt x="659" y="393"/>
                  <a:pt x="656" y="395"/>
                </a:cubicBezTo>
                <a:cubicBezTo>
                  <a:pt x="653" y="397"/>
                  <a:pt x="652" y="398"/>
                  <a:pt x="650" y="399"/>
                </a:cubicBezTo>
                <a:cubicBezTo>
                  <a:pt x="649" y="399"/>
                  <a:pt x="647" y="400"/>
                  <a:pt x="646" y="401"/>
                </a:cubicBezTo>
                <a:cubicBezTo>
                  <a:pt x="645" y="401"/>
                  <a:pt x="645" y="401"/>
                  <a:pt x="643" y="403"/>
                </a:cubicBezTo>
                <a:cubicBezTo>
                  <a:pt x="642" y="404"/>
                  <a:pt x="641" y="404"/>
                  <a:pt x="640" y="404"/>
                </a:cubicBezTo>
                <a:cubicBezTo>
                  <a:pt x="639" y="404"/>
                  <a:pt x="636" y="405"/>
                  <a:pt x="634" y="405"/>
                </a:cubicBezTo>
                <a:cubicBezTo>
                  <a:pt x="632" y="406"/>
                  <a:pt x="631" y="406"/>
                  <a:pt x="630" y="406"/>
                </a:cubicBezTo>
                <a:cubicBezTo>
                  <a:pt x="629" y="406"/>
                  <a:pt x="629" y="406"/>
                  <a:pt x="627" y="406"/>
                </a:cubicBezTo>
                <a:cubicBezTo>
                  <a:pt x="626" y="406"/>
                  <a:pt x="625" y="406"/>
                  <a:pt x="624" y="406"/>
                </a:cubicBezTo>
                <a:cubicBezTo>
                  <a:pt x="623" y="406"/>
                  <a:pt x="622" y="406"/>
                  <a:pt x="622" y="405"/>
                </a:cubicBezTo>
                <a:cubicBezTo>
                  <a:pt x="621" y="405"/>
                  <a:pt x="620" y="405"/>
                  <a:pt x="620" y="406"/>
                </a:cubicBezTo>
                <a:cubicBezTo>
                  <a:pt x="619" y="406"/>
                  <a:pt x="618" y="406"/>
                  <a:pt x="618" y="405"/>
                </a:cubicBezTo>
                <a:cubicBezTo>
                  <a:pt x="617" y="405"/>
                  <a:pt x="617" y="405"/>
                  <a:pt x="616" y="405"/>
                </a:cubicBezTo>
                <a:cubicBezTo>
                  <a:pt x="615" y="406"/>
                  <a:pt x="614" y="405"/>
                  <a:pt x="612" y="404"/>
                </a:cubicBezTo>
                <a:cubicBezTo>
                  <a:pt x="609" y="404"/>
                  <a:pt x="608" y="404"/>
                  <a:pt x="606" y="404"/>
                </a:cubicBezTo>
                <a:cubicBezTo>
                  <a:pt x="606" y="404"/>
                  <a:pt x="605" y="404"/>
                  <a:pt x="604" y="405"/>
                </a:cubicBezTo>
                <a:cubicBezTo>
                  <a:pt x="604" y="405"/>
                  <a:pt x="604" y="405"/>
                  <a:pt x="603" y="405"/>
                </a:cubicBezTo>
                <a:cubicBezTo>
                  <a:pt x="603" y="404"/>
                  <a:pt x="602" y="404"/>
                  <a:pt x="601" y="405"/>
                </a:cubicBezTo>
                <a:cubicBezTo>
                  <a:pt x="600" y="405"/>
                  <a:pt x="601" y="405"/>
                  <a:pt x="601" y="405"/>
                </a:cubicBezTo>
                <a:cubicBezTo>
                  <a:pt x="601" y="405"/>
                  <a:pt x="601" y="405"/>
                  <a:pt x="600" y="406"/>
                </a:cubicBezTo>
                <a:cubicBezTo>
                  <a:pt x="599" y="406"/>
                  <a:pt x="599" y="406"/>
                  <a:pt x="599" y="406"/>
                </a:cubicBezTo>
                <a:cubicBezTo>
                  <a:pt x="598" y="405"/>
                  <a:pt x="598" y="405"/>
                  <a:pt x="598" y="405"/>
                </a:cubicBezTo>
                <a:cubicBezTo>
                  <a:pt x="597" y="405"/>
                  <a:pt x="597" y="405"/>
                  <a:pt x="597" y="405"/>
                </a:cubicBezTo>
                <a:cubicBezTo>
                  <a:pt x="596" y="405"/>
                  <a:pt x="596" y="404"/>
                  <a:pt x="594" y="404"/>
                </a:cubicBezTo>
                <a:cubicBezTo>
                  <a:pt x="593" y="403"/>
                  <a:pt x="592" y="403"/>
                  <a:pt x="592" y="403"/>
                </a:cubicBezTo>
                <a:cubicBezTo>
                  <a:pt x="592" y="402"/>
                  <a:pt x="592" y="402"/>
                  <a:pt x="591" y="402"/>
                </a:cubicBezTo>
                <a:cubicBezTo>
                  <a:pt x="590" y="402"/>
                  <a:pt x="589" y="401"/>
                  <a:pt x="588" y="401"/>
                </a:cubicBezTo>
                <a:cubicBezTo>
                  <a:pt x="587" y="400"/>
                  <a:pt x="587" y="400"/>
                  <a:pt x="586" y="399"/>
                </a:cubicBezTo>
                <a:cubicBezTo>
                  <a:pt x="585" y="399"/>
                  <a:pt x="586" y="399"/>
                  <a:pt x="584" y="398"/>
                </a:cubicBezTo>
                <a:cubicBezTo>
                  <a:pt x="583" y="398"/>
                  <a:pt x="583" y="397"/>
                  <a:pt x="583" y="397"/>
                </a:cubicBezTo>
                <a:cubicBezTo>
                  <a:pt x="582" y="397"/>
                  <a:pt x="582" y="397"/>
                  <a:pt x="582" y="396"/>
                </a:cubicBezTo>
                <a:cubicBezTo>
                  <a:pt x="582" y="395"/>
                  <a:pt x="581" y="396"/>
                  <a:pt x="580" y="395"/>
                </a:cubicBezTo>
                <a:cubicBezTo>
                  <a:pt x="579" y="395"/>
                  <a:pt x="579" y="394"/>
                  <a:pt x="578" y="394"/>
                </a:cubicBezTo>
                <a:cubicBezTo>
                  <a:pt x="577" y="393"/>
                  <a:pt x="577" y="392"/>
                  <a:pt x="576" y="392"/>
                </a:cubicBezTo>
                <a:cubicBezTo>
                  <a:pt x="576" y="392"/>
                  <a:pt x="575" y="391"/>
                  <a:pt x="575" y="391"/>
                </a:cubicBezTo>
                <a:cubicBezTo>
                  <a:pt x="575" y="391"/>
                  <a:pt x="575" y="390"/>
                  <a:pt x="574" y="390"/>
                </a:cubicBezTo>
                <a:cubicBezTo>
                  <a:pt x="573" y="390"/>
                  <a:pt x="572" y="388"/>
                  <a:pt x="571" y="387"/>
                </a:cubicBezTo>
                <a:cubicBezTo>
                  <a:pt x="569" y="386"/>
                  <a:pt x="569" y="385"/>
                  <a:pt x="569" y="385"/>
                </a:cubicBezTo>
                <a:cubicBezTo>
                  <a:pt x="569" y="385"/>
                  <a:pt x="569" y="384"/>
                  <a:pt x="568" y="383"/>
                </a:cubicBezTo>
                <a:cubicBezTo>
                  <a:pt x="567" y="383"/>
                  <a:pt x="566" y="381"/>
                  <a:pt x="565" y="379"/>
                </a:cubicBezTo>
                <a:cubicBezTo>
                  <a:pt x="564" y="378"/>
                  <a:pt x="563" y="378"/>
                  <a:pt x="562" y="377"/>
                </a:cubicBezTo>
                <a:cubicBezTo>
                  <a:pt x="561" y="375"/>
                  <a:pt x="560" y="373"/>
                  <a:pt x="560" y="373"/>
                </a:cubicBezTo>
                <a:cubicBezTo>
                  <a:pt x="559" y="373"/>
                  <a:pt x="559" y="373"/>
                  <a:pt x="559" y="372"/>
                </a:cubicBezTo>
                <a:cubicBezTo>
                  <a:pt x="558" y="371"/>
                  <a:pt x="555" y="369"/>
                  <a:pt x="555" y="368"/>
                </a:cubicBezTo>
                <a:cubicBezTo>
                  <a:pt x="554" y="366"/>
                  <a:pt x="553" y="365"/>
                  <a:pt x="552" y="364"/>
                </a:cubicBezTo>
                <a:cubicBezTo>
                  <a:pt x="552" y="363"/>
                  <a:pt x="551" y="362"/>
                  <a:pt x="550" y="360"/>
                </a:cubicBezTo>
                <a:cubicBezTo>
                  <a:pt x="548" y="357"/>
                  <a:pt x="548" y="356"/>
                  <a:pt x="547" y="356"/>
                </a:cubicBezTo>
                <a:cubicBezTo>
                  <a:pt x="546" y="355"/>
                  <a:pt x="544" y="351"/>
                  <a:pt x="542" y="348"/>
                </a:cubicBezTo>
                <a:cubicBezTo>
                  <a:pt x="541" y="345"/>
                  <a:pt x="538" y="342"/>
                  <a:pt x="537" y="339"/>
                </a:cubicBezTo>
                <a:cubicBezTo>
                  <a:pt x="536" y="338"/>
                  <a:pt x="535" y="336"/>
                  <a:pt x="534" y="334"/>
                </a:cubicBezTo>
                <a:cubicBezTo>
                  <a:pt x="533" y="332"/>
                  <a:pt x="532" y="330"/>
                  <a:pt x="531" y="330"/>
                </a:cubicBezTo>
                <a:cubicBezTo>
                  <a:pt x="531" y="329"/>
                  <a:pt x="531" y="328"/>
                  <a:pt x="527" y="321"/>
                </a:cubicBezTo>
                <a:cubicBezTo>
                  <a:pt x="526" y="320"/>
                  <a:pt x="526" y="318"/>
                  <a:pt x="525" y="317"/>
                </a:cubicBezTo>
                <a:cubicBezTo>
                  <a:pt x="524" y="316"/>
                  <a:pt x="524" y="315"/>
                  <a:pt x="523" y="314"/>
                </a:cubicBezTo>
                <a:cubicBezTo>
                  <a:pt x="522" y="311"/>
                  <a:pt x="520" y="309"/>
                  <a:pt x="519" y="307"/>
                </a:cubicBezTo>
                <a:cubicBezTo>
                  <a:pt x="518" y="304"/>
                  <a:pt x="516" y="301"/>
                  <a:pt x="515" y="299"/>
                </a:cubicBezTo>
                <a:cubicBezTo>
                  <a:pt x="513" y="296"/>
                  <a:pt x="513" y="295"/>
                  <a:pt x="513" y="295"/>
                </a:cubicBezTo>
                <a:cubicBezTo>
                  <a:pt x="513" y="295"/>
                  <a:pt x="513" y="294"/>
                  <a:pt x="512" y="291"/>
                </a:cubicBezTo>
                <a:cubicBezTo>
                  <a:pt x="512" y="288"/>
                  <a:pt x="510" y="286"/>
                  <a:pt x="508" y="283"/>
                </a:cubicBezTo>
                <a:cubicBezTo>
                  <a:pt x="507" y="280"/>
                  <a:pt x="504" y="279"/>
                  <a:pt x="504" y="279"/>
                </a:cubicBezTo>
                <a:cubicBezTo>
                  <a:pt x="504" y="279"/>
                  <a:pt x="503" y="277"/>
                  <a:pt x="501" y="275"/>
                </a:cubicBezTo>
                <a:cubicBezTo>
                  <a:pt x="500" y="273"/>
                  <a:pt x="499" y="273"/>
                  <a:pt x="498" y="273"/>
                </a:cubicBezTo>
                <a:cubicBezTo>
                  <a:pt x="497" y="272"/>
                  <a:pt x="497" y="272"/>
                  <a:pt x="496" y="272"/>
                </a:cubicBezTo>
                <a:cubicBezTo>
                  <a:pt x="495" y="272"/>
                  <a:pt x="494" y="272"/>
                  <a:pt x="493" y="271"/>
                </a:cubicBezTo>
                <a:cubicBezTo>
                  <a:pt x="491" y="270"/>
                  <a:pt x="487" y="270"/>
                  <a:pt x="486" y="270"/>
                </a:cubicBezTo>
                <a:cubicBezTo>
                  <a:pt x="484" y="270"/>
                  <a:pt x="483" y="269"/>
                  <a:pt x="482" y="268"/>
                </a:cubicBezTo>
                <a:cubicBezTo>
                  <a:pt x="480" y="268"/>
                  <a:pt x="478" y="268"/>
                  <a:pt x="477" y="267"/>
                </a:cubicBezTo>
                <a:cubicBezTo>
                  <a:pt x="475" y="267"/>
                  <a:pt x="474" y="267"/>
                  <a:pt x="471" y="267"/>
                </a:cubicBezTo>
                <a:cubicBezTo>
                  <a:pt x="468" y="267"/>
                  <a:pt x="465" y="266"/>
                  <a:pt x="462" y="266"/>
                </a:cubicBezTo>
                <a:cubicBezTo>
                  <a:pt x="460" y="266"/>
                  <a:pt x="458" y="266"/>
                  <a:pt x="456" y="266"/>
                </a:cubicBezTo>
                <a:cubicBezTo>
                  <a:pt x="453" y="265"/>
                  <a:pt x="452" y="266"/>
                  <a:pt x="449" y="266"/>
                </a:cubicBezTo>
                <a:cubicBezTo>
                  <a:pt x="447" y="266"/>
                  <a:pt x="446" y="266"/>
                  <a:pt x="444" y="266"/>
                </a:cubicBezTo>
                <a:cubicBezTo>
                  <a:pt x="441" y="266"/>
                  <a:pt x="438" y="266"/>
                  <a:pt x="435" y="266"/>
                </a:cubicBezTo>
                <a:cubicBezTo>
                  <a:pt x="431" y="266"/>
                  <a:pt x="424" y="266"/>
                  <a:pt x="424" y="266"/>
                </a:cubicBezTo>
                <a:cubicBezTo>
                  <a:pt x="424" y="266"/>
                  <a:pt x="424" y="266"/>
                  <a:pt x="423" y="266"/>
                </a:cubicBezTo>
                <a:cubicBezTo>
                  <a:pt x="422" y="265"/>
                  <a:pt x="422" y="265"/>
                  <a:pt x="420" y="265"/>
                </a:cubicBezTo>
                <a:cubicBezTo>
                  <a:pt x="418" y="265"/>
                  <a:pt x="415" y="265"/>
                  <a:pt x="410" y="264"/>
                </a:cubicBezTo>
                <a:cubicBezTo>
                  <a:pt x="405" y="264"/>
                  <a:pt x="400" y="263"/>
                  <a:pt x="395" y="262"/>
                </a:cubicBezTo>
                <a:cubicBezTo>
                  <a:pt x="393" y="262"/>
                  <a:pt x="391" y="261"/>
                  <a:pt x="389" y="261"/>
                </a:cubicBezTo>
                <a:cubicBezTo>
                  <a:pt x="388" y="261"/>
                  <a:pt x="386" y="261"/>
                  <a:pt x="385" y="260"/>
                </a:cubicBezTo>
                <a:cubicBezTo>
                  <a:pt x="383" y="260"/>
                  <a:pt x="381" y="260"/>
                  <a:pt x="381" y="260"/>
                </a:cubicBezTo>
                <a:cubicBezTo>
                  <a:pt x="381" y="260"/>
                  <a:pt x="381" y="259"/>
                  <a:pt x="382" y="257"/>
                </a:cubicBezTo>
                <a:cubicBezTo>
                  <a:pt x="382" y="255"/>
                  <a:pt x="382" y="253"/>
                  <a:pt x="383" y="251"/>
                </a:cubicBezTo>
                <a:cubicBezTo>
                  <a:pt x="383" y="248"/>
                  <a:pt x="383" y="247"/>
                  <a:pt x="381" y="244"/>
                </a:cubicBezTo>
                <a:cubicBezTo>
                  <a:pt x="379" y="240"/>
                  <a:pt x="377" y="237"/>
                  <a:pt x="377" y="237"/>
                </a:cubicBezTo>
                <a:cubicBezTo>
                  <a:pt x="377" y="237"/>
                  <a:pt x="378" y="237"/>
                  <a:pt x="379" y="236"/>
                </a:cubicBezTo>
                <a:cubicBezTo>
                  <a:pt x="380" y="235"/>
                  <a:pt x="382" y="233"/>
                  <a:pt x="386" y="231"/>
                </a:cubicBezTo>
                <a:cubicBezTo>
                  <a:pt x="390" y="228"/>
                  <a:pt x="394" y="226"/>
                  <a:pt x="397" y="225"/>
                </a:cubicBezTo>
                <a:cubicBezTo>
                  <a:pt x="400" y="223"/>
                  <a:pt x="403" y="222"/>
                  <a:pt x="406" y="221"/>
                </a:cubicBezTo>
                <a:cubicBezTo>
                  <a:pt x="409" y="220"/>
                  <a:pt x="410" y="220"/>
                  <a:pt x="415" y="218"/>
                </a:cubicBezTo>
                <a:cubicBezTo>
                  <a:pt x="419" y="215"/>
                  <a:pt x="422" y="214"/>
                  <a:pt x="426" y="213"/>
                </a:cubicBezTo>
                <a:cubicBezTo>
                  <a:pt x="429" y="211"/>
                  <a:pt x="433" y="210"/>
                  <a:pt x="435" y="209"/>
                </a:cubicBezTo>
                <a:cubicBezTo>
                  <a:pt x="438" y="208"/>
                  <a:pt x="441" y="207"/>
                  <a:pt x="442" y="206"/>
                </a:cubicBezTo>
                <a:cubicBezTo>
                  <a:pt x="443" y="206"/>
                  <a:pt x="444" y="206"/>
                  <a:pt x="443" y="206"/>
                </a:cubicBezTo>
                <a:cubicBezTo>
                  <a:pt x="443" y="205"/>
                  <a:pt x="443" y="205"/>
                  <a:pt x="443" y="203"/>
                </a:cubicBezTo>
                <a:cubicBezTo>
                  <a:pt x="442" y="201"/>
                  <a:pt x="442" y="199"/>
                  <a:pt x="441" y="197"/>
                </a:cubicBezTo>
                <a:cubicBezTo>
                  <a:pt x="441" y="194"/>
                  <a:pt x="440" y="192"/>
                  <a:pt x="440" y="192"/>
                </a:cubicBezTo>
                <a:cubicBezTo>
                  <a:pt x="440" y="192"/>
                  <a:pt x="441" y="191"/>
                  <a:pt x="441" y="191"/>
                </a:cubicBezTo>
                <a:cubicBezTo>
                  <a:pt x="441" y="191"/>
                  <a:pt x="442" y="190"/>
                  <a:pt x="442" y="190"/>
                </a:cubicBezTo>
                <a:cubicBezTo>
                  <a:pt x="443" y="189"/>
                  <a:pt x="443" y="188"/>
                  <a:pt x="443" y="187"/>
                </a:cubicBezTo>
                <a:cubicBezTo>
                  <a:pt x="443" y="187"/>
                  <a:pt x="443" y="187"/>
                  <a:pt x="443" y="185"/>
                </a:cubicBezTo>
                <a:cubicBezTo>
                  <a:pt x="443" y="183"/>
                  <a:pt x="443" y="180"/>
                  <a:pt x="443" y="180"/>
                </a:cubicBezTo>
                <a:cubicBezTo>
                  <a:pt x="443" y="180"/>
                  <a:pt x="447" y="178"/>
                  <a:pt x="450" y="176"/>
                </a:cubicBezTo>
                <a:cubicBezTo>
                  <a:pt x="454" y="173"/>
                  <a:pt x="455" y="172"/>
                  <a:pt x="458" y="170"/>
                </a:cubicBezTo>
                <a:cubicBezTo>
                  <a:pt x="461" y="167"/>
                  <a:pt x="462" y="165"/>
                  <a:pt x="464" y="163"/>
                </a:cubicBezTo>
                <a:cubicBezTo>
                  <a:pt x="465" y="161"/>
                  <a:pt x="467" y="159"/>
                  <a:pt x="468" y="157"/>
                </a:cubicBezTo>
                <a:cubicBezTo>
                  <a:pt x="469" y="155"/>
                  <a:pt x="470" y="154"/>
                  <a:pt x="471" y="153"/>
                </a:cubicBezTo>
                <a:cubicBezTo>
                  <a:pt x="472" y="152"/>
                  <a:pt x="473" y="151"/>
                  <a:pt x="474" y="149"/>
                </a:cubicBezTo>
                <a:cubicBezTo>
                  <a:pt x="475" y="148"/>
                  <a:pt x="476" y="148"/>
                  <a:pt x="477" y="146"/>
                </a:cubicBezTo>
                <a:cubicBezTo>
                  <a:pt x="478" y="145"/>
                  <a:pt x="479" y="145"/>
                  <a:pt x="479" y="144"/>
                </a:cubicBezTo>
                <a:cubicBezTo>
                  <a:pt x="480" y="143"/>
                  <a:pt x="480" y="143"/>
                  <a:pt x="481" y="142"/>
                </a:cubicBezTo>
                <a:cubicBezTo>
                  <a:pt x="482" y="141"/>
                  <a:pt x="483" y="140"/>
                  <a:pt x="483" y="138"/>
                </a:cubicBezTo>
                <a:cubicBezTo>
                  <a:pt x="484" y="136"/>
                  <a:pt x="483" y="135"/>
                  <a:pt x="482" y="135"/>
                </a:cubicBezTo>
                <a:cubicBezTo>
                  <a:pt x="480" y="134"/>
                  <a:pt x="479" y="135"/>
                  <a:pt x="478" y="136"/>
                </a:cubicBezTo>
                <a:cubicBezTo>
                  <a:pt x="477" y="137"/>
                  <a:pt x="476" y="140"/>
                  <a:pt x="475" y="141"/>
                </a:cubicBezTo>
                <a:cubicBezTo>
                  <a:pt x="474" y="142"/>
                  <a:pt x="473" y="142"/>
                  <a:pt x="472" y="143"/>
                </a:cubicBezTo>
                <a:cubicBezTo>
                  <a:pt x="470" y="144"/>
                  <a:pt x="469" y="145"/>
                  <a:pt x="468" y="146"/>
                </a:cubicBezTo>
                <a:cubicBezTo>
                  <a:pt x="468" y="147"/>
                  <a:pt x="467" y="148"/>
                  <a:pt x="467" y="148"/>
                </a:cubicBezTo>
                <a:cubicBezTo>
                  <a:pt x="466" y="148"/>
                  <a:pt x="466" y="147"/>
                  <a:pt x="466" y="146"/>
                </a:cubicBezTo>
                <a:cubicBezTo>
                  <a:pt x="466" y="145"/>
                  <a:pt x="466" y="145"/>
                  <a:pt x="467" y="143"/>
                </a:cubicBezTo>
                <a:cubicBezTo>
                  <a:pt x="468" y="142"/>
                  <a:pt x="469" y="141"/>
                  <a:pt x="471" y="140"/>
                </a:cubicBezTo>
                <a:cubicBezTo>
                  <a:pt x="472" y="138"/>
                  <a:pt x="472" y="137"/>
                  <a:pt x="473" y="136"/>
                </a:cubicBezTo>
                <a:cubicBezTo>
                  <a:pt x="474" y="133"/>
                  <a:pt x="476" y="131"/>
                  <a:pt x="477" y="130"/>
                </a:cubicBezTo>
                <a:cubicBezTo>
                  <a:pt x="478" y="128"/>
                  <a:pt x="479" y="127"/>
                  <a:pt x="479" y="126"/>
                </a:cubicBezTo>
                <a:cubicBezTo>
                  <a:pt x="480" y="124"/>
                  <a:pt x="481" y="124"/>
                  <a:pt x="481" y="122"/>
                </a:cubicBezTo>
                <a:cubicBezTo>
                  <a:pt x="481" y="121"/>
                  <a:pt x="480" y="120"/>
                  <a:pt x="479" y="119"/>
                </a:cubicBezTo>
                <a:cubicBezTo>
                  <a:pt x="477" y="119"/>
                  <a:pt x="476" y="120"/>
                  <a:pt x="475" y="122"/>
                </a:cubicBezTo>
                <a:cubicBezTo>
                  <a:pt x="474" y="123"/>
                  <a:pt x="473" y="125"/>
                  <a:pt x="472" y="127"/>
                </a:cubicBezTo>
                <a:cubicBezTo>
                  <a:pt x="470" y="129"/>
                  <a:pt x="470" y="130"/>
                  <a:pt x="468" y="132"/>
                </a:cubicBezTo>
                <a:cubicBezTo>
                  <a:pt x="467" y="133"/>
                  <a:pt x="466" y="134"/>
                  <a:pt x="466" y="135"/>
                </a:cubicBezTo>
                <a:cubicBezTo>
                  <a:pt x="465" y="136"/>
                  <a:pt x="464" y="137"/>
                  <a:pt x="464" y="138"/>
                </a:cubicBezTo>
                <a:cubicBezTo>
                  <a:pt x="463" y="139"/>
                  <a:pt x="463" y="139"/>
                  <a:pt x="462" y="140"/>
                </a:cubicBezTo>
                <a:cubicBezTo>
                  <a:pt x="462" y="140"/>
                  <a:pt x="461" y="138"/>
                  <a:pt x="461" y="138"/>
                </a:cubicBezTo>
                <a:cubicBezTo>
                  <a:pt x="461" y="138"/>
                  <a:pt x="461" y="138"/>
                  <a:pt x="462" y="137"/>
                </a:cubicBezTo>
                <a:cubicBezTo>
                  <a:pt x="462" y="136"/>
                  <a:pt x="464" y="134"/>
                  <a:pt x="465" y="133"/>
                </a:cubicBezTo>
                <a:cubicBezTo>
                  <a:pt x="466" y="131"/>
                  <a:pt x="466" y="130"/>
                  <a:pt x="466" y="129"/>
                </a:cubicBezTo>
                <a:cubicBezTo>
                  <a:pt x="467" y="128"/>
                  <a:pt x="468" y="126"/>
                  <a:pt x="469" y="124"/>
                </a:cubicBezTo>
                <a:cubicBezTo>
                  <a:pt x="470" y="122"/>
                  <a:pt x="470" y="122"/>
                  <a:pt x="471" y="120"/>
                </a:cubicBezTo>
                <a:cubicBezTo>
                  <a:pt x="472" y="119"/>
                  <a:pt x="472" y="118"/>
                  <a:pt x="473" y="117"/>
                </a:cubicBezTo>
                <a:cubicBezTo>
                  <a:pt x="473" y="115"/>
                  <a:pt x="474" y="115"/>
                  <a:pt x="474" y="113"/>
                </a:cubicBezTo>
                <a:cubicBezTo>
                  <a:pt x="474" y="111"/>
                  <a:pt x="472" y="110"/>
                  <a:pt x="471" y="110"/>
                </a:cubicBezTo>
                <a:cubicBezTo>
                  <a:pt x="469" y="110"/>
                  <a:pt x="468" y="112"/>
                  <a:pt x="467" y="114"/>
                </a:cubicBezTo>
                <a:cubicBezTo>
                  <a:pt x="466" y="116"/>
                  <a:pt x="465" y="118"/>
                  <a:pt x="464" y="120"/>
                </a:cubicBezTo>
                <a:cubicBezTo>
                  <a:pt x="463" y="122"/>
                  <a:pt x="462" y="123"/>
                  <a:pt x="461" y="124"/>
                </a:cubicBezTo>
                <a:cubicBezTo>
                  <a:pt x="460" y="125"/>
                  <a:pt x="460" y="126"/>
                  <a:pt x="460" y="127"/>
                </a:cubicBezTo>
                <a:cubicBezTo>
                  <a:pt x="460" y="128"/>
                  <a:pt x="459" y="128"/>
                  <a:pt x="459" y="129"/>
                </a:cubicBezTo>
                <a:cubicBezTo>
                  <a:pt x="458" y="130"/>
                  <a:pt x="458" y="131"/>
                  <a:pt x="457" y="132"/>
                </a:cubicBezTo>
                <a:cubicBezTo>
                  <a:pt x="457" y="133"/>
                  <a:pt x="456" y="134"/>
                  <a:pt x="456" y="134"/>
                </a:cubicBezTo>
                <a:cubicBezTo>
                  <a:pt x="455" y="135"/>
                  <a:pt x="455" y="134"/>
                  <a:pt x="455" y="134"/>
                </a:cubicBezTo>
                <a:cubicBezTo>
                  <a:pt x="454" y="134"/>
                  <a:pt x="454" y="132"/>
                  <a:pt x="455" y="131"/>
                </a:cubicBezTo>
                <a:cubicBezTo>
                  <a:pt x="455" y="129"/>
                  <a:pt x="455" y="128"/>
                  <a:pt x="456" y="127"/>
                </a:cubicBezTo>
                <a:cubicBezTo>
                  <a:pt x="456" y="125"/>
                  <a:pt x="456" y="124"/>
                  <a:pt x="457" y="121"/>
                </a:cubicBezTo>
                <a:cubicBezTo>
                  <a:pt x="458" y="119"/>
                  <a:pt x="459" y="118"/>
                  <a:pt x="460" y="116"/>
                </a:cubicBezTo>
                <a:cubicBezTo>
                  <a:pt x="461" y="114"/>
                  <a:pt x="461" y="112"/>
                  <a:pt x="462" y="110"/>
                </a:cubicBezTo>
                <a:cubicBezTo>
                  <a:pt x="462" y="108"/>
                  <a:pt x="460" y="107"/>
                  <a:pt x="458" y="108"/>
                </a:cubicBezTo>
                <a:cubicBezTo>
                  <a:pt x="456" y="108"/>
                  <a:pt x="455" y="111"/>
                  <a:pt x="454" y="112"/>
                </a:cubicBezTo>
                <a:cubicBezTo>
                  <a:pt x="454" y="113"/>
                  <a:pt x="453" y="115"/>
                  <a:pt x="453" y="116"/>
                </a:cubicBezTo>
                <a:cubicBezTo>
                  <a:pt x="452" y="117"/>
                  <a:pt x="452" y="118"/>
                  <a:pt x="451" y="119"/>
                </a:cubicBezTo>
                <a:cubicBezTo>
                  <a:pt x="450" y="121"/>
                  <a:pt x="450" y="121"/>
                  <a:pt x="449" y="124"/>
                </a:cubicBezTo>
                <a:cubicBezTo>
                  <a:pt x="448" y="126"/>
                  <a:pt x="448" y="127"/>
                  <a:pt x="448" y="130"/>
                </a:cubicBezTo>
                <a:cubicBezTo>
                  <a:pt x="447" y="132"/>
                  <a:pt x="446" y="133"/>
                  <a:pt x="446" y="134"/>
                </a:cubicBezTo>
                <a:cubicBezTo>
                  <a:pt x="445" y="135"/>
                  <a:pt x="445" y="136"/>
                  <a:pt x="444" y="137"/>
                </a:cubicBezTo>
                <a:cubicBezTo>
                  <a:pt x="444" y="139"/>
                  <a:pt x="442" y="139"/>
                  <a:pt x="441" y="140"/>
                </a:cubicBezTo>
                <a:cubicBezTo>
                  <a:pt x="440" y="140"/>
                  <a:pt x="437" y="142"/>
                  <a:pt x="437" y="142"/>
                </a:cubicBezTo>
                <a:cubicBezTo>
                  <a:pt x="436" y="143"/>
                  <a:pt x="436" y="142"/>
                  <a:pt x="436" y="142"/>
                </a:cubicBezTo>
                <a:cubicBezTo>
                  <a:pt x="435" y="141"/>
                  <a:pt x="435" y="141"/>
                  <a:pt x="435" y="140"/>
                </a:cubicBezTo>
                <a:cubicBezTo>
                  <a:pt x="435" y="139"/>
                  <a:pt x="435" y="138"/>
                  <a:pt x="435" y="137"/>
                </a:cubicBezTo>
                <a:cubicBezTo>
                  <a:pt x="434" y="136"/>
                  <a:pt x="434" y="135"/>
                  <a:pt x="433" y="134"/>
                </a:cubicBezTo>
                <a:cubicBezTo>
                  <a:pt x="433" y="133"/>
                  <a:pt x="433" y="132"/>
                  <a:pt x="431" y="129"/>
                </a:cubicBezTo>
                <a:cubicBezTo>
                  <a:pt x="430" y="127"/>
                  <a:pt x="428" y="126"/>
                  <a:pt x="427" y="125"/>
                </a:cubicBezTo>
                <a:cubicBezTo>
                  <a:pt x="426" y="125"/>
                  <a:pt x="425" y="125"/>
                  <a:pt x="424" y="126"/>
                </a:cubicBezTo>
                <a:cubicBezTo>
                  <a:pt x="423" y="127"/>
                  <a:pt x="424" y="128"/>
                  <a:pt x="424" y="129"/>
                </a:cubicBezTo>
                <a:cubicBezTo>
                  <a:pt x="425" y="129"/>
                  <a:pt x="425" y="131"/>
                  <a:pt x="426" y="133"/>
                </a:cubicBezTo>
                <a:cubicBezTo>
                  <a:pt x="426" y="135"/>
                  <a:pt x="427" y="136"/>
                  <a:pt x="427" y="138"/>
                </a:cubicBezTo>
                <a:cubicBezTo>
                  <a:pt x="427" y="140"/>
                  <a:pt x="427" y="141"/>
                  <a:pt x="427" y="143"/>
                </a:cubicBezTo>
                <a:cubicBezTo>
                  <a:pt x="427" y="144"/>
                  <a:pt x="426" y="145"/>
                  <a:pt x="426" y="147"/>
                </a:cubicBezTo>
                <a:cubicBezTo>
                  <a:pt x="426" y="149"/>
                  <a:pt x="427" y="152"/>
                  <a:pt x="428" y="154"/>
                </a:cubicBezTo>
                <a:cubicBezTo>
                  <a:pt x="428" y="157"/>
                  <a:pt x="428" y="158"/>
                  <a:pt x="429" y="160"/>
                </a:cubicBezTo>
                <a:cubicBezTo>
                  <a:pt x="429" y="163"/>
                  <a:pt x="429" y="163"/>
                  <a:pt x="429" y="164"/>
                </a:cubicBezTo>
                <a:cubicBezTo>
                  <a:pt x="428" y="165"/>
                  <a:pt x="426" y="167"/>
                  <a:pt x="426" y="167"/>
                </a:cubicBezTo>
                <a:cubicBezTo>
                  <a:pt x="426" y="167"/>
                  <a:pt x="426" y="167"/>
                  <a:pt x="425" y="167"/>
                </a:cubicBezTo>
                <a:cubicBezTo>
                  <a:pt x="425" y="167"/>
                  <a:pt x="425" y="167"/>
                  <a:pt x="424" y="168"/>
                </a:cubicBezTo>
                <a:cubicBezTo>
                  <a:pt x="424" y="168"/>
                  <a:pt x="423" y="169"/>
                  <a:pt x="421" y="170"/>
                </a:cubicBezTo>
                <a:cubicBezTo>
                  <a:pt x="419" y="171"/>
                  <a:pt x="417" y="173"/>
                  <a:pt x="413" y="175"/>
                </a:cubicBezTo>
                <a:cubicBezTo>
                  <a:pt x="409" y="177"/>
                  <a:pt x="407" y="178"/>
                  <a:pt x="406" y="179"/>
                </a:cubicBezTo>
                <a:cubicBezTo>
                  <a:pt x="404" y="179"/>
                  <a:pt x="401" y="182"/>
                  <a:pt x="400" y="183"/>
                </a:cubicBezTo>
                <a:cubicBezTo>
                  <a:pt x="399" y="184"/>
                  <a:pt x="398" y="186"/>
                  <a:pt x="398" y="186"/>
                </a:cubicBezTo>
                <a:cubicBezTo>
                  <a:pt x="398" y="186"/>
                  <a:pt x="398" y="186"/>
                  <a:pt x="397" y="185"/>
                </a:cubicBezTo>
                <a:cubicBezTo>
                  <a:pt x="396" y="185"/>
                  <a:pt x="394" y="185"/>
                  <a:pt x="393" y="186"/>
                </a:cubicBezTo>
                <a:cubicBezTo>
                  <a:pt x="391" y="186"/>
                  <a:pt x="387" y="188"/>
                  <a:pt x="386" y="189"/>
                </a:cubicBezTo>
                <a:cubicBezTo>
                  <a:pt x="385" y="190"/>
                  <a:pt x="383" y="190"/>
                  <a:pt x="383" y="192"/>
                </a:cubicBezTo>
                <a:cubicBezTo>
                  <a:pt x="382" y="193"/>
                  <a:pt x="381" y="194"/>
                  <a:pt x="381" y="194"/>
                </a:cubicBezTo>
                <a:cubicBezTo>
                  <a:pt x="381" y="194"/>
                  <a:pt x="380" y="195"/>
                  <a:pt x="378" y="195"/>
                </a:cubicBezTo>
                <a:cubicBezTo>
                  <a:pt x="375" y="196"/>
                  <a:pt x="374" y="196"/>
                  <a:pt x="373" y="196"/>
                </a:cubicBezTo>
                <a:cubicBezTo>
                  <a:pt x="373" y="196"/>
                  <a:pt x="372" y="196"/>
                  <a:pt x="371" y="196"/>
                </a:cubicBezTo>
                <a:cubicBezTo>
                  <a:pt x="371" y="196"/>
                  <a:pt x="371" y="195"/>
                  <a:pt x="370" y="195"/>
                </a:cubicBezTo>
                <a:cubicBezTo>
                  <a:pt x="369" y="195"/>
                  <a:pt x="369" y="195"/>
                  <a:pt x="369" y="195"/>
                </a:cubicBezTo>
                <a:cubicBezTo>
                  <a:pt x="369" y="195"/>
                  <a:pt x="368" y="194"/>
                  <a:pt x="367" y="191"/>
                </a:cubicBezTo>
                <a:cubicBezTo>
                  <a:pt x="367" y="189"/>
                  <a:pt x="366" y="187"/>
                  <a:pt x="365" y="185"/>
                </a:cubicBezTo>
                <a:cubicBezTo>
                  <a:pt x="365" y="184"/>
                  <a:pt x="364" y="182"/>
                  <a:pt x="363" y="181"/>
                </a:cubicBezTo>
                <a:cubicBezTo>
                  <a:pt x="362" y="178"/>
                  <a:pt x="361" y="176"/>
                  <a:pt x="360" y="174"/>
                </a:cubicBezTo>
                <a:cubicBezTo>
                  <a:pt x="359" y="173"/>
                  <a:pt x="358" y="171"/>
                  <a:pt x="357" y="170"/>
                </a:cubicBezTo>
                <a:cubicBezTo>
                  <a:pt x="355" y="168"/>
                  <a:pt x="354" y="166"/>
                  <a:pt x="353" y="164"/>
                </a:cubicBezTo>
                <a:cubicBezTo>
                  <a:pt x="352" y="163"/>
                  <a:pt x="352" y="162"/>
                  <a:pt x="352" y="161"/>
                </a:cubicBezTo>
                <a:cubicBezTo>
                  <a:pt x="351" y="160"/>
                  <a:pt x="350" y="157"/>
                  <a:pt x="347" y="152"/>
                </a:cubicBezTo>
                <a:cubicBezTo>
                  <a:pt x="346" y="149"/>
                  <a:pt x="344" y="147"/>
                  <a:pt x="343" y="145"/>
                </a:cubicBezTo>
                <a:cubicBezTo>
                  <a:pt x="341" y="142"/>
                  <a:pt x="339" y="140"/>
                  <a:pt x="338" y="139"/>
                </a:cubicBezTo>
                <a:cubicBezTo>
                  <a:pt x="336" y="137"/>
                  <a:pt x="335" y="135"/>
                  <a:pt x="333" y="134"/>
                </a:cubicBezTo>
                <a:cubicBezTo>
                  <a:pt x="332" y="133"/>
                  <a:pt x="332" y="132"/>
                  <a:pt x="331" y="132"/>
                </a:cubicBezTo>
                <a:cubicBezTo>
                  <a:pt x="330" y="130"/>
                  <a:pt x="329" y="130"/>
                  <a:pt x="328" y="128"/>
                </a:cubicBezTo>
                <a:cubicBezTo>
                  <a:pt x="327" y="127"/>
                  <a:pt x="326" y="126"/>
                  <a:pt x="323" y="123"/>
                </a:cubicBezTo>
                <a:cubicBezTo>
                  <a:pt x="320" y="119"/>
                  <a:pt x="316" y="116"/>
                  <a:pt x="314" y="113"/>
                </a:cubicBezTo>
                <a:cubicBezTo>
                  <a:pt x="311" y="111"/>
                  <a:pt x="310" y="109"/>
                  <a:pt x="309" y="108"/>
                </a:cubicBezTo>
                <a:cubicBezTo>
                  <a:pt x="308" y="108"/>
                  <a:pt x="307" y="106"/>
                  <a:pt x="306" y="105"/>
                </a:cubicBezTo>
                <a:cubicBezTo>
                  <a:pt x="304" y="103"/>
                  <a:pt x="302" y="102"/>
                  <a:pt x="302" y="102"/>
                </a:cubicBezTo>
                <a:cubicBezTo>
                  <a:pt x="302" y="100"/>
                  <a:pt x="302" y="100"/>
                  <a:pt x="302" y="100"/>
                </a:cubicBezTo>
                <a:cubicBezTo>
                  <a:pt x="302" y="100"/>
                  <a:pt x="302" y="100"/>
                  <a:pt x="303" y="99"/>
                </a:cubicBezTo>
                <a:cubicBezTo>
                  <a:pt x="304" y="98"/>
                  <a:pt x="304" y="97"/>
                  <a:pt x="304" y="96"/>
                </a:cubicBezTo>
                <a:cubicBezTo>
                  <a:pt x="303" y="96"/>
                  <a:pt x="304" y="96"/>
                  <a:pt x="304" y="96"/>
                </a:cubicBezTo>
                <a:cubicBezTo>
                  <a:pt x="305" y="96"/>
                  <a:pt x="305" y="95"/>
                  <a:pt x="306" y="95"/>
                </a:cubicBezTo>
                <a:cubicBezTo>
                  <a:pt x="307" y="94"/>
                  <a:pt x="309" y="93"/>
                  <a:pt x="310" y="93"/>
                </a:cubicBezTo>
                <a:cubicBezTo>
                  <a:pt x="311" y="92"/>
                  <a:pt x="311" y="92"/>
                  <a:pt x="312" y="91"/>
                </a:cubicBezTo>
                <a:cubicBezTo>
                  <a:pt x="313" y="90"/>
                  <a:pt x="314" y="90"/>
                  <a:pt x="316" y="89"/>
                </a:cubicBezTo>
                <a:cubicBezTo>
                  <a:pt x="317" y="88"/>
                  <a:pt x="318" y="87"/>
                  <a:pt x="319" y="86"/>
                </a:cubicBezTo>
                <a:cubicBezTo>
                  <a:pt x="320" y="84"/>
                  <a:pt x="319" y="83"/>
                  <a:pt x="319" y="82"/>
                </a:cubicBezTo>
                <a:cubicBezTo>
                  <a:pt x="319" y="81"/>
                  <a:pt x="318" y="79"/>
                  <a:pt x="318" y="79"/>
                </a:cubicBezTo>
                <a:cubicBezTo>
                  <a:pt x="318" y="79"/>
                  <a:pt x="318" y="78"/>
                  <a:pt x="318" y="77"/>
                </a:cubicBezTo>
                <a:cubicBezTo>
                  <a:pt x="319" y="76"/>
                  <a:pt x="320" y="75"/>
                  <a:pt x="320" y="74"/>
                </a:cubicBezTo>
                <a:cubicBezTo>
                  <a:pt x="321" y="74"/>
                  <a:pt x="320" y="72"/>
                  <a:pt x="319" y="71"/>
                </a:cubicBezTo>
                <a:cubicBezTo>
                  <a:pt x="318" y="70"/>
                  <a:pt x="317" y="70"/>
                  <a:pt x="317" y="70"/>
                </a:cubicBezTo>
                <a:cubicBezTo>
                  <a:pt x="317" y="70"/>
                  <a:pt x="318" y="69"/>
                  <a:pt x="319" y="68"/>
                </a:cubicBezTo>
                <a:cubicBezTo>
                  <a:pt x="320" y="68"/>
                  <a:pt x="320" y="67"/>
                  <a:pt x="321" y="66"/>
                </a:cubicBezTo>
                <a:cubicBezTo>
                  <a:pt x="322" y="65"/>
                  <a:pt x="322" y="64"/>
                  <a:pt x="321" y="63"/>
                </a:cubicBezTo>
                <a:cubicBezTo>
                  <a:pt x="321" y="62"/>
                  <a:pt x="321" y="61"/>
                  <a:pt x="321" y="59"/>
                </a:cubicBezTo>
                <a:cubicBezTo>
                  <a:pt x="321" y="58"/>
                  <a:pt x="321" y="57"/>
                  <a:pt x="322" y="57"/>
                </a:cubicBezTo>
                <a:cubicBezTo>
                  <a:pt x="323" y="56"/>
                  <a:pt x="324" y="56"/>
                  <a:pt x="325" y="56"/>
                </a:cubicBezTo>
                <a:cubicBezTo>
                  <a:pt x="326" y="56"/>
                  <a:pt x="327" y="55"/>
                  <a:pt x="327" y="54"/>
                </a:cubicBezTo>
                <a:cubicBezTo>
                  <a:pt x="328" y="52"/>
                  <a:pt x="326" y="51"/>
                  <a:pt x="325" y="49"/>
                </a:cubicBezTo>
                <a:cubicBezTo>
                  <a:pt x="323" y="48"/>
                  <a:pt x="322" y="46"/>
                  <a:pt x="320" y="44"/>
                </a:cubicBezTo>
                <a:cubicBezTo>
                  <a:pt x="318" y="43"/>
                  <a:pt x="317" y="43"/>
                  <a:pt x="316" y="42"/>
                </a:cubicBezTo>
                <a:cubicBezTo>
                  <a:pt x="316" y="41"/>
                  <a:pt x="316" y="41"/>
                  <a:pt x="315" y="41"/>
                </a:cubicBezTo>
                <a:cubicBezTo>
                  <a:pt x="314" y="39"/>
                  <a:pt x="315" y="36"/>
                  <a:pt x="315" y="35"/>
                </a:cubicBezTo>
                <a:cubicBezTo>
                  <a:pt x="316" y="34"/>
                  <a:pt x="315" y="33"/>
                  <a:pt x="315" y="33"/>
                </a:cubicBezTo>
                <a:cubicBezTo>
                  <a:pt x="314" y="33"/>
                  <a:pt x="315" y="32"/>
                  <a:pt x="314" y="31"/>
                </a:cubicBezTo>
                <a:cubicBezTo>
                  <a:pt x="313" y="29"/>
                  <a:pt x="313" y="30"/>
                  <a:pt x="313" y="30"/>
                </a:cubicBezTo>
                <a:cubicBezTo>
                  <a:pt x="313" y="30"/>
                  <a:pt x="313" y="29"/>
                  <a:pt x="312" y="28"/>
                </a:cubicBezTo>
                <a:cubicBezTo>
                  <a:pt x="312" y="28"/>
                  <a:pt x="312" y="26"/>
                  <a:pt x="311" y="26"/>
                </a:cubicBezTo>
                <a:cubicBezTo>
                  <a:pt x="310" y="25"/>
                  <a:pt x="310" y="25"/>
                  <a:pt x="310" y="24"/>
                </a:cubicBezTo>
                <a:cubicBezTo>
                  <a:pt x="310" y="24"/>
                  <a:pt x="310" y="23"/>
                  <a:pt x="310" y="23"/>
                </a:cubicBezTo>
                <a:cubicBezTo>
                  <a:pt x="309" y="23"/>
                  <a:pt x="309" y="22"/>
                  <a:pt x="309" y="22"/>
                </a:cubicBezTo>
                <a:cubicBezTo>
                  <a:pt x="309" y="21"/>
                  <a:pt x="308" y="20"/>
                  <a:pt x="308" y="20"/>
                </a:cubicBezTo>
                <a:cubicBezTo>
                  <a:pt x="307" y="20"/>
                  <a:pt x="307" y="19"/>
                  <a:pt x="307" y="18"/>
                </a:cubicBezTo>
                <a:cubicBezTo>
                  <a:pt x="306" y="17"/>
                  <a:pt x="305" y="16"/>
                  <a:pt x="305" y="16"/>
                </a:cubicBezTo>
                <a:cubicBezTo>
                  <a:pt x="305" y="16"/>
                  <a:pt x="306" y="16"/>
                  <a:pt x="306" y="16"/>
                </a:cubicBezTo>
                <a:cubicBezTo>
                  <a:pt x="306" y="15"/>
                  <a:pt x="307" y="15"/>
                  <a:pt x="307" y="12"/>
                </a:cubicBezTo>
                <a:cubicBezTo>
                  <a:pt x="307" y="10"/>
                  <a:pt x="305" y="8"/>
                  <a:pt x="303" y="6"/>
                </a:cubicBezTo>
                <a:cubicBezTo>
                  <a:pt x="301" y="5"/>
                  <a:pt x="298" y="3"/>
                  <a:pt x="296" y="2"/>
                </a:cubicBezTo>
                <a:cubicBezTo>
                  <a:pt x="294" y="1"/>
                  <a:pt x="291" y="1"/>
                  <a:pt x="290" y="1"/>
                </a:cubicBezTo>
                <a:cubicBezTo>
                  <a:pt x="288" y="1"/>
                  <a:pt x="285" y="1"/>
                  <a:pt x="283" y="1"/>
                </a:cubicBezTo>
                <a:cubicBezTo>
                  <a:pt x="281" y="1"/>
                  <a:pt x="280" y="0"/>
                  <a:pt x="278" y="1"/>
                </a:cubicBezTo>
                <a:cubicBezTo>
                  <a:pt x="276" y="1"/>
                  <a:pt x="275" y="2"/>
                  <a:pt x="274" y="2"/>
                </a:cubicBezTo>
                <a:cubicBezTo>
                  <a:pt x="273" y="2"/>
                  <a:pt x="271" y="2"/>
                  <a:pt x="269" y="2"/>
                </a:cubicBezTo>
                <a:cubicBezTo>
                  <a:pt x="268" y="2"/>
                  <a:pt x="266" y="3"/>
                  <a:pt x="265" y="3"/>
                </a:cubicBezTo>
                <a:cubicBezTo>
                  <a:pt x="263" y="3"/>
                  <a:pt x="261" y="4"/>
                  <a:pt x="260" y="4"/>
                </a:cubicBezTo>
                <a:cubicBezTo>
                  <a:pt x="259" y="5"/>
                  <a:pt x="257" y="5"/>
                  <a:pt x="256" y="6"/>
                </a:cubicBezTo>
                <a:cubicBezTo>
                  <a:pt x="255" y="6"/>
                  <a:pt x="254" y="7"/>
                  <a:pt x="253" y="8"/>
                </a:cubicBezTo>
                <a:cubicBezTo>
                  <a:pt x="251" y="8"/>
                  <a:pt x="250" y="10"/>
                  <a:pt x="248" y="11"/>
                </a:cubicBezTo>
                <a:cubicBezTo>
                  <a:pt x="247" y="13"/>
                  <a:pt x="246" y="14"/>
                  <a:pt x="243" y="17"/>
                </a:cubicBezTo>
                <a:cubicBezTo>
                  <a:pt x="240" y="20"/>
                  <a:pt x="241" y="22"/>
                  <a:pt x="240" y="23"/>
                </a:cubicBezTo>
                <a:cubicBezTo>
                  <a:pt x="239" y="25"/>
                  <a:pt x="239" y="26"/>
                  <a:pt x="238" y="28"/>
                </a:cubicBezTo>
                <a:cubicBezTo>
                  <a:pt x="238" y="29"/>
                  <a:pt x="238" y="30"/>
                  <a:pt x="237" y="31"/>
                </a:cubicBezTo>
                <a:cubicBezTo>
                  <a:pt x="237" y="33"/>
                  <a:pt x="237" y="34"/>
                  <a:pt x="237" y="37"/>
                </a:cubicBezTo>
                <a:cubicBezTo>
                  <a:pt x="237" y="39"/>
                  <a:pt x="237" y="40"/>
                  <a:pt x="237" y="41"/>
                </a:cubicBezTo>
                <a:cubicBezTo>
                  <a:pt x="237" y="42"/>
                  <a:pt x="238" y="42"/>
                  <a:pt x="238" y="43"/>
                </a:cubicBezTo>
                <a:cubicBezTo>
                  <a:pt x="238" y="44"/>
                  <a:pt x="237" y="44"/>
                  <a:pt x="237" y="45"/>
                </a:cubicBezTo>
                <a:cubicBezTo>
                  <a:pt x="237" y="47"/>
                  <a:pt x="238" y="48"/>
                  <a:pt x="238" y="49"/>
                </a:cubicBezTo>
                <a:cubicBezTo>
                  <a:pt x="238" y="49"/>
                  <a:pt x="238" y="50"/>
                  <a:pt x="238" y="51"/>
                </a:cubicBezTo>
                <a:cubicBezTo>
                  <a:pt x="238" y="51"/>
                  <a:pt x="238" y="52"/>
                  <a:pt x="238" y="53"/>
                </a:cubicBezTo>
                <a:cubicBezTo>
                  <a:pt x="238" y="56"/>
                  <a:pt x="239" y="57"/>
                  <a:pt x="239" y="59"/>
                </a:cubicBezTo>
                <a:cubicBezTo>
                  <a:pt x="239" y="60"/>
                  <a:pt x="240" y="60"/>
                  <a:pt x="240" y="61"/>
                </a:cubicBezTo>
                <a:cubicBezTo>
                  <a:pt x="240" y="61"/>
                  <a:pt x="240" y="61"/>
                  <a:pt x="240" y="62"/>
                </a:cubicBezTo>
                <a:cubicBezTo>
                  <a:pt x="240" y="62"/>
                  <a:pt x="241" y="63"/>
                  <a:pt x="241" y="64"/>
                </a:cubicBezTo>
                <a:cubicBezTo>
                  <a:pt x="242" y="65"/>
                  <a:pt x="242" y="66"/>
                  <a:pt x="243" y="66"/>
                </a:cubicBezTo>
                <a:cubicBezTo>
                  <a:pt x="243" y="67"/>
                  <a:pt x="243" y="68"/>
                  <a:pt x="244" y="69"/>
                </a:cubicBezTo>
                <a:cubicBezTo>
                  <a:pt x="244" y="69"/>
                  <a:pt x="244" y="70"/>
                  <a:pt x="244" y="70"/>
                </a:cubicBezTo>
                <a:cubicBezTo>
                  <a:pt x="244" y="71"/>
                  <a:pt x="244" y="72"/>
                  <a:pt x="244" y="73"/>
                </a:cubicBezTo>
                <a:cubicBezTo>
                  <a:pt x="245" y="73"/>
                  <a:pt x="245" y="74"/>
                  <a:pt x="246" y="74"/>
                </a:cubicBezTo>
                <a:cubicBezTo>
                  <a:pt x="246" y="75"/>
                  <a:pt x="246" y="75"/>
                  <a:pt x="246" y="76"/>
                </a:cubicBezTo>
                <a:cubicBezTo>
                  <a:pt x="246" y="76"/>
                  <a:pt x="247" y="76"/>
                  <a:pt x="247" y="77"/>
                </a:cubicBezTo>
                <a:cubicBezTo>
                  <a:pt x="248" y="78"/>
                  <a:pt x="249" y="78"/>
                  <a:pt x="249" y="79"/>
                </a:cubicBezTo>
                <a:cubicBezTo>
                  <a:pt x="250" y="79"/>
                  <a:pt x="251" y="80"/>
                  <a:pt x="252" y="79"/>
                </a:cubicBezTo>
                <a:cubicBezTo>
                  <a:pt x="253" y="79"/>
                  <a:pt x="254" y="79"/>
                  <a:pt x="254" y="79"/>
                </a:cubicBezTo>
                <a:cubicBezTo>
                  <a:pt x="254" y="79"/>
                  <a:pt x="254" y="80"/>
                  <a:pt x="254" y="81"/>
                </a:cubicBezTo>
                <a:cubicBezTo>
                  <a:pt x="254" y="82"/>
                  <a:pt x="253" y="83"/>
                  <a:pt x="252" y="85"/>
                </a:cubicBezTo>
                <a:cubicBezTo>
                  <a:pt x="252" y="86"/>
                  <a:pt x="251" y="87"/>
                  <a:pt x="251" y="88"/>
                </a:cubicBezTo>
                <a:cubicBezTo>
                  <a:pt x="250" y="88"/>
                  <a:pt x="248" y="87"/>
                  <a:pt x="246" y="86"/>
                </a:cubicBezTo>
                <a:cubicBezTo>
                  <a:pt x="244" y="86"/>
                  <a:pt x="244" y="86"/>
                  <a:pt x="239" y="86"/>
                </a:cubicBezTo>
                <a:cubicBezTo>
                  <a:pt x="238" y="86"/>
                  <a:pt x="236" y="86"/>
                  <a:pt x="235" y="86"/>
                </a:cubicBezTo>
                <a:cubicBezTo>
                  <a:pt x="234" y="86"/>
                  <a:pt x="232" y="87"/>
                  <a:pt x="230" y="87"/>
                </a:cubicBezTo>
                <a:cubicBezTo>
                  <a:pt x="229" y="87"/>
                  <a:pt x="228" y="88"/>
                  <a:pt x="227" y="88"/>
                </a:cubicBezTo>
                <a:cubicBezTo>
                  <a:pt x="224" y="89"/>
                  <a:pt x="223" y="90"/>
                  <a:pt x="220" y="92"/>
                </a:cubicBezTo>
                <a:cubicBezTo>
                  <a:pt x="218" y="93"/>
                  <a:pt x="215" y="95"/>
                  <a:pt x="214" y="97"/>
                </a:cubicBezTo>
                <a:cubicBezTo>
                  <a:pt x="212" y="98"/>
                  <a:pt x="211" y="99"/>
                  <a:pt x="209" y="101"/>
                </a:cubicBezTo>
                <a:cubicBezTo>
                  <a:pt x="207" y="103"/>
                  <a:pt x="206" y="104"/>
                  <a:pt x="205" y="106"/>
                </a:cubicBezTo>
                <a:cubicBezTo>
                  <a:pt x="204" y="108"/>
                  <a:pt x="204" y="108"/>
                  <a:pt x="203" y="110"/>
                </a:cubicBezTo>
                <a:cubicBezTo>
                  <a:pt x="203" y="112"/>
                  <a:pt x="203" y="113"/>
                  <a:pt x="203" y="114"/>
                </a:cubicBezTo>
                <a:cubicBezTo>
                  <a:pt x="202" y="116"/>
                  <a:pt x="202" y="117"/>
                  <a:pt x="202" y="117"/>
                </a:cubicBezTo>
                <a:cubicBezTo>
                  <a:pt x="202" y="117"/>
                  <a:pt x="201" y="118"/>
                  <a:pt x="200" y="119"/>
                </a:cubicBezTo>
                <a:cubicBezTo>
                  <a:pt x="198" y="119"/>
                  <a:pt x="197" y="121"/>
                  <a:pt x="196" y="122"/>
                </a:cubicBezTo>
                <a:cubicBezTo>
                  <a:pt x="195" y="122"/>
                  <a:pt x="194" y="122"/>
                  <a:pt x="194" y="122"/>
                </a:cubicBezTo>
                <a:cubicBezTo>
                  <a:pt x="193" y="122"/>
                  <a:pt x="193" y="122"/>
                  <a:pt x="191" y="124"/>
                </a:cubicBezTo>
                <a:cubicBezTo>
                  <a:pt x="189" y="125"/>
                  <a:pt x="188" y="127"/>
                  <a:pt x="187" y="129"/>
                </a:cubicBezTo>
                <a:cubicBezTo>
                  <a:pt x="186" y="130"/>
                  <a:pt x="186" y="131"/>
                  <a:pt x="185" y="132"/>
                </a:cubicBezTo>
                <a:cubicBezTo>
                  <a:pt x="184" y="132"/>
                  <a:pt x="183" y="133"/>
                  <a:pt x="183" y="133"/>
                </a:cubicBezTo>
                <a:cubicBezTo>
                  <a:pt x="182" y="133"/>
                  <a:pt x="181" y="134"/>
                  <a:pt x="180" y="134"/>
                </a:cubicBezTo>
                <a:cubicBezTo>
                  <a:pt x="178" y="134"/>
                  <a:pt x="178" y="134"/>
                  <a:pt x="175" y="135"/>
                </a:cubicBezTo>
                <a:cubicBezTo>
                  <a:pt x="173" y="136"/>
                  <a:pt x="171" y="137"/>
                  <a:pt x="170" y="138"/>
                </a:cubicBezTo>
                <a:cubicBezTo>
                  <a:pt x="169" y="139"/>
                  <a:pt x="168" y="140"/>
                  <a:pt x="167" y="141"/>
                </a:cubicBezTo>
                <a:cubicBezTo>
                  <a:pt x="165" y="142"/>
                  <a:pt x="165" y="142"/>
                  <a:pt x="161" y="144"/>
                </a:cubicBezTo>
                <a:cubicBezTo>
                  <a:pt x="160" y="145"/>
                  <a:pt x="158" y="146"/>
                  <a:pt x="157" y="147"/>
                </a:cubicBezTo>
                <a:cubicBezTo>
                  <a:pt x="156" y="148"/>
                  <a:pt x="155" y="148"/>
                  <a:pt x="154" y="149"/>
                </a:cubicBezTo>
                <a:cubicBezTo>
                  <a:pt x="152" y="151"/>
                  <a:pt x="150" y="152"/>
                  <a:pt x="147" y="154"/>
                </a:cubicBezTo>
                <a:cubicBezTo>
                  <a:pt x="144" y="156"/>
                  <a:pt x="141" y="159"/>
                  <a:pt x="140" y="162"/>
                </a:cubicBezTo>
                <a:cubicBezTo>
                  <a:pt x="138" y="165"/>
                  <a:pt x="137" y="174"/>
                  <a:pt x="135" y="180"/>
                </a:cubicBezTo>
                <a:cubicBezTo>
                  <a:pt x="134" y="187"/>
                  <a:pt x="132" y="200"/>
                  <a:pt x="130" y="205"/>
                </a:cubicBezTo>
                <a:cubicBezTo>
                  <a:pt x="129" y="211"/>
                  <a:pt x="129" y="214"/>
                  <a:pt x="128" y="218"/>
                </a:cubicBezTo>
                <a:cubicBezTo>
                  <a:pt x="127" y="222"/>
                  <a:pt x="127" y="224"/>
                  <a:pt x="126" y="228"/>
                </a:cubicBezTo>
                <a:cubicBezTo>
                  <a:pt x="126" y="232"/>
                  <a:pt x="126" y="232"/>
                  <a:pt x="125" y="237"/>
                </a:cubicBezTo>
                <a:cubicBezTo>
                  <a:pt x="124" y="242"/>
                  <a:pt x="124" y="248"/>
                  <a:pt x="123" y="252"/>
                </a:cubicBezTo>
                <a:cubicBezTo>
                  <a:pt x="123" y="256"/>
                  <a:pt x="122" y="259"/>
                  <a:pt x="122" y="261"/>
                </a:cubicBezTo>
                <a:cubicBezTo>
                  <a:pt x="122" y="262"/>
                  <a:pt x="122" y="264"/>
                  <a:pt x="121" y="265"/>
                </a:cubicBezTo>
                <a:cubicBezTo>
                  <a:pt x="121" y="266"/>
                  <a:pt x="121" y="268"/>
                  <a:pt x="120" y="269"/>
                </a:cubicBezTo>
                <a:cubicBezTo>
                  <a:pt x="120" y="272"/>
                  <a:pt x="119" y="274"/>
                  <a:pt x="119" y="275"/>
                </a:cubicBezTo>
                <a:cubicBezTo>
                  <a:pt x="119" y="275"/>
                  <a:pt x="119" y="275"/>
                  <a:pt x="120" y="275"/>
                </a:cubicBezTo>
                <a:cubicBezTo>
                  <a:pt x="121" y="275"/>
                  <a:pt x="122" y="275"/>
                  <a:pt x="125" y="276"/>
                </a:cubicBezTo>
                <a:cubicBezTo>
                  <a:pt x="129" y="277"/>
                  <a:pt x="134" y="278"/>
                  <a:pt x="134" y="278"/>
                </a:cubicBezTo>
                <a:cubicBezTo>
                  <a:pt x="134" y="278"/>
                  <a:pt x="134" y="279"/>
                  <a:pt x="134" y="279"/>
                </a:cubicBezTo>
                <a:cubicBezTo>
                  <a:pt x="134" y="280"/>
                  <a:pt x="134" y="280"/>
                  <a:pt x="135" y="280"/>
                </a:cubicBezTo>
                <a:cubicBezTo>
                  <a:pt x="135" y="280"/>
                  <a:pt x="136" y="280"/>
                  <a:pt x="136" y="281"/>
                </a:cubicBezTo>
                <a:cubicBezTo>
                  <a:pt x="136" y="281"/>
                  <a:pt x="135" y="281"/>
                  <a:pt x="135" y="282"/>
                </a:cubicBezTo>
                <a:cubicBezTo>
                  <a:pt x="134" y="284"/>
                  <a:pt x="134" y="284"/>
                  <a:pt x="134" y="286"/>
                </a:cubicBezTo>
                <a:cubicBezTo>
                  <a:pt x="133" y="289"/>
                  <a:pt x="133" y="290"/>
                  <a:pt x="133" y="290"/>
                </a:cubicBezTo>
                <a:cubicBezTo>
                  <a:pt x="133" y="290"/>
                  <a:pt x="132" y="291"/>
                  <a:pt x="132" y="291"/>
                </a:cubicBezTo>
                <a:cubicBezTo>
                  <a:pt x="131" y="292"/>
                  <a:pt x="131" y="292"/>
                  <a:pt x="131" y="293"/>
                </a:cubicBezTo>
                <a:cubicBezTo>
                  <a:pt x="130" y="295"/>
                  <a:pt x="128" y="298"/>
                  <a:pt x="128" y="299"/>
                </a:cubicBezTo>
                <a:cubicBezTo>
                  <a:pt x="127" y="301"/>
                  <a:pt x="127" y="301"/>
                  <a:pt x="127" y="301"/>
                </a:cubicBezTo>
                <a:cubicBezTo>
                  <a:pt x="127" y="302"/>
                  <a:pt x="127" y="302"/>
                  <a:pt x="126" y="302"/>
                </a:cubicBezTo>
                <a:cubicBezTo>
                  <a:pt x="126" y="303"/>
                  <a:pt x="126" y="304"/>
                  <a:pt x="126" y="304"/>
                </a:cubicBezTo>
                <a:cubicBezTo>
                  <a:pt x="126" y="304"/>
                  <a:pt x="119" y="300"/>
                  <a:pt x="114" y="296"/>
                </a:cubicBezTo>
                <a:cubicBezTo>
                  <a:pt x="108" y="293"/>
                  <a:pt x="103" y="290"/>
                  <a:pt x="103" y="290"/>
                </a:cubicBezTo>
                <a:cubicBezTo>
                  <a:pt x="103" y="290"/>
                  <a:pt x="103" y="289"/>
                  <a:pt x="103" y="288"/>
                </a:cubicBezTo>
                <a:cubicBezTo>
                  <a:pt x="103" y="288"/>
                  <a:pt x="102" y="287"/>
                  <a:pt x="101" y="287"/>
                </a:cubicBezTo>
                <a:cubicBezTo>
                  <a:pt x="100" y="286"/>
                  <a:pt x="99" y="285"/>
                  <a:pt x="98" y="285"/>
                </a:cubicBezTo>
                <a:cubicBezTo>
                  <a:pt x="97" y="284"/>
                  <a:pt x="96" y="284"/>
                  <a:pt x="95" y="284"/>
                </a:cubicBezTo>
                <a:cubicBezTo>
                  <a:pt x="95" y="284"/>
                  <a:pt x="94" y="284"/>
                  <a:pt x="94" y="284"/>
                </a:cubicBezTo>
                <a:cubicBezTo>
                  <a:pt x="93" y="284"/>
                  <a:pt x="91" y="282"/>
                  <a:pt x="88" y="280"/>
                </a:cubicBezTo>
                <a:cubicBezTo>
                  <a:pt x="84" y="278"/>
                  <a:pt x="84" y="278"/>
                  <a:pt x="82" y="277"/>
                </a:cubicBezTo>
                <a:cubicBezTo>
                  <a:pt x="81" y="276"/>
                  <a:pt x="80" y="275"/>
                  <a:pt x="80" y="274"/>
                </a:cubicBezTo>
                <a:cubicBezTo>
                  <a:pt x="79" y="273"/>
                  <a:pt x="77" y="274"/>
                  <a:pt x="77" y="274"/>
                </a:cubicBezTo>
                <a:cubicBezTo>
                  <a:pt x="76" y="274"/>
                  <a:pt x="75" y="274"/>
                  <a:pt x="75" y="275"/>
                </a:cubicBezTo>
                <a:cubicBezTo>
                  <a:pt x="75" y="275"/>
                  <a:pt x="75" y="275"/>
                  <a:pt x="73" y="275"/>
                </a:cubicBezTo>
                <a:cubicBezTo>
                  <a:pt x="72" y="275"/>
                  <a:pt x="72" y="275"/>
                  <a:pt x="71" y="275"/>
                </a:cubicBezTo>
                <a:cubicBezTo>
                  <a:pt x="70" y="275"/>
                  <a:pt x="69" y="274"/>
                  <a:pt x="68" y="274"/>
                </a:cubicBezTo>
                <a:cubicBezTo>
                  <a:pt x="67" y="274"/>
                  <a:pt x="67" y="274"/>
                  <a:pt x="66" y="274"/>
                </a:cubicBezTo>
                <a:cubicBezTo>
                  <a:pt x="65" y="274"/>
                  <a:pt x="65" y="276"/>
                  <a:pt x="65" y="276"/>
                </a:cubicBezTo>
                <a:cubicBezTo>
                  <a:pt x="64" y="277"/>
                  <a:pt x="64" y="278"/>
                  <a:pt x="64" y="279"/>
                </a:cubicBezTo>
                <a:cubicBezTo>
                  <a:pt x="63" y="280"/>
                  <a:pt x="63" y="281"/>
                  <a:pt x="63" y="281"/>
                </a:cubicBezTo>
                <a:cubicBezTo>
                  <a:pt x="63" y="281"/>
                  <a:pt x="55" y="296"/>
                  <a:pt x="44" y="314"/>
                </a:cubicBezTo>
                <a:cubicBezTo>
                  <a:pt x="39" y="325"/>
                  <a:pt x="33" y="336"/>
                  <a:pt x="27" y="346"/>
                </a:cubicBezTo>
                <a:cubicBezTo>
                  <a:pt x="15" y="369"/>
                  <a:pt x="5" y="388"/>
                  <a:pt x="5" y="388"/>
                </a:cubicBezTo>
                <a:cubicBezTo>
                  <a:pt x="5" y="388"/>
                  <a:pt x="4" y="388"/>
                  <a:pt x="4" y="388"/>
                </a:cubicBezTo>
                <a:cubicBezTo>
                  <a:pt x="3" y="388"/>
                  <a:pt x="3" y="389"/>
                  <a:pt x="3" y="390"/>
                </a:cubicBezTo>
                <a:cubicBezTo>
                  <a:pt x="3" y="391"/>
                  <a:pt x="2" y="391"/>
                  <a:pt x="2" y="391"/>
                </a:cubicBezTo>
                <a:cubicBezTo>
                  <a:pt x="1" y="392"/>
                  <a:pt x="0" y="393"/>
                  <a:pt x="1" y="394"/>
                </a:cubicBezTo>
                <a:cubicBezTo>
                  <a:pt x="1" y="396"/>
                  <a:pt x="3" y="396"/>
                  <a:pt x="4" y="397"/>
                </a:cubicBezTo>
                <a:close/>
                <a:moveTo>
                  <a:pt x="132" y="307"/>
                </a:moveTo>
                <a:cubicBezTo>
                  <a:pt x="132" y="307"/>
                  <a:pt x="132" y="306"/>
                  <a:pt x="132" y="306"/>
                </a:cubicBezTo>
                <a:cubicBezTo>
                  <a:pt x="133" y="305"/>
                  <a:pt x="133" y="304"/>
                  <a:pt x="134" y="303"/>
                </a:cubicBezTo>
                <a:cubicBezTo>
                  <a:pt x="134" y="302"/>
                  <a:pt x="135" y="301"/>
                  <a:pt x="135" y="300"/>
                </a:cubicBezTo>
                <a:cubicBezTo>
                  <a:pt x="136" y="300"/>
                  <a:pt x="136" y="300"/>
                  <a:pt x="136" y="300"/>
                </a:cubicBezTo>
                <a:cubicBezTo>
                  <a:pt x="136" y="300"/>
                  <a:pt x="136" y="300"/>
                  <a:pt x="136" y="301"/>
                </a:cubicBezTo>
                <a:cubicBezTo>
                  <a:pt x="136" y="302"/>
                  <a:pt x="136" y="302"/>
                  <a:pt x="137" y="303"/>
                </a:cubicBezTo>
                <a:cubicBezTo>
                  <a:pt x="138" y="304"/>
                  <a:pt x="139" y="304"/>
                  <a:pt x="139" y="304"/>
                </a:cubicBezTo>
                <a:cubicBezTo>
                  <a:pt x="139" y="304"/>
                  <a:pt x="140" y="305"/>
                  <a:pt x="141" y="305"/>
                </a:cubicBezTo>
                <a:cubicBezTo>
                  <a:pt x="141" y="306"/>
                  <a:pt x="141" y="306"/>
                  <a:pt x="142" y="306"/>
                </a:cubicBezTo>
                <a:cubicBezTo>
                  <a:pt x="142" y="305"/>
                  <a:pt x="143" y="305"/>
                  <a:pt x="143" y="305"/>
                </a:cubicBezTo>
                <a:cubicBezTo>
                  <a:pt x="143" y="305"/>
                  <a:pt x="142" y="307"/>
                  <a:pt x="144" y="308"/>
                </a:cubicBezTo>
                <a:cubicBezTo>
                  <a:pt x="145" y="309"/>
                  <a:pt x="145" y="309"/>
                  <a:pt x="146" y="309"/>
                </a:cubicBezTo>
                <a:cubicBezTo>
                  <a:pt x="148" y="310"/>
                  <a:pt x="148" y="310"/>
                  <a:pt x="148" y="309"/>
                </a:cubicBezTo>
                <a:cubicBezTo>
                  <a:pt x="149" y="309"/>
                  <a:pt x="149" y="309"/>
                  <a:pt x="149" y="309"/>
                </a:cubicBezTo>
                <a:cubicBezTo>
                  <a:pt x="149" y="309"/>
                  <a:pt x="149" y="311"/>
                  <a:pt x="150" y="312"/>
                </a:cubicBezTo>
                <a:cubicBezTo>
                  <a:pt x="151" y="313"/>
                  <a:pt x="152" y="313"/>
                  <a:pt x="153" y="314"/>
                </a:cubicBezTo>
                <a:cubicBezTo>
                  <a:pt x="154" y="314"/>
                  <a:pt x="155" y="314"/>
                  <a:pt x="155" y="313"/>
                </a:cubicBezTo>
                <a:cubicBezTo>
                  <a:pt x="156" y="313"/>
                  <a:pt x="156" y="313"/>
                  <a:pt x="156" y="313"/>
                </a:cubicBezTo>
                <a:cubicBezTo>
                  <a:pt x="156" y="313"/>
                  <a:pt x="156" y="316"/>
                  <a:pt x="157" y="316"/>
                </a:cubicBezTo>
                <a:cubicBezTo>
                  <a:pt x="157" y="317"/>
                  <a:pt x="158" y="317"/>
                  <a:pt x="159" y="318"/>
                </a:cubicBezTo>
                <a:cubicBezTo>
                  <a:pt x="160" y="318"/>
                  <a:pt x="161" y="318"/>
                  <a:pt x="162" y="317"/>
                </a:cubicBezTo>
                <a:cubicBezTo>
                  <a:pt x="163" y="317"/>
                  <a:pt x="163" y="317"/>
                  <a:pt x="164" y="316"/>
                </a:cubicBezTo>
                <a:cubicBezTo>
                  <a:pt x="164" y="316"/>
                  <a:pt x="165" y="316"/>
                  <a:pt x="165" y="316"/>
                </a:cubicBezTo>
                <a:cubicBezTo>
                  <a:pt x="165" y="316"/>
                  <a:pt x="165" y="317"/>
                  <a:pt x="164" y="319"/>
                </a:cubicBezTo>
                <a:cubicBezTo>
                  <a:pt x="163" y="321"/>
                  <a:pt x="162" y="323"/>
                  <a:pt x="162" y="323"/>
                </a:cubicBezTo>
                <a:cubicBezTo>
                  <a:pt x="162" y="323"/>
                  <a:pt x="162" y="322"/>
                  <a:pt x="161" y="323"/>
                </a:cubicBezTo>
                <a:cubicBezTo>
                  <a:pt x="161" y="323"/>
                  <a:pt x="160" y="324"/>
                  <a:pt x="160" y="324"/>
                </a:cubicBezTo>
                <a:cubicBezTo>
                  <a:pt x="160" y="324"/>
                  <a:pt x="160" y="324"/>
                  <a:pt x="160" y="324"/>
                </a:cubicBezTo>
                <a:cubicBezTo>
                  <a:pt x="160" y="324"/>
                  <a:pt x="156" y="322"/>
                  <a:pt x="152" y="320"/>
                </a:cubicBezTo>
                <a:cubicBezTo>
                  <a:pt x="148" y="317"/>
                  <a:pt x="132" y="307"/>
                  <a:pt x="132" y="307"/>
                </a:cubicBezTo>
                <a:close/>
              </a:path>
            </a:pathLst>
          </a:custGeom>
          <a:solidFill>
            <a:schemeClr val="tx1">
              <a:lumMod val="50000"/>
              <a:lumOff val="50000"/>
            </a:schemeClr>
          </a:solidFill>
          <a:ln w="44450">
            <a:noFill/>
          </a:ln>
          <a:effectLst>
            <a:outerShdw blurRad="76200" dist="12700" dir="2700000" sy="-23000" kx="-800400" algn="bl" rotWithShape="0">
              <a:prstClr val="black">
                <a:alpha val="20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47" name="Cube 46"/>
          <p:cNvSpPr/>
          <p:nvPr/>
        </p:nvSpPr>
        <p:spPr>
          <a:xfrm flipH="1">
            <a:off x="1752600" y="3482722"/>
            <a:ext cx="1415152" cy="620246"/>
          </a:xfrm>
          <a:prstGeom prst="cube">
            <a:avLst>
              <a:gd name="adj" fmla="val 6389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Cube 47"/>
          <p:cNvSpPr/>
          <p:nvPr/>
        </p:nvSpPr>
        <p:spPr>
          <a:xfrm flipH="1">
            <a:off x="3028950" y="3084444"/>
            <a:ext cx="1415152" cy="620246"/>
          </a:xfrm>
          <a:prstGeom prst="cube">
            <a:avLst>
              <a:gd name="adj" fmla="val 6389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Cube 48"/>
          <p:cNvSpPr/>
          <p:nvPr/>
        </p:nvSpPr>
        <p:spPr>
          <a:xfrm flipH="1">
            <a:off x="4305300" y="2703444"/>
            <a:ext cx="1415152" cy="620246"/>
          </a:xfrm>
          <a:prstGeom prst="cube">
            <a:avLst>
              <a:gd name="adj" fmla="val 6389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Cube 49"/>
          <p:cNvSpPr/>
          <p:nvPr/>
        </p:nvSpPr>
        <p:spPr>
          <a:xfrm flipH="1">
            <a:off x="5581650" y="2322444"/>
            <a:ext cx="1415152" cy="620246"/>
          </a:xfrm>
          <a:prstGeom prst="cube">
            <a:avLst>
              <a:gd name="adj" fmla="val 6389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Cube 50"/>
          <p:cNvSpPr/>
          <p:nvPr/>
        </p:nvSpPr>
        <p:spPr>
          <a:xfrm flipH="1">
            <a:off x="6858000" y="1941444"/>
            <a:ext cx="1415152" cy="620246"/>
          </a:xfrm>
          <a:prstGeom prst="cube">
            <a:avLst>
              <a:gd name="adj" fmla="val 6389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 name="Straight Connector 52"/>
          <p:cNvCxnSpPr/>
          <p:nvPr/>
        </p:nvCxnSpPr>
        <p:spPr>
          <a:xfrm rot="5400000">
            <a:off x="3197783" y="2605110"/>
            <a:ext cx="787872" cy="1588"/>
          </a:xfrm>
          <a:prstGeom prst="line">
            <a:avLst/>
          </a:prstGeom>
          <a:ln w="19050">
            <a:solidFill>
              <a:schemeClr val="accent2"/>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rot="5400000">
            <a:off x="4483658" y="2200585"/>
            <a:ext cx="787872" cy="1588"/>
          </a:xfrm>
          <a:prstGeom prst="line">
            <a:avLst/>
          </a:prstGeom>
          <a:ln w="19050">
            <a:solidFill>
              <a:schemeClr val="accent3"/>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rot="5400000">
            <a:off x="5693333" y="1867210"/>
            <a:ext cx="787872" cy="1588"/>
          </a:xfrm>
          <a:prstGeom prst="line">
            <a:avLst/>
          </a:prstGeom>
          <a:ln w="19050">
            <a:solidFill>
              <a:schemeClr val="accent4"/>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5400000">
            <a:off x="6998258" y="1467160"/>
            <a:ext cx="787872" cy="1588"/>
          </a:xfrm>
          <a:prstGeom prst="line">
            <a:avLst/>
          </a:prstGeom>
          <a:ln w="19050">
            <a:solidFill>
              <a:schemeClr val="accent5"/>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5" name="Freeform 150"/>
          <p:cNvSpPr>
            <a:spLocks noEditPoints="1"/>
          </p:cNvSpPr>
          <p:nvPr/>
        </p:nvSpPr>
        <p:spPr bwMode="auto">
          <a:xfrm>
            <a:off x="2296559" y="4213282"/>
            <a:ext cx="436081" cy="454403"/>
          </a:xfrm>
          <a:custGeom>
            <a:avLst/>
            <a:gdLst/>
            <a:ahLst/>
            <a:cxnLst>
              <a:cxn ang="0">
                <a:pos x="5" y="35"/>
              </a:cxn>
              <a:cxn ang="0">
                <a:pos x="0" y="29"/>
              </a:cxn>
              <a:cxn ang="0">
                <a:pos x="5" y="24"/>
              </a:cxn>
              <a:cxn ang="0">
                <a:pos x="11" y="29"/>
              </a:cxn>
              <a:cxn ang="0">
                <a:pos x="5" y="35"/>
              </a:cxn>
              <a:cxn ang="0">
                <a:pos x="12" y="20"/>
              </a:cxn>
              <a:cxn ang="0">
                <a:pos x="6" y="13"/>
              </a:cxn>
              <a:cxn ang="0">
                <a:pos x="12" y="7"/>
              </a:cxn>
              <a:cxn ang="0">
                <a:pos x="19" y="13"/>
              </a:cxn>
              <a:cxn ang="0">
                <a:pos x="12" y="20"/>
              </a:cxn>
              <a:cxn ang="0">
                <a:pos x="12" y="50"/>
              </a:cxn>
              <a:cxn ang="0">
                <a:pos x="7" y="45"/>
              </a:cxn>
              <a:cxn ang="0">
                <a:pos x="12" y="40"/>
              </a:cxn>
              <a:cxn ang="0">
                <a:pos x="17" y="45"/>
              </a:cxn>
              <a:cxn ang="0">
                <a:pos x="12" y="50"/>
              </a:cxn>
              <a:cxn ang="0">
                <a:pos x="28" y="13"/>
              </a:cxn>
              <a:cxn ang="0">
                <a:pos x="21" y="6"/>
              </a:cxn>
              <a:cxn ang="0">
                <a:pos x="28" y="0"/>
              </a:cxn>
              <a:cxn ang="0">
                <a:pos x="35" y="6"/>
              </a:cxn>
              <a:cxn ang="0">
                <a:pos x="28" y="13"/>
              </a:cxn>
              <a:cxn ang="0">
                <a:pos x="28" y="57"/>
              </a:cxn>
              <a:cxn ang="0">
                <a:pos x="24" y="52"/>
              </a:cxn>
              <a:cxn ang="0">
                <a:pos x="28" y="48"/>
              </a:cxn>
              <a:cxn ang="0">
                <a:pos x="33" y="52"/>
              </a:cxn>
              <a:cxn ang="0">
                <a:pos x="28" y="57"/>
              </a:cxn>
              <a:cxn ang="0">
                <a:pos x="44" y="49"/>
              </a:cxn>
              <a:cxn ang="0">
                <a:pos x="40" y="45"/>
              </a:cxn>
              <a:cxn ang="0">
                <a:pos x="44" y="41"/>
              </a:cxn>
              <a:cxn ang="0">
                <a:pos x="48" y="45"/>
              </a:cxn>
              <a:cxn ang="0">
                <a:pos x="44" y="49"/>
              </a:cxn>
              <a:cxn ang="0">
                <a:pos x="44" y="16"/>
              </a:cxn>
              <a:cxn ang="0">
                <a:pos x="41" y="13"/>
              </a:cxn>
              <a:cxn ang="0">
                <a:pos x="44" y="10"/>
              </a:cxn>
              <a:cxn ang="0">
                <a:pos x="47" y="13"/>
              </a:cxn>
              <a:cxn ang="0">
                <a:pos x="44" y="16"/>
              </a:cxn>
              <a:cxn ang="0">
                <a:pos x="51" y="33"/>
              </a:cxn>
              <a:cxn ang="0">
                <a:pos x="48" y="29"/>
              </a:cxn>
              <a:cxn ang="0">
                <a:pos x="51" y="26"/>
              </a:cxn>
              <a:cxn ang="0">
                <a:pos x="55" y="29"/>
              </a:cxn>
              <a:cxn ang="0">
                <a:pos x="51" y="33"/>
              </a:cxn>
            </a:cxnLst>
            <a:rect l="0" t="0" r="r" b="b"/>
            <a:pathLst>
              <a:path w="55" h="57">
                <a:moveTo>
                  <a:pt x="5" y="35"/>
                </a:moveTo>
                <a:cubicBezTo>
                  <a:pt x="2" y="35"/>
                  <a:pt x="0" y="32"/>
                  <a:pt x="0" y="29"/>
                </a:cubicBezTo>
                <a:cubicBezTo>
                  <a:pt x="0" y="26"/>
                  <a:pt x="2" y="24"/>
                  <a:pt x="5" y="24"/>
                </a:cubicBezTo>
                <a:cubicBezTo>
                  <a:pt x="9" y="24"/>
                  <a:pt x="11" y="26"/>
                  <a:pt x="11" y="29"/>
                </a:cubicBezTo>
                <a:cubicBezTo>
                  <a:pt x="11" y="32"/>
                  <a:pt x="9" y="35"/>
                  <a:pt x="5" y="35"/>
                </a:cubicBezTo>
                <a:close/>
                <a:moveTo>
                  <a:pt x="12" y="20"/>
                </a:moveTo>
                <a:cubicBezTo>
                  <a:pt x="9" y="20"/>
                  <a:pt x="6" y="17"/>
                  <a:pt x="6" y="13"/>
                </a:cubicBezTo>
                <a:cubicBezTo>
                  <a:pt x="6" y="10"/>
                  <a:pt x="9" y="7"/>
                  <a:pt x="12" y="7"/>
                </a:cubicBezTo>
                <a:cubicBezTo>
                  <a:pt x="16" y="7"/>
                  <a:pt x="19" y="10"/>
                  <a:pt x="19" y="13"/>
                </a:cubicBezTo>
                <a:cubicBezTo>
                  <a:pt x="19" y="17"/>
                  <a:pt x="16" y="20"/>
                  <a:pt x="12" y="20"/>
                </a:cubicBezTo>
                <a:close/>
                <a:moveTo>
                  <a:pt x="12" y="50"/>
                </a:moveTo>
                <a:cubicBezTo>
                  <a:pt x="9" y="50"/>
                  <a:pt x="7" y="48"/>
                  <a:pt x="7" y="45"/>
                </a:cubicBezTo>
                <a:cubicBezTo>
                  <a:pt x="7" y="42"/>
                  <a:pt x="9" y="40"/>
                  <a:pt x="12" y="40"/>
                </a:cubicBezTo>
                <a:cubicBezTo>
                  <a:pt x="15" y="40"/>
                  <a:pt x="17" y="42"/>
                  <a:pt x="17" y="45"/>
                </a:cubicBezTo>
                <a:cubicBezTo>
                  <a:pt x="17" y="48"/>
                  <a:pt x="15" y="50"/>
                  <a:pt x="12" y="50"/>
                </a:cubicBezTo>
                <a:close/>
                <a:moveTo>
                  <a:pt x="28" y="13"/>
                </a:moveTo>
                <a:cubicBezTo>
                  <a:pt x="25" y="13"/>
                  <a:pt x="21" y="10"/>
                  <a:pt x="21" y="6"/>
                </a:cubicBezTo>
                <a:cubicBezTo>
                  <a:pt x="21" y="3"/>
                  <a:pt x="25" y="0"/>
                  <a:pt x="28" y="0"/>
                </a:cubicBezTo>
                <a:cubicBezTo>
                  <a:pt x="32" y="0"/>
                  <a:pt x="35" y="3"/>
                  <a:pt x="35" y="6"/>
                </a:cubicBezTo>
                <a:cubicBezTo>
                  <a:pt x="35" y="10"/>
                  <a:pt x="32" y="13"/>
                  <a:pt x="28" y="13"/>
                </a:cubicBezTo>
                <a:close/>
                <a:moveTo>
                  <a:pt x="28" y="57"/>
                </a:moveTo>
                <a:cubicBezTo>
                  <a:pt x="26" y="57"/>
                  <a:pt x="24" y="55"/>
                  <a:pt x="24" y="52"/>
                </a:cubicBezTo>
                <a:cubicBezTo>
                  <a:pt x="24" y="50"/>
                  <a:pt x="26" y="48"/>
                  <a:pt x="28" y="48"/>
                </a:cubicBezTo>
                <a:cubicBezTo>
                  <a:pt x="31" y="48"/>
                  <a:pt x="33" y="50"/>
                  <a:pt x="33" y="52"/>
                </a:cubicBezTo>
                <a:cubicBezTo>
                  <a:pt x="33" y="55"/>
                  <a:pt x="31" y="57"/>
                  <a:pt x="28" y="57"/>
                </a:cubicBezTo>
                <a:close/>
                <a:moveTo>
                  <a:pt x="44" y="49"/>
                </a:moveTo>
                <a:cubicBezTo>
                  <a:pt x="42" y="49"/>
                  <a:pt x="40" y="48"/>
                  <a:pt x="40" y="45"/>
                </a:cubicBezTo>
                <a:cubicBezTo>
                  <a:pt x="40" y="43"/>
                  <a:pt x="42" y="41"/>
                  <a:pt x="44" y="41"/>
                </a:cubicBezTo>
                <a:cubicBezTo>
                  <a:pt x="47" y="41"/>
                  <a:pt x="48" y="43"/>
                  <a:pt x="48" y="45"/>
                </a:cubicBezTo>
                <a:cubicBezTo>
                  <a:pt x="48" y="48"/>
                  <a:pt x="47" y="49"/>
                  <a:pt x="44" y="49"/>
                </a:cubicBezTo>
                <a:close/>
                <a:moveTo>
                  <a:pt x="44" y="16"/>
                </a:moveTo>
                <a:cubicBezTo>
                  <a:pt x="43" y="16"/>
                  <a:pt x="41" y="15"/>
                  <a:pt x="41" y="13"/>
                </a:cubicBezTo>
                <a:cubicBezTo>
                  <a:pt x="41" y="12"/>
                  <a:pt x="43" y="10"/>
                  <a:pt x="44" y="10"/>
                </a:cubicBezTo>
                <a:cubicBezTo>
                  <a:pt x="46" y="10"/>
                  <a:pt x="47" y="12"/>
                  <a:pt x="47" y="13"/>
                </a:cubicBezTo>
                <a:cubicBezTo>
                  <a:pt x="47" y="15"/>
                  <a:pt x="46" y="16"/>
                  <a:pt x="44" y="16"/>
                </a:cubicBezTo>
                <a:close/>
                <a:moveTo>
                  <a:pt x="51" y="33"/>
                </a:moveTo>
                <a:cubicBezTo>
                  <a:pt x="49" y="33"/>
                  <a:pt x="48" y="31"/>
                  <a:pt x="48" y="29"/>
                </a:cubicBezTo>
                <a:cubicBezTo>
                  <a:pt x="48" y="27"/>
                  <a:pt x="49" y="26"/>
                  <a:pt x="51" y="26"/>
                </a:cubicBezTo>
                <a:cubicBezTo>
                  <a:pt x="53" y="26"/>
                  <a:pt x="55" y="27"/>
                  <a:pt x="55" y="29"/>
                </a:cubicBezTo>
                <a:cubicBezTo>
                  <a:pt x="55" y="31"/>
                  <a:pt x="53" y="33"/>
                  <a:pt x="51" y="3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48"/>
          <p:cNvSpPr>
            <a:spLocks/>
          </p:cNvSpPr>
          <p:nvPr/>
        </p:nvSpPr>
        <p:spPr bwMode="auto">
          <a:xfrm>
            <a:off x="3696371" y="3852087"/>
            <a:ext cx="305354" cy="553455"/>
          </a:xfrm>
          <a:custGeom>
            <a:avLst/>
            <a:gdLst/>
            <a:ahLst/>
            <a:cxnLst>
              <a:cxn ang="0">
                <a:pos x="36" y="20"/>
              </a:cxn>
              <a:cxn ang="0">
                <a:pos x="15" y="66"/>
              </a:cxn>
              <a:cxn ang="0">
                <a:pos x="13" y="67"/>
              </a:cxn>
              <a:cxn ang="0">
                <a:pos x="12" y="67"/>
              </a:cxn>
              <a:cxn ang="0">
                <a:pos x="11" y="65"/>
              </a:cxn>
              <a:cxn ang="0">
                <a:pos x="19" y="33"/>
              </a:cxn>
              <a:cxn ang="0">
                <a:pos x="3" y="37"/>
              </a:cxn>
              <a:cxn ang="0">
                <a:pos x="2" y="37"/>
              </a:cxn>
              <a:cxn ang="0">
                <a:pos x="1" y="36"/>
              </a:cxn>
              <a:cxn ang="0">
                <a:pos x="1" y="35"/>
              </a:cxn>
              <a:cxn ang="0">
                <a:pos x="9" y="2"/>
              </a:cxn>
              <a:cxn ang="0">
                <a:pos x="10" y="0"/>
              </a:cxn>
              <a:cxn ang="0">
                <a:pos x="24" y="0"/>
              </a:cxn>
              <a:cxn ang="0">
                <a:pos x="25" y="2"/>
              </a:cxn>
              <a:cxn ang="0">
                <a:pos x="25" y="3"/>
              </a:cxn>
              <a:cxn ang="0">
                <a:pos x="18" y="21"/>
              </a:cxn>
              <a:cxn ang="0">
                <a:pos x="34" y="18"/>
              </a:cxn>
              <a:cxn ang="0">
                <a:pos x="35" y="17"/>
              </a:cxn>
              <a:cxn ang="0">
                <a:pos x="36" y="18"/>
              </a:cxn>
              <a:cxn ang="0">
                <a:pos x="36" y="20"/>
              </a:cxn>
            </a:cxnLst>
            <a:rect l="0" t="0" r="r" b="b"/>
            <a:pathLst>
              <a:path w="37" h="67">
                <a:moveTo>
                  <a:pt x="36" y="20"/>
                </a:moveTo>
                <a:cubicBezTo>
                  <a:pt x="15" y="66"/>
                  <a:pt x="15" y="66"/>
                  <a:pt x="15" y="66"/>
                </a:cubicBezTo>
                <a:cubicBezTo>
                  <a:pt x="14" y="67"/>
                  <a:pt x="14" y="67"/>
                  <a:pt x="13" y="67"/>
                </a:cubicBezTo>
                <a:cubicBezTo>
                  <a:pt x="13" y="67"/>
                  <a:pt x="13" y="67"/>
                  <a:pt x="12" y="67"/>
                </a:cubicBezTo>
                <a:cubicBezTo>
                  <a:pt x="11" y="67"/>
                  <a:pt x="11" y="66"/>
                  <a:pt x="11" y="65"/>
                </a:cubicBezTo>
                <a:cubicBezTo>
                  <a:pt x="19" y="33"/>
                  <a:pt x="19" y="33"/>
                  <a:pt x="19" y="33"/>
                </a:cubicBezTo>
                <a:cubicBezTo>
                  <a:pt x="3" y="37"/>
                  <a:pt x="3" y="37"/>
                  <a:pt x="3" y="37"/>
                </a:cubicBezTo>
                <a:cubicBezTo>
                  <a:pt x="3" y="37"/>
                  <a:pt x="2" y="37"/>
                  <a:pt x="2" y="37"/>
                </a:cubicBezTo>
                <a:cubicBezTo>
                  <a:pt x="2" y="37"/>
                  <a:pt x="1" y="37"/>
                  <a:pt x="1" y="36"/>
                </a:cubicBezTo>
                <a:cubicBezTo>
                  <a:pt x="1" y="36"/>
                  <a:pt x="0" y="35"/>
                  <a:pt x="1" y="35"/>
                </a:cubicBezTo>
                <a:cubicBezTo>
                  <a:pt x="9" y="2"/>
                  <a:pt x="9" y="2"/>
                  <a:pt x="9" y="2"/>
                </a:cubicBezTo>
                <a:cubicBezTo>
                  <a:pt x="9" y="1"/>
                  <a:pt x="10" y="0"/>
                  <a:pt x="10" y="0"/>
                </a:cubicBezTo>
                <a:cubicBezTo>
                  <a:pt x="24" y="0"/>
                  <a:pt x="24" y="0"/>
                  <a:pt x="24" y="0"/>
                </a:cubicBezTo>
                <a:cubicBezTo>
                  <a:pt x="25" y="0"/>
                  <a:pt x="25" y="1"/>
                  <a:pt x="25" y="2"/>
                </a:cubicBezTo>
                <a:cubicBezTo>
                  <a:pt x="25" y="2"/>
                  <a:pt x="25" y="3"/>
                  <a:pt x="25" y="3"/>
                </a:cubicBezTo>
                <a:cubicBezTo>
                  <a:pt x="18" y="21"/>
                  <a:pt x="18" y="21"/>
                  <a:pt x="18" y="21"/>
                </a:cubicBezTo>
                <a:cubicBezTo>
                  <a:pt x="34" y="18"/>
                  <a:pt x="34" y="18"/>
                  <a:pt x="34" y="18"/>
                </a:cubicBezTo>
                <a:cubicBezTo>
                  <a:pt x="34" y="17"/>
                  <a:pt x="34" y="17"/>
                  <a:pt x="35" y="17"/>
                </a:cubicBezTo>
                <a:cubicBezTo>
                  <a:pt x="35" y="17"/>
                  <a:pt x="36" y="18"/>
                  <a:pt x="36" y="18"/>
                </a:cubicBezTo>
                <a:cubicBezTo>
                  <a:pt x="36" y="19"/>
                  <a:pt x="37" y="19"/>
                  <a:pt x="36"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66"/>
          <p:cNvGrpSpPr/>
          <p:nvPr/>
        </p:nvGrpSpPr>
        <p:grpSpPr>
          <a:xfrm>
            <a:off x="4967839" y="3393263"/>
            <a:ext cx="309563" cy="508000"/>
            <a:chOff x="1974850" y="4173538"/>
            <a:chExt cx="309563" cy="508000"/>
          </a:xfrm>
          <a:solidFill>
            <a:schemeClr val="accent3"/>
          </a:solidFill>
        </p:grpSpPr>
        <p:sp>
          <p:nvSpPr>
            <p:cNvPr id="68" name="Freeform 14"/>
            <p:cNvSpPr>
              <a:spLocks noEditPoints="1"/>
            </p:cNvSpPr>
            <p:nvPr/>
          </p:nvSpPr>
          <p:spPr bwMode="auto">
            <a:xfrm>
              <a:off x="1974850" y="4173538"/>
              <a:ext cx="293688" cy="407988"/>
            </a:xfrm>
            <a:custGeom>
              <a:avLst/>
              <a:gdLst/>
              <a:ahLst/>
              <a:cxnLst>
                <a:cxn ang="0">
                  <a:pos x="123" y="191"/>
                </a:cxn>
                <a:cxn ang="0">
                  <a:pos x="120" y="170"/>
                </a:cxn>
                <a:cxn ang="0">
                  <a:pos x="134" y="124"/>
                </a:cxn>
                <a:cxn ang="0">
                  <a:pos x="139" y="90"/>
                </a:cxn>
                <a:cxn ang="0">
                  <a:pos x="131" y="56"/>
                </a:cxn>
                <a:cxn ang="0">
                  <a:pos x="85" y="19"/>
                </a:cxn>
                <a:cxn ang="0">
                  <a:pos x="70" y="0"/>
                </a:cxn>
                <a:cxn ang="0">
                  <a:pos x="69" y="19"/>
                </a:cxn>
                <a:cxn ang="0">
                  <a:pos x="56" y="23"/>
                </a:cxn>
                <a:cxn ang="0">
                  <a:pos x="59" y="30"/>
                </a:cxn>
                <a:cxn ang="0">
                  <a:pos x="40" y="38"/>
                </a:cxn>
                <a:cxn ang="0">
                  <a:pos x="37" y="44"/>
                </a:cxn>
                <a:cxn ang="0">
                  <a:pos x="2" y="75"/>
                </a:cxn>
                <a:cxn ang="0">
                  <a:pos x="2" y="80"/>
                </a:cxn>
                <a:cxn ang="0">
                  <a:pos x="1" y="87"/>
                </a:cxn>
                <a:cxn ang="0">
                  <a:pos x="1" y="94"/>
                </a:cxn>
                <a:cxn ang="0">
                  <a:pos x="8" y="101"/>
                </a:cxn>
                <a:cxn ang="0">
                  <a:pos x="12" y="102"/>
                </a:cxn>
                <a:cxn ang="0">
                  <a:pos x="21" y="105"/>
                </a:cxn>
                <a:cxn ang="0">
                  <a:pos x="37" y="96"/>
                </a:cxn>
                <a:cxn ang="0">
                  <a:pos x="49" y="92"/>
                </a:cxn>
                <a:cxn ang="0">
                  <a:pos x="79" y="95"/>
                </a:cxn>
                <a:cxn ang="0">
                  <a:pos x="43" y="138"/>
                </a:cxn>
                <a:cxn ang="0">
                  <a:pos x="37" y="191"/>
                </a:cxn>
                <a:cxn ang="0">
                  <a:pos x="123" y="191"/>
                </a:cxn>
                <a:cxn ang="0">
                  <a:pos x="123" y="191"/>
                </a:cxn>
                <a:cxn ang="0">
                  <a:pos x="123" y="191"/>
                </a:cxn>
              </a:cxnLst>
              <a:rect l="0" t="0" r="r" b="b"/>
              <a:pathLst>
                <a:path w="139" h="191">
                  <a:moveTo>
                    <a:pt x="123" y="191"/>
                  </a:moveTo>
                  <a:cubicBezTo>
                    <a:pt x="119" y="186"/>
                    <a:pt x="120" y="170"/>
                    <a:pt x="120" y="170"/>
                  </a:cubicBezTo>
                  <a:cubicBezTo>
                    <a:pt x="120" y="170"/>
                    <a:pt x="129" y="132"/>
                    <a:pt x="134" y="124"/>
                  </a:cubicBezTo>
                  <a:cubicBezTo>
                    <a:pt x="139" y="115"/>
                    <a:pt x="139" y="90"/>
                    <a:pt x="139" y="90"/>
                  </a:cubicBezTo>
                  <a:cubicBezTo>
                    <a:pt x="139" y="90"/>
                    <a:pt x="138" y="75"/>
                    <a:pt x="131" y="56"/>
                  </a:cubicBezTo>
                  <a:cubicBezTo>
                    <a:pt x="124" y="37"/>
                    <a:pt x="101" y="22"/>
                    <a:pt x="85" y="19"/>
                  </a:cubicBezTo>
                  <a:cubicBezTo>
                    <a:pt x="84" y="10"/>
                    <a:pt x="70" y="0"/>
                    <a:pt x="70" y="0"/>
                  </a:cubicBezTo>
                  <a:cubicBezTo>
                    <a:pt x="70" y="0"/>
                    <a:pt x="72" y="19"/>
                    <a:pt x="69" y="19"/>
                  </a:cubicBezTo>
                  <a:cubicBezTo>
                    <a:pt x="67" y="19"/>
                    <a:pt x="56" y="23"/>
                    <a:pt x="56" y="23"/>
                  </a:cubicBezTo>
                  <a:cubicBezTo>
                    <a:pt x="59" y="30"/>
                    <a:pt x="59" y="30"/>
                    <a:pt x="59" y="30"/>
                  </a:cubicBezTo>
                  <a:cubicBezTo>
                    <a:pt x="45" y="34"/>
                    <a:pt x="40" y="38"/>
                    <a:pt x="40" y="38"/>
                  </a:cubicBezTo>
                  <a:cubicBezTo>
                    <a:pt x="40" y="38"/>
                    <a:pt x="39" y="39"/>
                    <a:pt x="37" y="44"/>
                  </a:cubicBezTo>
                  <a:cubicBezTo>
                    <a:pt x="34" y="49"/>
                    <a:pt x="4" y="74"/>
                    <a:pt x="2" y="75"/>
                  </a:cubicBezTo>
                  <a:cubicBezTo>
                    <a:pt x="1" y="77"/>
                    <a:pt x="2" y="80"/>
                    <a:pt x="2" y="80"/>
                  </a:cubicBezTo>
                  <a:cubicBezTo>
                    <a:pt x="2" y="80"/>
                    <a:pt x="1" y="86"/>
                    <a:pt x="1" y="87"/>
                  </a:cubicBezTo>
                  <a:cubicBezTo>
                    <a:pt x="1" y="87"/>
                    <a:pt x="0" y="92"/>
                    <a:pt x="1" y="94"/>
                  </a:cubicBezTo>
                  <a:cubicBezTo>
                    <a:pt x="3" y="96"/>
                    <a:pt x="4" y="99"/>
                    <a:pt x="8" y="101"/>
                  </a:cubicBezTo>
                  <a:cubicBezTo>
                    <a:pt x="11" y="104"/>
                    <a:pt x="12" y="102"/>
                    <a:pt x="12" y="102"/>
                  </a:cubicBezTo>
                  <a:cubicBezTo>
                    <a:pt x="12" y="102"/>
                    <a:pt x="12" y="103"/>
                    <a:pt x="21" y="105"/>
                  </a:cubicBezTo>
                  <a:cubicBezTo>
                    <a:pt x="33" y="105"/>
                    <a:pt x="37" y="96"/>
                    <a:pt x="37" y="96"/>
                  </a:cubicBezTo>
                  <a:cubicBezTo>
                    <a:pt x="37" y="96"/>
                    <a:pt x="40" y="91"/>
                    <a:pt x="49" y="92"/>
                  </a:cubicBezTo>
                  <a:cubicBezTo>
                    <a:pt x="67" y="102"/>
                    <a:pt x="79" y="95"/>
                    <a:pt x="79" y="95"/>
                  </a:cubicBezTo>
                  <a:cubicBezTo>
                    <a:pt x="79" y="95"/>
                    <a:pt x="64" y="107"/>
                    <a:pt x="43" y="138"/>
                  </a:cubicBezTo>
                  <a:cubicBezTo>
                    <a:pt x="21" y="170"/>
                    <a:pt x="37" y="191"/>
                    <a:pt x="37" y="191"/>
                  </a:cubicBezTo>
                  <a:lnTo>
                    <a:pt x="123" y="191"/>
                  </a:lnTo>
                  <a:close/>
                  <a:moveTo>
                    <a:pt x="123" y="191"/>
                  </a:moveTo>
                  <a:cubicBezTo>
                    <a:pt x="123" y="191"/>
                    <a:pt x="123" y="191"/>
                    <a:pt x="123" y="1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5"/>
            <p:cNvSpPr>
              <a:spLocks noEditPoints="1"/>
            </p:cNvSpPr>
            <p:nvPr/>
          </p:nvSpPr>
          <p:spPr bwMode="auto">
            <a:xfrm>
              <a:off x="2006600" y="4587875"/>
              <a:ext cx="277813" cy="93663"/>
            </a:xfrm>
            <a:custGeom>
              <a:avLst/>
              <a:gdLst/>
              <a:ahLst/>
              <a:cxnLst>
                <a:cxn ang="0">
                  <a:pos x="131" y="39"/>
                </a:cxn>
                <a:cxn ang="0">
                  <a:pos x="126" y="44"/>
                </a:cxn>
                <a:cxn ang="0">
                  <a:pos x="4" y="44"/>
                </a:cxn>
                <a:cxn ang="0">
                  <a:pos x="0" y="39"/>
                </a:cxn>
                <a:cxn ang="0">
                  <a:pos x="0" y="5"/>
                </a:cxn>
                <a:cxn ang="0">
                  <a:pos x="4" y="0"/>
                </a:cxn>
                <a:cxn ang="0">
                  <a:pos x="126" y="0"/>
                </a:cxn>
                <a:cxn ang="0">
                  <a:pos x="131" y="5"/>
                </a:cxn>
                <a:cxn ang="0">
                  <a:pos x="131" y="39"/>
                </a:cxn>
                <a:cxn ang="0">
                  <a:pos x="131" y="39"/>
                </a:cxn>
                <a:cxn ang="0">
                  <a:pos x="131" y="39"/>
                </a:cxn>
              </a:cxnLst>
              <a:rect l="0" t="0" r="r" b="b"/>
              <a:pathLst>
                <a:path w="131" h="44">
                  <a:moveTo>
                    <a:pt x="131" y="39"/>
                  </a:moveTo>
                  <a:cubicBezTo>
                    <a:pt x="131" y="42"/>
                    <a:pt x="129" y="44"/>
                    <a:pt x="126" y="44"/>
                  </a:cubicBezTo>
                  <a:cubicBezTo>
                    <a:pt x="4" y="44"/>
                    <a:pt x="4" y="44"/>
                    <a:pt x="4" y="44"/>
                  </a:cubicBezTo>
                  <a:cubicBezTo>
                    <a:pt x="2" y="44"/>
                    <a:pt x="0" y="42"/>
                    <a:pt x="0" y="39"/>
                  </a:cubicBezTo>
                  <a:cubicBezTo>
                    <a:pt x="0" y="5"/>
                    <a:pt x="0" y="5"/>
                    <a:pt x="0" y="5"/>
                  </a:cubicBezTo>
                  <a:cubicBezTo>
                    <a:pt x="0" y="2"/>
                    <a:pt x="2" y="0"/>
                    <a:pt x="4" y="0"/>
                  </a:cubicBezTo>
                  <a:cubicBezTo>
                    <a:pt x="126" y="0"/>
                    <a:pt x="126" y="0"/>
                    <a:pt x="126" y="0"/>
                  </a:cubicBezTo>
                  <a:cubicBezTo>
                    <a:pt x="129" y="0"/>
                    <a:pt x="131" y="2"/>
                    <a:pt x="131" y="5"/>
                  </a:cubicBezTo>
                  <a:lnTo>
                    <a:pt x="131" y="39"/>
                  </a:lnTo>
                  <a:close/>
                  <a:moveTo>
                    <a:pt x="131" y="39"/>
                  </a:moveTo>
                  <a:cubicBezTo>
                    <a:pt x="131" y="39"/>
                    <a:pt x="131" y="39"/>
                    <a:pt x="131"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0" name="Freeform 65"/>
          <p:cNvSpPr>
            <a:spLocks noEditPoints="1"/>
          </p:cNvSpPr>
          <p:nvPr/>
        </p:nvSpPr>
        <p:spPr bwMode="auto">
          <a:xfrm>
            <a:off x="6197248" y="3044687"/>
            <a:ext cx="461969" cy="420965"/>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5"/>
          <p:cNvSpPr>
            <a:spLocks noEditPoints="1"/>
          </p:cNvSpPr>
          <p:nvPr/>
        </p:nvSpPr>
        <p:spPr bwMode="auto">
          <a:xfrm>
            <a:off x="7455040" y="2703444"/>
            <a:ext cx="467718" cy="454042"/>
          </a:xfrm>
          <a:custGeom>
            <a:avLst/>
            <a:gdLst/>
            <a:ahLst/>
            <a:cxnLst>
              <a:cxn ang="0">
                <a:pos x="671" y="73"/>
              </a:cxn>
              <a:cxn ang="0">
                <a:pos x="569" y="25"/>
              </a:cxn>
              <a:cxn ang="0">
                <a:pos x="576" y="4"/>
              </a:cxn>
              <a:cxn ang="0">
                <a:pos x="567" y="0"/>
              </a:cxn>
              <a:cxn ang="0">
                <a:pos x="111" y="1"/>
              </a:cxn>
              <a:cxn ang="0">
                <a:pos x="107" y="18"/>
              </a:cxn>
              <a:cxn ang="0">
                <a:pos x="103" y="73"/>
              </a:cxn>
              <a:cxn ang="0">
                <a:pos x="4" y="77"/>
              </a:cxn>
              <a:cxn ang="0">
                <a:pos x="67" y="254"/>
              </a:cxn>
              <a:cxn ang="0">
                <a:pos x="241" y="392"/>
              </a:cxn>
              <a:cxn ang="0">
                <a:pos x="271" y="444"/>
              </a:cxn>
              <a:cxn ang="0">
                <a:pos x="292" y="590"/>
              </a:cxn>
              <a:cxn ang="0">
                <a:pos x="254" y="594"/>
              </a:cxn>
              <a:cxn ang="0">
                <a:pos x="204" y="629"/>
              </a:cxn>
              <a:cxn ang="0">
                <a:pos x="213" y="662"/>
              </a:cxn>
              <a:cxn ang="0">
                <a:pos x="479" y="654"/>
              </a:cxn>
              <a:cxn ang="0">
                <a:pos x="472" y="617"/>
              </a:cxn>
              <a:cxn ang="0">
                <a:pos x="414" y="590"/>
              </a:cxn>
              <a:cxn ang="0">
                <a:pos x="416" y="455"/>
              </a:cxn>
              <a:cxn ang="0">
                <a:pos x="406" y="437"/>
              </a:cxn>
              <a:cxn ang="0">
                <a:pos x="431" y="397"/>
              </a:cxn>
              <a:cxn ang="0">
                <a:pos x="455" y="357"/>
              </a:cxn>
              <a:cxn ang="0">
                <a:pos x="683" y="85"/>
              </a:cxn>
              <a:cxn ang="0">
                <a:pos x="146" y="288"/>
              </a:cxn>
              <a:cxn ang="0">
                <a:pos x="95" y="244"/>
              </a:cxn>
              <a:cxn ang="0">
                <a:pos x="81" y="229"/>
              </a:cxn>
              <a:cxn ang="0">
                <a:pos x="78" y="224"/>
              </a:cxn>
              <a:cxn ang="0">
                <a:pos x="43" y="166"/>
              </a:cxn>
              <a:cxn ang="0">
                <a:pos x="41" y="161"/>
              </a:cxn>
              <a:cxn ang="0">
                <a:pos x="30" y="130"/>
              </a:cxn>
              <a:cxn ang="0">
                <a:pos x="23" y="97"/>
              </a:cxn>
              <a:cxn ang="0">
                <a:pos x="180" y="307"/>
              </a:cxn>
              <a:cxn ang="0">
                <a:pos x="453" y="141"/>
              </a:cxn>
              <a:cxn ang="0">
                <a:pos x="413" y="266"/>
              </a:cxn>
              <a:cxn ang="0">
                <a:pos x="342" y="222"/>
              </a:cxn>
              <a:cxn ang="0">
                <a:pos x="271" y="266"/>
              </a:cxn>
              <a:cxn ang="0">
                <a:pos x="230" y="141"/>
              </a:cxn>
              <a:cxn ang="0">
                <a:pos x="314" y="135"/>
              </a:cxn>
              <a:cxn ang="0">
                <a:pos x="345" y="57"/>
              </a:cxn>
              <a:cxn ang="0">
                <a:pos x="452" y="135"/>
              </a:cxn>
              <a:cxn ang="0">
                <a:pos x="653" y="103"/>
              </a:cxn>
              <a:cxn ang="0">
                <a:pos x="638" y="156"/>
              </a:cxn>
              <a:cxn ang="0">
                <a:pos x="635" y="163"/>
              </a:cxn>
              <a:cxn ang="0">
                <a:pos x="627" y="179"/>
              </a:cxn>
              <a:cxn ang="0">
                <a:pos x="598" y="226"/>
              </a:cxn>
              <a:cxn ang="0">
                <a:pos x="591" y="234"/>
              </a:cxn>
              <a:cxn ang="0">
                <a:pos x="563" y="263"/>
              </a:cxn>
              <a:cxn ang="0">
                <a:pos x="497" y="307"/>
              </a:cxn>
              <a:cxn ang="0">
                <a:pos x="654" y="97"/>
              </a:cxn>
              <a:cxn ang="0">
                <a:pos x="653" y="103"/>
              </a:cxn>
            </a:cxnLst>
            <a:rect l="0" t="0" r="r" b="b"/>
            <a:pathLst>
              <a:path w="683" h="662">
                <a:moveTo>
                  <a:pt x="680" y="78"/>
                </a:moveTo>
                <a:cubicBezTo>
                  <a:pt x="678" y="75"/>
                  <a:pt x="675" y="73"/>
                  <a:pt x="671" y="73"/>
                </a:cubicBezTo>
                <a:cubicBezTo>
                  <a:pt x="580" y="73"/>
                  <a:pt x="580" y="73"/>
                  <a:pt x="580" y="73"/>
                </a:cubicBezTo>
                <a:cubicBezTo>
                  <a:pt x="577" y="49"/>
                  <a:pt x="571" y="32"/>
                  <a:pt x="569" y="25"/>
                </a:cubicBezTo>
                <a:cubicBezTo>
                  <a:pt x="572" y="23"/>
                  <a:pt x="574" y="20"/>
                  <a:pt x="576" y="18"/>
                </a:cubicBezTo>
                <a:cubicBezTo>
                  <a:pt x="580" y="14"/>
                  <a:pt x="580" y="8"/>
                  <a:pt x="576" y="4"/>
                </a:cubicBezTo>
                <a:cubicBezTo>
                  <a:pt x="575" y="3"/>
                  <a:pt x="574" y="2"/>
                  <a:pt x="572" y="1"/>
                </a:cubicBezTo>
                <a:cubicBezTo>
                  <a:pt x="571" y="1"/>
                  <a:pt x="569" y="0"/>
                  <a:pt x="567" y="0"/>
                </a:cubicBezTo>
                <a:cubicBezTo>
                  <a:pt x="116" y="0"/>
                  <a:pt x="116" y="0"/>
                  <a:pt x="116" y="0"/>
                </a:cubicBezTo>
                <a:cubicBezTo>
                  <a:pt x="114" y="0"/>
                  <a:pt x="112" y="1"/>
                  <a:pt x="111" y="1"/>
                </a:cubicBezTo>
                <a:cubicBezTo>
                  <a:pt x="109" y="2"/>
                  <a:pt x="108" y="3"/>
                  <a:pt x="107" y="4"/>
                </a:cubicBezTo>
                <a:cubicBezTo>
                  <a:pt x="103" y="8"/>
                  <a:pt x="103" y="14"/>
                  <a:pt x="107" y="18"/>
                </a:cubicBezTo>
                <a:cubicBezTo>
                  <a:pt x="109" y="20"/>
                  <a:pt x="111" y="23"/>
                  <a:pt x="114" y="25"/>
                </a:cubicBezTo>
                <a:cubicBezTo>
                  <a:pt x="112" y="32"/>
                  <a:pt x="107" y="49"/>
                  <a:pt x="103" y="73"/>
                </a:cubicBezTo>
                <a:cubicBezTo>
                  <a:pt x="13" y="73"/>
                  <a:pt x="13" y="73"/>
                  <a:pt x="13" y="73"/>
                </a:cubicBezTo>
                <a:cubicBezTo>
                  <a:pt x="8" y="73"/>
                  <a:pt x="6" y="75"/>
                  <a:pt x="4" y="77"/>
                </a:cubicBezTo>
                <a:cubicBezTo>
                  <a:pt x="1" y="79"/>
                  <a:pt x="0" y="82"/>
                  <a:pt x="0" y="85"/>
                </a:cubicBezTo>
                <a:cubicBezTo>
                  <a:pt x="5" y="147"/>
                  <a:pt x="28" y="206"/>
                  <a:pt x="67" y="254"/>
                </a:cubicBezTo>
                <a:cubicBezTo>
                  <a:pt x="108" y="304"/>
                  <a:pt x="165" y="341"/>
                  <a:pt x="228" y="357"/>
                </a:cubicBezTo>
                <a:cubicBezTo>
                  <a:pt x="225" y="368"/>
                  <a:pt x="224" y="385"/>
                  <a:pt x="241" y="392"/>
                </a:cubicBezTo>
                <a:cubicBezTo>
                  <a:pt x="253" y="397"/>
                  <a:pt x="266" y="403"/>
                  <a:pt x="275" y="413"/>
                </a:cubicBezTo>
                <a:cubicBezTo>
                  <a:pt x="284" y="423"/>
                  <a:pt x="281" y="435"/>
                  <a:pt x="271" y="444"/>
                </a:cubicBezTo>
                <a:cubicBezTo>
                  <a:pt x="268" y="447"/>
                  <a:pt x="267" y="450"/>
                  <a:pt x="268" y="455"/>
                </a:cubicBezTo>
                <a:cubicBezTo>
                  <a:pt x="292" y="590"/>
                  <a:pt x="292" y="590"/>
                  <a:pt x="292" y="590"/>
                </a:cubicBezTo>
                <a:cubicBezTo>
                  <a:pt x="269" y="590"/>
                  <a:pt x="269" y="590"/>
                  <a:pt x="269" y="590"/>
                </a:cubicBezTo>
                <a:cubicBezTo>
                  <a:pt x="264" y="590"/>
                  <a:pt x="258" y="591"/>
                  <a:pt x="254" y="594"/>
                </a:cubicBezTo>
                <a:cubicBezTo>
                  <a:pt x="212" y="617"/>
                  <a:pt x="212" y="617"/>
                  <a:pt x="212" y="617"/>
                </a:cubicBezTo>
                <a:cubicBezTo>
                  <a:pt x="208" y="619"/>
                  <a:pt x="204" y="624"/>
                  <a:pt x="204" y="629"/>
                </a:cubicBezTo>
                <a:cubicBezTo>
                  <a:pt x="204" y="654"/>
                  <a:pt x="204" y="654"/>
                  <a:pt x="204" y="654"/>
                </a:cubicBezTo>
                <a:cubicBezTo>
                  <a:pt x="204" y="659"/>
                  <a:pt x="208" y="662"/>
                  <a:pt x="213" y="662"/>
                </a:cubicBezTo>
                <a:cubicBezTo>
                  <a:pt x="471" y="662"/>
                  <a:pt x="471" y="662"/>
                  <a:pt x="471" y="662"/>
                </a:cubicBezTo>
                <a:cubicBezTo>
                  <a:pt x="475" y="662"/>
                  <a:pt x="479" y="659"/>
                  <a:pt x="479" y="654"/>
                </a:cubicBezTo>
                <a:cubicBezTo>
                  <a:pt x="479" y="628"/>
                  <a:pt x="479" y="628"/>
                  <a:pt x="479" y="628"/>
                </a:cubicBezTo>
                <a:cubicBezTo>
                  <a:pt x="479" y="624"/>
                  <a:pt x="476" y="619"/>
                  <a:pt x="472" y="617"/>
                </a:cubicBezTo>
                <a:cubicBezTo>
                  <a:pt x="461" y="611"/>
                  <a:pt x="440" y="600"/>
                  <a:pt x="429" y="594"/>
                </a:cubicBezTo>
                <a:cubicBezTo>
                  <a:pt x="426" y="591"/>
                  <a:pt x="419" y="590"/>
                  <a:pt x="414" y="590"/>
                </a:cubicBezTo>
                <a:cubicBezTo>
                  <a:pt x="392" y="590"/>
                  <a:pt x="392" y="590"/>
                  <a:pt x="392" y="590"/>
                </a:cubicBezTo>
                <a:cubicBezTo>
                  <a:pt x="392" y="590"/>
                  <a:pt x="415" y="456"/>
                  <a:pt x="416" y="455"/>
                </a:cubicBezTo>
                <a:cubicBezTo>
                  <a:pt x="416" y="452"/>
                  <a:pt x="416" y="448"/>
                  <a:pt x="414" y="446"/>
                </a:cubicBezTo>
                <a:cubicBezTo>
                  <a:pt x="411" y="443"/>
                  <a:pt x="408" y="440"/>
                  <a:pt x="406" y="437"/>
                </a:cubicBezTo>
                <a:cubicBezTo>
                  <a:pt x="403" y="432"/>
                  <a:pt x="402" y="427"/>
                  <a:pt x="403" y="421"/>
                </a:cubicBezTo>
                <a:cubicBezTo>
                  <a:pt x="407" y="409"/>
                  <a:pt x="421" y="402"/>
                  <a:pt x="431" y="397"/>
                </a:cubicBezTo>
                <a:cubicBezTo>
                  <a:pt x="435" y="395"/>
                  <a:pt x="438" y="394"/>
                  <a:pt x="442" y="392"/>
                </a:cubicBezTo>
                <a:cubicBezTo>
                  <a:pt x="460" y="385"/>
                  <a:pt x="458" y="368"/>
                  <a:pt x="455" y="357"/>
                </a:cubicBezTo>
                <a:cubicBezTo>
                  <a:pt x="518" y="340"/>
                  <a:pt x="575" y="304"/>
                  <a:pt x="616" y="254"/>
                </a:cubicBezTo>
                <a:cubicBezTo>
                  <a:pt x="655" y="206"/>
                  <a:pt x="679" y="147"/>
                  <a:pt x="683" y="85"/>
                </a:cubicBezTo>
                <a:cubicBezTo>
                  <a:pt x="683" y="83"/>
                  <a:pt x="682" y="80"/>
                  <a:pt x="680" y="78"/>
                </a:cubicBezTo>
                <a:close/>
                <a:moveTo>
                  <a:pt x="146" y="288"/>
                </a:moveTo>
                <a:cubicBezTo>
                  <a:pt x="133" y="279"/>
                  <a:pt x="125" y="273"/>
                  <a:pt x="114" y="263"/>
                </a:cubicBezTo>
                <a:cubicBezTo>
                  <a:pt x="108" y="257"/>
                  <a:pt x="101" y="251"/>
                  <a:pt x="95" y="244"/>
                </a:cubicBezTo>
                <a:cubicBezTo>
                  <a:pt x="91" y="241"/>
                  <a:pt x="88" y="237"/>
                  <a:pt x="85" y="234"/>
                </a:cubicBezTo>
                <a:cubicBezTo>
                  <a:pt x="84" y="232"/>
                  <a:pt x="82" y="230"/>
                  <a:pt x="81" y="229"/>
                </a:cubicBezTo>
                <a:cubicBezTo>
                  <a:pt x="80" y="228"/>
                  <a:pt x="80" y="227"/>
                  <a:pt x="79" y="226"/>
                </a:cubicBezTo>
                <a:cubicBezTo>
                  <a:pt x="79" y="226"/>
                  <a:pt x="78" y="225"/>
                  <a:pt x="78" y="224"/>
                </a:cubicBezTo>
                <a:cubicBezTo>
                  <a:pt x="67" y="210"/>
                  <a:pt x="57" y="195"/>
                  <a:pt x="49" y="179"/>
                </a:cubicBezTo>
                <a:cubicBezTo>
                  <a:pt x="47" y="175"/>
                  <a:pt x="45" y="171"/>
                  <a:pt x="43" y="166"/>
                </a:cubicBezTo>
                <a:cubicBezTo>
                  <a:pt x="42" y="163"/>
                  <a:pt x="42" y="163"/>
                  <a:pt x="42" y="163"/>
                </a:cubicBezTo>
                <a:cubicBezTo>
                  <a:pt x="42" y="163"/>
                  <a:pt x="41" y="161"/>
                  <a:pt x="41" y="161"/>
                </a:cubicBezTo>
                <a:cubicBezTo>
                  <a:pt x="40" y="159"/>
                  <a:pt x="40" y="158"/>
                  <a:pt x="39" y="156"/>
                </a:cubicBezTo>
                <a:cubicBezTo>
                  <a:pt x="36" y="147"/>
                  <a:pt x="33" y="139"/>
                  <a:pt x="30" y="130"/>
                </a:cubicBezTo>
                <a:cubicBezTo>
                  <a:pt x="28" y="121"/>
                  <a:pt x="26" y="112"/>
                  <a:pt x="24" y="103"/>
                </a:cubicBezTo>
                <a:cubicBezTo>
                  <a:pt x="24" y="101"/>
                  <a:pt x="23" y="99"/>
                  <a:pt x="23" y="97"/>
                </a:cubicBezTo>
                <a:cubicBezTo>
                  <a:pt x="97" y="97"/>
                  <a:pt x="97" y="97"/>
                  <a:pt x="97" y="97"/>
                </a:cubicBezTo>
                <a:cubicBezTo>
                  <a:pt x="93" y="159"/>
                  <a:pt x="105" y="244"/>
                  <a:pt x="180" y="307"/>
                </a:cubicBezTo>
                <a:cubicBezTo>
                  <a:pt x="168" y="301"/>
                  <a:pt x="156" y="295"/>
                  <a:pt x="146" y="288"/>
                </a:cubicBezTo>
                <a:close/>
                <a:moveTo>
                  <a:pt x="453" y="141"/>
                </a:moveTo>
                <a:cubicBezTo>
                  <a:pt x="388" y="188"/>
                  <a:pt x="388" y="188"/>
                  <a:pt x="388" y="188"/>
                </a:cubicBezTo>
                <a:cubicBezTo>
                  <a:pt x="413" y="266"/>
                  <a:pt x="413" y="266"/>
                  <a:pt x="413" y="266"/>
                </a:cubicBezTo>
                <a:cubicBezTo>
                  <a:pt x="415" y="271"/>
                  <a:pt x="412" y="273"/>
                  <a:pt x="408" y="270"/>
                </a:cubicBezTo>
                <a:cubicBezTo>
                  <a:pt x="342" y="222"/>
                  <a:pt x="342" y="222"/>
                  <a:pt x="342" y="222"/>
                </a:cubicBezTo>
                <a:cubicBezTo>
                  <a:pt x="276" y="270"/>
                  <a:pt x="276" y="270"/>
                  <a:pt x="276" y="270"/>
                </a:cubicBezTo>
                <a:cubicBezTo>
                  <a:pt x="271" y="273"/>
                  <a:pt x="269" y="271"/>
                  <a:pt x="271" y="266"/>
                </a:cubicBezTo>
                <a:cubicBezTo>
                  <a:pt x="296" y="188"/>
                  <a:pt x="296" y="188"/>
                  <a:pt x="296" y="188"/>
                </a:cubicBezTo>
                <a:cubicBezTo>
                  <a:pt x="230" y="141"/>
                  <a:pt x="230" y="141"/>
                  <a:pt x="230" y="141"/>
                </a:cubicBezTo>
                <a:cubicBezTo>
                  <a:pt x="225" y="137"/>
                  <a:pt x="226" y="135"/>
                  <a:pt x="232" y="135"/>
                </a:cubicBezTo>
                <a:cubicBezTo>
                  <a:pt x="314" y="135"/>
                  <a:pt x="314" y="135"/>
                  <a:pt x="314" y="135"/>
                </a:cubicBezTo>
                <a:cubicBezTo>
                  <a:pt x="339" y="57"/>
                  <a:pt x="339" y="57"/>
                  <a:pt x="339" y="57"/>
                </a:cubicBezTo>
                <a:cubicBezTo>
                  <a:pt x="340" y="52"/>
                  <a:pt x="343" y="52"/>
                  <a:pt x="345" y="57"/>
                </a:cubicBezTo>
                <a:cubicBezTo>
                  <a:pt x="370" y="135"/>
                  <a:pt x="370" y="135"/>
                  <a:pt x="370" y="135"/>
                </a:cubicBezTo>
                <a:cubicBezTo>
                  <a:pt x="452" y="135"/>
                  <a:pt x="452" y="135"/>
                  <a:pt x="452" y="135"/>
                </a:cubicBezTo>
                <a:cubicBezTo>
                  <a:pt x="457" y="134"/>
                  <a:pt x="458" y="137"/>
                  <a:pt x="453" y="141"/>
                </a:cubicBezTo>
                <a:close/>
                <a:moveTo>
                  <a:pt x="653" y="103"/>
                </a:moveTo>
                <a:cubicBezTo>
                  <a:pt x="651" y="112"/>
                  <a:pt x="649" y="121"/>
                  <a:pt x="647" y="130"/>
                </a:cubicBezTo>
                <a:cubicBezTo>
                  <a:pt x="644" y="139"/>
                  <a:pt x="641" y="147"/>
                  <a:pt x="638" y="156"/>
                </a:cubicBezTo>
                <a:cubicBezTo>
                  <a:pt x="637" y="158"/>
                  <a:pt x="636" y="159"/>
                  <a:pt x="636" y="161"/>
                </a:cubicBezTo>
                <a:cubicBezTo>
                  <a:pt x="636" y="161"/>
                  <a:pt x="635" y="163"/>
                  <a:pt x="635" y="163"/>
                </a:cubicBezTo>
                <a:cubicBezTo>
                  <a:pt x="634" y="166"/>
                  <a:pt x="634" y="166"/>
                  <a:pt x="634" y="166"/>
                </a:cubicBezTo>
                <a:cubicBezTo>
                  <a:pt x="632" y="171"/>
                  <a:pt x="630" y="175"/>
                  <a:pt x="627" y="179"/>
                </a:cubicBezTo>
                <a:cubicBezTo>
                  <a:pt x="619" y="195"/>
                  <a:pt x="610" y="210"/>
                  <a:pt x="599" y="224"/>
                </a:cubicBezTo>
                <a:cubicBezTo>
                  <a:pt x="599" y="225"/>
                  <a:pt x="598" y="226"/>
                  <a:pt x="598" y="226"/>
                </a:cubicBezTo>
                <a:cubicBezTo>
                  <a:pt x="597" y="227"/>
                  <a:pt x="596" y="228"/>
                  <a:pt x="596" y="229"/>
                </a:cubicBezTo>
                <a:cubicBezTo>
                  <a:pt x="594" y="230"/>
                  <a:pt x="593" y="232"/>
                  <a:pt x="591" y="234"/>
                </a:cubicBezTo>
                <a:cubicBezTo>
                  <a:pt x="588" y="237"/>
                  <a:pt x="585" y="241"/>
                  <a:pt x="582" y="244"/>
                </a:cubicBezTo>
                <a:cubicBezTo>
                  <a:pt x="576" y="251"/>
                  <a:pt x="569" y="257"/>
                  <a:pt x="563" y="263"/>
                </a:cubicBezTo>
                <a:cubicBezTo>
                  <a:pt x="551" y="273"/>
                  <a:pt x="544" y="279"/>
                  <a:pt x="531" y="288"/>
                </a:cubicBezTo>
                <a:cubicBezTo>
                  <a:pt x="520" y="295"/>
                  <a:pt x="509" y="301"/>
                  <a:pt x="497" y="307"/>
                </a:cubicBezTo>
                <a:cubicBezTo>
                  <a:pt x="571" y="244"/>
                  <a:pt x="584" y="159"/>
                  <a:pt x="580" y="97"/>
                </a:cubicBezTo>
                <a:cubicBezTo>
                  <a:pt x="654" y="97"/>
                  <a:pt x="654" y="97"/>
                  <a:pt x="654" y="97"/>
                </a:cubicBezTo>
                <a:cubicBezTo>
                  <a:pt x="653" y="99"/>
                  <a:pt x="653" y="101"/>
                  <a:pt x="653" y="103"/>
                </a:cubicBezTo>
                <a:close/>
                <a:moveTo>
                  <a:pt x="653" y="103"/>
                </a:moveTo>
                <a:cubicBezTo>
                  <a:pt x="653" y="103"/>
                  <a:pt x="653" y="103"/>
                  <a:pt x="653" y="103"/>
                </a:cubicBezTo>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fill="hold"/>
                                        <p:tgtEl>
                                          <p:spTgt spid="38"/>
                                        </p:tgtEl>
                                        <p:attrNameLst>
                                          <p:attrName>ppt_x</p:attrName>
                                        </p:attrNameLst>
                                      </p:cBhvr>
                                      <p:tavLst>
                                        <p:tav tm="0">
                                          <p:val>
                                            <p:strVal val="0-#ppt_w/2"/>
                                          </p:val>
                                        </p:tav>
                                        <p:tav tm="100000">
                                          <p:val>
                                            <p:strVal val="#ppt_x"/>
                                          </p:val>
                                        </p:tav>
                                      </p:tavLst>
                                    </p:anim>
                                    <p:anim calcmode="lin" valueType="num">
                                      <p:cBhvr additive="base">
                                        <p:cTn id="8" dur="500" fill="hold"/>
                                        <p:tgtEl>
                                          <p:spTgt spid="3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2" accel="50000" decel="50000" fill="hold" grpId="0" nodeType="afterEffect">
                                  <p:stCondLst>
                                    <p:cond delay="0"/>
                                  </p:stCondLst>
                                  <p:childTnLst>
                                    <p:set>
                                      <p:cBhvr>
                                        <p:cTn id="11" dur="1" fill="hold">
                                          <p:stCondLst>
                                            <p:cond delay="0"/>
                                          </p:stCondLst>
                                        </p:cTn>
                                        <p:tgtEl>
                                          <p:spTgt spid="47"/>
                                        </p:tgtEl>
                                        <p:attrNameLst>
                                          <p:attrName>style.visibility</p:attrName>
                                        </p:attrNameLst>
                                      </p:cBhvr>
                                      <p:to>
                                        <p:strVal val="visible"/>
                                      </p:to>
                                    </p:set>
                                    <p:anim calcmode="lin" valueType="num">
                                      <p:cBhvr additive="base">
                                        <p:cTn id="12" dur="500" fill="hold"/>
                                        <p:tgtEl>
                                          <p:spTgt spid="47"/>
                                        </p:tgtEl>
                                        <p:attrNameLst>
                                          <p:attrName>ppt_x</p:attrName>
                                        </p:attrNameLst>
                                      </p:cBhvr>
                                      <p:tavLst>
                                        <p:tav tm="0">
                                          <p:val>
                                            <p:strVal val="1+#ppt_w/2"/>
                                          </p:val>
                                        </p:tav>
                                        <p:tav tm="100000">
                                          <p:val>
                                            <p:strVal val="#ppt_x"/>
                                          </p:val>
                                        </p:tav>
                                      </p:tavLst>
                                    </p:anim>
                                    <p:anim calcmode="lin" valueType="num">
                                      <p:cBhvr additive="base">
                                        <p:cTn id="13" dur="500" fill="hold"/>
                                        <p:tgtEl>
                                          <p:spTgt spid="47"/>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53" presetClass="entr" presetSubtype="0" fill="hold" grpId="0" nodeType="afterEffect">
                                  <p:stCondLst>
                                    <p:cond delay="0"/>
                                  </p:stCondLst>
                                  <p:childTnLst>
                                    <p:set>
                                      <p:cBhvr>
                                        <p:cTn id="16" dur="1" fill="hold">
                                          <p:stCondLst>
                                            <p:cond delay="0"/>
                                          </p:stCondLst>
                                        </p:cTn>
                                        <p:tgtEl>
                                          <p:spTgt spid="65"/>
                                        </p:tgtEl>
                                        <p:attrNameLst>
                                          <p:attrName>style.visibility</p:attrName>
                                        </p:attrNameLst>
                                      </p:cBhvr>
                                      <p:to>
                                        <p:strVal val="visible"/>
                                      </p:to>
                                    </p:set>
                                    <p:anim calcmode="lin" valueType="num">
                                      <p:cBhvr>
                                        <p:cTn id="17" dur="500" fill="hold"/>
                                        <p:tgtEl>
                                          <p:spTgt spid="65"/>
                                        </p:tgtEl>
                                        <p:attrNameLst>
                                          <p:attrName>ppt_w</p:attrName>
                                        </p:attrNameLst>
                                      </p:cBhvr>
                                      <p:tavLst>
                                        <p:tav tm="0">
                                          <p:val>
                                            <p:fltVal val="0"/>
                                          </p:val>
                                        </p:tav>
                                        <p:tav tm="100000">
                                          <p:val>
                                            <p:strVal val="#ppt_w"/>
                                          </p:val>
                                        </p:tav>
                                      </p:tavLst>
                                    </p:anim>
                                    <p:anim calcmode="lin" valueType="num">
                                      <p:cBhvr>
                                        <p:cTn id="18" dur="500" fill="hold"/>
                                        <p:tgtEl>
                                          <p:spTgt spid="65"/>
                                        </p:tgtEl>
                                        <p:attrNameLst>
                                          <p:attrName>ppt_h</p:attrName>
                                        </p:attrNameLst>
                                      </p:cBhvr>
                                      <p:tavLst>
                                        <p:tav tm="0">
                                          <p:val>
                                            <p:fltVal val="0"/>
                                          </p:val>
                                        </p:tav>
                                        <p:tav tm="100000">
                                          <p:val>
                                            <p:strVal val="#ppt_h"/>
                                          </p:val>
                                        </p:tav>
                                      </p:tavLst>
                                    </p:anim>
                                    <p:animEffect transition="in" filter="fade">
                                      <p:cBhvr>
                                        <p:cTn id="19" dur="500"/>
                                        <p:tgtEl>
                                          <p:spTgt spid="65"/>
                                        </p:tgtEl>
                                      </p:cBhvr>
                                    </p:animEffect>
                                  </p:childTnLst>
                                </p:cTn>
                              </p:par>
                            </p:childTnLst>
                          </p:cTn>
                        </p:par>
                        <p:par>
                          <p:cTn id="20" fill="hold">
                            <p:stCondLst>
                              <p:cond delay="1500"/>
                            </p:stCondLst>
                            <p:childTnLst>
                              <p:par>
                                <p:cTn id="21" presetID="22" presetClass="entr" presetSubtype="4" fill="hold"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down)">
                                      <p:cBhvr>
                                        <p:cTn id="23" dur="500"/>
                                        <p:tgtEl>
                                          <p:spTgt spid="23"/>
                                        </p:tgtEl>
                                      </p:cBhvr>
                                    </p:animEffect>
                                  </p:childTnLst>
                                </p:cTn>
                              </p:par>
                              <p:par>
                                <p:cTn id="24" presetID="53" presetClass="entr" presetSubtype="0" fill="hold" grpId="0" nodeType="withEffect">
                                  <p:stCondLst>
                                    <p:cond delay="0"/>
                                  </p:stCondLst>
                                  <p:childTnLst>
                                    <p:set>
                                      <p:cBhvr>
                                        <p:cTn id="25" dur="1" fill="hold">
                                          <p:stCondLst>
                                            <p:cond delay="0"/>
                                          </p:stCondLst>
                                        </p:cTn>
                                        <p:tgtEl>
                                          <p:spTgt spid="37"/>
                                        </p:tgtEl>
                                        <p:attrNameLst>
                                          <p:attrName>style.visibility</p:attrName>
                                        </p:attrNameLst>
                                      </p:cBhvr>
                                      <p:to>
                                        <p:strVal val="visible"/>
                                      </p:to>
                                    </p:set>
                                    <p:anim calcmode="lin" valueType="num">
                                      <p:cBhvr>
                                        <p:cTn id="26" dur="500" fill="hold"/>
                                        <p:tgtEl>
                                          <p:spTgt spid="37"/>
                                        </p:tgtEl>
                                        <p:attrNameLst>
                                          <p:attrName>ppt_w</p:attrName>
                                        </p:attrNameLst>
                                      </p:cBhvr>
                                      <p:tavLst>
                                        <p:tav tm="0">
                                          <p:val>
                                            <p:fltVal val="0"/>
                                          </p:val>
                                        </p:tav>
                                        <p:tav tm="100000">
                                          <p:val>
                                            <p:strVal val="#ppt_w"/>
                                          </p:val>
                                        </p:tav>
                                      </p:tavLst>
                                    </p:anim>
                                    <p:anim calcmode="lin" valueType="num">
                                      <p:cBhvr>
                                        <p:cTn id="27" dur="500" fill="hold"/>
                                        <p:tgtEl>
                                          <p:spTgt spid="37"/>
                                        </p:tgtEl>
                                        <p:attrNameLst>
                                          <p:attrName>ppt_h</p:attrName>
                                        </p:attrNameLst>
                                      </p:cBhvr>
                                      <p:tavLst>
                                        <p:tav tm="0">
                                          <p:val>
                                            <p:fltVal val="0"/>
                                          </p:val>
                                        </p:tav>
                                        <p:tav tm="100000">
                                          <p:val>
                                            <p:strVal val="#ppt_h"/>
                                          </p:val>
                                        </p:tav>
                                      </p:tavLst>
                                    </p:anim>
                                    <p:animEffect transition="in" filter="fade">
                                      <p:cBhvr>
                                        <p:cTn id="28" dur="500"/>
                                        <p:tgtEl>
                                          <p:spTgt spid="37"/>
                                        </p:tgtEl>
                                      </p:cBhvr>
                                    </p:animEffect>
                                  </p:childTnLst>
                                </p:cTn>
                              </p:par>
                            </p:childTnLst>
                          </p:cTn>
                        </p:par>
                        <p:par>
                          <p:cTn id="29" fill="hold">
                            <p:stCondLst>
                              <p:cond delay="2000"/>
                            </p:stCondLst>
                            <p:childTnLst>
                              <p:par>
                                <p:cTn id="30" presetID="2" presetClass="entr" presetSubtype="2" accel="50000" decel="50000" fill="hold" grpId="0" nodeType="afterEffect">
                                  <p:stCondLst>
                                    <p:cond delay="0"/>
                                  </p:stCondLst>
                                  <p:childTnLst>
                                    <p:set>
                                      <p:cBhvr>
                                        <p:cTn id="31" dur="1" fill="hold">
                                          <p:stCondLst>
                                            <p:cond delay="0"/>
                                          </p:stCondLst>
                                        </p:cTn>
                                        <p:tgtEl>
                                          <p:spTgt spid="48"/>
                                        </p:tgtEl>
                                        <p:attrNameLst>
                                          <p:attrName>style.visibility</p:attrName>
                                        </p:attrNameLst>
                                      </p:cBhvr>
                                      <p:to>
                                        <p:strVal val="visible"/>
                                      </p:to>
                                    </p:set>
                                    <p:anim calcmode="lin" valueType="num">
                                      <p:cBhvr additive="base">
                                        <p:cTn id="32" dur="500" fill="hold"/>
                                        <p:tgtEl>
                                          <p:spTgt spid="48"/>
                                        </p:tgtEl>
                                        <p:attrNameLst>
                                          <p:attrName>ppt_x</p:attrName>
                                        </p:attrNameLst>
                                      </p:cBhvr>
                                      <p:tavLst>
                                        <p:tav tm="0">
                                          <p:val>
                                            <p:strVal val="1+#ppt_w/2"/>
                                          </p:val>
                                        </p:tav>
                                        <p:tav tm="100000">
                                          <p:val>
                                            <p:strVal val="#ppt_x"/>
                                          </p:val>
                                        </p:tav>
                                      </p:tavLst>
                                    </p:anim>
                                    <p:anim calcmode="lin" valueType="num">
                                      <p:cBhvr additive="base">
                                        <p:cTn id="33" dur="500" fill="hold"/>
                                        <p:tgtEl>
                                          <p:spTgt spid="48"/>
                                        </p:tgtEl>
                                        <p:attrNameLst>
                                          <p:attrName>ppt_y</p:attrName>
                                        </p:attrNameLst>
                                      </p:cBhvr>
                                      <p:tavLst>
                                        <p:tav tm="0">
                                          <p:val>
                                            <p:strVal val="#ppt_y"/>
                                          </p:val>
                                        </p:tav>
                                        <p:tav tm="100000">
                                          <p:val>
                                            <p:strVal val="#ppt_y"/>
                                          </p:val>
                                        </p:tav>
                                      </p:tavLst>
                                    </p:anim>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Effect transition="in" filter="fade">
                                      <p:cBhvr>
                                        <p:cTn id="39" dur="500"/>
                                        <p:tgtEl>
                                          <p:spTgt spid="66"/>
                                        </p:tgtEl>
                                      </p:cBhvr>
                                    </p:animEffect>
                                  </p:childTnLst>
                                </p:cTn>
                              </p:par>
                            </p:childTnLst>
                          </p:cTn>
                        </p:par>
                        <p:par>
                          <p:cTn id="40" fill="hold">
                            <p:stCondLst>
                              <p:cond delay="3000"/>
                            </p:stCondLst>
                            <p:childTnLst>
                              <p:par>
                                <p:cTn id="41" presetID="22" presetClass="entr" presetSubtype="4" fill="hold" nodeType="afterEffect">
                                  <p:stCondLst>
                                    <p:cond delay="0"/>
                                  </p:stCondLst>
                                  <p:childTnLst>
                                    <p:set>
                                      <p:cBhvr>
                                        <p:cTn id="42" dur="1" fill="hold">
                                          <p:stCondLst>
                                            <p:cond delay="0"/>
                                          </p:stCondLst>
                                        </p:cTn>
                                        <p:tgtEl>
                                          <p:spTgt spid="53"/>
                                        </p:tgtEl>
                                        <p:attrNameLst>
                                          <p:attrName>style.visibility</p:attrName>
                                        </p:attrNameLst>
                                      </p:cBhvr>
                                      <p:to>
                                        <p:strVal val="visible"/>
                                      </p:to>
                                    </p:set>
                                    <p:animEffect transition="in" filter="wipe(down)">
                                      <p:cBhvr>
                                        <p:cTn id="43" dur="500"/>
                                        <p:tgtEl>
                                          <p:spTgt spid="53"/>
                                        </p:tgtEl>
                                      </p:cBhvr>
                                    </p:animEffect>
                                  </p:childTnLst>
                                </p:cTn>
                              </p:par>
                              <p:par>
                                <p:cTn id="44" presetID="53" presetClass="entr" presetSubtype="0" fill="hold" grpId="0" nodeType="withEffect">
                                  <p:stCondLst>
                                    <p:cond delay="0"/>
                                  </p:stCondLst>
                                  <p:childTnLst>
                                    <p:set>
                                      <p:cBhvr>
                                        <p:cTn id="45" dur="1" fill="hold">
                                          <p:stCondLst>
                                            <p:cond delay="0"/>
                                          </p:stCondLst>
                                        </p:cTn>
                                        <p:tgtEl>
                                          <p:spTgt spid="35"/>
                                        </p:tgtEl>
                                        <p:attrNameLst>
                                          <p:attrName>style.visibility</p:attrName>
                                        </p:attrNameLst>
                                      </p:cBhvr>
                                      <p:to>
                                        <p:strVal val="visible"/>
                                      </p:to>
                                    </p:set>
                                    <p:anim calcmode="lin" valueType="num">
                                      <p:cBhvr>
                                        <p:cTn id="46" dur="500" fill="hold"/>
                                        <p:tgtEl>
                                          <p:spTgt spid="35"/>
                                        </p:tgtEl>
                                        <p:attrNameLst>
                                          <p:attrName>ppt_w</p:attrName>
                                        </p:attrNameLst>
                                      </p:cBhvr>
                                      <p:tavLst>
                                        <p:tav tm="0">
                                          <p:val>
                                            <p:fltVal val="0"/>
                                          </p:val>
                                        </p:tav>
                                        <p:tav tm="100000">
                                          <p:val>
                                            <p:strVal val="#ppt_w"/>
                                          </p:val>
                                        </p:tav>
                                      </p:tavLst>
                                    </p:anim>
                                    <p:anim calcmode="lin" valueType="num">
                                      <p:cBhvr>
                                        <p:cTn id="47" dur="500" fill="hold"/>
                                        <p:tgtEl>
                                          <p:spTgt spid="35"/>
                                        </p:tgtEl>
                                        <p:attrNameLst>
                                          <p:attrName>ppt_h</p:attrName>
                                        </p:attrNameLst>
                                      </p:cBhvr>
                                      <p:tavLst>
                                        <p:tav tm="0">
                                          <p:val>
                                            <p:fltVal val="0"/>
                                          </p:val>
                                        </p:tav>
                                        <p:tav tm="100000">
                                          <p:val>
                                            <p:strVal val="#ppt_h"/>
                                          </p:val>
                                        </p:tav>
                                      </p:tavLst>
                                    </p:anim>
                                    <p:animEffect transition="in" filter="fade">
                                      <p:cBhvr>
                                        <p:cTn id="48" dur="500"/>
                                        <p:tgtEl>
                                          <p:spTgt spid="35"/>
                                        </p:tgtEl>
                                      </p:cBhvr>
                                    </p:animEffect>
                                  </p:childTnLst>
                                </p:cTn>
                              </p:par>
                            </p:childTnLst>
                          </p:cTn>
                        </p:par>
                        <p:par>
                          <p:cTn id="49" fill="hold">
                            <p:stCondLst>
                              <p:cond delay="3500"/>
                            </p:stCondLst>
                            <p:childTnLst>
                              <p:par>
                                <p:cTn id="50" presetID="2" presetClass="entr" presetSubtype="2" accel="50000" decel="50000" fill="hold" grpId="0" nodeType="after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fill="hold"/>
                                        <p:tgtEl>
                                          <p:spTgt spid="49"/>
                                        </p:tgtEl>
                                        <p:attrNameLst>
                                          <p:attrName>ppt_x</p:attrName>
                                        </p:attrNameLst>
                                      </p:cBhvr>
                                      <p:tavLst>
                                        <p:tav tm="0">
                                          <p:val>
                                            <p:strVal val="1+#ppt_w/2"/>
                                          </p:val>
                                        </p:tav>
                                        <p:tav tm="100000">
                                          <p:val>
                                            <p:strVal val="#ppt_x"/>
                                          </p:val>
                                        </p:tav>
                                      </p:tavLst>
                                    </p:anim>
                                    <p:anim calcmode="lin" valueType="num">
                                      <p:cBhvr additive="base">
                                        <p:cTn id="53" dur="500" fill="hold"/>
                                        <p:tgtEl>
                                          <p:spTgt spid="49"/>
                                        </p:tgtEl>
                                        <p:attrNameLst>
                                          <p:attrName>ppt_y</p:attrName>
                                        </p:attrNameLst>
                                      </p:cBhvr>
                                      <p:tavLst>
                                        <p:tav tm="0">
                                          <p:val>
                                            <p:strVal val="#ppt_y"/>
                                          </p:val>
                                        </p:tav>
                                        <p:tav tm="100000">
                                          <p:val>
                                            <p:strVal val="#ppt_y"/>
                                          </p:val>
                                        </p:tav>
                                      </p:tavLst>
                                    </p:anim>
                                  </p:childTnLst>
                                </p:cTn>
                              </p:par>
                            </p:childTnLst>
                          </p:cTn>
                        </p:par>
                        <p:par>
                          <p:cTn id="54" fill="hold">
                            <p:stCondLst>
                              <p:cond delay="4000"/>
                            </p:stCondLst>
                            <p:childTnLst>
                              <p:par>
                                <p:cTn id="55" presetID="53" presetClass="entr" presetSubtype="0" fill="hold" nodeType="afterEffect">
                                  <p:stCondLst>
                                    <p:cond delay="0"/>
                                  </p:stCondLst>
                                  <p:childTnLst>
                                    <p:set>
                                      <p:cBhvr>
                                        <p:cTn id="56" dur="1" fill="hold">
                                          <p:stCondLst>
                                            <p:cond delay="0"/>
                                          </p:stCondLst>
                                        </p:cTn>
                                        <p:tgtEl>
                                          <p:spTgt spid="2"/>
                                        </p:tgtEl>
                                        <p:attrNameLst>
                                          <p:attrName>style.visibility</p:attrName>
                                        </p:attrNameLst>
                                      </p:cBhvr>
                                      <p:to>
                                        <p:strVal val="visible"/>
                                      </p:to>
                                    </p:set>
                                    <p:anim calcmode="lin" valueType="num">
                                      <p:cBhvr>
                                        <p:cTn id="57" dur="500" fill="hold"/>
                                        <p:tgtEl>
                                          <p:spTgt spid="2"/>
                                        </p:tgtEl>
                                        <p:attrNameLst>
                                          <p:attrName>ppt_w</p:attrName>
                                        </p:attrNameLst>
                                      </p:cBhvr>
                                      <p:tavLst>
                                        <p:tav tm="0">
                                          <p:val>
                                            <p:fltVal val="0"/>
                                          </p:val>
                                        </p:tav>
                                        <p:tav tm="100000">
                                          <p:val>
                                            <p:strVal val="#ppt_w"/>
                                          </p:val>
                                        </p:tav>
                                      </p:tavLst>
                                    </p:anim>
                                    <p:anim calcmode="lin" valueType="num">
                                      <p:cBhvr>
                                        <p:cTn id="58" dur="500" fill="hold"/>
                                        <p:tgtEl>
                                          <p:spTgt spid="2"/>
                                        </p:tgtEl>
                                        <p:attrNameLst>
                                          <p:attrName>ppt_h</p:attrName>
                                        </p:attrNameLst>
                                      </p:cBhvr>
                                      <p:tavLst>
                                        <p:tav tm="0">
                                          <p:val>
                                            <p:fltVal val="0"/>
                                          </p:val>
                                        </p:tav>
                                        <p:tav tm="100000">
                                          <p:val>
                                            <p:strVal val="#ppt_h"/>
                                          </p:val>
                                        </p:tav>
                                      </p:tavLst>
                                    </p:anim>
                                    <p:animEffect transition="in" filter="fade">
                                      <p:cBhvr>
                                        <p:cTn id="59" dur="500"/>
                                        <p:tgtEl>
                                          <p:spTgt spid="2"/>
                                        </p:tgtEl>
                                      </p:cBhvr>
                                    </p:animEffect>
                                  </p:childTnLst>
                                </p:cTn>
                              </p:par>
                            </p:childTnLst>
                          </p:cTn>
                        </p:par>
                        <p:par>
                          <p:cTn id="60" fill="hold">
                            <p:stCondLst>
                              <p:cond delay="4500"/>
                            </p:stCondLst>
                            <p:childTnLst>
                              <p:par>
                                <p:cTn id="61" presetID="22" presetClass="entr" presetSubtype="4" fill="hold" nodeType="afterEffect">
                                  <p:stCondLst>
                                    <p:cond delay="0"/>
                                  </p:stCondLst>
                                  <p:childTnLst>
                                    <p:set>
                                      <p:cBhvr>
                                        <p:cTn id="62" dur="1" fill="hold">
                                          <p:stCondLst>
                                            <p:cond delay="0"/>
                                          </p:stCondLst>
                                        </p:cTn>
                                        <p:tgtEl>
                                          <p:spTgt spid="54"/>
                                        </p:tgtEl>
                                        <p:attrNameLst>
                                          <p:attrName>style.visibility</p:attrName>
                                        </p:attrNameLst>
                                      </p:cBhvr>
                                      <p:to>
                                        <p:strVal val="visible"/>
                                      </p:to>
                                    </p:set>
                                    <p:animEffect transition="in" filter="wipe(down)">
                                      <p:cBhvr>
                                        <p:cTn id="63" dur="500"/>
                                        <p:tgtEl>
                                          <p:spTgt spid="54"/>
                                        </p:tgtEl>
                                      </p:cBhvr>
                                    </p:animEffect>
                                  </p:childTnLst>
                                </p:cTn>
                              </p:par>
                              <p:par>
                                <p:cTn id="64" presetID="53" presetClass="entr" presetSubtype="0" fill="hold" grpId="0" nodeType="withEffect">
                                  <p:stCondLst>
                                    <p:cond delay="0"/>
                                  </p:stCondLst>
                                  <p:childTnLst>
                                    <p:set>
                                      <p:cBhvr>
                                        <p:cTn id="65" dur="1" fill="hold">
                                          <p:stCondLst>
                                            <p:cond delay="0"/>
                                          </p:stCondLst>
                                        </p:cTn>
                                        <p:tgtEl>
                                          <p:spTgt spid="34"/>
                                        </p:tgtEl>
                                        <p:attrNameLst>
                                          <p:attrName>style.visibility</p:attrName>
                                        </p:attrNameLst>
                                      </p:cBhvr>
                                      <p:to>
                                        <p:strVal val="visible"/>
                                      </p:to>
                                    </p:set>
                                    <p:anim calcmode="lin" valueType="num">
                                      <p:cBhvr>
                                        <p:cTn id="66" dur="500" fill="hold"/>
                                        <p:tgtEl>
                                          <p:spTgt spid="34"/>
                                        </p:tgtEl>
                                        <p:attrNameLst>
                                          <p:attrName>ppt_w</p:attrName>
                                        </p:attrNameLst>
                                      </p:cBhvr>
                                      <p:tavLst>
                                        <p:tav tm="0">
                                          <p:val>
                                            <p:fltVal val="0"/>
                                          </p:val>
                                        </p:tav>
                                        <p:tav tm="100000">
                                          <p:val>
                                            <p:strVal val="#ppt_w"/>
                                          </p:val>
                                        </p:tav>
                                      </p:tavLst>
                                    </p:anim>
                                    <p:anim calcmode="lin" valueType="num">
                                      <p:cBhvr>
                                        <p:cTn id="67" dur="500" fill="hold"/>
                                        <p:tgtEl>
                                          <p:spTgt spid="34"/>
                                        </p:tgtEl>
                                        <p:attrNameLst>
                                          <p:attrName>ppt_h</p:attrName>
                                        </p:attrNameLst>
                                      </p:cBhvr>
                                      <p:tavLst>
                                        <p:tav tm="0">
                                          <p:val>
                                            <p:fltVal val="0"/>
                                          </p:val>
                                        </p:tav>
                                        <p:tav tm="100000">
                                          <p:val>
                                            <p:strVal val="#ppt_h"/>
                                          </p:val>
                                        </p:tav>
                                      </p:tavLst>
                                    </p:anim>
                                    <p:animEffect transition="in" filter="fade">
                                      <p:cBhvr>
                                        <p:cTn id="68" dur="500"/>
                                        <p:tgtEl>
                                          <p:spTgt spid="34"/>
                                        </p:tgtEl>
                                      </p:cBhvr>
                                    </p:animEffect>
                                  </p:childTnLst>
                                </p:cTn>
                              </p:par>
                            </p:childTnLst>
                          </p:cTn>
                        </p:par>
                        <p:par>
                          <p:cTn id="69" fill="hold">
                            <p:stCondLst>
                              <p:cond delay="5000"/>
                            </p:stCondLst>
                            <p:childTnLst>
                              <p:par>
                                <p:cTn id="70" presetID="2" presetClass="entr" presetSubtype="2" accel="50000" decel="50000" fill="hold" grpId="0" nodeType="afterEffect">
                                  <p:stCondLst>
                                    <p:cond delay="0"/>
                                  </p:stCondLst>
                                  <p:childTnLst>
                                    <p:set>
                                      <p:cBhvr>
                                        <p:cTn id="71" dur="1" fill="hold">
                                          <p:stCondLst>
                                            <p:cond delay="0"/>
                                          </p:stCondLst>
                                        </p:cTn>
                                        <p:tgtEl>
                                          <p:spTgt spid="50"/>
                                        </p:tgtEl>
                                        <p:attrNameLst>
                                          <p:attrName>style.visibility</p:attrName>
                                        </p:attrNameLst>
                                      </p:cBhvr>
                                      <p:to>
                                        <p:strVal val="visible"/>
                                      </p:to>
                                    </p:set>
                                    <p:anim calcmode="lin" valueType="num">
                                      <p:cBhvr additive="base">
                                        <p:cTn id="72" dur="500" fill="hold"/>
                                        <p:tgtEl>
                                          <p:spTgt spid="50"/>
                                        </p:tgtEl>
                                        <p:attrNameLst>
                                          <p:attrName>ppt_x</p:attrName>
                                        </p:attrNameLst>
                                      </p:cBhvr>
                                      <p:tavLst>
                                        <p:tav tm="0">
                                          <p:val>
                                            <p:strVal val="1+#ppt_w/2"/>
                                          </p:val>
                                        </p:tav>
                                        <p:tav tm="100000">
                                          <p:val>
                                            <p:strVal val="#ppt_x"/>
                                          </p:val>
                                        </p:tav>
                                      </p:tavLst>
                                    </p:anim>
                                    <p:anim calcmode="lin" valueType="num">
                                      <p:cBhvr additive="base">
                                        <p:cTn id="73" dur="500" fill="hold"/>
                                        <p:tgtEl>
                                          <p:spTgt spid="50"/>
                                        </p:tgtEl>
                                        <p:attrNameLst>
                                          <p:attrName>ppt_y</p:attrName>
                                        </p:attrNameLst>
                                      </p:cBhvr>
                                      <p:tavLst>
                                        <p:tav tm="0">
                                          <p:val>
                                            <p:strVal val="#ppt_y"/>
                                          </p:val>
                                        </p:tav>
                                        <p:tav tm="100000">
                                          <p:val>
                                            <p:strVal val="#ppt_y"/>
                                          </p:val>
                                        </p:tav>
                                      </p:tavLst>
                                    </p:anim>
                                  </p:childTnLst>
                                </p:cTn>
                              </p:par>
                            </p:childTnLst>
                          </p:cTn>
                        </p:par>
                        <p:par>
                          <p:cTn id="74" fill="hold">
                            <p:stCondLst>
                              <p:cond delay="5500"/>
                            </p:stCondLst>
                            <p:childTnLst>
                              <p:par>
                                <p:cTn id="75" presetID="53" presetClass="entr" presetSubtype="0" fill="hold" grpId="0" nodeType="afterEffect">
                                  <p:stCondLst>
                                    <p:cond delay="0"/>
                                  </p:stCondLst>
                                  <p:childTnLst>
                                    <p:set>
                                      <p:cBhvr>
                                        <p:cTn id="76" dur="1" fill="hold">
                                          <p:stCondLst>
                                            <p:cond delay="0"/>
                                          </p:stCondLst>
                                        </p:cTn>
                                        <p:tgtEl>
                                          <p:spTgt spid="70"/>
                                        </p:tgtEl>
                                        <p:attrNameLst>
                                          <p:attrName>style.visibility</p:attrName>
                                        </p:attrNameLst>
                                      </p:cBhvr>
                                      <p:to>
                                        <p:strVal val="visible"/>
                                      </p:to>
                                    </p:set>
                                    <p:anim calcmode="lin" valueType="num">
                                      <p:cBhvr>
                                        <p:cTn id="77" dur="500" fill="hold"/>
                                        <p:tgtEl>
                                          <p:spTgt spid="70"/>
                                        </p:tgtEl>
                                        <p:attrNameLst>
                                          <p:attrName>ppt_w</p:attrName>
                                        </p:attrNameLst>
                                      </p:cBhvr>
                                      <p:tavLst>
                                        <p:tav tm="0">
                                          <p:val>
                                            <p:fltVal val="0"/>
                                          </p:val>
                                        </p:tav>
                                        <p:tav tm="100000">
                                          <p:val>
                                            <p:strVal val="#ppt_w"/>
                                          </p:val>
                                        </p:tav>
                                      </p:tavLst>
                                    </p:anim>
                                    <p:anim calcmode="lin" valueType="num">
                                      <p:cBhvr>
                                        <p:cTn id="78" dur="500" fill="hold"/>
                                        <p:tgtEl>
                                          <p:spTgt spid="70"/>
                                        </p:tgtEl>
                                        <p:attrNameLst>
                                          <p:attrName>ppt_h</p:attrName>
                                        </p:attrNameLst>
                                      </p:cBhvr>
                                      <p:tavLst>
                                        <p:tav tm="0">
                                          <p:val>
                                            <p:fltVal val="0"/>
                                          </p:val>
                                        </p:tav>
                                        <p:tav tm="100000">
                                          <p:val>
                                            <p:strVal val="#ppt_h"/>
                                          </p:val>
                                        </p:tav>
                                      </p:tavLst>
                                    </p:anim>
                                    <p:animEffect transition="in" filter="fade">
                                      <p:cBhvr>
                                        <p:cTn id="79" dur="500"/>
                                        <p:tgtEl>
                                          <p:spTgt spid="70"/>
                                        </p:tgtEl>
                                      </p:cBhvr>
                                    </p:animEffect>
                                  </p:childTnLst>
                                </p:cTn>
                              </p:par>
                            </p:childTnLst>
                          </p:cTn>
                        </p:par>
                        <p:par>
                          <p:cTn id="80" fill="hold">
                            <p:stCondLst>
                              <p:cond delay="6000"/>
                            </p:stCondLst>
                            <p:childTnLst>
                              <p:par>
                                <p:cTn id="81" presetID="22" presetClass="entr" presetSubtype="4" fill="hold" nodeType="afterEffect">
                                  <p:stCondLst>
                                    <p:cond delay="0"/>
                                  </p:stCondLst>
                                  <p:childTnLst>
                                    <p:set>
                                      <p:cBhvr>
                                        <p:cTn id="82" dur="1" fill="hold">
                                          <p:stCondLst>
                                            <p:cond delay="0"/>
                                          </p:stCondLst>
                                        </p:cTn>
                                        <p:tgtEl>
                                          <p:spTgt spid="55"/>
                                        </p:tgtEl>
                                        <p:attrNameLst>
                                          <p:attrName>style.visibility</p:attrName>
                                        </p:attrNameLst>
                                      </p:cBhvr>
                                      <p:to>
                                        <p:strVal val="visible"/>
                                      </p:to>
                                    </p:set>
                                    <p:animEffect transition="in" filter="wipe(down)">
                                      <p:cBhvr>
                                        <p:cTn id="83" dur="500"/>
                                        <p:tgtEl>
                                          <p:spTgt spid="55"/>
                                        </p:tgtEl>
                                      </p:cBhvr>
                                    </p:animEffect>
                                  </p:childTnLst>
                                </p:cTn>
                              </p:par>
                              <p:par>
                                <p:cTn id="84" presetID="53" presetClass="entr" presetSubtype="0" fill="hold" grpId="0" nodeType="withEffect">
                                  <p:stCondLst>
                                    <p:cond delay="0"/>
                                  </p:stCondLst>
                                  <p:childTnLst>
                                    <p:set>
                                      <p:cBhvr>
                                        <p:cTn id="85" dur="1" fill="hold">
                                          <p:stCondLst>
                                            <p:cond delay="0"/>
                                          </p:stCondLst>
                                        </p:cTn>
                                        <p:tgtEl>
                                          <p:spTgt spid="36"/>
                                        </p:tgtEl>
                                        <p:attrNameLst>
                                          <p:attrName>style.visibility</p:attrName>
                                        </p:attrNameLst>
                                      </p:cBhvr>
                                      <p:to>
                                        <p:strVal val="visible"/>
                                      </p:to>
                                    </p:set>
                                    <p:anim calcmode="lin" valueType="num">
                                      <p:cBhvr>
                                        <p:cTn id="86" dur="500" fill="hold"/>
                                        <p:tgtEl>
                                          <p:spTgt spid="36"/>
                                        </p:tgtEl>
                                        <p:attrNameLst>
                                          <p:attrName>ppt_w</p:attrName>
                                        </p:attrNameLst>
                                      </p:cBhvr>
                                      <p:tavLst>
                                        <p:tav tm="0">
                                          <p:val>
                                            <p:fltVal val="0"/>
                                          </p:val>
                                        </p:tav>
                                        <p:tav tm="100000">
                                          <p:val>
                                            <p:strVal val="#ppt_w"/>
                                          </p:val>
                                        </p:tav>
                                      </p:tavLst>
                                    </p:anim>
                                    <p:anim calcmode="lin" valueType="num">
                                      <p:cBhvr>
                                        <p:cTn id="87" dur="500" fill="hold"/>
                                        <p:tgtEl>
                                          <p:spTgt spid="36"/>
                                        </p:tgtEl>
                                        <p:attrNameLst>
                                          <p:attrName>ppt_h</p:attrName>
                                        </p:attrNameLst>
                                      </p:cBhvr>
                                      <p:tavLst>
                                        <p:tav tm="0">
                                          <p:val>
                                            <p:fltVal val="0"/>
                                          </p:val>
                                        </p:tav>
                                        <p:tav tm="100000">
                                          <p:val>
                                            <p:strVal val="#ppt_h"/>
                                          </p:val>
                                        </p:tav>
                                      </p:tavLst>
                                    </p:anim>
                                    <p:animEffect transition="in" filter="fade">
                                      <p:cBhvr>
                                        <p:cTn id="88" dur="500"/>
                                        <p:tgtEl>
                                          <p:spTgt spid="36"/>
                                        </p:tgtEl>
                                      </p:cBhvr>
                                    </p:animEffect>
                                  </p:childTnLst>
                                </p:cTn>
                              </p:par>
                            </p:childTnLst>
                          </p:cTn>
                        </p:par>
                        <p:par>
                          <p:cTn id="89" fill="hold">
                            <p:stCondLst>
                              <p:cond delay="6500"/>
                            </p:stCondLst>
                            <p:childTnLst>
                              <p:par>
                                <p:cTn id="90" presetID="2" presetClass="entr" presetSubtype="2" accel="50000" decel="50000" fill="hold" grpId="0" nodeType="afterEffect">
                                  <p:stCondLst>
                                    <p:cond delay="0"/>
                                  </p:stCondLst>
                                  <p:childTnLst>
                                    <p:set>
                                      <p:cBhvr>
                                        <p:cTn id="91" dur="1" fill="hold">
                                          <p:stCondLst>
                                            <p:cond delay="0"/>
                                          </p:stCondLst>
                                        </p:cTn>
                                        <p:tgtEl>
                                          <p:spTgt spid="51"/>
                                        </p:tgtEl>
                                        <p:attrNameLst>
                                          <p:attrName>style.visibility</p:attrName>
                                        </p:attrNameLst>
                                      </p:cBhvr>
                                      <p:to>
                                        <p:strVal val="visible"/>
                                      </p:to>
                                    </p:set>
                                    <p:anim calcmode="lin" valueType="num">
                                      <p:cBhvr additive="base">
                                        <p:cTn id="92" dur="500" fill="hold"/>
                                        <p:tgtEl>
                                          <p:spTgt spid="51"/>
                                        </p:tgtEl>
                                        <p:attrNameLst>
                                          <p:attrName>ppt_x</p:attrName>
                                        </p:attrNameLst>
                                      </p:cBhvr>
                                      <p:tavLst>
                                        <p:tav tm="0">
                                          <p:val>
                                            <p:strVal val="1+#ppt_w/2"/>
                                          </p:val>
                                        </p:tav>
                                        <p:tav tm="100000">
                                          <p:val>
                                            <p:strVal val="#ppt_x"/>
                                          </p:val>
                                        </p:tav>
                                      </p:tavLst>
                                    </p:anim>
                                    <p:anim calcmode="lin" valueType="num">
                                      <p:cBhvr additive="base">
                                        <p:cTn id="93" dur="500" fill="hold"/>
                                        <p:tgtEl>
                                          <p:spTgt spid="51"/>
                                        </p:tgtEl>
                                        <p:attrNameLst>
                                          <p:attrName>ppt_y</p:attrName>
                                        </p:attrNameLst>
                                      </p:cBhvr>
                                      <p:tavLst>
                                        <p:tav tm="0">
                                          <p:val>
                                            <p:strVal val="#ppt_y"/>
                                          </p:val>
                                        </p:tav>
                                        <p:tav tm="100000">
                                          <p:val>
                                            <p:strVal val="#ppt_y"/>
                                          </p:val>
                                        </p:tav>
                                      </p:tavLst>
                                    </p:anim>
                                  </p:childTnLst>
                                </p:cTn>
                              </p:par>
                            </p:childTnLst>
                          </p:cTn>
                        </p:par>
                        <p:par>
                          <p:cTn id="94" fill="hold">
                            <p:stCondLst>
                              <p:cond delay="7000"/>
                            </p:stCondLst>
                            <p:childTnLst>
                              <p:par>
                                <p:cTn id="95" presetID="53" presetClass="entr" presetSubtype="0" fill="hold" grpId="0" nodeType="afterEffect">
                                  <p:stCondLst>
                                    <p:cond delay="0"/>
                                  </p:stCondLst>
                                  <p:childTnLst>
                                    <p:set>
                                      <p:cBhvr>
                                        <p:cTn id="96" dur="1" fill="hold">
                                          <p:stCondLst>
                                            <p:cond delay="0"/>
                                          </p:stCondLst>
                                        </p:cTn>
                                        <p:tgtEl>
                                          <p:spTgt spid="71"/>
                                        </p:tgtEl>
                                        <p:attrNameLst>
                                          <p:attrName>style.visibility</p:attrName>
                                        </p:attrNameLst>
                                      </p:cBhvr>
                                      <p:to>
                                        <p:strVal val="visible"/>
                                      </p:to>
                                    </p:set>
                                    <p:anim calcmode="lin" valueType="num">
                                      <p:cBhvr>
                                        <p:cTn id="97" dur="500" fill="hold"/>
                                        <p:tgtEl>
                                          <p:spTgt spid="71"/>
                                        </p:tgtEl>
                                        <p:attrNameLst>
                                          <p:attrName>ppt_w</p:attrName>
                                        </p:attrNameLst>
                                      </p:cBhvr>
                                      <p:tavLst>
                                        <p:tav tm="0">
                                          <p:val>
                                            <p:fltVal val="0"/>
                                          </p:val>
                                        </p:tav>
                                        <p:tav tm="100000">
                                          <p:val>
                                            <p:strVal val="#ppt_w"/>
                                          </p:val>
                                        </p:tav>
                                      </p:tavLst>
                                    </p:anim>
                                    <p:anim calcmode="lin" valueType="num">
                                      <p:cBhvr>
                                        <p:cTn id="98" dur="500" fill="hold"/>
                                        <p:tgtEl>
                                          <p:spTgt spid="71"/>
                                        </p:tgtEl>
                                        <p:attrNameLst>
                                          <p:attrName>ppt_h</p:attrName>
                                        </p:attrNameLst>
                                      </p:cBhvr>
                                      <p:tavLst>
                                        <p:tav tm="0">
                                          <p:val>
                                            <p:fltVal val="0"/>
                                          </p:val>
                                        </p:tav>
                                        <p:tav tm="100000">
                                          <p:val>
                                            <p:strVal val="#ppt_h"/>
                                          </p:val>
                                        </p:tav>
                                      </p:tavLst>
                                    </p:anim>
                                    <p:animEffect transition="in" filter="fade">
                                      <p:cBhvr>
                                        <p:cTn id="99" dur="500"/>
                                        <p:tgtEl>
                                          <p:spTgt spid="71"/>
                                        </p:tgtEl>
                                      </p:cBhvr>
                                    </p:animEffect>
                                  </p:childTnLst>
                                </p:cTn>
                              </p:par>
                            </p:childTnLst>
                          </p:cTn>
                        </p:par>
                        <p:par>
                          <p:cTn id="100" fill="hold">
                            <p:stCondLst>
                              <p:cond delay="7500"/>
                            </p:stCondLst>
                            <p:childTnLst>
                              <p:par>
                                <p:cTn id="101" presetID="22" presetClass="entr" presetSubtype="4" fill="hold" nodeType="afterEffect">
                                  <p:stCondLst>
                                    <p:cond delay="0"/>
                                  </p:stCondLst>
                                  <p:childTnLst>
                                    <p:set>
                                      <p:cBhvr>
                                        <p:cTn id="102" dur="1" fill="hold">
                                          <p:stCondLst>
                                            <p:cond delay="0"/>
                                          </p:stCondLst>
                                        </p:cTn>
                                        <p:tgtEl>
                                          <p:spTgt spid="56"/>
                                        </p:tgtEl>
                                        <p:attrNameLst>
                                          <p:attrName>style.visibility</p:attrName>
                                        </p:attrNameLst>
                                      </p:cBhvr>
                                      <p:to>
                                        <p:strVal val="visible"/>
                                      </p:to>
                                    </p:set>
                                    <p:animEffect transition="in" filter="wipe(down)">
                                      <p:cBhvr>
                                        <p:cTn id="103" dur="500"/>
                                        <p:tgtEl>
                                          <p:spTgt spid="56"/>
                                        </p:tgtEl>
                                      </p:cBhvr>
                                    </p:animEffect>
                                  </p:childTnLst>
                                </p:cTn>
                              </p:par>
                              <p:par>
                                <p:cTn id="104" presetID="53" presetClass="entr" presetSubtype="0"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 calcmode="lin" valueType="num">
                                      <p:cBhvr>
                                        <p:cTn id="106" dur="500" fill="hold"/>
                                        <p:tgtEl>
                                          <p:spTgt spid="32"/>
                                        </p:tgtEl>
                                        <p:attrNameLst>
                                          <p:attrName>ppt_w</p:attrName>
                                        </p:attrNameLst>
                                      </p:cBhvr>
                                      <p:tavLst>
                                        <p:tav tm="0">
                                          <p:val>
                                            <p:fltVal val="0"/>
                                          </p:val>
                                        </p:tav>
                                        <p:tav tm="100000">
                                          <p:val>
                                            <p:strVal val="#ppt_w"/>
                                          </p:val>
                                        </p:tav>
                                      </p:tavLst>
                                    </p:anim>
                                    <p:anim calcmode="lin" valueType="num">
                                      <p:cBhvr>
                                        <p:cTn id="107" dur="500" fill="hold"/>
                                        <p:tgtEl>
                                          <p:spTgt spid="32"/>
                                        </p:tgtEl>
                                        <p:attrNameLst>
                                          <p:attrName>ppt_h</p:attrName>
                                        </p:attrNameLst>
                                      </p:cBhvr>
                                      <p:tavLst>
                                        <p:tav tm="0">
                                          <p:val>
                                            <p:fltVal val="0"/>
                                          </p:val>
                                        </p:tav>
                                        <p:tav tm="100000">
                                          <p:val>
                                            <p:strVal val="#ppt_h"/>
                                          </p:val>
                                        </p:tav>
                                      </p:tavLst>
                                    </p:anim>
                                    <p:animEffect transition="in" filter="fade">
                                      <p:cBhvr>
                                        <p:cTn id="10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4" grpId="0"/>
      <p:bldP spid="35" grpId="0"/>
      <p:bldP spid="36" grpId="0"/>
      <p:bldP spid="37" grpId="0"/>
      <p:bldP spid="38" grpId="0" animBg="1"/>
      <p:bldP spid="47" grpId="0" animBg="1"/>
      <p:bldP spid="48" grpId="0" animBg="1"/>
      <p:bldP spid="49" grpId="0" animBg="1"/>
      <p:bldP spid="50" grpId="0" animBg="1"/>
      <p:bldP spid="51" grpId="0" animBg="1"/>
      <p:bldP spid="65" grpId="0" animBg="1"/>
      <p:bldP spid="66" grpId="0" animBg="1"/>
      <p:bldP spid="70" grpId="0" animBg="1"/>
      <p:bldP spid="71"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an 10"/>
          <p:cNvSpPr/>
          <p:nvPr/>
        </p:nvSpPr>
        <p:spPr>
          <a:xfrm>
            <a:off x="6443287" y="1685327"/>
            <a:ext cx="1497435" cy="1959528"/>
          </a:xfrm>
          <a:prstGeom prst="ca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an 9"/>
          <p:cNvSpPr/>
          <p:nvPr/>
        </p:nvSpPr>
        <p:spPr>
          <a:xfrm>
            <a:off x="5638644" y="2326390"/>
            <a:ext cx="1497435" cy="1608966"/>
          </a:xfrm>
          <a:prstGeom prst="ca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itle 6"/>
          <p:cNvSpPr>
            <a:spLocks noGrp="1"/>
          </p:cNvSpPr>
          <p:nvPr>
            <p:ph type="title"/>
          </p:nvPr>
        </p:nvSpPr>
        <p:spPr/>
        <p:txBody>
          <a:bodyPr/>
          <a:lstStyle/>
          <a:p>
            <a:r>
              <a:rPr lang="en-US"/>
              <a:t>Stairs Infographic</a:t>
            </a:r>
            <a:endParaRPr lang="en-US" dirty="0"/>
          </a:p>
        </p:txBody>
      </p:sp>
      <p:sp>
        <p:nvSpPr>
          <p:cNvPr id="8" name="Text Placeholder 7"/>
          <p:cNvSpPr>
            <a:spLocks noGrp="1"/>
          </p:cNvSpPr>
          <p:nvPr>
            <p:ph type="body" sz="half" idx="2"/>
          </p:nvPr>
        </p:nvSpPr>
        <p:spPr/>
        <p:txBody>
          <a:bodyPr/>
          <a:lstStyle/>
          <a:p>
            <a:r>
              <a:rPr lang="en-US"/>
              <a:t>Stairs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166</a:t>
            </a:fld>
            <a:endParaRPr lang="en-US" dirty="0"/>
          </a:p>
        </p:txBody>
      </p:sp>
      <p:sp>
        <p:nvSpPr>
          <p:cNvPr id="9" name="Can 8"/>
          <p:cNvSpPr/>
          <p:nvPr/>
        </p:nvSpPr>
        <p:spPr>
          <a:xfrm>
            <a:off x="4834000" y="2935990"/>
            <a:ext cx="1497435" cy="1308971"/>
          </a:xfrm>
          <a:prstGeom prst="ca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n 5"/>
          <p:cNvSpPr/>
          <p:nvPr/>
        </p:nvSpPr>
        <p:spPr>
          <a:xfrm>
            <a:off x="4029356" y="3469390"/>
            <a:ext cx="1497435" cy="986281"/>
          </a:xfrm>
          <a:prstGeom prst="ca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n 4"/>
          <p:cNvSpPr/>
          <p:nvPr/>
        </p:nvSpPr>
        <p:spPr>
          <a:xfrm>
            <a:off x="3224712" y="3935356"/>
            <a:ext cx="1497435" cy="685690"/>
          </a:xfrm>
          <a:prstGeom prst="ca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34"/>
          <p:cNvGrpSpPr/>
          <p:nvPr/>
        </p:nvGrpSpPr>
        <p:grpSpPr>
          <a:xfrm>
            <a:off x="3649180" y="3400504"/>
            <a:ext cx="648499" cy="649042"/>
            <a:chOff x="3287425" y="1417883"/>
            <a:chExt cx="648499" cy="649042"/>
          </a:xfrm>
        </p:grpSpPr>
        <p:sp>
          <p:nvSpPr>
            <p:cNvPr id="42" name="Oval 41"/>
            <p:cNvSpPr>
              <a:spLocks noChangeAspect="1"/>
            </p:cNvSpPr>
            <p:nvPr/>
          </p:nvSpPr>
          <p:spPr>
            <a:xfrm>
              <a:off x="3287425" y="1417883"/>
              <a:ext cx="648499" cy="649042"/>
            </a:xfrm>
            <a:prstGeom prst="ellipse">
              <a:avLst/>
            </a:prstGeom>
            <a:solidFill>
              <a:schemeClr val="accent1">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47" name="Oval 46"/>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01</a:t>
              </a:r>
              <a:endParaRPr lang="en-US" sz="100" b="1" dirty="0">
                <a:solidFill>
                  <a:schemeClr val="bg1"/>
                </a:solidFill>
                <a:latin typeface="+mj-lt"/>
              </a:endParaRPr>
            </a:p>
          </p:txBody>
        </p:sp>
      </p:grpSp>
      <p:grpSp>
        <p:nvGrpSpPr>
          <p:cNvPr id="3" name="Group 129"/>
          <p:cNvGrpSpPr/>
          <p:nvPr/>
        </p:nvGrpSpPr>
        <p:grpSpPr>
          <a:xfrm>
            <a:off x="4453824" y="2948690"/>
            <a:ext cx="648499" cy="649042"/>
            <a:chOff x="2779491" y="2517212"/>
            <a:chExt cx="648499" cy="649042"/>
          </a:xfrm>
        </p:grpSpPr>
        <p:sp>
          <p:nvSpPr>
            <p:cNvPr id="49" name="Oval 48"/>
            <p:cNvSpPr>
              <a:spLocks noChangeAspect="1"/>
            </p:cNvSpPr>
            <p:nvPr/>
          </p:nvSpPr>
          <p:spPr>
            <a:xfrm>
              <a:off x="2779491" y="2517212"/>
              <a:ext cx="648499" cy="649042"/>
            </a:xfrm>
            <a:prstGeom prst="ellipse">
              <a:avLst/>
            </a:prstGeom>
            <a:solidFill>
              <a:schemeClr val="accent2">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0" name="Oval 49"/>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02</a:t>
              </a:r>
              <a:endParaRPr lang="en-US" sz="1200" b="1" dirty="0">
                <a:latin typeface="+mj-lt"/>
              </a:endParaRPr>
            </a:p>
          </p:txBody>
        </p:sp>
      </p:grpSp>
      <p:grpSp>
        <p:nvGrpSpPr>
          <p:cNvPr id="4" name="Group 130"/>
          <p:cNvGrpSpPr/>
          <p:nvPr/>
        </p:nvGrpSpPr>
        <p:grpSpPr>
          <a:xfrm>
            <a:off x="5258468" y="2471187"/>
            <a:ext cx="648499" cy="649042"/>
            <a:chOff x="3287425" y="3613920"/>
            <a:chExt cx="648499" cy="649042"/>
          </a:xfrm>
        </p:grpSpPr>
        <p:sp>
          <p:nvSpPr>
            <p:cNvPr id="52" name="Oval 51"/>
            <p:cNvSpPr>
              <a:spLocks noChangeAspect="1"/>
            </p:cNvSpPr>
            <p:nvPr/>
          </p:nvSpPr>
          <p:spPr>
            <a:xfrm>
              <a:off x="3287425" y="3613920"/>
              <a:ext cx="648499" cy="649042"/>
            </a:xfrm>
            <a:prstGeom prst="ellipse">
              <a:avLst/>
            </a:prstGeom>
            <a:solidFill>
              <a:schemeClr val="accent3">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3" name="Oval 52"/>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03</a:t>
              </a:r>
              <a:endParaRPr lang="en-US" sz="1200" b="1" dirty="0">
                <a:latin typeface="+mj-lt"/>
              </a:endParaRPr>
            </a:p>
          </p:txBody>
        </p:sp>
      </p:grpSp>
      <p:grpSp>
        <p:nvGrpSpPr>
          <p:cNvPr id="12" name="Group 133"/>
          <p:cNvGrpSpPr/>
          <p:nvPr/>
        </p:nvGrpSpPr>
        <p:grpSpPr>
          <a:xfrm>
            <a:off x="6063112" y="1897035"/>
            <a:ext cx="648499" cy="649042"/>
            <a:chOff x="5249342" y="1406453"/>
            <a:chExt cx="648499" cy="649042"/>
          </a:xfrm>
        </p:grpSpPr>
        <p:sp>
          <p:nvSpPr>
            <p:cNvPr id="55" name="Oval 54"/>
            <p:cNvSpPr>
              <a:spLocks noChangeAspect="1"/>
            </p:cNvSpPr>
            <p:nvPr/>
          </p:nvSpPr>
          <p:spPr>
            <a:xfrm>
              <a:off x="5249342" y="1406453"/>
              <a:ext cx="648499" cy="649042"/>
            </a:xfrm>
            <a:prstGeom prst="ellipse">
              <a:avLst/>
            </a:prstGeom>
            <a:solidFill>
              <a:schemeClr val="accent4">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6" name="Oval 55"/>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04</a:t>
              </a:r>
              <a:endParaRPr lang="en-US" sz="1200" b="1" dirty="0">
                <a:latin typeface="+mj-lt"/>
              </a:endParaRPr>
            </a:p>
          </p:txBody>
        </p:sp>
      </p:grpSp>
      <p:grpSp>
        <p:nvGrpSpPr>
          <p:cNvPr id="13" name="Group 133"/>
          <p:cNvGrpSpPr/>
          <p:nvPr/>
        </p:nvGrpSpPr>
        <p:grpSpPr>
          <a:xfrm>
            <a:off x="6867755" y="1247993"/>
            <a:ext cx="648499" cy="649042"/>
            <a:chOff x="5249342" y="1406453"/>
            <a:chExt cx="648499" cy="649042"/>
          </a:xfrm>
        </p:grpSpPr>
        <p:sp>
          <p:nvSpPr>
            <p:cNvPr id="58" name="Oval 57"/>
            <p:cNvSpPr>
              <a:spLocks noChangeAspect="1"/>
            </p:cNvSpPr>
            <p:nvPr/>
          </p:nvSpPr>
          <p:spPr>
            <a:xfrm>
              <a:off x="5249342" y="1406453"/>
              <a:ext cx="648499" cy="649042"/>
            </a:xfrm>
            <a:prstGeom prst="ellipse">
              <a:avLst/>
            </a:prstGeom>
            <a:solidFill>
              <a:schemeClr val="accent5">
                <a:lumMod val="60000"/>
                <a:lumOff val="4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9" name="Oval 58"/>
            <p:cNvSpPr>
              <a:spLocks noChangeAspect="1"/>
            </p:cNvSpPr>
            <p:nvPr/>
          </p:nvSpPr>
          <p:spPr>
            <a:xfrm>
              <a:off x="5324169" y="1481343"/>
              <a:ext cx="498845" cy="499263"/>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05</a:t>
              </a:r>
              <a:endParaRPr lang="en-US" sz="1200" b="1" dirty="0">
                <a:latin typeface="+mj-lt"/>
              </a:endParaRPr>
            </a:p>
          </p:txBody>
        </p:sp>
      </p:grpSp>
      <p:grpSp>
        <p:nvGrpSpPr>
          <p:cNvPr id="14" name="Group 33"/>
          <p:cNvGrpSpPr/>
          <p:nvPr/>
        </p:nvGrpSpPr>
        <p:grpSpPr>
          <a:xfrm>
            <a:off x="1045720" y="3419206"/>
            <a:ext cx="1712275" cy="482906"/>
            <a:chOff x="741363" y="1364357"/>
            <a:chExt cx="2018970" cy="482906"/>
          </a:xfrm>
        </p:grpSpPr>
        <p:sp>
          <p:nvSpPr>
            <p:cNvPr id="66" name="Text Placeholder 3"/>
            <p:cNvSpPr txBox="1">
              <a:spLocks/>
            </p:cNvSpPr>
            <p:nvPr/>
          </p:nvSpPr>
          <p:spPr>
            <a:xfrm>
              <a:off x="741363" y="1364357"/>
              <a:ext cx="10849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a:t>
              </a:r>
              <a:r>
                <a:rPr kumimoji="0" lang="en-US" sz="1200" b="1" i="0" u="none" strike="noStrike" kern="1200" cap="none" spc="0" normalizeH="0" noProof="0" dirty="0">
                  <a:ln>
                    <a:noFill/>
                  </a:ln>
                  <a:solidFill>
                    <a:schemeClr val="accent1"/>
                  </a:solidFill>
                  <a:effectLst/>
                  <a:uLnTx/>
                  <a:uFillTx/>
                  <a:latin typeface="+mn-lt"/>
                  <a:ea typeface="+mn-ea"/>
                  <a:cs typeface="+mn-cs"/>
                </a:rPr>
                <a:t> Here</a:t>
              </a:r>
              <a:endParaRPr kumimoji="0" lang="en-US" sz="1200" b="1" i="0" u="none" strike="noStrike" kern="1200" cap="none" spc="0" normalizeH="0" baseline="0" noProof="0" dirty="0">
                <a:ln>
                  <a:noFill/>
                </a:ln>
                <a:solidFill>
                  <a:schemeClr val="accent1"/>
                </a:solidFill>
                <a:effectLst/>
                <a:uLnTx/>
                <a:uFillTx/>
                <a:latin typeface="+mn-lt"/>
                <a:ea typeface="+mn-ea"/>
                <a:cs typeface="+mn-cs"/>
              </a:endParaRPr>
            </a:p>
          </p:txBody>
        </p:sp>
        <p:sp>
          <p:nvSpPr>
            <p:cNvPr id="67" name="Text Placeholder 3"/>
            <p:cNvSpPr txBox="1">
              <a:spLocks/>
            </p:cNvSpPr>
            <p:nvPr/>
          </p:nvSpPr>
          <p:spPr>
            <a:xfrm>
              <a:off x="741363" y="1539486"/>
              <a:ext cx="201897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the passages of Lorem Ipsum .</a:t>
              </a:r>
            </a:p>
          </p:txBody>
        </p:sp>
      </p:grpSp>
      <p:cxnSp>
        <p:nvCxnSpPr>
          <p:cNvPr id="95" name="Straight Connector 94"/>
          <p:cNvCxnSpPr/>
          <p:nvPr/>
        </p:nvCxnSpPr>
        <p:spPr>
          <a:xfrm flipH="1">
            <a:off x="2788419" y="3725025"/>
            <a:ext cx="860761" cy="0"/>
          </a:xfrm>
          <a:prstGeom prst="line">
            <a:avLst/>
          </a:prstGeom>
          <a:ln w="19050">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H="1">
            <a:off x="3598975" y="3249446"/>
            <a:ext cx="860761" cy="0"/>
          </a:xfrm>
          <a:prstGeom prst="line">
            <a:avLst/>
          </a:prstGeom>
          <a:ln w="19050">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15" name="Group 33"/>
          <p:cNvGrpSpPr/>
          <p:nvPr/>
        </p:nvGrpSpPr>
        <p:grpSpPr>
          <a:xfrm>
            <a:off x="1932333" y="2924027"/>
            <a:ext cx="1712275" cy="482906"/>
            <a:chOff x="741363" y="1364357"/>
            <a:chExt cx="2018970" cy="482906"/>
          </a:xfrm>
        </p:grpSpPr>
        <p:sp>
          <p:nvSpPr>
            <p:cNvPr id="98" name="Text Placeholder 3"/>
            <p:cNvSpPr txBox="1">
              <a:spLocks/>
            </p:cNvSpPr>
            <p:nvPr/>
          </p:nvSpPr>
          <p:spPr>
            <a:xfrm>
              <a:off x="741363" y="1364357"/>
              <a:ext cx="10849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a:t>
              </a:r>
              <a:r>
                <a:rPr kumimoji="0" lang="en-US" sz="1200" b="1" i="0" u="none" strike="noStrike" kern="1200" cap="none" spc="0" normalizeH="0" noProof="0" dirty="0">
                  <a:ln>
                    <a:noFill/>
                  </a:ln>
                  <a:solidFill>
                    <a:schemeClr val="accent2"/>
                  </a:solidFill>
                  <a:effectLst/>
                  <a:uLnTx/>
                  <a:uFillTx/>
                  <a:latin typeface="+mn-lt"/>
                  <a:ea typeface="+mn-ea"/>
                  <a:cs typeface="+mn-cs"/>
                </a:rPr>
                <a:t> Here</a:t>
              </a:r>
              <a:endParaRPr kumimoji="0" lang="en-US" sz="1200" b="1" i="0" u="none" strike="noStrike" kern="1200" cap="none" spc="0" normalizeH="0" baseline="0" noProof="0" dirty="0">
                <a:ln>
                  <a:noFill/>
                </a:ln>
                <a:solidFill>
                  <a:schemeClr val="accent2"/>
                </a:solidFill>
                <a:effectLst/>
                <a:uLnTx/>
                <a:uFillTx/>
                <a:latin typeface="+mn-lt"/>
                <a:ea typeface="+mn-ea"/>
                <a:cs typeface="+mn-cs"/>
              </a:endParaRPr>
            </a:p>
          </p:txBody>
        </p:sp>
        <p:sp>
          <p:nvSpPr>
            <p:cNvPr id="99" name="Text Placeholder 3"/>
            <p:cNvSpPr txBox="1">
              <a:spLocks/>
            </p:cNvSpPr>
            <p:nvPr/>
          </p:nvSpPr>
          <p:spPr>
            <a:xfrm>
              <a:off x="741363" y="1539486"/>
              <a:ext cx="201897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the passages of Lorem Ipsum .</a:t>
              </a:r>
            </a:p>
          </p:txBody>
        </p:sp>
      </p:grpSp>
      <p:cxnSp>
        <p:nvCxnSpPr>
          <p:cNvPr id="100" name="Straight Connector 99"/>
          <p:cNvCxnSpPr/>
          <p:nvPr/>
        </p:nvCxnSpPr>
        <p:spPr>
          <a:xfrm flipH="1">
            <a:off x="5973846" y="1536339"/>
            <a:ext cx="860761" cy="0"/>
          </a:xfrm>
          <a:prstGeom prst="line">
            <a:avLst/>
          </a:prstGeom>
          <a:ln w="19050">
            <a:solidFill>
              <a:schemeClr val="accent5"/>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16" name="Group 33"/>
          <p:cNvGrpSpPr/>
          <p:nvPr/>
        </p:nvGrpSpPr>
        <p:grpSpPr>
          <a:xfrm>
            <a:off x="4297679" y="1219418"/>
            <a:ext cx="1712275" cy="482906"/>
            <a:chOff x="741363" y="1364357"/>
            <a:chExt cx="2018970" cy="482906"/>
          </a:xfrm>
        </p:grpSpPr>
        <p:sp>
          <p:nvSpPr>
            <p:cNvPr id="102" name="Text Placeholder 3"/>
            <p:cNvSpPr txBox="1">
              <a:spLocks/>
            </p:cNvSpPr>
            <p:nvPr/>
          </p:nvSpPr>
          <p:spPr>
            <a:xfrm>
              <a:off x="741363" y="1364357"/>
              <a:ext cx="10849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a:t>
              </a:r>
              <a:r>
                <a:rPr kumimoji="0" lang="en-US" sz="1200" b="1" i="0" u="none" strike="noStrike" kern="1200" cap="none" spc="0" normalizeH="0" noProof="0" dirty="0">
                  <a:ln>
                    <a:noFill/>
                  </a:ln>
                  <a:solidFill>
                    <a:schemeClr val="accent5"/>
                  </a:solidFill>
                  <a:effectLst/>
                  <a:uLnTx/>
                  <a:uFillTx/>
                  <a:latin typeface="+mn-lt"/>
                  <a:ea typeface="+mn-ea"/>
                  <a:cs typeface="+mn-cs"/>
                </a:rPr>
                <a:t> Here</a:t>
              </a:r>
              <a:endParaRPr kumimoji="0" lang="en-US" sz="1200" b="1" i="0" u="none" strike="noStrike" kern="1200" cap="none" spc="0" normalizeH="0" baseline="0" noProof="0" dirty="0">
                <a:ln>
                  <a:noFill/>
                </a:ln>
                <a:solidFill>
                  <a:schemeClr val="accent5"/>
                </a:solidFill>
                <a:effectLst/>
                <a:uLnTx/>
                <a:uFillTx/>
                <a:latin typeface="+mn-lt"/>
                <a:ea typeface="+mn-ea"/>
                <a:cs typeface="+mn-cs"/>
              </a:endParaRPr>
            </a:p>
          </p:txBody>
        </p:sp>
        <p:sp>
          <p:nvSpPr>
            <p:cNvPr id="103" name="Text Placeholder 3"/>
            <p:cNvSpPr txBox="1">
              <a:spLocks/>
            </p:cNvSpPr>
            <p:nvPr/>
          </p:nvSpPr>
          <p:spPr>
            <a:xfrm>
              <a:off x="741363" y="1539486"/>
              <a:ext cx="201897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the passages of Lorem Ipsum .</a:t>
              </a:r>
            </a:p>
          </p:txBody>
        </p:sp>
      </p:grpSp>
      <p:cxnSp>
        <p:nvCxnSpPr>
          <p:cNvPr id="104" name="Straight Connector 103"/>
          <p:cNvCxnSpPr/>
          <p:nvPr/>
        </p:nvCxnSpPr>
        <p:spPr>
          <a:xfrm flipH="1">
            <a:off x="5191220" y="2131830"/>
            <a:ext cx="860761" cy="0"/>
          </a:xfrm>
          <a:prstGeom prst="line">
            <a:avLst/>
          </a:prstGeom>
          <a:ln w="19050">
            <a:solidFill>
              <a:schemeClr val="accent4"/>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33"/>
          <p:cNvGrpSpPr/>
          <p:nvPr/>
        </p:nvGrpSpPr>
        <p:grpSpPr>
          <a:xfrm>
            <a:off x="3505528" y="1809846"/>
            <a:ext cx="1712275" cy="482906"/>
            <a:chOff x="741363" y="1364357"/>
            <a:chExt cx="2018970" cy="482906"/>
          </a:xfrm>
        </p:grpSpPr>
        <p:sp>
          <p:nvSpPr>
            <p:cNvPr id="106" name="Text Placeholder 3"/>
            <p:cNvSpPr txBox="1">
              <a:spLocks/>
            </p:cNvSpPr>
            <p:nvPr/>
          </p:nvSpPr>
          <p:spPr>
            <a:xfrm>
              <a:off x="741363" y="1364357"/>
              <a:ext cx="10849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a:t>
              </a:r>
              <a:r>
                <a:rPr kumimoji="0" lang="en-US" sz="1200" b="1" i="0" u="none" strike="noStrike" kern="1200" cap="none" spc="0" normalizeH="0" noProof="0" dirty="0">
                  <a:ln>
                    <a:noFill/>
                  </a:ln>
                  <a:solidFill>
                    <a:schemeClr val="accent4"/>
                  </a:solidFill>
                  <a:effectLst/>
                  <a:uLnTx/>
                  <a:uFillTx/>
                  <a:latin typeface="+mn-lt"/>
                  <a:ea typeface="+mn-ea"/>
                  <a:cs typeface="+mn-cs"/>
                </a:rPr>
                <a:t> Here</a:t>
              </a:r>
              <a:endParaRPr kumimoji="0" lang="en-US" sz="1200" b="1" i="0" u="none" strike="noStrike" kern="1200" cap="none" spc="0" normalizeH="0" baseline="0" noProof="0" dirty="0">
                <a:ln>
                  <a:noFill/>
                </a:ln>
                <a:solidFill>
                  <a:schemeClr val="accent4"/>
                </a:solidFill>
                <a:effectLst/>
                <a:uLnTx/>
                <a:uFillTx/>
                <a:latin typeface="+mn-lt"/>
                <a:ea typeface="+mn-ea"/>
                <a:cs typeface="+mn-cs"/>
              </a:endParaRPr>
            </a:p>
          </p:txBody>
        </p:sp>
        <p:sp>
          <p:nvSpPr>
            <p:cNvPr id="107" name="Text Placeholder 3"/>
            <p:cNvSpPr txBox="1">
              <a:spLocks/>
            </p:cNvSpPr>
            <p:nvPr/>
          </p:nvSpPr>
          <p:spPr>
            <a:xfrm>
              <a:off x="741363" y="1539486"/>
              <a:ext cx="201897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the passages of Lorem Ipsum .</a:t>
              </a:r>
            </a:p>
          </p:txBody>
        </p:sp>
      </p:grpSp>
      <p:cxnSp>
        <p:nvCxnSpPr>
          <p:cNvPr id="108" name="Straight Connector 107"/>
          <p:cNvCxnSpPr/>
          <p:nvPr/>
        </p:nvCxnSpPr>
        <p:spPr>
          <a:xfrm flipH="1">
            <a:off x="4376092" y="2741430"/>
            <a:ext cx="860761" cy="0"/>
          </a:xfrm>
          <a:prstGeom prst="line">
            <a:avLst/>
          </a:prstGeom>
          <a:ln w="19050">
            <a:solidFill>
              <a:schemeClr val="accent3"/>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18" name="Group 33"/>
          <p:cNvGrpSpPr/>
          <p:nvPr/>
        </p:nvGrpSpPr>
        <p:grpSpPr>
          <a:xfrm>
            <a:off x="2690400" y="2371699"/>
            <a:ext cx="1712275" cy="482906"/>
            <a:chOff x="741363" y="1364357"/>
            <a:chExt cx="2018970" cy="482906"/>
          </a:xfrm>
        </p:grpSpPr>
        <p:sp>
          <p:nvSpPr>
            <p:cNvPr id="110" name="Text Placeholder 3"/>
            <p:cNvSpPr txBox="1">
              <a:spLocks/>
            </p:cNvSpPr>
            <p:nvPr/>
          </p:nvSpPr>
          <p:spPr>
            <a:xfrm>
              <a:off x="741363" y="1364357"/>
              <a:ext cx="10849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a:t>
              </a:r>
              <a:r>
                <a:rPr kumimoji="0" lang="en-US" sz="1200" b="1" i="0" u="none" strike="noStrike" kern="1200" cap="none" spc="0" normalizeH="0" noProof="0" dirty="0">
                  <a:ln>
                    <a:noFill/>
                  </a:ln>
                  <a:solidFill>
                    <a:schemeClr val="accent3"/>
                  </a:solidFill>
                  <a:effectLst/>
                  <a:uLnTx/>
                  <a:uFillTx/>
                  <a:latin typeface="+mn-lt"/>
                  <a:ea typeface="+mn-ea"/>
                  <a:cs typeface="+mn-cs"/>
                </a:rPr>
                <a:t> Here</a:t>
              </a:r>
              <a:endParaRPr kumimoji="0" lang="en-US" sz="1200" b="1" i="0" u="none" strike="noStrike" kern="1200" cap="none" spc="0" normalizeH="0" baseline="0" noProof="0" dirty="0">
                <a:ln>
                  <a:noFill/>
                </a:ln>
                <a:solidFill>
                  <a:schemeClr val="accent3"/>
                </a:solidFill>
                <a:effectLst/>
                <a:uLnTx/>
                <a:uFillTx/>
                <a:latin typeface="+mn-lt"/>
                <a:ea typeface="+mn-ea"/>
                <a:cs typeface="+mn-cs"/>
              </a:endParaRPr>
            </a:p>
          </p:txBody>
        </p:sp>
        <p:sp>
          <p:nvSpPr>
            <p:cNvPr id="111" name="Text Placeholder 3"/>
            <p:cNvSpPr txBox="1">
              <a:spLocks/>
            </p:cNvSpPr>
            <p:nvPr/>
          </p:nvSpPr>
          <p:spPr>
            <a:xfrm>
              <a:off x="741363" y="1539486"/>
              <a:ext cx="2018970"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50000"/>
                      <a:lumOff val="50000"/>
                    </a:schemeClr>
                  </a:solidFill>
                </a:rPr>
                <a:t>There are many variations of the passages of Lorem Ipsum .</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Effect transition="in" filter="fade">
                                      <p:cBhvr>
                                        <p:cTn id="14" dur="500"/>
                                        <p:tgtEl>
                                          <p:spTgt spid="2"/>
                                        </p:tgtEl>
                                      </p:cBhvr>
                                    </p:animEffect>
                                  </p:childTnLst>
                                </p:cTn>
                              </p:par>
                            </p:childTnLst>
                          </p:cTn>
                        </p:par>
                        <p:par>
                          <p:cTn id="15" fill="hold">
                            <p:stCondLst>
                              <p:cond delay="1000"/>
                            </p:stCondLst>
                            <p:childTnLst>
                              <p:par>
                                <p:cTn id="16" presetID="22" presetClass="entr" presetSubtype="2" fill="hold" nodeType="afterEffect">
                                  <p:stCondLst>
                                    <p:cond delay="0"/>
                                  </p:stCondLst>
                                  <p:childTnLst>
                                    <p:set>
                                      <p:cBhvr>
                                        <p:cTn id="17" dur="1" fill="hold">
                                          <p:stCondLst>
                                            <p:cond delay="0"/>
                                          </p:stCondLst>
                                        </p:cTn>
                                        <p:tgtEl>
                                          <p:spTgt spid="95"/>
                                        </p:tgtEl>
                                        <p:attrNameLst>
                                          <p:attrName>style.visibility</p:attrName>
                                        </p:attrNameLst>
                                      </p:cBhvr>
                                      <p:to>
                                        <p:strVal val="visible"/>
                                      </p:to>
                                    </p:set>
                                    <p:animEffect transition="in" filter="wipe(right)">
                                      <p:cBhvr>
                                        <p:cTn id="18" dur="500"/>
                                        <p:tgtEl>
                                          <p:spTgt spid="95"/>
                                        </p:tgtEl>
                                      </p:cBhvr>
                                    </p:animEffect>
                                  </p:childTnLst>
                                </p:cTn>
                              </p:par>
                              <p:par>
                                <p:cTn id="19" presetID="22" presetClass="entr" presetSubtype="8"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left)">
                                      <p:cBhvr>
                                        <p:cTn id="21" dur="500"/>
                                        <p:tgtEl>
                                          <p:spTgt spid="14"/>
                                        </p:tgtEl>
                                      </p:cBhvr>
                                    </p:animEffect>
                                  </p:childTnLst>
                                </p:cTn>
                              </p:par>
                            </p:childTnLst>
                          </p:cTn>
                        </p:par>
                        <p:par>
                          <p:cTn id="22" fill="hold">
                            <p:stCondLst>
                              <p:cond delay="15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ppt_x"/>
                                          </p:val>
                                        </p:tav>
                                        <p:tav tm="100000">
                                          <p:val>
                                            <p:strVal val="#ppt_x"/>
                                          </p:val>
                                        </p:tav>
                                      </p:tavLst>
                                    </p:anim>
                                    <p:anim calcmode="lin" valueType="num">
                                      <p:cBhvr additive="base">
                                        <p:cTn id="26" dur="500" fill="hold"/>
                                        <p:tgtEl>
                                          <p:spTgt spid="6"/>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53" presetClass="entr" presetSubtype="0"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500" fill="hold"/>
                                        <p:tgtEl>
                                          <p:spTgt spid="3"/>
                                        </p:tgtEl>
                                        <p:attrNameLst>
                                          <p:attrName>ppt_w</p:attrName>
                                        </p:attrNameLst>
                                      </p:cBhvr>
                                      <p:tavLst>
                                        <p:tav tm="0">
                                          <p:val>
                                            <p:fltVal val="0"/>
                                          </p:val>
                                        </p:tav>
                                        <p:tav tm="100000">
                                          <p:val>
                                            <p:strVal val="#ppt_w"/>
                                          </p:val>
                                        </p:tav>
                                      </p:tavLst>
                                    </p:anim>
                                    <p:anim calcmode="lin" valueType="num">
                                      <p:cBhvr>
                                        <p:cTn id="31" dur="500" fill="hold"/>
                                        <p:tgtEl>
                                          <p:spTgt spid="3"/>
                                        </p:tgtEl>
                                        <p:attrNameLst>
                                          <p:attrName>ppt_h</p:attrName>
                                        </p:attrNameLst>
                                      </p:cBhvr>
                                      <p:tavLst>
                                        <p:tav tm="0">
                                          <p:val>
                                            <p:fltVal val="0"/>
                                          </p:val>
                                        </p:tav>
                                        <p:tav tm="100000">
                                          <p:val>
                                            <p:strVal val="#ppt_h"/>
                                          </p:val>
                                        </p:tav>
                                      </p:tavLst>
                                    </p:anim>
                                    <p:animEffect transition="in" filter="fade">
                                      <p:cBhvr>
                                        <p:cTn id="32" dur="500"/>
                                        <p:tgtEl>
                                          <p:spTgt spid="3"/>
                                        </p:tgtEl>
                                      </p:cBhvr>
                                    </p:animEffect>
                                  </p:childTnLst>
                                </p:cTn>
                              </p:par>
                            </p:childTnLst>
                          </p:cTn>
                        </p:par>
                        <p:par>
                          <p:cTn id="33" fill="hold">
                            <p:stCondLst>
                              <p:cond delay="2500"/>
                            </p:stCondLst>
                            <p:childTnLst>
                              <p:par>
                                <p:cTn id="34" presetID="22" presetClass="entr" presetSubtype="2" fill="hold" nodeType="afterEffect">
                                  <p:stCondLst>
                                    <p:cond delay="0"/>
                                  </p:stCondLst>
                                  <p:childTnLst>
                                    <p:set>
                                      <p:cBhvr>
                                        <p:cTn id="35" dur="1" fill="hold">
                                          <p:stCondLst>
                                            <p:cond delay="0"/>
                                          </p:stCondLst>
                                        </p:cTn>
                                        <p:tgtEl>
                                          <p:spTgt spid="96"/>
                                        </p:tgtEl>
                                        <p:attrNameLst>
                                          <p:attrName>style.visibility</p:attrName>
                                        </p:attrNameLst>
                                      </p:cBhvr>
                                      <p:to>
                                        <p:strVal val="visible"/>
                                      </p:to>
                                    </p:set>
                                    <p:animEffect transition="in" filter="wipe(right)">
                                      <p:cBhvr>
                                        <p:cTn id="36" dur="500"/>
                                        <p:tgtEl>
                                          <p:spTgt spid="96"/>
                                        </p:tgtEl>
                                      </p:cBhvr>
                                    </p:animEffect>
                                  </p:childTnLst>
                                </p:cTn>
                              </p:par>
                              <p:par>
                                <p:cTn id="37" presetID="22" presetClass="entr" presetSubtype="8" fill="hold" nodeType="with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wipe(left)">
                                      <p:cBhvr>
                                        <p:cTn id="39" dur="500"/>
                                        <p:tgtEl>
                                          <p:spTgt spid="15"/>
                                        </p:tgtEl>
                                      </p:cBhvr>
                                    </p:animEffect>
                                  </p:childTnLst>
                                </p:cTn>
                              </p:par>
                            </p:childTnLst>
                          </p:cTn>
                        </p:par>
                        <p:par>
                          <p:cTn id="40" fill="hold">
                            <p:stCondLst>
                              <p:cond delay="3000"/>
                            </p:stCondLst>
                            <p:childTnLst>
                              <p:par>
                                <p:cTn id="41" presetID="2" presetClass="entr" presetSubtype="4" accel="50000" decel="50000" fill="hold" grpId="0" nodeType="after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500" fill="hold"/>
                                        <p:tgtEl>
                                          <p:spTgt spid="9"/>
                                        </p:tgtEl>
                                        <p:attrNameLst>
                                          <p:attrName>ppt_x</p:attrName>
                                        </p:attrNameLst>
                                      </p:cBhvr>
                                      <p:tavLst>
                                        <p:tav tm="0">
                                          <p:val>
                                            <p:strVal val="#ppt_x"/>
                                          </p:val>
                                        </p:tav>
                                        <p:tav tm="100000">
                                          <p:val>
                                            <p:strVal val="#ppt_x"/>
                                          </p:val>
                                        </p:tav>
                                      </p:tavLst>
                                    </p:anim>
                                    <p:anim calcmode="lin" valueType="num">
                                      <p:cBhvr additive="base">
                                        <p:cTn id="44" dur="500" fill="hold"/>
                                        <p:tgtEl>
                                          <p:spTgt spid="9"/>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53" presetClass="entr" presetSubtype="0" fill="hold" nodeType="afterEffect">
                                  <p:stCondLst>
                                    <p:cond delay="0"/>
                                  </p:stCondLst>
                                  <p:childTnLst>
                                    <p:set>
                                      <p:cBhvr>
                                        <p:cTn id="47" dur="1" fill="hold">
                                          <p:stCondLst>
                                            <p:cond delay="0"/>
                                          </p:stCondLst>
                                        </p:cTn>
                                        <p:tgtEl>
                                          <p:spTgt spid="4"/>
                                        </p:tgtEl>
                                        <p:attrNameLst>
                                          <p:attrName>style.visibility</p:attrName>
                                        </p:attrNameLst>
                                      </p:cBhvr>
                                      <p:to>
                                        <p:strVal val="visible"/>
                                      </p:to>
                                    </p:set>
                                    <p:anim calcmode="lin" valueType="num">
                                      <p:cBhvr>
                                        <p:cTn id="48" dur="500" fill="hold"/>
                                        <p:tgtEl>
                                          <p:spTgt spid="4"/>
                                        </p:tgtEl>
                                        <p:attrNameLst>
                                          <p:attrName>ppt_w</p:attrName>
                                        </p:attrNameLst>
                                      </p:cBhvr>
                                      <p:tavLst>
                                        <p:tav tm="0">
                                          <p:val>
                                            <p:fltVal val="0"/>
                                          </p:val>
                                        </p:tav>
                                        <p:tav tm="100000">
                                          <p:val>
                                            <p:strVal val="#ppt_w"/>
                                          </p:val>
                                        </p:tav>
                                      </p:tavLst>
                                    </p:anim>
                                    <p:anim calcmode="lin" valueType="num">
                                      <p:cBhvr>
                                        <p:cTn id="49" dur="500" fill="hold"/>
                                        <p:tgtEl>
                                          <p:spTgt spid="4"/>
                                        </p:tgtEl>
                                        <p:attrNameLst>
                                          <p:attrName>ppt_h</p:attrName>
                                        </p:attrNameLst>
                                      </p:cBhvr>
                                      <p:tavLst>
                                        <p:tav tm="0">
                                          <p:val>
                                            <p:fltVal val="0"/>
                                          </p:val>
                                        </p:tav>
                                        <p:tav tm="100000">
                                          <p:val>
                                            <p:strVal val="#ppt_h"/>
                                          </p:val>
                                        </p:tav>
                                      </p:tavLst>
                                    </p:anim>
                                    <p:animEffect transition="in" filter="fade">
                                      <p:cBhvr>
                                        <p:cTn id="50" dur="500"/>
                                        <p:tgtEl>
                                          <p:spTgt spid="4"/>
                                        </p:tgtEl>
                                      </p:cBhvr>
                                    </p:animEffect>
                                  </p:childTnLst>
                                </p:cTn>
                              </p:par>
                            </p:childTnLst>
                          </p:cTn>
                        </p:par>
                        <p:par>
                          <p:cTn id="51" fill="hold">
                            <p:stCondLst>
                              <p:cond delay="4000"/>
                            </p:stCondLst>
                            <p:childTnLst>
                              <p:par>
                                <p:cTn id="52" presetID="22" presetClass="entr" presetSubtype="2" fill="hold" nodeType="afterEffect">
                                  <p:stCondLst>
                                    <p:cond delay="0"/>
                                  </p:stCondLst>
                                  <p:childTnLst>
                                    <p:set>
                                      <p:cBhvr>
                                        <p:cTn id="53" dur="1" fill="hold">
                                          <p:stCondLst>
                                            <p:cond delay="0"/>
                                          </p:stCondLst>
                                        </p:cTn>
                                        <p:tgtEl>
                                          <p:spTgt spid="108"/>
                                        </p:tgtEl>
                                        <p:attrNameLst>
                                          <p:attrName>style.visibility</p:attrName>
                                        </p:attrNameLst>
                                      </p:cBhvr>
                                      <p:to>
                                        <p:strVal val="visible"/>
                                      </p:to>
                                    </p:set>
                                    <p:animEffect transition="in" filter="wipe(right)">
                                      <p:cBhvr>
                                        <p:cTn id="54" dur="500"/>
                                        <p:tgtEl>
                                          <p:spTgt spid="108"/>
                                        </p:tgtEl>
                                      </p:cBhvr>
                                    </p:animEffect>
                                  </p:childTnLst>
                                </p:cTn>
                              </p:par>
                              <p:par>
                                <p:cTn id="55" presetID="22" presetClass="entr" presetSubtype="8" fill="hold" nodeType="with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left)">
                                      <p:cBhvr>
                                        <p:cTn id="57" dur="500"/>
                                        <p:tgtEl>
                                          <p:spTgt spid="18"/>
                                        </p:tgtEl>
                                      </p:cBhvr>
                                    </p:animEffect>
                                  </p:childTnLst>
                                </p:cTn>
                              </p:par>
                            </p:childTnLst>
                          </p:cTn>
                        </p:par>
                        <p:par>
                          <p:cTn id="58" fill="hold">
                            <p:stCondLst>
                              <p:cond delay="4500"/>
                            </p:stCondLst>
                            <p:childTnLst>
                              <p:par>
                                <p:cTn id="59" presetID="2" presetClass="entr" presetSubtype="4" accel="50000" decel="50000" fill="hold" grpId="0"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additive="base">
                                        <p:cTn id="61" dur="500" fill="hold"/>
                                        <p:tgtEl>
                                          <p:spTgt spid="10"/>
                                        </p:tgtEl>
                                        <p:attrNameLst>
                                          <p:attrName>ppt_x</p:attrName>
                                        </p:attrNameLst>
                                      </p:cBhvr>
                                      <p:tavLst>
                                        <p:tav tm="0">
                                          <p:val>
                                            <p:strVal val="#ppt_x"/>
                                          </p:val>
                                        </p:tav>
                                        <p:tav tm="100000">
                                          <p:val>
                                            <p:strVal val="#ppt_x"/>
                                          </p:val>
                                        </p:tav>
                                      </p:tavLst>
                                    </p:anim>
                                    <p:anim calcmode="lin" valueType="num">
                                      <p:cBhvr additive="base">
                                        <p:cTn id="62" dur="500" fill="hold"/>
                                        <p:tgtEl>
                                          <p:spTgt spid="10"/>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53" presetClass="entr" presetSubtype="0" fill="hold" nodeType="after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p:cTn id="66" dur="500" fill="hold"/>
                                        <p:tgtEl>
                                          <p:spTgt spid="12"/>
                                        </p:tgtEl>
                                        <p:attrNameLst>
                                          <p:attrName>ppt_w</p:attrName>
                                        </p:attrNameLst>
                                      </p:cBhvr>
                                      <p:tavLst>
                                        <p:tav tm="0">
                                          <p:val>
                                            <p:fltVal val="0"/>
                                          </p:val>
                                        </p:tav>
                                        <p:tav tm="100000">
                                          <p:val>
                                            <p:strVal val="#ppt_w"/>
                                          </p:val>
                                        </p:tav>
                                      </p:tavLst>
                                    </p:anim>
                                    <p:anim calcmode="lin" valueType="num">
                                      <p:cBhvr>
                                        <p:cTn id="67" dur="500" fill="hold"/>
                                        <p:tgtEl>
                                          <p:spTgt spid="12"/>
                                        </p:tgtEl>
                                        <p:attrNameLst>
                                          <p:attrName>ppt_h</p:attrName>
                                        </p:attrNameLst>
                                      </p:cBhvr>
                                      <p:tavLst>
                                        <p:tav tm="0">
                                          <p:val>
                                            <p:fltVal val="0"/>
                                          </p:val>
                                        </p:tav>
                                        <p:tav tm="100000">
                                          <p:val>
                                            <p:strVal val="#ppt_h"/>
                                          </p:val>
                                        </p:tav>
                                      </p:tavLst>
                                    </p:anim>
                                    <p:animEffect transition="in" filter="fade">
                                      <p:cBhvr>
                                        <p:cTn id="68" dur="500"/>
                                        <p:tgtEl>
                                          <p:spTgt spid="12"/>
                                        </p:tgtEl>
                                      </p:cBhvr>
                                    </p:animEffect>
                                  </p:childTnLst>
                                </p:cTn>
                              </p:par>
                            </p:childTnLst>
                          </p:cTn>
                        </p:par>
                        <p:par>
                          <p:cTn id="69" fill="hold">
                            <p:stCondLst>
                              <p:cond delay="5500"/>
                            </p:stCondLst>
                            <p:childTnLst>
                              <p:par>
                                <p:cTn id="70" presetID="22" presetClass="entr" presetSubtype="2" fill="hold" nodeType="afterEffect">
                                  <p:stCondLst>
                                    <p:cond delay="0"/>
                                  </p:stCondLst>
                                  <p:childTnLst>
                                    <p:set>
                                      <p:cBhvr>
                                        <p:cTn id="71" dur="1" fill="hold">
                                          <p:stCondLst>
                                            <p:cond delay="0"/>
                                          </p:stCondLst>
                                        </p:cTn>
                                        <p:tgtEl>
                                          <p:spTgt spid="104"/>
                                        </p:tgtEl>
                                        <p:attrNameLst>
                                          <p:attrName>style.visibility</p:attrName>
                                        </p:attrNameLst>
                                      </p:cBhvr>
                                      <p:to>
                                        <p:strVal val="visible"/>
                                      </p:to>
                                    </p:set>
                                    <p:animEffect transition="in" filter="wipe(right)">
                                      <p:cBhvr>
                                        <p:cTn id="72" dur="500"/>
                                        <p:tgtEl>
                                          <p:spTgt spid="104"/>
                                        </p:tgtEl>
                                      </p:cBhvr>
                                    </p:animEffect>
                                  </p:childTnLst>
                                </p:cTn>
                              </p:par>
                              <p:par>
                                <p:cTn id="73" presetID="22" presetClass="entr" presetSubtype="8" fill="hold" nodeType="withEffect">
                                  <p:stCondLst>
                                    <p:cond delay="0"/>
                                  </p:stCondLst>
                                  <p:childTnLst>
                                    <p:set>
                                      <p:cBhvr>
                                        <p:cTn id="74" dur="1" fill="hold">
                                          <p:stCondLst>
                                            <p:cond delay="0"/>
                                          </p:stCondLst>
                                        </p:cTn>
                                        <p:tgtEl>
                                          <p:spTgt spid="17"/>
                                        </p:tgtEl>
                                        <p:attrNameLst>
                                          <p:attrName>style.visibility</p:attrName>
                                        </p:attrNameLst>
                                      </p:cBhvr>
                                      <p:to>
                                        <p:strVal val="visible"/>
                                      </p:to>
                                    </p:set>
                                    <p:animEffect transition="in" filter="wipe(left)">
                                      <p:cBhvr>
                                        <p:cTn id="75" dur="500"/>
                                        <p:tgtEl>
                                          <p:spTgt spid="17"/>
                                        </p:tgtEl>
                                      </p:cBhvr>
                                    </p:animEffect>
                                  </p:childTnLst>
                                </p:cTn>
                              </p:par>
                            </p:childTnLst>
                          </p:cTn>
                        </p:par>
                        <p:par>
                          <p:cTn id="76" fill="hold">
                            <p:stCondLst>
                              <p:cond delay="6000"/>
                            </p:stCondLst>
                            <p:childTnLst>
                              <p:par>
                                <p:cTn id="77" presetID="2" presetClass="entr" presetSubtype="4" accel="50000" decel="50000" fill="hold" grpId="0" nodeType="after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additive="base">
                                        <p:cTn id="79" dur="500" fill="hold"/>
                                        <p:tgtEl>
                                          <p:spTgt spid="11"/>
                                        </p:tgtEl>
                                        <p:attrNameLst>
                                          <p:attrName>ppt_x</p:attrName>
                                        </p:attrNameLst>
                                      </p:cBhvr>
                                      <p:tavLst>
                                        <p:tav tm="0">
                                          <p:val>
                                            <p:strVal val="#ppt_x"/>
                                          </p:val>
                                        </p:tav>
                                        <p:tav tm="100000">
                                          <p:val>
                                            <p:strVal val="#ppt_x"/>
                                          </p:val>
                                        </p:tav>
                                      </p:tavLst>
                                    </p:anim>
                                    <p:anim calcmode="lin" valueType="num">
                                      <p:cBhvr additive="base">
                                        <p:cTn id="80" dur="500" fill="hold"/>
                                        <p:tgtEl>
                                          <p:spTgt spid="11"/>
                                        </p:tgtEl>
                                        <p:attrNameLst>
                                          <p:attrName>ppt_y</p:attrName>
                                        </p:attrNameLst>
                                      </p:cBhvr>
                                      <p:tavLst>
                                        <p:tav tm="0">
                                          <p:val>
                                            <p:strVal val="1+#ppt_h/2"/>
                                          </p:val>
                                        </p:tav>
                                        <p:tav tm="100000">
                                          <p:val>
                                            <p:strVal val="#ppt_y"/>
                                          </p:val>
                                        </p:tav>
                                      </p:tavLst>
                                    </p:anim>
                                  </p:childTnLst>
                                </p:cTn>
                              </p:par>
                            </p:childTnLst>
                          </p:cTn>
                        </p:par>
                        <p:par>
                          <p:cTn id="81" fill="hold">
                            <p:stCondLst>
                              <p:cond delay="6500"/>
                            </p:stCondLst>
                            <p:childTnLst>
                              <p:par>
                                <p:cTn id="82" presetID="53" presetClass="entr" presetSubtype="0" fill="hold" nodeType="afterEffect">
                                  <p:stCondLst>
                                    <p:cond delay="0"/>
                                  </p:stCondLst>
                                  <p:childTnLst>
                                    <p:set>
                                      <p:cBhvr>
                                        <p:cTn id="83" dur="1" fill="hold">
                                          <p:stCondLst>
                                            <p:cond delay="0"/>
                                          </p:stCondLst>
                                        </p:cTn>
                                        <p:tgtEl>
                                          <p:spTgt spid="13"/>
                                        </p:tgtEl>
                                        <p:attrNameLst>
                                          <p:attrName>style.visibility</p:attrName>
                                        </p:attrNameLst>
                                      </p:cBhvr>
                                      <p:to>
                                        <p:strVal val="visible"/>
                                      </p:to>
                                    </p:set>
                                    <p:anim calcmode="lin" valueType="num">
                                      <p:cBhvr>
                                        <p:cTn id="84" dur="500" fill="hold"/>
                                        <p:tgtEl>
                                          <p:spTgt spid="13"/>
                                        </p:tgtEl>
                                        <p:attrNameLst>
                                          <p:attrName>ppt_w</p:attrName>
                                        </p:attrNameLst>
                                      </p:cBhvr>
                                      <p:tavLst>
                                        <p:tav tm="0">
                                          <p:val>
                                            <p:fltVal val="0"/>
                                          </p:val>
                                        </p:tav>
                                        <p:tav tm="100000">
                                          <p:val>
                                            <p:strVal val="#ppt_w"/>
                                          </p:val>
                                        </p:tav>
                                      </p:tavLst>
                                    </p:anim>
                                    <p:anim calcmode="lin" valueType="num">
                                      <p:cBhvr>
                                        <p:cTn id="85" dur="500" fill="hold"/>
                                        <p:tgtEl>
                                          <p:spTgt spid="13"/>
                                        </p:tgtEl>
                                        <p:attrNameLst>
                                          <p:attrName>ppt_h</p:attrName>
                                        </p:attrNameLst>
                                      </p:cBhvr>
                                      <p:tavLst>
                                        <p:tav tm="0">
                                          <p:val>
                                            <p:fltVal val="0"/>
                                          </p:val>
                                        </p:tav>
                                        <p:tav tm="100000">
                                          <p:val>
                                            <p:strVal val="#ppt_h"/>
                                          </p:val>
                                        </p:tav>
                                      </p:tavLst>
                                    </p:anim>
                                    <p:animEffect transition="in" filter="fade">
                                      <p:cBhvr>
                                        <p:cTn id="86" dur="500"/>
                                        <p:tgtEl>
                                          <p:spTgt spid="13"/>
                                        </p:tgtEl>
                                      </p:cBhvr>
                                    </p:animEffect>
                                  </p:childTnLst>
                                </p:cTn>
                              </p:par>
                            </p:childTnLst>
                          </p:cTn>
                        </p:par>
                        <p:par>
                          <p:cTn id="87" fill="hold">
                            <p:stCondLst>
                              <p:cond delay="7000"/>
                            </p:stCondLst>
                            <p:childTnLst>
                              <p:par>
                                <p:cTn id="88" presetID="22" presetClass="entr" presetSubtype="2" fill="hold" nodeType="afterEffect">
                                  <p:stCondLst>
                                    <p:cond delay="0"/>
                                  </p:stCondLst>
                                  <p:childTnLst>
                                    <p:set>
                                      <p:cBhvr>
                                        <p:cTn id="89" dur="1" fill="hold">
                                          <p:stCondLst>
                                            <p:cond delay="0"/>
                                          </p:stCondLst>
                                        </p:cTn>
                                        <p:tgtEl>
                                          <p:spTgt spid="100"/>
                                        </p:tgtEl>
                                        <p:attrNameLst>
                                          <p:attrName>style.visibility</p:attrName>
                                        </p:attrNameLst>
                                      </p:cBhvr>
                                      <p:to>
                                        <p:strVal val="visible"/>
                                      </p:to>
                                    </p:set>
                                    <p:animEffect transition="in" filter="wipe(right)">
                                      <p:cBhvr>
                                        <p:cTn id="90" dur="500"/>
                                        <p:tgtEl>
                                          <p:spTgt spid="100"/>
                                        </p:tgtEl>
                                      </p:cBhvr>
                                    </p:animEffect>
                                  </p:childTnLst>
                                </p:cTn>
                              </p:par>
                              <p:par>
                                <p:cTn id="91" presetID="22" presetClass="entr" presetSubtype="8" fill="hold" nodeType="withEffect">
                                  <p:stCondLst>
                                    <p:cond delay="0"/>
                                  </p:stCondLst>
                                  <p:childTnLst>
                                    <p:set>
                                      <p:cBhvr>
                                        <p:cTn id="92" dur="1" fill="hold">
                                          <p:stCondLst>
                                            <p:cond delay="0"/>
                                          </p:stCondLst>
                                        </p:cTn>
                                        <p:tgtEl>
                                          <p:spTgt spid="16"/>
                                        </p:tgtEl>
                                        <p:attrNameLst>
                                          <p:attrName>style.visibility</p:attrName>
                                        </p:attrNameLst>
                                      </p:cBhvr>
                                      <p:to>
                                        <p:strVal val="visible"/>
                                      </p:to>
                                    </p:set>
                                    <p:animEffect transition="in" filter="wipe(left)">
                                      <p:cBhvr>
                                        <p:cTn id="9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0" grpId="0" animBg="1"/>
      <p:bldP spid="9" grpId="0" animBg="1"/>
      <p:bldP spid="6" grpId="0" animBg="1"/>
      <p:bldP spid="5"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Stairs Infographic</a:t>
            </a:r>
            <a:endParaRPr lang="en-US" dirty="0"/>
          </a:p>
        </p:txBody>
      </p:sp>
      <p:sp>
        <p:nvSpPr>
          <p:cNvPr id="8" name="Text Placeholder 7"/>
          <p:cNvSpPr>
            <a:spLocks noGrp="1"/>
          </p:cNvSpPr>
          <p:nvPr>
            <p:ph type="body" sz="half" idx="2"/>
          </p:nvPr>
        </p:nvSpPr>
        <p:spPr/>
        <p:txBody>
          <a:bodyPr/>
          <a:lstStyle/>
          <a:p>
            <a:r>
              <a:rPr lang="en-US"/>
              <a:t>Stairs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167</a:t>
            </a:fld>
            <a:endParaRPr lang="en-US" dirty="0"/>
          </a:p>
        </p:txBody>
      </p:sp>
      <p:sp>
        <p:nvSpPr>
          <p:cNvPr id="5" name="Cube 4"/>
          <p:cNvSpPr/>
          <p:nvPr/>
        </p:nvSpPr>
        <p:spPr>
          <a:xfrm flipH="1">
            <a:off x="3809999" y="3616654"/>
            <a:ext cx="1936977" cy="848956"/>
          </a:xfrm>
          <a:prstGeom prst="cube">
            <a:avLst>
              <a:gd name="adj" fmla="val 6389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Cube 44"/>
          <p:cNvSpPr/>
          <p:nvPr/>
        </p:nvSpPr>
        <p:spPr>
          <a:xfrm flipH="1">
            <a:off x="4559963" y="3307790"/>
            <a:ext cx="1936977" cy="848956"/>
          </a:xfrm>
          <a:prstGeom prst="cube">
            <a:avLst>
              <a:gd name="adj" fmla="val 6389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Cube 45"/>
          <p:cNvSpPr/>
          <p:nvPr/>
        </p:nvSpPr>
        <p:spPr>
          <a:xfrm flipH="1">
            <a:off x="5309926" y="2998925"/>
            <a:ext cx="1936977" cy="848956"/>
          </a:xfrm>
          <a:prstGeom prst="cube">
            <a:avLst>
              <a:gd name="adj" fmla="val 6389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Cube 47"/>
          <p:cNvSpPr/>
          <p:nvPr/>
        </p:nvSpPr>
        <p:spPr>
          <a:xfrm flipH="1">
            <a:off x="6059890" y="2690060"/>
            <a:ext cx="1936977" cy="848956"/>
          </a:xfrm>
          <a:prstGeom prst="cube">
            <a:avLst>
              <a:gd name="adj" fmla="val 6389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Cube 50"/>
          <p:cNvSpPr/>
          <p:nvPr/>
        </p:nvSpPr>
        <p:spPr>
          <a:xfrm flipH="1">
            <a:off x="6809853" y="2381195"/>
            <a:ext cx="1936977" cy="848956"/>
          </a:xfrm>
          <a:prstGeom prst="cube">
            <a:avLst>
              <a:gd name="adj" fmla="val 6389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00"/>
          <p:cNvGrpSpPr/>
          <p:nvPr/>
        </p:nvGrpSpPr>
        <p:grpSpPr>
          <a:xfrm>
            <a:off x="1292567" y="1401193"/>
            <a:ext cx="2592315" cy="488979"/>
            <a:chOff x="1315498" y="1113763"/>
            <a:chExt cx="2592315" cy="488979"/>
          </a:xfrm>
        </p:grpSpPr>
        <p:sp>
          <p:nvSpPr>
            <p:cNvPr id="60" name="Text Placeholder 3"/>
            <p:cNvSpPr txBox="1">
              <a:spLocks/>
            </p:cNvSpPr>
            <p:nvPr/>
          </p:nvSpPr>
          <p:spPr>
            <a:xfrm>
              <a:off x="1315499" y="1113763"/>
              <a:ext cx="923330"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61" name="Text Placeholder 3"/>
            <p:cNvSpPr txBox="1">
              <a:spLocks/>
            </p:cNvSpPr>
            <p:nvPr/>
          </p:nvSpPr>
          <p:spPr>
            <a:xfrm>
              <a:off x="1315498" y="1294965"/>
              <a:ext cx="259231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a:t>
              </a:r>
            </a:p>
          </p:txBody>
        </p:sp>
      </p:grpSp>
      <p:sp>
        <p:nvSpPr>
          <p:cNvPr id="62" name="Text Placeholder 3"/>
          <p:cNvSpPr txBox="1">
            <a:spLocks/>
          </p:cNvSpPr>
          <p:nvPr/>
        </p:nvSpPr>
        <p:spPr>
          <a:xfrm>
            <a:off x="548081" y="1276350"/>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1"/>
                </a:solidFill>
                <a:effectLst/>
                <a:uLnTx/>
                <a:uFillTx/>
                <a:latin typeface="+mn-lt"/>
                <a:ea typeface="+mn-ea"/>
                <a:cs typeface="+mn-cs"/>
              </a:rPr>
              <a:t>01</a:t>
            </a:r>
          </a:p>
        </p:txBody>
      </p:sp>
      <p:grpSp>
        <p:nvGrpSpPr>
          <p:cNvPr id="3" name="Group 104"/>
          <p:cNvGrpSpPr/>
          <p:nvPr/>
        </p:nvGrpSpPr>
        <p:grpSpPr>
          <a:xfrm>
            <a:off x="1292567" y="2021329"/>
            <a:ext cx="2592315" cy="488979"/>
            <a:chOff x="1315498" y="1113763"/>
            <a:chExt cx="2592315" cy="488979"/>
          </a:xfrm>
        </p:grpSpPr>
        <p:sp>
          <p:nvSpPr>
            <p:cNvPr id="64" name="Text Placeholder 3"/>
            <p:cNvSpPr txBox="1">
              <a:spLocks/>
            </p:cNvSpPr>
            <p:nvPr/>
          </p:nvSpPr>
          <p:spPr>
            <a:xfrm>
              <a:off x="1315499" y="1113763"/>
              <a:ext cx="92153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2"/>
                  </a:solidFill>
                  <a:effectLst/>
                  <a:uLnTx/>
                  <a:uFillTx/>
                  <a:latin typeface="+mn-lt"/>
                  <a:ea typeface="+mn-ea"/>
                  <a:cs typeface="+mn-cs"/>
                </a:rPr>
                <a:t>Number Two</a:t>
              </a:r>
            </a:p>
          </p:txBody>
        </p:sp>
        <p:sp>
          <p:nvSpPr>
            <p:cNvPr id="65" name="Text Placeholder 3"/>
            <p:cNvSpPr txBox="1">
              <a:spLocks/>
            </p:cNvSpPr>
            <p:nvPr/>
          </p:nvSpPr>
          <p:spPr>
            <a:xfrm>
              <a:off x="1315498" y="1294965"/>
              <a:ext cx="259231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a:t>
              </a:r>
            </a:p>
          </p:txBody>
        </p:sp>
      </p:grpSp>
      <p:sp>
        <p:nvSpPr>
          <p:cNvPr id="68" name="Text Placeholder 3"/>
          <p:cNvSpPr txBox="1">
            <a:spLocks/>
          </p:cNvSpPr>
          <p:nvPr/>
        </p:nvSpPr>
        <p:spPr>
          <a:xfrm>
            <a:off x="510411" y="1896485"/>
            <a:ext cx="68608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2"/>
                </a:solidFill>
                <a:effectLst/>
                <a:uLnTx/>
                <a:uFillTx/>
                <a:latin typeface="+mn-lt"/>
                <a:ea typeface="+mn-ea"/>
                <a:cs typeface="+mn-cs"/>
              </a:rPr>
              <a:t>02</a:t>
            </a:r>
          </a:p>
        </p:txBody>
      </p:sp>
      <p:grpSp>
        <p:nvGrpSpPr>
          <p:cNvPr id="4" name="Group 108"/>
          <p:cNvGrpSpPr/>
          <p:nvPr/>
        </p:nvGrpSpPr>
        <p:grpSpPr>
          <a:xfrm>
            <a:off x="1292567" y="2641465"/>
            <a:ext cx="2592315" cy="488979"/>
            <a:chOff x="1315498" y="1113763"/>
            <a:chExt cx="2592315" cy="488979"/>
          </a:xfrm>
        </p:grpSpPr>
        <p:sp>
          <p:nvSpPr>
            <p:cNvPr id="70" name="Text Placeholder 3"/>
            <p:cNvSpPr txBox="1">
              <a:spLocks/>
            </p:cNvSpPr>
            <p:nvPr/>
          </p:nvSpPr>
          <p:spPr>
            <a:xfrm>
              <a:off x="1315499" y="1113763"/>
              <a:ext cx="104195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71" name="Text Placeholder 3"/>
            <p:cNvSpPr txBox="1">
              <a:spLocks/>
            </p:cNvSpPr>
            <p:nvPr/>
          </p:nvSpPr>
          <p:spPr>
            <a:xfrm>
              <a:off x="1315498" y="1294965"/>
              <a:ext cx="259231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a:t>
              </a:r>
            </a:p>
          </p:txBody>
        </p:sp>
      </p:grpSp>
      <p:sp>
        <p:nvSpPr>
          <p:cNvPr id="72" name="Text Placeholder 3"/>
          <p:cNvSpPr txBox="1">
            <a:spLocks/>
          </p:cNvSpPr>
          <p:nvPr/>
        </p:nvSpPr>
        <p:spPr>
          <a:xfrm>
            <a:off x="510411" y="2516620"/>
            <a:ext cx="68608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3"/>
                </a:solidFill>
                <a:effectLst/>
                <a:uLnTx/>
                <a:uFillTx/>
                <a:latin typeface="+mn-lt"/>
                <a:ea typeface="+mn-ea"/>
                <a:cs typeface="+mn-cs"/>
              </a:rPr>
              <a:t>03</a:t>
            </a:r>
          </a:p>
        </p:txBody>
      </p:sp>
      <p:grpSp>
        <p:nvGrpSpPr>
          <p:cNvPr id="6" name="Group 112"/>
          <p:cNvGrpSpPr/>
          <p:nvPr/>
        </p:nvGrpSpPr>
        <p:grpSpPr>
          <a:xfrm>
            <a:off x="1292567" y="3261600"/>
            <a:ext cx="2592315" cy="488979"/>
            <a:chOff x="1315498" y="1113763"/>
            <a:chExt cx="2592315" cy="488979"/>
          </a:xfrm>
        </p:grpSpPr>
        <p:sp>
          <p:nvSpPr>
            <p:cNvPr id="74" name="Text Placeholder 3"/>
            <p:cNvSpPr txBox="1">
              <a:spLocks/>
            </p:cNvSpPr>
            <p:nvPr/>
          </p:nvSpPr>
          <p:spPr>
            <a:xfrm>
              <a:off x="1315499" y="1113763"/>
              <a:ext cx="78867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Number Four</a:t>
              </a:r>
            </a:p>
          </p:txBody>
        </p:sp>
        <p:sp>
          <p:nvSpPr>
            <p:cNvPr id="75" name="Text Placeholder 3"/>
            <p:cNvSpPr txBox="1">
              <a:spLocks/>
            </p:cNvSpPr>
            <p:nvPr/>
          </p:nvSpPr>
          <p:spPr>
            <a:xfrm>
              <a:off x="1315498" y="1294965"/>
              <a:ext cx="259231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a:t>
              </a:r>
            </a:p>
          </p:txBody>
        </p:sp>
      </p:grpSp>
      <p:sp>
        <p:nvSpPr>
          <p:cNvPr id="76" name="Text Placeholder 3"/>
          <p:cNvSpPr txBox="1">
            <a:spLocks/>
          </p:cNvSpPr>
          <p:nvPr/>
        </p:nvSpPr>
        <p:spPr>
          <a:xfrm>
            <a:off x="548081" y="3136755"/>
            <a:ext cx="610744"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4"/>
                </a:solidFill>
                <a:effectLst/>
                <a:uLnTx/>
                <a:uFillTx/>
                <a:latin typeface="+mn-lt"/>
                <a:ea typeface="+mn-ea"/>
                <a:cs typeface="+mn-cs"/>
              </a:rPr>
              <a:t>04</a:t>
            </a:r>
          </a:p>
        </p:txBody>
      </p:sp>
      <p:grpSp>
        <p:nvGrpSpPr>
          <p:cNvPr id="9" name="Group 112"/>
          <p:cNvGrpSpPr/>
          <p:nvPr/>
        </p:nvGrpSpPr>
        <p:grpSpPr>
          <a:xfrm>
            <a:off x="1292567" y="3881735"/>
            <a:ext cx="2592315" cy="488979"/>
            <a:chOff x="1315498" y="1113763"/>
            <a:chExt cx="2592315" cy="488979"/>
          </a:xfrm>
        </p:grpSpPr>
        <p:sp>
          <p:nvSpPr>
            <p:cNvPr id="78" name="Text Placeholder 3"/>
            <p:cNvSpPr txBox="1">
              <a:spLocks/>
            </p:cNvSpPr>
            <p:nvPr/>
          </p:nvSpPr>
          <p:spPr>
            <a:xfrm>
              <a:off x="1315499" y="1113763"/>
              <a:ext cx="78867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Number Four</a:t>
              </a:r>
            </a:p>
          </p:txBody>
        </p:sp>
        <p:sp>
          <p:nvSpPr>
            <p:cNvPr id="79" name="Text Placeholder 3"/>
            <p:cNvSpPr txBox="1">
              <a:spLocks/>
            </p:cNvSpPr>
            <p:nvPr/>
          </p:nvSpPr>
          <p:spPr>
            <a:xfrm>
              <a:off x="1315498" y="1294965"/>
              <a:ext cx="259231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a:t>
              </a:r>
            </a:p>
          </p:txBody>
        </p:sp>
      </p:grpSp>
      <p:sp>
        <p:nvSpPr>
          <p:cNvPr id="80" name="Text Placeholder 3"/>
          <p:cNvSpPr txBox="1">
            <a:spLocks/>
          </p:cNvSpPr>
          <p:nvPr/>
        </p:nvSpPr>
        <p:spPr>
          <a:xfrm>
            <a:off x="548081" y="3756892"/>
            <a:ext cx="610744"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5"/>
                </a:solidFill>
                <a:effectLst/>
                <a:uLnTx/>
                <a:uFillTx/>
                <a:latin typeface="+mn-lt"/>
                <a:ea typeface="+mn-ea"/>
                <a:cs typeface="+mn-cs"/>
              </a:rPr>
              <a:t>05</a:t>
            </a:r>
          </a:p>
        </p:txBody>
      </p:sp>
      <p:grpSp>
        <p:nvGrpSpPr>
          <p:cNvPr id="10" name="Group 80"/>
          <p:cNvGrpSpPr/>
          <p:nvPr/>
        </p:nvGrpSpPr>
        <p:grpSpPr>
          <a:xfrm>
            <a:off x="5029193" y="1585859"/>
            <a:ext cx="1038368" cy="1854501"/>
            <a:chOff x="6932612" y="3789363"/>
            <a:chExt cx="430213" cy="768350"/>
          </a:xfrm>
          <a:solidFill>
            <a:schemeClr val="tx1">
              <a:lumMod val="75000"/>
              <a:lumOff val="25000"/>
            </a:schemeClr>
          </a:solidFill>
        </p:grpSpPr>
        <p:sp>
          <p:nvSpPr>
            <p:cNvPr id="82" name="Freeform 5"/>
            <p:cNvSpPr>
              <a:spLocks noEditPoints="1"/>
            </p:cNvSpPr>
            <p:nvPr/>
          </p:nvSpPr>
          <p:spPr bwMode="auto">
            <a:xfrm>
              <a:off x="6932612" y="3948113"/>
              <a:ext cx="430213" cy="609600"/>
            </a:xfrm>
            <a:custGeom>
              <a:avLst/>
              <a:gdLst/>
              <a:ahLst/>
              <a:cxnLst>
                <a:cxn ang="0">
                  <a:pos x="17" y="167"/>
                </a:cxn>
                <a:cxn ang="0">
                  <a:pos x="18" y="167"/>
                </a:cxn>
                <a:cxn ang="0">
                  <a:pos x="36" y="150"/>
                </a:cxn>
                <a:cxn ang="0">
                  <a:pos x="41" y="85"/>
                </a:cxn>
                <a:cxn ang="0">
                  <a:pos x="75" y="61"/>
                </a:cxn>
                <a:cxn ang="0">
                  <a:pos x="75" y="155"/>
                </a:cxn>
                <a:cxn ang="0">
                  <a:pos x="78" y="168"/>
                </a:cxn>
                <a:cxn ang="0">
                  <a:pos x="40" y="327"/>
                </a:cxn>
                <a:cxn ang="0">
                  <a:pos x="56" y="353"/>
                </a:cxn>
                <a:cxn ang="0">
                  <a:pos x="61" y="353"/>
                </a:cxn>
                <a:cxn ang="0">
                  <a:pos x="82" y="337"/>
                </a:cxn>
                <a:cxn ang="0">
                  <a:pos x="118" y="186"/>
                </a:cxn>
                <a:cxn ang="0">
                  <a:pos x="160" y="205"/>
                </a:cxn>
                <a:cxn ang="0">
                  <a:pos x="156" y="262"/>
                </a:cxn>
                <a:cxn ang="0">
                  <a:pos x="176" y="284"/>
                </a:cxn>
                <a:cxn ang="0">
                  <a:pos x="177" y="284"/>
                </a:cxn>
                <a:cxn ang="0">
                  <a:pos x="199" y="264"/>
                </a:cxn>
                <a:cxn ang="0">
                  <a:pos x="203" y="194"/>
                </a:cxn>
                <a:cxn ang="0">
                  <a:pos x="191" y="173"/>
                </a:cxn>
                <a:cxn ang="0">
                  <a:pos x="132" y="145"/>
                </a:cxn>
                <a:cxn ang="0">
                  <a:pos x="132" y="83"/>
                </a:cxn>
                <a:cxn ang="0">
                  <a:pos x="153" y="107"/>
                </a:cxn>
                <a:cxn ang="0">
                  <a:pos x="164" y="113"/>
                </a:cxn>
                <a:cxn ang="0">
                  <a:pos x="227" y="121"/>
                </a:cxn>
                <a:cxn ang="0">
                  <a:pos x="229" y="121"/>
                </a:cxn>
                <a:cxn ang="0">
                  <a:pos x="247" y="105"/>
                </a:cxn>
                <a:cxn ang="0">
                  <a:pos x="231" y="85"/>
                </a:cxn>
                <a:cxn ang="0">
                  <a:pos x="175" y="79"/>
                </a:cxn>
                <a:cxn ang="0">
                  <a:pos x="130" y="25"/>
                </a:cxn>
                <a:cxn ang="0">
                  <a:pos x="124" y="16"/>
                </a:cxn>
                <a:cxn ang="0">
                  <a:pos x="104" y="0"/>
                </a:cxn>
                <a:cxn ang="0">
                  <a:pos x="86" y="9"/>
                </a:cxn>
                <a:cxn ang="0">
                  <a:pos x="14" y="61"/>
                </a:cxn>
                <a:cxn ang="0">
                  <a:pos x="6" y="74"/>
                </a:cxn>
                <a:cxn ang="0">
                  <a:pos x="0" y="148"/>
                </a:cxn>
                <a:cxn ang="0">
                  <a:pos x="17" y="167"/>
                </a:cxn>
                <a:cxn ang="0">
                  <a:pos x="17" y="167"/>
                </a:cxn>
                <a:cxn ang="0">
                  <a:pos x="17" y="167"/>
                </a:cxn>
              </a:cxnLst>
              <a:rect l="0" t="0" r="r" b="b"/>
              <a:pathLst>
                <a:path w="248" h="353">
                  <a:moveTo>
                    <a:pt x="17" y="167"/>
                  </a:moveTo>
                  <a:cubicBezTo>
                    <a:pt x="17" y="167"/>
                    <a:pt x="18" y="167"/>
                    <a:pt x="18" y="167"/>
                  </a:cubicBezTo>
                  <a:cubicBezTo>
                    <a:pt x="27" y="167"/>
                    <a:pt x="35" y="160"/>
                    <a:pt x="36" y="150"/>
                  </a:cubicBezTo>
                  <a:cubicBezTo>
                    <a:pt x="41" y="85"/>
                    <a:pt x="41" y="85"/>
                    <a:pt x="41" y="85"/>
                  </a:cubicBezTo>
                  <a:cubicBezTo>
                    <a:pt x="75" y="61"/>
                    <a:pt x="75" y="61"/>
                    <a:pt x="75" y="61"/>
                  </a:cubicBezTo>
                  <a:cubicBezTo>
                    <a:pt x="75" y="155"/>
                    <a:pt x="75" y="155"/>
                    <a:pt x="75" y="155"/>
                  </a:cubicBezTo>
                  <a:cubicBezTo>
                    <a:pt x="75" y="160"/>
                    <a:pt x="76" y="164"/>
                    <a:pt x="78" y="168"/>
                  </a:cubicBezTo>
                  <a:cubicBezTo>
                    <a:pt x="40" y="327"/>
                    <a:pt x="40" y="327"/>
                    <a:pt x="40" y="327"/>
                  </a:cubicBezTo>
                  <a:cubicBezTo>
                    <a:pt x="37" y="338"/>
                    <a:pt x="44" y="350"/>
                    <a:pt x="56" y="353"/>
                  </a:cubicBezTo>
                  <a:cubicBezTo>
                    <a:pt x="58" y="353"/>
                    <a:pt x="59" y="353"/>
                    <a:pt x="61" y="353"/>
                  </a:cubicBezTo>
                  <a:cubicBezTo>
                    <a:pt x="71" y="353"/>
                    <a:pt x="79" y="347"/>
                    <a:pt x="82" y="337"/>
                  </a:cubicBezTo>
                  <a:cubicBezTo>
                    <a:pt x="118" y="186"/>
                    <a:pt x="118" y="186"/>
                    <a:pt x="118" y="186"/>
                  </a:cubicBezTo>
                  <a:cubicBezTo>
                    <a:pt x="160" y="205"/>
                    <a:pt x="160" y="205"/>
                    <a:pt x="160" y="205"/>
                  </a:cubicBezTo>
                  <a:cubicBezTo>
                    <a:pt x="156" y="262"/>
                    <a:pt x="156" y="262"/>
                    <a:pt x="156" y="262"/>
                  </a:cubicBezTo>
                  <a:cubicBezTo>
                    <a:pt x="155" y="273"/>
                    <a:pt x="164" y="284"/>
                    <a:pt x="176" y="284"/>
                  </a:cubicBezTo>
                  <a:cubicBezTo>
                    <a:pt x="176" y="284"/>
                    <a:pt x="177" y="284"/>
                    <a:pt x="177" y="284"/>
                  </a:cubicBezTo>
                  <a:cubicBezTo>
                    <a:pt x="189" y="284"/>
                    <a:pt x="198" y="276"/>
                    <a:pt x="199" y="264"/>
                  </a:cubicBezTo>
                  <a:cubicBezTo>
                    <a:pt x="203" y="194"/>
                    <a:pt x="203" y="194"/>
                    <a:pt x="203" y="194"/>
                  </a:cubicBezTo>
                  <a:cubicBezTo>
                    <a:pt x="204" y="185"/>
                    <a:pt x="199" y="177"/>
                    <a:pt x="191" y="173"/>
                  </a:cubicBezTo>
                  <a:cubicBezTo>
                    <a:pt x="132" y="145"/>
                    <a:pt x="132" y="145"/>
                    <a:pt x="132" y="145"/>
                  </a:cubicBezTo>
                  <a:cubicBezTo>
                    <a:pt x="132" y="83"/>
                    <a:pt x="132" y="83"/>
                    <a:pt x="132" y="83"/>
                  </a:cubicBezTo>
                  <a:cubicBezTo>
                    <a:pt x="153" y="107"/>
                    <a:pt x="153" y="107"/>
                    <a:pt x="153" y="107"/>
                  </a:cubicBezTo>
                  <a:cubicBezTo>
                    <a:pt x="156" y="111"/>
                    <a:pt x="160" y="113"/>
                    <a:pt x="164" y="113"/>
                  </a:cubicBezTo>
                  <a:cubicBezTo>
                    <a:pt x="227" y="121"/>
                    <a:pt x="227" y="121"/>
                    <a:pt x="227" y="121"/>
                  </a:cubicBezTo>
                  <a:cubicBezTo>
                    <a:pt x="228" y="121"/>
                    <a:pt x="228" y="121"/>
                    <a:pt x="229" y="121"/>
                  </a:cubicBezTo>
                  <a:cubicBezTo>
                    <a:pt x="238" y="121"/>
                    <a:pt x="246" y="114"/>
                    <a:pt x="247" y="105"/>
                  </a:cubicBezTo>
                  <a:cubicBezTo>
                    <a:pt x="248" y="95"/>
                    <a:pt x="241" y="86"/>
                    <a:pt x="231" y="85"/>
                  </a:cubicBezTo>
                  <a:cubicBezTo>
                    <a:pt x="175" y="79"/>
                    <a:pt x="175" y="79"/>
                    <a:pt x="175" y="79"/>
                  </a:cubicBezTo>
                  <a:cubicBezTo>
                    <a:pt x="130" y="25"/>
                    <a:pt x="130" y="25"/>
                    <a:pt x="130" y="25"/>
                  </a:cubicBezTo>
                  <a:cubicBezTo>
                    <a:pt x="129" y="21"/>
                    <a:pt x="127" y="18"/>
                    <a:pt x="124" y="16"/>
                  </a:cubicBezTo>
                  <a:cubicBezTo>
                    <a:pt x="122" y="7"/>
                    <a:pt x="113" y="0"/>
                    <a:pt x="104" y="0"/>
                  </a:cubicBezTo>
                  <a:cubicBezTo>
                    <a:pt x="96" y="0"/>
                    <a:pt x="90" y="3"/>
                    <a:pt x="86" y="9"/>
                  </a:cubicBezTo>
                  <a:cubicBezTo>
                    <a:pt x="14" y="61"/>
                    <a:pt x="14" y="61"/>
                    <a:pt x="14" y="61"/>
                  </a:cubicBezTo>
                  <a:cubicBezTo>
                    <a:pt x="9" y="64"/>
                    <a:pt x="7" y="69"/>
                    <a:pt x="6" y="74"/>
                  </a:cubicBezTo>
                  <a:cubicBezTo>
                    <a:pt x="0" y="148"/>
                    <a:pt x="0" y="148"/>
                    <a:pt x="0" y="148"/>
                  </a:cubicBezTo>
                  <a:cubicBezTo>
                    <a:pt x="0" y="157"/>
                    <a:pt x="7" y="166"/>
                    <a:pt x="17" y="167"/>
                  </a:cubicBezTo>
                  <a:close/>
                  <a:moveTo>
                    <a:pt x="17" y="167"/>
                  </a:moveTo>
                  <a:cubicBezTo>
                    <a:pt x="17" y="167"/>
                    <a:pt x="17" y="167"/>
                    <a:pt x="17"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6"/>
            <p:cNvSpPr>
              <a:spLocks noEditPoints="1"/>
            </p:cNvSpPr>
            <p:nvPr/>
          </p:nvSpPr>
          <p:spPr bwMode="auto">
            <a:xfrm>
              <a:off x="7067550" y="3789363"/>
              <a:ext cx="152400" cy="152400"/>
            </a:xfrm>
            <a:custGeom>
              <a:avLst/>
              <a:gdLst/>
              <a:ahLst/>
              <a:cxnLst>
                <a:cxn ang="0">
                  <a:pos x="88" y="44"/>
                </a:cxn>
                <a:cxn ang="0">
                  <a:pos x="44" y="88"/>
                </a:cxn>
                <a:cxn ang="0">
                  <a:pos x="0" y="44"/>
                </a:cxn>
                <a:cxn ang="0">
                  <a:pos x="44" y="0"/>
                </a:cxn>
                <a:cxn ang="0">
                  <a:pos x="88" y="44"/>
                </a:cxn>
                <a:cxn ang="0">
                  <a:pos x="88" y="44"/>
                </a:cxn>
                <a:cxn ang="0">
                  <a:pos x="88" y="44"/>
                </a:cxn>
              </a:cxnLst>
              <a:rect l="0" t="0" r="r" b="b"/>
              <a:pathLst>
                <a:path w="88" h="88">
                  <a:moveTo>
                    <a:pt x="88" y="44"/>
                  </a:moveTo>
                  <a:cubicBezTo>
                    <a:pt x="88" y="69"/>
                    <a:pt x="68" y="88"/>
                    <a:pt x="44" y="88"/>
                  </a:cubicBezTo>
                  <a:cubicBezTo>
                    <a:pt x="20" y="88"/>
                    <a:pt x="0" y="69"/>
                    <a:pt x="0" y="44"/>
                  </a:cubicBezTo>
                  <a:cubicBezTo>
                    <a:pt x="0" y="20"/>
                    <a:pt x="20" y="0"/>
                    <a:pt x="44" y="0"/>
                  </a:cubicBezTo>
                  <a:cubicBezTo>
                    <a:pt x="68" y="0"/>
                    <a:pt x="88" y="20"/>
                    <a:pt x="88" y="44"/>
                  </a:cubicBezTo>
                  <a:close/>
                  <a:moveTo>
                    <a:pt x="88" y="44"/>
                  </a:moveTo>
                  <a:cubicBezTo>
                    <a:pt x="88" y="44"/>
                    <a:pt x="88" y="44"/>
                    <a:pt x="88"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85" name="Freeform 5"/>
          <p:cNvSpPr>
            <a:spLocks noEditPoints="1"/>
          </p:cNvSpPr>
          <p:nvPr/>
        </p:nvSpPr>
        <p:spPr bwMode="auto">
          <a:xfrm>
            <a:off x="7246903" y="1757283"/>
            <a:ext cx="904310" cy="877866"/>
          </a:xfrm>
          <a:custGeom>
            <a:avLst/>
            <a:gdLst/>
            <a:ahLst/>
            <a:cxnLst>
              <a:cxn ang="0">
                <a:pos x="671" y="73"/>
              </a:cxn>
              <a:cxn ang="0">
                <a:pos x="569" y="25"/>
              </a:cxn>
              <a:cxn ang="0">
                <a:pos x="576" y="4"/>
              </a:cxn>
              <a:cxn ang="0">
                <a:pos x="567" y="0"/>
              </a:cxn>
              <a:cxn ang="0">
                <a:pos x="111" y="1"/>
              </a:cxn>
              <a:cxn ang="0">
                <a:pos x="107" y="18"/>
              </a:cxn>
              <a:cxn ang="0">
                <a:pos x="103" y="73"/>
              </a:cxn>
              <a:cxn ang="0">
                <a:pos x="4" y="77"/>
              </a:cxn>
              <a:cxn ang="0">
                <a:pos x="67" y="254"/>
              </a:cxn>
              <a:cxn ang="0">
                <a:pos x="241" y="392"/>
              </a:cxn>
              <a:cxn ang="0">
                <a:pos x="271" y="444"/>
              </a:cxn>
              <a:cxn ang="0">
                <a:pos x="292" y="590"/>
              </a:cxn>
              <a:cxn ang="0">
                <a:pos x="254" y="594"/>
              </a:cxn>
              <a:cxn ang="0">
                <a:pos x="204" y="629"/>
              </a:cxn>
              <a:cxn ang="0">
                <a:pos x="213" y="662"/>
              </a:cxn>
              <a:cxn ang="0">
                <a:pos x="479" y="654"/>
              </a:cxn>
              <a:cxn ang="0">
                <a:pos x="472" y="617"/>
              </a:cxn>
              <a:cxn ang="0">
                <a:pos x="414" y="590"/>
              </a:cxn>
              <a:cxn ang="0">
                <a:pos x="416" y="455"/>
              </a:cxn>
              <a:cxn ang="0">
                <a:pos x="406" y="437"/>
              </a:cxn>
              <a:cxn ang="0">
                <a:pos x="431" y="397"/>
              </a:cxn>
              <a:cxn ang="0">
                <a:pos x="455" y="357"/>
              </a:cxn>
              <a:cxn ang="0">
                <a:pos x="683" y="85"/>
              </a:cxn>
              <a:cxn ang="0">
                <a:pos x="146" y="288"/>
              </a:cxn>
              <a:cxn ang="0">
                <a:pos x="95" y="244"/>
              </a:cxn>
              <a:cxn ang="0">
                <a:pos x="81" y="229"/>
              </a:cxn>
              <a:cxn ang="0">
                <a:pos x="78" y="224"/>
              </a:cxn>
              <a:cxn ang="0">
                <a:pos x="43" y="166"/>
              </a:cxn>
              <a:cxn ang="0">
                <a:pos x="41" y="161"/>
              </a:cxn>
              <a:cxn ang="0">
                <a:pos x="30" y="130"/>
              </a:cxn>
              <a:cxn ang="0">
                <a:pos x="23" y="97"/>
              </a:cxn>
              <a:cxn ang="0">
                <a:pos x="180" y="307"/>
              </a:cxn>
              <a:cxn ang="0">
                <a:pos x="453" y="141"/>
              </a:cxn>
              <a:cxn ang="0">
                <a:pos x="413" y="266"/>
              </a:cxn>
              <a:cxn ang="0">
                <a:pos x="342" y="222"/>
              </a:cxn>
              <a:cxn ang="0">
                <a:pos x="271" y="266"/>
              </a:cxn>
              <a:cxn ang="0">
                <a:pos x="230" y="141"/>
              </a:cxn>
              <a:cxn ang="0">
                <a:pos x="314" y="135"/>
              </a:cxn>
              <a:cxn ang="0">
                <a:pos x="345" y="57"/>
              </a:cxn>
              <a:cxn ang="0">
                <a:pos x="452" y="135"/>
              </a:cxn>
              <a:cxn ang="0">
                <a:pos x="653" y="103"/>
              </a:cxn>
              <a:cxn ang="0">
                <a:pos x="638" y="156"/>
              </a:cxn>
              <a:cxn ang="0">
                <a:pos x="635" y="163"/>
              </a:cxn>
              <a:cxn ang="0">
                <a:pos x="627" y="179"/>
              </a:cxn>
              <a:cxn ang="0">
                <a:pos x="598" y="226"/>
              </a:cxn>
              <a:cxn ang="0">
                <a:pos x="591" y="234"/>
              </a:cxn>
              <a:cxn ang="0">
                <a:pos x="563" y="263"/>
              </a:cxn>
              <a:cxn ang="0">
                <a:pos x="497" y="307"/>
              </a:cxn>
              <a:cxn ang="0">
                <a:pos x="654" y="97"/>
              </a:cxn>
              <a:cxn ang="0">
                <a:pos x="653" y="103"/>
              </a:cxn>
            </a:cxnLst>
            <a:rect l="0" t="0" r="r" b="b"/>
            <a:pathLst>
              <a:path w="683" h="662">
                <a:moveTo>
                  <a:pt x="680" y="78"/>
                </a:moveTo>
                <a:cubicBezTo>
                  <a:pt x="678" y="75"/>
                  <a:pt x="675" y="73"/>
                  <a:pt x="671" y="73"/>
                </a:cubicBezTo>
                <a:cubicBezTo>
                  <a:pt x="580" y="73"/>
                  <a:pt x="580" y="73"/>
                  <a:pt x="580" y="73"/>
                </a:cubicBezTo>
                <a:cubicBezTo>
                  <a:pt x="577" y="49"/>
                  <a:pt x="571" y="32"/>
                  <a:pt x="569" y="25"/>
                </a:cubicBezTo>
                <a:cubicBezTo>
                  <a:pt x="572" y="23"/>
                  <a:pt x="574" y="20"/>
                  <a:pt x="576" y="18"/>
                </a:cubicBezTo>
                <a:cubicBezTo>
                  <a:pt x="580" y="14"/>
                  <a:pt x="580" y="8"/>
                  <a:pt x="576" y="4"/>
                </a:cubicBezTo>
                <a:cubicBezTo>
                  <a:pt x="575" y="3"/>
                  <a:pt x="574" y="2"/>
                  <a:pt x="572" y="1"/>
                </a:cubicBezTo>
                <a:cubicBezTo>
                  <a:pt x="571" y="1"/>
                  <a:pt x="569" y="0"/>
                  <a:pt x="567" y="0"/>
                </a:cubicBezTo>
                <a:cubicBezTo>
                  <a:pt x="116" y="0"/>
                  <a:pt x="116" y="0"/>
                  <a:pt x="116" y="0"/>
                </a:cubicBezTo>
                <a:cubicBezTo>
                  <a:pt x="114" y="0"/>
                  <a:pt x="112" y="1"/>
                  <a:pt x="111" y="1"/>
                </a:cubicBezTo>
                <a:cubicBezTo>
                  <a:pt x="109" y="2"/>
                  <a:pt x="108" y="3"/>
                  <a:pt x="107" y="4"/>
                </a:cubicBezTo>
                <a:cubicBezTo>
                  <a:pt x="103" y="8"/>
                  <a:pt x="103" y="14"/>
                  <a:pt x="107" y="18"/>
                </a:cubicBezTo>
                <a:cubicBezTo>
                  <a:pt x="109" y="20"/>
                  <a:pt x="111" y="23"/>
                  <a:pt x="114" y="25"/>
                </a:cubicBezTo>
                <a:cubicBezTo>
                  <a:pt x="112" y="32"/>
                  <a:pt x="107" y="49"/>
                  <a:pt x="103" y="73"/>
                </a:cubicBezTo>
                <a:cubicBezTo>
                  <a:pt x="13" y="73"/>
                  <a:pt x="13" y="73"/>
                  <a:pt x="13" y="73"/>
                </a:cubicBezTo>
                <a:cubicBezTo>
                  <a:pt x="8" y="73"/>
                  <a:pt x="6" y="75"/>
                  <a:pt x="4" y="77"/>
                </a:cubicBezTo>
                <a:cubicBezTo>
                  <a:pt x="1" y="79"/>
                  <a:pt x="0" y="82"/>
                  <a:pt x="0" y="85"/>
                </a:cubicBezTo>
                <a:cubicBezTo>
                  <a:pt x="5" y="147"/>
                  <a:pt x="28" y="206"/>
                  <a:pt x="67" y="254"/>
                </a:cubicBezTo>
                <a:cubicBezTo>
                  <a:pt x="108" y="304"/>
                  <a:pt x="165" y="341"/>
                  <a:pt x="228" y="357"/>
                </a:cubicBezTo>
                <a:cubicBezTo>
                  <a:pt x="225" y="368"/>
                  <a:pt x="224" y="385"/>
                  <a:pt x="241" y="392"/>
                </a:cubicBezTo>
                <a:cubicBezTo>
                  <a:pt x="253" y="397"/>
                  <a:pt x="266" y="403"/>
                  <a:pt x="275" y="413"/>
                </a:cubicBezTo>
                <a:cubicBezTo>
                  <a:pt x="284" y="423"/>
                  <a:pt x="281" y="435"/>
                  <a:pt x="271" y="444"/>
                </a:cubicBezTo>
                <a:cubicBezTo>
                  <a:pt x="268" y="447"/>
                  <a:pt x="267" y="450"/>
                  <a:pt x="268" y="455"/>
                </a:cubicBezTo>
                <a:cubicBezTo>
                  <a:pt x="292" y="590"/>
                  <a:pt x="292" y="590"/>
                  <a:pt x="292" y="590"/>
                </a:cubicBezTo>
                <a:cubicBezTo>
                  <a:pt x="269" y="590"/>
                  <a:pt x="269" y="590"/>
                  <a:pt x="269" y="590"/>
                </a:cubicBezTo>
                <a:cubicBezTo>
                  <a:pt x="264" y="590"/>
                  <a:pt x="258" y="591"/>
                  <a:pt x="254" y="594"/>
                </a:cubicBezTo>
                <a:cubicBezTo>
                  <a:pt x="212" y="617"/>
                  <a:pt x="212" y="617"/>
                  <a:pt x="212" y="617"/>
                </a:cubicBezTo>
                <a:cubicBezTo>
                  <a:pt x="208" y="619"/>
                  <a:pt x="204" y="624"/>
                  <a:pt x="204" y="629"/>
                </a:cubicBezTo>
                <a:cubicBezTo>
                  <a:pt x="204" y="654"/>
                  <a:pt x="204" y="654"/>
                  <a:pt x="204" y="654"/>
                </a:cubicBezTo>
                <a:cubicBezTo>
                  <a:pt x="204" y="659"/>
                  <a:pt x="208" y="662"/>
                  <a:pt x="213" y="662"/>
                </a:cubicBezTo>
                <a:cubicBezTo>
                  <a:pt x="471" y="662"/>
                  <a:pt x="471" y="662"/>
                  <a:pt x="471" y="662"/>
                </a:cubicBezTo>
                <a:cubicBezTo>
                  <a:pt x="475" y="662"/>
                  <a:pt x="479" y="659"/>
                  <a:pt x="479" y="654"/>
                </a:cubicBezTo>
                <a:cubicBezTo>
                  <a:pt x="479" y="628"/>
                  <a:pt x="479" y="628"/>
                  <a:pt x="479" y="628"/>
                </a:cubicBezTo>
                <a:cubicBezTo>
                  <a:pt x="479" y="624"/>
                  <a:pt x="476" y="619"/>
                  <a:pt x="472" y="617"/>
                </a:cubicBezTo>
                <a:cubicBezTo>
                  <a:pt x="461" y="611"/>
                  <a:pt x="440" y="600"/>
                  <a:pt x="429" y="594"/>
                </a:cubicBezTo>
                <a:cubicBezTo>
                  <a:pt x="426" y="591"/>
                  <a:pt x="419" y="590"/>
                  <a:pt x="414" y="590"/>
                </a:cubicBezTo>
                <a:cubicBezTo>
                  <a:pt x="392" y="590"/>
                  <a:pt x="392" y="590"/>
                  <a:pt x="392" y="590"/>
                </a:cubicBezTo>
                <a:cubicBezTo>
                  <a:pt x="392" y="590"/>
                  <a:pt x="415" y="456"/>
                  <a:pt x="416" y="455"/>
                </a:cubicBezTo>
                <a:cubicBezTo>
                  <a:pt x="416" y="452"/>
                  <a:pt x="416" y="448"/>
                  <a:pt x="414" y="446"/>
                </a:cubicBezTo>
                <a:cubicBezTo>
                  <a:pt x="411" y="443"/>
                  <a:pt x="408" y="440"/>
                  <a:pt x="406" y="437"/>
                </a:cubicBezTo>
                <a:cubicBezTo>
                  <a:pt x="403" y="432"/>
                  <a:pt x="402" y="427"/>
                  <a:pt x="403" y="421"/>
                </a:cubicBezTo>
                <a:cubicBezTo>
                  <a:pt x="407" y="409"/>
                  <a:pt x="421" y="402"/>
                  <a:pt x="431" y="397"/>
                </a:cubicBezTo>
                <a:cubicBezTo>
                  <a:pt x="435" y="395"/>
                  <a:pt x="438" y="394"/>
                  <a:pt x="442" y="392"/>
                </a:cubicBezTo>
                <a:cubicBezTo>
                  <a:pt x="460" y="385"/>
                  <a:pt x="458" y="368"/>
                  <a:pt x="455" y="357"/>
                </a:cubicBezTo>
                <a:cubicBezTo>
                  <a:pt x="518" y="340"/>
                  <a:pt x="575" y="304"/>
                  <a:pt x="616" y="254"/>
                </a:cubicBezTo>
                <a:cubicBezTo>
                  <a:pt x="655" y="206"/>
                  <a:pt x="679" y="147"/>
                  <a:pt x="683" y="85"/>
                </a:cubicBezTo>
                <a:cubicBezTo>
                  <a:pt x="683" y="83"/>
                  <a:pt x="682" y="80"/>
                  <a:pt x="680" y="78"/>
                </a:cubicBezTo>
                <a:close/>
                <a:moveTo>
                  <a:pt x="146" y="288"/>
                </a:moveTo>
                <a:cubicBezTo>
                  <a:pt x="133" y="279"/>
                  <a:pt x="125" y="273"/>
                  <a:pt x="114" y="263"/>
                </a:cubicBezTo>
                <a:cubicBezTo>
                  <a:pt x="108" y="257"/>
                  <a:pt x="101" y="251"/>
                  <a:pt x="95" y="244"/>
                </a:cubicBezTo>
                <a:cubicBezTo>
                  <a:pt x="91" y="241"/>
                  <a:pt x="88" y="237"/>
                  <a:pt x="85" y="234"/>
                </a:cubicBezTo>
                <a:cubicBezTo>
                  <a:pt x="84" y="232"/>
                  <a:pt x="82" y="230"/>
                  <a:pt x="81" y="229"/>
                </a:cubicBezTo>
                <a:cubicBezTo>
                  <a:pt x="80" y="228"/>
                  <a:pt x="80" y="227"/>
                  <a:pt x="79" y="226"/>
                </a:cubicBezTo>
                <a:cubicBezTo>
                  <a:pt x="79" y="226"/>
                  <a:pt x="78" y="225"/>
                  <a:pt x="78" y="224"/>
                </a:cubicBezTo>
                <a:cubicBezTo>
                  <a:pt x="67" y="210"/>
                  <a:pt x="57" y="195"/>
                  <a:pt x="49" y="179"/>
                </a:cubicBezTo>
                <a:cubicBezTo>
                  <a:pt x="47" y="175"/>
                  <a:pt x="45" y="171"/>
                  <a:pt x="43" y="166"/>
                </a:cubicBezTo>
                <a:cubicBezTo>
                  <a:pt x="42" y="163"/>
                  <a:pt x="42" y="163"/>
                  <a:pt x="42" y="163"/>
                </a:cubicBezTo>
                <a:cubicBezTo>
                  <a:pt x="42" y="163"/>
                  <a:pt x="41" y="161"/>
                  <a:pt x="41" y="161"/>
                </a:cubicBezTo>
                <a:cubicBezTo>
                  <a:pt x="40" y="159"/>
                  <a:pt x="40" y="158"/>
                  <a:pt x="39" y="156"/>
                </a:cubicBezTo>
                <a:cubicBezTo>
                  <a:pt x="36" y="147"/>
                  <a:pt x="33" y="139"/>
                  <a:pt x="30" y="130"/>
                </a:cubicBezTo>
                <a:cubicBezTo>
                  <a:pt x="28" y="121"/>
                  <a:pt x="26" y="112"/>
                  <a:pt x="24" y="103"/>
                </a:cubicBezTo>
                <a:cubicBezTo>
                  <a:pt x="24" y="101"/>
                  <a:pt x="23" y="99"/>
                  <a:pt x="23" y="97"/>
                </a:cubicBezTo>
                <a:cubicBezTo>
                  <a:pt x="97" y="97"/>
                  <a:pt x="97" y="97"/>
                  <a:pt x="97" y="97"/>
                </a:cubicBezTo>
                <a:cubicBezTo>
                  <a:pt x="93" y="159"/>
                  <a:pt x="105" y="244"/>
                  <a:pt x="180" y="307"/>
                </a:cubicBezTo>
                <a:cubicBezTo>
                  <a:pt x="168" y="301"/>
                  <a:pt x="156" y="295"/>
                  <a:pt x="146" y="288"/>
                </a:cubicBezTo>
                <a:close/>
                <a:moveTo>
                  <a:pt x="453" y="141"/>
                </a:moveTo>
                <a:cubicBezTo>
                  <a:pt x="388" y="188"/>
                  <a:pt x="388" y="188"/>
                  <a:pt x="388" y="188"/>
                </a:cubicBezTo>
                <a:cubicBezTo>
                  <a:pt x="413" y="266"/>
                  <a:pt x="413" y="266"/>
                  <a:pt x="413" y="266"/>
                </a:cubicBezTo>
                <a:cubicBezTo>
                  <a:pt x="415" y="271"/>
                  <a:pt x="412" y="273"/>
                  <a:pt x="408" y="270"/>
                </a:cubicBezTo>
                <a:cubicBezTo>
                  <a:pt x="342" y="222"/>
                  <a:pt x="342" y="222"/>
                  <a:pt x="342" y="222"/>
                </a:cubicBezTo>
                <a:cubicBezTo>
                  <a:pt x="276" y="270"/>
                  <a:pt x="276" y="270"/>
                  <a:pt x="276" y="270"/>
                </a:cubicBezTo>
                <a:cubicBezTo>
                  <a:pt x="271" y="273"/>
                  <a:pt x="269" y="271"/>
                  <a:pt x="271" y="266"/>
                </a:cubicBezTo>
                <a:cubicBezTo>
                  <a:pt x="296" y="188"/>
                  <a:pt x="296" y="188"/>
                  <a:pt x="296" y="188"/>
                </a:cubicBezTo>
                <a:cubicBezTo>
                  <a:pt x="230" y="141"/>
                  <a:pt x="230" y="141"/>
                  <a:pt x="230" y="141"/>
                </a:cubicBezTo>
                <a:cubicBezTo>
                  <a:pt x="225" y="137"/>
                  <a:pt x="226" y="135"/>
                  <a:pt x="232" y="135"/>
                </a:cubicBezTo>
                <a:cubicBezTo>
                  <a:pt x="314" y="135"/>
                  <a:pt x="314" y="135"/>
                  <a:pt x="314" y="135"/>
                </a:cubicBezTo>
                <a:cubicBezTo>
                  <a:pt x="339" y="57"/>
                  <a:pt x="339" y="57"/>
                  <a:pt x="339" y="57"/>
                </a:cubicBezTo>
                <a:cubicBezTo>
                  <a:pt x="340" y="52"/>
                  <a:pt x="343" y="52"/>
                  <a:pt x="345" y="57"/>
                </a:cubicBezTo>
                <a:cubicBezTo>
                  <a:pt x="370" y="135"/>
                  <a:pt x="370" y="135"/>
                  <a:pt x="370" y="135"/>
                </a:cubicBezTo>
                <a:cubicBezTo>
                  <a:pt x="452" y="135"/>
                  <a:pt x="452" y="135"/>
                  <a:pt x="452" y="135"/>
                </a:cubicBezTo>
                <a:cubicBezTo>
                  <a:pt x="457" y="134"/>
                  <a:pt x="458" y="137"/>
                  <a:pt x="453" y="141"/>
                </a:cubicBezTo>
                <a:close/>
                <a:moveTo>
                  <a:pt x="653" y="103"/>
                </a:moveTo>
                <a:cubicBezTo>
                  <a:pt x="651" y="112"/>
                  <a:pt x="649" y="121"/>
                  <a:pt x="647" y="130"/>
                </a:cubicBezTo>
                <a:cubicBezTo>
                  <a:pt x="644" y="139"/>
                  <a:pt x="641" y="147"/>
                  <a:pt x="638" y="156"/>
                </a:cubicBezTo>
                <a:cubicBezTo>
                  <a:pt x="637" y="158"/>
                  <a:pt x="636" y="159"/>
                  <a:pt x="636" y="161"/>
                </a:cubicBezTo>
                <a:cubicBezTo>
                  <a:pt x="636" y="161"/>
                  <a:pt x="635" y="163"/>
                  <a:pt x="635" y="163"/>
                </a:cubicBezTo>
                <a:cubicBezTo>
                  <a:pt x="634" y="166"/>
                  <a:pt x="634" y="166"/>
                  <a:pt x="634" y="166"/>
                </a:cubicBezTo>
                <a:cubicBezTo>
                  <a:pt x="632" y="171"/>
                  <a:pt x="630" y="175"/>
                  <a:pt x="627" y="179"/>
                </a:cubicBezTo>
                <a:cubicBezTo>
                  <a:pt x="619" y="195"/>
                  <a:pt x="610" y="210"/>
                  <a:pt x="599" y="224"/>
                </a:cubicBezTo>
                <a:cubicBezTo>
                  <a:pt x="599" y="225"/>
                  <a:pt x="598" y="226"/>
                  <a:pt x="598" y="226"/>
                </a:cubicBezTo>
                <a:cubicBezTo>
                  <a:pt x="597" y="227"/>
                  <a:pt x="596" y="228"/>
                  <a:pt x="596" y="229"/>
                </a:cubicBezTo>
                <a:cubicBezTo>
                  <a:pt x="594" y="230"/>
                  <a:pt x="593" y="232"/>
                  <a:pt x="591" y="234"/>
                </a:cubicBezTo>
                <a:cubicBezTo>
                  <a:pt x="588" y="237"/>
                  <a:pt x="585" y="241"/>
                  <a:pt x="582" y="244"/>
                </a:cubicBezTo>
                <a:cubicBezTo>
                  <a:pt x="576" y="251"/>
                  <a:pt x="569" y="257"/>
                  <a:pt x="563" y="263"/>
                </a:cubicBezTo>
                <a:cubicBezTo>
                  <a:pt x="551" y="273"/>
                  <a:pt x="544" y="279"/>
                  <a:pt x="531" y="288"/>
                </a:cubicBezTo>
                <a:cubicBezTo>
                  <a:pt x="520" y="295"/>
                  <a:pt x="509" y="301"/>
                  <a:pt x="497" y="307"/>
                </a:cubicBezTo>
                <a:cubicBezTo>
                  <a:pt x="571" y="244"/>
                  <a:pt x="584" y="159"/>
                  <a:pt x="580" y="97"/>
                </a:cubicBezTo>
                <a:cubicBezTo>
                  <a:pt x="654" y="97"/>
                  <a:pt x="654" y="97"/>
                  <a:pt x="654" y="97"/>
                </a:cubicBezTo>
                <a:cubicBezTo>
                  <a:pt x="653" y="99"/>
                  <a:pt x="653" y="101"/>
                  <a:pt x="653" y="103"/>
                </a:cubicBezTo>
                <a:close/>
                <a:moveTo>
                  <a:pt x="653" y="103"/>
                </a:moveTo>
                <a:cubicBezTo>
                  <a:pt x="653" y="103"/>
                  <a:pt x="653" y="103"/>
                  <a:pt x="653" y="103"/>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1+#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accel="50000" decel="50000" fill="hold" grpId="0" nodeType="afterEffect">
                                  <p:stCondLst>
                                    <p:cond delay="0"/>
                                  </p:stCondLst>
                                  <p:childTnLst>
                                    <p:set>
                                      <p:cBhvr>
                                        <p:cTn id="11" dur="1" fill="hold">
                                          <p:stCondLst>
                                            <p:cond delay="0"/>
                                          </p:stCondLst>
                                        </p:cTn>
                                        <p:tgtEl>
                                          <p:spTgt spid="45"/>
                                        </p:tgtEl>
                                        <p:attrNameLst>
                                          <p:attrName>style.visibility</p:attrName>
                                        </p:attrNameLst>
                                      </p:cBhvr>
                                      <p:to>
                                        <p:strVal val="visible"/>
                                      </p:to>
                                    </p:set>
                                    <p:anim calcmode="lin" valueType="num">
                                      <p:cBhvr additive="base">
                                        <p:cTn id="12" dur="500" fill="hold"/>
                                        <p:tgtEl>
                                          <p:spTgt spid="45"/>
                                        </p:tgtEl>
                                        <p:attrNameLst>
                                          <p:attrName>ppt_x</p:attrName>
                                        </p:attrNameLst>
                                      </p:cBhvr>
                                      <p:tavLst>
                                        <p:tav tm="0">
                                          <p:val>
                                            <p:strVal val="1+#ppt_w/2"/>
                                          </p:val>
                                        </p:tav>
                                        <p:tav tm="100000">
                                          <p:val>
                                            <p:strVal val="#ppt_x"/>
                                          </p:val>
                                        </p:tav>
                                      </p:tavLst>
                                    </p:anim>
                                    <p:anim calcmode="lin" valueType="num">
                                      <p:cBhvr additive="base">
                                        <p:cTn id="13" dur="500" fill="hold"/>
                                        <p:tgtEl>
                                          <p:spTgt spid="4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accel="50000" decel="50000" fill="hold" grpId="0" nodeType="afterEffect">
                                  <p:stCondLst>
                                    <p:cond delay="0"/>
                                  </p:stCondLst>
                                  <p:childTnLst>
                                    <p:set>
                                      <p:cBhvr>
                                        <p:cTn id="16" dur="1" fill="hold">
                                          <p:stCondLst>
                                            <p:cond delay="0"/>
                                          </p:stCondLst>
                                        </p:cTn>
                                        <p:tgtEl>
                                          <p:spTgt spid="46"/>
                                        </p:tgtEl>
                                        <p:attrNameLst>
                                          <p:attrName>style.visibility</p:attrName>
                                        </p:attrNameLst>
                                      </p:cBhvr>
                                      <p:to>
                                        <p:strVal val="visible"/>
                                      </p:to>
                                    </p:set>
                                    <p:anim calcmode="lin" valueType="num">
                                      <p:cBhvr additive="base">
                                        <p:cTn id="17" dur="500" fill="hold"/>
                                        <p:tgtEl>
                                          <p:spTgt spid="46"/>
                                        </p:tgtEl>
                                        <p:attrNameLst>
                                          <p:attrName>ppt_x</p:attrName>
                                        </p:attrNameLst>
                                      </p:cBhvr>
                                      <p:tavLst>
                                        <p:tav tm="0">
                                          <p:val>
                                            <p:strVal val="1+#ppt_w/2"/>
                                          </p:val>
                                        </p:tav>
                                        <p:tav tm="100000">
                                          <p:val>
                                            <p:strVal val="#ppt_x"/>
                                          </p:val>
                                        </p:tav>
                                      </p:tavLst>
                                    </p:anim>
                                    <p:anim calcmode="lin" valueType="num">
                                      <p:cBhvr additive="base">
                                        <p:cTn id="18" dur="500" fill="hold"/>
                                        <p:tgtEl>
                                          <p:spTgt spid="46"/>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accel="50000" decel="50000" fill="hold" grpId="0" nodeType="afterEffect">
                                  <p:stCondLst>
                                    <p:cond delay="0"/>
                                  </p:stCondLst>
                                  <p:childTnLst>
                                    <p:set>
                                      <p:cBhvr>
                                        <p:cTn id="21" dur="1" fill="hold">
                                          <p:stCondLst>
                                            <p:cond delay="0"/>
                                          </p:stCondLst>
                                        </p:cTn>
                                        <p:tgtEl>
                                          <p:spTgt spid="48"/>
                                        </p:tgtEl>
                                        <p:attrNameLst>
                                          <p:attrName>style.visibility</p:attrName>
                                        </p:attrNameLst>
                                      </p:cBhvr>
                                      <p:to>
                                        <p:strVal val="visible"/>
                                      </p:to>
                                    </p:set>
                                    <p:anim calcmode="lin" valueType="num">
                                      <p:cBhvr additive="base">
                                        <p:cTn id="22" dur="500" fill="hold"/>
                                        <p:tgtEl>
                                          <p:spTgt spid="48"/>
                                        </p:tgtEl>
                                        <p:attrNameLst>
                                          <p:attrName>ppt_x</p:attrName>
                                        </p:attrNameLst>
                                      </p:cBhvr>
                                      <p:tavLst>
                                        <p:tav tm="0">
                                          <p:val>
                                            <p:strVal val="1+#ppt_w/2"/>
                                          </p:val>
                                        </p:tav>
                                        <p:tav tm="100000">
                                          <p:val>
                                            <p:strVal val="#ppt_x"/>
                                          </p:val>
                                        </p:tav>
                                      </p:tavLst>
                                    </p:anim>
                                    <p:anim calcmode="lin" valueType="num">
                                      <p:cBhvr additive="base">
                                        <p:cTn id="23" dur="500" fill="hold"/>
                                        <p:tgtEl>
                                          <p:spTgt spid="48"/>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accel="50000" decel="50000" fill="hold" grpId="0" nodeType="after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500" fill="hold"/>
                                        <p:tgtEl>
                                          <p:spTgt spid="51"/>
                                        </p:tgtEl>
                                        <p:attrNameLst>
                                          <p:attrName>ppt_x</p:attrName>
                                        </p:attrNameLst>
                                      </p:cBhvr>
                                      <p:tavLst>
                                        <p:tav tm="0">
                                          <p:val>
                                            <p:strVal val="1+#ppt_w/2"/>
                                          </p:val>
                                        </p:tav>
                                        <p:tav tm="100000">
                                          <p:val>
                                            <p:strVal val="#ppt_x"/>
                                          </p:val>
                                        </p:tav>
                                      </p:tavLst>
                                    </p:anim>
                                    <p:anim calcmode="lin" valueType="num">
                                      <p:cBhvr additive="base">
                                        <p:cTn id="28" dur="500" fill="hold"/>
                                        <p:tgtEl>
                                          <p:spTgt spid="51"/>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2" presetClass="entr" presetSubtype="8" fill="hold"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left)">
                                      <p:cBhvr>
                                        <p:cTn id="32" dur="500"/>
                                        <p:tgtEl>
                                          <p:spTgt spid="10"/>
                                        </p:tgtEl>
                                      </p:cBhvr>
                                    </p:animEffect>
                                  </p:childTnLst>
                                </p:cTn>
                              </p:par>
                            </p:childTnLst>
                          </p:cTn>
                        </p:par>
                        <p:par>
                          <p:cTn id="33" fill="hold">
                            <p:stCondLst>
                              <p:cond delay="3000"/>
                            </p:stCondLst>
                            <p:childTnLst>
                              <p:par>
                                <p:cTn id="34" presetID="2" presetClass="entr" presetSubtype="1" accel="50000" decel="50000" fill="hold" grpId="0" nodeType="afterEffect">
                                  <p:stCondLst>
                                    <p:cond delay="0"/>
                                  </p:stCondLst>
                                  <p:childTnLst>
                                    <p:set>
                                      <p:cBhvr>
                                        <p:cTn id="35" dur="1" fill="hold">
                                          <p:stCondLst>
                                            <p:cond delay="0"/>
                                          </p:stCondLst>
                                        </p:cTn>
                                        <p:tgtEl>
                                          <p:spTgt spid="85"/>
                                        </p:tgtEl>
                                        <p:attrNameLst>
                                          <p:attrName>style.visibility</p:attrName>
                                        </p:attrNameLst>
                                      </p:cBhvr>
                                      <p:to>
                                        <p:strVal val="visible"/>
                                      </p:to>
                                    </p:set>
                                    <p:anim calcmode="lin" valueType="num">
                                      <p:cBhvr additive="base">
                                        <p:cTn id="36" dur="500" fill="hold"/>
                                        <p:tgtEl>
                                          <p:spTgt spid="85"/>
                                        </p:tgtEl>
                                        <p:attrNameLst>
                                          <p:attrName>ppt_x</p:attrName>
                                        </p:attrNameLst>
                                      </p:cBhvr>
                                      <p:tavLst>
                                        <p:tav tm="0">
                                          <p:val>
                                            <p:strVal val="#ppt_x"/>
                                          </p:val>
                                        </p:tav>
                                        <p:tav tm="100000">
                                          <p:val>
                                            <p:strVal val="#ppt_x"/>
                                          </p:val>
                                        </p:tav>
                                      </p:tavLst>
                                    </p:anim>
                                    <p:anim calcmode="lin" valueType="num">
                                      <p:cBhvr additive="base">
                                        <p:cTn id="37" dur="500" fill="hold"/>
                                        <p:tgtEl>
                                          <p:spTgt spid="85"/>
                                        </p:tgtEl>
                                        <p:attrNameLst>
                                          <p:attrName>ppt_y</p:attrName>
                                        </p:attrNameLst>
                                      </p:cBhvr>
                                      <p:tavLst>
                                        <p:tav tm="0">
                                          <p:val>
                                            <p:strVal val="0-#ppt_h/2"/>
                                          </p:val>
                                        </p:tav>
                                        <p:tav tm="100000">
                                          <p:val>
                                            <p:strVal val="#ppt_y"/>
                                          </p:val>
                                        </p:tav>
                                      </p:tavLst>
                                    </p:anim>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62"/>
                                        </p:tgtEl>
                                        <p:attrNameLst>
                                          <p:attrName>style.visibility</p:attrName>
                                        </p:attrNameLst>
                                      </p:cBhvr>
                                      <p:to>
                                        <p:strVal val="visible"/>
                                      </p:to>
                                    </p:set>
                                    <p:anim calcmode="lin" valueType="num">
                                      <p:cBhvr>
                                        <p:cTn id="41" dur="500" fill="hold"/>
                                        <p:tgtEl>
                                          <p:spTgt spid="62"/>
                                        </p:tgtEl>
                                        <p:attrNameLst>
                                          <p:attrName>ppt_w</p:attrName>
                                        </p:attrNameLst>
                                      </p:cBhvr>
                                      <p:tavLst>
                                        <p:tav tm="0">
                                          <p:val>
                                            <p:fltVal val="0"/>
                                          </p:val>
                                        </p:tav>
                                        <p:tav tm="100000">
                                          <p:val>
                                            <p:strVal val="#ppt_w"/>
                                          </p:val>
                                        </p:tav>
                                      </p:tavLst>
                                    </p:anim>
                                    <p:anim calcmode="lin" valueType="num">
                                      <p:cBhvr>
                                        <p:cTn id="42" dur="500" fill="hold"/>
                                        <p:tgtEl>
                                          <p:spTgt spid="62"/>
                                        </p:tgtEl>
                                        <p:attrNameLst>
                                          <p:attrName>ppt_h</p:attrName>
                                        </p:attrNameLst>
                                      </p:cBhvr>
                                      <p:tavLst>
                                        <p:tav tm="0">
                                          <p:val>
                                            <p:fltVal val="0"/>
                                          </p:val>
                                        </p:tav>
                                        <p:tav tm="100000">
                                          <p:val>
                                            <p:strVal val="#ppt_h"/>
                                          </p:val>
                                        </p:tav>
                                      </p:tavLst>
                                    </p:anim>
                                    <p:animEffect transition="in" filter="fade">
                                      <p:cBhvr>
                                        <p:cTn id="43" dur="500"/>
                                        <p:tgtEl>
                                          <p:spTgt spid="62"/>
                                        </p:tgtEl>
                                      </p:cBhvr>
                                    </p:animEffect>
                                  </p:childTnLst>
                                </p:cTn>
                              </p:par>
                              <p:par>
                                <p:cTn id="44" presetID="2" presetClass="entr" presetSubtype="4" accel="50000" decel="50000" fill="hold" nodeType="withEffect">
                                  <p:stCondLst>
                                    <p:cond delay="0"/>
                                  </p:stCondLst>
                                  <p:childTnLst>
                                    <p:set>
                                      <p:cBhvr>
                                        <p:cTn id="45" dur="1" fill="hold">
                                          <p:stCondLst>
                                            <p:cond delay="0"/>
                                          </p:stCondLst>
                                        </p:cTn>
                                        <p:tgtEl>
                                          <p:spTgt spid="2"/>
                                        </p:tgtEl>
                                        <p:attrNameLst>
                                          <p:attrName>style.visibility</p:attrName>
                                        </p:attrNameLst>
                                      </p:cBhvr>
                                      <p:to>
                                        <p:strVal val="visible"/>
                                      </p:to>
                                    </p:set>
                                    <p:anim calcmode="lin" valueType="num">
                                      <p:cBhvr additive="base">
                                        <p:cTn id="46" dur="500" fill="hold"/>
                                        <p:tgtEl>
                                          <p:spTgt spid="2"/>
                                        </p:tgtEl>
                                        <p:attrNameLst>
                                          <p:attrName>ppt_x</p:attrName>
                                        </p:attrNameLst>
                                      </p:cBhvr>
                                      <p:tavLst>
                                        <p:tav tm="0">
                                          <p:val>
                                            <p:strVal val="#ppt_x"/>
                                          </p:val>
                                        </p:tav>
                                        <p:tav tm="100000">
                                          <p:val>
                                            <p:strVal val="#ppt_x"/>
                                          </p:val>
                                        </p:tav>
                                      </p:tavLst>
                                    </p:anim>
                                    <p:anim calcmode="lin" valueType="num">
                                      <p:cBhvr additive="base">
                                        <p:cTn id="47" dur="500" fill="hold"/>
                                        <p:tgtEl>
                                          <p:spTgt spid="2"/>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53" presetClass="entr" presetSubtype="0" fill="hold" grpId="0" nodeType="afterEffect">
                                  <p:stCondLst>
                                    <p:cond delay="0"/>
                                  </p:stCondLst>
                                  <p:childTnLst>
                                    <p:set>
                                      <p:cBhvr>
                                        <p:cTn id="50" dur="1" fill="hold">
                                          <p:stCondLst>
                                            <p:cond delay="0"/>
                                          </p:stCondLst>
                                        </p:cTn>
                                        <p:tgtEl>
                                          <p:spTgt spid="68"/>
                                        </p:tgtEl>
                                        <p:attrNameLst>
                                          <p:attrName>style.visibility</p:attrName>
                                        </p:attrNameLst>
                                      </p:cBhvr>
                                      <p:to>
                                        <p:strVal val="visible"/>
                                      </p:to>
                                    </p:set>
                                    <p:anim calcmode="lin" valueType="num">
                                      <p:cBhvr>
                                        <p:cTn id="51" dur="500" fill="hold"/>
                                        <p:tgtEl>
                                          <p:spTgt spid="68"/>
                                        </p:tgtEl>
                                        <p:attrNameLst>
                                          <p:attrName>ppt_w</p:attrName>
                                        </p:attrNameLst>
                                      </p:cBhvr>
                                      <p:tavLst>
                                        <p:tav tm="0">
                                          <p:val>
                                            <p:fltVal val="0"/>
                                          </p:val>
                                        </p:tav>
                                        <p:tav tm="100000">
                                          <p:val>
                                            <p:strVal val="#ppt_w"/>
                                          </p:val>
                                        </p:tav>
                                      </p:tavLst>
                                    </p:anim>
                                    <p:anim calcmode="lin" valueType="num">
                                      <p:cBhvr>
                                        <p:cTn id="52" dur="500" fill="hold"/>
                                        <p:tgtEl>
                                          <p:spTgt spid="68"/>
                                        </p:tgtEl>
                                        <p:attrNameLst>
                                          <p:attrName>ppt_h</p:attrName>
                                        </p:attrNameLst>
                                      </p:cBhvr>
                                      <p:tavLst>
                                        <p:tav tm="0">
                                          <p:val>
                                            <p:fltVal val="0"/>
                                          </p:val>
                                        </p:tav>
                                        <p:tav tm="100000">
                                          <p:val>
                                            <p:strVal val="#ppt_h"/>
                                          </p:val>
                                        </p:tav>
                                      </p:tavLst>
                                    </p:anim>
                                    <p:animEffect transition="in" filter="fade">
                                      <p:cBhvr>
                                        <p:cTn id="53" dur="500"/>
                                        <p:tgtEl>
                                          <p:spTgt spid="68"/>
                                        </p:tgtEl>
                                      </p:cBhvr>
                                    </p:animEffect>
                                  </p:childTnLst>
                                </p:cTn>
                              </p:par>
                              <p:par>
                                <p:cTn id="54" presetID="2" presetClass="entr" presetSubtype="4" accel="50000" decel="50000" fill="hold" nodeType="withEffect">
                                  <p:stCondLst>
                                    <p:cond delay="0"/>
                                  </p:stCondLst>
                                  <p:childTnLst>
                                    <p:set>
                                      <p:cBhvr>
                                        <p:cTn id="55" dur="1" fill="hold">
                                          <p:stCondLst>
                                            <p:cond delay="0"/>
                                          </p:stCondLst>
                                        </p:cTn>
                                        <p:tgtEl>
                                          <p:spTgt spid="3"/>
                                        </p:tgtEl>
                                        <p:attrNameLst>
                                          <p:attrName>style.visibility</p:attrName>
                                        </p:attrNameLst>
                                      </p:cBhvr>
                                      <p:to>
                                        <p:strVal val="visible"/>
                                      </p:to>
                                    </p:set>
                                    <p:anim calcmode="lin" valueType="num">
                                      <p:cBhvr additive="base">
                                        <p:cTn id="56" dur="500" fill="hold"/>
                                        <p:tgtEl>
                                          <p:spTgt spid="3"/>
                                        </p:tgtEl>
                                        <p:attrNameLst>
                                          <p:attrName>ppt_x</p:attrName>
                                        </p:attrNameLst>
                                      </p:cBhvr>
                                      <p:tavLst>
                                        <p:tav tm="0">
                                          <p:val>
                                            <p:strVal val="#ppt_x"/>
                                          </p:val>
                                        </p:tav>
                                        <p:tav tm="100000">
                                          <p:val>
                                            <p:strVal val="#ppt_x"/>
                                          </p:val>
                                        </p:tav>
                                      </p:tavLst>
                                    </p:anim>
                                    <p:anim calcmode="lin" valueType="num">
                                      <p:cBhvr additive="base">
                                        <p:cTn id="57" dur="500" fill="hold"/>
                                        <p:tgtEl>
                                          <p:spTgt spid="3"/>
                                        </p:tgtEl>
                                        <p:attrNameLst>
                                          <p:attrName>ppt_y</p:attrName>
                                        </p:attrNameLst>
                                      </p:cBhvr>
                                      <p:tavLst>
                                        <p:tav tm="0">
                                          <p:val>
                                            <p:strVal val="1+#ppt_h/2"/>
                                          </p:val>
                                        </p:tav>
                                        <p:tav tm="100000">
                                          <p:val>
                                            <p:strVal val="#ppt_y"/>
                                          </p:val>
                                        </p:tav>
                                      </p:tavLst>
                                    </p:anim>
                                  </p:childTnLst>
                                </p:cTn>
                              </p:par>
                            </p:childTnLst>
                          </p:cTn>
                        </p:par>
                        <p:par>
                          <p:cTn id="58" fill="hold">
                            <p:stCondLst>
                              <p:cond delay="4500"/>
                            </p:stCondLst>
                            <p:childTnLst>
                              <p:par>
                                <p:cTn id="59" presetID="53" presetClass="entr" presetSubtype="0" fill="hold" grpId="0" nodeType="afterEffect">
                                  <p:stCondLst>
                                    <p:cond delay="0"/>
                                  </p:stCondLst>
                                  <p:childTnLst>
                                    <p:set>
                                      <p:cBhvr>
                                        <p:cTn id="60" dur="1" fill="hold">
                                          <p:stCondLst>
                                            <p:cond delay="0"/>
                                          </p:stCondLst>
                                        </p:cTn>
                                        <p:tgtEl>
                                          <p:spTgt spid="72"/>
                                        </p:tgtEl>
                                        <p:attrNameLst>
                                          <p:attrName>style.visibility</p:attrName>
                                        </p:attrNameLst>
                                      </p:cBhvr>
                                      <p:to>
                                        <p:strVal val="visible"/>
                                      </p:to>
                                    </p:set>
                                    <p:anim calcmode="lin" valueType="num">
                                      <p:cBhvr>
                                        <p:cTn id="61" dur="500" fill="hold"/>
                                        <p:tgtEl>
                                          <p:spTgt spid="72"/>
                                        </p:tgtEl>
                                        <p:attrNameLst>
                                          <p:attrName>ppt_w</p:attrName>
                                        </p:attrNameLst>
                                      </p:cBhvr>
                                      <p:tavLst>
                                        <p:tav tm="0">
                                          <p:val>
                                            <p:fltVal val="0"/>
                                          </p:val>
                                        </p:tav>
                                        <p:tav tm="100000">
                                          <p:val>
                                            <p:strVal val="#ppt_w"/>
                                          </p:val>
                                        </p:tav>
                                      </p:tavLst>
                                    </p:anim>
                                    <p:anim calcmode="lin" valueType="num">
                                      <p:cBhvr>
                                        <p:cTn id="62" dur="500" fill="hold"/>
                                        <p:tgtEl>
                                          <p:spTgt spid="72"/>
                                        </p:tgtEl>
                                        <p:attrNameLst>
                                          <p:attrName>ppt_h</p:attrName>
                                        </p:attrNameLst>
                                      </p:cBhvr>
                                      <p:tavLst>
                                        <p:tav tm="0">
                                          <p:val>
                                            <p:fltVal val="0"/>
                                          </p:val>
                                        </p:tav>
                                        <p:tav tm="100000">
                                          <p:val>
                                            <p:strVal val="#ppt_h"/>
                                          </p:val>
                                        </p:tav>
                                      </p:tavLst>
                                    </p:anim>
                                    <p:animEffect transition="in" filter="fade">
                                      <p:cBhvr>
                                        <p:cTn id="63" dur="500"/>
                                        <p:tgtEl>
                                          <p:spTgt spid="72"/>
                                        </p:tgtEl>
                                      </p:cBhvr>
                                    </p:animEffect>
                                  </p:childTnLst>
                                </p:cTn>
                              </p:par>
                              <p:par>
                                <p:cTn id="64" presetID="2" presetClass="entr" presetSubtype="4" accel="50000" decel="50000" fill="hold" nodeType="withEffect">
                                  <p:stCondLst>
                                    <p:cond delay="0"/>
                                  </p:stCondLst>
                                  <p:childTnLst>
                                    <p:set>
                                      <p:cBhvr>
                                        <p:cTn id="65" dur="1" fill="hold">
                                          <p:stCondLst>
                                            <p:cond delay="0"/>
                                          </p:stCondLst>
                                        </p:cTn>
                                        <p:tgtEl>
                                          <p:spTgt spid="4"/>
                                        </p:tgtEl>
                                        <p:attrNameLst>
                                          <p:attrName>style.visibility</p:attrName>
                                        </p:attrNameLst>
                                      </p:cBhvr>
                                      <p:to>
                                        <p:strVal val="visible"/>
                                      </p:to>
                                    </p:set>
                                    <p:anim calcmode="lin" valueType="num">
                                      <p:cBhvr additive="base">
                                        <p:cTn id="66" dur="500" fill="hold"/>
                                        <p:tgtEl>
                                          <p:spTgt spid="4"/>
                                        </p:tgtEl>
                                        <p:attrNameLst>
                                          <p:attrName>ppt_x</p:attrName>
                                        </p:attrNameLst>
                                      </p:cBhvr>
                                      <p:tavLst>
                                        <p:tav tm="0">
                                          <p:val>
                                            <p:strVal val="#ppt_x"/>
                                          </p:val>
                                        </p:tav>
                                        <p:tav tm="100000">
                                          <p:val>
                                            <p:strVal val="#ppt_x"/>
                                          </p:val>
                                        </p:tav>
                                      </p:tavLst>
                                    </p:anim>
                                    <p:anim calcmode="lin" valueType="num">
                                      <p:cBhvr additive="base">
                                        <p:cTn id="67" dur="500" fill="hold"/>
                                        <p:tgtEl>
                                          <p:spTgt spid="4"/>
                                        </p:tgtEl>
                                        <p:attrNameLst>
                                          <p:attrName>ppt_y</p:attrName>
                                        </p:attrNameLst>
                                      </p:cBhvr>
                                      <p:tavLst>
                                        <p:tav tm="0">
                                          <p:val>
                                            <p:strVal val="1+#ppt_h/2"/>
                                          </p:val>
                                        </p:tav>
                                        <p:tav tm="100000">
                                          <p:val>
                                            <p:strVal val="#ppt_y"/>
                                          </p:val>
                                        </p:tav>
                                      </p:tavLst>
                                    </p:anim>
                                  </p:childTnLst>
                                </p:cTn>
                              </p:par>
                            </p:childTnLst>
                          </p:cTn>
                        </p:par>
                        <p:par>
                          <p:cTn id="68" fill="hold">
                            <p:stCondLst>
                              <p:cond delay="5000"/>
                            </p:stCondLst>
                            <p:childTnLst>
                              <p:par>
                                <p:cTn id="69" presetID="53" presetClass="entr" presetSubtype="0" fill="hold" grpId="0" nodeType="afterEffect">
                                  <p:stCondLst>
                                    <p:cond delay="0"/>
                                  </p:stCondLst>
                                  <p:childTnLst>
                                    <p:set>
                                      <p:cBhvr>
                                        <p:cTn id="70" dur="1" fill="hold">
                                          <p:stCondLst>
                                            <p:cond delay="0"/>
                                          </p:stCondLst>
                                        </p:cTn>
                                        <p:tgtEl>
                                          <p:spTgt spid="76"/>
                                        </p:tgtEl>
                                        <p:attrNameLst>
                                          <p:attrName>style.visibility</p:attrName>
                                        </p:attrNameLst>
                                      </p:cBhvr>
                                      <p:to>
                                        <p:strVal val="visible"/>
                                      </p:to>
                                    </p:set>
                                    <p:anim calcmode="lin" valueType="num">
                                      <p:cBhvr>
                                        <p:cTn id="71" dur="500" fill="hold"/>
                                        <p:tgtEl>
                                          <p:spTgt spid="76"/>
                                        </p:tgtEl>
                                        <p:attrNameLst>
                                          <p:attrName>ppt_w</p:attrName>
                                        </p:attrNameLst>
                                      </p:cBhvr>
                                      <p:tavLst>
                                        <p:tav tm="0">
                                          <p:val>
                                            <p:fltVal val="0"/>
                                          </p:val>
                                        </p:tav>
                                        <p:tav tm="100000">
                                          <p:val>
                                            <p:strVal val="#ppt_w"/>
                                          </p:val>
                                        </p:tav>
                                      </p:tavLst>
                                    </p:anim>
                                    <p:anim calcmode="lin" valueType="num">
                                      <p:cBhvr>
                                        <p:cTn id="72" dur="500" fill="hold"/>
                                        <p:tgtEl>
                                          <p:spTgt spid="76"/>
                                        </p:tgtEl>
                                        <p:attrNameLst>
                                          <p:attrName>ppt_h</p:attrName>
                                        </p:attrNameLst>
                                      </p:cBhvr>
                                      <p:tavLst>
                                        <p:tav tm="0">
                                          <p:val>
                                            <p:fltVal val="0"/>
                                          </p:val>
                                        </p:tav>
                                        <p:tav tm="100000">
                                          <p:val>
                                            <p:strVal val="#ppt_h"/>
                                          </p:val>
                                        </p:tav>
                                      </p:tavLst>
                                    </p:anim>
                                    <p:animEffect transition="in" filter="fade">
                                      <p:cBhvr>
                                        <p:cTn id="73" dur="500"/>
                                        <p:tgtEl>
                                          <p:spTgt spid="76"/>
                                        </p:tgtEl>
                                      </p:cBhvr>
                                    </p:animEffect>
                                  </p:childTnLst>
                                </p:cTn>
                              </p:par>
                              <p:par>
                                <p:cTn id="74" presetID="2" presetClass="entr" presetSubtype="4" accel="50000" decel="50000" fill="hold" nodeType="withEffect">
                                  <p:stCondLst>
                                    <p:cond delay="0"/>
                                  </p:stCondLst>
                                  <p:childTnLst>
                                    <p:set>
                                      <p:cBhvr>
                                        <p:cTn id="75" dur="1" fill="hold">
                                          <p:stCondLst>
                                            <p:cond delay="0"/>
                                          </p:stCondLst>
                                        </p:cTn>
                                        <p:tgtEl>
                                          <p:spTgt spid="6"/>
                                        </p:tgtEl>
                                        <p:attrNameLst>
                                          <p:attrName>style.visibility</p:attrName>
                                        </p:attrNameLst>
                                      </p:cBhvr>
                                      <p:to>
                                        <p:strVal val="visible"/>
                                      </p:to>
                                    </p:set>
                                    <p:anim calcmode="lin" valueType="num">
                                      <p:cBhvr additive="base">
                                        <p:cTn id="76" dur="500" fill="hold"/>
                                        <p:tgtEl>
                                          <p:spTgt spid="6"/>
                                        </p:tgtEl>
                                        <p:attrNameLst>
                                          <p:attrName>ppt_x</p:attrName>
                                        </p:attrNameLst>
                                      </p:cBhvr>
                                      <p:tavLst>
                                        <p:tav tm="0">
                                          <p:val>
                                            <p:strVal val="#ppt_x"/>
                                          </p:val>
                                        </p:tav>
                                        <p:tav tm="100000">
                                          <p:val>
                                            <p:strVal val="#ppt_x"/>
                                          </p:val>
                                        </p:tav>
                                      </p:tavLst>
                                    </p:anim>
                                    <p:anim calcmode="lin" valueType="num">
                                      <p:cBhvr additive="base">
                                        <p:cTn id="77" dur="500" fill="hold"/>
                                        <p:tgtEl>
                                          <p:spTgt spid="6"/>
                                        </p:tgtEl>
                                        <p:attrNameLst>
                                          <p:attrName>ppt_y</p:attrName>
                                        </p:attrNameLst>
                                      </p:cBhvr>
                                      <p:tavLst>
                                        <p:tav tm="0">
                                          <p:val>
                                            <p:strVal val="1+#ppt_h/2"/>
                                          </p:val>
                                        </p:tav>
                                        <p:tav tm="100000">
                                          <p:val>
                                            <p:strVal val="#ppt_y"/>
                                          </p:val>
                                        </p:tav>
                                      </p:tavLst>
                                    </p:anim>
                                  </p:childTnLst>
                                </p:cTn>
                              </p:par>
                            </p:childTnLst>
                          </p:cTn>
                        </p:par>
                        <p:par>
                          <p:cTn id="78" fill="hold">
                            <p:stCondLst>
                              <p:cond delay="5500"/>
                            </p:stCondLst>
                            <p:childTnLst>
                              <p:par>
                                <p:cTn id="79" presetID="53" presetClass="entr" presetSubtype="0" fill="hold" grpId="0" nodeType="afterEffect">
                                  <p:stCondLst>
                                    <p:cond delay="0"/>
                                  </p:stCondLst>
                                  <p:childTnLst>
                                    <p:set>
                                      <p:cBhvr>
                                        <p:cTn id="80" dur="1" fill="hold">
                                          <p:stCondLst>
                                            <p:cond delay="0"/>
                                          </p:stCondLst>
                                        </p:cTn>
                                        <p:tgtEl>
                                          <p:spTgt spid="80"/>
                                        </p:tgtEl>
                                        <p:attrNameLst>
                                          <p:attrName>style.visibility</p:attrName>
                                        </p:attrNameLst>
                                      </p:cBhvr>
                                      <p:to>
                                        <p:strVal val="visible"/>
                                      </p:to>
                                    </p:set>
                                    <p:anim calcmode="lin" valueType="num">
                                      <p:cBhvr>
                                        <p:cTn id="81" dur="500" fill="hold"/>
                                        <p:tgtEl>
                                          <p:spTgt spid="80"/>
                                        </p:tgtEl>
                                        <p:attrNameLst>
                                          <p:attrName>ppt_w</p:attrName>
                                        </p:attrNameLst>
                                      </p:cBhvr>
                                      <p:tavLst>
                                        <p:tav tm="0">
                                          <p:val>
                                            <p:fltVal val="0"/>
                                          </p:val>
                                        </p:tav>
                                        <p:tav tm="100000">
                                          <p:val>
                                            <p:strVal val="#ppt_w"/>
                                          </p:val>
                                        </p:tav>
                                      </p:tavLst>
                                    </p:anim>
                                    <p:anim calcmode="lin" valueType="num">
                                      <p:cBhvr>
                                        <p:cTn id="82" dur="500" fill="hold"/>
                                        <p:tgtEl>
                                          <p:spTgt spid="80"/>
                                        </p:tgtEl>
                                        <p:attrNameLst>
                                          <p:attrName>ppt_h</p:attrName>
                                        </p:attrNameLst>
                                      </p:cBhvr>
                                      <p:tavLst>
                                        <p:tav tm="0">
                                          <p:val>
                                            <p:fltVal val="0"/>
                                          </p:val>
                                        </p:tav>
                                        <p:tav tm="100000">
                                          <p:val>
                                            <p:strVal val="#ppt_h"/>
                                          </p:val>
                                        </p:tav>
                                      </p:tavLst>
                                    </p:anim>
                                    <p:animEffect transition="in" filter="fade">
                                      <p:cBhvr>
                                        <p:cTn id="83" dur="500"/>
                                        <p:tgtEl>
                                          <p:spTgt spid="80"/>
                                        </p:tgtEl>
                                      </p:cBhvr>
                                    </p:animEffect>
                                  </p:childTnLst>
                                </p:cTn>
                              </p:par>
                              <p:par>
                                <p:cTn id="84" presetID="2" presetClass="entr" presetSubtype="4" accel="50000" decel="50000"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500" fill="hold"/>
                                        <p:tgtEl>
                                          <p:spTgt spid="9"/>
                                        </p:tgtEl>
                                        <p:attrNameLst>
                                          <p:attrName>ppt_x</p:attrName>
                                        </p:attrNameLst>
                                      </p:cBhvr>
                                      <p:tavLst>
                                        <p:tav tm="0">
                                          <p:val>
                                            <p:strVal val="#ppt_x"/>
                                          </p:val>
                                        </p:tav>
                                        <p:tav tm="100000">
                                          <p:val>
                                            <p:strVal val="#ppt_x"/>
                                          </p:val>
                                        </p:tav>
                                      </p:tavLst>
                                    </p:anim>
                                    <p:anim calcmode="lin" valueType="num">
                                      <p:cBhvr additive="base">
                                        <p:cTn id="8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5" grpId="0" animBg="1"/>
      <p:bldP spid="46" grpId="0" animBg="1"/>
      <p:bldP spid="48" grpId="0" animBg="1"/>
      <p:bldP spid="51" grpId="0" animBg="1"/>
      <p:bldP spid="62" grpId="0"/>
      <p:bldP spid="68" grpId="0"/>
      <p:bldP spid="72" grpId="0"/>
      <p:bldP spid="76" grpId="0"/>
      <p:bldP spid="80" grpId="0"/>
      <p:bldP spid="8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Business Plan Infographic</a:t>
            </a:r>
            <a:endParaRPr lang="en-US" dirty="0"/>
          </a:p>
        </p:txBody>
      </p:sp>
      <p:sp>
        <p:nvSpPr>
          <p:cNvPr id="8" name="Text Placeholder 7"/>
          <p:cNvSpPr>
            <a:spLocks noGrp="1"/>
          </p:cNvSpPr>
          <p:nvPr>
            <p:ph type="body" sz="half" idx="2"/>
          </p:nvPr>
        </p:nvSpPr>
        <p:spPr/>
        <p:txBody>
          <a:bodyPr/>
          <a:lstStyle/>
          <a:p>
            <a:r>
              <a:rPr lang="en-US"/>
              <a:t>Business Plan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168</a:t>
            </a:fld>
            <a:endParaRPr lang="en-US" dirty="0"/>
          </a:p>
        </p:txBody>
      </p:sp>
      <p:sp>
        <p:nvSpPr>
          <p:cNvPr id="5" name="Cube 4"/>
          <p:cNvSpPr/>
          <p:nvPr/>
        </p:nvSpPr>
        <p:spPr>
          <a:xfrm>
            <a:off x="1398851" y="2518003"/>
            <a:ext cx="1351583" cy="1143000"/>
          </a:xfrm>
          <a:prstGeom prst="cube">
            <a:avLst>
              <a:gd name="adj" fmla="val 1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ube 5"/>
          <p:cNvSpPr/>
          <p:nvPr/>
        </p:nvSpPr>
        <p:spPr>
          <a:xfrm>
            <a:off x="2676712" y="2137003"/>
            <a:ext cx="1351583" cy="1524000"/>
          </a:xfrm>
          <a:prstGeom prst="cube">
            <a:avLst>
              <a:gd name="adj" fmla="val 15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Cube 8"/>
          <p:cNvSpPr/>
          <p:nvPr/>
        </p:nvSpPr>
        <p:spPr>
          <a:xfrm>
            <a:off x="3915663" y="1756003"/>
            <a:ext cx="1351583" cy="1905000"/>
          </a:xfrm>
          <a:prstGeom prst="cube">
            <a:avLst>
              <a:gd name="adj" fmla="val 15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ube 9"/>
          <p:cNvSpPr/>
          <p:nvPr/>
        </p:nvSpPr>
        <p:spPr>
          <a:xfrm>
            <a:off x="5154615" y="2137003"/>
            <a:ext cx="1351583" cy="1524000"/>
          </a:xfrm>
          <a:prstGeom prst="cube">
            <a:avLst>
              <a:gd name="adj" fmla="val 15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ube 10"/>
          <p:cNvSpPr/>
          <p:nvPr/>
        </p:nvSpPr>
        <p:spPr>
          <a:xfrm>
            <a:off x="6393566" y="2518003"/>
            <a:ext cx="1351583" cy="1143000"/>
          </a:xfrm>
          <a:prstGeom prst="cube">
            <a:avLst>
              <a:gd name="adj" fmla="val 15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2"/>
          <p:cNvGrpSpPr/>
          <p:nvPr/>
        </p:nvGrpSpPr>
        <p:grpSpPr>
          <a:xfrm>
            <a:off x="1752600" y="1963600"/>
            <a:ext cx="761661" cy="630603"/>
            <a:chOff x="2897188" y="3733800"/>
            <a:chExt cx="636587" cy="527050"/>
          </a:xfrm>
          <a:solidFill>
            <a:schemeClr val="tx1">
              <a:lumMod val="75000"/>
              <a:lumOff val="25000"/>
            </a:schemeClr>
          </a:solidFill>
        </p:grpSpPr>
        <p:sp>
          <p:nvSpPr>
            <p:cNvPr id="14" name="Freeform 5"/>
            <p:cNvSpPr>
              <a:spLocks noEditPoints="1"/>
            </p:cNvSpPr>
            <p:nvPr/>
          </p:nvSpPr>
          <p:spPr bwMode="auto">
            <a:xfrm>
              <a:off x="2952750" y="3838575"/>
              <a:ext cx="98425" cy="100012"/>
            </a:xfrm>
            <a:custGeom>
              <a:avLst/>
              <a:gdLst/>
              <a:ahLst/>
              <a:cxnLst>
                <a:cxn ang="0">
                  <a:pos x="59" y="30"/>
                </a:cxn>
                <a:cxn ang="0">
                  <a:pos x="29" y="60"/>
                </a:cxn>
                <a:cxn ang="0">
                  <a:pos x="0" y="30"/>
                </a:cxn>
                <a:cxn ang="0">
                  <a:pos x="29" y="0"/>
                </a:cxn>
                <a:cxn ang="0">
                  <a:pos x="59" y="30"/>
                </a:cxn>
                <a:cxn ang="0">
                  <a:pos x="59" y="30"/>
                </a:cxn>
                <a:cxn ang="0">
                  <a:pos x="59" y="30"/>
                </a:cxn>
              </a:cxnLst>
              <a:rect l="0" t="0" r="r" b="b"/>
              <a:pathLst>
                <a:path w="59" h="60">
                  <a:moveTo>
                    <a:pt x="59" y="30"/>
                  </a:moveTo>
                  <a:cubicBezTo>
                    <a:pt x="59" y="46"/>
                    <a:pt x="46" y="60"/>
                    <a:pt x="29" y="60"/>
                  </a:cubicBezTo>
                  <a:cubicBezTo>
                    <a:pt x="13" y="60"/>
                    <a:pt x="0" y="46"/>
                    <a:pt x="0" y="30"/>
                  </a:cubicBezTo>
                  <a:cubicBezTo>
                    <a:pt x="0" y="14"/>
                    <a:pt x="13" y="0"/>
                    <a:pt x="29" y="0"/>
                  </a:cubicBezTo>
                  <a:cubicBezTo>
                    <a:pt x="46" y="0"/>
                    <a:pt x="59" y="14"/>
                    <a:pt x="59" y="30"/>
                  </a:cubicBezTo>
                  <a:close/>
                  <a:moveTo>
                    <a:pt x="59" y="30"/>
                  </a:moveTo>
                  <a:cubicBezTo>
                    <a:pt x="59" y="30"/>
                    <a:pt x="59" y="30"/>
                    <a:pt x="59" y="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6"/>
            <p:cNvSpPr>
              <a:spLocks noEditPoints="1"/>
            </p:cNvSpPr>
            <p:nvPr/>
          </p:nvSpPr>
          <p:spPr bwMode="auto">
            <a:xfrm>
              <a:off x="2944813" y="3940175"/>
              <a:ext cx="193675" cy="317500"/>
            </a:xfrm>
            <a:custGeom>
              <a:avLst/>
              <a:gdLst/>
              <a:ahLst/>
              <a:cxnLst>
                <a:cxn ang="0">
                  <a:pos x="92" y="97"/>
                </a:cxn>
                <a:cxn ang="0">
                  <a:pos x="79" y="85"/>
                </a:cxn>
                <a:cxn ang="0">
                  <a:pos x="55" y="85"/>
                </a:cxn>
                <a:cxn ang="0">
                  <a:pos x="55" y="52"/>
                </a:cxn>
                <a:cxn ang="0">
                  <a:pos x="84" y="64"/>
                </a:cxn>
                <a:cxn ang="0">
                  <a:pos x="108" y="58"/>
                </a:cxn>
                <a:cxn ang="0">
                  <a:pos x="115" y="43"/>
                </a:cxn>
                <a:cxn ang="0">
                  <a:pos x="100" y="37"/>
                </a:cxn>
                <a:cxn ang="0">
                  <a:pos x="52" y="13"/>
                </a:cxn>
                <a:cxn ang="0">
                  <a:pos x="52" y="12"/>
                </a:cxn>
                <a:cxn ang="0">
                  <a:pos x="34" y="1"/>
                </a:cxn>
                <a:cxn ang="0">
                  <a:pos x="28" y="0"/>
                </a:cxn>
                <a:cxn ang="0">
                  <a:pos x="21" y="1"/>
                </a:cxn>
                <a:cxn ang="0">
                  <a:pos x="21" y="1"/>
                </a:cxn>
                <a:cxn ang="0">
                  <a:pos x="0" y="23"/>
                </a:cxn>
                <a:cxn ang="0">
                  <a:pos x="0" y="89"/>
                </a:cxn>
                <a:cxn ang="0">
                  <a:pos x="28" y="112"/>
                </a:cxn>
                <a:cxn ang="0">
                  <a:pos x="30" y="112"/>
                </a:cxn>
                <a:cxn ang="0">
                  <a:pos x="66" y="112"/>
                </a:cxn>
                <a:cxn ang="0">
                  <a:pos x="74" y="179"/>
                </a:cxn>
                <a:cxn ang="0">
                  <a:pos x="88" y="191"/>
                </a:cxn>
                <a:cxn ang="0">
                  <a:pos x="89" y="191"/>
                </a:cxn>
                <a:cxn ang="0">
                  <a:pos x="101" y="176"/>
                </a:cxn>
                <a:cxn ang="0">
                  <a:pos x="92" y="97"/>
                </a:cxn>
                <a:cxn ang="0">
                  <a:pos x="92" y="97"/>
                </a:cxn>
                <a:cxn ang="0">
                  <a:pos x="92" y="97"/>
                </a:cxn>
              </a:cxnLst>
              <a:rect l="0" t="0" r="r" b="b"/>
              <a:pathLst>
                <a:path w="117" h="191">
                  <a:moveTo>
                    <a:pt x="92" y="97"/>
                  </a:moveTo>
                  <a:cubicBezTo>
                    <a:pt x="91" y="90"/>
                    <a:pt x="85" y="85"/>
                    <a:pt x="79" y="85"/>
                  </a:cubicBezTo>
                  <a:cubicBezTo>
                    <a:pt x="55" y="85"/>
                    <a:pt x="55" y="85"/>
                    <a:pt x="55" y="85"/>
                  </a:cubicBezTo>
                  <a:cubicBezTo>
                    <a:pt x="55" y="52"/>
                    <a:pt x="55" y="52"/>
                    <a:pt x="55" y="52"/>
                  </a:cubicBezTo>
                  <a:cubicBezTo>
                    <a:pt x="63" y="59"/>
                    <a:pt x="72" y="64"/>
                    <a:pt x="84" y="64"/>
                  </a:cubicBezTo>
                  <a:cubicBezTo>
                    <a:pt x="91" y="64"/>
                    <a:pt x="99" y="62"/>
                    <a:pt x="108" y="58"/>
                  </a:cubicBezTo>
                  <a:cubicBezTo>
                    <a:pt x="114" y="56"/>
                    <a:pt x="117" y="49"/>
                    <a:pt x="115" y="43"/>
                  </a:cubicBezTo>
                  <a:cubicBezTo>
                    <a:pt x="113" y="37"/>
                    <a:pt x="106" y="34"/>
                    <a:pt x="100" y="37"/>
                  </a:cubicBezTo>
                  <a:cubicBezTo>
                    <a:pt x="77" y="46"/>
                    <a:pt x="72" y="41"/>
                    <a:pt x="52" y="13"/>
                  </a:cubicBezTo>
                  <a:cubicBezTo>
                    <a:pt x="52" y="13"/>
                    <a:pt x="52" y="13"/>
                    <a:pt x="52" y="12"/>
                  </a:cubicBezTo>
                  <a:cubicBezTo>
                    <a:pt x="48" y="6"/>
                    <a:pt x="41" y="2"/>
                    <a:pt x="34" y="1"/>
                  </a:cubicBezTo>
                  <a:cubicBezTo>
                    <a:pt x="34" y="1"/>
                    <a:pt x="31" y="0"/>
                    <a:pt x="28" y="0"/>
                  </a:cubicBezTo>
                  <a:cubicBezTo>
                    <a:pt x="25" y="0"/>
                    <a:pt x="21" y="1"/>
                    <a:pt x="21" y="1"/>
                  </a:cubicBezTo>
                  <a:cubicBezTo>
                    <a:pt x="21" y="1"/>
                    <a:pt x="21" y="1"/>
                    <a:pt x="21" y="1"/>
                  </a:cubicBezTo>
                  <a:cubicBezTo>
                    <a:pt x="11" y="3"/>
                    <a:pt x="0" y="11"/>
                    <a:pt x="0" y="23"/>
                  </a:cubicBezTo>
                  <a:cubicBezTo>
                    <a:pt x="0" y="89"/>
                    <a:pt x="0" y="89"/>
                    <a:pt x="0" y="89"/>
                  </a:cubicBezTo>
                  <a:cubicBezTo>
                    <a:pt x="0" y="103"/>
                    <a:pt x="15" y="112"/>
                    <a:pt x="28" y="112"/>
                  </a:cubicBezTo>
                  <a:cubicBezTo>
                    <a:pt x="28" y="112"/>
                    <a:pt x="29" y="112"/>
                    <a:pt x="30" y="112"/>
                  </a:cubicBezTo>
                  <a:cubicBezTo>
                    <a:pt x="66" y="112"/>
                    <a:pt x="66" y="112"/>
                    <a:pt x="66" y="112"/>
                  </a:cubicBezTo>
                  <a:cubicBezTo>
                    <a:pt x="74" y="179"/>
                    <a:pt x="74" y="179"/>
                    <a:pt x="74" y="179"/>
                  </a:cubicBezTo>
                  <a:cubicBezTo>
                    <a:pt x="75" y="186"/>
                    <a:pt x="81" y="191"/>
                    <a:pt x="88" y="191"/>
                  </a:cubicBezTo>
                  <a:cubicBezTo>
                    <a:pt x="88" y="191"/>
                    <a:pt x="89" y="191"/>
                    <a:pt x="89" y="191"/>
                  </a:cubicBezTo>
                  <a:cubicBezTo>
                    <a:pt x="97" y="190"/>
                    <a:pt x="102" y="184"/>
                    <a:pt x="101" y="176"/>
                  </a:cubicBezTo>
                  <a:lnTo>
                    <a:pt x="92" y="97"/>
                  </a:lnTo>
                  <a:close/>
                  <a:moveTo>
                    <a:pt x="92" y="97"/>
                  </a:moveTo>
                  <a:cubicBezTo>
                    <a:pt x="92" y="97"/>
                    <a:pt x="92" y="97"/>
                    <a:pt x="92"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7"/>
            <p:cNvSpPr>
              <a:spLocks noEditPoints="1"/>
            </p:cNvSpPr>
            <p:nvPr/>
          </p:nvSpPr>
          <p:spPr bwMode="auto">
            <a:xfrm>
              <a:off x="2897188" y="3960813"/>
              <a:ext cx="152400" cy="300037"/>
            </a:xfrm>
            <a:custGeom>
              <a:avLst/>
              <a:gdLst/>
              <a:ahLst/>
              <a:cxnLst>
                <a:cxn ang="0">
                  <a:pos x="92" y="114"/>
                </a:cxn>
                <a:cxn ang="0">
                  <a:pos x="80" y="103"/>
                </a:cxn>
                <a:cxn ang="0">
                  <a:pos x="23" y="103"/>
                </a:cxn>
                <a:cxn ang="0">
                  <a:pos x="23" y="11"/>
                </a:cxn>
                <a:cxn ang="0">
                  <a:pos x="12" y="0"/>
                </a:cxn>
                <a:cxn ang="0">
                  <a:pos x="0" y="11"/>
                </a:cxn>
                <a:cxn ang="0">
                  <a:pos x="0" y="114"/>
                </a:cxn>
                <a:cxn ang="0">
                  <a:pos x="6" y="124"/>
                </a:cxn>
                <a:cxn ang="0">
                  <a:pos x="2" y="138"/>
                </a:cxn>
                <a:cxn ang="0">
                  <a:pos x="2" y="170"/>
                </a:cxn>
                <a:cxn ang="0">
                  <a:pos x="12" y="180"/>
                </a:cxn>
                <a:cxn ang="0">
                  <a:pos x="22" y="170"/>
                </a:cxn>
                <a:cxn ang="0">
                  <a:pos x="22" y="138"/>
                </a:cxn>
                <a:cxn ang="0">
                  <a:pos x="30" y="130"/>
                </a:cxn>
                <a:cxn ang="0">
                  <a:pos x="62" y="130"/>
                </a:cxn>
                <a:cxn ang="0">
                  <a:pos x="70" y="138"/>
                </a:cxn>
                <a:cxn ang="0">
                  <a:pos x="70" y="170"/>
                </a:cxn>
                <a:cxn ang="0">
                  <a:pos x="79" y="180"/>
                </a:cxn>
                <a:cxn ang="0">
                  <a:pos x="89" y="170"/>
                </a:cxn>
                <a:cxn ang="0">
                  <a:pos x="89" y="138"/>
                </a:cxn>
                <a:cxn ang="0">
                  <a:pos x="86" y="125"/>
                </a:cxn>
                <a:cxn ang="0">
                  <a:pos x="92" y="114"/>
                </a:cxn>
                <a:cxn ang="0">
                  <a:pos x="92" y="114"/>
                </a:cxn>
                <a:cxn ang="0">
                  <a:pos x="92" y="114"/>
                </a:cxn>
              </a:cxnLst>
              <a:rect l="0" t="0" r="r" b="b"/>
              <a:pathLst>
                <a:path w="92" h="180">
                  <a:moveTo>
                    <a:pt x="92" y="114"/>
                  </a:moveTo>
                  <a:cubicBezTo>
                    <a:pt x="92" y="108"/>
                    <a:pt x="87" y="103"/>
                    <a:pt x="80" y="103"/>
                  </a:cubicBezTo>
                  <a:cubicBezTo>
                    <a:pt x="23" y="103"/>
                    <a:pt x="23" y="103"/>
                    <a:pt x="23" y="103"/>
                  </a:cubicBezTo>
                  <a:cubicBezTo>
                    <a:pt x="23" y="11"/>
                    <a:pt x="23" y="11"/>
                    <a:pt x="23" y="11"/>
                  </a:cubicBezTo>
                  <a:cubicBezTo>
                    <a:pt x="23" y="5"/>
                    <a:pt x="18" y="0"/>
                    <a:pt x="12" y="0"/>
                  </a:cubicBezTo>
                  <a:cubicBezTo>
                    <a:pt x="5" y="0"/>
                    <a:pt x="0" y="5"/>
                    <a:pt x="0" y="11"/>
                  </a:cubicBezTo>
                  <a:cubicBezTo>
                    <a:pt x="0" y="114"/>
                    <a:pt x="0" y="114"/>
                    <a:pt x="0" y="114"/>
                  </a:cubicBezTo>
                  <a:cubicBezTo>
                    <a:pt x="0" y="119"/>
                    <a:pt x="2" y="122"/>
                    <a:pt x="6" y="124"/>
                  </a:cubicBezTo>
                  <a:cubicBezTo>
                    <a:pt x="4" y="128"/>
                    <a:pt x="2" y="133"/>
                    <a:pt x="2" y="138"/>
                  </a:cubicBezTo>
                  <a:cubicBezTo>
                    <a:pt x="2" y="170"/>
                    <a:pt x="2" y="170"/>
                    <a:pt x="2" y="170"/>
                  </a:cubicBezTo>
                  <a:cubicBezTo>
                    <a:pt x="2" y="175"/>
                    <a:pt x="7" y="180"/>
                    <a:pt x="12" y="180"/>
                  </a:cubicBezTo>
                  <a:cubicBezTo>
                    <a:pt x="17" y="180"/>
                    <a:pt x="22" y="175"/>
                    <a:pt x="22" y="170"/>
                  </a:cubicBezTo>
                  <a:cubicBezTo>
                    <a:pt x="22" y="138"/>
                    <a:pt x="22" y="138"/>
                    <a:pt x="22" y="138"/>
                  </a:cubicBezTo>
                  <a:cubicBezTo>
                    <a:pt x="22" y="133"/>
                    <a:pt x="25" y="130"/>
                    <a:pt x="30" y="130"/>
                  </a:cubicBezTo>
                  <a:cubicBezTo>
                    <a:pt x="62" y="130"/>
                    <a:pt x="62" y="130"/>
                    <a:pt x="62" y="130"/>
                  </a:cubicBezTo>
                  <a:cubicBezTo>
                    <a:pt x="66" y="130"/>
                    <a:pt x="70" y="133"/>
                    <a:pt x="70" y="138"/>
                  </a:cubicBezTo>
                  <a:cubicBezTo>
                    <a:pt x="70" y="170"/>
                    <a:pt x="70" y="170"/>
                    <a:pt x="70" y="170"/>
                  </a:cubicBezTo>
                  <a:cubicBezTo>
                    <a:pt x="70" y="175"/>
                    <a:pt x="74" y="180"/>
                    <a:pt x="79" y="180"/>
                  </a:cubicBezTo>
                  <a:cubicBezTo>
                    <a:pt x="85" y="180"/>
                    <a:pt x="89" y="175"/>
                    <a:pt x="89" y="170"/>
                  </a:cubicBezTo>
                  <a:cubicBezTo>
                    <a:pt x="89" y="138"/>
                    <a:pt x="89" y="138"/>
                    <a:pt x="89" y="138"/>
                  </a:cubicBezTo>
                  <a:cubicBezTo>
                    <a:pt x="89" y="133"/>
                    <a:pt x="88" y="128"/>
                    <a:pt x="86" y="125"/>
                  </a:cubicBezTo>
                  <a:cubicBezTo>
                    <a:pt x="89" y="123"/>
                    <a:pt x="92" y="119"/>
                    <a:pt x="92" y="114"/>
                  </a:cubicBezTo>
                  <a:close/>
                  <a:moveTo>
                    <a:pt x="92" y="114"/>
                  </a:moveTo>
                  <a:cubicBezTo>
                    <a:pt x="92" y="114"/>
                    <a:pt x="92" y="114"/>
                    <a:pt x="92"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8"/>
            <p:cNvSpPr>
              <a:spLocks noEditPoints="1"/>
            </p:cNvSpPr>
            <p:nvPr/>
          </p:nvSpPr>
          <p:spPr bwMode="auto">
            <a:xfrm>
              <a:off x="3379788" y="3838575"/>
              <a:ext cx="98425" cy="100012"/>
            </a:xfrm>
            <a:custGeom>
              <a:avLst/>
              <a:gdLst/>
              <a:ahLst/>
              <a:cxnLst>
                <a:cxn ang="0">
                  <a:pos x="59" y="30"/>
                </a:cxn>
                <a:cxn ang="0">
                  <a:pos x="30" y="60"/>
                </a:cxn>
                <a:cxn ang="0">
                  <a:pos x="0" y="30"/>
                </a:cxn>
                <a:cxn ang="0">
                  <a:pos x="30" y="0"/>
                </a:cxn>
                <a:cxn ang="0">
                  <a:pos x="59" y="30"/>
                </a:cxn>
                <a:cxn ang="0">
                  <a:pos x="59" y="30"/>
                </a:cxn>
                <a:cxn ang="0">
                  <a:pos x="59" y="30"/>
                </a:cxn>
              </a:cxnLst>
              <a:rect l="0" t="0" r="r" b="b"/>
              <a:pathLst>
                <a:path w="59" h="60">
                  <a:moveTo>
                    <a:pt x="59" y="30"/>
                  </a:moveTo>
                  <a:cubicBezTo>
                    <a:pt x="59" y="46"/>
                    <a:pt x="46" y="60"/>
                    <a:pt x="30" y="60"/>
                  </a:cubicBezTo>
                  <a:cubicBezTo>
                    <a:pt x="13" y="60"/>
                    <a:pt x="0" y="46"/>
                    <a:pt x="0" y="30"/>
                  </a:cubicBezTo>
                  <a:cubicBezTo>
                    <a:pt x="0" y="14"/>
                    <a:pt x="13" y="0"/>
                    <a:pt x="30" y="0"/>
                  </a:cubicBezTo>
                  <a:cubicBezTo>
                    <a:pt x="46" y="0"/>
                    <a:pt x="59" y="14"/>
                    <a:pt x="59" y="30"/>
                  </a:cubicBezTo>
                  <a:close/>
                  <a:moveTo>
                    <a:pt x="59" y="30"/>
                  </a:moveTo>
                  <a:cubicBezTo>
                    <a:pt x="59" y="30"/>
                    <a:pt x="59" y="30"/>
                    <a:pt x="59" y="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9"/>
            <p:cNvSpPr>
              <a:spLocks noEditPoints="1"/>
            </p:cNvSpPr>
            <p:nvPr/>
          </p:nvSpPr>
          <p:spPr bwMode="auto">
            <a:xfrm>
              <a:off x="3292475" y="3940175"/>
              <a:ext cx="193675" cy="317500"/>
            </a:xfrm>
            <a:custGeom>
              <a:avLst/>
              <a:gdLst/>
              <a:ahLst/>
              <a:cxnLst>
                <a:cxn ang="0">
                  <a:pos x="89" y="112"/>
                </a:cxn>
                <a:cxn ang="0">
                  <a:pos x="117" y="89"/>
                </a:cxn>
                <a:cxn ang="0">
                  <a:pos x="117" y="23"/>
                </a:cxn>
                <a:cxn ang="0">
                  <a:pos x="96" y="1"/>
                </a:cxn>
                <a:cxn ang="0">
                  <a:pos x="96" y="1"/>
                </a:cxn>
                <a:cxn ang="0">
                  <a:pos x="89" y="0"/>
                </a:cxn>
                <a:cxn ang="0">
                  <a:pos x="83" y="1"/>
                </a:cxn>
                <a:cxn ang="0">
                  <a:pos x="65" y="12"/>
                </a:cxn>
                <a:cxn ang="0">
                  <a:pos x="65" y="13"/>
                </a:cxn>
                <a:cxn ang="0">
                  <a:pos x="17" y="37"/>
                </a:cxn>
                <a:cxn ang="0">
                  <a:pos x="2" y="43"/>
                </a:cxn>
                <a:cxn ang="0">
                  <a:pos x="9" y="58"/>
                </a:cxn>
                <a:cxn ang="0">
                  <a:pos x="33" y="64"/>
                </a:cxn>
                <a:cxn ang="0">
                  <a:pos x="62" y="52"/>
                </a:cxn>
                <a:cxn ang="0">
                  <a:pos x="62" y="85"/>
                </a:cxn>
                <a:cxn ang="0">
                  <a:pos x="38" y="85"/>
                </a:cxn>
                <a:cxn ang="0">
                  <a:pos x="38" y="85"/>
                </a:cxn>
                <a:cxn ang="0">
                  <a:pos x="25" y="97"/>
                </a:cxn>
                <a:cxn ang="0">
                  <a:pos x="16" y="176"/>
                </a:cxn>
                <a:cxn ang="0">
                  <a:pos x="28" y="191"/>
                </a:cxn>
                <a:cxn ang="0">
                  <a:pos x="29" y="191"/>
                </a:cxn>
                <a:cxn ang="0">
                  <a:pos x="43" y="179"/>
                </a:cxn>
                <a:cxn ang="0">
                  <a:pos x="51" y="112"/>
                </a:cxn>
                <a:cxn ang="0">
                  <a:pos x="87" y="112"/>
                </a:cxn>
                <a:cxn ang="0">
                  <a:pos x="89" y="112"/>
                </a:cxn>
                <a:cxn ang="0">
                  <a:pos x="89" y="112"/>
                </a:cxn>
                <a:cxn ang="0">
                  <a:pos x="89" y="112"/>
                </a:cxn>
              </a:cxnLst>
              <a:rect l="0" t="0" r="r" b="b"/>
              <a:pathLst>
                <a:path w="117" h="191">
                  <a:moveTo>
                    <a:pt x="89" y="112"/>
                  </a:moveTo>
                  <a:cubicBezTo>
                    <a:pt x="102" y="112"/>
                    <a:pt x="117" y="103"/>
                    <a:pt x="117" y="89"/>
                  </a:cubicBezTo>
                  <a:cubicBezTo>
                    <a:pt x="117" y="23"/>
                    <a:pt x="117" y="23"/>
                    <a:pt x="117" y="23"/>
                  </a:cubicBezTo>
                  <a:cubicBezTo>
                    <a:pt x="117" y="11"/>
                    <a:pt x="106" y="3"/>
                    <a:pt x="96" y="1"/>
                  </a:cubicBezTo>
                  <a:cubicBezTo>
                    <a:pt x="96" y="1"/>
                    <a:pt x="96" y="1"/>
                    <a:pt x="96" y="1"/>
                  </a:cubicBezTo>
                  <a:cubicBezTo>
                    <a:pt x="96" y="1"/>
                    <a:pt x="92" y="0"/>
                    <a:pt x="89" y="0"/>
                  </a:cubicBezTo>
                  <a:cubicBezTo>
                    <a:pt x="86" y="0"/>
                    <a:pt x="83" y="1"/>
                    <a:pt x="83" y="1"/>
                  </a:cubicBezTo>
                  <a:cubicBezTo>
                    <a:pt x="76" y="2"/>
                    <a:pt x="69" y="6"/>
                    <a:pt x="65" y="12"/>
                  </a:cubicBezTo>
                  <a:cubicBezTo>
                    <a:pt x="65" y="13"/>
                    <a:pt x="65" y="13"/>
                    <a:pt x="65" y="13"/>
                  </a:cubicBezTo>
                  <a:cubicBezTo>
                    <a:pt x="45" y="41"/>
                    <a:pt x="40" y="46"/>
                    <a:pt x="17" y="37"/>
                  </a:cubicBezTo>
                  <a:cubicBezTo>
                    <a:pt x="11" y="34"/>
                    <a:pt x="4" y="37"/>
                    <a:pt x="2" y="43"/>
                  </a:cubicBezTo>
                  <a:cubicBezTo>
                    <a:pt x="0" y="49"/>
                    <a:pt x="3" y="56"/>
                    <a:pt x="9" y="58"/>
                  </a:cubicBezTo>
                  <a:cubicBezTo>
                    <a:pt x="18" y="62"/>
                    <a:pt x="26" y="64"/>
                    <a:pt x="33" y="64"/>
                  </a:cubicBezTo>
                  <a:cubicBezTo>
                    <a:pt x="45" y="64"/>
                    <a:pt x="54" y="59"/>
                    <a:pt x="62" y="52"/>
                  </a:cubicBezTo>
                  <a:cubicBezTo>
                    <a:pt x="62" y="85"/>
                    <a:pt x="62" y="85"/>
                    <a:pt x="62" y="85"/>
                  </a:cubicBezTo>
                  <a:cubicBezTo>
                    <a:pt x="38" y="85"/>
                    <a:pt x="38" y="85"/>
                    <a:pt x="38" y="85"/>
                  </a:cubicBezTo>
                  <a:cubicBezTo>
                    <a:pt x="38" y="85"/>
                    <a:pt x="38" y="85"/>
                    <a:pt x="38" y="85"/>
                  </a:cubicBezTo>
                  <a:cubicBezTo>
                    <a:pt x="31" y="85"/>
                    <a:pt x="26" y="90"/>
                    <a:pt x="25" y="97"/>
                  </a:cubicBezTo>
                  <a:cubicBezTo>
                    <a:pt x="16" y="176"/>
                    <a:pt x="16" y="176"/>
                    <a:pt x="16" y="176"/>
                  </a:cubicBezTo>
                  <a:cubicBezTo>
                    <a:pt x="15" y="184"/>
                    <a:pt x="20" y="190"/>
                    <a:pt x="28" y="191"/>
                  </a:cubicBezTo>
                  <a:cubicBezTo>
                    <a:pt x="28" y="191"/>
                    <a:pt x="29" y="191"/>
                    <a:pt x="29" y="191"/>
                  </a:cubicBezTo>
                  <a:cubicBezTo>
                    <a:pt x="36" y="191"/>
                    <a:pt x="42" y="186"/>
                    <a:pt x="43" y="179"/>
                  </a:cubicBezTo>
                  <a:cubicBezTo>
                    <a:pt x="51" y="112"/>
                    <a:pt x="51" y="112"/>
                    <a:pt x="51" y="112"/>
                  </a:cubicBezTo>
                  <a:cubicBezTo>
                    <a:pt x="87" y="112"/>
                    <a:pt x="87" y="112"/>
                    <a:pt x="87" y="112"/>
                  </a:cubicBezTo>
                  <a:cubicBezTo>
                    <a:pt x="88" y="112"/>
                    <a:pt x="89" y="112"/>
                    <a:pt x="89" y="112"/>
                  </a:cubicBezTo>
                  <a:close/>
                  <a:moveTo>
                    <a:pt x="89" y="112"/>
                  </a:moveTo>
                  <a:cubicBezTo>
                    <a:pt x="89" y="112"/>
                    <a:pt x="89" y="112"/>
                    <a:pt x="89"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0"/>
            <p:cNvSpPr>
              <a:spLocks noEditPoints="1"/>
            </p:cNvSpPr>
            <p:nvPr/>
          </p:nvSpPr>
          <p:spPr bwMode="auto">
            <a:xfrm>
              <a:off x="3381375" y="3960813"/>
              <a:ext cx="152400" cy="300037"/>
            </a:xfrm>
            <a:custGeom>
              <a:avLst/>
              <a:gdLst/>
              <a:ahLst/>
              <a:cxnLst>
                <a:cxn ang="0">
                  <a:pos x="92" y="114"/>
                </a:cxn>
                <a:cxn ang="0">
                  <a:pos x="92" y="11"/>
                </a:cxn>
                <a:cxn ang="0">
                  <a:pos x="80" y="0"/>
                </a:cxn>
                <a:cxn ang="0">
                  <a:pos x="69" y="11"/>
                </a:cxn>
                <a:cxn ang="0">
                  <a:pos x="69" y="103"/>
                </a:cxn>
                <a:cxn ang="0">
                  <a:pos x="12" y="103"/>
                </a:cxn>
                <a:cxn ang="0">
                  <a:pos x="0" y="114"/>
                </a:cxn>
                <a:cxn ang="0">
                  <a:pos x="6" y="125"/>
                </a:cxn>
                <a:cxn ang="0">
                  <a:pos x="3" y="138"/>
                </a:cxn>
                <a:cxn ang="0">
                  <a:pos x="3" y="170"/>
                </a:cxn>
                <a:cxn ang="0">
                  <a:pos x="12" y="180"/>
                </a:cxn>
                <a:cxn ang="0">
                  <a:pos x="22" y="170"/>
                </a:cxn>
                <a:cxn ang="0">
                  <a:pos x="22" y="138"/>
                </a:cxn>
                <a:cxn ang="0">
                  <a:pos x="30" y="130"/>
                </a:cxn>
                <a:cxn ang="0">
                  <a:pos x="62" y="130"/>
                </a:cxn>
                <a:cxn ang="0">
                  <a:pos x="70" y="138"/>
                </a:cxn>
                <a:cxn ang="0">
                  <a:pos x="70" y="170"/>
                </a:cxn>
                <a:cxn ang="0">
                  <a:pos x="80" y="180"/>
                </a:cxn>
                <a:cxn ang="0">
                  <a:pos x="90" y="170"/>
                </a:cxn>
                <a:cxn ang="0">
                  <a:pos x="90" y="138"/>
                </a:cxn>
                <a:cxn ang="0">
                  <a:pos x="86" y="124"/>
                </a:cxn>
                <a:cxn ang="0">
                  <a:pos x="92" y="114"/>
                </a:cxn>
                <a:cxn ang="0">
                  <a:pos x="92" y="114"/>
                </a:cxn>
                <a:cxn ang="0">
                  <a:pos x="92" y="114"/>
                </a:cxn>
              </a:cxnLst>
              <a:rect l="0" t="0" r="r" b="b"/>
              <a:pathLst>
                <a:path w="92" h="180">
                  <a:moveTo>
                    <a:pt x="92" y="114"/>
                  </a:moveTo>
                  <a:cubicBezTo>
                    <a:pt x="92" y="11"/>
                    <a:pt x="92" y="11"/>
                    <a:pt x="92" y="11"/>
                  </a:cubicBezTo>
                  <a:cubicBezTo>
                    <a:pt x="92" y="5"/>
                    <a:pt x="87" y="0"/>
                    <a:pt x="80" y="0"/>
                  </a:cubicBezTo>
                  <a:cubicBezTo>
                    <a:pt x="74" y="0"/>
                    <a:pt x="69" y="5"/>
                    <a:pt x="69" y="11"/>
                  </a:cubicBezTo>
                  <a:cubicBezTo>
                    <a:pt x="69" y="103"/>
                    <a:pt x="69" y="103"/>
                    <a:pt x="69" y="103"/>
                  </a:cubicBezTo>
                  <a:cubicBezTo>
                    <a:pt x="12" y="103"/>
                    <a:pt x="12" y="103"/>
                    <a:pt x="12" y="103"/>
                  </a:cubicBezTo>
                  <a:cubicBezTo>
                    <a:pt x="5" y="103"/>
                    <a:pt x="0" y="108"/>
                    <a:pt x="0" y="114"/>
                  </a:cubicBezTo>
                  <a:cubicBezTo>
                    <a:pt x="0" y="119"/>
                    <a:pt x="3" y="123"/>
                    <a:pt x="6" y="125"/>
                  </a:cubicBezTo>
                  <a:cubicBezTo>
                    <a:pt x="4" y="128"/>
                    <a:pt x="3" y="133"/>
                    <a:pt x="3" y="138"/>
                  </a:cubicBezTo>
                  <a:cubicBezTo>
                    <a:pt x="3" y="170"/>
                    <a:pt x="3" y="170"/>
                    <a:pt x="3" y="170"/>
                  </a:cubicBezTo>
                  <a:cubicBezTo>
                    <a:pt x="3" y="175"/>
                    <a:pt x="7" y="180"/>
                    <a:pt x="12" y="180"/>
                  </a:cubicBezTo>
                  <a:cubicBezTo>
                    <a:pt x="18" y="180"/>
                    <a:pt x="22" y="175"/>
                    <a:pt x="22" y="170"/>
                  </a:cubicBezTo>
                  <a:cubicBezTo>
                    <a:pt x="22" y="138"/>
                    <a:pt x="22" y="138"/>
                    <a:pt x="22" y="138"/>
                  </a:cubicBezTo>
                  <a:cubicBezTo>
                    <a:pt x="22" y="133"/>
                    <a:pt x="26" y="130"/>
                    <a:pt x="30" y="130"/>
                  </a:cubicBezTo>
                  <a:cubicBezTo>
                    <a:pt x="62" y="130"/>
                    <a:pt x="62" y="130"/>
                    <a:pt x="62" y="130"/>
                  </a:cubicBezTo>
                  <a:cubicBezTo>
                    <a:pt x="67" y="130"/>
                    <a:pt x="70" y="133"/>
                    <a:pt x="70" y="138"/>
                  </a:cubicBezTo>
                  <a:cubicBezTo>
                    <a:pt x="70" y="170"/>
                    <a:pt x="70" y="170"/>
                    <a:pt x="70" y="170"/>
                  </a:cubicBezTo>
                  <a:cubicBezTo>
                    <a:pt x="70" y="175"/>
                    <a:pt x="75" y="180"/>
                    <a:pt x="80" y="180"/>
                  </a:cubicBezTo>
                  <a:cubicBezTo>
                    <a:pt x="85" y="180"/>
                    <a:pt x="90" y="175"/>
                    <a:pt x="90" y="170"/>
                  </a:cubicBezTo>
                  <a:cubicBezTo>
                    <a:pt x="90" y="138"/>
                    <a:pt x="90" y="138"/>
                    <a:pt x="90" y="138"/>
                  </a:cubicBezTo>
                  <a:cubicBezTo>
                    <a:pt x="90" y="133"/>
                    <a:pt x="88" y="128"/>
                    <a:pt x="86" y="124"/>
                  </a:cubicBezTo>
                  <a:cubicBezTo>
                    <a:pt x="89" y="122"/>
                    <a:pt x="92" y="119"/>
                    <a:pt x="92" y="114"/>
                  </a:cubicBezTo>
                  <a:close/>
                  <a:moveTo>
                    <a:pt x="92" y="114"/>
                  </a:moveTo>
                  <a:cubicBezTo>
                    <a:pt x="92" y="114"/>
                    <a:pt x="92" y="114"/>
                    <a:pt x="92"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1"/>
            <p:cNvSpPr>
              <a:spLocks noEditPoints="1"/>
            </p:cNvSpPr>
            <p:nvPr/>
          </p:nvSpPr>
          <p:spPr bwMode="auto">
            <a:xfrm>
              <a:off x="3087688" y="4049713"/>
              <a:ext cx="247650" cy="200025"/>
            </a:xfrm>
            <a:custGeom>
              <a:avLst/>
              <a:gdLst/>
              <a:ahLst/>
              <a:cxnLst>
                <a:cxn ang="0">
                  <a:pos x="150" y="11"/>
                </a:cxn>
                <a:cxn ang="0">
                  <a:pos x="139" y="0"/>
                </a:cxn>
                <a:cxn ang="0">
                  <a:pos x="11" y="0"/>
                </a:cxn>
                <a:cxn ang="0">
                  <a:pos x="0" y="11"/>
                </a:cxn>
                <a:cxn ang="0">
                  <a:pos x="11" y="22"/>
                </a:cxn>
                <a:cxn ang="0">
                  <a:pos x="26" y="22"/>
                </a:cxn>
                <a:cxn ang="0">
                  <a:pos x="26" y="120"/>
                </a:cxn>
                <a:cxn ang="0">
                  <a:pos x="124" y="120"/>
                </a:cxn>
                <a:cxn ang="0">
                  <a:pos x="124" y="22"/>
                </a:cxn>
                <a:cxn ang="0">
                  <a:pos x="139" y="22"/>
                </a:cxn>
                <a:cxn ang="0">
                  <a:pos x="150" y="11"/>
                </a:cxn>
                <a:cxn ang="0">
                  <a:pos x="150" y="11"/>
                </a:cxn>
                <a:cxn ang="0">
                  <a:pos x="150" y="11"/>
                </a:cxn>
              </a:cxnLst>
              <a:rect l="0" t="0" r="r" b="b"/>
              <a:pathLst>
                <a:path w="150" h="120">
                  <a:moveTo>
                    <a:pt x="150" y="11"/>
                  </a:moveTo>
                  <a:cubicBezTo>
                    <a:pt x="150" y="5"/>
                    <a:pt x="145" y="0"/>
                    <a:pt x="139" y="0"/>
                  </a:cubicBezTo>
                  <a:cubicBezTo>
                    <a:pt x="11" y="0"/>
                    <a:pt x="11" y="0"/>
                    <a:pt x="11" y="0"/>
                  </a:cubicBezTo>
                  <a:cubicBezTo>
                    <a:pt x="5" y="0"/>
                    <a:pt x="0" y="5"/>
                    <a:pt x="0" y="11"/>
                  </a:cubicBezTo>
                  <a:cubicBezTo>
                    <a:pt x="0" y="17"/>
                    <a:pt x="5" y="22"/>
                    <a:pt x="11" y="22"/>
                  </a:cubicBezTo>
                  <a:cubicBezTo>
                    <a:pt x="26" y="22"/>
                    <a:pt x="26" y="22"/>
                    <a:pt x="26" y="22"/>
                  </a:cubicBezTo>
                  <a:cubicBezTo>
                    <a:pt x="26" y="120"/>
                    <a:pt x="26" y="120"/>
                    <a:pt x="26" y="120"/>
                  </a:cubicBezTo>
                  <a:cubicBezTo>
                    <a:pt x="124" y="120"/>
                    <a:pt x="124" y="120"/>
                    <a:pt x="124" y="120"/>
                  </a:cubicBezTo>
                  <a:cubicBezTo>
                    <a:pt x="124" y="22"/>
                    <a:pt x="124" y="22"/>
                    <a:pt x="124" y="22"/>
                  </a:cubicBezTo>
                  <a:cubicBezTo>
                    <a:pt x="139" y="22"/>
                    <a:pt x="139" y="22"/>
                    <a:pt x="139" y="22"/>
                  </a:cubicBezTo>
                  <a:cubicBezTo>
                    <a:pt x="145" y="22"/>
                    <a:pt x="150" y="17"/>
                    <a:pt x="150" y="11"/>
                  </a:cubicBezTo>
                  <a:close/>
                  <a:moveTo>
                    <a:pt x="150" y="11"/>
                  </a:moveTo>
                  <a:cubicBezTo>
                    <a:pt x="150" y="11"/>
                    <a:pt x="150" y="11"/>
                    <a:pt x="150" y="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2"/>
            <p:cNvSpPr>
              <a:spLocks noEditPoints="1"/>
            </p:cNvSpPr>
            <p:nvPr/>
          </p:nvSpPr>
          <p:spPr bwMode="auto">
            <a:xfrm>
              <a:off x="3071813" y="3733800"/>
              <a:ext cx="206375" cy="153987"/>
            </a:xfrm>
            <a:custGeom>
              <a:avLst/>
              <a:gdLst/>
              <a:ahLst/>
              <a:cxnLst>
                <a:cxn ang="0">
                  <a:pos x="8" y="77"/>
                </a:cxn>
                <a:cxn ang="0">
                  <a:pos x="11" y="77"/>
                </a:cxn>
                <a:cxn ang="0">
                  <a:pos x="4" y="93"/>
                </a:cxn>
                <a:cxn ang="0">
                  <a:pos x="23" y="77"/>
                </a:cxn>
                <a:cxn ang="0">
                  <a:pos x="41" y="77"/>
                </a:cxn>
                <a:cxn ang="0">
                  <a:pos x="41" y="69"/>
                </a:cxn>
                <a:cxn ang="0">
                  <a:pos x="50" y="61"/>
                </a:cxn>
                <a:cxn ang="0">
                  <a:pos x="124" y="61"/>
                </a:cxn>
                <a:cxn ang="0">
                  <a:pos x="124" y="8"/>
                </a:cxn>
                <a:cxn ang="0">
                  <a:pos x="116" y="0"/>
                </a:cxn>
                <a:cxn ang="0">
                  <a:pos x="8" y="0"/>
                </a:cxn>
                <a:cxn ang="0">
                  <a:pos x="0" y="8"/>
                </a:cxn>
                <a:cxn ang="0">
                  <a:pos x="0" y="69"/>
                </a:cxn>
                <a:cxn ang="0">
                  <a:pos x="8" y="77"/>
                </a:cxn>
                <a:cxn ang="0">
                  <a:pos x="87" y="27"/>
                </a:cxn>
                <a:cxn ang="0">
                  <a:pos x="95" y="35"/>
                </a:cxn>
                <a:cxn ang="0">
                  <a:pos x="87" y="43"/>
                </a:cxn>
                <a:cxn ang="0">
                  <a:pos x="79" y="35"/>
                </a:cxn>
                <a:cxn ang="0">
                  <a:pos x="87" y="27"/>
                </a:cxn>
                <a:cxn ang="0">
                  <a:pos x="62" y="27"/>
                </a:cxn>
                <a:cxn ang="0">
                  <a:pos x="70" y="35"/>
                </a:cxn>
                <a:cxn ang="0">
                  <a:pos x="62" y="43"/>
                </a:cxn>
                <a:cxn ang="0">
                  <a:pos x="54" y="35"/>
                </a:cxn>
                <a:cxn ang="0">
                  <a:pos x="62" y="27"/>
                </a:cxn>
                <a:cxn ang="0">
                  <a:pos x="36" y="27"/>
                </a:cxn>
                <a:cxn ang="0">
                  <a:pos x="44" y="35"/>
                </a:cxn>
                <a:cxn ang="0">
                  <a:pos x="36" y="43"/>
                </a:cxn>
                <a:cxn ang="0">
                  <a:pos x="28" y="35"/>
                </a:cxn>
                <a:cxn ang="0">
                  <a:pos x="36" y="27"/>
                </a:cxn>
                <a:cxn ang="0">
                  <a:pos x="36" y="27"/>
                </a:cxn>
                <a:cxn ang="0">
                  <a:pos x="36" y="27"/>
                </a:cxn>
              </a:cxnLst>
              <a:rect l="0" t="0" r="r" b="b"/>
              <a:pathLst>
                <a:path w="124" h="93">
                  <a:moveTo>
                    <a:pt x="8" y="77"/>
                  </a:moveTo>
                  <a:cubicBezTo>
                    <a:pt x="11" y="77"/>
                    <a:pt x="11" y="77"/>
                    <a:pt x="11" y="77"/>
                  </a:cubicBezTo>
                  <a:cubicBezTo>
                    <a:pt x="4" y="93"/>
                    <a:pt x="4" y="93"/>
                    <a:pt x="4" y="93"/>
                  </a:cubicBezTo>
                  <a:cubicBezTo>
                    <a:pt x="23" y="77"/>
                    <a:pt x="23" y="77"/>
                    <a:pt x="23" y="77"/>
                  </a:cubicBezTo>
                  <a:cubicBezTo>
                    <a:pt x="41" y="77"/>
                    <a:pt x="41" y="77"/>
                    <a:pt x="41" y="77"/>
                  </a:cubicBezTo>
                  <a:cubicBezTo>
                    <a:pt x="41" y="69"/>
                    <a:pt x="41" y="69"/>
                    <a:pt x="41" y="69"/>
                  </a:cubicBezTo>
                  <a:cubicBezTo>
                    <a:pt x="41" y="65"/>
                    <a:pt x="45" y="61"/>
                    <a:pt x="50" y="61"/>
                  </a:cubicBezTo>
                  <a:cubicBezTo>
                    <a:pt x="124" y="61"/>
                    <a:pt x="124" y="61"/>
                    <a:pt x="124" y="61"/>
                  </a:cubicBezTo>
                  <a:cubicBezTo>
                    <a:pt x="124" y="8"/>
                    <a:pt x="124" y="8"/>
                    <a:pt x="124" y="8"/>
                  </a:cubicBezTo>
                  <a:cubicBezTo>
                    <a:pt x="124" y="4"/>
                    <a:pt x="120" y="0"/>
                    <a:pt x="116" y="0"/>
                  </a:cubicBezTo>
                  <a:cubicBezTo>
                    <a:pt x="8" y="0"/>
                    <a:pt x="8" y="0"/>
                    <a:pt x="8" y="0"/>
                  </a:cubicBezTo>
                  <a:cubicBezTo>
                    <a:pt x="3" y="0"/>
                    <a:pt x="0" y="4"/>
                    <a:pt x="0" y="8"/>
                  </a:cubicBezTo>
                  <a:cubicBezTo>
                    <a:pt x="0" y="69"/>
                    <a:pt x="0" y="69"/>
                    <a:pt x="0" y="69"/>
                  </a:cubicBezTo>
                  <a:cubicBezTo>
                    <a:pt x="0" y="73"/>
                    <a:pt x="3" y="77"/>
                    <a:pt x="8" y="77"/>
                  </a:cubicBezTo>
                  <a:close/>
                  <a:moveTo>
                    <a:pt x="87" y="27"/>
                  </a:moveTo>
                  <a:cubicBezTo>
                    <a:pt x="92" y="27"/>
                    <a:pt x="95" y="31"/>
                    <a:pt x="95" y="35"/>
                  </a:cubicBezTo>
                  <a:cubicBezTo>
                    <a:pt x="95" y="40"/>
                    <a:pt x="92" y="43"/>
                    <a:pt x="87" y="43"/>
                  </a:cubicBezTo>
                  <a:cubicBezTo>
                    <a:pt x="83" y="43"/>
                    <a:pt x="79" y="40"/>
                    <a:pt x="79" y="35"/>
                  </a:cubicBezTo>
                  <a:cubicBezTo>
                    <a:pt x="79" y="31"/>
                    <a:pt x="83" y="27"/>
                    <a:pt x="87" y="27"/>
                  </a:cubicBezTo>
                  <a:close/>
                  <a:moveTo>
                    <a:pt x="62" y="27"/>
                  </a:moveTo>
                  <a:cubicBezTo>
                    <a:pt x="67" y="27"/>
                    <a:pt x="70" y="31"/>
                    <a:pt x="70" y="35"/>
                  </a:cubicBezTo>
                  <a:cubicBezTo>
                    <a:pt x="70" y="40"/>
                    <a:pt x="67" y="43"/>
                    <a:pt x="62" y="43"/>
                  </a:cubicBezTo>
                  <a:cubicBezTo>
                    <a:pt x="58" y="43"/>
                    <a:pt x="54" y="40"/>
                    <a:pt x="54" y="35"/>
                  </a:cubicBezTo>
                  <a:cubicBezTo>
                    <a:pt x="54" y="31"/>
                    <a:pt x="58" y="27"/>
                    <a:pt x="62" y="27"/>
                  </a:cubicBezTo>
                  <a:close/>
                  <a:moveTo>
                    <a:pt x="36" y="27"/>
                  </a:moveTo>
                  <a:cubicBezTo>
                    <a:pt x="41" y="27"/>
                    <a:pt x="44" y="31"/>
                    <a:pt x="44" y="35"/>
                  </a:cubicBezTo>
                  <a:cubicBezTo>
                    <a:pt x="44" y="40"/>
                    <a:pt x="41" y="43"/>
                    <a:pt x="36" y="43"/>
                  </a:cubicBezTo>
                  <a:cubicBezTo>
                    <a:pt x="32" y="43"/>
                    <a:pt x="28" y="40"/>
                    <a:pt x="28" y="35"/>
                  </a:cubicBezTo>
                  <a:cubicBezTo>
                    <a:pt x="28" y="31"/>
                    <a:pt x="32" y="27"/>
                    <a:pt x="36" y="27"/>
                  </a:cubicBezTo>
                  <a:close/>
                  <a:moveTo>
                    <a:pt x="36" y="27"/>
                  </a:moveTo>
                  <a:cubicBezTo>
                    <a:pt x="36" y="27"/>
                    <a:pt x="36" y="27"/>
                    <a:pt x="36" y="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3"/>
            <p:cNvSpPr>
              <a:spLocks noEditPoints="1"/>
            </p:cNvSpPr>
            <p:nvPr/>
          </p:nvSpPr>
          <p:spPr bwMode="auto">
            <a:xfrm>
              <a:off x="3149600" y="3844925"/>
              <a:ext cx="207963" cy="155575"/>
            </a:xfrm>
            <a:custGeom>
              <a:avLst/>
              <a:gdLst/>
              <a:ahLst/>
              <a:cxnLst>
                <a:cxn ang="0">
                  <a:pos x="0" y="9"/>
                </a:cxn>
                <a:cxn ang="0">
                  <a:pos x="0" y="69"/>
                </a:cxn>
                <a:cxn ang="0">
                  <a:pos x="9" y="77"/>
                </a:cxn>
                <a:cxn ang="0">
                  <a:pos x="102" y="77"/>
                </a:cxn>
                <a:cxn ang="0">
                  <a:pos x="120" y="93"/>
                </a:cxn>
                <a:cxn ang="0">
                  <a:pos x="114" y="77"/>
                </a:cxn>
                <a:cxn ang="0">
                  <a:pos x="116" y="77"/>
                </a:cxn>
                <a:cxn ang="0">
                  <a:pos x="125" y="69"/>
                </a:cxn>
                <a:cxn ang="0">
                  <a:pos x="125" y="9"/>
                </a:cxn>
                <a:cxn ang="0">
                  <a:pos x="116" y="0"/>
                </a:cxn>
                <a:cxn ang="0">
                  <a:pos x="9" y="0"/>
                </a:cxn>
                <a:cxn ang="0">
                  <a:pos x="0" y="9"/>
                </a:cxn>
                <a:cxn ang="0">
                  <a:pos x="88" y="29"/>
                </a:cxn>
                <a:cxn ang="0">
                  <a:pos x="96" y="37"/>
                </a:cxn>
                <a:cxn ang="0">
                  <a:pos x="88" y="45"/>
                </a:cxn>
                <a:cxn ang="0">
                  <a:pos x="80" y="37"/>
                </a:cxn>
                <a:cxn ang="0">
                  <a:pos x="88" y="29"/>
                </a:cxn>
                <a:cxn ang="0">
                  <a:pos x="63" y="29"/>
                </a:cxn>
                <a:cxn ang="0">
                  <a:pos x="71" y="37"/>
                </a:cxn>
                <a:cxn ang="0">
                  <a:pos x="63" y="45"/>
                </a:cxn>
                <a:cxn ang="0">
                  <a:pos x="55" y="37"/>
                </a:cxn>
                <a:cxn ang="0">
                  <a:pos x="63" y="29"/>
                </a:cxn>
                <a:cxn ang="0">
                  <a:pos x="37" y="29"/>
                </a:cxn>
                <a:cxn ang="0">
                  <a:pos x="45" y="37"/>
                </a:cxn>
                <a:cxn ang="0">
                  <a:pos x="37" y="45"/>
                </a:cxn>
                <a:cxn ang="0">
                  <a:pos x="29" y="37"/>
                </a:cxn>
                <a:cxn ang="0">
                  <a:pos x="37" y="29"/>
                </a:cxn>
                <a:cxn ang="0">
                  <a:pos x="37" y="29"/>
                </a:cxn>
                <a:cxn ang="0">
                  <a:pos x="37" y="29"/>
                </a:cxn>
              </a:cxnLst>
              <a:rect l="0" t="0" r="r" b="b"/>
              <a:pathLst>
                <a:path w="125" h="93">
                  <a:moveTo>
                    <a:pt x="0" y="9"/>
                  </a:moveTo>
                  <a:cubicBezTo>
                    <a:pt x="0" y="69"/>
                    <a:pt x="0" y="69"/>
                    <a:pt x="0" y="69"/>
                  </a:cubicBezTo>
                  <a:cubicBezTo>
                    <a:pt x="0" y="74"/>
                    <a:pt x="4" y="77"/>
                    <a:pt x="9" y="77"/>
                  </a:cubicBezTo>
                  <a:cubicBezTo>
                    <a:pt x="102" y="77"/>
                    <a:pt x="102" y="77"/>
                    <a:pt x="102" y="77"/>
                  </a:cubicBezTo>
                  <a:cubicBezTo>
                    <a:pt x="120" y="93"/>
                    <a:pt x="120" y="93"/>
                    <a:pt x="120" y="93"/>
                  </a:cubicBezTo>
                  <a:cubicBezTo>
                    <a:pt x="114" y="77"/>
                    <a:pt x="114" y="77"/>
                    <a:pt x="114" y="77"/>
                  </a:cubicBezTo>
                  <a:cubicBezTo>
                    <a:pt x="116" y="77"/>
                    <a:pt x="116" y="77"/>
                    <a:pt x="116" y="77"/>
                  </a:cubicBezTo>
                  <a:cubicBezTo>
                    <a:pt x="121" y="77"/>
                    <a:pt x="125" y="74"/>
                    <a:pt x="125" y="69"/>
                  </a:cubicBezTo>
                  <a:cubicBezTo>
                    <a:pt x="125" y="9"/>
                    <a:pt x="125" y="9"/>
                    <a:pt x="125" y="9"/>
                  </a:cubicBezTo>
                  <a:cubicBezTo>
                    <a:pt x="125" y="4"/>
                    <a:pt x="121" y="0"/>
                    <a:pt x="116" y="0"/>
                  </a:cubicBezTo>
                  <a:cubicBezTo>
                    <a:pt x="9" y="0"/>
                    <a:pt x="9" y="0"/>
                    <a:pt x="9" y="0"/>
                  </a:cubicBezTo>
                  <a:cubicBezTo>
                    <a:pt x="4" y="0"/>
                    <a:pt x="0" y="4"/>
                    <a:pt x="0" y="9"/>
                  </a:cubicBezTo>
                  <a:close/>
                  <a:moveTo>
                    <a:pt x="88" y="29"/>
                  </a:moveTo>
                  <a:cubicBezTo>
                    <a:pt x="93" y="29"/>
                    <a:pt x="96" y="33"/>
                    <a:pt x="96" y="37"/>
                  </a:cubicBezTo>
                  <a:cubicBezTo>
                    <a:pt x="96" y="41"/>
                    <a:pt x="93" y="45"/>
                    <a:pt x="88" y="45"/>
                  </a:cubicBezTo>
                  <a:cubicBezTo>
                    <a:pt x="84" y="45"/>
                    <a:pt x="80" y="41"/>
                    <a:pt x="80" y="37"/>
                  </a:cubicBezTo>
                  <a:cubicBezTo>
                    <a:pt x="80" y="33"/>
                    <a:pt x="84" y="29"/>
                    <a:pt x="88" y="29"/>
                  </a:cubicBezTo>
                  <a:close/>
                  <a:moveTo>
                    <a:pt x="63" y="29"/>
                  </a:moveTo>
                  <a:cubicBezTo>
                    <a:pt x="67" y="29"/>
                    <a:pt x="71" y="33"/>
                    <a:pt x="71" y="37"/>
                  </a:cubicBezTo>
                  <a:cubicBezTo>
                    <a:pt x="71" y="41"/>
                    <a:pt x="67" y="45"/>
                    <a:pt x="63" y="45"/>
                  </a:cubicBezTo>
                  <a:cubicBezTo>
                    <a:pt x="59" y="45"/>
                    <a:pt x="55" y="41"/>
                    <a:pt x="55" y="37"/>
                  </a:cubicBezTo>
                  <a:cubicBezTo>
                    <a:pt x="55" y="33"/>
                    <a:pt x="59" y="29"/>
                    <a:pt x="63" y="29"/>
                  </a:cubicBezTo>
                  <a:close/>
                  <a:moveTo>
                    <a:pt x="37" y="29"/>
                  </a:moveTo>
                  <a:cubicBezTo>
                    <a:pt x="41" y="29"/>
                    <a:pt x="45" y="33"/>
                    <a:pt x="45" y="37"/>
                  </a:cubicBezTo>
                  <a:cubicBezTo>
                    <a:pt x="45" y="41"/>
                    <a:pt x="41" y="45"/>
                    <a:pt x="37" y="45"/>
                  </a:cubicBezTo>
                  <a:cubicBezTo>
                    <a:pt x="32" y="45"/>
                    <a:pt x="29" y="41"/>
                    <a:pt x="29" y="37"/>
                  </a:cubicBezTo>
                  <a:cubicBezTo>
                    <a:pt x="29" y="33"/>
                    <a:pt x="32" y="29"/>
                    <a:pt x="37" y="29"/>
                  </a:cubicBezTo>
                  <a:close/>
                  <a:moveTo>
                    <a:pt x="37" y="29"/>
                  </a:moveTo>
                  <a:cubicBezTo>
                    <a:pt x="37" y="29"/>
                    <a:pt x="37" y="29"/>
                    <a:pt x="37"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22"/>
          <p:cNvGrpSpPr/>
          <p:nvPr/>
        </p:nvGrpSpPr>
        <p:grpSpPr>
          <a:xfrm>
            <a:off x="2946693" y="1387520"/>
            <a:ext cx="763561" cy="786354"/>
            <a:chOff x="3681413" y="3632200"/>
            <a:chExt cx="638175" cy="657225"/>
          </a:xfrm>
          <a:solidFill>
            <a:schemeClr val="tx1">
              <a:lumMod val="75000"/>
              <a:lumOff val="25000"/>
            </a:schemeClr>
          </a:solidFill>
        </p:grpSpPr>
        <p:sp>
          <p:nvSpPr>
            <p:cNvPr id="24" name="Freeform 14"/>
            <p:cNvSpPr>
              <a:spLocks noEditPoints="1"/>
            </p:cNvSpPr>
            <p:nvPr/>
          </p:nvSpPr>
          <p:spPr bwMode="auto">
            <a:xfrm>
              <a:off x="3976688" y="3681413"/>
              <a:ext cx="342900" cy="533400"/>
            </a:xfrm>
            <a:custGeom>
              <a:avLst/>
              <a:gdLst/>
              <a:ahLst/>
              <a:cxnLst>
                <a:cxn ang="0">
                  <a:pos x="135" y="53"/>
                </a:cxn>
                <a:cxn ang="0">
                  <a:pos x="134" y="52"/>
                </a:cxn>
                <a:cxn ang="0">
                  <a:pos x="121" y="47"/>
                </a:cxn>
                <a:cxn ang="0">
                  <a:pos x="112" y="56"/>
                </a:cxn>
                <a:cxn ang="0">
                  <a:pos x="103" y="46"/>
                </a:cxn>
                <a:cxn ang="0">
                  <a:pos x="103" y="46"/>
                </a:cxn>
                <a:cxn ang="0">
                  <a:pos x="91" y="52"/>
                </a:cxn>
                <a:cxn ang="0">
                  <a:pos x="88" y="53"/>
                </a:cxn>
                <a:cxn ang="0">
                  <a:pos x="71" y="55"/>
                </a:cxn>
                <a:cxn ang="0">
                  <a:pos x="29" y="9"/>
                </a:cxn>
                <a:cxn ang="0">
                  <a:pos x="22" y="2"/>
                </a:cxn>
                <a:cxn ang="0">
                  <a:pos x="18" y="1"/>
                </a:cxn>
                <a:cxn ang="0">
                  <a:pos x="10" y="2"/>
                </a:cxn>
                <a:cxn ang="0">
                  <a:pos x="3" y="21"/>
                </a:cxn>
                <a:cxn ang="0">
                  <a:pos x="12" y="36"/>
                </a:cxn>
                <a:cxn ang="0">
                  <a:pos x="16" y="41"/>
                </a:cxn>
                <a:cxn ang="0">
                  <a:pos x="63" y="82"/>
                </a:cxn>
                <a:cxn ang="0">
                  <a:pos x="75" y="84"/>
                </a:cxn>
                <a:cxn ang="0">
                  <a:pos x="75" y="158"/>
                </a:cxn>
                <a:cxn ang="0">
                  <a:pos x="77" y="168"/>
                </a:cxn>
                <a:cxn ang="0">
                  <a:pos x="77" y="170"/>
                </a:cxn>
                <a:cxn ang="0">
                  <a:pos x="77" y="305"/>
                </a:cxn>
                <a:cxn ang="0">
                  <a:pos x="93" y="321"/>
                </a:cxn>
                <a:cxn ang="0">
                  <a:pos x="110" y="305"/>
                </a:cxn>
                <a:cxn ang="0">
                  <a:pos x="110" y="190"/>
                </a:cxn>
                <a:cxn ang="0">
                  <a:pos x="112" y="190"/>
                </a:cxn>
                <a:cxn ang="0">
                  <a:pos x="112" y="190"/>
                </a:cxn>
                <a:cxn ang="0">
                  <a:pos x="112" y="305"/>
                </a:cxn>
                <a:cxn ang="0">
                  <a:pos x="129" y="321"/>
                </a:cxn>
                <a:cxn ang="0">
                  <a:pos x="129" y="321"/>
                </a:cxn>
                <a:cxn ang="0">
                  <a:pos x="146" y="305"/>
                </a:cxn>
                <a:cxn ang="0">
                  <a:pos x="146" y="173"/>
                </a:cxn>
                <a:cxn ang="0">
                  <a:pos x="149" y="175"/>
                </a:cxn>
                <a:cxn ang="0">
                  <a:pos x="155" y="177"/>
                </a:cxn>
                <a:cxn ang="0">
                  <a:pos x="168" y="170"/>
                </a:cxn>
                <a:cxn ang="0">
                  <a:pos x="135" y="53"/>
                </a:cxn>
                <a:cxn ang="0">
                  <a:pos x="112" y="127"/>
                </a:cxn>
                <a:cxn ang="0">
                  <a:pos x="112" y="127"/>
                </a:cxn>
                <a:cxn ang="0">
                  <a:pos x="103" y="115"/>
                </a:cxn>
                <a:cxn ang="0">
                  <a:pos x="112" y="57"/>
                </a:cxn>
                <a:cxn ang="0">
                  <a:pos x="112" y="57"/>
                </a:cxn>
                <a:cxn ang="0">
                  <a:pos x="121" y="115"/>
                </a:cxn>
                <a:cxn ang="0">
                  <a:pos x="112" y="127"/>
                </a:cxn>
                <a:cxn ang="0">
                  <a:pos x="149" y="143"/>
                </a:cxn>
                <a:cxn ang="0">
                  <a:pos x="149" y="103"/>
                </a:cxn>
                <a:cxn ang="0">
                  <a:pos x="149" y="143"/>
                </a:cxn>
                <a:cxn ang="0">
                  <a:pos x="149" y="143"/>
                </a:cxn>
                <a:cxn ang="0">
                  <a:pos x="149" y="143"/>
                </a:cxn>
              </a:cxnLst>
              <a:rect l="0" t="0" r="r" b="b"/>
              <a:pathLst>
                <a:path w="207" h="321">
                  <a:moveTo>
                    <a:pt x="135" y="53"/>
                  </a:moveTo>
                  <a:cubicBezTo>
                    <a:pt x="135" y="53"/>
                    <a:pt x="134" y="52"/>
                    <a:pt x="134" y="52"/>
                  </a:cubicBezTo>
                  <a:cubicBezTo>
                    <a:pt x="130" y="50"/>
                    <a:pt x="126" y="48"/>
                    <a:pt x="121" y="47"/>
                  </a:cubicBezTo>
                  <a:cubicBezTo>
                    <a:pt x="112" y="56"/>
                    <a:pt x="112" y="56"/>
                    <a:pt x="112" y="56"/>
                  </a:cubicBezTo>
                  <a:cubicBezTo>
                    <a:pt x="103" y="46"/>
                    <a:pt x="103" y="46"/>
                    <a:pt x="103" y="46"/>
                  </a:cubicBezTo>
                  <a:cubicBezTo>
                    <a:pt x="103" y="46"/>
                    <a:pt x="103" y="46"/>
                    <a:pt x="103" y="46"/>
                  </a:cubicBezTo>
                  <a:cubicBezTo>
                    <a:pt x="99" y="48"/>
                    <a:pt x="95" y="49"/>
                    <a:pt x="91" y="52"/>
                  </a:cubicBezTo>
                  <a:cubicBezTo>
                    <a:pt x="90" y="52"/>
                    <a:pt x="89" y="52"/>
                    <a:pt x="88" y="53"/>
                  </a:cubicBezTo>
                  <a:cubicBezTo>
                    <a:pt x="82" y="56"/>
                    <a:pt x="77" y="57"/>
                    <a:pt x="71" y="55"/>
                  </a:cubicBezTo>
                  <a:cubicBezTo>
                    <a:pt x="52" y="49"/>
                    <a:pt x="34" y="19"/>
                    <a:pt x="29" y="9"/>
                  </a:cubicBezTo>
                  <a:cubicBezTo>
                    <a:pt x="27" y="6"/>
                    <a:pt x="25" y="4"/>
                    <a:pt x="22" y="2"/>
                  </a:cubicBezTo>
                  <a:cubicBezTo>
                    <a:pt x="18" y="1"/>
                    <a:pt x="18" y="1"/>
                    <a:pt x="18" y="1"/>
                  </a:cubicBezTo>
                  <a:cubicBezTo>
                    <a:pt x="16" y="0"/>
                    <a:pt x="13" y="1"/>
                    <a:pt x="10" y="2"/>
                  </a:cubicBezTo>
                  <a:cubicBezTo>
                    <a:pt x="3" y="5"/>
                    <a:pt x="0" y="14"/>
                    <a:pt x="3" y="21"/>
                  </a:cubicBezTo>
                  <a:cubicBezTo>
                    <a:pt x="4" y="23"/>
                    <a:pt x="7" y="29"/>
                    <a:pt x="12" y="36"/>
                  </a:cubicBezTo>
                  <a:cubicBezTo>
                    <a:pt x="16" y="41"/>
                    <a:pt x="16" y="41"/>
                    <a:pt x="16" y="41"/>
                  </a:cubicBezTo>
                  <a:cubicBezTo>
                    <a:pt x="26" y="56"/>
                    <a:pt x="42" y="75"/>
                    <a:pt x="63" y="82"/>
                  </a:cubicBezTo>
                  <a:cubicBezTo>
                    <a:pt x="67" y="83"/>
                    <a:pt x="71" y="84"/>
                    <a:pt x="75" y="84"/>
                  </a:cubicBezTo>
                  <a:cubicBezTo>
                    <a:pt x="75" y="158"/>
                    <a:pt x="75" y="158"/>
                    <a:pt x="75" y="158"/>
                  </a:cubicBezTo>
                  <a:cubicBezTo>
                    <a:pt x="75" y="162"/>
                    <a:pt x="76" y="165"/>
                    <a:pt x="77" y="168"/>
                  </a:cubicBezTo>
                  <a:cubicBezTo>
                    <a:pt x="77" y="169"/>
                    <a:pt x="77" y="170"/>
                    <a:pt x="77" y="170"/>
                  </a:cubicBezTo>
                  <a:cubicBezTo>
                    <a:pt x="77" y="305"/>
                    <a:pt x="77" y="305"/>
                    <a:pt x="77" y="305"/>
                  </a:cubicBezTo>
                  <a:cubicBezTo>
                    <a:pt x="77" y="314"/>
                    <a:pt x="84" y="321"/>
                    <a:pt x="93" y="321"/>
                  </a:cubicBezTo>
                  <a:cubicBezTo>
                    <a:pt x="103" y="321"/>
                    <a:pt x="110" y="314"/>
                    <a:pt x="110" y="305"/>
                  </a:cubicBezTo>
                  <a:cubicBezTo>
                    <a:pt x="110" y="190"/>
                    <a:pt x="110" y="190"/>
                    <a:pt x="110" y="190"/>
                  </a:cubicBezTo>
                  <a:cubicBezTo>
                    <a:pt x="111" y="190"/>
                    <a:pt x="111" y="190"/>
                    <a:pt x="112" y="190"/>
                  </a:cubicBezTo>
                  <a:cubicBezTo>
                    <a:pt x="112" y="190"/>
                    <a:pt x="112" y="190"/>
                    <a:pt x="112" y="190"/>
                  </a:cubicBezTo>
                  <a:cubicBezTo>
                    <a:pt x="112" y="305"/>
                    <a:pt x="112" y="305"/>
                    <a:pt x="112" y="305"/>
                  </a:cubicBezTo>
                  <a:cubicBezTo>
                    <a:pt x="112" y="314"/>
                    <a:pt x="120" y="321"/>
                    <a:pt x="129" y="321"/>
                  </a:cubicBezTo>
                  <a:cubicBezTo>
                    <a:pt x="129" y="321"/>
                    <a:pt x="129" y="321"/>
                    <a:pt x="129" y="321"/>
                  </a:cubicBezTo>
                  <a:cubicBezTo>
                    <a:pt x="138" y="321"/>
                    <a:pt x="146" y="314"/>
                    <a:pt x="146" y="305"/>
                  </a:cubicBezTo>
                  <a:cubicBezTo>
                    <a:pt x="146" y="173"/>
                    <a:pt x="146" y="173"/>
                    <a:pt x="146" y="173"/>
                  </a:cubicBezTo>
                  <a:cubicBezTo>
                    <a:pt x="146" y="174"/>
                    <a:pt x="147" y="175"/>
                    <a:pt x="149" y="175"/>
                  </a:cubicBezTo>
                  <a:cubicBezTo>
                    <a:pt x="151" y="176"/>
                    <a:pt x="153" y="177"/>
                    <a:pt x="155" y="177"/>
                  </a:cubicBezTo>
                  <a:cubicBezTo>
                    <a:pt x="160" y="177"/>
                    <a:pt x="165" y="174"/>
                    <a:pt x="168" y="170"/>
                  </a:cubicBezTo>
                  <a:cubicBezTo>
                    <a:pt x="207" y="97"/>
                    <a:pt x="153" y="64"/>
                    <a:pt x="135" y="53"/>
                  </a:cubicBezTo>
                  <a:close/>
                  <a:moveTo>
                    <a:pt x="112" y="127"/>
                  </a:moveTo>
                  <a:cubicBezTo>
                    <a:pt x="112" y="127"/>
                    <a:pt x="112" y="127"/>
                    <a:pt x="112" y="127"/>
                  </a:cubicBezTo>
                  <a:cubicBezTo>
                    <a:pt x="103" y="115"/>
                    <a:pt x="103" y="115"/>
                    <a:pt x="103" y="115"/>
                  </a:cubicBezTo>
                  <a:cubicBezTo>
                    <a:pt x="112" y="57"/>
                    <a:pt x="112" y="57"/>
                    <a:pt x="112" y="57"/>
                  </a:cubicBezTo>
                  <a:cubicBezTo>
                    <a:pt x="112" y="57"/>
                    <a:pt x="112" y="57"/>
                    <a:pt x="112" y="57"/>
                  </a:cubicBezTo>
                  <a:cubicBezTo>
                    <a:pt x="121" y="115"/>
                    <a:pt x="121" y="115"/>
                    <a:pt x="121" y="115"/>
                  </a:cubicBezTo>
                  <a:lnTo>
                    <a:pt x="112" y="127"/>
                  </a:lnTo>
                  <a:close/>
                  <a:moveTo>
                    <a:pt x="149" y="143"/>
                  </a:moveTo>
                  <a:cubicBezTo>
                    <a:pt x="149" y="103"/>
                    <a:pt x="149" y="103"/>
                    <a:pt x="149" y="103"/>
                  </a:cubicBezTo>
                  <a:cubicBezTo>
                    <a:pt x="154" y="113"/>
                    <a:pt x="156" y="126"/>
                    <a:pt x="149" y="143"/>
                  </a:cubicBezTo>
                  <a:close/>
                  <a:moveTo>
                    <a:pt x="149" y="143"/>
                  </a:moveTo>
                  <a:cubicBezTo>
                    <a:pt x="149" y="143"/>
                    <a:pt x="149" y="143"/>
                    <a:pt x="149"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5"/>
            <p:cNvSpPr>
              <a:spLocks noEditPoints="1"/>
            </p:cNvSpPr>
            <p:nvPr/>
          </p:nvSpPr>
          <p:spPr bwMode="auto">
            <a:xfrm>
              <a:off x="4102100" y="3633788"/>
              <a:ext cx="119063" cy="120650"/>
            </a:xfrm>
            <a:custGeom>
              <a:avLst/>
              <a:gdLst/>
              <a:ahLst/>
              <a:cxnLst>
                <a:cxn ang="0">
                  <a:pos x="72" y="36"/>
                </a:cxn>
                <a:cxn ang="0">
                  <a:pos x="36" y="72"/>
                </a:cxn>
                <a:cxn ang="0">
                  <a:pos x="0" y="36"/>
                </a:cxn>
                <a:cxn ang="0">
                  <a:pos x="36" y="0"/>
                </a:cxn>
                <a:cxn ang="0">
                  <a:pos x="72" y="36"/>
                </a:cxn>
                <a:cxn ang="0">
                  <a:pos x="72" y="36"/>
                </a:cxn>
                <a:cxn ang="0">
                  <a:pos x="72" y="36"/>
                </a:cxn>
              </a:cxnLst>
              <a:rect l="0" t="0" r="r" b="b"/>
              <a:pathLst>
                <a:path w="72" h="72">
                  <a:moveTo>
                    <a:pt x="72" y="36"/>
                  </a:moveTo>
                  <a:cubicBezTo>
                    <a:pt x="72" y="56"/>
                    <a:pt x="56" y="72"/>
                    <a:pt x="36" y="72"/>
                  </a:cubicBezTo>
                  <a:cubicBezTo>
                    <a:pt x="16" y="72"/>
                    <a:pt x="0" y="56"/>
                    <a:pt x="0" y="36"/>
                  </a:cubicBezTo>
                  <a:cubicBezTo>
                    <a:pt x="0" y="16"/>
                    <a:pt x="16" y="0"/>
                    <a:pt x="36" y="0"/>
                  </a:cubicBezTo>
                  <a:cubicBezTo>
                    <a:pt x="56" y="0"/>
                    <a:pt x="72" y="16"/>
                    <a:pt x="72" y="36"/>
                  </a:cubicBezTo>
                  <a:close/>
                  <a:moveTo>
                    <a:pt x="72" y="36"/>
                  </a:moveTo>
                  <a:cubicBezTo>
                    <a:pt x="72" y="36"/>
                    <a:pt x="72" y="36"/>
                    <a:pt x="72" y="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6"/>
            <p:cNvSpPr>
              <a:spLocks noEditPoints="1"/>
            </p:cNvSpPr>
            <p:nvPr/>
          </p:nvSpPr>
          <p:spPr bwMode="auto">
            <a:xfrm>
              <a:off x="3703638" y="3632200"/>
              <a:ext cx="361950" cy="338137"/>
            </a:xfrm>
            <a:custGeom>
              <a:avLst/>
              <a:gdLst/>
              <a:ahLst/>
              <a:cxnLst>
                <a:cxn ang="0">
                  <a:pos x="197" y="203"/>
                </a:cxn>
                <a:cxn ang="0">
                  <a:pos x="20" y="203"/>
                </a:cxn>
                <a:cxn ang="0">
                  <a:pos x="0" y="182"/>
                </a:cxn>
                <a:cxn ang="0">
                  <a:pos x="0" y="20"/>
                </a:cxn>
                <a:cxn ang="0">
                  <a:pos x="20" y="0"/>
                </a:cxn>
                <a:cxn ang="0">
                  <a:pos x="197" y="0"/>
                </a:cxn>
                <a:cxn ang="0">
                  <a:pos x="218" y="20"/>
                </a:cxn>
                <a:cxn ang="0">
                  <a:pos x="218" y="182"/>
                </a:cxn>
                <a:cxn ang="0">
                  <a:pos x="197" y="203"/>
                </a:cxn>
                <a:cxn ang="0">
                  <a:pos x="20" y="13"/>
                </a:cxn>
                <a:cxn ang="0">
                  <a:pos x="13" y="20"/>
                </a:cxn>
                <a:cxn ang="0">
                  <a:pos x="13" y="182"/>
                </a:cxn>
                <a:cxn ang="0">
                  <a:pos x="20" y="189"/>
                </a:cxn>
                <a:cxn ang="0">
                  <a:pos x="197" y="189"/>
                </a:cxn>
                <a:cxn ang="0">
                  <a:pos x="204" y="182"/>
                </a:cxn>
                <a:cxn ang="0">
                  <a:pos x="204" y="20"/>
                </a:cxn>
                <a:cxn ang="0">
                  <a:pos x="197" y="13"/>
                </a:cxn>
                <a:cxn ang="0">
                  <a:pos x="20" y="13"/>
                </a:cxn>
                <a:cxn ang="0">
                  <a:pos x="20" y="13"/>
                </a:cxn>
                <a:cxn ang="0">
                  <a:pos x="20" y="13"/>
                </a:cxn>
              </a:cxnLst>
              <a:rect l="0" t="0" r="r" b="b"/>
              <a:pathLst>
                <a:path w="218" h="203">
                  <a:moveTo>
                    <a:pt x="197" y="203"/>
                  </a:moveTo>
                  <a:cubicBezTo>
                    <a:pt x="20" y="203"/>
                    <a:pt x="20" y="203"/>
                    <a:pt x="20" y="203"/>
                  </a:cubicBezTo>
                  <a:cubicBezTo>
                    <a:pt x="9" y="203"/>
                    <a:pt x="0" y="194"/>
                    <a:pt x="0" y="182"/>
                  </a:cubicBezTo>
                  <a:cubicBezTo>
                    <a:pt x="0" y="20"/>
                    <a:pt x="0" y="20"/>
                    <a:pt x="0" y="20"/>
                  </a:cubicBezTo>
                  <a:cubicBezTo>
                    <a:pt x="0" y="9"/>
                    <a:pt x="9" y="0"/>
                    <a:pt x="20" y="0"/>
                  </a:cubicBezTo>
                  <a:cubicBezTo>
                    <a:pt x="197" y="0"/>
                    <a:pt x="197" y="0"/>
                    <a:pt x="197" y="0"/>
                  </a:cubicBezTo>
                  <a:cubicBezTo>
                    <a:pt x="208" y="0"/>
                    <a:pt x="218" y="9"/>
                    <a:pt x="218" y="20"/>
                  </a:cubicBezTo>
                  <a:cubicBezTo>
                    <a:pt x="218" y="182"/>
                    <a:pt x="218" y="182"/>
                    <a:pt x="218" y="182"/>
                  </a:cubicBezTo>
                  <a:cubicBezTo>
                    <a:pt x="218" y="194"/>
                    <a:pt x="208" y="203"/>
                    <a:pt x="197" y="203"/>
                  </a:cubicBezTo>
                  <a:close/>
                  <a:moveTo>
                    <a:pt x="20" y="13"/>
                  </a:moveTo>
                  <a:cubicBezTo>
                    <a:pt x="16" y="13"/>
                    <a:pt x="13" y="16"/>
                    <a:pt x="13" y="20"/>
                  </a:cubicBezTo>
                  <a:cubicBezTo>
                    <a:pt x="13" y="182"/>
                    <a:pt x="13" y="182"/>
                    <a:pt x="13" y="182"/>
                  </a:cubicBezTo>
                  <a:cubicBezTo>
                    <a:pt x="13" y="186"/>
                    <a:pt x="16" y="189"/>
                    <a:pt x="20" y="189"/>
                  </a:cubicBezTo>
                  <a:cubicBezTo>
                    <a:pt x="197" y="189"/>
                    <a:pt x="197" y="189"/>
                    <a:pt x="197" y="189"/>
                  </a:cubicBezTo>
                  <a:cubicBezTo>
                    <a:pt x="201" y="189"/>
                    <a:pt x="204" y="186"/>
                    <a:pt x="204" y="182"/>
                  </a:cubicBezTo>
                  <a:cubicBezTo>
                    <a:pt x="204" y="20"/>
                    <a:pt x="204" y="20"/>
                    <a:pt x="204" y="20"/>
                  </a:cubicBezTo>
                  <a:cubicBezTo>
                    <a:pt x="204" y="16"/>
                    <a:pt x="201" y="13"/>
                    <a:pt x="197" y="13"/>
                  </a:cubicBezTo>
                  <a:lnTo>
                    <a:pt x="20" y="13"/>
                  </a:lnTo>
                  <a:close/>
                  <a:moveTo>
                    <a:pt x="20" y="13"/>
                  </a:moveTo>
                  <a:cubicBezTo>
                    <a:pt x="20" y="13"/>
                    <a:pt x="20" y="13"/>
                    <a:pt x="20"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7"/>
            <p:cNvSpPr>
              <a:spLocks noEditPoints="1"/>
            </p:cNvSpPr>
            <p:nvPr/>
          </p:nvSpPr>
          <p:spPr bwMode="auto">
            <a:xfrm>
              <a:off x="3743325" y="4003675"/>
              <a:ext cx="96838" cy="93662"/>
            </a:xfrm>
            <a:custGeom>
              <a:avLst/>
              <a:gdLst/>
              <a:ahLst/>
              <a:cxnLst>
                <a:cxn ang="0">
                  <a:pos x="58" y="29"/>
                </a:cxn>
                <a:cxn ang="0">
                  <a:pos x="29" y="57"/>
                </a:cxn>
                <a:cxn ang="0">
                  <a:pos x="0" y="29"/>
                </a:cxn>
                <a:cxn ang="0">
                  <a:pos x="29" y="0"/>
                </a:cxn>
                <a:cxn ang="0">
                  <a:pos x="58" y="29"/>
                </a:cxn>
                <a:cxn ang="0">
                  <a:pos x="58" y="29"/>
                </a:cxn>
                <a:cxn ang="0">
                  <a:pos x="58" y="29"/>
                </a:cxn>
              </a:cxnLst>
              <a:rect l="0" t="0" r="r" b="b"/>
              <a:pathLst>
                <a:path w="58" h="57">
                  <a:moveTo>
                    <a:pt x="58" y="29"/>
                  </a:moveTo>
                  <a:cubicBezTo>
                    <a:pt x="58" y="45"/>
                    <a:pt x="45" y="57"/>
                    <a:pt x="29" y="57"/>
                  </a:cubicBezTo>
                  <a:cubicBezTo>
                    <a:pt x="13" y="57"/>
                    <a:pt x="0" y="45"/>
                    <a:pt x="0" y="29"/>
                  </a:cubicBezTo>
                  <a:cubicBezTo>
                    <a:pt x="0" y="13"/>
                    <a:pt x="13" y="0"/>
                    <a:pt x="29" y="0"/>
                  </a:cubicBezTo>
                  <a:cubicBezTo>
                    <a:pt x="45" y="0"/>
                    <a:pt x="58" y="13"/>
                    <a:pt x="58" y="29"/>
                  </a:cubicBezTo>
                  <a:close/>
                  <a:moveTo>
                    <a:pt x="58" y="29"/>
                  </a:moveTo>
                  <a:cubicBezTo>
                    <a:pt x="58" y="29"/>
                    <a:pt x="58" y="29"/>
                    <a:pt x="58"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8"/>
            <p:cNvSpPr>
              <a:spLocks noEditPoints="1"/>
            </p:cNvSpPr>
            <p:nvPr/>
          </p:nvSpPr>
          <p:spPr bwMode="auto">
            <a:xfrm>
              <a:off x="3695700" y="4100513"/>
              <a:ext cx="192088" cy="106362"/>
            </a:xfrm>
            <a:custGeom>
              <a:avLst/>
              <a:gdLst/>
              <a:ahLst/>
              <a:cxnLst>
                <a:cxn ang="0">
                  <a:pos x="25" y="64"/>
                </a:cxn>
                <a:cxn ang="0">
                  <a:pos x="29" y="44"/>
                </a:cxn>
                <a:cxn ang="0">
                  <a:pos x="29" y="64"/>
                </a:cxn>
                <a:cxn ang="0">
                  <a:pos x="58" y="64"/>
                </a:cxn>
                <a:cxn ang="0">
                  <a:pos x="51" y="54"/>
                </a:cxn>
                <a:cxn ang="0">
                  <a:pos x="58" y="8"/>
                </a:cxn>
                <a:cxn ang="0">
                  <a:pos x="58" y="8"/>
                </a:cxn>
                <a:cxn ang="0">
                  <a:pos x="65" y="54"/>
                </a:cxn>
                <a:cxn ang="0">
                  <a:pos x="58" y="64"/>
                </a:cxn>
                <a:cxn ang="0">
                  <a:pos x="87" y="64"/>
                </a:cxn>
                <a:cxn ang="0">
                  <a:pos x="87" y="44"/>
                </a:cxn>
                <a:cxn ang="0">
                  <a:pos x="91" y="64"/>
                </a:cxn>
                <a:cxn ang="0">
                  <a:pos x="114" y="64"/>
                </a:cxn>
                <a:cxn ang="0">
                  <a:pos x="77" y="5"/>
                </a:cxn>
                <a:cxn ang="0">
                  <a:pos x="76" y="5"/>
                </a:cxn>
                <a:cxn ang="0">
                  <a:pos x="65" y="0"/>
                </a:cxn>
                <a:cxn ang="0">
                  <a:pos x="58" y="7"/>
                </a:cxn>
                <a:cxn ang="0">
                  <a:pos x="51" y="0"/>
                </a:cxn>
                <a:cxn ang="0">
                  <a:pos x="51" y="0"/>
                </a:cxn>
                <a:cxn ang="0">
                  <a:pos x="40" y="5"/>
                </a:cxn>
                <a:cxn ang="0">
                  <a:pos x="39" y="5"/>
                </a:cxn>
                <a:cxn ang="0">
                  <a:pos x="2" y="64"/>
                </a:cxn>
                <a:cxn ang="0">
                  <a:pos x="25" y="64"/>
                </a:cxn>
                <a:cxn ang="0">
                  <a:pos x="25" y="64"/>
                </a:cxn>
                <a:cxn ang="0">
                  <a:pos x="25" y="64"/>
                </a:cxn>
              </a:cxnLst>
              <a:rect l="0" t="0" r="r" b="b"/>
              <a:pathLst>
                <a:path w="116" h="64">
                  <a:moveTo>
                    <a:pt x="25" y="64"/>
                  </a:moveTo>
                  <a:cubicBezTo>
                    <a:pt x="24" y="56"/>
                    <a:pt x="26" y="49"/>
                    <a:pt x="29" y="44"/>
                  </a:cubicBezTo>
                  <a:cubicBezTo>
                    <a:pt x="29" y="64"/>
                    <a:pt x="29" y="64"/>
                    <a:pt x="29" y="64"/>
                  </a:cubicBezTo>
                  <a:cubicBezTo>
                    <a:pt x="58" y="64"/>
                    <a:pt x="58" y="64"/>
                    <a:pt x="58" y="64"/>
                  </a:cubicBezTo>
                  <a:cubicBezTo>
                    <a:pt x="51" y="54"/>
                    <a:pt x="51" y="54"/>
                    <a:pt x="51" y="54"/>
                  </a:cubicBezTo>
                  <a:cubicBezTo>
                    <a:pt x="58" y="8"/>
                    <a:pt x="58" y="8"/>
                    <a:pt x="58" y="8"/>
                  </a:cubicBezTo>
                  <a:cubicBezTo>
                    <a:pt x="58" y="8"/>
                    <a:pt x="58" y="8"/>
                    <a:pt x="58" y="8"/>
                  </a:cubicBezTo>
                  <a:cubicBezTo>
                    <a:pt x="65" y="54"/>
                    <a:pt x="65" y="54"/>
                    <a:pt x="65" y="54"/>
                  </a:cubicBezTo>
                  <a:cubicBezTo>
                    <a:pt x="58" y="64"/>
                    <a:pt x="58" y="64"/>
                    <a:pt x="58" y="64"/>
                  </a:cubicBezTo>
                  <a:cubicBezTo>
                    <a:pt x="87" y="64"/>
                    <a:pt x="87" y="64"/>
                    <a:pt x="87" y="64"/>
                  </a:cubicBezTo>
                  <a:cubicBezTo>
                    <a:pt x="87" y="44"/>
                    <a:pt x="87" y="44"/>
                    <a:pt x="87" y="44"/>
                  </a:cubicBezTo>
                  <a:cubicBezTo>
                    <a:pt x="90" y="49"/>
                    <a:pt x="92" y="56"/>
                    <a:pt x="91" y="64"/>
                  </a:cubicBezTo>
                  <a:cubicBezTo>
                    <a:pt x="114" y="64"/>
                    <a:pt x="114" y="64"/>
                    <a:pt x="114" y="64"/>
                  </a:cubicBezTo>
                  <a:cubicBezTo>
                    <a:pt x="116" y="29"/>
                    <a:pt x="88" y="12"/>
                    <a:pt x="77" y="5"/>
                  </a:cubicBezTo>
                  <a:cubicBezTo>
                    <a:pt x="77" y="5"/>
                    <a:pt x="76" y="5"/>
                    <a:pt x="76" y="5"/>
                  </a:cubicBezTo>
                  <a:cubicBezTo>
                    <a:pt x="72" y="2"/>
                    <a:pt x="69" y="1"/>
                    <a:pt x="65" y="0"/>
                  </a:cubicBezTo>
                  <a:cubicBezTo>
                    <a:pt x="58" y="7"/>
                    <a:pt x="58" y="7"/>
                    <a:pt x="58" y="7"/>
                  </a:cubicBezTo>
                  <a:cubicBezTo>
                    <a:pt x="51" y="0"/>
                    <a:pt x="51" y="0"/>
                    <a:pt x="51" y="0"/>
                  </a:cubicBezTo>
                  <a:cubicBezTo>
                    <a:pt x="51" y="0"/>
                    <a:pt x="51" y="0"/>
                    <a:pt x="51" y="0"/>
                  </a:cubicBezTo>
                  <a:cubicBezTo>
                    <a:pt x="47" y="1"/>
                    <a:pt x="44" y="2"/>
                    <a:pt x="40" y="5"/>
                  </a:cubicBezTo>
                  <a:cubicBezTo>
                    <a:pt x="40" y="5"/>
                    <a:pt x="39" y="5"/>
                    <a:pt x="39" y="5"/>
                  </a:cubicBezTo>
                  <a:cubicBezTo>
                    <a:pt x="28" y="12"/>
                    <a:pt x="0" y="29"/>
                    <a:pt x="2" y="64"/>
                  </a:cubicBezTo>
                  <a:lnTo>
                    <a:pt x="25" y="64"/>
                  </a:lnTo>
                  <a:close/>
                  <a:moveTo>
                    <a:pt x="25" y="64"/>
                  </a:moveTo>
                  <a:cubicBezTo>
                    <a:pt x="25" y="64"/>
                    <a:pt x="25" y="64"/>
                    <a:pt x="25" y="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9"/>
            <p:cNvSpPr>
              <a:spLocks noEditPoints="1"/>
            </p:cNvSpPr>
            <p:nvPr/>
          </p:nvSpPr>
          <p:spPr bwMode="auto">
            <a:xfrm>
              <a:off x="3929063" y="4003675"/>
              <a:ext cx="93663" cy="93662"/>
            </a:xfrm>
            <a:custGeom>
              <a:avLst/>
              <a:gdLst/>
              <a:ahLst/>
              <a:cxnLst>
                <a:cxn ang="0">
                  <a:pos x="57" y="29"/>
                </a:cxn>
                <a:cxn ang="0">
                  <a:pos x="28" y="57"/>
                </a:cxn>
                <a:cxn ang="0">
                  <a:pos x="0" y="29"/>
                </a:cxn>
                <a:cxn ang="0">
                  <a:pos x="28" y="0"/>
                </a:cxn>
                <a:cxn ang="0">
                  <a:pos x="57" y="29"/>
                </a:cxn>
                <a:cxn ang="0">
                  <a:pos x="57" y="29"/>
                </a:cxn>
                <a:cxn ang="0">
                  <a:pos x="57" y="29"/>
                </a:cxn>
              </a:cxnLst>
              <a:rect l="0" t="0" r="r" b="b"/>
              <a:pathLst>
                <a:path w="57" h="57">
                  <a:moveTo>
                    <a:pt x="57" y="29"/>
                  </a:moveTo>
                  <a:cubicBezTo>
                    <a:pt x="57" y="45"/>
                    <a:pt x="44" y="57"/>
                    <a:pt x="28" y="57"/>
                  </a:cubicBezTo>
                  <a:cubicBezTo>
                    <a:pt x="13" y="57"/>
                    <a:pt x="0" y="45"/>
                    <a:pt x="0" y="29"/>
                  </a:cubicBezTo>
                  <a:cubicBezTo>
                    <a:pt x="0" y="13"/>
                    <a:pt x="13" y="0"/>
                    <a:pt x="28" y="0"/>
                  </a:cubicBezTo>
                  <a:cubicBezTo>
                    <a:pt x="44" y="0"/>
                    <a:pt x="57" y="13"/>
                    <a:pt x="57" y="29"/>
                  </a:cubicBezTo>
                  <a:close/>
                  <a:moveTo>
                    <a:pt x="57" y="29"/>
                  </a:moveTo>
                  <a:cubicBezTo>
                    <a:pt x="57" y="29"/>
                    <a:pt x="57" y="29"/>
                    <a:pt x="57"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0"/>
            <p:cNvSpPr>
              <a:spLocks noEditPoints="1"/>
            </p:cNvSpPr>
            <p:nvPr/>
          </p:nvSpPr>
          <p:spPr bwMode="auto">
            <a:xfrm>
              <a:off x="3879850" y="4100513"/>
              <a:ext cx="192088" cy="106362"/>
            </a:xfrm>
            <a:custGeom>
              <a:avLst/>
              <a:gdLst/>
              <a:ahLst/>
              <a:cxnLst>
                <a:cxn ang="0">
                  <a:pos x="25" y="64"/>
                </a:cxn>
                <a:cxn ang="0">
                  <a:pos x="29" y="44"/>
                </a:cxn>
                <a:cxn ang="0">
                  <a:pos x="29" y="64"/>
                </a:cxn>
                <a:cxn ang="0">
                  <a:pos x="58" y="64"/>
                </a:cxn>
                <a:cxn ang="0">
                  <a:pos x="51" y="54"/>
                </a:cxn>
                <a:cxn ang="0">
                  <a:pos x="58" y="8"/>
                </a:cxn>
                <a:cxn ang="0">
                  <a:pos x="58" y="8"/>
                </a:cxn>
                <a:cxn ang="0">
                  <a:pos x="65" y="54"/>
                </a:cxn>
                <a:cxn ang="0">
                  <a:pos x="59" y="64"/>
                </a:cxn>
                <a:cxn ang="0">
                  <a:pos x="88" y="64"/>
                </a:cxn>
                <a:cxn ang="0">
                  <a:pos x="88" y="44"/>
                </a:cxn>
                <a:cxn ang="0">
                  <a:pos x="92" y="64"/>
                </a:cxn>
                <a:cxn ang="0">
                  <a:pos x="114" y="64"/>
                </a:cxn>
                <a:cxn ang="0">
                  <a:pos x="77" y="5"/>
                </a:cxn>
                <a:cxn ang="0">
                  <a:pos x="76" y="5"/>
                </a:cxn>
                <a:cxn ang="0">
                  <a:pos x="66" y="0"/>
                </a:cxn>
                <a:cxn ang="0">
                  <a:pos x="58" y="7"/>
                </a:cxn>
                <a:cxn ang="0">
                  <a:pos x="52" y="0"/>
                </a:cxn>
                <a:cxn ang="0">
                  <a:pos x="51" y="0"/>
                </a:cxn>
                <a:cxn ang="0">
                  <a:pos x="41" y="5"/>
                </a:cxn>
                <a:cxn ang="0">
                  <a:pos x="39" y="5"/>
                </a:cxn>
                <a:cxn ang="0">
                  <a:pos x="3" y="64"/>
                </a:cxn>
                <a:cxn ang="0">
                  <a:pos x="25" y="64"/>
                </a:cxn>
                <a:cxn ang="0">
                  <a:pos x="25" y="64"/>
                </a:cxn>
                <a:cxn ang="0">
                  <a:pos x="25" y="64"/>
                </a:cxn>
              </a:cxnLst>
              <a:rect l="0" t="0" r="r" b="b"/>
              <a:pathLst>
                <a:path w="116" h="64">
                  <a:moveTo>
                    <a:pt x="25" y="64"/>
                  </a:moveTo>
                  <a:cubicBezTo>
                    <a:pt x="24" y="56"/>
                    <a:pt x="26" y="49"/>
                    <a:pt x="29" y="44"/>
                  </a:cubicBezTo>
                  <a:cubicBezTo>
                    <a:pt x="29" y="64"/>
                    <a:pt x="29" y="64"/>
                    <a:pt x="29" y="64"/>
                  </a:cubicBezTo>
                  <a:cubicBezTo>
                    <a:pt x="58" y="64"/>
                    <a:pt x="58" y="64"/>
                    <a:pt x="58" y="64"/>
                  </a:cubicBezTo>
                  <a:cubicBezTo>
                    <a:pt x="51" y="54"/>
                    <a:pt x="51" y="54"/>
                    <a:pt x="51" y="54"/>
                  </a:cubicBezTo>
                  <a:cubicBezTo>
                    <a:pt x="58" y="8"/>
                    <a:pt x="58" y="8"/>
                    <a:pt x="58" y="8"/>
                  </a:cubicBezTo>
                  <a:cubicBezTo>
                    <a:pt x="58" y="8"/>
                    <a:pt x="58" y="8"/>
                    <a:pt x="58" y="8"/>
                  </a:cubicBezTo>
                  <a:cubicBezTo>
                    <a:pt x="65" y="54"/>
                    <a:pt x="65" y="54"/>
                    <a:pt x="65" y="54"/>
                  </a:cubicBezTo>
                  <a:cubicBezTo>
                    <a:pt x="59" y="64"/>
                    <a:pt x="59" y="64"/>
                    <a:pt x="59" y="64"/>
                  </a:cubicBezTo>
                  <a:cubicBezTo>
                    <a:pt x="88" y="64"/>
                    <a:pt x="88" y="64"/>
                    <a:pt x="88" y="64"/>
                  </a:cubicBezTo>
                  <a:cubicBezTo>
                    <a:pt x="88" y="44"/>
                    <a:pt x="88" y="44"/>
                    <a:pt x="88" y="44"/>
                  </a:cubicBezTo>
                  <a:cubicBezTo>
                    <a:pt x="91" y="49"/>
                    <a:pt x="92" y="56"/>
                    <a:pt x="92" y="64"/>
                  </a:cubicBezTo>
                  <a:cubicBezTo>
                    <a:pt x="114" y="64"/>
                    <a:pt x="114" y="64"/>
                    <a:pt x="114" y="64"/>
                  </a:cubicBezTo>
                  <a:cubicBezTo>
                    <a:pt x="116" y="29"/>
                    <a:pt x="88" y="12"/>
                    <a:pt x="77" y="5"/>
                  </a:cubicBezTo>
                  <a:cubicBezTo>
                    <a:pt x="77" y="5"/>
                    <a:pt x="76" y="5"/>
                    <a:pt x="76" y="5"/>
                  </a:cubicBezTo>
                  <a:cubicBezTo>
                    <a:pt x="73" y="2"/>
                    <a:pt x="69" y="1"/>
                    <a:pt x="66" y="0"/>
                  </a:cubicBezTo>
                  <a:cubicBezTo>
                    <a:pt x="58" y="7"/>
                    <a:pt x="58" y="7"/>
                    <a:pt x="58" y="7"/>
                  </a:cubicBezTo>
                  <a:cubicBezTo>
                    <a:pt x="52" y="0"/>
                    <a:pt x="52" y="0"/>
                    <a:pt x="52" y="0"/>
                  </a:cubicBezTo>
                  <a:cubicBezTo>
                    <a:pt x="51" y="0"/>
                    <a:pt x="51" y="0"/>
                    <a:pt x="51" y="0"/>
                  </a:cubicBezTo>
                  <a:cubicBezTo>
                    <a:pt x="48" y="1"/>
                    <a:pt x="44" y="2"/>
                    <a:pt x="41" y="5"/>
                  </a:cubicBezTo>
                  <a:cubicBezTo>
                    <a:pt x="40" y="5"/>
                    <a:pt x="40" y="5"/>
                    <a:pt x="39" y="5"/>
                  </a:cubicBezTo>
                  <a:cubicBezTo>
                    <a:pt x="28" y="12"/>
                    <a:pt x="0" y="29"/>
                    <a:pt x="3" y="64"/>
                  </a:cubicBezTo>
                  <a:lnTo>
                    <a:pt x="25" y="64"/>
                  </a:lnTo>
                  <a:close/>
                  <a:moveTo>
                    <a:pt x="25" y="64"/>
                  </a:moveTo>
                  <a:cubicBezTo>
                    <a:pt x="25" y="64"/>
                    <a:pt x="25" y="64"/>
                    <a:pt x="25" y="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Rectangle 21"/>
            <p:cNvSpPr>
              <a:spLocks noChangeArrowheads="1"/>
            </p:cNvSpPr>
            <p:nvPr/>
          </p:nvSpPr>
          <p:spPr bwMode="auto">
            <a:xfrm>
              <a:off x="3681413" y="4222750"/>
              <a:ext cx="542925" cy="66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2"/>
            <p:cNvSpPr>
              <a:spLocks noEditPoints="1"/>
            </p:cNvSpPr>
            <p:nvPr/>
          </p:nvSpPr>
          <p:spPr bwMode="auto">
            <a:xfrm>
              <a:off x="3795713" y="3709988"/>
              <a:ext cx="177800" cy="179387"/>
            </a:xfrm>
            <a:custGeom>
              <a:avLst/>
              <a:gdLst/>
              <a:ahLst/>
              <a:cxnLst>
                <a:cxn ang="0">
                  <a:pos x="103" y="61"/>
                </a:cxn>
                <a:cxn ang="0">
                  <a:pos x="97" y="59"/>
                </a:cxn>
                <a:cxn ang="0">
                  <a:pos x="97" y="46"/>
                </a:cxn>
                <a:cxn ang="0">
                  <a:pos x="102" y="44"/>
                </a:cxn>
                <a:cxn ang="0">
                  <a:pos x="105" y="35"/>
                </a:cxn>
                <a:cxn ang="0">
                  <a:pos x="102" y="28"/>
                </a:cxn>
                <a:cxn ang="0">
                  <a:pos x="93" y="24"/>
                </a:cxn>
                <a:cxn ang="0">
                  <a:pos x="88" y="27"/>
                </a:cxn>
                <a:cxn ang="0">
                  <a:pos x="78" y="18"/>
                </a:cxn>
                <a:cxn ang="0">
                  <a:pos x="81" y="13"/>
                </a:cxn>
                <a:cxn ang="0">
                  <a:pos x="76" y="4"/>
                </a:cxn>
                <a:cxn ang="0">
                  <a:pos x="69" y="1"/>
                </a:cxn>
                <a:cxn ang="0">
                  <a:pos x="60" y="5"/>
                </a:cxn>
                <a:cxn ang="0">
                  <a:pos x="58" y="11"/>
                </a:cxn>
                <a:cxn ang="0">
                  <a:pos x="46" y="11"/>
                </a:cxn>
                <a:cxn ang="0">
                  <a:pos x="43" y="6"/>
                </a:cxn>
                <a:cxn ang="0">
                  <a:pos x="34" y="3"/>
                </a:cxn>
                <a:cxn ang="0">
                  <a:pos x="27" y="6"/>
                </a:cxn>
                <a:cxn ang="0">
                  <a:pos x="24" y="15"/>
                </a:cxn>
                <a:cxn ang="0">
                  <a:pos x="26" y="20"/>
                </a:cxn>
                <a:cxn ang="0">
                  <a:pos x="18" y="30"/>
                </a:cxn>
                <a:cxn ang="0">
                  <a:pos x="12" y="28"/>
                </a:cxn>
                <a:cxn ang="0">
                  <a:pos x="3" y="32"/>
                </a:cxn>
                <a:cxn ang="0">
                  <a:pos x="1" y="39"/>
                </a:cxn>
                <a:cxn ang="0">
                  <a:pos x="1" y="44"/>
                </a:cxn>
                <a:cxn ang="0">
                  <a:pos x="5" y="48"/>
                </a:cxn>
                <a:cxn ang="0">
                  <a:pos x="10" y="50"/>
                </a:cxn>
                <a:cxn ang="0">
                  <a:pos x="11" y="62"/>
                </a:cxn>
                <a:cxn ang="0">
                  <a:pos x="5" y="65"/>
                </a:cxn>
                <a:cxn ang="0">
                  <a:pos x="2" y="74"/>
                </a:cxn>
                <a:cxn ang="0">
                  <a:pos x="5" y="81"/>
                </a:cxn>
                <a:cxn ang="0">
                  <a:pos x="14" y="84"/>
                </a:cxn>
                <a:cxn ang="0">
                  <a:pos x="20" y="82"/>
                </a:cxn>
                <a:cxn ang="0">
                  <a:pos x="29" y="90"/>
                </a:cxn>
                <a:cxn ang="0">
                  <a:pos x="27" y="96"/>
                </a:cxn>
                <a:cxn ang="0">
                  <a:pos x="27" y="101"/>
                </a:cxn>
                <a:cxn ang="0">
                  <a:pos x="31" y="105"/>
                </a:cxn>
                <a:cxn ang="0">
                  <a:pos x="38" y="107"/>
                </a:cxn>
                <a:cxn ang="0">
                  <a:pos x="43" y="107"/>
                </a:cxn>
                <a:cxn ang="0">
                  <a:pos x="47" y="103"/>
                </a:cxn>
                <a:cxn ang="0">
                  <a:pos x="49" y="98"/>
                </a:cxn>
                <a:cxn ang="0">
                  <a:pos x="62" y="97"/>
                </a:cxn>
                <a:cxn ang="0">
                  <a:pos x="64" y="103"/>
                </a:cxn>
                <a:cxn ang="0">
                  <a:pos x="73" y="106"/>
                </a:cxn>
                <a:cxn ang="0">
                  <a:pos x="80" y="103"/>
                </a:cxn>
                <a:cxn ang="0">
                  <a:pos x="84" y="94"/>
                </a:cxn>
                <a:cxn ang="0">
                  <a:pos x="81" y="88"/>
                </a:cxn>
                <a:cxn ang="0">
                  <a:pos x="90" y="79"/>
                </a:cxn>
                <a:cxn ang="0">
                  <a:pos x="95" y="81"/>
                </a:cxn>
                <a:cxn ang="0">
                  <a:pos x="101" y="81"/>
                </a:cxn>
                <a:cxn ang="0">
                  <a:pos x="104" y="77"/>
                </a:cxn>
                <a:cxn ang="0">
                  <a:pos x="107" y="70"/>
                </a:cxn>
                <a:cxn ang="0">
                  <a:pos x="103" y="61"/>
                </a:cxn>
                <a:cxn ang="0">
                  <a:pos x="65" y="79"/>
                </a:cxn>
                <a:cxn ang="0">
                  <a:pos x="54" y="81"/>
                </a:cxn>
                <a:cxn ang="0">
                  <a:pos x="29" y="66"/>
                </a:cxn>
                <a:cxn ang="0">
                  <a:pos x="42" y="30"/>
                </a:cxn>
                <a:cxn ang="0">
                  <a:pos x="54" y="27"/>
                </a:cxn>
                <a:cxn ang="0">
                  <a:pos x="78" y="43"/>
                </a:cxn>
                <a:cxn ang="0">
                  <a:pos x="65" y="79"/>
                </a:cxn>
                <a:cxn ang="0">
                  <a:pos x="65" y="79"/>
                </a:cxn>
                <a:cxn ang="0">
                  <a:pos x="65" y="79"/>
                </a:cxn>
              </a:cxnLst>
              <a:rect l="0" t="0" r="r" b="b"/>
              <a:pathLst>
                <a:path w="108" h="108">
                  <a:moveTo>
                    <a:pt x="103" y="61"/>
                  </a:moveTo>
                  <a:cubicBezTo>
                    <a:pt x="97" y="59"/>
                    <a:pt x="97" y="59"/>
                    <a:pt x="97" y="59"/>
                  </a:cubicBezTo>
                  <a:cubicBezTo>
                    <a:pt x="98" y="55"/>
                    <a:pt x="97" y="51"/>
                    <a:pt x="97" y="46"/>
                  </a:cubicBezTo>
                  <a:cubicBezTo>
                    <a:pt x="102" y="44"/>
                    <a:pt x="102" y="44"/>
                    <a:pt x="102" y="44"/>
                  </a:cubicBezTo>
                  <a:cubicBezTo>
                    <a:pt x="106" y="42"/>
                    <a:pt x="107" y="38"/>
                    <a:pt x="105" y="35"/>
                  </a:cubicBezTo>
                  <a:cubicBezTo>
                    <a:pt x="102" y="28"/>
                    <a:pt x="102" y="28"/>
                    <a:pt x="102" y="28"/>
                  </a:cubicBezTo>
                  <a:cubicBezTo>
                    <a:pt x="101" y="24"/>
                    <a:pt x="97" y="23"/>
                    <a:pt x="93" y="24"/>
                  </a:cubicBezTo>
                  <a:cubicBezTo>
                    <a:pt x="88" y="27"/>
                    <a:pt x="88" y="27"/>
                    <a:pt x="88" y="27"/>
                  </a:cubicBezTo>
                  <a:cubicBezTo>
                    <a:pt x="85" y="24"/>
                    <a:pt x="82" y="21"/>
                    <a:pt x="78" y="18"/>
                  </a:cubicBezTo>
                  <a:cubicBezTo>
                    <a:pt x="81" y="13"/>
                    <a:pt x="81" y="13"/>
                    <a:pt x="81" y="13"/>
                  </a:cubicBezTo>
                  <a:cubicBezTo>
                    <a:pt x="82" y="9"/>
                    <a:pt x="80" y="5"/>
                    <a:pt x="76" y="4"/>
                  </a:cubicBezTo>
                  <a:cubicBezTo>
                    <a:pt x="69" y="1"/>
                    <a:pt x="69" y="1"/>
                    <a:pt x="69" y="1"/>
                  </a:cubicBezTo>
                  <a:cubicBezTo>
                    <a:pt x="66" y="0"/>
                    <a:pt x="62" y="2"/>
                    <a:pt x="60" y="5"/>
                  </a:cubicBezTo>
                  <a:cubicBezTo>
                    <a:pt x="58" y="11"/>
                    <a:pt x="58" y="11"/>
                    <a:pt x="58" y="11"/>
                  </a:cubicBezTo>
                  <a:cubicBezTo>
                    <a:pt x="54" y="10"/>
                    <a:pt x="50" y="11"/>
                    <a:pt x="46" y="11"/>
                  </a:cubicBezTo>
                  <a:cubicBezTo>
                    <a:pt x="43" y="6"/>
                    <a:pt x="43" y="6"/>
                    <a:pt x="43" y="6"/>
                  </a:cubicBezTo>
                  <a:cubicBezTo>
                    <a:pt x="42" y="2"/>
                    <a:pt x="38" y="1"/>
                    <a:pt x="34" y="3"/>
                  </a:cubicBezTo>
                  <a:cubicBezTo>
                    <a:pt x="27" y="6"/>
                    <a:pt x="27" y="6"/>
                    <a:pt x="27" y="6"/>
                  </a:cubicBezTo>
                  <a:cubicBezTo>
                    <a:pt x="24" y="7"/>
                    <a:pt x="22" y="11"/>
                    <a:pt x="24" y="15"/>
                  </a:cubicBezTo>
                  <a:cubicBezTo>
                    <a:pt x="26" y="20"/>
                    <a:pt x="26" y="20"/>
                    <a:pt x="26" y="20"/>
                  </a:cubicBezTo>
                  <a:cubicBezTo>
                    <a:pt x="23" y="23"/>
                    <a:pt x="20" y="26"/>
                    <a:pt x="18" y="30"/>
                  </a:cubicBezTo>
                  <a:cubicBezTo>
                    <a:pt x="12" y="28"/>
                    <a:pt x="12" y="28"/>
                    <a:pt x="12" y="28"/>
                  </a:cubicBezTo>
                  <a:cubicBezTo>
                    <a:pt x="9" y="26"/>
                    <a:pt x="4" y="28"/>
                    <a:pt x="3" y="32"/>
                  </a:cubicBezTo>
                  <a:cubicBezTo>
                    <a:pt x="1" y="39"/>
                    <a:pt x="1" y="39"/>
                    <a:pt x="1" y="39"/>
                  </a:cubicBezTo>
                  <a:cubicBezTo>
                    <a:pt x="0" y="41"/>
                    <a:pt x="0" y="42"/>
                    <a:pt x="1" y="44"/>
                  </a:cubicBezTo>
                  <a:cubicBezTo>
                    <a:pt x="2" y="46"/>
                    <a:pt x="3" y="47"/>
                    <a:pt x="5" y="48"/>
                  </a:cubicBezTo>
                  <a:cubicBezTo>
                    <a:pt x="10" y="50"/>
                    <a:pt x="10" y="50"/>
                    <a:pt x="10" y="50"/>
                  </a:cubicBezTo>
                  <a:cubicBezTo>
                    <a:pt x="10" y="54"/>
                    <a:pt x="10" y="58"/>
                    <a:pt x="11" y="62"/>
                  </a:cubicBezTo>
                  <a:cubicBezTo>
                    <a:pt x="5" y="65"/>
                    <a:pt x="5" y="65"/>
                    <a:pt x="5" y="65"/>
                  </a:cubicBezTo>
                  <a:cubicBezTo>
                    <a:pt x="2" y="66"/>
                    <a:pt x="0" y="71"/>
                    <a:pt x="2" y="74"/>
                  </a:cubicBezTo>
                  <a:cubicBezTo>
                    <a:pt x="5" y="81"/>
                    <a:pt x="5" y="81"/>
                    <a:pt x="5" y="81"/>
                  </a:cubicBezTo>
                  <a:cubicBezTo>
                    <a:pt x="7" y="84"/>
                    <a:pt x="11" y="86"/>
                    <a:pt x="14" y="84"/>
                  </a:cubicBezTo>
                  <a:cubicBezTo>
                    <a:pt x="20" y="82"/>
                    <a:pt x="20" y="82"/>
                    <a:pt x="20" y="82"/>
                  </a:cubicBezTo>
                  <a:cubicBezTo>
                    <a:pt x="22" y="85"/>
                    <a:pt x="26" y="88"/>
                    <a:pt x="29" y="90"/>
                  </a:cubicBezTo>
                  <a:cubicBezTo>
                    <a:pt x="27" y="96"/>
                    <a:pt x="27" y="96"/>
                    <a:pt x="27" y="96"/>
                  </a:cubicBezTo>
                  <a:cubicBezTo>
                    <a:pt x="26" y="98"/>
                    <a:pt x="26" y="100"/>
                    <a:pt x="27" y="101"/>
                  </a:cubicBezTo>
                  <a:cubicBezTo>
                    <a:pt x="28" y="103"/>
                    <a:pt x="29" y="104"/>
                    <a:pt x="31" y="105"/>
                  </a:cubicBezTo>
                  <a:cubicBezTo>
                    <a:pt x="38" y="107"/>
                    <a:pt x="38" y="107"/>
                    <a:pt x="38" y="107"/>
                  </a:cubicBezTo>
                  <a:cubicBezTo>
                    <a:pt x="40" y="108"/>
                    <a:pt x="42" y="108"/>
                    <a:pt x="43" y="107"/>
                  </a:cubicBezTo>
                  <a:cubicBezTo>
                    <a:pt x="45" y="107"/>
                    <a:pt x="46" y="105"/>
                    <a:pt x="47" y="103"/>
                  </a:cubicBezTo>
                  <a:cubicBezTo>
                    <a:pt x="49" y="98"/>
                    <a:pt x="49" y="98"/>
                    <a:pt x="49" y="98"/>
                  </a:cubicBezTo>
                  <a:cubicBezTo>
                    <a:pt x="53" y="98"/>
                    <a:pt x="57" y="98"/>
                    <a:pt x="62" y="97"/>
                  </a:cubicBezTo>
                  <a:cubicBezTo>
                    <a:pt x="64" y="103"/>
                    <a:pt x="64" y="103"/>
                    <a:pt x="64" y="103"/>
                  </a:cubicBezTo>
                  <a:cubicBezTo>
                    <a:pt x="66" y="106"/>
                    <a:pt x="70" y="108"/>
                    <a:pt x="73" y="106"/>
                  </a:cubicBezTo>
                  <a:cubicBezTo>
                    <a:pt x="80" y="103"/>
                    <a:pt x="80" y="103"/>
                    <a:pt x="80" y="103"/>
                  </a:cubicBezTo>
                  <a:cubicBezTo>
                    <a:pt x="84" y="101"/>
                    <a:pt x="85" y="97"/>
                    <a:pt x="84" y="94"/>
                  </a:cubicBezTo>
                  <a:cubicBezTo>
                    <a:pt x="81" y="88"/>
                    <a:pt x="81" y="88"/>
                    <a:pt x="81" y="88"/>
                  </a:cubicBezTo>
                  <a:cubicBezTo>
                    <a:pt x="84" y="86"/>
                    <a:pt x="87" y="82"/>
                    <a:pt x="90" y="79"/>
                  </a:cubicBezTo>
                  <a:cubicBezTo>
                    <a:pt x="95" y="81"/>
                    <a:pt x="95" y="81"/>
                    <a:pt x="95" y="81"/>
                  </a:cubicBezTo>
                  <a:cubicBezTo>
                    <a:pt x="97" y="82"/>
                    <a:pt x="99" y="82"/>
                    <a:pt x="101" y="81"/>
                  </a:cubicBezTo>
                  <a:cubicBezTo>
                    <a:pt x="102" y="80"/>
                    <a:pt x="104" y="79"/>
                    <a:pt x="104" y="77"/>
                  </a:cubicBezTo>
                  <a:cubicBezTo>
                    <a:pt x="107" y="70"/>
                    <a:pt x="107" y="70"/>
                    <a:pt x="107" y="70"/>
                  </a:cubicBezTo>
                  <a:cubicBezTo>
                    <a:pt x="108" y="66"/>
                    <a:pt x="106" y="62"/>
                    <a:pt x="103" y="61"/>
                  </a:cubicBezTo>
                  <a:close/>
                  <a:moveTo>
                    <a:pt x="65" y="79"/>
                  </a:moveTo>
                  <a:cubicBezTo>
                    <a:pt x="61" y="81"/>
                    <a:pt x="58" y="81"/>
                    <a:pt x="54" y="81"/>
                  </a:cubicBezTo>
                  <a:cubicBezTo>
                    <a:pt x="43" y="81"/>
                    <a:pt x="33" y="75"/>
                    <a:pt x="29" y="66"/>
                  </a:cubicBezTo>
                  <a:cubicBezTo>
                    <a:pt x="23" y="52"/>
                    <a:pt x="29" y="36"/>
                    <a:pt x="42" y="30"/>
                  </a:cubicBezTo>
                  <a:cubicBezTo>
                    <a:pt x="46" y="28"/>
                    <a:pt x="50" y="27"/>
                    <a:pt x="54" y="27"/>
                  </a:cubicBezTo>
                  <a:cubicBezTo>
                    <a:pt x="64" y="27"/>
                    <a:pt x="74" y="33"/>
                    <a:pt x="78" y="43"/>
                  </a:cubicBezTo>
                  <a:cubicBezTo>
                    <a:pt x="85" y="57"/>
                    <a:pt x="79" y="73"/>
                    <a:pt x="65" y="79"/>
                  </a:cubicBezTo>
                  <a:close/>
                  <a:moveTo>
                    <a:pt x="65" y="79"/>
                  </a:moveTo>
                  <a:cubicBezTo>
                    <a:pt x="65" y="79"/>
                    <a:pt x="65" y="79"/>
                    <a:pt x="65" y="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33"/>
          <p:cNvGrpSpPr/>
          <p:nvPr/>
        </p:nvGrpSpPr>
        <p:grpSpPr>
          <a:xfrm>
            <a:off x="4242623" y="1047750"/>
            <a:ext cx="710377" cy="784453"/>
            <a:chOff x="4425950" y="3640138"/>
            <a:chExt cx="593725" cy="655637"/>
          </a:xfrm>
          <a:solidFill>
            <a:schemeClr val="tx1">
              <a:lumMod val="75000"/>
              <a:lumOff val="25000"/>
            </a:schemeClr>
          </a:solidFill>
        </p:grpSpPr>
        <p:sp>
          <p:nvSpPr>
            <p:cNvPr id="35" name="Freeform 23"/>
            <p:cNvSpPr>
              <a:spLocks noEditPoints="1"/>
            </p:cNvSpPr>
            <p:nvPr/>
          </p:nvSpPr>
          <p:spPr bwMode="auto">
            <a:xfrm>
              <a:off x="4495800" y="3640138"/>
              <a:ext cx="141288" cy="141287"/>
            </a:xfrm>
            <a:custGeom>
              <a:avLst/>
              <a:gdLst/>
              <a:ahLst/>
              <a:cxnLst>
                <a:cxn ang="0">
                  <a:pos x="85" y="42"/>
                </a:cxn>
                <a:cxn ang="0">
                  <a:pos x="43" y="85"/>
                </a:cxn>
                <a:cxn ang="0">
                  <a:pos x="0" y="42"/>
                </a:cxn>
                <a:cxn ang="0">
                  <a:pos x="43" y="0"/>
                </a:cxn>
                <a:cxn ang="0">
                  <a:pos x="85" y="42"/>
                </a:cxn>
                <a:cxn ang="0">
                  <a:pos x="85" y="42"/>
                </a:cxn>
                <a:cxn ang="0">
                  <a:pos x="85" y="42"/>
                </a:cxn>
              </a:cxnLst>
              <a:rect l="0" t="0" r="r" b="b"/>
              <a:pathLst>
                <a:path w="85" h="85">
                  <a:moveTo>
                    <a:pt x="85" y="42"/>
                  </a:moveTo>
                  <a:cubicBezTo>
                    <a:pt x="85" y="66"/>
                    <a:pt x="66" y="85"/>
                    <a:pt x="43" y="85"/>
                  </a:cubicBezTo>
                  <a:cubicBezTo>
                    <a:pt x="19" y="85"/>
                    <a:pt x="0" y="66"/>
                    <a:pt x="0" y="42"/>
                  </a:cubicBezTo>
                  <a:cubicBezTo>
                    <a:pt x="0" y="19"/>
                    <a:pt x="19" y="0"/>
                    <a:pt x="43" y="0"/>
                  </a:cubicBezTo>
                  <a:cubicBezTo>
                    <a:pt x="66" y="0"/>
                    <a:pt x="85" y="19"/>
                    <a:pt x="85" y="42"/>
                  </a:cubicBezTo>
                  <a:close/>
                  <a:moveTo>
                    <a:pt x="85" y="42"/>
                  </a:moveTo>
                  <a:cubicBezTo>
                    <a:pt x="85" y="42"/>
                    <a:pt x="85" y="42"/>
                    <a:pt x="85"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4"/>
            <p:cNvSpPr>
              <a:spLocks noEditPoints="1"/>
            </p:cNvSpPr>
            <p:nvPr/>
          </p:nvSpPr>
          <p:spPr bwMode="auto">
            <a:xfrm>
              <a:off x="4727575" y="3640138"/>
              <a:ext cx="141288" cy="141287"/>
            </a:xfrm>
            <a:custGeom>
              <a:avLst/>
              <a:gdLst/>
              <a:ahLst/>
              <a:cxnLst>
                <a:cxn ang="0">
                  <a:pos x="85" y="42"/>
                </a:cxn>
                <a:cxn ang="0">
                  <a:pos x="43" y="85"/>
                </a:cxn>
                <a:cxn ang="0">
                  <a:pos x="0" y="42"/>
                </a:cxn>
                <a:cxn ang="0">
                  <a:pos x="43" y="0"/>
                </a:cxn>
                <a:cxn ang="0">
                  <a:pos x="85" y="42"/>
                </a:cxn>
                <a:cxn ang="0">
                  <a:pos x="85" y="42"/>
                </a:cxn>
                <a:cxn ang="0">
                  <a:pos x="85" y="42"/>
                </a:cxn>
              </a:cxnLst>
              <a:rect l="0" t="0" r="r" b="b"/>
              <a:pathLst>
                <a:path w="85" h="85">
                  <a:moveTo>
                    <a:pt x="85" y="42"/>
                  </a:moveTo>
                  <a:cubicBezTo>
                    <a:pt x="85" y="66"/>
                    <a:pt x="66" y="85"/>
                    <a:pt x="43" y="85"/>
                  </a:cubicBezTo>
                  <a:cubicBezTo>
                    <a:pt x="19" y="85"/>
                    <a:pt x="0" y="66"/>
                    <a:pt x="0" y="42"/>
                  </a:cubicBezTo>
                  <a:cubicBezTo>
                    <a:pt x="0" y="19"/>
                    <a:pt x="19" y="0"/>
                    <a:pt x="43" y="0"/>
                  </a:cubicBezTo>
                  <a:cubicBezTo>
                    <a:pt x="66" y="0"/>
                    <a:pt x="85" y="19"/>
                    <a:pt x="85" y="42"/>
                  </a:cubicBezTo>
                  <a:close/>
                  <a:moveTo>
                    <a:pt x="85" y="42"/>
                  </a:moveTo>
                  <a:cubicBezTo>
                    <a:pt x="85" y="42"/>
                    <a:pt x="85" y="42"/>
                    <a:pt x="85"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5"/>
            <p:cNvSpPr>
              <a:spLocks noEditPoints="1"/>
            </p:cNvSpPr>
            <p:nvPr/>
          </p:nvSpPr>
          <p:spPr bwMode="auto">
            <a:xfrm>
              <a:off x="4843463" y="4206875"/>
              <a:ext cx="73025" cy="88900"/>
            </a:xfrm>
            <a:custGeom>
              <a:avLst/>
              <a:gdLst/>
              <a:ahLst/>
              <a:cxnLst>
                <a:cxn ang="0">
                  <a:pos x="0" y="0"/>
                </a:cxn>
                <a:cxn ang="0">
                  <a:pos x="0" y="30"/>
                </a:cxn>
                <a:cxn ang="0">
                  <a:pos x="22" y="53"/>
                </a:cxn>
                <a:cxn ang="0">
                  <a:pos x="22" y="53"/>
                </a:cxn>
                <a:cxn ang="0">
                  <a:pos x="44" y="30"/>
                </a:cxn>
                <a:cxn ang="0">
                  <a:pos x="44" y="0"/>
                </a:cxn>
                <a:cxn ang="0">
                  <a:pos x="0" y="0"/>
                </a:cxn>
                <a:cxn ang="0">
                  <a:pos x="0" y="0"/>
                </a:cxn>
                <a:cxn ang="0">
                  <a:pos x="0" y="0"/>
                </a:cxn>
              </a:cxnLst>
              <a:rect l="0" t="0" r="r" b="b"/>
              <a:pathLst>
                <a:path w="44" h="53">
                  <a:moveTo>
                    <a:pt x="0" y="0"/>
                  </a:moveTo>
                  <a:cubicBezTo>
                    <a:pt x="0" y="30"/>
                    <a:pt x="0" y="30"/>
                    <a:pt x="0" y="30"/>
                  </a:cubicBezTo>
                  <a:cubicBezTo>
                    <a:pt x="0" y="43"/>
                    <a:pt x="10" y="53"/>
                    <a:pt x="22" y="53"/>
                  </a:cubicBezTo>
                  <a:cubicBezTo>
                    <a:pt x="22" y="53"/>
                    <a:pt x="22" y="53"/>
                    <a:pt x="22" y="53"/>
                  </a:cubicBezTo>
                  <a:cubicBezTo>
                    <a:pt x="34" y="53"/>
                    <a:pt x="44" y="43"/>
                    <a:pt x="44" y="30"/>
                  </a:cubicBezTo>
                  <a:cubicBezTo>
                    <a:pt x="44" y="0"/>
                    <a:pt x="44" y="0"/>
                    <a:pt x="44" y="0"/>
                  </a:cubicBezTo>
                  <a:lnTo>
                    <a:pt x="0" y="0"/>
                  </a:lnTo>
                  <a:close/>
                  <a:moveTo>
                    <a:pt x="0" y="0"/>
                  </a:moveTo>
                  <a:cubicBezTo>
                    <a:pt x="0" y="0"/>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6"/>
            <p:cNvSpPr>
              <a:spLocks noEditPoints="1"/>
            </p:cNvSpPr>
            <p:nvPr/>
          </p:nvSpPr>
          <p:spPr bwMode="auto">
            <a:xfrm>
              <a:off x="4425950" y="3776663"/>
              <a:ext cx="593725" cy="519112"/>
            </a:xfrm>
            <a:custGeom>
              <a:avLst/>
              <a:gdLst/>
              <a:ahLst/>
              <a:cxnLst>
                <a:cxn ang="0">
                  <a:pos x="327" y="159"/>
                </a:cxn>
                <a:cxn ang="0">
                  <a:pos x="312" y="142"/>
                </a:cxn>
                <a:cxn ang="0">
                  <a:pos x="312" y="138"/>
                </a:cxn>
                <a:cxn ang="0">
                  <a:pos x="284" y="26"/>
                </a:cxn>
                <a:cxn ang="0">
                  <a:pos x="254" y="0"/>
                </a:cxn>
                <a:cxn ang="0">
                  <a:pos x="254" y="0"/>
                </a:cxn>
                <a:cxn ang="0">
                  <a:pos x="244" y="1"/>
                </a:cxn>
                <a:cxn ang="0">
                  <a:pos x="235" y="4"/>
                </a:cxn>
                <a:cxn ang="0">
                  <a:pos x="213" y="34"/>
                </a:cxn>
                <a:cxn ang="0">
                  <a:pos x="212" y="35"/>
                </a:cxn>
                <a:cxn ang="0">
                  <a:pos x="201" y="74"/>
                </a:cxn>
                <a:cxn ang="0">
                  <a:pos x="154" y="82"/>
                </a:cxn>
                <a:cxn ang="0">
                  <a:pos x="140" y="90"/>
                </a:cxn>
                <a:cxn ang="0">
                  <a:pos x="111" y="77"/>
                </a:cxn>
                <a:cxn ang="0">
                  <a:pos x="99" y="35"/>
                </a:cxn>
                <a:cxn ang="0">
                  <a:pos x="99" y="34"/>
                </a:cxn>
                <a:cxn ang="0">
                  <a:pos x="76" y="4"/>
                </a:cxn>
                <a:cxn ang="0">
                  <a:pos x="68" y="1"/>
                </a:cxn>
                <a:cxn ang="0">
                  <a:pos x="58" y="0"/>
                </a:cxn>
                <a:cxn ang="0">
                  <a:pos x="58" y="0"/>
                </a:cxn>
                <a:cxn ang="0">
                  <a:pos x="22" y="26"/>
                </a:cxn>
                <a:cxn ang="0">
                  <a:pos x="3" y="117"/>
                </a:cxn>
                <a:cxn ang="0">
                  <a:pos x="14" y="148"/>
                </a:cxn>
                <a:cxn ang="0">
                  <a:pos x="14" y="289"/>
                </a:cxn>
                <a:cxn ang="0">
                  <a:pos x="37" y="312"/>
                </a:cxn>
                <a:cxn ang="0">
                  <a:pos x="59" y="289"/>
                </a:cxn>
                <a:cxn ang="0">
                  <a:pos x="59" y="156"/>
                </a:cxn>
                <a:cxn ang="0">
                  <a:pos x="79" y="134"/>
                </a:cxn>
                <a:cxn ang="0">
                  <a:pos x="86" y="99"/>
                </a:cxn>
                <a:cxn ang="0">
                  <a:pos x="152" y="125"/>
                </a:cxn>
                <a:cxn ang="0">
                  <a:pos x="154" y="126"/>
                </a:cxn>
                <a:cxn ang="0">
                  <a:pos x="170" y="115"/>
                </a:cxn>
                <a:cxn ang="0">
                  <a:pos x="225" y="96"/>
                </a:cxn>
                <a:cxn ang="0">
                  <a:pos x="233" y="134"/>
                </a:cxn>
                <a:cxn ang="0">
                  <a:pos x="249" y="154"/>
                </a:cxn>
                <a:cxn ang="0">
                  <a:pos x="260" y="154"/>
                </a:cxn>
                <a:cxn ang="0">
                  <a:pos x="273" y="139"/>
                </a:cxn>
                <a:cxn ang="0">
                  <a:pos x="253" y="71"/>
                </a:cxn>
                <a:cxn ang="0">
                  <a:pos x="258" y="68"/>
                </a:cxn>
                <a:cxn ang="0">
                  <a:pos x="279" y="142"/>
                </a:cxn>
                <a:cxn ang="0">
                  <a:pos x="264" y="159"/>
                </a:cxn>
                <a:cxn ang="0">
                  <a:pos x="232" y="159"/>
                </a:cxn>
                <a:cxn ang="0">
                  <a:pos x="232" y="253"/>
                </a:cxn>
                <a:cxn ang="0">
                  <a:pos x="359" y="253"/>
                </a:cxn>
                <a:cxn ang="0">
                  <a:pos x="359" y="159"/>
                </a:cxn>
                <a:cxn ang="0">
                  <a:pos x="327" y="159"/>
                </a:cxn>
                <a:cxn ang="0">
                  <a:pos x="275" y="159"/>
                </a:cxn>
                <a:cxn ang="0">
                  <a:pos x="284" y="152"/>
                </a:cxn>
                <a:cxn ang="0">
                  <a:pos x="296" y="157"/>
                </a:cxn>
                <a:cxn ang="0">
                  <a:pos x="299" y="157"/>
                </a:cxn>
                <a:cxn ang="0">
                  <a:pos x="308" y="152"/>
                </a:cxn>
                <a:cxn ang="0">
                  <a:pos x="316" y="159"/>
                </a:cxn>
                <a:cxn ang="0">
                  <a:pos x="275" y="159"/>
                </a:cxn>
                <a:cxn ang="0">
                  <a:pos x="275" y="159"/>
                </a:cxn>
                <a:cxn ang="0">
                  <a:pos x="275" y="159"/>
                </a:cxn>
              </a:cxnLst>
              <a:rect l="0" t="0" r="r" b="b"/>
              <a:pathLst>
                <a:path w="359" h="312">
                  <a:moveTo>
                    <a:pt x="327" y="159"/>
                  </a:moveTo>
                  <a:cubicBezTo>
                    <a:pt x="326" y="151"/>
                    <a:pt x="320" y="144"/>
                    <a:pt x="312" y="142"/>
                  </a:cubicBezTo>
                  <a:cubicBezTo>
                    <a:pt x="312" y="140"/>
                    <a:pt x="312" y="139"/>
                    <a:pt x="312" y="138"/>
                  </a:cubicBezTo>
                  <a:cubicBezTo>
                    <a:pt x="310" y="127"/>
                    <a:pt x="284" y="26"/>
                    <a:pt x="284" y="26"/>
                  </a:cubicBezTo>
                  <a:cubicBezTo>
                    <a:pt x="280" y="9"/>
                    <a:pt x="269" y="1"/>
                    <a:pt x="254" y="0"/>
                  </a:cubicBezTo>
                  <a:cubicBezTo>
                    <a:pt x="254" y="0"/>
                    <a:pt x="254" y="0"/>
                    <a:pt x="254" y="0"/>
                  </a:cubicBezTo>
                  <a:cubicBezTo>
                    <a:pt x="254" y="0"/>
                    <a:pt x="249" y="0"/>
                    <a:pt x="244" y="1"/>
                  </a:cubicBezTo>
                  <a:cubicBezTo>
                    <a:pt x="239" y="2"/>
                    <a:pt x="235" y="4"/>
                    <a:pt x="235" y="4"/>
                  </a:cubicBezTo>
                  <a:cubicBezTo>
                    <a:pt x="225" y="10"/>
                    <a:pt x="214" y="20"/>
                    <a:pt x="213" y="34"/>
                  </a:cubicBezTo>
                  <a:cubicBezTo>
                    <a:pt x="213" y="34"/>
                    <a:pt x="213" y="35"/>
                    <a:pt x="212" y="35"/>
                  </a:cubicBezTo>
                  <a:cubicBezTo>
                    <a:pt x="210" y="56"/>
                    <a:pt x="207" y="68"/>
                    <a:pt x="201" y="74"/>
                  </a:cubicBezTo>
                  <a:cubicBezTo>
                    <a:pt x="194" y="80"/>
                    <a:pt x="180" y="82"/>
                    <a:pt x="154" y="82"/>
                  </a:cubicBezTo>
                  <a:cubicBezTo>
                    <a:pt x="148" y="82"/>
                    <a:pt x="143" y="85"/>
                    <a:pt x="140" y="90"/>
                  </a:cubicBezTo>
                  <a:cubicBezTo>
                    <a:pt x="125" y="87"/>
                    <a:pt x="116" y="83"/>
                    <a:pt x="111" y="77"/>
                  </a:cubicBezTo>
                  <a:cubicBezTo>
                    <a:pt x="105" y="70"/>
                    <a:pt x="102" y="57"/>
                    <a:pt x="99" y="35"/>
                  </a:cubicBezTo>
                  <a:cubicBezTo>
                    <a:pt x="99" y="35"/>
                    <a:pt x="99" y="34"/>
                    <a:pt x="99" y="34"/>
                  </a:cubicBezTo>
                  <a:cubicBezTo>
                    <a:pt x="98" y="20"/>
                    <a:pt x="87" y="10"/>
                    <a:pt x="76" y="4"/>
                  </a:cubicBezTo>
                  <a:cubicBezTo>
                    <a:pt x="76" y="4"/>
                    <a:pt x="72" y="2"/>
                    <a:pt x="68" y="1"/>
                  </a:cubicBezTo>
                  <a:cubicBezTo>
                    <a:pt x="63" y="0"/>
                    <a:pt x="58" y="0"/>
                    <a:pt x="58" y="0"/>
                  </a:cubicBezTo>
                  <a:cubicBezTo>
                    <a:pt x="58" y="0"/>
                    <a:pt x="58" y="0"/>
                    <a:pt x="58" y="0"/>
                  </a:cubicBezTo>
                  <a:cubicBezTo>
                    <a:pt x="43" y="1"/>
                    <a:pt x="26" y="9"/>
                    <a:pt x="22" y="26"/>
                  </a:cubicBezTo>
                  <a:cubicBezTo>
                    <a:pt x="3" y="117"/>
                    <a:pt x="3" y="117"/>
                    <a:pt x="3" y="117"/>
                  </a:cubicBezTo>
                  <a:cubicBezTo>
                    <a:pt x="0" y="130"/>
                    <a:pt x="6" y="141"/>
                    <a:pt x="14" y="148"/>
                  </a:cubicBezTo>
                  <a:cubicBezTo>
                    <a:pt x="14" y="289"/>
                    <a:pt x="14" y="289"/>
                    <a:pt x="14" y="289"/>
                  </a:cubicBezTo>
                  <a:cubicBezTo>
                    <a:pt x="14" y="302"/>
                    <a:pt x="24" y="312"/>
                    <a:pt x="37" y="312"/>
                  </a:cubicBezTo>
                  <a:cubicBezTo>
                    <a:pt x="49" y="312"/>
                    <a:pt x="59" y="302"/>
                    <a:pt x="59" y="289"/>
                  </a:cubicBezTo>
                  <a:cubicBezTo>
                    <a:pt x="59" y="156"/>
                    <a:pt x="59" y="156"/>
                    <a:pt x="59" y="156"/>
                  </a:cubicBezTo>
                  <a:cubicBezTo>
                    <a:pt x="68" y="152"/>
                    <a:pt x="76" y="145"/>
                    <a:pt x="79" y="134"/>
                  </a:cubicBezTo>
                  <a:cubicBezTo>
                    <a:pt x="86" y="99"/>
                    <a:pt x="86" y="99"/>
                    <a:pt x="86" y="99"/>
                  </a:cubicBezTo>
                  <a:cubicBezTo>
                    <a:pt x="98" y="113"/>
                    <a:pt x="117" y="121"/>
                    <a:pt x="152" y="125"/>
                  </a:cubicBezTo>
                  <a:cubicBezTo>
                    <a:pt x="153" y="126"/>
                    <a:pt x="154" y="126"/>
                    <a:pt x="154" y="126"/>
                  </a:cubicBezTo>
                  <a:cubicBezTo>
                    <a:pt x="161" y="126"/>
                    <a:pt x="168" y="121"/>
                    <a:pt x="170" y="115"/>
                  </a:cubicBezTo>
                  <a:cubicBezTo>
                    <a:pt x="197" y="113"/>
                    <a:pt x="214" y="108"/>
                    <a:pt x="225" y="96"/>
                  </a:cubicBezTo>
                  <a:cubicBezTo>
                    <a:pt x="233" y="134"/>
                    <a:pt x="233" y="134"/>
                    <a:pt x="233" y="134"/>
                  </a:cubicBezTo>
                  <a:cubicBezTo>
                    <a:pt x="235" y="143"/>
                    <a:pt x="241" y="150"/>
                    <a:pt x="249" y="154"/>
                  </a:cubicBezTo>
                  <a:cubicBezTo>
                    <a:pt x="260" y="154"/>
                    <a:pt x="260" y="154"/>
                    <a:pt x="260" y="154"/>
                  </a:cubicBezTo>
                  <a:cubicBezTo>
                    <a:pt x="262" y="148"/>
                    <a:pt x="267" y="142"/>
                    <a:pt x="273" y="139"/>
                  </a:cubicBezTo>
                  <a:cubicBezTo>
                    <a:pt x="267" y="113"/>
                    <a:pt x="259" y="86"/>
                    <a:pt x="253" y="71"/>
                  </a:cubicBezTo>
                  <a:cubicBezTo>
                    <a:pt x="248" y="62"/>
                    <a:pt x="255" y="59"/>
                    <a:pt x="258" y="68"/>
                  </a:cubicBezTo>
                  <a:cubicBezTo>
                    <a:pt x="261" y="77"/>
                    <a:pt x="274" y="116"/>
                    <a:pt x="279" y="142"/>
                  </a:cubicBezTo>
                  <a:cubicBezTo>
                    <a:pt x="271" y="144"/>
                    <a:pt x="265" y="151"/>
                    <a:pt x="264" y="159"/>
                  </a:cubicBezTo>
                  <a:cubicBezTo>
                    <a:pt x="232" y="159"/>
                    <a:pt x="232" y="159"/>
                    <a:pt x="232" y="159"/>
                  </a:cubicBezTo>
                  <a:cubicBezTo>
                    <a:pt x="232" y="253"/>
                    <a:pt x="232" y="253"/>
                    <a:pt x="232" y="253"/>
                  </a:cubicBezTo>
                  <a:cubicBezTo>
                    <a:pt x="359" y="253"/>
                    <a:pt x="359" y="253"/>
                    <a:pt x="359" y="253"/>
                  </a:cubicBezTo>
                  <a:cubicBezTo>
                    <a:pt x="359" y="159"/>
                    <a:pt x="359" y="159"/>
                    <a:pt x="359" y="159"/>
                  </a:cubicBezTo>
                  <a:lnTo>
                    <a:pt x="327" y="159"/>
                  </a:lnTo>
                  <a:close/>
                  <a:moveTo>
                    <a:pt x="275" y="159"/>
                  </a:moveTo>
                  <a:cubicBezTo>
                    <a:pt x="277" y="155"/>
                    <a:pt x="280" y="153"/>
                    <a:pt x="284" y="152"/>
                  </a:cubicBezTo>
                  <a:cubicBezTo>
                    <a:pt x="287" y="155"/>
                    <a:pt x="291" y="157"/>
                    <a:pt x="296" y="157"/>
                  </a:cubicBezTo>
                  <a:cubicBezTo>
                    <a:pt x="297" y="157"/>
                    <a:pt x="298" y="157"/>
                    <a:pt x="299" y="157"/>
                  </a:cubicBezTo>
                  <a:cubicBezTo>
                    <a:pt x="302" y="156"/>
                    <a:pt x="305" y="154"/>
                    <a:pt x="308" y="152"/>
                  </a:cubicBezTo>
                  <a:cubicBezTo>
                    <a:pt x="312" y="153"/>
                    <a:pt x="315" y="155"/>
                    <a:pt x="316" y="159"/>
                  </a:cubicBezTo>
                  <a:lnTo>
                    <a:pt x="275" y="159"/>
                  </a:lnTo>
                  <a:close/>
                  <a:moveTo>
                    <a:pt x="275" y="159"/>
                  </a:moveTo>
                  <a:cubicBezTo>
                    <a:pt x="275" y="159"/>
                    <a:pt x="275" y="159"/>
                    <a:pt x="275" y="1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 name="Group 38"/>
          <p:cNvGrpSpPr/>
          <p:nvPr/>
        </p:nvGrpSpPr>
        <p:grpSpPr>
          <a:xfrm>
            <a:off x="6715212" y="1845444"/>
            <a:ext cx="773058" cy="742668"/>
            <a:chOff x="5216525" y="3651250"/>
            <a:chExt cx="646113" cy="620713"/>
          </a:xfrm>
          <a:solidFill>
            <a:schemeClr val="tx1">
              <a:lumMod val="75000"/>
              <a:lumOff val="25000"/>
            </a:schemeClr>
          </a:solidFill>
        </p:grpSpPr>
        <p:sp>
          <p:nvSpPr>
            <p:cNvPr id="40" name="Freeform 27"/>
            <p:cNvSpPr>
              <a:spLocks noEditPoints="1"/>
            </p:cNvSpPr>
            <p:nvPr/>
          </p:nvSpPr>
          <p:spPr bwMode="auto">
            <a:xfrm>
              <a:off x="5297488" y="3651250"/>
              <a:ext cx="144463" cy="146050"/>
            </a:xfrm>
            <a:custGeom>
              <a:avLst/>
              <a:gdLst/>
              <a:ahLst/>
              <a:cxnLst>
                <a:cxn ang="0">
                  <a:pos x="44" y="88"/>
                </a:cxn>
                <a:cxn ang="0">
                  <a:pos x="88" y="44"/>
                </a:cxn>
                <a:cxn ang="0">
                  <a:pos x="44" y="0"/>
                </a:cxn>
                <a:cxn ang="0">
                  <a:pos x="0" y="44"/>
                </a:cxn>
                <a:cxn ang="0">
                  <a:pos x="44" y="88"/>
                </a:cxn>
                <a:cxn ang="0">
                  <a:pos x="44" y="88"/>
                </a:cxn>
                <a:cxn ang="0">
                  <a:pos x="44" y="88"/>
                </a:cxn>
              </a:cxnLst>
              <a:rect l="0" t="0" r="r" b="b"/>
              <a:pathLst>
                <a:path w="88" h="88">
                  <a:moveTo>
                    <a:pt x="44" y="88"/>
                  </a:moveTo>
                  <a:cubicBezTo>
                    <a:pt x="68" y="88"/>
                    <a:pt x="88" y="68"/>
                    <a:pt x="88" y="44"/>
                  </a:cubicBezTo>
                  <a:cubicBezTo>
                    <a:pt x="88" y="20"/>
                    <a:pt x="68" y="0"/>
                    <a:pt x="44" y="0"/>
                  </a:cubicBezTo>
                  <a:cubicBezTo>
                    <a:pt x="20" y="0"/>
                    <a:pt x="0" y="20"/>
                    <a:pt x="0" y="44"/>
                  </a:cubicBezTo>
                  <a:cubicBezTo>
                    <a:pt x="0" y="68"/>
                    <a:pt x="20" y="88"/>
                    <a:pt x="44" y="88"/>
                  </a:cubicBezTo>
                  <a:close/>
                  <a:moveTo>
                    <a:pt x="44" y="88"/>
                  </a:moveTo>
                  <a:cubicBezTo>
                    <a:pt x="44" y="88"/>
                    <a:pt x="44" y="88"/>
                    <a:pt x="44" y="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8"/>
            <p:cNvSpPr>
              <a:spLocks noEditPoints="1"/>
            </p:cNvSpPr>
            <p:nvPr/>
          </p:nvSpPr>
          <p:spPr bwMode="auto">
            <a:xfrm>
              <a:off x="5286375" y="3798888"/>
              <a:ext cx="287338" cy="469900"/>
            </a:xfrm>
            <a:custGeom>
              <a:avLst/>
              <a:gdLst/>
              <a:ahLst/>
              <a:cxnLst>
                <a:cxn ang="0">
                  <a:pos x="135" y="143"/>
                </a:cxn>
                <a:cxn ang="0">
                  <a:pos x="115" y="125"/>
                </a:cxn>
                <a:cxn ang="0">
                  <a:pos x="115" y="125"/>
                </a:cxn>
                <a:cxn ang="0">
                  <a:pos x="81" y="126"/>
                </a:cxn>
                <a:cxn ang="0">
                  <a:pos x="81" y="78"/>
                </a:cxn>
                <a:cxn ang="0">
                  <a:pos x="123" y="94"/>
                </a:cxn>
                <a:cxn ang="0">
                  <a:pos x="159" y="86"/>
                </a:cxn>
                <a:cxn ang="0">
                  <a:pos x="169" y="64"/>
                </a:cxn>
                <a:cxn ang="0">
                  <a:pos x="147" y="55"/>
                </a:cxn>
                <a:cxn ang="0">
                  <a:pos x="76" y="19"/>
                </a:cxn>
                <a:cxn ang="0">
                  <a:pos x="76" y="19"/>
                </a:cxn>
                <a:cxn ang="0">
                  <a:pos x="50" y="1"/>
                </a:cxn>
                <a:cxn ang="0">
                  <a:pos x="41" y="0"/>
                </a:cxn>
                <a:cxn ang="0">
                  <a:pos x="31" y="1"/>
                </a:cxn>
                <a:cxn ang="0">
                  <a:pos x="31" y="1"/>
                </a:cxn>
                <a:cxn ang="0">
                  <a:pos x="0" y="35"/>
                </a:cxn>
                <a:cxn ang="0">
                  <a:pos x="0" y="132"/>
                </a:cxn>
                <a:cxn ang="0">
                  <a:pos x="40" y="166"/>
                </a:cxn>
                <a:cxn ang="0">
                  <a:pos x="44" y="166"/>
                </a:cxn>
                <a:cxn ang="0">
                  <a:pos x="98" y="166"/>
                </a:cxn>
                <a:cxn ang="0">
                  <a:pos x="109" y="265"/>
                </a:cxn>
                <a:cxn ang="0">
                  <a:pos x="129" y="283"/>
                </a:cxn>
                <a:cxn ang="0">
                  <a:pos x="131" y="283"/>
                </a:cxn>
                <a:cxn ang="0">
                  <a:pos x="149" y="261"/>
                </a:cxn>
                <a:cxn ang="0">
                  <a:pos x="135" y="143"/>
                </a:cxn>
                <a:cxn ang="0">
                  <a:pos x="135" y="143"/>
                </a:cxn>
                <a:cxn ang="0">
                  <a:pos x="135" y="143"/>
                </a:cxn>
              </a:cxnLst>
              <a:rect l="0" t="0" r="r" b="b"/>
              <a:pathLst>
                <a:path w="173" h="283">
                  <a:moveTo>
                    <a:pt x="135" y="143"/>
                  </a:moveTo>
                  <a:cubicBezTo>
                    <a:pt x="134" y="133"/>
                    <a:pt x="126" y="125"/>
                    <a:pt x="115" y="125"/>
                  </a:cubicBezTo>
                  <a:cubicBezTo>
                    <a:pt x="115" y="125"/>
                    <a:pt x="115" y="125"/>
                    <a:pt x="115" y="125"/>
                  </a:cubicBezTo>
                  <a:cubicBezTo>
                    <a:pt x="81" y="126"/>
                    <a:pt x="81" y="126"/>
                    <a:pt x="81" y="126"/>
                  </a:cubicBezTo>
                  <a:cubicBezTo>
                    <a:pt x="81" y="78"/>
                    <a:pt x="81" y="78"/>
                    <a:pt x="81" y="78"/>
                  </a:cubicBezTo>
                  <a:cubicBezTo>
                    <a:pt x="92" y="88"/>
                    <a:pt x="105" y="94"/>
                    <a:pt x="123" y="94"/>
                  </a:cubicBezTo>
                  <a:cubicBezTo>
                    <a:pt x="133" y="94"/>
                    <a:pt x="145" y="92"/>
                    <a:pt x="159" y="86"/>
                  </a:cubicBezTo>
                  <a:cubicBezTo>
                    <a:pt x="168" y="83"/>
                    <a:pt x="173" y="73"/>
                    <a:pt x="169" y="64"/>
                  </a:cubicBezTo>
                  <a:cubicBezTo>
                    <a:pt x="166" y="56"/>
                    <a:pt x="156" y="51"/>
                    <a:pt x="147" y="55"/>
                  </a:cubicBezTo>
                  <a:cubicBezTo>
                    <a:pt x="113" y="68"/>
                    <a:pt x="106" y="60"/>
                    <a:pt x="76" y="19"/>
                  </a:cubicBezTo>
                  <a:cubicBezTo>
                    <a:pt x="76" y="19"/>
                    <a:pt x="76" y="19"/>
                    <a:pt x="76" y="19"/>
                  </a:cubicBezTo>
                  <a:cubicBezTo>
                    <a:pt x="70" y="10"/>
                    <a:pt x="60" y="4"/>
                    <a:pt x="50" y="1"/>
                  </a:cubicBezTo>
                  <a:cubicBezTo>
                    <a:pt x="50" y="1"/>
                    <a:pt x="46" y="0"/>
                    <a:pt x="41" y="0"/>
                  </a:cubicBezTo>
                  <a:cubicBezTo>
                    <a:pt x="36" y="0"/>
                    <a:pt x="31" y="1"/>
                    <a:pt x="31" y="1"/>
                  </a:cubicBezTo>
                  <a:cubicBezTo>
                    <a:pt x="31" y="1"/>
                    <a:pt x="31" y="1"/>
                    <a:pt x="31" y="1"/>
                  </a:cubicBezTo>
                  <a:cubicBezTo>
                    <a:pt x="16" y="5"/>
                    <a:pt x="0" y="17"/>
                    <a:pt x="0" y="35"/>
                  </a:cubicBezTo>
                  <a:cubicBezTo>
                    <a:pt x="0" y="132"/>
                    <a:pt x="0" y="132"/>
                    <a:pt x="0" y="132"/>
                  </a:cubicBezTo>
                  <a:cubicBezTo>
                    <a:pt x="0" y="153"/>
                    <a:pt x="21" y="166"/>
                    <a:pt x="40" y="166"/>
                  </a:cubicBezTo>
                  <a:cubicBezTo>
                    <a:pt x="41" y="166"/>
                    <a:pt x="42" y="166"/>
                    <a:pt x="44" y="166"/>
                  </a:cubicBezTo>
                  <a:cubicBezTo>
                    <a:pt x="98" y="166"/>
                    <a:pt x="98" y="166"/>
                    <a:pt x="98" y="166"/>
                  </a:cubicBezTo>
                  <a:cubicBezTo>
                    <a:pt x="109" y="265"/>
                    <a:pt x="109" y="265"/>
                    <a:pt x="109" y="265"/>
                  </a:cubicBezTo>
                  <a:cubicBezTo>
                    <a:pt x="110" y="275"/>
                    <a:pt x="119" y="283"/>
                    <a:pt x="129" y="283"/>
                  </a:cubicBezTo>
                  <a:cubicBezTo>
                    <a:pt x="130" y="283"/>
                    <a:pt x="131" y="283"/>
                    <a:pt x="131" y="283"/>
                  </a:cubicBezTo>
                  <a:cubicBezTo>
                    <a:pt x="142" y="282"/>
                    <a:pt x="150" y="272"/>
                    <a:pt x="149" y="261"/>
                  </a:cubicBezTo>
                  <a:lnTo>
                    <a:pt x="135" y="143"/>
                  </a:lnTo>
                  <a:close/>
                  <a:moveTo>
                    <a:pt x="135" y="143"/>
                  </a:moveTo>
                  <a:cubicBezTo>
                    <a:pt x="135" y="143"/>
                    <a:pt x="135" y="143"/>
                    <a:pt x="135"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9"/>
            <p:cNvSpPr>
              <a:spLocks noEditPoints="1"/>
            </p:cNvSpPr>
            <p:nvPr/>
          </p:nvSpPr>
          <p:spPr bwMode="auto">
            <a:xfrm>
              <a:off x="5216525" y="3830638"/>
              <a:ext cx="222250" cy="441325"/>
            </a:xfrm>
            <a:custGeom>
              <a:avLst/>
              <a:gdLst/>
              <a:ahLst/>
              <a:cxnLst>
                <a:cxn ang="0">
                  <a:pos x="135" y="170"/>
                </a:cxn>
                <a:cxn ang="0">
                  <a:pos x="118" y="153"/>
                </a:cxn>
                <a:cxn ang="0">
                  <a:pos x="34" y="153"/>
                </a:cxn>
                <a:cxn ang="0">
                  <a:pos x="34" y="17"/>
                </a:cxn>
                <a:cxn ang="0">
                  <a:pos x="17" y="0"/>
                </a:cxn>
                <a:cxn ang="0">
                  <a:pos x="0" y="17"/>
                </a:cxn>
                <a:cxn ang="0">
                  <a:pos x="0" y="170"/>
                </a:cxn>
                <a:cxn ang="0">
                  <a:pos x="8" y="184"/>
                </a:cxn>
                <a:cxn ang="0">
                  <a:pos x="3" y="204"/>
                </a:cxn>
                <a:cxn ang="0">
                  <a:pos x="3" y="251"/>
                </a:cxn>
                <a:cxn ang="0">
                  <a:pos x="18" y="266"/>
                </a:cxn>
                <a:cxn ang="0">
                  <a:pos x="32" y="251"/>
                </a:cxn>
                <a:cxn ang="0">
                  <a:pos x="32" y="204"/>
                </a:cxn>
                <a:cxn ang="0">
                  <a:pos x="43" y="192"/>
                </a:cxn>
                <a:cxn ang="0">
                  <a:pos x="91" y="192"/>
                </a:cxn>
                <a:cxn ang="0">
                  <a:pos x="103" y="204"/>
                </a:cxn>
                <a:cxn ang="0">
                  <a:pos x="103" y="251"/>
                </a:cxn>
                <a:cxn ang="0">
                  <a:pos x="117" y="266"/>
                </a:cxn>
                <a:cxn ang="0">
                  <a:pos x="131" y="251"/>
                </a:cxn>
                <a:cxn ang="0">
                  <a:pos x="131" y="204"/>
                </a:cxn>
                <a:cxn ang="0">
                  <a:pos x="126" y="185"/>
                </a:cxn>
                <a:cxn ang="0">
                  <a:pos x="135" y="170"/>
                </a:cxn>
                <a:cxn ang="0">
                  <a:pos x="135" y="170"/>
                </a:cxn>
                <a:cxn ang="0">
                  <a:pos x="135" y="170"/>
                </a:cxn>
              </a:cxnLst>
              <a:rect l="0" t="0" r="r" b="b"/>
              <a:pathLst>
                <a:path w="135" h="266">
                  <a:moveTo>
                    <a:pt x="135" y="170"/>
                  </a:moveTo>
                  <a:cubicBezTo>
                    <a:pt x="135" y="160"/>
                    <a:pt x="128" y="153"/>
                    <a:pt x="118" y="153"/>
                  </a:cubicBezTo>
                  <a:cubicBezTo>
                    <a:pt x="34" y="153"/>
                    <a:pt x="34" y="153"/>
                    <a:pt x="34" y="153"/>
                  </a:cubicBezTo>
                  <a:cubicBezTo>
                    <a:pt x="34" y="17"/>
                    <a:pt x="34" y="17"/>
                    <a:pt x="34" y="17"/>
                  </a:cubicBezTo>
                  <a:cubicBezTo>
                    <a:pt x="34" y="8"/>
                    <a:pt x="26" y="0"/>
                    <a:pt x="17" y="0"/>
                  </a:cubicBezTo>
                  <a:cubicBezTo>
                    <a:pt x="8" y="0"/>
                    <a:pt x="0" y="8"/>
                    <a:pt x="0" y="17"/>
                  </a:cubicBezTo>
                  <a:cubicBezTo>
                    <a:pt x="0" y="170"/>
                    <a:pt x="0" y="170"/>
                    <a:pt x="0" y="170"/>
                  </a:cubicBezTo>
                  <a:cubicBezTo>
                    <a:pt x="0" y="176"/>
                    <a:pt x="3" y="181"/>
                    <a:pt x="8" y="184"/>
                  </a:cubicBezTo>
                  <a:cubicBezTo>
                    <a:pt x="5" y="190"/>
                    <a:pt x="3" y="197"/>
                    <a:pt x="3" y="204"/>
                  </a:cubicBezTo>
                  <a:cubicBezTo>
                    <a:pt x="3" y="251"/>
                    <a:pt x="3" y="251"/>
                    <a:pt x="3" y="251"/>
                  </a:cubicBezTo>
                  <a:cubicBezTo>
                    <a:pt x="3" y="259"/>
                    <a:pt x="10" y="266"/>
                    <a:pt x="18" y="266"/>
                  </a:cubicBezTo>
                  <a:cubicBezTo>
                    <a:pt x="25" y="266"/>
                    <a:pt x="32" y="259"/>
                    <a:pt x="32" y="251"/>
                  </a:cubicBezTo>
                  <a:cubicBezTo>
                    <a:pt x="32" y="204"/>
                    <a:pt x="32" y="204"/>
                    <a:pt x="32" y="204"/>
                  </a:cubicBezTo>
                  <a:cubicBezTo>
                    <a:pt x="32" y="197"/>
                    <a:pt x="37" y="192"/>
                    <a:pt x="43" y="192"/>
                  </a:cubicBezTo>
                  <a:cubicBezTo>
                    <a:pt x="91" y="192"/>
                    <a:pt x="91" y="192"/>
                    <a:pt x="91" y="192"/>
                  </a:cubicBezTo>
                  <a:cubicBezTo>
                    <a:pt x="97" y="192"/>
                    <a:pt x="103" y="197"/>
                    <a:pt x="103" y="204"/>
                  </a:cubicBezTo>
                  <a:cubicBezTo>
                    <a:pt x="103" y="251"/>
                    <a:pt x="103" y="251"/>
                    <a:pt x="103" y="251"/>
                  </a:cubicBezTo>
                  <a:cubicBezTo>
                    <a:pt x="103" y="259"/>
                    <a:pt x="109" y="266"/>
                    <a:pt x="117" y="266"/>
                  </a:cubicBezTo>
                  <a:cubicBezTo>
                    <a:pt x="125" y="266"/>
                    <a:pt x="131" y="259"/>
                    <a:pt x="131" y="251"/>
                  </a:cubicBezTo>
                  <a:cubicBezTo>
                    <a:pt x="131" y="204"/>
                    <a:pt x="131" y="204"/>
                    <a:pt x="131" y="204"/>
                  </a:cubicBezTo>
                  <a:cubicBezTo>
                    <a:pt x="131" y="197"/>
                    <a:pt x="129" y="190"/>
                    <a:pt x="126" y="185"/>
                  </a:cubicBezTo>
                  <a:cubicBezTo>
                    <a:pt x="132" y="182"/>
                    <a:pt x="135" y="176"/>
                    <a:pt x="135" y="170"/>
                  </a:cubicBezTo>
                  <a:close/>
                  <a:moveTo>
                    <a:pt x="135" y="170"/>
                  </a:moveTo>
                  <a:cubicBezTo>
                    <a:pt x="135" y="170"/>
                    <a:pt x="135" y="170"/>
                    <a:pt x="13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0"/>
            <p:cNvSpPr>
              <a:spLocks noEditPoints="1"/>
            </p:cNvSpPr>
            <p:nvPr/>
          </p:nvSpPr>
          <p:spPr bwMode="auto">
            <a:xfrm>
              <a:off x="5495925" y="3960813"/>
              <a:ext cx="366713" cy="295275"/>
            </a:xfrm>
            <a:custGeom>
              <a:avLst/>
              <a:gdLst/>
              <a:ahLst/>
              <a:cxnLst>
                <a:cxn ang="0">
                  <a:pos x="206" y="0"/>
                </a:cxn>
                <a:cxn ang="0">
                  <a:pos x="17" y="0"/>
                </a:cxn>
                <a:cxn ang="0">
                  <a:pos x="0" y="16"/>
                </a:cxn>
                <a:cxn ang="0">
                  <a:pos x="17" y="32"/>
                </a:cxn>
                <a:cxn ang="0">
                  <a:pos x="39" y="32"/>
                </a:cxn>
                <a:cxn ang="0">
                  <a:pos x="39" y="177"/>
                </a:cxn>
                <a:cxn ang="0">
                  <a:pos x="183" y="177"/>
                </a:cxn>
                <a:cxn ang="0">
                  <a:pos x="183" y="32"/>
                </a:cxn>
                <a:cxn ang="0">
                  <a:pos x="206" y="32"/>
                </a:cxn>
                <a:cxn ang="0">
                  <a:pos x="222" y="16"/>
                </a:cxn>
                <a:cxn ang="0">
                  <a:pos x="206" y="0"/>
                </a:cxn>
                <a:cxn ang="0">
                  <a:pos x="206" y="0"/>
                </a:cxn>
                <a:cxn ang="0">
                  <a:pos x="206" y="0"/>
                </a:cxn>
              </a:cxnLst>
              <a:rect l="0" t="0" r="r" b="b"/>
              <a:pathLst>
                <a:path w="222" h="177">
                  <a:moveTo>
                    <a:pt x="206" y="0"/>
                  </a:moveTo>
                  <a:cubicBezTo>
                    <a:pt x="17" y="0"/>
                    <a:pt x="17" y="0"/>
                    <a:pt x="17" y="0"/>
                  </a:cubicBezTo>
                  <a:cubicBezTo>
                    <a:pt x="8" y="0"/>
                    <a:pt x="0" y="7"/>
                    <a:pt x="0" y="16"/>
                  </a:cubicBezTo>
                  <a:cubicBezTo>
                    <a:pt x="0" y="25"/>
                    <a:pt x="8" y="32"/>
                    <a:pt x="17" y="32"/>
                  </a:cubicBezTo>
                  <a:cubicBezTo>
                    <a:pt x="39" y="32"/>
                    <a:pt x="39" y="32"/>
                    <a:pt x="39" y="32"/>
                  </a:cubicBezTo>
                  <a:cubicBezTo>
                    <a:pt x="39" y="177"/>
                    <a:pt x="39" y="177"/>
                    <a:pt x="39" y="177"/>
                  </a:cubicBezTo>
                  <a:cubicBezTo>
                    <a:pt x="183" y="177"/>
                    <a:pt x="183" y="177"/>
                    <a:pt x="183" y="177"/>
                  </a:cubicBezTo>
                  <a:cubicBezTo>
                    <a:pt x="183" y="32"/>
                    <a:pt x="183" y="32"/>
                    <a:pt x="183" y="32"/>
                  </a:cubicBezTo>
                  <a:cubicBezTo>
                    <a:pt x="206" y="32"/>
                    <a:pt x="206" y="32"/>
                    <a:pt x="206" y="32"/>
                  </a:cubicBezTo>
                  <a:cubicBezTo>
                    <a:pt x="215" y="32"/>
                    <a:pt x="222" y="25"/>
                    <a:pt x="222" y="16"/>
                  </a:cubicBezTo>
                  <a:cubicBezTo>
                    <a:pt x="222" y="7"/>
                    <a:pt x="215" y="0"/>
                    <a:pt x="206" y="0"/>
                  </a:cubicBezTo>
                  <a:close/>
                  <a:moveTo>
                    <a:pt x="206" y="0"/>
                  </a:moveTo>
                  <a:cubicBezTo>
                    <a:pt x="206" y="0"/>
                    <a:pt x="206" y="0"/>
                    <a:pt x="20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1"/>
            <p:cNvSpPr>
              <a:spLocks noEditPoints="1"/>
            </p:cNvSpPr>
            <p:nvPr/>
          </p:nvSpPr>
          <p:spPr bwMode="auto">
            <a:xfrm>
              <a:off x="5589588" y="3749675"/>
              <a:ext cx="254000" cy="203200"/>
            </a:xfrm>
            <a:custGeom>
              <a:avLst/>
              <a:gdLst/>
              <a:ahLst/>
              <a:cxnLst>
                <a:cxn ang="0">
                  <a:pos x="93" y="14"/>
                </a:cxn>
                <a:cxn ang="0">
                  <a:pos x="78" y="47"/>
                </a:cxn>
                <a:cxn ang="0">
                  <a:pos x="121" y="66"/>
                </a:cxn>
                <a:cxn ang="0">
                  <a:pos x="108" y="107"/>
                </a:cxn>
                <a:cxn ang="0">
                  <a:pos x="7" y="107"/>
                </a:cxn>
                <a:cxn ang="0">
                  <a:pos x="0" y="114"/>
                </a:cxn>
                <a:cxn ang="0">
                  <a:pos x="7" y="122"/>
                </a:cxn>
                <a:cxn ang="0">
                  <a:pos x="113" y="122"/>
                </a:cxn>
                <a:cxn ang="0">
                  <a:pos x="120" y="117"/>
                </a:cxn>
                <a:cxn ang="0">
                  <a:pos x="153" y="10"/>
                </a:cxn>
                <a:cxn ang="0">
                  <a:pos x="148" y="1"/>
                </a:cxn>
                <a:cxn ang="0">
                  <a:pos x="139" y="6"/>
                </a:cxn>
                <a:cxn ang="0">
                  <a:pos x="131" y="31"/>
                </a:cxn>
                <a:cxn ang="0">
                  <a:pos x="93" y="14"/>
                </a:cxn>
                <a:cxn ang="0">
                  <a:pos x="90" y="49"/>
                </a:cxn>
                <a:cxn ang="0">
                  <a:pos x="82" y="46"/>
                </a:cxn>
                <a:cxn ang="0">
                  <a:pos x="86" y="38"/>
                </a:cxn>
                <a:cxn ang="0">
                  <a:pos x="90" y="49"/>
                </a:cxn>
                <a:cxn ang="0">
                  <a:pos x="91" y="25"/>
                </a:cxn>
                <a:cxn ang="0">
                  <a:pos x="95" y="18"/>
                </a:cxn>
                <a:cxn ang="0">
                  <a:pos x="102" y="21"/>
                </a:cxn>
                <a:cxn ang="0">
                  <a:pos x="91" y="25"/>
                </a:cxn>
                <a:cxn ang="0">
                  <a:pos x="110" y="55"/>
                </a:cxn>
                <a:cxn ang="0">
                  <a:pos x="103" y="38"/>
                </a:cxn>
                <a:cxn ang="0">
                  <a:pos x="120" y="31"/>
                </a:cxn>
                <a:cxn ang="0">
                  <a:pos x="128" y="42"/>
                </a:cxn>
                <a:cxn ang="0">
                  <a:pos x="125" y="52"/>
                </a:cxn>
                <a:cxn ang="0">
                  <a:pos x="110" y="55"/>
                </a:cxn>
                <a:cxn ang="0">
                  <a:pos x="110" y="55"/>
                </a:cxn>
                <a:cxn ang="0">
                  <a:pos x="110" y="55"/>
                </a:cxn>
              </a:cxnLst>
              <a:rect l="0" t="0" r="r" b="b"/>
              <a:pathLst>
                <a:path w="154" h="122">
                  <a:moveTo>
                    <a:pt x="93" y="14"/>
                  </a:moveTo>
                  <a:cubicBezTo>
                    <a:pt x="78" y="47"/>
                    <a:pt x="78" y="47"/>
                    <a:pt x="78" y="47"/>
                  </a:cubicBezTo>
                  <a:cubicBezTo>
                    <a:pt x="121" y="66"/>
                    <a:pt x="121" y="66"/>
                    <a:pt x="121" y="66"/>
                  </a:cubicBezTo>
                  <a:cubicBezTo>
                    <a:pt x="108" y="107"/>
                    <a:pt x="108" y="107"/>
                    <a:pt x="108" y="107"/>
                  </a:cubicBezTo>
                  <a:cubicBezTo>
                    <a:pt x="7" y="107"/>
                    <a:pt x="7" y="107"/>
                    <a:pt x="7" y="107"/>
                  </a:cubicBezTo>
                  <a:cubicBezTo>
                    <a:pt x="3" y="107"/>
                    <a:pt x="0" y="111"/>
                    <a:pt x="0" y="114"/>
                  </a:cubicBezTo>
                  <a:cubicBezTo>
                    <a:pt x="0" y="118"/>
                    <a:pt x="3" y="122"/>
                    <a:pt x="7" y="122"/>
                  </a:cubicBezTo>
                  <a:cubicBezTo>
                    <a:pt x="113" y="122"/>
                    <a:pt x="113" y="122"/>
                    <a:pt x="113" y="122"/>
                  </a:cubicBezTo>
                  <a:cubicBezTo>
                    <a:pt x="116" y="122"/>
                    <a:pt x="119" y="120"/>
                    <a:pt x="120" y="117"/>
                  </a:cubicBezTo>
                  <a:cubicBezTo>
                    <a:pt x="153" y="10"/>
                    <a:pt x="153" y="10"/>
                    <a:pt x="153" y="10"/>
                  </a:cubicBezTo>
                  <a:cubicBezTo>
                    <a:pt x="154" y="6"/>
                    <a:pt x="152" y="3"/>
                    <a:pt x="148" y="1"/>
                  </a:cubicBezTo>
                  <a:cubicBezTo>
                    <a:pt x="144" y="0"/>
                    <a:pt x="140" y="2"/>
                    <a:pt x="139" y="6"/>
                  </a:cubicBezTo>
                  <a:cubicBezTo>
                    <a:pt x="131" y="31"/>
                    <a:pt x="131" y="31"/>
                    <a:pt x="131" y="31"/>
                  </a:cubicBezTo>
                  <a:lnTo>
                    <a:pt x="93" y="14"/>
                  </a:lnTo>
                  <a:close/>
                  <a:moveTo>
                    <a:pt x="90" y="49"/>
                  </a:moveTo>
                  <a:cubicBezTo>
                    <a:pt x="82" y="46"/>
                    <a:pt x="82" y="46"/>
                    <a:pt x="82" y="46"/>
                  </a:cubicBezTo>
                  <a:cubicBezTo>
                    <a:pt x="86" y="38"/>
                    <a:pt x="86" y="38"/>
                    <a:pt x="86" y="38"/>
                  </a:cubicBezTo>
                  <a:cubicBezTo>
                    <a:pt x="89" y="41"/>
                    <a:pt x="91" y="45"/>
                    <a:pt x="90" y="49"/>
                  </a:cubicBezTo>
                  <a:close/>
                  <a:moveTo>
                    <a:pt x="91" y="25"/>
                  </a:moveTo>
                  <a:cubicBezTo>
                    <a:pt x="95" y="18"/>
                    <a:pt x="95" y="18"/>
                    <a:pt x="95" y="18"/>
                  </a:cubicBezTo>
                  <a:cubicBezTo>
                    <a:pt x="102" y="21"/>
                    <a:pt x="102" y="21"/>
                    <a:pt x="102" y="21"/>
                  </a:cubicBezTo>
                  <a:cubicBezTo>
                    <a:pt x="100" y="25"/>
                    <a:pt x="96" y="26"/>
                    <a:pt x="91" y="25"/>
                  </a:cubicBezTo>
                  <a:close/>
                  <a:moveTo>
                    <a:pt x="110" y="55"/>
                  </a:moveTo>
                  <a:cubicBezTo>
                    <a:pt x="103" y="53"/>
                    <a:pt x="100" y="45"/>
                    <a:pt x="103" y="38"/>
                  </a:cubicBezTo>
                  <a:cubicBezTo>
                    <a:pt x="106" y="32"/>
                    <a:pt x="114" y="29"/>
                    <a:pt x="120" y="31"/>
                  </a:cubicBezTo>
                  <a:cubicBezTo>
                    <a:pt x="125" y="33"/>
                    <a:pt x="127" y="37"/>
                    <a:pt x="128" y="42"/>
                  </a:cubicBezTo>
                  <a:cubicBezTo>
                    <a:pt x="125" y="52"/>
                    <a:pt x="125" y="52"/>
                    <a:pt x="125" y="52"/>
                  </a:cubicBezTo>
                  <a:cubicBezTo>
                    <a:pt x="121" y="56"/>
                    <a:pt x="115" y="58"/>
                    <a:pt x="110" y="55"/>
                  </a:cubicBezTo>
                  <a:close/>
                  <a:moveTo>
                    <a:pt x="110" y="55"/>
                  </a:moveTo>
                  <a:cubicBezTo>
                    <a:pt x="110" y="55"/>
                    <a:pt x="110" y="55"/>
                    <a:pt x="110"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2"/>
            <p:cNvSpPr>
              <a:spLocks noEditPoints="1"/>
            </p:cNvSpPr>
            <p:nvPr/>
          </p:nvSpPr>
          <p:spPr bwMode="auto">
            <a:xfrm>
              <a:off x="5767388" y="3806825"/>
              <a:ext cx="25400" cy="31750"/>
            </a:xfrm>
            <a:custGeom>
              <a:avLst/>
              <a:gdLst/>
              <a:ahLst/>
              <a:cxnLst>
                <a:cxn ang="0">
                  <a:pos x="12" y="3"/>
                </a:cxn>
                <a:cxn ang="0">
                  <a:pos x="13" y="1"/>
                </a:cxn>
                <a:cxn ang="0">
                  <a:pos x="11" y="0"/>
                </a:cxn>
                <a:cxn ang="0">
                  <a:pos x="10" y="2"/>
                </a:cxn>
                <a:cxn ang="0">
                  <a:pos x="7" y="2"/>
                </a:cxn>
                <a:cxn ang="0">
                  <a:pos x="4" y="4"/>
                </a:cxn>
                <a:cxn ang="0">
                  <a:pos x="4" y="7"/>
                </a:cxn>
                <a:cxn ang="0">
                  <a:pos x="6" y="9"/>
                </a:cxn>
                <a:cxn ang="0">
                  <a:pos x="7" y="10"/>
                </a:cxn>
                <a:cxn ang="0">
                  <a:pos x="5" y="13"/>
                </a:cxn>
                <a:cxn ang="0">
                  <a:pos x="3" y="12"/>
                </a:cxn>
                <a:cxn ang="0">
                  <a:pos x="2" y="11"/>
                </a:cxn>
                <a:cxn ang="0">
                  <a:pos x="1" y="10"/>
                </a:cxn>
                <a:cxn ang="0">
                  <a:pos x="0" y="13"/>
                </a:cxn>
                <a:cxn ang="0">
                  <a:pos x="0" y="13"/>
                </a:cxn>
                <a:cxn ang="0">
                  <a:pos x="4" y="16"/>
                </a:cxn>
                <a:cxn ang="0">
                  <a:pos x="3" y="18"/>
                </a:cxn>
                <a:cxn ang="0">
                  <a:pos x="5" y="19"/>
                </a:cxn>
                <a:cxn ang="0">
                  <a:pos x="6" y="17"/>
                </a:cxn>
                <a:cxn ang="0">
                  <a:pos x="10" y="17"/>
                </a:cxn>
                <a:cxn ang="0">
                  <a:pos x="12" y="15"/>
                </a:cxn>
                <a:cxn ang="0">
                  <a:pos x="12" y="12"/>
                </a:cxn>
                <a:cxn ang="0">
                  <a:pos x="10" y="9"/>
                </a:cxn>
                <a:cxn ang="0">
                  <a:pos x="10" y="8"/>
                </a:cxn>
                <a:cxn ang="0">
                  <a:pos x="11" y="5"/>
                </a:cxn>
                <a:cxn ang="0">
                  <a:pos x="14" y="7"/>
                </a:cxn>
                <a:cxn ang="0">
                  <a:pos x="14" y="7"/>
                </a:cxn>
                <a:cxn ang="0">
                  <a:pos x="16" y="5"/>
                </a:cxn>
                <a:cxn ang="0">
                  <a:pos x="16" y="5"/>
                </a:cxn>
                <a:cxn ang="0">
                  <a:pos x="12" y="3"/>
                </a:cxn>
                <a:cxn ang="0">
                  <a:pos x="9" y="13"/>
                </a:cxn>
                <a:cxn ang="0">
                  <a:pos x="7" y="14"/>
                </a:cxn>
                <a:cxn ang="0">
                  <a:pos x="8" y="11"/>
                </a:cxn>
                <a:cxn ang="0">
                  <a:pos x="9" y="12"/>
                </a:cxn>
                <a:cxn ang="0">
                  <a:pos x="9" y="13"/>
                </a:cxn>
                <a:cxn ang="0">
                  <a:pos x="8" y="7"/>
                </a:cxn>
                <a:cxn ang="0">
                  <a:pos x="7" y="6"/>
                </a:cxn>
                <a:cxn ang="0">
                  <a:pos x="7" y="5"/>
                </a:cxn>
                <a:cxn ang="0">
                  <a:pos x="8" y="4"/>
                </a:cxn>
                <a:cxn ang="0">
                  <a:pos x="9" y="4"/>
                </a:cxn>
                <a:cxn ang="0">
                  <a:pos x="8" y="7"/>
                </a:cxn>
                <a:cxn ang="0">
                  <a:pos x="8" y="7"/>
                </a:cxn>
                <a:cxn ang="0">
                  <a:pos x="8" y="7"/>
                </a:cxn>
              </a:cxnLst>
              <a:rect l="0" t="0" r="r" b="b"/>
              <a:pathLst>
                <a:path w="16" h="19">
                  <a:moveTo>
                    <a:pt x="12" y="3"/>
                  </a:moveTo>
                  <a:cubicBezTo>
                    <a:pt x="13" y="1"/>
                    <a:pt x="13" y="1"/>
                    <a:pt x="13" y="1"/>
                  </a:cubicBezTo>
                  <a:cubicBezTo>
                    <a:pt x="11" y="0"/>
                    <a:pt x="11" y="0"/>
                    <a:pt x="11" y="0"/>
                  </a:cubicBezTo>
                  <a:cubicBezTo>
                    <a:pt x="10" y="2"/>
                    <a:pt x="10" y="2"/>
                    <a:pt x="10" y="2"/>
                  </a:cubicBezTo>
                  <a:cubicBezTo>
                    <a:pt x="9" y="1"/>
                    <a:pt x="8" y="1"/>
                    <a:pt x="7" y="2"/>
                  </a:cubicBezTo>
                  <a:cubicBezTo>
                    <a:pt x="6" y="2"/>
                    <a:pt x="5" y="3"/>
                    <a:pt x="4" y="4"/>
                  </a:cubicBezTo>
                  <a:cubicBezTo>
                    <a:pt x="4" y="5"/>
                    <a:pt x="4" y="6"/>
                    <a:pt x="4" y="7"/>
                  </a:cubicBezTo>
                  <a:cubicBezTo>
                    <a:pt x="4" y="7"/>
                    <a:pt x="5" y="8"/>
                    <a:pt x="6" y="9"/>
                  </a:cubicBezTo>
                  <a:cubicBezTo>
                    <a:pt x="7" y="10"/>
                    <a:pt x="7" y="10"/>
                    <a:pt x="7" y="10"/>
                  </a:cubicBezTo>
                  <a:cubicBezTo>
                    <a:pt x="5" y="13"/>
                    <a:pt x="5" y="13"/>
                    <a:pt x="5" y="13"/>
                  </a:cubicBezTo>
                  <a:cubicBezTo>
                    <a:pt x="5" y="13"/>
                    <a:pt x="4" y="13"/>
                    <a:pt x="3" y="12"/>
                  </a:cubicBezTo>
                  <a:cubicBezTo>
                    <a:pt x="3" y="12"/>
                    <a:pt x="2" y="11"/>
                    <a:pt x="2" y="11"/>
                  </a:cubicBezTo>
                  <a:cubicBezTo>
                    <a:pt x="1" y="10"/>
                    <a:pt x="1" y="10"/>
                    <a:pt x="1" y="10"/>
                  </a:cubicBezTo>
                  <a:cubicBezTo>
                    <a:pt x="0" y="13"/>
                    <a:pt x="0" y="13"/>
                    <a:pt x="0" y="13"/>
                  </a:cubicBezTo>
                  <a:cubicBezTo>
                    <a:pt x="0" y="13"/>
                    <a:pt x="0" y="13"/>
                    <a:pt x="0" y="13"/>
                  </a:cubicBezTo>
                  <a:cubicBezTo>
                    <a:pt x="1" y="14"/>
                    <a:pt x="2" y="15"/>
                    <a:pt x="4" y="16"/>
                  </a:cubicBezTo>
                  <a:cubicBezTo>
                    <a:pt x="3" y="18"/>
                    <a:pt x="3" y="18"/>
                    <a:pt x="3" y="18"/>
                  </a:cubicBezTo>
                  <a:cubicBezTo>
                    <a:pt x="5" y="19"/>
                    <a:pt x="5" y="19"/>
                    <a:pt x="5" y="19"/>
                  </a:cubicBezTo>
                  <a:cubicBezTo>
                    <a:pt x="6" y="17"/>
                    <a:pt x="6" y="17"/>
                    <a:pt x="6" y="17"/>
                  </a:cubicBezTo>
                  <a:cubicBezTo>
                    <a:pt x="7" y="17"/>
                    <a:pt x="9" y="17"/>
                    <a:pt x="10" y="17"/>
                  </a:cubicBezTo>
                  <a:cubicBezTo>
                    <a:pt x="11" y="16"/>
                    <a:pt x="12" y="16"/>
                    <a:pt x="12" y="15"/>
                  </a:cubicBezTo>
                  <a:cubicBezTo>
                    <a:pt x="12" y="14"/>
                    <a:pt x="12" y="13"/>
                    <a:pt x="12" y="12"/>
                  </a:cubicBezTo>
                  <a:cubicBezTo>
                    <a:pt x="12" y="11"/>
                    <a:pt x="11" y="10"/>
                    <a:pt x="10" y="9"/>
                  </a:cubicBezTo>
                  <a:cubicBezTo>
                    <a:pt x="10" y="8"/>
                    <a:pt x="10" y="8"/>
                    <a:pt x="10" y="8"/>
                  </a:cubicBezTo>
                  <a:cubicBezTo>
                    <a:pt x="11" y="5"/>
                    <a:pt x="11" y="5"/>
                    <a:pt x="11" y="5"/>
                  </a:cubicBezTo>
                  <a:cubicBezTo>
                    <a:pt x="12" y="6"/>
                    <a:pt x="13" y="6"/>
                    <a:pt x="14" y="7"/>
                  </a:cubicBezTo>
                  <a:cubicBezTo>
                    <a:pt x="14" y="7"/>
                    <a:pt x="14" y="7"/>
                    <a:pt x="14" y="7"/>
                  </a:cubicBezTo>
                  <a:cubicBezTo>
                    <a:pt x="16" y="5"/>
                    <a:pt x="16" y="5"/>
                    <a:pt x="16" y="5"/>
                  </a:cubicBezTo>
                  <a:cubicBezTo>
                    <a:pt x="16" y="5"/>
                    <a:pt x="16" y="5"/>
                    <a:pt x="16" y="5"/>
                  </a:cubicBezTo>
                  <a:cubicBezTo>
                    <a:pt x="15" y="4"/>
                    <a:pt x="13" y="3"/>
                    <a:pt x="12" y="3"/>
                  </a:cubicBezTo>
                  <a:close/>
                  <a:moveTo>
                    <a:pt x="9" y="13"/>
                  </a:moveTo>
                  <a:cubicBezTo>
                    <a:pt x="9" y="14"/>
                    <a:pt x="9" y="14"/>
                    <a:pt x="7" y="14"/>
                  </a:cubicBezTo>
                  <a:cubicBezTo>
                    <a:pt x="8" y="11"/>
                    <a:pt x="8" y="11"/>
                    <a:pt x="8" y="11"/>
                  </a:cubicBezTo>
                  <a:cubicBezTo>
                    <a:pt x="9" y="12"/>
                    <a:pt x="9" y="12"/>
                    <a:pt x="9" y="12"/>
                  </a:cubicBezTo>
                  <a:cubicBezTo>
                    <a:pt x="9" y="13"/>
                    <a:pt x="9" y="13"/>
                    <a:pt x="9" y="13"/>
                  </a:cubicBezTo>
                  <a:close/>
                  <a:moveTo>
                    <a:pt x="8" y="7"/>
                  </a:moveTo>
                  <a:cubicBezTo>
                    <a:pt x="8" y="7"/>
                    <a:pt x="7" y="6"/>
                    <a:pt x="7" y="6"/>
                  </a:cubicBezTo>
                  <a:cubicBezTo>
                    <a:pt x="7" y="6"/>
                    <a:pt x="7" y="5"/>
                    <a:pt x="7" y="5"/>
                  </a:cubicBezTo>
                  <a:cubicBezTo>
                    <a:pt x="7" y="5"/>
                    <a:pt x="8" y="4"/>
                    <a:pt x="8" y="4"/>
                  </a:cubicBezTo>
                  <a:cubicBezTo>
                    <a:pt x="8" y="4"/>
                    <a:pt x="9" y="4"/>
                    <a:pt x="9" y="4"/>
                  </a:cubicBezTo>
                  <a:lnTo>
                    <a:pt x="8" y="7"/>
                  </a:lnTo>
                  <a:close/>
                  <a:moveTo>
                    <a:pt x="8" y="7"/>
                  </a:moveTo>
                  <a:cubicBezTo>
                    <a:pt x="8" y="7"/>
                    <a:pt x="8" y="7"/>
                    <a:pt x="8"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3"/>
            <p:cNvSpPr>
              <a:spLocks noEditPoints="1"/>
            </p:cNvSpPr>
            <p:nvPr/>
          </p:nvSpPr>
          <p:spPr bwMode="auto">
            <a:xfrm>
              <a:off x="5675313" y="3703638"/>
              <a:ext cx="136525" cy="71437"/>
            </a:xfrm>
            <a:custGeom>
              <a:avLst/>
              <a:gdLst/>
              <a:ahLst/>
              <a:cxnLst>
                <a:cxn ang="0">
                  <a:pos x="82" y="11"/>
                </a:cxn>
                <a:cxn ang="0">
                  <a:pos x="14" y="0"/>
                </a:cxn>
                <a:cxn ang="0">
                  <a:pos x="0" y="32"/>
                </a:cxn>
                <a:cxn ang="0">
                  <a:pos x="68" y="43"/>
                </a:cxn>
                <a:cxn ang="0">
                  <a:pos x="82" y="11"/>
                </a:cxn>
                <a:cxn ang="0">
                  <a:pos x="69" y="12"/>
                </a:cxn>
                <a:cxn ang="0">
                  <a:pos x="77" y="13"/>
                </a:cxn>
                <a:cxn ang="0">
                  <a:pos x="74" y="20"/>
                </a:cxn>
                <a:cxn ang="0">
                  <a:pos x="69" y="12"/>
                </a:cxn>
                <a:cxn ang="0">
                  <a:pos x="13" y="31"/>
                </a:cxn>
                <a:cxn ang="0">
                  <a:pos x="5" y="30"/>
                </a:cxn>
                <a:cxn ang="0">
                  <a:pos x="8" y="23"/>
                </a:cxn>
                <a:cxn ang="0">
                  <a:pos x="13" y="31"/>
                </a:cxn>
                <a:cxn ang="0">
                  <a:pos x="13" y="10"/>
                </a:cxn>
                <a:cxn ang="0">
                  <a:pos x="16" y="3"/>
                </a:cxn>
                <a:cxn ang="0">
                  <a:pos x="24" y="4"/>
                </a:cxn>
                <a:cxn ang="0">
                  <a:pos x="13" y="10"/>
                </a:cxn>
                <a:cxn ang="0">
                  <a:pos x="55" y="23"/>
                </a:cxn>
                <a:cxn ang="0">
                  <a:pos x="36" y="33"/>
                </a:cxn>
                <a:cxn ang="0">
                  <a:pos x="27" y="19"/>
                </a:cxn>
                <a:cxn ang="0">
                  <a:pos x="46" y="10"/>
                </a:cxn>
                <a:cxn ang="0">
                  <a:pos x="55" y="23"/>
                </a:cxn>
                <a:cxn ang="0">
                  <a:pos x="58" y="38"/>
                </a:cxn>
                <a:cxn ang="0">
                  <a:pos x="69" y="33"/>
                </a:cxn>
                <a:cxn ang="0">
                  <a:pos x="66" y="40"/>
                </a:cxn>
                <a:cxn ang="0">
                  <a:pos x="58" y="38"/>
                </a:cxn>
                <a:cxn ang="0">
                  <a:pos x="58" y="38"/>
                </a:cxn>
                <a:cxn ang="0">
                  <a:pos x="58" y="38"/>
                </a:cxn>
              </a:cxnLst>
              <a:rect l="0" t="0" r="r" b="b"/>
              <a:pathLst>
                <a:path w="82" h="43">
                  <a:moveTo>
                    <a:pt x="82" y="11"/>
                  </a:moveTo>
                  <a:cubicBezTo>
                    <a:pt x="14" y="0"/>
                    <a:pt x="14" y="0"/>
                    <a:pt x="14" y="0"/>
                  </a:cubicBezTo>
                  <a:cubicBezTo>
                    <a:pt x="0" y="32"/>
                    <a:pt x="0" y="32"/>
                    <a:pt x="0" y="32"/>
                  </a:cubicBezTo>
                  <a:cubicBezTo>
                    <a:pt x="68" y="43"/>
                    <a:pt x="68" y="43"/>
                    <a:pt x="68" y="43"/>
                  </a:cubicBezTo>
                  <a:lnTo>
                    <a:pt x="82" y="11"/>
                  </a:lnTo>
                  <a:close/>
                  <a:moveTo>
                    <a:pt x="69" y="12"/>
                  </a:moveTo>
                  <a:cubicBezTo>
                    <a:pt x="77" y="13"/>
                    <a:pt x="77" y="13"/>
                    <a:pt x="77" y="13"/>
                  </a:cubicBezTo>
                  <a:cubicBezTo>
                    <a:pt x="74" y="20"/>
                    <a:pt x="74" y="20"/>
                    <a:pt x="74" y="20"/>
                  </a:cubicBezTo>
                  <a:cubicBezTo>
                    <a:pt x="70" y="19"/>
                    <a:pt x="68" y="15"/>
                    <a:pt x="69" y="12"/>
                  </a:cubicBezTo>
                  <a:close/>
                  <a:moveTo>
                    <a:pt x="13" y="31"/>
                  </a:moveTo>
                  <a:cubicBezTo>
                    <a:pt x="5" y="30"/>
                    <a:pt x="5" y="30"/>
                    <a:pt x="5" y="30"/>
                  </a:cubicBezTo>
                  <a:cubicBezTo>
                    <a:pt x="8" y="23"/>
                    <a:pt x="8" y="23"/>
                    <a:pt x="8" y="23"/>
                  </a:cubicBezTo>
                  <a:cubicBezTo>
                    <a:pt x="12" y="24"/>
                    <a:pt x="14" y="27"/>
                    <a:pt x="13" y="31"/>
                  </a:cubicBezTo>
                  <a:close/>
                  <a:moveTo>
                    <a:pt x="13" y="10"/>
                  </a:moveTo>
                  <a:cubicBezTo>
                    <a:pt x="16" y="3"/>
                    <a:pt x="16" y="3"/>
                    <a:pt x="16" y="3"/>
                  </a:cubicBezTo>
                  <a:cubicBezTo>
                    <a:pt x="24" y="4"/>
                    <a:pt x="24" y="4"/>
                    <a:pt x="24" y="4"/>
                  </a:cubicBezTo>
                  <a:cubicBezTo>
                    <a:pt x="22" y="8"/>
                    <a:pt x="18" y="10"/>
                    <a:pt x="13" y="10"/>
                  </a:cubicBezTo>
                  <a:close/>
                  <a:moveTo>
                    <a:pt x="55" y="23"/>
                  </a:moveTo>
                  <a:cubicBezTo>
                    <a:pt x="52" y="30"/>
                    <a:pt x="44" y="34"/>
                    <a:pt x="36" y="33"/>
                  </a:cubicBezTo>
                  <a:cubicBezTo>
                    <a:pt x="28" y="31"/>
                    <a:pt x="24" y="25"/>
                    <a:pt x="27" y="19"/>
                  </a:cubicBezTo>
                  <a:cubicBezTo>
                    <a:pt x="30" y="13"/>
                    <a:pt x="38" y="8"/>
                    <a:pt x="46" y="10"/>
                  </a:cubicBezTo>
                  <a:cubicBezTo>
                    <a:pt x="54" y="11"/>
                    <a:pt x="58" y="17"/>
                    <a:pt x="55" y="23"/>
                  </a:cubicBezTo>
                  <a:close/>
                  <a:moveTo>
                    <a:pt x="58" y="38"/>
                  </a:moveTo>
                  <a:cubicBezTo>
                    <a:pt x="60" y="35"/>
                    <a:pt x="64" y="32"/>
                    <a:pt x="69" y="33"/>
                  </a:cubicBezTo>
                  <a:cubicBezTo>
                    <a:pt x="66" y="40"/>
                    <a:pt x="66" y="40"/>
                    <a:pt x="66" y="40"/>
                  </a:cubicBezTo>
                  <a:lnTo>
                    <a:pt x="58" y="38"/>
                  </a:lnTo>
                  <a:close/>
                  <a:moveTo>
                    <a:pt x="58" y="38"/>
                  </a:moveTo>
                  <a:cubicBezTo>
                    <a:pt x="58" y="38"/>
                    <a:pt x="58" y="38"/>
                    <a:pt x="58" y="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4"/>
            <p:cNvSpPr>
              <a:spLocks noEditPoints="1"/>
            </p:cNvSpPr>
            <p:nvPr/>
          </p:nvSpPr>
          <p:spPr bwMode="auto">
            <a:xfrm>
              <a:off x="5729288" y="3724275"/>
              <a:ext cx="28575" cy="30162"/>
            </a:xfrm>
            <a:custGeom>
              <a:avLst/>
              <a:gdLst/>
              <a:ahLst/>
              <a:cxnLst>
                <a:cxn ang="0">
                  <a:pos x="13" y="2"/>
                </a:cxn>
                <a:cxn ang="0">
                  <a:pos x="14" y="1"/>
                </a:cxn>
                <a:cxn ang="0">
                  <a:pos x="12" y="0"/>
                </a:cxn>
                <a:cxn ang="0">
                  <a:pos x="11" y="2"/>
                </a:cxn>
                <a:cxn ang="0">
                  <a:pos x="7" y="3"/>
                </a:cxn>
                <a:cxn ang="0">
                  <a:pos x="4" y="5"/>
                </a:cxn>
                <a:cxn ang="0">
                  <a:pos x="4" y="7"/>
                </a:cxn>
                <a:cxn ang="0">
                  <a:pos x="7" y="9"/>
                </a:cxn>
                <a:cxn ang="0">
                  <a:pos x="8" y="10"/>
                </a:cxn>
                <a:cxn ang="0">
                  <a:pos x="6" y="13"/>
                </a:cxn>
                <a:cxn ang="0">
                  <a:pos x="4" y="13"/>
                </a:cxn>
                <a:cxn ang="0">
                  <a:pos x="2" y="11"/>
                </a:cxn>
                <a:cxn ang="0">
                  <a:pos x="2" y="11"/>
                </a:cxn>
                <a:cxn ang="0">
                  <a:pos x="0" y="14"/>
                </a:cxn>
                <a:cxn ang="0">
                  <a:pos x="1" y="14"/>
                </a:cxn>
                <a:cxn ang="0">
                  <a:pos x="5" y="16"/>
                </a:cxn>
                <a:cxn ang="0">
                  <a:pos x="4" y="18"/>
                </a:cxn>
                <a:cxn ang="0">
                  <a:pos x="6" y="18"/>
                </a:cxn>
                <a:cxn ang="0">
                  <a:pos x="7" y="16"/>
                </a:cxn>
                <a:cxn ang="0">
                  <a:pos x="12" y="15"/>
                </a:cxn>
                <a:cxn ang="0">
                  <a:pos x="14" y="13"/>
                </a:cxn>
                <a:cxn ang="0">
                  <a:pos x="14" y="11"/>
                </a:cxn>
                <a:cxn ang="0">
                  <a:pos x="11" y="8"/>
                </a:cxn>
                <a:cxn ang="0">
                  <a:pos x="11" y="8"/>
                </a:cxn>
                <a:cxn ang="0">
                  <a:pos x="12" y="5"/>
                </a:cxn>
                <a:cxn ang="0">
                  <a:pos x="15" y="6"/>
                </a:cxn>
                <a:cxn ang="0">
                  <a:pos x="15" y="6"/>
                </a:cxn>
                <a:cxn ang="0">
                  <a:pos x="18" y="4"/>
                </a:cxn>
                <a:cxn ang="0">
                  <a:pos x="17" y="4"/>
                </a:cxn>
                <a:cxn ang="0">
                  <a:pos x="13" y="2"/>
                </a:cxn>
                <a:cxn ang="0">
                  <a:pos x="8" y="5"/>
                </a:cxn>
                <a:cxn ang="0">
                  <a:pos x="9" y="5"/>
                </a:cxn>
                <a:cxn ang="0">
                  <a:pos x="10" y="5"/>
                </a:cxn>
                <a:cxn ang="0">
                  <a:pos x="9" y="7"/>
                </a:cxn>
                <a:cxn ang="0">
                  <a:pos x="8" y="6"/>
                </a:cxn>
                <a:cxn ang="0">
                  <a:pos x="8" y="5"/>
                </a:cxn>
                <a:cxn ang="0">
                  <a:pos x="8" y="13"/>
                </a:cxn>
                <a:cxn ang="0">
                  <a:pos x="9" y="11"/>
                </a:cxn>
                <a:cxn ang="0">
                  <a:pos x="10" y="12"/>
                </a:cxn>
                <a:cxn ang="0">
                  <a:pos x="10" y="12"/>
                </a:cxn>
                <a:cxn ang="0">
                  <a:pos x="8" y="13"/>
                </a:cxn>
                <a:cxn ang="0">
                  <a:pos x="8" y="13"/>
                </a:cxn>
                <a:cxn ang="0">
                  <a:pos x="8" y="13"/>
                </a:cxn>
              </a:cxnLst>
              <a:rect l="0" t="0" r="r" b="b"/>
              <a:pathLst>
                <a:path w="18" h="18">
                  <a:moveTo>
                    <a:pt x="13" y="2"/>
                  </a:moveTo>
                  <a:cubicBezTo>
                    <a:pt x="14" y="1"/>
                    <a:pt x="14" y="1"/>
                    <a:pt x="14" y="1"/>
                  </a:cubicBezTo>
                  <a:cubicBezTo>
                    <a:pt x="12" y="0"/>
                    <a:pt x="12" y="0"/>
                    <a:pt x="12" y="0"/>
                  </a:cubicBezTo>
                  <a:cubicBezTo>
                    <a:pt x="11" y="2"/>
                    <a:pt x="11" y="2"/>
                    <a:pt x="11" y="2"/>
                  </a:cubicBezTo>
                  <a:cubicBezTo>
                    <a:pt x="9" y="2"/>
                    <a:pt x="8" y="2"/>
                    <a:pt x="7" y="3"/>
                  </a:cubicBezTo>
                  <a:cubicBezTo>
                    <a:pt x="6" y="3"/>
                    <a:pt x="5" y="4"/>
                    <a:pt x="4" y="5"/>
                  </a:cubicBezTo>
                  <a:cubicBezTo>
                    <a:pt x="4" y="6"/>
                    <a:pt x="4" y="7"/>
                    <a:pt x="4" y="7"/>
                  </a:cubicBezTo>
                  <a:cubicBezTo>
                    <a:pt x="5" y="8"/>
                    <a:pt x="6" y="9"/>
                    <a:pt x="7" y="9"/>
                  </a:cubicBezTo>
                  <a:cubicBezTo>
                    <a:pt x="8" y="10"/>
                    <a:pt x="8" y="10"/>
                    <a:pt x="8" y="10"/>
                  </a:cubicBezTo>
                  <a:cubicBezTo>
                    <a:pt x="6" y="13"/>
                    <a:pt x="6" y="13"/>
                    <a:pt x="6" y="13"/>
                  </a:cubicBezTo>
                  <a:cubicBezTo>
                    <a:pt x="5" y="13"/>
                    <a:pt x="5" y="13"/>
                    <a:pt x="4" y="13"/>
                  </a:cubicBezTo>
                  <a:cubicBezTo>
                    <a:pt x="3" y="12"/>
                    <a:pt x="2" y="12"/>
                    <a:pt x="2" y="11"/>
                  </a:cubicBezTo>
                  <a:cubicBezTo>
                    <a:pt x="2" y="11"/>
                    <a:pt x="2" y="11"/>
                    <a:pt x="2" y="11"/>
                  </a:cubicBezTo>
                  <a:cubicBezTo>
                    <a:pt x="0" y="14"/>
                    <a:pt x="0" y="14"/>
                    <a:pt x="0" y="14"/>
                  </a:cubicBezTo>
                  <a:cubicBezTo>
                    <a:pt x="1" y="14"/>
                    <a:pt x="1" y="14"/>
                    <a:pt x="1" y="14"/>
                  </a:cubicBezTo>
                  <a:cubicBezTo>
                    <a:pt x="2" y="15"/>
                    <a:pt x="3" y="15"/>
                    <a:pt x="5" y="16"/>
                  </a:cubicBezTo>
                  <a:cubicBezTo>
                    <a:pt x="4" y="18"/>
                    <a:pt x="4" y="18"/>
                    <a:pt x="4" y="18"/>
                  </a:cubicBezTo>
                  <a:cubicBezTo>
                    <a:pt x="6" y="18"/>
                    <a:pt x="6" y="18"/>
                    <a:pt x="6" y="18"/>
                  </a:cubicBezTo>
                  <a:cubicBezTo>
                    <a:pt x="7" y="16"/>
                    <a:pt x="7" y="16"/>
                    <a:pt x="7" y="16"/>
                  </a:cubicBezTo>
                  <a:cubicBezTo>
                    <a:pt x="9" y="16"/>
                    <a:pt x="10" y="16"/>
                    <a:pt x="12" y="15"/>
                  </a:cubicBezTo>
                  <a:cubicBezTo>
                    <a:pt x="13" y="15"/>
                    <a:pt x="14" y="14"/>
                    <a:pt x="14" y="13"/>
                  </a:cubicBezTo>
                  <a:cubicBezTo>
                    <a:pt x="14" y="12"/>
                    <a:pt x="14" y="11"/>
                    <a:pt x="14" y="11"/>
                  </a:cubicBezTo>
                  <a:cubicBezTo>
                    <a:pt x="14" y="10"/>
                    <a:pt x="13" y="9"/>
                    <a:pt x="11" y="8"/>
                  </a:cubicBezTo>
                  <a:cubicBezTo>
                    <a:pt x="11" y="8"/>
                    <a:pt x="11" y="8"/>
                    <a:pt x="11" y="8"/>
                  </a:cubicBezTo>
                  <a:cubicBezTo>
                    <a:pt x="12" y="5"/>
                    <a:pt x="12" y="5"/>
                    <a:pt x="12" y="5"/>
                  </a:cubicBezTo>
                  <a:cubicBezTo>
                    <a:pt x="13" y="5"/>
                    <a:pt x="14" y="6"/>
                    <a:pt x="15" y="6"/>
                  </a:cubicBezTo>
                  <a:cubicBezTo>
                    <a:pt x="15" y="6"/>
                    <a:pt x="15" y="6"/>
                    <a:pt x="15" y="6"/>
                  </a:cubicBezTo>
                  <a:cubicBezTo>
                    <a:pt x="18" y="4"/>
                    <a:pt x="18" y="4"/>
                    <a:pt x="18" y="4"/>
                  </a:cubicBezTo>
                  <a:cubicBezTo>
                    <a:pt x="17" y="4"/>
                    <a:pt x="17" y="4"/>
                    <a:pt x="17" y="4"/>
                  </a:cubicBezTo>
                  <a:cubicBezTo>
                    <a:pt x="16" y="3"/>
                    <a:pt x="15" y="3"/>
                    <a:pt x="13" y="2"/>
                  </a:cubicBezTo>
                  <a:close/>
                  <a:moveTo>
                    <a:pt x="8" y="5"/>
                  </a:moveTo>
                  <a:cubicBezTo>
                    <a:pt x="8" y="5"/>
                    <a:pt x="8" y="5"/>
                    <a:pt x="9" y="5"/>
                  </a:cubicBezTo>
                  <a:cubicBezTo>
                    <a:pt x="9" y="5"/>
                    <a:pt x="9" y="5"/>
                    <a:pt x="10" y="5"/>
                  </a:cubicBezTo>
                  <a:cubicBezTo>
                    <a:pt x="9" y="7"/>
                    <a:pt x="9" y="7"/>
                    <a:pt x="9" y="7"/>
                  </a:cubicBezTo>
                  <a:cubicBezTo>
                    <a:pt x="8" y="7"/>
                    <a:pt x="8" y="6"/>
                    <a:pt x="8" y="6"/>
                  </a:cubicBezTo>
                  <a:cubicBezTo>
                    <a:pt x="8" y="6"/>
                    <a:pt x="8" y="6"/>
                    <a:pt x="8" y="5"/>
                  </a:cubicBezTo>
                  <a:close/>
                  <a:moveTo>
                    <a:pt x="8" y="13"/>
                  </a:moveTo>
                  <a:cubicBezTo>
                    <a:pt x="9" y="11"/>
                    <a:pt x="9" y="11"/>
                    <a:pt x="9" y="11"/>
                  </a:cubicBezTo>
                  <a:cubicBezTo>
                    <a:pt x="10" y="11"/>
                    <a:pt x="10" y="11"/>
                    <a:pt x="10" y="12"/>
                  </a:cubicBezTo>
                  <a:cubicBezTo>
                    <a:pt x="11" y="12"/>
                    <a:pt x="11" y="12"/>
                    <a:pt x="10" y="12"/>
                  </a:cubicBezTo>
                  <a:cubicBezTo>
                    <a:pt x="10" y="13"/>
                    <a:pt x="10" y="13"/>
                    <a:pt x="8" y="13"/>
                  </a:cubicBezTo>
                  <a:close/>
                  <a:moveTo>
                    <a:pt x="8" y="13"/>
                  </a:moveTo>
                  <a:cubicBezTo>
                    <a:pt x="8" y="13"/>
                    <a:pt x="8" y="13"/>
                    <a:pt x="8"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5"/>
            <p:cNvSpPr>
              <a:spLocks noEditPoints="1"/>
            </p:cNvSpPr>
            <p:nvPr/>
          </p:nvSpPr>
          <p:spPr bwMode="auto">
            <a:xfrm>
              <a:off x="5584825" y="3732213"/>
              <a:ext cx="120650" cy="139700"/>
            </a:xfrm>
            <a:custGeom>
              <a:avLst/>
              <a:gdLst/>
              <a:ahLst/>
              <a:cxnLst>
                <a:cxn ang="0">
                  <a:pos x="73" y="49"/>
                </a:cxn>
                <a:cxn ang="0">
                  <a:pos x="16" y="0"/>
                </a:cxn>
                <a:cxn ang="0">
                  <a:pos x="0" y="36"/>
                </a:cxn>
                <a:cxn ang="0">
                  <a:pos x="57" y="84"/>
                </a:cxn>
                <a:cxn ang="0">
                  <a:pos x="73" y="49"/>
                </a:cxn>
                <a:cxn ang="0">
                  <a:pos x="62" y="43"/>
                </a:cxn>
                <a:cxn ang="0">
                  <a:pos x="69" y="50"/>
                </a:cxn>
                <a:cxn ang="0">
                  <a:pos x="65" y="57"/>
                </a:cxn>
                <a:cxn ang="0">
                  <a:pos x="62" y="43"/>
                </a:cxn>
                <a:cxn ang="0">
                  <a:pos x="11" y="41"/>
                </a:cxn>
                <a:cxn ang="0">
                  <a:pos x="4" y="35"/>
                </a:cxn>
                <a:cxn ang="0">
                  <a:pos x="8" y="27"/>
                </a:cxn>
                <a:cxn ang="0">
                  <a:pos x="11" y="41"/>
                </a:cxn>
                <a:cxn ang="0">
                  <a:pos x="14" y="13"/>
                </a:cxn>
                <a:cxn ang="0">
                  <a:pos x="17" y="6"/>
                </a:cxn>
                <a:cxn ang="0">
                  <a:pos x="24" y="12"/>
                </a:cxn>
                <a:cxn ang="0">
                  <a:pos x="14" y="13"/>
                </a:cxn>
                <a:cxn ang="0">
                  <a:pos x="31" y="55"/>
                </a:cxn>
                <a:cxn ang="0">
                  <a:pos x="25" y="32"/>
                </a:cxn>
                <a:cxn ang="0">
                  <a:pos x="42" y="30"/>
                </a:cxn>
                <a:cxn ang="0">
                  <a:pos x="48" y="52"/>
                </a:cxn>
                <a:cxn ang="0">
                  <a:pos x="31" y="55"/>
                </a:cxn>
                <a:cxn ang="0">
                  <a:pos x="49" y="73"/>
                </a:cxn>
                <a:cxn ang="0">
                  <a:pos x="59" y="71"/>
                </a:cxn>
                <a:cxn ang="0">
                  <a:pos x="56" y="79"/>
                </a:cxn>
                <a:cxn ang="0">
                  <a:pos x="49" y="73"/>
                </a:cxn>
                <a:cxn ang="0">
                  <a:pos x="49" y="73"/>
                </a:cxn>
                <a:cxn ang="0">
                  <a:pos x="49" y="73"/>
                </a:cxn>
              </a:cxnLst>
              <a:rect l="0" t="0" r="r" b="b"/>
              <a:pathLst>
                <a:path w="73" h="84">
                  <a:moveTo>
                    <a:pt x="73" y="49"/>
                  </a:moveTo>
                  <a:cubicBezTo>
                    <a:pt x="16" y="0"/>
                    <a:pt x="16" y="0"/>
                    <a:pt x="16" y="0"/>
                  </a:cubicBezTo>
                  <a:cubicBezTo>
                    <a:pt x="0" y="36"/>
                    <a:pt x="0" y="36"/>
                    <a:pt x="0" y="36"/>
                  </a:cubicBezTo>
                  <a:cubicBezTo>
                    <a:pt x="57" y="84"/>
                    <a:pt x="57" y="84"/>
                    <a:pt x="57" y="84"/>
                  </a:cubicBezTo>
                  <a:lnTo>
                    <a:pt x="73" y="49"/>
                  </a:lnTo>
                  <a:close/>
                  <a:moveTo>
                    <a:pt x="62" y="43"/>
                  </a:moveTo>
                  <a:cubicBezTo>
                    <a:pt x="69" y="50"/>
                    <a:pt x="69" y="50"/>
                    <a:pt x="69" y="50"/>
                  </a:cubicBezTo>
                  <a:cubicBezTo>
                    <a:pt x="65" y="57"/>
                    <a:pt x="65" y="57"/>
                    <a:pt x="65" y="57"/>
                  </a:cubicBezTo>
                  <a:cubicBezTo>
                    <a:pt x="62" y="53"/>
                    <a:pt x="60" y="48"/>
                    <a:pt x="62" y="43"/>
                  </a:cubicBezTo>
                  <a:close/>
                  <a:moveTo>
                    <a:pt x="11" y="41"/>
                  </a:moveTo>
                  <a:cubicBezTo>
                    <a:pt x="4" y="35"/>
                    <a:pt x="4" y="35"/>
                    <a:pt x="4" y="35"/>
                  </a:cubicBezTo>
                  <a:cubicBezTo>
                    <a:pt x="8" y="27"/>
                    <a:pt x="8" y="27"/>
                    <a:pt x="8" y="27"/>
                  </a:cubicBezTo>
                  <a:cubicBezTo>
                    <a:pt x="11" y="31"/>
                    <a:pt x="12" y="37"/>
                    <a:pt x="11" y="41"/>
                  </a:cubicBezTo>
                  <a:close/>
                  <a:moveTo>
                    <a:pt x="14" y="13"/>
                  </a:moveTo>
                  <a:cubicBezTo>
                    <a:pt x="17" y="6"/>
                    <a:pt x="17" y="6"/>
                    <a:pt x="17" y="6"/>
                  </a:cubicBezTo>
                  <a:cubicBezTo>
                    <a:pt x="24" y="12"/>
                    <a:pt x="24" y="12"/>
                    <a:pt x="24" y="12"/>
                  </a:cubicBezTo>
                  <a:cubicBezTo>
                    <a:pt x="22" y="15"/>
                    <a:pt x="18" y="16"/>
                    <a:pt x="14" y="13"/>
                  </a:cubicBezTo>
                  <a:close/>
                  <a:moveTo>
                    <a:pt x="31" y="55"/>
                  </a:moveTo>
                  <a:cubicBezTo>
                    <a:pt x="24" y="49"/>
                    <a:pt x="22" y="39"/>
                    <a:pt x="25" y="32"/>
                  </a:cubicBezTo>
                  <a:cubicBezTo>
                    <a:pt x="28" y="25"/>
                    <a:pt x="36" y="24"/>
                    <a:pt x="42" y="30"/>
                  </a:cubicBezTo>
                  <a:cubicBezTo>
                    <a:pt x="48" y="35"/>
                    <a:pt x="51" y="45"/>
                    <a:pt x="48" y="52"/>
                  </a:cubicBezTo>
                  <a:cubicBezTo>
                    <a:pt x="45" y="59"/>
                    <a:pt x="37" y="60"/>
                    <a:pt x="31" y="55"/>
                  </a:cubicBezTo>
                  <a:close/>
                  <a:moveTo>
                    <a:pt x="49" y="73"/>
                  </a:moveTo>
                  <a:cubicBezTo>
                    <a:pt x="51" y="69"/>
                    <a:pt x="55" y="69"/>
                    <a:pt x="59" y="71"/>
                  </a:cubicBezTo>
                  <a:cubicBezTo>
                    <a:pt x="56" y="79"/>
                    <a:pt x="56" y="79"/>
                    <a:pt x="56" y="79"/>
                  </a:cubicBezTo>
                  <a:lnTo>
                    <a:pt x="49" y="73"/>
                  </a:lnTo>
                  <a:close/>
                  <a:moveTo>
                    <a:pt x="49" y="73"/>
                  </a:moveTo>
                  <a:cubicBezTo>
                    <a:pt x="49" y="73"/>
                    <a:pt x="49" y="73"/>
                    <a:pt x="49" y="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6"/>
            <p:cNvSpPr>
              <a:spLocks noEditPoints="1"/>
            </p:cNvSpPr>
            <p:nvPr/>
          </p:nvSpPr>
          <p:spPr bwMode="auto">
            <a:xfrm>
              <a:off x="5630863" y="3784600"/>
              <a:ext cx="26988" cy="34925"/>
            </a:xfrm>
            <a:custGeom>
              <a:avLst/>
              <a:gdLst/>
              <a:ahLst/>
              <a:cxnLst>
                <a:cxn ang="0">
                  <a:pos x="13" y="3"/>
                </a:cxn>
                <a:cxn ang="0">
                  <a:pos x="14" y="1"/>
                </a:cxn>
                <a:cxn ang="0">
                  <a:pos x="12" y="0"/>
                </a:cxn>
                <a:cxn ang="0">
                  <a:pos x="11" y="2"/>
                </a:cxn>
                <a:cxn ang="0">
                  <a:pos x="7" y="1"/>
                </a:cxn>
                <a:cxn ang="0">
                  <a:pos x="5" y="2"/>
                </a:cxn>
                <a:cxn ang="0">
                  <a:pos x="5" y="6"/>
                </a:cxn>
                <a:cxn ang="0">
                  <a:pos x="6" y="9"/>
                </a:cxn>
                <a:cxn ang="0">
                  <a:pos x="7" y="10"/>
                </a:cxn>
                <a:cxn ang="0">
                  <a:pos x="5" y="14"/>
                </a:cxn>
                <a:cxn ang="0">
                  <a:pos x="4" y="12"/>
                </a:cxn>
                <a:cxn ang="0">
                  <a:pos x="2" y="10"/>
                </a:cxn>
                <a:cxn ang="0">
                  <a:pos x="2" y="9"/>
                </a:cxn>
                <a:cxn ang="0">
                  <a:pos x="0" y="12"/>
                </a:cxn>
                <a:cxn ang="0">
                  <a:pos x="1" y="12"/>
                </a:cxn>
                <a:cxn ang="0">
                  <a:pos x="4" y="17"/>
                </a:cxn>
                <a:cxn ang="0">
                  <a:pos x="3" y="19"/>
                </a:cxn>
                <a:cxn ang="0">
                  <a:pos x="5" y="21"/>
                </a:cxn>
                <a:cxn ang="0">
                  <a:pos x="6" y="18"/>
                </a:cxn>
                <a:cxn ang="0">
                  <a:pos x="10" y="19"/>
                </a:cxn>
                <a:cxn ang="0">
                  <a:pos x="12" y="18"/>
                </a:cxn>
                <a:cxn ang="0">
                  <a:pos x="12" y="15"/>
                </a:cxn>
                <a:cxn ang="0">
                  <a:pos x="10" y="10"/>
                </a:cxn>
                <a:cxn ang="0">
                  <a:pos x="10" y="10"/>
                </a:cxn>
                <a:cxn ang="0">
                  <a:pos x="12" y="6"/>
                </a:cxn>
                <a:cxn ang="0">
                  <a:pos x="14" y="9"/>
                </a:cxn>
                <a:cxn ang="0">
                  <a:pos x="14" y="10"/>
                </a:cxn>
                <a:cxn ang="0">
                  <a:pos x="16" y="8"/>
                </a:cxn>
                <a:cxn ang="0">
                  <a:pos x="16" y="7"/>
                </a:cxn>
                <a:cxn ang="0">
                  <a:pos x="13" y="3"/>
                </a:cxn>
                <a:cxn ang="0">
                  <a:pos x="9" y="15"/>
                </a:cxn>
                <a:cxn ang="0">
                  <a:pos x="7" y="15"/>
                </a:cxn>
                <a:cxn ang="0">
                  <a:pos x="9" y="13"/>
                </a:cxn>
                <a:cxn ang="0">
                  <a:pos x="9" y="14"/>
                </a:cxn>
                <a:cxn ang="0">
                  <a:pos x="9" y="15"/>
                </a:cxn>
                <a:cxn ang="0">
                  <a:pos x="8" y="7"/>
                </a:cxn>
                <a:cxn ang="0">
                  <a:pos x="8" y="6"/>
                </a:cxn>
                <a:cxn ang="0">
                  <a:pos x="8" y="5"/>
                </a:cxn>
                <a:cxn ang="0">
                  <a:pos x="9" y="4"/>
                </a:cxn>
                <a:cxn ang="0">
                  <a:pos x="10" y="4"/>
                </a:cxn>
                <a:cxn ang="0">
                  <a:pos x="8" y="7"/>
                </a:cxn>
                <a:cxn ang="0">
                  <a:pos x="8" y="7"/>
                </a:cxn>
                <a:cxn ang="0">
                  <a:pos x="8" y="7"/>
                </a:cxn>
              </a:cxnLst>
              <a:rect l="0" t="0" r="r" b="b"/>
              <a:pathLst>
                <a:path w="16" h="21">
                  <a:moveTo>
                    <a:pt x="13" y="3"/>
                  </a:moveTo>
                  <a:cubicBezTo>
                    <a:pt x="14" y="1"/>
                    <a:pt x="14" y="1"/>
                    <a:pt x="14" y="1"/>
                  </a:cubicBezTo>
                  <a:cubicBezTo>
                    <a:pt x="12" y="0"/>
                    <a:pt x="12" y="0"/>
                    <a:pt x="12" y="0"/>
                  </a:cubicBezTo>
                  <a:cubicBezTo>
                    <a:pt x="11" y="2"/>
                    <a:pt x="11" y="2"/>
                    <a:pt x="11" y="2"/>
                  </a:cubicBezTo>
                  <a:cubicBezTo>
                    <a:pt x="10" y="1"/>
                    <a:pt x="8" y="0"/>
                    <a:pt x="7" y="1"/>
                  </a:cubicBezTo>
                  <a:cubicBezTo>
                    <a:pt x="6" y="1"/>
                    <a:pt x="5" y="1"/>
                    <a:pt x="5" y="2"/>
                  </a:cubicBezTo>
                  <a:cubicBezTo>
                    <a:pt x="5" y="3"/>
                    <a:pt x="4" y="4"/>
                    <a:pt x="5" y="6"/>
                  </a:cubicBezTo>
                  <a:cubicBezTo>
                    <a:pt x="5" y="7"/>
                    <a:pt x="6" y="8"/>
                    <a:pt x="6" y="9"/>
                  </a:cubicBezTo>
                  <a:cubicBezTo>
                    <a:pt x="7" y="10"/>
                    <a:pt x="7" y="10"/>
                    <a:pt x="7" y="10"/>
                  </a:cubicBezTo>
                  <a:cubicBezTo>
                    <a:pt x="5" y="14"/>
                    <a:pt x="5" y="14"/>
                    <a:pt x="5" y="14"/>
                  </a:cubicBezTo>
                  <a:cubicBezTo>
                    <a:pt x="5" y="14"/>
                    <a:pt x="4" y="13"/>
                    <a:pt x="4" y="12"/>
                  </a:cubicBezTo>
                  <a:cubicBezTo>
                    <a:pt x="3" y="11"/>
                    <a:pt x="2" y="10"/>
                    <a:pt x="2" y="10"/>
                  </a:cubicBezTo>
                  <a:cubicBezTo>
                    <a:pt x="2" y="9"/>
                    <a:pt x="2" y="9"/>
                    <a:pt x="2" y="9"/>
                  </a:cubicBezTo>
                  <a:cubicBezTo>
                    <a:pt x="0" y="12"/>
                    <a:pt x="0" y="12"/>
                    <a:pt x="0" y="12"/>
                  </a:cubicBezTo>
                  <a:cubicBezTo>
                    <a:pt x="1" y="12"/>
                    <a:pt x="1" y="12"/>
                    <a:pt x="1" y="12"/>
                  </a:cubicBezTo>
                  <a:cubicBezTo>
                    <a:pt x="1" y="14"/>
                    <a:pt x="3" y="15"/>
                    <a:pt x="4" y="17"/>
                  </a:cubicBezTo>
                  <a:cubicBezTo>
                    <a:pt x="3" y="19"/>
                    <a:pt x="3" y="19"/>
                    <a:pt x="3" y="19"/>
                  </a:cubicBezTo>
                  <a:cubicBezTo>
                    <a:pt x="5" y="21"/>
                    <a:pt x="5" y="21"/>
                    <a:pt x="5" y="21"/>
                  </a:cubicBezTo>
                  <a:cubicBezTo>
                    <a:pt x="6" y="18"/>
                    <a:pt x="6" y="18"/>
                    <a:pt x="6" y="18"/>
                  </a:cubicBezTo>
                  <a:cubicBezTo>
                    <a:pt x="8" y="19"/>
                    <a:pt x="9" y="20"/>
                    <a:pt x="10" y="19"/>
                  </a:cubicBezTo>
                  <a:cubicBezTo>
                    <a:pt x="11" y="19"/>
                    <a:pt x="12" y="19"/>
                    <a:pt x="12" y="18"/>
                  </a:cubicBezTo>
                  <a:cubicBezTo>
                    <a:pt x="13" y="17"/>
                    <a:pt x="13" y="16"/>
                    <a:pt x="12" y="15"/>
                  </a:cubicBezTo>
                  <a:cubicBezTo>
                    <a:pt x="12" y="13"/>
                    <a:pt x="12" y="12"/>
                    <a:pt x="10" y="10"/>
                  </a:cubicBezTo>
                  <a:cubicBezTo>
                    <a:pt x="10" y="10"/>
                    <a:pt x="10" y="10"/>
                    <a:pt x="10" y="10"/>
                  </a:cubicBezTo>
                  <a:cubicBezTo>
                    <a:pt x="12" y="6"/>
                    <a:pt x="12" y="6"/>
                    <a:pt x="12" y="6"/>
                  </a:cubicBezTo>
                  <a:cubicBezTo>
                    <a:pt x="12" y="7"/>
                    <a:pt x="13" y="8"/>
                    <a:pt x="14" y="9"/>
                  </a:cubicBezTo>
                  <a:cubicBezTo>
                    <a:pt x="14" y="10"/>
                    <a:pt x="14" y="10"/>
                    <a:pt x="14" y="10"/>
                  </a:cubicBezTo>
                  <a:cubicBezTo>
                    <a:pt x="16" y="8"/>
                    <a:pt x="16" y="8"/>
                    <a:pt x="16" y="8"/>
                  </a:cubicBezTo>
                  <a:cubicBezTo>
                    <a:pt x="16" y="7"/>
                    <a:pt x="16" y="7"/>
                    <a:pt x="16" y="7"/>
                  </a:cubicBezTo>
                  <a:cubicBezTo>
                    <a:pt x="15" y="6"/>
                    <a:pt x="14" y="5"/>
                    <a:pt x="13" y="3"/>
                  </a:cubicBezTo>
                  <a:close/>
                  <a:moveTo>
                    <a:pt x="9" y="15"/>
                  </a:moveTo>
                  <a:cubicBezTo>
                    <a:pt x="9" y="16"/>
                    <a:pt x="9" y="16"/>
                    <a:pt x="7" y="15"/>
                  </a:cubicBezTo>
                  <a:cubicBezTo>
                    <a:pt x="9" y="13"/>
                    <a:pt x="9" y="13"/>
                    <a:pt x="9" y="13"/>
                  </a:cubicBezTo>
                  <a:cubicBezTo>
                    <a:pt x="9" y="13"/>
                    <a:pt x="9" y="14"/>
                    <a:pt x="9" y="14"/>
                  </a:cubicBezTo>
                  <a:cubicBezTo>
                    <a:pt x="9" y="15"/>
                    <a:pt x="9" y="15"/>
                    <a:pt x="9" y="15"/>
                  </a:cubicBezTo>
                  <a:close/>
                  <a:moveTo>
                    <a:pt x="8" y="7"/>
                  </a:moveTo>
                  <a:cubicBezTo>
                    <a:pt x="8" y="7"/>
                    <a:pt x="8" y="6"/>
                    <a:pt x="8" y="6"/>
                  </a:cubicBezTo>
                  <a:cubicBezTo>
                    <a:pt x="8" y="5"/>
                    <a:pt x="8" y="5"/>
                    <a:pt x="8" y="5"/>
                  </a:cubicBezTo>
                  <a:cubicBezTo>
                    <a:pt x="8" y="4"/>
                    <a:pt x="8" y="4"/>
                    <a:pt x="9" y="4"/>
                  </a:cubicBezTo>
                  <a:cubicBezTo>
                    <a:pt x="9" y="4"/>
                    <a:pt x="9" y="4"/>
                    <a:pt x="10" y="4"/>
                  </a:cubicBezTo>
                  <a:lnTo>
                    <a:pt x="8" y="7"/>
                  </a:lnTo>
                  <a:close/>
                  <a:moveTo>
                    <a:pt x="8" y="7"/>
                  </a:moveTo>
                  <a:cubicBezTo>
                    <a:pt x="8" y="7"/>
                    <a:pt x="8" y="7"/>
                    <a:pt x="8"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0" name="Freeform 37"/>
          <p:cNvSpPr>
            <a:spLocks noEditPoints="1"/>
          </p:cNvSpPr>
          <p:nvPr/>
        </p:nvSpPr>
        <p:spPr bwMode="auto">
          <a:xfrm>
            <a:off x="5673230" y="1433134"/>
            <a:ext cx="700881" cy="795850"/>
          </a:xfrm>
          <a:custGeom>
            <a:avLst/>
            <a:gdLst/>
            <a:ahLst/>
            <a:cxnLst>
              <a:cxn ang="0">
                <a:pos x="44" y="43"/>
              </a:cxn>
              <a:cxn ang="0">
                <a:pos x="87" y="0"/>
              </a:cxn>
              <a:cxn ang="0">
                <a:pos x="130" y="43"/>
              </a:cxn>
              <a:cxn ang="0">
                <a:pos x="87" y="86"/>
              </a:cxn>
              <a:cxn ang="0">
                <a:pos x="44" y="43"/>
              </a:cxn>
              <a:cxn ang="0">
                <a:pos x="137" y="37"/>
              </a:cxn>
              <a:cxn ang="0">
                <a:pos x="263" y="14"/>
              </a:cxn>
              <a:cxn ang="0">
                <a:pos x="252" y="124"/>
              </a:cxn>
              <a:cxn ang="0">
                <a:pos x="206" y="104"/>
              </a:cxn>
              <a:cxn ang="0">
                <a:pos x="204" y="129"/>
              </a:cxn>
              <a:cxn ang="0">
                <a:pos x="183" y="119"/>
              </a:cxn>
              <a:cxn ang="0">
                <a:pos x="121" y="148"/>
              </a:cxn>
              <a:cxn ang="0">
                <a:pos x="96" y="145"/>
              </a:cxn>
              <a:cxn ang="0">
                <a:pos x="80" y="219"/>
              </a:cxn>
              <a:cxn ang="0">
                <a:pos x="60" y="242"/>
              </a:cxn>
              <a:cxn ang="0">
                <a:pos x="60" y="377"/>
              </a:cxn>
              <a:cxn ang="0">
                <a:pos x="37" y="400"/>
              </a:cxn>
              <a:cxn ang="0">
                <a:pos x="37" y="400"/>
              </a:cxn>
              <a:cxn ang="0">
                <a:pos x="14" y="377"/>
              </a:cxn>
              <a:cxn ang="0">
                <a:pos x="15" y="234"/>
              </a:cxn>
              <a:cxn ang="0">
                <a:pos x="3" y="203"/>
              </a:cxn>
              <a:cxn ang="0">
                <a:pos x="23" y="110"/>
              </a:cxn>
              <a:cxn ang="0">
                <a:pos x="59" y="84"/>
              </a:cxn>
              <a:cxn ang="0">
                <a:pos x="59" y="84"/>
              </a:cxn>
              <a:cxn ang="0">
                <a:pos x="69" y="85"/>
              </a:cxn>
              <a:cxn ang="0">
                <a:pos x="78" y="88"/>
              </a:cxn>
              <a:cxn ang="0">
                <a:pos x="99" y="111"/>
              </a:cxn>
              <a:cxn ang="0">
                <a:pos x="155" y="100"/>
              </a:cxn>
              <a:cxn ang="0">
                <a:pos x="156" y="99"/>
              </a:cxn>
              <a:cxn ang="0">
                <a:pos x="157" y="84"/>
              </a:cxn>
              <a:cxn ang="0">
                <a:pos x="134" y="74"/>
              </a:cxn>
              <a:cxn ang="0">
                <a:pos x="137" y="37"/>
              </a:cxn>
              <a:cxn ang="0">
                <a:pos x="168" y="92"/>
              </a:cxn>
              <a:cxn ang="0">
                <a:pos x="178" y="95"/>
              </a:cxn>
              <a:cxn ang="0">
                <a:pos x="186" y="108"/>
              </a:cxn>
              <a:cxn ang="0">
                <a:pos x="193" y="111"/>
              </a:cxn>
              <a:cxn ang="0">
                <a:pos x="194" y="100"/>
              </a:cxn>
              <a:cxn ang="0">
                <a:pos x="169" y="89"/>
              </a:cxn>
              <a:cxn ang="0">
                <a:pos x="168" y="92"/>
              </a:cxn>
              <a:cxn ang="0">
                <a:pos x="267" y="117"/>
              </a:cxn>
              <a:cxn ang="0">
                <a:pos x="327" y="155"/>
              </a:cxn>
              <a:cxn ang="0">
                <a:pos x="331" y="147"/>
              </a:cxn>
              <a:cxn ang="0">
                <a:pos x="272" y="109"/>
              </a:cxn>
              <a:cxn ang="0">
                <a:pos x="267" y="117"/>
              </a:cxn>
              <a:cxn ang="0">
                <a:pos x="345" y="14"/>
              </a:cxn>
              <a:cxn ang="0">
                <a:pos x="343" y="5"/>
              </a:cxn>
              <a:cxn ang="0">
                <a:pos x="274" y="21"/>
              </a:cxn>
              <a:cxn ang="0">
                <a:pos x="276" y="30"/>
              </a:cxn>
              <a:cxn ang="0">
                <a:pos x="345" y="14"/>
              </a:cxn>
              <a:cxn ang="0">
                <a:pos x="276" y="67"/>
              </a:cxn>
              <a:cxn ang="0">
                <a:pos x="275" y="76"/>
              </a:cxn>
              <a:cxn ang="0">
                <a:pos x="353" y="81"/>
              </a:cxn>
              <a:cxn ang="0">
                <a:pos x="354" y="71"/>
              </a:cxn>
              <a:cxn ang="0">
                <a:pos x="276" y="67"/>
              </a:cxn>
              <a:cxn ang="0">
                <a:pos x="276" y="67"/>
              </a:cxn>
              <a:cxn ang="0">
                <a:pos x="276" y="67"/>
              </a:cxn>
            </a:cxnLst>
            <a:rect l="0" t="0" r="r" b="b"/>
            <a:pathLst>
              <a:path w="354" h="400">
                <a:moveTo>
                  <a:pt x="44" y="43"/>
                </a:moveTo>
                <a:cubicBezTo>
                  <a:pt x="44" y="19"/>
                  <a:pt x="63" y="0"/>
                  <a:pt x="87" y="0"/>
                </a:cubicBezTo>
                <a:cubicBezTo>
                  <a:pt x="111" y="0"/>
                  <a:pt x="130" y="19"/>
                  <a:pt x="130" y="43"/>
                </a:cubicBezTo>
                <a:cubicBezTo>
                  <a:pt x="130" y="67"/>
                  <a:pt x="111" y="86"/>
                  <a:pt x="87" y="86"/>
                </a:cubicBezTo>
                <a:cubicBezTo>
                  <a:pt x="63" y="86"/>
                  <a:pt x="44" y="67"/>
                  <a:pt x="44" y="43"/>
                </a:cubicBezTo>
                <a:close/>
                <a:moveTo>
                  <a:pt x="137" y="37"/>
                </a:moveTo>
                <a:cubicBezTo>
                  <a:pt x="263" y="14"/>
                  <a:pt x="263" y="14"/>
                  <a:pt x="263" y="14"/>
                </a:cubicBezTo>
                <a:cubicBezTo>
                  <a:pt x="252" y="124"/>
                  <a:pt x="252" y="124"/>
                  <a:pt x="252" y="124"/>
                </a:cubicBezTo>
                <a:cubicBezTo>
                  <a:pt x="206" y="104"/>
                  <a:pt x="206" y="104"/>
                  <a:pt x="206" y="104"/>
                </a:cubicBezTo>
                <a:cubicBezTo>
                  <a:pt x="204" y="129"/>
                  <a:pt x="204" y="129"/>
                  <a:pt x="204" y="129"/>
                </a:cubicBezTo>
                <a:cubicBezTo>
                  <a:pt x="183" y="119"/>
                  <a:pt x="183" y="119"/>
                  <a:pt x="183" y="119"/>
                </a:cubicBezTo>
                <a:cubicBezTo>
                  <a:pt x="169" y="139"/>
                  <a:pt x="145" y="148"/>
                  <a:pt x="121" y="148"/>
                </a:cubicBezTo>
                <a:cubicBezTo>
                  <a:pt x="112" y="148"/>
                  <a:pt x="104" y="147"/>
                  <a:pt x="96" y="145"/>
                </a:cubicBezTo>
                <a:cubicBezTo>
                  <a:pt x="80" y="219"/>
                  <a:pt x="80" y="219"/>
                  <a:pt x="80" y="219"/>
                </a:cubicBezTo>
                <a:cubicBezTo>
                  <a:pt x="77" y="231"/>
                  <a:pt x="70" y="238"/>
                  <a:pt x="60" y="242"/>
                </a:cubicBezTo>
                <a:cubicBezTo>
                  <a:pt x="60" y="377"/>
                  <a:pt x="60" y="377"/>
                  <a:pt x="60" y="377"/>
                </a:cubicBezTo>
                <a:cubicBezTo>
                  <a:pt x="60" y="390"/>
                  <a:pt x="50" y="400"/>
                  <a:pt x="37" y="400"/>
                </a:cubicBezTo>
                <a:cubicBezTo>
                  <a:pt x="37" y="400"/>
                  <a:pt x="37" y="400"/>
                  <a:pt x="37" y="400"/>
                </a:cubicBezTo>
                <a:cubicBezTo>
                  <a:pt x="25" y="400"/>
                  <a:pt x="14" y="390"/>
                  <a:pt x="14" y="377"/>
                </a:cubicBezTo>
                <a:cubicBezTo>
                  <a:pt x="15" y="234"/>
                  <a:pt x="15" y="234"/>
                  <a:pt x="15" y="234"/>
                </a:cubicBezTo>
                <a:cubicBezTo>
                  <a:pt x="6" y="226"/>
                  <a:pt x="0" y="215"/>
                  <a:pt x="3" y="203"/>
                </a:cubicBezTo>
                <a:cubicBezTo>
                  <a:pt x="23" y="110"/>
                  <a:pt x="23" y="110"/>
                  <a:pt x="23" y="110"/>
                </a:cubicBezTo>
                <a:cubicBezTo>
                  <a:pt x="26" y="92"/>
                  <a:pt x="44" y="84"/>
                  <a:pt x="59" y="84"/>
                </a:cubicBezTo>
                <a:cubicBezTo>
                  <a:pt x="59" y="84"/>
                  <a:pt x="59" y="84"/>
                  <a:pt x="59" y="84"/>
                </a:cubicBezTo>
                <a:cubicBezTo>
                  <a:pt x="59" y="84"/>
                  <a:pt x="64" y="84"/>
                  <a:pt x="69" y="85"/>
                </a:cubicBezTo>
                <a:cubicBezTo>
                  <a:pt x="73" y="86"/>
                  <a:pt x="78" y="88"/>
                  <a:pt x="78" y="88"/>
                </a:cubicBezTo>
                <a:cubicBezTo>
                  <a:pt x="87" y="92"/>
                  <a:pt x="95" y="100"/>
                  <a:pt x="99" y="111"/>
                </a:cubicBezTo>
                <a:cubicBezTo>
                  <a:pt x="117" y="119"/>
                  <a:pt x="145" y="116"/>
                  <a:pt x="155" y="100"/>
                </a:cubicBezTo>
                <a:cubicBezTo>
                  <a:pt x="156" y="100"/>
                  <a:pt x="156" y="99"/>
                  <a:pt x="156" y="99"/>
                </a:cubicBezTo>
                <a:cubicBezTo>
                  <a:pt x="157" y="84"/>
                  <a:pt x="157" y="84"/>
                  <a:pt x="157" y="84"/>
                </a:cubicBezTo>
                <a:cubicBezTo>
                  <a:pt x="134" y="74"/>
                  <a:pt x="134" y="74"/>
                  <a:pt x="134" y="74"/>
                </a:cubicBezTo>
                <a:lnTo>
                  <a:pt x="137" y="37"/>
                </a:lnTo>
                <a:close/>
                <a:moveTo>
                  <a:pt x="168" y="92"/>
                </a:moveTo>
                <a:cubicBezTo>
                  <a:pt x="172" y="92"/>
                  <a:pt x="175" y="93"/>
                  <a:pt x="178" y="95"/>
                </a:cubicBezTo>
                <a:cubicBezTo>
                  <a:pt x="183" y="98"/>
                  <a:pt x="185" y="103"/>
                  <a:pt x="186" y="108"/>
                </a:cubicBezTo>
                <a:cubicBezTo>
                  <a:pt x="193" y="111"/>
                  <a:pt x="193" y="111"/>
                  <a:pt x="193" y="111"/>
                </a:cubicBezTo>
                <a:cubicBezTo>
                  <a:pt x="194" y="100"/>
                  <a:pt x="194" y="100"/>
                  <a:pt x="194" y="100"/>
                </a:cubicBezTo>
                <a:cubicBezTo>
                  <a:pt x="169" y="89"/>
                  <a:pt x="169" y="89"/>
                  <a:pt x="169" y="89"/>
                </a:cubicBezTo>
                <a:lnTo>
                  <a:pt x="168" y="92"/>
                </a:lnTo>
                <a:close/>
                <a:moveTo>
                  <a:pt x="267" y="117"/>
                </a:moveTo>
                <a:cubicBezTo>
                  <a:pt x="327" y="155"/>
                  <a:pt x="327" y="155"/>
                  <a:pt x="327" y="155"/>
                </a:cubicBezTo>
                <a:cubicBezTo>
                  <a:pt x="331" y="147"/>
                  <a:pt x="331" y="147"/>
                  <a:pt x="331" y="147"/>
                </a:cubicBezTo>
                <a:cubicBezTo>
                  <a:pt x="272" y="109"/>
                  <a:pt x="272" y="109"/>
                  <a:pt x="272" y="109"/>
                </a:cubicBezTo>
                <a:lnTo>
                  <a:pt x="267" y="117"/>
                </a:lnTo>
                <a:close/>
                <a:moveTo>
                  <a:pt x="345" y="14"/>
                </a:moveTo>
                <a:cubicBezTo>
                  <a:pt x="343" y="5"/>
                  <a:pt x="343" y="5"/>
                  <a:pt x="343" y="5"/>
                </a:cubicBezTo>
                <a:cubicBezTo>
                  <a:pt x="274" y="21"/>
                  <a:pt x="274" y="21"/>
                  <a:pt x="274" y="21"/>
                </a:cubicBezTo>
                <a:cubicBezTo>
                  <a:pt x="276" y="30"/>
                  <a:pt x="276" y="30"/>
                  <a:pt x="276" y="30"/>
                </a:cubicBezTo>
                <a:lnTo>
                  <a:pt x="345" y="14"/>
                </a:lnTo>
                <a:close/>
                <a:moveTo>
                  <a:pt x="276" y="67"/>
                </a:moveTo>
                <a:cubicBezTo>
                  <a:pt x="275" y="76"/>
                  <a:pt x="275" y="76"/>
                  <a:pt x="275" y="76"/>
                </a:cubicBezTo>
                <a:cubicBezTo>
                  <a:pt x="353" y="81"/>
                  <a:pt x="353" y="81"/>
                  <a:pt x="353" y="81"/>
                </a:cubicBezTo>
                <a:cubicBezTo>
                  <a:pt x="354" y="71"/>
                  <a:pt x="354" y="71"/>
                  <a:pt x="354" y="71"/>
                </a:cubicBezTo>
                <a:lnTo>
                  <a:pt x="276" y="67"/>
                </a:lnTo>
                <a:close/>
                <a:moveTo>
                  <a:pt x="276" y="67"/>
                </a:moveTo>
                <a:cubicBezTo>
                  <a:pt x="276" y="67"/>
                  <a:pt x="276" y="67"/>
                  <a:pt x="276" y="67"/>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TextBox 50"/>
          <p:cNvSpPr txBox="1"/>
          <p:nvPr/>
        </p:nvSpPr>
        <p:spPr>
          <a:xfrm>
            <a:off x="1722198" y="2982411"/>
            <a:ext cx="640002" cy="400110"/>
          </a:xfrm>
          <a:prstGeom prst="rect">
            <a:avLst/>
          </a:prstGeom>
          <a:noFill/>
        </p:spPr>
        <p:txBody>
          <a:bodyPr wrap="square" rtlCol="0" anchor="ctr">
            <a:spAutoFit/>
          </a:bodyPr>
          <a:lstStyle/>
          <a:p>
            <a:pPr algn="ctr"/>
            <a:r>
              <a:rPr lang="en-US" b="1" dirty="0">
                <a:solidFill>
                  <a:schemeClr val="bg1"/>
                </a:solidFill>
              </a:rPr>
              <a:t>50%</a:t>
            </a:r>
            <a:endParaRPr lang="en-US" sz="1600" b="1" dirty="0">
              <a:solidFill>
                <a:schemeClr val="bg1"/>
              </a:solidFill>
            </a:endParaRPr>
          </a:p>
        </p:txBody>
      </p:sp>
      <p:sp>
        <p:nvSpPr>
          <p:cNvPr id="55" name="TextBox 54"/>
          <p:cNvSpPr txBox="1"/>
          <p:nvPr/>
        </p:nvSpPr>
        <p:spPr>
          <a:xfrm>
            <a:off x="2924582" y="2835860"/>
            <a:ext cx="640002" cy="400110"/>
          </a:xfrm>
          <a:prstGeom prst="rect">
            <a:avLst/>
          </a:prstGeom>
          <a:noFill/>
        </p:spPr>
        <p:txBody>
          <a:bodyPr wrap="square" rtlCol="0" anchor="ctr">
            <a:spAutoFit/>
          </a:bodyPr>
          <a:lstStyle/>
          <a:p>
            <a:pPr algn="ctr"/>
            <a:r>
              <a:rPr lang="en-US" b="1" dirty="0">
                <a:solidFill>
                  <a:schemeClr val="bg1"/>
                </a:solidFill>
              </a:rPr>
              <a:t>70%</a:t>
            </a:r>
            <a:endParaRPr lang="en-US" sz="1600" b="1" dirty="0">
              <a:solidFill>
                <a:schemeClr val="bg1"/>
              </a:solidFill>
            </a:endParaRPr>
          </a:p>
        </p:txBody>
      </p:sp>
      <p:sp>
        <p:nvSpPr>
          <p:cNvPr id="59" name="TextBox 58"/>
          <p:cNvSpPr txBox="1"/>
          <p:nvPr/>
        </p:nvSpPr>
        <p:spPr>
          <a:xfrm>
            <a:off x="4184972" y="2628840"/>
            <a:ext cx="640002" cy="400110"/>
          </a:xfrm>
          <a:prstGeom prst="rect">
            <a:avLst/>
          </a:prstGeom>
          <a:noFill/>
        </p:spPr>
        <p:txBody>
          <a:bodyPr wrap="square" rtlCol="0" anchor="ctr">
            <a:spAutoFit/>
          </a:bodyPr>
          <a:lstStyle/>
          <a:p>
            <a:pPr algn="ctr"/>
            <a:r>
              <a:rPr lang="en-US" b="1" dirty="0">
                <a:solidFill>
                  <a:schemeClr val="bg1"/>
                </a:solidFill>
              </a:rPr>
              <a:t>80%</a:t>
            </a:r>
            <a:endParaRPr lang="en-US" sz="1600" b="1" dirty="0">
              <a:solidFill>
                <a:schemeClr val="bg1"/>
              </a:solidFill>
            </a:endParaRPr>
          </a:p>
        </p:txBody>
      </p:sp>
      <p:sp>
        <p:nvSpPr>
          <p:cNvPr id="63" name="TextBox 62"/>
          <p:cNvSpPr txBox="1"/>
          <p:nvPr/>
        </p:nvSpPr>
        <p:spPr>
          <a:xfrm>
            <a:off x="5392141" y="2835860"/>
            <a:ext cx="640002" cy="400110"/>
          </a:xfrm>
          <a:prstGeom prst="rect">
            <a:avLst/>
          </a:prstGeom>
          <a:noFill/>
        </p:spPr>
        <p:txBody>
          <a:bodyPr wrap="square" rtlCol="0" anchor="ctr">
            <a:spAutoFit/>
          </a:bodyPr>
          <a:lstStyle/>
          <a:p>
            <a:pPr algn="ctr"/>
            <a:r>
              <a:rPr lang="en-US" b="1" dirty="0">
                <a:solidFill>
                  <a:schemeClr val="bg1"/>
                </a:solidFill>
              </a:rPr>
              <a:t>40%</a:t>
            </a:r>
            <a:endParaRPr lang="en-US" sz="1600" b="1" dirty="0">
              <a:solidFill>
                <a:schemeClr val="bg1"/>
              </a:solidFill>
            </a:endParaRPr>
          </a:p>
        </p:txBody>
      </p:sp>
      <p:sp>
        <p:nvSpPr>
          <p:cNvPr id="67" name="TextBox 66"/>
          <p:cNvSpPr txBox="1"/>
          <p:nvPr/>
        </p:nvSpPr>
        <p:spPr>
          <a:xfrm>
            <a:off x="6486744" y="2982411"/>
            <a:ext cx="952044" cy="400110"/>
          </a:xfrm>
          <a:prstGeom prst="rect">
            <a:avLst/>
          </a:prstGeom>
          <a:noFill/>
        </p:spPr>
        <p:txBody>
          <a:bodyPr wrap="square" rtlCol="0" anchor="ctr">
            <a:spAutoFit/>
          </a:bodyPr>
          <a:lstStyle/>
          <a:p>
            <a:pPr algn="ctr"/>
            <a:r>
              <a:rPr lang="en-US" b="1" dirty="0">
                <a:solidFill>
                  <a:schemeClr val="bg1"/>
                </a:solidFill>
              </a:rPr>
              <a:t>100%</a:t>
            </a:r>
            <a:endParaRPr lang="en-US" sz="1600" b="1" dirty="0">
              <a:solidFill>
                <a:schemeClr val="bg1"/>
              </a:solidFill>
            </a:endParaRPr>
          </a:p>
        </p:txBody>
      </p:sp>
      <p:grpSp>
        <p:nvGrpSpPr>
          <p:cNvPr id="13" name="Group 25"/>
          <p:cNvGrpSpPr/>
          <p:nvPr/>
        </p:nvGrpSpPr>
        <p:grpSpPr>
          <a:xfrm>
            <a:off x="790462" y="3943350"/>
            <a:ext cx="1479103" cy="709660"/>
            <a:chOff x="764014" y="1586047"/>
            <a:chExt cx="1544637" cy="709660"/>
          </a:xfrm>
        </p:grpSpPr>
        <p:sp>
          <p:nvSpPr>
            <p:cNvPr id="69"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70"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23" name="Group 25"/>
          <p:cNvGrpSpPr/>
          <p:nvPr/>
        </p:nvGrpSpPr>
        <p:grpSpPr>
          <a:xfrm>
            <a:off x="2318571" y="3943350"/>
            <a:ext cx="1479103" cy="709660"/>
            <a:chOff x="764014" y="1586047"/>
            <a:chExt cx="1544637" cy="709660"/>
          </a:xfrm>
        </p:grpSpPr>
        <p:sp>
          <p:nvSpPr>
            <p:cNvPr id="81"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82"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34" name="Group 25"/>
          <p:cNvGrpSpPr/>
          <p:nvPr/>
        </p:nvGrpSpPr>
        <p:grpSpPr>
          <a:xfrm>
            <a:off x="3846680" y="3943350"/>
            <a:ext cx="1479103" cy="709660"/>
            <a:chOff x="764014" y="1586047"/>
            <a:chExt cx="1544637" cy="709660"/>
          </a:xfrm>
        </p:grpSpPr>
        <p:sp>
          <p:nvSpPr>
            <p:cNvPr id="84"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8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39" name="Group 25"/>
          <p:cNvGrpSpPr/>
          <p:nvPr/>
        </p:nvGrpSpPr>
        <p:grpSpPr>
          <a:xfrm>
            <a:off x="5374789" y="3943350"/>
            <a:ext cx="1479103" cy="709660"/>
            <a:chOff x="764014" y="1586047"/>
            <a:chExt cx="1544637" cy="709660"/>
          </a:xfrm>
        </p:grpSpPr>
        <p:sp>
          <p:nvSpPr>
            <p:cNvPr id="87"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8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52" name="Group 25"/>
          <p:cNvGrpSpPr/>
          <p:nvPr/>
        </p:nvGrpSpPr>
        <p:grpSpPr>
          <a:xfrm>
            <a:off x="6902897" y="3943350"/>
            <a:ext cx="1479103" cy="709660"/>
            <a:chOff x="764014" y="1586047"/>
            <a:chExt cx="1544637" cy="709660"/>
          </a:xfrm>
        </p:grpSpPr>
        <p:sp>
          <p:nvSpPr>
            <p:cNvPr id="90"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9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51"/>
                                        </p:tgtEl>
                                        <p:attrNameLst>
                                          <p:attrName>style.visibility</p:attrName>
                                        </p:attrNameLst>
                                      </p:cBhvr>
                                      <p:to>
                                        <p:strVal val="visible"/>
                                      </p:to>
                                    </p:set>
                                    <p:anim calcmode="lin" valueType="num">
                                      <p:cBhvr>
                                        <p:cTn id="12" dur="500" fill="hold"/>
                                        <p:tgtEl>
                                          <p:spTgt spid="51"/>
                                        </p:tgtEl>
                                        <p:attrNameLst>
                                          <p:attrName>ppt_w</p:attrName>
                                        </p:attrNameLst>
                                      </p:cBhvr>
                                      <p:tavLst>
                                        <p:tav tm="0">
                                          <p:val>
                                            <p:fltVal val="0"/>
                                          </p:val>
                                        </p:tav>
                                        <p:tav tm="100000">
                                          <p:val>
                                            <p:strVal val="#ppt_w"/>
                                          </p:val>
                                        </p:tav>
                                      </p:tavLst>
                                    </p:anim>
                                    <p:anim calcmode="lin" valueType="num">
                                      <p:cBhvr>
                                        <p:cTn id="13" dur="500" fill="hold"/>
                                        <p:tgtEl>
                                          <p:spTgt spid="51"/>
                                        </p:tgtEl>
                                        <p:attrNameLst>
                                          <p:attrName>ppt_h</p:attrName>
                                        </p:attrNameLst>
                                      </p:cBhvr>
                                      <p:tavLst>
                                        <p:tav tm="0">
                                          <p:val>
                                            <p:fltVal val="0"/>
                                          </p:val>
                                        </p:tav>
                                        <p:tav tm="100000">
                                          <p:val>
                                            <p:strVal val="#ppt_h"/>
                                          </p:val>
                                        </p:tav>
                                      </p:tavLst>
                                    </p:anim>
                                    <p:animEffect transition="in" filter="fade">
                                      <p:cBhvr>
                                        <p:cTn id="14" dur="500"/>
                                        <p:tgtEl>
                                          <p:spTgt spid="51"/>
                                        </p:tgtEl>
                                      </p:cBhvr>
                                    </p:animEffect>
                                  </p:childTnLst>
                                </p:cTn>
                              </p:par>
                              <p:par>
                                <p:cTn id="15" presetID="2" presetClass="entr" presetSubtype="1" accel="50000" decel="50000"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0-#ppt_h/2"/>
                                          </p:val>
                                        </p:tav>
                                        <p:tav tm="100000">
                                          <p:val>
                                            <p:strVal val="#ppt_y"/>
                                          </p:val>
                                        </p:tav>
                                      </p:tavLst>
                                    </p:anim>
                                  </p:childTnLst>
                                </p:cTn>
                              </p:par>
                            </p:childTnLst>
                          </p:cTn>
                        </p:par>
                        <p:par>
                          <p:cTn id="19" fill="hold">
                            <p:stCondLst>
                              <p:cond delay="1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p:cTn id="27" dur="500" fill="hold"/>
                                        <p:tgtEl>
                                          <p:spTgt spid="55"/>
                                        </p:tgtEl>
                                        <p:attrNameLst>
                                          <p:attrName>ppt_w</p:attrName>
                                        </p:attrNameLst>
                                      </p:cBhvr>
                                      <p:tavLst>
                                        <p:tav tm="0">
                                          <p:val>
                                            <p:fltVal val="0"/>
                                          </p:val>
                                        </p:tav>
                                        <p:tav tm="100000">
                                          <p:val>
                                            <p:strVal val="#ppt_w"/>
                                          </p:val>
                                        </p:tav>
                                      </p:tavLst>
                                    </p:anim>
                                    <p:anim calcmode="lin" valueType="num">
                                      <p:cBhvr>
                                        <p:cTn id="28" dur="500" fill="hold"/>
                                        <p:tgtEl>
                                          <p:spTgt spid="55"/>
                                        </p:tgtEl>
                                        <p:attrNameLst>
                                          <p:attrName>ppt_h</p:attrName>
                                        </p:attrNameLst>
                                      </p:cBhvr>
                                      <p:tavLst>
                                        <p:tav tm="0">
                                          <p:val>
                                            <p:fltVal val="0"/>
                                          </p:val>
                                        </p:tav>
                                        <p:tav tm="100000">
                                          <p:val>
                                            <p:strVal val="#ppt_h"/>
                                          </p:val>
                                        </p:tav>
                                      </p:tavLst>
                                    </p:anim>
                                    <p:animEffect transition="in" filter="fade">
                                      <p:cBhvr>
                                        <p:cTn id="29" dur="500"/>
                                        <p:tgtEl>
                                          <p:spTgt spid="55"/>
                                        </p:tgtEl>
                                      </p:cBhvr>
                                    </p:animEffect>
                                  </p:childTnLst>
                                </p:cTn>
                              </p:par>
                              <p:par>
                                <p:cTn id="30" presetID="2" presetClass="entr" presetSubtype="1" accel="50000" decel="50000" fill="hold" nodeType="with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500" fill="hold"/>
                                        <p:tgtEl>
                                          <p:spTgt spid="3"/>
                                        </p:tgtEl>
                                        <p:attrNameLst>
                                          <p:attrName>ppt_x</p:attrName>
                                        </p:attrNameLst>
                                      </p:cBhvr>
                                      <p:tavLst>
                                        <p:tav tm="0">
                                          <p:val>
                                            <p:strVal val="#ppt_x"/>
                                          </p:val>
                                        </p:tav>
                                        <p:tav tm="100000">
                                          <p:val>
                                            <p:strVal val="#ppt_x"/>
                                          </p:val>
                                        </p:tav>
                                      </p:tavLst>
                                    </p:anim>
                                    <p:anim calcmode="lin" valueType="num">
                                      <p:cBhvr additive="base">
                                        <p:cTn id="33" dur="500" fill="hold"/>
                                        <p:tgtEl>
                                          <p:spTgt spid="3"/>
                                        </p:tgtEl>
                                        <p:attrNameLst>
                                          <p:attrName>ppt_y</p:attrName>
                                        </p:attrNameLst>
                                      </p:cBhvr>
                                      <p:tavLst>
                                        <p:tav tm="0">
                                          <p:val>
                                            <p:strVal val="0-#ppt_h/2"/>
                                          </p:val>
                                        </p:tav>
                                        <p:tav tm="100000">
                                          <p:val>
                                            <p:strVal val="#ppt_y"/>
                                          </p:val>
                                        </p:tav>
                                      </p:tavLst>
                                    </p:anim>
                                  </p:childTnLst>
                                </p:cTn>
                              </p:par>
                            </p:childTnLst>
                          </p:cTn>
                        </p:par>
                        <p:par>
                          <p:cTn id="34" fill="hold">
                            <p:stCondLst>
                              <p:cond delay="2000"/>
                            </p:stCondLst>
                            <p:childTnLst>
                              <p:par>
                                <p:cTn id="35" presetID="2" presetClass="entr" presetSubtype="4" accel="50000" decel="50000"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500" fill="hold"/>
                                        <p:tgtEl>
                                          <p:spTgt spid="9"/>
                                        </p:tgtEl>
                                        <p:attrNameLst>
                                          <p:attrName>ppt_x</p:attrName>
                                        </p:attrNameLst>
                                      </p:cBhvr>
                                      <p:tavLst>
                                        <p:tav tm="0">
                                          <p:val>
                                            <p:strVal val="#ppt_x"/>
                                          </p:val>
                                        </p:tav>
                                        <p:tav tm="100000">
                                          <p:val>
                                            <p:strVal val="#ppt_x"/>
                                          </p:val>
                                        </p:tav>
                                      </p:tavLst>
                                    </p:anim>
                                    <p:anim calcmode="lin" valueType="num">
                                      <p:cBhvr additive="base">
                                        <p:cTn id="38" dur="500" fill="hold"/>
                                        <p:tgtEl>
                                          <p:spTgt spid="9"/>
                                        </p:tgtEl>
                                        <p:attrNameLst>
                                          <p:attrName>ppt_y</p:attrName>
                                        </p:attrNameLst>
                                      </p:cBhvr>
                                      <p:tavLst>
                                        <p:tav tm="0">
                                          <p:val>
                                            <p:strVal val="1+#ppt_h/2"/>
                                          </p:val>
                                        </p:tav>
                                        <p:tav tm="100000">
                                          <p:val>
                                            <p:strVal val="#ppt_y"/>
                                          </p:val>
                                        </p:tav>
                                      </p:tavLst>
                                    </p:anim>
                                  </p:childTnLst>
                                </p:cTn>
                              </p:par>
                            </p:childTnLst>
                          </p:cTn>
                        </p:par>
                        <p:par>
                          <p:cTn id="39" fill="hold">
                            <p:stCondLst>
                              <p:cond delay="2500"/>
                            </p:stCondLst>
                            <p:childTnLst>
                              <p:par>
                                <p:cTn id="40" presetID="53" presetClass="entr" presetSubtype="0" fill="hold" grpId="0" nodeType="afterEffect">
                                  <p:stCondLst>
                                    <p:cond delay="0"/>
                                  </p:stCondLst>
                                  <p:childTnLst>
                                    <p:set>
                                      <p:cBhvr>
                                        <p:cTn id="41" dur="1" fill="hold">
                                          <p:stCondLst>
                                            <p:cond delay="0"/>
                                          </p:stCondLst>
                                        </p:cTn>
                                        <p:tgtEl>
                                          <p:spTgt spid="59"/>
                                        </p:tgtEl>
                                        <p:attrNameLst>
                                          <p:attrName>style.visibility</p:attrName>
                                        </p:attrNameLst>
                                      </p:cBhvr>
                                      <p:to>
                                        <p:strVal val="visible"/>
                                      </p:to>
                                    </p:set>
                                    <p:anim calcmode="lin" valueType="num">
                                      <p:cBhvr>
                                        <p:cTn id="42" dur="500" fill="hold"/>
                                        <p:tgtEl>
                                          <p:spTgt spid="59"/>
                                        </p:tgtEl>
                                        <p:attrNameLst>
                                          <p:attrName>ppt_w</p:attrName>
                                        </p:attrNameLst>
                                      </p:cBhvr>
                                      <p:tavLst>
                                        <p:tav tm="0">
                                          <p:val>
                                            <p:fltVal val="0"/>
                                          </p:val>
                                        </p:tav>
                                        <p:tav tm="100000">
                                          <p:val>
                                            <p:strVal val="#ppt_w"/>
                                          </p:val>
                                        </p:tav>
                                      </p:tavLst>
                                    </p:anim>
                                    <p:anim calcmode="lin" valueType="num">
                                      <p:cBhvr>
                                        <p:cTn id="43" dur="500" fill="hold"/>
                                        <p:tgtEl>
                                          <p:spTgt spid="59"/>
                                        </p:tgtEl>
                                        <p:attrNameLst>
                                          <p:attrName>ppt_h</p:attrName>
                                        </p:attrNameLst>
                                      </p:cBhvr>
                                      <p:tavLst>
                                        <p:tav tm="0">
                                          <p:val>
                                            <p:fltVal val="0"/>
                                          </p:val>
                                        </p:tav>
                                        <p:tav tm="100000">
                                          <p:val>
                                            <p:strVal val="#ppt_h"/>
                                          </p:val>
                                        </p:tav>
                                      </p:tavLst>
                                    </p:anim>
                                    <p:animEffect transition="in" filter="fade">
                                      <p:cBhvr>
                                        <p:cTn id="44" dur="500"/>
                                        <p:tgtEl>
                                          <p:spTgt spid="59"/>
                                        </p:tgtEl>
                                      </p:cBhvr>
                                    </p:animEffect>
                                  </p:childTnLst>
                                </p:cTn>
                              </p:par>
                              <p:par>
                                <p:cTn id="45" presetID="2" presetClass="entr" presetSubtype="1" accel="50000" decel="50000"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additive="base">
                                        <p:cTn id="47" dur="500" fill="hold"/>
                                        <p:tgtEl>
                                          <p:spTgt spid="4"/>
                                        </p:tgtEl>
                                        <p:attrNameLst>
                                          <p:attrName>ppt_x</p:attrName>
                                        </p:attrNameLst>
                                      </p:cBhvr>
                                      <p:tavLst>
                                        <p:tav tm="0">
                                          <p:val>
                                            <p:strVal val="#ppt_x"/>
                                          </p:val>
                                        </p:tav>
                                        <p:tav tm="100000">
                                          <p:val>
                                            <p:strVal val="#ppt_x"/>
                                          </p:val>
                                        </p:tav>
                                      </p:tavLst>
                                    </p:anim>
                                    <p:anim calcmode="lin" valueType="num">
                                      <p:cBhvr additive="base">
                                        <p:cTn id="48" dur="500" fill="hold"/>
                                        <p:tgtEl>
                                          <p:spTgt spid="4"/>
                                        </p:tgtEl>
                                        <p:attrNameLst>
                                          <p:attrName>ppt_y</p:attrName>
                                        </p:attrNameLst>
                                      </p:cBhvr>
                                      <p:tavLst>
                                        <p:tav tm="0">
                                          <p:val>
                                            <p:strVal val="0-#ppt_h/2"/>
                                          </p:val>
                                        </p:tav>
                                        <p:tav tm="100000">
                                          <p:val>
                                            <p:strVal val="#ppt_y"/>
                                          </p:val>
                                        </p:tav>
                                      </p:tavLst>
                                    </p:anim>
                                  </p:childTnLst>
                                </p:cTn>
                              </p:par>
                            </p:childTnLst>
                          </p:cTn>
                        </p:par>
                        <p:par>
                          <p:cTn id="49" fill="hold">
                            <p:stCondLst>
                              <p:cond delay="3000"/>
                            </p:stCondLst>
                            <p:childTnLst>
                              <p:par>
                                <p:cTn id="50" presetID="2" presetClass="entr" presetSubtype="4" accel="50000" decel="50000"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500" fill="hold"/>
                                        <p:tgtEl>
                                          <p:spTgt spid="10"/>
                                        </p:tgtEl>
                                        <p:attrNameLst>
                                          <p:attrName>ppt_x</p:attrName>
                                        </p:attrNameLst>
                                      </p:cBhvr>
                                      <p:tavLst>
                                        <p:tav tm="0">
                                          <p:val>
                                            <p:strVal val="#ppt_x"/>
                                          </p:val>
                                        </p:tav>
                                        <p:tav tm="100000">
                                          <p:val>
                                            <p:strVal val="#ppt_x"/>
                                          </p:val>
                                        </p:tav>
                                      </p:tavLst>
                                    </p:anim>
                                    <p:anim calcmode="lin" valueType="num">
                                      <p:cBhvr additive="base">
                                        <p:cTn id="53" dur="500" fill="hold"/>
                                        <p:tgtEl>
                                          <p:spTgt spid="10"/>
                                        </p:tgtEl>
                                        <p:attrNameLst>
                                          <p:attrName>ppt_y</p:attrName>
                                        </p:attrNameLst>
                                      </p:cBhvr>
                                      <p:tavLst>
                                        <p:tav tm="0">
                                          <p:val>
                                            <p:strVal val="1+#ppt_h/2"/>
                                          </p:val>
                                        </p:tav>
                                        <p:tav tm="100000">
                                          <p:val>
                                            <p:strVal val="#ppt_y"/>
                                          </p:val>
                                        </p:tav>
                                      </p:tavLst>
                                    </p:anim>
                                  </p:childTnLst>
                                </p:cTn>
                              </p:par>
                            </p:childTnLst>
                          </p:cTn>
                        </p:par>
                        <p:par>
                          <p:cTn id="54" fill="hold">
                            <p:stCondLst>
                              <p:cond delay="3500"/>
                            </p:stCondLst>
                            <p:childTnLst>
                              <p:par>
                                <p:cTn id="55" presetID="53" presetClass="entr" presetSubtype="0" fill="hold" grpId="0" nodeType="after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p:cTn id="57" dur="500" fill="hold"/>
                                        <p:tgtEl>
                                          <p:spTgt spid="63"/>
                                        </p:tgtEl>
                                        <p:attrNameLst>
                                          <p:attrName>ppt_w</p:attrName>
                                        </p:attrNameLst>
                                      </p:cBhvr>
                                      <p:tavLst>
                                        <p:tav tm="0">
                                          <p:val>
                                            <p:fltVal val="0"/>
                                          </p:val>
                                        </p:tav>
                                        <p:tav tm="100000">
                                          <p:val>
                                            <p:strVal val="#ppt_w"/>
                                          </p:val>
                                        </p:tav>
                                      </p:tavLst>
                                    </p:anim>
                                    <p:anim calcmode="lin" valueType="num">
                                      <p:cBhvr>
                                        <p:cTn id="58" dur="500" fill="hold"/>
                                        <p:tgtEl>
                                          <p:spTgt spid="63"/>
                                        </p:tgtEl>
                                        <p:attrNameLst>
                                          <p:attrName>ppt_h</p:attrName>
                                        </p:attrNameLst>
                                      </p:cBhvr>
                                      <p:tavLst>
                                        <p:tav tm="0">
                                          <p:val>
                                            <p:fltVal val="0"/>
                                          </p:val>
                                        </p:tav>
                                        <p:tav tm="100000">
                                          <p:val>
                                            <p:strVal val="#ppt_h"/>
                                          </p:val>
                                        </p:tav>
                                      </p:tavLst>
                                    </p:anim>
                                    <p:animEffect transition="in" filter="fade">
                                      <p:cBhvr>
                                        <p:cTn id="59" dur="500"/>
                                        <p:tgtEl>
                                          <p:spTgt spid="63"/>
                                        </p:tgtEl>
                                      </p:cBhvr>
                                    </p:animEffect>
                                  </p:childTnLst>
                                </p:cTn>
                              </p:par>
                              <p:par>
                                <p:cTn id="60" presetID="2" presetClass="entr" presetSubtype="1" accel="50000" decel="50000" fill="hold" grpId="0" nodeType="withEffect">
                                  <p:stCondLst>
                                    <p:cond delay="0"/>
                                  </p:stCondLst>
                                  <p:childTnLst>
                                    <p:set>
                                      <p:cBhvr>
                                        <p:cTn id="61" dur="1" fill="hold">
                                          <p:stCondLst>
                                            <p:cond delay="0"/>
                                          </p:stCondLst>
                                        </p:cTn>
                                        <p:tgtEl>
                                          <p:spTgt spid="50"/>
                                        </p:tgtEl>
                                        <p:attrNameLst>
                                          <p:attrName>style.visibility</p:attrName>
                                        </p:attrNameLst>
                                      </p:cBhvr>
                                      <p:to>
                                        <p:strVal val="visible"/>
                                      </p:to>
                                    </p:set>
                                    <p:anim calcmode="lin" valueType="num">
                                      <p:cBhvr additive="base">
                                        <p:cTn id="62" dur="500" fill="hold"/>
                                        <p:tgtEl>
                                          <p:spTgt spid="50"/>
                                        </p:tgtEl>
                                        <p:attrNameLst>
                                          <p:attrName>ppt_x</p:attrName>
                                        </p:attrNameLst>
                                      </p:cBhvr>
                                      <p:tavLst>
                                        <p:tav tm="0">
                                          <p:val>
                                            <p:strVal val="#ppt_x"/>
                                          </p:val>
                                        </p:tav>
                                        <p:tav tm="100000">
                                          <p:val>
                                            <p:strVal val="#ppt_x"/>
                                          </p:val>
                                        </p:tav>
                                      </p:tavLst>
                                    </p:anim>
                                    <p:anim calcmode="lin" valueType="num">
                                      <p:cBhvr additive="base">
                                        <p:cTn id="63" dur="500" fill="hold"/>
                                        <p:tgtEl>
                                          <p:spTgt spid="50"/>
                                        </p:tgtEl>
                                        <p:attrNameLst>
                                          <p:attrName>ppt_y</p:attrName>
                                        </p:attrNameLst>
                                      </p:cBhvr>
                                      <p:tavLst>
                                        <p:tav tm="0">
                                          <p:val>
                                            <p:strVal val="0-#ppt_h/2"/>
                                          </p:val>
                                        </p:tav>
                                        <p:tav tm="100000">
                                          <p:val>
                                            <p:strVal val="#ppt_y"/>
                                          </p:val>
                                        </p:tav>
                                      </p:tavLst>
                                    </p:anim>
                                  </p:childTnLst>
                                </p:cTn>
                              </p:par>
                            </p:childTnLst>
                          </p:cTn>
                        </p:par>
                        <p:par>
                          <p:cTn id="64" fill="hold">
                            <p:stCondLst>
                              <p:cond delay="4000"/>
                            </p:stCondLst>
                            <p:childTnLst>
                              <p:par>
                                <p:cTn id="65" presetID="2" presetClass="entr" presetSubtype="4" accel="50000" decel="50000" fill="hold" grpId="0" nodeType="after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500" fill="hold"/>
                                        <p:tgtEl>
                                          <p:spTgt spid="11"/>
                                        </p:tgtEl>
                                        <p:attrNameLst>
                                          <p:attrName>ppt_x</p:attrName>
                                        </p:attrNameLst>
                                      </p:cBhvr>
                                      <p:tavLst>
                                        <p:tav tm="0">
                                          <p:val>
                                            <p:strVal val="#ppt_x"/>
                                          </p:val>
                                        </p:tav>
                                        <p:tav tm="100000">
                                          <p:val>
                                            <p:strVal val="#ppt_x"/>
                                          </p:val>
                                        </p:tav>
                                      </p:tavLst>
                                    </p:anim>
                                    <p:anim calcmode="lin" valueType="num">
                                      <p:cBhvr additive="base">
                                        <p:cTn id="68" dur="500" fill="hold"/>
                                        <p:tgtEl>
                                          <p:spTgt spid="11"/>
                                        </p:tgtEl>
                                        <p:attrNameLst>
                                          <p:attrName>ppt_y</p:attrName>
                                        </p:attrNameLst>
                                      </p:cBhvr>
                                      <p:tavLst>
                                        <p:tav tm="0">
                                          <p:val>
                                            <p:strVal val="1+#ppt_h/2"/>
                                          </p:val>
                                        </p:tav>
                                        <p:tav tm="100000">
                                          <p:val>
                                            <p:strVal val="#ppt_y"/>
                                          </p:val>
                                        </p:tav>
                                      </p:tavLst>
                                    </p:anim>
                                  </p:childTnLst>
                                </p:cTn>
                              </p:par>
                            </p:childTnLst>
                          </p:cTn>
                        </p:par>
                        <p:par>
                          <p:cTn id="69" fill="hold">
                            <p:stCondLst>
                              <p:cond delay="4500"/>
                            </p:stCondLst>
                            <p:childTnLst>
                              <p:par>
                                <p:cTn id="70" presetID="53" presetClass="entr" presetSubtype="0" fill="hold" grpId="0" nodeType="afterEffect">
                                  <p:stCondLst>
                                    <p:cond delay="0"/>
                                  </p:stCondLst>
                                  <p:childTnLst>
                                    <p:set>
                                      <p:cBhvr>
                                        <p:cTn id="71" dur="1" fill="hold">
                                          <p:stCondLst>
                                            <p:cond delay="0"/>
                                          </p:stCondLst>
                                        </p:cTn>
                                        <p:tgtEl>
                                          <p:spTgt spid="67"/>
                                        </p:tgtEl>
                                        <p:attrNameLst>
                                          <p:attrName>style.visibility</p:attrName>
                                        </p:attrNameLst>
                                      </p:cBhvr>
                                      <p:to>
                                        <p:strVal val="visible"/>
                                      </p:to>
                                    </p:set>
                                    <p:anim calcmode="lin" valueType="num">
                                      <p:cBhvr>
                                        <p:cTn id="72" dur="500" fill="hold"/>
                                        <p:tgtEl>
                                          <p:spTgt spid="67"/>
                                        </p:tgtEl>
                                        <p:attrNameLst>
                                          <p:attrName>ppt_w</p:attrName>
                                        </p:attrNameLst>
                                      </p:cBhvr>
                                      <p:tavLst>
                                        <p:tav tm="0">
                                          <p:val>
                                            <p:fltVal val="0"/>
                                          </p:val>
                                        </p:tav>
                                        <p:tav tm="100000">
                                          <p:val>
                                            <p:strVal val="#ppt_w"/>
                                          </p:val>
                                        </p:tav>
                                      </p:tavLst>
                                    </p:anim>
                                    <p:anim calcmode="lin" valueType="num">
                                      <p:cBhvr>
                                        <p:cTn id="73" dur="500" fill="hold"/>
                                        <p:tgtEl>
                                          <p:spTgt spid="67"/>
                                        </p:tgtEl>
                                        <p:attrNameLst>
                                          <p:attrName>ppt_h</p:attrName>
                                        </p:attrNameLst>
                                      </p:cBhvr>
                                      <p:tavLst>
                                        <p:tav tm="0">
                                          <p:val>
                                            <p:fltVal val="0"/>
                                          </p:val>
                                        </p:tav>
                                        <p:tav tm="100000">
                                          <p:val>
                                            <p:strVal val="#ppt_h"/>
                                          </p:val>
                                        </p:tav>
                                      </p:tavLst>
                                    </p:anim>
                                    <p:animEffect transition="in" filter="fade">
                                      <p:cBhvr>
                                        <p:cTn id="74" dur="500"/>
                                        <p:tgtEl>
                                          <p:spTgt spid="67"/>
                                        </p:tgtEl>
                                      </p:cBhvr>
                                    </p:animEffect>
                                  </p:childTnLst>
                                </p:cTn>
                              </p:par>
                              <p:par>
                                <p:cTn id="75" presetID="2" presetClass="entr" presetSubtype="1" accel="50000" decel="50000" fill="hold" nodeType="with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additive="base">
                                        <p:cTn id="77" dur="500" fill="hold"/>
                                        <p:tgtEl>
                                          <p:spTgt spid="12"/>
                                        </p:tgtEl>
                                        <p:attrNameLst>
                                          <p:attrName>ppt_x</p:attrName>
                                        </p:attrNameLst>
                                      </p:cBhvr>
                                      <p:tavLst>
                                        <p:tav tm="0">
                                          <p:val>
                                            <p:strVal val="#ppt_x"/>
                                          </p:val>
                                        </p:tav>
                                        <p:tav tm="100000">
                                          <p:val>
                                            <p:strVal val="#ppt_x"/>
                                          </p:val>
                                        </p:tav>
                                      </p:tavLst>
                                    </p:anim>
                                    <p:anim calcmode="lin" valueType="num">
                                      <p:cBhvr additive="base">
                                        <p:cTn id="78" dur="500" fill="hold"/>
                                        <p:tgtEl>
                                          <p:spTgt spid="12"/>
                                        </p:tgtEl>
                                        <p:attrNameLst>
                                          <p:attrName>ppt_y</p:attrName>
                                        </p:attrNameLst>
                                      </p:cBhvr>
                                      <p:tavLst>
                                        <p:tav tm="0">
                                          <p:val>
                                            <p:strVal val="0-#ppt_h/2"/>
                                          </p:val>
                                        </p:tav>
                                        <p:tav tm="100000">
                                          <p:val>
                                            <p:strVal val="#ppt_y"/>
                                          </p:val>
                                        </p:tav>
                                      </p:tavLst>
                                    </p:anim>
                                  </p:childTnLst>
                                </p:cTn>
                              </p:par>
                            </p:childTnLst>
                          </p:cTn>
                        </p:par>
                        <p:par>
                          <p:cTn id="79" fill="hold">
                            <p:stCondLst>
                              <p:cond delay="5000"/>
                            </p:stCondLst>
                            <p:childTnLst>
                              <p:par>
                                <p:cTn id="80" presetID="2" presetClass="entr" presetSubtype="4" accel="50000" decel="50000" fill="hold" nodeType="after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500" fill="hold"/>
                                        <p:tgtEl>
                                          <p:spTgt spid="13"/>
                                        </p:tgtEl>
                                        <p:attrNameLst>
                                          <p:attrName>ppt_x</p:attrName>
                                        </p:attrNameLst>
                                      </p:cBhvr>
                                      <p:tavLst>
                                        <p:tav tm="0">
                                          <p:val>
                                            <p:strVal val="#ppt_x"/>
                                          </p:val>
                                        </p:tav>
                                        <p:tav tm="100000">
                                          <p:val>
                                            <p:strVal val="#ppt_x"/>
                                          </p:val>
                                        </p:tav>
                                      </p:tavLst>
                                    </p:anim>
                                    <p:anim calcmode="lin" valueType="num">
                                      <p:cBhvr additive="base">
                                        <p:cTn id="83" dur="500" fill="hold"/>
                                        <p:tgtEl>
                                          <p:spTgt spid="13"/>
                                        </p:tgtEl>
                                        <p:attrNameLst>
                                          <p:attrName>ppt_y</p:attrName>
                                        </p:attrNameLst>
                                      </p:cBhvr>
                                      <p:tavLst>
                                        <p:tav tm="0">
                                          <p:val>
                                            <p:strVal val="1+#ppt_h/2"/>
                                          </p:val>
                                        </p:tav>
                                        <p:tav tm="100000">
                                          <p:val>
                                            <p:strVal val="#ppt_y"/>
                                          </p:val>
                                        </p:tav>
                                      </p:tavLst>
                                    </p:anim>
                                  </p:childTnLst>
                                </p:cTn>
                              </p:par>
                            </p:childTnLst>
                          </p:cTn>
                        </p:par>
                        <p:par>
                          <p:cTn id="84" fill="hold">
                            <p:stCondLst>
                              <p:cond delay="5500"/>
                            </p:stCondLst>
                            <p:childTnLst>
                              <p:par>
                                <p:cTn id="85" presetID="2" presetClass="entr" presetSubtype="4" accel="50000" decel="50000" fill="hold" nodeType="after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500" fill="hold"/>
                                        <p:tgtEl>
                                          <p:spTgt spid="23"/>
                                        </p:tgtEl>
                                        <p:attrNameLst>
                                          <p:attrName>ppt_x</p:attrName>
                                        </p:attrNameLst>
                                      </p:cBhvr>
                                      <p:tavLst>
                                        <p:tav tm="0">
                                          <p:val>
                                            <p:strVal val="#ppt_x"/>
                                          </p:val>
                                        </p:tav>
                                        <p:tav tm="100000">
                                          <p:val>
                                            <p:strVal val="#ppt_x"/>
                                          </p:val>
                                        </p:tav>
                                      </p:tavLst>
                                    </p:anim>
                                    <p:anim calcmode="lin" valueType="num">
                                      <p:cBhvr additive="base">
                                        <p:cTn id="88" dur="500" fill="hold"/>
                                        <p:tgtEl>
                                          <p:spTgt spid="23"/>
                                        </p:tgtEl>
                                        <p:attrNameLst>
                                          <p:attrName>ppt_y</p:attrName>
                                        </p:attrNameLst>
                                      </p:cBhvr>
                                      <p:tavLst>
                                        <p:tav tm="0">
                                          <p:val>
                                            <p:strVal val="1+#ppt_h/2"/>
                                          </p:val>
                                        </p:tav>
                                        <p:tav tm="100000">
                                          <p:val>
                                            <p:strVal val="#ppt_y"/>
                                          </p:val>
                                        </p:tav>
                                      </p:tavLst>
                                    </p:anim>
                                  </p:childTnLst>
                                </p:cTn>
                              </p:par>
                            </p:childTnLst>
                          </p:cTn>
                        </p:par>
                        <p:par>
                          <p:cTn id="89" fill="hold">
                            <p:stCondLst>
                              <p:cond delay="6000"/>
                            </p:stCondLst>
                            <p:childTnLst>
                              <p:par>
                                <p:cTn id="90" presetID="2" presetClass="entr" presetSubtype="4" accel="50000" decel="50000" fill="hold" nodeType="afterEffect">
                                  <p:stCondLst>
                                    <p:cond delay="0"/>
                                  </p:stCondLst>
                                  <p:childTnLst>
                                    <p:set>
                                      <p:cBhvr>
                                        <p:cTn id="91" dur="1" fill="hold">
                                          <p:stCondLst>
                                            <p:cond delay="0"/>
                                          </p:stCondLst>
                                        </p:cTn>
                                        <p:tgtEl>
                                          <p:spTgt spid="34"/>
                                        </p:tgtEl>
                                        <p:attrNameLst>
                                          <p:attrName>style.visibility</p:attrName>
                                        </p:attrNameLst>
                                      </p:cBhvr>
                                      <p:to>
                                        <p:strVal val="visible"/>
                                      </p:to>
                                    </p:set>
                                    <p:anim calcmode="lin" valueType="num">
                                      <p:cBhvr additive="base">
                                        <p:cTn id="92" dur="500" fill="hold"/>
                                        <p:tgtEl>
                                          <p:spTgt spid="34"/>
                                        </p:tgtEl>
                                        <p:attrNameLst>
                                          <p:attrName>ppt_x</p:attrName>
                                        </p:attrNameLst>
                                      </p:cBhvr>
                                      <p:tavLst>
                                        <p:tav tm="0">
                                          <p:val>
                                            <p:strVal val="#ppt_x"/>
                                          </p:val>
                                        </p:tav>
                                        <p:tav tm="100000">
                                          <p:val>
                                            <p:strVal val="#ppt_x"/>
                                          </p:val>
                                        </p:tav>
                                      </p:tavLst>
                                    </p:anim>
                                    <p:anim calcmode="lin" valueType="num">
                                      <p:cBhvr additive="base">
                                        <p:cTn id="93" dur="500" fill="hold"/>
                                        <p:tgtEl>
                                          <p:spTgt spid="34"/>
                                        </p:tgtEl>
                                        <p:attrNameLst>
                                          <p:attrName>ppt_y</p:attrName>
                                        </p:attrNameLst>
                                      </p:cBhvr>
                                      <p:tavLst>
                                        <p:tav tm="0">
                                          <p:val>
                                            <p:strVal val="1+#ppt_h/2"/>
                                          </p:val>
                                        </p:tav>
                                        <p:tav tm="100000">
                                          <p:val>
                                            <p:strVal val="#ppt_y"/>
                                          </p:val>
                                        </p:tav>
                                      </p:tavLst>
                                    </p:anim>
                                  </p:childTnLst>
                                </p:cTn>
                              </p:par>
                            </p:childTnLst>
                          </p:cTn>
                        </p:par>
                        <p:par>
                          <p:cTn id="94" fill="hold">
                            <p:stCondLst>
                              <p:cond delay="6500"/>
                            </p:stCondLst>
                            <p:childTnLst>
                              <p:par>
                                <p:cTn id="95" presetID="2" presetClass="entr" presetSubtype="4" accel="50000" decel="50000" fill="hold" nodeType="after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500" fill="hold"/>
                                        <p:tgtEl>
                                          <p:spTgt spid="39"/>
                                        </p:tgtEl>
                                        <p:attrNameLst>
                                          <p:attrName>ppt_x</p:attrName>
                                        </p:attrNameLst>
                                      </p:cBhvr>
                                      <p:tavLst>
                                        <p:tav tm="0">
                                          <p:val>
                                            <p:strVal val="#ppt_x"/>
                                          </p:val>
                                        </p:tav>
                                        <p:tav tm="100000">
                                          <p:val>
                                            <p:strVal val="#ppt_x"/>
                                          </p:val>
                                        </p:tav>
                                      </p:tavLst>
                                    </p:anim>
                                    <p:anim calcmode="lin" valueType="num">
                                      <p:cBhvr additive="base">
                                        <p:cTn id="98" dur="500" fill="hold"/>
                                        <p:tgtEl>
                                          <p:spTgt spid="39"/>
                                        </p:tgtEl>
                                        <p:attrNameLst>
                                          <p:attrName>ppt_y</p:attrName>
                                        </p:attrNameLst>
                                      </p:cBhvr>
                                      <p:tavLst>
                                        <p:tav tm="0">
                                          <p:val>
                                            <p:strVal val="1+#ppt_h/2"/>
                                          </p:val>
                                        </p:tav>
                                        <p:tav tm="100000">
                                          <p:val>
                                            <p:strVal val="#ppt_y"/>
                                          </p:val>
                                        </p:tav>
                                      </p:tavLst>
                                    </p:anim>
                                  </p:childTnLst>
                                </p:cTn>
                              </p:par>
                            </p:childTnLst>
                          </p:cTn>
                        </p:par>
                        <p:par>
                          <p:cTn id="99" fill="hold">
                            <p:stCondLst>
                              <p:cond delay="7000"/>
                            </p:stCondLst>
                            <p:childTnLst>
                              <p:par>
                                <p:cTn id="100" presetID="2" presetClass="entr" presetSubtype="4" accel="50000" decel="50000" fill="hold" nodeType="afterEffect">
                                  <p:stCondLst>
                                    <p:cond delay="0"/>
                                  </p:stCondLst>
                                  <p:childTnLst>
                                    <p:set>
                                      <p:cBhvr>
                                        <p:cTn id="101" dur="1" fill="hold">
                                          <p:stCondLst>
                                            <p:cond delay="0"/>
                                          </p:stCondLst>
                                        </p:cTn>
                                        <p:tgtEl>
                                          <p:spTgt spid="52"/>
                                        </p:tgtEl>
                                        <p:attrNameLst>
                                          <p:attrName>style.visibility</p:attrName>
                                        </p:attrNameLst>
                                      </p:cBhvr>
                                      <p:to>
                                        <p:strVal val="visible"/>
                                      </p:to>
                                    </p:set>
                                    <p:anim calcmode="lin" valueType="num">
                                      <p:cBhvr additive="base">
                                        <p:cTn id="102" dur="500" fill="hold"/>
                                        <p:tgtEl>
                                          <p:spTgt spid="52"/>
                                        </p:tgtEl>
                                        <p:attrNameLst>
                                          <p:attrName>ppt_x</p:attrName>
                                        </p:attrNameLst>
                                      </p:cBhvr>
                                      <p:tavLst>
                                        <p:tav tm="0">
                                          <p:val>
                                            <p:strVal val="#ppt_x"/>
                                          </p:val>
                                        </p:tav>
                                        <p:tav tm="100000">
                                          <p:val>
                                            <p:strVal val="#ppt_x"/>
                                          </p:val>
                                        </p:tav>
                                      </p:tavLst>
                                    </p:anim>
                                    <p:anim calcmode="lin" valueType="num">
                                      <p:cBhvr additive="base">
                                        <p:cTn id="103"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1" grpId="0" animBg="1"/>
      <p:bldP spid="50" grpId="0" animBg="1"/>
      <p:bldP spid="51" grpId="0"/>
      <p:bldP spid="55" grpId="0"/>
      <p:bldP spid="59" grpId="0"/>
      <p:bldP spid="63" grpId="0"/>
      <p:bldP spid="67"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3"/>
          <p:cNvGrpSpPr/>
          <p:nvPr/>
        </p:nvGrpSpPr>
        <p:grpSpPr>
          <a:xfrm>
            <a:off x="0" y="3663642"/>
            <a:ext cx="4566635" cy="721932"/>
            <a:chOff x="2905413" y="1245382"/>
            <a:chExt cx="784417" cy="1675617"/>
          </a:xfrm>
        </p:grpSpPr>
        <p:sp>
          <p:nvSpPr>
            <p:cNvPr id="34" name="Rectangle 33"/>
            <p:cNvSpPr/>
            <p:nvPr/>
          </p:nvSpPr>
          <p:spPr>
            <a:xfrm>
              <a:off x="2905413" y="1352164"/>
              <a:ext cx="784417" cy="1568835"/>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5" name="Rectangle 34"/>
            <p:cNvSpPr/>
            <p:nvPr/>
          </p:nvSpPr>
          <p:spPr>
            <a:xfrm>
              <a:off x="2905413" y="1245382"/>
              <a:ext cx="784417" cy="15688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7" name="Title 6"/>
          <p:cNvSpPr>
            <a:spLocks noGrp="1"/>
          </p:cNvSpPr>
          <p:nvPr>
            <p:ph type="title"/>
          </p:nvPr>
        </p:nvSpPr>
        <p:spPr/>
        <p:txBody>
          <a:bodyPr/>
          <a:lstStyle/>
          <a:p>
            <a:r>
              <a:rPr lang="en-US"/>
              <a:t>Move On Infographic</a:t>
            </a:r>
            <a:endParaRPr lang="en-US" dirty="0"/>
          </a:p>
        </p:txBody>
      </p:sp>
      <p:sp>
        <p:nvSpPr>
          <p:cNvPr id="8" name="Text Placeholder 7"/>
          <p:cNvSpPr>
            <a:spLocks noGrp="1"/>
          </p:cNvSpPr>
          <p:nvPr>
            <p:ph type="body" sz="half" idx="2"/>
          </p:nvPr>
        </p:nvSpPr>
        <p:spPr/>
        <p:txBody>
          <a:bodyPr/>
          <a:lstStyle/>
          <a:p>
            <a:r>
              <a:rPr lang="en-US"/>
              <a:t>Move On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169</a:t>
            </a:fld>
            <a:endParaRPr lang="en-US" dirty="0"/>
          </a:p>
        </p:txBody>
      </p:sp>
      <p:grpSp>
        <p:nvGrpSpPr>
          <p:cNvPr id="3" name="Group 23"/>
          <p:cNvGrpSpPr/>
          <p:nvPr/>
        </p:nvGrpSpPr>
        <p:grpSpPr>
          <a:xfrm>
            <a:off x="0" y="2219777"/>
            <a:ext cx="3707288" cy="721932"/>
            <a:chOff x="2905413" y="1285293"/>
            <a:chExt cx="784417" cy="1675616"/>
          </a:xfrm>
        </p:grpSpPr>
        <p:sp>
          <p:nvSpPr>
            <p:cNvPr id="10" name="Rectangle 9"/>
            <p:cNvSpPr/>
            <p:nvPr/>
          </p:nvSpPr>
          <p:spPr>
            <a:xfrm>
              <a:off x="2905413" y="1392074"/>
              <a:ext cx="784417" cy="15688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 name="Rectangle 10"/>
            <p:cNvSpPr/>
            <p:nvPr/>
          </p:nvSpPr>
          <p:spPr>
            <a:xfrm>
              <a:off x="2905413" y="1285293"/>
              <a:ext cx="784417" cy="15688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nvGrpSpPr>
          <p:cNvPr id="4" name="Group 23"/>
          <p:cNvGrpSpPr/>
          <p:nvPr/>
        </p:nvGrpSpPr>
        <p:grpSpPr>
          <a:xfrm>
            <a:off x="0" y="1497845"/>
            <a:ext cx="3294605" cy="721932"/>
            <a:chOff x="2905413" y="1285292"/>
            <a:chExt cx="784417" cy="1675617"/>
          </a:xfrm>
        </p:grpSpPr>
        <p:sp>
          <p:nvSpPr>
            <p:cNvPr id="13" name="Rectangle 12"/>
            <p:cNvSpPr/>
            <p:nvPr/>
          </p:nvSpPr>
          <p:spPr>
            <a:xfrm>
              <a:off x="2905413" y="1392073"/>
              <a:ext cx="784417" cy="156883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 name="Rectangle 13"/>
            <p:cNvSpPr/>
            <p:nvPr/>
          </p:nvSpPr>
          <p:spPr>
            <a:xfrm>
              <a:off x="2905413" y="1285292"/>
              <a:ext cx="784417" cy="15688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grpSp>
        <p:nvGrpSpPr>
          <p:cNvPr id="5" name="Group 23"/>
          <p:cNvGrpSpPr/>
          <p:nvPr/>
        </p:nvGrpSpPr>
        <p:grpSpPr>
          <a:xfrm>
            <a:off x="0" y="2941710"/>
            <a:ext cx="4119972" cy="721932"/>
            <a:chOff x="2905413" y="1245382"/>
            <a:chExt cx="784417" cy="1675617"/>
          </a:xfrm>
        </p:grpSpPr>
        <p:sp>
          <p:nvSpPr>
            <p:cNvPr id="16" name="Rectangle 15"/>
            <p:cNvSpPr/>
            <p:nvPr/>
          </p:nvSpPr>
          <p:spPr>
            <a:xfrm>
              <a:off x="2905413" y="1352164"/>
              <a:ext cx="784417" cy="156883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7" name="Rectangle 16"/>
            <p:cNvSpPr/>
            <p:nvPr/>
          </p:nvSpPr>
          <p:spPr>
            <a:xfrm>
              <a:off x="2905413" y="1245382"/>
              <a:ext cx="784417" cy="156883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22" name="Freeform 131"/>
          <p:cNvSpPr>
            <a:spLocks/>
          </p:cNvSpPr>
          <p:nvPr/>
        </p:nvSpPr>
        <p:spPr bwMode="auto">
          <a:xfrm>
            <a:off x="3954238" y="3837410"/>
            <a:ext cx="389162" cy="395058"/>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4"/>
          <p:cNvSpPr>
            <a:spLocks noEditPoints="1"/>
          </p:cNvSpPr>
          <p:nvPr/>
        </p:nvSpPr>
        <p:spPr bwMode="auto">
          <a:xfrm>
            <a:off x="2685038" y="1645981"/>
            <a:ext cx="402768" cy="376238"/>
          </a:xfrm>
          <a:custGeom>
            <a:avLst/>
            <a:gdLst/>
            <a:ahLst/>
            <a:cxnLst>
              <a:cxn ang="0">
                <a:pos x="77" y="16"/>
              </a:cxn>
              <a:cxn ang="0">
                <a:pos x="77" y="21"/>
              </a:cxn>
              <a:cxn ang="0">
                <a:pos x="72" y="21"/>
              </a:cxn>
              <a:cxn ang="0">
                <a:pos x="69" y="23"/>
              </a:cxn>
              <a:cxn ang="0">
                <a:pos x="8" y="23"/>
              </a:cxn>
              <a:cxn ang="0">
                <a:pos x="5" y="21"/>
              </a:cxn>
              <a:cxn ang="0">
                <a:pos x="0" y="21"/>
              </a:cxn>
              <a:cxn ang="0">
                <a:pos x="0" y="16"/>
              </a:cxn>
              <a:cxn ang="0">
                <a:pos x="38" y="0"/>
              </a:cxn>
              <a:cxn ang="0">
                <a:pos x="77" y="16"/>
              </a:cxn>
              <a:cxn ang="0">
                <a:pos x="77" y="67"/>
              </a:cxn>
              <a:cxn ang="0">
                <a:pos x="77" y="72"/>
              </a:cxn>
              <a:cxn ang="0">
                <a:pos x="0" y="72"/>
              </a:cxn>
              <a:cxn ang="0">
                <a:pos x="0" y="67"/>
              </a:cxn>
              <a:cxn ang="0">
                <a:pos x="3" y="65"/>
              </a:cxn>
              <a:cxn ang="0">
                <a:pos x="74" y="65"/>
              </a:cxn>
              <a:cxn ang="0">
                <a:pos x="77" y="67"/>
              </a:cxn>
              <a:cxn ang="0">
                <a:pos x="20" y="26"/>
              </a:cxn>
              <a:cxn ang="0">
                <a:pos x="20" y="57"/>
              </a:cxn>
              <a:cxn ang="0">
                <a:pos x="25" y="57"/>
              </a:cxn>
              <a:cxn ang="0">
                <a:pos x="25" y="26"/>
              </a:cxn>
              <a:cxn ang="0">
                <a:pos x="36" y="26"/>
              </a:cxn>
              <a:cxn ang="0">
                <a:pos x="36" y="57"/>
              </a:cxn>
              <a:cxn ang="0">
                <a:pos x="41" y="57"/>
              </a:cxn>
              <a:cxn ang="0">
                <a:pos x="41" y="26"/>
              </a:cxn>
              <a:cxn ang="0">
                <a:pos x="51" y="26"/>
              </a:cxn>
              <a:cxn ang="0">
                <a:pos x="51" y="57"/>
              </a:cxn>
              <a:cxn ang="0">
                <a:pos x="56" y="57"/>
              </a:cxn>
              <a:cxn ang="0">
                <a:pos x="56" y="26"/>
              </a:cxn>
              <a:cxn ang="0">
                <a:pos x="67" y="26"/>
              </a:cxn>
              <a:cxn ang="0">
                <a:pos x="67" y="57"/>
              </a:cxn>
              <a:cxn ang="0">
                <a:pos x="69" y="57"/>
              </a:cxn>
              <a:cxn ang="0">
                <a:pos x="72" y="59"/>
              </a:cxn>
              <a:cxn ang="0">
                <a:pos x="72" y="62"/>
              </a:cxn>
              <a:cxn ang="0">
                <a:pos x="5" y="62"/>
              </a:cxn>
              <a:cxn ang="0">
                <a:pos x="5" y="59"/>
              </a:cxn>
              <a:cxn ang="0">
                <a:pos x="8" y="57"/>
              </a:cxn>
              <a:cxn ang="0">
                <a:pos x="10" y="57"/>
              </a:cxn>
              <a:cxn ang="0">
                <a:pos x="10" y="26"/>
              </a:cxn>
              <a:cxn ang="0">
                <a:pos x="20" y="26"/>
              </a:cxn>
            </a:cxnLst>
            <a:rect l="0" t="0" r="r" b="b"/>
            <a:pathLst>
              <a:path w="77" h="72">
                <a:moveTo>
                  <a:pt x="77" y="16"/>
                </a:moveTo>
                <a:cubicBezTo>
                  <a:pt x="77" y="21"/>
                  <a:pt x="77" y="21"/>
                  <a:pt x="77" y="21"/>
                </a:cubicBezTo>
                <a:cubicBezTo>
                  <a:pt x="72" y="21"/>
                  <a:pt x="72" y="21"/>
                  <a:pt x="72" y="21"/>
                </a:cubicBezTo>
                <a:cubicBezTo>
                  <a:pt x="72" y="22"/>
                  <a:pt x="70" y="23"/>
                  <a:pt x="69" y="23"/>
                </a:cubicBezTo>
                <a:cubicBezTo>
                  <a:pt x="8" y="23"/>
                  <a:pt x="8" y="23"/>
                  <a:pt x="8" y="23"/>
                </a:cubicBezTo>
                <a:cubicBezTo>
                  <a:pt x="6" y="23"/>
                  <a:pt x="5" y="22"/>
                  <a:pt x="5" y="21"/>
                </a:cubicBezTo>
                <a:cubicBezTo>
                  <a:pt x="0" y="21"/>
                  <a:pt x="0" y="21"/>
                  <a:pt x="0" y="21"/>
                </a:cubicBezTo>
                <a:cubicBezTo>
                  <a:pt x="0" y="16"/>
                  <a:pt x="0" y="16"/>
                  <a:pt x="0" y="16"/>
                </a:cubicBezTo>
                <a:cubicBezTo>
                  <a:pt x="38" y="0"/>
                  <a:pt x="38" y="0"/>
                  <a:pt x="38" y="0"/>
                </a:cubicBezTo>
                <a:lnTo>
                  <a:pt x="77" y="16"/>
                </a:lnTo>
                <a:close/>
                <a:moveTo>
                  <a:pt x="77" y="67"/>
                </a:moveTo>
                <a:cubicBezTo>
                  <a:pt x="77" y="72"/>
                  <a:pt x="77" y="72"/>
                  <a:pt x="77" y="72"/>
                </a:cubicBezTo>
                <a:cubicBezTo>
                  <a:pt x="0" y="72"/>
                  <a:pt x="0" y="72"/>
                  <a:pt x="0" y="72"/>
                </a:cubicBezTo>
                <a:cubicBezTo>
                  <a:pt x="0" y="67"/>
                  <a:pt x="0" y="67"/>
                  <a:pt x="0" y="67"/>
                </a:cubicBezTo>
                <a:cubicBezTo>
                  <a:pt x="0" y="66"/>
                  <a:pt x="1" y="65"/>
                  <a:pt x="3" y="65"/>
                </a:cubicBezTo>
                <a:cubicBezTo>
                  <a:pt x="74" y="65"/>
                  <a:pt x="74" y="65"/>
                  <a:pt x="74" y="65"/>
                </a:cubicBezTo>
                <a:cubicBezTo>
                  <a:pt x="76" y="65"/>
                  <a:pt x="77" y="66"/>
                  <a:pt x="77" y="67"/>
                </a:cubicBezTo>
                <a:close/>
                <a:moveTo>
                  <a:pt x="20" y="26"/>
                </a:moveTo>
                <a:cubicBezTo>
                  <a:pt x="20" y="57"/>
                  <a:pt x="20" y="57"/>
                  <a:pt x="20" y="57"/>
                </a:cubicBezTo>
                <a:cubicBezTo>
                  <a:pt x="25" y="57"/>
                  <a:pt x="25" y="57"/>
                  <a:pt x="25" y="57"/>
                </a:cubicBezTo>
                <a:cubicBezTo>
                  <a:pt x="25" y="26"/>
                  <a:pt x="25" y="26"/>
                  <a:pt x="25" y="26"/>
                </a:cubicBezTo>
                <a:cubicBezTo>
                  <a:pt x="36" y="26"/>
                  <a:pt x="36" y="26"/>
                  <a:pt x="36" y="26"/>
                </a:cubicBezTo>
                <a:cubicBezTo>
                  <a:pt x="36" y="57"/>
                  <a:pt x="36" y="57"/>
                  <a:pt x="36" y="57"/>
                </a:cubicBezTo>
                <a:cubicBezTo>
                  <a:pt x="41" y="57"/>
                  <a:pt x="41" y="57"/>
                  <a:pt x="41" y="57"/>
                </a:cubicBezTo>
                <a:cubicBezTo>
                  <a:pt x="41" y="26"/>
                  <a:pt x="41" y="26"/>
                  <a:pt x="41" y="26"/>
                </a:cubicBezTo>
                <a:cubicBezTo>
                  <a:pt x="51" y="26"/>
                  <a:pt x="51" y="26"/>
                  <a:pt x="51" y="26"/>
                </a:cubicBezTo>
                <a:cubicBezTo>
                  <a:pt x="51" y="57"/>
                  <a:pt x="51" y="57"/>
                  <a:pt x="51" y="57"/>
                </a:cubicBezTo>
                <a:cubicBezTo>
                  <a:pt x="56" y="57"/>
                  <a:pt x="56" y="57"/>
                  <a:pt x="56" y="57"/>
                </a:cubicBezTo>
                <a:cubicBezTo>
                  <a:pt x="56" y="26"/>
                  <a:pt x="56" y="26"/>
                  <a:pt x="56" y="26"/>
                </a:cubicBezTo>
                <a:cubicBezTo>
                  <a:pt x="67" y="26"/>
                  <a:pt x="67" y="26"/>
                  <a:pt x="67" y="26"/>
                </a:cubicBezTo>
                <a:cubicBezTo>
                  <a:pt x="67" y="57"/>
                  <a:pt x="67" y="57"/>
                  <a:pt x="67" y="57"/>
                </a:cubicBezTo>
                <a:cubicBezTo>
                  <a:pt x="69" y="57"/>
                  <a:pt x="69" y="57"/>
                  <a:pt x="69" y="57"/>
                </a:cubicBezTo>
                <a:cubicBezTo>
                  <a:pt x="70" y="57"/>
                  <a:pt x="72" y="58"/>
                  <a:pt x="72" y="59"/>
                </a:cubicBezTo>
                <a:cubicBezTo>
                  <a:pt x="72" y="62"/>
                  <a:pt x="72" y="62"/>
                  <a:pt x="72" y="62"/>
                </a:cubicBezTo>
                <a:cubicBezTo>
                  <a:pt x="5" y="62"/>
                  <a:pt x="5" y="62"/>
                  <a:pt x="5" y="62"/>
                </a:cubicBezTo>
                <a:cubicBezTo>
                  <a:pt x="5" y="59"/>
                  <a:pt x="5" y="59"/>
                  <a:pt x="5" y="59"/>
                </a:cubicBezTo>
                <a:cubicBezTo>
                  <a:pt x="5" y="58"/>
                  <a:pt x="6" y="57"/>
                  <a:pt x="8" y="57"/>
                </a:cubicBezTo>
                <a:cubicBezTo>
                  <a:pt x="10" y="57"/>
                  <a:pt x="10" y="57"/>
                  <a:pt x="10" y="57"/>
                </a:cubicBezTo>
                <a:cubicBezTo>
                  <a:pt x="10" y="26"/>
                  <a:pt x="10" y="26"/>
                  <a:pt x="10" y="26"/>
                </a:cubicBezTo>
                <a:lnTo>
                  <a:pt x="20" y="2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01"/>
          <p:cNvSpPr>
            <a:spLocks noEditPoints="1"/>
          </p:cNvSpPr>
          <p:nvPr/>
        </p:nvSpPr>
        <p:spPr bwMode="auto">
          <a:xfrm>
            <a:off x="3049904" y="2422268"/>
            <a:ext cx="489401" cy="324302"/>
          </a:xfrm>
          <a:custGeom>
            <a:avLst/>
            <a:gdLst/>
            <a:ahLst/>
            <a:cxnLst>
              <a:cxn ang="0">
                <a:pos x="77" y="43"/>
              </a:cxn>
              <a:cxn ang="0">
                <a:pos x="77" y="47"/>
              </a:cxn>
              <a:cxn ang="0">
                <a:pos x="70" y="51"/>
              </a:cxn>
              <a:cxn ang="0">
                <a:pos x="6" y="51"/>
              </a:cxn>
              <a:cxn ang="0">
                <a:pos x="0" y="47"/>
              </a:cxn>
              <a:cxn ang="0">
                <a:pos x="0" y="43"/>
              </a:cxn>
              <a:cxn ang="0">
                <a:pos x="6" y="43"/>
              </a:cxn>
              <a:cxn ang="0">
                <a:pos x="70" y="43"/>
              </a:cxn>
              <a:cxn ang="0">
                <a:pos x="77" y="43"/>
              </a:cxn>
              <a:cxn ang="0">
                <a:pos x="10" y="34"/>
              </a:cxn>
              <a:cxn ang="0">
                <a:pos x="10" y="6"/>
              </a:cxn>
              <a:cxn ang="0">
                <a:pos x="16" y="0"/>
              </a:cxn>
              <a:cxn ang="0">
                <a:pos x="60" y="0"/>
              </a:cxn>
              <a:cxn ang="0">
                <a:pos x="67" y="6"/>
              </a:cxn>
              <a:cxn ang="0">
                <a:pos x="67" y="34"/>
              </a:cxn>
              <a:cxn ang="0">
                <a:pos x="60" y="41"/>
              </a:cxn>
              <a:cxn ang="0">
                <a:pos x="16" y="41"/>
              </a:cxn>
              <a:cxn ang="0">
                <a:pos x="10" y="34"/>
              </a:cxn>
              <a:cxn ang="0">
                <a:pos x="15" y="34"/>
              </a:cxn>
              <a:cxn ang="0">
                <a:pos x="16" y="36"/>
              </a:cxn>
              <a:cxn ang="0">
                <a:pos x="60" y="36"/>
              </a:cxn>
              <a:cxn ang="0">
                <a:pos x="61" y="34"/>
              </a:cxn>
              <a:cxn ang="0">
                <a:pos x="61" y="6"/>
              </a:cxn>
              <a:cxn ang="0">
                <a:pos x="60" y="5"/>
              </a:cxn>
              <a:cxn ang="0">
                <a:pos x="16" y="5"/>
              </a:cxn>
              <a:cxn ang="0">
                <a:pos x="15" y="6"/>
              </a:cxn>
              <a:cxn ang="0">
                <a:pos x="15" y="34"/>
              </a:cxn>
              <a:cxn ang="0">
                <a:pos x="42" y="47"/>
              </a:cxn>
              <a:cxn ang="0">
                <a:pos x="42" y="46"/>
              </a:cxn>
              <a:cxn ang="0">
                <a:pos x="35" y="46"/>
              </a:cxn>
              <a:cxn ang="0">
                <a:pos x="34" y="47"/>
              </a:cxn>
              <a:cxn ang="0">
                <a:pos x="35" y="47"/>
              </a:cxn>
              <a:cxn ang="0">
                <a:pos x="42" y="47"/>
              </a:cxn>
              <a:cxn ang="0">
                <a:pos x="42" y="47"/>
              </a:cxn>
            </a:cxnLst>
            <a:rect l="0" t="0" r="r" b="b"/>
            <a:pathLst>
              <a:path w="77" h="51">
                <a:moveTo>
                  <a:pt x="77" y="43"/>
                </a:moveTo>
                <a:cubicBezTo>
                  <a:pt x="77" y="47"/>
                  <a:pt x="77" y="47"/>
                  <a:pt x="77" y="47"/>
                </a:cubicBezTo>
                <a:cubicBezTo>
                  <a:pt x="77" y="49"/>
                  <a:pt x="74" y="51"/>
                  <a:pt x="70" y="51"/>
                </a:cubicBezTo>
                <a:cubicBezTo>
                  <a:pt x="6" y="51"/>
                  <a:pt x="6" y="51"/>
                  <a:pt x="6" y="51"/>
                </a:cubicBezTo>
                <a:cubicBezTo>
                  <a:pt x="3" y="51"/>
                  <a:pt x="0" y="49"/>
                  <a:pt x="0" y="47"/>
                </a:cubicBezTo>
                <a:cubicBezTo>
                  <a:pt x="0" y="43"/>
                  <a:pt x="0" y="43"/>
                  <a:pt x="0" y="43"/>
                </a:cubicBezTo>
                <a:cubicBezTo>
                  <a:pt x="6" y="43"/>
                  <a:pt x="6" y="43"/>
                  <a:pt x="6" y="43"/>
                </a:cubicBezTo>
                <a:cubicBezTo>
                  <a:pt x="70" y="43"/>
                  <a:pt x="70" y="43"/>
                  <a:pt x="70" y="43"/>
                </a:cubicBezTo>
                <a:lnTo>
                  <a:pt x="77" y="43"/>
                </a:lnTo>
                <a:close/>
                <a:moveTo>
                  <a:pt x="10" y="34"/>
                </a:moveTo>
                <a:cubicBezTo>
                  <a:pt x="10" y="6"/>
                  <a:pt x="10" y="6"/>
                  <a:pt x="10" y="6"/>
                </a:cubicBezTo>
                <a:cubicBezTo>
                  <a:pt x="10" y="2"/>
                  <a:pt x="13" y="0"/>
                  <a:pt x="16" y="0"/>
                </a:cubicBezTo>
                <a:cubicBezTo>
                  <a:pt x="60" y="0"/>
                  <a:pt x="60" y="0"/>
                  <a:pt x="60" y="0"/>
                </a:cubicBezTo>
                <a:cubicBezTo>
                  <a:pt x="64" y="0"/>
                  <a:pt x="67" y="2"/>
                  <a:pt x="67" y="6"/>
                </a:cubicBezTo>
                <a:cubicBezTo>
                  <a:pt x="67" y="34"/>
                  <a:pt x="67" y="34"/>
                  <a:pt x="67" y="34"/>
                </a:cubicBezTo>
                <a:cubicBezTo>
                  <a:pt x="67" y="38"/>
                  <a:pt x="64" y="41"/>
                  <a:pt x="60" y="41"/>
                </a:cubicBezTo>
                <a:cubicBezTo>
                  <a:pt x="16" y="41"/>
                  <a:pt x="16" y="41"/>
                  <a:pt x="16" y="41"/>
                </a:cubicBezTo>
                <a:cubicBezTo>
                  <a:pt x="13" y="41"/>
                  <a:pt x="10" y="38"/>
                  <a:pt x="10" y="34"/>
                </a:cubicBezTo>
                <a:close/>
                <a:moveTo>
                  <a:pt x="15" y="34"/>
                </a:moveTo>
                <a:cubicBezTo>
                  <a:pt x="15" y="35"/>
                  <a:pt x="16" y="36"/>
                  <a:pt x="16" y="36"/>
                </a:cubicBezTo>
                <a:cubicBezTo>
                  <a:pt x="60" y="36"/>
                  <a:pt x="60" y="36"/>
                  <a:pt x="60" y="36"/>
                </a:cubicBezTo>
                <a:cubicBezTo>
                  <a:pt x="61" y="36"/>
                  <a:pt x="61" y="35"/>
                  <a:pt x="61" y="34"/>
                </a:cubicBezTo>
                <a:cubicBezTo>
                  <a:pt x="61" y="6"/>
                  <a:pt x="61" y="6"/>
                  <a:pt x="61" y="6"/>
                </a:cubicBezTo>
                <a:cubicBezTo>
                  <a:pt x="61" y="5"/>
                  <a:pt x="61" y="5"/>
                  <a:pt x="60" y="5"/>
                </a:cubicBezTo>
                <a:cubicBezTo>
                  <a:pt x="16" y="5"/>
                  <a:pt x="16" y="5"/>
                  <a:pt x="16" y="5"/>
                </a:cubicBezTo>
                <a:cubicBezTo>
                  <a:pt x="16" y="5"/>
                  <a:pt x="15" y="5"/>
                  <a:pt x="15" y="6"/>
                </a:cubicBezTo>
                <a:lnTo>
                  <a:pt x="15" y="34"/>
                </a:lnTo>
                <a:close/>
                <a:moveTo>
                  <a:pt x="42" y="47"/>
                </a:moveTo>
                <a:cubicBezTo>
                  <a:pt x="42" y="46"/>
                  <a:pt x="42" y="46"/>
                  <a:pt x="42" y="46"/>
                </a:cubicBezTo>
                <a:cubicBezTo>
                  <a:pt x="35" y="46"/>
                  <a:pt x="35" y="46"/>
                  <a:pt x="35" y="46"/>
                </a:cubicBezTo>
                <a:cubicBezTo>
                  <a:pt x="35" y="46"/>
                  <a:pt x="34" y="46"/>
                  <a:pt x="34" y="47"/>
                </a:cubicBezTo>
                <a:cubicBezTo>
                  <a:pt x="34" y="47"/>
                  <a:pt x="35" y="47"/>
                  <a:pt x="35" y="47"/>
                </a:cubicBezTo>
                <a:cubicBezTo>
                  <a:pt x="42" y="47"/>
                  <a:pt x="42" y="47"/>
                  <a:pt x="42" y="47"/>
                </a:cubicBezTo>
                <a:cubicBezTo>
                  <a:pt x="42" y="47"/>
                  <a:pt x="42" y="47"/>
                  <a:pt x="4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103"/>
          <p:cNvSpPr>
            <a:spLocks noEditPoints="1"/>
          </p:cNvSpPr>
          <p:nvPr/>
        </p:nvSpPr>
        <p:spPr bwMode="auto">
          <a:xfrm>
            <a:off x="3611244" y="3089247"/>
            <a:ext cx="268287" cy="395059"/>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ooter Text"/>
          <p:cNvSpPr txBox="1"/>
          <p:nvPr/>
        </p:nvSpPr>
        <p:spPr>
          <a:xfrm>
            <a:off x="264596" y="1704923"/>
            <a:ext cx="2287091" cy="307777"/>
          </a:xfrm>
          <a:prstGeom prst="rect">
            <a:avLst/>
          </a:prstGeom>
          <a:noFill/>
        </p:spPr>
        <p:txBody>
          <a:bodyPr wrap="square" lIns="0" tIns="0" rIns="0" bIns="0" rtlCol="0">
            <a:spAutoFit/>
          </a:bodyPr>
          <a:lstStyle/>
          <a:p>
            <a:pPr algn="r"/>
            <a:r>
              <a:rPr lang="en-US" sz="1000" dirty="0">
                <a:solidFill>
                  <a:schemeClr val="bg1"/>
                </a:solidFill>
              </a:rPr>
              <a:t>There are many variations of the a passages lorem ipsum available, but </a:t>
            </a:r>
          </a:p>
        </p:txBody>
      </p:sp>
      <p:sp>
        <p:nvSpPr>
          <p:cNvPr id="28" name="Footer Text"/>
          <p:cNvSpPr txBox="1"/>
          <p:nvPr/>
        </p:nvSpPr>
        <p:spPr>
          <a:xfrm>
            <a:off x="645596" y="2410218"/>
            <a:ext cx="2287091" cy="307777"/>
          </a:xfrm>
          <a:prstGeom prst="rect">
            <a:avLst/>
          </a:prstGeom>
          <a:noFill/>
        </p:spPr>
        <p:txBody>
          <a:bodyPr wrap="square" lIns="0" tIns="0" rIns="0" bIns="0" rtlCol="0">
            <a:spAutoFit/>
          </a:bodyPr>
          <a:lstStyle/>
          <a:p>
            <a:pPr algn="r"/>
            <a:r>
              <a:rPr lang="en-US" sz="1000" dirty="0">
                <a:solidFill>
                  <a:schemeClr val="bg1"/>
                </a:solidFill>
              </a:rPr>
              <a:t>There are many variations of the a passages lorem ipsum available, but </a:t>
            </a:r>
          </a:p>
        </p:txBody>
      </p:sp>
      <p:sp>
        <p:nvSpPr>
          <p:cNvPr id="29" name="Footer Text"/>
          <p:cNvSpPr txBox="1"/>
          <p:nvPr/>
        </p:nvSpPr>
        <p:spPr>
          <a:xfrm>
            <a:off x="1140896" y="3108297"/>
            <a:ext cx="2287091" cy="307777"/>
          </a:xfrm>
          <a:prstGeom prst="rect">
            <a:avLst/>
          </a:prstGeom>
          <a:noFill/>
        </p:spPr>
        <p:txBody>
          <a:bodyPr wrap="square" lIns="0" tIns="0" rIns="0" bIns="0" rtlCol="0">
            <a:spAutoFit/>
          </a:bodyPr>
          <a:lstStyle/>
          <a:p>
            <a:pPr algn="r"/>
            <a:r>
              <a:rPr lang="en-US" sz="1000" dirty="0">
                <a:solidFill>
                  <a:schemeClr val="bg1"/>
                </a:solidFill>
              </a:rPr>
              <a:t>There are many variations of the a passages lorem ipsum available, but </a:t>
            </a:r>
          </a:p>
        </p:txBody>
      </p:sp>
      <p:sp>
        <p:nvSpPr>
          <p:cNvPr id="31" name="Footer Text"/>
          <p:cNvSpPr txBox="1"/>
          <p:nvPr/>
        </p:nvSpPr>
        <p:spPr>
          <a:xfrm>
            <a:off x="1497674" y="3848491"/>
            <a:ext cx="2287091" cy="307777"/>
          </a:xfrm>
          <a:prstGeom prst="rect">
            <a:avLst/>
          </a:prstGeom>
          <a:noFill/>
        </p:spPr>
        <p:txBody>
          <a:bodyPr wrap="square" lIns="0" tIns="0" rIns="0" bIns="0" rtlCol="0">
            <a:spAutoFit/>
          </a:bodyPr>
          <a:lstStyle/>
          <a:p>
            <a:pPr algn="r"/>
            <a:r>
              <a:rPr lang="en-US" sz="1000" dirty="0">
                <a:solidFill>
                  <a:schemeClr val="bg1"/>
                </a:solidFill>
              </a:rPr>
              <a:t>There are many variations of the a passages lorem ipsum available, but </a:t>
            </a:r>
          </a:p>
        </p:txBody>
      </p:sp>
      <p:grpSp>
        <p:nvGrpSpPr>
          <p:cNvPr id="6" name="Group 35"/>
          <p:cNvGrpSpPr/>
          <p:nvPr/>
        </p:nvGrpSpPr>
        <p:grpSpPr>
          <a:xfrm>
            <a:off x="4857750" y="1469155"/>
            <a:ext cx="3582491" cy="637913"/>
            <a:chOff x="-450666" y="1923738"/>
            <a:chExt cx="3582491" cy="637913"/>
          </a:xfrm>
        </p:grpSpPr>
        <p:sp>
          <p:nvSpPr>
            <p:cNvPr id="37"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38" name="TextBox 3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9" name="Group 47"/>
          <p:cNvGrpSpPr/>
          <p:nvPr/>
        </p:nvGrpSpPr>
        <p:grpSpPr>
          <a:xfrm>
            <a:off x="4857750" y="2203022"/>
            <a:ext cx="3582491" cy="637913"/>
            <a:chOff x="-450666" y="1923738"/>
            <a:chExt cx="3582491" cy="637913"/>
          </a:xfrm>
        </p:grpSpPr>
        <p:sp>
          <p:nvSpPr>
            <p:cNvPr id="49"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0" name="TextBox 49"/>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grpSp>
        <p:nvGrpSpPr>
          <p:cNvPr id="12" name="Group 50"/>
          <p:cNvGrpSpPr/>
          <p:nvPr/>
        </p:nvGrpSpPr>
        <p:grpSpPr>
          <a:xfrm>
            <a:off x="4857750" y="2936889"/>
            <a:ext cx="3582491" cy="637913"/>
            <a:chOff x="-450666" y="1923738"/>
            <a:chExt cx="3582491" cy="637913"/>
          </a:xfrm>
        </p:grpSpPr>
        <p:sp>
          <p:nvSpPr>
            <p:cNvPr id="52"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3" name="TextBox 52"/>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grpSp>
        <p:nvGrpSpPr>
          <p:cNvPr id="15" name="Group 53"/>
          <p:cNvGrpSpPr/>
          <p:nvPr/>
        </p:nvGrpSpPr>
        <p:grpSpPr>
          <a:xfrm>
            <a:off x="4857750" y="3670755"/>
            <a:ext cx="3582491" cy="637913"/>
            <a:chOff x="-450666" y="1923738"/>
            <a:chExt cx="3582491" cy="637913"/>
          </a:xfrm>
        </p:grpSpPr>
        <p:sp>
          <p:nvSpPr>
            <p:cNvPr id="55"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6" name="TextBox 55"/>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4"/>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23"/>
                                        </p:tgtEl>
                                        <p:attrNameLst>
                                          <p:attrName>style.visibility</p:attrName>
                                        </p:attrNameLst>
                                      </p:cBhvr>
                                      <p:to>
                                        <p:strVal val="visible"/>
                                      </p:to>
                                    </p:set>
                                    <p:anim calcmode="lin" valueType="num">
                                      <p:cBhvr>
                                        <p:cTn id="12" dur="500" fill="hold"/>
                                        <p:tgtEl>
                                          <p:spTgt spid="23"/>
                                        </p:tgtEl>
                                        <p:attrNameLst>
                                          <p:attrName>ppt_w</p:attrName>
                                        </p:attrNameLst>
                                      </p:cBhvr>
                                      <p:tavLst>
                                        <p:tav tm="0">
                                          <p:val>
                                            <p:fltVal val="0"/>
                                          </p:val>
                                        </p:tav>
                                        <p:tav tm="100000">
                                          <p:val>
                                            <p:strVal val="#ppt_w"/>
                                          </p:val>
                                        </p:tav>
                                      </p:tavLst>
                                    </p:anim>
                                    <p:anim calcmode="lin" valueType="num">
                                      <p:cBhvr>
                                        <p:cTn id="13" dur="500" fill="hold"/>
                                        <p:tgtEl>
                                          <p:spTgt spid="23"/>
                                        </p:tgtEl>
                                        <p:attrNameLst>
                                          <p:attrName>ppt_h</p:attrName>
                                        </p:attrNameLst>
                                      </p:cBhvr>
                                      <p:tavLst>
                                        <p:tav tm="0">
                                          <p:val>
                                            <p:fltVal val="0"/>
                                          </p:val>
                                        </p:tav>
                                        <p:tav tm="100000">
                                          <p:val>
                                            <p:strVal val="#ppt_h"/>
                                          </p:val>
                                        </p:tav>
                                      </p:tavLst>
                                    </p:anim>
                                    <p:animEffect transition="in" filter="fade">
                                      <p:cBhvr>
                                        <p:cTn id="14" dur="500"/>
                                        <p:tgtEl>
                                          <p:spTgt spid="23"/>
                                        </p:tgtEl>
                                      </p:cBhvr>
                                    </p:animEffect>
                                  </p:childTnLst>
                                </p:cTn>
                              </p:par>
                              <p:par>
                                <p:cTn id="15" presetID="22" presetClass="entr" presetSubtype="2"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wipe(right)">
                                      <p:cBhvr>
                                        <p:cTn id="17" dur="500"/>
                                        <p:tgtEl>
                                          <p:spTgt spid="26"/>
                                        </p:tgtEl>
                                      </p:cBhvr>
                                    </p:animEffect>
                                  </p:childTnLst>
                                </p:cTn>
                              </p:par>
                            </p:childTnLst>
                          </p:cTn>
                        </p:par>
                        <p:par>
                          <p:cTn id="18" fill="hold">
                            <p:stCondLst>
                              <p:cond delay="1000"/>
                            </p:stCondLst>
                            <p:childTnLst>
                              <p:par>
                                <p:cTn id="19" presetID="2" presetClass="entr" presetSubtype="8" accel="50000" decel="5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53" presetClass="entr" presetSubtype="0" fill="hold" grpId="0" nodeType="afterEffect">
                                  <p:stCondLst>
                                    <p:cond delay="0"/>
                                  </p:stCondLst>
                                  <p:childTnLst>
                                    <p:set>
                                      <p:cBhvr>
                                        <p:cTn id="25" dur="1" fill="hold">
                                          <p:stCondLst>
                                            <p:cond delay="0"/>
                                          </p:stCondLst>
                                        </p:cTn>
                                        <p:tgtEl>
                                          <p:spTgt spid="24"/>
                                        </p:tgtEl>
                                        <p:attrNameLst>
                                          <p:attrName>style.visibility</p:attrName>
                                        </p:attrNameLst>
                                      </p:cBhvr>
                                      <p:to>
                                        <p:strVal val="visible"/>
                                      </p:to>
                                    </p:set>
                                    <p:anim calcmode="lin" valueType="num">
                                      <p:cBhvr>
                                        <p:cTn id="26" dur="500" fill="hold"/>
                                        <p:tgtEl>
                                          <p:spTgt spid="24"/>
                                        </p:tgtEl>
                                        <p:attrNameLst>
                                          <p:attrName>ppt_w</p:attrName>
                                        </p:attrNameLst>
                                      </p:cBhvr>
                                      <p:tavLst>
                                        <p:tav tm="0">
                                          <p:val>
                                            <p:fltVal val="0"/>
                                          </p:val>
                                        </p:tav>
                                        <p:tav tm="100000">
                                          <p:val>
                                            <p:strVal val="#ppt_w"/>
                                          </p:val>
                                        </p:tav>
                                      </p:tavLst>
                                    </p:anim>
                                    <p:anim calcmode="lin" valueType="num">
                                      <p:cBhvr>
                                        <p:cTn id="27" dur="500" fill="hold"/>
                                        <p:tgtEl>
                                          <p:spTgt spid="24"/>
                                        </p:tgtEl>
                                        <p:attrNameLst>
                                          <p:attrName>ppt_h</p:attrName>
                                        </p:attrNameLst>
                                      </p:cBhvr>
                                      <p:tavLst>
                                        <p:tav tm="0">
                                          <p:val>
                                            <p:fltVal val="0"/>
                                          </p:val>
                                        </p:tav>
                                        <p:tav tm="100000">
                                          <p:val>
                                            <p:strVal val="#ppt_h"/>
                                          </p:val>
                                        </p:tav>
                                      </p:tavLst>
                                    </p:anim>
                                    <p:animEffect transition="in" filter="fade">
                                      <p:cBhvr>
                                        <p:cTn id="28" dur="500"/>
                                        <p:tgtEl>
                                          <p:spTgt spid="24"/>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wipe(right)">
                                      <p:cBhvr>
                                        <p:cTn id="31" dur="500"/>
                                        <p:tgtEl>
                                          <p:spTgt spid="28"/>
                                        </p:tgtEl>
                                      </p:cBhvr>
                                    </p:animEffect>
                                  </p:childTnLst>
                                </p:cTn>
                              </p:par>
                            </p:childTnLst>
                          </p:cTn>
                        </p:par>
                        <p:par>
                          <p:cTn id="32" fill="hold">
                            <p:stCondLst>
                              <p:cond delay="2000"/>
                            </p:stCondLst>
                            <p:childTnLst>
                              <p:par>
                                <p:cTn id="33" presetID="2" presetClass="entr" presetSubtype="8" accel="50000" decel="5000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500" fill="hold"/>
                                        <p:tgtEl>
                                          <p:spTgt spid="5"/>
                                        </p:tgtEl>
                                        <p:attrNameLst>
                                          <p:attrName>ppt_x</p:attrName>
                                        </p:attrNameLst>
                                      </p:cBhvr>
                                      <p:tavLst>
                                        <p:tav tm="0">
                                          <p:val>
                                            <p:strVal val="0-#ppt_w/2"/>
                                          </p:val>
                                        </p:tav>
                                        <p:tav tm="100000">
                                          <p:val>
                                            <p:strVal val="#ppt_x"/>
                                          </p:val>
                                        </p:tav>
                                      </p:tavLst>
                                    </p:anim>
                                    <p:anim calcmode="lin" valueType="num">
                                      <p:cBhvr additive="base">
                                        <p:cTn id="36" dur="500" fill="hold"/>
                                        <p:tgtEl>
                                          <p:spTgt spid="5"/>
                                        </p:tgtEl>
                                        <p:attrNameLst>
                                          <p:attrName>ppt_y</p:attrName>
                                        </p:attrNameLst>
                                      </p:cBhvr>
                                      <p:tavLst>
                                        <p:tav tm="0">
                                          <p:val>
                                            <p:strVal val="#ppt_y"/>
                                          </p:val>
                                        </p:tav>
                                        <p:tav tm="100000">
                                          <p:val>
                                            <p:strVal val="#ppt_y"/>
                                          </p:val>
                                        </p:tav>
                                      </p:tavLst>
                                    </p:anim>
                                  </p:childTnLst>
                                </p:cTn>
                              </p:par>
                            </p:childTnLst>
                          </p:cTn>
                        </p:par>
                        <p:par>
                          <p:cTn id="37" fill="hold">
                            <p:stCondLst>
                              <p:cond delay="2500"/>
                            </p:stCondLst>
                            <p:childTnLst>
                              <p:par>
                                <p:cTn id="38" presetID="53" presetClass="entr" presetSubtype="0" fill="hold" grpId="0" nodeType="afterEffect">
                                  <p:stCondLst>
                                    <p:cond delay="0"/>
                                  </p:stCondLst>
                                  <p:childTnLst>
                                    <p:set>
                                      <p:cBhvr>
                                        <p:cTn id="39" dur="1" fill="hold">
                                          <p:stCondLst>
                                            <p:cond delay="0"/>
                                          </p:stCondLst>
                                        </p:cTn>
                                        <p:tgtEl>
                                          <p:spTgt spid="25"/>
                                        </p:tgtEl>
                                        <p:attrNameLst>
                                          <p:attrName>style.visibility</p:attrName>
                                        </p:attrNameLst>
                                      </p:cBhvr>
                                      <p:to>
                                        <p:strVal val="visible"/>
                                      </p:to>
                                    </p:set>
                                    <p:anim calcmode="lin" valueType="num">
                                      <p:cBhvr>
                                        <p:cTn id="40" dur="500" fill="hold"/>
                                        <p:tgtEl>
                                          <p:spTgt spid="25"/>
                                        </p:tgtEl>
                                        <p:attrNameLst>
                                          <p:attrName>ppt_w</p:attrName>
                                        </p:attrNameLst>
                                      </p:cBhvr>
                                      <p:tavLst>
                                        <p:tav tm="0">
                                          <p:val>
                                            <p:fltVal val="0"/>
                                          </p:val>
                                        </p:tav>
                                        <p:tav tm="100000">
                                          <p:val>
                                            <p:strVal val="#ppt_w"/>
                                          </p:val>
                                        </p:tav>
                                      </p:tavLst>
                                    </p:anim>
                                    <p:anim calcmode="lin" valueType="num">
                                      <p:cBhvr>
                                        <p:cTn id="41" dur="500" fill="hold"/>
                                        <p:tgtEl>
                                          <p:spTgt spid="25"/>
                                        </p:tgtEl>
                                        <p:attrNameLst>
                                          <p:attrName>ppt_h</p:attrName>
                                        </p:attrNameLst>
                                      </p:cBhvr>
                                      <p:tavLst>
                                        <p:tav tm="0">
                                          <p:val>
                                            <p:fltVal val="0"/>
                                          </p:val>
                                        </p:tav>
                                        <p:tav tm="100000">
                                          <p:val>
                                            <p:strVal val="#ppt_h"/>
                                          </p:val>
                                        </p:tav>
                                      </p:tavLst>
                                    </p:anim>
                                    <p:animEffect transition="in" filter="fade">
                                      <p:cBhvr>
                                        <p:cTn id="42" dur="500"/>
                                        <p:tgtEl>
                                          <p:spTgt spid="25"/>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29"/>
                                        </p:tgtEl>
                                        <p:attrNameLst>
                                          <p:attrName>style.visibility</p:attrName>
                                        </p:attrNameLst>
                                      </p:cBhvr>
                                      <p:to>
                                        <p:strVal val="visible"/>
                                      </p:to>
                                    </p:set>
                                    <p:animEffect transition="in" filter="wipe(right)">
                                      <p:cBhvr>
                                        <p:cTn id="45" dur="500"/>
                                        <p:tgtEl>
                                          <p:spTgt spid="29"/>
                                        </p:tgtEl>
                                      </p:cBhvr>
                                    </p:animEffect>
                                  </p:childTnLst>
                                </p:cTn>
                              </p:par>
                            </p:childTnLst>
                          </p:cTn>
                        </p:par>
                        <p:par>
                          <p:cTn id="46" fill="hold">
                            <p:stCondLst>
                              <p:cond delay="3000"/>
                            </p:stCondLst>
                            <p:childTnLst>
                              <p:par>
                                <p:cTn id="47" presetID="2" presetClass="entr" presetSubtype="8" accel="50000" decel="50000" fill="hold" nodeType="afterEffect">
                                  <p:stCondLst>
                                    <p:cond delay="0"/>
                                  </p:stCondLst>
                                  <p:childTnLst>
                                    <p:set>
                                      <p:cBhvr>
                                        <p:cTn id="48" dur="1" fill="hold">
                                          <p:stCondLst>
                                            <p:cond delay="0"/>
                                          </p:stCondLst>
                                        </p:cTn>
                                        <p:tgtEl>
                                          <p:spTgt spid="2"/>
                                        </p:tgtEl>
                                        <p:attrNameLst>
                                          <p:attrName>style.visibility</p:attrName>
                                        </p:attrNameLst>
                                      </p:cBhvr>
                                      <p:to>
                                        <p:strVal val="visible"/>
                                      </p:to>
                                    </p:set>
                                    <p:anim calcmode="lin" valueType="num">
                                      <p:cBhvr additive="base">
                                        <p:cTn id="49" dur="500" fill="hold"/>
                                        <p:tgtEl>
                                          <p:spTgt spid="2"/>
                                        </p:tgtEl>
                                        <p:attrNameLst>
                                          <p:attrName>ppt_x</p:attrName>
                                        </p:attrNameLst>
                                      </p:cBhvr>
                                      <p:tavLst>
                                        <p:tav tm="0">
                                          <p:val>
                                            <p:strVal val="0-#ppt_w/2"/>
                                          </p:val>
                                        </p:tav>
                                        <p:tav tm="100000">
                                          <p:val>
                                            <p:strVal val="#ppt_x"/>
                                          </p:val>
                                        </p:tav>
                                      </p:tavLst>
                                    </p:anim>
                                    <p:anim calcmode="lin" valueType="num">
                                      <p:cBhvr additive="base">
                                        <p:cTn id="50" dur="500" fill="hold"/>
                                        <p:tgtEl>
                                          <p:spTgt spid="2"/>
                                        </p:tgtEl>
                                        <p:attrNameLst>
                                          <p:attrName>ppt_y</p:attrName>
                                        </p:attrNameLst>
                                      </p:cBhvr>
                                      <p:tavLst>
                                        <p:tav tm="0">
                                          <p:val>
                                            <p:strVal val="#ppt_y"/>
                                          </p:val>
                                        </p:tav>
                                        <p:tav tm="100000">
                                          <p:val>
                                            <p:strVal val="#ppt_y"/>
                                          </p:val>
                                        </p:tav>
                                      </p:tavLst>
                                    </p:anim>
                                  </p:childTnLst>
                                </p:cTn>
                              </p:par>
                            </p:childTnLst>
                          </p:cTn>
                        </p:par>
                        <p:par>
                          <p:cTn id="51" fill="hold">
                            <p:stCondLst>
                              <p:cond delay="3500"/>
                            </p:stCondLst>
                            <p:childTnLst>
                              <p:par>
                                <p:cTn id="52" presetID="53" presetClass="entr" presetSubtype="0" fill="hold" grpId="0" nodeType="after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p:cTn id="54" dur="500" fill="hold"/>
                                        <p:tgtEl>
                                          <p:spTgt spid="22"/>
                                        </p:tgtEl>
                                        <p:attrNameLst>
                                          <p:attrName>ppt_w</p:attrName>
                                        </p:attrNameLst>
                                      </p:cBhvr>
                                      <p:tavLst>
                                        <p:tav tm="0">
                                          <p:val>
                                            <p:fltVal val="0"/>
                                          </p:val>
                                        </p:tav>
                                        <p:tav tm="100000">
                                          <p:val>
                                            <p:strVal val="#ppt_w"/>
                                          </p:val>
                                        </p:tav>
                                      </p:tavLst>
                                    </p:anim>
                                    <p:anim calcmode="lin" valueType="num">
                                      <p:cBhvr>
                                        <p:cTn id="55" dur="500" fill="hold"/>
                                        <p:tgtEl>
                                          <p:spTgt spid="22"/>
                                        </p:tgtEl>
                                        <p:attrNameLst>
                                          <p:attrName>ppt_h</p:attrName>
                                        </p:attrNameLst>
                                      </p:cBhvr>
                                      <p:tavLst>
                                        <p:tav tm="0">
                                          <p:val>
                                            <p:fltVal val="0"/>
                                          </p:val>
                                        </p:tav>
                                        <p:tav tm="100000">
                                          <p:val>
                                            <p:strVal val="#ppt_h"/>
                                          </p:val>
                                        </p:tav>
                                      </p:tavLst>
                                    </p:anim>
                                    <p:animEffect transition="in" filter="fade">
                                      <p:cBhvr>
                                        <p:cTn id="56" dur="500"/>
                                        <p:tgtEl>
                                          <p:spTgt spid="22"/>
                                        </p:tgtEl>
                                      </p:cBhvr>
                                    </p:animEffect>
                                  </p:childTnLst>
                                </p:cTn>
                              </p:par>
                              <p:par>
                                <p:cTn id="57" presetID="22" presetClass="entr" presetSubtype="2"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wipe(right)">
                                      <p:cBhvr>
                                        <p:cTn id="59" dur="500"/>
                                        <p:tgtEl>
                                          <p:spTgt spid="31"/>
                                        </p:tgtEl>
                                      </p:cBhvr>
                                    </p:animEffect>
                                  </p:childTnLst>
                                </p:cTn>
                              </p:par>
                            </p:childTnLst>
                          </p:cTn>
                        </p:par>
                        <p:par>
                          <p:cTn id="60" fill="hold">
                            <p:stCondLst>
                              <p:cond delay="4000"/>
                            </p:stCondLst>
                            <p:childTnLst>
                              <p:par>
                                <p:cTn id="61" presetID="2" presetClass="entr" presetSubtype="2" accel="50000" decel="50000"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500" fill="hold"/>
                                        <p:tgtEl>
                                          <p:spTgt spid="6"/>
                                        </p:tgtEl>
                                        <p:attrNameLst>
                                          <p:attrName>ppt_x</p:attrName>
                                        </p:attrNameLst>
                                      </p:cBhvr>
                                      <p:tavLst>
                                        <p:tav tm="0">
                                          <p:val>
                                            <p:strVal val="1+#ppt_w/2"/>
                                          </p:val>
                                        </p:tav>
                                        <p:tav tm="100000">
                                          <p:val>
                                            <p:strVal val="#ppt_x"/>
                                          </p:val>
                                        </p:tav>
                                      </p:tavLst>
                                    </p:anim>
                                    <p:anim calcmode="lin" valueType="num">
                                      <p:cBhvr additive="base">
                                        <p:cTn id="64" dur="500" fill="hold"/>
                                        <p:tgtEl>
                                          <p:spTgt spid="6"/>
                                        </p:tgtEl>
                                        <p:attrNameLst>
                                          <p:attrName>ppt_y</p:attrName>
                                        </p:attrNameLst>
                                      </p:cBhvr>
                                      <p:tavLst>
                                        <p:tav tm="0">
                                          <p:val>
                                            <p:strVal val="#ppt_y"/>
                                          </p:val>
                                        </p:tav>
                                        <p:tav tm="100000">
                                          <p:val>
                                            <p:strVal val="#ppt_y"/>
                                          </p:val>
                                        </p:tav>
                                      </p:tavLst>
                                    </p:anim>
                                  </p:childTnLst>
                                </p:cTn>
                              </p:par>
                            </p:childTnLst>
                          </p:cTn>
                        </p:par>
                        <p:par>
                          <p:cTn id="65" fill="hold">
                            <p:stCondLst>
                              <p:cond delay="4500"/>
                            </p:stCondLst>
                            <p:childTnLst>
                              <p:par>
                                <p:cTn id="66" presetID="2" presetClass="entr" presetSubtype="2" accel="50000" decel="50000" fill="hold" nodeType="afterEffect">
                                  <p:stCondLst>
                                    <p:cond delay="0"/>
                                  </p:stCondLst>
                                  <p:childTnLst>
                                    <p:set>
                                      <p:cBhvr>
                                        <p:cTn id="67" dur="1" fill="hold">
                                          <p:stCondLst>
                                            <p:cond delay="0"/>
                                          </p:stCondLst>
                                        </p:cTn>
                                        <p:tgtEl>
                                          <p:spTgt spid="9"/>
                                        </p:tgtEl>
                                        <p:attrNameLst>
                                          <p:attrName>style.visibility</p:attrName>
                                        </p:attrNameLst>
                                      </p:cBhvr>
                                      <p:to>
                                        <p:strVal val="visible"/>
                                      </p:to>
                                    </p:set>
                                    <p:anim calcmode="lin" valueType="num">
                                      <p:cBhvr additive="base">
                                        <p:cTn id="68" dur="500" fill="hold"/>
                                        <p:tgtEl>
                                          <p:spTgt spid="9"/>
                                        </p:tgtEl>
                                        <p:attrNameLst>
                                          <p:attrName>ppt_x</p:attrName>
                                        </p:attrNameLst>
                                      </p:cBhvr>
                                      <p:tavLst>
                                        <p:tav tm="0">
                                          <p:val>
                                            <p:strVal val="1+#ppt_w/2"/>
                                          </p:val>
                                        </p:tav>
                                        <p:tav tm="100000">
                                          <p:val>
                                            <p:strVal val="#ppt_x"/>
                                          </p:val>
                                        </p:tav>
                                      </p:tavLst>
                                    </p:anim>
                                    <p:anim calcmode="lin" valueType="num">
                                      <p:cBhvr additive="base">
                                        <p:cTn id="69" dur="500" fill="hold"/>
                                        <p:tgtEl>
                                          <p:spTgt spid="9"/>
                                        </p:tgtEl>
                                        <p:attrNameLst>
                                          <p:attrName>ppt_y</p:attrName>
                                        </p:attrNameLst>
                                      </p:cBhvr>
                                      <p:tavLst>
                                        <p:tav tm="0">
                                          <p:val>
                                            <p:strVal val="#ppt_y"/>
                                          </p:val>
                                        </p:tav>
                                        <p:tav tm="100000">
                                          <p:val>
                                            <p:strVal val="#ppt_y"/>
                                          </p:val>
                                        </p:tav>
                                      </p:tavLst>
                                    </p:anim>
                                  </p:childTnLst>
                                </p:cTn>
                              </p:par>
                            </p:childTnLst>
                          </p:cTn>
                        </p:par>
                        <p:par>
                          <p:cTn id="70" fill="hold">
                            <p:stCondLst>
                              <p:cond delay="5000"/>
                            </p:stCondLst>
                            <p:childTnLst>
                              <p:par>
                                <p:cTn id="71" presetID="2" presetClass="entr" presetSubtype="2" accel="50000" decel="50000" fill="hold" nodeType="after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500" fill="hold"/>
                                        <p:tgtEl>
                                          <p:spTgt spid="12"/>
                                        </p:tgtEl>
                                        <p:attrNameLst>
                                          <p:attrName>ppt_x</p:attrName>
                                        </p:attrNameLst>
                                      </p:cBhvr>
                                      <p:tavLst>
                                        <p:tav tm="0">
                                          <p:val>
                                            <p:strVal val="1+#ppt_w/2"/>
                                          </p:val>
                                        </p:tav>
                                        <p:tav tm="100000">
                                          <p:val>
                                            <p:strVal val="#ppt_x"/>
                                          </p:val>
                                        </p:tav>
                                      </p:tavLst>
                                    </p:anim>
                                    <p:anim calcmode="lin" valueType="num">
                                      <p:cBhvr additive="base">
                                        <p:cTn id="74" dur="500" fill="hold"/>
                                        <p:tgtEl>
                                          <p:spTgt spid="12"/>
                                        </p:tgtEl>
                                        <p:attrNameLst>
                                          <p:attrName>ppt_y</p:attrName>
                                        </p:attrNameLst>
                                      </p:cBhvr>
                                      <p:tavLst>
                                        <p:tav tm="0">
                                          <p:val>
                                            <p:strVal val="#ppt_y"/>
                                          </p:val>
                                        </p:tav>
                                        <p:tav tm="100000">
                                          <p:val>
                                            <p:strVal val="#ppt_y"/>
                                          </p:val>
                                        </p:tav>
                                      </p:tavLst>
                                    </p:anim>
                                  </p:childTnLst>
                                </p:cTn>
                              </p:par>
                            </p:childTnLst>
                          </p:cTn>
                        </p:par>
                        <p:par>
                          <p:cTn id="75" fill="hold">
                            <p:stCondLst>
                              <p:cond delay="5500"/>
                            </p:stCondLst>
                            <p:childTnLst>
                              <p:par>
                                <p:cTn id="76" presetID="2" presetClass="entr" presetSubtype="2" accel="50000" decel="50000" fill="hold" nodeType="after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 fill="hold"/>
                                        <p:tgtEl>
                                          <p:spTgt spid="15"/>
                                        </p:tgtEl>
                                        <p:attrNameLst>
                                          <p:attrName>ppt_x</p:attrName>
                                        </p:attrNameLst>
                                      </p:cBhvr>
                                      <p:tavLst>
                                        <p:tav tm="0">
                                          <p:val>
                                            <p:strVal val="1+#ppt_w/2"/>
                                          </p:val>
                                        </p:tav>
                                        <p:tav tm="100000">
                                          <p:val>
                                            <p:strVal val="#ppt_x"/>
                                          </p:val>
                                        </p:tav>
                                      </p:tavLst>
                                    </p:anim>
                                    <p:anim calcmode="lin" valueType="num">
                                      <p:cBhvr additive="base">
                                        <p:cTn id="79"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P spid="25" grpId="0" animBg="1"/>
      <p:bldP spid="26" grpId="0"/>
      <p:bldP spid="28" grpId="0"/>
      <p:bldP spid="29" grpId="0"/>
      <p:bldP spid="31"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378498"/>
            <a:ext cx="3390673" cy="523220"/>
          </a:xfrm>
          <a:prstGeom prst="rect">
            <a:avLst/>
          </a:prstGeom>
          <a:noFill/>
        </p:spPr>
        <p:txBody>
          <a:bodyPr wrap="none" rtlCol="0">
            <a:spAutoFit/>
          </a:bodyPr>
          <a:lstStyle/>
          <a:p>
            <a:r>
              <a:rPr lang="en-US" sz="2800" b="1" cap="all" dirty="0">
                <a:solidFill>
                  <a:schemeClr val="tx1">
                    <a:lumMod val="50000"/>
                    <a:lumOff val="50000"/>
                  </a:schemeClr>
                </a:solidFill>
              </a:rPr>
              <a:t>steps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355341"/>
            <a:ext cx="30067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Steps Infographic</a:t>
            </a:r>
            <a:endParaRPr lang="en-US" dirty="0"/>
          </a:p>
        </p:txBody>
      </p:sp>
      <p:sp>
        <p:nvSpPr>
          <p:cNvPr id="8" name="Text Placeholder 7"/>
          <p:cNvSpPr>
            <a:spLocks noGrp="1"/>
          </p:cNvSpPr>
          <p:nvPr>
            <p:ph type="body" sz="half" idx="2"/>
          </p:nvPr>
        </p:nvSpPr>
        <p:spPr/>
        <p:txBody>
          <a:bodyPr/>
          <a:lstStyle/>
          <a:p>
            <a:r>
              <a:rPr lang="en-US"/>
              <a:t>Steps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171</a:t>
            </a:fld>
            <a:endParaRPr lang="en-US" dirty="0"/>
          </a:p>
        </p:txBody>
      </p:sp>
      <p:sp>
        <p:nvSpPr>
          <p:cNvPr id="3079" name="Freeform 7"/>
          <p:cNvSpPr>
            <a:spLocks/>
          </p:cNvSpPr>
          <p:nvPr/>
        </p:nvSpPr>
        <p:spPr bwMode="auto">
          <a:xfrm>
            <a:off x="5973985" y="1363423"/>
            <a:ext cx="2290763" cy="1912938"/>
          </a:xfrm>
          <a:custGeom>
            <a:avLst/>
            <a:gdLst/>
            <a:ahLst/>
            <a:cxnLst>
              <a:cxn ang="0">
                <a:pos x="1443" y="0"/>
              </a:cxn>
              <a:cxn ang="0">
                <a:pos x="716" y="474"/>
              </a:cxn>
              <a:cxn ang="0">
                <a:pos x="0" y="1205"/>
              </a:cxn>
              <a:cxn ang="0">
                <a:pos x="726" y="737"/>
              </a:cxn>
              <a:cxn ang="0">
                <a:pos x="1443" y="0"/>
              </a:cxn>
            </a:cxnLst>
            <a:rect l="0" t="0" r="r" b="b"/>
            <a:pathLst>
              <a:path w="1443" h="1205">
                <a:moveTo>
                  <a:pt x="1443" y="0"/>
                </a:moveTo>
                <a:lnTo>
                  <a:pt x="716" y="474"/>
                </a:lnTo>
                <a:lnTo>
                  <a:pt x="0" y="1205"/>
                </a:lnTo>
                <a:lnTo>
                  <a:pt x="726" y="737"/>
                </a:lnTo>
                <a:lnTo>
                  <a:pt x="1443"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1" name="Freeform 9"/>
          <p:cNvSpPr>
            <a:spLocks/>
          </p:cNvSpPr>
          <p:nvPr/>
        </p:nvSpPr>
        <p:spPr bwMode="auto">
          <a:xfrm>
            <a:off x="4759547" y="1363423"/>
            <a:ext cx="2287588" cy="1912938"/>
          </a:xfrm>
          <a:custGeom>
            <a:avLst/>
            <a:gdLst/>
            <a:ahLst/>
            <a:cxnLst>
              <a:cxn ang="0">
                <a:pos x="1441" y="0"/>
              </a:cxn>
              <a:cxn ang="0">
                <a:pos x="715" y="474"/>
              </a:cxn>
              <a:cxn ang="0">
                <a:pos x="0" y="1205"/>
              </a:cxn>
              <a:cxn ang="0">
                <a:pos x="727" y="739"/>
              </a:cxn>
              <a:cxn ang="0">
                <a:pos x="1441" y="0"/>
              </a:cxn>
            </a:cxnLst>
            <a:rect l="0" t="0" r="r" b="b"/>
            <a:pathLst>
              <a:path w="1441" h="1205">
                <a:moveTo>
                  <a:pt x="1441" y="0"/>
                </a:moveTo>
                <a:lnTo>
                  <a:pt x="715" y="474"/>
                </a:lnTo>
                <a:lnTo>
                  <a:pt x="0" y="1205"/>
                </a:lnTo>
                <a:lnTo>
                  <a:pt x="727" y="739"/>
                </a:lnTo>
                <a:lnTo>
                  <a:pt x="1441"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3" name="Freeform 11"/>
          <p:cNvSpPr>
            <a:spLocks/>
          </p:cNvSpPr>
          <p:nvPr/>
        </p:nvSpPr>
        <p:spPr bwMode="auto">
          <a:xfrm>
            <a:off x="3535585" y="1365011"/>
            <a:ext cx="2286000" cy="1909763"/>
          </a:xfrm>
          <a:custGeom>
            <a:avLst/>
            <a:gdLst/>
            <a:ahLst/>
            <a:cxnLst>
              <a:cxn ang="0">
                <a:pos x="1440" y="0"/>
              </a:cxn>
              <a:cxn ang="0">
                <a:pos x="716" y="473"/>
              </a:cxn>
              <a:cxn ang="0">
                <a:pos x="0" y="1203"/>
              </a:cxn>
              <a:cxn ang="0">
                <a:pos x="726" y="737"/>
              </a:cxn>
              <a:cxn ang="0">
                <a:pos x="1440" y="0"/>
              </a:cxn>
            </a:cxnLst>
            <a:rect l="0" t="0" r="r" b="b"/>
            <a:pathLst>
              <a:path w="1440" h="1203">
                <a:moveTo>
                  <a:pt x="1440" y="0"/>
                </a:moveTo>
                <a:lnTo>
                  <a:pt x="716" y="473"/>
                </a:lnTo>
                <a:lnTo>
                  <a:pt x="0" y="1203"/>
                </a:lnTo>
                <a:lnTo>
                  <a:pt x="726" y="737"/>
                </a:lnTo>
                <a:lnTo>
                  <a:pt x="144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5" name="Freeform 13"/>
          <p:cNvSpPr>
            <a:spLocks/>
          </p:cNvSpPr>
          <p:nvPr/>
        </p:nvSpPr>
        <p:spPr bwMode="auto">
          <a:xfrm>
            <a:off x="1098551" y="1363423"/>
            <a:ext cx="2287588" cy="1912938"/>
          </a:xfrm>
          <a:custGeom>
            <a:avLst/>
            <a:gdLst/>
            <a:ahLst/>
            <a:cxnLst>
              <a:cxn ang="0">
                <a:pos x="1441" y="0"/>
              </a:cxn>
              <a:cxn ang="0">
                <a:pos x="714" y="474"/>
              </a:cxn>
              <a:cxn ang="0">
                <a:pos x="0" y="1205"/>
              </a:cxn>
              <a:cxn ang="0">
                <a:pos x="727" y="737"/>
              </a:cxn>
              <a:cxn ang="0">
                <a:pos x="1441" y="0"/>
              </a:cxn>
            </a:cxnLst>
            <a:rect l="0" t="0" r="r" b="b"/>
            <a:pathLst>
              <a:path w="1441" h="1205">
                <a:moveTo>
                  <a:pt x="1441" y="0"/>
                </a:moveTo>
                <a:lnTo>
                  <a:pt x="714" y="474"/>
                </a:lnTo>
                <a:lnTo>
                  <a:pt x="0" y="1205"/>
                </a:lnTo>
                <a:lnTo>
                  <a:pt x="727" y="737"/>
                </a:lnTo>
                <a:lnTo>
                  <a:pt x="1441"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7" name="Freeform 15"/>
          <p:cNvSpPr>
            <a:spLocks/>
          </p:cNvSpPr>
          <p:nvPr/>
        </p:nvSpPr>
        <p:spPr bwMode="auto">
          <a:xfrm>
            <a:off x="2311622" y="1365011"/>
            <a:ext cx="2287588" cy="1909763"/>
          </a:xfrm>
          <a:custGeom>
            <a:avLst/>
            <a:gdLst/>
            <a:ahLst/>
            <a:cxnLst>
              <a:cxn ang="0">
                <a:pos x="1441" y="0"/>
              </a:cxn>
              <a:cxn ang="0">
                <a:pos x="714" y="472"/>
              </a:cxn>
              <a:cxn ang="0">
                <a:pos x="0" y="1203"/>
              </a:cxn>
              <a:cxn ang="0">
                <a:pos x="725" y="737"/>
              </a:cxn>
              <a:cxn ang="0">
                <a:pos x="1441" y="0"/>
              </a:cxn>
            </a:cxnLst>
            <a:rect l="0" t="0" r="r" b="b"/>
            <a:pathLst>
              <a:path w="1441" h="1203">
                <a:moveTo>
                  <a:pt x="1441" y="0"/>
                </a:moveTo>
                <a:lnTo>
                  <a:pt x="714" y="472"/>
                </a:lnTo>
                <a:lnTo>
                  <a:pt x="0" y="1203"/>
                </a:lnTo>
                <a:lnTo>
                  <a:pt x="725" y="737"/>
                </a:lnTo>
                <a:lnTo>
                  <a:pt x="1441"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43"/>
          <p:cNvGrpSpPr/>
          <p:nvPr/>
        </p:nvGrpSpPr>
        <p:grpSpPr>
          <a:xfrm>
            <a:off x="703263" y="1359455"/>
            <a:ext cx="1833563" cy="1920875"/>
            <a:chOff x="703263" y="1359455"/>
            <a:chExt cx="1833563" cy="1920875"/>
          </a:xfrm>
        </p:grpSpPr>
        <p:sp>
          <p:nvSpPr>
            <p:cNvPr id="3084" name="Freeform 12"/>
            <p:cNvSpPr>
              <a:spLocks/>
            </p:cNvSpPr>
            <p:nvPr/>
          </p:nvSpPr>
          <p:spPr bwMode="auto">
            <a:xfrm>
              <a:off x="703263" y="1359455"/>
              <a:ext cx="1833563" cy="1920875"/>
            </a:xfrm>
            <a:custGeom>
              <a:avLst/>
              <a:gdLst/>
              <a:ahLst/>
              <a:cxnLst>
                <a:cxn ang="0">
                  <a:pos x="213" y="1210"/>
                </a:cxn>
                <a:cxn ang="0">
                  <a:pos x="0" y="981"/>
                </a:cxn>
                <a:cxn ang="0">
                  <a:pos x="938" y="0"/>
                </a:cxn>
                <a:cxn ang="0">
                  <a:pos x="1155" y="216"/>
                </a:cxn>
                <a:cxn ang="0">
                  <a:pos x="213" y="1210"/>
                </a:cxn>
              </a:cxnLst>
              <a:rect l="0" t="0" r="r" b="b"/>
              <a:pathLst>
                <a:path w="1155" h="1210">
                  <a:moveTo>
                    <a:pt x="213" y="1210"/>
                  </a:moveTo>
                  <a:lnTo>
                    <a:pt x="0" y="981"/>
                  </a:lnTo>
                  <a:lnTo>
                    <a:pt x="938" y="0"/>
                  </a:lnTo>
                  <a:lnTo>
                    <a:pt x="1155" y="216"/>
                  </a:lnTo>
                  <a:lnTo>
                    <a:pt x="213" y="121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Text Placeholder 3"/>
            <p:cNvSpPr txBox="1">
              <a:spLocks/>
            </p:cNvSpPr>
            <p:nvPr/>
          </p:nvSpPr>
          <p:spPr>
            <a:xfrm rot="18790397">
              <a:off x="950011" y="2235842"/>
              <a:ext cx="1242729" cy="250035"/>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3" name="Group 44"/>
          <p:cNvGrpSpPr/>
          <p:nvPr/>
        </p:nvGrpSpPr>
        <p:grpSpPr>
          <a:xfrm>
            <a:off x="1935385" y="1358661"/>
            <a:ext cx="1830388" cy="1922463"/>
            <a:chOff x="1935385" y="1358661"/>
            <a:chExt cx="1830388" cy="1922463"/>
          </a:xfrm>
        </p:grpSpPr>
        <p:sp>
          <p:nvSpPr>
            <p:cNvPr id="3086" name="Freeform 14"/>
            <p:cNvSpPr>
              <a:spLocks/>
            </p:cNvSpPr>
            <p:nvPr/>
          </p:nvSpPr>
          <p:spPr bwMode="auto">
            <a:xfrm>
              <a:off x="1935385" y="1358661"/>
              <a:ext cx="1830388" cy="1922463"/>
            </a:xfrm>
            <a:custGeom>
              <a:avLst/>
              <a:gdLst/>
              <a:ahLst/>
              <a:cxnLst>
                <a:cxn ang="0">
                  <a:pos x="211" y="1211"/>
                </a:cxn>
                <a:cxn ang="0">
                  <a:pos x="0" y="981"/>
                </a:cxn>
                <a:cxn ang="0">
                  <a:pos x="936" y="0"/>
                </a:cxn>
                <a:cxn ang="0">
                  <a:pos x="1153" y="218"/>
                </a:cxn>
                <a:cxn ang="0">
                  <a:pos x="211" y="1211"/>
                </a:cxn>
              </a:cxnLst>
              <a:rect l="0" t="0" r="r" b="b"/>
              <a:pathLst>
                <a:path w="1153" h="1211">
                  <a:moveTo>
                    <a:pt x="211" y="1211"/>
                  </a:moveTo>
                  <a:lnTo>
                    <a:pt x="0" y="981"/>
                  </a:lnTo>
                  <a:lnTo>
                    <a:pt x="936" y="0"/>
                  </a:lnTo>
                  <a:lnTo>
                    <a:pt x="1153" y="218"/>
                  </a:lnTo>
                  <a:lnTo>
                    <a:pt x="211" y="121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Text Placeholder 3"/>
            <p:cNvSpPr txBox="1">
              <a:spLocks/>
            </p:cNvSpPr>
            <p:nvPr/>
          </p:nvSpPr>
          <p:spPr>
            <a:xfrm rot="18790397">
              <a:off x="2163754" y="2235842"/>
              <a:ext cx="1242729" cy="250035"/>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4" name="Group 45"/>
          <p:cNvGrpSpPr/>
          <p:nvPr/>
        </p:nvGrpSpPr>
        <p:grpSpPr>
          <a:xfrm>
            <a:off x="3160935" y="1359455"/>
            <a:ext cx="1831975" cy="1920875"/>
            <a:chOff x="3160935" y="1359455"/>
            <a:chExt cx="1831975" cy="1920875"/>
          </a:xfrm>
        </p:grpSpPr>
        <p:sp>
          <p:nvSpPr>
            <p:cNvPr id="3082" name="Freeform 10"/>
            <p:cNvSpPr>
              <a:spLocks/>
            </p:cNvSpPr>
            <p:nvPr/>
          </p:nvSpPr>
          <p:spPr bwMode="auto">
            <a:xfrm>
              <a:off x="3160935" y="1359455"/>
              <a:ext cx="1831975" cy="1920875"/>
            </a:xfrm>
            <a:custGeom>
              <a:avLst/>
              <a:gdLst/>
              <a:ahLst/>
              <a:cxnLst>
                <a:cxn ang="0">
                  <a:pos x="212" y="1210"/>
                </a:cxn>
                <a:cxn ang="0">
                  <a:pos x="0" y="981"/>
                </a:cxn>
                <a:cxn ang="0">
                  <a:pos x="936" y="0"/>
                </a:cxn>
                <a:cxn ang="0">
                  <a:pos x="1154" y="216"/>
                </a:cxn>
                <a:cxn ang="0">
                  <a:pos x="212" y="1210"/>
                </a:cxn>
              </a:cxnLst>
              <a:rect l="0" t="0" r="r" b="b"/>
              <a:pathLst>
                <a:path w="1154" h="1210">
                  <a:moveTo>
                    <a:pt x="212" y="1210"/>
                  </a:moveTo>
                  <a:lnTo>
                    <a:pt x="0" y="981"/>
                  </a:lnTo>
                  <a:lnTo>
                    <a:pt x="936" y="0"/>
                  </a:lnTo>
                  <a:lnTo>
                    <a:pt x="1154" y="216"/>
                  </a:lnTo>
                  <a:lnTo>
                    <a:pt x="212" y="121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Text Placeholder 3"/>
            <p:cNvSpPr txBox="1">
              <a:spLocks/>
            </p:cNvSpPr>
            <p:nvPr/>
          </p:nvSpPr>
          <p:spPr>
            <a:xfrm rot="18790397">
              <a:off x="3405744" y="2235842"/>
              <a:ext cx="1242729" cy="250035"/>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5" name="Group 46"/>
          <p:cNvGrpSpPr/>
          <p:nvPr/>
        </p:nvGrpSpPr>
        <p:grpSpPr>
          <a:xfrm>
            <a:off x="4383310" y="1359455"/>
            <a:ext cx="1835150" cy="1920875"/>
            <a:chOff x="4383310" y="1359455"/>
            <a:chExt cx="1835150" cy="1920875"/>
          </a:xfrm>
        </p:grpSpPr>
        <p:sp>
          <p:nvSpPr>
            <p:cNvPr id="3080" name="Freeform 8"/>
            <p:cNvSpPr>
              <a:spLocks/>
            </p:cNvSpPr>
            <p:nvPr/>
          </p:nvSpPr>
          <p:spPr bwMode="auto">
            <a:xfrm>
              <a:off x="4383310" y="1359455"/>
              <a:ext cx="1835150" cy="1920875"/>
            </a:xfrm>
            <a:custGeom>
              <a:avLst/>
              <a:gdLst/>
              <a:ahLst/>
              <a:cxnLst>
                <a:cxn ang="0">
                  <a:pos x="211" y="1210"/>
                </a:cxn>
                <a:cxn ang="0">
                  <a:pos x="0" y="981"/>
                </a:cxn>
                <a:cxn ang="0">
                  <a:pos x="938" y="0"/>
                </a:cxn>
                <a:cxn ang="0">
                  <a:pos x="1156" y="216"/>
                </a:cxn>
                <a:cxn ang="0">
                  <a:pos x="211" y="1210"/>
                </a:cxn>
              </a:cxnLst>
              <a:rect l="0" t="0" r="r" b="b"/>
              <a:pathLst>
                <a:path w="1156" h="1210">
                  <a:moveTo>
                    <a:pt x="211" y="1210"/>
                  </a:moveTo>
                  <a:lnTo>
                    <a:pt x="0" y="981"/>
                  </a:lnTo>
                  <a:lnTo>
                    <a:pt x="938" y="0"/>
                  </a:lnTo>
                  <a:lnTo>
                    <a:pt x="1156" y="216"/>
                  </a:lnTo>
                  <a:lnTo>
                    <a:pt x="211" y="121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Text Placeholder 3"/>
            <p:cNvSpPr txBox="1">
              <a:spLocks/>
            </p:cNvSpPr>
            <p:nvPr/>
          </p:nvSpPr>
          <p:spPr>
            <a:xfrm rot="18790397">
              <a:off x="4624944" y="2235842"/>
              <a:ext cx="1242729" cy="250035"/>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6" name="Group 47"/>
          <p:cNvGrpSpPr/>
          <p:nvPr/>
        </p:nvGrpSpPr>
        <p:grpSpPr>
          <a:xfrm>
            <a:off x="5599335" y="1360248"/>
            <a:ext cx="1831975" cy="1919288"/>
            <a:chOff x="5599335" y="1360248"/>
            <a:chExt cx="1831975" cy="1919288"/>
          </a:xfrm>
        </p:grpSpPr>
        <p:sp>
          <p:nvSpPr>
            <p:cNvPr id="3078" name="Freeform 6"/>
            <p:cNvSpPr>
              <a:spLocks/>
            </p:cNvSpPr>
            <p:nvPr/>
          </p:nvSpPr>
          <p:spPr bwMode="auto">
            <a:xfrm>
              <a:off x="5599335" y="1360248"/>
              <a:ext cx="1831975" cy="1919288"/>
            </a:xfrm>
            <a:custGeom>
              <a:avLst/>
              <a:gdLst/>
              <a:ahLst/>
              <a:cxnLst>
                <a:cxn ang="0">
                  <a:pos x="212" y="1209"/>
                </a:cxn>
                <a:cxn ang="0">
                  <a:pos x="0" y="981"/>
                </a:cxn>
                <a:cxn ang="0">
                  <a:pos x="936" y="0"/>
                </a:cxn>
                <a:cxn ang="0">
                  <a:pos x="1154" y="216"/>
                </a:cxn>
                <a:cxn ang="0">
                  <a:pos x="212" y="1209"/>
                </a:cxn>
              </a:cxnLst>
              <a:rect l="0" t="0" r="r" b="b"/>
              <a:pathLst>
                <a:path w="1154" h="1209">
                  <a:moveTo>
                    <a:pt x="212" y="1209"/>
                  </a:moveTo>
                  <a:lnTo>
                    <a:pt x="0" y="981"/>
                  </a:lnTo>
                  <a:lnTo>
                    <a:pt x="936" y="0"/>
                  </a:lnTo>
                  <a:lnTo>
                    <a:pt x="1154" y="216"/>
                  </a:lnTo>
                  <a:lnTo>
                    <a:pt x="212" y="120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Text Placeholder 3"/>
            <p:cNvSpPr txBox="1">
              <a:spLocks/>
            </p:cNvSpPr>
            <p:nvPr/>
          </p:nvSpPr>
          <p:spPr>
            <a:xfrm rot="18790397">
              <a:off x="5809133" y="2253137"/>
              <a:ext cx="1242729" cy="215444"/>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9" name="Group 48"/>
          <p:cNvGrpSpPr/>
          <p:nvPr/>
        </p:nvGrpSpPr>
        <p:grpSpPr>
          <a:xfrm>
            <a:off x="6810596" y="1357867"/>
            <a:ext cx="1830388" cy="1924050"/>
            <a:chOff x="6810596" y="1357867"/>
            <a:chExt cx="1830388" cy="1924050"/>
          </a:xfrm>
        </p:grpSpPr>
        <p:sp>
          <p:nvSpPr>
            <p:cNvPr id="3077" name="Freeform 5"/>
            <p:cNvSpPr>
              <a:spLocks/>
            </p:cNvSpPr>
            <p:nvPr/>
          </p:nvSpPr>
          <p:spPr bwMode="auto">
            <a:xfrm>
              <a:off x="6810596" y="1357867"/>
              <a:ext cx="1830388" cy="1924050"/>
            </a:xfrm>
            <a:custGeom>
              <a:avLst/>
              <a:gdLst/>
              <a:ahLst/>
              <a:cxnLst>
                <a:cxn ang="0">
                  <a:pos x="211" y="1212"/>
                </a:cxn>
                <a:cxn ang="0">
                  <a:pos x="0" y="981"/>
                </a:cxn>
                <a:cxn ang="0">
                  <a:pos x="935" y="0"/>
                </a:cxn>
                <a:cxn ang="0">
                  <a:pos x="1153" y="216"/>
                </a:cxn>
                <a:cxn ang="0">
                  <a:pos x="211" y="1212"/>
                </a:cxn>
              </a:cxnLst>
              <a:rect l="0" t="0" r="r" b="b"/>
              <a:pathLst>
                <a:path w="1153" h="1212">
                  <a:moveTo>
                    <a:pt x="211" y="1212"/>
                  </a:moveTo>
                  <a:lnTo>
                    <a:pt x="0" y="981"/>
                  </a:lnTo>
                  <a:lnTo>
                    <a:pt x="935" y="0"/>
                  </a:lnTo>
                  <a:lnTo>
                    <a:pt x="1153" y="216"/>
                  </a:lnTo>
                  <a:lnTo>
                    <a:pt x="211" y="1212"/>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Text Placeholder 3"/>
            <p:cNvSpPr txBox="1">
              <a:spLocks/>
            </p:cNvSpPr>
            <p:nvPr/>
          </p:nvSpPr>
          <p:spPr>
            <a:xfrm rot="18790397">
              <a:off x="7074249" y="2215252"/>
              <a:ext cx="1242729" cy="215444"/>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0" name="Group 25"/>
          <p:cNvGrpSpPr/>
          <p:nvPr/>
        </p:nvGrpSpPr>
        <p:grpSpPr>
          <a:xfrm>
            <a:off x="405079" y="3640626"/>
            <a:ext cx="1479103" cy="709660"/>
            <a:chOff x="764014" y="1586047"/>
            <a:chExt cx="1544637" cy="709660"/>
          </a:xfrm>
        </p:grpSpPr>
        <p:sp>
          <p:nvSpPr>
            <p:cNvPr id="26"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27"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1" name="Group 25"/>
          <p:cNvGrpSpPr/>
          <p:nvPr/>
        </p:nvGrpSpPr>
        <p:grpSpPr>
          <a:xfrm>
            <a:off x="1763657" y="3640626"/>
            <a:ext cx="1479103" cy="709660"/>
            <a:chOff x="764014" y="1586047"/>
            <a:chExt cx="1544637" cy="709660"/>
          </a:xfrm>
        </p:grpSpPr>
        <p:sp>
          <p:nvSpPr>
            <p:cNvPr id="29"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3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2" name="Group 25"/>
          <p:cNvGrpSpPr/>
          <p:nvPr/>
        </p:nvGrpSpPr>
        <p:grpSpPr>
          <a:xfrm>
            <a:off x="3122235" y="3640626"/>
            <a:ext cx="1479103" cy="709660"/>
            <a:chOff x="764014" y="1586047"/>
            <a:chExt cx="1544637" cy="709660"/>
          </a:xfrm>
        </p:grpSpPr>
        <p:sp>
          <p:nvSpPr>
            <p:cNvPr id="33"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34"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3" name="Group 25"/>
          <p:cNvGrpSpPr/>
          <p:nvPr/>
        </p:nvGrpSpPr>
        <p:grpSpPr>
          <a:xfrm>
            <a:off x="4480813" y="3640626"/>
            <a:ext cx="1479103" cy="709660"/>
            <a:chOff x="764014" y="1586047"/>
            <a:chExt cx="1544637" cy="709660"/>
          </a:xfrm>
        </p:grpSpPr>
        <p:sp>
          <p:nvSpPr>
            <p:cNvPr id="36"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37"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4" name="Group 25"/>
          <p:cNvGrpSpPr/>
          <p:nvPr/>
        </p:nvGrpSpPr>
        <p:grpSpPr>
          <a:xfrm>
            <a:off x="5839391" y="3640626"/>
            <a:ext cx="1479103" cy="709660"/>
            <a:chOff x="764014" y="1586047"/>
            <a:chExt cx="1544637" cy="709660"/>
          </a:xfrm>
        </p:grpSpPr>
        <p:sp>
          <p:nvSpPr>
            <p:cNvPr id="39"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40"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5" name="Group 25"/>
          <p:cNvGrpSpPr/>
          <p:nvPr/>
        </p:nvGrpSpPr>
        <p:grpSpPr>
          <a:xfrm>
            <a:off x="7197969" y="3640626"/>
            <a:ext cx="1479103" cy="709660"/>
            <a:chOff x="764014" y="1586047"/>
            <a:chExt cx="1544637" cy="709660"/>
          </a:xfrm>
        </p:grpSpPr>
        <p:sp>
          <p:nvSpPr>
            <p:cNvPr id="42" name="Text Placeholder 3"/>
            <p:cNvSpPr txBox="1">
              <a:spLocks/>
            </p:cNvSpPr>
            <p:nvPr/>
          </p:nvSpPr>
          <p:spPr>
            <a:xfrm>
              <a:off x="1055886"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6"/>
                </a:solidFill>
                <a:effectLst/>
                <a:uLnTx/>
                <a:uFillTx/>
                <a:latin typeface="+mn-lt"/>
                <a:ea typeface="+mn-ea"/>
                <a:cs typeface="+mn-cs"/>
              </a:endParaRPr>
            </a:p>
          </p:txBody>
        </p:sp>
        <p:sp>
          <p:nvSpPr>
            <p:cNvPr id="43"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085"/>
                                        </p:tgtEl>
                                        <p:attrNameLst>
                                          <p:attrName>style.visibility</p:attrName>
                                        </p:attrNameLst>
                                      </p:cBhvr>
                                      <p:to>
                                        <p:strVal val="visible"/>
                                      </p:to>
                                    </p:set>
                                    <p:animEffect transition="in" filter="wipe(left)">
                                      <p:cBhvr>
                                        <p:cTn id="11" dur="500"/>
                                        <p:tgtEl>
                                          <p:spTgt spid="3085"/>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500"/>
                                        <p:tgtEl>
                                          <p:spTgt spid="3"/>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087"/>
                                        </p:tgtEl>
                                        <p:attrNameLst>
                                          <p:attrName>style.visibility</p:attrName>
                                        </p:attrNameLst>
                                      </p:cBhvr>
                                      <p:to>
                                        <p:strVal val="visible"/>
                                      </p:to>
                                    </p:set>
                                    <p:animEffect transition="in" filter="wipe(left)">
                                      <p:cBhvr>
                                        <p:cTn id="19" dur="500"/>
                                        <p:tgtEl>
                                          <p:spTgt spid="308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083"/>
                                        </p:tgtEl>
                                        <p:attrNameLst>
                                          <p:attrName>style.visibility</p:attrName>
                                        </p:attrNameLst>
                                      </p:cBhvr>
                                      <p:to>
                                        <p:strVal val="visible"/>
                                      </p:to>
                                    </p:set>
                                    <p:animEffect transition="in" filter="wipe(left)">
                                      <p:cBhvr>
                                        <p:cTn id="27" dur="500"/>
                                        <p:tgtEl>
                                          <p:spTgt spid="3083"/>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left)">
                                      <p:cBhvr>
                                        <p:cTn id="31" dur="500"/>
                                        <p:tgtEl>
                                          <p:spTgt spid="5"/>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3081"/>
                                        </p:tgtEl>
                                        <p:attrNameLst>
                                          <p:attrName>style.visibility</p:attrName>
                                        </p:attrNameLst>
                                      </p:cBhvr>
                                      <p:to>
                                        <p:strVal val="visible"/>
                                      </p:to>
                                    </p:set>
                                    <p:animEffect transition="in" filter="wipe(left)">
                                      <p:cBhvr>
                                        <p:cTn id="35" dur="500"/>
                                        <p:tgtEl>
                                          <p:spTgt spid="308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left)">
                                      <p:cBhvr>
                                        <p:cTn id="39" dur="500"/>
                                        <p:tgtEl>
                                          <p:spTgt spid="6"/>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3079"/>
                                        </p:tgtEl>
                                        <p:attrNameLst>
                                          <p:attrName>style.visibility</p:attrName>
                                        </p:attrNameLst>
                                      </p:cBhvr>
                                      <p:to>
                                        <p:strVal val="visible"/>
                                      </p:to>
                                    </p:set>
                                    <p:animEffect transition="in" filter="wipe(left)">
                                      <p:cBhvr>
                                        <p:cTn id="43" dur="500"/>
                                        <p:tgtEl>
                                          <p:spTgt spid="3079"/>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wipe(left)">
                                      <p:cBhvr>
                                        <p:cTn id="47" dur="500"/>
                                        <p:tgtEl>
                                          <p:spTgt spid="9"/>
                                        </p:tgtEl>
                                      </p:cBhvr>
                                    </p:animEffect>
                                  </p:childTnLst>
                                </p:cTn>
                              </p:par>
                            </p:childTnLst>
                          </p:cTn>
                        </p:par>
                        <p:par>
                          <p:cTn id="48" fill="hold">
                            <p:stCondLst>
                              <p:cond delay="5500"/>
                            </p:stCondLst>
                            <p:childTnLst>
                              <p:par>
                                <p:cTn id="49" presetID="22" presetClass="entr" presetSubtype="4" fill="hold"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wipe(down)">
                                      <p:cBhvr>
                                        <p:cTn id="51" dur="500"/>
                                        <p:tgtEl>
                                          <p:spTgt spid="10"/>
                                        </p:tgtEl>
                                      </p:cBhvr>
                                    </p:animEffect>
                                  </p:childTnLst>
                                </p:cTn>
                              </p:par>
                            </p:childTnLst>
                          </p:cTn>
                        </p:par>
                        <p:par>
                          <p:cTn id="52" fill="hold">
                            <p:stCondLst>
                              <p:cond delay="6000"/>
                            </p:stCondLst>
                            <p:childTnLst>
                              <p:par>
                                <p:cTn id="53" presetID="22" presetClass="entr" presetSubtype="4"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wipe(down)">
                                      <p:cBhvr>
                                        <p:cTn id="55" dur="500"/>
                                        <p:tgtEl>
                                          <p:spTgt spid="11"/>
                                        </p:tgtEl>
                                      </p:cBhvr>
                                    </p:animEffect>
                                  </p:childTnLst>
                                </p:cTn>
                              </p:par>
                            </p:childTnLst>
                          </p:cTn>
                        </p:par>
                        <p:par>
                          <p:cTn id="56" fill="hold">
                            <p:stCondLst>
                              <p:cond delay="6500"/>
                            </p:stCondLst>
                            <p:childTnLst>
                              <p:par>
                                <p:cTn id="57" presetID="22" presetClass="entr" presetSubtype="4" fill="hold" nodeType="afterEffect">
                                  <p:stCondLst>
                                    <p:cond delay="0"/>
                                  </p:stCondLst>
                                  <p:childTnLst>
                                    <p:set>
                                      <p:cBhvr>
                                        <p:cTn id="58" dur="1" fill="hold">
                                          <p:stCondLst>
                                            <p:cond delay="0"/>
                                          </p:stCondLst>
                                        </p:cTn>
                                        <p:tgtEl>
                                          <p:spTgt spid="12"/>
                                        </p:tgtEl>
                                        <p:attrNameLst>
                                          <p:attrName>style.visibility</p:attrName>
                                        </p:attrNameLst>
                                      </p:cBhvr>
                                      <p:to>
                                        <p:strVal val="visible"/>
                                      </p:to>
                                    </p:set>
                                    <p:animEffect transition="in" filter="wipe(down)">
                                      <p:cBhvr>
                                        <p:cTn id="59" dur="500"/>
                                        <p:tgtEl>
                                          <p:spTgt spid="12"/>
                                        </p:tgtEl>
                                      </p:cBhvr>
                                    </p:animEffect>
                                  </p:childTnLst>
                                </p:cTn>
                              </p:par>
                            </p:childTnLst>
                          </p:cTn>
                        </p:par>
                        <p:par>
                          <p:cTn id="60" fill="hold">
                            <p:stCondLst>
                              <p:cond delay="7000"/>
                            </p:stCondLst>
                            <p:childTnLst>
                              <p:par>
                                <p:cTn id="61" presetID="22" presetClass="entr" presetSubtype="4" fill="hold" nodeType="after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wipe(down)">
                                      <p:cBhvr>
                                        <p:cTn id="63" dur="500"/>
                                        <p:tgtEl>
                                          <p:spTgt spid="13"/>
                                        </p:tgtEl>
                                      </p:cBhvr>
                                    </p:animEffect>
                                  </p:childTnLst>
                                </p:cTn>
                              </p:par>
                            </p:childTnLst>
                          </p:cTn>
                        </p:par>
                        <p:par>
                          <p:cTn id="64" fill="hold">
                            <p:stCondLst>
                              <p:cond delay="7500"/>
                            </p:stCondLst>
                            <p:childTnLst>
                              <p:par>
                                <p:cTn id="65" presetID="22" presetClass="entr" presetSubtype="4" fill="hold" nodeType="after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wipe(down)">
                                      <p:cBhvr>
                                        <p:cTn id="67" dur="500"/>
                                        <p:tgtEl>
                                          <p:spTgt spid="14"/>
                                        </p:tgtEl>
                                      </p:cBhvr>
                                    </p:animEffect>
                                  </p:childTnLst>
                                </p:cTn>
                              </p:par>
                            </p:childTnLst>
                          </p:cTn>
                        </p:par>
                        <p:par>
                          <p:cTn id="68" fill="hold">
                            <p:stCondLst>
                              <p:cond delay="8000"/>
                            </p:stCondLst>
                            <p:childTnLst>
                              <p:par>
                                <p:cTn id="69" presetID="22" presetClass="entr" presetSubtype="4" fill="hold" nodeType="afterEffect">
                                  <p:stCondLst>
                                    <p:cond delay="0"/>
                                  </p:stCondLst>
                                  <p:childTnLst>
                                    <p:set>
                                      <p:cBhvr>
                                        <p:cTn id="70" dur="1" fill="hold">
                                          <p:stCondLst>
                                            <p:cond delay="0"/>
                                          </p:stCondLst>
                                        </p:cTn>
                                        <p:tgtEl>
                                          <p:spTgt spid="15"/>
                                        </p:tgtEl>
                                        <p:attrNameLst>
                                          <p:attrName>style.visibility</p:attrName>
                                        </p:attrNameLst>
                                      </p:cBhvr>
                                      <p:to>
                                        <p:strVal val="visible"/>
                                      </p:to>
                                    </p:set>
                                    <p:animEffect transition="in" filter="wipe(down)">
                                      <p:cBhvr>
                                        <p:cTn id="7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9" grpId="0" animBg="1"/>
      <p:bldP spid="3081" grpId="0" animBg="1"/>
      <p:bldP spid="3083" grpId="0" animBg="1"/>
      <p:bldP spid="3085" grpId="0" animBg="1"/>
      <p:bldP spid="3087"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Chains Management</a:t>
            </a:r>
            <a:endParaRPr lang="en-US" dirty="0"/>
          </a:p>
        </p:txBody>
      </p:sp>
      <p:sp>
        <p:nvSpPr>
          <p:cNvPr id="8" name="Text Placeholder 7"/>
          <p:cNvSpPr>
            <a:spLocks noGrp="1"/>
          </p:cNvSpPr>
          <p:nvPr>
            <p:ph type="body" sz="half" idx="2"/>
          </p:nvPr>
        </p:nvSpPr>
        <p:spPr/>
        <p:txBody>
          <a:bodyPr/>
          <a:lstStyle/>
          <a:p>
            <a:r>
              <a:rPr lang="en-US"/>
              <a:t>Chains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172</a:t>
            </a:fld>
            <a:endParaRPr lang="en-US" dirty="0"/>
          </a:p>
        </p:txBody>
      </p:sp>
      <p:sp>
        <p:nvSpPr>
          <p:cNvPr id="2053" name="Freeform 5"/>
          <p:cNvSpPr>
            <a:spLocks/>
          </p:cNvSpPr>
          <p:nvPr/>
        </p:nvSpPr>
        <p:spPr bwMode="auto">
          <a:xfrm>
            <a:off x="1978025" y="1701315"/>
            <a:ext cx="5072063" cy="2795587"/>
          </a:xfrm>
          <a:custGeom>
            <a:avLst/>
            <a:gdLst/>
            <a:ahLst/>
            <a:cxnLst>
              <a:cxn ang="0">
                <a:pos x="1466" y="24"/>
              </a:cxn>
              <a:cxn ang="0">
                <a:pos x="1247" y="244"/>
              </a:cxn>
              <a:cxn ang="0">
                <a:pos x="1265" y="331"/>
              </a:cxn>
              <a:cxn ang="0">
                <a:pos x="1166" y="463"/>
              </a:cxn>
              <a:cxn ang="0">
                <a:pos x="1166" y="463"/>
              </a:cxn>
              <a:cxn ang="0">
                <a:pos x="1131" y="459"/>
              </a:cxn>
              <a:cxn ang="0">
                <a:pos x="1110" y="460"/>
              </a:cxn>
              <a:cxn ang="0">
                <a:pos x="1110" y="460"/>
              </a:cxn>
              <a:cxn ang="0">
                <a:pos x="1022" y="318"/>
              </a:cxn>
              <a:cxn ang="0">
                <a:pos x="1048" y="215"/>
              </a:cxn>
              <a:cxn ang="0">
                <a:pos x="833" y="0"/>
              </a:cxn>
              <a:cxn ang="0">
                <a:pos x="618" y="215"/>
              </a:cxn>
              <a:cxn ang="0">
                <a:pos x="645" y="320"/>
              </a:cxn>
              <a:cxn ang="0">
                <a:pos x="645" y="320"/>
              </a:cxn>
              <a:cxn ang="0">
                <a:pos x="563" y="433"/>
              </a:cxn>
              <a:cxn ang="0">
                <a:pos x="563" y="433"/>
              </a:cxn>
              <a:cxn ang="0">
                <a:pos x="534" y="431"/>
              </a:cxn>
              <a:cxn ang="0">
                <a:pos x="454" y="444"/>
              </a:cxn>
              <a:cxn ang="0">
                <a:pos x="454" y="444"/>
              </a:cxn>
              <a:cxn ang="0">
                <a:pos x="364" y="370"/>
              </a:cxn>
              <a:cxn ang="0">
                <a:pos x="372" y="313"/>
              </a:cxn>
              <a:cxn ang="0">
                <a:pos x="186" y="127"/>
              </a:cxn>
              <a:cxn ang="0">
                <a:pos x="0" y="313"/>
              </a:cxn>
              <a:cxn ang="0">
                <a:pos x="186" y="500"/>
              </a:cxn>
              <a:cxn ang="0">
                <a:pos x="233" y="494"/>
              </a:cxn>
              <a:cxn ang="0">
                <a:pos x="303" y="588"/>
              </a:cxn>
              <a:cxn ang="0">
                <a:pos x="303" y="588"/>
              </a:cxn>
              <a:cxn ang="0">
                <a:pos x="285" y="680"/>
              </a:cxn>
              <a:cxn ang="0">
                <a:pos x="534" y="928"/>
              </a:cxn>
              <a:cxn ang="0">
                <a:pos x="782" y="680"/>
              </a:cxn>
              <a:cxn ang="0">
                <a:pos x="746" y="550"/>
              </a:cxn>
              <a:cxn ang="0">
                <a:pos x="815" y="429"/>
              </a:cxn>
              <a:cxn ang="0">
                <a:pos x="815" y="429"/>
              </a:cxn>
              <a:cxn ang="0">
                <a:pos x="833" y="430"/>
              </a:cxn>
              <a:cxn ang="0">
                <a:pos x="875" y="426"/>
              </a:cxn>
              <a:cxn ang="0">
                <a:pos x="985" y="552"/>
              </a:cxn>
              <a:cxn ang="0">
                <a:pos x="985" y="552"/>
              </a:cxn>
              <a:cxn ang="0">
                <a:pos x="970" y="620"/>
              </a:cxn>
              <a:cxn ang="0">
                <a:pos x="1131" y="782"/>
              </a:cxn>
              <a:cxn ang="0">
                <a:pos x="1292" y="620"/>
              </a:cxn>
              <a:cxn ang="0">
                <a:pos x="1283" y="567"/>
              </a:cxn>
              <a:cxn ang="0">
                <a:pos x="1403" y="454"/>
              </a:cxn>
              <a:cxn ang="0">
                <a:pos x="1466" y="463"/>
              </a:cxn>
              <a:cxn ang="0">
                <a:pos x="1686" y="244"/>
              </a:cxn>
              <a:cxn ang="0">
                <a:pos x="1466" y="24"/>
              </a:cxn>
            </a:cxnLst>
            <a:rect l="0" t="0" r="r" b="b"/>
            <a:pathLst>
              <a:path w="1686" h="928">
                <a:moveTo>
                  <a:pt x="1466" y="24"/>
                </a:moveTo>
                <a:cubicBezTo>
                  <a:pt x="1345" y="24"/>
                  <a:pt x="1247" y="123"/>
                  <a:pt x="1247" y="244"/>
                </a:cubicBezTo>
                <a:cubicBezTo>
                  <a:pt x="1247" y="275"/>
                  <a:pt x="1253" y="304"/>
                  <a:pt x="1265" y="331"/>
                </a:cubicBezTo>
                <a:cubicBezTo>
                  <a:pt x="1302" y="418"/>
                  <a:pt x="1235" y="478"/>
                  <a:pt x="1166" y="463"/>
                </a:cubicBezTo>
                <a:cubicBezTo>
                  <a:pt x="1166" y="463"/>
                  <a:pt x="1166" y="463"/>
                  <a:pt x="1166" y="463"/>
                </a:cubicBezTo>
                <a:cubicBezTo>
                  <a:pt x="1155" y="460"/>
                  <a:pt x="1143" y="459"/>
                  <a:pt x="1131" y="459"/>
                </a:cubicBezTo>
                <a:cubicBezTo>
                  <a:pt x="1124" y="459"/>
                  <a:pt x="1117" y="459"/>
                  <a:pt x="1110" y="460"/>
                </a:cubicBezTo>
                <a:cubicBezTo>
                  <a:pt x="1110" y="460"/>
                  <a:pt x="1110" y="460"/>
                  <a:pt x="1110" y="460"/>
                </a:cubicBezTo>
                <a:cubicBezTo>
                  <a:pt x="1039" y="470"/>
                  <a:pt x="977" y="402"/>
                  <a:pt x="1022" y="318"/>
                </a:cubicBezTo>
                <a:cubicBezTo>
                  <a:pt x="1039" y="287"/>
                  <a:pt x="1048" y="252"/>
                  <a:pt x="1048" y="215"/>
                </a:cubicBezTo>
                <a:cubicBezTo>
                  <a:pt x="1048" y="96"/>
                  <a:pt x="952" y="0"/>
                  <a:pt x="833" y="0"/>
                </a:cubicBezTo>
                <a:cubicBezTo>
                  <a:pt x="714" y="0"/>
                  <a:pt x="618" y="96"/>
                  <a:pt x="618" y="215"/>
                </a:cubicBezTo>
                <a:cubicBezTo>
                  <a:pt x="618" y="253"/>
                  <a:pt x="628" y="289"/>
                  <a:pt x="645" y="320"/>
                </a:cubicBezTo>
                <a:cubicBezTo>
                  <a:pt x="645" y="320"/>
                  <a:pt x="645" y="320"/>
                  <a:pt x="645" y="320"/>
                </a:cubicBezTo>
                <a:cubicBezTo>
                  <a:pt x="677" y="376"/>
                  <a:pt x="638" y="442"/>
                  <a:pt x="563" y="433"/>
                </a:cubicBezTo>
                <a:cubicBezTo>
                  <a:pt x="563" y="433"/>
                  <a:pt x="563" y="433"/>
                  <a:pt x="563" y="433"/>
                </a:cubicBezTo>
                <a:cubicBezTo>
                  <a:pt x="554" y="432"/>
                  <a:pt x="544" y="431"/>
                  <a:pt x="534" y="431"/>
                </a:cubicBezTo>
                <a:cubicBezTo>
                  <a:pt x="506" y="431"/>
                  <a:pt x="479" y="436"/>
                  <a:pt x="454" y="444"/>
                </a:cubicBezTo>
                <a:cubicBezTo>
                  <a:pt x="454" y="444"/>
                  <a:pt x="454" y="444"/>
                  <a:pt x="454" y="444"/>
                </a:cubicBezTo>
                <a:cubicBezTo>
                  <a:pt x="391" y="466"/>
                  <a:pt x="349" y="418"/>
                  <a:pt x="364" y="370"/>
                </a:cubicBezTo>
                <a:cubicBezTo>
                  <a:pt x="369" y="352"/>
                  <a:pt x="372" y="333"/>
                  <a:pt x="372" y="313"/>
                </a:cubicBezTo>
                <a:cubicBezTo>
                  <a:pt x="372" y="211"/>
                  <a:pt x="289" y="127"/>
                  <a:pt x="186" y="127"/>
                </a:cubicBezTo>
                <a:cubicBezTo>
                  <a:pt x="83" y="127"/>
                  <a:pt x="0" y="211"/>
                  <a:pt x="0" y="313"/>
                </a:cubicBezTo>
                <a:cubicBezTo>
                  <a:pt x="0" y="416"/>
                  <a:pt x="83" y="500"/>
                  <a:pt x="186" y="500"/>
                </a:cubicBezTo>
                <a:cubicBezTo>
                  <a:pt x="202" y="500"/>
                  <a:pt x="218" y="498"/>
                  <a:pt x="233" y="494"/>
                </a:cubicBezTo>
                <a:cubicBezTo>
                  <a:pt x="282" y="482"/>
                  <a:pt x="328" y="526"/>
                  <a:pt x="303" y="588"/>
                </a:cubicBezTo>
                <a:cubicBezTo>
                  <a:pt x="303" y="588"/>
                  <a:pt x="303" y="588"/>
                  <a:pt x="303" y="588"/>
                </a:cubicBezTo>
                <a:cubicBezTo>
                  <a:pt x="292" y="616"/>
                  <a:pt x="285" y="647"/>
                  <a:pt x="285" y="680"/>
                </a:cubicBezTo>
                <a:cubicBezTo>
                  <a:pt x="285" y="817"/>
                  <a:pt x="397" y="928"/>
                  <a:pt x="534" y="928"/>
                </a:cubicBezTo>
                <a:cubicBezTo>
                  <a:pt x="671" y="928"/>
                  <a:pt x="782" y="817"/>
                  <a:pt x="782" y="680"/>
                </a:cubicBezTo>
                <a:cubicBezTo>
                  <a:pt x="782" y="632"/>
                  <a:pt x="769" y="588"/>
                  <a:pt x="746" y="550"/>
                </a:cubicBezTo>
                <a:cubicBezTo>
                  <a:pt x="707" y="486"/>
                  <a:pt x="751" y="424"/>
                  <a:pt x="815" y="429"/>
                </a:cubicBezTo>
                <a:cubicBezTo>
                  <a:pt x="815" y="429"/>
                  <a:pt x="815" y="429"/>
                  <a:pt x="815" y="429"/>
                </a:cubicBezTo>
                <a:cubicBezTo>
                  <a:pt x="821" y="430"/>
                  <a:pt x="827" y="430"/>
                  <a:pt x="833" y="430"/>
                </a:cubicBezTo>
                <a:cubicBezTo>
                  <a:pt x="847" y="430"/>
                  <a:pt x="861" y="428"/>
                  <a:pt x="875" y="426"/>
                </a:cubicBezTo>
                <a:cubicBezTo>
                  <a:pt x="969" y="407"/>
                  <a:pt x="1015" y="487"/>
                  <a:pt x="985" y="552"/>
                </a:cubicBezTo>
                <a:cubicBezTo>
                  <a:pt x="985" y="552"/>
                  <a:pt x="985" y="552"/>
                  <a:pt x="985" y="552"/>
                </a:cubicBezTo>
                <a:cubicBezTo>
                  <a:pt x="975" y="573"/>
                  <a:pt x="970" y="596"/>
                  <a:pt x="970" y="620"/>
                </a:cubicBezTo>
                <a:cubicBezTo>
                  <a:pt x="970" y="709"/>
                  <a:pt x="1042" y="782"/>
                  <a:pt x="1131" y="782"/>
                </a:cubicBezTo>
                <a:cubicBezTo>
                  <a:pt x="1220" y="782"/>
                  <a:pt x="1292" y="709"/>
                  <a:pt x="1292" y="620"/>
                </a:cubicBezTo>
                <a:cubicBezTo>
                  <a:pt x="1292" y="601"/>
                  <a:pt x="1289" y="583"/>
                  <a:pt x="1283" y="567"/>
                </a:cubicBezTo>
                <a:cubicBezTo>
                  <a:pt x="1260" y="501"/>
                  <a:pt x="1312" y="427"/>
                  <a:pt x="1403" y="454"/>
                </a:cubicBezTo>
                <a:cubicBezTo>
                  <a:pt x="1423" y="460"/>
                  <a:pt x="1444" y="463"/>
                  <a:pt x="1466" y="463"/>
                </a:cubicBezTo>
                <a:cubicBezTo>
                  <a:pt x="1587" y="463"/>
                  <a:pt x="1686" y="365"/>
                  <a:pt x="1686" y="244"/>
                </a:cubicBezTo>
                <a:cubicBezTo>
                  <a:pt x="1686" y="123"/>
                  <a:pt x="1587" y="24"/>
                  <a:pt x="1466" y="24"/>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25"/>
          <p:cNvGrpSpPr/>
          <p:nvPr/>
        </p:nvGrpSpPr>
        <p:grpSpPr>
          <a:xfrm>
            <a:off x="425897" y="2261655"/>
            <a:ext cx="1479103" cy="709660"/>
            <a:chOff x="764014" y="1586047"/>
            <a:chExt cx="1544637" cy="709660"/>
          </a:xfrm>
        </p:grpSpPr>
        <p:sp>
          <p:nvSpPr>
            <p:cNvPr id="16" name="Text Placeholder 3"/>
            <p:cNvSpPr txBox="1">
              <a:spLocks/>
            </p:cNvSpPr>
            <p:nvPr/>
          </p:nvSpPr>
          <p:spPr>
            <a:xfrm>
              <a:off x="1347758"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17"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a:t>
              </a:r>
            </a:p>
            <a:p>
              <a:pPr lvl="0" algn="r" defTabSz="914400">
                <a:spcBef>
                  <a:spcPct val="20000"/>
                </a:spcBef>
                <a:defRPr/>
              </a:pPr>
              <a:r>
                <a:rPr lang="en-US" sz="1000" dirty="0">
                  <a:solidFill>
                    <a:schemeClr val="tx1">
                      <a:lumMod val="50000"/>
                      <a:lumOff val="50000"/>
                    </a:schemeClr>
                  </a:solidFill>
                </a:rPr>
                <a:t> of passages of lorem</a:t>
              </a:r>
            </a:p>
            <a:p>
              <a:pPr lvl="0" algn="r" defTabSz="914400">
                <a:spcBef>
                  <a:spcPct val="20000"/>
                </a:spcBef>
                <a:defRPr/>
              </a:pPr>
              <a:r>
                <a:rPr lang="en-US" sz="1000" dirty="0">
                  <a:solidFill>
                    <a:schemeClr val="tx1">
                      <a:lumMod val="50000"/>
                      <a:lumOff val="50000"/>
                    </a:schemeClr>
                  </a:solidFill>
                </a:rPr>
                <a:t> ipsum available</a:t>
              </a:r>
            </a:p>
          </p:txBody>
        </p:sp>
      </p:grpSp>
      <p:grpSp>
        <p:nvGrpSpPr>
          <p:cNvPr id="3" name="Group 25"/>
          <p:cNvGrpSpPr/>
          <p:nvPr/>
        </p:nvGrpSpPr>
        <p:grpSpPr>
          <a:xfrm>
            <a:off x="1301973" y="4040472"/>
            <a:ext cx="1479103" cy="709660"/>
            <a:chOff x="764014" y="1586047"/>
            <a:chExt cx="1544637" cy="709660"/>
          </a:xfrm>
        </p:grpSpPr>
        <p:sp>
          <p:nvSpPr>
            <p:cNvPr id="19" name="Text Placeholder 3"/>
            <p:cNvSpPr txBox="1">
              <a:spLocks/>
            </p:cNvSpPr>
            <p:nvPr/>
          </p:nvSpPr>
          <p:spPr>
            <a:xfrm>
              <a:off x="1347758"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20"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a:t>
              </a:r>
            </a:p>
            <a:p>
              <a:pPr lvl="0" algn="r" defTabSz="914400">
                <a:spcBef>
                  <a:spcPct val="20000"/>
                </a:spcBef>
                <a:defRPr/>
              </a:pPr>
              <a:r>
                <a:rPr lang="en-US" sz="1000" dirty="0">
                  <a:solidFill>
                    <a:schemeClr val="tx1">
                      <a:lumMod val="50000"/>
                      <a:lumOff val="50000"/>
                    </a:schemeClr>
                  </a:solidFill>
                </a:rPr>
                <a:t> of passages of lorem</a:t>
              </a:r>
            </a:p>
            <a:p>
              <a:pPr lvl="0" algn="r" defTabSz="914400">
                <a:spcBef>
                  <a:spcPct val="20000"/>
                </a:spcBef>
                <a:defRPr/>
              </a:pPr>
              <a:r>
                <a:rPr lang="en-US" sz="1000" dirty="0">
                  <a:solidFill>
                    <a:schemeClr val="tx1">
                      <a:lumMod val="50000"/>
                      <a:lumOff val="50000"/>
                    </a:schemeClr>
                  </a:solidFill>
                </a:rPr>
                <a:t> ipsum available</a:t>
              </a:r>
            </a:p>
          </p:txBody>
        </p:sp>
      </p:grpSp>
      <p:grpSp>
        <p:nvGrpSpPr>
          <p:cNvPr id="4" name="Group 25"/>
          <p:cNvGrpSpPr/>
          <p:nvPr/>
        </p:nvGrpSpPr>
        <p:grpSpPr>
          <a:xfrm>
            <a:off x="2421385" y="1364535"/>
            <a:ext cx="1479103" cy="709660"/>
            <a:chOff x="764014" y="1586047"/>
            <a:chExt cx="1544637" cy="709660"/>
          </a:xfrm>
        </p:grpSpPr>
        <p:sp>
          <p:nvSpPr>
            <p:cNvPr id="22" name="Text Placeholder 3"/>
            <p:cNvSpPr txBox="1">
              <a:spLocks/>
            </p:cNvSpPr>
            <p:nvPr/>
          </p:nvSpPr>
          <p:spPr>
            <a:xfrm>
              <a:off x="1347758"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23"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a:t>
              </a:r>
            </a:p>
            <a:p>
              <a:pPr lvl="0" algn="r" defTabSz="914400">
                <a:spcBef>
                  <a:spcPct val="20000"/>
                </a:spcBef>
                <a:defRPr/>
              </a:pPr>
              <a:r>
                <a:rPr lang="en-US" sz="1000" dirty="0">
                  <a:solidFill>
                    <a:schemeClr val="tx1">
                      <a:lumMod val="50000"/>
                      <a:lumOff val="50000"/>
                    </a:schemeClr>
                  </a:solidFill>
                </a:rPr>
                <a:t> of passages of lorem</a:t>
              </a:r>
            </a:p>
            <a:p>
              <a:pPr lvl="0" algn="r" defTabSz="914400">
                <a:spcBef>
                  <a:spcPct val="20000"/>
                </a:spcBef>
                <a:defRPr/>
              </a:pPr>
              <a:r>
                <a:rPr lang="en-US" sz="1000" dirty="0">
                  <a:solidFill>
                    <a:schemeClr val="tx1">
                      <a:lumMod val="50000"/>
                      <a:lumOff val="50000"/>
                    </a:schemeClr>
                  </a:solidFill>
                </a:rPr>
                <a:t> ipsum available</a:t>
              </a:r>
            </a:p>
          </p:txBody>
        </p:sp>
      </p:grpSp>
      <p:grpSp>
        <p:nvGrpSpPr>
          <p:cNvPr id="5" name="Group 25"/>
          <p:cNvGrpSpPr/>
          <p:nvPr/>
        </p:nvGrpSpPr>
        <p:grpSpPr>
          <a:xfrm>
            <a:off x="5994623" y="3283187"/>
            <a:ext cx="1479103" cy="709660"/>
            <a:chOff x="764014" y="1586047"/>
            <a:chExt cx="1544637" cy="709660"/>
          </a:xfrm>
        </p:grpSpPr>
        <p:sp>
          <p:nvSpPr>
            <p:cNvPr id="25" name="Text Placeholder 3"/>
            <p:cNvSpPr txBox="1">
              <a:spLocks/>
            </p:cNvSpPr>
            <p:nvPr/>
          </p:nvSpPr>
          <p:spPr>
            <a:xfrm>
              <a:off x="764014"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26"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a:t>
              </a:r>
            </a:p>
            <a:p>
              <a:pPr lvl="0" algn="l" defTabSz="914400">
                <a:spcBef>
                  <a:spcPct val="20000"/>
                </a:spcBef>
                <a:defRPr/>
              </a:pPr>
              <a:r>
                <a:rPr lang="en-US" sz="1000" dirty="0">
                  <a:solidFill>
                    <a:schemeClr val="tx1">
                      <a:lumMod val="50000"/>
                      <a:lumOff val="50000"/>
                    </a:schemeClr>
                  </a:solidFill>
                </a:rPr>
                <a:t> of passages of lorem</a:t>
              </a:r>
            </a:p>
            <a:p>
              <a:pPr lvl="0" algn="l" defTabSz="914400">
                <a:spcBef>
                  <a:spcPct val="20000"/>
                </a:spcBef>
                <a:defRPr/>
              </a:pPr>
              <a:r>
                <a:rPr lang="en-US" sz="1000" dirty="0">
                  <a:solidFill>
                    <a:schemeClr val="tx1">
                      <a:lumMod val="50000"/>
                      <a:lumOff val="50000"/>
                    </a:schemeClr>
                  </a:solidFill>
                </a:rPr>
                <a:t> ipsum available</a:t>
              </a:r>
            </a:p>
          </p:txBody>
        </p:sp>
      </p:grpSp>
      <p:grpSp>
        <p:nvGrpSpPr>
          <p:cNvPr id="6" name="Group 25"/>
          <p:cNvGrpSpPr/>
          <p:nvPr/>
        </p:nvGrpSpPr>
        <p:grpSpPr>
          <a:xfrm>
            <a:off x="7179122" y="2046620"/>
            <a:ext cx="1479103" cy="709660"/>
            <a:chOff x="764014" y="1586047"/>
            <a:chExt cx="1544637" cy="709660"/>
          </a:xfrm>
        </p:grpSpPr>
        <p:sp>
          <p:nvSpPr>
            <p:cNvPr id="28" name="Text Placeholder 3"/>
            <p:cNvSpPr txBox="1">
              <a:spLocks/>
            </p:cNvSpPr>
            <p:nvPr/>
          </p:nvSpPr>
          <p:spPr>
            <a:xfrm>
              <a:off x="764014" y="158604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29"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a:t>
              </a:r>
            </a:p>
            <a:p>
              <a:pPr lvl="0" algn="l" defTabSz="914400">
                <a:spcBef>
                  <a:spcPct val="20000"/>
                </a:spcBef>
                <a:defRPr/>
              </a:pPr>
              <a:r>
                <a:rPr lang="en-US" sz="1000" dirty="0">
                  <a:solidFill>
                    <a:schemeClr val="tx1">
                      <a:lumMod val="50000"/>
                      <a:lumOff val="50000"/>
                    </a:schemeClr>
                  </a:solidFill>
                </a:rPr>
                <a:t> of passages of lorem</a:t>
              </a:r>
            </a:p>
            <a:p>
              <a:pPr lvl="0" algn="l" defTabSz="914400">
                <a:spcBef>
                  <a:spcPct val="20000"/>
                </a:spcBef>
                <a:defRPr/>
              </a:pPr>
              <a:r>
                <a:rPr lang="en-US" sz="1000" dirty="0">
                  <a:solidFill>
                    <a:schemeClr val="tx1">
                      <a:lumMod val="50000"/>
                      <a:lumOff val="50000"/>
                    </a:schemeClr>
                  </a:solidFill>
                </a:rPr>
                <a:t> ipsum available</a:t>
              </a:r>
            </a:p>
          </p:txBody>
        </p:sp>
      </p:grpSp>
      <p:grpSp>
        <p:nvGrpSpPr>
          <p:cNvPr id="9" name="Group 31"/>
          <p:cNvGrpSpPr/>
          <p:nvPr/>
        </p:nvGrpSpPr>
        <p:grpSpPr>
          <a:xfrm>
            <a:off x="2041525" y="2147402"/>
            <a:ext cx="995363" cy="996950"/>
            <a:chOff x="1965325" y="2147402"/>
            <a:chExt cx="995363" cy="996950"/>
          </a:xfrm>
        </p:grpSpPr>
        <p:sp>
          <p:nvSpPr>
            <p:cNvPr id="2054" name="Oval 6"/>
            <p:cNvSpPr>
              <a:spLocks noChangeArrowheads="1"/>
            </p:cNvSpPr>
            <p:nvPr/>
          </p:nvSpPr>
          <p:spPr bwMode="auto">
            <a:xfrm>
              <a:off x="1965325" y="2147402"/>
              <a:ext cx="995363" cy="99695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74"/>
            <p:cNvSpPr>
              <a:spLocks noEditPoints="1"/>
            </p:cNvSpPr>
            <p:nvPr/>
          </p:nvSpPr>
          <p:spPr bwMode="auto">
            <a:xfrm>
              <a:off x="2252241" y="2482398"/>
              <a:ext cx="421531" cy="326959"/>
            </a:xfrm>
            <a:custGeom>
              <a:avLst/>
              <a:gdLst/>
              <a:ahLst/>
              <a:cxnLst>
                <a:cxn ang="0">
                  <a:pos x="66" y="17"/>
                </a:cxn>
                <a:cxn ang="0">
                  <a:pos x="47" y="30"/>
                </a:cxn>
                <a:cxn ang="0">
                  <a:pos x="37" y="36"/>
                </a:cxn>
                <a:cxn ang="0">
                  <a:pos x="36" y="36"/>
                </a:cxn>
                <a:cxn ang="0">
                  <a:pos x="36" y="36"/>
                </a:cxn>
                <a:cxn ang="0">
                  <a:pos x="26" y="30"/>
                </a:cxn>
                <a:cxn ang="0">
                  <a:pos x="7" y="17"/>
                </a:cxn>
                <a:cxn ang="0">
                  <a:pos x="0" y="7"/>
                </a:cxn>
                <a:cxn ang="0">
                  <a:pos x="7" y="0"/>
                </a:cxn>
                <a:cxn ang="0">
                  <a:pos x="66" y="0"/>
                </a:cxn>
                <a:cxn ang="0">
                  <a:pos x="72" y="6"/>
                </a:cxn>
                <a:cxn ang="0">
                  <a:pos x="66" y="17"/>
                </a:cxn>
                <a:cxn ang="0">
                  <a:pos x="72" y="50"/>
                </a:cxn>
                <a:cxn ang="0">
                  <a:pos x="66" y="56"/>
                </a:cxn>
                <a:cxn ang="0">
                  <a:pos x="7" y="56"/>
                </a:cxn>
                <a:cxn ang="0">
                  <a:pos x="0" y="50"/>
                </a:cxn>
                <a:cxn ang="0">
                  <a:pos x="0" y="18"/>
                </a:cxn>
                <a:cxn ang="0">
                  <a:pos x="5" y="21"/>
                </a:cxn>
                <a:cxn ang="0">
                  <a:pos x="24" y="35"/>
                </a:cxn>
                <a:cxn ang="0">
                  <a:pos x="36" y="41"/>
                </a:cxn>
                <a:cxn ang="0">
                  <a:pos x="36" y="41"/>
                </a:cxn>
                <a:cxn ang="0">
                  <a:pos x="37" y="41"/>
                </a:cxn>
                <a:cxn ang="0">
                  <a:pos x="48" y="35"/>
                </a:cxn>
                <a:cxn ang="0">
                  <a:pos x="68" y="21"/>
                </a:cxn>
                <a:cxn ang="0">
                  <a:pos x="72" y="18"/>
                </a:cxn>
                <a:cxn ang="0">
                  <a:pos x="72" y="50"/>
                </a:cxn>
              </a:cxnLst>
              <a:rect l="0" t="0" r="r" b="b"/>
              <a:pathLst>
                <a:path w="72" h="56">
                  <a:moveTo>
                    <a:pt x="66" y="17"/>
                  </a:moveTo>
                  <a:cubicBezTo>
                    <a:pt x="59" y="21"/>
                    <a:pt x="53" y="26"/>
                    <a:pt x="47" y="30"/>
                  </a:cubicBezTo>
                  <a:cubicBezTo>
                    <a:pt x="44" y="32"/>
                    <a:pt x="40" y="36"/>
                    <a:pt x="37" y="36"/>
                  </a:cubicBezTo>
                  <a:cubicBezTo>
                    <a:pt x="36" y="36"/>
                    <a:pt x="36" y="36"/>
                    <a:pt x="36" y="36"/>
                  </a:cubicBezTo>
                  <a:cubicBezTo>
                    <a:pt x="36" y="36"/>
                    <a:pt x="36" y="36"/>
                    <a:pt x="36" y="36"/>
                  </a:cubicBezTo>
                  <a:cubicBezTo>
                    <a:pt x="33" y="36"/>
                    <a:pt x="29" y="32"/>
                    <a:pt x="26" y="30"/>
                  </a:cubicBezTo>
                  <a:cubicBezTo>
                    <a:pt x="20" y="26"/>
                    <a:pt x="14" y="21"/>
                    <a:pt x="7" y="17"/>
                  </a:cubicBezTo>
                  <a:cubicBezTo>
                    <a:pt x="5" y="15"/>
                    <a:pt x="0" y="11"/>
                    <a:pt x="0" y="7"/>
                  </a:cubicBezTo>
                  <a:cubicBezTo>
                    <a:pt x="0" y="3"/>
                    <a:pt x="3" y="0"/>
                    <a:pt x="7" y="0"/>
                  </a:cubicBezTo>
                  <a:cubicBezTo>
                    <a:pt x="66" y="0"/>
                    <a:pt x="66" y="0"/>
                    <a:pt x="66" y="0"/>
                  </a:cubicBezTo>
                  <a:cubicBezTo>
                    <a:pt x="70" y="0"/>
                    <a:pt x="72" y="2"/>
                    <a:pt x="72" y="6"/>
                  </a:cubicBezTo>
                  <a:cubicBezTo>
                    <a:pt x="72" y="11"/>
                    <a:pt x="69" y="15"/>
                    <a:pt x="66" y="17"/>
                  </a:cubicBezTo>
                  <a:close/>
                  <a:moveTo>
                    <a:pt x="72" y="50"/>
                  </a:moveTo>
                  <a:cubicBezTo>
                    <a:pt x="72" y="53"/>
                    <a:pt x="70" y="56"/>
                    <a:pt x="66" y="56"/>
                  </a:cubicBezTo>
                  <a:cubicBezTo>
                    <a:pt x="7" y="56"/>
                    <a:pt x="7" y="56"/>
                    <a:pt x="7" y="56"/>
                  </a:cubicBezTo>
                  <a:cubicBezTo>
                    <a:pt x="3" y="56"/>
                    <a:pt x="0" y="53"/>
                    <a:pt x="0" y="50"/>
                  </a:cubicBezTo>
                  <a:cubicBezTo>
                    <a:pt x="0" y="18"/>
                    <a:pt x="0" y="18"/>
                    <a:pt x="0" y="18"/>
                  </a:cubicBezTo>
                  <a:cubicBezTo>
                    <a:pt x="2" y="19"/>
                    <a:pt x="3" y="20"/>
                    <a:pt x="5" y="21"/>
                  </a:cubicBezTo>
                  <a:cubicBezTo>
                    <a:pt x="11" y="26"/>
                    <a:pt x="18" y="30"/>
                    <a:pt x="24" y="35"/>
                  </a:cubicBezTo>
                  <a:cubicBezTo>
                    <a:pt x="28" y="38"/>
                    <a:pt x="32" y="41"/>
                    <a:pt x="36" y="41"/>
                  </a:cubicBezTo>
                  <a:cubicBezTo>
                    <a:pt x="36" y="41"/>
                    <a:pt x="36" y="41"/>
                    <a:pt x="36" y="41"/>
                  </a:cubicBezTo>
                  <a:cubicBezTo>
                    <a:pt x="37" y="41"/>
                    <a:pt x="37" y="41"/>
                    <a:pt x="37" y="41"/>
                  </a:cubicBezTo>
                  <a:cubicBezTo>
                    <a:pt x="41" y="41"/>
                    <a:pt x="45" y="38"/>
                    <a:pt x="48" y="35"/>
                  </a:cubicBezTo>
                  <a:cubicBezTo>
                    <a:pt x="55" y="30"/>
                    <a:pt x="62" y="26"/>
                    <a:pt x="68" y="21"/>
                  </a:cubicBezTo>
                  <a:cubicBezTo>
                    <a:pt x="70" y="20"/>
                    <a:pt x="71" y="19"/>
                    <a:pt x="72" y="18"/>
                  </a:cubicBezTo>
                  <a:lnTo>
                    <a:pt x="72" y="5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33"/>
          <p:cNvGrpSpPr/>
          <p:nvPr/>
        </p:nvGrpSpPr>
        <p:grpSpPr>
          <a:xfrm>
            <a:off x="2898775" y="3063390"/>
            <a:ext cx="1368425" cy="1370012"/>
            <a:chOff x="2822575" y="3063390"/>
            <a:chExt cx="1368425" cy="1370012"/>
          </a:xfrm>
        </p:grpSpPr>
        <p:sp>
          <p:nvSpPr>
            <p:cNvPr id="2055" name="Oval 7"/>
            <p:cNvSpPr>
              <a:spLocks noChangeArrowheads="1"/>
            </p:cNvSpPr>
            <p:nvPr/>
          </p:nvSpPr>
          <p:spPr bwMode="auto">
            <a:xfrm>
              <a:off x="2822575" y="3063390"/>
              <a:ext cx="1368425" cy="1370012"/>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127"/>
            <p:cNvSpPr>
              <a:spLocks/>
            </p:cNvSpPr>
            <p:nvPr/>
          </p:nvSpPr>
          <p:spPr bwMode="auto">
            <a:xfrm>
              <a:off x="3169069" y="3376280"/>
              <a:ext cx="675437" cy="744233"/>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35"/>
          <p:cNvGrpSpPr/>
          <p:nvPr/>
        </p:nvGrpSpPr>
        <p:grpSpPr>
          <a:xfrm>
            <a:off x="3900488" y="1761640"/>
            <a:ext cx="1169988" cy="1171575"/>
            <a:chOff x="3824288" y="1761640"/>
            <a:chExt cx="1169988" cy="1171575"/>
          </a:xfrm>
        </p:grpSpPr>
        <p:sp>
          <p:nvSpPr>
            <p:cNvPr id="2056" name="Oval 8"/>
            <p:cNvSpPr>
              <a:spLocks noChangeArrowheads="1"/>
            </p:cNvSpPr>
            <p:nvPr/>
          </p:nvSpPr>
          <p:spPr bwMode="auto">
            <a:xfrm>
              <a:off x="3824288" y="1761640"/>
              <a:ext cx="1169988" cy="1171575"/>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4"/>
            <p:cNvSpPr>
              <a:spLocks noEditPoints="1"/>
            </p:cNvSpPr>
            <p:nvPr/>
          </p:nvSpPr>
          <p:spPr bwMode="auto">
            <a:xfrm>
              <a:off x="4140346" y="2055378"/>
              <a:ext cx="537873" cy="584098"/>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37"/>
          <p:cNvGrpSpPr/>
          <p:nvPr/>
        </p:nvGrpSpPr>
        <p:grpSpPr>
          <a:xfrm>
            <a:off x="4956175" y="3147527"/>
            <a:ext cx="849313" cy="846137"/>
            <a:chOff x="4879975" y="3147527"/>
            <a:chExt cx="849313" cy="846137"/>
          </a:xfrm>
        </p:grpSpPr>
        <p:sp>
          <p:nvSpPr>
            <p:cNvPr id="2057" name="Oval 9"/>
            <p:cNvSpPr>
              <a:spLocks noChangeArrowheads="1"/>
            </p:cNvSpPr>
            <p:nvPr/>
          </p:nvSpPr>
          <p:spPr bwMode="auto">
            <a:xfrm>
              <a:off x="4879975" y="3147527"/>
              <a:ext cx="849313" cy="846137"/>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56"/>
            <p:cNvSpPr>
              <a:spLocks noEditPoints="1"/>
            </p:cNvSpPr>
            <p:nvPr/>
          </p:nvSpPr>
          <p:spPr bwMode="auto">
            <a:xfrm>
              <a:off x="5124000" y="3389964"/>
              <a:ext cx="361263" cy="361263"/>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39"/>
          <p:cNvGrpSpPr/>
          <p:nvPr/>
        </p:nvGrpSpPr>
        <p:grpSpPr>
          <a:xfrm>
            <a:off x="5792788" y="1836252"/>
            <a:ext cx="1193800" cy="1196975"/>
            <a:chOff x="5716588" y="1836252"/>
            <a:chExt cx="1193800" cy="1196975"/>
          </a:xfrm>
        </p:grpSpPr>
        <p:sp>
          <p:nvSpPr>
            <p:cNvPr id="2058" name="Oval 10"/>
            <p:cNvSpPr>
              <a:spLocks noChangeArrowheads="1"/>
            </p:cNvSpPr>
            <p:nvPr/>
          </p:nvSpPr>
          <p:spPr bwMode="auto">
            <a:xfrm>
              <a:off x="5716588" y="1836252"/>
              <a:ext cx="1193800" cy="1196975"/>
            </a:xfrm>
            <a:prstGeom prst="ellipse">
              <a:avLst/>
            </a:pr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152"/>
            <p:cNvSpPr>
              <a:spLocks noEditPoints="1"/>
            </p:cNvSpPr>
            <p:nvPr/>
          </p:nvSpPr>
          <p:spPr bwMode="auto">
            <a:xfrm>
              <a:off x="6009782" y="2154074"/>
              <a:ext cx="607412" cy="561330"/>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53"/>
                                        </p:tgtEl>
                                        <p:attrNameLst>
                                          <p:attrName>style.visibility</p:attrName>
                                        </p:attrNameLst>
                                      </p:cBhvr>
                                      <p:to>
                                        <p:strVal val="visible"/>
                                      </p:to>
                                    </p:set>
                                    <p:animEffect transition="in" filter="fade">
                                      <p:cBhvr>
                                        <p:cTn id="7" dur="1000"/>
                                        <p:tgtEl>
                                          <p:spTgt spid="2053"/>
                                        </p:tgtEl>
                                      </p:cBhvr>
                                    </p:animEffect>
                                  </p:childTnLst>
                                </p:cTn>
                              </p:par>
                            </p:childTnLst>
                          </p:cTn>
                        </p:par>
                        <p:par>
                          <p:cTn id="8" fill="hold">
                            <p:stCondLst>
                              <p:cond delay="1000"/>
                            </p:stCondLst>
                            <p:childTnLst>
                              <p:par>
                                <p:cTn id="9" presetID="53"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fltVal val="0"/>
                                          </p:val>
                                        </p:tav>
                                        <p:tav tm="100000">
                                          <p:val>
                                            <p:strVal val="#ppt_w"/>
                                          </p:val>
                                        </p:tav>
                                      </p:tavLst>
                                    </p:anim>
                                    <p:anim calcmode="lin" valueType="num">
                                      <p:cBhvr>
                                        <p:cTn id="12" dur="500" fill="hold"/>
                                        <p:tgtEl>
                                          <p:spTgt spid="9"/>
                                        </p:tgtEl>
                                        <p:attrNameLst>
                                          <p:attrName>ppt_h</p:attrName>
                                        </p:attrNameLst>
                                      </p:cBhvr>
                                      <p:tavLst>
                                        <p:tav tm="0">
                                          <p:val>
                                            <p:fltVal val="0"/>
                                          </p:val>
                                        </p:tav>
                                        <p:tav tm="100000">
                                          <p:val>
                                            <p:strVal val="#ppt_h"/>
                                          </p:val>
                                        </p:tav>
                                      </p:tavLst>
                                    </p:anim>
                                    <p:animEffect transition="in" filter="fade">
                                      <p:cBhvr>
                                        <p:cTn id="13" dur="500"/>
                                        <p:tgtEl>
                                          <p:spTgt spid="9"/>
                                        </p:tgtEl>
                                      </p:cBhvr>
                                    </p:animEffect>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right)">
                                      <p:cBhvr>
                                        <p:cTn id="17" dur="500"/>
                                        <p:tgtEl>
                                          <p:spTgt spid="2"/>
                                        </p:tgtEl>
                                      </p:cBhvr>
                                    </p:animEffect>
                                  </p:childTnLst>
                                </p:cTn>
                              </p:par>
                            </p:childTnLst>
                          </p:cTn>
                        </p:par>
                        <p:par>
                          <p:cTn id="18" fill="hold">
                            <p:stCondLst>
                              <p:cond delay="2000"/>
                            </p:stCondLst>
                            <p:childTnLst>
                              <p:par>
                                <p:cTn id="19" presetID="53" presetClass="entr" presetSubtype="0" fill="hold" nodeType="after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p:cTn id="21" dur="500" fill="hold"/>
                                        <p:tgtEl>
                                          <p:spTgt spid="10"/>
                                        </p:tgtEl>
                                        <p:attrNameLst>
                                          <p:attrName>ppt_w</p:attrName>
                                        </p:attrNameLst>
                                      </p:cBhvr>
                                      <p:tavLst>
                                        <p:tav tm="0">
                                          <p:val>
                                            <p:fltVal val="0"/>
                                          </p:val>
                                        </p:tav>
                                        <p:tav tm="100000">
                                          <p:val>
                                            <p:strVal val="#ppt_w"/>
                                          </p:val>
                                        </p:tav>
                                      </p:tavLst>
                                    </p:anim>
                                    <p:anim calcmode="lin" valueType="num">
                                      <p:cBhvr>
                                        <p:cTn id="22" dur="500" fill="hold"/>
                                        <p:tgtEl>
                                          <p:spTgt spid="10"/>
                                        </p:tgtEl>
                                        <p:attrNameLst>
                                          <p:attrName>ppt_h</p:attrName>
                                        </p:attrNameLst>
                                      </p:cBhvr>
                                      <p:tavLst>
                                        <p:tav tm="0">
                                          <p:val>
                                            <p:fltVal val="0"/>
                                          </p:val>
                                        </p:tav>
                                        <p:tav tm="100000">
                                          <p:val>
                                            <p:strVal val="#ppt_h"/>
                                          </p:val>
                                        </p:tav>
                                      </p:tavLst>
                                    </p:anim>
                                    <p:animEffect transition="in" filter="fade">
                                      <p:cBhvr>
                                        <p:cTn id="23" dur="500"/>
                                        <p:tgtEl>
                                          <p:spTgt spid="1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right)">
                                      <p:cBhvr>
                                        <p:cTn id="27" dur="500"/>
                                        <p:tgtEl>
                                          <p:spTgt spid="3"/>
                                        </p:tgtEl>
                                      </p:cBhvr>
                                    </p:animEffect>
                                  </p:childTnLst>
                                </p:cTn>
                              </p:par>
                            </p:childTnLst>
                          </p:cTn>
                        </p:par>
                        <p:par>
                          <p:cTn id="28" fill="hold">
                            <p:stCondLst>
                              <p:cond delay="3000"/>
                            </p:stCondLst>
                            <p:childTnLst>
                              <p:par>
                                <p:cTn id="29" presetID="53" presetClass="entr" presetSubtype="0" fill="hold" nodeType="after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500" fill="hold"/>
                                        <p:tgtEl>
                                          <p:spTgt spid="11"/>
                                        </p:tgtEl>
                                        <p:attrNameLst>
                                          <p:attrName>ppt_w</p:attrName>
                                        </p:attrNameLst>
                                      </p:cBhvr>
                                      <p:tavLst>
                                        <p:tav tm="0">
                                          <p:val>
                                            <p:fltVal val="0"/>
                                          </p:val>
                                        </p:tav>
                                        <p:tav tm="100000">
                                          <p:val>
                                            <p:strVal val="#ppt_w"/>
                                          </p:val>
                                        </p:tav>
                                      </p:tavLst>
                                    </p:anim>
                                    <p:anim calcmode="lin" valueType="num">
                                      <p:cBhvr>
                                        <p:cTn id="32" dur="500" fill="hold"/>
                                        <p:tgtEl>
                                          <p:spTgt spid="11"/>
                                        </p:tgtEl>
                                        <p:attrNameLst>
                                          <p:attrName>ppt_h</p:attrName>
                                        </p:attrNameLst>
                                      </p:cBhvr>
                                      <p:tavLst>
                                        <p:tav tm="0">
                                          <p:val>
                                            <p:fltVal val="0"/>
                                          </p:val>
                                        </p:tav>
                                        <p:tav tm="100000">
                                          <p:val>
                                            <p:strVal val="#ppt_h"/>
                                          </p:val>
                                        </p:tav>
                                      </p:tavLst>
                                    </p:anim>
                                    <p:animEffect transition="in" filter="fade">
                                      <p:cBhvr>
                                        <p:cTn id="33" dur="500"/>
                                        <p:tgtEl>
                                          <p:spTgt spid="11"/>
                                        </p:tgtEl>
                                      </p:cBhvr>
                                    </p:animEffect>
                                  </p:childTnLst>
                                </p:cTn>
                              </p:par>
                            </p:childTnLst>
                          </p:cTn>
                        </p:par>
                        <p:par>
                          <p:cTn id="34" fill="hold">
                            <p:stCondLst>
                              <p:cond delay="3500"/>
                            </p:stCondLst>
                            <p:childTnLst>
                              <p:par>
                                <p:cTn id="35" presetID="22" presetClass="entr" presetSubtype="2"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right)">
                                      <p:cBhvr>
                                        <p:cTn id="37" dur="500"/>
                                        <p:tgtEl>
                                          <p:spTgt spid="4"/>
                                        </p:tgtEl>
                                      </p:cBhvr>
                                    </p:animEffect>
                                  </p:childTnLst>
                                </p:cTn>
                              </p:par>
                            </p:childTnLst>
                          </p:cTn>
                        </p:par>
                        <p:par>
                          <p:cTn id="38" fill="hold">
                            <p:stCondLst>
                              <p:cond delay="4000"/>
                            </p:stCondLst>
                            <p:childTnLst>
                              <p:par>
                                <p:cTn id="39" presetID="53" presetClass="entr" presetSubtype="0" fill="hold" nodeType="after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p:cTn id="41" dur="500" fill="hold"/>
                                        <p:tgtEl>
                                          <p:spTgt spid="12"/>
                                        </p:tgtEl>
                                        <p:attrNameLst>
                                          <p:attrName>ppt_w</p:attrName>
                                        </p:attrNameLst>
                                      </p:cBhvr>
                                      <p:tavLst>
                                        <p:tav tm="0">
                                          <p:val>
                                            <p:fltVal val="0"/>
                                          </p:val>
                                        </p:tav>
                                        <p:tav tm="100000">
                                          <p:val>
                                            <p:strVal val="#ppt_w"/>
                                          </p:val>
                                        </p:tav>
                                      </p:tavLst>
                                    </p:anim>
                                    <p:anim calcmode="lin" valueType="num">
                                      <p:cBhvr>
                                        <p:cTn id="42" dur="500" fill="hold"/>
                                        <p:tgtEl>
                                          <p:spTgt spid="12"/>
                                        </p:tgtEl>
                                        <p:attrNameLst>
                                          <p:attrName>ppt_h</p:attrName>
                                        </p:attrNameLst>
                                      </p:cBhvr>
                                      <p:tavLst>
                                        <p:tav tm="0">
                                          <p:val>
                                            <p:fltVal val="0"/>
                                          </p:val>
                                        </p:tav>
                                        <p:tav tm="100000">
                                          <p:val>
                                            <p:strVal val="#ppt_h"/>
                                          </p:val>
                                        </p:tav>
                                      </p:tavLst>
                                    </p:anim>
                                    <p:animEffect transition="in" filter="fade">
                                      <p:cBhvr>
                                        <p:cTn id="43" dur="500"/>
                                        <p:tgtEl>
                                          <p:spTgt spid="12"/>
                                        </p:tgtEl>
                                      </p:cBhvr>
                                    </p:animEffect>
                                  </p:childTnLst>
                                </p:cTn>
                              </p:par>
                            </p:childTnLst>
                          </p:cTn>
                        </p:par>
                        <p:par>
                          <p:cTn id="44" fill="hold">
                            <p:stCondLst>
                              <p:cond delay="4500"/>
                            </p:stCondLst>
                            <p:childTnLst>
                              <p:par>
                                <p:cTn id="45" presetID="22" presetClass="entr" presetSubtype="8" fill="hold" nodeType="after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wipe(left)">
                                      <p:cBhvr>
                                        <p:cTn id="47" dur="500"/>
                                        <p:tgtEl>
                                          <p:spTgt spid="5"/>
                                        </p:tgtEl>
                                      </p:cBhvr>
                                    </p:animEffect>
                                  </p:childTnLst>
                                </p:cTn>
                              </p:par>
                            </p:childTnLst>
                          </p:cTn>
                        </p:par>
                        <p:par>
                          <p:cTn id="48" fill="hold">
                            <p:stCondLst>
                              <p:cond delay="5000"/>
                            </p:stCondLst>
                            <p:childTnLst>
                              <p:par>
                                <p:cTn id="49" presetID="53" presetClass="entr" presetSubtype="0"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wipe(left)">
                                      <p:cBhvr>
                                        <p:cTn id="5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3"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5"/>
          <p:cNvGrpSpPr/>
          <p:nvPr/>
        </p:nvGrpSpPr>
        <p:grpSpPr>
          <a:xfrm>
            <a:off x="5159302" y="980100"/>
            <a:ext cx="2536898" cy="2588584"/>
            <a:chOff x="5144977" y="929194"/>
            <a:chExt cx="2475022" cy="2525446"/>
          </a:xfrm>
        </p:grpSpPr>
        <p:sp>
          <p:nvSpPr>
            <p:cNvPr id="26" name="Rectangle 25"/>
            <p:cNvSpPr/>
            <p:nvPr/>
          </p:nvSpPr>
          <p:spPr bwMode="auto">
            <a:xfrm rot="13500000">
              <a:off x="5633321" y="1875554"/>
              <a:ext cx="1090742" cy="2067430"/>
            </a:xfrm>
            <a:prstGeom prst="rect">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7" name="Isosceles Triangle 36"/>
            <p:cNvSpPr/>
            <p:nvPr/>
          </p:nvSpPr>
          <p:spPr bwMode="auto">
            <a:xfrm rot="2700000">
              <a:off x="6247517" y="1454261"/>
              <a:ext cx="1897550" cy="847415"/>
            </a:xfrm>
            <a:prstGeom prst="triangle">
              <a:avLst>
                <a:gd name="adj" fmla="val 47444"/>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7" name="Title 6"/>
          <p:cNvSpPr>
            <a:spLocks noGrp="1"/>
          </p:cNvSpPr>
          <p:nvPr>
            <p:ph type="title"/>
          </p:nvPr>
        </p:nvSpPr>
        <p:spPr/>
        <p:txBody>
          <a:bodyPr/>
          <a:lstStyle/>
          <a:p>
            <a:r>
              <a:rPr lang="en-US"/>
              <a:t>Steps Infographic</a:t>
            </a:r>
            <a:endParaRPr lang="en-US" dirty="0"/>
          </a:p>
        </p:txBody>
      </p:sp>
      <p:sp>
        <p:nvSpPr>
          <p:cNvPr id="8" name="Text Placeholder 7"/>
          <p:cNvSpPr>
            <a:spLocks noGrp="1"/>
          </p:cNvSpPr>
          <p:nvPr>
            <p:ph type="body" sz="half" idx="2"/>
          </p:nvPr>
        </p:nvSpPr>
        <p:spPr/>
        <p:txBody>
          <a:bodyPr/>
          <a:lstStyle/>
          <a:p>
            <a:r>
              <a:rPr lang="en-US"/>
              <a:t>Steps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173</a:t>
            </a:fld>
            <a:endParaRPr lang="en-US" dirty="0"/>
          </a:p>
        </p:txBody>
      </p:sp>
      <p:grpSp>
        <p:nvGrpSpPr>
          <p:cNvPr id="3" name="Group 25"/>
          <p:cNvGrpSpPr/>
          <p:nvPr/>
        </p:nvGrpSpPr>
        <p:grpSpPr>
          <a:xfrm rot="18900000">
            <a:off x="4610012" y="1974857"/>
            <a:ext cx="1118011" cy="1385734"/>
            <a:chOff x="4800600" y="1504950"/>
            <a:chExt cx="1371600" cy="1700048"/>
          </a:xfrm>
          <a:solidFill>
            <a:schemeClr val="accent5"/>
          </a:solidFill>
        </p:grpSpPr>
        <p:sp>
          <p:nvSpPr>
            <p:cNvPr id="27" name="Rectangle 26"/>
            <p:cNvSpPr/>
            <p:nvPr/>
          </p:nvSpPr>
          <p:spPr bwMode="auto">
            <a:xfrm>
              <a:off x="4800600" y="1504950"/>
              <a:ext cx="1371600" cy="1371600"/>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8" name="Isosceles Triangle 27"/>
            <p:cNvSpPr/>
            <p:nvPr/>
          </p:nvSpPr>
          <p:spPr bwMode="auto">
            <a:xfrm rot="10800000">
              <a:off x="5295900" y="2876550"/>
              <a:ext cx="381000" cy="328448"/>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4" name="Group 22"/>
          <p:cNvGrpSpPr/>
          <p:nvPr/>
        </p:nvGrpSpPr>
        <p:grpSpPr>
          <a:xfrm rot="13500000">
            <a:off x="3819458" y="2576102"/>
            <a:ext cx="1118011" cy="1385734"/>
            <a:chOff x="4800600" y="1504950"/>
            <a:chExt cx="1371600" cy="1700048"/>
          </a:xfrm>
          <a:solidFill>
            <a:schemeClr val="accent4"/>
          </a:solidFill>
        </p:grpSpPr>
        <p:sp>
          <p:nvSpPr>
            <p:cNvPr id="24" name="Rectangle 23"/>
            <p:cNvSpPr/>
            <p:nvPr/>
          </p:nvSpPr>
          <p:spPr bwMode="auto">
            <a:xfrm>
              <a:off x="4800600" y="1504950"/>
              <a:ext cx="1371600" cy="1371600"/>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5" name="Isosceles Triangle 24"/>
            <p:cNvSpPr/>
            <p:nvPr/>
          </p:nvSpPr>
          <p:spPr bwMode="auto">
            <a:xfrm rot="10800000">
              <a:off x="5295900" y="2876550"/>
              <a:ext cx="381000" cy="328448"/>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5" name="Group 19"/>
          <p:cNvGrpSpPr/>
          <p:nvPr/>
        </p:nvGrpSpPr>
        <p:grpSpPr>
          <a:xfrm rot="18900000">
            <a:off x="3028907" y="1974856"/>
            <a:ext cx="1118011" cy="1385734"/>
            <a:chOff x="4800600" y="1504950"/>
            <a:chExt cx="1371600" cy="1700048"/>
          </a:xfrm>
          <a:solidFill>
            <a:schemeClr val="accent3"/>
          </a:solidFill>
        </p:grpSpPr>
        <p:sp>
          <p:nvSpPr>
            <p:cNvPr id="21" name="Rectangle 20"/>
            <p:cNvSpPr/>
            <p:nvPr/>
          </p:nvSpPr>
          <p:spPr bwMode="auto">
            <a:xfrm>
              <a:off x="4800600" y="1504950"/>
              <a:ext cx="1371600" cy="1371600"/>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2" name="Isosceles Triangle 21"/>
            <p:cNvSpPr/>
            <p:nvPr/>
          </p:nvSpPr>
          <p:spPr bwMode="auto">
            <a:xfrm rot="10800000">
              <a:off x="5295900" y="2876550"/>
              <a:ext cx="381000" cy="328448"/>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6" name="Group 16"/>
          <p:cNvGrpSpPr/>
          <p:nvPr/>
        </p:nvGrpSpPr>
        <p:grpSpPr>
          <a:xfrm rot="13500000">
            <a:off x="2238354" y="2576102"/>
            <a:ext cx="1118011" cy="1385734"/>
            <a:chOff x="4800600" y="1504950"/>
            <a:chExt cx="1371600" cy="1700048"/>
          </a:xfrm>
          <a:solidFill>
            <a:schemeClr val="accent2"/>
          </a:solidFill>
        </p:grpSpPr>
        <p:sp>
          <p:nvSpPr>
            <p:cNvPr id="18" name="Rectangle 17"/>
            <p:cNvSpPr/>
            <p:nvPr/>
          </p:nvSpPr>
          <p:spPr bwMode="auto">
            <a:xfrm>
              <a:off x="4800600" y="1504950"/>
              <a:ext cx="1371600" cy="1371600"/>
            </a:xfrm>
            <a:prstGeom prst="rect">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Isosceles Triangle 18"/>
            <p:cNvSpPr/>
            <p:nvPr/>
          </p:nvSpPr>
          <p:spPr bwMode="auto">
            <a:xfrm rot="10800000">
              <a:off x="5295900" y="2876550"/>
              <a:ext cx="381000" cy="328448"/>
            </a:xfrm>
            <a:prstGeom prst="triangle">
              <a:avLst/>
            </a:pr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9" name="Group 15"/>
          <p:cNvGrpSpPr/>
          <p:nvPr/>
        </p:nvGrpSpPr>
        <p:grpSpPr>
          <a:xfrm rot="18900000">
            <a:off x="1447800" y="1974857"/>
            <a:ext cx="1118011" cy="1385734"/>
            <a:chOff x="4800600" y="1504950"/>
            <a:chExt cx="1371600" cy="1700048"/>
          </a:xfrm>
        </p:grpSpPr>
        <p:sp>
          <p:nvSpPr>
            <p:cNvPr id="14" name="Rectangle 13"/>
            <p:cNvSpPr/>
            <p:nvPr/>
          </p:nvSpPr>
          <p:spPr bwMode="auto">
            <a:xfrm>
              <a:off x="4800600" y="1504950"/>
              <a:ext cx="1371600" cy="13716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 name="Isosceles Triangle 14"/>
            <p:cNvSpPr/>
            <p:nvPr/>
          </p:nvSpPr>
          <p:spPr bwMode="auto">
            <a:xfrm rot="10800000">
              <a:off x="5295900" y="2876550"/>
              <a:ext cx="381000" cy="328448"/>
            </a:xfrm>
            <a:prstGeom prst="triangl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40" name="Freeform 42"/>
          <p:cNvSpPr>
            <a:spLocks noEditPoints="1"/>
          </p:cNvSpPr>
          <p:nvPr/>
        </p:nvSpPr>
        <p:spPr bwMode="auto">
          <a:xfrm>
            <a:off x="1711186" y="2326958"/>
            <a:ext cx="367729" cy="31652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78"/>
          <p:cNvSpPr>
            <a:spLocks noEditPoints="1"/>
          </p:cNvSpPr>
          <p:nvPr/>
        </p:nvSpPr>
        <p:spPr bwMode="auto">
          <a:xfrm>
            <a:off x="2506331" y="3224316"/>
            <a:ext cx="367734" cy="27696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noEditPoints="1"/>
          </p:cNvSpPr>
          <p:nvPr/>
        </p:nvSpPr>
        <p:spPr bwMode="auto">
          <a:xfrm>
            <a:off x="3311387" y="2303685"/>
            <a:ext cx="337473" cy="363073"/>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86"/>
          <p:cNvSpPr>
            <a:spLocks noEditPoints="1"/>
          </p:cNvSpPr>
          <p:nvPr/>
        </p:nvSpPr>
        <p:spPr bwMode="auto">
          <a:xfrm>
            <a:off x="4164496" y="3150943"/>
            <a:ext cx="251827" cy="423709"/>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83"/>
          <p:cNvSpPr>
            <a:spLocks noEditPoints="1"/>
          </p:cNvSpPr>
          <p:nvPr/>
        </p:nvSpPr>
        <p:spPr bwMode="auto">
          <a:xfrm>
            <a:off x="4945614" y="2293323"/>
            <a:ext cx="255865" cy="38379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56"/>
          <p:cNvSpPr>
            <a:spLocks noEditPoints="1"/>
          </p:cNvSpPr>
          <p:nvPr/>
        </p:nvSpPr>
        <p:spPr bwMode="auto">
          <a:xfrm>
            <a:off x="5663654" y="3161533"/>
            <a:ext cx="402529" cy="402529"/>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Text Placeholder 3"/>
          <p:cNvSpPr txBox="1">
            <a:spLocks/>
          </p:cNvSpPr>
          <p:nvPr/>
        </p:nvSpPr>
        <p:spPr>
          <a:xfrm>
            <a:off x="1189321" y="1087436"/>
            <a:ext cx="1441235"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1"/>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alteration</a:t>
            </a:r>
          </a:p>
        </p:txBody>
      </p:sp>
      <p:sp>
        <p:nvSpPr>
          <p:cNvPr id="54" name="Text Placeholder 3"/>
          <p:cNvSpPr txBox="1">
            <a:spLocks/>
          </p:cNvSpPr>
          <p:nvPr/>
        </p:nvSpPr>
        <p:spPr>
          <a:xfrm>
            <a:off x="2796148" y="1077497"/>
            <a:ext cx="1441235"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3"/>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alteration</a:t>
            </a:r>
          </a:p>
        </p:txBody>
      </p:sp>
      <p:sp>
        <p:nvSpPr>
          <p:cNvPr id="55" name="Text Placeholder 3"/>
          <p:cNvSpPr txBox="1">
            <a:spLocks/>
          </p:cNvSpPr>
          <p:nvPr/>
        </p:nvSpPr>
        <p:spPr>
          <a:xfrm>
            <a:off x="4374068" y="1077497"/>
            <a:ext cx="1441235"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5"/>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alteration</a:t>
            </a:r>
          </a:p>
        </p:txBody>
      </p:sp>
      <p:sp>
        <p:nvSpPr>
          <p:cNvPr id="56" name="Text Placeholder 3"/>
          <p:cNvSpPr txBox="1">
            <a:spLocks/>
          </p:cNvSpPr>
          <p:nvPr/>
        </p:nvSpPr>
        <p:spPr>
          <a:xfrm>
            <a:off x="1971199" y="4168826"/>
            <a:ext cx="1441235"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2"/>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alteration</a:t>
            </a:r>
          </a:p>
        </p:txBody>
      </p:sp>
      <p:sp>
        <p:nvSpPr>
          <p:cNvPr id="58" name="Text Placeholder 3"/>
          <p:cNvSpPr txBox="1">
            <a:spLocks/>
          </p:cNvSpPr>
          <p:nvPr/>
        </p:nvSpPr>
        <p:spPr>
          <a:xfrm>
            <a:off x="3560556" y="4168826"/>
            <a:ext cx="1441235"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4"/>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alteration</a:t>
            </a:r>
          </a:p>
        </p:txBody>
      </p:sp>
      <p:sp>
        <p:nvSpPr>
          <p:cNvPr id="59" name="Text Placeholder 3"/>
          <p:cNvSpPr txBox="1">
            <a:spLocks/>
          </p:cNvSpPr>
          <p:nvPr/>
        </p:nvSpPr>
        <p:spPr>
          <a:xfrm>
            <a:off x="5169014" y="4174054"/>
            <a:ext cx="1441235"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6"/>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alteration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trips(downRight)">
                                      <p:cBhvr>
                                        <p:cTn id="7" dur="500"/>
                                        <p:tgtEl>
                                          <p:spTgt spid="9"/>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p:cTn id="11" dur="500" fill="hold"/>
                                        <p:tgtEl>
                                          <p:spTgt spid="40"/>
                                        </p:tgtEl>
                                        <p:attrNameLst>
                                          <p:attrName>ppt_w</p:attrName>
                                        </p:attrNameLst>
                                      </p:cBhvr>
                                      <p:tavLst>
                                        <p:tav tm="0">
                                          <p:val>
                                            <p:fltVal val="0"/>
                                          </p:val>
                                        </p:tav>
                                        <p:tav tm="100000">
                                          <p:val>
                                            <p:strVal val="#ppt_w"/>
                                          </p:val>
                                        </p:tav>
                                      </p:tavLst>
                                    </p:anim>
                                    <p:anim calcmode="lin" valueType="num">
                                      <p:cBhvr>
                                        <p:cTn id="12" dur="500" fill="hold"/>
                                        <p:tgtEl>
                                          <p:spTgt spid="40"/>
                                        </p:tgtEl>
                                        <p:attrNameLst>
                                          <p:attrName>ppt_h</p:attrName>
                                        </p:attrNameLst>
                                      </p:cBhvr>
                                      <p:tavLst>
                                        <p:tav tm="0">
                                          <p:val>
                                            <p:fltVal val="0"/>
                                          </p:val>
                                        </p:tav>
                                        <p:tav tm="100000">
                                          <p:val>
                                            <p:strVal val="#ppt_h"/>
                                          </p:val>
                                        </p:tav>
                                      </p:tavLst>
                                    </p:anim>
                                    <p:animEffect transition="in" filter="fade">
                                      <p:cBhvr>
                                        <p:cTn id="13" dur="500"/>
                                        <p:tgtEl>
                                          <p:spTgt spid="40"/>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wipe(down)">
                                      <p:cBhvr>
                                        <p:cTn id="17" dur="500"/>
                                        <p:tgtEl>
                                          <p:spTgt spid="47"/>
                                        </p:tgtEl>
                                      </p:cBhvr>
                                    </p:animEffect>
                                  </p:childTnLst>
                                </p:cTn>
                              </p:par>
                            </p:childTnLst>
                          </p:cTn>
                        </p:par>
                        <p:par>
                          <p:cTn id="18" fill="hold">
                            <p:stCondLst>
                              <p:cond delay="1500"/>
                            </p:stCondLst>
                            <p:childTnLst>
                              <p:par>
                                <p:cTn id="19" presetID="18" presetClass="entr" presetSubtype="3"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trips(upRight)">
                                      <p:cBhvr>
                                        <p:cTn id="21" dur="500"/>
                                        <p:tgtEl>
                                          <p:spTgt spid="6"/>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p:cTn id="25" dur="500" fill="hold"/>
                                        <p:tgtEl>
                                          <p:spTgt spid="41"/>
                                        </p:tgtEl>
                                        <p:attrNameLst>
                                          <p:attrName>ppt_w</p:attrName>
                                        </p:attrNameLst>
                                      </p:cBhvr>
                                      <p:tavLst>
                                        <p:tav tm="0">
                                          <p:val>
                                            <p:fltVal val="0"/>
                                          </p:val>
                                        </p:tav>
                                        <p:tav tm="100000">
                                          <p:val>
                                            <p:strVal val="#ppt_w"/>
                                          </p:val>
                                        </p:tav>
                                      </p:tavLst>
                                    </p:anim>
                                    <p:anim calcmode="lin" valueType="num">
                                      <p:cBhvr>
                                        <p:cTn id="26" dur="500" fill="hold"/>
                                        <p:tgtEl>
                                          <p:spTgt spid="41"/>
                                        </p:tgtEl>
                                        <p:attrNameLst>
                                          <p:attrName>ppt_h</p:attrName>
                                        </p:attrNameLst>
                                      </p:cBhvr>
                                      <p:tavLst>
                                        <p:tav tm="0">
                                          <p:val>
                                            <p:fltVal val="0"/>
                                          </p:val>
                                        </p:tav>
                                        <p:tav tm="100000">
                                          <p:val>
                                            <p:strVal val="#ppt_h"/>
                                          </p:val>
                                        </p:tav>
                                      </p:tavLst>
                                    </p:anim>
                                    <p:animEffect transition="in" filter="fade">
                                      <p:cBhvr>
                                        <p:cTn id="27" dur="500"/>
                                        <p:tgtEl>
                                          <p:spTgt spid="41"/>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56"/>
                                        </p:tgtEl>
                                        <p:attrNameLst>
                                          <p:attrName>style.visibility</p:attrName>
                                        </p:attrNameLst>
                                      </p:cBhvr>
                                      <p:to>
                                        <p:strVal val="visible"/>
                                      </p:to>
                                    </p:set>
                                    <p:animEffect transition="in" filter="wipe(down)">
                                      <p:cBhvr>
                                        <p:cTn id="31" dur="500"/>
                                        <p:tgtEl>
                                          <p:spTgt spid="56"/>
                                        </p:tgtEl>
                                      </p:cBhvr>
                                    </p:animEffect>
                                  </p:childTnLst>
                                </p:cTn>
                              </p:par>
                            </p:childTnLst>
                          </p:cTn>
                        </p:par>
                        <p:par>
                          <p:cTn id="32" fill="hold">
                            <p:stCondLst>
                              <p:cond delay="3000"/>
                            </p:stCondLst>
                            <p:childTnLst>
                              <p:par>
                                <p:cTn id="33" presetID="18" presetClass="entr" presetSubtype="6"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strips(downRight)">
                                      <p:cBhvr>
                                        <p:cTn id="35" dur="500"/>
                                        <p:tgtEl>
                                          <p:spTgt spid="5"/>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500" fill="hold"/>
                                        <p:tgtEl>
                                          <p:spTgt spid="42"/>
                                        </p:tgtEl>
                                        <p:attrNameLst>
                                          <p:attrName>ppt_w</p:attrName>
                                        </p:attrNameLst>
                                      </p:cBhvr>
                                      <p:tavLst>
                                        <p:tav tm="0">
                                          <p:val>
                                            <p:fltVal val="0"/>
                                          </p:val>
                                        </p:tav>
                                        <p:tav tm="100000">
                                          <p:val>
                                            <p:strVal val="#ppt_w"/>
                                          </p:val>
                                        </p:tav>
                                      </p:tavLst>
                                    </p:anim>
                                    <p:anim calcmode="lin" valueType="num">
                                      <p:cBhvr>
                                        <p:cTn id="40" dur="500" fill="hold"/>
                                        <p:tgtEl>
                                          <p:spTgt spid="42"/>
                                        </p:tgtEl>
                                        <p:attrNameLst>
                                          <p:attrName>ppt_h</p:attrName>
                                        </p:attrNameLst>
                                      </p:cBhvr>
                                      <p:tavLst>
                                        <p:tav tm="0">
                                          <p:val>
                                            <p:fltVal val="0"/>
                                          </p:val>
                                        </p:tav>
                                        <p:tav tm="100000">
                                          <p:val>
                                            <p:strVal val="#ppt_h"/>
                                          </p:val>
                                        </p:tav>
                                      </p:tavLst>
                                    </p:anim>
                                    <p:animEffect transition="in" filter="fade">
                                      <p:cBhvr>
                                        <p:cTn id="41" dur="500"/>
                                        <p:tgtEl>
                                          <p:spTgt spid="42"/>
                                        </p:tgtEl>
                                      </p:cBhvr>
                                    </p:animEffect>
                                  </p:childTnLst>
                                </p:cTn>
                              </p:par>
                            </p:childTnLst>
                          </p:cTn>
                        </p:par>
                        <p:par>
                          <p:cTn id="42" fill="hold">
                            <p:stCondLst>
                              <p:cond delay="4000"/>
                            </p:stCondLst>
                            <p:childTnLst>
                              <p:par>
                                <p:cTn id="43" presetID="22" presetClass="entr" presetSubtype="4" fill="hold" grpId="0" nodeType="afterEffect">
                                  <p:stCondLst>
                                    <p:cond delay="0"/>
                                  </p:stCondLst>
                                  <p:childTnLst>
                                    <p:set>
                                      <p:cBhvr>
                                        <p:cTn id="44" dur="1" fill="hold">
                                          <p:stCondLst>
                                            <p:cond delay="0"/>
                                          </p:stCondLst>
                                        </p:cTn>
                                        <p:tgtEl>
                                          <p:spTgt spid="54"/>
                                        </p:tgtEl>
                                        <p:attrNameLst>
                                          <p:attrName>style.visibility</p:attrName>
                                        </p:attrNameLst>
                                      </p:cBhvr>
                                      <p:to>
                                        <p:strVal val="visible"/>
                                      </p:to>
                                    </p:set>
                                    <p:animEffect transition="in" filter="wipe(down)">
                                      <p:cBhvr>
                                        <p:cTn id="45" dur="500"/>
                                        <p:tgtEl>
                                          <p:spTgt spid="54"/>
                                        </p:tgtEl>
                                      </p:cBhvr>
                                    </p:animEffect>
                                  </p:childTnLst>
                                </p:cTn>
                              </p:par>
                            </p:childTnLst>
                          </p:cTn>
                        </p:par>
                        <p:par>
                          <p:cTn id="46" fill="hold">
                            <p:stCondLst>
                              <p:cond delay="4500"/>
                            </p:stCondLst>
                            <p:childTnLst>
                              <p:par>
                                <p:cTn id="47" presetID="18" presetClass="entr" presetSubtype="3" fill="hold" nodeType="afterEffect">
                                  <p:stCondLst>
                                    <p:cond delay="0"/>
                                  </p:stCondLst>
                                  <p:childTnLst>
                                    <p:set>
                                      <p:cBhvr>
                                        <p:cTn id="48" dur="1" fill="hold">
                                          <p:stCondLst>
                                            <p:cond delay="0"/>
                                          </p:stCondLst>
                                        </p:cTn>
                                        <p:tgtEl>
                                          <p:spTgt spid="4"/>
                                        </p:tgtEl>
                                        <p:attrNameLst>
                                          <p:attrName>style.visibility</p:attrName>
                                        </p:attrNameLst>
                                      </p:cBhvr>
                                      <p:to>
                                        <p:strVal val="visible"/>
                                      </p:to>
                                    </p:set>
                                    <p:animEffect transition="in" filter="strips(upRight)">
                                      <p:cBhvr>
                                        <p:cTn id="49" dur="500"/>
                                        <p:tgtEl>
                                          <p:spTgt spid="4"/>
                                        </p:tgtEl>
                                      </p:cBhvr>
                                    </p:animEffect>
                                  </p:childTnLst>
                                </p:cTn>
                              </p:par>
                            </p:childTnLst>
                          </p:cTn>
                        </p:par>
                        <p:par>
                          <p:cTn id="50" fill="hold">
                            <p:stCondLst>
                              <p:cond delay="5000"/>
                            </p:stCondLst>
                            <p:childTnLst>
                              <p:par>
                                <p:cTn id="51" presetID="53" presetClass="entr" presetSubtype="0"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 calcmode="lin" valueType="num">
                                      <p:cBhvr>
                                        <p:cTn id="53" dur="500" fill="hold"/>
                                        <p:tgtEl>
                                          <p:spTgt spid="43"/>
                                        </p:tgtEl>
                                        <p:attrNameLst>
                                          <p:attrName>ppt_w</p:attrName>
                                        </p:attrNameLst>
                                      </p:cBhvr>
                                      <p:tavLst>
                                        <p:tav tm="0">
                                          <p:val>
                                            <p:fltVal val="0"/>
                                          </p:val>
                                        </p:tav>
                                        <p:tav tm="100000">
                                          <p:val>
                                            <p:strVal val="#ppt_w"/>
                                          </p:val>
                                        </p:tav>
                                      </p:tavLst>
                                    </p:anim>
                                    <p:anim calcmode="lin" valueType="num">
                                      <p:cBhvr>
                                        <p:cTn id="54" dur="500" fill="hold"/>
                                        <p:tgtEl>
                                          <p:spTgt spid="43"/>
                                        </p:tgtEl>
                                        <p:attrNameLst>
                                          <p:attrName>ppt_h</p:attrName>
                                        </p:attrNameLst>
                                      </p:cBhvr>
                                      <p:tavLst>
                                        <p:tav tm="0">
                                          <p:val>
                                            <p:fltVal val="0"/>
                                          </p:val>
                                        </p:tav>
                                        <p:tav tm="100000">
                                          <p:val>
                                            <p:strVal val="#ppt_h"/>
                                          </p:val>
                                        </p:tav>
                                      </p:tavLst>
                                    </p:anim>
                                    <p:animEffect transition="in" filter="fade">
                                      <p:cBhvr>
                                        <p:cTn id="55" dur="500"/>
                                        <p:tgtEl>
                                          <p:spTgt spid="43"/>
                                        </p:tgtEl>
                                      </p:cBhvr>
                                    </p:animEffect>
                                  </p:childTnLst>
                                </p:cTn>
                              </p:par>
                            </p:childTnLst>
                          </p:cTn>
                        </p:par>
                        <p:par>
                          <p:cTn id="56" fill="hold">
                            <p:stCondLst>
                              <p:cond delay="5500"/>
                            </p:stCondLst>
                            <p:childTnLst>
                              <p:par>
                                <p:cTn id="57" presetID="22" presetClass="entr" presetSubtype="4" fill="hold" grpId="0" nodeType="afterEffect">
                                  <p:stCondLst>
                                    <p:cond delay="0"/>
                                  </p:stCondLst>
                                  <p:childTnLst>
                                    <p:set>
                                      <p:cBhvr>
                                        <p:cTn id="58" dur="1" fill="hold">
                                          <p:stCondLst>
                                            <p:cond delay="0"/>
                                          </p:stCondLst>
                                        </p:cTn>
                                        <p:tgtEl>
                                          <p:spTgt spid="58"/>
                                        </p:tgtEl>
                                        <p:attrNameLst>
                                          <p:attrName>style.visibility</p:attrName>
                                        </p:attrNameLst>
                                      </p:cBhvr>
                                      <p:to>
                                        <p:strVal val="visible"/>
                                      </p:to>
                                    </p:set>
                                    <p:animEffect transition="in" filter="wipe(down)">
                                      <p:cBhvr>
                                        <p:cTn id="59" dur="500"/>
                                        <p:tgtEl>
                                          <p:spTgt spid="58"/>
                                        </p:tgtEl>
                                      </p:cBhvr>
                                    </p:animEffect>
                                  </p:childTnLst>
                                </p:cTn>
                              </p:par>
                            </p:childTnLst>
                          </p:cTn>
                        </p:par>
                        <p:par>
                          <p:cTn id="60" fill="hold">
                            <p:stCondLst>
                              <p:cond delay="6000"/>
                            </p:stCondLst>
                            <p:childTnLst>
                              <p:par>
                                <p:cTn id="61" presetID="18" presetClass="entr" presetSubtype="6" fill="hold" nodeType="afterEffect">
                                  <p:stCondLst>
                                    <p:cond delay="0"/>
                                  </p:stCondLst>
                                  <p:childTnLst>
                                    <p:set>
                                      <p:cBhvr>
                                        <p:cTn id="62" dur="1" fill="hold">
                                          <p:stCondLst>
                                            <p:cond delay="0"/>
                                          </p:stCondLst>
                                        </p:cTn>
                                        <p:tgtEl>
                                          <p:spTgt spid="3"/>
                                        </p:tgtEl>
                                        <p:attrNameLst>
                                          <p:attrName>style.visibility</p:attrName>
                                        </p:attrNameLst>
                                      </p:cBhvr>
                                      <p:to>
                                        <p:strVal val="visible"/>
                                      </p:to>
                                    </p:set>
                                    <p:animEffect transition="in" filter="strips(downRight)">
                                      <p:cBhvr>
                                        <p:cTn id="63" dur="500"/>
                                        <p:tgtEl>
                                          <p:spTgt spid="3"/>
                                        </p:tgtEl>
                                      </p:cBhvr>
                                    </p:animEffect>
                                  </p:childTnLst>
                                </p:cTn>
                              </p:par>
                            </p:childTnLst>
                          </p:cTn>
                        </p:par>
                        <p:par>
                          <p:cTn id="64" fill="hold">
                            <p:stCondLst>
                              <p:cond delay="6500"/>
                            </p:stCondLst>
                            <p:childTnLst>
                              <p:par>
                                <p:cTn id="65" presetID="53" presetClass="entr" presetSubtype="0"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p:cTn id="67" dur="500" fill="hold"/>
                                        <p:tgtEl>
                                          <p:spTgt spid="44"/>
                                        </p:tgtEl>
                                        <p:attrNameLst>
                                          <p:attrName>ppt_w</p:attrName>
                                        </p:attrNameLst>
                                      </p:cBhvr>
                                      <p:tavLst>
                                        <p:tav tm="0">
                                          <p:val>
                                            <p:fltVal val="0"/>
                                          </p:val>
                                        </p:tav>
                                        <p:tav tm="100000">
                                          <p:val>
                                            <p:strVal val="#ppt_w"/>
                                          </p:val>
                                        </p:tav>
                                      </p:tavLst>
                                    </p:anim>
                                    <p:anim calcmode="lin" valueType="num">
                                      <p:cBhvr>
                                        <p:cTn id="68" dur="500" fill="hold"/>
                                        <p:tgtEl>
                                          <p:spTgt spid="44"/>
                                        </p:tgtEl>
                                        <p:attrNameLst>
                                          <p:attrName>ppt_h</p:attrName>
                                        </p:attrNameLst>
                                      </p:cBhvr>
                                      <p:tavLst>
                                        <p:tav tm="0">
                                          <p:val>
                                            <p:fltVal val="0"/>
                                          </p:val>
                                        </p:tav>
                                        <p:tav tm="100000">
                                          <p:val>
                                            <p:strVal val="#ppt_h"/>
                                          </p:val>
                                        </p:tav>
                                      </p:tavLst>
                                    </p:anim>
                                    <p:animEffect transition="in" filter="fade">
                                      <p:cBhvr>
                                        <p:cTn id="69" dur="500"/>
                                        <p:tgtEl>
                                          <p:spTgt spid="44"/>
                                        </p:tgtEl>
                                      </p:cBhvr>
                                    </p:animEffect>
                                  </p:childTnLst>
                                </p:cTn>
                              </p:par>
                            </p:childTnLst>
                          </p:cTn>
                        </p:par>
                        <p:par>
                          <p:cTn id="70" fill="hold">
                            <p:stCondLst>
                              <p:cond delay="7000"/>
                            </p:stCondLst>
                            <p:childTnLst>
                              <p:par>
                                <p:cTn id="71" presetID="22" presetClass="entr" presetSubtype="4" fill="hold" grpId="0" nodeType="after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wipe(down)">
                                      <p:cBhvr>
                                        <p:cTn id="73" dur="500"/>
                                        <p:tgtEl>
                                          <p:spTgt spid="55"/>
                                        </p:tgtEl>
                                      </p:cBhvr>
                                    </p:animEffect>
                                  </p:childTnLst>
                                </p:cTn>
                              </p:par>
                            </p:childTnLst>
                          </p:cTn>
                        </p:par>
                        <p:par>
                          <p:cTn id="74" fill="hold">
                            <p:stCondLst>
                              <p:cond delay="7500"/>
                            </p:stCondLst>
                            <p:childTnLst>
                              <p:par>
                                <p:cTn id="75" presetID="18" presetClass="entr" presetSubtype="3" fill="hold" nodeType="afterEffect">
                                  <p:stCondLst>
                                    <p:cond delay="0"/>
                                  </p:stCondLst>
                                  <p:childTnLst>
                                    <p:set>
                                      <p:cBhvr>
                                        <p:cTn id="76" dur="1" fill="hold">
                                          <p:stCondLst>
                                            <p:cond delay="0"/>
                                          </p:stCondLst>
                                        </p:cTn>
                                        <p:tgtEl>
                                          <p:spTgt spid="2"/>
                                        </p:tgtEl>
                                        <p:attrNameLst>
                                          <p:attrName>style.visibility</p:attrName>
                                        </p:attrNameLst>
                                      </p:cBhvr>
                                      <p:to>
                                        <p:strVal val="visible"/>
                                      </p:to>
                                    </p:set>
                                    <p:animEffect transition="in" filter="strips(upRight)">
                                      <p:cBhvr>
                                        <p:cTn id="77" dur="500"/>
                                        <p:tgtEl>
                                          <p:spTgt spid="2"/>
                                        </p:tgtEl>
                                      </p:cBhvr>
                                    </p:animEffect>
                                  </p:childTnLst>
                                </p:cTn>
                              </p:par>
                            </p:childTnLst>
                          </p:cTn>
                        </p:par>
                        <p:par>
                          <p:cTn id="78" fill="hold">
                            <p:stCondLst>
                              <p:cond delay="8000"/>
                            </p:stCondLst>
                            <p:childTnLst>
                              <p:par>
                                <p:cTn id="79" presetID="53" presetClass="entr" presetSubtype="0" fill="hold" grpId="0" nodeType="afterEffect">
                                  <p:stCondLst>
                                    <p:cond delay="0"/>
                                  </p:stCondLst>
                                  <p:childTnLst>
                                    <p:set>
                                      <p:cBhvr>
                                        <p:cTn id="80" dur="1" fill="hold">
                                          <p:stCondLst>
                                            <p:cond delay="0"/>
                                          </p:stCondLst>
                                        </p:cTn>
                                        <p:tgtEl>
                                          <p:spTgt spid="45"/>
                                        </p:tgtEl>
                                        <p:attrNameLst>
                                          <p:attrName>style.visibility</p:attrName>
                                        </p:attrNameLst>
                                      </p:cBhvr>
                                      <p:to>
                                        <p:strVal val="visible"/>
                                      </p:to>
                                    </p:set>
                                    <p:anim calcmode="lin" valueType="num">
                                      <p:cBhvr>
                                        <p:cTn id="81" dur="500" fill="hold"/>
                                        <p:tgtEl>
                                          <p:spTgt spid="45"/>
                                        </p:tgtEl>
                                        <p:attrNameLst>
                                          <p:attrName>ppt_w</p:attrName>
                                        </p:attrNameLst>
                                      </p:cBhvr>
                                      <p:tavLst>
                                        <p:tav tm="0">
                                          <p:val>
                                            <p:fltVal val="0"/>
                                          </p:val>
                                        </p:tav>
                                        <p:tav tm="100000">
                                          <p:val>
                                            <p:strVal val="#ppt_w"/>
                                          </p:val>
                                        </p:tav>
                                      </p:tavLst>
                                    </p:anim>
                                    <p:anim calcmode="lin" valueType="num">
                                      <p:cBhvr>
                                        <p:cTn id="82" dur="500" fill="hold"/>
                                        <p:tgtEl>
                                          <p:spTgt spid="45"/>
                                        </p:tgtEl>
                                        <p:attrNameLst>
                                          <p:attrName>ppt_h</p:attrName>
                                        </p:attrNameLst>
                                      </p:cBhvr>
                                      <p:tavLst>
                                        <p:tav tm="0">
                                          <p:val>
                                            <p:fltVal val="0"/>
                                          </p:val>
                                        </p:tav>
                                        <p:tav tm="100000">
                                          <p:val>
                                            <p:strVal val="#ppt_h"/>
                                          </p:val>
                                        </p:tav>
                                      </p:tavLst>
                                    </p:anim>
                                    <p:animEffect transition="in" filter="fade">
                                      <p:cBhvr>
                                        <p:cTn id="83" dur="500"/>
                                        <p:tgtEl>
                                          <p:spTgt spid="45"/>
                                        </p:tgtEl>
                                      </p:cBhvr>
                                    </p:animEffect>
                                  </p:childTnLst>
                                </p:cTn>
                              </p:par>
                            </p:childTnLst>
                          </p:cTn>
                        </p:par>
                        <p:par>
                          <p:cTn id="84" fill="hold">
                            <p:stCondLst>
                              <p:cond delay="8500"/>
                            </p:stCondLst>
                            <p:childTnLst>
                              <p:par>
                                <p:cTn id="85" presetID="22" presetClass="entr" presetSubtype="4" fill="hold" grpId="0" nodeType="afterEffect">
                                  <p:stCondLst>
                                    <p:cond delay="0"/>
                                  </p:stCondLst>
                                  <p:childTnLst>
                                    <p:set>
                                      <p:cBhvr>
                                        <p:cTn id="86" dur="1" fill="hold">
                                          <p:stCondLst>
                                            <p:cond delay="0"/>
                                          </p:stCondLst>
                                        </p:cTn>
                                        <p:tgtEl>
                                          <p:spTgt spid="59"/>
                                        </p:tgtEl>
                                        <p:attrNameLst>
                                          <p:attrName>style.visibility</p:attrName>
                                        </p:attrNameLst>
                                      </p:cBhvr>
                                      <p:to>
                                        <p:strVal val="visible"/>
                                      </p:to>
                                    </p:set>
                                    <p:animEffect transition="in" filter="wipe(down)">
                                      <p:cBhvr>
                                        <p:cTn id="8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P spid="45" grpId="0" animBg="1"/>
      <p:bldP spid="47" grpId="0"/>
      <p:bldP spid="54" grpId="0"/>
      <p:bldP spid="55" grpId="0"/>
      <p:bldP spid="56" grpId="0"/>
      <p:bldP spid="58" grpId="0"/>
      <p:bldP spid="59"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Arrow Steps</a:t>
            </a:r>
            <a:endParaRPr lang="en-US" dirty="0"/>
          </a:p>
        </p:txBody>
      </p:sp>
      <p:sp>
        <p:nvSpPr>
          <p:cNvPr id="8" name="Text Placeholder 7"/>
          <p:cNvSpPr>
            <a:spLocks noGrp="1"/>
          </p:cNvSpPr>
          <p:nvPr>
            <p:ph type="body" sz="half" idx="2"/>
          </p:nvPr>
        </p:nvSpPr>
        <p:spPr/>
        <p:txBody>
          <a:bodyPr/>
          <a:lstStyle/>
          <a:p>
            <a:r>
              <a:rPr lang="en-US"/>
              <a:t>Arrow Steps</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174</a:t>
            </a:fld>
            <a:endParaRPr lang="en-US" dirty="0"/>
          </a:p>
        </p:txBody>
      </p:sp>
      <p:grpSp>
        <p:nvGrpSpPr>
          <p:cNvPr id="2" name="Group 9"/>
          <p:cNvGrpSpPr/>
          <p:nvPr/>
        </p:nvGrpSpPr>
        <p:grpSpPr>
          <a:xfrm>
            <a:off x="3374123" y="1193162"/>
            <a:ext cx="1713519" cy="1349926"/>
            <a:chOff x="2286000" y="1408111"/>
            <a:chExt cx="2057400" cy="1620839"/>
          </a:xfrm>
        </p:grpSpPr>
        <p:sp>
          <p:nvSpPr>
            <p:cNvPr id="6" name="Freeform 5"/>
            <p:cNvSpPr/>
            <p:nvPr/>
          </p:nvSpPr>
          <p:spPr bwMode="auto">
            <a:xfrm rot="16200000">
              <a:off x="3402330" y="1644331"/>
              <a:ext cx="1177290" cy="704850"/>
            </a:xfrm>
            <a:custGeom>
              <a:avLst/>
              <a:gdLst>
                <a:gd name="connsiteX0" fmla="*/ 0 w 929640"/>
                <a:gd name="connsiteY0" fmla="*/ 685800 h 685800"/>
                <a:gd name="connsiteX1" fmla="*/ 288345 w 929640"/>
                <a:gd name="connsiteY1" fmla="*/ 0 h 685800"/>
                <a:gd name="connsiteX2" fmla="*/ 929640 w 929640"/>
                <a:gd name="connsiteY2" fmla="*/ 0 h 685800"/>
                <a:gd name="connsiteX3" fmla="*/ 641295 w 929640"/>
                <a:gd name="connsiteY3" fmla="*/ 685800 h 685800"/>
                <a:gd name="connsiteX4" fmla="*/ 0 w 929640"/>
                <a:gd name="connsiteY4" fmla="*/ 685800 h 685800"/>
                <a:gd name="connsiteX0" fmla="*/ 0 w 1196340"/>
                <a:gd name="connsiteY0" fmla="*/ 685800 h 685800"/>
                <a:gd name="connsiteX1" fmla="*/ 288345 w 1196340"/>
                <a:gd name="connsiteY1" fmla="*/ 0 h 685800"/>
                <a:gd name="connsiteX2" fmla="*/ 1196340 w 1196340"/>
                <a:gd name="connsiteY2" fmla="*/ 19050 h 685800"/>
                <a:gd name="connsiteX3" fmla="*/ 641295 w 1196340"/>
                <a:gd name="connsiteY3" fmla="*/ 685800 h 685800"/>
                <a:gd name="connsiteX4" fmla="*/ 0 w 1196340"/>
                <a:gd name="connsiteY4" fmla="*/ 685800 h 685800"/>
                <a:gd name="connsiteX0" fmla="*/ 0 w 1177290"/>
                <a:gd name="connsiteY0" fmla="*/ 704850 h 704850"/>
                <a:gd name="connsiteX1" fmla="*/ 288345 w 1177290"/>
                <a:gd name="connsiteY1" fmla="*/ 19050 h 704850"/>
                <a:gd name="connsiteX2" fmla="*/ 1177290 w 1177290"/>
                <a:gd name="connsiteY2" fmla="*/ 0 h 704850"/>
                <a:gd name="connsiteX3" fmla="*/ 641295 w 1177290"/>
                <a:gd name="connsiteY3" fmla="*/ 704850 h 704850"/>
                <a:gd name="connsiteX4" fmla="*/ 0 w 1177290"/>
                <a:gd name="connsiteY4" fmla="*/ 704850 h 704850"/>
                <a:gd name="connsiteX0" fmla="*/ 0 w 1177290"/>
                <a:gd name="connsiteY0" fmla="*/ 704850 h 704850"/>
                <a:gd name="connsiteX1" fmla="*/ 10215 w 1177290"/>
                <a:gd name="connsiteY1" fmla="*/ 7620 h 704850"/>
                <a:gd name="connsiteX2" fmla="*/ 1177290 w 1177290"/>
                <a:gd name="connsiteY2" fmla="*/ 0 h 704850"/>
                <a:gd name="connsiteX3" fmla="*/ 641295 w 1177290"/>
                <a:gd name="connsiteY3" fmla="*/ 704850 h 704850"/>
                <a:gd name="connsiteX4" fmla="*/ 0 w 1177290"/>
                <a:gd name="connsiteY4" fmla="*/ 704850 h 70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0" h="704850">
                  <a:moveTo>
                    <a:pt x="0" y="704850"/>
                  </a:moveTo>
                  <a:lnTo>
                    <a:pt x="10215" y="7620"/>
                  </a:lnTo>
                  <a:lnTo>
                    <a:pt x="1177290" y="0"/>
                  </a:lnTo>
                  <a:lnTo>
                    <a:pt x="641295" y="704850"/>
                  </a:lnTo>
                  <a:lnTo>
                    <a:pt x="0" y="704850"/>
                  </a:lnTo>
                  <a:close/>
                </a:path>
              </a:pathLst>
            </a:cu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 name="Left Arrow 4"/>
            <p:cNvSpPr/>
            <p:nvPr/>
          </p:nvSpPr>
          <p:spPr bwMode="auto">
            <a:xfrm>
              <a:off x="2286000" y="1581150"/>
              <a:ext cx="2057400" cy="1447800"/>
            </a:xfrm>
            <a:prstGeom prst="leftArrow">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3" name="Left Arrow 12"/>
          <p:cNvSpPr/>
          <p:nvPr/>
        </p:nvSpPr>
        <p:spPr bwMode="auto">
          <a:xfrm flipH="1" flipV="1">
            <a:off x="4048425" y="2016077"/>
            <a:ext cx="1713519" cy="1205810"/>
          </a:xfrm>
          <a:prstGeom prst="leftArrow">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3" name="Group 13"/>
          <p:cNvGrpSpPr/>
          <p:nvPr/>
        </p:nvGrpSpPr>
        <p:grpSpPr>
          <a:xfrm flipH="1" flipV="1">
            <a:off x="4056358" y="3355424"/>
            <a:ext cx="1713519" cy="1349926"/>
            <a:chOff x="2286000" y="1408111"/>
            <a:chExt cx="2057400" cy="1620839"/>
          </a:xfrm>
        </p:grpSpPr>
        <p:sp>
          <p:nvSpPr>
            <p:cNvPr id="15" name="Freeform 14"/>
            <p:cNvSpPr/>
            <p:nvPr/>
          </p:nvSpPr>
          <p:spPr bwMode="auto">
            <a:xfrm rot="16200000">
              <a:off x="3402330" y="1644331"/>
              <a:ext cx="1177290" cy="704850"/>
            </a:xfrm>
            <a:custGeom>
              <a:avLst/>
              <a:gdLst>
                <a:gd name="connsiteX0" fmla="*/ 0 w 929640"/>
                <a:gd name="connsiteY0" fmla="*/ 685800 h 685800"/>
                <a:gd name="connsiteX1" fmla="*/ 288345 w 929640"/>
                <a:gd name="connsiteY1" fmla="*/ 0 h 685800"/>
                <a:gd name="connsiteX2" fmla="*/ 929640 w 929640"/>
                <a:gd name="connsiteY2" fmla="*/ 0 h 685800"/>
                <a:gd name="connsiteX3" fmla="*/ 641295 w 929640"/>
                <a:gd name="connsiteY3" fmla="*/ 685800 h 685800"/>
                <a:gd name="connsiteX4" fmla="*/ 0 w 929640"/>
                <a:gd name="connsiteY4" fmla="*/ 685800 h 685800"/>
                <a:gd name="connsiteX0" fmla="*/ 0 w 1196340"/>
                <a:gd name="connsiteY0" fmla="*/ 685800 h 685800"/>
                <a:gd name="connsiteX1" fmla="*/ 288345 w 1196340"/>
                <a:gd name="connsiteY1" fmla="*/ 0 h 685800"/>
                <a:gd name="connsiteX2" fmla="*/ 1196340 w 1196340"/>
                <a:gd name="connsiteY2" fmla="*/ 19050 h 685800"/>
                <a:gd name="connsiteX3" fmla="*/ 641295 w 1196340"/>
                <a:gd name="connsiteY3" fmla="*/ 685800 h 685800"/>
                <a:gd name="connsiteX4" fmla="*/ 0 w 1196340"/>
                <a:gd name="connsiteY4" fmla="*/ 685800 h 685800"/>
                <a:gd name="connsiteX0" fmla="*/ 0 w 1177290"/>
                <a:gd name="connsiteY0" fmla="*/ 704850 h 704850"/>
                <a:gd name="connsiteX1" fmla="*/ 288345 w 1177290"/>
                <a:gd name="connsiteY1" fmla="*/ 19050 h 704850"/>
                <a:gd name="connsiteX2" fmla="*/ 1177290 w 1177290"/>
                <a:gd name="connsiteY2" fmla="*/ 0 h 704850"/>
                <a:gd name="connsiteX3" fmla="*/ 641295 w 1177290"/>
                <a:gd name="connsiteY3" fmla="*/ 704850 h 704850"/>
                <a:gd name="connsiteX4" fmla="*/ 0 w 1177290"/>
                <a:gd name="connsiteY4" fmla="*/ 704850 h 704850"/>
                <a:gd name="connsiteX0" fmla="*/ 0 w 1177290"/>
                <a:gd name="connsiteY0" fmla="*/ 704850 h 704850"/>
                <a:gd name="connsiteX1" fmla="*/ 10215 w 1177290"/>
                <a:gd name="connsiteY1" fmla="*/ 7620 h 704850"/>
                <a:gd name="connsiteX2" fmla="*/ 1177290 w 1177290"/>
                <a:gd name="connsiteY2" fmla="*/ 0 h 704850"/>
                <a:gd name="connsiteX3" fmla="*/ 641295 w 1177290"/>
                <a:gd name="connsiteY3" fmla="*/ 704850 h 704850"/>
                <a:gd name="connsiteX4" fmla="*/ 0 w 1177290"/>
                <a:gd name="connsiteY4" fmla="*/ 704850 h 70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0" h="704850">
                  <a:moveTo>
                    <a:pt x="0" y="704850"/>
                  </a:moveTo>
                  <a:lnTo>
                    <a:pt x="10215" y="7620"/>
                  </a:lnTo>
                  <a:lnTo>
                    <a:pt x="1177290" y="0"/>
                  </a:lnTo>
                  <a:lnTo>
                    <a:pt x="641295" y="704850"/>
                  </a:lnTo>
                  <a:lnTo>
                    <a:pt x="0" y="704850"/>
                  </a:lnTo>
                  <a:close/>
                </a:path>
              </a:pathLst>
            </a:cu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6" name="Left Arrow 15"/>
            <p:cNvSpPr/>
            <p:nvPr/>
          </p:nvSpPr>
          <p:spPr bwMode="auto">
            <a:xfrm>
              <a:off x="2286000" y="1581150"/>
              <a:ext cx="2057400" cy="1447800"/>
            </a:xfrm>
            <a:prstGeom prst="leftArrow">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7" name="Left Arrow 16"/>
          <p:cNvSpPr/>
          <p:nvPr/>
        </p:nvSpPr>
        <p:spPr bwMode="auto">
          <a:xfrm flipV="1">
            <a:off x="3374123" y="2686281"/>
            <a:ext cx="1713519" cy="1205810"/>
          </a:xfrm>
          <a:prstGeom prst="leftArrow">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4" name="Group 72"/>
          <p:cNvGrpSpPr/>
          <p:nvPr/>
        </p:nvGrpSpPr>
        <p:grpSpPr>
          <a:xfrm>
            <a:off x="1295400" y="1615456"/>
            <a:ext cx="1947726" cy="632444"/>
            <a:chOff x="5603652" y="1713005"/>
            <a:chExt cx="1947726" cy="632444"/>
          </a:xfrm>
        </p:grpSpPr>
        <p:sp>
          <p:nvSpPr>
            <p:cNvPr id="20" name="Text Placeholder 3"/>
            <p:cNvSpPr txBox="1">
              <a:spLocks/>
            </p:cNvSpPr>
            <p:nvPr/>
          </p:nvSpPr>
          <p:spPr>
            <a:xfrm>
              <a:off x="6707749" y="171300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21"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9" name="Group 69"/>
          <p:cNvGrpSpPr/>
          <p:nvPr/>
        </p:nvGrpSpPr>
        <p:grpSpPr>
          <a:xfrm>
            <a:off x="5846077" y="2285084"/>
            <a:ext cx="1947726" cy="649993"/>
            <a:chOff x="5603652" y="1695456"/>
            <a:chExt cx="1947726" cy="649993"/>
          </a:xfrm>
        </p:grpSpPr>
        <p:sp>
          <p:nvSpPr>
            <p:cNvPr id="23"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2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0" name="Group 72"/>
          <p:cNvGrpSpPr/>
          <p:nvPr/>
        </p:nvGrpSpPr>
        <p:grpSpPr>
          <a:xfrm>
            <a:off x="1295400" y="2972340"/>
            <a:ext cx="1947726" cy="632444"/>
            <a:chOff x="5603652" y="1713005"/>
            <a:chExt cx="1947726" cy="632444"/>
          </a:xfrm>
        </p:grpSpPr>
        <p:sp>
          <p:nvSpPr>
            <p:cNvPr id="26" name="Text Placeholder 3"/>
            <p:cNvSpPr txBox="1">
              <a:spLocks/>
            </p:cNvSpPr>
            <p:nvPr/>
          </p:nvSpPr>
          <p:spPr>
            <a:xfrm>
              <a:off x="6894147" y="1713005"/>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27"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1" name="Group 69"/>
          <p:cNvGrpSpPr/>
          <p:nvPr/>
        </p:nvGrpSpPr>
        <p:grpSpPr>
          <a:xfrm>
            <a:off x="5846077" y="3623834"/>
            <a:ext cx="1947726" cy="649993"/>
            <a:chOff x="5603652" y="1695456"/>
            <a:chExt cx="1947726" cy="649993"/>
          </a:xfrm>
        </p:grpSpPr>
        <p:sp>
          <p:nvSpPr>
            <p:cNvPr id="29"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31"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
        <p:nvSpPr>
          <p:cNvPr id="32" name="Freeform 48"/>
          <p:cNvSpPr>
            <a:spLocks/>
          </p:cNvSpPr>
          <p:nvPr/>
        </p:nvSpPr>
        <p:spPr bwMode="auto">
          <a:xfrm>
            <a:off x="3859490" y="3103376"/>
            <a:ext cx="210855" cy="382175"/>
          </a:xfrm>
          <a:custGeom>
            <a:avLst/>
            <a:gdLst/>
            <a:ahLst/>
            <a:cxnLst>
              <a:cxn ang="0">
                <a:pos x="36" y="20"/>
              </a:cxn>
              <a:cxn ang="0">
                <a:pos x="15" y="66"/>
              </a:cxn>
              <a:cxn ang="0">
                <a:pos x="13" y="67"/>
              </a:cxn>
              <a:cxn ang="0">
                <a:pos x="12" y="67"/>
              </a:cxn>
              <a:cxn ang="0">
                <a:pos x="11" y="65"/>
              </a:cxn>
              <a:cxn ang="0">
                <a:pos x="19" y="33"/>
              </a:cxn>
              <a:cxn ang="0">
                <a:pos x="3" y="37"/>
              </a:cxn>
              <a:cxn ang="0">
                <a:pos x="2" y="37"/>
              </a:cxn>
              <a:cxn ang="0">
                <a:pos x="1" y="36"/>
              </a:cxn>
              <a:cxn ang="0">
                <a:pos x="1" y="35"/>
              </a:cxn>
              <a:cxn ang="0">
                <a:pos x="9" y="2"/>
              </a:cxn>
              <a:cxn ang="0">
                <a:pos x="10" y="0"/>
              </a:cxn>
              <a:cxn ang="0">
                <a:pos x="24" y="0"/>
              </a:cxn>
              <a:cxn ang="0">
                <a:pos x="25" y="2"/>
              </a:cxn>
              <a:cxn ang="0">
                <a:pos x="25" y="3"/>
              </a:cxn>
              <a:cxn ang="0">
                <a:pos x="18" y="21"/>
              </a:cxn>
              <a:cxn ang="0">
                <a:pos x="34" y="18"/>
              </a:cxn>
              <a:cxn ang="0">
                <a:pos x="35" y="17"/>
              </a:cxn>
              <a:cxn ang="0">
                <a:pos x="36" y="18"/>
              </a:cxn>
              <a:cxn ang="0">
                <a:pos x="36" y="20"/>
              </a:cxn>
            </a:cxnLst>
            <a:rect l="0" t="0" r="r" b="b"/>
            <a:pathLst>
              <a:path w="37" h="67">
                <a:moveTo>
                  <a:pt x="36" y="20"/>
                </a:moveTo>
                <a:cubicBezTo>
                  <a:pt x="15" y="66"/>
                  <a:pt x="15" y="66"/>
                  <a:pt x="15" y="66"/>
                </a:cubicBezTo>
                <a:cubicBezTo>
                  <a:pt x="14" y="67"/>
                  <a:pt x="14" y="67"/>
                  <a:pt x="13" y="67"/>
                </a:cubicBezTo>
                <a:cubicBezTo>
                  <a:pt x="13" y="67"/>
                  <a:pt x="13" y="67"/>
                  <a:pt x="12" y="67"/>
                </a:cubicBezTo>
                <a:cubicBezTo>
                  <a:pt x="11" y="67"/>
                  <a:pt x="11" y="66"/>
                  <a:pt x="11" y="65"/>
                </a:cubicBezTo>
                <a:cubicBezTo>
                  <a:pt x="19" y="33"/>
                  <a:pt x="19" y="33"/>
                  <a:pt x="19" y="33"/>
                </a:cubicBezTo>
                <a:cubicBezTo>
                  <a:pt x="3" y="37"/>
                  <a:pt x="3" y="37"/>
                  <a:pt x="3" y="37"/>
                </a:cubicBezTo>
                <a:cubicBezTo>
                  <a:pt x="3" y="37"/>
                  <a:pt x="2" y="37"/>
                  <a:pt x="2" y="37"/>
                </a:cubicBezTo>
                <a:cubicBezTo>
                  <a:pt x="2" y="37"/>
                  <a:pt x="1" y="37"/>
                  <a:pt x="1" y="36"/>
                </a:cubicBezTo>
                <a:cubicBezTo>
                  <a:pt x="1" y="36"/>
                  <a:pt x="0" y="35"/>
                  <a:pt x="1" y="35"/>
                </a:cubicBezTo>
                <a:cubicBezTo>
                  <a:pt x="9" y="2"/>
                  <a:pt x="9" y="2"/>
                  <a:pt x="9" y="2"/>
                </a:cubicBezTo>
                <a:cubicBezTo>
                  <a:pt x="9" y="1"/>
                  <a:pt x="10" y="0"/>
                  <a:pt x="10" y="0"/>
                </a:cubicBezTo>
                <a:cubicBezTo>
                  <a:pt x="24" y="0"/>
                  <a:pt x="24" y="0"/>
                  <a:pt x="24" y="0"/>
                </a:cubicBezTo>
                <a:cubicBezTo>
                  <a:pt x="25" y="0"/>
                  <a:pt x="25" y="1"/>
                  <a:pt x="25" y="2"/>
                </a:cubicBezTo>
                <a:cubicBezTo>
                  <a:pt x="25" y="2"/>
                  <a:pt x="25" y="3"/>
                  <a:pt x="25" y="3"/>
                </a:cubicBezTo>
                <a:cubicBezTo>
                  <a:pt x="18" y="21"/>
                  <a:pt x="18" y="21"/>
                  <a:pt x="18" y="21"/>
                </a:cubicBezTo>
                <a:cubicBezTo>
                  <a:pt x="34" y="18"/>
                  <a:pt x="34" y="18"/>
                  <a:pt x="34" y="18"/>
                </a:cubicBezTo>
                <a:cubicBezTo>
                  <a:pt x="34" y="17"/>
                  <a:pt x="34" y="17"/>
                  <a:pt x="35" y="17"/>
                </a:cubicBezTo>
                <a:cubicBezTo>
                  <a:pt x="35" y="17"/>
                  <a:pt x="36" y="18"/>
                  <a:pt x="36" y="18"/>
                </a:cubicBezTo>
                <a:cubicBezTo>
                  <a:pt x="36" y="19"/>
                  <a:pt x="37" y="19"/>
                  <a:pt x="36"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 name="Group 32"/>
          <p:cNvGrpSpPr/>
          <p:nvPr/>
        </p:nvGrpSpPr>
        <p:grpSpPr>
          <a:xfrm>
            <a:off x="3781324" y="1718043"/>
            <a:ext cx="213761" cy="350787"/>
            <a:chOff x="1974850" y="4173538"/>
            <a:chExt cx="309563" cy="508000"/>
          </a:xfrm>
          <a:solidFill>
            <a:schemeClr val="bg1"/>
          </a:solidFill>
        </p:grpSpPr>
        <p:sp>
          <p:nvSpPr>
            <p:cNvPr id="34" name="Freeform 14"/>
            <p:cNvSpPr>
              <a:spLocks noEditPoints="1"/>
            </p:cNvSpPr>
            <p:nvPr/>
          </p:nvSpPr>
          <p:spPr bwMode="auto">
            <a:xfrm>
              <a:off x="1974850" y="4173538"/>
              <a:ext cx="293688" cy="407988"/>
            </a:xfrm>
            <a:custGeom>
              <a:avLst/>
              <a:gdLst/>
              <a:ahLst/>
              <a:cxnLst>
                <a:cxn ang="0">
                  <a:pos x="123" y="191"/>
                </a:cxn>
                <a:cxn ang="0">
                  <a:pos x="120" y="170"/>
                </a:cxn>
                <a:cxn ang="0">
                  <a:pos x="134" y="124"/>
                </a:cxn>
                <a:cxn ang="0">
                  <a:pos x="139" y="90"/>
                </a:cxn>
                <a:cxn ang="0">
                  <a:pos x="131" y="56"/>
                </a:cxn>
                <a:cxn ang="0">
                  <a:pos x="85" y="19"/>
                </a:cxn>
                <a:cxn ang="0">
                  <a:pos x="70" y="0"/>
                </a:cxn>
                <a:cxn ang="0">
                  <a:pos x="69" y="19"/>
                </a:cxn>
                <a:cxn ang="0">
                  <a:pos x="56" y="23"/>
                </a:cxn>
                <a:cxn ang="0">
                  <a:pos x="59" y="30"/>
                </a:cxn>
                <a:cxn ang="0">
                  <a:pos x="40" y="38"/>
                </a:cxn>
                <a:cxn ang="0">
                  <a:pos x="37" y="44"/>
                </a:cxn>
                <a:cxn ang="0">
                  <a:pos x="2" y="75"/>
                </a:cxn>
                <a:cxn ang="0">
                  <a:pos x="2" y="80"/>
                </a:cxn>
                <a:cxn ang="0">
                  <a:pos x="1" y="87"/>
                </a:cxn>
                <a:cxn ang="0">
                  <a:pos x="1" y="94"/>
                </a:cxn>
                <a:cxn ang="0">
                  <a:pos x="8" y="101"/>
                </a:cxn>
                <a:cxn ang="0">
                  <a:pos x="12" y="102"/>
                </a:cxn>
                <a:cxn ang="0">
                  <a:pos x="21" y="105"/>
                </a:cxn>
                <a:cxn ang="0">
                  <a:pos x="37" y="96"/>
                </a:cxn>
                <a:cxn ang="0">
                  <a:pos x="49" y="92"/>
                </a:cxn>
                <a:cxn ang="0">
                  <a:pos x="79" y="95"/>
                </a:cxn>
                <a:cxn ang="0">
                  <a:pos x="43" y="138"/>
                </a:cxn>
                <a:cxn ang="0">
                  <a:pos x="37" y="191"/>
                </a:cxn>
                <a:cxn ang="0">
                  <a:pos x="123" y="191"/>
                </a:cxn>
                <a:cxn ang="0">
                  <a:pos x="123" y="191"/>
                </a:cxn>
                <a:cxn ang="0">
                  <a:pos x="123" y="191"/>
                </a:cxn>
              </a:cxnLst>
              <a:rect l="0" t="0" r="r" b="b"/>
              <a:pathLst>
                <a:path w="139" h="191">
                  <a:moveTo>
                    <a:pt x="123" y="191"/>
                  </a:moveTo>
                  <a:cubicBezTo>
                    <a:pt x="119" y="186"/>
                    <a:pt x="120" y="170"/>
                    <a:pt x="120" y="170"/>
                  </a:cubicBezTo>
                  <a:cubicBezTo>
                    <a:pt x="120" y="170"/>
                    <a:pt x="129" y="132"/>
                    <a:pt x="134" y="124"/>
                  </a:cubicBezTo>
                  <a:cubicBezTo>
                    <a:pt x="139" y="115"/>
                    <a:pt x="139" y="90"/>
                    <a:pt x="139" y="90"/>
                  </a:cubicBezTo>
                  <a:cubicBezTo>
                    <a:pt x="139" y="90"/>
                    <a:pt x="138" y="75"/>
                    <a:pt x="131" y="56"/>
                  </a:cubicBezTo>
                  <a:cubicBezTo>
                    <a:pt x="124" y="37"/>
                    <a:pt x="101" y="22"/>
                    <a:pt x="85" y="19"/>
                  </a:cubicBezTo>
                  <a:cubicBezTo>
                    <a:pt x="84" y="10"/>
                    <a:pt x="70" y="0"/>
                    <a:pt x="70" y="0"/>
                  </a:cubicBezTo>
                  <a:cubicBezTo>
                    <a:pt x="70" y="0"/>
                    <a:pt x="72" y="19"/>
                    <a:pt x="69" y="19"/>
                  </a:cubicBezTo>
                  <a:cubicBezTo>
                    <a:pt x="67" y="19"/>
                    <a:pt x="56" y="23"/>
                    <a:pt x="56" y="23"/>
                  </a:cubicBezTo>
                  <a:cubicBezTo>
                    <a:pt x="59" y="30"/>
                    <a:pt x="59" y="30"/>
                    <a:pt x="59" y="30"/>
                  </a:cubicBezTo>
                  <a:cubicBezTo>
                    <a:pt x="45" y="34"/>
                    <a:pt x="40" y="38"/>
                    <a:pt x="40" y="38"/>
                  </a:cubicBezTo>
                  <a:cubicBezTo>
                    <a:pt x="40" y="38"/>
                    <a:pt x="39" y="39"/>
                    <a:pt x="37" y="44"/>
                  </a:cubicBezTo>
                  <a:cubicBezTo>
                    <a:pt x="34" y="49"/>
                    <a:pt x="4" y="74"/>
                    <a:pt x="2" y="75"/>
                  </a:cubicBezTo>
                  <a:cubicBezTo>
                    <a:pt x="1" y="77"/>
                    <a:pt x="2" y="80"/>
                    <a:pt x="2" y="80"/>
                  </a:cubicBezTo>
                  <a:cubicBezTo>
                    <a:pt x="2" y="80"/>
                    <a:pt x="1" y="86"/>
                    <a:pt x="1" y="87"/>
                  </a:cubicBezTo>
                  <a:cubicBezTo>
                    <a:pt x="1" y="87"/>
                    <a:pt x="0" y="92"/>
                    <a:pt x="1" y="94"/>
                  </a:cubicBezTo>
                  <a:cubicBezTo>
                    <a:pt x="3" y="96"/>
                    <a:pt x="4" y="99"/>
                    <a:pt x="8" y="101"/>
                  </a:cubicBezTo>
                  <a:cubicBezTo>
                    <a:pt x="11" y="104"/>
                    <a:pt x="12" y="102"/>
                    <a:pt x="12" y="102"/>
                  </a:cubicBezTo>
                  <a:cubicBezTo>
                    <a:pt x="12" y="102"/>
                    <a:pt x="12" y="103"/>
                    <a:pt x="21" y="105"/>
                  </a:cubicBezTo>
                  <a:cubicBezTo>
                    <a:pt x="33" y="105"/>
                    <a:pt x="37" y="96"/>
                    <a:pt x="37" y="96"/>
                  </a:cubicBezTo>
                  <a:cubicBezTo>
                    <a:pt x="37" y="96"/>
                    <a:pt x="40" y="91"/>
                    <a:pt x="49" y="92"/>
                  </a:cubicBezTo>
                  <a:cubicBezTo>
                    <a:pt x="67" y="102"/>
                    <a:pt x="79" y="95"/>
                    <a:pt x="79" y="95"/>
                  </a:cubicBezTo>
                  <a:cubicBezTo>
                    <a:pt x="79" y="95"/>
                    <a:pt x="64" y="107"/>
                    <a:pt x="43" y="138"/>
                  </a:cubicBezTo>
                  <a:cubicBezTo>
                    <a:pt x="21" y="170"/>
                    <a:pt x="37" y="191"/>
                    <a:pt x="37" y="191"/>
                  </a:cubicBezTo>
                  <a:lnTo>
                    <a:pt x="123" y="191"/>
                  </a:lnTo>
                  <a:close/>
                  <a:moveTo>
                    <a:pt x="123" y="191"/>
                  </a:moveTo>
                  <a:cubicBezTo>
                    <a:pt x="123" y="191"/>
                    <a:pt x="123" y="191"/>
                    <a:pt x="123" y="1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15"/>
            <p:cNvSpPr>
              <a:spLocks noEditPoints="1"/>
            </p:cNvSpPr>
            <p:nvPr/>
          </p:nvSpPr>
          <p:spPr bwMode="auto">
            <a:xfrm>
              <a:off x="2006600" y="4587875"/>
              <a:ext cx="277813" cy="93663"/>
            </a:xfrm>
            <a:custGeom>
              <a:avLst/>
              <a:gdLst/>
              <a:ahLst/>
              <a:cxnLst>
                <a:cxn ang="0">
                  <a:pos x="131" y="39"/>
                </a:cxn>
                <a:cxn ang="0">
                  <a:pos x="126" y="44"/>
                </a:cxn>
                <a:cxn ang="0">
                  <a:pos x="4" y="44"/>
                </a:cxn>
                <a:cxn ang="0">
                  <a:pos x="0" y="39"/>
                </a:cxn>
                <a:cxn ang="0">
                  <a:pos x="0" y="5"/>
                </a:cxn>
                <a:cxn ang="0">
                  <a:pos x="4" y="0"/>
                </a:cxn>
                <a:cxn ang="0">
                  <a:pos x="126" y="0"/>
                </a:cxn>
                <a:cxn ang="0">
                  <a:pos x="131" y="5"/>
                </a:cxn>
                <a:cxn ang="0">
                  <a:pos x="131" y="39"/>
                </a:cxn>
                <a:cxn ang="0">
                  <a:pos x="131" y="39"/>
                </a:cxn>
                <a:cxn ang="0">
                  <a:pos x="131" y="39"/>
                </a:cxn>
              </a:cxnLst>
              <a:rect l="0" t="0" r="r" b="b"/>
              <a:pathLst>
                <a:path w="131" h="44">
                  <a:moveTo>
                    <a:pt x="131" y="39"/>
                  </a:moveTo>
                  <a:cubicBezTo>
                    <a:pt x="131" y="42"/>
                    <a:pt x="129" y="44"/>
                    <a:pt x="126" y="44"/>
                  </a:cubicBezTo>
                  <a:cubicBezTo>
                    <a:pt x="4" y="44"/>
                    <a:pt x="4" y="44"/>
                    <a:pt x="4" y="44"/>
                  </a:cubicBezTo>
                  <a:cubicBezTo>
                    <a:pt x="2" y="44"/>
                    <a:pt x="0" y="42"/>
                    <a:pt x="0" y="39"/>
                  </a:cubicBezTo>
                  <a:cubicBezTo>
                    <a:pt x="0" y="5"/>
                    <a:pt x="0" y="5"/>
                    <a:pt x="0" y="5"/>
                  </a:cubicBezTo>
                  <a:cubicBezTo>
                    <a:pt x="0" y="2"/>
                    <a:pt x="2" y="0"/>
                    <a:pt x="4" y="0"/>
                  </a:cubicBezTo>
                  <a:cubicBezTo>
                    <a:pt x="126" y="0"/>
                    <a:pt x="126" y="0"/>
                    <a:pt x="126" y="0"/>
                  </a:cubicBezTo>
                  <a:cubicBezTo>
                    <a:pt x="129" y="0"/>
                    <a:pt x="131" y="2"/>
                    <a:pt x="131" y="5"/>
                  </a:cubicBezTo>
                  <a:lnTo>
                    <a:pt x="131" y="39"/>
                  </a:lnTo>
                  <a:close/>
                  <a:moveTo>
                    <a:pt x="131" y="39"/>
                  </a:moveTo>
                  <a:cubicBezTo>
                    <a:pt x="131" y="39"/>
                    <a:pt x="131" y="39"/>
                    <a:pt x="131"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6" name="Freeform 65"/>
          <p:cNvSpPr>
            <a:spLocks noEditPoints="1"/>
          </p:cNvSpPr>
          <p:nvPr/>
        </p:nvSpPr>
        <p:spPr bwMode="auto">
          <a:xfrm>
            <a:off x="5057162" y="2458172"/>
            <a:ext cx="319001" cy="290687"/>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5"/>
          <p:cNvSpPr>
            <a:spLocks noEditPoints="1"/>
          </p:cNvSpPr>
          <p:nvPr/>
        </p:nvSpPr>
        <p:spPr bwMode="auto">
          <a:xfrm>
            <a:off x="5087642" y="3804542"/>
            <a:ext cx="322971" cy="313527"/>
          </a:xfrm>
          <a:custGeom>
            <a:avLst/>
            <a:gdLst/>
            <a:ahLst/>
            <a:cxnLst>
              <a:cxn ang="0">
                <a:pos x="671" y="73"/>
              </a:cxn>
              <a:cxn ang="0">
                <a:pos x="569" y="25"/>
              </a:cxn>
              <a:cxn ang="0">
                <a:pos x="576" y="4"/>
              </a:cxn>
              <a:cxn ang="0">
                <a:pos x="567" y="0"/>
              </a:cxn>
              <a:cxn ang="0">
                <a:pos x="111" y="1"/>
              </a:cxn>
              <a:cxn ang="0">
                <a:pos x="107" y="18"/>
              </a:cxn>
              <a:cxn ang="0">
                <a:pos x="103" y="73"/>
              </a:cxn>
              <a:cxn ang="0">
                <a:pos x="4" y="77"/>
              </a:cxn>
              <a:cxn ang="0">
                <a:pos x="67" y="254"/>
              </a:cxn>
              <a:cxn ang="0">
                <a:pos x="241" y="392"/>
              </a:cxn>
              <a:cxn ang="0">
                <a:pos x="271" y="444"/>
              </a:cxn>
              <a:cxn ang="0">
                <a:pos x="292" y="590"/>
              </a:cxn>
              <a:cxn ang="0">
                <a:pos x="254" y="594"/>
              </a:cxn>
              <a:cxn ang="0">
                <a:pos x="204" y="629"/>
              </a:cxn>
              <a:cxn ang="0">
                <a:pos x="213" y="662"/>
              </a:cxn>
              <a:cxn ang="0">
                <a:pos x="479" y="654"/>
              </a:cxn>
              <a:cxn ang="0">
                <a:pos x="472" y="617"/>
              </a:cxn>
              <a:cxn ang="0">
                <a:pos x="414" y="590"/>
              </a:cxn>
              <a:cxn ang="0">
                <a:pos x="416" y="455"/>
              </a:cxn>
              <a:cxn ang="0">
                <a:pos x="406" y="437"/>
              </a:cxn>
              <a:cxn ang="0">
                <a:pos x="431" y="397"/>
              </a:cxn>
              <a:cxn ang="0">
                <a:pos x="455" y="357"/>
              </a:cxn>
              <a:cxn ang="0">
                <a:pos x="683" y="85"/>
              </a:cxn>
              <a:cxn ang="0">
                <a:pos x="146" y="288"/>
              </a:cxn>
              <a:cxn ang="0">
                <a:pos x="95" y="244"/>
              </a:cxn>
              <a:cxn ang="0">
                <a:pos x="81" y="229"/>
              </a:cxn>
              <a:cxn ang="0">
                <a:pos x="78" y="224"/>
              </a:cxn>
              <a:cxn ang="0">
                <a:pos x="43" y="166"/>
              </a:cxn>
              <a:cxn ang="0">
                <a:pos x="41" y="161"/>
              </a:cxn>
              <a:cxn ang="0">
                <a:pos x="30" y="130"/>
              </a:cxn>
              <a:cxn ang="0">
                <a:pos x="23" y="97"/>
              </a:cxn>
              <a:cxn ang="0">
                <a:pos x="180" y="307"/>
              </a:cxn>
              <a:cxn ang="0">
                <a:pos x="453" y="141"/>
              </a:cxn>
              <a:cxn ang="0">
                <a:pos x="413" y="266"/>
              </a:cxn>
              <a:cxn ang="0">
                <a:pos x="342" y="222"/>
              </a:cxn>
              <a:cxn ang="0">
                <a:pos x="271" y="266"/>
              </a:cxn>
              <a:cxn ang="0">
                <a:pos x="230" y="141"/>
              </a:cxn>
              <a:cxn ang="0">
                <a:pos x="314" y="135"/>
              </a:cxn>
              <a:cxn ang="0">
                <a:pos x="345" y="57"/>
              </a:cxn>
              <a:cxn ang="0">
                <a:pos x="452" y="135"/>
              </a:cxn>
              <a:cxn ang="0">
                <a:pos x="653" y="103"/>
              </a:cxn>
              <a:cxn ang="0">
                <a:pos x="638" y="156"/>
              </a:cxn>
              <a:cxn ang="0">
                <a:pos x="635" y="163"/>
              </a:cxn>
              <a:cxn ang="0">
                <a:pos x="627" y="179"/>
              </a:cxn>
              <a:cxn ang="0">
                <a:pos x="598" y="226"/>
              </a:cxn>
              <a:cxn ang="0">
                <a:pos x="591" y="234"/>
              </a:cxn>
              <a:cxn ang="0">
                <a:pos x="563" y="263"/>
              </a:cxn>
              <a:cxn ang="0">
                <a:pos x="497" y="307"/>
              </a:cxn>
              <a:cxn ang="0">
                <a:pos x="654" y="97"/>
              </a:cxn>
              <a:cxn ang="0">
                <a:pos x="653" y="103"/>
              </a:cxn>
            </a:cxnLst>
            <a:rect l="0" t="0" r="r" b="b"/>
            <a:pathLst>
              <a:path w="683" h="662">
                <a:moveTo>
                  <a:pt x="680" y="78"/>
                </a:moveTo>
                <a:cubicBezTo>
                  <a:pt x="678" y="75"/>
                  <a:pt x="675" y="73"/>
                  <a:pt x="671" y="73"/>
                </a:cubicBezTo>
                <a:cubicBezTo>
                  <a:pt x="580" y="73"/>
                  <a:pt x="580" y="73"/>
                  <a:pt x="580" y="73"/>
                </a:cubicBezTo>
                <a:cubicBezTo>
                  <a:pt x="577" y="49"/>
                  <a:pt x="571" y="32"/>
                  <a:pt x="569" y="25"/>
                </a:cubicBezTo>
                <a:cubicBezTo>
                  <a:pt x="572" y="23"/>
                  <a:pt x="574" y="20"/>
                  <a:pt x="576" y="18"/>
                </a:cubicBezTo>
                <a:cubicBezTo>
                  <a:pt x="580" y="14"/>
                  <a:pt x="580" y="8"/>
                  <a:pt x="576" y="4"/>
                </a:cubicBezTo>
                <a:cubicBezTo>
                  <a:pt x="575" y="3"/>
                  <a:pt x="574" y="2"/>
                  <a:pt x="572" y="1"/>
                </a:cubicBezTo>
                <a:cubicBezTo>
                  <a:pt x="571" y="1"/>
                  <a:pt x="569" y="0"/>
                  <a:pt x="567" y="0"/>
                </a:cubicBezTo>
                <a:cubicBezTo>
                  <a:pt x="116" y="0"/>
                  <a:pt x="116" y="0"/>
                  <a:pt x="116" y="0"/>
                </a:cubicBezTo>
                <a:cubicBezTo>
                  <a:pt x="114" y="0"/>
                  <a:pt x="112" y="1"/>
                  <a:pt x="111" y="1"/>
                </a:cubicBezTo>
                <a:cubicBezTo>
                  <a:pt x="109" y="2"/>
                  <a:pt x="108" y="3"/>
                  <a:pt x="107" y="4"/>
                </a:cubicBezTo>
                <a:cubicBezTo>
                  <a:pt x="103" y="8"/>
                  <a:pt x="103" y="14"/>
                  <a:pt x="107" y="18"/>
                </a:cubicBezTo>
                <a:cubicBezTo>
                  <a:pt x="109" y="20"/>
                  <a:pt x="111" y="23"/>
                  <a:pt x="114" y="25"/>
                </a:cubicBezTo>
                <a:cubicBezTo>
                  <a:pt x="112" y="32"/>
                  <a:pt x="107" y="49"/>
                  <a:pt x="103" y="73"/>
                </a:cubicBezTo>
                <a:cubicBezTo>
                  <a:pt x="13" y="73"/>
                  <a:pt x="13" y="73"/>
                  <a:pt x="13" y="73"/>
                </a:cubicBezTo>
                <a:cubicBezTo>
                  <a:pt x="8" y="73"/>
                  <a:pt x="6" y="75"/>
                  <a:pt x="4" y="77"/>
                </a:cubicBezTo>
                <a:cubicBezTo>
                  <a:pt x="1" y="79"/>
                  <a:pt x="0" y="82"/>
                  <a:pt x="0" y="85"/>
                </a:cubicBezTo>
                <a:cubicBezTo>
                  <a:pt x="5" y="147"/>
                  <a:pt x="28" y="206"/>
                  <a:pt x="67" y="254"/>
                </a:cubicBezTo>
                <a:cubicBezTo>
                  <a:pt x="108" y="304"/>
                  <a:pt x="165" y="341"/>
                  <a:pt x="228" y="357"/>
                </a:cubicBezTo>
                <a:cubicBezTo>
                  <a:pt x="225" y="368"/>
                  <a:pt x="224" y="385"/>
                  <a:pt x="241" y="392"/>
                </a:cubicBezTo>
                <a:cubicBezTo>
                  <a:pt x="253" y="397"/>
                  <a:pt x="266" y="403"/>
                  <a:pt x="275" y="413"/>
                </a:cubicBezTo>
                <a:cubicBezTo>
                  <a:pt x="284" y="423"/>
                  <a:pt x="281" y="435"/>
                  <a:pt x="271" y="444"/>
                </a:cubicBezTo>
                <a:cubicBezTo>
                  <a:pt x="268" y="447"/>
                  <a:pt x="267" y="450"/>
                  <a:pt x="268" y="455"/>
                </a:cubicBezTo>
                <a:cubicBezTo>
                  <a:pt x="292" y="590"/>
                  <a:pt x="292" y="590"/>
                  <a:pt x="292" y="590"/>
                </a:cubicBezTo>
                <a:cubicBezTo>
                  <a:pt x="269" y="590"/>
                  <a:pt x="269" y="590"/>
                  <a:pt x="269" y="590"/>
                </a:cubicBezTo>
                <a:cubicBezTo>
                  <a:pt x="264" y="590"/>
                  <a:pt x="258" y="591"/>
                  <a:pt x="254" y="594"/>
                </a:cubicBezTo>
                <a:cubicBezTo>
                  <a:pt x="212" y="617"/>
                  <a:pt x="212" y="617"/>
                  <a:pt x="212" y="617"/>
                </a:cubicBezTo>
                <a:cubicBezTo>
                  <a:pt x="208" y="619"/>
                  <a:pt x="204" y="624"/>
                  <a:pt x="204" y="629"/>
                </a:cubicBezTo>
                <a:cubicBezTo>
                  <a:pt x="204" y="654"/>
                  <a:pt x="204" y="654"/>
                  <a:pt x="204" y="654"/>
                </a:cubicBezTo>
                <a:cubicBezTo>
                  <a:pt x="204" y="659"/>
                  <a:pt x="208" y="662"/>
                  <a:pt x="213" y="662"/>
                </a:cubicBezTo>
                <a:cubicBezTo>
                  <a:pt x="471" y="662"/>
                  <a:pt x="471" y="662"/>
                  <a:pt x="471" y="662"/>
                </a:cubicBezTo>
                <a:cubicBezTo>
                  <a:pt x="475" y="662"/>
                  <a:pt x="479" y="659"/>
                  <a:pt x="479" y="654"/>
                </a:cubicBezTo>
                <a:cubicBezTo>
                  <a:pt x="479" y="628"/>
                  <a:pt x="479" y="628"/>
                  <a:pt x="479" y="628"/>
                </a:cubicBezTo>
                <a:cubicBezTo>
                  <a:pt x="479" y="624"/>
                  <a:pt x="476" y="619"/>
                  <a:pt x="472" y="617"/>
                </a:cubicBezTo>
                <a:cubicBezTo>
                  <a:pt x="461" y="611"/>
                  <a:pt x="440" y="600"/>
                  <a:pt x="429" y="594"/>
                </a:cubicBezTo>
                <a:cubicBezTo>
                  <a:pt x="426" y="591"/>
                  <a:pt x="419" y="590"/>
                  <a:pt x="414" y="590"/>
                </a:cubicBezTo>
                <a:cubicBezTo>
                  <a:pt x="392" y="590"/>
                  <a:pt x="392" y="590"/>
                  <a:pt x="392" y="590"/>
                </a:cubicBezTo>
                <a:cubicBezTo>
                  <a:pt x="392" y="590"/>
                  <a:pt x="415" y="456"/>
                  <a:pt x="416" y="455"/>
                </a:cubicBezTo>
                <a:cubicBezTo>
                  <a:pt x="416" y="452"/>
                  <a:pt x="416" y="448"/>
                  <a:pt x="414" y="446"/>
                </a:cubicBezTo>
                <a:cubicBezTo>
                  <a:pt x="411" y="443"/>
                  <a:pt x="408" y="440"/>
                  <a:pt x="406" y="437"/>
                </a:cubicBezTo>
                <a:cubicBezTo>
                  <a:pt x="403" y="432"/>
                  <a:pt x="402" y="427"/>
                  <a:pt x="403" y="421"/>
                </a:cubicBezTo>
                <a:cubicBezTo>
                  <a:pt x="407" y="409"/>
                  <a:pt x="421" y="402"/>
                  <a:pt x="431" y="397"/>
                </a:cubicBezTo>
                <a:cubicBezTo>
                  <a:pt x="435" y="395"/>
                  <a:pt x="438" y="394"/>
                  <a:pt x="442" y="392"/>
                </a:cubicBezTo>
                <a:cubicBezTo>
                  <a:pt x="460" y="385"/>
                  <a:pt x="458" y="368"/>
                  <a:pt x="455" y="357"/>
                </a:cubicBezTo>
                <a:cubicBezTo>
                  <a:pt x="518" y="340"/>
                  <a:pt x="575" y="304"/>
                  <a:pt x="616" y="254"/>
                </a:cubicBezTo>
                <a:cubicBezTo>
                  <a:pt x="655" y="206"/>
                  <a:pt x="679" y="147"/>
                  <a:pt x="683" y="85"/>
                </a:cubicBezTo>
                <a:cubicBezTo>
                  <a:pt x="683" y="83"/>
                  <a:pt x="682" y="80"/>
                  <a:pt x="680" y="78"/>
                </a:cubicBezTo>
                <a:close/>
                <a:moveTo>
                  <a:pt x="146" y="288"/>
                </a:moveTo>
                <a:cubicBezTo>
                  <a:pt x="133" y="279"/>
                  <a:pt x="125" y="273"/>
                  <a:pt x="114" y="263"/>
                </a:cubicBezTo>
                <a:cubicBezTo>
                  <a:pt x="108" y="257"/>
                  <a:pt x="101" y="251"/>
                  <a:pt x="95" y="244"/>
                </a:cubicBezTo>
                <a:cubicBezTo>
                  <a:pt x="91" y="241"/>
                  <a:pt x="88" y="237"/>
                  <a:pt x="85" y="234"/>
                </a:cubicBezTo>
                <a:cubicBezTo>
                  <a:pt x="84" y="232"/>
                  <a:pt x="82" y="230"/>
                  <a:pt x="81" y="229"/>
                </a:cubicBezTo>
                <a:cubicBezTo>
                  <a:pt x="80" y="228"/>
                  <a:pt x="80" y="227"/>
                  <a:pt x="79" y="226"/>
                </a:cubicBezTo>
                <a:cubicBezTo>
                  <a:pt x="79" y="226"/>
                  <a:pt x="78" y="225"/>
                  <a:pt x="78" y="224"/>
                </a:cubicBezTo>
                <a:cubicBezTo>
                  <a:pt x="67" y="210"/>
                  <a:pt x="57" y="195"/>
                  <a:pt x="49" y="179"/>
                </a:cubicBezTo>
                <a:cubicBezTo>
                  <a:pt x="47" y="175"/>
                  <a:pt x="45" y="171"/>
                  <a:pt x="43" y="166"/>
                </a:cubicBezTo>
                <a:cubicBezTo>
                  <a:pt x="42" y="163"/>
                  <a:pt x="42" y="163"/>
                  <a:pt x="42" y="163"/>
                </a:cubicBezTo>
                <a:cubicBezTo>
                  <a:pt x="42" y="163"/>
                  <a:pt x="41" y="161"/>
                  <a:pt x="41" y="161"/>
                </a:cubicBezTo>
                <a:cubicBezTo>
                  <a:pt x="40" y="159"/>
                  <a:pt x="40" y="158"/>
                  <a:pt x="39" y="156"/>
                </a:cubicBezTo>
                <a:cubicBezTo>
                  <a:pt x="36" y="147"/>
                  <a:pt x="33" y="139"/>
                  <a:pt x="30" y="130"/>
                </a:cubicBezTo>
                <a:cubicBezTo>
                  <a:pt x="28" y="121"/>
                  <a:pt x="26" y="112"/>
                  <a:pt x="24" y="103"/>
                </a:cubicBezTo>
                <a:cubicBezTo>
                  <a:pt x="24" y="101"/>
                  <a:pt x="23" y="99"/>
                  <a:pt x="23" y="97"/>
                </a:cubicBezTo>
                <a:cubicBezTo>
                  <a:pt x="97" y="97"/>
                  <a:pt x="97" y="97"/>
                  <a:pt x="97" y="97"/>
                </a:cubicBezTo>
                <a:cubicBezTo>
                  <a:pt x="93" y="159"/>
                  <a:pt x="105" y="244"/>
                  <a:pt x="180" y="307"/>
                </a:cubicBezTo>
                <a:cubicBezTo>
                  <a:pt x="168" y="301"/>
                  <a:pt x="156" y="295"/>
                  <a:pt x="146" y="288"/>
                </a:cubicBezTo>
                <a:close/>
                <a:moveTo>
                  <a:pt x="453" y="141"/>
                </a:moveTo>
                <a:cubicBezTo>
                  <a:pt x="388" y="188"/>
                  <a:pt x="388" y="188"/>
                  <a:pt x="388" y="188"/>
                </a:cubicBezTo>
                <a:cubicBezTo>
                  <a:pt x="413" y="266"/>
                  <a:pt x="413" y="266"/>
                  <a:pt x="413" y="266"/>
                </a:cubicBezTo>
                <a:cubicBezTo>
                  <a:pt x="415" y="271"/>
                  <a:pt x="412" y="273"/>
                  <a:pt x="408" y="270"/>
                </a:cubicBezTo>
                <a:cubicBezTo>
                  <a:pt x="342" y="222"/>
                  <a:pt x="342" y="222"/>
                  <a:pt x="342" y="222"/>
                </a:cubicBezTo>
                <a:cubicBezTo>
                  <a:pt x="276" y="270"/>
                  <a:pt x="276" y="270"/>
                  <a:pt x="276" y="270"/>
                </a:cubicBezTo>
                <a:cubicBezTo>
                  <a:pt x="271" y="273"/>
                  <a:pt x="269" y="271"/>
                  <a:pt x="271" y="266"/>
                </a:cubicBezTo>
                <a:cubicBezTo>
                  <a:pt x="296" y="188"/>
                  <a:pt x="296" y="188"/>
                  <a:pt x="296" y="188"/>
                </a:cubicBezTo>
                <a:cubicBezTo>
                  <a:pt x="230" y="141"/>
                  <a:pt x="230" y="141"/>
                  <a:pt x="230" y="141"/>
                </a:cubicBezTo>
                <a:cubicBezTo>
                  <a:pt x="225" y="137"/>
                  <a:pt x="226" y="135"/>
                  <a:pt x="232" y="135"/>
                </a:cubicBezTo>
                <a:cubicBezTo>
                  <a:pt x="314" y="135"/>
                  <a:pt x="314" y="135"/>
                  <a:pt x="314" y="135"/>
                </a:cubicBezTo>
                <a:cubicBezTo>
                  <a:pt x="339" y="57"/>
                  <a:pt x="339" y="57"/>
                  <a:pt x="339" y="57"/>
                </a:cubicBezTo>
                <a:cubicBezTo>
                  <a:pt x="340" y="52"/>
                  <a:pt x="343" y="52"/>
                  <a:pt x="345" y="57"/>
                </a:cubicBezTo>
                <a:cubicBezTo>
                  <a:pt x="370" y="135"/>
                  <a:pt x="370" y="135"/>
                  <a:pt x="370" y="135"/>
                </a:cubicBezTo>
                <a:cubicBezTo>
                  <a:pt x="452" y="135"/>
                  <a:pt x="452" y="135"/>
                  <a:pt x="452" y="135"/>
                </a:cubicBezTo>
                <a:cubicBezTo>
                  <a:pt x="457" y="134"/>
                  <a:pt x="458" y="137"/>
                  <a:pt x="453" y="141"/>
                </a:cubicBezTo>
                <a:close/>
                <a:moveTo>
                  <a:pt x="653" y="103"/>
                </a:moveTo>
                <a:cubicBezTo>
                  <a:pt x="651" y="112"/>
                  <a:pt x="649" y="121"/>
                  <a:pt x="647" y="130"/>
                </a:cubicBezTo>
                <a:cubicBezTo>
                  <a:pt x="644" y="139"/>
                  <a:pt x="641" y="147"/>
                  <a:pt x="638" y="156"/>
                </a:cubicBezTo>
                <a:cubicBezTo>
                  <a:pt x="637" y="158"/>
                  <a:pt x="636" y="159"/>
                  <a:pt x="636" y="161"/>
                </a:cubicBezTo>
                <a:cubicBezTo>
                  <a:pt x="636" y="161"/>
                  <a:pt x="635" y="163"/>
                  <a:pt x="635" y="163"/>
                </a:cubicBezTo>
                <a:cubicBezTo>
                  <a:pt x="634" y="166"/>
                  <a:pt x="634" y="166"/>
                  <a:pt x="634" y="166"/>
                </a:cubicBezTo>
                <a:cubicBezTo>
                  <a:pt x="632" y="171"/>
                  <a:pt x="630" y="175"/>
                  <a:pt x="627" y="179"/>
                </a:cubicBezTo>
                <a:cubicBezTo>
                  <a:pt x="619" y="195"/>
                  <a:pt x="610" y="210"/>
                  <a:pt x="599" y="224"/>
                </a:cubicBezTo>
                <a:cubicBezTo>
                  <a:pt x="599" y="225"/>
                  <a:pt x="598" y="226"/>
                  <a:pt x="598" y="226"/>
                </a:cubicBezTo>
                <a:cubicBezTo>
                  <a:pt x="597" y="227"/>
                  <a:pt x="596" y="228"/>
                  <a:pt x="596" y="229"/>
                </a:cubicBezTo>
                <a:cubicBezTo>
                  <a:pt x="594" y="230"/>
                  <a:pt x="593" y="232"/>
                  <a:pt x="591" y="234"/>
                </a:cubicBezTo>
                <a:cubicBezTo>
                  <a:pt x="588" y="237"/>
                  <a:pt x="585" y="241"/>
                  <a:pt x="582" y="244"/>
                </a:cubicBezTo>
                <a:cubicBezTo>
                  <a:pt x="576" y="251"/>
                  <a:pt x="569" y="257"/>
                  <a:pt x="563" y="263"/>
                </a:cubicBezTo>
                <a:cubicBezTo>
                  <a:pt x="551" y="273"/>
                  <a:pt x="544" y="279"/>
                  <a:pt x="531" y="288"/>
                </a:cubicBezTo>
                <a:cubicBezTo>
                  <a:pt x="520" y="295"/>
                  <a:pt x="509" y="301"/>
                  <a:pt x="497" y="307"/>
                </a:cubicBezTo>
                <a:cubicBezTo>
                  <a:pt x="571" y="244"/>
                  <a:pt x="584" y="159"/>
                  <a:pt x="580" y="97"/>
                </a:cubicBezTo>
                <a:cubicBezTo>
                  <a:pt x="654" y="97"/>
                  <a:pt x="654" y="97"/>
                  <a:pt x="654" y="97"/>
                </a:cubicBezTo>
                <a:cubicBezTo>
                  <a:pt x="653" y="99"/>
                  <a:pt x="653" y="101"/>
                  <a:pt x="653" y="103"/>
                </a:cubicBezTo>
                <a:close/>
                <a:moveTo>
                  <a:pt x="653" y="103"/>
                </a:moveTo>
                <a:cubicBezTo>
                  <a:pt x="653" y="103"/>
                  <a:pt x="653" y="103"/>
                  <a:pt x="653" y="10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Text Placeholder 3"/>
          <p:cNvSpPr txBox="1">
            <a:spLocks/>
          </p:cNvSpPr>
          <p:nvPr/>
        </p:nvSpPr>
        <p:spPr>
          <a:xfrm>
            <a:off x="4418970" y="1804247"/>
            <a:ext cx="229230"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01</a:t>
            </a:r>
          </a:p>
        </p:txBody>
      </p:sp>
      <p:sp>
        <p:nvSpPr>
          <p:cNvPr id="39" name="Text Placeholder 3"/>
          <p:cNvSpPr txBox="1">
            <a:spLocks/>
          </p:cNvSpPr>
          <p:nvPr/>
        </p:nvSpPr>
        <p:spPr>
          <a:xfrm>
            <a:off x="4418970" y="2473412"/>
            <a:ext cx="229230"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02</a:t>
            </a:r>
          </a:p>
        </p:txBody>
      </p:sp>
      <p:sp>
        <p:nvSpPr>
          <p:cNvPr id="40" name="Text Placeholder 3"/>
          <p:cNvSpPr txBox="1">
            <a:spLocks/>
          </p:cNvSpPr>
          <p:nvPr/>
        </p:nvSpPr>
        <p:spPr>
          <a:xfrm>
            <a:off x="4418970" y="3162832"/>
            <a:ext cx="229230"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03</a:t>
            </a:r>
          </a:p>
        </p:txBody>
      </p:sp>
      <p:sp>
        <p:nvSpPr>
          <p:cNvPr id="41" name="Text Placeholder 3"/>
          <p:cNvSpPr txBox="1">
            <a:spLocks/>
          </p:cNvSpPr>
          <p:nvPr/>
        </p:nvSpPr>
        <p:spPr>
          <a:xfrm>
            <a:off x="4418970" y="3780110"/>
            <a:ext cx="229230"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04</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p:cTn id="12" dur="500" fill="hold"/>
                                        <p:tgtEl>
                                          <p:spTgt spid="38"/>
                                        </p:tgtEl>
                                        <p:attrNameLst>
                                          <p:attrName>ppt_w</p:attrName>
                                        </p:attrNameLst>
                                      </p:cBhvr>
                                      <p:tavLst>
                                        <p:tav tm="0">
                                          <p:val>
                                            <p:fltVal val="0"/>
                                          </p:val>
                                        </p:tav>
                                        <p:tav tm="100000">
                                          <p:val>
                                            <p:strVal val="#ppt_w"/>
                                          </p:val>
                                        </p:tav>
                                      </p:tavLst>
                                    </p:anim>
                                    <p:anim calcmode="lin" valueType="num">
                                      <p:cBhvr>
                                        <p:cTn id="13" dur="500" fill="hold"/>
                                        <p:tgtEl>
                                          <p:spTgt spid="38"/>
                                        </p:tgtEl>
                                        <p:attrNameLst>
                                          <p:attrName>ppt_h</p:attrName>
                                        </p:attrNameLst>
                                      </p:cBhvr>
                                      <p:tavLst>
                                        <p:tav tm="0">
                                          <p:val>
                                            <p:fltVal val="0"/>
                                          </p:val>
                                        </p:tav>
                                        <p:tav tm="100000">
                                          <p:val>
                                            <p:strVal val="#ppt_h"/>
                                          </p:val>
                                        </p:tav>
                                      </p:tavLst>
                                    </p:anim>
                                    <p:animEffect transition="in" filter="fade">
                                      <p:cBhvr>
                                        <p:cTn id="14" dur="500"/>
                                        <p:tgtEl>
                                          <p:spTgt spid="38"/>
                                        </p:tgtEl>
                                      </p:cBhvr>
                                    </p:animEffect>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childTnLst>
                          </p:cTn>
                        </p:par>
                        <p:par>
                          <p:cTn id="21" fill="hold">
                            <p:stCondLst>
                              <p:cond delay="1500"/>
                            </p:stCondLst>
                            <p:childTnLst>
                              <p:par>
                                <p:cTn id="22" presetID="2" presetClass="entr" presetSubtype="8" accel="50000" decel="5000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0-#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wipe(left)">
                                      <p:cBhvr>
                                        <p:cTn id="29" dur="500"/>
                                        <p:tgtEl>
                                          <p:spTgt spid="13"/>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p:cTn id="33" dur="500" fill="hold"/>
                                        <p:tgtEl>
                                          <p:spTgt spid="39"/>
                                        </p:tgtEl>
                                        <p:attrNameLst>
                                          <p:attrName>ppt_w</p:attrName>
                                        </p:attrNameLst>
                                      </p:cBhvr>
                                      <p:tavLst>
                                        <p:tav tm="0">
                                          <p:val>
                                            <p:fltVal val="0"/>
                                          </p:val>
                                        </p:tav>
                                        <p:tav tm="100000">
                                          <p:val>
                                            <p:strVal val="#ppt_w"/>
                                          </p:val>
                                        </p:tav>
                                      </p:tavLst>
                                    </p:anim>
                                    <p:anim calcmode="lin" valueType="num">
                                      <p:cBhvr>
                                        <p:cTn id="34" dur="500" fill="hold"/>
                                        <p:tgtEl>
                                          <p:spTgt spid="39"/>
                                        </p:tgtEl>
                                        <p:attrNameLst>
                                          <p:attrName>ppt_h</p:attrName>
                                        </p:attrNameLst>
                                      </p:cBhvr>
                                      <p:tavLst>
                                        <p:tav tm="0">
                                          <p:val>
                                            <p:fltVal val="0"/>
                                          </p:val>
                                        </p:tav>
                                        <p:tav tm="100000">
                                          <p:val>
                                            <p:strVal val="#ppt_h"/>
                                          </p:val>
                                        </p:tav>
                                      </p:tavLst>
                                    </p:anim>
                                    <p:animEffect transition="in" filter="fade">
                                      <p:cBhvr>
                                        <p:cTn id="35" dur="500"/>
                                        <p:tgtEl>
                                          <p:spTgt spid="39"/>
                                        </p:tgtEl>
                                      </p:cBhvr>
                                    </p:animEffect>
                                  </p:childTnLst>
                                </p:cTn>
                              </p:par>
                            </p:childTnLst>
                          </p:cTn>
                        </p:par>
                        <p:par>
                          <p:cTn id="36" fill="hold">
                            <p:stCondLst>
                              <p:cond delay="3000"/>
                            </p:stCondLst>
                            <p:childTnLst>
                              <p:par>
                                <p:cTn id="37" presetID="53" presetClass="entr" presetSubtype="0" fill="hold" grpId="0" nodeType="afterEffect">
                                  <p:stCondLst>
                                    <p:cond delay="0"/>
                                  </p:stCondLst>
                                  <p:childTnLst>
                                    <p:set>
                                      <p:cBhvr>
                                        <p:cTn id="38" dur="1" fill="hold">
                                          <p:stCondLst>
                                            <p:cond delay="0"/>
                                          </p:stCondLst>
                                        </p:cTn>
                                        <p:tgtEl>
                                          <p:spTgt spid="36"/>
                                        </p:tgtEl>
                                        <p:attrNameLst>
                                          <p:attrName>style.visibility</p:attrName>
                                        </p:attrNameLst>
                                      </p:cBhvr>
                                      <p:to>
                                        <p:strVal val="visible"/>
                                      </p:to>
                                    </p:set>
                                    <p:anim calcmode="lin" valueType="num">
                                      <p:cBhvr>
                                        <p:cTn id="39" dur="500" fill="hold"/>
                                        <p:tgtEl>
                                          <p:spTgt spid="36"/>
                                        </p:tgtEl>
                                        <p:attrNameLst>
                                          <p:attrName>ppt_w</p:attrName>
                                        </p:attrNameLst>
                                      </p:cBhvr>
                                      <p:tavLst>
                                        <p:tav tm="0">
                                          <p:val>
                                            <p:fltVal val="0"/>
                                          </p:val>
                                        </p:tav>
                                        <p:tav tm="100000">
                                          <p:val>
                                            <p:strVal val="#ppt_w"/>
                                          </p:val>
                                        </p:tav>
                                      </p:tavLst>
                                    </p:anim>
                                    <p:anim calcmode="lin" valueType="num">
                                      <p:cBhvr>
                                        <p:cTn id="40" dur="500" fill="hold"/>
                                        <p:tgtEl>
                                          <p:spTgt spid="36"/>
                                        </p:tgtEl>
                                        <p:attrNameLst>
                                          <p:attrName>ppt_h</p:attrName>
                                        </p:attrNameLst>
                                      </p:cBhvr>
                                      <p:tavLst>
                                        <p:tav tm="0">
                                          <p:val>
                                            <p:fltVal val="0"/>
                                          </p:val>
                                        </p:tav>
                                        <p:tav tm="100000">
                                          <p:val>
                                            <p:strVal val="#ppt_h"/>
                                          </p:val>
                                        </p:tav>
                                      </p:tavLst>
                                    </p:anim>
                                    <p:animEffect transition="in" filter="fade">
                                      <p:cBhvr>
                                        <p:cTn id="41" dur="500"/>
                                        <p:tgtEl>
                                          <p:spTgt spid="36"/>
                                        </p:tgtEl>
                                      </p:cBhvr>
                                    </p:animEffect>
                                  </p:childTnLst>
                                </p:cTn>
                              </p:par>
                            </p:childTnLst>
                          </p:cTn>
                        </p:par>
                        <p:par>
                          <p:cTn id="42" fill="hold">
                            <p:stCondLst>
                              <p:cond delay="3500"/>
                            </p:stCondLst>
                            <p:childTnLst>
                              <p:par>
                                <p:cTn id="43" presetID="2" presetClass="entr" presetSubtype="2" accel="50000" decel="50000"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fill="hold"/>
                                        <p:tgtEl>
                                          <p:spTgt spid="9"/>
                                        </p:tgtEl>
                                        <p:attrNameLst>
                                          <p:attrName>ppt_x</p:attrName>
                                        </p:attrNameLst>
                                      </p:cBhvr>
                                      <p:tavLst>
                                        <p:tav tm="0">
                                          <p:val>
                                            <p:strVal val="1+#ppt_w/2"/>
                                          </p:val>
                                        </p:tav>
                                        <p:tav tm="100000">
                                          <p:val>
                                            <p:strVal val="#ppt_x"/>
                                          </p:val>
                                        </p:tav>
                                      </p:tavLst>
                                    </p:anim>
                                    <p:anim calcmode="lin" valueType="num">
                                      <p:cBhvr additive="base">
                                        <p:cTn id="46" dur="500" fill="hold"/>
                                        <p:tgtEl>
                                          <p:spTgt spid="9"/>
                                        </p:tgtEl>
                                        <p:attrNameLst>
                                          <p:attrName>ppt_y</p:attrName>
                                        </p:attrNameLst>
                                      </p:cBhvr>
                                      <p:tavLst>
                                        <p:tav tm="0">
                                          <p:val>
                                            <p:strVal val="#ppt_y"/>
                                          </p:val>
                                        </p:tav>
                                        <p:tav tm="100000">
                                          <p:val>
                                            <p:strVal val="#ppt_y"/>
                                          </p:val>
                                        </p:tav>
                                      </p:tavLst>
                                    </p:anim>
                                  </p:childTnLst>
                                </p:cTn>
                              </p:par>
                            </p:childTnLst>
                          </p:cTn>
                        </p:par>
                        <p:par>
                          <p:cTn id="47" fill="hold">
                            <p:stCondLst>
                              <p:cond delay="4000"/>
                            </p:stCondLst>
                            <p:childTnLst>
                              <p:par>
                                <p:cTn id="48" presetID="22" presetClass="entr" presetSubtype="2" fill="hold" grpId="0" nodeType="after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wipe(right)">
                                      <p:cBhvr>
                                        <p:cTn id="50" dur="500"/>
                                        <p:tgtEl>
                                          <p:spTgt spid="17"/>
                                        </p:tgtEl>
                                      </p:cBhvr>
                                    </p:animEffect>
                                  </p:childTnLst>
                                </p:cTn>
                              </p:par>
                            </p:childTnLst>
                          </p:cTn>
                        </p:par>
                        <p:par>
                          <p:cTn id="51" fill="hold">
                            <p:stCondLst>
                              <p:cond delay="4500"/>
                            </p:stCondLst>
                            <p:childTnLst>
                              <p:par>
                                <p:cTn id="52" presetID="53" presetClass="entr" presetSubtype="0" fill="hold" grpId="0" nodeType="afterEffect">
                                  <p:stCondLst>
                                    <p:cond delay="0"/>
                                  </p:stCondLst>
                                  <p:childTnLst>
                                    <p:set>
                                      <p:cBhvr>
                                        <p:cTn id="53" dur="1" fill="hold">
                                          <p:stCondLst>
                                            <p:cond delay="0"/>
                                          </p:stCondLst>
                                        </p:cTn>
                                        <p:tgtEl>
                                          <p:spTgt spid="40"/>
                                        </p:tgtEl>
                                        <p:attrNameLst>
                                          <p:attrName>style.visibility</p:attrName>
                                        </p:attrNameLst>
                                      </p:cBhvr>
                                      <p:to>
                                        <p:strVal val="visible"/>
                                      </p:to>
                                    </p:set>
                                    <p:anim calcmode="lin" valueType="num">
                                      <p:cBhvr>
                                        <p:cTn id="54" dur="500" fill="hold"/>
                                        <p:tgtEl>
                                          <p:spTgt spid="40"/>
                                        </p:tgtEl>
                                        <p:attrNameLst>
                                          <p:attrName>ppt_w</p:attrName>
                                        </p:attrNameLst>
                                      </p:cBhvr>
                                      <p:tavLst>
                                        <p:tav tm="0">
                                          <p:val>
                                            <p:fltVal val="0"/>
                                          </p:val>
                                        </p:tav>
                                        <p:tav tm="100000">
                                          <p:val>
                                            <p:strVal val="#ppt_w"/>
                                          </p:val>
                                        </p:tav>
                                      </p:tavLst>
                                    </p:anim>
                                    <p:anim calcmode="lin" valueType="num">
                                      <p:cBhvr>
                                        <p:cTn id="55" dur="500" fill="hold"/>
                                        <p:tgtEl>
                                          <p:spTgt spid="40"/>
                                        </p:tgtEl>
                                        <p:attrNameLst>
                                          <p:attrName>ppt_h</p:attrName>
                                        </p:attrNameLst>
                                      </p:cBhvr>
                                      <p:tavLst>
                                        <p:tav tm="0">
                                          <p:val>
                                            <p:fltVal val="0"/>
                                          </p:val>
                                        </p:tav>
                                        <p:tav tm="100000">
                                          <p:val>
                                            <p:strVal val="#ppt_h"/>
                                          </p:val>
                                        </p:tav>
                                      </p:tavLst>
                                    </p:anim>
                                    <p:animEffect transition="in" filter="fade">
                                      <p:cBhvr>
                                        <p:cTn id="56" dur="500"/>
                                        <p:tgtEl>
                                          <p:spTgt spid="40"/>
                                        </p:tgtEl>
                                      </p:cBhvr>
                                    </p:animEffect>
                                  </p:childTnLst>
                                </p:cTn>
                              </p:par>
                            </p:childTnLst>
                          </p:cTn>
                        </p:par>
                        <p:par>
                          <p:cTn id="57" fill="hold">
                            <p:stCondLst>
                              <p:cond delay="5000"/>
                            </p:stCondLst>
                            <p:childTnLst>
                              <p:par>
                                <p:cTn id="58" presetID="53" presetClass="entr" presetSubtype="0" fill="hold" grpId="0" nodeType="afterEffect">
                                  <p:stCondLst>
                                    <p:cond delay="0"/>
                                  </p:stCondLst>
                                  <p:childTnLst>
                                    <p:set>
                                      <p:cBhvr>
                                        <p:cTn id="59" dur="1" fill="hold">
                                          <p:stCondLst>
                                            <p:cond delay="0"/>
                                          </p:stCondLst>
                                        </p:cTn>
                                        <p:tgtEl>
                                          <p:spTgt spid="32"/>
                                        </p:tgtEl>
                                        <p:attrNameLst>
                                          <p:attrName>style.visibility</p:attrName>
                                        </p:attrNameLst>
                                      </p:cBhvr>
                                      <p:to>
                                        <p:strVal val="visible"/>
                                      </p:to>
                                    </p:set>
                                    <p:anim calcmode="lin" valueType="num">
                                      <p:cBhvr>
                                        <p:cTn id="60" dur="500" fill="hold"/>
                                        <p:tgtEl>
                                          <p:spTgt spid="32"/>
                                        </p:tgtEl>
                                        <p:attrNameLst>
                                          <p:attrName>ppt_w</p:attrName>
                                        </p:attrNameLst>
                                      </p:cBhvr>
                                      <p:tavLst>
                                        <p:tav tm="0">
                                          <p:val>
                                            <p:fltVal val="0"/>
                                          </p:val>
                                        </p:tav>
                                        <p:tav tm="100000">
                                          <p:val>
                                            <p:strVal val="#ppt_w"/>
                                          </p:val>
                                        </p:tav>
                                      </p:tavLst>
                                    </p:anim>
                                    <p:anim calcmode="lin" valueType="num">
                                      <p:cBhvr>
                                        <p:cTn id="61" dur="500" fill="hold"/>
                                        <p:tgtEl>
                                          <p:spTgt spid="32"/>
                                        </p:tgtEl>
                                        <p:attrNameLst>
                                          <p:attrName>ppt_h</p:attrName>
                                        </p:attrNameLst>
                                      </p:cBhvr>
                                      <p:tavLst>
                                        <p:tav tm="0">
                                          <p:val>
                                            <p:fltVal val="0"/>
                                          </p:val>
                                        </p:tav>
                                        <p:tav tm="100000">
                                          <p:val>
                                            <p:strVal val="#ppt_h"/>
                                          </p:val>
                                        </p:tav>
                                      </p:tavLst>
                                    </p:anim>
                                    <p:animEffect transition="in" filter="fade">
                                      <p:cBhvr>
                                        <p:cTn id="62" dur="500"/>
                                        <p:tgtEl>
                                          <p:spTgt spid="32"/>
                                        </p:tgtEl>
                                      </p:cBhvr>
                                    </p:animEffect>
                                  </p:childTnLst>
                                </p:cTn>
                              </p:par>
                            </p:childTnLst>
                          </p:cTn>
                        </p:par>
                        <p:par>
                          <p:cTn id="63" fill="hold">
                            <p:stCondLst>
                              <p:cond delay="5500"/>
                            </p:stCondLst>
                            <p:childTnLst>
                              <p:par>
                                <p:cTn id="64" presetID="2" presetClass="entr" presetSubtype="8" accel="50000" decel="50000" fill="hold" nodeType="after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additive="base">
                                        <p:cTn id="66" dur="500" fill="hold"/>
                                        <p:tgtEl>
                                          <p:spTgt spid="10"/>
                                        </p:tgtEl>
                                        <p:attrNameLst>
                                          <p:attrName>ppt_x</p:attrName>
                                        </p:attrNameLst>
                                      </p:cBhvr>
                                      <p:tavLst>
                                        <p:tav tm="0">
                                          <p:val>
                                            <p:strVal val="0-#ppt_w/2"/>
                                          </p:val>
                                        </p:tav>
                                        <p:tav tm="100000">
                                          <p:val>
                                            <p:strVal val="#ppt_x"/>
                                          </p:val>
                                        </p:tav>
                                      </p:tavLst>
                                    </p:anim>
                                    <p:anim calcmode="lin" valueType="num">
                                      <p:cBhvr additive="base">
                                        <p:cTn id="67" dur="500" fill="hold"/>
                                        <p:tgtEl>
                                          <p:spTgt spid="10"/>
                                        </p:tgtEl>
                                        <p:attrNameLst>
                                          <p:attrName>ppt_y</p:attrName>
                                        </p:attrNameLst>
                                      </p:cBhvr>
                                      <p:tavLst>
                                        <p:tav tm="0">
                                          <p:val>
                                            <p:strVal val="#ppt_y"/>
                                          </p:val>
                                        </p:tav>
                                        <p:tav tm="100000">
                                          <p:val>
                                            <p:strVal val="#ppt_y"/>
                                          </p:val>
                                        </p:tav>
                                      </p:tavLst>
                                    </p:anim>
                                  </p:childTnLst>
                                </p:cTn>
                              </p:par>
                            </p:childTnLst>
                          </p:cTn>
                        </p:par>
                        <p:par>
                          <p:cTn id="68" fill="hold">
                            <p:stCondLst>
                              <p:cond delay="6000"/>
                            </p:stCondLst>
                            <p:childTnLst>
                              <p:par>
                                <p:cTn id="69" presetID="2" presetClass="entr" presetSubtype="8" accel="50000" decel="50000" fill="hold" nodeType="after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0-#ppt_w/2"/>
                                          </p:val>
                                        </p:tav>
                                        <p:tav tm="100000">
                                          <p:val>
                                            <p:strVal val="#ppt_x"/>
                                          </p:val>
                                        </p:tav>
                                      </p:tavLst>
                                    </p:anim>
                                    <p:anim calcmode="lin" valueType="num">
                                      <p:cBhvr additive="base">
                                        <p:cTn id="72" dur="500" fill="hold"/>
                                        <p:tgtEl>
                                          <p:spTgt spid="3"/>
                                        </p:tgtEl>
                                        <p:attrNameLst>
                                          <p:attrName>ppt_y</p:attrName>
                                        </p:attrNameLst>
                                      </p:cBhvr>
                                      <p:tavLst>
                                        <p:tav tm="0">
                                          <p:val>
                                            <p:strVal val="#ppt_y"/>
                                          </p:val>
                                        </p:tav>
                                        <p:tav tm="100000">
                                          <p:val>
                                            <p:strVal val="#ppt_y"/>
                                          </p:val>
                                        </p:tav>
                                      </p:tavLst>
                                    </p:anim>
                                  </p:childTnLst>
                                </p:cTn>
                              </p:par>
                            </p:childTnLst>
                          </p:cTn>
                        </p:par>
                        <p:par>
                          <p:cTn id="73" fill="hold">
                            <p:stCondLst>
                              <p:cond delay="6500"/>
                            </p:stCondLst>
                            <p:childTnLst>
                              <p:par>
                                <p:cTn id="74" presetID="53" presetClass="entr" presetSubtype="0" fill="hold" grpId="0" nodeType="afterEffect">
                                  <p:stCondLst>
                                    <p:cond delay="0"/>
                                  </p:stCondLst>
                                  <p:childTnLst>
                                    <p:set>
                                      <p:cBhvr>
                                        <p:cTn id="75" dur="1" fill="hold">
                                          <p:stCondLst>
                                            <p:cond delay="0"/>
                                          </p:stCondLst>
                                        </p:cTn>
                                        <p:tgtEl>
                                          <p:spTgt spid="41"/>
                                        </p:tgtEl>
                                        <p:attrNameLst>
                                          <p:attrName>style.visibility</p:attrName>
                                        </p:attrNameLst>
                                      </p:cBhvr>
                                      <p:to>
                                        <p:strVal val="visible"/>
                                      </p:to>
                                    </p:set>
                                    <p:anim calcmode="lin" valueType="num">
                                      <p:cBhvr>
                                        <p:cTn id="76" dur="500" fill="hold"/>
                                        <p:tgtEl>
                                          <p:spTgt spid="41"/>
                                        </p:tgtEl>
                                        <p:attrNameLst>
                                          <p:attrName>ppt_w</p:attrName>
                                        </p:attrNameLst>
                                      </p:cBhvr>
                                      <p:tavLst>
                                        <p:tav tm="0">
                                          <p:val>
                                            <p:fltVal val="0"/>
                                          </p:val>
                                        </p:tav>
                                        <p:tav tm="100000">
                                          <p:val>
                                            <p:strVal val="#ppt_w"/>
                                          </p:val>
                                        </p:tav>
                                      </p:tavLst>
                                    </p:anim>
                                    <p:anim calcmode="lin" valueType="num">
                                      <p:cBhvr>
                                        <p:cTn id="77" dur="500" fill="hold"/>
                                        <p:tgtEl>
                                          <p:spTgt spid="41"/>
                                        </p:tgtEl>
                                        <p:attrNameLst>
                                          <p:attrName>ppt_h</p:attrName>
                                        </p:attrNameLst>
                                      </p:cBhvr>
                                      <p:tavLst>
                                        <p:tav tm="0">
                                          <p:val>
                                            <p:fltVal val="0"/>
                                          </p:val>
                                        </p:tav>
                                        <p:tav tm="100000">
                                          <p:val>
                                            <p:strVal val="#ppt_h"/>
                                          </p:val>
                                        </p:tav>
                                      </p:tavLst>
                                    </p:anim>
                                    <p:animEffect transition="in" filter="fade">
                                      <p:cBhvr>
                                        <p:cTn id="78" dur="500"/>
                                        <p:tgtEl>
                                          <p:spTgt spid="41"/>
                                        </p:tgtEl>
                                      </p:cBhvr>
                                    </p:animEffect>
                                  </p:childTnLst>
                                </p:cTn>
                              </p:par>
                            </p:childTnLst>
                          </p:cTn>
                        </p:par>
                        <p:par>
                          <p:cTn id="79" fill="hold">
                            <p:stCondLst>
                              <p:cond delay="7000"/>
                            </p:stCondLst>
                            <p:childTnLst>
                              <p:par>
                                <p:cTn id="80" presetID="53" presetClass="entr" presetSubtype="0" fill="hold" grpId="0" nodeType="afterEffect">
                                  <p:stCondLst>
                                    <p:cond delay="0"/>
                                  </p:stCondLst>
                                  <p:childTnLst>
                                    <p:set>
                                      <p:cBhvr>
                                        <p:cTn id="81" dur="1" fill="hold">
                                          <p:stCondLst>
                                            <p:cond delay="0"/>
                                          </p:stCondLst>
                                        </p:cTn>
                                        <p:tgtEl>
                                          <p:spTgt spid="37"/>
                                        </p:tgtEl>
                                        <p:attrNameLst>
                                          <p:attrName>style.visibility</p:attrName>
                                        </p:attrNameLst>
                                      </p:cBhvr>
                                      <p:to>
                                        <p:strVal val="visible"/>
                                      </p:to>
                                    </p:set>
                                    <p:anim calcmode="lin" valueType="num">
                                      <p:cBhvr>
                                        <p:cTn id="82" dur="500" fill="hold"/>
                                        <p:tgtEl>
                                          <p:spTgt spid="37"/>
                                        </p:tgtEl>
                                        <p:attrNameLst>
                                          <p:attrName>ppt_w</p:attrName>
                                        </p:attrNameLst>
                                      </p:cBhvr>
                                      <p:tavLst>
                                        <p:tav tm="0">
                                          <p:val>
                                            <p:fltVal val="0"/>
                                          </p:val>
                                        </p:tav>
                                        <p:tav tm="100000">
                                          <p:val>
                                            <p:strVal val="#ppt_w"/>
                                          </p:val>
                                        </p:tav>
                                      </p:tavLst>
                                    </p:anim>
                                    <p:anim calcmode="lin" valueType="num">
                                      <p:cBhvr>
                                        <p:cTn id="83" dur="500" fill="hold"/>
                                        <p:tgtEl>
                                          <p:spTgt spid="37"/>
                                        </p:tgtEl>
                                        <p:attrNameLst>
                                          <p:attrName>ppt_h</p:attrName>
                                        </p:attrNameLst>
                                      </p:cBhvr>
                                      <p:tavLst>
                                        <p:tav tm="0">
                                          <p:val>
                                            <p:fltVal val="0"/>
                                          </p:val>
                                        </p:tav>
                                        <p:tav tm="100000">
                                          <p:val>
                                            <p:strVal val="#ppt_h"/>
                                          </p:val>
                                        </p:tav>
                                      </p:tavLst>
                                    </p:anim>
                                    <p:animEffect transition="in" filter="fade">
                                      <p:cBhvr>
                                        <p:cTn id="84" dur="500"/>
                                        <p:tgtEl>
                                          <p:spTgt spid="37"/>
                                        </p:tgtEl>
                                      </p:cBhvr>
                                    </p:animEffect>
                                  </p:childTnLst>
                                </p:cTn>
                              </p:par>
                            </p:childTnLst>
                          </p:cTn>
                        </p:par>
                        <p:par>
                          <p:cTn id="85" fill="hold">
                            <p:stCondLst>
                              <p:cond delay="7500"/>
                            </p:stCondLst>
                            <p:childTnLst>
                              <p:par>
                                <p:cTn id="86" presetID="2" presetClass="entr" presetSubtype="2" accel="50000" decel="50000" fill="hold" nodeType="afterEffect">
                                  <p:stCondLst>
                                    <p:cond delay="0"/>
                                  </p:stCondLst>
                                  <p:childTnLst>
                                    <p:set>
                                      <p:cBhvr>
                                        <p:cTn id="87" dur="1" fill="hold">
                                          <p:stCondLst>
                                            <p:cond delay="0"/>
                                          </p:stCondLst>
                                        </p:cTn>
                                        <p:tgtEl>
                                          <p:spTgt spid="11"/>
                                        </p:tgtEl>
                                        <p:attrNameLst>
                                          <p:attrName>style.visibility</p:attrName>
                                        </p:attrNameLst>
                                      </p:cBhvr>
                                      <p:to>
                                        <p:strVal val="visible"/>
                                      </p:to>
                                    </p:set>
                                    <p:anim calcmode="lin" valueType="num">
                                      <p:cBhvr additive="base">
                                        <p:cTn id="88" dur="500" fill="hold"/>
                                        <p:tgtEl>
                                          <p:spTgt spid="11"/>
                                        </p:tgtEl>
                                        <p:attrNameLst>
                                          <p:attrName>ppt_x</p:attrName>
                                        </p:attrNameLst>
                                      </p:cBhvr>
                                      <p:tavLst>
                                        <p:tav tm="0">
                                          <p:val>
                                            <p:strVal val="1+#ppt_w/2"/>
                                          </p:val>
                                        </p:tav>
                                        <p:tav tm="100000">
                                          <p:val>
                                            <p:strVal val="#ppt_x"/>
                                          </p:val>
                                        </p:tav>
                                      </p:tavLst>
                                    </p:anim>
                                    <p:anim calcmode="lin" valueType="num">
                                      <p:cBhvr additive="base">
                                        <p:cTn id="89"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32" grpId="0" animBg="1"/>
      <p:bldP spid="36" grpId="0" animBg="1"/>
      <p:bldP spid="37" grpId="0" animBg="1"/>
      <p:bldP spid="38" grpId="0"/>
      <p:bldP spid="39" grpId="0"/>
      <p:bldP spid="40" grpId="0"/>
      <p:bldP spid="41"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Arrow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175</a:t>
            </a:fld>
            <a:endParaRPr lang="en-US" dirty="0"/>
          </a:p>
        </p:txBody>
      </p:sp>
      <p:sp>
        <p:nvSpPr>
          <p:cNvPr id="106" name="Rectangle 105"/>
          <p:cNvSpPr/>
          <p:nvPr/>
        </p:nvSpPr>
        <p:spPr>
          <a:xfrm>
            <a:off x="2936031" y="1700850"/>
            <a:ext cx="1590542" cy="54397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Rectangle 103"/>
          <p:cNvSpPr/>
          <p:nvPr/>
        </p:nvSpPr>
        <p:spPr>
          <a:xfrm>
            <a:off x="2936031" y="3551779"/>
            <a:ext cx="1590542" cy="54397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Parallelogram 104"/>
          <p:cNvSpPr/>
          <p:nvPr/>
        </p:nvSpPr>
        <p:spPr bwMode="auto">
          <a:xfrm flipH="1">
            <a:off x="2936030" y="2244821"/>
            <a:ext cx="750011" cy="395416"/>
          </a:xfrm>
          <a:prstGeom prst="parallelogram">
            <a:avLst>
              <a:gd name="adj" fmla="val 50947"/>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7" name="Parallelogram 106"/>
          <p:cNvSpPr/>
          <p:nvPr/>
        </p:nvSpPr>
        <p:spPr bwMode="auto">
          <a:xfrm>
            <a:off x="2936031" y="3156363"/>
            <a:ext cx="750011" cy="395416"/>
          </a:xfrm>
          <a:prstGeom prst="parallelogram">
            <a:avLst>
              <a:gd name="adj" fmla="val 50947"/>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8" name="Pentagon 107"/>
          <p:cNvSpPr/>
          <p:nvPr/>
        </p:nvSpPr>
        <p:spPr>
          <a:xfrm rot="10800000">
            <a:off x="2095500" y="2640776"/>
            <a:ext cx="1590542" cy="543971"/>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ectangle 112"/>
          <p:cNvSpPr/>
          <p:nvPr/>
        </p:nvSpPr>
        <p:spPr>
          <a:xfrm flipH="1">
            <a:off x="4617428" y="3551779"/>
            <a:ext cx="1590542" cy="54397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Parallelogram 113"/>
          <p:cNvSpPr/>
          <p:nvPr/>
        </p:nvSpPr>
        <p:spPr bwMode="auto">
          <a:xfrm>
            <a:off x="5457959" y="2244821"/>
            <a:ext cx="750011" cy="395416"/>
          </a:xfrm>
          <a:prstGeom prst="parallelogram">
            <a:avLst>
              <a:gd name="adj" fmla="val 50947"/>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5" name="Parallelogram 114"/>
          <p:cNvSpPr/>
          <p:nvPr/>
        </p:nvSpPr>
        <p:spPr bwMode="auto">
          <a:xfrm flipH="1">
            <a:off x="5457958" y="3156363"/>
            <a:ext cx="750011" cy="395416"/>
          </a:xfrm>
          <a:prstGeom prst="parallelogram">
            <a:avLst>
              <a:gd name="adj" fmla="val 50947"/>
            </a:avLst>
          </a:prstGeom>
          <a:solidFill>
            <a:schemeClr val="accent5">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6" name="Pentagon 115"/>
          <p:cNvSpPr/>
          <p:nvPr/>
        </p:nvSpPr>
        <p:spPr>
          <a:xfrm rot="10800000" flipH="1">
            <a:off x="5457958" y="2640776"/>
            <a:ext cx="1590542" cy="543971"/>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Rectangle 116"/>
          <p:cNvSpPr/>
          <p:nvPr/>
        </p:nvSpPr>
        <p:spPr>
          <a:xfrm flipH="1">
            <a:off x="4617428" y="1700850"/>
            <a:ext cx="1590542" cy="5439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 Placeholder 3"/>
          <p:cNvSpPr txBox="1">
            <a:spLocks/>
          </p:cNvSpPr>
          <p:nvPr/>
        </p:nvSpPr>
        <p:spPr>
          <a:xfrm>
            <a:off x="6317472" y="1657350"/>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4"/>
                </a:solidFill>
                <a:cs typeface="+mj-cs"/>
              </a:rPr>
              <a:t>Title Goes Here</a:t>
            </a:r>
            <a:br>
              <a:rPr lang="en-US" sz="1100" dirty="0">
                <a:solidFill>
                  <a:schemeClr val="bg1">
                    <a:lumMod val="50000"/>
                  </a:schemeClr>
                </a:solidFill>
                <a:cs typeface="+mj-cs"/>
              </a:rPr>
            </a:br>
            <a:r>
              <a:rPr lang="en-US" sz="1100" dirty="0">
                <a:solidFill>
                  <a:schemeClr val="bg1">
                    <a:lumMod val="50000"/>
                  </a:schemeClr>
                </a:solidFill>
                <a:cs typeface="+mj-cs"/>
              </a:rPr>
              <a:t>passages but the majority   suffered alteration</a:t>
            </a:r>
          </a:p>
        </p:txBody>
      </p:sp>
      <p:sp>
        <p:nvSpPr>
          <p:cNvPr id="17" name="Text Placeholder 3"/>
          <p:cNvSpPr txBox="1">
            <a:spLocks/>
          </p:cNvSpPr>
          <p:nvPr/>
        </p:nvSpPr>
        <p:spPr>
          <a:xfrm>
            <a:off x="1364471" y="1712076"/>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b="1" dirty="0">
                <a:solidFill>
                  <a:schemeClr val="accent3"/>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18" name="Text Placeholder 3"/>
          <p:cNvSpPr txBox="1">
            <a:spLocks/>
          </p:cNvSpPr>
          <p:nvPr/>
        </p:nvSpPr>
        <p:spPr>
          <a:xfrm>
            <a:off x="6317472" y="3517804"/>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2"/>
                </a:solidFill>
                <a:cs typeface="+mj-cs"/>
              </a:rPr>
              <a:t>Title Goes Here</a:t>
            </a:r>
            <a:br>
              <a:rPr lang="en-US" sz="1100" dirty="0">
                <a:solidFill>
                  <a:schemeClr val="bg1">
                    <a:lumMod val="50000"/>
                  </a:schemeClr>
                </a:solidFill>
                <a:cs typeface="+mj-cs"/>
              </a:rPr>
            </a:br>
            <a:r>
              <a:rPr lang="en-US" sz="1100" dirty="0">
                <a:solidFill>
                  <a:schemeClr val="bg1">
                    <a:lumMod val="50000"/>
                  </a:schemeClr>
                </a:solidFill>
                <a:cs typeface="+mj-cs"/>
              </a:rPr>
              <a:t>passages but the majority   suffered alteration</a:t>
            </a:r>
          </a:p>
        </p:txBody>
      </p:sp>
      <p:sp>
        <p:nvSpPr>
          <p:cNvPr id="19" name="Text Placeholder 3"/>
          <p:cNvSpPr txBox="1">
            <a:spLocks/>
          </p:cNvSpPr>
          <p:nvPr/>
        </p:nvSpPr>
        <p:spPr>
          <a:xfrm>
            <a:off x="1364471" y="3572530"/>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b="1" dirty="0">
                <a:solidFill>
                  <a:schemeClr val="bg1">
                    <a:lumMod val="50000"/>
                  </a:schemeClr>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20" name="Text Placeholder 3"/>
          <p:cNvSpPr txBox="1">
            <a:spLocks/>
          </p:cNvSpPr>
          <p:nvPr/>
        </p:nvSpPr>
        <p:spPr>
          <a:xfrm>
            <a:off x="7072345" y="263314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5"/>
                </a:solidFill>
                <a:cs typeface="+mj-cs"/>
              </a:rPr>
              <a:t>Title Goes Here</a:t>
            </a:r>
            <a:br>
              <a:rPr lang="en-US" sz="1100" dirty="0">
                <a:solidFill>
                  <a:schemeClr val="bg1">
                    <a:lumMod val="50000"/>
                  </a:schemeClr>
                </a:solidFill>
                <a:cs typeface="+mj-cs"/>
              </a:rPr>
            </a:br>
            <a:r>
              <a:rPr lang="en-US" sz="1100" dirty="0">
                <a:solidFill>
                  <a:schemeClr val="bg1">
                    <a:lumMod val="50000"/>
                  </a:schemeClr>
                </a:solidFill>
                <a:cs typeface="+mj-cs"/>
              </a:rPr>
              <a:t>passages but the majority   suffered alteration</a:t>
            </a:r>
          </a:p>
        </p:txBody>
      </p:sp>
      <p:sp>
        <p:nvSpPr>
          <p:cNvPr id="21" name="Text Placeholder 3"/>
          <p:cNvSpPr txBox="1">
            <a:spLocks/>
          </p:cNvSpPr>
          <p:nvPr/>
        </p:nvSpPr>
        <p:spPr>
          <a:xfrm>
            <a:off x="633443" y="263314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2"/>
                </a:solidFill>
                <a:cs typeface="+mj-cs"/>
              </a:rPr>
              <a:t>Title Goes Here</a:t>
            </a:r>
            <a:br>
              <a:rPr lang="en-US" sz="1100" dirty="0">
                <a:solidFill>
                  <a:schemeClr val="accent2"/>
                </a:solidFill>
                <a:cs typeface="+mj-cs"/>
              </a:rPr>
            </a:br>
            <a:r>
              <a:rPr lang="en-US" sz="1100" dirty="0">
                <a:solidFill>
                  <a:schemeClr val="bg1">
                    <a:lumMod val="50000"/>
                  </a:schemeClr>
                </a:solidFill>
                <a:cs typeface="+mj-cs"/>
              </a:rPr>
              <a:t>passages but the majority   suffered alteration</a:t>
            </a:r>
          </a:p>
        </p:txBody>
      </p:sp>
      <p:sp>
        <p:nvSpPr>
          <p:cNvPr id="22" name="Freeform 66"/>
          <p:cNvSpPr>
            <a:spLocks noEditPoints="1"/>
          </p:cNvSpPr>
          <p:nvPr/>
        </p:nvSpPr>
        <p:spPr bwMode="auto">
          <a:xfrm>
            <a:off x="2826526" y="2773865"/>
            <a:ext cx="237820" cy="277794"/>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2"/>
          <p:cNvSpPr>
            <a:spLocks noEditPoints="1"/>
          </p:cNvSpPr>
          <p:nvPr/>
        </p:nvSpPr>
        <p:spPr bwMode="auto">
          <a:xfrm>
            <a:off x="5290610" y="1857390"/>
            <a:ext cx="244178" cy="230890"/>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35"/>
          <p:cNvSpPr>
            <a:spLocks noEditPoints="1"/>
          </p:cNvSpPr>
          <p:nvPr/>
        </p:nvSpPr>
        <p:spPr bwMode="auto">
          <a:xfrm>
            <a:off x="3572769" y="1824336"/>
            <a:ext cx="317066" cy="296998"/>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2"/>
          <p:cNvSpPr>
            <a:spLocks noEditPoints="1"/>
          </p:cNvSpPr>
          <p:nvPr/>
        </p:nvSpPr>
        <p:spPr bwMode="auto">
          <a:xfrm>
            <a:off x="3560417" y="3677504"/>
            <a:ext cx="341771" cy="297596"/>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65"/>
          <p:cNvSpPr>
            <a:spLocks noEditPoints="1"/>
          </p:cNvSpPr>
          <p:nvPr/>
        </p:nvSpPr>
        <p:spPr bwMode="auto">
          <a:xfrm>
            <a:off x="5253199" y="3684413"/>
            <a:ext cx="319001" cy="290687"/>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29"/>
          <p:cNvGrpSpPr/>
          <p:nvPr/>
        </p:nvGrpSpPr>
        <p:grpSpPr>
          <a:xfrm>
            <a:off x="6019800" y="2737368"/>
            <a:ext cx="213761" cy="350787"/>
            <a:chOff x="5994209" y="2727357"/>
            <a:chExt cx="213761" cy="350787"/>
          </a:xfrm>
        </p:grpSpPr>
        <p:sp>
          <p:nvSpPr>
            <p:cNvPr id="28" name="Freeform 14"/>
            <p:cNvSpPr>
              <a:spLocks noEditPoints="1"/>
            </p:cNvSpPr>
            <p:nvPr/>
          </p:nvSpPr>
          <p:spPr bwMode="auto">
            <a:xfrm>
              <a:off x="5994209" y="2727357"/>
              <a:ext cx="202799" cy="281726"/>
            </a:xfrm>
            <a:custGeom>
              <a:avLst/>
              <a:gdLst/>
              <a:ahLst/>
              <a:cxnLst>
                <a:cxn ang="0">
                  <a:pos x="123" y="191"/>
                </a:cxn>
                <a:cxn ang="0">
                  <a:pos x="120" y="170"/>
                </a:cxn>
                <a:cxn ang="0">
                  <a:pos x="134" y="124"/>
                </a:cxn>
                <a:cxn ang="0">
                  <a:pos x="139" y="90"/>
                </a:cxn>
                <a:cxn ang="0">
                  <a:pos x="131" y="56"/>
                </a:cxn>
                <a:cxn ang="0">
                  <a:pos x="85" y="19"/>
                </a:cxn>
                <a:cxn ang="0">
                  <a:pos x="70" y="0"/>
                </a:cxn>
                <a:cxn ang="0">
                  <a:pos x="69" y="19"/>
                </a:cxn>
                <a:cxn ang="0">
                  <a:pos x="56" y="23"/>
                </a:cxn>
                <a:cxn ang="0">
                  <a:pos x="59" y="30"/>
                </a:cxn>
                <a:cxn ang="0">
                  <a:pos x="40" y="38"/>
                </a:cxn>
                <a:cxn ang="0">
                  <a:pos x="37" y="44"/>
                </a:cxn>
                <a:cxn ang="0">
                  <a:pos x="2" y="75"/>
                </a:cxn>
                <a:cxn ang="0">
                  <a:pos x="2" y="80"/>
                </a:cxn>
                <a:cxn ang="0">
                  <a:pos x="1" y="87"/>
                </a:cxn>
                <a:cxn ang="0">
                  <a:pos x="1" y="94"/>
                </a:cxn>
                <a:cxn ang="0">
                  <a:pos x="8" y="101"/>
                </a:cxn>
                <a:cxn ang="0">
                  <a:pos x="12" y="102"/>
                </a:cxn>
                <a:cxn ang="0">
                  <a:pos x="21" y="105"/>
                </a:cxn>
                <a:cxn ang="0">
                  <a:pos x="37" y="96"/>
                </a:cxn>
                <a:cxn ang="0">
                  <a:pos x="49" y="92"/>
                </a:cxn>
                <a:cxn ang="0">
                  <a:pos x="79" y="95"/>
                </a:cxn>
                <a:cxn ang="0">
                  <a:pos x="43" y="138"/>
                </a:cxn>
                <a:cxn ang="0">
                  <a:pos x="37" y="191"/>
                </a:cxn>
                <a:cxn ang="0">
                  <a:pos x="123" y="191"/>
                </a:cxn>
                <a:cxn ang="0">
                  <a:pos x="123" y="191"/>
                </a:cxn>
                <a:cxn ang="0">
                  <a:pos x="123" y="191"/>
                </a:cxn>
              </a:cxnLst>
              <a:rect l="0" t="0" r="r" b="b"/>
              <a:pathLst>
                <a:path w="139" h="191">
                  <a:moveTo>
                    <a:pt x="123" y="191"/>
                  </a:moveTo>
                  <a:cubicBezTo>
                    <a:pt x="119" y="186"/>
                    <a:pt x="120" y="170"/>
                    <a:pt x="120" y="170"/>
                  </a:cubicBezTo>
                  <a:cubicBezTo>
                    <a:pt x="120" y="170"/>
                    <a:pt x="129" y="132"/>
                    <a:pt x="134" y="124"/>
                  </a:cubicBezTo>
                  <a:cubicBezTo>
                    <a:pt x="139" y="115"/>
                    <a:pt x="139" y="90"/>
                    <a:pt x="139" y="90"/>
                  </a:cubicBezTo>
                  <a:cubicBezTo>
                    <a:pt x="139" y="90"/>
                    <a:pt x="138" y="75"/>
                    <a:pt x="131" y="56"/>
                  </a:cubicBezTo>
                  <a:cubicBezTo>
                    <a:pt x="124" y="37"/>
                    <a:pt x="101" y="22"/>
                    <a:pt x="85" y="19"/>
                  </a:cubicBezTo>
                  <a:cubicBezTo>
                    <a:pt x="84" y="10"/>
                    <a:pt x="70" y="0"/>
                    <a:pt x="70" y="0"/>
                  </a:cubicBezTo>
                  <a:cubicBezTo>
                    <a:pt x="70" y="0"/>
                    <a:pt x="72" y="19"/>
                    <a:pt x="69" y="19"/>
                  </a:cubicBezTo>
                  <a:cubicBezTo>
                    <a:pt x="67" y="19"/>
                    <a:pt x="56" y="23"/>
                    <a:pt x="56" y="23"/>
                  </a:cubicBezTo>
                  <a:cubicBezTo>
                    <a:pt x="59" y="30"/>
                    <a:pt x="59" y="30"/>
                    <a:pt x="59" y="30"/>
                  </a:cubicBezTo>
                  <a:cubicBezTo>
                    <a:pt x="45" y="34"/>
                    <a:pt x="40" y="38"/>
                    <a:pt x="40" y="38"/>
                  </a:cubicBezTo>
                  <a:cubicBezTo>
                    <a:pt x="40" y="38"/>
                    <a:pt x="39" y="39"/>
                    <a:pt x="37" y="44"/>
                  </a:cubicBezTo>
                  <a:cubicBezTo>
                    <a:pt x="34" y="49"/>
                    <a:pt x="4" y="74"/>
                    <a:pt x="2" y="75"/>
                  </a:cubicBezTo>
                  <a:cubicBezTo>
                    <a:pt x="1" y="77"/>
                    <a:pt x="2" y="80"/>
                    <a:pt x="2" y="80"/>
                  </a:cubicBezTo>
                  <a:cubicBezTo>
                    <a:pt x="2" y="80"/>
                    <a:pt x="1" y="86"/>
                    <a:pt x="1" y="87"/>
                  </a:cubicBezTo>
                  <a:cubicBezTo>
                    <a:pt x="1" y="87"/>
                    <a:pt x="0" y="92"/>
                    <a:pt x="1" y="94"/>
                  </a:cubicBezTo>
                  <a:cubicBezTo>
                    <a:pt x="3" y="96"/>
                    <a:pt x="4" y="99"/>
                    <a:pt x="8" y="101"/>
                  </a:cubicBezTo>
                  <a:cubicBezTo>
                    <a:pt x="11" y="104"/>
                    <a:pt x="12" y="102"/>
                    <a:pt x="12" y="102"/>
                  </a:cubicBezTo>
                  <a:cubicBezTo>
                    <a:pt x="12" y="102"/>
                    <a:pt x="12" y="103"/>
                    <a:pt x="21" y="105"/>
                  </a:cubicBezTo>
                  <a:cubicBezTo>
                    <a:pt x="33" y="105"/>
                    <a:pt x="37" y="96"/>
                    <a:pt x="37" y="96"/>
                  </a:cubicBezTo>
                  <a:cubicBezTo>
                    <a:pt x="37" y="96"/>
                    <a:pt x="40" y="91"/>
                    <a:pt x="49" y="92"/>
                  </a:cubicBezTo>
                  <a:cubicBezTo>
                    <a:pt x="67" y="102"/>
                    <a:pt x="79" y="95"/>
                    <a:pt x="79" y="95"/>
                  </a:cubicBezTo>
                  <a:cubicBezTo>
                    <a:pt x="79" y="95"/>
                    <a:pt x="64" y="107"/>
                    <a:pt x="43" y="138"/>
                  </a:cubicBezTo>
                  <a:cubicBezTo>
                    <a:pt x="21" y="170"/>
                    <a:pt x="37" y="191"/>
                    <a:pt x="37" y="191"/>
                  </a:cubicBezTo>
                  <a:lnTo>
                    <a:pt x="123" y="191"/>
                  </a:lnTo>
                  <a:close/>
                  <a:moveTo>
                    <a:pt x="123" y="191"/>
                  </a:moveTo>
                  <a:cubicBezTo>
                    <a:pt x="123" y="191"/>
                    <a:pt x="123" y="191"/>
                    <a:pt x="123" y="191"/>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5"/>
            <p:cNvSpPr>
              <a:spLocks noEditPoints="1"/>
            </p:cNvSpPr>
            <p:nvPr/>
          </p:nvSpPr>
          <p:spPr bwMode="auto">
            <a:xfrm>
              <a:off x="6016133" y="3013467"/>
              <a:ext cx="191837" cy="64677"/>
            </a:xfrm>
            <a:custGeom>
              <a:avLst/>
              <a:gdLst/>
              <a:ahLst/>
              <a:cxnLst>
                <a:cxn ang="0">
                  <a:pos x="131" y="39"/>
                </a:cxn>
                <a:cxn ang="0">
                  <a:pos x="126" y="44"/>
                </a:cxn>
                <a:cxn ang="0">
                  <a:pos x="4" y="44"/>
                </a:cxn>
                <a:cxn ang="0">
                  <a:pos x="0" y="39"/>
                </a:cxn>
                <a:cxn ang="0">
                  <a:pos x="0" y="5"/>
                </a:cxn>
                <a:cxn ang="0">
                  <a:pos x="4" y="0"/>
                </a:cxn>
                <a:cxn ang="0">
                  <a:pos x="126" y="0"/>
                </a:cxn>
                <a:cxn ang="0">
                  <a:pos x="131" y="5"/>
                </a:cxn>
                <a:cxn ang="0">
                  <a:pos x="131" y="39"/>
                </a:cxn>
                <a:cxn ang="0">
                  <a:pos x="131" y="39"/>
                </a:cxn>
                <a:cxn ang="0">
                  <a:pos x="131" y="39"/>
                </a:cxn>
              </a:cxnLst>
              <a:rect l="0" t="0" r="r" b="b"/>
              <a:pathLst>
                <a:path w="131" h="44">
                  <a:moveTo>
                    <a:pt x="131" y="39"/>
                  </a:moveTo>
                  <a:cubicBezTo>
                    <a:pt x="131" y="42"/>
                    <a:pt x="129" y="44"/>
                    <a:pt x="126" y="44"/>
                  </a:cubicBezTo>
                  <a:cubicBezTo>
                    <a:pt x="4" y="44"/>
                    <a:pt x="4" y="44"/>
                    <a:pt x="4" y="44"/>
                  </a:cubicBezTo>
                  <a:cubicBezTo>
                    <a:pt x="2" y="44"/>
                    <a:pt x="0" y="42"/>
                    <a:pt x="0" y="39"/>
                  </a:cubicBezTo>
                  <a:cubicBezTo>
                    <a:pt x="0" y="5"/>
                    <a:pt x="0" y="5"/>
                    <a:pt x="0" y="5"/>
                  </a:cubicBezTo>
                  <a:cubicBezTo>
                    <a:pt x="0" y="2"/>
                    <a:pt x="2" y="0"/>
                    <a:pt x="4" y="0"/>
                  </a:cubicBezTo>
                  <a:cubicBezTo>
                    <a:pt x="126" y="0"/>
                    <a:pt x="126" y="0"/>
                    <a:pt x="126" y="0"/>
                  </a:cubicBezTo>
                  <a:cubicBezTo>
                    <a:pt x="129" y="0"/>
                    <a:pt x="131" y="2"/>
                    <a:pt x="131" y="5"/>
                  </a:cubicBezTo>
                  <a:lnTo>
                    <a:pt x="131" y="39"/>
                  </a:lnTo>
                  <a:close/>
                  <a:moveTo>
                    <a:pt x="131" y="39"/>
                  </a:moveTo>
                  <a:cubicBezTo>
                    <a:pt x="131" y="39"/>
                    <a:pt x="131" y="39"/>
                    <a:pt x="131" y="39"/>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wipe(right)">
                                      <p:cBhvr>
                                        <p:cTn id="7" dur="500"/>
                                        <p:tgtEl>
                                          <p:spTgt spid="104"/>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p:cTn id="11" dur="500" fill="hold"/>
                                        <p:tgtEl>
                                          <p:spTgt spid="25"/>
                                        </p:tgtEl>
                                        <p:attrNameLst>
                                          <p:attrName>ppt_w</p:attrName>
                                        </p:attrNameLst>
                                      </p:cBhvr>
                                      <p:tavLst>
                                        <p:tav tm="0">
                                          <p:val>
                                            <p:fltVal val="0"/>
                                          </p:val>
                                        </p:tav>
                                        <p:tav tm="100000">
                                          <p:val>
                                            <p:strVal val="#ppt_w"/>
                                          </p:val>
                                        </p:tav>
                                      </p:tavLst>
                                    </p:anim>
                                    <p:anim calcmode="lin" valueType="num">
                                      <p:cBhvr>
                                        <p:cTn id="12" dur="500" fill="hold"/>
                                        <p:tgtEl>
                                          <p:spTgt spid="25"/>
                                        </p:tgtEl>
                                        <p:attrNameLst>
                                          <p:attrName>ppt_h</p:attrName>
                                        </p:attrNameLst>
                                      </p:cBhvr>
                                      <p:tavLst>
                                        <p:tav tm="0">
                                          <p:val>
                                            <p:fltVal val="0"/>
                                          </p:val>
                                        </p:tav>
                                        <p:tav tm="100000">
                                          <p:val>
                                            <p:strVal val="#ppt_h"/>
                                          </p:val>
                                        </p:tav>
                                      </p:tavLst>
                                    </p:anim>
                                    <p:animEffect transition="in" filter="fade">
                                      <p:cBhvr>
                                        <p:cTn id="13" dur="500"/>
                                        <p:tgtEl>
                                          <p:spTgt spid="25"/>
                                        </p:tgtEl>
                                      </p:cBhvr>
                                    </p:animEffect>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right)">
                                      <p:cBhvr>
                                        <p:cTn id="17" dur="500"/>
                                        <p:tgtEl>
                                          <p:spTgt spid="19"/>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107"/>
                                        </p:tgtEl>
                                        <p:attrNameLst>
                                          <p:attrName>style.visibility</p:attrName>
                                        </p:attrNameLst>
                                      </p:cBhvr>
                                      <p:to>
                                        <p:strVal val="visible"/>
                                      </p:to>
                                    </p:set>
                                    <p:animEffect transition="in" filter="wipe(down)">
                                      <p:cBhvr>
                                        <p:cTn id="21" dur="500"/>
                                        <p:tgtEl>
                                          <p:spTgt spid="107"/>
                                        </p:tgtEl>
                                      </p:cBhvr>
                                    </p:animEffect>
                                  </p:childTnLst>
                                </p:cTn>
                              </p:par>
                            </p:childTnLst>
                          </p:cTn>
                        </p:par>
                        <p:par>
                          <p:cTn id="22" fill="hold">
                            <p:stCondLst>
                              <p:cond delay="2000"/>
                            </p:stCondLst>
                            <p:childTnLst>
                              <p:par>
                                <p:cTn id="23" presetID="22" presetClass="entr" presetSubtype="2" fill="hold" grpId="0" nodeType="afterEffect">
                                  <p:stCondLst>
                                    <p:cond delay="0"/>
                                  </p:stCondLst>
                                  <p:childTnLst>
                                    <p:set>
                                      <p:cBhvr>
                                        <p:cTn id="24" dur="1" fill="hold">
                                          <p:stCondLst>
                                            <p:cond delay="0"/>
                                          </p:stCondLst>
                                        </p:cTn>
                                        <p:tgtEl>
                                          <p:spTgt spid="108"/>
                                        </p:tgtEl>
                                        <p:attrNameLst>
                                          <p:attrName>style.visibility</p:attrName>
                                        </p:attrNameLst>
                                      </p:cBhvr>
                                      <p:to>
                                        <p:strVal val="visible"/>
                                      </p:to>
                                    </p:set>
                                    <p:animEffect transition="in" filter="wipe(right)">
                                      <p:cBhvr>
                                        <p:cTn id="25" dur="500"/>
                                        <p:tgtEl>
                                          <p:spTgt spid="108"/>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22"/>
                                        </p:tgtEl>
                                        <p:attrNameLst>
                                          <p:attrName>style.visibility</p:attrName>
                                        </p:attrNameLst>
                                      </p:cBhvr>
                                      <p:to>
                                        <p:strVal val="visible"/>
                                      </p:to>
                                    </p:set>
                                    <p:anim calcmode="lin" valueType="num">
                                      <p:cBhvr>
                                        <p:cTn id="29" dur="500" fill="hold"/>
                                        <p:tgtEl>
                                          <p:spTgt spid="22"/>
                                        </p:tgtEl>
                                        <p:attrNameLst>
                                          <p:attrName>ppt_w</p:attrName>
                                        </p:attrNameLst>
                                      </p:cBhvr>
                                      <p:tavLst>
                                        <p:tav tm="0">
                                          <p:val>
                                            <p:fltVal val="0"/>
                                          </p:val>
                                        </p:tav>
                                        <p:tav tm="100000">
                                          <p:val>
                                            <p:strVal val="#ppt_w"/>
                                          </p:val>
                                        </p:tav>
                                      </p:tavLst>
                                    </p:anim>
                                    <p:anim calcmode="lin" valueType="num">
                                      <p:cBhvr>
                                        <p:cTn id="30" dur="500" fill="hold"/>
                                        <p:tgtEl>
                                          <p:spTgt spid="22"/>
                                        </p:tgtEl>
                                        <p:attrNameLst>
                                          <p:attrName>ppt_h</p:attrName>
                                        </p:attrNameLst>
                                      </p:cBhvr>
                                      <p:tavLst>
                                        <p:tav tm="0">
                                          <p:val>
                                            <p:fltVal val="0"/>
                                          </p:val>
                                        </p:tav>
                                        <p:tav tm="100000">
                                          <p:val>
                                            <p:strVal val="#ppt_h"/>
                                          </p:val>
                                        </p:tav>
                                      </p:tavLst>
                                    </p:anim>
                                    <p:animEffect transition="in" filter="fade">
                                      <p:cBhvr>
                                        <p:cTn id="31" dur="500"/>
                                        <p:tgtEl>
                                          <p:spTgt spid="22"/>
                                        </p:tgtEl>
                                      </p:cBhvr>
                                    </p:animEffect>
                                  </p:childTnLst>
                                </p:cTn>
                              </p:par>
                            </p:childTnLst>
                          </p:cTn>
                        </p:par>
                        <p:par>
                          <p:cTn id="32" fill="hold">
                            <p:stCondLst>
                              <p:cond delay="3000"/>
                            </p:stCondLst>
                            <p:childTnLst>
                              <p:par>
                                <p:cTn id="33" presetID="22" presetClass="entr" presetSubtype="2" fill="hold" grpId="0"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right)">
                                      <p:cBhvr>
                                        <p:cTn id="35" dur="500"/>
                                        <p:tgtEl>
                                          <p:spTgt spid="21"/>
                                        </p:tgtEl>
                                      </p:cBhvr>
                                    </p:animEffect>
                                  </p:childTnLst>
                                </p:cTn>
                              </p:par>
                            </p:childTnLst>
                          </p:cTn>
                        </p:par>
                        <p:par>
                          <p:cTn id="36" fill="hold">
                            <p:stCondLst>
                              <p:cond delay="3500"/>
                            </p:stCondLst>
                            <p:childTnLst>
                              <p:par>
                                <p:cTn id="37" presetID="22" presetClass="entr" presetSubtype="4" fill="hold" grpId="0" nodeType="afterEffect">
                                  <p:stCondLst>
                                    <p:cond delay="0"/>
                                  </p:stCondLst>
                                  <p:childTnLst>
                                    <p:set>
                                      <p:cBhvr>
                                        <p:cTn id="38" dur="1" fill="hold">
                                          <p:stCondLst>
                                            <p:cond delay="0"/>
                                          </p:stCondLst>
                                        </p:cTn>
                                        <p:tgtEl>
                                          <p:spTgt spid="105"/>
                                        </p:tgtEl>
                                        <p:attrNameLst>
                                          <p:attrName>style.visibility</p:attrName>
                                        </p:attrNameLst>
                                      </p:cBhvr>
                                      <p:to>
                                        <p:strVal val="visible"/>
                                      </p:to>
                                    </p:set>
                                    <p:animEffect transition="in" filter="wipe(down)">
                                      <p:cBhvr>
                                        <p:cTn id="39" dur="500"/>
                                        <p:tgtEl>
                                          <p:spTgt spid="105"/>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106"/>
                                        </p:tgtEl>
                                        <p:attrNameLst>
                                          <p:attrName>style.visibility</p:attrName>
                                        </p:attrNameLst>
                                      </p:cBhvr>
                                      <p:to>
                                        <p:strVal val="visible"/>
                                      </p:to>
                                    </p:set>
                                    <p:animEffect transition="in" filter="wipe(left)">
                                      <p:cBhvr>
                                        <p:cTn id="43" dur="500"/>
                                        <p:tgtEl>
                                          <p:spTgt spid="106"/>
                                        </p:tgtEl>
                                      </p:cBhvr>
                                    </p:animEffect>
                                  </p:childTnLst>
                                </p:cTn>
                              </p:par>
                            </p:childTnLst>
                          </p:cTn>
                        </p:par>
                        <p:par>
                          <p:cTn id="44" fill="hold">
                            <p:stCondLst>
                              <p:cond delay="4500"/>
                            </p:stCondLst>
                            <p:childTnLst>
                              <p:par>
                                <p:cTn id="45" presetID="53" presetClass="entr" presetSubtype="0" fill="hold" grpId="0" nodeType="after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p:cTn id="47" dur="500" fill="hold"/>
                                        <p:tgtEl>
                                          <p:spTgt spid="24"/>
                                        </p:tgtEl>
                                        <p:attrNameLst>
                                          <p:attrName>ppt_w</p:attrName>
                                        </p:attrNameLst>
                                      </p:cBhvr>
                                      <p:tavLst>
                                        <p:tav tm="0">
                                          <p:val>
                                            <p:fltVal val="0"/>
                                          </p:val>
                                        </p:tav>
                                        <p:tav tm="100000">
                                          <p:val>
                                            <p:strVal val="#ppt_w"/>
                                          </p:val>
                                        </p:tav>
                                      </p:tavLst>
                                    </p:anim>
                                    <p:anim calcmode="lin" valueType="num">
                                      <p:cBhvr>
                                        <p:cTn id="48" dur="500" fill="hold"/>
                                        <p:tgtEl>
                                          <p:spTgt spid="24"/>
                                        </p:tgtEl>
                                        <p:attrNameLst>
                                          <p:attrName>ppt_h</p:attrName>
                                        </p:attrNameLst>
                                      </p:cBhvr>
                                      <p:tavLst>
                                        <p:tav tm="0">
                                          <p:val>
                                            <p:fltVal val="0"/>
                                          </p:val>
                                        </p:tav>
                                        <p:tav tm="100000">
                                          <p:val>
                                            <p:strVal val="#ppt_h"/>
                                          </p:val>
                                        </p:tav>
                                      </p:tavLst>
                                    </p:anim>
                                    <p:animEffect transition="in" filter="fade">
                                      <p:cBhvr>
                                        <p:cTn id="49" dur="500"/>
                                        <p:tgtEl>
                                          <p:spTgt spid="24"/>
                                        </p:tgtEl>
                                      </p:cBhvr>
                                    </p:animEffect>
                                  </p:childTnLst>
                                </p:cTn>
                              </p:par>
                            </p:childTnLst>
                          </p:cTn>
                        </p:par>
                        <p:par>
                          <p:cTn id="50" fill="hold">
                            <p:stCondLst>
                              <p:cond delay="5000"/>
                            </p:stCondLst>
                            <p:childTnLst>
                              <p:par>
                                <p:cTn id="51" presetID="22" presetClass="entr" presetSubtype="2" fill="hold" grpId="0"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right)">
                                      <p:cBhvr>
                                        <p:cTn id="53" dur="500"/>
                                        <p:tgtEl>
                                          <p:spTgt spid="17"/>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wipe(left)">
                                      <p:cBhvr>
                                        <p:cTn id="57" dur="500"/>
                                        <p:tgtEl>
                                          <p:spTgt spid="117"/>
                                        </p:tgtEl>
                                      </p:cBhvr>
                                    </p:animEffect>
                                  </p:childTnLst>
                                </p:cTn>
                              </p:par>
                            </p:childTnLst>
                          </p:cTn>
                        </p:par>
                        <p:par>
                          <p:cTn id="58" fill="hold">
                            <p:stCondLst>
                              <p:cond delay="6000"/>
                            </p:stCondLst>
                            <p:childTnLst>
                              <p:par>
                                <p:cTn id="59" presetID="53" presetClass="entr" presetSubtype="0" fill="hold" grpId="0" nodeType="afterEffect">
                                  <p:stCondLst>
                                    <p:cond delay="0"/>
                                  </p:stCondLst>
                                  <p:childTnLst>
                                    <p:set>
                                      <p:cBhvr>
                                        <p:cTn id="60" dur="1" fill="hold">
                                          <p:stCondLst>
                                            <p:cond delay="0"/>
                                          </p:stCondLst>
                                        </p:cTn>
                                        <p:tgtEl>
                                          <p:spTgt spid="23"/>
                                        </p:tgtEl>
                                        <p:attrNameLst>
                                          <p:attrName>style.visibility</p:attrName>
                                        </p:attrNameLst>
                                      </p:cBhvr>
                                      <p:to>
                                        <p:strVal val="visible"/>
                                      </p:to>
                                    </p:set>
                                    <p:anim calcmode="lin" valueType="num">
                                      <p:cBhvr>
                                        <p:cTn id="61" dur="500" fill="hold"/>
                                        <p:tgtEl>
                                          <p:spTgt spid="23"/>
                                        </p:tgtEl>
                                        <p:attrNameLst>
                                          <p:attrName>ppt_w</p:attrName>
                                        </p:attrNameLst>
                                      </p:cBhvr>
                                      <p:tavLst>
                                        <p:tav tm="0">
                                          <p:val>
                                            <p:fltVal val="0"/>
                                          </p:val>
                                        </p:tav>
                                        <p:tav tm="100000">
                                          <p:val>
                                            <p:strVal val="#ppt_w"/>
                                          </p:val>
                                        </p:tav>
                                      </p:tavLst>
                                    </p:anim>
                                    <p:anim calcmode="lin" valueType="num">
                                      <p:cBhvr>
                                        <p:cTn id="62" dur="500" fill="hold"/>
                                        <p:tgtEl>
                                          <p:spTgt spid="23"/>
                                        </p:tgtEl>
                                        <p:attrNameLst>
                                          <p:attrName>ppt_h</p:attrName>
                                        </p:attrNameLst>
                                      </p:cBhvr>
                                      <p:tavLst>
                                        <p:tav tm="0">
                                          <p:val>
                                            <p:fltVal val="0"/>
                                          </p:val>
                                        </p:tav>
                                        <p:tav tm="100000">
                                          <p:val>
                                            <p:strVal val="#ppt_h"/>
                                          </p:val>
                                        </p:tav>
                                      </p:tavLst>
                                    </p:anim>
                                    <p:animEffect transition="in" filter="fade">
                                      <p:cBhvr>
                                        <p:cTn id="63" dur="500"/>
                                        <p:tgtEl>
                                          <p:spTgt spid="23"/>
                                        </p:tgtEl>
                                      </p:cBhvr>
                                    </p:animEffect>
                                  </p:childTnLst>
                                </p:cTn>
                              </p:par>
                            </p:childTnLst>
                          </p:cTn>
                        </p:par>
                        <p:par>
                          <p:cTn id="64" fill="hold">
                            <p:stCondLst>
                              <p:cond delay="6500"/>
                            </p:stCondLst>
                            <p:childTnLst>
                              <p:par>
                                <p:cTn id="65" presetID="22" presetClass="entr" presetSubtype="8" fill="hold" grpId="0" nodeType="after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wipe(left)">
                                      <p:cBhvr>
                                        <p:cTn id="67" dur="500"/>
                                        <p:tgtEl>
                                          <p:spTgt spid="16"/>
                                        </p:tgtEl>
                                      </p:cBhvr>
                                    </p:animEffect>
                                  </p:childTnLst>
                                </p:cTn>
                              </p:par>
                            </p:childTnLst>
                          </p:cTn>
                        </p:par>
                        <p:par>
                          <p:cTn id="68" fill="hold">
                            <p:stCondLst>
                              <p:cond delay="7000"/>
                            </p:stCondLst>
                            <p:childTnLst>
                              <p:par>
                                <p:cTn id="69" presetID="22" presetClass="entr" presetSubtype="1" fill="hold" grpId="0" nodeType="afterEffect">
                                  <p:stCondLst>
                                    <p:cond delay="0"/>
                                  </p:stCondLst>
                                  <p:childTnLst>
                                    <p:set>
                                      <p:cBhvr>
                                        <p:cTn id="70" dur="1" fill="hold">
                                          <p:stCondLst>
                                            <p:cond delay="0"/>
                                          </p:stCondLst>
                                        </p:cTn>
                                        <p:tgtEl>
                                          <p:spTgt spid="114"/>
                                        </p:tgtEl>
                                        <p:attrNameLst>
                                          <p:attrName>style.visibility</p:attrName>
                                        </p:attrNameLst>
                                      </p:cBhvr>
                                      <p:to>
                                        <p:strVal val="visible"/>
                                      </p:to>
                                    </p:set>
                                    <p:animEffect transition="in" filter="wipe(up)">
                                      <p:cBhvr>
                                        <p:cTn id="71" dur="500"/>
                                        <p:tgtEl>
                                          <p:spTgt spid="114"/>
                                        </p:tgtEl>
                                      </p:cBhvr>
                                    </p:animEffect>
                                  </p:childTnLst>
                                </p:cTn>
                              </p:par>
                            </p:childTnLst>
                          </p:cTn>
                        </p:par>
                        <p:par>
                          <p:cTn id="72" fill="hold">
                            <p:stCondLst>
                              <p:cond delay="7500"/>
                            </p:stCondLst>
                            <p:childTnLst>
                              <p:par>
                                <p:cTn id="73" presetID="22" presetClass="entr" presetSubtype="8" fill="hold" grpId="0" nodeType="after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left)">
                                      <p:cBhvr>
                                        <p:cTn id="75" dur="500"/>
                                        <p:tgtEl>
                                          <p:spTgt spid="116"/>
                                        </p:tgtEl>
                                      </p:cBhvr>
                                    </p:animEffect>
                                  </p:childTnLst>
                                </p:cTn>
                              </p:par>
                            </p:childTnLst>
                          </p:cTn>
                        </p:par>
                        <p:par>
                          <p:cTn id="76" fill="hold">
                            <p:stCondLst>
                              <p:cond delay="8000"/>
                            </p:stCondLst>
                            <p:childTnLst>
                              <p:par>
                                <p:cTn id="77" presetID="53" presetClass="entr" presetSubtype="0" fill="hold" nodeType="after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p:cTn id="79" dur="500" fill="hold"/>
                                        <p:tgtEl>
                                          <p:spTgt spid="2"/>
                                        </p:tgtEl>
                                        <p:attrNameLst>
                                          <p:attrName>ppt_w</p:attrName>
                                        </p:attrNameLst>
                                      </p:cBhvr>
                                      <p:tavLst>
                                        <p:tav tm="0">
                                          <p:val>
                                            <p:fltVal val="0"/>
                                          </p:val>
                                        </p:tav>
                                        <p:tav tm="100000">
                                          <p:val>
                                            <p:strVal val="#ppt_w"/>
                                          </p:val>
                                        </p:tav>
                                      </p:tavLst>
                                    </p:anim>
                                    <p:anim calcmode="lin" valueType="num">
                                      <p:cBhvr>
                                        <p:cTn id="80" dur="500" fill="hold"/>
                                        <p:tgtEl>
                                          <p:spTgt spid="2"/>
                                        </p:tgtEl>
                                        <p:attrNameLst>
                                          <p:attrName>ppt_h</p:attrName>
                                        </p:attrNameLst>
                                      </p:cBhvr>
                                      <p:tavLst>
                                        <p:tav tm="0">
                                          <p:val>
                                            <p:fltVal val="0"/>
                                          </p:val>
                                        </p:tav>
                                        <p:tav tm="100000">
                                          <p:val>
                                            <p:strVal val="#ppt_h"/>
                                          </p:val>
                                        </p:tav>
                                      </p:tavLst>
                                    </p:anim>
                                    <p:animEffect transition="in" filter="fade">
                                      <p:cBhvr>
                                        <p:cTn id="81" dur="500"/>
                                        <p:tgtEl>
                                          <p:spTgt spid="2"/>
                                        </p:tgtEl>
                                      </p:cBhvr>
                                    </p:animEffect>
                                  </p:childTnLst>
                                </p:cTn>
                              </p:par>
                            </p:childTnLst>
                          </p:cTn>
                        </p:par>
                        <p:par>
                          <p:cTn id="82" fill="hold">
                            <p:stCondLst>
                              <p:cond delay="8500"/>
                            </p:stCondLst>
                            <p:childTnLst>
                              <p:par>
                                <p:cTn id="83" presetID="22" presetClass="entr" presetSubtype="8" fill="hold" grpId="0" nodeType="afterEffect">
                                  <p:stCondLst>
                                    <p:cond delay="0"/>
                                  </p:stCondLst>
                                  <p:childTnLst>
                                    <p:set>
                                      <p:cBhvr>
                                        <p:cTn id="84" dur="1" fill="hold">
                                          <p:stCondLst>
                                            <p:cond delay="0"/>
                                          </p:stCondLst>
                                        </p:cTn>
                                        <p:tgtEl>
                                          <p:spTgt spid="20"/>
                                        </p:tgtEl>
                                        <p:attrNameLst>
                                          <p:attrName>style.visibility</p:attrName>
                                        </p:attrNameLst>
                                      </p:cBhvr>
                                      <p:to>
                                        <p:strVal val="visible"/>
                                      </p:to>
                                    </p:set>
                                    <p:animEffect transition="in" filter="wipe(left)">
                                      <p:cBhvr>
                                        <p:cTn id="85" dur="500"/>
                                        <p:tgtEl>
                                          <p:spTgt spid="20"/>
                                        </p:tgtEl>
                                      </p:cBhvr>
                                    </p:animEffect>
                                  </p:childTnLst>
                                </p:cTn>
                              </p:par>
                            </p:childTnLst>
                          </p:cTn>
                        </p:par>
                        <p:par>
                          <p:cTn id="86" fill="hold">
                            <p:stCondLst>
                              <p:cond delay="9000"/>
                            </p:stCondLst>
                            <p:childTnLst>
                              <p:par>
                                <p:cTn id="87" presetID="22" presetClass="entr" presetSubtype="1" fill="hold" grpId="0" nodeType="afterEffect">
                                  <p:stCondLst>
                                    <p:cond delay="0"/>
                                  </p:stCondLst>
                                  <p:childTnLst>
                                    <p:set>
                                      <p:cBhvr>
                                        <p:cTn id="88" dur="1" fill="hold">
                                          <p:stCondLst>
                                            <p:cond delay="0"/>
                                          </p:stCondLst>
                                        </p:cTn>
                                        <p:tgtEl>
                                          <p:spTgt spid="115"/>
                                        </p:tgtEl>
                                        <p:attrNameLst>
                                          <p:attrName>style.visibility</p:attrName>
                                        </p:attrNameLst>
                                      </p:cBhvr>
                                      <p:to>
                                        <p:strVal val="visible"/>
                                      </p:to>
                                    </p:set>
                                    <p:animEffect transition="in" filter="wipe(up)">
                                      <p:cBhvr>
                                        <p:cTn id="89" dur="500"/>
                                        <p:tgtEl>
                                          <p:spTgt spid="115"/>
                                        </p:tgtEl>
                                      </p:cBhvr>
                                    </p:animEffect>
                                  </p:childTnLst>
                                </p:cTn>
                              </p:par>
                            </p:childTnLst>
                          </p:cTn>
                        </p:par>
                        <p:par>
                          <p:cTn id="90" fill="hold">
                            <p:stCondLst>
                              <p:cond delay="9500"/>
                            </p:stCondLst>
                            <p:childTnLst>
                              <p:par>
                                <p:cTn id="91" presetID="22" presetClass="entr" presetSubtype="2" fill="hold" grpId="0" nodeType="afterEffect">
                                  <p:stCondLst>
                                    <p:cond delay="0"/>
                                  </p:stCondLst>
                                  <p:childTnLst>
                                    <p:set>
                                      <p:cBhvr>
                                        <p:cTn id="92" dur="1" fill="hold">
                                          <p:stCondLst>
                                            <p:cond delay="0"/>
                                          </p:stCondLst>
                                        </p:cTn>
                                        <p:tgtEl>
                                          <p:spTgt spid="113"/>
                                        </p:tgtEl>
                                        <p:attrNameLst>
                                          <p:attrName>style.visibility</p:attrName>
                                        </p:attrNameLst>
                                      </p:cBhvr>
                                      <p:to>
                                        <p:strVal val="visible"/>
                                      </p:to>
                                    </p:set>
                                    <p:animEffect transition="in" filter="wipe(right)">
                                      <p:cBhvr>
                                        <p:cTn id="93" dur="500"/>
                                        <p:tgtEl>
                                          <p:spTgt spid="113"/>
                                        </p:tgtEl>
                                      </p:cBhvr>
                                    </p:animEffect>
                                  </p:childTnLst>
                                </p:cTn>
                              </p:par>
                            </p:childTnLst>
                          </p:cTn>
                        </p:par>
                        <p:par>
                          <p:cTn id="94" fill="hold">
                            <p:stCondLst>
                              <p:cond delay="10000"/>
                            </p:stCondLst>
                            <p:childTnLst>
                              <p:par>
                                <p:cTn id="95" presetID="53" presetClass="entr" presetSubtype="0" fill="hold" grpId="0" nodeType="afterEffect">
                                  <p:stCondLst>
                                    <p:cond delay="0"/>
                                  </p:stCondLst>
                                  <p:childTnLst>
                                    <p:set>
                                      <p:cBhvr>
                                        <p:cTn id="96" dur="1" fill="hold">
                                          <p:stCondLst>
                                            <p:cond delay="0"/>
                                          </p:stCondLst>
                                        </p:cTn>
                                        <p:tgtEl>
                                          <p:spTgt spid="26"/>
                                        </p:tgtEl>
                                        <p:attrNameLst>
                                          <p:attrName>style.visibility</p:attrName>
                                        </p:attrNameLst>
                                      </p:cBhvr>
                                      <p:to>
                                        <p:strVal val="visible"/>
                                      </p:to>
                                    </p:set>
                                    <p:anim calcmode="lin" valueType="num">
                                      <p:cBhvr>
                                        <p:cTn id="97" dur="500" fill="hold"/>
                                        <p:tgtEl>
                                          <p:spTgt spid="26"/>
                                        </p:tgtEl>
                                        <p:attrNameLst>
                                          <p:attrName>ppt_w</p:attrName>
                                        </p:attrNameLst>
                                      </p:cBhvr>
                                      <p:tavLst>
                                        <p:tav tm="0">
                                          <p:val>
                                            <p:fltVal val="0"/>
                                          </p:val>
                                        </p:tav>
                                        <p:tav tm="100000">
                                          <p:val>
                                            <p:strVal val="#ppt_w"/>
                                          </p:val>
                                        </p:tav>
                                      </p:tavLst>
                                    </p:anim>
                                    <p:anim calcmode="lin" valueType="num">
                                      <p:cBhvr>
                                        <p:cTn id="98" dur="500" fill="hold"/>
                                        <p:tgtEl>
                                          <p:spTgt spid="26"/>
                                        </p:tgtEl>
                                        <p:attrNameLst>
                                          <p:attrName>ppt_h</p:attrName>
                                        </p:attrNameLst>
                                      </p:cBhvr>
                                      <p:tavLst>
                                        <p:tav tm="0">
                                          <p:val>
                                            <p:fltVal val="0"/>
                                          </p:val>
                                        </p:tav>
                                        <p:tav tm="100000">
                                          <p:val>
                                            <p:strVal val="#ppt_h"/>
                                          </p:val>
                                        </p:tav>
                                      </p:tavLst>
                                    </p:anim>
                                    <p:animEffect transition="in" filter="fade">
                                      <p:cBhvr>
                                        <p:cTn id="99" dur="500"/>
                                        <p:tgtEl>
                                          <p:spTgt spid="26"/>
                                        </p:tgtEl>
                                      </p:cBhvr>
                                    </p:animEffect>
                                  </p:childTnLst>
                                </p:cTn>
                              </p:par>
                            </p:childTnLst>
                          </p:cTn>
                        </p:par>
                        <p:par>
                          <p:cTn id="100" fill="hold">
                            <p:stCondLst>
                              <p:cond delay="10500"/>
                            </p:stCondLst>
                            <p:childTnLst>
                              <p:par>
                                <p:cTn id="101" presetID="22" presetClass="entr" presetSubtype="8" fill="hold" grpId="0" nodeType="afterEffect">
                                  <p:stCondLst>
                                    <p:cond delay="0"/>
                                  </p:stCondLst>
                                  <p:childTnLst>
                                    <p:set>
                                      <p:cBhvr>
                                        <p:cTn id="102" dur="1" fill="hold">
                                          <p:stCondLst>
                                            <p:cond delay="0"/>
                                          </p:stCondLst>
                                        </p:cTn>
                                        <p:tgtEl>
                                          <p:spTgt spid="18"/>
                                        </p:tgtEl>
                                        <p:attrNameLst>
                                          <p:attrName>style.visibility</p:attrName>
                                        </p:attrNameLst>
                                      </p:cBhvr>
                                      <p:to>
                                        <p:strVal val="visible"/>
                                      </p:to>
                                    </p:set>
                                    <p:animEffect transition="in" filter="wipe(left)">
                                      <p:cBhvr>
                                        <p:cTn id="10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P spid="104" grpId="0" animBg="1"/>
      <p:bldP spid="105" grpId="0" animBg="1"/>
      <p:bldP spid="107" grpId="0" animBg="1"/>
      <p:bldP spid="108" grpId="0" animBg="1"/>
      <p:bldP spid="113" grpId="0" animBg="1"/>
      <p:bldP spid="114" grpId="0" animBg="1"/>
      <p:bldP spid="115" grpId="0" animBg="1"/>
      <p:bldP spid="116" grpId="0" animBg="1"/>
      <p:bldP spid="117" grpId="0" animBg="1"/>
      <p:bldP spid="16" grpId="0"/>
      <p:bldP spid="17" grpId="0"/>
      <p:bldP spid="18" grpId="0"/>
      <p:bldP spid="19" grpId="0"/>
      <p:bldP spid="20" grpId="0"/>
      <p:bldP spid="21" grpId="0"/>
      <p:bldP spid="22" grpId="0" animBg="1"/>
      <p:bldP spid="23" grpId="0" animBg="1"/>
      <p:bldP spid="24" grpId="0" animBg="1"/>
      <p:bldP spid="25" grpId="0" animBg="1"/>
      <p:bldP spid="2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Simi Circle Infographic</a:t>
            </a:r>
            <a:endParaRPr lang="en-US" dirty="0"/>
          </a:p>
        </p:txBody>
      </p:sp>
      <p:sp>
        <p:nvSpPr>
          <p:cNvPr id="8" name="Text Placeholder 7"/>
          <p:cNvSpPr>
            <a:spLocks noGrp="1"/>
          </p:cNvSpPr>
          <p:nvPr>
            <p:ph type="body" sz="half" idx="2"/>
          </p:nvPr>
        </p:nvSpPr>
        <p:spPr/>
        <p:txBody>
          <a:bodyPr/>
          <a:lstStyle/>
          <a:p>
            <a:r>
              <a:rPr lang="en-US"/>
              <a:t>Simi Circle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176</a:t>
            </a:fld>
            <a:endParaRPr lang="en-US" dirty="0"/>
          </a:p>
        </p:txBody>
      </p:sp>
      <p:sp>
        <p:nvSpPr>
          <p:cNvPr id="21" name="Pie 20"/>
          <p:cNvSpPr/>
          <p:nvPr/>
        </p:nvSpPr>
        <p:spPr>
          <a:xfrm>
            <a:off x="1142881" y="1975642"/>
            <a:ext cx="931116" cy="931115"/>
          </a:xfrm>
          <a:prstGeom prst="pieWedge">
            <a:avLst/>
          </a:pr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22" name="Pie 21"/>
          <p:cNvSpPr/>
          <p:nvPr/>
        </p:nvSpPr>
        <p:spPr>
          <a:xfrm rot="5400000">
            <a:off x="2117005" y="1975642"/>
            <a:ext cx="931115" cy="931116"/>
          </a:xfrm>
          <a:prstGeom prst="pieWedg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29" name="Pie 28"/>
          <p:cNvSpPr/>
          <p:nvPr/>
        </p:nvSpPr>
        <p:spPr>
          <a:xfrm rot="10800000">
            <a:off x="3091127" y="2949765"/>
            <a:ext cx="931116" cy="931115"/>
          </a:xfrm>
          <a:prstGeom prst="pieWedge">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31" name="Pie 30"/>
          <p:cNvSpPr/>
          <p:nvPr/>
        </p:nvSpPr>
        <p:spPr>
          <a:xfrm rot="16200000">
            <a:off x="2117004" y="2949765"/>
            <a:ext cx="931115" cy="931116"/>
          </a:xfrm>
          <a:prstGeom prst="pieWedge">
            <a:avLst/>
          </a:prstGeom>
          <a:solidFill>
            <a:schemeClr val="accent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36" name="Pie 35"/>
          <p:cNvSpPr/>
          <p:nvPr/>
        </p:nvSpPr>
        <p:spPr>
          <a:xfrm>
            <a:off x="3091126" y="1975642"/>
            <a:ext cx="931116" cy="931115"/>
          </a:xfrm>
          <a:prstGeom prst="pieWedge">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37" name="Pie 36"/>
          <p:cNvSpPr/>
          <p:nvPr/>
        </p:nvSpPr>
        <p:spPr>
          <a:xfrm rot="5400000">
            <a:off x="4065250" y="1975642"/>
            <a:ext cx="931115" cy="931116"/>
          </a:xfrm>
          <a:prstGeom prst="pieWedge">
            <a:avLst/>
          </a:prstGeom>
          <a:solidFill>
            <a:schemeClr val="accent3">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39" name="Pie 38"/>
          <p:cNvSpPr/>
          <p:nvPr/>
        </p:nvSpPr>
        <p:spPr>
          <a:xfrm rot="10800000">
            <a:off x="5039371" y="2949765"/>
            <a:ext cx="931116" cy="931115"/>
          </a:xfrm>
          <a:prstGeom prst="pieWedge">
            <a:avLst/>
          </a:pr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40" name="Pie 39"/>
          <p:cNvSpPr/>
          <p:nvPr/>
        </p:nvSpPr>
        <p:spPr>
          <a:xfrm rot="16200000">
            <a:off x="4065248" y="2949765"/>
            <a:ext cx="931115" cy="931116"/>
          </a:xfrm>
          <a:prstGeom prst="pieWedge">
            <a:avLst/>
          </a:prstGeom>
          <a:solidFill>
            <a:schemeClr val="accent4">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43" name="Pie 42"/>
          <p:cNvSpPr/>
          <p:nvPr/>
        </p:nvSpPr>
        <p:spPr>
          <a:xfrm>
            <a:off x="5105281" y="1975642"/>
            <a:ext cx="931116" cy="931115"/>
          </a:xfrm>
          <a:prstGeom prst="pieWedge">
            <a:avLst/>
          </a:prstGeom>
          <a:solidFill>
            <a:schemeClr val="accent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44" name="Pie 43"/>
          <p:cNvSpPr/>
          <p:nvPr/>
        </p:nvSpPr>
        <p:spPr>
          <a:xfrm rot="5400000">
            <a:off x="6079405" y="1975642"/>
            <a:ext cx="931115" cy="931116"/>
          </a:xfrm>
          <a:prstGeom prst="pieWedge">
            <a:avLst/>
          </a:prstGeom>
          <a:solidFill>
            <a:schemeClr val="accent5">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46" name="Pie 45"/>
          <p:cNvSpPr/>
          <p:nvPr/>
        </p:nvSpPr>
        <p:spPr>
          <a:xfrm rot="10800000">
            <a:off x="7070004" y="2949765"/>
            <a:ext cx="931116" cy="931115"/>
          </a:xfrm>
          <a:prstGeom prst="pieWedge">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47" name="Pie 46"/>
          <p:cNvSpPr/>
          <p:nvPr/>
        </p:nvSpPr>
        <p:spPr>
          <a:xfrm rot="16200000">
            <a:off x="6095881" y="2949765"/>
            <a:ext cx="931115" cy="931116"/>
          </a:xfrm>
          <a:prstGeom prst="pieWedge">
            <a:avLst/>
          </a:prstGeom>
          <a:solidFill>
            <a:schemeClr val="accent6">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48" name="Freeform 66"/>
          <p:cNvSpPr>
            <a:spLocks noEditPoints="1"/>
          </p:cNvSpPr>
          <p:nvPr/>
        </p:nvSpPr>
        <p:spPr bwMode="auto">
          <a:xfrm>
            <a:off x="1539121" y="2328494"/>
            <a:ext cx="323656" cy="378058"/>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48"/>
          <p:cNvSpPr>
            <a:spLocks noEditPoints="1"/>
          </p:cNvSpPr>
          <p:nvPr/>
        </p:nvSpPr>
        <p:spPr bwMode="auto">
          <a:xfrm>
            <a:off x="3442035" y="2390891"/>
            <a:ext cx="332308" cy="314224"/>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sp>
        <p:nvSpPr>
          <p:cNvPr id="50" name="Freeform 135"/>
          <p:cNvSpPr>
            <a:spLocks noEditPoints="1"/>
          </p:cNvSpPr>
          <p:nvPr/>
        </p:nvSpPr>
        <p:spPr bwMode="auto">
          <a:xfrm>
            <a:off x="3225979" y="3141170"/>
            <a:ext cx="431502" cy="404192"/>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sp>
        <p:nvSpPr>
          <p:cNvPr id="51" name="Freeform 65"/>
          <p:cNvSpPr>
            <a:spLocks noEditPoints="1"/>
          </p:cNvSpPr>
          <p:nvPr/>
        </p:nvSpPr>
        <p:spPr bwMode="auto">
          <a:xfrm>
            <a:off x="5150358" y="3141170"/>
            <a:ext cx="434136" cy="395606"/>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a:p>
        </p:txBody>
      </p:sp>
      <p:grpSp>
        <p:nvGrpSpPr>
          <p:cNvPr id="2" name="Group 51"/>
          <p:cNvGrpSpPr/>
          <p:nvPr/>
        </p:nvGrpSpPr>
        <p:grpSpPr>
          <a:xfrm>
            <a:off x="5516557" y="2286444"/>
            <a:ext cx="290912" cy="477398"/>
            <a:chOff x="5994209" y="2727357"/>
            <a:chExt cx="213761" cy="350787"/>
          </a:xfrm>
        </p:grpSpPr>
        <p:sp>
          <p:nvSpPr>
            <p:cNvPr id="53" name="Freeform 14"/>
            <p:cNvSpPr>
              <a:spLocks noEditPoints="1"/>
            </p:cNvSpPr>
            <p:nvPr/>
          </p:nvSpPr>
          <p:spPr bwMode="auto">
            <a:xfrm>
              <a:off x="5994209" y="2727357"/>
              <a:ext cx="202799" cy="281726"/>
            </a:xfrm>
            <a:custGeom>
              <a:avLst/>
              <a:gdLst/>
              <a:ahLst/>
              <a:cxnLst>
                <a:cxn ang="0">
                  <a:pos x="123" y="191"/>
                </a:cxn>
                <a:cxn ang="0">
                  <a:pos x="120" y="170"/>
                </a:cxn>
                <a:cxn ang="0">
                  <a:pos x="134" y="124"/>
                </a:cxn>
                <a:cxn ang="0">
                  <a:pos x="139" y="90"/>
                </a:cxn>
                <a:cxn ang="0">
                  <a:pos x="131" y="56"/>
                </a:cxn>
                <a:cxn ang="0">
                  <a:pos x="85" y="19"/>
                </a:cxn>
                <a:cxn ang="0">
                  <a:pos x="70" y="0"/>
                </a:cxn>
                <a:cxn ang="0">
                  <a:pos x="69" y="19"/>
                </a:cxn>
                <a:cxn ang="0">
                  <a:pos x="56" y="23"/>
                </a:cxn>
                <a:cxn ang="0">
                  <a:pos x="59" y="30"/>
                </a:cxn>
                <a:cxn ang="0">
                  <a:pos x="40" y="38"/>
                </a:cxn>
                <a:cxn ang="0">
                  <a:pos x="37" y="44"/>
                </a:cxn>
                <a:cxn ang="0">
                  <a:pos x="2" y="75"/>
                </a:cxn>
                <a:cxn ang="0">
                  <a:pos x="2" y="80"/>
                </a:cxn>
                <a:cxn ang="0">
                  <a:pos x="1" y="87"/>
                </a:cxn>
                <a:cxn ang="0">
                  <a:pos x="1" y="94"/>
                </a:cxn>
                <a:cxn ang="0">
                  <a:pos x="8" y="101"/>
                </a:cxn>
                <a:cxn ang="0">
                  <a:pos x="12" y="102"/>
                </a:cxn>
                <a:cxn ang="0">
                  <a:pos x="21" y="105"/>
                </a:cxn>
                <a:cxn ang="0">
                  <a:pos x="37" y="96"/>
                </a:cxn>
                <a:cxn ang="0">
                  <a:pos x="49" y="92"/>
                </a:cxn>
                <a:cxn ang="0">
                  <a:pos x="79" y="95"/>
                </a:cxn>
                <a:cxn ang="0">
                  <a:pos x="43" y="138"/>
                </a:cxn>
                <a:cxn ang="0">
                  <a:pos x="37" y="191"/>
                </a:cxn>
                <a:cxn ang="0">
                  <a:pos x="123" y="191"/>
                </a:cxn>
                <a:cxn ang="0">
                  <a:pos x="123" y="191"/>
                </a:cxn>
                <a:cxn ang="0">
                  <a:pos x="123" y="191"/>
                </a:cxn>
              </a:cxnLst>
              <a:rect l="0" t="0" r="r" b="b"/>
              <a:pathLst>
                <a:path w="139" h="191">
                  <a:moveTo>
                    <a:pt x="123" y="191"/>
                  </a:moveTo>
                  <a:cubicBezTo>
                    <a:pt x="119" y="186"/>
                    <a:pt x="120" y="170"/>
                    <a:pt x="120" y="170"/>
                  </a:cubicBezTo>
                  <a:cubicBezTo>
                    <a:pt x="120" y="170"/>
                    <a:pt x="129" y="132"/>
                    <a:pt x="134" y="124"/>
                  </a:cubicBezTo>
                  <a:cubicBezTo>
                    <a:pt x="139" y="115"/>
                    <a:pt x="139" y="90"/>
                    <a:pt x="139" y="90"/>
                  </a:cubicBezTo>
                  <a:cubicBezTo>
                    <a:pt x="139" y="90"/>
                    <a:pt x="138" y="75"/>
                    <a:pt x="131" y="56"/>
                  </a:cubicBezTo>
                  <a:cubicBezTo>
                    <a:pt x="124" y="37"/>
                    <a:pt x="101" y="22"/>
                    <a:pt x="85" y="19"/>
                  </a:cubicBezTo>
                  <a:cubicBezTo>
                    <a:pt x="84" y="10"/>
                    <a:pt x="70" y="0"/>
                    <a:pt x="70" y="0"/>
                  </a:cubicBezTo>
                  <a:cubicBezTo>
                    <a:pt x="70" y="0"/>
                    <a:pt x="72" y="19"/>
                    <a:pt x="69" y="19"/>
                  </a:cubicBezTo>
                  <a:cubicBezTo>
                    <a:pt x="67" y="19"/>
                    <a:pt x="56" y="23"/>
                    <a:pt x="56" y="23"/>
                  </a:cubicBezTo>
                  <a:cubicBezTo>
                    <a:pt x="59" y="30"/>
                    <a:pt x="59" y="30"/>
                    <a:pt x="59" y="30"/>
                  </a:cubicBezTo>
                  <a:cubicBezTo>
                    <a:pt x="45" y="34"/>
                    <a:pt x="40" y="38"/>
                    <a:pt x="40" y="38"/>
                  </a:cubicBezTo>
                  <a:cubicBezTo>
                    <a:pt x="40" y="38"/>
                    <a:pt x="39" y="39"/>
                    <a:pt x="37" y="44"/>
                  </a:cubicBezTo>
                  <a:cubicBezTo>
                    <a:pt x="34" y="49"/>
                    <a:pt x="4" y="74"/>
                    <a:pt x="2" y="75"/>
                  </a:cubicBezTo>
                  <a:cubicBezTo>
                    <a:pt x="1" y="77"/>
                    <a:pt x="2" y="80"/>
                    <a:pt x="2" y="80"/>
                  </a:cubicBezTo>
                  <a:cubicBezTo>
                    <a:pt x="2" y="80"/>
                    <a:pt x="1" y="86"/>
                    <a:pt x="1" y="87"/>
                  </a:cubicBezTo>
                  <a:cubicBezTo>
                    <a:pt x="1" y="87"/>
                    <a:pt x="0" y="92"/>
                    <a:pt x="1" y="94"/>
                  </a:cubicBezTo>
                  <a:cubicBezTo>
                    <a:pt x="3" y="96"/>
                    <a:pt x="4" y="99"/>
                    <a:pt x="8" y="101"/>
                  </a:cubicBezTo>
                  <a:cubicBezTo>
                    <a:pt x="11" y="104"/>
                    <a:pt x="12" y="102"/>
                    <a:pt x="12" y="102"/>
                  </a:cubicBezTo>
                  <a:cubicBezTo>
                    <a:pt x="12" y="102"/>
                    <a:pt x="12" y="103"/>
                    <a:pt x="21" y="105"/>
                  </a:cubicBezTo>
                  <a:cubicBezTo>
                    <a:pt x="33" y="105"/>
                    <a:pt x="37" y="96"/>
                    <a:pt x="37" y="96"/>
                  </a:cubicBezTo>
                  <a:cubicBezTo>
                    <a:pt x="37" y="96"/>
                    <a:pt x="40" y="91"/>
                    <a:pt x="49" y="92"/>
                  </a:cubicBezTo>
                  <a:cubicBezTo>
                    <a:pt x="67" y="102"/>
                    <a:pt x="79" y="95"/>
                    <a:pt x="79" y="95"/>
                  </a:cubicBezTo>
                  <a:cubicBezTo>
                    <a:pt x="79" y="95"/>
                    <a:pt x="64" y="107"/>
                    <a:pt x="43" y="138"/>
                  </a:cubicBezTo>
                  <a:cubicBezTo>
                    <a:pt x="21" y="170"/>
                    <a:pt x="37" y="191"/>
                    <a:pt x="37" y="191"/>
                  </a:cubicBezTo>
                  <a:lnTo>
                    <a:pt x="123" y="191"/>
                  </a:lnTo>
                  <a:close/>
                  <a:moveTo>
                    <a:pt x="123" y="191"/>
                  </a:moveTo>
                  <a:cubicBezTo>
                    <a:pt x="123" y="191"/>
                    <a:pt x="123" y="191"/>
                    <a:pt x="123" y="191"/>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54" name="Freeform 15"/>
            <p:cNvSpPr>
              <a:spLocks noEditPoints="1"/>
            </p:cNvSpPr>
            <p:nvPr/>
          </p:nvSpPr>
          <p:spPr bwMode="auto">
            <a:xfrm>
              <a:off x="6016133" y="3013467"/>
              <a:ext cx="191837" cy="64677"/>
            </a:xfrm>
            <a:custGeom>
              <a:avLst/>
              <a:gdLst/>
              <a:ahLst/>
              <a:cxnLst>
                <a:cxn ang="0">
                  <a:pos x="131" y="39"/>
                </a:cxn>
                <a:cxn ang="0">
                  <a:pos x="126" y="44"/>
                </a:cxn>
                <a:cxn ang="0">
                  <a:pos x="4" y="44"/>
                </a:cxn>
                <a:cxn ang="0">
                  <a:pos x="0" y="39"/>
                </a:cxn>
                <a:cxn ang="0">
                  <a:pos x="0" y="5"/>
                </a:cxn>
                <a:cxn ang="0">
                  <a:pos x="4" y="0"/>
                </a:cxn>
                <a:cxn ang="0">
                  <a:pos x="126" y="0"/>
                </a:cxn>
                <a:cxn ang="0">
                  <a:pos x="131" y="5"/>
                </a:cxn>
                <a:cxn ang="0">
                  <a:pos x="131" y="39"/>
                </a:cxn>
                <a:cxn ang="0">
                  <a:pos x="131" y="39"/>
                </a:cxn>
                <a:cxn ang="0">
                  <a:pos x="131" y="39"/>
                </a:cxn>
              </a:cxnLst>
              <a:rect l="0" t="0" r="r" b="b"/>
              <a:pathLst>
                <a:path w="131" h="44">
                  <a:moveTo>
                    <a:pt x="131" y="39"/>
                  </a:moveTo>
                  <a:cubicBezTo>
                    <a:pt x="131" y="42"/>
                    <a:pt x="129" y="44"/>
                    <a:pt x="126" y="44"/>
                  </a:cubicBezTo>
                  <a:cubicBezTo>
                    <a:pt x="4" y="44"/>
                    <a:pt x="4" y="44"/>
                    <a:pt x="4" y="44"/>
                  </a:cubicBezTo>
                  <a:cubicBezTo>
                    <a:pt x="2" y="44"/>
                    <a:pt x="0" y="42"/>
                    <a:pt x="0" y="39"/>
                  </a:cubicBezTo>
                  <a:cubicBezTo>
                    <a:pt x="0" y="5"/>
                    <a:pt x="0" y="5"/>
                    <a:pt x="0" y="5"/>
                  </a:cubicBezTo>
                  <a:cubicBezTo>
                    <a:pt x="0" y="2"/>
                    <a:pt x="2" y="0"/>
                    <a:pt x="4" y="0"/>
                  </a:cubicBezTo>
                  <a:cubicBezTo>
                    <a:pt x="126" y="0"/>
                    <a:pt x="126" y="0"/>
                    <a:pt x="126" y="0"/>
                  </a:cubicBezTo>
                  <a:cubicBezTo>
                    <a:pt x="129" y="0"/>
                    <a:pt x="131" y="2"/>
                    <a:pt x="131" y="5"/>
                  </a:cubicBezTo>
                  <a:lnTo>
                    <a:pt x="131" y="39"/>
                  </a:lnTo>
                  <a:close/>
                  <a:moveTo>
                    <a:pt x="131" y="39"/>
                  </a:moveTo>
                  <a:cubicBezTo>
                    <a:pt x="131" y="39"/>
                    <a:pt x="131" y="39"/>
                    <a:pt x="131" y="39"/>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55" name="Freeform 22"/>
          <p:cNvSpPr>
            <a:spLocks noEditPoints="1"/>
          </p:cNvSpPr>
          <p:nvPr/>
        </p:nvSpPr>
        <p:spPr bwMode="auto">
          <a:xfrm>
            <a:off x="7278110" y="3194468"/>
            <a:ext cx="341771" cy="297596"/>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55"/>
          <p:cNvSpPr/>
          <p:nvPr/>
        </p:nvSpPr>
        <p:spPr>
          <a:xfrm>
            <a:off x="2331220" y="2316524"/>
            <a:ext cx="355867" cy="430887"/>
          </a:xfrm>
          <a:prstGeom prst="rect">
            <a:avLst/>
          </a:prstGeom>
        </p:spPr>
        <p:txBody>
          <a:bodyPr wrap="none" lIns="0" tIns="0" rIns="0" bIns="0" anchor="ctr">
            <a:normAutofit/>
          </a:bodyPr>
          <a:lstStyle/>
          <a:p>
            <a:pPr algn="ctr"/>
            <a:r>
              <a:rPr lang="en-US" b="1" dirty="0">
                <a:solidFill>
                  <a:schemeClr val="bg1"/>
                </a:solidFill>
              </a:rPr>
              <a:t>01</a:t>
            </a:r>
            <a:endParaRPr lang="en-US" sz="1400" b="1" dirty="0">
              <a:solidFill>
                <a:schemeClr val="bg1"/>
              </a:solidFill>
            </a:endParaRPr>
          </a:p>
        </p:txBody>
      </p:sp>
      <p:sp>
        <p:nvSpPr>
          <p:cNvPr id="57" name="Rectangle 56"/>
          <p:cNvSpPr/>
          <p:nvPr/>
        </p:nvSpPr>
        <p:spPr>
          <a:xfrm>
            <a:off x="4259461" y="2316524"/>
            <a:ext cx="355867" cy="430887"/>
          </a:xfrm>
          <a:prstGeom prst="rect">
            <a:avLst/>
          </a:prstGeom>
        </p:spPr>
        <p:txBody>
          <a:bodyPr wrap="none" lIns="0" tIns="0" rIns="0" bIns="0" anchor="ctr">
            <a:normAutofit/>
          </a:bodyPr>
          <a:lstStyle/>
          <a:p>
            <a:pPr algn="ctr"/>
            <a:r>
              <a:rPr lang="en-US" b="1" dirty="0">
                <a:solidFill>
                  <a:schemeClr val="bg1"/>
                </a:solidFill>
              </a:rPr>
              <a:t>03</a:t>
            </a:r>
            <a:endParaRPr lang="en-US" sz="1400" b="1" dirty="0">
              <a:solidFill>
                <a:schemeClr val="bg1"/>
              </a:solidFill>
            </a:endParaRPr>
          </a:p>
        </p:txBody>
      </p:sp>
      <p:sp>
        <p:nvSpPr>
          <p:cNvPr id="58" name="Rectangle 57"/>
          <p:cNvSpPr/>
          <p:nvPr/>
        </p:nvSpPr>
        <p:spPr>
          <a:xfrm>
            <a:off x="6263521" y="2316524"/>
            <a:ext cx="355867" cy="430887"/>
          </a:xfrm>
          <a:prstGeom prst="rect">
            <a:avLst/>
          </a:prstGeom>
        </p:spPr>
        <p:txBody>
          <a:bodyPr wrap="none" lIns="0" tIns="0" rIns="0" bIns="0" anchor="ctr">
            <a:normAutofit/>
          </a:bodyPr>
          <a:lstStyle/>
          <a:p>
            <a:pPr algn="ctr"/>
            <a:r>
              <a:rPr lang="en-US" b="1" dirty="0">
                <a:solidFill>
                  <a:schemeClr val="bg1"/>
                </a:solidFill>
              </a:rPr>
              <a:t>05</a:t>
            </a:r>
            <a:endParaRPr lang="en-US" sz="1400" b="1" dirty="0">
              <a:solidFill>
                <a:schemeClr val="bg1"/>
              </a:solidFill>
            </a:endParaRPr>
          </a:p>
        </p:txBody>
      </p:sp>
      <p:sp>
        <p:nvSpPr>
          <p:cNvPr id="59" name="Rectangle 58"/>
          <p:cNvSpPr/>
          <p:nvPr/>
        </p:nvSpPr>
        <p:spPr>
          <a:xfrm>
            <a:off x="2496567" y="3106897"/>
            <a:ext cx="355867" cy="430887"/>
          </a:xfrm>
          <a:prstGeom prst="rect">
            <a:avLst/>
          </a:prstGeom>
        </p:spPr>
        <p:txBody>
          <a:bodyPr wrap="none" lIns="0" tIns="0" rIns="0" bIns="0" anchor="ctr">
            <a:normAutofit/>
          </a:bodyPr>
          <a:lstStyle/>
          <a:p>
            <a:pPr algn="ctr"/>
            <a:r>
              <a:rPr lang="en-US" b="1" dirty="0">
                <a:solidFill>
                  <a:schemeClr val="bg1"/>
                </a:solidFill>
              </a:rPr>
              <a:t>02</a:t>
            </a:r>
            <a:endParaRPr lang="en-US" sz="1400" b="1" dirty="0">
              <a:solidFill>
                <a:schemeClr val="bg1"/>
              </a:solidFill>
            </a:endParaRPr>
          </a:p>
        </p:txBody>
      </p:sp>
      <p:sp>
        <p:nvSpPr>
          <p:cNvPr id="60" name="Rectangle 59"/>
          <p:cNvSpPr/>
          <p:nvPr/>
        </p:nvSpPr>
        <p:spPr>
          <a:xfrm>
            <a:off x="4437394" y="3106897"/>
            <a:ext cx="355867" cy="430887"/>
          </a:xfrm>
          <a:prstGeom prst="rect">
            <a:avLst/>
          </a:prstGeom>
        </p:spPr>
        <p:txBody>
          <a:bodyPr wrap="none" lIns="0" tIns="0" rIns="0" bIns="0" anchor="ctr">
            <a:normAutofit/>
          </a:bodyPr>
          <a:lstStyle/>
          <a:p>
            <a:pPr algn="ctr"/>
            <a:r>
              <a:rPr lang="en-US" b="1" dirty="0">
                <a:solidFill>
                  <a:schemeClr val="bg1"/>
                </a:solidFill>
              </a:rPr>
              <a:t>04</a:t>
            </a:r>
            <a:endParaRPr lang="en-US" sz="1400" b="1" dirty="0">
              <a:solidFill>
                <a:schemeClr val="bg1"/>
              </a:solidFill>
            </a:endParaRPr>
          </a:p>
        </p:txBody>
      </p:sp>
      <p:sp>
        <p:nvSpPr>
          <p:cNvPr id="61" name="Rectangle 60"/>
          <p:cNvSpPr/>
          <p:nvPr/>
        </p:nvSpPr>
        <p:spPr>
          <a:xfrm>
            <a:off x="6441454" y="3106897"/>
            <a:ext cx="355867" cy="430887"/>
          </a:xfrm>
          <a:prstGeom prst="rect">
            <a:avLst/>
          </a:prstGeom>
        </p:spPr>
        <p:txBody>
          <a:bodyPr wrap="none" lIns="0" tIns="0" rIns="0" bIns="0" anchor="ctr">
            <a:normAutofit/>
          </a:bodyPr>
          <a:lstStyle/>
          <a:p>
            <a:pPr algn="ctr"/>
            <a:r>
              <a:rPr lang="en-US" b="1" dirty="0">
                <a:solidFill>
                  <a:schemeClr val="bg1"/>
                </a:solidFill>
              </a:rPr>
              <a:t>06</a:t>
            </a:r>
            <a:endParaRPr lang="en-US" sz="1400" b="1" dirty="0">
              <a:solidFill>
                <a:schemeClr val="bg1"/>
              </a:solidFill>
            </a:endParaRPr>
          </a:p>
        </p:txBody>
      </p:sp>
      <p:sp>
        <p:nvSpPr>
          <p:cNvPr id="62" name="Text Placeholder 3"/>
          <p:cNvSpPr txBox="1">
            <a:spLocks/>
          </p:cNvSpPr>
          <p:nvPr/>
        </p:nvSpPr>
        <p:spPr>
          <a:xfrm>
            <a:off x="1371481" y="1399412"/>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1"/>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63" name="Text Placeholder 3"/>
          <p:cNvSpPr txBox="1">
            <a:spLocks/>
          </p:cNvSpPr>
          <p:nvPr/>
        </p:nvSpPr>
        <p:spPr>
          <a:xfrm>
            <a:off x="3309613" y="1399412"/>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3"/>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64" name="Text Placeholder 3"/>
          <p:cNvSpPr txBox="1">
            <a:spLocks/>
          </p:cNvSpPr>
          <p:nvPr/>
        </p:nvSpPr>
        <p:spPr>
          <a:xfrm>
            <a:off x="5330569" y="1399412"/>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5"/>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65" name="Text Placeholder 3"/>
          <p:cNvSpPr txBox="1">
            <a:spLocks/>
          </p:cNvSpPr>
          <p:nvPr/>
        </p:nvSpPr>
        <p:spPr>
          <a:xfrm>
            <a:off x="2336847" y="4029730"/>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2"/>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66" name="Text Placeholder 3"/>
          <p:cNvSpPr txBox="1">
            <a:spLocks/>
          </p:cNvSpPr>
          <p:nvPr/>
        </p:nvSpPr>
        <p:spPr>
          <a:xfrm>
            <a:off x="4296898" y="4029730"/>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4"/>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71" name="Text Placeholder 3"/>
          <p:cNvSpPr txBox="1">
            <a:spLocks/>
          </p:cNvSpPr>
          <p:nvPr/>
        </p:nvSpPr>
        <p:spPr>
          <a:xfrm>
            <a:off x="6322186" y="4029730"/>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6"/>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48"/>
                                        </p:tgtEl>
                                        <p:attrNameLst>
                                          <p:attrName>style.visibility</p:attrName>
                                        </p:attrNameLst>
                                      </p:cBhvr>
                                      <p:to>
                                        <p:strVal val="visible"/>
                                      </p:to>
                                    </p:set>
                                    <p:anim calcmode="lin" valueType="num">
                                      <p:cBhvr>
                                        <p:cTn id="13" dur="500" fill="hold"/>
                                        <p:tgtEl>
                                          <p:spTgt spid="48"/>
                                        </p:tgtEl>
                                        <p:attrNameLst>
                                          <p:attrName>ppt_w</p:attrName>
                                        </p:attrNameLst>
                                      </p:cBhvr>
                                      <p:tavLst>
                                        <p:tav tm="0">
                                          <p:val>
                                            <p:fltVal val="0"/>
                                          </p:val>
                                        </p:tav>
                                        <p:tav tm="100000">
                                          <p:val>
                                            <p:strVal val="#ppt_w"/>
                                          </p:val>
                                        </p:tav>
                                      </p:tavLst>
                                    </p:anim>
                                    <p:anim calcmode="lin" valueType="num">
                                      <p:cBhvr>
                                        <p:cTn id="14" dur="500" fill="hold"/>
                                        <p:tgtEl>
                                          <p:spTgt spid="48"/>
                                        </p:tgtEl>
                                        <p:attrNameLst>
                                          <p:attrName>ppt_h</p:attrName>
                                        </p:attrNameLst>
                                      </p:cBhvr>
                                      <p:tavLst>
                                        <p:tav tm="0">
                                          <p:val>
                                            <p:fltVal val="0"/>
                                          </p:val>
                                        </p:tav>
                                        <p:tav tm="100000">
                                          <p:val>
                                            <p:strVal val="#ppt_h"/>
                                          </p:val>
                                        </p:tav>
                                      </p:tavLst>
                                    </p:anim>
                                    <p:animEffect transition="in" filter="fade">
                                      <p:cBhvr>
                                        <p:cTn id="15" dur="500"/>
                                        <p:tgtEl>
                                          <p:spTgt spid="48"/>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62"/>
                                        </p:tgtEl>
                                        <p:attrNameLst>
                                          <p:attrName>style.visibility</p:attrName>
                                        </p:attrNameLst>
                                      </p:cBhvr>
                                      <p:to>
                                        <p:strVal val="visible"/>
                                      </p:to>
                                    </p:set>
                                    <p:anim calcmode="lin" valueType="num">
                                      <p:cBhvr>
                                        <p:cTn id="31" dur="500" fill="hold"/>
                                        <p:tgtEl>
                                          <p:spTgt spid="62"/>
                                        </p:tgtEl>
                                        <p:attrNameLst>
                                          <p:attrName>ppt_w</p:attrName>
                                        </p:attrNameLst>
                                      </p:cBhvr>
                                      <p:tavLst>
                                        <p:tav tm="0">
                                          <p:val>
                                            <p:fltVal val="0"/>
                                          </p:val>
                                        </p:tav>
                                        <p:tav tm="100000">
                                          <p:val>
                                            <p:strVal val="#ppt_w"/>
                                          </p:val>
                                        </p:tav>
                                      </p:tavLst>
                                    </p:anim>
                                    <p:anim calcmode="lin" valueType="num">
                                      <p:cBhvr>
                                        <p:cTn id="32" dur="500" fill="hold"/>
                                        <p:tgtEl>
                                          <p:spTgt spid="62"/>
                                        </p:tgtEl>
                                        <p:attrNameLst>
                                          <p:attrName>ppt_h</p:attrName>
                                        </p:attrNameLst>
                                      </p:cBhvr>
                                      <p:tavLst>
                                        <p:tav tm="0">
                                          <p:val>
                                            <p:fltVal val="0"/>
                                          </p:val>
                                        </p:tav>
                                        <p:tav tm="100000">
                                          <p:val>
                                            <p:strVal val="#ppt_h"/>
                                          </p:val>
                                        </p:tav>
                                      </p:tavLst>
                                    </p:anim>
                                    <p:animEffect transition="in" filter="fade">
                                      <p:cBhvr>
                                        <p:cTn id="33" dur="500"/>
                                        <p:tgtEl>
                                          <p:spTgt spid="62"/>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p:cTn id="37" dur="500" fill="hold"/>
                                        <p:tgtEl>
                                          <p:spTgt spid="31"/>
                                        </p:tgtEl>
                                        <p:attrNameLst>
                                          <p:attrName>ppt_w</p:attrName>
                                        </p:attrNameLst>
                                      </p:cBhvr>
                                      <p:tavLst>
                                        <p:tav tm="0">
                                          <p:val>
                                            <p:fltVal val="0"/>
                                          </p:val>
                                        </p:tav>
                                        <p:tav tm="100000">
                                          <p:val>
                                            <p:strVal val="#ppt_w"/>
                                          </p:val>
                                        </p:tav>
                                      </p:tavLst>
                                    </p:anim>
                                    <p:anim calcmode="lin" valueType="num">
                                      <p:cBhvr>
                                        <p:cTn id="38" dur="500" fill="hold"/>
                                        <p:tgtEl>
                                          <p:spTgt spid="31"/>
                                        </p:tgtEl>
                                        <p:attrNameLst>
                                          <p:attrName>ppt_h</p:attrName>
                                        </p:attrNameLst>
                                      </p:cBhvr>
                                      <p:tavLst>
                                        <p:tav tm="0">
                                          <p:val>
                                            <p:fltVal val="0"/>
                                          </p:val>
                                        </p:tav>
                                        <p:tav tm="100000">
                                          <p:val>
                                            <p:strVal val="#ppt_h"/>
                                          </p:val>
                                        </p:tav>
                                      </p:tavLst>
                                    </p:anim>
                                    <p:animEffect transition="in" filter="fade">
                                      <p:cBhvr>
                                        <p:cTn id="39" dur="500"/>
                                        <p:tgtEl>
                                          <p:spTgt spid="31"/>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p:cTn id="43" dur="500" fill="hold"/>
                                        <p:tgtEl>
                                          <p:spTgt spid="59"/>
                                        </p:tgtEl>
                                        <p:attrNameLst>
                                          <p:attrName>ppt_w</p:attrName>
                                        </p:attrNameLst>
                                      </p:cBhvr>
                                      <p:tavLst>
                                        <p:tav tm="0">
                                          <p:val>
                                            <p:fltVal val="0"/>
                                          </p:val>
                                        </p:tav>
                                        <p:tav tm="100000">
                                          <p:val>
                                            <p:strVal val="#ppt_w"/>
                                          </p:val>
                                        </p:tav>
                                      </p:tavLst>
                                    </p:anim>
                                    <p:anim calcmode="lin" valueType="num">
                                      <p:cBhvr>
                                        <p:cTn id="44" dur="500" fill="hold"/>
                                        <p:tgtEl>
                                          <p:spTgt spid="59"/>
                                        </p:tgtEl>
                                        <p:attrNameLst>
                                          <p:attrName>ppt_h</p:attrName>
                                        </p:attrNameLst>
                                      </p:cBhvr>
                                      <p:tavLst>
                                        <p:tav tm="0">
                                          <p:val>
                                            <p:fltVal val="0"/>
                                          </p:val>
                                        </p:tav>
                                        <p:tav tm="100000">
                                          <p:val>
                                            <p:strVal val="#ppt_h"/>
                                          </p:val>
                                        </p:tav>
                                      </p:tavLst>
                                    </p:anim>
                                    <p:animEffect transition="in" filter="fade">
                                      <p:cBhvr>
                                        <p:cTn id="45" dur="500"/>
                                        <p:tgtEl>
                                          <p:spTgt spid="59"/>
                                        </p:tgtEl>
                                      </p:cBhvr>
                                    </p:animEffect>
                                  </p:childTnLst>
                                </p:cTn>
                              </p:par>
                            </p:childTnLst>
                          </p:cTn>
                        </p:par>
                        <p:par>
                          <p:cTn id="46" fill="hold">
                            <p:stCondLst>
                              <p:cond delay="3500"/>
                            </p:stCondLst>
                            <p:childTnLst>
                              <p:par>
                                <p:cTn id="47" presetID="53" presetClass="entr" presetSubtype="0" fill="hold" nodeType="after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p:cTn id="49" dur="500" fill="hold"/>
                                        <p:tgtEl>
                                          <p:spTgt spid="29"/>
                                        </p:tgtEl>
                                        <p:attrNameLst>
                                          <p:attrName>ppt_w</p:attrName>
                                        </p:attrNameLst>
                                      </p:cBhvr>
                                      <p:tavLst>
                                        <p:tav tm="0">
                                          <p:val>
                                            <p:fltVal val="0"/>
                                          </p:val>
                                        </p:tav>
                                        <p:tav tm="100000">
                                          <p:val>
                                            <p:strVal val="#ppt_w"/>
                                          </p:val>
                                        </p:tav>
                                      </p:tavLst>
                                    </p:anim>
                                    <p:anim calcmode="lin" valueType="num">
                                      <p:cBhvr>
                                        <p:cTn id="50" dur="500" fill="hold"/>
                                        <p:tgtEl>
                                          <p:spTgt spid="29"/>
                                        </p:tgtEl>
                                        <p:attrNameLst>
                                          <p:attrName>ppt_h</p:attrName>
                                        </p:attrNameLst>
                                      </p:cBhvr>
                                      <p:tavLst>
                                        <p:tav tm="0">
                                          <p:val>
                                            <p:fltVal val="0"/>
                                          </p:val>
                                        </p:tav>
                                        <p:tav tm="100000">
                                          <p:val>
                                            <p:strVal val="#ppt_h"/>
                                          </p:val>
                                        </p:tav>
                                      </p:tavLst>
                                    </p:anim>
                                    <p:animEffect transition="in" filter="fade">
                                      <p:cBhvr>
                                        <p:cTn id="51" dur="500"/>
                                        <p:tgtEl>
                                          <p:spTgt spid="29"/>
                                        </p:tgtEl>
                                      </p:cBhvr>
                                    </p:animEffect>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50"/>
                                        </p:tgtEl>
                                        <p:attrNameLst>
                                          <p:attrName>style.visibility</p:attrName>
                                        </p:attrNameLst>
                                      </p:cBhvr>
                                      <p:to>
                                        <p:strVal val="visible"/>
                                      </p:to>
                                    </p:set>
                                    <p:anim calcmode="lin" valueType="num">
                                      <p:cBhvr>
                                        <p:cTn id="55" dur="500" fill="hold"/>
                                        <p:tgtEl>
                                          <p:spTgt spid="50"/>
                                        </p:tgtEl>
                                        <p:attrNameLst>
                                          <p:attrName>ppt_w</p:attrName>
                                        </p:attrNameLst>
                                      </p:cBhvr>
                                      <p:tavLst>
                                        <p:tav tm="0">
                                          <p:val>
                                            <p:fltVal val="0"/>
                                          </p:val>
                                        </p:tav>
                                        <p:tav tm="100000">
                                          <p:val>
                                            <p:strVal val="#ppt_w"/>
                                          </p:val>
                                        </p:tav>
                                      </p:tavLst>
                                    </p:anim>
                                    <p:anim calcmode="lin" valueType="num">
                                      <p:cBhvr>
                                        <p:cTn id="56" dur="500" fill="hold"/>
                                        <p:tgtEl>
                                          <p:spTgt spid="50"/>
                                        </p:tgtEl>
                                        <p:attrNameLst>
                                          <p:attrName>ppt_h</p:attrName>
                                        </p:attrNameLst>
                                      </p:cBhvr>
                                      <p:tavLst>
                                        <p:tav tm="0">
                                          <p:val>
                                            <p:fltVal val="0"/>
                                          </p:val>
                                        </p:tav>
                                        <p:tav tm="100000">
                                          <p:val>
                                            <p:strVal val="#ppt_h"/>
                                          </p:val>
                                        </p:tav>
                                      </p:tavLst>
                                    </p:anim>
                                    <p:animEffect transition="in" filter="fade">
                                      <p:cBhvr>
                                        <p:cTn id="57" dur="500"/>
                                        <p:tgtEl>
                                          <p:spTgt spid="50"/>
                                        </p:tgtEl>
                                      </p:cBhvr>
                                    </p:animEffect>
                                  </p:childTnLst>
                                </p:cTn>
                              </p:par>
                            </p:childTnLst>
                          </p:cTn>
                        </p:par>
                        <p:par>
                          <p:cTn id="58" fill="hold">
                            <p:stCondLst>
                              <p:cond delay="4500"/>
                            </p:stCondLst>
                            <p:childTnLst>
                              <p:par>
                                <p:cTn id="59" presetID="53" presetClass="entr" presetSubtype="0" fill="hold" grpId="0" nodeType="afterEffect">
                                  <p:stCondLst>
                                    <p:cond delay="0"/>
                                  </p:stCondLst>
                                  <p:childTnLst>
                                    <p:set>
                                      <p:cBhvr>
                                        <p:cTn id="60" dur="1" fill="hold">
                                          <p:stCondLst>
                                            <p:cond delay="0"/>
                                          </p:stCondLst>
                                        </p:cTn>
                                        <p:tgtEl>
                                          <p:spTgt spid="65"/>
                                        </p:tgtEl>
                                        <p:attrNameLst>
                                          <p:attrName>style.visibility</p:attrName>
                                        </p:attrNameLst>
                                      </p:cBhvr>
                                      <p:to>
                                        <p:strVal val="visible"/>
                                      </p:to>
                                    </p:set>
                                    <p:anim calcmode="lin" valueType="num">
                                      <p:cBhvr>
                                        <p:cTn id="61" dur="500" fill="hold"/>
                                        <p:tgtEl>
                                          <p:spTgt spid="65"/>
                                        </p:tgtEl>
                                        <p:attrNameLst>
                                          <p:attrName>ppt_w</p:attrName>
                                        </p:attrNameLst>
                                      </p:cBhvr>
                                      <p:tavLst>
                                        <p:tav tm="0">
                                          <p:val>
                                            <p:fltVal val="0"/>
                                          </p:val>
                                        </p:tav>
                                        <p:tav tm="100000">
                                          <p:val>
                                            <p:strVal val="#ppt_w"/>
                                          </p:val>
                                        </p:tav>
                                      </p:tavLst>
                                    </p:anim>
                                    <p:anim calcmode="lin" valueType="num">
                                      <p:cBhvr>
                                        <p:cTn id="62" dur="500" fill="hold"/>
                                        <p:tgtEl>
                                          <p:spTgt spid="65"/>
                                        </p:tgtEl>
                                        <p:attrNameLst>
                                          <p:attrName>ppt_h</p:attrName>
                                        </p:attrNameLst>
                                      </p:cBhvr>
                                      <p:tavLst>
                                        <p:tav tm="0">
                                          <p:val>
                                            <p:fltVal val="0"/>
                                          </p:val>
                                        </p:tav>
                                        <p:tav tm="100000">
                                          <p:val>
                                            <p:strVal val="#ppt_h"/>
                                          </p:val>
                                        </p:tav>
                                      </p:tavLst>
                                    </p:anim>
                                    <p:animEffect transition="in" filter="fade">
                                      <p:cBhvr>
                                        <p:cTn id="63" dur="500"/>
                                        <p:tgtEl>
                                          <p:spTgt spid="65"/>
                                        </p:tgtEl>
                                      </p:cBhvr>
                                    </p:animEffect>
                                  </p:childTnLst>
                                </p:cTn>
                              </p:par>
                            </p:childTnLst>
                          </p:cTn>
                        </p:par>
                        <p:par>
                          <p:cTn id="64" fill="hold">
                            <p:stCondLst>
                              <p:cond delay="5000"/>
                            </p:stCondLst>
                            <p:childTnLst>
                              <p:par>
                                <p:cTn id="65" presetID="53" presetClass="entr" presetSubtype="0" fill="hold" nodeType="after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Effect transition="in" filter="fade">
                                      <p:cBhvr>
                                        <p:cTn id="69" dur="500"/>
                                        <p:tgtEl>
                                          <p:spTgt spid="36"/>
                                        </p:tgtEl>
                                      </p:cBhvr>
                                    </p:animEffect>
                                  </p:childTnLst>
                                </p:cTn>
                              </p:par>
                            </p:childTnLst>
                          </p:cTn>
                        </p:par>
                        <p:par>
                          <p:cTn id="70" fill="hold">
                            <p:stCondLst>
                              <p:cond delay="5500"/>
                            </p:stCondLst>
                            <p:childTnLst>
                              <p:par>
                                <p:cTn id="71" presetID="53" presetClass="entr" presetSubtype="0" fill="hold" grpId="0" nodeType="afterEffect">
                                  <p:stCondLst>
                                    <p:cond delay="0"/>
                                  </p:stCondLst>
                                  <p:childTnLst>
                                    <p:set>
                                      <p:cBhvr>
                                        <p:cTn id="72" dur="1" fill="hold">
                                          <p:stCondLst>
                                            <p:cond delay="0"/>
                                          </p:stCondLst>
                                        </p:cTn>
                                        <p:tgtEl>
                                          <p:spTgt spid="49"/>
                                        </p:tgtEl>
                                        <p:attrNameLst>
                                          <p:attrName>style.visibility</p:attrName>
                                        </p:attrNameLst>
                                      </p:cBhvr>
                                      <p:to>
                                        <p:strVal val="visible"/>
                                      </p:to>
                                    </p:set>
                                    <p:anim calcmode="lin" valueType="num">
                                      <p:cBhvr>
                                        <p:cTn id="73" dur="500" fill="hold"/>
                                        <p:tgtEl>
                                          <p:spTgt spid="49"/>
                                        </p:tgtEl>
                                        <p:attrNameLst>
                                          <p:attrName>ppt_w</p:attrName>
                                        </p:attrNameLst>
                                      </p:cBhvr>
                                      <p:tavLst>
                                        <p:tav tm="0">
                                          <p:val>
                                            <p:fltVal val="0"/>
                                          </p:val>
                                        </p:tav>
                                        <p:tav tm="100000">
                                          <p:val>
                                            <p:strVal val="#ppt_w"/>
                                          </p:val>
                                        </p:tav>
                                      </p:tavLst>
                                    </p:anim>
                                    <p:anim calcmode="lin" valueType="num">
                                      <p:cBhvr>
                                        <p:cTn id="74" dur="500" fill="hold"/>
                                        <p:tgtEl>
                                          <p:spTgt spid="49"/>
                                        </p:tgtEl>
                                        <p:attrNameLst>
                                          <p:attrName>ppt_h</p:attrName>
                                        </p:attrNameLst>
                                      </p:cBhvr>
                                      <p:tavLst>
                                        <p:tav tm="0">
                                          <p:val>
                                            <p:fltVal val="0"/>
                                          </p:val>
                                        </p:tav>
                                        <p:tav tm="100000">
                                          <p:val>
                                            <p:strVal val="#ppt_h"/>
                                          </p:val>
                                        </p:tav>
                                      </p:tavLst>
                                    </p:anim>
                                    <p:animEffect transition="in" filter="fade">
                                      <p:cBhvr>
                                        <p:cTn id="75" dur="500"/>
                                        <p:tgtEl>
                                          <p:spTgt spid="49"/>
                                        </p:tgtEl>
                                      </p:cBhvr>
                                    </p:animEffect>
                                  </p:childTnLst>
                                </p:cTn>
                              </p:par>
                            </p:childTnLst>
                          </p:cTn>
                        </p:par>
                        <p:par>
                          <p:cTn id="76" fill="hold">
                            <p:stCondLst>
                              <p:cond delay="6000"/>
                            </p:stCondLst>
                            <p:childTnLst>
                              <p:par>
                                <p:cTn id="77" presetID="53" presetClass="entr" presetSubtype="0" fill="hold" nodeType="afterEffect">
                                  <p:stCondLst>
                                    <p:cond delay="0"/>
                                  </p:stCondLst>
                                  <p:childTnLst>
                                    <p:set>
                                      <p:cBhvr>
                                        <p:cTn id="78" dur="1" fill="hold">
                                          <p:stCondLst>
                                            <p:cond delay="0"/>
                                          </p:stCondLst>
                                        </p:cTn>
                                        <p:tgtEl>
                                          <p:spTgt spid="37"/>
                                        </p:tgtEl>
                                        <p:attrNameLst>
                                          <p:attrName>style.visibility</p:attrName>
                                        </p:attrNameLst>
                                      </p:cBhvr>
                                      <p:to>
                                        <p:strVal val="visible"/>
                                      </p:to>
                                    </p:set>
                                    <p:anim calcmode="lin" valueType="num">
                                      <p:cBhvr>
                                        <p:cTn id="79" dur="500" fill="hold"/>
                                        <p:tgtEl>
                                          <p:spTgt spid="37"/>
                                        </p:tgtEl>
                                        <p:attrNameLst>
                                          <p:attrName>ppt_w</p:attrName>
                                        </p:attrNameLst>
                                      </p:cBhvr>
                                      <p:tavLst>
                                        <p:tav tm="0">
                                          <p:val>
                                            <p:fltVal val="0"/>
                                          </p:val>
                                        </p:tav>
                                        <p:tav tm="100000">
                                          <p:val>
                                            <p:strVal val="#ppt_w"/>
                                          </p:val>
                                        </p:tav>
                                      </p:tavLst>
                                    </p:anim>
                                    <p:anim calcmode="lin" valueType="num">
                                      <p:cBhvr>
                                        <p:cTn id="80" dur="500" fill="hold"/>
                                        <p:tgtEl>
                                          <p:spTgt spid="37"/>
                                        </p:tgtEl>
                                        <p:attrNameLst>
                                          <p:attrName>ppt_h</p:attrName>
                                        </p:attrNameLst>
                                      </p:cBhvr>
                                      <p:tavLst>
                                        <p:tav tm="0">
                                          <p:val>
                                            <p:fltVal val="0"/>
                                          </p:val>
                                        </p:tav>
                                        <p:tav tm="100000">
                                          <p:val>
                                            <p:strVal val="#ppt_h"/>
                                          </p:val>
                                        </p:tav>
                                      </p:tavLst>
                                    </p:anim>
                                    <p:animEffect transition="in" filter="fade">
                                      <p:cBhvr>
                                        <p:cTn id="81" dur="500"/>
                                        <p:tgtEl>
                                          <p:spTgt spid="37"/>
                                        </p:tgtEl>
                                      </p:cBhvr>
                                    </p:animEffect>
                                  </p:childTnLst>
                                </p:cTn>
                              </p:par>
                            </p:childTnLst>
                          </p:cTn>
                        </p:par>
                        <p:par>
                          <p:cTn id="82" fill="hold">
                            <p:stCondLst>
                              <p:cond delay="6500"/>
                            </p:stCondLst>
                            <p:childTnLst>
                              <p:par>
                                <p:cTn id="83" presetID="53" presetClass="entr" presetSubtype="0" fill="hold" grpId="0" nodeType="afterEffect">
                                  <p:stCondLst>
                                    <p:cond delay="0"/>
                                  </p:stCondLst>
                                  <p:childTnLst>
                                    <p:set>
                                      <p:cBhvr>
                                        <p:cTn id="84" dur="1" fill="hold">
                                          <p:stCondLst>
                                            <p:cond delay="0"/>
                                          </p:stCondLst>
                                        </p:cTn>
                                        <p:tgtEl>
                                          <p:spTgt spid="57"/>
                                        </p:tgtEl>
                                        <p:attrNameLst>
                                          <p:attrName>style.visibility</p:attrName>
                                        </p:attrNameLst>
                                      </p:cBhvr>
                                      <p:to>
                                        <p:strVal val="visible"/>
                                      </p:to>
                                    </p:set>
                                    <p:anim calcmode="lin" valueType="num">
                                      <p:cBhvr>
                                        <p:cTn id="85" dur="500" fill="hold"/>
                                        <p:tgtEl>
                                          <p:spTgt spid="57"/>
                                        </p:tgtEl>
                                        <p:attrNameLst>
                                          <p:attrName>ppt_w</p:attrName>
                                        </p:attrNameLst>
                                      </p:cBhvr>
                                      <p:tavLst>
                                        <p:tav tm="0">
                                          <p:val>
                                            <p:fltVal val="0"/>
                                          </p:val>
                                        </p:tav>
                                        <p:tav tm="100000">
                                          <p:val>
                                            <p:strVal val="#ppt_w"/>
                                          </p:val>
                                        </p:tav>
                                      </p:tavLst>
                                    </p:anim>
                                    <p:anim calcmode="lin" valueType="num">
                                      <p:cBhvr>
                                        <p:cTn id="86" dur="500" fill="hold"/>
                                        <p:tgtEl>
                                          <p:spTgt spid="57"/>
                                        </p:tgtEl>
                                        <p:attrNameLst>
                                          <p:attrName>ppt_h</p:attrName>
                                        </p:attrNameLst>
                                      </p:cBhvr>
                                      <p:tavLst>
                                        <p:tav tm="0">
                                          <p:val>
                                            <p:fltVal val="0"/>
                                          </p:val>
                                        </p:tav>
                                        <p:tav tm="100000">
                                          <p:val>
                                            <p:strVal val="#ppt_h"/>
                                          </p:val>
                                        </p:tav>
                                      </p:tavLst>
                                    </p:anim>
                                    <p:animEffect transition="in" filter="fade">
                                      <p:cBhvr>
                                        <p:cTn id="87" dur="500"/>
                                        <p:tgtEl>
                                          <p:spTgt spid="57"/>
                                        </p:tgtEl>
                                      </p:cBhvr>
                                    </p:animEffect>
                                  </p:childTnLst>
                                </p:cTn>
                              </p:par>
                            </p:childTnLst>
                          </p:cTn>
                        </p:par>
                        <p:par>
                          <p:cTn id="88" fill="hold">
                            <p:stCondLst>
                              <p:cond delay="7000"/>
                            </p:stCondLst>
                            <p:childTnLst>
                              <p:par>
                                <p:cTn id="89" presetID="53" presetClass="entr" presetSubtype="0" fill="hold" grpId="0" nodeType="afterEffect">
                                  <p:stCondLst>
                                    <p:cond delay="0"/>
                                  </p:stCondLst>
                                  <p:childTnLst>
                                    <p:set>
                                      <p:cBhvr>
                                        <p:cTn id="90" dur="1" fill="hold">
                                          <p:stCondLst>
                                            <p:cond delay="0"/>
                                          </p:stCondLst>
                                        </p:cTn>
                                        <p:tgtEl>
                                          <p:spTgt spid="63"/>
                                        </p:tgtEl>
                                        <p:attrNameLst>
                                          <p:attrName>style.visibility</p:attrName>
                                        </p:attrNameLst>
                                      </p:cBhvr>
                                      <p:to>
                                        <p:strVal val="visible"/>
                                      </p:to>
                                    </p:set>
                                    <p:anim calcmode="lin" valueType="num">
                                      <p:cBhvr>
                                        <p:cTn id="91" dur="500" fill="hold"/>
                                        <p:tgtEl>
                                          <p:spTgt spid="63"/>
                                        </p:tgtEl>
                                        <p:attrNameLst>
                                          <p:attrName>ppt_w</p:attrName>
                                        </p:attrNameLst>
                                      </p:cBhvr>
                                      <p:tavLst>
                                        <p:tav tm="0">
                                          <p:val>
                                            <p:fltVal val="0"/>
                                          </p:val>
                                        </p:tav>
                                        <p:tav tm="100000">
                                          <p:val>
                                            <p:strVal val="#ppt_w"/>
                                          </p:val>
                                        </p:tav>
                                      </p:tavLst>
                                    </p:anim>
                                    <p:anim calcmode="lin" valueType="num">
                                      <p:cBhvr>
                                        <p:cTn id="92" dur="500" fill="hold"/>
                                        <p:tgtEl>
                                          <p:spTgt spid="63"/>
                                        </p:tgtEl>
                                        <p:attrNameLst>
                                          <p:attrName>ppt_h</p:attrName>
                                        </p:attrNameLst>
                                      </p:cBhvr>
                                      <p:tavLst>
                                        <p:tav tm="0">
                                          <p:val>
                                            <p:fltVal val="0"/>
                                          </p:val>
                                        </p:tav>
                                        <p:tav tm="100000">
                                          <p:val>
                                            <p:strVal val="#ppt_h"/>
                                          </p:val>
                                        </p:tav>
                                      </p:tavLst>
                                    </p:anim>
                                    <p:animEffect transition="in" filter="fade">
                                      <p:cBhvr>
                                        <p:cTn id="93" dur="500"/>
                                        <p:tgtEl>
                                          <p:spTgt spid="63"/>
                                        </p:tgtEl>
                                      </p:cBhvr>
                                    </p:animEffect>
                                  </p:childTnLst>
                                </p:cTn>
                              </p:par>
                            </p:childTnLst>
                          </p:cTn>
                        </p:par>
                        <p:par>
                          <p:cTn id="94" fill="hold">
                            <p:stCondLst>
                              <p:cond delay="7500"/>
                            </p:stCondLst>
                            <p:childTnLst>
                              <p:par>
                                <p:cTn id="95" presetID="53" presetClass="entr" presetSubtype="0" fill="hold" nodeType="afterEffect">
                                  <p:stCondLst>
                                    <p:cond delay="0"/>
                                  </p:stCondLst>
                                  <p:childTnLst>
                                    <p:set>
                                      <p:cBhvr>
                                        <p:cTn id="96" dur="1" fill="hold">
                                          <p:stCondLst>
                                            <p:cond delay="0"/>
                                          </p:stCondLst>
                                        </p:cTn>
                                        <p:tgtEl>
                                          <p:spTgt spid="40"/>
                                        </p:tgtEl>
                                        <p:attrNameLst>
                                          <p:attrName>style.visibility</p:attrName>
                                        </p:attrNameLst>
                                      </p:cBhvr>
                                      <p:to>
                                        <p:strVal val="visible"/>
                                      </p:to>
                                    </p:set>
                                    <p:anim calcmode="lin" valueType="num">
                                      <p:cBhvr>
                                        <p:cTn id="97" dur="500" fill="hold"/>
                                        <p:tgtEl>
                                          <p:spTgt spid="40"/>
                                        </p:tgtEl>
                                        <p:attrNameLst>
                                          <p:attrName>ppt_w</p:attrName>
                                        </p:attrNameLst>
                                      </p:cBhvr>
                                      <p:tavLst>
                                        <p:tav tm="0">
                                          <p:val>
                                            <p:fltVal val="0"/>
                                          </p:val>
                                        </p:tav>
                                        <p:tav tm="100000">
                                          <p:val>
                                            <p:strVal val="#ppt_w"/>
                                          </p:val>
                                        </p:tav>
                                      </p:tavLst>
                                    </p:anim>
                                    <p:anim calcmode="lin" valueType="num">
                                      <p:cBhvr>
                                        <p:cTn id="98" dur="500" fill="hold"/>
                                        <p:tgtEl>
                                          <p:spTgt spid="40"/>
                                        </p:tgtEl>
                                        <p:attrNameLst>
                                          <p:attrName>ppt_h</p:attrName>
                                        </p:attrNameLst>
                                      </p:cBhvr>
                                      <p:tavLst>
                                        <p:tav tm="0">
                                          <p:val>
                                            <p:fltVal val="0"/>
                                          </p:val>
                                        </p:tav>
                                        <p:tav tm="100000">
                                          <p:val>
                                            <p:strVal val="#ppt_h"/>
                                          </p:val>
                                        </p:tav>
                                      </p:tavLst>
                                    </p:anim>
                                    <p:animEffect transition="in" filter="fade">
                                      <p:cBhvr>
                                        <p:cTn id="99" dur="500"/>
                                        <p:tgtEl>
                                          <p:spTgt spid="40"/>
                                        </p:tgtEl>
                                      </p:cBhvr>
                                    </p:animEffect>
                                  </p:childTnLst>
                                </p:cTn>
                              </p:par>
                            </p:childTnLst>
                          </p:cTn>
                        </p:par>
                        <p:par>
                          <p:cTn id="100" fill="hold">
                            <p:stCondLst>
                              <p:cond delay="8000"/>
                            </p:stCondLst>
                            <p:childTnLst>
                              <p:par>
                                <p:cTn id="101" presetID="53" presetClass="entr" presetSubtype="0" fill="hold" grpId="0" nodeType="afterEffect">
                                  <p:stCondLst>
                                    <p:cond delay="0"/>
                                  </p:stCondLst>
                                  <p:childTnLst>
                                    <p:set>
                                      <p:cBhvr>
                                        <p:cTn id="102" dur="1" fill="hold">
                                          <p:stCondLst>
                                            <p:cond delay="0"/>
                                          </p:stCondLst>
                                        </p:cTn>
                                        <p:tgtEl>
                                          <p:spTgt spid="60"/>
                                        </p:tgtEl>
                                        <p:attrNameLst>
                                          <p:attrName>style.visibility</p:attrName>
                                        </p:attrNameLst>
                                      </p:cBhvr>
                                      <p:to>
                                        <p:strVal val="visible"/>
                                      </p:to>
                                    </p:set>
                                    <p:anim calcmode="lin" valueType="num">
                                      <p:cBhvr>
                                        <p:cTn id="103" dur="500" fill="hold"/>
                                        <p:tgtEl>
                                          <p:spTgt spid="60"/>
                                        </p:tgtEl>
                                        <p:attrNameLst>
                                          <p:attrName>ppt_w</p:attrName>
                                        </p:attrNameLst>
                                      </p:cBhvr>
                                      <p:tavLst>
                                        <p:tav tm="0">
                                          <p:val>
                                            <p:fltVal val="0"/>
                                          </p:val>
                                        </p:tav>
                                        <p:tav tm="100000">
                                          <p:val>
                                            <p:strVal val="#ppt_w"/>
                                          </p:val>
                                        </p:tav>
                                      </p:tavLst>
                                    </p:anim>
                                    <p:anim calcmode="lin" valueType="num">
                                      <p:cBhvr>
                                        <p:cTn id="104" dur="500" fill="hold"/>
                                        <p:tgtEl>
                                          <p:spTgt spid="60"/>
                                        </p:tgtEl>
                                        <p:attrNameLst>
                                          <p:attrName>ppt_h</p:attrName>
                                        </p:attrNameLst>
                                      </p:cBhvr>
                                      <p:tavLst>
                                        <p:tav tm="0">
                                          <p:val>
                                            <p:fltVal val="0"/>
                                          </p:val>
                                        </p:tav>
                                        <p:tav tm="100000">
                                          <p:val>
                                            <p:strVal val="#ppt_h"/>
                                          </p:val>
                                        </p:tav>
                                      </p:tavLst>
                                    </p:anim>
                                    <p:animEffect transition="in" filter="fade">
                                      <p:cBhvr>
                                        <p:cTn id="105" dur="500"/>
                                        <p:tgtEl>
                                          <p:spTgt spid="60"/>
                                        </p:tgtEl>
                                      </p:cBhvr>
                                    </p:animEffect>
                                  </p:childTnLst>
                                </p:cTn>
                              </p:par>
                            </p:childTnLst>
                          </p:cTn>
                        </p:par>
                        <p:par>
                          <p:cTn id="106" fill="hold">
                            <p:stCondLst>
                              <p:cond delay="8500"/>
                            </p:stCondLst>
                            <p:childTnLst>
                              <p:par>
                                <p:cTn id="107" presetID="53" presetClass="entr" presetSubtype="0" fill="hold" nodeType="afterEffect">
                                  <p:stCondLst>
                                    <p:cond delay="0"/>
                                  </p:stCondLst>
                                  <p:childTnLst>
                                    <p:set>
                                      <p:cBhvr>
                                        <p:cTn id="108" dur="1" fill="hold">
                                          <p:stCondLst>
                                            <p:cond delay="0"/>
                                          </p:stCondLst>
                                        </p:cTn>
                                        <p:tgtEl>
                                          <p:spTgt spid="39"/>
                                        </p:tgtEl>
                                        <p:attrNameLst>
                                          <p:attrName>style.visibility</p:attrName>
                                        </p:attrNameLst>
                                      </p:cBhvr>
                                      <p:to>
                                        <p:strVal val="visible"/>
                                      </p:to>
                                    </p:set>
                                    <p:anim calcmode="lin" valueType="num">
                                      <p:cBhvr>
                                        <p:cTn id="109" dur="500" fill="hold"/>
                                        <p:tgtEl>
                                          <p:spTgt spid="39"/>
                                        </p:tgtEl>
                                        <p:attrNameLst>
                                          <p:attrName>ppt_w</p:attrName>
                                        </p:attrNameLst>
                                      </p:cBhvr>
                                      <p:tavLst>
                                        <p:tav tm="0">
                                          <p:val>
                                            <p:fltVal val="0"/>
                                          </p:val>
                                        </p:tav>
                                        <p:tav tm="100000">
                                          <p:val>
                                            <p:strVal val="#ppt_w"/>
                                          </p:val>
                                        </p:tav>
                                      </p:tavLst>
                                    </p:anim>
                                    <p:anim calcmode="lin" valueType="num">
                                      <p:cBhvr>
                                        <p:cTn id="110" dur="500" fill="hold"/>
                                        <p:tgtEl>
                                          <p:spTgt spid="39"/>
                                        </p:tgtEl>
                                        <p:attrNameLst>
                                          <p:attrName>ppt_h</p:attrName>
                                        </p:attrNameLst>
                                      </p:cBhvr>
                                      <p:tavLst>
                                        <p:tav tm="0">
                                          <p:val>
                                            <p:fltVal val="0"/>
                                          </p:val>
                                        </p:tav>
                                        <p:tav tm="100000">
                                          <p:val>
                                            <p:strVal val="#ppt_h"/>
                                          </p:val>
                                        </p:tav>
                                      </p:tavLst>
                                    </p:anim>
                                    <p:animEffect transition="in" filter="fade">
                                      <p:cBhvr>
                                        <p:cTn id="111" dur="500"/>
                                        <p:tgtEl>
                                          <p:spTgt spid="39"/>
                                        </p:tgtEl>
                                      </p:cBhvr>
                                    </p:animEffect>
                                  </p:childTnLst>
                                </p:cTn>
                              </p:par>
                            </p:childTnLst>
                          </p:cTn>
                        </p:par>
                        <p:par>
                          <p:cTn id="112" fill="hold">
                            <p:stCondLst>
                              <p:cond delay="9000"/>
                            </p:stCondLst>
                            <p:childTnLst>
                              <p:par>
                                <p:cTn id="113" presetID="53" presetClass="entr" presetSubtype="0" fill="hold" grpId="0" nodeType="afterEffect">
                                  <p:stCondLst>
                                    <p:cond delay="0"/>
                                  </p:stCondLst>
                                  <p:childTnLst>
                                    <p:set>
                                      <p:cBhvr>
                                        <p:cTn id="114" dur="1" fill="hold">
                                          <p:stCondLst>
                                            <p:cond delay="0"/>
                                          </p:stCondLst>
                                        </p:cTn>
                                        <p:tgtEl>
                                          <p:spTgt spid="51"/>
                                        </p:tgtEl>
                                        <p:attrNameLst>
                                          <p:attrName>style.visibility</p:attrName>
                                        </p:attrNameLst>
                                      </p:cBhvr>
                                      <p:to>
                                        <p:strVal val="visible"/>
                                      </p:to>
                                    </p:set>
                                    <p:anim calcmode="lin" valueType="num">
                                      <p:cBhvr>
                                        <p:cTn id="115" dur="500" fill="hold"/>
                                        <p:tgtEl>
                                          <p:spTgt spid="51"/>
                                        </p:tgtEl>
                                        <p:attrNameLst>
                                          <p:attrName>ppt_w</p:attrName>
                                        </p:attrNameLst>
                                      </p:cBhvr>
                                      <p:tavLst>
                                        <p:tav tm="0">
                                          <p:val>
                                            <p:fltVal val="0"/>
                                          </p:val>
                                        </p:tav>
                                        <p:tav tm="100000">
                                          <p:val>
                                            <p:strVal val="#ppt_w"/>
                                          </p:val>
                                        </p:tav>
                                      </p:tavLst>
                                    </p:anim>
                                    <p:anim calcmode="lin" valueType="num">
                                      <p:cBhvr>
                                        <p:cTn id="116" dur="500" fill="hold"/>
                                        <p:tgtEl>
                                          <p:spTgt spid="51"/>
                                        </p:tgtEl>
                                        <p:attrNameLst>
                                          <p:attrName>ppt_h</p:attrName>
                                        </p:attrNameLst>
                                      </p:cBhvr>
                                      <p:tavLst>
                                        <p:tav tm="0">
                                          <p:val>
                                            <p:fltVal val="0"/>
                                          </p:val>
                                        </p:tav>
                                        <p:tav tm="100000">
                                          <p:val>
                                            <p:strVal val="#ppt_h"/>
                                          </p:val>
                                        </p:tav>
                                      </p:tavLst>
                                    </p:anim>
                                    <p:animEffect transition="in" filter="fade">
                                      <p:cBhvr>
                                        <p:cTn id="117" dur="500"/>
                                        <p:tgtEl>
                                          <p:spTgt spid="51"/>
                                        </p:tgtEl>
                                      </p:cBhvr>
                                    </p:animEffect>
                                  </p:childTnLst>
                                </p:cTn>
                              </p:par>
                            </p:childTnLst>
                          </p:cTn>
                        </p:par>
                        <p:par>
                          <p:cTn id="118" fill="hold">
                            <p:stCondLst>
                              <p:cond delay="9500"/>
                            </p:stCondLst>
                            <p:childTnLst>
                              <p:par>
                                <p:cTn id="119" presetID="53" presetClass="entr" presetSubtype="0" fill="hold" grpId="0" nodeType="afterEffect">
                                  <p:stCondLst>
                                    <p:cond delay="0"/>
                                  </p:stCondLst>
                                  <p:childTnLst>
                                    <p:set>
                                      <p:cBhvr>
                                        <p:cTn id="120" dur="1" fill="hold">
                                          <p:stCondLst>
                                            <p:cond delay="0"/>
                                          </p:stCondLst>
                                        </p:cTn>
                                        <p:tgtEl>
                                          <p:spTgt spid="66"/>
                                        </p:tgtEl>
                                        <p:attrNameLst>
                                          <p:attrName>style.visibility</p:attrName>
                                        </p:attrNameLst>
                                      </p:cBhvr>
                                      <p:to>
                                        <p:strVal val="visible"/>
                                      </p:to>
                                    </p:set>
                                    <p:anim calcmode="lin" valueType="num">
                                      <p:cBhvr>
                                        <p:cTn id="121" dur="500" fill="hold"/>
                                        <p:tgtEl>
                                          <p:spTgt spid="66"/>
                                        </p:tgtEl>
                                        <p:attrNameLst>
                                          <p:attrName>ppt_w</p:attrName>
                                        </p:attrNameLst>
                                      </p:cBhvr>
                                      <p:tavLst>
                                        <p:tav tm="0">
                                          <p:val>
                                            <p:fltVal val="0"/>
                                          </p:val>
                                        </p:tav>
                                        <p:tav tm="100000">
                                          <p:val>
                                            <p:strVal val="#ppt_w"/>
                                          </p:val>
                                        </p:tav>
                                      </p:tavLst>
                                    </p:anim>
                                    <p:anim calcmode="lin" valueType="num">
                                      <p:cBhvr>
                                        <p:cTn id="122" dur="500" fill="hold"/>
                                        <p:tgtEl>
                                          <p:spTgt spid="66"/>
                                        </p:tgtEl>
                                        <p:attrNameLst>
                                          <p:attrName>ppt_h</p:attrName>
                                        </p:attrNameLst>
                                      </p:cBhvr>
                                      <p:tavLst>
                                        <p:tav tm="0">
                                          <p:val>
                                            <p:fltVal val="0"/>
                                          </p:val>
                                        </p:tav>
                                        <p:tav tm="100000">
                                          <p:val>
                                            <p:strVal val="#ppt_h"/>
                                          </p:val>
                                        </p:tav>
                                      </p:tavLst>
                                    </p:anim>
                                    <p:animEffect transition="in" filter="fade">
                                      <p:cBhvr>
                                        <p:cTn id="123" dur="500"/>
                                        <p:tgtEl>
                                          <p:spTgt spid="66"/>
                                        </p:tgtEl>
                                      </p:cBhvr>
                                    </p:animEffect>
                                  </p:childTnLst>
                                </p:cTn>
                              </p:par>
                            </p:childTnLst>
                          </p:cTn>
                        </p:par>
                        <p:par>
                          <p:cTn id="124" fill="hold">
                            <p:stCondLst>
                              <p:cond delay="10000"/>
                            </p:stCondLst>
                            <p:childTnLst>
                              <p:par>
                                <p:cTn id="125" presetID="53" presetClass="entr" presetSubtype="0" fill="hold" nodeType="afterEffect">
                                  <p:stCondLst>
                                    <p:cond delay="0"/>
                                  </p:stCondLst>
                                  <p:childTnLst>
                                    <p:set>
                                      <p:cBhvr>
                                        <p:cTn id="126" dur="1" fill="hold">
                                          <p:stCondLst>
                                            <p:cond delay="0"/>
                                          </p:stCondLst>
                                        </p:cTn>
                                        <p:tgtEl>
                                          <p:spTgt spid="43"/>
                                        </p:tgtEl>
                                        <p:attrNameLst>
                                          <p:attrName>style.visibility</p:attrName>
                                        </p:attrNameLst>
                                      </p:cBhvr>
                                      <p:to>
                                        <p:strVal val="visible"/>
                                      </p:to>
                                    </p:set>
                                    <p:anim calcmode="lin" valueType="num">
                                      <p:cBhvr>
                                        <p:cTn id="127" dur="500" fill="hold"/>
                                        <p:tgtEl>
                                          <p:spTgt spid="43"/>
                                        </p:tgtEl>
                                        <p:attrNameLst>
                                          <p:attrName>ppt_w</p:attrName>
                                        </p:attrNameLst>
                                      </p:cBhvr>
                                      <p:tavLst>
                                        <p:tav tm="0">
                                          <p:val>
                                            <p:fltVal val="0"/>
                                          </p:val>
                                        </p:tav>
                                        <p:tav tm="100000">
                                          <p:val>
                                            <p:strVal val="#ppt_w"/>
                                          </p:val>
                                        </p:tav>
                                      </p:tavLst>
                                    </p:anim>
                                    <p:anim calcmode="lin" valueType="num">
                                      <p:cBhvr>
                                        <p:cTn id="128" dur="500" fill="hold"/>
                                        <p:tgtEl>
                                          <p:spTgt spid="43"/>
                                        </p:tgtEl>
                                        <p:attrNameLst>
                                          <p:attrName>ppt_h</p:attrName>
                                        </p:attrNameLst>
                                      </p:cBhvr>
                                      <p:tavLst>
                                        <p:tav tm="0">
                                          <p:val>
                                            <p:fltVal val="0"/>
                                          </p:val>
                                        </p:tav>
                                        <p:tav tm="100000">
                                          <p:val>
                                            <p:strVal val="#ppt_h"/>
                                          </p:val>
                                        </p:tav>
                                      </p:tavLst>
                                    </p:anim>
                                    <p:animEffect transition="in" filter="fade">
                                      <p:cBhvr>
                                        <p:cTn id="129" dur="500"/>
                                        <p:tgtEl>
                                          <p:spTgt spid="43"/>
                                        </p:tgtEl>
                                      </p:cBhvr>
                                    </p:animEffect>
                                  </p:childTnLst>
                                </p:cTn>
                              </p:par>
                            </p:childTnLst>
                          </p:cTn>
                        </p:par>
                        <p:par>
                          <p:cTn id="130" fill="hold">
                            <p:stCondLst>
                              <p:cond delay="10500"/>
                            </p:stCondLst>
                            <p:childTnLst>
                              <p:par>
                                <p:cTn id="131" presetID="53" presetClass="entr" presetSubtype="0" fill="hold" nodeType="afterEffect">
                                  <p:stCondLst>
                                    <p:cond delay="0"/>
                                  </p:stCondLst>
                                  <p:childTnLst>
                                    <p:set>
                                      <p:cBhvr>
                                        <p:cTn id="132" dur="1" fill="hold">
                                          <p:stCondLst>
                                            <p:cond delay="0"/>
                                          </p:stCondLst>
                                        </p:cTn>
                                        <p:tgtEl>
                                          <p:spTgt spid="2"/>
                                        </p:tgtEl>
                                        <p:attrNameLst>
                                          <p:attrName>style.visibility</p:attrName>
                                        </p:attrNameLst>
                                      </p:cBhvr>
                                      <p:to>
                                        <p:strVal val="visible"/>
                                      </p:to>
                                    </p:set>
                                    <p:anim calcmode="lin" valueType="num">
                                      <p:cBhvr>
                                        <p:cTn id="133" dur="500" fill="hold"/>
                                        <p:tgtEl>
                                          <p:spTgt spid="2"/>
                                        </p:tgtEl>
                                        <p:attrNameLst>
                                          <p:attrName>ppt_w</p:attrName>
                                        </p:attrNameLst>
                                      </p:cBhvr>
                                      <p:tavLst>
                                        <p:tav tm="0">
                                          <p:val>
                                            <p:fltVal val="0"/>
                                          </p:val>
                                        </p:tav>
                                        <p:tav tm="100000">
                                          <p:val>
                                            <p:strVal val="#ppt_w"/>
                                          </p:val>
                                        </p:tav>
                                      </p:tavLst>
                                    </p:anim>
                                    <p:anim calcmode="lin" valueType="num">
                                      <p:cBhvr>
                                        <p:cTn id="134" dur="500" fill="hold"/>
                                        <p:tgtEl>
                                          <p:spTgt spid="2"/>
                                        </p:tgtEl>
                                        <p:attrNameLst>
                                          <p:attrName>ppt_h</p:attrName>
                                        </p:attrNameLst>
                                      </p:cBhvr>
                                      <p:tavLst>
                                        <p:tav tm="0">
                                          <p:val>
                                            <p:fltVal val="0"/>
                                          </p:val>
                                        </p:tav>
                                        <p:tav tm="100000">
                                          <p:val>
                                            <p:strVal val="#ppt_h"/>
                                          </p:val>
                                        </p:tav>
                                      </p:tavLst>
                                    </p:anim>
                                    <p:animEffect transition="in" filter="fade">
                                      <p:cBhvr>
                                        <p:cTn id="135" dur="500"/>
                                        <p:tgtEl>
                                          <p:spTgt spid="2"/>
                                        </p:tgtEl>
                                      </p:cBhvr>
                                    </p:animEffect>
                                  </p:childTnLst>
                                </p:cTn>
                              </p:par>
                            </p:childTnLst>
                          </p:cTn>
                        </p:par>
                        <p:par>
                          <p:cTn id="136" fill="hold">
                            <p:stCondLst>
                              <p:cond delay="11000"/>
                            </p:stCondLst>
                            <p:childTnLst>
                              <p:par>
                                <p:cTn id="137" presetID="53" presetClass="entr" presetSubtype="0" fill="hold" nodeType="afterEffect">
                                  <p:stCondLst>
                                    <p:cond delay="0"/>
                                  </p:stCondLst>
                                  <p:childTnLst>
                                    <p:set>
                                      <p:cBhvr>
                                        <p:cTn id="138" dur="1" fill="hold">
                                          <p:stCondLst>
                                            <p:cond delay="0"/>
                                          </p:stCondLst>
                                        </p:cTn>
                                        <p:tgtEl>
                                          <p:spTgt spid="44"/>
                                        </p:tgtEl>
                                        <p:attrNameLst>
                                          <p:attrName>style.visibility</p:attrName>
                                        </p:attrNameLst>
                                      </p:cBhvr>
                                      <p:to>
                                        <p:strVal val="visible"/>
                                      </p:to>
                                    </p:set>
                                    <p:anim calcmode="lin" valueType="num">
                                      <p:cBhvr>
                                        <p:cTn id="139" dur="500" fill="hold"/>
                                        <p:tgtEl>
                                          <p:spTgt spid="44"/>
                                        </p:tgtEl>
                                        <p:attrNameLst>
                                          <p:attrName>ppt_w</p:attrName>
                                        </p:attrNameLst>
                                      </p:cBhvr>
                                      <p:tavLst>
                                        <p:tav tm="0">
                                          <p:val>
                                            <p:fltVal val="0"/>
                                          </p:val>
                                        </p:tav>
                                        <p:tav tm="100000">
                                          <p:val>
                                            <p:strVal val="#ppt_w"/>
                                          </p:val>
                                        </p:tav>
                                      </p:tavLst>
                                    </p:anim>
                                    <p:anim calcmode="lin" valueType="num">
                                      <p:cBhvr>
                                        <p:cTn id="140" dur="500" fill="hold"/>
                                        <p:tgtEl>
                                          <p:spTgt spid="44"/>
                                        </p:tgtEl>
                                        <p:attrNameLst>
                                          <p:attrName>ppt_h</p:attrName>
                                        </p:attrNameLst>
                                      </p:cBhvr>
                                      <p:tavLst>
                                        <p:tav tm="0">
                                          <p:val>
                                            <p:fltVal val="0"/>
                                          </p:val>
                                        </p:tav>
                                        <p:tav tm="100000">
                                          <p:val>
                                            <p:strVal val="#ppt_h"/>
                                          </p:val>
                                        </p:tav>
                                      </p:tavLst>
                                    </p:anim>
                                    <p:animEffect transition="in" filter="fade">
                                      <p:cBhvr>
                                        <p:cTn id="141" dur="500"/>
                                        <p:tgtEl>
                                          <p:spTgt spid="44"/>
                                        </p:tgtEl>
                                      </p:cBhvr>
                                    </p:animEffect>
                                  </p:childTnLst>
                                </p:cTn>
                              </p:par>
                            </p:childTnLst>
                          </p:cTn>
                        </p:par>
                        <p:par>
                          <p:cTn id="142" fill="hold">
                            <p:stCondLst>
                              <p:cond delay="11500"/>
                            </p:stCondLst>
                            <p:childTnLst>
                              <p:par>
                                <p:cTn id="143" presetID="53" presetClass="entr" presetSubtype="0" fill="hold" grpId="0" nodeType="afterEffect">
                                  <p:stCondLst>
                                    <p:cond delay="0"/>
                                  </p:stCondLst>
                                  <p:childTnLst>
                                    <p:set>
                                      <p:cBhvr>
                                        <p:cTn id="144" dur="1" fill="hold">
                                          <p:stCondLst>
                                            <p:cond delay="0"/>
                                          </p:stCondLst>
                                        </p:cTn>
                                        <p:tgtEl>
                                          <p:spTgt spid="58"/>
                                        </p:tgtEl>
                                        <p:attrNameLst>
                                          <p:attrName>style.visibility</p:attrName>
                                        </p:attrNameLst>
                                      </p:cBhvr>
                                      <p:to>
                                        <p:strVal val="visible"/>
                                      </p:to>
                                    </p:set>
                                    <p:anim calcmode="lin" valueType="num">
                                      <p:cBhvr>
                                        <p:cTn id="145" dur="500" fill="hold"/>
                                        <p:tgtEl>
                                          <p:spTgt spid="58"/>
                                        </p:tgtEl>
                                        <p:attrNameLst>
                                          <p:attrName>ppt_w</p:attrName>
                                        </p:attrNameLst>
                                      </p:cBhvr>
                                      <p:tavLst>
                                        <p:tav tm="0">
                                          <p:val>
                                            <p:fltVal val="0"/>
                                          </p:val>
                                        </p:tav>
                                        <p:tav tm="100000">
                                          <p:val>
                                            <p:strVal val="#ppt_w"/>
                                          </p:val>
                                        </p:tav>
                                      </p:tavLst>
                                    </p:anim>
                                    <p:anim calcmode="lin" valueType="num">
                                      <p:cBhvr>
                                        <p:cTn id="146" dur="500" fill="hold"/>
                                        <p:tgtEl>
                                          <p:spTgt spid="58"/>
                                        </p:tgtEl>
                                        <p:attrNameLst>
                                          <p:attrName>ppt_h</p:attrName>
                                        </p:attrNameLst>
                                      </p:cBhvr>
                                      <p:tavLst>
                                        <p:tav tm="0">
                                          <p:val>
                                            <p:fltVal val="0"/>
                                          </p:val>
                                        </p:tav>
                                        <p:tav tm="100000">
                                          <p:val>
                                            <p:strVal val="#ppt_h"/>
                                          </p:val>
                                        </p:tav>
                                      </p:tavLst>
                                    </p:anim>
                                    <p:animEffect transition="in" filter="fade">
                                      <p:cBhvr>
                                        <p:cTn id="147" dur="500"/>
                                        <p:tgtEl>
                                          <p:spTgt spid="58"/>
                                        </p:tgtEl>
                                      </p:cBhvr>
                                    </p:animEffect>
                                  </p:childTnLst>
                                </p:cTn>
                              </p:par>
                            </p:childTnLst>
                          </p:cTn>
                        </p:par>
                        <p:par>
                          <p:cTn id="148" fill="hold">
                            <p:stCondLst>
                              <p:cond delay="12000"/>
                            </p:stCondLst>
                            <p:childTnLst>
                              <p:par>
                                <p:cTn id="149" presetID="53" presetClass="entr" presetSubtype="0" fill="hold" grpId="0" nodeType="afterEffect">
                                  <p:stCondLst>
                                    <p:cond delay="0"/>
                                  </p:stCondLst>
                                  <p:childTnLst>
                                    <p:set>
                                      <p:cBhvr>
                                        <p:cTn id="150" dur="1" fill="hold">
                                          <p:stCondLst>
                                            <p:cond delay="0"/>
                                          </p:stCondLst>
                                        </p:cTn>
                                        <p:tgtEl>
                                          <p:spTgt spid="64"/>
                                        </p:tgtEl>
                                        <p:attrNameLst>
                                          <p:attrName>style.visibility</p:attrName>
                                        </p:attrNameLst>
                                      </p:cBhvr>
                                      <p:to>
                                        <p:strVal val="visible"/>
                                      </p:to>
                                    </p:set>
                                    <p:anim calcmode="lin" valueType="num">
                                      <p:cBhvr>
                                        <p:cTn id="151" dur="500" fill="hold"/>
                                        <p:tgtEl>
                                          <p:spTgt spid="64"/>
                                        </p:tgtEl>
                                        <p:attrNameLst>
                                          <p:attrName>ppt_w</p:attrName>
                                        </p:attrNameLst>
                                      </p:cBhvr>
                                      <p:tavLst>
                                        <p:tav tm="0">
                                          <p:val>
                                            <p:fltVal val="0"/>
                                          </p:val>
                                        </p:tav>
                                        <p:tav tm="100000">
                                          <p:val>
                                            <p:strVal val="#ppt_w"/>
                                          </p:val>
                                        </p:tav>
                                      </p:tavLst>
                                    </p:anim>
                                    <p:anim calcmode="lin" valueType="num">
                                      <p:cBhvr>
                                        <p:cTn id="152" dur="500" fill="hold"/>
                                        <p:tgtEl>
                                          <p:spTgt spid="64"/>
                                        </p:tgtEl>
                                        <p:attrNameLst>
                                          <p:attrName>ppt_h</p:attrName>
                                        </p:attrNameLst>
                                      </p:cBhvr>
                                      <p:tavLst>
                                        <p:tav tm="0">
                                          <p:val>
                                            <p:fltVal val="0"/>
                                          </p:val>
                                        </p:tav>
                                        <p:tav tm="100000">
                                          <p:val>
                                            <p:strVal val="#ppt_h"/>
                                          </p:val>
                                        </p:tav>
                                      </p:tavLst>
                                    </p:anim>
                                    <p:animEffect transition="in" filter="fade">
                                      <p:cBhvr>
                                        <p:cTn id="153" dur="500"/>
                                        <p:tgtEl>
                                          <p:spTgt spid="64"/>
                                        </p:tgtEl>
                                      </p:cBhvr>
                                    </p:animEffect>
                                  </p:childTnLst>
                                </p:cTn>
                              </p:par>
                            </p:childTnLst>
                          </p:cTn>
                        </p:par>
                        <p:par>
                          <p:cTn id="154" fill="hold">
                            <p:stCondLst>
                              <p:cond delay="12500"/>
                            </p:stCondLst>
                            <p:childTnLst>
                              <p:par>
                                <p:cTn id="155" presetID="53" presetClass="entr" presetSubtype="0" fill="hold" nodeType="afterEffect">
                                  <p:stCondLst>
                                    <p:cond delay="0"/>
                                  </p:stCondLst>
                                  <p:childTnLst>
                                    <p:set>
                                      <p:cBhvr>
                                        <p:cTn id="156" dur="1" fill="hold">
                                          <p:stCondLst>
                                            <p:cond delay="0"/>
                                          </p:stCondLst>
                                        </p:cTn>
                                        <p:tgtEl>
                                          <p:spTgt spid="47"/>
                                        </p:tgtEl>
                                        <p:attrNameLst>
                                          <p:attrName>style.visibility</p:attrName>
                                        </p:attrNameLst>
                                      </p:cBhvr>
                                      <p:to>
                                        <p:strVal val="visible"/>
                                      </p:to>
                                    </p:set>
                                    <p:anim calcmode="lin" valueType="num">
                                      <p:cBhvr>
                                        <p:cTn id="157" dur="500" fill="hold"/>
                                        <p:tgtEl>
                                          <p:spTgt spid="47"/>
                                        </p:tgtEl>
                                        <p:attrNameLst>
                                          <p:attrName>ppt_w</p:attrName>
                                        </p:attrNameLst>
                                      </p:cBhvr>
                                      <p:tavLst>
                                        <p:tav tm="0">
                                          <p:val>
                                            <p:fltVal val="0"/>
                                          </p:val>
                                        </p:tav>
                                        <p:tav tm="100000">
                                          <p:val>
                                            <p:strVal val="#ppt_w"/>
                                          </p:val>
                                        </p:tav>
                                      </p:tavLst>
                                    </p:anim>
                                    <p:anim calcmode="lin" valueType="num">
                                      <p:cBhvr>
                                        <p:cTn id="158" dur="500" fill="hold"/>
                                        <p:tgtEl>
                                          <p:spTgt spid="47"/>
                                        </p:tgtEl>
                                        <p:attrNameLst>
                                          <p:attrName>ppt_h</p:attrName>
                                        </p:attrNameLst>
                                      </p:cBhvr>
                                      <p:tavLst>
                                        <p:tav tm="0">
                                          <p:val>
                                            <p:fltVal val="0"/>
                                          </p:val>
                                        </p:tav>
                                        <p:tav tm="100000">
                                          <p:val>
                                            <p:strVal val="#ppt_h"/>
                                          </p:val>
                                        </p:tav>
                                      </p:tavLst>
                                    </p:anim>
                                    <p:animEffect transition="in" filter="fade">
                                      <p:cBhvr>
                                        <p:cTn id="159" dur="500"/>
                                        <p:tgtEl>
                                          <p:spTgt spid="47"/>
                                        </p:tgtEl>
                                      </p:cBhvr>
                                    </p:animEffect>
                                  </p:childTnLst>
                                </p:cTn>
                              </p:par>
                            </p:childTnLst>
                          </p:cTn>
                        </p:par>
                        <p:par>
                          <p:cTn id="160" fill="hold">
                            <p:stCondLst>
                              <p:cond delay="13000"/>
                            </p:stCondLst>
                            <p:childTnLst>
                              <p:par>
                                <p:cTn id="161" presetID="53" presetClass="entr" presetSubtype="0" fill="hold" grpId="0" nodeType="afterEffect">
                                  <p:stCondLst>
                                    <p:cond delay="0"/>
                                  </p:stCondLst>
                                  <p:childTnLst>
                                    <p:set>
                                      <p:cBhvr>
                                        <p:cTn id="162" dur="1" fill="hold">
                                          <p:stCondLst>
                                            <p:cond delay="0"/>
                                          </p:stCondLst>
                                        </p:cTn>
                                        <p:tgtEl>
                                          <p:spTgt spid="61"/>
                                        </p:tgtEl>
                                        <p:attrNameLst>
                                          <p:attrName>style.visibility</p:attrName>
                                        </p:attrNameLst>
                                      </p:cBhvr>
                                      <p:to>
                                        <p:strVal val="visible"/>
                                      </p:to>
                                    </p:set>
                                    <p:anim calcmode="lin" valueType="num">
                                      <p:cBhvr>
                                        <p:cTn id="163" dur="500" fill="hold"/>
                                        <p:tgtEl>
                                          <p:spTgt spid="61"/>
                                        </p:tgtEl>
                                        <p:attrNameLst>
                                          <p:attrName>ppt_w</p:attrName>
                                        </p:attrNameLst>
                                      </p:cBhvr>
                                      <p:tavLst>
                                        <p:tav tm="0">
                                          <p:val>
                                            <p:fltVal val="0"/>
                                          </p:val>
                                        </p:tav>
                                        <p:tav tm="100000">
                                          <p:val>
                                            <p:strVal val="#ppt_w"/>
                                          </p:val>
                                        </p:tav>
                                      </p:tavLst>
                                    </p:anim>
                                    <p:anim calcmode="lin" valueType="num">
                                      <p:cBhvr>
                                        <p:cTn id="164" dur="500" fill="hold"/>
                                        <p:tgtEl>
                                          <p:spTgt spid="61"/>
                                        </p:tgtEl>
                                        <p:attrNameLst>
                                          <p:attrName>ppt_h</p:attrName>
                                        </p:attrNameLst>
                                      </p:cBhvr>
                                      <p:tavLst>
                                        <p:tav tm="0">
                                          <p:val>
                                            <p:fltVal val="0"/>
                                          </p:val>
                                        </p:tav>
                                        <p:tav tm="100000">
                                          <p:val>
                                            <p:strVal val="#ppt_h"/>
                                          </p:val>
                                        </p:tav>
                                      </p:tavLst>
                                    </p:anim>
                                    <p:animEffect transition="in" filter="fade">
                                      <p:cBhvr>
                                        <p:cTn id="165" dur="500"/>
                                        <p:tgtEl>
                                          <p:spTgt spid="61"/>
                                        </p:tgtEl>
                                      </p:cBhvr>
                                    </p:animEffect>
                                  </p:childTnLst>
                                </p:cTn>
                              </p:par>
                            </p:childTnLst>
                          </p:cTn>
                        </p:par>
                        <p:par>
                          <p:cTn id="166" fill="hold">
                            <p:stCondLst>
                              <p:cond delay="13500"/>
                            </p:stCondLst>
                            <p:childTnLst>
                              <p:par>
                                <p:cTn id="167" presetID="53" presetClass="entr" presetSubtype="0" fill="hold" nodeType="afterEffect">
                                  <p:stCondLst>
                                    <p:cond delay="0"/>
                                  </p:stCondLst>
                                  <p:childTnLst>
                                    <p:set>
                                      <p:cBhvr>
                                        <p:cTn id="168" dur="1" fill="hold">
                                          <p:stCondLst>
                                            <p:cond delay="0"/>
                                          </p:stCondLst>
                                        </p:cTn>
                                        <p:tgtEl>
                                          <p:spTgt spid="46"/>
                                        </p:tgtEl>
                                        <p:attrNameLst>
                                          <p:attrName>style.visibility</p:attrName>
                                        </p:attrNameLst>
                                      </p:cBhvr>
                                      <p:to>
                                        <p:strVal val="visible"/>
                                      </p:to>
                                    </p:set>
                                    <p:anim calcmode="lin" valueType="num">
                                      <p:cBhvr>
                                        <p:cTn id="169" dur="500" fill="hold"/>
                                        <p:tgtEl>
                                          <p:spTgt spid="46"/>
                                        </p:tgtEl>
                                        <p:attrNameLst>
                                          <p:attrName>ppt_w</p:attrName>
                                        </p:attrNameLst>
                                      </p:cBhvr>
                                      <p:tavLst>
                                        <p:tav tm="0">
                                          <p:val>
                                            <p:fltVal val="0"/>
                                          </p:val>
                                        </p:tav>
                                        <p:tav tm="100000">
                                          <p:val>
                                            <p:strVal val="#ppt_w"/>
                                          </p:val>
                                        </p:tav>
                                      </p:tavLst>
                                    </p:anim>
                                    <p:anim calcmode="lin" valueType="num">
                                      <p:cBhvr>
                                        <p:cTn id="170" dur="500" fill="hold"/>
                                        <p:tgtEl>
                                          <p:spTgt spid="46"/>
                                        </p:tgtEl>
                                        <p:attrNameLst>
                                          <p:attrName>ppt_h</p:attrName>
                                        </p:attrNameLst>
                                      </p:cBhvr>
                                      <p:tavLst>
                                        <p:tav tm="0">
                                          <p:val>
                                            <p:fltVal val="0"/>
                                          </p:val>
                                        </p:tav>
                                        <p:tav tm="100000">
                                          <p:val>
                                            <p:strVal val="#ppt_h"/>
                                          </p:val>
                                        </p:tav>
                                      </p:tavLst>
                                    </p:anim>
                                    <p:animEffect transition="in" filter="fade">
                                      <p:cBhvr>
                                        <p:cTn id="171" dur="500"/>
                                        <p:tgtEl>
                                          <p:spTgt spid="46"/>
                                        </p:tgtEl>
                                      </p:cBhvr>
                                    </p:animEffect>
                                  </p:childTnLst>
                                </p:cTn>
                              </p:par>
                            </p:childTnLst>
                          </p:cTn>
                        </p:par>
                        <p:par>
                          <p:cTn id="172" fill="hold">
                            <p:stCondLst>
                              <p:cond delay="14000"/>
                            </p:stCondLst>
                            <p:childTnLst>
                              <p:par>
                                <p:cTn id="173" presetID="53" presetClass="entr" presetSubtype="0" fill="hold" grpId="0" nodeType="afterEffect">
                                  <p:stCondLst>
                                    <p:cond delay="0"/>
                                  </p:stCondLst>
                                  <p:childTnLst>
                                    <p:set>
                                      <p:cBhvr>
                                        <p:cTn id="174" dur="1" fill="hold">
                                          <p:stCondLst>
                                            <p:cond delay="0"/>
                                          </p:stCondLst>
                                        </p:cTn>
                                        <p:tgtEl>
                                          <p:spTgt spid="55"/>
                                        </p:tgtEl>
                                        <p:attrNameLst>
                                          <p:attrName>style.visibility</p:attrName>
                                        </p:attrNameLst>
                                      </p:cBhvr>
                                      <p:to>
                                        <p:strVal val="visible"/>
                                      </p:to>
                                    </p:set>
                                    <p:anim calcmode="lin" valueType="num">
                                      <p:cBhvr>
                                        <p:cTn id="175" dur="500" fill="hold"/>
                                        <p:tgtEl>
                                          <p:spTgt spid="55"/>
                                        </p:tgtEl>
                                        <p:attrNameLst>
                                          <p:attrName>ppt_w</p:attrName>
                                        </p:attrNameLst>
                                      </p:cBhvr>
                                      <p:tavLst>
                                        <p:tav tm="0">
                                          <p:val>
                                            <p:fltVal val="0"/>
                                          </p:val>
                                        </p:tav>
                                        <p:tav tm="100000">
                                          <p:val>
                                            <p:strVal val="#ppt_w"/>
                                          </p:val>
                                        </p:tav>
                                      </p:tavLst>
                                    </p:anim>
                                    <p:anim calcmode="lin" valueType="num">
                                      <p:cBhvr>
                                        <p:cTn id="176" dur="500" fill="hold"/>
                                        <p:tgtEl>
                                          <p:spTgt spid="55"/>
                                        </p:tgtEl>
                                        <p:attrNameLst>
                                          <p:attrName>ppt_h</p:attrName>
                                        </p:attrNameLst>
                                      </p:cBhvr>
                                      <p:tavLst>
                                        <p:tav tm="0">
                                          <p:val>
                                            <p:fltVal val="0"/>
                                          </p:val>
                                        </p:tav>
                                        <p:tav tm="100000">
                                          <p:val>
                                            <p:strVal val="#ppt_h"/>
                                          </p:val>
                                        </p:tav>
                                      </p:tavLst>
                                    </p:anim>
                                    <p:animEffect transition="in" filter="fade">
                                      <p:cBhvr>
                                        <p:cTn id="177" dur="500"/>
                                        <p:tgtEl>
                                          <p:spTgt spid="55"/>
                                        </p:tgtEl>
                                      </p:cBhvr>
                                    </p:animEffect>
                                  </p:childTnLst>
                                </p:cTn>
                              </p:par>
                            </p:childTnLst>
                          </p:cTn>
                        </p:par>
                        <p:par>
                          <p:cTn id="178" fill="hold">
                            <p:stCondLst>
                              <p:cond delay="14500"/>
                            </p:stCondLst>
                            <p:childTnLst>
                              <p:par>
                                <p:cTn id="179" presetID="53" presetClass="entr" presetSubtype="0" fill="hold" grpId="0" nodeType="afterEffect">
                                  <p:stCondLst>
                                    <p:cond delay="0"/>
                                  </p:stCondLst>
                                  <p:childTnLst>
                                    <p:set>
                                      <p:cBhvr>
                                        <p:cTn id="180" dur="1" fill="hold">
                                          <p:stCondLst>
                                            <p:cond delay="0"/>
                                          </p:stCondLst>
                                        </p:cTn>
                                        <p:tgtEl>
                                          <p:spTgt spid="71"/>
                                        </p:tgtEl>
                                        <p:attrNameLst>
                                          <p:attrName>style.visibility</p:attrName>
                                        </p:attrNameLst>
                                      </p:cBhvr>
                                      <p:to>
                                        <p:strVal val="visible"/>
                                      </p:to>
                                    </p:set>
                                    <p:anim calcmode="lin" valueType="num">
                                      <p:cBhvr>
                                        <p:cTn id="181" dur="500" fill="hold"/>
                                        <p:tgtEl>
                                          <p:spTgt spid="71"/>
                                        </p:tgtEl>
                                        <p:attrNameLst>
                                          <p:attrName>ppt_w</p:attrName>
                                        </p:attrNameLst>
                                      </p:cBhvr>
                                      <p:tavLst>
                                        <p:tav tm="0">
                                          <p:val>
                                            <p:fltVal val="0"/>
                                          </p:val>
                                        </p:tav>
                                        <p:tav tm="100000">
                                          <p:val>
                                            <p:strVal val="#ppt_w"/>
                                          </p:val>
                                        </p:tav>
                                      </p:tavLst>
                                    </p:anim>
                                    <p:anim calcmode="lin" valueType="num">
                                      <p:cBhvr>
                                        <p:cTn id="182" dur="500" fill="hold"/>
                                        <p:tgtEl>
                                          <p:spTgt spid="71"/>
                                        </p:tgtEl>
                                        <p:attrNameLst>
                                          <p:attrName>ppt_h</p:attrName>
                                        </p:attrNameLst>
                                      </p:cBhvr>
                                      <p:tavLst>
                                        <p:tav tm="0">
                                          <p:val>
                                            <p:fltVal val="0"/>
                                          </p:val>
                                        </p:tav>
                                        <p:tav tm="100000">
                                          <p:val>
                                            <p:strVal val="#ppt_h"/>
                                          </p:val>
                                        </p:tav>
                                      </p:tavLst>
                                    </p:anim>
                                    <p:animEffect transition="in" filter="fade">
                                      <p:cBhvr>
                                        <p:cTn id="183"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50" grpId="0" animBg="1"/>
      <p:bldP spid="51" grpId="0" animBg="1"/>
      <p:bldP spid="55" grpId="0" animBg="1"/>
      <p:bldP spid="56" grpId="0"/>
      <p:bldP spid="57" grpId="0"/>
      <p:bldP spid="58" grpId="0"/>
      <p:bldP spid="59" grpId="0"/>
      <p:bldP spid="60" grpId="0"/>
      <p:bldP spid="61" grpId="0"/>
      <p:bldP spid="62" grpId="0"/>
      <p:bldP spid="63" grpId="0"/>
      <p:bldP spid="64" grpId="0"/>
      <p:bldP spid="65" grpId="0"/>
      <p:bldP spid="66" grpId="0"/>
      <p:bldP spid="71"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Integrated Steps Infographic</a:t>
            </a:r>
            <a:endParaRPr lang="en-US" dirty="0"/>
          </a:p>
        </p:txBody>
      </p:sp>
      <p:sp>
        <p:nvSpPr>
          <p:cNvPr id="8" name="Text Placeholder 7"/>
          <p:cNvSpPr>
            <a:spLocks noGrp="1"/>
          </p:cNvSpPr>
          <p:nvPr>
            <p:ph type="body" sz="half" idx="2"/>
          </p:nvPr>
        </p:nvSpPr>
        <p:spPr/>
        <p:txBody>
          <a:bodyPr/>
          <a:lstStyle/>
          <a:p>
            <a:r>
              <a:rPr lang="en-US"/>
              <a:t>Integrated Steps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177</a:t>
            </a:fld>
            <a:endParaRPr lang="en-US" dirty="0"/>
          </a:p>
        </p:txBody>
      </p:sp>
      <p:grpSp>
        <p:nvGrpSpPr>
          <p:cNvPr id="2" name="Group 74"/>
          <p:cNvGrpSpPr/>
          <p:nvPr/>
        </p:nvGrpSpPr>
        <p:grpSpPr>
          <a:xfrm>
            <a:off x="4800599" y="1200150"/>
            <a:ext cx="3276600" cy="1142999"/>
            <a:chOff x="4800600" y="1200150"/>
            <a:chExt cx="3276600" cy="1142999"/>
          </a:xfrm>
        </p:grpSpPr>
        <p:grpSp>
          <p:nvGrpSpPr>
            <p:cNvPr id="3" name="Group 55"/>
            <p:cNvGrpSpPr/>
            <p:nvPr/>
          </p:nvGrpSpPr>
          <p:grpSpPr>
            <a:xfrm>
              <a:off x="4800600" y="1200150"/>
              <a:ext cx="3276600" cy="609600"/>
              <a:chOff x="3124200" y="1962150"/>
              <a:chExt cx="3276600" cy="609600"/>
            </a:xfrm>
          </p:grpSpPr>
          <p:sp>
            <p:nvSpPr>
              <p:cNvPr id="45" name="Round Same Side Corner Rectangle 44"/>
              <p:cNvSpPr/>
              <p:nvPr/>
            </p:nvSpPr>
            <p:spPr bwMode="auto">
              <a:xfrm rot="5400000">
                <a:off x="4686300" y="857250"/>
                <a:ext cx="609600" cy="2819400"/>
              </a:xfrm>
              <a:prstGeom prst="round2SameRect">
                <a:avLst>
                  <a:gd name="adj1" fmla="val 16667"/>
                  <a:gd name="adj2" fmla="val 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8" name="Parallelogram 47"/>
              <p:cNvSpPr/>
              <p:nvPr/>
            </p:nvSpPr>
            <p:spPr bwMode="auto">
              <a:xfrm>
                <a:off x="3124200" y="1962150"/>
                <a:ext cx="762000" cy="609600"/>
              </a:xfrm>
              <a:prstGeom prst="parallelogram">
                <a:avLst>
                  <a:gd name="adj" fmla="val 45833"/>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57" name="Isosceles Triangle 56"/>
            <p:cNvSpPr/>
            <p:nvPr/>
          </p:nvSpPr>
          <p:spPr bwMode="auto">
            <a:xfrm rot="10800000">
              <a:off x="4800600" y="1809749"/>
              <a:ext cx="685800" cy="533400"/>
            </a:xfrm>
            <a:prstGeom prst="triangle">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61" name="Freeform 116"/>
          <p:cNvSpPr>
            <a:spLocks noEditPoints="1"/>
          </p:cNvSpPr>
          <p:nvPr/>
        </p:nvSpPr>
        <p:spPr bwMode="auto">
          <a:xfrm>
            <a:off x="7553325" y="1371238"/>
            <a:ext cx="324692" cy="261848"/>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TextBox 61"/>
          <p:cNvSpPr txBox="1"/>
          <p:nvPr/>
        </p:nvSpPr>
        <p:spPr>
          <a:xfrm>
            <a:off x="5361094" y="1200150"/>
            <a:ext cx="2106506" cy="584775"/>
          </a:xfrm>
          <a:prstGeom prst="rect">
            <a:avLst/>
          </a:prstGeom>
          <a:noFill/>
        </p:spPr>
        <p:txBody>
          <a:bodyPr wrap="square" rtlCol="0">
            <a:spAutoFit/>
          </a:bodyPr>
          <a:lstStyle/>
          <a:p>
            <a:pPr algn="r"/>
            <a:r>
              <a:rPr lang="en-US" sz="1200" b="1" dirty="0">
                <a:solidFill>
                  <a:schemeClr val="bg1"/>
                </a:solidFill>
              </a:rPr>
              <a:t>Title Goes Here</a:t>
            </a:r>
            <a:endParaRPr lang="en-US" sz="1200" dirty="0">
              <a:solidFill>
                <a:schemeClr val="bg1"/>
              </a:solidFill>
            </a:endParaRPr>
          </a:p>
          <a:p>
            <a:pPr algn="r"/>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4" name="Group 75"/>
          <p:cNvGrpSpPr/>
          <p:nvPr/>
        </p:nvGrpSpPr>
        <p:grpSpPr>
          <a:xfrm>
            <a:off x="4800600" y="2419350"/>
            <a:ext cx="3276600" cy="1142999"/>
            <a:chOff x="4800600" y="2419350"/>
            <a:chExt cx="3276600" cy="1142999"/>
          </a:xfrm>
        </p:grpSpPr>
        <p:grpSp>
          <p:nvGrpSpPr>
            <p:cNvPr id="5" name="Group 62"/>
            <p:cNvGrpSpPr/>
            <p:nvPr/>
          </p:nvGrpSpPr>
          <p:grpSpPr>
            <a:xfrm>
              <a:off x="4800600" y="2419350"/>
              <a:ext cx="3276600" cy="609600"/>
              <a:chOff x="3124200" y="1962150"/>
              <a:chExt cx="3276600" cy="609600"/>
            </a:xfrm>
          </p:grpSpPr>
          <p:sp>
            <p:nvSpPr>
              <p:cNvPr id="64" name="Round Same Side Corner Rectangle 63"/>
              <p:cNvSpPr/>
              <p:nvPr/>
            </p:nvSpPr>
            <p:spPr bwMode="auto">
              <a:xfrm rot="5400000">
                <a:off x="4686300" y="857250"/>
                <a:ext cx="609600" cy="2819400"/>
              </a:xfrm>
              <a:prstGeom prst="round2SameRect">
                <a:avLst>
                  <a:gd name="adj1" fmla="val 16667"/>
                  <a:gd name="adj2" fmla="val 0"/>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5" name="Parallelogram 64"/>
              <p:cNvSpPr/>
              <p:nvPr/>
            </p:nvSpPr>
            <p:spPr bwMode="auto">
              <a:xfrm>
                <a:off x="3124200" y="1962150"/>
                <a:ext cx="762000" cy="609600"/>
              </a:xfrm>
              <a:prstGeom prst="parallelogram">
                <a:avLst>
                  <a:gd name="adj" fmla="val 45833"/>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66" name="Isosceles Triangle 65"/>
            <p:cNvSpPr/>
            <p:nvPr/>
          </p:nvSpPr>
          <p:spPr bwMode="auto">
            <a:xfrm rot="10800000">
              <a:off x="4800600" y="3028949"/>
              <a:ext cx="685800" cy="533400"/>
            </a:xfrm>
            <a:prstGeom prst="triangle">
              <a:avLst/>
            </a:prstGeom>
            <a:solidFill>
              <a:schemeClr val="accent5">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68" name="TextBox 67"/>
          <p:cNvSpPr txBox="1"/>
          <p:nvPr/>
        </p:nvSpPr>
        <p:spPr>
          <a:xfrm>
            <a:off x="5361094" y="2419350"/>
            <a:ext cx="2106506" cy="584775"/>
          </a:xfrm>
          <a:prstGeom prst="rect">
            <a:avLst/>
          </a:prstGeom>
          <a:noFill/>
        </p:spPr>
        <p:txBody>
          <a:bodyPr wrap="square" rtlCol="0">
            <a:spAutoFit/>
          </a:bodyPr>
          <a:lstStyle/>
          <a:p>
            <a:pPr algn="r"/>
            <a:r>
              <a:rPr lang="en-US" sz="1200" b="1" dirty="0">
                <a:solidFill>
                  <a:schemeClr val="bg1"/>
                </a:solidFill>
              </a:rPr>
              <a:t>Title Goes Here</a:t>
            </a:r>
            <a:endParaRPr lang="en-US" sz="1200" dirty="0">
              <a:solidFill>
                <a:schemeClr val="bg1"/>
              </a:solidFill>
            </a:endParaRPr>
          </a:p>
          <a:p>
            <a:pPr algn="r"/>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6" name="Group 76"/>
          <p:cNvGrpSpPr/>
          <p:nvPr/>
        </p:nvGrpSpPr>
        <p:grpSpPr>
          <a:xfrm>
            <a:off x="4800600" y="3638550"/>
            <a:ext cx="3276600" cy="1142999"/>
            <a:chOff x="4800600" y="3638550"/>
            <a:chExt cx="3276600" cy="1142999"/>
          </a:xfrm>
        </p:grpSpPr>
        <p:grpSp>
          <p:nvGrpSpPr>
            <p:cNvPr id="9" name="Group 68"/>
            <p:cNvGrpSpPr/>
            <p:nvPr/>
          </p:nvGrpSpPr>
          <p:grpSpPr>
            <a:xfrm>
              <a:off x="4800600" y="3638550"/>
              <a:ext cx="3276600" cy="609600"/>
              <a:chOff x="3124200" y="1962150"/>
              <a:chExt cx="3276600" cy="609600"/>
            </a:xfrm>
          </p:grpSpPr>
          <p:sp>
            <p:nvSpPr>
              <p:cNvPr id="70" name="Round Same Side Corner Rectangle 69"/>
              <p:cNvSpPr/>
              <p:nvPr/>
            </p:nvSpPr>
            <p:spPr bwMode="auto">
              <a:xfrm rot="5400000">
                <a:off x="4686300" y="857250"/>
                <a:ext cx="609600" cy="2819400"/>
              </a:xfrm>
              <a:prstGeom prst="round2SameRect">
                <a:avLst>
                  <a:gd name="adj1" fmla="val 16667"/>
                  <a:gd name="adj2" fmla="val 0"/>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1" name="Parallelogram 70"/>
              <p:cNvSpPr/>
              <p:nvPr/>
            </p:nvSpPr>
            <p:spPr bwMode="auto">
              <a:xfrm>
                <a:off x="3124200" y="1962150"/>
                <a:ext cx="762000" cy="609600"/>
              </a:xfrm>
              <a:prstGeom prst="parallelogram">
                <a:avLst>
                  <a:gd name="adj" fmla="val 45833"/>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72" name="Isosceles Triangle 71"/>
            <p:cNvSpPr/>
            <p:nvPr/>
          </p:nvSpPr>
          <p:spPr bwMode="auto">
            <a:xfrm rot="10800000">
              <a:off x="4800600" y="4248149"/>
              <a:ext cx="685800" cy="533400"/>
            </a:xfrm>
            <a:prstGeom prst="triangle">
              <a:avLst/>
            </a:prstGeom>
            <a:solidFill>
              <a:schemeClr val="accent6">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74" name="TextBox 73"/>
          <p:cNvSpPr txBox="1"/>
          <p:nvPr/>
        </p:nvSpPr>
        <p:spPr>
          <a:xfrm>
            <a:off x="5361094" y="3638550"/>
            <a:ext cx="2106506" cy="584775"/>
          </a:xfrm>
          <a:prstGeom prst="rect">
            <a:avLst/>
          </a:prstGeom>
          <a:noFill/>
        </p:spPr>
        <p:txBody>
          <a:bodyPr wrap="square" rtlCol="0">
            <a:spAutoFit/>
          </a:bodyPr>
          <a:lstStyle/>
          <a:p>
            <a:pPr algn="r"/>
            <a:r>
              <a:rPr lang="en-US" sz="1200" b="1" dirty="0">
                <a:solidFill>
                  <a:schemeClr val="bg1"/>
                </a:solidFill>
              </a:rPr>
              <a:t>Title Goes Here</a:t>
            </a:r>
            <a:endParaRPr lang="en-US" sz="1200" dirty="0">
              <a:solidFill>
                <a:schemeClr val="bg1"/>
              </a:solidFill>
            </a:endParaRPr>
          </a:p>
          <a:p>
            <a:pPr algn="r"/>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10" name="Group 92"/>
          <p:cNvGrpSpPr/>
          <p:nvPr/>
        </p:nvGrpSpPr>
        <p:grpSpPr>
          <a:xfrm flipH="1">
            <a:off x="1066800" y="1200150"/>
            <a:ext cx="3276600" cy="1142999"/>
            <a:chOff x="4800600" y="1200150"/>
            <a:chExt cx="3276600" cy="1142999"/>
          </a:xfrm>
        </p:grpSpPr>
        <p:grpSp>
          <p:nvGrpSpPr>
            <p:cNvPr id="11" name="Group 93"/>
            <p:cNvGrpSpPr/>
            <p:nvPr/>
          </p:nvGrpSpPr>
          <p:grpSpPr>
            <a:xfrm>
              <a:off x="4800600" y="1200150"/>
              <a:ext cx="3276600" cy="609600"/>
              <a:chOff x="3124200" y="1962150"/>
              <a:chExt cx="3276600" cy="609600"/>
            </a:xfrm>
          </p:grpSpPr>
          <p:sp>
            <p:nvSpPr>
              <p:cNvPr id="96" name="Round Same Side Corner Rectangle 95"/>
              <p:cNvSpPr/>
              <p:nvPr/>
            </p:nvSpPr>
            <p:spPr bwMode="auto">
              <a:xfrm rot="5400000">
                <a:off x="4686300" y="857250"/>
                <a:ext cx="609600" cy="2819400"/>
              </a:xfrm>
              <a:prstGeom prst="round2SameRect">
                <a:avLst>
                  <a:gd name="adj1" fmla="val 16667"/>
                  <a:gd name="adj2"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sp>
            <p:nvSpPr>
              <p:cNvPr id="97" name="Parallelogram 96"/>
              <p:cNvSpPr/>
              <p:nvPr/>
            </p:nvSpPr>
            <p:spPr bwMode="auto">
              <a:xfrm>
                <a:off x="3124200" y="1962150"/>
                <a:ext cx="762000" cy="609600"/>
              </a:xfrm>
              <a:prstGeom prst="parallelogram">
                <a:avLst>
                  <a:gd name="adj" fmla="val 45833"/>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grpSp>
        <p:sp>
          <p:nvSpPr>
            <p:cNvPr id="95" name="Isosceles Triangle 94"/>
            <p:cNvSpPr/>
            <p:nvPr/>
          </p:nvSpPr>
          <p:spPr bwMode="auto">
            <a:xfrm rot="10800000">
              <a:off x="4800600" y="1809749"/>
              <a:ext cx="685800" cy="533400"/>
            </a:xfrm>
            <a:prstGeom prst="triangle">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grpSp>
      <p:sp>
        <p:nvSpPr>
          <p:cNvPr id="98" name="TextBox 97"/>
          <p:cNvSpPr txBox="1"/>
          <p:nvPr/>
        </p:nvSpPr>
        <p:spPr>
          <a:xfrm>
            <a:off x="1600200" y="1200150"/>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12" name="Group 98"/>
          <p:cNvGrpSpPr/>
          <p:nvPr/>
        </p:nvGrpSpPr>
        <p:grpSpPr>
          <a:xfrm flipH="1">
            <a:off x="1066800" y="2419350"/>
            <a:ext cx="3276600" cy="1142999"/>
            <a:chOff x="4800600" y="2419350"/>
            <a:chExt cx="3276600" cy="1142999"/>
          </a:xfrm>
        </p:grpSpPr>
        <p:grpSp>
          <p:nvGrpSpPr>
            <p:cNvPr id="13" name="Group 99"/>
            <p:cNvGrpSpPr/>
            <p:nvPr/>
          </p:nvGrpSpPr>
          <p:grpSpPr>
            <a:xfrm>
              <a:off x="4800600" y="2419350"/>
              <a:ext cx="3276600" cy="609600"/>
              <a:chOff x="3124200" y="1962150"/>
              <a:chExt cx="3276600" cy="609600"/>
            </a:xfrm>
          </p:grpSpPr>
          <p:sp>
            <p:nvSpPr>
              <p:cNvPr id="102" name="Round Same Side Corner Rectangle 101"/>
              <p:cNvSpPr/>
              <p:nvPr/>
            </p:nvSpPr>
            <p:spPr bwMode="auto">
              <a:xfrm rot="5400000">
                <a:off x="4686300" y="857250"/>
                <a:ext cx="609600" cy="2819400"/>
              </a:xfrm>
              <a:prstGeom prst="round2SameRect">
                <a:avLst>
                  <a:gd name="adj1" fmla="val 16667"/>
                  <a:gd name="adj2" fmla="val 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sp>
            <p:nvSpPr>
              <p:cNvPr id="103" name="Parallelogram 102"/>
              <p:cNvSpPr/>
              <p:nvPr/>
            </p:nvSpPr>
            <p:spPr bwMode="auto">
              <a:xfrm>
                <a:off x="3124200" y="1962150"/>
                <a:ext cx="762000" cy="609600"/>
              </a:xfrm>
              <a:prstGeom prst="parallelogram">
                <a:avLst>
                  <a:gd name="adj" fmla="val 45833"/>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grpSp>
        <p:sp>
          <p:nvSpPr>
            <p:cNvPr id="101" name="Isosceles Triangle 100"/>
            <p:cNvSpPr/>
            <p:nvPr/>
          </p:nvSpPr>
          <p:spPr bwMode="auto">
            <a:xfrm rot="10800000">
              <a:off x="4800600" y="3028949"/>
              <a:ext cx="685800" cy="533400"/>
            </a:xfrm>
            <a:prstGeom prst="triangle">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grpSp>
      <p:sp>
        <p:nvSpPr>
          <p:cNvPr id="104" name="TextBox 103"/>
          <p:cNvSpPr txBox="1"/>
          <p:nvPr/>
        </p:nvSpPr>
        <p:spPr>
          <a:xfrm>
            <a:off x="1600200" y="2419350"/>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grpSp>
        <p:nvGrpSpPr>
          <p:cNvPr id="14" name="Group 104"/>
          <p:cNvGrpSpPr/>
          <p:nvPr/>
        </p:nvGrpSpPr>
        <p:grpSpPr>
          <a:xfrm flipH="1">
            <a:off x="1066800" y="3638550"/>
            <a:ext cx="3276600" cy="1142999"/>
            <a:chOff x="4800600" y="3638550"/>
            <a:chExt cx="3276600" cy="1142999"/>
          </a:xfrm>
        </p:grpSpPr>
        <p:grpSp>
          <p:nvGrpSpPr>
            <p:cNvPr id="15" name="Group 105"/>
            <p:cNvGrpSpPr/>
            <p:nvPr/>
          </p:nvGrpSpPr>
          <p:grpSpPr>
            <a:xfrm>
              <a:off x="4800600" y="3638550"/>
              <a:ext cx="3276600" cy="609600"/>
              <a:chOff x="3124200" y="1962150"/>
              <a:chExt cx="3276600" cy="609600"/>
            </a:xfrm>
          </p:grpSpPr>
          <p:sp>
            <p:nvSpPr>
              <p:cNvPr id="108" name="Round Same Side Corner Rectangle 107"/>
              <p:cNvSpPr/>
              <p:nvPr/>
            </p:nvSpPr>
            <p:spPr bwMode="auto">
              <a:xfrm rot="5400000">
                <a:off x="4686300" y="857250"/>
                <a:ext cx="609600" cy="2819400"/>
              </a:xfrm>
              <a:prstGeom prst="round2SameRect">
                <a:avLst>
                  <a:gd name="adj1" fmla="val 16667"/>
                  <a:gd name="adj2" fmla="val 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sp>
            <p:nvSpPr>
              <p:cNvPr id="109" name="Parallelogram 108"/>
              <p:cNvSpPr/>
              <p:nvPr/>
            </p:nvSpPr>
            <p:spPr bwMode="auto">
              <a:xfrm>
                <a:off x="3124200" y="1962150"/>
                <a:ext cx="762000" cy="609600"/>
              </a:xfrm>
              <a:prstGeom prst="parallelogram">
                <a:avLst>
                  <a:gd name="adj" fmla="val 45833"/>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grpSp>
        <p:sp>
          <p:nvSpPr>
            <p:cNvPr id="107" name="Isosceles Triangle 106"/>
            <p:cNvSpPr/>
            <p:nvPr/>
          </p:nvSpPr>
          <p:spPr bwMode="auto">
            <a:xfrm rot="10800000">
              <a:off x="4800600" y="4248149"/>
              <a:ext cx="685800" cy="533400"/>
            </a:xfrm>
            <a:prstGeom prst="triangle">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endParaRPr lang="en-US"/>
            </a:p>
          </p:txBody>
        </p:sp>
      </p:grpSp>
      <p:sp>
        <p:nvSpPr>
          <p:cNvPr id="110" name="TextBox 109"/>
          <p:cNvSpPr txBox="1"/>
          <p:nvPr/>
        </p:nvSpPr>
        <p:spPr>
          <a:xfrm>
            <a:off x="1600200" y="3638550"/>
            <a:ext cx="2106506" cy="584775"/>
          </a:xfrm>
          <a:prstGeom prst="rect">
            <a:avLst/>
          </a:prstGeom>
          <a:noFill/>
        </p:spPr>
        <p:txBody>
          <a:bodyPr wrap="square" rtlCol="0">
            <a:spAutoFit/>
          </a:bodyPr>
          <a:lstStyle/>
          <a:p>
            <a:r>
              <a:rPr lang="en-US" sz="1200" b="1" dirty="0">
                <a:solidFill>
                  <a:schemeClr val="bg1"/>
                </a:solidFill>
              </a:rPr>
              <a:t>Title Goes Here</a:t>
            </a:r>
            <a:endParaRPr lang="en-US" sz="1200" dirty="0">
              <a:solidFill>
                <a:schemeClr val="bg1"/>
              </a:solidFill>
            </a:endParaRPr>
          </a:p>
          <a:p>
            <a:r>
              <a:rPr lang="en-US" sz="1000" dirty="0">
                <a:solidFill>
                  <a:schemeClr val="bg1"/>
                </a:solidFill>
              </a:rPr>
              <a:t>There are many variations of passages </a:t>
            </a:r>
            <a:br>
              <a:rPr lang="en-US" sz="1000" dirty="0">
                <a:solidFill>
                  <a:schemeClr val="bg1"/>
                </a:solidFill>
              </a:rPr>
            </a:br>
            <a:r>
              <a:rPr lang="en-US" sz="1000" dirty="0">
                <a:solidFill>
                  <a:schemeClr val="bg1"/>
                </a:solidFill>
              </a:rPr>
              <a:t>of lorem ipsum available</a:t>
            </a:r>
          </a:p>
        </p:txBody>
      </p:sp>
      <p:sp>
        <p:nvSpPr>
          <p:cNvPr id="111" name="Freeform 57"/>
          <p:cNvSpPr>
            <a:spLocks noEditPoints="1"/>
          </p:cNvSpPr>
          <p:nvPr/>
        </p:nvSpPr>
        <p:spPr bwMode="auto">
          <a:xfrm>
            <a:off x="1225873" y="1311631"/>
            <a:ext cx="355277" cy="355277"/>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52"/>
          <p:cNvSpPr>
            <a:spLocks noEditPoints="1"/>
          </p:cNvSpPr>
          <p:nvPr/>
        </p:nvSpPr>
        <p:spPr bwMode="auto">
          <a:xfrm>
            <a:off x="1199026" y="2524125"/>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245"/>
          <p:cNvSpPr>
            <a:spLocks/>
          </p:cNvSpPr>
          <p:nvPr/>
        </p:nvSpPr>
        <p:spPr bwMode="auto">
          <a:xfrm>
            <a:off x="1171575" y="3771076"/>
            <a:ext cx="366529" cy="36652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5"/>
          <p:cNvSpPr>
            <a:spLocks noEditPoints="1"/>
          </p:cNvSpPr>
          <p:nvPr/>
        </p:nvSpPr>
        <p:spPr bwMode="auto">
          <a:xfrm>
            <a:off x="7553325" y="2525885"/>
            <a:ext cx="379950" cy="379949"/>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05"/>
          <p:cNvSpPr>
            <a:spLocks noEditPoints="1"/>
          </p:cNvSpPr>
          <p:nvPr/>
        </p:nvSpPr>
        <p:spPr bwMode="auto">
          <a:xfrm>
            <a:off x="7534275" y="3732976"/>
            <a:ext cx="434156" cy="427865"/>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111"/>
                                        </p:tgtEl>
                                        <p:attrNameLst>
                                          <p:attrName>style.visibility</p:attrName>
                                        </p:attrNameLst>
                                      </p:cBhvr>
                                      <p:to>
                                        <p:strVal val="visible"/>
                                      </p:to>
                                    </p:set>
                                    <p:anim calcmode="lin" valueType="num">
                                      <p:cBhvr>
                                        <p:cTn id="12" dur="500" fill="hold"/>
                                        <p:tgtEl>
                                          <p:spTgt spid="111"/>
                                        </p:tgtEl>
                                        <p:attrNameLst>
                                          <p:attrName>ppt_w</p:attrName>
                                        </p:attrNameLst>
                                      </p:cBhvr>
                                      <p:tavLst>
                                        <p:tav tm="0">
                                          <p:val>
                                            <p:fltVal val="0"/>
                                          </p:val>
                                        </p:tav>
                                        <p:tav tm="100000">
                                          <p:val>
                                            <p:strVal val="#ppt_w"/>
                                          </p:val>
                                        </p:tav>
                                      </p:tavLst>
                                    </p:anim>
                                    <p:anim calcmode="lin" valueType="num">
                                      <p:cBhvr>
                                        <p:cTn id="13" dur="500" fill="hold"/>
                                        <p:tgtEl>
                                          <p:spTgt spid="111"/>
                                        </p:tgtEl>
                                        <p:attrNameLst>
                                          <p:attrName>ppt_h</p:attrName>
                                        </p:attrNameLst>
                                      </p:cBhvr>
                                      <p:tavLst>
                                        <p:tav tm="0">
                                          <p:val>
                                            <p:fltVal val="0"/>
                                          </p:val>
                                        </p:tav>
                                        <p:tav tm="100000">
                                          <p:val>
                                            <p:strVal val="#ppt_h"/>
                                          </p:val>
                                        </p:tav>
                                      </p:tavLst>
                                    </p:anim>
                                    <p:animEffect transition="in" filter="fade">
                                      <p:cBhvr>
                                        <p:cTn id="14" dur="500"/>
                                        <p:tgtEl>
                                          <p:spTgt spid="111"/>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98"/>
                                        </p:tgtEl>
                                        <p:attrNameLst>
                                          <p:attrName>style.visibility</p:attrName>
                                        </p:attrNameLst>
                                      </p:cBhvr>
                                      <p:to>
                                        <p:strVal val="visible"/>
                                      </p:to>
                                    </p:set>
                                    <p:animEffect transition="in" filter="wipe(left)">
                                      <p:cBhvr>
                                        <p:cTn id="18" dur="500"/>
                                        <p:tgtEl>
                                          <p:spTgt spid="98"/>
                                        </p:tgtEl>
                                      </p:cBhvr>
                                    </p:animEffect>
                                  </p:childTnLst>
                                </p:cTn>
                              </p:par>
                            </p:childTnLst>
                          </p:cTn>
                        </p:par>
                        <p:par>
                          <p:cTn id="19" fill="hold">
                            <p:stCondLst>
                              <p:cond delay="1500"/>
                            </p:stCondLst>
                            <p:childTnLst>
                              <p:par>
                                <p:cTn id="20" presetID="2" presetClass="entr" presetSubtype="8" accel="50000" decel="50000" fill="hold" nodeType="after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0-#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112"/>
                                        </p:tgtEl>
                                        <p:attrNameLst>
                                          <p:attrName>style.visibility</p:attrName>
                                        </p:attrNameLst>
                                      </p:cBhvr>
                                      <p:to>
                                        <p:strVal val="visible"/>
                                      </p:to>
                                    </p:set>
                                    <p:anim calcmode="lin" valueType="num">
                                      <p:cBhvr>
                                        <p:cTn id="27" dur="500" fill="hold"/>
                                        <p:tgtEl>
                                          <p:spTgt spid="112"/>
                                        </p:tgtEl>
                                        <p:attrNameLst>
                                          <p:attrName>ppt_w</p:attrName>
                                        </p:attrNameLst>
                                      </p:cBhvr>
                                      <p:tavLst>
                                        <p:tav tm="0">
                                          <p:val>
                                            <p:fltVal val="0"/>
                                          </p:val>
                                        </p:tav>
                                        <p:tav tm="100000">
                                          <p:val>
                                            <p:strVal val="#ppt_w"/>
                                          </p:val>
                                        </p:tav>
                                      </p:tavLst>
                                    </p:anim>
                                    <p:anim calcmode="lin" valueType="num">
                                      <p:cBhvr>
                                        <p:cTn id="28" dur="500" fill="hold"/>
                                        <p:tgtEl>
                                          <p:spTgt spid="112"/>
                                        </p:tgtEl>
                                        <p:attrNameLst>
                                          <p:attrName>ppt_h</p:attrName>
                                        </p:attrNameLst>
                                      </p:cBhvr>
                                      <p:tavLst>
                                        <p:tav tm="0">
                                          <p:val>
                                            <p:fltVal val="0"/>
                                          </p:val>
                                        </p:tav>
                                        <p:tav tm="100000">
                                          <p:val>
                                            <p:strVal val="#ppt_h"/>
                                          </p:val>
                                        </p:tav>
                                      </p:tavLst>
                                    </p:anim>
                                    <p:animEffect transition="in" filter="fade">
                                      <p:cBhvr>
                                        <p:cTn id="29" dur="500"/>
                                        <p:tgtEl>
                                          <p:spTgt spid="112"/>
                                        </p:tgtEl>
                                      </p:cBhvr>
                                    </p:animEffect>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04"/>
                                        </p:tgtEl>
                                        <p:attrNameLst>
                                          <p:attrName>style.visibility</p:attrName>
                                        </p:attrNameLst>
                                      </p:cBhvr>
                                      <p:to>
                                        <p:strVal val="visible"/>
                                      </p:to>
                                    </p:set>
                                    <p:animEffect transition="in" filter="wipe(left)">
                                      <p:cBhvr>
                                        <p:cTn id="33" dur="500"/>
                                        <p:tgtEl>
                                          <p:spTgt spid="104"/>
                                        </p:tgtEl>
                                      </p:cBhvr>
                                    </p:animEffect>
                                  </p:childTnLst>
                                </p:cTn>
                              </p:par>
                            </p:childTnLst>
                          </p:cTn>
                        </p:par>
                        <p:par>
                          <p:cTn id="34" fill="hold">
                            <p:stCondLst>
                              <p:cond delay="3000"/>
                            </p:stCondLst>
                            <p:childTnLst>
                              <p:par>
                                <p:cTn id="35" presetID="2" presetClass="entr" presetSubtype="8" accel="50000" decel="5000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500" fill="hold"/>
                                        <p:tgtEl>
                                          <p:spTgt spid="14"/>
                                        </p:tgtEl>
                                        <p:attrNameLst>
                                          <p:attrName>ppt_x</p:attrName>
                                        </p:attrNameLst>
                                      </p:cBhvr>
                                      <p:tavLst>
                                        <p:tav tm="0">
                                          <p:val>
                                            <p:strVal val="0-#ppt_w/2"/>
                                          </p:val>
                                        </p:tav>
                                        <p:tav tm="100000">
                                          <p:val>
                                            <p:strVal val="#ppt_x"/>
                                          </p:val>
                                        </p:tav>
                                      </p:tavLst>
                                    </p:anim>
                                    <p:anim calcmode="lin" valueType="num">
                                      <p:cBhvr additive="base">
                                        <p:cTn id="38" dur="500" fill="hold"/>
                                        <p:tgtEl>
                                          <p:spTgt spid="14"/>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53" presetClass="entr" presetSubtype="0" fill="hold" grpId="0" nodeType="afterEffect">
                                  <p:stCondLst>
                                    <p:cond delay="0"/>
                                  </p:stCondLst>
                                  <p:childTnLst>
                                    <p:set>
                                      <p:cBhvr>
                                        <p:cTn id="41" dur="1" fill="hold">
                                          <p:stCondLst>
                                            <p:cond delay="0"/>
                                          </p:stCondLst>
                                        </p:cTn>
                                        <p:tgtEl>
                                          <p:spTgt spid="113"/>
                                        </p:tgtEl>
                                        <p:attrNameLst>
                                          <p:attrName>style.visibility</p:attrName>
                                        </p:attrNameLst>
                                      </p:cBhvr>
                                      <p:to>
                                        <p:strVal val="visible"/>
                                      </p:to>
                                    </p:set>
                                    <p:anim calcmode="lin" valueType="num">
                                      <p:cBhvr>
                                        <p:cTn id="42" dur="500" fill="hold"/>
                                        <p:tgtEl>
                                          <p:spTgt spid="113"/>
                                        </p:tgtEl>
                                        <p:attrNameLst>
                                          <p:attrName>ppt_w</p:attrName>
                                        </p:attrNameLst>
                                      </p:cBhvr>
                                      <p:tavLst>
                                        <p:tav tm="0">
                                          <p:val>
                                            <p:fltVal val="0"/>
                                          </p:val>
                                        </p:tav>
                                        <p:tav tm="100000">
                                          <p:val>
                                            <p:strVal val="#ppt_w"/>
                                          </p:val>
                                        </p:tav>
                                      </p:tavLst>
                                    </p:anim>
                                    <p:anim calcmode="lin" valueType="num">
                                      <p:cBhvr>
                                        <p:cTn id="43" dur="500" fill="hold"/>
                                        <p:tgtEl>
                                          <p:spTgt spid="113"/>
                                        </p:tgtEl>
                                        <p:attrNameLst>
                                          <p:attrName>ppt_h</p:attrName>
                                        </p:attrNameLst>
                                      </p:cBhvr>
                                      <p:tavLst>
                                        <p:tav tm="0">
                                          <p:val>
                                            <p:fltVal val="0"/>
                                          </p:val>
                                        </p:tav>
                                        <p:tav tm="100000">
                                          <p:val>
                                            <p:strVal val="#ppt_h"/>
                                          </p:val>
                                        </p:tav>
                                      </p:tavLst>
                                    </p:anim>
                                    <p:animEffect transition="in" filter="fade">
                                      <p:cBhvr>
                                        <p:cTn id="44" dur="500"/>
                                        <p:tgtEl>
                                          <p:spTgt spid="113"/>
                                        </p:tgtEl>
                                      </p:cBhvr>
                                    </p:animEffect>
                                  </p:childTnLst>
                                </p:cTn>
                              </p:par>
                            </p:childTnLst>
                          </p:cTn>
                        </p:par>
                        <p:par>
                          <p:cTn id="45" fill="hold">
                            <p:stCondLst>
                              <p:cond delay="4000"/>
                            </p:stCondLst>
                            <p:childTnLst>
                              <p:par>
                                <p:cTn id="46" presetID="22" presetClass="entr" presetSubtype="8" fill="hold" grpId="0" nodeType="afterEffect">
                                  <p:stCondLst>
                                    <p:cond delay="0"/>
                                  </p:stCondLst>
                                  <p:childTnLst>
                                    <p:set>
                                      <p:cBhvr>
                                        <p:cTn id="47" dur="1" fill="hold">
                                          <p:stCondLst>
                                            <p:cond delay="0"/>
                                          </p:stCondLst>
                                        </p:cTn>
                                        <p:tgtEl>
                                          <p:spTgt spid="110"/>
                                        </p:tgtEl>
                                        <p:attrNameLst>
                                          <p:attrName>style.visibility</p:attrName>
                                        </p:attrNameLst>
                                      </p:cBhvr>
                                      <p:to>
                                        <p:strVal val="visible"/>
                                      </p:to>
                                    </p:set>
                                    <p:animEffect transition="in" filter="wipe(left)">
                                      <p:cBhvr>
                                        <p:cTn id="48" dur="500"/>
                                        <p:tgtEl>
                                          <p:spTgt spid="110"/>
                                        </p:tgtEl>
                                      </p:cBhvr>
                                    </p:animEffect>
                                  </p:childTnLst>
                                </p:cTn>
                              </p:par>
                            </p:childTnLst>
                          </p:cTn>
                        </p:par>
                        <p:par>
                          <p:cTn id="49" fill="hold">
                            <p:stCondLst>
                              <p:cond delay="4500"/>
                            </p:stCondLst>
                            <p:childTnLst>
                              <p:par>
                                <p:cTn id="50" presetID="2" presetClass="entr" presetSubtype="2" accel="50000" decel="50000" fill="hold" nodeType="afterEffect">
                                  <p:stCondLst>
                                    <p:cond delay="0"/>
                                  </p:stCondLst>
                                  <p:childTnLst>
                                    <p:set>
                                      <p:cBhvr>
                                        <p:cTn id="51" dur="1" fill="hold">
                                          <p:stCondLst>
                                            <p:cond delay="0"/>
                                          </p:stCondLst>
                                        </p:cTn>
                                        <p:tgtEl>
                                          <p:spTgt spid="2"/>
                                        </p:tgtEl>
                                        <p:attrNameLst>
                                          <p:attrName>style.visibility</p:attrName>
                                        </p:attrNameLst>
                                      </p:cBhvr>
                                      <p:to>
                                        <p:strVal val="visible"/>
                                      </p:to>
                                    </p:set>
                                    <p:anim calcmode="lin" valueType="num">
                                      <p:cBhvr additive="base">
                                        <p:cTn id="52" dur="500" fill="hold"/>
                                        <p:tgtEl>
                                          <p:spTgt spid="2"/>
                                        </p:tgtEl>
                                        <p:attrNameLst>
                                          <p:attrName>ppt_x</p:attrName>
                                        </p:attrNameLst>
                                      </p:cBhvr>
                                      <p:tavLst>
                                        <p:tav tm="0">
                                          <p:val>
                                            <p:strVal val="1+#ppt_w/2"/>
                                          </p:val>
                                        </p:tav>
                                        <p:tav tm="100000">
                                          <p:val>
                                            <p:strVal val="#ppt_x"/>
                                          </p:val>
                                        </p:tav>
                                      </p:tavLst>
                                    </p:anim>
                                    <p:anim calcmode="lin" valueType="num">
                                      <p:cBhvr additive="base">
                                        <p:cTn id="53" dur="500" fill="hold"/>
                                        <p:tgtEl>
                                          <p:spTgt spid="2"/>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53" presetClass="entr" presetSubtype="0" fill="hold" grpId="0" nodeType="afterEffect">
                                  <p:stCondLst>
                                    <p:cond delay="0"/>
                                  </p:stCondLst>
                                  <p:childTnLst>
                                    <p:set>
                                      <p:cBhvr>
                                        <p:cTn id="56" dur="1" fill="hold">
                                          <p:stCondLst>
                                            <p:cond delay="0"/>
                                          </p:stCondLst>
                                        </p:cTn>
                                        <p:tgtEl>
                                          <p:spTgt spid="61"/>
                                        </p:tgtEl>
                                        <p:attrNameLst>
                                          <p:attrName>style.visibility</p:attrName>
                                        </p:attrNameLst>
                                      </p:cBhvr>
                                      <p:to>
                                        <p:strVal val="visible"/>
                                      </p:to>
                                    </p:set>
                                    <p:anim calcmode="lin" valueType="num">
                                      <p:cBhvr>
                                        <p:cTn id="57" dur="500" fill="hold"/>
                                        <p:tgtEl>
                                          <p:spTgt spid="61"/>
                                        </p:tgtEl>
                                        <p:attrNameLst>
                                          <p:attrName>ppt_w</p:attrName>
                                        </p:attrNameLst>
                                      </p:cBhvr>
                                      <p:tavLst>
                                        <p:tav tm="0">
                                          <p:val>
                                            <p:fltVal val="0"/>
                                          </p:val>
                                        </p:tav>
                                        <p:tav tm="100000">
                                          <p:val>
                                            <p:strVal val="#ppt_w"/>
                                          </p:val>
                                        </p:tav>
                                      </p:tavLst>
                                    </p:anim>
                                    <p:anim calcmode="lin" valueType="num">
                                      <p:cBhvr>
                                        <p:cTn id="58" dur="500" fill="hold"/>
                                        <p:tgtEl>
                                          <p:spTgt spid="61"/>
                                        </p:tgtEl>
                                        <p:attrNameLst>
                                          <p:attrName>ppt_h</p:attrName>
                                        </p:attrNameLst>
                                      </p:cBhvr>
                                      <p:tavLst>
                                        <p:tav tm="0">
                                          <p:val>
                                            <p:fltVal val="0"/>
                                          </p:val>
                                        </p:tav>
                                        <p:tav tm="100000">
                                          <p:val>
                                            <p:strVal val="#ppt_h"/>
                                          </p:val>
                                        </p:tav>
                                      </p:tavLst>
                                    </p:anim>
                                    <p:animEffect transition="in" filter="fade">
                                      <p:cBhvr>
                                        <p:cTn id="59" dur="500"/>
                                        <p:tgtEl>
                                          <p:spTgt spid="61"/>
                                        </p:tgtEl>
                                      </p:cBhvr>
                                    </p:animEffect>
                                  </p:childTnLst>
                                </p:cTn>
                              </p:par>
                            </p:childTnLst>
                          </p:cTn>
                        </p:par>
                        <p:par>
                          <p:cTn id="60" fill="hold">
                            <p:stCondLst>
                              <p:cond delay="5500"/>
                            </p:stCondLst>
                            <p:childTnLst>
                              <p:par>
                                <p:cTn id="61" presetID="22" presetClass="entr" presetSubtype="2" fill="hold" grpId="0" nodeType="afterEffect">
                                  <p:stCondLst>
                                    <p:cond delay="0"/>
                                  </p:stCondLst>
                                  <p:childTnLst>
                                    <p:set>
                                      <p:cBhvr>
                                        <p:cTn id="62" dur="1" fill="hold">
                                          <p:stCondLst>
                                            <p:cond delay="0"/>
                                          </p:stCondLst>
                                        </p:cTn>
                                        <p:tgtEl>
                                          <p:spTgt spid="62"/>
                                        </p:tgtEl>
                                        <p:attrNameLst>
                                          <p:attrName>style.visibility</p:attrName>
                                        </p:attrNameLst>
                                      </p:cBhvr>
                                      <p:to>
                                        <p:strVal val="visible"/>
                                      </p:to>
                                    </p:set>
                                    <p:animEffect transition="in" filter="wipe(right)">
                                      <p:cBhvr>
                                        <p:cTn id="63" dur="500"/>
                                        <p:tgtEl>
                                          <p:spTgt spid="62"/>
                                        </p:tgtEl>
                                      </p:cBhvr>
                                    </p:animEffect>
                                  </p:childTnLst>
                                </p:cTn>
                              </p:par>
                            </p:childTnLst>
                          </p:cTn>
                        </p:par>
                        <p:par>
                          <p:cTn id="64" fill="hold">
                            <p:stCondLst>
                              <p:cond delay="6000"/>
                            </p:stCondLst>
                            <p:childTnLst>
                              <p:par>
                                <p:cTn id="65" presetID="2" presetClass="entr" presetSubtype="2" accel="50000" decel="50000" fill="hold" nodeType="afterEffect">
                                  <p:stCondLst>
                                    <p:cond delay="0"/>
                                  </p:stCondLst>
                                  <p:childTnLst>
                                    <p:set>
                                      <p:cBhvr>
                                        <p:cTn id="66" dur="1" fill="hold">
                                          <p:stCondLst>
                                            <p:cond delay="0"/>
                                          </p:stCondLst>
                                        </p:cTn>
                                        <p:tgtEl>
                                          <p:spTgt spid="4"/>
                                        </p:tgtEl>
                                        <p:attrNameLst>
                                          <p:attrName>style.visibility</p:attrName>
                                        </p:attrNameLst>
                                      </p:cBhvr>
                                      <p:to>
                                        <p:strVal val="visible"/>
                                      </p:to>
                                    </p:set>
                                    <p:anim calcmode="lin" valueType="num">
                                      <p:cBhvr additive="base">
                                        <p:cTn id="67" dur="500" fill="hold"/>
                                        <p:tgtEl>
                                          <p:spTgt spid="4"/>
                                        </p:tgtEl>
                                        <p:attrNameLst>
                                          <p:attrName>ppt_x</p:attrName>
                                        </p:attrNameLst>
                                      </p:cBhvr>
                                      <p:tavLst>
                                        <p:tav tm="0">
                                          <p:val>
                                            <p:strVal val="1+#ppt_w/2"/>
                                          </p:val>
                                        </p:tav>
                                        <p:tav tm="100000">
                                          <p:val>
                                            <p:strVal val="#ppt_x"/>
                                          </p:val>
                                        </p:tav>
                                      </p:tavLst>
                                    </p:anim>
                                    <p:anim calcmode="lin" valueType="num">
                                      <p:cBhvr additive="base">
                                        <p:cTn id="68" dur="500" fill="hold"/>
                                        <p:tgtEl>
                                          <p:spTgt spid="4"/>
                                        </p:tgtEl>
                                        <p:attrNameLst>
                                          <p:attrName>ppt_y</p:attrName>
                                        </p:attrNameLst>
                                      </p:cBhvr>
                                      <p:tavLst>
                                        <p:tav tm="0">
                                          <p:val>
                                            <p:strVal val="#ppt_y"/>
                                          </p:val>
                                        </p:tav>
                                        <p:tav tm="100000">
                                          <p:val>
                                            <p:strVal val="#ppt_y"/>
                                          </p:val>
                                        </p:tav>
                                      </p:tavLst>
                                    </p:anim>
                                  </p:childTnLst>
                                </p:cTn>
                              </p:par>
                            </p:childTnLst>
                          </p:cTn>
                        </p:par>
                        <p:par>
                          <p:cTn id="69" fill="hold">
                            <p:stCondLst>
                              <p:cond delay="6500"/>
                            </p:stCondLst>
                            <p:childTnLst>
                              <p:par>
                                <p:cTn id="70" presetID="53" presetClass="entr" presetSubtype="0" fill="hold" grpId="0" nodeType="afterEffect">
                                  <p:stCondLst>
                                    <p:cond delay="0"/>
                                  </p:stCondLst>
                                  <p:childTnLst>
                                    <p:set>
                                      <p:cBhvr>
                                        <p:cTn id="71" dur="1" fill="hold">
                                          <p:stCondLst>
                                            <p:cond delay="0"/>
                                          </p:stCondLst>
                                        </p:cTn>
                                        <p:tgtEl>
                                          <p:spTgt spid="114"/>
                                        </p:tgtEl>
                                        <p:attrNameLst>
                                          <p:attrName>style.visibility</p:attrName>
                                        </p:attrNameLst>
                                      </p:cBhvr>
                                      <p:to>
                                        <p:strVal val="visible"/>
                                      </p:to>
                                    </p:set>
                                    <p:anim calcmode="lin" valueType="num">
                                      <p:cBhvr>
                                        <p:cTn id="72" dur="500" fill="hold"/>
                                        <p:tgtEl>
                                          <p:spTgt spid="114"/>
                                        </p:tgtEl>
                                        <p:attrNameLst>
                                          <p:attrName>ppt_w</p:attrName>
                                        </p:attrNameLst>
                                      </p:cBhvr>
                                      <p:tavLst>
                                        <p:tav tm="0">
                                          <p:val>
                                            <p:fltVal val="0"/>
                                          </p:val>
                                        </p:tav>
                                        <p:tav tm="100000">
                                          <p:val>
                                            <p:strVal val="#ppt_w"/>
                                          </p:val>
                                        </p:tav>
                                      </p:tavLst>
                                    </p:anim>
                                    <p:anim calcmode="lin" valueType="num">
                                      <p:cBhvr>
                                        <p:cTn id="73" dur="500" fill="hold"/>
                                        <p:tgtEl>
                                          <p:spTgt spid="114"/>
                                        </p:tgtEl>
                                        <p:attrNameLst>
                                          <p:attrName>ppt_h</p:attrName>
                                        </p:attrNameLst>
                                      </p:cBhvr>
                                      <p:tavLst>
                                        <p:tav tm="0">
                                          <p:val>
                                            <p:fltVal val="0"/>
                                          </p:val>
                                        </p:tav>
                                        <p:tav tm="100000">
                                          <p:val>
                                            <p:strVal val="#ppt_h"/>
                                          </p:val>
                                        </p:tav>
                                      </p:tavLst>
                                    </p:anim>
                                    <p:animEffect transition="in" filter="fade">
                                      <p:cBhvr>
                                        <p:cTn id="74" dur="500"/>
                                        <p:tgtEl>
                                          <p:spTgt spid="114"/>
                                        </p:tgtEl>
                                      </p:cBhvr>
                                    </p:animEffect>
                                  </p:childTnLst>
                                </p:cTn>
                              </p:par>
                            </p:childTnLst>
                          </p:cTn>
                        </p:par>
                        <p:par>
                          <p:cTn id="75" fill="hold">
                            <p:stCondLst>
                              <p:cond delay="7000"/>
                            </p:stCondLst>
                            <p:childTnLst>
                              <p:par>
                                <p:cTn id="76" presetID="22" presetClass="entr" presetSubtype="2" fill="hold" grpId="0" nodeType="afterEffect">
                                  <p:stCondLst>
                                    <p:cond delay="0"/>
                                  </p:stCondLst>
                                  <p:childTnLst>
                                    <p:set>
                                      <p:cBhvr>
                                        <p:cTn id="77" dur="1" fill="hold">
                                          <p:stCondLst>
                                            <p:cond delay="0"/>
                                          </p:stCondLst>
                                        </p:cTn>
                                        <p:tgtEl>
                                          <p:spTgt spid="68"/>
                                        </p:tgtEl>
                                        <p:attrNameLst>
                                          <p:attrName>style.visibility</p:attrName>
                                        </p:attrNameLst>
                                      </p:cBhvr>
                                      <p:to>
                                        <p:strVal val="visible"/>
                                      </p:to>
                                    </p:set>
                                    <p:animEffect transition="in" filter="wipe(right)">
                                      <p:cBhvr>
                                        <p:cTn id="78" dur="500"/>
                                        <p:tgtEl>
                                          <p:spTgt spid="68"/>
                                        </p:tgtEl>
                                      </p:cBhvr>
                                    </p:animEffect>
                                  </p:childTnLst>
                                </p:cTn>
                              </p:par>
                            </p:childTnLst>
                          </p:cTn>
                        </p:par>
                        <p:par>
                          <p:cTn id="79" fill="hold">
                            <p:stCondLst>
                              <p:cond delay="7500"/>
                            </p:stCondLst>
                            <p:childTnLst>
                              <p:par>
                                <p:cTn id="80" presetID="2" presetClass="entr" presetSubtype="2" accel="50000" decel="50000" fill="hold" nodeType="afterEffect">
                                  <p:stCondLst>
                                    <p:cond delay="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500" fill="hold"/>
                                        <p:tgtEl>
                                          <p:spTgt spid="6"/>
                                        </p:tgtEl>
                                        <p:attrNameLst>
                                          <p:attrName>ppt_x</p:attrName>
                                        </p:attrNameLst>
                                      </p:cBhvr>
                                      <p:tavLst>
                                        <p:tav tm="0">
                                          <p:val>
                                            <p:strVal val="1+#ppt_w/2"/>
                                          </p:val>
                                        </p:tav>
                                        <p:tav tm="100000">
                                          <p:val>
                                            <p:strVal val="#ppt_x"/>
                                          </p:val>
                                        </p:tav>
                                      </p:tavLst>
                                    </p:anim>
                                    <p:anim calcmode="lin" valueType="num">
                                      <p:cBhvr additive="base">
                                        <p:cTn id="83" dur="500" fill="hold"/>
                                        <p:tgtEl>
                                          <p:spTgt spid="6"/>
                                        </p:tgtEl>
                                        <p:attrNameLst>
                                          <p:attrName>ppt_y</p:attrName>
                                        </p:attrNameLst>
                                      </p:cBhvr>
                                      <p:tavLst>
                                        <p:tav tm="0">
                                          <p:val>
                                            <p:strVal val="#ppt_y"/>
                                          </p:val>
                                        </p:tav>
                                        <p:tav tm="100000">
                                          <p:val>
                                            <p:strVal val="#ppt_y"/>
                                          </p:val>
                                        </p:tav>
                                      </p:tavLst>
                                    </p:anim>
                                  </p:childTnLst>
                                </p:cTn>
                              </p:par>
                            </p:childTnLst>
                          </p:cTn>
                        </p:par>
                        <p:par>
                          <p:cTn id="84" fill="hold">
                            <p:stCondLst>
                              <p:cond delay="8000"/>
                            </p:stCondLst>
                            <p:childTnLst>
                              <p:par>
                                <p:cTn id="85" presetID="53" presetClass="entr" presetSubtype="0" fill="hold" grpId="0" nodeType="afterEffect">
                                  <p:stCondLst>
                                    <p:cond delay="0"/>
                                  </p:stCondLst>
                                  <p:childTnLst>
                                    <p:set>
                                      <p:cBhvr>
                                        <p:cTn id="86" dur="1" fill="hold">
                                          <p:stCondLst>
                                            <p:cond delay="0"/>
                                          </p:stCondLst>
                                        </p:cTn>
                                        <p:tgtEl>
                                          <p:spTgt spid="115"/>
                                        </p:tgtEl>
                                        <p:attrNameLst>
                                          <p:attrName>style.visibility</p:attrName>
                                        </p:attrNameLst>
                                      </p:cBhvr>
                                      <p:to>
                                        <p:strVal val="visible"/>
                                      </p:to>
                                    </p:set>
                                    <p:anim calcmode="lin" valueType="num">
                                      <p:cBhvr>
                                        <p:cTn id="87" dur="500" fill="hold"/>
                                        <p:tgtEl>
                                          <p:spTgt spid="115"/>
                                        </p:tgtEl>
                                        <p:attrNameLst>
                                          <p:attrName>ppt_w</p:attrName>
                                        </p:attrNameLst>
                                      </p:cBhvr>
                                      <p:tavLst>
                                        <p:tav tm="0">
                                          <p:val>
                                            <p:fltVal val="0"/>
                                          </p:val>
                                        </p:tav>
                                        <p:tav tm="100000">
                                          <p:val>
                                            <p:strVal val="#ppt_w"/>
                                          </p:val>
                                        </p:tav>
                                      </p:tavLst>
                                    </p:anim>
                                    <p:anim calcmode="lin" valueType="num">
                                      <p:cBhvr>
                                        <p:cTn id="88" dur="500" fill="hold"/>
                                        <p:tgtEl>
                                          <p:spTgt spid="115"/>
                                        </p:tgtEl>
                                        <p:attrNameLst>
                                          <p:attrName>ppt_h</p:attrName>
                                        </p:attrNameLst>
                                      </p:cBhvr>
                                      <p:tavLst>
                                        <p:tav tm="0">
                                          <p:val>
                                            <p:fltVal val="0"/>
                                          </p:val>
                                        </p:tav>
                                        <p:tav tm="100000">
                                          <p:val>
                                            <p:strVal val="#ppt_h"/>
                                          </p:val>
                                        </p:tav>
                                      </p:tavLst>
                                    </p:anim>
                                    <p:animEffect transition="in" filter="fade">
                                      <p:cBhvr>
                                        <p:cTn id="89" dur="500"/>
                                        <p:tgtEl>
                                          <p:spTgt spid="115"/>
                                        </p:tgtEl>
                                      </p:cBhvr>
                                    </p:animEffect>
                                  </p:childTnLst>
                                </p:cTn>
                              </p:par>
                            </p:childTnLst>
                          </p:cTn>
                        </p:par>
                        <p:par>
                          <p:cTn id="90" fill="hold">
                            <p:stCondLst>
                              <p:cond delay="8500"/>
                            </p:stCondLst>
                            <p:childTnLst>
                              <p:par>
                                <p:cTn id="91" presetID="22" presetClass="entr" presetSubtype="2" fill="hold" grpId="0" nodeType="afterEffect">
                                  <p:stCondLst>
                                    <p:cond delay="0"/>
                                  </p:stCondLst>
                                  <p:childTnLst>
                                    <p:set>
                                      <p:cBhvr>
                                        <p:cTn id="92" dur="1" fill="hold">
                                          <p:stCondLst>
                                            <p:cond delay="0"/>
                                          </p:stCondLst>
                                        </p:cTn>
                                        <p:tgtEl>
                                          <p:spTgt spid="74"/>
                                        </p:tgtEl>
                                        <p:attrNameLst>
                                          <p:attrName>style.visibility</p:attrName>
                                        </p:attrNameLst>
                                      </p:cBhvr>
                                      <p:to>
                                        <p:strVal val="visible"/>
                                      </p:to>
                                    </p:set>
                                    <p:animEffect transition="in" filter="wipe(right)">
                                      <p:cBhvr>
                                        <p:cTn id="93"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p:bldP spid="68" grpId="0"/>
      <p:bldP spid="74" grpId="0"/>
      <p:bldP spid="98" grpId="0"/>
      <p:bldP spid="104" grpId="0"/>
      <p:bldP spid="110" grpId="0"/>
      <p:bldP spid="111" grpId="0" animBg="1"/>
      <p:bldP spid="112" grpId="0" animBg="1"/>
      <p:bldP spid="113" grpId="0" animBg="1"/>
      <p:bldP spid="114" grpId="0" animBg="1"/>
      <p:bldP spid="115"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Arrow Infographic</a:t>
            </a:r>
            <a:endParaRPr lang="en-US" dirty="0"/>
          </a:p>
        </p:txBody>
      </p:sp>
      <p:sp>
        <p:nvSpPr>
          <p:cNvPr id="8" name="Text Placeholder 7"/>
          <p:cNvSpPr>
            <a:spLocks noGrp="1"/>
          </p:cNvSpPr>
          <p:nvPr>
            <p:ph type="body" sz="half" idx="2"/>
          </p:nvPr>
        </p:nvSpPr>
        <p:spPr/>
        <p:txBody>
          <a:bodyPr/>
          <a:lstStyle/>
          <a:p>
            <a:r>
              <a:rPr lang="en-US"/>
              <a:t>Arrow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178</a:t>
            </a:fld>
            <a:endParaRPr lang="en-US" dirty="0"/>
          </a:p>
        </p:txBody>
      </p:sp>
      <p:sp>
        <p:nvSpPr>
          <p:cNvPr id="5" name="Right Arrow 4"/>
          <p:cNvSpPr/>
          <p:nvPr/>
        </p:nvSpPr>
        <p:spPr bwMode="auto">
          <a:xfrm>
            <a:off x="685800" y="1123950"/>
            <a:ext cx="7696200" cy="914400"/>
          </a:xfrm>
          <a:prstGeom prst="rightArrow">
            <a:avLst>
              <a:gd name="adj1" fmla="val 50000"/>
              <a:gd name="adj2" fmla="val 8000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Right Arrow 5"/>
          <p:cNvSpPr/>
          <p:nvPr/>
        </p:nvSpPr>
        <p:spPr bwMode="auto">
          <a:xfrm>
            <a:off x="2452795" y="1803123"/>
            <a:ext cx="5929205" cy="914400"/>
          </a:xfrm>
          <a:prstGeom prst="rightArrow">
            <a:avLst>
              <a:gd name="adj1" fmla="val 50000"/>
              <a:gd name="adj2" fmla="val 8000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 name="Right Arrow 8"/>
          <p:cNvSpPr/>
          <p:nvPr/>
        </p:nvSpPr>
        <p:spPr bwMode="auto">
          <a:xfrm>
            <a:off x="4146792" y="2498862"/>
            <a:ext cx="4235208" cy="914400"/>
          </a:xfrm>
          <a:prstGeom prst="rightArrow">
            <a:avLst>
              <a:gd name="adj1" fmla="val 50000"/>
              <a:gd name="adj2" fmla="val 8000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Right Arrow 9"/>
          <p:cNvSpPr/>
          <p:nvPr/>
        </p:nvSpPr>
        <p:spPr bwMode="auto">
          <a:xfrm>
            <a:off x="5791200" y="3174723"/>
            <a:ext cx="2590800" cy="914400"/>
          </a:xfrm>
          <a:prstGeom prst="rightArrow">
            <a:avLst>
              <a:gd name="adj1" fmla="val 50000"/>
              <a:gd name="adj2" fmla="val 8000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Text Placeholder 3"/>
          <p:cNvSpPr txBox="1">
            <a:spLocks/>
          </p:cNvSpPr>
          <p:nvPr/>
        </p:nvSpPr>
        <p:spPr>
          <a:xfrm>
            <a:off x="1312416" y="1473428"/>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p>
        </p:txBody>
      </p:sp>
      <p:sp>
        <p:nvSpPr>
          <p:cNvPr id="14" name="Text Placeholder 3"/>
          <p:cNvSpPr txBox="1">
            <a:spLocks/>
          </p:cNvSpPr>
          <p:nvPr/>
        </p:nvSpPr>
        <p:spPr>
          <a:xfrm>
            <a:off x="2971800" y="2152601"/>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p>
        </p:txBody>
      </p:sp>
      <p:sp>
        <p:nvSpPr>
          <p:cNvPr id="15" name="Text Placeholder 3"/>
          <p:cNvSpPr txBox="1">
            <a:spLocks/>
          </p:cNvSpPr>
          <p:nvPr/>
        </p:nvSpPr>
        <p:spPr>
          <a:xfrm>
            <a:off x="4753526" y="2848340"/>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p>
        </p:txBody>
      </p:sp>
      <p:sp>
        <p:nvSpPr>
          <p:cNvPr id="16" name="Text Placeholder 3"/>
          <p:cNvSpPr txBox="1">
            <a:spLocks/>
          </p:cNvSpPr>
          <p:nvPr/>
        </p:nvSpPr>
        <p:spPr>
          <a:xfrm>
            <a:off x="6313967" y="3524201"/>
            <a:ext cx="1070806"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bg1"/>
                </a:solidFill>
                <a:effectLst/>
                <a:uLnTx/>
                <a:uFillTx/>
                <a:latin typeface="+mn-lt"/>
                <a:ea typeface="+mn-ea"/>
                <a:cs typeface="+mn-cs"/>
              </a:rPr>
              <a:t>Title Goes Here</a:t>
            </a:r>
          </a:p>
        </p:txBody>
      </p:sp>
      <p:sp>
        <p:nvSpPr>
          <p:cNvPr id="17" name="Footer Text"/>
          <p:cNvSpPr txBox="1"/>
          <p:nvPr/>
        </p:nvSpPr>
        <p:spPr>
          <a:xfrm>
            <a:off x="685800" y="1949762"/>
            <a:ext cx="1632192" cy="800219"/>
          </a:xfrm>
          <a:prstGeom prst="rect">
            <a:avLst/>
          </a:prstGeom>
          <a:noFill/>
        </p:spPr>
        <p:txBody>
          <a:bodyPr wrap="square" lIns="0" tIns="0" rIns="0" bIns="0" rtlCol="0">
            <a:spAutoFit/>
          </a:bodyPr>
          <a:lstStyle/>
          <a:p>
            <a:r>
              <a:rPr lang="en-US" sz="1200" b="1" dirty="0">
                <a:solidFill>
                  <a:schemeClr val="accent1"/>
                </a:solidFill>
              </a:rPr>
              <a:t>Keyword Here</a:t>
            </a:r>
            <a:endParaRPr lang="en-US" sz="1200" dirty="0">
              <a:solidFill>
                <a:schemeClr val="accent1"/>
              </a:solidFill>
            </a:endParaRPr>
          </a:p>
          <a:p>
            <a:r>
              <a:rPr lang="en-US" sz="1000" dirty="0">
                <a:solidFill>
                  <a:schemeClr val="tx1">
                    <a:lumMod val="50000"/>
                    <a:lumOff val="50000"/>
                  </a:schemeClr>
                </a:solidFill>
              </a:rPr>
              <a:t>There are many variations of the a passages lorem ipsum but the majority have suffered  of the alteration in</a:t>
            </a:r>
          </a:p>
        </p:txBody>
      </p:sp>
      <p:sp>
        <p:nvSpPr>
          <p:cNvPr id="18" name="Footer Text"/>
          <p:cNvSpPr txBox="1"/>
          <p:nvPr/>
        </p:nvSpPr>
        <p:spPr>
          <a:xfrm>
            <a:off x="2438400" y="2613043"/>
            <a:ext cx="1632192" cy="800219"/>
          </a:xfrm>
          <a:prstGeom prst="rect">
            <a:avLst/>
          </a:prstGeom>
          <a:noFill/>
        </p:spPr>
        <p:txBody>
          <a:bodyPr wrap="square" lIns="0" tIns="0" rIns="0" bIns="0" rtlCol="0">
            <a:spAutoFit/>
          </a:bodyPr>
          <a:lstStyle/>
          <a:p>
            <a:r>
              <a:rPr lang="en-US" sz="1200" b="1" dirty="0">
                <a:solidFill>
                  <a:schemeClr val="accent2"/>
                </a:solidFill>
              </a:rPr>
              <a:t>Keyword Here</a:t>
            </a:r>
            <a:endParaRPr lang="en-US" sz="1200" dirty="0">
              <a:solidFill>
                <a:schemeClr val="accent2"/>
              </a:solidFill>
            </a:endParaRPr>
          </a:p>
          <a:p>
            <a:r>
              <a:rPr lang="en-US" sz="1000" dirty="0">
                <a:solidFill>
                  <a:schemeClr val="tx1">
                    <a:lumMod val="50000"/>
                    <a:lumOff val="50000"/>
                  </a:schemeClr>
                </a:solidFill>
              </a:rPr>
              <a:t>There are many variations of the a passages lorem ipsum but the majority have suffered  of the alteration in</a:t>
            </a:r>
          </a:p>
        </p:txBody>
      </p:sp>
      <p:sp>
        <p:nvSpPr>
          <p:cNvPr id="19" name="Footer Text"/>
          <p:cNvSpPr txBox="1"/>
          <p:nvPr/>
        </p:nvSpPr>
        <p:spPr>
          <a:xfrm>
            <a:off x="4146792" y="3288904"/>
            <a:ext cx="1632192" cy="800219"/>
          </a:xfrm>
          <a:prstGeom prst="rect">
            <a:avLst/>
          </a:prstGeom>
          <a:noFill/>
        </p:spPr>
        <p:txBody>
          <a:bodyPr wrap="square" lIns="0" tIns="0" rIns="0" bIns="0" rtlCol="0">
            <a:spAutoFit/>
          </a:bodyPr>
          <a:lstStyle/>
          <a:p>
            <a:r>
              <a:rPr lang="en-US" sz="1200" b="1" dirty="0">
                <a:solidFill>
                  <a:schemeClr val="accent3"/>
                </a:solidFill>
              </a:rPr>
              <a:t>Keyword Here</a:t>
            </a:r>
            <a:endParaRPr lang="en-US" sz="1200" dirty="0">
              <a:solidFill>
                <a:schemeClr val="accent3"/>
              </a:solidFill>
            </a:endParaRPr>
          </a:p>
          <a:p>
            <a:r>
              <a:rPr lang="en-US" sz="1000" dirty="0">
                <a:solidFill>
                  <a:schemeClr val="tx1">
                    <a:lumMod val="50000"/>
                    <a:lumOff val="50000"/>
                  </a:schemeClr>
                </a:solidFill>
              </a:rPr>
              <a:t>There are many variations of the a passages lorem ipsum but the majority have suffered  of the alteration in</a:t>
            </a:r>
          </a:p>
        </p:txBody>
      </p:sp>
      <p:sp>
        <p:nvSpPr>
          <p:cNvPr id="20" name="Footer Text"/>
          <p:cNvSpPr txBox="1"/>
          <p:nvPr/>
        </p:nvSpPr>
        <p:spPr>
          <a:xfrm>
            <a:off x="5813304" y="3920601"/>
            <a:ext cx="1632192" cy="800219"/>
          </a:xfrm>
          <a:prstGeom prst="rect">
            <a:avLst/>
          </a:prstGeom>
          <a:noFill/>
        </p:spPr>
        <p:txBody>
          <a:bodyPr wrap="square" lIns="0" tIns="0" rIns="0" bIns="0" rtlCol="0">
            <a:spAutoFit/>
          </a:bodyPr>
          <a:lstStyle/>
          <a:p>
            <a:r>
              <a:rPr lang="en-US" sz="1200" b="1" dirty="0">
                <a:solidFill>
                  <a:schemeClr val="accent4"/>
                </a:solidFill>
              </a:rPr>
              <a:t>Keyword Here</a:t>
            </a:r>
            <a:endParaRPr lang="en-US" sz="1200" dirty="0">
              <a:solidFill>
                <a:schemeClr val="accent4"/>
              </a:solidFill>
            </a:endParaRPr>
          </a:p>
          <a:p>
            <a:r>
              <a:rPr lang="en-US" sz="1000" dirty="0">
                <a:solidFill>
                  <a:schemeClr val="tx1">
                    <a:lumMod val="50000"/>
                    <a:lumOff val="50000"/>
                  </a:schemeClr>
                </a:solidFill>
              </a:rPr>
              <a:t>There are many variations of the a passages lorem ipsum but the majority have suffered  of the alteration in</a:t>
            </a:r>
          </a:p>
        </p:txBody>
      </p:sp>
      <p:sp>
        <p:nvSpPr>
          <p:cNvPr id="21" name="Freeform 116"/>
          <p:cNvSpPr>
            <a:spLocks noEditPoints="1"/>
          </p:cNvSpPr>
          <p:nvPr/>
        </p:nvSpPr>
        <p:spPr bwMode="auto">
          <a:xfrm>
            <a:off x="2534478" y="2114550"/>
            <a:ext cx="324692" cy="261848"/>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57"/>
          <p:cNvSpPr>
            <a:spLocks noEditPoints="1"/>
          </p:cNvSpPr>
          <p:nvPr/>
        </p:nvSpPr>
        <p:spPr bwMode="auto">
          <a:xfrm>
            <a:off x="796420" y="1401055"/>
            <a:ext cx="355277" cy="355277"/>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45"/>
          <p:cNvSpPr>
            <a:spLocks/>
          </p:cNvSpPr>
          <p:nvPr/>
        </p:nvSpPr>
        <p:spPr bwMode="auto">
          <a:xfrm>
            <a:off x="5853060" y="3443079"/>
            <a:ext cx="366529" cy="36652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152"/>
          <p:cNvSpPr>
            <a:spLocks noEditPoints="1"/>
          </p:cNvSpPr>
          <p:nvPr/>
        </p:nvSpPr>
        <p:spPr bwMode="auto">
          <a:xfrm>
            <a:off x="4263888" y="2780472"/>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22"/>
                                        </p:tgtEl>
                                        <p:attrNameLst>
                                          <p:attrName>style.visibility</p:attrName>
                                        </p:attrNameLst>
                                      </p:cBhvr>
                                      <p:to>
                                        <p:strVal val="visible"/>
                                      </p:to>
                                    </p:set>
                                    <p:anim calcmode="lin" valueType="num">
                                      <p:cBhvr>
                                        <p:cTn id="12" dur="500" fill="hold"/>
                                        <p:tgtEl>
                                          <p:spTgt spid="22"/>
                                        </p:tgtEl>
                                        <p:attrNameLst>
                                          <p:attrName>ppt_w</p:attrName>
                                        </p:attrNameLst>
                                      </p:cBhvr>
                                      <p:tavLst>
                                        <p:tav tm="0">
                                          <p:val>
                                            <p:fltVal val="0"/>
                                          </p:val>
                                        </p:tav>
                                        <p:tav tm="100000">
                                          <p:val>
                                            <p:strVal val="#ppt_w"/>
                                          </p:val>
                                        </p:tav>
                                      </p:tavLst>
                                    </p:anim>
                                    <p:anim calcmode="lin" valueType="num">
                                      <p:cBhvr>
                                        <p:cTn id="13" dur="500" fill="hold"/>
                                        <p:tgtEl>
                                          <p:spTgt spid="22"/>
                                        </p:tgtEl>
                                        <p:attrNameLst>
                                          <p:attrName>ppt_h</p:attrName>
                                        </p:attrNameLst>
                                      </p:cBhvr>
                                      <p:tavLst>
                                        <p:tav tm="0">
                                          <p:val>
                                            <p:fltVal val="0"/>
                                          </p:val>
                                        </p:tav>
                                        <p:tav tm="100000">
                                          <p:val>
                                            <p:strVal val="#ppt_h"/>
                                          </p:val>
                                        </p:tav>
                                      </p:tavLst>
                                    </p:anim>
                                    <p:animEffect transition="in" filter="fade">
                                      <p:cBhvr>
                                        <p:cTn id="14" dur="500"/>
                                        <p:tgtEl>
                                          <p:spTgt spid="22"/>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left)">
                                      <p:cBhvr>
                                        <p:cTn id="18" dur="500"/>
                                        <p:tgtEl>
                                          <p:spTgt spid="12"/>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childTnLst>
                          </p:cTn>
                        </p:par>
                        <p:par>
                          <p:cTn id="23" fill="hold">
                            <p:stCondLst>
                              <p:cond delay="2000"/>
                            </p:stCondLst>
                            <p:childTnLst>
                              <p:par>
                                <p:cTn id="24" presetID="2" presetClass="entr" presetSubtype="8" accel="50000" decel="50000" fill="hold" grpId="0" nodeType="after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additive="base">
                                        <p:cTn id="26" dur="500" fill="hold"/>
                                        <p:tgtEl>
                                          <p:spTgt spid="6"/>
                                        </p:tgtEl>
                                        <p:attrNameLst>
                                          <p:attrName>ppt_x</p:attrName>
                                        </p:attrNameLst>
                                      </p:cBhvr>
                                      <p:tavLst>
                                        <p:tav tm="0">
                                          <p:val>
                                            <p:strVal val="0-#ppt_w/2"/>
                                          </p:val>
                                        </p:tav>
                                        <p:tav tm="100000">
                                          <p:val>
                                            <p:strVal val="#ppt_x"/>
                                          </p:val>
                                        </p:tav>
                                      </p:tavLst>
                                    </p:anim>
                                    <p:anim calcmode="lin" valueType="num">
                                      <p:cBhvr additive="base">
                                        <p:cTn id="27" dur="500" fill="hold"/>
                                        <p:tgtEl>
                                          <p:spTgt spid="6"/>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p:cTn id="31" dur="500" fill="hold"/>
                                        <p:tgtEl>
                                          <p:spTgt spid="21"/>
                                        </p:tgtEl>
                                        <p:attrNameLst>
                                          <p:attrName>ppt_w</p:attrName>
                                        </p:attrNameLst>
                                      </p:cBhvr>
                                      <p:tavLst>
                                        <p:tav tm="0">
                                          <p:val>
                                            <p:fltVal val="0"/>
                                          </p:val>
                                        </p:tav>
                                        <p:tav tm="100000">
                                          <p:val>
                                            <p:strVal val="#ppt_w"/>
                                          </p:val>
                                        </p:tav>
                                      </p:tavLst>
                                    </p:anim>
                                    <p:anim calcmode="lin" valueType="num">
                                      <p:cBhvr>
                                        <p:cTn id="32" dur="500" fill="hold"/>
                                        <p:tgtEl>
                                          <p:spTgt spid="21"/>
                                        </p:tgtEl>
                                        <p:attrNameLst>
                                          <p:attrName>ppt_h</p:attrName>
                                        </p:attrNameLst>
                                      </p:cBhvr>
                                      <p:tavLst>
                                        <p:tav tm="0">
                                          <p:val>
                                            <p:fltVal val="0"/>
                                          </p:val>
                                        </p:tav>
                                        <p:tav tm="100000">
                                          <p:val>
                                            <p:strVal val="#ppt_h"/>
                                          </p:val>
                                        </p:tav>
                                      </p:tavLst>
                                    </p:anim>
                                    <p:animEffect transition="in" filter="fade">
                                      <p:cBhvr>
                                        <p:cTn id="33" dur="500"/>
                                        <p:tgtEl>
                                          <p:spTgt spid="21"/>
                                        </p:tgtEl>
                                      </p:cBhvr>
                                    </p:animEffect>
                                  </p:childTnLst>
                                </p:cTn>
                              </p:par>
                            </p:childTnLst>
                          </p:cTn>
                        </p:par>
                        <p:par>
                          <p:cTn id="34" fill="hold">
                            <p:stCondLst>
                              <p:cond delay="3000"/>
                            </p:stCondLst>
                            <p:childTnLst>
                              <p:par>
                                <p:cTn id="35" presetID="22" presetClass="entr" presetSubtype="8"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left)">
                                      <p:cBhvr>
                                        <p:cTn id="37" dur="500"/>
                                        <p:tgtEl>
                                          <p:spTgt spid="14"/>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wipe(left)">
                                      <p:cBhvr>
                                        <p:cTn id="41" dur="500"/>
                                        <p:tgtEl>
                                          <p:spTgt spid="18"/>
                                        </p:tgtEl>
                                      </p:cBhvr>
                                    </p:animEffect>
                                  </p:childTnLst>
                                </p:cTn>
                              </p:par>
                            </p:childTnLst>
                          </p:cTn>
                        </p:par>
                        <p:par>
                          <p:cTn id="42" fill="hold">
                            <p:stCondLst>
                              <p:cond delay="4000"/>
                            </p:stCondLst>
                            <p:childTnLst>
                              <p:par>
                                <p:cTn id="43" presetID="2" presetClass="entr" presetSubtype="8" accel="50000" decel="50000" fill="hold" grpId="0"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fill="hold"/>
                                        <p:tgtEl>
                                          <p:spTgt spid="9"/>
                                        </p:tgtEl>
                                        <p:attrNameLst>
                                          <p:attrName>ppt_x</p:attrName>
                                        </p:attrNameLst>
                                      </p:cBhvr>
                                      <p:tavLst>
                                        <p:tav tm="0">
                                          <p:val>
                                            <p:strVal val="0-#ppt_w/2"/>
                                          </p:val>
                                        </p:tav>
                                        <p:tav tm="100000">
                                          <p:val>
                                            <p:strVal val="#ppt_x"/>
                                          </p:val>
                                        </p:tav>
                                      </p:tavLst>
                                    </p:anim>
                                    <p:anim calcmode="lin" valueType="num">
                                      <p:cBhvr additive="base">
                                        <p:cTn id="46" dur="500" fill="hold"/>
                                        <p:tgtEl>
                                          <p:spTgt spid="9"/>
                                        </p:tgtEl>
                                        <p:attrNameLst>
                                          <p:attrName>ppt_y</p:attrName>
                                        </p:attrNameLst>
                                      </p:cBhvr>
                                      <p:tavLst>
                                        <p:tav tm="0">
                                          <p:val>
                                            <p:strVal val="#ppt_y"/>
                                          </p:val>
                                        </p:tav>
                                        <p:tav tm="100000">
                                          <p:val>
                                            <p:strVal val="#ppt_y"/>
                                          </p:val>
                                        </p:tav>
                                      </p:tavLst>
                                    </p:anim>
                                  </p:childTnLst>
                                </p:cTn>
                              </p:par>
                            </p:childTnLst>
                          </p:cTn>
                        </p:par>
                        <p:par>
                          <p:cTn id="47" fill="hold">
                            <p:stCondLst>
                              <p:cond delay="4500"/>
                            </p:stCondLst>
                            <p:childTnLst>
                              <p:par>
                                <p:cTn id="48" presetID="53" presetClass="entr" presetSubtype="0" fill="hold" grpId="0" nodeType="after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p:cTn id="50" dur="500" fill="hold"/>
                                        <p:tgtEl>
                                          <p:spTgt spid="25"/>
                                        </p:tgtEl>
                                        <p:attrNameLst>
                                          <p:attrName>ppt_w</p:attrName>
                                        </p:attrNameLst>
                                      </p:cBhvr>
                                      <p:tavLst>
                                        <p:tav tm="0">
                                          <p:val>
                                            <p:fltVal val="0"/>
                                          </p:val>
                                        </p:tav>
                                        <p:tav tm="100000">
                                          <p:val>
                                            <p:strVal val="#ppt_w"/>
                                          </p:val>
                                        </p:tav>
                                      </p:tavLst>
                                    </p:anim>
                                    <p:anim calcmode="lin" valueType="num">
                                      <p:cBhvr>
                                        <p:cTn id="51" dur="500" fill="hold"/>
                                        <p:tgtEl>
                                          <p:spTgt spid="25"/>
                                        </p:tgtEl>
                                        <p:attrNameLst>
                                          <p:attrName>ppt_h</p:attrName>
                                        </p:attrNameLst>
                                      </p:cBhvr>
                                      <p:tavLst>
                                        <p:tav tm="0">
                                          <p:val>
                                            <p:fltVal val="0"/>
                                          </p:val>
                                        </p:tav>
                                        <p:tav tm="100000">
                                          <p:val>
                                            <p:strVal val="#ppt_h"/>
                                          </p:val>
                                        </p:tav>
                                      </p:tavLst>
                                    </p:anim>
                                    <p:animEffect transition="in" filter="fade">
                                      <p:cBhvr>
                                        <p:cTn id="52" dur="500"/>
                                        <p:tgtEl>
                                          <p:spTgt spid="25"/>
                                        </p:tgtEl>
                                      </p:cBhvr>
                                    </p:animEffect>
                                  </p:childTnLst>
                                </p:cTn>
                              </p:par>
                            </p:childTnLst>
                          </p:cTn>
                        </p:par>
                        <p:par>
                          <p:cTn id="53" fill="hold">
                            <p:stCondLst>
                              <p:cond delay="5000"/>
                            </p:stCondLst>
                            <p:childTnLst>
                              <p:par>
                                <p:cTn id="54" presetID="22" presetClass="entr" presetSubtype="8" fill="hold" grpId="0" nodeType="after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wipe(left)">
                                      <p:cBhvr>
                                        <p:cTn id="56" dur="500"/>
                                        <p:tgtEl>
                                          <p:spTgt spid="15"/>
                                        </p:tgtEl>
                                      </p:cBhvr>
                                    </p:animEffect>
                                  </p:childTnLst>
                                </p:cTn>
                              </p:par>
                            </p:childTnLst>
                          </p:cTn>
                        </p:par>
                        <p:par>
                          <p:cTn id="57" fill="hold">
                            <p:stCondLst>
                              <p:cond delay="5500"/>
                            </p:stCondLst>
                            <p:childTnLst>
                              <p:par>
                                <p:cTn id="58" presetID="22" presetClass="entr" presetSubtype="8" fill="hold" grpId="0" nodeType="after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wipe(left)">
                                      <p:cBhvr>
                                        <p:cTn id="60" dur="500"/>
                                        <p:tgtEl>
                                          <p:spTgt spid="19"/>
                                        </p:tgtEl>
                                      </p:cBhvr>
                                    </p:animEffect>
                                  </p:childTnLst>
                                </p:cTn>
                              </p:par>
                            </p:childTnLst>
                          </p:cTn>
                        </p:par>
                        <p:par>
                          <p:cTn id="61" fill="hold">
                            <p:stCondLst>
                              <p:cond delay="6000"/>
                            </p:stCondLst>
                            <p:childTnLst>
                              <p:par>
                                <p:cTn id="62" presetID="2" presetClass="entr" presetSubtype="8" accel="50000" decel="50000" fill="hold" grpId="0" nodeType="afterEffect">
                                  <p:stCondLst>
                                    <p:cond delay="0"/>
                                  </p:stCondLst>
                                  <p:childTnLst>
                                    <p:set>
                                      <p:cBhvr>
                                        <p:cTn id="63" dur="1" fill="hold">
                                          <p:stCondLst>
                                            <p:cond delay="0"/>
                                          </p:stCondLst>
                                        </p:cTn>
                                        <p:tgtEl>
                                          <p:spTgt spid="10"/>
                                        </p:tgtEl>
                                        <p:attrNameLst>
                                          <p:attrName>style.visibility</p:attrName>
                                        </p:attrNameLst>
                                      </p:cBhvr>
                                      <p:to>
                                        <p:strVal val="visible"/>
                                      </p:to>
                                    </p:set>
                                    <p:anim calcmode="lin" valueType="num">
                                      <p:cBhvr additive="base">
                                        <p:cTn id="64" dur="500" fill="hold"/>
                                        <p:tgtEl>
                                          <p:spTgt spid="10"/>
                                        </p:tgtEl>
                                        <p:attrNameLst>
                                          <p:attrName>ppt_x</p:attrName>
                                        </p:attrNameLst>
                                      </p:cBhvr>
                                      <p:tavLst>
                                        <p:tav tm="0">
                                          <p:val>
                                            <p:strVal val="0-#ppt_w/2"/>
                                          </p:val>
                                        </p:tav>
                                        <p:tav tm="100000">
                                          <p:val>
                                            <p:strVal val="#ppt_x"/>
                                          </p:val>
                                        </p:tav>
                                      </p:tavLst>
                                    </p:anim>
                                    <p:anim calcmode="lin" valueType="num">
                                      <p:cBhvr additive="base">
                                        <p:cTn id="65" dur="500" fill="hold"/>
                                        <p:tgtEl>
                                          <p:spTgt spid="10"/>
                                        </p:tgtEl>
                                        <p:attrNameLst>
                                          <p:attrName>ppt_y</p:attrName>
                                        </p:attrNameLst>
                                      </p:cBhvr>
                                      <p:tavLst>
                                        <p:tav tm="0">
                                          <p:val>
                                            <p:strVal val="#ppt_y"/>
                                          </p:val>
                                        </p:tav>
                                        <p:tav tm="100000">
                                          <p:val>
                                            <p:strVal val="#ppt_y"/>
                                          </p:val>
                                        </p:tav>
                                      </p:tavLst>
                                    </p:anim>
                                  </p:childTnLst>
                                </p:cTn>
                              </p:par>
                            </p:childTnLst>
                          </p:cTn>
                        </p:par>
                        <p:par>
                          <p:cTn id="66" fill="hold">
                            <p:stCondLst>
                              <p:cond delay="6500"/>
                            </p:stCondLst>
                            <p:childTnLst>
                              <p:par>
                                <p:cTn id="67" presetID="53" presetClass="entr" presetSubtype="0" fill="hold" grpId="0" nodeType="afterEffect">
                                  <p:stCondLst>
                                    <p:cond delay="0"/>
                                  </p:stCondLst>
                                  <p:childTnLst>
                                    <p:set>
                                      <p:cBhvr>
                                        <p:cTn id="68" dur="1" fill="hold">
                                          <p:stCondLst>
                                            <p:cond delay="0"/>
                                          </p:stCondLst>
                                        </p:cTn>
                                        <p:tgtEl>
                                          <p:spTgt spid="24"/>
                                        </p:tgtEl>
                                        <p:attrNameLst>
                                          <p:attrName>style.visibility</p:attrName>
                                        </p:attrNameLst>
                                      </p:cBhvr>
                                      <p:to>
                                        <p:strVal val="visible"/>
                                      </p:to>
                                    </p:set>
                                    <p:anim calcmode="lin" valueType="num">
                                      <p:cBhvr>
                                        <p:cTn id="69" dur="500" fill="hold"/>
                                        <p:tgtEl>
                                          <p:spTgt spid="24"/>
                                        </p:tgtEl>
                                        <p:attrNameLst>
                                          <p:attrName>ppt_w</p:attrName>
                                        </p:attrNameLst>
                                      </p:cBhvr>
                                      <p:tavLst>
                                        <p:tav tm="0">
                                          <p:val>
                                            <p:fltVal val="0"/>
                                          </p:val>
                                        </p:tav>
                                        <p:tav tm="100000">
                                          <p:val>
                                            <p:strVal val="#ppt_w"/>
                                          </p:val>
                                        </p:tav>
                                      </p:tavLst>
                                    </p:anim>
                                    <p:anim calcmode="lin" valueType="num">
                                      <p:cBhvr>
                                        <p:cTn id="70" dur="500" fill="hold"/>
                                        <p:tgtEl>
                                          <p:spTgt spid="24"/>
                                        </p:tgtEl>
                                        <p:attrNameLst>
                                          <p:attrName>ppt_h</p:attrName>
                                        </p:attrNameLst>
                                      </p:cBhvr>
                                      <p:tavLst>
                                        <p:tav tm="0">
                                          <p:val>
                                            <p:fltVal val="0"/>
                                          </p:val>
                                        </p:tav>
                                        <p:tav tm="100000">
                                          <p:val>
                                            <p:strVal val="#ppt_h"/>
                                          </p:val>
                                        </p:tav>
                                      </p:tavLst>
                                    </p:anim>
                                    <p:animEffect transition="in" filter="fade">
                                      <p:cBhvr>
                                        <p:cTn id="71" dur="500"/>
                                        <p:tgtEl>
                                          <p:spTgt spid="24"/>
                                        </p:tgtEl>
                                      </p:cBhvr>
                                    </p:animEffect>
                                  </p:childTnLst>
                                </p:cTn>
                              </p:par>
                            </p:childTnLst>
                          </p:cTn>
                        </p:par>
                        <p:par>
                          <p:cTn id="72" fill="hold">
                            <p:stCondLst>
                              <p:cond delay="7000"/>
                            </p:stCondLst>
                            <p:childTnLst>
                              <p:par>
                                <p:cTn id="73" presetID="22" presetClass="entr" presetSubtype="8" fill="hold" grpId="0" nodeType="afterEffect">
                                  <p:stCondLst>
                                    <p:cond delay="0"/>
                                  </p:stCondLst>
                                  <p:childTnLst>
                                    <p:set>
                                      <p:cBhvr>
                                        <p:cTn id="74" dur="1" fill="hold">
                                          <p:stCondLst>
                                            <p:cond delay="0"/>
                                          </p:stCondLst>
                                        </p:cTn>
                                        <p:tgtEl>
                                          <p:spTgt spid="16"/>
                                        </p:tgtEl>
                                        <p:attrNameLst>
                                          <p:attrName>style.visibility</p:attrName>
                                        </p:attrNameLst>
                                      </p:cBhvr>
                                      <p:to>
                                        <p:strVal val="visible"/>
                                      </p:to>
                                    </p:set>
                                    <p:animEffect transition="in" filter="wipe(left)">
                                      <p:cBhvr>
                                        <p:cTn id="75" dur="500"/>
                                        <p:tgtEl>
                                          <p:spTgt spid="16"/>
                                        </p:tgtEl>
                                      </p:cBhvr>
                                    </p:animEffect>
                                  </p:childTnLst>
                                </p:cTn>
                              </p:par>
                            </p:childTnLst>
                          </p:cTn>
                        </p:par>
                        <p:par>
                          <p:cTn id="76" fill="hold">
                            <p:stCondLst>
                              <p:cond delay="7500"/>
                            </p:stCondLst>
                            <p:childTnLst>
                              <p:par>
                                <p:cTn id="77" presetID="22" presetClass="entr" presetSubtype="8" fill="hold" grpId="0" nodeType="after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wipe(left)">
                                      <p:cBhvr>
                                        <p:cTn id="7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2" grpId="0"/>
      <p:bldP spid="14" grpId="0"/>
      <p:bldP spid="15" grpId="0"/>
      <p:bldP spid="16" grpId="0"/>
      <p:bldP spid="17" grpId="0"/>
      <p:bldP spid="18" grpId="0"/>
      <p:bldP spid="19" grpId="0"/>
      <p:bldP spid="20" grpId="0"/>
      <p:bldP spid="21" grpId="0" animBg="1"/>
      <p:bldP spid="22" grpId="0" animBg="1"/>
      <p:bldP spid="24" grpId="0" animBg="1"/>
      <p:bldP spid="25"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Flowchart: Alternate Process 24"/>
          <p:cNvSpPr/>
          <p:nvPr/>
        </p:nvSpPr>
        <p:spPr>
          <a:xfrm rot="16200000">
            <a:off x="4176838" y="1777757"/>
            <a:ext cx="2765140" cy="1913764"/>
          </a:xfrm>
          <a:prstGeom prst="roundRect">
            <a:avLst>
              <a:gd name="adj" fmla="val 620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Flowchart: Alternate Process 24"/>
          <p:cNvSpPr/>
          <p:nvPr/>
        </p:nvSpPr>
        <p:spPr>
          <a:xfrm rot="16200000">
            <a:off x="6178732" y="1777756"/>
            <a:ext cx="2765148" cy="1913768"/>
          </a:xfrm>
          <a:prstGeom prst="roundRect">
            <a:avLst>
              <a:gd name="adj" fmla="val 620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Flowchart: Alternate Process 24"/>
          <p:cNvSpPr/>
          <p:nvPr/>
        </p:nvSpPr>
        <p:spPr>
          <a:xfrm rot="16200000">
            <a:off x="2174936" y="1777756"/>
            <a:ext cx="2765148" cy="1913766"/>
          </a:xfrm>
          <a:prstGeom prst="roundRect">
            <a:avLst>
              <a:gd name="adj" fmla="val 620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ight Arrow 32"/>
          <p:cNvSpPr/>
          <p:nvPr/>
        </p:nvSpPr>
        <p:spPr bwMode="auto">
          <a:xfrm>
            <a:off x="2600628" y="1586483"/>
            <a:ext cx="1913765" cy="739149"/>
          </a:xfrm>
          <a:prstGeom prst="rightArrow">
            <a:avLst>
              <a:gd name="adj1" fmla="val 68232"/>
              <a:gd name="adj2" fmla="val 57977"/>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4" name="Right Arrow 33"/>
          <p:cNvSpPr/>
          <p:nvPr/>
        </p:nvSpPr>
        <p:spPr bwMode="auto">
          <a:xfrm>
            <a:off x="4602525" y="1586483"/>
            <a:ext cx="1913765" cy="739149"/>
          </a:xfrm>
          <a:prstGeom prst="rightArrow">
            <a:avLst>
              <a:gd name="adj1" fmla="val 68232"/>
              <a:gd name="adj2" fmla="val 57977"/>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6" name="Right Arrow 35"/>
          <p:cNvSpPr/>
          <p:nvPr/>
        </p:nvSpPr>
        <p:spPr bwMode="auto">
          <a:xfrm>
            <a:off x="6604422" y="1586483"/>
            <a:ext cx="1913765" cy="739149"/>
          </a:xfrm>
          <a:prstGeom prst="rightArrow">
            <a:avLst>
              <a:gd name="adj1" fmla="val 68232"/>
              <a:gd name="adj2" fmla="val 57977"/>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5" name="Flowchart: Alternate Process 24"/>
          <p:cNvSpPr/>
          <p:nvPr/>
        </p:nvSpPr>
        <p:spPr>
          <a:xfrm rot="16200000">
            <a:off x="173044" y="1777756"/>
            <a:ext cx="2765140" cy="1913764"/>
          </a:xfrm>
          <a:prstGeom prst="roundRect">
            <a:avLst>
              <a:gd name="adj" fmla="val 620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ight Arrow 29"/>
          <p:cNvSpPr/>
          <p:nvPr/>
        </p:nvSpPr>
        <p:spPr bwMode="auto">
          <a:xfrm>
            <a:off x="598731" y="1586483"/>
            <a:ext cx="1913765" cy="739149"/>
          </a:xfrm>
          <a:prstGeom prst="rightArrow">
            <a:avLst>
              <a:gd name="adj1" fmla="val 68232"/>
              <a:gd name="adj2" fmla="val 57977"/>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 name="Title 1"/>
          <p:cNvSpPr>
            <a:spLocks noGrp="1"/>
          </p:cNvSpPr>
          <p:nvPr>
            <p:ph type="title"/>
          </p:nvPr>
        </p:nvSpPr>
        <p:spPr/>
        <p:txBody>
          <a:bodyPr/>
          <a:lstStyle/>
          <a:p>
            <a:r>
              <a:rPr lang="en-US"/>
              <a:t>Steps Infographic</a:t>
            </a:r>
            <a:endParaRPr lang="en-US" dirty="0"/>
          </a:p>
        </p:txBody>
      </p:sp>
      <p:sp>
        <p:nvSpPr>
          <p:cNvPr id="4" name="Text Placeholder 3"/>
          <p:cNvSpPr>
            <a:spLocks noGrp="1"/>
          </p:cNvSpPr>
          <p:nvPr>
            <p:ph type="body" sz="half" idx="2"/>
          </p:nvPr>
        </p:nvSpPr>
        <p:spPr/>
        <p:txBody>
          <a:bodyPr/>
          <a:lstStyle/>
          <a:p>
            <a:r>
              <a:rPr lang="en-US"/>
              <a:t>Steps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179</a:t>
            </a:fld>
            <a:endParaRPr lang="en-US" dirty="0"/>
          </a:p>
        </p:txBody>
      </p:sp>
      <p:grpSp>
        <p:nvGrpSpPr>
          <p:cNvPr id="3" name="Group 134"/>
          <p:cNvGrpSpPr>
            <a:grpSpLocks noChangeAspect="1"/>
          </p:cNvGrpSpPr>
          <p:nvPr/>
        </p:nvGrpSpPr>
        <p:grpSpPr>
          <a:xfrm>
            <a:off x="1125284" y="3686526"/>
            <a:ext cx="860658" cy="861376"/>
            <a:chOff x="3287425" y="1417883"/>
            <a:chExt cx="648499" cy="649042"/>
          </a:xfrm>
        </p:grpSpPr>
        <p:sp>
          <p:nvSpPr>
            <p:cNvPr id="89" name="Oval 88"/>
            <p:cNvSpPr>
              <a:spLocks noChangeAspect="1"/>
            </p:cNvSpPr>
            <p:nvPr/>
          </p:nvSpPr>
          <p:spPr>
            <a:xfrm>
              <a:off x="3287425" y="1417883"/>
              <a:ext cx="648499" cy="649042"/>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bg1"/>
                </a:solidFill>
                <a:latin typeface="+mj-lt"/>
              </a:endParaRPr>
            </a:p>
          </p:txBody>
        </p:sp>
        <p:sp>
          <p:nvSpPr>
            <p:cNvPr id="95" name="Oval 94"/>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01</a:t>
              </a:r>
              <a:endParaRPr lang="en-US" sz="1600" b="1" dirty="0">
                <a:solidFill>
                  <a:schemeClr val="bg1"/>
                </a:solidFill>
                <a:latin typeface="+mj-lt"/>
              </a:endParaRPr>
            </a:p>
          </p:txBody>
        </p:sp>
      </p:grpSp>
      <p:grpSp>
        <p:nvGrpSpPr>
          <p:cNvPr id="5" name="Group 129"/>
          <p:cNvGrpSpPr>
            <a:grpSpLocks noChangeAspect="1"/>
          </p:cNvGrpSpPr>
          <p:nvPr/>
        </p:nvGrpSpPr>
        <p:grpSpPr>
          <a:xfrm>
            <a:off x="3127181" y="3686526"/>
            <a:ext cx="860658" cy="861376"/>
            <a:chOff x="2779491" y="2517212"/>
            <a:chExt cx="648499" cy="649042"/>
          </a:xfrm>
        </p:grpSpPr>
        <p:sp>
          <p:nvSpPr>
            <p:cNvPr id="97" name="Oval 96"/>
            <p:cNvSpPr>
              <a:spLocks noChangeAspect="1"/>
            </p:cNvSpPr>
            <p:nvPr/>
          </p:nvSpPr>
          <p:spPr>
            <a:xfrm>
              <a:off x="2779491" y="2517212"/>
              <a:ext cx="648499" cy="649042"/>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bg1"/>
                </a:solidFill>
                <a:latin typeface="+mj-lt"/>
              </a:endParaRPr>
            </a:p>
          </p:txBody>
        </p:sp>
        <p:sp>
          <p:nvSpPr>
            <p:cNvPr id="111" name="Oval 110"/>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02</a:t>
              </a:r>
              <a:endParaRPr lang="en-US" sz="1600" b="1" dirty="0">
                <a:latin typeface="+mj-lt"/>
              </a:endParaRPr>
            </a:p>
          </p:txBody>
        </p:sp>
      </p:grpSp>
      <p:grpSp>
        <p:nvGrpSpPr>
          <p:cNvPr id="6" name="Group 130"/>
          <p:cNvGrpSpPr>
            <a:grpSpLocks noChangeAspect="1"/>
          </p:cNvGrpSpPr>
          <p:nvPr/>
        </p:nvGrpSpPr>
        <p:grpSpPr>
          <a:xfrm>
            <a:off x="5129078" y="3686526"/>
            <a:ext cx="860658" cy="861376"/>
            <a:chOff x="3287425" y="3613920"/>
            <a:chExt cx="648499" cy="649042"/>
          </a:xfrm>
        </p:grpSpPr>
        <p:sp>
          <p:nvSpPr>
            <p:cNvPr id="128" name="Oval 127"/>
            <p:cNvSpPr>
              <a:spLocks noChangeAspect="1"/>
            </p:cNvSpPr>
            <p:nvPr/>
          </p:nvSpPr>
          <p:spPr>
            <a:xfrm>
              <a:off x="3287425" y="3613920"/>
              <a:ext cx="648499" cy="649042"/>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bg1"/>
                </a:solidFill>
                <a:latin typeface="+mj-lt"/>
              </a:endParaRPr>
            </a:p>
          </p:txBody>
        </p:sp>
        <p:sp>
          <p:nvSpPr>
            <p:cNvPr id="129" name="Oval 128"/>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03</a:t>
              </a:r>
              <a:endParaRPr lang="en-US" sz="1600" b="1" dirty="0">
                <a:latin typeface="+mj-lt"/>
              </a:endParaRPr>
            </a:p>
          </p:txBody>
        </p:sp>
      </p:grpSp>
      <p:grpSp>
        <p:nvGrpSpPr>
          <p:cNvPr id="7" name="Group 133"/>
          <p:cNvGrpSpPr>
            <a:grpSpLocks noChangeAspect="1"/>
          </p:cNvGrpSpPr>
          <p:nvPr/>
        </p:nvGrpSpPr>
        <p:grpSpPr>
          <a:xfrm>
            <a:off x="7130976" y="3686520"/>
            <a:ext cx="860658" cy="861376"/>
            <a:chOff x="5249342" y="1406453"/>
            <a:chExt cx="648499" cy="649042"/>
          </a:xfrm>
        </p:grpSpPr>
        <p:sp>
          <p:nvSpPr>
            <p:cNvPr id="131" name="Oval 130"/>
            <p:cNvSpPr>
              <a:spLocks noChangeAspect="1"/>
            </p:cNvSpPr>
            <p:nvPr/>
          </p:nvSpPr>
          <p:spPr>
            <a:xfrm>
              <a:off x="5249342" y="1406453"/>
              <a:ext cx="648499" cy="649042"/>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1" dirty="0">
                <a:solidFill>
                  <a:schemeClr val="bg1"/>
                </a:solidFill>
                <a:latin typeface="+mj-lt"/>
              </a:endParaRPr>
            </a:p>
          </p:txBody>
        </p:sp>
        <p:sp>
          <p:nvSpPr>
            <p:cNvPr id="132" name="Oval 131"/>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04</a:t>
              </a:r>
              <a:endParaRPr lang="en-US" sz="1600" b="1" dirty="0">
                <a:latin typeface="+mj-lt"/>
              </a:endParaRPr>
            </a:p>
          </p:txBody>
        </p:sp>
      </p:grpSp>
      <p:sp>
        <p:nvSpPr>
          <p:cNvPr id="145" name="Freeform 187"/>
          <p:cNvSpPr>
            <a:spLocks noEditPoints="1"/>
          </p:cNvSpPr>
          <p:nvPr/>
        </p:nvSpPr>
        <p:spPr bwMode="auto">
          <a:xfrm>
            <a:off x="1224591" y="1802017"/>
            <a:ext cx="524596" cy="339024"/>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56"/>
          <p:cNvSpPr>
            <a:spLocks noEditPoints="1"/>
          </p:cNvSpPr>
          <p:nvPr/>
        </p:nvSpPr>
        <p:spPr bwMode="auto">
          <a:xfrm>
            <a:off x="5368355" y="1742367"/>
            <a:ext cx="382102" cy="38210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52"/>
          <p:cNvSpPr>
            <a:spLocks noEditPoints="1"/>
          </p:cNvSpPr>
          <p:nvPr/>
        </p:nvSpPr>
        <p:spPr bwMode="auto">
          <a:xfrm>
            <a:off x="7350209" y="1757501"/>
            <a:ext cx="422194" cy="39016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Text Placeholder 3"/>
          <p:cNvSpPr txBox="1">
            <a:spLocks/>
          </p:cNvSpPr>
          <p:nvPr/>
        </p:nvSpPr>
        <p:spPr>
          <a:xfrm>
            <a:off x="769939" y="2420882"/>
            <a:ext cx="157135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a:t>
            </a:r>
            <a:br>
              <a:rPr lang="en-US" sz="1000" dirty="0">
                <a:solidFill>
                  <a:schemeClr val="bg1"/>
                </a:solidFill>
              </a:rPr>
            </a:br>
            <a:r>
              <a:rPr lang="en-US" sz="1000" dirty="0">
                <a:solidFill>
                  <a:schemeClr val="bg1"/>
                </a:solidFill>
              </a:rPr>
              <a:t>available the</a:t>
            </a:r>
          </a:p>
        </p:txBody>
      </p:sp>
      <p:sp>
        <p:nvSpPr>
          <p:cNvPr id="32" name="Text Placeholder 3"/>
          <p:cNvSpPr txBox="1">
            <a:spLocks/>
          </p:cNvSpPr>
          <p:nvPr/>
        </p:nvSpPr>
        <p:spPr>
          <a:xfrm>
            <a:off x="2771834" y="2420882"/>
            <a:ext cx="157135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a:t>
            </a:r>
            <a:br>
              <a:rPr lang="en-US" sz="1000" dirty="0">
                <a:solidFill>
                  <a:schemeClr val="bg1"/>
                </a:solidFill>
              </a:rPr>
            </a:br>
            <a:r>
              <a:rPr lang="en-US" sz="1000" dirty="0">
                <a:solidFill>
                  <a:schemeClr val="bg1"/>
                </a:solidFill>
              </a:rPr>
              <a:t>available the</a:t>
            </a:r>
          </a:p>
        </p:txBody>
      </p:sp>
      <p:sp>
        <p:nvSpPr>
          <p:cNvPr id="146" name="Freeform 52"/>
          <p:cNvSpPr>
            <a:spLocks noEditPoints="1"/>
          </p:cNvSpPr>
          <p:nvPr/>
        </p:nvSpPr>
        <p:spPr bwMode="auto">
          <a:xfrm>
            <a:off x="3381216" y="1771885"/>
            <a:ext cx="352584" cy="352584"/>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ext Placeholder 3"/>
          <p:cNvSpPr txBox="1">
            <a:spLocks/>
          </p:cNvSpPr>
          <p:nvPr/>
        </p:nvSpPr>
        <p:spPr>
          <a:xfrm>
            <a:off x="4773733" y="2420882"/>
            <a:ext cx="157135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a:t>
            </a:r>
            <a:br>
              <a:rPr lang="en-US" sz="1000" dirty="0">
                <a:solidFill>
                  <a:schemeClr val="bg1"/>
                </a:solidFill>
              </a:rPr>
            </a:br>
            <a:r>
              <a:rPr lang="en-US" sz="1000" dirty="0">
                <a:solidFill>
                  <a:schemeClr val="bg1"/>
                </a:solidFill>
              </a:rPr>
              <a:t>available the</a:t>
            </a:r>
          </a:p>
        </p:txBody>
      </p:sp>
      <p:sp>
        <p:nvSpPr>
          <p:cNvPr id="39" name="Text Placeholder 3"/>
          <p:cNvSpPr txBox="1">
            <a:spLocks/>
          </p:cNvSpPr>
          <p:nvPr/>
        </p:nvSpPr>
        <p:spPr>
          <a:xfrm>
            <a:off x="6775631" y="2420882"/>
            <a:ext cx="1571350" cy="110799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 alteration in form There  many of variation of passages of Lorem</a:t>
            </a:r>
            <a:br>
              <a:rPr lang="en-US" sz="1000" dirty="0">
                <a:solidFill>
                  <a:schemeClr val="bg1"/>
                </a:solidFill>
              </a:rPr>
            </a:br>
            <a:r>
              <a:rPr lang="en-US" sz="1000" dirty="0">
                <a:solidFill>
                  <a:schemeClr val="bg1"/>
                </a:solidFill>
              </a:rPr>
              <a:t>available the</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ppt_x"/>
                                          </p:val>
                                        </p:tav>
                                        <p:tav tm="100000">
                                          <p:val>
                                            <p:strVal val="#ppt_x"/>
                                          </p:val>
                                        </p:tav>
                                      </p:tavLst>
                                    </p:anim>
                                    <p:anim calcmode="lin" valueType="num">
                                      <p:cBhvr additive="base">
                                        <p:cTn id="8" dur="500" fill="hold"/>
                                        <p:tgtEl>
                                          <p:spTgt spid="2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Effect transition="in" filter="fade">
                                      <p:cBhvr>
                                        <p:cTn id="14" dur="500"/>
                                        <p:tgtEl>
                                          <p:spTgt spid="3"/>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slide(fromLeft)">
                                      <p:cBhvr>
                                        <p:cTn id="18" dur="500"/>
                                        <p:tgtEl>
                                          <p:spTgt spid="30"/>
                                        </p:tgtEl>
                                      </p:cBhvr>
                                    </p:animEffect>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145"/>
                                        </p:tgtEl>
                                        <p:attrNameLst>
                                          <p:attrName>style.visibility</p:attrName>
                                        </p:attrNameLst>
                                      </p:cBhvr>
                                      <p:to>
                                        <p:strVal val="visible"/>
                                      </p:to>
                                    </p:set>
                                    <p:anim calcmode="lin" valueType="num">
                                      <p:cBhvr>
                                        <p:cTn id="22" dur="500" fill="hold"/>
                                        <p:tgtEl>
                                          <p:spTgt spid="145"/>
                                        </p:tgtEl>
                                        <p:attrNameLst>
                                          <p:attrName>ppt_w</p:attrName>
                                        </p:attrNameLst>
                                      </p:cBhvr>
                                      <p:tavLst>
                                        <p:tav tm="0">
                                          <p:val>
                                            <p:fltVal val="0"/>
                                          </p:val>
                                        </p:tav>
                                        <p:tav tm="100000">
                                          <p:val>
                                            <p:strVal val="#ppt_w"/>
                                          </p:val>
                                        </p:tav>
                                      </p:tavLst>
                                    </p:anim>
                                    <p:anim calcmode="lin" valueType="num">
                                      <p:cBhvr>
                                        <p:cTn id="23" dur="500" fill="hold"/>
                                        <p:tgtEl>
                                          <p:spTgt spid="145"/>
                                        </p:tgtEl>
                                        <p:attrNameLst>
                                          <p:attrName>ppt_h</p:attrName>
                                        </p:attrNameLst>
                                      </p:cBhvr>
                                      <p:tavLst>
                                        <p:tav tm="0">
                                          <p:val>
                                            <p:fltVal val="0"/>
                                          </p:val>
                                        </p:tav>
                                        <p:tav tm="100000">
                                          <p:val>
                                            <p:strVal val="#ppt_h"/>
                                          </p:val>
                                        </p:tav>
                                      </p:tavLst>
                                    </p:anim>
                                    <p:animEffect transition="in" filter="fade">
                                      <p:cBhvr>
                                        <p:cTn id="24" dur="500"/>
                                        <p:tgtEl>
                                          <p:spTgt spid="145"/>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down)">
                                      <p:cBhvr>
                                        <p:cTn id="27" dur="500"/>
                                        <p:tgtEl>
                                          <p:spTgt spid="26"/>
                                        </p:tgtEl>
                                      </p:cBhvr>
                                    </p:animEffect>
                                  </p:childTnLst>
                                </p:cTn>
                              </p:par>
                            </p:childTnLst>
                          </p:cTn>
                        </p:par>
                        <p:par>
                          <p:cTn id="28" fill="hold">
                            <p:stCondLst>
                              <p:cond delay="2000"/>
                            </p:stCondLst>
                            <p:childTnLst>
                              <p:par>
                                <p:cTn id="29" presetID="2" presetClass="entr" presetSubtype="4" accel="50000" decel="50000" fill="hold" grpId="0" nodeType="afterEffect">
                                  <p:stCondLst>
                                    <p:cond delay="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500" fill="hold"/>
                                        <p:tgtEl>
                                          <p:spTgt spid="48"/>
                                        </p:tgtEl>
                                        <p:attrNameLst>
                                          <p:attrName>ppt_x</p:attrName>
                                        </p:attrNameLst>
                                      </p:cBhvr>
                                      <p:tavLst>
                                        <p:tav tm="0">
                                          <p:val>
                                            <p:strVal val="#ppt_x"/>
                                          </p:val>
                                        </p:tav>
                                        <p:tav tm="100000">
                                          <p:val>
                                            <p:strVal val="#ppt_x"/>
                                          </p:val>
                                        </p:tav>
                                      </p:tavLst>
                                    </p:anim>
                                    <p:anim calcmode="lin" valueType="num">
                                      <p:cBhvr additive="base">
                                        <p:cTn id="32" dur="500" fill="hold"/>
                                        <p:tgtEl>
                                          <p:spTgt spid="48"/>
                                        </p:tgtEl>
                                        <p:attrNameLst>
                                          <p:attrName>ppt_y</p:attrName>
                                        </p:attrNameLst>
                                      </p:cBhvr>
                                      <p:tavLst>
                                        <p:tav tm="0">
                                          <p:val>
                                            <p:strVal val="1+#ppt_h/2"/>
                                          </p:val>
                                        </p:tav>
                                        <p:tav tm="100000">
                                          <p:val>
                                            <p:strVal val="#ppt_y"/>
                                          </p:val>
                                        </p:tav>
                                      </p:tavLst>
                                    </p:anim>
                                  </p:childTnLst>
                                </p:cTn>
                              </p:par>
                            </p:childTnLst>
                          </p:cTn>
                        </p:par>
                        <p:par>
                          <p:cTn id="33" fill="hold">
                            <p:stCondLst>
                              <p:cond delay="2500"/>
                            </p:stCondLst>
                            <p:childTnLst>
                              <p:par>
                                <p:cTn id="34" presetID="53" presetClass="entr" presetSubtype="0" fill="hold" nodeType="afterEffect">
                                  <p:stCondLst>
                                    <p:cond delay="0"/>
                                  </p:stCondLst>
                                  <p:childTnLst>
                                    <p:set>
                                      <p:cBhvr>
                                        <p:cTn id="35" dur="1" fill="hold">
                                          <p:stCondLst>
                                            <p:cond delay="0"/>
                                          </p:stCondLst>
                                        </p:cTn>
                                        <p:tgtEl>
                                          <p:spTgt spid="5"/>
                                        </p:tgtEl>
                                        <p:attrNameLst>
                                          <p:attrName>style.visibility</p:attrName>
                                        </p:attrNameLst>
                                      </p:cBhvr>
                                      <p:to>
                                        <p:strVal val="visible"/>
                                      </p:to>
                                    </p:set>
                                    <p:anim calcmode="lin" valueType="num">
                                      <p:cBhvr>
                                        <p:cTn id="36" dur="500" fill="hold"/>
                                        <p:tgtEl>
                                          <p:spTgt spid="5"/>
                                        </p:tgtEl>
                                        <p:attrNameLst>
                                          <p:attrName>ppt_w</p:attrName>
                                        </p:attrNameLst>
                                      </p:cBhvr>
                                      <p:tavLst>
                                        <p:tav tm="0">
                                          <p:val>
                                            <p:fltVal val="0"/>
                                          </p:val>
                                        </p:tav>
                                        <p:tav tm="100000">
                                          <p:val>
                                            <p:strVal val="#ppt_w"/>
                                          </p:val>
                                        </p:tav>
                                      </p:tavLst>
                                    </p:anim>
                                    <p:anim calcmode="lin" valueType="num">
                                      <p:cBhvr>
                                        <p:cTn id="37" dur="500" fill="hold"/>
                                        <p:tgtEl>
                                          <p:spTgt spid="5"/>
                                        </p:tgtEl>
                                        <p:attrNameLst>
                                          <p:attrName>ppt_h</p:attrName>
                                        </p:attrNameLst>
                                      </p:cBhvr>
                                      <p:tavLst>
                                        <p:tav tm="0">
                                          <p:val>
                                            <p:fltVal val="0"/>
                                          </p:val>
                                        </p:tav>
                                        <p:tav tm="100000">
                                          <p:val>
                                            <p:strVal val="#ppt_h"/>
                                          </p:val>
                                        </p:tav>
                                      </p:tavLst>
                                    </p:anim>
                                    <p:animEffect transition="in" filter="fade">
                                      <p:cBhvr>
                                        <p:cTn id="38" dur="500"/>
                                        <p:tgtEl>
                                          <p:spTgt spid="5"/>
                                        </p:tgtEl>
                                      </p:cBhvr>
                                    </p:animEffect>
                                  </p:childTnLst>
                                </p:cTn>
                              </p:par>
                            </p:childTnLst>
                          </p:cTn>
                        </p:par>
                        <p:par>
                          <p:cTn id="39" fill="hold">
                            <p:stCondLst>
                              <p:cond delay="3000"/>
                            </p:stCondLst>
                            <p:childTnLst>
                              <p:par>
                                <p:cTn id="40" presetID="12" presetClass="entr" presetSubtype="8" fill="hold" grpId="0" nodeType="afterEffect">
                                  <p:stCondLst>
                                    <p:cond delay="0"/>
                                  </p:stCondLst>
                                  <p:childTnLst>
                                    <p:set>
                                      <p:cBhvr>
                                        <p:cTn id="41" dur="1" fill="hold">
                                          <p:stCondLst>
                                            <p:cond delay="0"/>
                                          </p:stCondLst>
                                        </p:cTn>
                                        <p:tgtEl>
                                          <p:spTgt spid="33"/>
                                        </p:tgtEl>
                                        <p:attrNameLst>
                                          <p:attrName>style.visibility</p:attrName>
                                        </p:attrNameLst>
                                      </p:cBhvr>
                                      <p:to>
                                        <p:strVal val="visible"/>
                                      </p:to>
                                    </p:set>
                                    <p:animEffect transition="in" filter="slide(fromLeft)">
                                      <p:cBhvr>
                                        <p:cTn id="42" dur="500"/>
                                        <p:tgtEl>
                                          <p:spTgt spid="33"/>
                                        </p:tgtEl>
                                      </p:cBhvr>
                                    </p:animEffect>
                                  </p:childTnLst>
                                </p:cTn>
                              </p:par>
                            </p:childTnLst>
                          </p:cTn>
                        </p:par>
                        <p:par>
                          <p:cTn id="43" fill="hold">
                            <p:stCondLst>
                              <p:cond delay="3500"/>
                            </p:stCondLst>
                            <p:childTnLst>
                              <p:par>
                                <p:cTn id="44" presetID="53" presetClass="entr" presetSubtype="0" fill="hold" grpId="0" nodeType="afterEffect">
                                  <p:stCondLst>
                                    <p:cond delay="0"/>
                                  </p:stCondLst>
                                  <p:childTnLst>
                                    <p:set>
                                      <p:cBhvr>
                                        <p:cTn id="45" dur="1" fill="hold">
                                          <p:stCondLst>
                                            <p:cond delay="0"/>
                                          </p:stCondLst>
                                        </p:cTn>
                                        <p:tgtEl>
                                          <p:spTgt spid="146"/>
                                        </p:tgtEl>
                                        <p:attrNameLst>
                                          <p:attrName>style.visibility</p:attrName>
                                        </p:attrNameLst>
                                      </p:cBhvr>
                                      <p:to>
                                        <p:strVal val="visible"/>
                                      </p:to>
                                    </p:set>
                                    <p:anim calcmode="lin" valueType="num">
                                      <p:cBhvr>
                                        <p:cTn id="46" dur="500" fill="hold"/>
                                        <p:tgtEl>
                                          <p:spTgt spid="146"/>
                                        </p:tgtEl>
                                        <p:attrNameLst>
                                          <p:attrName>ppt_w</p:attrName>
                                        </p:attrNameLst>
                                      </p:cBhvr>
                                      <p:tavLst>
                                        <p:tav tm="0">
                                          <p:val>
                                            <p:fltVal val="0"/>
                                          </p:val>
                                        </p:tav>
                                        <p:tav tm="100000">
                                          <p:val>
                                            <p:strVal val="#ppt_w"/>
                                          </p:val>
                                        </p:tav>
                                      </p:tavLst>
                                    </p:anim>
                                    <p:anim calcmode="lin" valueType="num">
                                      <p:cBhvr>
                                        <p:cTn id="47" dur="500" fill="hold"/>
                                        <p:tgtEl>
                                          <p:spTgt spid="146"/>
                                        </p:tgtEl>
                                        <p:attrNameLst>
                                          <p:attrName>ppt_h</p:attrName>
                                        </p:attrNameLst>
                                      </p:cBhvr>
                                      <p:tavLst>
                                        <p:tav tm="0">
                                          <p:val>
                                            <p:fltVal val="0"/>
                                          </p:val>
                                        </p:tav>
                                        <p:tav tm="100000">
                                          <p:val>
                                            <p:strVal val="#ppt_h"/>
                                          </p:val>
                                        </p:tav>
                                      </p:tavLst>
                                    </p:anim>
                                    <p:animEffect transition="in" filter="fade">
                                      <p:cBhvr>
                                        <p:cTn id="48" dur="500"/>
                                        <p:tgtEl>
                                          <p:spTgt spid="146"/>
                                        </p:tgtEl>
                                      </p:cBhvr>
                                    </p:animEffect>
                                  </p:childTnLst>
                                </p:cTn>
                              </p:par>
                              <p:par>
                                <p:cTn id="49" presetID="22" presetClass="entr" presetSubtype="4" fill="hold" grpId="0" nodeType="withEffect">
                                  <p:stCondLst>
                                    <p:cond delay="0"/>
                                  </p:stCondLst>
                                  <p:childTnLst>
                                    <p:set>
                                      <p:cBhvr>
                                        <p:cTn id="50" dur="1" fill="hold">
                                          <p:stCondLst>
                                            <p:cond delay="0"/>
                                          </p:stCondLst>
                                        </p:cTn>
                                        <p:tgtEl>
                                          <p:spTgt spid="32"/>
                                        </p:tgtEl>
                                        <p:attrNameLst>
                                          <p:attrName>style.visibility</p:attrName>
                                        </p:attrNameLst>
                                      </p:cBhvr>
                                      <p:to>
                                        <p:strVal val="visible"/>
                                      </p:to>
                                    </p:set>
                                    <p:animEffect transition="in" filter="wipe(down)">
                                      <p:cBhvr>
                                        <p:cTn id="51" dur="500"/>
                                        <p:tgtEl>
                                          <p:spTgt spid="32"/>
                                        </p:tgtEl>
                                      </p:cBhvr>
                                    </p:animEffect>
                                  </p:childTnLst>
                                </p:cTn>
                              </p:par>
                            </p:childTnLst>
                          </p:cTn>
                        </p:par>
                        <p:par>
                          <p:cTn id="52" fill="hold">
                            <p:stCondLst>
                              <p:cond delay="4000"/>
                            </p:stCondLst>
                            <p:childTnLst>
                              <p:par>
                                <p:cTn id="53" presetID="2" presetClass="entr" presetSubtype="4" accel="50000" decel="50000" fill="hold" grpId="0" nodeType="afterEffect">
                                  <p:stCondLst>
                                    <p:cond delay="0"/>
                                  </p:stCondLst>
                                  <p:childTnLst>
                                    <p:set>
                                      <p:cBhvr>
                                        <p:cTn id="54" dur="1" fill="hold">
                                          <p:stCondLst>
                                            <p:cond delay="0"/>
                                          </p:stCondLst>
                                        </p:cTn>
                                        <p:tgtEl>
                                          <p:spTgt spid="50"/>
                                        </p:tgtEl>
                                        <p:attrNameLst>
                                          <p:attrName>style.visibility</p:attrName>
                                        </p:attrNameLst>
                                      </p:cBhvr>
                                      <p:to>
                                        <p:strVal val="visible"/>
                                      </p:to>
                                    </p:set>
                                    <p:anim calcmode="lin" valueType="num">
                                      <p:cBhvr additive="base">
                                        <p:cTn id="55" dur="500" fill="hold"/>
                                        <p:tgtEl>
                                          <p:spTgt spid="50"/>
                                        </p:tgtEl>
                                        <p:attrNameLst>
                                          <p:attrName>ppt_x</p:attrName>
                                        </p:attrNameLst>
                                      </p:cBhvr>
                                      <p:tavLst>
                                        <p:tav tm="0">
                                          <p:val>
                                            <p:strVal val="#ppt_x"/>
                                          </p:val>
                                        </p:tav>
                                        <p:tav tm="100000">
                                          <p:val>
                                            <p:strVal val="#ppt_x"/>
                                          </p:val>
                                        </p:tav>
                                      </p:tavLst>
                                    </p:anim>
                                    <p:anim calcmode="lin" valueType="num">
                                      <p:cBhvr additive="base">
                                        <p:cTn id="56" dur="500" fill="hold"/>
                                        <p:tgtEl>
                                          <p:spTgt spid="50"/>
                                        </p:tgtEl>
                                        <p:attrNameLst>
                                          <p:attrName>ppt_y</p:attrName>
                                        </p:attrNameLst>
                                      </p:cBhvr>
                                      <p:tavLst>
                                        <p:tav tm="0">
                                          <p:val>
                                            <p:strVal val="1+#ppt_h/2"/>
                                          </p:val>
                                        </p:tav>
                                        <p:tav tm="100000">
                                          <p:val>
                                            <p:strVal val="#ppt_y"/>
                                          </p:val>
                                        </p:tav>
                                      </p:tavLst>
                                    </p:anim>
                                  </p:childTnLst>
                                </p:cTn>
                              </p:par>
                            </p:childTnLst>
                          </p:cTn>
                        </p:par>
                        <p:par>
                          <p:cTn id="57" fill="hold">
                            <p:stCondLst>
                              <p:cond delay="4500"/>
                            </p:stCondLst>
                            <p:childTnLst>
                              <p:par>
                                <p:cTn id="58" presetID="53" presetClass="entr" presetSubtype="0" fill="hold" nodeType="afterEffect">
                                  <p:stCondLst>
                                    <p:cond delay="0"/>
                                  </p:stCondLst>
                                  <p:childTnLst>
                                    <p:set>
                                      <p:cBhvr>
                                        <p:cTn id="59" dur="1" fill="hold">
                                          <p:stCondLst>
                                            <p:cond delay="0"/>
                                          </p:stCondLst>
                                        </p:cTn>
                                        <p:tgtEl>
                                          <p:spTgt spid="6"/>
                                        </p:tgtEl>
                                        <p:attrNameLst>
                                          <p:attrName>style.visibility</p:attrName>
                                        </p:attrNameLst>
                                      </p:cBhvr>
                                      <p:to>
                                        <p:strVal val="visible"/>
                                      </p:to>
                                    </p:set>
                                    <p:anim calcmode="lin" valueType="num">
                                      <p:cBhvr>
                                        <p:cTn id="60" dur="500" fill="hold"/>
                                        <p:tgtEl>
                                          <p:spTgt spid="6"/>
                                        </p:tgtEl>
                                        <p:attrNameLst>
                                          <p:attrName>ppt_w</p:attrName>
                                        </p:attrNameLst>
                                      </p:cBhvr>
                                      <p:tavLst>
                                        <p:tav tm="0">
                                          <p:val>
                                            <p:fltVal val="0"/>
                                          </p:val>
                                        </p:tav>
                                        <p:tav tm="100000">
                                          <p:val>
                                            <p:strVal val="#ppt_w"/>
                                          </p:val>
                                        </p:tav>
                                      </p:tavLst>
                                    </p:anim>
                                    <p:anim calcmode="lin" valueType="num">
                                      <p:cBhvr>
                                        <p:cTn id="61" dur="500" fill="hold"/>
                                        <p:tgtEl>
                                          <p:spTgt spid="6"/>
                                        </p:tgtEl>
                                        <p:attrNameLst>
                                          <p:attrName>ppt_h</p:attrName>
                                        </p:attrNameLst>
                                      </p:cBhvr>
                                      <p:tavLst>
                                        <p:tav tm="0">
                                          <p:val>
                                            <p:fltVal val="0"/>
                                          </p:val>
                                        </p:tav>
                                        <p:tav tm="100000">
                                          <p:val>
                                            <p:strVal val="#ppt_h"/>
                                          </p:val>
                                        </p:tav>
                                      </p:tavLst>
                                    </p:anim>
                                    <p:animEffect transition="in" filter="fade">
                                      <p:cBhvr>
                                        <p:cTn id="62" dur="500"/>
                                        <p:tgtEl>
                                          <p:spTgt spid="6"/>
                                        </p:tgtEl>
                                      </p:cBhvr>
                                    </p:animEffect>
                                  </p:childTnLst>
                                </p:cTn>
                              </p:par>
                            </p:childTnLst>
                          </p:cTn>
                        </p:par>
                        <p:par>
                          <p:cTn id="63" fill="hold">
                            <p:stCondLst>
                              <p:cond delay="5000"/>
                            </p:stCondLst>
                            <p:childTnLst>
                              <p:par>
                                <p:cTn id="64" presetID="12" presetClass="entr" presetSubtype="8" fill="hold" grpId="0" nodeType="afterEffect">
                                  <p:stCondLst>
                                    <p:cond delay="0"/>
                                  </p:stCondLst>
                                  <p:childTnLst>
                                    <p:set>
                                      <p:cBhvr>
                                        <p:cTn id="65" dur="1" fill="hold">
                                          <p:stCondLst>
                                            <p:cond delay="0"/>
                                          </p:stCondLst>
                                        </p:cTn>
                                        <p:tgtEl>
                                          <p:spTgt spid="34"/>
                                        </p:tgtEl>
                                        <p:attrNameLst>
                                          <p:attrName>style.visibility</p:attrName>
                                        </p:attrNameLst>
                                      </p:cBhvr>
                                      <p:to>
                                        <p:strVal val="visible"/>
                                      </p:to>
                                    </p:set>
                                    <p:animEffect transition="in" filter="slide(fromLeft)">
                                      <p:cBhvr>
                                        <p:cTn id="66" dur="500"/>
                                        <p:tgtEl>
                                          <p:spTgt spid="34"/>
                                        </p:tgtEl>
                                      </p:cBhvr>
                                    </p:animEffect>
                                  </p:childTnLst>
                                </p:cTn>
                              </p:par>
                            </p:childTnLst>
                          </p:cTn>
                        </p:par>
                        <p:par>
                          <p:cTn id="67" fill="hold">
                            <p:stCondLst>
                              <p:cond delay="5500"/>
                            </p:stCondLst>
                            <p:childTnLst>
                              <p:par>
                                <p:cTn id="68" presetID="53" presetClass="entr" presetSubtype="0" fill="hold" grpId="0" nodeType="afterEffect">
                                  <p:stCondLst>
                                    <p:cond delay="0"/>
                                  </p:stCondLst>
                                  <p:childTnLst>
                                    <p:set>
                                      <p:cBhvr>
                                        <p:cTn id="69" dur="1" fill="hold">
                                          <p:stCondLst>
                                            <p:cond delay="0"/>
                                          </p:stCondLst>
                                        </p:cTn>
                                        <p:tgtEl>
                                          <p:spTgt spid="147"/>
                                        </p:tgtEl>
                                        <p:attrNameLst>
                                          <p:attrName>style.visibility</p:attrName>
                                        </p:attrNameLst>
                                      </p:cBhvr>
                                      <p:to>
                                        <p:strVal val="visible"/>
                                      </p:to>
                                    </p:set>
                                    <p:anim calcmode="lin" valueType="num">
                                      <p:cBhvr>
                                        <p:cTn id="70" dur="500" fill="hold"/>
                                        <p:tgtEl>
                                          <p:spTgt spid="147"/>
                                        </p:tgtEl>
                                        <p:attrNameLst>
                                          <p:attrName>ppt_w</p:attrName>
                                        </p:attrNameLst>
                                      </p:cBhvr>
                                      <p:tavLst>
                                        <p:tav tm="0">
                                          <p:val>
                                            <p:fltVal val="0"/>
                                          </p:val>
                                        </p:tav>
                                        <p:tav tm="100000">
                                          <p:val>
                                            <p:strVal val="#ppt_w"/>
                                          </p:val>
                                        </p:tav>
                                      </p:tavLst>
                                    </p:anim>
                                    <p:anim calcmode="lin" valueType="num">
                                      <p:cBhvr>
                                        <p:cTn id="71" dur="500" fill="hold"/>
                                        <p:tgtEl>
                                          <p:spTgt spid="147"/>
                                        </p:tgtEl>
                                        <p:attrNameLst>
                                          <p:attrName>ppt_h</p:attrName>
                                        </p:attrNameLst>
                                      </p:cBhvr>
                                      <p:tavLst>
                                        <p:tav tm="0">
                                          <p:val>
                                            <p:fltVal val="0"/>
                                          </p:val>
                                        </p:tav>
                                        <p:tav tm="100000">
                                          <p:val>
                                            <p:strVal val="#ppt_h"/>
                                          </p:val>
                                        </p:tav>
                                      </p:tavLst>
                                    </p:anim>
                                    <p:animEffect transition="in" filter="fade">
                                      <p:cBhvr>
                                        <p:cTn id="72" dur="500"/>
                                        <p:tgtEl>
                                          <p:spTgt spid="147"/>
                                        </p:tgtEl>
                                      </p:cBhvr>
                                    </p:animEffect>
                                  </p:childTnLst>
                                </p:cTn>
                              </p:par>
                              <p:par>
                                <p:cTn id="73" presetID="22" presetClass="entr" presetSubtype="4"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Effect transition="in" filter="wipe(down)">
                                      <p:cBhvr>
                                        <p:cTn id="75" dur="500"/>
                                        <p:tgtEl>
                                          <p:spTgt spid="37"/>
                                        </p:tgtEl>
                                      </p:cBhvr>
                                    </p:animEffect>
                                  </p:childTnLst>
                                </p:cTn>
                              </p:par>
                            </p:childTnLst>
                          </p:cTn>
                        </p:par>
                        <p:par>
                          <p:cTn id="76" fill="hold">
                            <p:stCondLst>
                              <p:cond delay="6000"/>
                            </p:stCondLst>
                            <p:childTnLst>
                              <p:par>
                                <p:cTn id="77" presetID="2" presetClass="entr" presetSubtype="4" accel="50000" decel="50000" fill="hold" grpId="0" nodeType="afterEffect">
                                  <p:stCondLst>
                                    <p:cond delay="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500" fill="hold"/>
                                        <p:tgtEl>
                                          <p:spTgt spid="51"/>
                                        </p:tgtEl>
                                        <p:attrNameLst>
                                          <p:attrName>ppt_x</p:attrName>
                                        </p:attrNameLst>
                                      </p:cBhvr>
                                      <p:tavLst>
                                        <p:tav tm="0">
                                          <p:val>
                                            <p:strVal val="#ppt_x"/>
                                          </p:val>
                                        </p:tav>
                                        <p:tav tm="100000">
                                          <p:val>
                                            <p:strVal val="#ppt_x"/>
                                          </p:val>
                                        </p:tav>
                                      </p:tavLst>
                                    </p:anim>
                                    <p:anim calcmode="lin" valueType="num">
                                      <p:cBhvr additive="base">
                                        <p:cTn id="80" dur="500" fill="hold"/>
                                        <p:tgtEl>
                                          <p:spTgt spid="51"/>
                                        </p:tgtEl>
                                        <p:attrNameLst>
                                          <p:attrName>ppt_y</p:attrName>
                                        </p:attrNameLst>
                                      </p:cBhvr>
                                      <p:tavLst>
                                        <p:tav tm="0">
                                          <p:val>
                                            <p:strVal val="1+#ppt_h/2"/>
                                          </p:val>
                                        </p:tav>
                                        <p:tav tm="100000">
                                          <p:val>
                                            <p:strVal val="#ppt_y"/>
                                          </p:val>
                                        </p:tav>
                                      </p:tavLst>
                                    </p:anim>
                                  </p:childTnLst>
                                </p:cTn>
                              </p:par>
                            </p:childTnLst>
                          </p:cTn>
                        </p:par>
                        <p:par>
                          <p:cTn id="81" fill="hold">
                            <p:stCondLst>
                              <p:cond delay="6500"/>
                            </p:stCondLst>
                            <p:childTnLst>
                              <p:par>
                                <p:cTn id="82" presetID="53" presetClass="entr" presetSubtype="0" fill="hold" nodeType="after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p:cTn id="84" dur="500" fill="hold"/>
                                        <p:tgtEl>
                                          <p:spTgt spid="7"/>
                                        </p:tgtEl>
                                        <p:attrNameLst>
                                          <p:attrName>ppt_w</p:attrName>
                                        </p:attrNameLst>
                                      </p:cBhvr>
                                      <p:tavLst>
                                        <p:tav tm="0">
                                          <p:val>
                                            <p:fltVal val="0"/>
                                          </p:val>
                                        </p:tav>
                                        <p:tav tm="100000">
                                          <p:val>
                                            <p:strVal val="#ppt_w"/>
                                          </p:val>
                                        </p:tav>
                                      </p:tavLst>
                                    </p:anim>
                                    <p:anim calcmode="lin" valueType="num">
                                      <p:cBhvr>
                                        <p:cTn id="85" dur="500" fill="hold"/>
                                        <p:tgtEl>
                                          <p:spTgt spid="7"/>
                                        </p:tgtEl>
                                        <p:attrNameLst>
                                          <p:attrName>ppt_h</p:attrName>
                                        </p:attrNameLst>
                                      </p:cBhvr>
                                      <p:tavLst>
                                        <p:tav tm="0">
                                          <p:val>
                                            <p:fltVal val="0"/>
                                          </p:val>
                                        </p:tav>
                                        <p:tav tm="100000">
                                          <p:val>
                                            <p:strVal val="#ppt_h"/>
                                          </p:val>
                                        </p:tav>
                                      </p:tavLst>
                                    </p:anim>
                                    <p:animEffect transition="in" filter="fade">
                                      <p:cBhvr>
                                        <p:cTn id="86" dur="500"/>
                                        <p:tgtEl>
                                          <p:spTgt spid="7"/>
                                        </p:tgtEl>
                                      </p:cBhvr>
                                    </p:animEffect>
                                  </p:childTnLst>
                                </p:cTn>
                              </p:par>
                            </p:childTnLst>
                          </p:cTn>
                        </p:par>
                        <p:par>
                          <p:cTn id="87" fill="hold">
                            <p:stCondLst>
                              <p:cond delay="7000"/>
                            </p:stCondLst>
                            <p:childTnLst>
                              <p:par>
                                <p:cTn id="88" presetID="12" presetClass="entr" presetSubtype="8" fill="hold" grpId="0" nodeType="afterEffect">
                                  <p:stCondLst>
                                    <p:cond delay="0"/>
                                  </p:stCondLst>
                                  <p:childTnLst>
                                    <p:set>
                                      <p:cBhvr>
                                        <p:cTn id="89" dur="1" fill="hold">
                                          <p:stCondLst>
                                            <p:cond delay="0"/>
                                          </p:stCondLst>
                                        </p:cTn>
                                        <p:tgtEl>
                                          <p:spTgt spid="36"/>
                                        </p:tgtEl>
                                        <p:attrNameLst>
                                          <p:attrName>style.visibility</p:attrName>
                                        </p:attrNameLst>
                                      </p:cBhvr>
                                      <p:to>
                                        <p:strVal val="visible"/>
                                      </p:to>
                                    </p:set>
                                    <p:animEffect transition="in" filter="slide(fromLeft)">
                                      <p:cBhvr>
                                        <p:cTn id="90" dur="500"/>
                                        <p:tgtEl>
                                          <p:spTgt spid="36"/>
                                        </p:tgtEl>
                                      </p:cBhvr>
                                    </p:animEffect>
                                  </p:childTnLst>
                                </p:cTn>
                              </p:par>
                            </p:childTnLst>
                          </p:cTn>
                        </p:par>
                        <p:par>
                          <p:cTn id="91" fill="hold">
                            <p:stCondLst>
                              <p:cond delay="7500"/>
                            </p:stCondLst>
                            <p:childTnLst>
                              <p:par>
                                <p:cTn id="92" presetID="53" presetClass="entr" presetSubtype="0" fill="hold" grpId="0" nodeType="afterEffect">
                                  <p:stCondLst>
                                    <p:cond delay="0"/>
                                  </p:stCondLst>
                                  <p:childTnLst>
                                    <p:set>
                                      <p:cBhvr>
                                        <p:cTn id="93" dur="1" fill="hold">
                                          <p:stCondLst>
                                            <p:cond delay="0"/>
                                          </p:stCondLst>
                                        </p:cTn>
                                        <p:tgtEl>
                                          <p:spTgt spid="148"/>
                                        </p:tgtEl>
                                        <p:attrNameLst>
                                          <p:attrName>style.visibility</p:attrName>
                                        </p:attrNameLst>
                                      </p:cBhvr>
                                      <p:to>
                                        <p:strVal val="visible"/>
                                      </p:to>
                                    </p:set>
                                    <p:anim calcmode="lin" valueType="num">
                                      <p:cBhvr>
                                        <p:cTn id="94" dur="500" fill="hold"/>
                                        <p:tgtEl>
                                          <p:spTgt spid="148"/>
                                        </p:tgtEl>
                                        <p:attrNameLst>
                                          <p:attrName>ppt_w</p:attrName>
                                        </p:attrNameLst>
                                      </p:cBhvr>
                                      <p:tavLst>
                                        <p:tav tm="0">
                                          <p:val>
                                            <p:fltVal val="0"/>
                                          </p:val>
                                        </p:tav>
                                        <p:tav tm="100000">
                                          <p:val>
                                            <p:strVal val="#ppt_w"/>
                                          </p:val>
                                        </p:tav>
                                      </p:tavLst>
                                    </p:anim>
                                    <p:anim calcmode="lin" valueType="num">
                                      <p:cBhvr>
                                        <p:cTn id="95" dur="500" fill="hold"/>
                                        <p:tgtEl>
                                          <p:spTgt spid="148"/>
                                        </p:tgtEl>
                                        <p:attrNameLst>
                                          <p:attrName>ppt_h</p:attrName>
                                        </p:attrNameLst>
                                      </p:cBhvr>
                                      <p:tavLst>
                                        <p:tav tm="0">
                                          <p:val>
                                            <p:fltVal val="0"/>
                                          </p:val>
                                        </p:tav>
                                        <p:tav tm="100000">
                                          <p:val>
                                            <p:strVal val="#ppt_h"/>
                                          </p:val>
                                        </p:tav>
                                      </p:tavLst>
                                    </p:anim>
                                    <p:animEffect transition="in" filter="fade">
                                      <p:cBhvr>
                                        <p:cTn id="96" dur="500"/>
                                        <p:tgtEl>
                                          <p:spTgt spid="148"/>
                                        </p:tgtEl>
                                      </p:cBhvr>
                                    </p:animEffect>
                                  </p:childTnLst>
                                </p:cTn>
                              </p:par>
                              <p:par>
                                <p:cTn id="97" presetID="22" presetClass="entr" presetSubtype="4" fill="hold" grpId="0" nodeType="withEffect">
                                  <p:stCondLst>
                                    <p:cond delay="0"/>
                                  </p:stCondLst>
                                  <p:childTnLst>
                                    <p:set>
                                      <p:cBhvr>
                                        <p:cTn id="98" dur="1" fill="hold">
                                          <p:stCondLst>
                                            <p:cond delay="0"/>
                                          </p:stCondLst>
                                        </p:cTn>
                                        <p:tgtEl>
                                          <p:spTgt spid="39"/>
                                        </p:tgtEl>
                                        <p:attrNameLst>
                                          <p:attrName>style.visibility</p:attrName>
                                        </p:attrNameLst>
                                      </p:cBhvr>
                                      <p:to>
                                        <p:strVal val="visible"/>
                                      </p:to>
                                    </p:set>
                                    <p:animEffect transition="in" filter="wipe(down)">
                                      <p:cBhvr>
                                        <p:cTn id="99"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48" grpId="0" animBg="1"/>
      <p:bldP spid="33" grpId="0" animBg="1"/>
      <p:bldP spid="34" grpId="0" animBg="1"/>
      <p:bldP spid="36" grpId="0" animBg="1"/>
      <p:bldP spid="25" grpId="0" animBg="1"/>
      <p:bldP spid="30" grpId="0" animBg="1"/>
      <p:bldP spid="145" grpId="0" animBg="1"/>
      <p:bldP spid="147" grpId="0" animBg="1"/>
      <p:bldP spid="148" grpId="0" animBg="1"/>
      <p:bldP spid="26" grpId="0"/>
      <p:bldP spid="32" grpId="0"/>
      <p:bldP spid="146" grpId="0" animBg="1"/>
      <p:bldP spid="37" grpId="0"/>
      <p:bldP spid="39"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2" name="Slide Number Placeholder 1"/>
          <p:cNvSpPr>
            <a:spLocks noGrp="1"/>
          </p:cNvSpPr>
          <p:nvPr>
            <p:ph type="sldNum" sz="quarter" idx="12"/>
          </p:nvPr>
        </p:nvSpPr>
        <p:spPr/>
        <p:txBody>
          <a:bodyPr/>
          <a:lstStyle/>
          <a:p>
            <a:fld id="{C136B7D2-B98C-44FD-8D04-7EC62A564975}" type="slidenum">
              <a:rPr lang="en-US" smtClean="0"/>
              <a:pPr/>
              <a:t>180</a:t>
            </a:fld>
            <a:endParaRPr lang="en-US" dirty="0"/>
          </a:p>
        </p:txBody>
      </p:sp>
      <p:grpSp>
        <p:nvGrpSpPr>
          <p:cNvPr id="5" name="Group 83"/>
          <p:cNvGrpSpPr/>
          <p:nvPr/>
        </p:nvGrpSpPr>
        <p:grpSpPr>
          <a:xfrm>
            <a:off x="0" y="1167550"/>
            <a:ext cx="4952999" cy="870800"/>
            <a:chOff x="0" y="1120018"/>
            <a:chExt cx="4952999" cy="870800"/>
          </a:xfrm>
        </p:grpSpPr>
        <p:sp>
          <p:nvSpPr>
            <p:cNvPr id="38" name="Rectangle 37"/>
            <p:cNvSpPr/>
            <p:nvPr/>
          </p:nvSpPr>
          <p:spPr>
            <a:xfrm rot="10800000">
              <a:off x="0" y="1313325"/>
              <a:ext cx="1000364" cy="677493"/>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ectangle 35"/>
            <p:cNvSpPr/>
            <p:nvPr/>
          </p:nvSpPr>
          <p:spPr>
            <a:xfrm rot="10800000" flipH="1">
              <a:off x="712330" y="1120018"/>
              <a:ext cx="4240669" cy="67749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ight Triangle 38"/>
            <p:cNvSpPr/>
            <p:nvPr/>
          </p:nvSpPr>
          <p:spPr>
            <a:xfrm rot="10800000">
              <a:off x="712330" y="1788667"/>
              <a:ext cx="288033" cy="202151"/>
            </a:xfrm>
            <a:prstGeom prst="r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84"/>
          <p:cNvGrpSpPr/>
          <p:nvPr/>
        </p:nvGrpSpPr>
        <p:grpSpPr>
          <a:xfrm>
            <a:off x="4191001" y="2034921"/>
            <a:ext cx="4952999" cy="872858"/>
            <a:chOff x="4191001" y="2034921"/>
            <a:chExt cx="4952999" cy="872858"/>
          </a:xfrm>
        </p:grpSpPr>
        <p:sp>
          <p:nvSpPr>
            <p:cNvPr id="42" name="Rectangle 41"/>
            <p:cNvSpPr/>
            <p:nvPr/>
          </p:nvSpPr>
          <p:spPr>
            <a:xfrm rot="10800000" flipH="1">
              <a:off x="8143636" y="2230286"/>
              <a:ext cx="1000364" cy="677493"/>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rot="10800000">
              <a:off x="4191001" y="2034921"/>
              <a:ext cx="4240668" cy="67749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ight Triangle 43"/>
            <p:cNvSpPr/>
            <p:nvPr/>
          </p:nvSpPr>
          <p:spPr>
            <a:xfrm rot="10800000" flipH="1">
              <a:off x="8143637" y="2705628"/>
              <a:ext cx="288033" cy="202151"/>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85"/>
          <p:cNvGrpSpPr/>
          <p:nvPr/>
        </p:nvGrpSpPr>
        <p:grpSpPr>
          <a:xfrm>
            <a:off x="0" y="2896979"/>
            <a:ext cx="4952999" cy="872858"/>
            <a:chOff x="0" y="2951882"/>
            <a:chExt cx="4952999" cy="872858"/>
          </a:xfrm>
        </p:grpSpPr>
        <p:sp>
          <p:nvSpPr>
            <p:cNvPr id="48" name="Rectangle 47"/>
            <p:cNvSpPr/>
            <p:nvPr/>
          </p:nvSpPr>
          <p:spPr>
            <a:xfrm rot="10800000">
              <a:off x="0" y="3147247"/>
              <a:ext cx="1000364" cy="677493"/>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rot="10800000" flipH="1">
              <a:off x="712331" y="2951882"/>
              <a:ext cx="4240668" cy="67749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ight Triangle 49"/>
            <p:cNvSpPr/>
            <p:nvPr/>
          </p:nvSpPr>
          <p:spPr>
            <a:xfrm rot="10800000">
              <a:off x="712330" y="3622589"/>
              <a:ext cx="288033" cy="202151"/>
            </a:xfrm>
            <a:prstGeom prst="rtTriangl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86"/>
          <p:cNvGrpSpPr/>
          <p:nvPr/>
        </p:nvGrpSpPr>
        <p:grpSpPr>
          <a:xfrm>
            <a:off x="4191001" y="3813940"/>
            <a:ext cx="4952999" cy="872858"/>
            <a:chOff x="4191001" y="3868843"/>
            <a:chExt cx="4952999" cy="872858"/>
          </a:xfrm>
        </p:grpSpPr>
        <p:sp>
          <p:nvSpPr>
            <p:cNvPr id="54" name="Rectangle 53"/>
            <p:cNvSpPr/>
            <p:nvPr/>
          </p:nvSpPr>
          <p:spPr>
            <a:xfrm rot="10800000" flipH="1">
              <a:off x="8143636" y="4064208"/>
              <a:ext cx="1000364" cy="677493"/>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ectangle 57"/>
            <p:cNvSpPr/>
            <p:nvPr/>
          </p:nvSpPr>
          <p:spPr>
            <a:xfrm rot="10800000">
              <a:off x="4191001" y="3868843"/>
              <a:ext cx="4240668" cy="67749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ight Triangle 55"/>
            <p:cNvSpPr/>
            <p:nvPr/>
          </p:nvSpPr>
          <p:spPr>
            <a:xfrm rot="10800000" flipH="1">
              <a:off x="8143637" y="4539550"/>
              <a:ext cx="288033" cy="202151"/>
            </a:xfrm>
            <a:prstGeom prst="rtTriangl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58"/>
          <p:cNvGrpSpPr/>
          <p:nvPr/>
        </p:nvGrpSpPr>
        <p:grpSpPr>
          <a:xfrm>
            <a:off x="1144828" y="1260714"/>
            <a:ext cx="2588972" cy="466872"/>
            <a:chOff x="7174424" y="1352592"/>
            <a:chExt cx="2588972" cy="466872"/>
          </a:xfrm>
        </p:grpSpPr>
        <p:sp>
          <p:nvSpPr>
            <p:cNvPr id="17" name="TextBox 16"/>
            <p:cNvSpPr txBox="1"/>
            <p:nvPr/>
          </p:nvSpPr>
          <p:spPr>
            <a:xfrm>
              <a:off x="7174424" y="1511687"/>
              <a:ext cx="2588972"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bg1"/>
                  </a:solidFill>
                </a:rPr>
                <a:t>There are many variations passages of lorem ipsum available  majority have suffered</a:t>
              </a:r>
            </a:p>
          </p:txBody>
        </p:sp>
        <p:sp>
          <p:nvSpPr>
            <p:cNvPr id="18" name="Rectangle 17"/>
            <p:cNvSpPr/>
            <p:nvPr/>
          </p:nvSpPr>
          <p:spPr>
            <a:xfrm>
              <a:off x="7174424" y="1352592"/>
              <a:ext cx="641201" cy="169277"/>
            </a:xfrm>
            <a:prstGeom prst="rect">
              <a:avLst/>
            </a:prstGeom>
          </p:spPr>
          <p:txBody>
            <a:bodyPr wrap="none" lIns="0" tIns="0" rIns="0" bIns="0">
              <a:spAutoFit/>
            </a:bodyPr>
            <a:lstStyle/>
            <a:p>
              <a:r>
                <a:rPr lang="en-US" sz="1100" b="1" dirty="0">
                  <a:solidFill>
                    <a:schemeClr val="bg1"/>
                  </a:solidFill>
                </a:rPr>
                <a:t>Title Here</a:t>
              </a:r>
            </a:p>
          </p:txBody>
        </p:sp>
      </p:grpSp>
      <p:grpSp>
        <p:nvGrpSpPr>
          <p:cNvPr id="10" name="Group 58"/>
          <p:cNvGrpSpPr/>
          <p:nvPr/>
        </p:nvGrpSpPr>
        <p:grpSpPr>
          <a:xfrm>
            <a:off x="5412028" y="2130061"/>
            <a:ext cx="2588972" cy="466872"/>
            <a:chOff x="7174424" y="1352592"/>
            <a:chExt cx="2588972" cy="466872"/>
          </a:xfrm>
        </p:grpSpPr>
        <p:sp>
          <p:nvSpPr>
            <p:cNvPr id="64" name="TextBox 63"/>
            <p:cNvSpPr txBox="1"/>
            <p:nvPr/>
          </p:nvSpPr>
          <p:spPr>
            <a:xfrm>
              <a:off x="7174424" y="1511687"/>
              <a:ext cx="2588972" cy="307777"/>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bg1"/>
                  </a:solidFill>
                </a:rPr>
                <a:t>There are many variations passages of lorem ipsum available  majority have suffered</a:t>
              </a:r>
            </a:p>
          </p:txBody>
        </p:sp>
        <p:sp>
          <p:nvSpPr>
            <p:cNvPr id="65" name="Rectangle 64"/>
            <p:cNvSpPr/>
            <p:nvPr/>
          </p:nvSpPr>
          <p:spPr>
            <a:xfrm>
              <a:off x="9229597" y="1352592"/>
              <a:ext cx="533799" cy="169277"/>
            </a:xfrm>
            <a:prstGeom prst="rect">
              <a:avLst/>
            </a:prstGeom>
          </p:spPr>
          <p:txBody>
            <a:bodyPr wrap="none" lIns="0" tIns="0" rIns="0" bIns="0">
              <a:spAutoFit/>
            </a:bodyPr>
            <a:lstStyle/>
            <a:p>
              <a:pPr algn="r"/>
              <a:r>
                <a:rPr lang="en-US" sz="1100" b="1" dirty="0">
                  <a:solidFill>
                    <a:schemeClr val="bg1"/>
                  </a:solidFill>
                </a:rPr>
                <a:t>Title Here</a:t>
              </a:r>
            </a:p>
          </p:txBody>
        </p:sp>
      </p:grpSp>
      <p:grpSp>
        <p:nvGrpSpPr>
          <p:cNvPr id="11" name="Group 58"/>
          <p:cNvGrpSpPr/>
          <p:nvPr/>
        </p:nvGrpSpPr>
        <p:grpSpPr>
          <a:xfrm>
            <a:off x="1144828" y="2989446"/>
            <a:ext cx="2588972" cy="466872"/>
            <a:chOff x="7174424" y="1352592"/>
            <a:chExt cx="2588972" cy="466872"/>
          </a:xfrm>
        </p:grpSpPr>
        <p:sp>
          <p:nvSpPr>
            <p:cNvPr id="67" name="TextBox 66"/>
            <p:cNvSpPr txBox="1"/>
            <p:nvPr/>
          </p:nvSpPr>
          <p:spPr>
            <a:xfrm>
              <a:off x="7174424" y="1511687"/>
              <a:ext cx="2588972"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bg1"/>
                  </a:solidFill>
                </a:rPr>
                <a:t>There are many variations passages of lorem ipsum available  majority have suffered</a:t>
              </a:r>
            </a:p>
          </p:txBody>
        </p:sp>
        <p:sp>
          <p:nvSpPr>
            <p:cNvPr id="68" name="Rectangle 67"/>
            <p:cNvSpPr/>
            <p:nvPr/>
          </p:nvSpPr>
          <p:spPr>
            <a:xfrm>
              <a:off x="7174424" y="1352592"/>
              <a:ext cx="641201" cy="169277"/>
            </a:xfrm>
            <a:prstGeom prst="rect">
              <a:avLst/>
            </a:prstGeom>
          </p:spPr>
          <p:txBody>
            <a:bodyPr wrap="none" lIns="0" tIns="0" rIns="0" bIns="0">
              <a:spAutoFit/>
            </a:bodyPr>
            <a:lstStyle/>
            <a:p>
              <a:r>
                <a:rPr lang="en-US" sz="1100" b="1" dirty="0">
                  <a:solidFill>
                    <a:schemeClr val="bg1"/>
                  </a:solidFill>
                </a:rPr>
                <a:t>Title Here</a:t>
              </a:r>
            </a:p>
          </p:txBody>
        </p:sp>
      </p:grpSp>
      <p:grpSp>
        <p:nvGrpSpPr>
          <p:cNvPr id="12" name="Group 58"/>
          <p:cNvGrpSpPr/>
          <p:nvPr/>
        </p:nvGrpSpPr>
        <p:grpSpPr>
          <a:xfrm>
            <a:off x="5412028" y="3916839"/>
            <a:ext cx="2588972" cy="466872"/>
            <a:chOff x="7174424" y="1352592"/>
            <a:chExt cx="2588972" cy="466872"/>
          </a:xfrm>
        </p:grpSpPr>
        <p:sp>
          <p:nvSpPr>
            <p:cNvPr id="70" name="TextBox 69"/>
            <p:cNvSpPr txBox="1"/>
            <p:nvPr/>
          </p:nvSpPr>
          <p:spPr>
            <a:xfrm>
              <a:off x="7174424" y="1511687"/>
              <a:ext cx="2588972" cy="307777"/>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bg1"/>
                  </a:solidFill>
                </a:rPr>
                <a:t>There are many variations passages of lorem ipsum available  majority have suffered</a:t>
              </a:r>
            </a:p>
          </p:txBody>
        </p:sp>
        <p:sp>
          <p:nvSpPr>
            <p:cNvPr id="71" name="Rectangle 70"/>
            <p:cNvSpPr/>
            <p:nvPr/>
          </p:nvSpPr>
          <p:spPr>
            <a:xfrm>
              <a:off x="9229597" y="1352592"/>
              <a:ext cx="533799" cy="169277"/>
            </a:xfrm>
            <a:prstGeom prst="rect">
              <a:avLst/>
            </a:prstGeom>
          </p:spPr>
          <p:txBody>
            <a:bodyPr wrap="none" lIns="0" tIns="0" rIns="0" bIns="0">
              <a:spAutoFit/>
            </a:bodyPr>
            <a:lstStyle/>
            <a:p>
              <a:pPr algn="r"/>
              <a:r>
                <a:rPr lang="en-US" sz="1100" b="1" dirty="0">
                  <a:solidFill>
                    <a:schemeClr val="bg1"/>
                  </a:solidFill>
                </a:rPr>
                <a:t>Title Here</a:t>
              </a:r>
            </a:p>
          </p:txBody>
        </p:sp>
      </p:grpSp>
      <p:grpSp>
        <p:nvGrpSpPr>
          <p:cNvPr id="13" name="Group 78"/>
          <p:cNvGrpSpPr/>
          <p:nvPr/>
        </p:nvGrpSpPr>
        <p:grpSpPr>
          <a:xfrm>
            <a:off x="4593143" y="2876550"/>
            <a:ext cx="719711" cy="719711"/>
            <a:chOff x="7157692" y="2097400"/>
            <a:chExt cx="719711" cy="719711"/>
          </a:xfrm>
        </p:grpSpPr>
        <p:sp>
          <p:nvSpPr>
            <p:cNvPr id="63" name="Sev01"/>
            <p:cNvSpPr>
              <a:spLocks noChangeAspect="1"/>
            </p:cNvSpPr>
            <p:nvPr/>
          </p:nvSpPr>
          <p:spPr>
            <a:xfrm>
              <a:off x="7157692" y="2097400"/>
              <a:ext cx="719711" cy="719711"/>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66" name="Freeform 113"/>
            <p:cNvSpPr>
              <a:spLocks noEditPoints="1"/>
            </p:cNvSpPr>
            <p:nvPr/>
          </p:nvSpPr>
          <p:spPr bwMode="auto">
            <a:xfrm>
              <a:off x="7356319" y="2330825"/>
              <a:ext cx="322456" cy="252861"/>
            </a:xfrm>
            <a:custGeom>
              <a:avLst/>
              <a:gdLst/>
              <a:ahLst/>
              <a:cxnLst>
                <a:cxn ang="0">
                  <a:pos x="63" y="20"/>
                </a:cxn>
                <a:cxn ang="0">
                  <a:pos x="44" y="43"/>
                </a:cxn>
                <a:cxn ang="0">
                  <a:pos x="28" y="47"/>
                </a:cxn>
                <a:cxn ang="0">
                  <a:pos x="18" y="46"/>
                </a:cxn>
                <a:cxn ang="0">
                  <a:pos x="11" y="43"/>
                </a:cxn>
                <a:cxn ang="0">
                  <a:pos x="4" y="50"/>
                </a:cxn>
                <a:cxn ang="0">
                  <a:pos x="0" y="47"/>
                </a:cxn>
                <a:cxn ang="0">
                  <a:pos x="0" y="46"/>
                </a:cxn>
                <a:cxn ang="0">
                  <a:pos x="7" y="37"/>
                </a:cxn>
                <a:cxn ang="0">
                  <a:pos x="6" y="34"/>
                </a:cxn>
                <a:cxn ang="0">
                  <a:pos x="5" y="30"/>
                </a:cxn>
                <a:cxn ang="0">
                  <a:pos x="25" y="8"/>
                </a:cxn>
                <a:cxn ang="0">
                  <a:pos x="52" y="3"/>
                </a:cxn>
                <a:cxn ang="0">
                  <a:pos x="58" y="0"/>
                </a:cxn>
                <a:cxn ang="0">
                  <a:pos x="64" y="13"/>
                </a:cxn>
                <a:cxn ang="0">
                  <a:pos x="63" y="20"/>
                </a:cxn>
                <a:cxn ang="0">
                  <a:pos x="43" y="18"/>
                </a:cxn>
                <a:cxn ang="0">
                  <a:pos x="14" y="32"/>
                </a:cxn>
                <a:cxn ang="0">
                  <a:pos x="13" y="34"/>
                </a:cxn>
                <a:cxn ang="0">
                  <a:pos x="16" y="36"/>
                </a:cxn>
                <a:cxn ang="0">
                  <a:pos x="17" y="36"/>
                </a:cxn>
                <a:cxn ang="0">
                  <a:pos x="22" y="31"/>
                </a:cxn>
                <a:cxn ang="0">
                  <a:pos x="43" y="23"/>
                </a:cxn>
                <a:cxn ang="0">
                  <a:pos x="45" y="20"/>
                </a:cxn>
                <a:cxn ang="0">
                  <a:pos x="43" y="18"/>
                </a:cxn>
              </a:cxnLst>
              <a:rect l="0" t="0" r="r" b="b"/>
              <a:pathLst>
                <a:path w="64" h="50">
                  <a:moveTo>
                    <a:pt x="63" y="20"/>
                  </a:moveTo>
                  <a:cubicBezTo>
                    <a:pt x="61" y="31"/>
                    <a:pt x="54" y="38"/>
                    <a:pt x="44" y="43"/>
                  </a:cubicBezTo>
                  <a:cubicBezTo>
                    <a:pt x="39" y="46"/>
                    <a:pt x="33" y="47"/>
                    <a:pt x="28" y="47"/>
                  </a:cubicBezTo>
                  <a:cubicBezTo>
                    <a:pt x="25" y="47"/>
                    <a:pt x="21" y="47"/>
                    <a:pt x="18" y="46"/>
                  </a:cubicBezTo>
                  <a:cubicBezTo>
                    <a:pt x="16" y="45"/>
                    <a:pt x="13" y="43"/>
                    <a:pt x="11" y="43"/>
                  </a:cubicBezTo>
                  <a:cubicBezTo>
                    <a:pt x="9" y="43"/>
                    <a:pt x="7" y="50"/>
                    <a:pt x="4" y="50"/>
                  </a:cubicBezTo>
                  <a:cubicBezTo>
                    <a:pt x="2" y="50"/>
                    <a:pt x="1" y="49"/>
                    <a:pt x="0" y="47"/>
                  </a:cubicBezTo>
                  <a:cubicBezTo>
                    <a:pt x="0" y="47"/>
                    <a:pt x="0" y="46"/>
                    <a:pt x="0" y="46"/>
                  </a:cubicBezTo>
                  <a:cubicBezTo>
                    <a:pt x="0" y="42"/>
                    <a:pt x="7" y="39"/>
                    <a:pt x="7" y="37"/>
                  </a:cubicBezTo>
                  <a:cubicBezTo>
                    <a:pt x="7" y="37"/>
                    <a:pt x="6" y="35"/>
                    <a:pt x="6" y="34"/>
                  </a:cubicBezTo>
                  <a:cubicBezTo>
                    <a:pt x="6" y="33"/>
                    <a:pt x="5" y="32"/>
                    <a:pt x="5" y="30"/>
                  </a:cubicBezTo>
                  <a:cubicBezTo>
                    <a:pt x="5" y="19"/>
                    <a:pt x="14" y="11"/>
                    <a:pt x="25" y="8"/>
                  </a:cubicBezTo>
                  <a:cubicBezTo>
                    <a:pt x="32" y="5"/>
                    <a:pt x="47" y="8"/>
                    <a:pt x="52" y="3"/>
                  </a:cubicBezTo>
                  <a:cubicBezTo>
                    <a:pt x="54" y="1"/>
                    <a:pt x="55" y="0"/>
                    <a:pt x="58" y="0"/>
                  </a:cubicBezTo>
                  <a:cubicBezTo>
                    <a:pt x="62" y="0"/>
                    <a:pt x="64" y="10"/>
                    <a:pt x="64" y="13"/>
                  </a:cubicBezTo>
                  <a:cubicBezTo>
                    <a:pt x="64" y="16"/>
                    <a:pt x="63" y="18"/>
                    <a:pt x="63" y="20"/>
                  </a:cubicBezTo>
                  <a:close/>
                  <a:moveTo>
                    <a:pt x="43" y="18"/>
                  </a:moveTo>
                  <a:cubicBezTo>
                    <a:pt x="31" y="18"/>
                    <a:pt x="22" y="23"/>
                    <a:pt x="14" y="32"/>
                  </a:cubicBezTo>
                  <a:cubicBezTo>
                    <a:pt x="14" y="33"/>
                    <a:pt x="13" y="33"/>
                    <a:pt x="13" y="34"/>
                  </a:cubicBezTo>
                  <a:cubicBezTo>
                    <a:pt x="13" y="35"/>
                    <a:pt x="15" y="36"/>
                    <a:pt x="16" y="36"/>
                  </a:cubicBezTo>
                  <a:cubicBezTo>
                    <a:pt x="16" y="36"/>
                    <a:pt x="17" y="36"/>
                    <a:pt x="17" y="36"/>
                  </a:cubicBezTo>
                  <a:cubicBezTo>
                    <a:pt x="19" y="34"/>
                    <a:pt x="21" y="32"/>
                    <a:pt x="22" y="31"/>
                  </a:cubicBezTo>
                  <a:cubicBezTo>
                    <a:pt x="29" y="25"/>
                    <a:pt x="34" y="23"/>
                    <a:pt x="43" y="23"/>
                  </a:cubicBezTo>
                  <a:cubicBezTo>
                    <a:pt x="44" y="23"/>
                    <a:pt x="45" y="22"/>
                    <a:pt x="45" y="20"/>
                  </a:cubicBezTo>
                  <a:cubicBezTo>
                    <a:pt x="45" y="19"/>
                    <a:pt x="44" y="18"/>
                    <a:pt x="43" y="1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77"/>
          <p:cNvGrpSpPr/>
          <p:nvPr/>
        </p:nvGrpSpPr>
        <p:grpSpPr>
          <a:xfrm>
            <a:off x="3852289" y="2042248"/>
            <a:ext cx="719711" cy="719711"/>
            <a:chOff x="6314120" y="1631469"/>
            <a:chExt cx="719711" cy="719711"/>
          </a:xfrm>
        </p:grpSpPr>
        <p:sp>
          <p:nvSpPr>
            <p:cNvPr id="55" name="Sev01"/>
            <p:cNvSpPr>
              <a:spLocks noChangeAspect="1"/>
            </p:cNvSpPr>
            <p:nvPr/>
          </p:nvSpPr>
          <p:spPr>
            <a:xfrm>
              <a:off x="6314120" y="1631469"/>
              <a:ext cx="719711" cy="719711"/>
            </a:xfrm>
            <a:prstGeom prst="ellipse">
              <a:avLst/>
            </a:prstGeom>
            <a:solidFill>
              <a:schemeClr val="bg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69" name="Freeform 103"/>
            <p:cNvSpPr>
              <a:spLocks/>
            </p:cNvSpPr>
            <p:nvPr/>
          </p:nvSpPr>
          <p:spPr bwMode="auto">
            <a:xfrm>
              <a:off x="6545388" y="1857510"/>
              <a:ext cx="257175" cy="267629"/>
            </a:xfrm>
            <a:custGeom>
              <a:avLst/>
              <a:gdLst/>
              <a:ahLst/>
              <a:cxnLst>
                <a:cxn ang="0">
                  <a:pos x="56" y="5"/>
                </a:cxn>
                <a:cxn ang="0">
                  <a:pos x="33" y="27"/>
                </a:cxn>
                <a:cxn ang="0">
                  <a:pos x="33" y="55"/>
                </a:cxn>
                <a:cxn ang="0">
                  <a:pos x="45" y="55"/>
                </a:cxn>
                <a:cxn ang="0">
                  <a:pos x="47" y="57"/>
                </a:cxn>
                <a:cxn ang="0">
                  <a:pos x="45" y="59"/>
                </a:cxn>
                <a:cxn ang="0">
                  <a:pos x="13" y="59"/>
                </a:cxn>
                <a:cxn ang="0">
                  <a:pos x="10" y="57"/>
                </a:cxn>
                <a:cxn ang="0">
                  <a:pos x="13" y="55"/>
                </a:cxn>
                <a:cxn ang="0">
                  <a:pos x="24" y="55"/>
                </a:cxn>
                <a:cxn ang="0">
                  <a:pos x="24" y="27"/>
                </a:cxn>
                <a:cxn ang="0">
                  <a:pos x="2" y="5"/>
                </a:cxn>
                <a:cxn ang="0">
                  <a:pos x="0" y="2"/>
                </a:cxn>
                <a:cxn ang="0">
                  <a:pos x="4" y="0"/>
                </a:cxn>
                <a:cxn ang="0">
                  <a:pos x="54" y="0"/>
                </a:cxn>
                <a:cxn ang="0">
                  <a:pos x="57" y="2"/>
                </a:cxn>
                <a:cxn ang="0">
                  <a:pos x="56" y="5"/>
                </a:cxn>
              </a:cxnLst>
              <a:rect l="0" t="0" r="r" b="b"/>
              <a:pathLst>
                <a:path w="57" h="59">
                  <a:moveTo>
                    <a:pt x="56" y="5"/>
                  </a:moveTo>
                  <a:cubicBezTo>
                    <a:pt x="33" y="27"/>
                    <a:pt x="33" y="27"/>
                    <a:pt x="33" y="27"/>
                  </a:cubicBezTo>
                  <a:cubicBezTo>
                    <a:pt x="33" y="55"/>
                    <a:pt x="33" y="55"/>
                    <a:pt x="33" y="55"/>
                  </a:cubicBezTo>
                  <a:cubicBezTo>
                    <a:pt x="45" y="55"/>
                    <a:pt x="45" y="55"/>
                    <a:pt x="45" y="55"/>
                  </a:cubicBezTo>
                  <a:cubicBezTo>
                    <a:pt x="46" y="55"/>
                    <a:pt x="47" y="56"/>
                    <a:pt x="47" y="57"/>
                  </a:cubicBezTo>
                  <a:cubicBezTo>
                    <a:pt x="47" y="58"/>
                    <a:pt x="46" y="59"/>
                    <a:pt x="45" y="59"/>
                  </a:cubicBezTo>
                  <a:cubicBezTo>
                    <a:pt x="13" y="59"/>
                    <a:pt x="13" y="59"/>
                    <a:pt x="13" y="59"/>
                  </a:cubicBezTo>
                  <a:cubicBezTo>
                    <a:pt x="12" y="59"/>
                    <a:pt x="10" y="58"/>
                    <a:pt x="10" y="57"/>
                  </a:cubicBezTo>
                  <a:cubicBezTo>
                    <a:pt x="10" y="56"/>
                    <a:pt x="12" y="55"/>
                    <a:pt x="13" y="55"/>
                  </a:cubicBezTo>
                  <a:cubicBezTo>
                    <a:pt x="24" y="55"/>
                    <a:pt x="24" y="55"/>
                    <a:pt x="24" y="55"/>
                  </a:cubicBezTo>
                  <a:cubicBezTo>
                    <a:pt x="24" y="27"/>
                    <a:pt x="24" y="27"/>
                    <a:pt x="24" y="27"/>
                  </a:cubicBezTo>
                  <a:cubicBezTo>
                    <a:pt x="2" y="5"/>
                    <a:pt x="2" y="5"/>
                    <a:pt x="2" y="5"/>
                  </a:cubicBezTo>
                  <a:cubicBezTo>
                    <a:pt x="1" y="4"/>
                    <a:pt x="0" y="3"/>
                    <a:pt x="0" y="2"/>
                  </a:cubicBezTo>
                  <a:cubicBezTo>
                    <a:pt x="0" y="0"/>
                    <a:pt x="2" y="0"/>
                    <a:pt x="4" y="0"/>
                  </a:cubicBezTo>
                  <a:cubicBezTo>
                    <a:pt x="54" y="0"/>
                    <a:pt x="54" y="0"/>
                    <a:pt x="54" y="0"/>
                  </a:cubicBezTo>
                  <a:cubicBezTo>
                    <a:pt x="55" y="0"/>
                    <a:pt x="57" y="0"/>
                    <a:pt x="57" y="2"/>
                  </a:cubicBezTo>
                  <a:cubicBezTo>
                    <a:pt x="57" y="3"/>
                    <a:pt x="57" y="4"/>
                    <a:pt x="56" y="5"/>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76"/>
          <p:cNvGrpSpPr/>
          <p:nvPr/>
        </p:nvGrpSpPr>
        <p:grpSpPr>
          <a:xfrm>
            <a:off x="4593143" y="1146442"/>
            <a:ext cx="719711" cy="719711"/>
            <a:chOff x="5522139" y="1163951"/>
            <a:chExt cx="719711" cy="719711"/>
          </a:xfrm>
        </p:grpSpPr>
        <p:sp>
          <p:nvSpPr>
            <p:cNvPr id="53" name="Sev01"/>
            <p:cNvSpPr>
              <a:spLocks noChangeAspect="1"/>
            </p:cNvSpPr>
            <p:nvPr/>
          </p:nvSpPr>
          <p:spPr>
            <a:xfrm>
              <a:off x="5522139" y="1163951"/>
              <a:ext cx="719711" cy="719711"/>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72" name="Freeform 71"/>
            <p:cNvSpPr>
              <a:spLocks noEditPoints="1"/>
            </p:cNvSpPr>
            <p:nvPr/>
          </p:nvSpPr>
          <p:spPr bwMode="auto">
            <a:xfrm>
              <a:off x="5686206" y="1340351"/>
              <a:ext cx="391577" cy="366911"/>
            </a:xfrm>
            <a:custGeom>
              <a:avLst/>
              <a:gdLst/>
              <a:ahLst/>
              <a:cxnLst>
                <a:cxn ang="0">
                  <a:pos x="65" y="22"/>
                </a:cxn>
                <a:cxn ang="0">
                  <a:pos x="26" y="45"/>
                </a:cxn>
                <a:cxn ang="0">
                  <a:pos x="0" y="26"/>
                </a:cxn>
                <a:cxn ang="0">
                  <a:pos x="39" y="0"/>
                </a:cxn>
                <a:cxn ang="0">
                  <a:pos x="65" y="22"/>
                </a:cxn>
                <a:cxn ang="0">
                  <a:pos x="65" y="69"/>
                </a:cxn>
                <a:cxn ang="0">
                  <a:pos x="39" y="91"/>
                </a:cxn>
                <a:cxn ang="0">
                  <a:pos x="0" y="67"/>
                </a:cxn>
                <a:cxn ang="0">
                  <a:pos x="26" y="45"/>
                </a:cxn>
                <a:cxn ang="0">
                  <a:pos x="65" y="69"/>
                </a:cxn>
                <a:cxn ang="0">
                  <a:pos x="101" y="97"/>
                </a:cxn>
                <a:cxn ang="0">
                  <a:pos x="65" y="119"/>
                </a:cxn>
                <a:cxn ang="0">
                  <a:pos x="65" y="119"/>
                </a:cxn>
                <a:cxn ang="0">
                  <a:pos x="65" y="119"/>
                </a:cxn>
                <a:cxn ang="0">
                  <a:pos x="65" y="119"/>
                </a:cxn>
                <a:cxn ang="0">
                  <a:pos x="65" y="119"/>
                </a:cxn>
                <a:cxn ang="0">
                  <a:pos x="26" y="97"/>
                </a:cxn>
                <a:cxn ang="0">
                  <a:pos x="26" y="89"/>
                </a:cxn>
                <a:cxn ang="0">
                  <a:pos x="39" y="95"/>
                </a:cxn>
                <a:cxn ang="0">
                  <a:pos x="65" y="74"/>
                </a:cxn>
                <a:cxn ang="0">
                  <a:pos x="65" y="74"/>
                </a:cxn>
                <a:cxn ang="0">
                  <a:pos x="65" y="74"/>
                </a:cxn>
                <a:cxn ang="0">
                  <a:pos x="65" y="74"/>
                </a:cxn>
                <a:cxn ang="0">
                  <a:pos x="65" y="74"/>
                </a:cxn>
                <a:cxn ang="0">
                  <a:pos x="91" y="95"/>
                </a:cxn>
                <a:cxn ang="0">
                  <a:pos x="101" y="89"/>
                </a:cxn>
                <a:cxn ang="0">
                  <a:pos x="101" y="97"/>
                </a:cxn>
                <a:cxn ang="0">
                  <a:pos x="127" y="26"/>
                </a:cxn>
                <a:cxn ang="0">
                  <a:pos x="101" y="45"/>
                </a:cxn>
                <a:cxn ang="0">
                  <a:pos x="65" y="22"/>
                </a:cxn>
                <a:cxn ang="0">
                  <a:pos x="91" y="0"/>
                </a:cxn>
                <a:cxn ang="0">
                  <a:pos x="127" y="26"/>
                </a:cxn>
                <a:cxn ang="0">
                  <a:pos x="127" y="67"/>
                </a:cxn>
                <a:cxn ang="0">
                  <a:pos x="91" y="91"/>
                </a:cxn>
                <a:cxn ang="0">
                  <a:pos x="65" y="69"/>
                </a:cxn>
                <a:cxn ang="0">
                  <a:pos x="101" y="45"/>
                </a:cxn>
                <a:cxn ang="0">
                  <a:pos x="127" y="67"/>
                </a:cxn>
              </a:cxnLst>
              <a:rect l="0" t="0" r="r" b="b"/>
              <a:pathLst>
                <a:path w="127" h="119">
                  <a:moveTo>
                    <a:pt x="65" y="22"/>
                  </a:moveTo>
                  <a:lnTo>
                    <a:pt x="26" y="45"/>
                  </a:lnTo>
                  <a:lnTo>
                    <a:pt x="0" y="26"/>
                  </a:lnTo>
                  <a:lnTo>
                    <a:pt x="39" y="0"/>
                  </a:lnTo>
                  <a:lnTo>
                    <a:pt x="65" y="22"/>
                  </a:lnTo>
                  <a:close/>
                  <a:moveTo>
                    <a:pt x="65" y="69"/>
                  </a:moveTo>
                  <a:lnTo>
                    <a:pt x="39" y="91"/>
                  </a:lnTo>
                  <a:lnTo>
                    <a:pt x="0" y="67"/>
                  </a:lnTo>
                  <a:lnTo>
                    <a:pt x="26" y="45"/>
                  </a:lnTo>
                  <a:lnTo>
                    <a:pt x="65" y="69"/>
                  </a:lnTo>
                  <a:close/>
                  <a:moveTo>
                    <a:pt x="101" y="97"/>
                  </a:moveTo>
                  <a:lnTo>
                    <a:pt x="65" y="119"/>
                  </a:lnTo>
                  <a:lnTo>
                    <a:pt x="65" y="119"/>
                  </a:lnTo>
                  <a:lnTo>
                    <a:pt x="65" y="119"/>
                  </a:lnTo>
                  <a:lnTo>
                    <a:pt x="65" y="119"/>
                  </a:lnTo>
                  <a:lnTo>
                    <a:pt x="65" y="119"/>
                  </a:lnTo>
                  <a:lnTo>
                    <a:pt x="26" y="97"/>
                  </a:lnTo>
                  <a:lnTo>
                    <a:pt x="26" y="89"/>
                  </a:lnTo>
                  <a:lnTo>
                    <a:pt x="39" y="95"/>
                  </a:lnTo>
                  <a:lnTo>
                    <a:pt x="65" y="74"/>
                  </a:lnTo>
                  <a:lnTo>
                    <a:pt x="65" y="74"/>
                  </a:lnTo>
                  <a:lnTo>
                    <a:pt x="65" y="74"/>
                  </a:lnTo>
                  <a:lnTo>
                    <a:pt x="65" y="74"/>
                  </a:lnTo>
                  <a:lnTo>
                    <a:pt x="65" y="74"/>
                  </a:lnTo>
                  <a:lnTo>
                    <a:pt x="91" y="95"/>
                  </a:lnTo>
                  <a:lnTo>
                    <a:pt x="101" y="89"/>
                  </a:lnTo>
                  <a:lnTo>
                    <a:pt x="101" y="97"/>
                  </a:lnTo>
                  <a:close/>
                  <a:moveTo>
                    <a:pt x="127" y="26"/>
                  </a:moveTo>
                  <a:lnTo>
                    <a:pt x="101" y="45"/>
                  </a:lnTo>
                  <a:lnTo>
                    <a:pt x="65" y="22"/>
                  </a:lnTo>
                  <a:lnTo>
                    <a:pt x="91" y="0"/>
                  </a:lnTo>
                  <a:lnTo>
                    <a:pt x="127" y="26"/>
                  </a:lnTo>
                  <a:close/>
                  <a:moveTo>
                    <a:pt x="127" y="67"/>
                  </a:moveTo>
                  <a:lnTo>
                    <a:pt x="91" y="91"/>
                  </a:lnTo>
                  <a:lnTo>
                    <a:pt x="65" y="69"/>
                  </a:lnTo>
                  <a:lnTo>
                    <a:pt x="101" y="45"/>
                  </a:lnTo>
                  <a:lnTo>
                    <a:pt x="127" y="6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79"/>
          <p:cNvGrpSpPr/>
          <p:nvPr/>
        </p:nvGrpSpPr>
        <p:grpSpPr>
          <a:xfrm>
            <a:off x="3852289" y="3783410"/>
            <a:ext cx="719711" cy="719711"/>
            <a:chOff x="6314120" y="2563332"/>
            <a:chExt cx="719711" cy="719711"/>
          </a:xfrm>
        </p:grpSpPr>
        <p:sp>
          <p:nvSpPr>
            <p:cNvPr id="57" name="Sev01"/>
            <p:cNvSpPr>
              <a:spLocks noChangeAspect="1"/>
            </p:cNvSpPr>
            <p:nvPr/>
          </p:nvSpPr>
          <p:spPr>
            <a:xfrm>
              <a:off x="6314120" y="2563332"/>
              <a:ext cx="719711" cy="719711"/>
            </a:xfrm>
            <a:prstGeom prst="ellipse">
              <a:avLst/>
            </a:prstGeom>
            <a:solidFill>
              <a:schemeClr val="bg1"/>
            </a:soli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solidFill>
                  <a:schemeClr val="bg1"/>
                </a:solidFill>
                <a:latin typeface="FontAwesome" pitchFamily="2" charset="0"/>
              </a:endParaRPr>
            </a:p>
          </p:txBody>
        </p:sp>
        <p:sp>
          <p:nvSpPr>
            <p:cNvPr id="76" name="Freeform 56"/>
            <p:cNvSpPr>
              <a:spLocks noEditPoints="1"/>
            </p:cNvSpPr>
            <p:nvPr/>
          </p:nvSpPr>
          <p:spPr bwMode="auto">
            <a:xfrm>
              <a:off x="6512747" y="2761959"/>
              <a:ext cx="322456" cy="322456"/>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500"/>
                                        <p:tgtEl>
                                          <p:spTgt spid="9"/>
                                        </p:tgtEl>
                                      </p:cBhvr>
                                    </p:animEffect>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15"/>
                                        </p:tgtEl>
                                        <p:attrNameLst>
                                          <p:attrName>style.visibility</p:attrName>
                                        </p:attrNameLst>
                                      </p:cBhvr>
                                      <p:to>
                                        <p:strVal val="visible"/>
                                      </p:to>
                                    </p:set>
                                    <p:anim calcmode="lin" valueType="num">
                                      <p:cBhvr>
                                        <p:cTn id="16" dur="500" fill="hold"/>
                                        <p:tgtEl>
                                          <p:spTgt spid="15"/>
                                        </p:tgtEl>
                                        <p:attrNameLst>
                                          <p:attrName>ppt_w</p:attrName>
                                        </p:attrNameLst>
                                      </p:cBhvr>
                                      <p:tavLst>
                                        <p:tav tm="0">
                                          <p:val>
                                            <p:fltVal val="0"/>
                                          </p:val>
                                        </p:tav>
                                        <p:tav tm="100000">
                                          <p:val>
                                            <p:strVal val="#ppt_w"/>
                                          </p:val>
                                        </p:tav>
                                      </p:tavLst>
                                    </p:anim>
                                    <p:anim calcmode="lin" valueType="num">
                                      <p:cBhvr>
                                        <p:cTn id="17" dur="500" fill="hold"/>
                                        <p:tgtEl>
                                          <p:spTgt spid="15"/>
                                        </p:tgtEl>
                                        <p:attrNameLst>
                                          <p:attrName>ppt_h</p:attrName>
                                        </p:attrNameLst>
                                      </p:cBhvr>
                                      <p:tavLst>
                                        <p:tav tm="0">
                                          <p:val>
                                            <p:fltVal val="0"/>
                                          </p:val>
                                        </p:tav>
                                        <p:tav tm="100000">
                                          <p:val>
                                            <p:strVal val="#ppt_h"/>
                                          </p:val>
                                        </p:tav>
                                      </p:tavLst>
                                    </p:anim>
                                    <p:animEffect transition="in" filter="fade">
                                      <p:cBhvr>
                                        <p:cTn id="18" dur="500"/>
                                        <p:tgtEl>
                                          <p:spTgt spid="15"/>
                                        </p:tgtEl>
                                      </p:cBhvr>
                                    </p:animEffect>
                                  </p:childTnLst>
                                </p:cTn>
                              </p:par>
                            </p:childTnLst>
                          </p:cTn>
                        </p:par>
                        <p:par>
                          <p:cTn id="19" fill="hold">
                            <p:stCondLst>
                              <p:cond delay="1500"/>
                            </p:stCondLst>
                            <p:childTnLst>
                              <p:par>
                                <p:cTn id="20" presetID="2" presetClass="entr" presetSubtype="2" accel="50000" decel="50000"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ppt_w</p:attrName>
                                        </p:attrNameLst>
                                      </p:cBhvr>
                                      <p:tavLst>
                                        <p:tav tm="0">
                                          <p:val>
                                            <p:fltVal val="0"/>
                                          </p:val>
                                        </p:tav>
                                        <p:tav tm="100000">
                                          <p:val>
                                            <p:strVal val="#ppt_w"/>
                                          </p:val>
                                        </p:tav>
                                      </p:tavLst>
                                    </p:anim>
                                    <p:anim calcmode="lin" valueType="num">
                                      <p:cBhvr>
                                        <p:cTn id="32" dur="500" fill="hold"/>
                                        <p:tgtEl>
                                          <p:spTgt spid="14"/>
                                        </p:tgtEl>
                                        <p:attrNameLst>
                                          <p:attrName>ppt_h</p:attrName>
                                        </p:attrNameLst>
                                      </p:cBhvr>
                                      <p:tavLst>
                                        <p:tav tm="0">
                                          <p:val>
                                            <p:fltVal val="0"/>
                                          </p:val>
                                        </p:tav>
                                        <p:tav tm="100000">
                                          <p:val>
                                            <p:strVal val="#ppt_h"/>
                                          </p:val>
                                        </p:tav>
                                      </p:tavLst>
                                    </p:anim>
                                    <p:animEffect transition="in" filter="fade">
                                      <p:cBhvr>
                                        <p:cTn id="33" dur="500"/>
                                        <p:tgtEl>
                                          <p:spTgt spid="14"/>
                                        </p:tgtEl>
                                      </p:cBhvr>
                                    </p:animEffect>
                                  </p:childTnLst>
                                </p:cTn>
                              </p:par>
                            </p:childTnLst>
                          </p:cTn>
                        </p:par>
                        <p:par>
                          <p:cTn id="34" fill="hold">
                            <p:stCondLst>
                              <p:cond delay="3000"/>
                            </p:stCondLst>
                            <p:childTnLst>
                              <p:par>
                                <p:cTn id="35" presetID="2" presetClass="entr" presetSubtype="8" accel="50000" decel="50000"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0-#ppt_w/2"/>
                                          </p:val>
                                        </p:tav>
                                        <p:tav tm="100000">
                                          <p:val>
                                            <p:strVal val="#ppt_x"/>
                                          </p:val>
                                        </p:tav>
                                      </p:tavLst>
                                    </p:anim>
                                    <p:anim calcmode="lin" valueType="num">
                                      <p:cBhvr additive="base">
                                        <p:cTn id="38" dur="500" fill="hold"/>
                                        <p:tgtEl>
                                          <p:spTgt spid="7"/>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2" presetClass="entr" presetSubtype="8"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wipe(left)">
                                      <p:cBhvr>
                                        <p:cTn id="42" dur="500"/>
                                        <p:tgtEl>
                                          <p:spTgt spid="11"/>
                                        </p:tgtEl>
                                      </p:cBhvr>
                                    </p:animEffect>
                                  </p:childTnLst>
                                </p:cTn>
                              </p:par>
                            </p:childTnLst>
                          </p:cTn>
                        </p:par>
                        <p:par>
                          <p:cTn id="43" fill="hold">
                            <p:stCondLst>
                              <p:cond delay="4000"/>
                            </p:stCondLst>
                            <p:childTnLst>
                              <p:par>
                                <p:cTn id="44" presetID="53" presetClass="entr" presetSubtype="0"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p:cTn id="46" dur="500" fill="hold"/>
                                        <p:tgtEl>
                                          <p:spTgt spid="13"/>
                                        </p:tgtEl>
                                        <p:attrNameLst>
                                          <p:attrName>ppt_w</p:attrName>
                                        </p:attrNameLst>
                                      </p:cBhvr>
                                      <p:tavLst>
                                        <p:tav tm="0">
                                          <p:val>
                                            <p:fltVal val="0"/>
                                          </p:val>
                                        </p:tav>
                                        <p:tav tm="100000">
                                          <p:val>
                                            <p:strVal val="#ppt_w"/>
                                          </p:val>
                                        </p:tav>
                                      </p:tavLst>
                                    </p:anim>
                                    <p:anim calcmode="lin" valueType="num">
                                      <p:cBhvr>
                                        <p:cTn id="47" dur="500" fill="hold"/>
                                        <p:tgtEl>
                                          <p:spTgt spid="13"/>
                                        </p:tgtEl>
                                        <p:attrNameLst>
                                          <p:attrName>ppt_h</p:attrName>
                                        </p:attrNameLst>
                                      </p:cBhvr>
                                      <p:tavLst>
                                        <p:tav tm="0">
                                          <p:val>
                                            <p:fltVal val="0"/>
                                          </p:val>
                                        </p:tav>
                                        <p:tav tm="100000">
                                          <p:val>
                                            <p:strVal val="#ppt_h"/>
                                          </p:val>
                                        </p:tav>
                                      </p:tavLst>
                                    </p:anim>
                                    <p:animEffect transition="in" filter="fade">
                                      <p:cBhvr>
                                        <p:cTn id="48" dur="500"/>
                                        <p:tgtEl>
                                          <p:spTgt spid="13"/>
                                        </p:tgtEl>
                                      </p:cBhvr>
                                    </p:animEffect>
                                  </p:childTnLst>
                                </p:cTn>
                              </p:par>
                            </p:childTnLst>
                          </p:cTn>
                        </p:par>
                        <p:par>
                          <p:cTn id="49" fill="hold">
                            <p:stCondLst>
                              <p:cond delay="4500"/>
                            </p:stCondLst>
                            <p:childTnLst>
                              <p:par>
                                <p:cTn id="50" presetID="2" presetClass="entr" presetSubtype="2" accel="50000" decel="50000" fill="hold"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500" fill="hold"/>
                                        <p:tgtEl>
                                          <p:spTgt spid="8"/>
                                        </p:tgtEl>
                                        <p:attrNameLst>
                                          <p:attrName>ppt_x</p:attrName>
                                        </p:attrNameLst>
                                      </p:cBhvr>
                                      <p:tavLst>
                                        <p:tav tm="0">
                                          <p:val>
                                            <p:strVal val="1+#ppt_w/2"/>
                                          </p:val>
                                        </p:tav>
                                        <p:tav tm="100000">
                                          <p:val>
                                            <p:strVal val="#ppt_x"/>
                                          </p:val>
                                        </p:tav>
                                      </p:tavLst>
                                    </p:anim>
                                    <p:anim calcmode="lin" valueType="num">
                                      <p:cBhvr additive="base">
                                        <p:cTn id="53" dur="500" fill="hold"/>
                                        <p:tgtEl>
                                          <p:spTgt spid="8"/>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2" presetClass="entr" presetSubtype="2" fill="hold" nodeType="after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wipe(right)">
                                      <p:cBhvr>
                                        <p:cTn id="57" dur="500"/>
                                        <p:tgtEl>
                                          <p:spTgt spid="12"/>
                                        </p:tgtEl>
                                      </p:cBhvr>
                                    </p:animEffect>
                                  </p:childTnLst>
                                </p:cTn>
                              </p:par>
                            </p:childTnLst>
                          </p:cTn>
                        </p:par>
                        <p:par>
                          <p:cTn id="58" fill="hold">
                            <p:stCondLst>
                              <p:cond delay="5500"/>
                            </p:stCondLst>
                            <p:childTnLst>
                              <p:par>
                                <p:cTn id="59" presetID="53" presetClass="entr" presetSubtype="0" fill="hold" nodeType="afterEffect">
                                  <p:stCondLst>
                                    <p:cond delay="0"/>
                                  </p:stCondLst>
                                  <p:childTnLst>
                                    <p:set>
                                      <p:cBhvr>
                                        <p:cTn id="60" dur="1" fill="hold">
                                          <p:stCondLst>
                                            <p:cond delay="0"/>
                                          </p:stCondLst>
                                        </p:cTn>
                                        <p:tgtEl>
                                          <p:spTgt spid="16"/>
                                        </p:tgtEl>
                                        <p:attrNameLst>
                                          <p:attrName>style.visibility</p:attrName>
                                        </p:attrNameLst>
                                      </p:cBhvr>
                                      <p:to>
                                        <p:strVal val="visible"/>
                                      </p:to>
                                    </p:set>
                                    <p:anim calcmode="lin" valueType="num">
                                      <p:cBhvr>
                                        <p:cTn id="61" dur="500" fill="hold"/>
                                        <p:tgtEl>
                                          <p:spTgt spid="16"/>
                                        </p:tgtEl>
                                        <p:attrNameLst>
                                          <p:attrName>ppt_w</p:attrName>
                                        </p:attrNameLst>
                                      </p:cBhvr>
                                      <p:tavLst>
                                        <p:tav tm="0">
                                          <p:val>
                                            <p:fltVal val="0"/>
                                          </p:val>
                                        </p:tav>
                                        <p:tav tm="100000">
                                          <p:val>
                                            <p:strVal val="#ppt_w"/>
                                          </p:val>
                                        </p:tav>
                                      </p:tavLst>
                                    </p:anim>
                                    <p:anim calcmode="lin" valueType="num">
                                      <p:cBhvr>
                                        <p:cTn id="62" dur="500" fill="hold"/>
                                        <p:tgtEl>
                                          <p:spTgt spid="16"/>
                                        </p:tgtEl>
                                        <p:attrNameLst>
                                          <p:attrName>ppt_h</p:attrName>
                                        </p:attrNameLst>
                                      </p:cBhvr>
                                      <p:tavLst>
                                        <p:tav tm="0">
                                          <p:val>
                                            <p:fltVal val="0"/>
                                          </p:val>
                                        </p:tav>
                                        <p:tav tm="100000">
                                          <p:val>
                                            <p:strVal val="#ppt_h"/>
                                          </p:val>
                                        </p:tav>
                                      </p:tavLst>
                                    </p:anim>
                                    <p:animEffect transition="in" filter="fade">
                                      <p:cBhvr>
                                        <p:cTn id="6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Arrow Infographic</a:t>
            </a:r>
            <a:endParaRPr lang="en-US" dirty="0"/>
          </a:p>
        </p:txBody>
      </p:sp>
      <p:sp>
        <p:nvSpPr>
          <p:cNvPr id="8" name="Text Placeholder 7"/>
          <p:cNvSpPr>
            <a:spLocks noGrp="1"/>
          </p:cNvSpPr>
          <p:nvPr>
            <p:ph type="body" sz="half" idx="2"/>
          </p:nvPr>
        </p:nvSpPr>
        <p:spPr/>
        <p:txBody>
          <a:bodyPr/>
          <a:lstStyle/>
          <a:p>
            <a:r>
              <a:rPr lang="en-US"/>
              <a:t>Arrow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181</a:t>
            </a:fld>
            <a:endParaRPr lang="en-US" dirty="0"/>
          </a:p>
        </p:txBody>
      </p:sp>
      <p:grpSp>
        <p:nvGrpSpPr>
          <p:cNvPr id="2" name="Group 10"/>
          <p:cNvGrpSpPr/>
          <p:nvPr/>
        </p:nvGrpSpPr>
        <p:grpSpPr>
          <a:xfrm rot="5400000">
            <a:off x="924371" y="2581953"/>
            <a:ext cx="899161" cy="855896"/>
            <a:chOff x="2209800" y="2190750"/>
            <a:chExt cx="1600200" cy="1295400"/>
          </a:xfrm>
        </p:grpSpPr>
        <p:sp>
          <p:nvSpPr>
            <p:cNvPr id="9" name="Chevron 8"/>
            <p:cNvSpPr/>
            <p:nvPr/>
          </p:nvSpPr>
          <p:spPr bwMode="auto">
            <a:xfrm>
              <a:off x="2209800" y="2343150"/>
              <a:ext cx="990600" cy="990600"/>
            </a:xfrm>
            <a:prstGeom prst="chevron">
              <a:avLst/>
            </a:prstGeom>
            <a:solidFill>
              <a:schemeClr val="accent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Chevron 9"/>
            <p:cNvSpPr/>
            <p:nvPr/>
          </p:nvSpPr>
          <p:spPr bwMode="auto">
            <a:xfrm>
              <a:off x="2514600" y="2190750"/>
              <a:ext cx="1295400" cy="1295400"/>
            </a:xfrm>
            <a:prstGeom prst="chevron">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 name="Group 60"/>
          <p:cNvGrpSpPr/>
          <p:nvPr/>
        </p:nvGrpSpPr>
        <p:grpSpPr>
          <a:xfrm>
            <a:off x="661927" y="1455420"/>
            <a:ext cx="1424048" cy="1281111"/>
            <a:chOff x="480952" y="1360170"/>
            <a:chExt cx="1424048" cy="1281111"/>
          </a:xfrm>
        </p:grpSpPr>
        <p:sp>
          <p:nvSpPr>
            <p:cNvPr id="40" name="Down Arrow Callout 39"/>
            <p:cNvSpPr/>
            <p:nvPr/>
          </p:nvSpPr>
          <p:spPr bwMode="auto">
            <a:xfrm>
              <a:off x="480952" y="1360170"/>
              <a:ext cx="1424048" cy="1281111"/>
            </a:xfrm>
            <a:prstGeom prst="downArrowCallout">
              <a:avLst>
                <a:gd name="adj1" fmla="val 50000"/>
                <a:gd name="adj2" fmla="val 17863"/>
                <a:gd name="adj3" fmla="val 15483"/>
                <a:gd name="adj4" fmla="val 84517"/>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5" name="Freeform 72"/>
            <p:cNvSpPr>
              <a:spLocks noEditPoints="1"/>
            </p:cNvSpPr>
            <p:nvPr/>
          </p:nvSpPr>
          <p:spPr bwMode="auto">
            <a:xfrm>
              <a:off x="963650" y="1666443"/>
              <a:ext cx="458652" cy="458652"/>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5"/>
          <p:cNvGrpSpPr/>
          <p:nvPr/>
        </p:nvGrpSpPr>
        <p:grpSpPr>
          <a:xfrm rot="5400000">
            <a:off x="2528159" y="2581953"/>
            <a:ext cx="899159" cy="855898"/>
            <a:chOff x="2209800" y="2190750"/>
            <a:chExt cx="1600200" cy="1295400"/>
          </a:xfrm>
        </p:grpSpPr>
        <p:sp>
          <p:nvSpPr>
            <p:cNvPr id="17" name="Chevron 16"/>
            <p:cNvSpPr/>
            <p:nvPr/>
          </p:nvSpPr>
          <p:spPr bwMode="auto">
            <a:xfrm>
              <a:off x="2209800" y="2343150"/>
              <a:ext cx="990600" cy="990600"/>
            </a:xfrm>
            <a:prstGeom prst="chevron">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8" name="Chevron 17"/>
            <p:cNvSpPr/>
            <p:nvPr/>
          </p:nvSpPr>
          <p:spPr bwMode="auto">
            <a:xfrm>
              <a:off x="2514600" y="2190750"/>
              <a:ext cx="1295400" cy="1295400"/>
            </a:xfrm>
            <a:prstGeom prst="chevron">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1" name="Group 61"/>
          <p:cNvGrpSpPr/>
          <p:nvPr/>
        </p:nvGrpSpPr>
        <p:grpSpPr>
          <a:xfrm>
            <a:off x="2265714" y="1455420"/>
            <a:ext cx="1424048" cy="1281111"/>
            <a:chOff x="2171700" y="1360170"/>
            <a:chExt cx="1424048" cy="1281111"/>
          </a:xfrm>
        </p:grpSpPr>
        <p:sp>
          <p:nvSpPr>
            <p:cNvPr id="41" name="Down Arrow Callout 40"/>
            <p:cNvSpPr/>
            <p:nvPr/>
          </p:nvSpPr>
          <p:spPr bwMode="auto">
            <a:xfrm>
              <a:off x="2171700" y="1360170"/>
              <a:ext cx="1424048" cy="1281111"/>
            </a:xfrm>
            <a:prstGeom prst="downArrowCallout">
              <a:avLst>
                <a:gd name="adj1" fmla="val 50000"/>
                <a:gd name="adj2" fmla="val 17863"/>
                <a:gd name="adj3" fmla="val 15483"/>
                <a:gd name="adj4" fmla="val 84517"/>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6" name="Freeform 50"/>
            <p:cNvSpPr>
              <a:spLocks noEditPoints="1"/>
            </p:cNvSpPr>
            <p:nvPr/>
          </p:nvSpPr>
          <p:spPr bwMode="auto">
            <a:xfrm>
              <a:off x="2653389" y="1675536"/>
              <a:ext cx="460670" cy="440466"/>
            </a:xfrm>
            <a:custGeom>
              <a:avLst/>
              <a:gdLst/>
              <a:ahLst/>
              <a:cxnLst>
                <a:cxn ang="0">
                  <a:pos x="122" y="44"/>
                </a:cxn>
                <a:cxn ang="0">
                  <a:pos x="115" y="38"/>
                </a:cxn>
                <a:cxn ang="0">
                  <a:pos x="83" y="33"/>
                </a:cxn>
                <a:cxn ang="0">
                  <a:pos x="70" y="5"/>
                </a:cxn>
                <a:cxn ang="0">
                  <a:pos x="62" y="0"/>
                </a:cxn>
                <a:cxn ang="0">
                  <a:pos x="54" y="5"/>
                </a:cxn>
                <a:cxn ang="0">
                  <a:pos x="40" y="33"/>
                </a:cxn>
                <a:cxn ang="0">
                  <a:pos x="8" y="38"/>
                </a:cxn>
                <a:cxn ang="0">
                  <a:pos x="1" y="44"/>
                </a:cxn>
                <a:cxn ang="0">
                  <a:pos x="3" y="53"/>
                </a:cxn>
                <a:cxn ang="0">
                  <a:pos x="26" y="76"/>
                </a:cxn>
                <a:cxn ang="0">
                  <a:pos x="21" y="108"/>
                </a:cxn>
                <a:cxn ang="0">
                  <a:pos x="24" y="117"/>
                </a:cxn>
                <a:cxn ang="0">
                  <a:pos x="29" y="118"/>
                </a:cxn>
                <a:cxn ang="0">
                  <a:pos x="34" y="117"/>
                </a:cxn>
                <a:cxn ang="0">
                  <a:pos x="62" y="102"/>
                </a:cxn>
                <a:cxn ang="0">
                  <a:pos x="89" y="117"/>
                </a:cxn>
                <a:cxn ang="0">
                  <a:pos x="94" y="118"/>
                </a:cxn>
                <a:cxn ang="0">
                  <a:pos x="99" y="117"/>
                </a:cxn>
                <a:cxn ang="0">
                  <a:pos x="102" y="108"/>
                </a:cxn>
                <a:cxn ang="0">
                  <a:pos x="97" y="76"/>
                </a:cxn>
                <a:cxn ang="0">
                  <a:pos x="120" y="53"/>
                </a:cxn>
                <a:cxn ang="0">
                  <a:pos x="122" y="44"/>
                </a:cxn>
                <a:cxn ang="0">
                  <a:pos x="91" y="70"/>
                </a:cxn>
                <a:cxn ang="0">
                  <a:pos x="88" y="77"/>
                </a:cxn>
                <a:cxn ang="0">
                  <a:pos x="94" y="110"/>
                </a:cxn>
                <a:cxn ang="0">
                  <a:pos x="66" y="95"/>
                </a:cxn>
                <a:cxn ang="0">
                  <a:pos x="62" y="94"/>
                </a:cxn>
                <a:cxn ang="0">
                  <a:pos x="57" y="95"/>
                </a:cxn>
                <a:cxn ang="0">
                  <a:pos x="29" y="110"/>
                </a:cxn>
                <a:cxn ang="0">
                  <a:pos x="35" y="77"/>
                </a:cxn>
                <a:cxn ang="0">
                  <a:pos x="32" y="70"/>
                </a:cxn>
                <a:cxn ang="0">
                  <a:pos x="9" y="47"/>
                </a:cxn>
                <a:cxn ang="0">
                  <a:pos x="41" y="42"/>
                </a:cxn>
                <a:cxn ang="0">
                  <a:pos x="48" y="37"/>
                </a:cxn>
                <a:cxn ang="0">
                  <a:pos x="62" y="8"/>
                </a:cxn>
                <a:cxn ang="0">
                  <a:pos x="75" y="37"/>
                </a:cxn>
                <a:cxn ang="0">
                  <a:pos x="82" y="42"/>
                </a:cxn>
                <a:cxn ang="0">
                  <a:pos x="114" y="47"/>
                </a:cxn>
                <a:cxn ang="0">
                  <a:pos x="91" y="70"/>
                </a:cxn>
                <a:cxn ang="0">
                  <a:pos x="91" y="70"/>
                </a:cxn>
                <a:cxn ang="0">
                  <a:pos x="91" y="70"/>
                </a:cxn>
              </a:cxnLst>
              <a:rect l="0" t="0" r="r" b="b"/>
              <a:pathLst>
                <a:path w="124" h="118">
                  <a:moveTo>
                    <a:pt x="122" y="44"/>
                  </a:moveTo>
                  <a:cubicBezTo>
                    <a:pt x="121" y="41"/>
                    <a:pt x="119" y="39"/>
                    <a:pt x="115" y="38"/>
                  </a:cubicBezTo>
                  <a:cubicBezTo>
                    <a:pt x="83" y="33"/>
                    <a:pt x="83" y="33"/>
                    <a:pt x="83" y="33"/>
                  </a:cubicBezTo>
                  <a:cubicBezTo>
                    <a:pt x="70" y="5"/>
                    <a:pt x="70" y="5"/>
                    <a:pt x="70" y="5"/>
                  </a:cubicBezTo>
                  <a:cubicBezTo>
                    <a:pt x="68" y="1"/>
                    <a:pt x="65" y="0"/>
                    <a:pt x="62" y="0"/>
                  </a:cubicBezTo>
                  <a:cubicBezTo>
                    <a:pt x="58" y="0"/>
                    <a:pt x="55" y="1"/>
                    <a:pt x="54" y="5"/>
                  </a:cubicBezTo>
                  <a:cubicBezTo>
                    <a:pt x="40" y="33"/>
                    <a:pt x="40" y="33"/>
                    <a:pt x="40" y="33"/>
                  </a:cubicBezTo>
                  <a:cubicBezTo>
                    <a:pt x="8" y="38"/>
                    <a:pt x="8" y="38"/>
                    <a:pt x="8" y="38"/>
                  </a:cubicBezTo>
                  <a:cubicBezTo>
                    <a:pt x="4" y="39"/>
                    <a:pt x="2" y="41"/>
                    <a:pt x="1" y="44"/>
                  </a:cubicBezTo>
                  <a:cubicBezTo>
                    <a:pt x="0" y="47"/>
                    <a:pt x="0" y="50"/>
                    <a:pt x="3" y="53"/>
                  </a:cubicBezTo>
                  <a:cubicBezTo>
                    <a:pt x="26" y="76"/>
                    <a:pt x="26" y="76"/>
                    <a:pt x="26" y="76"/>
                  </a:cubicBezTo>
                  <a:cubicBezTo>
                    <a:pt x="21" y="108"/>
                    <a:pt x="21" y="108"/>
                    <a:pt x="21" y="108"/>
                  </a:cubicBezTo>
                  <a:cubicBezTo>
                    <a:pt x="20" y="112"/>
                    <a:pt x="22" y="115"/>
                    <a:pt x="24" y="117"/>
                  </a:cubicBezTo>
                  <a:cubicBezTo>
                    <a:pt x="26" y="118"/>
                    <a:pt x="28" y="118"/>
                    <a:pt x="29" y="118"/>
                  </a:cubicBezTo>
                  <a:cubicBezTo>
                    <a:pt x="31" y="118"/>
                    <a:pt x="32" y="118"/>
                    <a:pt x="34" y="117"/>
                  </a:cubicBezTo>
                  <a:cubicBezTo>
                    <a:pt x="62" y="102"/>
                    <a:pt x="62" y="102"/>
                    <a:pt x="62" y="102"/>
                  </a:cubicBezTo>
                  <a:cubicBezTo>
                    <a:pt x="89" y="117"/>
                    <a:pt x="89" y="117"/>
                    <a:pt x="89" y="117"/>
                  </a:cubicBezTo>
                  <a:cubicBezTo>
                    <a:pt x="91" y="118"/>
                    <a:pt x="92" y="118"/>
                    <a:pt x="94" y="118"/>
                  </a:cubicBezTo>
                  <a:cubicBezTo>
                    <a:pt x="96" y="118"/>
                    <a:pt x="97" y="118"/>
                    <a:pt x="99" y="117"/>
                  </a:cubicBezTo>
                  <a:cubicBezTo>
                    <a:pt x="102" y="115"/>
                    <a:pt x="103" y="112"/>
                    <a:pt x="102" y="108"/>
                  </a:cubicBezTo>
                  <a:cubicBezTo>
                    <a:pt x="97" y="76"/>
                    <a:pt x="97" y="76"/>
                    <a:pt x="97" y="76"/>
                  </a:cubicBezTo>
                  <a:cubicBezTo>
                    <a:pt x="120" y="53"/>
                    <a:pt x="120" y="53"/>
                    <a:pt x="120" y="53"/>
                  </a:cubicBezTo>
                  <a:cubicBezTo>
                    <a:pt x="123" y="50"/>
                    <a:pt x="124" y="47"/>
                    <a:pt x="122" y="44"/>
                  </a:cubicBezTo>
                  <a:close/>
                  <a:moveTo>
                    <a:pt x="91" y="70"/>
                  </a:moveTo>
                  <a:cubicBezTo>
                    <a:pt x="89" y="72"/>
                    <a:pt x="88" y="75"/>
                    <a:pt x="88" y="77"/>
                  </a:cubicBezTo>
                  <a:cubicBezTo>
                    <a:pt x="94" y="110"/>
                    <a:pt x="94" y="110"/>
                    <a:pt x="94" y="110"/>
                  </a:cubicBezTo>
                  <a:cubicBezTo>
                    <a:pt x="66" y="95"/>
                    <a:pt x="66" y="95"/>
                    <a:pt x="66" y="95"/>
                  </a:cubicBezTo>
                  <a:cubicBezTo>
                    <a:pt x="65" y="94"/>
                    <a:pt x="63" y="94"/>
                    <a:pt x="62" y="94"/>
                  </a:cubicBezTo>
                  <a:cubicBezTo>
                    <a:pt x="60" y="94"/>
                    <a:pt x="59" y="94"/>
                    <a:pt x="57" y="95"/>
                  </a:cubicBezTo>
                  <a:cubicBezTo>
                    <a:pt x="29" y="110"/>
                    <a:pt x="29" y="110"/>
                    <a:pt x="29" y="110"/>
                  </a:cubicBezTo>
                  <a:cubicBezTo>
                    <a:pt x="35" y="77"/>
                    <a:pt x="35" y="77"/>
                    <a:pt x="35" y="77"/>
                  </a:cubicBezTo>
                  <a:cubicBezTo>
                    <a:pt x="35" y="75"/>
                    <a:pt x="34" y="72"/>
                    <a:pt x="32" y="70"/>
                  </a:cubicBezTo>
                  <a:cubicBezTo>
                    <a:pt x="9" y="47"/>
                    <a:pt x="9" y="47"/>
                    <a:pt x="9" y="47"/>
                  </a:cubicBezTo>
                  <a:cubicBezTo>
                    <a:pt x="41" y="42"/>
                    <a:pt x="41" y="42"/>
                    <a:pt x="41" y="42"/>
                  </a:cubicBezTo>
                  <a:cubicBezTo>
                    <a:pt x="44" y="41"/>
                    <a:pt x="46" y="40"/>
                    <a:pt x="48" y="37"/>
                  </a:cubicBezTo>
                  <a:cubicBezTo>
                    <a:pt x="62" y="8"/>
                    <a:pt x="62" y="8"/>
                    <a:pt x="62" y="8"/>
                  </a:cubicBezTo>
                  <a:cubicBezTo>
                    <a:pt x="75" y="37"/>
                    <a:pt x="75" y="37"/>
                    <a:pt x="75" y="37"/>
                  </a:cubicBezTo>
                  <a:cubicBezTo>
                    <a:pt x="77" y="40"/>
                    <a:pt x="79" y="41"/>
                    <a:pt x="82" y="42"/>
                  </a:cubicBezTo>
                  <a:cubicBezTo>
                    <a:pt x="114" y="47"/>
                    <a:pt x="114" y="47"/>
                    <a:pt x="114" y="47"/>
                  </a:cubicBezTo>
                  <a:lnTo>
                    <a:pt x="91" y="70"/>
                  </a:lnTo>
                  <a:close/>
                  <a:moveTo>
                    <a:pt x="91" y="70"/>
                  </a:moveTo>
                  <a:cubicBezTo>
                    <a:pt x="91" y="70"/>
                    <a:pt x="91" y="70"/>
                    <a:pt x="91" y="7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 name="Group 12"/>
          <p:cNvGrpSpPr/>
          <p:nvPr/>
        </p:nvGrpSpPr>
        <p:grpSpPr>
          <a:xfrm rot="5400000">
            <a:off x="5735733" y="2581953"/>
            <a:ext cx="899159" cy="855898"/>
            <a:chOff x="5105400" y="2190750"/>
            <a:chExt cx="1600200" cy="1295400"/>
          </a:xfrm>
        </p:grpSpPr>
        <p:sp>
          <p:nvSpPr>
            <p:cNvPr id="14" name="Chevron 13"/>
            <p:cNvSpPr/>
            <p:nvPr/>
          </p:nvSpPr>
          <p:spPr bwMode="auto">
            <a:xfrm>
              <a:off x="5105400" y="2343150"/>
              <a:ext cx="990600" cy="990600"/>
            </a:xfrm>
            <a:prstGeom prst="chevron">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 name="Chevron 14"/>
            <p:cNvSpPr/>
            <p:nvPr/>
          </p:nvSpPr>
          <p:spPr bwMode="auto">
            <a:xfrm>
              <a:off x="5410200" y="2190750"/>
              <a:ext cx="1295400" cy="1295400"/>
            </a:xfrm>
            <a:prstGeom prst="chevron">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3" name="Group 63"/>
          <p:cNvGrpSpPr/>
          <p:nvPr/>
        </p:nvGrpSpPr>
        <p:grpSpPr>
          <a:xfrm>
            <a:off x="5473288" y="1455420"/>
            <a:ext cx="1424048" cy="1281111"/>
            <a:chOff x="5562600" y="1360170"/>
            <a:chExt cx="1424048" cy="1281111"/>
          </a:xfrm>
        </p:grpSpPr>
        <p:sp>
          <p:nvSpPr>
            <p:cNvPr id="43" name="Down Arrow Callout 42"/>
            <p:cNvSpPr/>
            <p:nvPr/>
          </p:nvSpPr>
          <p:spPr bwMode="auto">
            <a:xfrm>
              <a:off x="5562600" y="1360170"/>
              <a:ext cx="1424048" cy="1281111"/>
            </a:xfrm>
            <a:prstGeom prst="downArrowCallout">
              <a:avLst>
                <a:gd name="adj1" fmla="val 50000"/>
                <a:gd name="adj2" fmla="val 17863"/>
                <a:gd name="adj3" fmla="val 15483"/>
                <a:gd name="adj4" fmla="val 84517"/>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6" name="Group 46"/>
            <p:cNvGrpSpPr/>
            <p:nvPr/>
          </p:nvGrpSpPr>
          <p:grpSpPr>
            <a:xfrm>
              <a:off x="6045298" y="1666443"/>
              <a:ext cx="458652" cy="458652"/>
              <a:chOff x="8780463" y="1906588"/>
              <a:chExt cx="360363" cy="360363"/>
            </a:xfrm>
            <a:solidFill>
              <a:schemeClr val="bg1"/>
            </a:solidFill>
          </p:grpSpPr>
          <p:sp>
            <p:nvSpPr>
              <p:cNvPr id="48"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9" name="Group 11"/>
          <p:cNvGrpSpPr/>
          <p:nvPr/>
        </p:nvGrpSpPr>
        <p:grpSpPr>
          <a:xfrm rot="5400000">
            <a:off x="4131945" y="2581955"/>
            <a:ext cx="899161" cy="855896"/>
            <a:chOff x="5105400" y="2190750"/>
            <a:chExt cx="1600200" cy="1295400"/>
          </a:xfrm>
        </p:grpSpPr>
        <p:sp>
          <p:nvSpPr>
            <p:cNvPr id="5" name="Chevron 4"/>
            <p:cNvSpPr/>
            <p:nvPr/>
          </p:nvSpPr>
          <p:spPr bwMode="auto">
            <a:xfrm>
              <a:off x="5105400" y="2343150"/>
              <a:ext cx="990600" cy="990600"/>
            </a:xfrm>
            <a:prstGeom prst="chevron">
              <a:avLst/>
            </a:prstGeom>
            <a:solidFill>
              <a:schemeClr val="accent3">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Chevron 5"/>
            <p:cNvSpPr/>
            <p:nvPr/>
          </p:nvSpPr>
          <p:spPr bwMode="auto">
            <a:xfrm>
              <a:off x="5410200" y="2190750"/>
              <a:ext cx="1295400" cy="1295400"/>
            </a:xfrm>
            <a:prstGeom prst="chevron">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0" name="Group 62"/>
          <p:cNvGrpSpPr/>
          <p:nvPr/>
        </p:nvGrpSpPr>
        <p:grpSpPr>
          <a:xfrm>
            <a:off x="3869501" y="1455420"/>
            <a:ext cx="1424048" cy="1281111"/>
            <a:chOff x="3810000" y="1360170"/>
            <a:chExt cx="1424048" cy="1281111"/>
          </a:xfrm>
        </p:grpSpPr>
        <p:sp>
          <p:nvSpPr>
            <p:cNvPr id="42" name="Down Arrow Callout 41"/>
            <p:cNvSpPr/>
            <p:nvPr/>
          </p:nvSpPr>
          <p:spPr bwMode="auto">
            <a:xfrm>
              <a:off x="3810000" y="1360170"/>
              <a:ext cx="1424048" cy="1281111"/>
            </a:xfrm>
            <a:prstGeom prst="downArrowCallout">
              <a:avLst>
                <a:gd name="adj1" fmla="val 50000"/>
                <a:gd name="adj2" fmla="val 17863"/>
                <a:gd name="adj3" fmla="val 15483"/>
                <a:gd name="adj4" fmla="val 84517"/>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4" name="Freeform 144"/>
            <p:cNvSpPr>
              <a:spLocks noEditPoints="1"/>
            </p:cNvSpPr>
            <p:nvPr/>
          </p:nvSpPr>
          <p:spPr bwMode="auto">
            <a:xfrm>
              <a:off x="4287648" y="1666443"/>
              <a:ext cx="468752" cy="458652"/>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1" name="Group 12"/>
          <p:cNvGrpSpPr/>
          <p:nvPr/>
        </p:nvGrpSpPr>
        <p:grpSpPr>
          <a:xfrm rot="5400000">
            <a:off x="7339520" y="2581953"/>
            <a:ext cx="899159" cy="855898"/>
            <a:chOff x="5105400" y="2190750"/>
            <a:chExt cx="1600200" cy="1295400"/>
          </a:xfrm>
        </p:grpSpPr>
        <p:sp>
          <p:nvSpPr>
            <p:cNvPr id="35" name="Chevron 34"/>
            <p:cNvSpPr/>
            <p:nvPr/>
          </p:nvSpPr>
          <p:spPr bwMode="auto">
            <a:xfrm>
              <a:off x="5105400" y="2343150"/>
              <a:ext cx="990600" cy="990600"/>
            </a:xfrm>
            <a:prstGeom prst="chevron">
              <a:avLst/>
            </a:prstGeom>
            <a:solidFill>
              <a:schemeClr val="accent5">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8" name="Chevron 37"/>
            <p:cNvSpPr/>
            <p:nvPr/>
          </p:nvSpPr>
          <p:spPr bwMode="auto">
            <a:xfrm>
              <a:off x="5410200" y="2190750"/>
              <a:ext cx="1295400" cy="1295400"/>
            </a:xfrm>
            <a:prstGeom prst="chevron">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22" name="Group 64"/>
          <p:cNvGrpSpPr/>
          <p:nvPr/>
        </p:nvGrpSpPr>
        <p:grpSpPr>
          <a:xfrm>
            <a:off x="7077075" y="1455420"/>
            <a:ext cx="1424048" cy="1281111"/>
            <a:chOff x="7239000" y="1360170"/>
            <a:chExt cx="1424048" cy="1281111"/>
          </a:xfrm>
        </p:grpSpPr>
        <p:sp>
          <p:nvSpPr>
            <p:cNvPr id="44" name="Down Arrow Callout 43"/>
            <p:cNvSpPr/>
            <p:nvPr/>
          </p:nvSpPr>
          <p:spPr bwMode="auto">
            <a:xfrm>
              <a:off x="7239000" y="1360170"/>
              <a:ext cx="1424048" cy="1281111"/>
            </a:xfrm>
            <a:prstGeom prst="downArrowCallout">
              <a:avLst>
                <a:gd name="adj1" fmla="val 50000"/>
                <a:gd name="adj2" fmla="val 17863"/>
                <a:gd name="adj3" fmla="val 15483"/>
                <a:gd name="adj4" fmla="val 84517"/>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3" name="Group 54"/>
            <p:cNvGrpSpPr/>
            <p:nvPr/>
          </p:nvGrpSpPr>
          <p:grpSpPr>
            <a:xfrm>
              <a:off x="7793427" y="1666443"/>
              <a:ext cx="315194" cy="458652"/>
              <a:chOff x="4075113" y="1909763"/>
              <a:chExt cx="247650" cy="360363"/>
            </a:xfrm>
            <a:solidFill>
              <a:schemeClr val="bg1"/>
            </a:solidFill>
          </p:grpSpPr>
          <p:sp>
            <p:nvSpPr>
              <p:cNvPr id="56" name="Freeform 78"/>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79"/>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66" name="TextBox 65"/>
          <p:cNvSpPr txBox="1"/>
          <p:nvPr/>
        </p:nvSpPr>
        <p:spPr>
          <a:xfrm>
            <a:off x="467618" y="3505200"/>
            <a:ext cx="1789807" cy="892552"/>
          </a:xfrm>
          <a:prstGeom prst="rect">
            <a:avLst/>
          </a:prstGeom>
          <a:noFill/>
        </p:spPr>
        <p:txBody>
          <a:bodyPr wrap="square" rtlCol="0">
            <a:spAutoFit/>
          </a:bodyPr>
          <a:lstStyle/>
          <a:p>
            <a:pPr algn="ctr"/>
            <a:r>
              <a:rPr lang="en-US" sz="1200" b="1" dirty="0">
                <a:solidFill>
                  <a:schemeClr val="accent1"/>
                </a:solidFill>
              </a:rPr>
              <a:t>Title Goes Here</a:t>
            </a:r>
            <a:endParaRPr lang="en-US" sz="1200" dirty="0">
              <a:solidFill>
                <a:schemeClr val="accent1"/>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67" name="TextBox 66"/>
          <p:cNvSpPr txBox="1"/>
          <p:nvPr/>
        </p:nvSpPr>
        <p:spPr>
          <a:xfrm>
            <a:off x="2074962" y="3505200"/>
            <a:ext cx="1789807" cy="892552"/>
          </a:xfrm>
          <a:prstGeom prst="rect">
            <a:avLst/>
          </a:prstGeom>
          <a:noFill/>
        </p:spPr>
        <p:txBody>
          <a:bodyPr wrap="square" rtlCol="0">
            <a:spAutoFit/>
          </a:bodyPr>
          <a:lstStyle/>
          <a:p>
            <a:pPr algn="ctr"/>
            <a:r>
              <a:rPr lang="en-US" sz="1200" b="1" dirty="0">
                <a:solidFill>
                  <a:schemeClr val="accent2"/>
                </a:solidFill>
              </a:rPr>
              <a:t>Title Goes Here</a:t>
            </a:r>
            <a:endParaRPr lang="en-US" sz="1200" dirty="0">
              <a:solidFill>
                <a:schemeClr val="accent2"/>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68" name="TextBox 67"/>
          <p:cNvSpPr txBox="1"/>
          <p:nvPr/>
        </p:nvSpPr>
        <p:spPr>
          <a:xfrm>
            <a:off x="3682306" y="3505200"/>
            <a:ext cx="1789807" cy="892552"/>
          </a:xfrm>
          <a:prstGeom prst="rect">
            <a:avLst/>
          </a:prstGeom>
          <a:noFill/>
        </p:spPr>
        <p:txBody>
          <a:bodyPr wrap="square" rtlCol="0">
            <a:spAutoFit/>
          </a:bodyPr>
          <a:lstStyle/>
          <a:p>
            <a:pPr algn="ctr"/>
            <a:r>
              <a:rPr lang="en-US" sz="1200" b="1" dirty="0">
                <a:solidFill>
                  <a:schemeClr val="accent3"/>
                </a:solidFill>
              </a:rPr>
              <a:t>Title Goes Here</a:t>
            </a:r>
            <a:endParaRPr lang="en-US" sz="1200" dirty="0">
              <a:solidFill>
                <a:schemeClr val="accent3"/>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69" name="TextBox 68"/>
          <p:cNvSpPr txBox="1"/>
          <p:nvPr/>
        </p:nvSpPr>
        <p:spPr>
          <a:xfrm>
            <a:off x="5289650" y="3505200"/>
            <a:ext cx="1789807" cy="892552"/>
          </a:xfrm>
          <a:prstGeom prst="rect">
            <a:avLst/>
          </a:prstGeom>
          <a:noFill/>
        </p:spPr>
        <p:txBody>
          <a:bodyPr wrap="square" rtlCol="0">
            <a:spAutoFit/>
          </a:bodyPr>
          <a:lstStyle/>
          <a:p>
            <a:pPr algn="ctr"/>
            <a:r>
              <a:rPr lang="en-US" sz="1200" b="1" dirty="0">
                <a:solidFill>
                  <a:schemeClr val="accent4"/>
                </a:solidFill>
              </a:rPr>
              <a:t>Title Goes Here</a:t>
            </a:r>
            <a:endParaRPr lang="en-US" sz="1200" dirty="0">
              <a:solidFill>
                <a:schemeClr val="accent4"/>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70" name="TextBox 69"/>
          <p:cNvSpPr txBox="1"/>
          <p:nvPr/>
        </p:nvSpPr>
        <p:spPr>
          <a:xfrm>
            <a:off x="6896993" y="3505200"/>
            <a:ext cx="1789807" cy="892552"/>
          </a:xfrm>
          <a:prstGeom prst="rect">
            <a:avLst/>
          </a:prstGeom>
          <a:noFill/>
        </p:spPr>
        <p:txBody>
          <a:bodyPr wrap="square" rtlCol="0">
            <a:spAutoFit/>
          </a:bodyPr>
          <a:lstStyle/>
          <a:p>
            <a:pPr algn="ctr"/>
            <a:r>
              <a:rPr lang="en-US" sz="1200" b="1" dirty="0">
                <a:solidFill>
                  <a:schemeClr val="accent5"/>
                </a:solidFill>
              </a:rPr>
              <a:t>Title Goes Here</a:t>
            </a:r>
            <a:endParaRPr lang="en-US" sz="1200" dirty="0">
              <a:solidFill>
                <a:schemeClr val="accent5"/>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2" presetClass="entr" presetSubtype="4" accel="50000" decel="50000" fill="hold" grpId="0" nodeType="afterEffect">
                                  <p:stCondLst>
                                    <p:cond delay="0"/>
                                  </p:stCondLst>
                                  <p:childTnLst>
                                    <p:set>
                                      <p:cBhvr>
                                        <p:cTn id="15" dur="1" fill="hold">
                                          <p:stCondLst>
                                            <p:cond delay="0"/>
                                          </p:stCondLst>
                                        </p:cTn>
                                        <p:tgtEl>
                                          <p:spTgt spid="66"/>
                                        </p:tgtEl>
                                        <p:attrNameLst>
                                          <p:attrName>style.visibility</p:attrName>
                                        </p:attrNameLst>
                                      </p:cBhvr>
                                      <p:to>
                                        <p:strVal val="visible"/>
                                      </p:to>
                                    </p:set>
                                    <p:anim calcmode="lin" valueType="num">
                                      <p:cBhvr additive="base">
                                        <p:cTn id="16" dur="500" fill="hold"/>
                                        <p:tgtEl>
                                          <p:spTgt spid="66"/>
                                        </p:tgtEl>
                                        <p:attrNameLst>
                                          <p:attrName>ppt_x</p:attrName>
                                        </p:attrNameLst>
                                      </p:cBhvr>
                                      <p:tavLst>
                                        <p:tav tm="0">
                                          <p:val>
                                            <p:strVal val="#ppt_x"/>
                                          </p:val>
                                        </p:tav>
                                        <p:tav tm="100000">
                                          <p:val>
                                            <p:strVal val="#ppt_x"/>
                                          </p:val>
                                        </p:tav>
                                      </p:tavLst>
                                    </p:anim>
                                    <p:anim calcmode="lin" valueType="num">
                                      <p:cBhvr additive="base">
                                        <p:cTn id="17" dur="500" fill="hold"/>
                                        <p:tgtEl>
                                          <p:spTgt spid="66"/>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1" accel="50000" decel="50000"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ppt_x"/>
                                          </p:val>
                                        </p:tav>
                                        <p:tav tm="100000">
                                          <p:val>
                                            <p:strVal val="#ppt_x"/>
                                          </p:val>
                                        </p:tav>
                                      </p:tavLst>
                                    </p:anim>
                                    <p:anim calcmode="lin" valueType="num">
                                      <p:cBhvr additive="base">
                                        <p:cTn id="22" dur="500" fill="hold"/>
                                        <p:tgtEl>
                                          <p:spTgt spid="11"/>
                                        </p:tgtEl>
                                        <p:attrNameLst>
                                          <p:attrName>ppt_y</p:attrName>
                                        </p:attrNameLst>
                                      </p:cBhvr>
                                      <p:tavLst>
                                        <p:tav tm="0">
                                          <p:val>
                                            <p:strVal val="0-#ppt_h/2"/>
                                          </p:val>
                                        </p:tav>
                                        <p:tav tm="100000">
                                          <p:val>
                                            <p:strVal val="#ppt_y"/>
                                          </p:val>
                                        </p:tav>
                                      </p:tavLst>
                                    </p:anim>
                                  </p:childTnLst>
                                </p:cTn>
                              </p:par>
                              <p:par>
                                <p:cTn id="23" presetID="2" presetClass="entr" presetSubtype="4" accel="50000" decel="5000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childTnLst>
                          </p:cTn>
                        </p:par>
                        <p:par>
                          <p:cTn id="27" fill="hold">
                            <p:stCondLst>
                              <p:cond delay="1500"/>
                            </p:stCondLst>
                            <p:childTnLst>
                              <p:par>
                                <p:cTn id="28" presetID="2" presetClass="entr" presetSubtype="4" accel="50000" decel="50000" fill="hold" grpId="0" nodeType="afterEffect">
                                  <p:stCondLst>
                                    <p:cond delay="0"/>
                                  </p:stCondLst>
                                  <p:childTnLst>
                                    <p:set>
                                      <p:cBhvr>
                                        <p:cTn id="29" dur="1" fill="hold">
                                          <p:stCondLst>
                                            <p:cond delay="0"/>
                                          </p:stCondLst>
                                        </p:cTn>
                                        <p:tgtEl>
                                          <p:spTgt spid="67"/>
                                        </p:tgtEl>
                                        <p:attrNameLst>
                                          <p:attrName>style.visibility</p:attrName>
                                        </p:attrNameLst>
                                      </p:cBhvr>
                                      <p:to>
                                        <p:strVal val="visible"/>
                                      </p:to>
                                    </p:set>
                                    <p:anim calcmode="lin" valueType="num">
                                      <p:cBhvr additive="base">
                                        <p:cTn id="30" dur="500" fill="hold"/>
                                        <p:tgtEl>
                                          <p:spTgt spid="67"/>
                                        </p:tgtEl>
                                        <p:attrNameLst>
                                          <p:attrName>ppt_x</p:attrName>
                                        </p:attrNameLst>
                                      </p:cBhvr>
                                      <p:tavLst>
                                        <p:tav tm="0">
                                          <p:val>
                                            <p:strVal val="#ppt_x"/>
                                          </p:val>
                                        </p:tav>
                                        <p:tav tm="100000">
                                          <p:val>
                                            <p:strVal val="#ppt_x"/>
                                          </p:val>
                                        </p:tav>
                                      </p:tavLst>
                                    </p:anim>
                                    <p:anim calcmode="lin" valueType="num">
                                      <p:cBhvr additive="base">
                                        <p:cTn id="31" dur="500" fill="hold"/>
                                        <p:tgtEl>
                                          <p:spTgt spid="67"/>
                                        </p:tgtEl>
                                        <p:attrNameLst>
                                          <p:attrName>ppt_y</p:attrName>
                                        </p:attrNameLst>
                                      </p:cBhvr>
                                      <p:tavLst>
                                        <p:tav tm="0">
                                          <p:val>
                                            <p:strVal val="1+#ppt_h/2"/>
                                          </p:val>
                                        </p:tav>
                                        <p:tav tm="100000">
                                          <p:val>
                                            <p:strVal val="#ppt_y"/>
                                          </p:val>
                                        </p:tav>
                                      </p:tavLst>
                                    </p:anim>
                                  </p:childTnLst>
                                </p:cTn>
                              </p:par>
                            </p:childTnLst>
                          </p:cTn>
                        </p:par>
                        <p:par>
                          <p:cTn id="32" fill="hold">
                            <p:stCondLst>
                              <p:cond delay="2000"/>
                            </p:stCondLst>
                            <p:childTnLst>
                              <p:par>
                                <p:cTn id="33" presetID="2" presetClass="entr" presetSubtype="1" accel="50000" decel="50000" fill="hold" nodeType="after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ppt_x"/>
                                          </p:val>
                                        </p:tav>
                                        <p:tav tm="100000">
                                          <p:val>
                                            <p:strVal val="#ppt_x"/>
                                          </p:val>
                                        </p:tav>
                                      </p:tavLst>
                                    </p:anim>
                                    <p:anim calcmode="lin" valueType="num">
                                      <p:cBhvr additive="base">
                                        <p:cTn id="36" dur="500" fill="hold"/>
                                        <p:tgtEl>
                                          <p:spTgt spid="20"/>
                                        </p:tgtEl>
                                        <p:attrNameLst>
                                          <p:attrName>ppt_y</p:attrName>
                                        </p:attrNameLst>
                                      </p:cBhvr>
                                      <p:tavLst>
                                        <p:tav tm="0">
                                          <p:val>
                                            <p:strVal val="0-#ppt_h/2"/>
                                          </p:val>
                                        </p:tav>
                                        <p:tav tm="100000">
                                          <p:val>
                                            <p:strVal val="#ppt_y"/>
                                          </p:val>
                                        </p:tav>
                                      </p:tavLst>
                                    </p:anim>
                                  </p:childTnLst>
                                </p:cTn>
                              </p:par>
                              <p:par>
                                <p:cTn id="37" presetID="2" presetClass="entr" presetSubtype="4" accel="50000" decel="5000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500" fill="hold"/>
                                        <p:tgtEl>
                                          <p:spTgt spid="19"/>
                                        </p:tgtEl>
                                        <p:attrNameLst>
                                          <p:attrName>ppt_x</p:attrName>
                                        </p:attrNameLst>
                                      </p:cBhvr>
                                      <p:tavLst>
                                        <p:tav tm="0">
                                          <p:val>
                                            <p:strVal val="#ppt_x"/>
                                          </p:val>
                                        </p:tav>
                                        <p:tav tm="100000">
                                          <p:val>
                                            <p:strVal val="#ppt_x"/>
                                          </p:val>
                                        </p:tav>
                                      </p:tavLst>
                                    </p:anim>
                                    <p:anim calcmode="lin" valueType="num">
                                      <p:cBhvr additive="base">
                                        <p:cTn id="40" dur="500" fill="hold"/>
                                        <p:tgtEl>
                                          <p:spTgt spid="19"/>
                                        </p:tgtEl>
                                        <p:attrNameLst>
                                          <p:attrName>ppt_y</p:attrName>
                                        </p:attrNameLst>
                                      </p:cBhvr>
                                      <p:tavLst>
                                        <p:tav tm="0">
                                          <p:val>
                                            <p:strVal val="1+#ppt_h/2"/>
                                          </p:val>
                                        </p:tav>
                                        <p:tav tm="100000">
                                          <p:val>
                                            <p:strVal val="#ppt_y"/>
                                          </p:val>
                                        </p:tav>
                                      </p:tavLst>
                                    </p:anim>
                                  </p:childTnLst>
                                </p:cTn>
                              </p:par>
                            </p:childTnLst>
                          </p:cTn>
                        </p:par>
                        <p:par>
                          <p:cTn id="41" fill="hold">
                            <p:stCondLst>
                              <p:cond delay="2500"/>
                            </p:stCondLst>
                            <p:childTnLst>
                              <p:par>
                                <p:cTn id="42" presetID="2" presetClass="entr" presetSubtype="4" accel="50000" decel="50000" fill="hold" grpId="0" nodeType="afterEffect">
                                  <p:stCondLst>
                                    <p:cond delay="0"/>
                                  </p:stCondLst>
                                  <p:childTnLst>
                                    <p:set>
                                      <p:cBhvr>
                                        <p:cTn id="43" dur="1" fill="hold">
                                          <p:stCondLst>
                                            <p:cond delay="0"/>
                                          </p:stCondLst>
                                        </p:cTn>
                                        <p:tgtEl>
                                          <p:spTgt spid="68"/>
                                        </p:tgtEl>
                                        <p:attrNameLst>
                                          <p:attrName>style.visibility</p:attrName>
                                        </p:attrNameLst>
                                      </p:cBhvr>
                                      <p:to>
                                        <p:strVal val="visible"/>
                                      </p:to>
                                    </p:set>
                                    <p:anim calcmode="lin" valueType="num">
                                      <p:cBhvr additive="base">
                                        <p:cTn id="44" dur="500" fill="hold"/>
                                        <p:tgtEl>
                                          <p:spTgt spid="68"/>
                                        </p:tgtEl>
                                        <p:attrNameLst>
                                          <p:attrName>ppt_x</p:attrName>
                                        </p:attrNameLst>
                                      </p:cBhvr>
                                      <p:tavLst>
                                        <p:tav tm="0">
                                          <p:val>
                                            <p:strVal val="#ppt_x"/>
                                          </p:val>
                                        </p:tav>
                                        <p:tav tm="100000">
                                          <p:val>
                                            <p:strVal val="#ppt_x"/>
                                          </p:val>
                                        </p:tav>
                                      </p:tavLst>
                                    </p:anim>
                                    <p:anim calcmode="lin" valueType="num">
                                      <p:cBhvr additive="base">
                                        <p:cTn id="45" dur="500" fill="hold"/>
                                        <p:tgtEl>
                                          <p:spTgt spid="68"/>
                                        </p:tgtEl>
                                        <p:attrNameLst>
                                          <p:attrName>ppt_y</p:attrName>
                                        </p:attrNameLst>
                                      </p:cBhvr>
                                      <p:tavLst>
                                        <p:tav tm="0">
                                          <p:val>
                                            <p:strVal val="1+#ppt_h/2"/>
                                          </p:val>
                                        </p:tav>
                                        <p:tav tm="100000">
                                          <p:val>
                                            <p:strVal val="#ppt_y"/>
                                          </p:val>
                                        </p:tav>
                                      </p:tavLst>
                                    </p:anim>
                                  </p:childTnLst>
                                </p:cTn>
                              </p:par>
                            </p:childTnLst>
                          </p:cTn>
                        </p:par>
                        <p:par>
                          <p:cTn id="46" fill="hold">
                            <p:stCondLst>
                              <p:cond delay="3000"/>
                            </p:stCondLst>
                            <p:childTnLst>
                              <p:par>
                                <p:cTn id="47" presetID="2" presetClass="entr" presetSubtype="1" accel="50000" decel="50000" fill="hold"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500" fill="hold"/>
                                        <p:tgtEl>
                                          <p:spTgt spid="13"/>
                                        </p:tgtEl>
                                        <p:attrNameLst>
                                          <p:attrName>ppt_x</p:attrName>
                                        </p:attrNameLst>
                                      </p:cBhvr>
                                      <p:tavLst>
                                        <p:tav tm="0">
                                          <p:val>
                                            <p:strVal val="#ppt_x"/>
                                          </p:val>
                                        </p:tav>
                                        <p:tav tm="100000">
                                          <p:val>
                                            <p:strVal val="#ppt_x"/>
                                          </p:val>
                                        </p:tav>
                                      </p:tavLst>
                                    </p:anim>
                                    <p:anim calcmode="lin" valueType="num">
                                      <p:cBhvr additive="base">
                                        <p:cTn id="50" dur="500" fill="hold"/>
                                        <p:tgtEl>
                                          <p:spTgt spid="13"/>
                                        </p:tgtEl>
                                        <p:attrNameLst>
                                          <p:attrName>ppt_y</p:attrName>
                                        </p:attrNameLst>
                                      </p:cBhvr>
                                      <p:tavLst>
                                        <p:tav tm="0">
                                          <p:val>
                                            <p:strVal val="0-#ppt_h/2"/>
                                          </p:val>
                                        </p:tav>
                                        <p:tav tm="100000">
                                          <p:val>
                                            <p:strVal val="#ppt_y"/>
                                          </p:val>
                                        </p:tav>
                                      </p:tavLst>
                                    </p:anim>
                                  </p:childTnLst>
                                </p:cTn>
                              </p:par>
                              <p:par>
                                <p:cTn id="51" presetID="2" presetClass="entr" presetSubtype="4" accel="50000" decel="5000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 calcmode="lin" valueType="num">
                                      <p:cBhvr additive="base">
                                        <p:cTn id="53" dur="500" fill="hold"/>
                                        <p:tgtEl>
                                          <p:spTgt spid="12"/>
                                        </p:tgtEl>
                                        <p:attrNameLst>
                                          <p:attrName>ppt_x</p:attrName>
                                        </p:attrNameLst>
                                      </p:cBhvr>
                                      <p:tavLst>
                                        <p:tav tm="0">
                                          <p:val>
                                            <p:strVal val="#ppt_x"/>
                                          </p:val>
                                        </p:tav>
                                        <p:tav tm="100000">
                                          <p:val>
                                            <p:strVal val="#ppt_x"/>
                                          </p:val>
                                        </p:tav>
                                      </p:tavLst>
                                    </p:anim>
                                    <p:anim calcmode="lin" valueType="num">
                                      <p:cBhvr additive="base">
                                        <p:cTn id="54" dur="500" fill="hold"/>
                                        <p:tgtEl>
                                          <p:spTgt spid="12"/>
                                        </p:tgtEl>
                                        <p:attrNameLst>
                                          <p:attrName>ppt_y</p:attrName>
                                        </p:attrNameLst>
                                      </p:cBhvr>
                                      <p:tavLst>
                                        <p:tav tm="0">
                                          <p:val>
                                            <p:strVal val="1+#ppt_h/2"/>
                                          </p:val>
                                        </p:tav>
                                        <p:tav tm="100000">
                                          <p:val>
                                            <p:strVal val="#ppt_y"/>
                                          </p:val>
                                        </p:tav>
                                      </p:tavLst>
                                    </p:anim>
                                  </p:childTnLst>
                                </p:cTn>
                              </p:par>
                            </p:childTnLst>
                          </p:cTn>
                        </p:par>
                        <p:par>
                          <p:cTn id="55" fill="hold">
                            <p:stCondLst>
                              <p:cond delay="3500"/>
                            </p:stCondLst>
                            <p:childTnLst>
                              <p:par>
                                <p:cTn id="56" presetID="2" presetClass="entr" presetSubtype="4" accel="50000" decel="50000" fill="hold" grpId="0" nodeType="afterEffect">
                                  <p:stCondLst>
                                    <p:cond delay="0"/>
                                  </p:stCondLst>
                                  <p:childTnLst>
                                    <p:set>
                                      <p:cBhvr>
                                        <p:cTn id="57" dur="1" fill="hold">
                                          <p:stCondLst>
                                            <p:cond delay="0"/>
                                          </p:stCondLst>
                                        </p:cTn>
                                        <p:tgtEl>
                                          <p:spTgt spid="69"/>
                                        </p:tgtEl>
                                        <p:attrNameLst>
                                          <p:attrName>style.visibility</p:attrName>
                                        </p:attrNameLst>
                                      </p:cBhvr>
                                      <p:to>
                                        <p:strVal val="visible"/>
                                      </p:to>
                                    </p:set>
                                    <p:anim calcmode="lin" valueType="num">
                                      <p:cBhvr additive="base">
                                        <p:cTn id="58" dur="500" fill="hold"/>
                                        <p:tgtEl>
                                          <p:spTgt spid="69"/>
                                        </p:tgtEl>
                                        <p:attrNameLst>
                                          <p:attrName>ppt_x</p:attrName>
                                        </p:attrNameLst>
                                      </p:cBhvr>
                                      <p:tavLst>
                                        <p:tav tm="0">
                                          <p:val>
                                            <p:strVal val="#ppt_x"/>
                                          </p:val>
                                        </p:tav>
                                        <p:tav tm="100000">
                                          <p:val>
                                            <p:strVal val="#ppt_x"/>
                                          </p:val>
                                        </p:tav>
                                      </p:tavLst>
                                    </p:anim>
                                    <p:anim calcmode="lin" valueType="num">
                                      <p:cBhvr additive="base">
                                        <p:cTn id="59" dur="500" fill="hold"/>
                                        <p:tgtEl>
                                          <p:spTgt spid="69"/>
                                        </p:tgtEl>
                                        <p:attrNameLst>
                                          <p:attrName>ppt_y</p:attrName>
                                        </p:attrNameLst>
                                      </p:cBhvr>
                                      <p:tavLst>
                                        <p:tav tm="0">
                                          <p:val>
                                            <p:strVal val="1+#ppt_h/2"/>
                                          </p:val>
                                        </p:tav>
                                        <p:tav tm="100000">
                                          <p:val>
                                            <p:strVal val="#ppt_y"/>
                                          </p:val>
                                        </p:tav>
                                      </p:tavLst>
                                    </p:anim>
                                  </p:childTnLst>
                                </p:cTn>
                              </p:par>
                            </p:childTnLst>
                          </p:cTn>
                        </p:par>
                        <p:par>
                          <p:cTn id="60" fill="hold">
                            <p:stCondLst>
                              <p:cond delay="4000"/>
                            </p:stCondLst>
                            <p:childTnLst>
                              <p:par>
                                <p:cTn id="61" presetID="2" presetClass="entr" presetSubtype="1" accel="50000" decel="50000" fill="hold" nodeType="after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500" fill="hold"/>
                                        <p:tgtEl>
                                          <p:spTgt spid="22"/>
                                        </p:tgtEl>
                                        <p:attrNameLst>
                                          <p:attrName>ppt_x</p:attrName>
                                        </p:attrNameLst>
                                      </p:cBhvr>
                                      <p:tavLst>
                                        <p:tav tm="0">
                                          <p:val>
                                            <p:strVal val="#ppt_x"/>
                                          </p:val>
                                        </p:tav>
                                        <p:tav tm="100000">
                                          <p:val>
                                            <p:strVal val="#ppt_x"/>
                                          </p:val>
                                        </p:tav>
                                      </p:tavLst>
                                    </p:anim>
                                    <p:anim calcmode="lin" valueType="num">
                                      <p:cBhvr additive="base">
                                        <p:cTn id="64" dur="500" fill="hold"/>
                                        <p:tgtEl>
                                          <p:spTgt spid="22"/>
                                        </p:tgtEl>
                                        <p:attrNameLst>
                                          <p:attrName>ppt_y</p:attrName>
                                        </p:attrNameLst>
                                      </p:cBhvr>
                                      <p:tavLst>
                                        <p:tav tm="0">
                                          <p:val>
                                            <p:strVal val="0-#ppt_h/2"/>
                                          </p:val>
                                        </p:tav>
                                        <p:tav tm="100000">
                                          <p:val>
                                            <p:strVal val="#ppt_y"/>
                                          </p:val>
                                        </p:tav>
                                      </p:tavLst>
                                    </p:anim>
                                  </p:childTnLst>
                                </p:cTn>
                              </p:par>
                              <p:par>
                                <p:cTn id="65" presetID="2" presetClass="entr" presetSubtype="4" accel="50000" decel="50000" fill="hold" nodeType="with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500" fill="hold"/>
                                        <p:tgtEl>
                                          <p:spTgt spid="21"/>
                                        </p:tgtEl>
                                        <p:attrNameLst>
                                          <p:attrName>ppt_x</p:attrName>
                                        </p:attrNameLst>
                                      </p:cBhvr>
                                      <p:tavLst>
                                        <p:tav tm="0">
                                          <p:val>
                                            <p:strVal val="#ppt_x"/>
                                          </p:val>
                                        </p:tav>
                                        <p:tav tm="100000">
                                          <p:val>
                                            <p:strVal val="#ppt_x"/>
                                          </p:val>
                                        </p:tav>
                                      </p:tavLst>
                                    </p:anim>
                                    <p:anim calcmode="lin" valueType="num">
                                      <p:cBhvr additive="base">
                                        <p:cTn id="68" dur="500" fill="hold"/>
                                        <p:tgtEl>
                                          <p:spTgt spid="21"/>
                                        </p:tgtEl>
                                        <p:attrNameLst>
                                          <p:attrName>ppt_y</p:attrName>
                                        </p:attrNameLst>
                                      </p:cBhvr>
                                      <p:tavLst>
                                        <p:tav tm="0">
                                          <p:val>
                                            <p:strVal val="1+#ppt_h/2"/>
                                          </p:val>
                                        </p:tav>
                                        <p:tav tm="100000">
                                          <p:val>
                                            <p:strVal val="#ppt_y"/>
                                          </p:val>
                                        </p:tav>
                                      </p:tavLst>
                                    </p:anim>
                                  </p:childTnLst>
                                </p:cTn>
                              </p:par>
                            </p:childTnLst>
                          </p:cTn>
                        </p:par>
                        <p:par>
                          <p:cTn id="69" fill="hold">
                            <p:stCondLst>
                              <p:cond delay="4500"/>
                            </p:stCondLst>
                            <p:childTnLst>
                              <p:par>
                                <p:cTn id="70" presetID="2" presetClass="entr" presetSubtype="4" accel="50000" decel="50000" fill="hold" grpId="0" nodeType="afterEffect">
                                  <p:stCondLst>
                                    <p:cond delay="0"/>
                                  </p:stCondLst>
                                  <p:childTnLst>
                                    <p:set>
                                      <p:cBhvr>
                                        <p:cTn id="71" dur="1" fill="hold">
                                          <p:stCondLst>
                                            <p:cond delay="0"/>
                                          </p:stCondLst>
                                        </p:cTn>
                                        <p:tgtEl>
                                          <p:spTgt spid="70"/>
                                        </p:tgtEl>
                                        <p:attrNameLst>
                                          <p:attrName>style.visibility</p:attrName>
                                        </p:attrNameLst>
                                      </p:cBhvr>
                                      <p:to>
                                        <p:strVal val="visible"/>
                                      </p:to>
                                    </p:set>
                                    <p:anim calcmode="lin" valueType="num">
                                      <p:cBhvr additive="base">
                                        <p:cTn id="72" dur="500" fill="hold"/>
                                        <p:tgtEl>
                                          <p:spTgt spid="70"/>
                                        </p:tgtEl>
                                        <p:attrNameLst>
                                          <p:attrName>ppt_x</p:attrName>
                                        </p:attrNameLst>
                                      </p:cBhvr>
                                      <p:tavLst>
                                        <p:tav tm="0">
                                          <p:val>
                                            <p:strVal val="#ppt_x"/>
                                          </p:val>
                                        </p:tav>
                                        <p:tav tm="100000">
                                          <p:val>
                                            <p:strVal val="#ppt_x"/>
                                          </p:val>
                                        </p:tav>
                                      </p:tavLst>
                                    </p:anim>
                                    <p:anim calcmode="lin" valueType="num">
                                      <p:cBhvr additive="base">
                                        <p:cTn id="73"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P spid="68" grpId="0"/>
      <p:bldP spid="69" grpId="0"/>
      <p:bldP spid="70"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Arrow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182</a:t>
            </a:fld>
            <a:endParaRPr lang="en-US" dirty="0"/>
          </a:p>
        </p:txBody>
      </p:sp>
      <p:grpSp>
        <p:nvGrpSpPr>
          <p:cNvPr id="2" name="Group 11"/>
          <p:cNvGrpSpPr/>
          <p:nvPr/>
        </p:nvGrpSpPr>
        <p:grpSpPr>
          <a:xfrm>
            <a:off x="4614659" y="2736757"/>
            <a:ext cx="1862341" cy="1401207"/>
            <a:chOff x="3275012" y="2168525"/>
            <a:chExt cx="3154363" cy="2373313"/>
          </a:xfrm>
        </p:grpSpPr>
        <p:sp>
          <p:nvSpPr>
            <p:cNvPr id="1029" name="Freeform 5"/>
            <p:cNvSpPr>
              <a:spLocks/>
            </p:cNvSpPr>
            <p:nvPr/>
          </p:nvSpPr>
          <p:spPr bwMode="auto">
            <a:xfrm>
              <a:off x="3275012" y="2443163"/>
              <a:ext cx="3122613" cy="2098675"/>
            </a:xfrm>
            <a:custGeom>
              <a:avLst/>
              <a:gdLst/>
              <a:ahLst/>
              <a:cxnLst>
                <a:cxn ang="0">
                  <a:pos x="1380" y="721"/>
                </a:cxn>
                <a:cxn ang="0">
                  <a:pos x="1375" y="732"/>
                </a:cxn>
                <a:cxn ang="0">
                  <a:pos x="1339" y="790"/>
                </a:cxn>
                <a:cxn ang="0">
                  <a:pos x="1319" y="816"/>
                </a:cxn>
                <a:cxn ang="0">
                  <a:pos x="1303" y="834"/>
                </a:cxn>
                <a:cxn ang="0">
                  <a:pos x="1238" y="889"/>
                </a:cxn>
                <a:cxn ang="0">
                  <a:pos x="1223" y="899"/>
                </a:cxn>
                <a:cxn ang="0">
                  <a:pos x="1080" y="921"/>
                </a:cxn>
                <a:cxn ang="0">
                  <a:pos x="1044" y="916"/>
                </a:cxn>
                <a:cxn ang="0">
                  <a:pos x="786" y="819"/>
                </a:cxn>
                <a:cxn ang="0">
                  <a:pos x="416" y="587"/>
                </a:cxn>
                <a:cxn ang="0">
                  <a:pos x="269" y="477"/>
                </a:cxn>
                <a:cxn ang="0">
                  <a:pos x="219" y="437"/>
                </a:cxn>
                <a:cxn ang="0">
                  <a:pos x="203" y="425"/>
                </a:cxn>
                <a:cxn ang="0">
                  <a:pos x="203" y="426"/>
                </a:cxn>
                <a:cxn ang="0">
                  <a:pos x="106" y="540"/>
                </a:cxn>
                <a:cxn ang="0">
                  <a:pos x="0" y="0"/>
                </a:cxn>
                <a:cxn ang="0">
                  <a:pos x="563" y="0"/>
                </a:cxn>
                <a:cxn ang="0">
                  <a:pos x="489" y="89"/>
                </a:cxn>
                <a:cxn ang="0">
                  <a:pos x="465" y="117"/>
                </a:cxn>
                <a:cxn ang="0">
                  <a:pos x="480" y="130"/>
                </a:cxn>
                <a:cxn ang="0">
                  <a:pos x="638" y="280"/>
                </a:cxn>
                <a:cxn ang="0">
                  <a:pos x="1028" y="602"/>
                </a:cxn>
                <a:cxn ang="0">
                  <a:pos x="1045" y="615"/>
                </a:cxn>
                <a:cxn ang="0">
                  <a:pos x="1080" y="639"/>
                </a:cxn>
                <a:cxn ang="0">
                  <a:pos x="1195" y="708"/>
                </a:cxn>
                <a:cxn ang="0">
                  <a:pos x="1250" y="733"/>
                </a:cxn>
                <a:cxn ang="0">
                  <a:pos x="1303" y="746"/>
                </a:cxn>
                <a:cxn ang="0">
                  <a:pos x="1315" y="748"/>
                </a:cxn>
                <a:cxn ang="0">
                  <a:pos x="1342" y="746"/>
                </a:cxn>
                <a:cxn ang="0">
                  <a:pos x="1370" y="732"/>
                </a:cxn>
                <a:cxn ang="0">
                  <a:pos x="1380" y="721"/>
                </a:cxn>
              </a:cxnLst>
              <a:rect l="0" t="0" r="r" b="b"/>
              <a:pathLst>
                <a:path w="1380" h="926">
                  <a:moveTo>
                    <a:pt x="1380" y="721"/>
                  </a:moveTo>
                  <a:cubicBezTo>
                    <a:pt x="1379" y="724"/>
                    <a:pt x="1377" y="728"/>
                    <a:pt x="1375" y="732"/>
                  </a:cubicBezTo>
                  <a:cubicBezTo>
                    <a:pt x="1364" y="752"/>
                    <a:pt x="1352" y="772"/>
                    <a:pt x="1339" y="790"/>
                  </a:cubicBezTo>
                  <a:cubicBezTo>
                    <a:pt x="1333" y="799"/>
                    <a:pt x="1326" y="807"/>
                    <a:pt x="1319" y="816"/>
                  </a:cubicBezTo>
                  <a:cubicBezTo>
                    <a:pt x="1314" y="822"/>
                    <a:pt x="1308" y="828"/>
                    <a:pt x="1303" y="834"/>
                  </a:cubicBezTo>
                  <a:cubicBezTo>
                    <a:pt x="1283" y="854"/>
                    <a:pt x="1261" y="873"/>
                    <a:pt x="1238" y="889"/>
                  </a:cubicBezTo>
                  <a:cubicBezTo>
                    <a:pt x="1233" y="893"/>
                    <a:pt x="1228" y="896"/>
                    <a:pt x="1223" y="899"/>
                  </a:cubicBezTo>
                  <a:cubicBezTo>
                    <a:pt x="1185" y="919"/>
                    <a:pt x="1137" y="926"/>
                    <a:pt x="1080" y="921"/>
                  </a:cubicBezTo>
                  <a:cubicBezTo>
                    <a:pt x="1068" y="920"/>
                    <a:pt x="1056" y="918"/>
                    <a:pt x="1044" y="916"/>
                  </a:cubicBezTo>
                  <a:cubicBezTo>
                    <a:pt x="971" y="903"/>
                    <a:pt x="884" y="871"/>
                    <a:pt x="786" y="819"/>
                  </a:cubicBezTo>
                  <a:cubicBezTo>
                    <a:pt x="416" y="587"/>
                    <a:pt x="416" y="587"/>
                    <a:pt x="416" y="587"/>
                  </a:cubicBezTo>
                  <a:cubicBezTo>
                    <a:pt x="269" y="477"/>
                    <a:pt x="269" y="477"/>
                    <a:pt x="269" y="477"/>
                  </a:cubicBezTo>
                  <a:cubicBezTo>
                    <a:pt x="253" y="464"/>
                    <a:pt x="236" y="451"/>
                    <a:pt x="219" y="437"/>
                  </a:cubicBezTo>
                  <a:cubicBezTo>
                    <a:pt x="213" y="433"/>
                    <a:pt x="208" y="429"/>
                    <a:pt x="203" y="425"/>
                  </a:cubicBezTo>
                  <a:cubicBezTo>
                    <a:pt x="203" y="426"/>
                    <a:pt x="203" y="426"/>
                    <a:pt x="203" y="426"/>
                  </a:cubicBezTo>
                  <a:cubicBezTo>
                    <a:pt x="106" y="540"/>
                    <a:pt x="106" y="540"/>
                    <a:pt x="106" y="540"/>
                  </a:cubicBezTo>
                  <a:cubicBezTo>
                    <a:pt x="0" y="0"/>
                    <a:pt x="0" y="0"/>
                    <a:pt x="0" y="0"/>
                  </a:cubicBezTo>
                  <a:cubicBezTo>
                    <a:pt x="563" y="0"/>
                    <a:pt x="563" y="0"/>
                    <a:pt x="563" y="0"/>
                  </a:cubicBezTo>
                  <a:cubicBezTo>
                    <a:pt x="489" y="89"/>
                    <a:pt x="489" y="89"/>
                    <a:pt x="489" y="89"/>
                  </a:cubicBezTo>
                  <a:cubicBezTo>
                    <a:pt x="465" y="117"/>
                    <a:pt x="465" y="117"/>
                    <a:pt x="465" y="117"/>
                  </a:cubicBezTo>
                  <a:cubicBezTo>
                    <a:pt x="470" y="121"/>
                    <a:pt x="474" y="125"/>
                    <a:pt x="480" y="130"/>
                  </a:cubicBezTo>
                  <a:cubicBezTo>
                    <a:pt x="535" y="183"/>
                    <a:pt x="588" y="233"/>
                    <a:pt x="638" y="280"/>
                  </a:cubicBezTo>
                  <a:cubicBezTo>
                    <a:pt x="1028" y="602"/>
                    <a:pt x="1028" y="602"/>
                    <a:pt x="1028" y="602"/>
                  </a:cubicBezTo>
                  <a:cubicBezTo>
                    <a:pt x="1045" y="615"/>
                    <a:pt x="1045" y="615"/>
                    <a:pt x="1045" y="615"/>
                  </a:cubicBezTo>
                  <a:cubicBezTo>
                    <a:pt x="1057" y="623"/>
                    <a:pt x="1069" y="631"/>
                    <a:pt x="1080" y="639"/>
                  </a:cubicBezTo>
                  <a:cubicBezTo>
                    <a:pt x="1123" y="668"/>
                    <a:pt x="1161" y="691"/>
                    <a:pt x="1195" y="708"/>
                  </a:cubicBezTo>
                  <a:cubicBezTo>
                    <a:pt x="1215" y="718"/>
                    <a:pt x="1233" y="726"/>
                    <a:pt x="1250" y="733"/>
                  </a:cubicBezTo>
                  <a:cubicBezTo>
                    <a:pt x="1269" y="740"/>
                    <a:pt x="1287" y="744"/>
                    <a:pt x="1303" y="746"/>
                  </a:cubicBezTo>
                  <a:cubicBezTo>
                    <a:pt x="1307" y="747"/>
                    <a:pt x="1311" y="747"/>
                    <a:pt x="1315" y="748"/>
                  </a:cubicBezTo>
                  <a:cubicBezTo>
                    <a:pt x="1325" y="748"/>
                    <a:pt x="1334" y="747"/>
                    <a:pt x="1342" y="746"/>
                  </a:cubicBezTo>
                  <a:cubicBezTo>
                    <a:pt x="1353" y="743"/>
                    <a:pt x="1362" y="739"/>
                    <a:pt x="1370" y="732"/>
                  </a:cubicBezTo>
                  <a:cubicBezTo>
                    <a:pt x="1374" y="729"/>
                    <a:pt x="1377" y="725"/>
                    <a:pt x="1380" y="72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1030" name="Freeform 6"/>
            <p:cNvSpPr>
              <a:spLocks/>
            </p:cNvSpPr>
            <p:nvPr/>
          </p:nvSpPr>
          <p:spPr bwMode="auto">
            <a:xfrm>
              <a:off x="4848225" y="2198688"/>
              <a:ext cx="1541463" cy="1885950"/>
            </a:xfrm>
            <a:custGeom>
              <a:avLst/>
              <a:gdLst/>
              <a:ahLst/>
              <a:cxnLst>
                <a:cxn ang="0">
                  <a:pos x="558" y="810"/>
                </a:cxn>
                <a:cxn ang="0">
                  <a:pos x="514" y="661"/>
                </a:cxn>
                <a:cxn ang="0">
                  <a:pos x="500" y="634"/>
                </a:cxn>
                <a:cxn ang="0">
                  <a:pos x="24" y="26"/>
                </a:cxn>
                <a:cxn ang="0">
                  <a:pos x="0" y="0"/>
                </a:cxn>
                <a:cxn ang="0">
                  <a:pos x="30" y="26"/>
                </a:cxn>
                <a:cxn ang="0">
                  <a:pos x="545" y="530"/>
                </a:cxn>
                <a:cxn ang="0">
                  <a:pos x="608" y="613"/>
                </a:cxn>
                <a:cxn ang="0">
                  <a:pos x="638" y="661"/>
                </a:cxn>
                <a:cxn ang="0">
                  <a:pos x="650" y="682"/>
                </a:cxn>
                <a:cxn ang="0">
                  <a:pos x="675" y="745"/>
                </a:cxn>
                <a:cxn ang="0">
                  <a:pos x="679" y="788"/>
                </a:cxn>
                <a:cxn ang="0">
                  <a:pos x="666" y="818"/>
                </a:cxn>
                <a:cxn ang="0">
                  <a:pos x="638" y="832"/>
                </a:cxn>
                <a:cxn ang="0">
                  <a:pos x="620" y="831"/>
                </a:cxn>
                <a:cxn ang="0">
                  <a:pos x="608" y="829"/>
                </a:cxn>
                <a:cxn ang="0">
                  <a:pos x="598" y="826"/>
                </a:cxn>
                <a:cxn ang="0">
                  <a:pos x="558" y="810"/>
                </a:cxn>
              </a:cxnLst>
              <a:rect l="0" t="0" r="r" b="b"/>
              <a:pathLst>
                <a:path w="681" h="832">
                  <a:moveTo>
                    <a:pt x="558" y="810"/>
                  </a:moveTo>
                  <a:cubicBezTo>
                    <a:pt x="558" y="770"/>
                    <a:pt x="543" y="721"/>
                    <a:pt x="514" y="661"/>
                  </a:cubicBezTo>
                  <a:cubicBezTo>
                    <a:pt x="510" y="652"/>
                    <a:pt x="505" y="643"/>
                    <a:pt x="500" y="634"/>
                  </a:cubicBezTo>
                  <a:cubicBezTo>
                    <a:pt x="422" y="486"/>
                    <a:pt x="263" y="284"/>
                    <a:pt x="24" y="26"/>
                  </a:cubicBezTo>
                  <a:cubicBezTo>
                    <a:pt x="16" y="17"/>
                    <a:pt x="8" y="9"/>
                    <a:pt x="0" y="0"/>
                  </a:cubicBezTo>
                  <a:cubicBezTo>
                    <a:pt x="10" y="9"/>
                    <a:pt x="20" y="17"/>
                    <a:pt x="30" y="26"/>
                  </a:cubicBezTo>
                  <a:cubicBezTo>
                    <a:pt x="266" y="231"/>
                    <a:pt x="437" y="399"/>
                    <a:pt x="545" y="530"/>
                  </a:cubicBezTo>
                  <a:cubicBezTo>
                    <a:pt x="569" y="559"/>
                    <a:pt x="590" y="587"/>
                    <a:pt x="608" y="613"/>
                  </a:cubicBezTo>
                  <a:cubicBezTo>
                    <a:pt x="619" y="630"/>
                    <a:pt x="630" y="646"/>
                    <a:pt x="638" y="661"/>
                  </a:cubicBezTo>
                  <a:cubicBezTo>
                    <a:pt x="643" y="668"/>
                    <a:pt x="646" y="675"/>
                    <a:pt x="650" y="682"/>
                  </a:cubicBezTo>
                  <a:cubicBezTo>
                    <a:pt x="662" y="705"/>
                    <a:pt x="670" y="726"/>
                    <a:pt x="675" y="745"/>
                  </a:cubicBezTo>
                  <a:cubicBezTo>
                    <a:pt x="680" y="763"/>
                    <a:pt x="681" y="777"/>
                    <a:pt x="679" y="788"/>
                  </a:cubicBezTo>
                  <a:cubicBezTo>
                    <a:pt x="676" y="799"/>
                    <a:pt x="672" y="809"/>
                    <a:pt x="666" y="818"/>
                  </a:cubicBezTo>
                  <a:cubicBezTo>
                    <a:pt x="660" y="827"/>
                    <a:pt x="651" y="832"/>
                    <a:pt x="638" y="832"/>
                  </a:cubicBezTo>
                  <a:cubicBezTo>
                    <a:pt x="632" y="832"/>
                    <a:pt x="626" y="832"/>
                    <a:pt x="620" y="831"/>
                  </a:cubicBezTo>
                  <a:cubicBezTo>
                    <a:pt x="616" y="831"/>
                    <a:pt x="612" y="830"/>
                    <a:pt x="608" y="829"/>
                  </a:cubicBezTo>
                  <a:cubicBezTo>
                    <a:pt x="604" y="828"/>
                    <a:pt x="601" y="827"/>
                    <a:pt x="598" y="826"/>
                  </a:cubicBezTo>
                  <a:cubicBezTo>
                    <a:pt x="584" y="821"/>
                    <a:pt x="571" y="816"/>
                    <a:pt x="558" y="810"/>
                  </a:cubicBez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1031" name="Freeform 7"/>
            <p:cNvSpPr>
              <a:spLocks noEditPoints="1"/>
            </p:cNvSpPr>
            <p:nvPr/>
          </p:nvSpPr>
          <p:spPr bwMode="auto">
            <a:xfrm>
              <a:off x="3275012" y="2168525"/>
              <a:ext cx="3154363" cy="1970088"/>
            </a:xfrm>
            <a:custGeom>
              <a:avLst/>
              <a:gdLst/>
              <a:ahLst/>
              <a:cxnLst>
                <a:cxn ang="0">
                  <a:pos x="0" y="121"/>
                </a:cxn>
                <a:cxn ang="0">
                  <a:pos x="19" y="106"/>
                </a:cxn>
                <a:cxn ang="0">
                  <a:pos x="547" y="106"/>
                </a:cxn>
                <a:cxn ang="0">
                  <a:pos x="563" y="121"/>
                </a:cxn>
                <a:cxn ang="0">
                  <a:pos x="0" y="121"/>
                </a:cxn>
                <a:cxn ang="0">
                  <a:pos x="1380" y="842"/>
                </a:cxn>
                <a:cxn ang="0">
                  <a:pos x="1370" y="853"/>
                </a:cxn>
                <a:cxn ang="0">
                  <a:pos x="1342" y="867"/>
                </a:cxn>
                <a:cxn ang="0">
                  <a:pos x="1315" y="869"/>
                </a:cxn>
                <a:cxn ang="0">
                  <a:pos x="1303" y="867"/>
                </a:cxn>
                <a:cxn ang="0">
                  <a:pos x="1250" y="854"/>
                </a:cxn>
                <a:cxn ang="0">
                  <a:pos x="1195" y="829"/>
                </a:cxn>
                <a:cxn ang="0">
                  <a:pos x="1080" y="760"/>
                </a:cxn>
                <a:cxn ang="0">
                  <a:pos x="1045" y="736"/>
                </a:cxn>
                <a:cxn ang="0">
                  <a:pos x="1028" y="723"/>
                </a:cxn>
                <a:cxn ang="0">
                  <a:pos x="638" y="401"/>
                </a:cxn>
                <a:cxn ang="0">
                  <a:pos x="480" y="251"/>
                </a:cxn>
                <a:cxn ang="0">
                  <a:pos x="465" y="238"/>
                </a:cxn>
                <a:cxn ang="0">
                  <a:pos x="489" y="210"/>
                </a:cxn>
                <a:cxn ang="0">
                  <a:pos x="1044" y="691"/>
                </a:cxn>
                <a:cxn ang="0">
                  <a:pos x="1119" y="745"/>
                </a:cxn>
                <a:cxn ang="0">
                  <a:pos x="1195" y="793"/>
                </a:cxn>
                <a:cxn ang="0">
                  <a:pos x="1235" y="814"/>
                </a:cxn>
                <a:cxn ang="0">
                  <a:pos x="1253" y="823"/>
                </a:cxn>
                <a:cxn ang="0">
                  <a:pos x="1293" y="839"/>
                </a:cxn>
                <a:cxn ang="0">
                  <a:pos x="1303" y="842"/>
                </a:cxn>
                <a:cxn ang="0">
                  <a:pos x="1315" y="844"/>
                </a:cxn>
                <a:cxn ang="0">
                  <a:pos x="1333" y="845"/>
                </a:cxn>
                <a:cxn ang="0">
                  <a:pos x="1361" y="831"/>
                </a:cxn>
                <a:cxn ang="0">
                  <a:pos x="1374" y="801"/>
                </a:cxn>
                <a:cxn ang="0">
                  <a:pos x="1370" y="758"/>
                </a:cxn>
                <a:cxn ang="0">
                  <a:pos x="1345" y="695"/>
                </a:cxn>
                <a:cxn ang="0">
                  <a:pos x="1333" y="674"/>
                </a:cxn>
                <a:cxn ang="0">
                  <a:pos x="1303" y="626"/>
                </a:cxn>
                <a:cxn ang="0">
                  <a:pos x="1240" y="543"/>
                </a:cxn>
                <a:cxn ang="0">
                  <a:pos x="725" y="39"/>
                </a:cxn>
                <a:cxn ang="0">
                  <a:pos x="695" y="13"/>
                </a:cxn>
                <a:cxn ang="0">
                  <a:pos x="682" y="0"/>
                </a:cxn>
                <a:cxn ang="0">
                  <a:pos x="728" y="39"/>
                </a:cxn>
                <a:cxn ang="0">
                  <a:pos x="945" y="234"/>
                </a:cxn>
                <a:cxn ang="0">
                  <a:pos x="1247" y="543"/>
                </a:cxn>
                <a:cxn ang="0">
                  <a:pos x="1303" y="613"/>
                </a:cxn>
                <a:cxn ang="0">
                  <a:pos x="1344" y="674"/>
                </a:cxn>
                <a:cxn ang="0">
                  <a:pos x="1356" y="695"/>
                </a:cxn>
                <a:cxn ang="0">
                  <a:pos x="1384" y="758"/>
                </a:cxn>
                <a:cxn ang="0">
                  <a:pos x="1392" y="793"/>
                </a:cxn>
                <a:cxn ang="0">
                  <a:pos x="1392" y="792"/>
                </a:cxn>
                <a:cxn ang="0">
                  <a:pos x="1380" y="842"/>
                </a:cxn>
              </a:cxnLst>
              <a:rect l="0" t="0" r="r" b="b"/>
              <a:pathLst>
                <a:path w="1394" h="869">
                  <a:moveTo>
                    <a:pt x="0" y="121"/>
                  </a:moveTo>
                  <a:cubicBezTo>
                    <a:pt x="19" y="106"/>
                    <a:pt x="19" y="106"/>
                    <a:pt x="19" y="106"/>
                  </a:cubicBezTo>
                  <a:cubicBezTo>
                    <a:pt x="547" y="106"/>
                    <a:pt x="547" y="106"/>
                    <a:pt x="547" y="106"/>
                  </a:cubicBezTo>
                  <a:cubicBezTo>
                    <a:pt x="563" y="121"/>
                    <a:pt x="563" y="121"/>
                    <a:pt x="563" y="121"/>
                  </a:cubicBezTo>
                  <a:lnTo>
                    <a:pt x="0" y="121"/>
                  </a:lnTo>
                  <a:close/>
                  <a:moveTo>
                    <a:pt x="1380" y="842"/>
                  </a:moveTo>
                  <a:cubicBezTo>
                    <a:pt x="1377" y="846"/>
                    <a:pt x="1374" y="850"/>
                    <a:pt x="1370" y="853"/>
                  </a:cubicBezTo>
                  <a:cubicBezTo>
                    <a:pt x="1362" y="860"/>
                    <a:pt x="1353" y="864"/>
                    <a:pt x="1342" y="867"/>
                  </a:cubicBezTo>
                  <a:cubicBezTo>
                    <a:pt x="1334" y="868"/>
                    <a:pt x="1325" y="869"/>
                    <a:pt x="1315" y="869"/>
                  </a:cubicBezTo>
                  <a:cubicBezTo>
                    <a:pt x="1311" y="868"/>
                    <a:pt x="1307" y="868"/>
                    <a:pt x="1303" y="867"/>
                  </a:cubicBezTo>
                  <a:cubicBezTo>
                    <a:pt x="1287" y="865"/>
                    <a:pt x="1269" y="861"/>
                    <a:pt x="1250" y="854"/>
                  </a:cubicBezTo>
                  <a:cubicBezTo>
                    <a:pt x="1233" y="847"/>
                    <a:pt x="1215" y="839"/>
                    <a:pt x="1195" y="829"/>
                  </a:cubicBezTo>
                  <a:cubicBezTo>
                    <a:pt x="1161" y="812"/>
                    <a:pt x="1123" y="789"/>
                    <a:pt x="1080" y="760"/>
                  </a:cubicBezTo>
                  <a:cubicBezTo>
                    <a:pt x="1069" y="752"/>
                    <a:pt x="1057" y="744"/>
                    <a:pt x="1045" y="736"/>
                  </a:cubicBezTo>
                  <a:cubicBezTo>
                    <a:pt x="1028" y="723"/>
                    <a:pt x="1028" y="723"/>
                    <a:pt x="1028" y="723"/>
                  </a:cubicBezTo>
                  <a:cubicBezTo>
                    <a:pt x="638" y="401"/>
                    <a:pt x="638" y="401"/>
                    <a:pt x="638" y="401"/>
                  </a:cubicBezTo>
                  <a:cubicBezTo>
                    <a:pt x="588" y="354"/>
                    <a:pt x="535" y="304"/>
                    <a:pt x="480" y="251"/>
                  </a:cubicBezTo>
                  <a:cubicBezTo>
                    <a:pt x="474" y="246"/>
                    <a:pt x="470" y="242"/>
                    <a:pt x="465" y="238"/>
                  </a:cubicBezTo>
                  <a:cubicBezTo>
                    <a:pt x="489" y="210"/>
                    <a:pt x="489" y="210"/>
                    <a:pt x="489" y="210"/>
                  </a:cubicBezTo>
                  <a:cubicBezTo>
                    <a:pt x="716" y="425"/>
                    <a:pt x="901" y="585"/>
                    <a:pt x="1044" y="691"/>
                  </a:cubicBezTo>
                  <a:cubicBezTo>
                    <a:pt x="1071" y="711"/>
                    <a:pt x="1095" y="729"/>
                    <a:pt x="1119" y="745"/>
                  </a:cubicBezTo>
                  <a:cubicBezTo>
                    <a:pt x="1146" y="763"/>
                    <a:pt x="1172" y="779"/>
                    <a:pt x="1195" y="793"/>
                  </a:cubicBezTo>
                  <a:cubicBezTo>
                    <a:pt x="1209" y="801"/>
                    <a:pt x="1223" y="808"/>
                    <a:pt x="1235" y="814"/>
                  </a:cubicBezTo>
                  <a:cubicBezTo>
                    <a:pt x="1241" y="817"/>
                    <a:pt x="1247" y="820"/>
                    <a:pt x="1253" y="823"/>
                  </a:cubicBezTo>
                  <a:cubicBezTo>
                    <a:pt x="1266" y="829"/>
                    <a:pt x="1279" y="834"/>
                    <a:pt x="1293" y="839"/>
                  </a:cubicBezTo>
                  <a:cubicBezTo>
                    <a:pt x="1296" y="840"/>
                    <a:pt x="1299" y="841"/>
                    <a:pt x="1303" y="842"/>
                  </a:cubicBezTo>
                  <a:cubicBezTo>
                    <a:pt x="1307" y="843"/>
                    <a:pt x="1311" y="844"/>
                    <a:pt x="1315" y="844"/>
                  </a:cubicBezTo>
                  <a:cubicBezTo>
                    <a:pt x="1321" y="845"/>
                    <a:pt x="1327" y="845"/>
                    <a:pt x="1333" y="845"/>
                  </a:cubicBezTo>
                  <a:cubicBezTo>
                    <a:pt x="1346" y="845"/>
                    <a:pt x="1355" y="840"/>
                    <a:pt x="1361" y="831"/>
                  </a:cubicBezTo>
                  <a:cubicBezTo>
                    <a:pt x="1367" y="822"/>
                    <a:pt x="1371" y="812"/>
                    <a:pt x="1374" y="801"/>
                  </a:cubicBezTo>
                  <a:cubicBezTo>
                    <a:pt x="1376" y="790"/>
                    <a:pt x="1375" y="776"/>
                    <a:pt x="1370" y="758"/>
                  </a:cubicBezTo>
                  <a:cubicBezTo>
                    <a:pt x="1365" y="739"/>
                    <a:pt x="1357" y="718"/>
                    <a:pt x="1345" y="695"/>
                  </a:cubicBezTo>
                  <a:cubicBezTo>
                    <a:pt x="1341" y="688"/>
                    <a:pt x="1338" y="681"/>
                    <a:pt x="1333" y="674"/>
                  </a:cubicBezTo>
                  <a:cubicBezTo>
                    <a:pt x="1325" y="659"/>
                    <a:pt x="1314" y="643"/>
                    <a:pt x="1303" y="626"/>
                  </a:cubicBezTo>
                  <a:cubicBezTo>
                    <a:pt x="1285" y="600"/>
                    <a:pt x="1264" y="572"/>
                    <a:pt x="1240" y="543"/>
                  </a:cubicBezTo>
                  <a:cubicBezTo>
                    <a:pt x="1132" y="412"/>
                    <a:pt x="961" y="244"/>
                    <a:pt x="725" y="39"/>
                  </a:cubicBezTo>
                  <a:cubicBezTo>
                    <a:pt x="715" y="30"/>
                    <a:pt x="705" y="22"/>
                    <a:pt x="695" y="13"/>
                  </a:cubicBezTo>
                  <a:cubicBezTo>
                    <a:pt x="691" y="9"/>
                    <a:pt x="686" y="4"/>
                    <a:pt x="682" y="0"/>
                  </a:cubicBezTo>
                  <a:cubicBezTo>
                    <a:pt x="698" y="13"/>
                    <a:pt x="713" y="26"/>
                    <a:pt x="728" y="39"/>
                  </a:cubicBezTo>
                  <a:cubicBezTo>
                    <a:pt x="808" y="108"/>
                    <a:pt x="880" y="173"/>
                    <a:pt x="945" y="234"/>
                  </a:cubicBezTo>
                  <a:cubicBezTo>
                    <a:pt x="1073" y="353"/>
                    <a:pt x="1174" y="456"/>
                    <a:pt x="1247" y="543"/>
                  </a:cubicBezTo>
                  <a:cubicBezTo>
                    <a:pt x="1268" y="568"/>
                    <a:pt x="1286" y="591"/>
                    <a:pt x="1303" y="613"/>
                  </a:cubicBezTo>
                  <a:cubicBezTo>
                    <a:pt x="1318" y="635"/>
                    <a:pt x="1332" y="655"/>
                    <a:pt x="1344" y="674"/>
                  </a:cubicBezTo>
                  <a:cubicBezTo>
                    <a:pt x="1348" y="681"/>
                    <a:pt x="1352" y="688"/>
                    <a:pt x="1356" y="695"/>
                  </a:cubicBezTo>
                  <a:cubicBezTo>
                    <a:pt x="1368" y="718"/>
                    <a:pt x="1378" y="739"/>
                    <a:pt x="1384" y="758"/>
                  </a:cubicBezTo>
                  <a:cubicBezTo>
                    <a:pt x="1388" y="772"/>
                    <a:pt x="1391" y="783"/>
                    <a:pt x="1392" y="793"/>
                  </a:cubicBezTo>
                  <a:cubicBezTo>
                    <a:pt x="1392" y="792"/>
                    <a:pt x="1392" y="792"/>
                    <a:pt x="1392" y="792"/>
                  </a:cubicBezTo>
                  <a:cubicBezTo>
                    <a:pt x="1394" y="808"/>
                    <a:pt x="1390" y="825"/>
                    <a:pt x="1380" y="842"/>
                  </a:cubicBez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grpSp>
        <p:nvGrpSpPr>
          <p:cNvPr id="3" name="Group 12"/>
          <p:cNvGrpSpPr/>
          <p:nvPr/>
        </p:nvGrpSpPr>
        <p:grpSpPr>
          <a:xfrm flipH="1">
            <a:off x="2667000" y="2754565"/>
            <a:ext cx="1862341" cy="1401207"/>
            <a:chOff x="3275012" y="2168525"/>
            <a:chExt cx="3154363" cy="2373313"/>
          </a:xfrm>
        </p:grpSpPr>
        <p:sp>
          <p:nvSpPr>
            <p:cNvPr id="14" name="Freeform 5"/>
            <p:cNvSpPr>
              <a:spLocks/>
            </p:cNvSpPr>
            <p:nvPr/>
          </p:nvSpPr>
          <p:spPr bwMode="auto">
            <a:xfrm>
              <a:off x="3275012" y="2443163"/>
              <a:ext cx="3122613" cy="2098675"/>
            </a:xfrm>
            <a:custGeom>
              <a:avLst/>
              <a:gdLst/>
              <a:ahLst/>
              <a:cxnLst>
                <a:cxn ang="0">
                  <a:pos x="1380" y="721"/>
                </a:cxn>
                <a:cxn ang="0">
                  <a:pos x="1375" y="732"/>
                </a:cxn>
                <a:cxn ang="0">
                  <a:pos x="1339" y="790"/>
                </a:cxn>
                <a:cxn ang="0">
                  <a:pos x="1319" y="816"/>
                </a:cxn>
                <a:cxn ang="0">
                  <a:pos x="1303" y="834"/>
                </a:cxn>
                <a:cxn ang="0">
                  <a:pos x="1238" y="889"/>
                </a:cxn>
                <a:cxn ang="0">
                  <a:pos x="1223" y="899"/>
                </a:cxn>
                <a:cxn ang="0">
                  <a:pos x="1080" y="921"/>
                </a:cxn>
                <a:cxn ang="0">
                  <a:pos x="1044" y="916"/>
                </a:cxn>
                <a:cxn ang="0">
                  <a:pos x="786" y="819"/>
                </a:cxn>
                <a:cxn ang="0">
                  <a:pos x="416" y="587"/>
                </a:cxn>
                <a:cxn ang="0">
                  <a:pos x="269" y="477"/>
                </a:cxn>
                <a:cxn ang="0">
                  <a:pos x="219" y="437"/>
                </a:cxn>
                <a:cxn ang="0">
                  <a:pos x="203" y="425"/>
                </a:cxn>
                <a:cxn ang="0">
                  <a:pos x="203" y="426"/>
                </a:cxn>
                <a:cxn ang="0">
                  <a:pos x="106" y="540"/>
                </a:cxn>
                <a:cxn ang="0">
                  <a:pos x="0" y="0"/>
                </a:cxn>
                <a:cxn ang="0">
                  <a:pos x="563" y="0"/>
                </a:cxn>
                <a:cxn ang="0">
                  <a:pos x="489" y="89"/>
                </a:cxn>
                <a:cxn ang="0">
                  <a:pos x="465" y="117"/>
                </a:cxn>
                <a:cxn ang="0">
                  <a:pos x="480" y="130"/>
                </a:cxn>
                <a:cxn ang="0">
                  <a:pos x="638" y="280"/>
                </a:cxn>
                <a:cxn ang="0">
                  <a:pos x="1028" y="602"/>
                </a:cxn>
                <a:cxn ang="0">
                  <a:pos x="1045" y="615"/>
                </a:cxn>
                <a:cxn ang="0">
                  <a:pos x="1080" y="639"/>
                </a:cxn>
                <a:cxn ang="0">
                  <a:pos x="1195" y="708"/>
                </a:cxn>
                <a:cxn ang="0">
                  <a:pos x="1250" y="733"/>
                </a:cxn>
                <a:cxn ang="0">
                  <a:pos x="1303" y="746"/>
                </a:cxn>
                <a:cxn ang="0">
                  <a:pos x="1315" y="748"/>
                </a:cxn>
                <a:cxn ang="0">
                  <a:pos x="1342" y="746"/>
                </a:cxn>
                <a:cxn ang="0">
                  <a:pos x="1370" y="732"/>
                </a:cxn>
                <a:cxn ang="0">
                  <a:pos x="1380" y="721"/>
                </a:cxn>
              </a:cxnLst>
              <a:rect l="0" t="0" r="r" b="b"/>
              <a:pathLst>
                <a:path w="1380" h="926">
                  <a:moveTo>
                    <a:pt x="1380" y="721"/>
                  </a:moveTo>
                  <a:cubicBezTo>
                    <a:pt x="1379" y="724"/>
                    <a:pt x="1377" y="728"/>
                    <a:pt x="1375" y="732"/>
                  </a:cubicBezTo>
                  <a:cubicBezTo>
                    <a:pt x="1364" y="752"/>
                    <a:pt x="1352" y="772"/>
                    <a:pt x="1339" y="790"/>
                  </a:cubicBezTo>
                  <a:cubicBezTo>
                    <a:pt x="1333" y="799"/>
                    <a:pt x="1326" y="807"/>
                    <a:pt x="1319" y="816"/>
                  </a:cubicBezTo>
                  <a:cubicBezTo>
                    <a:pt x="1314" y="822"/>
                    <a:pt x="1308" y="828"/>
                    <a:pt x="1303" y="834"/>
                  </a:cubicBezTo>
                  <a:cubicBezTo>
                    <a:pt x="1283" y="854"/>
                    <a:pt x="1261" y="873"/>
                    <a:pt x="1238" y="889"/>
                  </a:cubicBezTo>
                  <a:cubicBezTo>
                    <a:pt x="1233" y="893"/>
                    <a:pt x="1228" y="896"/>
                    <a:pt x="1223" y="899"/>
                  </a:cubicBezTo>
                  <a:cubicBezTo>
                    <a:pt x="1185" y="919"/>
                    <a:pt x="1137" y="926"/>
                    <a:pt x="1080" y="921"/>
                  </a:cubicBezTo>
                  <a:cubicBezTo>
                    <a:pt x="1068" y="920"/>
                    <a:pt x="1056" y="918"/>
                    <a:pt x="1044" y="916"/>
                  </a:cubicBezTo>
                  <a:cubicBezTo>
                    <a:pt x="971" y="903"/>
                    <a:pt x="884" y="871"/>
                    <a:pt x="786" y="819"/>
                  </a:cubicBezTo>
                  <a:cubicBezTo>
                    <a:pt x="416" y="587"/>
                    <a:pt x="416" y="587"/>
                    <a:pt x="416" y="587"/>
                  </a:cubicBezTo>
                  <a:cubicBezTo>
                    <a:pt x="269" y="477"/>
                    <a:pt x="269" y="477"/>
                    <a:pt x="269" y="477"/>
                  </a:cubicBezTo>
                  <a:cubicBezTo>
                    <a:pt x="253" y="464"/>
                    <a:pt x="236" y="451"/>
                    <a:pt x="219" y="437"/>
                  </a:cubicBezTo>
                  <a:cubicBezTo>
                    <a:pt x="213" y="433"/>
                    <a:pt x="208" y="429"/>
                    <a:pt x="203" y="425"/>
                  </a:cubicBezTo>
                  <a:cubicBezTo>
                    <a:pt x="203" y="426"/>
                    <a:pt x="203" y="426"/>
                    <a:pt x="203" y="426"/>
                  </a:cubicBezTo>
                  <a:cubicBezTo>
                    <a:pt x="106" y="540"/>
                    <a:pt x="106" y="540"/>
                    <a:pt x="106" y="540"/>
                  </a:cubicBezTo>
                  <a:cubicBezTo>
                    <a:pt x="0" y="0"/>
                    <a:pt x="0" y="0"/>
                    <a:pt x="0" y="0"/>
                  </a:cubicBezTo>
                  <a:cubicBezTo>
                    <a:pt x="563" y="0"/>
                    <a:pt x="563" y="0"/>
                    <a:pt x="563" y="0"/>
                  </a:cubicBezTo>
                  <a:cubicBezTo>
                    <a:pt x="489" y="89"/>
                    <a:pt x="489" y="89"/>
                    <a:pt x="489" y="89"/>
                  </a:cubicBezTo>
                  <a:cubicBezTo>
                    <a:pt x="465" y="117"/>
                    <a:pt x="465" y="117"/>
                    <a:pt x="465" y="117"/>
                  </a:cubicBezTo>
                  <a:cubicBezTo>
                    <a:pt x="470" y="121"/>
                    <a:pt x="474" y="125"/>
                    <a:pt x="480" y="130"/>
                  </a:cubicBezTo>
                  <a:cubicBezTo>
                    <a:pt x="535" y="183"/>
                    <a:pt x="588" y="233"/>
                    <a:pt x="638" y="280"/>
                  </a:cubicBezTo>
                  <a:cubicBezTo>
                    <a:pt x="1028" y="602"/>
                    <a:pt x="1028" y="602"/>
                    <a:pt x="1028" y="602"/>
                  </a:cubicBezTo>
                  <a:cubicBezTo>
                    <a:pt x="1045" y="615"/>
                    <a:pt x="1045" y="615"/>
                    <a:pt x="1045" y="615"/>
                  </a:cubicBezTo>
                  <a:cubicBezTo>
                    <a:pt x="1057" y="623"/>
                    <a:pt x="1069" y="631"/>
                    <a:pt x="1080" y="639"/>
                  </a:cubicBezTo>
                  <a:cubicBezTo>
                    <a:pt x="1123" y="668"/>
                    <a:pt x="1161" y="691"/>
                    <a:pt x="1195" y="708"/>
                  </a:cubicBezTo>
                  <a:cubicBezTo>
                    <a:pt x="1215" y="718"/>
                    <a:pt x="1233" y="726"/>
                    <a:pt x="1250" y="733"/>
                  </a:cubicBezTo>
                  <a:cubicBezTo>
                    <a:pt x="1269" y="740"/>
                    <a:pt x="1287" y="744"/>
                    <a:pt x="1303" y="746"/>
                  </a:cubicBezTo>
                  <a:cubicBezTo>
                    <a:pt x="1307" y="747"/>
                    <a:pt x="1311" y="747"/>
                    <a:pt x="1315" y="748"/>
                  </a:cubicBezTo>
                  <a:cubicBezTo>
                    <a:pt x="1325" y="748"/>
                    <a:pt x="1334" y="747"/>
                    <a:pt x="1342" y="746"/>
                  </a:cubicBezTo>
                  <a:cubicBezTo>
                    <a:pt x="1353" y="743"/>
                    <a:pt x="1362" y="739"/>
                    <a:pt x="1370" y="732"/>
                  </a:cubicBezTo>
                  <a:cubicBezTo>
                    <a:pt x="1374" y="729"/>
                    <a:pt x="1377" y="725"/>
                    <a:pt x="1380" y="72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15" name="Freeform 6"/>
            <p:cNvSpPr>
              <a:spLocks/>
            </p:cNvSpPr>
            <p:nvPr/>
          </p:nvSpPr>
          <p:spPr bwMode="auto">
            <a:xfrm>
              <a:off x="4848225" y="2198688"/>
              <a:ext cx="1541463" cy="1885950"/>
            </a:xfrm>
            <a:custGeom>
              <a:avLst/>
              <a:gdLst/>
              <a:ahLst/>
              <a:cxnLst>
                <a:cxn ang="0">
                  <a:pos x="558" y="810"/>
                </a:cxn>
                <a:cxn ang="0">
                  <a:pos x="514" y="661"/>
                </a:cxn>
                <a:cxn ang="0">
                  <a:pos x="500" y="634"/>
                </a:cxn>
                <a:cxn ang="0">
                  <a:pos x="24" y="26"/>
                </a:cxn>
                <a:cxn ang="0">
                  <a:pos x="0" y="0"/>
                </a:cxn>
                <a:cxn ang="0">
                  <a:pos x="30" y="26"/>
                </a:cxn>
                <a:cxn ang="0">
                  <a:pos x="545" y="530"/>
                </a:cxn>
                <a:cxn ang="0">
                  <a:pos x="608" y="613"/>
                </a:cxn>
                <a:cxn ang="0">
                  <a:pos x="638" y="661"/>
                </a:cxn>
                <a:cxn ang="0">
                  <a:pos x="650" y="682"/>
                </a:cxn>
                <a:cxn ang="0">
                  <a:pos x="675" y="745"/>
                </a:cxn>
                <a:cxn ang="0">
                  <a:pos x="679" y="788"/>
                </a:cxn>
                <a:cxn ang="0">
                  <a:pos x="666" y="818"/>
                </a:cxn>
                <a:cxn ang="0">
                  <a:pos x="638" y="832"/>
                </a:cxn>
                <a:cxn ang="0">
                  <a:pos x="620" y="831"/>
                </a:cxn>
                <a:cxn ang="0">
                  <a:pos x="608" y="829"/>
                </a:cxn>
                <a:cxn ang="0">
                  <a:pos x="598" y="826"/>
                </a:cxn>
                <a:cxn ang="0">
                  <a:pos x="558" y="810"/>
                </a:cxn>
              </a:cxnLst>
              <a:rect l="0" t="0" r="r" b="b"/>
              <a:pathLst>
                <a:path w="681" h="832">
                  <a:moveTo>
                    <a:pt x="558" y="810"/>
                  </a:moveTo>
                  <a:cubicBezTo>
                    <a:pt x="558" y="770"/>
                    <a:pt x="543" y="721"/>
                    <a:pt x="514" y="661"/>
                  </a:cubicBezTo>
                  <a:cubicBezTo>
                    <a:pt x="510" y="652"/>
                    <a:pt x="505" y="643"/>
                    <a:pt x="500" y="634"/>
                  </a:cubicBezTo>
                  <a:cubicBezTo>
                    <a:pt x="422" y="486"/>
                    <a:pt x="263" y="284"/>
                    <a:pt x="24" y="26"/>
                  </a:cubicBezTo>
                  <a:cubicBezTo>
                    <a:pt x="16" y="17"/>
                    <a:pt x="8" y="9"/>
                    <a:pt x="0" y="0"/>
                  </a:cubicBezTo>
                  <a:cubicBezTo>
                    <a:pt x="10" y="9"/>
                    <a:pt x="20" y="17"/>
                    <a:pt x="30" y="26"/>
                  </a:cubicBezTo>
                  <a:cubicBezTo>
                    <a:pt x="266" y="231"/>
                    <a:pt x="437" y="399"/>
                    <a:pt x="545" y="530"/>
                  </a:cubicBezTo>
                  <a:cubicBezTo>
                    <a:pt x="569" y="559"/>
                    <a:pt x="590" y="587"/>
                    <a:pt x="608" y="613"/>
                  </a:cubicBezTo>
                  <a:cubicBezTo>
                    <a:pt x="619" y="630"/>
                    <a:pt x="630" y="646"/>
                    <a:pt x="638" y="661"/>
                  </a:cubicBezTo>
                  <a:cubicBezTo>
                    <a:pt x="643" y="668"/>
                    <a:pt x="646" y="675"/>
                    <a:pt x="650" y="682"/>
                  </a:cubicBezTo>
                  <a:cubicBezTo>
                    <a:pt x="662" y="705"/>
                    <a:pt x="670" y="726"/>
                    <a:pt x="675" y="745"/>
                  </a:cubicBezTo>
                  <a:cubicBezTo>
                    <a:pt x="680" y="763"/>
                    <a:pt x="681" y="777"/>
                    <a:pt x="679" y="788"/>
                  </a:cubicBezTo>
                  <a:cubicBezTo>
                    <a:pt x="676" y="799"/>
                    <a:pt x="672" y="809"/>
                    <a:pt x="666" y="818"/>
                  </a:cubicBezTo>
                  <a:cubicBezTo>
                    <a:pt x="660" y="827"/>
                    <a:pt x="651" y="832"/>
                    <a:pt x="638" y="832"/>
                  </a:cubicBezTo>
                  <a:cubicBezTo>
                    <a:pt x="632" y="832"/>
                    <a:pt x="626" y="832"/>
                    <a:pt x="620" y="831"/>
                  </a:cubicBezTo>
                  <a:cubicBezTo>
                    <a:pt x="616" y="831"/>
                    <a:pt x="612" y="830"/>
                    <a:pt x="608" y="829"/>
                  </a:cubicBezTo>
                  <a:cubicBezTo>
                    <a:pt x="604" y="828"/>
                    <a:pt x="601" y="827"/>
                    <a:pt x="598" y="826"/>
                  </a:cubicBezTo>
                  <a:cubicBezTo>
                    <a:pt x="584" y="821"/>
                    <a:pt x="571" y="816"/>
                    <a:pt x="558" y="810"/>
                  </a:cubicBez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16" name="Freeform 7"/>
            <p:cNvSpPr>
              <a:spLocks noEditPoints="1"/>
            </p:cNvSpPr>
            <p:nvPr/>
          </p:nvSpPr>
          <p:spPr bwMode="auto">
            <a:xfrm>
              <a:off x="3275012" y="2168525"/>
              <a:ext cx="3154363" cy="1970088"/>
            </a:xfrm>
            <a:custGeom>
              <a:avLst/>
              <a:gdLst/>
              <a:ahLst/>
              <a:cxnLst>
                <a:cxn ang="0">
                  <a:pos x="0" y="121"/>
                </a:cxn>
                <a:cxn ang="0">
                  <a:pos x="19" y="106"/>
                </a:cxn>
                <a:cxn ang="0">
                  <a:pos x="547" y="106"/>
                </a:cxn>
                <a:cxn ang="0">
                  <a:pos x="563" y="121"/>
                </a:cxn>
                <a:cxn ang="0">
                  <a:pos x="0" y="121"/>
                </a:cxn>
                <a:cxn ang="0">
                  <a:pos x="1380" y="842"/>
                </a:cxn>
                <a:cxn ang="0">
                  <a:pos x="1370" y="853"/>
                </a:cxn>
                <a:cxn ang="0">
                  <a:pos x="1342" y="867"/>
                </a:cxn>
                <a:cxn ang="0">
                  <a:pos x="1315" y="869"/>
                </a:cxn>
                <a:cxn ang="0">
                  <a:pos x="1303" y="867"/>
                </a:cxn>
                <a:cxn ang="0">
                  <a:pos x="1250" y="854"/>
                </a:cxn>
                <a:cxn ang="0">
                  <a:pos x="1195" y="829"/>
                </a:cxn>
                <a:cxn ang="0">
                  <a:pos x="1080" y="760"/>
                </a:cxn>
                <a:cxn ang="0">
                  <a:pos x="1045" y="736"/>
                </a:cxn>
                <a:cxn ang="0">
                  <a:pos x="1028" y="723"/>
                </a:cxn>
                <a:cxn ang="0">
                  <a:pos x="638" y="401"/>
                </a:cxn>
                <a:cxn ang="0">
                  <a:pos x="480" y="251"/>
                </a:cxn>
                <a:cxn ang="0">
                  <a:pos x="465" y="238"/>
                </a:cxn>
                <a:cxn ang="0">
                  <a:pos x="489" y="210"/>
                </a:cxn>
                <a:cxn ang="0">
                  <a:pos x="1044" y="691"/>
                </a:cxn>
                <a:cxn ang="0">
                  <a:pos x="1119" y="745"/>
                </a:cxn>
                <a:cxn ang="0">
                  <a:pos x="1195" y="793"/>
                </a:cxn>
                <a:cxn ang="0">
                  <a:pos x="1235" y="814"/>
                </a:cxn>
                <a:cxn ang="0">
                  <a:pos x="1253" y="823"/>
                </a:cxn>
                <a:cxn ang="0">
                  <a:pos x="1293" y="839"/>
                </a:cxn>
                <a:cxn ang="0">
                  <a:pos x="1303" y="842"/>
                </a:cxn>
                <a:cxn ang="0">
                  <a:pos x="1315" y="844"/>
                </a:cxn>
                <a:cxn ang="0">
                  <a:pos x="1333" y="845"/>
                </a:cxn>
                <a:cxn ang="0">
                  <a:pos x="1361" y="831"/>
                </a:cxn>
                <a:cxn ang="0">
                  <a:pos x="1374" y="801"/>
                </a:cxn>
                <a:cxn ang="0">
                  <a:pos x="1370" y="758"/>
                </a:cxn>
                <a:cxn ang="0">
                  <a:pos x="1345" y="695"/>
                </a:cxn>
                <a:cxn ang="0">
                  <a:pos x="1333" y="674"/>
                </a:cxn>
                <a:cxn ang="0">
                  <a:pos x="1303" y="626"/>
                </a:cxn>
                <a:cxn ang="0">
                  <a:pos x="1240" y="543"/>
                </a:cxn>
                <a:cxn ang="0">
                  <a:pos x="725" y="39"/>
                </a:cxn>
                <a:cxn ang="0">
                  <a:pos x="695" y="13"/>
                </a:cxn>
                <a:cxn ang="0">
                  <a:pos x="682" y="0"/>
                </a:cxn>
                <a:cxn ang="0">
                  <a:pos x="728" y="39"/>
                </a:cxn>
                <a:cxn ang="0">
                  <a:pos x="945" y="234"/>
                </a:cxn>
                <a:cxn ang="0">
                  <a:pos x="1247" y="543"/>
                </a:cxn>
                <a:cxn ang="0">
                  <a:pos x="1303" y="613"/>
                </a:cxn>
                <a:cxn ang="0">
                  <a:pos x="1344" y="674"/>
                </a:cxn>
                <a:cxn ang="0">
                  <a:pos x="1356" y="695"/>
                </a:cxn>
                <a:cxn ang="0">
                  <a:pos x="1384" y="758"/>
                </a:cxn>
                <a:cxn ang="0">
                  <a:pos x="1392" y="793"/>
                </a:cxn>
                <a:cxn ang="0">
                  <a:pos x="1392" y="792"/>
                </a:cxn>
                <a:cxn ang="0">
                  <a:pos x="1380" y="842"/>
                </a:cxn>
              </a:cxnLst>
              <a:rect l="0" t="0" r="r" b="b"/>
              <a:pathLst>
                <a:path w="1394" h="869">
                  <a:moveTo>
                    <a:pt x="0" y="121"/>
                  </a:moveTo>
                  <a:cubicBezTo>
                    <a:pt x="19" y="106"/>
                    <a:pt x="19" y="106"/>
                    <a:pt x="19" y="106"/>
                  </a:cubicBezTo>
                  <a:cubicBezTo>
                    <a:pt x="547" y="106"/>
                    <a:pt x="547" y="106"/>
                    <a:pt x="547" y="106"/>
                  </a:cubicBezTo>
                  <a:cubicBezTo>
                    <a:pt x="563" y="121"/>
                    <a:pt x="563" y="121"/>
                    <a:pt x="563" y="121"/>
                  </a:cubicBezTo>
                  <a:lnTo>
                    <a:pt x="0" y="121"/>
                  </a:lnTo>
                  <a:close/>
                  <a:moveTo>
                    <a:pt x="1380" y="842"/>
                  </a:moveTo>
                  <a:cubicBezTo>
                    <a:pt x="1377" y="846"/>
                    <a:pt x="1374" y="850"/>
                    <a:pt x="1370" y="853"/>
                  </a:cubicBezTo>
                  <a:cubicBezTo>
                    <a:pt x="1362" y="860"/>
                    <a:pt x="1353" y="864"/>
                    <a:pt x="1342" y="867"/>
                  </a:cubicBezTo>
                  <a:cubicBezTo>
                    <a:pt x="1334" y="868"/>
                    <a:pt x="1325" y="869"/>
                    <a:pt x="1315" y="869"/>
                  </a:cubicBezTo>
                  <a:cubicBezTo>
                    <a:pt x="1311" y="868"/>
                    <a:pt x="1307" y="868"/>
                    <a:pt x="1303" y="867"/>
                  </a:cubicBezTo>
                  <a:cubicBezTo>
                    <a:pt x="1287" y="865"/>
                    <a:pt x="1269" y="861"/>
                    <a:pt x="1250" y="854"/>
                  </a:cubicBezTo>
                  <a:cubicBezTo>
                    <a:pt x="1233" y="847"/>
                    <a:pt x="1215" y="839"/>
                    <a:pt x="1195" y="829"/>
                  </a:cubicBezTo>
                  <a:cubicBezTo>
                    <a:pt x="1161" y="812"/>
                    <a:pt x="1123" y="789"/>
                    <a:pt x="1080" y="760"/>
                  </a:cubicBezTo>
                  <a:cubicBezTo>
                    <a:pt x="1069" y="752"/>
                    <a:pt x="1057" y="744"/>
                    <a:pt x="1045" y="736"/>
                  </a:cubicBezTo>
                  <a:cubicBezTo>
                    <a:pt x="1028" y="723"/>
                    <a:pt x="1028" y="723"/>
                    <a:pt x="1028" y="723"/>
                  </a:cubicBezTo>
                  <a:cubicBezTo>
                    <a:pt x="638" y="401"/>
                    <a:pt x="638" y="401"/>
                    <a:pt x="638" y="401"/>
                  </a:cubicBezTo>
                  <a:cubicBezTo>
                    <a:pt x="588" y="354"/>
                    <a:pt x="535" y="304"/>
                    <a:pt x="480" y="251"/>
                  </a:cubicBezTo>
                  <a:cubicBezTo>
                    <a:pt x="474" y="246"/>
                    <a:pt x="470" y="242"/>
                    <a:pt x="465" y="238"/>
                  </a:cubicBezTo>
                  <a:cubicBezTo>
                    <a:pt x="489" y="210"/>
                    <a:pt x="489" y="210"/>
                    <a:pt x="489" y="210"/>
                  </a:cubicBezTo>
                  <a:cubicBezTo>
                    <a:pt x="716" y="425"/>
                    <a:pt x="901" y="585"/>
                    <a:pt x="1044" y="691"/>
                  </a:cubicBezTo>
                  <a:cubicBezTo>
                    <a:pt x="1071" y="711"/>
                    <a:pt x="1095" y="729"/>
                    <a:pt x="1119" y="745"/>
                  </a:cubicBezTo>
                  <a:cubicBezTo>
                    <a:pt x="1146" y="763"/>
                    <a:pt x="1172" y="779"/>
                    <a:pt x="1195" y="793"/>
                  </a:cubicBezTo>
                  <a:cubicBezTo>
                    <a:pt x="1209" y="801"/>
                    <a:pt x="1223" y="808"/>
                    <a:pt x="1235" y="814"/>
                  </a:cubicBezTo>
                  <a:cubicBezTo>
                    <a:pt x="1241" y="817"/>
                    <a:pt x="1247" y="820"/>
                    <a:pt x="1253" y="823"/>
                  </a:cubicBezTo>
                  <a:cubicBezTo>
                    <a:pt x="1266" y="829"/>
                    <a:pt x="1279" y="834"/>
                    <a:pt x="1293" y="839"/>
                  </a:cubicBezTo>
                  <a:cubicBezTo>
                    <a:pt x="1296" y="840"/>
                    <a:pt x="1299" y="841"/>
                    <a:pt x="1303" y="842"/>
                  </a:cubicBezTo>
                  <a:cubicBezTo>
                    <a:pt x="1307" y="843"/>
                    <a:pt x="1311" y="844"/>
                    <a:pt x="1315" y="844"/>
                  </a:cubicBezTo>
                  <a:cubicBezTo>
                    <a:pt x="1321" y="845"/>
                    <a:pt x="1327" y="845"/>
                    <a:pt x="1333" y="845"/>
                  </a:cubicBezTo>
                  <a:cubicBezTo>
                    <a:pt x="1346" y="845"/>
                    <a:pt x="1355" y="840"/>
                    <a:pt x="1361" y="831"/>
                  </a:cubicBezTo>
                  <a:cubicBezTo>
                    <a:pt x="1367" y="822"/>
                    <a:pt x="1371" y="812"/>
                    <a:pt x="1374" y="801"/>
                  </a:cubicBezTo>
                  <a:cubicBezTo>
                    <a:pt x="1376" y="790"/>
                    <a:pt x="1375" y="776"/>
                    <a:pt x="1370" y="758"/>
                  </a:cubicBezTo>
                  <a:cubicBezTo>
                    <a:pt x="1365" y="739"/>
                    <a:pt x="1357" y="718"/>
                    <a:pt x="1345" y="695"/>
                  </a:cubicBezTo>
                  <a:cubicBezTo>
                    <a:pt x="1341" y="688"/>
                    <a:pt x="1338" y="681"/>
                    <a:pt x="1333" y="674"/>
                  </a:cubicBezTo>
                  <a:cubicBezTo>
                    <a:pt x="1325" y="659"/>
                    <a:pt x="1314" y="643"/>
                    <a:pt x="1303" y="626"/>
                  </a:cubicBezTo>
                  <a:cubicBezTo>
                    <a:pt x="1285" y="600"/>
                    <a:pt x="1264" y="572"/>
                    <a:pt x="1240" y="543"/>
                  </a:cubicBezTo>
                  <a:cubicBezTo>
                    <a:pt x="1132" y="412"/>
                    <a:pt x="961" y="244"/>
                    <a:pt x="725" y="39"/>
                  </a:cubicBezTo>
                  <a:cubicBezTo>
                    <a:pt x="715" y="30"/>
                    <a:pt x="705" y="22"/>
                    <a:pt x="695" y="13"/>
                  </a:cubicBezTo>
                  <a:cubicBezTo>
                    <a:pt x="691" y="9"/>
                    <a:pt x="686" y="4"/>
                    <a:pt x="682" y="0"/>
                  </a:cubicBezTo>
                  <a:cubicBezTo>
                    <a:pt x="698" y="13"/>
                    <a:pt x="713" y="26"/>
                    <a:pt x="728" y="39"/>
                  </a:cubicBezTo>
                  <a:cubicBezTo>
                    <a:pt x="808" y="108"/>
                    <a:pt x="880" y="173"/>
                    <a:pt x="945" y="234"/>
                  </a:cubicBezTo>
                  <a:cubicBezTo>
                    <a:pt x="1073" y="353"/>
                    <a:pt x="1174" y="456"/>
                    <a:pt x="1247" y="543"/>
                  </a:cubicBezTo>
                  <a:cubicBezTo>
                    <a:pt x="1268" y="568"/>
                    <a:pt x="1286" y="591"/>
                    <a:pt x="1303" y="613"/>
                  </a:cubicBezTo>
                  <a:cubicBezTo>
                    <a:pt x="1318" y="635"/>
                    <a:pt x="1332" y="655"/>
                    <a:pt x="1344" y="674"/>
                  </a:cubicBezTo>
                  <a:cubicBezTo>
                    <a:pt x="1348" y="681"/>
                    <a:pt x="1352" y="688"/>
                    <a:pt x="1356" y="695"/>
                  </a:cubicBezTo>
                  <a:cubicBezTo>
                    <a:pt x="1368" y="718"/>
                    <a:pt x="1378" y="739"/>
                    <a:pt x="1384" y="758"/>
                  </a:cubicBezTo>
                  <a:cubicBezTo>
                    <a:pt x="1388" y="772"/>
                    <a:pt x="1391" y="783"/>
                    <a:pt x="1392" y="793"/>
                  </a:cubicBezTo>
                  <a:cubicBezTo>
                    <a:pt x="1392" y="792"/>
                    <a:pt x="1392" y="792"/>
                    <a:pt x="1392" y="792"/>
                  </a:cubicBezTo>
                  <a:cubicBezTo>
                    <a:pt x="1394" y="808"/>
                    <a:pt x="1390" y="825"/>
                    <a:pt x="1380" y="842"/>
                  </a:cubicBez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grpSp>
        <p:nvGrpSpPr>
          <p:cNvPr id="4" name="Group 16"/>
          <p:cNvGrpSpPr/>
          <p:nvPr/>
        </p:nvGrpSpPr>
        <p:grpSpPr>
          <a:xfrm flipV="1">
            <a:off x="4614659" y="1542238"/>
            <a:ext cx="1862341" cy="1401207"/>
            <a:chOff x="3275012" y="2168525"/>
            <a:chExt cx="3154363" cy="2373313"/>
          </a:xfrm>
        </p:grpSpPr>
        <p:sp>
          <p:nvSpPr>
            <p:cNvPr id="18" name="Freeform 5"/>
            <p:cNvSpPr>
              <a:spLocks/>
            </p:cNvSpPr>
            <p:nvPr/>
          </p:nvSpPr>
          <p:spPr bwMode="auto">
            <a:xfrm>
              <a:off x="3275012" y="2443163"/>
              <a:ext cx="3122613" cy="2098675"/>
            </a:xfrm>
            <a:custGeom>
              <a:avLst/>
              <a:gdLst/>
              <a:ahLst/>
              <a:cxnLst>
                <a:cxn ang="0">
                  <a:pos x="1380" y="721"/>
                </a:cxn>
                <a:cxn ang="0">
                  <a:pos x="1375" y="732"/>
                </a:cxn>
                <a:cxn ang="0">
                  <a:pos x="1339" y="790"/>
                </a:cxn>
                <a:cxn ang="0">
                  <a:pos x="1319" y="816"/>
                </a:cxn>
                <a:cxn ang="0">
                  <a:pos x="1303" y="834"/>
                </a:cxn>
                <a:cxn ang="0">
                  <a:pos x="1238" y="889"/>
                </a:cxn>
                <a:cxn ang="0">
                  <a:pos x="1223" y="899"/>
                </a:cxn>
                <a:cxn ang="0">
                  <a:pos x="1080" y="921"/>
                </a:cxn>
                <a:cxn ang="0">
                  <a:pos x="1044" y="916"/>
                </a:cxn>
                <a:cxn ang="0">
                  <a:pos x="786" y="819"/>
                </a:cxn>
                <a:cxn ang="0">
                  <a:pos x="416" y="587"/>
                </a:cxn>
                <a:cxn ang="0">
                  <a:pos x="269" y="477"/>
                </a:cxn>
                <a:cxn ang="0">
                  <a:pos x="219" y="437"/>
                </a:cxn>
                <a:cxn ang="0">
                  <a:pos x="203" y="425"/>
                </a:cxn>
                <a:cxn ang="0">
                  <a:pos x="203" y="426"/>
                </a:cxn>
                <a:cxn ang="0">
                  <a:pos x="106" y="540"/>
                </a:cxn>
                <a:cxn ang="0">
                  <a:pos x="0" y="0"/>
                </a:cxn>
                <a:cxn ang="0">
                  <a:pos x="563" y="0"/>
                </a:cxn>
                <a:cxn ang="0">
                  <a:pos x="489" y="89"/>
                </a:cxn>
                <a:cxn ang="0">
                  <a:pos x="465" y="117"/>
                </a:cxn>
                <a:cxn ang="0">
                  <a:pos x="480" y="130"/>
                </a:cxn>
                <a:cxn ang="0">
                  <a:pos x="638" y="280"/>
                </a:cxn>
                <a:cxn ang="0">
                  <a:pos x="1028" y="602"/>
                </a:cxn>
                <a:cxn ang="0">
                  <a:pos x="1045" y="615"/>
                </a:cxn>
                <a:cxn ang="0">
                  <a:pos x="1080" y="639"/>
                </a:cxn>
                <a:cxn ang="0">
                  <a:pos x="1195" y="708"/>
                </a:cxn>
                <a:cxn ang="0">
                  <a:pos x="1250" y="733"/>
                </a:cxn>
                <a:cxn ang="0">
                  <a:pos x="1303" y="746"/>
                </a:cxn>
                <a:cxn ang="0">
                  <a:pos x="1315" y="748"/>
                </a:cxn>
                <a:cxn ang="0">
                  <a:pos x="1342" y="746"/>
                </a:cxn>
                <a:cxn ang="0">
                  <a:pos x="1370" y="732"/>
                </a:cxn>
                <a:cxn ang="0">
                  <a:pos x="1380" y="721"/>
                </a:cxn>
              </a:cxnLst>
              <a:rect l="0" t="0" r="r" b="b"/>
              <a:pathLst>
                <a:path w="1380" h="926">
                  <a:moveTo>
                    <a:pt x="1380" y="721"/>
                  </a:moveTo>
                  <a:cubicBezTo>
                    <a:pt x="1379" y="724"/>
                    <a:pt x="1377" y="728"/>
                    <a:pt x="1375" y="732"/>
                  </a:cubicBezTo>
                  <a:cubicBezTo>
                    <a:pt x="1364" y="752"/>
                    <a:pt x="1352" y="772"/>
                    <a:pt x="1339" y="790"/>
                  </a:cubicBezTo>
                  <a:cubicBezTo>
                    <a:pt x="1333" y="799"/>
                    <a:pt x="1326" y="807"/>
                    <a:pt x="1319" y="816"/>
                  </a:cubicBezTo>
                  <a:cubicBezTo>
                    <a:pt x="1314" y="822"/>
                    <a:pt x="1308" y="828"/>
                    <a:pt x="1303" y="834"/>
                  </a:cubicBezTo>
                  <a:cubicBezTo>
                    <a:pt x="1283" y="854"/>
                    <a:pt x="1261" y="873"/>
                    <a:pt x="1238" y="889"/>
                  </a:cubicBezTo>
                  <a:cubicBezTo>
                    <a:pt x="1233" y="893"/>
                    <a:pt x="1228" y="896"/>
                    <a:pt x="1223" y="899"/>
                  </a:cubicBezTo>
                  <a:cubicBezTo>
                    <a:pt x="1185" y="919"/>
                    <a:pt x="1137" y="926"/>
                    <a:pt x="1080" y="921"/>
                  </a:cubicBezTo>
                  <a:cubicBezTo>
                    <a:pt x="1068" y="920"/>
                    <a:pt x="1056" y="918"/>
                    <a:pt x="1044" y="916"/>
                  </a:cubicBezTo>
                  <a:cubicBezTo>
                    <a:pt x="971" y="903"/>
                    <a:pt x="884" y="871"/>
                    <a:pt x="786" y="819"/>
                  </a:cubicBezTo>
                  <a:cubicBezTo>
                    <a:pt x="416" y="587"/>
                    <a:pt x="416" y="587"/>
                    <a:pt x="416" y="587"/>
                  </a:cubicBezTo>
                  <a:cubicBezTo>
                    <a:pt x="269" y="477"/>
                    <a:pt x="269" y="477"/>
                    <a:pt x="269" y="477"/>
                  </a:cubicBezTo>
                  <a:cubicBezTo>
                    <a:pt x="253" y="464"/>
                    <a:pt x="236" y="451"/>
                    <a:pt x="219" y="437"/>
                  </a:cubicBezTo>
                  <a:cubicBezTo>
                    <a:pt x="213" y="433"/>
                    <a:pt x="208" y="429"/>
                    <a:pt x="203" y="425"/>
                  </a:cubicBezTo>
                  <a:cubicBezTo>
                    <a:pt x="203" y="426"/>
                    <a:pt x="203" y="426"/>
                    <a:pt x="203" y="426"/>
                  </a:cubicBezTo>
                  <a:cubicBezTo>
                    <a:pt x="106" y="540"/>
                    <a:pt x="106" y="540"/>
                    <a:pt x="106" y="540"/>
                  </a:cubicBezTo>
                  <a:cubicBezTo>
                    <a:pt x="0" y="0"/>
                    <a:pt x="0" y="0"/>
                    <a:pt x="0" y="0"/>
                  </a:cubicBezTo>
                  <a:cubicBezTo>
                    <a:pt x="563" y="0"/>
                    <a:pt x="563" y="0"/>
                    <a:pt x="563" y="0"/>
                  </a:cubicBezTo>
                  <a:cubicBezTo>
                    <a:pt x="489" y="89"/>
                    <a:pt x="489" y="89"/>
                    <a:pt x="489" y="89"/>
                  </a:cubicBezTo>
                  <a:cubicBezTo>
                    <a:pt x="465" y="117"/>
                    <a:pt x="465" y="117"/>
                    <a:pt x="465" y="117"/>
                  </a:cubicBezTo>
                  <a:cubicBezTo>
                    <a:pt x="470" y="121"/>
                    <a:pt x="474" y="125"/>
                    <a:pt x="480" y="130"/>
                  </a:cubicBezTo>
                  <a:cubicBezTo>
                    <a:pt x="535" y="183"/>
                    <a:pt x="588" y="233"/>
                    <a:pt x="638" y="280"/>
                  </a:cubicBezTo>
                  <a:cubicBezTo>
                    <a:pt x="1028" y="602"/>
                    <a:pt x="1028" y="602"/>
                    <a:pt x="1028" y="602"/>
                  </a:cubicBezTo>
                  <a:cubicBezTo>
                    <a:pt x="1045" y="615"/>
                    <a:pt x="1045" y="615"/>
                    <a:pt x="1045" y="615"/>
                  </a:cubicBezTo>
                  <a:cubicBezTo>
                    <a:pt x="1057" y="623"/>
                    <a:pt x="1069" y="631"/>
                    <a:pt x="1080" y="639"/>
                  </a:cubicBezTo>
                  <a:cubicBezTo>
                    <a:pt x="1123" y="668"/>
                    <a:pt x="1161" y="691"/>
                    <a:pt x="1195" y="708"/>
                  </a:cubicBezTo>
                  <a:cubicBezTo>
                    <a:pt x="1215" y="718"/>
                    <a:pt x="1233" y="726"/>
                    <a:pt x="1250" y="733"/>
                  </a:cubicBezTo>
                  <a:cubicBezTo>
                    <a:pt x="1269" y="740"/>
                    <a:pt x="1287" y="744"/>
                    <a:pt x="1303" y="746"/>
                  </a:cubicBezTo>
                  <a:cubicBezTo>
                    <a:pt x="1307" y="747"/>
                    <a:pt x="1311" y="747"/>
                    <a:pt x="1315" y="748"/>
                  </a:cubicBezTo>
                  <a:cubicBezTo>
                    <a:pt x="1325" y="748"/>
                    <a:pt x="1334" y="747"/>
                    <a:pt x="1342" y="746"/>
                  </a:cubicBezTo>
                  <a:cubicBezTo>
                    <a:pt x="1353" y="743"/>
                    <a:pt x="1362" y="739"/>
                    <a:pt x="1370" y="732"/>
                  </a:cubicBezTo>
                  <a:cubicBezTo>
                    <a:pt x="1374" y="729"/>
                    <a:pt x="1377" y="725"/>
                    <a:pt x="1380" y="721"/>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19" name="Freeform 6"/>
            <p:cNvSpPr>
              <a:spLocks/>
            </p:cNvSpPr>
            <p:nvPr/>
          </p:nvSpPr>
          <p:spPr bwMode="auto">
            <a:xfrm>
              <a:off x="4848225" y="2198688"/>
              <a:ext cx="1541463" cy="1885950"/>
            </a:xfrm>
            <a:custGeom>
              <a:avLst/>
              <a:gdLst/>
              <a:ahLst/>
              <a:cxnLst>
                <a:cxn ang="0">
                  <a:pos x="558" y="810"/>
                </a:cxn>
                <a:cxn ang="0">
                  <a:pos x="514" y="661"/>
                </a:cxn>
                <a:cxn ang="0">
                  <a:pos x="500" y="634"/>
                </a:cxn>
                <a:cxn ang="0">
                  <a:pos x="24" y="26"/>
                </a:cxn>
                <a:cxn ang="0">
                  <a:pos x="0" y="0"/>
                </a:cxn>
                <a:cxn ang="0">
                  <a:pos x="30" y="26"/>
                </a:cxn>
                <a:cxn ang="0">
                  <a:pos x="545" y="530"/>
                </a:cxn>
                <a:cxn ang="0">
                  <a:pos x="608" y="613"/>
                </a:cxn>
                <a:cxn ang="0">
                  <a:pos x="638" y="661"/>
                </a:cxn>
                <a:cxn ang="0">
                  <a:pos x="650" y="682"/>
                </a:cxn>
                <a:cxn ang="0">
                  <a:pos x="675" y="745"/>
                </a:cxn>
                <a:cxn ang="0">
                  <a:pos x="679" y="788"/>
                </a:cxn>
                <a:cxn ang="0">
                  <a:pos x="666" y="818"/>
                </a:cxn>
                <a:cxn ang="0">
                  <a:pos x="638" y="832"/>
                </a:cxn>
                <a:cxn ang="0">
                  <a:pos x="620" y="831"/>
                </a:cxn>
                <a:cxn ang="0">
                  <a:pos x="608" y="829"/>
                </a:cxn>
                <a:cxn ang="0">
                  <a:pos x="598" y="826"/>
                </a:cxn>
                <a:cxn ang="0">
                  <a:pos x="558" y="810"/>
                </a:cxn>
              </a:cxnLst>
              <a:rect l="0" t="0" r="r" b="b"/>
              <a:pathLst>
                <a:path w="681" h="832">
                  <a:moveTo>
                    <a:pt x="558" y="810"/>
                  </a:moveTo>
                  <a:cubicBezTo>
                    <a:pt x="558" y="770"/>
                    <a:pt x="543" y="721"/>
                    <a:pt x="514" y="661"/>
                  </a:cubicBezTo>
                  <a:cubicBezTo>
                    <a:pt x="510" y="652"/>
                    <a:pt x="505" y="643"/>
                    <a:pt x="500" y="634"/>
                  </a:cubicBezTo>
                  <a:cubicBezTo>
                    <a:pt x="422" y="486"/>
                    <a:pt x="263" y="284"/>
                    <a:pt x="24" y="26"/>
                  </a:cubicBezTo>
                  <a:cubicBezTo>
                    <a:pt x="16" y="17"/>
                    <a:pt x="8" y="9"/>
                    <a:pt x="0" y="0"/>
                  </a:cubicBezTo>
                  <a:cubicBezTo>
                    <a:pt x="10" y="9"/>
                    <a:pt x="20" y="17"/>
                    <a:pt x="30" y="26"/>
                  </a:cubicBezTo>
                  <a:cubicBezTo>
                    <a:pt x="266" y="231"/>
                    <a:pt x="437" y="399"/>
                    <a:pt x="545" y="530"/>
                  </a:cubicBezTo>
                  <a:cubicBezTo>
                    <a:pt x="569" y="559"/>
                    <a:pt x="590" y="587"/>
                    <a:pt x="608" y="613"/>
                  </a:cubicBezTo>
                  <a:cubicBezTo>
                    <a:pt x="619" y="630"/>
                    <a:pt x="630" y="646"/>
                    <a:pt x="638" y="661"/>
                  </a:cubicBezTo>
                  <a:cubicBezTo>
                    <a:pt x="643" y="668"/>
                    <a:pt x="646" y="675"/>
                    <a:pt x="650" y="682"/>
                  </a:cubicBezTo>
                  <a:cubicBezTo>
                    <a:pt x="662" y="705"/>
                    <a:pt x="670" y="726"/>
                    <a:pt x="675" y="745"/>
                  </a:cubicBezTo>
                  <a:cubicBezTo>
                    <a:pt x="680" y="763"/>
                    <a:pt x="681" y="777"/>
                    <a:pt x="679" y="788"/>
                  </a:cubicBezTo>
                  <a:cubicBezTo>
                    <a:pt x="676" y="799"/>
                    <a:pt x="672" y="809"/>
                    <a:pt x="666" y="818"/>
                  </a:cubicBezTo>
                  <a:cubicBezTo>
                    <a:pt x="660" y="827"/>
                    <a:pt x="651" y="832"/>
                    <a:pt x="638" y="832"/>
                  </a:cubicBezTo>
                  <a:cubicBezTo>
                    <a:pt x="632" y="832"/>
                    <a:pt x="626" y="832"/>
                    <a:pt x="620" y="831"/>
                  </a:cubicBezTo>
                  <a:cubicBezTo>
                    <a:pt x="616" y="831"/>
                    <a:pt x="612" y="830"/>
                    <a:pt x="608" y="829"/>
                  </a:cubicBezTo>
                  <a:cubicBezTo>
                    <a:pt x="604" y="828"/>
                    <a:pt x="601" y="827"/>
                    <a:pt x="598" y="826"/>
                  </a:cubicBezTo>
                  <a:cubicBezTo>
                    <a:pt x="584" y="821"/>
                    <a:pt x="571" y="816"/>
                    <a:pt x="558" y="810"/>
                  </a:cubicBez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20" name="Freeform 7"/>
            <p:cNvSpPr>
              <a:spLocks noEditPoints="1"/>
            </p:cNvSpPr>
            <p:nvPr/>
          </p:nvSpPr>
          <p:spPr bwMode="auto">
            <a:xfrm>
              <a:off x="3275012" y="2168525"/>
              <a:ext cx="3154363" cy="1970088"/>
            </a:xfrm>
            <a:custGeom>
              <a:avLst/>
              <a:gdLst/>
              <a:ahLst/>
              <a:cxnLst>
                <a:cxn ang="0">
                  <a:pos x="0" y="121"/>
                </a:cxn>
                <a:cxn ang="0">
                  <a:pos x="19" y="106"/>
                </a:cxn>
                <a:cxn ang="0">
                  <a:pos x="547" y="106"/>
                </a:cxn>
                <a:cxn ang="0">
                  <a:pos x="563" y="121"/>
                </a:cxn>
                <a:cxn ang="0">
                  <a:pos x="0" y="121"/>
                </a:cxn>
                <a:cxn ang="0">
                  <a:pos x="1380" y="842"/>
                </a:cxn>
                <a:cxn ang="0">
                  <a:pos x="1370" y="853"/>
                </a:cxn>
                <a:cxn ang="0">
                  <a:pos x="1342" y="867"/>
                </a:cxn>
                <a:cxn ang="0">
                  <a:pos x="1315" y="869"/>
                </a:cxn>
                <a:cxn ang="0">
                  <a:pos x="1303" y="867"/>
                </a:cxn>
                <a:cxn ang="0">
                  <a:pos x="1250" y="854"/>
                </a:cxn>
                <a:cxn ang="0">
                  <a:pos x="1195" y="829"/>
                </a:cxn>
                <a:cxn ang="0">
                  <a:pos x="1080" y="760"/>
                </a:cxn>
                <a:cxn ang="0">
                  <a:pos x="1045" y="736"/>
                </a:cxn>
                <a:cxn ang="0">
                  <a:pos x="1028" y="723"/>
                </a:cxn>
                <a:cxn ang="0">
                  <a:pos x="638" y="401"/>
                </a:cxn>
                <a:cxn ang="0">
                  <a:pos x="480" y="251"/>
                </a:cxn>
                <a:cxn ang="0">
                  <a:pos x="465" y="238"/>
                </a:cxn>
                <a:cxn ang="0">
                  <a:pos x="489" y="210"/>
                </a:cxn>
                <a:cxn ang="0">
                  <a:pos x="1044" y="691"/>
                </a:cxn>
                <a:cxn ang="0">
                  <a:pos x="1119" y="745"/>
                </a:cxn>
                <a:cxn ang="0">
                  <a:pos x="1195" y="793"/>
                </a:cxn>
                <a:cxn ang="0">
                  <a:pos x="1235" y="814"/>
                </a:cxn>
                <a:cxn ang="0">
                  <a:pos x="1253" y="823"/>
                </a:cxn>
                <a:cxn ang="0">
                  <a:pos x="1293" y="839"/>
                </a:cxn>
                <a:cxn ang="0">
                  <a:pos x="1303" y="842"/>
                </a:cxn>
                <a:cxn ang="0">
                  <a:pos x="1315" y="844"/>
                </a:cxn>
                <a:cxn ang="0">
                  <a:pos x="1333" y="845"/>
                </a:cxn>
                <a:cxn ang="0">
                  <a:pos x="1361" y="831"/>
                </a:cxn>
                <a:cxn ang="0">
                  <a:pos x="1374" y="801"/>
                </a:cxn>
                <a:cxn ang="0">
                  <a:pos x="1370" y="758"/>
                </a:cxn>
                <a:cxn ang="0">
                  <a:pos x="1345" y="695"/>
                </a:cxn>
                <a:cxn ang="0">
                  <a:pos x="1333" y="674"/>
                </a:cxn>
                <a:cxn ang="0">
                  <a:pos x="1303" y="626"/>
                </a:cxn>
                <a:cxn ang="0">
                  <a:pos x="1240" y="543"/>
                </a:cxn>
                <a:cxn ang="0">
                  <a:pos x="725" y="39"/>
                </a:cxn>
                <a:cxn ang="0">
                  <a:pos x="695" y="13"/>
                </a:cxn>
                <a:cxn ang="0">
                  <a:pos x="682" y="0"/>
                </a:cxn>
                <a:cxn ang="0">
                  <a:pos x="728" y="39"/>
                </a:cxn>
                <a:cxn ang="0">
                  <a:pos x="945" y="234"/>
                </a:cxn>
                <a:cxn ang="0">
                  <a:pos x="1247" y="543"/>
                </a:cxn>
                <a:cxn ang="0">
                  <a:pos x="1303" y="613"/>
                </a:cxn>
                <a:cxn ang="0">
                  <a:pos x="1344" y="674"/>
                </a:cxn>
                <a:cxn ang="0">
                  <a:pos x="1356" y="695"/>
                </a:cxn>
                <a:cxn ang="0">
                  <a:pos x="1384" y="758"/>
                </a:cxn>
                <a:cxn ang="0">
                  <a:pos x="1392" y="793"/>
                </a:cxn>
                <a:cxn ang="0">
                  <a:pos x="1392" y="792"/>
                </a:cxn>
                <a:cxn ang="0">
                  <a:pos x="1380" y="842"/>
                </a:cxn>
              </a:cxnLst>
              <a:rect l="0" t="0" r="r" b="b"/>
              <a:pathLst>
                <a:path w="1394" h="869">
                  <a:moveTo>
                    <a:pt x="0" y="121"/>
                  </a:moveTo>
                  <a:cubicBezTo>
                    <a:pt x="19" y="106"/>
                    <a:pt x="19" y="106"/>
                    <a:pt x="19" y="106"/>
                  </a:cubicBezTo>
                  <a:cubicBezTo>
                    <a:pt x="547" y="106"/>
                    <a:pt x="547" y="106"/>
                    <a:pt x="547" y="106"/>
                  </a:cubicBezTo>
                  <a:cubicBezTo>
                    <a:pt x="563" y="121"/>
                    <a:pt x="563" y="121"/>
                    <a:pt x="563" y="121"/>
                  </a:cubicBezTo>
                  <a:lnTo>
                    <a:pt x="0" y="121"/>
                  </a:lnTo>
                  <a:close/>
                  <a:moveTo>
                    <a:pt x="1380" y="842"/>
                  </a:moveTo>
                  <a:cubicBezTo>
                    <a:pt x="1377" y="846"/>
                    <a:pt x="1374" y="850"/>
                    <a:pt x="1370" y="853"/>
                  </a:cubicBezTo>
                  <a:cubicBezTo>
                    <a:pt x="1362" y="860"/>
                    <a:pt x="1353" y="864"/>
                    <a:pt x="1342" y="867"/>
                  </a:cubicBezTo>
                  <a:cubicBezTo>
                    <a:pt x="1334" y="868"/>
                    <a:pt x="1325" y="869"/>
                    <a:pt x="1315" y="869"/>
                  </a:cubicBezTo>
                  <a:cubicBezTo>
                    <a:pt x="1311" y="868"/>
                    <a:pt x="1307" y="868"/>
                    <a:pt x="1303" y="867"/>
                  </a:cubicBezTo>
                  <a:cubicBezTo>
                    <a:pt x="1287" y="865"/>
                    <a:pt x="1269" y="861"/>
                    <a:pt x="1250" y="854"/>
                  </a:cubicBezTo>
                  <a:cubicBezTo>
                    <a:pt x="1233" y="847"/>
                    <a:pt x="1215" y="839"/>
                    <a:pt x="1195" y="829"/>
                  </a:cubicBezTo>
                  <a:cubicBezTo>
                    <a:pt x="1161" y="812"/>
                    <a:pt x="1123" y="789"/>
                    <a:pt x="1080" y="760"/>
                  </a:cubicBezTo>
                  <a:cubicBezTo>
                    <a:pt x="1069" y="752"/>
                    <a:pt x="1057" y="744"/>
                    <a:pt x="1045" y="736"/>
                  </a:cubicBezTo>
                  <a:cubicBezTo>
                    <a:pt x="1028" y="723"/>
                    <a:pt x="1028" y="723"/>
                    <a:pt x="1028" y="723"/>
                  </a:cubicBezTo>
                  <a:cubicBezTo>
                    <a:pt x="638" y="401"/>
                    <a:pt x="638" y="401"/>
                    <a:pt x="638" y="401"/>
                  </a:cubicBezTo>
                  <a:cubicBezTo>
                    <a:pt x="588" y="354"/>
                    <a:pt x="535" y="304"/>
                    <a:pt x="480" y="251"/>
                  </a:cubicBezTo>
                  <a:cubicBezTo>
                    <a:pt x="474" y="246"/>
                    <a:pt x="470" y="242"/>
                    <a:pt x="465" y="238"/>
                  </a:cubicBezTo>
                  <a:cubicBezTo>
                    <a:pt x="489" y="210"/>
                    <a:pt x="489" y="210"/>
                    <a:pt x="489" y="210"/>
                  </a:cubicBezTo>
                  <a:cubicBezTo>
                    <a:pt x="716" y="425"/>
                    <a:pt x="901" y="585"/>
                    <a:pt x="1044" y="691"/>
                  </a:cubicBezTo>
                  <a:cubicBezTo>
                    <a:pt x="1071" y="711"/>
                    <a:pt x="1095" y="729"/>
                    <a:pt x="1119" y="745"/>
                  </a:cubicBezTo>
                  <a:cubicBezTo>
                    <a:pt x="1146" y="763"/>
                    <a:pt x="1172" y="779"/>
                    <a:pt x="1195" y="793"/>
                  </a:cubicBezTo>
                  <a:cubicBezTo>
                    <a:pt x="1209" y="801"/>
                    <a:pt x="1223" y="808"/>
                    <a:pt x="1235" y="814"/>
                  </a:cubicBezTo>
                  <a:cubicBezTo>
                    <a:pt x="1241" y="817"/>
                    <a:pt x="1247" y="820"/>
                    <a:pt x="1253" y="823"/>
                  </a:cubicBezTo>
                  <a:cubicBezTo>
                    <a:pt x="1266" y="829"/>
                    <a:pt x="1279" y="834"/>
                    <a:pt x="1293" y="839"/>
                  </a:cubicBezTo>
                  <a:cubicBezTo>
                    <a:pt x="1296" y="840"/>
                    <a:pt x="1299" y="841"/>
                    <a:pt x="1303" y="842"/>
                  </a:cubicBezTo>
                  <a:cubicBezTo>
                    <a:pt x="1307" y="843"/>
                    <a:pt x="1311" y="844"/>
                    <a:pt x="1315" y="844"/>
                  </a:cubicBezTo>
                  <a:cubicBezTo>
                    <a:pt x="1321" y="845"/>
                    <a:pt x="1327" y="845"/>
                    <a:pt x="1333" y="845"/>
                  </a:cubicBezTo>
                  <a:cubicBezTo>
                    <a:pt x="1346" y="845"/>
                    <a:pt x="1355" y="840"/>
                    <a:pt x="1361" y="831"/>
                  </a:cubicBezTo>
                  <a:cubicBezTo>
                    <a:pt x="1367" y="822"/>
                    <a:pt x="1371" y="812"/>
                    <a:pt x="1374" y="801"/>
                  </a:cubicBezTo>
                  <a:cubicBezTo>
                    <a:pt x="1376" y="790"/>
                    <a:pt x="1375" y="776"/>
                    <a:pt x="1370" y="758"/>
                  </a:cubicBezTo>
                  <a:cubicBezTo>
                    <a:pt x="1365" y="739"/>
                    <a:pt x="1357" y="718"/>
                    <a:pt x="1345" y="695"/>
                  </a:cubicBezTo>
                  <a:cubicBezTo>
                    <a:pt x="1341" y="688"/>
                    <a:pt x="1338" y="681"/>
                    <a:pt x="1333" y="674"/>
                  </a:cubicBezTo>
                  <a:cubicBezTo>
                    <a:pt x="1325" y="659"/>
                    <a:pt x="1314" y="643"/>
                    <a:pt x="1303" y="626"/>
                  </a:cubicBezTo>
                  <a:cubicBezTo>
                    <a:pt x="1285" y="600"/>
                    <a:pt x="1264" y="572"/>
                    <a:pt x="1240" y="543"/>
                  </a:cubicBezTo>
                  <a:cubicBezTo>
                    <a:pt x="1132" y="412"/>
                    <a:pt x="961" y="244"/>
                    <a:pt x="725" y="39"/>
                  </a:cubicBezTo>
                  <a:cubicBezTo>
                    <a:pt x="715" y="30"/>
                    <a:pt x="705" y="22"/>
                    <a:pt x="695" y="13"/>
                  </a:cubicBezTo>
                  <a:cubicBezTo>
                    <a:pt x="691" y="9"/>
                    <a:pt x="686" y="4"/>
                    <a:pt x="682" y="0"/>
                  </a:cubicBezTo>
                  <a:cubicBezTo>
                    <a:pt x="698" y="13"/>
                    <a:pt x="713" y="26"/>
                    <a:pt x="728" y="39"/>
                  </a:cubicBezTo>
                  <a:cubicBezTo>
                    <a:pt x="808" y="108"/>
                    <a:pt x="880" y="173"/>
                    <a:pt x="945" y="234"/>
                  </a:cubicBezTo>
                  <a:cubicBezTo>
                    <a:pt x="1073" y="353"/>
                    <a:pt x="1174" y="456"/>
                    <a:pt x="1247" y="543"/>
                  </a:cubicBezTo>
                  <a:cubicBezTo>
                    <a:pt x="1268" y="568"/>
                    <a:pt x="1286" y="591"/>
                    <a:pt x="1303" y="613"/>
                  </a:cubicBezTo>
                  <a:cubicBezTo>
                    <a:pt x="1318" y="635"/>
                    <a:pt x="1332" y="655"/>
                    <a:pt x="1344" y="674"/>
                  </a:cubicBezTo>
                  <a:cubicBezTo>
                    <a:pt x="1348" y="681"/>
                    <a:pt x="1352" y="688"/>
                    <a:pt x="1356" y="695"/>
                  </a:cubicBezTo>
                  <a:cubicBezTo>
                    <a:pt x="1368" y="718"/>
                    <a:pt x="1378" y="739"/>
                    <a:pt x="1384" y="758"/>
                  </a:cubicBezTo>
                  <a:cubicBezTo>
                    <a:pt x="1388" y="772"/>
                    <a:pt x="1391" y="783"/>
                    <a:pt x="1392" y="793"/>
                  </a:cubicBezTo>
                  <a:cubicBezTo>
                    <a:pt x="1392" y="792"/>
                    <a:pt x="1392" y="792"/>
                    <a:pt x="1392" y="792"/>
                  </a:cubicBezTo>
                  <a:cubicBezTo>
                    <a:pt x="1394" y="808"/>
                    <a:pt x="1390" y="825"/>
                    <a:pt x="1380" y="842"/>
                  </a:cubicBez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grpSp>
        <p:nvGrpSpPr>
          <p:cNvPr id="5" name="Group 20"/>
          <p:cNvGrpSpPr/>
          <p:nvPr/>
        </p:nvGrpSpPr>
        <p:grpSpPr>
          <a:xfrm flipH="1" flipV="1">
            <a:off x="2667000" y="1560046"/>
            <a:ext cx="1862341" cy="1401207"/>
            <a:chOff x="3275012" y="2168525"/>
            <a:chExt cx="3154363" cy="2373313"/>
          </a:xfrm>
        </p:grpSpPr>
        <p:sp>
          <p:nvSpPr>
            <p:cNvPr id="22" name="Freeform 5"/>
            <p:cNvSpPr>
              <a:spLocks/>
            </p:cNvSpPr>
            <p:nvPr/>
          </p:nvSpPr>
          <p:spPr bwMode="auto">
            <a:xfrm>
              <a:off x="3275012" y="2443163"/>
              <a:ext cx="3122613" cy="2098675"/>
            </a:xfrm>
            <a:custGeom>
              <a:avLst/>
              <a:gdLst/>
              <a:ahLst/>
              <a:cxnLst>
                <a:cxn ang="0">
                  <a:pos x="1380" y="721"/>
                </a:cxn>
                <a:cxn ang="0">
                  <a:pos x="1375" y="732"/>
                </a:cxn>
                <a:cxn ang="0">
                  <a:pos x="1339" y="790"/>
                </a:cxn>
                <a:cxn ang="0">
                  <a:pos x="1319" y="816"/>
                </a:cxn>
                <a:cxn ang="0">
                  <a:pos x="1303" y="834"/>
                </a:cxn>
                <a:cxn ang="0">
                  <a:pos x="1238" y="889"/>
                </a:cxn>
                <a:cxn ang="0">
                  <a:pos x="1223" y="899"/>
                </a:cxn>
                <a:cxn ang="0">
                  <a:pos x="1080" y="921"/>
                </a:cxn>
                <a:cxn ang="0">
                  <a:pos x="1044" y="916"/>
                </a:cxn>
                <a:cxn ang="0">
                  <a:pos x="786" y="819"/>
                </a:cxn>
                <a:cxn ang="0">
                  <a:pos x="416" y="587"/>
                </a:cxn>
                <a:cxn ang="0">
                  <a:pos x="269" y="477"/>
                </a:cxn>
                <a:cxn ang="0">
                  <a:pos x="219" y="437"/>
                </a:cxn>
                <a:cxn ang="0">
                  <a:pos x="203" y="425"/>
                </a:cxn>
                <a:cxn ang="0">
                  <a:pos x="203" y="426"/>
                </a:cxn>
                <a:cxn ang="0">
                  <a:pos x="106" y="540"/>
                </a:cxn>
                <a:cxn ang="0">
                  <a:pos x="0" y="0"/>
                </a:cxn>
                <a:cxn ang="0">
                  <a:pos x="563" y="0"/>
                </a:cxn>
                <a:cxn ang="0">
                  <a:pos x="489" y="89"/>
                </a:cxn>
                <a:cxn ang="0">
                  <a:pos x="465" y="117"/>
                </a:cxn>
                <a:cxn ang="0">
                  <a:pos x="480" y="130"/>
                </a:cxn>
                <a:cxn ang="0">
                  <a:pos x="638" y="280"/>
                </a:cxn>
                <a:cxn ang="0">
                  <a:pos x="1028" y="602"/>
                </a:cxn>
                <a:cxn ang="0">
                  <a:pos x="1045" y="615"/>
                </a:cxn>
                <a:cxn ang="0">
                  <a:pos x="1080" y="639"/>
                </a:cxn>
                <a:cxn ang="0">
                  <a:pos x="1195" y="708"/>
                </a:cxn>
                <a:cxn ang="0">
                  <a:pos x="1250" y="733"/>
                </a:cxn>
                <a:cxn ang="0">
                  <a:pos x="1303" y="746"/>
                </a:cxn>
                <a:cxn ang="0">
                  <a:pos x="1315" y="748"/>
                </a:cxn>
                <a:cxn ang="0">
                  <a:pos x="1342" y="746"/>
                </a:cxn>
                <a:cxn ang="0">
                  <a:pos x="1370" y="732"/>
                </a:cxn>
                <a:cxn ang="0">
                  <a:pos x="1380" y="721"/>
                </a:cxn>
              </a:cxnLst>
              <a:rect l="0" t="0" r="r" b="b"/>
              <a:pathLst>
                <a:path w="1380" h="926">
                  <a:moveTo>
                    <a:pt x="1380" y="721"/>
                  </a:moveTo>
                  <a:cubicBezTo>
                    <a:pt x="1379" y="724"/>
                    <a:pt x="1377" y="728"/>
                    <a:pt x="1375" y="732"/>
                  </a:cubicBezTo>
                  <a:cubicBezTo>
                    <a:pt x="1364" y="752"/>
                    <a:pt x="1352" y="772"/>
                    <a:pt x="1339" y="790"/>
                  </a:cubicBezTo>
                  <a:cubicBezTo>
                    <a:pt x="1333" y="799"/>
                    <a:pt x="1326" y="807"/>
                    <a:pt x="1319" y="816"/>
                  </a:cubicBezTo>
                  <a:cubicBezTo>
                    <a:pt x="1314" y="822"/>
                    <a:pt x="1308" y="828"/>
                    <a:pt x="1303" y="834"/>
                  </a:cubicBezTo>
                  <a:cubicBezTo>
                    <a:pt x="1283" y="854"/>
                    <a:pt x="1261" y="873"/>
                    <a:pt x="1238" y="889"/>
                  </a:cubicBezTo>
                  <a:cubicBezTo>
                    <a:pt x="1233" y="893"/>
                    <a:pt x="1228" y="896"/>
                    <a:pt x="1223" y="899"/>
                  </a:cubicBezTo>
                  <a:cubicBezTo>
                    <a:pt x="1185" y="919"/>
                    <a:pt x="1137" y="926"/>
                    <a:pt x="1080" y="921"/>
                  </a:cubicBezTo>
                  <a:cubicBezTo>
                    <a:pt x="1068" y="920"/>
                    <a:pt x="1056" y="918"/>
                    <a:pt x="1044" y="916"/>
                  </a:cubicBezTo>
                  <a:cubicBezTo>
                    <a:pt x="971" y="903"/>
                    <a:pt x="884" y="871"/>
                    <a:pt x="786" y="819"/>
                  </a:cubicBezTo>
                  <a:cubicBezTo>
                    <a:pt x="416" y="587"/>
                    <a:pt x="416" y="587"/>
                    <a:pt x="416" y="587"/>
                  </a:cubicBezTo>
                  <a:cubicBezTo>
                    <a:pt x="269" y="477"/>
                    <a:pt x="269" y="477"/>
                    <a:pt x="269" y="477"/>
                  </a:cubicBezTo>
                  <a:cubicBezTo>
                    <a:pt x="253" y="464"/>
                    <a:pt x="236" y="451"/>
                    <a:pt x="219" y="437"/>
                  </a:cubicBezTo>
                  <a:cubicBezTo>
                    <a:pt x="213" y="433"/>
                    <a:pt x="208" y="429"/>
                    <a:pt x="203" y="425"/>
                  </a:cubicBezTo>
                  <a:cubicBezTo>
                    <a:pt x="203" y="426"/>
                    <a:pt x="203" y="426"/>
                    <a:pt x="203" y="426"/>
                  </a:cubicBezTo>
                  <a:cubicBezTo>
                    <a:pt x="106" y="540"/>
                    <a:pt x="106" y="540"/>
                    <a:pt x="106" y="540"/>
                  </a:cubicBezTo>
                  <a:cubicBezTo>
                    <a:pt x="0" y="0"/>
                    <a:pt x="0" y="0"/>
                    <a:pt x="0" y="0"/>
                  </a:cubicBezTo>
                  <a:cubicBezTo>
                    <a:pt x="563" y="0"/>
                    <a:pt x="563" y="0"/>
                    <a:pt x="563" y="0"/>
                  </a:cubicBezTo>
                  <a:cubicBezTo>
                    <a:pt x="489" y="89"/>
                    <a:pt x="489" y="89"/>
                    <a:pt x="489" y="89"/>
                  </a:cubicBezTo>
                  <a:cubicBezTo>
                    <a:pt x="465" y="117"/>
                    <a:pt x="465" y="117"/>
                    <a:pt x="465" y="117"/>
                  </a:cubicBezTo>
                  <a:cubicBezTo>
                    <a:pt x="470" y="121"/>
                    <a:pt x="474" y="125"/>
                    <a:pt x="480" y="130"/>
                  </a:cubicBezTo>
                  <a:cubicBezTo>
                    <a:pt x="535" y="183"/>
                    <a:pt x="588" y="233"/>
                    <a:pt x="638" y="280"/>
                  </a:cubicBezTo>
                  <a:cubicBezTo>
                    <a:pt x="1028" y="602"/>
                    <a:pt x="1028" y="602"/>
                    <a:pt x="1028" y="602"/>
                  </a:cubicBezTo>
                  <a:cubicBezTo>
                    <a:pt x="1045" y="615"/>
                    <a:pt x="1045" y="615"/>
                    <a:pt x="1045" y="615"/>
                  </a:cubicBezTo>
                  <a:cubicBezTo>
                    <a:pt x="1057" y="623"/>
                    <a:pt x="1069" y="631"/>
                    <a:pt x="1080" y="639"/>
                  </a:cubicBezTo>
                  <a:cubicBezTo>
                    <a:pt x="1123" y="668"/>
                    <a:pt x="1161" y="691"/>
                    <a:pt x="1195" y="708"/>
                  </a:cubicBezTo>
                  <a:cubicBezTo>
                    <a:pt x="1215" y="718"/>
                    <a:pt x="1233" y="726"/>
                    <a:pt x="1250" y="733"/>
                  </a:cubicBezTo>
                  <a:cubicBezTo>
                    <a:pt x="1269" y="740"/>
                    <a:pt x="1287" y="744"/>
                    <a:pt x="1303" y="746"/>
                  </a:cubicBezTo>
                  <a:cubicBezTo>
                    <a:pt x="1307" y="747"/>
                    <a:pt x="1311" y="747"/>
                    <a:pt x="1315" y="748"/>
                  </a:cubicBezTo>
                  <a:cubicBezTo>
                    <a:pt x="1325" y="748"/>
                    <a:pt x="1334" y="747"/>
                    <a:pt x="1342" y="746"/>
                  </a:cubicBezTo>
                  <a:cubicBezTo>
                    <a:pt x="1353" y="743"/>
                    <a:pt x="1362" y="739"/>
                    <a:pt x="1370" y="732"/>
                  </a:cubicBezTo>
                  <a:cubicBezTo>
                    <a:pt x="1374" y="729"/>
                    <a:pt x="1377" y="725"/>
                    <a:pt x="1380" y="72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23" name="Freeform 6"/>
            <p:cNvSpPr>
              <a:spLocks/>
            </p:cNvSpPr>
            <p:nvPr/>
          </p:nvSpPr>
          <p:spPr bwMode="auto">
            <a:xfrm>
              <a:off x="4848226" y="2198687"/>
              <a:ext cx="1541463" cy="1885950"/>
            </a:xfrm>
            <a:custGeom>
              <a:avLst/>
              <a:gdLst/>
              <a:ahLst/>
              <a:cxnLst>
                <a:cxn ang="0">
                  <a:pos x="558" y="810"/>
                </a:cxn>
                <a:cxn ang="0">
                  <a:pos x="514" y="661"/>
                </a:cxn>
                <a:cxn ang="0">
                  <a:pos x="500" y="634"/>
                </a:cxn>
                <a:cxn ang="0">
                  <a:pos x="24" y="26"/>
                </a:cxn>
                <a:cxn ang="0">
                  <a:pos x="0" y="0"/>
                </a:cxn>
                <a:cxn ang="0">
                  <a:pos x="30" y="26"/>
                </a:cxn>
                <a:cxn ang="0">
                  <a:pos x="545" y="530"/>
                </a:cxn>
                <a:cxn ang="0">
                  <a:pos x="608" y="613"/>
                </a:cxn>
                <a:cxn ang="0">
                  <a:pos x="638" y="661"/>
                </a:cxn>
                <a:cxn ang="0">
                  <a:pos x="650" y="682"/>
                </a:cxn>
                <a:cxn ang="0">
                  <a:pos x="675" y="745"/>
                </a:cxn>
                <a:cxn ang="0">
                  <a:pos x="679" y="788"/>
                </a:cxn>
                <a:cxn ang="0">
                  <a:pos x="666" y="818"/>
                </a:cxn>
                <a:cxn ang="0">
                  <a:pos x="638" y="832"/>
                </a:cxn>
                <a:cxn ang="0">
                  <a:pos x="620" y="831"/>
                </a:cxn>
                <a:cxn ang="0">
                  <a:pos x="608" y="829"/>
                </a:cxn>
                <a:cxn ang="0">
                  <a:pos x="598" y="826"/>
                </a:cxn>
                <a:cxn ang="0">
                  <a:pos x="558" y="810"/>
                </a:cxn>
              </a:cxnLst>
              <a:rect l="0" t="0" r="r" b="b"/>
              <a:pathLst>
                <a:path w="681" h="832">
                  <a:moveTo>
                    <a:pt x="558" y="810"/>
                  </a:moveTo>
                  <a:cubicBezTo>
                    <a:pt x="558" y="770"/>
                    <a:pt x="543" y="721"/>
                    <a:pt x="514" y="661"/>
                  </a:cubicBezTo>
                  <a:cubicBezTo>
                    <a:pt x="510" y="652"/>
                    <a:pt x="505" y="643"/>
                    <a:pt x="500" y="634"/>
                  </a:cubicBezTo>
                  <a:cubicBezTo>
                    <a:pt x="422" y="486"/>
                    <a:pt x="263" y="284"/>
                    <a:pt x="24" y="26"/>
                  </a:cubicBezTo>
                  <a:cubicBezTo>
                    <a:pt x="16" y="17"/>
                    <a:pt x="8" y="9"/>
                    <a:pt x="0" y="0"/>
                  </a:cubicBezTo>
                  <a:cubicBezTo>
                    <a:pt x="10" y="9"/>
                    <a:pt x="20" y="17"/>
                    <a:pt x="30" y="26"/>
                  </a:cubicBezTo>
                  <a:cubicBezTo>
                    <a:pt x="266" y="231"/>
                    <a:pt x="437" y="399"/>
                    <a:pt x="545" y="530"/>
                  </a:cubicBezTo>
                  <a:cubicBezTo>
                    <a:pt x="569" y="559"/>
                    <a:pt x="590" y="587"/>
                    <a:pt x="608" y="613"/>
                  </a:cubicBezTo>
                  <a:cubicBezTo>
                    <a:pt x="619" y="630"/>
                    <a:pt x="630" y="646"/>
                    <a:pt x="638" y="661"/>
                  </a:cubicBezTo>
                  <a:cubicBezTo>
                    <a:pt x="643" y="668"/>
                    <a:pt x="646" y="675"/>
                    <a:pt x="650" y="682"/>
                  </a:cubicBezTo>
                  <a:cubicBezTo>
                    <a:pt x="662" y="705"/>
                    <a:pt x="670" y="726"/>
                    <a:pt x="675" y="745"/>
                  </a:cubicBezTo>
                  <a:cubicBezTo>
                    <a:pt x="680" y="763"/>
                    <a:pt x="681" y="777"/>
                    <a:pt x="679" y="788"/>
                  </a:cubicBezTo>
                  <a:cubicBezTo>
                    <a:pt x="676" y="799"/>
                    <a:pt x="672" y="809"/>
                    <a:pt x="666" y="818"/>
                  </a:cubicBezTo>
                  <a:cubicBezTo>
                    <a:pt x="660" y="827"/>
                    <a:pt x="651" y="832"/>
                    <a:pt x="638" y="832"/>
                  </a:cubicBezTo>
                  <a:cubicBezTo>
                    <a:pt x="632" y="832"/>
                    <a:pt x="626" y="832"/>
                    <a:pt x="620" y="831"/>
                  </a:cubicBezTo>
                  <a:cubicBezTo>
                    <a:pt x="616" y="831"/>
                    <a:pt x="612" y="830"/>
                    <a:pt x="608" y="829"/>
                  </a:cubicBezTo>
                  <a:cubicBezTo>
                    <a:pt x="604" y="828"/>
                    <a:pt x="601" y="827"/>
                    <a:pt x="598" y="826"/>
                  </a:cubicBezTo>
                  <a:cubicBezTo>
                    <a:pt x="584" y="821"/>
                    <a:pt x="571" y="816"/>
                    <a:pt x="558" y="810"/>
                  </a:cubicBez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24" name="Freeform 7"/>
            <p:cNvSpPr>
              <a:spLocks noEditPoints="1"/>
            </p:cNvSpPr>
            <p:nvPr/>
          </p:nvSpPr>
          <p:spPr bwMode="auto">
            <a:xfrm>
              <a:off x="3275012" y="2168525"/>
              <a:ext cx="3154363" cy="1970088"/>
            </a:xfrm>
            <a:custGeom>
              <a:avLst/>
              <a:gdLst/>
              <a:ahLst/>
              <a:cxnLst>
                <a:cxn ang="0">
                  <a:pos x="0" y="121"/>
                </a:cxn>
                <a:cxn ang="0">
                  <a:pos x="19" y="106"/>
                </a:cxn>
                <a:cxn ang="0">
                  <a:pos x="547" y="106"/>
                </a:cxn>
                <a:cxn ang="0">
                  <a:pos x="563" y="121"/>
                </a:cxn>
                <a:cxn ang="0">
                  <a:pos x="0" y="121"/>
                </a:cxn>
                <a:cxn ang="0">
                  <a:pos x="1380" y="842"/>
                </a:cxn>
                <a:cxn ang="0">
                  <a:pos x="1370" y="853"/>
                </a:cxn>
                <a:cxn ang="0">
                  <a:pos x="1342" y="867"/>
                </a:cxn>
                <a:cxn ang="0">
                  <a:pos x="1315" y="869"/>
                </a:cxn>
                <a:cxn ang="0">
                  <a:pos x="1303" y="867"/>
                </a:cxn>
                <a:cxn ang="0">
                  <a:pos x="1250" y="854"/>
                </a:cxn>
                <a:cxn ang="0">
                  <a:pos x="1195" y="829"/>
                </a:cxn>
                <a:cxn ang="0">
                  <a:pos x="1080" y="760"/>
                </a:cxn>
                <a:cxn ang="0">
                  <a:pos x="1045" y="736"/>
                </a:cxn>
                <a:cxn ang="0">
                  <a:pos x="1028" y="723"/>
                </a:cxn>
                <a:cxn ang="0">
                  <a:pos x="638" y="401"/>
                </a:cxn>
                <a:cxn ang="0">
                  <a:pos x="480" y="251"/>
                </a:cxn>
                <a:cxn ang="0">
                  <a:pos x="465" y="238"/>
                </a:cxn>
                <a:cxn ang="0">
                  <a:pos x="489" y="210"/>
                </a:cxn>
                <a:cxn ang="0">
                  <a:pos x="1044" y="691"/>
                </a:cxn>
                <a:cxn ang="0">
                  <a:pos x="1119" y="745"/>
                </a:cxn>
                <a:cxn ang="0">
                  <a:pos x="1195" y="793"/>
                </a:cxn>
                <a:cxn ang="0">
                  <a:pos x="1235" y="814"/>
                </a:cxn>
                <a:cxn ang="0">
                  <a:pos x="1253" y="823"/>
                </a:cxn>
                <a:cxn ang="0">
                  <a:pos x="1293" y="839"/>
                </a:cxn>
                <a:cxn ang="0">
                  <a:pos x="1303" y="842"/>
                </a:cxn>
                <a:cxn ang="0">
                  <a:pos x="1315" y="844"/>
                </a:cxn>
                <a:cxn ang="0">
                  <a:pos x="1333" y="845"/>
                </a:cxn>
                <a:cxn ang="0">
                  <a:pos x="1361" y="831"/>
                </a:cxn>
                <a:cxn ang="0">
                  <a:pos x="1374" y="801"/>
                </a:cxn>
                <a:cxn ang="0">
                  <a:pos x="1370" y="758"/>
                </a:cxn>
                <a:cxn ang="0">
                  <a:pos x="1345" y="695"/>
                </a:cxn>
                <a:cxn ang="0">
                  <a:pos x="1333" y="674"/>
                </a:cxn>
                <a:cxn ang="0">
                  <a:pos x="1303" y="626"/>
                </a:cxn>
                <a:cxn ang="0">
                  <a:pos x="1240" y="543"/>
                </a:cxn>
                <a:cxn ang="0">
                  <a:pos x="725" y="39"/>
                </a:cxn>
                <a:cxn ang="0">
                  <a:pos x="695" y="13"/>
                </a:cxn>
                <a:cxn ang="0">
                  <a:pos x="682" y="0"/>
                </a:cxn>
                <a:cxn ang="0">
                  <a:pos x="728" y="39"/>
                </a:cxn>
                <a:cxn ang="0">
                  <a:pos x="945" y="234"/>
                </a:cxn>
                <a:cxn ang="0">
                  <a:pos x="1247" y="543"/>
                </a:cxn>
                <a:cxn ang="0">
                  <a:pos x="1303" y="613"/>
                </a:cxn>
                <a:cxn ang="0">
                  <a:pos x="1344" y="674"/>
                </a:cxn>
                <a:cxn ang="0">
                  <a:pos x="1356" y="695"/>
                </a:cxn>
                <a:cxn ang="0">
                  <a:pos x="1384" y="758"/>
                </a:cxn>
                <a:cxn ang="0">
                  <a:pos x="1392" y="793"/>
                </a:cxn>
                <a:cxn ang="0">
                  <a:pos x="1392" y="792"/>
                </a:cxn>
                <a:cxn ang="0">
                  <a:pos x="1380" y="842"/>
                </a:cxn>
              </a:cxnLst>
              <a:rect l="0" t="0" r="r" b="b"/>
              <a:pathLst>
                <a:path w="1394" h="869">
                  <a:moveTo>
                    <a:pt x="0" y="121"/>
                  </a:moveTo>
                  <a:cubicBezTo>
                    <a:pt x="19" y="106"/>
                    <a:pt x="19" y="106"/>
                    <a:pt x="19" y="106"/>
                  </a:cubicBezTo>
                  <a:cubicBezTo>
                    <a:pt x="547" y="106"/>
                    <a:pt x="547" y="106"/>
                    <a:pt x="547" y="106"/>
                  </a:cubicBezTo>
                  <a:cubicBezTo>
                    <a:pt x="563" y="121"/>
                    <a:pt x="563" y="121"/>
                    <a:pt x="563" y="121"/>
                  </a:cubicBezTo>
                  <a:lnTo>
                    <a:pt x="0" y="121"/>
                  </a:lnTo>
                  <a:close/>
                  <a:moveTo>
                    <a:pt x="1380" y="842"/>
                  </a:moveTo>
                  <a:cubicBezTo>
                    <a:pt x="1377" y="846"/>
                    <a:pt x="1374" y="850"/>
                    <a:pt x="1370" y="853"/>
                  </a:cubicBezTo>
                  <a:cubicBezTo>
                    <a:pt x="1362" y="860"/>
                    <a:pt x="1353" y="864"/>
                    <a:pt x="1342" y="867"/>
                  </a:cubicBezTo>
                  <a:cubicBezTo>
                    <a:pt x="1334" y="868"/>
                    <a:pt x="1325" y="869"/>
                    <a:pt x="1315" y="869"/>
                  </a:cubicBezTo>
                  <a:cubicBezTo>
                    <a:pt x="1311" y="868"/>
                    <a:pt x="1307" y="868"/>
                    <a:pt x="1303" y="867"/>
                  </a:cubicBezTo>
                  <a:cubicBezTo>
                    <a:pt x="1287" y="865"/>
                    <a:pt x="1269" y="861"/>
                    <a:pt x="1250" y="854"/>
                  </a:cubicBezTo>
                  <a:cubicBezTo>
                    <a:pt x="1233" y="847"/>
                    <a:pt x="1215" y="839"/>
                    <a:pt x="1195" y="829"/>
                  </a:cubicBezTo>
                  <a:cubicBezTo>
                    <a:pt x="1161" y="812"/>
                    <a:pt x="1123" y="789"/>
                    <a:pt x="1080" y="760"/>
                  </a:cubicBezTo>
                  <a:cubicBezTo>
                    <a:pt x="1069" y="752"/>
                    <a:pt x="1057" y="744"/>
                    <a:pt x="1045" y="736"/>
                  </a:cubicBezTo>
                  <a:cubicBezTo>
                    <a:pt x="1028" y="723"/>
                    <a:pt x="1028" y="723"/>
                    <a:pt x="1028" y="723"/>
                  </a:cubicBezTo>
                  <a:cubicBezTo>
                    <a:pt x="638" y="401"/>
                    <a:pt x="638" y="401"/>
                    <a:pt x="638" y="401"/>
                  </a:cubicBezTo>
                  <a:cubicBezTo>
                    <a:pt x="588" y="354"/>
                    <a:pt x="535" y="304"/>
                    <a:pt x="480" y="251"/>
                  </a:cubicBezTo>
                  <a:cubicBezTo>
                    <a:pt x="474" y="246"/>
                    <a:pt x="470" y="242"/>
                    <a:pt x="465" y="238"/>
                  </a:cubicBezTo>
                  <a:cubicBezTo>
                    <a:pt x="489" y="210"/>
                    <a:pt x="489" y="210"/>
                    <a:pt x="489" y="210"/>
                  </a:cubicBezTo>
                  <a:cubicBezTo>
                    <a:pt x="716" y="425"/>
                    <a:pt x="901" y="585"/>
                    <a:pt x="1044" y="691"/>
                  </a:cubicBezTo>
                  <a:cubicBezTo>
                    <a:pt x="1071" y="711"/>
                    <a:pt x="1095" y="729"/>
                    <a:pt x="1119" y="745"/>
                  </a:cubicBezTo>
                  <a:cubicBezTo>
                    <a:pt x="1146" y="763"/>
                    <a:pt x="1172" y="779"/>
                    <a:pt x="1195" y="793"/>
                  </a:cubicBezTo>
                  <a:cubicBezTo>
                    <a:pt x="1209" y="801"/>
                    <a:pt x="1223" y="808"/>
                    <a:pt x="1235" y="814"/>
                  </a:cubicBezTo>
                  <a:cubicBezTo>
                    <a:pt x="1241" y="817"/>
                    <a:pt x="1247" y="820"/>
                    <a:pt x="1253" y="823"/>
                  </a:cubicBezTo>
                  <a:cubicBezTo>
                    <a:pt x="1266" y="829"/>
                    <a:pt x="1279" y="834"/>
                    <a:pt x="1293" y="839"/>
                  </a:cubicBezTo>
                  <a:cubicBezTo>
                    <a:pt x="1296" y="840"/>
                    <a:pt x="1299" y="841"/>
                    <a:pt x="1303" y="842"/>
                  </a:cubicBezTo>
                  <a:cubicBezTo>
                    <a:pt x="1307" y="843"/>
                    <a:pt x="1311" y="844"/>
                    <a:pt x="1315" y="844"/>
                  </a:cubicBezTo>
                  <a:cubicBezTo>
                    <a:pt x="1321" y="845"/>
                    <a:pt x="1327" y="845"/>
                    <a:pt x="1333" y="845"/>
                  </a:cubicBezTo>
                  <a:cubicBezTo>
                    <a:pt x="1346" y="845"/>
                    <a:pt x="1355" y="840"/>
                    <a:pt x="1361" y="831"/>
                  </a:cubicBezTo>
                  <a:cubicBezTo>
                    <a:pt x="1367" y="822"/>
                    <a:pt x="1371" y="812"/>
                    <a:pt x="1374" y="801"/>
                  </a:cubicBezTo>
                  <a:cubicBezTo>
                    <a:pt x="1376" y="790"/>
                    <a:pt x="1375" y="776"/>
                    <a:pt x="1370" y="758"/>
                  </a:cubicBezTo>
                  <a:cubicBezTo>
                    <a:pt x="1365" y="739"/>
                    <a:pt x="1357" y="718"/>
                    <a:pt x="1345" y="695"/>
                  </a:cubicBezTo>
                  <a:cubicBezTo>
                    <a:pt x="1341" y="688"/>
                    <a:pt x="1338" y="681"/>
                    <a:pt x="1333" y="674"/>
                  </a:cubicBezTo>
                  <a:cubicBezTo>
                    <a:pt x="1325" y="659"/>
                    <a:pt x="1314" y="643"/>
                    <a:pt x="1303" y="626"/>
                  </a:cubicBezTo>
                  <a:cubicBezTo>
                    <a:pt x="1285" y="600"/>
                    <a:pt x="1264" y="572"/>
                    <a:pt x="1240" y="543"/>
                  </a:cubicBezTo>
                  <a:cubicBezTo>
                    <a:pt x="1132" y="412"/>
                    <a:pt x="961" y="244"/>
                    <a:pt x="725" y="39"/>
                  </a:cubicBezTo>
                  <a:cubicBezTo>
                    <a:pt x="715" y="30"/>
                    <a:pt x="705" y="22"/>
                    <a:pt x="695" y="13"/>
                  </a:cubicBezTo>
                  <a:cubicBezTo>
                    <a:pt x="691" y="9"/>
                    <a:pt x="686" y="4"/>
                    <a:pt x="682" y="0"/>
                  </a:cubicBezTo>
                  <a:cubicBezTo>
                    <a:pt x="698" y="13"/>
                    <a:pt x="713" y="26"/>
                    <a:pt x="728" y="39"/>
                  </a:cubicBezTo>
                  <a:cubicBezTo>
                    <a:pt x="808" y="108"/>
                    <a:pt x="880" y="173"/>
                    <a:pt x="945" y="234"/>
                  </a:cubicBezTo>
                  <a:cubicBezTo>
                    <a:pt x="1073" y="353"/>
                    <a:pt x="1174" y="456"/>
                    <a:pt x="1247" y="543"/>
                  </a:cubicBezTo>
                  <a:cubicBezTo>
                    <a:pt x="1268" y="568"/>
                    <a:pt x="1286" y="591"/>
                    <a:pt x="1303" y="613"/>
                  </a:cubicBezTo>
                  <a:cubicBezTo>
                    <a:pt x="1318" y="635"/>
                    <a:pt x="1332" y="655"/>
                    <a:pt x="1344" y="674"/>
                  </a:cubicBezTo>
                  <a:cubicBezTo>
                    <a:pt x="1348" y="681"/>
                    <a:pt x="1352" y="688"/>
                    <a:pt x="1356" y="695"/>
                  </a:cubicBezTo>
                  <a:cubicBezTo>
                    <a:pt x="1368" y="718"/>
                    <a:pt x="1378" y="739"/>
                    <a:pt x="1384" y="758"/>
                  </a:cubicBezTo>
                  <a:cubicBezTo>
                    <a:pt x="1388" y="772"/>
                    <a:pt x="1391" y="783"/>
                    <a:pt x="1392" y="793"/>
                  </a:cubicBezTo>
                  <a:cubicBezTo>
                    <a:pt x="1392" y="792"/>
                    <a:pt x="1392" y="792"/>
                    <a:pt x="1392" y="792"/>
                  </a:cubicBezTo>
                  <a:cubicBezTo>
                    <a:pt x="1394" y="808"/>
                    <a:pt x="1390" y="825"/>
                    <a:pt x="1380" y="842"/>
                  </a:cubicBez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grpSp>
        <p:nvGrpSpPr>
          <p:cNvPr id="6" name="Group 25"/>
          <p:cNvGrpSpPr/>
          <p:nvPr/>
        </p:nvGrpSpPr>
        <p:grpSpPr>
          <a:xfrm>
            <a:off x="4095375" y="2339821"/>
            <a:ext cx="213491" cy="310658"/>
            <a:chOff x="4075113" y="1909763"/>
            <a:chExt cx="247650" cy="360363"/>
          </a:xfrm>
          <a:solidFill>
            <a:schemeClr val="bg1"/>
          </a:solidFill>
        </p:grpSpPr>
        <p:sp>
          <p:nvSpPr>
            <p:cNvPr id="27" name="Freeform 78"/>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28" name="Freeform 79"/>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sp>
        <p:nvSpPr>
          <p:cNvPr id="29" name="Freeform 90"/>
          <p:cNvSpPr>
            <a:spLocks noEditPoints="1"/>
          </p:cNvSpPr>
          <p:nvPr/>
        </p:nvSpPr>
        <p:spPr bwMode="auto">
          <a:xfrm>
            <a:off x="4821621" y="2333252"/>
            <a:ext cx="310658" cy="310658"/>
          </a:xfrm>
          <a:custGeom>
            <a:avLst/>
            <a:gdLst/>
            <a:ahLst/>
            <a:cxnLst>
              <a:cxn ang="0">
                <a:pos x="77" y="14"/>
              </a:cxn>
              <a:cxn ang="0">
                <a:pos x="51" y="34"/>
              </a:cxn>
              <a:cxn ang="0">
                <a:pos x="0" y="54"/>
              </a:cxn>
              <a:cxn ang="0">
                <a:pos x="23" y="80"/>
              </a:cxn>
              <a:cxn ang="0">
                <a:pos x="31" y="123"/>
              </a:cxn>
              <a:cxn ang="0">
                <a:pos x="54" y="115"/>
              </a:cxn>
              <a:cxn ang="0">
                <a:pos x="50" y="103"/>
              </a:cxn>
              <a:cxn ang="0">
                <a:pos x="50" y="76"/>
              </a:cxn>
              <a:cxn ang="0">
                <a:pos x="51" y="74"/>
              </a:cxn>
              <a:cxn ang="0">
                <a:pos x="52" y="73"/>
              </a:cxn>
              <a:cxn ang="0">
                <a:pos x="53" y="73"/>
              </a:cxn>
              <a:cxn ang="0">
                <a:pos x="77" y="94"/>
              </a:cxn>
              <a:cxn ang="0">
                <a:pos x="123" y="54"/>
              </a:cxn>
              <a:cxn ang="0">
                <a:pos x="77" y="54"/>
              </a:cxn>
              <a:cxn ang="0">
                <a:pos x="88" y="42"/>
              </a:cxn>
              <a:cxn ang="0">
                <a:pos x="88" y="65"/>
              </a:cxn>
              <a:cxn ang="0">
                <a:pos x="77" y="54"/>
              </a:cxn>
              <a:cxn ang="0">
                <a:pos x="15" y="42"/>
              </a:cxn>
              <a:cxn ang="0">
                <a:pos x="38" y="54"/>
              </a:cxn>
              <a:cxn ang="0">
                <a:pos x="15" y="65"/>
              </a:cxn>
              <a:cxn ang="0">
                <a:pos x="46" y="115"/>
              </a:cxn>
              <a:cxn ang="0">
                <a:pos x="31" y="80"/>
              </a:cxn>
              <a:cxn ang="0">
                <a:pos x="31" y="73"/>
              </a:cxn>
              <a:cxn ang="0">
                <a:pos x="43" y="73"/>
              </a:cxn>
              <a:cxn ang="0">
                <a:pos x="42" y="103"/>
              </a:cxn>
              <a:cxn ang="0">
                <a:pos x="46" y="112"/>
              </a:cxn>
              <a:cxn ang="0">
                <a:pos x="51" y="65"/>
              </a:cxn>
              <a:cxn ang="0">
                <a:pos x="50" y="65"/>
              </a:cxn>
              <a:cxn ang="0">
                <a:pos x="50" y="42"/>
              </a:cxn>
              <a:cxn ang="0">
                <a:pos x="71" y="34"/>
              </a:cxn>
              <a:cxn ang="0">
                <a:pos x="71" y="73"/>
              </a:cxn>
              <a:cxn ang="0">
                <a:pos x="96" y="100"/>
              </a:cxn>
              <a:cxn ang="0">
                <a:pos x="88" y="73"/>
              </a:cxn>
              <a:cxn ang="0">
                <a:pos x="88" y="34"/>
              </a:cxn>
              <a:cxn ang="0">
                <a:pos x="96" y="8"/>
              </a:cxn>
              <a:cxn ang="0">
                <a:pos x="96" y="100"/>
              </a:cxn>
              <a:cxn ang="0">
                <a:pos x="96" y="100"/>
              </a:cxn>
            </a:cxnLst>
            <a:rect l="0" t="0" r="r" b="b"/>
            <a:pathLst>
              <a:path w="123" h="123">
                <a:moveTo>
                  <a:pt x="96" y="0"/>
                </a:moveTo>
                <a:cubicBezTo>
                  <a:pt x="88" y="0"/>
                  <a:pt x="82" y="5"/>
                  <a:pt x="77" y="14"/>
                </a:cubicBezTo>
                <a:cubicBezTo>
                  <a:pt x="77" y="14"/>
                  <a:pt x="77" y="14"/>
                  <a:pt x="77" y="14"/>
                </a:cubicBezTo>
                <a:cubicBezTo>
                  <a:pt x="71" y="26"/>
                  <a:pt x="61" y="34"/>
                  <a:pt x="51" y="34"/>
                </a:cubicBezTo>
                <a:cubicBezTo>
                  <a:pt x="15" y="34"/>
                  <a:pt x="15" y="34"/>
                  <a:pt x="15" y="34"/>
                </a:cubicBezTo>
                <a:cubicBezTo>
                  <a:pt x="7" y="34"/>
                  <a:pt x="0" y="43"/>
                  <a:pt x="0" y="54"/>
                </a:cubicBezTo>
                <a:cubicBezTo>
                  <a:pt x="0" y="64"/>
                  <a:pt x="7" y="73"/>
                  <a:pt x="15" y="73"/>
                </a:cubicBezTo>
                <a:cubicBezTo>
                  <a:pt x="20" y="73"/>
                  <a:pt x="23" y="76"/>
                  <a:pt x="23" y="80"/>
                </a:cubicBezTo>
                <a:cubicBezTo>
                  <a:pt x="23" y="115"/>
                  <a:pt x="23" y="115"/>
                  <a:pt x="23" y="115"/>
                </a:cubicBezTo>
                <a:cubicBezTo>
                  <a:pt x="23" y="119"/>
                  <a:pt x="26" y="123"/>
                  <a:pt x="31" y="123"/>
                </a:cubicBezTo>
                <a:cubicBezTo>
                  <a:pt x="46" y="123"/>
                  <a:pt x="46" y="123"/>
                  <a:pt x="46" y="123"/>
                </a:cubicBezTo>
                <a:cubicBezTo>
                  <a:pt x="50" y="123"/>
                  <a:pt x="54" y="119"/>
                  <a:pt x="54" y="115"/>
                </a:cubicBezTo>
                <a:cubicBezTo>
                  <a:pt x="54" y="111"/>
                  <a:pt x="54" y="111"/>
                  <a:pt x="54" y="111"/>
                </a:cubicBezTo>
                <a:cubicBezTo>
                  <a:pt x="54" y="107"/>
                  <a:pt x="50" y="106"/>
                  <a:pt x="50" y="103"/>
                </a:cubicBezTo>
                <a:cubicBezTo>
                  <a:pt x="50" y="77"/>
                  <a:pt x="50" y="77"/>
                  <a:pt x="50" y="77"/>
                </a:cubicBezTo>
                <a:cubicBezTo>
                  <a:pt x="50" y="76"/>
                  <a:pt x="50" y="76"/>
                  <a:pt x="50" y="76"/>
                </a:cubicBezTo>
                <a:cubicBezTo>
                  <a:pt x="50" y="76"/>
                  <a:pt x="50" y="75"/>
                  <a:pt x="50" y="75"/>
                </a:cubicBezTo>
                <a:cubicBezTo>
                  <a:pt x="50" y="75"/>
                  <a:pt x="51" y="75"/>
                  <a:pt x="51" y="74"/>
                </a:cubicBezTo>
                <a:cubicBezTo>
                  <a:pt x="51" y="74"/>
                  <a:pt x="51" y="74"/>
                  <a:pt x="52" y="73"/>
                </a:cubicBezTo>
                <a:cubicBezTo>
                  <a:pt x="52" y="73"/>
                  <a:pt x="52" y="73"/>
                  <a:pt x="52" y="73"/>
                </a:cubicBezTo>
                <a:cubicBezTo>
                  <a:pt x="52" y="73"/>
                  <a:pt x="52" y="73"/>
                  <a:pt x="52" y="73"/>
                </a:cubicBezTo>
                <a:cubicBezTo>
                  <a:pt x="52" y="73"/>
                  <a:pt x="53" y="73"/>
                  <a:pt x="53" y="73"/>
                </a:cubicBezTo>
                <a:cubicBezTo>
                  <a:pt x="63" y="74"/>
                  <a:pt x="71" y="82"/>
                  <a:pt x="77" y="94"/>
                </a:cubicBezTo>
                <a:cubicBezTo>
                  <a:pt x="77" y="94"/>
                  <a:pt x="77" y="94"/>
                  <a:pt x="77" y="94"/>
                </a:cubicBezTo>
                <a:cubicBezTo>
                  <a:pt x="82" y="102"/>
                  <a:pt x="88" y="107"/>
                  <a:pt x="96" y="107"/>
                </a:cubicBezTo>
                <a:cubicBezTo>
                  <a:pt x="114" y="107"/>
                  <a:pt x="123" y="80"/>
                  <a:pt x="123" y="54"/>
                </a:cubicBezTo>
                <a:cubicBezTo>
                  <a:pt x="123" y="27"/>
                  <a:pt x="114" y="0"/>
                  <a:pt x="96" y="0"/>
                </a:cubicBezTo>
                <a:close/>
                <a:moveTo>
                  <a:pt x="77" y="54"/>
                </a:moveTo>
                <a:cubicBezTo>
                  <a:pt x="77" y="50"/>
                  <a:pt x="77" y="46"/>
                  <a:pt x="77" y="42"/>
                </a:cubicBezTo>
                <a:cubicBezTo>
                  <a:pt x="88" y="42"/>
                  <a:pt x="88" y="42"/>
                  <a:pt x="88" y="42"/>
                </a:cubicBezTo>
                <a:cubicBezTo>
                  <a:pt x="92" y="42"/>
                  <a:pt x="96" y="47"/>
                  <a:pt x="96" y="54"/>
                </a:cubicBezTo>
                <a:cubicBezTo>
                  <a:pt x="96" y="60"/>
                  <a:pt x="92" y="65"/>
                  <a:pt x="88" y="65"/>
                </a:cubicBezTo>
                <a:cubicBezTo>
                  <a:pt x="77" y="65"/>
                  <a:pt x="77" y="65"/>
                  <a:pt x="77" y="65"/>
                </a:cubicBezTo>
                <a:cubicBezTo>
                  <a:pt x="77" y="61"/>
                  <a:pt x="77" y="58"/>
                  <a:pt x="77" y="54"/>
                </a:cubicBezTo>
                <a:close/>
                <a:moveTo>
                  <a:pt x="8" y="54"/>
                </a:moveTo>
                <a:cubicBezTo>
                  <a:pt x="8" y="47"/>
                  <a:pt x="11" y="42"/>
                  <a:pt x="15" y="42"/>
                </a:cubicBezTo>
                <a:cubicBezTo>
                  <a:pt x="42" y="42"/>
                  <a:pt x="42" y="42"/>
                  <a:pt x="42" y="42"/>
                </a:cubicBezTo>
                <a:cubicBezTo>
                  <a:pt x="40" y="45"/>
                  <a:pt x="38" y="49"/>
                  <a:pt x="38" y="54"/>
                </a:cubicBezTo>
                <a:cubicBezTo>
                  <a:pt x="38" y="58"/>
                  <a:pt x="40" y="62"/>
                  <a:pt x="42" y="65"/>
                </a:cubicBezTo>
                <a:cubicBezTo>
                  <a:pt x="15" y="65"/>
                  <a:pt x="15" y="65"/>
                  <a:pt x="15" y="65"/>
                </a:cubicBezTo>
                <a:cubicBezTo>
                  <a:pt x="11" y="65"/>
                  <a:pt x="8" y="60"/>
                  <a:pt x="8" y="54"/>
                </a:cubicBezTo>
                <a:close/>
                <a:moveTo>
                  <a:pt x="46" y="115"/>
                </a:moveTo>
                <a:cubicBezTo>
                  <a:pt x="31" y="115"/>
                  <a:pt x="31" y="115"/>
                  <a:pt x="31" y="115"/>
                </a:cubicBezTo>
                <a:cubicBezTo>
                  <a:pt x="31" y="80"/>
                  <a:pt x="31" y="80"/>
                  <a:pt x="31" y="80"/>
                </a:cubicBezTo>
                <a:cubicBezTo>
                  <a:pt x="31" y="78"/>
                  <a:pt x="30" y="75"/>
                  <a:pt x="29" y="73"/>
                </a:cubicBezTo>
                <a:cubicBezTo>
                  <a:pt x="31" y="73"/>
                  <a:pt x="31" y="73"/>
                  <a:pt x="31" y="73"/>
                </a:cubicBezTo>
                <a:cubicBezTo>
                  <a:pt x="31" y="73"/>
                  <a:pt x="31" y="73"/>
                  <a:pt x="31" y="73"/>
                </a:cubicBezTo>
                <a:cubicBezTo>
                  <a:pt x="43" y="73"/>
                  <a:pt x="43" y="73"/>
                  <a:pt x="43" y="73"/>
                </a:cubicBezTo>
                <a:cubicBezTo>
                  <a:pt x="42" y="74"/>
                  <a:pt x="42" y="75"/>
                  <a:pt x="42" y="77"/>
                </a:cubicBezTo>
                <a:cubicBezTo>
                  <a:pt x="42" y="103"/>
                  <a:pt x="42" y="103"/>
                  <a:pt x="42" y="103"/>
                </a:cubicBezTo>
                <a:cubicBezTo>
                  <a:pt x="42" y="107"/>
                  <a:pt x="44" y="110"/>
                  <a:pt x="46" y="111"/>
                </a:cubicBezTo>
                <a:cubicBezTo>
                  <a:pt x="46" y="111"/>
                  <a:pt x="46" y="111"/>
                  <a:pt x="46" y="112"/>
                </a:cubicBezTo>
                <a:lnTo>
                  <a:pt x="46" y="115"/>
                </a:lnTo>
                <a:close/>
                <a:moveTo>
                  <a:pt x="51" y="65"/>
                </a:moveTo>
                <a:cubicBezTo>
                  <a:pt x="50" y="65"/>
                  <a:pt x="50" y="65"/>
                  <a:pt x="50" y="65"/>
                </a:cubicBezTo>
                <a:cubicBezTo>
                  <a:pt x="50" y="65"/>
                  <a:pt x="50" y="65"/>
                  <a:pt x="50" y="65"/>
                </a:cubicBezTo>
                <a:cubicBezTo>
                  <a:pt x="46" y="65"/>
                  <a:pt x="42" y="60"/>
                  <a:pt x="42" y="54"/>
                </a:cubicBezTo>
                <a:cubicBezTo>
                  <a:pt x="42" y="47"/>
                  <a:pt x="46" y="42"/>
                  <a:pt x="50" y="42"/>
                </a:cubicBezTo>
                <a:cubicBezTo>
                  <a:pt x="51" y="42"/>
                  <a:pt x="51" y="42"/>
                  <a:pt x="51" y="42"/>
                </a:cubicBezTo>
                <a:cubicBezTo>
                  <a:pt x="58" y="42"/>
                  <a:pt x="65" y="39"/>
                  <a:pt x="71" y="34"/>
                </a:cubicBezTo>
                <a:cubicBezTo>
                  <a:pt x="70" y="40"/>
                  <a:pt x="69" y="47"/>
                  <a:pt x="69" y="54"/>
                </a:cubicBezTo>
                <a:cubicBezTo>
                  <a:pt x="69" y="60"/>
                  <a:pt x="70" y="67"/>
                  <a:pt x="71" y="73"/>
                </a:cubicBezTo>
                <a:cubicBezTo>
                  <a:pt x="65" y="68"/>
                  <a:pt x="58" y="65"/>
                  <a:pt x="51" y="65"/>
                </a:cubicBezTo>
                <a:close/>
                <a:moveTo>
                  <a:pt x="96" y="100"/>
                </a:moveTo>
                <a:cubicBezTo>
                  <a:pt x="88" y="100"/>
                  <a:pt x="82" y="89"/>
                  <a:pt x="79" y="73"/>
                </a:cubicBezTo>
                <a:cubicBezTo>
                  <a:pt x="88" y="73"/>
                  <a:pt x="88" y="73"/>
                  <a:pt x="88" y="73"/>
                </a:cubicBezTo>
                <a:cubicBezTo>
                  <a:pt x="97" y="73"/>
                  <a:pt x="104" y="64"/>
                  <a:pt x="104" y="54"/>
                </a:cubicBezTo>
                <a:cubicBezTo>
                  <a:pt x="104" y="43"/>
                  <a:pt x="97" y="34"/>
                  <a:pt x="88" y="34"/>
                </a:cubicBezTo>
                <a:cubicBezTo>
                  <a:pt x="79" y="34"/>
                  <a:pt x="79" y="34"/>
                  <a:pt x="79" y="34"/>
                </a:cubicBezTo>
                <a:cubicBezTo>
                  <a:pt x="82" y="19"/>
                  <a:pt x="88" y="8"/>
                  <a:pt x="96" y="8"/>
                </a:cubicBezTo>
                <a:cubicBezTo>
                  <a:pt x="107" y="8"/>
                  <a:pt x="115" y="28"/>
                  <a:pt x="115" y="54"/>
                </a:cubicBezTo>
                <a:cubicBezTo>
                  <a:pt x="115" y="79"/>
                  <a:pt x="107" y="100"/>
                  <a:pt x="96" y="100"/>
                </a:cubicBezTo>
                <a:close/>
                <a:moveTo>
                  <a:pt x="96" y="100"/>
                </a:moveTo>
                <a:cubicBezTo>
                  <a:pt x="96" y="100"/>
                  <a:pt x="96" y="100"/>
                  <a:pt x="96" y="10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nvGrpSpPr>
          <p:cNvPr id="7" name="Group 29"/>
          <p:cNvGrpSpPr/>
          <p:nvPr/>
        </p:nvGrpSpPr>
        <p:grpSpPr>
          <a:xfrm>
            <a:off x="4808483" y="3000667"/>
            <a:ext cx="231283" cy="310658"/>
            <a:chOff x="7192963" y="2706688"/>
            <a:chExt cx="268288" cy="360363"/>
          </a:xfrm>
          <a:solidFill>
            <a:schemeClr val="bg1"/>
          </a:solidFill>
        </p:grpSpPr>
        <p:sp>
          <p:nvSpPr>
            <p:cNvPr id="31" name="Freeform 141"/>
            <p:cNvSpPr>
              <a:spLocks noEditPoints="1"/>
            </p:cNvSpPr>
            <p:nvPr/>
          </p:nvSpPr>
          <p:spPr bwMode="auto">
            <a:xfrm>
              <a:off x="7259638" y="2771776"/>
              <a:ext cx="134938" cy="134938"/>
            </a:xfrm>
            <a:custGeom>
              <a:avLst/>
              <a:gdLst/>
              <a:ahLst/>
              <a:cxnLst>
                <a:cxn ang="0">
                  <a:pos x="23" y="46"/>
                </a:cxn>
                <a:cxn ang="0">
                  <a:pos x="46" y="23"/>
                </a:cxn>
                <a:cxn ang="0">
                  <a:pos x="23" y="0"/>
                </a:cxn>
                <a:cxn ang="0">
                  <a:pos x="0" y="23"/>
                </a:cxn>
                <a:cxn ang="0">
                  <a:pos x="23" y="46"/>
                </a:cxn>
                <a:cxn ang="0">
                  <a:pos x="23" y="4"/>
                </a:cxn>
                <a:cxn ang="0">
                  <a:pos x="42" y="23"/>
                </a:cxn>
                <a:cxn ang="0">
                  <a:pos x="23" y="42"/>
                </a:cxn>
                <a:cxn ang="0">
                  <a:pos x="4" y="23"/>
                </a:cxn>
                <a:cxn ang="0">
                  <a:pos x="23" y="4"/>
                </a:cxn>
                <a:cxn ang="0">
                  <a:pos x="23" y="4"/>
                </a:cxn>
                <a:cxn ang="0">
                  <a:pos x="23" y="4"/>
                </a:cxn>
              </a:cxnLst>
              <a:rect l="0" t="0" r="r" b="b"/>
              <a:pathLst>
                <a:path w="46" h="46">
                  <a:moveTo>
                    <a:pt x="23" y="46"/>
                  </a:moveTo>
                  <a:cubicBezTo>
                    <a:pt x="35" y="46"/>
                    <a:pt x="46" y="36"/>
                    <a:pt x="46" y="23"/>
                  </a:cubicBezTo>
                  <a:cubicBezTo>
                    <a:pt x="46" y="11"/>
                    <a:pt x="35" y="0"/>
                    <a:pt x="23" y="0"/>
                  </a:cubicBezTo>
                  <a:cubicBezTo>
                    <a:pt x="10" y="0"/>
                    <a:pt x="0" y="11"/>
                    <a:pt x="0" y="23"/>
                  </a:cubicBezTo>
                  <a:cubicBezTo>
                    <a:pt x="0" y="36"/>
                    <a:pt x="10" y="46"/>
                    <a:pt x="23" y="46"/>
                  </a:cubicBezTo>
                  <a:close/>
                  <a:moveTo>
                    <a:pt x="23" y="4"/>
                  </a:moveTo>
                  <a:cubicBezTo>
                    <a:pt x="33" y="4"/>
                    <a:pt x="42" y="13"/>
                    <a:pt x="42" y="23"/>
                  </a:cubicBezTo>
                  <a:cubicBezTo>
                    <a:pt x="42" y="34"/>
                    <a:pt x="33" y="42"/>
                    <a:pt x="23" y="42"/>
                  </a:cubicBezTo>
                  <a:cubicBezTo>
                    <a:pt x="12" y="42"/>
                    <a:pt x="4" y="34"/>
                    <a:pt x="4" y="23"/>
                  </a:cubicBezTo>
                  <a:cubicBezTo>
                    <a:pt x="4" y="13"/>
                    <a:pt x="12" y="4"/>
                    <a:pt x="23" y="4"/>
                  </a:cubicBezTo>
                  <a:close/>
                  <a:moveTo>
                    <a:pt x="23" y="4"/>
                  </a:moveTo>
                  <a:cubicBezTo>
                    <a:pt x="23" y="4"/>
                    <a:pt x="23" y="4"/>
                    <a:pt x="23"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32" name="Freeform 142"/>
            <p:cNvSpPr>
              <a:spLocks noEditPoints="1"/>
            </p:cNvSpPr>
            <p:nvPr/>
          </p:nvSpPr>
          <p:spPr bwMode="auto">
            <a:xfrm>
              <a:off x="7192963" y="2706688"/>
              <a:ext cx="268288" cy="360363"/>
            </a:xfrm>
            <a:custGeom>
              <a:avLst/>
              <a:gdLst/>
              <a:ahLst/>
              <a:cxnLst>
                <a:cxn ang="0">
                  <a:pos x="46" y="0"/>
                </a:cxn>
                <a:cxn ang="0">
                  <a:pos x="0" y="46"/>
                </a:cxn>
                <a:cxn ang="0">
                  <a:pos x="40" y="120"/>
                </a:cxn>
                <a:cxn ang="0">
                  <a:pos x="46" y="123"/>
                </a:cxn>
                <a:cxn ang="0">
                  <a:pos x="46" y="123"/>
                </a:cxn>
                <a:cxn ang="0">
                  <a:pos x="52" y="120"/>
                </a:cxn>
                <a:cxn ang="0">
                  <a:pos x="92" y="46"/>
                </a:cxn>
                <a:cxn ang="0">
                  <a:pos x="46" y="0"/>
                </a:cxn>
                <a:cxn ang="0">
                  <a:pos x="46" y="115"/>
                </a:cxn>
                <a:cxn ang="0">
                  <a:pos x="46" y="115"/>
                </a:cxn>
                <a:cxn ang="0">
                  <a:pos x="45" y="115"/>
                </a:cxn>
                <a:cxn ang="0">
                  <a:pos x="7" y="46"/>
                </a:cxn>
                <a:cxn ang="0">
                  <a:pos x="46" y="8"/>
                </a:cxn>
                <a:cxn ang="0">
                  <a:pos x="84" y="46"/>
                </a:cxn>
                <a:cxn ang="0">
                  <a:pos x="46" y="115"/>
                </a:cxn>
                <a:cxn ang="0">
                  <a:pos x="46" y="115"/>
                </a:cxn>
                <a:cxn ang="0">
                  <a:pos x="46" y="115"/>
                </a:cxn>
              </a:cxnLst>
              <a:rect l="0" t="0" r="r" b="b"/>
              <a:pathLst>
                <a:path w="92" h="123">
                  <a:moveTo>
                    <a:pt x="46" y="0"/>
                  </a:moveTo>
                  <a:cubicBezTo>
                    <a:pt x="20" y="0"/>
                    <a:pt x="0" y="21"/>
                    <a:pt x="0" y="46"/>
                  </a:cubicBezTo>
                  <a:cubicBezTo>
                    <a:pt x="0" y="73"/>
                    <a:pt x="23" y="101"/>
                    <a:pt x="40" y="120"/>
                  </a:cubicBezTo>
                  <a:cubicBezTo>
                    <a:pt x="40" y="120"/>
                    <a:pt x="42" y="123"/>
                    <a:pt x="46" y="123"/>
                  </a:cubicBezTo>
                  <a:cubicBezTo>
                    <a:pt x="46" y="123"/>
                    <a:pt x="46" y="123"/>
                    <a:pt x="46" y="123"/>
                  </a:cubicBezTo>
                  <a:cubicBezTo>
                    <a:pt x="49" y="123"/>
                    <a:pt x="52" y="120"/>
                    <a:pt x="52" y="120"/>
                  </a:cubicBezTo>
                  <a:cubicBezTo>
                    <a:pt x="69" y="101"/>
                    <a:pt x="92" y="73"/>
                    <a:pt x="92" y="46"/>
                  </a:cubicBezTo>
                  <a:cubicBezTo>
                    <a:pt x="92" y="21"/>
                    <a:pt x="71" y="0"/>
                    <a:pt x="46" y="0"/>
                  </a:cubicBezTo>
                  <a:close/>
                  <a:moveTo>
                    <a:pt x="46" y="115"/>
                  </a:moveTo>
                  <a:cubicBezTo>
                    <a:pt x="46" y="115"/>
                    <a:pt x="46" y="115"/>
                    <a:pt x="46" y="115"/>
                  </a:cubicBezTo>
                  <a:cubicBezTo>
                    <a:pt x="46" y="115"/>
                    <a:pt x="45" y="115"/>
                    <a:pt x="45" y="115"/>
                  </a:cubicBezTo>
                  <a:cubicBezTo>
                    <a:pt x="31" y="98"/>
                    <a:pt x="7" y="71"/>
                    <a:pt x="7" y="46"/>
                  </a:cubicBezTo>
                  <a:cubicBezTo>
                    <a:pt x="7" y="25"/>
                    <a:pt x="25" y="8"/>
                    <a:pt x="46" y="8"/>
                  </a:cubicBezTo>
                  <a:cubicBezTo>
                    <a:pt x="67" y="8"/>
                    <a:pt x="84" y="25"/>
                    <a:pt x="84" y="46"/>
                  </a:cubicBezTo>
                  <a:cubicBezTo>
                    <a:pt x="84" y="71"/>
                    <a:pt x="60" y="98"/>
                    <a:pt x="46" y="115"/>
                  </a:cubicBezTo>
                  <a:close/>
                  <a:moveTo>
                    <a:pt x="46" y="115"/>
                  </a:moveTo>
                  <a:cubicBezTo>
                    <a:pt x="46" y="115"/>
                    <a:pt x="46" y="115"/>
                    <a:pt x="46" y="1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grpSp>
      <p:sp>
        <p:nvSpPr>
          <p:cNvPr id="33" name="Freeform 153"/>
          <p:cNvSpPr>
            <a:spLocks noEditPoints="1"/>
          </p:cNvSpPr>
          <p:nvPr/>
        </p:nvSpPr>
        <p:spPr bwMode="auto">
          <a:xfrm>
            <a:off x="4057740" y="3010795"/>
            <a:ext cx="296972" cy="301078"/>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200" dirty="0"/>
          </a:p>
        </p:txBody>
      </p:sp>
      <p:sp>
        <p:nvSpPr>
          <p:cNvPr id="34" name="Text Placeholder 3"/>
          <p:cNvSpPr txBox="1">
            <a:spLocks/>
          </p:cNvSpPr>
          <p:nvPr/>
        </p:nvSpPr>
        <p:spPr>
          <a:xfrm rot="2164606">
            <a:off x="3233704" y="2002066"/>
            <a:ext cx="867833" cy="185728"/>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Number One</a:t>
            </a:r>
          </a:p>
        </p:txBody>
      </p:sp>
      <p:sp>
        <p:nvSpPr>
          <p:cNvPr id="35" name="Text Placeholder 3"/>
          <p:cNvSpPr txBox="1">
            <a:spLocks/>
          </p:cNvSpPr>
          <p:nvPr/>
        </p:nvSpPr>
        <p:spPr>
          <a:xfrm rot="19435394" flipH="1">
            <a:off x="5100588" y="1955797"/>
            <a:ext cx="885797" cy="185728"/>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Number Tow</a:t>
            </a:r>
          </a:p>
        </p:txBody>
      </p:sp>
      <p:sp>
        <p:nvSpPr>
          <p:cNvPr id="36" name="Text Placeholder 3"/>
          <p:cNvSpPr txBox="1">
            <a:spLocks/>
          </p:cNvSpPr>
          <p:nvPr/>
        </p:nvSpPr>
        <p:spPr>
          <a:xfrm rot="19435394" flipH="1">
            <a:off x="3132353" y="3515882"/>
            <a:ext cx="986676" cy="185728"/>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Number Three</a:t>
            </a:r>
          </a:p>
        </p:txBody>
      </p:sp>
      <p:sp>
        <p:nvSpPr>
          <p:cNvPr id="38" name="Text Placeholder 3"/>
          <p:cNvSpPr txBox="1">
            <a:spLocks/>
          </p:cNvSpPr>
          <p:nvPr/>
        </p:nvSpPr>
        <p:spPr>
          <a:xfrm rot="2164606">
            <a:off x="5009324" y="3475482"/>
            <a:ext cx="910672" cy="185728"/>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Number Four</a:t>
            </a:r>
          </a:p>
        </p:txBody>
      </p:sp>
      <p:sp>
        <p:nvSpPr>
          <p:cNvPr id="39" name="Text Placeholder 3"/>
          <p:cNvSpPr txBox="1">
            <a:spLocks/>
          </p:cNvSpPr>
          <p:nvPr/>
        </p:nvSpPr>
        <p:spPr>
          <a:xfrm>
            <a:off x="409574" y="1666530"/>
            <a:ext cx="2133601"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2"/>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 alteration in some form</a:t>
            </a:r>
            <a:br>
              <a:rPr lang="en-US" sz="1100" dirty="0">
                <a:solidFill>
                  <a:schemeClr val="tx1">
                    <a:lumMod val="50000"/>
                    <a:lumOff val="50000"/>
                  </a:schemeClr>
                </a:solidFill>
                <a:cs typeface="+mj-cs"/>
              </a:rPr>
            </a:br>
            <a:r>
              <a:rPr lang="en-US" sz="1100" dirty="0">
                <a:solidFill>
                  <a:schemeClr val="tx1">
                    <a:lumMod val="50000"/>
                    <a:lumOff val="50000"/>
                  </a:schemeClr>
                </a:solidFill>
                <a:cs typeface="+mj-cs"/>
              </a:rPr>
              <a:t>by injected.</a:t>
            </a:r>
          </a:p>
        </p:txBody>
      </p:sp>
      <p:sp>
        <p:nvSpPr>
          <p:cNvPr id="40" name="Text Placeholder 3"/>
          <p:cNvSpPr txBox="1">
            <a:spLocks/>
          </p:cNvSpPr>
          <p:nvPr/>
        </p:nvSpPr>
        <p:spPr>
          <a:xfrm>
            <a:off x="409574" y="3090756"/>
            <a:ext cx="2133601"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1"/>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 alteration in some form</a:t>
            </a:r>
            <a:br>
              <a:rPr lang="en-US" sz="1100" dirty="0">
                <a:solidFill>
                  <a:schemeClr val="tx1">
                    <a:lumMod val="50000"/>
                    <a:lumOff val="50000"/>
                  </a:schemeClr>
                </a:solidFill>
                <a:cs typeface="+mj-cs"/>
              </a:rPr>
            </a:br>
            <a:r>
              <a:rPr lang="en-US" sz="1100" dirty="0">
                <a:solidFill>
                  <a:schemeClr val="tx1">
                    <a:lumMod val="50000"/>
                    <a:lumOff val="50000"/>
                  </a:schemeClr>
                </a:solidFill>
                <a:cs typeface="+mj-cs"/>
              </a:rPr>
              <a:t>by injected.</a:t>
            </a:r>
          </a:p>
        </p:txBody>
      </p:sp>
      <p:sp>
        <p:nvSpPr>
          <p:cNvPr id="41" name="Text Placeholder 3"/>
          <p:cNvSpPr txBox="1">
            <a:spLocks/>
          </p:cNvSpPr>
          <p:nvPr/>
        </p:nvSpPr>
        <p:spPr>
          <a:xfrm>
            <a:off x="6619875" y="1666530"/>
            <a:ext cx="2133601"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3"/>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 alteration in some form</a:t>
            </a:r>
            <a:br>
              <a:rPr lang="en-US" sz="1100" dirty="0">
                <a:solidFill>
                  <a:schemeClr val="tx1">
                    <a:lumMod val="50000"/>
                    <a:lumOff val="50000"/>
                  </a:schemeClr>
                </a:solidFill>
                <a:cs typeface="+mj-cs"/>
              </a:rPr>
            </a:br>
            <a:r>
              <a:rPr lang="en-US" sz="1100" dirty="0">
                <a:solidFill>
                  <a:schemeClr val="tx1">
                    <a:lumMod val="50000"/>
                    <a:lumOff val="50000"/>
                  </a:schemeClr>
                </a:solidFill>
                <a:cs typeface="+mj-cs"/>
              </a:rPr>
              <a:t>by injected.</a:t>
            </a:r>
          </a:p>
        </p:txBody>
      </p:sp>
      <p:sp>
        <p:nvSpPr>
          <p:cNvPr id="42" name="Text Placeholder 3"/>
          <p:cNvSpPr txBox="1">
            <a:spLocks/>
          </p:cNvSpPr>
          <p:nvPr/>
        </p:nvSpPr>
        <p:spPr>
          <a:xfrm>
            <a:off x="6619875" y="3090756"/>
            <a:ext cx="2133601"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4"/>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 alteration in some form</a:t>
            </a:r>
            <a:br>
              <a:rPr lang="en-US" sz="1100" dirty="0">
                <a:solidFill>
                  <a:schemeClr val="tx1">
                    <a:lumMod val="50000"/>
                    <a:lumOff val="50000"/>
                  </a:schemeClr>
                </a:solidFill>
                <a:cs typeface="+mj-cs"/>
              </a:rPr>
            </a:br>
            <a:r>
              <a:rPr lang="en-US" sz="1100" dirty="0">
                <a:solidFill>
                  <a:schemeClr val="tx1">
                    <a:lumMod val="50000"/>
                    <a:lumOff val="50000"/>
                  </a:schemeClr>
                </a:solidFill>
                <a:cs typeface="+mj-cs"/>
              </a:rPr>
              <a:t>by injected.</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trips(downRight)">
                                      <p:cBhvr>
                                        <p:cTn id="7" dur="500"/>
                                        <p:tgtEl>
                                          <p:spTgt spid="5"/>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animEffect transition="in" filter="fade">
                                      <p:cBhvr>
                                        <p:cTn id="13" dur="500"/>
                                        <p:tgtEl>
                                          <p:spTgt spid="6"/>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1000"/>
                                        <p:tgtEl>
                                          <p:spTgt spid="34"/>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wipe(right)">
                                      <p:cBhvr>
                                        <p:cTn id="21" dur="500"/>
                                        <p:tgtEl>
                                          <p:spTgt spid="39"/>
                                        </p:tgtEl>
                                      </p:cBhvr>
                                    </p:animEffect>
                                  </p:childTnLst>
                                </p:cTn>
                              </p:par>
                            </p:childTnLst>
                          </p:cTn>
                        </p:par>
                        <p:par>
                          <p:cTn id="22" fill="hold">
                            <p:stCondLst>
                              <p:cond delay="2500"/>
                            </p:stCondLst>
                            <p:childTnLst>
                              <p:par>
                                <p:cTn id="23" presetID="18" presetClass="entr" presetSubtype="3"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strips(upRight)">
                                      <p:cBhvr>
                                        <p:cTn id="25" dur="500"/>
                                        <p:tgtEl>
                                          <p:spTgt spid="3"/>
                                        </p:tgtEl>
                                      </p:cBhvr>
                                    </p:animEffect>
                                  </p:childTnLst>
                                </p:cTn>
                              </p:par>
                            </p:childTnLst>
                          </p:cTn>
                        </p:par>
                        <p:par>
                          <p:cTn id="26" fill="hold">
                            <p:stCondLst>
                              <p:cond delay="3000"/>
                            </p:stCondLst>
                            <p:childTnLst>
                              <p:par>
                                <p:cTn id="27" presetID="53" presetClass="entr" presetSubtype="0" fill="hold" grpId="0" nodeType="afterEffect">
                                  <p:stCondLst>
                                    <p:cond delay="0"/>
                                  </p:stCondLst>
                                  <p:childTnLst>
                                    <p:set>
                                      <p:cBhvr>
                                        <p:cTn id="28" dur="1" fill="hold">
                                          <p:stCondLst>
                                            <p:cond delay="0"/>
                                          </p:stCondLst>
                                        </p:cTn>
                                        <p:tgtEl>
                                          <p:spTgt spid="33"/>
                                        </p:tgtEl>
                                        <p:attrNameLst>
                                          <p:attrName>style.visibility</p:attrName>
                                        </p:attrNameLst>
                                      </p:cBhvr>
                                      <p:to>
                                        <p:strVal val="visible"/>
                                      </p:to>
                                    </p:set>
                                    <p:anim calcmode="lin" valueType="num">
                                      <p:cBhvr>
                                        <p:cTn id="29" dur="500" fill="hold"/>
                                        <p:tgtEl>
                                          <p:spTgt spid="33"/>
                                        </p:tgtEl>
                                        <p:attrNameLst>
                                          <p:attrName>ppt_w</p:attrName>
                                        </p:attrNameLst>
                                      </p:cBhvr>
                                      <p:tavLst>
                                        <p:tav tm="0">
                                          <p:val>
                                            <p:fltVal val="0"/>
                                          </p:val>
                                        </p:tav>
                                        <p:tav tm="100000">
                                          <p:val>
                                            <p:strVal val="#ppt_w"/>
                                          </p:val>
                                        </p:tav>
                                      </p:tavLst>
                                    </p:anim>
                                    <p:anim calcmode="lin" valueType="num">
                                      <p:cBhvr>
                                        <p:cTn id="30" dur="500" fill="hold"/>
                                        <p:tgtEl>
                                          <p:spTgt spid="33"/>
                                        </p:tgtEl>
                                        <p:attrNameLst>
                                          <p:attrName>ppt_h</p:attrName>
                                        </p:attrNameLst>
                                      </p:cBhvr>
                                      <p:tavLst>
                                        <p:tav tm="0">
                                          <p:val>
                                            <p:fltVal val="0"/>
                                          </p:val>
                                        </p:tav>
                                        <p:tav tm="100000">
                                          <p:val>
                                            <p:strVal val="#ppt_h"/>
                                          </p:val>
                                        </p:tav>
                                      </p:tavLst>
                                    </p:anim>
                                    <p:animEffect transition="in" filter="fade">
                                      <p:cBhvr>
                                        <p:cTn id="31" dur="500"/>
                                        <p:tgtEl>
                                          <p:spTgt spid="33"/>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1000"/>
                                        <p:tgtEl>
                                          <p:spTgt spid="36"/>
                                        </p:tgtEl>
                                      </p:cBhvr>
                                    </p:animEffect>
                                  </p:childTnLst>
                                </p:cTn>
                              </p:par>
                            </p:childTnLst>
                          </p:cTn>
                        </p:par>
                        <p:par>
                          <p:cTn id="36" fill="hold">
                            <p:stCondLst>
                              <p:cond delay="4500"/>
                            </p:stCondLst>
                            <p:childTnLst>
                              <p:par>
                                <p:cTn id="37" presetID="22" presetClass="entr" presetSubtype="2"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wipe(right)">
                                      <p:cBhvr>
                                        <p:cTn id="39" dur="500"/>
                                        <p:tgtEl>
                                          <p:spTgt spid="40"/>
                                        </p:tgtEl>
                                      </p:cBhvr>
                                    </p:animEffect>
                                  </p:childTnLst>
                                </p:cTn>
                              </p:par>
                            </p:childTnLst>
                          </p:cTn>
                        </p:par>
                        <p:par>
                          <p:cTn id="40" fill="hold">
                            <p:stCondLst>
                              <p:cond delay="5000"/>
                            </p:stCondLst>
                            <p:childTnLst>
                              <p:par>
                                <p:cTn id="41" presetID="18" presetClass="entr" presetSubtype="12"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strips(downLeft)">
                                      <p:cBhvr>
                                        <p:cTn id="43" dur="500"/>
                                        <p:tgtEl>
                                          <p:spTgt spid="4"/>
                                        </p:tgtEl>
                                      </p:cBhvr>
                                    </p:animEffect>
                                  </p:childTnLst>
                                </p:cTn>
                              </p:par>
                            </p:childTnLst>
                          </p:cTn>
                        </p:par>
                        <p:par>
                          <p:cTn id="44" fill="hold">
                            <p:stCondLst>
                              <p:cond delay="5500"/>
                            </p:stCondLst>
                            <p:childTnLst>
                              <p:par>
                                <p:cTn id="45" presetID="53" presetClass="entr" presetSubtype="0"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 calcmode="lin" valueType="num">
                                      <p:cBhvr>
                                        <p:cTn id="47" dur="500" fill="hold"/>
                                        <p:tgtEl>
                                          <p:spTgt spid="29"/>
                                        </p:tgtEl>
                                        <p:attrNameLst>
                                          <p:attrName>ppt_w</p:attrName>
                                        </p:attrNameLst>
                                      </p:cBhvr>
                                      <p:tavLst>
                                        <p:tav tm="0">
                                          <p:val>
                                            <p:fltVal val="0"/>
                                          </p:val>
                                        </p:tav>
                                        <p:tav tm="100000">
                                          <p:val>
                                            <p:strVal val="#ppt_w"/>
                                          </p:val>
                                        </p:tav>
                                      </p:tavLst>
                                    </p:anim>
                                    <p:anim calcmode="lin" valueType="num">
                                      <p:cBhvr>
                                        <p:cTn id="48" dur="500" fill="hold"/>
                                        <p:tgtEl>
                                          <p:spTgt spid="29"/>
                                        </p:tgtEl>
                                        <p:attrNameLst>
                                          <p:attrName>ppt_h</p:attrName>
                                        </p:attrNameLst>
                                      </p:cBhvr>
                                      <p:tavLst>
                                        <p:tav tm="0">
                                          <p:val>
                                            <p:fltVal val="0"/>
                                          </p:val>
                                        </p:tav>
                                        <p:tav tm="100000">
                                          <p:val>
                                            <p:strVal val="#ppt_h"/>
                                          </p:val>
                                        </p:tav>
                                      </p:tavLst>
                                    </p:anim>
                                    <p:animEffect transition="in" filter="fade">
                                      <p:cBhvr>
                                        <p:cTn id="49" dur="500"/>
                                        <p:tgtEl>
                                          <p:spTgt spid="29"/>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35"/>
                                        </p:tgtEl>
                                        <p:attrNameLst>
                                          <p:attrName>style.visibility</p:attrName>
                                        </p:attrNameLst>
                                      </p:cBhvr>
                                      <p:to>
                                        <p:strVal val="visible"/>
                                      </p:to>
                                    </p:set>
                                    <p:animEffect transition="in" filter="fade">
                                      <p:cBhvr>
                                        <p:cTn id="53" dur="1000"/>
                                        <p:tgtEl>
                                          <p:spTgt spid="35"/>
                                        </p:tgtEl>
                                      </p:cBhvr>
                                    </p:animEffect>
                                  </p:childTnLst>
                                </p:cTn>
                              </p:par>
                            </p:childTnLst>
                          </p:cTn>
                        </p:par>
                        <p:par>
                          <p:cTn id="54" fill="hold">
                            <p:stCondLst>
                              <p:cond delay="7000"/>
                            </p:stCondLst>
                            <p:childTnLst>
                              <p:par>
                                <p:cTn id="55" presetID="22" presetClass="entr" presetSubtype="8" fill="hold" grpId="0" nodeType="afterEffect">
                                  <p:stCondLst>
                                    <p:cond delay="0"/>
                                  </p:stCondLst>
                                  <p:childTnLst>
                                    <p:set>
                                      <p:cBhvr>
                                        <p:cTn id="56" dur="1" fill="hold">
                                          <p:stCondLst>
                                            <p:cond delay="0"/>
                                          </p:stCondLst>
                                        </p:cTn>
                                        <p:tgtEl>
                                          <p:spTgt spid="41"/>
                                        </p:tgtEl>
                                        <p:attrNameLst>
                                          <p:attrName>style.visibility</p:attrName>
                                        </p:attrNameLst>
                                      </p:cBhvr>
                                      <p:to>
                                        <p:strVal val="visible"/>
                                      </p:to>
                                    </p:set>
                                    <p:animEffect transition="in" filter="wipe(left)">
                                      <p:cBhvr>
                                        <p:cTn id="57" dur="500"/>
                                        <p:tgtEl>
                                          <p:spTgt spid="41"/>
                                        </p:tgtEl>
                                      </p:cBhvr>
                                    </p:animEffect>
                                  </p:childTnLst>
                                </p:cTn>
                              </p:par>
                            </p:childTnLst>
                          </p:cTn>
                        </p:par>
                        <p:par>
                          <p:cTn id="58" fill="hold">
                            <p:stCondLst>
                              <p:cond delay="7500"/>
                            </p:stCondLst>
                            <p:childTnLst>
                              <p:par>
                                <p:cTn id="59" presetID="18" presetClass="entr" presetSubtype="9" fill="hold" nodeType="afterEffect">
                                  <p:stCondLst>
                                    <p:cond delay="0"/>
                                  </p:stCondLst>
                                  <p:childTnLst>
                                    <p:set>
                                      <p:cBhvr>
                                        <p:cTn id="60" dur="1" fill="hold">
                                          <p:stCondLst>
                                            <p:cond delay="0"/>
                                          </p:stCondLst>
                                        </p:cTn>
                                        <p:tgtEl>
                                          <p:spTgt spid="2"/>
                                        </p:tgtEl>
                                        <p:attrNameLst>
                                          <p:attrName>style.visibility</p:attrName>
                                        </p:attrNameLst>
                                      </p:cBhvr>
                                      <p:to>
                                        <p:strVal val="visible"/>
                                      </p:to>
                                    </p:set>
                                    <p:animEffect transition="in" filter="strips(upLeft)">
                                      <p:cBhvr>
                                        <p:cTn id="61" dur="500"/>
                                        <p:tgtEl>
                                          <p:spTgt spid="2"/>
                                        </p:tgtEl>
                                      </p:cBhvr>
                                    </p:animEffect>
                                  </p:childTnLst>
                                </p:cTn>
                              </p:par>
                            </p:childTnLst>
                          </p:cTn>
                        </p:par>
                        <p:par>
                          <p:cTn id="62" fill="hold">
                            <p:stCondLst>
                              <p:cond delay="8000"/>
                            </p:stCondLst>
                            <p:childTnLst>
                              <p:par>
                                <p:cTn id="63" presetID="53" presetClass="entr" presetSubtype="0" fill="hold" nodeType="afterEffect">
                                  <p:stCondLst>
                                    <p:cond delay="0"/>
                                  </p:stCondLst>
                                  <p:childTnLst>
                                    <p:set>
                                      <p:cBhvr>
                                        <p:cTn id="64" dur="1" fill="hold">
                                          <p:stCondLst>
                                            <p:cond delay="0"/>
                                          </p:stCondLst>
                                        </p:cTn>
                                        <p:tgtEl>
                                          <p:spTgt spid="7"/>
                                        </p:tgtEl>
                                        <p:attrNameLst>
                                          <p:attrName>style.visibility</p:attrName>
                                        </p:attrNameLst>
                                      </p:cBhvr>
                                      <p:to>
                                        <p:strVal val="visible"/>
                                      </p:to>
                                    </p:set>
                                    <p:anim calcmode="lin" valueType="num">
                                      <p:cBhvr>
                                        <p:cTn id="65" dur="500" fill="hold"/>
                                        <p:tgtEl>
                                          <p:spTgt spid="7"/>
                                        </p:tgtEl>
                                        <p:attrNameLst>
                                          <p:attrName>ppt_w</p:attrName>
                                        </p:attrNameLst>
                                      </p:cBhvr>
                                      <p:tavLst>
                                        <p:tav tm="0">
                                          <p:val>
                                            <p:fltVal val="0"/>
                                          </p:val>
                                        </p:tav>
                                        <p:tav tm="100000">
                                          <p:val>
                                            <p:strVal val="#ppt_w"/>
                                          </p:val>
                                        </p:tav>
                                      </p:tavLst>
                                    </p:anim>
                                    <p:anim calcmode="lin" valueType="num">
                                      <p:cBhvr>
                                        <p:cTn id="66" dur="500" fill="hold"/>
                                        <p:tgtEl>
                                          <p:spTgt spid="7"/>
                                        </p:tgtEl>
                                        <p:attrNameLst>
                                          <p:attrName>ppt_h</p:attrName>
                                        </p:attrNameLst>
                                      </p:cBhvr>
                                      <p:tavLst>
                                        <p:tav tm="0">
                                          <p:val>
                                            <p:fltVal val="0"/>
                                          </p:val>
                                        </p:tav>
                                        <p:tav tm="100000">
                                          <p:val>
                                            <p:strVal val="#ppt_h"/>
                                          </p:val>
                                        </p:tav>
                                      </p:tavLst>
                                    </p:anim>
                                    <p:animEffect transition="in" filter="fade">
                                      <p:cBhvr>
                                        <p:cTn id="67" dur="500"/>
                                        <p:tgtEl>
                                          <p:spTgt spid="7"/>
                                        </p:tgtEl>
                                      </p:cBhvr>
                                    </p:animEffect>
                                  </p:childTnLst>
                                </p:cTn>
                              </p:par>
                            </p:childTnLst>
                          </p:cTn>
                        </p:par>
                        <p:par>
                          <p:cTn id="68" fill="hold">
                            <p:stCondLst>
                              <p:cond delay="8500"/>
                            </p:stCondLst>
                            <p:childTnLst>
                              <p:par>
                                <p:cTn id="69" presetID="10"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Effect transition="in" filter="fade">
                                      <p:cBhvr>
                                        <p:cTn id="71" dur="1000"/>
                                        <p:tgtEl>
                                          <p:spTgt spid="38"/>
                                        </p:tgtEl>
                                      </p:cBhvr>
                                    </p:animEffect>
                                  </p:childTnLst>
                                </p:cTn>
                              </p:par>
                            </p:childTnLst>
                          </p:cTn>
                        </p:par>
                        <p:par>
                          <p:cTn id="72" fill="hold">
                            <p:stCondLst>
                              <p:cond delay="9500"/>
                            </p:stCondLst>
                            <p:childTnLst>
                              <p:par>
                                <p:cTn id="73" presetID="22" presetClass="entr" presetSubtype="8" fill="hold" grpId="0" nodeType="after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wipe(left)">
                                      <p:cBhvr>
                                        <p:cTn id="7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3" grpId="0" animBg="1"/>
      <p:bldP spid="34" grpId="0"/>
      <p:bldP spid="35" grpId="0"/>
      <p:bldP spid="36" grpId="0"/>
      <p:bldP spid="38" grpId="0"/>
      <p:bldP spid="39" grpId="0"/>
      <p:bldP spid="40" grpId="0"/>
      <p:bldP spid="41" grpId="0"/>
      <p:bldP spid="42"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Arrow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183</a:t>
            </a:fld>
            <a:endParaRPr lang="en-US" dirty="0"/>
          </a:p>
        </p:txBody>
      </p:sp>
      <p:sp>
        <p:nvSpPr>
          <p:cNvPr id="15" name="Pentagon 14"/>
          <p:cNvSpPr/>
          <p:nvPr/>
        </p:nvSpPr>
        <p:spPr>
          <a:xfrm>
            <a:off x="5094502" y="1727037"/>
            <a:ext cx="2684378" cy="76200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Parallelogram 15"/>
          <p:cNvSpPr/>
          <p:nvPr/>
        </p:nvSpPr>
        <p:spPr>
          <a:xfrm rot="5400000">
            <a:off x="5237523" y="1583878"/>
            <a:ext cx="1143000" cy="1429041"/>
          </a:xfrm>
          <a:prstGeom prst="parallelogram">
            <a:avLst>
              <a:gd name="adj" fmla="val 33167"/>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p:cNvSpPr/>
          <p:nvPr/>
        </p:nvSpPr>
        <p:spPr>
          <a:xfrm>
            <a:off x="4172540" y="2108037"/>
            <a:ext cx="2351003" cy="76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Parallelogram 10"/>
          <p:cNvSpPr/>
          <p:nvPr/>
        </p:nvSpPr>
        <p:spPr>
          <a:xfrm rot="5400000">
            <a:off x="4315561" y="1964878"/>
            <a:ext cx="1143000" cy="1429041"/>
          </a:xfrm>
          <a:prstGeom prst="parallelogram">
            <a:avLst>
              <a:gd name="adj" fmla="val 33167"/>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3250579" y="2489200"/>
            <a:ext cx="2351003" cy="76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Parallelogram 8"/>
          <p:cNvSpPr/>
          <p:nvPr/>
        </p:nvSpPr>
        <p:spPr>
          <a:xfrm rot="5400000">
            <a:off x="3393599" y="2345878"/>
            <a:ext cx="1143000" cy="1429041"/>
          </a:xfrm>
          <a:prstGeom prst="parallelogram">
            <a:avLst>
              <a:gd name="adj" fmla="val 33167"/>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2328617" y="2869245"/>
            <a:ext cx="2351003" cy="76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Parallelogram 5"/>
          <p:cNvSpPr/>
          <p:nvPr/>
        </p:nvSpPr>
        <p:spPr>
          <a:xfrm rot="5400000">
            <a:off x="2471637" y="2726878"/>
            <a:ext cx="1143000" cy="1429041"/>
          </a:xfrm>
          <a:prstGeom prst="parallelogram">
            <a:avLst>
              <a:gd name="adj" fmla="val 3316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p:nvPr/>
        </p:nvSpPr>
        <p:spPr>
          <a:xfrm>
            <a:off x="1406655" y="3266912"/>
            <a:ext cx="2351003" cy="762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21"/>
          <p:cNvGrpSpPr/>
          <p:nvPr/>
        </p:nvGrpSpPr>
        <p:grpSpPr>
          <a:xfrm>
            <a:off x="3985904" y="3046824"/>
            <a:ext cx="440176" cy="440176"/>
            <a:chOff x="8780463" y="1906588"/>
            <a:chExt cx="360363" cy="360363"/>
          </a:xfrm>
          <a:solidFill>
            <a:schemeClr val="bg1"/>
          </a:solidFill>
        </p:grpSpPr>
        <p:sp>
          <p:nvSpPr>
            <p:cNvPr id="23"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2" name="Freeform 131"/>
          <p:cNvSpPr>
            <a:spLocks noEditPoints="1"/>
          </p:cNvSpPr>
          <p:nvPr/>
        </p:nvSpPr>
        <p:spPr bwMode="auto">
          <a:xfrm>
            <a:off x="5005956" y="2679398"/>
            <a:ext cx="440176" cy="413028"/>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 name="Group 32"/>
          <p:cNvGrpSpPr/>
          <p:nvPr/>
        </p:nvGrpSpPr>
        <p:grpSpPr>
          <a:xfrm>
            <a:off x="5891303" y="2298398"/>
            <a:ext cx="440176" cy="413028"/>
            <a:chOff x="6373813" y="2717801"/>
            <a:chExt cx="360363" cy="338138"/>
          </a:xfrm>
          <a:solidFill>
            <a:schemeClr val="bg1"/>
          </a:solidFill>
        </p:grpSpPr>
        <p:sp>
          <p:nvSpPr>
            <p:cNvPr id="34" name="Freeform 132"/>
            <p:cNvSpPr>
              <a:spLocks noEditPoints="1"/>
            </p:cNvSpPr>
            <p:nvPr/>
          </p:nvSpPr>
          <p:spPr bwMode="auto">
            <a:xfrm>
              <a:off x="6373813" y="2717801"/>
              <a:ext cx="360363" cy="338138"/>
            </a:xfrm>
            <a:custGeom>
              <a:avLst/>
              <a:gdLst/>
              <a:ahLst/>
              <a:cxnLst>
                <a:cxn ang="0">
                  <a:pos x="121" y="25"/>
                </a:cxn>
                <a:cxn ang="0">
                  <a:pos x="98" y="2"/>
                </a:cxn>
                <a:cxn ang="0">
                  <a:pos x="92" y="0"/>
                </a:cxn>
                <a:cxn ang="0">
                  <a:pos x="12" y="0"/>
                </a:cxn>
                <a:cxn ang="0">
                  <a:pos x="0" y="11"/>
                </a:cxn>
                <a:cxn ang="0">
                  <a:pos x="0" y="104"/>
                </a:cxn>
                <a:cxn ang="0">
                  <a:pos x="12" y="115"/>
                </a:cxn>
                <a:cxn ang="0">
                  <a:pos x="111" y="115"/>
                </a:cxn>
                <a:cxn ang="0">
                  <a:pos x="123" y="104"/>
                </a:cxn>
                <a:cxn ang="0">
                  <a:pos x="123" y="31"/>
                </a:cxn>
                <a:cxn ang="0">
                  <a:pos x="121" y="25"/>
                </a:cxn>
                <a:cxn ang="0">
                  <a:pos x="115" y="104"/>
                </a:cxn>
                <a:cxn ang="0">
                  <a:pos x="111" y="107"/>
                </a:cxn>
                <a:cxn ang="0">
                  <a:pos x="12" y="107"/>
                </a:cxn>
                <a:cxn ang="0">
                  <a:pos x="8" y="104"/>
                </a:cxn>
                <a:cxn ang="0">
                  <a:pos x="8" y="11"/>
                </a:cxn>
                <a:cxn ang="0">
                  <a:pos x="12" y="8"/>
                </a:cxn>
                <a:cxn ang="0">
                  <a:pos x="88" y="8"/>
                </a:cxn>
                <a:cxn ang="0">
                  <a:pos x="88" y="23"/>
                </a:cxn>
                <a:cxn ang="0">
                  <a:pos x="100" y="35"/>
                </a:cxn>
                <a:cxn ang="0">
                  <a:pos x="115" y="35"/>
                </a:cxn>
                <a:cxn ang="0">
                  <a:pos x="115" y="104"/>
                </a:cxn>
                <a:cxn ang="0">
                  <a:pos x="104" y="31"/>
                </a:cxn>
                <a:cxn ang="0">
                  <a:pos x="100" y="31"/>
                </a:cxn>
                <a:cxn ang="0">
                  <a:pos x="92" y="23"/>
                </a:cxn>
                <a:cxn ang="0">
                  <a:pos x="92" y="8"/>
                </a:cxn>
                <a:cxn ang="0">
                  <a:pos x="115" y="31"/>
                </a:cxn>
                <a:cxn ang="0">
                  <a:pos x="104" y="31"/>
                </a:cxn>
                <a:cxn ang="0">
                  <a:pos x="104" y="31"/>
                </a:cxn>
                <a:cxn ang="0">
                  <a:pos x="104" y="31"/>
                </a:cxn>
              </a:cxnLst>
              <a:rect l="0" t="0" r="r" b="b"/>
              <a:pathLst>
                <a:path w="123" h="115">
                  <a:moveTo>
                    <a:pt x="121" y="25"/>
                  </a:moveTo>
                  <a:cubicBezTo>
                    <a:pt x="98" y="2"/>
                    <a:pt x="98" y="2"/>
                    <a:pt x="98" y="2"/>
                  </a:cubicBezTo>
                  <a:cubicBezTo>
                    <a:pt x="96" y="1"/>
                    <a:pt x="94" y="0"/>
                    <a:pt x="92" y="0"/>
                  </a:cubicBezTo>
                  <a:cubicBezTo>
                    <a:pt x="12" y="0"/>
                    <a:pt x="12" y="0"/>
                    <a:pt x="12" y="0"/>
                  </a:cubicBezTo>
                  <a:cubicBezTo>
                    <a:pt x="5" y="0"/>
                    <a:pt x="0" y="5"/>
                    <a:pt x="0" y="11"/>
                  </a:cubicBezTo>
                  <a:cubicBezTo>
                    <a:pt x="0" y="104"/>
                    <a:pt x="0" y="104"/>
                    <a:pt x="0" y="104"/>
                  </a:cubicBezTo>
                  <a:cubicBezTo>
                    <a:pt x="0" y="110"/>
                    <a:pt x="5" y="115"/>
                    <a:pt x="12" y="115"/>
                  </a:cubicBezTo>
                  <a:cubicBezTo>
                    <a:pt x="111" y="115"/>
                    <a:pt x="111" y="115"/>
                    <a:pt x="111" y="115"/>
                  </a:cubicBezTo>
                  <a:cubicBezTo>
                    <a:pt x="118" y="115"/>
                    <a:pt x="123" y="110"/>
                    <a:pt x="123" y="104"/>
                  </a:cubicBezTo>
                  <a:cubicBezTo>
                    <a:pt x="123" y="31"/>
                    <a:pt x="123" y="31"/>
                    <a:pt x="123" y="31"/>
                  </a:cubicBezTo>
                  <a:cubicBezTo>
                    <a:pt x="123" y="29"/>
                    <a:pt x="122" y="27"/>
                    <a:pt x="121" y="25"/>
                  </a:cubicBezTo>
                  <a:close/>
                  <a:moveTo>
                    <a:pt x="115" y="104"/>
                  </a:moveTo>
                  <a:cubicBezTo>
                    <a:pt x="115" y="106"/>
                    <a:pt x="113" y="107"/>
                    <a:pt x="111" y="107"/>
                  </a:cubicBezTo>
                  <a:cubicBezTo>
                    <a:pt x="12" y="107"/>
                    <a:pt x="12" y="107"/>
                    <a:pt x="12" y="107"/>
                  </a:cubicBezTo>
                  <a:cubicBezTo>
                    <a:pt x="9" y="107"/>
                    <a:pt x="8" y="106"/>
                    <a:pt x="8" y="104"/>
                  </a:cubicBezTo>
                  <a:cubicBezTo>
                    <a:pt x="8" y="11"/>
                    <a:pt x="8" y="11"/>
                    <a:pt x="8" y="11"/>
                  </a:cubicBezTo>
                  <a:cubicBezTo>
                    <a:pt x="8" y="9"/>
                    <a:pt x="9" y="8"/>
                    <a:pt x="12" y="8"/>
                  </a:cubicBezTo>
                  <a:cubicBezTo>
                    <a:pt x="88" y="8"/>
                    <a:pt x="88" y="8"/>
                    <a:pt x="88" y="8"/>
                  </a:cubicBezTo>
                  <a:cubicBezTo>
                    <a:pt x="88" y="23"/>
                    <a:pt x="88" y="23"/>
                    <a:pt x="88" y="23"/>
                  </a:cubicBezTo>
                  <a:cubicBezTo>
                    <a:pt x="88" y="29"/>
                    <a:pt x="93" y="35"/>
                    <a:pt x="100" y="35"/>
                  </a:cubicBezTo>
                  <a:cubicBezTo>
                    <a:pt x="115" y="35"/>
                    <a:pt x="115" y="35"/>
                    <a:pt x="115" y="35"/>
                  </a:cubicBezTo>
                  <a:lnTo>
                    <a:pt x="115" y="104"/>
                  </a:lnTo>
                  <a:close/>
                  <a:moveTo>
                    <a:pt x="104" y="31"/>
                  </a:moveTo>
                  <a:cubicBezTo>
                    <a:pt x="100" y="31"/>
                    <a:pt x="100" y="31"/>
                    <a:pt x="100" y="31"/>
                  </a:cubicBezTo>
                  <a:cubicBezTo>
                    <a:pt x="96" y="31"/>
                    <a:pt x="92" y="27"/>
                    <a:pt x="92" y="23"/>
                  </a:cubicBezTo>
                  <a:cubicBezTo>
                    <a:pt x="92" y="8"/>
                    <a:pt x="92" y="8"/>
                    <a:pt x="92" y="8"/>
                  </a:cubicBezTo>
                  <a:cubicBezTo>
                    <a:pt x="115" y="31"/>
                    <a:pt x="115" y="31"/>
                    <a:pt x="115" y="31"/>
                  </a:cubicBezTo>
                  <a:lnTo>
                    <a:pt x="104" y="31"/>
                  </a:lnTo>
                  <a:close/>
                  <a:moveTo>
                    <a:pt x="104" y="31"/>
                  </a:moveTo>
                  <a:cubicBezTo>
                    <a:pt x="104" y="31"/>
                    <a:pt x="104" y="31"/>
                    <a:pt x="104" y="3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133"/>
            <p:cNvSpPr>
              <a:spLocks noEditPoints="1"/>
            </p:cNvSpPr>
            <p:nvPr/>
          </p:nvSpPr>
          <p:spPr bwMode="auto">
            <a:xfrm>
              <a:off x="6543675" y="2786063"/>
              <a:ext cx="66675" cy="11113"/>
            </a:xfrm>
            <a:custGeom>
              <a:avLst/>
              <a:gdLst/>
              <a:ahLst/>
              <a:cxnLst>
                <a:cxn ang="0">
                  <a:pos x="1" y="4"/>
                </a:cxn>
                <a:cxn ang="0">
                  <a:pos x="21" y="4"/>
                </a:cxn>
                <a:cxn ang="0">
                  <a:pos x="23" y="2"/>
                </a:cxn>
                <a:cxn ang="0">
                  <a:pos x="21" y="0"/>
                </a:cxn>
                <a:cxn ang="0">
                  <a:pos x="1" y="0"/>
                </a:cxn>
                <a:cxn ang="0">
                  <a:pos x="0" y="2"/>
                </a:cxn>
                <a:cxn ang="0">
                  <a:pos x="1" y="4"/>
                </a:cxn>
                <a:cxn ang="0">
                  <a:pos x="1" y="4"/>
                </a:cxn>
                <a:cxn ang="0">
                  <a:pos x="1" y="4"/>
                </a:cxn>
              </a:cxnLst>
              <a:rect l="0" t="0" r="r" b="b"/>
              <a:pathLst>
                <a:path w="23" h="4">
                  <a:moveTo>
                    <a:pt x="1" y="4"/>
                  </a:moveTo>
                  <a:cubicBezTo>
                    <a:pt x="21" y="4"/>
                    <a:pt x="21" y="4"/>
                    <a:pt x="21" y="4"/>
                  </a:cubicBezTo>
                  <a:cubicBezTo>
                    <a:pt x="22" y="4"/>
                    <a:pt x="23" y="3"/>
                    <a:pt x="23" y="2"/>
                  </a:cubicBezTo>
                  <a:cubicBezTo>
                    <a:pt x="23" y="1"/>
                    <a:pt x="22" y="0"/>
                    <a:pt x="21"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134"/>
            <p:cNvSpPr>
              <a:spLocks noEditPoints="1"/>
            </p:cNvSpPr>
            <p:nvPr/>
          </p:nvSpPr>
          <p:spPr bwMode="auto">
            <a:xfrm>
              <a:off x="6543675" y="2820988"/>
              <a:ext cx="66675" cy="9525"/>
            </a:xfrm>
            <a:custGeom>
              <a:avLst/>
              <a:gdLst/>
              <a:ahLst/>
              <a:cxnLst>
                <a:cxn ang="0">
                  <a:pos x="1" y="3"/>
                </a:cxn>
                <a:cxn ang="0">
                  <a:pos x="21" y="3"/>
                </a:cxn>
                <a:cxn ang="0">
                  <a:pos x="23" y="1"/>
                </a:cxn>
                <a:cxn ang="0">
                  <a:pos x="21" y="0"/>
                </a:cxn>
                <a:cxn ang="0">
                  <a:pos x="1" y="0"/>
                </a:cxn>
                <a:cxn ang="0">
                  <a:pos x="0" y="1"/>
                </a:cxn>
                <a:cxn ang="0">
                  <a:pos x="1" y="3"/>
                </a:cxn>
                <a:cxn ang="0">
                  <a:pos x="1" y="3"/>
                </a:cxn>
                <a:cxn ang="0">
                  <a:pos x="1" y="3"/>
                </a:cxn>
              </a:cxnLst>
              <a:rect l="0" t="0" r="r" b="b"/>
              <a:pathLst>
                <a:path w="23" h="3">
                  <a:moveTo>
                    <a:pt x="1" y="3"/>
                  </a:moveTo>
                  <a:cubicBezTo>
                    <a:pt x="21" y="3"/>
                    <a:pt x="21" y="3"/>
                    <a:pt x="21" y="3"/>
                  </a:cubicBezTo>
                  <a:cubicBezTo>
                    <a:pt x="22" y="3"/>
                    <a:pt x="23" y="2"/>
                    <a:pt x="23" y="1"/>
                  </a:cubicBezTo>
                  <a:cubicBezTo>
                    <a:pt x="23" y="0"/>
                    <a:pt x="22" y="0"/>
                    <a:pt x="21" y="0"/>
                  </a:cubicBezTo>
                  <a:cubicBezTo>
                    <a:pt x="1" y="0"/>
                    <a:pt x="1" y="0"/>
                    <a:pt x="1" y="0"/>
                  </a:cubicBezTo>
                  <a:cubicBezTo>
                    <a:pt x="0" y="0"/>
                    <a:pt x="0" y="0"/>
                    <a:pt x="0" y="1"/>
                  </a:cubicBezTo>
                  <a:cubicBezTo>
                    <a:pt x="0" y="2"/>
                    <a:pt x="0" y="3"/>
                    <a:pt x="1" y="3"/>
                  </a:cubicBezTo>
                  <a:close/>
                  <a:moveTo>
                    <a:pt x="1" y="3"/>
                  </a:moveTo>
                  <a:cubicBezTo>
                    <a:pt x="1" y="3"/>
                    <a:pt x="1"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135"/>
            <p:cNvSpPr>
              <a:spLocks noEditPoints="1"/>
            </p:cNvSpPr>
            <p:nvPr/>
          </p:nvSpPr>
          <p:spPr bwMode="auto">
            <a:xfrm>
              <a:off x="6543675" y="2852738"/>
              <a:ext cx="142875" cy="12700"/>
            </a:xfrm>
            <a:custGeom>
              <a:avLst/>
              <a:gdLst/>
              <a:ahLst/>
              <a:cxnLst>
                <a:cxn ang="0">
                  <a:pos x="0" y="2"/>
                </a:cxn>
                <a:cxn ang="0">
                  <a:pos x="1" y="4"/>
                </a:cxn>
                <a:cxn ang="0">
                  <a:pos x="48" y="4"/>
                </a:cxn>
                <a:cxn ang="0">
                  <a:pos x="49" y="2"/>
                </a:cxn>
                <a:cxn ang="0">
                  <a:pos x="48" y="0"/>
                </a:cxn>
                <a:cxn ang="0">
                  <a:pos x="1" y="0"/>
                </a:cxn>
                <a:cxn ang="0">
                  <a:pos x="0" y="2"/>
                </a:cxn>
                <a:cxn ang="0">
                  <a:pos x="0" y="2"/>
                </a:cxn>
                <a:cxn ang="0">
                  <a:pos x="0" y="2"/>
                </a:cxn>
              </a:cxnLst>
              <a:rect l="0" t="0" r="r" b="b"/>
              <a:pathLst>
                <a:path w="49" h="4">
                  <a:moveTo>
                    <a:pt x="0" y="2"/>
                  </a:moveTo>
                  <a:cubicBezTo>
                    <a:pt x="0" y="3"/>
                    <a:pt x="0" y="4"/>
                    <a:pt x="1" y="4"/>
                  </a:cubicBezTo>
                  <a:cubicBezTo>
                    <a:pt x="48" y="4"/>
                    <a:pt x="48" y="4"/>
                    <a:pt x="48" y="4"/>
                  </a:cubicBezTo>
                  <a:cubicBezTo>
                    <a:pt x="49" y="4"/>
                    <a:pt x="49" y="3"/>
                    <a:pt x="49" y="2"/>
                  </a:cubicBezTo>
                  <a:cubicBezTo>
                    <a:pt x="49" y="1"/>
                    <a:pt x="49" y="0"/>
                    <a:pt x="48" y="0"/>
                  </a:cubicBezTo>
                  <a:cubicBezTo>
                    <a:pt x="1" y="0"/>
                    <a:pt x="1" y="0"/>
                    <a:pt x="1" y="0"/>
                  </a:cubicBezTo>
                  <a:cubicBezTo>
                    <a:pt x="0" y="0"/>
                    <a:pt x="0" y="1"/>
                    <a:pt x="0" y="2"/>
                  </a:cubicBezTo>
                  <a:close/>
                  <a:moveTo>
                    <a:pt x="0" y="2"/>
                  </a:moveTo>
                  <a:cubicBezTo>
                    <a:pt x="0" y="2"/>
                    <a:pt x="0" y="2"/>
                    <a:pt x="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36"/>
            <p:cNvSpPr>
              <a:spLocks noEditPoints="1"/>
            </p:cNvSpPr>
            <p:nvPr/>
          </p:nvSpPr>
          <p:spPr bwMode="auto">
            <a:xfrm>
              <a:off x="6418263" y="2921001"/>
              <a:ext cx="268288" cy="11113"/>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37"/>
            <p:cNvSpPr>
              <a:spLocks noEditPoints="1"/>
            </p:cNvSpPr>
            <p:nvPr/>
          </p:nvSpPr>
          <p:spPr bwMode="auto">
            <a:xfrm>
              <a:off x="6418263" y="2955926"/>
              <a:ext cx="268288" cy="9525"/>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38"/>
            <p:cNvSpPr>
              <a:spLocks noEditPoints="1"/>
            </p:cNvSpPr>
            <p:nvPr/>
          </p:nvSpPr>
          <p:spPr bwMode="auto">
            <a:xfrm>
              <a:off x="6418263" y="2987676"/>
              <a:ext cx="268288" cy="12700"/>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139"/>
            <p:cNvSpPr>
              <a:spLocks noEditPoints="1"/>
            </p:cNvSpPr>
            <p:nvPr/>
          </p:nvSpPr>
          <p:spPr bwMode="auto">
            <a:xfrm>
              <a:off x="6418263" y="2889251"/>
              <a:ext cx="268288" cy="7938"/>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140"/>
            <p:cNvSpPr>
              <a:spLocks noEditPoints="1"/>
            </p:cNvSpPr>
            <p:nvPr/>
          </p:nvSpPr>
          <p:spPr bwMode="auto">
            <a:xfrm>
              <a:off x="6418263" y="2774951"/>
              <a:ext cx="101600" cy="90488"/>
            </a:xfrm>
            <a:custGeom>
              <a:avLst/>
              <a:gdLst/>
              <a:ahLst/>
              <a:cxnLst>
                <a:cxn ang="0">
                  <a:pos x="4" y="31"/>
                </a:cxn>
                <a:cxn ang="0">
                  <a:pos x="31" y="31"/>
                </a:cxn>
                <a:cxn ang="0">
                  <a:pos x="35" y="27"/>
                </a:cxn>
                <a:cxn ang="0">
                  <a:pos x="35" y="4"/>
                </a:cxn>
                <a:cxn ang="0">
                  <a:pos x="31" y="0"/>
                </a:cxn>
                <a:cxn ang="0">
                  <a:pos x="4" y="0"/>
                </a:cxn>
                <a:cxn ang="0">
                  <a:pos x="0" y="4"/>
                </a:cxn>
                <a:cxn ang="0">
                  <a:pos x="0" y="27"/>
                </a:cxn>
                <a:cxn ang="0">
                  <a:pos x="4" y="31"/>
                </a:cxn>
                <a:cxn ang="0">
                  <a:pos x="8" y="8"/>
                </a:cxn>
                <a:cxn ang="0">
                  <a:pos x="27" y="8"/>
                </a:cxn>
                <a:cxn ang="0">
                  <a:pos x="27" y="23"/>
                </a:cxn>
                <a:cxn ang="0">
                  <a:pos x="8" y="23"/>
                </a:cxn>
                <a:cxn ang="0">
                  <a:pos x="8" y="8"/>
                </a:cxn>
                <a:cxn ang="0">
                  <a:pos x="8" y="8"/>
                </a:cxn>
                <a:cxn ang="0">
                  <a:pos x="8" y="8"/>
                </a:cxn>
              </a:cxnLst>
              <a:rect l="0" t="0" r="r" b="b"/>
              <a:pathLst>
                <a:path w="35" h="31">
                  <a:moveTo>
                    <a:pt x="4" y="31"/>
                  </a:moveTo>
                  <a:cubicBezTo>
                    <a:pt x="31" y="31"/>
                    <a:pt x="31" y="31"/>
                    <a:pt x="31" y="31"/>
                  </a:cubicBezTo>
                  <a:cubicBezTo>
                    <a:pt x="33" y="31"/>
                    <a:pt x="35" y="29"/>
                    <a:pt x="35" y="27"/>
                  </a:cubicBezTo>
                  <a:cubicBezTo>
                    <a:pt x="35" y="4"/>
                    <a:pt x="35" y="4"/>
                    <a:pt x="35" y="4"/>
                  </a:cubicBezTo>
                  <a:cubicBezTo>
                    <a:pt x="35" y="2"/>
                    <a:pt x="33" y="0"/>
                    <a:pt x="31" y="0"/>
                  </a:cubicBezTo>
                  <a:cubicBezTo>
                    <a:pt x="4" y="0"/>
                    <a:pt x="4" y="0"/>
                    <a:pt x="4" y="0"/>
                  </a:cubicBezTo>
                  <a:cubicBezTo>
                    <a:pt x="2" y="0"/>
                    <a:pt x="0" y="2"/>
                    <a:pt x="0" y="4"/>
                  </a:cubicBezTo>
                  <a:cubicBezTo>
                    <a:pt x="0" y="27"/>
                    <a:pt x="0" y="27"/>
                    <a:pt x="0" y="27"/>
                  </a:cubicBezTo>
                  <a:cubicBezTo>
                    <a:pt x="0" y="29"/>
                    <a:pt x="2" y="31"/>
                    <a:pt x="4" y="31"/>
                  </a:cubicBezTo>
                  <a:close/>
                  <a:moveTo>
                    <a:pt x="8" y="8"/>
                  </a:moveTo>
                  <a:cubicBezTo>
                    <a:pt x="27" y="8"/>
                    <a:pt x="27" y="8"/>
                    <a:pt x="27" y="8"/>
                  </a:cubicBezTo>
                  <a:cubicBezTo>
                    <a:pt x="27" y="23"/>
                    <a:pt x="27" y="23"/>
                    <a:pt x="27" y="23"/>
                  </a:cubicBezTo>
                  <a:cubicBezTo>
                    <a:pt x="8" y="23"/>
                    <a:pt x="8" y="23"/>
                    <a:pt x="8" y="23"/>
                  </a:cubicBezTo>
                  <a:lnTo>
                    <a:pt x="8" y="8"/>
                  </a:lnTo>
                  <a:close/>
                  <a:moveTo>
                    <a:pt x="8" y="8"/>
                  </a:moveTo>
                  <a:cubicBezTo>
                    <a:pt x="8" y="8"/>
                    <a:pt x="8" y="8"/>
                    <a:pt x="8" y="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6" name="Freeform 144"/>
          <p:cNvSpPr>
            <a:spLocks noEditPoints="1"/>
          </p:cNvSpPr>
          <p:nvPr/>
        </p:nvSpPr>
        <p:spPr bwMode="auto">
          <a:xfrm>
            <a:off x="2357221" y="3427824"/>
            <a:ext cx="449870" cy="440176"/>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72"/>
          <p:cNvSpPr>
            <a:spLocks noEditPoints="1"/>
          </p:cNvSpPr>
          <p:nvPr/>
        </p:nvSpPr>
        <p:spPr bwMode="auto">
          <a:xfrm>
            <a:off x="6874395" y="1903824"/>
            <a:ext cx="440176" cy="440176"/>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Text Placeholder 3"/>
          <p:cNvSpPr txBox="1">
            <a:spLocks/>
          </p:cNvSpPr>
          <p:nvPr/>
        </p:nvSpPr>
        <p:spPr>
          <a:xfrm>
            <a:off x="1606680" y="4119407"/>
            <a:ext cx="2133601"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1"/>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a:t>
            </a:r>
          </a:p>
        </p:txBody>
      </p:sp>
      <p:sp>
        <p:nvSpPr>
          <p:cNvPr id="50" name="Text Placeholder 3"/>
          <p:cNvSpPr txBox="1">
            <a:spLocks/>
          </p:cNvSpPr>
          <p:nvPr/>
        </p:nvSpPr>
        <p:spPr>
          <a:xfrm>
            <a:off x="4798611" y="3360492"/>
            <a:ext cx="2133601"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3"/>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a:t>
            </a:r>
          </a:p>
        </p:txBody>
      </p:sp>
      <p:sp>
        <p:nvSpPr>
          <p:cNvPr id="51" name="Text Placeholder 3"/>
          <p:cNvSpPr txBox="1">
            <a:spLocks/>
          </p:cNvSpPr>
          <p:nvPr/>
        </p:nvSpPr>
        <p:spPr>
          <a:xfrm>
            <a:off x="959792" y="2259979"/>
            <a:ext cx="2133601"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2"/>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a:t>
            </a:r>
          </a:p>
        </p:txBody>
      </p:sp>
      <p:sp>
        <p:nvSpPr>
          <p:cNvPr id="53" name="Text Placeholder 3"/>
          <p:cNvSpPr txBox="1">
            <a:spLocks/>
          </p:cNvSpPr>
          <p:nvPr/>
        </p:nvSpPr>
        <p:spPr>
          <a:xfrm>
            <a:off x="2846003" y="1481302"/>
            <a:ext cx="2133601"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4"/>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a:t>
            </a:r>
          </a:p>
        </p:txBody>
      </p:sp>
      <p:sp>
        <p:nvSpPr>
          <p:cNvPr id="55" name="Text Placeholder 3"/>
          <p:cNvSpPr txBox="1">
            <a:spLocks/>
          </p:cNvSpPr>
          <p:nvPr/>
        </p:nvSpPr>
        <p:spPr>
          <a:xfrm>
            <a:off x="5387566" y="1113730"/>
            <a:ext cx="2133601"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5"/>
                </a:solidFill>
                <a:cs typeface="+mj-cs"/>
              </a:rPr>
              <a:t>Title Goes Here</a:t>
            </a:r>
            <a:br>
              <a:rPr lang="en-US" sz="1200" b="1" dirty="0">
                <a:solidFill>
                  <a:schemeClr val="tx1">
                    <a:lumMod val="50000"/>
                    <a:lumOff val="50000"/>
                  </a:schemeClr>
                </a:solidFill>
                <a:cs typeface="+mj-cs"/>
              </a:rPr>
            </a:br>
            <a:r>
              <a:rPr lang="en-US" sz="1100" dirty="0">
                <a:solidFill>
                  <a:schemeClr val="tx1">
                    <a:lumMod val="50000"/>
                    <a:lumOff val="50000"/>
                  </a:schemeClr>
                </a:solidFill>
                <a:cs typeface="+mj-cs"/>
              </a:rPr>
              <a:t>There are many variations of passages but the majority have  suffered</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Left)">
                                      <p:cBhvr>
                                        <p:cTn id="7" dur="500"/>
                                        <p:tgtEl>
                                          <p:spTgt spid="5"/>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p:cTn id="11" dur="500" fill="hold"/>
                                        <p:tgtEl>
                                          <p:spTgt spid="46"/>
                                        </p:tgtEl>
                                        <p:attrNameLst>
                                          <p:attrName>ppt_w</p:attrName>
                                        </p:attrNameLst>
                                      </p:cBhvr>
                                      <p:tavLst>
                                        <p:tav tm="0">
                                          <p:val>
                                            <p:fltVal val="0"/>
                                          </p:val>
                                        </p:tav>
                                        <p:tav tm="100000">
                                          <p:val>
                                            <p:strVal val="#ppt_w"/>
                                          </p:val>
                                        </p:tav>
                                      </p:tavLst>
                                    </p:anim>
                                    <p:anim calcmode="lin" valueType="num">
                                      <p:cBhvr>
                                        <p:cTn id="12" dur="500" fill="hold"/>
                                        <p:tgtEl>
                                          <p:spTgt spid="46"/>
                                        </p:tgtEl>
                                        <p:attrNameLst>
                                          <p:attrName>ppt_h</p:attrName>
                                        </p:attrNameLst>
                                      </p:cBhvr>
                                      <p:tavLst>
                                        <p:tav tm="0">
                                          <p:val>
                                            <p:fltVal val="0"/>
                                          </p:val>
                                        </p:tav>
                                        <p:tav tm="100000">
                                          <p:val>
                                            <p:strVal val="#ppt_h"/>
                                          </p:val>
                                        </p:tav>
                                      </p:tavLst>
                                    </p:anim>
                                    <p:animEffect transition="in" filter="fade">
                                      <p:cBhvr>
                                        <p:cTn id="13" dur="500"/>
                                        <p:tgtEl>
                                          <p:spTgt spid="46"/>
                                        </p:tgtEl>
                                      </p:cBhvr>
                                    </p:animEffect>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right)">
                                      <p:cBhvr>
                                        <p:cTn id="17" dur="500"/>
                                        <p:tgtEl>
                                          <p:spTgt spid="6"/>
                                        </p:tgtEl>
                                      </p:cBhvr>
                                    </p:animEffect>
                                  </p:childTnLst>
                                </p:cTn>
                              </p:par>
                            </p:childTnLst>
                          </p:cTn>
                        </p:par>
                        <p:par>
                          <p:cTn id="18" fill="hold">
                            <p:stCondLst>
                              <p:cond delay="1500"/>
                            </p:stCondLst>
                            <p:childTnLst>
                              <p:par>
                                <p:cTn id="19" presetID="12" presetClass="entr" presetSubtype="8"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slide(fromLeft)">
                                      <p:cBhvr>
                                        <p:cTn id="21" dur="500"/>
                                        <p:tgtEl>
                                          <p:spTgt spid="7"/>
                                        </p:tgtEl>
                                      </p:cBhvr>
                                    </p:animEffect>
                                  </p:childTnLst>
                                </p:cTn>
                              </p:par>
                            </p:childTnLst>
                          </p:cTn>
                        </p:par>
                        <p:par>
                          <p:cTn id="22" fill="hold">
                            <p:stCondLst>
                              <p:cond delay="2000"/>
                            </p:stCondLst>
                            <p:childTnLst>
                              <p:par>
                                <p:cTn id="23" presetID="53" presetClass="entr" presetSubtype="0"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childTnLst>
                          </p:cTn>
                        </p:par>
                        <p:par>
                          <p:cTn id="28" fill="hold">
                            <p:stCondLst>
                              <p:cond delay="2500"/>
                            </p:stCondLst>
                            <p:childTnLst>
                              <p:par>
                                <p:cTn id="29" presetID="22" presetClass="entr" presetSubtype="2"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wipe(right)">
                                      <p:cBhvr>
                                        <p:cTn id="31" dur="500"/>
                                        <p:tgtEl>
                                          <p:spTgt spid="9"/>
                                        </p:tgtEl>
                                      </p:cBhvr>
                                    </p:animEffect>
                                  </p:childTnLst>
                                </p:cTn>
                              </p:par>
                            </p:childTnLst>
                          </p:cTn>
                        </p:par>
                        <p:par>
                          <p:cTn id="32" fill="hold">
                            <p:stCondLst>
                              <p:cond delay="3000"/>
                            </p:stCondLst>
                            <p:childTnLst>
                              <p:par>
                                <p:cTn id="33" presetID="12" presetClass="entr" presetSubtype="8" fill="hold" grpId="0"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slide(fromLeft)">
                                      <p:cBhvr>
                                        <p:cTn id="35" dur="500"/>
                                        <p:tgtEl>
                                          <p:spTgt spid="8"/>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 calcmode="lin" valueType="num">
                                      <p:cBhvr>
                                        <p:cTn id="39" dur="500" fill="hold"/>
                                        <p:tgtEl>
                                          <p:spTgt spid="32"/>
                                        </p:tgtEl>
                                        <p:attrNameLst>
                                          <p:attrName>ppt_w</p:attrName>
                                        </p:attrNameLst>
                                      </p:cBhvr>
                                      <p:tavLst>
                                        <p:tav tm="0">
                                          <p:val>
                                            <p:fltVal val="0"/>
                                          </p:val>
                                        </p:tav>
                                        <p:tav tm="100000">
                                          <p:val>
                                            <p:strVal val="#ppt_w"/>
                                          </p:val>
                                        </p:tav>
                                      </p:tavLst>
                                    </p:anim>
                                    <p:anim calcmode="lin" valueType="num">
                                      <p:cBhvr>
                                        <p:cTn id="40" dur="500" fill="hold"/>
                                        <p:tgtEl>
                                          <p:spTgt spid="32"/>
                                        </p:tgtEl>
                                        <p:attrNameLst>
                                          <p:attrName>ppt_h</p:attrName>
                                        </p:attrNameLst>
                                      </p:cBhvr>
                                      <p:tavLst>
                                        <p:tav tm="0">
                                          <p:val>
                                            <p:fltVal val="0"/>
                                          </p:val>
                                        </p:tav>
                                        <p:tav tm="100000">
                                          <p:val>
                                            <p:strVal val="#ppt_h"/>
                                          </p:val>
                                        </p:tav>
                                      </p:tavLst>
                                    </p:anim>
                                    <p:animEffect transition="in" filter="fade">
                                      <p:cBhvr>
                                        <p:cTn id="41" dur="500"/>
                                        <p:tgtEl>
                                          <p:spTgt spid="32"/>
                                        </p:tgtEl>
                                      </p:cBhvr>
                                    </p:animEffect>
                                  </p:childTnLst>
                                </p:cTn>
                              </p:par>
                            </p:childTnLst>
                          </p:cTn>
                        </p:par>
                        <p:par>
                          <p:cTn id="42" fill="hold">
                            <p:stCondLst>
                              <p:cond delay="4000"/>
                            </p:stCondLst>
                            <p:childTnLst>
                              <p:par>
                                <p:cTn id="43" presetID="22" presetClass="entr" presetSubtype="2"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wipe(right)">
                                      <p:cBhvr>
                                        <p:cTn id="45" dur="500"/>
                                        <p:tgtEl>
                                          <p:spTgt spid="11"/>
                                        </p:tgtEl>
                                      </p:cBhvr>
                                    </p:animEffect>
                                  </p:childTnLst>
                                </p:cTn>
                              </p:par>
                            </p:childTnLst>
                          </p:cTn>
                        </p:par>
                        <p:par>
                          <p:cTn id="46" fill="hold">
                            <p:stCondLst>
                              <p:cond delay="4500"/>
                            </p:stCondLst>
                            <p:childTnLst>
                              <p:par>
                                <p:cTn id="47" presetID="12" presetClass="entr" presetSubtype="8" fill="hold" grpId="0" nodeType="after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slide(fromLeft)">
                                      <p:cBhvr>
                                        <p:cTn id="49" dur="500"/>
                                        <p:tgtEl>
                                          <p:spTgt spid="17"/>
                                        </p:tgtEl>
                                      </p:cBhvr>
                                    </p:animEffect>
                                  </p:childTnLst>
                                </p:cTn>
                              </p:par>
                            </p:childTnLst>
                          </p:cTn>
                        </p:par>
                        <p:par>
                          <p:cTn id="50" fill="hold">
                            <p:stCondLst>
                              <p:cond delay="5000"/>
                            </p:stCondLst>
                            <p:childTnLst>
                              <p:par>
                                <p:cTn id="51" presetID="53" presetClass="entr" presetSubtype="0" fill="hold" nodeType="afterEffect">
                                  <p:stCondLst>
                                    <p:cond delay="0"/>
                                  </p:stCondLst>
                                  <p:childTnLst>
                                    <p:set>
                                      <p:cBhvr>
                                        <p:cTn id="52" dur="1" fill="hold">
                                          <p:stCondLst>
                                            <p:cond delay="0"/>
                                          </p:stCondLst>
                                        </p:cTn>
                                        <p:tgtEl>
                                          <p:spTgt spid="3"/>
                                        </p:tgtEl>
                                        <p:attrNameLst>
                                          <p:attrName>style.visibility</p:attrName>
                                        </p:attrNameLst>
                                      </p:cBhvr>
                                      <p:to>
                                        <p:strVal val="visible"/>
                                      </p:to>
                                    </p:set>
                                    <p:anim calcmode="lin" valueType="num">
                                      <p:cBhvr>
                                        <p:cTn id="53" dur="500" fill="hold"/>
                                        <p:tgtEl>
                                          <p:spTgt spid="3"/>
                                        </p:tgtEl>
                                        <p:attrNameLst>
                                          <p:attrName>ppt_w</p:attrName>
                                        </p:attrNameLst>
                                      </p:cBhvr>
                                      <p:tavLst>
                                        <p:tav tm="0">
                                          <p:val>
                                            <p:fltVal val="0"/>
                                          </p:val>
                                        </p:tav>
                                        <p:tav tm="100000">
                                          <p:val>
                                            <p:strVal val="#ppt_w"/>
                                          </p:val>
                                        </p:tav>
                                      </p:tavLst>
                                    </p:anim>
                                    <p:anim calcmode="lin" valueType="num">
                                      <p:cBhvr>
                                        <p:cTn id="54" dur="500" fill="hold"/>
                                        <p:tgtEl>
                                          <p:spTgt spid="3"/>
                                        </p:tgtEl>
                                        <p:attrNameLst>
                                          <p:attrName>ppt_h</p:attrName>
                                        </p:attrNameLst>
                                      </p:cBhvr>
                                      <p:tavLst>
                                        <p:tav tm="0">
                                          <p:val>
                                            <p:fltVal val="0"/>
                                          </p:val>
                                        </p:tav>
                                        <p:tav tm="100000">
                                          <p:val>
                                            <p:strVal val="#ppt_h"/>
                                          </p:val>
                                        </p:tav>
                                      </p:tavLst>
                                    </p:anim>
                                    <p:animEffect transition="in" filter="fade">
                                      <p:cBhvr>
                                        <p:cTn id="55" dur="500"/>
                                        <p:tgtEl>
                                          <p:spTgt spid="3"/>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wipe(right)">
                                      <p:cBhvr>
                                        <p:cTn id="59" dur="500"/>
                                        <p:tgtEl>
                                          <p:spTgt spid="16"/>
                                        </p:tgtEl>
                                      </p:cBhvr>
                                    </p:animEffect>
                                  </p:childTnLst>
                                </p:cTn>
                              </p:par>
                            </p:childTnLst>
                          </p:cTn>
                        </p:par>
                        <p:par>
                          <p:cTn id="60" fill="hold">
                            <p:stCondLst>
                              <p:cond delay="6000"/>
                            </p:stCondLst>
                            <p:childTnLst>
                              <p:par>
                                <p:cTn id="61" presetID="12" presetClass="entr" presetSubtype="8" fill="hold" grpId="0" nodeType="after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slide(fromLeft)">
                                      <p:cBhvr>
                                        <p:cTn id="63" dur="500"/>
                                        <p:tgtEl>
                                          <p:spTgt spid="15"/>
                                        </p:tgtEl>
                                      </p:cBhvr>
                                    </p:animEffect>
                                  </p:childTnLst>
                                </p:cTn>
                              </p:par>
                            </p:childTnLst>
                          </p:cTn>
                        </p:par>
                        <p:par>
                          <p:cTn id="64" fill="hold">
                            <p:stCondLst>
                              <p:cond delay="6500"/>
                            </p:stCondLst>
                            <p:childTnLst>
                              <p:par>
                                <p:cTn id="65" presetID="53" presetClass="entr" presetSubtype="0" fill="hold" grpId="0" nodeType="afterEffect">
                                  <p:stCondLst>
                                    <p:cond delay="0"/>
                                  </p:stCondLst>
                                  <p:childTnLst>
                                    <p:set>
                                      <p:cBhvr>
                                        <p:cTn id="66" dur="1" fill="hold">
                                          <p:stCondLst>
                                            <p:cond delay="0"/>
                                          </p:stCondLst>
                                        </p:cTn>
                                        <p:tgtEl>
                                          <p:spTgt spid="47"/>
                                        </p:tgtEl>
                                        <p:attrNameLst>
                                          <p:attrName>style.visibility</p:attrName>
                                        </p:attrNameLst>
                                      </p:cBhvr>
                                      <p:to>
                                        <p:strVal val="visible"/>
                                      </p:to>
                                    </p:set>
                                    <p:anim calcmode="lin" valueType="num">
                                      <p:cBhvr>
                                        <p:cTn id="67" dur="500" fill="hold"/>
                                        <p:tgtEl>
                                          <p:spTgt spid="47"/>
                                        </p:tgtEl>
                                        <p:attrNameLst>
                                          <p:attrName>ppt_w</p:attrName>
                                        </p:attrNameLst>
                                      </p:cBhvr>
                                      <p:tavLst>
                                        <p:tav tm="0">
                                          <p:val>
                                            <p:fltVal val="0"/>
                                          </p:val>
                                        </p:tav>
                                        <p:tav tm="100000">
                                          <p:val>
                                            <p:strVal val="#ppt_w"/>
                                          </p:val>
                                        </p:tav>
                                      </p:tavLst>
                                    </p:anim>
                                    <p:anim calcmode="lin" valueType="num">
                                      <p:cBhvr>
                                        <p:cTn id="68" dur="500" fill="hold"/>
                                        <p:tgtEl>
                                          <p:spTgt spid="47"/>
                                        </p:tgtEl>
                                        <p:attrNameLst>
                                          <p:attrName>ppt_h</p:attrName>
                                        </p:attrNameLst>
                                      </p:cBhvr>
                                      <p:tavLst>
                                        <p:tav tm="0">
                                          <p:val>
                                            <p:fltVal val="0"/>
                                          </p:val>
                                        </p:tav>
                                        <p:tav tm="100000">
                                          <p:val>
                                            <p:strVal val="#ppt_h"/>
                                          </p:val>
                                        </p:tav>
                                      </p:tavLst>
                                    </p:anim>
                                    <p:animEffect transition="in" filter="fade">
                                      <p:cBhvr>
                                        <p:cTn id="69" dur="500"/>
                                        <p:tgtEl>
                                          <p:spTgt spid="47"/>
                                        </p:tgtEl>
                                      </p:cBhvr>
                                    </p:animEffect>
                                  </p:childTnLst>
                                </p:cTn>
                              </p:par>
                            </p:childTnLst>
                          </p:cTn>
                        </p:par>
                        <p:par>
                          <p:cTn id="70" fill="hold">
                            <p:stCondLst>
                              <p:cond delay="7000"/>
                            </p:stCondLst>
                            <p:childTnLst>
                              <p:par>
                                <p:cTn id="71" presetID="22" presetClass="entr" presetSubtype="1" fill="hold" grpId="0"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up)">
                                      <p:cBhvr>
                                        <p:cTn id="73" dur="500"/>
                                        <p:tgtEl>
                                          <p:spTgt spid="49"/>
                                        </p:tgtEl>
                                      </p:cBhvr>
                                    </p:animEffect>
                                  </p:childTnLst>
                                </p:cTn>
                              </p:par>
                            </p:childTnLst>
                          </p:cTn>
                        </p:par>
                        <p:par>
                          <p:cTn id="74" fill="hold">
                            <p:stCondLst>
                              <p:cond delay="7500"/>
                            </p:stCondLst>
                            <p:childTnLst>
                              <p:par>
                                <p:cTn id="75" presetID="22" presetClass="entr" presetSubtype="2" fill="hold" grpId="0" nodeType="afterEffect">
                                  <p:stCondLst>
                                    <p:cond delay="0"/>
                                  </p:stCondLst>
                                  <p:childTnLst>
                                    <p:set>
                                      <p:cBhvr>
                                        <p:cTn id="76" dur="1" fill="hold">
                                          <p:stCondLst>
                                            <p:cond delay="0"/>
                                          </p:stCondLst>
                                        </p:cTn>
                                        <p:tgtEl>
                                          <p:spTgt spid="51"/>
                                        </p:tgtEl>
                                        <p:attrNameLst>
                                          <p:attrName>style.visibility</p:attrName>
                                        </p:attrNameLst>
                                      </p:cBhvr>
                                      <p:to>
                                        <p:strVal val="visible"/>
                                      </p:to>
                                    </p:set>
                                    <p:animEffect transition="in" filter="wipe(right)">
                                      <p:cBhvr>
                                        <p:cTn id="77" dur="500"/>
                                        <p:tgtEl>
                                          <p:spTgt spid="51"/>
                                        </p:tgtEl>
                                      </p:cBhvr>
                                    </p:animEffect>
                                  </p:childTnLst>
                                </p:cTn>
                              </p:par>
                            </p:childTnLst>
                          </p:cTn>
                        </p:par>
                        <p:par>
                          <p:cTn id="78" fill="hold">
                            <p:stCondLst>
                              <p:cond delay="8000"/>
                            </p:stCondLst>
                            <p:childTnLst>
                              <p:par>
                                <p:cTn id="79" presetID="22" presetClass="entr" presetSubtype="8" fill="hold" grpId="0" nodeType="afterEffect">
                                  <p:stCondLst>
                                    <p:cond delay="0"/>
                                  </p:stCondLst>
                                  <p:childTnLst>
                                    <p:set>
                                      <p:cBhvr>
                                        <p:cTn id="80" dur="1" fill="hold">
                                          <p:stCondLst>
                                            <p:cond delay="0"/>
                                          </p:stCondLst>
                                        </p:cTn>
                                        <p:tgtEl>
                                          <p:spTgt spid="50"/>
                                        </p:tgtEl>
                                        <p:attrNameLst>
                                          <p:attrName>style.visibility</p:attrName>
                                        </p:attrNameLst>
                                      </p:cBhvr>
                                      <p:to>
                                        <p:strVal val="visible"/>
                                      </p:to>
                                    </p:set>
                                    <p:animEffect transition="in" filter="wipe(left)">
                                      <p:cBhvr>
                                        <p:cTn id="81" dur="500"/>
                                        <p:tgtEl>
                                          <p:spTgt spid="50"/>
                                        </p:tgtEl>
                                      </p:cBhvr>
                                    </p:animEffect>
                                  </p:childTnLst>
                                </p:cTn>
                              </p:par>
                            </p:childTnLst>
                          </p:cTn>
                        </p:par>
                        <p:par>
                          <p:cTn id="82" fill="hold">
                            <p:stCondLst>
                              <p:cond delay="8500"/>
                            </p:stCondLst>
                            <p:childTnLst>
                              <p:par>
                                <p:cTn id="83" presetID="22" presetClass="entr" presetSubtype="2" fill="hold" grpId="0" nodeType="afterEffect">
                                  <p:stCondLst>
                                    <p:cond delay="0"/>
                                  </p:stCondLst>
                                  <p:childTnLst>
                                    <p:set>
                                      <p:cBhvr>
                                        <p:cTn id="84" dur="1" fill="hold">
                                          <p:stCondLst>
                                            <p:cond delay="0"/>
                                          </p:stCondLst>
                                        </p:cTn>
                                        <p:tgtEl>
                                          <p:spTgt spid="53"/>
                                        </p:tgtEl>
                                        <p:attrNameLst>
                                          <p:attrName>style.visibility</p:attrName>
                                        </p:attrNameLst>
                                      </p:cBhvr>
                                      <p:to>
                                        <p:strVal val="visible"/>
                                      </p:to>
                                    </p:set>
                                    <p:animEffect transition="in" filter="wipe(right)">
                                      <p:cBhvr>
                                        <p:cTn id="85" dur="500"/>
                                        <p:tgtEl>
                                          <p:spTgt spid="53"/>
                                        </p:tgtEl>
                                      </p:cBhvr>
                                    </p:animEffect>
                                  </p:childTnLst>
                                </p:cTn>
                              </p:par>
                            </p:childTnLst>
                          </p:cTn>
                        </p:par>
                        <p:par>
                          <p:cTn id="86" fill="hold">
                            <p:stCondLst>
                              <p:cond delay="9000"/>
                            </p:stCondLst>
                            <p:childTnLst>
                              <p:par>
                                <p:cTn id="87" presetID="22" presetClass="entr" presetSubtype="1" fill="hold" grpId="0" nodeType="afterEffect">
                                  <p:stCondLst>
                                    <p:cond delay="0"/>
                                  </p:stCondLst>
                                  <p:childTnLst>
                                    <p:set>
                                      <p:cBhvr>
                                        <p:cTn id="88" dur="1" fill="hold">
                                          <p:stCondLst>
                                            <p:cond delay="0"/>
                                          </p:stCondLst>
                                        </p:cTn>
                                        <p:tgtEl>
                                          <p:spTgt spid="55"/>
                                        </p:tgtEl>
                                        <p:attrNameLst>
                                          <p:attrName>style.visibility</p:attrName>
                                        </p:attrNameLst>
                                      </p:cBhvr>
                                      <p:to>
                                        <p:strVal val="visible"/>
                                      </p:to>
                                    </p:set>
                                    <p:animEffect transition="in" filter="wipe(up)">
                                      <p:cBhvr>
                                        <p:cTn id="89"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1" grpId="0" animBg="1"/>
      <p:bldP spid="8" grpId="0" animBg="1"/>
      <p:bldP spid="9" grpId="0" animBg="1"/>
      <p:bldP spid="7" grpId="0" animBg="1"/>
      <p:bldP spid="6" grpId="0" animBg="1"/>
      <p:bldP spid="5" grpId="0" animBg="1"/>
      <p:bldP spid="32" grpId="0" animBg="1"/>
      <p:bldP spid="46" grpId="0" animBg="1"/>
      <p:bldP spid="47" grpId="0" animBg="1"/>
      <p:bldP spid="49" grpId="0"/>
      <p:bldP spid="50" grpId="0"/>
      <p:bldP spid="51" grpId="0"/>
      <p:bldP spid="53" grpId="0"/>
      <p:bldP spid="55"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Arrow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184</a:t>
            </a:fld>
            <a:endParaRPr lang="en-US" dirty="0"/>
          </a:p>
        </p:txBody>
      </p:sp>
      <p:sp>
        <p:nvSpPr>
          <p:cNvPr id="5" name="Pentagon 4"/>
          <p:cNvSpPr/>
          <p:nvPr/>
        </p:nvSpPr>
        <p:spPr>
          <a:xfrm>
            <a:off x="6774073" y="1530602"/>
            <a:ext cx="1916775" cy="630583"/>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Parallelogram 5"/>
          <p:cNvSpPr/>
          <p:nvPr/>
        </p:nvSpPr>
        <p:spPr>
          <a:xfrm rot="5400000">
            <a:off x="6811338" y="1493223"/>
            <a:ext cx="945874" cy="1020404"/>
          </a:xfrm>
          <a:prstGeom prst="parallelogram">
            <a:avLst>
              <a:gd name="adj" fmla="val 33167"/>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6115748" y="1845893"/>
            <a:ext cx="1678729" cy="6305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arallelogram 7"/>
          <p:cNvSpPr/>
          <p:nvPr/>
        </p:nvSpPr>
        <p:spPr>
          <a:xfrm rot="5400000">
            <a:off x="6153013" y="1808514"/>
            <a:ext cx="945874" cy="1020404"/>
          </a:xfrm>
          <a:prstGeom prst="parallelogram">
            <a:avLst>
              <a:gd name="adj" fmla="val 33167"/>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5457423" y="2161320"/>
            <a:ext cx="1678729" cy="63058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Parallelogram 9"/>
          <p:cNvSpPr/>
          <p:nvPr/>
        </p:nvSpPr>
        <p:spPr>
          <a:xfrm rot="5400000">
            <a:off x="5494688" y="2123805"/>
            <a:ext cx="945874" cy="1020404"/>
          </a:xfrm>
          <a:prstGeom prst="parallelogram">
            <a:avLst>
              <a:gd name="adj" fmla="val 33167"/>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p:cNvSpPr/>
          <p:nvPr/>
        </p:nvSpPr>
        <p:spPr>
          <a:xfrm>
            <a:off x="4799098" y="2475821"/>
            <a:ext cx="1678729" cy="63058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Parallelogram 11"/>
          <p:cNvSpPr/>
          <p:nvPr/>
        </p:nvSpPr>
        <p:spPr>
          <a:xfrm rot="5400000">
            <a:off x="4836363" y="2439096"/>
            <a:ext cx="945874" cy="1020404"/>
          </a:xfrm>
          <a:prstGeom prst="parallelogram">
            <a:avLst>
              <a:gd name="adj" fmla="val 3316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Pentagon 15"/>
          <p:cNvSpPr/>
          <p:nvPr/>
        </p:nvSpPr>
        <p:spPr>
          <a:xfrm flipH="1">
            <a:off x="453153" y="1530602"/>
            <a:ext cx="1916775" cy="630583"/>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Parallelogram 16"/>
          <p:cNvSpPr/>
          <p:nvPr/>
        </p:nvSpPr>
        <p:spPr>
          <a:xfrm rot="16200000" flipH="1">
            <a:off x="1386789" y="1493223"/>
            <a:ext cx="945874" cy="1020404"/>
          </a:xfrm>
          <a:prstGeom prst="parallelogram">
            <a:avLst>
              <a:gd name="adj" fmla="val 33167"/>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p:cNvSpPr/>
          <p:nvPr/>
        </p:nvSpPr>
        <p:spPr>
          <a:xfrm flipH="1">
            <a:off x="1349524" y="1845893"/>
            <a:ext cx="1678729" cy="6305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Parallelogram 18"/>
          <p:cNvSpPr/>
          <p:nvPr/>
        </p:nvSpPr>
        <p:spPr>
          <a:xfrm rot="16200000" flipH="1">
            <a:off x="2045114" y="1808514"/>
            <a:ext cx="945874" cy="1020404"/>
          </a:xfrm>
          <a:prstGeom prst="parallelogram">
            <a:avLst>
              <a:gd name="adj" fmla="val 33167"/>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p:cNvSpPr/>
          <p:nvPr/>
        </p:nvSpPr>
        <p:spPr>
          <a:xfrm flipH="1">
            <a:off x="2007848" y="2161320"/>
            <a:ext cx="1678729" cy="63058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arallelogram 20"/>
          <p:cNvSpPr/>
          <p:nvPr/>
        </p:nvSpPr>
        <p:spPr>
          <a:xfrm rot="16200000" flipH="1">
            <a:off x="2703439" y="2123805"/>
            <a:ext cx="945874" cy="1020404"/>
          </a:xfrm>
          <a:prstGeom prst="parallelogram">
            <a:avLst>
              <a:gd name="adj" fmla="val 33167"/>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p:cNvSpPr/>
          <p:nvPr/>
        </p:nvSpPr>
        <p:spPr>
          <a:xfrm flipH="1">
            <a:off x="2666174" y="2475821"/>
            <a:ext cx="1678729" cy="63058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Parallelogram 22"/>
          <p:cNvSpPr/>
          <p:nvPr/>
        </p:nvSpPr>
        <p:spPr>
          <a:xfrm rot="16200000" flipH="1">
            <a:off x="3361764" y="2439096"/>
            <a:ext cx="945874" cy="1020404"/>
          </a:xfrm>
          <a:prstGeom prst="parallelogram">
            <a:avLst>
              <a:gd name="adj" fmla="val 3316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55"/>
          <p:cNvGrpSpPr/>
          <p:nvPr/>
        </p:nvGrpSpPr>
        <p:grpSpPr>
          <a:xfrm>
            <a:off x="3324499" y="2804904"/>
            <a:ext cx="2495003" cy="630583"/>
            <a:chOff x="3324499" y="2931904"/>
            <a:chExt cx="2495003" cy="630583"/>
          </a:xfrm>
        </p:grpSpPr>
        <p:sp>
          <p:nvSpPr>
            <p:cNvPr id="13" name="Rectangle 12"/>
            <p:cNvSpPr/>
            <p:nvPr/>
          </p:nvSpPr>
          <p:spPr>
            <a:xfrm>
              <a:off x="4140773" y="2931904"/>
              <a:ext cx="1678729" cy="6305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p:cNvSpPr/>
            <p:nvPr/>
          </p:nvSpPr>
          <p:spPr>
            <a:xfrm flipH="1">
              <a:off x="3324499" y="2931904"/>
              <a:ext cx="1678729" cy="6305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136"/>
          <p:cNvGrpSpPr/>
          <p:nvPr/>
        </p:nvGrpSpPr>
        <p:grpSpPr>
          <a:xfrm>
            <a:off x="725438" y="2292350"/>
            <a:ext cx="703718" cy="707055"/>
            <a:chOff x="886162" y="3281022"/>
            <a:chExt cx="703718" cy="707055"/>
          </a:xfrm>
        </p:grpSpPr>
        <p:sp>
          <p:nvSpPr>
            <p:cNvPr id="27" name="Oval 26"/>
            <p:cNvSpPr>
              <a:spLocks noChangeAspect="1"/>
            </p:cNvSpPr>
            <p:nvPr/>
          </p:nvSpPr>
          <p:spPr>
            <a:xfrm>
              <a:off x="1088218" y="3281022"/>
              <a:ext cx="200183" cy="194452"/>
            </a:xfrm>
            <a:prstGeom prst="ellipse">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4" name="Group 120"/>
            <p:cNvGrpSpPr/>
            <p:nvPr/>
          </p:nvGrpSpPr>
          <p:grpSpPr>
            <a:xfrm>
              <a:off x="886162" y="3475474"/>
              <a:ext cx="703718" cy="512603"/>
              <a:chOff x="943769" y="3705902"/>
              <a:chExt cx="703718" cy="512603"/>
            </a:xfrm>
          </p:grpSpPr>
          <p:sp>
            <p:nvSpPr>
              <p:cNvPr id="29" name="TextBox 28"/>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30" name="Straight Connector 29"/>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4" name="Group 137"/>
          <p:cNvGrpSpPr/>
          <p:nvPr/>
        </p:nvGrpSpPr>
        <p:grpSpPr>
          <a:xfrm>
            <a:off x="1353682" y="2590856"/>
            <a:ext cx="703718" cy="1032175"/>
            <a:chOff x="1543503" y="3281022"/>
            <a:chExt cx="703718" cy="1032175"/>
          </a:xfrm>
        </p:grpSpPr>
        <p:sp>
          <p:nvSpPr>
            <p:cNvPr id="32" name="Oval 31"/>
            <p:cNvSpPr>
              <a:spLocks noChangeAspect="1"/>
            </p:cNvSpPr>
            <p:nvPr/>
          </p:nvSpPr>
          <p:spPr>
            <a:xfrm>
              <a:off x="1744938" y="3281022"/>
              <a:ext cx="200183" cy="194452"/>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5" name="Group 107"/>
            <p:cNvGrpSpPr/>
            <p:nvPr/>
          </p:nvGrpSpPr>
          <p:grpSpPr>
            <a:xfrm>
              <a:off x="1543503" y="3475474"/>
              <a:ext cx="703718" cy="837723"/>
              <a:chOff x="1592299" y="3705902"/>
              <a:chExt cx="703718" cy="837723"/>
            </a:xfrm>
          </p:grpSpPr>
          <p:cxnSp>
            <p:nvCxnSpPr>
              <p:cNvPr id="34" name="Straight Connector 33"/>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25" name="Group 139"/>
          <p:cNvGrpSpPr/>
          <p:nvPr/>
        </p:nvGrpSpPr>
        <p:grpSpPr>
          <a:xfrm>
            <a:off x="2018069" y="2945360"/>
            <a:ext cx="703718" cy="1032175"/>
            <a:chOff x="2858185" y="3281022"/>
            <a:chExt cx="703718" cy="1032175"/>
          </a:xfrm>
        </p:grpSpPr>
        <p:sp>
          <p:nvSpPr>
            <p:cNvPr id="38" name="Oval 37"/>
            <p:cNvSpPr>
              <a:spLocks noChangeAspect="1"/>
            </p:cNvSpPr>
            <p:nvPr/>
          </p:nvSpPr>
          <p:spPr>
            <a:xfrm>
              <a:off x="3058378" y="3281022"/>
              <a:ext cx="200183" cy="194452"/>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26" name="Group 108"/>
            <p:cNvGrpSpPr/>
            <p:nvPr/>
          </p:nvGrpSpPr>
          <p:grpSpPr>
            <a:xfrm>
              <a:off x="2858185" y="3475474"/>
              <a:ext cx="703718" cy="837723"/>
              <a:chOff x="1592299" y="3705902"/>
              <a:chExt cx="703718" cy="837723"/>
            </a:xfrm>
          </p:grpSpPr>
          <p:cxnSp>
            <p:nvCxnSpPr>
              <p:cNvPr id="40" name="Straight Connector 39"/>
              <p:cNvCxnSpPr/>
              <p:nvPr/>
            </p:nvCxnSpPr>
            <p:spPr>
              <a:xfrm>
                <a:off x="1892583"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28" name="Group 141"/>
          <p:cNvGrpSpPr/>
          <p:nvPr/>
        </p:nvGrpSpPr>
        <p:grpSpPr>
          <a:xfrm>
            <a:off x="2721787" y="3201936"/>
            <a:ext cx="703718" cy="1032175"/>
            <a:chOff x="4172867" y="3281022"/>
            <a:chExt cx="703718" cy="1032175"/>
          </a:xfrm>
        </p:grpSpPr>
        <p:sp>
          <p:nvSpPr>
            <p:cNvPr id="44" name="Oval 43"/>
            <p:cNvSpPr>
              <a:spLocks noChangeAspect="1"/>
            </p:cNvSpPr>
            <p:nvPr/>
          </p:nvSpPr>
          <p:spPr>
            <a:xfrm>
              <a:off x="4371818" y="3281022"/>
              <a:ext cx="200183" cy="19445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31" name="Group 111"/>
            <p:cNvGrpSpPr/>
            <p:nvPr/>
          </p:nvGrpSpPr>
          <p:grpSpPr>
            <a:xfrm>
              <a:off x="4172867" y="3475474"/>
              <a:ext cx="703718" cy="837723"/>
              <a:chOff x="1592299" y="3705902"/>
              <a:chExt cx="703718" cy="837723"/>
            </a:xfrm>
          </p:grpSpPr>
          <p:cxnSp>
            <p:nvCxnSpPr>
              <p:cNvPr id="47" name="Straight Connector 46"/>
              <p:cNvCxnSpPr/>
              <p:nvPr/>
            </p:nvCxnSpPr>
            <p:spPr>
              <a:xfrm>
                <a:off x="1891341"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33" name="Group 142"/>
          <p:cNvGrpSpPr/>
          <p:nvPr/>
        </p:nvGrpSpPr>
        <p:grpSpPr>
          <a:xfrm>
            <a:off x="4173937" y="3575696"/>
            <a:ext cx="703718" cy="707055"/>
            <a:chOff x="4830208" y="3281022"/>
            <a:chExt cx="703718" cy="707055"/>
          </a:xfrm>
        </p:grpSpPr>
        <p:sp>
          <p:nvSpPr>
            <p:cNvPr id="70" name="Oval 69"/>
            <p:cNvSpPr>
              <a:spLocks noChangeAspect="1"/>
            </p:cNvSpPr>
            <p:nvPr/>
          </p:nvSpPr>
          <p:spPr>
            <a:xfrm>
              <a:off x="5028538" y="3281022"/>
              <a:ext cx="200183" cy="194452"/>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36" name="Group 127"/>
            <p:cNvGrpSpPr/>
            <p:nvPr/>
          </p:nvGrpSpPr>
          <p:grpSpPr>
            <a:xfrm>
              <a:off x="4830208" y="3475474"/>
              <a:ext cx="703718" cy="512603"/>
              <a:chOff x="943769" y="3705902"/>
              <a:chExt cx="703718" cy="512603"/>
            </a:xfrm>
          </p:grpSpPr>
          <p:sp>
            <p:nvSpPr>
              <p:cNvPr id="72" name="TextBox 71"/>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73" name="Straight Connector 72"/>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39" name="Group 141"/>
          <p:cNvGrpSpPr/>
          <p:nvPr/>
        </p:nvGrpSpPr>
        <p:grpSpPr>
          <a:xfrm>
            <a:off x="5867314" y="3201936"/>
            <a:ext cx="703718" cy="1032175"/>
            <a:chOff x="4172867" y="3281022"/>
            <a:chExt cx="703718" cy="1032175"/>
          </a:xfrm>
        </p:grpSpPr>
        <p:sp>
          <p:nvSpPr>
            <p:cNvPr id="85" name="Oval 84"/>
            <p:cNvSpPr>
              <a:spLocks noChangeAspect="1"/>
            </p:cNvSpPr>
            <p:nvPr/>
          </p:nvSpPr>
          <p:spPr>
            <a:xfrm>
              <a:off x="4371818" y="3281022"/>
              <a:ext cx="200183" cy="19445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42" name="Group 111"/>
            <p:cNvGrpSpPr/>
            <p:nvPr/>
          </p:nvGrpSpPr>
          <p:grpSpPr>
            <a:xfrm>
              <a:off x="4172867" y="3475474"/>
              <a:ext cx="703718" cy="837723"/>
              <a:chOff x="1592299" y="3705902"/>
              <a:chExt cx="703718" cy="837723"/>
            </a:xfrm>
          </p:grpSpPr>
          <p:cxnSp>
            <p:nvCxnSpPr>
              <p:cNvPr id="87" name="Straight Connector 86"/>
              <p:cNvCxnSpPr/>
              <p:nvPr/>
            </p:nvCxnSpPr>
            <p:spPr>
              <a:xfrm>
                <a:off x="1891341"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46" name="Group 139"/>
          <p:cNvGrpSpPr/>
          <p:nvPr/>
        </p:nvGrpSpPr>
        <p:grpSpPr>
          <a:xfrm>
            <a:off x="6580760" y="2945360"/>
            <a:ext cx="703718" cy="1032175"/>
            <a:chOff x="2858185" y="3281022"/>
            <a:chExt cx="703718" cy="1032175"/>
          </a:xfrm>
        </p:grpSpPr>
        <p:sp>
          <p:nvSpPr>
            <p:cNvPr id="90" name="Oval 89"/>
            <p:cNvSpPr>
              <a:spLocks noChangeAspect="1"/>
            </p:cNvSpPr>
            <p:nvPr/>
          </p:nvSpPr>
          <p:spPr>
            <a:xfrm>
              <a:off x="3058378" y="3281022"/>
              <a:ext cx="200183" cy="194452"/>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49" name="Group 108"/>
            <p:cNvGrpSpPr/>
            <p:nvPr/>
          </p:nvGrpSpPr>
          <p:grpSpPr>
            <a:xfrm>
              <a:off x="2858185" y="3475474"/>
              <a:ext cx="703718" cy="837723"/>
              <a:chOff x="1592299" y="3705902"/>
              <a:chExt cx="703718" cy="837723"/>
            </a:xfrm>
          </p:grpSpPr>
          <p:cxnSp>
            <p:nvCxnSpPr>
              <p:cNvPr id="92" name="Straight Connector 91"/>
              <p:cNvCxnSpPr/>
              <p:nvPr/>
            </p:nvCxnSpPr>
            <p:spPr>
              <a:xfrm>
                <a:off x="1892583"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93" name="TextBox 92"/>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50" name="Group 137"/>
          <p:cNvGrpSpPr/>
          <p:nvPr/>
        </p:nvGrpSpPr>
        <p:grpSpPr>
          <a:xfrm>
            <a:off x="7213976" y="2590856"/>
            <a:ext cx="703718" cy="1032175"/>
            <a:chOff x="1543503" y="3281022"/>
            <a:chExt cx="703718" cy="1032175"/>
          </a:xfrm>
        </p:grpSpPr>
        <p:sp>
          <p:nvSpPr>
            <p:cNvPr id="95" name="Oval 94"/>
            <p:cNvSpPr>
              <a:spLocks noChangeAspect="1"/>
            </p:cNvSpPr>
            <p:nvPr/>
          </p:nvSpPr>
          <p:spPr>
            <a:xfrm>
              <a:off x="1744938" y="3281022"/>
              <a:ext cx="200183" cy="194452"/>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51" name="Group 107"/>
            <p:cNvGrpSpPr/>
            <p:nvPr/>
          </p:nvGrpSpPr>
          <p:grpSpPr>
            <a:xfrm>
              <a:off x="1543503" y="3475474"/>
              <a:ext cx="703718" cy="837723"/>
              <a:chOff x="1592299" y="3705902"/>
              <a:chExt cx="703718" cy="837723"/>
            </a:xfrm>
          </p:grpSpPr>
          <p:cxnSp>
            <p:nvCxnSpPr>
              <p:cNvPr id="97" name="Straight Connector 96"/>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98" name="TextBox 97"/>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52" name="Group 136"/>
          <p:cNvGrpSpPr/>
          <p:nvPr/>
        </p:nvGrpSpPr>
        <p:grpSpPr>
          <a:xfrm>
            <a:off x="7917694" y="2292350"/>
            <a:ext cx="703718" cy="707055"/>
            <a:chOff x="886162" y="3281022"/>
            <a:chExt cx="703718" cy="707055"/>
          </a:xfrm>
        </p:grpSpPr>
        <p:sp>
          <p:nvSpPr>
            <p:cNvPr id="100" name="Oval 99"/>
            <p:cNvSpPr>
              <a:spLocks noChangeAspect="1"/>
            </p:cNvSpPr>
            <p:nvPr/>
          </p:nvSpPr>
          <p:spPr>
            <a:xfrm>
              <a:off x="1088218" y="3281022"/>
              <a:ext cx="200183" cy="194452"/>
            </a:xfrm>
            <a:prstGeom prst="ellipse">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53" name="Group 120"/>
            <p:cNvGrpSpPr/>
            <p:nvPr/>
          </p:nvGrpSpPr>
          <p:grpSpPr>
            <a:xfrm>
              <a:off x="886162" y="3475474"/>
              <a:ext cx="703718" cy="512603"/>
              <a:chOff x="943769" y="3705902"/>
              <a:chExt cx="703718" cy="512603"/>
            </a:xfrm>
          </p:grpSpPr>
          <p:sp>
            <p:nvSpPr>
              <p:cNvPr id="102" name="TextBox 101"/>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103" name="Straight Connector 102"/>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54" name="Group 123"/>
          <p:cNvGrpSpPr/>
          <p:nvPr/>
        </p:nvGrpSpPr>
        <p:grpSpPr>
          <a:xfrm>
            <a:off x="1448206" y="1930237"/>
            <a:ext cx="440176" cy="440176"/>
            <a:chOff x="8780463" y="1906588"/>
            <a:chExt cx="360363" cy="360363"/>
          </a:xfrm>
          <a:solidFill>
            <a:schemeClr val="bg1"/>
          </a:solidFill>
        </p:grpSpPr>
        <p:sp>
          <p:nvSpPr>
            <p:cNvPr id="125"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31" name="Freeform 131"/>
          <p:cNvSpPr>
            <a:spLocks noEditPoints="1"/>
          </p:cNvSpPr>
          <p:nvPr/>
        </p:nvSpPr>
        <p:spPr bwMode="auto">
          <a:xfrm>
            <a:off x="2095500" y="2269780"/>
            <a:ext cx="440176" cy="413028"/>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5" name="Group 131"/>
          <p:cNvGrpSpPr/>
          <p:nvPr/>
        </p:nvGrpSpPr>
        <p:grpSpPr>
          <a:xfrm>
            <a:off x="5927218" y="2584286"/>
            <a:ext cx="440176" cy="413028"/>
            <a:chOff x="6373813" y="2717801"/>
            <a:chExt cx="360363" cy="338138"/>
          </a:xfrm>
          <a:solidFill>
            <a:schemeClr val="bg1"/>
          </a:solidFill>
        </p:grpSpPr>
        <p:sp>
          <p:nvSpPr>
            <p:cNvPr id="133" name="Freeform 132"/>
            <p:cNvSpPr>
              <a:spLocks noEditPoints="1"/>
            </p:cNvSpPr>
            <p:nvPr/>
          </p:nvSpPr>
          <p:spPr bwMode="auto">
            <a:xfrm>
              <a:off x="6373813" y="2717801"/>
              <a:ext cx="360363" cy="338138"/>
            </a:xfrm>
            <a:custGeom>
              <a:avLst/>
              <a:gdLst/>
              <a:ahLst/>
              <a:cxnLst>
                <a:cxn ang="0">
                  <a:pos x="121" y="25"/>
                </a:cxn>
                <a:cxn ang="0">
                  <a:pos x="98" y="2"/>
                </a:cxn>
                <a:cxn ang="0">
                  <a:pos x="92" y="0"/>
                </a:cxn>
                <a:cxn ang="0">
                  <a:pos x="12" y="0"/>
                </a:cxn>
                <a:cxn ang="0">
                  <a:pos x="0" y="11"/>
                </a:cxn>
                <a:cxn ang="0">
                  <a:pos x="0" y="104"/>
                </a:cxn>
                <a:cxn ang="0">
                  <a:pos x="12" y="115"/>
                </a:cxn>
                <a:cxn ang="0">
                  <a:pos x="111" y="115"/>
                </a:cxn>
                <a:cxn ang="0">
                  <a:pos x="123" y="104"/>
                </a:cxn>
                <a:cxn ang="0">
                  <a:pos x="123" y="31"/>
                </a:cxn>
                <a:cxn ang="0">
                  <a:pos x="121" y="25"/>
                </a:cxn>
                <a:cxn ang="0">
                  <a:pos x="115" y="104"/>
                </a:cxn>
                <a:cxn ang="0">
                  <a:pos x="111" y="107"/>
                </a:cxn>
                <a:cxn ang="0">
                  <a:pos x="12" y="107"/>
                </a:cxn>
                <a:cxn ang="0">
                  <a:pos x="8" y="104"/>
                </a:cxn>
                <a:cxn ang="0">
                  <a:pos x="8" y="11"/>
                </a:cxn>
                <a:cxn ang="0">
                  <a:pos x="12" y="8"/>
                </a:cxn>
                <a:cxn ang="0">
                  <a:pos x="88" y="8"/>
                </a:cxn>
                <a:cxn ang="0">
                  <a:pos x="88" y="23"/>
                </a:cxn>
                <a:cxn ang="0">
                  <a:pos x="100" y="35"/>
                </a:cxn>
                <a:cxn ang="0">
                  <a:pos x="115" y="35"/>
                </a:cxn>
                <a:cxn ang="0">
                  <a:pos x="115" y="104"/>
                </a:cxn>
                <a:cxn ang="0">
                  <a:pos x="104" y="31"/>
                </a:cxn>
                <a:cxn ang="0">
                  <a:pos x="100" y="31"/>
                </a:cxn>
                <a:cxn ang="0">
                  <a:pos x="92" y="23"/>
                </a:cxn>
                <a:cxn ang="0">
                  <a:pos x="92" y="8"/>
                </a:cxn>
                <a:cxn ang="0">
                  <a:pos x="115" y="31"/>
                </a:cxn>
                <a:cxn ang="0">
                  <a:pos x="104" y="31"/>
                </a:cxn>
                <a:cxn ang="0">
                  <a:pos x="104" y="31"/>
                </a:cxn>
                <a:cxn ang="0">
                  <a:pos x="104" y="31"/>
                </a:cxn>
              </a:cxnLst>
              <a:rect l="0" t="0" r="r" b="b"/>
              <a:pathLst>
                <a:path w="123" h="115">
                  <a:moveTo>
                    <a:pt x="121" y="25"/>
                  </a:moveTo>
                  <a:cubicBezTo>
                    <a:pt x="98" y="2"/>
                    <a:pt x="98" y="2"/>
                    <a:pt x="98" y="2"/>
                  </a:cubicBezTo>
                  <a:cubicBezTo>
                    <a:pt x="96" y="1"/>
                    <a:pt x="94" y="0"/>
                    <a:pt x="92" y="0"/>
                  </a:cubicBezTo>
                  <a:cubicBezTo>
                    <a:pt x="12" y="0"/>
                    <a:pt x="12" y="0"/>
                    <a:pt x="12" y="0"/>
                  </a:cubicBezTo>
                  <a:cubicBezTo>
                    <a:pt x="5" y="0"/>
                    <a:pt x="0" y="5"/>
                    <a:pt x="0" y="11"/>
                  </a:cubicBezTo>
                  <a:cubicBezTo>
                    <a:pt x="0" y="104"/>
                    <a:pt x="0" y="104"/>
                    <a:pt x="0" y="104"/>
                  </a:cubicBezTo>
                  <a:cubicBezTo>
                    <a:pt x="0" y="110"/>
                    <a:pt x="5" y="115"/>
                    <a:pt x="12" y="115"/>
                  </a:cubicBezTo>
                  <a:cubicBezTo>
                    <a:pt x="111" y="115"/>
                    <a:pt x="111" y="115"/>
                    <a:pt x="111" y="115"/>
                  </a:cubicBezTo>
                  <a:cubicBezTo>
                    <a:pt x="118" y="115"/>
                    <a:pt x="123" y="110"/>
                    <a:pt x="123" y="104"/>
                  </a:cubicBezTo>
                  <a:cubicBezTo>
                    <a:pt x="123" y="31"/>
                    <a:pt x="123" y="31"/>
                    <a:pt x="123" y="31"/>
                  </a:cubicBezTo>
                  <a:cubicBezTo>
                    <a:pt x="123" y="29"/>
                    <a:pt x="122" y="27"/>
                    <a:pt x="121" y="25"/>
                  </a:cubicBezTo>
                  <a:close/>
                  <a:moveTo>
                    <a:pt x="115" y="104"/>
                  </a:moveTo>
                  <a:cubicBezTo>
                    <a:pt x="115" y="106"/>
                    <a:pt x="113" y="107"/>
                    <a:pt x="111" y="107"/>
                  </a:cubicBezTo>
                  <a:cubicBezTo>
                    <a:pt x="12" y="107"/>
                    <a:pt x="12" y="107"/>
                    <a:pt x="12" y="107"/>
                  </a:cubicBezTo>
                  <a:cubicBezTo>
                    <a:pt x="9" y="107"/>
                    <a:pt x="8" y="106"/>
                    <a:pt x="8" y="104"/>
                  </a:cubicBezTo>
                  <a:cubicBezTo>
                    <a:pt x="8" y="11"/>
                    <a:pt x="8" y="11"/>
                    <a:pt x="8" y="11"/>
                  </a:cubicBezTo>
                  <a:cubicBezTo>
                    <a:pt x="8" y="9"/>
                    <a:pt x="9" y="8"/>
                    <a:pt x="12" y="8"/>
                  </a:cubicBezTo>
                  <a:cubicBezTo>
                    <a:pt x="88" y="8"/>
                    <a:pt x="88" y="8"/>
                    <a:pt x="88" y="8"/>
                  </a:cubicBezTo>
                  <a:cubicBezTo>
                    <a:pt x="88" y="23"/>
                    <a:pt x="88" y="23"/>
                    <a:pt x="88" y="23"/>
                  </a:cubicBezTo>
                  <a:cubicBezTo>
                    <a:pt x="88" y="29"/>
                    <a:pt x="93" y="35"/>
                    <a:pt x="100" y="35"/>
                  </a:cubicBezTo>
                  <a:cubicBezTo>
                    <a:pt x="115" y="35"/>
                    <a:pt x="115" y="35"/>
                    <a:pt x="115" y="35"/>
                  </a:cubicBezTo>
                  <a:lnTo>
                    <a:pt x="115" y="104"/>
                  </a:lnTo>
                  <a:close/>
                  <a:moveTo>
                    <a:pt x="104" y="31"/>
                  </a:moveTo>
                  <a:cubicBezTo>
                    <a:pt x="100" y="31"/>
                    <a:pt x="100" y="31"/>
                    <a:pt x="100" y="31"/>
                  </a:cubicBezTo>
                  <a:cubicBezTo>
                    <a:pt x="96" y="31"/>
                    <a:pt x="92" y="27"/>
                    <a:pt x="92" y="23"/>
                  </a:cubicBezTo>
                  <a:cubicBezTo>
                    <a:pt x="92" y="8"/>
                    <a:pt x="92" y="8"/>
                    <a:pt x="92" y="8"/>
                  </a:cubicBezTo>
                  <a:cubicBezTo>
                    <a:pt x="115" y="31"/>
                    <a:pt x="115" y="31"/>
                    <a:pt x="115" y="31"/>
                  </a:cubicBezTo>
                  <a:lnTo>
                    <a:pt x="104" y="31"/>
                  </a:lnTo>
                  <a:close/>
                  <a:moveTo>
                    <a:pt x="104" y="31"/>
                  </a:moveTo>
                  <a:cubicBezTo>
                    <a:pt x="104" y="31"/>
                    <a:pt x="104" y="31"/>
                    <a:pt x="104" y="3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3"/>
            <p:cNvSpPr>
              <a:spLocks noEditPoints="1"/>
            </p:cNvSpPr>
            <p:nvPr/>
          </p:nvSpPr>
          <p:spPr bwMode="auto">
            <a:xfrm>
              <a:off x="6543675" y="2786063"/>
              <a:ext cx="66675" cy="11113"/>
            </a:xfrm>
            <a:custGeom>
              <a:avLst/>
              <a:gdLst/>
              <a:ahLst/>
              <a:cxnLst>
                <a:cxn ang="0">
                  <a:pos x="1" y="4"/>
                </a:cxn>
                <a:cxn ang="0">
                  <a:pos x="21" y="4"/>
                </a:cxn>
                <a:cxn ang="0">
                  <a:pos x="23" y="2"/>
                </a:cxn>
                <a:cxn ang="0">
                  <a:pos x="21" y="0"/>
                </a:cxn>
                <a:cxn ang="0">
                  <a:pos x="1" y="0"/>
                </a:cxn>
                <a:cxn ang="0">
                  <a:pos x="0" y="2"/>
                </a:cxn>
                <a:cxn ang="0">
                  <a:pos x="1" y="4"/>
                </a:cxn>
                <a:cxn ang="0">
                  <a:pos x="1" y="4"/>
                </a:cxn>
                <a:cxn ang="0">
                  <a:pos x="1" y="4"/>
                </a:cxn>
              </a:cxnLst>
              <a:rect l="0" t="0" r="r" b="b"/>
              <a:pathLst>
                <a:path w="23" h="4">
                  <a:moveTo>
                    <a:pt x="1" y="4"/>
                  </a:moveTo>
                  <a:cubicBezTo>
                    <a:pt x="21" y="4"/>
                    <a:pt x="21" y="4"/>
                    <a:pt x="21" y="4"/>
                  </a:cubicBezTo>
                  <a:cubicBezTo>
                    <a:pt x="22" y="4"/>
                    <a:pt x="23" y="3"/>
                    <a:pt x="23" y="2"/>
                  </a:cubicBezTo>
                  <a:cubicBezTo>
                    <a:pt x="23" y="1"/>
                    <a:pt x="22" y="0"/>
                    <a:pt x="21"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4"/>
            <p:cNvSpPr>
              <a:spLocks noEditPoints="1"/>
            </p:cNvSpPr>
            <p:nvPr/>
          </p:nvSpPr>
          <p:spPr bwMode="auto">
            <a:xfrm>
              <a:off x="6543675" y="2820988"/>
              <a:ext cx="66675" cy="9525"/>
            </a:xfrm>
            <a:custGeom>
              <a:avLst/>
              <a:gdLst/>
              <a:ahLst/>
              <a:cxnLst>
                <a:cxn ang="0">
                  <a:pos x="1" y="3"/>
                </a:cxn>
                <a:cxn ang="0">
                  <a:pos x="21" y="3"/>
                </a:cxn>
                <a:cxn ang="0">
                  <a:pos x="23" y="1"/>
                </a:cxn>
                <a:cxn ang="0">
                  <a:pos x="21" y="0"/>
                </a:cxn>
                <a:cxn ang="0">
                  <a:pos x="1" y="0"/>
                </a:cxn>
                <a:cxn ang="0">
                  <a:pos x="0" y="1"/>
                </a:cxn>
                <a:cxn ang="0">
                  <a:pos x="1" y="3"/>
                </a:cxn>
                <a:cxn ang="0">
                  <a:pos x="1" y="3"/>
                </a:cxn>
                <a:cxn ang="0">
                  <a:pos x="1" y="3"/>
                </a:cxn>
              </a:cxnLst>
              <a:rect l="0" t="0" r="r" b="b"/>
              <a:pathLst>
                <a:path w="23" h="3">
                  <a:moveTo>
                    <a:pt x="1" y="3"/>
                  </a:moveTo>
                  <a:cubicBezTo>
                    <a:pt x="21" y="3"/>
                    <a:pt x="21" y="3"/>
                    <a:pt x="21" y="3"/>
                  </a:cubicBezTo>
                  <a:cubicBezTo>
                    <a:pt x="22" y="3"/>
                    <a:pt x="23" y="2"/>
                    <a:pt x="23" y="1"/>
                  </a:cubicBezTo>
                  <a:cubicBezTo>
                    <a:pt x="23" y="0"/>
                    <a:pt x="22" y="0"/>
                    <a:pt x="21" y="0"/>
                  </a:cubicBezTo>
                  <a:cubicBezTo>
                    <a:pt x="1" y="0"/>
                    <a:pt x="1" y="0"/>
                    <a:pt x="1" y="0"/>
                  </a:cubicBezTo>
                  <a:cubicBezTo>
                    <a:pt x="0" y="0"/>
                    <a:pt x="0" y="0"/>
                    <a:pt x="0" y="1"/>
                  </a:cubicBezTo>
                  <a:cubicBezTo>
                    <a:pt x="0" y="2"/>
                    <a:pt x="0" y="3"/>
                    <a:pt x="1" y="3"/>
                  </a:cubicBezTo>
                  <a:close/>
                  <a:moveTo>
                    <a:pt x="1" y="3"/>
                  </a:moveTo>
                  <a:cubicBezTo>
                    <a:pt x="1" y="3"/>
                    <a:pt x="1"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35"/>
            <p:cNvSpPr>
              <a:spLocks noEditPoints="1"/>
            </p:cNvSpPr>
            <p:nvPr/>
          </p:nvSpPr>
          <p:spPr bwMode="auto">
            <a:xfrm>
              <a:off x="6543675" y="2852738"/>
              <a:ext cx="142875" cy="12700"/>
            </a:xfrm>
            <a:custGeom>
              <a:avLst/>
              <a:gdLst/>
              <a:ahLst/>
              <a:cxnLst>
                <a:cxn ang="0">
                  <a:pos x="0" y="2"/>
                </a:cxn>
                <a:cxn ang="0">
                  <a:pos x="1" y="4"/>
                </a:cxn>
                <a:cxn ang="0">
                  <a:pos x="48" y="4"/>
                </a:cxn>
                <a:cxn ang="0">
                  <a:pos x="49" y="2"/>
                </a:cxn>
                <a:cxn ang="0">
                  <a:pos x="48" y="0"/>
                </a:cxn>
                <a:cxn ang="0">
                  <a:pos x="1" y="0"/>
                </a:cxn>
                <a:cxn ang="0">
                  <a:pos x="0" y="2"/>
                </a:cxn>
                <a:cxn ang="0">
                  <a:pos x="0" y="2"/>
                </a:cxn>
                <a:cxn ang="0">
                  <a:pos x="0" y="2"/>
                </a:cxn>
              </a:cxnLst>
              <a:rect l="0" t="0" r="r" b="b"/>
              <a:pathLst>
                <a:path w="49" h="4">
                  <a:moveTo>
                    <a:pt x="0" y="2"/>
                  </a:moveTo>
                  <a:cubicBezTo>
                    <a:pt x="0" y="3"/>
                    <a:pt x="0" y="4"/>
                    <a:pt x="1" y="4"/>
                  </a:cubicBezTo>
                  <a:cubicBezTo>
                    <a:pt x="48" y="4"/>
                    <a:pt x="48" y="4"/>
                    <a:pt x="48" y="4"/>
                  </a:cubicBezTo>
                  <a:cubicBezTo>
                    <a:pt x="49" y="4"/>
                    <a:pt x="49" y="3"/>
                    <a:pt x="49" y="2"/>
                  </a:cubicBezTo>
                  <a:cubicBezTo>
                    <a:pt x="49" y="1"/>
                    <a:pt x="49" y="0"/>
                    <a:pt x="48" y="0"/>
                  </a:cubicBezTo>
                  <a:cubicBezTo>
                    <a:pt x="1" y="0"/>
                    <a:pt x="1" y="0"/>
                    <a:pt x="1" y="0"/>
                  </a:cubicBezTo>
                  <a:cubicBezTo>
                    <a:pt x="0" y="0"/>
                    <a:pt x="0" y="1"/>
                    <a:pt x="0" y="2"/>
                  </a:cubicBezTo>
                  <a:close/>
                  <a:moveTo>
                    <a:pt x="0" y="2"/>
                  </a:moveTo>
                  <a:cubicBezTo>
                    <a:pt x="0" y="2"/>
                    <a:pt x="0" y="2"/>
                    <a:pt x="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36"/>
            <p:cNvSpPr>
              <a:spLocks noEditPoints="1"/>
            </p:cNvSpPr>
            <p:nvPr/>
          </p:nvSpPr>
          <p:spPr bwMode="auto">
            <a:xfrm>
              <a:off x="6418263" y="2921001"/>
              <a:ext cx="268288" cy="11113"/>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37"/>
            <p:cNvSpPr>
              <a:spLocks noEditPoints="1"/>
            </p:cNvSpPr>
            <p:nvPr/>
          </p:nvSpPr>
          <p:spPr bwMode="auto">
            <a:xfrm>
              <a:off x="6418263" y="2955926"/>
              <a:ext cx="268288" cy="9525"/>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38"/>
            <p:cNvSpPr>
              <a:spLocks noEditPoints="1"/>
            </p:cNvSpPr>
            <p:nvPr/>
          </p:nvSpPr>
          <p:spPr bwMode="auto">
            <a:xfrm>
              <a:off x="6418263" y="2987676"/>
              <a:ext cx="268288" cy="12700"/>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39"/>
            <p:cNvSpPr>
              <a:spLocks noEditPoints="1"/>
            </p:cNvSpPr>
            <p:nvPr/>
          </p:nvSpPr>
          <p:spPr bwMode="auto">
            <a:xfrm>
              <a:off x="6418263" y="2889251"/>
              <a:ext cx="268288" cy="7938"/>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40"/>
            <p:cNvSpPr>
              <a:spLocks noEditPoints="1"/>
            </p:cNvSpPr>
            <p:nvPr/>
          </p:nvSpPr>
          <p:spPr bwMode="auto">
            <a:xfrm>
              <a:off x="6418263" y="2774951"/>
              <a:ext cx="101600" cy="90488"/>
            </a:xfrm>
            <a:custGeom>
              <a:avLst/>
              <a:gdLst/>
              <a:ahLst/>
              <a:cxnLst>
                <a:cxn ang="0">
                  <a:pos x="4" y="31"/>
                </a:cxn>
                <a:cxn ang="0">
                  <a:pos x="31" y="31"/>
                </a:cxn>
                <a:cxn ang="0">
                  <a:pos x="35" y="27"/>
                </a:cxn>
                <a:cxn ang="0">
                  <a:pos x="35" y="4"/>
                </a:cxn>
                <a:cxn ang="0">
                  <a:pos x="31" y="0"/>
                </a:cxn>
                <a:cxn ang="0">
                  <a:pos x="4" y="0"/>
                </a:cxn>
                <a:cxn ang="0">
                  <a:pos x="0" y="4"/>
                </a:cxn>
                <a:cxn ang="0">
                  <a:pos x="0" y="27"/>
                </a:cxn>
                <a:cxn ang="0">
                  <a:pos x="4" y="31"/>
                </a:cxn>
                <a:cxn ang="0">
                  <a:pos x="8" y="8"/>
                </a:cxn>
                <a:cxn ang="0">
                  <a:pos x="27" y="8"/>
                </a:cxn>
                <a:cxn ang="0">
                  <a:pos x="27" y="23"/>
                </a:cxn>
                <a:cxn ang="0">
                  <a:pos x="8" y="23"/>
                </a:cxn>
                <a:cxn ang="0">
                  <a:pos x="8" y="8"/>
                </a:cxn>
                <a:cxn ang="0">
                  <a:pos x="8" y="8"/>
                </a:cxn>
                <a:cxn ang="0">
                  <a:pos x="8" y="8"/>
                </a:cxn>
              </a:cxnLst>
              <a:rect l="0" t="0" r="r" b="b"/>
              <a:pathLst>
                <a:path w="35" h="31">
                  <a:moveTo>
                    <a:pt x="4" y="31"/>
                  </a:moveTo>
                  <a:cubicBezTo>
                    <a:pt x="31" y="31"/>
                    <a:pt x="31" y="31"/>
                    <a:pt x="31" y="31"/>
                  </a:cubicBezTo>
                  <a:cubicBezTo>
                    <a:pt x="33" y="31"/>
                    <a:pt x="35" y="29"/>
                    <a:pt x="35" y="27"/>
                  </a:cubicBezTo>
                  <a:cubicBezTo>
                    <a:pt x="35" y="4"/>
                    <a:pt x="35" y="4"/>
                    <a:pt x="35" y="4"/>
                  </a:cubicBezTo>
                  <a:cubicBezTo>
                    <a:pt x="35" y="2"/>
                    <a:pt x="33" y="0"/>
                    <a:pt x="31" y="0"/>
                  </a:cubicBezTo>
                  <a:cubicBezTo>
                    <a:pt x="4" y="0"/>
                    <a:pt x="4" y="0"/>
                    <a:pt x="4" y="0"/>
                  </a:cubicBezTo>
                  <a:cubicBezTo>
                    <a:pt x="2" y="0"/>
                    <a:pt x="0" y="2"/>
                    <a:pt x="0" y="4"/>
                  </a:cubicBezTo>
                  <a:cubicBezTo>
                    <a:pt x="0" y="27"/>
                    <a:pt x="0" y="27"/>
                    <a:pt x="0" y="27"/>
                  </a:cubicBezTo>
                  <a:cubicBezTo>
                    <a:pt x="0" y="29"/>
                    <a:pt x="2" y="31"/>
                    <a:pt x="4" y="31"/>
                  </a:cubicBezTo>
                  <a:close/>
                  <a:moveTo>
                    <a:pt x="8" y="8"/>
                  </a:moveTo>
                  <a:cubicBezTo>
                    <a:pt x="27" y="8"/>
                    <a:pt x="27" y="8"/>
                    <a:pt x="27" y="8"/>
                  </a:cubicBezTo>
                  <a:cubicBezTo>
                    <a:pt x="27" y="23"/>
                    <a:pt x="27" y="23"/>
                    <a:pt x="27" y="23"/>
                  </a:cubicBezTo>
                  <a:cubicBezTo>
                    <a:pt x="8" y="23"/>
                    <a:pt x="8" y="23"/>
                    <a:pt x="8" y="23"/>
                  </a:cubicBezTo>
                  <a:lnTo>
                    <a:pt x="8" y="8"/>
                  </a:lnTo>
                  <a:close/>
                  <a:moveTo>
                    <a:pt x="8" y="8"/>
                  </a:moveTo>
                  <a:cubicBezTo>
                    <a:pt x="8" y="8"/>
                    <a:pt x="8" y="8"/>
                    <a:pt x="8" y="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2" name="Freeform 144"/>
          <p:cNvSpPr>
            <a:spLocks noEditPoints="1"/>
          </p:cNvSpPr>
          <p:nvPr/>
        </p:nvSpPr>
        <p:spPr bwMode="auto">
          <a:xfrm>
            <a:off x="2795894" y="2570978"/>
            <a:ext cx="449870" cy="440176"/>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72"/>
          <p:cNvSpPr>
            <a:spLocks noEditPoints="1"/>
          </p:cNvSpPr>
          <p:nvPr/>
        </p:nvSpPr>
        <p:spPr bwMode="auto">
          <a:xfrm>
            <a:off x="4351912" y="2910395"/>
            <a:ext cx="440176" cy="440176"/>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6" name="Group 143"/>
          <p:cNvGrpSpPr/>
          <p:nvPr/>
        </p:nvGrpSpPr>
        <p:grpSpPr>
          <a:xfrm>
            <a:off x="789721" y="1604724"/>
            <a:ext cx="475963" cy="482338"/>
            <a:chOff x="3036888" y="1909763"/>
            <a:chExt cx="355600" cy="360363"/>
          </a:xfrm>
          <a:solidFill>
            <a:schemeClr val="bg1"/>
          </a:solidFill>
        </p:grpSpPr>
        <p:sp>
          <p:nvSpPr>
            <p:cNvPr id="145" name="Freeform 76"/>
            <p:cNvSpPr>
              <a:spLocks noEditPoints="1"/>
            </p:cNvSpPr>
            <p:nvPr/>
          </p:nvSpPr>
          <p:spPr bwMode="auto">
            <a:xfrm>
              <a:off x="3036888" y="1909763"/>
              <a:ext cx="355600" cy="360363"/>
            </a:xfrm>
            <a:custGeom>
              <a:avLst/>
              <a:gdLst/>
              <a:ahLst/>
              <a:cxnLst>
                <a:cxn ang="0">
                  <a:pos x="84" y="0"/>
                </a:cxn>
                <a:cxn ang="0">
                  <a:pos x="46" y="38"/>
                </a:cxn>
                <a:cxn ang="0">
                  <a:pos x="48" y="52"/>
                </a:cxn>
                <a:cxn ang="0">
                  <a:pos x="2" y="99"/>
                </a:cxn>
                <a:cxn ang="0">
                  <a:pos x="0" y="103"/>
                </a:cxn>
                <a:cxn ang="0">
                  <a:pos x="0" y="115"/>
                </a:cxn>
                <a:cxn ang="0">
                  <a:pos x="7" y="123"/>
                </a:cxn>
                <a:cxn ang="0">
                  <a:pos x="19" y="123"/>
                </a:cxn>
                <a:cxn ang="0">
                  <a:pos x="24" y="120"/>
                </a:cxn>
                <a:cxn ang="0">
                  <a:pos x="29" y="115"/>
                </a:cxn>
                <a:cxn ang="0">
                  <a:pos x="38" y="115"/>
                </a:cxn>
                <a:cxn ang="0">
                  <a:pos x="46" y="107"/>
                </a:cxn>
                <a:cxn ang="0">
                  <a:pos x="46" y="100"/>
                </a:cxn>
                <a:cxn ang="0">
                  <a:pos x="53" y="100"/>
                </a:cxn>
                <a:cxn ang="0">
                  <a:pos x="61" y="92"/>
                </a:cxn>
                <a:cxn ang="0">
                  <a:pos x="61" y="83"/>
                </a:cxn>
                <a:cxn ang="0">
                  <a:pos x="70" y="74"/>
                </a:cxn>
                <a:cxn ang="0">
                  <a:pos x="84" y="77"/>
                </a:cxn>
                <a:cxn ang="0">
                  <a:pos x="122" y="38"/>
                </a:cxn>
                <a:cxn ang="0">
                  <a:pos x="84" y="0"/>
                </a:cxn>
                <a:cxn ang="0">
                  <a:pos x="84" y="69"/>
                </a:cxn>
                <a:cxn ang="0">
                  <a:pos x="69" y="65"/>
                </a:cxn>
                <a:cxn ang="0">
                  <a:pos x="67" y="66"/>
                </a:cxn>
                <a:cxn ang="0">
                  <a:pos x="63" y="70"/>
                </a:cxn>
                <a:cxn ang="0">
                  <a:pos x="56" y="77"/>
                </a:cxn>
                <a:cxn ang="0">
                  <a:pos x="53" y="83"/>
                </a:cxn>
                <a:cxn ang="0">
                  <a:pos x="53" y="92"/>
                </a:cxn>
                <a:cxn ang="0">
                  <a:pos x="46" y="92"/>
                </a:cxn>
                <a:cxn ang="0">
                  <a:pos x="38" y="100"/>
                </a:cxn>
                <a:cxn ang="0">
                  <a:pos x="38" y="107"/>
                </a:cxn>
                <a:cxn ang="0">
                  <a:pos x="29" y="107"/>
                </a:cxn>
                <a:cxn ang="0">
                  <a:pos x="24" y="109"/>
                </a:cxn>
                <a:cxn ang="0">
                  <a:pos x="18" y="115"/>
                </a:cxn>
                <a:cxn ang="0">
                  <a:pos x="7" y="115"/>
                </a:cxn>
                <a:cxn ang="0">
                  <a:pos x="7" y="104"/>
                </a:cxn>
                <a:cxn ang="0">
                  <a:pos x="52" y="59"/>
                </a:cxn>
                <a:cxn ang="0">
                  <a:pos x="52" y="59"/>
                </a:cxn>
                <a:cxn ang="0">
                  <a:pos x="58" y="54"/>
                </a:cxn>
                <a:cxn ang="0">
                  <a:pos x="53" y="38"/>
                </a:cxn>
                <a:cxn ang="0">
                  <a:pos x="84" y="7"/>
                </a:cxn>
                <a:cxn ang="0">
                  <a:pos x="115" y="38"/>
                </a:cxn>
                <a:cxn ang="0">
                  <a:pos x="84" y="69"/>
                </a:cxn>
                <a:cxn ang="0">
                  <a:pos x="84" y="69"/>
                </a:cxn>
                <a:cxn ang="0">
                  <a:pos x="84" y="69"/>
                </a:cxn>
              </a:cxnLst>
              <a:rect l="0" t="0" r="r" b="b"/>
              <a:pathLst>
                <a:path w="122" h="123">
                  <a:moveTo>
                    <a:pt x="84" y="0"/>
                  </a:moveTo>
                  <a:cubicBezTo>
                    <a:pt x="63" y="0"/>
                    <a:pt x="46" y="17"/>
                    <a:pt x="46" y="38"/>
                  </a:cubicBezTo>
                  <a:cubicBezTo>
                    <a:pt x="46" y="43"/>
                    <a:pt x="47" y="48"/>
                    <a:pt x="48" y="52"/>
                  </a:cubicBezTo>
                  <a:cubicBezTo>
                    <a:pt x="2" y="99"/>
                    <a:pt x="2" y="99"/>
                    <a:pt x="2" y="99"/>
                  </a:cubicBezTo>
                  <a:cubicBezTo>
                    <a:pt x="1" y="100"/>
                    <a:pt x="0" y="101"/>
                    <a:pt x="0" y="103"/>
                  </a:cubicBezTo>
                  <a:cubicBezTo>
                    <a:pt x="0" y="115"/>
                    <a:pt x="0" y="115"/>
                    <a:pt x="0" y="115"/>
                  </a:cubicBezTo>
                  <a:cubicBezTo>
                    <a:pt x="0" y="119"/>
                    <a:pt x="3" y="123"/>
                    <a:pt x="7" y="123"/>
                  </a:cubicBezTo>
                  <a:cubicBezTo>
                    <a:pt x="19" y="123"/>
                    <a:pt x="19" y="123"/>
                    <a:pt x="19" y="123"/>
                  </a:cubicBezTo>
                  <a:cubicBezTo>
                    <a:pt x="21" y="123"/>
                    <a:pt x="22" y="122"/>
                    <a:pt x="24" y="120"/>
                  </a:cubicBezTo>
                  <a:cubicBezTo>
                    <a:pt x="29" y="115"/>
                    <a:pt x="29" y="115"/>
                    <a:pt x="29" y="115"/>
                  </a:cubicBezTo>
                  <a:cubicBezTo>
                    <a:pt x="38" y="115"/>
                    <a:pt x="38" y="115"/>
                    <a:pt x="38" y="115"/>
                  </a:cubicBezTo>
                  <a:cubicBezTo>
                    <a:pt x="42" y="115"/>
                    <a:pt x="46" y="111"/>
                    <a:pt x="46" y="107"/>
                  </a:cubicBezTo>
                  <a:cubicBezTo>
                    <a:pt x="46" y="100"/>
                    <a:pt x="46" y="100"/>
                    <a:pt x="46" y="100"/>
                  </a:cubicBezTo>
                  <a:cubicBezTo>
                    <a:pt x="53" y="100"/>
                    <a:pt x="53" y="100"/>
                    <a:pt x="53" y="100"/>
                  </a:cubicBezTo>
                  <a:cubicBezTo>
                    <a:pt x="58" y="100"/>
                    <a:pt x="61" y="96"/>
                    <a:pt x="61" y="92"/>
                  </a:cubicBezTo>
                  <a:cubicBezTo>
                    <a:pt x="61" y="83"/>
                    <a:pt x="61" y="83"/>
                    <a:pt x="61" y="83"/>
                  </a:cubicBezTo>
                  <a:cubicBezTo>
                    <a:pt x="70" y="74"/>
                    <a:pt x="70" y="74"/>
                    <a:pt x="70" y="74"/>
                  </a:cubicBezTo>
                  <a:cubicBezTo>
                    <a:pt x="74" y="76"/>
                    <a:pt x="79" y="77"/>
                    <a:pt x="84" y="77"/>
                  </a:cubicBezTo>
                  <a:cubicBezTo>
                    <a:pt x="105" y="77"/>
                    <a:pt x="122" y="59"/>
                    <a:pt x="122" y="38"/>
                  </a:cubicBezTo>
                  <a:cubicBezTo>
                    <a:pt x="122" y="17"/>
                    <a:pt x="105" y="0"/>
                    <a:pt x="84" y="0"/>
                  </a:cubicBezTo>
                  <a:close/>
                  <a:moveTo>
                    <a:pt x="84" y="69"/>
                  </a:moveTo>
                  <a:cubicBezTo>
                    <a:pt x="78" y="69"/>
                    <a:pt x="73" y="67"/>
                    <a:pt x="69" y="65"/>
                  </a:cubicBezTo>
                  <a:cubicBezTo>
                    <a:pt x="67" y="66"/>
                    <a:pt x="67" y="66"/>
                    <a:pt x="67" y="66"/>
                  </a:cubicBezTo>
                  <a:cubicBezTo>
                    <a:pt x="63" y="70"/>
                    <a:pt x="63" y="70"/>
                    <a:pt x="63" y="70"/>
                  </a:cubicBezTo>
                  <a:cubicBezTo>
                    <a:pt x="56" y="77"/>
                    <a:pt x="56" y="77"/>
                    <a:pt x="56" y="77"/>
                  </a:cubicBezTo>
                  <a:cubicBezTo>
                    <a:pt x="54" y="79"/>
                    <a:pt x="53" y="81"/>
                    <a:pt x="53" y="83"/>
                  </a:cubicBezTo>
                  <a:cubicBezTo>
                    <a:pt x="53" y="92"/>
                    <a:pt x="53" y="92"/>
                    <a:pt x="53" y="92"/>
                  </a:cubicBezTo>
                  <a:cubicBezTo>
                    <a:pt x="46" y="92"/>
                    <a:pt x="46" y="92"/>
                    <a:pt x="46" y="92"/>
                  </a:cubicBezTo>
                  <a:cubicBezTo>
                    <a:pt x="41" y="92"/>
                    <a:pt x="38" y="95"/>
                    <a:pt x="38" y="100"/>
                  </a:cubicBezTo>
                  <a:cubicBezTo>
                    <a:pt x="38" y="107"/>
                    <a:pt x="38" y="107"/>
                    <a:pt x="38" y="107"/>
                  </a:cubicBezTo>
                  <a:cubicBezTo>
                    <a:pt x="29" y="107"/>
                    <a:pt x="29" y="107"/>
                    <a:pt x="29" y="107"/>
                  </a:cubicBezTo>
                  <a:cubicBezTo>
                    <a:pt x="27" y="107"/>
                    <a:pt x="25" y="108"/>
                    <a:pt x="24" y="109"/>
                  </a:cubicBezTo>
                  <a:cubicBezTo>
                    <a:pt x="18" y="115"/>
                    <a:pt x="18" y="115"/>
                    <a:pt x="18" y="115"/>
                  </a:cubicBezTo>
                  <a:cubicBezTo>
                    <a:pt x="7" y="115"/>
                    <a:pt x="7" y="115"/>
                    <a:pt x="7" y="115"/>
                  </a:cubicBezTo>
                  <a:cubicBezTo>
                    <a:pt x="7" y="104"/>
                    <a:pt x="7" y="104"/>
                    <a:pt x="7" y="104"/>
                  </a:cubicBezTo>
                  <a:cubicBezTo>
                    <a:pt x="52" y="59"/>
                    <a:pt x="52" y="59"/>
                    <a:pt x="52" y="59"/>
                  </a:cubicBezTo>
                  <a:cubicBezTo>
                    <a:pt x="52" y="59"/>
                    <a:pt x="52" y="59"/>
                    <a:pt x="52" y="59"/>
                  </a:cubicBezTo>
                  <a:cubicBezTo>
                    <a:pt x="58" y="54"/>
                    <a:pt x="58" y="54"/>
                    <a:pt x="58" y="54"/>
                  </a:cubicBezTo>
                  <a:cubicBezTo>
                    <a:pt x="55" y="49"/>
                    <a:pt x="53" y="44"/>
                    <a:pt x="53" y="38"/>
                  </a:cubicBezTo>
                  <a:cubicBezTo>
                    <a:pt x="53" y="21"/>
                    <a:pt x="67" y="7"/>
                    <a:pt x="84" y="7"/>
                  </a:cubicBezTo>
                  <a:cubicBezTo>
                    <a:pt x="101" y="7"/>
                    <a:pt x="115" y="21"/>
                    <a:pt x="115" y="38"/>
                  </a:cubicBezTo>
                  <a:cubicBezTo>
                    <a:pt x="115" y="55"/>
                    <a:pt x="101" y="69"/>
                    <a:pt x="84" y="69"/>
                  </a:cubicBezTo>
                  <a:close/>
                  <a:moveTo>
                    <a:pt x="84" y="69"/>
                  </a:moveTo>
                  <a:cubicBezTo>
                    <a:pt x="84" y="69"/>
                    <a:pt x="84" y="69"/>
                    <a:pt x="84" y="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77"/>
            <p:cNvSpPr>
              <a:spLocks noEditPoints="1"/>
            </p:cNvSpPr>
            <p:nvPr/>
          </p:nvSpPr>
          <p:spPr bwMode="auto">
            <a:xfrm>
              <a:off x="3259138" y="1952626"/>
              <a:ext cx="90488" cy="92075"/>
            </a:xfrm>
            <a:custGeom>
              <a:avLst/>
              <a:gdLst/>
              <a:ahLst/>
              <a:cxnLst>
                <a:cxn ang="0">
                  <a:pos x="30" y="16"/>
                </a:cxn>
                <a:cxn ang="0">
                  <a:pos x="15" y="1"/>
                </a:cxn>
                <a:cxn ang="0">
                  <a:pos x="11" y="0"/>
                </a:cxn>
                <a:cxn ang="0">
                  <a:pos x="1" y="11"/>
                </a:cxn>
                <a:cxn ang="0">
                  <a:pos x="0" y="12"/>
                </a:cxn>
                <a:cxn ang="0">
                  <a:pos x="1" y="15"/>
                </a:cxn>
                <a:cxn ang="0">
                  <a:pos x="17" y="30"/>
                </a:cxn>
                <a:cxn ang="0">
                  <a:pos x="20" y="31"/>
                </a:cxn>
                <a:cxn ang="0">
                  <a:pos x="31" y="20"/>
                </a:cxn>
                <a:cxn ang="0">
                  <a:pos x="31" y="19"/>
                </a:cxn>
                <a:cxn ang="0">
                  <a:pos x="30" y="16"/>
                </a:cxn>
                <a:cxn ang="0">
                  <a:pos x="19" y="27"/>
                </a:cxn>
                <a:cxn ang="0">
                  <a:pos x="4" y="13"/>
                </a:cxn>
                <a:cxn ang="0">
                  <a:pos x="13" y="4"/>
                </a:cxn>
                <a:cxn ang="0">
                  <a:pos x="27" y="19"/>
                </a:cxn>
                <a:cxn ang="0">
                  <a:pos x="19" y="27"/>
                </a:cxn>
                <a:cxn ang="0">
                  <a:pos x="19" y="27"/>
                </a:cxn>
                <a:cxn ang="0">
                  <a:pos x="19" y="27"/>
                </a:cxn>
              </a:cxnLst>
              <a:rect l="0" t="0" r="r" b="b"/>
              <a:pathLst>
                <a:path w="31" h="31">
                  <a:moveTo>
                    <a:pt x="30" y="16"/>
                  </a:moveTo>
                  <a:cubicBezTo>
                    <a:pt x="26" y="10"/>
                    <a:pt x="21" y="5"/>
                    <a:pt x="15" y="1"/>
                  </a:cubicBezTo>
                  <a:cubicBezTo>
                    <a:pt x="14" y="0"/>
                    <a:pt x="13" y="0"/>
                    <a:pt x="11" y="0"/>
                  </a:cubicBezTo>
                  <a:cubicBezTo>
                    <a:pt x="6" y="2"/>
                    <a:pt x="2" y="6"/>
                    <a:pt x="1" y="11"/>
                  </a:cubicBezTo>
                  <a:cubicBezTo>
                    <a:pt x="0" y="12"/>
                    <a:pt x="0" y="12"/>
                    <a:pt x="0" y="12"/>
                  </a:cubicBezTo>
                  <a:cubicBezTo>
                    <a:pt x="0" y="13"/>
                    <a:pt x="1" y="14"/>
                    <a:pt x="1" y="15"/>
                  </a:cubicBezTo>
                  <a:cubicBezTo>
                    <a:pt x="5" y="21"/>
                    <a:pt x="11" y="26"/>
                    <a:pt x="17" y="30"/>
                  </a:cubicBezTo>
                  <a:cubicBezTo>
                    <a:pt x="18" y="31"/>
                    <a:pt x="19" y="31"/>
                    <a:pt x="20" y="31"/>
                  </a:cubicBezTo>
                  <a:cubicBezTo>
                    <a:pt x="25" y="29"/>
                    <a:pt x="29" y="25"/>
                    <a:pt x="31" y="20"/>
                  </a:cubicBezTo>
                  <a:cubicBezTo>
                    <a:pt x="31" y="19"/>
                    <a:pt x="31" y="19"/>
                    <a:pt x="31" y="19"/>
                  </a:cubicBezTo>
                  <a:cubicBezTo>
                    <a:pt x="31" y="18"/>
                    <a:pt x="31" y="17"/>
                    <a:pt x="30" y="16"/>
                  </a:cubicBezTo>
                  <a:close/>
                  <a:moveTo>
                    <a:pt x="19" y="27"/>
                  </a:moveTo>
                  <a:cubicBezTo>
                    <a:pt x="13" y="23"/>
                    <a:pt x="8" y="18"/>
                    <a:pt x="4" y="13"/>
                  </a:cubicBezTo>
                  <a:cubicBezTo>
                    <a:pt x="6" y="8"/>
                    <a:pt x="8" y="6"/>
                    <a:pt x="13" y="4"/>
                  </a:cubicBezTo>
                  <a:cubicBezTo>
                    <a:pt x="18" y="8"/>
                    <a:pt x="23" y="13"/>
                    <a:pt x="27" y="19"/>
                  </a:cubicBezTo>
                  <a:cubicBezTo>
                    <a:pt x="26" y="23"/>
                    <a:pt x="23" y="26"/>
                    <a:pt x="19" y="27"/>
                  </a:cubicBezTo>
                  <a:close/>
                  <a:moveTo>
                    <a:pt x="19" y="27"/>
                  </a:moveTo>
                  <a:cubicBezTo>
                    <a:pt x="19" y="27"/>
                    <a:pt x="19" y="27"/>
                    <a:pt x="19" y="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Freeform 92"/>
          <p:cNvSpPr>
            <a:spLocks noEditPoints="1"/>
          </p:cNvSpPr>
          <p:nvPr/>
        </p:nvSpPr>
        <p:spPr bwMode="auto">
          <a:xfrm>
            <a:off x="6594685" y="2292350"/>
            <a:ext cx="480905" cy="361743"/>
          </a:xfrm>
          <a:custGeom>
            <a:avLst/>
            <a:gdLst/>
            <a:ahLst/>
            <a:cxnLst>
              <a:cxn ang="0">
                <a:pos x="101" y="2"/>
              </a:cxn>
              <a:cxn ang="0">
                <a:pos x="27" y="0"/>
              </a:cxn>
              <a:cxn ang="0">
                <a:pos x="2" y="22"/>
              </a:cxn>
              <a:cxn ang="0">
                <a:pos x="2" y="32"/>
              </a:cxn>
              <a:cxn ang="0">
                <a:pos x="61" y="92"/>
              </a:cxn>
              <a:cxn ang="0">
                <a:pos x="121" y="32"/>
              </a:cxn>
              <a:cxn ang="0">
                <a:pos x="120" y="22"/>
              </a:cxn>
              <a:cxn ang="0">
                <a:pos x="86" y="14"/>
              </a:cxn>
              <a:cxn ang="0">
                <a:pos x="93" y="8"/>
              </a:cxn>
              <a:cxn ang="0">
                <a:pos x="76" y="27"/>
              </a:cxn>
              <a:cxn ang="0">
                <a:pos x="93" y="27"/>
              </a:cxn>
              <a:cxn ang="0">
                <a:pos x="73" y="25"/>
              </a:cxn>
              <a:cxn ang="0">
                <a:pos x="75" y="9"/>
              </a:cxn>
              <a:cxn ang="0">
                <a:pos x="70" y="27"/>
              </a:cxn>
              <a:cxn ang="0">
                <a:pos x="61" y="20"/>
              </a:cxn>
              <a:cxn ang="0">
                <a:pos x="70" y="8"/>
              </a:cxn>
              <a:cxn ang="0">
                <a:pos x="53" y="8"/>
              </a:cxn>
              <a:cxn ang="0">
                <a:pos x="58" y="17"/>
              </a:cxn>
              <a:cxn ang="0">
                <a:pos x="40" y="16"/>
              </a:cxn>
              <a:cxn ang="0">
                <a:pos x="58" y="17"/>
              </a:cxn>
              <a:cxn ang="0">
                <a:pos x="30" y="27"/>
              </a:cxn>
              <a:cxn ang="0">
                <a:pos x="47" y="27"/>
              </a:cxn>
              <a:cxn ang="0">
                <a:pos x="37" y="14"/>
              </a:cxn>
              <a:cxn ang="0">
                <a:pos x="43" y="8"/>
              </a:cxn>
              <a:cxn ang="0">
                <a:pos x="34" y="17"/>
              </a:cxn>
              <a:cxn ang="0">
                <a:pos x="8" y="27"/>
              </a:cxn>
              <a:cxn ang="0">
                <a:pos x="11" y="31"/>
              </a:cxn>
              <a:cxn ang="0">
                <a:pos x="49" y="71"/>
              </a:cxn>
              <a:cxn ang="0">
                <a:pos x="29" y="31"/>
              </a:cxn>
              <a:cxn ang="0">
                <a:pos x="57" y="78"/>
              </a:cxn>
              <a:cxn ang="0">
                <a:pos x="52" y="31"/>
              </a:cxn>
              <a:cxn ang="0">
                <a:pos x="61" y="79"/>
              </a:cxn>
              <a:cxn ang="0">
                <a:pos x="65" y="78"/>
              </a:cxn>
              <a:cxn ang="0">
                <a:pos x="94" y="31"/>
              </a:cxn>
              <a:cxn ang="0">
                <a:pos x="74" y="71"/>
              </a:cxn>
              <a:cxn ang="0">
                <a:pos x="112" y="31"/>
              </a:cxn>
              <a:cxn ang="0">
                <a:pos x="99" y="27"/>
              </a:cxn>
              <a:cxn ang="0">
                <a:pos x="97" y="9"/>
              </a:cxn>
              <a:cxn ang="0">
                <a:pos x="99" y="27"/>
              </a:cxn>
              <a:cxn ang="0">
                <a:pos x="99" y="27"/>
              </a:cxn>
            </a:cxnLst>
            <a:rect l="0" t="0" r="r" b="b"/>
            <a:pathLst>
              <a:path w="123" h="92">
                <a:moveTo>
                  <a:pt x="120" y="22"/>
                </a:moveTo>
                <a:cubicBezTo>
                  <a:pt x="101" y="2"/>
                  <a:pt x="101" y="2"/>
                  <a:pt x="101" y="2"/>
                </a:cubicBezTo>
                <a:cubicBezTo>
                  <a:pt x="100" y="1"/>
                  <a:pt x="98" y="0"/>
                  <a:pt x="96" y="0"/>
                </a:cubicBezTo>
                <a:cubicBezTo>
                  <a:pt x="27" y="0"/>
                  <a:pt x="27" y="0"/>
                  <a:pt x="27" y="0"/>
                </a:cubicBezTo>
                <a:cubicBezTo>
                  <a:pt x="25" y="0"/>
                  <a:pt x="23" y="1"/>
                  <a:pt x="22" y="2"/>
                </a:cubicBezTo>
                <a:cubicBezTo>
                  <a:pt x="2" y="22"/>
                  <a:pt x="2" y="22"/>
                  <a:pt x="2" y="22"/>
                </a:cubicBezTo>
                <a:cubicBezTo>
                  <a:pt x="1" y="23"/>
                  <a:pt x="0" y="25"/>
                  <a:pt x="0" y="27"/>
                </a:cubicBezTo>
                <a:cubicBezTo>
                  <a:pt x="0" y="29"/>
                  <a:pt x="1" y="31"/>
                  <a:pt x="2" y="32"/>
                </a:cubicBezTo>
                <a:cubicBezTo>
                  <a:pt x="56" y="90"/>
                  <a:pt x="56" y="90"/>
                  <a:pt x="56" y="90"/>
                </a:cubicBezTo>
                <a:cubicBezTo>
                  <a:pt x="57" y="91"/>
                  <a:pt x="59" y="92"/>
                  <a:pt x="61" y="92"/>
                </a:cubicBezTo>
                <a:cubicBezTo>
                  <a:pt x="64" y="92"/>
                  <a:pt x="66" y="91"/>
                  <a:pt x="67" y="90"/>
                </a:cubicBezTo>
                <a:cubicBezTo>
                  <a:pt x="121" y="32"/>
                  <a:pt x="121" y="32"/>
                  <a:pt x="121" y="32"/>
                </a:cubicBezTo>
                <a:cubicBezTo>
                  <a:pt x="122" y="31"/>
                  <a:pt x="123" y="29"/>
                  <a:pt x="123" y="27"/>
                </a:cubicBezTo>
                <a:cubicBezTo>
                  <a:pt x="123" y="25"/>
                  <a:pt x="122" y="23"/>
                  <a:pt x="120" y="22"/>
                </a:cubicBezTo>
                <a:close/>
                <a:moveTo>
                  <a:pt x="93" y="8"/>
                </a:moveTo>
                <a:cubicBezTo>
                  <a:pt x="86" y="14"/>
                  <a:pt x="86" y="14"/>
                  <a:pt x="86" y="14"/>
                </a:cubicBezTo>
                <a:cubicBezTo>
                  <a:pt x="79" y="8"/>
                  <a:pt x="79" y="8"/>
                  <a:pt x="79" y="8"/>
                </a:cubicBezTo>
                <a:lnTo>
                  <a:pt x="93" y="8"/>
                </a:lnTo>
                <a:close/>
                <a:moveTo>
                  <a:pt x="93" y="27"/>
                </a:moveTo>
                <a:cubicBezTo>
                  <a:pt x="76" y="27"/>
                  <a:pt x="76" y="27"/>
                  <a:pt x="76" y="27"/>
                </a:cubicBezTo>
                <a:cubicBezTo>
                  <a:pt x="85" y="19"/>
                  <a:pt x="85" y="19"/>
                  <a:pt x="85" y="19"/>
                </a:cubicBezTo>
                <a:lnTo>
                  <a:pt x="93" y="27"/>
                </a:lnTo>
                <a:close/>
                <a:moveTo>
                  <a:pt x="83" y="16"/>
                </a:moveTo>
                <a:cubicBezTo>
                  <a:pt x="73" y="25"/>
                  <a:pt x="73" y="25"/>
                  <a:pt x="73" y="25"/>
                </a:cubicBezTo>
                <a:cubicBezTo>
                  <a:pt x="64" y="17"/>
                  <a:pt x="64" y="17"/>
                  <a:pt x="64" y="17"/>
                </a:cubicBezTo>
                <a:cubicBezTo>
                  <a:pt x="75" y="9"/>
                  <a:pt x="75" y="9"/>
                  <a:pt x="75" y="9"/>
                </a:cubicBezTo>
                <a:lnTo>
                  <a:pt x="83" y="16"/>
                </a:lnTo>
                <a:close/>
                <a:moveTo>
                  <a:pt x="70" y="27"/>
                </a:moveTo>
                <a:cubicBezTo>
                  <a:pt x="53" y="27"/>
                  <a:pt x="53" y="27"/>
                  <a:pt x="53" y="27"/>
                </a:cubicBezTo>
                <a:cubicBezTo>
                  <a:pt x="61" y="20"/>
                  <a:pt x="61" y="20"/>
                  <a:pt x="61" y="20"/>
                </a:cubicBezTo>
                <a:lnTo>
                  <a:pt x="70" y="27"/>
                </a:lnTo>
                <a:close/>
                <a:moveTo>
                  <a:pt x="70" y="8"/>
                </a:moveTo>
                <a:cubicBezTo>
                  <a:pt x="61" y="15"/>
                  <a:pt x="61" y="15"/>
                  <a:pt x="61" y="15"/>
                </a:cubicBezTo>
                <a:cubicBezTo>
                  <a:pt x="53" y="8"/>
                  <a:pt x="53" y="8"/>
                  <a:pt x="53" y="8"/>
                </a:cubicBezTo>
                <a:lnTo>
                  <a:pt x="70" y="8"/>
                </a:lnTo>
                <a:close/>
                <a:moveTo>
                  <a:pt x="58" y="17"/>
                </a:moveTo>
                <a:cubicBezTo>
                  <a:pt x="50" y="25"/>
                  <a:pt x="50" y="25"/>
                  <a:pt x="50" y="25"/>
                </a:cubicBezTo>
                <a:cubicBezTo>
                  <a:pt x="40" y="16"/>
                  <a:pt x="40" y="16"/>
                  <a:pt x="40" y="16"/>
                </a:cubicBezTo>
                <a:cubicBezTo>
                  <a:pt x="48" y="9"/>
                  <a:pt x="48" y="9"/>
                  <a:pt x="48" y="9"/>
                </a:cubicBezTo>
                <a:lnTo>
                  <a:pt x="58" y="17"/>
                </a:lnTo>
                <a:close/>
                <a:moveTo>
                  <a:pt x="47" y="27"/>
                </a:moveTo>
                <a:cubicBezTo>
                  <a:pt x="30" y="27"/>
                  <a:pt x="30" y="27"/>
                  <a:pt x="30" y="27"/>
                </a:cubicBezTo>
                <a:cubicBezTo>
                  <a:pt x="37" y="19"/>
                  <a:pt x="37" y="19"/>
                  <a:pt x="37" y="19"/>
                </a:cubicBezTo>
                <a:lnTo>
                  <a:pt x="47" y="27"/>
                </a:lnTo>
                <a:close/>
                <a:moveTo>
                  <a:pt x="43" y="8"/>
                </a:moveTo>
                <a:cubicBezTo>
                  <a:pt x="37" y="14"/>
                  <a:pt x="37" y="14"/>
                  <a:pt x="37" y="14"/>
                </a:cubicBezTo>
                <a:cubicBezTo>
                  <a:pt x="30" y="8"/>
                  <a:pt x="30" y="8"/>
                  <a:pt x="30" y="8"/>
                </a:cubicBezTo>
                <a:lnTo>
                  <a:pt x="43" y="8"/>
                </a:lnTo>
                <a:close/>
                <a:moveTo>
                  <a:pt x="26" y="9"/>
                </a:moveTo>
                <a:cubicBezTo>
                  <a:pt x="34" y="17"/>
                  <a:pt x="34" y="17"/>
                  <a:pt x="34" y="17"/>
                </a:cubicBezTo>
                <a:cubicBezTo>
                  <a:pt x="24" y="27"/>
                  <a:pt x="24" y="27"/>
                  <a:pt x="24" y="27"/>
                </a:cubicBezTo>
                <a:cubicBezTo>
                  <a:pt x="8" y="27"/>
                  <a:pt x="8" y="27"/>
                  <a:pt x="8" y="27"/>
                </a:cubicBezTo>
                <a:lnTo>
                  <a:pt x="26" y="9"/>
                </a:lnTo>
                <a:close/>
                <a:moveTo>
                  <a:pt x="11" y="31"/>
                </a:moveTo>
                <a:cubicBezTo>
                  <a:pt x="25" y="31"/>
                  <a:pt x="25" y="31"/>
                  <a:pt x="25" y="31"/>
                </a:cubicBezTo>
                <a:cubicBezTo>
                  <a:pt x="49" y="71"/>
                  <a:pt x="49" y="71"/>
                  <a:pt x="49" y="71"/>
                </a:cubicBezTo>
                <a:lnTo>
                  <a:pt x="11" y="31"/>
                </a:lnTo>
                <a:close/>
                <a:moveTo>
                  <a:pt x="29" y="31"/>
                </a:moveTo>
                <a:cubicBezTo>
                  <a:pt x="48" y="31"/>
                  <a:pt x="48" y="31"/>
                  <a:pt x="48" y="31"/>
                </a:cubicBezTo>
                <a:cubicBezTo>
                  <a:pt x="57" y="78"/>
                  <a:pt x="57" y="78"/>
                  <a:pt x="57" y="78"/>
                </a:cubicBezTo>
                <a:lnTo>
                  <a:pt x="29" y="31"/>
                </a:lnTo>
                <a:close/>
                <a:moveTo>
                  <a:pt x="52" y="31"/>
                </a:moveTo>
                <a:cubicBezTo>
                  <a:pt x="71" y="31"/>
                  <a:pt x="71" y="31"/>
                  <a:pt x="71" y="31"/>
                </a:cubicBezTo>
                <a:cubicBezTo>
                  <a:pt x="61" y="79"/>
                  <a:pt x="61" y="79"/>
                  <a:pt x="61" y="79"/>
                </a:cubicBezTo>
                <a:lnTo>
                  <a:pt x="52" y="31"/>
                </a:lnTo>
                <a:close/>
                <a:moveTo>
                  <a:pt x="65" y="78"/>
                </a:moveTo>
                <a:cubicBezTo>
                  <a:pt x="75" y="31"/>
                  <a:pt x="75" y="31"/>
                  <a:pt x="75" y="31"/>
                </a:cubicBezTo>
                <a:cubicBezTo>
                  <a:pt x="94" y="31"/>
                  <a:pt x="94" y="31"/>
                  <a:pt x="94" y="31"/>
                </a:cubicBezTo>
                <a:lnTo>
                  <a:pt x="65" y="78"/>
                </a:lnTo>
                <a:close/>
                <a:moveTo>
                  <a:pt x="74" y="71"/>
                </a:moveTo>
                <a:cubicBezTo>
                  <a:pt x="98" y="31"/>
                  <a:pt x="98" y="31"/>
                  <a:pt x="98" y="31"/>
                </a:cubicBezTo>
                <a:cubicBezTo>
                  <a:pt x="112" y="31"/>
                  <a:pt x="112" y="31"/>
                  <a:pt x="112" y="31"/>
                </a:cubicBezTo>
                <a:lnTo>
                  <a:pt x="74" y="71"/>
                </a:lnTo>
                <a:close/>
                <a:moveTo>
                  <a:pt x="99" y="27"/>
                </a:moveTo>
                <a:cubicBezTo>
                  <a:pt x="88" y="17"/>
                  <a:pt x="88" y="17"/>
                  <a:pt x="88" y="17"/>
                </a:cubicBezTo>
                <a:cubicBezTo>
                  <a:pt x="97" y="9"/>
                  <a:pt x="97" y="9"/>
                  <a:pt x="97" y="9"/>
                </a:cubicBezTo>
                <a:cubicBezTo>
                  <a:pt x="115" y="27"/>
                  <a:pt x="115" y="27"/>
                  <a:pt x="115" y="27"/>
                </a:cubicBezTo>
                <a:lnTo>
                  <a:pt x="99" y="27"/>
                </a:lnTo>
                <a:close/>
                <a:moveTo>
                  <a:pt x="99" y="27"/>
                </a:moveTo>
                <a:cubicBezTo>
                  <a:pt x="99" y="27"/>
                  <a:pt x="99" y="27"/>
                  <a:pt x="99" y="2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7" name="Group 147"/>
          <p:cNvGrpSpPr/>
          <p:nvPr/>
        </p:nvGrpSpPr>
        <p:grpSpPr>
          <a:xfrm>
            <a:off x="7255231" y="1969019"/>
            <a:ext cx="360363" cy="360363"/>
            <a:chOff x="8783638" y="3568701"/>
            <a:chExt cx="360363" cy="360363"/>
          </a:xfrm>
          <a:solidFill>
            <a:schemeClr val="bg1"/>
          </a:solidFill>
        </p:grpSpPr>
        <p:sp>
          <p:nvSpPr>
            <p:cNvPr id="149" name="Freeform 99"/>
            <p:cNvSpPr>
              <a:spLocks noEditPoints="1"/>
            </p:cNvSpPr>
            <p:nvPr/>
          </p:nvSpPr>
          <p:spPr bwMode="auto">
            <a:xfrm>
              <a:off x="8783638" y="3568701"/>
              <a:ext cx="360363" cy="360363"/>
            </a:xfrm>
            <a:custGeom>
              <a:avLst/>
              <a:gdLst/>
              <a:ahLst/>
              <a:cxnLst>
                <a:cxn ang="0">
                  <a:pos x="80" y="38"/>
                </a:cxn>
                <a:cxn ang="0">
                  <a:pos x="62" y="0"/>
                </a:cxn>
                <a:cxn ang="0">
                  <a:pos x="35" y="39"/>
                </a:cxn>
                <a:cxn ang="0">
                  <a:pos x="31" y="41"/>
                </a:cxn>
                <a:cxn ang="0">
                  <a:pos x="12" y="38"/>
                </a:cxn>
                <a:cxn ang="0">
                  <a:pos x="0" y="111"/>
                </a:cxn>
                <a:cxn ang="0">
                  <a:pos x="23" y="123"/>
                </a:cxn>
                <a:cxn ang="0">
                  <a:pos x="34" y="116"/>
                </a:cxn>
                <a:cxn ang="0">
                  <a:pos x="35" y="116"/>
                </a:cxn>
                <a:cxn ang="0">
                  <a:pos x="73" y="123"/>
                </a:cxn>
                <a:cxn ang="0">
                  <a:pos x="108" y="115"/>
                </a:cxn>
                <a:cxn ang="0">
                  <a:pos x="110" y="104"/>
                </a:cxn>
                <a:cxn ang="0">
                  <a:pos x="116" y="84"/>
                </a:cxn>
                <a:cxn ang="0">
                  <a:pos x="120" y="64"/>
                </a:cxn>
                <a:cxn ang="0">
                  <a:pos x="123" y="55"/>
                </a:cxn>
                <a:cxn ang="0">
                  <a:pos x="112" y="40"/>
                </a:cxn>
                <a:cxn ang="0">
                  <a:pos x="23" y="115"/>
                </a:cxn>
                <a:cxn ang="0">
                  <a:pos x="8" y="111"/>
                </a:cxn>
                <a:cxn ang="0">
                  <a:pos x="12" y="46"/>
                </a:cxn>
                <a:cxn ang="0">
                  <a:pos x="27" y="50"/>
                </a:cxn>
                <a:cxn ang="0">
                  <a:pos x="115" y="56"/>
                </a:cxn>
                <a:cxn ang="0">
                  <a:pos x="100" y="61"/>
                </a:cxn>
                <a:cxn ang="0">
                  <a:pos x="100" y="65"/>
                </a:cxn>
                <a:cxn ang="0">
                  <a:pos x="114" y="72"/>
                </a:cxn>
                <a:cxn ang="0">
                  <a:pos x="96" y="81"/>
                </a:cxn>
                <a:cxn ang="0">
                  <a:pos x="96" y="84"/>
                </a:cxn>
                <a:cxn ang="0">
                  <a:pos x="109" y="92"/>
                </a:cxn>
                <a:cxn ang="0">
                  <a:pos x="92" y="100"/>
                </a:cxn>
                <a:cxn ang="0">
                  <a:pos x="92" y="104"/>
                </a:cxn>
                <a:cxn ang="0">
                  <a:pos x="102" y="109"/>
                </a:cxn>
                <a:cxn ang="0">
                  <a:pos x="94" y="115"/>
                </a:cxn>
                <a:cxn ang="0">
                  <a:pos x="52" y="113"/>
                </a:cxn>
                <a:cxn ang="0">
                  <a:pos x="31" y="105"/>
                </a:cxn>
                <a:cxn ang="0">
                  <a:pos x="34" y="48"/>
                </a:cxn>
                <a:cxn ang="0">
                  <a:pos x="58" y="11"/>
                </a:cxn>
                <a:cxn ang="0">
                  <a:pos x="73" y="26"/>
                </a:cxn>
                <a:cxn ang="0">
                  <a:pos x="111" y="47"/>
                </a:cxn>
                <a:cxn ang="0">
                  <a:pos x="115" y="56"/>
                </a:cxn>
                <a:cxn ang="0">
                  <a:pos x="115" y="56"/>
                </a:cxn>
              </a:cxnLst>
              <a:rect l="0" t="0" r="r" b="b"/>
              <a:pathLst>
                <a:path w="123" h="123">
                  <a:moveTo>
                    <a:pt x="112" y="40"/>
                  </a:moveTo>
                  <a:cubicBezTo>
                    <a:pt x="107" y="39"/>
                    <a:pt x="96" y="39"/>
                    <a:pt x="80" y="38"/>
                  </a:cubicBezTo>
                  <a:cubicBezTo>
                    <a:pt x="80" y="35"/>
                    <a:pt x="81" y="32"/>
                    <a:pt x="81" y="26"/>
                  </a:cubicBezTo>
                  <a:cubicBezTo>
                    <a:pt x="81" y="12"/>
                    <a:pt x="71" y="0"/>
                    <a:pt x="62" y="0"/>
                  </a:cubicBezTo>
                  <a:cubicBezTo>
                    <a:pt x="55" y="0"/>
                    <a:pt x="50" y="5"/>
                    <a:pt x="50" y="11"/>
                  </a:cubicBezTo>
                  <a:cubicBezTo>
                    <a:pt x="50" y="19"/>
                    <a:pt x="48" y="32"/>
                    <a:pt x="35" y="39"/>
                  </a:cubicBezTo>
                  <a:cubicBezTo>
                    <a:pt x="34" y="40"/>
                    <a:pt x="31" y="41"/>
                    <a:pt x="31" y="41"/>
                  </a:cubicBezTo>
                  <a:cubicBezTo>
                    <a:pt x="31" y="41"/>
                    <a:pt x="31" y="41"/>
                    <a:pt x="31" y="41"/>
                  </a:cubicBezTo>
                  <a:cubicBezTo>
                    <a:pt x="29" y="40"/>
                    <a:pt x="26" y="38"/>
                    <a:pt x="23" y="38"/>
                  </a:cubicBezTo>
                  <a:cubicBezTo>
                    <a:pt x="12" y="38"/>
                    <a:pt x="12" y="38"/>
                    <a:pt x="12" y="38"/>
                  </a:cubicBezTo>
                  <a:cubicBezTo>
                    <a:pt x="6" y="38"/>
                    <a:pt x="0" y="43"/>
                    <a:pt x="0" y="50"/>
                  </a:cubicBezTo>
                  <a:cubicBezTo>
                    <a:pt x="0" y="111"/>
                    <a:pt x="0" y="111"/>
                    <a:pt x="0" y="111"/>
                  </a:cubicBezTo>
                  <a:cubicBezTo>
                    <a:pt x="0" y="118"/>
                    <a:pt x="6" y="123"/>
                    <a:pt x="12" y="123"/>
                  </a:cubicBezTo>
                  <a:cubicBezTo>
                    <a:pt x="23" y="123"/>
                    <a:pt x="23" y="123"/>
                    <a:pt x="23" y="123"/>
                  </a:cubicBezTo>
                  <a:cubicBezTo>
                    <a:pt x="28" y="123"/>
                    <a:pt x="32" y="120"/>
                    <a:pt x="34" y="116"/>
                  </a:cubicBezTo>
                  <a:cubicBezTo>
                    <a:pt x="34" y="116"/>
                    <a:pt x="34" y="116"/>
                    <a:pt x="34" y="116"/>
                  </a:cubicBezTo>
                  <a:cubicBezTo>
                    <a:pt x="34" y="116"/>
                    <a:pt x="34" y="116"/>
                    <a:pt x="35" y="116"/>
                  </a:cubicBezTo>
                  <a:cubicBezTo>
                    <a:pt x="35" y="116"/>
                    <a:pt x="35" y="116"/>
                    <a:pt x="35" y="116"/>
                  </a:cubicBezTo>
                  <a:cubicBezTo>
                    <a:pt x="37" y="117"/>
                    <a:pt x="41" y="118"/>
                    <a:pt x="50" y="120"/>
                  </a:cubicBezTo>
                  <a:cubicBezTo>
                    <a:pt x="52" y="121"/>
                    <a:pt x="63" y="123"/>
                    <a:pt x="73" y="123"/>
                  </a:cubicBezTo>
                  <a:cubicBezTo>
                    <a:pt x="94" y="123"/>
                    <a:pt x="94" y="123"/>
                    <a:pt x="94" y="123"/>
                  </a:cubicBezTo>
                  <a:cubicBezTo>
                    <a:pt x="101" y="123"/>
                    <a:pt x="105" y="120"/>
                    <a:pt x="108" y="115"/>
                  </a:cubicBezTo>
                  <a:cubicBezTo>
                    <a:pt x="108" y="115"/>
                    <a:pt x="109" y="114"/>
                    <a:pt x="110" y="111"/>
                  </a:cubicBezTo>
                  <a:cubicBezTo>
                    <a:pt x="110" y="109"/>
                    <a:pt x="110" y="107"/>
                    <a:pt x="110" y="104"/>
                  </a:cubicBezTo>
                  <a:cubicBezTo>
                    <a:pt x="114" y="102"/>
                    <a:pt x="115" y="97"/>
                    <a:pt x="116" y="95"/>
                  </a:cubicBezTo>
                  <a:cubicBezTo>
                    <a:pt x="118" y="90"/>
                    <a:pt x="117" y="87"/>
                    <a:pt x="116" y="84"/>
                  </a:cubicBezTo>
                  <a:cubicBezTo>
                    <a:pt x="118" y="82"/>
                    <a:pt x="120" y="79"/>
                    <a:pt x="121" y="73"/>
                  </a:cubicBezTo>
                  <a:cubicBezTo>
                    <a:pt x="122" y="70"/>
                    <a:pt x="121" y="67"/>
                    <a:pt x="120" y="64"/>
                  </a:cubicBezTo>
                  <a:cubicBezTo>
                    <a:pt x="122" y="62"/>
                    <a:pt x="123" y="59"/>
                    <a:pt x="123" y="56"/>
                  </a:cubicBezTo>
                  <a:cubicBezTo>
                    <a:pt x="123" y="55"/>
                    <a:pt x="123" y="55"/>
                    <a:pt x="123" y="55"/>
                  </a:cubicBezTo>
                  <a:cubicBezTo>
                    <a:pt x="123" y="55"/>
                    <a:pt x="123" y="54"/>
                    <a:pt x="123" y="53"/>
                  </a:cubicBezTo>
                  <a:cubicBezTo>
                    <a:pt x="123" y="48"/>
                    <a:pt x="120" y="42"/>
                    <a:pt x="112" y="40"/>
                  </a:cubicBezTo>
                  <a:close/>
                  <a:moveTo>
                    <a:pt x="27" y="111"/>
                  </a:moveTo>
                  <a:cubicBezTo>
                    <a:pt x="27" y="113"/>
                    <a:pt x="26" y="115"/>
                    <a:pt x="23" y="115"/>
                  </a:cubicBezTo>
                  <a:cubicBezTo>
                    <a:pt x="12" y="115"/>
                    <a:pt x="12" y="115"/>
                    <a:pt x="12" y="115"/>
                  </a:cubicBezTo>
                  <a:cubicBezTo>
                    <a:pt x="10" y="115"/>
                    <a:pt x="8" y="113"/>
                    <a:pt x="8" y="111"/>
                  </a:cubicBezTo>
                  <a:cubicBezTo>
                    <a:pt x="8" y="50"/>
                    <a:pt x="8" y="50"/>
                    <a:pt x="8" y="50"/>
                  </a:cubicBezTo>
                  <a:cubicBezTo>
                    <a:pt x="8" y="48"/>
                    <a:pt x="10" y="46"/>
                    <a:pt x="12" y="46"/>
                  </a:cubicBezTo>
                  <a:cubicBezTo>
                    <a:pt x="23" y="46"/>
                    <a:pt x="23" y="46"/>
                    <a:pt x="23" y="46"/>
                  </a:cubicBezTo>
                  <a:cubicBezTo>
                    <a:pt x="26" y="46"/>
                    <a:pt x="27" y="48"/>
                    <a:pt x="27" y="50"/>
                  </a:cubicBezTo>
                  <a:lnTo>
                    <a:pt x="27" y="111"/>
                  </a:lnTo>
                  <a:close/>
                  <a:moveTo>
                    <a:pt x="115" y="56"/>
                  </a:moveTo>
                  <a:cubicBezTo>
                    <a:pt x="115" y="58"/>
                    <a:pt x="114" y="61"/>
                    <a:pt x="108" y="61"/>
                  </a:cubicBezTo>
                  <a:cubicBezTo>
                    <a:pt x="100" y="61"/>
                    <a:pt x="100" y="61"/>
                    <a:pt x="100" y="61"/>
                  </a:cubicBezTo>
                  <a:cubicBezTo>
                    <a:pt x="99" y="61"/>
                    <a:pt x="98" y="62"/>
                    <a:pt x="98" y="63"/>
                  </a:cubicBezTo>
                  <a:cubicBezTo>
                    <a:pt x="98" y="64"/>
                    <a:pt x="99" y="65"/>
                    <a:pt x="100" y="65"/>
                  </a:cubicBezTo>
                  <a:cubicBezTo>
                    <a:pt x="108" y="65"/>
                    <a:pt x="108" y="65"/>
                    <a:pt x="108" y="65"/>
                  </a:cubicBezTo>
                  <a:cubicBezTo>
                    <a:pt x="113" y="65"/>
                    <a:pt x="114" y="70"/>
                    <a:pt x="114" y="72"/>
                  </a:cubicBezTo>
                  <a:cubicBezTo>
                    <a:pt x="113" y="75"/>
                    <a:pt x="112" y="81"/>
                    <a:pt x="105" y="81"/>
                  </a:cubicBezTo>
                  <a:cubicBezTo>
                    <a:pt x="96" y="81"/>
                    <a:pt x="96" y="81"/>
                    <a:pt x="96" y="81"/>
                  </a:cubicBezTo>
                  <a:cubicBezTo>
                    <a:pt x="95" y="81"/>
                    <a:pt x="94" y="81"/>
                    <a:pt x="94" y="82"/>
                  </a:cubicBezTo>
                  <a:cubicBezTo>
                    <a:pt x="94" y="83"/>
                    <a:pt x="95" y="84"/>
                    <a:pt x="96" y="84"/>
                  </a:cubicBezTo>
                  <a:cubicBezTo>
                    <a:pt x="104" y="84"/>
                    <a:pt x="104" y="84"/>
                    <a:pt x="104" y="84"/>
                  </a:cubicBezTo>
                  <a:cubicBezTo>
                    <a:pt x="110" y="84"/>
                    <a:pt x="110" y="89"/>
                    <a:pt x="109" y="92"/>
                  </a:cubicBezTo>
                  <a:cubicBezTo>
                    <a:pt x="108" y="96"/>
                    <a:pt x="107" y="100"/>
                    <a:pt x="99" y="100"/>
                  </a:cubicBezTo>
                  <a:cubicBezTo>
                    <a:pt x="92" y="100"/>
                    <a:pt x="92" y="100"/>
                    <a:pt x="92" y="100"/>
                  </a:cubicBezTo>
                  <a:cubicBezTo>
                    <a:pt x="91" y="100"/>
                    <a:pt x="90" y="101"/>
                    <a:pt x="90" y="102"/>
                  </a:cubicBezTo>
                  <a:cubicBezTo>
                    <a:pt x="90" y="103"/>
                    <a:pt x="91" y="104"/>
                    <a:pt x="92" y="104"/>
                  </a:cubicBezTo>
                  <a:cubicBezTo>
                    <a:pt x="98" y="104"/>
                    <a:pt x="98" y="104"/>
                    <a:pt x="98" y="104"/>
                  </a:cubicBezTo>
                  <a:cubicBezTo>
                    <a:pt x="103" y="104"/>
                    <a:pt x="103" y="108"/>
                    <a:pt x="102" y="109"/>
                  </a:cubicBezTo>
                  <a:cubicBezTo>
                    <a:pt x="102" y="110"/>
                    <a:pt x="101" y="112"/>
                    <a:pt x="101" y="112"/>
                  </a:cubicBezTo>
                  <a:cubicBezTo>
                    <a:pt x="100" y="114"/>
                    <a:pt x="98" y="115"/>
                    <a:pt x="94" y="115"/>
                  </a:cubicBezTo>
                  <a:cubicBezTo>
                    <a:pt x="73" y="115"/>
                    <a:pt x="73" y="115"/>
                    <a:pt x="73" y="115"/>
                  </a:cubicBezTo>
                  <a:cubicBezTo>
                    <a:pt x="63" y="115"/>
                    <a:pt x="52" y="113"/>
                    <a:pt x="52" y="113"/>
                  </a:cubicBezTo>
                  <a:cubicBezTo>
                    <a:pt x="36" y="109"/>
                    <a:pt x="35" y="109"/>
                    <a:pt x="34" y="108"/>
                  </a:cubicBezTo>
                  <a:cubicBezTo>
                    <a:pt x="34" y="108"/>
                    <a:pt x="31" y="108"/>
                    <a:pt x="31" y="105"/>
                  </a:cubicBezTo>
                  <a:cubicBezTo>
                    <a:pt x="31" y="52"/>
                    <a:pt x="31" y="52"/>
                    <a:pt x="31" y="52"/>
                  </a:cubicBezTo>
                  <a:cubicBezTo>
                    <a:pt x="31" y="50"/>
                    <a:pt x="32" y="49"/>
                    <a:pt x="34" y="48"/>
                  </a:cubicBezTo>
                  <a:cubicBezTo>
                    <a:pt x="34" y="48"/>
                    <a:pt x="35" y="48"/>
                    <a:pt x="35" y="48"/>
                  </a:cubicBezTo>
                  <a:cubicBezTo>
                    <a:pt x="52" y="40"/>
                    <a:pt x="58" y="25"/>
                    <a:pt x="58" y="11"/>
                  </a:cubicBezTo>
                  <a:cubicBezTo>
                    <a:pt x="58" y="10"/>
                    <a:pt x="59" y="8"/>
                    <a:pt x="62" y="8"/>
                  </a:cubicBezTo>
                  <a:cubicBezTo>
                    <a:pt x="66" y="8"/>
                    <a:pt x="73" y="16"/>
                    <a:pt x="73" y="26"/>
                  </a:cubicBezTo>
                  <a:cubicBezTo>
                    <a:pt x="73" y="35"/>
                    <a:pt x="73" y="37"/>
                    <a:pt x="69" y="46"/>
                  </a:cubicBezTo>
                  <a:cubicBezTo>
                    <a:pt x="108" y="46"/>
                    <a:pt x="107" y="47"/>
                    <a:pt x="111" y="47"/>
                  </a:cubicBezTo>
                  <a:cubicBezTo>
                    <a:pt x="115" y="49"/>
                    <a:pt x="115" y="52"/>
                    <a:pt x="115" y="53"/>
                  </a:cubicBezTo>
                  <a:cubicBezTo>
                    <a:pt x="115" y="55"/>
                    <a:pt x="115" y="54"/>
                    <a:pt x="115" y="56"/>
                  </a:cubicBezTo>
                  <a:close/>
                  <a:moveTo>
                    <a:pt x="115" y="56"/>
                  </a:moveTo>
                  <a:cubicBezTo>
                    <a:pt x="115" y="56"/>
                    <a:pt x="115" y="56"/>
                    <a:pt x="115" y="5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00"/>
            <p:cNvSpPr>
              <a:spLocks noEditPoints="1"/>
            </p:cNvSpPr>
            <p:nvPr/>
          </p:nvSpPr>
          <p:spPr bwMode="auto">
            <a:xfrm>
              <a:off x="8818563" y="3862388"/>
              <a:ext cx="33338" cy="31750"/>
            </a:xfrm>
            <a:custGeom>
              <a:avLst/>
              <a:gdLst/>
              <a:ahLst/>
              <a:cxnLst>
                <a:cxn ang="0">
                  <a:pos x="6" y="0"/>
                </a:cxn>
                <a:cxn ang="0">
                  <a:pos x="0" y="5"/>
                </a:cxn>
                <a:cxn ang="0">
                  <a:pos x="6" y="11"/>
                </a:cxn>
                <a:cxn ang="0">
                  <a:pos x="11" y="5"/>
                </a:cxn>
                <a:cxn ang="0">
                  <a:pos x="6" y="0"/>
                </a:cxn>
                <a:cxn ang="0">
                  <a:pos x="6" y="7"/>
                </a:cxn>
                <a:cxn ang="0">
                  <a:pos x="4" y="5"/>
                </a:cxn>
                <a:cxn ang="0">
                  <a:pos x="6" y="4"/>
                </a:cxn>
                <a:cxn ang="0">
                  <a:pos x="8" y="5"/>
                </a:cxn>
                <a:cxn ang="0">
                  <a:pos x="6" y="7"/>
                </a:cxn>
                <a:cxn ang="0">
                  <a:pos x="6" y="7"/>
                </a:cxn>
                <a:cxn ang="0">
                  <a:pos x="6" y="7"/>
                </a:cxn>
              </a:cxnLst>
              <a:rect l="0" t="0" r="r" b="b"/>
              <a:pathLst>
                <a:path w="11" h="11">
                  <a:moveTo>
                    <a:pt x="6" y="0"/>
                  </a:moveTo>
                  <a:cubicBezTo>
                    <a:pt x="2" y="0"/>
                    <a:pt x="0" y="2"/>
                    <a:pt x="0" y="5"/>
                  </a:cubicBezTo>
                  <a:cubicBezTo>
                    <a:pt x="0" y="9"/>
                    <a:pt x="2" y="11"/>
                    <a:pt x="6" y="11"/>
                  </a:cubicBezTo>
                  <a:cubicBezTo>
                    <a:pt x="9" y="11"/>
                    <a:pt x="11" y="9"/>
                    <a:pt x="11" y="5"/>
                  </a:cubicBezTo>
                  <a:cubicBezTo>
                    <a:pt x="11" y="2"/>
                    <a:pt x="9" y="0"/>
                    <a:pt x="6" y="0"/>
                  </a:cubicBezTo>
                  <a:close/>
                  <a:moveTo>
                    <a:pt x="6" y="7"/>
                  </a:moveTo>
                  <a:cubicBezTo>
                    <a:pt x="5" y="7"/>
                    <a:pt x="4" y="6"/>
                    <a:pt x="4" y="5"/>
                  </a:cubicBezTo>
                  <a:cubicBezTo>
                    <a:pt x="4" y="4"/>
                    <a:pt x="5" y="4"/>
                    <a:pt x="6" y="4"/>
                  </a:cubicBezTo>
                  <a:cubicBezTo>
                    <a:pt x="7" y="4"/>
                    <a:pt x="8" y="4"/>
                    <a:pt x="8" y="5"/>
                  </a:cubicBezTo>
                  <a:cubicBezTo>
                    <a:pt x="8" y="6"/>
                    <a:pt x="7" y="7"/>
                    <a:pt x="6" y="7"/>
                  </a:cubicBezTo>
                  <a:close/>
                  <a:moveTo>
                    <a:pt x="6" y="7"/>
                  </a:moveTo>
                  <a:cubicBezTo>
                    <a:pt x="6" y="7"/>
                    <a:pt x="6" y="7"/>
                    <a:pt x="6"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Group 150"/>
          <p:cNvGrpSpPr/>
          <p:nvPr/>
        </p:nvGrpSpPr>
        <p:grpSpPr>
          <a:xfrm>
            <a:off x="7912536" y="1576146"/>
            <a:ext cx="511374" cy="506908"/>
            <a:chOff x="-6350" y="1208088"/>
            <a:chExt cx="363538" cy="360363"/>
          </a:xfrm>
          <a:solidFill>
            <a:schemeClr val="bg1"/>
          </a:solidFill>
        </p:grpSpPr>
        <p:sp>
          <p:nvSpPr>
            <p:cNvPr id="152" name="Freeform 5"/>
            <p:cNvSpPr>
              <a:spLocks noEditPoints="1"/>
            </p:cNvSpPr>
            <p:nvPr/>
          </p:nvSpPr>
          <p:spPr bwMode="auto">
            <a:xfrm>
              <a:off x="-6350" y="1208088"/>
              <a:ext cx="363538" cy="360363"/>
            </a:xfrm>
            <a:custGeom>
              <a:avLst/>
              <a:gdLst/>
              <a:ahLst/>
              <a:cxnLst>
                <a:cxn ang="0">
                  <a:pos x="121" y="41"/>
                </a:cxn>
                <a:cxn ang="0">
                  <a:pos x="83" y="2"/>
                </a:cxn>
                <a:cxn ang="0">
                  <a:pos x="76" y="0"/>
                </a:cxn>
                <a:cxn ang="0">
                  <a:pos x="72" y="2"/>
                </a:cxn>
                <a:cxn ang="0">
                  <a:pos x="70" y="6"/>
                </a:cxn>
                <a:cxn ang="0">
                  <a:pos x="61" y="21"/>
                </a:cxn>
                <a:cxn ang="0">
                  <a:pos x="39" y="36"/>
                </a:cxn>
                <a:cxn ang="0">
                  <a:pos x="14" y="53"/>
                </a:cxn>
                <a:cxn ang="0">
                  <a:pos x="1" y="75"/>
                </a:cxn>
                <a:cxn ang="0">
                  <a:pos x="3" y="82"/>
                </a:cxn>
                <a:cxn ang="0">
                  <a:pos x="42" y="121"/>
                </a:cxn>
                <a:cxn ang="0">
                  <a:pos x="49" y="123"/>
                </a:cxn>
                <a:cxn ang="0">
                  <a:pos x="52" y="121"/>
                </a:cxn>
                <a:cxn ang="0">
                  <a:pos x="54" y="117"/>
                </a:cxn>
                <a:cxn ang="0">
                  <a:pos x="63" y="103"/>
                </a:cxn>
                <a:cxn ang="0">
                  <a:pos x="85" y="87"/>
                </a:cxn>
                <a:cxn ang="0">
                  <a:pos x="110" y="70"/>
                </a:cxn>
                <a:cxn ang="0">
                  <a:pos x="123" y="48"/>
                </a:cxn>
                <a:cxn ang="0">
                  <a:pos x="121" y="41"/>
                </a:cxn>
                <a:cxn ang="0">
                  <a:pos x="47" y="115"/>
                </a:cxn>
                <a:cxn ang="0">
                  <a:pos x="9" y="77"/>
                </a:cxn>
                <a:cxn ang="0">
                  <a:pos x="78" y="8"/>
                </a:cxn>
                <a:cxn ang="0">
                  <a:pos x="116" y="46"/>
                </a:cxn>
                <a:cxn ang="0">
                  <a:pos x="47" y="115"/>
                </a:cxn>
                <a:cxn ang="0">
                  <a:pos x="47" y="115"/>
                </a:cxn>
                <a:cxn ang="0">
                  <a:pos x="47" y="115"/>
                </a:cxn>
              </a:cxnLst>
              <a:rect l="0" t="0" r="r" b="b"/>
              <a:pathLst>
                <a:path w="124" h="123">
                  <a:moveTo>
                    <a:pt x="121" y="41"/>
                  </a:moveTo>
                  <a:cubicBezTo>
                    <a:pt x="83" y="2"/>
                    <a:pt x="83" y="2"/>
                    <a:pt x="83" y="2"/>
                  </a:cubicBezTo>
                  <a:cubicBezTo>
                    <a:pt x="81" y="0"/>
                    <a:pt x="78" y="0"/>
                    <a:pt x="76" y="0"/>
                  </a:cubicBezTo>
                  <a:cubicBezTo>
                    <a:pt x="74" y="1"/>
                    <a:pt x="73" y="1"/>
                    <a:pt x="72" y="2"/>
                  </a:cubicBezTo>
                  <a:cubicBezTo>
                    <a:pt x="71" y="3"/>
                    <a:pt x="71" y="4"/>
                    <a:pt x="70" y="6"/>
                  </a:cubicBezTo>
                  <a:cubicBezTo>
                    <a:pt x="69" y="11"/>
                    <a:pt x="66" y="16"/>
                    <a:pt x="61" y="21"/>
                  </a:cubicBezTo>
                  <a:cubicBezTo>
                    <a:pt x="55" y="26"/>
                    <a:pt x="47" y="31"/>
                    <a:pt x="39" y="36"/>
                  </a:cubicBezTo>
                  <a:cubicBezTo>
                    <a:pt x="31" y="41"/>
                    <a:pt x="22" y="46"/>
                    <a:pt x="14" y="53"/>
                  </a:cubicBezTo>
                  <a:cubicBezTo>
                    <a:pt x="8" y="60"/>
                    <a:pt x="4" y="67"/>
                    <a:pt x="1" y="75"/>
                  </a:cubicBezTo>
                  <a:cubicBezTo>
                    <a:pt x="0" y="77"/>
                    <a:pt x="1" y="80"/>
                    <a:pt x="3" y="82"/>
                  </a:cubicBezTo>
                  <a:cubicBezTo>
                    <a:pt x="42" y="121"/>
                    <a:pt x="42" y="121"/>
                    <a:pt x="42" y="121"/>
                  </a:cubicBezTo>
                  <a:cubicBezTo>
                    <a:pt x="43" y="123"/>
                    <a:pt x="46" y="123"/>
                    <a:pt x="49" y="123"/>
                  </a:cubicBezTo>
                  <a:cubicBezTo>
                    <a:pt x="50" y="122"/>
                    <a:pt x="51" y="122"/>
                    <a:pt x="52" y="121"/>
                  </a:cubicBezTo>
                  <a:cubicBezTo>
                    <a:pt x="53" y="120"/>
                    <a:pt x="54" y="119"/>
                    <a:pt x="54" y="117"/>
                  </a:cubicBezTo>
                  <a:cubicBezTo>
                    <a:pt x="56" y="112"/>
                    <a:pt x="59" y="107"/>
                    <a:pt x="63" y="103"/>
                  </a:cubicBezTo>
                  <a:cubicBezTo>
                    <a:pt x="69" y="97"/>
                    <a:pt x="77" y="92"/>
                    <a:pt x="85" y="87"/>
                  </a:cubicBezTo>
                  <a:cubicBezTo>
                    <a:pt x="94" y="82"/>
                    <a:pt x="103" y="77"/>
                    <a:pt x="110" y="70"/>
                  </a:cubicBezTo>
                  <a:cubicBezTo>
                    <a:pt x="117" y="63"/>
                    <a:pt x="121" y="57"/>
                    <a:pt x="123" y="48"/>
                  </a:cubicBezTo>
                  <a:cubicBezTo>
                    <a:pt x="124" y="46"/>
                    <a:pt x="123" y="43"/>
                    <a:pt x="121" y="41"/>
                  </a:cubicBezTo>
                  <a:close/>
                  <a:moveTo>
                    <a:pt x="47" y="115"/>
                  </a:moveTo>
                  <a:cubicBezTo>
                    <a:pt x="34" y="103"/>
                    <a:pt x="21" y="90"/>
                    <a:pt x="9" y="77"/>
                  </a:cubicBezTo>
                  <a:cubicBezTo>
                    <a:pt x="20" y="42"/>
                    <a:pt x="67" y="43"/>
                    <a:pt x="78" y="8"/>
                  </a:cubicBezTo>
                  <a:cubicBezTo>
                    <a:pt x="90" y="21"/>
                    <a:pt x="103" y="33"/>
                    <a:pt x="116" y="46"/>
                  </a:cubicBezTo>
                  <a:cubicBezTo>
                    <a:pt x="105" y="81"/>
                    <a:pt x="58" y="80"/>
                    <a:pt x="47" y="115"/>
                  </a:cubicBezTo>
                  <a:close/>
                  <a:moveTo>
                    <a:pt x="47" y="115"/>
                  </a:moveTo>
                  <a:cubicBezTo>
                    <a:pt x="47" y="115"/>
                    <a:pt x="47" y="115"/>
                    <a:pt x="47" y="1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6"/>
            <p:cNvSpPr>
              <a:spLocks noEditPoints="1"/>
            </p:cNvSpPr>
            <p:nvPr/>
          </p:nvSpPr>
          <p:spPr bwMode="auto">
            <a:xfrm>
              <a:off x="125413" y="1336676"/>
              <a:ext cx="100013" cy="100013"/>
            </a:xfrm>
            <a:custGeom>
              <a:avLst/>
              <a:gdLst/>
              <a:ahLst/>
              <a:cxnLst>
                <a:cxn ang="0">
                  <a:pos x="27" y="11"/>
                </a:cxn>
                <a:cxn ang="0">
                  <a:pos x="20" y="12"/>
                </a:cxn>
                <a:cxn ang="0">
                  <a:pos x="9" y="6"/>
                </a:cxn>
                <a:cxn ang="0">
                  <a:pos x="15" y="5"/>
                </a:cxn>
                <a:cxn ang="0">
                  <a:pos x="19" y="5"/>
                </a:cxn>
                <a:cxn ang="0">
                  <a:pos x="19" y="1"/>
                </a:cxn>
                <a:cxn ang="0">
                  <a:pos x="12" y="0"/>
                </a:cxn>
                <a:cxn ang="0">
                  <a:pos x="6" y="3"/>
                </a:cxn>
                <a:cxn ang="0">
                  <a:pos x="4" y="2"/>
                </a:cxn>
                <a:cxn ang="0">
                  <a:pos x="3" y="4"/>
                </a:cxn>
                <a:cxn ang="0">
                  <a:pos x="4" y="5"/>
                </a:cxn>
                <a:cxn ang="0">
                  <a:pos x="1" y="13"/>
                </a:cxn>
                <a:cxn ang="0">
                  <a:pos x="3" y="20"/>
                </a:cxn>
                <a:cxn ang="0">
                  <a:pos x="18" y="20"/>
                </a:cxn>
                <a:cxn ang="0">
                  <a:pos x="22" y="29"/>
                </a:cxn>
                <a:cxn ang="0">
                  <a:pos x="18" y="28"/>
                </a:cxn>
                <a:cxn ang="0">
                  <a:pos x="15" y="26"/>
                </a:cxn>
                <a:cxn ang="0">
                  <a:pos x="13" y="29"/>
                </a:cxn>
                <a:cxn ang="0">
                  <a:pos x="16" y="33"/>
                </a:cxn>
                <a:cxn ang="0">
                  <a:pos x="24" y="33"/>
                </a:cxn>
                <a:cxn ang="0">
                  <a:pos x="30" y="32"/>
                </a:cxn>
                <a:cxn ang="0">
                  <a:pos x="32" y="32"/>
                </a:cxn>
                <a:cxn ang="0">
                  <a:pos x="32" y="30"/>
                </a:cxn>
                <a:cxn ang="0">
                  <a:pos x="32" y="24"/>
                </a:cxn>
                <a:cxn ang="0">
                  <a:pos x="33" y="16"/>
                </a:cxn>
                <a:cxn ang="0">
                  <a:pos x="10" y="16"/>
                </a:cxn>
                <a:cxn ang="0">
                  <a:pos x="6" y="14"/>
                </a:cxn>
                <a:cxn ang="0">
                  <a:pos x="6" y="10"/>
                </a:cxn>
                <a:cxn ang="0">
                  <a:pos x="13" y="15"/>
                </a:cxn>
                <a:cxn ang="0">
                  <a:pos x="28" y="24"/>
                </a:cxn>
                <a:cxn ang="0">
                  <a:pos x="20" y="18"/>
                </a:cxn>
                <a:cxn ang="0">
                  <a:pos x="24" y="17"/>
                </a:cxn>
                <a:cxn ang="0">
                  <a:pos x="27" y="18"/>
                </a:cxn>
                <a:cxn ang="0">
                  <a:pos x="28" y="22"/>
                </a:cxn>
                <a:cxn ang="0">
                  <a:pos x="28" y="24"/>
                </a:cxn>
              </a:cxnLst>
              <a:rect l="0" t="0" r="r" b="b"/>
              <a:pathLst>
                <a:path w="34" h="34">
                  <a:moveTo>
                    <a:pt x="31" y="13"/>
                  </a:moveTo>
                  <a:cubicBezTo>
                    <a:pt x="30" y="12"/>
                    <a:pt x="28" y="12"/>
                    <a:pt x="27" y="11"/>
                  </a:cubicBezTo>
                  <a:cubicBezTo>
                    <a:pt x="26" y="11"/>
                    <a:pt x="25" y="11"/>
                    <a:pt x="23" y="11"/>
                  </a:cubicBezTo>
                  <a:cubicBezTo>
                    <a:pt x="22" y="11"/>
                    <a:pt x="21" y="11"/>
                    <a:pt x="20" y="12"/>
                  </a:cubicBezTo>
                  <a:cubicBezTo>
                    <a:pt x="18" y="12"/>
                    <a:pt x="17" y="13"/>
                    <a:pt x="16" y="13"/>
                  </a:cubicBezTo>
                  <a:cubicBezTo>
                    <a:pt x="14" y="11"/>
                    <a:pt x="12" y="9"/>
                    <a:pt x="9" y="6"/>
                  </a:cubicBezTo>
                  <a:cubicBezTo>
                    <a:pt x="10" y="6"/>
                    <a:pt x="11" y="5"/>
                    <a:pt x="12" y="5"/>
                  </a:cubicBezTo>
                  <a:cubicBezTo>
                    <a:pt x="13" y="5"/>
                    <a:pt x="14" y="5"/>
                    <a:pt x="15" y="5"/>
                  </a:cubicBezTo>
                  <a:cubicBezTo>
                    <a:pt x="16" y="6"/>
                    <a:pt x="16" y="6"/>
                    <a:pt x="17" y="6"/>
                  </a:cubicBezTo>
                  <a:cubicBezTo>
                    <a:pt x="18" y="6"/>
                    <a:pt x="18" y="6"/>
                    <a:pt x="19" y="5"/>
                  </a:cubicBezTo>
                  <a:cubicBezTo>
                    <a:pt x="19" y="5"/>
                    <a:pt x="20" y="4"/>
                    <a:pt x="20" y="4"/>
                  </a:cubicBezTo>
                  <a:cubicBezTo>
                    <a:pt x="20" y="3"/>
                    <a:pt x="19" y="2"/>
                    <a:pt x="19" y="1"/>
                  </a:cubicBezTo>
                  <a:cubicBezTo>
                    <a:pt x="18" y="0"/>
                    <a:pt x="17" y="0"/>
                    <a:pt x="16" y="0"/>
                  </a:cubicBezTo>
                  <a:cubicBezTo>
                    <a:pt x="15" y="0"/>
                    <a:pt x="13" y="0"/>
                    <a:pt x="12" y="0"/>
                  </a:cubicBezTo>
                  <a:cubicBezTo>
                    <a:pt x="11" y="0"/>
                    <a:pt x="10" y="1"/>
                    <a:pt x="9" y="1"/>
                  </a:cubicBezTo>
                  <a:cubicBezTo>
                    <a:pt x="8" y="2"/>
                    <a:pt x="7" y="2"/>
                    <a:pt x="6" y="3"/>
                  </a:cubicBezTo>
                  <a:cubicBezTo>
                    <a:pt x="6" y="3"/>
                    <a:pt x="6" y="3"/>
                    <a:pt x="5" y="2"/>
                  </a:cubicBezTo>
                  <a:cubicBezTo>
                    <a:pt x="5" y="2"/>
                    <a:pt x="5" y="2"/>
                    <a:pt x="4" y="2"/>
                  </a:cubicBezTo>
                  <a:cubicBezTo>
                    <a:pt x="4" y="2"/>
                    <a:pt x="4" y="2"/>
                    <a:pt x="3" y="3"/>
                  </a:cubicBezTo>
                  <a:cubicBezTo>
                    <a:pt x="3" y="3"/>
                    <a:pt x="3" y="3"/>
                    <a:pt x="3" y="4"/>
                  </a:cubicBezTo>
                  <a:cubicBezTo>
                    <a:pt x="3" y="4"/>
                    <a:pt x="3" y="4"/>
                    <a:pt x="3" y="5"/>
                  </a:cubicBezTo>
                  <a:cubicBezTo>
                    <a:pt x="4" y="5"/>
                    <a:pt x="4" y="5"/>
                    <a:pt x="4" y="5"/>
                  </a:cubicBezTo>
                  <a:cubicBezTo>
                    <a:pt x="3" y="6"/>
                    <a:pt x="2" y="8"/>
                    <a:pt x="2" y="9"/>
                  </a:cubicBezTo>
                  <a:cubicBezTo>
                    <a:pt x="1" y="11"/>
                    <a:pt x="1" y="12"/>
                    <a:pt x="1" y="13"/>
                  </a:cubicBezTo>
                  <a:cubicBezTo>
                    <a:pt x="0" y="15"/>
                    <a:pt x="1" y="16"/>
                    <a:pt x="1" y="17"/>
                  </a:cubicBezTo>
                  <a:cubicBezTo>
                    <a:pt x="1" y="18"/>
                    <a:pt x="2" y="19"/>
                    <a:pt x="3" y="20"/>
                  </a:cubicBezTo>
                  <a:cubicBezTo>
                    <a:pt x="5" y="21"/>
                    <a:pt x="7" y="22"/>
                    <a:pt x="10" y="22"/>
                  </a:cubicBezTo>
                  <a:cubicBezTo>
                    <a:pt x="12" y="22"/>
                    <a:pt x="15" y="21"/>
                    <a:pt x="18" y="20"/>
                  </a:cubicBezTo>
                  <a:cubicBezTo>
                    <a:pt x="20" y="22"/>
                    <a:pt x="22" y="25"/>
                    <a:pt x="24" y="27"/>
                  </a:cubicBezTo>
                  <a:cubicBezTo>
                    <a:pt x="24" y="28"/>
                    <a:pt x="23" y="28"/>
                    <a:pt x="22" y="29"/>
                  </a:cubicBezTo>
                  <a:cubicBezTo>
                    <a:pt x="21" y="29"/>
                    <a:pt x="21" y="29"/>
                    <a:pt x="20" y="29"/>
                  </a:cubicBezTo>
                  <a:cubicBezTo>
                    <a:pt x="19" y="28"/>
                    <a:pt x="19" y="28"/>
                    <a:pt x="18" y="28"/>
                  </a:cubicBezTo>
                  <a:cubicBezTo>
                    <a:pt x="18" y="27"/>
                    <a:pt x="17" y="27"/>
                    <a:pt x="17" y="27"/>
                  </a:cubicBezTo>
                  <a:cubicBezTo>
                    <a:pt x="16" y="27"/>
                    <a:pt x="16" y="26"/>
                    <a:pt x="15" y="26"/>
                  </a:cubicBezTo>
                  <a:cubicBezTo>
                    <a:pt x="15" y="26"/>
                    <a:pt x="14" y="27"/>
                    <a:pt x="14" y="27"/>
                  </a:cubicBezTo>
                  <a:cubicBezTo>
                    <a:pt x="13" y="28"/>
                    <a:pt x="13" y="28"/>
                    <a:pt x="13" y="29"/>
                  </a:cubicBezTo>
                  <a:cubicBezTo>
                    <a:pt x="13" y="30"/>
                    <a:pt x="13" y="31"/>
                    <a:pt x="14" y="31"/>
                  </a:cubicBezTo>
                  <a:cubicBezTo>
                    <a:pt x="14" y="32"/>
                    <a:pt x="15" y="33"/>
                    <a:pt x="16" y="33"/>
                  </a:cubicBezTo>
                  <a:cubicBezTo>
                    <a:pt x="17" y="34"/>
                    <a:pt x="18" y="34"/>
                    <a:pt x="20" y="34"/>
                  </a:cubicBezTo>
                  <a:cubicBezTo>
                    <a:pt x="21" y="34"/>
                    <a:pt x="22" y="34"/>
                    <a:pt x="24" y="33"/>
                  </a:cubicBezTo>
                  <a:cubicBezTo>
                    <a:pt x="25" y="33"/>
                    <a:pt x="26" y="32"/>
                    <a:pt x="28" y="31"/>
                  </a:cubicBezTo>
                  <a:cubicBezTo>
                    <a:pt x="28" y="31"/>
                    <a:pt x="29" y="32"/>
                    <a:pt x="30" y="32"/>
                  </a:cubicBezTo>
                  <a:cubicBezTo>
                    <a:pt x="30" y="33"/>
                    <a:pt x="30" y="33"/>
                    <a:pt x="31" y="33"/>
                  </a:cubicBezTo>
                  <a:cubicBezTo>
                    <a:pt x="31" y="33"/>
                    <a:pt x="32" y="33"/>
                    <a:pt x="32" y="32"/>
                  </a:cubicBezTo>
                  <a:cubicBezTo>
                    <a:pt x="32" y="32"/>
                    <a:pt x="32" y="31"/>
                    <a:pt x="32" y="31"/>
                  </a:cubicBezTo>
                  <a:cubicBezTo>
                    <a:pt x="32" y="31"/>
                    <a:pt x="32" y="30"/>
                    <a:pt x="32" y="30"/>
                  </a:cubicBezTo>
                  <a:cubicBezTo>
                    <a:pt x="31" y="30"/>
                    <a:pt x="30" y="29"/>
                    <a:pt x="30" y="28"/>
                  </a:cubicBezTo>
                  <a:cubicBezTo>
                    <a:pt x="31" y="27"/>
                    <a:pt x="32" y="26"/>
                    <a:pt x="32" y="24"/>
                  </a:cubicBezTo>
                  <a:cubicBezTo>
                    <a:pt x="33" y="23"/>
                    <a:pt x="34" y="21"/>
                    <a:pt x="34" y="20"/>
                  </a:cubicBezTo>
                  <a:cubicBezTo>
                    <a:pt x="34" y="19"/>
                    <a:pt x="34" y="17"/>
                    <a:pt x="33" y="16"/>
                  </a:cubicBezTo>
                  <a:cubicBezTo>
                    <a:pt x="33" y="15"/>
                    <a:pt x="32" y="14"/>
                    <a:pt x="31" y="13"/>
                  </a:cubicBezTo>
                  <a:close/>
                  <a:moveTo>
                    <a:pt x="10" y="16"/>
                  </a:moveTo>
                  <a:cubicBezTo>
                    <a:pt x="8" y="16"/>
                    <a:pt x="7" y="16"/>
                    <a:pt x="7" y="15"/>
                  </a:cubicBezTo>
                  <a:cubicBezTo>
                    <a:pt x="6" y="14"/>
                    <a:pt x="6" y="14"/>
                    <a:pt x="6" y="14"/>
                  </a:cubicBezTo>
                  <a:cubicBezTo>
                    <a:pt x="6" y="13"/>
                    <a:pt x="6" y="13"/>
                    <a:pt x="6" y="12"/>
                  </a:cubicBezTo>
                  <a:cubicBezTo>
                    <a:pt x="6" y="11"/>
                    <a:pt x="6" y="11"/>
                    <a:pt x="6" y="10"/>
                  </a:cubicBezTo>
                  <a:cubicBezTo>
                    <a:pt x="7" y="10"/>
                    <a:pt x="7" y="9"/>
                    <a:pt x="8" y="8"/>
                  </a:cubicBezTo>
                  <a:cubicBezTo>
                    <a:pt x="9" y="10"/>
                    <a:pt x="11" y="12"/>
                    <a:pt x="13" y="15"/>
                  </a:cubicBezTo>
                  <a:cubicBezTo>
                    <a:pt x="12" y="15"/>
                    <a:pt x="11" y="16"/>
                    <a:pt x="10" y="16"/>
                  </a:cubicBezTo>
                  <a:close/>
                  <a:moveTo>
                    <a:pt x="28" y="24"/>
                  </a:moveTo>
                  <a:cubicBezTo>
                    <a:pt x="27" y="24"/>
                    <a:pt x="27" y="25"/>
                    <a:pt x="26" y="25"/>
                  </a:cubicBezTo>
                  <a:cubicBezTo>
                    <a:pt x="24" y="23"/>
                    <a:pt x="22" y="21"/>
                    <a:pt x="20" y="18"/>
                  </a:cubicBezTo>
                  <a:cubicBezTo>
                    <a:pt x="21" y="18"/>
                    <a:pt x="21" y="18"/>
                    <a:pt x="22" y="18"/>
                  </a:cubicBezTo>
                  <a:cubicBezTo>
                    <a:pt x="22" y="17"/>
                    <a:pt x="23" y="17"/>
                    <a:pt x="24" y="17"/>
                  </a:cubicBezTo>
                  <a:cubicBezTo>
                    <a:pt x="24" y="17"/>
                    <a:pt x="25" y="17"/>
                    <a:pt x="25" y="17"/>
                  </a:cubicBezTo>
                  <a:cubicBezTo>
                    <a:pt x="26" y="17"/>
                    <a:pt x="27" y="18"/>
                    <a:pt x="27" y="18"/>
                  </a:cubicBezTo>
                  <a:cubicBezTo>
                    <a:pt x="28" y="19"/>
                    <a:pt x="28" y="19"/>
                    <a:pt x="28" y="20"/>
                  </a:cubicBezTo>
                  <a:cubicBezTo>
                    <a:pt x="28" y="20"/>
                    <a:pt x="28" y="21"/>
                    <a:pt x="28" y="22"/>
                  </a:cubicBezTo>
                  <a:cubicBezTo>
                    <a:pt x="28" y="22"/>
                    <a:pt x="28" y="23"/>
                    <a:pt x="28" y="24"/>
                  </a:cubicBezTo>
                  <a:close/>
                  <a:moveTo>
                    <a:pt x="28" y="24"/>
                  </a:moveTo>
                  <a:cubicBezTo>
                    <a:pt x="28" y="24"/>
                    <a:pt x="28" y="24"/>
                    <a:pt x="28" y="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7"/>
            <p:cNvSpPr>
              <a:spLocks noEditPoints="1"/>
            </p:cNvSpPr>
            <p:nvPr/>
          </p:nvSpPr>
          <p:spPr bwMode="auto">
            <a:xfrm>
              <a:off x="117475" y="1457326"/>
              <a:ext cx="55563" cy="55563"/>
            </a:xfrm>
            <a:custGeom>
              <a:avLst/>
              <a:gdLst/>
              <a:ahLst/>
              <a:cxnLst>
                <a:cxn ang="0">
                  <a:pos x="15" y="0"/>
                </a:cxn>
                <a:cxn ang="0">
                  <a:pos x="15" y="0"/>
                </a:cxn>
                <a:cxn ang="0">
                  <a:pos x="8" y="6"/>
                </a:cxn>
                <a:cxn ang="0">
                  <a:pos x="3" y="13"/>
                </a:cxn>
                <a:cxn ang="0">
                  <a:pos x="0" y="16"/>
                </a:cxn>
                <a:cxn ang="0">
                  <a:pos x="1" y="19"/>
                </a:cxn>
                <a:cxn ang="0">
                  <a:pos x="3" y="19"/>
                </a:cxn>
                <a:cxn ang="0">
                  <a:pos x="4" y="18"/>
                </a:cxn>
                <a:cxn ang="0">
                  <a:pos x="6" y="15"/>
                </a:cxn>
                <a:cxn ang="0">
                  <a:pos x="11" y="9"/>
                </a:cxn>
                <a:cxn ang="0">
                  <a:pos x="18" y="3"/>
                </a:cxn>
                <a:cxn ang="0">
                  <a:pos x="18" y="3"/>
                </a:cxn>
                <a:cxn ang="0">
                  <a:pos x="18" y="3"/>
                </a:cxn>
                <a:cxn ang="0">
                  <a:pos x="18" y="0"/>
                </a:cxn>
                <a:cxn ang="0">
                  <a:pos x="15" y="0"/>
                </a:cxn>
                <a:cxn ang="0">
                  <a:pos x="15" y="0"/>
                </a:cxn>
                <a:cxn ang="0">
                  <a:pos x="15" y="0"/>
                </a:cxn>
              </a:cxnLst>
              <a:rect l="0" t="0" r="r" b="b"/>
              <a:pathLst>
                <a:path w="19" h="19">
                  <a:moveTo>
                    <a:pt x="15" y="0"/>
                  </a:moveTo>
                  <a:cubicBezTo>
                    <a:pt x="15" y="0"/>
                    <a:pt x="15" y="0"/>
                    <a:pt x="15" y="0"/>
                  </a:cubicBezTo>
                  <a:cubicBezTo>
                    <a:pt x="13" y="2"/>
                    <a:pt x="11" y="4"/>
                    <a:pt x="8" y="6"/>
                  </a:cubicBezTo>
                  <a:cubicBezTo>
                    <a:pt x="6" y="8"/>
                    <a:pt x="4" y="10"/>
                    <a:pt x="3" y="13"/>
                  </a:cubicBezTo>
                  <a:cubicBezTo>
                    <a:pt x="0" y="16"/>
                    <a:pt x="0" y="16"/>
                    <a:pt x="0" y="16"/>
                  </a:cubicBezTo>
                  <a:cubicBezTo>
                    <a:pt x="0" y="17"/>
                    <a:pt x="0" y="18"/>
                    <a:pt x="1" y="19"/>
                  </a:cubicBezTo>
                  <a:cubicBezTo>
                    <a:pt x="1" y="19"/>
                    <a:pt x="2" y="19"/>
                    <a:pt x="3" y="19"/>
                  </a:cubicBezTo>
                  <a:cubicBezTo>
                    <a:pt x="3" y="19"/>
                    <a:pt x="3" y="18"/>
                    <a:pt x="4" y="18"/>
                  </a:cubicBezTo>
                  <a:cubicBezTo>
                    <a:pt x="6" y="15"/>
                    <a:pt x="6" y="15"/>
                    <a:pt x="6" y="15"/>
                  </a:cubicBezTo>
                  <a:cubicBezTo>
                    <a:pt x="7" y="13"/>
                    <a:pt x="9" y="11"/>
                    <a:pt x="11" y="9"/>
                  </a:cubicBezTo>
                  <a:cubicBezTo>
                    <a:pt x="13" y="7"/>
                    <a:pt x="15" y="5"/>
                    <a:pt x="18" y="3"/>
                  </a:cubicBezTo>
                  <a:cubicBezTo>
                    <a:pt x="18" y="3"/>
                    <a:pt x="18" y="3"/>
                    <a:pt x="18" y="3"/>
                  </a:cubicBezTo>
                  <a:cubicBezTo>
                    <a:pt x="18" y="3"/>
                    <a:pt x="18" y="3"/>
                    <a:pt x="18" y="3"/>
                  </a:cubicBezTo>
                  <a:cubicBezTo>
                    <a:pt x="19" y="2"/>
                    <a:pt x="19" y="1"/>
                    <a:pt x="18" y="0"/>
                  </a:cubicBezTo>
                  <a:cubicBezTo>
                    <a:pt x="17" y="0"/>
                    <a:pt x="16" y="0"/>
                    <a:pt x="15" y="0"/>
                  </a:cubicBezTo>
                  <a:close/>
                  <a:moveTo>
                    <a:pt x="15" y="0"/>
                  </a:moveTo>
                  <a:cubicBezTo>
                    <a:pt x="15" y="0"/>
                    <a:pt x="15" y="0"/>
                    <a:pt x="1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8"/>
            <p:cNvSpPr>
              <a:spLocks noEditPoints="1"/>
            </p:cNvSpPr>
            <p:nvPr/>
          </p:nvSpPr>
          <p:spPr bwMode="auto">
            <a:xfrm>
              <a:off x="180975" y="1263651"/>
              <a:ext cx="55563" cy="58738"/>
            </a:xfrm>
            <a:custGeom>
              <a:avLst/>
              <a:gdLst/>
              <a:ahLst/>
              <a:cxnLst>
                <a:cxn ang="0">
                  <a:pos x="7" y="11"/>
                </a:cxn>
                <a:cxn ang="0">
                  <a:pos x="1" y="16"/>
                </a:cxn>
                <a:cxn ang="0">
                  <a:pos x="1" y="17"/>
                </a:cxn>
                <a:cxn ang="0">
                  <a:pos x="1" y="19"/>
                </a:cxn>
                <a:cxn ang="0">
                  <a:pos x="3" y="19"/>
                </a:cxn>
                <a:cxn ang="0">
                  <a:pos x="3" y="19"/>
                </a:cxn>
                <a:cxn ang="0">
                  <a:pos x="10" y="13"/>
                </a:cxn>
                <a:cxn ang="0">
                  <a:pos x="16" y="7"/>
                </a:cxn>
                <a:cxn ang="0">
                  <a:pos x="18" y="3"/>
                </a:cxn>
                <a:cxn ang="0">
                  <a:pos x="18" y="1"/>
                </a:cxn>
                <a:cxn ang="0">
                  <a:pos x="16" y="1"/>
                </a:cxn>
                <a:cxn ang="0">
                  <a:pos x="15" y="1"/>
                </a:cxn>
                <a:cxn ang="0">
                  <a:pos x="13" y="5"/>
                </a:cxn>
                <a:cxn ang="0">
                  <a:pos x="7" y="11"/>
                </a:cxn>
                <a:cxn ang="0">
                  <a:pos x="7" y="11"/>
                </a:cxn>
                <a:cxn ang="0">
                  <a:pos x="7" y="11"/>
                </a:cxn>
              </a:cxnLst>
              <a:rect l="0" t="0" r="r" b="b"/>
              <a:pathLst>
                <a:path w="19" h="20">
                  <a:moveTo>
                    <a:pt x="7" y="11"/>
                  </a:moveTo>
                  <a:cubicBezTo>
                    <a:pt x="5" y="13"/>
                    <a:pt x="3" y="15"/>
                    <a:pt x="1" y="16"/>
                  </a:cubicBezTo>
                  <a:cubicBezTo>
                    <a:pt x="1" y="16"/>
                    <a:pt x="1" y="16"/>
                    <a:pt x="1" y="17"/>
                  </a:cubicBezTo>
                  <a:cubicBezTo>
                    <a:pt x="0" y="17"/>
                    <a:pt x="0" y="19"/>
                    <a:pt x="1" y="19"/>
                  </a:cubicBezTo>
                  <a:cubicBezTo>
                    <a:pt x="1" y="20"/>
                    <a:pt x="2" y="20"/>
                    <a:pt x="3" y="19"/>
                  </a:cubicBezTo>
                  <a:cubicBezTo>
                    <a:pt x="3" y="19"/>
                    <a:pt x="3" y="19"/>
                    <a:pt x="3" y="19"/>
                  </a:cubicBezTo>
                  <a:cubicBezTo>
                    <a:pt x="6" y="18"/>
                    <a:pt x="8" y="16"/>
                    <a:pt x="10" y="13"/>
                  </a:cubicBezTo>
                  <a:cubicBezTo>
                    <a:pt x="12" y="11"/>
                    <a:pt x="14" y="9"/>
                    <a:pt x="16" y="7"/>
                  </a:cubicBezTo>
                  <a:cubicBezTo>
                    <a:pt x="18" y="3"/>
                    <a:pt x="18" y="3"/>
                    <a:pt x="18" y="3"/>
                  </a:cubicBezTo>
                  <a:cubicBezTo>
                    <a:pt x="19" y="3"/>
                    <a:pt x="19" y="1"/>
                    <a:pt x="18" y="1"/>
                  </a:cubicBezTo>
                  <a:cubicBezTo>
                    <a:pt x="17" y="0"/>
                    <a:pt x="16" y="0"/>
                    <a:pt x="16" y="1"/>
                  </a:cubicBezTo>
                  <a:cubicBezTo>
                    <a:pt x="15" y="1"/>
                    <a:pt x="15" y="1"/>
                    <a:pt x="15" y="1"/>
                  </a:cubicBezTo>
                  <a:cubicBezTo>
                    <a:pt x="13" y="5"/>
                    <a:pt x="13" y="5"/>
                    <a:pt x="13" y="5"/>
                  </a:cubicBezTo>
                  <a:cubicBezTo>
                    <a:pt x="11" y="7"/>
                    <a:pt x="9" y="9"/>
                    <a:pt x="7" y="11"/>
                  </a:cubicBezTo>
                  <a:close/>
                  <a:moveTo>
                    <a:pt x="7" y="11"/>
                  </a:moveTo>
                  <a:cubicBezTo>
                    <a:pt x="7" y="11"/>
                    <a:pt x="7" y="11"/>
                    <a:pt x="7" y="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right)">
                                      <p:cBhvr>
                                        <p:cTn id="11" dur="500"/>
                                        <p:tgtEl>
                                          <p:spTgt spid="12"/>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wipe(left)">
                                      <p:cBhvr>
                                        <p:cTn id="14" dur="500"/>
                                        <p:tgtEl>
                                          <p:spTgt spid="23"/>
                                        </p:tgtEl>
                                      </p:cBhvr>
                                    </p:animEffect>
                                  </p:childTnLst>
                                </p:cTn>
                              </p:par>
                            </p:childTnLst>
                          </p:cTn>
                        </p:par>
                        <p:par>
                          <p:cTn id="15" fill="hold">
                            <p:stCondLst>
                              <p:cond delay="1000"/>
                            </p:stCondLst>
                            <p:childTnLst>
                              <p:par>
                                <p:cTn id="16" presetID="12" presetClass="entr" presetSubtype="2"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slide(fromRight)">
                                      <p:cBhvr>
                                        <p:cTn id="18" dur="500"/>
                                        <p:tgtEl>
                                          <p:spTgt spid="22"/>
                                        </p:tgtEl>
                                      </p:cBhvr>
                                    </p:animEffect>
                                  </p:childTnLst>
                                </p:cTn>
                              </p:par>
                            </p:childTnLst>
                          </p:cTn>
                        </p:par>
                        <p:par>
                          <p:cTn id="19" fill="hold">
                            <p:stCondLst>
                              <p:cond delay="1500"/>
                            </p:stCondLst>
                            <p:childTnLst>
                              <p:par>
                                <p:cTn id="20" presetID="12" presetClass="entr" presetSubtype="8"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slide(fromLeft)">
                                      <p:cBhvr>
                                        <p:cTn id="22" dur="500"/>
                                        <p:tgtEl>
                                          <p:spTgt spid="11"/>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wipe(left)">
                                      <p:cBhvr>
                                        <p:cTn id="26" dur="500"/>
                                        <p:tgtEl>
                                          <p:spTgt spid="21"/>
                                        </p:tgtEl>
                                      </p:cBhvr>
                                    </p:animEffect>
                                  </p:childTnLst>
                                </p:cTn>
                              </p:par>
                              <p:par>
                                <p:cTn id="27" presetID="22" presetClass="entr" presetSubtype="2"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wipe(right)">
                                      <p:cBhvr>
                                        <p:cTn id="29" dur="500"/>
                                        <p:tgtEl>
                                          <p:spTgt spid="10"/>
                                        </p:tgtEl>
                                      </p:cBhvr>
                                    </p:animEffect>
                                  </p:childTnLst>
                                </p:cTn>
                              </p:par>
                            </p:childTnLst>
                          </p:cTn>
                        </p:par>
                        <p:par>
                          <p:cTn id="30" fill="hold">
                            <p:stCondLst>
                              <p:cond delay="2500"/>
                            </p:stCondLst>
                            <p:childTnLst>
                              <p:par>
                                <p:cTn id="31" presetID="12" presetClass="entr" presetSubtype="2" fill="hold" grpId="0" nodeType="after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slide(fromRight)">
                                      <p:cBhvr>
                                        <p:cTn id="33" dur="500"/>
                                        <p:tgtEl>
                                          <p:spTgt spid="20"/>
                                        </p:tgtEl>
                                      </p:cBhvr>
                                    </p:animEffect>
                                  </p:childTnLst>
                                </p:cTn>
                              </p:par>
                            </p:childTnLst>
                          </p:cTn>
                        </p:par>
                        <p:par>
                          <p:cTn id="34" fill="hold">
                            <p:stCondLst>
                              <p:cond delay="3000"/>
                            </p:stCondLst>
                            <p:childTnLst>
                              <p:par>
                                <p:cTn id="35" presetID="12" presetClass="entr" presetSubtype="8"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slide(fromLeft)">
                                      <p:cBhvr>
                                        <p:cTn id="37" dur="500"/>
                                        <p:tgtEl>
                                          <p:spTgt spid="9"/>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wipe(left)">
                                      <p:cBhvr>
                                        <p:cTn id="41" dur="500"/>
                                        <p:tgtEl>
                                          <p:spTgt spid="19"/>
                                        </p:tgtEl>
                                      </p:cBhvr>
                                    </p:animEffect>
                                  </p:childTnLst>
                                </p:cTn>
                              </p:par>
                              <p:par>
                                <p:cTn id="42" presetID="22" presetClass="entr" presetSubtype="2"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right)">
                                      <p:cBhvr>
                                        <p:cTn id="44" dur="500"/>
                                        <p:tgtEl>
                                          <p:spTgt spid="8"/>
                                        </p:tgtEl>
                                      </p:cBhvr>
                                    </p:animEffect>
                                  </p:childTnLst>
                                </p:cTn>
                              </p:par>
                            </p:childTnLst>
                          </p:cTn>
                        </p:par>
                        <p:par>
                          <p:cTn id="45" fill="hold">
                            <p:stCondLst>
                              <p:cond delay="4000"/>
                            </p:stCondLst>
                            <p:childTnLst>
                              <p:par>
                                <p:cTn id="46" presetID="12" presetClass="entr" presetSubtype="8" fill="hold" grpId="0" nodeType="after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slide(fromLeft)">
                                      <p:cBhvr>
                                        <p:cTn id="48" dur="500"/>
                                        <p:tgtEl>
                                          <p:spTgt spid="7"/>
                                        </p:tgtEl>
                                      </p:cBhvr>
                                    </p:animEffect>
                                  </p:childTnLst>
                                </p:cTn>
                              </p:par>
                            </p:childTnLst>
                          </p:cTn>
                        </p:par>
                        <p:par>
                          <p:cTn id="49" fill="hold">
                            <p:stCondLst>
                              <p:cond delay="4500"/>
                            </p:stCondLst>
                            <p:childTnLst>
                              <p:par>
                                <p:cTn id="50" presetID="12" presetClass="entr" presetSubtype="2" fill="hold" grpId="0" nodeType="after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slide(fromRight)">
                                      <p:cBhvr>
                                        <p:cTn id="52" dur="500"/>
                                        <p:tgtEl>
                                          <p:spTgt spid="18"/>
                                        </p:tgtEl>
                                      </p:cBhvr>
                                    </p:animEffect>
                                  </p:childTnLst>
                                </p:cTn>
                              </p:par>
                            </p:childTnLst>
                          </p:cTn>
                        </p:par>
                        <p:par>
                          <p:cTn id="53" fill="hold">
                            <p:stCondLst>
                              <p:cond delay="5000"/>
                            </p:stCondLst>
                            <p:childTnLst>
                              <p:par>
                                <p:cTn id="54" presetID="22" presetClass="entr" presetSubtype="8"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wipe(left)">
                                      <p:cBhvr>
                                        <p:cTn id="56" dur="500"/>
                                        <p:tgtEl>
                                          <p:spTgt spid="17"/>
                                        </p:tgtEl>
                                      </p:cBhvr>
                                    </p:animEffect>
                                  </p:childTnLst>
                                </p:cTn>
                              </p:par>
                              <p:par>
                                <p:cTn id="57" presetID="22" presetClass="entr" presetSubtype="2" fill="hold" grpId="0" nodeType="withEffect">
                                  <p:stCondLst>
                                    <p:cond delay="0"/>
                                  </p:stCondLst>
                                  <p:childTnLst>
                                    <p:set>
                                      <p:cBhvr>
                                        <p:cTn id="58" dur="1" fill="hold">
                                          <p:stCondLst>
                                            <p:cond delay="0"/>
                                          </p:stCondLst>
                                        </p:cTn>
                                        <p:tgtEl>
                                          <p:spTgt spid="6"/>
                                        </p:tgtEl>
                                        <p:attrNameLst>
                                          <p:attrName>style.visibility</p:attrName>
                                        </p:attrNameLst>
                                      </p:cBhvr>
                                      <p:to>
                                        <p:strVal val="visible"/>
                                      </p:to>
                                    </p:set>
                                    <p:animEffect transition="in" filter="wipe(right)">
                                      <p:cBhvr>
                                        <p:cTn id="59" dur="500"/>
                                        <p:tgtEl>
                                          <p:spTgt spid="6"/>
                                        </p:tgtEl>
                                      </p:cBhvr>
                                    </p:animEffect>
                                  </p:childTnLst>
                                </p:cTn>
                              </p:par>
                            </p:childTnLst>
                          </p:cTn>
                        </p:par>
                        <p:par>
                          <p:cTn id="60" fill="hold">
                            <p:stCondLst>
                              <p:cond delay="5500"/>
                            </p:stCondLst>
                            <p:childTnLst>
                              <p:par>
                                <p:cTn id="61" presetID="12" presetClass="entr" presetSubtype="2" fill="hold" grpId="0" nodeType="after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slide(fromRight)">
                                      <p:cBhvr>
                                        <p:cTn id="63" dur="500"/>
                                        <p:tgtEl>
                                          <p:spTgt spid="16"/>
                                        </p:tgtEl>
                                      </p:cBhvr>
                                    </p:animEffect>
                                  </p:childTnLst>
                                </p:cTn>
                              </p:par>
                            </p:childTnLst>
                          </p:cTn>
                        </p:par>
                        <p:par>
                          <p:cTn id="64" fill="hold">
                            <p:stCondLst>
                              <p:cond delay="6000"/>
                            </p:stCondLst>
                            <p:childTnLst>
                              <p:par>
                                <p:cTn id="65" presetID="12" presetClass="entr" presetSubtype="8" fill="hold" grpId="0" nodeType="afterEffect">
                                  <p:stCondLst>
                                    <p:cond delay="0"/>
                                  </p:stCondLst>
                                  <p:childTnLst>
                                    <p:set>
                                      <p:cBhvr>
                                        <p:cTn id="66" dur="1" fill="hold">
                                          <p:stCondLst>
                                            <p:cond delay="0"/>
                                          </p:stCondLst>
                                        </p:cTn>
                                        <p:tgtEl>
                                          <p:spTgt spid="5"/>
                                        </p:tgtEl>
                                        <p:attrNameLst>
                                          <p:attrName>style.visibility</p:attrName>
                                        </p:attrNameLst>
                                      </p:cBhvr>
                                      <p:to>
                                        <p:strVal val="visible"/>
                                      </p:to>
                                    </p:set>
                                    <p:animEffect transition="in" filter="slide(fromLeft)">
                                      <p:cBhvr>
                                        <p:cTn id="67" dur="500"/>
                                        <p:tgtEl>
                                          <p:spTgt spid="5"/>
                                        </p:tgtEl>
                                      </p:cBhvr>
                                    </p:animEffect>
                                  </p:childTnLst>
                                </p:cTn>
                              </p:par>
                            </p:childTnLst>
                          </p:cTn>
                        </p:par>
                        <p:par>
                          <p:cTn id="68" fill="hold">
                            <p:stCondLst>
                              <p:cond delay="6500"/>
                            </p:stCondLst>
                            <p:childTnLst>
                              <p:par>
                                <p:cTn id="69" presetID="53" presetClass="entr" presetSubtype="0" fill="hold" nodeType="afterEffect">
                                  <p:stCondLst>
                                    <p:cond delay="0"/>
                                  </p:stCondLst>
                                  <p:childTnLst>
                                    <p:set>
                                      <p:cBhvr>
                                        <p:cTn id="70" dur="1" fill="hold">
                                          <p:stCondLst>
                                            <p:cond delay="0"/>
                                          </p:stCondLst>
                                        </p:cTn>
                                        <p:tgtEl>
                                          <p:spTgt spid="56"/>
                                        </p:tgtEl>
                                        <p:attrNameLst>
                                          <p:attrName>style.visibility</p:attrName>
                                        </p:attrNameLst>
                                      </p:cBhvr>
                                      <p:to>
                                        <p:strVal val="visible"/>
                                      </p:to>
                                    </p:set>
                                    <p:anim calcmode="lin" valueType="num">
                                      <p:cBhvr>
                                        <p:cTn id="71" dur="500" fill="hold"/>
                                        <p:tgtEl>
                                          <p:spTgt spid="56"/>
                                        </p:tgtEl>
                                        <p:attrNameLst>
                                          <p:attrName>ppt_w</p:attrName>
                                        </p:attrNameLst>
                                      </p:cBhvr>
                                      <p:tavLst>
                                        <p:tav tm="0">
                                          <p:val>
                                            <p:fltVal val="0"/>
                                          </p:val>
                                        </p:tav>
                                        <p:tav tm="100000">
                                          <p:val>
                                            <p:strVal val="#ppt_w"/>
                                          </p:val>
                                        </p:tav>
                                      </p:tavLst>
                                    </p:anim>
                                    <p:anim calcmode="lin" valueType="num">
                                      <p:cBhvr>
                                        <p:cTn id="72" dur="500" fill="hold"/>
                                        <p:tgtEl>
                                          <p:spTgt spid="56"/>
                                        </p:tgtEl>
                                        <p:attrNameLst>
                                          <p:attrName>ppt_h</p:attrName>
                                        </p:attrNameLst>
                                      </p:cBhvr>
                                      <p:tavLst>
                                        <p:tav tm="0">
                                          <p:val>
                                            <p:fltVal val="0"/>
                                          </p:val>
                                        </p:tav>
                                        <p:tav tm="100000">
                                          <p:val>
                                            <p:strVal val="#ppt_h"/>
                                          </p:val>
                                        </p:tav>
                                      </p:tavLst>
                                    </p:anim>
                                    <p:animEffect transition="in" filter="fade">
                                      <p:cBhvr>
                                        <p:cTn id="73" dur="500"/>
                                        <p:tgtEl>
                                          <p:spTgt spid="56"/>
                                        </p:tgtEl>
                                      </p:cBhvr>
                                    </p:animEffect>
                                  </p:childTnLst>
                                </p:cTn>
                              </p:par>
                            </p:childTnLst>
                          </p:cTn>
                        </p:par>
                        <p:par>
                          <p:cTn id="74" fill="hold">
                            <p:stCondLst>
                              <p:cond delay="7000"/>
                            </p:stCondLst>
                            <p:childTnLst>
                              <p:par>
                                <p:cTn id="75" presetID="53" presetClass="entr" presetSubtype="0" fill="hold" nodeType="afterEffect">
                                  <p:stCondLst>
                                    <p:cond delay="0"/>
                                  </p:stCondLst>
                                  <p:childTnLst>
                                    <p:set>
                                      <p:cBhvr>
                                        <p:cTn id="76" dur="1" fill="hold">
                                          <p:stCondLst>
                                            <p:cond delay="0"/>
                                          </p:stCondLst>
                                        </p:cTn>
                                        <p:tgtEl>
                                          <p:spTgt spid="54"/>
                                        </p:tgtEl>
                                        <p:attrNameLst>
                                          <p:attrName>style.visibility</p:attrName>
                                        </p:attrNameLst>
                                      </p:cBhvr>
                                      <p:to>
                                        <p:strVal val="visible"/>
                                      </p:to>
                                    </p:set>
                                    <p:anim calcmode="lin" valueType="num">
                                      <p:cBhvr>
                                        <p:cTn id="77" dur="500" fill="hold"/>
                                        <p:tgtEl>
                                          <p:spTgt spid="54"/>
                                        </p:tgtEl>
                                        <p:attrNameLst>
                                          <p:attrName>ppt_w</p:attrName>
                                        </p:attrNameLst>
                                      </p:cBhvr>
                                      <p:tavLst>
                                        <p:tav tm="0">
                                          <p:val>
                                            <p:fltVal val="0"/>
                                          </p:val>
                                        </p:tav>
                                        <p:tav tm="100000">
                                          <p:val>
                                            <p:strVal val="#ppt_w"/>
                                          </p:val>
                                        </p:tav>
                                      </p:tavLst>
                                    </p:anim>
                                    <p:anim calcmode="lin" valueType="num">
                                      <p:cBhvr>
                                        <p:cTn id="78" dur="500" fill="hold"/>
                                        <p:tgtEl>
                                          <p:spTgt spid="54"/>
                                        </p:tgtEl>
                                        <p:attrNameLst>
                                          <p:attrName>ppt_h</p:attrName>
                                        </p:attrNameLst>
                                      </p:cBhvr>
                                      <p:tavLst>
                                        <p:tav tm="0">
                                          <p:val>
                                            <p:fltVal val="0"/>
                                          </p:val>
                                        </p:tav>
                                        <p:tav tm="100000">
                                          <p:val>
                                            <p:strVal val="#ppt_h"/>
                                          </p:val>
                                        </p:tav>
                                      </p:tavLst>
                                    </p:anim>
                                    <p:animEffect transition="in" filter="fade">
                                      <p:cBhvr>
                                        <p:cTn id="79" dur="500"/>
                                        <p:tgtEl>
                                          <p:spTgt spid="54"/>
                                        </p:tgtEl>
                                      </p:cBhvr>
                                    </p:animEffect>
                                  </p:childTnLst>
                                </p:cTn>
                              </p:par>
                            </p:childTnLst>
                          </p:cTn>
                        </p:par>
                        <p:par>
                          <p:cTn id="80" fill="hold">
                            <p:stCondLst>
                              <p:cond delay="7500"/>
                            </p:stCondLst>
                            <p:childTnLst>
                              <p:par>
                                <p:cTn id="81" presetID="53" presetClass="entr" presetSubtype="0" fill="hold" grpId="0" nodeType="afterEffect">
                                  <p:stCondLst>
                                    <p:cond delay="0"/>
                                  </p:stCondLst>
                                  <p:childTnLst>
                                    <p:set>
                                      <p:cBhvr>
                                        <p:cTn id="82" dur="1" fill="hold">
                                          <p:stCondLst>
                                            <p:cond delay="0"/>
                                          </p:stCondLst>
                                        </p:cTn>
                                        <p:tgtEl>
                                          <p:spTgt spid="131"/>
                                        </p:tgtEl>
                                        <p:attrNameLst>
                                          <p:attrName>style.visibility</p:attrName>
                                        </p:attrNameLst>
                                      </p:cBhvr>
                                      <p:to>
                                        <p:strVal val="visible"/>
                                      </p:to>
                                    </p:set>
                                    <p:anim calcmode="lin" valueType="num">
                                      <p:cBhvr>
                                        <p:cTn id="83" dur="500" fill="hold"/>
                                        <p:tgtEl>
                                          <p:spTgt spid="131"/>
                                        </p:tgtEl>
                                        <p:attrNameLst>
                                          <p:attrName>ppt_w</p:attrName>
                                        </p:attrNameLst>
                                      </p:cBhvr>
                                      <p:tavLst>
                                        <p:tav tm="0">
                                          <p:val>
                                            <p:fltVal val="0"/>
                                          </p:val>
                                        </p:tav>
                                        <p:tav tm="100000">
                                          <p:val>
                                            <p:strVal val="#ppt_w"/>
                                          </p:val>
                                        </p:tav>
                                      </p:tavLst>
                                    </p:anim>
                                    <p:anim calcmode="lin" valueType="num">
                                      <p:cBhvr>
                                        <p:cTn id="84" dur="500" fill="hold"/>
                                        <p:tgtEl>
                                          <p:spTgt spid="131"/>
                                        </p:tgtEl>
                                        <p:attrNameLst>
                                          <p:attrName>ppt_h</p:attrName>
                                        </p:attrNameLst>
                                      </p:cBhvr>
                                      <p:tavLst>
                                        <p:tav tm="0">
                                          <p:val>
                                            <p:fltVal val="0"/>
                                          </p:val>
                                        </p:tav>
                                        <p:tav tm="100000">
                                          <p:val>
                                            <p:strVal val="#ppt_h"/>
                                          </p:val>
                                        </p:tav>
                                      </p:tavLst>
                                    </p:anim>
                                    <p:animEffect transition="in" filter="fade">
                                      <p:cBhvr>
                                        <p:cTn id="85" dur="500"/>
                                        <p:tgtEl>
                                          <p:spTgt spid="131"/>
                                        </p:tgtEl>
                                      </p:cBhvr>
                                    </p:animEffect>
                                  </p:childTnLst>
                                </p:cTn>
                              </p:par>
                            </p:childTnLst>
                          </p:cTn>
                        </p:par>
                        <p:par>
                          <p:cTn id="86" fill="hold">
                            <p:stCondLst>
                              <p:cond delay="8000"/>
                            </p:stCondLst>
                            <p:childTnLst>
                              <p:par>
                                <p:cTn id="87" presetID="53" presetClass="entr" presetSubtype="0" fill="hold" grpId="0" nodeType="afterEffect">
                                  <p:stCondLst>
                                    <p:cond delay="0"/>
                                  </p:stCondLst>
                                  <p:childTnLst>
                                    <p:set>
                                      <p:cBhvr>
                                        <p:cTn id="88" dur="1" fill="hold">
                                          <p:stCondLst>
                                            <p:cond delay="0"/>
                                          </p:stCondLst>
                                        </p:cTn>
                                        <p:tgtEl>
                                          <p:spTgt spid="142"/>
                                        </p:tgtEl>
                                        <p:attrNameLst>
                                          <p:attrName>style.visibility</p:attrName>
                                        </p:attrNameLst>
                                      </p:cBhvr>
                                      <p:to>
                                        <p:strVal val="visible"/>
                                      </p:to>
                                    </p:set>
                                    <p:anim calcmode="lin" valueType="num">
                                      <p:cBhvr>
                                        <p:cTn id="89" dur="500" fill="hold"/>
                                        <p:tgtEl>
                                          <p:spTgt spid="142"/>
                                        </p:tgtEl>
                                        <p:attrNameLst>
                                          <p:attrName>ppt_w</p:attrName>
                                        </p:attrNameLst>
                                      </p:cBhvr>
                                      <p:tavLst>
                                        <p:tav tm="0">
                                          <p:val>
                                            <p:fltVal val="0"/>
                                          </p:val>
                                        </p:tav>
                                        <p:tav tm="100000">
                                          <p:val>
                                            <p:strVal val="#ppt_w"/>
                                          </p:val>
                                        </p:tav>
                                      </p:tavLst>
                                    </p:anim>
                                    <p:anim calcmode="lin" valueType="num">
                                      <p:cBhvr>
                                        <p:cTn id="90" dur="500" fill="hold"/>
                                        <p:tgtEl>
                                          <p:spTgt spid="142"/>
                                        </p:tgtEl>
                                        <p:attrNameLst>
                                          <p:attrName>ppt_h</p:attrName>
                                        </p:attrNameLst>
                                      </p:cBhvr>
                                      <p:tavLst>
                                        <p:tav tm="0">
                                          <p:val>
                                            <p:fltVal val="0"/>
                                          </p:val>
                                        </p:tav>
                                        <p:tav tm="100000">
                                          <p:val>
                                            <p:strVal val="#ppt_h"/>
                                          </p:val>
                                        </p:tav>
                                      </p:tavLst>
                                    </p:anim>
                                    <p:animEffect transition="in" filter="fade">
                                      <p:cBhvr>
                                        <p:cTn id="91" dur="500"/>
                                        <p:tgtEl>
                                          <p:spTgt spid="142"/>
                                        </p:tgtEl>
                                      </p:cBhvr>
                                    </p:animEffect>
                                  </p:childTnLst>
                                </p:cTn>
                              </p:par>
                            </p:childTnLst>
                          </p:cTn>
                        </p:par>
                        <p:par>
                          <p:cTn id="92" fill="hold">
                            <p:stCondLst>
                              <p:cond delay="8500"/>
                            </p:stCondLst>
                            <p:childTnLst>
                              <p:par>
                                <p:cTn id="93" presetID="53" presetClass="entr" presetSubtype="0" fill="hold" grpId="0" nodeType="afterEffect">
                                  <p:stCondLst>
                                    <p:cond delay="0"/>
                                  </p:stCondLst>
                                  <p:childTnLst>
                                    <p:set>
                                      <p:cBhvr>
                                        <p:cTn id="94" dur="1" fill="hold">
                                          <p:stCondLst>
                                            <p:cond delay="0"/>
                                          </p:stCondLst>
                                        </p:cTn>
                                        <p:tgtEl>
                                          <p:spTgt spid="143"/>
                                        </p:tgtEl>
                                        <p:attrNameLst>
                                          <p:attrName>style.visibility</p:attrName>
                                        </p:attrNameLst>
                                      </p:cBhvr>
                                      <p:to>
                                        <p:strVal val="visible"/>
                                      </p:to>
                                    </p:set>
                                    <p:anim calcmode="lin" valueType="num">
                                      <p:cBhvr>
                                        <p:cTn id="95" dur="500" fill="hold"/>
                                        <p:tgtEl>
                                          <p:spTgt spid="143"/>
                                        </p:tgtEl>
                                        <p:attrNameLst>
                                          <p:attrName>ppt_w</p:attrName>
                                        </p:attrNameLst>
                                      </p:cBhvr>
                                      <p:tavLst>
                                        <p:tav tm="0">
                                          <p:val>
                                            <p:fltVal val="0"/>
                                          </p:val>
                                        </p:tav>
                                        <p:tav tm="100000">
                                          <p:val>
                                            <p:strVal val="#ppt_w"/>
                                          </p:val>
                                        </p:tav>
                                      </p:tavLst>
                                    </p:anim>
                                    <p:anim calcmode="lin" valueType="num">
                                      <p:cBhvr>
                                        <p:cTn id="96" dur="500" fill="hold"/>
                                        <p:tgtEl>
                                          <p:spTgt spid="143"/>
                                        </p:tgtEl>
                                        <p:attrNameLst>
                                          <p:attrName>ppt_h</p:attrName>
                                        </p:attrNameLst>
                                      </p:cBhvr>
                                      <p:tavLst>
                                        <p:tav tm="0">
                                          <p:val>
                                            <p:fltVal val="0"/>
                                          </p:val>
                                        </p:tav>
                                        <p:tav tm="100000">
                                          <p:val>
                                            <p:strVal val="#ppt_h"/>
                                          </p:val>
                                        </p:tav>
                                      </p:tavLst>
                                    </p:anim>
                                    <p:animEffect transition="in" filter="fade">
                                      <p:cBhvr>
                                        <p:cTn id="97" dur="500"/>
                                        <p:tgtEl>
                                          <p:spTgt spid="143"/>
                                        </p:tgtEl>
                                      </p:cBhvr>
                                    </p:animEffect>
                                  </p:childTnLst>
                                </p:cTn>
                              </p:par>
                            </p:childTnLst>
                          </p:cTn>
                        </p:par>
                        <p:par>
                          <p:cTn id="98" fill="hold">
                            <p:stCondLst>
                              <p:cond delay="9000"/>
                            </p:stCondLst>
                            <p:childTnLst>
                              <p:par>
                                <p:cTn id="99" presetID="53" presetClass="entr" presetSubtype="0" fill="hold" nodeType="afterEffect">
                                  <p:stCondLst>
                                    <p:cond delay="0"/>
                                  </p:stCondLst>
                                  <p:childTnLst>
                                    <p:set>
                                      <p:cBhvr>
                                        <p:cTn id="100" dur="1" fill="hold">
                                          <p:stCondLst>
                                            <p:cond delay="0"/>
                                          </p:stCondLst>
                                        </p:cTn>
                                        <p:tgtEl>
                                          <p:spTgt spid="55"/>
                                        </p:tgtEl>
                                        <p:attrNameLst>
                                          <p:attrName>style.visibility</p:attrName>
                                        </p:attrNameLst>
                                      </p:cBhvr>
                                      <p:to>
                                        <p:strVal val="visible"/>
                                      </p:to>
                                    </p:set>
                                    <p:anim calcmode="lin" valueType="num">
                                      <p:cBhvr>
                                        <p:cTn id="101" dur="500" fill="hold"/>
                                        <p:tgtEl>
                                          <p:spTgt spid="55"/>
                                        </p:tgtEl>
                                        <p:attrNameLst>
                                          <p:attrName>ppt_w</p:attrName>
                                        </p:attrNameLst>
                                      </p:cBhvr>
                                      <p:tavLst>
                                        <p:tav tm="0">
                                          <p:val>
                                            <p:fltVal val="0"/>
                                          </p:val>
                                        </p:tav>
                                        <p:tav tm="100000">
                                          <p:val>
                                            <p:strVal val="#ppt_w"/>
                                          </p:val>
                                        </p:tav>
                                      </p:tavLst>
                                    </p:anim>
                                    <p:anim calcmode="lin" valueType="num">
                                      <p:cBhvr>
                                        <p:cTn id="102" dur="500" fill="hold"/>
                                        <p:tgtEl>
                                          <p:spTgt spid="55"/>
                                        </p:tgtEl>
                                        <p:attrNameLst>
                                          <p:attrName>ppt_h</p:attrName>
                                        </p:attrNameLst>
                                      </p:cBhvr>
                                      <p:tavLst>
                                        <p:tav tm="0">
                                          <p:val>
                                            <p:fltVal val="0"/>
                                          </p:val>
                                        </p:tav>
                                        <p:tav tm="100000">
                                          <p:val>
                                            <p:strVal val="#ppt_h"/>
                                          </p:val>
                                        </p:tav>
                                      </p:tavLst>
                                    </p:anim>
                                    <p:animEffect transition="in" filter="fade">
                                      <p:cBhvr>
                                        <p:cTn id="103" dur="500"/>
                                        <p:tgtEl>
                                          <p:spTgt spid="55"/>
                                        </p:tgtEl>
                                      </p:cBhvr>
                                    </p:animEffect>
                                  </p:childTnLst>
                                </p:cTn>
                              </p:par>
                            </p:childTnLst>
                          </p:cTn>
                        </p:par>
                        <p:par>
                          <p:cTn id="104" fill="hold">
                            <p:stCondLst>
                              <p:cond delay="9500"/>
                            </p:stCondLst>
                            <p:childTnLst>
                              <p:par>
                                <p:cTn id="105" presetID="53" presetClass="entr" presetSubtype="0" fill="hold" grpId="0" nodeType="afterEffect">
                                  <p:stCondLst>
                                    <p:cond delay="0"/>
                                  </p:stCondLst>
                                  <p:childTnLst>
                                    <p:set>
                                      <p:cBhvr>
                                        <p:cTn id="106" dur="1" fill="hold">
                                          <p:stCondLst>
                                            <p:cond delay="0"/>
                                          </p:stCondLst>
                                        </p:cTn>
                                        <p:tgtEl>
                                          <p:spTgt spid="147"/>
                                        </p:tgtEl>
                                        <p:attrNameLst>
                                          <p:attrName>style.visibility</p:attrName>
                                        </p:attrNameLst>
                                      </p:cBhvr>
                                      <p:to>
                                        <p:strVal val="visible"/>
                                      </p:to>
                                    </p:set>
                                    <p:anim calcmode="lin" valueType="num">
                                      <p:cBhvr>
                                        <p:cTn id="107" dur="500" fill="hold"/>
                                        <p:tgtEl>
                                          <p:spTgt spid="147"/>
                                        </p:tgtEl>
                                        <p:attrNameLst>
                                          <p:attrName>ppt_w</p:attrName>
                                        </p:attrNameLst>
                                      </p:cBhvr>
                                      <p:tavLst>
                                        <p:tav tm="0">
                                          <p:val>
                                            <p:fltVal val="0"/>
                                          </p:val>
                                        </p:tav>
                                        <p:tav tm="100000">
                                          <p:val>
                                            <p:strVal val="#ppt_w"/>
                                          </p:val>
                                        </p:tav>
                                      </p:tavLst>
                                    </p:anim>
                                    <p:anim calcmode="lin" valueType="num">
                                      <p:cBhvr>
                                        <p:cTn id="108" dur="500" fill="hold"/>
                                        <p:tgtEl>
                                          <p:spTgt spid="147"/>
                                        </p:tgtEl>
                                        <p:attrNameLst>
                                          <p:attrName>ppt_h</p:attrName>
                                        </p:attrNameLst>
                                      </p:cBhvr>
                                      <p:tavLst>
                                        <p:tav tm="0">
                                          <p:val>
                                            <p:fltVal val="0"/>
                                          </p:val>
                                        </p:tav>
                                        <p:tav tm="100000">
                                          <p:val>
                                            <p:strVal val="#ppt_h"/>
                                          </p:val>
                                        </p:tav>
                                      </p:tavLst>
                                    </p:anim>
                                    <p:animEffect transition="in" filter="fade">
                                      <p:cBhvr>
                                        <p:cTn id="109" dur="500"/>
                                        <p:tgtEl>
                                          <p:spTgt spid="147"/>
                                        </p:tgtEl>
                                      </p:cBhvr>
                                    </p:animEffect>
                                  </p:childTnLst>
                                </p:cTn>
                              </p:par>
                            </p:childTnLst>
                          </p:cTn>
                        </p:par>
                        <p:par>
                          <p:cTn id="110" fill="hold">
                            <p:stCondLst>
                              <p:cond delay="10000"/>
                            </p:stCondLst>
                            <p:childTnLst>
                              <p:par>
                                <p:cTn id="111" presetID="53" presetClass="entr" presetSubtype="0"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cBhvr>
                                        <p:cTn id="113" dur="500" fill="hold"/>
                                        <p:tgtEl>
                                          <p:spTgt spid="57"/>
                                        </p:tgtEl>
                                        <p:attrNameLst>
                                          <p:attrName>ppt_w</p:attrName>
                                        </p:attrNameLst>
                                      </p:cBhvr>
                                      <p:tavLst>
                                        <p:tav tm="0">
                                          <p:val>
                                            <p:fltVal val="0"/>
                                          </p:val>
                                        </p:tav>
                                        <p:tav tm="100000">
                                          <p:val>
                                            <p:strVal val="#ppt_w"/>
                                          </p:val>
                                        </p:tav>
                                      </p:tavLst>
                                    </p:anim>
                                    <p:anim calcmode="lin" valueType="num">
                                      <p:cBhvr>
                                        <p:cTn id="114" dur="500" fill="hold"/>
                                        <p:tgtEl>
                                          <p:spTgt spid="57"/>
                                        </p:tgtEl>
                                        <p:attrNameLst>
                                          <p:attrName>ppt_h</p:attrName>
                                        </p:attrNameLst>
                                      </p:cBhvr>
                                      <p:tavLst>
                                        <p:tav tm="0">
                                          <p:val>
                                            <p:fltVal val="0"/>
                                          </p:val>
                                        </p:tav>
                                        <p:tav tm="100000">
                                          <p:val>
                                            <p:strVal val="#ppt_h"/>
                                          </p:val>
                                        </p:tav>
                                      </p:tavLst>
                                    </p:anim>
                                    <p:animEffect transition="in" filter="fade">
                                      <p:cBhvr>
                                        <p:cTn id="115" dur="500"/>
                                        <p:tgtEl>
                                          <p:spTgt spid="57"/>
                                        </p:tgtEl>
                                      </p:cBhvr>
                                    </p:animEffect>
                                  </p:childTnLst>
                                </p:cTn>
                              </p:par>
                            </p:childTnLst>
                          </p:cTn>
                        </p:par>
                        <p:par>
                          <p:cTn id="116" fill="hold">
                            <p:stCondLst>
                              <p:cond delay="10500"/>
                            </p:stCondLst>
                            <p:childTnLst>
                              <p:par>
                                <p:cTn id="117" presetID="53" presetClass="entr" presetSubtype="0" fill="hold" nodeType="afterEffect">
                                  <p:stCondLst>
                                    <p:cond delay="0"/>
                                  </p:stCondLst>
                                  <p:childTnLst>
                                    <p:set>
                                      <p:cBhvr>
                                        <p:cTn id="118" dur="1" fill="hold">
                                          <p:stCondLst>
                                            <p:cond delay="0"/>
                                          </p:stCondLst>
                                        </p:cTn>
                                        <p:tgtEl>
                                          <p:spTgt spid="58"/>
                                        </p:tgtEl>
                                        <p:attrNameLst>
                                          <p:attrName>style.visibility</p:attrName>
                                        </p:attrNameLst>
                                      </p:cBhvr>
                                      <p:to>
                                        <p:strVal val="visible"/>
                                      </p:to>
                                    </p:set>
                                    <p:anim calcmode="lin" valueType="num">
                                      <p:cBhvr>
                                        <p:cTn id="119" dur="500" fill="hold"/>
                                        <p:tgtEl>
                                          <p:spTgt spid="58"/>
                                        </p:tgtEl>
                                        <p:attrNameLst>
                                          <p:attrName>ppt_w</p:attrName>
                                        </p:attrNameLst>
                                      </p:cBhvr>
                                      <p:tavLst>
                                        <p:tav tm="0">
                                          <p:val>
                                            <p:fltVal val="0"/>
                                          </p:val>
                                        </p:tav>
                                        <p:tav tm="100000">
                                          <p:val>
                                            <p:strVal val="#ppt_w"/>
                                          </p:val>
                                        </p:tav>
                                      </p:tavLst>
                                    </p:anim>
                                    <p:anim calcmode="lin" valueType="num">
                                      <p:cBhvr>
                                        <p:cTn id="120" dur="500" fill="hold"/>
                                        <p:tgtEl>
                                          <p:spTgt spid="58"/>
                                        </p:tgtEl>
                                        <p:attrNameLst>
                                          <p:attrName>ppt_h</p:attrName>
                                        </p:attrNameLst>
                                      </p:cBhvr>
                                      <p:tavLst>
                                        <p:tav tm="0">
                                          <p:val>
                                            <p:fltVal val="0"/>
                                          </p:val>
                                        </p:tav>
                                        <p:tav tm="100000">
                                          <p:val>
                                            <p:strVal val="#ppt_h"/>
                                          </p:val>
                                        </p:tav>
                                      </p:tavLst>
                                    </p:anim>
                                    <p:animEffect transition="in" filter="fade">
                                      <p:cBhvr>
                                        <p:cTn id="121" dur="500"/>
                                        <p:tgtEl>
                                          <p:spTgt spid="58"/>
                                        </p:tgtEl>
                                      </p:cBhvr>
                                    </p:animEffect>
                                  </p:childTnLst>
                                </p:cTn>
                              </p:par>
                            </p:childTnLst>
                          </p:cTn>
                        </p:par>
                        <p:par>
                          <p:cTn id="122" fill="hold">
                            <p:stCondLst>
                              <p:cond delay="11000"/>
                            </p:stCondLst>
                            <p:childTnLst>
                              <p:par>
                                <p:cTn id="123" presetID="2" presetClass="entr" presetSubtype="4" accel="50000" decel="50000" fill="hold" nodeType="afterEffect">
                                  <p:stCondLst>
                                    <p:cond delay="0"/>
                                  </p:stCondLst>
                                  <p:childTnLst>
                                    <p:set>
                                      <p:cBhvr>
                                        <p:cTn id="124" dur="1" fill="hold">
                                          <p:stCondLst>
                                            <p:cond delay="0"/>
                                          </p:stCondLst>
                                        </p:cTn>
                                        <p:tgtEl>
                                          <p:spTgt spid="3"/>
                                        </p:tgtEl>
                                        <p:attrNameLst>
                                          <p:attrName>style.visibility</p:attrName>
                                        </p:attrNameLst>
                                      </p:cBhvr>
                                      <p:to>
                                        <p:strVal val="visible"/>
                                      </p:to>
                                    </p:set>
                                    <p:anim calcmode="lin" valueType="num">
                                      <p:cBhvr additive="base">
                                        <p:cTn id="125" dur="1000" fill="hold"/>
                                        <p:tgtEl>
                                          <p:spTgt spid="3"/>
                                        </p:tgtEl>
                                        <p:attrNameLst>
                                          <p:attrName>ppt_x</p:attrName>
                                        </p:attrNameLst>
                                      </p:cBhvr>
                                      <p:tavLst>
                                        <p:tav tm="0">
                                          <p:val>
                                            <p:strVal val="#ppt_x"/>
                                          </p:val>
                                        </p:tav>
                                        <p:tav tm="100000">
                                          <p:val>
                                            <p:strVal val="#ppt_x"/>
                                          </p:val>
                                        </p:tav>
                                      </p:tavLst>
                                    </p:anim>
                                    <p:anim calcmode="lin" valueType="num">
                                      <p:cBhvr additive="base">
                                        <p:cTn id="126" dur="1000" fill="hold"/>
                                        <p:tgtEl>
                                          <p:spTgt spid="3"/>
                                        </p:tgtEl>
                                        <p:attrNameLst>
                                          <p:attrName>ppt_y</p:attrName>
                                        </p:attrNameLst>
                                      </p:cBhvr>
                                      <p:tavLst>
                                        <p:tav tm="0">
                                          <p:val>
                                            <p:strVal val="1+#ppt_h/2"/>
                                          </p:val>
                                        </p:tav>
                                        <p:tav tm="100000">
                                          <p:val>
                                            <p:strVal val="#ppt_y"/>
                                          </p:val>
                                        </p:tav>
                                      </p:tavLst>
                                    </p:anim>
                                  </p:childTnLst>
                                </p:cTn>
                              </p:par>
                            </p:childTnLst>
                          </p:cTn>
                        </p:par>
                        <p:par>
                          <p:cTn id="127" fill="hold">
                            <p:stCondLst>
                              <p:cond delay="12000"/>
                            </p:stCondLst>
                            <p:childTnLst>
                              <p:par>
                                <p:cTn id="128" presetID="2" presetClass="entr" presetSubtype="4" accel="50000" decel="50000" fill="hold" nodeType="afterEffect">
                                  <p:stCondLst>
                                    <p:cond delay="0"/>
                                  </p:stCondLst>
                                  <p:childTnLst>
                                    <p:set>
                                      <p:cBhvr>
                                        <p:cTn id="129" dur="1" fill="hold">
                                          <p:stCondLst>
                                            <p:cond delay="0"/>
                                          </p:stCondLst>
                                        </p:cTn>
                                        <p:tgtEl>
                                          <p:spTgt spid="14"/>
                                        </p:tgtEl>
                                        <p:attrNameLst>
                                          <p:attrName>style.visibility</p:attrName>
                                        </p:attrNameLst>
                                      </p:cBhvr>
                                      <p:to>
                                        <p:strVal val="visible"/>
                                      </p:to>
                                    </p:set>
                                    <p:anim calcmode="lin" valueType="num">
                                      <p:cBhvr additive="base">
                                        <p:cTn id="130" dur="1000" fill="hold"/>
                                        <p:tgtEl>
                                          <p:spTgt spid="14"/>
                                        </p:tgtEl>
                                        <p:attrNameLst>
                                          <p:attrName>ppt_x</p:attrName>
                                        </p:attrNameLst>
                                      </p:cBhvr>
                                      <p:tavLst>
                                        <p:tav tm="0">
                                          <p:val>
                                            <p:strVal val="#ppt_x"/>
                                          </p:val>
                                        </p:tav>
                                        <p:tav tm="100000">
                                          <p:val>
                                            <p:strVal val="#ppt_x"/>
                                          </p:val>
                                        </p:tav>
                                      </p:tavLst>
                                    </p:anim>
                                    <p:anim calcmode="lin" valueType="num">
                                      <p:cBhvr additive="base">
                                        <p:cTn id="131" dur="1000" fill="hold"/>
                                        <p:tgtEl>
                                          <p:spTgt spid="14"/>
                                        </p:tgtEl>
                                        <p:attrNameLst>
                                          <p:attrName>ppt_y</p:attrName>
                                        </p:attrNameLst>
                                      </p:cBhvr>
                                      <p:tavLst>
                                        <p:tav tm="0">
                                          <p:val>
                                            <p:strVal val="1+#ppt_h/2"/>
                                          </p:val>
                                        </p:tav>
                                        <p:tav tm="100000">
                                          <p:val>
                                            <p:strVal val="#ppt_y"/>
                                          </p:val>
                                        </p:tav>
                                      </p:tavLst>
                                    </p:anim>
                                  </p:childTnLst>
                                </p:cTn>
                              </p:par>
                            </p:childTnLst>
                          </p:cTn>
                        </p:par>
                        <p:par>
                          <p:cTn id="132" fill="hold">
                            <p:stCondLst>
                              <p:cond delay="13000"/>
                            </p:stCondLst>
                            <p:childTnLst>
                              <p:par>
                                <p:cTn id="133" presetID="2" presetClass="entr" presetSubtype="4" accel="50000" decel="50000" fill="hold" nodeType="afterEffect">
                                  <p:stCondLst>
                                    <p:cond delay="0"/>
                                  </p:stCondLst>
                                  <p:childTnLst>
                                    <p:set>
                                      <p:cBhvr>
                                        <p:cTn id="134" dur="1" fill="hold">
                                          <p:stCondLst>
                                            <p:cond delay="0"/>
                                          </p:stCondLst>
                                        </p:cTn>
                                        <p:tgtEl>
                                          <p:spTgt spid="25"/>
                                        </p:tgtEl>
                                        <p:attrNameLst>
                                          <p:attrName>style.visibility</p:attrName>
                                        </p:attrNameLst>
                                      </p:cBhvr>
                                      <p:to>
                                        <p:strVal val="visible"/>
                                      </p:to>
                                    </p:set>
                                    <p:anim calcmode="lin" valueType="num">
                                      <p:cBhvr additive="base">
                                        <p:cTn id="135" dur="1000" fill="hold"/>
                                        <p:tgtEl>
                                          <p:spTgt spid="25"/>
                                        </p:tgtEl>
                                        <p:attrNameLst>
                                          <p:attrName>ppt_x</p:attrName>
                                        </p:attrNameLst>
                                      </p:cBhvr>
                                      <p:tavLst>
                                        <p:tav tm="0">
                                          <p:val>
                                            <p:strVal val="#ppt_x"/>
                                          </p:val>
                                        </p:tav>
                                        <p:tav tm="100000">
                                          <p:val>
                                            <p:strVal val="#ppt_x"/>
                                          </p:val>
                                        </p:tav>
                                      </p:tavLst>
                                    </p:anim>
                                    <p:anim calcmode="lin" valueType="num">
                                      <p:cBhvr additive="base">
                                        <p:cTn id="136" dur="1000" fill="hold"/>
                                        <p:tgtEl>
                                          <p:spTgt spid="25"/>
                                        </p:tgtEl>
                                        <p:attrNameLst>
                                          <p:attrName>ppt_y</p:attrName>
                                        </p:attrNameLst>
                                      </p:cBhvr>
                                      <p:tavLst>
                                        <p:tav tm="0">
                                          <p:val>
                                            <p:strVal val="1+#ppt_h/2"/>
                                          </p:val>
                                        </p:tav>
                                        <p:tav tm="100000">
                                          <p:val>
                                            <p:strVal val="#ppt_y"/>
                                          </p:val>
                                        </p:tav>
                                      </p:tavLst>
                                    </p:anim>
                                  </p:childTnLst>
                                </p:cTn>
                              </p:par>
                            </p:childTnLst>
                          </p:cTn>
                        </p:par>
                        <p:par>
                          <p:cTn id="137" fill="hold">
                            <p:stCondLst>
                              <p:cond delay="14000"/>
                            </p:stCondLst>
                            <p:childTnLst>
                              <p:par>
                                <p:cTn id="138" presetID="2" presetClass="entr" presetSubtype="4" accel="50000" decel="50000" fill="hold" nodeType="afterEffect">
                                  <p:stCondLst>
                                    <p:cond delay="0"/>
                                  </p:stCondLst>
                                  <p:childTnLst>
                                    <p:set>
                                      <p:cBhvr>
                                        <p:cTn id="139" dur="1" fill="hold">
                                          <p:stCondLst>
                                            <p:cond delay="0"/>
                                          </p:stCondLst>
                                        </p:cTn>
                                        <p:tgtEl>
                                          <p:spTgt spid="28"/>
                                        </p:tgtEl>
                                        <p:attrNameLst>
                                          <p:attrName>style.visibility</p:attrName>
                                        </p:attrNameLst>
                                      </p:cBhvr>
                                      <p:to>
                                        <p:strVal val="visible"/>
                                      </p:to>
                                    </p:set>
                                    <p:anim calcmode="lin" valueType="num">
                                      <p:cBhvr additive="base">
                                        <p:cTn id="140" dur="1000" fill="hold"/>
                                        <p:tgtEl>
                                          <p:spTgt spid="28"/>
                                        </p:tgtEl>
                                        <p:attrNameLst>
                                          <p:attrName>ppt_x</p:attrName>
                                        </p:attrNameLst>
                                      </p:cBhvr>
                                      <p:tavLst>
                                        <p:tav tm="0">
                                          <p:val>
                                            <p:strVal val="#ppt_x"/>
                                          </p:val>
                                        </p:tav>
                                        <p:tav tm="100000">
                                          <p:val>
                                            <p:strVal val="#ppt_x"/>
                                          </p:val>
                                        </p:tav>
                                      </p:tavLst>
                                    </p:anim>
                                    <p:anim calcmode="lin" valueType="num">
                                      <p:cBhvr additive="base">
                                        <p:cTn id="141" dur="1000" fill="hold"/>
                                        <p:tgtEl>
                                          <p:spTgt spid="28"/>
                                        </p:tgtEl>
                                        <p:attrNameLst>
                                          <p:attrName>ppt_y</p:attrName>
                                        </p:attrNameLst>
                                      </p:cBhvr>
                                      <p:tavLst>
                                        <p:tav tm="0">
                                          <p:val>
                                            <p:strVal val="1+#ppt_h/2"/>
                                          </p:val>
                                        </p:tav>
                                        <p:tav tm="100000">
                                          <p:val>
                                            <p:strVal val="#ppt_y"/>
                                          </p:val>
                                        </p:tav>
                                      </p:tavLst>
                                    </p:anim>
                                  </p:childTnLst>
                                </p:cTn>
                              </p:par>
                            </p:childTnLst>
                          </p:cTn>
                        </p:par>
                        <p:par>
                          <p:cTn id="142" fill="hold">
                            <p:stCondLst>
                              <p:cond delay="15000"/>
                            </p:stCondLst>
                            <p:childTnLst>
                              <p:par>
                                <p:cTn id="143" presetID="2" presetClass="entr" presetSubtype="4" accel="50000" decel="50000" fill="hold" nodeType="afterEffect">
                                  <p:stCondLst>
                                    <p:cond delay="0"/>
                                  </p:stCondLst>
                                  <p:childTnLst>
                                    <p:set>
                                      <p:cBhvr>
                                        <p:cTn id="144" dur="1" fill="hold">
                                          <p:stCondLst>
                                            <p:cond delay="0"/>
                                          </p:stCondLst>
                                        </p:cTn>
                                        <p:tgtEl>
                                          <p:spTgt spid="33"/>
                                        </p:tgtEl>
                                        <p:attrNameLst>
                                          <p:attrName>style.visibility</p:attrName>
                                        </p:attrNameLst>
                                      </p:cBhvr>
                                      <p:to>
                                        <p:strVal val="visible"/>
                                      </p:to>
                                    </p:set>
                                    <p:anim calcmode="lin" valueType="num">
                                      <p:cBhvr additive="base">
                                        <p:cTn id="145" dur="1000" fill="hold"/>
                                        <p:tgtEl>
                                          <p:spTgt spid="33"/>
                                        </p:tgtEl>
                                        <p:attrNameLst>
                                          <p:attrName>ppt_x</p:attrName>
                                        </p:attrNameLst>
                                      </p:cBhvr>
                                      <p:tavLst>
                                        <p:tav tm="0">
                                          <p:val>
                                            <p:strVal val="#ppt_x"/>
                                          </p:val>
                                        </p:tav>
                                        <p:tav tm="100000">
                                          <p:val>
                                            <p:strVal val="#ppt_x"/>
                                          </p:val>
                                        </p:tav>
                                      </p:tavLst>
                                    </p:anim>
                                    <p:anim calcmode="lin" valueType="num">
                                      <p:cBhvr additive="base">
                                        <p:cTn id="146" dur="1000" fill="hold"/>
                                        <p:tgtEl>
                                          <p:spTgt spid="33"/>
                                        </p:tgtEl>
                                        <p:attrNameLst>
                                          <p:attrName>ppt_y</p:attrName>
                                        </p:attrNameLst>
                                      </p:cBhvr>
                                      <p:tavLst>
                                        <p:tav tm="0">
                                          <p:val>
                                            <p:strVal val="1+#ppt_h/2"/>
                                          </p:val>
                                        </p:tav>
                                        <p:tav tm="100000">
                                          <p:val>
                                            <p:strVal val="#ppt_y"/>
                                          </p:val>
                                        </p:tav>
                                      </p:tavLst>
                                    </p:anim>
                                  </p:childTnLst>
                                </p:cTn>
                              </p:par>
                            </p:childTnLst>
                          </p:cTn>
                        </p:par>
                        <p:par>
                          <p:cTn id="147" fill="hold">
                            <p:stCondLst>
                              <p:cond delay="16000"/>
                            </p:stCondLst>
                            <p:childTnLst>
                              <p:par>
                                <p:cTn id="148" presetID="2" presetClass="entr" presetSubtype="4" accel="50000" decel="50000" fill="hold" nodeType="after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1000" fill="hold"/>
                                        <p:tgtEl>
                                          <p:spTgt spid="39"/>
                                        </p:tgtEl>
                                        <p:attrNameLst>
                                          <p:attrName>ppt_x</p:attrName>
                                        </p:attrNameLst>
                                      </p:cBhvr>
                                      <p:tavLst>
                                        <p:tav tm="0">
                                          <p:val>
                                            <p:strVal val="#ppt_x"/>
                                          </p:val>
                                        </p:tav>
                                        <p:tav tm="100000">
                                          <p:val>
                                            <p:strVal val="#ppt_x"/>
                                          </p:val>
                                        </p:tav>
                                      </p:tavLst>
                                    </p:anim>
                                    <p:anim calcmode="lin" valueType="num">
                                      <p:cBhvr additive="base">
                                        <p:cTn id="151" dur="1000" fill="hold"/>
                                        <p:tgtEl>
                                          <p:spTgt spid="39"/>
                                        </p:tgtEl>
                                        <p:attrNameLst>
                                          <p:attrName>ppt_y</p:attrName>
                                        </p:attrNameLst>
                                      </p:cBhvr>
                                      <p:tavLst>
                                        <p:tav tm="0">
                                          <p:val>
                                            <p:strVal val="1+#ppt_h/2"/>
                                          </p:val>
                                        </p:tav>
                                        <p:tav tm="100000">
                                          <p:val>
                                            <p:strVal val="#ppt_y"/>
                                          </p:val>
                                        </p:tav>
                                      </p:tavLst>
                                    </p:anim>
                                  </p:childTnLst>
                                </p:cTn>
                              </p:par>
                            </p:childTnLst>
                          </p:cTn>
                        </p:par>
                        <p:par>
                          <p:cTn id="152" fill="hold">
                            <p:stCondLst>
                              <p:cond delay="17000"/>
                            </p:stCondLst>
                            <p:childTnLst>
                              <p:par>
                                <p:cTn id="153" presetID="2" presetClass="entr" presetSubtype="4" accel="50000" decel="50000" fill="hold" nodeType="afterEffect">
                                  <p:stCondLst>
                                    <p:cond delay="0"/>
                                  </p:stCondLst>
                                  <p:childTnLst>
                                    <p:set>
                                      <p:cBhvr>
                                        <p:cTn id="154" dur="1" fill="hold">
                                          <p:stCondLst>
                                            <p:cond delay="0"/>
                                          </p:stCondLst>
                                        </p:cTn>
                                        <p:tgtEl>
                                          <p:spTgt spid="46"/>
                                        </p:tgtEl>
                                        <p:attrNameLst>
                                          <p:attrName>style.visibility</p:attrName>
                                        </p:attrNameLst>
                                      </p:cBhvr>
                                      <p:to>
                                        <p:strVal val="visible"/>
                                      </p:to>
                                    </p:set>
                                    <p:anim calcmode="lin" valueType="num">
                                      <p:cBhvr additive="base">
                                        <p:cTn id="155" dur="1000" fill="hold"/>
                                        <p:tgtEl>
                                          <p:spTgt spid="46"/>
                                        </p:tgtEl>
                                        <p:attrNameLst>
                                          <p:attrName>ppt_x</p:attrName>
                                        </p:attrNameLst>
                                      </p:cBhvr>
                                      <p:tavLst>
                                        <p:tav tm="0">
                                          <p:val>
                                            <p:strVal val="#ppt_x"/>
                                          </p:val>
                                        </p:tav>
                                        <p:tav tm="100000">
                                          <p:val>
                                            <p:strVal val="#ppt_x"/>
                                          </p:val>
                                        </p:tav>
                                      </p:tavLst>
                                    </p:anim>
                                    <p:anim calcmode="lin" valueType="num">
                                      <p:cBhvr additive="base">
                                        <p:cTn id="156" dur="1000" fill="hold"/>
                                        <p:tgtEl>
                                          <p:spTgt spid="46"/>
                                        </p:tgtEl>
                                        <p:attrNameLst>
                                          <p:attrName>ppt_y</p:attrName>
                                        </p:attrNameLst>
                                      </p:cBhvr>
                                      <p:tavLst>
                                        <p:tav tm="0">
                                          <p:val>
                                            <p:strVal val="1+#ppt_h/2"/>
                                          </p:val>
                                        </p:tav>
                                        <p:tav tm="100000">
                                          <p:val>
                                            <p:strVal val="#ppt_y"/>
                                          </p:val>
                                        </p:tav>
                                      </p:tavLst>
                                    </p:anim>
                                  </p:childTnLst>
                                </p:cTn>
                              </p:par>
                            </p:childTnLst>
                          </p:cTn>
                        </p:par>
                        <p:par>
                          <p:cTn id="157" fill="hold">
                            <p:stCondLst>
                              <p:cond delay="18000"/>
                            </p:stCondLst>
                            <p:childTnLst>
                              <p:par>
                                <p:cTn id="158" presetID="2" presetClass="entr" presetSubtype="4" accel="50000" decel="50000" fill="hold" nodeType="afterEffect">
                                  <p:stCondLst>
                                    <p:cond delay="0"/>
                                  </p:stCondLst>
                                  <p:childTnLst>
                                    <p:set>
                                      <p:cBhvr>
                                        <p:cTn id="159" dur="1" fill="hold">
                                          <p:stCondLst>
                                            <p:cond delay="0"/>
                                          </p:stCondLst>
                                        </p:cTn>
                                        <p:tgtEl>
                                          <p:spTgt spid="50"/>
                                        </p:tgtEl>
                                        <p:attrNameLst>
                                          <p:attrName>style.visibility</p:attrName>
                                        </p:attrNameLst>
                                      </p:cBhvr>
                                      <p:to>
                                        <p:strVal val="visible"/>
                                      </p:to>
                                    </p:set>
                                    <p:anim calcmode="lin" valueType="num">
                                      <p:cBhvr additive="base">
                                        <p:cTn id="160" dur="1000" fill="hold"/>
                                        <p:tgtEl>
                                          <p:spTgt spid="50"/>
                                        </p:tgtEl>
                                        <p:attrNameLst>
                                          <p:attrName>ppt_x</p:attrName>
                                        </p:attrNameLst>
                                      </p:cBhvr>
                                      <p:tavLst>
                                        <p:tav tm="0">
                                          <p:val>
                                            <p:strVal val="#ppt_x"/>
                                          </p:val>
                                        </p:tav>
                                        <p:tav tm="100000">
                                          <p:val>
                                            <p:strVal val="#ppt_x"/>
                                          </p:val>
                                        </p:tav>
                                      </p:tavLst>
                                    </p:anim>
                                    <p:anim calcmode="lin" valueType="num">
                                      <p:cBhvr additive="base">
                                        <p:cTn id="161" dur="1000" fill="hold"/>
                                        <p:tgtEl>
                                          <p:spTgt spid="50"/>
                                        </p:tgtEl>
                                        <p:attrNameLst>
                                          <p:attrName>ppt_y</p:attrName>
                                        </p:attrNameLst>
                                      </p:cBhvr>
                                      <p:tavLst>
                                        <p:tav tm="0">
                                          <p:val>
                                            <p:strVal val="1+#ppt_h/2"/>
                                          </p:val>
                                        </p:tav>
                                        <p:tav tm="100000">
                                          <p:val>
                                            <p:strVal val="#ppt_y"/>
                                          </p:val>
                                        </p:tav>
                                      </p:tavLst>
                                    </p:anim>
                                  </p:childTnLst>
                                </p:cTn>
                              </p:par>
                            </p:childTnLst>
                          </p:cTn>
                        </p:par>
                        <p:par>
                          <p:cTn id="162" fill="hold">
                            <p:stCondLst>
                              <p:cond delay="19000"/>
                            </p:stCondLst>
                            <p:childTnLst>
                              <p:par>
                                <p:cTn id="163" presetID="2" presetClass="entr" presetSubtype="4" accel="50000" decel="50000" fill="hold" nodeType="afterEffect">
                                  <p:stCondLst>
                                    <p:cond delay="0"/>
                                  </p:stCondLst>
                                  <p:childTnLst>
                                    <p:set>
                                      <p:cBhvr>
                                        <p:cTn id="164" dur="1" fill="hold">
                                          <p:stCondLst>
                                            <p:cond delay="0"/>
                                          </p:stCondLst>
                                        </p:cTn>
                                        <p:tgtEl>
                                          <p:spTgt spid="52"/>
                                        </p:tgtEl>
                                        <p:attrNameLst>
                                          <p:attrName>style.visibility</p:attrName>
                                        </p:attrNameLst>
                                      </p:cBhvr>
                                      <p:to>
                                        <p:strVal val="visible"/>
                                      </p:to>
                                    </p:set>
                                    <p:anim calcmode="lin" valueType="num">
                                      <p:cBhvr additive="base">
                                        <p:cTn id="165" dur="1000" fill="hold"/>
                                        <p:tgtEl>
                                          <p:spTgt spid="52"/>
                                        </p:tgtEl>
                                        <p:attrNameLst>
                                          <p:attrName>ppt_x</p:attrName>
                                        </p:attrNameLst>
                                      </p:cBhvr>
                                      <p:tavLst>
                                        <p:tav tm="0">
                                          <p:val>
                                            <p:strVal val="#ppt_x"/>
                                          </p:val>
                                        </p:tav>
                                        <p:tav tm="100000">
                                          <p:val>
                                            <p:strVal val="#ppt_x"/>
                                          </p:val>
                                        </p:tav>
                                      </p:tavLst>
                                    </p:anim>
                                    <p:anim calcmode="lin" valueType="num">
                                      <p:cBhvr additive="base">
                                        <p:cTn id="166" dur="10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6" grpId="0" animBg="1"/>
      <p:bldP spid="17" grpId="0" animBg="1"/>
      <p:bldP spid="18" grpId="0" animBg="1"/>
      <p:bldP spid="19" grpId="0" animBg="1"/>
      <p:bldP spid="20" grpId="0" animBg="1"/>
      <p:bldP spid="21" grpId="0" animBg="1"/>
      <p:bldP spid="22" grpId="0" animBg="1"/>
      <p:bldP spid="23" grpId="0" animBg="1"/>
      <p:bldP spid="131" grpId="0" animBg="1"/>
      <p:bldP spid="142" grpId="0" animBg="1"/>
      <p:bldP spid="143" grpId="0" animBg="1"/>
      <p:bldP spid="147"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Arrow Infographic</a:t>
            </a:r>
            <a:endParaRPr lang="en-US" dirty="0"/>
          </a:p>
        </p:txBody>
      </p:sp>
      <p:sp>
        <p:nvSpPr>
          <p:cNvPr id="4" name="Text Placeholder 3"/>
          <p:cNvSpPr>
            <a:spLocks noGrp="1"/>
          </p:cNvSpPr>
          <p:nvPr>
            <p:ph type="body" sz="half" idx="2"/>
          </p:nvPr>
        </p:nvSpPr>
        <p:spPr/>
        <p:txBody>
          <a:bodyPr/>
          <a:lstStyle/>
          <a:p>
            <a:r>
              <a:rPr lang="en-US"/>
              <a:t>Arrow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185</a:t>
            </a:fld>
            <a:endParaRPr lang="en-US" dirty="0"/>
          </a:p>
        </p:txBody>
      </p:sp>
      <p:sp>
        <p:nvSpPr>
          <p:cNvPr id="40" name="Notched Right Arrow 39"/>
          <p:cNvSpPr/>
          <p:nvPr/>
        </p:nvSpPr>
        <p:spPr>
          <a:xfrm>
            <a:off x="647700" y="1111250"/>
            <a:ext cx="7848600" cy="1981200"/>
          </a:xfrm>
          <a:prstGeom prst="notchedRightArrow">
            <a:avLst>
              <a:gd name="adj1" fmla="val 63793"/>
              <a:gd name="adj2" fmla="val 6724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Oval 40"/>
          <p:cNvSpPr/>
          <p:nvPr/>
        </p:nvSpPr>
        <p:spPr>
          <a:xfrm>
            <a:off x="1186760" y="1415118"/>
            <a:ext cx="1457396" cy="145739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Oval 41"/>
          <p:cNvSpPr/>
          <p:nvPr/>
        </p:nvSpPr>
        <p:spPr>
          <a:xfrm>
            <a:off x="2846991" y="1367493"/>
            <a:ext cx="1457396" cy="14573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p:cNvSpPr/>
          <p:nvPr/>
        </p:nvSpPr>
        <p:spPr>
          <a:xfrm>
            <a:off x="4534813" y="1367493"/>
            <a:ext cx="1457396" cy="14573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Oval 43"/>
          <p:cNvSpPr/>
          <p:nvPr/>
        </p:nvSpPr>
        <p:spPr>
          <a:xfrm>
            <a:off x="6238804" y="1367493"/>
            <a:ext cx="1457396" cy="14573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245"/>
          <p:cNvSpPr>
            <a:spLocks/>
          </p:cNvSpPr>
          <p:nvPr/>
        </p:nvSpPr>
        <p:spPr bwMode="auto">
          <a:xfrm>
            <a:off x="6747526" y="1749533"/>
            <a:ext cx="439951" cy="439951"/>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
          <p:cNvSpPr>
            <a:spLocks noEditPoints="1"/>
          </p:cNvSpPr>
          <p:nvPr/>
        </p:nvSpPr>
        <p:spPr bwMode="auto">
          <a:xfrm>
            <a:off x="3374064" y="1819000"/>
            <a:ext cx="403249" cy="301016"/>
          </a:xfrm>
          <a:custGeom>
            <a:avLst/>
            <a:gdLst/>
            <a:ahLst/>
            <a:cxnLst>
              <a:cxn ang="0">
                <a:pos x="19" y="42"/>
              </a:cxn>
              <a:cxn ang="0">
                <a:pos x="17" y="42"/>
              </a:cxn>
              <a:cxn ang="0">
                <a:pos x="1" y="25"/>
              </a:cxn>
              <a:cxn ang="0">
                <a:pos x="1" y="24"/>
              </a:cxn>
              <a:cxn ang="0">
                <a:pos x="17" y="7"/>
              </a:cxn>
              <a:cxn ang="0">
                <a:pos x="19" y="7"/>
              </a:cxn>
              <a:cxn ang="0">
                <a:pos x="21" y="9"/>
              </a:cxn>
              <a:cxn ang="0">
                <a:pos x="21" y="11"/>
              </a:cxn>
              <a:cxn ang="0">
                <a:pos x="7" y="25"/>
              </a:cxn>
              <a:cxn ang="0">
                <a:pos x="21" y="39"/>
              </a:cxn>
              <a:cxn ang="0">
                <a:pos x="21" y="40"/>
              </a:cxn>
              <a:cxn ang="0">
                <a:pos x="19" y="42"/>
              </a:cxn>
              <a:cxn ang="0">
                <a:pos x="29" y="48"/>
              </a:cxn>
              <a:cxn ang="0">
                <a:pos x="27" y="49"/>
              </a:cxn>
              <a:cxn ang="0">
                <a:pos x="25" y="48"/>
              </a:cxn>
              <a:cxn ang="0">
                <a:pos x="24" y="47"/>
              </a:cxn>
              <a:cxn ang="0">
                <a:pos x="38" y="1"/>
              </a:cxn>
              <a:cxn ang="0">
                <a:pos x="39" y="0"/>
              </a:cxn>
              <a:cxn ang="0">
                <a:pos x="41" y="1"/>
              </a:cxn>
              <a:cxn ang="0">
                <a:pos x="42" y="2"/>
              </a:cxn>
              <a:cxn ang="0">
                <a:pos x="29" y="48"/>
              </a:cxn>
              <a:cxn ang="0">
                <a:pos x="49" y="42"/>
              </a:cxn>
              <a:cxn ang="0">
                <a:pos x="47" y="42"/>
              </a:cxn>
              <a:cxn ang="0">
                <a:pos x="45" y="40"/>
              </a:cxn>
              <a:cxn ang="0">
                <a:pos x="45" y="39"/>
              </a:cxn>
              <a:cxn ang="0">
                <a:pos x="59" y="25"/>
              </a:cxn>
              <a:cxn ang="0">
                <a:pos x="45" y="11"/>
              </a:cxn>
              <a:cxn ang="0">
                <a:pos x="45" y="9"/>
              </a:cxn>
              <a:cxn ang="0">
                <a:pos x="47" y="7"/>
              </a:cxn>
              <a:cxn ang="0">
                <a:pos x="49" y="7"/>
              </a:cxn>
              <a:cxn ang="0">
                <a:pos x="65" y="24"/>
              </a:cxn>
              <a:cxn ang="0">
                <a:pos x="65" y="25"/>
              </a:cxn>
              <a:cxn ang="0">
                <a:pos x="49" y="42"/>
              </a:cxn>
            </a:cxnLst>
            <a:rect l="0" t="0" r="r" b="b"/>
            <a:pathLst>
              <a:path w="66" h="49">
                <a:moveTo>
                  <a:pt x="19" y="42"/>
                </a:moveTo>
                <a:cubicBezTo>
                  <a:pt x="19" y="43"/>
                  <a:pt x="18" y="43"/>
                  <a:pt x="17" y="42"/>
                </a:cubicBezTo>
                <a:cubicBezTo>
                  <a:pt x="1" y="25"/>
                  <a:pt x="1" y="25"/>
                  <a:pt x="1" y="25"/>
                </a:cubicBezTo>
                <a:cubicBezTo>
                  <a:pt x="0" y="25"/>
                  <a:pt x="0" y="24"/>
                  <a:pt x="1" y="24"/>
                </a:cubicBezTo>
                <a:cubicBezTo>
                  <a:pt x="17" y="7"/>
                  <a:pt x="17" y="7"/>
                  <a:pt x="17" y="7"/>
                </a:cubicBezTo>
                <a:cubicBezTo>
                  <a:pt x="18" y="7"/>
                  <a:pt x="19" y="7"/>
                  <a:pt x="19" y="7"/>
                </a:cubicBezTo>
                <a:cubicBezTo>
                  <a:pt x="21" y="9"/>
                  <a:pt x="21" y="9"/>
                  <a:pt x="21" y="9"/>
                </a:cubicBezTo>
                <a:cubicBezTo>
                  <a:pt x="21" y="9"/>
                  <a:pt x="21" y="10"/>
                  <a:pt x="21" y="11"/>
                </a:cubicBezTo>
                <a:cubicBezTo>
                  <a:pt x="7" y="25"/>
                  <a:pt x="7" y="25"/>
                  <a:pt x="7" y="25"/>
                </a:cubicBezTo>
                <a:cubicBezTo>
                  <a:pt x="21" y="39"/>
                  <a:pt x="21" y="39"/>
                  <a:pt x="21" y="39"/>
                </a:cubicBezTo>
                <a:cubicBezTo>
                  <a:pt x="21" y="39"/>
                  <a:pt x="21" y="40"/>
                  <a:pt x="21" y="40"/>
                </a:cubicBezTo>
                <a:lnTo>
                  <a:pt x="19" y="42"/>
                </a:lnTo>
                <a:close/>
                <a:moveTo>
                  <a:pt x="29" y="48"/>
                </a:moveTo>
                <a:cubicBezTo>
                  <a:pt x="28" y="49"/>
                  <a:pt x="28" y="49"/>
                  <a:pt x="27" y="49"/>
                </a:cubicBezTo>
                <a:cubicBezTo>
                  <a:pt x="25" y="48"/>
                  <a:pt x="25" y="48"/>
                  <a:pt x="25" y="48"/>
                </a:cubicBezTo>
                <a:cubicBezTo>
                  <a:pt x="24" y="48"/>
                  <a:pt x="24" y="48"/>
                  <a:pt x="24" y="47"/>
                </a:cubicBezTo>
                <a:cubicBezTo>
                  <a:pt x="38" y="1"/>
                  <a:pt x="38" y="1"/>
                  <a:pt x="38" y="1"/>
                </a:cubicBezTo>
                <a:cubicBezTo>
                  <a:pt x="38" y="0"/>
                  <a:pt x="38" y="0"/>
                  <a:pt x="39" y="0"/>
                </a:cubicBezTo>
                <a:cubicBezTo>
                  <a:pt x="41" y="1"/>
                  <a:pt x="41" y="1"/>
                  <a:pt x="41" y="1"/>
                </a:cubicBezTo>
                <a:cubicBezTo>
                  <a:pt x="42" y="1"/>
                  <a:pt x="42" y="2"/>
                  <a:pt x="42" y="2"/>
                </a:cubicBezTo>
                <a:lnTo>
                  <a:pt x="29" y="48"/>
                </a:lnTo>
                <a:close/>
                <a:moveTo>
                  <a:pt x="49" y="42"/>
                </a:moveTo>
                <a:cubicBezTo>
                  <a:pt x="48" y="43"/>
                  <a:pt x="48" y="43"/>
                  <a:pt x="47" y="42"/>
                </a:cubicBezTo>
                <a:cubicBezTo>
                  <a:pt x="45" y="40"/>
                  <a:pt x="45" y="40"/>
                  <a:pt x="45" y="40"/>
                </a:cubicBezTo>
                <a:cubicBezTo>
                  <a:pt x="45" y="40"/>
                  <a:pt x="45" y="39"/>
                  <a:pt x="45" y="39"/>
                </a:cubicBezTo>
                <a:cubicBezTo>
                  <a:pt x="59" y="25"/>
                  <a:pt x="59" y="25"/>
                  <a:pt x="59" y="25"/>
                </a:cubicBezTo>
                <a:cubicBezTo>
                  <a:pt x="45" y="11"/>
                  <a:pt x="45" y="11"/>
                  <a:pt x="45" y="11"/>
                </a:cubicBezTo>
                <a:cubicBezTo>
                  <a:pt x="45" y="10"/>
                  <a:pt x="45" y="9"/>
                  <a:pt x="45" y="9"/>
                </a:cubicBezTo>
                <a:cubicBezTo>
                  <a:pt x="47" y="7"/>
                  <a:pt x="47" y="7"/>
                  <a:pt x="47" y="7"/>
                </a:cubicBezTo>
                <a:cubicBezTo>
                  <a:pt x="48" y="7"/>
                  <a:pt x="48" y="7"/>
                  <a:pt x="49" y="7"/>
                </a:cubicBezTo>
                <a:cubicBezTo>
                  <a:pt x="65" y="24"/>
                  <a:pt x="65" y="24"/>
                  <a:pt x="65" y="24"/>
                </a:cubicBezTo>
                <a:cubicBezTo>
                  <a:pt x="66" y="24"/>
                  <a:pt x="66" y="25"/>
                  <a:pt x="65" y="25"/>
                </a:cubicBezTo>
                <a:lnTo>
                  <a:pt x="49" y="4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105"/>
          <p:cNvSpPr>
            <a:spLocks noEditPoints="1"/>
          </p:cNvSpPr>
          <p:nvPr/>
        </p:nvSpPr>
        <p:spPr bwMode="auto">
          <a:xfrm>
            <a:off x="1724021" y="1780846"/>
            <a:ext cx="382873" cy="377324"/>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
        <p:nvSpPr>
          <p:cNvPr id="48" name="Freeform 34"/>
          <p:cNvSpPr>
            <a:spLocks noEditPoints="1"/>
          </p:cNvSpPr>
          <p:nvPr/>
        </p:nvSpPr>
        <p:spPr bwMode="auto">
          <a:xfrm>
            <a:off x="5098104" y="1804102"/>
            <a:ext cx="330812" cy="330812"/>
          </a:xfrm>
          <a:custGeom>
            <a:avLst/>
            <a:gdLst/>
            <a:ahLst/>
            <a:cxnLst>
              <a:cxn ang="0">
                <a:pos x="27" y="55"/>
              </a:cxn>
              <a:cxn ang="0">
                <a:pos x="0" y="28"/>
              </a:cxn>
              <a:cxn ang="0">
                <a:pos x="27" y="0"/>
              </a:cxn>
              <a:cxn ang="0">
                <a:pos x="55" y="28"/>
              </a:cxn>
              <a:cxn ang="0">
                <a:pos x="27" y="55"/>
              </a:cxn>
              <a:cxn ang="0">
                <a:pos x="27" y="5"/>
              </a:cxn>
              <a:cxn ang="0">
                <a:pos x="4" y="28"/>
              </a:cxn>
              <a:cxn ang="0">
                <a:pos x="27" y="51"/>
              </a:cxn>
              <a:cxn ang="0">
                <a:pos x="50" y="28"/>
              </a:cxn>
              <a:cxn ang="0">
                <a:pos x="27" y="5"/>
              </a:cxn>
              <a:cxn ang="0">
                <a:pos x="27" y="46"/>
              </a:cxn>
              <a:cxn ang="0">
                <a:pos x="9" y="28"/>
              </a:cxn>
              <a:cxn ang="0">
                <a:pos x="27" y="9"/>
              </a:cxn>
              <a:cxn ang="0">
                <a:pos x="45" y="28"/>
              </a:cxn>
              <a:cxn ang="0">
                <a:pos x="27" y="46"/>
              </a:cxn>
              <a:cxn ang="0">
                <a:pos x="27" y="14"/>
              </a:cxn>
              <a:cxn ang="0">
                <a:pos x="13" y="28"/>
              </a:cxn>
              <a:cxn ang="0">
                <a:pos x="27" y="41"/>
              </a:cxn>
              <a:cxn ang="0">
                <a:pos x="41" y="28"/>
              </a:cxn>
              <a:cxn ang="0">
                <a:pos x="27" y="14"/>
              </a:cxn>
              <a:cxn ang="0">
                <a:pos x="27" y="37"/>
              </a:cxn>
              <a:cxn ang="0">
                <a:pos x="18" y="28"/>
              </a:cxn>
              <a:cxn ang="0">
                <a:pos x="27" y="19"/>
              </a:cxn>
              <a:cxn ang="0">
                <a:pos x="36" y="28"/>
              </a:cxn>
              <a:cxn ang="0">
                <a:pos x="27" y="37"/>
              </a:cxn>
            </a:cxnLst>
            <a:rect l="0" t="0" r="r" b="b"/>
            <a:pathLst>
              <a:path w="55" h="55">
                <a:moveTo>
                  <a:pt x="27" y="55"/>
                </a:moveTo>
                <a:cubicBezTo>
                  <a:pt x="12" y="55"/>
                  <a:pt x="0" y="43"/>
                  <a:pt x="0" y="28"/>
                </a:cubicBezTo>
                <a:cubicBezTo>
                  <a:pt x="0" y="13"/>
                  <a:pt x="12" y="0"/>
                  <a:pt x="27" y="0"/>
                </a:cubicBezTo>
                <a:cubicBezTo>
                  <a:pt x="42" y="0"/>
                  <a:pt x="55" y="13"/>
                  <a:pt x="55" y="28"/>
                </a:cubicBezTo>
                <a:cubicBezTo>
                  <a:pt x="55" y="43"/>
                  <a:pt x="42" y="55"/>
                  <a:pt x="27" y="55"/>
                </a:cubicBezTo>
                <a:close/>
                <a:moveTo>
                  <a:pt x="27" y="5"/>
                </a:moveTo>
                <a:cubicBezTo>
                  <a:pt x="15" y="5"/>
                  <a:pt x="4" y="15"/>
                  <a:pt x="4" y="28"/>
                </a:cubicBezTo>
                <a:cubicBezTo>
                  <a:pt x="4" y="40"/>
                  <a:pt x="15" y="51"/>
                  <a:pt x="27" y="51"/>
                </a:cubicBezTo>
                <a:cubicBezTo>
                  <a:pt x="40" y="51"/>
                  <a:pt x="50" y="40"/>
                  <a:pt x="50" y="28"/>
                </a:cubicBezTo>
                <a:cubicBezTo>
                  <a:pt x="50" y="15"/>
                  <a:pt x="40" y="5"/>
                  <a:pt x="27" y="5"/>
                </a:cubicBezTo>
                <a:close/>
                <a:moveTo>
                  <a:pt x="27" y="46"/>
                </a:moveTo>
                <a:cubicBezTo>
                  <a:pt x="17" y="46"/>
                  <a:pt x="9" y="38"/>
                  <a:pt x="9" y="28"/>
                </a:cubicBezTo>
                <a:cubicBezTo>
                  <a:pt x="9" y="18"/>
                  <a:pt x="17" y="9"/>
                  <a:pt x="27" y="9"/>
                </a:cubicBezTo>
                <a:cubicBezTo>
                  <a:pt x="37" y="9"/>
                  <a:pt x="45" y="18"/>
                  <a:pt x="45" y="28"/>
                </a:cubicBezTo>
                <a:cubicBezTo>
                  <a:pt x="45" y="38"/>
                  <a:pt x="37" y="46"/>
                  <a:pt x="27" y="46"/>
                </a:cubicBezTo>
                <a:close/>
                <a:moveTo>
                  <a:pt x="27" y="14"/>
                </a:moveTo>
                <a:cubicBezTo>
                  <a:pt x="20" y="14"/>
                  <a:pt x="13" y="20"/>
                  <a:pt x="13" y="28"/>
                </a:cubicBezTo>
                <a:cubicBezTo>
                  <a:pt x="13" y="35"/>
                  <a:pt x="20" y="41"/>
                  <a:pt x="27" y="41"/>
                </a:cubicBezTo>
                <a:cubicBezTo>
                  <a:pt x="35" y="41"/>
                  <a:pt x="41" y="35"/>
                  <a:pt x="41" y="28"/>
                </a:cubicBezTo>
                <a:cubicBezTo>
                  <a:pt x="41" y="20"/>
                  <a:pt x="35" y="14"/>
                  <a:pt x="27" y="14"/>
                </a:cubicBezTo>
                <a:close/>
                <a:moveTo>
                  <a:pt x="27" y="37"/>
                </a:moveTo>
                <a:cubicBezTo>
                  <a:pt x="22" y="37"/>
                  <a:pt x="18" y="33"/>
                  <a:pt x="18" y="28"/>
                </a:cubicBezTo>
                <a:cubicBezTo>
                  <a:pt x="18" y="23"/>
                  <a:pt x="22" y="19"/>
                  <a:pt x="27" y="19"/>
                </a:cubicBezTo>
                <a:cubicBezTo>
                  <a:pt x="32" y="19"/>
                  <a:pt x="36" y="23"/>
                  <a:pt x="36" y="28"/>
                </a:cubicBezTo>
                <a:cubicBezTo>
                  <a:pt x="36" y="33"/>
                  <a:pt x="32" y="37"/>
                  <a:pt x="27" y="3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Text Placeholder 3"/>
          <p:cNvSpPr txBox="1">
            <a:spLocks/>
          </p:cNvSpPr>
          <p:nvPr/>
        </p:nvSpPr>
        <p:spPr>
          <a:xfrm>
            <a:off x="1416602" y="2217104"/>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sp>
        <p:nvSpPr>
          <p:cNvPr id="50" name="Text Placeholder 3"/>
          <p:cNvSpPr txBox="1">
            <a:spLocks/>
          </p:cNvSpPr>
          <p:nvPr/>
        </p:nvSpPr>
        <p:spPr>
          <a:xfrm>
            <a:off x="3076833" y="2217104"/>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sp>
        <p:nvSpPr>
          <p:cNvPr id="51" name="Text Placeholder 3"/>
          <p:cNvSpPr txBox="1">
            <a:spLocks/>
          </p:cNvSpPr>
          <p:nvPr/>
        </p:nvSpPr>
        <p:spPr>
          <a:xfrm>
            <a:off x="4764655" y="2217104"/>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sp>
        <p:nvSpPr>
          <p:cNvPr id="52" name="Text Placeholder 3"/>
          <p:cNvSpPr txBox="1">
            <a:spLocks/>
          </p:cNvSpPr>
          <p:nvPr/>
        </p:nvSpPr>
        <p:spPr>
          <a:xfrm>
            <a:off x="6468646" y="2217104"/>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cxnSp>
        <p:nvCxnSpPr>
          <p:cNvPr id="53" name="Straight Connector 52"/>
          <p:cNvCxnSpPr/>
          <p:nvPr/>
        </p:nvCxnSpPr>
        <p:spPr>
          <a:xfrm rot="5400000" flipH="1" flipV="1">
            <a:off x="1640118" y="3202577"/>
            <a:ext cx="533399" cy="1852"/>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flipH="1" flipV="1">
            <a:off x="3327013" y="3202577"/>
            <a:ext cx="533399" cy="1852"/>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rot="5400000" flipH="1" flipV="1">
            <a:off x="5013908" y="3202578"/>
            <a:ext cx="533399" cy="1852"/>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5400000" flipH="1" flipV="1">
            <a:off x="6700803" y="3202578"/>
            <a:ext cx="533399" cy="1852"/>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56"/>
          <p:cNvGrpSpPr/>
          <p:nvPr/>
        </p:nvGrpSpPr>
        <p:grpSpPr>
          <a:xfrm>
            <a:off x="1165820" y="3547903"/>
            <a:ext cx="1483848" cy="863356"/>
            <a:chOff x="495837" y="1363501"/>
            <a:chExt cx="1483848" cy="863356"/>
          </a:xfrm>
        </p:grpSpPr>
        <p:sp>
          <p:nvSpPr>
            <p:cNvPr id="69" name="TextBox 68"/>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0" name="Rectangle 69"/>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5" name="Group 56"/>
          <p:cNvGrpSpPr/>
          <p:nvPr/>
        </p:nvGrpSpPr>
        <p:grpSpPr>
          <a:xfrm>
            <a:off x="2852715" y="3547903"/>
            <a:ext cx="1483848" cy="863356"/>
            <a:chOff x="495837" y="1363501"/>
            <a:chExt cx="1483848" cy="863356"/>
          </a:xfrm>
        </p:grpSpPr>
        <p:sp>
          <p:nvSpPr>
            <p:cNvPr id="72" name="TextBox 71"/>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3" name="Rectangle 72"/>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6" name="Group 56"/>
          <p:cNvGrpSpPr/>
          <p:nvPr/>
        </p:nvGrpSpPr>
        <p:grpSpPr>
          <a:xfrm>
            <a:off x="4539610" y="3547903"/>
            <a:ext cx="1483848" cy="863356"/>
            <a:chOff x="495837" y="1363501"/>
            <a:chExt cx="1483848" cy="863356"/>
          </a:xfrm>
        </p:grpSpPr>
        <p:sp>
          <p:nvSpPr>
            <p:cNvPr id="77" name="TextBox 76"/>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8" name="Rectangle 77"/>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7" name="Group 56"/>
          <p:cNvGrpSpPr/>
          <p:nvPr/>
        </p:nvGrpSpPr>
        <p:grpSpPr>
          <a:xfrm>
            <a:off x="6238804" y="3547903"/>
            <a:ext cx="1483848" cy="863356"/>
            <a:chOff x="495837" y="1363501"/>
            <a:chExt cx="1483848" cy="863356"/>
          </a:xfrm>
        </p:grpSpPr>
        <p:sp>
          <p:nvSpPr>
            <p:cNvPr id="81" name="TextBox 80"/>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82" name="Rectangle 81"/>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0-#ppt_w/2"/>
                                          </p:val>
                                        </p:tav>
                                        <p:tav tm="100000">
                                          <p:val>
                                            <p:strVal val="#ppt_x"/>
                                          </p:val>
                                        </p:tav>
                                      </p:tavLst>
                                    </p:anim>
                                    <p:anim calcmode="lin" valueType="num">
                                      <p:cBhvr additive="base">
                                        <p:cTn id="8" dur="500" fill="hold"/>
                                        <p:tgtEl>
                                          <p:spTgt spid="4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41"/>
                                        </p:tgtEl>
                                        <p:attrNameLst>
                                          <p:attrName>style.visibility</p:attrName>
                                        </p:attrNameLst>
                                      </p:cBhvr>
                                      <p:to>
                                        <p:strVal val="visible"/>
                                      </p:to>
                                    </p:set>
                                    <p:anim calcmode="lin" valueType="num">
                                      <p:cBhvr>
                                        <p:cTn id="12" dur="500" fill="hold"/>
                                        <p:tgtEl>
                                          <p:spTgt spid="41"/>
                                        </p:tgtEl>
                                        <p:attrNameLst>
                                          <p:attrName>ppt_w</p:attrName>
                                        </p:attrNameLst>
                                      </p:cBhvr>
                                      <p:tavLst>
                                        <p:tav tm="0">
                                          <p:val>
                                            <p:fltVal val="0"/>
                                          </p:val>
                                        </p:tav>
                                        <p:tav tm="100000">
                                          <p:val>
                                            <p:strVal val="#ppt_w"/>
                                          </p:val>
                                        </p:tav>
                                      </p:tavLst>
                                    </p:anim>
                                    <p:anim calcmode="lin" valueType="num">
                                      <p:cBhvr>
                                        <p:cTn id="13" dur="500" fill="hold"/>
                                        <p:tgtEl>
                                          <p:spTgt spid="41"/>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p:cTn id="17" dur="500" fill="hold"/>
                                        <p:tgtEl>
                                          <p:spTgt spid="47"/>
                                        </p:tgtEl>
                                        <p:attrNameLst>
                                          <p:attrName>ppt_w</p:attrName>
                                        </p:attrNameLst>
                                      </p:cBhvr>
                                      <p:tavLst>
                                        <p:tav tm="0">
                                          <p:val>
                                            <p:fltVal val="0"/>
                                          </p:val>
                                        </p:tav>
                                        <p:tav tm="100000">
                                          <p:val>
                                            <p:strVal val="#ppt_w"/>
                                          </p:val>
                                        </p:tav>
                                      </p:tavLst>
                                    </p:anim>
                                    <p:anim calcmode="lin" valueType="num">
                                      <p:cBhvr>
                                        <p:cTn id="18" dur="500" fill="hold"/>
                                        <p:tgtEl>
                                          <p:spTgt spid="47"/>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49"/>
                                        </p:tgtEl>
                                        <p:attrNameLst>
                                          <p:attrName>style.visibility</p:attrName>
                                        </p:attrNameLst>
                                      </p:cBhvr>
                                      <p:to>
                                        <p:strVal val="visible"/>
                                      </p:to>
                                    </p:set>
                                    <p:anim calcmode="lin" valueType="num">
                                      <p:cBhvr>
                                        <p:cTn id="22" dur="500" fill="hold"/>
                                        <p:tgtEl>
                                          <p:spTgt spid="49"/>
                                        </p:tgtEl>
                                        <p:attrNameLst>
                                          <p:attrName>ppt_w</p:attrName>
                                        </p:attrNameLst>
                                      </p:cBhvr>
                                      <p:tavLst>
                                        <p:tav tm="0">
                                          <p:val>
                                            <p:fltVal val="0"/>
                                          </p:val>
                                        </p:tav>
                                        <p:tav tm="100000">
                                          <p:val>
                                            <p:strVal val="#ppt_w"/>
                                          </p:val>
                                        </p:tav>
                                      </p:tavLst>
                                    </p:anim>
                                    <p:anim calcmode="lin" valueType="num">
                                      <p:cBhvr>
                                        <p:cTn id="23" dur="500" fill="hold"/>
                                        <p:tgtEl>
                                          <p:spTgt spid="49"/>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p:cTn id="27" dur="500" fill="hold"/>
                                        <p:tgtEl>
                                          <p:spTgt spid="42"/>
                                        </p:tgtEl>
                                        <p:attrNameLst>
                                          <p:attrName>ppt_w</p:attrName>
                                        </p:attrNameLst>
                                      </p:cBhvr>
                                      <p:tavLst>
                                        <p:tav tm="0">
                                          <p:val>
                                            <p:fltVal val="0"/>
                                          </p:val>
                                        </p:tav>
                                        <p:tav tm="100000">
                                          <p:val>
                                            <p:strVal val="#ppt_w"/>
                                          </p:val>
                                        </p:tav>
                                      </p:tavLst>
                                    </p:anim>
                                    <p:anim calcmode="lin" valueType="num">
                                      <p:cBhvr>
                                        <p:cTn id="28" dur="500" fill="hold"/>
                                        <p:tgtEl>
                                          <p:spTgt spid="42"/>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ID="23" presetClass="entr" presetSubtype="16" fill="hold" grpId="0" nodeType="afterEffect">
                                  <p:stCondLst>
                                    <p:cond delay="0"/>
                                  </p:stCondLst>
                                  <p:childTnLst>
                                    <p:set>
                                      <p:cBhvr>
                                        <p:cTn id="31" dur="1" fill="hold">
                                          <p:stCondLst>
                                            <p:cond delay="0"/>
                                          </p:stCondLst>
                                        </p:cTn>
                                        <p:tgtEl>
                                          <p:spTgt spid="46"/>
                                        </p:tgtEl>
                                        <p:attrNameLst>
                                          <p:attrName>style.visibility</p:attrName>
                                        </p:attrNameLst>
                                      </p:cBhvr>
                                      <p:to>
                                        <p:strVal val="visible"/>
                                      </p:to>
                                    </p:set>
                                    <p:anim calcmode="lin" valueType="num">
                                      <p:cBhvr>
                                        <p:cTn id="32" dur="500" fill="hold"/>
                                        <p:tgtEl>
                                          <p:spTgt spid="46"/>
                                        </p:tgtEl>
                                        <p:attrNameLst>
                                          <p:attrName>ppt_w</p:attrName>
                                        </p:attrNameLst>
                                      </p:cBhvr>
                                      <p:tavLst>
                                        <p:tav tm="0">
                                          <p:val>
                                            <p:fltVal val="0"/>
                                          </p:val>
                                        </p:tav>
                                        <p:tav tm="100000">
                                          <p:val>
                                            <p:strVal val="#ppt_w"/>
                                          </p:val>
                                        </p:tav>
                                      </p:tavLst>
                                    </p:anim>
                                    <p:anim calcmode="lin" valueType="num">
                                      <p:cBhvr>
                                        <p:cTn id="33" dur="500" fill="hold"/>
                                        <p:tgtEl>
                                          <p:spTgt spid="46"/>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ID="23" presetClass="entr" presetSubtype="16" fill="hold" grpId="0" nodeType="afterEffect">
                                  <p:stCondLst>
                                    <p:cond delay="0"/>
                                  </p:stCondLst>
                                  <p:childTnLst>
                                    <p:set>
                                      <p:cBhvr>
                                        <p:cTn id="36" dur="1" fill="hold">
                                          <p:stCondLst>
                                            <p:cond delay="0"/>
                                          </p:stCondLst>
                                        </p:cTn>
                                        <p:tgtEl>
                                          <p:spTgt spid="50"/>
                                        </p:tgtEl>
                                        <p:attrNameLst>
                                          <p:attrName>style.visibility</p:attrName>
                                        </p:attrNameLst>
                                      </p:cBhvr>
                                      <p:to>
                                        <p:strVal val="visible"/>
                                      </p:to>
                                    </p:set>
                                    <p:anim calcmode="lin" valueType="num">
                                      <p:cBhvr>
                                        <p:cTn id="37" dur="500" fill="hold"/>
                                        <p:tgtEl>
                                          <p:spTgt spid="50"/>
                                        </p:tgtEl>
                                        <p:attrNameLst>
                                          <p:attrName>ppt_w</p:attrName>
                                        </p:attrNameLst>
                                      </p:cBhvr>
                                      <p:tavLst>
                                        <p:tav tm="0">
                                          <p:val>
                                            <p:fltVal val="0"/>
                                          </p:val>
                                        </p:tav>
                                        <p:tav tm="100000">
                                          <p:val>
                                            <p:strVal val="#ppt_w"/>
                                          </p:val>
                                        </p:tav>
                                      </p:tavLst>
                                    </p:anim>
                                    <p:anim calcmode="lin" valueType="num">
                                      <p:cBhvr>
                                        <p:cTn id="38" dur="500" fill="hold"/>
                                        <p:tgtEl>
                                          <p:spTgt spid="50"/>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ID="23" presetClass="entr" presetSubtype="16" fill="hold" grpId="0" nodeType="afterEffect">
                                  <p:stCondLst>
                                    <p:cond delay="0"/>
                                  </p:stCondLst>
                                  <p:childTnLst>
                                    <p:set>
                                      <p:cBhvr>
                                        <p:cTn id="41" dur="1" fill="hold">
                                          <p:stCondLst>
                                            <p:cond delay="0"/>
                                          </p:stCondLst>
                                        </p:cTn>
                                        <p:tgtEl>
                                          <p:spTgt spid="43"/>
                                        </p:tgtEl>
                                        <p:attrNameLst>
                                          <p:attrName>style.visibility</p:attrName>
                                        </p:attrNameLst>
                                      </p:cBhvr>
                                      <p:to>
                                        <p:strVal val="visible"/>
                                      </p:to>
                                    </p:set>
                                    <p:anim calcmode="lin" valueType="num">
                                      <p:cBhvr>
                                        <p:cTn id="42" dur="500" fill="hold"/>
                                        <p:tgtEl>
                                          <p:spTgt spid="43"/>
                                        </p:tgtEl>
                                        <p:attrNameLst>
                                          <p:attrName>ppt_w</p:attrName>
                                        </p:attrNameLst>
                                      </p:cBhvr>
                                      <p:tavLst>
                                        <p:tav tm="0">
                                          <p:val>
                                            <p:fltVal val="0"/>
                                          </p:val>
                                        </p:tav>
                                        <p:tav tm="100000">
                                          <p:val>
                                            <p:strVal val="#ppt_w"/>
                                          </p:val>
                                        </p:tav>
                                      </p:tavLst>
                                    </p:anim>
                                    <p:anim calcmode="lin" valueType="num">
                                      <p:cBhvr>
                                        <p:cTn id="43" dur="500" fill="hold"/>
                                        <p:tgtEl>
                                          <p:spTgt spid="43"/>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p:cTn id="47" dur="500" fill="hold"/>
                                        <p:tgtEl>
                                          <p:spTgt spid="48"/>
                                        </p:tgtEl>
                                        <p:attrNameLst>
                                          <p:attrName>ppt_w</p:attrName>
                                        </p:attrNameLst>
                                      </p:cBhvr>
                                      <p:tavLst>
                                        <p:tav tm="0">
                                          <p:val>
                                            <p:fltVal val="0"/>
                                          </p:val>
                                        </p:tav>
                                        <p:tav tm="100000">
                                          <p:val>
                                            <p:strVal val="#ppt_w"/>
                                          </p:val>
                                        </p:tav>
                                      </p:tavLst>
                                    </p:anim>
                                    <p:anim calcmode="lin" valueType="num">
                                      <p:cBhvr>
                                        <p:cTn id="48" dur="500" fill="hold"/>
                                        <p:tgtEl>
                                          <p:spTgt spid="48"/>
                                        </p:tgtEl>
                                        <p:attrNameLst>
                                          <p:attrName>ppt_h</p:attrName>
                                        </p:attrNameLst>
                                      </p:cBhvr>
                                      <p:tavLst>
                                        <p:tav tm="0">
                                          <p:val>
                                            <p:fltVal val="0"/>
                                          </p:val>
                                        </p:tav>
                                        <p:tav tm="100000">
                                          <p:val>
                                            <p:strVal val="#ppt_h"/>
                                          </p:val>
                                        </p:tav>
                                      </p:tavLst>
                                    </p:anim>
                                  </p:childTnLst>
                                </p:cTn>
                              </p:par>
                            </p:childTnLst>
                          </p:cTn>
                        </p:par>
                        <p:par>
                          <p:cTn id="49" fill="hold">
                            <p:stCondLst>
                              <p:cond delay="4500"/>
                            </p:stCondLst>
                            <p:childTnLst>
                              <p:par>
                                <p:cTn id="50" presetID="23" presetClass="entr" presetSubtype="16" fill="hold" grpId="0" nodeType="afterEffect">
                                  <p:stCondLst>
                                    <p:cond delay="0"/>
                                  </p:stCondLst>
                                  <p:childTnLst>
                                    <p:set>
                                      <p:cBhvr>
                                        <p:cTn id="51" dur="1" fill="hold">
                                          <p:stCondLst>
                                            <p:cond delay="0"/>
                                          </p:stCondLst>
                                        </p:cTn>
                                        <p:tgtEl>
                                          <p:spTgt spid="51"/>
                                        </p:tgtEl>
                                        <p:attrNameLst>
                                          <p:attrName>style.visibility</p:attrName>
                                        </p:attrNameLst>
                                      </p:cBhvr>
                                      <p:to>
                                        <p:strVal val="visible"/>
                                      </p:to>
                                    </p:set>
                                    <p:anim calcmode="lin" valueType="num">
                                      <p:cBhvr>
                                        <p:cTn id="52" dur="500" fill="hold"/>
                                        <p:tgtEl>
                                          <p:spTgt spid="51"/>
                                        </p:tgtEl>
                                        <p:attrNameLst>
                                          <p:attrName>ppt_w</p:attrName>
                                        </p:attrNameLst>
                                      </p:cBhvr>
                                      <p:tavLst>
                                        <p:tav tm="0">
                                          <p:val>
                                            <p:fltVal val="0"/>
                                          </p:val>
                                        </p:tav>
                                        <p:tav tm="100000">
                                          <p:val>
                                            <p:strVal val="#ppt_w"/>
                                          </p:val>
                                        </p:tav>
                                      </p:tavLst>
                                    </p:anim>
                                    <p:anim calcmode="lin" valueType="num">
                                      <p:cBhvr>
                                        <p:cTn id="53" dur="500" fill="hold"/>
                                        <p:tgtEl>
                                          <p:spTgt spid="51"/>
                                        </p:tgtEl>
                                        <p:attrNameLst>
                                          <p:attrName>ppt_h</p:attrName>
                                        </p:attrNameLst>
                                      </p:cBhvr>
                                      <p:tavLst>
                                        <p:tav tm="0">
                                          <p:val>
                                            <p:fltVal val="0"/>
                                          </p:val>
                                        </p:tav>
                                        <p:tav tm="100000">
                                          <p:val>
                                            <p:strVal val="#ppt_h"/>
                                          </p:val>
                                        </p:tav>
                                      </p:tavLst>
                                    </p:anim>
                                  </p:childTnLst>
                                </p:cTn>
                              </p:par>
                            </p:childTnLst>
                          </p:cTn>
                        </p:par>
                        <p:par>
                          <p:cTn id="54" fill="hold">
                            <p:stCondLst>
                              <p:cond delay="5000"/>
                            </p:stCondLst>
                            <p:childTnLst>
                              <p:par>
                                <p:cTn id="55" presetID="23" presetClass="entr" presetSubtype="16" fill="hold" grpId="0" nodeType="afterEffect">
                                  <p:stCondLst>
                                    <p:cond delay="0"/>
                                  </p:stCondLst>
                                  <p:childTnLst>
                                    <p:set>
                                      <p:cBhvr>
                                        <p:cTn id="56" dur="1" fill="hold">
                                          <p:stCondLst>
                                            <p:cond delay="0"/>
                                          </p:stCondLst>
                                        </p:cTn>
                                        <p:tgtEl>
                                          <p:spTgt spid="44"/>
                                        </p:tgtEl>
                                        <p:attrNameLst>
                                          <p:attrName>style.visibility</p:attrName>
                                        </p:attrNameLst>
                                      </p:cBhvr>
                                      <p:to>
                                        <p:strVal val="visible"/>
                                      </p:to>
                                    </p:set>
                                    <p:anim calcmode="lin" valueType="num">
                                      <p:cBhvr>
                                        <p:cTn id="57" dur="500" fill="hold"/>
                                        <p:tgtEl>
                                          <p:spTgt spid="44"/>
                                        </p:tgtEl>
                                        <p:attrNameLst>
                                          <p:attrName>ppt_w</p:attrName>
                                        </p:attrNameLst>
                                      </p:cBhvr>
                                      <p:tavLst>
                                        <p:tav tm="0">
                                          <p:val>
                                            <p:fltVal val="0"/>
                                          </p:val>
                                        </p:tav>
                                        <p:tav tm="100000">
                                          <p:val>
                                            <p:strVal val="#ppt_w"/>
                                          </p:val>
                                        </p:tav>
                                      </p:tavLst>
                                    </p:anim>
                                    <p:anim calcmode="lin" valueType="num">
                                      <p:cBhvr>
                                        <p:cTn id="58" dur="500" fill="hold"/>
                                        <p:tgtEl>
                                          <p:spTgt spid="44"/>
                                        </p:tgtEl>
                                        <p:attrNameLst>
                                          <p:attrName>ppt_h</p:attrName>
                                        </p:attrNameLst>
                                      </p:cBhvr>
                                      <p:tavLst>
                                        <p:tav tm="0">
                                          <p:val>
                                            <p:fltVal val="0"/>
                                          </p:val>
                                        </p:tav>
                                        <p:tav tm="100000">
                                          <p:val>
                                            <p:strVal val="#ppt_h"/>
                                          </p:val>
                                        </p:tav>
                                      </p:tavLst>
                                    </p:anim>
                                  </p:childTnLst>
                                </p:cTn>
                              </p:par>
                            </p:childTnLst>
                          </p:cTn>
                        </p:par>
                        <p:par>
                          <p:cTn id="59" fill="hold">
                            <p:stCondLst>
                              <p:cond delay="5500"/>
                            </p:stCondLst>
                            <p:childTnLst>
                              <p:par>
                                <p:cTn id="60" presetID="23" presetClass="entr" presetSubtype="16" fill="hold" grpId="0" nodeType="afterEffect">
                                  <p:stCondLst>
                                    <p:cond delay="0"/>
                                  </p:stCondLst>
                                  <p:childTnLst>
                                    <p:set>
                                      <p:cBhvr>
                                        <p:cTn id="61" dur="1" fill="hold">
                                          <p:stCondLst>
                                            <p:cond delay="0"/>
                                          </p:stCondLst>
                                        </p:cTn>
                                        <p:tgtEl>
                                          <p:spTgt spid="45"/>
                                        </p:tgtEl>
                                        <p:attrNameLst>
                                          <p:attrName>style.visibility</p:attrName>
                                        </p:attrNameLst>
                                      </p:cBhvr>
                                      <p:to>
                                        <p:strVal val="visible"/>
                                      </p:to>
                                    </p:set>
                                    <p:anim calcmode="lin" valueType="num">
                                      <p:cBhvr>
                                        <p:cTn id="62" dur="500" fill="hold"/>
                                        <p:tgtEl>
                                          <p:spTgt spid="45"/>
                                        </p:tgtEl>
                                        <p:attrNameLst>
                                          <p:attrName>ppt_w</p:attrName>
                                        </p:attrNameLst>
                                      </p:cBhvr>
                                      <p:tavLst>
                                        <p:tav tm="0">
                                          <p:val>
                                            <p:fltVal val="0"/>
                                          </p:val>
                                        </p:tav>
                                        <p:tav tm="100000">
                                          <p:val>
                                            <p:strVal val="#ppt_w"/>
                                          </p:val>
                                        </p:tav>
                                      </p:tavLst>
                                    </p:anim>
                                    <p:anim calcmode="lin" valueType="num">
                                      <p:cBhvr>
                                        <p:cTn id="63" dur="500" fill="hold"/>
                                        <p:tgtEl>
                                          <p:spTgt spid="45"/>
                                        </p:tgtEl>
                                        <p:attrNameLst>
                                          <p:attrName>ppt_h</p:attrName>
                                        </p:attrNameLst>
                                      </p:cBhvr>
                                      <p:tavLst>
                                        <p:tav tm="0">
                                          <p:val>
                                            <p:fltVal val="0"/>
                                          </p:val>
                                        </p:tav>
                                        <p:tav tm="100000">
                                          <p:val>
                                            <p:strVal val="#ppt_h"/>
                                          </p:val>
                                        </p:tav>
                                      </p:tavLst>
                                    </p:anim>
                                  </p:childTnLst>
                                </p:cTn>
                              </p:par>
                            </p:childTnLst>
                          </p:cTn>
                        </p:par>
                        <p:par>
                          <p:cTn id="64" fill="hold">
                            <p:stCondLst>
                              <p:cond delay="6000"/>
                            </p:stCondLst>
                            <p:childTnLst>
                              <p:par>
                                <p:cTn id="65" presetID="23" presetClass="entr" presetSubtype="16" fill="hold" grpId="0" nodeType="afterEffect">
                                  <p:stCondLst>
                                    <p:cond delay="0"/>
                                  </p:stCondLst>
                                  <p:childTnLst>
                                    <p:set>
                                      <p:cBhvr>
                                        <p:cTn id="66" dur="1" fill="hold">
                                          <p:stCondLst>
                                            <p:cond delay="0"/>
                                          </p:stCondLst>
                                        </p:cTn>
                                        <p:tgtEl>
                                          <p:spTgt spid="52"/>
                                        </p:tgtEl>
                                        <p:attrNameLst>
                                          <p:attrName>style.visibility</p:attrName>
                                        </p:attrNameLst>
                                      </p:cBhvr>
                                      <p:to>
                                        <p:strVal val="visible"/>
                                      </p:to>
                                    </p:set>
                                    <p:anim calcmode="lin" valueType="num">
                                      <p:cBhvr>
                                        <p:cTn id="67" dur="500" fill="hold"/>
                                        <p:tgtEl>
                                          <p:spTgt spid="52"/>
                                        </p:tgtEl>
                                        <p:attrNameLst>
                                          <p:attrName>ppt_w</p:attrName>
                                        </p:attrNameLst>
                                      </p:cBhvr>
                                      <p:tavLst>
                                        <p:tav tm="0">
                                          <p:val>
                                            <p:fltVal val="0"/>
                                          </p:val>
                                        </p:tav>
                                        <p:tav tm="100000">
                                          <p:val>
                                            <p:strVal val="#ppt_w"/>
                                          </p:val>
                                        </p:tav>
                                      </p:tavLst>
                                    </p:anim>
                                    <p:anim calcmode="lin" valueType="num">
                                      <p:cBhvr>
                                        <p:cTn id="68" dur="500" fill="hold"/>
                                        <p:tgtEl>
                                          <p:spTgt spid="52"/>
                                        </p:tgtEl>
                                        <p:attrNameLst>
                                          <p:attrName>ppt_h</p:attrName>
                                        </p:attrNameLst>
                                      </p:cBhvr>
                                      <p:tavLst>
                                        <p:tav tm="0">
                                          <p:val>
                                            <p:fltVal val="0"/>
                                          </p:val>
                                        </p:tav>
                                        <p:tav tm="100000">
                                          <p:val>
                                            <p:strVal val="#ppt_h"/>
                                          </p:val>
                                        </p:tav>
                                      </p:tavLst>
                                    </p:anim>
                                  </p:childTnLst>
                                </p:cTn>
                              </p:par>
                            </p:childTnLst>
                          </p:cTn>
                        </p:par>
                        <p:par>
                          <p:cTn id="69" fill="hold">
                            <p:stCondLst>
                              <p:cond delay="6500"/>
                            </p:stCondLst>
                            <p:childTnLst>
                              <p:par>
                                <p:cTn id="70" presetID="22" presetClass="entr" presetSubtype="1" fill="hold" nodeType="afterEffect">
                                  <p:stCondLst>
                                    <p:cond delay="0"/>
                                  </p:stCondLst>
                                  <p:childTnLst>
                                    <p:set>
                                      <p:cBhvr>
                                        <p:cTn id="71" dur="1" fill="hold">
                                          <p:stCondLst>
                                            <p:cond delay="0"/>
                                          </p:stCondLst>
                                        </p:cTn>
                                        <p:tgtEl>
                                          <p:spTgt spid="53"/>
                                        </p:tgtEl>
                                        <p:attrNameLst>
                                          <p:attrName>style.visibility</p:attrName>
                                        </p:attrNameLst>
                                      </p:cBhvr>
                                      <p:to>
                                        <p:strVal val="visible"/>
                                      </p:to>
                                    </p:set>
                                    <p:animEffect transition="in" filter="wipe(up)">
                                      <p:cBhvr>
                                        <p:cTn id="72" dur="500"/>
                                        <p:tgtEl>
                                          <p:spTgt spid="53"/>
                                        </p:tgtEl>
                                      </p:cBhvr>
                                    </p:animEffect>
                                  </p:childTnLst>
                                </p:cTn>
                              </p:par>
                              <p:par>
                                <p:cTn id="73" presetID="2" presetClass="entr" presetSubtype="4" accel="50000" decel="50000" fill="hold" nodeType="withEffect">
                                  <p:stCondLst>
                                    <p:cond delay="0"/>
                                  </p:stCondLst>
                                  <p:childTnLst>
                                    <p:set>
                                      <p:cBhvr>
                                        <p:cTn id="74" dur="1" fill="hold">
                                          <p:stCondLst>
                                            <p:cond delay="0"/>
                                          </p:stCondLst>
                                        </p:cTn>
                                        <p:tgtEl>
                                          <p:spTgt spid="3"/>
                                        </p:tgtEl>
                                        <p:attrNameLst>
                                          <p:attrName>style.visibility</p:attrName>
                                        </p:attrNameLst>
                                      </p:cBhvr>
                                      <p:to>
                                        <p:strVal val="visible"/>
                                      </p:to>
                                    </p:set>
                                    <p:anim calcmode="lin" valueType="num">
                                      <p:cBhvr additive="base">
                                        <p:cTn id="75" dur="500" fill="hold"/>
                                        <p:tgtEl>
                                          <p:spTgt spid="3"/>
                                        </p:tgtEl>
                                        <p:attrNameLst>
                                          <p:attrName>ppt_x</p:attrName>
                                        </p:attrNameLst>
                                      </p:cBhvr>
                                      <p:tavLst>
                                        <p:tav tm="0">
                                          <p:val>
                                            <p:strVal val="#ppt_x"/>
                                          </p:val>
                                        </p:tav>
                                        <p:tav tm="100000">
                                          <p:val>
                                            <p:strVal val="#ppt_x"/>
                                          </p:val>
                                        </p:tav>
                                      </p:tavLst>
                                    </p:anim>
                                    <p:anim calcmode="lin" valueType="num">
                                      <p:cBhvr additive="base">
                                        <p:cTn id="76" dur="500" fill="hold"/>
                                        <p:tgtEl>
                                          <p:spTgt spid="3"/>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2" presetClass="entr" presetSubtype="1" fill="hold" nodeType="afterEffect">
                                  <p:stCondLst>
                                    <p:cond delay="0"/>
                                  </p:stCondLst>
                                  <p:childTnLst>
                                    <p:set>
                                      <p:cBhvr>
                                        <p:cTn id="79" dur="1" fill="hold">
                                          <p:stCondLst>
                                            <p:cond delay="0"/>
                                          </p:stCondLst>
                                        </p:cTn>
                                        <p:tgtEl>
                                          <p:spTgt spid="62"/>
                                        </p:tgtEl>
                                        <p:attrNameLst>
                                          <p:attrName>style.visibility</p:attrName>
                                        </p:attrNameLst>
                                      </p:cBhvr>
                                      <p:to>
                                        <p:strVal val="visible"/>
                                      </p:to>
                                    </p:set>
                                    <p:animEffect transition="in" filter="wipe(up)">
                                      <p:cBhvr>
                                        <p:cTn id="80" dur="500"/>
                                        <p:tgtEl>
                                          <p:spTgt spid="62"/>
                                        </p:tgtEl>
                                      </p:cBhvr>
                                    </p:animEffect>
                                  </p:childTnLst>
                                </p:cTn>
                              </p:par>
                              <p:par>
                                <p:cTn id="81" presetID="2" presetClass="entr" presetSubtype="4" accel="50000" decel="50000" fill="hold" nodeType="with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additive="base">
                                        <p:cTn id="83" dur="500" fill="hold"/>
                                        <p:tgtEl>
                                          <p:spTgt spid="5"/>
                                        </p:tgtEl>
                                        <p:attrNameLst>
                                          <p:attrName>ppt_x</p:attrName>
                                        </p:attrNameLst>
                                      </p:cBhvr>
                                      <p:tavLst>
                                        <p:tav tm="0">
                                          <p:val>
                                            <p:strVal val="#ppt_x"/>
                                          </p:val>
                                        </p:tav>
                                        <p:tav tm="100000">
                                          <p:val>
                                            <p:strVal val="#ppt_x"/>
                                          </p:val>
                                        </p:tav>
                                      </p:tavLst>
                                    </p:anim>
                                    <p:anim calcmode="lin" valueType="num">
                                      <p:cBhvr additive="base">
                                        <p:cTn id="84" dur="500" fill="hold"/>
                                        <p:tgtEl>
                                          <p:spTgt spid="5"/>
                                        </p:tgtEl>
                                        <p:attrNameLst>
                                          <p:attrName>ppt_y</p:attrName>
                                        </p:attrNameLst>
                                      </p:cBhvr>
                                      <p:tavLst>
                                        <p:tav tm="0">
                                          <p:val>
                                            <p:strVal val="1+#ppt_h/2"/>
                                          </p:val>
                                        </p:tav>
                                        <p:tav tm="100000">
                                          <p:val>
                                            <p:strVal val="#ppt_y"/>
                                          </p:val>
                                        </p:tav>
                                      </p:tavLst>
                                    </p:anim>
                                  </p:childTnLst>
                                </p:cTn>
                              </p:par>
                            </p:childTnLst>
                          </p:cTn>
                        </p:par>
                        <p:par>
                          <p:cTn id="85" fill="hold">
                            <p:stCondLst>
                              <p:cond delay="7500"/>
                            </p:stCondLst>
                            <p:childTnLst>
                              <p:par>
                                <p:cTn id="86" presetID="22" presetClass="entr" presetSubtype="1" fill="hold" nodeType="afterEffect">
                                  <p:stCondLst>
                                    <p:cond delay="0"/>
                                  </p:stCondLst>
                                  <p:childTnLst>
                                    <p:set>
                                      <p:cBhvr>
                                        <p:cTn id="87" dur="1" fill="hold">
                                          <p:stCondLst>
                                            <p:cond delay="0"/>
                                          </p:stCondLst>
                                        </p:cTn>
                                        <p:tgtEl>
                                          <p:spTgt spid="63"/>
                                        </p:tgtEl>
                                        <p:attrNameLst>
                                          <p:attrName>style.visibility</p:attrName>
                                        </p:attrNameLst>
                                      </p:cBhvr>
                                      <p:to>
                                        <p:strVal val="visible"/>
                                      </p:to>
                                    </p:set>
                                    <p:animEffect transition="in" filter="wipe(up)">
                                      <p:cBhvr>
                                        <p:cTn id="88" dur="500"/>
                                        <p:tgtEl>
                                          <p:spTgt spid="63"/>
                                        </p:tgtEl>
                                      </p:cBhvr>
                                    </p:animEffect>
                                  </p:childTnLst>
                                </p:cTn>
                              </p:par>
                              <p:par>
                                <p:cTn id="89" presetID="2" presetClass="entr" presetSubtype="4" accel="50000" decel="50000" fill="hold" nodeType="withEffect">
                                  <p:stCondLst>
                                    <p:cond delay="0"/>
                                  </p:stCondLst>
                                  <p:childTnLst>
                                    <p:set>
                                      <p:cBhvr>
                                        <p:cTn id="90" dur="1" fill="hold">
                                          <p:stCondLst>
                                            <p:cond delay="0"/>
                                          </p:stCondLst>
                                        </p:cTn>
                                        <p:tgtEl>
                                          <p:spTgt spid="6"/>
                                        </p:tgtEl>
                                        <p:attrNameLst>
                                          <p:attrName>style.visibility</p:attrName>
                                        </p:attrNameLst>
                                      </p:cBhvr>
                                      <p:to>
                                        <p:strVal val="visible"/>
                                      </p:to>
                                    </p:set>
                                    <p:anim calcmode="lin" valueType="num">
                                      <p:cBhvr additive="base">
                                        <p:cTn id="91" dur="500" fill="hold"/>
                                        <p:tgtEl>
                                          <p:spTgt spid="6"/>
                                        </p:tgtEl>
                                        <p:attrNameLst>
                                          <p:attrName>ppt_x</p:attrName>
                                        </p:attrNameLst>
                                      </p:cBhvr>
                                      <p:tavLst>
                                        <p:tav tm="0">
                                          <p:val>
                                            <p:strVal val="#ppt_x"/>
                                          </p:val>
                                        </p:tav>
                                        <p:tav tm="100000">
                                          <p:val>
                                            <p:strVal val="#ppt_x"/>
                                          </p:val>
                                        </p:tav>
                                      </p:tavLst>
                                    </p:anim>
                                    <p:anim calcmode="lin" valueType="num">
                                      <p:cBhvr additive="base">
                                        <p:cTn id="92" dur="500" fill="hold"/>
                                        <p:tgtEl>
                                          <p:spTgt spid="6"/>
                                        </p:tgtEl>
                                        <p:attrNameLst>
                                          <p:attrName>ppt_y</p:attrName>
                                        </p:attrNameLst>
                                      </p:cBhvr>
                                      <p:tavLst>
                                        <p:tav tm="0">
                                          <p:val>
                                            <p:strVal val="1+#ppt_h/2"/>
                                          </p:val>
                                        </p:tav>
                                        <p:tav tm="100000">
                                          <p:val>
                                            <p:strVal val="#ppt_y"/>
                                          </p:val>
                                        </p:tav>
                                      </p:tavLst>
                                    </p:anim>
                                  </p:childTnLst>
                                </p:cTn>
                              </p:par>
                            </p:childTnLst>
                          </p:cTn>
                        </p:par>
                        <p:par>
                          <p:cTn id="93" fill="hold">
                            <p:stCondLst>
                              <p:cond delay="8000"/>
                            </p:stCondLst>
                            <p:childTnLst>
                              <p:par>
                                <p:cTn id="94" presetID="22" presetClass="entr" presetSubtype="1" fill="hold" nodeType="afterEffect">
                                  <p:stCondLst>
                                    <p:cond delay="0"/>
                                  </p:stCondLst>
                                  <p:childTnLst>
                                    <p:set>
                                      <p:cBhvr>
                                        <p:cTn id="95" dur="1" fill="hold">
                                          <p:stCondLst>
                                            <p:cond delay="0"/>
                                          </p:stCondLst>
                                        </p:cTn>
                                        <p:tgtEl>
                                          <p:spTgt spid="64"/>
                                        </p:tgtEl>
                                        <p:attrNameLst>
                                          <p:attrName>style.visibility</p:attrName>
                                        </p:attrNameLst>
                                      </p:cBhvr>
                                      <p:to>
                                        <p:strVal val="visible"/>
                                      </p:to>
                                    </p:set>
                                    <p:animEffect transition="in" filter="wipe(up)">
                                      <p:cBhvr>
                                        <p:cTn id="96" dur="500"/>
                                        <p:tgtEl>
                                          <p:spTgt spid="64"/>
                                        </p:tgtEl>
                                      </p:cBhvr>
                                    </p:animEffect>
                                  </p:childTnLst>
                                </p:cTn>
                              </p:par>
                              <p:par>
                                <p:cTn id="97" presetID="2" presetClass="entr" presetSubtype="4" accel="50000" decel="50000" fill="hold" nodeType="withEffect">
                                  <p:stCondLst>
                                    <p:cond delay="0"/>
                                  </p:stCondLst>
                                  <p:childTnLst>
                                    <p:set>
                                      <p:cBhvr>
                                        <p:cTn id="98" dur="1" fill="hold">
                                          <p:stCondLst>
                                            <p:cond delay="0"/>
                                          </p:stCondLst>
                                        </p:cTn>
                                        <p:tgtEl>
                                          <p:spTgt spid="7"/>
                                        </p:tgtEl>
                                        <p:attrNameLst>
                                          <p:attrName>style.visibility</p:attrName>
                                        </p:attrNameLst>
                                      </p:cBhvr>
                                      <p:to>
                                        <p:strVal val="visible"/>
                                      </p:to>
                                    </p:set>
                                    <p:anim calcmode="lin" valueType="num">
                                      <p:cBhvr additive="base">
                                        <p:cTn id="99" dur="500" fill="hold"/>
                                        <p:tgtEl>
                                          <p:spTgt spid="7"/>
                                        </p:tgtEl>
                                        <p:attrNameLst>
                                          <p:attrName>ppt_x</p:attrName>
                                        </p:attrNameLst>
                                      </p:cBhvr>
                                      <p:tavLst>
                                        <p:tav tm="0">
                                          <p:val>
                                            <p:strVal val="#ppt_x"/>
                                          </p:val>
                                        </p:tav>
                                        <p:tav tm="100000">
                                          <p:val>
                                            <p:strVal val="#ppt_x"/>
                                          </p:val>
                                        </p:tav>
                                      </p:tavLst>
                                    </p:anim>
                                    <p:anim calcmode="lin" valueType="num">
                                      <p:cBhvr additive="base">
                                        <p:cTn id="10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P spid="45" grpId="0" animBg="1"/>
      <p:bldP spid="46" grpId="0" animBg="1"/>
      <p:bldP spid="47" grpId="0" animBg="1"/>
      <p:bldP spid="48" grpId="0" animBg="1"/>
      <p:bldP spid="49" grpId="0"/>
      <p:bldP spid="50" grpId="0"/>
      <p:bldP spid="51" grpId="0"/>
      <p:bldP spid="52"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Freeform 53"/>
          <p:cNvSpPr/>
          <p:nvPr/>
        </p:nvSpPr>
        <p:spPr>
          <a:xfrm rot="10800000" flipH="1">
            <a:off x="0" y="2030246"/>
            <a:ext cx="1295400" cy="11001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1009650 w 1524000"/>
              <a:gd name="connsiteY3" fmla="*/ 1157283 h 1633533"/>
              <a:gd name="connsiteX4" fmla="*/ 0 w 1524000"/>
              <a:gd name="connsiteY4" fmla="*/ 1633533 h 1633533"/>
              <a:gd name="connsiteX0" fmla="*/ 0 w 1295400"/>
              <a:gd name="connsiteY0" fmla="*/ 1081083 h 1157283"/>
              <a:gd name="connsiteX1" fmla="*/ 514350 w 1295400"/>
              <a:gd name="connsiteY1" fmla="*/ 0 h 1157283"/>
              <a:gd name="connsiteX2" fmla="*/ 1295400 w 1295400"/>
              <a:gd name="connsiteY2" fmla="*/ 0 h 1157283"/>
              <a:gd name="connsiteX3" fmla="*/ 781050 w 1295400"/>
              <a:gd name="connsiteY3" fmla="*/ 1157283 h 1157283"/>
              <a:gd name="connsiteX4" fmla="*/ 0 w 1295400"/>
              <a:gd name="connsiteY4" fmla="*/ 1081083 h 11572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985833 h 1081083"/>
              <a:gd name="connsiteX4" fmla="*/ 0 w 1295400"/>
              <a:gd name="connsiteY4" fmla="*/ 1081083 h 10810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1042983 h 1081083"/>
              <a:gd name="connsiteX4" fmla="*/ 0 w 1295400"/>
              <a:gd name="connsiteY4" fmla="*/ 1081083 h 10810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1042983 h 1081083"/>
              <a:gd name="connsiteX4" fmla="*/ 0 w 1295400"/>
              <a:gd name="connsiteY4" fmla="*/ 1081083 h 10810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1042983 h 1081083"/>
              <a:gd name="connsiteX4" fmla="*/ 0 w 1295400"/>
              <a:gd name="connsiteY4" fmla="*/ 1081083 h 1081083"/>
              <a:gd name="connsiteX0" fmla="*/ 0 w 1295400"/>
              <a:gd name="connsiteY0" fmla="*/ 1081083 h 1100133"/>
              <a:gd name="connsiteX1" fmla="*/ 514350 w 1295400"/>
              <a:gd name="connsiteY1" fmla="*/ 0 h 1100133"/>
              <a:gd name="connsiteX2" fmla="*/ 1295400 w 1295400"/>
              <a:gd name="connsiteY2" fmla="*/ 0 h 1100133"/>
              <a:gd name="connsiteX3" fmla="*/ 857250 w 1295400"/>
              <a:gd name="connsiteY3" fmla="*/ 1100133 h 1100133"/>
              <a:gd name="connsiteX4" fmla="*/ 0 w 1295400"/>
              <a:gd name="connsiteY4" fmla="*/ 1081083 h 1100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100133">
                <a:moveTo>
                  <a:pt x="0" y="1081083"/>
                </a:moveTo>
                <a:lnTo>
                  <a:pt x="514350" y="0"/>
                </a:lnTo>
                <a:lnTo>
                  <a:pt x="1295400" y="0"/>
                </a:lnTo>
                <a:lnTo>
                  <a:pt x="857250" y="1100133"/>
                </a:lnTo>
                <a:lnTo>
                  <a:pt x="0" y="1081083"/>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Freeform 52"/>
          <p:cNvSpPr/>
          <p:nvPr/>
        </p:nvSpPr>
        <p:spPr>
          <a:xfrm flipH="1">
            <a:off x="5867400" y="1496846"/>
            <a:ext cx="1295400" cy="11001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1009650 w 1524000"/>
              <a:gd name="connsiteY3" fmla="*/ 1157283 h 1633533"/>
              <a:gd name="connsiteX4" fmla="*/ 0 w 1524000"/>
              <a:gd name="connsiteY4" fmla="*/ 1633533 h 1633533"/>
              <a:gd name="connsiteX0" fmla="*/ 0 w 1295400"/>
              <a:gd name="connsiteY0" fmla="*/ 1081083 h 1157283"/>
              <a:gd name="connsiteX1" fmla="*/ 514350 w 1295400"/>
              <a:gd name="connsiteY1" fmla="*/ 0 h 1157283"/>
              <a:gd name="connsiteX2" fmla="*/ 1295400 w 1295400"/>
              <a:gd name="connsiteY2" fmla="*/ 0 h 1157283"/>
              <a:gd name="connsiteX3" fmla="*/ 781050 w 1295400"/>
              <a:gd name="connsiteY3" fmla="*/ 1157283 h 1157283"/>
              <a:gd name="connsiteX4" fmla="*/ 0 w 1295400"/>
              <a:gd name="connsiteY4" fmla="*/ 1081083 h 11572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985833 h 1081083"/>
              <a:gd name="connsiteX4" fmla="*/ 0 w 1295400"/>
              <a:gd name="connsiteY4" fmla="*/ 1081083 h 10810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1042983 h 1081083"/>
              <a:gd name="connsiteX4" fmla="*/ 0 w 1295400"/>
              <a:gd name="connsiteY4" fmla="*/ 1081083 h 10810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1042983 h 1081083"/>
              <a:gd name="connsiteX4" fmla="*/ 0 w 1295400"/>
              <a:gd name="connsiteY4" fmla="*/ 1081083 h 1081083"/>
              <a:gd name="connsiteX0" fmla="*/ 0 w 1295400"/>
              <a:gd name="connsiteY0" fmla="*/ 1081083 h 1081083"/>
              <a:gd name="connsiteX1" fmla="*/ 514350 w 1295400"/>
              <a:gd name="connsiteY1" fmla="*/ 0 h 1081083"/>
              <a:gd name="connsiteX2" fmla="*/ 1295400 w 1295400"/>
              <a:gd name="connsiteY2" fmla="*/ 0 h 1081083"/>
              <a:gd name="connsiteX3" fmla="*/ 857250 w 1295400"/>
              <a:gd name="connsiteY3" fmla="*/ 1042983 h 1081083"/>
              <a:gd name="connsiteX4" fmla="*/ 0 w 1295400"/>
              <a:gd name="connsiteY4" fmla="*/ 1081083 h 1081083"/>
              <a:gd name="connsiteX0" fmla="*/ 0 w 1295400"/>
              <a:gd name="connsiteY0" fmla="*/ 1081083 h 1100133"/>
              <a:gd name="connsiteX1" fmla="*/ 514350 w 1295400"/>
              <a:gd name="connsiteY1" fmla="*/ 0 h 1100133"/>
              <a:gd name="connsiteX2" fmla="*/ 1295400 w 1295400"/>
              <a:gd name="connsiteY2" fmla="*/ 0 h 1100133"/>
              <a:gd name="connsiteX3" fmla="*/ 857250 w 1295400"/>
              <a:gd name="connsiteY3" fmla="*/ 1100133 h 1100133"/>
              <a:gd name="connsiteX4" fmla="*/ 0 w 1295400"/>
              <a:gd name="connsiteY4" fmla="*/ 1081083 h 1100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100133">
                <a:moveTo>
                  <a:pt x="0" y="1081083"/>
                </a:moveTo>
                <a:lnTo>
                  <a:pt x="514350" y="0"/>
                </a:lnTo>
                <a:lnTo>
                  <a:pt x="1295400" y="0"/>
                </a:lnTo>
                <a:lnTo>
                  <a:pt x="857250" y="1100133"/>
                </a:lnTo>
                <a:lnTo>
                  <a:pt x="0" y="1081083"/>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Freeform 46"/>
          <p:cNvSpPr/>
          <p:nvPr/>
        </p:nvSpPr>
        <p:spPr>
          <a:xfrm flipH="1">
            <a:off x="1295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Freeform 47"/>
          <p:cNvSpPr/>
          <p:nvPr/>
        </p:nvSpPr>
        <p:spPr>
          <a:xfrm flipH="1">
            <a:off x="2819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Freeform 49"/>
          <p:cNvSpPr/>
          <p:nvPr/>
        </p:nvSpPr>
        <p:spPr>
          <a:xfrm flipH="1">
            <a:off x="4343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ight Arrow 54"/>
          <p:cNvSpPr/>
          <p:nvPr/>
        </p:nvSpPr>
        <p:spPr>
          <a:xfrm>
            <a:off x="0" y="1496846"/>
            <a:ext cx="8077200" cy="1600200"/>
          </a:xfrm>
          <a:prstGeom prst="rightArrow">
            <a:avLst>
              <a:gd name="adj1" fmla="val 63748"/>
              <a:gd name="adj2" fmla="val 4950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p:txBody>
          <a:bodyPr/>
          <a:lstStyle/>
          <a:p>
            <a:r>
              <a:rPr lang="en-US"/>
              <a:t>Arrow Infographic</a:t>
            </a:r>
            <a:endParaRPr lang="en-US" dirty="0"/>
          </a:p>
        </p:txBody>
      </p:sp>
      <p:sp>
        <p:nvSpPr>
          <p:cNvPr id="137" name="Text Placeholder 136"/>
          <p:cNvSpPr>
            <a:spLocks noGrp="1"/>
          </p:cNvSpPr>
          <p:nvPr>
            <p:ph type="body" sz="half" idx="2"/>
          </p:nvPr>
        </p:nvSpPr>
        <p:spPr/>
        <p:txBody>
          <a:bodyPr/>
          <a:lstStyle/>
          <a:p>
            <a:r>
              <a:rPr lang="en-US"/>
              <a:t>Arrow Infographic</a:t>
            </a:r>
            <a:endParaRPr lang="en-US" dirty="0"/>
          </a:p>
        </p:txBody>
      </p:sp>
      <p:sp>
        <p:nvSpPr>
          <p:cNvPr id="71" name="Slide Number Placeholder 70"/>
          <p:cNvSpPr>
            <a:spLocks noGrp="1"/>
          </p:cNvSpPr>
          <p:nvPr>
            <p:ph type="sldNum" sz="quarter" idx="12"/>
          </p:nvPr>
        </p:nvSpPr>
        <p:spPr/>
        <p:txBody>
          <a:bodyPr/>
          <a:lstStyle/>
          <a:p>
            <a:fld id="{C136B7D2-B98C-44FD-8D04-7EC62A564975}" type="slidenum">
              <a:rPr lang="en-US" smtClean="0"/>
              <a:pPr/>
              <a:t>186</a:t>
            </a:fld>
            <a:endParaRPr lang="en-US" dirty="0"/>
          </a:p>
        </p:txBody>
      </p:sp>
      <p:sp>
        <p:nvSpPr>
          <p:cNvPr id="46" name="Freeform 45"/>
          <p:cNvSpPr/>
          <p:nvPr/>
        </p:nvSpPr>
        <p:spPr>
          <a:xfrm>
            <a:off x="533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Freeform 48"/>
          <p:cNvSpPr/>
          <p:nvPr/>
        </p:nvSpPr>
        <p:spPr>
          <a:xfrm>
            <a:off x="2057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Freeform 50"/>
          <p:cNvSpPr/>
          <p:nvPr/>
        </p:nvSpPr>
        <p:spPr>
          <a:xfrm>
            <a:off x="3581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Freeform 51"/>
          <p:cNvSpPr/>
          <p:nvPr/>
        </p:nvSpPr>
        <p:spPr>
          <a:xfrm>
            <a:off x="5105400" y="1496846"/>
            <a:ext cx="1524000" cy="1633533"/>
          </a:xfrm>
          <a:custGeom>
            <a:avLst/>
            <a:gdLst>
              <a:gd name="connsiteX0" fmla="*/ 0 w 1143000"/>
              <a:gd name="connsiteY0" fmla="*/ 1633533 h 1633533"/>
              <a:gd name="connsiteX1" fmla="*/ 285750 w 1143000"/>
              <a:gd name="connsiteY1" fmla="*/ 0 h 1633533"/>
              <a:gd name="connsiteX2" fmla="*/ 1143000 w 1143000"/>
              <a:gd name="connsiteY2" fmla="*/ 0 h 1633533"/>
              <a:gd name="connsiteX3" fmla="*/ 857250 w 1143000"/>
              <a:gd name="connsiteY3" fmla="*/ 1633533 h 1633533"/>
              <a:gd name="connsiteX4" fmla="*/ 0 w 11430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13144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781050 w 1600200"/>
              <a:gd name="connsiteY3" fmla="*/ 1633533 h 1633533"/>
              <a:gd name="connsiteX4" fmla="*/ 0 w 1600200"/>
              <a:gd name="connsiteY4" fmla="*/ 1633533 h 1633533"/>
              <a:gd name="connsiteX0" fmla="*/ 0 w 1600200"/>
              <a:gd name="connsiteY0" fmla="*/ 1633533 h 1633533"/>
              <a:gd name="connsiteX1" fmla="*/ 742950 w 1600200"/>
              <a:gd name="connsiteY1" fmla="*/ 0 h 1633533"/>
              <a:gd name="connsiteX2" fmla="*/ 1600200 w 1600200"/>
              <a:gd name="connsiteY2" fmla="*/ 0 h 1633533"/>
              <a:gd name="connsiteX3" fmla="*/ 857250 w 1600200"/>
              <a:gd name="connsiteY3" fmla="*/ 1633533 h 1633533"/>
              <a:gd name="connsiteX4" fmla="*/ 0 w 16002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857250 w 1524000"/>
              <a:gd name="connsiteY3" fmla="*/ 1633533 h 1633533"/>
              <a:gd name="connsiteX4" fmla="*/ 0 w 15240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447800"/>
              <a:gd name="connsiteY0" fmla="*/ 1633533 h 1633533"/>
              <a:gd name="connsiteX1" fmla="*/ 742950 w 1447800"/>
              <a:gd name="connsiteY1" fmla="*/ 0 h 1633533"/>
              <a:gd name="connsiteX2" fmla="*/ 1447800 w 1447800"/>
              <a:gd name="connsiteY2" fmla="*/ 0 h 1633533"/>
              <a:gd name="connsiteX3" fmla="*/ 781050 w 1447800"/>
              <a:gd name="connsiteY3" fmla="*/ 1633533 h 1633533"/>
              <a:gd name="connsiteX4" fmla="*/ 0 w 1447800"/>
              <a:gd name="connsiteY4" fmla="*/ 1633533 h 1633533"/>
              <a:gd name="connsiteX0" fmla="*/ 0 w 1524000"/>
              <a:gd name="connsiteY0" fmla="*/ 1633533 h 1633533"/>
              <a:gd name="connsiteX1" fmla="*/ 742950 w 1524000"/>
              <a:gd name="connsiteY1" fmla="*/ 0 h 1633533"/>
              <a:gd name="connsiteX2" fmla="*/ 1524000 w 1524000"/>
              <a:gd name="connsiteY2" fmla="*/ 0 h 1633533"/>
              <a:gd name="connsiteX3" fmla="*/ 781050 w 1524000"/>
              <a:gd name="connsiteY3" fmla="*/ 1633533 h 1633533"/>
              <a:gd name="connsiteX4" fmla="*/ 0 w 1524000"/>
              <a:gd name="connsiteY4" fmla="*/ 1633533 h 163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0" h="1633533">
                <a:moveTo>
                  <a:pt x="0" y="1633533"/>
                </a:moveTo>
                <a:lnTo>
                  <a:pt x="742950" y="0"/>
                </a:lnTo>
                <a:lnTo>
                  <a:pt x="1524000" y="0"/>
                </a:lnTo>
                <a:lnTo>
                  <a:pt x="781050" y="1633533"/>
                </a:lnTo>
                <a:lnTo>
                  <a:pt x="0" y="163353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56"/>
          <p:cNvGrpSpPr/>
          <p:nvPr/>
        </p:nvGrpSpPr>
        <p:grpSpPr>
          <a:xfrm>
            <a:off x="1165820" y="3547903"/>
            <a:ext cx="1483848" cy="863356"/>
            <a:chOff x="495837" y="1363501"/>
            <a:chExt cx="1483848" cy="863356"/>
          </a:xfrm>
        </p:grpSpPr>
        <p:sp>
          <p:nvSpPr>
            <p:cNvPr id="57" name="TextBox 56"/>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58" name="Rectangle 57"/>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4" name="Group 56"/>
          <p:cNvGrpSpPr/>
          <p:nvPr/>
        </p:nvGrpSpPr>
        <p:grpSpPr>
          <a:xfrm>
            <a:off x="2852715" y="3547903"/>
            <a:ext cx="1483848" cy="863356"/>
            <a:chOff x="495837" y="1363501"/>
            <a:chExt cx="1483848" cy="863356"/>
          </a:xfrm>
        </p:grpSpPr>
        <p:sp>
          <p:nvSpPr>
            <p:cNvPr id="60" name="TextBox 59"/>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61" name="Rectangle 60"/>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5" name="Group 56"/>
          <p:cNvGrpSpPr/>
          <p:nvPr/>
        </p:nvGrpSpPr>
        <p:grpSpPr>
          <a:xfrm>
            <a:off x="4539610" y="3547903"/>
            <a:ext cx="1483848" cy="863356"/>
            <a:chOff x="495837" y="1363501"/>
            <a:chExt cx="1483848" cy="863356"/>
          </a:xfrm>
        </p:grpSpPr>
        <p:sp>
          <p:nvSpPr>
            <p:cNvPr id="63" name="TextBox 62"/>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64" name="Rectangle 63"/>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6" name="Group 56"/>
          <p:cNvGrpSpPr/>
          <p:nvPr/>
        </p:nvGrpSpPr>
        <p:grpSpPr>
          <a:xfrm>
            <a:off x="6238804" y="3547903"/>
            <a:ext cx="1483848" cy="863356"/>
            <a:chOff x="495837" y="1363501"/>
            <a:chExt cx="1483848" cy="863356"/>
          </a:xfrm>
        </p:grpSpPr>
        <p:sp>
          <p:nvSpPr>
            <p:cNvPr id="66" name="TextBox 65"/>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67" name="Rectangle 66"/>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sp>
        <p:nvSpPr>
          <p:cNvPr id="68" name="Freeform 122"/>
          <p:cNvSpPr>
            <a:spLocks noEditPoints="1"/>
          </p:cNvSpPr>
          <p:nvPr/>
        </p:nvSpPr>
        <p:spPr bwMode="auto">
          <a:xfrm>
            <a:off x="1066038" y="2092216"/>
            <a:ext cx="439353" cy="344809"/>
          </a:xfrm>
          <a:custGeom>
            <a:avLst/>
            <a:gdLst/>
            <a:ahLst/>
            <a:cxnLst>
              <a:cxn ang="0">
                <a:pos x="57" y="37"/>
              </a:cxn>
              <a:cxn ang="0">
                <a:pos x="38" y="56"/>
              </a:cxn>
              <a:cxn ang="0">
                <a:pos x="34" y="57"/>
              </a:cxn>
              <a:cxn ang="0">
                <a:pos x="31" y="56"/>
              </a:cxn>
              <a:cxn ang="0">
                <a:pos x="4" y="28"/>
              </a:cxn>
              <a:cxn ang="0">
                <a:pos x="0" y="20"/>
              </a:cxn>
              <a:cxn ang="0">
                <a:pos x="0" y="4"/>
              </a:cxn>
              <a:cxn ang="0">
                <a:pos x="5" y="0"/>
              </a:cxn>
              <a:cxn ang="0">
                <a:pos x="21" y="0"/>
              </a:cxn>
              <a:cxn ang="0">
                <a:pos x="29" y="3"/>
              </a:cxn>
              <a:cxn ang="0">
                <a:pos x="57" y="30"/>
              </a:cxn>
              <a:cxn ang="0">
                <a:pos x="58" y="34"/>
              </a:cxn>
              <a:cxn ang="0">
                <a:pos x="57" y="37"/>
              </a:cxn>
              <a:cxn ang="0">
                <a:pos x="13" y="7"/>
              </a:cxn>
              <a:cxn ang="0">
                <a:pos x="8" y="12"/>
              </a:cxn>
              <a:cxn ang="0">
                <a:pos x="13" y="17"/>
              </a:cxn>
              <a:cxn ang="0">
                <a:pos x="17" y="12"/>
              </a:cxn>
              <a:cxn ang="0">
                <a:pos x="13" y="7"/>
              </a:cxn>
              <a:cxn ang="0">
                <a:pos x="71" y="37"/>
              </a:cxn>
              <a:cxn ang="0">
                <a:pos x="52" y="56"/>
              </a:cxn>
              <a:cxn ang="0">
                <a:pos x="49" y="57"/>
              </a:cxn>
              <a:cxn ang="0">
                <a:pos x="45" y="55"/>
              </a:cxn>
              <a:cxn ang="0">
                <a:pos x="63" y="37"/>
              </a:cxn>
              <a:cxn ang="0">
                <a:pos x="64" y="34"/>
              </a:cxn>
              <a:cxn ang="0">
                <a:pos x="63" y="30"/>
              </a:cxn>
              <a:cxn ang="0">
                <a:pos x="35" y="3"/>
              </a:cxn>
              <a:cxn ang="0">
                <a:pos x="27" y="0"/>
              </a:cxn>
              <a:cxn ang="0">
                <a:pos x="36" y="0"/>
              </a:cxn>
              <a:cxn ang="0">
                <a:pos x="44" y="3"/>
              </a:cxn>
              <a:cxn ang="0">
                <a:pos x="71" y="30"/>
              </a:cxn>
              <a:cxn ang="0">
                <a:pos x="73" y="34"/>
              </a:cxn>
              <a:cxn ang="0">
                <a:pos x="71" y="37"/>
              </a:cxn>
            </a:cxnLst>
            <a:rect l="0" t="0" r="r" b="b"/>
            <a:pathLst>
              <a:path w="73" h="57">
                <a:moveTo>
                  <a:pt x="57" y="37"/>
                </a:moveTo>
                <a:cubicBezTo>
                  <a:pt x="38" y="56"/>
                  <a:pt x="38" y="56"/>
                  <a:pt x="38" y="56"/>
                </a:cubicBezTo>
                <a:cubicBezTo>
                  <a:pt x="37" y="57"/>
                  <a:pt x="36" y="57"/>
                  <a:pt x="34" y="57"/>
                </a:cubicBezTo>
                <a:cubicBezTo>
                  <a:pt x="33" y="57"/>
                  <a:pt x="32" y="57"/>
                  <a:pt x="31" y="56"/>
                </a:cubicBezTo>
                <a:cubicBezTo>
                  <a:pt x="4" y="28"/>
                  <a:pt x="4" y="28"/>
                  <a:pt x="4" y="28"/>
                </a:cubicBezTo>
                <a:cubicBezTo>
                  <a:pt x="2" y="27"/>
                  <a:pt x="0" y="23"/>
                  <a:pt x="0" y="20"/>
                </a:cubicBezTo>
                <a:cubicBezTo>
                  <a:pt x="0" y="4"/>
                  <a:pt x="0" y="4"/>
                  <a:pt x="0" y="4"/>
                </a:cubicBezTo>
                <a:cubicBezTo>
                  <a:pt x="0" y="2"/>
                  <a:pt x="3" y="0"/>
                  <a:pt x="5" y="0"/>
                </a:cubicBezTo>
                <a:cubicBezTo>
                  <a:pt x="21" y="0"/>
                  <a:pt x="21" y="0"/>
                  <a:pt x="21" y="0"/>
                </a:cubicBezTo>
                <a:cubicBezTo>
                  <a:pt x="24" y="0"/>
                  <a:pt x="27" y="1"/>
                  <a:pt x="29" y="3"/>
                </a:cubicBezTo>
                <a:cubicBezTo>
                  <a:pt x="57" y="30"/>
                  <a:pt x="57" y="30"/>
                  <a:pt x="57" y="30"/>
                </a:cubicBezTo>
                <a:cubicBezTo>
                  <a:pt x="57" y="31"/>
                  <a:pt x="58" y="32"/>
                  <a:pt x="58" y="34"/>
                </a:cubicBezTo>
                <a:cubicBezTo>
                  <a:pt x="58" y="35"/>
                  <a:pt x="57" y="36"/>
                  <a:pt x="57" y="37"/>
                </a:cubicBezTo>
                <a:close/>
                <a:moveTo>
                  <a:pt x="13" y="7"/>
                </a:moveTo>
                <a:cubicBezTo>
                  <a:pt x="10" y="7"/>
                  <a:pt x="8" y="9"/>
                  <a:pt x="8" y="12"/>
                </a:cubicBezTo>
                <a:cubicBezTo>
                  <a:pt x="8" y="14"/>
                  <a:pt x="10" y="17"/>
                  <a:pt x="13" y="17"/>
                </a:cubicBezTo>
                <a:cubicBezTo>
                  <a:pt x="15" y="17"/>
                  <a:pt x="17" y="14"/>
                  <a:pt x="17" y="12"/>
                </a:cubicBezTo>
                <a:cubicBezTo>
                  <a:pt x="17" y="9"/>
                  <a:pt x="15" y="7"/>
                  <a:pt x="13" y="7"/>
                </a:cubicBezTo>
                <a:close/>
                <a:moveTo>
                  <a:pt x="71" y="37"/>
                </a:moveTo>
                <a:cubicBezTo>
                  <a:pt x="52" y="56"/>
                  <a:pt x="52" y="56"/>
                  <a:pt x="52" y="56"/>
                </a:cubicBezTo>
                <a:cubicBezTo>
                  <a:pt x="52" y="57"/>
                  <a:pt x="50" y="57"/>
                  <a:pt x="49" y="57"/>
                </a:cubicBezTo>
                <a:cubicBezTo>
                  <a:pt x="47" y="57"/>
                  <a:pt x="46" y="56"/>
                  <a:pt x="45" y="55"/>
                </a:cubicBezTo>
                <a:cubicBezTo>
                  <a:pt x="63" y="37"/>
                  <a:pt x="63" y="37"/>
                  <a:pt x="63" y="37"/>
                </a:cubicBezTo>
                <a:cubicBezTo>
                  <a:pt x="63" y="36"/>
                  <a:pt x="64" y="35"/>
                  <a:pt x="64" y="34"/>
                </a:cubicBezTo>
                <a:cubicBezTo>
                  <a:pt x="64" y="32"/>
                  <a:pt x="63" y="31"/>
                  <a:pt x="63" y="30"/>
                </a:cubicBezTo>
                <a:cubicBezTo>
                  <a:pt x="35" y="3"/>
                  <a:pt x="35" y="3"/>
                  <a:pt x="35" y="3"/>
                </a:cubicBezTo>
                <a:cubicBezTo>
                  <a:pt x="34" y="1"/>
                  <a:pt x="30" y="0"/>
                  <a:pt x="27" y="0"/>
                </a:cubicBezTo>
                <a:cubicBezTo>
                  <a:pt x="36" y="0"/>
                  <a:pt x="36" y="0"/>
                  <a:pt x="36" y="0"/>
                </a:cubicBezTo>
                <a:cubicBezTo>
                  <a:pt x="38" y="0"/>
                  <a:pt x="42" y="1"/>
                  <a:pt x="44" y="3"/>
                </a:cubicBezTo>
                <a:cubicBezTo>
                  <a:pt x="71" y="30"/>
                  <a:pt x="71" y="30"/>
                  <a:pt x="71" y="30"/>
                </a:cubicBezTo>
                <a:cubicBezTo>
                  <a:pt x="72" y="31"/>
                  <a:pt x="73" y="32"/>
                  <a:pt x="73" y="34"/>
                </a:cubicBezTo>
                <a:cubicBezTo>
                  <a:pt x="73" y="35"/>
                  <a:pt x="72" y="36"/>
                  <a:pt x="71" y="3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40"/>
          <p:cNvSpPr>
            <a:spLocks noEditPoints="1"/>
          </p:cNvSpPr>
          <p:nvPr/>
        </p:nvSpPr>
        <p:spPr bwMode="auto">
          <a:xfrm>
            <a:off x="2673048" y="2092216"/>
            <a:ext cx="359334" cy="361976"/>
          </a:xfrm>
          <a:custGeom>
            <a:avLst/>
            <a:gdLst/>
            <a:ahLst/>
            <a:cxnLst>
              <a:cxn ang="0">
                <a:pos x="63" y="43"/>
              </a:cxn>
              <a:cxn ang="0">
                <a:pos x="60" y="48"/>
              </a:cxn>
              <a:cxn ang="0">
                <a:pos x="34" y="62"/>
              </a:cxn>
              <a:cxn ang="0">
                <a:pos x="31" y="63"/>
              </a:cxn>
              <a:cxn ang="0">
                <a:pos x="29" y="62"/>
              </a:cxn>
              <a:cxn ang="0">
                <a:pos x="2" y="48"/>
              </a:cxn>
              <a:cxn ang="0">
                <a:pos x="0" y="43"/>
              </a:cxn>
              <a:cxn ang="0">
                <a:pos x="0" y="14"/>
              </a:cxn>
              <a:cxn ang="0">
                <a:pos x="3" y="10"/>
              </a:cxn>
              <a:cxn ang="0">
                <a:pos x="30" y="0"/>
              </a:cxn>
              <a:cxn ang="0">
                <a:pos x="31" y="0"/>
              </a:cxn>
              <a:cxn ang="0">
                <a:pos x="33" y="0"/>
              </a:cxn>
              <a:cxn ang="0">
                <a:pos x="60" y="10"/>
              </a:cxn>
              <a:cxn ang="0">
                <a:pos x="63" y="14"/>
              </a:cxn>
              <a:cxn ang="0">
                <a:pos x="63" y="43"/>
              </a:cxn>
              <a:cxn ang="0">
                <a:pos x="58" y="14"/>
              </a:cxn>
              <a:cxn ang="0">
                <a:pos x="31" y="4"/>
              </a:cxn>
              <a:cxn ang="0">
                <a:pos x="5" y="14"/>
              </a:cxn>
              <a:cxn ang="0">
                <a:pos x="31" y="24"/>
              </a:cxn>
              <a:cxn ang="0">
                <a:pos x="58" y="14"/>
              </a:cxn>
              <a:cxn ang="0">
                <a:pos x="58" y="43"/>
              </a:cxn>
              <a:cxn ang="0">
                <a:pos x="58" y="19"/>
              </a:cxn>
              <a:cxn ang="0">
                <a:pos x="34" y="28"/>
              </a:cxn>
              <a:cxn ang="0">
                <a:pos x="34" y="57"/>
              </a:cxn>
              <a:cxn ang="0">
                <a:pos x="58" y="43"/>
              </a:cxn>
            </a:cxnLst>
            <a:rect l="0" t="0" r="r" b="b"/>
            <a:pathLst>
              <a:path w="63" h="63">
                <a:moveTo>
                  <a:pt x="63" y="43"/>
                </a:moveTo>
                <a:cubicBezTo>
                  <a:pt x="63" y="45"/>
                  <a:pt x="62" y="47"/>
                  <a:pt x="60" y="48"/>
                </a:cubicBezTo>
                <a:cubicBezTo>
                  <a:pt x="34" y="62"/>
                  <a:pt x="34" y="62"/>
                  <a:pt x="34" y="62"/>
                </a:cubicBezTo>
                <a:cubicBezTo>
                  <a:pt x="33" y="63"/>
                  <a:pt x="32" y="63"/>
                  <a:pt x="31" y="63"/>
                </a:cubicBezTo>
                <a:cubicBezTo>
                  <a:pt x="31" y="63"/>
                  <a:pt x="30" y="63"/>
                  <a:pt x="29" y="62"/>
                </a:cubicBezTo>
                <a:cubicBezTo>
                  <a:pt x="2" y="48"/>
                  <a:pt x="2" y="48"/>
                  <a:pt x="2" y="48"/>
                </a:cubicBezTo>
                <a:cubicBezTo>
                  <a:pt x="1" y="47"/>
                  <a:pt x="0" y="45"/>
                  <a:pt x="0" y="43"/>
                </a:cubicBezTo>
                <a:cubicBezTo>
                  <a:pt x="0" y="14"/>
                  <a:pt x="0" y="14"/>
                  <a:pt x="0" y="14"/>
                </a:cubicBezTo>
                <a:cubicBezTo>
                  <a:pt x="0" y="12"/>
                  <a:pt x="1" y="10"/>
                  <a:pt x="3" y="10"/>
                </a:cubicBezTo>
                <a:cubicBezTo>
                  <a:pt x="30" y="0"/>
                  <a:pt x="30" y="0"/>
                  <a:pt x="30" y="0"/>
                </a:cubicBezTo>
                <a:cubicBezTo>
                  <a:pt x="30" y="0"/>
                  <a:pt x="31" y="0"/>
                  <a:pt x="31" y="0"/>
                </a:cubicBezTo>
                <a:cubicBezTo>
                  <a:pt x="32" y="0"/>
                  <a:pt x="32" y="0"/>
                  <a:pt x="33" y="0"/>
                </a:cubicBezTo>
                <a:cubicBezTo>
                  <a:pt x="60" y="10"/>
                  <a:pt x="60" y="10"/>
                  <a:pt x="60" y="10"/>
                </a:cubicBezTo>
                <a:cubicBezTo>
                  <a:pt x="62" y="10"/>
                  <a:pt x="63" y="12"/>
                  <a:pt x="63" y="14"/>
                </a:cubicBezTo>
                <a:lnTo>
                  <a:pt x="63" y="43"/>
                </a:lnTo>
                <a:close/>
                <a:moveTo>
                  <a:pt x="58" y="14"/>
                </a:moveTo>
                <a:cubicBezTo>
                  <a:pt x="31" y="4"/>
                  <a:pt x="31" y="4"/>
                  <a:pt x="31" y="4"/>
                </a:cubicBezTo>
                <a:cubicBezTo>
                  <a:pt x="5" y="14"/>
                  <a:pt x="5" y="14"/>
                  <a:pt x="5" y="14"/>
                </a:cubicBezTo>
                <a:cubicBezTo>
                  <a:pt x="31" y="24"/>
                  <a:pt x="31" y="24"/>
                  <a:pt x="31" y="24"/>
                </a:cubicBezTo>
                <a:lnTo>
                  <a:pt x="58" y="14"/>
                </a:lnTo>
                <a:close/>
                <a:moveTo>
                  <a:pt x="58" y="43"/>
                </a:moveTo>
                <a:cubicBezTo>
                  <a:pt x="58" y="19"/>
                  <a:pt x="58" y="19"/>
                  <a:pt x="58" y="19"/>
                </a:cubicBezTo>
                <a:cubicBezTo>
                  <a:pt x="34" y="28"/>
                  <a:pt x="34" y="28"/>
                  <a:pt x="34" y="28"/>
                </a:cubicBezTo>
                <a:cubicBezTo>
                  <a:pt x="34" y="57"/>
                  <a:pt x="34" y="57"/>
                  <a:pt x="34" y="57"/>
                </a:cubicBezTo>
                <a:lnTo>
                  <a:pt x="58" y="4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45"/>
          <p:cNvSpPr>
            <a:spLocks/>
          </p:cNvSpPr>
          <p:nvPr/>
        </p:nvSpPr>
        <p:spPr bwMode="auto">
          <a:xfrm>
            <a:off x="4147237" y="2127673"/>
            <a:ext cx="378651" cy="326519"/>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52"/>
          <p:cNvSpPr>
            <a:spLocks noEditPoints="1"/>
          </p:cNvSpPr>
          <p:nvPr/>
        </p:nvSpPr>
        <p:spPr bwMode="auto">
          <a:xfrm>
            <a:off x="7178972" y="2058639"/>
            <a:ext cx="441028" cy="407570"/>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tx2">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62"/>
          <p:cNvSpPr>
            <a:spLocks noEditPoints="1"/>
          </p:cNvSpPr>
          <p:nvPr/>
        </p:nvSpPr>
        <p:spPr bwMode="auto">
          <a:xfrm>
            <a:off x="5685498" y="2128834"/>
            <a:ext cx="363804" cy="366716"/>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Oval 79"/>
          <p:cNvSpPr>
            <a:spLocks noChangeAspect="1"/>
          </p:cNvSpPr>
          <p:nvPr/>
        </p:nvSpPr>
        <p:spPr>
          <a:xfrm>
            <a:off x="251839" y="2015151"/>
            <a:ext cx="563122" cy="563590"/>
          </a:xfrm>
          <a:prstGeom prst="ellipse">
            <a:avLst/>
          </a:prstGeom>
          <a:solidFill>
            <a:schemeClr val="accent1"/>
          </a:solid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bg1"/>
                </a:solidFill>
              </a:rPr>
              <a:t>01</a:t>
            </a:r>
            <a:endParaRPr lang="en-US" sz="1000" b="1" dirty="0">
              <a:solidFill>
                <a:schemeClr val="bg1"/>
              </a:solidFill>
              <a:latin typeface="+mj-lt"/>
            </a:endParaRPr>
          </a:p>
        </p:txBody>
      </p:sp>
      <p:sp>
        <p:nvSpPr>
          <p:cNvPr id="81" name="Oval 80"/>
          <p:cNvSpPr>
            <a:spLocks noChangeAspect="1"/>
          </p:cNvSpPr>
          <p:nvPr/>
        </p:nvSpPr>
        <p:spPr>
          <a:xfrm>
            <a:off x="1785567" y="2015151"/>
            <a:ext cx="563122" cy="563590"/>
          </a:xfrm>
          <a:prstGeom prst="ellipse">
            <a:avLst/>
          </a:prstGeom>
          <a:solidFill>
            <a:schemeClr val="accent2"/>
          </a:solid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bg1"/>
                </a:solidFill>
              </a:rPr>
              <a:t>02</a:t>
            </a:r>
            <a:endParaRPr lang="en-US" sz="1000" b="1" dirty="0">
              <a:latin typeface="+mj-lt"/>
            </a:endParaRPr>
          </a:p>
        </p:txBody>
      </p:sp>
      <p:sp>
        <p:nvSpPr>
          <p:cNvPr id="84" name="Oval 83"/>
          <p:cNvSpPr>
            <a:spLocks noChangeAspect="1"/>
          </p:cNvSpPr>
          <p:nvPr/>
        </p:nvSpPr>
        <p:spPr>
          <a:xfrm>
            <a:off x="3309567" y="2015151"/>
            <a:ext cx="563122" cy="563590"/>
          </a:xfrm>
          <a:prstGeom prst="ellipse">
            <a:avLst/>
          </a:prstGeom>
          <a:solidFill>
            <a:schemeClr val="accent3"/>
          </a:solid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bg1"/>
                </a:solidFill>
              </a:rPr>
              <a:t>03</a:t>
            </a:r>
            <a:endParaRPr lang="en-US" sz="1000" b="1" dirty="0">
              <a:latin typeface="+mj-lt"/>
            </a:endParaRPr>
          </a:p>
        </p:txBody>
      </p:sp>
      <p:sp>
        <p:nvSpPr>
          <p:cNvPr id="85" name="Oval 84"/>
          <p:cNvSpPr>
            <a:spLocks noChangeAspect="1"/>
          </p:cNvSpPr>
          <p:nvPr/>
        </p:nvSpPr>
        <p:spPr>
          <a:xfrm>
            <a:off x="4823839" y="2015151"/>
            <a:ext cx="563122" cy="563590"/>
          </a:xfrm>
          <a:prstGeom prst="ellipse">
            <a:avLst/>
          </a:prstGeom>
          <a:solidFill>
            <a:schemeClr val="accent4"/>
          </a:solid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bg1"/>
                </a:solidFill>
              </a:rPr>
              <a:t>04</a:t>
            </a:r>
            <a:endParaRPr lang="en-US" sz="1000" b="1" dirty="0">
              <a:latin typeface="+mj-lt"/>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80"/>
                                        </p:tgtEl>
                                        <p:attrNameLst>
                                          <p:attrName>style.visibility</p:attrName>
                                        </p:attrNameLst>
                                      </p:cBhvr>
                                      <p:to>
                                        <p:strVal val="visible"/>
                                      </p:to>
                                    </p:set>
                                    <p:anim calcmode="lin" valueType="num">
                                      <p:cBhvr>
                                        <p:cTn id="12" dur="500" fill="hold"/>
                                        <p:tgtEl>
                                          <p:spTgt spid="80"/>
                                        </p:tgtEl>
                                        <p:attrNameLst>
                                          <p:attrName>ppt_w</p:attrName>
                                        </p:attrNameLst>
                                      </p:cBhvr>
                                      <p:tavLst>
                                        <p:tav tm="0">
                                          <p:val>
                                            <p:fltVal val="0"/>
                                          </p:val>
                                        </p:tav>
                                        <p:tav tm="100000">
                                          <p:val>
                                            <p:strVal val="#ppt_w"/>
                                          </p:val>
                                        </p:tav>
                                      </p:tavLst>
                                    </p:anim>
                                    <p:anim calcmode="lin" valueType="num">
                                      <p:cBhvr>
                                        <p:cTn id="13" dur="500" fill="hold"/>
                                        <p:tgtEl>
                                          <p:spTgt spid="80"/>
                                        </p:tgtEl>
                                        <p:attrNameLst>
                                          <p:attrName>ppt_h</p:attrName>
                                        </p:attrNameLst>
                                      </p:cBhvr>
                                      <p:tavLst>
                                        <p:tav tm="0">
                                          <p:val>
                                            <p:fltVal val="0"/>
                                          </p:val>
                                        </p:tav>
                                        <p:tav tm="100000">
                                          <p:val>
                                            <p:strVal val="#ppt_h"/>
                                          </p:val>
                                        </p:tav>
                                      </p:tavLst>
                                    </p:anim>
                                    <p:animEffect transition="in" filter="fade">
                                      <p:cBhvr>
                                        <p:cTn id="14" dur="500"/>
                                        <p:tgtEl>
                                          <p:spTgt spid="80"/>
                                        </p:tgtEl>
                                      </p:cBhvr>
                                    </p:animEffect>
                                  </p:childTnLst>
                                </p:cTn>
                              </p:par>
                            </p:childTnLst>
                          </p:cTn>
                        </p:par>
                        <p:par>
                          <p:cTn id="15" fill="hold">
                            <p:stCondLst>
                              <p:cond delay="1000"/>
                            </p:stCondLst>
                            <p:childTnLst>
                              <p:par>
                                <p:cTn id="16" presetID="18" presetClass="entr" presetSubtype="6" fill="hold" grpId="0" nodeType="after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strips(downRight)">
                                      <p:cBhvr>
                                        <p:cTn id="18" dur="500"/>
                                        <p:tgtEl>
                                          <p:spTgt spid="54"/>
                                        </p:tgtEl>
                                      </p:cBhvr>
                                    </p:animEffect>
                                  </p:childTnLst>
                                </p:cTn>
                              </p:par>
                            </p:childTnLst>
                          </p:cTn>
                        </p:par>
                        <p:par>
                          <p:cTn id="19" fill="hold">
                            <p:stCondLst>
                              <p:cond delay="1500"/>
                            </p:stCondLst>
                            <p:childTnLst>
                              <p:par>
                                <p:cTn id="20" presetID="18" presetClass="entr" presetSubtype="3"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strips(upRight)">
                                      <p:cBhvr>
                                        <p:cTn id="22" dur="500"/>
                                        <p:tgtEl>
                                          <p:spTgt spid="46"/>
                                        </p:tgtEl>
                                      </p:cBhvr>
                                    </p:animEffect>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68"/>
                                        </p:tgtEl>
                                        <p:attrNameLst>
                                          <p:attrName>style.visibility</p:attrName>
                                        </p:attrNameLst>
                                      </p:cBhvr>
                                      <p:to>
                                        <p:strVal val="visible"/>
                                      </p:to>
                                    </p:set>
                                    <p:anim calcmode="lin" valueType="num">
                                      <p:cBhvr>
                                        <p:cTn id="26" dur="500" fill="hold"/>
                                        <p:tgtEl>
                                          <p:spTgt spid="68"/>
                                        </p:tgtEl>
                                        <p:attrNameLst>
                                          <p:attrName>ppt_w</p:attrName>
                                        </p:attrNameLst>
                                      </p:cBhvr>
                                      <p:tavLst>
                                        <p:tav tm="0">
                                          <p:val>
                                            <p:fltVal val="0"/>
                                          </p:val>
                                        </p:tav>
                                        <p:tav tm="100000">
                                          <p:val>
                                            <p:strVal val="#ppt_w"/>
                                          </p:val>
                                        </p:tav>
                                      </p:tavLst>
                                    </p:anim>
                                    <p:anim calcmode="lin" valueType="num">
                                      <p:cBhvr>
                                        <p:cTn id="27" dur="500" fill="hold"/>
                                        <p:tgtEl>
                                          <p:spTgt spid="68"/>
                                        </p:tgtEl>
                                        <p:attrNameLst>
                                          <p:attrName>ppt_h</p:attrName>
                                        </p:attrNameLst>
                                      </p:cBhvr>
                                      <p:tavLst>
                                        <p:tav tm="0">
                                          <p:val>
                                            <p:fltVal val="0"/>
                                          </p:val>
                                        </p:tav>
                                        <p:tav tm="100000">
                                          <p:val>
                                            <p:strVal val="#ppt_h"/>
                                          </p:val>
                                        </p:tav>
                                      </p:tavLst>
                                    </p:anim>
                                    <p:animEffect transition="in" filter="fade">
                                      <p:cBhvr>
                                        <p:cTn id="28" dur="500"/>
                                        <p:tgtEl>
                                          <p:spTgt spid="68"/>
                                        </p:tgtEl>
                                      </p:cBhvr>
                                    </p:animEffect>
                                  </p:childTnLst>
                                </p:cTn>
                              </p:par>
                              <p:par>
                                <p:cTn id="29" presetID="18" presetClass="entr" presetSubtype="6"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strips(downRight)">
                                      <p:cBhvr>
                                        <p:cTn id="31" dur="500"/>
                                        <p:tgtEl>
                                          <p:spTgt spid="47"/>
                                        </p:tgtEl>
                                      </p:cBhvr>
                                    </p:animEffect>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81"/>
                                        </p:tgtEl>
                                        <p:attrNameLst>
                                          <p:attrName>style.visibility</p:attrName>
                                        </p:attrNameLst>
                                      </p:cBhvr>
                                      <p:to>
                                        <p:strVal val="visible"/>
                                      </p:to>
                                    </p:set>
                                    <p:anim calcmode="lin" valueType="num">
                                      <p:cBhvr>
                                        <p:cTn id="35" dur="500" fill="hold"/>
                                        <p:tgtEl>
                                          <p:spTgt spid="81"/>
                                        </p:tgtEl>
                                        <p:attrNameLst>
                                          <p:attrName>ppt_w</p:attrName>
                                        </p:attrNameLst>
                                      </p:cBhvr>
                                      <p:tavLst>
                                        <p:tav tm="0">
                                          <p:val>
                                            <p:fltVal val="0"/>
                                          </p:val>
                                        </p:tav>
                                        <p:tav tm="100000">
                                          <p:val>
                                            <p:strVal val="#ppt_w"/>
                                          </p:val>
                                        </p:tav>
                                      </p:tavLst>
                                    </p:anim>
                                    <p:anim calcmode="lin" valueType="num">
                                      <p:cBhvr>
                                        <p:cTn id="36" dur="500" fill="hold"/>
                                        <p:tgtEl>
                                          <p:spTgt spid="81"/>
                                        </p:tgtEl>
                                        <p:attrNameLst>
                                          <p:attrName>ppt_h</p:attrName>
                                        </p:attrNameLst>
                                      </p:cBhvr>
                                      <p:tavLst>
                                        <p:tav tm="0">
                                          <p:val>
                                            <p:fltVal val="0"/>
                                          </p:val>
                                        </p:tav>
                                        <p:tav tm="100000">
                                          <p:val>
                                            <p:strVal val="#ppt_h"/>
                                          </p:val>
                                        </p:tav>
                                      </p:tavLst>
                                    </p:anim>
                                    <p:animEffect transition="in" filter="fade">
                                      <p:cBhvr>
                                        <p:cTn id="37" dur="500"/>
                                        <p:tgtEl>
                                          <p:spTgt spid="81"/>
                                        </p:tgtEl>
                                      </p:cBhvr>
                                    </p:animEffect>
                                  </p:childTnLst>
                                </p:cTn>
                              </p:par>
                            </p:childTnLst>
                          </p:cTn>
                        </p:par>
                        <p:par>
                          <p:cTn id="38" fill="hold">
                            <p:stCondLst>
                              <p:cond delay="3000"/>
                            </p:stCondLst>
                            <p:childTnLst>
                              <p:par>
                                <p:cTn id="39" presetID="18" presetClass="entr" presetSubtype="3" fill="hold" grpId="0" nodeType="afterEffect">
                                  <p:stCondLst>
                                    <p:cond delay="0"/>
                                  </p:stCondLst>
                                  <p:childTnLst>
                                    <p:set>
                                      <p:cBhvr>
                                        <p:cTn id="40" dur="1" fill="hold">
                                          <p:stCondLst>
                                            <p:cond delay="0"/>
                                          </p:stCondLst>
                                        </p:cTn>
                                        <p:tgtEl>
                                          <p:spTgt spid="49"/>
                                        </p:tgtEl>
                                        <p:attrNameLst>
                                          <p:attrName>style.visibility</p:attrName>
                                        </p:attrNameLst>
                                      </p:cBhvr>
                                      <p:to>
                                        <p:strVal val="visible"/>
                                      </p:to>
                                    </p:set>
                                    <p:animEffect transition="in" filter="strips(upRight)">
                                      <p:cBhvr>
                                        <p:cTn id="41" dur="500"/>
                                        <p:tgtEl>
                                          <p:spTgt spid="49"/>
                                        </p:tgtEl>
                                      </p:cBhvr>
                                    </p:animEffect>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69"/>
                                        </p:tgtEl>
                                        <p:attrNameLst>
                                          <p:attrName>style.visibility</p:attrName>
                                        </p:attrNameLst>
                                      </p:cBhvr>
                                      <p:to>
                                        <p:strVal val="visible"/>
                                      </p:to>
                                    </p:set>
                                    <p:anim calcmode="lin" valueType="num">
                                      <p:cBhvr>
                                        <p:cTn id="45" dur="500" fill="hold"/>
                                        <p:tgtEl>
                                          <p:spTgt spid="69"/>
                                        </p:tgtEl>
                                        <p:attrNameLst>
                                          <p:attrName>ppt_w</p:attrName>
                                        </p:attrNameLst>
                                      </p:cBhvr>
                                      <p:tavLst>
                                        <p:tav tm="0">
                                          <p:val>
                                            <p:fltVal val="0"/>
                                          </p:val>
                                        </p:tav>
                                        <p:tav tm="100000">
                                          <p:val>
                                            <p:strVal val="#ppt_w"/>
                                          </p:val>
                                        </p:tav>
                                      </p:tavLst>
                                    </p:anim>
                                    <p:anim calcmode="lin" valueType="num">
                                      <p:cBhvr>
                                        <p:cTn id="46" dur="500" fill="hold"/>
                                        <p:tgtEl>
                                          <p:spTgt spid="69"/>
                                        </p:tgtEl>
                                        <p:attrNameLst>
                                          <p:attrName>ppt_h</p:attrName>
                                        </p:attrNameLst>
                                      </p:cBhvr>
                                      <p:tavLst>
                                        <p:tav tm="0">
                                          <p:val>
                                            <p:fltVal val="0"/>
                                          </p:val>
                                        </p:tav>
                                        <p:tav tm="100000">
                                          <p:val>
                                            <p:strVal val="#ppt_h"/>
                                          </p:val>
                                        </p:tav>
                                      </p:tavLst>
                                    </p:anim>
                                    <p:animEffect transition="in" filter="fade">
                                      <p:cBhvr>
                                        <p:cTn id="47" dur="500"/>
                                        <p:tgtEl>
                                          <p:spTgt spid="69"/>
                                        </p:tgtEl>
                                      </p:cBhvr>
                                    </p:animEffect>
                                  </p:childTnLst>
                                </p:cTn>
                              </p:par>
                              <p:par>
                                <p:cTn id="48" presetID="18" presetClass="entr" presetSubtype="6" fill="hold" grpId="0" nodeType="withEffect">
                                  <p:stCondLst>
                                    <p:cond delay="0"/>
                                  </p:stCondLst>
                                  <p:childTnLst>
                                    <p:set>
                                      <p:cBhvr>
                                        <p:cTn id="49" dur="1" fill="hold">
                                          <p:stCondLst>
                                            <p:cond delay="0"/>
                                          </p:stCondLst>
                                        </p:cTn>
                                        <p:tgtEl>
                                          <p:spTgt spid="48"/>
                                        </p:tgtEl>
                                        <p:attrNameLst>
                                          <p:attrName>style.visibility</p:attrName>
                                        </p:attrNameLst>
                                      </p:cBhvr>
                                      <p:to>
                                        <p:strVal val="visible"/>
                                      </p:to>
                                    </p:set>
                                    <p:animEffect transition="in" filter="strips(downRight)">
                                      <p:cBhvr>
                                        <p:cTn id="50" dur="500"/>
                                        <p:tgtEl>
                                          <p:spTgt spid="48"/>
                                        </p:tgtEl>
                                      </p:cBhvr>
                                    </p:animEffect>
                                  </p:childTnLst>
                                </p:cTn>
                              </p:par>
                            </p:childTnLst>
                          </p:cTn>
                        </p:par>
                        <p:par>
                          <p:cTn id="51" fill="hold">
                            <p:stCondLst>
                              <p:cond delay="4000"/>
                            </p:stCondLst>
                            <p:childTnLst>
                              <p:par>
                                <p:cTn id="52" presetID="53" presetClass="entr" presetSubtype="0" fill="hold" grpId="0" nodeType="afterEffect">
                                  <p:stCondLst>
                                    <p:cond delay="0"/>
                                  </p:stCondLst>
                                  <p:childTnLst>
                                    <p:set>
                                      <p:cBhvr>
                                        <p:cTn id="53" dur="1" fill="hold">
                                          <p:stCondLst>
                                            <p:cond delay="0"/>
                                          </p:stCondLst>
                                        </p:cTn>
                                        <p:tgtEl>
                                          <p:spTgt spid="84"/>
                                        </p:tgtEl>
                                        <p:attrNameLst>
                                          <p:attrName>style.visibility</p:attrName>
                                        </p:attrNameLst>
                                      </p:cBhvr>
                                      <p:to>
                                        <p:strVal val="visible"/>
                                      </p:to>
                                    </p:set>
                                    <p:anim calcmode="lin" valueType="num">
                                      <p:cBhvr>
                                        <p:cTn id="54" dur="500" fill="hold"/>
                                        <p:tgtEl>
                                          <p:spTgt spid="84"/>
                                        </p:tgtEl>
                                        <p:attrNameLst>
                                          <p:attrName>ppt_w</p:attrName>
                                        </p:attrNameLst>
                                      </p:cBhvr>
                                      <p:tavLst>
                                        <p:tav tm="0">
                                          <p:val>
                                            <p:fltVal val="0"/>
                                          </p:val>
                                        </p:tav>
                                        <p:tav tm="100000">
                                          <p:val>
                                            <p:strVal val="#ppt_w"/>
                                          </p:val>
                                        </p:tav>
                                      </p:tavLst>
                                    </p:anim>
                                    <p:anim calcmode="lin" valueType="num">
                                      <p:cBhvr>
                                        <p:cTn id="55" dur="500" fill="hold"/>
                                        <p:tgtEl>
                                          <p:spTgt spid="84"/>
                                        </p:tgtEl>
                                        <p:attrNameLst>
                                          <p:attrName>ppt_h</p:attrName>
                                        </p:attrNameLst>
                                      </p:cBhvr>
                                      <p:tavLst>
                                        <p:tav tm="0">
                                          <p:val>
                                            <p:fltVal val="0"/>
                                          </p:val>
                                        </p:tav>
                                        <p:tav tm="100000">
                                          <p:val>
                                            <p:strVal val="#ppt_h"/>
                                          </p:val>
                                        </p:tav>
                                      </p:tavLst>
                                    </p:anim>
                                    <p:animEffect transition="in" filter="fade">
                                      <p:cBhvr>
                                        <p:cTn id="56" dur="500"/>
                                        <p:tgtEl>
                                          <p:spTgt spid="84"/>
                                        </p:tgtEl>
                                      </p:cBhvr>
                                    </p:animEffect>
                                  </p:childTnLst>
                                </p:cTn>
                              </p:par>
                            </p:childTnLst>
                          </p:cTn>
                        </p:par>
                        <p:par>
                          <p:cTn id="57" fill="hold">
                            <p:stCondLst>
                              <p:cond delay="4500"/>
                            </p:stCondLst>
                            <p:childTnLst>
                              <p:par>
                                <p:cTn id="58" presetID="18" presetClass="entr" presetSubtype="3" fill="hold" grpId="0"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strips(upRight)">
                                      <p:cBhvr>
                                        <p:cTn id="60" dur="500"/>
                                        <p:tgtEl>
                                          <p:spTgt spid="51"/>
                                        </p:tgtEl>
                                      </p:cBhvr>
                                    </p:animEffect>
                                  </p:childTnLst>
                                </p:cTn>
                              </p:par>
                            </p:childTnLst>
                          </p:cTn>
                        </p:par>
                        <p:par>
                          <p:cTn id="61" fill="hold">
                            <p:stCondLst>
                              <p:cond delay="5000"/>
                            </p:stCondLst>
                            <p:childTnLst>
                              <p:par>
                                <p:cTn id="62" presetID="53" presetClass="entr" presetSubtype="0" fill="hold" grpId="0" nodeType="afterEffect">
                                  <p:stCondLst>
                                    <p:cond delay="0"/>
                                  </p:stCondLst>
                                  <p:childTnLst>
                                    <p:set>
                                      <p:cBhvr>
                                        <p:cTn id="63" dur="1" fill="hold">
                                          <p:stCondLst>
                                            <p:cond delay="0"/>
                                          </p:stCondLst>
                                        </p:cTn>
                                        <p:tgtEl>
                                          <p:spTgt spid="70"/>
                                        </p:tgtEl>
                                        <p:attrNameLst>
                                          <p:attrName>style.visibility</p:attrName>
                                        </p:attrNameLst>
                                      </p:cBhvr>
                                      <p:to>
                                        <p:strVal val="visible"/>
                                      </p:to>
                                    </p:set>
                                    <p:anim calcmode="lin" valueType="num">
                                      <p:cBhvr>
                                        <p:cTn id="64" dur="500" fill="hold"/>
                                        <p:tgtEl>
                                          <p:spTgt spid="70"/>
                                        </p:tgtEl>
                                        <p:attrNameLst>
                                          <p:attrName>ppt_w</p:attrName>
                                        </p:attrNameLst>
                                      </p:cBhvr>
                                      <p:tavLst>
                                        <p:tav tm="0">
                                          <p:val>
                                            <p:fltVal val="0"/>
                                          </p:val>
                                        </p:tav>
                                        <p:tav tm="100000">
                                          <p:val>
                                            <p:strVal val="#ppt_w"/>
                                          </p:val>
                                        </p:tav>
                                      </p:tavLst>
                                    </p:anim>
                                    <p:anim calcmode="lin" valueType="num">
                                      <p:cBhvr>
                                        <p:cTn id="65" dur="500" fill="hold"/>
                                        <p:tgtEl>
                                          <p:spTgt spid="70"/>
                                        </p:tgtEl>
                                        <p:attrNameLst>
                                          <p:attrName>ppt_h</p:attrName>
                                        </p:attrNameLst>
                                      </p:cBhvr>
                                      <p:tavLst>
                                        <p:tav tm="0">
                                          <p:val>
                                            <p:fltVal val="0"/>
                                          </p:val>
                                        </p:tav>
                                        <p:tav tm="100000">
                                          <p:val>
                                            <p:strVal val="#ppt_h"/>
                                          </p:val>
                                        </p:tav>
                                      </p:tavLst>
                                    </p:anim>
                                    <p:animEffect transition="in" filter="fade">
                                      <p:cBhvr>
                                        <p:cTn id="66" dur="500"/>
                                        <p:tgtEl>
                                          <p:spTgt spid="70"/>
                                        </p:tgtEl>
                                      </p:cBhvr>
                                    </p:animEffect>
                                  </p:childTnLst>
                                </p:cTn>
                              </p:par>
                              <p:par>
                                <p:cTn id="67" presetID="18" presetClass="entr" presetSubtype="6" fill="hold" grpId="0" nodeType="withEffect">
                                  <p:stCondLst>
                                    <p:cond delay="0"/>
                                  </p:stCondLst>
                                  <p:childTnLst>
                                    <p:set>
                                      <p:cBhvr>
                                        <p:cTn id="68" dur="1" fill="hold">
                                          <p:stCondLst>
                                            <p:cond delay="0"/>
                                          </p:stCondLst>
                                        </p:cTn>
                                        <p:tgtEl>
                                          <p:spTgt spid="50"/>
                                        </p:tgtEl>
                                        <p:attrNameLst>
                                          <p:attrName>style.visibility</p:attrName>
                                        </p:attrNameLst>
                                      </p:cBhvr>
                                      <p:to>
                                        <p:strVal val="visible"/>
                                      </p:to>
                                    </p:set>
                                    <p:animEffect transition="in" filter="strips(downRight)">
                                      <p:cBhvr>
                                        <p:cTn id="69" dur="500"/>
                                        <p:tgtEl>
                                          <p:spTgt spid="50"/>
                                        </p:tgtEl>
                                      </p:cBhvr>
                                    </p:animEffect>
                                  </p:childTnLst>
                                </p:cTn>
                              </p:par>
                            </p:childTnLst>
                          </p:cTn>
                        </p:par>
                        <p:par>
                          <p:cTn id="70" fill="hold">
                            <p:stCondLst>
                              <p:cond delay="5500"/>
                            </p:stCondLst>
                            <p:childTnLst>
                              <p:par>
                                <p:cTn id="71" presetID="53" presetClass="entr" presetSubtype="0" fill="hold" grpId="0" nodeType="afterEffect">
                                  <p:stCondLst>
                                    <p:cond delay="0"/>
                                  </p:stCondLst>
                                  <p:childTnLst>
                                    <p:set>
                                      <p:cBhvr>
                                        <p:cTn id="72" dur="1" fill="hold">
                                          <p:stCondLst>
                                            <p:cond delay="0"/>
                                          </p:stCondLst>
                                        </p:cTn>
                                        <p:tgtEl>
                                          <p:spTgt spid="85"/>
                                        </p:tgtEl>
                                        <p:attrNameLst>
                                          <p:attrName>style.visibility</p:attrName>
                                        </p:attrNameLst>
                                      </p:cBhvr>
                                      <p:to>
                                        <p:strVal val="visible"/>
                                      </p:to>
                                    </p:set>
                                    <p:anim calcmode="lin" valueType="num">
                                      <p:cBhvr>
                                        <p:cTn id="73" dur="500" fill="hold"/>
                                        <p:tgtEl>
                                          <p:spTgt spid="85"/>
                                        </p:tgtEl>
                                        <p:attrNameLst>
                                          <p:attrName>ppt_w</p:attrName>
                                        </p:attrNameLst>
                                      </p:cBhvr>
                                      <p:tavLst>
                                        <p:tav tm="0">
                                          <p:val>
                                            <p:fltVal val="0"/>
                                          </p:val>
                                        </p:tav>
                                        <p:tav tm="100000">
                                          <p:val>
                                            <p:strVal val="#ppt_w"/>
                                          </p:val>
                                        </p:tav>
                                      </p:tavLst>
                                    </p:anim>
                                    <p:anim calcmode="lin" valueType="num">
                                      <p:cBhvr>
                                        <p:cTn id="74" dur="500" fill="hold"/>
                                        <p:tgtEl>
                                          <p:spTgt spid="85"/>
                                        </p:tgtEl>
                                        <p:attrNameLst>
                                          <p:attrName>ppt_h</p:attrName>
                                        </p:attrNameLst>
                                      </p:cBhvr>
                                      <p:tavLst>
                                        <p:tav tm="0">
                                          <p:val>
                                            <p:fltVal val="0"/>
                                          </p:val>
                                        </p:tav>
                                        <p:tav tm="100000">
                                          <p:val>
                                            <p:strVal val="#ppt_h"/>
                                          </p:val>
                                        </p:tav>
                                      </p:tavLst>
                                    </p:anim>
                                    <p:animEffect transition="in" filter="fade">
                                      <p:cBhvr>
                                        <p:cTn id="75" dur="500"/>
                                        <p:tgtEl>
                                          <p:spTgt spid="85"/>
                                        </p:tgtEl>
                                      </p:cBhvr>
                                    </p:animEffect>
                                  </p:childTnLst>
                                </p:cTn>
                              </p:par>
                            </p:childTnLst>
                          </p:cTn>
                        </p:par>
                        <p:par>
                          <p:cTn id="76" fill="hold">
                            <p:stCondLst>
                              <p:cond delay="6000"/>
                            </p:stCondLst>
                            <p:childTnLst>
                              <p:par>
                                <p:cTn id="77" presetID="18" presetClass="entr" presetSubtype="3"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strips(upRight)">
                                      <p:cBhvr>
                                        <p:cTn id="79" dur="500"/>
                                        <p:tgtEl>
                                          <p:spTgt spid="52"/>
                                        </p:tgtEl>
                                      </p:cBhvr>
                                    </p:animEffect>
                                  </p:childTnLst>
                                </p:cTn>
                              </p:par>
                            </p:childTnLst>
                          </p:cTn>
                        </p:par>
                        <p:par>
                          <p:cTn id="80" fill="hold">
                            <p:stCondLst>
                              <p:cond delay="6500"/>
                            </p:stCondLst>
                            <p:childTnLst>
                              <p:par>
                                <p:cTn id="81" presetID="53" presetClass="entr" presetSubtype="0" fill="hold" grpId="0" nodeType="afterEffect">
                                  <p:stCondLst>
                                    <p:cond delay="0"/>
                                  </p:stCondLst>
                                  <p:childTnLst>
                                    <p:set>
                                      <p:cBhvr>
                                        <p:cTn id="82" dur="1" fill="hold">
                                          <p:stCondLst>
                                            <p:cond delay="0"/>
                                          </p:stCondLst>
                                        </p:cTn>
                                        <p:tgtEl>
                                          <p:spTgt spid="77"/>
                                        </p:tgtEl>
                                        <p:attrNameLst>
                                          <p:attrName>style.visibility</p:attrName>
                                        </p:attrNameLst>
                                      </p:cBhvr>
                                      <p:to>
                                        <p:strVal val="visible"/>
                                      </p:to>
                                    </p:set>
                                    <p:anim calcmode="lin" valueType="num">
                                      <p:cBhvr>
                                        <p:cTn id="83" dur="500" fill="hold"/>
                                        <p:tgtEl>
                                          <p:spTgt spid="77"/>
                                        </p:tgtEl>
                                        <p:attrNameLst>
                                          <p:attrName>ppt_w</p:attrName>
                                        </p:attrNameLst>
                                      </p:cBhvr>
                                      <p:tavLst>
                                        <p:tav tm="0">
                                          <p:val>
                                            <p:fltVal val="0"/>
                                          </p:val>
                                        </p:tav>
                                        <p:tav tm="100000">
                                          <p:val>
                                            <p:strVal val="#ppt_w"/>
                                          </p:val>
                                        </p:tav>
                                      </p:tavLst>
                                    </p:anim>
                                    <p:anim calcmode="lin" valueType="num">
                                      <p:cBhvr>
                                        <p:cTn id="84" dur="500" fill="hold"/>
                                        <p:tgtEl>
                                          <p:spTgt spid="77"/>
                                        </p:tgtEl>
                                        <p:attrNameLst>
                                          <p:attrName>ppt_h</p:attrName>
                                        </p:attrNameLst>
                                      </p:cBhvr>
                                      <p:tavLst>
                                        <p:tav tm="0">
                                          <p:val>
                                            <p:fltVal val="0"/>
                                          </p:val>
                                        </p:tav>
                                        <p:tav tm="100000">
                                          <p:val>
                                            <p:strVal val="#ppt_h"/>
                                          </p:val>
                                        </p:tav>
                                      </p:tavLst>
                                    </p:anim>
                                    <p:animEffect transition="in" filter="fade">
                                      <p:cBhvr>
                                        <p:cTn id="85" dur="500"/>
                                        <p:tgtEl>
                                          <p:spTgt spid="77"/>
                                        </p:tgtEl>
                                      </p:cBhvr>
                                    </p:animEffect>
                                  </p:childTnLst>
                                </p:cTn>
                              </p:par>
                              <p:par>
                                <p:cTn id="86" presetID="18" presetClass="entr" presetSubtype="6" fill="hold" grpId="0" nodeType="withEffect">
                                  <p:stCondLst>
                                    <p:cond delay="0"/>
                                  </p:stCondLst>
                                  <p:childTnLst>
                                    <p:set>
                                      <p:cBhvr>
                                        <p:cTn id="87" dur="1" fill="hold">
                                          <p:stCondLst>
                                            <p:cond delay="0"/>
                                          </p:stCondLst>
                                        </p:cTn>
                                        <p:tgtEl>
                                          <p:spTgt spid="53"/>
                                        </p:tgtEl>
                                        <p:attrNameLst>
                                          <p:attrName>style.visibility</p:attrName>
                                        </p:attrNameLst>
                                      </p:cBhvr>
                                      <p:to>
                                        <p:strVal val="visible"/>
                                      </p:to>
                                    </p:set>
                                    <p:animEffect transition="in" filter="strips(downRight)">
                                      <p:cBhvr>
                                        <p:cTn id="88" dur="500"/>
                                        <p:tgtEl>
                                          <p:spTgt spid="53"/>
                                        </p:tgtEl>
                                      </p:cBhvr>
                                    </p:animEffect>
                                  </p:childTnLst>
                                </p:cTn>
                              </p:par>
                            </p:childTnLst>
                          </p:cTn>
                        </p:par>
                        <p:par>
                          <p:cTn id="89" fill="hold">
                            <p:stCondLst>
                              <p:cond delay="7000"/>
                            </p:stCondLst>
                            <p:childTnLst>
                              <p:par>
                                <p:cTn id="90" presetID="53" presetClass="entr" presetSubtype="0" fill="hold" grpId="0" nodeType="afterEffect">
                                  <p:stCondLst>
                                    <p:cond delay="0"/>
                                  </p:stCondLst>
                                  <p:childTnLst>
                                    <p:set>
                                      <p:cBhvr>
                                        <p:cTn id="91" dur="1" fill="hold">
                                          <p:stCondLst>
                                            <p:cond delay="0"/>
                                          </p:stCondLst>
                                        </p:cTn>
                                        <p:tgtEl>
                                          <p:spTgt spid="74"/>
                                        </p:tgtEl>
                                        <p:attrNameLst>
                                          <p:attrName>style.visibility</p:attrName>
                                        </p:attrNameLst>
                                      </p:cBhvr>
                                      <p:to>
                                        <p:strVal val="visible"/>
                                      </p:to>
                                    </p:set>
                                    <p:anim calcmode="lin" valueType="num">
                                      <p:cBhvr>
                                        <p:cTn id="92" dur="500" fill="hold"/>
                                        <p:tgtEl>
                                          <p:spTgt spid="74"/>
                                        </p:tgtEl>
                                        <p:attrNameLst>
                                          <p:attrName>ppt_w</p:attrName>
                                        </p:attrNameLst>
                                      </p:cBhvr>
                                      <p:tavLst>
                                        <p:tav tm="0">
                                          <p:val>
                                            <p:fltVal val="0"/>
                                          </p:val>
                                        </p:tav>
                                        <p:tav tm="100000">
                                          <p:val>
                                            <p:strVal val="#ppt_w"/>
                                          </p:val>
                                        </p:tav>
                                      </p:tavLst>
                                    </p:anim>
                                    <p:anim calcmode="lin" valueType="num">
                                      <p:cBhvr>
                                        <p:cTn id="93" dur="500" fill="hold"/>
                                        <p:tgtEl>
                                          <p:spTgt spid="74"/>
                                        </p:tgtEl>
                                        <p:attrNameLst>
                                          <p:attrName>ppt_h</p:attrName>
                                        </p:attrNameLst>
                                      </p:cBhvr>
                                      <p:tavLst>
                                        <p:tav tm="0">
                                          <p:val>
                                            <p:fltVal val="0"/>
                                          </p:val>
                                        </p:tav>
                                        <p:tav tm="100000">
                                          <p:val>
                                            <p:strVal val="#ppt_h"/>
                                          </p:val>
                                        </p:tav>
                                      </p:tavLst>
                                    </p:anim>
                                    <p:animEffect transition="in" filter="fade">
                                      <p:cBhvr>
                                        <p:cTn id="94" dur="500"/>
                                        <p:tgtEl>
                                          <p:spTgt spid="74"/>
                                        </p:tgtEl>
                                      </p:cBhvr>
                                    </p:animEffect>
                                  </p:childTnLst>
                                </p:cTn>
                              </p:par>
                            </p:childTnLst>
                          </p:cTn>
                        </p:par>
                        <p:par>
                          <p:cTn id="95" fill="hold">
                            <p:stCondLst>
                              <p:cond delay="7500"/>
                            </p:stCondLst>
                            <p:childTnLst>
                              <p:par>
                                <p:cTn id="96" presetID="2" presetClass="entr" presetSubtype="4" accel="50000" decel="50000" fill="hold" nodeType="afterEffect">
                                  <p:stCondLst>
                                    <p:cond delay="0"/>
                                  </p:stCondLst>
                                  <p:childTnLst>
                                    <p:set>
                                      <p:cBhvr>
                                        <p:cTn id="97" dur="1" fill="hold">
                                          <p:stCondLst>
                                            <p:cond delay="0"/>
                                          </p:stCondLst>
                                        </p:cTn>
                                        <p:tgtEl>
                                          <p:spTgt spid="3"/>
                                        </p:tgtEl>
                                        <p:attrNameLst>
                                          <p:attrName>style.visibility</p:attrName>
                                        </p:attrNameLst>
                                      </p:cBhvr>
                                      <p:to>
                                        <p:strVal val="visible"/>
                                      </p:to>
                                    </p:set>
                                    <p:anim calcmode="lin" valueType="num">
                                      <p:cBhvr additive="base">
                                        <p:cTn id="98" dur="1000" fill="hold"/>
                                        <p:tgtEl>
                                          <p:spTgt spid="3"/>
                                        </p:tgtEl>
                                        <p:attrNameLst>
                                          <p:attrName>ppt_x</p:attrName>
                                        </p:attrNameLst>
                                      </p:cBhvr>
                                      <p:tavLst>
                                        <p:tav tm="0">
                                          <p:val>
                                            <p:strVal val="#ppt_x"/>
                                          </p:val>
                                        </p:tav>
                                        <p:tav tm="100000">
                                          <p:val>
                                            <p:strVal val="#ppt_x"/>
                                          </p:val>
                                        </p:tav>
                                      </p:tavLst>
                                    </p:anim>
                                    <p:anim calcmode="lin" valueType="num">
                                      <p:cBhvr additive="base">
                                        <p:cTn id="99" dur="1000" fill="hold"/>
                                        <p:tgtEl>
                                          <p:spTgt spid="3"/>
                                        </p:tgtEl>
                                        <p:attrNameLst>
                                          <p:attrName>ppt_y</p:attrName>
                                        </p:attrNameLst>
                                      </p:cBhvr>
                                      <p:tavLst>
                                        <p:tav tm="0">
                                          <p:val>
                                            <p:strVal val="1+#ppt_h/2"/>
                                          </p:val>
                                        </p:tav>
                                        <p:tav tm="100000">
                                          <p:val>
                                            <p:strVal val="#ppt_y"/>
                                          </p:val>
                                        </p:tav>
                                      </p:tavLst>
                                    </p:anim>
                                  </p:childTnLst>
                                </p:cTn>
                              </p:par>
                            </p:childTnLst>
                          </p:cTn>
                        </p:par>
                        <p:par>
                          <p:cTn id="100" fill="hold">
                            <p:stCondLst>
                              <p:cond delay="8500"/>
                            </p:stCondLst>
                            <p:childTnLst>
                              <p:par>
                                <p:cTn id="101" presetID="2" presetClass="entr" presetSubtype="4" accel="50000" decel="50000" fill="hold" nodeType="afterEffect">
                                  <p:stCondLst>
                                    <p:cond delay="0"/>
                                  </p:stCondLst>
                                  <p:childTnLst>
                                    <p:set>
                                      <p:cBhvr>
                                        <p:cTn id="102" dur="1" fill="hold">
                                          <p:stCondLst>
                                            <p:cond delay="0"/>
                                          </p:stCondLst>
                                        </p:cTn>
                                        <p:tgtEl>
                                          <p:spTgt spid="4"/>
                                        </p:tgtEl>
                                        <p:attrNameLst>
                                          <p:attrName>style.visibility</p:attrName>
                                        </p:attrNameLst>
                                      </p:cBhvr>
                                      <p:to>
                                        <p:strVal val="visible"/>
                                      </p:to>
                                    </p:set>
                                    <p:anim calcmode="lin" valueType="num">
                                      <p:cBhvr additive="base">
                                        <p:cTn id="103" dur="1000" fill="hold"/>
                                        <p:tgtEl>
                                          <p:spTgt spid="4"/>
                                        </p:tgtEl>
                                        <p:attrNameLst>
                                          <p:attrName>ppt_x</p:attrName>
                                        </p:attrNameLst>
                                      </p:cBhvr>
                                      <p:tavLst>
                                        <p:tav tm="0">
                                          <p:val>
                                            <p:strVal val="#ppt_x"/>
                                          </p:val>
                                        </p:tav>
                                        <p:tav tm="100000">
                                          <p:val>
                                            <p:strVal val="#ppt_x"/>
                                          </p:val>
                                        </p:tav>
                                      </p:tavLst>
                                    </p:anim>
                                    <p:anim calcmode="lin" valueType="num">
                                      <p:cBhvr additive="base">
                                        <p:cTn id="104" dur="1000" fill="hold"/>
                                        <p:tgtEl>
                                          <p:spTgt spid="4"/>
                                        </p:tgtEl>
                                        <p:attrNameLst>
                                          <p:attrName>ppt_y</p:attrName>
                                        </p:attrNameLst>
                                      </p:cBhvr>
                                      <p:tavLst>
                                        <p:tav tm="0">
                                          <p:val>
                                            <p:strVal val="1+#ppt_h/2"/>
                                          </p:val>
                                        </p:tav>
                                        <p:tav tm="100000">
                                          <p:val>
                                            <p:strVal val="#ppt_y"/>
                                          </p:val>
                                        </p:tav>
                                      </p:tavLst>
                                    </p:anim>
                                  </p:childTnLst>
                                </p:cTn>
                              </p:par>
                            </p:childTnLst>
                          </p:cTn>
                        </p:par>
                        <p:par>
                          <p:cTn id="105" fill="hold">
                            <p:stCondLst>
                              <p:cond delay="9500"/>
                            </p:stCondLst>
                            <p:childTnLst>
                              <p:par>
                                <p:cTn id="106" presetID="2" presetClass="entr" presetSubtype="4" accel="50000" decel="50000" fill="hold" nodeType="afterEffect">
                                  <p:stCondLst>
                                    <p:cond delay="0"/>
                                  </p:stCondLst>
                                  <p:childTnLst>
                                    <p:set>
                                      <p:cBhvr>
                                        <p:cTn id="107" dur="1" fill="hold">
                                          <p:stCondLst>
                                            <p:cond delay="0"/>
                                          </p:stCondLst>
                                        </p:cTn>
                                        <p:tgtEl>
                                          <p:spTgt spid="5"/>
                                        </p:tgtEl>
                                        <p:attrNameLst>
                                          <p:attrName>style.visibility</p:attrName>
                                        </p:attrNameLst>
                                      </p:cBhvr>
                                      <p:to>
                                        <p:strVal val="visible"/>
                                      </p:to>
                                    </p:set>
                                    <p:anim calcmode="lin" valueType="num">
                                      <p:cBhvr additive="base">
                                        <p:cTn id="108" dur="1000" fill="hold"/>
                                        <p:tgtEl>
                                          <p:spTgt spid="5"/>
                                        </p:tgtEl>
                                        <p:attrNameLst>
                                          <p:attrName>ppt_x</p:attrName>
                                        </p:attrNameLst>
                                      </p:cBhvr>
                                      <p:tavLst>
                                        <p:tav tm="0">
                                          <p:val>
                                            <p:strVal val="#ppt_x"/>
                                          </p:val>
                                        </p:tav>
                                        <p:tav tm="100000">
                                          <p:val>
                                            <p:strVal val="#ppt_x"/>
                                          </p:val>
                                        </p:tav>
                                      </p:tavLst>
                                    </p:anim>
                                    <p:anim calcmode="lin" valueType="num">
                                      <p:cBhvr additive="base">
                                        <p:cTn id="109" dur="1000" fill="hold"/>
                                        <p:tgtEl>
                                          <p:spTgt spid="5"/>
                                        </p:tgtEl>
                                        <p:attrNameLst>
                                          <p:attrName>ppt_y</p:attrName>
                                        </p:attrNameLst>
                                      </p:cBhvr>
                                      <p:tavLst>
                                        <p:tav tm="0">
                                          <p:val>
                                            <p:strVal val="1+#ppt_h/2"/>
                                          </p:val>
                                        </p:tav>
                                        <p:tav tm="100000">
                                          <p:val>
                                            <p:strVal val="#ppt_y"/>
                                          </p:val>
                                        </p:tav>
                                      </p:tavLst>
                                    </p:anim>
                                  </p:childTnLst>
                                </p:cTn>
                              </p:par>
                            </p:childTnLst>
                          </p:cTn>
                        </p:par>
                        <p:par>
                          <p:cTn id="110" fill="hold">
                            <p:stCondLst>
                              <p:cond delay="10500"/>
                            </p:stCondLst>
                            <p:childTnLst>
                              <p:par>
                                <p:cTn id="111" presetID="2" presetClass="entr" presetSubtype="4" accel="50000" decel="50000" fill="hold" nodeType="afterEffect">
                                  <p:stCondLst>
                                    <p:cond delay="0"/>
                                  </p:stCondLst>
                                  <p:childTnLst>
                                    <p:set>
                                      <p:cBhvr>
                                        <p:cTn id="112" dur="1" fill="hold">
                                          <p:stCondLst>
                                            <p:cond delay="0"/>
                                          </p:stCondLst>
                                        </p:cTn>
                                        <p:tgtEl>
                                          <p:spTgt spid="6"/>
                                        </p:tgtEl>
                                        <p:attrNameLst>
                                          <p:attrName>style.visibility</p:attrName>
                                        </p:attrNameLst>
                                      </p:cBhvr>
                                      <p:to>
                                        <p:strVal val="visible"/>
                                      </p:to>
                                    </p:set>
                                    <p:anim calcmode="lin" valueType="num">
                                      <p:cBhvr additive="base">
                                        <p:cTn id="113" dur="1000" fill="hold"/>
                                        <p:tgtEl>
                                          <p:spTgt spid="6"/>
                                        </p:tgtEl>
                                        <p:attrNameLst>
                                          <p:attrName>ppt_x</p:attrName>
                                        </p:attrNameLst>
                                      </p:cBhvr>
                                      <p:tavLst>
                                        <p:tav tm="0">
                                          <p:val>
                                            <p:strVal val="#ppt_x"/>
                                          </p:val>
                                        </p:tav>
                                        <p:tav tm="100000">
                                          <p:val>
                                            <p:strVal val="#ppt_x"/>
                                          </p:val>
                                        </p:tav>
                                      </p:tavLst>
                                    </p:anim>
                                    <p:anim calcmode="lin" valueType="num">
                                      <p:cBhvr additive="base">
                                        <p:cTn id="114"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3" grpId="0" animBg="1"/>
      <p:bldP spid="47" grpId="0" animBg="1"/>
      <p:bldP spid="48" grpId="0" animBg="1"/>
      <p:bldP spid="50" grpId="0" animBg="1"/>
      <p:bldP spid="55" grpId="0" animBg="1"/>
      <p:bldP spid="46" grpId="0" animBg="1"/>
      <p:bldP spid="49" grpId="0" animBg="1"/>
      <p:bldP spid="51" grpId="0" animBg="1"/>
      <p:bldP spid="52" grpId="0" animBg="1"/>
      <p:bldP spid="68" grpId="0" animBg="1"/>
      <p:bldP spid="69" grpId="0" animBg="1"/>
      <p:bldP spid="70" grpId="0" animBg="1"/>
      <p:bldP spid="74" grpId="0" animBg="1"/>
      <p:bldP spid="77" grpId="0" animBg="1"/>
      <p:bldP spid="80" grpId="0" animBg="1"/>
      <p:bldP spid="81" grpId="0" animBg="1"/>
      <p:bldP spid="84" grpId="0" animBg="1"/>
      <p:bldP spid="85"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Arrow Infographic</a:t>
            </a:r>
            <a:endParaRPr lang="en-US" dirty="0"/>
          </a:p>
        </p:txBody>
      </p:sp>
      <p:sp>
        <p:nvSpPr>
          <p:cNvPr id="4" name="Text Placeholder 3"/>
          <p:cNvSpPr>
            <a:spLocks noGrp="1"/>
          </p:cNvSpPr>
          <p:nvPr>
            <p:ph type="body" sz="half" idx="2"/>
          </p:nvPr>
        </p:nvSpPr>
        <p:spPr/>
        <p:txBody>
          <a:bodyPr/>
          <a:lstStyle/>
          <a:p>
            <a:r>
              <a:rPr lang="en-US"/>
              <a:t>Arrow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187</a:t>
            </a:fld>
            <a:endParaRPr lang="en-US" dirty="0"/>
          </a:p>
        </p:txBody>
      </p:sp>
      <p:sp>
        <p:nvSpPr>
          <p:cNvPr id="40" name="Right Arrow 39"/>
          <p:cNvSpPr/>
          <p:nvPr/>
        </p:nvSpPr>
        <p:spPr>
          <a:xfrm>
            <a:off x="647700" y="1898926"/>
            <a:ext cx="7848600" cy="1981200"/>
          </a:xfrm>
          <a:prstGeom prst="rightArrow">
            <a:avLst>
              <a:gd name="adj1" fmla="val 63748"/>
              <a:gd name="adj2" fmla="val 4950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ounded Rectangle 40"/>
          <p:cNvSpPr/>
          <p:nvPr/>
        </p:nvSpPr>
        <p:spPr>
          <a:xfrm>
            <a:off x="1186760" y="2413479"/>
            <a:ext cx="1457396" cy="1030078"/>
          </a:xfrm>
          <a:prstGeom prst="roundRect">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ounded Rectangle 41"/>
          <p:cNvSpPr/>
          <p:nvPr/>
        </p:nvSpPr>
        <p:spPr>
          <a:xfrm>
            <a:off x="2846991" y="2365854"/>
            <a:ext cx="1457396" cy="1030078"/>
          </a:xfrm>
          <a:prstGeom prst="roundRect">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ounded Rectangle 42"/>
          <p:cNvSpPr/>
          <p:nvPr/>
        </p:nvSpPr>
        <p:spPr>
          <a:xfrm>
            <a:off x="4534813" y="2365854"/>
            <a:ext cx="1457396" cy="1030078"/>
          </a:xfrm>
          <a:prstGeom prst="roundRect">
            <a:avLst/>
          </a:prstGeom>
          <a:solidFill>
            <a:schemeClr val="accent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ounded Rectangle 43"/>
          <p:cNvSpPr/>
          <p:nvPr/>
        </p:nvSpPr>
        <p:spPr>
          <a:xfrm>
            <a:off x="6238804" y="2365854"/>
            <a:ext cx="1457396" cy="1030078"/>
          </a:xfrm>
          <a:prstGeom prst="roundRect">
            <a:avLst/>
          </a:prstGeom>
          <a:solidFill>
            <a:schemeClr val="accent4"/>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245"/>
          <p:cNvSpPr>
            <a:spLocks/>
          </p:cNvSpPr>
          <p:nvPr/>
        </p:nvSpPr>
        <p:spPr bwMode="auto">
          <a:xfrm>
            <a:off x="6747526" y="2534237"/>
            <a:ext cx="439951" cy="439951"/>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
          <p:cNvSpPr>
            <a:spLocks noEditPoints="1"/>
          </p:cNvSpPr>
          <p:nvPr/>
        </p:nvSpPr>
        <p:spPr bwMode="auto">
          <a:xfrm>
            <a:off x="3374064" y="2603704"/>
            <a:ext cx="403249" cy="301016"/>
          </a:xfrm>
          <a:custGeom>
            <a:avLst/>
            <a:gdLst/>
            <a:ahLst/>
            <a:cxnLst>
              <a:cxn ang="0">
                <a:pos x="19" y="42"/>
              </a:cxn>
              <a:cxn ang="0">
                <a:pos x="17" y="42"/>
              </a:cxn>
              <a:cxn ang="0">
                <a:pos x="1" y="25"/>
              </a:cxn>
              <a:cxn ang="0">
                <a:pos x="1" y="24"/>
              </a:cxn>
              <a:cxn ang="0">
                <a:pos x="17" y="7"/>
              </a:cxn>
              <a:cxn ang="0">
                <a:pos x="19" y="7"/>
              </a:cxn>
              <a:cxn ang="0">
                <a:pos x="21" y="9"/>
              </a:cxn>
              <a:cxn ang="0">
                <a:pos x="21" y="11"/>
              </a:cxn>
              <a:cxn ang="0">
                <a:pos x="7" y="25"/>
              </a:cxn>
              <a:cxn ang="0">
                <a:pos x="21" y="39"/>
              </a:cxn>
              <a:cxn ang="0">
                <a:pos x="21" y="40"/>
              </a:cxn>
              <a:cxn ang="0">
                <a:pos x="19" y="42"/>
              </a:cxn>
              <a:cxn ang="0">
                <a:pos x="29" y="48"/>
              </a:cxn>
              <a:cxn ang="0">
                <a:pos x="27" y="49"/>
              </a:cxn>
              <a:cxn ang="0">
                <a:pos x="25" y="48"/>
              </a:cxn>
              <a:cxn ang="0">
                <a:pos x="24" y="47"/>
              </a:cxn>
              <a:cxn ang="0">
                <a:pos x="38" y="1"/>
              </a:cxn>
              <a:cxn ang="0">
                <a:pos x="39" y="0"/>
              </a:cxn>
              <a:cxn ang="0">
                <a:pos x="41" y="1"/>
              </a:cxn>
              <a:cxn ang="0">
                <a:pos x="42" y="2"/>
              </a:cxn>
              <a:cxn ang="0">
                <a:pos x="29" y="48"/>
              </a:cxn>
              <a:cxn ang="0">
                <a:pos x="49" y="42"/>
              </a:cxn>
              <a:cxn ang="0">
                <a:pos x="47" y="42"/>
              </a:cxn>
              <a:cxn ang="0">
                <a:pos x="45" y="40"/>
              </a:cxn>
              <a:cxn ang="0">
                <a:pos x="45" y="39"/>
              </a:cxn>
              <a:cxn ang="0">
                <a:pos x="59" y="25"/>
              </a:cxn>
              <a:cxn ang="0">
                <a:pos x="45" y="11"/>
              </a:cxn>
              <a:cxn ang="0">
                <a:pos x="45" y="9"/>
              </a:cxn>
              <a:cxn ang="0">
                <a:pos x="47" y="7"/>
              </a:cxn>
              <a:cxn ang="0">
                <a:pos x="49" y="7"/>
              </a:cxn>
              <a:cxn ang="0">
                <a:pos x="65" y="24"/>
              </a:cxn>
              <a:cxn ang="0">
                <a:pos x="65" y="25"/>
              </a:cxn>
              <a:cxn ang="0">
                <a:pos x="49" y="42"/>
              </a:cxn>
            </a:cxnLst>
            <a:rect l="0" t="0" r="r" b="b"/>
            <a:pathLst>
              <a:path w="66" h="49">
                <a:moveTo>
                  <a:pt x="19" y="42"/>
                </a:moveTo>
                <a:cubicBezTo>
                  <a:pt x="19" y="43"/>
                  <a:pt x="18" y="43"/>
                  <a:pt x="17" y="42"/>
                </a:cubicBezTo>
                <a:cubicBezTo>
                  <a:pt x="1" y="25"/>
                  <a:pt x="1" y="25"/>
                  <a:pt x="1" y="25"/>
                </a:cubicBezTo>
                <a:cubicBezTo>
                  <a:pt x="0" y="25"/>
                  <a:pt x="0" y="24"/>
                  <a:pt x="1" y="24"/>
                </a:cubicBezTo>
                <a:cubicBezTo>
                  <a:pt x="17" y="7"/>
                  <a:pt x="17" y="7"/>
                  <a:pt x="17" y="7"/>
                </a:cubicBezTo>
                <a:cubicBezTo>
                  <a:pt x="18" y="7"/>
                  <a:pt x="19" y="7"/>
                  <a:pt x="19" y="7"/>
                </a:cubicBezTo>
                <a:cubicBezTo>
                  <a:pt x="21" y="9"/>
                  <a:pt x="21" y="9"/>
                  <a:pt x="21" y="9"/>
                </a:cubicBezTo>
                <a:cubicBezTo>
                  <a:pt x="21" y="9"/>
                  <a:pt x="21" y="10"/>
                  <a:pt x="21" y="11"/>
                </a:cubicBezTo>
                <a:cubicBezTo>
                  <a:pt x="7" y="25"/>
                  <a:pt x="7" y="25"/>
                  <a:pt x="7" y="25"/>
                </a:cubicBezTo>
                <a:cubicBezTo>
                  <a:pt x="21" y="39"/>
                  <a:pt x="21" y="39"/>
                  <a:pt x="21" y="39"/>
                </a:cubicBezTo>
                <a:cubicBezTo>
                  <a:pt x="21" y="39"/>
                  <a:pt x="21" y="40"/>
                  <a:pt x="21" y="40"/>
                </a:cubicBezTo>
                <a:lnTo>
                  <a:pt x="19" y="42"/>
                </a:lnTo>
                <a:close/>
                <a:moveTo>
                  <a:pt x="29" y="48"/>
                </a:moveTo>
                <a:cubicBezTo>
                  <a:pt x="28" y="49"/>
                  <a:pt x="28" y="49"/>
                  <a:pt x="27" y="49"/>
                </a:cubicBezTo>
                <a:cubicBezTo>
                  <a:pt x="25" y="48"/>
                  <a:pt x="25" y="48"/>
                  <a:pt x="25" y="48"/>
                </a:cubicBezTo>
                <a:cubicBezTo>
                  <a:pt x="24" y="48"/>
                  <a:pt x="24" y="48"/>
                  <a:pt x="24" y="47"/>
                </a:cubicBezTo>
                <a:cubicBezTo>
                  <a:pt x="38" y="1"/>
                  <a:pt x="38" y="1"/>
                  <a:pt x="38" y="1"/>
                </a:cubicBezTo>
                <a:cubicBezTo>
                  <a:pt x="38" y="0"/>
                  <a:pt x="38" y="0"/>
                  <a:pt x="39" y="0"/>
                </a:cubicBezTo>
                <a:cubicBezTo>
                  <a:pt x="41" y="1"/>
                  <a:pt x="41" y="1"/>
                  <a:pt x="41" y="1"/>
                </a:cubicBezTo>
                <a:cubicBezTo>
                  <a:pt x="42" y="1"/>
                  <a:pt x="42" y="2"/>
                  <a:pt x="42" y="2"/>
                </a:cubicBezTo>
                <a:lnTo>
                  <a:pt x="29" y="48"/>
                </a:lnTo>
                <a:close/>
                <a:moveTo>
                  <a:pt x="49" y="42"/>
                </a:moveTo>
                <a:cubicBezTo>
                  <a:pt x="48" y="43"/>
                  <a:pt x="48" y="43"/>
                  <a:pt x="47" y="42"/>
                </a:cubicBezTo>
                <a:cubicBezTo>
                  <a:pt x="45" y="40"/>
                  <a:pt x="45" y="40"/>
                  <a:pt x="45" y="40"/>
                </a:cubicBezTo>
                <a:cubicBezTo>
                  <a:pt x="45" y="40"/>
                  <a:pt x="45" y="39"/>
                  <a:pt x="45" y="39"/>
                </a:cubicBezTo>
                <a:cubicBezTo>
                  <a:pt x="59" y="25"/>
                  <a:pt x="59" y="25"/>
                  <a:pt x="59" y="25"/>
                </a:cubicBezTo>
                <a:cubicBezTo>
                  <a:pt x="45" y="11"/>
                  <a:pt x="45" y="11"/>
                  <a:pt x="45" y="11"/>
                </a:cubicBezTo>
                <a:cubicBezTo>
                  <a:pt x="45" y="10"/>
                  <a:pt x="45" y="9"/>
                  <a:pt x="45" y="9"/>
                </a:cubicBezTo>
                <a:cubicBezTo>
                  <a:pt x="47" y="7"/>
                  <a:pt x="47" y="7"/>
                  <a:pt x="47" y="7"/>
                </a:cubicBezTo>
                <a:cubicBezTo>
                  <a:pt x="48" y="7"/>
                  <a:pt x="48" y="7"/>
                  <a:pt x="49" y="7"/>
                </a:cubicBezTo>
                <a:cubicBezTo>
                  <a:pt x="65" y="24"/>
                  <a:pt x="65" y="24"/>
                  <a:pt x="65" y="24"/>
                </a:cubicBezTo>
                <a:cubicBezTo>
                  <a:pt x="66" y="24"/>
                  <a:pt x="66" y="25"/>
                  <a:pt x="65" y="25"/>
                </a:cubicBezTo>
                <a:lnTo>
                  <a:pt x="49" y="4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105"/>
          <p:cNvSpPr>
            <a:spLocks noEditPoints="1"/>
          </p:cNvSpPr>
          <p:nvPr/>
        </p:nvSpPr>
        <p:spPr bwMode="auto">
          <a:xfrm>
            <a:off x="1724021" y="2565550"/>
            <a:ext cx="382873" cy="377324"/>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
        <p:nvSpPr>
          <p:cNvPr id="48" name="Freeform 34"/>
          <p:cNvSpPr>
            <a:spLocks noEditPoints="1"/>
          </p:cNvSpPr>
          <p:nvPr/>
        </p:nvSpPr>
        <p:spPr bwMode="auto">
          <a:xfrm>
            <a:off x="5098104" y="2588806"/>
            <a:ext cx="330812" cy="330812"/>
          </a:xfrm>
          <a:custGeom>
            <a:avLst/>
            <a:gdLst/>
            <a:ahLst/>
            <a:cxnLst>
              <a:cxn ang="0">
                <a:pos x="27" y="55"/>
              </a:cxn>
              <a:cxn ang="0">
                <a:pos x="0" y="28"/>
              </a:cxn>
              <a:cxn ang="0">
                <a:pos x="27" y="0"/>
              </a:cxn>
              <a:cxn ang="0">
                <a:pos x="55" y="28"/>
              </a:cxn>
              <a:cxn ang="0">
                <a:pos x="27" y="55"/>
              </a:cxn>
              <a:cxn ang="0">
                <a:pos x="27" y="5"/>
              </a:cxn>
              <a:cxn ang="0">
                <a:pos x="4" y="28"/>
              </a:cxn>
              <a:cxn ang="0">
                <a:pos x="27" y="51"/>
              </a:cxn>
              <a:cxn ang="0">
                <a:pos x="50" y="28"/>
              </a:cxn>
              <a:cxn ang="0">
                <a:pos x="27" y="5"/>
              </a:cxn>
              <a:cxn ang="0">
                <a:pos x="27" y="46"/>
              </a:cxn>
              <a:cxn ang="0">
                <a:pos x="9" y="28"/>
              </a:cxn>
              <a:cxn ang="0">
                <a:pos x="27" y="9"/>
              </a:cxn>
              <a:cxn ang="0">
                <a:pos x="45" y="28"/>
              </a:cxn>
              <a:cxn ang="0">
                <a:pos x="27" y="46"/>
              </a:cxn>
              <a:cxn ang="0">
                <a:pos x="27" y="14"/>
              </a:cxn>
              <a:cxn ang="0">
                <a:pos x="13" y="28"/>
              </a:cxn>
              <a:cxn ang="0">
                <a:pos x="27" y="41"/>
              </a:cxn>
              <a:cxn ang="0">
                <a:pos x="41" y="28"/>
              </a:cxn>
              <a:cxn ang="0">
                <a:pos x="27" y="14"/>
              </a:cxn>
              <a:cxn ang="0">
                <a:pos x="27" y="37"/>
              </a:cxn>
              <a:cxn ang="0">
                <a:pos x="18" y="28"/>
              </a:cxn>
              <a:cxn ang="0">
                <a:pos x="27" y="19"/>
              </a:cxn>
              <a:cxn ang="0">
                <a:pos x="36" y="28"/>
              </a:cxn>
              <a:cxn ang="0">
                <a:pos x="27" y="37"/>
              </a:cxn>
            </a:cxnLst>
            <a:rect l="0" t="0" r="r" b="b"/>
            <a:pathLst>
              <a:path w="55" h="55">
                <a:moveTo>
                  <a:pt x="27" y="55"/>
                </a:moveTo>
                <a:cubicBezTo>
                  <a:pt x="12" y="55"/>
                  <a:pt x="0" y="43"/>
                  <a:pt x="0" y="28"/>
                </a:cubicBezTo>
                <a:cubicBezTo>
                  <a:pt x="0" y="13"/>
                  <a:pt x="12" y="0"/>
                  <a:pt x="27" y="0"/>
                </a:cubicBezTo>
                <a:cubicBezTo>
                  <a:pt x="42" y="0"/>
                  <a:pt x="55" y="13"/>
                  <a:pt x="55" y="28"/>
                </a:cubicBezTo>
                <a:cubicBezTo>
                  <a:pt x="55" y="43"/>
                  <a:pt x="42" y="55"/>
                  <a:pt x="27" y="55"/>
                </a:cubicBezTo>
                <a:close/>
                <a:moveTo>
                  <a:pt x="27" y="5"/>
                </a:moveTo>
                <a:cubicBezTo>
                  <a:pt x="15" y="5"/>
                  <a:pt x="4" y="15"/>
                  <a:pt x="4" y="28"/>
                </a:cubicBezTo>
                <a:cubicBezTo>
                  <a:pt x="4" y="40"/>
                  <a:pt x="15" y="51"/>
                  <a:pt x="27" y="51"/>
                </a:cubicBezTo>
                <a:cubicBezTo>
                  <a:pt x="40" y="51"/>
                  <a:pt x="50" y="40"/>
                  <a:pt x="50" y="28"/>
                </a:cubicBezTo>
                <a:cubicBezTo>
                  <a:pt x="50" y="15"/>
                  <a:pt x="40" y="5"/>
                  <a:pt x="27" y="5"/>
                </a:cubicBezTo>
                <a:close/>
                <a:moveTo>
                  <a:pt x="27" y="46"/>
                </a:moveTo>
                <a:cubicBezTo>
                  <a:pt x="17" y="46"/>
                  <a:pt x="9" y="38"/>
                  <a:pt x="9" y="28"/>
                </a:cubicBezTo>
                <a:cubicBezTo>
                  <a:pt x="9" y="18"/>
                  <a:pt x="17" y="9"/>
                  <a:pt x="27" y="9"/>
                </a:cubicBezTo>
                <a:cubicBezTo>
                  <a:pt x="37" y="9"/>
                  <a:pt x="45" y="18"/>
                  <a:pt x="45" y="28"/>
                </a:cubicBezTo>
                <a:cubicBezTo>
                  <a:pt x="45" y="38"/>
                  <a:pt x="37" y="46"/>
                  <a:pt x="27" y="46"/>
                </a:cubicBezTo>
                <a:close/>
                <a:moveTo>
                  <a:pt x="27" y="14"/>
                </a:moveTo>
                <a:cubicBezTo>
                  <a:pt x="20" y="14"/>
                  <a:pt x="13" y="20"/>
                  <a:pt x="13" y="28"/>
                </a:cubicBezTo>
                <a:cubicBezTo>
                  <a:pt x="13" y="35"/>
                  <a:pt x="20" y="41"/>
                  <a:pt x="27" y="41"/>
                </a:cubicBezTo>
                <a:cubicBezTo>
                  <a:pt x="35" y="41"/>
                  <a:pt x="41" y="35"/>
                  <a:pt x="41" y="28"/>
                </a:cubicBezTo>
                <a:cubicBezTo>
                  <a:pt x="41" y="20"/>
                  <a:pt x="35" y="14"/>
                  <a:pt x="27" y="14"/>
                </a:cubicBezTo>
                <a:close/>
                <a:moveTo>
                  <a:pt x="27" y="37"/>
                </a:moveTo>
                <a:cubicBezTo>
                  <a:pt x="22" y="37"/>
                  <a:pt x="18" y="33"/>
                  <a:pt x="18" y="28"/>
                </a:cubicBezTo>
                <a:cubicBezTo>
                  <a:pt x="18" y="23"/>
                  <a:pt x="22" y="19"/>
                  <a:pt x="27" y="19"/>
                </a:cubicBezTo>
                <a:cubicBezTo>
                  <a:pt x="32" y="19"/>
                  <a:pt x="36" y="23"/>
                  <a:pt x="36" y="28"/>
                </a:cubicBezTo>
                <a:cubicBezTo>
                  <a:pt x="36" y="33"/>
                  <a:pt x="32" y="37"/>
                  <a:pt x="27" y="3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Text Placeholder 3"/>
          <p:cNvSpPr txBox="1">
            <a:spLocks/>
          </p:cNvSpPr>
          <p:nvPr/>
        </p:nvSpPr>
        <p:spPr>
          <a:xfrm>
            <a:off x="1416602" y="3001808"/>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sp>
        <p:nvSpPr>
          <p:cNvPr id="50" name="Text Placeholder 3"/>
          <p:cNvSpPr txBox="1">
            <a:spLocks/>
          </p:cNvSpPr>
          <p:nvPr/>
        </p:nvSpPr>
        <p:spPr>
          <a:xfrm>
            <a:off x="3076833" y="3001808"/>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sp>
        <p:nvSpPr>
          <p:cNvPr id="51" name="Text Placeholder 3"/>
          <p:cNvSpPr txBox="1">
            <a:spLocks/>
          </p:cNvSpPr>
          <p:nvPr/>
        </p:nvSpPr>
        <p:spPr>
          <a:xfrm>
            <a:off x="4764655" y="3001808"/>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sp>
        <p:nvSpPr>
          <p:cNvPr id="52" name="Text Placeholder 3"/>
          <p:cNvSpPr txBox="1">
            <a:spLocks/>
          </p:cNvSpPr>
          <p:nvPr/>
        </p:nvSpPr>
        <p:spPr>
          <a:xfrm>
            <a:off x="6468646" y="3001808"/>
            <a:ext cx="997711" cy="3385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100" b="1" dirty="0">
                <a:solidFill>
                  <a:schemeClr val="bg1"/>
                </a:solidFill>
              </a:rPr>
              <a:t>Title Goes</a:t>
            </a:r>
            <a:endParaRPr lang="ar-SY" sz="1100" b="1" dirty="0">
              <a:solidFill>
                <a:schemeClr val="bg1"/>
              </a:solidFill>
            </a:endParaRPr>
          </a:p>
          <a:p>
            <a:r>
              <a:rPr lang="en-US" sz="1100" b="1" dirty="0">
                <a:solidFill>
                  <a:schemeClr val="bg1"/>
                </a:solidFill>
              </a:rPr>
              <a:t>Here</a:t>
            </a:r>
            <a:endParaRPr lang="en-US" sz="1000" dirty="0">
              <a:solidFill>
                <a:schemeClr val="bg1"/>
              </a:solidFill>
            </a:endParaRPr>
          </a:p>
        </p:txBody>
      </p:sp>
      <p:cxnSp>
        <p:nvCxnSpPr>
          <p:cNvPr id="53" name="Straight Connector 52"/>
          <p:cNvCxnSpPr/>
          <p:nvPr/>
        </p:nvCxnSpPr>
        <p:spPr>
          <a:xfrm rot="5400000" flipH="1" flipV="1">
            <a:off x="1640118" y="2174428"/>
            <a:ext cx="533399" cy="1852"/>
          </a:xfrm>
          <a:prstGeom prst="line">
            <a:avLst/>
          </a:prstGeom>
          <a:ln w="12700">
            <a:solidFill>
              <a:schemeClr val="tx2">
                <a:lumMod val="50000"/>
                <a:lumOff val="50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flipH="1" flipV="1">
            <a:off x="3327013" y="2174428"/>
            <a:ext cx="533399" cy="1852"/>
          </a:xfrm>
          <a:prstGeom prst="line">
            <a:avLst/>
          </a:prstGeom>
          <a:ln w="12700">
            <a:solidFill>
              <a:schemeClr val="tx2">
                <a:lumMod val="50000"/>
                <a:lumOff val="50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rot="5400000" flipH="1" flipV="1">
            <a:off x="5013908" y="2174429"/>
            <a:ext cx="533399" cy="1852"/>
          </a:xfrm>
          <a:prstGeom prst="line">
            <a:avLst/>
          </a:prstGeom>
          <a:ln w="12700">
            <a:solidFill>
              <a:schemeClr val="tx2">
                <a:lumMod val="50000"/>
                <a:lumOff val="50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5400000" flipH="1" flipV="1">
            <a:off x="6700803" y="2174429"/>
            <a:ext cx="533399" cy="1852"/>
          </a:xfrm>
          <a:prstGeom prst="line">
            <a:avLst/>
          </a:prstGeom>
          <a:ln w="12700">
            <a:solidFill>
              <a:schemeClr val="tx2">
                <a:lumMod val="50000"/>
                <a:lumOff val="50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56"/>
          <p:cNvGrpSpPr/>
          <p:nvPr/>
        </p:nvGrpSpPr>
        <p:grpSpPr>
          <a:xfrm>
            <a:off x="1165820" y="3723007"/>
            <a:ext cx="1483848" cy="863356"/>
            <a:chOff x="495837" y="1363501"/>
            <a:chExt cx="1483848" cy="863356"/>
          </a:xfrm>
        </p:grpSpPr>
        <p:sp>
          <p:nvSpPr>
            <p:cNvPr id="69" name="TextBox 68"/>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0" name="Rectangle 69"/>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5" name="Group 56"/>
          <p:cNvGrpSpPr/>
          <p:nvPr/>
        </p:nvGrpSpPr>
        <p:grpSpPr>
          <a:xfrm>
            <a:off x="2852715" y="3723007"/>
            <a:ext cx="1483848" cy="863356"/>
            <a:chOff x="495837" y="1363501"/>
            <a:chExt cx="1483848" cy="863356"/>
          </a:xfrm>
        </p:grpSpPr>
        <p:sp>
          <p:nvSpPr>
            <p:cNvPr id="72" name="TextBox 71"/>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3" name="Rectangle 72"/>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6" name="Group 56"/>
          <p:cNvGrpSpPr/>
          <p:nvPr/>
        </p:nvGrpSpPr>
        <p:grpSpPr>
          <a:xfrm>
            <a:off x="4539610" y="3723007"/>
            <a:ext cx="1483848" cy="863356"/>
            <a:chOff x="495837" y="1363501"/>
            <a:chExt cx="1483848" cy="863356"/>
          </a:xfrm>
        </p:grpSpPr>
        <p:sp>
          <p:nvSpPr>
            <p:cNvPr id="77" name="TextBox 76"/>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8" name="Rectangle 77"/>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grpSp>
        <p:nvGrpSpPr>
          <p:cNvPr id="7" name="Group 56"/>
          <p:cNvGrpSpPr/>
          <p:nvPr/>
        </p:nvGrpSpPr>
        <p:grpSpPr>
          <a:xfrm>
            <a:off x="6238804" y="3723007"/>
            <a:ext cx="1483848" cy="863356"/>
            <a:chOff x="495837" y="1363501"/>
            <a:chExt cx="1483848" cy="863356"/>
          </a:xfrm>
        </p:grpSpPr>
        <p:sp>
          <p:nvSpPr>
            <p:cNvPr id="81" name="TextBox 80"/>
            <p:cNvSpPr txBox="1"/>
            <p:nvPr/>
          </p:nvSpPr>
          <p:spPr>
            <a:xfrm>
              <a:off x="495837" y="1611304"/>
              <a:ext cx="1483848"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82" name="Rectangle 81"/>
            <p:cNvSpPr/>
            <p:nvPr/>
          </p:nvSpPr>
          <p:spPr>
            <a:xfrm>
              <a:off x="835408"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sp>
        <p:nvSpPr>
          <p:cNvPr id="36" name="Oval 35"/>
          <p:cNvSpPr>
            <a:spLocks noChangeAspect="1"/>
          </p:cNvSpPr>
          <p:nvPr/>
        </p:nvSpPr>
        <p:spPr>
          <a:xfrm>
            <a:off x="1575316" y="1216873"/>
            <a:ext cx="662044" cy="662597"/>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01</a:t>
            </a:r>
            <a:endParaRPr lang="en-US" sz="1600" b="1" dirty="0">
              <a:solidFill>
                <a:schemeClr val="bg1"/>
              </a:solidFill>
              <a:latin typeface="+mj-lt"/>
            </a:endParaRPr>
          </a:p>
        </p:txBody>
      </p:sp>
      <p:sp>
        <p:nvSpPr>
          <p:cNvPr id="54" name="Oval 53"/>
          <p:cNvSpPr>
            <a:spLocks noChangeAspect="1"/>
          </p:cNvSpPr>
          <p:nvPr/>
        </p:nvSpPr>
        <p:spPr>
          <a:xfrm>
            <a:off x="3263414" y="1207145"/>
            <a:ext cx="662044" cy="662597"/>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02</a:t>
            </a:r>
            <a:endParaRPr lang="en-US" sz="1600" b="1" dirty="0">
              <a:latin typeface="+mj-lt"/>
            </a:endParaRPr>
          </a:p>
        </p:txBody>
      </p:sp>
      <p:sp>
        <p:nvSpPr>
          <p:cNvPr id="57" name="Oval 56"/>
          <p:cNvSpPr>
            <a:spLocks noChangeAspect="1"/>
          </p:cNvSpPr>
          <p:nvPr/>
        </p:nvSpPr>
        <p:spPr>
          <a:xfrm>
            <a:off x="4963743" y="1216873"/>
            <a:ext cx="662044" cy="662597"/>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03</a:t>
            </a:r>
            <a:endParaRPr lang="en-US" sz="1600" b="1" dirty="0">
              <a:latin typeface="+mj-lt"/>
            </a:endParaRPr>
          </a:p>
        </p:txBody>
      </p:sp>
      <p:sp>
        <p:nvSpPr>
          <p:cNvPr id="60" name="Oval 59"/>
          <p:cNvSpPr>
            <a:spLocks noChangeAspect="1"/>
          </p:cNvSpPr>
          <p:nvPr/>
        </p:nvSpPr>
        <p:spPr>
          <a:xfrm>
            <a:off x="6644617" y="1216867"/>
            <a:ext cx="662044" cy="662597"/>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04</a:t>
            </a:r>
            <a:endParaRPr lang="en-US" sz="1600" b="1" dirty="0">
              <a:latin typeface="+mj-lt"/>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0-#ppt_w/2"/>
                                          </p:val>
                                        </p:tav>
                                        <p:tav tm="100000">
                                          <p:val>
                                            <p:strVal val="#ppt_x"/>
                                          </p:val>
                                        </p:tav>
                                      </p:tavLst>
                                    </p:anim>
                                    <p:anim calcmode="lin" valueType="num">
                                      <p:cBhvr additive="base">
                                        <p:cTn id="8" dur="500" fill="hold"/>
                                        <p:tgtEl>
                                          <p:spTgt spid="4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41"/>
                                        </p:tgtEl>
                                        <p:attrNameLst>
                                          <p:attrName>style.visibility</p:attrName>
                                        </p:attrNameLst>
                                      </p:cBhvr>
                                      <p:to>
                                        <p:strVal val="visible"/>
                                      </p:to>
                                    </p:set>
                                    <p:anim calcmode="lin" valueType="num">
                                      <p:cBhvr>
                                        <p:cTn id="12" dur="500" fill="hold"/>
                                        <p:tgtEl>
                                          <p:spTgt spid="41"/>
                                        </p:tgtEl>
                                        <p:attrNameLst>
                                          <p:attrName>ppt_w</p:attrName>
                                        </p:attrNameLst>
                                      </p:cBhvr>
                                      <p:tavLst>
                                        <p:tav tm="0">
                                          <p:val>
                                            <p:fltVal val="0"/>
                                          </p:val>
                                        </p:tav>
                                        <p:tav tm="100000">
                                          <p:val>
                                            <p:strVal val="#ppt_w"/>
                                          </p:val>
                                        </p:tav>
                                      </p:tavLst>
                                    </p:anim>
                                    <p:anim calcmode="lin" valueType="num">
                                      <p:cBhvr>
                                        <p:cTn id="13" dur="500" fill="hold"/>
                                        <p:tgtEl>
                                          <p:spTgt spid="41"/>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p:cTn id="17" dur="500" fill="hold"/>
                                        <p:tgtEl>
                                          <p:spTgt spid="47"/>
                                        </p:tgtEl>
                                        <p:attrNameLst>
                                          <p:attrName>ppt_w</p:attrName>
                                        </p:attrNameLst>
                                      </p:cBhvr>
                                      <p:tavLst>
                                        <p:tav tm="0">
                                          <p:val>
                                            <p:fltVal val="0"/>
                                          </p:val>
                                        </p:tav>
                                        <p:tav tm="100000">
                                          <p:val>
                                            <p:strVal val="#ppt_w"/>
                                          </p:val>
                                        </p:tav>
                                      </p:tavLst>
                                    </p:anim>
                                    <p:anim calcmode="lin" valueType="num">
                                      <p:cBhvr>
                                        <p:cTn id="18" dur="500" fill="hold"/>
                                        <p:tgtEl>
                                          <p:spTgt spid="47"/>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49"/>
                                        </p:tgtEl>
                                        <p:attrNameLst>
                                          <p:attrName>style.visibility</p:attrName>
                                        </p:attrNameLst>
                                      </p:cBhvr>
                                      <p:to>
                                        <p:strVal val="visible"/>
                                      </p:to>
                                    </p:set>
                                    <p:anim calcmode="lin" valueType="num">
                                      <p:cBhvr>
                                        <p:cTn id="22" dur="500" fill="hold"/>
                                        <p:tgtEl>
                                          <p:spTgt spid="49"/>
                                        </p:tgtEl>
                                        <p:attrNameLst>
                                          <p:attrName>ppt_w</p:attrName>
                                        </p:attrNameLst>
                                      </p:cBhvr>
                                      <p:tavLst>
                                        <p:tav tm="0">
                                          <p:val>
                                            <p:fltVal val="0"/>
                                          </p:val>
                                        </p:tav>
                                        <p:tav tm="100000">
                                          <p:val>
                                            <p:strVal val="#ppt_w"/>
                                          </p:val>
                                        </p:tav>
                                      </p:tavLst>
                                    </p:anim>
                                    <p:anim calcmode="lin" valueType="num">
                                      <p:cBhvr>
                                        <p:cTn id="23" dur="500" fill="hold"/>
                                        <p:tgtEl>
                                          <p:spTgt spid="49"/>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p:cTn id="27" dur="500" fill="hold"/>
                                        <p:tgtEl>
                                          <p:spTgt spid="42"/>
                                        </p:tgtEl>
                                        <p:attrNameLst>
                                          <p:attrName>ppt_w</p:attrName>
                                        </p:attrNameLst>
                                      </p:cBhvr>
                                      <p:tavLst>
                                        <p:tav tm="0">
                                          <p:val>
                                            <p:fltVal val="0"/>
                                          </p:val>
                                        </p:tav>
                                        <p:tav tm="100000">
                                          <p:val>
                                            <p:strVal val="#ppt_w"/>
                                          </p:val>
                                        </p:tav>
                                      </p:tavLst>
                                    </p:anim>
                                    <p:anim calcmode="lin" valueType="num">
                                      <p:cBhvr>
                                        <p:cTn id="28" dur="500" fill="hold"/>
                                        <p:tgtEl>
                                          <p:spTgt spid="42"/>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ID="23" presetClass="entr" presetSubtype="16" fill="hold" grpId="0" nodeType="afterEffect">
                                  <p:stCondLst>
                                    <p:cond delay="0"/>
                                  </p:stCondLst>
                                  <p:childTnLst>
                                    <p:set>
                                      <p:cBhvr>
                                        <p:cTn id="31" dur="1" fill="hold">
                                          <p:stCondLst>
                                            <p:cond delay="0"/>
                                          </p:stCondLst>
                                        </p:cTn>
                                        <p:tgtEl>
                                          <p:spTgt spid="46"/>
                                        </p:tgtEl>
                                        <p:attrNameLst>
                                          <p:attrName>style.visibility</p:attrName>
                                        </p:attrNameLst>
                                      </p:cBhvr>
                                      <p:to>
                                        <p:strVal val="visible"/>
                                      </p:to>
                                    </p:set>
                                    <p:anim calcmode="lin" valueType="num">
                                      <p:cBhvr>
                                        <p:cTn id="32" dur="500" fill="hold"/>
                                        <p:tgtEl>
                                          <p:spTgt spid="46"/>
                                        </p:tgtEl>
                                        <p:attrNameLst>
                                          <p:attrName>ppt_w</p:attrName>
                                        </p:attrNameLst>
                                      </p:cBhvr>
                                      <p:tavLst>
                                        <p:tav tm="0">
                                          <p:val>
                                            <p:fltVal val="0"/>
                                          </p:val>
                                        </p:tav>
                                        <p:tav tm="100000">
                                          <p:val>
                                            <p:strVal val="#ppt_w"/>
                                          </p:val>
                                        </p:tav>
                                      </p:tavLst>
                                    </p:anim>
                                    <p:anim calcmode="lin" valueType="num">
                                      <p:cBhvr>
                                        <p:cTn id="33" dur="500" fill="hold"/>
                                        <p:tgtEl>
                                          <p:spTgt spid="46"/>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ID="23" presetClass="entr" presetSubtype="16" fill="hold" grpId="0" nodeType="afterEffect">
                                  <p:stCondLst>
                                    <p:cond delay="0"/>
                                  </p:stCondLst>
                                  <p:childTnLst>
                                    <p:set>
                                      <p:cBhvr>
                                        <p:cTn id="36" dur="1" fill="hold">
                                          <p:stCondLst>
                                            <p:cond delay="0"/>
                                          </p:stCondLst>
                                        </p:cTn>
                                        <p:tgtEl>
                                          <p:spTgt spid="50"/>
                                        </p:tgtEl>
                                        <p:attrNameLst>
                                          <p:attrName>style.visibility</p:attrName>
                                        </p:attrNameLst>
                                      </p:cBhvr>
                                      <p:to>
                                        <p:strVal val="visible"/>
                                      </p:to>
                                    </p:set>
                                    <p:anim calcmode="lin" valueType="num">
                                      <p:cBhvr>
                                        <p:cTn id="37" dur="500" fill="hold"/>
                                        <p:tgtEl>
                                          <p:spTgt spid="50"/>
                                        </p:tgtEl>
                                        <p:attrNameLst>
                                          <p:attrName>ppt_w</p:attrName>
                                        </p:attrNameLst>
                                      </p:cBhvr>
                                      <p:tavLst>
                                        <p:tav tm="0">
                                          <p:val>
                                            <p:fltVal val="0"/>
                                          </p:val>
                                        </p:tav>
                                        <p:tav tm="100000">
                                          <p:val>
                                            <p:strVal val="#ppt_w"/>
                                          </p:val>
                                        </p:tav>
                                      </p:tavLst>
                                    </p:anim>
                                    <p:anim calcmode="lin" valueType="num">
                                      <p:cBhvr>
                                        <p:cTn id="38" dur="500" fill="hold"/>
                                        <p:tgtEl>
                                          <p:spTgt spid="50"/>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ID="23" presetClass="entr" presetSubtype="16" fill="hold" grpId="0" nodeType="afterEffect">
                                  <p:stCondLst>
                                    <p:cond delay="0"/>
                                  </p:stCondLst>
                                  <p:childTnLst>
                                    <p:set>
                                      <p:cBhvr>
                                        <p:cTn id="41" dur="1" fill="hold">
                                          <p:stCondLst>
                                            <p:cond delay="0"/>
                                          </p:stCondLst>
                                        </p:cTn>
                                        <p:tgtEl>
                                          <p:spTgt spid="43"/>
                                        </p:tgtEl>
                                        <p:attrNameLst>
                                          <p:attrName>style.visibility</p:attrName>
                                        </p:attrNameLst>
                                      </p:cBhvr>
                                      <p:to>
                                        <p:strVal val="visible"/>
                                      </p:to>
                                    </p:set>
                                    <p:anim calcmode="lin" valueType="num">
                                      <p:cBhvr>
                                        <p:cTn id="42" dur="500" fill="hold"/>
                                        <p:tgtEl>
                                          <p:spTgt spid="43"/>
                                        </p:tgtEl>
                                        <p:attrNameLst>
                                          <p:attrName>ppt_w</p:attrName>
                                        </p:attrNameLst>
                                      </p:cBhvr>
                                      <p:tavLst>
                                        <p:tav tm="0">
                                          <p:val>
                                            <p:fltVal val="0"/>
                                          </p:val>
                                        </p:tav>
                                        <p:tav tm="100000">
                                          <p:val>
                                            <p:strVal val="#ppt_w"/>
                                          </p:val>
                                        </p:tav>
                                      </p:tavLst>
                                    </p:anim>
                                    <p:anim calcmode="lin" valueType="num">
                                      <p:cBhvr>
                                        <p:cTn id="43" dur="500" fill="hold"/>
                                        <p:tgtEl>
                                          <p:spTgt spid="43"/>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p:cTn id="47" dur="500" fill="hold"/>
                                        <p:tgtEl>
                                          <p:spTgt spid="48"/>
                                        </p:tgtEl>
                                        <p:attrNameLst>
                                          <p:attrName>ppt_w</p:attrName>
                                        </p:attrNameLst>
                                      </p:cBhvr>
                                      <p:tavLst>
                                        <p:tav tm="0">
                                          <p:val>
                                            <p:fltVal val="0"/>
                                          </p:val>
                                        </p:tav>
                                        <p:tav tm="100000">
                                          <p:val>
                                            <p:strVal val="#ppt_w"/>
                                          </p:val>
                                        </p:tav>
                                      </p:tavLst>
                                    </p:anim>
                                    <p:anim calcmode="lin" valueType="num">
                                      <p:cBhvr>
                                        <p:cTn id="48" dur="500" fill="hold"/>
                                        <p:tgtEl>
                                          <p:spTgt spid="48"/>
                                        </p:tgtEl>
                                        <p:attrNameLst>
                                          <p:attrName>ppt_h</p:attrName>
                                        </p:attrNameLst>
                                      </p:cBhvr>
                                      <p:tavLst>
                                        <p:tav tm="0">
                                          <p:val>
                                            <p:fltVal val="0"/>
                                          </p:val>
                                        </p:tav>
                                        <p:tav tm="100000">
                                          <p:val>
                                            <p:strVal val="#ppt_h"/>
                                          </p:val>
                                        </p:tav>
                                      </p:tavLst>
                                    </p:anim>
                                  </p:childTnLst>
                                </p:cTn>
                              </p:par>
                            </p:childTnLst>
                          </p:cTn>
                        </p:par>
                        <p:par>
                          <p:cTn id="49" fill="hold">
                            <p:stCondLst>
                              <p:cond delay="4500"/>
                            </p:stCondLst>
                            <p:childTnLst>
                              <p:par>
                                <p:cTn id="50" presetID="23" presetClass="entr" presetSubtype="16" fill="hold" grpId="0" nodeType="afterEffect">
                                  <p:stCondLst>
                                    <p:cond delay="0"/>
                                  </p:stCondLst>
                                  <p:childTnLst>
                                    <p:set>
                                      <p:cBhvr>
                                        <p:cTn id="51" dur="1" fill="hold">
                                          <p:stCondLst>
                                            <p:cond delay="0"/>
                                          </p:stCondLst>
                                        </p:cTn>
                                        <p:tgtEl>
                                          <p:spTgt spid="51"/>
                                        </p:tgtEl>
                                        <p:attrNameLst>
                                          <p:attrName>style.visibility</p:attrName>
                                        </p:attrNameLst>
                                      </p:cBhvr>
                                      <p:to>
                                        <p:strVal val="visible"/>
                                      </p:to>
                                    </p:set>
                                    <p:anim calcmode="lin" valueType="num">
                                      <p:cBhvr>
                                        <p:cTn id="52" dur="500" fill="hold"/>
                                        <p:tgtEl>
                                          <p:spTgt spid="51"/>
                                        </p:tgtEl>
                                        <p:attrNameLst>
                                          <p:attrName>ppt_w</p:attrName>
                                        </p:attrNameLst>
                                      </p:cBhvr>
                                      <p:tavLst>
                                        <p:tav tm="0">
                                          <p:val>
                                            <p:fltVal val="0"/>
                                          </p:val>
                                        </p:tav>
                                        <p:tav tm="100000">
                                          <p:val>
                                            <p:strVal val="#ppt_w"/>
                                          </p:val>
                                        </p:tav>
                                      </p:tavLst>
                                    </p:anim>
                                    <p:anim calcmode="lin" valueType="num">
                                      <p:cBhvr>
                                        <p:cTn id="53" dur="500" fill="hold"/>
                                        <p:tgtEl>
                                          <p:spTgt spid="51"/>
                                        </p:tgtEl>
                                        <p:attrNameLst>
                                          <p:attrName>ppt_h</p:attrName>
                                        </p:attrNameLst>
                                      </p:cBhvr>
                                      <p:tavLst>
                                        <p:tav tm="0">
                                          <p:val>
                                            <p:fltVal val="0"/>
                                          </p:val>
                                        </p:tav>
                                        <p:tav tm="100000">
                                          <p:val>
                                            <p:strVal val="#ppt_h"/>
                                          </p:val>
                                        </p:tav>
                                      </p:tavLst>
                                    </p:anim>
                                  </p:childTnLst>
                                </p:cTn>
                              </p:par>
                            </p:childTnLst>
                          </p:cTn>
                        </p:par>
                        <p:par>
                          <p:cTn id="54" fill="hold">
                            <p:stCondLst>
                              <p:cond delay="5000"/>
                            </p:stCondLst>
                            <p:childTnLst>
                              <p:par>
                                <p:cTn id="55" presetID="23" presetClass="entr" presetSubtype="16" fill="hold" grpId="0" nodeType="afterEffect">
                                  <p:stCondLst>
                                    <p:cond delay="0"/>
                                  </p:stCondLst>
                                  <p:childTnLst>
                                    <p:set>
                                      <p:cBhvr>
                                        <p:cTn id="56" dur="1" fill="hold">
                                          <p:stCondLst>
                                            <p:cond delay="0"/>
                                          </p:stCondLst>
                                        </p:cTn>
                                        <p:tgtEl>
                                          <p:spTgt spid="44"/>
                                        </p:tgtEl>
                                        <p:attrNameLst>
                                          <p:attrName>style.visibility</p:attrName>
                                        </p:attrNameLst>
                                      </p:cBhvr>
                                      <p:to>
                                        <p:strVal val="visible"/>
                                      </p:to>
                                    </p:set>
                                    <p:anim calcmode="lin" valueType="num">
                                      <p:cBhvr>
                                        <p:cTn id="57" dur="500" fill="hold"/>
                                        <p:tgtEl>
                                          <p:spTgt spid="44"/>
                                        </p:tgtEl>
                                        <p:attrNameLst>
                                          <p:attrName>ppt_w</p:attrName>
                                        </p:attrNameLst>
                                      </p:cBhvr>
                                      <p:tavLst>
                                        <p:tav tm="0">
                                          <p:val>
                                            <p:fltVal val="0"/>
                                          </p:val>
                                        </p:tav>
                                        <p:tav tm="100000">
                                          <p:val>
                                            <p:strVal val="#ppt_w"/>
                                          </p:val>
                                        </p:tav>
                                      </p:tavLst>
                                    </p:anim>
                                    <p:anim calcmode="lin" valueType="num">
                                      <p:cBhvr>
                                        <p:cTn id="58" dur="500" fill="hold"/>
                                        <p:tgtEl>
                                          <p:spTgt spid="44"/>
                                        </p:tgtEl>
                                        <p:attrNameLst>
                                          <p:attrName>ppt_h</p:attrName>
                                        </p:attrNameLst>
                                      </p:cBhvr>
                                      <p:tavLst>
                                        <p:tav tm="0">
                                          <p:val>
                                            <p:fltVal val="0"/>
                                          </p:val>
                                        </p:tav>
                                        <p:tav tm="100000">
                                          <p:val>
                                            <p:strVal val="#ppt_h"/>
                                          </p:val>
                                        </p:tav>
                                      </p:tavLst>
                                    </p:anim>
                                  </p:childTnLst>
                                </p:cTn>
                              </p:par>
                            </p:childTnLst>
                          </p:cTn>
                        </p:par>
                        <p:par>
                          <p:cTn id="59" fill="hold">
                            <p:stCondLst>
                              <p:cond delay="5500"/>
                            </p:stCondLst>
                            <p:childTnLst>
                              <p:par>
                                <p:cTn id="60" presetID="23" presetClass="entr" presetSubtype="16" fill="hold" grpId="0" nodeType="afterEffect">
                                  <p:stCondLst>
                                    <p:cond delay="0"/>
                                  </p:stCondLst>
                                  <p:childTnLst>
                                    <p:set>
                                      <p:cBhvr>
                                        <p:cTn id="61" dur="1" fill="hold">
                                          <p:stCondLst>
                                            <p:cond delay="0"/>
                                          </p:stCondLst>
                                        </p:cTn>
                                        <p:tgtEl>
                                          <p:spTgt spid="45"/>
                                        </p:tgtEl>
                                        <p:attrNameLst>
                                          <p:attrName>style.visibility</p:attrName>
                                        </p:attrNameLst>
                                      </p:cBhvr>
                                      <p:to>
                                        <p:strVal val="visible"/>
                                      </p:to>
                                    </p:set>
                                    <p:anim calcmode="lin" valueType="num">
                                      <p:cBhvr>
                                        <p:cTn id="62" dur="500" fill="hold"/>
                                        <p:tgtEl>
                                          <p:spTgt spid="45"/>
                                        </p:tgtEl>
                                        <p:attrNameLst>
                                          <p:attrName>ppt_w</p:attrName>
                                        </p:attrNameLst>
                                      </p:cBhvr>
                                      <p:tavLst>
                                        <p:tav tm="0">
                                          <p:val>
                                            <p:fltVal val="0"/>
                                          </p:val>
                                        </p:tav>
                                        <p:tav tm="100000">
                                          <p:val>
                                            <p:strVal val="#ppt_w"/>
                                          </p:val>
                                        </p:tav>
                                      </p:tavLst>
                                    </p:anim>
                                    <p:anim calcmode="lin" valueType="num">
                                      <p:cBhvr>
                                        <p:cTn id="63" dur="500" fill="hold"/>
                                        <p:tgtEl>
                                          <p:spTgt spid="45"/>
                                        </p:tgtEl>
                                        <p:attrNameLst>
                                          <p:attrName>ppt_h</p:attrName>
                                        </p:attrNameLst>
                                      </p:cBhvr>
                                      <p:tavLst>
                                        <p:tav tm="0">
                                          <p:val>
                                            <p:fltVal val="0"/>
                                          </p:val>
                                        </p:tav>
                                        <p:tav tm="100000">
                                          <p:val>
                                            <p:strVal val="#ppt_h"/>
                                          </p:val>
                                        </p:tav>
                                      </p:tavLst>
                                    </p:anim>
                                  </p:childTnLst>
                                </p:cTn>
                              </p:par>
                            </p:childTnLst>
                          </p:cTn>
                        </p:par>
                        <p:par>
                          <p:cTn id="64" fill="hold">
                            <p:stCondLst>
                              <p:cond delay="6000"/>
                            </p:stCondLst>
                            <p:childTnLst>
                              <p:par>
                                <p:cTn id="65" presetID="23" presetClass="entr" presetSubtype="16" fill="hold" grpId="0" nodeType="afterEffect">
                                  <p:stCondLst>
                                    <p:cond delay="0"/>
                                  </p:stCondLst>
                                  <p:childTnLst>
                                    <p:set>
                                      <p:cBhvr>
                                        <p:cTn id="66" dur="1" fill="hold">
                                          <p:stCondLst>
                                            <p:cond delay="0"/>
                                          </p:stCondLst>
                                        </p:cTn>
                                        <p:tgtEl>
                                          <p:spTgt spid="52"/>
                                        </p:tgtEl>
                                        <p:attrNameLst>
                                          <p:attrName>style.visibility</p:attrName>
                                        </p:attrNameLst>
                                      </p:cBhvr>
                                      <p:to>
                                        <p:strVal val="visible"/>
                                      </p:to>
                                    </p:set>
                                    <p:anim calcmode="lin" valueType="num">
                                      <p:cBhvr>
                                        <p:cTn id="67" dur="500" fill="hold"/>
                                        <p:tgtEl>
                                          <p:spTgt spid="52"/>
                                        </p:tgtEl>
                                        <p:attrNameLst>
                                          <p:attrName>ppt_w</p:attrName>
                                        </p:attrNameLst>
                                      </p:cBhvr>
                                      <p:tavLst>
                                        <p:tav tm="0">
                                          <p:val>
                                            <p:fltVal val="0"/>
                                          </p:val>
                                        </p:tav>
                                        <p:tav tm="100000">
                                          <p:val>
                                            <p:strVal val="#ppt_w"/>
                                          </p:val>
                                        </p:tav>
                                      </p:tavLst>
                                    </p:anim>
                                    <p:anim calcmode="lin" valueType="num">
                                      <p:cBhvr>
                                        <p:cTn id="68" dur="500" fill="hold"/>
                                        <p:tgtEl>
                                          <p:spTgt spid="52"/>
                                        </p:tgtEl>
                                        <p:attrNameLst>
                                          <p:attrName>ppt_h</p:attrName>
                                        </p:attrNameLst>
                                      </p:cBhvr>
                                      <p:tavLst>
                                        <p:tav tm="0">
                                          <p:val>
                                            <p:fltVal val="0"/>
                                          </p:val>
                                        </p:tav>
                                        <p:tav tm="100000">
                                          <p:val>
                                            <p:strVal val="#ppt_h"/>
                                          </p:val>
                                        </p:tav>
                                      </p:tavLst>
                                    </p:anim>
                                  </p:childTnLst>
                                </p:cTn>
                              </p:par>
                            </p:childTnLst>
                          </p:cTn>
                        </p:par>
                        <p:par>
                          <p:cTn id="69" fill="hold">
                            <p:stCondLst>
                              <p:cond delay="6500"/>
                            </p:stCondLst>
                            <p:childTnLst>
                              <p:par>
                                <p:cTn id="70" presetID="22" presetClass="entr" presetSubtype="1" fill="hold" nodeType="afterEffect">
                                  <p:stCondLst>
                                    <p:cond delay="0"/>
                                  </p:stCondLst>
                                  <p:childTnLst>
                                    <p:set>
                                      <p:cBhvr>
                                        <p:cTn id="71" dur="1" fill="hold">
                                          <p:stCondLst>
                                            <p:cond delay="0"/>
                                          </p:stCondLst>
                                        </p:cTn>
                                        <p:tgtEl>
                                          <p:spTgt spid="53"/>
                                        </p:tgtEl>
                                        <p:attrNameLst>
                                          <p:attrName>style.visibility</p:attrName>
                                        </p:attrNameLst>
                                      </p:cBhvr>
                                      <p:to>
                                        <p:strVal val="visible"/>
                                      </p:to>
                                    </p:set>
                                    <p:animEffect transition="in" filter="wipe(up)">
                                      <p:cBhvr>
                                        <p:cTn id="72" dur="500"/>
                                        <p:tgtEl>
                                          <p:spTgt spid="53"/>
                                        </p:tgtEl>
                                      </p:cBhvr>
                                    </p:animEffect>
                                  </p:childTnLst>
                                </p:cTn>
                              </p:par>
                            </p:childTnLst>
                          </p:cTn>
                        </p:par>
                        <p:par>
                          <p:cTn id="73" fill="hold">
                            <p:stCondLst>
                              <p:cond delay="7000"/>
                            </p:stCondLst>
                            <p:childTnLst>
                              <p:par>
                                <p:cTn id="74" presetID="53" presetClass="entr" presetSubtype="0" fill="hold" grpId="0" nodeType="afterEffect">
                                  <p:stCondLst>
                                    <p:cond delay="0"/>
                                  </p:stCondLst>
                                  <p:childTnLst>
                                    <p:set>
                                      <p:cBhvr>
                                        <p:cTn id="75" dur="1" fill="hold">
                                          <p:stCondLst>
                                            <p:cond delay="0"/>
                                          </p:stCondLst>
                                        </p:cTn>
                                        <p:tgtEl>
                                          <p:spTgt spid="36"/>
                                        </p:tgtEl>
                                        <p:attrNameLst>
                                          <p:attrName>style.visibility</p:attrName>
                                        </p:attrNameLst>
                                      </p:cBhvr>
                                      <p:to>
                                        <p:strVal val="visible"/>
                                      </p:to>
                                    </p:set>
                                    <p:anim calcmode="lin" valueType="num">
                                      <p:cBhvr>
                                        <p:cTn id="76" dur="500" fill="hold"/>
                                        <p:tgtEl>
                                          <p:spTgt spid="36"/>
                                        </p:tgtEl>
                                        <p:attrNameLst>
                                          <p:attrName>ppt_w</p:attrName>
                                        </p:attrNameLst>
                                      </p:cBhvr>
                                      <p:tavLst>
                                        <p:tav tm="0">
                                          <p:val>
                                            <p:fltVal val="0"/>
                                          </p:val>
                                        </p:tav>
                                        <p:tav tm="100000">
                                          <p:val>
                                            <p:strVal val="#ppt_w"/>
                                          </p:val>
                                        </p:tav>
                                      </p:tavLst>
                                    </p:anim>
                                    <p:anim calcmode="lin" valueType="num">
                                      <p:cBhvr>
                                        <p:cTn id="77" dur="500" fill="hold"/>
                                        <p:tgtEl>
                                          <p:spTgt spid="36"/>
                                        </p:tgtEl>
                                        <p:attrNameLst>
                                          <p:attrName>ppt_h</p:attrName>
                                        </p:attrNameLst>
                                      </p:cBhvr>
                                      <p:tavLst>
                                        <p:tav tm="0">
                                          <p:val>
                                            <p:fltVal val="0"/>
                                          </p:val>
                                        </p:tav>
                                        <p:tav tm="100000">
                                          <p:val>
                                            <p:strVal val="#ppt_h"/>
                                          </p:val>
                                        </p:tav>
                                      </p:tavLst>
                                    </p:anim>
                                    <p:animEffect transition="in" filter="fade">
                                      <p:cBhvr>
                                        <p:cTn id="78" dur="500"/>
                                        <p:tgtEl>
                                          <p:spTgt spid="36"/>
                                        </p:tgtEl>
                                      </p:cBhvr>
                                    </p:animEffect>
                                  </p:childTnLst>
                                </p:cTn>
                              </p:par>
                              <p:par>
                                <p:cTn id="79" presetID="2" presetClass="entr" presetSubtype="4" accel="50000" decel="50000" fill="hold" nodeType="withEffect">
                                  <p:stCondLst>
                                    <p:cond delay="0"/>
                                  </p:stCondLst>
                                  <p:childTnLst>
                                    <p:set>
                                      <p:cBhvr>
                                        <p:cTn id="80" dur="1" fill="hold">
                                          <p:stCondLst>
                                            <p:cond delay="0"/>
                                          </p:stCondLst>
                                        </p:cTn>
                                        <p:tgtEl>
                                          <p:spTgt spid="3"/>
                                        </p:tgtEl>
                                        <p:attrNameLst>
                                          <p:attrName>style.visibility</p:attrName>
                                        </p:attrNameLst>
                                      </p:cBhvr>
                                      <p:to>
                                        <p:strVal val="visible"/>
                                      </p:to>
                                    </p:set>
                                    <p:anim calcmode="lin" valueType="num">
                                      <p:cBhvr additive="base">
                                        <p:cTn id="81" dur="500" fill="hold"/>
                                        <p:tgtEl>
                                          <p:spTgt spid="3"/>
                                        </p:tgtEl>
                                        <p:attrNameLst>
                                          <p:attrName>ppt_x</p:attrName>
                                        </p:attrNameLst>
                                      </p:cBhvr>
                                      <p:tavLst>
                                        <p:tav tm="0">
                                          <p:val>
                                            <p:strVal val="#ppt_x"/>
                                          </p:val>
                                        </p:tav>
                                        <p:tav tm="100000">
                                          <p:val>
                                            <p:strVal val="#ppt_x"/>
                                          </p:val>
                                        </p:tav>
                                      </p:tavLst>
                                    </p:anim>
                                    <p:anim calcmode="lin" valueType="num">
                                      <p:cBhvr additive="base">
                                        <p:cTn id="82" dur="500" fill="hold"/>
                                        <p:tgtEl>
                                          <p:spTgt spid="3"/>
                                        </p:tgtEl>
                                        <p:attrNameLst>
                                          <p:attrName>ppt_y</p:attrName>
                                        </p:attrNameLst>
                                      </p:cBhvr>
                                      <p:tavLst>
                                        <p:tav tm="0">
                                          <p:val>
                                            <p:strVal val="1+#ppt_h/2"/>
                                          </p:val>
                                        </p:tav>
                                        <p:tav tm="100000">
                                          <p:val>
                                            <p:strVal val="#ppt_y"/>
                                          </p:val>
                                        </p:tav>
                                      </p:tavLst>
                                    </p:anim>
                                  </p:childTnLst>
                                </p:cTn>
                              </p:par>
                            </p:childTnLst>
                          </p:cTn>
                        </p:par>
                        <p:par>
                          <p:cTn id="83" fill="hold">
                            <p:stCondLst>
                              <p:cond delay="7500"/>
                            </p:stCondLst>
                            <p:childTnLst>
                              <p:par>
                                <p:cTn id="84" presetID="22" presetClass="entr" presetSubtype="1" fill="hold" nodeType="afterEffect">
                                  <p:stCondLst>
                                    <p:cond delay="0"/>
                                  </p:stCondLst>
                                  <p:childTnLst>
                                    <p:set>
                                      <p:cBhvr>
                                        <p:cTn id="85" dur="1" fill="hold">
                                          <p:stCondLst>
                                            <p:cond delay="0"/>
                                          </p:stCondLst>
                                        </p:cTn>
                                        <p:tgtEl>
                                          <p:spTgt spid="62"/>
                                        </p:tgtEl>
                                        <p:attrNameLst>
                                          <p:attrName>style.visibility</p:attrName>
                                        </p:attrNameLst>
                                      </p:cBhvr>
                                      <p:to>
                                        <p:strVal val="visible"/>
                                      </p:to>
                                    </p:set>
                                    <p:animEffect transition="in" filter="wipe(up)">
                                      <p:cBhvr>
                                        <p:cTn id="86" dur="500"/>
                                        <p:tgtEl>
                                          <p:spTgt spid="62"/>
                                        </p:tgtEl>
                                      </p:cBhvr>
                                    </p:animEffect>
                                  </p:childTnLst>
                                </p:cTn>
                              </p:par>
                            </p:childTnLst>
                          </p:cTn>
                        </p:par>
                        <p:par>
                          <p:cTn id="87" fill="hold">
                            <p:stCondLst>
                              <p:cond delay="8000"/>
                            </p:stCondLst>
                            <p:childTnLst>
                              <p:par>
                                <p:cTn id="88" presetID="53" presetClass="entr" presetSubtype="0" fill="hold" grpId="0" nodeType="afterEffect">
                                  <p:stCondLst>
                                    <p:cond delay="0"/>
                                  </p:stCondLst>
                                  <p:childTnLst>
                                    <p:set>
                                      <p:cBhvr>
                                        <p:cTn id="89" dur="1" fill="hold">
                                          <p:stCondLst>
                                            <p:cond delay="0"/>
                                          </p:stCondLst>
                                        </p:cTn>
                                        <p:tgtEl>
                                          <p:spTgt spid="54"/>
                                        </p:tgtEl>
                                        <p:attrNameLst>
                                          <p:attrName>style.visibility</p:attrName>
                                        </p:attrNameLst>
                                      </p:cBhvr>
                                      <p:to>
                                        <p:strVal val="visible"/>
                                      </p:to>
                                    </p:set>
                                    <p:anim calcmode="lin" valueType="num">
                                      <p:cBhvr>
                                        <p:cTn id="90" dur="500" fill="hold"/>
                                        <p:tgtEl>
                                          <p:spTgt spid="54"/>
                                        </p:tgtEl>
                                        <p:attrNameLst>
                                          <p:attrName>ppt_w</p:attrName>
                                        </p:attrNameLst>
                                      </p:cBhvr>
                                      <p:tavLst>
                                        <p:tav tm="0">
                                          <p:val>
                                            <p:fltVal val="0"/>
                                          </p:val>
                                        </p:tav>
                                        <p:tav tm="100000">
                                          <p:val>
                                            <p:strVal val="#ppt_w"/>
                                          </p:val>
                                        </p:tav>
                                      </p:tavLst>
                                    </p:anim>
                                    <p:anim calcmode="lin" valueType="num">
                                      <p:cBhvr>
                                        <p:cTn id="91" dur="500" fill="hold"/>
                                        <p:tgtEl>
                                          <p:spTgt spid="54"/>
                                        </p:tgtEl>
                                        <p:attrNameLst>
                                          <p:attrName>ppt_h</p:attrName>
                                        </p:attrNameLst>
                                      </p:cBhvr>
                                      <p:tavLst>
                                        <p:tav tm="0">
                                          <p:val>
                                            <p:fltVal val="0"/>
                                          </p:val>
                                        </p:tav>
                                        <p:tav tm="100000">
                                          <p:val>
                                            <p:strVal val="#ppt_h"/>
                                          </p:val>
                                        </p:tav>
                                      </p:tavLst>
                                    </p:anim>
                                    <p:animEffect transition="in" filter="fade">
                                      <p:cBhvr>
                                        <p:cTn id="92" dur="500"/>
                                        <p:tgtEl>
                                          <p:spTgt spid="54"/>
                                        </p:tgtEl>
                                      </p:cBhvr>
                                    </p:animEffect>
                                  </p:childTnLst>
                                </p:cTn>
                              </p:par>
                              <p:par>
                                <p:cTn id="93" presetID="2" presetClass="entr" presetSubtype="4" accel="50000" decel="50000" fill="hold" nodeType="withEffect">
                                  <p:stCondLst>
                                    <p:cond delay="0"/>
                                  </p:stCondLst>
                                  <p:childTnLst>
                                    <p:set>
                                      <p:cBhvr>
                                        <p:cTn id="94" dur="1" fill="hold">
                                          <p:stCondLst>
                                            <p:cond delay="0"/>
                                          </p:stCondLst>
                                        </p:cTn>
                                        <p:tgtEl>
                                          <p:spTgt spid="5"/>
                                        </p:tgtEl>
                                        <p:attrNameLst>
                                          <p:attrName>style.visibility</p:attrName>
                                        </p:attrNameLst>
                                      </p:cBhvr>
                                      <p:to>
                                        <p:strVal val="visible"/>
                                      </p:to>
                                    </p:set>
                                    <p:anim calcmode="lin" valueType="num">
                                      <p:cBhvr additive="base">
                                        <p:cTn id="95" dur="500" fill="hold"/>
                                        <p:tgtEl>
                                          <p:spTgt spid="5"/>
                                        </p:tgtEl>
                                        <p:attrNameLst>
                                          <p:attrName>ppt_x</p:attrName>
                                        </p:attrNameLst>
                                      </p:cBhvr>
                                      <p:tavLst>
                                        <p:tav tm="0">
                                          <p:val>
                                            <p:strVal val="#ppt_x"/>
                                          </p:val>
                                        </p:tav>
                                        <p:tav tm="100000">
                                          <p:val>
                                            <p:strVal val="#ppt_x"/>
                                          </p:val>
                                        </p:tav>
                                      </p:tavLst>
                                    </p:anim>
                                    <p:anim calcmode="lin" valueType="num">
                                      <p:cBhvr additive="base">
                                        <p:cTn id="96" dur="500" fill="hold"/>
                                        <p:tgtEl>
                                          <p:spTgt spid="5"/>
                                        </p:tgtEl>
                                        <p:attrNameLst>
                                          <p:attrName>ppt_y</p:attrName>
                                        </p:attrNameLst>
                                      </p:cBhvr>
                                      <p:tavLst>
                                        <p:tav tm="0">
                                          <p:val>
                                            <p:strVal val="1+#ppt_h/2"/>
                                          </p:val>
                                        </p:tav>
                                        <p:tav tm="100000">
                                          <p:val>
                                            <p:strVal val="#ppt_y"/>
                                          </p:val>
                                        </p:tav>
                                      </p:tavLst>
                                    </p:anim>
                                  </p:childTnLst>
                                </p:cTn>
                              </p:par>
                            </p:childTnLst>
                          </p:cTn>
                        </p:par>
                        <p:par>
                          <p:cTn id="97" fill="hold">
                            <p:stCondLst>
                              <p:cond delay="8500"/>
                            </p:stCondLst>
                            <p:childTnLst>
                              <p:par>
                                <p:cTn id="98" presetID="22" presetClass="entr" presetSubtype="1" fill="hold" nodeType="afterEffect">
                                  <p:stCondLst>
                                    <p:cond delay="0"/>
                                  </p:stCondLst>
                                  <p:childTnLst>
                                    <p:set>
                                      <p:cBhvr>
                                        <p:cTn id="99" dur="1" fill="hold">
                                          <p:stCondLst>
                                            <p:cond delay="0"/>
                                          </p:stCondLst>
                                        </p:cTn>
                                        <p:tgtEl>
                                          <p:spTgt spid="63"/>
                                        </p:tgtEl>
                                        <p:attrNameLst>
                                          <p:attrName>style.visibility</p:attrName>
                                        </p:attrNameLst>
                                      </p:cBhvr>
                                      <p:to>
                                        <p:strVal val="visible"/>
                                      </p:to>
                                    </p:set>
                                    <p:animEffect transition="in" filter="wipe(up)">
                                      <p:cBhvr>
                                        <p:cTn id="100" dur="500"/>
                                        <p:tgtEl>
                                          <p:spTgt spid="63"/>
                                        </p:tgtEl>
                                      </p:cBhvr>
                                    </p:animEffect>
                                  </p:childTnLst>
                                </p:cTn>
                              </p:par>
                            </p:childTnLst>
                          </p:cTn>
                        </p:par>
                        <p:par>
                          <p:cTn id="101" fill="hold">
                            <p:stCondLst>
                              <p:cond delay="9000"/>
                            </p:stCondLst>
                            <p:childTnLst>
                              <p:par>
                                <p:cTn id="102" presetID="53" presetClass="entr" presetSubtype="0" fill="hold" grpId="0" nodeType="afterEffect">
                                  <p:stCondLst>
                                    <p:cond delay="0"/>
                                  </p:stCondLst>
                                  <p:childTnLst>
                                    <p:set>
                                      <p:cBhvr>
                                        <p:cTn id="103" dur="1" fill="hold">
                                          <p:stCondLst>
                                            <p:cond delay="0"/>
                                          </p:stCondLst>
                                        </p:cTn>
                                        <p:tgtEl>
                                          <p:spTgt spid="57"/>
                                        </p:tgtEl>
                                        <p:attrNameLst>
                                          <p:attrName>style.visibility</p:attrName>
                                        </p:attrNameLst>
                                      </p:cBhvr>
                                      <p:to>
                                        <p:strVal val="visible"/>
                                      </p:to>
                                    </p:set>
                                    <p:anim calcmode="lin" valueType="num">
                                      <p:cBhvr>
                                        <p:cTn id="104" dur="500" fill="hold"/>
                                        <p:tgtEl>
                                          <p:spTgt spid="57"/>
                                        </p:tgtEl>
                                        <p:attrNameLst>
                                          <p:attrName>ppt_w</p:attrName>
                                        </p:attrNameLst>
                                      </p:cBhvr>
                                      <p:tavLst>
                                        <p:tav tm="0">
                                          <p:val>
                                            <p:fltVal val="0"/>
                                          </p:val>
                                        </p:tav>
                                        <p:tav tm="100000">
                                          <p:val>
                                            <p:strVal val="#ppt_w"/>
                                          </p:val>
                                        </p:tav>
                                      </p:tavLst>
                                    </p:anim>
                                    <p:anim calcmode="lin" valueType="num">
                                      <p:cBhvr>
                                        <p:cTn id="105" dur="500" fill="hold"/>
                                        <p:tgtEl>
                                          <p:spTgt spid="57"/>
                                        </p:tgtEl>
                                        <p:attrNameLst>
                                          <p:attrName>ppt_h</p:attrName>
                                        </p:attrNameLst>
                                      </p:cBhvr>
                                      <p:tavLst>
                                        <p:tav tm="0">
                                          <p:val>
                                            <p:fltVal val="0"/>
                                          </p:val>
                                        </p:tav>
                                        <p:tav tm="100000">
                                          <p:val>
                                            <p:strVal val="#ppt_h"/>
                                          </p:val>
                                        </p:tav>
                                      </p:tavLst>
                                    </p:anim>
                                    <p:animEffect transition="in" filter="fade">
                                      <p:cBhvr>
                                        <p:cTn id="106" dur="500"/>
                                        <p:tgtEl>
                                          <p:spTgt spid="57"/>
                                        </p:tgtEl>
                                      </p:cBhvr>
                                    </p:animEffect>
                                  </p:childTnLst>
                                </p:cTn>
                              </p:par>
                              <p:par>
                                <p:cTn id="107" presetID="2" presetClass="entr" presetSubtype="4" accel="50000" decel="50000" fill="hold" nodeType="withEffect">
                                  <p:stCondLst>
                                    <p:cond delay="0"/>
                                  </p:stCondLst>
                                  <p:childTnLst>
                                    <p:set>
                                      <p:cBhvr>
                                        <p:cTn id="108" dur="1" fill="hold">
                                          <p:stCondLst>
                                            <p:cond delay="0"/>
                                          </p:stCondLst>
                                        </p:cTn>
                                        <p:tgtEl>
                                          <p:spTgt spid="6"/>
                                        </p:tgtEl>
                                        <p:attrNameLst>
                                          <p:attrName>style.visibility</p:attrName>
                                        </p:attrNameLst>
                                      </p:cBhvr>
                                      <p:to>
                                        <p:strVal val="visible"/>
                                      </p:to>
                                    </p:set>
                                    <p:anim calcmode="lin" valueType="num">
                                      <p:cBhvr additive="base">
                                        <p:cTn id="109" dur="500" fill="hold"/>
                                        <p:tgtEl>
                                          <p:spTgt spid="6"/>
                                        </p:tgtEl>
                                        <p:attrNameLst>
                                          <p:attrName>ppt_x</p:attrName>
                                        </p:attrNameLst>
                                      </p:cBhvr>
                                      <p:tavLst>
                                        <p:tav tm="0">
                                          <p:val>
                                            <p:strVal val="#ppt_x"/>
                                          </p:val>
                                        </p:tav>
                                        <p:tav tm="100000">
                                          <p:val>
                                            <p:strVal val="#ppt_x"/>
                                          </p:val>
                                        </p:tav>
                                      </p:tavLst>
                                    </p:anim>
                                    <p:anim calcmode="lin" valueType="num">
                                      <p:cBhvr additive="base">
                                        <p:cTn id="110" dur="500" fill="hold"/>
                                        <p:tgtEl>
                                          <p:spTgt spid="6"/>
                                        </p:tgtEl>
                                        <p:attrNameLst>
                                          <p:attrName>ppt_y</p:attrName>
                                        </p:attrNameLst>
                                      </p:cBhvr>
                                      <p:tavLst>
                                        <p:tav tm="0">
                                          <p:val>
                                            <p:strVal val="1+#ppt_h/2"/>
                                          </p:val>
                                        </p:tav>
                                        <p:tav tm="100000">
                                          <p:val>
                                            <p:strVal val="#ppt_y"/>
                                          </p:val>
                                        </p:tav>
                                      </p:tavLst>
                                    </p:anim>
                                  </p:childTnLst>
                                </p:cTn>
                              </p:par>
                            </p:childTnLst>
                          </p:cTn>
                        </p:par>
                        <p:par>
                          <p:cTn id="111" fill="hold">
                            <p:stCondLst>
                              <p:cond delay="9500"/>
                            </p:stCondLst>
                            <p:childTnLst>
                              <p:par>
                                <p:cTn id="112" presetID="22" presetClass="entr" presetSubtype="1" fill="hold" nodeType="afterEffect">
                                  <p:stCondLst>
                                    <p:cond delay="0"/>
                                  </p:stCondLst>
                                  <p:childTnLst>
                                    <p:set>
                                      <p:cBhvr>
                                        <p:cTn id="113" dur="1" fill="hold">
                                          <p:stCondLst>
                                            <p:cond delay="0"/>
                                          </p:stCondLst>
                                        </p:cTn>
                                        <p:tgtEl>
                                          <p:spTgt spid="64"/>
                                        </p:tgtEl>
                                        <p:attrNameLst>
                                          <p:attrName>style.visibility</p:attrName>
                                        </p:attrNameLst>
                                      </p:cBhvr>
                                      <p:to>
                                        <p:strVal val="visible"/>
                                      </p:to>
                                    </p:set>
                                    <p:animEffect transition="in" filter="wipe(up)">
                                      <p:cBhvr>
                                        <p:cTn id="114" dur="500"/>
                                        <p:tgtEl>
                                          <p:spTgt spid="64"/>
                                        </p:tgtEl>
                                      </p:cBhvr>
                                    </p:animEffect>
                                  </p:childTnLst>
                                </p:cTn>
                              </p:par>
                            </p:childTnLst>
                          </p:cTn>
                        </p:par>
                        <p:par>
                          <p:cTn id="115" fill="hold">
                            <p:stCondLst>
                              <p:cond delay="10000"/>
                            </p:stCondLst>
                            <p:childTnLst>
                              <p:par>
                                <p:cTn id="116" presetID="53" presetClass="entr" presetSubtype="0" fill="hold" grpId="0" nodeType="afterEffect">
                                  <p:stCondLst>
                                    <p:cond delay="0"/>
                                  </p:stCondLst>
                                  <p:childTnLst>
                                    <p:set>
                                      <p:cBhvr>
                                        <p:cTn id="117" dur="1" fill="hold">
                                          <p:stCondLst>
                                            <p:cond delay="0"/>
                                          </p:stCondLst>
                                        </p:cTn>
                                        <p:tgtEl>
                                          <p:spTgt spid="60"/>
                                        </p:tgtEl>
                                        <p:attrNameLst>
                                          <p:attrName>style.visibility</p:attrName>
                                        </p:attrNameLst>
                                      </p:cBhvr>
                                      <p:to>
                                        <p:strVal val="visible"/>
                                      </p:to>
                                    </p:set>
                                    <p:anim calcmode="lin" valueType="num">
                                      <p:cBhvr>
                                        <p:cTn id="118" dur="500" fill="hold"/>
                                        <p:tgtEl>
                                          <p:spTgt spid="60"/>
                                        </p:tgtEl>
                                        <p:attrNameLst>
                                          <p:attrName>ppt_w</p:attrName>
                                        </p:attrNameLst>
                                      </p:cBhvr>
                                      <p:tavLst>
                                        <p:tav tm="0">
                                          <p:val>
                                            <p:fltVal val="0"/>
                                          </p:val>
                                        </p:tav>
                                        <p:tav tm="100000">
                                          <p:val>
                                            <p:strVal val="#ppt_w"/>
                                          </p:val>
                                        </p:tav>
                                      </p:tavLst>
                                    </p:anim>
                                    <p:anim calcmode="lin" valueType="num">
                                      <p:cBhvr>
                                        <p:cTn id="119" dur="500" fill="hold"/>
                                        <p:tgtEl>
                                          <p:spTgt spid="60"/>
                                        </p:tgtEl>
                                        <p:attrNameLst>
                                          <p:attrName>ppt_h</p:attrName>
                                        </p:attrNameLst>
                                      </p:cBhvr>
                                      <p:tavLst>
                                        <p:tav tm="0">
                                          <p:val>
                                            <p:fltVal val="0"/>
                                          </p:val>
                                        </p:tav>
                                        <p:tav tm="100000">
                                          <p:val>
                                            <p:strVal val="#ppt_h"/>
                                          </p:val>
                                        </p:tav>
                                      </p:tavLst>
                                    </p:anim>
                                    <p:animEffect transition="in" filter="fade">
                                      <p:cBhvr>
                                        <p:cTn id="120" dur="500"/>
                                        <p:tgtEl>
                                          <p:spTgt spid="60"/>
                                        </p:tgtEl>
                                      </p:cBhvr>
                                    </p:animEffect>
                                  </p:childTnLst>
                                </p:cTn>
                              </p:par>
                              <p:par>
                                <p:cTn id="121" presetID="2" presetClass="entr" presetSubtype="4" accel="50000" decel="50000" fill="hold" nodeType="withEffect">
                                  <p:stCondLst>
                                    <p:cond delay="0"/>
                                  </p:stCondLst>
                                  <p:childTnLst>
                                    <p:set>
                                      <p:cBhvr>
                                        <p:cTn id="122" dur="1" fill="hold">
                                          <p:stCondLst>
                                            <p:cond delay="0"/>
                                          </p:stCondLst>
                                        </p:cTn>
                                        <p:tgtEl>
                                          <p:spTgt spid="7"/>
                                        </p:tgtEl>
                                        <p:attrNameLst>
                                          <p:attrName>style.visibility</p:attrName>
                                        </p:attrNameLst>
                                      </p:cBhvr>
                                      <p:to>
                                        <p:strVal val="visible"/>
                                      </p:to>
                                    </p:set>
                                    <p:anim calcmode="lin" valueType="num">
                                      <p:cBhvr additive="base">
                                        <p:cTn id="123" dur="500" fill="hold"/>
                                        <p:tgtEl>
                                          <p:spTgt spid="7"/>
                                        </p:tgtEl>
                                        <p:attrNameLst>
                                          <p:attrName>ppt_x</p:attrName>
                                        </p:attrNameLst>
                                      </p:cBhvr>
                                      <p:tavLst>
                                        <p:tav tm="0">
                                          <p:val>
                                            <p:strVal val="#ppt_x"/>
                                          </p:val>
                                        </p:tav>
                                        <p:tav tm="100000">
                                          <p:val>
                                            <p:strVal val="#ppt_x"/>
                                          </p:val>
                                        </p:tav>
                                      </p:tavLst>
                                    </p:anim>
                                    <p:anim calcmode="lin" valueType="num">
                                      <p:cBhvr additive="base">
                                        <p:cTn id="12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P spid="45" grpId="0" animBg="1"/>
      <p:bldP spid="46" grpId="0" animBg="1"/>
      <p:bldP spid="47" grpId="0" animBg="1"/>
      <p:bldP spid="48" grpId="0" animBg="1"/>
      <p:bldP spid="49" grpId="0"/>
      <p:bldP spid="50" grpId="0"/>
      <p:bldP spid="51" grpId="0"/>
      <p:bldP spid="52" grpId="0"/>
      <p:bldP spid="36" grpId="0" animBg="1"/>
      <p:bldP spid="54" grpId="0" animBg="1"/>
      <p:bldP spid="57" grpId="0" animBg="1"/>
      <p:bldP spid="60"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7"/>
          <p:cNvGrpSpPr/>
          <p:nvPr/>
        </p:nvGrpSpPr>
        <p:grpSpPr>
          <a:xfrm>
            <a:off x="683527" y="1600035"/>
            <a:ext cx="1324962" cy="1844938"/>
            <a:chOff x="663207" y="1246790"/>
            <a:chExt cx="1324962" cy="1844938"/>
          </a:xfrm>
          <a:solidFill>
            <a:schemeClr val="accent1">
              <a:lumMod val="75000"/>
            </a:schemeClr>
          </a:solidFill>
        </p:grpSpPr>
        <p:sp>
          <p:nvSpPr>
            <p:cNvPr id="27" name="Rounded Rectangle 26"/>
            <p:cNvSpPr/>
            <p:nvPr/>
          </p:nvSpPr>
          <p:spPr>
            <a:xfrm>
              <a:off x="663207" y="1246790"/>
              <a:ext cx="1324962" cy="1612996"/>
            </a:xfrm>
            <a:prstGeom prst="roundRect">
              <a:avLst>
                <a:gd name="adj" fmla="val 7114"/>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Isosceles Triangle 43"/>
            <p:cNvSpPr/>
            <p:nvPr/>
          </p:nvSpPr>
          <p:spPr>
            <a:xfrm rot="10800000">
              <a:off x="1122392" y="2859785"/>
              <a:ext cx="406592" cy="23194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Text Placeholder 3"/>
            <p:cNvSpPr txBox="1">
              <a:spLocks/>
            </p:cNvSpPr>
            <p:nvPr/>
          </p:nvSpPr>
          <p:spPr>
            <a:xfrm>
              <a:off x="878450" y="2428957"/>
              <a:ext cx="894476" cy="246221"/>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i="0" u="none" strike="noStrike" kern="1200" cap="none" spc="0" normalizeH="0" baseline="0" noProof="0" dirty="0">
                  <a:ln>
                    <a:noFill/>
                  </a:ln>
                  <a:solidFill>
                    <a:schemeClr val="bg1"/>
                  </a:solidFill>
                  <a:effectLst/>
                  <a:uLnTx/>
                  <a:uFillTx/>
                  <a:latin typeface="+mn-lt"/>
                  <a:ea typeface="+mn-ea"/>
                  <a:cs typeface="+mn-cs"/>
                </a:rPr>
                <a:t>Brainstorm</a:t>
              </a:r>
            </a:p>
          </p:txBody>
        </p:sp>
      </p:grpSp>
      <p:sp>
        <p:nvSpPr>
          <p:cNvPr id="2" name="Title 1"/>
          <p:cNvSpPr>
            <a:spLocks noGrp="1"/>
          </p:cNvSpPr>
          <p:nvPr>
            <p:ph type="title"/>
          </p:nvPr>
        </p:nvSpPr>
        <p:spPr/>
        <p:txBody>
          <a:bodyPr/>
          <a:lstStyle/>
          <a:p>
            <a:r>
              <a:rPr lang="en-US"/>
              <a:t>What is Our Process?</a:t>
            </a:r>
            <a:endParaRPr lang="en-US" dirty="0"/>
          </a:p>
        </p:txBody>
      </p:sp>
      <p:sp>
        <p:nvSpPr>
          <p:cNvPr id="3" name="Text Placeholder 2"/>
          <p:cNvSpPr>
            <a:spLocks noGrp="1"/>
          </p:cNvSpPr>
          <p:nvPr>
            <p:ph type="body" sz="half" idx="2"/>
          </p:nvPr>
        </p:nvSpPr>
        <p:spPr/>
        <p:txBody>
          <a:bodyPr/>
          <a:lstStyle/>
          <a:p>
            <a:r>
              <a:rPr lang="en-US"/>
              <a:t>What is Our Process ?</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188</a:t>
            </a:fld>
            <a:endParaRPr lang="en-US" dirty="0"/>
          </a:p>
        </p:txBody>
      </p:sp>
      <p:sp>
        <p:nvSpPr>
          <p:cNvPr id="45" name="Round Same Side Corner Rectangle 44"/>
          <p:cNvSpPr/>
          <p:nvPr/>
        </p:nvSpPr>
        <p:spPr>
          <a:xfrm>
            <a:off x="683527" y="1600034"/>
            <a:ext cx="1324962" cy="1094534"/>
          </a:xfrm>
          <a:prstGeom prst="round2SameRect">
            <a:avLst>
              <a:gd name="adj1" fmla="val 873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50000"/>
                </a:schemeClr>
              </a:solidFill>
            </a:endParaRPr>
          </a:p>
        </p:txBody>
      </p:sp>
      <p:sp>
        <p:nvSpPr>
          <p:cNvPr id="47" name="TextBox 46"/>
          <p:cNvSpPr txBox="1"/>
          <p:nvPr/>
        </p:nvSpPr>
        <p:spPr>
          <a:xfrm>
            <a:off x="539510" y="3616279"/>
            <a:ext cx="1612996"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a:t>
            </a:r>
            <a:br>
              <a:rPr lang="en-US" sz="1000" dirty="0">
                <a:solidFill>
                  <a:schemeClr val="tx1">
                    <a:lumMod val="50000"/>
                    <a:lumOff val="50000"/>
                  </a:schemeClr>
                </a:solidFill>
              </a:rPr>
            </a:br>
            <a:r>
              <a:rPr lang="en-US" sz="1000" dirty="0">
                <a:solidFill>
                  <a:schemeClr val="tx1">
                    <a:lumMod val="50000"/>
                    <a:lumOff val="50000"/>
                  </a:schemeClr>
                </a:solidFill>
              </a:rPr>
              <a:t>of passages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nvGrpSpPr>
          <p:cNvPr id="6" name="Group 48"/>
          <p:cNvGrpSpPr/>
          <p:nvPr/>
        </p:nvGrpSpPr>
        <p:grpSpPr>
          <a:xfrm>
            <a:off x="2296523" y="1600035"/>
            <a:ext cx="1324962" cy="1844938"/>
            <a:chOff x="663207" y="1246790"/>
            <a:chExt cx="1324962" cy="1844938"/>
          </a:xfrm>
          <a:solidFill>
            <a:schemeClr val="accent2">
              <a:lumMod val="75000"/>
            </a:schemeClr>
          </a:solidFill>
        </p:grpSpPr>
        <p:sp>
          <p:nvSpPr>
            <p:cNvPr id="50" name="Rounded Rectangle 49"/>
            <p:cNvSpPr/>
            <p:nvPr/>
          </p:nvSpPr>
          <p:spPr>
            <a:xfrm>
              <a:off x="663207" y="1246790"/>
              <a:ext cx="1324962" cy="1612996"/>
            </a:xfrm>
            <a:prstGeom prst="roundRect">
              <a:avLst>
                <a:gd name="adj" fmla="val 7114"/>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Isosceles Triangle 50"/>
            <p:cNvSpPr/>
            <p:nvPr/>
          </p:nvSpPr>
          <p:spPr>
            <a:xfrm rot="10800000">
              <a:off x="1122392" y="2859785"/>
              <a:ext cx="406592" cy="231943"/>
            </a:xfrm>
            <a:prstGeom prs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Text Placeholder 3"/>
            <p:cNvSpPr txBox="1">
              <a:spLocks/>
            </p:cNvSpPr>
            <p:nvPr/>
          </p:nvSpPr>
          <p:spPr>
            <a:xfrm>
              <a:off x="952990" y="2428957"/>
              <a:ext cx="745396" cy="246221"/>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600" dirty="0">
                  <a:solidFill>
                    <a:schemeClr val="bg1"/>
                  </a:solidFill>
                </a:rPr>
                <a:t>Research</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53" name="Round Same Side Corner Rectangle 52"/>
          <p:cNvSpPr/>
          <p:nvPr/>
        </p:nvSpPr>
        <p:spPr>
          <a:xfrm>
            <a:off x="2296523" y="1600034"/>
            <a:ext cx="1324962" cy="1094534"/>
          </a:xfrm>
          <a:prstGeom prst="round2SameRect">
            <a:avLst>
              <a:gd name="adj1" fmla="val 873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lumMod val="50000"/>
                </a:schemeClr>
              </a:solidFill>
              <a:cs typeface="+mj-cs"/>
            </a:endParaRPr>
          </a:p>
        </p:txBody>
      </p:sp>
      <p:sp>
        <p:nvSpPr>
          <p:cNvPr id="54" name="TextBox 53"/>
          <p:cNvSpPr txBox="1"/>
          <p:nvPr/>
        </p:nvSpPr>
        <p:spPr>
          <a:xfrm>
            <a:off x="2152506" y="3616279"/>
            <a:ext cx="1612996"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a:t>
            </a:r>
            <a:br>
              <a:rPr lang="en-US" sz="1000" dirty="0">
                <a:solidFill>
                  <a:schemeClr val="tx1">
                    <a:lumMod val="50000"/>
                    <a:lumOff val="50000"/>
                  </a:schemeClr>
                </a:solidFill>
              </a:rPr>
            </a:br>
            <a:r>
              <a:rPr lang="en-US" sz="1000" dirty="0">
                <a:solidFill>
                  <a:schemeClr val="tx1">
                    <a:lumMod val="50000"/>
                    <a:lumOff val="50000"/>
                  </a:schemeClr>
                </a:solidFill>
              </a:rPr>
              <a:t>of passages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nvGrpSpPr>
          <p:cNvPr id="7" name="Group 54"/>
          <p:cNvGrpSpPr/>
          <p:nvPr/>
        </p:nvGrpSpPr>
        <p:grpSpPr>
          <a:xfrm>
            <a:off x="3909519" y="1600035"/>
            <a:ext cx="1324962" cy="1844938"/>
            <a:chOff x="663207" y="1246790"/>
            <a:chExt cx="1324962" cy="1844938"/>
          </a:xfrm>
          <a:solidFill>
            <a:schemeClr val="accent3">
              <a:lumMod val="75000"/>
            </a:schemeClr>
          </a:solidFill>
        </p:grpSpPr>
        <p:sp>
          <p:nvSpPr>
            <p:cNvPr id="56" name="Rounded Rectangle 55"/>
            <p:cNvSpPr/>
            <p:nvPr/>
          </p:nvSpPr>
          <p:spPr>
            <a:xfrm>
              <a:off x="663207" y="1246790"/>
              <a:ext cx="1324962" cy="1612996"/>
            </a:xfrm>
            <a:prstGeom prst="roundRect">
              <a:avLst>
                <a:gd name="adj" fmla="val 7114"/>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Isosceles Triangle 56"/>
            <p:cNvSpPr/>
            <p:nvPr/>
          </p:nvSpPr>
          <p:spPr>
            <a:xfrm rot="10800000">
              <a:off x="1122392" y="2859785"/>
              <a:ext cx="406592" cy="23194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Text Placeholder 3"/>
            <p:cNvSpPr txBox="1">
              <a:spLocks/>
            </p:cNvSpPr>
            <p:nvPr/>
          </p:nvSpPr>
          <p:spPr>
            <a:xfrm>
              <a:off x="1053979" y="2428957"/>
              <a:ext cx="543417" cy="246221"/>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600" dirty="0">
                  <a:solidFill>
                    <a:schemeClr val="bg1"/>
                  </a:solidFill>
                </a:rPr>
                <a:t>Design</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59" name="Round Same Side Corner Rectangle 58"/>
          <p:cNvSpPr/>
          <p:nvPr/>
        </p:nvSpPr>
        <p:spPr>
          <a:xfrm>
            <a:off x="3909519" y="1600034"/>
            <a:ext cx="1324962" cy="1094534"/>
          </a:xfrm>
          <a:prstGeom prst="round2SameRect">
            <a:avLst>
              <a:gd name="adj1" fmla="val 873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3">
                  <a:lumMod val="50000"/>
                </a:schemeClr>
              </a:solidFill>
            </a:endParaRPr>
          </a:p>
        </p:txBody>
      </p:sp>
      <p:sp>
        <p:nvSpPr>
          <p:cNvPr id="60" name="TextBox 59"/>
          <p:cNvSpPr txBox="1"/>
          <p:nvPr/>
        </p:nvSpPr>
        <p:spPr>
          <a:xfrm>
            <a:off x="3765502" y="3616279"/>
            <a:ext cx="1612996"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a:t>
            </a:r>
            <a:br>
              <a:rPr lang="en-US" sz="1000" dirty="0">
                <a:solidFill>
                  <a:schemeClr val="tx1">
                    <a:lumMod val="50000"/>
                    <a:lumOff val="50000"/>
                  </a:schemeClr>
                </a:solidFill>
              </a:rPr>
            </a:br>
            <a:r>
              <a:rPr lang="en-US" sz="1000" dirty="0">
                <a:solidFill>
                  <a:schemeClr val="tx1">
                    <a:lumMod val="50000"/>
                    <a:lumOff val="50000"/>
                  </a:schemeClr>
                </a:solidFill>
              </a:rPr>
              <a:t>of passages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nvGrpSpPr>
          <p:cNvPr id="8" name="Group 60"/>
          <p:cNvGrpSpPr/>
          <p:nvPr/>
        </p:nvGrpSpPr>
        <p:grpSpPr>
          <a:xfrm>
            <a:off x="5522515" y="1600035"/>
            <a:ext cx="1324962" cy="1844938"/>
            <a:chOff x="663207" y="1246790"/>
            <a:chExt cx="1324962" cy="1844938"/>
          </a:xfrm>
          <a:solidFill>
            <a:schemeClr val="accent4">
              <a:lumMod val="50000"/>
            </a:schemeClr>
          </a:solidFill>
        </p:grpSpPr>
        <p:sp>
          <p:nvSpPr>
            <p:cNvPr id="62" name="Rounded Rectangle 61"/>
            <p:cNvSpPr/>
            <p:nvPr/>
          </p:nvSpPr>
          <p:spPr>
            <a:xfrm>
              <a:off x="663207" y="1246790"/>
              <a:ext cx="1324962" cy="1612996"/>
            </a:xfrm>
            <a:prstGeom prst="roundRect">
              <a:avLst>
                <a:gd name="adj" fmla="val 7114"/>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Isosceles Triangle 62"/>
            <p:cNvSpPr/>
            <p:nvPr/>
          </p:nvSpPr>
          <p:spPr>
            <a:xfrm rot="10800000">
              <a:off x="1122392" y="2859785"/>
              <a:ext cx="406592" cy="23194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Text Placeholder 3"/>
            <p:cNvSpPr txBox="1">
              <a:spLocks/>
            </p:cNvSpPr>
            <p:nvPr/>
          </p:nvSpPr>
          <p:spPr>
            <a:xfrm>
              <a:off x="989859" y="2428957"/>
              <a:ext cx="671658" cy="246221"/>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600" dirty="0">
                  <a:solidFill>
                    <a:schemeClr val="bg1"/>
                  </a:solidFill>
                </a:rPr>
                <a:t>Analysis</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65" name="Round Same Side Corner Rectangle 64"/>
          <p:cNvSpPr/>
          <p:nvPr/>
        </p:nvSpPr>
        <p:spPr>
          <a:xfrm>
            <a:off x="5522515" y="1600034"/>
            <a:ext cx="1324962" cy="1094534"/>
          </a:xfrm>
          <a:prstGeom prst="round2SameRect">
            <a:avLst>
              <a:gd name="adj1" fmla="val 873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4">
                  <a:lumMod val="50000"/>
                </a:schemeClr>
              </a:solidFill>
            </a:endParaRPr>
          </a:p>
        </p:txBody>
      </p:sp>
      <p:sp>
        <p:nvSpPr>
          <p:cNvPr id="66" name="TextBox 65"/>
          <p:cNvSpPr txBox="1"/>
          <p:nvPr/>
        </p:nvSpPr>
        <p:spPr>
          <a:xfrm>
            <a:off x="5378498" y="3616279"/>
            <a:ext cx="1612996"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a:t>
            </a:r>
            <a:br>
              <a:rPr lang="en-US" sz="1000" dirty="0">
                <a:solidFill>
                  <a:schemeClr val="tx1">
                    <a:lumMod val="50000"/>
                    <a:lumOff val="50000"/>
                  </a:schemeClr>
                </a:solidFill>
              </a:rPr>
            </a:br>
            <a:r>
              <a:rPr lang="en-US" sz="1000" dirty="0">
                <a:solidFill>
                  <a:schemeClr val="tx1">
                    <a:lumMod val="50000"/>
                    <a:lumOff val="50000"/>
                  </a:schemeClr>
                </a:solidFill>
              </a:rPr>
              <a:t>of passages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nvGrpSpPr>
          <p:cNvPr id="9" name="Group 66"/>
          <p:cNvGrpSpPr/>
          <p:nvPr/>
        </p:nvGrpSpPr>
        <p:grpSpPr>
          <a:xfrm>
            <a:off x="7135511" y="1600035"/>
            <a:ext cx="1324962" cy="1844938"/>
            <a:chOff x="663207" y="1246790"/>
            <a:chExt cx="1324962" cy="1844938"/>
          </a:xfrm>
          <a:solidFill>
            <a:schemeClr val="accent5">
              <a:lumMod val="75000"/>
            </a:schemeClr>
          </a:solidFill>
        </p:grpSpPr>
        <p:sp>
          <p:nvSpPr>
            <p:cNvPr id="68" name="Rounded Rectangle 67"/>
            <p:cNvSpPr/>
            <p:nvPr/>
          </p:nvSpPr>
          <p:spPr>
            <a:xfrm>
              <a:off x="663207" y="1246790"/>
              <a:ext cx="1324962" cy="1612996"/>
            </a:xfrm>
            <a:prstGeom prst="roundRect">
              <a:avLst>
                <a:gd name="adj" fmla="val 7114"/>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Isosceles Triangle 74"/>
            <p:cNvSpPr/>
            <p:nvPr/>
          </p:nvSpPr>
          <p:spPr>
            <a:xfrm rot="10800000">
              <a:off x="1122392" y="2859785"/>
              <a:ext cx="406592" cy="231943"/>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Text Placeholder 3"/>
            <p:cNvSpPr txBox="1">
              <a:spLocks/>
            </p:cNvSpPr>
            <p:nvPr/>
          </p:nvSpPr>
          <p:spPr>
            <a:xfrm>
              <a:off x="1034743" y="2428957"/>
              <a:ext cx="581890" cy="246221"/>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600" dirty="0">
                  <a:solidFill>
                    <a:schemeClr val="bg1"/>
                  </a:solidFill>
                </a:rPr>
                <a:t>Launch</a:t>
              </a:r>
              <a:endParaRPr kumimoji="0" lang="en-US" sz="1600" i="0" u="none" strike="noStrike" kern="1200" cap="none" spc="0" normalizeH="0" baseline="0" noProof="0" dirty="0">
                <a:ln>
                  <a:noFill/>
                </a:ln>
                <a:solidFill>
                  <a:schemeClr val="bg1"/>
                </a:solidFill>
                <a:effectLst/>
                <a:uLnTx/>
                <a:uFillTx/>
                <a:latin typeface="+mn-lt"/>
                <a:ea typeface="+mn-ea"/>
                <a:cs typeface="+mn-cs"/>
              </a:endParaRPr>
            </a:p>
          </p:txBody>
        </p:sp>
      </p:grpSp>
      <p:sp>
        <p:nvSpPr>
          <p:cNvPr id="78" name="Round Same Side Corner Rectangle 77"/>
          <p:cNvSpPr/>
          <p:nvPr/>
        </p:nvSpPr>
        <p:spPr>
          <a:xfrm>
            <a:off x="7135511" y="1600034"/>
            <a:ext cx="1324962" cy="1094534"/>
          </a:xfrm>
          <a:prstGeom prst="round2SameRect">
            <a:avLst>
              <a:gd name="adj1" fmla="val 873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lumMod val="50000"/>
                </a:schemeClr>
              </a:solidFill>
            </a:endParaRPr>
          </a:p>
        </p:txBody>
      </p:sp>
      <p:sp>
        <p:nvSpPr>
          <p:cNvPr id="79" name="TextBox 78"/>
          <p:cNvSpPr txBox="1"/>
          <p:nvPr/>
        </p:nvSpPr>
        <p:spPr>
          <a:xfrm>
            <a:off x="6991494" y="3616279"/>
            <a:ext cx="1612996"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a:t>
            </a:r>
            <a:br>
              <a:rPr lang="en-US" sz="1000" dirty="0">
                <a:solidFill>
                  <a:schemeClr val="tx1">
                    <a:lumMod val="50000"/>
                    <a:lumOff val="50000"/>
                  </a:schemeClr>
                </a:solidFill>
              </a:rPr>
            </a:br>
            <a:r>
              <a:rPr lang="en-US" sz="1000" dirty="0">
                <a:solidFill>
                  <a:schemeClr val="tx1">
                    <a:lumMod val="50000"/>
                    <a:lumOff val="50000"/>
                  </a:schemeClr>
                </a:solidFill>
              </a:rPr>
              <a:t>of passages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sp>
        <p:nvSpPr>
          <p:cNvPr id="80" name="Arc 79"/>
          <p:cNvSpPr/>
          <p:nvPr/>
        </p:nvSpPr>
        <p:spPr>
          <a:xfrm rot="19051047">
            <a:off x="1332196" y="1238925"/>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1" name="Arc 80"/>
          <p:cNvSpPr/>
          <p:nvPr/>
        </p:nvSpPr>
        <p:spPr>
          <a:xfrm rot="19051047">
            <a:off x="2869603" y="1238926"/>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2" name="Arc 81"/>
          <p:cNvSpPr/>
          <p:nvPr/>
        </p:nvSpPr>
        <p:spPr>
          <a:xfrm rot="19051047">
            <a:off x="4414186" y="1238926"/>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3" name="Arc 82"/>
          <p:cNvSpPr/>
          <p:nvPr/>
        </p:nvSpPr>
        <p:spPr>
          <a:xfrm rot="19051047">
            <a:off x="6114831" y="1238926"/>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2" name="Freeform 103"/>
          <p:cNvSpPr>
            <a:spLocks noEditPoints="1"/>
          </p:cNvSpPr>
          <p:nvPr/>
        </p:nvSpPr>
        <p:spPr bwMode="auto">
          <a:xfrm>
            <a:off x="1180821" y="1904059"/>
            <a:ext cx="330374" cy="486484"/>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105"/>
          <p:cNvSpPr>
            <a:spLocks noEditPoints="1"/>
          </p:cNvSpPr>
          <p:nvPr/>
        </p:nvSpPr>
        <p:spPr bwMode="auto">
          <a:xfrm>
            <a:off x="2767568" y="1958639"/>
            <a:ext cx="382873" cy="377324"/>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sp>
        <p:nvSpPr>
          <p:cNvPr id="49" name="Freeform 56"/>
          <p:cNvSpPr>
            <a:spLocks noEditPoints="1"/>
          </p:cNvSpPr>
          <p:nvPr/>
        </p:nvSpPr>
        <p:spPr bwMode="auto">
          <a:xfrm>
            <a:off x="4366695" y="1979933"/>
            <a:ext cx="410610" cy="410610"/>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
          <p:cNvSpPr>
            <a:spLocks noEditPoints="1"/>
          </p:cNvSpPr>
          <p:nvPr/>
        </p:nvSpPr>
        <p:spPr bwMode="auto">
          <a:xfrm>
            <a:off x="5983261" y="1989422"/>
            <a:ext cx="403470" cy="315759"/>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245"/>
          <p:cNvSpPr>
            <a:spLocks/>
          </p:cNvSpPr>
          <p:nvPr/>
        </p:nvSpPr>
        <p:spPr bwMode="auto">
          <a:xfrm>
            <a:off x="7567554" y="1916863"/>
            <a:ext cx="460877" cy="460877"/>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1" accel="50000" decel="50000" fill="hold" grpId="0" nodeType="with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500" fill="hold"/>
                                        <p:tgtEl>
                                          <p:spTgt spid="45"/>
                                        </p:tgtEl>
                                        <p:attrNameLst>
                                          <p:attrName>ppt_x</p:attrName>
                                        </p:attrNameLst>
                                      </p:cBhvr>
                                      <p:tavLst>
                                        <p:tav tm="0">
                                          <p:val>
                                            <p:strVal val="#ppt_x"/>
                                          </p:val>
                                        </p:tav>
                                        <p:tav tm="100000">
                                          <p:val>
                                            <p:strVal val="#ppt_x"/>
                                          </p:val>
                                        </p:tav>
                                      </p:tavLst>
                                    </p:anim>
                                    <p:anim calcmode="lin" valueType="num">
                                      <p:cBhvr additive="base">
                                        <p:cTn id="12" dur="500" fill="hold"/>
                                        <p:tgtEl>
                                          <p:spTgt spid="45"/>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42"/>
                                        </p:tgtEl>
                                        <p:attrNameLst>
                                          <p:attrName>style.visibility</p:attrName>
                                        </p:attrNameLst>
                                      </p:cBhvr>
                                      <p:to>
                                        <p:strVal val="visible"/>
                                      </p:to>
                                    </p:set>
                                    <p:anim calcmode="lin" valueType="num">
                                      <p:cBhvr>
                                        <p:cTn id="16" dur="500" fill="hold"/>
                                        <p:tgtEl>
                                          <p:spTgt spid="42"/>
                                        </p:tgtEl>
                                        <p:attrNameLst>
                                          <p:attrName>ppt_w</p:attrName>
                                        </p:attrNameLst>
                                      </p:cBhvr>
                                      <p:tavLst>
                                        <p:tav tm="0">
                                          <p:val>
                                            <p:fltVal val="0"/>
                                          </p:val>
                                        </p:tav>
                                        <p:tav tm="100000">
                                          <p:val>
                                            <p:strVal val="#ppt_w"/>
                                          </p:val>
                                        </p:tav>
                                      </p:tavLst>
                                    </p:anim>
                                    <p:anim calcmode="lin" valueType="num">
                                      <p:cBhvr>
                                        <p:cTn id="17" dur="500" fill="hold"/>
                                        <p:tgtEl>
                                          <p:spTgt spid="42"/>
                                        </p:tgtEl>
                                        <p:attrNameLst>
                                          <p:attrName>ppt_h</p:attrName>
                                        </p:attrNameLst>
                                      </p:cBhvr>
                                      <p:tavLst>
                                        <p:tav tm="0">
                                          <p:val>
                                            <p:fltVal val="0"/>
                                          </p:val>
                                        </p:tav>
                                        <p:tav tm="100000">
                                          <p:val>
                                            <p:strVal val="#ppt_h"/>
                                          </p:val>
                                        </p:tav>
                                      </p:tavLst>
                                    </p:anim>
                                    <p:animEffect transition="in" filter="fade">
                                      <p:cBhvr>
                                        <p:cTn id="18" dur="500"/>
                                        <p:tgtEl>
                                          <p:spTgt spid="42"/>
                                        </p:tgtEl>
                                      </p:cBhvr>
                                    </p:animEffect>
                                  </p:childTnLst>
                                </p:cTn>
                              </p:par>
                              <p:par>
                                <p:cTn id="19" presetID="2" presetClass="entr" presetSubtype="4" accel="50000" decel="50000" fill="hold" grpId="0" nodeType="withEffect">
                                  <p:stCondLst>
                                    <p:cond delay="0"/>
                                  </p:stCondLst>
                                  <p:childTnLst>
                                    <p:set>
                                      <p:cBhvr>
                                        <p:cTn id="20" dur="1" fill="hold">
                                          <p:stCondLst>
                                            <p:cond delay="0"/>
                                          </p:stCondLst>
                                        </p:cTn>
                                        <p:tgtEl>
                                          <p:spTgt spid="47"/>
                                        </p:tgtEl>
                                        <p:attrNameLst>
                                          <p:attrName>style.visibility</p:attrName>
                                        </p:attrNameLst>
                                      </p:cBhvr>
                                      <p:to>
                                        <p:strVal val="visible"/>
                                      </p:to>
                                    </p:set>
                                    <p:anim calcmode="lin" valueType="num">
                                      <p:cBhvr additive="base">
                                        <p:cTn id="21" dur="500" fill="hold"/>
                                        <p:tgtEl>
                                          <p:spTgt spid="47"/>
                                        </p:tgtEl>
                                        <p:attrNameLst>
                                          <p:attrName>ppt_x</p:attrName>
                                        </p:attrNameLst>
                                      </p:cBhvr>
                                      <p:tavLst>
                                        <p:tav tm="0">
                                          <p:val>
                                            <p:strVal val="#ppt_x"/>
                                          </p:val>
                                        </p:tav>
                                        <p:tav tm="100000">
                                          <p:val>
                                            <p:strVal val="#ppt_x"/>
                                          </p:val>
                                        </p:tav>
                                      </p:tavLst>
                                    </p:anim>
                                    <p:anim calcmode="lin" valueType="num">
                                      <p:cBhvr additive="base">
                                        <p:cTn id="22" dur="500" fill="hold"/>
                                        <p:tgtEl>
                                          <p:spTgt spid="47"/>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2" presetClass="entr" presetSubtype="4" accel="50000" decel="50000"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additive="base">
                                        <p:cTn id="26" dur="500" fill="hold"/>
                                        <p:tgtEl>
                                          <p:spTgt spid="6"/>
                                        </p:tgtEl>
                                        <p:attrNameLst>
                                          <p:attrName>ppt_x</p:attrName>
                                        </p:attrNameLst>
                                      </p:cBhvr>
                                      <p:tavLst>
                                        <p:tav tm="0">
                                          <p:val>
                                            <p:strVal val="#ppt_x"/>
                                          </p:val>
                                        </p:tav>
                                        <p:tav tm="100000">
                                          <p:val>
                                            <p:strVal val="#ppt_x"/>
                                          </p:val>
                                        </p:tav>
                                      </p:tavLst>
                                    </p:anim>
                                    <p:anim calcmode="lin" valueType="num">
                                      <p:cBhvr additive="base">
                                        <p:cTn id="27" dur="500" fill="hold"/>
                                        <p:tgtEl>
                                          <p:spTgt spid="6"/>
                                        </p:tgtEl>
                                        <p:attrNameLst>
                                          <p:attrName>ppt_y</p:attrName>
                                        </p:attrNameLst>
                                      </p:cBhvr>
                                      <p:tavLst>
                                        <p:tav tm="0">
                                          <p:val>
                                            <p:strVal val="1+#ppt_h/2"/>
                                          </p:val>
                                        </p:tav>
                                        <p:tav tm="100000">
                                          <p:val>
                                            <p:strVal val="#ppt_y"/>
                                          </p:val>
                                        </p:tav>
                                      </p:tavLst>
                                    </p:anim>
                                  </p:childTnLst>
                                </p:cTn>
                              </p:par>
                              <p:par>
                                <p:cTn id="28" presetID="2" presetClass="entr" presetSubtype="1" accel="50000" decel="50000" fill="hold" grpId="0" nodeType="withEffect">
                                  <p:stCondLst>
                                    <p:cond delay="0"/>
                                  </p:stCondLst>
                                  <p:childTnLst>
                                    <p:set>
                                      <p:cBhvr>
                                        <p:cTn id="29" dur="1" fill="hold">
                                          <p:stCondLst>
                                            <p:cond delay="0"/>
                                          </p:stCondLst>
                                        </p:cTn>
                                        <p:tgtEl>
                                          <p:spTgt spid="53"/>
                                        </p:tgtEl>
                                        <p:attrNameLst>
                                          <p:attrName>style.visibility</p:attrName>
                                        </p:attrNameLst>
                                      </p:cBhvr>
                                      <p:to>
                                        <p:strVal val="visible"/>
                                      </p:to>
                                    </p:set>
                                    <p:anim calcmode="lin" valueType="num">
                                      <p:cBhvr additive="base">
                                        <p:cTn id="30" dur="500" fill="hold"/>
                                        <p:tgtEl>
                                          <p:spTgt spid="53"/>
                                        </p:tgtEl>
                                        <p:attrNameLst>
                                          <p:attrName>ppt_x</p:attrName>
                                        </p:attrNameLst>
                                      </p:cBhvr>
                                      <p:tavLst>
                                        <p:tav tm="0">
                                          <p:val>
                                            <p:strVal val="#ppt_x"/>
                                          </p:val>
                                        </p:tav>
                                        <p:tav tm="100000">
                                          <p:val>
                                            <p:strVal val="#ppt_x"/>
                                          </p:val>
                                        </p:tav>
                                      </p:tavLst>
                                    </p:anim>
                                    <p:anim calcmode="lin" valueType="num">
                                      <p:cBhvr additive="base">
                                        <p:cTn id="31" dur="500" fill="hold"/>
                                        <p:tgtEl>
                                          <p:spTgt spid="53"/>
                                        </p:tgtEl>
                                        <p:attrNameLst>
                                          <p:attrName>ppt_y</p:attrName>
                                        </p:attrNameLst>
                                      </p:cBhvr>
                                      <p:tavLst>
                                        <p:tav tm="0">
                                          <p:val>
                                            <p:strVal val="0-#ppt_h/2"/>
                                          </p:val>
                                        </p:tav>
                                        <p:tav tm="100000">
                                          <p:val>
                                            <p:strVal val="#ppt_y"/>
                                          </p:val>
                                        </p:tav>
                                      </p:tavLst>
                                    </p:anim>
                                  </p:childTnLst>
                                </p:cTn>
                              </p:par>
                            </p:childTnLst>
                          </p:cTn>
                        </p:par>
                        <p:par>
                          <p:cTn id="32" fill="hold">
                            <p:stCondLst>
                              <p:cond delay="1500"/>
                            </p:stCondLst>
                            <p:childTnLst>
                              <p:par>
                                <p:cTn id="33" presetID="53" presetClass="entr" presetSubtype="0" fill="hold" grpId="0" nodeType="after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par>
                                <p:cTn id="38" presetID="2" presetClass="entr" presetSubtype="4" accel="50000" decel="50000" fill="hold" grpId="0" nodeType="withEffect">
                                  <p:stCondLst>
                                    <p:cond delay="0"/>
                                  </p:stCondLst>
                                  <p:childTnLst>
                                    <p:set>
                                      <p:cBhvr>
                                        <p:cTn id="39" dur="1" fill="hold">
                                          <p:stCondLst>
                                            <p:cond delay="0"/>
                                          </p:stCondLst>
                                        </p:cTn>
                                        <p:tgtEl>
                                          <p:spTgt spid="54"/>
                                        </p:tgtEl>
                                        <p:attrNameLst>
                                          <p:attrName>style.visibility</p:attrName>
                                        </p:attrNameLst>
                                      </p:cBhvr>
                                      <p:to>
                                        <p:strVal val="visible"/>
                                      </p:to>
                                    </p:set>
                                    <p:anim calcmode="lin" valueType="num">
                                      <p:cBhvr additive="base">
                                        <p:cTn id="40" dur="500" fill="hold"/>
                                        <p:tgtEl>
                                          <p:spTgt spid="54"/>
                                        </p:tgtEl>
                                        <p:attrNameLst>
                                          <p:attrName>ppt_x</p:attrName>
                                        </p:attrNameLst>
                                      </p:cBhvr>
                                      <p:tavLst>
                                        <p:tav tm="0">
                                          <p:val>
                                            <p:strVal val="#ppt_x"/>
                                          </p:val>
                                        </p:tav>
                                        <p:tav tm="100000">
                                          <p:val>
                                            <p:strVal val="#ppt_x"/>
                                          </p:val>
                                        </p:tav>
                                      </p:tavLst>
                                    </p:anim>
                                    <p:anim calcmode="lin" valueType="num">
                                      <p:cBhvr additive="base">
                                        <p:cTn id="41" dur="500" fill="hold"/>
                                        <p:tgtEl>
                                          <p:spTgt spid="54"/>
                                        </p:tgtEl>
                                        <p:attrNameLst>
                                          <p:attrName>ppt_y</p:attrName>
                                        </p:attrNameLst>
                                      </p:cBhvr>
                                      <p:tavLst>
                                        <p:tav tm="0">
                                          <p:val>
                                            <p:strVal val="1+#ppt_h/2"/>
                                          </p:val>
                                        </p:tav>
                                        <p:tav tm="100000">
                                          <p:val>
                                            <p:strVal val="#ppt_y"/>
                                          </p:val>
                                        </p:tav>
                                      </p:tavLst>
                                    </p:anim>
                                  </p:childTnLst>
                                </p:cTn>
                              </p:par>
                            </p:childTnLst>
                          </p:cTn>
                        </p:par>
                        <p:par>
                          <p:cTn id="42" fill="hold">
                            <p:stCondLst>
                              <p:cond delay="2000"/>
                            </p:stCondLst>
                            <p:childTnLst>
                              <p:par>
                                <p:cTn id="43" presetID="2" presetClass="entr" presetSubtype="4" accel="50000" decel="50000"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 calcmode="lin" valueType="num">
                                      <p:cBhvr additive="base">
                                        <p:cTn id="45" dur="500" fill="hold"/>
                                        <p:tgtEl>
                                          <p:spTgt spid="7"/>
                                        </p:tgtEl>
                                        <p:attrNameLst>
                                          <p:attrName>ppt_x</p:attrName>
                                        </p:attrNameLst>
                                      </p:cBhvr>
                                      <p:tavLst>
                                        <p:tav tm="0">
                                          <p:val>
                                            <p:strVal val="#ppt_x"/>
                                          </p:val>
                                        </p:tav>
                                        <p:tav tm="100000">
                                          <p:val>
                                            <p:strVal val="#ppt_x"/>
                                          </p:val>
                                        </p:tav>
                                      </p:tavLst>
                                    </p:anim>
                                    <p:anim calcmode="lin" valueType="num">
                                      <p:cBhvr additive="base">
                                        <p:cTn id="46" dur="500" fill="hold"/>
                                        <p:tgtEl>
                                          <p:spTgt spid="7"/>
                                        </p:tgtEl>
                                        <p:attrNameLst>
                                          <p:attrName>ppt_y</p:attrName>
                                        </p:attrNameLst>
                                      </p:cBhvr>
                                      <p:tavLst>
                                        <p:tav tm="0">
                                          <p:val>
                                            <p:strVal val="1+#ppt_h/2"/>
                                          </p:val>
                                        </p:tav>
                                        <p:tav tm="100000">
                                          <p:val>
                                            <p:strVal val="#ppt_y"/>
                                          </p:val>
                                        </p:tav>
                                      </p:tavLst>
                                    </p:anim>
                                  </p:childTnLst>
                                </p:cTn>
                              </p:par>
                              <p:par>
                                <p:cTn id="47" presetID="2" presetClass="entr" presetSubtype="1" accel="50000" decel="50000" fill="hold" grpId="0" nodeType="withEffect">
                                  <p:stCondLst>
                                    <p:cond delay="0"/>
                                  </p:stCondLst>
                                  <p:childTnLst>
                                    <p:set>
                                      <p:cBhvr>
                                        <p:cTn id="48" dur="1" fill="hold">
                                          <p:stCondLst>
                                            <p:cond delay="0"/>
                                          </p:stCondLst>
                                        </p:cTn>
                                        <p:tgtEl>
                                          <p:spTgt spid="59"/>
                                        </p:tgtEl>
                                        <p:attrNameLst>
                                          <p:attrName>style.visibility</p:attrName>
                                        </p:attrNameLst>
                                      </p:cBhvr>
                                      <p:to>
                                        <p:strVal val="visible"/>
                                      </p:to>
                                    </p:set>
                                    <p:anim calcmode="lin" valueType="num">
                                      <p:cBhvr additive="base">
                                        <p:cTn id="49" dur="500" fill="hold"/>
                                        <p:tgtEl>
                                          <p:spTgt spid="59"/>
                                        </p:tgtEl>
                                        <p:attrNameLst>
                                          <p:attrName>ppt_x</p:attrName>
                                        </p:attrNameLst>
                                      </p:cBhvr>
                                      <p:tavLst>
                                        <p:tav tm="0">
                                          <p:val>
                                            <p:strVal val="#ppt_x"/>
                                          </p:val>
                                        </p:tav>
                                        <p:tav tm="100000">
                                          <p:val>
                                            <p:strVal val="#ppt_x"/>
                                          </p:val>
                                        </p:tav>
                                      </p:tavLst>
                                    </p:anim>
                                    <p:anim calcmode="lin" valueType="num">
                                      <p:cBhvr additive="base">
                                        <p:cTn id="50" dur="500" fill="hold"/>
                                        <p:tgtEl>
                                          <p:spTgt spid="59"/>
                                        </p:tgtEl>
                                        <p:attrNameLst>
                                          <p:attrName>ppt_y</p:attrName>
                                        </p:attrNameLst>
                                      </p:cBhvr>
                                      <p:tavLst>
                                        <p:tav tm="0">
                                          <p:val>
                                            <p:strVal val="0-#ppt_h/2"/>
                                          </p:val>
                                        </p:tav>
                                        <p:tav tm="100000">
                                          <p:val>
                                            <p:strVal val="#ppt_y"/>
                                          </p:val>
                                        </p:tav>
                                      </p:tavLst>
                                    </p:anim>
                                  </p:childTnLst>
                                </p:cTn>
                              </p:par>
                            </p:childTnLst>
                          </p:cTn>
                        </p:par>
                        <p:par>
                          <p:cTn id="51" fill="hold">
                            <p:stCondLst>
                              <p:cond delay="2500"/>
                            </p:stCondLst>
                            <p:childTnLst>
                              <p:par>
                                <p:cTn id="52" presetID="53" presetClass="entr" presetSubtype="0" fill="hold" grpId="0" nodeType="afterEffect">
                                  <p:stCondLst>
                                    <p:cond delay="0"/>
                                  </p:stCondLst>
                                  <p:childTnLst>
                                    <p:set>
                                      <p:cBhvr>
                                        <p:cTn id="53" dur="1" fill="hold">
                                          <p:stCondLst>
                                            <p:cond delay="0"/>
                                          </p:stCondLst>
                                        </p:cTn>
                                        <p:tgtEl>
                                          <p:spTgt spid="49"/>
                                        </p:tgtEl>
                                        <p:attrNameLst>
                                          <p:attrName>style.visibility</p:attrName>
                                        </p:attrNameLst>
                                      </p:cBhvr>
                                      <p:to>
                                        <p:strVal val="visible"/>
                                      </p:to>
                                    </p:set>
                                    <p:anim calcmode="lin" valueType="num">
                                      <p:cBhvr>
                                        <p:cTn id="54" dur="500" fill="hold"/>
                                        <p:tgtEl>
                                          <p:spTgt spid="49"/>
                                        </p:tgtEl>
                                        <p:attrNameLst>
                                          <p:attrName>ppt_w</p:attrName>
                                        </p:attrNameLst>
                                      </p:cBhvr>
                                      <p:tavLst>
                                        <p:tav tm="0">
                                          <p:val>
                                            <p:fltVal val="0"/>
                                          </p:val>
                                        </p:tav>
                                        <p:tav tm="100000">
                                          <p:val>
                                            <p:strVal val="#ppt_w"/>
                                          </p:val>
                                        </p:tav>
                                      </p:tavLst>
                                    </p:anim>
                                    <p:anim calcmode="lin" valueType="num">
                                      <p:cBhvr>
                                        <p:cTn id="55" dur="500" fill="hold"/>
                                        <p:tgtEl>
                                          <p:spTgt spid="49"/>
                                        </p:tgtEl>
                                        <p:attrNameLst>
                                          <p:attrName>ppt_h</p:attrName>
                                        </p:attrNameLst>
                                      </p:cBhvr>
                                      <p:tavLst>
                                        <p:tav tm="0">
                                          <p:val>
                                            <p:fltVal val="0"/>
                                          </p:val>
                                        </p:tav>
                                        <p:tav tm="100000">
                                          <p:val>
                                            <p:strVal val="#ppt_h"/>
                                          </p:val>
                                        </p:tav>
                                      </p:tavLst>
                                    </p:anim>
                                    <p:animEffect transition="in" filter="fade">
                                      <p:cBhvr>
                                        <p:cTn id="56" dur="500"/>
                                        <p:tgtEl>
                                          <p:spTgt spid="49"/>
                                        </p:tgtEl>
                                      </p:cBhvr>
                                    </p:animEffect>
                                  </p:childTnLst>
                                </p:cTn>
                              </p:par>
                              <p:par>
                                <p:cTn id="57" presetID="2" presetClass="entr" presetSubtype="4" accel="50000" decel="50000" fill="hold" grpId="0"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500" fill="hold"/>
                                        <p:tgtEl>
                                          <p:spTgt spid="60"/>
                                        </p:tgtEl>
                                        <p:attrNameLst>
                                          <p:attrName>ppt_x</p:attrName>
                                        </p:attrNameLst>
                                      </p:cBhvr>
                                      <p:tavLst>
                                        <p:tav tm="0">
                                          <p:val>
                                            <p:strVal val="#ppt_x"/>
                                          </p:val>
                                        </p:tav>
                                        <p:tav tm="100000">
                                          <p:val>
                                            <p:strVal val="#ppt_x"/>
                                          </p:val>
                                        </p:tav>
                                      </p:tavLst>
                                    </p:anim>
                                    <p:anim calcmode="lin" valueType="num">
                                      <p:cBhvr additive="base">
                                        <p:cTn id="60" dur="500" fill="hold"/>
                                        <p:tgtEl>
                                          <p:spTgt spid="60"/>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accel="50000" decel="50000" fill="hold" nodeType="afterEffect">
                                  <p:stCondLst>
                                    <p:cond delay="0"/>
                                  </p:stCondLst>
                                  <p:childTnLst>
                                    <p:set>
                                      <p:cBhvr>
                                        <p:cTn id="63" dur="1" fill="hold">
                                          <p:stCondLst>
                                            <p:cond delay="0"/>
                                          </p:stCondLst>
                                        </p:cTn>
                                        <p:tgtEl>
                                          <p:spTgt spid="8"/>
                                        </p:tgtEl>
                                        <p:attrNameLst>
                                          <p:attrName>style.visibility</p:attrName>
                                        </p:attrNameLst>
                                      </p:cBhvr>
                                      <p:to>
                                        <p:strVal val="visible"/>
                                      </p:to>
                                    </p:set>
                                    <p:anim calcmode="lin" valueType="num">
                                      <p:cBhvr additive="base">
                                        <p:cTn id="64" dur="500" fill="hold"/>
                                        <p:tgtEl>
                                          <p:spTgt spid="8"/>
                                        </p:tgtEl>
                                        <p:attrNameLst>
                                          <p:attrName>ppt_x</p:attrName>
                                        </p:attrNameLst>
                                      </p:cBhvr>
                                      <p:tavLst>
                                        <p:tav tm="0">
                                          <p:val>
                                            <p:strVal val="#ppt_x"/>
                                          </p:val>
                                        </p:tav>
                                        <p:tav tm="100000">
                                          <p:val>
                                            <p:strVal val="#ppt_x"/>
                                          </p:val>
                                        </p:tav>
                                      </p:tavLst>
                                    </p:anim>
                                    <p:anim calcmode="lin" valueType="num">
                                      <p:cBhvr additive="base">
                                        <p:cTn id="65" dur="500" fill="hold"/>
                                        <p:tgtEl>
                                          <p:spTgt spid="8"/>
                                        </p:tgtEl>
                                        <p:attrNameLst>
                                          <p:attrName>ppt_y</p:attrName>
                                        </p:attrNameLst>
                                      </p:cBhvr>
                                      <p:tavLst>
                                        <p:tav tm="0">
                                          <p:val>
                                            <p:strVal val="1+#ppt_h/2"/>
                                          </p:val>
                                        </p:tav>
                                        <p:tav tm="100000">
                                          <p:val>
                                            <p:strVal val="#ppt_y"/>
                                          </p:val>
                                        </p:tav>
                                      </p:tavLst>
                                    </p:anim>
                                  </p:childTnLst>
                                </p:cTn>
                              </p:par>
                              <p:par>
                                <p:cTn id="66" presetID="2" presetClass="entr" presetSubtype="1" accel="50000" decel="50000" fill="hold" grpId="0" nodeType="withEffect">
                                  <p:stCondLst>
                                    <p:cond delay="0"/>
                                  </p:stCondLst>
                                  <p:childTnLst>
                                    <p:set>
                                      <p:cBhvr>
                                        <p:cTn id="67" dur="1" fill="hold">
                                          <p:stCondLst>
                                            <p:cond delay="0"/>
                                          </p:stCondLst>
                                        </p:cTn>
                                        <p:tgtEl>
                                          <p:spTgt spid="65"/>
                                        </p:tgtEl>
                                        <p:attrNameLst>
                                          <p:attrName>style.visibility</p:attrName>
                                        </p:attrNameLst>
                                      </p:cBhvr>
                                      <p:to>
                                        <p:strVal val="visible"/>
                                      </p:to>
                                    </p:set>
                                    <p:anim calcmode="lin" valueType="num">
                                      <p:cBhvr additive="base">
                                        <p:cTn id="68" dur="500" fill="hold"/>
                                        <p:tgtEl>
                                          <p:spTgt spid="65"/>
                                        </p:tgtEl>
                                        <p:attrNameLst>
                                          <p:attrName>ppt_x</p:attrName>
                                        </p:attrNameLst>
                                      </p:cBhvr>
                                      <p:tavLst>
                                        <p:tav tm="0">
                                          <p:val>
                                            <p:strVal val="#ppt_x"/>
                                          </p:val>
                                        </p:tav>
                                        <p:tav tm="100000">
                                          <p:val>
                                            <p:strVal val="#ppt_x"/>
                                          </p:val>
                                        </p:tav>
                                      </p:tavLst>
                                    </p:anim>
                                    <p:anim calcmode="lin" valueType="num">
                                      <p:cBhvr additive="base">
                                        <p:cTn id="69" dur="500" fill="hold"/>
                                        <p:tgtEl>
                                          <p:spTgt spid="65"/>
                                        </p:tgtEl>
                                        <p:attrNameLst>
                                          <p:attrName>ppt_y</p:attrName>
                                        </p:attrNameLst>
                                      </p:cBhvr>
                                      <p:tavLst>
                                        <p:tav tm="0">
                                          <p:val>
                                            <p:strVal val="0-#ppt_h/2"/>
                                          </p:val>
                                        </p:tav>
                                        <p:tav tm="100000">
                                          <p:val>
                                            <p:strVal val="#ppt_y"/>
                                          </p:val>
                                        </p:tav>
                                      </p:tavLst>
                                    </p:anim>
                                  </p:childTnLst>
                                </p:cTn>
                              </p:par>
                            </p:childTnLst>
                          </p:cTn>
                        </p:par>
                        <p:par>
                          <p:cTn id="70" fill="hold">
                            <p:stCondLst>
                              <p:cond delay="3500"/>
                            </p:stCondLst>
                            <p:childTnLst>
                              <p:par>
                                <p:cTn id="71" presetID="53" presetClass="entr" presetSubtype="0"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par>
                                <p:cTn id="76" presetID="2" presetClass="entr" presetSubtype="4" accel="50000" decel="50000" fill="hold" grpId="0" nodeType="withEffect">
                                  <p:stCondLst>
                                    <p:cond delay="0"/>
                                  </p:stCondLst>
                                  <p:childTnLst>
                                    <p:set>
                                      <p:cBhvr>
                                        <p:cTn id="77" dur="1" fill="hold">
                                          <p:stCondLst>
                                            <p:cond delay="0"/>
                                          </p:stCondLst>
                                        </p:cTn>
                                        <p:tgtEl>
                                          <p:spTgt spid="66"/>
                                        </p:tgtEl>
                                        <p:attrNameLst>
                                          <p:attrName>style.visibility</p:attrName>
                                        </p:attrNameLst>
                                      </p:cBhvr>
                                      <p:to>
                                        <p:strVal val="visible"/>
                                      </p:to>
                                    </p:set>
                                    <p:anim calcmode="lin" valueType="num">
                                      <p:cBhvr additive="base">
                                        <p:cTn id="78" dur="500" fill="hold"/>
                                        <p:tgtEl>
                                          <p:spTgt spid="66"/>
                                        </p:tgtEl>
                                        <p:attrNameLst>
                                          <p:attrName>ppt_x</p:attrName>
                                        </p:attrNameLst>
                                      </p:cBhvr>
                                      <p:tavLst>
                                        <p:tav tm="0">
                                          <p:val>
                                            <p:strVal val="#ppt_x"/>
                                          </p:val>
                                        </p:tav>
                                        <p:tav tm="100000">
                                          <p:val>
                                            <p:strVal val="#ppt_x"/>
                                          </p:val>
                                        </p:tav>
                                      </p:tavLst>
                                    </p:anim>
                                    <p:anim calcmode="lin" valueType="num">
                                      <p:cBhvr additive="base">
                                        <p:cTn id="79" dur="500" fill="hold"/>
                                        <p:tgtEl>
                                          <p:spTgt spid="66"/>
                                        </p:tgtEl>
                                        <p:attrNameLst>
                                          <p:attrName>ppt_y</p:attrName>
                                        </p:attrNameLst>
                                      </p:cBhvr>
                                      <p:tavLst>
                                        <p:tav tm="0">
                                          <p:val>
                                            <p:strVal val="1+#ppt_h/2"/>
                                          </p:val>
                                        </p:tav>
                                        <p:tav tm="100000">
                                          <p:val>
                                            <p:strVal val="#ppt_y"/>
                                          </p:val>
                                        </p:tav>
                                      </p:tavLst>
                                    </p:anim>
                                  </p:childTnLst>
                                </p:cTn>
                              </p:par>
                            </p:childTnLst>
                          </p:cTn>
                        </p:par>
                        <p:par>
                          <p:cTn id="80" fill="hold">
                            <p:stCondLst>
                              <p:cond delay="4000"/>
                            </p:stCondLst>
                            <p:childTnLst>
                              <p:par>
                                <p:cTn id="81" presetID="2" presetClass="entr" presetSubtype="4" accel="50000" decel="50000" fill="hold" nodeType="after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additive="base">
                                        <p:cTn id="83" dur="500" fill="hold"/>
                                        <p:tgtEl>
                                          <p:spTgt spid="9"/>
                                        </p:tgtEl>
                                        <p:attrNameLst>
                                          <p:attrName>ppt_x</p:attrName>
                                        </p:attrNameLst>
                                      </p:cBhvr>
                                      <p:tavLst>
                                        <p:tav tm="0">
                                          <p:val>
                                            <p:strVal val="#ppt_x"/>
                                          </p:val>
                                        </p:tav>
                                        <p:tav tm="100000">
                                          <p:val>
                                            <p:strVal val="#ppt_x"/>
                                          </p:val>
                                        </p:tav>
                                      </p:tavLst>
                                    </p:anim>
                                    <p:anim calcmode="lin" valueType="num">
                                      <p:cBhvr additive="base">
                                        <p:cTn id="84" dur="500" fill="hold"/>
                                        <p:tgtEl>
                                          <p:spTgt spid="9"/>
                                        </p:tgtEl>
                                        <p:attrNameLst>
                                          <p:attrName>ppt_y</p:attrName>
                                        </p:attrNameLst>
                                      </p:cBhvr>
                                      <p:tavLst>
                                        <p:tav tm="0">
                                          <p:val>
                                            <p:strVal val="1+#ppt_h/2"/>
                                          </p:val>
                                        </p:tav>
                                        <p:tav tm="100000">
                                          <p:val>
                                            <p:strVal val="#ppt_y"/>
                                          </p:val>
                                        </p:tav>
                                      </p:tavLst>
                                    </p:anim>
                                  </p:childTnLst>
                                </p:cTn>
                              </p:par>
                              <p:par>
                                <p:cTn id="85" presetID="2" presetClass="entr" presetSubtype="1" accel="50000" decel="50000" fill="hold" grpId="0" nodeType="withEffect">
                                  <p:stCondLst>
                                    <p:cond delay="0"/>
                                  </p:stCondLst>
                                  <p:childTnLst>
                                    <p:set>
                                      <p:cBhvr>
                                        <p:cTn id="86" dur="1" fill="hold">
                                          <p:stCondLst>
                                            <p:cond delay="0"/>
                                          </p:stCondLst>
                                        </p:cTn>
                                        <p:tgtEl>
                                          <p:spTgt spid="78"/>
                                        </p:tgtEl>
                                        <p:attrNameLst>
                                          <p:attrName>style.visibility</p:attrName>
                                        </p:attrNameLst>
                                      </p:cBhvr>
                                      <p:to>
                                        <p:strVal val="visible"/>
                                      </p:to>
                                    </p:set>
                                    <p:anim calcmode="lin" valueType="num">
                                      <p:cBhvr additive="base">
                                        <p:cTn id="87" dur="500" fill="hold"/>
                                        <p:tgtEl>
                                          <p:spTgt spid="78"/>
                                        </p:tgtEl>
                                        <p:attrNameLst>
                                          <p:attrName>ppt_x</p:attrName>
                                        </p:attrNameLst>
                                      </p:cBhvr>
                                      <p:tavLst>
                                        <p:tav tm="0">
                                          <p:val>
                                            <p:strVal val="#ppt_x"/>
                                          </p:val>
                                        </p:tav>
                                        <p:tav tm="100000">
                                          <p:val>
                                            <p:strVal val="#ppt_x"/>
                                          </p:val>
                                        </p:tav>
                                      </p:tavLst>
                                    </p:anim>
                                    <p:anim calcmode="lin" valueType="num">
                                      <p:cBhvr additive="base">
                                        <p:cTn id="88" dur="500" fill="hold"/>
                                        <p:tgtEl>
                                          <p:spTgt spid="78"/>
                                        </p:tgtEl>
                                        <p:attrNameLst>
                                          <p:attrName>ppt_y</p:attrName>
                                        </p:attrNameLst>
                                      </p:cBhvr>
                                      <p:tavLst>
                                        <p:tav tm="0">
                                          <p:val>
                                            <p:strVal val="0-#ppt_h/2"/>
                                          </p:val>
                                        </p:tav>
                                        <p:tav tm="100000">
                                          <p:val>
                                            <p:strVal val="#ppt_y"/>
                                          </p:val>
                                        </p:tav>
                                      </p:tavLst>
                                    </p:anim>
                                  </p:childTnLst>
                                </p:cTn>
                              </p:par>
                            </p:childTnLst>
                          </p:cTn>
                        </p:par>
                        <p:par>
                          <p:cTn id="89" fill="hold">
                            <p:stCondLst>
                              <p:cond delay="4500"/>
                            </p:stCondLst>
                            <p:childTnLst>
                              <p:par>
                                <p:cTn id="90" presetID="53" presetClass="entr" presetSubtype="0" fill="hold" grpId="0" nodeType="afterEffect">
                                  <p:stCondLst>
                                    <p:cond delay="0"/>
                                  </p:stCondLst>
                                  <p:childTnLst>
                                    <p:set>
                                      <p:cBhvr>
                                        <p:cTn id="91" dur="1" fill="hold">
                                          <p:stCondLst>
                                            <p:cond delay="0"/>
                                          </p:stCondLst>
                                        </p:cTn>
                                        <p:tgtEl>
                                          <p:spTgt spid="67"/>
                                        </p:tgtEl>
                                        <p:attrNameLst>
                                          <p:attrName>style.visibility</p:attrName>
                                        </p:attrNameLst>
                                      </p:cBhvr>
                                      <p:to>
                                        <p:strVal val="visible"/>
                                      </p:to>
                                    </p:set>
                                    <p:anim calcmode="lin" valueType="num">
                                      <p:cBhvr>
                                        <p:cTn id="92" dur="500" fill="hold"/>
                                        <p:tgtEl>
                                          <p:spTgt spid="67"/>
                                        </p:tgtEl>
                                        <p:attrNameLst>
                                          <p:attrName>ppt_w</p:attrName>
                                        </p:attrNameLst>
                                      </p:cBhvr>
                                      <p:tavLst>
                                        <p:tav tm="0">
                                          <p:val>
                                            <p:fltVal val="0"/>
                                          </p:val>
                                        </p:tav>
                                        <p:tav tm="100000">
                                          <p:val>
                                            <p:strVal val="#ppt_w"/>
                                          </p:val>
                                        </p:tav>
                                      </p:tavLst>
                                    </p:anim>
                                    <p:anim calcmode="lin" valueType="num">
                                      <p:cBhvr>
                                        <p:cTn id="93" dur="500" fill="hold"/>
                                        <p:tgtEl>
                                          <p:spTgt spid="67"/>
                                        </p:tgtEl>
                                        <p:attrNameLst>
                                          <p:attrName>ppt_h</p:attrName>
                                        </p:attrNameLst>
                                      </p:cBhvr>
                                      <p:tavLst>
                                        <p:tav tm="0">
                                          <p:val>
                                            <p:fltVal val="0"/>
                                          </p:val>
                                        </p:tav>
                                        <p:tav tm="100000">
                                          <p:val>
                                            <p:strVal val="#ppt_h"/>
                                          </p:val>
                                        </p:tav>
                                      </p:tavLst>
                                    </p:anim>
                                    <p:animEffect transition="in" filter="fade">
                                      <p:cBhvr>
                                        <p:cTn id="94" dur="500"/>
                                        <p:tgtEl>
                                          <p:spTgt spid="67"/>
                                        </p:tgtEl>
                                      </p:cBhvr>
                                    </p:animEffect>
                                  </p:childTnLst>
                                </p:cTn>
                              </p:par>
                              <p:par>
                                <p:cTn id="95" presetID="2" presetClass="entr" presetSubtype="4" accel="50000" decel="50000" fill="hold" grpId="0" nodeType="withEffect">
                                  <p:stCondLst>
                                    <p:cond delay="0"/>
                                  </p:stCondLst>
                                  <p:childTnLst>
                                    <p:set>
                                      <p:cBhvr>
                                        <p:cTn id="96" dur="1" fill="hold">
                                          <p:stCondLst>
                                            <p:cond delay="0"/>
                                          </p:stCondLst>
                                        </p:cTn>
                                        <p:tgtEl>
                                          <p:spTgt spid="79"/>
                                        </p:tgtEl>
                                        <p:attrNameLst>
                                          <p:attrName>style.visibility</p:attrName>
                                        </p:attrNameLst>
                                      </p:cBhvr>
                                      <p:to>
                                        <p:strVal val="visible"/>
                                      </p:to>
                                    </p:set>
                                    <p:anim calcmode="lin" valueType="num">
                                      <p:cBhvr additive="base">
                                        <p:cTn id="97" dur="500" fill="hold"/>
                                        <p:tgtEl>
                                          <p:spTgt spid="79"/>
                                        </p:tgtEl>
                                        <p:attrNameLst>
                                          <p:attrName>ppt_x</p:attrName>
                                        </p:attrNameLst>
                                      </p:cBhvr>
                                      <p:tavLst>
                                        <p:tav tm="0">
                                          <p:val>
                                            <p:strVal val="#ppt_x"/>
                                          </p:val>
                                        </p:tav>
                                        <p:tav tm="100000">
                                          <p:val>
                                            <p:strVal val="#ppt_x"/>
                                          </p:val>
                                        </p:tav>
                                      </p:tavLst>
                                    </p:anim>
                                    <p:anim calcmode="lin" valueType="num">
                                      <p:cBhvr additive="base">
                                        <p:cTn id="98" dur="500" fill="hold"/>
                                        <p:tgtEl>
                                          <p:spTgt spid="79"/>
                                        </p:tgtEl>
                                        <p:attrNameLst>
                                          <p:attrName>ppt_y</p:attrName>
                                        </p:attrNameLst>
                                      </p:cBhvr>
                                      <p:tavLst>
                                        <p:tav tm="0">
                                          <p:val>
                                            <p:strVal val="1+#ppt_h/2"/>
                                          </p:val>
                                        </p:tav>
                                        <p:tav tm="100000">
                                          <p:val>
                                            <p:strVal val="#ppt_y"/>
                                          </p:val>
                                        </p:tav>
                                      </p:tavLst>
                                    </p:anim>
                                  </p:childTnLst>
                                </p:cTn>
                              </p:par>
                            </p:childTnLst>
                          </p:cTn>
                        </p:par>
                        <p:par>
                          <p:cTn id="99" fill="hold">
                            <p:stCondLst>
                              <p:cond delay="5000"/>
                            </p:stCondLst>
                            <p:childTnLst>
                              <p:par>
                                <p:cTn id="100" presetID="18" presetClass="entr" presetSubtype="6" fill="hold" grpId="0" nodeType="afterEffect">
                                  <p:stCondLst>
                                    <p:cond delay="0"/>
                                  </p:stCondLst>
                                  <p:childTnLst>
                                    <p:set>
                                      <p:cBhvr>
                                        <p:cTn id="101" dur="1" fill="hold">
                                          <p:stCondLst>
                                            <p:cond delay="0"/>
                                          </p:stCondLst>
                                        </p:cTn>
                                        <p:tgtEl>
                                          <p:spTgt spid="80"/>
                                        </p:tgtEl>
                                        <p:attrNameLst>
                                          <p:attrName>style.visibility</p:attrName>
                                        </p:attrNameLst>
                                      </p:cBhvr>
                                      <p:to>
                                        <p:strVal val="visible"/>
                                      </p:to>
                                    </p:set>
                                    <p:animEffect transition="in" filter="strips(downRight)">
                                      <p:cBhvr>
                                        <p:cTn id="102" dur="500"/>
                                        <p:tgtEl>
                                          <p:spTgt spid="80"/>
                                        </p:tgtEl>
                                      </p:cBhvr>
                                    </p:animEffect>
                                  </p:childTnLst>
                                </p:cTn>
                              </p:par>
                            </p:childTnLst>
                          </p:cTn>
                        </p:par>
                        <p:par>
                          <p:cTn id="103" fill="hold">
                            <p:stCondLst>
                              <p:cond delay="5500"/>
                            </p:stCondLst>
                            <p:childTnLst>
                              <p:par>
                                <p:cTn id="104" presetID="18" presetClass="entr" presetSubtype="6" fill="hold" grpId="0" nodeType="afterEffect">
                                  <p:stCondLst>
                                    <p:cond delay="0"/>
                                  </p:stCondLst>
                                  <p:childTnLst>
                                    <p:set>
                                      <p:cBhvr>
                                        <p:cTn id="105" dur="1" fill="hold">
                                          <p:stCondLst>
                                            <p:cond delay="0"/>
                                          </p:stCondLst>
                                        </p:cTn>
                                        <p:tgtEl>
                                          <p:spTgt spid="81"/>
                                        </p:tgtEl>
                                        <p:attrNameLst>
                                          <p:attrName>style.visibility</p:attrName>
                                        </p:attrNameLst>
                                      </p:cBhvr>
                                      <p:to>
                                        <p:strVal val="visible"/>
                                      </p:to>
                                    </p:set>
                                    <p:animEffect transition="in" filter="strips(downRight)">
                                      <p:cBhvr>
                                        <p:cTn id="106" dur="500"/>
                                        <p:tgtEl>
                                          <p:spTgt spid="81"/>
                                        </p:tgtEl>
                                      </p:cBhvr>
                                    </p:animEffect>
                                  </p:childTnLst>
                                </p:cTn>
                              </p:par>
                            </p:childTnLst>
                          </p:cTn>
                        </p:par>
                        <p:par>
                          <p:cTn id="107" fill="hold">
                            <p:stCondLst>
                              <p:cond delay="6000"/>
                            </p:stCondLst>
                            <p:childTnLst>
                              <p:par>
                                <p:cTn id="108" presetID="18" presetClass="entr" presetSubtype="6" fill="hold" grpId="0" nodeType="afterEffect">
                                  <p:stCondLst>
                                    <p:cond delay="0"/>
                                  </p:stCondLst>
                                  <p:childTnLst>
                                    <p:set>
                                      <p:cBhvr>
                                        <p:cTn id="109" dur="1" fill="hold">
                                          <p:stCondLst>
                                            <p:cond delay="0"/>
                                          </p:stCondLst>
                                        </p:cTn>
                                        <p:tgtEl>
                                          <p:spTgt spid="82"/>
                                        </p:tgtEl>
                                        <p:attrNameLst>
                                          <p:attrName>style.visibility</p:attrName>
                                        </p:attrNameLst>
                                      </p:cBhvr>
                                      <p:to>
                                        <p:strVal val="visible"/>
                                      </p:to>
                                    </p:set>
                                    <p:animEffect transition="in" filter="strips(downRight)">
                                      <p:cBhvr>
                                        <p:cTn id="110" dur="500"/>
                                        <p:tgtEl>
                                          <p:spTgt spid="82"/>
                                        </p:tgtEl>
                                      </p:cBhvr>
                                    </p:animEffect>
                                  </p:childTnLst>
                                </p:cTn>
                              </p:par>
                            </p:childTnLst>
                          </p:cTn>
                        </p:par>
                        <p:par>
                          <p:cTn id="111" fill="hold">
                            <p:stCondLst>
                              <p:cond delay="6500"/>
                            </p:stCondLst>
                            <p:childTnLst>
                              <p:par>
                                <p:cTn id="112" presetID="18" presetClass="entr" presetSubtype="6" fill="hold" grpId="0" nodeType="afterEffect">
                                  <p:stCondLst>
                                    <p:cond delay="0"/>
                                  </p:stCondLst>
                                  <p:childTnLst>
                                    <p:set>
                                      <p:cBhvr>
                                        <p:cTn id="113" dur="1" fill="hold">
                                          <p:stCondLst>
                                            <p:cond delay="0"/>
                                          </p:stCondLst>
                                        </p:cTn>
                                        <p:tgtEl>
                                          <p:spTgt spid="83"/>
                                        </p:tgtEl>
                                        <p:attrNameLst>
                                          <p:attrName>style.visibility</p:attrName>
                                        </p:attrNameLst>
                                      </p:cBhvr>
                                      <p:to>
                                        <p:strVal val="visible"/>
                                      </p:to>
                                    </p:set>
                                    <p:animEffect transition="in" filter="strips(downRight)">
                                      <p:cBhvr>
                                        <p:cTn id="114"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7" grpId="0"/>
      <p:bldP spid="53" grpId="0" animBg="1"/>
      <p:bldP spid="54" grpId="0"/>
      <p:bldP spid="59" grpId="0" animBg="1"/>
      <p:bldP spid="60" grpId="0"/>
      <p:bldP spid="65" grpId="0" animBg="1"/>
      <p:bldP spid="66" grpId="0"/>
      <p:bldP spid="78" grpId="0" animBg="1"/>
      <p:bldP spid="79" grpId="0"/>
      <p:bldP spid="80" grpId="0" animBg="1"/>
      <p:bldP spid="81" grpId="0" animBg="1"/>
      <p:bldP spid="82" grpId="0" animBg="1"/>
      <p:bldP spid="83" grpId="0" animBg="1"/>
      <p:bldP spid="42" grpId="0" animBg="1"/>
      <p:bldP spid="43" grpId="0" animBg="1"/>
      <p:bldP spid="49" grpId="0" animBg="1"/>
      <p:bldP spid="61" grpId="0" animBg="1"/>
      <p:bldP spid="67"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2" name="Slide Number Placeholder 1"/>
          <p:cNvSpPr>
            <a:spLocks noGrp="1"/>
          </p:cNvSpPr>
          <p:nvPr>
            <p:ph type="sldNum" sz="quarter" idx="12"/>
          </p:nvPr>
        </p:nvSpPr>
        <p:spPr/>
        <p:txBody>
          <a:bodyPr/>
          <a:lstStyle/>
          <a:p>
            <a:fld id="{C136B7D2-B98C-44FD-8D04-7EC62A564975}" type="slidenum">
              <a:rPr lang="en-US" smtClean="0"/>
              <a:pPr/>
              <a:t>189</a:t>
            </a:fld>
            <a:endParaRPr lang="en-US" dirty="0"/>
          </a:p>
        </p:txBody>
      </p:sp>
      <p:sp>
        <p:nvSpPr>
          <p:cNvPr id="38" name="Rectangle 37"/>
          <p:cNvSpPr/>
          <p:nvPr/>
        </p:nvSpPr>
        <p:spPr>
          <a:xfrm rot="10800000">
            <a:off x="0" y="1313325"/>
            <a:ext cx="1000364" cy="677493"/>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99"/>
          <p:cNvGrpSpPr/>
          <p:nvPr/>
        </p:nvGrpSpPr>
        <p:grpSpPr>
          <a:xfrm>
            <a:off x="712330" y="1117960"/>
            <a:ext cx="4240669" cy="872858"/>
            <a:chOff x="712330" y="1117960"/>
            <a:chExt cx="4240669" cy="872858"/>
          </a:xfrm>
        </p:grpSpPr>
        <p:sp>
          <p:nvSpPr>
            <p:cNvPr id="36" name="Pentagon 35"/>
            <p:cNvSpPr/>
            <p:nvPr/>
          </p:nvSpPr>
          <p:spPr>
            <a:xfrm rot="10800000" flipH="1">
              <a:off x="712330" y="1117960"/>
              <a:ext cx="4240669" cy="67749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ight Triangle 38"/>
            <p:cNvSpPr/>
            <p:nvPr/>
          </p:nvSpPr>
          <p:spPr>
            <a:xfrm rot="10800000">
              <a:off x="712330" y="1788667"/>
              <a:ext cx="288033" cy="202151"/>
            </a:xfrm>
            <a:prstGeom prst="r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p:cNvSpPr/>
          <p:nvPr/>
        </p:nvSpPr>
        <p:spPr>
          <a:xfrm rot="10800000">
            <a:off x="0" y="2230286"/>
            <a:ext cx="1000364" cy="677493"/>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100"/>
          <p:cNvGrpSpPr/>
          <p:nvPr/>
        </p:nvGrpSpPr>
        <p:grpSpPr>
          <a:xfrm>
            <a:off x="712330" y="2034921"/>
            <a:ext cx="4240669" cy="872858"/>
            <a:chOff x="712330" y="2034921"/>
            <a:chExt cx="4240669" cy="872858"/>
          </a:xfrm>
        </p:grpSpPr>
        <p:sp>
          <p:nvSpPr>
            <p:cNvPr id="46" name="Pentagon 45"/>
            <p:cNvSpPr/>
            <p:nvPr/>
          </p:nvSpPr>
          <p:spPr>
            <a:xfrm rot="10800000" flipH="1">
              <a:off x="712331" y="2034921"/>
              <a:ext cx="4240668" cy="67749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ight Triangle 43"/>
            <p:cNvSpPr/>
            <p:nvPr/>
          </p:nvSpPr>
          <p:spPr>
            <a:xfrm rot="10800000">
              <a:off x="712330" y="2705628"/>
              <a:ext cx="288033" cy="202151"/>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8" name="Rectangle 47"/>
          <p:cNvSpPr/>
          <p:nvPr/>
        </p:nvSpPr>
        <p:spPr>
          <a:xfrm rot="10800000">
            <a:off x="0" y="3147247"/>
            <a:ext cx="1000364" cy="677493"/>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101"/>
          <p:cNvGrpSpPr/>
          <p:nvPr/>
        </p:nvGrpSpPr>
        <p:grpSpPr>
          <a:xfrm>
            <a:off x="712330" y="2951882"/>
            <a:ext cx="4240669" cy="872858"/>
            <a:chOff x="712330" y="2951882"/>
            <a:chExt cx="4240669" cy="872858"/>
          </a:xfrm>
        </p:grpSpPr>
        <p:sp>
          <p:nvSpPr>
            <p:cNvPr id="52" name="Pentagon 51"/>
            <p:cNvSpPr/>
            <p:nvPr/>
          </p:nvSpPr>
          <p:spPr>
            <a:xfrm rot="10800000" flipH="1">
              <a:off x="712331" y="2951882"/>
              <a:ext cx="4240668" cy="67749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ight Triangle 49"/>
            <p:cNvSpPr/>
            <p:nvPr/>
          </p:nvSpPr>
          <p:spPr>
            <a:xfrm rot="10800000">
              <a:off x="712330" y="3622589"/>
              <a:ext cx="288033" cy="202151"/>
            </a:xfrm>
            <a:prstGeom prst="rtTriangl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4" name="Rectangle 53"/>
          <p:cNvSpPr/>
          <p:nvPr/>
        </p:nvSpPr>
        <p:spPr>
          <a:xfrm rot="10800000">
            <a:off x="0" y="4064208"/>
            <a:ext cx="1000364" cy="677493"/>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102"/>
          <p:cNvGrpSpPr/>
          <p:nvPr/>
        </p:nvGrpSpPr>
        <p:grpSpPr>
          <a:xfrm>
            <a:off x="712330" y="3868843"/>
            <a:ext cx="4240669" cy="872858"/>
            <a:chOff x="712330" y="3868843"/>
            <a:chExt cx="4240669" cy="872858"/>
          </a:xfrm>
        </p:grpSpPr>
        <p:sp>
          <p:nvSpPr>
            <p:cNvPr id="58" name="Pentagon 57"/>
            <p:cNvSpPr/>
            <p:nvPr/>
          </p:nvSpPr>
          <p:spPr>
            <a:xfrm rot="10800000" flipH="1">
              <a:off x="712331" y="3868843"/>
              <a:ext cx="4240668" cy="677493"/>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ight Triangle 55"/>
            <p:cNvSpPr/>
            <p:nvPr/>
          </p:nvSpPr>
          <p:spPr>
            <a:xfrm rot="10800000">
              <a:off x="712330" y="4539550"/>
              <a:ext cx="288033" cy="202151"/>
            </a:xfrm>
            <a:prstGeom prst="rtTriangl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9" name="Freeform 113"/>
          <p:cNvSpPr>
            <a:spLocks noEditPoints="1"/>
          </p:cNvSpPr>
          <p:nvPr/>
        </p:nvSpPr>
        <p:spPr bwMode="auto">
          <a:xfrm>
            <a:off x="995748" y="1284889"/>
            <a:ext cx="501554" cy="346580"/>
          </a:xfrm>
          <a:custGeom>
            <a:avLst/>
            <a:gdLst/>
            <a:ahLst/>
            <a:cxnLst>
              <a:cxn ang="0">
                <a:pos x="82" y="49"/>
              </a:cxn>
              <a:cxn ang="0">
                <a:pos x="74" y="57"/>
              </a:cxn>
              <a:cxn ang="0">
                <a:pos x="7" y="57"/>
              </a:cxn>
              <a:cxn ang="0">
                <a:pos x="0" y="49"/>
              </a:cxn>
              <a:cxn ang="0">
                <a:pos x="0" y="6"/>
              </a:cxn>
              <a:cxn ang="0">
                <a:pos x="10" y="6"/>
              </a:cxn>
              <a:cxn ang="0">
                <a:pos x="10" y="0"/>
              </a:cxn>
              <a:cxn ang="0">
                <a:pos x="82" y="0"/>
              </a:cxn>
              <a:cxn ang="0">
                <a:pos x="82" y="49"/>
              </a:cxn>
              <a:cxn ang="0">
                <a:pos x="10" y="11"/>
              </a:cxn>
              <a:cxn ang="0">
                <a:pos x="5" y="11"/>
              </a:cxn>
              <a:cxn ang="0">
                <a:pos x="5" y="49"/>
              </a:cxn>
              <a:cxn ang="0">
                <a:pos x="7" y="52"/>
              </a:cxn>
              <a:cxn ang="0">
                <a:pos x="10" y="49"/>
              </a:cxn>
              <a:cxn ang="0">
                <a:pos x="10" y="11"/>
              </a:cxn>
              <a:cxn ang="0">
                <a:pos x="77" y="6"/>
              </a:cxn>
              <a:cxn ang="0">
                <a:pos x="15" y="6"/>
              </a:cxn>
              <a:cxn ang="0">
                <a:pos x="15" y="49"/>
              </a:cxn>
              <a:cxn ang="0">
                <a:pos x="15" y="52"/>
              </a:cxn>
              <a:cxn ang="0">
                <a:pos x="74" y="52"/>
              </a:cxn>
              <a:cxn ang="0">
                <a:pos x="77" y="49"/>
              </a:cxn>
              <a:cxn ang="0">
                <a:pos x="77" y="6"/>
              </a:cxn>
              <a:cxn ang="0">
                <a:pos x="46" y="36"/>
              </a:cxn>
              <a:cxn ang="0">
                <a:pos x="20" y="36"/>
              </a:cxn>
              <a:cxn ang="0">
                <a:pos x="20" y="11"/>
              </a:cxn>
              <a:cxn ang="0">
                <a:pos x="46" y="11"/>
              </a:cxn>
              <a:cxn ang="0">
                <a:pos x="46" y="36"/>
              </a:cxn>
              <a:cxn ang="0">
                <a:pos x="46" y="47"/>
              </a:cxn>
              <a:cxn ang="0">
                <a:pos x="20" y="47"/>
              </a:cxn>
              <a:cxn ang="0">
                <a:pos x="20" y="42"/>
              </a:cxn>
              <a:cxn ang="0">
                <a:pos x="46" y="42"/>
              </a:cxn>
              <a:cxn ang="0">
                <a:pos x="46" y="47"/>
              </a:cxn>
              <a:cxn ang="0">
                <a:pos x="25" y="16"/>
              </a:cxn>
              <a:cxn ang="0">
                <a:pos x="25" y="31"/>
              </a:cxn>
              <a:cxn ang="0">
                <a:pos x="41" y="31"/>
              </a:cxn>
              <a:cxn ang="0">
                <a:pos x="41" y="16"/>
              </a:cxn>
              <a:cxn ang="0">
                <a:pos x="25" y="16"/>
              </a:cxn>
              <a:cxn ang="0">
                <a:pos x="72" y="16"/>
              </a:cxn>
              <a:cxn ang="0">
                <a:pos x="51" y="16"/>
              </a:cxn>
              <a:cxn ang="0">
                <a:pos x="51" y="11"/>
              </a:cxn>
              <a:cxn ang="0">
                <a:pos x="72" y="11"/>
              </a:cxn>
              <a:cxn ang="0">
                <a:pos x="72" y="16"/>
              </a:cxn>
              <a:cxn ang="0">
                <a:pos x="72" y="26"/>
              </a:cxn>
              <a:cxn ang="0">
                <a:pos x="51" y="26"/>
              </a:cxn>
              <a:cxn ang="0">
                <a:pos x="51" y="21"/>
              </a:cxn>
              <a:cxn ang="0">
                <a:pos x="72" y="21"/>
              </a:cxn>
              <a:cxn ang="0">
                <a:pos x="72" y="26"/>
              </a:cxn>
              <a:cxn ang="0">
                <a:pos x="72" y="36"/>
              </a:cxn>
              <a:cxn ang="0">
                <a:pos x="51" y="36"/>
              </a:cxn>
              <a:cxn ang="0">
                <a:pos x="51" y="31"/>
              </a:cxn>
              <a:cxn ang="0">
                <a:pos x="72" y="31"/>
              </a:cxn>
              <a:cxn ang="0">
                <a:pos x="72" y="36"/>
              </a:cxn>
              <a:cxn ang="0">
                <a:pos x="72" y="47"/>
              </a:cxn>
              <a:cxn ang="0">
                <a:pos x="51" y="47"/>
              </a:cxn>
              <a:cxn ang="0">
                <a:pos x="51" y="42"/>
              </a:cxn>
              <a:cxn ang="0">
                <a:pos x="72" y="42"/>
              </a:cxn>
              <a:cxn ang="0">
                <a:pos x="72" y="47"/>
              </a:cxn>
            </a:cxnLst>
            <a:rect l="0" t="0" r="r" b="b"/>
            <a:pathLst>
              <a:path w="82" h="57">
                <a:moveTo>
                  <a:pt x="82" y="49"/>
                </a:moveTo>
                <a:cubicBezTo>
                  <a:pt x="82" y="54"/>
                  <a:pt x="79" y="57"/>
                  <a:pt x="74" y="57"/>
                </a:cubicBezTo>
                <a:cubicBezTo>
                  <a:pt x="7" y="57"/>
                  <a:pt x="7" y="57"/>
                  <a:pt x="7" y="57"/>
                </a:cubicBezTo>
                <a:cubicBezTo>
                  <a:pt x="3" y="57"/>
                  <a:pt x="0" y="54"/>
                  <a:pt x="0" y="49"/>
                </a:cubicBezTo>
                <a:cubicBezTo>
                  <a:pt x="0" y="6"/>
                  <a:pt x="0" y="6"/>
                  <a:pt x="0" y="6"/>
                </a:cubicBezTo>
                <a:cubicBezTo>
                  <a:pt x="10" y="6"/>
                  <a:pt x="10" y="6"/>
                  <a:pt x="10" y="6"/>
                </a:cubicBezTo>
                <a:cubicBezTo>
                  <a:pt x="10" y="0"/>
                  <a:pt x="10" y="0"/>
                  <a:pt x="10" y="0"/>
                </a:cubicBezTo>
                <a:cubicBezTo>
                  <a:pt x="82" y="0"/>
                  <a:pt x="82" y="0"/>
                  <a:pt x="82" y="0"/>
                </a:cubicBezTo>
                <a:lnTo>
                  <a:pt x="82" y="49"/>
                </a:lnTo>
                <a:close/>
                <a:moveTo>
                  <a:pt x="10" y="11"/>
                </a:moveTo>
                <a:cubicBezTo>
                  <a:pt x="5" y="11"/>
                  <a:pt x="5" y="11"/>
                  <a:pt x="5" y="11"/>
                </a:cubicBezTo>
                <a:cubicBezTo>
                  <a:pt x="5" y="49"/>
                  <a:pt x="5" y="49"/>
                  <a:pt x="5" y="49"/>
                </a:cubicBezTo>
                <a:cubicBezTo>
                  <a:pt x="5" y="51"/>
                  <a:pt x="6" y="52"/>
                  <a:pt x="7" y="52"/>
                </a:cubicBezTo>
                <a:cubicBezTo>
                  <a:pt x="9" y="52"/>
                  <a:pt x="10" y="51"/>
                  <a:pt x="10" y="49"/>
                </a:cubicBezTo>
                <a:lnTo>
                  <a:pt x="10" y="11"/>
                </a:lnTo>
                <a:close/>
                <a:moveTo>
                  <a:pt x="77" y="6"/>
                </a:moveTo>
                <a:cubicBezTo>
                  <a:pt x="15" y="6"/>
                  <a:pt x="15" y="6"/>
                  <a:pt x="15" y="6"/>
                </a:cubicBezTo>
                <a:cubicBezTo>
                  <a:pt x="15" y="49"/>
                  <a:pt x="15" y="49"/>
                  <a:pt x="15" y="49"/>
                </a:cubicBezTo>
                <a:cubicBezTo>
                  <a:pt x="15" y="50"/>
                  <a:pt x="15" y="51"/>
                  <a:pt x="15" y="52"/>
                </a:cubicBezTo>
                <a:cubicBezTo>
                  <a:pt x="74" y="52"/>
                  <a:pt x="74" y="52"/>
                  <a:pt x="74" y="52"/>
                </a:cubicBezTo>
                <a:cubicBezTo>
                  <a:pt x="76" y="52"/>
                  <a:pt x="77" y="51"/>
                  <a:pt x="77" y="49"/>
                </a:cubicBezTo>
                <a:lnTo>
                  <a:pt x="77" y="6"/>
                </a:lnTo>
                <a:close/>
                <a:moveTo>
                  <a:pt x="46" y="36"/>
                </a:moveTo>
                <a:cubicBezTo>
                  <a:pt x="20" y="36"/>
                  <a:pt x="20" y="36"/>
                  <a:pt x="20" y="36"/>
                </a:cubicBezTo>
                <a:cubicBezTo>
                  <a:pt x="20" y="11"/>
                  <a:pt x="20" y="11"/>
                  <a:pt x="20" y="11"/>
                </a:cubicBezTo>
                <a:cubicBezTo>
                  <a:pt x="46" y="11"/>
                  <a:pt x="46" y="11"/>
                  <a:pt x="46" y="11"/>
                </a:cubicBezTo>
                <a:lnTo>
                  <a:pt x="46" y="36"/>
                </a:lnTo>
                <a:close/>
                <a:moveTo>
                  <a:pt x="46" y="47"/>
                </a:moveTo>
                <a:cubicBezTo>
                  <a:pt x="20" y="47"/>
                  <a:pt x="20" y="47"/>
                  <a:pt x="20" y="47"/>
                </a:cubicBezTo>
                <a:cubicBezTo>
                  <a:pt x="20" y="42"/>
                  <a:pt x="20" y="42"/>
                  <a:pt x="20" y="42"/>
                </a:cubicBezTo>
                <a:cubicBezTo>
                  <a:pt x="46" y="42"/>
                  <a:pt x="46" y="42"/>
                  <a:pt x="46" y="42"/>
                </a:cubicBezTo>
                <a:lnTo>
                  <a:pt x="46" y="47"/>
                </a:lnTo>
                <a:close/>
                <a:moveTo>
                  <a:pt x="25" y="16"/>
                </a:moveTo>
                <a:cubicBezTo>
                  <a:pt x="25" y="31"/>
                  <a:pt x="25" y="31"/>
                  <a:pt x="25" y="31"/>
                </a:cubicBezTo>
                <a:cubicBezTo>
                  <a:pt x="41" y="31"/>
                  <a:pt x="41" y="31"/>
                  <a:pt x="41" y="31"/>
                </a:cubicBezTo>
                <a:cubicBezTo>
                  <a:pt x="41" y="16"/>
                  <a:pt x="41" y="16"/>
                  <a:pt x="41" y="16"/>
                </a:cubicBezTo>
                <a:lnTo>
                  <a:pt x="25" y="16"/>
                </a:lnTo>
                <a:close/>
                <a:moveTo>
                  <a:pt x="72" y="16"/>
                </a:moveTo>
                <a:cubicBezTo>
                  <a:pt x="51" y="16"/>
                  <a:pt x="51" y="16"/>
                  <a:pt x="51" y="16"/>
                </a:cubicBezTo>
                <a:cubicBezTo>
                  <a:pt x="51" y="11"/>
                  <a:pt x="51" y="11"/>
                  <a:pt x="51" y="11"/>
                </a:cubicBezTo>
                <a:cubicBezTo>
                  <a:pt x="72" y="11"/>
                  <a:pt x="72" y="11"/>
                  <a:pt x="72" y="11"/>
                </a:cubicBezTo>
                <a:lnTo>
                  <a:pt x="72" y="16"/>
                </a:lnTo>
                <a:close/>
                <a:moveTo>
                  <a:pt x="72" y="26"/>
                </a:moveTo>
                <a:cubicBezTo>
                  <a:pt x="51" y="26"/>
                  <a:pt x="51" y="26"/>
                  <a:pt x="51" y="26"/>
                </a:cubicBezTo>
                <a:cubicBezTo>
                  <a:pt x="51" y="21"/>
                  <a:pt x="51" y="21"/>
                  <a:pt x="51" y="21"/>
                </a:cubicBezTo>
                <a:cubicBezTo>
                  <a:pt x="72" y="21"/>
                  <a:pt x="72" y="21"/>
                  <a:pt x="72" y="21"/>
                </a:cubicBezTo>
                <a:lnTo>
                  <a:pt x="72" y="26"/>
                </a:lnTo>
                <a:close/>
                <a:moveTo>
                  <a:pt x="72" y="36"/>
                </a:moveTo>
                <a:cubicBezTo>
                  <a:pt x="51" y="36"/>
                  <a:pt x="51" y="36"/>
                  <a:pt x="51" y="36"/>
                </a:cubicBezTo>
                <a:cubicBezTo>
                  <a:pt x="51" y="31"/>
                  <a:pt x="51" y="31"/>
                  <a:pt x="51" y="31"/>
                </a:cubicBezTo>
                <a:cubicBezTo>
                  <a:pt x="72" y="31"/>
                  <a:pt x="72" y="31"/>
                  <a:pt x="72" y="31"/>
                </a:cubicBezTo>
                <a:lnTo>
                  <a:pt x="72" y="36"/>
                </a:lnTo>
                <a:close/>
                <a:moveTo>
                  <a:pt x="72" y="47"/>
                </a:moveTo>
                <a:cubicBezTo>
                  <a:pt x="51" y="47"/>
                  <a:pt x="51" y="47"/>
                  <a:pt x="51" y="47"/>
                </a:cubicBezTo>
                <a:cubicBezTo>
                  <a:pt x="51" y="42"/>
                  <a:pt x="51" y="42"/>
                  <a:pt x="51" y="42"/>
                </a:cubicBezTo>
                <a:cubicBezTo>
                  <a:pt x="72" y="42"/>
                  <a:pt x="72" y="42"/>
                  <a:pt x="72" y="42"/>
                </a:cubicBezTo>
                <a:lnTo>
                  <a:pt x="72" y="4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120"/>
          <p:cNvSpPr>
            <a:spLocks noEditPoints="1"/>
          </p:cNvSpPr>
          <p:nvPr/>
        </p:nvSpPr>
        <p:spPr bwMode="auto">
          <a:xfrm>
            <a:off x="1025076" y="2171157"/>
            <a:ext cx="442899" cy="379627"/>
          </a:xfrm>
          <a:custGeom>
            <a:avLst/>
            <a:gdLst/>
            <a:ahLst/>
            <a:cxnLst>
              <a:cxn ang="0">
                <a:pos x="11" y="58"/>
              </a:cxn>
              <a:cxn ang="0">
                <a:pos x="9" y="58"/>
              </a:cxn>
              <a:cxn ang="0">
                <a:pos x="0" y="49"/>
              </a:cxn>
              <a:cxn ang="0">
                <a:pos x="0" y="18"/>
              </a:cxn>
              <a:cxn ang="0">
                <a:pos x="9" y="9"/>
              </a:cxn>
              <a:cxn ang="0">
                <a:pos x="11" y="9"/>
              </a:cxn>
              <a:cxn ang="0">
                <a:pos x="11" y="58"/>
              </a:cxn>
              <a:cxn ang="0">
                <a:pos x="54" y="58"/>
              </a:cxn>
              <a:cxn ang="0">
                <a:pos x="15" y="58"/>
              </a:cxn>
              <a:cxn ang="0">
                <a:pos x="15" y="9"/>
              </a:cxn>
              <a:cxn ang="0">
                <a:pos x="20" y="9"/>
              </a:cxn>
              <a:cxn ang="0">
                <a:pos x="20" y="3"/>
              </a:cxn>
              <a:cxn ang="0">
                <a:pos x="24" y="0"/>
              </a:cxn>
              <a:cxn ang="0">
                <a:pos x="45" y="0"/>
              </a:cxn>
              <a:cxn ang="0">
                <a:pos x="49" y="3"/>
              </a:cxn>
              <a:cxn ang="0">
                <a:pos x="49" y="9"/>
              </a:cxn>
              <a:cxn ang="0">
                <a:pos x="54" y="9"/>
              </a:cxn>
              <a:cxn ang="0">
                <a:pos x="54" y="58"/>
              </a:cxn>
              <a:cxn ang="0">
                <a:pos x="44" y="9"/>
              </a:cxn>
              <a:cxn ang="0">
                <a:pos x="44" y="4"/>
              </a:cxn>
              <a:cxn ang="0">
                <a:pos x="25" y="4"/>
              </a:cxn>
              <a:cxn ang="0">
                <a:pos x="25" y="9"/>
              </a:cxn>
              <a:cxn ang="0">
                <a:pos x="44" y="9"/>
              </a:cxn>
              <a:cxn ang="0">
                <a:pos x="68" y="49"/>
              </a:cxn>
              <a:cxn ang="0">
                <a:pos x="60" y="58"/>
              </a:cxn>
              <a:cxn ang="0">
                <a:pos x="58" y="58"/>
              </a:cxn>
              <a:cxn ang="0">
                <a:pos x="58" y="9"/>
              </a:cxn>
              <a:cxn ang="0">
                <a:pos x="60" y="9"/>
              </a:cxn>
              <a:cxn ang="0">
                <a:pos x="68" y="18"/>
              </a:cxn>
              <a:cxn ang="0">
                <a:pos x="68" y="49"/>
              </a:cxn>
            </a:cxnLst>
            <a:rect l="0" t="0" r="r" b="b"/>
            <a:pathLst>
              <a:path w="68" h="58">
                <a:moveTo>
                  <a:pt x="11" y="58"/>
                </a:moveTo>
                <a:cubicBezTo>
                  <a:pt x="9" y="58"/>
                  <a:pt x="9" y="58"/>
                  <a:pt x="9" y="58"/>
                </a:cubicBezTo>
                <a:cubicBezTo>
                  <a:pt x="4" y="58"/>
                  <a:pt x="0" y="54"/>
                  <a:pt x="0" y="49"/>
                </a:cubicBezTo>
                <a:cubicBezTo>
                  <a:pt x="0" y="18"/>
                  <a:pt x="0" y="18"/>
                  <a:pt x="0" y="18"/>
                </a:cubicBezTo>
                <a:cubicBezTo>
                  <a:pt x="0" y="13"/>
                  <a:pt x="4" y="9"/>
                  <a:pt x="9" y="9"/>
                </a:cubicBezTo>
                <a:cubicBezTo>
                  <a:pt x="11" y="9"/>
                  <a:pt x="11" y="9"/>
                  <a:pt x="11" y="9"/>
                </a:cubicBezTo>
                <a:lnTo>
                  <a:pt x="11" y="58"/>
                </a:lnTo>
                <a:close/>
                <a:moveTo>
                  <a:pt x="54" y="58"/>
                </a:moveTo>
                <a:cubicBezTo>
                  <a:pt x="15" y="58"/>
                  <a:pt x="15" y="58"/>
                  <a:pt x="15" y="58"/>
                </a:cubicBezTo>
                <a:cubicBezTo>
                  <a:pt x="15" y="9"/>
                  <a:pt x="15" y="9"/>
                  <a:pt x="15" y="9"/>
                </a:cubicBezTo>
                <a:cubicBezTo>
                  <a:pt x="20" y="9"/>
                  <a:pt x="20" y="9"/>
                  <a:pt x="20" y="9"/>
                </a:cubicBezTo>
                <a:cubicBezTo>
                  <a:pt x="20" y="3"/>
                  <a:pt x="20" y="3"/>
                  <a:pt x="20" y="3"/>
                </a:cubicBezTo>
                <a:cubicBezTo>
                  <a:pt x="20" y="1"/>
                  <a:pt x="22" y="0"/>
                  <a:pt x="24" y="0"/>
                </a:cubicBezTo>
                <a:cubicBezTo>
                  <a:pt x="45" y="0"/>
                  <a:pt x="45" y="0"/>
                  <a:pt x="45" y="0"/>
                </a:cubicBezTo>
                <a:cubicBezTo>
                  <a:pt x="47" y="0"/>
                  <a:pt x="49" y="1"/>
                  <a:pt x="49" y="3"/>
                </a:cubicBezTo>
                <a:cubicBezTo>
                  <a:pt x="49" y="9"/>
                  <a:pt x="49" y="9"/>
                  <a:pt x="49" y="9"/>
                </a:cubicBezTo>
                <a:cubicBezTo>
                  <a:pt x="54" y="9"/>
                  <a:pt x="54" y="9"/>
                  <a:pt x="54" y="9"/>
                </a:cubicBezTo>
                <a:lnTo>
                  <a:pt x="54" y="58"/>
                </a:lnTo>
                <a:close/>
                <a:moveTo>
                  <a:pt x="44" y="9"/>
                </a:moveTo>
                <a:cubicBezTo>
                  <a:pt x="44" y="4"/>
                  <a:pt x="44" y="4"/>
                  <a:pt x="44" y="4"/>
                </a:cubicBezTo>
                <a:cubicBezTo>
                  <a:pt x="25" y="4"/>
                  <a:pt x="25" y="4"/>
                  <a:pt x="25" y="4"/>
                </a:cubicBezTo>
                <a:cubicBezTo>
                  <a:pt x="25" y="9"/>
                  <a:pt x="25" y="9"/>
                  <a:pt x="25" y="9"/>
                </a:cubicBezTo>
                <a:lnTo>
                  <a:pt x="44" y="9"/>
                </a:lnTo>
                <a:close/>
                <a:moveTo>
                  <a:pt x="68" y="49"/>
                </a:moveTo>
                <a:cubicBezTo>
                  <a:pt x="68" y="54"/>
                  <a:pt x="65" y="58"/>
                  <a:pt x="60" y="58"/>
                </a:cubicBezTo>
                <a:cubicBezTo>
                  <a:pt x="58" y="58"/>
                  <a:pt x="58" y="58"/>
                  <a:pt x="58" y="58"/>
                </a:cubicBezTo>
                <a:cubicBezTo>
                  <a:pt x="58" y="9"/>
                  <a:pt x="58" y="9"/>
                  <a:pt x="58" y="9"/>
                </a:cubicBezTo>
                <a:cubicBezTo>
                  <a:pt x="60" y="9"/>
                  <a:pt x="60" y="9"/>
                  <a:pt x="60" y="9"/>
                </a:cubicBezTo>
                <a:cubicBezTo>
                  <a:pt x="65" y="9"/>
                  <a:pt x="68" y="13"/>
                  <a:pt x="68" y="18"/>
                </a:cubicBezTo>
                <a:lnTo>
                  <a:pt x="68" y="4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04"/>
          <p:cNvSpPr>
            <a:spLocks noEditPoints="1"/>
          </p:cNvSpPr>
          <p:nvPr/>
        </p:nvSpPr>
        <p:spPr bwMode="auto">
          <a:xfrm>
            <a:off x="991132" y="3147247"/>
            <a:ext cx="510787" cy="339620"/>
          </a:xfrm>
          <a:custGeom>
            <a:avLst/>
            <a:gdLst/>
            <a:ahLst/>
            <a:cxnLst>
              <a:cxn ang="0">
                <a:pos x="86" y="15"/>
              </a:cxn>
              <a:cxn ang="0">
                <a:pos x="44" y="29"/>
              </a:cxn>
              <a:cxn ang="0">
                <a:pos x="43" y="29"/>
              </a:cxn>
              <a:cxn ang="0">
                <a:pos x="43" y="29"/>
              </a:cxn>
              <a:cxn ang="0">
                <a:pos x="18" y="21"/>
              </a:cxn>
              <a:cxn ang="0">
                <a:pos x="14" y="32"/>
              </a:cxn>
              <a:cxn ang="0">
                <a:pos x="17" y="36"/>
              </a:cxn>
              <a:cxn ang="0">
                <a:pos x="15" y="40"/>
              </a:cxn>
              <a:cxn ang="0">
                <a:pos x="17" y="56"/>
              </a:cxn>
              <a:cxn ang="0">
                <a:pos x="16" y="57"/>
              </a:cxn>
              <a:cxn ang="0">
                <a:pos x="16" y="58"/>
              </a:cxn>
              <a:cxn ang="0">
                <a:pos x="8" y="58"/>
              </a:cxn>
              <a:cxn ang="0">
                <a:pos x="7" y="57"/>
              </a:cxn>
              <a:cxn ang="0">
                <a:pos x="7" y="56"/>
              </a:cxn>
              <a:cxn ang="0">
                <a:pos x="9" y="40"/>
              </a:cxn>
              <a:cxn ang="0">
                <a:pos x="7" y="36"/>
              </a:cxn>
              <a:cxn ang="0">
                <a:pos x="10" y="32"/>
              </a:cxn>
              <a:cxn ang="0">
                <a:pos x="13" y="19"/>
              </a:cxn>
              <a:cxn ang="0">
                <a:pos x="1" y="15"/>
              </a:cxn>
              <a:cxn ang="0">
                <a:pos x="0" y="14"/>
              </a:cxn>
              <a:cxn ang="0">
                <a:pos x="1" y="13"/>
              </a:cxn>
              <a:cxn ang="0">
                <a:pos x="43" y="0"/>
              </a:cxn>
              <a:cxn ang="0">
                <a:pos x="43" y="0"/>
              </a:cxn>
              <a:cxn ang="0">
                <a:pos x="44" y="0"/>
              </a:cxn>
              <a:cxn ang="0">
                <a:pos x="86" y="13"/>
              </a:cxn>
              <a:cxn ang="0">
                <a:pos x="87" y="14"/>
              </a:cxn>
              <a:cxn ang="0">
                <a:pos x="86" y="15"/>
              </a:cxn>
              <a:cxn ang="0">
                <a:pos x="68" y="38"/>
              </a:cxn>
              <a:cxn ang="0">
                <a:pos x="43" y="48"/>
              </a:cxn>
              <a:cxn ang="0">
                <a:pos x="19" y="38"/>
              </a:cxn>
              <a:cxn ang="0">
                <a:pos x="20" y="26"/>
              </a:cxn>
              <a:cxn ang="0">
                <a:pos x="42" y="33"/>
              </a:cxn>
              <a:cxn ang="0">
                <a:pos x="43" y="34"/>
              </a:cxn>
              <a:cxn ang="0">
                <a:pos x="45" y="33"/>
              </a:cxn>
              <a:cxn ang="0">
                <a:pos x="67" y="26"/>
              </a:cxn>
              <a:cxn ang="0">
                <a:pos x="68" y="38"/>
              </a:cxn>
            </a:cxnLst>
            <a:rect l="0" t="0" r="r" b="b"/>
            <a:pathLst>
              <a:path w="87" h="58">
                <a:moveTo>
                  <a:pt x="86" y="15"/>
                </a:moveTo>
                <a:cubicBezTo>
                  <a:pt x="44" y="29"/>
                  <a:pt x="44" y="29"/>
                  <a:pt x="44" y="29"/>
                </a:cubicBezTo>
                <a:cubicBezTo>
                  <a:pt x="44" y="29"/>
                  <a:pt x="44" y="29"/>
                  <a:pt x="43" y="29"/>
                </a:cubicBezTo>
                <a:cubicBezTo>
                  <a:pt x="43" y="29"/>
                  <a:pt x="43" y="29"/>
                  <a:pt x="43" y="29"/>
                </a:cubicBezTo>
                <a:cubicBezTo>
                  <a:pt x="18" y="21"/>
                  <a:pt x="18" y="21"/>
                  <a:pt x="18" y="21"/>
                </a:cubicBezTo>
                <a:cubicBezTo>
                  <a:pt x="16" y="23"/>
                  <a:pt x="15" y="27"/>
                  <a:pt x="14" y="32"/>
                </a:cubicBezTo>
                <a:cubicBezTo>
                  <a:pt x="16" y="33"/>
                  <a:pt x="17" y="34"/>
                  <a:pt x="17" y="36"/>
                </a:cubicBezTo>
                <a:cubicBezTo>
                  <a:pt x="17" y="38"/>
                  <a:pt x="16" y="39"/>
                  <a:pt x="15" y="40"/>
                </a:cubicBezTo>
                <a:cubicBezTo>
                  <a:pt x="17" y="56"/>
                  <a:pt x="17" y="56"/>
                  <a:pt x="17" y="56"/>
                </a:cubicBezTo>
                <a:cubicBezTo>
                  <a:pt x="17" y="57"/>
                  <a:pt x="17" y="57"/>
                  <a:pt x="16" y="57"/>
                </a:cubicBezTo>
                <a:cubicBezTo>
                  <a:pt x="16" y="58"/>
                  <a:pt x="16" y="58"/>
                  <a:pt x="16" y="58"/>
                </a:cubicBezTo>
                <a:cubicBezTo>
                  <a:pt x="8" y="58"/>
                  <a:pt x="8" y="58"/>
                  <a:pt x="8" y="58"/>
                </a:cubicBezTo>
                <a:cubicBezTo>
                  <a:pt x="8" y="58"/>
                  <a:pt x="8" y="58"/>
                  <a:pt x="7" y="57"/>
                </a:cubicBezTo>
                <a:cubicBezTo>
                  <a:pt x="7" y="57"/>
                  <a:pt x="7" y="57"/>
                  <a:pt x="7" y="56"/>
                </a:cubicBezTo>
                <a:cubicBezTo>
                  <a:pt x="9" y="40"/>
                  <a:pt x="9" y="40"/>
                  <a:pt x="9" y="40"/>
                </a:cubicBezTo>
                <a:cubicBezTo>
                  <a:pt x="8" y="39"/>
                  <a:pt x="7" y="38"/>
                  <a:pt x="7" y="36"/>
                </a:cubicBezTo>
                <a:cubicBezTo>
                  <a:pt x="7" y="34"/>
                  <a:pt x="8" y="33"/>
                  <a:pt x="10" y="32"/>
                </a:cubicBezTo>
                <a:cubicBezTo>
                  <a:pt x="10" y="27"/>
                  <a:pt x="11" y="23"/>
                  <a:pt x="13" y="19"/>
                </a:cubicBezTo>
                <a:cubicBezTo>
                  <a:pt x="1" y="15"/>
                  <a:pt x="1" y="15"/>
                  <a:pt x="1" y="15"/>
                </a:cubicBezTo>
                <a:cubicBezTo>
                  <a:pt x="0" y="15"/>
                  <a:pt x="0" y="15"/>
                  <a:pt x="0" y="14"/>
                </a:cubicBezTo>
                <a:cubicBezTo>
                  <a:pt x="0" y="14"/>
                  <a:pt x="0" y="13"/>
                  <a:pt x="1" y="13"/>
                </a:cubicBezTo>
                <a:cubicBezTo>
                  <a:pt x="43" y="0"/>
                  <a:pt x="43" y="0"/>
                  <a:pt x="43" y="0"/>
                </a:cubicBezTo>
                <a:cubicBezTo>
                  <a:pt x="43" y="0"/>
                  <a:pt x="43" y="0"/>
                  <a:pt x="43" y="0"/>
                </a:cubicBezTo>
                <a:cubicBezTo>
                  <a:pt x="44" y="0"/>
                  <a:pt x="44" y="0"/>
                  <a:pt x="44" y="0"/>
                </a:cubicBezTo>
                <a:cubicBezTo>
                  <a:pt x="86" y="13"/>
                  <a:pt x="86" y="13"/>
                  <a:pt x="86" y="13"/>
                </a:cubicBezTo>
                <a:cubicBezTo>
                  <a:pt x="87" y="13"/>
                  <a:pt x="87" y="14"/>
                  <a:pt x="87" y="14"/>
                </a:cubicBezTo>
                <a:cubicBezTo>
                  <a:pt x="87" y="15"/>
                  <a:pt x="87" y="15"/>
                  <a:pt x="86" y="15"/>
                </a:cubicBezTo>
                <a:close/>
                <a:moveTo>
                  <a:pt x="68" y="38"/>
                </a:moveTo>
                <a:cubicBezTo>
                  <a:pt x="68" y="44"/>
                  <a:pt x="57" y="48"/>
                  <a:pt x="43" y="48"/>
                </a:cubicBezTo>
                <a:cubicBezTo>
                  <a:pt x="30" y="48"/>
                  <a:pt x="19" y="44"/>
                  <a:pt x="19" y="38"/>
                </a:cubicBezTo>
                <a:cubicBezTo>
                  <a:pt x="20" y="26"/>
                  <a:pt x="20" y="26"/>
                  <a:pt x="20" y="26"/>
                </a:cubicBezTo>
                <a:cubicBezTo>
                  <a:pt x="42" y="33"/>
                  <a:pt x="42" y="33"/>
                  <a:pt x="42" y="33"/>
                </a:cubicBezTo>
                <a:cubicBezTo>
                  <a:pt x="42" y="33"/>
                  <a:pt x="43" y="34"/>
                  <a:pt x="43" y="34"/>
                </a:cubicBezTo>
                <a:cubicBezTo>
                  <a:pt x="44" y="34"/>
                  <a:pt x="45" y="33"/>
                  <a:pt x="45" y="33"/>
                </a:cubicBezTo>
                <a:cubicBezTo>
                  <a:pt x="67" y="26"/>
                  <a:pt x="67" y="26"/>
                  <a:pt x="67" y="26"/>
                </a:cubicBezTo>
                <a:lnTo>
                  <a:pt x="68" y="38"/>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124"/>
          <p:cNvSpPr>
            <a:spLocks noEditPoints="1"/>
          </p:cNvSpPr>
          <p:nvPr/>
        </p:nvSpPr>
        <p:spPr bwMode="auto">
          <a:xfrm>
            <a:off x="1034702" y="4074720"/>
            <a:ext cx="423646" cy="285313"/>
          </a:xfrm>
          <a:custGeom>
            <a:avLst/>
            <a:gdLst/>
            <a:ahLst/>
            <a:cxnLst>
              <a:cxn ang="0">
                <a:pos x="68" y="43"/>
              </a:cxn>
              <a:cxn ang="0">
                <a:pos x="66" y="46"/>
              </a:cxn>
              <a:cxn ang="0">
                <a:pos x="2" y="46"/>
              </a:cxn>
              <a:cxn ang="0">
                <a:pos x="0" y="43"/>
              </a:cxn>
              <a:cxn ang="0">
                <a:pos x="0" y="2"/>
              </a:cxn>
              <a:cxn ang="0">
                <a:pos x="2" y="0"/>
              </a:cxn>
              <a:cxn ang="0">
                <a:pos x="66" y="0"/>
              </a:cxn>
              <a:cxn ang="0">
                <a:pos x="68" y="2"/>
              </a:cxn>
              <a:cxn ang="0">
                <a:pos x="68" y="43"/>
              </a:cxn>
              <a:cxn ang="0">
                <a:pos x="64" y="14"/>
              </a:cxn>
              <a:cxn ang="0">
                <a:pos x="55" y="4"/>
              </a:cxn>
              <a:cxn ang="0">
                <a:pos x="13" y="4"/>
              </a:cxn>
              <a:cxn ang="0">
                <a:pos x="4" y="14"/>
              </a:cxn>
              <a:cxn ang="0">
                <a:pos x="4" y="32"/>
              </a:cxn>
              <a:cxn ang="0">
                <a:pos x="13" y="41"/>
              </a:cxn>
              <a:cxn ang="0">
                <a:pos x="55" y="41"/>
              </a:cxn>
              <a:cxn ang="0">
                <a:pos x="64" y="32"/>
              </a:cxn>
              <a:cxn ang="0">
                <a:pos x="64" y="14"/>
              </a:cxn>
              <a:cxn ang="0">
                <a:pos x="34" y="38"/>
              </a:cxn>
              <a:cxn ang="0">
                <a:pos x="23" y="23"/>
              </a:cxn>
              <a:cxn ang="0">
                <a:pos x="34" y="8"/>
              </a:cxn>
              <a:cxn ang="0">
                <a:pos x="45" y="23"/>
              </a:cxn>
              <a:cxn ang="0">
                <a:pos x="34" y="38"/>
              </a:cxn>
              <a:cxn ang="0">
                <a:pos x="41" y="32"/>
              </a:cxn>
              <a:cxn ang="0">
                <a:pos x="41" y="28"/>
              </a:cxn>
              <a:cxn ang="0">
                <a:pos x="36" y="28"/>
              </a:cxn>
              <a:cxn ang="0">
                <a:pos x="36" y="12"/>
              </a:cxn>
              <a:cxn ang="0">
                <a:pos x="32" y="12"/>
              </a:cxn>
              <a:cxn ang="0">
                <a:pos x="27" y="17"/>
              </a:cxn>
              <a:cxn ang="0">
                <a:pos x="30" y="20"/>
              </a:cxn>
              <a:cxn ang="0">
                <a:pos x="32" y="18"/>
              </a:cxn>
              <a:cxn ang="0">
                <a:pos x="32" y="18"/>
              </a:cxn>
              <a:cxn ang="0">
                <a:pos x="32" y="28"/>
              </a:cxn>
              <a:cxn ang="0">
                <a:pos x="27" y="28"/>
              </a:cxn>
              <a:cxn ang="0">
                <a:pos x="27" y="32"/>
              </a:cxn>
              <a:cxn ang="0">
                <a:pos x="41" y="32"/>
              </a:cxn>
            </a:cxnLst>
            <a:rect l="0" t="0" r="r" b="b"/>
            <a:pathLst>
              <a:path w="68" h="46">
                <a:moveTo>
                  <a:pt x="68" y="43"/>
                </a:moveTo>
                <a:cubicBezTo>
                  <a:pt x="68" y="45"/>
                  <a:pt x="67" y="46"/>
                  <a:pt x="66" y="46"/>
                </a:cubicBezTo>
                <a:cubicBezTo>
                  <a:pt x="2" y="46"/>
                  <a:pt x="2" y="46"/>
                  <a:pt x="2" y="46"/>
                </a:cubicBezTo>
                <a:cubicBezTo>
                  <a:pt x="1" y="46"/>
                  <a:pt x="0" y="45"/>
                  <a:pt x="0" y="43"/>
                </a:cubicBezTo>
                <a:cubicBezTo>
                  <a:pt x="0" y="2"/>
                  <a:pt x="0" y="2"/>
                  <a:pt x="0" y="2"/>
                </a:cubicBezTo>
                <a:cubicBezTo>
                  <a:pt x="0" y="1"/>
                  <a:pt x="1" y="0"/>
                  <a:pt x="2" y="0"/>
                </a:cubicBezTo>
                <a:cubicBezTo>
                  <a:pt x="66" y="0"/>
                  <a:pt x="66" y="0"/>
                  <a:pt x="66" y="0"/>
                </a:cubicBezTo>
                <a:cubicBezTo>
                  <a:pt x="67" y="0"/>
                  <a:pt x="68" y="1"/>
                  <a:pt x="68" y="2"/>
                </a:cubicBezTo>
                <a:lnTo>
                  <a:pt x="68" y="43"/>
                </a:lnTo>
                <a:close/>
                <a:moveTo>
                  <a:pt x="64" y="14"/>
                </a:moveTo>
                <a:cubicBezTo>
                  <a:pt x="59" y="14"/>
                  <a:pt x="55" y="10"/>
                  <a:pt x="55" y="4"/>
                </a:cubicBezTo>
                <a:cubicBezTo>
                  <a:pt x="13" y="4"/>
                  <a:pt x="13" y="4"/>
                  <a:pt x="13" y="4"/>
                </a:cubicBezTo>
                <a:cubicBezTo>
                  <a:pt x="13" y="10"/>
                  <a:pt x="9" y="14"/>
                  <a:pt x="4" y="14"/>
                </a:cubicBezTo>
                <a:cubicBezTo>
                  <a:pt x="4" y="32"/>
                  <a:pt x="4" y="32"/>
                  <a:pt x="4" y="32"/>
                </a:cubicBezTo>
                <a:cubicBezTo>
                  <a:pt x="9" y="32"/>
                  <a:pt x="13" y="36"/>
                  <a:pt x="13" y="41"/>
                </a:cubicBezTo>
                <a:cubicBezTo>
                  <a:pt x="55" y="41"/>
                  <a:pt x="55" y="41"/>
                  <a:pt x="55" y="41"/>
                </a:cubicBezTo>
                <a:cubicBezTo>
                  <a:pt x="55" y="36"/>
                  <a:pt x="59" y="32"/>
                  <a:pt x="64" y="32"/>
                </a:cubicBezTo>
                <a:lnTo>
                  <a:pt x="64" y="14"/>
                </a:lnTo>
                <a:close/>
                <a:moveTo>
                  <a:pt x="34" y="38"/>
                </a:moveTo>
                <a:cubicBezTo>
                  <a:pt x="27" y="38"/>
                  <a:pt x="23" y="29"/>
                  <a:pt x="23" y="23"/>
                </a:cubicBezTo>
                <a:cubicBezTo>
                  <a:pt x="23" y="16"/>
                  <a:pt x="27" y="8"/>
                  <a:pt x="34" y="8"/>
                </a:cubicBezTo>
                <a:cubicBezTo>
                  <a:pt x="42" y="8"/>
                  <a:pt x="45" y="16"/>
                  <a:pt x="45" y="23"/>
                </a:cubicBezTo>
                <a:cubicBezTo>
                  <a:pt x="45" y="29"/>
                  <a:pt x="42" y="38"/>
                  <a:pt x="34" y="38"/>
                </a:cubicBezTo>
                <a:close/>
                <a:moveTo>
                  <a:pt x="41" y="32"/>
                </a:moveTo>
                <a:cubicBezTo>
                  <a:pt x="41" y="28"/>
                  <a:pt x="41" y="28"/>
                  <a:pt x="41" y="28"/>
                </a:cubicBezTo>
                <a:cubicBezTo>
                  <a:pt x="36" y="28"/>
                  <a:pt x="36" y="28"/>
                  <a:pt x="36" y="28"/>
                </a:cubicBezTo>
                <a:cubicBezTo>
                  <a:pt x="36" y="12"/>
                  <a:pt x="36" y="12"/>
                  <a:pt x="36" y="12"/>
                </a:cubicBezTo>
                <a:cubicBezTo>
                  <a:pt x="32" y="12"/>
                  <a:pt x="32" y="12"/>
                  <a:pt x="32" y="12"/>
                </a:cubicBezTo>
                <a:cubicBezTo>
                  <a:pt x="27" y="17"/>
                  <a:pt x="27" y="17"/>
                  <a:pt x="27" y="17"/>
                </a:cubicBezTo>
                <a:cubicBezTo>
                  <a:pt x="30" y="20"/>
                  <a:pt x="30" y="20"/>
                  <a:pt x="30" y="20"/>
                </a:cubicBezTo>
                <a:cubicBezTo>
                  <a:pt x="31" y="19"/>
                  <a:pt x="31" y="19"/>
                  <a:pt x="32" y="18"/>
                </a:cubicBezTo>
                <a:cubicBezTo>
                  <a:pt x="32" y="18"/>
                  <a:pt x="32" y="18"/>
                  <a:pt x="32" y="18"/>
                </a:cubicBezTo>
                <a:cubicBezTo>
                  <a:pt x="32" y="28"/>
                  <a:pt x="32" y="28"/>
                  <a:pt x="32" y="28"/>
                </a:cubicBezTo>
                <a:cubicBezTo>
                  <a:pt x="27" y="28"/>
                  <a:pt x="27" y="28"/>
                  <a:pt x="27" y="28"/>
                </a:cubicBezTo>
                <a:cubicBezTo>
                  <a:pt x="27" y="32"/>
                  <a:pt x="27" y="32"/>
                  <a:pt x="27" y="32"/>
                </a:cubicBezTo>
                <a:lnTo>
                  <a:pt x="41"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9" name="Group 58"/>
          <p:cNvGrpSpPr/>
          <p:nvPr/>
        </p:nvGrpSpPr>
        <p:grpSpPr>
          <a:xfrm>
            <a:off x="1711504" y="1213182"/>
            <a:ext cx="2588972" cy="466872"/>
            <a:chOff x="7174424" y="1352592"/>
            <a:chExt cx="2588972" cy="466872"/>
          </a:xfrm>
        </p:grpSpPr>
        <p:sp>
          <p:nvSpPr>
            <p:cNvPr id="17" name="TextBox 16"/>
            <p:cNvSpPr txBox="1"/>
            <p:nvPr/>
          </p:nvSpPr>
          <p:spPr>
            <a:xfrm>
              <a:off x="7174424" y="1511687"/>
              <a:ext cx="2588972"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bg1"/>
                  </a:solidFill>
                </a:rPr>
                <a:t>There are many variations passages of lorem ipsum available  majority have suffered</a:t>
              </a:r>
            </a:p>
          </p:txBody>
        </p:sp>
        <p:sp>
          <p:nvSpPr>
            <p:cNvPr id="18" name="Rectangle 17"/>
            <p:cNvSpPr/>
            <p:nvPr/>
          </p:nvSpPr>
          <p:spPr>
            <a:xfrm>
              <a:off x="7174424" y="1352592"/>
              <a:ext cx="641201" cy="169277"/>
            </a:xfrm>
            <a:prstGeom prst="rect">
              <a:avLst/>
            </a:prstGeom>
          </p:spPr>
          <p:txBody>
            <a:bodyPr wrap="none" lIns="0" tIns="0" rIns="0" bIns="0">
              <a:spAutoFit/>
            </a:bodyPr>
            <a:lstStyle/>
            <a:p>
              <a:r>
                <a:rPr lang="en-US" sz="1100" b="1" dirty="0">
                  <a:solidFill>
                    <a:schemeClr val="bg1"/>
                  </a:solidFill>
                </a:rPr>
                <a:t>Title Here</a:t>
              </a:r>
            </a:p>
          </p:txBody>
        </p:sp>
      </p:grpSp>
      <p:grpSp>
        <p:nvGrpSpPr>
          <p:cNvPr id="10" name="Group 58"/>
          <p:cNvGrpSpPr/>
          <p:nvPr/>
        </p:nvGrpSpPr>
        <p:grpSpPr>
          <a:xfrm>
            <a:off x="1711504" y="2130061"/>
            <a:ext cx="2588972" cy="466872"/>
            <a:chOff x="7174424" y="1352592"/>
            <a:chExt cx="2588972" cy="466872"/>
          </a:xfrm>
        </p:grpSpPr>
        <p:sp>
          <p:nvSpPr>
            <p:cNvPr id="64" name="TextBox 63"/>
            <p:cNvSpPr txBox="1"/>
            <p:nvPr/>
          </p:nvSpPr>
          <p:spPr>
            <a:xfrm>
              <a:off x="7174424" y="1511687"/>
              <a:ext cx="2588972"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bg1"/>
                  </a:solidFill>
                </a:rPr>
                <a:t>There are many variations passages of lorem ipsum available  majority have suffered</a:t>
              </a:r>
            </a:p>
          </p:txBody>
        </p:sp>
        <p:sp>
          <p:nvSpPr>
            <p:cNvPr id="65" name="Rectangle 64"/>
            <p:cNvSpPr/>
            <p:nvPr/>
          </p:nvSpPr>
          <p:spPr>
            <a:xfrm>
              <a:off x="7174424" y="1352592"/>
              <a:ext cx="641201" cy="169277"/>
            </a:xfrm>
            <a:prstGeom prst="rect">
              <a:avLst/>
            </a:prstGeom>
          </p:spPr>
          <p:txBody>
            <a:bodyPr wrap="none" lIns="0" tIns="0" rIns="0" bIns="0">
              <a:spAutoFit/>
            </a:bodyPr>
            <a:lstStyle/>
            <a:p>
              <a:r>
                <a:rPr lang="en-US" sz="1100" b="1" dirty="0">
                  <a:solidFill>
                    <a:schemeClr val="bg1"/>
                  </a:solidFill>
                </a:rPr>
                <a:t>Title Here</a:t>
              </a:r>
            </a:p>
          </p:txBody>
        </p:sp>
      </p:grpSp>
      <p:grpSp>
        <p:nvGrpSpPr>
          <p:cNvPr id="11" name="Group 58"/>
          <p:cNvGrpSpPr/>
          <p:nvPr/>
        </p:nvGrpSpPr>
        <p:grpSpPr>
          <a:xfrm>
            <a:off x="1711504" y="3044349"/>
            <a:ext cx="2588972" cy="466872"/>
            <a:chOff x="7174424" y="1352592"/>
            <a:chExt cx="2588972" cy="466872"/>
          </a:xfrm>
        </p:grpSpPr>
        <p:sp>
          <p:nvSpPr>
            <p:cNvPr id="67" name="TextBox 66"/>
            <p:cNvSpPr txBox="1"/>
            <p:nvPr/>
          </p:nvSpPr>
          <p:spPr>
            <a:xfrm>
              <a:off x="7174424" y="1511687"/>
              <a:ext cx="2588972"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bg1"/>
                  </a:solidFill>
                </a:rPr>
                <a:t>There are many variations passages of lorem ipsum available  majority have suffered</a:t>
              </a:r>
            </a:p>
          </p:txBody>
        </p:sp>
        <p:sp>
          <p:nvSpPr>
            <p:cNvPr id="68" name="Rectangle 67"/>
            <p:cNvSpPr/>
            <p:nvPr/>
          </p:nvSpPr>
          <p:spPr>
            <a:xfrm>
              <a:off x="7174424" y="1352592"/>
              <a:ext cx="641201" cy="169277"/>
            </a:xfrm>
            <a:prstGeom prst="rect">
              <a:avLst/>
            </a:prstGeom>
          </p:spPr>
          <p:txBody>
            <a:bodyPr wrap="none" lIns="0" tIns="0" rIns="0" bIns="0">
              <a:spAutoFit/>
            </a:bodyPr>
            <a:lstStyle/>
            <a:p>
              <a:r>
                <a:rPr lang="en-US" sz="1100" b="1" dirty="0">
                  <a:solidFill>
                    <a:schemeClr val="bg1"/>
                  </a:solidFill>
                </a:rPr>
                <a:t>Title Here</a:t>
              </a:r>
            </a:p>
          </p:txBody>
        </p:sp>
      </p:grpSp>
      <p:grpSp>
        <p:nvGrpSpPr>
          <p:cNvPr id="12" name="Group 58"/>
          <p:cNvGrpSpPr/>
          <p:nvPr/>
        </p:nvGrpSpPr>
        <p:grpSpPr>
          <a:xfrm>
            <a:off x="1711504" y="3971742"/>
            <a:ext cx="2588972" cy="466872"/>
            <a:chOff x="7174424" y="1352592"/>
            <a:chExt cx="2588972" cy="466872"/>
          </a:xfrm>
        </p:grpSpPr>
        <p:sp>
          <p:nvSpPr>
            <p:cNvPr id="70" name="TextBox 69"/>
            <p:cNvSpPr txBox="1"/>
            <p:nvPr/>
          </p:nvSpPr>
          <p:spPr>
            <a:xfrm>
              <a:off x="7174424" y="1511687"/>
              <a:ext cx="2588972"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bg1"/>
                  </a:solidFill>
                </a:rPr>
                <a:t>There are many variations passages of lorem ipsum available  majority have suffered</a:t>
              </a:r>
            </a:p>
          </p:txBody>
        </p:sp>
        <p:sp>
          <p:nvSpPr>
            <p:cNvPr id="71" name="Rectangle 70"/>
            <p:cNvSpPr/>
            <p:nvPr/>
          </p:nvSpPr>
          <p:spPr>
            <a:xfrm>
              <a:off x="7174424" y="1352592"/>
              <a:ext cx="641201" cy="169277"/>
            </a:xfrm>
            <a:prstGeom prst="rect">
              <a:avLst/>
            </a:prstGeom>
          </p:spPr>
          <p:txBody>
            <a:bodyPr wrap="none" lIns="0" tIns="0" rIns="0" bIns="0">
              <a:spAutoFit/>
            </a:bodyPr>
            <a:lstStyle/>
            <a:p>
              <a:r>
                <a:rPr lang="en-US" sz="1100" b="1" dirty="0">
                  <a:solidFill>
                    <a:schemeClr val="bg1"/>
                  </a:solidFill>
                </a:rPr>
                <a:t>Title Here</a:t>
              </a:r>
            </a:p>
          </p:txBody>
        </p:sp>
      </p:grpSp>
      <p:grpSp>
        <p:nvGrpSpPr>
          <p:cNvPr id="13" name="Group 71"/>
          <p:cNvGrpSpPr/>
          <p:nvPr/>
        </p:nvGrpSpPr>
        <p:grpSpPr>
          <a:xfrm>
            <a:off x="5896961" y="1128932"/>
            <a:ext cx="2592315" cy="642867"/>
            <a:chOff x="1315498" y="1113763"/>
            <a:chExt cx="2592315" cy="642867"/>
          </a:xfrm>
        </p:grpSpPr>
        <p:sp>
          <p:nvSpPr>
            <p:cNvPr id="73" name="Text Placeholder 3"/>
            <p:cNvSpPr txBox="1">
              <a:spLocks/>
            </p:cNvSpPr>
            <p:nvPr/>
          </p:nvSpPr>
          <p:spPr>
            <a:xfrm>
              <a:off x="1315499" y="1113763"/>
              <a:ext cx="923330"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74"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a:t>
              </a:r>
              <a:br>
                <a:rPr lang="en-US" sz="1000" dirty="0">
                  <a:solidFill>
                    <a:schemeClr val="tx1">
                      <a:lumMod val="50000"/>
                      <a:lumOff val="50000"/>
                    </a:schemeClr>
                  </a:solidFill>
                </a:rPr>
              </a:br>
              <a:r>
                <a:rPr lang="en-US" sz="1000" dirty="0">
                  <a:solidFill>
                    <a:schemeClr val="tx1">
                      <a:lumMod val="50000"/>
                      <a:lumOff val="50000"/>
                    </a:schemeClr>
                  </a:solidFill>
                </a:rPr>
                <a:t> have suffered alteration in form.</a:t>
              </a:r>
            </a:p>
          </p:txBody>
        </p:sp>
      </p:grpSp>
      <p:sp>
        <p:nvSpPr>
          <p:cNvPr id="75" name="Text Placeholder 3"/>
          <p:cNvSpPr txBox="1">
            <a:spLocks/>
          </p:cNvSpPr>
          <p:nvPr/>
        </p:nvSpPr>
        <p:spPr>
          <a:xfrm>
            <a:off x="5209060" y="1084242"/>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1"/>
                </a:solidFill>
                <a:effectLst/>
                <a:uLnTx/>
                <a:uFillTx/>
                <a:latin typeface="+mn-lt"/>
                <a:ea typeface="+mn-ea"/>
                <a:cs typeface="+mn-cs"/>
              </a:rPr>
              <a:t>01</a:t>
            </a:r>
          </a:p>
        </p:txBody>
      </p:sp>
      <p:grpSp>
        <p:nvGrpSpPr>
          <p:cNvPr id="14" name="Group 87"/>
          <p:cNvGrpSpPr/>
          <p:nvPr/>
        </p:nvGrpSpPr>
        <p:grpSpPr>
          <a:xfrm>
            <a:off x="5896961" y="1990819"/>
            <a:ext cx="2592315" cy="642867"/>
            <a:chOff x="1315498" y="1113763"/>
            <a:chExt cx="2592315" cy="642867"/>
          </a:xfrm>
        </p:grpSpPr>
        <p:sp>
          <p:nvSpPr>
            <p:cNvPr id="89" name="Text Placeholder 3"/>
            <p:cNvSpPr txBox="1">
              <a:spLocks/>
            </p:cNvSpPr>
            <p:nvPr/>
          </p:nvSpPr>
          <p:spPr>
            <a:xfrm>
              <a:off x="1315499" y="1113763"/>
              <a:ext cx="75822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2"/>
                  </a:solidFill>
                  <a:effectLst/>
                  <a:uLnTx/>
                  <a:uFillTx/>
                  <a:latin typeface="+mn-lt"/>
                  <a:ea typeface="+mn-ea"/>
                  <a:cs typeface="+mn-cs"/>
                </a:rPr>
                <a:t>Number Two</a:t>
              </a:r>
            </a:p>
          </p:txBody>
        </p:sp>
        <p:sp>
          <p:nvSpPr>
            <p:cNvPr id="90"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a:t>
              </a:r>
              <a:br>
                <a:rPr lang="en-US" sz="1000" dirty="0">
                  <a:solidFill>
                    <a:schemeClr val="tx1">
                      <a:lumMod val="50000"/>
                      <a:lumOff val="50000"/>
                    </a:schemeClr>
                  </a:solidFill>
                </a:rPr>
              </a:br>
              <a:r>
                <a:rPr lang="en-US" sz="1000" dirty="0">
                  <a:solidFill>
                    <a:schemeClr val="tx1">
                      <a:lumMod val="50000"/>
                      <a:lumOff val="50000"/>
                    </a:schemeClr>
                  </a:solidFill>
                </a:rPr>
                <a:t> have suffered alteration in form.</a:t>
              </a:r>
            </a:p>
          </p:txBody>
        </p:sp>
      </p:grpSp>
      <p:sp>
        <p:nvSpPr>
          <p:cNvPr id="91" name="Text Placeholder 3"/>
          <p:cNvSpPr txBox="1">
            <a:spLocks/>
          </p:cNvSpPr>
          <p:nvPr/>
        </p:nvSpPr>
        <p:spPr>
          <a:xfrm>
            <a:off x="5171390" y="1946129"/>
            <a:ext cx="610744"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2"/>
                </a:solidFill>
                <a:effectLst/>
                <a:uLnTx/>
                <a:uFillTx/>
                <a:latin typeface="+mn-lt"/>
                <a:ea typeface="+mn-ea"/>
                <a:cs typeface="+mn-cs"/>
              </a:rPr>
              <a:t>02</a:t>
            </a:r>
          </a:p>
        </p:txBody>
      </p:sp>
      <p:grpSp>
        <p:nvGrpSpPr>
          <p:cNvPr id="15" name="Group 91"/>
          <p:cNvGrpSpPr/>
          <p:nvPr/>
        </p:nvGrpSpPr>
        <p:grpSpPr>
          <a:xfrm>
            <a:off x="5896961" y="2914749"/>
            <a:ext cx="2592315" cy="642867"/>
            <a:chOff x="1315498" y="1113763"/>
            <a:chExt cx="2592315" cy="642867"/>
          </a:xfrm>
        </p:grpSpPr>
        <p:sp>
          <p:nvSpPr>
            <p:cNvPr id="93" name="Text Placeholder 3"/>
            <p:cNvSpPr txBox="1">
              <a:spLocks/>
            </p:cNvSpPr>
            <p:nvPr/>
          </p:nvSpPr>
          <p:spPr>
            <a:xfrm>
              <a:off x="1315499" y="1113763"/>
              <a:ext cx="85279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94"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a:t>
              </a:r>
              <a:br>
                <a:rPr lang="en-US" sz="1000" dirty="0">
                  <a:solidFill>
                    <a:schemeClr val="tx1">
                      <a:lumMod val="50000"/>
                      <a:lumOff val="50000"/>
                    </a:schemeClr>
                  </a:solidFill>
                </a:rPr>
              </a:br>
              <a:r>
                <a:rPr lang="en-US" sz="1000" dirty="0">
                  <a:solidFill>
                    <a:schemeClr val="tx1">
                      <a:lumMod val="50000"/>
                      <a:lumOff val="50000"/>
                    </a:schemeClr>
                  </a:solidFill>
                </a:rPr>
                <a:t> have suffered alteration in form.</a:t>
              </a:r>
            </a:p>
          </p:txBody>
        </p:sp>
      </p:grpSp>
      <p:sp>
        <p:nvSpPr>
          <p:cNvPr id="95" name="Text Placeholder 3"/>
          <p:cNvSpPr txBox="1">
            <a:spLocks/>
          </p:cNvSpPr>
          <p:nvPr/>
        </p:nvSpPr>
        <p:spPr>
          <a:xfrm>
            <a:off x="5171390" y="2870059"/>
            <a:ext cx="610744"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3"/>
                </a:solidFill>
                <a:effectLst/>
                <a:uLnTx/>
                <a:uFillTx/>
                <a:latin typeface="+mn-lt"/>
                <a:ea typeface="+mn-ea"/>
                <a:cs typeface="+mn-cs"/>
              </a:rPr>
              <a:t>03</a:t>
            </a:r>
          </a:p>
        </p:txBody>
      </p:sp>
      <p:grpSp>
        <p:nvGrpSpPr>
          <p:cNvPr id="16" name="Group 95"/>
          <p:cNvGrpSpPr/>
          <p:nvPr/>
        </p:nvGrpSpPr>
        <p:grpSpPr>
          <a:xfrm>
            <a:off x="5896961" y="3845576"/>
            <a:ext cx="2592315" cy="642867"/>
            <a:chOff x="1315498" y="1113763"/>
            <a:chExt cx="2592315" cy="642867"/>
          </a:xfrm>
        </p:grpSpPr>
        <p:sp>
          <p:nvSpPr>
            <p:cNvPr id="97" name="Text Placeholder 3"/>
            <p:cNvSpPr txBox="1">
              <a:spLocks/>
            </p:cNvSpPr>
            <p:nvPr/>
          </p:nvSpPr>
          <p:spPr>
            <a:xfrm>
              <a:off x="1315499" y="1113763"/>
              <a:ext cx="78867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Number Four</a:t>
              </a:r>
            </a:p>
          </p:txBody>
        </p:sp>
        <p:sp>
          <p:nvSpPr>
            <p:cNvPr id="98"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a:t>
              </a:r>
              <a:br>
                <a:rPr lang="en-US" sz="1000" dirty="0">
                  <a:solidFill>
                    <a:schemeClr val="tx1">
                      <a:lumMod val="50000"/>
                      <a:lumOff val="50000"/>
                    </a:schemeClr>
                  </a:solidFill>
                </a:rPr>
              </a:br>
              <a:r>
                <a:rPr lang="en-US" sz="1000" dirty="0">
                  <a:solidFill>
                    <a:schemeClr val="tx1">
                      <a:lumMod val="50000"/>
                      <a:lumOff val="50000"/>
                    </a:schemeClr>
                  </a:solidFill>
                </a:rPr>
                <a:t> have suffered alteration in form.</a:t>
              </a:r>
            </a:p>
          </p:txBody>
        </p:sp>
      </p:grpSp>
      <p:sp>
        <p:nvSpPr>
          <p:cNvPr id="99" name="Text Placeholder 3"/>
          <p:cNvSpPr txBox="1">
            <a:spLocks/>
          </p:cNvSpPr>
          <p:nvPr/>
        </p:nvSpPr>
        <p:spPr>
          <a:xfrm>
            <a:off x="5171390" y="3800886"/>
            <a:ext cx="610744"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4"/>
                </a:solidFill>
                <a:effectLst/>
                <a:uLnTx/>
                <a:uFillTx/>
                <a:latin typeface="+mn-lt"/>
                <a:ea typeface="+mn-ea"/>
                <a:cs typeface="+mn-cs"/>
              </a:rPr>
              <a:t>04</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fill="hold"/>
                                        <p:tgtEl>
                                          <p:spTgt spid="38"/>
                                        </p:tgtEl>
                                        <p:attrNameLst>
                                          <p:attrName>ppt_x</p:attrName>
                                        </p:attrNameLst>
                                      </p:cBhvr>
                                      <p:tavLst>
                                        <p:tav tm="0">
                                          <p:val>
                                            <p:strVal val="0-#ppt_w/2"/>
                                          </p:val>
                                        </p:tav>
                                        <p:tav tm="100000">
                                          <p:val>
                                            <p:strVal val="#ppt_x"/>
                                          </p:val>
                                        </p:tav>
                                      </p:tavLst>
                                    </p:anim>
                                    <p:anim calcmode="lin" valueType="num">
                                      <p:cBhvr additive="base">
                                        <p:cTn id="8" dur="5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2" accel="50000" decel="5000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1+#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59"/>
                                        </p:tgtEl>
                                        <p:attrNameLst>
                                          <p:attrName>style.visibility</p:attrName>
                                        </p:attrNameLst>
                                      </p:cBhvr>
                                      <p:to>
                                        <p:strVal val="visible"/>
                                      </p:to>
                                    </p:set>
                                    <p:anim calcmode="lin" valueType="num">
                                      <p:cBhvr>
                                        <p:cTn id="16" dur="500" fill="hold"/>
                                        <p:tgtEl>
                                          <p:spTgt spid="59"/>
                                        </p:tgtEl>
                                        <p:attrNameLst>
                                          <p:attrName>ppt_w</p:attrName>
                                        </p:attrNameLst>
                                      </p:cBhvr>
                                      <p:tavLst>
                                        <p:tav tm="0">
                                          <p:val>
                                            <p:fltVal val="0"/>
                                          </p:val>
                                        </p:tav>
                                        <p:tav tm="100000">
                                          <p:val>
                                            <p:strVal val="#ppt_w"/>
                                          </p:val>
                                        </p:tav>
                                      </p:tavLst>
                                    </p:anim>
                                    <p:anim calcmode="lin" valueType="num">
                                      <p:cBhvr>
                                        <p:cTn id="17" dur="500" fill="hold"/>
                                        <p:tgtEl>
                                          <p:spTgt spid="59"/>
                                        </p:tgtEl>
                                        <p:attrNameLst>
                                          <p:attrName>ppt_h</p:attrName>
                                        </p:attrNameLst>
                                      </p:cBhvr>
                                      <p:tavLst>
                                        <p:tav tm="0">
                                          <p:val>
                                            <p:fltVal val="0"/>
                                          </p:val>
                                        </p:tav>
                                        <p:tav tm="100000">
                                          <p:val>
                                            <p:strVal val="#ppt_h"/>
                                          </p:val>
                                        </p:tav>
                                      </p:tavLst>
                                    </p:anim>
                                    <p:animEffect transition="in" filter="fade">
                                      <p:cBhvr>
                                        <p:cTn id="18" dur="500"/>
                                        <p:tgtEl>
                                          <p:spTgt spid="59"/>
                                        </p:tgtEl>
                                      </p:cBhvr>
                                    </p:animEffect>
                                  </p:childTnLst>
                                </p:cTn>
                              </p:par>
                              <p:par>
                                <p:cTn id="19" presetID="2" presetClass="entr" presetSubtype="2" accel="50000" decel="5000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1000" fill="hold"/>
                                        <p:tgtEl>
                                          <p:spTgt spid="9"/>
                                        </p:tgtEl>
                                        <p:attrNameLst>
                                          <p:attrName>ppt_x</p:attrName>
                                        </p:attrNameLst>
                                      </p:cBhvr>
                                      <p:tavLst>
                                        <p:tav tm="0">
                                          <p:val>
                                            <p:strVal val="1+#ppt_w/2"/>
                                          </p:val>
                                        </p:tav>
                                        <p:tav tm="100000">
                                          <p:val>
                                            <p:strVal val="#ppt_x"/>
                                          </p:val>
                                        </p:tav>
                                      </p:tavLst>
                                    </p:anim>
                                    <p:anim calcmode="lin" valueType="num">
                                      <p:cBhvr additive="base">
                                        <p:cTn id="22" dur="1000" fill="hold"/>
                                        <p:tgtEl>
                                          <p:spTgt spid="9"/>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53" presetClass="entr" presetSubtype="0" fill="hold" grpId="0" nodeType="afterEffect">
                                  <p:stCondLst>
                                    <p:cond delay="0"/>
                                  </p:stCondLst>
                                  <p:childTnLst>
                                    <p:set>
                                      <p:cBhvr>
                                        <p:cTn id="25" dur="1" fill="hold">
                                          <p:stCondLst>
                                            <p:cond delay="0"/>
                                          </p:stCondLst>
                                        </p:cTn>
                                        <p:tgtEl>
                                          <p:spTgt spid="75"/>
                                        </p:tgtEl>
                                        <p:attrNameLst>
                                          <p:attrName>style.visibility</p:attrName>
                                        </p:attrNameLst>
                                      </p:cBhvr>
                                      <p:to>
                                        <p:strVal val="visible"/>
                                      </p:to>
                                    </p:set>
                                    <p:anim calcmode="lin" valueType="num">
                                      <p:cBhvr>
                                        <p:cTn id="26" dur="500" fill="hold"/>
                                        <p:tgtEl>
                                          <p:spTgt spid="75"/>
                                        </p:tgtEl>
                                        <p:attrNameLst>
                                          <p:attrName>ppt_w</p:attrName>
                                        </p:attrNameLst>
                                      </p:cBhvr>
                                      <p:tavLst>
                                        <p:tav tm="0">
                                          <p:val>
                                            <p:fltVal val="0"/>
                                          </p:val>
                                        </p:tav>
                                        <p:tav tm="100000">
                                          <p:val>
                                            <p:strVal val="#ppt_w"/>
                                          </p:val>
                                        </p:tav>
                                      </p:tavLst>
                                    </p:anim>
                                    <p:anim calcmode="lin" valueType="num">
                                      <p:cBhvr>
                                        <p:cTn id="27" dur="500" fill="hold"/>
                                        <p:tgtEl>
                                          <p:spTgt spid="75"/>
                                        </p:tgtEl>
                                        <p:attrNameLst>
                                          <p:attrName>ppt_h</p:attrName>
                                        </p:attrNameLst>
                                      </p:cBhvr>
                                      <p:tavLst>
                                        <p:tav tm="0">
                                          <p:val>
                                            <p:fltVal val="0"/>
                                          </p:val>
                                        </p:tav>
                                        <p:tav tm="100000">
                                          <p:val>
                                            <p:strVal val="#ppt_h"/>
                                          </p:val>
                                        </p:tav>
                                      </p:tavLst>
                                    </p:anim>
                                    <p:animEffect transition="in" filter="fade">
                                      <p:cBhvr>
                                        <p:cTn id="28" dur="500"/>
                                        <p:tgtEl>
                                          <p:spTgt spid="75"/>
                                        </p:tgtEl>
                                      </p:cBhvr>
                                    </p:animEffect>
                                  </p:childTnLst>
                                </p:cTn>
                              </p:par>
                              <p:par>
                                <p:cTn id="29" presetID="2" presetClass="entr" presetSubtype="2" accel="50000" decel="5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1000" fill="hold"/>
                                        <p:tgtEl>
                                          <p:spTgt spid="13"/>
                                        </p:tgtEl>
                                        <p:attrNameLst>
                                          <p:attrName>ppt_x</p:attrName>
                                        </p:attrNameLst>
                                      </p:cBhvr>
                                      <p:tavLst>
                                        <p:tav tm="0">
                                          <p:val>
                                            <p:strVal val="1+#ppt_w/2"/>
                                          </p:val>
                                        </p:tav>
                                        <p:tav tm="100000">
                                          <p:val>
                                            <p:strVal val="#ppt_x"/>
                                          </p:val>
                                        </p:tav>
                                      </p:tavLst>
                                    </p:anim>
                                    <p:anim calcmode="lin" valueType="num">
                                      <p:cBhvr additive="base">
                                        <p:cTn id="32" dur="1000" fill="hold"/>
                                        <p:tgtEl>
                                          <p:spTgt spid="13"/>
                                        </p:tgtEl>
                                        <p:attrNameLst>
                                          <p:attrName>ppt_y</p:attrName>
                                        </p:attrNameLst>
                                      </p:cBhvr>
                                      <p:tavLst>
                                        <p:tav tm="0">
                                          <p:val>
                                            <p:strVal val="#ppt_y"/>
                                          </p:val>
                                        </p:tav>
                                        <p:tav tm="100000">
                                          <p:val>
                                            <p:strVal val="#ppt_y"/>
                                          </p:val>
                                        </p:tav>
                                      </p:tavLst>
                                    </p:anim>
                                  </p:childTnLst>
                                </p:cTn>
                              </p:par>
                            </p:childTnLst>
                          </p:cTn>
                        </p:par>
                        <p:par>
                          <p:cTn id="33" fill="hold">
                            <p:stCondLst>
                              <p:cond delay="2500"/>
                            </p:stCondLst>
                            <p:childTnLst>
                              <p:par>
                                <p:cTn id="34" presetID="2" presetClass="entr" presetSubtype="8" accel="50000" decel="50000" fill="hold" grpId="0" nodeType="afterEffect">
                                  <p:stCondLst>
                                    <p:cond delay="0"/>
                                  </p:stCondLst>
                                  <p:childTnLst>
                                    <p:set>
                                      <p:cBhvr>
                                        <p:cTn id="35" dur="1" fill="hold">
                                          <p:stCondLst>
                                            <p:cond delay="0"/>
                                          </p:stCondLst>
                                        </p:cTn>
                                        <p:tgtEl>
                                          <p:spTgt spid="42"/>
                                        </p:tgtEl>
                                        <p:attrNameLst>
                                          <p:attrName>style.visibility</p:attrName>
                                        </p:attrNameLst>
                                      </p:cBhvr>
                                      <p:to>
                                        <p:strVal val="visible"/>
                                      </p:to>
                                    </p:set>
                                    <p:anim calcmode="lin" valueType="num">
                                      <p:cBhvr additive="base">
                                        <p:cTn id="36" dur="500" fill="hold"/>
                                        <p:tgtEl>
                                          <p:spTgt spid="42"/>
                                        </p:tgtEl>
                                        <p:attrNameLst>
                                          <p:attrName>ppt_x</p:attrName>
                                        </p:attrNameLst>
                                      </p:cBhvr>
                                      <p:tavLst>
                                        <p:tav tm="0">
                                          <p:val>
                                            <p:strVal val="0-#ppt_w/2"/>
                                          </p:val>
                                        </p:tav>
                                        <p:tav tm="100000">
                                          <p:val>
                                            <p:strVal val="#ppt_x"/>
                                          </p:val>
                                        </p:tav>
                                      </p:tavLst>
                                    </p:anim>
                                    <p:anim calcmode="lin" valueType="num">
                                      <p:cBhvr additive="base">
                                        <p:cTn id="37" dur="500" fill="hold"/>
                                        <p:tgtEl>
                                          <p:spTgt spid="42"/>
                                        </p:tgtEl>
                                        <p:attrNameLst>
                                          <p:attrName>ppt_y</p:attrName>
                                        </p:attrNameLst>
                                      </p:cBhvr>
                                      <p:tavLst>
                                        <p:tav tm="0">
                                          <p:val>
                                            <p:strVal val="#ppt_y"/>
                                          </p:val>
                                        </p:tav>
                                        <p:tav tm="100000">
                                          <p:val>
                                            <p:strVal val="#ppt_y"/>
                                          </p:val>
                                        </p:tav>
                                      </p:tavLst>
                                    </p:anim>
                                  </p:childTnLst>
                                </p:cTn>
                              </p:par>
                              <p:par>
                                <p:cTn id="38" presetID="2" presetClass="entr" presetSubtype="2" accel="50000" decel="5000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 calcmode="lin" valueType="num">
                                      <p:cBhvr additive="base">
                                        <p:cTn id="40" dur="500" fill="hold"/>
                                        <p:tgtEl>
                                          <p:spTgt spid="6"/>
                                        </p:tgtEl>
                                        <p:attrNameLst>
                                          <p:attrName>ppt_x</p:attrName>
                                        </p:attrNameLst>
                                      </p:cBhvr>
                                      <p:tavLst>
                                        <p:tav tm="0">
                                          <p:val>
                                            <p:strVal val="1+#ppt_w/2"/>
                                          </p:val>
                                        </p:tav>
                                        <p:tav tm="100000">
                                          <p:val>
                                            <p:strVal val="#ppt_x"/>
                                          </p:val>
                                        </p:tav>
                                      </p:tavLst>
                                    </p:anim>
                                    <p:anim calcmode="lin" valueType="num">
                                      <p:cBhvr additive="base">
                                        <p:cTn id="41" dur="500" fill="hold"/>
                                        <p:tgtEl>
                                          <p:spTgt spid="6"/>
                                        </p:tgtEl>
                                        <p:attrNameLst>
                                          <p:attrName>ppt_y</p:attrName>
                                        </p:attrNameLst>
                                      </p:cBhvr>
                                      <p:tavLst>
                                        <p:tav tm="0">
                                          <p:val>
                                            <p:strVal val="#ppt_y"/>
                                          </p:val>
                                        </p:tav>
                                        <p:tav tm="100000">
                                          <p:val>
                                            <p:strVal val="#ppt_y"/>
                                          </p:val>
                                        </p:tav>
                                      </p:tavLst>
                                    </p:anim>
                                  </p:childTnLst>
                                </p:cTn>
                              </p:par>
                            </p:childTnLst>
                          </p:cTn>
                        </p:par>
                        <p:par>
                          <p:cTn id="42" fill="hold">
                            <p:stCondLst>
                              <p:cond delay="3000"/>
                            </p:stCondLst>
                            <p:childTnLst>
                              <p:par>
                                <p:cTn id="43" presetID="53" presetClass="entr" presetSubtype="0" fill="hold" grpId="0" nodeType="afterEffect">
                                  <p:stCondLst>
                                    <p:cond delay="0"/>
                                  </p:stCondLst>
                                  <p:childTnLst>
                                    <p:set>
                                      <p:cBhvr>
                                        <p:cTn id="44" dur="1" fill="hold">
                                          <p:stCondLst>
                                            <p:cond delay="0"/>
                                          </p:stCondLst>
                                        </p:cTn>
                                        <p:tgtEl>
                                          <p:spTgt spid="60"/>
                                        </p:tgtEl>
                                        <p:attrNameLst>
                                          <p:attrName>style.visibility</p:attrName>
                                        </p:attrNameLst>
                                      </p:cBhvr>
                                      <p:to>
                                        <p:strVal val="visible"/>
                                      </p:to>
                                    </p:set>
                                    <p:anim calcmode="lin" valueType="num">
                                      <p:cBhvr>
                                        <p:cTn id="45" dur="500" fill="hold"/>
                                        <p:tgtEl>
                                          <p:spTgt spid="60"/>
                                        </p:tgtEl>
                                        <p:attrNameLst>
                                          <p:attrName>ppt_w</p:attrName>
                                        </p:attrNameLst>
                                      </p:cBhvr>
                                      <p:tavLst>
                                        <p:tav tm="0">
                                          <p:val>
                                            <p:fltVal val="0"/>
                                          </p:val>
                                        </p:tav>
                                        <p:tav tm="100000">
                                          <p:val>
                                            <p:strVal val="#ppt_w"/>
                                          </p:val>
                                        </p:tav>
                                      </p:tavLst>
                                    </p:anim>
                                    <p:anim calcmode="lin" valueType="num">
                                      <p:cBhvr>
                                        <p:cTn id="46" dur="500" fill="hold"/>
                                        <p:tgtEl>
                                          <p:spTgt spid="60"/>
                                        </p:tgtEl>
                                        <p:attrNameLst>
                                          <p:attrName>ppt_h</p:attrName>
                                        </p:attrNameLst>
                                      </p:cBhvr>
                                      <p:tavLst>
                                        <p:tav tm="0">
                                          <p:val>
                                            <p:fltVal val="0"/>
                                          </p:val>
                                        </p:tav>
                                        <p:tav tm="100000">
                                          <p:val>
                                            <p:strVal val="#ppt_h"/>
                                          </p:val>
                                        </p:tav>
                                      </p:tavLst>
                                    </p:anim>
                                    <p:animEffect transition="in" filter="fade">
                                      <p:cBhvr>
                                        <p:cTn id="47" dur="500"/>
                                        <p:tgtEl>
                                          <p:spTgt spid="60"/>
                                        </p:tgtEl>
                                      </p:cBhvr>
                                    </p:animEffect>
                                  </p:childTnLst>
                                </p:cTn>
                              </p:par>
                              <p:par>
                                <p:cTn id="48" presetID="2" presetClass="entr" presetSubtype="2" accel="50000" decel="50000" fill="hold"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1000" fill="hold"/>
                                        <p:tgtEl>
                                          <p:spTgt spid="10"/>
                                        </p:tgtEl>
                                        <p:attrNameLst>
                                          <p:attrName>ppt_x</p:attrName>
                                        </p:attrNameLst>
                                      </p:cBhvr>
                                      <p:tavLst>
                                        <p:tav tm="0">
                                          <p:val>
                                            <p:strVal val="1+#ppt_w/2"/>
                                          </p:val>
                                        </p:tav>
                                        <p:tav tm="100000">
                                          <p:val>
                                            <p:strVal val="#ppt_x"/>
                                          </p:val>
                                        </p:tav>
                                      </p:tavLst>
                                    </p:anim>
                                    <p:anim calcmode="lin" valueType="num">
                                      <p:cBhvr additive="base">
                                        <p:cTn id="51" dur="1000" fill="hold"/>
                                        <p:tgtEl>
                                          <p:spTgt spid="10"/>
                                        </p:tgtEl>
                                        <p:attrNameLst>
                                          <p:attrName>ppt_y</p:attrName>
                                        </p:attrNameLst>
                                      </p:cBhvr>
                                      <p:tavLst>
                                        <p:tav tm="0">
                                          <p:val>
                                            <p:strVal val="#ppt_y"/>
                                          </p:val>
                                        </p:tav>
                                        <p:tav tm="100000">
                                          <p:val>
                                            <p:strVal val="#ppt_y"/>
                                          </p:val>
                                        </p:tav>
                                      </p:tavLst>
                                    </p:anim>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91"/>
                                        </p:tgtEl>
                                        <p:attrNameLst>
                                          <p:attrName>style.visibility</p:attrName>
                                        </p:attrNameLst>
                                      </p:cBhvr>
                                      <p:to>
                                        <p:strVal val="visible"/>
                                      </p:to>
                                    </p:set>
                                    <p:anim calcmode="lin" valueType="num">
                                      <p:cBhvr>
                                        <p:cTn id="55" dur="500" fill="hold"/>
                                        <p:tgtEl>
                                          <p:spTgt spid="91"/>
                                        </p:tgtEl>
                                        <p:attrNameLst>
                                          <p:attrName>ppt_w</p:attrName>
                                        </p:attrNameLst>
                                      </p:cBhvr>
                                      <p:tavLst>
                                        <p:tav tm="0">
                                          <p:val>
                                            <p:fltVal val="0"/>
                                          </p:val>
                                        </p:tav>
                                        <p:tav tm="100000">
                                          <p:val>
                                            <p:strVal val="#ppt_w"/>
                                          </p:val>
                                        </p:tav>
                                      </p:tavLst>
                                    </p:anim>
                                    <p:anim calcmode="lin" valueType="num">
                                      <p:cBhvr>
                                        <p:cTn id="56" dur="500" fill="hold"/>
                                        <p:tgtEl>
                                          <p:spTgt spid="91"/>
                                        </p:tgtEl>
                                        <p:attrNameLst>
                                          <p:attrName>ppt_h</p:attrName>
                                        </p:attrNameLst>
                                      </p:cBhvr>
                                      <p:tavLst>
                                        <p:tav tm="0">
                                          <p:val>
                                            <p:fltVal val="0"/>
                                          </p:val>
                                        </p:tav>
                                        <p:tav tm="100000">
                                          <p:val>
                                            <p:strVal val="#ppt_h"/>
                                          </p:val>
                                        </p:tav>
                                      </p:tavLst>
                                    </p:anim>
                                    <p:animEffect transition="in" filter="fade">
                                      <p:cBhvr>
                                        <p:cTn id="57" dur="500"/>
                                        <p:tgtEl>
                                          <p:spTgt spid="91"/>
                                        </p:tgtEl>
                                      </p:cBhvr>
                                    </p:animEffect>
                                  </p:childTnLst>
                                </p:cTn>
                              </p:par>
                              <p:par>
                                <p:cTn id="58" presetID="2" presetClass="entr" presetSubtype="2" accel="50000" decel="50000" fill="hold" nodeType="withEffect">
                                  <p:stCondLst>
                                    <p:cond delay="0"/>
                                  </p:stCondLst>
                                  <p:childTnLst>
                                    <p:set>
                                      <p:cBhvr>
                                        <p:cTn id="59" dur="1" fill="hold">
                                          <p:stCondLst>
                                            <p:cond delay="0"/>
                                          </p:stCondLst>
                                        </p:cTn>
                                        <p:tgtEl>
                                          <p:spTgt spid="14"/>
                                        </p:tgtEl>
                                        <p:attrNameLst>
                                          <p:attrName>style.visibility</p:attrName>
                                        </p:attrNameLst>
                                      </p:cBhvr>
                                      <p:to>
                                        <p:strVal val="visible"/>
                                      </p:to>
                                    </p:set>
                                    <p:anim calcmode="lin" valueType="num">
                                      <p:cBhvr additive="base">
                                        <p:cTn id="60" dur="1000" fill="hold"/>
                                        <p:tgtEl>
                                          <p:spTgt spid="14"/>
                                        </p:tgtEl>
                                        <p:attrNameLst>
                                          <p:attrName>ppt_x</p:attrName>
                                        </p:attrNameLst>
                                      </p:cBhvr>
                                      <p:tavLst>
                                        <p:tav tm="0">
                                          <p:val>
                                            <p:strVal val="1+#ppt_w/2"/>
                                          </p:val>
                                        </p:tav>
                                        <p:tav tm="100000">
                                          <p:val>
                                            <p:strVal val="#ppt_x"/>
                                          </p:val>
                                        </p:tav>
                                      </p:tavLst>
                                    </p:anim>
                                    <p:anim calcmode="lin" valueType="num">
                                      <p:cBhvr additive="base">
                                        <p:cTn id="61" dur="1000" fill="hold"/>
                                        <p:tgtEl>
                                          <p:spTgt spid="14"/>
                                        </p:tgtEl>
                                        <p:attrNameLst>
                                          <p:attrName>ppt_y</p:attrName>
                                        </p:attrNameLst>
                                      </p:cBhvr>
                                      <p:tavLst>
                                        <p:tav tm="0">
                                          <p:val>
                                            <p:strVal val="#ppt_y"/>
                                          </p:val>
                                        </p:tav>
                                        <p:tav tm="100000">
                                          <p:val>
                                            <p:strVal val="#ppt_y"/>
                                          </p:val>
                                        </p:tav>
                                      </p:tavLst>
                                    </p:anim>
                                  </p:childTnLst>
                                </p:cTn>
                              </p:par>
                            </p:childTnLst>
                          </p:cTn>
                        </p:par>
                        <p:par>
                          <p:cTn id="62" fill="hold">
                            <p:stCondLst>
                              <p:cond delay="5000"/>
                            </p:stCondLst>
                            <p:childTnLst>
                              <p:par>
                                <p:cTn id="63" presetID="2" presetClass="entr" presetSubtype="8" accel="50000" decel="50000" fill="hold" grpId="0" nodeType="afterEffect">
                                  <p:stCondLst>
                                    <p:cond delay="0"/>
                                  </p:stCondLst>
                                  <p:childTnLst>
                                    <p:set>
                                      <p:cBhvr>
                                        <p:cTn id="64" dur="1" fill="hold">
                                          <p:stCondLst>
                                            <p:cond delay="0"/>
                                          </p:stCondLst>
                                        </p:cTn>
                                        <p:tgtEl>
                                          <p:spTgt spid="48"/>
                                        </p:tgtEl>
                                        <p:attrNameLst>
                                          <p:attrName>style.visibility</p:attrName>
                                        </p:attrNameLst>
                                      </p:cBhvr>
                                      <p:to>
                                        <p:strVal val="visible"/>
                                      </p:to>
                                    </p:set>
                                    <p:anim calcmode="lin" valueType="num">
                                      <p:cBhvr additive="base">
                                        <p:cTn id="65" dur="500" fill="hold"/>
                                        <p:tgtEl>
                                          <p:spTgt spid="48"/>
                                        </p:tgtEl>
                                        <p:attrNameLst>
                                          <p:attrName>ppt_x</p:attrName>
                                        </p:attrNameLst>
                                      </p:cBhvr>
                                      <p:tavLst>
                                        <p:tav tm="0">
                                          <p:val>
                                            <p:strVal val="0-#ppt_w/2"/>
                                          </p:val>
                                        </p:tav>
                                        <p:tav tm="100000">
                                          <p:val>
                                            <p:strVal val="#ppt_x"/>
                                          </p:val>
                                        </p:tav>
                                      </p:tavLst>
                                    </p:anim>
                                    <p:anim calcmode="lin" valueType="num">
                                      <p:cBhvr additive="base">
                                        <p:cTn id="66" dur="500" fill="hold"/>
                                        <p:tgtEl>
                                          <p:spTgt spid="48"/>
                                        </p:tgtEl>
                                        <p:attrNameLst>
                                          <p:attrName>ppt_y</p:attrName>
                                        </p:attrNameLst>
                                      </p:cBhvr>
                                      <p:tavLst>
                                        <p:tav tm="0">
                                          <p:val>
                                            <p:strVal val="#ppt_y"/>
                                          </p:val>
                                        </p:tav>
                                        <p:tav tm="100000">
                                          <p:val>
                                            <p:strVal val="#ppt_y"/>
                                          </p:val>
                                        </p:tav>
                                      </p:tavLst>
                                    </p:anim>
                                  </p:childTnLst>
                                </p:cTn>
                              </p:par>
                              <p:par>
                                <p:cTn id="67" presetID="2" presetClass="entr" presetSubtype="2" accel="50000" decel="50000" fill="hold" nodeType="withEffect">
                                  <p:stCondLst>
                                    <p:cond delay="0"/>
                                  </p:stCondLst>
                                  <p:childTnLst>
                                    <p:set>
                                      <p:cBhvr>
                                        <p:cTn id="68" dur="1" fill="hold">
                                          <p:stCondLst>
                                            <p:cond delay="0"/>
                                          </p:stCondLst>
                                        </p:cTn>
                                        <p:tgtEl>
                                          <p:spTgt spid="7"/>
                                        </p:tgtEl>
                                        <p:attrNameLst>
                                          <p:attrName>style.visibility</p:attrName>
                                        </p:attrNameLst>
                                      </p:cBhvr>
                                      <p:to>
                                        <p:strVal val="visible"/>
                                      </p:to>
                                    </p:set>
                                    <p:anim calcmode="lin" valueType="num">
                                      <p:cBhvr additive="base">
                                        <p:cTn id="69" dur="500" fill="hold"/>
                                        <p:tgtEl>
                                          <p:spTgt spid="7"/>
                                        </p:tgtEl>
                                        <p:attrNameLst>
                                          <p:attrName>ppt_x</p:attrName>
                                        </p:attrNameLst>
                                      </p:cBhvr>
                                      <p:tavLst>
                                        <p:tav tm="0">
                                          <p:val>
                                            <p:strVal val="1+#ppt_w/2"/>
                                          </p:val>
                                        </p:tav>
                                        <p:tav tm="100000">
                                          <p:val>
                                            <p:strVal val="#ppt_x"/>
                                          </p:val>
                                        </p:tav>
                                      </p:tavLst>
                                    </p:anim>
                                    <p:anim calcmode="lin" valueType="num">
                                      <p:cBhvr additive="base">
                                        <p:cTn id="70" dur="500" fill="hold"/>
                                        <p:tgtEl>
                                          <p:spTgt spid="7"/>
                                        </p:tgtEl>
                                        <p:attrNameLst>
                                          <p:attrName>ppt_y</p:attrName>
                                        </p:attrNameLst>
                                      </p:cBhvr>
                                      <p:tavLst>
                                        <p:tav tm="0">
                                          <p:val>
                                            <p:strVal val="#ppt_y"/>
                                          </p:val>
                                        </p:tav>
                                        <p:tav tm="100000">
                                          <p:val>
                                            <p:strVal val="#ppt_y"/>
                                          </p:val>
                                        </p:tav>
                                      </p:tavLst>
                                    </p:anim>
                                  </p:childTnLst>
                                </p:cTn>
                              </p:par>
                            </p:childTnLst>
                          </p:cTn>
                        </p:par>
                        <p:par>
                          <p:cTn id="71" fill="hold">
                            <p:stCondLst>
                              <p:cond delay="5500"/>
                            </p:stCondLst>
                            <p:childTnLst>
                              <p:par>
                                <p:cTn id="72" presetID="53" presetClass="entr" presetSubtype="0" fill="hold" grpId="0" nodeType="afterEffect">
                                  <p:stCondLst>
                                    <p:cond delay="0"/>
                                  </p:stCondLst>
                                  <p:childTnLst>
                                    <p:set>
                                      <p:cBhvr>
                                        <p:cTn id="73" dur="1" fill="hold">
                                          <p:stCondLst>
                                            <p:cond delay="0"/>
                                          </p:stCondLst>
                                        </p:cTn>
                                        <p:tgtEl>
                                          <p:spTgt spid="61"/>
                                        </p:tgtEl>
                                        <p:attrNameLst>
                                          <p:attrName>style.visibility</p:attrName>
                                        </p:attrNameLst>
                                      </p:cBhvr>
                                      <p:to>
                                        <p:strVal val="visible"/>
                                      </p:to>
                                    </p:set>
                                    <p:anim calcmode="lin" valueType="num">
                                      <p:cBhvr>
                                        <p:cTn id="74" dur="500" fill="hold"/>
                                        <p:tgtEl>
                                          <p:spTgt spid="61"/>
                                        </p:tgtEl>
                                        <p:attrNameLst>
                                          <p:attrName>ppt_w</p:attrName>
                                        </p:attrNameLst>
                                      </p:cBhvr>
                                      <p:tavLst>
                                        <p:tav tm="0">
                                          <p:val>
                                            <p:fltVal val="0"/>
                                          </p:val>
                                        </p:tav>
                                        <p:tav tm="100000">
                                          <p:val>
                                            <p:strVal val="#ppt_w"/>
                                          </p:val>
                                        </p:tav>
                                      </p:tavLst>
                                    </p:anim>
                                    <p:anim calcmode="lin" valueType="num">
                                      <p:cBhvr>
                                        <p:cTn id="75" dur="500" fill="hold"/>
                                        <p:tgtEl>
                                          <p:spTgt spid="61"/>
                                        </p:tgtEl>
                                        <p:attrNameLst>
                                          <p:attrName>ppt_h</p:attrName>
                                        </p:attrNameLst>
                                      </p:cBhvr>
                                      <p:tavLst>
                                        <p:tav tm="0">
                                          <p:val>
                                            <p:fltVal val="0"/>
                                          </p:val>
                                        </p:tav>
                                        <p:tav tm="100000">
                                          <p:val>
                                            <p:strVal val="#ppt_h"/>
                                          </p:val>
                                        </p:tav>
                                      </p:tavLst>
                                    </p:anim>
                                    <p:animEffect transition="in" filter="fade">
                                      <p:cBhvr>
                                        <p:cTn id="76" dur="500"/>
                                        <p:tgtEl>
                                          <p:spTgt spid="61"/>
                                        </p:tgtEl>
                                      </p:cBhvr>
                                    </p:animEffect>
                                  </p:childTnLst>
                                </p:cTn>
                              </p:par>
                              <p:par>
                                <p:cTn id="77" presetID="2" presetClass="entr" presetSubtype="2" accel="50000" decel="50000" fill="hold"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additive="base">
                                        <p:cTn id="79" dur="1000" fill="hold"/>
                                        <p:tgtEl>
                                          <p:spTgt spid="11"/>
                                        </p:tgtEl>
                                        <p:attrNameLst>
                                          <p:attrName>ppt_x</p:attrName>
                                        </p:attrNameLst>
                                      </p:cBhvr>
                                      <p:tavLst>
                                        <p:tav tm="0">
                                          <p:val>
                                            <p:strVal val="1+#ppt_w/2"/>
                                          </p:val>
                                        </p:tav>
                                        <p:tav tm="100000">
                                          <p:val>
                                            <p:strVal val="#ppt_x"/>
                                          </p:val>
                                        </p:tav>
                                      </p:tavLst>
                                    </p:anim>
                                    <p:anim calcmode="lin" valueType="num">
                                      <p:cBhvr additive="base">
                                        <p:cTn id="80" dur="1000" fill="hold"/>
                                        <p:tgtEl>
                                          <p:spTgt spid="11"/>
                                        </p:tgtEl>
                                        <p:attrNameLst>
                                          <p:attrName>ppt_y</p:attrName>
                                        </p:attrNameLst>
                                      </p:cBhvr>
                                      <p:tavLst>
                                        <p:tav tm="0">
                                          <p:val>
                                            <p:strVal val="#ppt_y"/>
                                          </p:val>
                                        </p:tav>
                                        <p:tav tm="100000">
                                          <p:val>
                                            <p:strVal val="#ppt_y"/>
                                          </p:val>
                                        </p:tav>
                                      </p:tavLst>
                                    </p:anim>
                                  </p:childTnLst>
                                </p:cTn>
                              </p:par>
                            </p:childTnLst>
                          </p:cTn>
                        </p:par>
                        <p:par>
                          <p:cTn id="81" fill="hold">
                            <p:stCondLst>
                              <p:cond delay="6500"/>
                            </p:stCondLst>
                            <p:childTnLst>
                              <p:par>
                                <p:cTn id="82" presetID="53" presetClass="entr" presetSubtype="0" fill="hold" grpId="0" nodeType="afterEffect">
                                  <p:stCondLst>
                                    <p:cond delay="0"/>
                                  </p:stCondLst>
                                  <p:childTnLst>
                                    <p:set>
                                      <p:cBhvr>
                                        <p:cTn id="83" dur="1" fill="hold">
                                          <p:stCondLst>
                                            <p:cond delay="0"/>
                                          </p:stCondLst>
                                        </p:cTn>
                                        <p:tgtEl>
                                          <p:spTgt spid="95"/>
                                        </p:tgtEl>
                                        <p:attrNameLst>
                                          <p:attrName>style.visibility</p:attrName>
                                        </p:attrNameLst>
                                      </p:cBhvr>
                                      <p:to>
                                        <p:strVal val="visible"/>
                                      </p:to>
                                    </p:set>
                                    <p:anim calcmode="lin" valueType="num">
                                      <p:cBhvr>
                                        <p:cTn id="84" dur="500" fill="hold"/>
                                        <p:tgtEl>
                                          <p:spTgt spid="95"/>
                                        </p:tgtEl>
                                        <p:attrNameLst>
                                          <p:attrName>ppt_w</p:attrName>
                                        </p:attrNameLst>
                                      </p:cBhvr>
                                      <p:tavLst>
                                        <p:tav tm="0">
                                          <p:val>
                                            <p:fltVal val="0"/>
                                          </p:val>
                                        </p:tav>
                                        <p:tav tm="100000">
                                          <p:val>
                                            <p:strVal val="#ppt_w"/>
                                          </p:val>
                                        </p:tav>
                                      </p:tavLst>
                                    </p:anim>
                                    <p:anim calcmode="lin" valueType="num">
                                      <p:cBhvr>
                                        <p:cTn id="85" dur="500" fill="hold"/>
                                        <p:tgtEl>
                                          <p:spTgt spid="95"/>
                                        </p:tgtEl>
                                        <p:attrNameLst>
                                          <p:attrName>ppt_h</p:attrName>
                                        </p:attrNameLst>
                                      </p:cBhvr>
                                      <p:tavLst>
                                        <p:tav tm="0">
                                          <p:val>
                                            <p:fltVal val="0"/>
                                          </p:val>
                                        </p:tav>
                                        <p:tav tm="100000">
                                          <p:val>
                                            <p:strVal val="#ppt_h"/>
                                          </p:val>
                                        </p:tav>
                                      </p:tavLst>
                                    </p:anim>
                                    <p:animEffect transition="in" filter="fade">
                                      <p:cBhvr>
                                        <p:cTn id="86" dur="500"/>
                                        <p:tgtEl>
                                          <p:spTgt spid="95"/>
                                        </p:tgtEl>
                                      </p:cBhvr>
                                    </p:animEffect>
                                  </p:childTnLst>
                                </p:cTn>
                              </p:par>
                              <p:par>
                                <p:cTn id="87" presetID="2" presetClass="entr" presetSubtype="2" accel="50000" decel="50000" fill="hold" nodeType="withEffect">
                                  <p:stCondLst>
                                    <p:cond delay="0"/>
                                  </p:stCondLst>
                                  <p:childTnLst>
                                    <p:set>
                                      <p:cBhvr>
                                        <p:cTn id="88" dur="1" fill="hold">
                                          <p:stCondLst>
                                            <p:cond delay="0"/>
                                          </p:stCondLst>
                                        </p:cTn>
                                        <p:tgtEl>
                                          <p:spTgt spid="15"/>
                                        </p:tgtEl>
                                        <p:attrNameLst>
                                          <p:attrName>style.visibility</p:attrName>
                                        </p:attrNameLst>
                                      </p:cBhvr>
                                      <p:to>
                                        <p:strVal val="visible"/>
                                      </p:to>
                                    </p:set>
                                    <p:anim calcmode="lin" valueType="num">
                                      <p:cBhvr additive="base">
                                        <p:cTn id="89" dur="1000" fill="hold"/>
                                        <p:tgtEl>
                                          <p:spTgt spid="15"/>
                                        </p:tgtEl>
                                        <p:attrNameLst>
                                          <p:attrName>ppt_x</p:attrName>
                                        </p:attrNameLst>
                                      </p:cBhvr>
                                      <p:tavLst>
                                        <p:tav tm="0">
                                          <p:val>
                                            <p:strVal val="1+#ppt_w/2"/>
                                          </p:val>
                                        </p:tav>
                                        <p:tav tm="100000">
                                          <p:val>
                                            <p:strVal val="#ppt_x"/>
                                          </p:val>
                                        </p:tav>
                                      </p:tavLst>
                                    </p:anim>
                                    <p:anim calcmode="lin" valueType="num">
                                      <p:cBhvr additive="base">
                                        <p:cTn id="90" dur="1000" fill="hold"/>
                                        <p:tgtEl>
                                          <p:spTgt spid="15"/>
                                        </p:tgtEl>
                                        <p:attrNameLst>
                                          <p:attrName>ppt_y</p:attrName>
                                        </p:attrNameLst>
                                      </p:cBhvr>
                                      <p:tavLst>
                                        <p:tav tm="0">
                                          <p:val>
                                            <p:strVal val="#ppt_y"/>
                                          </p:val>
                                        </p:tav>
                                        <p:tav tm="100000">
                                          <p:val>
                                            <p:strVal val="#ppt_y"/>
                                          </p:val>
                                        </p:tav>
                                      </p:tavLst>
                                    </p:anim>
                                  </p:childTnLst>
                                </p:cTn>
                              </p:par>
                            </p:childTnLst>
                          </p:cTn>
                        </p:par>
                        <p:par>
                          <p:cTn id="91" fill="hold">
                            <p:stCondLst>
                              <p:cond delay="7500"/>
                            </p:stCondLst>
                            <p:childTnLst>
                              <p:par>
                                <p:cTn id="92" presetID="2" presetClass="entr" presetSubtype="8" accel="50000" decel="50000" fill="hold" grpId="0" nodeType="afterEffect">
                                  <p:stCondLst>
                                    <p:cond delay="0"/>
                                  </p:stCondLst>
                                  <p:childTnLst>
                                    <p:set>
                                      <p:cBhvr>
                                        <p:cTn id="93" dur="1" fill="hold">
                                          <p:stCondLst>
                                            <p:cond delay="0"/>
                                          </p:stCondLst>
                                        </p:cTn>
                                        <p:tgtEl>
                                          <p:spTgt spid="54"/>
                                        </p:tgtEl>
                                        <p:attrNameLst>
                                          <p:attrName>style.visibility</p:attrName>
                                        </p:attrNameLst>
                                      </p:cBhvr>
                                      <p:to>
                                        <p:strVal val="visible"/>
                                      </p:to>
                                    </p:set>
                                    <p:anim calcmode="lin" valueType="num">
                                      <p:cBhvr additive="base">
                                        <p:cTn id="94" dur="500" fill="hold"/>
                                        <p:tgtEl>
                                          <p:spTgt spid="54"/>
                                        </p:tgtEl>
                                        <p:attrNameLst>
                                          <p:attrName>ppt_x</p:attrName>
                                        </p:attrNameLst>
                                      </p:cBhvr>
                                      <p:tavLst>
                                        <p:tav tm="0">
                                          <p:val>
                                            <p:strVal val="0-#ppt_w/2"/>
                                          </p:val>
                                        </p:tav>
                                        <p:tav tm="100000">
                                          <p:val>
                                            <p:strVal val="#ppt_x"/>
                                          </p:val>
                                        </p:tav>
                                      </p:tavLst>
                                    </p:anim>
                                    <p:anim calcmode="lin" valueType="num">
                                      <p:cBhvr additive="base">
                                        <p:cTn id="95" dur="500" fill="hold"/>
                                        <p:tgtEl>
                                          <p:spTgt spid="54"/>
                                        </p:tgtEl>
                                        <p:attrNameLst>
                                          <p:attrName>ppt_y</p:attrName>
                                        </p:attrNameLst>
                                      </p:cBhvr>
                                      <p:tavLst>
                                        <p:tav tm="0">
                                          <p:val>
                                            <p:strVal val="#ppt_y"/>
                                          </p:val>
                                        </p:tav>
                                        <p:tav tm="100000">
                                          <p:val>
                                            <p:strVal val="#ppt_y"/>
                                          </p:val>
                                        </p:tav>
                                      </p:tavLst>
                                    </p:anim>
                                  </p:childTnLst>
                                </p:cTn>
                              </p:par>
                              <p:par>
                                <p:cTn id="96" presetID="2" presetClass="entr" presetSubtype="2" accel="50000" decel="50000" fill="hold"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500" fill="hold"/>
                                        <p:tgtEl>
                                          <p:spTgt spid="8"/>
                                        </p:tgtEl>
                                        <p:attrNameLst>
                                          <p:attrName>ppt_x</p:attrName>
                                        </p:attrNameLst>
                                      </p:cBhvr>
                                      <p:tavLst>
                                        <p:tav tm="0">
                                          <p:val>
                                            <p:strVal val="1+#ppt_w/2"/>
                                          </p:val>
                                        </p:tav>
                                        <p:tav tm="100000">
                                          <p:val>
                                            <p:strVal val="#ppt_x"/>
                                          </p:val>
                                        </p:tav>
                                      </p:tavLst>
                                    </p:anim>
                                    <p:anim calcmode="lin" valueType="num">
                                      <p:cBhvr additive="base">
                                        <p:cTn id="99" dur="500" fill="hold"/>
                                        <p:tgtEl>
                                          <p:spTgt spid="8"/>
                                        </p:tgtEl>
                                        <p:attrNameLst>
                                          <p:attrName>ppt_y</p:attrName>
                                        </p:attrNameLst>
                                      </p:cBhvr>
                                      <p:tavLst>
                                        <p:tav tm="0">
                                          <p:val>
                                            <p:strVal val="#ppt_y"/>
                                          </p:val>
                                        </p:tav>
                                        <p:tav tm="100000">
                                          <p:val>
                                            <p:strVal val="#ppt_y"/>
                                          </p:val>
                                        </p:tav>
                                      </p:tavLst>
                                    </p:anim>
                                  </p:childTnLst>
                                </p:cTn>
                              </p:par>
                            </p:childTnLst>
                          </p:cTn>
                        </p:par>
                        <p:par>
                          <p:cTn id="100" fill="hold">
                            <p:stCondLst>
                              <p:cond delay="8000"/>
                            </p:stCondLst>
                            <p:childTnLst>
                              <p:par>
                                <p:cTn id="101" presetID="53" presetClass="entr" presetSubtype="0" fill="hold" grpId="0" nodeType="afterEffect">
                                  <p:stCondLst>
                                    <p:cond delay="0"/>
                                  </p:stCondLst>
                                  <p:childTnLst>
                                    <p:set>
                                      <p:cBhvr>
                                        <p:cTn id="102" dur="1" fill="hold">
                                          <p:stCondLst>
                                            <p:cond delay="0"/>
                                          </p:stCondLst>
                                        </p:cTn>
                                        <p:tgtEl>
                                          <p:spTgt spid="62"/>
                                        </p:tgtEl>
                                        <p:attrNameLst>
                                          <p:attrName>style.visibility</p:attrName>
                                        </p:attrNameLst>
                                      </p:cBhvr>
                                      <p:to>
                                        <p:strVal val="visible"/>
                                      </p:to>
                                    </p:set>
                                    <p:anim calcmode="lin" valueType="num">
                                      <p:cBhvr>
                                        <p:cTn id="103" dur="500" fill="hold"/>
                                        <p:tgtEl>
                                          <p:spTgt spid="62"/>
                                        </p:tgtEl>
                                        <p:attrNameLst>
                                          <p:attrName>ppt_w</p:attrName>
                                        </p:attrNameLst>
                                      </p:cBhvr>
                                      <p:tavLst>
                                        <p:tav tm="0">
                                          <p:val>
                                            <p:fltVal val="0"/>
                                          </p:val>
                                        </p:tav>
                                        <p:tav tm="100000">
                                          <p:val>
                                            <p:strVal val="#ppt_w"/>
                                          </p:val>
                                        </p:tav>
                                      </p:tavLst>
                                    </p:anim>
                                    <p:anim calcmode="lin" valueType="num">
                                      <p:cBhvr>
                                        <p:cTn id="104" dur="500" fill="hold"/>
                                        <p:tgtEl>
                                          <p:spTgt spid="62"/>
                                        </p:tgtEl>
                                        <p:attrNameLst>
                                          <p:attrName>ppt_h</p:attrName>
                                        </p:attrNameLst>
                                      </p:cBhvr>
                                      <p:tavLst>
                                        <p:tav tm="0">
                                          <p:val>
                                            <p:fltVal val="0"/>
                                          </p:val>
                                        </p:tav>
                                        <p:tav tm="100000">
                                          <p:val>
                                            <p:strVal val="#ppt_h"/>
                                          </p:val>
                                        </p:tav>
                                      </p:tavLst>
                                    </p:anim>
                                    <p:animEffect transition="in" filter="fade">
                                      <p:cBhvr>
                                        <p:cTn id="105" dur="500"/>
                                        <p:tgtEl>
                                          <p:spTgt spid="62"/>
                                        </p:tgtEl>
                                      </p:cBhvr>
                                    </p:animEffect>
                                  </p:childTnLst>
                                </p:cTn>
                              </p:par>
                              <p:par>
                                <p:cTn id="106" presetID="2" presetClass="entr" presetSubtype="2" accel="50000" decel="50000" fill="hold" nodeType="withEffect">
                                  <p:stCondLst>
                                    <p:cond delay="0"/>
                                  </p:stCondLst>
                                  <p:childTnLst>
                                    <p:set>
                                      <p:cBhvr>
                                        <p:cTn id="107" dur="1" fill="hold">
                                          <p:stCondLst>
                                            <p:cond delay="0"/>
                                          </p:stCondLst>
                                        </p:cTn>
                                        <p:tgtEl>
                                          <p:spTgt spid="12"/>
                                        </p:tgtEl>
                                        <p:attrNameLst>
                                          <p:attrName>style.visibility</p:attrName>
                                        </p:attrNameLst>
                                      </p:cBhvr>
                                      <p:to>
                                        <p:strVal val="visible"/>
                                      </p:to>
                                    </p:set>
                                    <p:anim calcmode="lin" valueType="num">
                                      <p:cBhvr additive="base">
                                        <p:cTn id="108" dur="1000" fill="hold"/>
                                        <p:tgtEl>
                                          <p:spTgt spid="12"/>
                                        </p:tgtEl>
                                        <p:attrNameLst>
                                          <p:attrName>ppt_x</p:attrName>
                                        </p:attrNameLst>
                                      </p:cBhvr>
                                      <p:tavLst>
                                        <p:tav tm="0">
                                          <p:val>
                                            <p:strVal val="1+#ppt_w/2"/>
                                          </p:val>
                                        </p:tav>
                                        <p:tav tm="100000">
                                          <p:val>
                                            <p:strVal val="#ppt_x"/>
                                          </p:val>
                                        </p:tav>
                                      </p:tavLst>
                                    </p:anim>
                                    <p:anim calcmode="lin" valueType="num">
                                      <p:cBhvr additive="base">
                                        <p:cTn id="109" dur="1000" fill="hold"/>
                                        <p:tgtEl>
                                          <p:spTgt spid="12"/>
                                        </p:tgtEl>
                                        <p:attrNameLst>
                                          <p:attrName>ppt_y</p:attrName>
                                        </p:attrNameLst>
                                      </p:cBhvr>
                                      <p:tavLst>
                                        <p:tav tm="0">
                                          <p:val>
                                            <p:strVal val="#ppt_y"/>
                                          </p:val>
                                        </p:tav>
                                        <p:tav tm="100000">
                                          <p:val>
                                            <p:strVal val="#ppt_y"/>
                                          </p:val>
                                        </p:tav>
                                      </p:tavLst>
                                    </p:anim>
                                  </p:childTnLst>
                                </p:cTn>
                              </p:par>
                            </p:childTnLst>
                          </p:cTn>
                        </p:par>
                        <p:par>
                          <p:cTn id="110" fill="hold">
                            <p:stCondLst>
                              <p:cond delay="9000"/>
                            </p:stCondLst>
                            <p:childTnLst>
                              <p:par>
                                <p:cTn id="111" presetID="53" presetClass="entr" presetSubtype="0" fill="hold" grpId="0" nodeType="afterEffect">
                                  <p:stCondLst>
                                    <p:cond delay="0"/>
                                  </p:stCondLst>
                                  <p:childTnLst>
                                    <p:set>
                                      <p:cBhvr>
                                        <p:cTn id="112" dur="1" fill="hold">
                                          <p:stCondLst>
                                            <p:cond delay="0"/>
                                          </p:stCondLst>
                                        </p:cTn>
                                        <p:tgtEl>
                                          <p:spTgt spid="99"/>
                                        </p:tgtEl>
                                        <p:attrNameLst>
                                          <p:attrName>style.visibility</p:attrName>
                                        </p:attrNameLst>
                                      </p:cBhvr>
                                      <p:to>
                                        <p:strVal val="visible"/>
                                      </p:to>
                                    </p:set>
                                    <p:anim calcmode="lin" valueType="num">
                                      <p:cBhvr>
                                        <p:cTn id="113" dur="500" fill="hold"/>
                                        <p:tgtEl>
                                          <p:spTgt spid="99"/>
                                        </p:tgtEl>
                                        <p:attrNameLst>
                                          <p:attrName>ppt_w</p:attrName>
                                        </p:attrNameLst>
                                      </p:cBhvr>
                                      <p:tavLst>
                                        <p:tav tm="0">
                                          <p:val>
                                            <p:fltVal val="0"/>
                                          </p:val>
                                        </p:tav>
                                        <p:tav tm="100000">
                                          <p:val>
                                            <p:strVal val="#ppt_w"/>
                                          </p:val>
                                        </p:tav>
                                      </p:tavLst>
                                    </p:anim>
                                    <p:anim calcmode="lin" valueType="num">
                                      <p:cBhvr>
                                        <p:cTn id="114" dur="500" fill="hold"/>
                                        <p:tgtEl>
                                          <p:spTgt spid="99"/>
                                        </p:tgtEl>
                                        <p:attrNameLst>
                                          <p:attrName>ppt_h</p:attrName>
                                        </p:attrNameLst>
                                      </p:cBhvr>
                                      <p:tavLst>
                                        <p:tav tm="0">
                                          <p:val>
                                            <p:fltVal val="0"/>
                                          </p:val>
                                        </p:tav>
                                        <p:tav tm="100000">
                                          <p:val>
                                            <p:strVal val="#ppt_h"/>
                                          </p:val>
                                        </p:tav>
                                      </p:tavLst>
                                    </p:anim>
                                    <p:animEffect transition="in" filter="fade">
                                      <p:cBhvr>
                                        <p:cTn id="115" dur="500"/>
                                        <p:tgtEl>
                                          <p:spTgt spid="99"/>
                                        </p:tgtEl>
                                      </p:cBhvr>
                                    </p:animEffect>
                                  </p:childTnLst>
                                </p:cTn>
                              </p:par>
                              <p:par>
                                <p:cTn id="116" presetID="2" presetClass="entr" presetSubtype="2" accel="50000" decel="50000" fill="hold"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1000" fill="hold"/>
                                        <p:tgtEl>
                                          <p:spTgt spid="16"/>
                                        </p:tgtEl>
                                        <p:attrNameLst>
                                          <p:attrName>ppt_x</p:attrName>
                                        </p:attrNameLst>
                                      </p:cBhvr>
                                      <p:tavLst>
                                        <p:tav tm="0">
                                          <p:val>
                                            <p:strVal val="1+#ppt_w/2"/>
                                          </p:val>
                                        </p:tav>
                                        <p:tav tm="100000">
                                          <p:val>
                                            <p:strVal val="#ppt_x"/>
                                          </p:val>
                                        </p:tav>
                                      </p:tavLst>
                                    </p:anim>
                                    <p:anim calcmode="lin" valueType="num">
                                      <p:cBhvr additive="base">
                                        <p:cTn id="119" dur="10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48" grpId="0" animBg="1"/>
      <p:bldP spid="54" grpId="0" animBg="1"/>
      <p:bldP spid="59" grpId="0" animBg="1"/>
      <p:bldP spid="60" grpId="0" animBg="1"/>
      <p:bldP spid="61" grpId="0" animBg="1"/>
      <p:bldP spid="62" grpId="0" animBg="1"/>
      <p:bldP spid="75" grpId="0"/>
      <p:bldP spid="91" grpId="0"/>
      <p:bldP spid="95" grpId="0"/>
      <p:bldP spid="99"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2"/>
          <p:cNvGrpSpPr/>
          <p:nvPr/>
        </p:nvGrpSpPr>
        <p:grpSpPr>
          <a:xfrm>
            <a:off x="491360" y="2220347"/>
            <a:ext cx="1112102" cy="1121057"/>
            <a:chOff x="5776018" y="1609113"/>
            <a:chExt cx="1112102" cy="1121057"/>
          </a:xfrm>
        </p:grpSpPr>
        <p:sp>
          <p:nvSpPr>
            <p:cNvPr id="45" name="Text Placeholder 3"/>
            <p:cNvSpPr txBox="1">
              <a:spLocks/>
            </p:cNvSpPr>
            <p:nvPr/>
          </p:nvSpPr>
          <p:spPr>
            <a:xfrm>
              <a:off x="6037117" y="1609113"/>
              <a:ext cx="589905"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First Step</a:t>
              </a:r>
            </a:p>
          </p:txBody>
        </p:sp>
        <p:sp>
          <p:nvSpPr>
            <p:cNvPr id="50" name="Text Placeholder 3"/>
            <p:cNvSpPr txBox="1">
              <a:spLocks/>
            </p:cNvSpPr>
            <p:nvPr/>
          </p:nvSpPr>
          <p:spPr>
            <a:xfrm>
              <a:off x="5776018" y="1806840"/>
              <a:ext cx="1112102"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5" name="Group 72"/>
          <p:cNvGrpSpPr/>
          <p:nvPr/>
        </p:nvGrpSpPr>
        <p:grpSpPr>
          <a:xfrm>
            <a:off x="2513538" y="2221660"/>
            <a:ext cx="1140204" cy="1118432"/>
            <a:chOff x="5776018" y="1548153"/>
            <a:chExt cx="1140204" cy="1118432"/>
          </a:xfrm>
        </p:grpSpPr>
        <p:sp>
          <p:nvSpPr>
            <p:cNvPr id="66" name="Text Placeholder 3"/>
            <p:cNvSpPr txBox="1">
              <a:spLocks/>
            </p:cNvSpPr>
            <p:nvPr/>
          </p:nvSpPr>
          <p:spPr>
            <a:xfrm>
              <a:off x="5966209" y="1548153"/>
              <a:ext cx="75982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Second</a:t>
              </a:r>
              <a:r>
                <a:rPr kumimoji="0" lang="en-US" sz="1200" b="1" i="0" u="none" strike="noStrike" kern="1200" cap="none" spc="0" normalizeH="0" noProof="0" dirty="0">
                  <a:ln>
                    <a:noFill/>
                  </a:ln>
                  <a:solidFill>
                    <a:schemeClr val="accent2"/>
                  </a:solidFill>
                  <a:effectLst/>
                  <a:uLnTx/>
                  <a:uFillTx/>
                  <a:latin typeface="+mn-lt"/>
                  <a:ea typeface="+mn-ea"/>
                  <a:cs typeface="+mn-cs"/>
                </a:rPr>
                <a:t> Step</a:t>
              </a:r>
              <a:endParaRPr kumimoji="0" lang="en-US" sz="1200" b="1" i="0" u="none" strike="noStrike" kern="1200" cap="none" spc="0" normalizeH="0" baseline="0" noProof="0" dirty="0">
                <a:ln>
                  <a:noFill/>
                </a:ln>
                <a:solidFill>
                  <a:schemeClr val="accent2"/>
                </a:solidFill>
                <a:effectLst/>
                <a:uLnTx/>
                <a:uFillTx/>
                <a:latin typeface="+mn-lt"/>
                <a:ea typeface="+mn-ea"/>
                <a:cs typeface="+mn-cs"/>
              </a:endParaRPr>
            </a:p>
          </p:txBody>
        </p:sp>
        <p:sp>
          <p:nvSpPr>
            <p:cNvPr id="67" name="Text Placeholder 3"/>
            <p:cNvSpPr txBox="1">
              <a:spLocks/>
            </p:cNvSpPr>
            <p:nvPr/>
          </p:nvSpPr>
          <p:spPr>
            <a:xfrm>
              <a:off x="5776018" y="1743255"/>
              <a:ext cx="1140204"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6" name="Group 72"/>
          <p:cNvGrpSpPr/>
          <p:nvPr/>
        </p:nvGrpSpPr>
        <p:grpSpPr>
          <a:xfrm>
            <a:off x="4589067" y="2223259"/>
            <a:ext cx="1152141" cy="1115233"/>
            <a:chOff x="5776018" y="1537993"/>
            <a:chExt cx="1152141" cy="1115233"/>
          </a:xfrm>
        </p:grpSpPr>
        <p:sp>
          <p:nvSpPr>
            <p:cNvPr id="81" name="Text Placeholder 3"/>
            <p:cNvSpPr txBox="1">
              <a:spLocks/>
            </p:cNvSpPr>
            <p:nvPr/>
          </p:nvSpPr>
          <p:spPr>
            <a:xfrm>
              <a:off x="6040304" y="1537993"/>
              <a:ext cx="62356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Third</a:t>
              </a:r>
              <a:r>
                <a:rPr kumimoji="0" lang="en-US" sz="1200" b="1" i="0" u="none" strike="noStrike" kern="1200" cap="none" spc="0" normalizeH="0" noProof="0" dirty="0">
                  <a:ln>
                    <a:noFill/>
                  </a:ln>
                  <a:solidFill>
                    <a:schemeClr val="accent3"/>
                  </a:solidFill>
                  <a:effectLst/>
                  <a:uLnTx/>
                  <a:uFillTx/>
                  <a:latin typeface="+mn-lt"/>
                  <a:ea typeface="+mn-ea"/>
                  <a:cs typeface="+mn-cs"/>
                </a:rPr>
                <a:t> Step</a:t>
              </a:r>
              <a:endParaRPr kumimoji="0" lang="en-US" sz="1200" b="1" i="0" u="none" strike="noStrike" kern="1200" cap="none" spc="0" normalizeH="0" baseline="0" noProof="0" dirty="0">
                <a:ln>
                  <a:noFill/>
                </a:ln>
                <a:solidFill>
                  <a:schemeClr val="accent3"/>
                </a:solidFill>
                <a:effectLst/>
                <a:uLnTx/>
                <a:uFillTx/>
                <a:latin typeface="+mn-lt"/>
                <a:ea typeface="+mn-ea"/>
                <a:cs typeface="+mn-cs"/>
              </a:endParaRPr>
            </a:p>
          </p:txBody>
        </p:sp>
        <p:sp>
          <p:nvSpPr>
            <p:cNvPr id="82" name="Text Placeholder 3"/>
            <p:cNvSpPr txBox="1">
              <a:spLocks/>
            </p:cNvSpPr>
            <p:nvPr/>
          </p:nvSpPr>
          <p:spPr>
            <a:xfrm>
              <a:off x="5776018" y="1729896"/>
              <a:ext cx="1152141"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7" name="Group 72"/>
          <p:cNvGrpSpPr/>
          <p:nvPr/>
        </p:nvGrpSpPr>
        <p:grpSpPr>
          <a:xfrm>
            <a:off x="6644377" y="2227106"/>
            <a:ext cx="1116530" cy="1107539"/>
            <a:chOff x="5776018" y="1545687"/>
            <a:chExt cx="1116530" cy="1107539"/>
          </a:xfrm>
        </p:grpSpPr>
        <p:sp>
          <p:nvSpPr>
            <p:cNvPr id="89" name="Text Placeholder 3"/>
            <p:cNvSpPr txBox="1">
              <a:spLocks/>
            </p:cNvSpPr>
            <p:nvPr/>
          </p:nvSpPr>
          <p:spPr>
            <a:xfrm>
              <a:off x="6008072" y="1545687"/>
              <a:ext cx="652423" cy="169277"/>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accent4"/>
                  </a:solidFill>
                  <a:effectLst/>
                  <a:uLnTx/>
                  <a:uFillTx/>
                  <a:latin typeface="+mn-lt"/>
                  <a:ea typeface="+mn-ea"/>
                  <a:cs typeface="+mn-cs"/>
                </a:rPr>
                <a:t>Fourth Step</a:t>
              </a:r>
            </a:p>
          </p:txBody>
        </p:sp>
        <p:sp>
          <p:nvSpPr>
            <p:cNvPr id="90" name="Text Placeholder 3"/>
            <p:cNvSpPr txBox="1">
              <a:spLocks/>
            </p:cNvSpPr>
            <p:nvPr/>
          </p:nvSpPr>
          <p:spPr>
            <a:xfrm>
              <a:off x="5776018" y="1729896"/>
              <a:ext cx="1116530" cy="92333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sp>
        <p:nvSpPr>
          <p:cNvPr id="2" name="Title 1"/>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39" name="Slide Number Placeholder 38"/>
          <p:cNvSpPr>
            <a:spLocks noGrp="1"/>
          </p:cNvSpPr>
          <p:nvPr>
            <p:ph type="sldNum" sz="quarter" idx="12"/>
          </p:nvPr>
        </p:nvSpPr>
        <p:spPr/>
        <p:txBody>
          <a:bodyPr/>
          <a:lstStyle/>
          <a:p>
            <a:fld id="{C136B7D2-B98C-44FD-8D04-7EC62A564975}" type="slidenum">
              <a:rPr lang="en-US" smtClean="0"/>
              <a:pPr/>
              <a:t>190</a:t>
            </a:fld>
            <a:endParaRPr lang="en-US" dirty="0"/>
          </a:p>
        </p:txBody>
      </p:sp>
      <p:sp>
        <p:nvSpPr>
          <p:cNvPr id="43" name="Chevron 42"/>
          <p:cNvSpPr/>
          <p:nvPr/>
        </p:nvSpPr>
        <p:spPr>
          <a:xfrm>
            <a:off x="1752376" y="1955040"/>
            <a:ext cx="689139" cy="1497782"/>
          </a:xfrm>
          <a:prstGeom prst="chevr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hevron 63"/>
          <p:cNvSpPr/>
          <p:nvPr/>
        </p:nvSpPr>
        <p:spPr>
          <a:xfrm>
            <a:off x="3801580" y="1955040"/>
            <a:ext cx="689139" cy="1497782"/>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8" name="Chevron 67"/>
          <p:cNvSpPr/>
          <p:nvPr/>
        </p:nvSpPr>
        <p:spPr>
          <a:xfrm>
            <a:off x="5856890" y="1955040"/>
            <a:ext cx="689139" cy="1497782"/>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7" name="Chevron 86"/>
          <p:cNvSpPr/>
          <p:nvPr/>
        </p:nvSpPr>
        <p:spPr>
          <a:xfrm>
            <a:off x="7935873" y="1955040"/>
            <a:ext cx="689139" cy="1497782"/>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C000"/>
              </a:solidFill>
            </a:endParaRPr>
          </a:p>
        </p:txBody>
      </p:sp>
      <p:grpSp>
        <p:nvGrpSpPr>
          <p:cNvPr id="8" name="Group 134"/>
          <p:cNvGrpSpPr/>
          <p:nvPr/>
        </p:nvGrpSpPr>
        <p:grpSpPr>
          <a:xfrm>
            <a:off x="1651000" y="2379410"/>
            <a:ext cx="648499" cy="649042"/>
            <a:chOff x="3287425" y="1417883"/>
            <a:chExt cx="648499" cy="649042"/>
          </a:xfrm>
        </p:grpSpPr>
        <p:sp>
          <p:nvSpPr>
            <p:cNvPr id="42" name="Oval 41"/>
            <p:cNvSpPr>
              <a:spLocks noChangeAspect="1"/>
            </p:cNvSpPr>
            <p:nvPr/>
          </p:nvSpPr>
          <p:spPr>
            <a:xfrm>
              <a:off x="3287425" y="1417883"/>
              <a:ext cx="648499" cy="649042"/>
            </a:xfrm>
            <a:prstGeom prst="ellipse">
              <a:avLst/>
            </a:prstGeom>
            <a:solidFill>
              <a:schemeClr val="accent1">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1" name="Oval 50"/>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01</a:t>
              </a:r>
              <a:endParaRPr lang="en-US" sz="100" b="1" dirty="0">
                <a:solidFill>
                  <a:schemeClr val="bg1"/>
                </a:solidFill>
                <a:latin typeface="+mj-lt"/>
              </a:endParaRPr>
            </a:p>
          </p:txBody>
        </p:sp>
      </p:grpSp>
      <p:grpSp>
        <p:nvGrpSpPr>
          <p:cNvPr id="9" name="Group 129"/>
          <p:cNvGrpSpPr/>
          <p:nvPr/>
        </p:nvGrpSpPr>
        <p:grpSpPr>
          <a:xfrm>
            <a:off x="3719295" y="2379410"/>
            <a:ext cx="648499" cy="649042"/>
            <a:chOff x="2779491" y="2517212"/>
            <a:chExt cx="648499" cy="649042"/>
          </a:xfrm>
        </p:grpSpPr>
        <p:sp>
          <p:nvSpPr>
            <p:cNvPr id="53" name="Oval 52"/>
            <p:cNvSpPr>
              <a:spLocks noChangeAspect="1"/>
            </p:cNvSpPr>
            <p:nvPr/>
          </p:nvSpPr>
          <p:spPr>
            <a:xfrm>
              <a:off x="2779491" y="2517212"/>
              <a:ext cx="648499" cy="649042"/>
            </a:xfrm>
            <a:prstGeom prst="ellipse">
              <a:avLst/>
            </a:prstGeom>
            <a:solidFill>
              <a:schemeClr val="accent2">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54" name="Oval 53"/>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02</a:t>
              </a:r>
              <a:endParaRPr lang="en-US" sz="1200" b="1" dirty="0">
                <a:latin typeface="+mj-lt"/>
              </a:endParaRPr>
            </a:p>
          </p:txBody>
        </p:sp>
      </p:grpSp>
      <p:grpSp>
        <p:nvGrpSpPr>
          <p:cNvPr id="10" name="Group 130"/>
          <p:cNvGrpSpPr/>
          <p:nvPr/>
        </p:nvGrpSpPr>
        <p:grpSpPr>
          <a:xfrm>
            <a:off x="5777287" y="2379410"/>
            <a:ext cx="648499" cy="649042"/>
            <a:chOff x="3287425" y="3613920"/>
            <a:chExt cx="648499" cy="649042"/>
          </a:xfrm>
        </p:grpSpPr>
        <p:sp>
          <p:nvSpPr>
            <p:cNvPr id="57" name="Oval 56"/>
            <p:cNvSpPr>
              <a:spLocks noChangeAspect="1"/>
            </p:cNvSpPr>
            <p:nvPr/>
          </p:nvSpPr>
          <p:spPr>
            <a:xfrm>
              <a:off x="3287425" y="3613920"/>
              <a:ext cx="648499" cy="649042"/>
            </a:xfrm>
            <a:prstGeom prst="ellipse">
              <a:avLst/>
            </a:prstGeom>
            <a:solidFill>
              <a:schemeClr val="accent3">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60" name="Oval 59"/>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03</a:t>
              </a:r>
              <a:endParaRPr lang="en-US" sz="1200" b="1" dirty="0">
                <a:latin typeface="+mj-lt"/>
              </a:endParaRPr>
            </a:p>
          </p:txBody>
        </p:sp>
      </p:grpSp>
      <p:grpSp>
        <p:nvGrpSpPr>
          <p:cNvPr id="11" name="Group 133"/>
          <p:cNvGrpSpPr/>
          <p:nvPr/>
        </p:nvGrpSpPr>
        <p:grpSpPr>
          <a:xfrm>
            <a:off x="7838834" y="2379410"/>
            <a:ext cx="648499" cy="649042"/>
            <a:chOff x="5249342" y="1406453"/>
            <a:chExt cx="648499" cy="649042"/>
          </a:xfrm>
        </p:grpSpPr>
        <p:sp>
          <p:nvSpPr>
            <p:cNvPr id="69" name="Oval 68"/>
            <p:cNvSpPr>
              <a:spLocks noChangeAspect="1"/>
            </p:cNvSpPr>
            <p:nvPr/>
          </p:nvSpPr>
          <p:spPr>
            <a:xfrm>
              <a:off x="5249342" y="1406453"/>
              <a:ext cx="648499" cy="649042"/>
            </a:xfrm>
            <a:prstGeom prst="ellipse">
              <a:avLst/>
            </a:prstGeom>
            <a:solidFill>
              <a:schemeClr val="accent4">
                <a:lumMod val="40000"/>
                <a:lumOff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70" name="Oval 69"/>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04</a:t>
              </a:r>
              <a:endParaRPr lang="en-US" sz="1200" b="1" dirty="0">
                <a:latin typeface="+mj-lt"/>
              </a:endParaRPr>
            </a:p>
          </p:txBody>
        </p:sp>
      </p:grpSp>
      <p:sp>
        <p:nvSpPr>
          <p:cNvPr id="73" name="Arc 72"/>
          <p:cNvSpPr/>
          <p:nvPr/>
        </p:nvSpPr>
        <p:spPr>
          <a:xfrm rot="19051047">
            <a:off x="2083682" y="1642174"/>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4" name="Arc 73"/>
          <p:cNvSpPr/>
          <p:nvPr/>
        </p:nvSpPr>
        <p:spPr>
          <a:xfrm rot="13500000" flipH="1">
            <a:off x="4180111" y="2188559"/>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5" name="Arc 74"/>
          <p:cNvSpPr/>
          <p:nvPr/>
        </p:nvSpPr>
        <p:spPr>
          <a:xfrm rot="19051047">
            <a:off x="6389796" y="1661375"/>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0-#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1500"/>
                            </p:stCondLst>
                            <p:childTnLst>
                              <p:par>
                                <p:cTn id="22" presetID="18" presetClass="entr" presetSubtype="6" fill="hold" grpId="0" nodeType="afterEffect">
                                  <p:stCondLst>
                                    <p:cond delay="0"/>
                                  </p:stCondLst>
                                  <p:childTnLst>
                                    <p:set>
                                      <p:cBhvr>
                                        <p:cTn id="23" dur="1" fill="hold">
                                          <p:stCondLst>
                                            <p:cond delay="0"/>
                                          </p:stCondLst>
                                        </p:cTn>
                                        <p:tgtEl>
                                          <p:spTgt spid="73"/>
                                        </p:tgtEl>
                                        <p:attrNameLst>
                                          <p:attrName>style.visibility</p:attrName>
                                        </p:attrNameLst>
                                      </p:cBhvr>
                                      <p:to>
                                        <p:strVal val="visible"/>
                                      </p:to>
                                    </p:set>
                                    <p:animEffect transition="in" filter="strips(downRight)">
                                      <p:cBhvr>
                                        <p:cTn id="24" dur="500"/>
                                        <p:tgtEl>
                                          <p:spTgt spid="73"/>
                                        </p:tgtEl>
                                      </p:cBhvr>
                                    </p:animEffect>
                                  </p:childTnLst>
                                </p:cTn>
                              </p:par>
                            </p:childTnLst>
                          </p:cTn>
                        </p:par>
                        <p:par>
                          <p:cTn id="25" fill="hold">
                            <p:stCondLst>
                              <p:cond delay="2000"/>
                            </p:stCondLst>
                            <p:childTnLst>
                              <p:par>
                                <p:cTn id="26" presetID="2" presetClass="entr" presetSubtype="8" accel="50000" decel="50000" fill="hold" grpId="0" nodeType="afterEffect">
                                  <p:stCondLst>
                                    <p:cond delay="0"/>
                                  </p:stCondLst>
                                  <p:childTnLst>
                                    <p:set>
                                      <p:cBhvr>
                                        <p:cTn id="27" dur="1" fill="hold">
                                          <p:stCondLst>
                                            <p:cond delay="0"/>
                                          </p:stCondLst>
                                        </p:cTn>
                                        <p:tgtEl>
                                          <p:spTgt spid="64"/>
                                        </p:tgtEl>
                                        <p:attrNameLst>
                                          <p:attrName>style.visibility</p:attrName>
                                        </p:attrNameLst>
                                      </p:cBhvr>
                                      <p:to>
                                        <p:strVal val="visible"/>
                                      </p:to>
                                    </p:set>
                                    <p:anim calcmode="lin" valueType="num">
                                      <p:cBhvr additive="base">
                                        <p:cTn id="28" dur="500" fill="hold"/>
                                        <p:tgtEl>
                                          <p:spTgt spid="64"/>
                                        </p:tgtEl>
                                        <p:attrNameLst>
                                          <p:attrName>ppt_x</p:attrName>
                                        </p:attrNameLst>
                                      </p:cBhvr>
                                      <p:tavLst>
                                        <p:tav tm="0">
                                          <p:val>
                                            <p:strVal val="0-#ppt_w/2"/>
                                          </p:val>
                                        </p:tav>
                                        <p:tav tm="100000">
                                          <p:val>
                                            <p:strVal val="#ppt_x"/>
                                          </p:val>
                                        </p:tav>
                                      </p:tavLst>
                                    </p:anim>
                                    <p:anim calcmode="lin" valueType="num">
                                      <p:cBhvr additive="base">
                                        <p:cTn id="29" dur="500" fill="hold"/>
                                        <p:tgtEl>
                                          <p:spTgt spid="64"/>
                                        </p:tgtEl>
                                        <p:attrNameLst>
                                          <p:attrName>ppt_y</p:attrName>
                                        </p:attrNameLst>
                                      </p:cBhvr>
                                      <p:tavLst>
                                        <p:tav tm="0">
                                          <p:val>
                                            <p:strVal val="#ppt_y"/>
                                          </p:val>
                                        </p:tav>
                                        <p:tav tm="100000">
                                          <p:val>
                                            <p:strVal val="#ppt_y"/>
                                          </p:val>
                                        </p:tav>
                                      </p:tavLst>
                                    </p:anim>
                                  </p:childTnLst>
                                </p:cTn>
                              </p:par>
                            </p:childTnLst>
                          </p:cTn>
                        </p:par>
                        <p:par>
                          <p:cTn id="30" fill="hold">
                            <p:stCondLst>
                              <p:cond delay="2500"/>
                            </p:stCondLst>
                            <p:childTnLst>
                              <p:par>
                                <p:cTn id="31" presetID="53" presetClass="entr" presetSubtype="0" fill="hold" nodeType="after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Effect transition="in" filter="fade">
                                      <p:cBhvr>
                                        <p:cTn id="35" dur="500"/>
                                        <p:tgtEl>
                                          <p:spTgt spid="9"/>
                                        </p:tgtEl>
                                      </p:cBhvr>
                                    </p:animEffect>
                                  </p:childTnLst>
                                </p:cTn>
                              </p:par>
                            </p:childTnLst>
                          </p:cTn>
                        </p:par>
                        <p:par>
                          <p:cTn id="36" fill="hold">
                            <p:stCondLst>
                              <p:cond delay="3000"/>
                            </p:stCondLst>
                            <p:childTnLst>
                              <p:par>
                                <p:cTn id="37" presetID="53"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500" fill="hold"/>
                                        <p:tgtEl>
                                          <p:spTgt spid="5"/>
                                        </p:tgtEl>
                                        <p:attrNameLst>
                                          <p:attrName>ppt_w</p:attrName>
                                        </p:attrNameLst>
                                      </p:cBhvr>
                                      <p:tavLst>
                                        <p:tav tm="0">
                                          <p:val>
                                            <p:fltVal val="0"/>
                                          </p:val>
                                        </p:tav>
                                        <p:tav tm="100000">
                                          <p:val>
                                            <p:strVal val="#ppt_w"/>
                                          </p:val>
                                        </p:tav>
                                      </p:tavLst>
                                    </p:anim>
                                    <p:anim calcmode="lin" valueType="num">
                                      <p:cBhvr>
                                        <p:cTn id="40" dur="500" fill="hold"/>
                                        <p:tgtEl>
                                          <p:spTgt spid="5"/>
                                        </p:tgtEl>
                                        <p:attrNameLst>
                                          <p:attrName>ppt_h</p:attrName>
                                        </p:attrNameLst>
                                      </p:cBhvr>
                                      <p:tavLst>
                                        <p:tav tm="0">
                                          <p:val>
                                            <p:fltVal val="0"/>
                                          </p:val>
                                        </p:tav>
                                        <p:tav tm="100000">
                                          <p:val>
                                            <p:strVal val="#ppt_h"/>
                                          </p:val>
                                        </p:tav>
                                      </p:tavLst>
                                    </p:anim>
                                    <p:animEffect transition="in" filter="fade">
                                      <p:cBhvr>
                                        <p:cTn id="41" dur="500"/>
                                        <p:tgtEl>
                                          <p:spTgt spid="5"/>
                                        </p:tgtEl>
                                      </p:cBhvr>
                                    </p:animEffect>
                                  </p:childTnLst>
                                </p:cTn>
                              </p:par>
                            </p:childTnLst>
                          </p:cTn>
                        </p:par>
                        <p:par>
                          <p:cTn id="42" fill="hold">
                            <p:stCondLst>
                              <p:cond delay="3500"/>
                            </p:stCondLst>
                            <p:childTnLst>
                              <p:par>
                                <p:cTn id="43" presetID="18" presetClass="entr" presetSubtype="3"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strips(upRight)">
                                      <p:cBhvr>
                                        <p:cTn id="45" dur="500"/>
                                        <p:tgtEl>
                                          <p:spTgt spid="74"/>
                                        </p:tgtEl>
                                      </p:cBhvr>
                                    </p:animEffect>
                                  </p:childTnLst>
                                </p:cTn>
                              </p:par>
                            </p:childTnLst>
                          </p:cTn>
                        </p:par>
                        <p:par>
                          <p:cTn id="46" fill="hold">
                            <p:stCondLst>
                              <p:cond delay="4000"/>
                            </p:stCondLst>
                            <p:childTnLst>
                              <p:par>
                                <p:cTn id="47" presetID="2" presetClass="entr" presetSubtype="8" accel="50000" decel="50000" fill="hold" grpId="0" nodeType="afterEffect">
                                  <p:stCondLst>
                                    <p:cond delay="0"/>
                                  </p:stCondLst>
                                  <p:childTnLst>
                                    <p:set>
                                      <p:cBhvr>
                                        <p:cTn id="48" dur="1" fill="hold">
                                          <p:stCondLst>
                                            <p:cond delay="0"/>
                                          </p:stCondLst>
                                        </p:cTn>
                                        <p:tgtEl>
                                          <p:spTgt spid="68"/>
                                        </p:tgtEl>
                                        <p:attrNameLst>
                                          <p:attrName>style.visibility</p:attrName>
                                        </p:attrNameLst>
                                      </p:cBhvr>
                                      <p:to>
                                        <p:strVal val="visible"/>
                                      </p:to>
                                    </p:set>
                                    <p:anim calcmode="lin" valueType="num">
                                      <p:cBhvr additive="base">
                                        <p:cTn id="49" dur="500" fill="hold"/>
                                        <p:tgtEl>
                                          <p:spTgt spid="68"/>
                                        </p:tgtEl>
                                        <p:attrNameLst>
                                          <p:attrName>ppt_x</p:attrName>
                                        </p:attrNameLst>
                                      </p:cBhvr>
                                      <p:tavLst>
                                        <p:tav tm="0">
                                          <p:val>
                                            <p:strVal val="0-#ppt_w/2"/>
                                          </p:val>
                                        </p:tav>
                                        <p:tav tm="100000">
                                          <p:val>
                                            <p:strVal val="#ppt_x"/>
                                          </p:val>
                                        </p:tav>
                                      </p:tavLst>
                                    </p:anim>
                                    <p:anim calcmode="lin" valueType="num">
                                      <p:cBhvr additive="base">
                                        <p:cTn id="50" dur="500" fill="hold"/>
                                        <p:tgtEl>
                                          <p:spTgt spid="68"/>
                                        </p:tgtEl>
                                        <p:attrNameLst>
                                          <p:attrName>ppt_y</p:attrName>
                                        </p:attrNameLst>
                                      </p:cBhvr>
                                      <p:tavLst>
                                        <p:tav tm="0">
                                          <p:val>
                                            <p:strVal val="#ppt_y"/>
                                          </p:val>
                                        </p:tav>
                                        <p:tav tm="100000">
                                          <p:val>
                                            <p:strVal val="#ppt_y"/>
                                          </p:val>
                                        </p:tav>
                                      </p:tavLst>
                                    </p:anim>
                                  </p:childTnLst>
                                </p:cTn>
                              </p:par>
                            </p:childTnLst>
                          </p:cTn>
                        </p:par>
                        <p:par>
                          <p:cTn id="51" fill="hold">
                            <p:stCondLst>
                              <p:cond delay="4500"/>
                            </p:stCondLst>
                            <p:childTnLst>
                              <p:par>
                                <p:cTn id="52" presetID="53" presetClass="entr" presetSubtype="0" fill="hold" nodeType="afterEffect">
                                  <p:stCondLst>
                                    <p:cond delay="0"/>
                                  </p:stCondLst>
                                  <p:childTnLst>
                                    <p:set>
                                      <p:cBhvr>
                                        <p:cTn id="53" dur="1" fill="hold">
                                          <p:stCondLst>
                                            <p:cond delay="0"/>
                                          </p:stCondLst>
                                        </p:cTn>
                                        <p:tgtEl>
                                          <p:spTgt spid="10"/>
                                        </p:tgtEl>
                                        <p:attrNameLst>
                                          <p:attrName>style.visibility</p:attrName>
                                        </p:attrNameLst>
                                      </p:cBhvr>
                                      <p:to>
                                        <p:strVal val="visible"/>
                                      </p:to>
                                    </p:set>
                                    <p:anim calcmode="lin" valueType="num">
                                      <p:cBhvr>
                                        <p:cTn id="54" dur="500" fill="hold"/>
                                        <p:tgtEl>
                                          <p:spTgt spid="10"/>
                                        </p:tgtEl>
                                        <p:attrNameLst>
                                          <p:attrName>ppt_w</p:attrName>
                                        </p:attrNameLst>
                                      </p:cBhvr>
                                      <p:tavLst>
                                        <p:tav tm="0">
                                          <p:val>
                                            <p:fltVal val="0"/>
                                          </p:val>
                                        </p:tav>
                                        <p:tav tm="100000">
                                          <p:val>
                                            <p:strVal val="#ppt_w"/>
                                          </p:val>
                                        </p:tav>
                                      </p:tavLst>
                                    </p:anim>
                                    <p:anim calcmode="lin" valueType="num">
                                      <p:cBhvr>
                                        <p:cTn id="55" dur="500" fill="hold"/>
                                        <p:tgtEl>
                                          <p:spTgt spid="10"/>
                                        </p:tgtEl>
                                        <p:attrNameLst>
                                          <p:attrName>ppt_h</p:attrName>
                                        </p:attrNameLst>
                                      </p:cBhvr>
                                      <p:tavLst>
                                        <p:tav tm="0">
                                          <p:val>
                                            <p:fltVal val="0"/>
                                          </p:val>
                                        </p:tav>
                                        <p:tav tm="100000">
                                          <p:val>
                                            <p:strVal val="#ppt_h"/>
                                          </p:val>
                                        </p:tav>
                                      </p:tavLst>
                                    </p:anim>
                                    <p:animEffect transition="in" filter="fade">
                                      <p:cBhvr>
                                        <p:cTn id="56" dur="500"/>
                                        <p:tgtEl>
                                          <p:spTgt spid="10"/>
                                        </p:tgtEl>
                                      </p:cBhvr>
                                    </p:animEffect>
                                  </p:childTnLst>
                                </p:cTn>
                              </p:par>
                            </p:childTnLst>
                          </p:cTn>
                        </p:par>
                        <p:par>
                          <p:cTn id="57" fill="hold">
                            <p:stCondLst>
                              <p:cond delay="5000"/>
                            </p:stCondLst>
                            <p:childTnLst>
                              <p:par>
                                <p:cTn id="58" presetID="53" presetClass="entr" presetSubtype="0" fill="hold" nodeType="afterEffect">
                                  <p:stCondLst>
                                    <p:cond delay="0"/>
                                  </p:stCondLst>
                                  <p:childTnLst>
                                    <p:set>
                                      <p:cBhvr>
                                        <p:cTn id="59" dur="1" fill="hold">
                                          <p:stCondLst>
                                            <p:cond delay="0"/>
                                          </p:stCondLst>
                                        </p:cTn>
                                        <p:tgtEl>
                                          <p:spTgt spid="6"/>
                                        </p:tgtEl>
                                        <p:attrNameLst>
                                          <p:attrName>style.visibility</p:attrName>
                                        </p:attrNameLst>
                                      </p:cBhvr>
                                      <p:to>
                                        <p:strVal val="visible"/>
                                      </p:to>
                                    </p:set>
                                    <p:anim calcmode="lin" valueType="num">
                                      <p:cBhvr>
                                        <p:cTn id="60" dur="500" fill="hold"/>
                                        <p:tgtEl>
                                          <p:spTgt spid="6"/>
                                        </p:tgtEl>
                                        <p:attrNameLst>
                                          <p:attrName>ppt_w</p:attrName>
                                        </p:attrNameLst>
                                      </p:cBhvr>
                                      <p:tavLst>
                                        <p:tav tm="0">
                                          <p:val>
                                            <p:fltVal val="0"/>
                                          </p:val>
                                        </p:tav>
                                        <p:tav tm="100000">
                                          <p:val>
                                            <p:strVal val="#ppt_w"/>
                                          </p:val>
                                        </p:tav>
                                      </p:tavLst>
                                    </p:anim>
                                    <p:anim calcmode="lin" valueType="num">
                                      <p:cBhvr>
                                        <p:cTn id="61" dur="500" fill="hold"/>
                                        <p:tgtEl>
                                          <p:spTgt spid="6"/>
                                        </p:tgtEl>
                                        <p:attrNameLst>
                                          <p:attrName>ppt_h</p:attrName>
                                        </p:attrNameLst>
                                      </p:cBhvr>
                                      <p:tavLst>
                                        <p:tav tm="0">
                                          <p:val>
                                            <p:fltVal val="0"/>
                                          </p:val>
                                        </p:tav>
                                        <p:tav tm="100000">
                                          <p:val>
                                            <p:strVal val="#ppt_h"/>
                                          </p:val>
                                        </p:tav>
                                      </p:tavLst>
                                    </p:anim>
                                    <p:animEffect transition="in" filter="fade">
                                      <p:cBhvr>
                                        <p:cTn id="62" dur="500"/>
                                        <p:tgtEl>
                                          <p:spTgt spid="6"/>
                                        </p:tgtEl>
                                      </p:cBhvr>
                                    </p:animEffect>
                                  </p:childTnLst>
                                </p:cTn>
                              </p:par>
                            </p:childTnLst>
                          </p:cTn>
                        </p:par>
                        <p:par>
                          <p:cTn id="63" fill="hold">
                            <p:stCondLst>
                              <p:cond delay="5500"/>
                            </p:stCondLst>
                            <p:childTnLst>
                              <p:par>
                                <p:cTn id="64" presetID="18" presetClass="entr" presetSubtype="6" fill="hold" grpId="0" nodeType="afterEffect">
                                  <p:stCondLst>
                                    <p:cond delay="0"/>
                                  </p:stCondLst>
                                  <p:childTnLst>
                                    <p:set>
                                      <p:cBhvr>
                                        <p:cTn id="65" dur="1" fill="hold">
                                          <p:stCondLst>
                                            <p:cond delay="0"/>
                                          </p:stCondLst>
                                        </p:cTn>
                                        <p:tgtEl>
                                          <p:spTgt spid="75"/>
                                        </p:tgtEl>
                                        <p:attrNameLst>
                                          <p:attrName>style.visibility</p:attrName>
                                        </p:attrNameLst>
                                      </p:cBhvr>
                                      <p:to>
                                        <p:strVal val="visible"/>
                                      </p:to>
                                    </p:set>
                                    <p:animEffect transition="in" filter="strips(downRight)">
                                      <p:cBhvr>
                                        <p:cTn id="66" dur="500"/>
                                        <p:tgtEl>
                                          <p:spTgt spid="75"/>
                                        </p:tgtEl>
                                      </p:cBhvr>
                                    </p:animEffect>
                                  </p:childTnLst>
                                </p:cTn>
                              </p:par>
                            </p:childTnLst>
                          </p:cTn>
                        </p:par>
                        <p:par>
                          <p:cTn id="67" fill="hold">
                            <p:stCondLst>
                              <p:cond delay="6000"/>
                            </p:stCondLst>
                            <p:childTnLst>
                              <p:par>
                                <p:cTn id="68" presetID="2" presetClass="entr" presetSubtype="8" accel="50000" decel="50000" fill="hold" grpId="0" nodeType="afterEffect">
                                  <p:stCondLst>
                                    <p:cond delay="0"/>
                                  </p:stCondLst>
                                  <p:childTnLst>
                                    <p:set>
                                      <p:cBhvr>
                                        <p:cTn id="69" dur="1" fill="hold">
                                          <p:stCondLst>
                                            <p:cond delay="0"/>
                                          </p:stCondLst>
                                        </p:cTn>
                                        <p:tgtEl>
                                          <p:spTgt spid="87"/>
                                        </p:tgtEl>
                                        <p:attrNameLst>
                                          <p:attrName>style.visibility</p:attrName>
                                        </p:attrNameLst>
                                      </p:cBhvr>
                                      <p:to>
                                        <p:strVal val="visible"/>
                                      </p:to>
                                    </p:set>
                                    <p:anim calcmode="lin" valueType="num">
                                      <p:cBhvr additive="base">
                                        <p:cTn id="70" dur="500" fill="hold"/>
                                        <p:tgtEl>
                                          <p:spTgt spid="87"/>
                                        </p:tgtEl>
                                        <p:attrNameLst>
                                          <p:attrName>ppt_x</p:attrName>
                                        </p:attrNameLst>
                                      </p:cBhvr>
                                      <p:tavLst>
                                        <p:tav tm="0">
                                          <p:val>
                                            <p:strVal val="0-#ppt_w/2"/>
                                          </p:val>
                                        </p:tav>
                                        <p:tav tm="100000">
                                          <p:val>
                                            <p:strVal val="#ppt_x"/>
                                          </p:val>
                                        </p:tav>
                                      </p:tavLst>
                                    </p:anim>
                                    <p:anim calcmode="lin" valueType="num">
                                      <p:cBhvr additive="base">
                                        <p:cTn id="71" dur="500" fill="hold"/>
                                        <p:tgtEl>
                                          <p:spTgt spid="87"/>
                                        </p:tgtEl>
                                        <p:attrNameLst>
                                          <p:attrName>ppt_y</p:attrName>
                                        </p:attrNameLst>
                                      </p:cBhvr>
                                      <p:tavLst>
                                        <p:tav tm="0">
                                          <p:val>
                                            <p:strVal val="#ppt_y"/>
                                          </p:val>
                                        </p:tav>
                                        <p:tav tm="100000">
                                          <p:val>
                                            <p:strVal val="#ppt_y"/>
                                          </p:val>
                                        </p:tav>
                                      </p:tavLst>
                                    </p:anim>
                                  </p:childTnLst>
                                </p:cTn>
                              </p:par>
                            </p:childTnLst>
                          </p:cTn>
                        </p:par>
                        <p:par>
                          <p:cTn id="72" fill="hold">
                            <p:stCondLst>
                              <p:cond delay="6500"/>
                            </p:stCondLst>
                            <p:childTnLst>
                              <p:par>
                                <p:cTn id="73" presetID="53" presetClass="entr" presetSubtype="0" fill="hold" nodeType="afterEffect">
                                  <p:stCondLst>
                                    <p:cond delay="0"/>
                                  </p:stCondLst>
                                  <p:childTnLst>
                                    <p:set>
                                      <p:cBhvr>
                                        <p:cTn id="74" dur="1" fill="hold">
                                          <p:stCondLst>
                                            <p:cond delay="0"/>
                                          </p:stCondLst>
                                        </p:cTn>
                                        <p:tgtEl>
                                          <p:spTgt spid="11"/>
                                        </p:tgtEl>
                                        <p:attrNameLst>
                                          <p:attrName>style.visibility</p:attrName>
                                        </p:attrNameLst>
                                      </p:cBhvr>
                                      <p:to>
                                        <p:strVal val="visible"/>
                                      </p:to>
                                    </p:set>
                                    <p:anim calcmode="lin" valueType="num">
                                      <p:cBhvr>
                                        <p:cTn id="75" dur="500" fill="hold"/>
                                        <p:tgtEl>
                                          <p:spTgt spid="11"/>
                                        </p:tgtEl>
                                        <p:attrNameLst>
                                          <p:attrName>ppt_w</p:attrName>
                                        </p:attrNameLst>
                                      </p:cBhvr>
                                      <p:tavLst>
                                        <p:tav tm="0">
                                          <p:val>
                                            <p:fltVal val="0"/>
                                          </p:val>
                                        </p:tav>
                                        <p:tav tm="100000">
                                          <p:val>
                                            <p:strVal val="#ppt_w"/>
                                          </p:val>
                                        </p:tav>
                                      </p:tavLst>
                                    </p:anim>
                                    <p:anim calcmode="lin" valueType="num">
                                      <p:cBhvr>
                                        <p:cTn id="76" dur="500" fill="hold"/>
                                        <p:tgtEl>
                                          <p:spTgt spid="11"/>
                                        </p:tgtEl>
                                        <p:attrNameLst>
                                          <p:attrName>ppt_h</p:attrName>
                                        </p:attrNameLst>
                                      </p:cBhvr>
                                      <p:tavLst>
                                        <p:tav tm="0">
                                          <p:val>
                                            <p:fltVal val="0"/>
                                          </p:val>
                                        </p:tav>
                                        <p:tav tm="100000">
                                          <p:val>
                                            <p:strVal val="#ppt_h"/>
                                          </p:val>
                                        </p:tav>
                                      </p:tavLst>
                                    </p:anim>
                                    <p:animEffect transition="in" filter="fade">
                                      <p:cBhvr>
                                        <p:cTn id="77" dur="500"/>
                                        <p:tgtEl>
                                          <p:spTgt spid="11"/>
                                        </p:tgtEl>
                                      </p:cBhvr>
                                    </p:animEffect>
                                  </p:childTnLst>
                                </p:cTn>
                              </p:par>
                            </p:childTnLst>
                          </p:cTn>
                        </p:par>
                        <p:par>
                          <p:cTn id="78" fill="hold">
                            <p:stCondLst>
                              <p:cond delay="7000"/>
                            </p:stCondLst>
                            <p:childTnLst>
                              <p:par>
                                <p:cTn id="79" presetID="53" presetClass="entr" presetSubtype="0" fill="hold" nodeType="afterEffect">
                                  <p:stCondLst>
                                    <p:cond delay="0"/>
                                  </p:stCondLst>
                                  <p:childTnLst>
                                    <p:set>
                                      <p:cBhvr>
                                        <p:cTn id="80" dur="1" fill="hold">
                                          <p:stCondLst>
                                            <p:cond delay="0"/>
                                          </p:stCondLst>
                                        </p:cTn>
                                        <p:tgtEl>
                                          <p:spTgt spid="7"/>
                                        </p:tgtEl>
                                        <p:attrNameLst>
                                          <p:attrName>style.visibility</p:attrName>
                                        </p:attrNameLst>
                                      </p:cBhvr>
                                      <p:to>
                                        <p:strVal val="visible"/>
                                      </p:to>
                                    </p:set>
                                    <p:anim calcmode="lin" valueType="num">
                                      <p:cBhvr>
                                        <p:cTn id="81" dur="500" fill="hold"/>
                                        <p:tgtEl>
                                          <p:spTgt spid="7"/>
                                        </p:tgtEl>
                                        <p:attrNameLst>
                                          <p:attrName>ppt_w</p:attrName>
                                        </p:attrNameLst>
                                      </p:cBhvr>
                                      <p:tavLst>
                                        <p:tav tm="0">
                                          <p:val>
                                            <p:fltVal val="0"/>
                                          </p:val>
                                        </p:tav>
                                        <p:tav tm="100000">
                                          <p:val>
                                            <p:strVal val="#ppt_w"/>
                                          </p:val>
                                        </p:tav>
                                      </p:tavLst>
                                    </p:anim>
                                    <p:anim calcmode="lin" valueType="num">
                                      <p:cBhvr>
                                        <p:cTn id="82" dur="500" fill="hold"/>
                                        <p:tgtEl>
                                          <p:spTgt spid="7"/>
                                        </p:tgtEl>
                                        <p:attrNameLst>
                                          <p:attrName>ppt_h</p:attrName>
                                        </p:attrNameLst>
                                      </p:cBhvr>
                                      <p:tavLst>
                                        <p:tav tm="0">
                                          <p:val>
                                            <p:fltVal val="0"/>
                                          </p:val>
                                        </p:tav>
                                        <p:tav tm="100000">
                                          <p:val>
                                            <p:strVal val="#ppt_h"/>
                                          </p:val>
                                        </p:tav>
                                      </p:tavLst>
                                    </p:anim>
                                    <p:animEffect transition="in" filter="fade">
                                      <p:cBhvr>
                                        <p:cTn id="8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64" grpId="0" animBg="1"/>
      <p:bldP spid="68" grpId="0" animBg="1"/>
      <p:bldP spid="87" grpId="0" animBg="1"/>
      <p:bldP spid="73" grpId="0" animBg="1"/>
      <p:bldP spid="74" grpId="0" animBg="1"/>
      <p:bldP spid="75"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Steps Flow Objects</a:t>
            </a:r>
            <a:endParaRPr lang="en-US" dirty="0"/>
          </a:p>
        </p:txBody>
      </p:sp>
      <p:sp>
        <p:nvSpPr>
          <p:cNvPr id="4" name="Text Placeholder 3"/>
          <p:cNvSpPr>
            <a:spLocks noGrp="1"/>
          </p:cNvSpPr>
          <p:nvPr>
            <p:ph type="body" sz="half" idx="2"/>
          </p:nvPr>
        </p:nvSpPr>
        <p:spPr/>
        <p:txBody>
          <a:bodyPr/>
          <a:lstStyle/>
          <a:p>
            <a:r>
              <a:rPr lang="en-US"/>
              <a:t>Steps Flow Objects</a:t>
            </a:r>
            <a:endParaRPr lang="en-US" dirty="0"/>
          </a:p>
        </p:txBody>
      </p:sp>
      <p:sp>
        <p:nvSpPr>
          <p:cNvPr id="31" name="Slide Number Placeholder 30"/>
          <p:cNvSpPr>
            <a:spLocks noGrp="1"/>
          </p:cNvSpPr>
          <p:nvPr>
            <p:ph type="sldNum" sz="quarter" idx="12"/>
          </p:nvPr>
        </p:nvSpPr>
        <p:spPr/>
        <p:txBody>
          <a:bodyPr/>
          <a:lstStyle/>
          <a:p>
            <a:fld id="{C136B7D2-B98C-44FD-8D04-7EC62A564975}" type="slidenum">
              <a:rPr lang="en-US" smtClean="0"/>
              <a:pPr/>
              <a:t>191</a:t>
            </a:fld>
            <a:endParaRPr lang="en-US" dirty="0"/>
          </a:p>
        </p:txBody>
      </p:sp>
      <p:sp>
        <p:nvSpPr>
          <p:cNvPr id="51" name="Freeform 50"/>
          <p:cNvSpPr/>
          <p:nvPr/>
        </p:nvSpPr>
        <p:spPr>
          <a:xfrm>
            <a:off x="1017049" y="1630003"/>
            <a:ext cx="1571625" cy="1373798"/>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1">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38627" tIns="217500" rIns="435411" bIns="217500" numCol="1" spcCol="1270" anchor="ctr" anchorCtr="0">
            <a:noAutofit/>
          </a:bodyPr>
          <a:lstStyle/>
          <a:p>
            <a:pPr marL="171450" lvl="1" indent="-171450" defTabSz="800100">
              <a:lnSpc>
                <a:spcPct val="90000"/>
              </a:lnSpc>
              <a:spcBef>
                <a:spcPct val="0"/>
              </a:spcBef>
              <a:spcAft>
                <a:spcPct val="15000"/>
              </a:spcAft>
            </a:pPr>
            <a:r>
              <a:rPr lang="en-US" sz="4800" dirty="0">
                <a:solidFill>
                  <a:schemeClr val="bg1"/>
                </a:solidFill>
                <a:latin typeface="FontAwesome" pitchFamily="2" charset="0"/>
              </a:rPr>
              <a:t> </a:t>
            </a:r>
            <a:endParaRPr lang="en-US" sz="4800" kern="1200" dirty="0">
              <a:solidFill>
                <a:schemeClr val="accent1">
                  <a:lumMod val="75000"/>
                </a:schemeClr>
              </a:solidFill>
            </a:endParaRPr>
          </a:p>
        </p:txBody>
      </p:sp>
      <p:sp>
        <p:nvSpPr>
          <p:cNvPr id="53" name="Freeform 52"/>
          <p:cNvSpPr/>
          <p:nvPr/>
        </p:nvSpPr>
        <p:spPr>
          <a:xfrm>
            <a:off x="3018847" y="1630003"/>
            <a:ext cx="1571625" cy="1373798"/>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2">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38626" tIns="217500" rIns="435412" bIns="217500" numCol="1" spcCol="1270" anchor="ctr" anchorCtr="0">
            <a:noAutofit/>
          </a:bodyPr>
          <a:lstStyle/>
          <a:p>
            <a:pPr marL="171450" lvl="1" indent="-171450" defTabSz="800100">
              <a:lnSpc>
                <a:spcPct val="90000"/>
              </a:lnSpc>
              <a:spcBef>
                <a:spcPct val="0"/>
              </a:spcBef>
              <a:spcAft>
                <a:spcPct val="15000"/>
              </a:spcAft>
            </a:pPr>
            <a:r>
              <a:rPr lang="en-US" sz="3600" dirty="0">
                <a:solidFill>
                  <a:schemeClr val="bg1"/>
                </a:solidFill>
                <a:latin typeface="FontAwesome" pitchFamily="2" charset="0"/>
              </a:rPr>
              <a:t> </a:t>
            </a:r>
            <a:endParaRPr lang="en-US" sz="3600" kern="1200" dirty="0">
              <a:solidFill>
                <a:schemeClr val="accent2">
                  <a:lumMod val="50000"/>
                </a:schemeClr>
              </a:solidFill>
            </a:endParaRPr>
          </a:p>
        </p:txBody>
      </p:sp>
      <p:sp>
        <p:nvSpPr>
          <p:cNvPr id="55" name="Freeform 54"/>
          <p:cNvSpPr/>
          <p:nvPr/>
        </p:nvSpPr>
        <p:spPr>
          <a:xfrm>
            <a:off x="5000325" y="1630003"/>
            <a:ext cx="1571625" cy="1373798"/>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3">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38626" tIns="217500" rIns="435412" bIns="217500" numCol="1" spcCol="1270" anchor="ctr" anchorCtr="0">
            <a:noAutofit/>
          </a:bodyPr>
          <a:lstStyle/>
          <a:p>
            <a:pPr marL="171450" lvl="1" indent="-171450" defTabSz="800100">
              <a:lnSpc>
                <a:spcPct val="90000"/>
              </a:lnSpc>
              <a:spcBef>
                <a:spcPct val="0"/>
              </a:spcBef>
              <a:spcAft>
                <a:spcPct val="15000"/>
              </a:spcAft>
            </a:pPr>
            <a:r>
              <a:rPr lang="en-US" sz="3600" dirty="0">
                <a:solidFill>
                  <a:schemeClr val="bg1"/>
                </a:solidFill>
                <a:latin typeface="FontAwesome" pitchFamily="2" charset="0"/>
              </a:rPr>
              <a:t> </a:t>
            </a:r>
            <a:endParaRPr lang="en-US" sz="3600" kern="1200" dirty="0">
              <a:solidFill>
                <a:schemeClr val="accent3">
                  <a:lumMod val="75000"/>
                </a:schemeClr>
              </a:solidFill>
            </a:endParaRPr>
          </a:p>
        </p:txBody>
      </p:sp>
      <p:sp>
        <p:nvSpPr>
          <p:cNvPr id="60" name="Freeform 59"/>
          <p:cNvSpPr/>
          <p:nvPr/>
        </p:nvSpPr>
        <p:spPr>
          <a:xfrm>
            <a:off x="6934914" y="1630003"/>
            <a:ext cx="1571625" cy="1373798"/>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4">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38626" tIns="217500" rIns="435412" bIns="217500" numCol="1" spcCol="1270" anchor="ctr" anchorCtr="0">
            <a:noAutofit/>
          </a:bodyPr>
          <a:lstStyle/>
          <a:p>
            <a:pPr marL="171450" lvl="1" indent="-171450" defTabSz="800100">
              <a:lnSpc>
                <a:spcPct val="90000"/>
              </a:lnSpc>
              <a:spcBef>
                <a:spcPct val="0"/>
              </a:spcBef>
              <a:spcAft>
                <a:spcPct val="15000"/>
              </a:spcAft>
            </a:pPr>
            <a:r>
              <a:rPr lang="en-US" sz="3200" dirty="0">
                <a:solidFill>
                  <a:schemeClr val="bg1"/>
                </a:solidFill>
                <a:latin typeface="FontAwesome" pitchFamily="2" charset="0"/>
              </a:rPr>
              <a:t> </a:t>
            </a:r>
            <a:endParaRPr lang="en-US" sz="3200" kern="1200" dirty="0">
              <a:solidFill>
                <a:schemeClr val="accent4">
                  <a:lumMod val="75000"/>
                </a:schemeClr>
              </a:solidFill>
            </a:endParaRPr>
          </a:p>
        </p:txBody>
      </p:sp>
      <p:grpSp>
        <p:nvGrpSpPr>
          <p:cNvPr id="3" name="Group 134"/>
          <p:cNvGrpSpPr>
            <a:grpSpLocks noChangeAspect="1"/>
          </p:cNvGrpSpPr>
          <p:nvPr/>
        </p:nvGrpSpPr>
        <p:grpSpPr>
          <a:xfrm>
            <a:off x="627949" y="1927477"/>
            <a:ext cx="778199" cy="778850"/>
            <a:chOff x="3287425" y="1417883"/>
            <a:chExt cx="648499" cy="649042"/>
          </a:xfrm>
        </p:grpSpPr>
        <p:sp>
          <p:nvSpPr>
            <p:cNvPr id="33" name="Oval 32"/>
            <p:cNvSpPr>
              <a:spLocks noChangeAspect="1"/>
            </p:cNvSpPr>
            <p:nvPr/>
          </p:nvSpPr>
          <p:spPr>
            <a:xfrm>
              <a:off x="3287425" y="1417883"/>
              <a:ext cx="648499" cy="649042"/>
            </a:xfrm>
            <a:prstGeom prst="ellipse">
              <a:avLst/>
            </a:prstGeom>
            <a:solidFill>
              <a:schemeClr val="accent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schemeClr val="bg1"/>
                </a:solidFill>
                <a:latin typeface="+mj-lt"/>
              </a:endParaRPr>
            </a:p>
          </p:txBody>
        </p:sp>
        <p:sp>
          <p:nvSpPr>
            <p:cNvPr id="34" name="Oval 33"/>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01</a:t>
              </a:r>
              <a:endParaRPr lang="en-US" sz="1600" b="1" dirty="0">
                <a:solidFill>
                  <a:schemeClr val="bg1"/>
                </a:solidFill>
                <a:latin typeface="+mj-lt"/>
              </a:endParaRPr>
            </a:p>
          </p:txBody>
        </p:sp>
      </p:grpSp>
      <p:grpSp>
        <p:nvGrpSpPr>
          <p:cNvPr id="5" name="Group 129"/>
          <p:cNvGrpSpPr>
            <a:grpSpLocks noChangeAspect="1"/>
          </p:cNvGrpSpPr>
          <p:nvPr/>
        </p:nvGrpSpPr>
        <p:grpSpPr>
          <a:xfrm>
            <a:off x="2629747" y="1927477"/>
            <a:ext cx="778199" cy="778850"/>
            <a:chOff x="2779491" y="2517212"/>
            <a:chExt cx="648499" cy="649042"/>
          </a:xfrm>
        </p:grpSpPr>
        <p:sp>
          <p:nvSpPr>
            <p:cNvPr id="36" name="Oval 35"/>
            <p:cNvSpPr>
              <a:spLocks noChangeAspect="1"/>
            </p:cNvSpPr>
            <p:nvPr/>
          </p:nvSpPr>
          <p:spPr>
            <a:xfrm>
              <a:off x="2779491" y="2517212"/>
              <a:ext cx="648499" cy="649042"/>
            </a:xfrm>
            <a:prstGeom prst="ellipse">
              <a:avLst/>
            </a:prstGeom>
            <a:solidFill>
              <a:schemeClr val="accent2">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schemeClr val="bg1"/>
                </a:solidFill>
                <a:latin typeface="+mj-lt"/>
              </a:endParaRPr>
            </a:p>
          </p:txBody>
        </p:sp>
        <p:sp>
          <p:nvSpPr>
            <p:cNvPr id="37" name="Oval 36"/>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02</a:t>
              </a:r>
              <a:endParaRPr lang="en-US" sz="1800" b="1" dirty="0">
                <a:latin typeface="+mj-lt"/>
              </a:endParaRPr>
            </a:p>
          </p:txBody>
        </p:sp>
      </p:grpSp>
      <p:grpSp>
        <p:nvGrpSpPr>
          <p:cNvPr id="6" name="Group 130"/>
          <p:cNvGrpSpPr>
            <a:grpSpLocks noChangeAspect="1"/>
          </p:cNvGrpSpPr>
          <p:nvPr/>
        </p:nvGrpSpPr>
        <p:grpSpPr>
          <a:xfrm>
            <a:off x="4611225" y="1927477"/>
            <a:ext cx="778199" cy="778850"/>
            <a:chOff x="3287425" y="3613920"/>
            <a:chExt cx="648499" cy="649042"/>
          </a:xfrm>
        </p:grpSpPr>
        <p:sp>
          <p:nvSpPr>
            <p:cNvPr id="39" name="Oval 38"/>
            <p:cNvSpPr>
              <a:spLocks noChangeAspect="1"/>
            </p:cNvSpPr>
            <p:nvPr/>
          </p:nvSpPr>
          <p:spPr>
            <a:xfrm>
              <a:off x="3287425" y="3613920"/>
              <a:ext cx="648499" cy="649042"/>
            </a:xfrm>
            <a:prstGeom prst="ellipse">
              <a:avLst/>
            </a:prstGeom>
            <a:solidFill>
              <a:schemeClr val="accent3">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schemeClr val="bg1"/>
                </a:solidFill>
                <a:latin typeface="+mj-lt"/>
              </a:endParaRPr>
            </a:p>
          </p:txBody>
        </p:sp>
        <p:sp>
          <p:nvSpPr>
            <p:cNvPr id="40" name="Oval 39"/>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03</a:t>
              </a:r>
              <a:endParaRPr lang="en-US" sz="1800" b="1" dirty="0">
                <a:latin typeface="+mj-lt"/>
              </a:endParaRPr>
            </a:p>
          </p:txBody>
        </p:sp>
      </p:grpSp>
      <p:grpSp>
        <p:nvGrpSpPr>
          <p:cNvPr id="7" name="Group 133"/>
          <p:cNvGrpSpPr>
            <a:grpSpLocks noChangeAspect="1"/>
          </p:cNvGrpSpPr>
          <p:nvPr/>
        </p:nvGrpSpPr>
        <p:grpSpPr>
          <a:xfrm>
            <a:off x="6613230" y="1927477"/>
            <a:ext cx="778199" cy="778850"/>
            <a:chOff x="5249342" y="1406453"/>
            <a:chExt cx="648499" cy="649042"/>
          </a:xfrm>
        </p:grpSpPr>
        <p:sp>
          <p:nvSpPr>
            <p:cNvPr id="43" name="Oval 42"/>
            <p:cNvSpPr>
              <a:spLocks noChangeAspect="1"/>
            </p:cNvSpPr>
            <p:nvPr/>
          </p:nvSpPr>
          <p:spPr>
            <a:xfrm>
              <a:off x="5249342" y="1406453"/>
              <a:ext cx="648499" cy="649042"/>
            </a:xfrm>
            <a:prstGeom prst="ellipse">
              <a:avLst/>
            </a:prstGeom>
            <a:solidFill>
              <a:schemeClr val="accent4">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schemeClr val="bg1"/>
                </a:solidFill>
                <a:latin typeface="+mj-lt"/>
              </a:endParaRPr>
            </a:p>
          </p:txBody>
        </p:sp>
        <p:sp>
          <p:nvSpPr>
            <p:cNvPr id="44" name="Oval 43"/>
            <p:cNvSpPr>
              <a:spLocks noChangeAspect="1"/>
            </p:cNvSpPr>
            <p:nvPr/>
          </p:nvSpPr>
          <p:spPr>
            <a:xfrm>
              <a:off x="5324169" y="1481343"/>
              <a:ext cx="498845" cy="499263"/>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04</a:t>
              </a:r>
              <a:endParaRPr lang="en-US" sz="1800" b="1" dirty="0">
                <a:latin typeface="+mj-lt"/>
              </a:endParaRPr>
            </a:p>
          </p:txBody>
        </p:sp>
      </p:grpSp>
      <p:grpSp>
        <p:nvGrpSpPr>
          <p:cNvPr id="8" name="Group 72"/>
          <p:cNvGrpSpPr/>
          <p:nvPr/>
        </p:nvGrpSpPr>
        <p:grpSpPr>
          <a:xfrm>
            <a:off x="701569" y="3067726"/>
            <a:ext cx="1623758" cy="813280"/>
            <a:chOff x="5776018" y="1609113"/>
            <a:chExt cx="1623758" cy="813280"/>
          </a:xfrm>
        </p:grpSpPr>
        <p:sp>
          <p:nvSpPr>
            <p:cNvPr id="66" name="Text Placeholder 3"/>
            <p:cNvSpPr txBox="1">
              <a:spLocks/>
            </p:cNvSpPr>
            <p:nvPr/>
          </p:nvSpPr>
          <p:spPr>
            <a:xfrm>
              <a:off x="6232832" y="1609113"/>
              <a:ext cx="7101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First Step</a:t>
              </a:r>
            </a:p>
          </p:txBody>
        </p:sp>
        <p:sp>
          <p:nvSpPr>
            <p:cNvPr id="67" name="Text Placeholder 3"/>
            <p:cNvSpPr txBox="1">
              <a:spLocks/>
            </p:cNvSpPr>
            <p:nvPr/>
          </p:nvSpPr>
          <p:spPr>
            <a:xfrm>
              <a:off x="5776018" y="1806840"/>
              <a:ext cx="1623758"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9" name="Group 72"/>
          <p:cNvGrpSpPr/>
          <p:nvPr/>
        </p:nvGrpSpPr>
        <p:grpSpPr>
          <a:xfrm>
            <a:off x="2732096" y="3069039"/>
            <a:ext cx="1603854" cy="810655"/>
            <a:chOff x="5776018" y="1548153"/>
            <a:chExt cx="1603854" cy="810655"/>
          </a:xfrm>
        </p:grpSpPr>
        <p:sp>
          <p:nvSpPr>
            <p:cNvPr id="72" name="Text Placeholder 3"/>
            <p:cNvSpPr txBox="1">
              <a:spLocks/>
            </p:cNvSpPr>
            <p:nvPr/>
          </p:nvSpPr>
          <p:spPr>
            <a:xfrm>
              <a:off x="6111471" y="1548153"/>
              <a:ext cx="93294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Second</a:t>
              </a:r>
              <a:r>
                <a:rPr kumimoji="0" lang="en-US" sz="1200" b="1" i="0" u="none" strike="noStrike" kern="1200" cap="none" spc="0" normalizeH="0" noProof="0" dirty="0">
                  <a:ln>
                    <a:noFill/>
                  </a:ln>
                  <a:solidFill>
                    <a:schemeClr val="accent2"/>
                  </a:solidFill>
                  <a:effectLst/>
                  <a:uLnTx/>
                  <a:uFillTx/>
                  <a:latin typeface="+mn-lt"/>
                  <a:ea typeface="+mn-ea"/>
                  <a:cs typeface="+mn-cs"/>
                </a:rPr>
                <a:t> Step</a:t>
              </a:r>
              <a:endParaRPr kumimoji="0" lang="en-US" sz="1200" b="1" i="0" u="none" strike="noStrike" kern="1200" cap="none" spc="0" normalizeH="0" baseline="0" noProof="0" dirty="0">
                <a:ln>
                  <a:noFill/>
                </a:ln>
                <a:solidFill>
                  <a:schemeClr val="accent2"/>
                </a:solidFill>
                <a:effectLst/>
                <a:uLnTx/>
                <a:uFillTx/>
                <a:latin typeface="+mn-lt"/>
                <a:ea typeface="+mn-ea"/>
                <a:cs typeface="+mn-cs"/>
              </a:endParaRPr>
            </a:p>
          </p:txBody>
        </p:sp>
        <p:sp>
          <p:nvSpPr>
            <p:cNvPr id="73" name="Text Placeholder 3"/>
            <p:cNvSpPr txBox="1">
              <a:spLocks/>
            </p:cNvSpPr>
            <p:nvPr/>
          </p:nvSpPr>
          <p:spPr>
            <a:xfrm>
              <a:off x="5776018" y="1743255"/>
              <a:ext cx="1603854"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10" name="Group 72"/>
          <p:cNvGrpSpPr/>
          <p:nvPr/>
        </p:nvGrpSpPr>
        <p:grpSpPr>
          <a:xfrm>
            <a:off x="4742719" y="3070638"/>
            <a:ext cx="1555848" cy="807456"/>
            <a:chOff x="5776019" y="1537993"/>
            <a:chExt cx="1555848" cy="807456"/>
          </a:xfrm>
        </p:grpSpPr>
        <p:sp>
          <p:nvSpPr>
            <p:cNvPr id="75" name="Text Placeholder 3"/>
            <p:cNvSpPr txBox="1">
              <a:spLocks/>
            </p:cNvSpPr>
            <p:nvPr/>
          </p:nvSpPr>
          <p:spPr>
            <a:xfrm>
              <a:off x="6172429" y="1537993"/>
              <a:ext cx="76302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Third</a:t>
              </a:r>
              <a:r>
                <a:rPr kumimoji="0" lang="en-US" sz="1200" b="1" i="0" u="none" strike="noStrike" kern="1200" cap="none" spc="0" normalizeH="0" noProof="0" dirty="0">
                  <a:ln>
                    <a:noFill/>
                  </a:ln>
                  <a:solidFill>
                    <a:schemeClr val="accent3"/>
                  </a:solidFill>
                  <a:effectLst/>
                  <a:uLnTx/>
                  <a:uFillTx/>
                  <a:latin typeface="+mn-lt"/>
                  <a:ea typeface="+mn-ea"/>
                  <a:cs typeface="+mn-cs"/>
                </a:rPr>
                <a:t> Step</a:t>
              </a:r>
              <a:endParaRPr kumimoji="0" lang="en-US" sz="1200" b="1" i="0" u="none" strike="noStrike" kern="1200" cap="none" spc="0" normalizeH="0" baseline="0" noProof="0" dirty="0">
                <a:ln>
                  <a:noFill/>
                </a:ln>
                <a:solidFill>
                  <a:schemeClr val="accent3"/>
                </a:solidFill>
                <a:effectLst/>
                <a:uLnTx/>
                <a:uFillTx/>
                <a:latin typeface="+mn-lt"/>
                <a:ea typeface="+mn-ea"/>
                <a:cs typeface="+mn-cs"/>
              </a:endParaRPr>
            </a:p>
          </p:txBody>
        </p:sp>
        <p:sp>
          <p:nvSpPr>
            <p:cNvPr id="76" name="Text Placeholder 3"/>
            <p:cNvSpPr txBox="1">
              <a:spLocks/>
            </p:cNvSpPr>
            <p:nvPr/>
          </p:nvSpPr>
          <p:spPr>
            <a:xfrm>
              <a:off x="5776019" y="1729896"/>
              <a:ext cx="1555848"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grpSp>
        <p:nvGrpSpPr>
          <p:cNvPr id="11" name="Group 72"/>
          <p:cNvGrpSpPr/>
          <p:nvPr/>
        </p:nvGrpSpPr>
        <p:grpSpPr>
          <a:xfrm>
            <a:off x="6705337" y="3074485"/>
            <a:ext cx="1611118" cy="799762"/>
            <a:chOff x="5776018" y="1545687"/>
            <a:chExt cx="1611118" cy="799762"/>
          </a:xfrm>
        </p:grpSpPr>
        <p:sp>
          <p:nvSpPr>
            <p:cNvPr id="78" name="Text Placeholder 3"/>
            <p:cNvSpPr txBox="1">
              <a:spLocks/>
            </p:cNvSpPr>
            <p:nvPr/>
          </p:nvSpPr>
          <p:spPr>
            <a:xfrm>
              <a:off x="6185636" y="1545687"/>
              <a:ext cx="791883" cy="169277"/>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accent4"/>
                  </a:solidFill>
                  <a:effectLst/>
                  <a:uLnTx/>
                  <a:uFillTx/>
                  <a:latin typeface="+mn-lt"/>
                  <a:ea typeface="+mn-ea"/>
                  <a:cs typeface="+mn-cs"/>
                </a:rPr>
                <a:t>Fourth Step</a:t>
              </a:r>
            </a:p>
          </p:txBody>
        </p:sp>
        <p:sp>
          <p:nvSpPr>
            <p:cNvPr id="79" name="Text Placeholder 3"/>
            <p:cNvSpPr txBox="1">
              <a:spLocks/>
            </p:cNvSpPr>
            <p:nvPr/>
          </p:nvSpPr>
          <p:spPr>
            <a:xfrm>
              <a:off x="5776018" y="1729896"/>
              <a:ext cx="1611118" cy="61555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have in slightly</a:t>
              </a:r>
            </a:p>
          </p:txBody>
        </p:sp>
      </p:grpSp>
      <p:sp>
        <p:nvSpPr>
          <p:cNvPr id="41" name="Freeform 187"/>
          <p:cNvSpPr>
            <a:spLocks noEditPoints="1"/>
          </p:cNvSpPr>
          <p:nvPr/>
        </p:nvSpPr>
        <p:spPr bwMode="auto">
          <a:xfrm>
            <a:off x="1579355" y="2158227"/>
            <a:ext cx="531422" cy="343436"/>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2"/>
          <p:cNvSpPr>
            <a:spLocks noEditPoints="1"/>
          </p:cNvSpPr>
          <p:nvPr/>
        </p:nvSpPr>
        <p:spPr bwMode="auto">
          <a:xfrm>
            <a:off x="3682233" y="2037894"/>
            <a:ext cx="484318" cy="484318"/>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6"/>
          <p:cNvSpPr>
            <a:spLocks noEditPoints="1"/>
          </p:cNvSpPr>
          <p:nvPr/>
        </p:nvSpPr>
        <p:spPr bwMode="auto">
          <a:xfrm>
            <a:off x="5667684" y="2047419"/>
            <a:ext cx="463769" cy="463769"/>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152"/>
          <p:cNvSpPr>
            <a:spLocks noEditPoints="1"/>
          </p:cNvSpPr>
          <p:nvPr/>
        </p:nvSpPr>
        <p:spPr bwMode="auto">
          <a:xfrm>
            <a:off x="7623337" y="2073781"/>
            <a:ext cx="452701" cy="41835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41"/>
                                        </p:tgtEl>
                                        <p:attrNameLst>
                                          <p:attrName>style.visibility</p:attrName>
                                        </p:attrNameLst>
                                      </p:cBhvr>
                                      <p:to>
                                        <p:strVal val="visible"/>
                                      </p:to>
                                    </p:set>
                                    <p:anim calcmode="lin" valueType="num">
                                      <p:cBhvr>
                                        <p:cTn id="12" dur="500" fill="hold"/>
                                        <p:tgtEl>
                                          <p:spTgt spid="41"/>
                                        </p:tgtEl>
                                        <p:attrNameLst>
                                          <p:attrName>ppt_w</p:attrName>
                                        </p:attrNameLst>
                                      </p:cBhvr>
                                      <p:tavLst>
                                        <p:tav tm="0">
                                          <p:val>
                                            <p:fltVal val="0"/>
                                          </p:val>
                                        </p:tav>
                                        <p:tav tm="100000">
                                          <p:val>
                                            <p:strVal val="#ppt_w"/>
                                          </p:val>
                                        </p:tav>
                                      </p:tavLst>
                                    </p:anim>
                                    <p:anim calcmode="lin" valueType="num">
                                      <p:cBhvr>
                                        <p:cTn id="13" dur="500" fill="hold"/>
                                        <p:tgtEl>
                                          <p:spTgt spid="41"/>
                                        </p:tgtEl>
                                        <p:attrNameLst>
                                          <p:attrName>ppt_h</p:attrName>
                                        </p:attrNameLst>
                                      </p:cBhvr>
                                      <p:tavLst>
                                        <p:tav tm="0">
                                          <p:val>
                                            <p:fltVal val="0"/>
                                          </p:val>
                                        </p:tav>
                                        <p:tav tm="100000">
                                          <p:val>
                                            <p:strVal val="#ppt_h"/>
                                          </p:val>
                                        </p:tav>
                                      </p:tavLst>
                                    </p:anim>
                                    <p:animEffect transition="in" filter="fade">
                                      <p:cBhvr>
                                        <p:cTn id="14" dur="500"/>
                                        <p:tgtEl>
                                          <p:spTgt spid="41"/>
                                        </p:tgtEl>
                                      </p:cBhvr>
                                    </p:animEffect>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par>
                                <p:cTn id="21" presetID="53"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p:cTn id="23" dur="500" fill="hold"/>
                                        <p:tgtEl>
                                          <p:spTgt spid="8"/>
                                        </p:tgtEl>
                                        <p:attrNameLst>
                                          <p:attrName>ppt_w</p:attrName>
                                        </p:attrNameLst>
                                      </p:cBhvr>
                                      <p:tavLst>
                                        <p:tav tm="0">
                                          <p:val>
                                            <p:fltVal val="0"/>
                                          </p:val>
                                        </p:tav>
                                        <p:tav tm="100000">
                                          <p:val>
                                            <p:strVal val="#ppt_w"/>
                                          </p:val>
                                        </p:tav>
                                      </p:tavLst>
                                    </p:anim>
                                    <p:anim calcmode="lin" valueType="num">
                                      <p:cBhvr>
                                        <p:cTn id="24" dur="500" fill="hold"/>
                                        <p:tgtEl>
                                          <p:spTgt spid="8"/>
                                        </p:tgtEl>
                                        <p:attrNameLst>
                                          <p:attrName>ppt_h</p:attrName>
                                        </p:attrNameLst>
                                      </p:cBhvr>
                                      <p:tavLst>
                                        <p:tav tm="0">
                                          <p:val>
                                            <p:fltVal val="0"/>
                                          </p:val>
                                        </p:tav>
                                        <p:tav tm="100000">
                                          <p:val>
                                            <p:strVal val="#ppt_h"/>
                                          </p:val>
                                        </p:tav>
                                      </p:tavLst>
                                    </p:anim>
                                    <p:animEffect transition="in" filter="fade">
                                      <p:cBhvr>
                                        <p:cTn id="25" dur="500"/>
                                        <p:tgtEl>
                                          <p:spTgt spid="8"/>
                                        </p:tgtEl>
                                      </p:cBhvr>
                                    </p:animEffect>
                                  </p:childTnLst>
                                </p:cTn>
                              </p:par>
                            </p:childTnLst>
                          </p:cTn>
                        </p:par>
                        <p:par>
                          <p:cTn id="26" fill="hold">
                            <p:stCondLst>
                              <p:cond delay="1500"/>
                            </p:stCondLst>
                            <p:childTnLst>
                              <p:par>
                                <p:cTn id="27" presetID="2" presetClass="entr" presetSubtype="8" accel="50000" decel="50000" fill="hold" grpId="0" nodeType="afterEffect">
                                  <p:stCondLst>
                                    <p:cond delay="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0-#ppt_w/2"/>
                                          </p:val>
                                        </p:tav>
                                        <p:tav tm="100000">
                                          <p:val>
                                            <p:strVal val="#ppt_x"/>
                                          </p:val>
                                        </p:tav>
                                      </p:tavLst>
                                    </p:anim>
                                    <p:anim calcmode="lin" valueType="num">
                                      <p:cBhvr additive="base">
                                        <p:cTn id="30" dur="500" fill="hold"/>
                                        <p:tgtEl>
                                          <p:spTgt spid="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53" presetClass="entr" presetSubtype="0" fill="hold" grpId="0" nodeType="afterEffect">
                                  <p:stCondLst>
                                    <p:cond delay="0"/>
                                  </p:stCondLst>
                                  <p:childTnLst>
                                    <p:set>
                                      <p:cBhvr>
                                        <p:cTn id="33" dur="1" fill="hold">
                                          <p:stCondLst>
                                            <p:cond delay="0"/>
                                          </p:stCondLst>
                                        </p:cTn>
                                        <p:tgtEl>
                                          <p:spTgt spid="46"/>
                                        </p:tgtEl>
                                        <p:attrNameLst>
                                          <p:attrName>style.visibility</p:attrName>
                                        </p:attrNameLst>
                                      </p:cBhvr>
                                      <p:to>
                                        <p:strVal val="visible"/>
                                      </p:to>
                                    </p:set>
                                    <p:anim calcmode="lin" valueType="num">
                                      <p:cBhvr>
                                        <p:cTn id="34" dur="500" fill="hold"/>
                                        <p:tgtEl>
                                          <p:spTgt spid="46"/>
                                        </p:tgtEl>
                                        <p:attrNameLst>
                                          <p:attrName>ppt_w</p:attrName>
                                        </p:attrNameLst>
                                      </p:cBhvr>
                                      <p:tavLst>
                                        <p:tav tm="0">
                                          <p:val>
                                            <p:fltVal val="0"/>
                                          </p:val>
                                        </p:tav>
                                        <p:tav tm="100000">
                                          <p:val>
                                            <p:strVal val="#ppt_w"/>
                                          </p:val>
                                        </p:tav>
                                      </p:tavLst>
                                    </p:anim>
                                    <p:anim calcmode="lin" valueType="num">
                                      <p:cBhvr>
                                        <p:cTn id="35" dur="500" fill="hold"/>
                                        <p:tgtEl>
                                          <p:spTgt spid="46"/>
                                        </p:tgtEl>
                                        <p:attrNameLst>
                                          <p:attrName>ppt_h</p:attrName>
                                        </p:attrNameLst>
                                      </p:cBhvr>
                                      <p:tavLst>
                                        <p:tav tm="0">
                                          <p:val>
                                            <p:fltVal val="0"/>
                                          </p:val>
                                        </p:tav>
                                        <p:tav tm="100000">
                                          <p:val>
                                            <p:strVal val="#ppt_h"/>
                                          </p:val>
                                        </p:tav>
                                      </p:tavLst>
                                    </p:anim>
                                    <p:animEffect transition="in" filter="fade">
                                      <p:cBhvr>
                                        <p:cTn id="36" dur="500"/>
                                        <p:tgtEl>
                                          <p:spTgt spid="46"/>
                                        </p:tgtEl>
                                      </p:cBhvr>
                                    </p:animEffect>
                                  </p:childTnLst>
                                </p:cTn>
                              </p:par>
                            </p:childTnLst>
                          </p:cTn>
                        </p:par>
                        <p:par>
                          <p:cTn id="37" fill="hold">
                            <p:stCondLst>
                              <p:cond delay="2500"/>
                            </p:stCondLst>
                            <p:childTnLst>
                              <p:par>
                                <p:cTn id="38" presetID="53" presetClass="entr" presetSubtype="0"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p:cTn id="40" dur="500" fill="hold"/>
                                        <p:tgtEl>
                                          <p:spTgt spid="5"/>
                                        </p:tgtEl>
                                        <p:attrNameLst>
                                          <p:attrName>ppt_w</p:attrName>
                                        </p:attrNameLst>
                                      </p:cBhvr>
                                      <p:tavLst>
                                        <p:tav tm="0">
                                          <p:val>
                                            <p:fltVal val="0"/>
                                          </p:val>
                                        </p:tav>
                                        <p:tav tm="100000">
                                          <p:val>
                                            <p:strVal val="#ppt_w"/>
                                          </p:val>
                                        </p:tav>
                                      </p:tavLst>
                                    </p:anim>
                                    <p:anim calcmode="lin" valueType="num">
                                      <p:cBhvr>
                                        <p:cTn id="41" dur="500" fill="hold"/>
                                        <p:tgtEl>
                                          <p:spTgt spid="5"/>
                                        </p:tgtEl>
                                        <p:attrNameLst>
                                          <p:attrName>ppt_h</p:attrName>
                                        </p:attrNameLst>
                                      </p:cBhvr>
                                      <p:tavLst>
                                        <p:tav tm="0">
                                          <p:val>
                                            <p:fltVal val="0"/>
                                          </p:val>
                                        </p:tav>
                                        <p:tav tm="100000">
                                          <p:val>
                                            <p:strVal val="#ppt_h"/>
                                          </p:val>
                                        </p:tav>
                                      </p:tavLst>
                                    </p:anim>
                                    <p:animEffect transition="in" filter="fade">
                                      <p:cBhvr>
                                        <p:cTn id="42" dur="500"/>
                                        <p:tgtEl>
                                          <p:spTgt spid="5"/>
                                        </p:tgtEl>
                                      </p:cBhvr>
                                    </p:animEffect>
                                  </p:childTnLst>
                                </p:cTn>
                              </p:par>
                              <p:par>
                                <p:cTn id="43" presetID="53" presetClass="entr" presetSubtype="0" fill="hold" nodeType="with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p:cTn id="45" dur="500" fill="hold"/>
                                        <p:tgtEl>
                                          <p:spTgt spid="9"/>
                                        </p:tgtEl>
                                        <p:attrNameLst>
                                          <p:attrName>ppt_w</p:attrName>
                                        </p:attrNameLst>
                                      </p:cBhvr>
                                      <p:tavLst>
                                        <p:tav tm="0">
                                          <p:val>
                                            <p:fltVal val="0"/>
                                          </p:val>
                                        </p:tav>
                                        <p:tav tm="100000">
                                          <p:val>
                                            <p:strVal val="#ppt_w"/>
                                          </p:val>
                                        </p:tav>
                                      </p:tavLst>
                                    </p:anim>
                                    <p:anim calcmode="lin" valueType="num">
                                      <p:cBhvr>
                                        <p:cTn id="46" dur="500" fill="hold"/>
                                        <p:tgtEl>
                                          <p:spTgt spid="9"/>
                                        </p:tgtEl>
                                        <p:attrNameLst>
                                          <p:attrName>ppt_h</p:attrName>
                                        </p:attrNameLst>
                                      </p:cBhvr>
                                      <p:tavLst>
                                        <p:tav tm="0">
                                          <p:val>
                                            <p:fltVal val="0"/>
                                          </p:val>
                                        </p:tav>
                                        <p:tav tm="100000">
                                          <p:val>
                                            <p:strVal val="#ppt_h"/>
                                          </p:val>
                                        </p:tav>
                                      </p:tavLst>
                                    </p:anim>
                                    <p:animEffect transition="in" filter="fade">
                                      <p:cBhvr>
                                        <p:cTn id="47" dur="500"/>
                                        <p:tgtEl>
                                          <p:spTgt spid="9"/>
                                        </p:tgtEl>
                                      </p:cBhvr>
                                    </p:animEffect>
                                  </p:childTnLst>
                                </p:cTn>
                              </p:par>
                            </p:childTnLst>
                          </p:cTn>
                        </p:par>
                        <p:par>
                          <p:cTn id="48" fill="hold">
                            <p:stCondLst>
                              <p:cond delay="3000"/>
                            </p:stCondLst>
                            <p:childTnLst>
                              <p:par>
                                <p:cTn id="49" presetID="2" presetClass="entr" presetSubtype="8" accel="50000" decel="50000" fill="hold" grpId="0" nodeType="afterEffect">
                                  <p:stCondLst>
                                    <p:cond delay="0"/>
                                  </p:stCondLst>
                                  <p:childTnLst>
                                    <p:set>
                                      <p:cBhvr>
                                        <p:cTn id="50" dur="1" fill="hold">
                                          <p:stCondLst>
                                            <p:cond delay="0"/>
                                          </p:stCondLst>
                                        </p:cTn>
                                        <p:tgtEl>
                                          <p:spTgt spid="55"/>
                                        </p:tgtEl>
                                        <p:attrNameLst>
                                          <p:attrName>style.visibility</p:attrName>
                                        </p:attrNameLst>
                                      </p:cBhvr>
                                      <p:to>
                                        <p:strVal val="visible"/>
                                      </p:to>
                                    </p:set>
                                    <p:anim calcmode="lin" valueType="num">
                                      <p:cBhvr additive="base">
                                        <p:cTn id="51" dur="500" fill="hold"/>
                                        <p:tgtEl>
                                          <p:spTgt spid="55"/>
                                        </p:tgtEl>
                                        <p:attrNameLst>
                                          <p:attrName>ppt_x</p:attrName>
                                        </p:attrNameLst>
                                      </p:cBhvr>
                                      <p:tavLst>
                                        <p:tav tm="0">
                                          <p:val>
                                            <p:strVal val="0-#ppt_w/2"/>
                                          </p:val>
                                        </p:tav>
                                        <p:tav tm="100000">
                                          <p:val>
                                            <p:strVal val="#ppt_x"/>
                                          </p:val>
                                        </p:tav>
                                      </p:tavLst>
                                    </p:anim>
                                    <p:anim calcmode="lin" valueType="num">
                                      <p:cBhvr additive="base">
                                        <p:cTn id="52" dur="500" fill="hold"/>
                                        <p:tgtEl>
                                          <p:spTgt spid="55"/>
                                        </p:tgtEl>
                                        <p:attrNameLst>
                                          <p:attrName>ppt_y</p:attrName>
                                        </p:attrNameLst>
                                      </p:cBhvr>
                                      <p:tavLst>
                                        <p:tav tm="0">
                                          <p:val>
                                            <p:strVal val="#ppt_y"/>
                                          </p:val>
                                        </p:tav>
                                        <p:tav tm="100000">
                                          <p:val>
                                            <p:strVal val="#ppt_y"/>
                                          </p:val>
                                        </p:tav>
                                      </p:tavLst>
                                    </p:anim>
                                  </p:childTnLst>
                                </p:cTn>
                              </p:par>
                            </p:childTnLst>
                          </p:cTn>
                        </p:par>
                        <p:par>
                          <p:cTn id="53" fill="hold">
                            <p:stCondLst>
                              <p:cond delay="3500"/>
                            </p:stCondLst>
                            <p:childTnLst>
                              <p:par>
                                <p:cTn id="54" presetID="53" presetClass="entr" presetSubtype="0" fill="hold" grpId="0" nodeType="afterEffect">
                                  <p:stCondLst>
                                    <p:cond delay="0"/>
                                  </p:stCondLst>
                                  <p:childTnLst>
                                    <p:set>
                                      <p:cBhvr>
                                        <p:cTn id="55" dur="1" fill="hold">
                                          <p:stCondLst>
                                            <p:cond delay="0"/>
                                          </p:stCondLst>
                                        </p:cTn>
                                        <p:tgtEl>
                                          <p:spTgt spid="47"/>
                                        </p:tgtEl>
                                        <p:attrNameLst>
                                          <p:attrName>style.visibility</p:attrName>
                                        </p:attrNameLst>
                                      </p:cBhvr>
                                      <p:to>
                                        <p:strVal val="visible"/>
                                      </p:to>
                                    </p:set>
                                    <p:anim calcmode="lin" valueType="num">
                                      <p:cBhvr>
                                        <p:cTn id="56" dur="500" fill="hold"/>
                                        <p:tgtEl>
                                          <p:spTgt spid="47"/>
                                        </p:tgtEl>
                                        <p:attrNameLst>
                                          <p:attrName>ppt_w</p:attrName>
                                        </p:attrNameLst>
                                      </p:cBhvr>
                                      <p:tavLst>
                                        <p:tav tm="0">
                                          <p:val>
                                            <p:fltVal val="0"/>
                                          </p:val>
                                        </p:tav>
                                        <p:tav tm="100000">
                                          <p:val>
                                            <p:strVal val="#ppt_w"/>
                                          </p:val>
                                        </p:tav>
                                      </p:tavLst>
                                    </p:anim>
                                    <p:anim calcmode="lin" valueType="num">
                                      <p:cBhvr>
                                        <p:cTn id="57" dur="500" fill="hold"/>
                                        <p:tgtEl>
                                          <p:spTgt spid="47"/>
                                        </p:tgtEl>
                                        <p:attrNameLst>
                                          <p:attrName>ppt_h</p:attrName>
                                        </p:attrNameLst>
                                      </p:cBhvr>
                                      <p:tavLst>
                                        <p:tav tm="0">
                                          <p:val>
                                            <p:fltVal val="0"/>
                                          </p:val>
                                        </p:tav>
                                        <p:tav tm="100000">
                                          <p:val>
                                            <p:strVal val="#ppt_h"/>
                                          </p:val>
                                        </p:tav>
                                      </p:tavLst>
                                    </p:anim>
                                    <p:animEffect transition="in" filter="fade">
                                      <p:cBhvr>
                                        <p:cTn id="58" dur="500"/>
                                        <p:tgtEl>
                                          <p:spTgt spid="47"/>
                                        </p:tgtEl>
                                      </p:cBhvr>
                                    </p:animEffect>
                                  </p:childTnLst>
                                </p:cTn>
                              </p:par>
                            </p:childTnLst>
                          </p:cTn>
                        </p:par>
                        <p:par>
                          <p:cTn id="59" fill="hold">
                            <p:stCondLst>
                              <p:cond delay="4000"/>
                            </p:stCondLst>
                            <p:childTnLst>
                              <p:par>
                                <p:cTn id="60" presetID="53" presetClass="entr" presetSubtype="0"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500" fill="hold"/>
                                        <p:tgtEl>
                                          <p:spTgt spid="6"/>
                                        </p:tgtEl>
                                        <p:attrNameLst>
                                          <p:attrName>ppt_w</p:attrName>
                                        </p:attrNameLst>
                                      </p:cBhvr>
                                      <p:tavLst>
                                        <p:tav tm="0">
                                          <p:val>
                                            <p:fltVal val="0"/>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animEffect transition="in" filter="fade">
                                      <p:cBhvr>
                                        <p:cTn id="64" dur="500"/>
                                        <p:tgtEl>
                                          <p:spTgt spid="6"/>
                                        </p:tgtEl>
                                      </p:cBhvr>
                                    </p:animEffect>
                                  </p:childTnLst>
                                </p:cTn>
                              </p:par>
                              <p:par>
                                <p:cTn id="65" presetID="53" presetClass="entr" presetSubtype="0" fill="hold"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500" fill="hold"/>
                                        <p:tgtEl>
                                          <p:spTgt spid="10"/>
                                        </p:tgtEl>
                                        <p:attrNameLst>
                                          <p:attrName>ppt_w</p:attrName>
                                        </p:attrNameLst>
                                      </p:cBhvr>
                                      <p:tavLst>
                                        <p:tav tm="0">
                                          <p:val>
                                            <p:fltVal val="0"/>
                                          </p:val>
                                        </p:tav>
                                        <p:tav tm="100000">
                                          <p:val>
                                            <p:strVal val="#ppt_w"/>
                                          </p:val>
                                        </p:tav>
                                      </p:tavLst>
                                    </p:anim>
                                    <p:anim calcmode="lin" valueType="num">
                                      <p:cBhvr>
                                        <p:cTn id="68" dur="500" fill="hold"/>
                                        <p:tgtEl>
                                          <p:spTgt spid="10"/>
                                        </p:tgtEl>
                                        <p:attrNameLst>
                                          <p:attrName>ppt_h</p:attrName>
                                        </p:attrNameLst>
                                      </p:cBhvr>
                                      <p:tavLst>
                                        <p:tav tm="0">
                                          <p:val>
                                            <p:fltVal val="0"/>
                                          </p:val>
                                        </p:tav>
                                        <p:tav tm="100000">
                                          <p:val>
                                            <p:strVal val="#ppt_h"/>
                                          </p:val>
                                        </p:tav>
                                      </p:tavLst>
                                    </p:anim>
                                    <p:animEffect transition="in" filter="fade">
                                      <p:cBhvr>
                                        <p:cTn id="69" dur="500"/>
                                        <p:tgtEl>
                                          <p:spTgt spid="10"/>
                                        </p:tgtEl>
                                      </p:cBhvr>
                                    </p:animEffect>
                                  </p:childTnLst>
                                </p:cTn>
                              </p:par>
                            </p:childTnLst>
                          </p:cTn>
                        </p:par>
                        <p:par>
                          <p:cTn id="70" fill="hold">
                            <p:stCondLst>
                              <p:cond delay="4500"/>
                            </p:stCondLst>
                            <p:childTnLst>
                              <p:par>
                                <p:cTn id="71" presetID="2" presetClass="entr" presetSubtype="8" accel="50000" decel="50000" fill="hold" grpId="0" nodeType="afterEffect">
                                  <p:stCondLst>
                                    <p:cond delay="0"/>
                                  </p:stCondLst>
                                  <p:childTnLst>
                                    <p:set>
                                      <p:cBhvr>
                                        <p:cTn id="72" dur="1" fill="hold">
                                          <p:stCondLst>
                                            <p:cond delay="0"/>
                                          </p:stCondLst>
                                        </p:cTn>
                                        <p:tgtEl>
                                          <p:spTgt spid="60"/>
                                        </p:tgtEl>
                                        <p:attrNameLst>
                                          <p:attrName>style.visibility</p:attrName>
                                        </p:attrNameLst>
                                      </p:cBhvr>
                                      <p:to>
                                        <p:strVal val="visible"/>
                                      </p:to>
                                    </p:set>
                                    <p:anim calcmode="lin" valueType="num">
                                      <p:cBhvr additive="base">
                                        <p:cTn id="73" dur="500" fill="hold"/>
                                        <p:tgtEl>
                                          <p:spTgt spid="60"/>
                                        </p:tgtEl>
                                        <p:attrNameLst>
                                          <p:attrName>ppt_x</p:attrName>
                                        </p:attrNameLst>
                                      </p:cBhvr>
                                      <p:tavLst>
                                        <p:tav tm="0">
                                          <p:val>
                                            <p:strVal val="0-#ppt_w/2"/>
                                          </p:val>
                                        </p:tav>
                                        <p:tav tm="100000">
                                          <p:val>
                                            <p:strVal val="#ppt_x"/>
                                          </p:val>
                                        </p:tav>
                                      </p:tavLst>
                                    </p:anim>
                                    <p:anim calcmode="lin" valueType="num">
                                      <p:cBhvr additive="base">
                                        <p:cTn id="74" dur="500" fill="hold"/>
                                        <p:tgtEl>
                                          <p:spTgt spid="60"/>
                                        </p:tgtEl>
                                        <p:attrNameLst>
                                          <p:attrName>ppt_y</p:attrName>
                                        </p:attrNameLst>
                                      </p:cBhvr>
                                      <p:tavLst>
                                        <p:tav tm="0">
                                          <p:val>
                                            <p:strVal val="#ppt_y"/>
                                          </p:val>
                                        </p:tav>
                                        <p:tav tm="100000">
                                          <p:val>
                                            <p:strVal val="#ppt_y"/>
                                          </p:val>
                                        </p:tav>
                                      </p:tavLst>
                                    </p:anim>
                                  </p:childTnLst>
                                </p:cTn>
                              </p:par>
                            </p:childTnLst>
                          </p:cTn>
                        </p:par>
                        <p:par>
                          <p:cTn id="75" fill="hold">
                            <p:stCondLst>
                              <p:cond delay="5000"/>
                            </p:stCondLst>
                            <p:childTnLst>
                              <p:par>
                                <p:cTn id="76" presetID="53" presetClass="entr" presetSubtype="0" fill="hold" grpId="0" nodeType="afterEffect">
                                  <p:stCondLst>
                                    <p:cond delay="0"/>
                                  </p:stCondLst>
                                  <p:childTnLst>
                                    <p:set>
                                      <p:cBhvr>
                                        <p:cTn id="77" dur="1" fill="hold">
                                          <p:stCondLst>
                                            <p:cond delay="0"/>
                                          </p:stCondLst>
                                        </p:cTn>
                                        <p:tgtEl>
                                          <p:spTgt spid="48"/>
                                        </p:tgtEl>
                                        <p:attrNameLst>
                                          <p:attrName>style.visibility</p:attrName>
                                        </p:attrNameLst>
                                      </p:cBhvr>
                                      <p:to>
                                        <p:strVal val="visible"/>
                                      </p:to>
                                    </p:set>
                                    <p:anim calcmode="lin" valueType="num">
                                      <p:cBhvr>
                                        <p:cTn id="78" dur="500" fill="hold"/>
                                        <p:tgtEl>
                                          <p:spTgt spid="48"/>
                                        </p:tgtEl>
                                        <p:attrNameLst>
                                          <p:attrName>ppt_w</p:attrName>
                                        </p:attrNameLst>
                                      </p:cBhvr>
                                      <p:tavLst>
                                        <p:tav tm="0">
                                          <p:val>
                                            <p:fltVal val="0"/>
                                          </p:val>
                                        </p:tav>
                                        <p:tav tm="100000">
                                          <p:val>
                                            <p:strVal val="#ppt_w"/>
                                          </p:val>
                                        </p:tav>
                                      </p:tavLst>
                                    </p:anim>
                                    <p:anim calcmode="lin" valueType="num">
                                      <p:cBhvr>
                                        <p:cTn id="79" dur="500" fill="hold"/>
                                        <p:tgtEl>
                                          <p:spTgt spid="48"/>
                                        </p:tgtEl>
                                        <p:attrNameLst>
                                          <p:attrName>ppt_h</p:attrName>
                                        </p:attrNameLst>
                                      </p:cBhvr>
                                      <p:tavLst>
                                        <p:tav tm="0">
                                          <p:val>
                                            <p:fltVal val="0"/>
                                          </p:val>
                                        </p:tav>
                                        <p:tav tm="100000">
                                          <p:val>
                                            <p:strVal val="#ppt_h"/>
                                          </p:val>
                                        </p:tav>
                                      </p:tavLst>
                                    </p:anim>
                                    <p:animEffect transition="in" filter="fade">
                                      <p:cBhvr>
                                        <p:cTn id="80" dur="500"/>
                                        <p:tgtEl>
                                          <p:spTgt spid="48"/>
                                        </p:tgtEl>
                                      </p:cBhvr>
                                    </p:animEffect>
                                  </p:childTnLst>
                                </p:cTn>
                              </p:par>
                            </p:childTnLst>
                          </p:cTn>
                        </p:par>
                        <p:par>
                          <p:cTn id="81" fill="hold">
                            <p:stCondLst>
                              <p:cond delay="5500"/>
                            </p:stCondLst>
                            <p:childTnLst>
                              <p:par>
                                <p:cTn id="82" presetID="53" presetClass="entr" presetSubtype="0" fill="hold" nodeType="after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p:cTn id="84" dur="500" fill="hold"/>
                                        <p:tgtEl>
                                          <p:spTgt spid="7"/>
                                        </p:tgtEl>
                                        <p:attrNameLst>
                                          <p:attrName>ppt_w</p:attrName>
                                        </p:attrNameLst>
                                      </p:cBhvr>
                                      <p:tavLst>
                                        <p:tav tm="0">
                                          <p:val>
                                            <p:fltVal val="0"/>
                                          </p:val>
                                        </p:tav>
                                        <p:tav tm="100000">
                                          <p:val>
                                            <p:strVal val="#ppt_w"/>
                                          </p:val>
                                        </p:tav>
                                      </p:tavLst>
                                    </p:anim>
                                    <p:anim calcmode="lin" valueType="num">
                                      <p:cBhvr>
                                        <p:cTn id="85" dur="500" fill="hold"/>
                                        <p:tgtEl>
                                          <p:spTgt spid="7"/>
                                        </p:tgtEl>
                                        <p:attrNameLst>
                                          <p:attrName>ppt_h</p:attrName>
                                        </p:attrNameLst>
                                      </p:cBhvr>
                                      <p:tavLst>
                                        <p:tav tm="0">
                                          <p:val>
                                            <p:fltVal val="0"/>
                                          </p:val>
                                        </p:tav>
                                        <p:tav tm="100000">
                                          <p:val>
                                            <p:strVal val="#ppt_h"/>
                                          </p:val>
                                        </p:tav>
                                      </p:tavLst>
                                    </p:anim>
                                    <p:animEffect transition="in" filter="fade">
                                      <p:cBhvr>
                                        <p:cTn id="86" dur="500"/>
                                        <p:tgtEl>
                                          <p:spTgt spid="7"/>
                                        </p:tgtEl>
                                      </p:cBhvr>
                                    </p:animEffect>
                                  </p:childTnLst>
                                </p:cTn>
                              </p:par>
                              <p:par>
                                <p:cTn id="87" presetID="53" presetClass="entr" presetSubtype="0" fill="hold" nodeType="withEffect">
                                  <p:stCondLst>
                                    <p:cond delay="0"/>
                                  </p:stCondLst>
                                  <p:childTnLst>
                                    <p:set>
                                      <p:cBhvr>
                                        <p:cTn id="88" dur="1" fill="hold">
                                          <p:stCondLst>
                                            <p:cond delay="0"/>
                                          </p:stCondLst>
                                        </p:cTn>
                                        <p:tgtEl>
                                          <p:spTgt spid="11"/>
                                        </p:tgtEl>
                                        <p:attrNameLst>
                                          <p:attrName>style.visibility</p:attrName>
                                        </p:attrNameLst>
                                      </p:cBhvr>
                                      <p:to>
                                        <p:strVal val="visible"/>
                                      </p:to>
                                    </p:set>
                                    <p:anim calcmode="lin" valueType="num">
                                      <p:cBhvr>
                                        <p:cTn id="89" dur="500" fill="hold"/>
                                        <p:tgtEl>
                                          <p:spTgt spid="11"/>
                                        </p:tgtEl>
                                        <p:attrNameLst>
                                          <p:attrName>ppt_w</p:attrName>
                                        </p:attrNameLst>
                                      </p:cBhvr>
                                      <p:tavLst>
                                        <p:tav tm="0">
                                          <p:val>
                                            <p:fltVal val="0"/>
                                          </p:val>
                                        </p:tav>
                                        <p:tav tm="100000">
                                          <p:val>
                                            <p:strVal val="#ppt_w"/>
                                          </p:val>
                                        </p:tav>
                                      </p:tavLst>
                                    </p:anim>
                                    <p:anim calcmode="lin" valueType="num">
                                      <p:cBhvr>
                                        <p:cTn id="90" dur="500" fill="hold"/>
                                        <p:tgtEl>
                                          <p:spTgt spid="11"/>
                                        </p:tgtEl>
                                        <p:attrNameLst>
                                          <p:attrName>ppt_h</p:attrName>
                                        </p:attrNameLst>
                                      </p:cBhvr>
                                      <p:tavLst>
                                        <p:tav tm="0">
                                          <p:val>
                                            <p:fltVal val="0"/>
                                          </p:val>
                                        </p:tav>
                                        <p:tav tm="100000">
                                          <p:val>
                                            <p:strVal val="#ppt_h"/>
                                          </p:val>
                                        </p:tav>
                                      </p:tavLst>
                                    </p:anim>
                                    <p:animEffect transition="in" filter="fade">
                                      <p:cBhvr>
                                        <p:cTn id="9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animBg="1"/>
      <p:bldP spid="55" grpId="0" animBg="1"/>
      <p:bldP spid="60" grpId="0" animBg="1"/>
      <p:bldP spid="41" grpId="0" animBg="1"/>
      <p:bldP spid="46" grpId="0" animBg="1"/>
      <p:bldP spid="47" grpId="0" animBg="1"/>
      <p:bldP spid="48"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Freeform 55"/>
          <p:cNvSpPr/>
          <p:nvPr/>
        </p:nvSpPr>
        <p:spPr>
          <a:xfrm rot="16200000">
            <a:off x="6895331" y="1928349"/>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Freeform 52"/>
          <p:cNvSpPr/>
          <p:nvPr/>
        </p:nvSpPr>
        <p:spPr>
          <a:xfrm rot="16200000">
            <a:off x="4979395" y="1918825"/>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Freeform 51"/>
          <p:cNvSpPr/>
          <p:nvPr/>
        </p:nvSpPr>
        <p:spPr>
          <a:xfrm rot="16200000">
            <a:off x="3059162" y="1918826"/>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Freeform 50"/>
          <p:cNvSpPr/>
          <p:nvPr/>
        </p:nvSpPr>
        <p:spPr>
          <a:xfrm rot="16200000">
            <a:off x="1139354" y="1916290"/>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Straight Connector 29"/>
          <p:cNvCxnSpPr/>
          <p:nvPr/>
        </p:nvCxnSpPr>
        <p:spPr>
          <a:xfrm flipH="1">
            <a:off x="957997" y="2353473"/>
            <a:ext cx="7228006" cy="0"/>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a:t>Steps Infographic</a:t>
            </a:r>
            <a:endParaRPr lang="en-US" dirty="0"/>
          </a:p>
        </p:txBody>
      </p:sp>
      <p:sp>
        <p:nvSpPr>
          <p:cNvPr id="4" name="Text Placeholder 3"/>
          <p:cNvSpPr>
            <a:spLocks noGrp="1"/>
          </p:cNvSpPr>
          <p:nvPr>
            <p:ph type="body" sz="half" idx="2"/>
          </p:nvPr>
        </p:nvSpPr>
        <p:spPr/>
        <p:txBody>
          <a:bodyPr/>
          <a:lstStyle/>
          <a:p>
            <a:r>
              <a:rPr lang="en-US"/>
              <a:t>Steps Infographic</a:t>
            </a:r>
            <a:endParaRPr lang="en-US" dirty="0"/>
          </a:p>
        </p:txBody>
      </p:sp>
      <p:sp>
        <p:nvSpPr>
          <p:cNvPr id="34" name="Slide Number Placeholder 33"/>
          <p:cNvSpPr>
            <a:spLocks noGrp="1"/>
          </p:cNvSpPr>
          <p:nvPr>
            <p:ph type="sldNum" sz="quarter" idx="12"/>
          </p:nvPr>
        </p:nvSpPr>
        <p:spPr/>
        <p:txBody>
          <a:bodyPr/>
          <a:lstStyle/>
          <a:p>
            <a:fld id="{C136B7D2-B98C-44FD-8D04-7EC62A564975}" type="slidenum">
              <a:rPr lang="en-US" smtClean="0"/>
              <a:pPr/>
              <a:t>192</a:t>
            </a:fld>
            <a:endParaRPr lang="en-US" dirty="0"/>
          </a:p>
        </p:txBody>
      </p:sp>
      <p:sp>
        <p:nvSpPr>
          <p:cNvPr id="45" name="Freeform 44"/>
          <p:cNvSpPr/>
          <p:nvPr/>
        </p:nvSpPr>
        <p:spPr>
          <a:xfrm rot="16200000">
            <a:off x="1138929" y="1852151"/>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Freeform 53"/>
          <p:cNvSpPr/>
          <p:nvPr/>
        </p:nvSpPr>
        <p:spPr>
          <a:xfrm rot="16200000">
            <a:off x="3059162" y="1852151"/>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Freeform 68"/>
          <p:cNvSpPr/>
          <p:nvPr/>
        </p:nvSpPr>
        <p:spPr>
          <a:xfrm rot="16200000">
            <a:off x="4979395" y="1852150"/>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Freeform 71"/>
          <p:cNvSpPr/>
          <p:nvPr/>
        </p:nvSpPr>
        <p:spPr>
          <a:xfrm rot="16200000">
            <a:off x="6899629" y="1852149"/>
            <a:ext cx="1209746" cy="1094533"/>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403253" y="734492"/>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Arc 30"/>
          <p:cNvSpPr/>
          <p:nvPr/>
        </p:nvSpPr>
        <p:spPr>
          <a:xfrm rot="19051047">
            <a:off x="2043042" y="1395580"/>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2" name="Arc 31"/>
          <p:cNvSpPr/>
          <p:nvPr/>
        </p:nvSpPr>
        <p:spPr>
          <a:xfrm rot="19051047">
            <a:off x="3891504" y="1395581"/>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3" name="Arc 32"/>
          <p:cNvSpPr/>
          <p:nvPr/>
        </p:nvSpPr>
        <p:spPr>
          <a:xfrm rot="19051047">
            <a:off x="5739966" y="1395581"/>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 name="Group 72"/>
          <p:cNvGrpSpPr/>
          <p:nvPr/>
        </p:nvGrpSpPr>
        <p:grpSpPr>
          <a:xfrm>
            <a:off x="1065952" y="3044757"/>
            <a:ext cx="1335633" cy="967168"/>
            <a:chOff x="6253415" y="1609113"/>
            <a:chExt cx="1335633" cy="967168"/>
          </a:xfrm>
        </p:grpSpPr>
        <p:sp>
          <p:nvSpPr>
            <p:cNvPr id="38" name="Text Placeholder 3"/>
            <p:cNvSpPr txBox="1">
              <a:spLocks/>
            </p:cNvSpPr>
            <p:nvPr/>
          </p:nvSpPr>
          <p:spPr>
            <a:xfrm>
              <a:off x="6566166" y="1609113"/>
              <a:ext cx="7101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First Step</a:t>
              </a:r>
            </a:p>
          </p:txBody>
        </p:sp>
        <p:sp>
          <p:nvSpPr>
            <p:cNvPr id="39" name="Text Placeholder 3"/>
            <p:cNvSpPr txBox="1">
              <a:spLocks/>
            </p:cNvSpPr>
            <p:nvPr/>
          </p:nvSpPr>
          <p:spPr>
            <a:xfrm>
              <a:off x="6253415" y="1806840"/>
              <a:ext cx="1335633" cy="76944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a:t>
              </a:r>
              <a:br>
                <a:rPr lang="en-US" sz="1000" dirty="0">
                  <a:solidFill>
                    <a:schemeClr val="tx1">
                      <a:lumMod val="50000"/>
                      <a:lumOff val="50000"/>
                    </a:schemeClr>
                  </a:solidFill>
                </a:rPr>
              </a:br>
              <a:r>
                <a:rPr lang="en-US" sz="1000" dirty="0">
                  <a:solidFill>
                    <a:schemeClr val="tx1">
                      <a:lumMod val="50000"/>
                      <a:lumOff val="50000"/>
                    </a:schemeClr>
                  </a:solidFill>
                </a:rPr>
                <a:t>slightly</a:t>
              </a:r>
            </a:p>
          </p:txBody>
        </p:sp>
      </p:grpSp>
      <p:grpSp>
        <p:nvGrpSpPr>
          <p:cNvPr id="5" name="Group 72"/>
          <p:cNvGrpSpPr/>
          <p:nvPr/>
        </p:nvGrpSpPr>
        <p:grpSpPr>
          <a:xfrm>
            <a:off x="2950973" y="3046070"/>
            <a:ext cx="1437932" cy="964543"/>
            <a:chOff x="5478290" y="1548153"/>
            <a:chExt cx="1437932" cy="964543"/>
          </a:xfrm>
        </p:grpSpPr>
        <p:sp>
          <p:nvSpPr>
            <p:cNvPr id="41" name="Text Placeholder 3"/>
            <p:cNvSpPr txBox="1">
              <a:spLocks/>
            </p:cNvSpPr>
            <p:nvPr/>
          </p:nvSpPr>
          <p:spPr>
            <a:xfrm>
              <a:off x="5817345" y="1548153"/>
              <a:ext cx="75982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Second</a:t>
              </a:r>
              <a:r>
                <a:rPr kumimoji="0" lang="en-US" sz="1200" b="1" i="0" u="none" strike="noStrike" kern="1200" cap="none" spc="0" normalizeH="0" noProof="0" dirty="0">
                  <a:ln>
                    <a:noFill/>
                  </a:ln>
                  <a:solidFill>
                    <a:schemeClr val="accent2"/>
                  </a:solidFill>
                  <a:effectLst/>
                  <a:uLnTx/>
                  <a:uFillTx/>
                  <a:latin typeface="+mn-lt"/>
                  <a:ea typeface="+mn-ea"/>
                  <a:cs typeface="+mn-cs"/>
                </a:rPr>
                <a:t> Step</a:t>
              </a:r>
              <a:endParaRPr kumimoji="0" lang="en-US" sz="1200" b="1" i="0" u="none" strike="noStrike" kern="1200" cap="none" spc="0" normalizeH="0" baseline="0" noProof="0" dirty="0">
                <a:ln>
                  <a:noFill/>
                </a:ln>
                <a:solidFill>
                  <a:schemeClr val="accent2"/>
                </a:solidFill>
                <a:effectLst/>
                <a:uLnTx/>
                <a:uFillTx/>
                <a:latin typeface="+mn-lt"/>
                <a:ea typeface="+mn-ea"/>
                <a:cs typeface="+mn-cs"/>
              </a:endParaRPr>
            </a:p>
          </p:txBody>
        </p:sp>
        <p:sp>
          <p:nvSpPr>
            <p:cNvPr id="42" name="Text Placeholder 3"/>
            <p:cNvSpPr txBox="1">
              <a:spLocks/>
            </p:cNvSpPr>
            <p:nvPr/>
          </p:nvSpPr>
          <p:spPr>
            <a:xfrm>
              <a:off x="5478290" y="1743255"/>
              <a:ext cx="1437932" cy="76944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a:t>
              </a:r>
              <a:br>
                <a:rPr lang="en-US" sz="1000" dirty="0">
                  <a:solidFill>
                    <a:schemeClr val="tx1">
                      <a:lumMod val="50000"/>
                      <a:lumOff val="50000"/>
                    </a:schemeClr>
                  </a:solidFill>
                </a:rPr>
              </a:br>
              <a:r>
                <a:rPr lang="en-US" sz="1000" dirty="0">
                  <a:solidFill>
                    <a:schemeClr val="tx1">
                      <a:lumMod val="50000"/>
                      <a:lumOff val="50000"/>
                    </a:schemeClr>
                  </a:solidFill>
                </a:rPr>
                <a:t> but the majority </a:t>
              </a:r>
              <a:br>
                <a:rPr lang="en-US" sz="1000" dirty="0">
                  <a:solidFill>
                    <a:schemeClr val="tx1">
                      <a:lumMod val="50000"/>
                      <a:lumOff val="50000"/>
                    </a:schemeClr>
                  </a:solidFill>
                </a:rPr>
              </a:br>
              <a:r>
                <a:rPr lang="en-US" sz="1000" dirty="0">
                  <a:solidFill>
                    <a:schemeClr val="tx1">
                      <a:lumMod val="50000"/>
                      <a:lumOff val="50000"/>
                    </a:schemeClr>
                  </a:solidFill>
                </a:rPr>
                <a:t>slightly</a:t>
              </a:r>
            </a:p>
          </p:txBody>
        </p:sp>
      </p:grpSp>
      <p:grpSp>
        <p:nvGrpSpPr>
          <p:cNvPr id="6" name="Group 72"/>
          <p:cNvGrpSpPr/>
          <p:nvPr/>
        </p:nvGrpSpPr>
        <p:grpSpPr>
          <a:xfrm>
            <a:off x="4931953" y="3047669"/>
            <a:ext cx="1309063" cy="961344"/>
            <a:chOff x="5619096" y="1537993"/>
            <a:chExt cx="1309063" cy="961344"/>
          </a:xfrm>
        </p:grpSpPr>
        <p:sp>
          <p:nvSpPr>
            <p:cNvPr id="44" name="Text Placeholder 3"/>
            <p:cNvSpPr txBox="1">
              <a:spLocks/>
            </p:cNvSpPr>
            <p:nvPr/>
          </p:nvSpPr>
          <p:spPr>
            <a:xfrm>
              <a:off x="5961843" y="1537993"/>
              <a:ext cx="62356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Third</a:t>
              </a:r>
              <a:r>
                <a:rPr kumimoji="0" lang="en-US" sz="1200" b="1" i="0" u="none" strike="noStrike" kern="1200" cap="none" spc="0" normalizeH="0" noProof="0" dirty="0">
                  <a:ln>
                    <a:noFill/>
                  </a:ln>
                  <a:solidFill>
                    <a:schemeClr val="accent3"/>
                  </a:solidFill>
                  <a:effectLst/>
                  <a:uLnTx/>
                  <a:uFillTx/>
                  <a:latin typeface="+mn-lt"/>
                  <a:ea typeface="+mn-ea"/>
                  <a:cs typeface="+mn-cs"/>
                </a:rPr>
                <a:t> Step</a:t>
              </a:r>
              <a:endParaRPr kumimoji="0" lang="en-US" sz="1200" b="1" i="0" u="none" strike="noStrike" kern="1200" cap="none" spc="0" normalizeH="0" baseline="0" noProof="0" dirty="0">
                <a:ln>
                  <a:noFill/>
                </a:ln>
                <a:solidFill>
                  <a:schemeClr val="accent3"/>
                </a:solidFill>
                <a:effectLst/>
                <a:uLnTx/>
                <a:uFillTx/>
                <a:latin typeface="+mn-lt"/>
                <a:ea typeface="+mn-ea"/>
                <a:cs typeface="+mn-cs"/>
              </a:endParaRPr>
            </a:p>
          </p:txBody>
        </p:sp>
        <p:sp>
          <p:nvSpPr>
            <p:cNvPr id="46" name="Text Placeholder 3"/>
            <p:cNvSpPr txBox="1">
              <a:spLocks/>
            </p:cNvSpPr>
            <p:nvPr/>
          </p:nvSpPr>
          <p:spPr>
            <a:xfrm>
              <a:off x="5619096" y="1729896"/>
              <a:ext cx="1309063" cy="76944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a:t>
              </a:r>
              <a:br>
                <a:rPr lang="en-US" sz="1000" dirty="0">
                  <a:solidFill>
                    <a:schemeClr val="tx1">
                      <a:lumMod val="50000"/>
                      <a:lumOff val="50000"/>
                    </a:schemeClr>
                  </a:solidFill>
                </a:rPr>
              </a:br>
              <a:r>
                <a:rPr lang="en-US" sz="1000" dirty="0">
                  <a:solidFill>
                    <a:schemeClr val="tx1">
                      <a:lumMod val="50000"/>
                      <a:lumOff val="50000"/>
                    </a:schemeClr>
                  </a:solidFill>
                </a:rPr>
                <a:t>slightly</a:t>
              </a:r>
            </a:p>
          </p:txBody>
        </p:sp>
      </p:grpSp>
      <p:grpSp>
        <p:nvGrpSpPr>
          <p:cNvPr id="7" name="Group 72"/>
          <p:cNvGrpSpPr/>
          <p:nvPr/>
        </p:nvGrpSpPr>
        <p:grpSpPr>
          <a:xfrm>
            <a:off x="6772718" y="3051516"/>
            <a:ext cx="1449071" cy="953650"/>
            <a:chOff x="5443477" y="1545687"/>
            <a:chExt cx="1449071" cy="953650"/>
          </a:xfrm>
        </p:grpSpPr>
        <p:sp>
          <p:nvSpPr>
            <p:cNvPr id="49" name="Text Placeholder 3"/>
            <p:cNvSpPr txBox="1">
              <a:spLocks/>
            </p:cNvSpPr>
            <p:nvPr/>
          </p:nvSpPr>
          <p:spPr>
            <a:xfrm>
              <a:off x="5772071" y="1545687"/>
              <a:ext cx="791883" cy="169277"/>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accent4"/>
                  </a:solidFill>
                  <a:effectLst/>
                  <a:uLnTx/>
                  <a:uFillTx/>
                  <a:latin typeface="+mn-lt"/>
                  <a:ea typeface="+mn-ea"/>
                  <a:cs typeface="+mn-cs"/>
                </a:rPr>
                <a:t>Fourth Step</a:t>
              </a:r>
            </a:p>
          </p:txBody>
        </p:sp>
        <p:sp>
          <p:nvSpPr>
            <p:cNvPr id="50" name="Text Placeholder 3"/>
            <p:cNvSpPr txBox="1">
              <a:spLocks/>
            </p:cNvSpPr>
            <p:nvPr/>
          </p:nvSpPr>
          <p:spPr>
            <a:xfrm>
              <a:off x="5443477" y="1729896"/>
              <a:ext cx="1449071" cy="76944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in variations passage of lorem ipsum available but the majority </a:t>
              </a:r>
              <a:br>
                <a:rPr lang="en-US" sz="1000" dirty="0">
                  <a:solidFill>
                    <a:schemeClr val="tx1">
                      <a:lumMod val="50000"/>
                      <a:lumOff val="50000"/>
                    </a:schemeClr>
                  </a:solidFill>
                </a:rPr>
              </a:br>
              <a:r>
                <a:rPr lang="en-US" sz="1000" dirty="0">
                  <a:solidFill>
                    <a:schemeClr val="tx1">
                      <a:lumMod val="50000"/>
                      <a:lumOff val="50000"/>
                    </a:schemeClr>
                  </a:solidFill>
                </a:rPr>
                <a:t>slightly</a:t>
              </a:r>
            </a:p>
          </p:txBody>
        </p:sp>
      </p:grpSp>
      <p:sp>
        <p:nvSpPr>
          <p:cNvPr id="57" name="Freeform 103"/>
          <p:cNvSpPr>
            <a:spLocks noEditPoints="1"/>
          </p:cNvSpPr>
          <p:nvPr/>
        </p:nvSpPr>
        <p:spPr bwMode="auto">
          <a:xfrm>
            <a:off x="1561611" y="1988060"/>
            <a:ext cx="372354" cy="548299"/>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2"/>
          <p:cNvSpPr>
            <a:spLocks noEditPoints="1"/>
          </p:cNvSpPr>
          <p:nvPr/>
        </p:nvSpPr>
        <p:spPr bwMode="auto">
          <a:xfrm>
            <a:off x="3445840" y="1988060"/>
            <a:ext cx="463422" cy="498578"/>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83"/>
          <p:cNvSpPr>
            <a:spLocks noEditPoints="1"/>
          </p:cNvSpPr>
          <p:nvPr/>
        </p:nvSpPr>
        <p:spPr bwMode="auto">
          <a:xfrm>
            <a:off x="5402188" y="1988746"/>
            <a:ext cx="365075" cy="547613"/>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152"/>
          <p:cNvSpPr>
            <a:spLocks noEditPoints="1"/>
          </p:cNvSpPr>
          <p:nvPr/>
        </p:nvSpPr>
        <p:spPr bwMode="auto">
          <a:xfrm>
            <a:off x="7280421" y="2091844"/>
            <a:ext cx="452701" cy="41835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strips(upRight)">
                                      <p:cBhvr>
                                        <p:cTn id="7" dur="500"/>
                                        <p:tgtEl>
                                          <p:spTgt spid="30"/>
                                        </p:tgtEl>
                                      </p:cBhvr>
                                    </p:animEffect>
                                  </p:childTnLst>
                                </p:cTn>
                              </p:par>
                            </p:childTnLst>
                          </p:cTn>
                        </p:par>
                        <p:par>
                          <p:cTn id="8" fill="hold">
                            <p:stCondLst>
                              <p:cond delay="500"/>
                            </p:stCondLst>
                            <p:childTnLst>
                              <p:par>
                                <p:cTn id="9" presetID="2" presetClass="entr" presetSubtype="1" accel="50000" decel="50000"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1000" fill="hold"/>
                                        <p:tgtEl>
                                          <p:spTgt spid="45"/>
                                        </p:tgtEl>
                                        <p:attrNameLst>
                                          <p:attrName>ppt_x</p:attrName>
                                        </p:attrNameLst>
                                      </p:cBhvr>
                                      <p:tavLst>
                                        <p:tav tm="0">
                                          <p:val>
                                            <p:strVal val="#ppt_x"/>
                                          </p:val>
                                        </p:tav>
                                        <p:tav tm="100000">
                                          <p:val>
                                            <p:strVal val="#ppt_x"/>
                                          </p:val>
                                        </p:tav>
                                      </p:tavLst>
                                    </p:anim>
                                    <p:anim calcmode="lin" valueType="num">
                                      <p:cBhvr additive="base">
                                        <p:cTn id="12" dur="1000" fill="hold"/>
                                        <p:tgtEl>
                                          <p:spTgt spid="45"/>
                                        </p:tgtEl>
                                        <p:attrNameLst>
                                          <p:attrName>ppt_y</p:attrName>
                                        </p:attrNameLst>
                                      </p:cBhvr>
                                      <p:tavLst>
                                        <p:tav tm="0">
                                          <p:val>
                                            <p:strVal val="0-#ppt_h/2"/>
                                          </p:val>
                                        </p:tav>
                                        <p:tav tm="100000">
                                          <p:val>
                                            <p:strVal val="#ppt_y"/>
                                          </p:val>
                                        </p:tav>
                                      </p:tavLst>
                                    </p:anim>
                                  </p:childTnLst>
                                </p:cTn>
                              </p:par>
                              <p:par>
                                <p:cTn id="13" presetID="2" presetClass="entr" presetSubtype="4" accel="50000" decel="5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000" fill="hold"/>
                                        <p:tgtEl>
                                          <p:spTgt spid="51"/>
                                        </p:tgtEl>
                                        <p:attrNameLst>
                                          <p:attrName>ppt_x</p:attrName>
                                        </p:attrNameLst>
                                      </p:cBhvr>
                                      <p:tavLst>
                                        <p:tav tm="0">
                                          <p:val>
                                            <p:strVal val="#ppt_x"/>
                                          </p:val>
                                        </p:tav>
                                        <p:tav tm="100000">
                                          <p:val>
                                            <p:strVal val="#ppt_x"/>
                                          </p:val>
                                        </p:tav>
                                      </p:tavLst>
                                    </p:anim>
                                    <p:anim calcmode="lin" valueType="num">
                                      <p:cBhvr additive="base">
                                        <p:cTn id="16" dur="1000" fill="hold"/>
                                        <p:tgtEl>
                                          <p:spTgt spid="51"/>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53" presetClass="entr" presetSubtype="0" fill="hold" grpId="0" nodeType="afterEffect">
                                  <p:stCondLst>
                                    <p:cond delay="0"/>
                                  </p:stCondLst>
                                  <p:childTnLst>
                                    <p:set>
                                      <p:cBhvr>
                                        <p:cTn id="19" dur="1" fill="hold">
                                          <p:stCondLst>
                                            <p:cond delay="0"/>
                                          </p:stCondLst>
                                        </p:cTn>
                                        <p:tgtEl>
                                          <p:spTgt spid="57"/>
                                        </p:tgtEl>
                                        <p:attrNameLst>
                                          <p:attrName>style.visibility</p:attrName>
                                        </p:attrNameLst>
                                      </p:cBhvr>
                                      <p:to>
                                        <p:strVal val="visible"/>
                                      </p:to>
                                    </p:set>
                                    <p:anim calcmode="lin" valueType="num">
                                      <p:cBhvr>
                                        <p:cTn id="20" dur="500" fill="hold"/>
                                        <p:tgtEl>
                                          <p:spTgt spid="57"/>
                                        </p:tgtEl>
                                        <p:attrNameLst>
                                          <p:attrName>ppt_w</p:attrName>
                                        </p:attrNameLst>
                                      </p:cBhvr>
                                      <p:tavLst>
                                        <p:tav tm="0">
                                          <p:val>
                                            <p:fltVal val="0"/>
                                          </p:val>
                                        </p:tav>
                                        <p:tav tm="100000">
                                          <p:val>
                                            <p:strVal val="#ppt_w"/>
                                          </p:val>
                                        </p:tav>
                                      </p:tavLst>
                                    </p:anim>
                                    <p:anim calcmode="lin" valueType="num">
                                      <p:cBhvr>
                                        <p:cTn id="21" dur="500" fill="hold"/>
                                        <p:tgtEl>
                                          <p:spTgt spid="57"/>
                                        </p:tgtEl>
                                        <p:attrNameLst>
                                          <p:attrName>ppt_h</p:attrName>
                                        </p:attrNameLst>
                                      </p:cBhvr>
                                      <p:tavLst>
                                        <p:tav tm="0">
                                          <p:val>
                                            <p:fltVal val="0"/>
                                          </p:val>
                                        </p:tav>
                                        <p:tav tm="100000">
                                          <p:val>
                                            <p:strVal val="#ppt_h"/>
                                          </p:val>
                                        </p:tav>
                                      </p:tavLst>
                                    </p:anim>
                                    <p:animEffect transition="in" filter="fade">
                                      <p:cBhvr>
                                        <p:cTn id="22" dur="500"/>
                                        <p:tgtEl>
                                          <p:spTgt spid="57"/>
                                        </p:tgtEl>
                                      </p:cBhvr>
                                    </p:animEffect>
                                  </p:childTnLst>
                                </p:cTn>
                              </p:par>
                              <p:par>
                                <p:cTn id="23" presetID="53" presetClass="entr" presetSubtype="0"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p:cTn id="25" dur="500" fill="hold"/>
                                        <p:tgtEl>
                                          <p:spTgt spid="3"/>
                                        </p:tgtEl>
                                        <p:attrNameLst>
                                          <p:attrName>ppt_w</p:attrName>
                                        </p:attrNameLst>
                                      </p:cBhvr>
                                      <p:tavLst>
                                        <p:tav tm="0">
                                          <p:val>
                                            <p:fltVal val="0"/>
                                          </p:val>
                                        </p:tav>
                                        <p:tav tm="100000">
                                          <p:val>
                                            <p:strVal val="#ppt_w"/>
                                          </p:val>
                                        </p:tav>
                                      </p:tavLst>
                                    </p:anim>
                                    <p:anim calcmode="lin" valueType="num">
                                      <p:cBhvr>
                                        <p:cTn id="26" dur="500" fill="hold"/>
                                        <p:tgtEl>
                                          <p:spTgt spid="3"/>
                                        </p:tgtEl>
                                        <p:attrNameLst>
                                          <p:attrName>ppt_h</p:attrName>
                                        </p:attrNameLst>
                                      </p:cBhvr>
                                      <p:tavLst>
                                        <p:tav tm="0">
                                          <p:val>
                                            <p:fltVal val="0"/>
                                          </p:val>
                                        </p:tav>
                                        <p:tav tm="100000">
                                          <p:val>
                                            <p:strVal val="#ppt_h"/>
                                          </p:val>
                                        </p:tav>
                                      </p:tavLst>
                                    </p:anim>
                                    <p:animEffect transition="in" filter="fade">
                                      <p:cBhvr>
                                        <p:cTn id="27" dur="500"/>
                                        <p:tgtEl>
                                          <p:spTgt spid="3"/>
                                        </p:tgtEl>
                                      </p:cBhvr>
                                    </p:animEffect>
                                  </p:childTnLst>
                                </p:cTn>
                              </p:par>
                            </p:childTnLst>
                          </p:cTn>
                        </p:par>
                        <p:par>
                          <p:cTn id="28" fill="hold">
                            <p:stCondLst>
                              <p:cond delay="2000"/>
                            </p:stCondLst>
                            <p:childTnLst>
                              <p:par>
                                <p:cTn id="29" presetID="18" presetClass="entr" presetSubtype="6"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strips(downRight)">
                                      <p:cBhvr>
                                        <p:cTn id="31" dur="500"/>
                                        <p:tgtEl>
                                          <p:spTgt spid="31"/>
                                        </p:tgtEl>
                                      </p:cBhvr>
                                    </p:animEffect>
                                  </p:childTnLst>
                                </p:cTn>
                              </p:par>
                            </p:childTnLst>
                          </p:cTn>
                        </p:par>
                        <p:par>
                          <p:cTn id="32" fill="hold">
                            <p:stCondLst>
                              <p:cond delay="2500"/>
                            </p:stCondLst>
                            <p:childTnLst>
                              <p:par>
                                <p:cTn id="33" presetID="2" presetClass="entr" presetSubtype="1" accel="50000" decel="50000" fill="hold" grpId="0" nodeType="afterEffect">
                                  <p:stCondLst>
                                    <p:cond delay="0"/>
                                  </p:stCondLst>
                                  <p:childTnLst>
                                    <p:set>
                                      <p:cBhvr>
                                        <p:cTn id="34" dur="1" fill="hold">
                                          <p:stCondLst>
                                            <p:cond delay="0"/>
                                          </p:stCondLst>
                                        </p:cTn>
                                        <p:tgtEl>
                                          <p:spTgt spid="54"/>
                                        </p:tgtEl>
                                        <p:attrNameLst>
                                          <p:attrName>style.visibility</p:attrName>
                                        </p:attrNameLst>
                                      </p:cBhvr>
                                      <p:to>
                                        <p:strVal val="visible"/>
                                      </p:to>
                                    </p:set>
                                    <p:anim calcmode="lin" valueType="num">
                                      <p:cBhvr additive="base">
                                        <p:cTn id="35" dur="1000" fill="hold"/>
                                        <p:tgtEl>
                                          <p:spTgt spid="54"/>
                                        </p:tgtEl>
                                        <p:attrNameLst>
                                          <p:attrName>ppt_x</p:attrName>
                                        </p:attrNameLst>
                                      </p:cBhvr>
                                      <p:tavLst>
                                        <p:tav tm="0">
                                          <p:val>
                                            <p:strVal val="#ppt_x"/>
                                          </p:val>
                                        </p:tav>
                                        <p:tav tm="100000">
                                          <p:val>
                                            <p:strVal val="#ppt_x"/>
                                          </p:val>
                                        </p:tav>
                                      </p:tavLst>
                                    </p:anim>
                                    <p:anim calcmode="lin" valueType="num">
                                      <p:cBhvr additive="base">
                                        <p:cTn id="36" dur="1000" fill="hold"/>
                                        <p:tgtEl>
                                          <p:spTgt spid="54"/>
                                        </p:tgtEl>
                                        <p:attrNameLst>
                                          <p:attrName>ppt_y</p:attrName>
                                        </p:attrNameLst>
                                      </p:cBhvr>
                                      <p:tavLst>
                                        <p:tav tm="0">
                                          <p:val>
                                            <p:strVal val="0-#ppt_h/2"/>
                                          </p:val>
                                        </p:tav>
                                        <p:tav tm="100000">
                                          <p:val>
                                            <p:strVal val="#ppt_y"/>
                                          </p:val>
                                        </p:tav>
                                      </p:tavLst>
                                    </p:anim>
                                  </p:childTnLst>
                                </p:cTn>
                              </p:par>
                              <p:par>
                                <p:cTn id="37" presetID="2" presetClass="entr" presetSubtype="4" accel="50000" decel="50000" fill="hold" grpId="0" nodeType="withEffect">
                                  <p:stCondLst>
                                    <p:cond delay="0"/>
                                  </p:stCondLst>
                                  <p:childTnLst>
                                    <p:set>
                                      <p:cBhvr>
                                        <p:cTn id="38" dur="1" fill="hold">
                                          <p:stCondLst>
                                            <p:cond delay="0"/>
                                          </p:stCondLst>
                                        </p:cTn>
                                        <p:tgtEl>
                                          <p:spTgt spid="52"/>
                                        </p:tgtEl>
                                        <p:attrNameLst>
                                          <p:attrName>style.visibility</p:attrName>
                                        </p:attrNameLst>
                                      </p:cBhvr>
                                      <p:to>
                                        <p:strVal val="visible"/>
                                      </p:to>
                                    </p:set>
                                    <p:anim calcmode="lin" valueType="num">
                                      <p:cBhvr additive="base">
                                        <p:cTn id="39" dur="1000" fill="hold"/>
                                        <p:tgtEl>
                                          <p:spTgt spid="52"/>
                                        </p:tgtEl>
                                        <p:attrNameLst>
                                          <p:attrName>ppt_x</p:attrName>
                                        </p:attrNameLst>
                                      </p:cBhvr>
                                      <p:tavLst>
                                        <p:tav tm="0">
                                          <p:val>
                                            <p:strVal val="#ppt_x"/>
                                          </p:val>
                                        </p:tav>
                                        <p:tav tm="100000">
                                          <p:val>
                                            <p:strVal val="#ppt_x"/>
                                          </p:val>
                                        </p:tav>
                                      </p:tavLst>
                                    </p:anim>
                                    <p:anim calcmode="lin" valueType="num">
                                      <p:cBhvr additive="base">
                                        <p:cTn id="40" dur="1000" fill="hold"/>
                                        <p:tgtEl>
                                          <p:spTgt spid="52"/>
                                        </p:tgtEl>
                                        <p:attrNameLst>
                                          <p:attrName>ppt_y</p:attrName>
                                        </p:attrNameLst>
                                      </p:cBhvr>
                                      <p:tavLst>
                                        <p:tav tm="0">
                                          <p:val>
                                            <p:strVal val="1+#ppt_h/2"/>
                                          </p:val>
                                        </p:tav>
                                        <p:tav tm="100000">
                                          <p:val>
                                            <p:strVal val="#ppt_y"/>
                                          </p:val>
                                        </p:tav>
                                      </p:tavLst>
                                    </p:anim>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58"/>
                                        </p:tgtEl>
                                        <p:attrNameLst>
                                          <p:attrName>style.visibility</p:attrName>
                                        </p:attrNameLst>
                                      </p:cBhvr>
                                      <p:to>
                                        <p:strVal val="visible"/>
                                      </p:to>
                                    </p:set>
                                    <p:anim calcmode="lin" valueType="num">
                                      <p:cBhvr>
                                        <p:cTn id="44" dur="500" fill="hold"/>
                                        <p:tgtEl>
                                          <p:spTgt spid="58"/>
                                        </p:tgtEl>
                                        <p:attrNameLst>
                                          <p:attrName>ppt_w</p:attrName>
                                        </p:attrNameLst>
                                      </p:cBhvr>
                                      <p:tavLst>
                                        <p:tav tm="0">
                                          <p:val>
                                            <p:fltVal val="0"/>
                                          </p:val>
                                        </p:tav>
                                        <p:tav tm="100000">
                                          <p:val>
                                            <p:strVal val="#ppt_w"/>
                                          </p:val>
                                        </p:tav>
                                      </p:tavLst>
                                    </p:anim>
                                    <p:anim calcmode="lin" valueType="num">
                                      <p:cBhvr>
                                        <p:cTn id="45" dur="500" fill="hold"/>
                                        <p:tgtEl>
                                          <p:spTgt spid="58"/>
                                        </p:tgtEl>
                                        <p:attrNameLst>
                                          <p:attrName>ppt_h</p:attrName>
                                        </p:attrNameLst>
                                      </p:cBhvr>
                                      <p:tavLst>
                                        <p:tav tm="0">
                                          <p:val>
                                            <p:fltVal val="0"/>
                                          </p:val>
                                        </p:tav>
                                        <p:tav tm="100000">
                                          <p:val>
                                            <p:strVal val="#ppt_h"/>
                                          </p:val>
                                        </p:tav>
                                      </p:tavLst>
                                    </p:anim>
                                    <p:animEffect transition="in" filter="fade">
                                      <p:cBhvr>
                                        <p:cTn id="46" dur="500"/>
                                        <p:tgtEl>
                                          <p:spTgt spid="58"/>
                                        </p:tgtEl>
                                      </p:cBhvr>
                                    </p:animEffect>
                                  </p:childTnLst>
                                </p:cTn>
                              </p:par>
                              <p:par>
                                <p:cTn id="47" presetID="53" presetClass="entr" presetSubtype="0" fill="hold" nodeType="with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p:cTn id="49" dur="500" fill="hold"/>
                                        <p:tgtEl>
                                          <p:spTgt spid="5"/>
                                        </p:tgtEl>
                                        <p:attrNameLst>
                                          <p:attrName>ppt_w</p:attrName>
                                        </p:attrNameLst>
                                      </p:cBhvr>
                                      <p:tavLst>
                                        <p:tav tm="0">
                                          <p:val>
                                            <p:fltVal val="0"/>
                                          </p:val>
                                        </p:tav>
                                        <p:tav tm="100000">
                                          <p:val>
                                            <p:strVal val="#ppt_w"/>
                                          </p:val>
                                        </p:tav>
                                      </p:tavLst>
                                    </p:anim>
                                    <p:anim calcmode="lin" valueType="num">
                                      <p:cBhvr>
                                        <p:cTn id="50" dur="500" fill="hold"/>
                                        <p:tgtEl>
                                          <p:spTgt spid="5"/>
                                        </p:tgtEl>
                                        <p:attrNameLst>
                                          <p:attrName>ppt_h</p:attrName>
                                        </p:attrNameLst>
                                      </p:cBhvr>
                                      <p:tavLst>
                                        <p:tav tm="0">
                                          <p:val>
                                            <p:fltVal val="0"/>
                                          </p:val>
                                        </p:tav>
                                        <p:tav tm="100000">
                                          <p:val>
                                            <p:strVal val="#ppt_h"/>
                                          </p:val>
                                        </p:tav>
                                      </p:tavLst>
                                    </p:anim>
                                    <p:animEffect transition="in" filter="fade">
                                      <p:cBhvr>
                                        <p:cTn id="51" dur="500"/>
                                        <p:tgtEl>
                                          <p:spTgt spid="5"/>
                                        </p:tgtEl>
                                      </p:cBhvr>
                                    </p:animEffect>
                                  </p:childTnLst>
                                </p:cTn>
                              </p:par>
                            </p:childTnLst>
                          </p:cTn>
                        </p:par>
                        <p:par>
                          <p:cTn id="52" fill="hold">
                            <p:stCondLst>
                              <p:cond delay="4000"/>
                            </p:stCondLst>
                            <p:childTnLst>
                              <p:par>
                                <p:cTn id="53" presetID="18" presetClass="entr" presetSubtype="6" fill="hold" grpId="0" nodeType="afterEffect">
                                  <p:stCondLst>
                                    <p:cond delay="0"/>
                                  </p:stCondLst>
                                  <p:childTnLst>
                                    <p:set>
                                      <p:cBhvr>
                                        <p:cTn id="54" dur="1" fill="hold">
                                          <p:stCondLst>
                                            <p:cond delay="0"/>
                                          </p:stCondLst>
                                        </p:cTn>
                                        <p:tgtEl>
                                          <p:spTgt spid="32"/>
                                        </p:tgtEl>
                                        <p:attrNameLst>
                                          <p:attrName>style.visibility</p:attrName>
                                        </p:attrNameLst>
                                      </p:cBhvr>
                                      <p:to>
                                        <p:strVal val="visible"/>
                                      </p:to>
                                    </p:set>
                                    <p:animEffect transition="in" filter="strips(downRight)">
                                      <p:cBhvr>
                                        <p:cTn id="55" dur="500"/>
                                        <p:tgtEl>
                                          <p:spTgt spid="32"/>
                                        </p:tgtEl>
                                      </p:cBhvr>
                                    </p:animEffect>
                                  </p:childTnLst>
                                </p:cTn>
                              </p:par>
                            </p:childTnLst>
                          </p:cTn>
                        </p:par>
                        <p:par>
                          <p:cTn id="56" fill="hold">
                            <p:stCondLst>
                              <p:cond delay="4500"/>
                            </p:stCondLst>
                            <p:childTnLst>
                              <p:par>
                                <p:cTn id="57" presetID="2" presetClass="entr" presetSubtype="1" accel="50000" decel="50000" fill="hold" grpId="0" nodeType="afterEffect">
                                  <p:stCondLst>
                                    <p:cond delay="0"/>
                                  </p:stCondLst>
                                  <p:childTnLst>
                                    <p:set>
                                      <p:cBhvr>
                                        <p:cTn id="58" dur="1" fill="hold">
                                          <p:stCondLst>
                                            <p:cond delay="0"/>
                                          </p:stCondLst>
                                        </p:cTn>
                                        <p:tgtEl>
                                          <p:spTgt spid="69"/>
                                        </p:tgtEl>
                                        <p:attrNameLst>
                                          <p:attrName>style.visibility</p:attrName>
                                        </p:attrNameLst>
                                      </p:cBhvr>
                                      <p:to>
                                        <p:strVal val="visible"/>
                                      </p:to>
                                    </p:set>
                                    <p:anim calcmode="lin" valueType="num">
                                      <p:cBhvr additive="base">
                                        <p:cTn id="59" dur="1000" fill="hold"/>
                                        <p:tgtEl>
                                          <p:spTgt spid="69"/>
                                        </p:tgtEl>
                                        <p:attrNameLst>
                                          <p:attrName>ppt_x</p:attrName>
                                        </p:attrNameLst>
                                      </p:cBhvr>
                                      <p:tavLst>
                                        <p:tav tm="0">
                                          <p:val>
                                            <p:strVal val="#ppt_x"/>
                                          </p:val>
                                        </p:tav>
                                        <p:tav tm="100000">
                                          <p:val>
                                            <p:strVal val="#ppt_x"/>
                                          </p:val>
                                        </p:tav>
                                      </p:tavLst>
                                    </p:anim>
                                    <p:anim calcmode="lin" valueType="num">
                                      <p:cBhvr additive="base">
                                        <p:cTn id="60" dur="1000" fill="hold"/>
                                        <p:tgtEl>
                                          <p:spTgt spid="69"/>
                                        </p:tgtEl>
                                        <p:attrNameLst>
                                          <p:attrName>ppt_y</p:attrName>
                                        </p:attrNameLst>
                                      </p:cBhvr>
                                      <p:tavLst>
                                        <p:tav tm="0">
                                          <p:val>
                                            <p:strVal val="0-#ppt_h/2"/>
                                          </p:val>
                                        </p:tav>
                                        <p:tav tm="100000">
                                          <p:val>
                                            <p:strVal val="#ppt_y"/>
                                          </p:val>
                                        </p:tav>
                                      </p:tavLst>
                                    </p:anim>
                                  </p:childTnLst>
                                </p:cTn>
                              </p:par>
                              <p:par>
                                <p:cTn id="61" presetID="2" presetClass="entr" presetSubtype="4" accel="50000" decel="50000" fill="hold" grpId="0" nodeType="withEffect">
                                  <p:stCondLst>
                                    <p:cond delay="0"/>
                                  </p:stCondLst>
                                  <p:childTnLst>
                                    <p:set>
                                      <p:cBhvr>
                                        <p:cTn id="62" dur="1" fill="hold">
                                          <p:stCondLst>
                                            <p:cond delay="0"/>
                                          </p:stCondLst>
                                        </p:cTn>
                                        <p:tgtEl>
                                          <p:spTgt spid="53"/>
                                        </p:tgtEl>
                                        <p:attrNameLst>
                                          <p:attrName>style.visibility</p:attrName>
                                        </p:attrNameLst>
                                      </p:cBhvr>
                                      <p:to>
                                        <p:strVal val="visible"/>
                                      </p:to>
                                    </p:set>
                                    <p:anim calcmode="lin" valueType="num">
                                      <p:cBhvr additive="base">
                                        <p:cTn id="63" dur="1000" fill="hold"/>
                                        <p:tgtEl>
                                          <p:spTgt spid="53"/>
                                        </p:tgtEl>
                                        <p:attrNameLst>
                                          <p:attrName>ppt_x</p:attrName>
                                        </p:attrNameLst>
                                      </p:cBhvr>
                                      <p:tavLst>
                                        <p:tav tm="0">
                                          <p:val>
                                            <p:strVal val="#ppt_x"/>
                                          </p:val>
                                        </p:tav>
                                        <p:tav tm="100000">
                                          <p:val>
                                            <p:strVal val="#ppt_x"/>
                                          </p:val>
                                        </p:tav>
                                      </p:tavLst>
                                    </p:anim>
                                    <p:anim calcmode="lin" valueType="num">
                                      <p:cBhvr additive="base">
                                        <p:cTn id="64" dur="1000" fill="hold"/>
                                        <p:tgtEl>
                                          <p:spTgt spid="53"/>
                                        </p:tgtEl>
                                        <p:attrNameLst>
                                          <p:attrName>ppt_y</p:attrName>
                                        </p:attrNameLst>
                                      </p:cBhvr>
                                      <p:tavLst>
                                        <p:tav tm="0">
                                          <p:val>
                                            <p:strVal val="1+#ppt_h/2"/>
                                          </p:val>
                                        </p:tav>
                                        <p:tav tm="100000">
                                          <p:val>
                                            <p:strVal val="#ppt_y"/>
                                          </p:val>
                                        </p:tav>
                                      </p:tavLst>
                                    </p:anim>
                                  </p:childTnLst>
                                </p:cTn>
                              </p:par>
                            </p:childTnLst>
                          </p:cTn>
                        </p:par>
                        <p:par>
                          <p:cTn id="65" fill="hold">
                            <p:stCondLst>
                              <p:cond delay="5500"/>
                            </p:stCondLst>
                            <p:childTnLst>
                              <p:par>
                                <p:cTn id="66" presetID="53" presetClass="entr" presetSubtype="0" fill="hold" grpId="0" nodeType="afterEffect">
                                  <p:stCondLst>
                                    <p:cond delay="0"/>
                                  </p:stCondLst>
                                  <p:childTnLst>
                                    <p:set>
                                      <p:cBhvr>
                                        <p:cTn id="67" dur="1" fill="hold">
                                          <p:stCondLst>
                                            <p:cond delay="0"/>
                                          </p:stCondLst>
                                        </p:cTn>
                                        <p:tgtEl>
                                          <p:spTgt spid="59"/>
                                        </p:tgtEl>
                                        <p:attrNameLst>
                                          <p:attrName>style.visibility</p:attrName>
                                        </p:attrNameLst>
                                      </p:cBhvr>
                                      <p:to>
                                        <p:strVal val="visible"/>
                                      </p:to>
                                    </p:set>
                                    <p:anim calcmode="lin" valueType="num">
                                      <p:cBhvr>
                                        <p:cTn id="68" dur="500" fill="hold"/>
                                        <p:tgtEl>
                                          <p:spTgt spid="59"/>
                                        </p:tgtEl>
                                        <p:attrNameLst>
                                          <p:attrName>ppt_w</p:attrName>
                                        </p:attrNameLst>
                                      </p:cBhvr>
                                      <p:tavLst>
                                        <p:tav tm="0">
                                          <p:val>
                                            <p:fltVal val="0"/>
                                          </p:val>
                                        </p:tav>
                                        <p:tav tm="100000">
                                          <p:val>
                                            <p:strVal val="#ppt_w"/>
                                          </p:val>
                                        </p:tav>
                                      </p:tavLst>
                                    </p:anim>
                                    <p:anim calcmode="lin" valueType="num">
                                      <p:cBhvr>
                                        <p:cTn id="69" dur="500" fill="hold"/>
                                        <p:tgtEl>
                                          <p:spTgt spid="59"/>
                                        </p:tgtEl>
                                        <p:attrNameLst>
                                          <p:attrName>ppt_h</p:attrName>
                                        </p:attrNameLst>
                                      </p:cBhvr>
                                      <p:tavLst>
                                        <p:tav tm="0">
                                          <p:val>
                                            <p:fltVal val="0"/>
                                          </p:val>
                                        </p:tav>
                                        <p:tav tm="100000">
                                          <p:val>
                                            <p:strVal val="#ppt_h"/>
                                          </p:val>
                                        </p:tav>
                                      </p:tavLst>
                                    </p:anim>
                                    <p:animEffect transition="in" filter="fade">
                                      <p:cBhvr>
                                        <p:cTn id="70" dur="500"/>
                                        <p:tgtEl>
                                          <p:spTgt spid="59"/>
                                        </p:tgtEl>
                                      </p:cBhvr>
                                    </p:animEffect>
                                  </p:childTnLst>
                                </p:cTn>
                              </p:par>
                              <p:par>
                                <p:cTn id="71" presetID="53" presetClass="entr" presetSubtype="0" fill="hold" nodeType="with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p:cTn id="73" dur="500" fill="hold"/>
                                        <p:tgtEl>
                                          <p:spTgt spid="6"/>
                                        </p:tgtEl>
                                        <p:attrNameLst>
                                          <p:attrName>ppt_w</p:attrName>
                                        </p:attrNameLst>
                                      </p:cBhvr>
                                      <p:tavLst>
                                        <p:tav tm="0">
                                          <p:val>
                                            <p:fltVal val="0"/>
                                          </p:val>
                                        </p:tav>
                                        <p:tav tm="100000">
                                          <p:val>
                                            <p:strVal val="#ppt_w"/>
                                          </p:val>
                                        </p:tav>
                                      </p:tavLst>
                                    </p:anim>
                                    <p:anim calcmode="lin" valueType="num">
                                      <p:cBhvr>
                                        <p:cTn id="74" dur="500" fill="hold"/>
                                        <p:tgtEl>
                                          <p:spTgt spid="6"/>
                                        </p:tgtEl>
                                        <p:attrNameLst>
                                          <p:attrName>ppt_h</p:attrName>
                                        </p:attrNameLst>
                                      </p:cBhvr>
                                      <p:tavLst>
                                        <p:tav tm="0">
                                          <p:val>
                                            <p:fltVal val="0"/>
                                          </p:val>
                                        </p:tav>
                                        <p:tav tm="100000">
                                          <p:val>
                                            <p:strVal val="#ppt_h"/>
                                          </p:val>
                                        </p:tav>
                                      </p:tavLst>
                                    </p:anim>
                                    <p:animEffect transition="in" filter="fade">
                                      <p:cBhvr>
                                        <p:cTn id="75" dur="500"/>
                                        <p:tgtEl>
                                          <p:spTgt spid="6"/>
                                        </p:tgtEl>
                                      </p:cBhvr>
                                    </p:animEffect>
                                  </p:childTnLst>
                                </p:cTn>
                              </p:par>
                            </p:childTnLst>
                          </p:cTn>
                        </p:par>
                        <p:par>
                          <p:cTn id="76" fill="hold">
                            <p:stCondLst>
                              <p:cond delay="6000"/>
                            </p:stCondLst>
                            <p:childTnLst>
                              <p:par>
                                <p:cTn id="77" presetID="18" presetClass="entr" presetSubtype="6" fill="hold" grpId="0" nodeType="afterEffect">
                                  <p:stCondLst>
                                    <p:cond delay="0"/>
                                  </p:stCondLst>
                                  <p:childTnLst>
                                    <p:set>
                                      <p:cBhvr>
                                        <p:cTn id="78" dur="1" fill="hold">
                                          <p:stCondLst>
                                            <p:cond delay="0"/>
                                          </p:stCondLst>
                                        </p:cTn>
                                        <p:tgtEl>
                                          <p:spTgt spid="33"/>
                                        </p:tgtEl>
                                        <p:attrNameLst>
                                          <p:attrName>style.visibility</p:attrName>
                                        </p:attrNameLst>
                                      </p:cBhvr>
                                      <p:to>
                                        <p:strVal val="visible"/>
                                      </p:to>
                                    </p:set>
                                    <p:animEffect transition="in" filter="strips(downRight)">
                                      <p:cBhvr>
                                        <p:cTn id="79" dur="500"/>
                                        <p:tgtEl>
                                          <p:spTgt spid="33"/>
                                        </p:tgtEl>
                                      </p:cBhvr>
                                    </p:animEffect>
                                  </p:childTnLst>
                                </p:cTn>
                              </p:par>
                            </p:childTnLst>
                          </p:cTn>
                        </p:par>
                        <p:par>
                          <p:cTn id="80" fill="hold">
                            <p:stCondLst>
                              <p:cond delay="6500"/>
                            </p:stCondLst>
                            <p:childTnLst>
                              <p:par>
                                <p:cTn id="81" presetID="2" presetClass="entr" presetSubtype="1" accel="50000" decel="50000" fill="hold" grpId="0" nodeType="afterEffect">
                                  <p:stCondLst>
                                    <p:cond delay="0"/>
                                  </p:stCondLst>
                                  <p:childTnLst>
                                    <p:set>
                                      <p:cBhvr>
                                        <p:cTn id="82" dur="1" fill="hold">
                                          <p:stCondLst>
                                            <p:cond delay="0"/>
                                          </p:stCondLst>
                                        </p:cTn>
                                        <p:tgtEl>
                                          <p:spTgt spid="72"/>
                                        </p:tgtEl>
                                        <p:attrNameLst>
                                          <p:attrName>style.visibility</p:attrName>
                                        </p:attrNameLst>
                                      </p:cBhvr>
                                      <p:to>
                                        <p:strVal val="visible"/>
                                      </p:to>
                                    </p:set>
                                    <p:anim calcmode="lin" valueType="num">
                                      <p:cBhvr additive="base">
                                        <p:cTn id="83" dur="1000" fill="hold"/>
                                        <p:tgtEl>
                                          <p:spTgt spid="72"/>
                                        </p:tgtEl>
                                        <p:attrNameLst>
                                          <p:attrName>ppt_x</p:attrName>
                                        </p:attrNameLst>
                                      </p:cBhvr>
                                      <p:tavLst>
                                        <p:tav tm="0">
                                          <p:val>
                                            <p:strVal val="#ppt_x"/>
                                          </p:val>
                                        </p:tav>
                                        <p:tav tm="100000">
                                          <p:val>
                                            <p:strVal val="#ppt_x"/>
                                          </p:val>
                                        </p:tav>
                                      </p:tavLst>
                                    </p:anim>
                                    <p:anim calcmode="lin" valueType="num">
                                      <p:cBhvr additive="base">
                                        <p:cTn id="84" dur="1000" fill="hold"/>
                                        <p:tgtEl>
                                          <p:spTgt spid="72"/>
                                        </p:tgtEl>
                                        <p:attrNameLst>
                                          <p:attrName>ppt_y</p:attrName>
                                        </p:attrNameLst>
                                      </p:cBhvr>
                                      <p:tavLst>
                                        <p:tav tm="0">
                                          <p:val>
                                            <p:strVal val="0-#ppt_h/2"/>
                                          </p:val>
                                        </p:tav>
                                        <p:tav tm="100000">
                                          <p:val>
                                            <p:strVal val="#ppt_y"/>
                                          </p:val>
                                        </p:tav>
                                      </p:tavLst>
                                    </p:anim>
                                  </p:childTnLst>
                                </p:cTn>
                              </p:par>
                              <p:par>
                                <p:cTn id="85" presetID="2" presetClass="entr" presetSubtype="4" accel="50000" decel="50000" fill="hold" grpId="0" nodeType="withEffect">
                                  <p:stCondLst>
                                    <p:cond delay="0"/>
                                  </p:stCondLst>
                                  <p:childTnLst>
                                    <p:set>
                                      <p:cBhvr>
                                        <p:cTn id="86" dur="1" fill="hold">
                                          <p:stCondLst>
                                            <p:cond delay="0"/>
                                          </p:stCondLst>
                                        </p:cTn>
                                        <p:tgtEl>
                                          <p:spTgt spid="56"/>
                                        </p:tgtEl>
                                        <p:attrNameLst>
                                          <p:attrName>style.visibility</p:attrName>
                                        </p:attrNameLst>
                                      </p:cBhvr>
                                      <p:to>
                                        <p:strVal val="visible"/>
                                      </p:to>
                                    </p:set>
                                    <p:anim calcmode="lin" valueType="num">
                                      <p:cBhvr additive="base">
                                        <p:cTn id="87" dur="1000" fill="hold"/>
                                        <p:tgtEl>
                                          <p:spTgt spid="56"/>
                                        </p:tgtEl>
                                        <p:attrNameLst>
                                          <p:attrName>ppt_x</p:attrName>
                                        </p:attrNameLst>
                                      </p:cBhvr>
                                      <p:tavLst>
                                        <p:tav tm="0">
                                          <p:val>
                                            <p:strVal val="#ppt_x"/>
                                          </p:val>
                                        </p:tav>
                                        <p:tav tm="100000">
                                          <p:val>
                                            <p:strVal val="#ppt_x"/>
                                          </p:val>
                                        </p:tav>
                                      </p:tavLst>
                                    </p:anim>
                                    <p:anim calcmode="lin" valueType="num">
                                      <p:cBhvr additive="base">
                                        <p:cTn id="88" dur="1000" fill="hold"/>
                                        <p:tgtEl>
                                          <p:spTgt spid="56"/>
                                        </p:tgtEl>
                                        <p:attrNameLst>
                                          <p:attrName>ppt_y</p:attrName>
                                        </p:attrNameLst>
                                      </p:cBhvr>
                                      <p:tavLst>
                                        <p:tav tm="0">
                                          <p:val>
                                            <p:strVal val="1+#ppt_h/2"/>
                                          </p:val>
                                        </p:tav>
                                        <p:tav tm="100000">
                                          <p:val>
                                            <p:strVal val="#ppt_y"/>
                                          </p:val>
                                        </p:tav>
                                      </p:tavLst>
                                    </p:anim>
                                  </p:childTnLst>
                                </p:cTn>
                              </p:par>
                            </p:childTnLst>
                          </p:cTn>
                        </p:par>
                        <p:par>
                          <p:cTn id="89" fill="hold">
                            <p:stCondLst>
                              <p:cond delay="7500"/>
                            </p:stCondLst>
                            <p:childTnLst>
                              <p:par>
                                <p:cTn id="90" presetID="53" presetClass="entr" presetSubtype="0" fill="hold" grpId="0" nodeType="afterEffect">
                                  <p:stCondLst>
                                    <p:cond delay="0"/>
                                  </p:stCondLst>
                                  <p:childTnLst>
                                    <p:set>
                                      <p:cBhvr>
                                        <p:cTn id="91" dur="1" fill="hold">
                                          <p:stCondLst>
                                            <p:cond delay="0"/>
                                          </p:stCondLst>
                                        </p:cTn>
                                        <p:tgtEl>
                                          <p:spTgt spid="60"/>
                                        </p:tgtEl>
                                        <p:attrNameLst>
                                          <p:attrName>style.visibility</p:attrName>
                                        </p:attrNameLst>
                                      </p:cBhvr>
                                      <p:to>
                                        <p:strVal val="visible"/>
                                      </p:to>
                                    </p:set>
                                    <p:anim calcmode="lin" valueType="num">
                                      <p:cBhvr>
                                        <p:cTn id="92" dur="500" fill="hold"/>
                                        <p:tgtEl>
                                          <p:spTgt spid="60"/>
                                        </p:tgtEl>
                                        <p:attrNameLst>
                                          <p:attrName>ppt_w</p:attrName>
                                        </p:attrNameLst>
                                      </p:cBhvr>
                                      <p:tavLst>
                                        <p:tav tm="0">
                                          <p:val>
                                            <p:fltVal val="0"/>
                                          </p:val>
                                        </p:tav>
                                        <p:tav tm="100000">
                                          <p:val>
                                            <p:strVal val="#ppt_w"/>
                                          </p:val>
                                        </p:tav>
                                      </p:tavLst>
                                    </p:anim>
                                    <p:anim calcmode="lin" valueType="num">
                                      <p:cBhvr>
                                        <p:cTn id="93" dur="500" fill="hold"/>
                                        <p:tgtEl>
                                          <p:spTgt spid="60"/>
                                        </p:tgtEl>
                                        <p:attrNameLst>
                                          <p:attrName>ppt_h</p:attrName>
                                        </p:attrNameLst>
                                      </p:cBhvr>
                                      <p:tavLst>
                                        <p:tav tm="0">
                                          <p:val>
                                            <p:fltVal val="0"/>
                                          </p:val>
                                        </p:tav>
                                        <p:tav tm="100000">
                                          <p:val>
                                            <p:strVal val="#ppt_h"/>
                                          </p:val>
                                        </p:tav>
                                      </p:tavLst>
                                    </p:anim>
                                    <p:animEffect transition="in" filter="fade">
                                      <p:cBhvr>
                                        <p:cTn id="94" dur="500"/>
                                        <p:tgtEl>
                                          <p:spTgt spid="60"/>
                                        </p:tgtEl>
                                      </p:cBhvr>
                                    </p:animEffect>
                                  </p:childTnLst>
                                </p:cTn>
                              </p:par>
                              <p:par>
                                <p:cTn id="95" presetID="53" presetClass="entr" presetSubtype="0" fill="hold" nodeType="withEffect">
                                  <p:stCondLst>
                                    <p:cond delay="0"/>
                                  </p:stCondLst>
                                  <p:childTnLst>
                                    <p:set>
                                      <p:cBhvr>
                                        <p:cTn id="96" dur="1" fill="hold">
                                          <p:stCondLst>
                                            <p:cond delay="0"/>
                                          </p:stCondLst>
                                        </p:cTn>
                                        <p:tgtEl>
                                          <p:spTgt spid="7"/>
                                        </p:tgtEl>
                                        <p:attrNameLst>
                                          <p:attrName>style.visibility</p:attrName>
                                        </p:attrNameLst>
                                      </p:cBhvr>
                                      <p:to>
                                        <p:strVal val="visible"/>
                                      </p:to>
                                    </p:set>
                                    <p:anim calcmode="lin" valueType="num">
                                      <p:cBhvr>
                                        <p:cTn id="97" dur="500" fill="hold"/>
                                        <p:tgtEl>
                                          <p:spTgt spid="7"/>
                                        </p:tgtEl>
                                        <p:attrNameLst>
                                          <p:attrName>ppt_w</p:attrName>
                                        </p:attrNameLst>
                                      </p:cBhvr>
                                      <p:tavLst>
                                        <p:tav tm="0">
                                          <p:val>
                                            <p:fltVal val="0"/>
                                          </p:val>
                                        </p:tav>
                                        <p:tav tm="100000">
                                          <p:val>
                                            <p:strVal val="#ppt_w"/>
                                          </p:val>
                                        </p:tav>
                                      </p:tavLst>
                                    </p:anim>
                                    <p:anim calcmode="lin" valueType="num">
                                      <p:cBhvr>
                                        <p:cTn id="98" dur="500" fill="hold"/>
                                        <p:tgtEl>
                                          <p:spTgt spid="7"/>
                                        </p:tgtEl>
                                        <p:attrNameLst>
                                          <p:attrName>ppt_h</p:attrName>
                                        </p:attrNameLst>
                                      </p:cBhvr>
                                      <p:tavLst>
                                        <p:tav tm="0">
                                          <p:val>
                                            <p:fltVal val="0"/>
                                          </p:val>
                                        </p:tav>
                                        <p:tav tm="100000">
                                          <p:val>
                                            <p:strVal val="#ppt_h"/>
                                          </p:val>
                                        </p:tav>
                                      </p:tavLst>
                                    </p:anim>
                                    <p:animEffect transition="in" filter="fade">
                                      <p:cBhvr>
                                        <p:cTn id="9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3" grpId="0" animBg="1"/>
      <p:bldP spid="52" grpId="0" animBg="1"/>
      <p:bldP spid="51" grpId="0" animBg="1"/>
      <p:bldP spid="45" grpId="0" animBg="1"/>
      <p:bldP spid="54" grpId="0" animBg="1"/>
      <p:bldP spid="69" grpId="0" animBg="1"/>
      <p:bldP spid="72" grpId="0" animBg="1"/>
      <p:bldP spid="31" grpId="0" animBg="1"/>
      <p:bldP spid="32" grpId="0" animBg="1"/>
      <p:bldP spid="33" grpId="0" animBg="1"/>
      <p:bldP spid="57" grpId="0" animBg="1"/>
      <p:bldP spid="58" grpId="0" animBg="1"/>
      <p:bldP spid="59" grpId="0" animBg="1"/>
      <p:bldP spid="60"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Step Up Process Infographic</a:t>
            </a:r>
            <a:endParaRPr lang="en-US" dirty="0"/>
          </a:p>
        </p:txBody>
      </p:sp>
      <p:sp>
        <p:nvSpPr>
          <p:cNvPr id="4" name="Text Placeholder 3"/>
          <p:cNvSpPr>
            <a:spLocks noGrp="1"/>
          </p:cNvSpPr>
          <p:nvPr>
            <p:ph type="body" sz="half" idx="2"/>
          </p:nvPr>
        </p:nvSpPr>
        <p:spPr/>
        <p:txBody>
          <a:bodyPr/>
          <a:lstStyle/>
          <a:p>
            <a:r>
              <a:rPr lang="en-US"/>
              <a:t>Step Up Process Infographic</a:t>
            </a:r>
            <a:endParaRPr lang="en-US" dirty="0"/>
          </a:p>
        </p:txBody>
      </p:sp>
      <p:sp>
        <p:nvSpPr>
          <p:cNvPr id="37" name="Slide Number Placeholder 36"/>
          <p:cNvSpPr>
            <a:spLocks noGrp="1"/>
          </p:cNvSpPr>
          <p:nvPr>
            <p:ph type="sldNum" sz="quarter" idx="12"/>
          </p:nvPr>
        </p:nvSpPr>
        <p:spPr/>
        <p:txBody>
          <a:bodyPr/>
          <a:lstStyle/>
          <a:p>
            <a:fld id="{C136B7D2-B98C-44FD-8D04-7EC62A564975}" type="slidenum">
              <a:rPr lang="en-US" smtClean="0"/>
              <a:pPr/>
              <a:t>193</a:t>
            </a:fld>
            <a:endParaRPr lang="en-US" dirty="0"/>
          </a:p>
        </p:txBody>
      </p:sp>
      <p:sp>
        <p:nvSpPr>
          <p:cNvPr id="54" name="TextBox 53"/>
          <p:cNvSpPr txBox="1"/>
          <p:nvPr/>
        </p:nvSpPr>
        <p:spPr>
          <a:xfrm>
            <a:off x="769938" y="3798812"/>
            <a:ext cx="1888797" cy="1077218"/>
          </a:xfrm>
          <a:prstGeom prst="rect">
            <a:avLst/>
          </a:prstGeom>
          <a:noFill/>
        </p:spPr>
        <p:txBody>
          <a:bodyPr wrap="square" rtlCol="0">
            <a:spAutoFit/>
          </a:bodyPr>
          <a:lstStyle/>
          <a:p>
            <a:r>
              <a:rPr lang="en-US" sz="1100" b="1" dirty="0">
                <a:solidFill>
                  <a:schemeClr val="accent1"/>
                </a:solidFill>
              </a:rPr>
              <a:t>PROJECTS DEVELOPMENT</a:t>
            </a:r>
            <a:endParaRPr lang="en-US" sz="1100" dirty="0">
              <a:solidFill>
                <a:schemeClr val="accent1"/>
              </a:solidFill>
            </a:endParaRPr>
          </a:p>
          <a:p>
            <a:r>
              <a:rPr lang="en-US" sz="1000" dirty="0">
                <a:solidFill>
                  <a:schemeClr val="tx1">
                    <a:lumMod val="65000"/>
                    <a:lumOff val="35000"/>
                  </a:schemeClr>
                </a:solidFill>
              </a:rPr>
              <a:t>There are many variations of passages of Lorem Ipsum available, but the majority suffered.</a:t>
            </a:r>
          </a:p>
        </p:txBody>
      </p:sp>
      <p:sp>
        <p:nvSpPr>
          <p:cNvPr id="55" name="TextBox 54"/>
          <p:cNvSpPr txBox="1"/>
          <p:nvPr/>
        </p:nvSpPr>
        <p:spPr>
          <a:xfrm>
            <a:off x="2754017" y="3352535"/>
            <a:ext cx="1888797" cy="1077218"/>
          </a:xfrm>
          <a:prstGeom prst="rect">
            <a:avLst/>
          </a:prstGeom>
          <a:noFill/>
        </p:spPr>
        <p:txBody>
          <a:bodyPr wrap="square" rtlCol="0">
            <a:spAutoFit/>
          </a:bodyPr>
          <a:lstStyle/>
          <a:p>
            <a:r>
              <a:rPr lang="en-US" sz="1100" b="1" dirty="0">
                <a:solidFill>
                  <a:schemeClr val="accent2"/>
                </a:solidFill>
              </a:rPr>
              <a:t>PROJECTS DEVELOPMENT</a:t>
            </a:r>
            <a:endParaRPr lang="en-US" sz="1100" dirty="0">
              <a:solidFill>
                <a:schemeClr val="accent2"/>
              </a:solidFill>
            </a:endParaRPr>
          </a:p>
          <a:p>
            <a:r>
              <a:rPr lang="en-US" sz="1000" dirty="0">
                <a:solidFill>
                  <a:schemeClr val="tx1">
                    <a:lumMod val="65000"/>
                    <a:lumOff val="35000"/>
                  </a:schemeClr>
                </a:solidFill>
              </a:rPr>
              <a:t>There are many variations of passages of Lorem Ipsum available, but the majority suffered.</a:t>
            </a:r>
          </a:p>
        </p:txBody>
      </p:sp>
      <p:sp>
        <p:nvSpPr>
          <p:cNvPr id="56" name="TextBox 55"/>
          <p:cNvSpPr txBox="1"/>
          <p:nvPr/>
        </p:nvSpPr>
        <p:spPr>
          <a:xfrm>
            <a:off x="4626803" y="2866797"/>
            <a:ext cx="1888797" cy="1077218"/>
          </a:xfrm>
          <a:prstGeom prst="rect">
            <a:avLst/>
          </a:prstGeom>
          <a:noFill/>
        </p:spPr>
        <p:txBody>
          <a:bodyPr wrap="square" rtlCol="0">
            <a:spAutoFit/>
          </a:bodyPr>
          <a:lstStyle/>
          <a:p>
            <a:r>
              <a:rPr lang="en-US" sz="1100" b="1" dirty="0">
                <a:solidFill>
                  <a:schemeClr val="accent3"/>
                </a:solidFill>
              </a:rPr>
              <a:t>PROJECTS DEVELOPMENT</a:t>
            </a:r>
            <a:endParaRPr lang="en-US" sz="1100" dirty="0">
              <a:solidFill>
                <a:schemeClr val="accent3"/>
              </a:solidFill>
            </a:endParaRPr>
          </a:p>
          <a:p>
            <a:r>
              <a:rPr lang="en-US" sz="1000" dirty="0">
                <a:solidFill>
                  <a:schemeClr val="tx1">
                    <a:lumMod val="65000"/>
                    <a:lumOff val="35000"/>
                  </a:schemeClr>
                </a:solidFill>
              </a:rPr>
              <a:t>There are many variations of passages of Lorem Ipsum available, but the majority suffered.</a:t>
            </a:r>
          </a:p>
        </p:txBody>
      </p:sp>
      <p:sp>
        <p:nvSpPr>
          <p:cNvPr id="57" name="TextBox 56"/>
          <p:cNvSpPr txBox="1"/>
          <p:nvPr/>
        </p:nvSpPr>
        <p:spPr>
          <a:xfrm>
            <a:off x="6499590" y="2326087"/>
            <a:ext cx="1888797" cy="1077218"/>
          </a:xfrm>
          <a:prstGeom prst="rect">
            <a:avLst/>
          </a:prstGeom>
          <a:noFill/>
        </p:spPr>
        <p:txBody>
          <a:bodyPr wrap="square" rtlCol="0">
            <a:spAutoFit/>
          </a:bodyPr>
          <a:lstStyle/>
          <a:p>
            <a:r>
              <a:rPr lang="en-US" sz="1100" b="1" dirty="0">
                <a:solidFill>
                  <a:schemeClr val="accent4"/>
                </a:solidFill>
              </a:rPr>
              <a:t>PROJECTS DEVELOPMENT</a:t>
            </a:r>
            <a:endParaRPr lang="en-US" sz="1100" dirty="0">
              <a:solidFill>
                <a:schemeClr val="accent4"/>
              </a:solidFill>
            </a:endParaRPr>
          </a:p>
          <a:p>
            <a:r>
              <a:rPr lang="en-US" sz="1000" dirty="0">
                <a:solidFill>
                  <a:schemeClr val="tx1">
                    <a:lumMod val="65000"/>
                    <a:lumOff val="35000"/>
                  </a:schemeClr>
                </a:solidFill>
              </a:rPr>
              <a:t>There are many variations of passages of Lorem Ipsum available, but the majority suffered.</a:t>
            </a:r>
          </a:p>
        </p:txBody>
      </p:sp>
      <p:grpSp>
        <p:nvGrpSpPr>
          <p:cNvPr id="3" name="Group 43"/>
          <p:cNvGrpSpPr/>
          <p:nvPr/>
        </p:nvGrpSpPr>
        <p:grpSpPr>
          <a:xfrm>
            <a:off x="2469637" y="2543073"/>
            <a:ext cx="2120468" cy="643978"/>
            <a:chOff x="2469637" y="2543073"/>
            <a:chExt cx="2120468" cy="643978"/>
          </a:xfrm>
        </p:grpSpPr>
        <p:sp>
          <p:nvSpPr>
            <p:cNvPr id="41" name="Flowchart: Data 40"/>
            <p:cNvSpPr/>
            <p:nvPr/>
          </p:nvSpPr>
          <p:spPr>
            <a:xfrm rot="16200000" flipH="1" flipV="1">
              <a:off x="4163077" y="2756126"/>
              <a:ext cx="640080" cy="213975"/>
            </a:xfrm>
            <a:prstGeom prst="flowChartInputOutpu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5" name="Group 51"/>
            <p:cNvGrpSpPr/>
            <p:nvPr/>
          </p:nvGrpSpPr>
          <p:grpSpPr>
            <a:xfrm>
              <a:off x="2469637" y="2543073"/>
              <a:ext cx="2120468" cy="643978"/>
              <a:chOff x="2460112" y="2094062"/>
              <a:chExt cx="2120468" cy="643978"/>
            </a:xfrm>
          </p:grpSpPr>
          <p:sp>
            <p:nvSpPr>
              <p:cNvPr id="33" name="Flowchart: Data 32"/>
              <p:cNvSpPr/>
              <p:nvPr/>
            </p:nvSpPr>
            <p:spPr>
              <a:xfrm rot="16200000" flipH="1" flipV="1">
                <a:off x="2247060" y="2307114"/>
                <a:ext cx="640080" cy="213975"/>
              </a:xfrm>
              <a:prstGeom prst="flowChartInputOutpu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Rectangle 34"/>
              <p:cNvSpPr/>
              <p:nvPr/>
            </p:nvSpPr>
            <p:spPr>
              <a:xfrm>
                <a:off x="2673145" y="2224816"/>
                <a:ext cx="1907435" cy="513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Step Two</a:t>
                </a:r>
              </a:p>
            </p:txBody>
          </p:sp>
        </p:grpSp>
      </p:grpSp>
      <p:grpSp>
        <p:nvGrpSpPr>
          <p:cNvPr id="6" name="Group 28"/>
          <p:cNvGrpSpPr/>
          <p:nvPr/>
        </p:nvGrpSpPr>
        <p:grpSpPr>
          <a:xfrm>
            <a:off x="6278686" y="1522976"/>
            <a:ext cx="2121411" cy="643977"/>
            <a:chOff x="6278686" y="1246786"/>
            <a:chExt cx="2121411" cy="643977"/>
          </a:xfrm>
        </p:grpSpPr>
        <p:sp>
          <p:nvSpPr>
            <p:cNvPr id="38" name="Flowchart: Data 37"/>
            <p:cNvSpPr/>
            <p:nvPr/>
          </p:nvSpPr>
          <p:spPr>
            <a:xfrm rot="16200000" flipH="1" flipV="1">
              <a:off x="6065634" y="1459838"/>
              <a:ext cx="640080" cy="213975"/>
            </a:xfrm>
            <a:prstGeom prst="flowChartInputOutpu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Pentagon 39"/>
            <p:cNvSpPr/>
            <p:nvPr/>
          </p:nvSpPr>
          <p:spPr>
            <a:xfrm>
              <a:off x="6492662" y="1377539"/>
              <a:ext cx="1907435" cy="513224"/>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Step Four</a:t>
              </a:r>
            </a:p>
          </p:txBody>
        </p:sp>
      </p:grpSp>
      <p:grpSp>
        <p:nvGrpSpPr>
          <p:cNvPr id="7" name="Group 45"/>
          <p:cNvGrpSpPr/>
          <p:nvPr/>
        </p:nvGrpSpPr>
        <p:grpSpPr>
          <a:xfrm>
            <a:off x="4376129" y="2033662"/>
            <a:ext cx="2121411" cy="646429"/>
            <a:chOff x="4376129" y="2033662"/>
            <a:chExt cx="2121411" cy="646429"/>
          </a:xfrm>
        </p:grpSpPr>
        <p:sp>
          <p:nvSpPr>
            <p:cNvPr id="43" name="Flowchart: Data 42"/>
            <p:cNvSpPr/>
            <p:nvPr/>
          </p:nvSpPr>
          <p:spPr>
            <a:xfrm rot="16200000" flipH="1" flipV="1">
              <a:off x="6070512" y="2253063"/>
              <a:ext cx="640080" cy="213975"/>
            </a:xfrm>
            <a:prstGeom prst="flowChartInputOutpu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8" name="Group 52"/>
            <p:cNvGrpSpPr/>
            <p:nvPr/>
          </p:nvGrpSpPr>
          <p:grpSpPr>
            <a:xfrm>
              <a:off x="4376129" y="2033662"/>
              <a:ext cx="2121411" cy="640165"/>
              <a:chOff x="4366604" y="1584651"/>
              <a:chExt cx="2121411" cy="640165"/>
            </a:xfrm>
          </p:grpSpPr>
          <p:sp>
            <p:nvSpPr>
              <p:cNvPr id="45" name="Rectangle 44"/>
              <p:cNvSpPr/>
              <p:nvPr/>
            </p:nvSpPr>
            <p:spPr>
              <a:xfrm>
                <a:off x="4580580" y="1711592"/>
                <a:ext cx="1907435" cy="51322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Step Three</a:t>
                </a:r>
              </a:p>
            </p:txBody>
          </p:sp>
          <p:sp>
            <p:nvSpPr>
              <p:cNvPr id="42" name="Flowchart: Data 41"/>
              <p:cNvSpPr/>
              <p:nvPr/>
            </p:nvSpPr>
            <p:spPr>
              <a:xfrm rot="16200000" flipH="1" flipV="1">
                <a:off x="4153552" y="1797703"/>
                <a:ext cx="640080" cy="213975"/>
              </a:xfrm>
              <a:prstGeom prst="flowChartInputOutpu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9" name="Group 30"/>
          <p:cNvGrpSpPr/>
          <p:nvPr/>
        </p:nvGrpSpPr>
        <p:grpSpPr>
          <a:xfrm>
            <a:off x="775234" y="3056297"/>
            <a:ext cx="1908378" cy="643978"/>
            <a:chOff x="775234" y="2780107"/>
            <a:chExt cx="1908378" cy="643978"/>
          </a:xfrm>
        </p:grpSpPr>
        <p:sp>
          <p:nvSpPr>
            <p:cNvPr id="27" name="Flowchart: Data 26"/>
            <p:cNvSpPr/>
            <p:nvPr/>
          </p:nvSpPr>
          <p:spPr>
            <a:xfrm rot="16200000" flipH="1" flipV="1">
              <a:off x="2256585" y="2993159"/>
              <a:ext cx="640080" cy="213975"/>
            </a:xfrm>
            <a:prstGeom prst="flowChartInputOutpu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Rectangle 29"/>
            <p:cNvSpPr/>
            <p:nvPr/>
          </p:nvSpPr>
          <p:spPr>
            <a:xfrm>
              <a:off x="775234" y="2910861"/>
              <a:ext cx="1907435" cy="5132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1400" b="1" dirty="0">
                  <a:solidFill>
                    <a:schemeClr val="bg1"/>
                  </a:solidFill>
                </a:rPr>
                <a:t>Step One</a:t>
              </a:r>
            </a:p>
          </p:txBody>
        </p:sp>
      </p:grpSp>
      <p:sp>
        <p:nvSpPr>
          <p:cNvPr id="50" name="Rectangle 49"/>
          <p:cNvSpPr/>
          <p:nvPr/>
        </p:nvSpPr>
        <p:spPr>
          <a:xfrm>
            <a:off x="1248179" y="3289775"/>
            <a:ext cx="184731" cy="307777"/>
          </a:xfrm>
          <a:prstGeom prst="rect">
            <a:avLst/>
          </a:prstGeom>
        </p:spPr>
        <p:txBody>
          <a:bodyPr wrap="none">
            <a:spAutoFit/>
          </a:bodyPr>
          <a:lstStyle/>
          <a:p>
            <a:endParaRPr lang="en-US" sz="1400" dirty="0"/>
          </a:p>
        </p:txBody>
      </p:sp>
      <p:sp>
        <p:nvSpPr>
          <p:cNvPr id="32" name="Freeform 42"/>
          <p:cNvSpPr>
            <a:spLocks noEditPoints="1"/>
          </p:cNvSpPr>
          <p:nvPr/>
        </p:nvSpPr>
        <p:spPr bwMode="auto">
          <a:xfrm>
            <a:off x="1403615" y="2559905"/>
            <a:ext cx="604931" cy="520700"/>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86"/>
          <p:cNvSpPr>
            <a:spLocks noEditPoints="1"/>
          </p:cNvSpPr>
          <p:nvPr/>
        </p:nvSpPr>
        <p:spPr bwMode="auto">
          <a:xfrm>
            <a:off x="3363167" y="1930972"/>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57"/>
          <p:cNvSpPr>
            <a:spLocks noEditPoints="1"/>
          </p:cNvSpPr>
          <p:nvPr/>
        </p:nvSpPr>
        <p:spPr bwMode="auto">
          <a:xfrm>
            <a:off x="5250584" y="1575275"/>
            <a:ext cx="460856" cy="408560"/>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52"/>
          <p:cNvSpPr>
            <a:spLocks noEditPoints="1"/>
          </p:cNvSpPr>
          <p:nvPr/>
        </p:nvSpPr>
        <p:spPr bwMode="auto">
          <a:xfrm>
            <a:off x="7079937" y="1096397"/>
            <a:ext cx="518189" cy="47887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par>
                                <p:cTn id="15" presetID="2" presetClass="entr" presetSubtype="4" accel="50000" decel="50000" fill="hold" grpId="0" nodeType="withEffect">
                                  <p:stCondLst>
                                    <p:cond delay="0"/>
                                  </p:stCondLst>
                                  <p:childTnLst>
                                    <p:set>
                                      <p:cBhvr>
                                        <p:cTn id="16" dur="1" fill="hold">
                                          <p:stCondLst>
                                            <p:cond delay="0"/>
                                          </p:stCondLst>
                                        </p:cTn>
                                        <p:tgtEl>
                                          <p:spTgt spid="54"/>
                                        </p:tgtEl>
                                        <p:attrNameLst>
                                          <p:attrName>style.visibility</p:attrName>
                                        </p:attrNameLst>
                                      </p:cBhvr>
                                      <p:to>
                                        <p:strVal val="visible"/>
                                      </p:to>
                                    </p:set>
                                    <p:anim calcmode="lin" valueType="num">
                                      <p:cBhvr additive="base">
                                        <p:cTn id="17" dur="500" fill="hold"/>
                                        <p:tgtEl>
                                          <p:spTgt spid="54"/>
                                        </p:tgtEl>
                                        <p:attrNameLst>
                                          <p:attrName>ppt_x</p:attrName>
                                        </p:attrNameLst>
                                      </p:cBhvr>
                                      <p:tavLst>
                                        <p:tav tm="0">
                                          <p:val>
                                            <p:strVal val="#ppt_x"/>
                                          </p:val>
                                        </p:tav>
                                        <p:tav tm="100000">
                                          <p:val>
                                            <p:strVal val="#ppt_x"/>
                                          </p:val>
                                        </p:tav>
                                      </p:tavLst>
                                    </p:anim>
                                    <p:anim calcmode="lin" valueType="num">
                                      <p:cBhvr additive="base">
                                        <p:cTn id="18" dur="500" fill="hold"/>
                                        <p:tgtEl>
                                          <p:spTgt spid="54"/>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8" accel="50000" decel="50000"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0-#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 calcmode="lin" valueType="num">
                                      <p:cBhvr>
                                        <p:cTn id="27" dur="500" fill="hold"/>
                                        <p:tgtEl>
                                          <p:spTgt spid="34"/>
                                        </p:tgtEl>
                                        <p:attrNameLst>
                                          <p:attrName>ppt_w</p:attrName>
                                        </p:attrNameLst>
                                      </p:cBhvr>
                                      <p:tavLst>
                                        <p:tav tm="0">
                                          <p:val>
                                            <p:fltVal val="0"/>
                                          </p:val>
                                        </p:tav>
                                        <p:tav tm="100000">
                                          <p:val>
                                            <p:strVal val="#ppt_w"/>
                                          </p:val>
                                        </p:tav>
                                      </p:tavLst>
                                    </p:anim>
                                    <p:anim calcmode="lin" valueType="num">
                                      <p:cBhvr>
                                        <p:cTn id="28" dur="500" fill="hold"/>
                                        <p:tgtEl>
                                          <p:spTgt spid="34"/>
                                        </p:tgtEl>
                                        <p:attrNameLst>
                                          <p:attrName>ppt_h</p:attrName>
                                        </p:attrNameLst>
                                      </p:cBhvr>
                                      <p:tavLst>
                                        <p:tav tm="0">
                                          <p:val>
                                            <p:fltVal val="0"/>
                                          </p:val>
                                        </p:tav>
                                        <p:tav tm="100000">
                                          <p:val>
                                            <p:strVal val="#ppt_h"/>
                                          </p:val>
                                        </p:tav>
                                      </p:tavLst>
                                    </p:anim>
                                    <p:animEffect transition="in" filter="fade">
                                      <p:cBhvr>
                                        <p:cTn id="29" dur="500"/>
                                        <p:tgtEl>
                                          <p:spTgt spid="34"/>
                                        </p:tgtEl>
                                      </p:cBhvr>
                                    </p:animEffect>
                                  </p:childTnLst>
                                </p:cTn>
                              </p:par>
                              <p:par>
                                <p:cTn id="30" presetID="2" presetClass="entr" presetSubtype="4" accel="50000" decel="50000" fill="hold" grpId="0" nodeType="withEffect">
                                  <p:stCondLst>
                                    <p:cond delay="0"/>
                                  </p:stCondLst>
                                  <p:childTnLst>
                                    <p:set>
                                      <p:cBhvr>
                                        <p:cTn id="31" dur="1" fill="hold">
                                          <p:stCondLst>
                                            <p:cond delay="0"/>
                                          </p:stCondLst>
                                        </p:cTn>
                                        <p:tgtEl>
                                          <p:spTgt spid="55"/>
                                        </p:tgtEl>
                                        <p:attrNameLst>
                                          <p:attrName>style.visibility</p:attrName>
                                        </p:attrNameLst>
                                      </p:cBhvr>
                                      <p:to>
                                        <p:strVal val="visible"/>
                                      </p:to>
                                    </p:set>
                                    <p:anim calcmode="lin" valueType="num">
                                      <p:cBhvr additive="base">
                                        <p:cTn id="32" dur="500" fill="hold"/>
                                        <p:tgtEl>
                                          <p:spTgt spid="55"/>
                                        </p:tgtEl>
                                        <p:attrNameLst>
                                          <p:attrName>ppt_x</p:attrName>
                                        </p:attrNameLst>
                                      </p:cBhvr>
                                      <p:tavLst>
                                        <p:tav tm="0">
                                          <p:val>
                                            <p:strVal val="#ppt_x"/>
                                          </p:val>
                                        </p:tav>
                                        <p:tav tm="100000">
                                          <p:val>
                                            <p:strVal val="#ppt_x"/>
                                          </p:val>
                                        </p:tav>
                                      </p:tavLst>
                                    </p:anim>
                                    <p:anim calcmode="lin" valueType="num">
                                      <p:cBhvr additive="base">
                                        <p:cTn id="33" dur="500" fill="hold"/>
                                        <p:tgtEl>
                                          <p:spTgt spid="55"/>
                                        </p:tgtEl>
                                        <p:attrNameLst>
                                          <p:attrName>ppt_y</p:attrName>
                                        </p:attrNameLst>
                                      </p:cBhvr>
                                      <p:tavLst>
                                        <p:tav tm="0">
                                          <p:val>
                                            <p:strVal val="1+#ppt_h/2"/>
                                          </p:val>
                                        </p:tav>
                                        <p:tav tm="100000">
                                          <p:val>
                                            <p:strVal val="#ppt_y"/>
                                          </p:val>
                                        </p:tav>
                                      </p:tavLst>
                                    </p:anim>
                                  </p:childTnLst>
                                </p:cTn>
                              </p:par>
                            </p:childTnLst>
                          </p:cTn>
                        </p:par>
                        <p:par>
                          <p:cTn id="34" fill="hold">
                            <p:stCondLst>
                              <p:cond delay="2000"/>
                            </p:stCondLst>
                            <p:childTnLst>
                              <p:par>
                                <p:cTn id="35" presetID="2" presetClass="entr" presetSubtype="8" accel="50000" decel="50000"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0-#ppt_w/2"/>
                                          </p:val>
                                        </p:tav>
                                        <p:tav tm="100000">
                                          <p:val>
                                            <p:strVal val="#ppt_x"/>
                                          </p:val>
                                        </p:tav>
                                      </p:tavLst>
                                    </p:anim>
                                    <p:anim calcmode="lin" valueType="num">
                                      <p:cBhvr additive="base">
                                        <p:cTn id="38" dur="500" fill="hold"/>
                                        <p:tgtEl>
                                          <p:spTgt spid="7"/>
                                        </p:tgtEl>
                                        <p:attrNameLst>
                                          <p:attrName>ppt_y</p:attrName>
                                        </p:attrNameLst>
                                      </p:cBhvr>
                                      <p:tavLst>
                                        <p:tav tm="0">
                                          <p:val>
                                            <p:strVal val="#ppt_y"/>
                                          </p:val>
                                        </p:tav>
                                        <p:tav tm="100000">
                                          <p:val>
                                            <p:strVal val="#ppt_y"/>
                                          </p:val>
                                        </p:tav>
                                      </p:tavLst>
                                    </p:anim>
                                  </p:childTnLst>
                                </p:cTn>
                              </p:par>
                            </p:childTnLst>
                          </p:cTn>
                        </p:par>
                        <p:par>
                          <p:cTn id="39" fill="hold">
                            <p:stCondLst>
                              <p:cond delay="2500"/>
                            </p:stCondLst>
                            <p:childTnLst>
                              <p:par>
                                <p:cTn id="40" presetID="53" presetClass="entr" presetSubtype="0" fill="hold" grpId="0" nodeType="afterEffect">
                                  <p:stCondLst>
                                    <p:cond delay="0"/>
                                  </p:stCondLst>
                                  <p:childTnLst>
                                    <p:set>
                                      <p:cBhvr>
                                        <p:cTn id="41" dur="1" fill="hold">
                                          <p:stCondLst>
                                            <p:cond delay="0"/>
                                          </p:stCondLst>
                                        </p:cTn>
                                        <p:tgtEl>
                                          <p:spTgt spid="36"/>
                                        </p:tgtEl>
                                        <p:attrNameLst>
                                          <p:attrName>style.visibility</p:attrName>
                                        </p:attrNameLst>
                                      </p:cBhvr>
                                      <p:to>
                                        <p:strVal val="visible"/>
                                      </p:to>
                                    </p:set>
                                    <p:anim calcmode="lin" valueType="num">
                                      <p:cBhvr>
                                        <p:cTn id="42" dur="500" fill="hold"/>
                                        <p:tgtEl>
                                          <p:spTgt spid="36"/>
                                        </p:tgtEl>
                                        <p:attrNameLst>
                                          <p:attrName>ppt_w</p:attrName>
                                        </p:attrNameLst>
                                      </p:cBhvr>
                                      <p:tavLst>
                                        <p:tav tm="0">
                                          <p:val>
                                            <p:fltVal val="0"/>
                                          </p:val>
                                        </p:tav>
                                        <p:tav tm="100000">
                                          <p:val>
                                            <p:strVal val="#ppt_w"/>
                                          </p:val>
                                        </p:tav>
                                      </p:tavLst>
                                    </p:anim>
                                    <p:anim calcmode="lin" valueType="num">
                                      <p:cBhvr>
                                        <p:cTn id="43" dur="500" fill="hold"/>
                                        <p:tgtEl>
                                          <p:spTgt spid="36"/>
                                        </p:tgtEl>
                                        <p:attrNameLst>
                                          <p:attrName>ppt_h</p:attrName>
                                        </p:attrNameLst>
                                      </p:cBhvr>
                                      <p:tavLst>
                                        <p:tav tm="0">
                                          <p:val>
                                            <p:fltVal val="0"/>
                                          </p:val>
                                        </p:tav>
                                        <p:tav tm="100000">
                                          <p:val>
                                            <p:strVal val="#ppt_h"/>
                                          </p:val>
                                        </p:tav>
                                      </p:tavLst>
                                    </p:anim>
                                    <p:animEffect transition="in" filter="fade">
                                      <p:cBhvr>
                                        <p:cTn id="44" dur="500"/>
                                        <p:tgtEl>
                                          <p:spTgt spid="36"/>
                                        </p:tgtEl>
                                      </p:cBhvr>
                                    </p:animEffect>
                                  </p:childTnLst>
                                </p:cTn>
                              </p:par>
                              <p:par>
                                <p:cTn id="45" presetID="2" presetClass="entr" presetSubtype="4" accel="50000" decel="50000" fill="hold" grpId="0" nodeType="withEffect">
                                  <p:stCondLst>
                                    <p:cond delay="0"/>
                                  </p:stCondLst>
                                  <p:childTnLst>
                                    <p:set>
                                      <p:cBhvr>
                                        <p:cTn id="46" dur="1" fill="hold">
                                          <p:stCondLst>
                                            <p:cond delay="0"/>
                                          </p:stCondLst>
                                        </p:cTn>
                                        <p:tgtEl>
                                          <p:spTgt spid="56"/>
                                        </p:tgtEl>
                                        <p:attrNameLst>
                                          <p:attrName>style.visibility</p:attrName>
                                        </p:attrNameLst>
                                      </p:cBhvr>
                                      <p:to>
                                        <p:strVal val="visible"/>
                                      </p:to>
                                    </p:set>
                                    <p:anim calcmode="lin" valueType="num">
                                      <p:cBhvr additive="base">
                                        <p:cTn id="47" dur="500" fill="hold"/>
                                        <p:tgtEl>
                                          <p:spTgt spid="56"/>
                                        </p:tgtEl>
                                        <p:attrNameLst>
                                          <p:attrName>ppt_x</p:attrName>
                                        </p:attrNameLst>
                                      </p:cBhvr>
                                      <p:tavLst>
                                        <p:tav tm="0">
                                          <p:val>
                                            <p:strVal val="#ppt_x"/>
                                          </p:val>
                                        </p:tav>
                                        <p:tav tm="100000">
                                          <p:val>
                                            <p:strVal val="#ppt_x"/>
                                          </p:val>
                                        </p:tav>
                                      </p:tavLst>
                                    </p:anim>
                                    <p:anim calcmode="lin" valueType="num">
                                      <p:cBhvr additive="base">
                                        <p:cTn id="48" dur="500" fill="hold"/>
                                        <p:tgtEl>
                                          <p:spTgt spid="56"/>
                                        </p:tgtEl>
                                        <p:attrNameLst>
                                          <p:attrName>ppt_y</p:attrName>
                                        </p:attrNameLst>
                                      </p:cBhvr>
                                      <p:tavLst>
                                        <p:tav tm="0">
                                          <p:val>
                                            <p:strVal val="1+#ppt_h/2"/>
                                          </p:val>
                                        </p:tav>
                                        <p:tav tm="100000">
                                          <p:val>
                                            <p:strVal val="#ppt_y"/>
                                          </p:val>
                                        </p:tav>
                                      </p:tavLst>
                                    </p:anim>
                                  </p:childTnLst>
                                </p:cTn>
                              </p:par>
                            </p:childTnLst>
                          </p:cTn>
                        </p:par>
                        <p:par>
                          <p:cTn id="49" fill="hold">
                            <p:stCondLst>
                              <p:cond delay="3000"/>
                            </p:stCondLst>
                            <p:childTnLst>
                              <p:par>
                                <p:cTn id="50" presetID="2" presetClass="entr" presetSubtype="8" accel="50000" decel="50000" fill="hold" nodeType="after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500" fill="hold"/>
                                        <p:tgtEl>
                                          <p:spTgt spid="6"/>
                                        </p:tgtEl>
                                        <p:attrNameLst>
                                          <p:attrName>ppt_x</p:attrName>
                                        </p:attrNameLst>
                                      </p:cBhvr>
                                      <p:tavLst>
                                        <p:tav tm="0">
                                          <p:val>
                                            <p:strVal val="0-#ppt_w/2"/>
                                          </p:val>
                                        </p:tav>
                                        <p:tav tm="100000">
                                          <p:val>
                                            <p:strVal val="#ppt_x"/>
                                          </p:val>
                                        </p:tav>
                                      </p:tavLst>
                                    </p:anim>
                                    <p:anim calcmode="lin" valueType="num">
                                      <p:cBhvr additive="base">
                                        <p:cTn id="53" dur="500" fill="hold"/>
                                        <p:tgtEl>
                                          <p:spTgt spid="6"/>
                                        </p:tgtEl>
                                        <p:attrNameLst>
                                          <p:attrName>ppt_y</p:attrName>
                                        </p:attrNameLst>
                                      </p:cBhvr>
                                      <p:tavLst>
                                        <p:tav tm="0">
                                          <p:val>
                                            <p:strVal val="#ppt_y"/>
                                          </p:val>
                                        </p:tav>
                                        <p:tav tm="100000">
                                          <p:val>
                                            <p:strVal val="#ppt_y"/>
                                          </p:val>
                                        </p:tav>
                                      </p:tavLst>
                                    </p:anim>
                                  </p:childTnLst>
                                </p:cTn>
                              </p:par>
                            </p:childTnLst>
                          </p:cTn>
                        </p:par>
                        <p:par>
                          <p:cTn id="54" fill="hold">
                            <p:stCondLst>
                              <p:cond delay="3500"/>
                            </p:stCondLst>
                            <p:childTnLst>
                              <p:par>
                                <p:cTn id="55" presetID="53" presetClass="entr" presetSubtype="0" fill="hold" grpId="0" nodeType="afterEffect">
                                  <p:stCondLst>
                                    <p:cond delay="0"/>
                                  </p:stCondLst>
                                  <p:childTnLst>
                                    <p:set>
                                      <p:cBhvr>
                                        <p:cTn id="56" dur="1" fill="hold">
                                          <p:stCondLst>
                                            <p:cond delay="0"/>
                                          </p:stCondLst>
                                        </p:cTn>
                                        <p:tgtEl>
                                          <p:spTgt spid="39"/>
                                        </p:tgtEl>
                                        <p:attrNameLst>
                                          <p:attrName>style.visibility</p:attrName>
                                        </p:attrNameLst>
                                      </p:cBhvr>
                                      <p:to>
                                        <p:strVal val="visible"/>
                                      </p:to>
                                    </p:set>
                                    <p:anim calcmode="lin" valueType="num">
                                      <p:cBhvr>
                                        <p:cTn id="57" dur="500" fill="hold"/>
                                        <p:tgtEl>
                                          <p:spTgt spid="39"/>
                                        </p:tgtEl>
                                        <p:attrNameLst>
                                          <p:attrName>ppt_w</p:attrName>
                                        </p:attrNameLst>
                                      </p:cBhvr>
                                      <p:tavLst>
                                        <p:tav tm="0">
                                          <p:val>
                                            <p:fltVal val="0"/>
                                          </p:val>
                                        </p:tav>
                                        <p:tav tm="100000">
                                          <p:val>
                                            <p:strVal val="#ppt_w"/>
                                          </p:val>
                                        </p:tav>
                                      </p:tavLst>
                                    </p:anim>
                                    <p:anim calcmode="lin" valueType="num">
                                      <p:cBhvr>
                                        <p:cTn id="58" dur="500" fill="hold"/>
                                        <p:tgtEl>
                                          <p:spTgt spid="39"/>
                                        </p:tgtEl>
                                        <p:attrNameLst>
                                          <p:attrName>ppt_h</p:attrName>
                                        </p:attrNameLst>
                                      </p:cBhvr>
                                      <p:tavLst>
                                        <p:tav tm="0">
                                          <p:val>
                                            <p:fltVal val="0"/>
                                          </p:val>
                                        </p:tav>
                                        <p:tav tm="100000">
                                          <p:val>
                                            <p:strVal val="#ppt_h"/>
                                          </p:val>
                                        </p:tav>
                                      </p:tavLst>
                                    </p:anim>
                                    <p:animEffect transition="in" filter="fade">
                                      <p:cBhvr>
                                        <p:cTn id="59" dur="500"/>
                                        <p:tgtEl>
                                          <p:spTgt spid="39"/>
                                        </p:tgtEl>
                                      </p:cBhvr>
                                    </p:animEffect>
                                  </p:childTnLst>
                                </p:cTn>
                              </p:par>
                              <p:par>
                                <p:cTn id="60" presetID="2" presetClass="entr" presetSubtype="4" accel="50000" decel="50000" fill="hold" grpId="0" nodeType="withEffect">
                                  <p:stCondLst>
                                    <p:cond delay="0"/>
                                  </p:stCondLst>
                                  <p:childTnLst>
                                    <p:set>
                                      <p:cBhvr>
                                        <p:cTn id="61" dur="1" fill="hold">
                                          <p:stCondLst>
                                            <p:cond delay="0"/>
                                          </p:stCondLst>
                                        </p:cTn>
                                        <p:tgtEl>
                                          <p:spTgt spid="57"/>
                                        </p:tgtEl>
                                        <p:attrNameLst>
                                          <p:attrName>style.visibility</p:attrName>
                                        </p:attrNameLst>
                                      </p:cBhvr>
                                      <p:to>
                                        <p:strVal val="visible"/>
                                      </p:to>
                                    </p:set>
                                    <p:anim calcmode="lin" valueType="num">
                                      <p:cBhvr additive="base">
                                        <p:cTn id="62" dur="500" fill="hold"/>
                                        <p:tgtEl>
                                          <p:spTgt spid="57"/>
                                        </p:tgtEl>
                                        <p:attrNameLst>
                                          <p:attrName>ppt_x</p:attrName>
                                        </p:attrNameLst>
                                      </p:cBhvr>
                                      <p:tavLst>
                                        <p:tav tm="0">
                                          <p:val>
                                            <p:strVal val="#ppt_x"/>
                                          </p:val>
                                        </p:tav>
                                        <p:tav tm="100000">
                                          <p:val>
                                            <p:strVal val="#ppt_x"/>
                                          </p:val>
                                        </p:tav>
                                      </p:tavLst>
                                    </p:anim>
                                    <p:anim calcmode="lin" valueType="num">
                                      <p:cBhvr additive="base">
                                        <p:cTn id="63"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P spid="56" grpId="0"/>
      <p:bldP spid="57" grpId="0"/>
      <p:bldP spid="32" grpId="0" animBg="1"/>
      <p:bldP spid="34" grpId="0" animBg="1"/>
      <p:bldP spid="36" grpId="0" animBg="1"/>
      <p:bldP spid="39"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945593"/>
            <a:ext cx="1871025" cy="523220"/>
          </a:xfrm>
          <a:prstGeom prst="rect">
            <a:avLst/>
          </a:prstGeom>
          <a:noFill/>
        </p:spPr>
        <p:txBody>
          <a:bodyPr wrap="none" rtlCol="0">
            <a:spAutoFit/>
          </a:bodyPr>
          <a:lstStyle/>
          <a:p>
            <a:r>
              <a:rPr lang="en-US" sz="2800" b="1" cap="all" dirty="0">
                <a:solidFill>
                  <a:schemeClr val="tx1">
                    <a:lumMod val="50000"/>
                    <a:lumOff val="50000"/>
                  </a:schemeClr>
                </a:solidFill>
              </a:rPr>
              <a:t>SMART ART</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920768"/>
            <a:ext cx="30067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Radial Cycle Object</a:t>
            </a:r>
            <a:endParaRPr lang="en-US" dirty="0"/>
          </a:p>
        </p:txBody>
      </p:sp>
      <p:sp>
        <p:nvSpPr>
          <p:cNvPr id="4" name="Text Placeholder 3"/>
          <p:cNvSpPr>
            <a:spLocks noGrp="1"/>
          </p:cNvSpPr>
          <p:nvPr>
            <p:ph type="body" sz="half" idx="2"/>
          </p:nvPr>
        </p:nvSpPr>
        <p:spPr/>
        <p:txBody>
          <a:bodyPr/>
          <a:lstStyle/>
          <a:p>
            <a:r>
              <a:rPr lang="en-US"/>
              <a:t>Radial Cycle Object</a:t>
            </a:r>
            <a:endParaRPr lang="en-US" dirty="0"/>
          </a:p>
        </p:txBody>
      </p:sp>
      <p:sp>
        <p:nvSpPr>
          <p:cNvPr id="32" name="Slide Number Placeholder 31"/>
          <p:cNvSpPr>
            <a:spLocks noGrp="1"/>
          </p:cNvSpPr>
          <p:nvPr>
            <p:ph type="sldNum" sz="quarter" idx="12"/>
          </p:nvPr>
        </p:nvSpPr>
        <p:spPr/>
        <p:txBody>
          <a:bodyPr/>
          <a:lstStyle/>
          <a:p>
            <a:fld id="{C136B7D2-B98C-44FD-8D04-7EC62A564975}" type="slidenum">
              <a:rPr lang="en-US" smtClean="0"/>
              <a:pPr/>
              <a:t>195</a:t>
            </a:fld>
            <a:endParaRPr lang="en-US" dirty="0"/>
          </a:p>
        </p:txBody>
      </p:sp>
      <p:grpSp>
        <p:nvGrpSpPr>
          <p:cNvPr id="3" name="Group 87"/>
          <p:cNvGrpSpPr/>
          <p:nvPr/>
        </p:nvGrpSpPr>
        <p:grpSpPr>
          <a:xfrm>
            <a:off x="2553989" y="2259933"/>
            <a:ext cx="4009153" cy="4009152"/>
            <a:chOff x="2965298" y="2181091"/>
            <a:chExt cx="3213404" cy="3213402"/>
          </a:xfrm>
          <a:solidFill>
            <a:schemeClr val="bg2">
              <a:lumMod val="85000"/>
            </a:schemeClr>
          </a:solidFill>
        </p:grpSpPr>
        <p:sp>
          <p:nvSpPr>
            <p:cNvPr id="62" name="Block Arc 61"/>
            <p:cNvSpPr/>
            <p:nvPr/>
          </p:nvSpPr>
          <p:spPr>
            <a:xfrm>
              <a:off x="2965298" y="2181091"/>
              <a:ext cx="3213404" cy="3213402"/>
            </a:xfrm>
            <a:prstGeom prst="blockArc">
              <a:avLst>
                <a:gd name="adj1" fmla="val 10800000"/>
                <a:gd name="adj2" fmla="val 16200004"/>
                <a:gd name="adj3" fmla="val 2113"/>
              </a:avLst>
            </a:prstGeom>
            <a:grp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sp>
          <p:nvSpPr>
            <p:cNvPr id="66" name="Block Arc 65"/>
            <p:cNvSpPr/>
            <p:nvPr/>
          </p:nvSpPr>
          <p:spPr>
            <a:xfrm>
              <a:off x="2965298" y="2181091"/>
              <a:ext cx="3213404" cy="3213402"/>
            </a:xfrm>
            <a:prstGeom prst="blockArc">
              <a:avLst>
                <a:gd name="adj1" fmla="val 16200000"/>
                <a:gd name="adj2" fmla="val 21589317"/>
                <a:gd name="adj3" fmla="val 2281"/>
              </a:avLst>
            </a:prstGeom>
            <a:grp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grpSp>
      <p:grpSp>
        <p:nvGrpSpPr>
          <p:cNvPr id="5" name="Group 43"/>
          <p:cNvGrpSpPr/>
          <p:nvPr/>
        </p:nvGrpSpPr>
        <p:grpSpPr>
          <a:xfrm>
            <a:off x="2259889" y="3727922"/>
            <a:ext cx="788112" cy="788112"/>
            <a:chOff x="2259889" y="3581159"/>
            <a:chExt cx="788112" cy="788112"/>
          </a:xfrm>
        </p:grpSpPr>
        <p:sp>
          <p:nvSpPr>
            <p:cNvPr id="86" name="Oval 85"/>
            <p:cNvSpPr>
              <a:spLocks noChangeAspect="1"/>
            </p:cNvSpPr>
            <p:nvPr/>
          </p:nvSpPr>
          <p:spPr>
            <a:xfrm>
              <a:off x="2259889" y="3581159"/>
              <a:ext cx="788112" cy="788112"/>
            </a:xfrm>
            <a:prstGeom prst="ellipse">
              <a:avLst/>
            </a:prstGeom>
            <a:solidFill>
              <a:schemeClr val="accent1"/>
            </a:solidFill>
            <a:ln w="28575">
              <a:solidFill>
                <a:schemeClr val="accent1">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200" b="1" kern="1200" dirty="0"/>
            </a:p>
          </p:txBody>
        </p:sp>
        <p:sp>
          <p:nvSpPr>
            <p:cNvPr id="35" name="Freeform 42"/>
            <p:cNvSpPr>
              <a:spLocks noEditPoints="1"/>
            </p:cNvSpPr>
            <p:nvPr/>
          </p:nvSpPr>
          <p:spPr bwMode="auto">
            <a:xfrm>
              <a:off x="2483159" y="3828209"/>
              <a:ext cx="341572" cy="29401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9"/>
          <p:cNvGrpSpPr/>
          <p:nvPr/>
        </p:nvGrpSpPr>
        <p:grpSpPr>
          <a:xfrm>
            <a:off x="2826133" y="2416083"/>
            <a:ext cx="788112" cy="788112"/>
            <a:chOff x="2826133" y="2269320"/>
            <a:chExt cx="788112" cy="788112"/>
          </a:xfrm>
        </p:grpSpPr>
        <p:sp>
          <p:nvSpPr>
            <p:cNvPr id="87" name="Oval 86"/>
            <p:cNvSpPr>
              <a:spLocks noChangeAspect="1"/>
            </p:cNvSpPr>
            <p:nvPr/>
          </p:nvSpPr>
          <p:spPr>
            <a:xfrm>
              <a:off x="2826133" y="2269320"/>
              <a:ext cx="788112" cy="788112"/>
            </a:xfrm>
            <a:prstGeom prst="ellipse">
              <a:avLst/>
            </a:prstGeom>
            <a:solidFill>
              <a:schemeClr val="accent2"/>
            </a:solidFill>
            <a:ln w="28575">
              <a:solidFill>
                <a:schemeClr val="accent2">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6" name="Freeform 178"/>
            <p:cNvSpPr>
              <a:spLocks noEditPoints="1"/>
            </p:cNvSpPr>
            <p:nvPr/>
          </p:nvSpPr>
          <p:spPr bwMode="auto">
            <a:xfrm>
              <a:off x="3049403" y="2534747"/>
              <a:ext cx="341572" cy="25725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40"/>
          <p:cNvGrpSpPr/>
          <p:nvPr/>
        </p:nvGrpSpPr>
        <p:grpSpPr>
          <a:xfrm>
            <a:off x="4164510" y="1912976"/>
            <a:ext cx="788112" cy="788112"/>
            <a:chOff x="4164510" y="1766213"/>
            <a:chExt cx="788112" cy="788112"/>
          </a:xfrm>
        </p:grpSpPr>
        <p:sp>
          <p:nvSpPr>
            <p:cNvPr id="83" name="Oval 82"/>
            <p:cNvSpPr>
              <a:spLocks noChangeAspect="1"/>
            </p:cNvSpPr>
            <p:nvPr/>
          </p:nvSpPr>
          <p:spPr>
            <a:xfrm>
              <a:off x="4164510" y="1766213"/>
              <a:ext cx="788112" cy="788112"/>
            </a:xfrm>
            <a:prstGeom prst="ellipse">
              <a:avLst/>
            </a:prstGeom>
            <a:solidFill>
              <a:schemeClr val="accent3"/>
            </a:solidFill>
            <a:ln w="28575">
              <a:solidFill>
                <a:schemeClr val="accent3">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7" name="Freeform 52"/>
            <p:cNvSpPr>
              <a:spLocks noEditPoints="1"/>
            </p:cNvSpPr>
            <p:nvPr/>
          </p:nvSpPr>
          <p:spPr bwMode="auto">
            <a:xfrm>
              <a:off x="4401833" y="1991647"/>
              <a:ext cx="313466" cy="33724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41"/>
          <p:cNvGrpSpPr/>
          <p:nvPr/>
        </p:nvGrpSpPr>
        <p:grpSpPr>
          <a:xfrm>
            <a:off x="5494150" y="2416083"/>
            <a:ext cx="788112" cy="788112"/>
            <a:chOff x="5494150" y="2269320"/>
            <a:chExt cx="788112" cy="788112"/>
          </a:xfrm>
        </p:grpSpPr>
        <p:sp>
          <p:nvSpPr>
            <p:cNvPr id="84" name="Oval 83"/>
            <p:cNvSpPr>
              <a:spLocks noChangeAspect="1"/>
            </p:cNvSpPr>
            <p:nvPr/>
          </p:nvSpPr>
          <p:spPr>
            <a:xfrm>
              <a:off x="5494150" y="2269320"/>
              <a:ext cx="788112" cy="788112"/>
            </a:xfrm>
            <a:prstGeom prst="ellipse">
              <a:avLst/>
            </a:prstGeom>
            <a:solidFill>
              <a:schemeClr val="accent4"/>
            </a:solidFill>
            <a:ln w="28575">
              <a:solidFill>
                <a:schemeClr val="accent4">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8" name="Freeform 86"/>
            <p:cNvSpPr>
              <a:spLocks noEditPoints="1"/>
            </p:cNvSpPr>
            <p:nvPr/>
          </p:nvSpPr>
          <p:spPr bwMode="auto">
            <a:xfrm>
              <a:off x="5771250" y="2466594"/>
              <a:ext cx="233912" cy="39356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42"/>
          <p:cNvGrpSpPr/>
          <p:nvPr/>
        </p:nvGrpSpPr>
        <p:grpSpPr>
          <a:xfrm>
            <a:off x="6096000" y="3727922"/>
            <a:ext cx="788112" cy="788112"/>
            <a:chOff x="6096000" y="3581159"/>
            <a:chExt cx="788112" cy="788112"/>
          </a:xfrm>
        </p:grpSpPr>
        <p:sp>
          <p:nvSpPr>
            <p:cNvPr id="85" name="Oval 84"/>
            <p:cNvSpPr>
              <a:spLocks noChangeAspect="1"/>
            </p:cNvSpPr>
            <p:nvPr/>
          </p:nvSpPr>
          <p:spPr>
            <a:xfrm>
              <a:off x="6096000" y="3581159"/>
              <a:ext cx="788112" cy="788112"/>
            </a:xfrm>
            <a:prstGeom prst="ellipse">
              <a:avLst/>
            </a:prstGeom>
            <a:solidFill>
              <a:schemeClr val="accent5"/>
            </a:solidFill>
            <a:ln w="28575">
              <a:solidFill>
                <a:schemeClr val="accent5">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9" name="Freeform 83"/>
            <p:cNvSpPr>
              <a:spLocks noEditPoints="1"/>
            </p:cNvSpPr>
            <p:nvPr/>
          </p:nvSpPr>
          <p:spPr bwMode="auto">
            <a:xfrm>
              <a:off x="6371225" y="3796968"/>
              <a:ext cx="237662" cy="356494"/>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44"/>
          <p:cNvGrpSpPr/>
          <p:nvPr/>
        </p:nvGrpSpPr>
        <p:grpSpPr>
          <a:xfrm>
            <a:off x="6994230" y="3803022"/>
            <a:ext cx="1752601" cy="637913"/>
            <a:chOff x="844734" y="1923738"/>
            <a:chExt cx="1752601" cy="637913"/>
          </a:xfrm>
        </p:grpSpPr>
        <p:sp>
          <p:nvSpPr>
            <p:cNvPr id="46" name="Footer Text"/>
            <p:cNvSpPr txBox="1"/>
            <p:nvPr/>
          </p:nvSpPr>
          <p:spPr>
            <a:xfrm>
              <a:off x="844735" y="2099986"/>
              <a:ext cx="1752600"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a:t>
              </a:r>
            </a:p>
          </p:txBody>
        </p:sp>
        <p:sp>
          <p:nvSpPr>
            <p:cNvPr id="47" name="TextBox 46"/>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5"/>
                  </a:solidFill>
                </a:rPr>
                <a:t>Keyword Here</a:t>
              </a:r>
            </a:p>
          </p:txBody>
        </p:sp>
      </p:grpSp>
      <p:grpSp>
        <p:nvGrpSpPr>
          <p:cNvPr id="11" name="Group 47"/>
          <p:cNvGrpSpPr/>
          <p:nvPr/>
        </p:nvGrpSpPr>
        <p:grpSpPr>
          <a:xfrm>
            <a:off x="866775" y="2414983"/>
            <a:ext cx="1828800" cy="637913"/>
            <a:chOff x="1303025" y="1923738"/>
            <a:chExt cx="1828800" cy="637913"/>
          </a:xfrm>
        </p:grpSpPr>
        <p:sp>
          <p:nvSpPr>
            <p:cNvPr id="49" name="Footer Text"/>
            <p:cNvSpPr txBox="1"/>
            <p:nvPr/>
          </p:nvSpPr>
          <p:spPr>
            <a:xfrm>
              <a:off x="1303025" y="2099986"/>
              <a:ext cx="1828800"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a:t>
              </a:r>
            </a:p>
          </p:txBody>
        </p:sp>
        <p:sp>
          <p:nvSpPr>
            <p:cNvPr id="50" name="TextBox 49"/>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grpSp>
        <p:nvGrpSpPr>
          <p:cNvPr id="12" name="Group 50"/>
          <p:cNvGrpSpPr/>
          <p:nvPr/>
        </p:nvGrpSpPr>
        <p:grpSpPr>
          <a:xfrm>
            <a:off x="6399800" y="2453083"/>
            <a:ext cx="1705975" cy="637913"/>
            <a:chOff x="844734" y="1923738"/>
            <a:chExt cx="1705975" cy="637913"/>
          </a:xfrm>
        </p:grpSpPr>
        <p:sp>
          <p:nvSpPr>
            <p:cNvPr id="52" name="Footer Text"/>
            <p:cNvSpPr txBox="1"/>
            <p:nvPr/>
          </p:nvSpPr>
          <p:spPr>
            <a:xfrm>
              <a:off x="844734" y="2099986"/>
              <a:ext cx="1705975" cy="461665"/>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a:t>
              </a:r>
            </a:p>
          </p:txBody>
        </p:sp>
        <p:sp>
          <p:nvSpPr>
            <p:cNvPr id="53" name="TextBox 52"/>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13" name="Group 53"/>
          <p:cNvGrpSpPr/>
          <p:nvPr/>
        </p:nvGrpSpPr>
        <p:grpSpPr>
          <a:xfrm>
            <a:off x="379909" y="3803022"/>
            <a:ext cx="1762876" cy="637913"/>
            <a:chOff x="1368949" y="1923738"/>
            <a:chExt cx="1762876" cy="637913"/>
          </a:xfrm>
        </p:grpSpPr>
        <p:sp>
          <p:nvSpPr>
            <p:cNvPr id="55" name="Footer Text"/>
            <p:cNvSpPr txBox="1"/>
            <p:nvPr/>
          </p:nvSpPr>
          <p:spPr>
            <a:xfrm>
              <a:off x="1368949" y="2099986"/>
              <a:ext cx="1762876"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a:t>
              </a:r>
            </a:p>
          </p:txBody>
        </p:sp>
        <p:sp>
          <p:nvSpPr>
            <p:cNvPr id="56" name="TextBox 55"/>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14" name="Group 56"/>
          <p:cNvGrpSpPr/>
          <p:nvPr/>
        </p:nvGrpSpPr>
        <p:grpSpPr>
          <a:xfrm>
            <a:off x="3428455" y="1352550"/>
            <a:ext cx="2287091" cy="484025"/>
            <a:chOff x="844734" y="1923738"/>
            <a:chExt cx="2287091" cy="484025"/>
          </a:xfrm>
        </p:grpSpPr>
        <p:sp>
          <p:nvSpPr>
            <p:cNvPr id="58" name="Footer Text"/>
            <p:cNvSpPr txBox="1"/>
            <p:nvPr/>
          </p:nvSpPr>
          <p:spPr>
            <a:xfrm>
              <a:off x="844734" y="2099986"/>
              <a:ext cx="2287091" cy="307777"/>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the a passages lorem ipsum available, but the majority.</a:t>
              </a:r>
            </a:p>
          </p:txBody>
        </p:sp>
        <p:sp>
          <p:nvSpPr>
            <p:cNvPr id="59" name="TextBox 58"/>
            <p:cNvSpPr txBox="1"/>
            <p:nvPr/>
          </p:nvSpPr>
          <p:spPr>
            <a:xfrm>
              <a:off x="1569094" y="1923738"/>
              <a:ext cx="838370" cy="184666"/>
            </a:xfrm>
            <a:prstGeom prst="rect">
              <a:avLst/>
            </a:prstGeom>
            <a:noFill/>
          </p:spPr>
          <p:txBody>
            <a:bodyPr wrap="none" lIns="0" tIns="0" rIns="0" bIns="0" rtlCol="0" anchor="ctr">
              <a:spAutoFit/>
            </a:bodyPr>
            <a:lstStyle/>
            <a:p>
              <a:pPr algn="ctr"/>
              <a:r>
                <a:rPr lang="en-US" sz="1200" b="1" dirty="0">
                  <a:solidFill>
                    <a:schemeClr val="accent3"/>
                  </a:solidFill>
                </a:rPr>
                <a:t>Keyword Here</a:t>
              </a:r>
            </a:p>
          </p:txBody>
        </p:sp>
      </p:grpSp>
      <p:grpSp>
        <p:nvGrpSpPr>
          <p:cNvPr id="15" name="Group 70"/>
          <p:cNvGrpSpPr/>
          <p:nvPr/>
        </p:nvGrpSpPr>
        <p:grpSpPr>
          <a:xfrm>
            <a:off x="3353092" y="3067546"/>
            <a:ext cx="2410946" cy="2410942"/>
            <a:chOff x="3353092" y="3067546"/>
            <a:chExt cx="2410946" cy="2410942"/>
          </a:xfrm>
        </p:grpSpPr>
        <p:sp>
          <p:nvSpPr>
            <p:cNvPr id="89" name="Chord 88"/>
            <p:cNvSpPr/>
            <p:nvPr/>
          </p:nvSpPr>
          <p:spPr>
            <a:xfrm>
              <a:off x="3353092" y="3067546"/>
              <a:ext cx="2410946" cy="2410942"/>
            </a:xfrm>
            <a:prstGeom prst="chord">
              <a:avLst>
                <a:gd name="adj1" fmla="val 10841139"/>
                <a:gd name="adj2" fmla="val 21551980"/>
              </a:avLst>
            </a:prstGeom>
            <a:solidFill>
              <a:schemeClr val="bg1">
                <a:lumMod val="8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26270" tIns="226270" rIns="226270" bIns="226270" numCol="1" spcCol="1270" anchor="b" anchorCtr="0">
              <a:noAutofit/>
            </a:bodyPr>
            <a:lstStyle/>
            <a:p>
              <a:pPr lvl="0" algn="ctr" defTabSz="1289050">
                <a:lnSpc>
                  <a:spcPct val="90000"/>
                </a:lnSpc>
                <a:spcBef>
                  <a:spcPct val="0"/>
                </a:spcBef>
                <a:spcAft>
                  <a:spcPct val="35000"/>
                </a:spcAft>
              </a:pPr>
              <a:endParaRPr lang="en-US" sz="5400" kern="1200" dirty="0"/>
            </a:p>
          </p:txBody>
        </p:sp>
        <p:grpSp>
          <p:nvGrpSpPr>
            <p:cNvPr id="16" name="Group 60"/>
            <p:cNvGrpSpPr/>
            <p:nvPr/>
          </p:nvGrpSpPr>
          <p:grpSpPr>
            <a:xfrm>
              <a:off x="4202906" y="3436615"/>
              <a:ext cx="738188" cy="639763"/>
              <a:chOff x="990600" y="4300538"/>
              <a:chExt cx="357188" cy="309563"/>
            </a:xfrm>
            <a:solidFill>
              <a:schemeClr val="bg1"/>
            </a:solidFill>
          </p:grpSpPr>
          <p:sp>
            <p:nvSpPr>
              <p:cNvPr id="63" name="Freeform 5"/>
              <p:cNvSpPr>
                <a:spLocks noEditPoints="1"/>
              </p:cNvSpPr>
              <p:nvPr/>
            </p:nvSpPr>
            <p:spPr bwMode="auto">
              <a:xfrm>
                <a:off x="1068388" y="4351338"/>
                <a:ext cx="34925" cy="31750"/>
              </a:xfrm>
              <a:custGeom>
                <a:avLst/>
                <a:gdLst/>
                <a:ahLst/>
                <a:cxnLst>
                  <a:cxn ang="0">
                    <a:pos x="8" y="15"/>
                  </a:cxn>
                  <a:cxn ang="0">
                    <a:pos x="16" y="8"/>
                  </a:cxn>
                  <a:cxn ang="0">
                    <a:pos x="8" y="0"/>
                  </a:cxn>
                  <a:cxn ang="0">
                    <a:pos x="0" y="8"/>
                  </a:cxn>
                  <a:cxn ang="0">
                    <a:pos x="8" y="15"/>
                  </a:cxn>
                  <a:cxn ang="0">
                    <a:pos x="8" y="15"/>
                  </a:cxn>
                  <a:cxn ang="0">
                    <a:pos x="8" y="15"/>
                  </a:cxn>
                </a:cxnLst>
                <a:rect l="0" t="0" r="r" b="b"/>
                <a:pathLst>
                  <a:path w="16" h="15">
                    <a:moveTo>
                      <a:pt x="8" y="15"/>
                    </a:moveTo>
                    <a:cubicBezTo>
                      <a:pt x="12" y="15"/>
                      <a:pt x="16" y="12"/>
                      <a:pt x="16" y="8"/>
                    </a:cubicBezTo>
                    <a:cubicBezTo>
                      <a:pt x="16" y="4"/>
                      <a:pt x="12" y="0"/>
                      <a:pt x="8" y="0"/>
                    </a:cubicBezTo>
                    <a:cubicBezTo>
                      <a:pt x="3" y="0"/>
                      <a:pt x="0" y="4"/>
                      <a:pt x="0" y="8"/>
                    </a:cubicBezTo>
                    <a:cubicBezTo>
                      <a:pt x="0" y="12"/>
                      <a:pt x="3" y="15"/>
                      <a:pt x="8" y="15"/>
                    </a:cubicBezTo>
                    <a:close/>
                    <a:moveTo>
                      <a:pt x="8" y="15"/>
                    </a:moveTo>
                    <a:cubicBezTo>
                      <a:pt x="8" y="15"/>
                      <a:pt x="8" y="15"/>
                      <a:pt x="8" y="15"/>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
              <p:cNvSpPr>
                <a:spLocks noEditPoints="1"/>
              </p:cNvSpPr>
              <p:nvPr/>
            </p:nvSpPr>
            <p:spPr bwMode="auto">
              <a:xfrm>
                <a:off x="1135063" y="4300538"/>
                <a:ext cx="58738" cy="53975"/>
              </a:xfrm>
              <a:custGeom>
                <a:avLst/>
                <a:gdLst/>
                <a:ahLst/>
                <a:cxnLst>
                  <a:cxn ang="0">
                    <a:pos x="28" y="13"/>
                  </a:cxn>
                  <a:cxn ang="0">
                    <a:pos x="14" y="26"/>
                  </a:cxn>
                  <a:cxn ang="0">
                    <a:pos x="0" y="13"/>
                  </a:cxn>
                  <a:cxn ang="0">
                    <a:pos x="14" y="0"/>
                  </a:cxn>
                  <a:cxn ang="0">
                    <a:pos x="28" y="13"/>
                  </a:cxn>
                  <a:cxn ang="0">
                    <a:pos x="28" y="13"/>
                  </a:cxn>
                  <a:cxn ang="0">
                    <a:pos x="28" y="13"/>
                  </a:cxn>
                </a:cxnLst>
                <a:rect l="0" t="0" r="r" b="b"/>
                <a:pathLst>
                  <a:path w="28" h="26">
                    <a:moveTo>
                      <a:pt x="28" y="13"/>
                    </a:moveTo>
                    <a:cubicBezTo>
                      <a:pt x="28" y="20"/>
                      <a:pt x="22" y="26"/>
                      <a:pt x="14" y="26"/>
                    </a:cubicBezTo>
                    <a:cubicBezTo>
                      <a:pt x="7" y="26"/>
                      <a:pt x="0" y="20"/>
                      <a:pt x="0" y="13"/>
                    </a:cubicBezTo>
                    <a:cubicBezTo>
                      <a:pt x="0" y="6"/>
                      <a:pt x="7" y="0"/>
                      <a:pt x="14" y="0"/>
                    </a:cubicBezTo>
                    <a:cubicBezTo>
                      <a:pt x="22" y="0"/>
                      <a:pt x="28" y="6"/>
                      <a:pt x="28" y="13"/>
                    </a:cubicBezTo>
                    <a:close/>
                    <a:moveTo>
                      <a:pt x="28" y="13"/>
                    </a:moveTo>
                    <a:cubicBezTo>
                      <a:pt x="28" y="13"/>
                      <a:pt x="28" y="13"/>
                      <a:pt x="28" y="13"/>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7"/>
              <p:cNvSpPr>
                <a:spLocks noEditPoints="1"/>
              </p:cNvSpPr>
              <p:nvPr/>
            </p:nvSpPr>
            <p:spPr bwMode="auto">
              <a:xfrm>
                <a:off x="1233488" y="4352925"/>
                <a:ext cx="34925" cy="31750"/>
              </a:xfrm>
              <a:custGeom>
                <a:avLst/>
                <a:gdLst/>
                <a:ahLst/>
                <a:cxnLst>
                  <a:cxn ang="0">
                    <a:pos x="16" y="7"/>
                  </a:cxn>
                  <a:cxn ang="0">
                    <a:pos x="8" y="15"/>
                  </a:cxn>
                  <a:cxn ang="0">
                    <a:pos x="0" y="7"/>
                  </a:cxn>
                  <a:cxn ang="0">
                    <a:pos x="8" y="0"/>
                  </a:cxn>
                  <a:cxn ang="0">
                    <a:pos x="16" y="7"/>
                  </a:cxn>
                  <a:cxn ang="0">
                    <a:pos x="16" y="7"/>
                  </a:cxn>
                  <a:cxn ang="0">
                    <a:pos x="16" y="7"/>
                  </a:cxn>
                </a:cxnLst>
                <a:rect l="0" t="0" r="r" b="b"/>
                <a:pathLst>
                  <a:path w="16" h="15">
                    <a:moveTo>
                      <a:pt x="16" y="7"/>
                    </a:moveTo>
                    <a:cubicBezTo>
                      <a:pt x="16" y="11"/>
                      <a:pt x="12" y="15"/>
                      <a:pt x="8" y="15"/>
                    </a:cubicBezTo>
                    <a:cubicBezTo>
                      <a:pt x="3" y="15"/>
                      <a:pt x="0" y="11"/>
                      <a:pt x="0" y="7"/>
                    </a:cubicBezTo>
                    <a:cubicBezTo>
                      <a:pt x="0" y="3"/>
                      <a:pt x="3" y="0"/>
                      <a:pt x="8" y="0"/>
                    </a:cubicBezTo>
                    <a:cubicBezTo>
                      <a:pt x="12" y="0"/>
                      <a:pt x="16" y="3"/>
                      <a:pt x="16" y="7"/>
                    </a:cubicBezTo>
                    <a:close/>
                    <a:moveTo>
                      <a:pt x="16" y="7"/>
                    </a:moveTo>
                    <a:cubicBezTo>
                      <a:pt x="16" y="7"/>
                      <a:pt x="16" y="7"/>
                      <a:pt x="16" y="7"/>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Rectangle 8"/>
              <p:cNvSpPr>
                <a:spLocks noChangeArrowheads="1"/>
              </p:cNvSpPr>
              <p:nvPr/>
            </p:nvSpPr>
            <p:spPr bwMode="auto">
              <a:xfrm>
                <a:off x="1055688" y="4557713"/>
                <a:ext cx="215900" cy="52388"/>
              </a:xfrm>
              <a:prstGeom prst="rect">
                <a:avLst/>
              </a:prstGeom>
              <a:solidFill>
                <a:schemeClr val="tx1">
                  <a:lumMod val="50000"/>
                  <a:lumOff val="5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9"/>
              <p:cNvSpPr>
                <a:spLocks noEditPoints="1"/>
              </p:cNvSpPr>
              <p:nvPr/>
            </p:nvSpPr>
            <p:spPr bwMode="auto">
              <a:xfrm>
                <a:off x="1287463" y="4335463"/>
                <a:ext cx="60325" cy="53975"/>
              </a:xfrm>
              <a:custGeom>
                <a:avLst/>
                <a:gdLst/>
                <a:ahLst/>
                <a:cxnLst>
                  <a:cxn ang="0">
                    <a:pos x="29" y="13"/>
                  </a:cxn>
                  <a:cxn ang="0">
                    <a:pos x="14" y="25"/>
                  </a:cxn>
                  <a:cxn ang="0">
                    <a:pos x="0" y="13"/>
                  </a:cxn>
                  <a:cxn ang="0">
                    <a:pos x="14" y="0"/>
                  </a:cxn>
                  <a:cxn ang="0">
                    <a:pos x="29" y="13"/>
                  </a:cxn>
                  <a:cxn ang="0">
                    <a:pos x="29" y="13"/>
                  </a:cxn>
                  <a:cxn ang="0">
                    <a:pos x="29" y="13"/>
                  </a:cxn>
                </a:cxnLst>
                <a:rect l="0" t="0" r="r" b="b"/>
                <a:pathLst>
                  <a:path w="29" h="25">
                    <a:moveTo>
                      <a:pt x="29" y="13"/>
                    </a:moveTo>
                    <a:cubicBezTo>
                      <a:pt x="29" y="20"/>
                      <a:pt x="22" y="25"/>
                      <a:pt x="14" y="25"/>
                    </a:cubicBezTo>
                    <a:cubicBezTo>
                      <a:pt x="7" y="25"/>
                      <a:pt x="0" y="20"/>
                      <a:pt x="0" y="13"/>
                    </a:cubicBezTo>
                    <a:cubicBezTo>
                      <a:pt x="0" y="6"/>
                      <a:pt x="7" y="0"/>
                      <a:pt x="14" y="0"/>
                    </a:cubicBezTo>
                    <a:cubicBezTo>
                      <a:pt x="22" y="0"/>
                      <a:pt x="29" y="6"/>
                      <a:pt x="29" y="13"/>
                    </a:cubicBezTo>
                    <a:close/>
                    <a:moveTo>
                      <a:pt x="29" y="13"/>
                    </a:moveTo>
                    <a:cubicBezTo>
                      <a:pt x="29" y="13"/>
                      <a:pt x="29" y="13"/>
                      <a:pt x="29" y="13"/>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0"/>
              <p:cNvSpPr>
                <a:spLocks noEditPoints="1"/>
              </p:cNvSpPr>
              <p:nvPr/>
            </p:nvSpPr>
            <p:spPr bwMode="auto">
              <a:xfrm>
                <a:off x="990600" y="4335463"/>
                <a:ext cx="58738" cy="55563"/>
              </a:xfrm>
              <a:custGeom>
                <a:avLst/>
                <a:gdLst/>
                <a:ahLst/>
                <a:cxnLst>
                  <a:cxn ang="0">
                    <a:pos x="28" y="13"/>
                  </a:cxn>
                  <a:cxn ang="0">
                    <a:pos x="14" y="0"/>
                  </a:cxn>
                  <a:cxn ang="0">
                    <a:pos x="0" y="13"/>
                  </a:cxn>
                  <a:cxn ang="0">
                    <a:pos x="14" y="26"/>
                  </a:cxn>
                  <a:cxn ang="0">
                    <a:pos x="28" y="13"/>
                  </a:cxn>
                  <a:cxn ang="0">
                    <a:pos x="28" y="13"/>
                  </a:cxn>
                  <a:cxn ang="0">
                    <a:pos x="28" y="13"/>
                  </a:cxn>
                </a:cxnLst>
                <a:rect l="0" t="0" r="r" b="b"/>
                <a:pathLst>
                  <a:path w="28" h="26">
                    <a:moveTo>
                      <a:pt x="28" y="13"/>
                    </a:moveTo>
                    <a:cubicBezTo>
                      <a:pt x="28" y="6"/>
                      <a:pt x="22" y="0"/>
                      <a:pt x="14" y="0"/>
                    </a:cubicBezTo>
                    <a:cubicBezTo>
                      <a:pt x="6" y="0"/>
                      <a:pt x="0" y="6"/>
                      <a:pt x="0" y="13"/>
                    </a:cubicBezTo>
                    <a:cubicBezTo>
                      <a:pt x="0" y="20"/>
                      <a:pt x="6" y="26"/>
                      <a:pt x="14" y="26"/>
                    </a:cubicBezTo>
                    <a:cubicBezTo>
                      <a:pt x="22" y="26"/>
                      <a:pt x="28" y="20"/>
                      <a:pt x="28" y="13"/>
                    </a:cubicBezTo>
                    <a:close/>
                    <a:moveTo>
                      <a:pt x="28" y="13"/>
                    </a:moveTo>
                    <a:cubicBezTo>
                      <a:pt x="28" y="13"/>
                      <a:pt x="28" y="13"/>
                      <a:pt x="28" y="13"/>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1"/>
              <p:cNvSpPr>
                <a:spLocks noEditPoints="1"/>
              </p:cNvSpPr>
              <p:nvPr/>
            </p:nvSpPr>
            <p:spPr bwMode="auto">
              <a:xfrm>
                <a:off x="1030288" y="4364038"/>
                <a:ext cx="277813" cy="182563"/>
              </a:xfrm>
              <a:custGeom>
                <a:avLst/>
                <a:gdLst/>
                <a:ahLst/>
                <a:cxnLst>
                  <a:cxn ang="0">
                    <a:pos x="120" y="15"/>
                  </a:cxn>
                  <a:cxn ang="0">
                    <a:pos x="100" y="32"/>
                  </a:cxn>
                  <a:cxn ang="0">
                    <a:pos x="102" y="14"/>
                  </a:cxn>
                  <a:cxn ang="0">
                    <a:pos x="96" y="13"/>
                  </a:cxn>
                  <a:cxn ang="0">
                    <a:pos x="84" y="28"/>
                  </a:cxn>
                  <a:cxn ang="0">
                    <a:pos x="69" y="4"/>
                  </a:cxn>
                  <a:cxn ang="0">
                    <a:pos x="58" y="4"/>
                  </a:cxn>
                  <a:cxn ang="0">
                    <a:pos x="43" y="28"/>
                  </a:cxn>
                  <a:cxn ang="0">
                    <a:pos x="33" y="13"/>
                  </a:cxn>
                  <a:cxn ang="0">
                    <a:pos x="27" y="14"/>
                  </a:cxn>
                  <a:cxn ang="0">
                    <a:pos x="28" y="33"/>
                  </a:cxn>
                  <a:cxn ang="0">
                    <a:pos x="9" y="15"/>
                  </a:cxn>
                  <a:cxn ang="0">
                    <a:pos x="0" y="18"/>
                  </a:cxn>
                  <a:cxn ang="0">
                    <a:pos x="13" y="86"/>
                  </a:cxn>
                  <a:cxn ang="0">
                    <a:pos x="114" y="86"/>
                  </a:cxn>
                  <a:cxn ang="0">
                    <a:pos x="131" y="20"/>
                  </a:cxn>
                  <a:cxn ang="0">
                    <a:pos x="120" y="15"/>
                  </a:cxn>
                  <a:cxn ang="0">
                    <a:pos x="120" y="15"/>
                  </a:cxn>
                  <a:cxn ang="0">
                    <a:pos x="120" y="15"/>
                  </a:cxn>
                </a:cxnLst>
                <a:rect l="0" t="0" r="r" b="b"/>
                <a:pathLst>
                  <a:path w="131" h="86">
                    <a:moveTo>
                      <a:pt x="120" y="15"/>
                    </a:moveTo>
                    <a:cubicBezTo>
                      <a:pt x="100" y="32"/>
                      <a:pt x="100" y="32"/>
                      <a:pt x="100" y="32"/>
                    </a:cubicBezTo>
                    <a:cubicBezTo>
                      <a:pt x="102" y="14"/>
                      <a:pt x="102" y="14"/>
                      <a:pt x="102" y="14"/>
                    </a:cubicBezTo>
                    <a:cubicBezTo>
                      <a:pt x="102" y="14"/>
                      <a:pt x="99" y="10"/>
                      <a:pt x="96" y="13"/>
                    </a:cubicBezTo>
                    <a:cubicBezTo>
                      <a:pt x="84" y="28"/>
                      <a:pt x="84" y="28"/>
                      <a:pt x="84" y="28"/>
                    </a:cubicBezTo>
                    <a:cubicBezTo>
                      <a:pt x="69" y="4"/>
                      <a:pt x="69" y="4"/>
                      <a:pt x="69" y="4"/>
                    </a:cubicBezTo>
                    <a:cubicBezTo>
                      <a:pt x="69" y="4"/>
                      <a:pt x="65" y="0"/>
                      <a:pt x="58" y="4"/>
                    </a:cubicBezTo>
                    <a:cubicBezTo>
                      <a:pt x="43" y="28"/>
                      <a:pt x="43" y="28"/>
                      <a:pt x="43" y="28"/>
                    </a:cubicBezTo>
                    <a:cubicBezTo>
                      <a:pt x="33" y="13"/>
                      <a:pt x="33" y="13"/>
                      <a:pt x="33" y="13"/>
                    </a:cubicBezTo>
                    <a:cubicBezTo>
                      <a:pt x="33" y="13"/>
                      <a:pt x="30" y="9"/>
                      <a:pt x="27" y="14"/>
                    </a:cubicBezTo>
                    <a:cubicBezTo>
                      <a:pt x="28" y="33"/>
                      <a:pt x="28" y="33"/>
                      <a:pt x="28" y="33"/>
                    </a:cubicBezTo>
                    <a:cubicBezTo>
                      <a:pt x="9" y="15"/>
                      <a:pt x="9" y="15"/>
                      <a:pt x="9" y="15"/>
                    </a:cubicBezTo>
                    <a:cubicBezTo>
                      <a:pt x="9" y="15"/>
                      <a:pt x="3" y="12"/>
                      <a:pt x="0" y="18"/>
                    </a:cubicBezTo>
                    <a:cubicBezTo>
                      <a:pt x="13" y="86"/>
                      <a:pt x="13" y="86"/>
                      <a:pt x="13" y="86"/>
                    </a:cubicBezTo>
                    <a:cubicBezTo>
                      <a:pt x="114" y="86"/>
                      <a:pt x="114" y="86"/>
                      <a:pt x="114" y="86"/>
                    </a:cubicBezTo>
                    <a:cubicBezTo>
                      <a:pt x="131" y="20"/>
                      <a:pt x="131" y="20"/>
                      <a:pt x="131" y="20"/>
                    </a:cubicBezTo>
                    <a:cubicBezTo>
                      <a:pt x="131" y="20"/>
                      <a:pt x="129" y="11"/>
                      <a:pt x="120" y="15"/>
                    </a:cubicBezTo>
                    <a:close/>
                    <a:moveTo>
                      <a:pt x="120" y="15"/>
                    </a:moveTo>
                    <a:cubicBezTo>
                      <a:pt x="120" y="15"/>
                      <a:pt x="120" y="15"/>
                      <a:pt x="120" y="15"/>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20"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edge">
                                      <p:cBhvr>
                                        <p:cTn id="13" dur="1000"/>
                                        <p:tgtEl>
                                          <p:spTgt spid="3"/>
                                        </p:tgtEl>
                                      </p:cBhvr>
                                    </p:animEffect>
                                  </p:childTnLst>
                                </p:cTn>
                              </p:par>
                            </p:childTnLst>
                          </p:cTn>
                        </p:par>
                        <p:par>
                          <p:cTn id="14" fill="hold">
                            <p:stCondLst>
                              <p:cond delay="1500"/>
                            </p:stCondLst>
                            <p:childTnLst>
                              <p:par>
                                <p:cTn id="15" presetID="53" presetClass="entr" presetSubtype="0"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right)">
                                      <p:cBhvr>
                                        <p:cTn id="23" dur="500"/>
                                        <p:tgtEl>
                                          <p:spTgt spid="13"/>
                                        </p:tgtEl>
                                      </p:cBhvr>
                                    </p:animEffect>
                                  </p:childTnLst>
                                </p:cTn>
                              </p:par>
                            </p:childTnLst>
                          </p:cTn>
                        </p:par>
                        <p:par>
                          <p:cTn id="24" fill="hold">
                            <p:stCondLst>
                              <p:cond delay="2500"/>
                            </p:stCondLst>
                            <p:childTnLst>
                              <p:par>
                                <p:cTn id="25" presetID="53" presetClass="entr" presetSubtype="0"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500" fill="hold"/>
                                        <p:tgtEl>
                                          <p:spTgt spid="6"/>
                                        </p:tgtEl>
                                        <p:attrNameLst>
                                          <p:attrName>ppt_w</p:attrName>
                                        </p:attrNameLst>
                                      </p:cBhvr>
                                      <p:tavLst>
                                        <p:tav tm="0">
                                          <p:val>
                                            <p:fltVal val="0"/>
                                          </p:val>
                                        </p:tav>
                                        <p:tav tm="100000">
                                          <p:val>
                                            <p:strVal val="#ppt_w"/>
                                          </p:val>
                                        </p:tav>
                                      </p:tavLst>
                                    </p:anim>
                                    <p:anim calcmode="lin" valueType="num">
                                      <p:cBhvr>
                                        <p:cTn id="28" dur="500" fill="hold"/>
                                        <p:tgtEl>
                                          <p:spTgt spid="6"/>
                                        </p:tgtEl>
                                        <p:attrNameLst>
                                          <p:attrName>ppt_h</p:attrName>
                                        </p:attrNameLst>
                                      </p:cBhvr>
                                      <p:tavLst>
                                        <p:tav tm="0">
                                          <p:val>
                                            <p:fltVal val="0"/>
                                          </p:val>
                                        </p:tav>
                                        <p:tav tm="100000">
                                          <p:val>
                                            <p:strVal val="#ppt_h"/>
                                          </p:val>
                                        </p:tav>
                                      </p:tavLst>
                                    </p:anim>
                                    <p:animEffect transition="in" filter="fade">
                                      <p:cBhvr>
                                        <p:cTn id="29" dur="500"/>
                                        <p:tgtEl>
                                          <p:spTgt spid="6"/>
                                        </p:tgtEl>
                                      </p:cBhvr>
                                    </p:animEffect>
                                  </p:childTnLst>
                                </p:cTn>
                              </p:par>
                            </p:childTnLst>
                          </p:cTn>
                        </p:par>
                        <p:par>
                          <p:cTn id="30" fill="hold">
                            <p:stCondLst>
                              <p:cond delay="3000"/>
                            </p:stCondLst>
                            <p:childTnLst>
                              <p:par>
                                <p:cTn id="31" presetID="22" presetClass="entr" presetSubtype="2" fill="hold" nodeType="after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wipe(right)">
                                      <p:cBhvr>
                                        <p:cTn id="33" dur="500"/>
                                        <p:tgtEl>
                                          <p:spTgt spid="11"/>
                                        </p:tgtEl>
                                      </p:cBhvr>
                                    </p:animEffect>
                                  </p:childTnLst>
                                </p:cTn>
                              </p:par>
                            </p:childTnLst>
                          </p:cTn>
                        </p:par>
                        <p:par>
                          <p:cTn id="34" fill="hold">
                            <p:stCondLst>
                              <p:cond delay="3500"/>
                            </p:stCondLst>
                            <p:childTnLst>
                              <p:par>
                                <p:cTn id="35" presetID="53" presetClass="entr" presetSubtype="0"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500" fill="hold"/>
                                        <p:tgtEl>
                                          <p:spTgt spid="7"/>
                                        </p:tgtEl>
                                        <p:attrNameLst>
                                          <p:attrName>ppt_w</p:attrName>
                                        </p:attrNameLst>
                                      </p:cBhvr>
                                      <p:tavLst>
                                        <p:tav tm="0">
                                          <p:val>
                                            <p:fltVal val="0"/>
                                          </p:val>
                                        </p:tav>
                                        <p:tav tm="100000">
                                          <p:val>
                                            <p:strVal val="#ppt_w"/>
                                          </p:val>
                                        </p:tav>
                                      </p:tavLst>
                                    </p:anim>
                                    <p:anim calcmode="lin" valueType="num">
                                      <p:cBhvr>
                                        <p:cTn id="38" dur="500" fill="hold"/>
                                        <p:tgtEl>
                                          <p:spTgt spid="7"/>
                                        </p:tgtEl>
                                        <p:attrNameLst>
                                          <p:attrName>ppt_h</p:attrName>
                                        </p:attrNameLst>
                                      </p:cBhvr>
                                      <p:tavLst>
                                        <p:tav tm="0">
                                          <p:val>
                                            <p:fltVal val="0"/>
                                          </p:val>
                                        </p:tav>
                                        <p:tav tm="100000">
                                          <p:val>
                                            <p:strVal val="#ppt_h"/>
                                          </p:val>
                                        </p:tav>
                                      </p:tavLst>
                                    </p:anim>
                                    <p:animEffect transition="in" filter="fade">
                                      <p:cBhvr>
                                        <p:cTn id="39" dur="500"/>
                                        <p:tgtEl>
                                          <p:spTgt spid="7"/>
                                        </p:tgtEl>
                                      </p:cBhvr>
                                    </p:animEffect>
                                  </p:childTnLst>
                                </p:cTn>
                              </p:par>
                            </p:childTnLst>
                          </p:cTn>
                        </p:par>
                        <p:par>
                          <p:cTn id="40" fill="hold">
                            <p:stCondLst>
                              <p:cond delay="4000"/>
                            </p:stCondLst>
                            <p:childTnLst>
                              <p:par>
                                <p:cTn id="41" presetID="22" presetClass="entr" presetSubtype="4" fill="hold" nodeType="after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wipe(down)">
                                      <p:cBhvr>
                                        <p:cTn id="43" dur="500"/>
                                        <p:tgtEl>
                                          <p:spTgt spid="14"/>
                                        </p:tgtEl>
                                      </p:cBhvr>
                                    </p:animEffect>
                                  </p:childTnLst>
                                </p:cTn>
                              </p:par>
                            </p:childTnLst>
                          </p:cTn>
                        </p:par>
                        <p:par>
                          <p:cTn id="44" fill="hold">
                            <p:stCondLst>
                              <p:cond delay="4500"/>
                            </p:stCondLst>
                            <p:childTnLst>
                              <p:par>
                                <p:cTn id="45" presetID="53" presetClass="entr" presetSubtype="0"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5000"/>
                            </p:stCondLst>
                            <p:childTnLst>
                              <p:par>
                                <p:cTn id="51" presetID="22" presetClass="entr" presetSubtype="8" fill="hold" nodeType="after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wipe(left)">
                                      <p:cBhvr>
                                        <p:cTn id="53" dur="500"/>
                                        <p:tgtEl>
                                          <p:spTgt spid="12"/>
                                        </p:tgtEl>
                                      </p:cBhvr>
                                    </p:animEffect>
                                  </p:childTnLst>
                                </p:cTn>
                              </p:par>
                            </p:childTnLst>
                          </p:cTn>
                        </p:par>
                        <p:par>
                          <p:cTn id="54" fill="hold">
                            <p:stCondLst>
                              <p:cond delay="5500"/>
                            </p:stCondLst>
                            <p:childTnLst>
                              <p:par>
                                <p:cTn id="55" presetID="53" presetClass="entr" presetSubtype="0"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 calcmode="lin" valueType="num">
                                      <p:cBhvr>
                                        <p:cTn id="57" dur="500" fill="hold"/>
                                        <p:tgtEl>
                                          <p:spTgt spid="9"/>
                                        </p:tgtEl>
                                        <p:attrNameLst>
                                          <p:attrName>ppt_w</p:attrName>
                                        </p:attrNameLst>
                                      </p:cBhvr>
                                      <p:tavLst>
                                        <p:tav tm="0">
                                          <p:val>
                                            <p:fltVal val="0"/>
                                          </p:val>
                                        </p:tav>
                                        <p:tav tm="100000">
                                          <p:val>
                                            <p:strVal val="#ppt_w"/>
                                          </p:val>
                                        </p:tav>
                                      </p:tavLst>
                                    </p:anim>
                                    <p:anim calcmode="lin" valueType="num">
                                      <p:cBhvr>
                                        <p:cTn id="58" dur="500" fill="hold"/>
                                        <p:tgtEl>
                                          <p:spTgt spid="9"/>
                                        </p:tgtEl>
                                        <p:attrNameLst>
                                          <p:attrName>ppt_h</p:attrName>
                                        </p:attrNameLst>
                                      </p:cBhvr>
                                      <p:tavLst>
                                        <p:tav tm="0">
                                          <p:val>
                                            <p:fltVal val="0"/>
                                          </p:val>
                                        </p:tav>
                                        <p:tav tm="100000">
                                          <p:val>
                                            <p:strVal val="#ppt_h"/>
                                          </p:val>
                                        </p:tav>
                                      </p:tavLst>
                                    </p:anim>
                                    <p:animEffect transition="in" filter="fade">
                                      <p:cBhvr>
                                        <p:cTn id="59" dur="500"/>
                                        <p:tgtEl>
                                          <p:spTgt spid="9"/>
                                        </p:tgtEl>
                                      </p:cBhvr>
                                    </p:animEffect>
                                  </p:childTnLst>
                                </p:cTn>
                              </p:par>
                            </p:childTnLst>
                          </p:cTn>
                        </p:par>
                        <p:par>
                          <p:cTn id="60" fill="hold">
                            <p:stCondLst>
                              <p:cond delay="6000"/>
                            </p:stCondLst>
                            <p:childTnLst>
                              <p:par>
                                <p:cTn id="61" presetID="22" presetClass="entr" presetSubtype="8" fill="hold" nodeType="after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Radial Cycle Object</a:t>
            </a:r>
            <a:endParaRPr lang="en-US" dirty="0"/>
          </a:p>
        </p:txBody>
      </p:sp>
      <p:sp>
        <p:nvSpPr>
          <p:cNvPr id="4" name="Text Placeholder 3"/>
          <p:cNvSpPr>
            <a:spLocks noGrp="1"/>
          </p:cNvSpPr>
          <p:nvPr>
            <p:ph type="body" sz="half" idx="2"/>
          </p:nvPr>
        </p:nvSpPr>
        <p:spPr/>
        <p:txBody>
          <a:bodyPr/>
          <a:lstStyle/>
          <a:p>
            <a:r>
              <a:rPr lang="en-US"/>
              <a:t>Radial Cycle Object</a:t>
            </a:r>
            <a:endParaRPr lang="en-US" dirty="0"/>
          </a:p>
        </p:txBody>
      </p:sp>
      <p:sp>
        <p:nvSpPr>
          <p:cNvPr id="32" name="Slide Number Placeholder 31"/>
          <p:cNvSpPr>
            <a:spLocks noGrp="1"/>
          </p:cNvSpPr>
          <p:nvPr>
            <p:ph type="sldNum" sz="quarter" idx="12"/>
          </p:nvPr>
        </p:nvSpPr>
        <p:spPr/>
        <p:txBody>
          <a:bodyPr/>
          <a:lstStyle/>
          <a:p>
            <a:fld id="{C136B7D2-B98C-44FD-8D04-7EC62A564975}" type="slidenum">
              <a:rPr lang="en-US" smtClean="0"/>
              <a:pPr/>
              <a:t>196</a:t>
            </a:fld>
            <a:endParaRPr lang="en-US" dirty="0"/>
          </a:p>
        </p:txBody>
      </p:sp>
      <p:grpSp>
        <p:nvGrpSpPr>
          <p:cNvPr id="3" name="Group 87"/>
          <p:cNvGrpSpPr/>
          <p:nvPr/>
        </p:nvGrpSpPr>
        <p:grpSpPr>
          <a:xfrm rot="5400000">
            <a:off x="232760" y="1245753"/>
            <a:ext cx="3222189" cy="3222186"/>
            <a:chOff x="2965298" y="2181091"/>
            <a:chExt cx="3213404" cy="3213402"/>
          </a:xfrm>
          <a:solidFill>
            <a:schemeClr val="bg2">
              <a:lumMod val="85000"/>
            </a:schemeClr>
          </a:solidFill>
        </p:grpSpPr>
        <p:sp>
          <p:nvSpPr>
            <p:cNvPr id="62" name="Block Arc 61"/>
            <p:cNvSpPr/>
            <p:nvPr/>
          </p:nvSpPr>
          <p:spPr>
            <a:xfrm>
              <a:off x="2965298" y="2181091"/>
              <a:ext cx="3213404" cy="3213402"/>
            </a:xfrm>
            <a:prstGeom prst="blockArc">
              <a:avLst>
                <a:gd name="adj1" fmla="val 10800000"/>
                <a:gd name="adj2" fmla="val 16200004"/>
                <a:gd name="adj3" fmla="val 2113"/>
              </a:avLst>
            </a:prstGeom>
            <a:grp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sp>
          <p:nvSpPr>
            <p:cNvPr id="66" name="Block Arc 65"/>
            <p:cNvSpPr/>
            <p:nvPr/>
          </p:nvSpPr>
          <p:spPr>
            <a:xfrm>
              <a:off x="2965298" y="2181091"/>
              <a:ext cx="3213404" cy="3213402"/>
            </a:xfrm>
            <a:prstGeom prst="blockArc">
              <a:avLst>
                <a:gd name="adj1" fmla="val 16200000"/>
                <a:gd name="adj2" fmla="val 21589317"/>
                <a:gd name="adj3" fmla="val 2281"/>
              </a:avLst>
            </a:prstGeom>
            <a:grp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grpSp>
      <p:grpSp>
        <p:nvGrpSpPr>
          <p:cNvPr id="5" name="Group 43"/>
          <p:cNvGrpSpPr/>
          <p:nvPr/>
        </p:nvGrpSpPr>
        <p:grpSpPr>
          <a:xfrm>
            <a:off x="1804988" y="1009381"/>
            <a:ext cx="633412" cy="633412"/>
            <a:chOff x="2259889" y="3581159"/>
            <a:chExt cx="788112" cy="788112"/>
          </a:xfrm>
        </p:grpSpPr>
        <p:sp>
          <p:nvSpPr>
            <p:cNvPr id="86" name="Oval 85"/>
            <p:cNvSpPr>
              <a:spLocks noChangeAspect="1"/>
            </p:cNvSpPr>
            <p:nvPr/>
          </p:nvSpPr>
          <p:spPr>
            <a:xfrm>
              <a:off x="2259889" y="3581159"/>
              <a:ext cx="788112" cy="788112"/>
            </a:xfrm>
            <a:prstGeom prst="ellipse">
              <a:avLst/>
            </a:prstGeom>
            <a:solidFill>
              <a:schemeClr val="accent1"/>
            </a:solidFill>
            <a:ln w="28575">
              <a:solidFill>
                <a:schemeClr val="accent1">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200" b="1" kern="1200" dirty="0"/>
            </a:p>
          </p:txBody>
        </p:sp>
        <p:sp>
          <p:nvSpPr>
            <p:cNvPr id="35" name="Freeform 42"/>
            <p:cNvSpPr>
              <a:spLocks noEditPoints="1"/>
            </p:cNvSpPr>
            <p:nvPr/>
          </p:nvSpPr>
          <p:spPr bwMode="auto">
            <a:xfrm>
              <a:off x="2483159" y="3828209"/>
              <a:ext cx="341572" cy="29401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9"/>
          <p:cNvGrpSpPr/>
          <p:nvPr/>
        </p:nvGrpSpPr>
        <p:grpSpPr>
          <a:xfrm>
            <a:off x="2719388" y="1581150"/>
            <a:ext cx="633412" cy="633412"/>
            <a:chOff x="2826133" y="2269320"/>
            <a:chExt cx="788112" cy="788112"/>
          </a:xfrm>
        </p:grpSpPr>
        <p:sp>
          <p:nvSpPr>
            <p:cNvPr id="87" name="Oval 86"/>
            <p:cNvSpPr>
              <a:spLocks noChangeAspect="1"/>
            </p:cNvSpPr>
            <p:nvPr/>
          </p:nvSpPr>
          <p:spPr>
            <a:xfrm>
              <a:off x="2826133" y="2269320"/>
              <a:ext cx="788112" cy="788112"/>
            </a:xfrm>
            <a:prstGeom prst="ellipse">
              <a:avLst/>
            </a:prstGeom>
            <a:solidFill>
              <a:schemeClr val="accent2"/>
            </a:solidFill>
            <a:ln w="28575">
              <a:solidFill>
                <a:schemeClr val="accent2">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6" name="Freeform 178"/>
            <p:cNvSpPr>
              <a:spLocks noEditPoints="1"/>
            </p:cNvSpPr>
            <p:nvPr/>
          </p:nvSpPr>
          <p:spPr bwMode="auto">
            <a:xfrm>
              <a:off x="3049403" y="2534747"/>
              <a:ext cx="341572" cy="25725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40"/>
          <p:cNvGrpSpPr/>
          <p:nvPr/>
        </p:nvGrpSpPr>
        <p:grpSpPr>
          <a:xfrm>
            <a:off x="3100388" y="2540140"/>
            <a:ext cx="633412" cy="633412"/>
            <a:chOff x="4164510" y="1766213"/>
            <a:chExt cx="788112" cy="788112"/>
          </a:xfrm>
        </p:grpSpPr>
        <p:sp>
          <p:nvSpPr>
            <p:cNvPr id="83" name="Oval 82"/>
            <p:cNvSpPr>
              <a:spLocks noChangeAspect="1"/>
            </p:cNvSpPr>
            <p:nvPr/>
          </p:nvSpPr>
          <p:spPr>
            <a:xfrm>
              <a:off x="4164510" y="1766213"/>
              <a:ext cx="788112" cy="788112"/>
            </a:xfrm>
            <a:prstGeom prst="ellipse">
              <a:avLst/>
            </a:prstGeom>
            <a:solidFill>
              <a:schemeClr val="accent3"/>
            </a:solidFill>
            <a:ln w="28575">
              <a:solidFill>
                <a:schemeClr val="accent3">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7" name="Freeform 52"/>
            <p:cNvSpPr>
              <a:spLocks noEditPoints="1"/>
            </p:cNvSpPr>
            <p:nvPr/>
          </p:nvSpPr>
          <p:spPr bwMode="auto">
            <a:xfrm>
              <a:off x="4401833" y="1991647"/>
              <a:ext cx="313466" cy="33724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41"/>
          <p:cNvGrpSpPr/>
          <p:nvPr/>
        </p:nvGrpSpPr>
        <p:grpSpPr>
          <a:xfrm>
            <a:off x="2719388" y="3538538"/>
            <a:ext cx="633412" cy="633412"/>
            <a:chOff x="5494150" y="2269320"/>
            <a:chExt cx="788112" cy="788112"/>
          </a:xfrm>
        </p:grpSpPr>
        <p:sp>
          <p:nvSpPr>
            <p:cNvPr id="84" name="Oval 83"/>
            <p:cNvSpPr>
              <a:spLocks noChangeAspect="1"/>
            </p:cNvSpPr>
            <p:nvPr/>
          </p:nvSpPr>
          <p:spPr>
            <a:xfrm>
              <a:off x="5494150" y="2269320"/>
              <a:ext cx="788112" cy="788112"/>
            </a:xfrm>
            <a:prstGeom prst="ellipse">
              <a:avLst/>
            </a:prstGeom>
            <a:solidFill>
              <a:schemeClr val="accent4"/>
            </a:solidFill>
            <a:ln w="28575">
              <a:solidFill>
                <a:schemeClr val="accent4">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8" name="Freeform 86"/>
            <p:cNvSpPr>
              <a:spLocks noEditPoints="1"/>
            </p:cNvSpPr>
            <p:nvPr/>
          </p:nvSpPr>
          <p:spPr bwMode="auto">
            <a:xfrm>
              <a:off x="5771250" y="2466594"/>
              <a:ext cx="233912" cy="39356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42"/>
          <p:cNvGrpSpPr/>
          <p:nvPr/>
        </p:nvGrpSpPr>
        <p:grpSpPr>
          <a:xfrm>
            <a:off x="1804988" y="4092495"/>
            <a:ext cx="633412" cy="633412"/>
            <a:chOff x="6096000" y="3581159"/>
            <a:chExt cx="788112" cy="788112"/>
          </a:xfrm>
        </p:grpSpPr>
        <p:sp>
          <p:nvSpPr>
            <p:cNvPr id="85" name="Oval 84"/>
            <p:cNvSpPr>
              <a:spLocks noChangeAspect="1"/>
            </p:cNvSpPr>
            <p:nvPr/>
          </p:nvSpPr>
          <p:spPr>
            <a:xfrm>
              <a:off x="6096000" y="3581159"/>
              <a:ext cx="788112" cy="788112"/>
            </a:xfrm>
            <a:prstGeom prst="ellipse">
              <a:avLst/>
            </a:prstGeom>
            <a:solidFill>
              <a:schemeClr val="accent5"/>
            </a:solidFill>
            <a:ln w="28575">
              <a:solidFill>
                <a:schemeClr val="accent5">
                  <a:lumMod val="75000"/>
                </a:schemeClr>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1400" b="1" kern="1200" dirty="0"/>
            </a:p>
          </p:txBody>
        </p:sp>
        <p:sp>
          <p:nvSpPr>
            <p:cNvPr id="39" name="Freeform 83"/>
            <p:cNvSpPr>
              <a:spLocks noEditPoints="1"/>
            </p:cNvSpPr>
            <p:nvPr/>
          </p:nvSpPr>
          <p:spPr bwMode="auto">
            <a:xfrm>
              <a:off x="6371225" y="3796968"/>
              <a:ext cx="237662" cy="356494"/>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60"/>
          <p:cNvGrpSpPr/>
          <p:nvPr/>
        </p:nvGrpSpPr>
        <p:grpSpPr>
          <a:xfrm>
            <a:off x="868171" y="1887996"/>
            <a:ext cx="1937692" cy="1937697"/>
            <a:chOff x="639571" y="1887996"/>
            <a:chExt cx="1937692" cy="1937697"/>
          </a:xfrm>
        </p:grpSpPr>
        <p:sp>
          <p:nvSpPr>
            <p:cNvPr id="89" name="Oval 88"/>
            <p:cNvSpPr/>
            <p:nvPr/>
          </p:nvSpPr>
          <p:spPr>
            <a:xfrm rot="5400000">
              <a:off x="639568" y="1887999"/>
              <a:ext cx="1937697" cy="1937692"/>
            </a:xfrm>
            <a:prstGeom prst="ellipse">
              <a:avLst/>
            </a:prstGeom>
            <a:solidFill>
              <a:schemeClr val="bg1">
                <a:lumMod val="8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26270" tIns="226270" rIns="226270" bIns="226270" numCol="1" spcCol="1270" anchor="b" anchorCtr="0">
              <a:noAutofit/>
            </a:bodyPr>
            <a:lstStyle/>
            <a:p>
              <a:pPr lvl="0" algn="ctr" defTabSz="1289050">
                <a:lnSpc>
                  <a:spcPct val="90000"/>
                </a:lnSpc>
                <a:spcBef>
                  <a:spcPct val="0"/>
                </a:spcBef>
                <a:spcAft>
                  <a:spcPct val="35000"/>
                </a:spcAft>
              </a:pPr>
              <a:endParaRPr lang="en-US" sz="5400" kern="1200" dirty="0"/>
            </a:p>
          </p:txBody>
        </p:sp>
        <p:grpSp>
          <p:nvGrpSpPr>
            <p:cNvPr id="11" name="Group 53"/>
            <p:cNvGrpSpPr/>
            <p:nvPr/>
          </p:nvGrpSpPr>
          <p:grpSpPr>
            <a:xfrm>
              <a:off x="1351776" y="2435692"/>
              <a:ext cx="513281" cy="842306"/>
              <a:chOff x="1974850" y="4173538"/>
              <a:chExt cx="309563" cy="508000"/>
            </a:xfrm>
            <a:solidFill>
              <a:schemeClr val="bg1"/>
            </a:solidFill>
          </p:grpSpPr>
          <p:sp>
            <p:nvSpPr>
              <p:cNvPr id="57" name="Freeform 14"/>
              <p:cNvSpPr>
                <a:spLocks noEditPoints="1"/>
              </p:cNvSpPr>
              <p:nvPr/>
            </p:nvSpPr>
            <p:spPr bwMode="auto">
              <a:xfrm>
                <a:off x="1974850" y="4173538"/>
                <a:ext cx="293688" cy="407988"/>
              </a:xfrm>
              <a:custGeom>
                <a:avLst/>
                <a:gdLst/>
                <a:ahLst/>
                <a:cxnLst>
                  <a:cxn ang="0">
                    <a:pos x="123" y="191"/>
                  </a:cxn>
                  <a:cxn ang="0">
                    <a:pos x="120" y="170"/>
                  </a:cxn>
                  <a:cxn ang="0">
                    <a:pos x="134" y="124"/>
                  </a:cxn>
                  <a:cxn ang="0">
                    <a:pos x="139" y="90"/>
                  </a:cxn>
                  <a:cxn ang="0">
                    <a:pos x="131" y="56"/>
                  </a:cxn>
                  <a:cxn ang="0">
                    <a:pos x="85" y="19"/>
                  </a:cxn>
                  <a:cxn ang="0">
                    <a:pos x="70" y="0"/>
                  </a:cxn>
                  <a:cxn ang="0">
                    <a:pos x="69" y="19"/>
                  </a:cxn>
                  <a:cxn ang="0">
                    <a:pos x="56" y="23"/>
                  </a:cxn>
                  <a:cxn ang="0">
                    <a:pos x="59" y="30"/>
                  </a:cxn>
                  <a:cxn ang="0">
                    <a:pos x="40" y="38"/>
                  </a:cxn>
                  <a:cxn ang="0">
                    <a:pos x="37" y="44"/>
                  </a:cxn>
                  <a:cxn ang="0">
                    <a:pos x="2" y="75"/>
                  </a:cxn>
                  <a:cxn ang="0">
                    <a:pos x="2" y="80"/>
                  </a:cxn>
                  <a:cxn ang="0">
                    <a:pos x="1" y="87"/>
                  </a:cxn>
                  <a:cxn ang="0">
                    <a:pos x="1" y="94"/>
                  </a:cxn>
                  <a:cxn ang="0">
                    <a:pos x="8" y="101"/>
                  </a:cxn>
                  <a:cxn ang="0">
                    <a:pos x="12" y="102"/>
                  </a:cxn>
                  <a:cxn ang="0">
                    <a:pos x="21" y="105"/>
                  </a:cxn>
                  <a:cxn ang="0">
                    <a:pos x="37" y="96"/>
                  </a:cxn>
                  <a:cxn ang="0">
                    <a:pos x="49" y="92"/>
                  </a:cxn>
                  <a:cxn ang="0">
                    <a:pos x="79" y="95"/>
                  </a:cxn>
                  <a:cxn ang="0">
                    <a:pos x="43" y="138"/>
                  </a:cxn>
                  <a:cxn ang="0">
                    <a:pos x="37" y="191"/>
                  </a:cxn>
                  <a:cxn ang="0">
                    <a:pos x="123" y="191"/>
                  </a:cxn>
                  <a:cxn ang="0">
                    <a:pos x="123" y="191"/>
                  </a:cxn>
                  <a:cxn ang="0">
                    <a:pos x="123" y="191"/>
                  </a:cxn>
                </a:cxnLst>
                <a:rect l="0" t="0" r="r" b="b"/>
                <a:pathLst>
                  <a:path w="139" h="191">
                    <a:moveTo>
                      <a:pt x="123" y="191"/>
                    </a:moveTo>
                    <a:cubicBezTo>
                      <a:pt x="119" y="186"/>
                      <a:pt x="120" y="170"/>
                      <a:pt x="120" y="170"/>
                    </a:cubicBezTo>
                    <a:cubicBezTo>
                      <a:pt x="120" y="170"/>
                      <a:pt x="129" y="132"/>
                      <a:pt x="134" y="124"/>
                    </a:cubicBezTo>
                    <a:cubicBezTo>
                      <a:pt x="139" y="115"/>
                      <a:pt x="139" y="90"/>
                      <a:pt x="139" y="90"/>
                    </a:cubicBezTo>
                    <a:cubicBezTo>
                      <a:pt x="139" y="90"/>
                      <a:pt x="138" y="75"/>
                      <a:pt x="131" y="56"/>
                    </a:cubicBezTo>
                    <a:cubicBezTo>
                      <a:pt x="124" y="37"/>
                      <a:pt x="101" y="22"/>
                      <a:pt x="85" y="19"/>
                    </a:cubicBezTo>
                    <a:cubicBezTo>
                      <a:pt x="84" y="10"/>
                      <a:pt x="70" y="0"/>
                      <a:pt x="70" y="0"/>
                    </a:cubicBezTo>
                    <a:cubicBezTo>
                      <a:pt x="70" y="0"/>
                      <a:pt x="72" y="19"/>
                      <a:pt x="69" y="19"/>
                    </a:cubicBezTo>
                    <a:cubicBezTo>
                      <a:pt x="67" y="19"/>
                      <a:pt x="56" y="23"/>
                      <a:pt x="56" y="23"/>
                    </a:cubicBezTo>
                    <a:cubicBezTo>
                      <a:pt x="59" y="30"/>
                      <a:pt x="59" y="30"/>
                      <a:pt x="59" y="30"/>
                    </a:cubicBezTo>
                    <a:cubicBezTo>
                      <a:pt x="45" y="34"/>
                      <a:pt x="40" y="38"/>
                      <a:pt x="40" y="38"/>
                    </a:cubicBezTo>
                    <a:cubicBezTo>
                      <a:pt x="40" y="38"/>
                      <a:pt x="39" y="39"/>
                      <a:pt x="37" y="44"/>
                    </a:cubicBezTo>
                    <a:cubicBezTo>
                      <a:pt x="34" y="49"/>
                      <a:pt x="4" y="74"/>
                      <a:pt x="2" y="75"/>
                    </a:cubicBezTo>
                    <a:cubicBezTo>
                      <a:pt x="1" y="77"/>
                      <a:pt x="2" y="80"/>
                      <a:pt x="2" y="80"/>
                    </a:cubicBezTo>
                    <a:cubicBezTo>
                      <a:pt x="2" y="80"/>
                      <a:pt x="1" y="86"/>
                      <a:pt x="1" y="87"/>
                    </a:cubicBezTo>
                    <a:cubicBezTo>
                      <a:pt x="1" y="87"/>
                      <a:pt x="0" y="92"/>
                      <a:pt x="1" y="94"/>
                    </a:cubicBezTo>
                    <a:cubicBezTo>
                      <a:pt x="3" y="96"/>
                      <a:pt x="4" y="99"/>
                      <a:pt x="8" y="101"/>
                    </a:cubicBezTo>
                    <a:cubicBezTo>
                      <a:pt x="11" y="104"/>
                      <a:pt x="12" y="102"/>
                      <a:pt x="12" y="102"/>
                    </a:cubicBezTo>
                    <a:cubicBezTo>
                      <a:pt x="12" y="102"/>
                      <a:pt x="12" y="103"/>
                      <a:pt x="21" y="105"/>
                    </a:cubicBezTo>
                    <a:cubicBezTo>
                      <a:pt x="33" y="105"/>
                      <a:pt x="37" y="96"/>
                      <a:pt x="37" y="96"/>
                    </a:cubicBezTo>
                    <a:cubicBezTo>
                      <a:pt x="37" y="96"/>
                      <a:pt x="40" y="91"/>
                      <a:pt x="49" y="92"/>
                    </a:cubicBezTo>
                    <a:cubicBezTo>
                      <a:pt x="67" y="102"/>
                      <a:pt x="79" y="95"/>
                      <a:pt x="79" y="95"/>
                    </a:cubicBezTo>
                    <a:cubicBezTo>
                      <a:pt x="79" y="95"/>
                      <a:pt x="64" y="107"/>
                      <a:pt x="43" y="138"/>
                    </a:cubicBezTo>
                    <a:cubicBezTo>
                      <a:pt x="21" y="170"/>
                      <a:pt x="37" y="191"/>
                      <a:pt x="37" y="191"/>
                    </a:cubicBezTo>
                    <a:lnTo>
                      <a:pt x="123" y="191"/>
                    </a:lnTo>
                    <a:close/>
                    <a:moveTo>
                      <a:pt x="123" y="191"/>
                    </a:moveTo>
                    <a:cubicBezTo>
                      <a:pt x="123" y="191"/>
                      <a:pt x="123" y="191"/>
                      <a:pt x="123" y="191"/>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5"/>
              <p:cNvSpPr>
                <a:spLocks noEditPoints="1"/>
              </p:cNvSpPr>
              <p:nvPr/>
            </p:nvSpPr>
            <p:spPr bwMode="auto">
              <a:xfrm>
                <a:off x="2006600" y="4587875"/>
                <a:ext cx="277813" cy="93663"/>
              </a:xfrm>
              <a:custGeom>
                <a:avLst/>
                <a:gdLst/>
                <a:ahLst/>
                <a:cxnLst>
                  <a:cxn ang="0">
                    <a:pos x="131" y="39"/>
                  </a:cxn>
                  <a:cxn ang="0">
                    <a:pos x="126" y="44"/>
                  </a:cxn>
                  <a:cxn ang="0">
                    <a:pos x="4" y="44"/>
                  </a:cxn>
                  <a:cxn ang="0">
                    <a:pos x="0" y="39"/>
                  </a:cxn>
                  <a:cxn ang="0">
                    <a:pos x="0" y="5"/>
                  </a:cxn>
                  <a:cxn ang="0">
                    <a:pos x="4" y="0"/>
                  </a:cxn>
                  <a:cxn ang="0">
                    <a:pos x="126" y="0"/>
                  </a:cxn>
                  <a:cxn ang="0">
                    <a:pos x="131" y="5"/>
                  </a:cxn>
                  <a:cxn ang="0">
                    <a:pos x="131" y="39"/>
                  </a:cxn>
                  <a:cxn ang="0">
                    <a:pos x="131" y="39"/>
                  </a:cxn>
                  <a:cxn ang="0">
                    <a:pos x="131" y="39"/>
                  </a:cxn>
                </a:cxnLst>
                <a:rect l="0" t="0" r="r" b="b"/>
                <a:pathLst>
                  <a:path w="131" h="44">
                    <a:moveTo>
                      <a:pt x="131" y="39"/>
                    </a:moveTo>
                    <a:cubicBezTo>
                      <a:pt x="131" y="42"/>
                      <a:pt x="129" y="44"/>
                      <a:pt x="126" y="44"/>
                    </a:cubicBezTo>
                    <a:cubicBezTo>
                      <a:pt x="4" y="44"/>
                      <a:pt x="4" y="44"/>
                      <a:pt x="4" y="44"/>
                    </a:cubicBezTo>
                    <a:cubicBezTo>
                      <a:pt x="2" y="44"/>
                      <a:pt x="0" y="42"/>
                      <a:pt x="0" y="39"/>
                    </a:cubicBezTo>
                    <a:cubicBezTo>
                      <a:pt x="0" y="5"/>
                      <a:pt x="0" y="5"/>
                      <a:pt x="0" y="5"/>
                    </a:cubicBezTo>
                    <a:cubicBezTo>
                      <a:pt x="0" y="2"/>
                      <a:pt x="2" y="0"/>
                      <a:pt x="4" y="0"/>
                    </a:cubicBezTo>
                    <a:cubicBezTo>
                      <a:pt x="126" y="0"/>
                      <a:pt x="126" y="0"/>
                      <a:pt x="126" y="0"/>
                    </a:cubicBezTo>
                    <a:cubicBezTo>
                      <a:pt x="129" y="0"/>
                      <a:pt x="131" y="2"/>
                      <a:pt x="131" y="5"/>
                    </a:cubicBezTo>
                    <a:lnTo>
                      <a:pt x="131" y="39"/>
                    </a:lnTo>
                    <a:close/>
                    <a:moveTo>
                      <a:pt x="131" y="39"/>
                    </a:moveTo>
                    <a:cubicBezTo>
                      <a:pt x="131" y="39"/>
                      <a:pt x="131" y="39"/>
                      <a:pt x="131" y="39"/>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76" name="Freeform 45"/>
          <p:cNvSpPr>
            <a:spLocks noEditPoints="1"/>
          </p:cNvSpPr>
          <p:nvPr/>
        </p:nvSpPr>
        <p:spPr bwMode="auto">
          <a:xfrm>
            <a:off x="7880532" y="132476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45"/>
          <p:cNvSpPr>
            <a:spLocks noEditPoints="1"/>
          </p:cNvSpPr>
          <p:nvPr/>
        </p:nvSpPr>
        <p:spPr bwMode="auto">
          <a:xfrm>
            <a:off x="7880532" y="205741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45"/>
          <p:cNvSpPr>
            <a:spLocks noEditPoints="1"/>
          </p:cNvSpPr>
          <p:nvPr/>
        </p:nvSpPr>
        <p:spPr bwMode="auto">
          <a:xfrm>
            <a:off x="7880532" y="279006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45"/>
          <p:cNvSpPr>
            <a:spLocks noEditPoints="1"/>
          </p:cNvSpPr>
          <p:nvPr/>
        </p:nvSpPr>
        <p:spPr bwMode="auto">
          <a:xfrm>
            <a:off x="7880532" y="352272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45"/>
          <p:cNvSpPr>
            <a:spLocks noEditPoints="1"/>
          </p:cNvSpPr>
          <p:nvPr/>
        </p:nvSpPr>
        <p:spPr bwMode="auto">
          <a:xfrm>
            <a:off x="7880532" y="425537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2" name="Group 80"/>
          <p:cNvGrpSpPr/>
          <p:nvPr/>
        </p:nvGrpSpPr>
        <p:grpSpPr>
          <a:xfrm>
            <a:off x="4191000" y="1123950"/>
            <a:ext cx="3582491" cy="637913"/>
            <a:chOff x="-450666" y="1923738"/>
            <a:chExt cx="3582491" cy="637913"/>
          </a:xfrm>
        </p:grpSpPr>
        <p:sp>
          <p:nvSpPr>
            <p:cNvPr id="82"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88" name="TextBox 8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13" name="Group 89"/>
          <p:cNvGrpSpPr/>
          <p:nvPr/>
        </p:nvGrpSpPr>
        <p:grpSpPr>
          <a:xfrm>
            <a:off x="4191000" y="1857817"/>
            <a:ext cx="3582491" cy="637913"/>
            <a:chOff x="-450666" y="1923738"/>
            <a:chExt cx="3582491" cy="637913"/>
          </a:xfrm>
        </p:grpSpPr>
        <p:sp>
          <p:nvSpPr>
            <p:cNvPr id="91"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92" name="TextBox 91"/>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grpSp>
        <p:nvGrpSpPr>
          <p:cNvPr id="14" name="Group 92"/>
          <p:cNvGrpSpPr/>
          <p:nvPr/>
        </p:nvGrpSpPr>
        <p:grpSpPr>
          <a:xfrm>
            <a:off x="4191000" y="2591684"/>
            <a:ext cx="3582491" cy="637913"/>
            <a:chOff x="-450666" y="1923738"/>
            <a:chExt cx="3582491" cy="637913"/>
          </a:xfrm>
        </p:grpSpPr>
        <p:sp>
          <p:nvSpPr>
            <p:cNvPr id="94"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95" name="TextBox 9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grpSp>
        <p:nvGrpSpPr>
          <p:cNvPr id="15" name="Group 95"/>
          <p:cNvGrpSpPr/>
          <p:nvPr/>
        </p:nvGrpSpPr>
        <p:grpSpPr>
          <a:xfrm>
            <a:off x="4191000" y="3325550"/>
            <a:ext cx="3582491" cy="637913"/>
            <a:chOff x="-450666" y="1923738"/>
            <a:chExt cx="3582491" cy="637913"/>
          </a:xfrm>
        </p:grpSpPr>
        <p:sp>
          <p:nvSpPr>
            <p:cNvPr id="97"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98" name="TextBox 9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4"/>
                  </a:solidFill>
                </a:rPr>
                <a:t>Keyword Here</a:t>
              </a:r>
            </a:p>
          </p:txBody>
        </p:sp>
      </p:grpSp>
      <p:grpSp>
        <p:nvGrpSpPr>
          <p:cNvPr id="16" name="Group 98"/>
          <p:cNvGrpSpPr/>
          <p:nvPr/>
        </p:nvGrpSpPr>
        <p:grpSpPr>
          <a:xfrm>
            <a:off x="4191000" y="4056863"/>
            <a:ext cx="3582491" cy="637913"/>
            <a:chOff x="-450666" y="1923738"/>
            <a:chExt cx="3582491" cy="637913"/>
          </a:xfrm>
        </p:grpSpPr>
        <p:sp>
          <p:nvSpPr>
            <p:cNvPr id="100"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101" name="TextBox 100"/>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5"/>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16" presetClass="entr" presetSubtype="42"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outHorizontal)">
                                      <p:cBhvr>
                                        <p:cTn id="13" dur="500"/>
                                        <p:tgtEl>
                                          <p:spTgt spid="3"/>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Effect transition="in" filter="fade">
                                      <p:cBhvr>
                                        <p:cTn id="25" dur="500"/>
                                        <p:tgtEl>
                                          <p:spTgt spid="6"/>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500" fill="hold"/>
                                        <p:tgtEl>
                                          <p:spTgt spid="8"/>
                                        </p:tgtEl>
                                        <p:attrNameLst>
                                          <p:attrName>ppt_w</p:attrName>
                                        </p:attrNameLst>
                                      </p:cBhvr>
                                      <p:tavLst>
                                        <p:tav tm="0">
                                          <p:val>
                                            <p:fltVal val="0"/>
                                          </p:val>
                                        </p:tav>
                                        <p:tav tm="100000">
                                          <p:val>
                                            <p:strVal val="#ppt_w"/>
                                          </p:val>
                                        </p:tav>
                                      </p:tavLst>
                                    </p:anim>
                                    <p:anim calcmode="lin" valueType="num">
                                      <p:cBhvr>
                                        <p:cTn id="36" dur="500" fill="hold"/>
                                        <p:tgtEl>
                                          <p:spTgt spid="8"/>
                                        </p:tgtEl>
                                        <p:attrNameLst>
                                          <p:attrName>ppt_h</p:attrName>
                                        </p:attrNameLst>
                                      </p:cBhvr>
                                      <p:tavLst>
                                        <p:tav tm="0">
                                          <p:val>
                                            <p:fltVal val="0"/>
                                          </p:val>
                                        </p:tav>
                                        <p:tav tm="100000">
                                          <p:val>
                                            <p:strVal val="#ppt_h"/>
                                          </p:val>
                                        </p:tav>
                                      </p:tavLst>
                                    </p:anim>
                                    <p:animEffect transition="in" filter="fade">
                                      <p:cBhvr>
                                        <p:cTn id="37" dur="500"/>
                                        <p:tgtEl>
                                          <p:spTgt spid="8"/>
                                        </p:tgtEl>
                                      </p:cBhvr>
                                    </p:animEffect>
                                  </p:childTnLst>
                                </p:cTn>
                              </p:par>
                            </p:childTnLst>
                          </p:cTn>
                        </p:par>
                        <p:par>
                          <p:cTn id="38" fill="hold">
                            <p:stCondLst>
                              <p:cond delay="3000"/>
                            </p:stCondLst>
                            <p:childTnLst>
                              <p:par>
                                <p:cTn id="39" presetID="53" presetClass="entr" presetSubtype="0"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 calcmode="lin" valueType="num">
                                      <p:cBhvr>
                                        <p:cTn id="41" dur="500" fill="hold"/>
                                        <p:tgtEl>
                                          <p:spTgt spid="9"/>
                                        </p:tgtEl>
                                        <p:attrNameLst>
                                          <p:attrName>ppt_w</p:attrName>
                                        </p:attrNameLst>
                                      </p:cBhvr>
                                      <p:tavLst>
                                        <p:tav tm="0">
                                          <p:val>
                                            <p:fltVal val="0"/>
                                          </p:val>
                                        </p:tav>
                                        <p:tav tm="100000">
                                          <p:val>
                                            <p:strVal val="#ppt_w"/>
                                          </p:val>
                                        </p:tav>
                                      </p:tavLst>
                                    </p:anim>
                                    <p:anim calcmode="lin" valueType="num">
                                      <p:cBhvr>
                                        <p:cTn id="42" dur="500" fill="hold"/>
                                        <p:tgtEl>
                                          <p:spTgt spid="9"/>
                                        </p:tgtEl>
                                        <p:attrNameLst>
                                          <p:attrName>ppt_h</p:attrName>
                                        </p:attrNameLst>
                                      </p:cBhvr>
                                      <p:tavLst>
                                        <p:tav tm="0">
                                          <p:val>
                                            <p:fltVal val="0"/>
                                          </p:val>
                                        </p:tav>
                                        <p:tav tm="100000">
                                          <p:val>
                                            <p:strVal val="#ppt_h"/>
                                          </p:val>
                                        </p:tav>
                                      </p:tavLst>
                                    </p:anim>
                                    <p:animEffect transition="in" filter="fade">
                                      <p:cBhvr>
                                        <p:cTn id="43" dur="500"/>
                                        <p:tgtEl>
                                          <p:spTgt spid="9"/>
                                        </p:tgtEl>
                                      </p:cBhvr>
                                    </p:animEffect>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76"/>
                                        </p:tgtEl>
                                        <p:attrNameLst>
                                          <p:attrName>style.visibility</p:attrName>
                                        </p:attrNameLst>
                                      </p:cBhvr>
                                      <p:to>
                                        <p:strVal val="visible"/>
                                      </p:to>
                                    </p:set>
                                    <p:anim calcmode="lin" valueType="num">
                                      <p:cBhvr>
                                        <p:cTn id="47" dur="500" fill="hold"/>
                                        <p:tgtEl>
                                          <p:spTgt spid="76"/>
                                        </p:tgtEl>
                                        <p:attrNameLst>
                                          <p:attrName>ppt_w</p:attrName>
                                        </p:attrNameLst>
                                      </p:cBhvr>
                                      <p:tavLst>
                                        <p:tav tm="0">
                                          <p:val>
                                            <p:fltVal val="0"/>
                                          </p:val>
                                        </p:tav>
                                        <p:tav tm="100000">
                                          <p:val>
                                            <p:strVal val="#ppt_w"/>
                                          </p:val>
                                        </p:tav>
                                      </p:tavLst>
                                    </p:anim>
                                    <p:anim calcmode="lin" valueType="num">
                                      <p:cBhvr>
                                        <p:cTn id="48" dur="500" fill="hold"/>
                                        <p:tgtEl>
                                          <p:spTgt spid="76"/>
                                        </p:tgtEl>
                                        <p:attrNameLst>
                                          <p:attrName>ppt_h</p:attrName>
                                        </p:attrNameLst>
                                      </p:cBhvr>
                                      <p:tavLst>
                                        <p:tav tm="0">
                                          <p:val>
                                            <p:fltVal val="0"/>
                                          </p:val>
                                        </p:tav>
                                        <p:tav tm="100000">
                                          <p:val>
                                            <p:strVal val="#ppt_h"/>
                                          </p:val>
                                        </p:tav>
                                      </p:tavLst>
                                    </p:anim>
                                    <p:animEffect transition="in" filter="fade">
                                      <p:cBhvr>
                                        <p:cTn id="49" dur="500"/>
                                        <p:tgtEl>
                                          <p:spTgt spid="76"/>
                                        </p:tgtEl>
                                      </p:cBhvr>
                                    </p:animEffect>
                                  </p:childTnLst>
                                </p:cTn>
                              </p:par>
                              <p:par>
                                <p:cTn id="50" presetID="2" presetClass="entr" presetSubtype="4" accel="50000" decel="5000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additive="base">
                                        <p:cTn id="52" dur="500" fill="hold"/>
                                        <p:tgtEl>
                                          <p:spTgt spid="12"/>
                                        </p:tgtEl>
                                        <p:attrNameLst>
                                          <p:attrName>ppt_x</p:attrName>
                                        </p:attrNameLst>
                                      </p:cBhvr>
                                      <p:tavLst>
                                        <p:tav tm="0">
                                          <p:val>
                                            <p:strVal val="#ppt_x"/>
                                          </p:val>
                                        </p:tav>
                                        <p:tav tm="100000">
                                          <p:val>
                                            <p:strVal val="#ppt_x"/>
                                          </p:val>
                                        </p:tav>
                                      </p:tavLst>
                                    </p:anim>
                                    <p:anim calcmode="lin" valueType="num">
                                      <p:cBhvr additive="base">
                                        <p:cTn id="53" dur="500" fill="hold"/>
                                        <p:tgtEl>
                                          <p:spTgt spid="12"/>
                                        </p:tgtEl>
                                        <p:attrNameLst>
                                          <p:attrName>ppt_y</p:attrName>
                                        </p:attrNameLst>
                                      </p:cBhvr>
                                      <p:tavLst>
                                        <p:tav tm="0">
                                          <p:val>
                                            <p:strVal val="1+#ppt_h/2"/>
                                          </p:val>
                                        </p:tav>
                                        <p:tav tm="100000">
                                          <p:val>
                                            <p:strVal val="#ppt_y"/>
                                          </p:val>
                                        </p:tav>
                                      </p:tavLst>
                                    </p:anim>
                                  </p:childTnLst>
                                </p:cTn>
                              </p:par>
                            </p:childTnLst>
                          </p:cTn>
                        </p:par>
                        <p:par>
                          <p:cTn id="54" fill="hold">
                            <p:stCondLst>
                              <p:cond delay="4000"/>
                            </p:stCondLst>
                            <p:childTnLst>
                              <p:par>
                                <p:cTn id="55" presetID="53" presetClass="entr" presetSubtype="0" fill="hold" grpId="0" nodeType="afterEffect">
                                  <p:stCondLst>
                                    <p:cond delay="0"/>
                                  </p:stCondLst>
                                  <p:childTnLst>
                                    <p:set>
                                      <p:cBhvr>
                                        <p:cTn id="56" dur="1" fill="hold">
                                          <p:stCondLst>
                                            <p:cond delay="0"/>
                                          </p:stCondLst>
                                        </p:cTn>
                                        <p:tgtEl>
                                          <p:spTgt spid="77"/>
                                        </p:tgtEl>
                                        <p:attrNameLst>
                                          <p:attrName>style.visibility</p:attrName>
                                        </p:attrNameLst>
                                      </p:cBhvr>
                                      <p:to>
                                        <p:strVal val="visible"/>
                                      </p:to>
                                    </p:set>
                                    <p:anim calcmode="lin" valueType="num">
                                      <p:cBhvr>
                                        <p:cTn id="57" dur="500" fill="hold"/>
                                        <p:tgtEl>
                                          <p:spTgt spid="77"/>
                                        </p:tgtEl>
                                        <p:attrNameLst>
                                          <p:attrName>ppt_w</p:attrName>
                                        </p:attrNameLst>
                                      </p:cBhvr>
                                      <p:tavLst>
                                        <p:tav tm="0">
                                          <p:val>
                                            <p:fltVal val="0"/>
                                          </p:val>
                                        </p:tav>
                                        <p:tav tm="100000">
                                          <p:val>
                                            <p:strVal val="#ppt_w"/>
                                          </p:val>
                                        </p:tav>
                                      </p:tavLst>
                                    </p:anim>
                                    <p:anim calcmode="lin" valueType="num">
                                      <p:cBhvr>
                                        <p:cTn id="58" dur="500" fill="hold"/>
                                        <p:tgtEl>
                                          <p:spTgt spid="77"/>
                                        </p:tgtEl>
                                        <p:attrNameLst>
                                          <p:attrName>ppt_h</p:attrName>
                                        </p:attrNameLst>
                                      </p:cBhvr>
                                      <p:tavLst>
                                        <p:tav tm="0">
                                          <p:val>
                                            <p:fltVal val="0"/>
                                          </p:val>
                                        </p:tav>
                                        <p:tav tm="100000">
                                          <p:val>
                                            <p:strVal val="#ppt_h"/>
                                          </p:val>
                                        </p:tav>
                                      </p:tavLst>
                                    </p:anim>
                                    <p:animEffect transition="in" filter="fade">
                                      <p:cBhvr>
                                        <p:cTn id="59" dur="500"/>
                                        <p:tgtEl>
                                          <p:spTgt spid="77"/>
                                        </p:tgtEl>
                                      </p:cBhvr>
                                    </p:animEffect>
                                  </p:childTnLst>
                                </p:cTn>
                              </p:par>
                              <p:par>
                                <p:cTn id="60" presetID="2" presetClass="entr" presetSubtype="4" accel="50000" decel="50000" fill="hold" nodeType="withEffect">
                                  <p:stCondLst>
                                    <p:cond delay="0"/>
                                  </p:stCondLst>
                                  <p:childTnLst>
                                    <p:set>
                                      <p:cBhvr>
                                        <p:cTn id="61" dur="1" fill="hold">
                                          <p:stCondLst>
                                            <p:cond delay="0"/>
                                          </p:stCondLst>
                                        </p:cTn>
                                        <p:tgtEl>
                                          <p:spTgt spid="13"/>
                                        </p:tgtEl>
                                        <p:attrNameLst>
                                          <p:attrName>style.visibility</p:attrName>
                                        </p:attrNameLst>
                                      </p:cBhvr>
                                      <p:to>
                                        <p:strVal val="visible"/>
                                      </p:to>
                                    </p:set>
                                    <p:anim calcmode="lin" valueType="num">
                                      <p:cBhvr additive="base">
                                        <p:cTn id="62" dur="500" fill="hold"/>
                                        <p:tgtEl>
                                          <p:spTgt spid="13"/>
                                        </p:tgtEl>
                                        <p:attrNameLst>
                                          <p:attrName>ppt_x</p:attrName>
                                        </p:attrNameLst>
                                      </p:cBhvr>
                                      <p:tavLst>
                                        <p:tav tm="0">
                                          <p:val>
                                            <p:strVal val="#ppt_x"/>
                                          </p:val>
                                        </p:tav>
                                        <p:tav tm="100000">
                                          <p:val>
                                            <p:strVal val="#ppt_x"/>
                                          </p:val>
                                        </p:tav>
                                      </p:tavLst>
                                    </p:anim>
                                    <p:anim calcmode="lin" valueType="num">
                                      <p:cBhvr additive="base">
                                        <p:cTn id="63" dur="500" fill="hold"/>
                                        <p:tgtEl>
                                          <p:spTgt spid="13"/>
                                        </p:tgtEl>
                                        <p:attrNameLst>
                                          <p:attrName>ppt_y</p:attrName>
                                        </p:attrNameLst>
                                      </p:cBhvr>
                                      <p:tavLst>
                                        <p:tav tm="0">
                                          <p:val>
                                            <p:strVal val="1+#ppt_h/2"/>
                                          </p:val>
                                        </p:tav>
                                        <p:tav tm="100000">
                                          <p:val>
                                            <p:strVal val="#ppt_y"/>
                                          </p:val>
                                        </p:tav>
                                      </p:tavLst>
                                    </p:anim>
                                  </p:childTnLst>
                                </p:cTn>
                              </p:par>
                            </p:childTnLst>
                          </p:cTn>
                        </p:par>
                        <p:par>
                          <p:cTn id="64" fill="hold">
                            <p:stCondLst>
                              <p:cond delay="4500"/>
                            </p:stCondLst>
                            <p:childTnLst>
                              <p:par>
                                <p:cTn id="65" presetID="53" presetClass="entr" presetSubtype="0" fill="hold" grpId="0" nodeType="afterEffect">
                                  <p:stCondLst>
                                    <p:cond delay="0"/>
                                  </p:stCondLst>
                                  <p:childTnLst>
                                    <p:set>
                                      <p:cBhvr>
                                        <p:cTn id="66" dur="1" fill="hold">
                                          <p:stCondLst>
                                            <p:cond delay="0"/>
                                          </p:stCondLst>
                                        </p:cTn>
                                        <p:tgtEl>
                                          <p:spTgt spid="78"/>
                                        </p:tgtEl>
                                        <p:attrNameLst>
                                          <p:attrName>style.visibility</p:attrName>
                                        </p:attrNameLst>
                                      </p:cBhvr>
                                      <p:to>
                                        <p:strVal val="visible"/>
                                      </p:to>
                                    </p:set>
                                    <p:anim calcmode="lin" valueType="num">
                                      <p:cBhvr>
                                        <p:cTn id="67" dur="500" fill="hold"/>
                                        <p:tgtEl>
                                          <p:spTgt spid="78"/>
                                        </p:tgtEl>
                                        <p:attrNameLst>
                                          <p:attrName>ppt_w</p:attrName>
                                        </p:attrNameLst>
                                      </p:cBhvr>
                                      <p:tavLst>
                                        <p:tav tm="0">
                                          <p:val>
                                            <p:fltVal val="0"/>
                                          </p:val>
                                        </p:tav>
                                        <p:tav tm="100000">
                                          <p:val>
                                            <p:strVal val="#ppt_w"/>
                                          </p:val>
                                        </p:tav>
                                      </p:tavLst>
                                    </p:anim>
                                    <p:anim calcmode="lin" valueType="num">
                                      <p:cBhvr>
                                        <p:cTn id="68" dur="500" fill="hold"/>
                                        <p:tgtEl>
                                          <p:spTgt spid="78"/>
                                        </p:tgtEl>
                                        <p:attrNameLst>
                                          <p:attrName>ppt_h</p:attrName>
                                        </p:attrNameLst>
                                      </p:cBhvr>
                                      <p:tavLst>
                                        <p:tav tm="0">
                                          <p:val>
                                            <p:fltVal val="0"/>
                                          </p:val>
                                        </p:tav>
                                        <p:tav tm="100000">
                                          <p:val>
                                            <p:strVal val="#ppt_h"/>
                                          </p:val>
                                        </p:tav>
                                      </p:tavLst>
                                    </p:anim>
                                    <p:animEffect transition="in" filter="fade">
                                      <p:cBhvr>
                                        <p:cTn id="69" dur="500"/>
                                        <p:tgtEl>
                                          <p:spTgt spid="78"/>
                                        </p:tgtEl>
                                      </p:cBhvr>
                                    </p:animEffect>
                                  </p:childTnLst>
                                </p:cTn>
                              </p:par>
                              <p:par>
                                <p:cTn id="70" presetID="2" presetClass="entr" presetSubtype="4" accel="50000" decel="50000" fill="hold" nodeType="withEffect">
                                  <p:stCondLst>
                                    <p:cond delay="0"/>
                                  </p:stCondLst>
                                  <p:childTnLst>
                                    <p:set>
                                      <p:cBhvr>
                                        <p:cTn id="71" dur="1" fill="hold">
                                          <p:stCondLst>
                                            <p:cond delay="0"/>
                                          </p:stCondLst>
                                        </p:cTn>
                                        <p:tgtEl>
                                          <p:spTgt spid="14"/>
                                        </p:tgtEl>
                                        <p:attrNameLst>
                                          <p:attrName>style.visibility</p:attrName>
                                        </p:attrNameLst>
                                      </p:cBhvr>
                                      <p:to>
                                        <p:strVal val="visible"/>
                                      </p:to>
                                    </p:set>
                                    <p:anim calcmode="lin" valueType="num">
                                      <p:cBhvr additive="base">
                                        <p:cTn id="72" dur="500" fill="hold"/>
                                        <p:tgtEl>
                                          <p:spTgt spid="14"/>
                                        </p:tgtEl>
                                        <p:attrNameLst>
                                          <p:attrName>ppt_x</p:attrName>
                                        </p:attrNameLst>
                                      </p:cBhvr>
                                      <p:tavLst>
                                        <p:tav tm="0">
                                          <p:val>
                                            <p:strVal val="#ppt_x"/>
                                          </p:val>
                                        </p:tav>
                                        <p:tav tm="100000">
                                          <p:val>
                                            <p:strVal val="#ppt_x"/>
                                          </p:val>
                                        </p:tav>
                                      </p:tavLst>
                                    </p:anim>
                                    <p:anim calcmode="lin" valueType="num">
                                      <p:cBhvr additive="base">
                                        <p:cTn id="73" dur="500" fill="hold"/>
                                        <p:tgtEl>
                                          <p:spTgt spid="14"/>
                                        </p:tgtEl>
                                        <p:attrNameLst>
                                          <p:attrName>ppt_y</p:attrName>
                                        </p:attrNameLst>
                                      </p:cBhvr>
                                      <p:tavLst>
                                        <p:tav tm="0">
                                          <p:val>
                                            <p:strVal val="1+#ppt_h/2"/>
                                          </p:val>
                                        </p:tav>
                                        <p:tav tm="100000">
                                          <p:val>
                                            <p:strVal val="#ppt_y"/>
                                          </p:val>
                                        </p:tav>
                                      </p:tavLst>
                                    </p:anim>
                                  </p:childTnLst>
                                </p:cTn>
                              </p:par>
                            </p:childTnLst>
                          </p:cTn>
                        </p:par>
                        <p:par>
                          <p:cTn id="74" fill="hold">
                            <p:stCondLst>
                              <p:cond delay="5000"/>
                            </p:stCondLst>
                            <p:childTnLst>
                              <p:par>
                                <p:cTn id="75" presetID="53" presetClass="entr" presetSubtype="0" fill="hold" grpId="0" nodeType="afterEffect">
                                  <p:stCondLst>
                                    <p:cond delay="0"/>
                                  </p:stCondLst>
                                  <p:childTnLst>
                                    <p:set>
                                      <p:cBhvr>
                                        <p:cTn id="76" dur="1" fill="hold">
                                          <p:stCondLst>
                                            <p:cond delay="0"/>
                                          </p:stCondLst>
                                        </p:cTn>
                                        <p:tgtEl>
                                          <p:spTgt spid="79"/>
                                        </p:tgtEl>
                                        <p:attrNameLst>
                                          <p:attrName>style.visibility</p:attrName>
                                        </p:attrNameLst>
                                      </p:cBhvr>
                                      <p:to>
                                        <p:strVal val="visible"/>
                                      </p:to>
                                    </p:set>
                                    <p:anim calcmode="lin" valueType="num">
                                      <p:cBhvr>
                                        <p:cTn id="77" dur="500" fill="hold"/>
                                        <p:tgtEl>
                                          <p:spTgt spid="79"/>
                                        </p:tgtEl>
                                        <p:attrNameLst>
                                          <p:attrName>ppt_w</p:attrName>
                                        </p:attrNameLst>
                                      </p:cBhvr>
                                      <p:tavLst>
                                        <p:tav tm="0">
                                          <p:val>
                                            <p:fltVal val="0"/>
                                          </p:val>
                                        </p:tav>
                                        <p:tav tm="100000">
                                          <p:val>
                                            <p:strVal val="#ppt_w"/>
                                          </p:val>
                                        </p:tav>
                                      </p:tavLst>
                                    </p:anim>
                                    <p:anim calcmode="lin" valueType="num">
                                      <p:cBhvr>
                                        <p:cTn id="78" dur="500" fill="hold"/>
                                        <p:tgtEl>
                                          <p:spTgt spid="79"/>
                                        </p:tgtEl>
                                        <p:attrNameLst>
                                          <p:attrName>ppt_h</p:attrName>
                                        </p:attrNameLst>
                                      </p:cBhvr>
                                      <p:tavLst>
                                        <p:tav tm="0">
                                          <p:val>
                                            <p:fltVal val="0"/>
                                          </p:val>
                                        </p:tav>
                                        <p:tav tm="100000">
                                          <p:val>
                                            <p:strVal val="#ppt_h"/>
                                          </p:val>
                                        </p:tav>
                                      </p:tavLst>
                                    </p:anim>
                                    <p:animEffect transition="in" filter="fade">
                                      <p:cBhvr>
                                        <p:cTn id="79" dur="500"/>
                                        <p:tgtEl>
                                          <p:spTgt spid="79"/>
                                        </p:tgtEl>
                                      </p:cBhvr>
                                    </p:animEffect>
                                  </p:childTnLst>
                                </p:cTn>
                              </p:par>
                              <p:par>
                                <p:cTn id="80" presetID="2" presetClass="entr" presetSubtype="4" accel="50000" decel="50000" fill="hold" nodeType="withEffect">
                                  <p:stCondLst>
                                    <p:cond delay="0"/>
                                  </p:stCondLst>
                                  <p:childTnLst>
                                    <p:set>
                                      <p:cBhvr>
                                        <p:cTn id="81" dur="1" fill="hold">
                                          <p:stCondLst>
                                            <p:cond delay="0"/>
                                          </p:stCondLst>
                                        </p:cTn>
                                        <p:tgtEl>
                                          <p:spTgt spid="15"/>
                                        </p:tgtEl>
                                        <p:attrNameLst>
                                          <p:attrName>style.visibility</p:attrName>
                                        </p:attrNameLst>
                                      </p:cBhvr>
                                      <p:to>
                                        <p:strVal val="visible"/>
                                      </p:to>
                                    </p:set>
                                    <p:anim calcmode="lin" valueType="num">
                                      <p:cBhvr additive="base">
                                        <p:cTn id="82" dur="500" fill="hold"/>
                                        <p:tgtEl>
                                          <p:spTgt spid="15"/>
                                        </p:tgtEl>
                                        <p:attrNameLst>
                                          <p:attrName>ppt_x</p:attrName>
                                        </p:attrNameLst>
                                      </p:cBhvr>
                                      <p:tavLst>
                                        <p:tav tm="0">
                                          <p:val>
                                            <p:strVal val="#ppt_x"/>
                                          </p:val>
                                        </p:tav>
                                        <p:tav tm="100000">
                                          <p:val>
                                            <p:strVal val="#ppt_x"/>
                                          </p:val>
                                        </p:tav>
                                      </p:tavLst>
                                    </p:anim>
                                    <p:anim calcmode="lin" valueType="num">
                                      <p:cBhvr additive="base">
                                        <p:cTn id="83" dur="500" fill="hold"/>
                                        <p:tgtEl>
                                          <p:spTgt spid="15"/>
                                        </p:tgtEl>
                                        <p:attrNameLst>
                                          <p:attrName>ppt_y</p:attrName>
                                        </p:attrNameLst>
                                      </p:cBhvr>
                                      <p:tavLst>
                                        <p:tav tm="0">
                                          <p:val>
                                            <p:strVal val="1+#ppt_h/2"/>
                                          </p:val>
                                        </p:tav>
                                        <p:tav tm="100000">
                                          <p:val>
                                            <p:strVal val="#ppt_y"/>
                                          </p:val>
                                        </p:tav>
                                      </p:tavLst>
                                    </p:anim>
                                  </p:childTnLst>
                                </p:cTn>
                              </p:par>
                            </p:childTnLst>
                          </p:cTn>
                        </p:par>
                        <p:par>
                          <p:cTn id="84" fill="hold">
                            <p:stCondLst>
                              <p:cond delay="5500"/>
                            </p:stCondLst>
                            <p:childTnLst>
                              <p:par>
                                <p:cTn id="85" presetID="53" presetClass="entr" presetSubtype="0" fill="hold" grpId="0" nodeType="afterEffect">
                                  <p:stCondLst>
                                    <p:cond delay="0"/>
                                  </p:stCondLst>
                                  <p:childTnLst>
                                    <p:set>
                                      <p:cBhvr>
                                        <p:cTn id="86" dur="1" fill="hold">
                                          <p:stCondLst>
                                            <p:cond delay="0"/>
                                          </p:stCondLst>
                                        </p:cTn>
                                        <p:tgtEl>
                                          <p:spTgt spid="80"/>
                                        </p:tgtEl>
                                        <p:attrNameLst>
                                          <p:attrName>style.visibility</p:attrName>
                                        </p:attrNameLst>
                                      </p:cBhvr>
                                      <p:to>
                                        <p:strVal val="visible"/>
                                      </p:to>
                                    </p:set>
                                    <p:anim calcmode="lin" valueType="num">
                                      <p:cBhvr>
                                        <p:cTn id="87" dur="500" fill="hold"/>
                                        <p:tgtEl>
                                          <p:spTgt spid="80"/>
                                        </p:tgtEl>
                                        <p:attrNameLst>
                                          <p:attrName>ppt_w</p:attrName>
                                        </p:attrNameLst>
                                      </p:cBhvr>
                                      <p:tavLst>
                                        <p:tav tm="0">
                                          <p:val>
                                            <p:fltVal val="0"/>
                                          </p:val>
                                        </p:tav>
                                        <p:tav tm="100000">
                                          <p:val>
                                            <p:strVal val="#ppt_w"/>
                                          </p:val>
                                        </p:tav>
                                      </p:tavLst>
                                    </p:anim>
                                    <p:anim calcmode="lin" valueType="num">
                                      <p:cBhvr>
                                        <p:cTn id="88" dur="500" fill="hold"/>
                                        <p:tgtEl>
                                          <p:spTgt spid="80"/>
                                        </p:tgtEl>
                                        <p:attrNameLst>
                                          <p:attrName>ppt_h</p:attrName>
                                        </p:attrNameLst>
                                      </p:cBhvr>
                                      <p:tavLst>
                                        <p:tav tm="0">
                                          <p:val>
                                            <p:fltVal val="0"/>
                                          </p:val>
                                        </p:tav>
                                        <p:tav tm="100000">
                                          <p:val>
                                            <p:strVal val="#ppt_h"/>
                                          </p:val>
                                        </p:tav>
                                      </p:tavLst>
                                    </p:anim>
                                    <p:animEffect transition="in" filter="fade">
                                      <p:cBhvr>
                                        <p:cTn id="89" dur="500"/>
                                        <p:tgtEl>
                                          <p:spTgt spid="80"/>
                                        </p:tgtEl>
                                      </p:cBhvr>
                                    </p:animEffect>
                                  </p:childTnLst>
                                </p:cTn>
                              </p:par>
                              <p:par>
                                <p:cTn id="90" presetID="2" presetClass="entr" presetSubtype="4" accel="50000" decel="50000" fill="hold" nodeType="withEffect">
                                  <p:stCondLst>
                                    <p:cond delay="0"/>
                                  </p:stCondLst>
                                  <p:childTnLst>
                                    <p:set>
                                      <p:cBhvr>
                                        <p:cTn id="91" dur="1" fill="hold">
                                          <p:stCondLst>
                                            <p:cond delay="0"/>
                                          </p:stCondLst>
                                        </p:cTn>
                                        <p:tgtEl>
                                          <p:spTgt spid="16"/>
                                        </p:tgtEl>
                                        <p:attrNameLst>
                                          <p:attrName>style.visibility</p:attrName>
                                        </p:attrNameLst>
                                      </p:cBhvr>
                                      <p:to>
                                        <p:strVal val="visible"/>
                                      </p:to>
                                    </p:set>
                                    <p:anim calcmode="lin" valueType="num">
                                      <p:cBhvr additive="base">
                                        <p:cTn id="92" dur="500" fill="hold"/>
                                        <p:tgtEl>
                                          <p:spTgt spid="16"/>
                                        </p:tgtEl>
                                        <p:attrNameLst>
                                          <p:attrName>ppt_x</p:attrName>
                                        </p:attrNameLst>
                                      </p:cBhvr>
                                      <p:tavLst>
                                        <p:tav tm="0">
                                          <p:val>
                                            <p:strVal val="#ppt_x"/>
                                          </p:val>
                                        </p:tav>
                                        <p:tav tm="100000">
                                          <p:val>
                                            <p:strVal val="#ppt_x"/>
                                          </p:val>
                                        </p:tav>
                                      </p:tavLst>
                                    </p:anim>
                                    <p:anim calcmode="lin" valueType="num">
                                      <p:cBhvr additive="base">
                                        <p:cTn id="93"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9" grpId="0" animBg="1"/>
      <p:bldP spid="80"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95"/>
          <p:cNvGrpSpPr/>
          <p:nvPr/>
        </p:nvGrpSpPr>
        <p:grpSpPr>
          <a:xfrm>
            <a:off x="2965298" y="1328882"/>
            <a:ext cx="3213404" cy="3213402"/>
            <a:chOff x="2965298" y="1328882"/>
            <a:chExt cx="3213404" cy="3213402"/>
          </a:xfrm>
        </p:grpSpPr>
        <p:sp>
          <p:nvSpPr>
            <p:cNvPr id="64" name="Block Arc 63"/>
            <p:cNvSpPr/>
            <p:nvPr/>
          </p:nvSpPr>
          <p:spPr>
            <a:xfrm>
              <a:off x="2965298" y="1328882"/>
              <a:ext cx="3213404" cy="3213402"/>
            </a:xfrm>
            <a:prstGeom prst="blockArc">
              <a:avLst>
                <a:gd name="adj1" fmla="val 5400000"/>
                <a:gd name="adj2" fmla="val 10800000"/>
                <a:gd name="adj3" fmla="val 4642"/>
              </a:avLst>
            </a:prstGeom>
            <a:solidFill>
              <a:schemeClr val="accent4"/>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sp>
          <p:nvSpPr>
            <p:cNvPr id="65" name="Block Arc 64"/>
            <p:cNvSpPr/>
            <p:nvPr/>
          </p:nvSpPr>
          <p:spPr>
            <a:xfrm>
              <a:off x="2965298" y="1328882"/>
              <a:ext cx="3213404" cy="3213402"/>
            </a:xfrm>
            <a:prstGeom prst="blockArc">
              <a:avLst>
                <a:gd name="adj1" fmla="val 0"/>
                <a:gd name="adj2" fmla="val 5400000"/>
                <a:gd name="adj3" fmla="val 4642"/>
              </a:avLst>
            </a:prstGeom>
            <a:solidFill>
              <a:schemeClr val="accent3"/>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grpSp>
          <p:nvGrpSpPr>
            <p:cNvPr id="5" name="Group 93"/>
            <p:cNvGrpSpPr/>
            <p:nvPr/>
          </p:nvGrpSpPr>
          <p:grpSpPr>
            <a:xfrm>
              <a:off x="2965298" y="1328882"/>
              <a:ext cx="3213404" cy="3213402"/>
              <a:chOff x="2965298" y="1328882"/>
              <a:chExt cx="3213404" cy="3213402"/>
            </a:xfrm>
          </p:grpSpPr>
          <p:sp>
            <p:nvSpPr>
              <p:cNvPr id="62" name="Block Arc 61"/>
              <p:cNvSpPr/>
              <p:nvPr/>
            </p:nvSpPr>
            <p:spPr>
              <a:xfrm>
                <a:off x="2965298" y="1328882"/>
                <a:ext cx="3213404" cy="3213402"/>
              </a:xfrm>
              <a:prstGeom prst="blockArc">
                <a:avLst>
                  <a:gd name="adj1" fmla="val 10800000"/>
                  <a:gd name="adj2" fmla="val 16200000"/>
                  <a:gd name="adj3" fmla="val 4642"/>
                </a:avLst>
              </a:prstGeom>
              <a:solidFill>
                <a:schemeClr val="accent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sp>
            <p:nvSpPr>
              <p:cNvPr id="66" name="Block Arc 65"/>
              <p:cNvSpPr/>
              <p:nvPr/>
            </p:nvSpPr>
            <p:spPr>
              <a:xfrm>
                <a:off x="2965298" y="1328882"/>
                <a:ext cx="3213404" cy="3213402"/>
              </a:xfrm>
              <a:prstGeom prst="blockArc">
                <a:avLst>
                  <a:gd name="adj1" fmla="val 16200000"/>
                  <a:gd name="adj2" fmla="val 0"/>
                  <a:gd name="adj3" fmla="val 4642"/>
                </a:avLst>
              </a:prstGeom>
              <a:solidFill>
                <a:schemeClr val="accent2"/>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IN"/>
              </a:p>
            </p:txBody>
          </p:sp>
        </p:grpSp>
      </p:grpSp>
      <p:sp>
        <p:nvSpPr>
          <p:cNvPr id="2" name="Title 1"/>
          <p:cNvSpPr>
            <a:spLocks noGrp="1"/>
          </p:cNvSpPr>
          <p:nvPr>
            <p:ph type="title"/>
          </p:nvPr>
        </p:nvSpPr>
        <p:spPr/>
        <p:txBody>
          <a:bodyPr/>
          <a:lstStyle/>
          <a:p>
            <a:r>
              <a:rPr lang="en-US"/>
              <a:t>Radial Cycle Object</a:t>
            </a:r>
            <a:endParaRPr lang="en-US" dirty="0"/>
          </a:p>
        </p:txBody>
      </p:sp>
      <p:sp>
        <p:nvSpPr>
          <p:cNvPr id="4" name="Text Placeholder 3"/>
          <p:cNvSpPr>
            <a:spLocks noGrp="1"/>
          </p:cNvSpPr>
          <p:nvPr>
            <p:ph type="body" sz="half" idx="2"/>
          </p:nvPr>
        </p:nvSpPr>
        <p:spPr/>
        <p:txBody>
          <a:bodyPr/>
          <a:lstStyle/>
          <a:p>
            <a:r>
              <a:rPr lang="en-US"/>
              <a:t>Radial Cycle Object</a:t>
            </a:r>
            <a:endParaRPr lang="en-US" dirty="0"/>
          </a:p>
        </p:txBody>
      </p:sp>
      <p:sp>
        <p:nvSpPr>
          <p:cNvPr id="29" name="Slide Number Placeholder 28"/>
          <p:cNvSpPr>
            <a:spLocks noGrp="1"/>
          </p:cNvSpPr>
          <p:nvPr>
            <p:ph type="sldNum" sz="quarter" idx="12"/>
          </p:nvPr>
        </p:nvSpPr>
        <p:spPr/>
        <p:txBody>
          <a:bodyPr/>
          <a:lstStyle/>
          <a:p>
            <a:fld id="{C136B7D2-B98C-44FD-8D04-7EC62A564975}" type="slidenum">
              <a:rPr lang="en-US" smtClean="0"/>
              <a:pPr/>
              <a:t>197</a:t>
            </a:fld>
            <a:endParaRPr lang="en-US" dirty="0"/>
          </a:p>
        </p:txBody>
      </p:sp>
      <p:grpSp>
        <p:nvGrpSpPr>
          <p:cNvPr id="6" name="Group 39"/>
          <p:cNvGrpSpPr/>
          <p:nvPr/>
        </p:nvGrpSpPr>
        <p:grpSpPr>
          <a:xfrm>
            <a:off x="2946848" y="1443378"/>
            <a:ext cx="905504" cy="905504"/>
            <a:chOff x="2946848" y="1303678"/>
            <a:chExt cx="905504" cy="905504"/>
          </a:xfrm>
        </p:grpSpPr>
        <p:sp>
          <p:nvSpPr>
            <p:cNvPr id="45" name="Freeform 44"/>
            <p:cNvSpPr/>
            <p:nvPr/>
          </p:nvSpPr>
          <p:spPr>
            <a:xfrm>
              <a:off x="2946848" y="1303678"/>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a:solidFill>
                <a:schemeClr val="accent1">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2800" kern="1200" dirty="0"/>
            </a:p>
          </p:txBody>
        </p:sp>
        <p:sp>
          <p:nvSpPr>
            <p:cNvPr id="30" name="Freeform 42"/>
            <p:cNvSpPr>
              <a:spLocks noEditPoints="1"/>
            </p:cNvSpPr>
            <p:nvPr/>
          </p:nvSpPr>
          <p:spPr bwMode="auto">
            <a:xfrm>
              <a:off x="3189386" y="1575486"/>
              <a:ext cx="420428" cy="361888"/>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8"/>
          <p:cNvGrpSpPr/>
          <p:nvPr/>
        </p:nvGrpSpPr>
        <p:grpSpPr>
          <a:xfrm>
            <a:off x="5267759" y="1443378"/>
            <a:ext cx="905504" cy="905504"/>
            <a:chOff x="5267759" y="1303678"/>
            <a:chExt cx="905504" cy="905504"/>
          </a:xfrm>
        </p:grpSpPr>
        <p:sp>
          <p:nvSpPr>
            <p:cNvPr id="46" name="Freeform 45"/>
            <p:cNvSpPr/>
            <p:nvPr/>
          </p:nvSpPr>
          <p:spPr>
            <a:xfrm>
              <a:off x="5267759" y="1303678"/>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a:solidFill>
                <a:schemeClr val="accent2">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158008"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31" name="Freeform 178"/>
            <p:cNvSpPr>
              <a:spLocks noEditPoints="1"/>
            </p:cNvSpPr>
            <p:nvPr/>
          </p:nvSpPr>
          <p:spPr bwMode="auto">
            <a:xfrm>
              <a:off x="5510297" y="1598105"/>
              <a:ext cx="420428" cy="316650"/>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37"/>
          <p:cNvGrpSpPr/>
          <p:nvPr/>
        </p:nvGrpSpPr>
        <p:grpSpPr>
          <a:xfrm>
            <a:off x="5267759" y="3561618"/>
            <a:ext cx="905504" cy="905504"/>
            <a:chOff x="5267759" y="3421918"/>
            <a:chExt cx="905504" cy="905504"/>
          </a:xfrm>
        </p:grpSpPr>
        <p:sp>
          <p:nvSpPr>
            <p:cNvPr id="47" name="Freeform 46"/>
            <p:cNvSpPr/>
            <p:nvPr/>
          </p:nvSpPr>
          <p:spPr>
            <a:xfrm>
              <a:off x="5267759" y="3421918"/>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a:solidFill>
                <a:schemeClr val="accent3">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274320" rIns="158008" bIns="158008"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32" name="Freeform 86"/>
            <p:cNvSpPr>
              <a:spLocks noEditPoints="1"/>
            </p:cNvSpPr>
            <p:nvPr/>
          </p:nvSpPr>
          <p:spPr bwMode="auto">
            <a:xfrm>
              <a:off x="5576554" y="3632458"/>
              <a:ext cx="287914" cy="48442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36"/>
          <p:cNvGrpSpPr/>
          <p:nvPr/>
        </p:nvGrpSpPr>
        <p:grpSpPr>
          <a:xfrm>
            <a:off x="2946848" y="3561618"/>
            <a:ext cx="905504" cy="905504"/>
            <a:chOff x="2946848" y="3421918"/>
            <a:chExt cx="905504" cy="905504"/>
          </a:xfrm>
        </p:grpSpPr>
        <p:sp>
          <p:nvSpPr>
            <p:cNvPr id="48" name="Freeform 47"/>
            <p:cNvSpPr/>
            <p:nvPr/>
          </p:nvSpPr>
          <p:spPr>
            <a:xfrm>
              <a:off x="2946848" y="3421918"/>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a:solidFill>
                <a:schemeClr val="accent4">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91440" rIns="0" bIns="0"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33" name="Freeform 83"/>
            <p:cNvSpPr>
              <a:spLocks noEditPoints="1"/>
            </p:cNvSpPr>
            <p:nvPr/>
          </p:nvSpPr>
          <p:spPr bwMode="auto">
            <a:xfrm>
              <a:off x="3253335" y="3655272"/>
              <a:ext cx="292530" cy="43879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57"/>
          <p:cNvGrpSpPr/>
          <p:nvPr/>
        </p:nvGrpSpPr>
        <p:grpSpPr>
          <a:xfrm>
            <a:off x="582248" y="1541396"/>
            <a:ext cx="2247090" cy="709468"/>
            <a:chOff x="-267404" y="3168889"/>
            <a:chExt cx="2247090" cy="709468"/>
          </a:xfrm>
        </p:grpSpPr>
        <p:sp>
          <p:nvSpPr>
            <p:cNvPr id="60" name="TextBox 59"/>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1" name="Rectangle 60"/>
            <p:cNvSpPr/>
            <p:nvPr/>
          </p:nvSpPr>
          <p:spPr>
            <a:xfrm>
              <a:off x="908880" y="3168889"/>
              <a:ext cx="1070806" cy="215444"/>
            </a:xfrm>
            <a:prstGeom prst="rect">
              <a:avLst/>
            </a:prstGeom>
          </p:spPr>
          <p:txBody>
            <a:bodyPr wrap="none" lIns="0" tIns="0" rIns="0" bIns="0">
              <a:spAutoFit/>
            </a:bodyPr>
            <a:lstStyle/>
            <a:p>
              <a:pPr algn="r"/>
              <a:r>
                <a:rPr lang="en-US" sz="1400" b="1" dirty="0">
                  <a:solidFill>
                    <a:schemeClr val="accent1"/>
                  </a:solidFill>
                </a:rPr>
                <a:t>Title Goes Here</a:t>
              </a:r>
            </a:p>
          </p:txBody>
        </p:sp>
      </p:grpSp>
      <p:grpSp>
        <p:nvGrpSpPr>
          <p:cNvPr id="11" name="Group 58"/>
          <p:cNvGrpSpPr/>
          <p:nvPr/>
        </p:nvGrpSpPr>
        <p:grpSpPr>
          <a:xfrm>
            <a:off x="6334405" y="1541396"/>
            <a:ext cx="2276195" cy="709468"/>
            <a:chOff x="7174424" y="1352592"/>
            <a:chExt cx="2276195" cy="709468"/>
          </a:xfrm>
        </p:grpSpPr>
        <p:sp>
          <p:nvSpPr>
            <p:cNvPr id="67" name="TextBox 6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0" name="Rectangle 69"/>
            <p:cNvSpPr/>
            <p:nvPr/>
          </p:nvSpPr>
          <p:spPr>
            <a:xfrm>
              <a:off x="7178222" y="1352592"/>
              <a:ext cx="1309589" cy="215444"/>
            </a:xfrm>
            <a:prstGeom prst="rect">
              <a:avLst/>
            </a:prstGeom>
          </p:spPr>
          <p:txBody>
            <a:bodyPr wrap="none" lIns="0" tIns="0" rIns="0" bIns="0">
              <a:spAutoFit/>
            </a:bodyPr>
            <a:lstStyle/>
            <a:p>
              <a:r>
                <a:rPr lang="en-US" sz="1400" b="1" dirty="0">
                  <a:solidFill>
                    <a:schemeClr val="accent2"/>
                  </a:solidFill>
                </a:rPr>
                <a:t>Title Goes Here</a:t>
              </a:r>
            </a:p>
          </p:txBody>
        </p:sp>
      </p:grpSp>
      <p:grpSp>
        <p:nvGrpSpPr>
          <p:cNvPr id="12" name="Group 56"/>
          <p:cNvGrpSpPr/>
          <p:nvPr/>
        </p:nvGrpSpPr>
        <p:grpSpPr>
          <a:xfrm>
            <a:off x="553142" y="3659636"/>
            <a:ext cx="2276196" cy="709468"/>
            <a:chOff x="-296510" y="1363501"/>
            <a:chExt cx="2276196" cy="709468"/>
          </a:xfrm>
        </p:grpSpPr>
        <p:sp>
          <p:nvSpPr>
            <p:cNvPr id="76" name="TextBox 75"/>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9" name="Rectangle 78"/>
            <p:cNvSpPr/>
            <p:nvPr/>
          </p:nvSpPr>
          <p:spPr>
            <a:xfrm>
              <a:off x="908880" y="1363501"/>
              <a:ext cx="1070806" cy="215444"/>
            </a:xfrm>
            <a:prstGeom prst="rect">
              <a:avLst/>
            </a:prstGeom>
          </p:spPr>
          <p:txBody>
            <a:bodyPr wrap="none" lIns="0" tIns="0" rIns="0" bIns="0">
              <a:spAutoFit/>
            </a:bodyPr>
            <a:lstStyle/>
            <a:p>
              <a:pPr algn="r"/>
              <a:r>
                <a:rPr lang="en-US" sz="1400" b="1" dirty="0">
                  <a:solidFill>
                    <a:schemeClr val="accent4"/>
                  </a:solidFill>
                </a:rPr>
                <a:t>Title Goes Here</a:t>
              </a:r>
            </a:p>
          </p:txBody>
        </p:sp>
      </p:grpSp>
      <p:grpSp>
        <p:nvGrpSpPr>
          <p:cNvPr id="13" name="Group 58"/>
          <p:cNvGrpSpPr/>
          <p:nvPr/>
        </p:nvGrpSpPr>
        <p:grpSpPr>
          <a:xfrm>
            <a:off x="6334405" y="3659636"/>
            <a:ext cx="2276195" cy="709468"/>
            <a:chOff x="7174424" y="1352592"/>
            <a:chExt cx="2276195" cy="709468"/>
          </a:xfrm>
        </p:grpSpPr>
        <p:sp>
          <p:nvSpPr>
            <p:cNvPr id="81" name="TextBox 80"/>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82" name="Rectangle 81"/>
            <p:cNvSpPr/>
            <p:nvPr/>
          </p:nvSpPr>
          <p:spPr>
            <a:xfrm>
              <a:off x="7174424" y="1352592"/>
              <a:ext cx="1309589" cy="215444"/>
            </a:xfrm>
            <a:prstGeom prst="rect">
              <a:avLst/>
            </a:prstGeom>
          </p:spPr>
          <p:txBody>
            <a:bodyPr wrap="none" lIns="0" tIns="0" rIns="0" bIns="0">
              <a:spAutoFit/>
            </a:bodyPr>
            <a:lstStyle/>
            <a:p>
              <a:r>
                <a:rPr lang="en-US" sz="1400" b="1" dirty="0">
                  <a:solidFill>
                    <a:schemeClr val="accent3"/>
                  </a:solidFill>
                </a:rPr>
                <a:t>Title Goes Here</a:t>
              </a:r>
            </a:p>
          </p:txBody>
        </p:sp>
      </p:grpSp>
      <p:grpSp>
        <p:nvGrpSpPr>
          <p:cNvPr id="14" name="Group 92"/>
          <p:cNvGrpSpPr/>
          <p:nvPr/>
        </p:nvGrpSpPr>
        <p:grpSpPr>
          <a:xfrm>
            <a:off x="3795843" y="2135381"/>
            <a:ext cx="1589462" cy="1589460"/>
            <a:chOff x="3795843" y="2135381"/>
            <a:chExt cx="1589462" cy="1589460"/>
          </a:xfrm>
        </p:grpSpPr>
        <p:grpSp>
          <p:nvGrpSpPr>
            <p:cNvPr id="15" name="Group 27"/>
            <p:cNvGrpSpPr/>
            <p:nvPr/>
          </p:nvGrpSpPr>
          <p:grpSpPr>
            <a:xfrm>
              <a:off x="3795843" y="2135381"/>
              <a:ext cx="1589462" cy="1589460"/>
              <a:chOff x="3795843" y="1995681"/>
              <a:chExt cx="1589462" cy="1589460"/>
            </a:xfrm>
          </p:grpSpPr>
          <p:sp>
            <p:nvSpPr>
              <p:cNvPr id="35" name="Freeform 34"/>
              <p:cNvSpPr/>
              <p:nvPr/>
            </p:nvSpPr>
            <p:spPr>
              <a:xfrm>
                <a:off x="3943786" y="2143623"/>
                <a:ext cx="1293577" cy="1293577"/>
              </a:xfrm>
              <a:custGeom>
                <a:avLst/>
                <a:gdLst>
                  <a:gd name="connsiteX0" fmla="*/ 0 w 1293577"/>
                  <a:gd name="connsiteY0" fmla="*/ 646789 h 1293577"/>
                  <a:gd name="connsiteX1" fmla="*/ 189441 w 1293577"/>
                  <a:gd name="connsiteY1" fmla="*/ 189440 h 1293577"/>
                  <a:gd name="connsiteX2" fmla="*/ 646790 w 1293577"/>
                  <a:gd name="connsiteY2" fmla="*/ 1 h 1293577"/>
                  <a:gd name="connsiteX3" fmla="*/ 1104139 w 1293577"/>
                  <a:gd name="connsiteY3" fmla="*/ 189442 h 1293577"/>
                  <a:gd name="connsiteX4" fmla="*/ 1293578 w 1293577"/>
                  <a:gd name="connsiteY4" fmla="*/ 646791 h 1293577"/>
                  <a:gd name="connsiteX5" fmla="*/ 1104138 w 1293577"/>
                  <a:gd name="connsiteY5" fmla="*/ 1104140 h 1293577"/>
                  <a:gd name="connsiteX6" fmla="*/ 646789 w 1293577"/>
                  <a:gd name="connsiteY6" fmla="*/ 1293580 h 1293577"/>
                  <a:gd name="connsiteX7" fmla="*/ 189440 w 1293577"/>
                  <a:gd name="connsiteY7" fmla="*/ 1104139 h 1293577"/>
                  <a:gd name="connsiteX8" fmla="*/ 0 w 1293577"/>
                  <a:gd name="connsiteY8" fmla="*/ 646790 h 1293577"/>
                  <a:gd name="connsiteX9" fmla="*/ 0 w 1293577"/>
                  <a:gd name="connsiteY9" fmla="*/ 646789 h 1293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3577" h="1293577">
                    <a:moveTo>
                      <a:pt x="0" y="646789"/>
                    </a:moveTo>
                    <a:cubicBezTo>
                      <a:pt x="0" y="475250"/>
                      <a:pt x="68144" y="310737"/>
                      <a:pt x="189441" y="189440"/>
                    </a:cubicBezTo>
                    <a:cubicBezTo>
                      <a:pt x="310738" y="68144"/>
                      <a:pt x="475251" y="0"/>
                      <a:pt x="646790" y="1"/>
                    </a:cubicBezTo>
                    <a:cubicBezTo>
                      <a:pt x="818329" y="1"/>
                      <a:pt x="982842" y="68145"/>
                      <a:pt x="1104139" y="189442"/>
                    </a:cubicBezTo>
                    <a:cubicBezTo>
                      <a:pt x="1225435" y="310739"/>
                      <a:pt x="1293579" y="475252"/>
                      <a:pt x="1293578" y="646791"/>
                    </a:cubicBezTo>
                    <a:cubicBezTo>
                      <a:pt x="1293578" y="818330"/>
                      <a:pt x="1225434" y="982844"/>
                      <a:pt x="1104138" y="1104140"/>
                    </a:cubicBezTo>
                    <a:cubicBezTo>
                      <a:pt x="982841" y="1225436"/>
                      <a:pt x="818328" y="1293580"/>
                      <a:pt x="646789" y="1293580"/>
                    </a:cubicBezTo>
                    <a:cubicBezTo>
                      <a:pt x="475250" y="1293580"/>
                      <a:pt x="310736" y="1225436"/>
                      <a:pt x="189440" y="1104139"/>
                    </a:cubicBezTo>
                    <a:cubicBezTo>
                      <a:pt x="68144" y="982842"/>
                      <a:pt x="0" y="818329"/>
                      <a:pt x="0" y="646790"/>
                    </a:cubicBezTo>
                    <a:lnTo>
                      <a:pt x="0" y="646789"/>
                    </a:lnTo>
                    <a:close/>
                  </a:path>
                </a:pathLst>
              </a:custGeom>
              <a:solidFill>
                <a:schemeClr val="tx1">
                  <a:lumMod val="50000"/>
                  <a:lumOff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26270" tIns="226270" rIns="226270" bIns="226270" numCol="1" spcCol="1270" anchor="b" anchorCtr="0">
                <a:noAutofit/>
              </a:bodyPr>
              <a:lstStyle/>
              <a:p>
                <a:pPr lvl="0" algn="ctr" defTabSz="1289050">
                  <a:lnSpc>
                    <a:spcPct val="90000"/>
                  </a:lnSpc>
                  <a:spcBef>
                    <a:spcPct val="0"/>
                  </a:spcBef>
                  <a:spcAft>
                    <a:spcPct val="35000"/>
                  </a:spcAft>
                </a:pPr>
                <a:endParaRPr lang="en-US" sz="5400" kern="1200" dirty="0"/>
              </a:p>
            </p:txBody>
          </p:sp>
          <p:sp>
            <p:nvSpPr>
              <p:cNvPr id="36" name="Oval 35"/>
              <p:cNvSpPr>
                <a:spLocks noChangeAspect="1"/>
              </p:cNvSpPr>
              <p:nvPr/>
            </p:nvSpPr>
            <p:spPr>
              <a:xfrm>
                <a:off x="3795843" y="1995681"/>
                <a:ext cx="1589462" cy="1589460"/>
              </a:xfrm>
              <a:prstGeom prst="ellipse">
                <a:avLst/>
              </a:prstGeom>
              <a:noFill/>
              <a:ln w="19050">
                <a:solidFill>
                  <a:schemeClr val="tx2">
                    <a:lumMod val="75000"/>
                    <a:lumOff val="2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82"/>
            <p:cNvGrpSpPr/>
            <p:nvPr/>
          </p:nvGrpSpPr>
          <p:grpSpPr>
            <a:xfrm>
              <a:off x="4257613" y="2587211"/>
              <a:ext cx="665922" cy="685800"/>
              <a:chOff x="3681413" y="3632200"/>
              <a:chExt cx="638175" cy="657225"/>
            </a:xfrm>
            <a:solidFill>
              <a:schemeClr val="bg1"/>
            </a:solidFill>
          </p:grpSpPr>
          <p:sp>
            <p:nvSpPr>
              <p:cNvPr id="84" name="Freeform 14"/>
              <p:cNvSpPr>
                <a:spLocks noEditPoints="1"/>
              </p:cNvSpPr>
              <p:nvPr/>
            </p:nvSpPr>
            <p:spPr bwMode="auto">
              <a:xfrm>
                <a:off x="3976688" y="3681413"/>
                <a:ext cx="342900" cy="533400"/>
              </a:xfrm>
              <a:custGeom>
                <a:avLst/>
                <a:gdLst/>
                <a:ahLst/>
                <a:cxnLst>
                  <a:cxn ang="0">
                    <a:pos x="135" y="53"/>
                  </a:cxn>
                  <a:cxn ang="0">
                    <a:pos x="134" y="52"/>
                  </a:cxn>
                  <a:cxn ang="0">
                    <a:pos x="121" y="47"/>
                  </a:cxn>
                  <a:cxn ang="0">
                    <a:pos x="112" y="56"/>
                  </a:cxn>
                  <a:cxn ang="0">
                    <a:pos x="103" y="46"/>
                  </a:cxn>
                  <a:cxn ang="0">
                    <a:pos x="103" y="46"/>
                  </a:cxn>
                  <a:cxn ang="0">
                    <a:pos x="91" y="52"/>
                  </a:cxn>
                  <a:cxn ang="0">
                    <a:pos x="88" y="53"/>
                  </a:cxn>
                  <a:cxn ang="0">
                    <a:pos x="71" y="55"/>
                  </a:cxn>
                  <a:cxn ang="0">
                    <a:pos x="29" y="9"/>
                  </a:cxn>
                  <a:cxn ang="0">
                    <a:pos x="22" y="2"/>
                  </a:cxn>
                  <a:cxn ang="0">
                    <a:pos x="18" y="1"/>
                  </a:cxn>
                  <a:cxn ang="0">
                    <a:pos x="10" y="2"/>
                  </a:cxn>
                  <a:cxn ang="0">
                    <a:pos x="3" y="21"/>
                  </a:cxn>
                  <a:cxn ang="0">
                    <a:pos x="12" y="36"/>
                  </a:cxn>
                  <a:cxn ang="0">
                    <a:pos x="16" y="41"/>
                  </a:cxn>
                  <a:cxn ang="0">
                    <a:pos x="63" y="82"/>
                  </a:cxn>
                  <a:cxn ang="0">
                    <a:pos x="75" y="84"/>
                  </a:cxn>
                  <a:cxn ang="0">
                    <a:pos x="75" y="158"/>
                  </a:cxn>
                  <a:cxn ang="0">
                    <a:pos x="77" y="168"/>
                  </a:cxn>
                  <a:cxn ang="0">
                    <a:pos x="77" y="170"/>
                  </a:cxn>
                  <a:cxn ang="0">
                    <a:pos x="77" y="305"/>
                  </a:cxn>
                  <a:cxn ang="0">
                    <a:pos x="93" y="321"/>
                  </a:cxn>
                  <a:cxn ang="0">
                    <a:pos x="110" y="305"/>
                  </a:cxn>
                  <a:cxn ang="0">
                    <a:pos x="110" y="190"/>
                  </a:cxn>
                  <a:cxn ang="0">
                    <a:pos x="112" y="190"/>
                  </a:cxn>
                  <a:cxn ang="0">
                    <a:pos x="112" y="190"/>
                  </a:cxn>
                  <a:cxn ang="0">
                    <a:pos x="112" y="305"/>
                  </a:cxn>
                  <a:cxn ang="0">
                    <a:pos x="129" y="321"/>
                  </a:cxn>
                  <a:cxn ang="0">
                    <a:pos x="129" y="321"/>
                  </a:cxn>
                  <a:cxn ang="0">
                    <a:pos x="146" y="305"/>
                  </a:cxn>
                  <a:cxn ang="0">
                    <a:pos x="146" y="173"/>
                  </a:cxn>
                  <a:cxn ang="0">
                    <a:pos x="149" y="175"/>
                  </a:cxn>
                  <a:cxn ang="0">
                    <a:pos x="155" y="177"/>
                  </a:cxn>
                  <a:cxn ang="0">
                    <a:pos x="168" y="170"/>
                  </a:cxn>
                  <a:cxn ang="0">
                    <a:pos x="135" y="53"/>
                  </a:cxn>
                  <a:cxn ang="0">
                    <a:pos x="112" y="127"/>
                  </a:cxn>
                  <a:cxn ang="0">
                    <a:pos x="112" y="127"/>
                  </a:cxn>
                  <a:cxn ang="0">
                    <a:pos x="103" y="115"/>
                  </a:cxn>
                  <a:cxn ang="0">
                    <a:pos x="112" y="57"/>
                  </a:cxn>
                  <a:cxn ang="0">
                    <a:pos x="112" y="57"/>
                  </a:cxn>
                  <a:cxn ang="0">
                    <a:pos x="121" y="115"/>
                  </a:cxn>
                  <a:cxn ang="0">
                    <a:pos x="112" y="127"/>
                  </a:cxn>
                  <a:cxn ang="0">
                    <a:pos x="149" y="143"/>
                  </a:cxn>
                  <a:cxn ang="0">
                    <a:pos x="149" y="103"/>
                  </a:cxn>
                  <a:cxn ang="0">
                    <a:pos x="149" y="143"/>
                  </a:cxn>
                  <a:cxn ang="0">
                    <a:pos x="149" y="143"/>
                  </a:cxn>
                  <a:cxn ang="0">
                    <a:pos x="149" y="143"/>
                  </a:cxn>
                </a:cxnLst>
                <a:rect l="0" t="0" r="r" b="b"/>
                <a:pathLst>
                  <a:path w="207" h="321">
                    <a:moveTo>
                      <a:pt x="135" y="53"/>
                    </a:moveTo>
                    <a:cubicBezTo>
                      <a:pt x="135" y="53"/>
                      <a:pt x="134" y="52"/>
                      <a:pt x="134" y="52"/>
                    </a:cubicBezTo>
                    <a:cubicBezTo>
                      <a:pt x="130" y="50"/>
                      <a:pt x="126" y="48"/>
                      <a:pt x="121" y="47"/>
                    </a:cubicBezTo>
                    <a:cubicBezTo>
                      <a:pt x="112" y="56"/>
                      <a:pt x="112" y="56"/>
                      <a:pt x="112" y="56"/>
                    </a:cubicBezTo>
                    <a:cubicBezTo>
                      <a:pt x="103" y="46"/>
                      <a:pt x="103" y="46"/>
                      <a:pt x="103" y="46"/>
                    </a:cubicBezTo>
                    <a:cubicBezTo>
                      <a:pt x="103" y="46"/>
                      <a:pt x="103" y="46"/>
                      <a:pt x="103" y="46"/>
                    </a:cubicBezTo>
                    <a:cubicBezTo>
                      <a:pt x="99" y="48"/>
                      <a:pt x="95" y="49"/>
                      <a:pt x="91" y="52"/>
                    </a:cubicBezTo>
                    <a:cubicBezTo>
                      <a:pt x="90" y="52"/>
                      <a:pt x="89" y="52"/>
                      <a:pt x="88" y="53"/>
                    </a:cubicBezTo>
                    <a:cubicBezTo>
                      <a:pt x="82" y="56"/>
                      <a:pt x="77" y="57"/>
                      <a:pt x="71" y="55"/>
                    </a:cubicBezTo>
                    <a:cubicBezTo>
                      <a:pt x="52" y="49"/>
                      <a:pt x="34" y="19"/>
                      <a:pt x="29" y="9"/>
                    </a:cubicBezTo>
                    <a:cubicBezTo>
                      <a:pt x="27" y="6"/>
                      <a:pt x="25" y="4"/>
                      <a:pt x="22" y="2"/>
                    </a:cubicBezTo>
                    <a:cubicBezTo>
                      <a:pt x="18" y="1"/>
                      <a:pt x="18" y="1"/>
                      <a:pt x="18" y="1"/>
                    </a:cubicBezTo>
                    <a:cubicBezTo>
                      <a:pt x="16" y="0"/>
                      <a:pt x="13" y="1"/>
                      <a:pt x="10" y="2"/>
                    </a:cubicBezTo>
                    <a:cubicBezTo>
                      <a:pt x="3" y="5"/>
                      <a:pt x="0" y="14"/>
                      <a:pt x="3" y="21"/>
                    </a:cubicBezTo>
                    <a:cubicBezTo>
                      <a:pt x="4" y="23"/>
                      <a:pt x="7" y="29"/>
                      <a:pt x="12" y="36"/>
                    </a:cubicBezTo>
                    <a:cubicBezTo>
                      <a:pt x="16" y="41"/>
                      <a:pt x="16" y="41"/>
                      <a:pt x="16" y="41"/>
                    </a:cubicBezTo>
                    <a:cubicBezTo>
                      <a:pt x="26" y="56"/>
                      <a:pt x="42" y="75"/>
                      <a:pt x="63" y="82"/>
                    </a:cubicBezTo>
                    <a:cubicBezTo>
                      <a:pt x="67" y="83"/>
                      <a:pt x="71" y="84"/>
                      <a:pt x="75" y="84"/>
                    </a:cubicBezTo>
                    <a:cubicBezTo>
                      <a:pt x="75" y="158"/>
                      <a:pt x="75" y="158"/>
                      <a:pt x="75" y="158"/>
                    </a:cubicBezTo>
                    <a:cubicBezTo>
                      <a:pt x="75" y="162"/>
                      <a:pt x="76" y="165"/>
                      <a:pt x="77" y="168"/>
                    </a:cubicBezTo>
                    <a:cubicBezTo>
                      <a:pt x="77" y="169"/>
                      <a:pt x="77" y="170"/>
                      <a:pt x="77" y="170"/>
                    </a:cubicBezTo>
                    <a:cubicBezTo>
                      <a:pt x="77" y="305"/>
                      <a:pt x="77" y="305"/>
                      <a:pt x="77" y="305"/>
                    </a:cubicBezTo>
                    <a:cubicBezTo>
                      <a:pt x="77" y="314"/>
                      <a:pt x="84" y="321"/>
                      <a:pt x="93" y="321"/>
                    </a:cubicBezTo>
                    <a:cubicBezTo>
                      <a:pt x="103" y="321"/>
                      <a:pt x="110" y="314"/>
                      <a:pt x="110" y="305"/>
                    </a:cubicBezTo>
                    <a:cubicBezTo>
                      <a:pt x="110" y="190"/>
                      <a:pt x="110" y="190"/>
                      <a:pt x="110" y="190"/>
                    </a:cubicBezTo>
                    <a:cubicBezTo>
                      <a:pt x="111" y="190"/>
                      <a:pt x="111" y="190"/>
                      <a:pt x="112" y="190"/>
                    </a:cubicBezTo>
                    <a:cubicBezTo>
                      <a:pt x="112" y="190"/>
                      <a:pt x="112" y="190"/>
                      <a:pt x="112" y="190"/>
                    </a:cubicBezTo>
                    <a:cubicBezTo>
                      <a:pt x="112" y="305"/>
                      <a:pt x="112" y="305"/>
                      <a:pt x="112" y="305"/>
                    </a:cubicBezTo>
                    <a:cubicBezTo>
                      <a:pt x="112" y="314"/>
                      <a:pt x="120" y="321"/>
                      <a:pt x="129" y="321"/>
                    </a:cubicBezTo>
                    <a:cubicBezTo>
                      <a:pt x="129" y="321"/>
                      <a:pt x="129" y="321"/>
                      <a:pt x="129" y="321"/>
                    </a:cubicBezTo>
                    <a:cubicBezTo>
                      <a:pt x="138" y="321"/>
                      <a:pt x="146" y="314"/>
                      <a:pt x="146" y="305"/>
                    </a:cubicBezTo>
                    <a:cubicBezTo>
                      <a:pt x="146" y="173"/>
                      <a:pt x="146" y="173"/>
                      <a:pt x="146" y="173"/>
                    </a:cubicBezTo>
                    <a:cubicBezTo>
                      <a:pt x="146" y="174"/>
                      <a:pt x="147" y="175"/>
                      <a:pt x="149" y="175"/>
                    </a:cubicBezTo>
                    <a:cubicBezTo>
                      <a:pt x="151" y="176"/>
                      <a:pt x="153" y="177"/>
                      <a:pt x="155" y="177"/>
                    </a:cubicBezTo>
                    <a:cubicBezTo>
                      <a:pt x="160" y="177"/>
                      <a:pt x="165" y="174"/>
                      <a:pt x="168" y="170"/>
                    </a:cubicBezTo>
                    <a:cubicBezTo>
                      <a:pt x="207" y="97"/>
                      <a:pt x="153" y="64"/>
                      <a:pt x="135" y="53"/>
                    </a:cubicBezTo>
                    <a:close/>
                    <a:moveTo>
                      <a:pt x="112" y="127"/>
                    </a:moveTo>
                    <a:cubicBezTo>
                      <a:pt x="112" y="127"/>
                      <a:pt x="112" y="127"/>
                      <a:pt x="112" y="127"/>
                    </a:cubicBezTo>
                    <a:cubicBezTo>
                      <a:pt x="103" y="115"/>
                      <a:pt x="103" y="115"/>
                      <a:pt x="103" y="115"/>
                    </a:cubicBezTo>
                    <a:cubicBezTo>
                      <a:pt x="112" y="57"/>
                      <a:pt x="112" y="57"/>
                      <a:pt x="112" y="57"/>
                    </a:cubicBezTo>
                    <a:cubicBezTo>
                      <a:pt x="112" y="57"/>
                      <a:pt x="112" y="57"/>
                      <a:pt x="112" y="57"/>
                    </a:cubicBezTo>
                    <a:cubicBezTo>
                      <a:pt x="121" y="115"/>
                      <a:pt x="121" y="115"/>
                      <a:pt x="121" y="115"/>
                    </a:cubicBezTo>
                    <a:lnTo>
                      <a:pt x="112" y="127"/>
                    </a:lnTo>
                    <a:close/>
                    <a:moveTo>
                      <a:pt x="149" y="143"/>
                    </a:moveTo>
                    <a:cubicBezTo>
                      <a:pt x="149" y="103"/>
                      <a:pt x="149" y="103"/>
                      <a:pt x="149" y="103"/>
                    </a:cubicBezTo>
                    <a:cubicBezTo>
                      <a:pt x="154" y="113"/>
                      <a:pt x="156" y="126"/>
                      <a:pt x="149" y="143"/>
                    </a:cubicBezTo>
                    <a:close/>
                    <a:moveTo>
                      <a:pt x="149" y="143"/>
                    </a:moveTo>
                    <a:cubicBezTo>
                      <a:pt x="149" y="143"/>
                      <a:pt x="149" y="143"/>
                      <a:pt x="149"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5"/>
              <p:cNvSpPr>
                <a:spLocks noEditPoints="1"/>
              </p:cNvSpPr>
              <p:nvPr/>
            </p:nvSpPr>
            <p:spPr bwMode="auto">
              <a:xfrm>
                <a:off x="4102100" y="3633788"/>
                <a:ext cx="119063" cy="120650"/>
              </a:xfrm>
              <a:custGeom>
                <a:avLst/>
                <a:gdLst/>
                <a:ahLst/>
                <a:cxnLst>
                  <a:cxn ang="0">
                    <a:pos x="72" y="36"/>
                  </a:cxn>
                  <a:cxn ang="0">
                    <a:pos x="36" y="72"/>
                  </a:cxn>
                  <a:cxn ang="0">
                    <a:pos x="0" y="36"/>
                  </a:cxn>
                  <a:cxn ang="0">
                    <a:pos x="36" y="0"/>
                  </a:cxn>
                  <a:cxn ang="0">
                    <a:pos x="72" y="36"/>
                  </a:cxn>
                  <a:cxn ang="0">
                    <a:pos x="72" y="36"/>
                  </a:cxn>
                  <a:cxn ang="0">
                    <a:pos x="72" y="36"/>
                  </a:cxn>
                </a:cxnLst>
                <a:rect l="0" t="0" r="r" b="b"/>
                <a:pathLst>
                  <a:path w="72" h="72">
                    <a:moveTo>
                      <a:pt x="72" y="36"/>
                    </a:moveTo>
                    <a:cubicBezTo>
                      <a:pt x="72" y="56"/>
                      <a:pt x="56" y="72"/>
                      <a:pt x="36" y="72"/>
                    </a:cubicBezTo>
                    <a:cubicBezTo>
                      <a:pt x="16" y="72"/>
                      <a:pt x="0" y="56"/>
                      <a:pt x="0" y="36"/>
                    </a:cubicBezTo>
                    <a:cubicBezTo>
                      <a:pt x="0" y="16"/>
                      <a:pt x="16" y="0"/>
                      <a:pt x="36" y="0"/>
                    </a:cubicBezTo>
                    <a:cubicBezTo>
                      <a:pt x="56" y="0"/>
                      <a:pt x="72" y="16"/>
                      <a:pt x="72" y="36"/>
                    </a:cubicBezTo>
                    <a:close/>
                    <a:moveTo>
                      <a:pt x="72" y="36"/>
                    </a:moveTo>
                    <a:cubicBezTo>
                      <a:pt x="72" y="36"/>
                      <a:pt x="72" y="36"/>
                      <a:pt x="72" y="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6"/>
              <p:cNvSpPr>
                <a:spLocks noEditPoints="1"/>
              </p:cNvSpPr>
              <p:nvPr/>
            </p:nvSpPr>
            <p:spPr bwMode="auto">
              <a:xfrm>
                <a:off x="3703638" y="3632200"/>
                <a:ext cx="361950" cy="338137"/>
              </a:xfrm>
              <a:custGeom>
                <a:avLst/>
                <a:gdLst/>
                <a:ahLst/>
                <a:cxnLst>
                  <a:cxn ang="0">
                    <a:pos x="197" y="203"/>
                  </a:cxn>
                  <a:cxn ang="0">
                    <a:pos x="20" y="203"/>
                  </a:cxn>
                  <a:cxn ang="0">
                    <a:pos x="0" y="182"/>
                  </a:cxn>
                  <a:cxn ang="0">
                    <a:pos x="0" y="20"/>
                  </a:cxn>
                  <a:cxn ang="0">
                    <a:pos x="20" y="0"/>
                  </a:cxn>
                  <a:cxn ang="0">
                    <a:pos x="197" y="0"/>
                  </a:cxn>
                  <a:cxn ang="0">
                    <a:pos x="218" y="20"/>
                  </a:cxn>
                  <a:cxn ang="0">
                    <a:pos x="218" y="182"/>
                  </a:cxn>
                  <a:cxn ang="0">
                    <a:pos x="197" y="203"/>
                  </a:cxn>
                  <a:cxn ang="0">
                    <a:pos x="20" y="13"/>
                  </a:cxn>
                  <a:cxn ang="0">
                    <a:pos x="13" y="20"/>
                  </a:cxn>
                  <a:cxn ang="0">
                    <a:pos x="13" y="182"/>
                  </a:cxn>
                  <a:cxn ang="0">
                    <a:pos x="20" y="189"/>
                  </a:cxn>
                  <a:cxn ang="0">
                    <a:pos x="197" y="189"/>
                  </a:cxn>
                  <a:cxn ang="0">
                    <a:pos x="204" y="182"/>
                  </a:cxn>
                  <a:cxn ang="0">
                    <a:pos x="204" y="20"/>
                  </a:cxn>
                  <a:cxn ang="0">
                    <a:pos x="197" y="13"/>
                  </a:cxn>
                  <a:cxn ang="0">
                    <a:pos x="20" y="13"/>
                  </a:cxn>
                  <a:cxn ang="0">
                    <a:pos x="20" y="13"/>
                  </a:cxn>
                  <a:cxn ang="0">
                    <a:pos x="20" y="13"/>
                  </a:cxn>
                </a:cxnLst>
                <a:rect l="0" t="0" r="r" b="b"/>
                <a:pathLst>
                  <a:path w="218" h="203">
                    <a:moveTo>
                      <a:pt x="197" y="203"/>
                    </a:moveTo>
                    <a:cubicBezTo>
                      <a:pt x="20" y="203"/>
                      <a:pt x="20" y="203"/>
                      <a:pt x="20" y="203"/>
                    </a:cubicBezTo>
                    <a:cubicBezTo>
                      <a:pt x="9" y="203"/>
                      <a:pt x="0" y="194"/>
                      <a:pt x="0" y="182"/>
                    </a:cubicBezTo>
                    <a:cubicBezTo>
                      <a:pt x="0" y="20"/>
                      <a:pt x="0" y="20"/>
                      <a:pt x="0" y="20"/>
                    </a:cubicBezTo>
                    <a:cubicBezTo>
                      <a:pt x="0" y="9"/>
                      <a:pt x="9" y="0"/>
                      <a:pt x="20" y="0"/>
                    </a:cubicBezTo>
                    <a:cubicBezTo>
                      <a:pt x="197" y="0"/>
                      <a:pt x="197" y="0"/>
                      <a:pt x="197" y="0"/>
                    </a:cubicBezTo>
                    <a:cubicBezTo>
                      <a:pt x="208" y="0"/>
                      <a:pt x="218" y="9"/>
                      <a:pt x="218" y="20"/>
                    </a:cubicBezTo>
                    <a:cubicBezTo>
                      <a:pt x="218" y="182"/>
                      <a:pt x="218" y="182"/>
                      <a:pt x="218" y="182"/>
                    </a:cubicBezTo>
                    <a:cubicBezTo>
                      <a:pt x="218" y="194"/>
                      <a:pt x="208" y="203"/>
                      <a:pt x="197" y="203"/>
                    </a:cubicBezTo>
                    <a:close/>
                    <a:moveTo>
                      <a:pt x="20" y="13"/>
                    </a:moveTo>
                    <a:cubicBezTo>
                      <a:pt x="16" y="13"/>
                      <a:pt x="13" y="16"/>
                      <a:pt x="13" y="20"/>
                    </a:cubicBezTo>
                    <a:cubicBezTo>
                      <a:pt x="13" y="182"/>
                      <a:pt x="13" y="182"/>
                      <a:pt x="13" y="182"/>
                    </a:cubicBezTo>
                    <a:cubicBezTo>
                      <a:pt x="13" y="186"/>
                      <a:pt x="16" y="189"/>
                      <a:pt x="20" y="189"/>
                    </a:cubicBezTo>
                    <a:cubicBezTo>
                      <a:pt x="197" y="189"/>
                      <a:pt x="197" y="189"/>
                      <a:pt x="197" y="189"/>
                    </a:cubicBezTo>
                    <a:cubicBezTo>
                      <a:pt x="201" y="189"/>
                      <a:pt x="204" y="186"/>
                      <a:pt x="204" y="182"/>
                    </a:cubicBezTo>
                    <a:cubicBezTo>
                      <a:pt x="204" y="20"/>
                      <a:pt x="204" y="20"/>
                      <a:pt x="204" y="20"/>
                    </a:cubicBezTo>
                    <a:cubicBezTo>
                      <a:pt x="204" y="16"/>
                      <a:pt x="201" y="13"/>
                      <a:pt x="197" y="13"/>
                    </a:cubicBezTo>
                    <a:lnTo>
                      <a:pt x="20" y="13"/>
                    </a:lnTo>
                    <a:close/>
                    <a:moveTo>
                      <a:pt x="20" y="13"/>
                    </a:moveTo>
                    <a:cubicBezTo>
                      <a:pt x="20" y="13"/>
                      <a:pt x="20" y="13"/>
                      <a:pt x="20"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7"/>
              <p:cNvSpPr>
                <a:spLocks noEditPoints="1"/>
              </p:cNvSpPr>
              <p:nvPr/>
            </p:nvSpPr>
            <p:spPr bwMode="auto">
              <a:xfrm>
                <a:off x="3743325" y="4003675"/>
                <a:ext cx="96838" cy="93662"/>
              </a:xfrm>
              <a:custGeom>
                <a:avLst/>
                <a:gdLst/>
                <a:ahLst/>
                <a:cxnLst>
                  <a:cxn ang="0">
                    <a:pos x="58" y="29"/>
                  </a:cxn>
                  <a:cxn ang="0">
                    <a:pos x="29" y="57"/>
                  </a:cxn>
                  <a:cxn ang="0">
                    <a:pos x="0" y="29"/>
                  </a:cxn>
                  <a:cxn ang="0">
                    <a:pos x="29" y="0"/>
                  </a:cxn>
                  <a:cxn ang="0">
                    <a:pos x="58" y="29"/>
                  </a:cxn>
                  <a:cxn ang="0">
                    <a:pos x="58" y="29"/>
                  </a:cxn>
                  <a:cxn ang="0">
                    <a:pos x="58" y="29"/>
                  </a:cxn>
                </a:cxnLst>
                <a:rect l="0" t="0" r="r" b="b"/>
                <a:pathLst>
                  <a:path w="58" h="57">
                    <a:moveTo>
                      <a:pt x="58" y="29"/>
                    </a:moveTo>
                    <a:cubicBezTo>
                      <a:pt x="58" y="45"/>
                      <a:pt x="45" y="57"/>
                      <a:pt x="29" y="57"/>
                    </a:cubicBezTo>
                    <a:cubicBezTo>
                      <a:pt x="13" y="57"/>
                      <a:pt x="0" y="45"/>
                      <a:pt x="0" y="29"/>
                    </a:cubicBezTo>
                    <a:cubicBezTo>
                      <a:pt x="0" y="13"/>
                      <a:pt x="13" y="0"/>
                      <a:pt x="29" y="0"/>
                    </a:cubicBezTo>
                    <a:cubicBezTo>
                      <a:pt x="45" y="0"/>
                      <a:pt x="58" y="13"/>
                      <a:pt x="58" y="29"/>
                    </a:cubicBezTo>
                    <a:close/>
                    <a:moveTo>
                      <a:pt x="58" y="29"/>
                    </a:moveTo>
                    <a:cubicBezTo>
                      <a:pt x="58" y="29"/>
                      <a:pt x="58" y="29"/>
                      <a:pt x="58"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8"/>
              <p:cNvSpPr>
                <a:spLocks noEditPoints="1"/>
              </p:cNvSpPr>
              <p:nvPr/>
            </p:nvSpPr>
            <p:spPr bwMode="auto">
              <a:xfrm>
                <a:off x="3695700" y="4100513"/>
                <a:ext cx="192088" cy="106362"/>
              </a:xfrm>
              <a:custGeom>
                <a:avLst/>
                <a:gdLst/>
                <a:ahLst/>
                <a:cxnLst>
                  <a:cxn ang="0">
                    <a:pos x="25" y="64"/>
                  </a:cxn>
                  <a:cxn ang="0">
                    <a:pos x="29" y="44"/>
                  </a:cxn>
                  <a:cxn ang="0">
                    <a:pos x="29" y="64"/>
                  </a:cxn>
                  <a:cxn ang="0">
                    <a:pos x="58" y="64"/>
                  </a:cxn>
                  <a:cxn ang="0">
                    <a:pos x="51" y="54"/>
                  </a:cxn>
                  <a:cxn ang="0">
                    <a:pos x="58" y="8"/>
                  </a:cxn>
                  <a:cxn ang="0">
                    <a:pos x="58" y="8"/>
                  </a:cxn>
                  <a:cxn ang="0">
                    <a:pos x="65" y="54"/>
                  </a:cxn>
                  <a:cxn ang="0">
                    <a:pos x="58" y="64"/>
                  </a:cxn>
                  <a:cxn ang="0">
                    <a:pos x="87" y="64"/>
                  </a:cxn>
                  <a:cxn ang="0">
                    <a:pos x="87" y="44"/>
                  </a:cxn>
                  <a:cxn ang="0">
                    <a:pos x="91" y="64"/>
                  </a:cxn>
                  <a:cxn ang="0">
                    <a:pos x="114" y="64"/>
                  </a:cxn>
                  <a:cxn ang="0">
                    <a:pos x="77" y="5"/>
                  </a:cxn>
                  <a:cxn ang="0">
                    <a:pos x="76" y="5"/>
                  </a:cxn>
                  <a:cxn ang="0">
                    <a:pos x="65" y="0"/>
                  </a:cxn>
                  <a:cxn ang="0">
                    <a:pos x="58" y="7"/>
                  </a:cxn>
                  <a:cxn ang="0">
                    <a:pos x="51" y="0"/>
                  </a:cxn>
                  <a:cxn ang="0">
                    <a:pos x="51" y="0"/>
                  </a:cxn>
                  <a:cxn ang="0">
                    <a:pos x="40" y="5"/>
                  </a:cxn>
                  <a:cxn ang="0">
                    <a:pos x="39" y="5"/>
                  </a:cxn>
                  <a:cxn ang="0">
                    <a:pos x="2" y="64"/>
                  </a:cxn>
                  <a:cxn ang="0">
                    <a:pos x="25" y="64"/>
                  </a:cxn>
                  <a:cxn ang="0">
                    <a:pos x="25" y="64"/>
                  </a:cxn>
                  <a:cxn ang="0">
                    <a:pos x="25" y="64"/>
                  </a:cxn>
                </a:cxnLst>
                <a:rect l="0" t="0" r="r" b="b"/>
                <a:pathLst>
                  <a:path w="116" h="64">
                    <a:moveTo>
                      <a:pt x="25" y="64"/>
                    </a:moveTo>
                    <a:cubicBezTo>
                      <a:pt x="24" y="56"/>
                      <a:pt x="26" y="49"/>
                      <a:pt x="29" y="44"/>
                    </a:cubicBezTo>
                    <a:cubicBezTo>
                      <a:pt x="29" y="64"/>
                      <a:pt x="29" y="64"/>
                      <a:pt x="29" y="64"/>
                    </a:cubicBezTo>
                    <a:cubicBezTo>
                      <a:pt x="58" y="64"/>
                      <a:pt x="58" y="64"/>
                      <a:pt x="58" y="64"/>
                    </a:cubicBezTo>
                    <a:cubicBezTo>
                      <a:pt x="51" y="54"/>
                      <a:pt x="51" y="54"/>
                      <a:pt x="51" y="54"/>
                    </a:cubicBezTo>
                    <a:cubicBezTo>
                      <a:pt x="58" y="8"/>
                      <a:pt x="58" y="8"/>
                      <a:pt x="58" y="8"/>
                    </a:cubicBezTo>
                    <a:cubicBezTo>
                      <a:pt x="58" y="8"/>
                      <a:pt x="58" y="8"/>
                      <a:pt x="58" y="8"/>
                    </a:cubicBezTo>
                    <a:cubicBezTo>
                      <a:pt x="65" y="54"/>
                      <a:pt x="65" y="54"/>
                      <a:pt x="65" y="54"/>
                    </a:cubicBezTo>
                    <a:cubicBezTo>
                      <a:pt x="58" y="64"/>
                      <a:pt x="58" y="64"/>
                      <a:pt x="58" y="64"/>
                    </a:cubicBezTo>
                    <a:cubicBezTo>
                      <a:pt x="87" y="64"/>
                      <a:pt x="87" y="64"/>
                      <a:pt x="87" y="64"/>
                    </a:cubicBezTo>
                    <a:cubicBezTo>
                      <a:pt x="87" y="44"/>
                      <a:pt x="87" y="44"/>
                      <a:pt x="87" y="44"/>
                    </a:cubicBezTo>
                    <a:cubicBezTo>
                      <a:pt x="90" y="49"/>
                      <a:pt x="92" y="56"/>
                      <a:pt x="91" y="64"/>
                    </a:cubicBezTo>
                    <a:cubicBezTo>
                      <a:pt x="114" y="64"/>
                      <a:pt x="114" y="64"/>
                      <a:pt x="114" y="64"/>
                    </a:cubicBezTo>
                    <a:cubicBezTo>
                      <a:pt x="116" y="29"/>
                      <a:pt x="88" y="12"/>
                      <a:pt x="77" y="5"/>
                    </a:cubicBezTo>
                    <a:cubicBezTo>
                      <a:pt x="77" y="5"/>
                      <a:pt x="76" y="5"/>
                      <a:pt x="76" y="5"/>
                    </a:cubicBezTo>
                    <a:cubicBezTo>
                      <a:pt x="72" y="2"/>
                      <a:pt x="69" y="1"/>
                      <a:pt x="65" y="0"/>
                    </a:cubicBezTo>
                    <a:cubicBezTo>
                      <a:pt x="58" y="7"/>
                      <a:pt x="58" y="7"/>
                      <a:pt x="58" y="7"/>
                    </a:cubicBezTo>
                    <a:cubicBezTo>
                      <a:pt x="51" y="0"/>
                      <a:pt x="51" y="0"/>
                      <a:pt x="51" y="0"/>
                    </a:cubicBezTo>
                    <a:cubicBezTo>
                      <a:pt x="51" y="0"/>
                      <a:pt x="51" y="0"/>
                      <a:pt x="51" y="0"/>
                    </a:cubicBezTo>
                    <a:cubicBezTo>
                      <a:pt x="47" y="1"/>
                      <a:pt x="44" y="2"/>
                      <a:pt x="40" y="5"/>
                    </a:cubicBezTo>
                    <a:cubicBezTo>
                      <a:pt x="40" y="5"/>
                      <a:pt x="39" y="5"/>
                      <a:pt x="39" y="5"/>
                    </a:cubicBezTo>
                    <a:cubicBezTo>
                      <a:pt x="28" y="12"/>
                      <a:pt x="0" y="29"/>
                      <a:pt x="2" y="64"/>
                    </a:cubicBezTo>
                    <a:lnTo>
                      <a:pt x="25" y="64"/>
                    </a:lnTo>
                    <a:close/>
                    <a:moveTo>
                      <a:pt x="25" y="64"/>
                    </a:moveTo>
                    <a:cubicBezTo>
                      <a:pt x="25" y="64"/>
                      <a:pt x="25" y="64"/>
                      <a:pt x="25" y="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9"/>
              <p:cNvSpPr>
                <a:spLocks noEditPoints="1"/>
              </p:cNvSpPr>
              <p:nvPr/>
            </p:nvSpPr>
            <p:spPr bwMode="auto">
              <a:xfrm>
                <a:off x="3929063" y="4003675"/>
                <a:ext cx="93663" cy="93662"/>
              </a:xfrm>
              <a:custGeom>
                <a:avLst/>
                <a:gdLst/>
                <a:ahLst/>
                <a:cxnLst>
                  <a:cxn ang="0">
                    <a:pos x="57" y="29"/>
                  </a:cxn>
                  <a:cxn ang="0">
                    <a:pos x="28" y="57"/>
                  </a:cxn>
                  <a:cxn ang="0">
                    <a:pos x="0" y="29"/>
                  </a:cxn>
                  <a:cxn ang="0">
                    <a:pos x="28" y="0"/>
                  </a:cxn>
                  <a:cxn ang="0">
                    <a:pos x="57" y="29"/>
                  </a:cxn>
                  <a:cxn ang="0">
                    <a:pos x="57" y="29"/>
                  </a:cxn>
                  <a:cxn ang="0">
                    <a:pos x="57" y="29"/>
                  </a:cxn>
                </a:cxnLst>
                <a:rect l="0" t="0" r="r" b="b"/>
                <a:pathLst>
                  <a:path w="57" h="57">
                    <a:moveTo>
                      <a:pt x="57" y="29"/>
                    </a:moveTo>
                    <a:cubicBezTo>
                      <a:pt x="57" y="45"/>
                      <a:pt x="44" y="57"/>
                      <a:pt x="28" y="57"/>
                    </a:cubicBezTo>
                    <a:cubicBezTo>
                      <a:pt x="13" y="57"/>
                      <a:pt x="0" y="45"/>
                      <a:pt x="0" y="29"/>
                    </a:cubicBezTo>
                    <a:cubicBezTo>
                      <a:pt x="0" y="13"/>
                      <a:pt x="13" y="0"/>
                      <a:pt x="28" y="0"/>
                    </a:cubicBezTo>
                    <a:cubicBezTo>
                      <a:pt x="44" y="0"/>
                      <a:pt x="57" y="13"/>
                      <a:pt x="57" y="29"/>
                    </a:cubicBezTo>
                    <a:close/>
                    <a:moveTo>
                      <a:pt x="57" y="29"/>
                    </a:moveTo>
                    <a:cubicBezTo>
                      <a:pt x="57" y="29"/>
                      <a:pt x="57" y="29"/>
                      <a:pt x="57"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20"/>
              <p:cNvSpPr>
                <a:spLocks noEditPoints="1"/>
              </p:cNvSpPr>
              <p:nvPr/>
            </p:nvSpPr>
            <p:spPr bwMode="auto">
              <a:xfrm>
                <a:off x="3879850" y="4100513"/>
                <a:ext cx="192088" cy="106362"/>
              </a:xfrm>
              <a:custGeom>
                <a:avLst/>
                <a:gdLst/>
                <a:ahLst/>
                <a:cxnLst>
                  <a:cxn ang="0">
                    <a:pos x="25" y="64"/>
                  </a:cxn>
                  <a:cxn ang="0">
                    <a:pos x="29" y="44"/>
                  </a:cxn>
                  <a:cxn ang="0">
                    <a:pos x="29" y="64"/>
                  </a:cxn>
                  <a:cxn ang="0">
                    <a:pos x="58" y="64"/>
                  </a:cxn>
                  <a:cxn ang="0">
                    <a:pos x="51" y="54"/>
                  </a:cxn>
                  <a:cxn ang="0">
                    <a:pos x="58" y="8"/>
                  </a:cxn>
                  <a:cxn ang="0">
                    <a:pos x="58" y="8"/>
                  </a:cxn>
                  <a:cxn ang="0">
                    <a:pos x="65" y="54"/>
                  </a:cxn>
                  <a:cxn ang="0">
                    <a:pos x="59" y="64"/>
                  </a:cxn>
                  <a:cxn ang="0">
                    <a:pos x="88" y="64"/>
                  </a:cxn>
                  <a:cxn ang="0">
                    <a:pos x="88" y="44"/>
                  </a:cxn>
                  <a:cxn ang="0">
                    <a:pos x="92" y="64"/>
                  </a:cxn>
                  <a:cxn ang="0">
                    <a:pos x="114" y="64"/>
                  </a:cxn>
                  <a:cxn ang="0">
                    <a:pos x="77" y="5"/>
                  </a:cxn>
                  <a:cxn ang="0">
                    <a:pos x="76" y="5"/>
                  </a:cxn>
                  <a:cxn ang="0">
                    <a:pos x="66" y="0"/>
                  </a:cxn>
                  <a:cxn ang="0">
                    <a:pos x="58" y="7"/>
                  </a:cxn>
                  <a:cxn ang="0">
                    <a:pos x="52" y="0"/>
                  </a:cxn>
                  <a:cxn ang="0">
                    <a:pos x="51" y="0"/>
                  </a:cxn>
                  <a:cxn ang="0">
                    <a:pos x="41" y="5"/>
                  </a:cxn>
                  <a:cxn ang="0">
                    <a:pos x="39" y="5"/>
                  </a:cxn>
                  <a:cxn ang="0">
                    <a:pos x="3" y="64"/>
                  </a:cxn>
                  <a:cxn ang="0">
                    <a:pos x="25" y="64"/>
                  </a:cxn>
                  <a:cxn ang="0">
                    <a:pos x="25" y="64"/>
                  </a:cxn>
                  <a:cxn ang="0">
                    <a:pos x="25" y="64"/>
                  </a:cxn>
                </a:cxnLst>
                <a:rect l="0" t="0" r="r" b="b"/>
                <a:pathLst>
                  <a:path w="116" h="64">
                    <a:moveTo>
                      <a:pt x="25" y="64"/>
                    </a:moveTo>
                    <a:cubicBezTo>
                      <a:pt x="24" y="56"/>
                      <a:pt x="26" y="49"/>
                      <a:pt x="29" y="44"/>
                    </a:cubicBezTo>
                    <a:cubicBezTo>
                      <a:pt x="29" y="64"/>
                      <a:pt x="29" y="64"/>
                      <a:pt x="29" y="64"/>
                    </a:cubicBezTo>
                    <a:cubicBezTo>
                      <a:pt x="58" y="64"/>
                      <a:pt x="58" y="64"/>
                      <a:pt x="58" y="64"/>
                    </a:cubicBezTo>
                    <a:cubicBezTo>
                      <a:pt x="51" y="54"/>
                      <a:pt x="51" y="54"/>
                      <a:pt x="51" y="54"/>
                    </a:cubicBezTo>
                    <a:cubicBezTo>
                      <a:pt x="58" y="8"/>
                      <a:pt x="58" y="8"/>
                      <a:pt x="58" y="8"/>
                    </a:cubicBezTo>
                    <a:cubicBezTo>
                      <a:pt x="58" y="8"/>
                      <a:pt x="58" y="8"/>
                      <a:pt x="58" y="8"/>
                    </a:cubicBezTo>
                    <a:cubicBezTo>
                      <a:pt x="65" y="54"/>
                      <a:pt x="65" y="54"/>
                      <a:pt x="65" y="54"/>
                    </a:cubicBezTo>
                    <a:cubicBezTo>
                      <a:pt x="59" y="64"/>
                      <a:pt x="59" y="64"/>
                      <a:pt x="59" y="64"/>
                    </a:cubicBezTo>
                    <a:cubicBezTo>
                      <a:pt x="88" y="64"/>
                      <a:pt x="88" y="64"/>
                      <a:pt x="88" y="64"/>
                    </a:cubicBezTo>
                    <a:cubicBezTo>
                      <a:pt x="88" y="44"/>
                      <a:pt x="88" y="44"/>
                      <a:pt x="88" y="44"/>
                    </a:cubicBezTo>
                    <a:cubicBezTo>
                      <a:pt x="91" y="49"/>
                      <a:pt x="92" y="56"/>
                      <a:pt x="92" y="64"/>
                    </a:cubicBezTo>
                    <a:cubicBezTo>
                      <a:pt x="114" y="64"/>
                      <a:pt x="114" y="64"/>
                      <a:pt x="114" y="64"/>
                    </a:cubicBezTo>
                    <a:cubicBezTo>
                      <a:pt x="116" y="29"/>
                      <a:pt x="88" y="12"/>
                      <a:pt x="77" y="5"/>
                    </a:cubicBezTo>
                    <a:cubicBezTo>
                      <a:pt x="77" y="5"/>
                      <a:pt x="76" y="5"/>
                      <a:pt x="76" y="5"/>
                    </a:cubicBezTo>
                    <a:cubicBezTo>
                      <a:pt x="73" y="2"/>
                      <a:pt x="69" y="1"/>
                      <a:pt x="66" y="0"/>
                    </a:cubicBezTo>
                    <a:cubicBezTo>
                      <a:pt x="58" y="7"/>
                      <a:pt x="58" y="7"/>
                      <a:pt x="58" y="7"/>
                    </a:cubicBezTo>
                    <a:cubicBezTo>
                      <a:pt x="52" y="0"/>
                      <a:pt x="52" y="0"/>
                      <a:pt x="52" y="0"/>
                    </a:cubicBezTo>
                    <a:cubicBezTo>
                      <a:pt x="51" y="0"/>
                      <a:pt x="51" y="0"/>
                      <a:pt x="51" y="0"/>
                    </a:cubicBezTo>
                    <a:cubicBezTo>
                      <a:pt x="48" y="1"/>
                      <a:pt x="44" y="2"/>
                      <a:pt x="41" y="5"/>
                    </a:cubicBezTo>
                    <a:cubicBezTo>
                      <a:pt x="40" y="5"/>
                      <a:pt x="40" y="5"/>
                      <a:pt x="39" y="5"/>
                    </a:cubicBezTo>
                    <a:cubicBezTo>
                      <a:pt x="28" y="12"/>
                      <a:pt x="0" y="29"/>
                      <a:pt x="3" y="64"/>
                    </a:cubicBezTo>
                    <a:lnTo>
                      <a:pt x="25" y="64"/>
                    </a:lnTo>
                    <a:close/>
                    <a:moveTo>
                      <a:pt x="25" y="64"/>
                    </a:moveTo>
                    <a:cubicBezTo>
                      <a:pt x="25" y="64"/>
                      <a:pt x="25" y="64"/>
                      <a:pt x="25" y="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Rectangle 21"/>
              <p:cNvSpPr>
                <a:spLocks noChangeArrowheads="1"/>
              </p:cNvSpPr>
              <p:nvPr/>
            </p:nvSpPr>
            <p:spPr bwMode="auto">
              <a:xfrm>
                <a:off x="3681413" y="4222750"/>
                <a:ext cx="542925" cy="66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22"/>
              <p:cNvSpPr>
                <a:spLocks noEditPoints="1"/>
              </p:cNvSpPr>
              <p:nvPr/>
            </p:nvSpPr>
            <p:spPr bwMode="auto">
              <a:xfrm>
                <a:off x="3795713" y="3709988"/>
                <a:ext cx="177800" cy="179387"/>
              </a:xfrm>
              <a:custGeom>
                <a:avLst/>
                <a:gdLst/>
                <a:ahLst/>
                <a:cxnLst>
                  <a:cxn ang="0">
                    <a:pos x="103" y="61"/>
                  </a:cxn>
                  <a:cxn ang="0">
                    <a:pos x="97" y="59"/>
                  </a:cxn>
                  <a:cxn ang="0">
                    <a:pos x="97" y="46"/>
                  </a:cxn>
                  <a:cxn ang="0">
                    <a:pos x="102" y="44"/>
                  </a:cxn>
                  <a:cxn ang="0">
                    <a:pos x="105" y="35"/>
                  </a:cxn>
                  <a:cxn ang="0">
                    <a:pos x="102" y="28"/>
                  </a:cxn>
                  <a:cxn ang="0">
                    <a:pos x="93" y="24"/>
                  </a:cxn>
                  <a:cxn ang="0">
                    <a:pos x="88" y="27"/>
                  </a:cxn>
                  <a:cxn ang="0">
                    <a:pos x="78" y="18"/>
                  </a:cxn>
                  <a:cxn ang="0">
                    <a:pos x="81" y="13"/>
                  </a:cxn>
                  <a:cxn ang="0">
                    <a:pos x="76" y="4"/>
                  </a:cxn>
                  <a:cxn ang="0">
                    <a:pos x="69" y="1"/>
                  </a:cxn>
                  <a:cxn ang="0">
                    <a:pos x="60" y="5"/>
                  </a:cxn>
                  <a:cxn ang="0">
                    <a:pos x="58" y="11"/>
                  </a:cxn>
                  <a:cxn ang="0">
                    <a:pos x="46" y="11"/>
                  </a:cxn>
                  <a:cxn ang="0">
                    <a:pos x="43" y="6"/>
                  </a:cxn>
                  <a:cxn ang="0">
                    <a:pos x="34" y="3"/>
                  </a:cxn>
                  <a:cxn ang="0">
                    <a:pos x="27" y="6"/>
                  </a:cxn>
                  <a:cxn ang="0">
                    <a:pos x="24" y="15"/>
                  </a:cxn>
                  <a:cxn ang="0">
                    <a:pos x="26" y="20"/>
                  </a:cxn>
                  <a:cxn ang="0">
                    <a:pos x="18" y="30"/>
                  </a:cxn>
                  <a:cxn ang="0">
                    <a:pos x="12" y="28"/>
                  </a:cxn>
                  <a:cxn ang="0">
                    <a:pos x="3" y="32"/>
                  </a:cxn>
                  <a:cxn ang="0">
                    <a:pos x="1" y="39"/>
                  </a:cxn>
                  <a:cxn ang="0">
                    <a:pos x="1" y="44"/>
                  </a:cxn>
                  <a:cxn ang="0">
                    <a:pos x="5" y="48"/>
                  </a:cxn>
                  <a:cxn ang="0">
                    <a:pos x="10" y="50"/>
                  </a:cxn>
                  <a:cxn ang="0">
                    <a:pos x="11" y="62"/>
                  </a:cxn>
                  <a:cxn ang="0">
                    <a:pos x="5" y="65"/>
                  </a:cxn>
                  <a:cxn ang="0">
                    <a:pos x="2" y="74"/>
                  </a:cxn>
                  <a:cxn ang="0">
                    <a:pos x="5" y="81"/>
                  </a:cxn>
                  <a:cxn ang="0">
                    <a:pos x="14" y="84"/>
                  </a:cxn>
                  <a:cxn ang="0">
                    <a:pos x="20" y="82"/>
                  </a:cxn>
                  <a:cxn ang="0">
                    <a:pos x="29" y="90"/>
                  </a:cxn>
                  <a:cxn ang="0">
                    <a:pos x="27" y="96"/>
                  </a:cxn>
                  <a:cxn ang="0">
                    <a:pos x="27" y="101"/>
                  </a:cxn>
                  <a:cxn ang="0">
                    <a:pos x="31" y="105"/>
                  </a:cxn>
                  <a:cxn ang="0">
                    <a:pos x="38" y="107"/>
                  </a:cxn>
                  <a:cxn ang="0">
                    <a:pos x="43" y="107"/>
                  </a:cxn>
                  <a:cxn ang="0">
                    <a:pos x="47" y="103"/>
                  </a:cxn>
                  <a:cxn ang="0">
                    <a:pos x="49" y="98"/>
                  </a:cxn>
                  <a:cxn ang="0">
                    <a:pos x="62" y="97"/>
                  </a:cxn>
                  <a:cxn ang="0">
                    <a:pos x="64" y="103"/>
                  </a:cxn>
                  <a:cxn ang="0">
                    <a:pos x="73" y="106"/>
                  </a:cxn>
                  <a:cxn ang="0">
                    <a:pos x="80" y="103"/>
                  </a:cxn>
                  <a:cxn ang="0">
                    <a:pos x="84" y="94"/>
                  </a:cxn>
                  <a:cxn ang="0">
                    <a:pos x="81" y="88"/>
                  </a:cxn>
                  <a:cxn ang="0">
                    <a:pos x="90" y="79"/>
                  </a:cxn>
                  <a:cxn ang="0">
                    <a:pos x="95" y="81"/>
                  </a:cxn>
                  <a:cxn ang="0">
                    <a:pos x="101" y="81"/>
                  </a:cxn>
                  <a:cxn ang="0">
                    <a:pos x="104" y="77"/>
                  </a:cxn>
                  <a:cxn ang="0">
                    <a:pos x="107" y="70"/>
                  </a:cxn>
                  <a:cxn ang="0">
                    <a:pos x="103" y="61"/>
                  </a:cxn>
                  <a:cxn ang="0">
                    <a:pos x="65" y="79"/>
                  </a:cxn>
                  <a:cxn ang="0">
                    <a:pos x="54" y="81"/>
                  </a:cxn>
                  <a:cxn ang="0">
                    <a:pos x="29" y="66"/>
                  </a:cxn>
                  <a:cxn ang="0">
                    <a:pos x="42" y="30"/>
                  </a:cxn>
                  <a:cxn ang="0">
                    <a:pos x="54" y="27"/>
                  </a:cxn>
                  <a:cxn ang="0">
                    <a:pos x="78" y="43"/>
                  </a:cxn>
                  <a:cxn ang="0">
                    <a:pos x="65" y="79"/>
                  </a:cxn>
                  <a:cxn ang="0">
                    <a:pos x="65" y="79"/>
                  </a:cxn>
                  <a:cxn ang="0">
                    <a:pos x="65" y="79"/>
                  </a:cxn>
                </a:cxnLst>
                <a:rect l="0" t="0" r="r" b="b"/>
                <a:pathLst>
                  <a:path w="108" h="108">
                    <a:moveTo>
                      <a:pt x="103" y="61"/>
                    </a:moveTo>
                    <a:cubicBezTo>
                      <a:pt x="97" y="59"/>
                      <a:pt x="97" y="59"/>
                      <a:pt x="97" y="59"/>
                    </a:cubicBezTo>
                    <a:cubicBezTo>
                      <a:pt x="98" y="55"/>
                      <a:pt x="97" y="51"/>
                      <a:pt x="97" y="46"/>
                    </a:cubicBezTo>
                    <a:cubicBezTo>
                      <a:pt x="102" y="44"/>
                      <a:pt x="102" y="44"/>
                      <a:pt x="102" y="44"/>
                    </a:cubicBezTo>
                    <a:cubicBezTo>
                      <a:pt x="106" y="42"/>
                      <a:pt x="107" y="38"/>
                      <a:pt x="105" y="35"/>
                    </a:cubicBezTo>
                    <a:cubicBezTo>
                      <a:pt x="102" y="28"/>
                      <a:pt x="102" y="28"/>
                      <a:pt x="102" y="28"/>
                    </a:cubicBezTo>
                    <a:cubicBezTo>
                      <a:pt x="101" y="24"/>
                      <a:pt x="97" y="23"/>
                      <a:pt x="93" y="24"/>
                    </a:cubicBezTo>
                    <a:cubicBezTo>
                      <a:pt x="88" y="27"/>
                      <a:pt x="88" y="27"/>
                      <a:pt x="88" y="27"/>
                    </a:cubicBezTo>
                    <a:cubicBezTo>
                      <a:pt x="85" y="24"/>
                      <a:pt x="82" y="21"/>
                      <a:pt x="78" y="18"/>
                    </a:cubicBezTo>
                    <a:cubicBezTo>
                      <a:pt x="81" y="13"/>
                      <a:pt x="81" y="13"/>
                      <a:pt x="81" y="13"/>
                    </a:cubicBezTo>
                    <a:cubicBezTo>
                      <a:pt x="82" y="9"/>
                      <a:pt x="80" y="5"/>
                      <a:pt x="76" y="4"/>
                    </a:cubicBezTo>
                    <a:cubicBezTo>
                      <a:pt x="69" y="1"/>
                      <a:pt x="69" y="1"/>
                      <a:pt x="69" y="1"/>
                    </a:cubicBezTo>
                    <a:cubicBezTo>
                      <a:pt x="66" y="0"/>
                      <a:pt x="62" y="2"/>
                      <a:pt x="60" y="5"/>
                    </a:cubicBezTo>
                    <a:cubicBezTo>
                      <a:pt x="58" y="11"/>
                      <a:pt x="58" y="11"/>
                      <a:pt x="58" y="11"/>
                    </a:cubicBezTo>
                    <a:cubicBezTo>
                      <a:pt x="54" y="10"/>
                      <a:pt x="50" y="11"/>
                      <a:pt x="46" y="11"/>
                    </a:cubicBezTo>
                    <a:cubicBezTo>
                      <a:pt x="43" y="6"/>
                      <a:pt x="43" y="6"/>
                      <a:pt x="43" y="6"/>
                    </a:cubicBezTo>
                    <a:cubicBezTo>
                      <a:pt x="42" y="2"/>
                      <a:pt x="38" y="1"/>
                      <a:pt x="34" y="3"/>
                    </a:cubicBezTo>
                    <a:cubicBezTo>
                      <a:pt x="27" y="6"/>
                      <a:pt x="27" y="6"/>
                      <a:pt x="27" y="6"/>
                    </a:cubicBezTo>
                    <a:cubicBezTo>
                      <a:pt x="24" y="7"/>
                      <a:pt x="22" y="11"/>
                      <a:pt x="24" y="15"/>
                    </a:cubicBezTo>
                    <a:cubicBezTo>
                      <a:pt x="26" y="20"/>
                      <a:pt x="26" y="20"/>
                      <a:pt x="26" y="20"/>
                    </a:cubicBezTo>
                    <a:cubicBezTo>
                      <a:pt x="23" y="23"/>
                      <a:pt x="20" y="26"/>
                      <a:pt x="18" y="30"/>
                    </a:cubicBezTo>
                    <a:cubicBezTo>
                      <a:pt x="12" y="28"/>
                      <a:pt x="12" y="28"/>
                      <a:pt x="12" y="28"/>
                    </a:cubicBezTo>
                    <a:cubicBezTo>
                      <a:pt x="9" y="26"/>
                      <a:pt x="4" y="28"/>
                      <a:pt x="3" y="32"/>
                    </a:cubicBezTo>
                    <a:cubicBezTo>
                      <a:pt x="1" y="39"/>
                      <a:pt x="1" y="39"/>
                      <a:pt x="1" y="39"/>
                    </a:cubicBezTo>
                    <a:cubicBezTo>
                      <a:pt x="0" y="41"/>
                      <a:pt x="0" y="42"/>
                      <a:pt x="1" y="44"/>
                    </a:cubicBezTo>
                    <a:cubicBezTo>
                      <a:pt x="2" y="46"/>
                      <a:pt x="3" y="47"/>
                      <a:pt x="5" y="48"/>
                    </a:cubicBezTo>
                    <a:cubicBezTo>
                      <a:pt x="10" y="50"/>
                      <a:pt x="10" y="50"/>
                      <a:pt x="10" y="50"/>
                    </a:cubicBezTo>
                    <a:cubicBezTo>
                      <a:pt x="10" y="54"/>
                      <a:pt x="10" y="58"/>
                      <a:pt x="11" y="62"/>
                    </a:cubicBezTo>
                    <a:cubicBezTo>
                      <a:pt x="5" y="65"/>
                      <a:pt x="5" y="65"/>
                      <a:pt x="5" y="65"/>
                    </a:cubicBezTo>
                    <a:cubicBezTo>
                      <a:pt x="2" y="66"/>
                      <a:pt x="0" y="71"/>
                      <a:pt x="2" y="74"/>
                    </a:cubicBezTo>
                    <a:cubicBezTo>
                      <a:pt x="5" y="81"/>
                      <a:pt x="5" y="81"/>
                      <a:pt x="5" y="81"/>
                    </a:cubicBezTo>
                    <a:cubicBezTo>
                      <a:pt x="7" y="84"/>
                      <a:pt x="11" y="86"/>
                      <a:pt x="14" y="84"/>
                    </a:cubicBezTo>
                    <a:cubicBezTo>
                      <a:pt x="20" y="82"/>
                      <a:pt x="20" y="82"/>
                      <a:pt x="20" y="82"/>
                    </a:cubicBezTo>
                    <a:cubicBezTo>
                      <a:pt x="22" y="85"/>
                      <a:pt x="26" y="88"/>
                      <a:pt x="29" y="90"/>
                    </a:cubicBezTo>
                    <a:cubicBezTo>
                      <a:pt x="27" y="96"/>
                      <a:pt x="27" y="96"/>
                      <a:pt x="27" y="96"/>
                    </a:cubicBezTo>
                    <a:cubicBezTo>
                      <a:pt x="26" y="98"/>
                      <a:pt x="26" y="100"/>
                      <a:pt x="27" y="101"/>
                    </a:cubicBezTo>
                    <a:cubicBezTo>
                      <a:pt x="28" y="103"/>
                      <a:pt x="29" y="104"/>
                      <a:pt x="31" y="105"/>
                    </a:cubicBezTo>
                    <a:cubicBezTo>
                      <a:pt x="38" y="107"/>
                      <a:pt x="38" y="107"/>
                      <a:pt x="38" y="107"/>
                    </a:cubicBezTo>
                    <a:cubicBezTo>
                      <a:pt x="40" y="108"/>
                      <a:pt x="42" y="108"/>
                      <a:pt x="43" y="107"/>
                    </a:cubicBezTo>
                    <a:cubicBezTo>
                      <a:pt x="45" y="107"/>
                      <a:pt x="46" y="105"/>
                      <a:pt x="47" y="103"/>
                    </a:cubicBezTo>
                    <a:cubicBezTo>
                      <a:pt x="49" y="98"/>
                      <a:pt x="49" y="98"/>
                      <a:pt x="49" y="98"/>
                    </a:cubicBezTo>
                    <a:cubicBezTo>
                      <a:pt x="53" y="98"/>
                      <a:pt x="57" y="98"/>
                      <a:pt x="62" y="97"/>
                    </a:cubicBezTo>
                    <a:cubicBezTo>
                      <a:pt x="64" y="103"/>
                      <a:pt x="64" y="103"/>
                      <a:pt x="64" y="103"/>
                    </a:cubicBezTo>
                    <a:cubicBezTo>
                      <a:pt x="66" y="106"/>
                      <a:pt x="70" y="108"/>
                      <a:pt x="73" y="106"/>
                    </a:cubicBezTo>
                    <a:cubicBezTo>
                      <a:pt x="80" y="103"/>
                      <a:pt x="80" y="103"/>
                      <a:pt x="80" y="103"/>
                    </a:cubicBezTo>
                    <a:cubicBezTo>
                      <a:pt x="84" y="101"/>
                      <a:pt x="85" y="97"/>
                      <a:pt x="84" y="94"/>
                    </a:cubicBezTo>
                    <a:cubicBezTo>
                      <a:pt x="81" y="88"/>
                      <a:pt x="81" y="88"/>
                      <a:pt x="81" y="88"/>
                    </a:cubicBezTo>
                    <a:cubicBezTo>
                      <a:pt x="84" y="86"/>
                      <a:pt x="87" y="82"/>
                      <a:pt x="90" y="79"/>
                    </a:cubicBezTo>
                    <a:cubicBezTo>
                      <a:pt x="95" y="81"/>
                      <a:pt x="95" y="81"/>
                      <a:pt x="95" y="81"/>
                    </a:cubicBezTo>
                    <a:cubicBezTo>
                      <a:pt x="97" y="82"/>
                      <a:pt x="99" y="82"/>
                      <a:pt x="101" y="81"/>
                    </a:cubicBezTo>
                    <a:cubicBezTo>
                      <a:pt x="102" y="80"/>
                      <a:pt x="104" y="79"/>
                      <a:pt x="104" y="77"/>
                    </a:cubicBezTo>
                    <a:cubicBezTo>
                      <a:pt x="107" y="70"/>
                      <a:pt x="107" y="70"/>
                      <a:pt x="107" y="70"/>
                    </a:cubicBezTo>
                    <a:cubicBezTo>
                      <a:pt x="108" y="66"/>
                      <a:pt x="106" y="62"/>
                      <a:pt x="103" y="61"/>
                    </a:cubicBezTo>
                    <a:close/>
                    <a:moveTo>
                      <a:pt x="65" y="79"/>
                    </a:moveTo>
                    <a:cubicBezTo>
                      <a:pt x="61" y="81"/>
                      <a:pt x="58" y="81"/>
                      <a:pt x="54" y="81"/>
                    </a:cubicBezTo>
                    <a:cubicBezTo>
                      <a:pt x="43" y="81"/>
                      <a:pt x="33" y="75"/>
                      <a:pt x="29" y="66"/>
                    </a:cubicBezTo>
                    <a:cubicBezTo>
                      <a:pt x="23" y="52"/>
                      <a:pt x="29" y="36"/>
                      <a:pt x="42" y="30"/>
                    </a:cubicBezTo>
                    <a:cubicBezTo>
                      <a:pt x="46" y="28"/>
                      <a:pt x="50" y="27"/>
                      <a:pt x="54" y="27"/>
                    </a:cubicBezTo>
                    <a:cubicBezTo>
                      <a:pt x="64" y="27"/>
                      <a:pt x="74" y="33"/>
                      <a:pt x="78" y="43"/>
                    </a:cubicBezTo>
                    <a:cubicBezTo>
                      <a:pt x="85" y="57"/>
                      <a:pt x="79" y="73"/>
                      <a:pt x="65" y="79"/>
                    </a:cubicBezTo>
                    <a:close/>
                    <a:moveTo>
                      <a:pt x="65" y="79"/>
                    </a:moveTo>
                    <a:cubicBezTo>
                      <a:pt x="65" y="79"/>
                      <a:pt x="65" y="79"/>
                      <a:pt x="65" y="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childTnLst>
                          </p:cTn>
                        </p:par>
                        <p:par>
                          <p:cTn id="10" fill="hold">
                            <p:stCondLst>
                              <p:cond delay="500"/>
                            </p:stCondLst>
                            <p:childTnLst>
                              <p:par>
                                <p:cTn id="11" presetID="20"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edge">
                                      <p:cBhvr>
                                        <p:cTn id="13" dur="2000"/>
                                        <p:tgtEl>
                                          <p:spTgt spid="3"/>
                                        </p:tgtEl>
                                      </p:cBhvr>
                                    </p:animEffect>
                                  </p:childTnLst>
                                </p:cTn>
                              </p:par>
                            </p:childTnLst>
                          </p:cTn>
                        </p:par>
                        <p:par>
                          <p:cTn id="14" fill="hold">
                            <p:stCondLst>
                              <p:cond delay="2500"/>
                            </p:stCondLst>
                            <p:childTnLst>
                              <p:par>
                                <p:cTn id="15" presetID="53" presetClass="entr" presetSubtype="0"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childTnLst>
                          </p:cTn>
                        </p:par>
                        <p:par>
                          <p:cTn id="20" fill="hold">
                            <p:stCondLst>
                              <p:cond delay="3000"/>
                            </p:stCondLst>
                            <p:childTnLst>
                              <p:par>
                                <p:cTn id="21" presetID="22" presetClass="entr" presetSubtype="2"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right)">
                                      <p:cBhvr>
                                        <p:cTn id="23" dur="500"/>
                                        <p:tgtEl>
                                          <p:spTgt spid="10"/>
                                        </p:tgtEl>
                                      </p:cBhvr>
                                    </p:animEffect>
                                  </p:childTnLst>
                                </p:cTn>
                              </p:par>
                            </p:childTnLst>
                          </p:cTn>
                        </p:par>
                        <p:par>
                          <p:cTn id="24" fill="hold">
                            <p:stCondLst>
                              <p:cond delay="3500"/>
                            </p:stCondLst>
                            <p:childTnLst>
                              <p:par>
                                <p:cTn id="25" presetID="53"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p:cTn id="27" dur="500" fill="hold"/>
                                        <p:tgtEl>
                                          <p:spTgt spid="7"/>
                                        </p:tgtEl>
                                        <p:attrNameLst>
                                          <p:attrName>ppt_w</p:attrName>
                                        </p:attrNameLst>
                                      </p:cBhvr>
                                      <p:tavLst>
                                        <p:tav tm="0">
                                          <p:val>
                                            <p:fltVal val="0"/>
                                          </p:val>
                                        </p:tav>
                                        <p:tav tm="100000">
                                          <p:val>
                                            <p:strVal val="#ppt_w"/>
                                          </p:val>
                                        </p:tav>
                                      </p:tavLst>
                                    </p:anim>
                                    <p:anim calcmode="lin" valueType="num">
                                      <p:cBhvr>
                                        <p:cTn id="28" dur="500" fill="hold"/>
                                        <p:tgtEl>
                                          <p:spTgt spid="7"/>
                                        </p:tgtEl>
                                        <p:attrNameLst>
                                          <p:attrName>ppt_h</p:attrName>
                                        </p:attrNameLst>
                                      </p:cBhvr>
                                      <p:tavLst>
                                        <p:tav tm="0">
                                          <p:val>
                                            <p:fltVal val="0"/>
                                          </p:val>
                                        </p:tav>
                                        <p:tav tm="100000">
                                          <p:val>
                                            <p:strVal val="#ppt_h"/>
                                          </p:val>
                                        </p:tav>
                                      </p:tavLst>
                                    </p:anim>
                                    <p:animEffect transition="in" filter="fade">
                                      <p:cBhvr>
                                        <p:cTn id="29" dur="500"/>
                                        <p:tgtEl>
                                          <p:spTgt spid="7"/>
                                        </p:tgtEl>
                                      </p:cBhvr>
                                    </p:animEffect>
                                  </p:childTnLst>
                                </p:cTn>
                              </p:par>
                            </p:childTnLst>
                          </p:cTn>
                        </p:par>
                        <p:par>
                          <p:cTn id="30" fill="hold">
                            <p:stCondLst>
                              <p:cond delay="4000"/>
                            </p:stCondLst>
                            <p:childTnLst>
                              <p:par>
                                <p:cTn id="31" presetID="22" presetClass="entr" presetSubtype="8" fill="hold" nodeType="after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wipe(left)">
                                      <p:cBhvr>
                                        <p:cTn id="33" dur="500"/>
                                        <p:tgtEl>
                                          <p:spTgt spid="11"/>
                                        </p:tgtEl>
                                      </p:cBhvr>
                                    </p:animEffect>
                                  </p:childTnLst>
                                </p:cTn>
                              </p:par>
                            </p:childTnLst>
                          </p:cTn>
                        </p:par>
                        <p:par>
                          <p:cTn id="34" fill="hold">
                            <p:stCondLst>
                              <p:cond delay="4500"/>
                            </p:stCondLst>
                            <p:childTnLst>
                              <p:par>
                                <p:cTn id="35" presetID="53" presetClass="entr" presetSubtype="0"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Effect transition="in" filter="fade">
                                      <p:cBhvr>
                                        <p:cTn id="39" dur="500"/>
                                        <p:tgtEl>
                                          <p:spTgt spid="8"/>
                                        </p:tgtEl>
                                      </p:cBhvr>
                                    </p:animEffect>
                                  </p:childTnLst>
                                </p:cTn>
                              </p:par>
                            </p:childTnLst>
                          </p:cTn>
                        </p:par>
                        <p:par>
                          <p:cTn id="40" fill="hold">
                            <p:stCondLst>
                              <p:cond delay="5000"/>
                            </p:stCondLst>
                            <p:childTnLst>
                              <p:par>
                                <p:cTn id="41" presetID="22" presetClass="entr" presetSubtype="8"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ipe(left)">
                                      <p:cBhvr>
                                        <p:cTn id="43" dur="500"/>
                                        <p:tgtEl>
                                          <p:spTgt spid="13"/>
                                        </p:tgtEl>
                                      </p:cBhvr>
                                    </p:animEffect>
                                  </p:childTnLst>
                                </p:cTn>
                              </p:par>
                            </p:childTnLst>
                          </p:cTn>
                        </p:par>
                        <p:par>
                          <p:cTn id="44" fill="hold">
                            <p:stCondLst>
                              <p:cond delay="5500"/>
                            </p:stCondLst>
                            <p:childTnLst>
                              <p:par>
                                <p:cTn id="45" presetID="53" presetClass="entr" presetSubtype="0"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p:cTn id="47" dur="500" fill="hold"/>
                                        <p:tgtEl>
                                          <p:spTgt spid="9"/>
                                        </p:tgtEl>
                                        <p:attrNameLst>
                                          <p:attrName>ppt_w</p:attrName>
                                        </p:attrNameLst>
                                      </p:cBhvr>
                                      <p:tavLst>
                                        <p:tav tm="0">
                                          <p:val>
                                            <p:fltVal val="0"/>
                                          </p:val>
                                        </p:tav>
                                        <p:tav tm="100000">
                                          <p:val>
                                            <p:strVal val="#ppt_w"/>
                                          </p:val>
                                        </p:tav>
                                      </p:tavLst>
                                    </p:anim>
                                    <p:anim calcmode="lin" valueType="num">
                                      <p:cBhvr>
                                        <p:cTn id="48" dur="500" fill="hold"/>
                                        <p:tgtEl>
                                          <p:spTgt spid="9"/>
                                        </p:tgtEl>
                                        <p:attrNameLst>
                                          <p:attrName>ppt_h</p:attrName>
                                        </p:attrNameLst>
                                      </p:cBhvr>
                                      <p:tavLst>
                                        <p:tav tm="0">
                                          <p:val>
                                            <p:fltVal val="0"/>
                                          </p:val>
                                        </p:tav>
                                        <p:tav tm="100000">
                                          <p:val>
                                            <p:strVal val="#ppt_h"/>
                                          </p:val>
                                        </p:tav>
                                      </p:tavLst>
                                    </p:anim>
                                    <p:animEffect transition="in" filter="fade">
                                      <p:cBhvr>
                                        <p:cTn id="49" dur="500"/>
                                        <p:tgtEl>
                                          <p:spTgt spid="9"/>
                                        </p:tgtEl>
                                      </p:cBhvr>
                                    </p:animEffect>
                                  </p:childTnLst>
                                </p:cTn>
                              </p:par>
                            </p:childTnLst>
                          </p:cTn>
                        </p:par>
                        <p:par>
                          <p:cTn id="50" fill="hold">
                            <p:stCondLst>
                              <p:cond delay="6000"/>
                            </p:stCondLst>
                            <p:childTnLst>
                              <p:par>
                                <p:cTn id="51" presetID="22" presetClass="entr" presetSubtype="2" fill="hold" nodeType="after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wipe(right)">
                                      <p:cBhvr>
                                        <p:cTn id="5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Basic Blocks Lists</a:t>
            </a:r>
            <a:endParaRPr lang="en-US" dirty="0"/>
          </a:p>
        </p:txBody>
      </p:sp>
      <p:sp>
        <p:nvSpPr>
          <p:cNvPr id="37" name="Text Placeholder 36"/>
          <p:cNvSpPr>
            <a:spLocks noGrp="1"/>
          </p:cNvSpPr>
          <p:nvPr>
            <p:ph type="body" sz="half" idx="2"/>
          </p:nvPr>
        </p:nvSpPr>
        <p:spPr/>
        <p:txBody>
          <a:bodyPr/>
          <a:lstStyle/>
          <a:p>
            <a:r>
              <a:rPr lang="en-US"/>
              <a:t>Basic Blocks Lists</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198</a:t>
            </a:fld>
            <a:endParaRPr lang="en-US" dirty="0"/>
          </a:p>
        </p:txBody>
      </p:sp>
      <p:sp>
        <p:nvSpPr>
          <p:cNvPr id="68" name="Freeform 67"/>
          <p:cNvSpPr/>
          <p:nvPr/>
        </p:nvSpPr>
        <p:spPr>
          <a:xfrm>
            <a:off x="769938" y="1388797"/>
            <a:ext cx="849852" cy="1214073"/>
          </a:xfrm>
          <a:custGeom>
            <a:avLst/>
            <a:gdLst>
              <a:gd name="connsiteX0" fmla="*/ 0 w 1214072"/>
              <a:gd name="connsiteY0" fmla="*/ 0 h 849850"/>
              <a:gd name="connsiteX1" fmla="*/ 789147 w 1214072"/>
              <a:gd name="connsiteY1" fmla="*/ 0 h 849850"/>
              <a:gd name="connsiteX2" fmla="*/ 1214072 w 1214072"/>
              <a:gd name="connsiteY2" fmla="*/ 424925 h 849850"/>
              <a:gd name="connsiteX3" fmla="*/ 789147 w 1214072"/>
              <a:gd name="connsiteY3" fmla="*/ 849850 h 849850"/>
              <a:gd name="connsiteX4" fmla="*/ 0 w 1214072"/>
              <a:gd name="connsiteY4" fmla="*/ 849850 h 849850"/>
              <a:gd name="connsiteX5" fmla="*/ 424925 w 1214072"/>
              <a:gd name="connsiteY5" fmla="*/ 424925 h 849850"/>
              <a:gd name="connsiteX6" fmla="*/ 0 w 1214072"/>
              <a:gd name="connsiteY6" fmla="*/ 0 h 8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72" h="849850">
                <a:moveTo>
                  <a:pt x="1214071" y="0"/>
                </a:moveTo>
                <a:lnTo>
                  <a:pt x="1214071" y="552403"/>
                </a:lnTo>
                <a:lnTo>
                  <a:pt x="607036" y="849850"/>
                </a:lnTo>
                <a:lnTo>
                  <a:pt x="1" y="552403"/>
                </a:lnTo>
                <a:lnTo>
                  <a:pt x="1" y="0"/>
                </a:lnTo>
                <a:lnTo>
                  <a:pt x="607036" y="297447"/>
                </a:lnTo>
                <a:lnTo>
                  <a:pt x="1214071" y="0"/>
                </a:lnTo>
                <a:close/>
              </a:path>
            </a:pathLst>
          </a:custGeom>
          <a:solidFill>
            <a:schemeClr val="accent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606" tIns="548640" rIns="14606" bIns="439530" numCol="1" spcCol="1270" anchor="ctr" anchorCtr="0">
            <a:noAutofit/>
          </a:bodyPr>
          <a:lstStyle/>
          <a:p>
            <a:pPr lvl="0" algn="ctr" defTabSz="1022350">
              <a:lnSpc>
                <a:spcPct val="90000"/>
              </a:lnSpc>
              <a:spcBef>
                <a:spcPct val="0"/>
              </a:spcBef>
              <a:spcAft>
                <a:spcPct val="35000"/>
              </a:spcAft>
            </a:pPr>
            <a:r>
              <a:rPr lang="en-US" sz="2300" b="1" dirty="0"/>
              <a:t>01</a:t>
            </a:r>
            <a:endParaRPr lang="en-US" sz="2300" b="1" kern="1200" dirty="0"/>
          </a:p>
        </p:txBody>
      </p:sp>
      <p:sp>
        <p:nvSpPr>
          <p:cNvPr id="69" name="Freeform 68"/>
          <p:cNvSpPr/>
          <p:nvPr/>
        </p:nvSpPr>
        <p:spPr>
          <a:xfrm>
            <a:off x="1619786" y="1388799"/>
            <a:ext cx="2418813" cy="789147"/>
          </a:xfrm>
          <a:custGeom>
            <a:avLst/>
            <a:gdLst>
              <a:gd name="connsiteX0" fmla="*/ 131527 w 789146"/>
              <a:gd name="connsiteY0" fmla="*/ 0 h 2110763"/>
              <a:gd name="connsiteX1" fmla="*/ 657619 w 789146"/>
              <a:gd name="connsiteY1" fmla="*/ 0 h 2110763"/>
              <a:gd name="connsiteX2" fmla="*/ 750623 w 789146"/>
              <a:gd name="connsiteY2" fmla="*/ 38524 h 2110763"/>
              <a:gd name="connsiteX3" fmla="*/ 789146 w 789146"/>
              <a:gd name="connsiteY3" fmla="*/ 131528 h 2110763"/>
              <a:gd name="connsiteX4" fmla="*/ 789146 w 789146"/>
              <a:gd name="connsiteY4" fmla="*/ 2110763 h 2110763"/>
              <a:gd name="connsiteX5" fmla="*/ 789146 w 789146"/>
              <a:gd name="connsiteY5" fmla="*/ 2110763 h 2110763"/>
              <a:gd name="connsiteX6" fmla="*/ 789146 w 789146"/>
              <a:gd name="connsiteY6" fmla="*/ 2110763 h 2110763"/>
              <a:gd name="connsiteX7" fmla="*/ 0 w 789146"/>
              <a:gd name="connsiteY7" fmla="*/ 2110763 h 2110763"/>
              <a:gd name="connsiteX8" fmla="*/ 0 w 789146"/>
              <a:gd name="connsiteY8" fmla="*/ 2110763 h 2110763"/>
              <a:gd name="connsiteX9" fmla="*/ 0 w 789146"/>
              <a:gd name="connsiteY9" fmla="*/ 2110763 h 2110763"/>
              <a:gd name="connsiteX10" fmla="*/ 0 w 789146"/>
              <a:gd name="connsiteY10" fmla="*/ 131527 h 2110763"/>
              <a:gd name="connsiteX11" fmla="*/ 38524 w 789146"/>
              <a:gd name="connsiteY11" fmla="*/ 38523 h 2110763"/>
              <a:gd name="connsiteX12" fmla="*/ 131528 w 789146"/>
              <a:gd name="connsiteY12" fmla="*/ 0 h 2110763"/>
              <a:gd name="connsiteX13" fmla="*/ 131527 w 789146"/>
              <a:gd name="connsiteY13" fmla="*/ 0 h 2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146" h="2110763">
                <a:moveTo>
                  <a:pt x="789146" y="351802"/>
                </a:moveTo>
                <a:lnTo>
                  <a:pt x="789146" y="1758961"/>
                </a:lnTo>
                <a:cubicBezTo>
                  <a:pt x="789146" y="1852264"/>
                  <a:pt x="783965" y="1941748"/>
                  <a:pt x="774743" y="2007723"/>
                </a:cubicBezTo>
                <a:cubicBezTo>
                  <a:pt x="765521" y="2073698"/>
                  <a:pt x="753013" y="2110762"/>
                  <a:pt x="739972" y="2110762"/>
                </a:cubicBezTo>
                <a:lnTo>
                  <a:pt x="0" y="2110762"/>
                </a:lnTo>
                <a:lnTo>
                  <a:pt x="0" y="2110762"/>
                </a:lnTo>
                <a:lnTo>
                  <a:pt x="0" y="2110762"/>
                </a:lnTo>
                <a:lnTo>
                  <a:pt x="0" y="1"/>
                </a:lnTo>
                <a:lnTo>
                  <a:pt x="0" y="1"/>
                </a:lnTo>
                <a:lnTo>
                  <a:pt x="0" y="1"/>
                </a:lnTo>
                <a:lnTo>
                  <a:pt x="739972" y="1"/>
                </a:lnTo>
                <a:cubicBezTo>
                  <a:pt x="753014" y="1"/>
                  <a:pt x="765522" y="37065"/>
                  <a:pt x="774743" y="103043"/>
                </a:cubicBezTo>
                <a:cubicBezTo>
                  <a:pt x="783965" y="169018"/>
                  <a:pt x="789146" y="258502"/>
                  <a:pt x="789146" y="351805"/>
                </a:cubicBezTo>
                <a:lnTo>
                  <a:pt x="789146" y="351802"/>
                </a:lnTo>
                <a:close/>
              </a:path>
            </a:pathLst>
          </a:custGeom>
          <a:solidFill>
            <a:schemeClr val="tx1">
              <a:lumMod val="10000"/>
              <a:lumOff val="90000"/>
              <a:alpha val="90000"/>
            </a:schemeClr>
          </a:solidFill>
          <a:ln>
            <a:noFill/>
          </a:ln>
          <a:effectLst>
            <a:outerShdw blurRad="50800" dist="38100" algn="l" rotWithShape="0">
              <a:prstClr val="black">
                <a:alpha val="4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56465" tIns="52493" rIns="52493" bIns="52494" numCol="1" spcCol="1270" anchor="ctr" anchorCtr="0">
            <a:noAutofit/>
          </a:bodyPr>
          <a:lstStyle/>
          <a:p>
            <a:pPr marL="228600" lvl="1" indent="-228600" algn="l" defTabSz="977900">
              <a:lnSpc>
                <a:spcPct val="90000"/>
              </a:lnSpc>
              <a:spcBef>
                <a:spcPct val="0"/>
              </a:spcBef>
              <a:spcAft>
                <a:spcPct val="15000"/>
              </a:spcAft>
              <a:buChar char="••"/>
            </a:pPr>
            <a:endParaRPr lang="en-US" sz="2200" kern="1200" dirty="0"/>
          </a:p>
          <a:p>
            <a:pPr marL="228600" lvl="1" indent="-228600" algn="l" defTabSz="977900">
              <a:lnSpc>
                <a:spcPct val="90000"/>
              </a:lnSpc>
              <a:spcBef>
                <a:spcPct val="0"/>
              </a:spcBef>
              <a:spcAft>
                <a:spcPct val="15000"/>
              </a:spcAft>
              <a:buChar char="••"/>
            </a:pPr>
            <a:endParaRPr lang="en-US" sz="2200" kern="1200" dirty="0"/>
          </a:p>
        </p:txBody>
      </p:sp>
      <p:sp>
        <p:nvSpPr>
          <p:cNvPr id="70" name="Freeform 69"/>
          <p:cNvSpPr/>
          <p:nvPr/>
        </p:nvSpPr>
        <p:spPr>
          <a:xfrm>
            <a:off x="769938" y="2402252"/>
            <a:ext cx="849852" cy="1214072"/>
          </a:xfrm>
          <a:custGeom>
            <a:avLst/>
            <a:gdLst>
              <a:gd name="connsiteX0" fmla="*/ 0 w 1214072"/>
              <a:gd name="connsiteY0" fmla="*/ 0 h 849850"/>
              <a:gd name="connsiteX1" fmla="*/ 789147 w 1214072"/>
              <a:gd name="connsiteY1" fmla="*/ 0 h 849850"/>
              <a:gd name="connsiteX2" fmla="*/ 1214072 w 1214072"/>
              <a:gd name="connsiteY2" fmla="*/ 424925 h 849850"/>
              <a:gd name="connsiteX3" fmla="*/ 789147 w 1214072"/>
              <a:gd name="connsiteY3" fmla="*/ 849850 h 849850"/>
              <a:gd name="connsiteX4" fmla="*/ 0 w 1214072"/>
              <a:gd name="connsiteY4" fmla="*/ 849850 h 849850"/>
              <a:gd name="connsiteX5" fmla="*/ 424925 w 1214072"/>
              <a:gd name="connsiteY5" fmla="*/ 424925 h 849850"/>
              <a:gd name="connsiteX6" fmla="*/ 0 w 1214072"/>
              <a:gd name="connsiteY6" fmla="*/ 0 h 8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72" h="849850">
                <a:moveTo>
                  <a:pt x="1214071" y="0"/>
                </a:moveTo>
                <a:lnTo>
                  <a:pt x="1214071" y="552403"/>
                </a:lnTo>
                <a:lnTo>
                  <a:pt x="607036" y="849850"/>
                </a:lnTo>
                <a:lnTo>
                  <a:pt x="1" y="552403"/>
                </a:lnTo>
                <a:lnTo>
                  <a:pt x="1" y="0"/>
                </a:lnTo>
                <a:lnTo>
                  <a:pt x="607036" y="297447"/>
                </a:lnTo>
                <a:lnTo>
                  <a:pt x="1214071" y="0"/>
                </a:lnTo>
                <a:close/>
              </a:path>
            </a:pathLst>
          </a:custGeom>
          <a:solidFill>
            <a:schemeClr val="accent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606" tIns="548640" rIns="14606" bIns="439530" numCol="1" spcCol="1270" anchor="ctr" anchorCtr="0">
            <a:noAutofit/>
          </a:bodyPr>
          <a:lstStyle/>
          <a:p>
            <a:pPr lvl="0" algn="ctr" defTabSz="1022350">
              <a:lnSpc>
                <a:spcPct val="90000"/>
              </a:lnSpc>
              <a:spcBef>
                <a:spcPct val="0"/>
              </a:spcBef>
              <a:spcAft>
                <a:spcPct val="35000"/>
              </a:spcAft>
            </a:pPr>
            <a:r>
              <a:rPr lang="en-US" sz="2300" b="1" kern="1200" dirty="0"/>
              <a:t>02</a:t>
            </a:r>
          </a:p>
        </p:txBody>
      </p:sp>
      <p:sp>
        <p:nvSpPr>
          <p:cNvPr id="71" name="Freeform 70"/>
          <p:cNvSpPr/>
          <p:nvPr/>
        </p:nvSpPr>
        <p:spPr>
          <a:xfrm>
            <a:off x="1619786" y="2402252"/>
            <a:ext cx="2418813" cy="789147"/>
          </a:xfrm>
          <a:custGeom>
            <a:avLst/>
            <a:gdLst>
              <a:gd name="connsiteX0" fmla="*/ 131527 w 789146"/>
              <a:gd name="connsiteY0" fmla="*/ 0 h 2110763"/>
              <a:gd name="connsiteX1" fmla="*/ 657619 w 789146"/>
              <a:gd name="connsiteY1" fmla="*/ 0 h 2110763"/>
              <a:gd name="connsiteX2" fmla="*/ 750623 w 789146"/>
              <a:gd name="connsiteY2" fmla="*/ 38524 h 2110763"/>
              <a:gd name="connsiteX3" fmla="*/ 789146 w 789146"/>
              <a:gd name="connsiteY3" fmla="*/ 131528 h 2110763"/>
              <a:gd name="connsiteX4" fmla="*/ 789146 w 789146"/>
              <a:gd name="connsiteY4" fmla="*/ 2110763 h 2110763"/>
              <a:gd name="connsiteX5" fmla="*/ 789146 w 789146"/>
              <a:gd name="connsiteY5" fmla="*/ 2110763 h 2110763"/>
              <a:gd name="connsiteX6" fmla="*/ 789146 w 789146"/>
              <a:gd name="connsiteY6" fmla="*/ 2110763 h 2110763"/>
              <a:gd name="connsiteX7" fmla="*/ 0 w 789146"/>
              <a:gd name="connsiteY7" fmla="*/ 2110763 h 2110763"/>
              <a:gd name="connsiteX8" fmla="*/ 0 w 789146"/>
              <a:gd name="connsiteY8" fmla="*/ 2110763 h 2110763"/>
              <a:gd name="connsiteX9" fmla="*/ 0 w 789146"/>
              <a:gd name="connsiteY9" fmla="*/ 2110763 h 2110763"/>
              <a:gd name="connsiteX10" fmla="*/ 0 w 789146"/>
              <a:gd name="connsiteY10" fmla="*/ 131527 h 2110763"/>
              <a:gd name="connsiteX11" fmla="*/ 38524 w 789146"/>
              <a:gd name="connsiteY11" fmla="*/ 38523 h 2110763"/>
              <a:gd name="connsiteX12" fmla="*/ 131528 w 789146"/>
              <a:gd name="connsiteY12" fmla="*/ 0 h 2110763"/>
              <a:gd name="connsiteX13" fmla="*/ 131527 w 789146"/>
              <a:gd name="connsiteY13" fmla="*/ 0 h 2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146" h="2110763">
                <a:moveTo>
                  <a:pt x="789146" y="351802"/>
                </a:moveTo>
                <a:lnTo>
                  <a:pt x="789146" y="1758961"/>
                </a:lnTo>
                <a:cubicBezTo>
                  <a:pt x="789146" y="1852264"/>
                  <a:pt x="783965" y="1941748"/>
                  <a:pt x="774743" y="2007723"/>
                </a:cubicBezTo>
                <a:cubicBezTo>
                  <a:pt x="765521" y="2073698"/>
                  <a:pt x="753013" y="2110762"/>
                  <a:pt x="739972" y="2110762"/>
                </a:cubicBezTo>
                <a:lnTo>
                  <a:pt x="0" y="2110762"/>
                </a:lnTo>
                <a:lnTo>
                  <a:pt x="0" y="2110762"/>
                </a:lnTo>
                <a:lnTo>
                  <a:pt x="0" y="2110762"/>
                </a:lnTo>
                <a:lnTo>
                  <a:pt x="0" y="1"/>
                </a:lnTo>
                <a:lnTo>
                  <a:pt x="0" y="1"/>
                </a:lnTo>
                <a:lnTo>
                  <a:pt x="0" y="1"/>
                </a:lnTo>
                <a:lnTo>
                  <a:pt x="739972" y="1"/>
                </a:lnTo>
                <a:cubicBezTo>
                  <a:pt x="753014" y="1"/>
                  <a:pt x="765522" y="37065"/>
                  <a:pt x="774743" y="103043"/>
                </a:cubicBezTo>
                <a:cubicBezTo>
                  <a:pt x="783965" y="169018"/>
                  <a:pt x="789146" y="258502"/>
                  <a:pt x="789146" y="351805"/>
                </a:cubicBezTo>
                <a:lnTo>
                  <a:pt x="789146" y="351802"/>
                </a:lnTo>
                <a:close/>
              </a:path>
            </a:pathLst>
          </a:custGeom>
          <a:solidFill>
            <a:schemeClr val="tx1">
              <a:lumMod val="10000"/>
              <a:lumOff val="90000"/>
              <a:alpha val="90000"/>
            </a:schemeClr>
          </a:solidFill>
          <a:ln>
            <a:noFill/>
          </a:ln>
          <a:effectLst>
            <a:outerShdw blurRad="50800" dist="38100" algn="l" rotWithShape="0">
              <a:prstClr val="black">
                <a:alpha val="4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56465" tIns="52494" rIns="52493" bIns="52493" numCol="1" spcCol="1270" anchor="ctr" anchorCtr="0">
            <a:noAutofit/>
          </a:bodyPr>
          <a:lstStyle/>
          <a:p>
            <a:pPr marL="228600" lvl="1" indent="-228600" algn="l" defTabSz="977900">
              <a:lnSpc>
                <a:spcPct val="90000"/>
              </a:lnSpc>
              <a:spcBef>
                <a:spcPct val="0"/>
              </a:spcBef>
              <a:spcAft>
                <a:spcPct val="15000"/>
              </a:spcAft>
              <a:buChar char="••"/>
            </a:pPr>
            <a:endParaRPr lang="en-US" sz="2200" kern="1200" dirty="0"/>
          </a:p>
          <a:p>
            <a:pPr marL="228600" lvl="1" indent="-228600" algn="l" defTabSz="977900">
              <a:lnSpc>
                <a:spcPct val="90000"/>
              </a:lnSpc>
              <a:spcBef>
                <a:spcPct val="0"/>
              </a:spcBef>
              <a:spcAft>
                <a:spcPct val="15000"/>
              </a:spcAft>
              <a:buChar char="••"/>
            </a:pPr>
            <a:endParaRPr lang="en-US" sz="2200" kern="1200" dirty="0"/>
          </a:p>
        </p:txBody>
      </p:sp>
      <p:sp>
        <p:nvSpPr>
          <p:cNvPr id="72" name="Freeform 71"/>
          <p:cNvSpPr/>
          <p:nvPr/>
        </p:nvSpPr>
        <p:spPr>
          <a:xfrm>
            <a:off x="769938" y="3415706"/>
            <a:ext cx="849852" cy="1214072"/>
          </a:xfrm>
          <a:custGeom>
            <a:avLst/>
            <a:gdLst>
              <a:gd name="connsiteX0" fmla="*/ 0 w 1214072"/>
              <a:gd name="connsiteY0" fmla="*/ 0 h 849850"/>
              <a:gd name="connsiteX1" fmla="*/ 789147 w 1214072"/>
              <a:gd name="connsiteY1" fmla="*/ 0 h 849850"/>
              <a:gd name="connsiteX2" fmla="*/ 1214072 w 1214072"/>
              <a:gd name="connsiteY2" fmla="*/ 424925 h 849850"/>
              <a:gd name="connsiteX3" fmla="*/ 789147 w 1214072"/>
              <a:gd name="connsiteY3" fmla="*/ 849850 h 849850"/>
              <a:gd name="connsiteX4" fmla="*/ 0 w 1214072"/>
              <a:gd name="connsiteY4" fmla="*/ 849850 h 849850"/>
              <a:gd name="connsiteX5" fmla="*/ 424925 w 1214072"/>
              <a:gd name="connsiteY5" fmla="*/ 424925 h 849850"/>
              <a:gd name="connsiteX6" fmla="*/ 0 w 1214072"/>
              <a:gd name="connsiteY6" fmla="*/ 0 h 8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72" h="849850">
                <a:moveTo>
                  <a:pt x="1214071" y="0"/>
                </a:moveTo>
                <a:lnTo>
                  <a:pt x="1214071" y="552403"/>
                </a:lnTo>
                <a:lnTo>
                  <a:pt x="607036" y="849850"/>
                </a:lnTo>
                <a:lnTo>
                  <a:pt x="1" y="552403"/>
                </a:lnTo>
                <a:lnTo>
                  <a:pt x="1" y="0"/>
                </a:lnTo>
                <a:lnTo>
                  <a:pt x="607036" y="297447"/>
                </a:lnTo>
                <a:lnTo>
                  <a:pt x="1214071" y="0"/>
                </a:lnTo>
                <a:close/>
              </a:path>
            </a:pathLst>
          </a:custGeom>
          <a:solidFill>
            <a:schemeClr val="accent3"/>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606" tIns="548640" rIns="14606" bIns="439530" numCol="1" spcCol="1270" anchor="ctr" anchorCtr="0">
            <a:noAutofit/>
          </a:bodyPr>
          <a:lstStyle/>
          <a:p>
            <a:pPr lvl="0" algn="ctr" defTabSz="1022350">
              <a:lnSpc>
                <a:spcPct val="90000"/>
              </a:lnSpc>
              <a:spcBef>
                <a:spcPct val="0"/>
              </a:spcBef>
              <a:spcAft>
                <a:spcPct val="35000"/>
              </a:spcAft>
            </a:pPr>
            <a:r>
              <a:rPr lang="en-US" sz="2300" b="1" kern="1200" dirty="0"/>
              <a:t>03</a:t>
            </a:r>
          </a:p>
        </p:txBody>
      </p:sp>
      <p:sp>
        <p:nvSpPr>
          <p:cNvPr id="73" name="Freeform 72"/>
          <p:cNvSpPr/>
          <p:nvPr/>
        </p:nvSpPr>
        <p:spPr>
          <a:xfrm>
            <a:off x="1619786" y="3415705"/>
            <a:ext cx="2418813" cy="789147"/>
          </a:xfrm>
          <a:custGeom>
            <a:avLst/>
            <a:gdLst>
              <a:gd name="connsiteX0" fmla="*/ 131527 w 789146"/>
              <a:gd name="connsiteY0" fmla="*/ 0 h 2110763"/>
              <a:gd name="connsiteX1" fmla="*/ 657619 w 789146"/>
              <a:gd name="connsiteY1" fmla="*/ 0 h 2110763"/>
              <a:gd name="connsiteX2" fmla="*/ 750623 w 789146"/>
              <a:gd name="connsiteY2" fmla="*/ 38524 h 2110763"/>
              <a:gd name="connsiteX3" fmla="*/ 789146 w 789146"/>
              <a:gd name="connsiteY3" fmla="*/ 131528 h 2110763"/>
              <a:gd name="connsiteX4" fmla="*/ 789146 w 789146"/>
              <a:gd name="connsiteY4" fmla="*/ 2110763 h 2110763"/>
              <a:gd name="connsiteX5" fmla="*/ 789146 w 789146"/>
              <a:gd name="connsiteY5" fmla="*/ 2110763 h 2110763"/>
              <a:gd name="connsiteX6" fmla="*/ 789146 w 789146"/>
              <a:gd name="connsiteY6" fmla="*/ 2110763 h 2110763"/>
              <a:gd name="connsiteX7" fmla="*/ 0 w 789146"/>
              <a:gd name="connsiteY7" fmla="*/ 2110763 h 2110763"/>
              <a:gd name="connsiteX8" fmla="*/ 0 w 789146"/>
              <a:gd name="connsiteY8" fmla="*/ 2110763 h 2110763"/>
              <a:gd name="connsiteX9" fmla="*/ 0 w 789146"/>
              <a:gd name="connsiteY9" fmla="*/ 2110763 h 2110763"/>
              <a:gd name="connsiteX10" fmla="*/ 0 w 789146"/>
              <a:gd name="connsiteY10" fmla="*/ 131527 h 2110763"/>
              <a:gd name="connsiteX11" fmla="*/ 38524 w 789146"/>
              <a:gd name="connsiteY11" fmla="*/ 38523 h 2110763"/>
              <a:gd name="connsiteX12" fmla="*/ 131528 w 789146"/>
              <a:gd name="connsiteY12" fmla="*/ 0 h 2110763"/>
              <a:gd name="connsiteX13" fmla="*/ 131527 w 789146"/>
              <a:gd name="connsiteY13" fmla="*/ 0 h 2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146" h="2110763">
                <a:moveTo>
                  <a:pt x="789146" y="351802"/>
                </a:moveTo>
                <a:lnTo>
                  <a:pt x="789146" y="1758961"/>
                </a:lnTo>
                <a:cubicBezTo>
                  <a:pt x="789146" y="1852264"/>
                  <a:pt x="783965" y="1941748"/>
                  <a:pt x="774743" y="2007723"/>
                </a:cubicBezTo>
                <a:cubicBezTo>
                  <a:pt x="765521" y="2073698"/>
                  <a:pt x="753013" y="2110762"/>
                  <a:pt x="739972" y="2110762"/>
                </a:cubicBezTo>
                <a:lnTo>
                  <a:pt x="0" y="2110762"/>
                </a:lnTo>
                <a:lnTo>
                  <a:pt x="0" y="2110762"/>
                </a:lnTo>
                <a:lnTo>
                  <a:pt x="0" y="2110762"/>
                </a:lnTo>
                <a:lnTo>
                  <a:pt x="0" y="1"/>
                </a:lnTo>
                <a:lnTo>
                  <a:pt x="0" y="1"/>
                </a:lnTo>
                <a:lnTo>
                  <a:pt x="0" y="1"/>
                </a:lnTo>
                <a:lnTo>
                  <a:pt x="739972" y="1"/>
                </a:lnTo>
                <a:cubicBezTo>
                  <a:pt x="753014" y="1"/>
                  <a:pt x="765522" y="37065"/>
                  <a:pt x="774743" y="103043"/>
                </a:cubicBezTo>
                <a:cubicBezTo>
                  <a:pt x="783965" y="169018"/>
                  <a:pt x="789146" y="258502"/>
                  <a:pt x="789146" y="351805"/>
                </a:cubicBezTo>
                <a:lnTo>
                  <a:pt x="789146" y="351802"/>
                </a:lnTo>
                <a:close/>
              </a:path>
            </a:pathLst>
          </a:custGeom>
          <a:solidFill>
            <a:schemeClr val="tx1">
              <a:lumMod val="10000"/>
              <a:lumOff val="90000"/>
              <a:alpha val="90000"/>
            </a:schemeClr>
          </a:solidFill>
          <a:ln>
            <a:noFill/>
          </a:ln>
          <a:effectLst>
            <a:outerShdw blurRad="50800" dist="38100" algn="l" rotWithShape="0">
              <a:prstClr val="black">
                <a:alpha val="4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56465" tIns="52494" rIns="52493" bIns="52493" numCol="1" spcCol="1270" anchor="ctr" anchorCtr="0">
            <a:noAutofit/>
          </a:bodyPr>
          <a:lstStyle/>
          <a:p>
            <a:pPr marL="228600" lvl="1" indent="-228600" algn="l" defTabSz="977900">
              <a:lnSpc>
                <a:spcPct val="90000"/>
              </a:lnSpc>
              <a:spcBef>
                <a:spcPct val="0"/>
              </a:spcBef>
              <a:spcAft>
                <a:spcPct val="15000"/>
              </a:spcAft>
              <a:buChar char="••"/>
            </a:pPr>
            <a:endParaRPr lang="en-US" sz="2200" kern="1200" dirty="0"/>
          </a:p>
          <a:p>
            <a:pPr marL="228600" lvl="1" indent="-228600" algn="l" defTabSz="977900">
              <a:lnSpc>
                <a:spcPct val="90000"/>
              </a:lnSpc>
              <a:spcBef>
                <a:spcPct val="0"/>
              </a:spcBef>
              <a:spcAft>
                <a:spcPct val="15000"/>
              </a:spcAft>
              <a:buChar char="••"/>
            </a:pPr>
            <a:endParaRPr lang="en-US" sz="2200" kern="1200" dirty="0"/>
          </a:p>
        </p:txBody>
      </p:sp>
      <p:sp>
        <p:nvSpPr>
          <p:cNvPr id="45" name="Freeform 44"/>
          <p:cNvSpPr/>
          <p:nvPr/>
        </p:nvSpPr>
        <p:spPr>
          <a:xfrm flipH="1">
            <a:off x="7524210" y="1388797"/>
            <a:ext cx="849852" cy="1214073"/>
          </a:xfrm>
          <a:custGeom>
            <a:avLst/>
            <a:gdLst>
              <a:gd name="connsiteX0" fmla="*/ 0 w 1214072"/>
              <a:gd name="connsiteY0" fmla="*/ 0 h 849850"/>
              <a:gd name="connsiteX1" fmla="*/ 789147 w 1214072"/>
              <a:gd name="connsiteY1" fmla="*/ 0 h 849850"/>
              <a:gd name="connsiteX2" fmla="*/ 1214072 w 1214072"/>
              <a:gd name="connsiteY2" fmla="*/ 424925 h 849850"/>
              <a:gd name="connsiteX3" fmla="*/ 789147 w 1214072"/>
              <a:gd name="connsiteY3" fmla="*/ 849850 h 849850"/>
              <a:gd name="connsiteX4" fmla="*/ 0 w 1214072"/>
              <a:gd name="connsiteY4" fmla="*/ 849850 h 849850"/>
              <a:gd name="connsiteX5" fmla="*/ 424925 w 1214072"/>
              <a:gd name="connsiteY5" fmla="*/ 424925 h 849850"/>
              <a:gd name="connsiteX6" fmla="*/ 0 w 1214072"/>
              <a:gd name="connsiteY6" fmla="*/ 0 h 8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72" h="849850">
                <a:moveTo>
                  <a:pt x="1214071" y="0"/>
                </a:moveTo>
                <a:lnTo>
                  <a:pt x="1214071" y="552403"/>
                </a:lnTo>
                <a:lnTo>
                  <a:pt x="607036" y="849850"/>
                </a:lnTo>
                <a:lnTo>
                  <a:pt x="1" y="552403"/>
                </a:lnTo>
                <a:lnTo>
                  <a:pt x="1" y="0"/>
                </a:lnTo>
                <a:lnTo>
                  <a:pt x="607036" y="297447"/>
                </a:lnTo>
                <a:lnTo>
                  <a:pt x="1214071" y="0"/>
                </a:lnTo>
                <a:close/>
              </a:path>
            </a:pathLst>
          </a:custGeom>
          <a:solidFill>
            <a:schemeClr val="accent4"/>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606" tIns="548640" rIns="14606" bIns="439530" numCol="1" spcCol="1270" anchor="ctr" anchorCtr="0">
            <a:noAutofit/>
          </a:bodyPr>
          <a:lstStyle/>
          <a:p>
            <a:pPr lvl="0" algn="ctr" defTabSz="1022350">
              <a:lnSpc>
                <a:spcPct val="90000"/>
              </a:lnSpc>
              <a:spcBef>
                <a:spcPct val="0"/>
              </a:spcBef>
              <a:spcAft>
                <a:spcPct val="35000"/>
              </a:spcAft>
            </a:pPr>
            <a:r>
              <a:rPr lang="en-US" sz="2300" b="1" kern="1200" dirty="0"/>
              <a:t>04</a:t>
            </a:r>
          </a:p>
        </p:txBody>
      </p:sp>
      <p:sp>
        <p:nvSpPr>
          <p:cNvPr id="46" name="Freeform 45"/>
          <p:cNvSpPr/>
          <p:nvPr/>
        </p:nvSpPr>
        <p:spPr>
          <a:xfrm flipH="1">
            <a:off x="5105400" y="1388799"/>
            <a:ext cx="2418813" cy="789147"/>
          </a:xfrm>
          <a:custGeom>
            <a:avLst/>
            <a:gdLst>
              <a:gd name="connsiteX0" fmla="*/ 131527 w 789146"/>
              <a:gd name="connsiteY0" fmla="*/ 0 h 2110763"/>
              <a:gd name="connsiteX1" fmla="*/ 657619 w 789146"/>
              <a:gd name="connsiteY1" fmla="*/ 0 h 2110763"/>
              <a:gd name="connsiteX2" fmla="*/ 750623 w 789146"/>
              <a:gd name="connsiteY2" fmla="*/ 38524 h 2110763"/>
              <a:gd name="connsiteX3" fmla="*/ 789146 w 789146"/>
              <a:gd name="connsiteY3" fmla="*/ 131528 h 2110763"/>
              <a:gd name="connsiteX4" fmla="*/ 789146 w 789146"/>
              <a:gd name="connsiteY4" fmla="*/ 2110763 h 2110763"/>
              <a:gd name="connsiteX5" fmla="*/ 789146 w 789146"/>
              <a:gd name="connsiteY5" fmla="*/ 2110763 h 2110763"/>
              <a:gd name="connsiteX6" fmla="*/ 789146 w 789146"/>
              <a:gd name="connsiteY6" fmla="*/ 2110763 h 2110763"/>
              <a:gd name="connsiteX7" fmla="*/ 0 w 789146"/>
              <a:gd name="connsiteY7" fmla="*/ 2110763 h 2110763"/>
              <a:gd name="connsiteX8" fmla="*/ 0 w 789146"/>
              <a:gd name="connsiteY8" fmla="*/ 2110763 h 2110763"/>
              <a:gd name="connsiteX9" fmla="*/ 0 w 789146"/>
              <a:gd name="connsiteY9" fmla="*/ 2110763 h 2110763"/>
              <a:gd name="connsiteX10" fmla="*/ 0 w 789146"/>
              <a:gd name="connsiteY10" fmla="*/ 131527 h 2110763"/>
              <a:gd name="connsiteX11" fmla="*/ 38524 w 789146"/>
              <a:gd name="connsiteY11" fmla="*/ 38523 h 2110763"/>
              <a:gd name="connsiteX12" fmla="*/ 131528 w 789146"/>
              <a:gd name="connsiteY12" fmla="*/ 0 h 2110763"/>
              <a:gd name="connsiteX13" fmla="*/ 131527 w 789146"/>
              <a:gd name="connsiteY13" fmla="*/ 0 h 2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146" h="2110763">
                <a:moveTo>
                  <a:pt x="789146" y="351802"/>
                </a:moveTo>
                <a:lnTo>
                  <a:pt x="789146" y="1758961"/>
                </a:lnTo>
                <a:cubicBezTo>
                  <a:pt x="789146" y="1852264"/>
                  <a:pt x="783965" y="1941748"/>
                  <a:pt x="774743" y="2007723"/>
                </a:cubicBezTo>
                <a:cubicBezTo>
                  <a:pt x="765521" y="2073698"/>
                  <a:pt x="753013" y="2110762"/>
                  <a:pt x="739972" y="2110762"/>
                </a:cubicBezTo>
                <a:lnTo>
                  <a:pt x="0" y="2110762"/>
                </a:lnTo>
                <a:lnTo>
                  <a:pt x="0" y="2110762"/>
                </a:lnTo>
                <a:lnTo>
                  <a:pt x="0" y="2110762"/>
                </a:lnTo>
                <a:lnTo>
                  <a:pt x="0" y="1"/>
                </a:lnTo>
                <a:lnTo>
                  <a:pt x="0" y="1"/>
                </a:lnTo>
                <a:lnTo>
                  <a:pt x="0" y="1"/>
                </a:lnTo>
                <a:lnTo>
                  <a:pt x="739972" y="1"/>
                </a:lnTo>
                <a:cubicBezTo>
                  <a:pt x="753014" y="1"/>
                  <a:pt x="765522" y="37065"/>
                  <a:pt x="774743" y="103043"/>
                </a:cubicBezTo>
                <a:cubicBezTo>
                  <a:pt x="783965" y="169018"/>
                  <a:pt x="789146" y="258502"/>
                  <a:pt x="789146" y="351805"/>
                </a:cubicBezTo>
                <a:lnTo>
                  <a:pt x="789146" y="351802"/>
                </a:lnTo>
                <a:close/>
              </a:path>
            </a:pathLst>
          </a:custGeom>
          <a:solidFill>
            <a:schemeClr val="tx1">
              <a:lumMod val="10000"/>
              <a:lumOff val="90000"/>
              <a:alpha val="90000"/>
            </a:schemeClr>
          </a:solidFill>
          <a:ln>
            <a:noFill/>
          </a:ln>
          <a:effectLst>
            <a:outerShdw blurRad="50800" dist="38100" dir="10800000" algn="r" rotWithShape="0">
              <a:prstClr val="black">
                <a:alpha val="4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56465" tIns="52493" rIns="52493" bIns="52494" numCol="1" spcCol="1270" anchor="ctr" anchorCtr="0">
            <a:noAutofit/>
          </a:bodyPr>
          <a:lstStyle/>
          <a:p>
            <a:pPr marL="228600" lvl="1" indent="-228600" algn="l" defTabSz="977900">
              <a:lnSpc>
                <a:spcPct val="90000"/>
              </a:lnSpc>
              <a:spcBef>
                <a:spcPct val="0"/>
              </a:spcBef>
              <a:spcAft>
                <a:spcPct val="15000"/>
              </a:spcAft>
              <a:buChar char="••"/>
            </a:pPr>
            <a:endParaRPr lang="en-US" sz="2200" kern="1200" dirty="0"/>
          </a:p>
          <a:p>
            <a:pPr marL="228600" lvl="1" indent="-228600" algn="l" defTabSz="977900">
              <a:lnSpc>
                <a:spcPct val="90000"/>
              </a:lnSpc>
              <a:spcBef>
                <a:spcPct val="0"/>
              </a:spcBef>
              <a:spcAft>
                <a:spcPct val="15000"/>
              </a:spcAft>
              <a:buChar char="••"/>
            </a:pPr>
            <a:endParaRPr lang="en-US" sz="2200" kern="1200" dirty="0"/>
          </a:p>
        </p:txBody>
      </p:sp>
      <p:sp>
        <p:nvSpPr>
          <p:cNvPr id="48" name="Freeform 47"/>
          <p:cNvSpPr/>
          <p:nvPr/>
        </p:nvSpPr>
        <p:spPr>
          <a:xfrm flipH="1">
            <a:off x="7524210" y="2402252"/>
            <a:ext cx="849852" cy="1214072"/>
          </a:xfrm>
          <a:custGeom>
            <a:avLst/>
            <a:gdLst>
              <a:gd name="connsiteX0" fmla="*/ 0 w 1214072"/>
              <a:gd name="connsiteY0" fmla="*/ 0 h 849850"/>
              <a:gd name="connsiteX1" fmla="*/ 789147 w 1214072"/>
              <a:gd name="connsiteY1" fmla="*/ 0 h 849850"/>
              <a:gd name="connsiteX2" fmla="*/ 1214072 w 1214072"/>
              <a:gd name="connsiteY2" fmla="*/ 424925 h 849850"/>
              <a:gd name="connsiteX3" fmla="*/ 789147 w 1214072"/>
              <a:gd name="connsiteY3" fmla="*/ 849850 h 849850"/>
              <a:gd name="connsiteX4" fmla="*/ 0 w 1214072"/>
              <a:gd name="connsiteY4" fmla="*/ 849850 h 849850"/>
              <a:gd name="connsiteX5" fmla="*/ 424925 w 1214072"/>
              <a:gd name="connsiteY5" fmla="*/ 424925 h 849850"/>
              <a:gd name="connsiteX6" fmla="*/ 0 w 1214072"/>
              <a:gd name="connsiteY6" fmla="*/ 0 h 8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72" h="849850">
                <a:moveTo>
                  <a:pt x="1214071" y="0"/>
                </a:moveTo>
                <a:lnTo>
                  <a:pt x="1214071" y="552403"/>
                </a:lnTo>
                <a:lnTo>
                  <a:pt x="607036" y="849850"/>
                </a:lnTo>
                <a:lnTo>
                  <a:pt x="1" y="552403"/>
                </a:lnTo>
                <a:lnTo>
                  <a:pt x="1" y="0"/>
                </a:lnTo>
                <a:lnTo>
                  <a:pt x="607036" y="297447"/>
                </a:lnTo>
                <a:lnTo>
                  <a:pt x="1214071" y="0"/>
                </a:lnTo>
                <a:close/>
              </a:path>
            </a:pathLst>
          </a:custGeom>
          <a:solidFill>
            <a:schemeClr val="accent5"/>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606" tIns="548640" rIns="14606" bIns="439530" numCol="1" spcCol="1270" anchor="ctr" anchorCtr="0">
            <a:noAutofit/>
          </a:bodyPr>
          <a:lstStyle/>
          <a:p>
            <a:pPr lvl="0" algn="ctr" defTabSz="1022350">
              <a:lnSpc>
                <a:spcPct val="90000"/>
              </a:lnSpc>
              <a:spcBef>
                <a:spcPct val="0"/>
              </a:spcBef>
              <a:spcAft>
                <a:spcPct val="35000"/>
              </a:spcAft>
            </a:pPr>
            <a:r>
              <a:rPr lang="en-US" sz="2300" b="1" kern="1200" dirty="0"/>
              <a:t>05</a:t>
            </a:r>
          </a:p>
        </p:txBody>
      </p:sp>
      <p:sp>
        <p:nvSpPr>
          <p:cNvPr id="63" name="Freeform 62"/>
          <p:cNvSpPr/>
          <p:nvPr/>
        </p:nvSpPr>
        <p:spPr>
          <a:xfrm flipH="1">
            <a:off x="5105400" y="2402252"/>
            <a:ext cx="2418813" cy="789147"/>
          </a:xfrm>
          <a:custGeom>
            <a:avLst/>
            <a:gdLst>
              <a:gd name="connsiteX0" fmla="*/ 131527 w 789146"/>
              <a:gd name="connsiteY0" fmla="*/ 0 h 2110763"/>
              <a:gd name="connsiteX1" fmla="*/ 657619 w 789146"/>
              <a:gd name="connsiteY1" fmla="*/ 0 h 2110763"/>
              <a:gd name="connsiteX2" fmla="*/ 750623 w 789146"/>
              <a:gd name="connsiteY2" fmla="*/ 38524 h 2110763"/>
              <a:gd name="connsiteX3" fmla="*/ 789146 w 789146"/>
              <a:gd name="connsiteY3" fmla="*/ 131528 h 2110763"/>
              <a:gd name="connsiteX4" fmla="*/ 789146 w 789146"/>
              <a:gd name="connsiteY4" fmla="*/ 2110763 h 2110763"/>
              <a:gd name="connsiteX5" fmla="*/ 789146 w 789146"/>
              <a:gd name="connsiteY5" fmla="*/ 2110763 h 2110763"/>
              <a:gd name="connsiteX6" fmla="*/ 789146 w 789146"/>
              <a:gd name="connsiteY6" fmla="*/ 2110763 h 2110763"/>
              <a:gd name="connsiteX7" fmla="*/ 0 w 789146"/>
              <a:gd name="connsiteY7" fmla="*/ 2110763 h 2110763"/>
              <a:gd name="connsiteX8" fmla="*/ 0 w 789146"/>
              <a:gd name="connsiteY8" fmla="*/ 2110763 h 2110763"/>
              <a:gd name="connsiteX9" fmla="*/ 0 w 789146"/>
              <a:gd name="connsiteY9" fmla="*/ 2110763 h 2110763"/>
              <a:gd name="connsiteX10" fmla="*/ 0 w 789146"/>
              <a:gd name="connsiteY10" fmla="*/ 131527 h 2110763"/>
              <a:gd name="connsiteX11" fmla="*/ 38524 w 789146"/>
              <a:gd name="connsiteY11" fmla="*/ 38523 h 2110763"/>
              <a:gd name="connsiteX12" fmla="*/ 131528 w 789146"/>
              <a:gd name="connsiteY12" fmla="*/ 0 h 2110763"/>
              <a:gd name="connsiteX13" fmla="*/ 131527 w 789146"/>
              <a:gd name="connsiteY13" fmla="*/ 0 h 2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146" h="2110763">
                <a:moveTo>
                  <a:pt x="789146" y="351802"/>
                </a:moveTo>
                <a:lnTo>
                  <a:pt x="789146" y="1758961"/>
                </a:lnTo>
                <a:cubicBezTo>
                  <a:pt x="789146" y="1852264"/>
                  <a:pt x="783965" y="1941748"/>
                  <a:pt x="774743" y="2007723"/>
                </a:cubicBezTo>
                <a:cubicBezTo>
                  <a:pt x="765521" y="2073698"/>
                  <a:pt x="753013" y="2110762"/>
                  <a:pt x="739972" y="2110762"/>
                </a:cubicBezTo>
                <a:lnTo>
                  <a:pt x="0" y="2110762"/>
                </a:lnTo>
                <a:lnTo>
                  <a:pt x="0" y="2110762"/>
                </a:lnTo>
                <a:lnTo>
                  <a:pt x="0" y="2110762"/>
                </a:lnTo>
                <a:lnTo>
                  <a:pt x="0" y="1"/>
                </a:lnTo>
                <a:lnTo>
                  <a:pt x="0" y="1"/>
                </a:lnTo>
                <a:lnTo>
                  <a:pt x="0" y="1"/>
                </a:lnTo>
                <a:lnTo>
                  <a:pt x="739972" y="1"/>
                </a:lnTo>
                <a:cubicBezTo>
                  <a:pt x="753014" y="1"/>
                  <a:pt x="765522" y="37065"/>
                  <a:pt x="774743" y="103043"/>
                </a:cubicBezTo>
                <a:cubicBezTo>
                  <a:pt x="783965" y="169018"/>
                  <a:pt x="789146" y="258502"/>
                  <a:pt x="789146" y="351805"/>
                </a:cubicBezTo>
                <a:lnTo>
                  <a:pt x="789146" y="351802"/>
                </a:lnTo>
                <a:close/>
              </a:path>
            </a:pathLst>
          </a:custGeom>
          <a:solidFill>
            <a:schemeClr val="tx1">
              <a:lumMod val="10000"/>
              <a:lumOff val="90000"/>
              <a:alpha val="90000"/>
            </a:schemeClr>
          </a:solidFill>
          <a:ln>
            <a:noFill/>
          </a:ln>
          <a:effectLst>
            <a:outerShdw blurRad="50800" dist="38100" dir="10800000" algn="r" rotWithShape="0">
              <a:prstClr val="black">
                <a:alpha val="4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56465" tIns="52494" rIns="52493" bIns="52493" numCol="1" spcCol="1270" anchor="ctr" anchorCtr="0">
            <a:noAutofit/>
          </a:bodyPr>
          <a:lstStyle/>
          <a:p>
            <a:pPr marL="228600" lvl="1" indent="-228600" algn="l" defTabSz="977900">
              <a:lnSpc>
                <a:spcPct val="90000"/>
              </a:lnSpc>
              <a:spcBef>
                <a:spcPct val="0"/>
              </a:spcBef>
              <a:spcAft>
                <a:spcPct val="15000"/>
              </a:spcAft>
              <a:buChar char="••"/>
            </a:pPr>
            <a:endParaRPr lang="en-US" sz="2200" kern="1200" dirty="0"/>
          </a:p>
          <a:p>
            <a:pPr marL="228600" lvl="1" indent="-228600" algn="l" defTabSz="977900">
              <a:lnSpc>
                <a:spcPct val="90000"/>
              </a:lnSpc>
              <a:spcBef>
                <a:spcPct val="0"/>
              </a:spcBef>
              <a:spcAft>
                <a:spcPct val="15000"/>
              </a:spcAft>
              <a:buChar char="••"/>
            </a:pPr>
            <a:endParaRPr lang="en-US" sz="2200" kern="1200" dirty="0"/>
          </a:p>
        </p:txBody>
      </p:sp>
      <p:sp>
        <p:nvSpPr>
          <p:cNvPr id="64" name="Freeform 63"/>
          <p:cNvSpPr/>
          <p:nvPr/>
        </p:nvSpPr>
        <p:spPr>
          <a:xfrm flipH="1">
            <a:off x="7524210" y="3415706"/>
            <a:ext cx="849852" cy="1214072"/>
          </a:xfrm>
          <a:custGeom>
            <a:avLst/>
            <a:gdLst>
              <a:gd name="connsiteX0" fmla="*/ 0 w 1214072"/>
              <a:gd name="connsiteY0" fmla="*/ 0 h 849850"/>
              <a:gd name="connsiteX1" fmla="*/ 789147 w 1214072"/>
              <a:gd name="connsiteY1" fmla="*/ 0 h 849850"/>
              <a:gd name="connsiteX2" fmla="*/ 1214072 w 1214072"/>
              <a:gd name="connsiteY2" fmla="*/ 424925 h 849850"/>
              <a:gd name="connsiteX3" fmla="*/ 789147 w 1214072"/>
              <a:gd name="connsiteY3" fmla="*/ 849850 h 849850"/>
              <a:gd name="connsiteX4" fmla="*/ 0 w 1214072"/>
              <a:gd name="connsiteY4" fmla="*/ 849850 h 849850"/>
              <a:gd name="connsiteX5" fmla="*/ 424925 w 1214072"/>
              <a:gd name="connsiteY5" fmla="*/ 424925 h 849850"/>
              <a:gd name="connsiteX6" fmla="*/ 0 w 1214072"/>
              <a:gd name="connsiteY6" fmla="*/ 0 h 8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72" h="849850">
                <a:moveTo>
                  <a:pt x="1214071" y="0"/>
                </a:moveTo>
                <a:lnTo>
                  <a:pt x="1214071" y="552403"/>
                </a:lnTo>
                <a:lnTo>
                  <a:pt x="607036" y="849850"/>
                </a:lnTo>
                <a:lnTo>
                  <a:pt x="1" y="552403"/>
                </a:lnTo>
                <a:lnTo>
                  <a:pt x="1" y="0"/>
                </a:lnTo>
                <a:lnTo>
                  <a:pt x="607036" y="297447"/>
                </a:lnTo>
                <a:lnTo>
                  <a:pt x="1214071" y="0"/>
                </a:lnTo>
                <a:close/>
              </a:path>
            </a:pathLst>
          </a:custGeom>
          <a:solidFill>
            <a:schemeClr val="accent6"/>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606" tIns="548640" rIns="14606" bIns="439530" numCol="1" spcCol="1270" anchor="ctr" anchorCtr="0">
            <a:noAutofit/>
          </a:bodyPr>
          <a:lstStyle/>
          <a:p>
            <a:pPr lvl="0" algn="ctr" defTabSz="1022350">
              <a:lnSpc>
                <a:spcPct val="90000"/>
              </a:lnSpc>
              <a:spcBef>
                <a:spcPct val="0"/>
              </a:spcBef>
              <a:spcAft>
                <a:spcPct val="35000"/>
              </a:spcAft>
            </a:pPr>
            <a:r>
              <a:rPr lang="en-US" sz="2300" b="1" kern="1200" dirty="0"/>
              <a:t>06</a:t>
            </a:r>
          </a:p>
        </p:txBody>
      </p:sp>
      <p:sp>
        <p:nvSpPr>
          <p:cNvPr id="65" name="Freeform 64"/>
          <p:cNvSpPr/>
          <p:nvPr/>
        </p:nvSpPr>
        <p:spPr>
          <a:xfrm flipH="1">
            <a:off x="5105400" y="3415705"/>
            <a:ext cx="2418813" cy="789147"/>
          </a:xfrm>
          <a:custGeom>
            <a:avLst/>
            <a:gdLst>
              <a:gd name="connsiteX0" fmla="*/ 131527 w 789146"/>
              <a:gd name="connsiteY0" fmla="*/ 0 h 2110763"/>
              <a:gd name="connsiteX1" fmla="*/ 657619 w 789146"/>
              <a:gd name="connsiteY1" fmla="*/ 0 h 2110763"/>
              <a:gd name="connsiteX2" fmla="*/ 750623 w 789146"/>
              <a:gd name="connsiteY2" fmla="*/ 38524 h 2110763"/>
              <a:gd name="connsiteX3" fmla="*/ 789146 w 789146"/>
              <a:gd name="connsiteY3" fmla="*/ 131528 h 2110763"/>
              <a:gd name="connsiteX4" fmla="*/ 789146 w 789146"/>
              <a:gd name="connsiteY4" fmla="*/ 2110763 h 2110763"/>
              <a:gd name="connsiteX5" fmla="*/ 789146 w 789146"/>
              <a:gd name="connsiteY5" fmla="*/ 2110763 h 2110763"/>
              <a:gd name="connsiteX6" fmla="*/ 789146 w 789146"/>
              <a:gd name="connsiteY6" fmla="*/ 2110763 h 2110763"/>
              <a:gd name="connsiteX7" fmla="*/ 0 w 789146"/>
              <a:gd name="connsiteY7" fmla="*/ 2110763 h 2110763"/>
              <a:gd name="connsiteX8" fmla="*/ 0 w 789146"/>
              <a:gd name="connsiteY8" fmla="*/ 2110763 h 2110763"/>
              <a:gd name="connsiteX9" fmla="*/ 0 w 789146"/>
              <a:gd name="connsiteY9" fmla="*/ 2110763 h 2110763"/>
              <a:gd name="connsiteX10" fmla="*/ 0 w 789146"/>
              <a:gd name="connsiteY10" fmla="*/ 131527 h 2110763"/>
              <a:gd name="connsiteX11" fmla="*/ 38524 w 789146"/>
              <a:gd name="connsiteY11" fmla="*/ 38523 h 2110763"/>
              <a:gd name="connsiteX12" fmla="*/ 131528 w 789146"/>
              <a:gd name="connsiteY12" fmla="*/ 0 h 2110763"/>
              <a:gd name="connsiteX13" fmla="*/ 131527 w 789146"/>
              <a:gd name="connsiteY13" fmla="*/ 0 h 2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146" h="2110763">
                <a:moveTo>
                  <a:pt x="789146" y="351802"/>
                </a:moveTo>
                <a:lnTo>
                  <a:pt x="789146" y="1758961"/>
                </a:lnTo>
                <a:cubicBezTo>
                  <a:pt x="789146" y="1852264"/>
                  <a:pt x="783965" y="1941748"/>
                  <a:pt x="774743" y="2007723"/>
                </a:cubicBezTo>
                <a:cubicBezTo>
                  <a:pt x="765521" y="2073698"/>
                  <a:pt x="753013" y="2110762"/>
                  <a:pt x="739972" y="2110762"/>
                </a:cubicBezTo>
                <a:lnTo>
                  <a:pt x="0" y="2110762"/>
                </a:lnTo>
                <a:lnTo>
                  <a:pt x="0" y="2110762"/>
                </a:lnTo>
                <a:lnTo>
                  <a:pt x="0" y="2110762"/>
                </a:lnTo>
                <a:lnTo>
                  <a:pt x="0" y="1"/>
                </a:lnTo>
                <a:lnTo>
                  <a:pt x="0" y="1"/>
                </a:lnTo>
                <a:lnTo>
                  <a:pt x="0" y="1"/>
                </a:lnTo>
                <a:lnTo>
                  <a:pt x="739972" y="1"/>
                </a:lnTo>
                <a:cubicBezTo>
                  <a:pt x="753014" y="1"/>
                  <a:pt x="765522" y="37065"/>
                  <a:pt x="774743" y="103043"/>
                </a:cubicBezTo>
                <a:cubicBezTo>
                  <a:pt x="783965" y="169018"/>
                  <a:pt x="789146" y="258502"/>
                  <a:pt x="789146" y="351805"/>
                </a:cubicBezTo>
                <a:lnTo>
                  <a:pt x="789146" y="351802"/>
                </a:lnTo>
                <a:close/>
              </a:path>
            </a:pathLst>
          </a:custGeom>
          <a:solidFill>
            <a:schemeClr val="tx1">
              <a:lumMod val="10000"/>
              <a:lumOff val="90000"/>
              <a:alpha val="90000"/>
            </a:schemeClr>
          </a:solidFill>
          <a:ln>
            <a:noFill/>
          </a:ln>
          <a:effectLst>
            <a:outerShdw blurRad="50800" dist="38100" dir="10800000" algn="r" rotWithShape="0">
              <a:prstClr val="black">
                <a:alpha val="4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56465" tIns="52494" rIns="52493" bIns="52493" numCol="1" spcCol="1270" anchor="ctr" anchorCtr="0">
            <a:noAutofit/>
          </a:bodyPr>
          <a:lstStyle/>
          <a:p>
            <a:pPr marL="228600" lvl="1" indent="-228600" algn="l" defTabSz="977900">
              <a:lnSpc>
                <a:spcPct val="90000"/>
              </a:lnSpc>
              <a:spcBef>
                <a:spcPct val="0"/>
              </a:spcBef>
              <a:spcAft>
                <a:spcPct val="15000"/>
              </a:spcAft>
              <a:buChar char="••"/>
            </a:pPr>
            <a:endParaRPr lang="en-US" sz="2200" kern="1200" dirty="0"/>
          </a:p>
          <a:p>
            <a:pPr marL="228600" lvl="1" indent="-228600" algn="l" defTabSz="977900">
              <a:lnSpc>
                <a:spcPct val="90000"/>
              </a:lnSpc>
              <a:spcBef>
                <a:spcPct val="0"/>
              </a:spcBef>
              <a:spcAft>
                <a:spcPct val="15000"/>
              </a:spcAft>
              <a:buChar char="••"/>
            </a:pPr>
            <a:endParaRPr lang="en-US" sz="2200" kern="1200" dirty="0"/>
          </a:p>
        </p:txBody>
      </p:sp>
      <p:sp>
        <p:nvSpPr>
          <p:cNvPr id="62" name="Left-Right Arrow 61"/>
          <p:cNvSpPr/>
          <p:nvPr/>
        </p:nvSpPr>
        <p:spPr>
          <a:xfrm>
            <a:off x="4229907" y="1639993"/>
            <a:ext cx="724436" cy="286758"/>
          </a:xfrm>
          <a:prstGeom prst="leftRightArrow">
            <a:avLst>
              <a:gd name="adj1" fmla="val 50000"/>
              <a:gd name="adj2" fmla="val 6508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Left-Right Arrow 65"/>
          <p:cNvSpPr/>
          <p:nvPr/>
        </p:nvSpPr>
        <p:spPr>
          <a:xfrm>
            <a:off x="4229907" y="2653446"/>
            <a:ext cx="724436" cy="286758"/>
          </a:xfrm>
          <a:prstGeom prst="leftRightArrow">
            <a:avLst>
              <a:gd name="adj1" fmla="val 50000"/>
              <a:gd name="adj2" fmla="val 6508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Left-Right Arrow 66"/>
          <p:cNvSpPr/>
          <p:nvPr/>
        </p:nvSpPr>
        <p:spPr>
          <a:xfrm>
            <a:off x="4229907" y="3666899"/>
            <a:ext cx="724436" cy="286758"/>
          </a:xfrm>
          <a:prstGeom prst="leftRightArrow">
            <a:avLst>
              <a:gd name="adj1" fmla="val 50000"/>
              <a:gd name="adj2" fmla="val 6508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Text Placeholder 3"/>
          <p:cNvSpPr txBox="1">
            <a:spLocks/>
          </p:cNvSpPr>
          <p:nvPr/>
        </p:nvSpPr>
        <p:spPr>
          <a:xfrm>
            <a:off x="2129699" y="1431058"/>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1"/>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75" name="Freeform 45"/>
          <p:cNvSpPr>
            <a:spLocks noEditPoints="1"/>
          </p:cNvSpPr>
          <p:nvPr/>
        </p:nvSpPr>
        <p:spPr bwMode="auto">
          <a:xfrm>
            <a:off x="1733551" y="165331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Text Placeholder 3"/>
          <p:cNvSpPr txBox="1">
            <a:spLocks/>
          </p:cNvSpPr>
          <p:nvPr/>
        </p:nvSpPr>
        <p:spPr>
          <a:xfrm>
            <a:off x="2129699" y="2441228"/>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2"/>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79" name="Freeform 45"/>
          <p:cNvSpPr>
            <a:spLocks noEditPoints="1"/>
          </p:cNvSpPr>
          <p:nvPr/>
        </p:nvSpPr>
        <p:spPr bwMode="auto">
          <a:xfrm>
            <a:off x="1733551" y="266348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Text Placeholder 3"/>
          <p:cNvSpPr txBox="1">
            <a:spLocks/>
          </p:cNvSpPr>
          <p:nvPr/>
        </p:nvSpPr>
        <p:spPr>
          <a:xfrm>
            <a:off x="2129699" y="3463330"/>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3"/>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81" name="Freeform 45"/>
          <p:cNvSpPr>
            <a:spLocks noEditPoints="1"/>
          </p:cNvSpPr>
          <p:nvPr/>
        </p:nvSpPr>
        <p:spPr bwMode="auto">
          <a:xfrm>
            <a:off x="1733551" y="368558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45"/>
          <p:cNvSpPr>
            <a:spLocks noEditPoints="1"/>
          </p:cNvSpPr>
          <p:nvPr/>
        </p:nvSpPr>
        <p:spPr bwMode="auto">
          <a:xfrm>
            <a:off x="7080432" y="165331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Text Placeholder 3"/>
          <p:cNvSpPr txBox="1">
            <a:spLocks/>
          </p:cNvSpPr>
          <p:nvPr/>
        </p:nvSpPr>
        <p:spPr>
          <a:xfrm>
            <a:off x="5330099" y="1431058"/>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4"/>
                </a:solidFill>
                <a:cs typeface="+mj-cs"/>
              </a:rPr>
              <a:t>Title Goes here</a:t>
            </a:r>
            <a:br>
              <a:rPr lang="en-US" sz="1100" dirty="0">
                <a:solidFill>
                  <a:schemeClr val="tx1">
                    <a:lumMod val="75000"/>
                    <a:lumOff val="25000"/>
                  </a:schemeClr>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90" name="Freeform 45"/>
          <p:cNvSpPr>
            <a:spLocks noEditPoints="1"/>
          </p:cNvSpPr>
          <p:nvPr/>
        </p:nvSpPr>
        <p:spPr bwMode="auto">
          <a:xfrm>
            <a:off x="7080432" y="266348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Text Placeholder 3"/>
          <p:cNvSpPr txBox="1">
            <a:spLocks/>
          </p:cNvSpPr>
          <p:nvPr/>
        </p:nvSpPr>
        <p:spPr>
          <a:xfrm>
            <a:off x="5330099" y="2441228"/>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5"/>
                </a:solidFill>
                <a:cs typeface="+mj-cs"/>
              </a:rPr>
              <a:t>Title Goes here</a:t>
            </a:r>
            <a:br>
              <a:rPr lang="en-US" sz="1100" dirty="0">
                <a:solidFill>
                  <a:schemeClr val="accent5"/>
                </a:solidFill>
                <a:cs typeface="+mj-cs"/>
              </a:rPr>
            </a:br>
            <a:r>
              <a:rPr lang="en-US" sz="1100" dirty="0">
                <a:solidFill>
                  <a:schemeClr val="tx1">
                    <a:lumMod val="75000"/>
                    <a:lumOff val="25000"/>
                  </a:schemeClr>
                </a:solidFill>
                <a:cs typeface="+mj-cs"/>
              </a:rPr>
              <a:t>There are many variations of passages but the majority have alteration in.</a:t>
            </a:r>
          </a:p>
        </p:txBody>
      </p:sp>
      <p:sp>
        <p:nvSpPr>
          <p:cNvPr id="92" name="Freeform 45"/>
          <p:cNvSpPr>
            <a:spLocks noEditPoints="1"/>
          </p:cNvSpPr>
          <p:nvPr/>
        </p:nvSpPr>
        <p:spPr bwMode="auto">
          <a:xfrm>
            <a:off x="7080432" y="3694697"/>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Text Placeholder 3"/>
          <p:cNvSpPr txBox="1">
            <a:spLocks/>
          </p:cNvSpPr>
          <p:nvPr/>
        </p:nvSpPr>
        <p:spPr>
          <a:xfrm>
            <a:off x="5330099" y="3472441"/>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200" b="1" dirty="0">
                <a:solidFill>
                  <a:schemeClr val="accent6"/>
                </a:solidFill>
                <a:cs typeface="+mj-cs"/>
              </a:rPr>
              <a:t>Title Goes here</a:t>
            </a:r>
            <a:br>
              <a:rPr lang="en-US" sz="1100" dirty="0">
                <a:solidFill>
                  <a:schemeClr val="accent6"/>
                </a:solidFill>
                <a:cs typeface="+mj-cs"/>
              </a:rPr>
            </a:br>
            <a:r>
              <a:rPr lang="en-US" sz="1100" dirty="0">
                <a:solidFill>
                  <a:schemeClr val="tx1">
                    <a:lumMod val="75000"/>
                    <a:lumOff val="25000"/>
                  </a:schemeClr>
                </a:solidFill>
                <a:cs typeface="+mj-cs"/>
              </a:rPr>
              <a:t>There are many variations of passages but the majority have alteration in.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ppt_x"/>
                                          </p:val>
                                        </p:tav>
                                        <p:tav tm="100000">
                                          <p:val>
                                            <p:strVal val="#ppt_x"/>
                                          </p:val>
                                        </p:tav>
                                      </p:tavLst>
                                    </p:anim>
                                    <p:anim calcmode="lin" valueType="num">
                                      <p:cBhvr additive="base">
                                        <p:cTn id="8" dur="500" fill="hold"/>
                                        <p:tgtEl>
                                          <p:spTgt spid="6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9"/>
                                        </p:tgtEl>
                                        <p:attrNameLst>
                                          <p:attrName>style.visibility</p:attrName>
                                        </p:attrNameLst>
                                      </p:cBhvr>
                                      <p:to>
                                        <p:strVal val="visible"/>
                                      </p:to>
                                    </p:set>
                                    <p:animEffect transition="in" filter="wipe(left)">
                                      <p:cBhvr>
                                        <p:cTn id="12" dur="500"/>
                                        <p:tgtEl>
                                          <p:spTgt spid="69"/>
                                        </p:tgtEl>
                                      </p:cBhvr>
                                    </p:animEffect>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75"/>
                                        </p:tgtEl>
                                        <p:attrNameLst>
                                          <p:attrName>style.visibility</p:attrName>
                                        </p:attrNameLst>
                                      </p:cBhvr>
                                      <p:to>
                                        <p:strVal val="visible"/>
                                      </p:to>
                                    </p:set>
                                    <p:anim calcmode="lin" valueType="num">
                                      <p:cBhvr>
                                        <p:cTn id="16" dur="500" fill="hold"/>
                                        <p:tgtEl>
                                          <p:spTgt spid="75"/>
                                        </p:tgtEl>
                                        <p:attrNameLst>
                                          <p:attrName>ppt_w</p:attrName>
                                        </p:attrNameLst>
                                      </p:cBhvr>
                                      <p:tavLst>
                                        <p:tav tm="0">
                                          <p:val>
                                            <p:fltVal val="0"/>
                                          </p:val>
                                        </p:tav>
                                        <p:tav tm="100000">
                                          <p:val>
                                            <p:strVal val="#ppt_w"/>
                                          </p:val>
                                        </p:tav>
                                      </p:tavLst>
                                    </p:anim>
                                    <p:anim calcmode="lin" valueType="num">
                                      <p:cBhvr>
                                        <p:cTn id="17" dur="500" fill="hold"/>
                                        <p:tgtEl>
                                          <p:spTgt spid="75"/>
                                        </p:tgtEl>
                                        <p:attrNameLst>
                                          <p:attrName>ppt_h</p:attrName>
                                        </p:attrNameLst>
                                      </p:cBhvr>
                                      <p:tavLst>
                                        <p:tav tm="0">
                                          <p:val>
                                            <p:fltVal val="0"/>
                                          </p:val>
                                        </p:tav>
                                        <p:tav tm="100000">
                                          <p:val>
                                            <p:strVal val="#ppt_h"/>
                                          </p:val>
                                        </p:tav>
                                      </p:tavLst>
                                    </p:anim>
                                    <p:animEffect transition="in" filter="fade">
                                      <p:cBhvr>
                                        <p:cTn id="18" dur="500"/>
                                        <p:tgtEl>
                                          <p:spTgt spid="75"/>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wipe(left)">
                                      <p:cBhvr>
                                        <p:cTn id="22" dur="500"/>
                                        <p:tgtEl>
                                          <p:spTgt spid="74"/>
                                        </p:tgtEl>
                                      </p:cBhvr>
                                    </p:animEffect>
                                  </p:childTnLst>
                                </p:cTn>
                              </p:par>
                            </p:childTnLst>
                          </p:cTn>
                        </p:par>
                        <p:par>
                          <p:cTn id="23" fill="hold">
                            <p:stCondLst>
                              <p:cond delay="2000"/>
                            </p:stCondLst>
                            <p:childTnLst>
                              <p:par>
                                <p:cTn id="24" presetID="16" presetClass="entr" presetSubtype="37" fill="hold" grpId="0" nodeType="afterEffect">
                                  <p:stCondLst>
                                    <p:cond delay="0"/>
                                  </p:stCondLst>
                                  <p:childTnLst>
                                    <p:set>
                                      <p:cBhvr>
                                        <p:cTn id="25" dur="1" fill="hold">
                                          <p:stCondLst>
                                            <p:cond delay="0"/>
                                          </p:stCondLst>
                                        </p:cTn>
                                        <p:tgtEl>
                                          <p:spTgt spid="62"/>
                                        </p:tgtEl>
                                        <p:attrNameLst>
                                          <p:attrName>style.visibility</p:attrName>
                                        </p:attrNameLst>
                                      </p:cBhvr>
                                      <p:to>
                                        <p:strVal val="visible"/>
                                      </p:to>
                                    </p:set>
                                    <p:animEffect transition="in" filter="barn(outVertical)">
                                      <p:cBhvr>
                                        <p:cTn id="26" dur="500"/>
                                        <p:tgtEl>
                                          <p:spTgt spid="62"/>
                                        </p:tgtEl>
                                      </p:cBhvr>
                                    </p:animEffect>
                                  </p:childTnLst>
                                </p:cTn>
                              </p:par>
                            </p:childTnLst>
                          </p:cTn>
                        </p:par>
                        <p:par>
                          <p:cTn id="27" fill="hold">
                            <p:stCondLst>
                              <p:cond delay="25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45"/>
                                        </p:tgtEl>
                                        <p:attrNameLst>
                                          <p:attrName>style.visibility</p:attrName>
                                        </p:attrNameLst>
                                      </p:cBhvr>
                                      <p:to>
                                        <p:strVal val="visible"/>
                                      </p:to>
                                    </p:set>
                                    <p:anim calcmode="lin" valueType="num">
                                      <p:cBhvr additive="base">
                                        <p:cTn id="30" dur="500" fill="hold"/>
                                        <p:tgtEl>
                                          <p:spTgt spid="45"/>
                                        </p:tgtEl>
                                        <p:attrNameLst>
                                          <p:attrName>ppt_x</p:attrName>
                                        </p:attrNameLst>
                                      </p:cBhvr>
                                      <p:tavLst>
                                        <p:tav tm="0">
                                          <p:val>
                                            <p:strVal val="#ppt_x"/>
                                          </p:val>
                                        </p:tav>
                                        <p:tav tm="100000">
                                          <p:val>
                                            <p:strVal val="#ppt_x"/>
                                          </p:val>
                                        </p:tav>
                                      </p:tavLst>
                                    </p:anim>
                                    <p:anim calcmode="lin" valueType="num">
                                      <p:cBhvr additive="base">
                                        <p:cTn id="31" dur="500" fill="hold"/>
                                        <p:tgtEl>
                                          <p:spTgt spid="45"/>
                                        </p:tgtEl>
                                        <p:attrNameLst>
                                          <p:attrName>ppt_y</p:attrName>
                                        </p:attrNameLst>
                                      </p:cBhvr>
                                      <p:tavLst>
                                        <p:tav tm="0">
                                          <p:val>
                                            <p:strVal val="0-#ppt_h/2"/>
                                          </p:val>
                                        </p:tav>
                                        <p:tav tm="100000">
                                          <p:val>
                                            <p:strVal val="#ppt_y"/>
                                          </p:val>
                                        </p:tav>
                                      </p:tavLst>
                                    </p:anim>
                                  </p:childTnLst>
                                </p:cTn>
                              </p:par>
                            </p:childTnLst>
                          </p:cTn>
                        </p:par>
                        <p:par>
                          <p:cTn id="32" fill="hold">
                            <p:stCondLst>
                              <p:cond delay="3000"/>
                            </p:stCondLst>
                            <p:childTnLst>
                              <p:par>
                                <p:cTn id="33" presetID="22" presetClass="entr" presetSubtype="2" fill="hold" grpId="0" nodeType="after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wipe(right)">
                                      <p:cBhvr>
                                        <p:cTn id="35" dur="500"/>
                                        <p:tgtEl>
                                          <p:spTgt spid="46"/>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p:cTn id="39" dur="500" fill="hold"/>
                                        <p:tgtEl>
                                          <p:spTgt spid="84"/>
                                        </p:tgtEl>
                                        <p:attrNameLst>
                                          <p:attrName>ppt_w</p:attrName>
                                        </p:attrNameLst>
                                      </p:cBhvr>
                                      <p:tavLst>
                                        <p:tav tm="0">
                                          <p:val>
                                            <p:fltVal val="0"/>
                                          </p:val>
                                        </p:tav>
                                        <p:tav tm="100000">
                                          <p:val>
                                            <p:strVal val="#ppt_w"/>
                                          </p:val>
                                        </p:tav>
                                      </p:tavLst>
                                    </p:anim>
                                    <p:anim calcmode="lin" valueType="num">
                                      <p:cBhvr>
                                        <p:cTn id="40" dur="500" fill="hold"/>
                                        <p:tgtEl>
                                          <p:spTgt spid="84"/>
                                        </p:tgtEl>
                                        <p:attrNameLst>
                                          <p:attrName>ppt_h</p:attrName>
                                        </p:attrNameLst>
                                      </p:cBhvr>
                                      <p:tavLst>
                                        <p:tav tm="0">
                                          <p:val>
                                            <p:fltVal val="0"/>
                                          </p:val>
                                        </p:tav>
                                        <p:tav tm="100000">
                                          <p:val>
                                            <p:strVal val="#ppt_h"/>
                                          </p:val>
                                        </p:tav>
                                      </p:tavLst>
                                    </p:anim>
                                    <p:animEffect transition="in" filter="fade">
                                      <p:cBhvr>
                                        <p:cTn id="41" dur="500"/>
                                        <p:tgtEl>
                                          <p:spTgt spid="84"/>
                                        </p:tgtEl>
                                      </p:cBhvr>
                                    </p:animEffect>
                                  </p:childTnLst>
                                </p:cTn>
                              </p:par>
                            </p:childTnLst>
                          </p:cTn>
                        </p:par>
                        <p:par>
                          <p:cTn id="42" fill="hold">
                            <p:stCondLst>
                              <p:cond delay="4000"/>
                            </p:stCondLst>
                            <p:childTnLst>
                              <p:par>
                                <p:cTn id="43" presetID="22" presetClass="entr" presetSubtype="2" fill="hold" grpId="0" nodeType="afterEffect">
                                  <p:stCondLst>
                                    <p:cond delay="0"/>
                                  </p:stCondLst>
                                  <p:childTnLst>
                                    <p:set>
                                      <p:cBhvr>
                                        <p:cTn id="44" dur="1" fill="hold">
                                          <p:stCondLst>
                                            <p:cond delay="0"/>
                                          </p:stCondLst>
                                        </p:cTn>
                                        <p:tgtEl>
                                          <p:spTgt spid="87"/>
                                        </p:tgtEl>
                                        <p:attrNameLst>
                                          <p:attrName>style.visibility</p:attrName>
                                        </p:attrNameLst>
                                      </p:cBhvr>
                                      <p:to>
                                        <p:strVal val="visible"/>
                                      </p:to>
                                    </p:set>
                                    <p:animEffect transition="in" filter="wipe(right)">
                                      <p:cBhvr>
                                        <p:cTn id="45" dur="500"/>
                                        <p:tgtEl>
                                          <p:spTgt spid="87"/>
                                        </p:tgtEl>
                                      </p:cBhvr>
                                    </p:animEffect>
                                  </p:childTnLst>
                                </p:cTn>
                              </p:par>
                            </p:childTnLst>
                          </p:cTn>
                        </p:par>
                        <p:par>
                          <p:cTn id="46" fill="hold">
                            <p:stCondLst>
                              <p:cond delay="4500"/>
                            </p:stCondLst>
                            <p:childTnLst>
                              <p:par>
                                <p:cTn id="47" presetID="2" presetClass="entr" presetSubtype="1" accel="50000" decel="50000" fill="hold" grpId="0" nodeType="afterEffect">
                                  <p:stCondLst>
                                    <p:cond delay="0"/>
                                  </p:stCondLst>
                                  <p:childTnLst>
                                    <p:set>
                                      <p:cBhvr>
                                        <p:cTn id="48" dur="1" fill="hold">
                                          <p:stCondLst>
                                            <p:cond delay="0"/>
                                          </p:stCondLst>
                                        </p:cTn>
                                        <p:tgtEl>
                                          <p:spTgt spid="70"/>
                                        </p:tgtEl>
                                        <p:attrNameLst>
                                          <p:attrName>style.visibility</p:attrName>
                                        </p:attrNameLst>
                                      </p:cBhvr>
                                      <p:to>
                                        <p:strVal val="visible"/>
                                      </p:to>
                                    </p:set>
                                    <p:anim calcmode="lin" valueType="num">
                                      <p:cBhvr additive="base">
                                        <p:cTn id="49" dur="500" fill="hold"/>
                                        <p:tgtEl>
                                          <p:spTgt spid="70"/>
                                        </p:tgtEl>
                                        <p:attrNameLst>
                                          <p:attrName>ppt_x</p:attrName>
                                        </p:attrNameLst>
                                      </p:cBhvr>
                                      <p:tavLst>
                                        <p:tav tm="0">
                                          <p:val>
                                            <p:strVal val="#ppt_x"/>
                                          </p:val>
                                        </p:tav>
                                        <p:tav tm="100000">
                                          <p:val>
                                            <p:strVal val="#ppt_x"/>
                                          </p:val>
                                        </p:tav>
                                      </p:tavLst>
                                    </p:anim>
                                    <p:anim calcmode="lin" valueType="num">
                                      <p:cBhvr additive="base">
                                        <p:cTn id="50" dur="500" fill="hold"/>
                                        <p:tgtEl>
                                          <p:spTgt spid="70"/>
                                        </p:tgtEl>
                                        <p:attrNameLst>
                                          <p:attrName>ppt_y</p:attrName>
                                        </p:attrNameLst>
                                      </p:cBhvr>
                                      <p:tavLst>
                                        <p:tav tm="0">
                                          <p:val>
                                            <p:strVal val="0-#ppt_h/2"/>
                                          </p:val>
                                        </p:tav>
                                        <p:tav tm="100000">
                                          <p:val>
                                            <p:strVal val="#ppt_y"/>
                                          </p:val>
                                        </p:tav>
                                      </p:tavLst>
                                    </p:anim>
                                  </p:childTnLst>
                                </p:cTn>
                              </p:par>
                            </p:childTnLst>
                          </p:cTn>
                        </p:par>
                        <p:par>
                          <p:cTn id="51" fill="hold">
                            <p:stCondLst>
                              <p:cond delay="5000"/>
                            </p:stCondLst>
                            <p:childTnLst>
                              <p:par>
                                <p:cTn id="52" presetID="22" presetClass="entr" presetSubtype="8" fill="hold" grpId="0" nodeType="afterEffect">
                                  <p:stCondLst>
                                    <p:cond delay="0"/>
                                  </p:stCondLst>
                                  <p:childTnLst>
                                    <p:set>
                                      <p:cBhvr>
                                        <p:cTn id="53" dur="1" fill="hold">
                                          <p:stCondLst>
                                            <p:cond delay="0"/>
                                          </p:stCondLst>
                                        </p:cTn>
                                        <p:tgtEl>
                                          <p:spTgt spid="71"/>
                                        </p:tgtEl>
                                        <p:attrNameLst>
                                          <p:attrName>style.visibility</p:attrName>
                                        </p:attrNameLst>
                                      </p:cBhvr>
                                      <p:to>
                                        <p:strVal val="visible"/>
                                      </p:to>
                                    </p:set>
                                    <p:animEffect transition="in" filter="wipe(left)">
                                      <p:cBhvr>
                                        <p:cTn id="54" dur="500"/>
                                        <p:tgtEl>
                                          <p:spTgt spid="71"/>
                                        </p:tgtEl>
                                      </p:cBhvr>
                                    </p:animEffect>
                                  </p:childTnLst>
                                </p:cTn>
                              </p:par>
                            </p:childTnLst>
                          </p:cTn>
                        </p:par>
                        <p:par>
                          <p:cTn id="55" fill="hold">
                            <p:stCondLst>
                              <p:cond delay="5500"/>
                            </p:stCondLst>
                            <p:childTnLst>
                              <p:par>
                                <p:cTn id="56" presetID="53" presetClass="entr" presetSubtype="0" fill="hold" grpId="0" nodeType="afterEffect">
                                  <p:stCondLst>
                                    <p:cond delay="0"/>
                                  </p:stCondLst>
                                  <p:childTnLst>
                                    <p:set>
                                      <p:cBhvr>
                                        <p:cTn id="57" dur="1" fill="hold">
                                          <p:stCondLst>
                                            <p:cond delay="0"/>
                                          </p:stCondLst>
                                        </p:cTn>
                                        <p:tgtEl>
                                          <p:spTgt spid="79"/>
                                        </p:tgtEl>
                                        <p:attrNameLst>
                                          <p:attrName>style.visibility</p:attrName>
                                        </p:attrNameLst>
                                      </p:cBhvr>
                                      <p:to>
                                        <p:strVal val="visible"/>
                                      </p:to>
                                    </p:set>
                                    <p:anim calcmode="lin" valueType="num">
                                      <p:cBhvr>
                                        <p:cTn id="58" dur="500" fill="hold"/>
                                        <p:tgtEl>
                                          <p:spTgt spid="79"/>
                                        </p:tgtEl>
                                        <p:attrNameLst>
                                          <p:attrName>ppt_w</p:attrName>
                                        </p:attrNameLst>
                                      </p:cBhvr>
                                      <p:tavLst>
                                        <p:tav tm="0">
                                          <p:val>
                                            <p:fltVal val="0"/>
                                          </p:val>
                                        </p:tav>
                                        <p:tav tm="100000">
                                          <p:val>
                                            <p:strVal val="#ppt_w"/>
                                          </p:val>
                                        </p:tav>
                                      </p:tavLst>
                                    </p:anim>
                                    <p:anim calcmode="lin" valueType="num">
                                      <p:cBhvr>
                                        <p:cTn id="59" dur="500" fill="hold"/>
                                        <p:tgtEl>
                                          <p:spTgt spid="79"/>
                                        </p:tgtEl>
                                        <p:attrNameLst>
                                          <p:attrName>ppt_h</p:attrName>
                                        </p:attrNameLst>
                                      </p:cBhvr>
                                      <p:tavLst>
                                        <p:tav tm="0">
                                          <p:val>
                                            <p:fltVal val="0"/>
                                          </p:val>
                                        </p:tav>
                                        <p:tav tm="100000">
                                          <p:val>
                                            <p:strVal val="#ppt_h"/>
                                          </p:val>
                                        </p:tav>
                                      </p:tavLst>
                                    </p:anim>
                                    <p:animEffect transition="in" filter="fade">
                                      <p:cBhvr>
                                        <p:cTn id="60" dur="500"/>
                                        <p:tgtEl>
                                          <p:spTgt spid="79"/>
                                        </p:tgtEl>
                                      </p:cBhvr>
                                    </p:animEffect>
                                  </p:childTnLst>
                                </p:cTn>
                              </p:par>
                            </p:childTnLst>
                          </p:cTn>
                        </p:par>
                        <p:par>
                          <p:cTn id="61" fill="hold">
                            <p:stCondLst>
                              <p:cond delay="6000"/>
                            </p:stCondLst>
                            <p:childTnLst>
                              <p:par>
                                <p:cTn id="62" presetID="22" presetClass="entr" presetSubtype="8" fill="hold" grpId="0" nodeType="afterEffect">
                                  <p:stCondLst>
                                    <p:cond delay="0"/>
                                  </p:stCondLst>
                                  <p:childTnLst>
                                    <p:set>
                                      <p:cBhvr>
                                        <p:cTn id="63" dur="1" fill="hold">
                                          <p:stCondLst>
                                            <p:cond delay="0"/>
                                          </p:stCondLst>
                                        </p:cTn>
                                        <p:tgtEl>
                                          <p:spTgt spid="78"/>
                                        </p:tgtEl>
                                        <p:attrNameLst>
                                          <p:attrName>style.visibility</p:attrName>
                                        </p:attrNameLst>
                                      </p:cBhvr>
                                      <p:to>
                                        <p:strVal val="visible"/>
                                      </p:to>
                                    </p:set>
                                    <p:animEffect transition="in" filter="wipe(left)">
                                      <p:cBhvr>
                                        <p:cTn id="64" dur="500"/>
                                        <p:tgtEl>
                                          <p:spTgt spid="78"/>
                                        </p:tgtEl>
                                      </p:cBhvr>
                                    </p:animEffect>
                                  </p:childTnLst>
                                </p:cTn>
                              </p:par>
                            </p:childTnLst>
                          </p:cTn>
                        </p:par>
                        <p:par>
                          <p:cTn id="65" fill="hold">
                            <p:stCondLst>
                              <p:cond delay="6500"/>
                            </p:stCondLst>
                            <p:childTnLst>
                              <p:par>
                                <p:cTn id="66" presetID="16" presetClass="entr" presetSubtype="37" fill="hold" grpId="0" nodeType="afterEffect">
                                  <p:stCondLst>
                                    <p:cond delay="0"/>
                                  </p:stCondLst>
                                  <p:childTnLst>
                                    <p:set>
                                      <p:cBhvr>
                                        <p:cTn id="67" dur="1" fill="hold">
                                          <p:stCondLst>
                                            <p:cond delay="0"/>
                                          </p:stCondLst>
                                        </p:cTn>
                                        <p:tgtEl>
                                          <p:spTgt spid="66"/>
                                        </p:tgtEl>
                                        <p:attrNameLst>
                                          <p:attrName>style.visibility</p:attrName>
                                        </p:attrNameLst>
                                      </p:cBhvr>
                                      <p:to>
                                        <p:strVal val="visible"/>
                                      </p:to>
                                    </p:set>
                                    <p:animEffect transition="in" filter="barn(outVertical)">
                                      <p:cBhvr>
                                        <p:cTn id="68" dur="500"/>
                                        <p:tgtEl>
                                          <p:spTgt spid="66"/>
                                        </p:tgtEl>
                                      </p:cBhvr>
                                    </p:animEffect>
                                  </p:childTnLst>
                                </p:cTn>
                              </p:par>
                            </p:childTnLst>
                          </p:cTn>
                        </p:par>
                        <p:par>
                          <p:cTn id="69" fill="hold">
                            <p:stCondLst>
                              <p:cond delay="7000"/>
                            </p:stCondLst>
                            <p:childTnLst>
                              <p:par>
                                <p:cTn id="70" presetID="2" presetClass="entr" presetSubtype="1" accel="50000" decel="50000" fill="hold" grpId="0" nodeType="afterEffect">
                                  <p:stCondLst>
                                    <p:cond delay="0"/>
                                  </p:stCondLst>
                                  <p:childTnLst>
                                    <p:set>
                                      <p:cBhvr>
                                        <p:cTn id="71" dur="1" fill="hold">
                                          <p:stCondLst>
                                            <p:cond delay="0"/>
                                          </p:stCondLst>
                                        </p:cTn>
                                        <p:tgtEl>
                                          <p:spTgt spid="48"/>
                                        </p:tgtEl>
                                        <p:attrNameLst>
                                          <p:attrName>style.visibility</p:attrName>
                                        </p:attrNameLst>
                                      </p:cBhvr>
                                      <p:to>
                                        <p:strVal val="visible"/>
                                      </p:to>
                                    </p:set>
                                    <p:anim calcmode="lin" valueType="num">
                                      <p:cBhvr additive="base">
                                        <p:cTn id="72" dur="500" fill="hold"/>
                                        <p:tgtEl>
                                          <p:spTgt spid="48"/>
                                        </p:tgtEl>
                                        <p:attrNameLst>
                                          <p:attrName>ppt_x</p:attrName>
                                        </p:attrNameLst>
                                      </p:cBhvr>
                                      <p:tavLst>
                                        <p:tav tm="0">
                                          <p:val>
                                            <p:strVal val="#ppt_x"/>
                                          </p:val>
                                        </p:tav>
                                        <p:tav tm="100000">
                                          <p:val>
                                            <p:strVal val="#ppt_x"/>
                                          </p:val>
                                        </p:tav>
                                      </p:tavLst>
                                    </p:anim>
                                    <p:anim calcmode="lin" valueType="num">
                                      <p:cBhvr additive="base">
                                        <p:cTn id="73" dur="500" fill="hold"/>
                                        <p:tgtEl>
                                          <p:spTgt spid="48"/>
                                        </p:tgtEl>
                                        <p:attrNameLst>
                                          <p:attrName>ppt_y</p:attrName>
                                        </p:attrNameLst>
                                      </p:cBhvr>
                                      <p:tavLst>
                                        <p:tav tm="0">
                                          <p:val>
                                            <p:strVal val="0-#ppt_h/2"/>
                                          </p:val>
                                        </p:tav>
                                        <p:tav tm="100000">
                                          <p:val>
                                            <p:strVal val="#ppt_y"/>
                                          </p:val>
                                        </p:tav>
                                      </p:tavLst>
                                    </p:anim>
                                  </p:childTnLst>
                                </p:cTn>
                              </p:par>
                            </p:childTnLst>
                          </p:cTn>
                        </p:par>
                        <p:par>
                          <p:cTn id="74" fill="hold">
                            <p:stCondLst>
                              <p:cond delay="7500"/>
                            </p:stCondLst>
                            <p:childTnLst>
                              <p:par>
                                <p:cTn id="75" presetID="22" presetClass="entr" presetSubtype="2" fill="hold" grpId="0" nodeType="afterEffect">
                                  <p:stCondLst>
                                    <p:cond delay="0"/>
                                  </p:stCondLst>
                                  <p:childTnLst>
                                    <p:set>
                                      <p:cBhvr>
                                        <p:cTn id="76" dur="1" fill="hold">
                                          <p:stCondLst>
                                            <p:cond delay="0"/>
                                          </p:stCondLst>
                                        </p:cTn>
                                        <p:tgtEl>
                                          <p:spTgt spid="63"/>
                                        </p:tgtEl>
                                        <p:attrNameLst>
                                          <p:attrName>style.visibility</p:attrName>
                                        </p:attrNameLst>
                                      </p:cBhvr>
                                      <p:to>
                                        <p:strVal val="visible"/>
                                      </p:to>
                                    </p:set>
                                    <p:animEffect transition="in" filter="wipe(right)">
                                      <p:cBhvr>
                                        <p:cTn id="77" dur="500"/>
                                        <p:tgtEl>
                                          <p:spTgt spid="63"/>
                                        </p:tgtEl>
                                      </p:cBhvr>
                                    </p:animEffect>
                                  </p:childTnLst>
                                </p:cTn>
                              </p:par>
                            </p:childTnLst>
                          </p:cTn>
                        </p:par>
                        <p:par>
                          <p:cTn id="78" fill="hold">
                            <p:stCondLst>
                              <p:cond delay="8000"/>
                            </p:stCondLst>
                            <p:childTnLst>
                              <p:par>
                                <p:cTn id="79" presetID="53" presetClass="entr" presetSubtype="0" fill="hold" grpId="0" nodeType="afterEffect">
                                  <p:stCondLst>
                                    <p:cond delay="0"/>
                                  </p:stCondLst>
                                  <p:childTnLst>
                                    <p:set>
                                      <p:cBhvr>
                                        <p:cTn id="80" dur="1" fill="hold">
                                          <p:stCondLst>
                                            <p:cond delay="0"/>
                                          </p:stCondLst>
                                        </p:cTn>
                                        <p:tgtEl>
                                          <p:spTgt spid="90"/>
                                        </p:tgtEl>
                                        <p:attrNameLst>
                                          <p:attrName>style.visibility</p:attrName>
                                        </p:attrNameLst>
                                      </p:cBhvr>
                                      <p:to>
                                        <p:strVal val="visible"/>
                                      </p:to>
                                    </p:set>
                                    <p:anim calcmode="lin" valueType="num">
                                      <p:cBhvr>
                                        <p:cTn id="81" dur="500" fill="hold"/>
                                        <p:tgtEl>
                                          <p:spTgt spid="90"/>
                                        </p:tgtEl>
                                        <p:attrNameLst>
                                          <p:attrName>ppt_w</p:attrName>
                                        </p:attrNameLst>
                                      </p:cBhvr>
                                      <p:tavLst>
                                        <p:tav tm="0">
                                          <p:val>
                                            <p:fltVal val="0"/>
                                          </p:val>
                                        </p:tav>
                                        <p:tav tm="100000">
                                          <p:val>
                                            <p:strVal val="#ppt_w"/>
                                          </p:val>
                                        </p:tav>
                                      </p:tavLst>
                                    </p:anim>
                                    <p:anim calcmode="lin" valueType="num">
                                      <p:cBhvr>
                                        <p:cTn id="82" dur="500" fill="hold"/>
                                        <p:tgtEl>
                                          <p:spTgt spid="90"/>
                                        </p:tgtEl>
                                        <p:attrNameLst>
                                          <p:attrName>ppt_h</p:attrName>
                                        </p:attrNameLst>
                                      </p:cBhvr>
                                      <p:tavLst>
                                        <p:tav tm="0">
                                          <p:val>
                                            <p:fltVal val="0"/>
                                          </p:val>
                                        </p:tav>
                                        <p:tav tm="100000">
                                          <p:val>
                                            <p:strVal val="#ppt_h"/>
                                          </p:val>
                                        </p:tav>
                                      </p:tavLst>
                                    </p:anim>
                                    <p:animEffect transition="in" filter="fade">
                                      <p:cBhvr>
                                        <p:cTn id="83" dur="500"/>
                                        <p:tgtEl>
                                          <p:spTgt spid="90"/>
                                        </p:tgtEl>
                                      </p:cBhvr>
                                    </p:animEffect>
                                  </p:childTnLst>
                                </p:cTn>
                              </p:par>
                            </p:childTnLst>
                          </p:cTn>
                        </p:par>
                        <p:par>
                          <p:cTn id="84" fill="hold">
                            <p:stCondLst>
                              <p:cond delay="8500"/>
                            </p:stCondLst>
                            <p:childTnLst>
                              <p:par>
                                <p:cTn id="85" presetID="22" presetClass="entr" presetSubtype="2" fill="hold" grpId="0" nodeType="afterEffect">
                                  <p:stCondLst>
                                    <p:cond delay="0"/>
                                  </p:stCondLst>
                                  <p:childTnLst>
                                    <p:set>
                                      <p:cBhvr>
                                        <p:cTn id="86" dur="1" fill="hold">
                                          <p:stCondLst>
                                            <p:cond delay="0"/>
                                          </p:stCondLst>
                                        </p:cTn>
                                        <p:tgtEl>
                                          <p:spTgt spid="91"/>
                                        </p:tgtEl>
                                        <p:attrNameLst>
                                          <p:attrName>style.visibility</p:attrName>
                                        </p:attrNameLst>
                                      </p:cBhvr>
                                      <p:to>
                                        <p:strVal val="visible"/>
                                      </p:to>
                                    </p:set>
                                    <p:animEffect transition="in" filter="wipe(right)">
                                      <p:cBhvr>
                                        <p:cTn id="87" dur="500"/>
                                        <p:tgtEl>
                                          <p:spTgt spid="91"/>
                                        </p:tgtEl>
                                      </p:cBhvr>
                                    </p:animEffect>
                                  </p:childTnLst>
                                </p:cTn>
                              </p:par>
                            </p:childTnLst>
                          </p:cTn>
                        </p:par>
                        <p:par>
                          <p:cTn id="88" fill="hold">
                            <p:stCondLst>
                              <p:cond delay="9000"/>
                            </p:stCondLst>
                            <p:childTnLst>
                              <p:par>
                                <p:cTn id="89" presetID="2" presetClass="entr" presetSubtype="1" accel="50000" decel="50000" fill="hold" grpId="0" nodeType="afterEffect">
                                  <p:stCondLst>
                                    <p:cond delay="0"/>
                                  </p:stCondLst>
                                  <p:childTnLst>
                                    <p:set>
                                      <p:cBhvr>
                                        <p:cTn id="90" dur="1" fill="hold">
                                          <p:stCondLst>
                                            <p:cond delay="0"/>
                                          </p:stCondLst>
                                        </p:cTn>
                                        <p:tgtEl>
                                          <p:spTgt spid="72"/>
                                        </p:tgtEl>
                                        <p:attrNameLst>
                                          <p:attrName>style.visibility</p:attrName>
                                        </p:attrNameLst>
                                      </p:cBhvr>
                                      <p:to>
                                        <p:strVal val="visible"/>
                                      </p:to>
                                    </p:set>
                                    <p:anim calcmode="lin" valueType="num">
                                      <p:cBhvr additive="base">
                                        <p:cTn id="91" dur="500" fill="hold"/>
                                        <p:tgtEl>
                                          <p:spTgt spid="72"/>
                                        </p:tgtEl>
                                        <p:attrNameLst>
                                          <p:attrName>ppt_x</p:attrName>
                                        </p:attrNameLst>
                                      </p:cBhvr>
                                      <p:tavLst>
                                        <p:tav tm="0">
                                          <p:val>
                                            <p:strVal val="#ppt_x"/>
                                          </p:val>
                                        </p:tav>
                                        <p:tav tm="100000">
                                          <p:val>
                                            <p:strVal val="#ppt_x"/>
                                          </p:val>
                                        </p:tav>
                                      </p:tavLst>
                                    </p:anim>
                                    <p:anim calcmode="lin" valueType="num">
                                      <p:cBhvr additive="base">
                                        <p:cTn id="92" dur="500" fill="hold"/>
                                        <p:tgtEl>
                                          <p:spTgt spid="72"/>
                                        </p:tgtEl>
                                        <p:attrNameLst>
                                          <p:attrName>ppt_y</p:attrName>
                                        </p:attrNameLst>
                                      </p:cBhvr>
                                      <p:tavLst>
                                        <p:tav tm="0">
                                          <p:val>
                                            <p:strVal val="0-#ppt_h/2"/>
                                          </p:val>
                                        </p:tav>
                                        <p:tav tm="100000">
                                          <p:val>
                                            <p:strVal val="#ppt_y"/>
                                          </p:val>
                                        </p:tav>
                                      </p:tavLst>
                                    </p:anim>
                                  </p:childTnLst>
                                </p:cTn>
                              </p:par>
                            </p:childTnLst>
                          </p:cTn>
                        </p:par>
                        <p:par>
                          <p:cTn id="93" fill="hold">
                            <p:stCondLst>
                              <p:cond delay="9500"/>
                            </p:stCondLst>
                            <p:childTnLst>
                              <p:par>
                                <p:cTn id="94" presetID="22" presetClass="entr" presetSubtype="8" fill="hold" grpId="0" nodeType="afterEffect">
                                  <p:stCondLst>
                                    <p:cond delay="0"/>
                                  </p:stCondLst>
                                  <p:childTnLst>
                                    <p:set>
                                      <p:cBhvr>
                                        <p:cTn id="95" dur="1" fill="hold">
                                          <p:stCondLst>
                                            <p:cond delay="0"/>
                                          </p:stCondLst>
                                        </p:cTn>
                                        <p:tgtEl>
                                          <p:spTgt spid="73"/>
                                        </p:tgtEl>
                                        <p:attrNameLst>
                                          <p:attrName>style.visibility</p:attrName>
                                        </p:attrNameLst>
                                      </p:cBhvr>
                                      <p:to>
                                        <p:strVal val="visible"/>
                                      </p:to>
                                    </p:set>
                                    <p:animEffect transition="in" filter="wipe(left)">
                                      <p:cBhvr>
                                        <p:cTn id="96" dur="500"/>
                                        <p:tgtEl>
                                          <p:spTgt spid="73"/>
                                        </p:tgtEl>
                                      </p:cBhvr>
                                    </p:animEffect>
                                  </p:childTnLst>
                                </p:cTn>
                              </p:par>
                            </p:childTnLst>
                          </p:cTn>
                        </p:par>
                        <p:par>
                          <p:cTn id="97" fill="hold">
                            <p:stCondLst>
                              <p:cond delay="10000"/>
                            </p:stCondLst>
                            <p:childTnLst>
                              <p:par>
                                <p:cTn id="98" presetID="53" presetClass="entr" presetSubtype="0" fill="hold" grpId="0" nodeType="afterEffect">
                                  <p:stCondLst>
                                    <p:cond delay="0"/>
                                  </p:stCondLst>
                                  <p:childTnLst>
                                    <p:set>
                                      <p:cBhvr>
                                        <p:cTn id="99" dur="1" fill="hold">
                                          <p:stCondLst>
                                            <p:cond delay="0"/>
                                          </p:stCondLst>
                                        </p:cTn>
                                        <p:tgtEl>
                                          <p:spTgt spid="81"/>
                                        </p:tgtEl>
                                        <p:attrNameLst>
                                          <p:attrName>style.visibility</p:attrName>
                                        </p:attrNameLst>
                                      </p:cBhvr>
                                      <p:to>
                                        <p:strVal val="visible"/>
                                      </p:to>
                                    </p:set>
                                    <p:anim calcmode="lin" valueType="num">
                                      <p:cBhvr>
                                        <p:cTn id="100" dur="500" fill="hold"/>
                                        <p:tgtEl>
                                          <p:spTgt spid="81"/>
                                        </p:tgtEl>
                                        <p:attrNameLst>
                                          <p:attrName>ppt_w</p:attrName>
                                        </p:attrNameLst>
                                      </p:cBhvr>
                                      <p:tavLst>
                                        <p:tav tm="0">
                                          <p:val>
                                            <p:fltVal val="0"/>
                                          </p:val>
                                        </p:tav>
                                        <p:tav tm="100000">
                                          <p:val>
                                            <p:strVal val="#ppt_w"/>
                                          </p:val>
                                        </p:tav>
                                      </p:tavLst>
                                    </p:anim>
                                    <p:anim calcmode="lin" valueType="num">
                                      <p:cBhvr>
                                        <p:cTn id="101" dur="500" fill="hold"/>
                                        <p:tgtEl>
                                          <p:spTgt spid="81"/>
                                        </p:tgtEl>
                                        <p:attrNameLst>
                                          <p:attrName>ppt_h</p:attrName>
                                        </p:attrNameLst>
                                      </p:cBhvr>
                                      <p:tavLst>
                                        <p:tav tm="0">
                                          <p:val>
                                            <p:fltVal val="0"/>
                                          </p:val>
                                        </p:tav>
                                        <p:tav tm="100000">
                                          <p:val>
                                            <p:strVal val="#ppt_h"/>
                                          </p:val>
                                        </p:tav>
                                      </p:tavLst>
                                    </p:anim>
                                    <p:animEffect transition="in" filter="fade">
                                      <p:cBhvr>
                                        <p:cTn id="102" dur="500"/>
                                        <p:tgtEl>
                                          <p:spTgt spid="81"/>
                                        </p:tgtEl>
                                      </p:cBhvr>
                                    </p:animEffect>
                                  </p:childTnLst>
                                </p:cTn>
                              </p:par>
                            </p:childTnLst>
                          </p:cTn>
                        </p:par>
                        <p:par>
                          <p:cTn id="103" fill="hold">
                            <p:stCondLst>
                              <p:cond delay="10500"/>
                            </p:stCondLst>
                            <p:childTnLst>
                              <p:par>
                                <p:cTn id="104" presetID="22" presetClass="entr" presetSubtype="8" fill="hold" grpId="0" nodeType="afterEffect">
                                  <p:stCondLst>
                                    <p:cond delay="0"/>
                                  </p:stCondLst>
                                  <p:childTnLst>
                                    <p:set>
                                      <p:cBhvr>
                                        <p:cTn id="105" dur="1" fill="hold">
                                          <p:stCondLst>
                                            <p:cond delay="0"/>
                                          </p:stCondLst>
                                        </p:cTn>
                                        <p:tgtEl>
                                          <p:spTgt spid="80"/>
                                        </p:tgtEl>
                                        <p:attrNameLst>
                                          <p:attrName>style.visibility</p:attrName>
                                        </p:attrNameLst>
                                      </p:cBhvr>
                                      <p:to>
                                        <p:strVal val="visible"/>
                                      </p:to>
                                    </p:set>
                                    <p:animEffect transition="in" filter="wipe(left)">
                                      <p:cBhvr>
                                        <p:cTn id="106" dur="500"/>
                                        <p:tgtEl>
                                          <p:spTgt spid="80"/>
                                        </p:tgtEl>
                                      </p:cBhvr>
                                    </p:animEffect>
                                  </p:childTnLst>
                                </p:cTn>
                              </p:par>
                            </p:childTnLst>
                          </p:cTn>
                        </p:par>
                        <p:par>
                          <p:cTn id="107" fill="hold">
                            <p:stCondLst>
                              <p:cond delay="11000"/>
                            </p:stCondLst>
                            <p:childTnLst>
                              <p:par>
                                <p:cTn id="108" presetID="16" presetClass="entr" presetSubtype="37" fill="hold" grpId="0" nodeType="afterEffect">
                                  <p:stCondLst>
                                    <p:cond delay="0"/>
                                  </p:stCondLst>
                                  <p:childTnLst>
                                    <p:set>
                                      <p:cBhvr>
                                        <p:cTn id="109" dur="1" fill="hold">
                                          <p:stCondLst>
                                            <p:cond delay="0"/>
                                          </p:stCondLst>
                                        </p:cTn>
                                        <p:tgtEl>
                                          <p:spTgt spid="67"/>
                                        </p:tgtEl>
                                        <p:attrNameLst>
                                          <p:attrName>style.visibility</p:attrName>
                                        </p:attrNameLst>
                                      </p:cBhvr>
                                      <p:to>
                                        <p:strVal val="visible"/>
                                      </p:to>
                                    </p:set>
                                    <p:animEffect transition="in" filter="barn(outVertical)">
                                      <p:cBhvr>
                                        <p:cTn id="110" dur="500"/>
                                        <p:tgtEl>
                                          <p:spTgt spid="67"/>
                                        </p:tgtEl>
                                      </p:cBhvr>
                                    </p:animEffect>
                                  </p:childTnLst>
                                </p:cTn>
                              </p:par>
                            </p:childTnLst>
                          </p:cTn>
                        </p:par>
                        <p:par>
                          <p:cTn id="111" fill="hold">
                            <p:stCondLst>
                              <p:cond delay="11500"/>
                            </p:stCondLst>
                            <p:childTnLst>
                              <p:par>
                                <p:cTn id="112" presetID="2" presetClass="entr" presetSubtype="1" accel="50000" decel="50000" fill="hold" grpId="0" nodeType="afterEffect">
                                  <p:stCondLst>
                                    <p:cond delay="0"/>
                                  </p:stCondLst>
                                  <p:childTnLst>
                                    <p:set>
                                      <p:cBhvr>
                                        <p:cTn id="113" dur="1" fill="hold">
                                          <p:stCondLst>
                                            <p:cond delay="0"/>
                                          </p:stCondLst>
                                        </p:cTn>
                                        <p:tgtEl>
                                          <p:spTgt spid="64"/>
                                        </p:tgtEl>
                                        <p:attrNameLst>
                                          <p:attrName>style.visibility</p:attrName>
                                        </p:attrNameLst>
                                      </p:cBhvr>
                                      <p:to>
                                        <p:strVal val="visible"/>
                                      </p:to>
                                    </p:set>
                                    <p:anim calcmode="lin" valueType="num">
                                      <p:cBhvr additive="base">
                                        <p:cTn id="114" dur="500" fill="hold"/>
                                        <p:tgtEl>
                                          <p:spTgt spid="64"/>
                                        </p:tgtEl>
                                        <p:attrNameLst>
                                          <p:attrName>ppt_x</p:attrName>
                                        </p:attrNameLst>
                                      </p:cBhvr>
                                      <p:tavLst>
                                        <p:tav tm="0">
                                          <p:val>
                                            <p:strVal val="#ppt_x"/>
                                          </p:val>
                                        </p:tav>
                                        <p:tav tm="100000">
                                          <p:val>
                                            <p:strVal val="#ppt_x"/>
                                          </p:val>
                                        </p:tav>
                                      </p:tavLst>
                                    </p:anim>
                                    <p:anim calcmode="lin" valueType="num">
                                      <p:cBhvr additive="base">
                                        <p:cTn id="115" dur="500" fill="hold"/>
                                        <p:tgtEl>
                                          <p:spTgt spid="64"/>
                                        </p:tgtEl>
                                        <p:attrNameLst>
                                          <p:attrName>ppt_y</p:attrName>
                                        </p:attrNameLst>
                                      </p:cBhvr>
                                      <p:tavLst>
                                        <p:tav tm="0">
                                          <p:val>
                                            <p:strVal val="0-#ppt_h/2"/>
                                          </p:val>
                                        </p:tav>
                                        <p:tav tm="100000">
                                          <p:val>
                                            <p:strVal val="#ppt_y"/>
                                          </p:val>
                                        </p:tav>
                                      </p:tavLst>
                                    </p:anim>
                                  </p:childTnLst>
                                </p:cTn>
                              </p:par>
                            </p:childTnLst>
                          </p:cTn>
                        </p:par>
                        <p:par>
                          <p:cTn id="116" fill="hold">
                            <p:stCondLst>
                              <p:cond delay="12000"/>
                            </p:stCondLst>
                            <p:childTnLst>
                              <p:par>
                                <p:cTn id="117" presetID="22" presetClass="entr" presetSubtype="2" fill="hold" grpId="0" nodeType="afterEffect">
                                  <p:stCondLst>
                                    <p:cond delay="0"/>
                                  </p:stCondLst>
                                  <p:childTnLst>
                                    <p:set>
                                      <p:cBhvr>
                                        <p:cTn id="118" dur="1" fill="hold">
                                          <p:stCondLst>
                                            <p:cond delay="0"/>
                                          </p:stCondLst>
                                        </p:cTn>
                                        <p:tgtEl>
                                          <p:spTgt spid="65"/>
                                        </p:tgtEl>
                                        <p:attrNameLst>
                                          <p:attrName>style.visibility</p:attrName>
                                        </p:attrNameLst>
                                      </p:cBhvr>
                                      <p:to>
                                        <p:strVal val="visible"/>
                                      </p:to>
                                    </p:set>
                                    <p:animEffect transition="in" filter="wipe(right)">
                                      <p:cBhvr>
                                        <p:cTn id="119" dur="500"/>
                                        <p:tgtEl>
                                          <p:spTgt spid="65"/>
                                        </p:tgtEl>
                                      </p:cBhvr>
                                    </p:animEffect>
                                  </p:childTnLst>
                                </p:cTn>
                              </p:par>
                            </p:childTnLst>
                          </p:cTn>
                        </p:par>
                        <p:par>
                          <p:cTn id="120" fill="hold">
                            <p:stCondLst>
                              <p:cond delay="12500"/>
                            </p:stCondLst>
                            <p:childTnLst>
                              <p:par>
                                <p:cTn id="121" presetID="53" presetClass="entr" presetSubtype="0" fill="hold" grpId="0" nodeType="afterEffect">
                                  <p:stCondLst>
                                    <p:cond delay="0"/>
                                  </p:stCondLst>
                                  <p:childTnLst>
                                    <p:set>
                                      <p:cBhvr>
                                        <p:cTn id="122" dur="1" fill="hold">
                                          <p:stCondLst>
                                            <p:cond delay="0"/>
                                          </p:stCondLst>
                                        </p:cTn>
                                        <p:tgtEl>
                                          <p:spTgt spid="92"/>
                                        </p:tgtEl>
                                        <p:attrNameLst>
                                          <p:attrName>style.visibility</p:attrName>
                                        </p:attrNameLst>
                                      </p:cBhvr>
                                      <p:to>
                                        <p:strVal val="visible"/>
                                      </p:to>
                                    </p:set>
                                    <p:anim calcmode="lin" valueType="num">
                                      <p:cBhvr>
                                        <p:cTn id="123" dur="500" fill="hold"/>
                                        <p:tgtEl>
                                          <p:spTgt spid="92"/>
                                        </p:tgtEl>
                                        <p:attrNameLst>
                                          <p:attrName>ppt_w</p:attrName>
                                        </p:attrNameLst>
                                      </p:cBhvr>
                                      <p:tavLst>
                                        <p:tav tm="0">
                                          <p:val>
                                            <p:fltVal val="0"/>
                                          </p:val>
                                        </p:tav>
                                        <p:tav tm="100000">
                                          <p:val>
                                            <p:strVal val="#ppt_w"/>
                                          </p:val>
                                        </p:tav>
                                      </p:tavLst>
                                    </p:anim>
                                    <p:anim calcmode="lin" valueType="num">
                                      <p:cBhvr>
                                        <p:cTn id="124" dur="500" fill="hold"/>
                                        <p:tgtEl>
                                          <p:spTgt spid="92"/>
                                        </p:tgtEl>
                                        <p:attrNameLst>
                                          <p:attrName>ppt_h</p:attrName>
                                        </p:attrNameLst>
                                      </p:cBhvr>
                                      <p:tavLst>
                                        <p:tav tm="0">
                                          <p:val>
                                            <p:fltVal val="0"/>
                                          </p:val>
                                        </p:tav>
                                        <p:tav tm="100000">
                                          <p:val>
                                            <p:strVal val="#ppt_h"/>
                                          </p:val>
                                        </p:tav>
                                      </p:tavLst>
                                    </p:anim>
                                    <p:animEffect transition="in" filter="fade">
                                      <p:cBhvr>
                                        <p:cTn id="125" dur="500"/>
                                        <p:tgtEl>
                                          <p:spTgt spid="92"/>
                                        </p:tgtEl>
                                      </p:cBhvr>
                                    </p:animEffect>
                                  </p:childTnLst>
                                </p:cTn>
                              </p:par>
                            </p:childTnLst>
                          </p:cTn>
                        </p:par>
                        <p:par>
                          <p:cTn id="126" fill="hold">
                            <p:stCondLst>
                              <p:cond delay="13000"/>
                            </p:stCondLst>
                            <p:childTnLst>
                              <p:par>
                                <p:cTn id="127" presetID="22" presetClass="entr" presetSubtype="2" fill="hold" grpId="0" nodeType="afterEffect">
                                  <p:stCondLst>
                                    <p:cond delay="0"/>
                                  </p:stCondLst>
                                  <p:childTnLst>
                                    <p:set>
                                      <p:cBhvr>
                                        <p:cTn id="128" dur="1" fill="hold">
                                          <p:stCondLst>
                                            <p:cond delay="0"/>
                                          </p:stCondLst>
                                        </p:cTn>
                                        <p:tgtEl>
                                          <p:spTgt spid="93"/>
                                        </p:tgtEl>
                                        <p:attrNameLst>
                                          <p:attrName>style.visibility</p:attrName>
                                        </p:attrNameLst>
                                      </p:cBhvr>
                                      <p:to>
                                        <p:strVal val="visible"/>
                                      </p:to>
                                    </p:set>
                                    <p:animEffect transition="in" filter="wipe(right)">
                                      <p:cBhvr>
                                        <p:cTn id="129"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9" grpId="0" animBg="1"/>
      <p:bldP spid="70" grpId="0" animBg="1"/>
      <p:bldP spid="71" grpId="0" animBg="1"/>
      <p:bldP spid="72" grpId="0" animBg="1"/>
      <p:bldP spid="73" grpId="0" animBg="1"/>
      <p:bldP spid="45" grpId="0" animBg="1"/>
      <p:bldP spid="46" grpId="0" animBg="1"/>
      <p:bldP spid="48" grpId="0" animBg="1"/>
      <p:bldP spid="63" grpId="0" animBg="1"/>
      <p:bldP spid="64" grpId="0" animBg="1"/>
      <p:bldP spid="65" grpId="0" animBg="1"/>
      <p:bldP spid="62" grpId="0" animBg="1"/>
      <p:bldP spid="66" grpId="0" animBg="1"/>
      <p:bldP spid="67" grpId="0" animBg="1"/>
      <p:bldP spid="74" grpId="0"/>
      <p:bldP spid="75" grpId="0" animBg="1"/>
      <p:bldP spid="78" grpId="0"/>
      <p:bldP spid="79" grpId="0" animBg="1"/>
      <p:bldP spid="80" grpId="0"/>
      <p:bldP spid="81" grpId="0" animBg="1"/>
      <p:bldP spid="84" grpId="0" animBg="1"/>
      <p:bldP spid="87" grpId="0"/>
      <p:bldP spid="90" grpId="0" animBg="1"/>
      <p:bldP spid="91" grpId="0"/>
      <p:bldP spid="92" grpId="0" animBg="1"/>
      <p:bldP spid="93"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Analytic Infographic</a:t>
            </a:r>
            <a:endParaRPr lang="en-US" dirty="0"/>
          </a:p>
        </p:txBody>
      </p:sp>
      <p:sp>
        <p:nvSpPr>
          <p:cNvPr id="8" name="Text Placeholder 7"/>
          <p:cNvSpPr>
            <a:spLocks noGrp="1"/>
          </p:cNvSpPr>
          <p:nvPr>
            <p:ph type="body" sz="half" idx="2"/>
          </p:nvPr>
        </p:nvSpPr>
        <p:spPr/>
        <p:txBody>
          <a:bodyPr/>
          <a:lstStyle/>
          <a:p>
            <a:r>
              <a:rPr lang="en-US"/>
              <a:t>Analytic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199</a:t>
            </a:fld>
            <a:endParaRPr lang="en-US" dirty="0"/>
          </a:p>
        </p:txBody>
      </p:sp>
      <p:grpSp>
        <p:nvGrpSpPr>
          <p:cNvPr id="2" name="Group 21"/>
          <p:cNvGrpSpPr/>
          <p:nvPr/>
        </p:nvGrpSpPr>
        <p:grpSpPr>
          <a:xfrm>
            <a:off x="4006674" y="1287529"/>
            <a:ext cx="1100835" cy="1100835"/>
            <a:chOff x="3971099" y="1151695"/>
            <a:chExt cx="1239078" cy="1239078"/>
          </a:xfrm>
        </p:grpSpPr>
        <p:sp>
          <p:nvSpPr>
            <p:cNvPr id="17" name="Oval 16"/>
            <p:cNvSpPr/>
            <p:nvPr/>
          </p:nvSpPr>
          <p:spPr>
            <a:xfrm>
              <a:off x="3971099" y="1151695"/>
              <a:ext cx="1239078" cy="123907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 name="Oval 5"/>
            <p:cNvSpPr/>
            <p:nvPr/>
          </p:nvSpPr>
          <p:spPr>
            <a:xfrm>
              <a:off x="4019554" y="1200150"/>
              <a:ext cx="1142168" cy="1142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 name="Freeform 42"/>
            <p:cNvSpPr>
              <a:spLocks noEditPoints="1"/>
            </p:cNvSpPr>
            <p:nvPr/>
          </p:nvSpPr>
          <p:spPr bwMode="auto">
            <a:xfrm>
              <a:off x="4400989" y="1607992"/>
              <a:ext cx="379298" cy="326484"/>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19"/>
          <p:cNvGrpSpPr/>
          <p:nvPr/>
        </p:nvGrpSpPr>
        <p:grpSpPr>
          <a:xfrm>
            <a:off x="2853240" y="3299716"/>
            <a:ext cx="1100835" cy="1100835"/>
            <a:chOff x="2619806" y="3057527"/>
            <a:chExt cx="1239078" cy="1239078"/>
          </a:xfrm>
        </p:grpSpPr>
        <p:sp>
          <p:nvSpPr>
            <p:cNvPr id="18" name="Oval 17"/>
            <p:cNvSpPr/>
            <p:nvPr/>
          </p:nvSpPr>
          <p:spPr>
            <a:xfrm>
              <a:off x="2619806" y="3057527"/>
              <a:ext cx="1239078" cy="123907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 name="Oval 10"/>
            <p:cNvSpPr/>
            <p:nvPr/>
          </p:nvSpPr>
          <p:spPr>
            <a:xfrm>
              <a:off x="2668261" y="3105982"/>
              <a:ext cx="1142168" cy="1142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 name="Freeform 178"/>
            <p:cNvSpPr>
              <a:spLocks noEditPoints="1"/>
            </p:cNvSpPr>
            <p:nvPr/>
          </p:nvSpPr>
          <p:spPr bwMode="auto">
            <a:xfrm>
              <a:off x="3049693" y="3534228"/>
              <a:ext cx="379304" cy="28567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20"/>
          <p:cNvGrpSpPr/>
          <p:nvPr/>
        </p:nvGrpSpPr>
        <p:grpSpPr>
          <a:xfrm>
            <a:off x="5189925" y="3299716"/>
            <a:ext cx="1100835" cy="1100835"/>
            <a:chOff x="5249933" y="3057527"/>
            <a:chExt cx="1239078" cy="1239078"/>
          </a:xfrm>
        </p:grpSpPr>
        <p:sp>
          <p:nvSpPr>
            <p:cNvPr id="19" name="Oval 18"/>
            <p:cNvSpPr/>
            <p:nvPr/>
          </p:nvSpPr>
          <p:spPr>
            <a:xfrm>
              <a:off x="5249933" y="3057527"/>
              <a:ext cx="1239078" cy="123907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 name="Oval 13"/>
            <p:cNvSpPr/>
            <p:nvPr/>
          </p:nvSpPr>
          <p:spPr>
            <a:xfrm>
              <a:off x="5298388" y="3105982"/>
              <a:ext cx="1142168" cy="1142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5" name="Freeform 14"/>
            <p:cNvSpPr>
              <a:spLocks noEditPoints="1"/>
            </p:cNvSpPr>
            <p:nvPr/>
          </p:nvSpPr>
          <p:spPr bwMode="auto">
            <a:xfrm>
              <a:off x="5695426" y="3489817"/>
              <a:ext cx="348092" cy="374498"/>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6" name="Left Arrow 15"/>
          <p:cNvSpPr/>
          <p:nvPr/>
        </p:nvSpPr>
        <p:spPr bwMode="auto">
          <a:xfrm>
            <a:off x="3972324" y="3596934"/>
            <a:ext cx="1183971" cy="506401"/>
          </a:xfrm>
          <a:prstGeom prst="leftArrow">
            <a:avLst>
              <a:gd name="adj1" fmla="val 37962"/>
              <a:gd name="adj2" fmla="val 5000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3" name="Left Arrow 22"/>
          <p:cNvSpPr/>
          <p:nvPr/>
        </p:nvSpPr>
        <p:spPr bwMode="auto">
          <a:xfrm rot="7200000">
            <a:off x="3327644" y="2542891"/>
            <a:ext cx="1183971" cy="506401"/>
          </a:xfrm>
          <a:prstGeom prst="leftArrow">
            <a:avLst>
              <a:gd name="adj1" fmla="val 37667"/>
              <a:gd name="adj2" fmla="val 5000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Left Arrow 23"/>
          <p:cNvSpPr/>
          <p:nvPr/>
        </p:nvSpPr>
        <p:spPr bwMode="auto">
          <a:xfrm rot="3600000" flipH="1">
            <a:off x="4620229" y="2560551"/>
            <a:ext cx="1183971" cy="506401"/>
          </a:xfrm>
          <a:prstGeom prst="leftArrow">
            <a:avLst>
              <a:gd name="adj1" fmla="val 39575"/>
              <a:gd name="adj2" fmla="val 5000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5" name="Group 72"/>
          <p:cNvGrpSpPr/>
          <p:nvPr/>
        </p:nvGrpSpPr>
        <p:grpSpPr>
          <a:xfrm>
            <a:off x="1963300" y="1521724"/>
            <a:ext cx="1947726" cy="632444"/>
            <a:chOff x="5603652" y="1713005"/>
            <a:chExt cx="1947726" cy="632444"/>
          </a:xfrm>
        </p:grpSpPr>
        <p:sp>
          <p:nvSpPr>
            <p:cNvPr id="32" name="Text Placeholder 3"/>
            <p:cNvSpPr txBox="1">
              <a:spLocks/>
            </p:cNvSpPr>
            <p:nvPr/>
          </p:nvSpPr>
          <p:spPr>
            <a:xfrm>
              <a:off x="6707749" y="171300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3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0" name="Group 69"/>
          <p:cNvGrpSpPr/>
          <p:nvPr/>
        </p:nvGrpSpPr>
        <p:grpSpPr>
          <a:xfrm>
            <a:off x="6485726" y="3525137"/>
            <a:ext cx="1947726" cy="649993"/>
            <a:chOff x="5603652" y="1695456"/>
            <a:chExt cx="1947726" cy="649993"/>
          </a:xfrm>
        </p:grpSpPr>
        <p:sp>
          <p:nvSpPr>
            <p:cNvPr id="35"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36"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3" name="Group 72"/>
          <p:cNvGrpSpPr/>
          <p:nvPr/>
        </p:nvGrpSpPr>
        <p:grpSpPr>
          <a:xfrm>
            <a:off x="778737" y="3533911"/>
            <a:ext cx="1947726" cy="632444"/>
            <a:chOff x="5603652" y="1713005"/>
            <a:chExt cx="1947726" cy="632444"/>
          </a:xfrm>
        </p:grpSpPr>
        <p:sp>
          <p:nvSpPr>
            <p:cNvPr id="38" name="Text Placeholder 3"/>
            <p:cNvSpPr txBox="1">
              <a:spLocks/>
            </p:cNvSpPr>
            <p:nvPr/>
          </p:nvSpPr>
          <p:spPr>
            <a:xfrm>
              <a:off x="6894147" y="1713005"/>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39"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20" name="Group 39"/>
          <p:cNvGrpSpPr/>
          <p:nvPr/>
        </p:nvGrpSpPr>
        <p:grpSpPr>
          <a:xfrm>
            <a:off x="4174820" y="2757179"/>
            <a:ext cx="794360" cy="657674"/>
            <a:chOff x="2897188" y="3733800"/>
            <a:chExt cx="636587" cy="527050"/>
          </a:xfrm>
          <a:solidFill>
            <a:schemeClr val="bg1">
              <a:lumMod val="50000"/>
            </a:schemeClr>
          </a:solidFill>
        </p:grpSpPr>
        <p:sp>
          <p:nvSpPr>
            <p:cNvPr id="41" name="Freeform 5"/>
            <p:cNvSpPr>
              <a:spLocks noEditPoints="1"/>
            </p:cNvSpPr>
            <p:nvPr/>
          </p:nvSpPr>
          <p:spPr bwMode="auto">
            <a:xfrm>
              <a:off x="2952750" y="3838575"/>
              <a:ext cx="98425" cy="100012"/>
            </a:xfrm>
            <a:custGeom>
              <a:avLst/>
              <a:gdLst/>
              <a:ahLst/>
              <a:cxnLst>
                <a:cxn ang="0">
                  <a:pos x="59" y="30"/>
                </a:cxn>
                <a:cxn ang="0">
                  <a:pos x="29" y="60"/>
                </a:cxn>
                <a:cxn ang="0">
                  <a:pos x="0" y="30"/>
                </a:cxn>
                <a:cxn ang="0">
                  <a:pos x="29" y="0"/>
                </a:cxn>
                <a:cxn ang="0">
                  <a:pos x="59" y="30"/>
                </a:cxn>
                <a:cxn ang="0">
                  <a:pos x="59" y="30"/>
                </a:cxn>
                <a:cxn ang="0">
                  <a:pos x="59" y="30"/>
                </a:cxn>
              </a:cxnLst>
              <a:rect l="0" t="0" r="r" b="b"/>
              <a:pathLst>
                <a:path w="59" h="60">
                  <a:moveTo>
                    <a:pt x="59" y="30"/>
                  </a:moveTo>
                  <a:cubicBezTo>
                    <a:pt x="59" y="46"/>
                    <a:pt x="46" y="60"/>
                    <a:pt x="29" y="60"/>
                  </a:cubicBezTo>
                  <a:cubicBezTo>
                    <a:pt x="13" y="60"/>
                    <a:pt x="0" y="46"/>
                    <a:pt x="0" y="30"/>
                  </a:cubicBezTo>
                  <a:cubicBezTo>
                    <a:pt x="0" y="14"/>
                    <a:pt x="13" y="0"/>
                    <a:pt x="29" y="0"/>
                  </a:cubicBezTo>
                  <a:cubicBezTo>
                    <a:pt x="46" y="0"/>
                    <a:pt x="59" y="14"/>
                    <a:pt x="59" y="30"/>
                  </a:cubicBezTo>
                  <a:close/>
                  <a:moveTo>
                    <a:pt x="59" y="30"/>
                  </a:moveTo>
                  <a:cubicBezTo>
                    <a:pt x="59" y="30"/>
                    <a:pt x="59" y="30"/>
                    <a:pt x="59" y="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6"/>
            <p:cNvSpPr>
              <a:spLocks noEditPoints="1"/>
            </p:cNvSpPr>
            <p:nvPr/>
          </p:nvSpPr>
          <p:spPr bwMode="auto">
            <a:xfrm>
              <a:off x="2944813" y="3940175"/>
              <a:ext cx="193675" cy="317500"/>
            </a:xfrm>
            <a:custGeom>
              <a:avLst/>
              <a:gdLst/>
              <a:ahLst/>
              <a:cxnLst>
                <a:cxn ang="0">
                  <a:pos x="92" y="97"/>
                </a:cxn>
                <a:cxn ang="0">
                  <a:pos x="79" y="85"/>
                </a:cxn>
                <a:cxn ang="0">
                  <a:pos x="55" y="85"/>
                </a:cxn>
                <a:cxn ang="0">
                  <a:pos x="55" y="52"/>
                </a:cxn>
                <a:cxn ang="0">
                  <a:pos x="84" y="64"/>
                </a:cxn>
                <a:cxn ang="0">
                  <a:pos x="108" y="58"/>
                </a:cxn>
                <a:cxn ang="0">
                  <a:pos x="115" y="43"/>
                </a:cxn>
                <a:cxn ang="0">
                  <a:pos x="100" y="37"/>
                </a:cxn>
                <a:cxn ang="0">
                  <a:pos x="52" y="13"/>
                </a:cxn>
                <a:cxn ang="0">
                  <a:pos x="52" y="12"/>
                </a:cxn>
                <a:cxn ang="0">
                  <a:pos x="34" y="1"/>
                </a:cxn>
                <a:cxn ang="0">
                  <a:pos x="28" y="0"/>
                </a:cxn>
                <a:cxn ang="0">
                  <a:pos x="21" y="1"/>
                </a:cxn>
                <a:cxn ang="0">
                  <a:pos x="21" y="1"/>
                </a:cxn>
                <a:cxn ang="0">
                  <a:pos x="0" y="23"/>
                </a:cxn>
                <a:cxn ang="0">
                  <a:pos x="0" y="89"/>
                </a:cxn>
                <a:cxn ang="0">
                  <a:pos x="28" y="112"/>
                </a:cxn>
                <a:cxn ang="0">
                  <a:pos x="30" y="112"/>
                </a:cxn>
                <a:cxn ang="0">
                  <a:pos x="66" y="112"/>
                </a:cxn>
                <a:cxn ang="0">
                  <a:pos x="74" y="179"/>
                </a:cxn>
                <a:cxn ang="0">
                  <a:pos x="88" y="191"/>
                </a:cxn>
                <a:cxn ang="0">
                  <a:pos x="89" y="191"/>
                </a:cxn>
                <a:cxn ang="0">
                  <a:pos x="101" y="176"/>
                </a:cxn>
                <a:cxn ang="0">
                  <a:pos x="92" y="97"/>
                </a:cxn>
                <a:cxn ang="0">
                  <a:pos x="92" y="97"/>
                </a:cxn>
                <a:cxn ang="0">
                  <a:pos x="92" y="97"/>
                </a:cxn>
              </a:cxnLst>
              <a:rect l="0" t="0" r="r" b="b"/>
              <a:pathLst>
                <a:path w="117" h="191">
                  <a:moveTo>
                    <a:pt x="92" y="97"/>
                  </a:moveTo>
                  <a:cubicBezTo>
                    <a:pt x="91" y="90"/>
                    <a:pt x="85" y="85"/>
                    <a:pt x="79" y="85"/>
                  </a:cubicBezTo>
                  <a:cubicBezTo>
                    <a:pt x="55" y="85"/>
                    <a:pt x="55" y="85"/>
                    <a:pt x="55" y="85"/>
                  </a:cubicBezTo>
                  <a:cubicBezTo>
                    <a:pt x="55" y="52"/>
                    <a:pt x="55" y="52"/>
                    <a:pt x="55" y="52"/>
                  </a:cubicBezTo>
                  <a:cubicBezTo>
                    <a:pt x="63" y="59"/>
                    <a:pt x="72" y="64"/>
                    <a:pt x="84" y="64"/>
                  </a:cubicBezTo>
                  <a:cubicBezTo>
                    <a:pt x="91" y="64"/>
                    <a:pt x="99" y="62"/>
                    <a:pt x="108" y="58"/>
                  </a:cubicBezTo>
                  <a:cubicBezTo>
                    <a:pt x="114" y="56"/>
                    <a:pt x="117" y="49"/>
                    <a:pt x="115" y="43"/>
                  </a:cubicBezTo>
                  <a:cubicBezTo>
                    <a:pt x="113" y="37"/>
                    <a:pt x="106" y="34"/>
                    <a:pt x="100" y="37"/>
                  </a:cubicBezTo>
                  <a:cubicBezTo>
                    <a:pt x="77" y="46"/>
                    <a:pt x="72" y="41"/>
                    <a:pt x="52" y="13"/>
                  </a:cubicBezTo>
                  <a:cubicBezTo>
                    <a:pt x="52" y="13"/>
                    <a:pt x="52" y="13"/>
                    <a:pt x="52" y="12"/>
                  </a:cubicBezTo>
                  <a:cubicBezTo>
                    <a:pt x="48" y="6"/>
                    <a:pt x="41" y="2"/>
                    <a:pt x="34" y="1"/>
                  </a:cubicBezTo>
                  <a:cubicBezTo>
                    <a:pt x="34" y="1"/>
                    <a:pt x="31" y="0"/>
                    <a:pt x="28" y="0"/>
                  </a:cubicBezTo>
                  <a:cubicBezTo>
                    <a:pt x="25" y="0"/>
                    <a:pt x="21" y="1"/>
                    <a:pt x="21" y="1"/>
                  </a:cubicBezTo>
                  <a:cubicBezTo>
                    <a:pt x="21" y="1"/>
                    <a:pt x="21" y="1"/>
                    <a:pt x="21" y="1"/>
                  </a:cubicBezTo>
                  <a:cubicBezTo>
                    <a:pt x="11" y="3"/>
                    <a:pt x="0" y="11"/>
                    <a:pt x="0" y="23"/>
                  </a:cubicBezTo>
                  <a:cubicBezTo>
                    <a:pt x="0" y="89"/>
                    <a:pt x="0" y="89"/>
                    <a:pt x="0" y="89"/>
                  </a:cubicBezTo>
                  <a:cubicBezTo>
                    <a:pt x="0" y="103"/>
                    <a:pt x="15" y="112"/>
                    <a:pt x="28" y="112"/>
                  </a:cubicBezTo>
                  <a:cubicBezTo>
                    <a:pt x="28" y="112"/>
                    <a:pt x="29" y="112"/>
                    <a:pt x="30" y="112"/>
                  </a:cubicBezTo>
                  <a:cubicBezTo>
                    <a:pt x="66" y="112"/>
                    <a:pt x="66" y="112"/>
                    <a:pt x="66" y="112"/>
                  </a:cubicBezTo>
                  <a:cubicBezTo>
                    <a:pt x="74" y="179"/>
                    <a:pt x="74" y="179"/>
                    <a:pt x="74" y="179"/>
                  </a:cubicBezTo>
                  <a:cubicBezTo>
                    <a:pt x="75" y="186"/>
                    <a:pt x="81" y="191"/>
                    <a:pt x="88" y="191"/>
                  </a:cubicBezTo>
                  <a:cubicBezTo>
                    <a:pt x="88" y="191"/>
                    <a:pt x="89" y="191"/>
                    <a:pt x="89" y="191"/>
                  </a:cubicBezTo>
                  <a:cubicBezTo>
                    <a:pt x="97" y="190"/>
                    <a:pt x="102" y="184"/>
                    <a:pt x="101" y="176"/>
                  </a:cubicBezTo>
                  <a:lnTo>
                    <a:pt x="92" y="97"/>
                  </a:lnTo>
                  <a:close/>
                  <a:moveTo>
                    <a:pt x="92" y="97"/>
                  </a:moveTo>
                  <a:cubicBezTo>
                    <a:pt x="92" y="97"/>
                    <a:pt x="92" y="97"/>
                    <a:pt x="92"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7"/>
            <p:cNvSpPr>
              <a:spLocks noEditPoints="1"/>
            </p:cNvSpPr>
            <p:nvPr/>
          </p:nvSpPr>
          <p:spPr bwMode="auto">
            <a:xfrm>
              <a:off x="2897188" y="3960813"/>
              <a:ext cx="152400" cy="300037"/>
            </a:xfrm>
            <a:custGeom>
              <a:avLst/>
              <a:gdLst/>
              <a:ahLst/>
              <a:cxnLst>
                <a:cxn ang="0">
                  <a:pos x="92" y="114"/>
                </a:cxn>
                <a:cxn ang="0">
                  <a:pos x="80" y="103"/>
                </a:cxn>
                <a:cxn ang="0">
                  <a:pos x="23" y="103"/>
                </a:cxn>
                <a:cxn ang="0">
                  <a:pos x="23" y="11"/>
                </a:cxn>
                <a:cxn ang="0">
                  <a:pos x="12" y="0"/>
                </a:cxn>
                <a:cxn ang="0">
                  <a:pos x="0" y="11"/>
                </a:cxn>
                <a:cxn ang="0">
                  <a:pos x="0" y="114"/>
                </a:cxn>
                <a:cxn ang="0">
                  <a:pos x="6" y="124"/>
                </a:cxn>
                <a:cxn ang="0">
                  <a:pos x="2" y="138"/>
                </a:cxn>
                <a:cxn ang="0">
                  <a:pos x="2" y="170"/>
                </a:cxn>
                <a:cxn ang="0">
                  <a:pos x="12" y="180"/>
                </a:cxn>
                <a:cxn ang="0">
                  <a:pos x="22" y="170"/>
                </a:cxn>
                <a:cxn ang="0">
                  <a:pos x="22" y="138"/>
                </a:cxn>
                <a:cxn ang="0">
                  <a:pos x="30" y="130"/>
                </a:cxn>
                <a:cxn ang="0">
                  <a:pos x="62" y="130"/>
                </a:cxn>
                <a:cxn ang="0">
                  <a:pos x="70" y="138"/>
                </a:cxn>
                <a:cxn ang="0">
                  <a:pos x="70" y="170"/>
                </a:cxn>
                <a:cxn ang="0">
                  <a:pos x="79" y="180"/>
                </a:cxn>
                <a:cxn ang="0">
                  <a:pos x="89" y="170"/>
                </a:cxn>
                <a:cxn ang="0">
                  <a:pos x="89" y="138"/>
                </a:cxn>
                <a:cxn ang="0">
                  <a:pos x="86" y="125"/>
                </a:cxn>
                <a:cxn ang="0">
                  <a:pos x="92" y="114"/>
                </a:cxn>
                <a:cxn ang="0">
                  <a:pos x="92" y="114"/>
                </a:cxn>
                <a:cxn ang="0">
                  <a:pos x="92" y="114"/>
                </a:cxn>
              </a:cxnLst>
              <a:rect l="0" t="0" r="r" b="b"/>
              <a:pathLst>
                <a:path w="92" h="180">
                  <a:moveTo>
                    <a:pt x="92" y="114"/>
                  </a:moveTo>
                  <a:cubicBezTo>
                    <a:pt x="92" y="108"/>
                    <a:pt x="87" y="103"/>
                    <a:pt x="80" y="103"/>
                  </a:cubicBezTo>
                  <a:cubicBezTo>
                    <a:pt x="23" y="103"/>
                    <a:pt x="23" y="103"/>
                    <a:pt x="23" y="103"/>
                  </a:cubicBezTo>
                  <a:cubicBezTo>
                    <a:pt x="23" y="11"/>
                    <a:pt x="23" y="11"/>
                    <a:pt x="23" y="11"/>
                  </a:cubicBezTo>
                  <a:cubicBezTo>
                    <a:pt x="23" y="5"/>
                    <a:pt x="18" y="0"/>
                    <a:pt x="12" y="0"/>
                  </a:cubicBezTo>
                  <a:cubicBezTo>
                    <a:pt x="5" y="0"/>
                    <a:pt x="0" y="5"/>
                    <a:pt x="0" y="11"/>
                  </a:cubicBezTo>
                  <a:cubicBezTo>
                    <a:pt x="0" y="114"/>
                    <a:pt x="0" y="114"/>
                    <a:pt x="0" y="114"/>
                  </a:cubicBezTo>
                  <a:cubicBezTo>
                    <a:pt x="0" y="119"/>
                    <a:pt x="2" y="122"/>
                    <a:pt x="6" y="124"/>
                  </a:cubicBezTo>
                  <a:cubicBezTo>
                    <a:pt x="4" y="128"/>
                    <a:pt x="2" y="133"/>
                    <a:pt x="2" y="138"/>
                  </a:cubicBezTo>
                  <a:cubicBezTo>
                    <a:pt x="2" y="170"/>
                    <a:pt x="2" y="170"/>
                    <a:pt x="2" y="170"/>
                  </a:cubicBezTo>
                  <a:cubicBezTo>
                    <a:pt x="2" y="175"/>
                    <a:pt x="7" y="180"/>
                    <a:pt x="12" y="180"/>
                  </a:cubicBezTo>
                  <a:cubicBezTo>
                    <a:pt x="17" y="180"/>
                    <a:pt x="22" y="175"/>
                    <a:pt x="22" y="170"/>
                  </a:cubicBezTo>
                  <a:cubicBezTo>
                    <a:pt x="22" y="138"/>
                    <a:pt x="22" y="138"/>
                    <a:pt x="22" y="138"/>
                  </a:cubicBezTo>
                  <a:cubicBezTo>
                    <a:pt x="22" y="133"/>
                    <a:pt x="25" y="130"/>
                    <a:pt x="30" y="130"/>
                  </a:cubicBezTo>
                  <a:cubicBezTo>
                    <a:pt x="62" y="130"/>
                    <a:pt x="62" y="130"/>
                    <a:pt x="62" y="130"/>
                  </a:cubicBezTo>
                  <a:cubicBezTo>
                    <a:pt x="66" y="130"/>
                    <a:pt x="70" y="133"/>
                    <a:pt x="70" y="138"/>
                  </a:cubicBezTo>
                  <a:cubicBezTo>
                    <a:pt x="70" y="170"/>
                    <a:pt x="70" y="170"/>
                    <a:pt x="70" y="170"/>
                  </a:cubicBezTo>
                  <a:cubicBezTo>
                    <a:pt x="70" y="175"/>
                    <a:pt x="74" y="180"/>
                    <a:pt x="79" y="180"/>
                  </a:cubicBezTo>
                  <a:cubicBezTo>
                    <a:pt x="85" y="180"/>
                    <a:pt x="89" y="175"/>
                    <a:pt x="89" y="170"/>
                  </a:cubicBezTo>
                  <a:cubicBezTo>
                    <a:pt x="89" y="138"/>
                    <a:pt x="89" y="138"/>
                    <a:pt x="89" y="138"/>
                  </a:cubicBezTo>
                  <a:cubicBezTo>
                    <a:pt x="89" y="133"/>
                    <a:pt x="88" y="128"/>
                    <a:pt x="86" y="125"/>
                  </a:cubicBezTo>
                  <a:cubicBezTo>
                    <a:pt x="89" y="123"/>
                    <a:pt x="92" y="119"/>
                    <a:pt x="92" y="114"/>
                  </a:cubicBezTo>
                  <a:close/>
                  <a:moveTo>
                    <a:pt x="92" y="114"/>
                  </a:moveTo>
                  <a:cubicBezTo>
                    <a:pt x="92" y="114"/>
                    <a:pt x="92" y="114"/>
                    <a:pt x="92"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8"/>
            <p:cNvSpPr>
              <a:spLocks noEditPoints="1"/>
            </p:cNvSpPr>
            <p:nvPr/>
          </p:nvSpPr>
          <p:spPr bwMode="auto">
            <a:xfrm>
              <a:off x="3379788" y="3838575"/>
              <a:ext cx="98425" cy="100012"/>
            </a:xfrm>
            <a:custGeom>
              <a:avLst/>
              <a:gdLst/>
              <a:ahLst/>
              <a:cxnLst>
                <a:cxn ang="0">
                  <a:pos x="59" y="30"/>
                </a:cxn>
                <a:cxn ang="0">
                  <a:pos x="30" y="60"/>
                </a:cxn>
                <a:cxn ang="0">
                  <a:pos x="0" y="30"/>
                </a:cxn>
                <a:cxn ang="0">
                  <a:pos x="30" y="0"/>
                </a:cxn>
                <a:cxn ang="0">
                  <a:pos x="59" y="30"/>
                </a:cxn>
                <a:cxn ang="0">
                  <a:pos x="59" y="30"/>
                </a:cxn>
                <a:cxn ang="0">
                  <a:pos x="59" y="30"/>
                </a:cxn>
              </a:cxnLst>
              <a:rect l="0" t="0" r="r" b="b"/>
              <a:pathLst>
                <a:path w="59" h="60">
                  <a:moveTo>
                    <a:pt x="59" y="30"/>
                  </a:moveTo>
                  <a:cubicBezTo>
                    <a:pt x="59" y="46"/>
                    <a:pt x="46" y="60"/>
                    <a:pt x="30" y="60"/>
                  </a:cubicBezTo>
                  <a:cubicBezTo>
                    <a:pt x="13" y="60"/>
                    <a:pt x="0" y="46"/>
                    <a:pt x="0" y="30"/>
                  </a:cubicBezTo>
                  <a:cubicBezTo>
                    <a:pt x="0" y="14"/>
                    <a:pt x="13" y="0"/>
                    <a:pt x="30" y="0"/>
                  </a:cubicBezTo>
                  <a:cubicBezTo>
                    <a:pt x="46" y="0"/>
                    <a:pt x="59" y="14"/>
                    <a:pt x="59" y="30"/>
                  </a:cubicBezTo>
                  <a:close/>
                  <a:moveTo>
                    <a:pt x="59" y="30"/>
                  </a:moveTo>
                  <a:cubicBezTo>
                    <a:pt x="59" y="30"/>
                    <a:pt x="59" y="30"/>
                    <a:pt x="59" y="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9"/>
            <p:cNvSpPr>
              <a:spLocks noEditPoints="1"/>
            </p:cNvSpPr>
            <p:nvPr/>
          </p:nvSpPr>
          <p:spPr bwMode="auto">
            <a:xfrm>
              <a:off x="3292475" y="3940175"/>
              <a:ext cx="193675" cy="317500"/>
            </a:xfrm>
            <a:custGeom>
              <a:avLst/>
              <a:gdLst/>
              <a:ahLst/>
              <a:cxnLst>
                <a:cxn ang="0">
                  <a:pos x="89" y="112"/>
                </a:cxn>
                <a:cxn ang="0">
                  <a:pos x="117" y="89"/>
                </a:cxn>
                <a:cxn ang="0">
                  <a:pos x="117" y="23"/>
                </a:cxn>
                <a:cxn ang="0">
                  <a:pos x="96" y="1"/>
                </a:cxn>
                <a:cxn ang="0">
                  <a:pos x="96" y="1"/>
                </a:cxn>
                <a:cxn ang="0">
                  <a:pos x="89" y="0"/>
                </a:cxn>
                <a:cxn ang="0">
                  <a:pos x="83" y="1"/>
                </a:cxn>
                <a:cxn ang="0">
                  <a:pos x="65" y="12"/>
                </a:cxn>
                <a:cxn ang="0">
                  <a:pos x="65" y="13"/>
                </a:cxn>
                <a:cxn ang="0">
                  <a:pos x="17" y="37"/>
                </a:cxn>
                <a:cxn ang="0">
                  <a:pos x="2" y="43"/>
                </a:cxn>
                <a:cxn ang="0">
                  <a:pos x="9" y="58"/>
                </a:cxn>
                <a:cxn ang="0">
                  <a:pos x="33" y="64"/>
                </a:cxn>
                <a:cxn ang="0">
                  <a:pos x="62" y="52"/>
                </a:cxn>
                <a:cxn ang="0">
                  <a:pos x="62" y="85"/>
                </a:cxn>
                <a:cxn ang="0">
                  <a:pos x="38" y="85"/>
                </a:cxn>
                <a:cxn ang="0">
                  <a:pos x="38" y="85"/>
                </a:cxn>
                <a:cxn ang="0">
                  <a:pos x="25" y="97"/>
                </a:cxn>
                <a:cxn ang="0">
                  <a:pos x="16" y="176"/>
                </a:cxn>
                <a:cxn ang="0">
                  <a:pos x="28" y="191"/>
                </a:cxn>
                <a:cxn ang="0">
                  <a:pos x="29" y="191"/>
                </a:cxn>
                <a:cxn ang="0">
                  <a:pos x="43" y="179"/>
                </a:cxn>
                <a:cxn ang="0">
                  <a:pos x="51" y="112"/>
                </a:cxn>
                <a:cxn ang="0">
                  <a:pos x="87" y="112"/>
                </a:cxn>
                <a:cxn ang="0">
                  <a:pos x="89" y="112"/>
                </a:cxn>
                <a:cxn ang="0">
                  <a:pos x="89" y="112"/>
                </a:cxn>
                <a:cxn ang="0">
                  <a:pos x="89" y="112"/>
                </a:cxn>
              </a:cxnLst>
              <a:rect l="0" t="0" r="r" b="b"/>
              <a:pathLst>
                <a:path w="117" h="191">
                  <a:moveTo>
                    <a:pt x="89" y="112"/>
                  </a:moveTo>
                  <a:cubicBezTo>
                    <a:pt x="102" y="112"/>
                    <a:pt x="117" y="103"/>
                    <a:pt x="117" y="89"/>
                  </a:cubicBezTo>
                  <a:cubicBezTo>
                    <a:pt x="117" y="23"/>
                    <a:pt x="117" y="23"/>
                    <a:pt x="117" y="23"/>
                  </a:cubicBezTo>
                  <a:cubicBezTo>
                    <a:pt x="117" y="11"/>
                    <a:pt x="106" y="3"/>
                    <a:pt x="96" y="1"/>
                  </a:cubicBezTo>
                  <a:cubicBezTo>
                    <a:pt x="96" y="1"/>
                    <a:pt x="96" y="1"/>
                    <a:pt x="96" y="1"/>
                  </a:cubicBezTo>
                  <a:cubicBezTo>
                    <a:pt x="96" y="1"/>
                    <a:pt x="92" y="0"/>
                    <a:pt x="89" y="0"/>
                  </a:cubicBezTo>
                  <a:cubicBezTo>
                    <a:pt x="86" y="0"/>
                    <a:pt x="83" y="1"/>
                    <a:pt x="83" y="1"/>
                  </a:cubicBezTo>
                  <a:cubicBezTo>
                    <a:pt x="76" y="2"/>
                    <a:pt x="69" y="6"/>
                    <a:pt x="65" y="12"/>
                  </a:cubicBezTo>
                  <a:cubicBezTo>
                    <a:pt x="65" y="13"/>
                    <a:pt x="65" y="13"/>
                    <a:pt x="65" y="13"/>
                  </a:cubicBezTo>
                  <a:cubicBezTo>
                    <a:pt x="45" y="41"/>
                    <a:pt x="40" y="46"/>
                    <a:pt x="17" y="37"/>
                  </a:cubicBezTo>
                  <a:cubicBezTo>
                    <a:pt x="11" y="34"/>
                    <a:pt x="4" y="37"/>
                    <a:pt x="2" y="43"/>
                  </a:cubicBezTo>
                  <a:cubicBezTo>
                    <a:pt x="0" y="49"/>
                    <a:pt x="3" y="56"/>
                    <a:pt x="9" y="58"/>
                  </a:cubicBezTo>
                  <a:cubicBezTo>
                    <a:pt x="18" y="62"/>
                    <a:pt x="26" y="64"/>
                    <a:pt x="33" y="64"/>
                  </a:cubicBezTo>
                  <a:cubicBezTo>
                    <a:pt x="45" y="64"/>
                    <a:pt x="54" y="59"/>
                    <a:pt x="62" y="52"/>
                  </a:cubicBezTo>
                  <a:cubicBezTo>
                    <a:pt x="62" y="85"/>
                    <a:pt x="62" y="85"/>
                    <a:pt x="62" y="85"/>
                  </a:cubicBezTo>
                  <a:cubicBezTo>
                    <a:pt x="38" y="85"/>
                    <a:pt x="38" y="85"/>
                    <a:pt x="38" y="85"/>
                  </a:cubicBezTo>
                  <a:cubicBezTo>
                    <a:pt x="38" y="85"/>
                    <a:pt x="38" y="85"/>
                    <a:pt x="38" y="85"/>
                  </a:cubicBezTo>
                  <a:cubicBezTo>
                    <a:pt x="31" y="85"/>
                    <a:pt x="26" y="90"/>
                    <a:pt x="25" y="97"/>
                  </a:cubicBezTo>
                  <a:cubicBezTo>
                    <a:pt x="16" y="176"/>
                    <a:pt x="16" y="176"/>
                    <a:pt x="16" y="176"/>
                  </a:cubicBezTo>
                  <a:cubicBezTo>
                    <a:pt x="15" y="184"/>
                    <a:pt x="20" y="190"/>
                    <a:pt x="28" y="191"/>
                  </a:cubicBezTo>
                  <a:cubicBezTo>
                    <a:pt x="28" y="191"/>
                    <a:pt x="29" y="191"/>
                    <a:pt x="29" y="191"/>
                  </a:cubicBezTo>
                  <a:cubicBezTo>
                    <a:pt x="36" y="191"/>
                    <a:pt x="42" y="186"/>
                    <a:pt x="43" y="179"/>
                  </a:cubicBezTo>
                  <a:cubicBezTo>
                    <a:pt x="51" y="112"/>
                    <a:pt x="51" y="112"/>
                    <a:pt x="51" y="112"/>
                  </a:cubicBezTo>
                  <a:cubicBezTo>
                    <a:pt x="87" y="112"/>
                    <a:pt x="87" y="112"/>
                    <a:pt x="87" y="112"/>
                  </a:cubicBezTo>
                  <a:cubicBezTo>
                    <a:pt x="88" y="112"/>
                    <a:pt x="89" y="112"/>
                    <a:pt x="89" y="112"/>
                  </a:cubicBezTo>
                  <a:close/>
                  <a:moveTo>
                    <a:pt x="89" y="112"/>
                  </a:moveTo>
                  <a:cubicBezTo>
                    <a:pt x="89" y="112"/>
                    <a:pt x="89" y="112"/>
                    <a:pt x="89"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10"/>
            <p:cNvSpPr>
              <a:spLocks noEditPoints="1"/>
            </p:cNvSpPr>
            <p:nvPr/>
          </p:nvSpPr>
          <p:spPr bwMode="auto">
            <a:xfrm>
              <a:off x="3381375" y="3960813"/>
              <a:ext cx="152400" cy="300037"/>
            </a:xfrm>
            <a:custGeom>
              <a:avLst/>
              <a:gdLst/>
              <a:ahLst/>
              <a:cxnLst>
                <a:cxn ang="0">
                  <a:pos x="92" y="114"/>
                </a:cxn>
                <a:cxn ang="0">
                  <a:pos x="92" y="11"/>
                </a:cxn>
                <a:cxn ang="0">
                  <a:pos x="80" y="0"/>
                </a:cxn>
                <a:cxn ang="0">
                  <a:pos x="69" y="11"/>
                </a:cxn>
                <a:cxn ang="0">
                  <a:pos x="69" y="103"/>
                </a:cxn>
                <a:cxn ang="0">
                  <a:pos x="12" y="103"/>
                </a:cxn>
                <a:cxn ang="0">
                  <a:pos x="0" y="114"/>
                </a:cxn>
                <a:cxn ang="0">
                  <a:pos x="6" y="125"/>
                </a:cxn>
                <a:cxn ang="0">
                  <a:pos x="3" y="138"/>
                </a:cxn>
                <a:cxn ang="0">
                  <a:pos x="3" y="170"/>
                </a:cxn>
                <a:cxn ang="0">
                  <a:pos x="12" y="180"/>
                </a:cxn>
                <a:cxn ang="0">
                  <a:pos x="22" y="170"/>
                </a:cxn>
                <a:cxn ang="0">
                  <a:pos x="22" y="138"/>
                </a:cxn>
                <a:cxn ang="0">
                  <a:pos x="30" y="130"/>
                </a:cxn>
                <a:cxn ang="0">
                  <a:pos x="62" y="130"/>
                </a:cxn>
                <a:cxn ang="0">
                  <a:pos x="70" y="138"/>
                </a:cxn>
                <a:cxn ang="0">
                  <a:pos x="70" y="170"/>
                </a:cxn>
                <a:cxn ang="0">
                  <a:pos x="80" y="180"/>
                </a:cxn>
                <a:cxn ang="0">
                  <a:pos x="90" y="170"/>
                </a:cxn>
                <a:cxn ang="0">
                  <a:pos x="90" y="138"/>
                </a:cxn>
                <a:cxn ang="0">
                  <a:pos x="86" y="124"/>
                </a:cxn>
                <a:cxn ang="0">
                  <a:pos x="92" y="114"/>
                </a:cxn>
                <a:cxn ang="0">
                  <a:pos x="92" y="114"/>
                </a:cxn>
                <a:cxn ang="0">
                  <a:pos x="92" y="114"/>
                </a:cxn>
              </a:cxnLst>
              <a:rect l="0" t="0" r="r" b="b"/>
              <a:pathLst>
                <a:path w="92" h="180">
                  <a:moveTo>
                    <a:pt x="92" y="114"/>
                  </a:moveTo>
                  <a:cubicBezTo>
                    <a:pt x="92" y="11"/>
                    <a:pt x="92" y="11"/>
                    <a:pt x="92" y="11"/>
                  </a:cubicBezTo>
                  <a:cubicBezTo>
                    <a:pt x="92" y="5"/>
                    <a:pt x="87" y="0"/>
                    <a:pt x="80" y="0"/>
                  </a:cubicBezTo>
                  <a:cubicBezTo>
                    <a:pt x="74" y="0"/>
                    <a:pt x="69" y="5"/>
                    <a:pt x="69" y="11"/>
                  </a:cubicBezTo>
                  <a:cubicBezTo>
                    <a:pt x="69" y="103"/>
                    <a:pt x="69" y="103"/>
                    <a:pt x="69" y="103"/>
                  </a:cubicBezTo>
                  <a:cubicBezTo>
                    <a:pt x="12" y="103"/>
                    <a:pt x="12" y="103"/>
                    <a:pt x="12" y="103"/>
                  </a:cubicBezTo>
                  <a:cubicBezTo>
                    <a:pt x="5" y="103"/>
                    <a:pt x="0" y="108"/>
                    <a:pt x="0" y="114"/>
                  </a:cubicBezTo>
                  <a:cubicBezTo>
                    <a:pt x="0" y="119"/>
                    <a:pt x="3" y="123"/>
                    <a:pt x="6" y="125"/>
                  </a:cubicBezTo>
                  <a:cubicBezTo>
                    <a:pt x="4" y="128"/>
                    <a:pt x="3" y="133"/>
                    <a:pt x="3" y="138"/>
                  </a:cubicBezTo>
                  <a:cubicBezTo>
                    <a:pt x="3" y="170"/>
                    <a:pt x="3" y="170"/>
                    <a:pt x="3" y="170"/>
                  </a:cubicBezTo>
                  <a:cubicBezTo>
                    <a:pt x="3" y="175"/>
                    <a:pt x="7" y="180"/>
                    <a:pt x="12" y="180"/>
                  </a:cubicBezTo>
                  <a:cubicBezTo>
                    <a:pt x="18" y="180"/>
                    <a:pt x="22" y="175"/>
                    <a:pt x="22" y="170"/>
                  </a:cubicBezTo>
                  <a:cubicBezTo>
                    <a:pt x="22" y="138"/>
                    <a:pt x="22" y="138"/>
                    <a:pt x="22" y="138"/>
                  </a:cubicBezTo>
                  <a:cubicBezTo>
                    <a:pt x="22" y="133"/>
                    <a:pt x="26" y="130"/>
                    <a:pt x="30" y="130"/>
                  </a:cubicBezTo>
                  <a:cubicBezTo>
                    <a:pt x="62" y="130"/>
                    <a:pt x="62" y="130"/>
                    <a:pt x="62" y="130"/>
                  </a:cubicBezTo>
                  <a:cubicBezTo>
                    <a:pt x="67" y="130"/>
                    <a:pt x="70" y="133"/>
                    <a:pt x="70" y="138"/>
                  </a:cubicBezTo>
                  <a:cubicBezTo>
                    <a:pt x="70" y="170"/>
                    <a:pt x="70" y="170"/>
                    <a:pt x="70" y="170"/>
                  </a:cubicBezTo>
                  <a:cubicBezTo>
                    <a:pt x="70" y="175"/>
                    <a:pt x="75" y="180"/>
                    <a:pt x="80" y="180"/>
                  </a:cubicBezTo>
                  <a:cubicBezTo>
                    <a:pt x="85" y="180"/>
                    <a:pt x="90" y="175"/>
                    <a:pt x="90" y="170"/>
                  </a:cubicBezTo>
                  <a:cubicBezTo>
                    <a:pt x="90" y="138"/>
                    <a:pt x="90" y="138"/>
                    <a:pt x="90" y="138"/>
                  </a:cubicBezTo>
                  <a:cubicBezTo>
                    <a:pt x="90" y="133"/>
                    <a:pt x="88" y="128"/>
                    <a:pt x="86" y="124"/>
                  </a:cubicBezTo>
                  <a:cubicBezTo>
                    <a:pt x="89" y="122"/>
                    <a:pt x="92" y="119"/>
                    <a:pt x="92" y="114"/>
                  </a:cubicBezTo>
                  <a:close/>
                  <a:moveTo>
                    <a:pt x="92" y="114"/>
                  </a:moveTo>
                  <a:cubicBezTo>
                    <a:pt x="92" y="114"/>
                    <a:pt x="92" y="114"/>
                    <a:pt x="92"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11"/>
            <p:cNvSpPr>
              <a:spLocks noEditPoints="1"/>
            </p:cNvSpPr>
            <p:nvPr/>
          </p:nvSpPr>
          <p:spPr bwMode="auto">
            <a:xfrm>
              <a:off x="3087688" y="4049713"/>
              <a:ext cx="247650" cy="200025"/>
            </a:xfrm>
            <a:custGeom>
              <a:avLst/>
              <a:gdLst/>
              <a:ahLst/>
              <a:cxnLst>
                <a:cxn ang="0">
                  <a:pos x="150" y="11"/>
                </a:cxn>
                <a:cxn ang="0">
                  <a:pos x="139" y="0"/>
                </a:cxn>
                <a:cxn ang="0">
                  <a:pos x="11" y="0"/>
                </a:cxn>
                <a:cxn ang="0">
                  <a:pos x="0" y="11"/>
                </a:cxn>
                <a:cxn ang="0">
                  <a:pos x="11" y="22"/>
                </a:cxn>
                <a:cxn ang="0">
                  <a:pos x="26" y="22"/>
                </a:cxn>
                <a:cxn ang="0">
                  <a:pos x="26" y="120"/>
                </a:cxn>
                <a:cxn ang="0">
                  <a:pos x="124" y="120"/>
                </a:cxn>
                <a:cxn ang="0">
                  <a:pos x="124" y="22"/>
                </a:cxn>
                <a:cxn ang="0">
                  <a:pos x="139" y="22"/>
                </a:cxn>
                <a:cxn ang="0">
                  <a:pos x="150" y="11"/>
                </a:cxn>
                <a:cxn ang="0">
                  <a:pos x="150" y="11"/>
                </a:cxn>
                <a:cxn ang="0">
                  <a:pos x="150" y="11"/>
                </a:cxn>
              </a:cxnLst>
              <a:rect l="0" t="0" r="r" b="b"/>
              <a:pathLst>
                <a:path w="150" h="120">
                  <a:moveTo>
                    <a:pt x="150" y="11"/>
                  </a:moveTo>
                  <a:cubicBezTo>
                    <a:pt x="150" y="5"/>
                    <a:pt x="145" y="0"/>
                    <a:pt x="139" y="0"/>
                  </a:cubicBezTo>
                  <a:cubicBezTo>
                    <a:pt x="11" y="0"/>
                    <a:pt x="11" y="0"/>
                    <a:pt x="11" y="0"/>
                  </a:cubicBezTo>
                  <a:cubicBezTo>
                    <a:pt x="5" y="0"/>
                    <a:pt x="0" y="5"/>
                    <a:pt x="0" y="11"/>
                  </a:cubicBezTo>
                  <a:cubicBezTo>
                    <a:pt x="0" y="17"/>
                    <a:pt x="5" y="22"/>
                    <a:pt x="11" y="22"/>
                  </a:cubicBezTo>
                  <a:cubicBezTo>
                    <a:pt x="26" y="22"/>
                    <a:pt x="26" y="22"/>
                    <a:pt x="26" y="22"/>
                  </a:cubicBezTo>
                  <a:cubicBezTo>
                    <a:pt x="26" y="120"/>
                    <a:pt x="26" y="120"/>
                    <a:pt x="26" y="120"/>
                  </a:cubicBezTo>
                  <a:cubicBezTo>
                    <a:pt x="124" y="120"/>
                    <a:pt x="124" y="120"/>
                    <a:pt x="124" y="120"/>
                  </a:cubicBezTo>
                  <a:cubicBezTo>
                    <a:pt x="124" y="22"/>
                    <a:pt x="124" y="22"/>
                    <a:pt x="124" y="22"/>
                  </a:cubicBezTo>
                  <a:cubicBezTo>
                    <a:pt x="139" y="22"/>
                    <a:pt x="139" y="22"/>
                    <a:pt x="139" y="22"/>
                  </a:cubicBezTo>
                  <a:cubicBezTo>
                    <a:pt x="145" y="22"/>
                    <a:pt x="150" y="17"/>
                    <a:pt x="150" y="11"/>
                  </a:cubicBezTo>
                  <a:close/>
                  <a:moveTo>
                    <a:pt x="150" y="11"/>
                  </a:moveTo>
                  <a:cubicBezTo>
                    <a:pt x="150" y="11"/>
                    <a:pt x="150" y="11"/>
                    <a:pt x="150" y="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2"/>
            <p:cNvSpPr>
              <a:spLocks noEditPoints="1"/>
            </p:cNvSpPr>
            <p:nvPr/>
          </p:nvSpPr>
          <p:spPr bwMode="auto">
            <a:xfrm>
              <a:off x="3071813" y="3733800"/>
              <a:ext cx="206375" cy="153987"/>
            </a:xfrm>
            <a:custGeom>
              <a:avLst/>
              <a:gdLst/>
              <a:ahLst/>
              <a:cxnLst>
                <a:cxn ang="0">
                  <a:pos x="8" y="77"/>
                </a:cxn>
                <a:cxn ang="0">
                  <a:pos x="11" y="77"/>
                </a:cxn>
                <a:cxn ang="0">
                  <a:pos x="4" y="93"/>
                </a:cxn>
                <a:cxn ang="0">
                  <a:pos x="23" y="77"/>
                </a:cxn>
                <a:cxn ang="0">
                  <a:pos x="41" y="77"/>
                </a:cxn>
                <a:cxn ang="0">
                  <a:pos x="41" y="69"/>
                </a:cxn>
                <a:cxn ang="0">
                  <a:pos x="50" y="61"/>
                </a:cxn>
                <a:cxn ang="0">
                  <a:pos x="124" y="61"/>
                </a:cxn>
                <a:cxn ang="0">
                  <a:pos x="124" y="8"/>
                </a:cxn>
                <a:cxn ang="0">
                  <a:pos x="116" y="0"/>
                </a:cxn>
                <a:cxn ang="0">
                  <a:pos x="8" y="0"/>
                </a:cxn>
                <a:cxn ang="0">
                  <a:pos x="0" y="8"/>
                </a:cxn>
                <a:cxn ang="0">
                  <a:pos x="0" y="69"/>
                </a:cxn>
                <a:cxn ang="0">
                  <a:pos x="8" y="77"/>
                </a:cxn>
                <a:cxn ang="0">
                  <a:pos x="87" y="27"/>
                </a:cxn>
                <a:cxn ang="0">
                  <a:pos x="95" y="35"/>
                </a:cxn>
                <a:cxn ang="0">
                  <a:pos x="87" y="43"/>
                </a:cxn>
                <a:cxn ang="0">
                  <a:pos x="79" y="35"/>
                </a:cxn>
                <a:cxn ang="0">
                  <a:pos x="87" y="27"/>
                </a:cxn>
                <a:cxn ang="0">
                  <a:pos x="62" y="27"/>
                </a:cxn>
                <a:cxn ang="0">
                  <a:pos x="70" y="35"/>
                </a:cxn>
                <a:cxn ang="0">
                  <a:pos x="62" y="43"/>
                </a:cxn>
                <a:cxn ang="0">
                  <a:pos x="54" y="35"/>
                </a:cxn>
                <a:cxn ang="0">
                  <a:pos x="62" y="27"/>
                </a:cxn>
                <a:cxn ang="0">
                  <a:pos x="36" y="27"/>
                </a:cxn>
                <a:cxn ang="0">
                  <a:pos x="44" y="35"/>
                </a:cxn>
                <a:cxn ang="0">
                  <a:pos x="36" y="43"/>
                </a:cxn>
                <a:cxn ang="0">
                  <a:pos x="28" y="35"/>
                </a:cxn>
                <a:cxn ang="0">
                  <a:pos x="36" y="27"/>
                </a:cxn>
                <a:cxn ang="0">
                  <a:pos x="36" y="27"/>
                </a:cxn>
                <a:cxn ang="0">
                  <a:pos x="36" y="27"/>
                </a:cxn>
              </a:cxnLst>
              <a:rect l="0" t="0" r="r" b="b"/>
              <a:pathLst>
                <a:path w="124" h="93">
                  <a:moveTo>
                    <a:pt x="8" y="77"/>
                  </a:moveTo>
                  <a:cubicBezTo>
                    <a:pt x="11" y="77"/>
                    <a:pt x="11" y="77"/>
                    <a:pt x="11" y="77"/>
                  </a:cubicBezTo>
                  <a:cubicBezTo>
                    <a:pt x="4" y="93"/>
                    <a:pt x="4" y="93"/>
                    <a:pt x="4" y="93"/>
                  </a:cubicBezTo>
                  <a:cubicBezTo>
                    <a:pt x="23" y="77"/>
                    <a:pt x="23" y="77"/>
                    <a:pt x="23" y="77"/>
                  </a:cubicBezTo>
                  <a:cubicBezTo>
                    <a:pt x="41" y="77"/>
                    <a:pt x="41" y="77"/>
                    <a:pt x="41" y="77"/>
                  </a:cubicBezTo>
                  <a:cubicBezTo>
                    <a:pt x="41" y="69"/>
                    <a:pt x="41" y="69"/>
                    <a:pt x="41" y="69"/>
                  </a:cubicBezTo>
                  <a:cubicBezTo>
                    <a:pt x="41" y="65"/>
                    <a:pt x="45" y="61"/>
                    <a:pt x="50" y="61"/>
                  </a:cubicBezTo>
                  <a:cubicBezTo>
                    <a:pt x="124" y="61"/>
                    <a:pt x="124" y="61"/>
                    <a:pt x="124" y="61"/>
                  </a:cubicBezTo>
                  <a:cubicBezTo>
                    <a:pt x="124" y="8"/>
                    <a:pt x="124" y="8"/>
                    <a:pt x="124" y="8"/>
                  </a:cubicBezTo>
                  <a:cubicBezTo>
                    <a:pt x="124" y="4"/>
                    <a:pt x="120" y="0"/>
                    <a:pt x="116" y="0"/>
                  </a:cubicBezTo>
                  <a:cubicBezTo>
                    <a:pt x="8" y="0"/>
                    <a:pt x="8" y="0"/>
                    <a:pt x="8" y="0"/>
                  </a:cubicBezTo>
                  <a:cubicBezTo>
                    <a:pt x="3" y="0"/>
                    <a:pt x="0" y="4"/>
                    <a:pt x="0" y="8"/>
                  </a:cubicBezTo>
                  <a:cubicBezTo>
                    <a:pt x="0" y="69"/>
                    <a:pt x="0" y="69"/>
                    <a:pt x="0" y="69"/>
                  </a:cubicBezTo>
                  <a:cubicBezTo>
                    <a:pt x="0" y="73"/>
                    <a:pt x="3" y="77"/>
                    <a:pt x="8" y="77"/>
                  </a:cubicBezTo>
                  <a:close/>
                  <a:moveTo>
                    <a:pt x="87" y="27"/>
                  </a:moveTo>
                  <a:cubicBezTo>
                    <a:pt x="92" y="27"/>
                    <a:pt x="95" y="31"/>
                    <a:pt x="95" y="35"/>
                  </a:cubicBezTo>
                  <a:cubicBezTo>
                    <a:pt x="95" y="40"/>
                    <a:pt x="92" y="43"/>
                    <a:pt x="87" y="43"/>
                  </a:cubicBezTo>
                  <a:cubicBezTo>
                    <a:pt x="83" y="43"/>
                    <a:pt x="79" y="40"/>
                    <a:pt x="79" y="35"/>
                  </a:cubicBezTo>
                  <a:cubicBezTo>
                    <a:pt x="79" y="31"/>
                    <a:pt x="83" y="27"/>
                    <a:pt x="87" y="27"/>
                  </a:cubicBezTo>
                  <a:close/>
                  <a:moveTo>
                    <a:pt x="62" y="27"/>
                  </a:moveTo>
                  <a:cubicBezTo>
                    <a:pt x="67" y="27"/>
                    <a:pt x="70" y="31"/>
                    <a:pt x="70" y="35"/>
                  </a:cubicBezTo>
                  <a:cubicBezTo>
                    <a:pt x="70" y="40"/>
                    <a:pt x="67" y="43"/>
                    <a:pt x="62" y="43"/>
                  </a:cubicBezTo>
                  <a:cubicBezTo>
                    <a:pt x="58" y="43"/>
                    <a:pt x="54" y="40"/>
                    <a:pt x="54" y="35"/>
                  </a:cubicBezTo>
                  <a:cubicBezTo>
                    <a:pt x="54" y="31"/>
                    <a:pt x="58" y="27"/>
                    <a:pt x="62" y="27"/>
                  </a:cubicBezTo>
                  <a:close/>
                  <a:moveTo>
                    <a:pt x="36" y="27"/>
                  </a:moveTo>
                  <a:cubicBezTo>
                    <a:pt x="41" y="27"/>
                    <a:pt x="44" y="31"/>
                    <a:pt x="44" y="35"/>
                  </a:cubicBezTo>
                  <a:cubicBezTo>
                    <a:pt x="44" y="40"/>
                    <a:pt x="41" y="43"/>
                    <a:pt x="36" y="43"/>
                  </a:cubicBezTo>
                  <a:cubicBezTo>
                    <a:pt x="32" y="43"/>
                    <a:pt x="28" y="40"/>
                    <a:pt x="28" y="35"/>
                  </a:cubicBezTo>
                  <a:cubicBezTo>
                    <a:pt x="28" y="31"/>
                    <a:pt x="32" y="27"/>
                    <a:pt x="36" y="27"/>
                  </a:cubicBezTo>
                  <a:close/>
                  <a:moveTo>
                    <a:pt x="36" y="27"/>
                  </a:moveTo>
                  <a:cubicBezTo>
                    <a:pt x="36" y="27"/>
                    <a:pt x="36" y="27"/>
                    <a:pt x="36" y="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3"/>
            <p:cNvSpPr>
              <a:spLocks noEditPoints="1"/>
            </p:cNvSpPr>
            <p:nvPr/>
          </p:nvSpPr>
          <p:spPr bwMode="auto">
            <a:xfrm>
              <a:off x="3149600" y="3844925"/>
              <a:ext cx="207963" cy="155575"/>
            </a:xfrm>
            <a:custGeom>
              <a:avLst/>
              <a:gdLst/>
              <a:ahLst/>
              <a:cxnLst>
                <a:cxn ang="0">
                  <a:pos x="0" y="9"/>
                </a:cxn>
                <a:cxn ang="0">
                  <a:pos x="0" y="69"/>
                </a:cxn>
                <a:cxn ang="0">
                  <a:pos x="9" y="77"/>
                </a:cxn>
                <a:cxn ang="0">
                  <a:pos x="102" y="77"/>
                </a:cxn>
                <a:cxn ang="0">
                  <a:pos x="120" y="93"/>
                </a:cxn>
                <a:cxn ang="0">
                  <a:pos x="114" y="77"/>
                </a:cxn>
                <a:cxn ang="0">
                  <a:pos x="116" y="77"/>
                </a:cxn>
                <a:cxn ang="0">
                  <a:pos x="125" y="69"/>
                </a:cxn>
                <a:cxn ang="0">
                  <a:pos x="125" y="9"/>
                </a:cxn>
                <a:cxn ang="0">
                  <a:pos x="116" y="0"/>
                </a:cxn>
                <a:cxn ang="0">
                  <a:pos x="9" y="0"/>
                </a:cxn>
                <a:cxn ang="0">
                  <a:pos x="0" y="9"/>
                </a:cxn>
                <a:cxn ang="0">
                  <a:pos x="88" y="29"/>
                </a:cxn>
                <a:cxn ang="0">
                  <a:pos x="96" y="37"/>
                </a:cxn>
                <a:cxn ang="0">
                  <a:pos x="88" y="45"/>
                </a:cxn>
                <a:cxn ang="0">
                  <a:pos x="80" y="37"/>
                </a:cxn>
                <a:cxn ang="0">
                  <a:pos x="88" y="29"/>
                </a:cxn>
                <a:cxn ang="0">
                  <a:pos x="63" y="29"/>
                </a:cxn>
                <a:cxn ang="0">
                  <a:pos x="71" y="37"/>
                </a:cxn>
                <a:cxn ang="0">
                  <a:pos x="63" y="45"/>
                </a:cxn>
                <a:cxn ang="0">
                  <a:pos x="55" y="37"/>
                </a:cxn>
                <a:cxn ang="0">
                  <a:pos x="63" y="29"/>
                </a:cxn>
                <a:cxn ang="0">
                  <a:pos x="37" y="29"/>
                </a:cxn>
                <a:cxn ang="0">
                  <a:pos x="45" y="37"/>
                </a:cxn>
                <a:cxn ang="0">
                  <a:pos x="37" y="45"/>
                </a:cxn>
                <a:cxn ang="0">
                  <a:pos x="29" y="37"/>
                </a:cxn>
                <a:cxn ang="0">
                  <a:pos x="37" y="29"/>
                </a:cxn>
                <a:cxn ang="0">
                  <a:pos x="37" y="29"/>
                </a:cxn>
                <a:cxn ang="0">
                  <a:pos x="37" y="29"/>
                </a:cxn>
              </a:cxnLst>
              <a:rect l="0" t="0" r="r" b="b"/>
              <a:pathLst>
                <a:path w="125" h="93">
                  <a:moveTo>
                    <a:pt x="0" y="9"/>
                  </a:moveTo>
                  <a:cubicBezTo>
                    <a:pt x="0" y="69"/>
                    <a:pt x="0" y="69"/>
                    <a:pt x="0" y="69"/>
                  </a:cubicBezTo>
                  <a:cubicBezTo>
                    <a:pt x="0" y="74"/>
                    <a:pt x="4" y="77"/>
                    <a:pt x="9" y="77"/>
                  </a:cubicBezTo>
                  <a:cubicBezTo>
                    <a:pt x="102" y="77"/>
                    <a:pt x="102" y="77"/>
                    <a:pt x="102" y="77"/>
                  </a:cubicBezTo>
                  <a:cubicBezTo>
                    <a:pt x="120" y="93"/>
                    <a:pt x="120" y="93"/>
                    <a:pt x="120" y="93"/>
                  </a:cubicBezTo>
                  <a:cubicBezTo>
                    <a:pt x="114" y="77"/>
                    <a:pt x="114" y="77"/>
                    <a:pt x="114" y="77"/>
                  </a:cubicBezTo>
                  <a:cubicBezTo>
                    <a:pt x="116" y="77"/>
                    <a:pt x="116" y="77"/>
                    <a:pt x="116" y="77"/>
                  </a:cubicBezTo>
                  <a:cubicBezTo>
                    <a:pt x="121" y="77"/>
                    <a:pt x="125" y="74"/>
                    <a:pt x="125" y="69"/>
                  </a:cubicBezTo>
                  <a:cubicBezTo>
                    <a:pt x="125" y="9"/>
                    <a:pt x="125" y="9"/>
                    <a:pt x="125" y="9"/>
                  </a:cubicBezTo>
                  <a:cubicBezTo>
                    <a:pt x="125" y="4"/>
                    <a:pt x="121" y="0"/>
                    <a:pt x="116" y="0"/>
                  </a:cubicBezTo>
                  <a:cubicBezTo>
                    <a:pt x="9" y="0"/>
                    <a:pt x="9" y="0"/>
                    <a:pt x="9" y="0"/>
                  </a:cubicBezTo>
                  <a:cubicBezTo>
                    <a:pt x="4" y="0"/>
                    <a:pt x="0" y="4"/>
                    <a:pt x="0" y="9"/>
                  </a:cubicBezTo>
                  <a:close/>
                  <a:moveTo>
                    <a:pt x="88" y="29"/>
                  </a:moveTo>
                  <a:cubicBezTo>
                    <a:pt x="93" y="29"/>
                    <a:pt x="96" y="33"/>
                    <a:pt x="96" y="37"/>
                  </a:cubicBezTo>
                  <a:cubicBezTo>
                    <a:pt x="96" y="41"/>
                    <a:pt x="93" y="45"/>
                    <a:pt x="88" y="45"/>
                  </a:cubicBezTo>
                  <a:cubicBezTo>
                    <a:pt x="84" y="45"/>
                    <a:pt x="80" y="41"/>
                    <a:pt x="80" y="37"/>
                  </a:cubicBezTo>
                  <a:cubicBezTo>
                    <a:pt x="80" y="33"/>
                    <a:pt x="84" y="29"/>
                    <a:pt x="88" y="29"/>
                  </a:cubicBezTo>
                  <a:close/>
                  <a:moveTo>
                    <a:pt x="63" y="29"/>
                  </a:moveTo>
                  <a:cubicBezTo>
                    <a:pt x="67" y="29"/>
                    <a:pt x="71" y="33"/>
                    <a:pt x="71" y="37"/>
                  </a:cubicBezTo>
                  <a:cubicBezTo>
                    <a:pt x="71" y="41"/>
                    <a:pt x="67" y="45"/>
                    <a:pt x="63" y="45"/>
                  </a:cubicBezTo>
                  <a:cubicBezTo>
                    <a:pt x="59" y="45"/>
                    <a:pt x="55" y="41"/>
                    <a:pt x="55" y="37"/>
                  </a:cubicBezTo>
                  <a:cubicBezTo>
                    <a:pt x="55" y="33"/>
                    <a:pt x="59" y="29"/>
                    <a:pt x="63" y="29"/>
                  </a:cubicBezTo>
                  <a:close/>
                  <a:moveTo>
                    <a:pt x="37" y="29"/>
                  </a:moveTo>
                  <a:cubicBezTo>
                    <a:pt x="41" y="29"/>
                    <a:pt x="45" y="33"/>
                    <a:pt x="45" y="37"/>
                  </a:cubicBezTo>
                  <a:cubicBezTo>
                    <a:pt x="45" y="41"/>
                    <a:pt x="41" y="45"/>
                    <a:pt x="37" y="45"/>
                  </a:cubicBezTo>
                  <a:cubicBezTo>
                    <a:pt x="32" y="45"/>
                    <a:pt x="29" y="41"/>
                    <a:pt x="29" y="37"/>
                  </a:cubicBezTo>
                  <a:cubicBezTo>
                    <a:pt x="29" y="33"/>
                    <a:pt x="32" y="29"/>
                    <a:pt x="37" y="29"/>
                  </a:cubicBezTo>
                  <a:close/>
                  <a:moveTo>
                    <a:pt x="37" y="29"/>
                  </a:moveTo>
                  <a:cubicBezTo>
                    <a:pt x="37" y="29"/>
                    <a:pt x="37" y="29"/>
                    <a:pt x="37"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Effect transition="in" filter="fade">
                                      <p:cBhvr>
                                        <p:cTn id="9" dur="500"/>
                                        <p:tgtEl>
                                          <p:spTgt spid="20"/>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000"/>
                            </p:stCondLst>
                            <p:childTnLst>
                              <p:par>
                                <p:cTn id="17" presetID="22" presetClass="entr" presetSubtype="2"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right)">
                                      <p:cBhvr>
                                        <p:cTn id="19" dur="500"/>
                                        <p:tgtEl>
                                          <p:spTgt spid="5"/>
                                        </p:tgtEl>
                                      </p:cBhvr>
                                    </p:animEffect>
                                  </p:childTnLst>
                                </p:cTn>
                              </p:par>
                            </p:childTnLst>
                          </p:cTn>
                        </p:par>
                        <p:par>
                          <p:cTn id="20" fill="hold">
                            <p:stCondLst>
                              <p:cond delay="1500"/>
                            </p:stCondLst>
                            <p:childTnLst>
                              <p:par>
                                <p:cTn id="21" presetID="18" presetClass="entr" presetSubtype="6"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strips(downRight)">
                                      <p:cBhvr>
                                        <p:cTn id="23" dur="500"/>
                                        <p:tgtEl>
                                          <p:spTgt spid="24"/>
                                        </p:tgtEl>
                                      </p:cBhvr>
                                    </p:animEffect>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500" fill="hold"/>
                                        <p:tgtEl>
                                          <p:spTgt spid="4"/>
                                        </p:tgtEl>
                                        <p:attrNameLst>
                                          <p:attrName>ppt_w</p:attrName>
                                        </p:attrNameLst>
                                      </p:cBhvr>
                                      <p:tavLst>
                                        <p:tav tm="0">
                                          <p:val>
                                            <p:fltVal val="0"/>
                                          </p:val>
                                        </p:tav>
                                        <p:tav tm="100000">
                                          <p:val>
                                            <p:strVal val="#ppt_w"/>
                                          </p:val>
                                        </p:tav>
                                      </p:tavLst>
                                    </p:anim>
                                    <p:anim calcmode="lin" valueType="num">
                                      <p:cBhvr>
                                        <p:cTn id="28" dur="500" fill="hold"/>
                                        <p:tgtEl>
                                          <p:spTgt spid="4"/>
                                        </p:tgtEl>
                                        <p:attrNameLst>
                                          <p:attrName>ppt_h</p:attrName>
                                        </p:attrNameLst>
                                      </p:cBhvr>
                                      <p:tavLst>
                                        <p:tav tm="0">
                                          <p:val>
                                            <p:fltVal val="0"/>
                                          </p:val>
                                        </p:tav>
                                        <p:tav tm="100000">
                                          <p:val>
                                            <p:strVal val="#ppt_h"/>
                                          </p:val>
                                        </p:tav>
                                      </p:tavLst>
                                    </p:anim>
                                    <p:animEffect transition="in" filter="fade">
                                      <p:cBhvr>
                                        <p:cTn id="29" dur="500"/>
                                        <p:tgtEl>
                                          <p:spTgt spid="4"/>
                                        </p:tgtEl>
                                      </p:cBhvr>
                                    </p:animEffect>
                                  </p:childTnLst>
                                </p:cTn>
                              </p:par>
                            </p:childTnLst>
                          </p:cTn>
                        </p:par>
                        <p:par>
                          <p:cTn id="30" fill="hold">
                            <p:stCondLst>
                              <p:cond delay="2500"/>
                            </p:stCondLst>
                            <p:childTnLst>
                              <p:par>
                                <p:cTn id="31" presetID="22" presetClass="entr" presetSubtype="8" fill="hold" nodeType="after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ipe(left)">
                                      <p:cBhvr>
                                        <p:cTn id="33" dur="500"/>
                                        <p:tgtEl>
                                          <p:spTgt spid="10"/>
                                        </p:tgtEl>
                                      </p:cBhvr>
                                    </p:animEffect>
                                  </p:childTnLst>
                                </p:cTn>
                              </p:par>
                            </p:childTnLst>
                          </p:cTn>
                        </p:par>
                        <p:par>
                          <p:cTn id="34" fill="hold">
                            <p:stCondLst>
                              <p:cond delay="3000"/>
                            </p:stCondLst>
                            <p:childTnLst>
                              <p:par>
                                <p:cTn id="35" presetID="18" presetClass="entr" presetSubtype="9" fill="hold" grpId="0" nodeType="after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strips(upLeft)">
                                      <p:cBhvr>
                                        <p:cTn id="37" dur="500"/>
                                        <p:tgtEl>
                                          <p:spTgt spid="16"/>
                                        </p:tgtEl>
                                      </p:cBhvr>
                                    </p:animEffect>
                                  </p:childTnLst>
                                </p:cTn>
                              </p:par>
                            </p:childTnLst>
                          </p:cTn>
                        </p:par>
                        <p:par>
                          <p:cTn id="38" fill="hold">
                            <p:stCondLst>
                              <p:cond delay="3500"/>
                            </p:stCondLst>
                            <p:childTnLst>
                              <p:par>
                                <p:cTn id="39" presetID="53" presetClass="entr" presetSubtype="0" fill="hold" nodeType="after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p:cTn id="41" dur="500" fill="hold"/>
                                        <p:tgtEl>
                                          <p:spTgt spid="3"/>
                                        </p:tgtEl>
                                        <p:attrNameLst>
                                          <p:attrName>ppt_w</p:attrName>
                                        </p:attrNameLst>
                                      </p:cBhvr>
                                      <p:tavLst>
                                        <p:tav tm="0">
                                          <p:val>
                                            <p:fltVal val="0"/>
                                          </p:val>
                                        </p:tav>
                                        <p:tav tm="100000">
                                          <p:val>
                                            <p:strVal val="#ppt_w"/>
                                          </p:val>
                                        </p:tav>
                                      </p:tavLst>
                                    </p:anim>
                                    <p:anim calcmode="lin" valueType="num">
                                      <p:cBhvr>
                                        <p:cTn id="42" dur="500" fill="hold"/>
                                        <p:tgtEl>
                                          <p:spTgt spid="3"/>
                                        </p:tgtEl>
                                        <p:attrNameLst>
                                          <p:attrName>ppt_h</p:attrName>
                                        </p:attrNameLst>
                                      </p:cBhvr>
                                      <p:tavLst>
                                        <p:tav tm="0">
                                          <p:val>
                                            <p:fltVal val="0"/>
                                          </p:val>
                                        </p:tav>
                                        <p:tav tm="100000">
                                          <p:val>
                                            <p:strVal val="#ppt_h"/>
                                          </p:val>
                                        </p:tav>
                                      </p:tavLst>
                                    </p:anim>
                                    <p:animEffect transition="in" filter="fade">
                                      <p:cBhvr>
                                        <p:cTn id="43" dur="500"/>
                                        <p:tgtEl>
                                          <p:spTgt spid="3"/>
                                        </p:tgtEl>
                                      </p:cBhvr>
                                    </p:animEffect>
                                  </p:childTnLst>
                                </p:cTn>
                              </p:par>
                            </p:childTnLst>
                          </p:cTn>
                        </p:par>
                        <p:par>
                          <p:cTn id="44" fill="hold">
                            <p:stCondLst>
                              <p:cond delay="4000"/>
                            </p:stCondLst>
                            <p:childTnLst>
                              <p:par>
                                <p:cTn id="45" presetID="22" presetClass="entr" presetSubtype="2" fill="hold"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wipe(right)">
                                      <p:cBhvr>
                                        <p:cTn id="47" dur="500"/>
                                        <p:tgtEl>
                                          <p:spTgt spid="13"/>
                                        </p:tgtEl>
                                      </p:cBhvr>
                                    </p:animEffect>
                                  </p:childTnLst>
                                </p:cTn>
                              </p:par>
                            </p:childTnLst>
                          </p:cTn>
                        </p:par>
                        <p:par>
                          <p:cTn id="48" fill="hold">
                            <p:stCondLst>
                              <p:cond delay="4500"/>
                            </p:stCondLst>
                            <p:childTnLst>
                              <p:par>
                                <p:cTn id="49" presetID="18" presetClass="entr" presetSubtype="3"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strips(upRight)">
                                      <p:cBhvr>
                                        <p:cTn id="5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3" grpId="0" animBg="1"/>
      <p:bldP spid="24"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Balance Infographic</a:t>
            </a:r>
            <a:endParaRPr lang="en-US" dirty="0"/>
          </a:p>
        </p:txBody>
      </p:sp>
      <p:sp>
        <p:nvSpPr>
          <p:cNvPr id="8" name="Text Placeholder 7"/>
          <p:cNvSpPr>
            <a:spLocks noGrp="1"/>
          </p:cNvSpPr>
          <p:nvPr>
            <p:ph type="body" sz="half" idx="2"/>
          </p:nvPr>
        </p:nvSpPr>
        <p:spPr/>
        <p:txBody>
          <a:bodyPr/>
          <a:lstStyle/>
          <a:p>
            <a:r>
              <a:rPr lang="en-US"/>
              <a:t>Balance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200</a:t>
            </a:fld>
            <a:endParaRPr lang="en-US" dirty="0"/>
          </a:p>
        </p:txBody>
      </p:sp>
      <p:sp>
        <p:nvSpPr>
          <p:cNvPr id="28" name="Rounded Rectangle 27"/>
          <p:cNvSpPr/>
          <p:nvPr/>
        </p:nvSpPr>
        <p:spPr>
          <a:xfrm>
            <a:off x="963615" y="1352550"/>
            <a:ext cx="1142379" cy="634655"/>
          </a:xfrm>
          <a:prstGeom prst="roundRect">
            <a:avLst>
              <a:gd name="adj" fmla="val 10000"/>
            </a:avLst>
          </a:prstGeom>
          <a:solidFill>
            <a:schemeClr val="tx1">
              <a:lumMod val="25000"/>
              <a:lumOff val="75000"/>
            </a:schemeClr>
          </a:solidFill>
          <a:ln>
            <a:solidFill>
              <a:schemeClr val="bg1">
                <a:lumMod val="85000"/>
              </a:schemeClr>
            </a:solidFill>
          </a:ln>
        </p:spPr>
        <p:style>
          <a:lnRef idx="1">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anchor="ctr"/>
          <a:lstStyle/>
          <a:p>
            <a:pPr lvl="0" algn="ctr"/>
            <a:r>
              <a:rPr lang="id-ID" sz="1600" b="1" dirty="0">
                <a:solidFill>
                  <a:schemeClr val="bg1"/>
                </a:solidFill>
              </a:rPr>
              <a:t>Streaming</a:t>
            </a:r>
            <a:endParaRPr lang="en-US" sz="1600" b="1" dirty="0"/>
          </a:p>
        </p:txBody>
      </p:sp>
      <p:sp>
        <p:nvSpPr>
          <p:cNvPr id="26" name="Rounded Rectangle 25"/>
          <p:cNvSpPr/>
          <p:nvPr/>
        </p:nvSpPr>
        <p:spPr>
          <a:xfrm>
            <a:off x="2613719" y="1352550"/>
            <a:ext cx="1142379" cy="634655"/>
          </a:xfrm>
          <a:prstGeom prst="roundRect">
            <a:avLst>
              <a:gd name="adj" fmla="val 10000"/>
            </a:avLst>
          </a:prstGeom>
          <a:solidFill>
            <a:schemeClr val="tx1">
              <a:lumMod val="25000"/>
              <a:lumOff val="75000"/>
            </a:schemeClr>
          </a:solidFill>
          <a:ln>
            <a:solidFill>
              <a:schemeClr val="bg1">
                <a:lumMod val="85000"/>
              </a:schemeClr>
            </a:solidFill>
          </a:ln>
        </p:spPr>
        <p:style>
          <a:lnRef idx="1">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anchor="ctr"/>
          <a:lstStyle/>
          <a:p>
            <a:pPr algn="ctr"/>
            <a:r>
              <a:rPr lang="id-ID" sz="1600" b="1" dirty="0">
                <a:solidFill>
                  <a:schemeClr val="bg1">
                    <a:lumMod val="95000"/>
                  </a:schemeClr>
                </a:solidFill>
              </a:rPr>
              <a:t>Manage</a:t>
            </a:r>
            <a:endParaRPr lang="en-US" sz="1600" dirty="0"/>
          </a:p>
        </p:txBody>
      </p:sp>
      <p:sp>
        <p:nvSpPr>
          <p:cNvPr id="9" name="Isosceles Triangle 8"/>
          <p:cNvSpPr/>
          <p:nvPr/>
        </p:nvSpPr>
        <p:spPr>
          <a:xfrm>
            <a:off x="2121861" y="4049833"/>
            <a:ext cx="475991" cy="475991"/>
          </a:xfrm>
          <a:prstGeom prst="triangle">
            <a:avLst/>
          </a:prstGeom>
          <a:solidFill>
            <a:schemeClr val="tx1">
              <a:lumMod val="50000"/>
              <a:lumOff val="50000"/>
            </a:schemeClr>
          </a:solidFill>
        </p:spPr>
        <p:style>
          <a:lnRef idx="1">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a:lstStyle/>
          <a:p>
            <a:endParaRPr lang="en-IN"/>
          </a:p>
        </p:txBody>
      </p:sp>
      <p:sp>
        <p:nvSpPr>
          <p:cNvPr id="10" name="Rectangle 9"/>
          <p:cNvSpPr/>
          <p:nvPr/>
        </p:nvSpPr>
        <p:spPr>
          <a:xfrm rot="240000">
            <a:off x="931446" y="3845865"/>
            <a:ext cx="2856819" cy="199768"/>
          </a:xfrm>
          <a:prstGeom prst="rect">
            <a:avLst/>
          </a:prstGeom>
          <a:solidFill>
            <a:schemeClr val="tx1">
              <a:lumMod val="50000"/>
              <a:lumOff val="50000"/>
            </a:schemeClr>
          </a:solidFill>
          <a:effectLst>
            <a:outerShdw blurRad="152400" dist="317500" dir="5400000" sx="90000" sy="-19000" rotWithShape="0">
              <a:prstClr val="black">
                <a:alpha val="15000"/>
              </a:prstClr>
            </a:outerShdw>
          </a:effectLst>
        </p:spPr>
        <p:style>
          <a:lnRef idx="1">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rgbClr r="0" g="0" b="0"/>
          </a:effectRef>
          <a:fontRef idx="minor">
            <a:schemeClr val="dk1">
              <a:hueOff val="0"/>
              <a:satOff val="0"/>
              <a:lumOff val="0"/>
              <a:alphaOff val="0"/>
            </a:schemeClr>
          </a:fontRef>
        </p:style>
        <p:txBody>
          <a:bodyPr/>
          <a:lstStyle/>
          <a:p>
            <a:endParaRPr lang="en-IN"/>
          </a:p>
        </p:txBody>
      </p:sp>
      <p:sp>
        <p:nvSpPr>
          <p:cNvPr id="24" name="Rounded Rectangle 23"/>
          <p:cNvSpPr/>
          <p:nvPr/>
        </p:nvSpPr>
        <p:spPr>
          <a:xfrm rot="240000">
            <a:off x="2646719" y="3346395"/>
            <a:ext cx="1139843" cy="531050"/>
          </a:xfrm>
          <a:prstGeom prst="roundRect">
            <a:avLst/>
          </a:prstGeom>
          <a:solidFill>
            <a:schemeClr val="accent3"/>
          </a:solidFill>
          <a:effectLst/>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txBody>
          <a:bodyPr anchor="ctr"/>
          <a:lstStyle/>
          <a:p>
            <a:pPr algn="ctr"/>
            <a:r>
              <a:rPr lang="en-US" sz="1600" b="1" dirty="0"/>
              <a:t>Music</a:t>
            </a:r>
            <a:endParaRPr lang="en-US" sz="1600" dirty="0"/>
          </a:p>
        </p:txBody>
      </p:sp>
      <p:sp>
        <p:nvSpPr>
          <p:cNvPr id="22" name="Rounded Rectangle 21"/>
          <p:cNvSpPr/>
          <p:nvPr/>
        </p:nvSpPr>
        <p:spPr>
          <a:xfrm rot="240000">
            <a:off x="2687970" y="2775205"/>
            <a:ext cx="1139843" cy="531050"/>
          </a:xfrm>
          <a:prstGeom prst="roundRect">
            <a:avLst/>
          </a:prstGeom>
          <a:solidFill>
            <a:schemeClr val="accent4"/>
          </a:solidFill>
          <a:effectLst/>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anchor="ctr"/>
          <a:lstStyle/>
          <a:p>
            <a:pPr algn="ctr"/>
            <a:r>
              <a:rPr lang="en-US" sz="1600" b="1" dirty="0">
                <a:solidFill>
                  <a:schemeClr val="bg1"/>
                </a:solidFill>
                <a:cs typeface="Calibri"/>
              </a:rPr>
              <a:t>Design</a:t>
            </a:r>
            <a:endParaRPr lang="en-US" sz="1600" dirty="0"/>
          </a:p>
        </p:txBody>
      </p:sp>
      <p:sp>
        <p:nvSpPr>
          <p:cNvPr id="20" name="Rounded Rectangle 19"/>
          <p:cNvSpPr/>
          <p:nvPr/>
        </p:nvSpPr>
        <p:spPr>
          <a:xfrm rot="240000">
            <a:off x="2729223" y="2216710"/>
            <a:ext cx="1139843" cy="531050"/>
          </a:xfrm>
          <a:prstGeom prst="roundRect">
            <a:avLst/>
          </a:prstGeom>
          <a:solidFill>
            <a:schemeClr val="accent5"/>
          </a:solidFill>
          <a:effectLst/>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txBody>
          <a:bodyPr anchor="ctr"/>
          <a:lstStyle/>
          <a:p>
            <a:pPr algn="ctr"/>
            <a:r>
              <a:rPr lang="id-ID" sz="1600" b="1" dirty="0">
                <a:solidFill>
                  <a:schemeClr val="bg1"/>
                </a:solidFill>
              </a:rPr>
              <a:t>Plan</a:t>
            </a:r>
            <a:endParaRPr lang="en-US" sz="1600" dirty="0"/>
          </a:p>
        </p:txBody>
      </p:sp>
      <p:sp>
        <p:nvSpPr>
          <p:cNvPr id="18" name="Rounded Rectangle 17"/>
          <p:cNvSpPr/>
          <p:nvPr/>
        </p:nvSpPr>
        <p:spPr>
          <a:xfrm rot="240000">
            <a:off x="1012482" y="3232157"/>
            <a:ext cx="1139843" cy="531050"/>
          </a:xfrm>
          <a:prstGeom prst="roundRect">
            <a:avLst/>
          </a:prstGeom>
          <a:solidFill>
            <a:schemeClr val="accent1"/>
          </a:solidFill>
          <a:effectLst/>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txBody>
          <a:bodyPr anchor="ctr"/>
          <a:lstStyle/>
          <a:p>
            <a:pPr algn="ctr"/>
            <a:r>
              <a:rPr lang="en-US" sz="1600" b="1" dirty="0"/>
              <a:t>Photo</a:t>
            </a:r>
            <a:endParaRPr lang="en-US" sz="1600" dirty="0"/>
          </a:p>
        </p:txBody>
      </p:sp>
      <p:sp>
        <p:nvSpPr>
          <p:cNvPr id="16" name="Rounded Rectangle 15"/>
          <p:cNvSpPr/>
          <p:nvPr/>
        </p:nvSpPr>
        <p:spPr>
          <a:xfrm rot="240000">
            <a:off x="1053734" y="2660968"/>
            <a:ext cx="1139843" cy="531050"/>
          </a:xfrm>
          <a:prstGeom prst="roundRect">
            <a:avLst/>
          </a:prstGeom>
          <a:solidFill>
            <a:schemeClr val="accent2"/>
          </a:solidFill>
          <a:effectLst/>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anchor="ctr"/>
          <a:lstStyle/>
          <a:p>
            <a:pPr algn="ctr"/>
            <a:r>
              <a:rPr lang="en-US" sz="1600" b="1" dirty="0"/>
              <a:t>Video</a:t>
            </a:r>
            <a:endParaRPr lang="en-US" sz="1600" dirty="0"/>
          </a:p>
        </p:txBody>
      </p:sp>
      <p:grpSp>
        <p:nvGrpSpPr>
          <p:cNvPr id="2" name="Group 31"/>
          <p:cNvGrpSpPr/>
          <p:nvPr/>
        </p:nvGrpSpPr>
        <p:grpSpPr>
          <a:xfrm>
            <a:off x="4369073" y="2561233"/>
            <a:ext cx="618158" cy="618156"/>
            <a:chOff x="2477557" y="3537459"/>
            <a:chExt cx="835480" cy="835478"/>
          </a:xfrm>
        </p:grpSpPr>
        <p:grpSp>
          <p:nvGrpSpPr>
            <p:cNvPr id="3" name="Group 225"/>
            <p:cNvGrpSpPr/>
            <p:nvPr/>
          </p:nvGrpSpPr>
          <p:grpSpPr>
            <a:xfrm>
              <a:off x="2477556" y="3537461"/>
              <a:ext cx="835479" cy="835479"/>
              <a:chOff x="864537" y="1822859"/>
              <a:chExt cx="971309" cy="971307"/>
            </a:xfrm>
          </p:grpSpPr>
          <p:sp>
            <p:nvSpPr>
              <p:cNvPr id="35" name="Oval 34"/>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6" name="Oval 35"/>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4"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6"/>
          <p:cNvGrpSpPr/>
          <p:nvPr/>
        </p:nvGrpSpPr>
        <p:grpSpPr>
          <a:xfrm>
            <a:off x="4369073" y="1123950"/>
            <a:ext cx="618158" cy="618156"/>
            <a:chOff x="1182462" y="2087458"/>
            <a:chExt cx="835480" cy="835478"/>
          </a:xfrm>
        </p:grpSpPr>
        <p:grpSp>
          <p:nvGrpSpPr>
            <p:cNvPr id="5" name="Group 225"/>
            <p:cNvGrpSpPr/>
            <p:nvPr/>
          </p:nvGrpSpPr>
          <p:grpSpPr>
            <a:xfrm>
              <a:off x="1182461" y="2087460"/>
              <a:ext cx="835479" cy="835479"/>
              <a:chOff x="864537" y="1822859"/>
              <a:chExt cx="971309" cy="971307"/>
            </a:xfrm>
          </p:grpSpPr>
          <p:sp>
            <p:nvSpPr>
              <p:cNvPr id="40" name="Oval 39"/>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1" name="Oval 40"/>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9"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41"/>
          <p:cNvGrpSpPr/>
          <p:nvPr/>
        </p:nvGrpSpPr>
        <p:grpSpPr>
          <a:xfrm>
            <a:off x="4369073" y="3279874"/>
            <a:ext cx="618158" cy="618156"/>
            <a:chOff x="5811502" y="3537459"/>
            <a:chExt cx="835480" cy="835478"/>
          </a:xfrm>
        </p:grpSpPr>
        <p:grpSp>
          <p:nvGrpSpPr>
            <p:cNvPr id="11" name="Group 225"/>
            <p:cNvGrpSpPr/>
            <p:nvPr/>
          </p:nvGrpSpPr>
          <p:grpSpPr>
            <a:xfrm>
              <a:off x="5811501" y="3537461"/>
              <a:ext cx="835479" cy="835479"/>
              <a:chOff x="864537" y="1822859"/>
              <a:chExt cx="971309" cy="971307"/>
            </a:xfrm>
          </p:grpSpPr>
          <p:sp>
            <p:nvSpPr>
              <p:cNvPr id="45" name="Oval 44"/>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6" name="Oval 45"/>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44"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46"/>
          <p:cNvGrpSpPr/>
          <p:nvPr/>
        </p:nvGrpSpPr>
        <p:grpSpPr>
          <a:xfrm>
            <a:off x="4369073" y="1842592"/>
            <a:ext cx="618158" cy="618156"/>
            <a:chOff x="1810872" y="2768050"/>
            <a:chExt cx="835480" cy="835478"/>
          </a:xfrm>
        </p:grpSpPr>
        <p:grpSp>
          <p:nvGrpSpPr>
            <p:cNvPr id="13" name="Group 225"/>
            <p:cNvGrpSpPr/>
            <p:nvPr/>
          </p:nvGrpSpPr>
          <p:grpSpPr>
            <a:xfrm>
              <a:off x="1810871" y="2768052"/>
              <a:ext cx="835479" cy="835479"/>
              <a:chOff x="864537" y="1822859"/>
              <a:chExt cx="971309" cy="971307"/>
            </a:xfrm>
          </p:grpSpPr>
          <p:sp>
            <p:nvSpPr>
              <p:cNvPr id="50" name="Oval 49"/>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1" name="Oval 50"/>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49"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51"/>
          <p:cNvGrpSpPr/>
          <p:nvPr/>
        </p:nvGrpSpPr>
        <p:grpSpPr>
          <a:xfrm>
            <a:off x="4369073" y="3998516"/>
            <a:ext cx="618158" cy="618156"/>
            <a:chOff x="7133616" y="2087458"/>
            <a:chExt cx="835480" cy="835478"/>
          </a:xfrm>
        </p:grpSpPr>
        <p:grpSp>
          <p:nvGrpSpPr>
            <p:cNvPr id="15" name="Group 225"/>
            <p:cNvGrpSpPr/>
            <p:nvPr/>
          </p:nvGrpSpPr>
          <p:grpSpPr>
            <a:xfrm>
              <a:off x="7133615" y="2087460"/>
              <a:ext cx="835479" cy="835479"/>
              <a:chOff x="864537" y="1822859"/>
              <a:chExt cx="971309" cy="971307"/>
            </a:xfrm>
          </p:grpSpPr>
          <p:sp>
            <p:nvSpPr>
              <p:cNvPr id="55" name="Oval 54"/>
              <p:cNvSpPr/>
              <p:nvPr/>
            </p:nvSpPr>
            <p:spPr>
              <a:xfrm>
                <a:off x="932451" y="1890773"/>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Oval 55"/>
              <p:cNvSpPr/>
              <p:nvPr/>
            </p:nvSpPr>
            <p:spPr>
              <a:xfrm>
                <a:off x="864537" y="1822859"/>
                <a:ext cx="971309" cy="971307"/>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54" name="Freeform 83"/>
            <p:cNvSpPr>
              <a:spLocks noEditPoints="1"/>
            </p:cNvSpPr>
            <p:nvPr/>
          </p:nvSpPr>
          <p:spPr bwMode="auto">
            <a:xfrm>
              <a:off x="7404774" y="2285323"/>
              <a:ext cx="293165" cy="43974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56"/>
          <p:cNvGrpSpPr/>
          <p:nvPr/>
        </p:nvGrpSpPr>
        <p:grpSpPr>
          <a:xfrm>
            <a:off x="5082479" y="1148776"/>
            <a:ext cx="3223321" cy="484025"/>
            <a:chOff x="-91496" y="1923738"/>
            <a:chExt cx="3223321" cy="484025"/>
          </a:xfrm>
        </p:grpSpPr>
        <p:sp>
          <p:nvSpPr>
            <p:cNvPr id="58"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59" name="TextBox 58"/>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1"/>
                  </a:solidFill>
                </a:rPr>
                <a:t>Keyword Here</a:t>
              </a:r>
            </a:p>
          </p:txBody>
        </p:sp>
      </p:grpSp>
      <p:grpSp>
        <p:nvGrpSpPr>
          <p:cNvPr id="19" name="Group 59"/>
          <p:cNvGrpSpPr/>
          <p:nvPr/>
        </p:nvGrpSpPr>
        <p:grpSpPr>
          <a:xfrm>
            <a:off x="5082479" y="1877978"/>
            <a:ext cx="3223321" cy="484025"/>
            <a:chOff x="-91496" y="1923738"/>
            <a:chExt cx="3223321" cy="484025"/>
          </a:xfrm>
        </p:grpSpPr>
        <p:sp>
          <p:nvSpPr>
            <p:cNvPr id="61"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62" name="TextBox 61"/>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2"/>
                  </a:solidFill>
                </a:rPr>
                <a:t>Keyword Here</a:t>
              </a:r>
            </a:p>
          </p:txBody>
        </p:sp>
      </p:grpSp>
      <p:grpSp>
        <p:nvGrpSpPr>
          <p:cNvPr id="21" name="Group 62"/>
          <p:cNvGrpSpPr/>
          <p:nvPr/>
        </p:nvGrpSpPr>
        <p:grpSpPr>
          <a:xfrm>
            <a:off x="5082479" y="2607180"/>
            <a:ext cx="3223321" cy="484025"/>
            <a:chOff x="-91496" y="1923738"/>
            <a:chExt cx="3223321" cy="484025"/>
          </a:xfrm>
        </p:grpSpPr>
        <p:sp>
          <p:nvSpPr>
            <p:cNvPr id="64"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65" name="TextBox 64"/>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grpSp>
        <p:nvGrpSpPr>
          <p:cNvPr id="23" name="Group 65"/>
          <p:cNvGrpSpPr/>
          <p:nvPr/>
        </p:nvGrpSpPr>
        <p:grpSpPr>
          <a:xfrm>
            <a:off x="5082479" y="3336382"/>
            <a:ext cx="3223321" cy="484025"/>
            <a:chOff x="-91496" y="1923738"/>
            <a:chExt cx="3223321" cy="484025"/>
          </a:xfrm>
        </p:grpSpPr>
        <p:sp>
          <p:nvSpPr>
            <p:cNvPr id="67"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68" name="TextBox 67"/>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25" name="Group 68"/>
          <p:cNvGrpSpPr/>
          <p:nvPr/>
        </p:nvGrpSpPr>
        <p:grpSpPr>
          <a:xfrm>
            <a:off x="5082479" y="4065582"/>
            <a:ext cx="3223321" cy="484025"/>
            <a:chOff x="-91496" y="1923738"/>
            <a:chExt cx="3223321" cy="484025"/>
          </a:xfrm>
        </p:grpSpPr>
        <p:sp>
          <p:nvSpPr>
            <p:cNvPr id="70" name="Footer Text"/>
            <p:cNvSpPr txBox="1"/>
            <p:nvPr/>
          </p:nvSpPr>
          <p:spPr>
            <a:xfrm>
              <a:off x="-91496" y="2099986"/>
              <a:ext cx="3223321" cy="307777"/>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71" name="TextBox 70"/>
            <p:cNvSpPr txBox="1"/>
            <p:nvPr/>
          </p:nvSpPr>
          <p:spPr>
            <a:xfrm>
              <a:off x="-91496" y="1923738"/>
              <a:ext cx="838370" cy="184666"/>
            </a:xfrm>
            <a:prstGeom prst="rect">
              <a:avLst/>
            </a:prstGeom>
            <a:noFill/>
          </p:spPr>
          <p:txBody>
            <a:bodyPr wrap="none" lIns="0" tIns="0" rIns="0" bIns="0" rtlCol="0" anchor="ctr">
              <a:spAutoFit/>
            </a:bodyPr>
            <a:lstStyle/>
            <a:p>
              <a:r>
                <a:rPr lang="en-US" sz="1200" b="1" dirty="0">
                  <a:solidFill>
                    <a:schemeClr val="accent5"/>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500" fill="hold"/>
                                        <p:tgtEl>
                                          <p:spTgt spid="10"/>
                                        </p:tgtEl>
                                        <p:attrNameLst>
                                          <p:attrName>ppt_x</p:attrName>
                                        </p:attrNameLst>
                                      </p:cBhvr>
                                      <p:tavLst>
                                        <p:tav tm="0">
                                          <p:val>
                                            <p:strVal val="#ppt_x"/>
                                          </p:val>
                                        </p:tav>
                                        <p:tav tm="100000">
                                          <p:val>
                                            <p:strVal val="#ppt_x"/>
                                          </p:val>
                                        </p:tav>
                                      </p:tavLst>
                                    </p:anim>
                                    <p:anim calcmode="lin" valueType="num">
                                      <p:cBhvr additive="base">
                                        <p:cTn id="13" dur="500" fill="hold"/>
                                        <p:tgtEl>
                                          <p:spTgt spid="10"/>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ppt_x"/>
                                          </p:val>
                                        </p:tav>
                                        <p:tav tm="100000">
                                          <p:val>
                                            <p:strVal val="#ppt_x"/>
                                          </p:val>
                                        </p:tav>
                                      </p:tavLst>
                                    </p:anim>
                                    <p:anim calcmode="lin" valueType="num">
                                      <p:cBhvr additive="base">
                                        <p:cTn id="18" dur="500" fill="hold"/>
                                        <p:tgtEl>
                                          <p:spTgt spid="28"/>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grpId="0" nodeType="after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500" fill="hold"/>
                                        <p:tgtEl>
                                          <p:spTgt spid="26"/>
                                        </p:tgtEl>
                                        <p:attrNameLst>
                                          <p:attrName>ppt_x</p:attrName>
                                        </p:attrNameLst>
                                      </p:cBhvr>
                                      <p:tavLst>
                                        <p:tav tm="0">
                                          <p:val>
                                            <p:strVal val="#ppt_x"/>
                                          </p:val>
                                        </p:tav>
                                        <p:tav tm="100000">
                                          <p:val>
                                            <p:strVal val="#ppt_x"/>
                                          </p:val>
                                        </p:tav>
                                      </p:tavLst>
                                    </p:anim>
                                    <p:anim calcmode="lin" valueType="num">
                                      <p:cBhvr additive="base">
                                        <p:cTn id="23" dur="500" fill="hold"/>
                                        <p:tgtEl>
                                          <p:spTgt spid="26"/>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500" fill="hold"/>
                                        <p:tgtEl>
                                          <p:spTgt spid="16"/>
                                        </p:tgtEl>
                                        <p:attrNameLst>
                                          <p:attrName>ppt_x</p:attrName>
                                        </p:attrNameLst>
                                      </p:cBhvr>
                                      <p:tavLst>
                                        <p:tav tm="0">
                                          <p:val>
                                            <p:strVal val="#ppt_x"/>
                                          </p:val>
                                        </p:tav>
                                        <p:tav tm="100000">
                                          <p:val>
                                            <p:strVal val="#ppt_x"/>
                                          </p:val>
                                        </p:tav>
                                      </p:tavLst>
                                    </p:anim>
                                    <p:anim calcmode="lin" valueType="num">
                                      <p:cBhvr additive="base">
                                        <p:cTn id="33" dur="500" fill="hold"/>
                                        <p:tgtEl>
                                          <p:spTgt spid="16"/>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2" presetClass="entr" presetSubtype="1" accel="50000" decel="5000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ppt_x"/>
                                          </p:val>
                                        </p:tav>
                                        <p:tav tm="100000">
                                          <p:val>
                                            <p:strVal val="#ppt_x"/>
                                          </p:val>
                                        </p:tav>
                                      </p:tavLst>
                                    </p:anim>
                                    <p:anim calcmode="lin" valueType="num">
                                      <p:cBhvr additive="base">
                                        <p:cTn id="38" dur="500" fill="hold"/>
                                        <p:tgtEl>
                                          <p:spTgt spid="24"/>
                                        </p:tgtEl>
                                        <p:attrNameLst>
                                          <p:attrName>ppt_y</p:attrName>
                                        </p:attrNameLst>
                                      </p:cBhvr>
                                      <p:tavLst>
                                        <p:tav tm="0">
                                          <p:val>
                                            <p:strVal val="0-#ppt_h/2"/>
                                          </p:val>
                                        </p:tav>
                                        <p:tav tm="100000">
                                          <p:val>
                                            <p:strVal val="#ppt_y"/>
                                          </p:val>
                                        </p:tav>
                                      </p:tavLst>
                                    </p:anim>
                                  </p:childTnLst>
                                </p:cTn>
                              </p:par>
                            </p:childTnLst>
                          </p:cTn>
                        </p:par>
                        <p:par>
                          <p:cTn id="39" fill="hold">
                            <p:stCondLst>
                              <p:cond delay="3500"/>
                            </p:stCondLst>
                            <p:childTnLst>
                              <p:par>
                                <p:cTn id="40" presetID="2" presetClass="entr" presetSubtype="1" accel="50000" decel="5000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 fill="hold"/>
                                        <p:tgtEl>
                                          <p:spTgt spid="22"/>
                                        </p:tgtEl>
                                        <p:attrNameLst>
                                          <p:attrName>ppt_x</p:attrName>
                                        </p:attrNameLst>
                                      </p:cBhvr>
                                      <p:tavLst>
                                        <p:tav tm="0">
                                          <p:val>
                                            <p:strVal val="#ppt_x"/>
                                          </p:val>
                                        </p:tav>
                                        <p:tav tm="100000">
                                          <p:val>
                                            <p:strVal val="#ppt_x"/>
                                          </p:val>
                                        </p:tav>
                                      </p:tavLst>
                                    </p:anim>
                                    <p:anim calcmode="lin" valueType="num">
                                      <p:cBhvr additive="base">
                                        <p:cTn id="43" dur="500" fill="hold"/>
                                        <p:tgtEl>
                                          <p:spTgt spid="22"/>
                                        </p:tgtEl>
                                        <p:attrNameLst>
                                          <p:attrName>ppt_y</p:attrName>
                                        </p:attrNameLst>
                                      </p:cBhvr>
                                      <p:tavLst>
                                        <p:tav tm="0">
                                          <p:val>
                                            <p:strVal val="0-#ppt_h/2"/>
                                          </p:val>
                                        </p:tav>
                                        <p:tav tm="100000">
                                          <p:val>
                                            <p:strVal val="#ppt_y"/>
                                          </p:val>
                                        </p:tav>
                                      </p:tavLst>
                                    </p:anim>
                                  </p:childTnLst>
                                </p:cTn>
                              </p:par>
                            </p:childTnLst>
                          </p:cTn>
                        </p:par>
                        <p:par>
                          <p:cTn id="44" fill="hold">
                            <p:stCondLst>
                              <p:cond delay="4000"/>
                            </p:stCondLst>
                            <p:childTnLst>
                              <p:par>
                                <p:cTn id="45" presetID="2" presetClass="entr" presetSubtype="1" accel="50000" decel="50000" fill="hold" grpId="0" nodeType="after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ppt_x"/>
                                          </p:val>
                                        </p:tav>
                                        <p:tav tm="100000">
                                          <p:val>
                                            <p:strVal val="#ppt_x"/>
                                          </p:val>
                                        </p:tav>
                                      </p:tavLst>
                                    </p:anim>
                                    <p:anim calcmode="lin" valueType="num">
                                      <p:cBhvr additive="base">
                                        <p:cTn id="48" dur="500" fill="hold"/>
                                        <p:tgtEl>
                                          <p:spTgt spid="20"/>
                                        </p:tgtEl>
                                        <p:attrNameLst>
                                          <p:attrName>ppt_y</p:attrName>
                                        </p:attrNameLst>
                                      </p:cBhvr>
                                      <p:tavLst>
                                        <p:tav tm="0">
                                          <p:val>
                                            <p:strVal val="0-#ppt_h/2"/>
                                          </p:val>
                                        </p:tav>
                                        <p:tav tm="100000">
                                          <p:val>
                                            <p:strVal val="#ppt_y"/>
                                          </p:val>
                                        </p:tav>
                                      </p:tavLst>
                                    </p:anim>
                                  </p:childTnLst>
                                </p:cTn>
                              </p:par>
                            </p:childTnLst>
                          </p:cTn>
                        </p:par>
                        <p:par>
                          <p:cTn id="49" fill="hold">
                            <p:stCondLst>
                              <p:cond delay="4500"/>
                            </p:stCondLst>
                            <p:childTnLst>
                              <p:par>
                                <p:cTn id="50" presetID="53" presetClass="entr" presetSubtype="0" fill="hold" nodeType="after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p:cTn id="52" dur="500" fill="hold"/>
                                        <p:tgtEl>
                                          <p:spTgt spid="4"/>
                                        </p:tgtEl>
                                        <p:attrNameLst>
                                          <p:attrName>ppt_w</p:attrName>
                                        </p:attrNameLst>
                                      </p:cBhvr>
                                      <p:tavLst>
                                        <p:tav tm="0">
                                          <p:val>
                                            <p:fltVal val="0"/>
                                          </p:val>
                                        </p:tav>
                                        <p:tav tm="100000">
                                          <p:val>
                                            <p:strVal val="#ppt_w"/>
                                          </p:val>
                                        </p:tav>
                                      </p:tavLst>
                                    </p:anim>
                                    <p:anim calcmode="lin" valueType="num">
                                      <p:cBhvr>
                                        <p:cTn id="53" dur="500" fill="hold"/>
                                        <p:tgtEl>
                                          <p:spTgt spid="4"/>
                                        </p:tgtEl>
                                        <p:attrNameLst>
                                          <p:attrName>ppt_h</p:attrName>
                                        </p:attrNameLst>
                                      </p:cBhvr>
                                      <p:tavLst>
                                        <p:tav tm="0">
                                          <p:val>
                                            <p:fltVal val="0"/>
                                          </p:val>
                                        </p:tav>
                                        <p:tav tm="100000">
                                          <p:val>
                                            <p:strVal val="#ppt_h"/>
                                          </p:val>
                                        </p:tav>
                                      </p:tavLst>
                                    </p:anim>
                                    <p:animEffect transition="in" filter="fade">
                                      <p:cBhvr>
                                        <p:cTn id="54" dur="500"/>
                                        <p:tgtEl>
                                          <p:spTgt spid="4"/>
                                        </p:tgtEl>
                                      </p:cBhvr>
                                    </p:animEffect>
                                  </p:childTnLst>
                                </p:cTn>
                              </p:par>
                              <p:par>
                                <p:cTn id="55" presetID="2" presetClass="entr" presetSubtype="2" accel="50000" decel="50000"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500" fill="hold"/>
                                        <p:tgtEl>
                                          <p:spTgt spid="17"/>
                                        </p:tgtEl>
                                        <p:attrNameLst>
                                          <p:attrName>ppt_x</p:attrName>
                                        </p:attrNameLst>
                                      </p:cBhvr>
                                      <p:tavLst>
                                        <p:tav tm="0">
                                          <p:val>
                                            <p:strVal val="1+#ppt_w/2"/>
                                          </p:val>
                                        </p:tav>
                                        <p:tav tm="100000">
                                          <p:val>
                                            <p:strVal val="#ppt_x"/>
                                          </p:val>
                                        </p:tav>
                                      </p:tavLst>
                                    </p:anim>
                                    <p:anim calcmode="lin" valueType="num">
                                      <p:cBhvr additive="base">
                                        <p:cTn id="58" dur="500" fill="hold"/>
                                        <p:tgtEl>
                                          <p:spTgt spid="17"/>
                                        </p:tgtEl>
                                        <p:attrNameLst>
                                          <p:attrName>ppt_y</p:attrName>
                                        </p:attrNameLst>
                                      </p:cBhvr>
                                      <p:tavLst>
                                        <p:tav tm="0">
                                          <p:val>
                                            <p:strVal val="#ppt_y"/>
                                          </p:val>
                                        </p:tav>
                                        <p:tav tm="100000">
                                          <p:val>
                                            <p:strVal val="#ppt_y"/>
                                          </p:val>
                                        </p:tav>
                                      </p:tavLst>
                                    </p:anim>
                                  </p:childTnLst>
                                </p:cTn>
                              </p:par>
                            </p:childTnLst>
                          </p:cTn>
                        </p:par>
                        <p:par>
                          <p:cTn id="59" fill="hold">
                            <p:stCondLst>
                              <p:cond delay="5000"/>
                            </p:stCondLst>
                            <p:childTnLst>
                              <p:par>
                                <p:cTn id="60" presetID="53" presetClass="entr" presetSubtype="0" fill="hold" nodeType="after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500" fill="hold"/>
                                        <p:tgtEl>
                                          <p:spTgt spid="12"/>
                                        </p:tgtEl>
                                        <p:attrNameLst>
                                          <p:attrName>ppt_w</p:attrName>
                                        </p:attrNameLst>
                                      </p:cBhvr>
                                      <p:tavLst>
                                        <p:tav tm="0">
                                          <p:val>
                                            <p:fltVal val="0"/>
                                          </p:val>
                                        </p:tav>
                                        <p:tav tm="100000">
                                          <p:val>
                                            <p:strVal val="#ppt_w"/>
                                          </p:val>
                                        </p:tav>
                                      </p:tavLst>
                                    </p:anim>
                                    <p:anim calcmode="lin" valueType="num">
                                      <p:cBhvr>
                                        <p:cTn id="63" dur="500" fill="hold"/>
                                        <p:tgtEl>
                                          <p:spTgt spid="12"/>
                                        </p:tgtEl>
                                        <p:attrNameLst>
                                          <p:attrName>ppt_h</p:attrName>
                                        </p:attrNameLst>
                                      </p:cBhvr>
                                      <p:tavLst>
                                        <p:tav tm="0">
                                          <p:val>
                                            <p:fltVal val="0"/>
                                          </p:val>
                                        </p:tav>
                                        <p:tav tm="100000">
                                          <p:val>
                                            <p:strVal val="#ppt_h"/>
                                          </p:val>
                                        </p:tav>
                                      </p:tavLst>
                                    </p:anim>
                                    <p:animEffect transition="in" filter="fade">
                                      <p:cBhvr>
                                        <p:cTn id="64" dur="500"/>
                                        <p:tgtEl>
                                          <p:spTgt spid="12"/>
                                        </p:tgtEl>
                                      </p:cBhvr>
                                    </p:animEffect>
                                  </p:childTnLst>
                                </p:cTn>
                              </p:par>
                              <p:par>
                                <p:cTn id="65" presetID="2" presetClass="entr" presetSubtype="2" accel="50000" decel="50000" fill="hold" nodeType="withEffect">
                                  <p:stCondLst>
                                    <p:cond delay="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500" fill="hold"/>
                                        <p:tgtEl>
                                          <p:spTgt spid="19"/>
                                        </p:tgtEl>
                                        <p:attrNameLst>
                                          <p:attrName>ppt_x</p:attrName>
                                        </p:attrNameLst>
                                      </p:cBhvr>
                                      <p:tavLst>
                                        <p:tav tm="0">
                                          <p:val>
                                            <p:strVal val="1+#ppt_w/2"/>
                                          </p:val>
                                        </p:tav>
                                        <p:tav tm="100000">
                                          <p:val>
                                            <p:strVal val="#ppt_x"/>
                                          </p:val>
                                        </p:tav>
                                      </p:tavLst>
                                    </p:anim>
                                    <p:anim calcmode="lin" valueType="num">
                                      <p:cBhvr additive="base">
                                        <p:cTn id="68" dur="500" fill="hold"/>
                                        <p:tgtEl>
                                          <p:spTgt spid="19"/>
                                        </p:tgtEl>
                                        <p:attrNameLst>
                                          <p:attrName>ppt_y</p:attrName>
                                        </p:attrNameLst>
                                      </p:cBhvr>
                                      <p:tavLst>
                                        <p:tav tm="0">
                                          <p:val>
                                            <p:strVal val="#ppt_y"/>
                                          </p:val>
                                        </p:tav>
                                        <p:tav tm="100000">
                                          <p:val>
                                            <p:strVal val="#ppt_y"/>
                                          </p:val>
                                        </p:tav>
                                      </p:tavLst>
                                    </p:anim>
                                  </p:childTnLst>
                                </p:cTn>
                              </p:par>
                            </p:childTnLst>
                          </p:cTn>
                        </p:par>
                        <p:par>
                          <p:cTn id="69" fill="hold">
                            <p:stCondLst>
                              <p:cond delay="5500"/>
                            </p:stCondLst>
                            <p:childTnLst>
                              <p:par>
                                <p:cTn id="70" presetID="53" presetClass="entr" presetSubtype="0" fill="hold" nodeType="afterEffect">
                                  <p:stCondLst>
                                    <p:cond delay="0"/>
                                  </p:stCondLst>
                                  <p:childTnLst>
                                    <p:set>
                                      <p:cBhvr>
                                        <p:cTn id="71" dur="1" fill="hold">
                                          <p:stCondLst>
                                            <p:cond delay="0"/>
                                          </p:stCondLst>
                                        </p:cTn>
                                        <p:tgtEl>
                                          <p:spTgt spid="2"/>
                                        </p:tgtEl>
                                        <p:attrNameLst>
                                          <p:attrName>style.visibility</p:attrName>
                                        </p:attrNameLst>
                                      </p:cBhvr>
                                      <p:to>
                                        <p:strVal val="visible"/>
                                      </p:to>
                                    </p:set>
                                    <p:anim calcmode="lin" valueType="num">
                                      <p:cBhvr>
                                        <p:cTn id="72" dur="500" fill="hold"/>
                                        <p:tgtEl>
                                          <p:spTgt spid="2"/>
                                        </p:tgtEl>
                                        <p:attrNameLst>
                                          <p:attrName>ppt_w</p:attrName>
                                        </p:attrNameLst>
                                      </p:cBhvr>
                                      <p:tavLst>
                                        <p:tav tm="0">
                                          <p:val>
                                            <p:fltVal val="0"/>
                                          </p:val>
                                        </p:tav>
                                        <p:tav tm="100000">
                                          <p:val>
                                            <p:strVal val="#ppt_w"/>
                                          </p:val>
                                        </p:tav>
                                      </p:tavLst>
                                    </p:anim>
                                    <p:anim calcmode="lin" valueType="num">
                                      <p:cBhvr>
                                        <p:cTn id="73" dur="500" fill="hold"/>
                                        <p:tgtEl>
                                          <p:spTgt spid="2"/>
                                        </p:tgtEl>
                                        <p:attrNameLst>
                                          <p:attrName>ppt_h</p:attrName>
                                        </p:attrNameLst>
                                      </p:cBhvr>
                                      <p:tavLst>
                                        <p:tav tm="0">
                                          <p:val>
                                            <p:fltVal val="0"/>
                                          </p:val>
                                        </p:tav>
                                        <p:tav tm="100000">
                                          <p:val>
                                            <p:strVal val="#ppt_h"/>
                                          </p:val>
                                        </p:tav>
                                      </p:tavLst>
                                    </p:anim>
                                    <p:animEffect transition="in" filter="fade">
                                      <p:cBhvr>
                                        <p:cTn id="74" dur="500"/>
                                        <p:tgtEl>
                                          <p:spTgt spid="2"/>
                                        </p:tgtEl>
                                      </p:cBhvr>
                                    </p:animEffect>
                                  </p:childTnLst>
                                </p:cTn>
                              </p:par>
                              <p:par>
                                <p:cTn id="75" presetID="2" presetClass="entr" presetSubtype="2" accel="50000" decel="50000" fill="hold" nodeType="with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additive="base">
                                        <p:cTn id="77" dur="500" fill="hold"/>
                                        <p:tgtEl>
                                          <p:spTgt spid="21"/>
                                        </p:tgtEl>
                                        <p:attrNameLst>
                                          <p:attrName>ppt_x</p:attrName>
                                        </p:attrNameLst>
                                      </p:cBhvr>
                                      <p:tavLst>
                                        <p:tav tm="0">
                                          <p:val>
                                            <p:strVal val="1+#ppt_w/2"/>
                                          </p:val>
                                        </p:tav>
                                        <p:tav tm="100000">
                                          <p:val>
                                            <p:strVal val="#ppt_x"/>
                                          </p:val>
                                        </p:tav>
                                      </p:tavLst>
                                    </p:anim>
                                    <p:anim calcmode="lin" valueType="num">
                                      <p:cBhvr additive="base">
                                        <p:cTn id="78" dur="500" fill="hold"/>
                                        <p:tgtEl>
                                          <p:spTgt spid="21"/>
                                        </p:tgtEl>
                                        <p:attrNameLst>
                                          <p:attrName>ppt_y</p:attrName>
                                        </p:attrNameLst>
                                      </p:cBhvr>
                                      <p:tavLst>
                                        <p:tav tm="0">
                                          <p:val>
                                            <p:strVal val="#ppt_y"/>
                                          </p:val>
                                        </p:tav>
                                        <p:tav tm="100000">
                                          <p:val>
                                            <p:strVal val="#ppt_y"/>
                                          </p:val>
                                        </p:tav>
                                      </p:tavLst>
                                    </p:anim>
                                  </p:childTnLst>
                                </p:cTn>
                              </p:par>
                            </p:childTnLst>
                          </p:cTn>
                        </p:par>
                        <p:par>
                          <p:cTn id="79" fill="hold">
                            <p:stCondLst>
                              <p:cond delay="6000"/>
                            </p:stCondLst>
                            <p:childTnLst>
                              <p:par>
                                <p:cTn id="80" presetID="53" presetClass="entr" presetSubtype="0" fill="hold" nodeType="afterEffect">
                                  <p:stCondLst>
                                    <p:cond delay="0"/>
                                  </p:stCondLst>
                                  <p:childTnLst>
                                    <p:set>
                                      <p:cBhvr>
                                        <p:cTn id="81" dur="1" fill="hold">
                                          <p:stCondLst>
                                            <p:cond delay="0"/>
                                          </p:stCondLst>
                                        </p:cTn>
                                        <p:tgtEl>
                                          <p:spTgt spid="6"/>
                                        </p:tgtEl>
                                        <p:attrNameLst>
                                          <p:attrName>style.visibility</p:attrName>
                                        </p:attrNameLst>
                                      </p:cBhvr>
                                      <p:to>
                                        <p:strVal val="visible"/>
                                      </p:to>
                                    </p:set>
                                    <p:anim calcmode="lin" valueType="num">
                                      <p:cBhvr>
                                        <p:cTn id="82" dur="500" fill="hold"/>
                                        <p:tgtEl>
                                          <p:spTgt spid="6"/>
                                        </p:tgtEl>
                                        <p:attrNameLst>
                                          <p:attrName>ppt_w</p:attrName>
                                        </p:attrNameLst>
                                      </p:cBhvr>
                                      <p:tavLst>
                                        <p:tav tm="0">
                                          <p:val>
                                            <p:fltVal val="0"/>
                                          </p:val>
                                        </p:tav>
                                        <p:tav tm="100000">
                                          <p:val>
                                            <p:strVal val="#ppt_w"/>
                                          </p:val>
                                        </p:tav>
                                      </p:tavLst>
                                    </p:anim>
                                    <p:anim calcmode="lin" valueType="num">
                                      <p:cBhvr>
                                        <p:cTn id="83" dur="500" fill="hold"/>
                                        <p:tgtEl>
                                          <p:spTgt spid="6"/>
                                        </p:tgtEl>
                                        <p:attrNameLst>
                                          <p:attrName>ppt_h</p:attrName>
                                        </p:attrNameLst>
                                      </p:cBhvr>
                                      <p:tavLst>
                                        <p:tav tm="0">
                                          <p:val>
                                            <p:fltVal val="0"/>
                                          </p:val>
                                        </p:tav>
                                        <p:tav tm="100000">
                                          <p:val>
                                            <p:strVal val="#ppt_h"/>
                                          </p:val>
                                        </p:tav>
                                      </p:tavLst>
                                    </p:anim>
                                    <p:animEffect transition="in" filter="fade">
                                      <p:cBhvr>
                                        <p:cTn id="84" dur="500"/>
                                        <p:tgtEl>
                                          <p:spTgt spid="6"/>
                                        </p:tgtEl>
                                      </p:cBhvr>
                                    </p:animEffect>
                                  </p:childTnLst>
                                </p:cTn>
                              </p:par>
                              <p:par>
                                <p:cTn id="85" presetID="2" presetClass="entr" presetSubtype="2" accel="50000" decel="50000"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500" fill="hold"/>
                                        <p:tgtEl>
                                          <p:spTgt spid="23"/>
                                        </p:tgtEl>
                                        <p:attrNameLst>
                                          <p:attrName>ppt_x</p:attrName>
                                        </p:attrNameLst>
                                      </p:cBhvr>
                                      <p:tavLst>
                                        <p:tav tm="0">
                                          <p:val>
                                            <p:strVal val="1+#ppt_w/2"/>
                                          </p:val>
                                        </p:tav>
                                        <p:tav tm="100000">
                                          <p:val>
                                            <p:strVal val="#ppt_x"/>
                                          </p:val>
                                        </p:tav>
                                      </p:tavLst>
                                    </p:anim>
                                    <p:anim calcmode="lin" valueType="num">
                                      <p:cBhvr additive="base">
                                        <p:cTn id="88" dur="500" fill="hold"/>
                                        <p:tgtEl>
                                          <p:spTgt spid="23"/>
                                        </p:tgtEl>
                                        <p:attrNameLst>
                                          <p:attrName>ppt_y</p:attrName>
                                        </p:attrNameLst>
                                      </p:cBhvr>
                                      <p:tavLst>
                                        <p:tav tm="0">
                                          <p:val>
                                            <p:strVal val="#ppt_y"/>
                                          </p:val>
                                        </p:tav>
                                        <p:tav tm="100000">
                                          <p:val>
                                            <p:strVal val="#ppt_y"/>
                                          </p:val>
                                        </p:tav>
                                      </p:tavLst>
                                    </p:anim>
                                  </p:childTnLst>
                                </p:cTn>
                              </p:par>
                            </p:childTnLst>
                          </p:cTn>
                        </p:par>
                        <p:par>
                          <p:cTn id="89" fill="hold">
                            <p:stCondLst>
                              <p:cond delay="6500"/>
                            </p:stCondLst>
                            <p:childTnLst>
                              <p:par>
                                <p:cTn id="90" presetID="53" presetClass="entr" presetSubtype="0" fill="hold" nodeType="afterEffect">
                                  <p:stCondLst>
                                    <p:cond delay="0"/>
                                  </p:stCondLst>
                                  <p:childTnLst>
                                    <p:set>
                                      <p:cBhvr>
                                        <p:cTn id="91" dur="1" fill="hold">
                                          <p:stCondLst>
                                            <p:cond delay="0"/>
                                          </p:stCondLst>
                                        </p:cTn>
                                        <p:tgtEl>
                                          <p:spTgt spid="14"/>
                                        </p:tgtEl>
                                        <p:attrNameLst>
                                          <p:attrName>style.visibility</p:attrName>
                                        </p:attrNameLst>
                                      </p:cBhvr>
                                      <p:to>
                                        <p:strVal val="visible"/>
                                      </p:to>
                                    </p:set>
                                    <p:anim calcmode="lin" valueType="num">
                                      <p:cBhvr>
                                        <p:cTn id="92" dur="500" fill="hold"/>
                                        <p:tgtEl>
                                          <p:spTgt spid="14"/>
                                        </p:tgtEl>
                                        <p:attrNameLst>
                                          <p:attrName>ppt_w</p:attrName>
                                        </p:attrNameLst>
                                      </p:cBhvr>
                                      <p:tavLst>
                                        <p:tav tm="0">
                                          <p:val>
                                            <p:fltVal val="0"/>
                                          </p:val>
                                        </p:tav>
                                        <p:tav tm="100000">
                                          <p:val>
                                            <p:strVal val="#ppt_w"/>
                                          </p:val>
                                        </p:tav>
                                      </p:tavLst>
                                    </p:anim>
                                    <p:anim calcmode="lin" valueType="num">
                                      <p:cBhvr>
                                        <p:cTn id="93" dur="500" fill="hold"/>
                                        <p:tgtEl>
                                          <p:spTgt spid="14"/>
                                        </p:tgtEl>
                                        <p:attrNameLst>
                                          <p:attrName>ppt_h</p:attrName>
                                        </p:attrNameLst>
                                      </p:cBhvr>
                                      <p:tavLst>
                                        <p:tav tm="0">
                                          <p:val>
                                            <p:fltVal val="0"/>
                                          </p:val>
                                        </p:tav>
                                        <p:tav tm="100000">
                                          <p:val>
                                            <p:strVal val="#ppt_h"/>
                                          </p:val>
                                        </p:tav>
                                      </p:tavLst>
                                    </p:anim>
                                    <p:animEffect transition="in" filter="fade">
                                      <p:cBhvr>
                                        <p:cTn id="94" dur="500"/>
                                        <p:tgtEl>
                                          <p:spTgt spid="14"/>
                                        </p:tgtEl>
                                      </p:cBhvr>
                                    </p:animEffect>
                                  </p:childTnLst>
                                </p:cTn>
                              </p:par>
                              <p:par>
                                <p:cTn id="95" presetID="2" presetClass="entr" presetSubtype="2" accel="50000" decel="50000" fill="hold"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500" fill="hold"/>
                                        <p:tgtEl>
                                          <p:spTgt spid="25"/>
                                        </p:tgtEl>
                                        <p:attrNameLst>
                                          <p:attrName>ppt_x</p:attrName>
                                        </p:attrNameLst>
                                      </p:cBhvr>
                                      <p:tavLst>
                                        <p:tav tm="0">
                                          <p:val>
                                            <p:strVal val="1+#ppt_w/2"/>
                                          </p:val>
                                        </p:tav>
                                        <p:tav tm="100000">
                                          <p:val>
                                            <p:strVal val="#ppt_x"/>
                                          </p:val>
                                        </p:tav>
                                      </p:tavLst>
                                    </p:anim>
                                    <p:anim calcmode="lin" valueType="num">
                                      <p:cBhvr additive="base">
                                        <p:cTn id="98"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6" grpId="0" animBg="1"/>
      <p:bldP spid="24" grpId="0" animBg="1"/>
      <p:bldP spid="22" grpId="0" animBg="1"/>
      <p:bldP spid="20" grpId="0" animBg="1"/>
      <p:bldP spid="18" grpId="0" animBg="1"/>
      <p:bldP spid="16"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201</a:t>
            </a:fld>
            <a:endParaRPr lang="en-US" dirty="0"/>
          </a:p>
        </p:txBody>
      </p:sp>
      <p:sp>
        <p:nvSpPr>
          <p:cNvPr id="22" name="Pie 21"/>
          <p:cNvSpPr/>
          <p:nvPr/>
        </p:nvSpPr>
        <p:spPr>
          <a:xfrm rot="18000000">
            <a:off x="3398425" y="1938909"/>
            <a:ext cx="2349572" cy="2349572"/>
          </a:xfrm>
          <a:prstGeom prst="pie">
            <a:avLst>
              <a:gd name="adj1" fmla="val 16200000"/>
              <a:gd name="adj2" fmla="val 1800000"/>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23" name="Pie 22"/>
          <p:cNvSpPr/>
          <p:nvPr/>
        </p:nvSpPr>
        <p:spPr>
          <a:xfrm rot="18000000">
            <a:off x="3402602" y="1947103"/>
            <a:ext cx="2349572" cy="2349572"/>
          </a:xfrm>
          <a:prstGeom prst="pie">
            <a:avLst>
              <a:gd name="adj1" fmla="val 1800000"/>
              <a:gd name="adj2" fmla="val 9000000"/>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sp>
        <p:nvSpPr>
          <p:cNvPr id="24" name="Pie 23"/>
          <p:cNvSpPr/>
          <p:nvPr/>
        </p:nvSpPr>
        <p:spPr>
          <a:xfrm rot="18000000">
            <a:off x="3389839" y="1938541"/>
            <a:ext cx="2349572" cy="2349572"/>
          </a:xfrm>
          <a:prstGeom prst="pie">
            <a:avLst>
              <a:gd name="adj1" fmla="val 9000000"/>
              <a:gd name="adj2" fmla="val 16200000"/>
            </a:avLst>
          </a:pr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IN"/>
          </a:p>
        </p:txBody>
      </p:sp>
      <p:grpSp>
        <p:nvGrpSpPr>
          <p:cNvPr id="2" name="Group 24"/>
          <p:cNvGrpSpPr/>
          <p:nvPr/>
        </p:nvGrpSpPr>
        <p:grpSpPr>
          <a:xfrm>
            <a:off x="4050365" y="2582248"/>
            <a:ext cx="1043270" cy="1043270"/>
            <a:chOff x="4305300" y="2731229"/>
            <a:chExt cx="1066800" cy="1066800"/>
          </a:xfrm>
        </p:grpSpPr>
        <p:sp>
          <p:nvSpPr>
            <p:cNvPr id="26" name="Oval 25"/>
            <p:cNvSpPr/>
            <p:nvPr/>
          </p:nvSpPr>
          <p:spPr bwMode="auto">
            <a:xfrm>
              <a:off x="4305300" y="2731229"/>
              <a:ext cx="1066800" cy="1066800"/>
            </a:xfrm>
            <a:prstGeom prst="ellipse">
              <a:avLst/>
            </a:prstGeom>
            <a:solidFill>
              <a:schemeClr val="bg1">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7" name="Freeform 66"/>
            <p:cNvSpPr>
              <a:spLocks noEditPoints="1"/>
            </p:cNvSpPr>
            <p:nvPr/>
          </p:nvSpPr>
          <p:spPr bwMode="auto">
            <a:xfrm>
              <a:off x="4655555" y="3065126"/>
              <a:ext cx="323168" cy="377485"/>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1"/>
          <p:cNvGrpSpPr/>
          <p:nvPr/>
        </p:nvGrpSpPr>
        <p:grpSpPr>
          <a:xfrm>
            <a:off x="4113522" y="1428750"/>
            <a:ext cx="916956" cy="916956"/>
            <a:chOff x="2914650" y="2742238"/>
            <a:chExt cx="1066800" cy="1066800"/>
          </a:xfrm>
        </p:grpSpPr>
        <p:sp>
          <p:nvSpPr>
            <p:cNvPr id="33" name="Oval 32"/>
            <p:cNvSpPr/>
            <p:nvPr/>
          </p:nvSpPr>
          <p:spPr bwMode="auto">
            <a:xfrm>
              <a:off x="2914650" y="2742238"/>
              <a:ext cx="1066800" cy="1066800"/>
            </a:xfrm>
            <a:prstGeom prst="ellipse">
              <a:avLst/>
            </a:prstGeom>
            <a:solidFill>
              <a:schemeClr val="accent2"/>
            </a:solidFill>
            <a:ln w="28575">
              <a:solidFill>
                <a:schemeClr val="accent2">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4" name="Freeform 33"/>
            <p:cNvSpPr>
              <a:spLocks noEditPoints="1"/>
            </p:cNvSpPr>
            <p:nvPr/>
          </p:nvSpPr>
          <p:spPr bwMode="auto">
            <a:xfrm>
              <a:off x="3249164" y="3076135"/>
              <a:ext cx="352053" cy="332893"/>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4"/>
          <p:cNvGrpSpPr/>
          <p:nvPr/>
        </p:nvGrpSpPr>
        <p:grpSpPr>
          <a:xfrm>
            <a:off x="5319690" y="3200121"/>
            <a:ext cx="916956" cy="916956"/>
            <a:chOff x="7086600" y="2742238"/>
            <a:chExt cx="1066800" cy="1066800"/>
          </a:xfrm>
        </p:grpSpPr>
        <p:sp>
          <p:nvSpPr>
            <p:cNvPr id="36" name="Oval 35"/>
            <p:cNvSpPr/>
            <p:nvPr/>
          </p:nvSpPr>
          <p:spPr bwMode="auto">
            <a:xfrm>
              <a:off x="7086600" y="2742238"/>
              <a:ext cx="1066800" cy="1066800"/>
            </a:xfrm>
            <a:prstGeom prst="ellipse">
              <a:avLst/>
            </a:prstGeom>
            <a:solidFill>
              <a:schemeClr val="accent3"/>
            </a:solidFill>
            <a:ln w="28575">
              <a:solidFill>
                <a:schemeClr val="accent3">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7" name="Freeform 22"/>
            <p:cNvSpPr>
              <a:spLocks noEditPoints="1"/>
            </p:cNvSpPr>
            <p:nvPr/>
          </p:nvSpPr>
          <p:spPr bwMode="auto">
            <a:xfrm>
              <a:off x="7371836" y="3060562"/>
              <a:ext cx="501409" cy="436600"/>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19"/>
          <p:cNvGrpSpPr/>
          <p:nvPr/>
        </p:nvGrpSpPr>
        <p:grpSpPr>
          <a:xfrm>
            <a:off x="3020658" y="3200121"/>
            <a:ext cx="916956" cy="916956"/>
            <a:chOff x="2940078" y="1537986"/>
            <a:chExt cx="1092864" cy="1092864"/>
          </a:xfrm>
        </p:grpSpPr>
        <p:sp>
          <p:nvSpPr>
            <p:cNvPr id="39" name="Oval 38"/>
            <p:cNvSpPr/>
            <p:nvPr/>
          </p:nvSpPr>
          <p:spPr bwMode="auto">
            <a:xfrm>
              <a:off x="2940078" y="1537986"/>
              <a:ext cx="1092864" cy="1092864"/>
            </a:xfrm>
            <a:prstGeom prst="ellipse">
              <a:avLst/>
            </a:prstGeom>
            <a:solidFill>
              <a:schemeClr val="accent1"/>
            </a:solidFill>
            <a:ln w="28575">
              <a:solidFill>
                <a:schemeClr val="accent1">
                  <a:lumMod val="7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1" name="Freeform 69"/>
            <p:cNvSpPr>
              <a:spLocks/>
            </p:cNvSpPr>
            <p:nvPr/>
          </p:nvSpPr>
          <p:spPr bwMode="auto">
            <a:xfrm>
              <a:off x="3333664" y="1797315"/>
              <a:ext cx="305693" cy="574207"/>
            </a:xfrm>
            <a:custGeom>
              <a:avLst/>
              <a:gdLst/>
              <a:ahLst/>
              <a:cxnLst>
                <a:cxn ang="0">
                  <a:pos x="21" y="57"/>
                </a:cxn>
                <a:cxn ang="0">
                  <a:pos x="21" y="63"/>
                </a:cxn>
                <a:cxn ang="0">
                  <a:pos x="20" y="64"/>
                </a:cxn>
                <a:cxn ang="0">
                  <a:pos x="15" y="64"/>
                </a:cxn>
                <a:cxn ang="0">
                  <a:pos x="14" y="63"/>
                </a:cxn>
                <a:cxn ang="0">
                  <a:pos x="14" y="57"/>
                </a:cxn>
                <a:cxn ang="0">
                  <a:pos x="1" y="50"/>
                </a:cxn>
                <a:cxn ang="0">
                  <a:pos x="1" y="49"/>
                </a:cxn>
                <a:cxn ang="0">
                  <a:pos x="4" y="44"/>
                </a:cxn>
                <a:cxn ang="0">
                  <a:pos x="5" y="43"/>
                </a:cxn>
                <a:cxn ang="0">
                  <a:pos x="6" y="44"/>
                </a:cxn>
                <a:cxn ang="0">
                  <a:pos x="17" y="49"/>
                </a:cxn>
                <a:cxn ang="0">
                  <a:pos x="25" y="43"/>
                </a:cxn>
                <a:cxn ang="0">
                  <a:pos x="16" y="36"/>
                </a:cxn>
                <a:cxn ang="0">
                  <a:pos x="1" y="21"/>
                </a:cxn>
                <a:cxn ang="0">
                  <a:pos x="14" y="8"/>
                </a:cxn>
                <a:cxn ang="0">
                  <a:pos x="14" y="1"/>
                </a:cxn>
                <a:cxn ang="0">
                  <a:pos x="15" y="0"/>
                </a:cxn>
                <a:cxn ang="0">
                  <a:pos x="20" y="0"/>
                </a:cxn>
                <a:cxn ang="0">
                  <a:pos x="21" y="1"/>
                </a:cxn>
                <a:cxn ang="0">
                  <a:pos x="21" y="7"/>
                </a:cxn>
                <a:cxn ang="0">
                  <a:pos x="32" y="12"/>
                </a:cxn>
                <a:cxn ang="0">
                  <a:pos x="32" y="14"/>
                </a:cxn>
                <a:cxn ang="0">
                  <a:pos x="29" y="19"/>
                </a:cxn>
                <a:cxn ang="0">
                  <a:pos x="29" y="19"/>
                </a:cxn>
                <a:cxn ang="0">
                  <a:pos x="28" y="19"/>
                </a:cxn>
                <a:cxn ang="0">
                  <a:pos x="18" y="15"/>
                </a:cxn>
                <a:cxn ang="0">
                  <a:pos x="10" y="21"/>
                </a:cxn>
                <a:cxn ang="0">
                  <a:pos x="20" y="28"/>
                </a:cxn>
                <a:cxn ang="0">
                  <a:pos x="34" y="42"/>
                </a:cxn>
                <a:cxn ang="0">
                  <a:pos x="21" y="57"/>
                </a:cxn>
              </a:cxnLst>
              <a:rect l="0" t="0" r="r" b="b"/>
              <a:pathLst>
                <a:path w="34" h="64">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72"/>
          <p:cNvGrpSpPr/>
          <p:nvPr/>
        </p:nvGrpSpPr>
        <p:grpSpPr>
          <a:xfrm>
            <a:off x="2046795" y="1438275"/>
            <a:ext cx="1947726" cy="632444"/>
            <a:chOff x="5603652" y="1713005"/>
            <a:chExt cx="1947726" cy="632444"/>
          </a:xfrm>
        </p:grpSpPr>
        <p:sp>
          <p:nvSpPr>
            <p:cNvPr id="28" name="Text Placeholder 3"/>
            <p:cNvSpPr txBox="1">
              <a:spLocks/>
            </p:cNvSpPr>
            <p:nvPr/>
          </p:nvSpPr>
          <p:spPr>
            <a:xfrm>
              <a:off x="6894147" y="1713005"/>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29"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9" name="Group 69"/>
          <p:cNvGrpSpPr/>
          <p:nvPr/>
        </p:nvGrpSpPr>
        <p:grpSpPr>
          <a:xfrm>
            <a:off x="6358074" y="3333603"/>
            <a:ext cx="1947726" cy="649993"/>
            <a:chOff x="5603652" y="1695456"/>
            <a:chExt cx="1947726" cy="649993"/>
          </a:xfrm>
        </p:grpSpPr>
        <p:sp>
          <p:nvSpPr>
            <p:cNvPr id="38"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4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0" name="Group 72"/>
          <p:cNvGrpSpPr/>
          <p:nvPr/>
        </p:nvGrpSpPr>
        <p:grpSpPr>
          <a:xfrm>
            <a:off x="947874" y="3342377"/>
            <a:ext cx="1947726" cy="632444"/>
            <a:chOff x="5603652" y="1713005"/>
            <a:chExt cx="1947726" cy="632444"/>
          </a:xfrm>
        </p:grpSpPr>
        <p:sp>
          <p:nvSpPr>
            <p:cNvPr id="43" name="Text Placeholder 3"/>
            <p:cNvSpPr txBox="1">
              <a:spLocks/>
            </p:cNvSpPr>
            <p:nvPr/>
          </p:nvSpPr>
          <p:spPr>
            <a:xfrm>
              <a:off x="6894147" y="1713005"/>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4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528" fill="hold" nodeType="after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p:cTn id="12" dur="500" fill="hold"/>
                                        <p:tgtEl>
                                          <p:spTgt spid="24"/>
                                        </p:tgtEl>
                                        <p:attrNameLst>
                                          <p:attrName>ppt_w</p:attrName>
                                        </p:attrNameLst>
                                      </p:cBhvr>
                                      <p:tavLst>
                                        <p:tav tm="0">
                                          <p:val>
                                            <p:fltVal val="0"/>
                                          </p:val>
                                        </p:tav>
                                        <p:tav tm="100000">
                                          <p:val>
                                            <p:strVal val="#ppt_w"/>
                                          </p:val>
                                        </p:tav>
                                      </p:tavLst>
                                    </p:anim>
                                    <p:anim calcmode="lin" valueType="num">
                                      <p:cBhvr>
                                        <p:cTn id="13" dur="500" fill="hold"/>
                                        <p:tgtEl>
                                          <p:spTgt spid="24"/>
                                        </p:tgtEl>
                                        <p:attrNameLst>
                                          <p:attrName>ppt_h</p:attrName>
                                        </p:attrNameLst>
                                      </p:cBhvr>
                                      <p:tavLst>
                                        <p:tav tm="0">
                                          <p:val>
                                            <p:fltVal val="0"/>
                                          </p:val>
                                        </p:tav>
                                        <p:tav tm="100000">
                                          <p:val>
                                            <p:strVal val="#ppt_h"/>
                                          </p:val>
                                        </p:tav>
                                      </p:tavLst>
                                    </p:anim>
                                    <p:anim calcmode="lin" valueType="num">
                                      <p:cBhvr>
                                        <p:cTn id="14" dur="500" fill="hold"/>
                                        <p:tgtEl>
                                          <p:spTgt spid="24"/>
                                        </p:tgtEl>
                                        <p:attrNameLst>
                                          <p:attrName>ppt_x</p:attrName>
                                        </p:attrNameLst>
                                      </p:cBhvr>
                                      <p:tavLst>
                                        <p:tav tm="0">
                                          <p:val>
                                            <p:fltVal val="0.5"/>
                                          </p:val>
                                        </p:tav>
                                        <p:tav tm="100000">
                                          <p:val>
                                            <p:strVal val="#ppt_x"/>
                                          </p:val>
                                        </p:tav>
                                      </p:tavLst>
                                    </p:anim>
                                    <p:anim calcmode="lin" valueType="num">
                                      <p:cBhvr>
                                        <p:cTn id="15" dur="500" fill="hold"/>
                                        <p:tgtEl>
                                          <p:spTgt spid="24"/>
                                        </p:tgtEl>
                                        <p:attrNameLst>
                                          <p:attrName>ppt_y</p:attrName>
                                        </p:attrNameLst>
                                      </p:cBhvr>
                                      <p:tavLst>
                                        <p:tav tm="0">
                                          <p:val>
                                            <p:fltVal val="0.5"/>
                                          </p:val>
                                        </p:tav>
                                        <p:tav tm="100000">
                                          <p:val>
                                            <p:strVal val="#ppt_y"/>
                                          </p:val>
                                        </p:tav>
                                      </p:tavLst>
                                    </p:anim>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500" fill="hold"/>
                                        <p:tgtEl>
                                          <p:spTgt spid="5"/>
                                        </p:tgtEl>
                                        <p:attrNameLst>
                                          <p:attrName>ppt_w</p:attrName>
                                        </p:attrNameLst>
                                      </p:cBhvr>
                                      <p:tavLst>
                                        <p:tav tm="0">
                                          <p:val>
                                            <p:fltVal val="0"/>
                                          </p:val>
                                        </p:tav>
                                        <p:tav tm="100000">
                                          <p:val>
                                            <p:strVal val="#ppt_w"/>
                                          </p:val>
                                        </p:tav>
                                      </p:tavLst>
                                    </p:anim>
                                    <p:anim calcmode="lin" valueType="num">
                                      <p:cBhvr>
                                        <p:cTn id="20" dur="500" fill="hold"/>
                                        <p:tgtEl>
                                          <p:spTgt spid="5"/>
                                        </p:tgtEl>
                                        <p:attrNameLst>
                                          <p:attrName>ppt_h</p:attrName>
                                        </p:attrNameLst>
                                      </p:cBhvr>
                                      <p:tavLst>
                                        <p:tav tm="0">
                                          <p:val>
                                            <p:fltVal val="0"/>
                                          </p:val>
                                        </p:tav>
                                        <p:tav tm="100000">
                                          <p:val>
                                            <p:strVal val="#ppt_h"/>
                                          </p:val>
                                        </p:tav>
                                      </p:tavLst>
                                    </p:anim>
                                    <p:animEffect transition="in" filter="fade">
                                      <p:cBhvr>
                                        <p:cTn id="21" dur="500"/>
                                        <p:tgtEl>
                                          <p:spTgt spid="5"/>
                                        </p:tgtEl>
                                      </p:cBhvr>
                                    </p:animEffect>
                                  </p:childTnLst>
                                </p:cTn>
                              </p:par>
                            </p:childTnLst>
                          </p:cTn>
                        </p:par>
                        <p:par>
                          <p:cTn id="22" fill="hold">
                            <p:stCondLst>
                              <p:cond delay="1500"/>
                            </p:stCondLst>
                            <p:childTnLst>
                              <p:par>
                                <p:cTn id="23" presetID="22" presetClass="entr" presetSubtype="2" fill="hold" nodeType="after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right)">
                                      <p:cBhvr>
                                        <p:cTn id="25" dur="500"/>
                                        <p:tgtEl>
                                          <p:spTgt spid="10"/>
                                        </p:tgtEl>
                                      </p:cBhvr>
                                    </p:animEffect>
                                  </p:childTnLst>
                                </p:cTn>
                              </p:par>
                            </p:childTnLst>
                          </p:cTn>
                        </p:par>
                        <p:par>
                          <p:cTn id="26" fill="hold">
                            <p:stCondLst>
                              <p:cond delay="2000"/>
                            </p:stCondLst>
                            <p:childTnLst>
                              <p:par>
                                <p:cTn id="27" presetID="23" presetClass="entr" presetSubtype="528" fill="hold" nodeType="afterEffect">
                                  <p:stCondLst>
                                    <p:cond delay="0"/>
                                  </p:stCondLst>
                                  <p:childTnLst>
                                    <p:set>
                                      <p:cBhvr>
                                        <p:cTn id="28" dur="1" fill="hold">
                                          <p:stCondLst>
                                            <p:cond delay="0"/>
                                          </p:stCondLst>
                                        </p:cTn>
                                        <p:tgtEl>
                                          <p:spTgt spid="22"/>
                                        </p:tgtEl>
                                        <p:attrNameLst>
                                          <p:attrName>style.visibility</p:attrName>
                                        </p:attrNameLst>
                                      </p:cBhvr>
                                      <p:to>
                                        <p:strVal val="visible"/>
                                      </p:to>
                                    </p:set>
                                    <p:anim calcmode="lin" valueType="num">
                                      <p:cBhvr>
                                        <p:cTn id="29" dur="500" fill="hold"/>
                                        <p:tgtEl>
                                          <p:spTgt spid="22"/>
                                        </p:tgtEl>
                                        <p:attrNameLst>
                                          <p:attrName>ppt_w</p:attrName>
                                        </p:attrNameLst>
                                      </p:cBhvr>
                                      <p:tavLst>
                                        <p:tav tm="0">
                                          <p:val>
                                            <p:fltVal val="0"/>
                                          </p:val>
                                        </p:tav>
                                        <p:tav tm="100000">
                                          <p:val>
                                            <p:strVal val="#ppt_w"/>
                                          </p:val>
                                        </p:tav>
                                      </p:tavLst>
                                    </p:anim>
                                    <p:anim calcmode="lin" valueType="num">
                                      <p:cBhvr>
                                        <p:cTn id="30" dur="500" fill="hold"/>
                                        <p:tgtEl>
                                          <p:spTgt spid="22"/>
                                        </p:tgtEl>
                                        <p:attrNameLst>
                                          <p:attrName>ppt_h</p:attrName>
                                        </p:attrNameLst>
                                      </p:cBhvr>
                                      <p:tavLst>
                                        <p:tav tm="0">
                                          <p:val>
                                            <p:fltVal val="0"/>
                                          </p:val>
                                        </p:tav>
                                        <p:tav tm="100000">
                                          <p:val>
                                            <p:strVal val="#ppt_h"/>
                                          </p:val>
                                        </p:tav>
                                      </p:tavLst>
                                    </p:anim>
                                    <p:anim calcmode="lin" valueType="num">
                                      <p:cBhvr>
                                        <p:cTn id="31" dur="500" fill="hold"/>
                                        <p:tgtEl>
                                          <p:spTgt spid="22"/>
                                        </p:tgtEl>
                                        <p:attrNameLst>
                                          <p:attrName>ppt_x</p:attrName>
                                        </p:attrNameLst>
                                      </p:cBhvr>
                                      <p:tavLst>
                                        <p:tav tm="0">
                                          <p:val>
                                            <p:fltVal val="0.5"/>
                                          </p:val>
                                        </p:tav>
                                        <p:tav tm="100000">
                                          <p:val>
                                            <p:strVal val="#ppt_x"/>
                                          </p:val>
                                        </p:tav>
                                      </p:tavLst>
                                    </p:anim>
                                    <p:anim calcmode="lin" valueType="num">
                                      <p:cBhvr>
                                        <p:cTn id="32" dur="500" fill="hold"/>
                                        <p:tgtEl>
                                          <p:spTgt spid="22"/>
                                        </p:tgtEl>
                                        <p:attrNameLst>
                                          <p:attrName>ppt_y</p:attrName>
                                        </p:attrNameLst>
                                      </p:cBhvr>
                                      <p:tavLst>
                                        <p:tav tm="0">
                                          <p:val>
                                            <p:fltVal val="0.5"/>
                                          </p:val>
                                        </p:tav>
                                        <p:tav tm="100000">
                                          <p:val>
                                            <p:strVal val="#ppt_y"/>
                                          </p:val>
                                        </p:tav>
                                      </p:tavLst>
                                    </p:anim>
                                  </p:childTnLst>
                                </p:cTn>
                              </p:par>
                            </p:childTnLst>
                          </p:cTn>
                        </p:par>
                        <p:par>
                          <p:cTn id="33" fill="hold">
                            <p:stCondLst>
                              <p:cond delay="2500"/>
                            </p:stCondLst>
                            <p:childTnLst>
                              <p:par>
                                <p:cTn id="34" presetID="53" presetClass="entr" presetSubtype="0" fill="hold" nodeType="afterEffect">
                                  <p:stCondLst>
                                    <p:cond delay="0"/>
                                  </p:stCondLst>
                                  <p:childTnLst>
                                    <p:set>
                                      <p:cBhvr>
                                        <p:cTn id="35" dur="1" fill="hold">
                                          <p:stCondLst>
                                            <p:cond delay="0"/>
                                          </p:stCondLst>
                                        </p:cTn>
                                        <p:tgtEl>
                                          <p:spTgt spid="3"/>
                                        </p:tgtEl>
                                        <p:attrNameLst>
                                          <p:attrName>style.visibility</p:attrName>
                                        </p:attrNameLst>
                                      </p:cBhvr>
                                      <p:to>
                                        <p:strVal val="visible"/>
                                      </p:to>
                                    </p:set>
                                    <p:anim calcmode="lin" valueType="num">
                                      <p:cBhvr>
                                        <p:cTn id="36" dur="500" fill="hold"/>
                                        <p:tgtEl>
                                          <p:spTgt spid="3"/>
                                        </p:tgtEl>
                                        <p:attrNameLst>
                                          <p:attrName>ppt_w</p:attrName>
                                        </p:attrNameLst>
                                      </p:cBhvr>
                                      <p:tavLst>
                                        <p:tav tm="0">
                                          <p:val>
                                            <p:fltVal val="0"/>
                                          </p:val>
                                        </p:tav>
                                        <p:tav tm="100000">
                                          <p:val>
                                            <p:strVal val="#ppt_w"/>
                                          </p:val>
                                        </p:tav>
                                      </p:tavLst>
                                    </p:anim>
                                    <p:anim calcmode="lin" valueType="num">
                                      <p:cBhvr>
                                        <p:cTn id="37" dur="500" fill="hold"/>
                                        <p:tgtEl>
                                          <p:spTgt spid="3"/>
                                        </p:tgtEl>
                                        <p:attrNameLst>
                                          <p:attrName>ppt_h</p:attrName>
                                        </p:attrNameLst>
                                      </p:cBhvr>
                                      <p:tavLst>
                                        <p:tav tm="0">
                                          <p:val>
                                            <p:fltVal val="0"/>
                                          </p:val>
                                        </p:tav>
                                        <p:tav tm="100000">
                                          <p:val>
                                            <p:strVal val="#ppt_h"/>
                                          </p:val>
                                        </p:tav>
                                      </p:tavLst>
                                    </p:anim>
                                    <p:animEffect transition="in" filter="fade">
                                      <p:cBhvr>
                                        <p:cTn id="38" dur="500"/>
                                        <p:tgtEl>
                                          <p:spTgt spid="3"/>
                                        </p:tgtEl>
                                      </p:cBhvr>
                                    </p:animEffect>
                                  </p:childTnLst>
                                </p:cTn>
                              </p:par>
                            </p:childTnLst>
                          </p:cTn>
                        </p:par>
                        <p:par>
                          <p:cTn id="39" fill="hold">
                            <p:stCondLst>
                              <p:cond delay="3000"/>
                            </p:stCondLst>
                            <p:childTnLst>
                              <p:par>
                                <p:cTn id="40" presetID="22" presetClass="entr" presetSubtype="2" fill="hold" nodeType="after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wipe(right)">
                                      <p:cBhvr>
                                        <p:cTn id="42" dur="500"/>
                                        <p:tgtEl>
                                          <p:spTgt spid="6"/>
                                        </p:tgtEl>
                                      </p:cBhvr>
                                    </p:animEffect>
                                  </p:childTnLst>
                                </p:cTn>
                              </p:par>
                            </p:childTnLst>
                          </p:cTn>
                        </p:par>
                        <p:par>
                          <p:cTn id="43" fill="hold">
                            <p:stCondLst>
                              <p:cond delay="3500"/>
                            </p:stCondLst>
                            <p:childTnLst>
                              <p:par>
                                <p:cTn id="44" presetID="23" presetClass="entr" presetSubtype="528" fill="hold"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p:cTn id="46" dur="500" fill="hold"/>
                                        <p:tgtEl>
                                          <p:spTgt spid="23"/>
                                        </p:tgtEl>
                                        <p:attrNameLst>
                                          <p:attrName>ppt_w</p:attrName>
                                        </p:attrNameLst>
                                      </p:cBhvr>
                                      <p:tavLst>
                                        <p:tav tm="0">
                                          <p:val>
                                            <p:fltVal val="0"/>
                                          </p:val>
                                        </p:tav>
                                        <p:tav tm="100000">
                                          <p:val>
                                            <p:strVal val="#ppt_w"/>
                                          </p:val>
                                        </p:tav>
                                      </p:tavLst>
                                    </p:anim>
                                    <p:anim calcmode="lin" valueType="num">
                                      <p:cBhvr>
                                        <p:cTn id="47" dur="500" fill="hold"/>
                                        <p:tgtEl>
                                          <p:spTgt spid="23"/>
                                        </p:tgtEl>
                                        <p:attrNameLst>
                                          <p:attrName>ppt_h</p:attrName>
                                        </p:attrNameLst>
                                      </p:cBhvr>
                                      <p:tavLst>
                                        <p:tav tm="0">
                                          <p:val>
                                            <p:fltVal val="0"/>
                                          </p:val>
                                        </p:tav>
                                        <p:tav tm="100000">
                                          <p:val>
                                            <p:strVal val="#ppt_h"/>
                                          </p:val>
                                        </p:tav>
                                      </p:tavLst>
                                    </p:anim>
                                    <p:anim calcmode="lin" valueType="num">
                                      <p:cBhvr>
                                        <p:cTn id="48" dur="500" fill="hold"/>
                                        <p:tgtEl>
                                          <p:spTgt spid="23"/>
                                        </p:tgtEl>
                                        <p:attrNameLst>
                                          <p:attrName>ppt_x</p:attrName>
                                        </p:attrNameLst>
                                      </p:cBhvr>
                                      <p:tavLst>
                                        <p:tav tm="0">
                                          <p:val>
                                            <p:fltVal val="0.5"/>
                                          </p:val>
                                        </p:tav>
                                        <p:tav tm="100000">
                                          <p:val>
                                            <p:strVal val="#ppt_x"/>
                                          </p:val>
                                        </p:tav>
                                      </p:tavLst>
                                    </p:anim>
                                    <p:anim calcmode="lin" valueType="num">
                                      <p:cBhvr>
                                        <p:cTn id="49" dur="500" fill="hold"/>
                                        <p:tgtEl>
                                          <p:spTgt spid="23"/>
                                        </p:tgtEl>
                                        <p:attrNameLst>
                                          <p:attrName>ppt_y</p:attrName>
                                        </p:attrNameLst>
                                      </p:cBhvr>
                                      <p:tavLst>
                                        <p:tav tm="0">
                                          <p:val>
                                            <p:fltVal val="0.5"/>
                                          </p:val>
                                        </p:tav>
                                        <p:tav tm="100000">
                                          <p:val>
                                            <p:strVal val="#ppt_y"/>
                                          </p:val>
                                        </p:tav>
                                      </p:tavLst>
                                    </p:anim>
                                  </p:childTnLst>
                                </p:cTn>
                              </p:par>
                            </p:childTnLst>
                          </p:cTn>
                        </p:par>
                        <p:par>
                          <p:cTn id="50" fill="hold">
                            <p:stCondLst>
                              <p:cond delay="4000"/>
                            </p:stCondLst>
                            <p:childTnLst>
                              <p:par>
                                <p:cTn id="51" presetID="53" presetClass="entr" presetSubtype="0" fill="hold" nodeType="afterEffect">
                                  <p:stCondLst>
                                    <p:cond delay="0"/>
                                  </p:stCondLst>
                                  <p:childTnLst>
                                    <p:set>
                                      <p:cBhvr>
                                        <p:cTn id="52" dur="1" fill="hold">
                                          <p:stCondLst>
                                            <p:cond delay="0"/>
                                          </p:stCondLst>
                                        </p:cTn>
                                        <p:tgtEl>
                                          <p:spTgt spid="4"/>
                                        </p:tgtEl>
                                        <p:attrNameLst>
                                          <p:attrName>style.visibility</p:attrName>
                                        </p:attrNameLst>
                                      </p:cBhvr>
                                      <p:to>
                                        <p:strVal val="visible"/>
                                      </p:to>
                                    </p:set>
                                    <p:anim calcmode="lin" valueType="num">
                                      <p:cBhvr>
                                        <p:cTn id="53" dur="500" fill="hold"/>
                                        <p:tgtEl>
                                          <p:spTgt spid="4"/>
                                        </p:tgtEl>
                                        <p:attrNameLst>
                                          <p:attrName>ppt_w</p:attrName>
                                        </p:attrNameLst>
                                      </p:cBhvr>
                                      <p:tavLst>
                                        <p:tav tm="0">
                                          <p:val>
                                            <p:fltVal val="0"/>
                                          </p:val>
                                        </p:tav>
                                        <p:tav tm="100000">
                                          <p:val>
                                            <p:strVal val="#ppt_w"/>
                                          </p:val>
                                        </p:tav>
                                      </p:tavLst>
                                    </p:anim>
                                    <p:anim calcmode="lin" valueType="num">
                                      <p:cBhvr>
                                        <p:cTn id="54" dur="500" fill="hold"/>
                                        <p:tgtEl>
                                          <p:spTgt spid="4"/>
                                        </p:tgtEl>
                                        <p:attrNameLst>
                                          <p:attrName>ppt_h</p:attrName>
                                        </p:attrNameLst>
                                      </p:cBhvr>
                                      <p:tavLst>
                                        <p:tav tm="0">
                                          <p:val>
                                            <p:fltVal val="0"/>
                                          </p:val>
                                        </p:tav>
                                        <p:tav tm="100000">
                                          <p:val>
                                            <p:strVal val="#ppt_h"/>
                                          </p:val>
                                        </p:tav>
                                      </p:tavLst>
                                    </p:anim>
                                    <p:animEffect transition="in" filter="fade">
                                      <p:cBhvr>
                                        <p:cTn id="55" dur="500"/>
                                        <p:tgtEl>
                                          <p:spTgt spid="4"/>
                                        </p:tgtEl>
                                      </p:cBhvr>
                                    </p:animEffect>
                                  </p:childTnLst>
                                </p:cTn>
                              </p:par>
                            </p:childTnLst>
                          </p:cTn>
                        </p:par>
                        <p:par>
                          <p:cTn id="56" fill="hold">
                            <p:stCondLst>
                              <p:cond delay="4500"/>
                            </p:stCondLst>
                            <p:childTnLst>
                              <p:par>
                                <p:cTn id="57" presetID="22" presetClass="entr" presetSubtype="8" fill="hold"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wipe(left)">
                                      <p:cBhvr>
                                        <p:cTn id="5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Circles Diagram</a:t>
            </a:r>
            <a:endParaRPr lang="en-US" dirty="0"/>
          </a:p>
        </p:txBody>
      </p:sp>
      <p:sp>
        <p:nvSpPr>
          <p:cNvPr id="8" name="Text Placeholder 7"/>
          <p:cNvSpPr>
            <a:spLocks noGrp="1"/>
          </p:cNvSpPr>
          <p:nvPr>
            <p:ph type="body" sz="half" idx="2"/>
          </p:nvPr>
        </p:nvSpPr>
        <p:spPr/>
        <p:txBody>
          <a:bodyPr/>
          <a:lstStyle/>
          <a:p>
            <a:r>
              <a:rPr lang="en-US"/>
              <a:t>Circles Diagram</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202</a:t>
            </a:fld>
            <a:endParaRPr lang="en-US" dirty="0"/>
          </a:p>
        </p:txBody>
      </p:sp>
      <p:sp>
        <p:nvSpPr>
          <p:cNvPr id="20" name="Oval 19"/>
          <p:cNvSpPr/>
          <p:nvPr/>
        </p:nvSpPr>
        <p:spPr>
          <a:xfrm>
            <a:off x="1434798" y="2245426"/>
            <a:ext cx="1496084" cy="1496084"/>
          </a:xfrm>
          <a:prstGeom prst="ellipse">
            <a:avLst/>
          </a:prstGeom>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1" name="Oval 20"/>
          <p:cNvSpPr/>
          <p:nvPr/>
        </p:nvSpPr>
        <p:spPr>
          <a:xfrm>
            <a:off x="2631666" y="2245426"/>
            <a:ext cx="1496084" cy="1496084"/>
          </a:xfrm>
          <a:prstGeom prst="ellipse">
            <a:avLst/>
          </a:prstGeom>
          <a:solidFill>
            <a:schemeClr val="accent2">
              <a:alpha val="5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2" name="Oval 21"/>
          <p:cNvSpPr/>
          <p:nvPr/>
        </p:nvSpPr>
        <p:spPr>
          <a:xfrm>
            <a:off x="3828533" y="2245426"/>
            <a:ext cx="1496084" cy="1496084"/>
          </a:xfrm>
          <a:prstGeom prst="ellipse">
            <a:avLst/>
          </a:prstGeom>
          <a:solidFill>
            <a:schemeClr val="accent3">
              <a:alpha val="5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3" name="Oval 22"/>
          <p:cNvSpPr/>
          <p:nvPr/>
        </p:nvSpPr>
        <p:spPr>
          <a:xfrm>
            <a:off x="5025401" y="2245426"/>
            <a:ext cx="1496084" cy="1496084"/>
          </a:xfrm>
          <a:prstGeom prst="ellipse">
            <a:avLst/>
          </a:prstGeom>
          <a:solidFill>
            <a:schemeClr val="accent4">
              <a:alpha val="5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4" name="Oval 23"/>
          <p:cNvSpPr/>
          <p:nvPr/>
        </p:nvSpPr>
        <p:spPr>
          <a:xfrm>
            <a:off x="6141250" y="2245426"/>
            <a:ext cx="1496084" cy="1496084"/>
          </a:xfrm>
          <a:prstGeom prst="ellipse">
            <a:avLst/>
          </a:prstGeom>
          <a:solidFill>
            <a:schemeClr val="accent5">
              <a:alpha val="5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26" name="Arc 25"/>
          <p:cNvSpPr/>
          <p:nvPr/>
        </p:nvSpPr>
        <p:spPr>
          <a:xfrm rot="18979841">
            <a:off x="1274230" y="1999250"/>
            <a:ext cx="1809334" cy="1809334"/>
          </a:xfrm>
          <a:prstGeom prst="arc">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 name="Group 28"/>
          <p:cNvGrpSpPr/>
          <p:nvPr/>
        </p:nvGrpSpPr>
        <p:grpSpPr>
          <a:xfrm>
            <a:off x="2092262" y="1577833"/>
            <a:ext cx="160680" cy="421135"/>
            <a:chOff x="2006136" y="1276348"/>
            <a:chExt cx="169764" cy="444944"/>
          </a:xfrm>
        </p:grpSpPr>
        <p:cxnSp>
          <p:nvCxnSpPr>
            <p:cNvPr id="27" name="Straight Connector 26"/>
            <p:cNvCxnSpPr/>
            <p:nvPr/>
          </p:nvCxnSpPr>
          <p:spPr>
            <a:xfrm rot="16200000" flipH="1">
              <a:off x="1908302" y="1538574"/>
              <a:ext cx="365432" cy="4"/>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28" name="Oval 27"/>
            <p:cNvSpPr/>
            <p:nvPr/>
          </p:nvSpPr>
          <p:spPr>
            <a:xfrm>
              <a:off x="2006136" y="1276348"/>
              <a:ext cx="169764" cy="169764"/>
            </a:xfrm>
            <a:prstGeom prst="ellipse">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1" name="Arc 30"/>
          <p:cNvSpPr/>
          <p:nvPr/>
        </p:nvSpPr>
        <p:spPr>
          <a:xfrm rot="18979841">
            <a:off x="3666830" y="1999250"/>
            <a:ext cx="1809334" cy="1809333"/>
          </a:xfrm>
          <a:prstGeom prst="arc">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31"/>
          <p:cNvGrpSpPr/>
          <p:nvPr/>
        </p:nvGrpSpPr>
        <p:grpSpPr>
          <a:xfrm>
            <a:off x="4495098" y="1577833"/>
            <a:ext cx="160680" cy="421135"/>
            <a:chOff x="2006136" y="1276348"/>
            <a:chExt cx="169764" cy="444944"/>
          </a:xfrm>
        </p:grpSpPr>
        <p:cxnSp>
          <p:nvCxnSpPr>
            <p:cNvPr id="33" name="Straight Connector 32"/>
            <p:cNvCxnSpPr/>
            <p:nvPr/>
          </p:nvCxnSpPr>
          <p:spPr>
            <a:xfrm rot="16200000" flipH="1">
              <a:off x="1908302" y="1538574"/>
              <a:ext cx="365432" cy="4"/>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a:off x="2006136" y="1276348"/>
              <a:ext cx="169764" cy="169764"/>
            </a:xfrm>
            <a:prstGeom prst="ellipse">
              <a:avLst/>
            </a:prstGeom>
            <a:solidFill>
              <a:schemeClr val="accent3"/>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7" name="Arc 36"/>
          <p:cNvSpPr/>
          <p:nvPr/>
        </p:nvSpPr>
        <p:spPr>
          <a:xfrm rot="8179841">
            <a:off x="2500957" y="2159861"/>
            <a:ext cx="1809334" cy="1809333"/>
          </a:xfrm>
          <a:prstGeom prst="arc">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 name="Group 37"/>
          <p:cNvGrpSpPr/>
          <p:nvPr/>
        </p:nvGrpSpPr>
        <p:grpSpPr>
          <a:xfrm rot="10800000">
            <a:off x="3321343" y="3969476"/>
            <a:ext cx="160680" cy="421135"/>
            <a:chOff x="2006136" y="1276348"/>
            <a:chExt cx="169764" cy="444944"/>
          </a:xfrm>
        </p:grpSpPr>
        <p:cxnSp>
          <p:nvCxnSpPr>
            <p:cNvPr id="39" name="Straight Connector 38"/>
            <p:cNvCxnSpPr/>
            <p:nvPr/>
          </p:nvCxnSpPr>
          <p:spPr>
            <a:xfrm rot="16200000" flipH="1">
              <a:off x="1908302" y="1538574"/>
              <a:ext cx="365432" cy="4"/>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2006136" y="1276348"/>
              <a:ext cx="169764" cy="169764"/>
            </a:xfrm>
            <a:prstGeom prst="ellipse">
              <a:avLst/>
            </a:prstGeom>
            <a:solidFill>
              <a:schemeClr val="accent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Arc 41"/>
          <p:cNvSpPr/>
          <p:nvPr/>
        </p:nvSpPr>
        <p:spPr>
          <a:xfrm rot="8179841">
            <a:off x="4891289" y="2159861"/>
            <a:ext cx="1809334" cy="1809333"/>
          </a:xfrm>
          <a:prstGeom prst="arc">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5" name="Group 42"/>
          <p:cNvGrpSpPr/>
          <p:nvPr/>
        </p:nvGrpSpPr>
        <p:grpSpPr>
          <a:xfrm rot="10800000">
            <a:off x="5711675" y="3969476"/>
            <a:ext cx="160680" cy="421135"/>
            <a:chOff x="2006136" y="1276348"/>
            <a:chExt cx="169764" cy="444944"/>
          </a:xfrm>
        </p:grpSpPr>
        <p:cxnSp>
          <p:nvCxnSpPr>
            <p:cNvPr id="44" name="Straight Connector 43"/>
            <p:cNvCxnSpPr/>
            <p:nvPr/>
          </p:nvCxnSpPr>
          <p:spPr>
            <a:xfrm rot="16200000" flipH="1">
              <a:off x="1908302" y="1538574"/>
              <a:ext cx="365432" cy="4"/>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2006136" y="1276348"/>
              <a:ext cx="169764" cy="169764"/>
            </a:xfrm>
            <a:prstGeom prst="ellipse">
              <a:avLst/>
            </a:prstGeom>
            <a:solidFill>
              <a:schemeClr val="accent4"/>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Arc 46"/>
          <p:cNvSpPr/>
          <p:nvPr/>
        </p:nvSpPr>
        <p:spPr>
          <a:xfrm rot="18979841">
            <a:off x="6045196" y="1999250"/>
            <a:ext cx="1809334" cy="1809333"/>
          </a:xfrm>
          <a:prstGeom prst="arc">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 name="Group 47"/>
          <p:cNvGrpSpPr/>
          <p:nvPr/>
        </p:nvGrpSpPr>
        <p:grpSpPr>
          <a:xfrm>
            <a:off x="6873464" y="1577833"/>
            <a:ext cx="160680" cy="421135"/>
            <a:chOff x="2006136" y="1276348"/>
            <a:chExt cx="169764" cy="444944"/>
          </a:xfrm>
        </p:grpSpPr>
        <p:cxnSp>
          <p:nvCxnSpPr>
            <p:cNvPr id="49" name="Straight Connector 48"/>
            <p:cNvCxnSpPr/>
            <p:nvPr/>
          </p:nvCxnSpPr>
          <p:spPr>
            <a:xfrm rot="16200000" flipH="1">
              <a:off x="1908302" y="1538574"/>
              <a:ext cx="365432" cy="4"/>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2006136" y="1276348"/>
              <a:ext cx="169764" cy="169764"/>
            </a:xfrm>
            <a:prstGeom prst="ellipse">
              <a:avLst/>
            </a:prstGeom>
            <a:solidFill>
              <a:schemeClr val="accent5"/>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 name="Text Placeholder 3"/>
          <p:cNvSpPr txBox="1">
            <a:spLocks/>
          </p:cNvSpPr>
          <p:nvPr/>
        </p:nvSpPr>
        <p:spPr>
          <a:xfrm>
            <a:off x="1434574" y="105461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1"/>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53" name="Text Placeholder 3"/>
          <p:cNvSpPr txBox="1">
            <a:spLocks/>
          </p:cNvSpPr>
          <p:nvPr/>
        </p:nvSpPr>
        <p:spPr>
          <a:xfrm>
            <a:off x="3831892" y="105461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3"/>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54" name="Text Placeholder 3"/>
          <p:cNvSpPr txBox="1">
            <a:spLocks/>
          </p:cNvSpPr>
          <p:nvPr/>
        </p:nvSpPr>
        <p:spPr>
          <a:xfrm>
            <a:off x="6234145" y="105461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5"/>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55" name="Text Placeholder 3"/>
          <p:cNvSpPr txBox="1">
            <a:spLocks/>
          </p:cNvSpPr>
          <p:nvPr/>
        </p:nvSpPr>
        <p:spPr>
          <a:xfrm>
            <a:off x="2659075" y="445711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2"/>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56" name="Text Placeholder 3"/>
          <p:cNvSpPr txBox="1">
            <a:spLocks/>
          </p:cNvSpPr>
          <p:nvPr/>
        </p:nvSpPr>
        <p:spPr>
          <a:xfrm>
            <a:off x="5068698" y="4457113"/>
            <a:ext cx="1462055"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4"/>
                </a:solidFill>
              </a:rPr>
              <a:t>Title Goes Here </a:t>
            </a:r>
            <a:br>
              <a:rPr lang="en-US" sz="1100" b="1" dirty="0">
                <a:solidFill>
                  <a:schemeClr val="bg1">
                    <a:lumMod val="50000"/>
                  </a:schemeClr>
                </a:solidFill>
              </a:rPr>
            </a:br>
            <a:r>
              <a:rPr lang="en-US" sz="1100" dirty="0">
                <a:solidFill>
                  <a:schemeClr val="bg1">
                    <a:lumMod val="50000"/>
                  </a:schemeClr>
                </a:solidFill>
                <a:cs typeface="+mj-cs"/>
              </a:rPr>
              <a:t>passages but the majority   suffered alteration</a:t>
            </a:r>
          </a:p>
        </p:txBody>
      </p:sp>
      <p:sp>
        <p:nvSpPr>
          <p:cNvPr id="57" name="Freeform 66"/>
          <p:cNvSpPr>
            <a:spLocks noEditPoints="1"/>
          </p:cNvSpPr>
          <p:nvPr/>
        </p:nvSpPr>
        <p:spPr bwMode="auto">
          <a:xfrm>
            <a:off x="2021012" y="2804439"/>
            <a:ext cx="323656" cy="378058"/>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57"/>
          <p:cNvSpPr>
            <a:spLocks noEditPoints="1"/>
          </p:cNvSpPr>
          <p:nvPr/>
        </p:nvSpPr>
        <p:spPr bwMode="auto">
          <a:xfrm>
            <a:off x="4410421" y="2836356"/>
            <a:ext cx="332308" cy="314224"/>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135"/>
          <p:cNvSpPr>
            <a:spLocks noEditPoints="1"/>
          </p:cNvSpPr>
          <p:nvPr/>
        </p:nvSpPr>
        <p:spPr bwMode="auto">
          <a:xfrm>
            <a:off x="3163957" y="2791372"/>
            <a:ext cx="431502" cy="404192"/>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5"/>
          <p:cNvSpPr>
            <a:spLocks noEditPoints="1"/>
          </p:cNvSpPr>
          <p:nvPr/>
        </p:nvSpPr>
        <p:spPr bwMode="auto">
          <a:xfrm>
            <a:off x="5556375" y="2795665"/>
            <a:ext cx="434136" cy="395606"/>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60"/>
          <p:cNvGrpSpPr/>
          <p:nvPr/>
        </p:nvGrpSpPr>
        <p:grpSpPr>
          <a:xfrm>
            <a:off x="6743836" y="2754769"/>
            <a:ext cx="290912" cy="477398"/>
            <a:chOff x="5994209" y="2727357"/>
            <a:chExt cx="213761" cy="350787"/>
          </a:xfrm>
        </p:grpSpPr>
        <p:sp>
          <p:nvSpPr>
            <p:cNvPr id="62" name="Freeform 14"/>
            <p:cNvSpPr>
              <a:spLocks noEditPoints="1"/>
            </p:cNvSpPr>
            <p:nvPr/>
          </p:nvSpPr>
          <p:spPr bwMode="auto">
            <a:xfrm>
              <a:off x="5994209" y="2727357"/>
              <a:ext cx="202799" cy="281726"/>
            </a:xfrm>
            <a:custGeom>
              <a:avLst/>
              <a:gdLst/>
              <a:ahLst/>
              <a:cxnLst>
                <a:cxn ang="0">
                  <a:pos x="123" y="191"/>
                </a:cxn>
                <a:cxn ang="0">
                  <a:pos x="120" y="170"/>
                </a:cxn>
                <a:cxn ang="0">
                  <a:pos x="134" y="124"/>
                </a:cxn>
                <a:cxn ang="0">
                  <a:pos x="139" y="90"/>
                </a:cxn>
                <a:cxn ang="0">
                  <a:pos x="131" y="56"/>
                </a:cxn>
                <a:cxn ang="0">
                  <a:pos x="85" y="19"/>
                </a:cxn>
                <a:cxn ang="0">
                  <a:pos x="70" y="0"/>
                </a:cxn>
                <a:cxn ang="0">
                  <a:pos x="69" y="19"/>
                </a:cxn>
                <a:cxn ang="0">
                  <a:pos x="56" y="23"/>
                </a:cxn>
                <a:cxn ang="0">
                  <a:pos x="59" y="30"/>
                </a:cxn>
                <a:cxn ang="0">
                  <a:pos x="40" y="38"/>
                </a:cxn>
                <a:cxn ang="0">
                  <a:pos x="37" y="44"/>
                </a:cxn>
                <a:cxn ang="0">
                  <a:pos x="2" y="75"/>
                </a:cxn>
                <a:cxn ang="0">
                  <a:pos x="2" y="80"/>
                </a:cxn>
                <a:cxn ang="0">
                  <a:pos x="1" y="87"/>
                </a:cxn>
                <a:cxn ang="0">
                  <a:pos x="1" y="94"/>
                </a:cxn>
                <a:cxn ang="0">
                  <a:pos x="8" y="101"/>
                </a:cxn>
                <a:cxn ang="0">
                  <a:pos x="12" y="102"/>
                </a:cxn>
                <a:cxn ang="0">
                  <a:pos x="21" y="105"/>
                </a:cxn>
                <a:cxn ang="0">
                  <a:pos x="37" y="96"/>
                </a:cxn>
                <a:cxn ang="0">
                  <a:pos x="49" y="92"/>
                </a:cxn>
                <a:cxn ang="0">
                  <a:pos x="79" y="95"/>
                </a:cxn>
                <a:cxn ang="0">
                  <a:pos x="43" y="138"/>
                </a:cxn>
                <a:cxn ang="0">
                  <a:pos x="37" y="191"/>
                </a:cxn>
                <a:cxn ang="0">
                  <a:pos x="123" y="191"/>
                </a:cxn>
                <a:cxn ang="0">
                  <a:pos x="123" y="191"/>
                </a:cxn>
                <a:cxn ang="0">
                  <a:pos x="123" y="191"/>
                </a:cxn>
              </a:cxnLst>
              <a:rect l="0" t="0" r="r" b="b"/>
              <a:pathLst>
                <a:path w="139" h="191">
                  <a:moveTo>
                    <a:pt x="123" y="191"/>
                  </a:moveTo>
                  <a:cubicBezTo>
                    <a:pt x="119" y="186"/>
                    <a:pt x="120" y="170"/>
                    <a:pt x="120" y="170"/>
                  </a:cubicBezTo>
                  <a:cubicBezTo>
                    <a:pt x="120" y="170"/>
                    <a:pt x="129" y="132"/>
                    <a:pt x="134" y="124"/>
                  </a:cubicBezTo>
                  <a:cubicBezTo>
                    <a:pt x="139" y="115"/>
                    <a:pt x="139" y="90"/>
                    <a:pt x="139" y="90"/>
                  </a:cubicBezTo>
                  <a:cubicBezTo>
                    <a:pt x="139" y="90"/>
                    <a:pt x="138" y="75"/>
                    <a:pt x="131" y="56"/>
                  </a:cubicBezTo>
                  <a:cubicBezTo>
                    <a:pt x="124" y="37"/>
                    <a:pt x="101" y="22"/>
                    <a:pt x="85" y="19"/>
                  </a:cubicBezTo>
                  <a:cubicBezTo>
                    <a:pt x="84" y="10"/>
                    <a:pt x="70" y="0"/>
                    <a:pt x="70" y="0"/>
                  </a:cubicBezTo>
                  <a:cubicBezTo>
                    <a:pt x="70" y="0"/>
                    <a:pt x="72" y="19"/>
                    <a:pt x="69" y="19"/>
                  </a:cubicBezTo>
                  <a:cubicBezTo>
                    <a:pt x="67" y="19"/>
                    <a:pt x="56" y="23"/>
                    <a:pt x="56" y="23"/>
                  </a:cubicBezTo>
                  <a:cubicBezTo>
                    <a:pt x="59" y="30"/>
                    <a:pt x="59" y="30"/>
                    <a:pt x="59" y="30"/>
                  </a:cubicBezTo>
                  <a:cubicBezTo>
                    <a:pt x="45" y="34"/>
                    <a:pt x="40" y="38"/>
                    <a:pt x="40" y="38"/>
                  </a:cubicBezTo>
                  <a:cubicBezTo>
                    <a:pt x="40" y="38"/>
                    <a:pt x="39" y="39"/>
                    <a:pt x="37" y="44"/>
                  </a:cubicBezTo>
                  <a:cubicBezTo>
                    <a:pt x="34" y="49"/>
                    <a:pt x="4" y="74"/>
                    <a:pt x="2" y="75"/>
                  </a:cubicBezTo>
                  <a:cubicBezTo>
                    <a:pt x="1" y="77"/>
                    <a:pt x="2" y="80"/>
                    <a:pt x="2" y="80"/>
                  </a:cubicBezTo>
                  <a:cubicBezTo>
                    <a:pt x="2" y="80"/>
                    <a:pt x="1" y="86"/>
                    <a:pt x="1" y="87"/>
                  </a:cubicBezTo>
                  <a:cubicBezTo>
                    <a:pt x="1" y="87"/>
                    <a:pt x="0" y="92"/>
                    <a:pt x="1" y="94"/>
                  </a:cubicBezTo>
                  <a:cubicBezTo>
                    <a:pt x="3" y="96"/>
                    <a:pt x="4" y="99"/>
                    <a:pt x="8" y="101"/>
                  </a:cubicBezTo>
                  <a:cubicBezTo>
                    <a:pt x="11" y="104"/>
                    <a:pt x="12" y="102"/>
                    <a:pt x="12" y="102"/>
                  </a:cubicBezTo>
                  <a:cubicBezTo>
                    <a:pt x="12" y="102"/>
                    <a:pt x="12" y="103"/>
                    <a:pt x="21" y="105"/>
                  </a:cubicBezTo>
                  <a:cubicBezTo>
                    <a:pt x="33" y="105"/>
                    <a:pt x="37" y="96"/>
                    <a:pt x="37" y="96"/>
                  </a:cubicBezTo>
                  <a:cubicBezTo>
                    <a:pt x="37" y="96"/>
                    <a:pt x="40" y="91"/>
                    <a:pt x="49" y="92"/>
                  </a:cubicBezTo>
                  <a:cubicBezTo>
                    <a:pt x="67" y="102"/>
                    <a:pt x="79" y="95"/>
                    <a:pt x="79" y="95"/>
                  </a:cubicBezTo>
                  <a:cubicBezTo>
                    <a:pt x="79" y="95"/>
                    <a:pt x="64" y="107"/>
                    <a:pt x="43" y="138"/>
                  </a:cubicBezTo>
                  <a:cubicBezTo>
                    <a:pt x="21" y="170"/>
                    <a:pt x="37" y="191"/>
                    <a:pt x="37" y="191"/>
                  </a:cubicBezTo>
                  <a:lnTo>
                    <a:pt x="123" y="191"/>
                  </a:lnTo>
                  <a:close/>
                  <a:moveTo>
                    <a:pt x="123" y="191"/>
                  </a:moveTo>
                  <a:cubicBezTo>
                    <a:pt x="123" y="191"/>
                    <a:pt x="123" y="191"/>
                    <a:pt x="123" y="191"/>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5"/>
            <p:cNvSpPr>
              <a:spLocks noEditPoints="1"/>
            </p:cNvSpPr>
            <p:nvPr/>
          </p:nvSpPr>
          <p:spPr bwMode="auto">
            <a:xfrm>
              <a:off x="6016133" y="3013467"/>
              <a:ext cx="191837" cy="64677"/>
            </a:xfrm>
            <a:custGeom>
              <a:avLst/>
              <a:gdLst/>
              <a:ahLst/>
              <a:cxnLst>
                <a:cxn ang="0">
                  <a:pos x="131" y="39"/>
                </a:cxn>
                <a:cxn ang="0">
                  <a:pos x="126" y="44"/>
                </a:cxn>
                <a:cxn ang="0">
                  <a:pos x="4" y="44"/>
                </a:cxn>
                <a:cxn ang="0">
                  <a:pos x="0" y="39"/>
                </a:cxn>
                <a:cxn ang="0">
                  <a:pos x="0" y="5"/>
                </a:cxn>
                <a:cxn ang="0">
                  <a:pos x="4" y="0"/>
                </a:cxn>
                <a:cxn ang="0">
                  <a:pos x="126" y="0"/>
                </a:cxn>
                <a:cxn ang="0">
                  <a:pos x="131" y="5"/>
                </a:cxn>
                <a:cxn ang="0">
                  <a:pos x="131" y="39"/>
                </a:cxn>
                <a:cxn ang="0">
                  <a:pos x="131" y="39"/>
                </a:cxn>
                <a:cxn ang="0">
                  <a:pos x="131" y="39"/>
                </a:cxn>
              </a:cxnLst>
              <a:rect l="0" t="0" r="r" b="b"/>
              <a:pathLst>
                <a:path w="131" h="44">
                  <a:moveTo>
                    <a:pt x="131" y="39"/>
                  </a:moveTo>
                  <a:cubicBezTo>
                    <a:pt x="131" y="42"/>
                    <a:pt x="129" y="44"/>
                    <a:pt x="126" y="44"/>
                  </a:cubicBezTo>
                  <a:cubicBezTo>
                    <a:pt x="4" y="44"/>
                    <a:pt x="4" y="44"/>
                    <a:pt x="4" y="44"/>
                  </a:cubicBezTo>
                  <a:cubicBezTo>
                    <a:pt x="2" y="44"/>
                    <a:pt x="0" y="42"/>
                    <a:pt x="0" y="39"/>
                  </a:cubicBezTo>
                  <a:cubicBezTo>
                    <a:pt x="0" y="5"/>
                    <a:pt x="0" y="5"/>
                    <a:pt x="0" y="5"/>
                  </a:cubicBezTo>
                  <a:cubicBezTo>
                    <a:pt x="0" y="2"/>
                    <a:pt x="2" y="0"/>
                    <a:pt x="4" y="0"/>
                  </a:cubicBezTo>
                  <a:cubicBezTo>
                    <a:pt x="126" y="0"/>
                    <a:pt x="126" y="0"/>
                    <a:pt x="126" y="0"/>
                  </a:cubicBezTo>
                  <a:cubicBezTo>
                    <a:pt x="129" y="0"/>
                    <a:pt x="131" y="2"/>
                    <a:pt x="131" y="5"/>
                  </a:cubicBezTo>
                  <a:lnTo>
                    <a:pt x="131" y="39"/>
                  </a:lnTo>
                  <a:close/>
                  <a:moveTo>
                    <a:pt x="131" y="39"/>
                  </a:moveTo>
                  <a:cubicBezTo>
                    <a:pt x="131" y="39"/>
                    <a:pt x="131" y="39"/>
                    <a:pt x="131" y="39"/>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Effect transition="in" filter="fade">
                                      <p:cBhvr>
                                        <p:cTn id="9" dur="500"/>
                                        <p:tgtEl>
                                          <p:spTgt spid="2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p:cTn id="13" dur="500" fill="hold"/>
                                        <p:tgtEl>
                                          <p:spTgt spid="57"/>
                                        </p:tgtEl>
                                        <p:attrNameLst>
                                          <p:attrName>ppt_w</p:attrName>
                                        </p:attrNameLst>
                                      </p:cBhvr>
                                      <p:tavLst>
                                        <p:tav tm="0">
                                          <p:val>
                                            <p:fltVal val="0"/>
                                          </p:val>
                                        </p:tav>
                                        <p:tav tm="100000">
                                          <p:val>
                                            <p:strVal val="#ppt_w"/>
                                          </p:val>
                                        </p:tav>
                                      </p:tavLst>
                                    </p:anim>
                                    <p:anim calcmode="lin" valueType="num">
                                      <p:cBhvr>
                                        <p:cTn id="14" dur="500" fill="hold"/>
                                        <p:tgtEl>
                                          <p:spTgt spid="57"/>
                                        </p:tgtEl>
                                        <p:attrNameLst>
                                          <p:attrName>ppt_h</p:attrName>
                                        </p:attrNameLst>
                                      </p:cBhvr>
                                      <p:tavLst>
                                        <p:tav tm="0">
                                          <p:val>
                                            <p:fltVal val="0"/>
                                          </p:val>
                                        </p:tav>
                                        <p:tav tm="100000">
                                          <p:val>
                                            <p:strVal val="#ppt_h"/>
                                          </p:val>
                                        </p:tav>
                                      </p:tavLst>
                                    </p:anim>
                                    <p:animEffect transition="in" filter="fade">
                                      <p:cBhvr>
                                        <p:cTn id="15" dur="500"/>
                                        <p:tgtEl>
                                          <p:spTgt spid="57"/>
                                        </p:tgtEl>
                                      </p:cBhvr>
                                    </p:animEffect>
                                  </p:childTnLst>
                                </p:cTn>
                              </p:par>
                            </p:childTnLst>
                          </p:cTn>
                        </p:par>
                        <p:par>
                          <p:cTn id="16" fill="hold">
                            <p:stCondLst>
                              <p:cond delay="1000"/>
                            </p:stCondLst>
                            <p:childTnLst>
                              <p:par>
                                <p:cTn id="17" presetID="16" presetClass="entr" presetSubtype="37"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barn(outVertical)">
                                      <p:cBhvr>
                                        <p:cTn id="19" dur="500"/>
                                        <p:tgtEl>
                                          <p:spTgt spid="26"/>
                                        </p:tgtEl>
                                      </p:cBhvr>
                                    </p:animEffect>
                                  </p:childTnLst>
                                </p:cTn>
                              </p:par>
                            </p:childTnLst>
                          </p:cTn>
                        </p:par>
                        <p:par>
                          <p:cTn id="20" fill="hold">
                            <p:stCondLst>
                              <p:cond delay="15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000"/>
                            </p:stCondLst>
                            <p:childTnLst>
                              <p:par>
                                <p:cTn id="25" presetID="22" presetClass="entr" presetSubtype="4" fill="hold" grpId="0"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wipe(down)">
                                      <p:cBhvr>
                                        <p:cTn id="27" dur="500"/>
                                        <p:tgtEl>
                                          <p:spTgt spid="52"/>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p:cTn id="31" dur="500" fill="hold"/>
                                        <p:tgtEl>
                                          <p:spTgt spid="21"/>
                                        </p:tgtEl>
                                        <p:attrNameLst>
                                          <p:attrName>ppt_w</p:attrName>
                                        </p:attrNameLst>
                                      </p:cBhvr>
                                      <p:tavLst>
                                        <p:tav tm="0">
                                          <p:val>
                                            <p:fltVal val="0"/>
                                          </p:val>
                                        </p:tav>
                                        <p:tav tm="100000">
                                          <p:val>
                                            <p:strVal val="#ppt_w"/>
                                          </p:val>
                                        </p:tav>
                                      </p:tavLst>
                                    </p:anim>
                                    <p:anim calcmode="lin" valueType="num">
                                      <p:cBhvr>
                                        <p:cTn id="32" dur="500" fill="hold"/>
                                        <p:tgtEl>
                                          <p:spTgt spid="21"/>
                                        </p:tgtEl>
                                        <p:attrNameLst>
                                          <p:attrName>ppt_h</p:attrName>
                                        </p:attrNameLst>
                                      </p:cBhvr>
                                      <p:tavLst>
                                        <p:tav tm="0">
                                          <p:val>
                                            <p:fltVal val="0"/>
                                          </p:val>
                                        </p:tav>
                                        <p:tav tm="100000">
                                          <p:val>
                                            <p:strVal val="#ppt_h"/>
                                          </p:val>
                                        </p:tav>
                                      </p:tavLst>
                                    </p:anim>
                                    <p:animEffect transition="in" filter="fade">
                                      <p:cBhvr>
                                        <p:cTn id="33" dur="500"/>
                                        <p:tgtEl>
                                          <p:spTgt spid="21"/>
                                        </p:tgtEl>
                                      </p:cBhvr>
                                    </p:animEffect>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59"/>
                                        </p:tgtEl>
                                        <p:attrNameLst>
                                          <p:attrName>style.visibility</p:attrName>
                                        </p:attrNameLst>
                                      </p:cBhvr>
                                      <p:to>
                                        <p:strVal val="visible"/>
                                      </p:to>
                                    </p:set>
                                    <p:anim calcmode="lin" valueType="num">
                                      <p:cBhvr>
                                        <p:cTn id="37" dur="500" fill="hold"/>
                                        <p:tgtEl>
                                          <p:spTgt spid="59"/>
                                        </p:tgtEl>
                                        <p:attrNameLst>
                                          <p:attrName>ppt_w</p:attrName>
                                        </p:attrNameLst>
                                      </p:cBhvr>
                                      <p:tavLst>
                                        <p:tav tm="0">
                                          <p:val>
                                            <p:fltVal val="0"/>
                                          </p:val>
                                        </p:tav>
                                        <p:tav tm="100000">
                                          <p:val>
                                            <p:strVal val="#ppt_w"/>
                                          </p:val>
                                        </p:tav>
                                      </p:tavLst>
                                    </p:anim>
                                    <p:anim calcmode="lin" valueType="num">
                                      <p:cBhvr>
                                        <p:cTn id="38" dur="500" fill="hold"/>
                                        <p:tgtEl>
                                          <p:spTgt spid="59"/>
                                        </p:tgtEl>
                                        <p:attrNameLst>
                                          <p:attrName>ppt_h</p:attrName>
                                        </p:attrNameLst>
                                      </p:cBhvr>
                                      <p:tavLst>
                                        <p:tav tm="0">
                                          <p:val>
                                            <p:fltVal val="0"/>
                                          </p:val>
                                        </p:tav>
                                        <p:tav tm="100000">
                                          <p:val>
                                            <p:strVal val="#ppt_h"/>
                                          </p:val>
                                        </p:tav>
                                      </p:tavLst>
                                    </p:anim>
                                    <p:animEffect transition="in" filter="fade">
                                      <p:cBhvr>
                                        <p:cTn id="39" dur="500"/>
                                        <p:tgtEl>
                                          <p:spTgt spid="59"/>
                                        </p:tgtEl>
                                      </p:cBhvr>
                                    </p:animEffect>
                                  </p:childTnLst>
                                </p:cTn>
                              </p:par>
                            </p:childTnLst>
                          </p:cTn>
                        </p:par>
                        <p:par>
                          <p:cTn id="40" fill="hold">
                            <p:stCondLst>
                              <p:cond delay="3500"/>
                            </p:stCondLst>
                            <p:childTnLst>
                              <p:par>
                                <p:cTn id="41" presetID="16" presetClass="entr" presetSubtype="37" fill="hold" grpId="0" nodeType="after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barn(outVertical)">
                                      <p:cBhvr>
                                        <p:cTn id="43" dur="500"/>
                                        <p:tgtEl>
                                          <p:spTgt spid="37"/>
                                        </p:tgtEl>
                                      </p:cBhvr>
                                    </p:animEffect>
                                  </p:childTnLst>
                                </p:cTn>
                              </p:par>
                            </p:childTnLst>
                          </p:cTn>
                        </p:par>
                        <p:par>
                          <p:cTn id="44" fill="hold">
                            <p:stCondLst>
                              <p:cond delay="4000"/>
                            </p:stCondLst>
                            <p:childTnLst>
                              <p:par>
                                <p:cTn id="45" presetID="22" presetClass="entr" presetSubtype="1"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wipe(up)">
                                      <p:cBhvr>
                                        <p:cTn id="47" dur="500"/>
                                        <p:tgtEl>
                                          <p:spTgt spid="4"/>
                                        </p:tgtEl>
                                      </p:cBhvr>
                                    </p:animEffect>
                                  </p:childTnLst>
                                </p:cTn>
                              </p:par>
                            </p:childTnLst>
                          </p:cTn>
                        </p:par>
                        <p:par>
                          <p:cTn id="48" fill="hold">
                            <p:stCondLst>
                              <p:cond delay="4500"/>
                            </p:stCondLst>
                            <p:childTnLst>
                              <p:par>
                                <p:cTn id="49" presetID="22" presetClass="entr" presetSubtype="1" fill="hold" grpId="0" nodeType="afterEffect">
                                  <p:stCondLst>
                                    <p:cond delay="0"/>
                                  </p:stCondLst>
                                  <p:childTnLst>
                                    <p:set>
                                      <p:cBhvr>
                                        <p:cTn id="50" dur="1" fill="hold">
                                          <p:stCondLst>
                                            <p:cond delay="0"/>
                                          </p:stCondLst>
                                        </p:cTn>
                                        <p:tgtEl>
                                          <p:spTgt spid="55"/>
                                        </p:tgtEl>
                                        <p:attrNameLst>
                                          <p:attrName>style.visibility</p:attrName>
                                        </p:attrNameLst>
                                      </p:cBhvr>
                                      <p:to>
                                        <p:strVal val="visible"/>
                                      </p:to>
                                    </p:set>
                                    <p:animEffect transition="in" filter="wipe(up)">
                                      <p:cBhvr>
                                        <p:cTn id="51" dur="500"/>
                                        <p:tgtEl>
                                          <p:spTgt spid="55"/>
                                        </p:tgtEl>
                                      </p:cBhvr>
                                    </p:animEffect>
                                  </p:childTnLst>
                                </p:cTn>
                              </p:par>
                            </p:childTnLst>
                          </p:cTn>
                        </p:par>
                        <p:par>
                          <p:cTn id="52" fill="hold">
                            <p:stCondLst>
                              <p:cond delay="5000"/>
                            </p:stCondLst>
                            <p:childTnLst>
                              <p:par>
                                <p:cTn id="53" presetID="53" presetClass="entr" presetSubtype="0" fill="hold" nodeType="after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p:cTn id="55" dur="500" fill="hold"/>
                                        <p:tgtEl>
                                          <p:spTgt spid="22"/>
                                        </p:tgtEl>
                                        <p:attrNameLst>
                                          <p:attrName>ppt_w</p:attrName>
                                        </p:attrNameLst>
                                      </p:cBhvr>
                                      <p:tavLst>
                                        <p:tav tm="0">
                                          <p:val>
                                            <p:fltVal val="0"/>
                                          </p:val>
                                        </p:tav>
                                        <p:tav tm="100000">
                                          <p:val>
                                            <p:strVal val="#ppt_w"/>
                                          </p:val>
                                        </p:tav>
                                      </p:tavLst>
                                    </p:anim>
                                    <p:anim calcmode="lin" valueType="num">
                                      <p:cBhvr>
                                        <p:cTn id="56" dur="500" fill="hold"/>
                                        <p:tgtEl>
                                          <p:spTgt spid="22"/>
                                        </p:tgtEl>
                                        <p:attrNameLst>
                                          <p:attrName>ppt_h</p:attrName>
                                        </p:attrNameLst>
                                      </p:cBhvr>
                                      <p:tavLst>
                                        <p:tav tm="0">
                                          <p:val>
                                            <p:fltVal val="0"/>
                                          </p:val>
                                        </p:tav>
                                        <p:tav tm="100000">
                                          <p:val>
                                            <p:strVal val="#ppt_h"/>
                                          </p:val>
                                        </p:tav>
                                      </p:tavLst>
                                    </p:anim>
                                    <p:animEffect transition="in" filter="fade">
                                      <p:cBhvr>
                                        <p:cTn id="57" dur="500"/>
                                        <p:tgtEl>
                                          <p:spTgt spid="22"/>
                                        </p:tgtEl>
                                      </p:cBhvr>
                                    </p:animEffect>
                                  </p:childTnLst>
                                </p:cTn>
                              </p:par>
                            </p:childTnLst>
                          </p:cTn>
                        </p:par>
                        <p:par>
                          <p:cTn id="58" fill="hold">
                            <p:stCondLst>
                              <p:cond delay="5500"/>
                            </p:stCondLst>
                            <p:childTnLst>
                              <p:par>
                                <p:cTn id="59" presetID="53" presetClass="entr" presetSubtype="0" fill="hold" grpId="0" nodeType="afterEffect">
                                  <p:stCondLst>
                                    <p:cond delay="0"/>
                                  </p:stCondLst>
                                  <p:childTnLst>
                                    <p:set>
                                      <p:cBhvr>
                                        <p:cTn id="60" dur="1" fill="hold">
                                          <p:stCondLst>
                                            <p:cond delay="0"/>
                                          </p:stCondLst>
                                        </p:cTn>
                                        <p:tgtEl>
                                          <p:spTgt spid="58"/>
                                        </p:tgtEl>
                                        <p:attrNameLst>
                                          <p:attrName>style.visibility</p:attrName>
                                        </p:attrNameLst>
                                      </p:cBhvr>
                                      <p:to>
                                        <p:strVal val="visible"/>
                                      </p:to>
                                    </p:set>
                                    <p:anim calcmode="lin" valueType="num">
                                      <p:cBhvr>
                                        <p:cTn id="61" dur="500" fill="hold"/>
                                        <p:tgtEl>
                                          <p:spTgt spid="58"/>
                                        </p:tgtEl>
                                        <p:attrNameLst>
                                          <p:attrName>ppt_w</p:attrName>
                                        </p:attrNameLst>
                                      </p:cBhvr>
                                      <p:tavLst>
                                        <p:tav tm="0">
                                          <p:val>
                                            <p:fltVal val="0"/>
                                          </p:val>
                                        </p:tav>
                                        <p:tav tm="100000">
                                          <p:val>
                                            <p:strVal val="#ppt_w"/>
                                          </p:val>
                                        </p:tav>
                                      </p:tavLst>
                                    </p:anim>
                                    <p:anim calcmode="lin" valueType="num">
                                      <p:cBhvr>
                                        <p:cTn id="62" dur="500" fill="hold"/>
                                        <p:tgtEl>
                                          <p:spTgt spid="58"/>
                                        </p:tgtEl>
                                        <p:attrNameLst>
                                          <p:attrName>ppt_h</p:attrName>
                                        </p:attrNameLst>
                                      </p:cBhvr>
                                      <p:tavLst>
                                        <p:tav tm="0">
                                          <p:val>
                                            <p:fltVal val="0"/>
                                          </p:val>
                                        </p:tav>
                                        <p:tav tm="100000">
                                          <p:val>
                                            <p:strVal val="#ppt_h"/>
                                          </p:val>
                                        </p:tav>
                                      </p:tavLst>
                                    </p:anim>
                                    <p:animEffect transition="in" filter="fade">
                                      <p:cBhvr>
                                        <p:cTn id="63" dur="500"/>
                                        <p:tgtEl>
                                          <p:spTgt spid="58"/>
                                        </p:tgtEl>
                                      </p:cBhvr>
                                    </p:animEffect>
                                  </p:childTnLst>
                                </p:cTn>
                              </p:par>
                            </p:childTnLst>
                          </p:cTn>
                        </p:par>
                        <p:par>
                          <p:cTn id="64" fill="hold">
                            <p:stCondLst>
                              <p:cond delay="6000"/>
                            </p:stCondLst>
                            <p:childTnLst>
                              <p:par>
                                <p:cTn id="65" presetID="16" presetClass="entr" presetSubtype="37" fill="hold" grpId="0" nodeType="after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barn(outVertical)">
                                      <p:cBhvr>
                                        <p:cTn id="67" dur="500"/>
                                        <p:tgtEl>
                                          <p:spTgt spid="31"/>
                                        </p:tgtEl>
                                      </p:cBhvr>
                                    </p:animEffect>
                                  </p:childTnLst>
                                </p:cTn>
                              </p:par>
                            </p:childTnLst>
                          </p:cTn>
                        </p:par>
                        <p:par>
                          <p:cTn id="68" fill="hold">
                            <p:stCondLst>
                              <p:cond delay="6500"/>
                            </p:stCondLst>
                            <p:childTnLst>
                              <p:par>
                                <p:cTn id="69" presetID="22" presetClass="entr" presetSubtype="4" fill="hold" nodeType="afterEffect">
                                  <p:stCondLst>
                                    <p:cond delay="0"/>
                                  </p:stCondLst>
                                  <p:childTnLst>
                                    <p:set>
                                      <p:cBhvr>
                                        <p:cTn id="70" dur="1" fill="hold">
                                          <p:stCondLst>
                                            <p:cond delay="0"/>
                                          </p:stCondLst>
                                        </p:cTn>
                                        <p:tgtEl>
                                          <p:spTgt spid="3"/>
                                        </p:tgtEl>
                                        <p:attrNameLst>
                                          <p:attrName>style.visibility</p:attrName>
                                        </p:attrNameLst>
                                      </p:cBhvr>
                                      <p:to>
                                        <p:strVal val="visible"/>
                                      </p:to>
                                    </p:set>
                                    <p:animEffect transition="in" filter="wipe(down)">
                                      <p:cBhvr>
                                        <p:cTn id="71" dur="500"/>
                                        <p:tgtEl>
                                          <p:spTgt spid="3"/>
                                        </p:tgtEl>
                                      </p:cBhvr>
                                    </p:animEffect>
                                  </p:childTnLst>
                                </p:cTn>
                              </p:par>
                            </p:childTnLst>
                          </p:cTn>
                        </p:par>
                        <p:par>
                          <p:cTn id="72" fill="hold">
                            <p:stCondLst>
                              <p:cond delay="7000"/>
                            </p:stCondLst>
                            <p:childTnLst>
                              <p:par>
                                <p:cTn id="73" presetID="22" presetClass="entr" presetSubtype="4" fill="hold" grpId="0" nodeType="afterEffect">
                                  <p:stCondLst>
                                    <p:cond delay="0"/>
                                  </p:stCondLst>
                                  <p:childTnLst>
                                    <p:set>
                                      <p:cBhvr>
                                        <p:cTn id="74" dur="1" fill="hold">
                                          <p:stCondLst>
                                            <p:cond delay="0"/>
                                          </p:stCondLst>
                                        </p:cTn>
                                        <p:tgtEl>
                                          <p:spTgt spid="53"/>
                                        </p:tgtEl>
                                        <p:attrNameLst>
                                          <p:attrName>style.visibility</p:attrName>
                                        </p:attrNameLst>
                                      </p:cBhvr>
                                      <p:to>
                                        <p:strVal val="visible"/>
                                      </p:to>
                                    </p:set>
                                    <p:animEffect transition="in" filter="wipe(down)">
                                      <p:cBhvr>
                                        <p:cTn id="75" dur="500"/>
                                        <p:tgtEl>
                                          <p:spTgt spid="53"/>
                                        </p:tgtEl>
                                      </p:cBhvr>
                                    </p:animEffect>
                                  </p:childTnLst>
                                </p:cTn>
                              </p:par>
                            </p:childTnLst>
                          </p:cTn>
                        </p:par>
                        <p:par>
                          <p:cTn id="76" fill="hold">
                            <p:stCondLst>
                              <p:cond delay="7500"/>
                            </p:stCondLst>
                            <p:childTnLst>
                              <p:par>
                                <p:cTn id="77" presetID="53" presetClass="entr" presetSubtype="0" fill="hold" nodeType="afterEffect">
                                  <p:stCondLst>
                                    <p:cond delay="0"/>
                                  </p:stCondLst>
                                  <p:childTnLst>
                                    <p:set>
                                      <p:cBhvr>
                                        <p:cTn id="78" dur="1" fill="hold">
                                          <p:stCondLst>
                                            <p:cond delay="0"/>
                                          </p:stCondLst>
                                        </p:cTn>
                                        <p:tgtEl>
                                          <p:spTgt spid="23"/>
                                        </p:tgtEl>
                                        <p:attrNameLst>
                                          <p:attrName>style.visibility</p:attrName>
                                        </p:attrNameLst>
                                      </p:cBhvr>
                                      <p:to>
                                        <p:strVal val="visible"/>
                                      </p:to>
                                    </p:set>
                                    <p:anim calcmode="lin" valueType="num">
                                      <p:cBhvr>
                                        <p:cTn id="79" dur="500" fill="hold"/>
                                        <p:tgtEl>
                                          <p:spTgt spid="23"/>
                                        </p:tgtEl>
                                        <p:attrNameLst>
                                          <p:attrName>ppt_w</p:attrName>
                                        </p:attrNameLst>
                                      </p:cBhvr>
                                      <p:tavLst>
                                        <p:tav tm="0">
                                          <p:val>
                                            <p:fltVal val="0"/>
                                          </p:val>
                                        </p:tav>
                                        <p:tav tm="100000">
                                          <p:val>
                                            <p:strVal val="#ppt_w"/>
                                          </p:val>
                                        </p:tav>
                                      </p:tavLst>
                                    </p:anim>
                                    <p:anim calcmode="lin" valueType="num">
                                      <p:cBhvr>
                                        <p:cTn id="80" dur="500" fill="hold"/>
                                        <p:tgtEl>
                                          <p:spTgt spid="23"/>
                                        </p:tgtEl>
                                        <p:attrNameLst>
                                          <p:attrName>ppt_h</p:attrName>
                                        </p:attrNameLst>
                                      </p:cBhvr>
                                      <p:tavLst>
                                        <p:tav tm="0">
                                          <p:val>
                                            <p:fltVal val="0"/>
                                          </p:val>
                                        </p:tav>
                                        <p:tav tm="100000">
                                          <p:val>
                                            <p:strVal val="#ppt_h"/>
                                          </p:val>
                                        </p:tav>
                                      </p:tavLst>
                                    </p:anim>
                                    <p:animEffect transition="in" filter="fade">
                                      <p:cBhvr>
                                        <p:cTn id="81" dur="500"/>
                                        <p:tgtEl>
                                          <p:spTgt spid="23"/>
                                        </p:tgtEl>
                                      </p:cBhvr>
                                    </p:animEffect>
                                  </p:childTnLst>
                                </p:cTn>
                              </p:par>
                            </p:childTnLst>
                          </p:cTn>
                        </p:par>
                        <p:par>
                          <p:cTn id="82" fill="hold">
                            <p:stCondLst>
                              <p:cond delay="8000"/>
                            </p:stCondLst>
                            <p:childTnLst>
                              <p:par>
                                <p:cTn id="83" presetID="53" presetClass="entr" presetSubtype="0" fill="hold" grpId="0" nodeType="afterEffect">
                                  <p:stCondLst>
                                    <p:cond delay="0"/>
                                  </p:stCondLst>
                                  <p:childTnLst>
                                    <p:set>
                                      <p:cBhvr>
                                        <p:cTn id="84" dur="1" fill="hold">
                                          <p:stCondLst>
                                            <p:cond delay="0"/>
                                          </p:stCondLst>
                                        </p:cTn>
                                        <p:tgtEl>
                                          <p:spTgt spid="60"/>
                                        </p:tgtEl>
                                        <p:attrNameLst>
                                          <p:attrName>style.visibility</p:attrName>
                                        </p:attrNameLst>
                                      </p:cBhvr>
                                      <p:to>
                                        <p:strVal val="visible"/>
                                      </p:to>
                                    </p:set>
                                    <p:anim calcmode="lin" valueType="num">
                                      <p:cBhvr>
                                        <p:cTn id="85" dur="500" fill="hold"/>
                                        <p:tgtEl>
                                          <p:spTgt spid="60"/>
                                        </p:tgtEl>
                                        <p:attrNameLst>
                                          <p:attrName>ppt_w</p:attrName>
                                        </p:attrNameLst>
                                      </p:cBhvr>
                                      <p:tavLst>
                                        <p:tav tm="0">
                                          <p:val>
                                            <p:fltVal val="0"/>
                                          </p:val>
                                        </p:tav>
                                        <p:tav tm="100000">
                                          <p:val>
                                            <p:strVal val="#ppt_w"/>
                                          </p:val>
                                        </p:tav>
                                      </p:tavLst>
                                    </p:anim>
                                    <p:anim calcmode="lin" valueType="num">
                                      <p:cBhvr>
                                        <p:cTn id="86" dur="500" fill="hold"/>
                                        <p:tgtEl>
                                          <p:spTgt spid="60"/>
                                        </p:tgtEl>
                                        <p:attrNameLst>
                                          <p:attrName>ppt_h</p:attrName>
                                        </p:attrNameLst>
                                      </p:cBhvr>
                                      <p:tavLst>
                                        <p:tav tm="0">
                                          <p:val>
                                            <p:fltVal val="0"/>
                                          </p:val>
                                        </p:tav>
                                        <p:tav tm="100000">
                                          <p:val>
                                            <p:strVal val="#ppt_h"/>
                                          </p:val>
                                        </p:tav>
                                      </p:tavLst>
                                    </p:anim>
                                    <p:animEffect transition="in" filter="fade">
                                      <p:cBhvr>
                                        <p:cTn id="87" dur="500"/>
                                        <p:tgtEl>
                                          <p:spTgt spid="60"/>
                                        </p:tgtEl>
                                      </p:cBhvr>
                                    </p:animEffect>
                                  </p:childTnLst>
                                </p:cTn>
                              </p:par>
                            </p:childTnLst>
                          </p:cTn>
                        </p:par>
                        <p:par>
                          <p:cTn id="88" fill="hold">
                            <p:stCondLst>
                              <p:cond delay="8500"/>
                            </p:stCondLst>
                            <p:childTnLst>
                              <p:par>
                                <p:cTn id="89" presetID="16" presetClass="entr" presetSubtype="37" fill="hold" grpId="0" nodeType="afterEffect">
                                  <p:stCondLst>
                                    <p:cond delay="0"/>
                                  </p:stCondLst>
                                  <p:childTnLst>
                                    <p:set>
                                      <p:cBhvr>
                                        <p:cTn id="90" dur="1" fill="hold">
                                          <p:stCondLst>
                                            <p:cond delay="0"/>
                                          </p:stCondLst>
                                        </p:cTn>
                                        <p:tgtEl>
                                          <p:spTgt spid="42"/>
                                        </p:tgtEl>
                                        <p:attrNameLst>
                                          <p:attrName>style.visibility</p:attrName>
                                        </p:attrNameLst>
                                      </p:cBhvr>
                                      <p:to>
                                        <p:strVal val="visible"/>
                                      </p:to>
                                    </p:set>
                                    <p:animEffect transition="in" filter="barn(outVertical)">
                                      <p:cBhvr>
                                        <p:cTn id="91" dur="500"/>
                                        <p:tgtEl>
                                          <p:spTgt spid="42"/>
                                        </p:tgtEl>
                                      </p:cBhvr>
                                    </p:animEffect>
                                  </p:childTnLst>
                                </p:cTn>
                              </p:par>
                            </p:childTnLst>
                          </p:cTn>
                        </p:par>
                        <p:par>
                          <p:cTn id="92" fill="hold">
                            <p:stCondLst>
                              <p:cond delay="9000"/>
                            </p:stCondLst>
                            <p:childTnLst>
                              <p:par>
                                <p:cTn id="93" presetID="22" presetClass="entr" presetSubtype="1" fill="hold" nodeType="afterEffect">
                                  <p:stCondLst>
                                    <p:cond delay="0"/>
                                  </p:stCondLst>
                                  <p:childTnLst>
                                    <p:set>
                                      <p:cBhvr>
                                        <p:cTn id="94" dur="1" fill="hold">
                                          <p:stCondLst>
                                            <p:cond delay="0"/>
                                          </p:stCondLst>
                                        </p:cTn>
                                        <p:tgtEl>
                                          <p:spTgt spid="5"/>
                                        </p:tgtEl>
                                        <p:attrNameLst>
                                          <p:attrName>style.visibility</p:attrName>
                                        </p:attrNameLst>
                                      </p:cBhvr>
                                      <p:to>
                                        <p:strVal val="visible"/>
                                      </p:to>
                                    </p:set>
                                    <p:animEffect transition="in" filter="wipe(up)">
                                      <p:cBhvr>
                                        <p:cTn id="95" dur="500"/>
                                        <p:tgtEl>
                                          <p:spTgt spid="5"/>
                                        </p:tgtEl>
                                      </p:cBhvr>
                                    </p:animEffect>
                                  </p:childTnLst>
                                </p:cTn>
                              </p:par>
                            </p:childTnLst>
                          </p:cTn>
                        </p:par>
                        <p:par>
                          <p:cTn id="96" fill="hold">
                            <p:stCondLst>
                              <p:cond delay="9500"/>
                            </p:stCondLst>
                            <p:childTnLst>
                              <p:par>
                                <p:cTn id="97" presetID="22" presetClass="entr" presetSubtype="1" fill="hold" grpId="0" nodeType="afterEffect">
                                  <p:stCondLst>
                                    <p:cond delay="0"/>
                                  </p:stCondLst>
                                  <p:childTnLst>
                                    <p:set>
                                      <p:cBhvr>
                                        <p:cTn id="98" dur="1" fill="hold">
                                          <p:stCondLst>
                                            <p:cond delay="0"/>
                                          </p:stCondLst>
                                        </p:cTn>
                                        <p:tgtEl>
                                          <p:spTgt spid="56"/>
                                        </p:tgtEl>
                                        <p:attrNameLst>
                                          <p:attrName>style.visibility</p:attrName>
                                        </p:attrNameLst>
                                      </p:cBhvr>
                                      <p:to>
                                        <p:strVal val="visible"/>
                                      </p:to>
                                    </p:set>
                                    <p:animEffect transition="in" filter="wipe(up)">
                                      <p:cBhvr>
                                        <p:cTn id="99" dur="500"/>
                                        <p:tgtEl>
                                          <p:spTgt spid="56"/>
                                        </p:tgtEl>
                                      </p:cBhvr>
                                    </p:animEffect>
                                  </p:childTnLst>
                                </p:cTn>
                              </p:par>
                            </p:childTnLst>
                          </p:cTn>
                        </p:par>
                        <p:par>
                          <p:cTn id="100" fill="hold">
                            <p:stCondLst>
                              <p:cond delay="10000"/>
                            </p:stCondLst>
                            <p:childTnLst>
                              <p:par>
                                <p:cTn id="101" presetID="53" presetClass="entr" presetSubtype="0" fill="hold" nodeType="afterEffect">
                                  <p:stCondLst>
                                    <p:cond delay="0"/>
                                  </p:stCondLst>
                                  <p:childTnLst>
                                    <p:set>
                                      <p:cBhvr>
                                        <p:cTn id="102" dur="1" fill="hold">
                                          <p:stCondLst>
                                            <p:cond delay="0"/>
                                          </p:stCondLst>
                                        </p:cTn>
                                        <p:tgtEl>
                                          <p:spTgt spid="24"/>
                                        </p:tgtEl>
                                        <p:attrNameLst>
                                          <p:attrName>style.visibility</p:attrName>
                                        </p:attrNameLst>
                                      </p:cBhvr>
                                      <p:to>
                                        <p:strVal val="visible"/>
                                      </p:to>
                                    </p:set>
                                    <p:anim calcmode="lin" valueType="num">
                                      <p:cBhvr>
                                        <p:cTn id="103" dur="500" fill="hold"/>
                                        <p:tgtEl>
                                          <p:spTgt spid="24"/>
                                        </p:tgtEl>
                                        <p:attrNameLst>
                                          <p:attrName>ppt_w</p:attrName>
                                        </p:attrNameLst>
                                      </p:cBhvr>
                                      <p:tavLst>
                                        <p:tav tm="0">
                                          <p:val>
                                            <p:fltVal val="0"/>
                                          </p:val>
                                        </p:tav>
                                        <p:tav tm="100000">
                                          <p:val>
                                            <p:strVal val="#ppt_w"/>
                                          </p:val>
                                        </p:tav>
                                      </p:tavLst>
                                    </p:anim>
                                    <p:anim calcmode="lin" valueType="num">
                                      <p:cBhvr>
                                        <p:cTn id="104" dur="500" fill="hold"/>
                                        <p:tgtEl>
                                          <p:spTgt spid="24"/>
                                        </p:tgtEl>
                                        <p:attrNameLst>
                                          <p:attrName>ppt_h</p:attrName>
                                        </p:attrNameLst>
                                      </p:cBhvr>
                                      <p:tavLst>
                                        <p:tav tm="0">
                                          <p:val>
                                            <p:fltVal val="0"/>
                                          </p:val>
                                        </p:tav>
                                        <p:tav tm="100000">
                                          <p:val>
                                            <p:strVal val="#ppt_h"/>
                                          </p:val>
                                        </p:tav>
                                      </p:tavLst>
                                    </p:anim>
                                    <p:animEffect transition="in" filter="fade">
                                      <p:cBhvr>
                                        <p:cTn id="105" dur="500"/>
                                        <p:tgtEl>
                                          <p:spTgt spid="24"/>
                                        </p:tgtEl>
                                      </p:cBhvr>
                                    </p:animEffect>
                                  </p:childTnLst>
                                </p:cTn>
                              </p:par>
                            </p:childTnLst>
                          </p:cTn>
                        </p:par>
                        <p:par>
                          <p:cTn id="106" fill="hold">
                            <p:stCondLst>
                              <p:cond delay="10500"/>
                            </p:stCondLst>
                            <p:childTnLst>
                              <p:par>
                                <p:cTn id="107" presetID="53" presetClass="entr" presetSubtype="0" fill="hold" nodeType="afterEffect">
                                  <p:stCondLst>
                                    <p:cond delay="0"/>
                                  </p:stCondLst>
                                  <p:childTnLst>
                                    <p:set>
                                      <p:cBhvr>
                                        <p:cTn id="108" dur="1" fill="hold">
                                          <p:stCondLst>
                                            <p:cond delay="0"/>
                                          </p:stCondLst>
                                        </p:cTn>
                                        <p:tgtEl>
                                          <p:spTgt spid="9"/>
                                        </p:tgtEl>
                                        <p:attrNameLst>
                                          <p:attrName>style.visibility</p:attrName>
                                        </p:attrNameLst>
                                      </p:cBhvr>
                                      <p:to>
                                        <p:strVal val="visible"/>
                                      </p:to>
                                    </p:set>
                                    <p:anim calcmode="lin" valueType="num">
                                      <p:cBhvr>
                                        <p:cTn id="109" dur="500" fill="hold"/>
                                        <p:tgtEl>
                                          <p:spTgt spid="9"/>
                                        </p:tgtEl>
                                        <p:attrNameLst>
                                          <p:attrName>ppt_w</p:attrName>
                                        </p:attrNameLst>
                                      </p:cBhvr>
                                      <p:tavLst>
                                        <p:tav tm="0">
                                          <p:val>
                                            <p:fltVal val="0"/>
                                          </p:val>
                                        </p:tav>
                                        <p:tav tm="100000">
                                          <p:val>
                                            <p:strVal val="#ppt_w"/>
                                          </p:val>
                                        </p:tav>
                                      </p:tavLst>
                                    </p:anim>
                                    <p:anim calcmode="lin" valueType="num">
                                      <p:cBhvr>
                                        <p:cTn id="110" dur="500" fill="hold"/>
                                        <p:tgtEl>
                                          <p:spTgt spid="9"/>
                                        </p:tgtEl>
                                        <p:attrNameLst>
                                          <p:attrName>ppt_h</p:attrName>
                                        </p:attrNameLst>
                                      </p:cBhvr>
                                      <p:tavLst>
                                        <p:tav tm="0">
                                          <p:val>
                                            <p:fltVal val="0"/>
                                          </p:val>
                                        </p:tav>
                                        <p:tav tm="100000">
                                          <p:val>
                                            <p:strVal val="#ppt_h"/>
                                          </p:val>
                                        </p:tav>
                                      </p:tavLst>
                                    </p:anim>
                                    <p:animEffect transition="in" filter="fade">
                                      <p:cBhvr>
                                        <p:cTn id="111" dur="500"/>
                                        <p:tgtEl>
                                          <p:spTgt spid="9"/>
                                        </p:tgtEl>
                                      </p:cBhvr>
                                    </p:animEffect>
                                  </p:childTnLst>
                                </p:cTn>
                              </p:par>
                            </p:childTnLst>
                          </p:cTn>
                        </p:par>
                        <p:par>
                          <p:cTn id="112" fill="hold">
                            <p:stCondLst>
                              <p:cond delay="11000"/>
                            </p:stCondLst>
                            <p:childTnLst>
                              <p:par>
                                <p:cTn id="113" presetID="16" presetClass="entr" presetSubtype="37" fill="hold" grpId="0" nodeType="afterEffect">
                                  <p:stCondLst>
                                    <p:cond delay="0"/>
                                  </p:stCondLst>
                                  <p:childTnLst>
                                    <p:set>
                                      <p:cBhvr>
                                        <p:cTn id="114" dur="1" fill="hold">
                                          <p:stCondLst>
                                            <p:cond delay="0"/>
                                          </p:stCondLst>
                                        </p:cTn>
                                        <p:tgtEl>
                                          <p:spTgt spid="47"/>
                                        </p:tgtEl>
                                        <p:attrNameLst>
                                          <p:attrName>style.visibility</p:attrName>
                                        </p:attrNameLst>
                                      </p:cBhvr>
                                      <p:to>
                                        <p:strVal val="visible"/>
                                      </p:to>
                                    </p:set>
                                    <p:animEffect transition="in" filter="barn(outVertical)">
                                      <p:cBhvr>
                                        <p:cTn id="115" dur="500"/>
                                        <p:tgtEl>
                                          <p:spTgt spid="47"/>
                                        </p:tgtEl>
                                      </p:cBhvr>
                                    </p:animEffect>
                                  </p:childTnLst>
                                </p:cTn>
                              </p:par>
                            </p:childTnLst>
                          </p:cTn>
                        </p:par>
                        <p:par>
                          <p:cTn id="116" fill="hold">
                            <p:stCondLst>
                              <p:cond delay="11500"/>
                            </p:stCondLst>
                            <p:childTnLst>
                              <p:par>
                                <p:cTn id="117" presetID="22" presetClass="entr" presetSubtype="4" fill="hold" nodeType="afterEffect">
                                  <p:stCondLst>
                                    <p:cond delay="0"/>
                                  </p:stCondLst>
                                  <p:childTnLst>
                                    <p:set>
                                      <p:cBhvr>
                                        <p:cTn id="118" dur="1" fill="hold">
                                          <p:stCondLst>
                                            <p:cond delay="0"/>
                                          </p:stCondLst>
                                        </p:cTn>
                                        <p:tgtEl>
                                          <p:spTgt spid="6"/>
                                        </p:tgtEl>
                                        <p:attrNameLst>
                                          <p:attrName>style.visibility</p:attrName>
                                        </p:attrNameLst>
                                      </p:cBhvr>
                                      <p:to>
                                        <p:strVal val="visible"/>
                                      </p:to>
                                    </p:set>
                                    <p:animEffect transition="in" filter="wipe(down)">
                                      <p:cBhvr>
                                        <p:cTn id="119" dur="500"/>
                                        <p:tgtEl>
                                          <p:spTgt spid="6"/>
                                        </p:tgtEl>
                                      </p:cBhvr>
                                    </p:animEffect>
                                  </p:childTnLst>
                                </p:cTn>
                              </p:par>
                            </p:childTnLst>
                          </p:cTn>
                        </p:par>
                        <p:par>
                          <p:cTn id="120" fill="hold">
                            <p:stCondLst>
                              <p:cond delay="12000"/>
                            </p:stCondLst>
                            <p:childTnLst>
                              <p:par>
                                <p:cTn id="121" presetID="22" presetClass="entr" presetSubtype="4" fill="hold" grpId="0" nodeType="afterEffect">
                                  <p:stCondLst>
                                    <p:cond delay="0"/>
                                  </p:stCondLst>
                                  <p:childTnLst>
                                    <p:set>
                                      <p:cBhvr>
                                        <p:cTn id="122" dur="1" fill="hold">
                                          <p:stCondLst>
                                            <p:cond delay="0"/>
                                          </p:stCondLst>
                                        </p:cTn>
                                        <p:tgtEl>
                                          <p:spTgt spid="54"/>
                                        </p:tgtEl>
                                        <p:attrNameLst>
                                          <p:attrName>style.visibility</p:attrName>
                                        </p:attrNameLst>
                                      </p:cBhvr>
                                      <p:to>
                                        <p:strVal val="visible"/>
                                      </p:to>
                                    </p:set>
                                    <p:animEffect transition="in" filter="wipe(down)">
                                      <p:cBhvr>
                                        <p:cTn id="12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1" grpId="0" animBg="1"/>
      <p:bldP spid="37" grpId="0" animBg="1"/>
      <p:bldP spid="42" grpId="0" animBg="1"/>
      <p:bldP spid="47" grpId="0" animBg="1"/>
      <p:bldP spid="52" grpId="0"/>
      <p:bldP spid="53" grpId="0"/>
      <p:bldP spid="54" grpId="0"/>
      <p:bldP spid="55" grpId="0"/>
      <p:bldP spid="56" grpId="0"/>
      <p:bldP spid="57" grpId="0" animBg="1"/>
      <p:bldP spid="58" grpId="0" animBg="1"/>
      <p:bldP spid="59" grpId="0" animBg="1"/>
      <p:bldP spid="60"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Circle Infographic</a:t>
            </a:r>
            <a:endParaRPr lang="en-US" dirty="0"/>
          </a:p>
        </p:txBody>
      </p:sp>
      <p:sp>
        <p:nvSpPr>
          <p:cNvPr id="45" name="Text Placeholder 44"/>
          <p:cNvSpPr>
            <a:spLocks noGrp="1"/>
          </p:cNvSpPr>
          <p:nvPr>
            <p:ph type="body" sz="half" idx="2"/>
          </p:nvPr>
        </p:nvSpPr>
        <p:spPr/>
        <p:txBody>
          <a:bodyPr/>
          <a:lstStyle/>
          <a:p>
            <a:r>
              <a:rPr lang="en-US"/>
              <a:t>Circle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203</a:t>
            </a:fld>
            <a:endParaRPr lang="en-US" dirty="0"/>
          </a:p>
        </p:txBody>
      </p:sp>
      <p:sp>
        <p:nvSpPr>
          <p:cNvPr id="16" name="Oval 15"/>
          <p:cNvSpPr/>
          <p:nvPr/>
        </p:nvSpPr>
        <p:spPr>
          <a:xfrm>
            <a:off x="3543107" y="1236091"/>
            <a:ext cx="2057790" cy="2057789"/>
          </a:xfrm>
          <a:prstGeom prst="ellipse">
            <a:avLst/>
          </a:prstGeom>
          <a:solidFill>
            <a:schemeClr val="accent1">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14" name="Oval 13"/>
          <p:cNvSpPr/>
          <p:nvPr/>
        </p:nvSpPr>
        <p:spPr>
          <a:xfrm>
            <a:off x="4285625" y="2522210"/>
            <a:ext cx="2057790" cy="2057789"/>
          </a:xfrm>
          <a:prstGeom prst="ellipse">
            <a:avLst/>
          </a:prstGeom>
          <a:solidFill>
            <a:schemeClr val="accent3">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12" name="Oval 11"/>
          <p:cNvSpPr/>
          <p:nvPr/>
        </p:nvSpPr>
        <p:spPr>
          <a:xfrm>
            <a:off x="2800587" y="2522210"/>
            <a:ext cx="2057790" cy="2057789"/>
          </a:xfrm>
          <a:prstGeom prst="ellipse">
            <a:avLst/>
          </a:prstGeom>
          <a:solidFill>
            <a:schemeClr val="accent2">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sp>
        <p:nvSpPr>
          <p:cNvPr id="19" name="Freeform 92"/>
          <p:cNvSpPr>
            <a:spLocks noEditPoints="1"/>
          </p:cNvSpPr>
          <p:nvPr/>
        </p:nvSpPr>
        <p:spPr bwMode="auto">
          <a:xfrm>
            <a:off x="4281718" y="1997990"/>
            <a:ext cx="580568" cy="436711"/>
          </a:xfrm>
          <a:custGeom>
            <a:avLst/>
            <a:gdLst/>
            <a:ahLst/>
            <a:cxnLst>
              <a:cxn ang="0">
                <a:pos x="101" y="2"/>
              </a:cxn>
              <a:cxn ang="0">
                <a:pos x="27" y="0"/>
              </a:cxn>
              <a:cxn ang="0">
                <a:pos x="2" y="22"/>
              </a:cxn>
              <a:cxn ang="0">
                <a:pos x="2" y="32"/>
              </a:cxn>
              <a:cxn ang="0">
                <a:pos x="61" y="92"/>
              </a:cxn>
              <a:cxn ang="0">
                <a:pos x="121" y="32"/>
              </a:cxn>
              <a:cxn ang="0">
                <a:pos x="120" y="22"/>
              </a:cxn>
              <a:cxn ang="0">
                <a:pos x="86" y="14"/>
              </a:cxn>
              <a:cxn ang="0">
                <a:pos x="93" y="8"/>
              </a:cxn>
              <a:cxn ang="0">
                <a:pos x="76" y="27"/>
              </a:cxn>
              <a:cxn ang="0">
                <a:pos x="93" y="27"/>
              </a:cxn>
              <a:cxn ang="0">
                <a:pos x="73" y="25"/>
              </a:cxn>
              <a:cxn ang="0">
                <a:pos x="75" y="9"/>
              </a:cxn>
              <a:cxn ang="0">
                <a:pos x="70" y="27"/>
              </a:cxn>
              <a:cxn ang="0">
                <a:pos x="61" y="20"/>
              </a:cxn>
              <a:cxn ang="0">
                <a:pos x="70" y="8"/>
              </a:cxn>
              <a:cxn ang="0">
                <a:pos x="53" y="8"/>
              </a:cxn>
              <a:cxn ang="0">
                <a:pos x="58" y="17"/>
              </a:cxn>
              <a:cxn ang="0">
                <a:pos x="40" y="16"/>
              </a:cxn>
              <a:cxn ang="0">
                <a:pos x="58" y="17"/>
              </a:cxn>
              <a:cxn ang="0">
                <a:pos x="30" y="27"/>
              </a:cxn>
              <a:cxn ang="0">
                <a:pos x="47" y="27"/>
              </a:cxn>
              <a:cxn ang="0">
                <a:pos x="37" y="14"/>
              </a:cxn>
              <a:cxn ang="0">
                <a:pos x="43" y="8"/>
              </a:cxn>
              <a:cxn ang="0">
                <a:pos x="34" y="17"/>
              </a:cxn>
              <a:cxn ang="0">
                <a:pos x="8" y="27"/>
              </a:cxn>
              <a:cxn ang="0">
                <a:pos x="11" y="31"/>
              </a:cxn>
              <a:cxn ang="0">
                <a:pos x="49" y="71"/>
              </a:cxn>
              <a:cxn ang="0">
                <a:pos x="29" y="31"/>
              </a:cxn>
              <a:cxn ang="0">
                <a:pos x="57" y="78"/>
              </a:cxn>
              <a:cxn ang="0">
                <a:pos x="52" y="31"/>
              </a:cxn>
              <a:cxn ang="0">
                <a:pos x="61" y="79"/>
              </a:cxn>
              <a:cxn ang="0">
                <a:pos x="65" y="78"/>
              </a:cxn>
              <a:cxn ang="0">
                <a:pos x="94" y="31"/>
              </a:cxn>
              <a:cxn ang="0">
                <a:pos x="74" y="71"/>
              </a:cxn>
              <a:cxn ang="0">
                <a:pos x="112" y="31"/>
              </a:cxn>
              <a:cxn ang="0">
                <a:pos x="99" y="27"/>
              </a:cxn>
              <a:cxn ang="0">
                <a:pos x="97" y="9"/>
              </a:cxn>
              <a:cxn ang="0">
                <a:pos x="99" y="27"/>
              </a:cxn>
              <a:cxn ang="0">
                <a:pos x="99" y="27"/>
              </a:cxn>
            </a:cxnLst>
            <a:rect l="0" t="0" r="r" b="b"/>
            <a:pathLst>
              <a:path w="123" h="92">
                <a:moveTo>
                  <a:pt x="120" y="22"/>
                </a:moveTo>
                <a:cubicBezTo>
                  <a:pt x="101" y="2"/>
                  <a:pt x="101" y="2"/>
                  <a:pt x="101" y="2"/>
                </a:cubicBezTo>
                <a:cubicBezTo>
                  <a:pt x="100" y="1"/>
                  <a:pt x="98" y="0"/>
                  <a:pt x="96" y="0"/>
                </a:cubicBezTo>
                <a:cubicBezTo>
                  <a:pt x="27" y="0"/>
                  <a:pt x="27" y="0"/>
                  <a:pt x="27" y="0"/>
                </a:cubicBezTo>
                <a:cubicBezTo>
                  <a:pt x="25" y="0"/>
                  <a:pt x="23" y="1"/>
                  <a:pt x="22" y="2"/>
                </a:cubicBezTo>
                <a:cubicBezTo>
                  <a:pt x="2" y="22"/>
                  <a:pt x="2" y="22"/>
                  <a:pt x="2" y="22"/>
                </a:cubicBezTo>
                <a:cubicBezTo>
                  <a:pt x="1" y="23"/>
                  <a:pt x="0" y="25"/>
                  <a:pt x="0" y="27"/>
                </a:cubicBezTo>
                <a:cubicBezTo>
                  <a:pt x="0" y="29"/>
                  <a:pt x="1" y="31"/>
                  <a:pt x="2" y="32"/>
                </a:cubicBezTo>
                <a:cubicBezTo>
                  <a:pt x="56" y="90"/>
                  <a:pt x="56" y="90"/>
                  <a:pt x="56" y="90"/>
                </a:cubicBezTo>
                <a:cubicBezTo>
                  <a:pt x="57" y="91"/>
                  <a:pt x="59" y="92"/>
                  <a:pt x="61" y="92"/>
                </a:cubicBezTo>
                <a:cubicBezTo>
                  <a:pt x="64" y="92"/>
                  <a:pt x="66" y="91"/>
                  <a:pt x="67" y="90"/>
                </a:cubicBezTo>
                <a:cubicBezTo>
                  <a:pt x="121" y="32"/>
                  <a:pt x="121" y="32"/>
                  <a:pt x="121" y="32"/>
                </a:cubicBezTo>
                <a:cubicBezTo>
                  <a:pt x="122" y="31"/>
                  <a:pt x="123" y="29"/>
                  <a:pt x="123" y="27"/>
                </a:cubicBezTo>
                <a:cubicBezTo>
                  <a:pt x="123" y="25"/>
                  <a:pt x="122" y="23"/>
                  <a:pt x="120" y="22"/>
                </a:cubicBezTo>
                <a:close/>
                <a:moveTo>
                  <a:pt x="93" y="8"/>
                </a:moveTo>
                <a:cubicBezTo>
                  <a:pt x="86" y="14"/>
                  <a:pt x="86" y="14"/>
                  <a:pt x="86" y="14"/>
                </a:cubicBezTo>
                <a:cubicBezTo>
                  <a:pt x="79" y="8"/>
                  <a:pt x="79" y="8"/>
                  <a:pt x="79" y="8"/>
                </a:cubicBezTo>
                <a:lnTo>
                  <a:pt x="93" y="8"/>
                </a:lnTo>
                <a:close/>
                <a:moveTo>
                  <a:pt x="93" y="27"/>
                </a:moveTo>
                <a:cubicBezTo>
                  <a:pt x="76" y="27"/>
                  <a:pt x="76" y="27"/>
                  <a:pt x="76" y="27"/>
                </a:cubicBezTo>
                <a:cubicBezTo>
                  <a:pt x="85" y="19"/>
                  <a:pt x="85" y="19"/>
                  <a:pt x="85" y="19"/>
                </a:cubicBezTo>
                <a:lnTo>
                  <a:pt x="93" y="27"/>
                </a:lnTo>
                <a:close/>
                <a:moveTo>
                  <a:pt x="83" y="16"/>
                </a:moveTo>
                <a:cubicBezTo>
                  <a:pt x="73" y="25"/>
                  <a:pt x="73" y="25"/>
                  <a:pt x="73" y="25"/>
                </a:cubicBezTo>
                <a:cubicBezTo>
                  <a:pt x="64" y="17"/>
                  <a:pt x="64" y="17"/>
                  <a:pt x="64" y="17"/>
                </a:cubicBezTo>
                <a:cubicBezTo>
                  <a:pt x="75" y="9"/>
                  <a:pt x="75" y="9"/>
                  <a:pt x="75" y="9"/>
                </a:cubicBezTo>
                <a:lnTo>
                  <a:pt x="83" y="16"/>
                </a:lnTo>
                <a:close/>
                <a:moveTo>
                  <a:pt x="70" y="27"/>
                </a:moveTo>
                <a:cubicBezTo>
                  <a:pt x="53" y="27"/>
                  <a:pt x="53" y="27"/>
                  <a:pt x="53" y="27"/>
                </a:cubicBezTo>
                <a:cubicBezTo>
                  <a:pt x="61" y="20"/>
                  <a:pt x="61" y="20"/>
                  <a:pt x="61" y="20"/>
                </a:cubicBezTo>
                <a:lnTo>
                  <a:pt x="70" y="27"/>
                </a:lnTo>
                <a:close/>
                <a:moveTo>
                  <a:pt x="70" y="8"/>
                </a:moveTo>
                <a:cubicBezTo>
                  <a:pt x="61" y="15"/>
                  <a:pt x="61" y="15"/>
                  <a:pt x="61" y="15"/>
                </a:cubicBezTo>
                <a:cubicBezTo>
                  <a:pt x="53" y="8"/>
                  <a:pt x="53" y="8"/>
                  <a:pt x="53" y="8"/>
                </a:cubicBezTo>
                <a:lnTo>
                  <a:pt x="70" y="8"/>
                </a:lnTo>
                <a:close/>
                <a:moveTo>
                  <a:pt x="58" y="17"/>
                </a:moveTo>
                <a:cubicBezTo>
                  <a:pt x="50" y="25"/>
                  <a:pt x="50" y="25"/>
                  <a:pt x="50" y="25"/>
                </a:cubicBezTo>
                <a:cubicBezTo>
                  <a:pt x="40" y="16"/>
                  <a:pt x="40" y="16"/>
                  <a:pt x="40" y="16"/>
                </a:cubicBezTo>
                <a:cubicBezTo>
                  <a:pt x="48" y="9"/>
                  <a:pt x="48" y="9"/>
                  <a:pt x="48" y="9"/>
                </a:cubicBezTo>
                <a:lnTo>
                  <a:pt x="58" y="17"/>
                </a:lnTo>
                <a:close/>
                <a:moveTo>
                  <a:pt x="47" y="27"/>
                </a:moveTo>
                <a:cubicBezTo>
                  <a:pt x="30" y="27"/>
                  <a:pt x="30" y="27"/>
                  <a:pt x="30" y="27"/>
                </a:cubicBezTo>
                <a:cubicBezTo>
                  <a:pt x="37" y="19"/>
                  <a:pt x="37" y="19"/>
                  <a:pt x="37" y="19"/>
                </a:cubicBezTo>
                <a:lnTo>
                  <a:pt x="47" y="27"/>
                </a:lnTo>
                <a:close/>
                <a:moveTo>
                  <a:pt x="43" y="8"/>
                </a:moveTo>
                <a:cubicBezTo>
                  <a:pt x="37" y="14"/>
                  <a:pt x="37" y="14"/>
                  <a:pt x="37" y="14"/>
                </a:cubicBezTo>
                <a:cubicBezTo>
                  <a:pt x="30" y="8"/>
                  <a:pt x="30" y="8"/>
                  <a:pt x="30" y="8"/>
                </a:cubicBezTo>
                <a:lnTo>
                  <a:pt x="43" y="8"/>
                </a:lnTo>
                <a:close/>
                <a:moveTo>
                  <a:pt x="26" y="9"/>
                </a:moveTo>
                <a:cubicBezTo>
                  <a:pt x="34" y="17"/>
                  <a:pt x="34" y="17"/>
                  <a:pt x="34" y="17"/>
                </a:cubicBezTo>
                <a:cubicBezTo>
                  <a:pt x="24" y="27"/>
                  <a:pt x="24" y="27"/>
                  <a:pt x="24" y="27"/>
                </a:cubicBezTo>
                <a:cubicBezTo>
                  <a:pt x="8" y="27"/>
                  <a:pt x="8" y="27"/>
                  <a:pt x="8" y="27"/>
                </a:cubicBezTo>
                <a:lnTo>
                  <a:pt x="26" y="9"/>
                </a:lnTo>
                <a:close/>
                <a:moveTo>
                  <a:pt x="11" y="31"/>
                </a:moveTo>
                <a:cubicBezTo>
                  <a:pt x="25" y="31"/>
                  <a:pt x="25" y="31"/>
                  <a:pt x="25" y="31"/>
                </a:cubicBezTo>
                <a:cubicBezTo>
                  <a:pt x="49" y="71"/>
                  <a:pt x="49" y="71"/>
                  <a:pt x="49" y="71"/>
                </a:cubicBezTo>
                <a:lnTo>
                  <a:pt x="11" y="31"/>
                </a:lnTo>
                <a:close/>
                <a:moveTo>
                  <a:pt x="29" y="31"/>
                </a:moveTo>
                <a:cubicBezTo>
                  <a:pt x="48" y="31"/>
                  <a:pt x="48" y="31"/>
                  <a:pt x="48" y="31"/>
                </a:cubicBezTo>
                <a:cubicBezTo>
                  <a:pt x="57" y="78"/>
                  <a:pt x="57" y="78"/>
                  <a:pt x="57" y="78"/>
                </a:cubicBezTo>
                <a:lnTo>
                  <a:pt x="29" y="31"/>
                </a:lnTo>
                <a:close/>
                <a:moveTo>
                  <a:pt x="52" y="31"/>
                </a:moveTo>
                <a:cubicBezTo>
                  <a:pt x="71" y="31"/>
                  <a:pt x="71" y="31"/>
                  <a:pt x="71" y="31"/>
                </a:cubicBezTo>
                <a:cubicBezTo>
                  <a:pt x="61" y="79"/>
                  <a:pt x="61" y="79"/>
                  <a:pt x="61" y="79"/>
                </a:cubicBezTo>
                <a:lnTo>
                  <a:pt x="52" y="31"/>
                </a:lnTo>
                <a:close/>
                <a:moveTo>
                  <a:pt x="65" y="78"/>
                </a:moveTo>
                <a:cubicBezTo>
                  <a:pt x="75" y="31"/>
                  <a:pt x="75" y="31"/>
                  <a:pt x="75" y="31"/>
                </a:cubicBezTo>
                <a:cubicBezTo>
                  <a:pt x="94" y="31"/>
                  <a:pt x="94" y="31"/>
                  <a:pt x="94" y="31"/>
                </a:cubicBezTo>
                <a:lnTo>
                  <a:pt x="65" y="78"/>
                </a:lnTo>
                <a:close/>
                <a:moveTo>
                  <a:pt x="74" y="71"/>
                </a:moveTo>
                <a:cubicBezTo>
                  <a:pt x="98" y="31"/>
                  <a:pt x="98" y="31"/>
                  <a:pt x="98" y="31"/>
                </a:cubicBezTo>
                <a:cubicBezTo>
                  <a:pt x="112" y="31"/>
                  <a:pt x="112" y="31"/>
                  <a:pt x="112" y="31"/>
                </a:cubicBezTo>
                <a:lnTo>
                  <a:pt x="74" y="71"/>
                </a:lnTo>
                <a:close/>
                <a:moveTo>
                  <a:pt x="99" y="27"/>
                </a:moveTo>
                <a:cubicBezTo>
                  <a:pt x="88" y="17"/>
                  <a:pt x="88" y="17"/>
                  <a:pt x="88" y="17"/>
                </a:cubicBezTo>
                <a:cubicBezTo>
                  <a:pt x="97" y="9"/>
                  <a:pt x="97" y="9"/>
                  <a:pt x="97" y="9"/>
                </a:cubicBezTo>
                <a:cubicBezTo>
                  <a:pt x="115" y="27"/>
                  <a:pt x="115" y="27"/>
                  <a:pt x="115" y="27"/>
                </a:cubicBezTo>
                <a:lnTo>
                  <a:pt x="99" y="27"/>
                </a:lnTo>
                <a:close/>
                <a:moveTo>
                  <a:pt x="99" y="27"/>
                </a:moveTo>
                <a:cubicBezTo>
                  <a:pt x="99" y="27"/>
                  <a:pt x="99" y="27"/>
                  <a:pt x="99" y="2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 name="Group 19"/>
          <p:cNvGrpSpPr/>
          <p:nvPr/>
        </p:nvGrpSpPr>
        <p:grpSpPr>
          <a:xfrm>
            <a:off x="3526280" y="3291310"/>
            <a:ext cx="601119" cy="565154"/>
            <a:chOff x="2266950" y="2713038"/>
            <a:chExt cx="371475" cy="349250"/>
          </a:xfrm>
          <a:solidFill>
            <a:schemeClr val="bg1"/>
          </a:solidFill>
        </p:grpSpPr>
        <p:sp>
          <p:nvSpPr>
            <p:cNvPr id="21" name="Freeform 122"/>
            <p:cNvSpPr>
              <a:spLocks noEditPoints="1"/>
            </p:cNvSpPr>
            <p:nvPr/>
          </p:nvSpPr>
          <p:spPr bwMode="auto">
            <a:xfrm>
              <a:off x="2447925" y="2903538"/>
              <a:ext cx="44450" cy="44450"/>
            </a:xfrm>
            <a:custGeom>
              <a:avLst/>
              <a:gdLst/>
              <a:ahLst/>
              <a:cxnLst>
                <a:cxn ang="0">
                  <a:pos x="15" y="7"/>
                </a:cxn>
                <a:cxn ang="0">
                  <a:pos x="7" y="15"/>
                </a:cxn>
                <a:cxn ang="0">
                  <a:pos x="0" y="7"/>
                </a:cxn>
                <a:cxn ang="0">
                  <a:pos x="7" y="0"/>
                </a:cxn>
                <a:cxn ang="0">
                  <a:pos x="15" y="7"/>
                </a:cxn>
                <a:cxn ang="0">
                  <a:pos x="15" y="7"/>
                </a:cxn>
                <a:cxn ang="0">
                  <a:pos x="15" y="7"/>
                </a:cxn>
              </a:cxnLst>
              <a:rect l="0" t="0" r="r" b="b"/>
              <a:pathLst>
                <a:path w="15" h="15">
                  <a:moveTo>
                    <a:pt x="15" y="7"/>
                  </a:moveTo>
                  <a:cubicBezTo>
                    <a:pt x="15" y="12"/>
                    <a:pt x="11" y="15"/>
                    <a:pt x="7" y="15"/>
                  </a:cubicBezTo>
                  <a:cubicBezTo>
                    <a:pt x="3" y="15"/>
                    <a:pt x="0" y="12"/>
                    <a:pt x="0" y="7"/>
                  </a:cubicBezTo>
                  <a:cubicBezTo>
                    <a:pt x="0" y="3"/>
                    <a:pt x="3" y="0"/>
                    <a:pt x="7" y="0"/>
                  </a:cubicBezTo>
                  <a:cubicBezTo>
                    <a:pt x="11" y="0"/>
                    <a:pt x="15" y="3"/>
                    <a:pt x="15" y="7"/>
                  </a:cubicBezTo>
                  <a:close/>
                  <a:moveTo>
                    <a:pt x="15" y="7"/>
                  </a:moveTo>
                  <a:cubicBezTo>
                    <a:pt x="15" y="7"/>
                    <a:pt x="15" y="7"/>
                    <a:pt x="15"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23"/>
            <p:cNvSpPr>
              <a:spLocks noEditPoints="1"/>
            </p:cNvSpPr>
            <p:nvPr/>
          </p:nvSpPr>
          <p:spPr bwMode="auto">
            <a:xfrm>
              <a:off x="2266950" y="2713038"/>
              <a:ext cx="371475" cy="349250"/>
            </a:xfrm>
            <a:custGeom>
              <a:avLst/>
              <a:gdLst/>
              <a:ahLst/>
              <a:cxnLst>
                <a:cxn ang="0">
                  <a:pos x="111" y="46"/>
                </a:cxn>
                <a:cxn ang="0">
                  <a:pos x="100" y="0"/>
                </a:cxn>
                <a:cxn ang="0">
                  <a:pos x="0" y="21"/>
                </a:cxn>
                <a:cxn ang="0">
                  <a:pos x="21" y="119"/>
                </a:cxn>
                <a:cxn ang="0">
                  <a:pos x="111" y="97"/>
                </a:cxn>
                <a:cxn ang="0">
                  <a:pos x="111" y="46"/>
                </a:cxn>
                <a:cxn ang="0">
                  <a:pos x="100" y="7"/>
                </a:cxn>
                <a:cxn ang="0">
                  <a:pos x="104" y="35"/>
                </a:cxn>
                <a:cxn ang="0">
                  <a:pos x="100" y="15"/>
                </a:cxn>
                <a:cxn ang="0">
                  <a:pos x="16" y="11"/>
                </a:cxn>
                <a:cxn ang="0">
                  <a:pos x="12" y="30"/>
                </a:cxn>
                <a:cxn ang="0">
                  <a:pos x="21" y="7"/>
                </a:cxn>
                <a:cxn ang="0">
                  <a:pos x="16" y="19"/>
                </a:cxn>
                <a:cxn ang="0">
                  <a:pos x="96" y="15"/>
                </a:cxn>
                <a:cxn ang="0">
                  <a:pos x="96" y="23"/>
                </a:cxn>
                <a:cxn ang="0">
                  <a:pos x="16" y="26"/>
                </a:cxn>
                <a:cxn ang="0">
                  <a:pos x="96" y="23"/>
                </a:cxn>
                <a:cxn ang="0">
                  <a:pos x="96" y="34"/>
                </a:cxn>
                <a:cxn ang="0">
                  <a:pos x="16" y="33"/>
                </a:cxn>
                <a:cxn ang="0">
                  <a:pos x="96" y="30"/>
                </a:cxn>
                <a:cxn ang="0">
                  <a:pos x="90" y="111"/>
                </a:cxn>
                <a:cxn ang="0">
                  <a:pos x="8" y="97"/>
                </a:cxn>
                <a:cxn ang="0">
                  <a:pos x="21" y="42"/>
                </a:cxn>
                <a:cxn ang="0">
                  <a:pos x="104" y="46"/>
                </a:cxn>
                <a:cxn ang="0">
                  <a:pos x="69" y="53"/>
                </a:cxn>
                <a:cxn ang="0">
                  <a:pos x="69" y="92"/>
                </a:cxn>
                <a:cxn ang="0">
                  <a:pos x="104" y="97"/>
                </a:cxn>
                <a:cxn ang="0">
                  <a:pos x="69" y="84"/>
                </a:cxn>
                <a:cxn ang="0">
                  <a:pos x="69" y="61"/>
                </a:cxn>
                <a:cxn ang="0">
                  <a:pos x="110" y="58"/>
                </a:cxn>
                <a:cxn ang="0">
                  <a:pos x="111" y="56"/>
                </a:cxn>
                <a:cxn ang="0">
                  <a:pos x="109" y="84"/>
                </a:cxn>
                <a:cxn ang="0">
                  <a:pos x="109" y="84"/>
                </a:cxn>
              </a:cxnLst>
              <a:rect l="0" t="0" r="r" b="b"/>
              <a:pathLst>
                <a:path w="127" h="119">
                  <a:moveTo>
                    <a:pt x="111" y="46"/>
                  </a:moveTo>
                  <a:cubicBezTo>
                    <a:pt x="111" y="46"/>
                    <a:pt x="111" y="46"/>
                    <a:pt x="111" y="46"/>
                  </a:cubicBezTo>
                  <a:cubicBezTo>
                    <a:pt x="111" y="11"/>
                    <a:pt x="111" y="11"/>
                    <a:pt x="111" y="11"/>
                  </a:cubicBezTo>
                  <a:cubicBezTo>
                    <a:pt x="111" y="5"/>
                    <a:pt x="106" y="0"/>
                    <a:pt x="100" y="0"/>
                  </a:cubicBezTo>
                  <a:cubicBezTo>
                    <a:pt x="21" y="0"/>
                    <a:pt x="21" y="0"/>
                    <a:pt x="21" y="0"/>
                  </a:cubicBezTo>
                  <a:cubicBezTo>
                    <a:pt x="10" y="0"/>
                    <a:pt x="0" y="9"/>
                    <a:pt x="0" y="21"/>
                  </a:cubicBezTo>
                  <a:cubicBezTo>
                    <a:pt x="0" y="97"/>
                    <a:pt x="0" y="97"/>
                    <a:pt x="0" y="97"/>
                  </a:cubicBezTo>
                  <a:cubicBezTo>
                    <a:pt x="0" y="109"/>
                    <a:pt x="10" y="119"/>
                    <a:pt x="21" y="119"/>
                  </a:cubicBezTo>
                  <a:cubicBezTo>
                    <a:pt x="90" y="119"/>
                    <a:pt x="90" y="119"/>
                    <a:pt x="90" y="119"/>
                  </a:cubicBezTo>
                  <a:cubicBezTo>
                    <a:pt x="102" y="119"/>
                    <a:pt x="111" y="109"/>
                    <a:pt x="111" y="97"/>
                  </a:cubicBezTo>
                  <a:cubicBezTo>
                    <a:pt x="111" y="92"/>
                    <a:pt x="111" y="92"/>
                    <a:pt x="111" y="92"/>
                  </a:cubicBezTo>
                  <a:cubicBezTo>
                    <a:pt x="127" y="80"/>
                    <a:pt x="127" y="57"/>
                    <a:pt x="111" y="46"/>
                  </a:cubicBezTo>
                  <a:close/>
                  <a:moveTo>
                    <a:pt x="21" y="7"/>
                  </a:moveTo>
                  <a:cubicBezTo>
                    <a:pt x="100" y="7"/>
                    <a:pt x="100" y="7"/>
                    <a:pt x="100" y="7"/>
                  </a:cubicBezTo>
                  <a:cubicBezTo>
                    <a:pt x="102" y="7"/>
                    <a:pt x="104" y="9"/>
                    <a:pt x="104" y="11"/>
                  </a:cubicBezTo>
                  <a:cubicBezTo>
                    <a:pt x="104" y="35"/>
                    <a:pt x="104" y="35"/>
                    <a:pt x="104" y="35"/>
                  </a:cubicBezTo>
                  <a:cubicBezTo>
                    <a:pt x="103" y="34"/>
                    <a:pt x="101" y="34"/>
                    <a:pt x="100" y="34"/>
                  </a:cubicBezTo>
                  <a:cubicBezTo>
                    <a:pt x="100" y="15"/>
                    <a:pt x="100" y="15"/>
                    <a:pt x="100" y="15"/>
                  </a:cubicBezTo>
                  <a:cubicBezTo>
                    <a:pt x="100" y="13"/>
                    <a:pt x="98" y="11"/>
                    <a:pt x="96" y="11"/>
                  </a:cubicBezTo>
                  <a:cubicBezTo>
                    <a:pt x="16" y="11"/>
                    <a:pt x="16" y="11"/>
                    <a:pt x="16" y="11"/>
                  </a:cubicBezTo>
                  <a:cubicBezTo>
                    <a:pt x="13" y="11"/>
                    <a:pt x="12" y="13"/>
                    <a:pt x="12" y="15"/>
                  </a:cubicBezTo>
                  <a:cubicBezTo>
                    <a:pt x="12" y="30"/>
                    <a:pt x="12" y="30"/>
                    <a:pt x="12" y="30"/>
                  </a:cubicBezTo>
                  <a:cubicBezTo>
                    <a:pt x="9" y="28"/>
                    <a:pt x="8" y="24"/>
                    <a:pt x="8" y="21"/>
                  </a:cubicBezTo>
                  <a:cubicBezTo>
                    <a:pt x="8" y="13"/>
                    <a:pt x="14" y="7"/>
                    <a:pt x="21" y="7"/>
                  </a:cubicBezTo>
                  <a:close/>
                  <a:moveTo>
                    <a:pt x="96" y="19"/>
                  </a:moveTo>
                  <a:cubicBezTo>
                    <a:pt x="16" y="19"/>
                    <a:pt x="16" y="19"/>
                    <a:pt x="16" y="19"/>
                  </a:cubicBezTo>
                  <a:cubicBezTo>
                    <a:pt x="16" y="15"/>
                    <a:pt x="16" y="15"/>
                    <a:pt x="16" y="15"/>
                  </a:cubicBezTo>
                  <a:cubicBezTo>
                    <a:pt x="96" y="15"/>
                    <a:pt x="96" y="15"/>
                    <a:pt x="96" y="15"/>
                  </a:cubicBezTo>
                  <a:lnTo>
                    <a:pt x="96" y="19"/>
                  </a:lnTo>
                  <a:close/>
                  <a:moveTo>
                    <a:pt x="96" y="23"/>
                  </a:moveTo>
                  <a:cubicBezTo>
                    <a:pt x="96" y="26"/>
                    <a:pt x="96" y="26"/>
                    <a:pt x="96" y="26"/>
                  </a:cubicBezTo>
                  <a:cubicBezTo>
                    <a:pt x="16" y="26"/>
                    <a:pt x="16" y="26"/>
                    <a:pt x="16" y="26"/>
                  </a:cubicBezTo>
                  <a:cubicBezTo>
                    <a:pt x="16" y="23"/>
                    <a:pt x="16" y="23"/>
                    <a:pt x="16" y="23"/>
                  </a:cubicBezTo>
                  <a:lnTo>
                    <a:pt x="96" y="23"/>
                  </a:lnTo>
                  <a:close/>
                  <a:moveTo>
                    <a:pt x="96" y="30"/>
                  </a:moveTo>
                  <a:cubicBezTo>
                    <a:pt x="96" y="34"/>
                    <a:pt x="96" y="34"/>
                    <a:pt x="96" y="34"/>
                  </a:cubicBezTo>
                  <a:cubicBezTo>
                    <a:pt x="21" y="34"/>
                    <a:pt x="21" y="34"/>
                    <a:pt x="21" y="34"/>
                  </a:cubicBezTo>
                  <a:cubicBezTo>
                    <a:pt x="19" y="34"/>
                    <a:pt x="17" y="34"/>
                    <a:pt x="16" y="33"/>
                  </a:cubicBezTo>
                  <a:cubicBezTo>
                    <a:pt x="16" y="30"/>
                    <a:pt x="16" y="30"/>
                    <a:pt x="16" y="30"/>
                  </a:cubicBezTo>
                  <a:lnTo>
                    <a:pt x="96" y="30"/>
                  </a:lnTo>
                  <a:close/>
                  <a:moveTo>
                    <a:pt x="104" y="97"/>
                  </a:moveTo>
                  <a:cubicBezTo>
                    <a:pt x="104" y="105"/>
                    <a:pt x="98" y="111"/>
                    <a:pt x="90" y="111"/>
                  </a:cubicBezTo>
                  <a:cubicBezTo>
                    <a:pt x="21" y="111"/>
                    <a:pt x="21" y="111"/>
                    <a:pt x="21" y="111"/>
                  </a:cubicBezTo>
                  <a:cubicBezTo>
                    <a:pt x="14" y="111"/>
                    <a:pt x="8" y="105"/>
                    <a:pt x="8" y="97"/>
                  </a:cubicBezTo>
                  <a:cubicBezTo>
                    <a:pt x="8" y="37"/>
                    <a:pt x="8" y="37"/>
                    <a:pt x="8" y="37"/>
                  </a:cubicBezTo>
                  <a:cubicBezTo>
                    <a:pt x="11" y="40"/>
                    <a:pt x="16" y="42"/>
                    <a:pt x="21" y="42"/>
                  </a:cubicBezTo>
                  <a:cubicBezTo>
                    <a:pt x="100" y="42"/>
                    <a:pt x="100" y="42"/>
                    <a:pt x="100" y="42"/>
                  </a:cubicBezTo>
                  <a:cubicBezTo>
                    <a:pt x="102" y="42"/>
                    <a:pt x="104" y="44"/>
                    <a:pt x="104" y="46"/>
                  </a:cubicBezTo>
                  <a:cubicBezTo>
                    <a:pt x="104" y="53"/>
                    <a:pt x="104" y="53"/>
                    <a:pt x="104" y="53"/>
                  </a:cubicBezTo>
                  <a:cubicBezTo>
                    <a:pt x="69" y="53"/>
                    <a:pt x="69" y="53"/>
                    <a:pt x="69" y="53"/>
                  </a:cubicBezTo>
                  <a:cubicBezTo>
                    <a:pt x="59" y="53"/>
                    <a:pt x="50" y="62"/>
                    <a:pt x="50" y="72"/>
                  </a:cubicBezTo>
                  <a:cubicBezTo>
                    <a:pt x="50" y="83"/>
                    <a:pt x="59" y="92"/>
                    <a:pt x="69" y="92"/>
                  </a:cubicBezTo>
                  <a:cubicBezTo>
                    <a:pt x="104" y="92"/>
                    <a:pt x="104" y="92"/>
                    <a:pt x="104" y="92"/>
                  </a:cubicBezTo>
                  <a:lnTo>
                    <a:pt x="104" y="97"/>
                  </a:lnTo>
                  <a:close/>
                  <a:moveTo>
                    <a:pt x="109" y="84"/>
                  </a:moveTo>
                  <a:cubicBezTo>
                    <a:pt x="69" y="84"/>
                    <a:pt x="69" y="84"/>
                    <a:pt x="69" y="84"/>
                  </a:cubicBezTo>
                  <a:cubicBezTo>
                    <a:pt x="63" y="84"/>
                    <a:pt x="58" y="79"/>
                    <a:pt x="58" y="72"/>
                  </a:cubicBezTo>
                  <a:cubicBezTo>
                    <a:pt x="58" y="66"/>
                    <a:pt x="63" y="61"/>
                    <a:pt x="69" y="61"/>
                  </a:cubicBezTo>
                  <a:cubicBezTo>
                    <a:pt x="104" y="61"/>
                    <a:pt x="104" y="61"/>
                    <a:pt x="104" y="61"/>
                  </a:cubicBezTo>
                  <a:cubicBezTo>
                    <a:pt x="106" y="61"/>
                    <a:pt x="108" y="60"/>
                    <a:pt x="110" y="58"/>
                  </a:cubicBezTo>
                  <a:cubicBezTo>
                    <a:pt x="110" y="57"/>
                    <a:pt x="111" y="57"/>
                    <a:pt x="111" y="56"/>
                  </a:cubicBezTo>
                  <a:cubicBezTo>
                    <a:pt x="111" y="56"/>
                    <a:pt x="111" y="56"/>
                    <a:pt x="111" y="56"/>
                  </a:cubicBezTo>
                  <a:cubicBezTo>
                    <a:pt x="114" y="59"/>
                    <a:pt x="115" y="64"/>
                    <a:pt x="115" y="69"/>
                  </a:cubicBezTo>
                  <a:cubicBezTo>
                    <a:pt x="115" y="75"/>
                    <a:pt x="113" y="80"/>
                    <a:pt x="109" y="84"/>
                  </a:cubicBezTo>
                  <a:close/>
                  <a:moveTo>
                    <a:pt x="109" y="84"/>
                  </a:moveTo>
                  <a:cubicBezTo>
                    <a:pt x="109" y="84"/>
                    <a:pt x="109" y="84"/>
                    <a:pt x="109"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22"/>
          <p:cNvGrpSpPr/>
          <p:nvPr/>
        </p:nvGrpSpPr>
        <p:grpSpPr>
          <a:xfrm>
            <a:off x="5068968" y="3303608"/>
            <a:ext cx="580569" cy="488088"/>
            <a:chOff x="4856163" y="2736851"/>
            <a:chExt cx="358775" cy="301625"/>
          </a:xfrm>
          <a:solidFill>
            <a:schemeClr val="bg1"/>
          </a:solidFill>
        </p:grpSpPr>
        <p:sp>
          <p:nvSpPr>
            <p:cNvPr id="24" name="Freeform 128"/>
            <p:cNvSpPr>
              <a:spLocks noEditPoints="1"/>
            </p:cNvSpPr>
            <p:nvPr/>
          </p:nvSpPr>
          <p:spPr bwMode="auto">
            <a:xfrm>
              <a:off x="4946650" y="2814638"/>
              <a:ext cx="177800" cy="179388"/>
            </a:xfrm>
            <a:custGeom>
              <a:avLst/>
              <a:gdLst/>
              <a:ahLst/>
              <a:cxnLst>
                <a:cxn ang="0">
                  <a:pos x="31" y="0"/>
                </a:cxn>
                <a:cxn ang="0">
                  <a:pos x="0" y="30"/>
                </a:cxn>
                <a:cxn ang="0">
                  <a:pos x="31" y="61"/>
                </a:cxn>
                <a:cxn ang="0">
                  <a:pos x="61" y="30"/>
                </a:cxn>
                <a:cxn ang="0">
                  <a:pos x="31" y="0"/>
                </a:cxn>
                <a:cxn ang="0">
                  <a:pos x="48" y="45"/>
                </a:cxn>
                <a:cxn ang="0">
                  <a:pos x="16" y="48"/>
                </a:cxn>
                <a:cxn ang="0">
                  <a:pos x="13" y="15"/>
                </a:cxn>
                <a:cxn ang="0">
                  <a:pos x="46" y="13"/>
                </a:cxn>
                <a:cxn ang="0">
                  <a:pos x="48" y="45"/>
                </a:cxn>
                <a:cxn ang="0">
                  <a:pos x="48" y="45"/>
                </a:cxn>
                <a:cxn ang="0">
                  <a:pos x="48" y="45"/>
                </a:cxn>
              </a:cxnLst>
              <a:rect l="0" t="0" r="r" b="b"/>
              <a:pathLst>
                <a:path w="61" h="61">
                  <a:moveTo>
                    <a:pt x="31" y="0"/>
                  </a:moveTo>
                  <a:cubicBezTo>
                    <a:pt x="14" y="0"/>
                    <a:pt x="0" y="13"/>
                    <a:pt x="0" y="30"/>
                  </a:cubicBezTo>
                  <a:cubicBezTo>
                    <a:pt x="0" y="47"/>
                    <a:pt x="14" y="61"/>
                    <a:pt x="31" y="61"/>
                  </a:cubicBezTo>
                  <a:cubicBezTo>
                    <a:pt x="48" y="61"/>
                    <a:pt x="61" y="47"/>
                    <a:pt x="61" y="30"/>
                  </a:cubicBezTo>
                  <a:cubicBezTo>
                    <a:pt x="61" y="13"/>
                    <a:pt x="48" y="0"/>
                    <a:pt x="31" y="0"/>
                  </a:cubicBezTo>
                  <a:close/>
                  <a:moveTo>
                    <a:pt x="48" y="45"/>
                  </a:moveTo>
                  <a:cubicBezTo>
                    <a:pt x="40" y="55"/>
                    <a:pt x="25" y="56"/>
                    <a:pt x="16" y="48"/>
                  </a:cubicBezTo>
                  <a:cubicBezTo>
                    <a:pt x="6" y="39"/>
                    <a:pt x="5" y="25"/>
                    <a:pt x="13" y="15"/>
                  </a:cubicBezTo>
                  <a:cubicBezTo>
                    <a:pt x="22" y="6"/>
                    <a:pt x="36" y="5"/>
                    <a:pt x="46" y="13"/>
                  </a:cubicBezTo>
                  <a:cubicBezTo>
                    <a:pt x="55" y="21"/>
                    <a:pt x="57" y="36"/>
                    <a:pt x="48" y="45"/>
                  </a:cubicBezTo>
                  <a:close/>
                  <a:moveTo>
                    <a:pt x="48" y="45"/>
                  </a:moveTo>
                  <a:cubicBezTo>
                    <a:pt x="48" y="45"/>
                    <a:pt x="48" y="45"/>
                    <a:pt x="48"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129"/>
            <p:cNvSpPr>
              <a:spLocks noEditPoints="1"/>
            </p:cNvSpPr>
            <p:nvPr/>
          </p:nvSpPr>
          <p:spPr bwMode="auto">
            <a:xfrm>
              <a:off x="4989513" y="2859088"/>
              <a:ext cx="53975" cy="50800"/>
            </a:xfrm>
            <a:custGeom>
              <a:avLst/>
              <a:gdLst/>
              <a:ahLst/>
              <a:cxnLst>
                <a:cxn ang="0">
                  <a:pos x="16" y="0"/>
                </a:cxn>
                <a:cxn ang="0">
                  <a:pos x="0" y="15"/>
                </a:cxn>
                <a:cxn ang="0">
                  <a:pos x="2" y="17"/>
                </a:cxn>
                <a:cxn ang="0">
                  <a:pos x="4" y="15"/>
                </a:cxn>
                <a:cxn ang="0">
                  <a:pos x="16" y="4"/>
                </a:cxn>
                <a:cxn ang="0">
                  <a:pos x="18" y="2"/>
                </a:cxn>
                <a:cxn ang="0">
                  <a:pos x="16" y="0"/>
                </a:cxn>
                <a:cxn ang="0">
                  <a:pos x="16" y="0"/>
                </a:cxn>
                <a:cxn ang="0">
                  <a:pos x="16" y="0"/>
                </a:cxn>
              </a:cxnLst>
              <a:rect l="0" t="0" r="r" b="b"/>
              <a:pathLst>
                <a:path w="18" h="17">
                  <a:moveTo>
                    <a:pt x="16" y="0"/>
                  </a:moveTo>
                  <a:cubicBezTo>
                    <a:pt x="7" y="0"/>
                    <a:pt x="0" y="7"/>
                    <a:pt x="0" y="15"/>
                  </a:cubicBezTo>
                  <a:cubicBezTo>
                    <a:pt x="0" y="16"/>
                    <a:pt x="1" y="17"/>
                    <a:pt x="2" y="17"/>
                  </a:cubicBezTo>
                  <a:cubicBezTo>
                    <a:pt x="3" y="17"/>
                    <a:pt x="4" y="16"/>
                    <a:pt x="4" y="15"/>
                  </a:cubicBezTo>
                  <a:cubicBezTo>
                    <a:pt x="4" y="9"/>
                    <a:pt x="9" y="4"/>
                    <a:pt x="16" y="4"/>
                  </a:cubicBezTo>
                  <a:cubicBezTo>
                    <a:pt x="17" y="4"/>
                    <a:pt x="18" y="3"/>
                    <a:pt x="18" y="2"/>
                  </a:cubicBezTo>
                  <a:cubicBezTo>
                    <a:pt x="18" y="1"/>
                    <a:pt x="17" y="0"/>
                    <a:pt x="16" y="0"/>
                  </a:cubicBezTo>
                  <a:close/>
                  <a:moveTo>
                    <a:pt x="16" y="0"/>
                  </a:moveTo>
                  <a:cubicBezTo>
                    <a:pt x="16" y="0"/>
                    <a:pt x="16" y="0"/>
                    <a:pt x="1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30"/>
            <p:cNvSpPr>
              <a:spLocks noEditPoints="1"/>
            </p:cNvSpPr>
            <p:nvPr/>
          </p:nvSpPr>
          <p:spPr bwMode="auto">
            <a:xfrm>
              <a:off x="4856163" y="2736851"/>
              <a:ext cx="358775" cy="301625"/>
            </a:xfrm>
            <a:custGeom>
              <a:avLst/>
              <a:gdLst/>
              <a:ahLst/>
              <a:cxnLst>
                <a:cxn ang="0">
                  <a:pos x="114" y="23"/>
                </a:cxn>
                <a:cxn ang="0">
                  <a:pos x="97" y="20"/>
                </a:cxn>
                <a:cxn ang="0">
                  <a:pos x="92" y="7"/>
                </a:cxn>
                <a:cxn ang="0">
                  <a:pos x="81" y="0"/>
                </a:cxn>
                <a:cxn ang="0">
                  <a:pos x="43" y="0"/>
                </a:cxn>
                <a:cxn ang="0">
                  <a:pos x="32" y="7"/>
                </a:cxn>
                <a:cxn ang="0">
                  <a:pos x="27" y="20"/>
                </a:cxn>
                <a:cxn ang="0">
                  <a:pos x="10" y="23"/>
                </a:cxn>
                <a:cxn ang="0">
                  <a:pos x="0" y="34"/>
                </a:cxn>
                <a:cxn ang="0">
                  <a:pos x="0" y="92"/>
                </a:cxn>
                <a:cxn ang="0">
                  <a:pos x="12" y="103"/>
                </a:cxn>
                <a:cxn ang="0">
                  <a:pos x="112" y="103"/>
                </a:cxn>
                <a:cxn ang="0">
                  <a:pos x="123" y="92"/>
                </a:cxn>
                <a:cxn ang="0">
                  <a:pos x="123" y="34"/>
                </a:cxn>
                <a:cxn ang="0">
                  <a:pos x="114" y="23"/>
                </a:cxn>
                <a:cxn ang="0">
                  <a:pos x="115" y="92"/>
                </a:cxn>
                <a:cxn ang="0">
                  <a:pos x="112" y="96"/>
                </a:cxn>
                <a:cxn ang="0">
                  <a:pos x="12" y="96"/>
                </a:cxn>
                <a:cxn ang="0">
                  <a:pos x="8" y="92"/>
                </a:cxn>
                <a:cxn ang="0">
                  <a:pos x="8" y="34"/>
                </a:cxn>
                <a:cxn ang="0">
                  <a:pos x="11" y="30"/>
                </a:cxn>
                <a:cxn ang="0">
                  <a:pos x="32" y="27"/>
                </a:cxn>
                <a:cxn ang="0">
                  <a:pos x="39" y="10"/>
                </a:cxn>
                <a:cxn ang="0">
                  <a:pos x="43" y="7"/>
                </a:cxn>
                <a:cxn ang="0">
                  <a:pos x="81" y="7"/>
                </a:cxn>
                <a:cxn ang="0">
                  <a:pos x="85" y="10"/>
                </a:cxn>
                <a:cxn ang="0">
                  <a:pos x="91" y="27"/>
                </a:cxn>
                <a:cxn ang="0">
                  <a:pos x="112" y="30"/>
                </a:cxn>
                <a:cxn ang="0">
                  <a:pos x="115" y="34"/>
                </a:cxn>
                <a:cxn ang="0">
                  <a:pos x="115" y="92"/>
                </a:cxn>
                <a:cxn ang="0">
                  <a:pos x="115" y="92"/>
                </a:cxn>
                <a:cxn ang="0">
                  <a:pos x="115" y="92"/>
                </a:cxn>
              </a:cxnLst>
              <a:rect l="0" t="0" r="r" b="b"/>
              <a:pathLst>
                <a:path w="123" h="103">
                  <a:moveTo>
                    <a:pt x="114" y="23"/>
                  </a:moveTo>
                  <a:cubicBezTo>
                    <a:pt x="97" y="20"/>
                    <a:pt x="97" y="20"/>
                    <a:pt x="97" y="20"/>
                  </a:cubicBezTo>
                  <a:cubicBezTo>
                    <a:pt x="92" y="7"/>
                    <a:pt x="92" y="7"/>
                    <a:pt x="92" y="7"/>
                  </a:cubicBezTo>
                  <a:cubicBezTo>
                    <a:pt x="90" y="3"/>
                    <a:pt x="86" y="0"/>
                    <a:pt x="81" y="0"/>
                  </a:cubicBezTo>
                  <a:cubicBezTo>
                    <a:pt x="43" y="0"/>
                    <a:pt x="43" y="0"/>
                    <a:pt x="43" y="0"/>
                  </a:cubicBezTo>
                  <a:cubicBezTo>
                    <a:pt x="38" y="0"/>
                    <a:pt x="34" y="3"/>
                    <a:pt x="32" y="7"/>
                  </a:cubicBezTo>
                  <a:cubicBezTo>
                    <a:pt x="27" y="20"/>
                    <a:pt x="27" y="20"/>
                    <a:pt x="27" y="20"/>
                  </a:cubicBezTo>
                  <a:cubicBezTo>
                    <a:pt x="10" y="23"/>
                    <a:pt x="10" y="23"/>
                    <a:pt x="10" y="23"/>
                  </a:cubicBezTo>
                  <a:cubicBezTo>
                    <a:pt x="4" y="24"/>
                    <a:pt x="0" y="29"/>
                    <a:pt x="0" y="34"/>
                  </a:cubicBezTo>
                  <a:cubicBezTo>
                    <a:pt x="0" y="92"/>
                    <a:pt x="0" y="92"/>
                    <a:pt x="0" y="92"/>
                  </a:cubicBezTo>
                  <a:cubicBezTo>
                    <a:pt x="0" y="98"/>
                    <a:pt x="6" y="103"/>
                    <a:pt x="12" y="103"/>
                  </a:cubicBezTo>
                  <a:cubicBezTo>
                    <a:pt x="112" y="103"/>
                    <a:pt x="112" y="103"/>
                    <a:pt x="112" y="103"/>
                  </a:cubicBezTo>
                  <a:cubicBezTo>
                    <a:pt x="118" y="103"/>
                    <a:pt x="123" y="98"/>
                    <a:pt x="123" y="92"/>
                  </a:cubicBezTo>
                  <a:cubicBezTo>
                    <a:pt x="123" y="34"/>
                    <a:pt x="123" y="34"/>
                    <a:pt x="123" y="34"/>
                  </a:cubicBezTo>
                  <a:cubicBezTo>
                    <a:pt x="123" y="29"/>
                    <a:pt x="119" y="24"/>
                    <a:pt x="114" y="23"/>
                  </a:cubicBezTo>
                  <a:close/>
                  <a:moveTo>
                    <a:pt x="115" y="92"/>
                  </a:moveTo>
                  <a:cubicBezTo>
                    <a:pt x="115" y="94"/>
                    <a:pt x="114" y="96"/>
                    <a:pt x="112" y="96"/>
                  </a:cubicBezTo>
                  <a:cubicBezTo>
                    <a:pt x="12" y="96"/>
                    <a:pt x="12" y="96"/>
                    <a:pt x="12" y="96"/>
                  </a:cubicBezTo>
                  <a:cubicBezTo>
                    <a:pt x="10" y="96"/>
                    <a:pt x="8" y="94"/>
                    <a:pt x="8" y="92"/>
                  </a:cubicBezTo>
                  <a:cubicBezTo>
                    <a:pt x="8" y="34"/>
                    <a:pt x="8" y="34"/>
                    <a:pt x="8" y="34"/>
                  </a:cubicBezTo>
                  <a:cubicBezTo>
                    <a:pt x="8" y="32"/>
                    <a:pt x="9" y="31"/>
                    <a:pt x="11" y="30"/>
                  </a:cubicBezTo>
                  <a:cubicBezTo>
                    <a:pt x="32" y="27"/>
                    <a:pt x="32" y="27"/>
                    <a:pt x="32" y="27"/>
                  </a:cubicBezTo>
                  <a:cubicBezTo>
                    <a:pt x="39" y="10"/>
                    <a:pt x="39" y="10"/>
                    <a:pt x="39" y="10"/>
                  </a:cubicBezTo>
                  <a:cubicBezTo>
                    <a:pt x="40" y="8"/>
                    <a:pt x="41" y="7"/>
                    <a:pt x="43" y="7"/>
                  </a:cubicBezTo>
                  <a:cubicBezTo>
                    <a:pt x="81" y="7"/>
                    <a:pt x="81" y="7"/>
                    <a:pt x="81" y="7"/>
                  </a:cubicBezTo>
                  <a:cubicBezTo>
                    <a:pt x="83" y="7"/>
                    <a:pt x="84" y="8"/>
                    <a:pt x="85" y="10"/>
                  </a:cubicBezTo>
                  <a:cubicBezTo>
                    <a:pt x="91" y="27"/>
                    <a:pt x="91" y="27"/>
                    <a:pt x="91" y="27"/>
                  </a:cubicBezTo>
                  <a:cubicBezTo>
                    <a:pt x="112" y="30"/>
                    <a:pt x="112" y="30"/>
                    <a:pt x="112" y="30"/>
                  </a:cubicBezTo>
                  <a:cubicBezTo>
                    <a:pt x="114" y="31"/>
                    <a:pt x="115" y="32"/>
                    <a:pt x="115" y="34"/>
                  </a:cubicBezTo>
                  <a:lnTo>
                    <a:pt x="115" y="92"/>
                  </a:lnTo>
                  <a:close/>
                  <a:moveTo>
                    <a:pt x="115" y="92"/>
                  </a:moveTo>
                  <a:cubicBezTo>
                    <a:pt x="115" y="92"/>
                    <a:pt x="115" y="92"/>
                    <a:pt x="115" y="9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7" name="Left-Right Arrow 26"/>
          <p:cNvSpPr/>
          <p:nvPr/>
        </p:nvSpPr>
        <p:spPr>
          <a:xfrm rot="18715401">
            <a:off x="3912924" y="2746709"/>
            <a:ext cx="486194" cy="295606"/>
          </a:xfrm>
          <a:prstGeom prst="leftRightArrow">
            <a:avLst>
              <a:gd name="adj1" fmla="val 37655"/>
              <a:gd name="adj2" fmla="val 473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eft-Right Arrow 27"/>
          <p:cNvSpPr/>
          <p:nvPr/>
        </p:nvSpPr>
        <p:spPr>
          <a:xfrm rot="2884599" flipV="1">
            <a:off x="4720625" y="2746709"/>
            <a:ext cx="486194" cy="295606"/>
          </a:xfrm>
          <a:prstGeom prst="leftRightArrow">
            <a:avLst>
              <a:gd name="adj1" fmla="val 37655"/>
              <a:gd name="adj2" fmla="val 473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Left-Right Arrow 28"/>
          <p:cNvSpPr/>
          <p:nvPr/>
        </p:nvSpPr>
        <p:spPr>
          <a:xfrm>
            <a:off x="4329938" y="3414434"/>
            <a:ext cx="486194" cy="295606"/>
          </a:xfrm>
          <a:prstGeom prst="leftRightArrow">
            <a:avLst>
              <a:gd name="adj1" fmla="val 37655"/>
              <a:gd name="adj2" fmla="val 473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2"/>
          <p:cNvGrpSpPr/>
          <p:nvPr/>
        </p:nvGrpSpPr>
        <p:grpSpPr>
          <a:xfrm>
            <a:off x="653811" y="3165987"/>
            <a:ext cx="2189066" cy="835255"/>
            <a:chOff x="741363" y="1319784"/>
            <a:chExt cx="2189066" cy="835255"/>
          </a:xfrm>
        </p:grpSpPr>
        <p:sp>
          <p:nvSpPr>
            <p:cNvPr id="31" name="Text Placeholder 3"/>
            <p:cNvSpPr txBox="1">
              <a:spLocks/>
            </p:cNvSpPr>
            <p:nvPr/>
          </p:nvSpPr>
          <p:spPr>
            <a:xfrm>
              <a:off x="741363" y="1319784"/>
              <a:ext cx="971420" cy="21544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n-lt"/>
                  <a:ea typeface="+mn-ea"/>
                  <a:cs typeface="+mn-cs"/>
                </a:rPr>
                <a:t>NUMBER ONE</a:t>
              </a:r>
            </a:p>
          </p:txBody>
        </p:sp>
        <p:sp>
          <p:nvSpPr>
            <p:cNvPr id="32"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grpSp>
        <p:nvGrpSpPr>
          <p:cNvPr id="5" name="Group 33"/>
          <p:cNvGrpSpPr/>
          <p:nvPr/>
        </p:nvGrpSpPr>
        <p:grpSpPr>
          <a:xfrm>
            <a:off x="1066800" y="1285552"/>
            <a:ext cx="2189066" cy="819866"/>
            <a:chOff x="741363" y="1335173"/>
            <a:chExt cx="2189066" cy="819866"/>
          </a:xfrm>
        </p:grpSpPr>
        <p:sp>
          <p:nvSpPr>
            <p:cNvPr id="34" name="Text Placeholder 3"/>
            <p:cNvSpPr txBox="1">
              <a:spLocks/>
            </p:cNvSpPr>
            <p:nvPr/>
          </p:nvSpPr>
          <p:spPr>
            <a:xfrm>
              <a:off x="1409497" y="1335173"/>
              <a:ext cx="852798"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TWO</a:t>
              </a:r>
            </a:p>
          </p:txBody>
        </p:sp>
        <p:sp>
          <p:nvSpPr>
            <p:cNvPr id="35"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grpSp>
        <p:nvGrpSpPr>
          <p:cNvPr id="6" name="Group 37"/>
          <p:cNvGrpSpPr/>
          <p:nvPr/>
        </p:nvGrpSpPr>
        <p:grpSpPr>
          <a:xfrm>
            <a:off x="6343415" y="3205368"/>
            <a:ext cx="2189066" cy="819866"/>
            <a:chOff x="741363" y="1335173"/>
            <a:chExt cx="2189066" cy="819866"/>
          </a:xfrm>
        </p:grpSpPr>
        <p:sp>
          <p:nvSpPr>
            <p:cNvPr id="38" name="Text Placeholder 3"/>
            <p:cNvSpPr txBox="1">
              <a:spLocks/>
            </p:cNvSpPr>
            <p:nvPr/>
          </p:nvSpPr>
          <p:spPr>
            <a:xfrm>
              <a:off x="1952597" y="1335173"/>
              <a:ext cx="97783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39" name="Text Placeholder 3"/>
            <p:cNvSpPr txBox="1">
              <a:spLocks/>
            </p:cNvSpPr>
            <p:nvPr/>
          </p:nvSpPr>
          <p:spPr>
            <a:xfrm>
              <a:off x="741363" y="1539486"/>
              <a:ext cx="2189066" cy="615553"/>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000" dirty="0">
                  <a:solidFill>
                    <a:schemeClr val="tx1">
                      <a:lumMod val="65000"/>
                      <a:lumOff val="35000"/>
                    </a:schemeClr>
                  </a:solidFill>
                </a:rPr>
                <a:t>There are many variations of passages of Lorem Ipsum available, but the majority have suffered alteration in some injected humour slightly</a:t>
              </a:r>
            </a:p>
          </p:txBody>
        </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fltVal val="0"/>
                                          </p:val>
                                        </p:tav>
                                        <p:tav tm="100000">
                                          <p:val>
                                            <p:strVal val="#ppt_w"/>
                                          </p:val>
                                        </p:tav>
                                      </p:tavLst>
                                    </p:anim>
                                    <p:anim calcmode="lin" valueType="num">
                                      <p:cBhvr>
                                        <p:cTn id="20" dur="500" fill="hold"/>
                                        <p:tgtEl>
                                          <p:spTgt spid="14"/>
                                        </p:tgtEl>
                                        <p:attrNameLst>
                                          <p:attrName>ppt_h</p:attrName>
                                        </p:attrNameLst>
                                      </p:cBhvr>
                                      <p:tavLst>
                                        <p:tav tm="0">
                                          <p:val>
                                            <p:fltVal val="0"/>
                                          </p:val>
                                        </p:tav>
                                        <p:tav tm="100000">
                                          <p:val>
                                            <p:strVal val="#ppt_h"/>
                                          </p:val>
                                        </p:tav>
                                      </p:tavLst>
                                    </p:anim>
                                    <p:animEffect transition="in" filter="fade">
                                      <p:cBhvr>
                                        <p:cTn id="21" dur="500"/>
                                        <p:tgtEl>
                                          <p:spTgt spid="14"/>
                                        </p:tgtEl>
                                      </p:cBhvr>
                                    </p:animEffect>
                                  </p:childTnLst>
                                </p:cTn>
                              </p:par>
                            </p:childTnLst>
                          </p:cTn>
                        </p:par>
                        <p:par>
                          <p:cTn id="22" fill="hold">
                            <p:stCondLst>
                              <p:cond delay="1500"/>
                            </p:stCondLst>
                            <p:childTnLst>
                              <p:par>
                                <p:cTn id="23" presetID="22" presetClass="entr" presetSubtype="4" fill="hold" grpId="0" nodeType="afterEffect">
                                  <p:stCondLst>
                                    <p:cond delay="0"/>
                                  </p:stCondLst>
                                  <p:childTnLst>
                                    <p:set>
                                      <p:cBhvr>
                                        <p:cTn id="24" dur="1" fill="hold">
                                          <p:stCondLst>
                                            <p:cond delay="0"/>
                                          </p:stCondLst>
                                        </p:cTn>
                                        <p:tgtEl>
                                          <p:spTgt spid="27"/>
                                        </p:tgtEl>
                                        <p:attrNameLst>
                                          <p:attrName>style.visibility</p:attrName>
                                        </p:attrNameLst>
                                      </p:cBhvr>
                                      <p:to>
                                        <p:strVal val="visible"/>
                                      </p:to>
                                    </p:set>
                                    <p:animEffect transition="in" filter="wipe(down)">
                                      <p:cBhvr>
                                        <p:cTn id="25" dur="500"/>
                                        <p:tgtEl>
                                          <p:spTgt spid="27"/>
                                        </p:tgtEl>
                                      </p:cBhvr>
                                    </p:animEffect>
                                  </p:childTnLst>
                                </p:cTn>
                              </p:par>
                            </p:childTnLst>
                          </p:cTn>
                        </p:par>
                        <p:par>
                          <p:cTn id="26" fill="hold">
                            <p:stCondLst>
                              <p:cond delay="2000"/>
                            </p:stCondLst>
                            <p:childTnLst>
                              <p:par>
                                <p:cTn id="27" presetID="22" presetClass="entr" presetSubtype="4" fill="hold" grpId="0" nodeType="after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wipe(down)">
                                      <p:cBhvr>
                                        <p:cTn id="29" dur="500"/>
                                        <p:tgtEl>
                                          <p:spTgt spid="28"/>
                                        </p:tgtEl>
                                      </p:cBhvr>
                                    </p:animEffect>
                                  </p:childTnLst>
                                </p:cTn>
                              </p:par>
                            </p:childTnLst>
                          </p:cTn>
                        </p:par>
                        <p:par>
                          <p:cTn id="30" fill="hold">
                            <p:stCondLst>
                              <p:cond delay="2500"/>
                            </p:stCondLst>
                            <p:childTnLst>
                              <p:par>
                                <p:cTn id="31" presetID="16" presetClass="entr" presetSubtype="37" fill="hold" grpId="0" nodeType="after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barn(outVertical)">
                                      <p:cBhvr>
                                        <p:cTn id="33" dur="500"/>
                                        <p:tgtEl>
                                          <p:spTgt spid="29"/>
                                        </p:tgtEl>
                                      </p:cBhvr>
                                    </p:animEffect>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Effect transition="in" filter="fade">
                                      <p:cBhvr>
                                        <p:cTn id="39" dur="500"/>
                                        <p:tgtEl>
                                          <p:spTgt spid="19"/>
                                        </p:tgtEl>
                                      </p:cBhvr>
                                    </p:animEffect>
                                  </p:childTnLst>
                                </p:cTn>
                              </p:par>
                            </p:childTnLst>
                          </p:cTn>
                        </p:par>
                        <p:par>
                          <p:cTn id="40" fill="hold">
                            <p:stCondLst>
                              <p:cond delay="3500"/>
                            </p:stCondLst>
                            <p:childTnLst>
                              <p:par>
                                <p:cTn id="41" presetID="53" presetClass="entr" presetSubtype="0" fill="hold" nodeType="after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p:cTn id="43" dur="500" fill="hold"/>
                                        <p:tgtEl>
                                          <p:spTgt spid="2"/>
                                        </p:tgtEl>
                                        <p:attrNameLst>
                                          <p:attrName>ppt_w</p:attrName>
                                        </p:attrNameLst>
                                      </p:cBhvr>
                                      <p:tavLst>
                                        <p:tav tm="0">
                                          <p:val>
                                            <p:fltVal val="0"/>
                                          </p:val>
                                        </p:tav>
                                        <p:tav tm="100000">
                                          <p:val>
                                            <p:strVal val="#ppt_w"/>
                                          </p:val>
                                        </p:tav>
                                      </p:tavLst>
                                    </p:anim>
                                    <p:anim calcmode="lin" valueType="num">
                                      <p:cBhvr>
                                        <p:cTn id="44" dur="500" fill="hold"/>
                                        <p:tgtEl>
                                          <p:spTgt spid="2"/>
                                        </p:tgtEl>
                                        <p:attrNameLst>
                                          <p:attrName>ppt_h</p:attrName>
                                        </p:attrNameLst>
                                      </p:cBhvr>
                                      <p:tavLst>
                                        <p:tav tm="0">
                                          <p:val>
                                            <p:fltVal val="0"/>
                                          </p:val>
                                        </p:tav>
                                        <p:tav tm="100000">
                                          <p:val>
                                            <p:strVal val="#ppt_h"/>
                                          </p:val>
                                        </p:tav>
                                      </p:tavLst>
                                    </p:anim>
                                    <p:animEffect transition="in" filter="fade">
                                      <p:cBhvr>
                                        <p:cTn id="45" dur="500"/>
                                        <p:tgtEl>
                                          <p:spTgt spid="2"/>
                                        </p:tgtEl>
                                      </p:cBhvr>
                                    </p:animEffect>
                                  </p:childTnLst>
                                </p:cTn>
                              </p:par>
                            </p:childTnLst>
                          </p:cTn>
                        </p:par>
                        <p:par>
                          <p:cTn id="46" fill="hold">
                            <p:stCondLst>
                              <p:cond delay="4000"/>
                            </p:stCondLst>
                            <p:childTnLst>
                              <p:par>
                                <p:cTn id="47" presetID="53" presetClass="entr" presetSubtype="0" fill="hold" nodeType="after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p:cTn id="49" dur="500" fill="hold"/>
                                        <p:tgtEl>
                                          <p:spTgt spid="3"/>
                                        </p:tgtEl>
                                        <p:attrNameLst>
                                          <p:attrName>ppt_w</p:attrName>
                                        </p:attrNameLst>
                                      </p:cBhvr>
                                      <p:tavLst>
                                        <p:tav tm="0">
                                          <p:val>
                                            <p:fltVal val="0"/>
                                          </p:val>
                                        </p:tav>
                                        <p:tav tm="100000">
                                          <p:val>
                                            <p:strVal val="#ppt_w"/>
                                          </p:val>
                                        </p:tav>
                                      </p:tavLst>
                                    </p:anim>
                                    <p:anim calcmode="lin" valueType="num">
                                      <p:cBhvr>
                                        <p:cTn id="50" dur="500" fill="hold"/>
                                        <p:tgtEl>
                                          <p:spTgt spid="3"/>
                                        </p:tgtEl>
                                        <p:attrNameLst>
                                          <p:attrName>ppt_h</p:attrName>
                                        </p:attrNameLst>
                                      </p:cBhvr>
                                      <p:tavLst>
                                        <p:tav tm="0">
                                          <p:val>
                                            <p:fltVal val="0"/>
                                          </p:val>
                                        </p:tav>
                                        <p:tav tm="100000">
                                          <p:val>
                                            <p:strVal val="#ppt_h"/>
                                          </p:val>
                                        </p:tav>
                                      </p:tavLst>
                                    </p:anim>
                                    <p:animEffect transition="in" filter="fade">
                                      <p:cBhvr>
                                        <p:cTn id="51" dur="500"/>
                                        <p:tgtEl>
                                          <p:spTgt spid="3"/>
                                        </p:tgtEl>
                                      </p:cBhvr>
                                    </p:animEffect>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wipe(down)">
                                      <p:cBhvr>
                                        <p:cTn id="55" dur="500"/>
                                        <p:tgtEl>
                                          <p:spTgt spid="5"/>
                                        </p:tgtEl>
                                      </p:cBhvr>
                                    </p:animEffect>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wipe(left)">
                                      <p:cBhvr>
                                        <p:cTn id="59" dur="500"/>
                                        <p:tgtEl>
                                          <p:spTgt spid="4"/>
                                        </p:tgtEl>
                                      </p:cBhvr>
                                    </p:animEffect>
                                  </p:childTnLst>
                                </p:cTn>
                              </p:par>
                            </p:childTnLst>
                          </p:cTn>
                        </p:par>
                        <p:par>
                          <p:cTn id="60" fill="hold">
                            <p:stCondLst>
                              <p:cond delay="5500"/>
                            </p:stCondLst>
                            <p:childTnLst>
                              <p:par>
                                <p:cTn id="61" presetID="22" presetClass="entr" presetSubtype="2"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wipe(right)">
                                      <p:cBhvr>
                                        <p:cTn id="6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7" grpId="0" animBg="1"/>
      <p:bldP spid="28" grpId="0" animBg="1"/>
      <p:bldP spid="29"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Gear Flow Object</a:t>
            </a:r>
            <a:endParaRPr lang="en-US" dirty="0"/>
          </a:p>
        </p:txBody>
      </p:sp>
      <p:sp>
        <p:nvSpPr>
          <p:cNvPr id="4" name="Text Placeholder 3"/>
          <p:cNvSpPr>
            <a:spLocks noGrp="1"/>
          </p:cNvSpPr>
          <p:nvPr>
            <p:ph type="body" sz="half" idx="2"/>
          </p:nvPr>
        </p:nvSpPr>
        <p:spPr/>
        <p:txBody>
          <a:bodyPr/>
          <a:lstStyle/>
          <a:p>
            <a:r>
              <a:rPr lang="en-US"/>
              <a:t>Gear Flow Object</a:t>
            </a:r>
            <a:endParaRPr lang="en-US" dirty="0"/>
          </a:p>
        </p:txBody>
      </p:sp>
      <p:sp>
        <p:nvSpPr>
          <p:cNvPr id="27" name="Slide Number Placeholder 26"/>
          <p:cNvSpPr>
            <a:spLocks noGrp="1"/>
          </p:cNvSpPr>
          <p:nvPr>
            <p:ph type="sldNum" sz="quarter" idx="12"/>
          </p:nvPr>
        </p:nvSpPr>
        <p:spPr/>
        <p:txBody>
          <a:bodyPr/>
          <a:lstStyle/>
          <a:p>
            <a:fld id="{C136B7D2-B98C-44FD-8D04-7EC62A564975}" type="slidenum">
              <a:rPr lang="en-US" smtClean="0"/>
              <a:pPr/>
              <a:t>204</a:t>
            </a:fld>
            <a:endParaRPr lang="en-US" dirty="0"/>
          </a:p>
        </p:txBody>
      </p:sp>
      <p:grpSp>
        <p:nvGrpSpPr>
          <p:cNvPr id="3" name="Group 49"/>
          <p:cNvGrpSpPr/>
          <p:nvPr/>
        </p:nvGrpSpPr>
        <p:grpSpPr>
          <a:xfrm>
            <a:off x="793499" y="1263695"/>
            <a:ext cx="2228412" cy="2228408"/>
            <a:chOff x="953424" y="1486519"/>
            <a:chExt cx="2228412" cy="2228408"/>
          </a:xfrm>
          <a:solidFill>
            <a:schemeClr val="accent1"/>
          </a:solidFill>
        </p:grpSpPr>
        <p:sp>
          <p:nvSpPr>
            <p:cNvPr id="42" name="Freeform 41"/>
            <p:cNvSpPr/>
            <p:nvPr/>
          </p:nvSpPr>
          <p:spPr>
            <a:xfrm>
              <a:off x="953424" y="1486519"/>
              <a:ext cx="2228412" cy="2228408"/>
            </a:xfrm>
            <a:custGeom>
              <a:avLst/>
              <a:gdLst>
                <a:gd name="connsiteX0" fmla="*/ 1124074 w 1583637"/>
                <a:gd name="connsiteY0" fmla="*/ 252493 h 1583637"/>
                <a:gd name="connsiteX1" fmla="*/ 1247256 w 1583637"/>
                <a:gd name="connsiteY1" fmla="*/ 149126 h 1583637"/>
                <a:gd name="connsiteX2" fmla="*/ 1345663 w 1583637"/>
                <a:gd name="connsiteY2" fmla="*/ 231701 h 1583637"/>
                <a:gd name="connsiteX3" fmla="*/ 1265256 w 1583637"/>
                <a:gd name="connsiteY3" fmla="*/ 370961 h 1583637"/>
                <a:gd name="connsiteX4" fmla="*/ 1393012 w 1583637"/>
                <a:gd name="connsiteY4" fmla="*/ 592241 h 1583637"/>
                <a:gd name="connsiteX5" fmla="*/ 1553818 w 1583637"/>
                <a:gd name="connsiteY5" fmla="*/ 592237 h 1583637"/>
                <a:gd name="connsiteX6" fmla="*/ 1576125 w 1583637"/>
                <a:gd name="connsiteY6" fmla="*/ 718748 h 1583637"/>
                <a:gd name="connsiteX7" fmla="*/ 1425015 w 1583637"/>
                <a:gd name="connsiteY7" fmla="*/ 773743 h 1583637"/>
                <a:gd name="connsiteX8" fmla="*/ 1380646 w 1583637"/>
                <a:gd name="connsiteY8" fmla="*/ 1025372 h 1583637"/>
                <a:gd name="connsiteX9" fmla="*/ 1503833 w 1583637"/>
                <a:gd name="connsiteY9" fmla="*/ 1128733 h 1583637"/>
                <a:gd name="connsiteX10" fmla="*/ 1439602 w 1583637"/>
                <a:gd name="connsiteY10" fmla="*/ 1239984 h 1583637"/>
                <a:gd name="connsiteX11" fmla="*/ 1288495 w 1583637"/>
                <a:gd name="connsiteY11" fmla="*/ 1184982 h 1583637"/>
                <a:gd name="connsiteX12" fmla="*/ 1092761 w 1583637"/>
                <a:gd name="connsiteY12" fmla="*/ 1349222 h 1583637"/>
                <a:gd name="connsiteX13" fmla="*/ 1120689 w 1583637"/>
                <a:gd name="connsiteY13" fmla="*/ 1507584 h 1583637"/>
                <a:gd name="connsiteX14" fmla="*/ 999974 w 1583637"/>
                <a:gd name="connsiteY14" fmla="*/ 1551521 h 1583637"/>
                <a:gd name="connsiteX15" fmla="*/ 919574 w 1583637"/>
                <a:gd name="connsiteY15" fmla="*/ 1412257 h 1583637"/>
                <a:gd name="connsiteX16" fmla="*/ 664062 w 1583637"/>
                <a:gd name="connsiteY16" fmla="*/ 1412257 h 1583637"/>
                <a:gd name="connsiteX17" fmla="*/ 583663 w 1583637"/>
                <a:gd name="connsiteY17" fmla="*/ 1551521 h 1583637"/>
                <a:gd name="connsiteX18" fmla="*/ 462948 w 1583637"/>
                <a:gd name="connsiteY18" fmla="*/ 1507584 h 1583637"/>
                <a:gd name="connsiteX19" fmla="*/ 490876 w 1583637"/>
                <a:gd name="connsiteY19" fmla="*/ 1349222 h 1583637"/>
                <a:gd name="connsiteX20" fmla="*/ 295142 w 1583637"/>
                <a:gd name="connsiteY20" fmla="*/ 1184981 h 1583637"/>
                <a:gd name="connsiteX21" fmla="*/ 144035 w 1583637"/>
                <a:gd name="connsiteY21" fmla="*/ 1239984 h 1583637"/>
                <a:gd name="connsiteX22" fmla="*/ 79804 w 1583637"/>
                <a:gd name="connsiteY22" fmla="*/ 1128733 h 1583637"/>
                <a:gd name="connsiteX23" fmla="*/ 202991 w 1583637"/>
                <a:gd name="connsiteY23" fmla="*/ 1025372 h 1583637"/>
                <a:gd name="connsiteX24" fmla="*/ 158622 w 1583637"/>
                <a:gd name="connsiteY24" fmla="*/ 773743 h 1583637"/>
                <a:gd name="connsiteX25" fmla="*/ 7512 w 1583637"/>
                <a:gd name="connsiteY25" fmla="*/ 718748 h 1583637"/>
                <a:gd name="connsiteX26" fmla="*/ 29819 w 1583637"/>
                <a:gd name="connsiteY26" fmla="*/ 592237 h 1583637"/>
                <a:gd name="connsiteX27" fmla="*/ 190625 w 1583637"/>
                <a:gd name="connsiteY27" fmla="*/ 592241 h 1583637"/>
                <a:gd name="connsiteX28" fmla="*/ 318381 w 1583637"/>
                <a:gd name="connsiteY28" fmla="*/ 370961 h 1583637"/>
                <a:gd name="connsiteX29" fmla="*/ 237974 w 1583637"/>
                <a:gd name="connsiteY29" fmla="*/ 231701 h 1583637"/>
                <a:gd name="connsiteX30" fmla="*/ 336381 w 1583637"/>
                <a:gd name="connsiteY30" fmla="*/ 149126 h 1583637"/>
                <a:gd name="connsiteX31" fmla="*/ 459563 w 1583637"/>
                <a:gd name="connsiteY31" fmla="*/ 252493 h 1583637"/>
                <a:gd name="connsiteX32" fmla="*/ 699666 w 1583637"/>
                <a:gd name="connsiteY32" fmla="*/ 165103 h 1583637"/>
                <a:gd name="connsiteX33" fmla="*/ 727586 w 1583637"/>
                <a:gd name="connsiteY33" fmla="*/ 6739 h 1583637"/>
                <a:gd name="connsiteX34" fmla="*/ 856051 w 1583637"/>
                <a:gd name="connsiteY34" fmla="*/ 6739 h 1583637"/>
                <a:gd name="connsiteX35" fmla="*/ 883970 w 1583637"/>
                <a:gd name="connsiteY35" fmla="*/ 165102 h 1583637"/>
                <a:gd name="connsiteX36" fmla="*/ 1124073 w 1583637"/>
                <a:gd name="connsiteY36" fmla="*/ 252493 h 1583637"/>
                <a:gd name="connsiteX37" fmla="*/ 1124074 w 1583637"/>
                <a:gd name="connsiteY37" fmla="*/ 252493 h 158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83637" h="1583637">
                  <a:moveTo>
                    <a:pt x="1124074" y="252493"/>
                  </a:moveTo>
                  <a:lnTo>
                    <a:pt x="1247256" y="149126"/>
                  </a:lnTo>
                  <a:lnTo>
                    <a:pt x="1345663" y="231701"/>
                  </a:lnTo>
                  <a:lnTo>
                    <a:pt x="1265256" y="370961"/>
                  </a:lnTo>
                  <a:cubicBezTo>
                    <a:pt x="1322430" y="435278"/>
                    <a:pt x="1365899" y="510569"/>
                    <a:pt x="1393012" y="592241"/>
                  </a:cubicBezTo>
                  <a:lnTo>
                    <a:pt x="1553818" y="592237"/>
                  </a:lnTo>
                  <a:lnTo>
                    <a:pt x="1576125" y="718748"/>
                  </a:lnTo>
                  <a:lnTo>
                    <a:pt x="1425015" y="773743"/>
                  </a:lnTo>
                  <a:cubicBezTo>
                    <a:pt x="1427471" y="859762"/>
                    <a:pt x="1412374" y="945380"/>
                    <a:pt x="1380646" y="1025372"/>
                  </a:cubicBezTo>
                  <a:lnTo>
                    <a:pt x="1503833" y="1128733"/>
                  </a:lnTo>
                  <a:lnTo>
                    <a:pt x="1439602" y="1239984"/>
                  </a:lnTo>
                  <a:lnTo>
                    <a:pt x="1288495" y="1184982"/>
                  </a:lnTo>
                  <a:cubicBezTo>
                    <a:pt x="1235084" y="1252456"/>
                    <a:pt x="1168484" y="1308339"/>
                    <a:pt x="1092761" y="1349222"/>
                  </a:cubicBezTo>
                  <a:lnTo>
                    <a:pt x="1120689" y="1507584"/>
                  </a:lnTo>
                  <a:lnTo>
                    <a:pt x="999974" y="1551521"/>
                  </a:lnTo>
                  <a:lnTo>
                    <a:pt x="919574" y="1412257"/>
                  </a:lnTo>
                  <a:cubicBezTo>
                    <a:pt x="835287" y="1429613"/>
                    <a:pt x="748348" y="1429613"/>
                    <a:pt x="664062" y="1412257"/>
                  </a:cubicBezTo>
                  <a:lnTo>
                    <a:pt x="583663" y="1551521"/>
                  </a:lnTo>
                  <a:lnTo>
                    <a:pt x="462948" y="1507584"/>
                  </a:lnTo>
                  <a:lnTo>
                    <a:pt x="490876" y="1349222"/>
                  </a:lnTo>
                  <a:cubicBezTo>
                    <a:pt x="415153" y="1308339"/>
                    <a:pt x="348553" y="1252455"/>
                    <a:pt x="295142" y="1184981"/>
                  </a:cubicBezTo>
                  <a:lnTo>
                    <a:pt x="144035" y="1239984"/>
                  </a:lnTo>
                  <a:lnTo>
                    <a:pt x="79804" y="1128733"/>
                  </a:lnTo>
                  <a:lnTo>
                    <a:pt x="202991" y="1025372"/>
                  </a:lnTo>
                  <a:cubicBezTo>
                    <a:pt x="171263" y="945380"/>
                    <a:pt x="156166" y="859762"/>
                    <a:pt x="158622" y="773743"/>
                  </a:cubicBezTo>
                  <a:lnTo>
                    <a:pt x="7512" y="718748"/>
                  </a:lnTo>
                  <a:lnTo>
                    <a:pt x="29819" y="592237"/>
                  </a:lnTo>
                  <a:lnTo>
                    <a:pt x="190625" y="592241"/>
                  </a:lnTo>
                  <a:cubicBezTo>
                    <a:pt x="217738" y="510569"/>
                    <a:pt x="261208" y="435277"/>
                    <a:pt x="318381" y="370961"/>
                  </a:cubicBezTo>
                  <a:lnTo>
                    <a:pt x="237974" y="231701"/>
                  </a:lnTo>
                  <a:lnTo>
                    <a:pt x="336381" y="149126"/>
                  </a:lnTo>
                  <a:lnTo>
                    <a:pt x="459563" y="252493"/>
                  </a:lnTo>
                  <a:cubicBezTo>
                    <a:pt x="532831" y="207356"/>
                    <a:pt x="614527" y="177621"/>
                    <a:pt x="699666" y="165103"/>
                  </a:cubicBezTo>
                  <a:lnTo>
                    <a:pt x="727586" y="6739"/>
                  </a:lnTo>
                  <a:lnTo>
                    <a:pt x="856051" y="6739"/>
                  </a:lnTo>
                  <a:lnTo>
                    <a:pt x="883970" y="165102"/>
                  </a:lnTo>
                  <a:cubicBezTo>
                    <a:pt x="969110" y="177621"/>
                    <a:pt x="1050806" y="207356"/>
                    <a:pt x="1124073" y="252493"/>
                  </a:cubicBezTo>
                  <a:lnTo>
                    <a:pt x="1124074" y="252493"/>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6481" tIns="548640" rIns="356481" bIns="436755"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49" name="Oval 48"/>
            <p:cNvSpPr/>
            <p:nvPr/>
          </p:nvSpPr>
          <p:spPr>
            <a:xfrm>
              <a:off x="1376346" y="1909439"/>
              <a:ext cx="1382568" cy="1382568"/>
            </a:xfrm>
            <a:prstGeom prst="ellipse">
              <a:avLst/>
            </a:prstGeom>
            <a:grp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grpSp>
        <p:nvGrpSpPr>
          <p:cNvPr id="5" name="Group 50"/>
          <p:cNvGrpSpPr/>
          <p:nvPr/>
        </p:nvGrpSpPr>
        <p:grpSpPr>
          <a:xfrm>
            <a:off x="3001050" y="1311438"/>
            <a:ext cx="1546429" cy="1546426"/>
            <a:chOff x="953424" y="1486519"/>
            <a:chExt cx="2228412" cy="2228408"/>
          </a:xfrm>
          <a:solidFill>
            <a:schemeClr val="accent2"/>
          </a:solidFill>
        </p:grpSpPr>
        <p:sp>
          <p:nvSpPr>
            <p:cNvPr id="52" name="Freeform 51"/>
            <p:cNvSpPr/>
            <p:nvPr/>
          </p:nvSpPr>
          <p:spPr>
            <a:xfrm>
              <a:off x="953424" y="1486519"/>
              <a:ext cx="2228412" cy="2228408"/>
            </a:xfrm>
            <a:custGeom>
              <a:avLst/>
              <a:gdLst>
                <a:gd name="connsiteX0" fmla="*/ 1124074 w 1583637"/>
                <a:gd name="connsiteY0" fmla="*/ 252493 h 1583637"/>
                <a:gd name="connsiteX1" fmla="*/ 1247256 w 1583637"/>
                <a:gd name="connsiteY1" fmla="*/ 149126 h 1583637"/>
                <a:gd name="connsiteX2" fmla="*/ 1345663 w 1583637"/>
                <a:gd name="connsiteY2" fmla="*/ 231701 h 1583637"/>
                <a:gd name="connsiteX3" fmla="*/ 1265256 w 1583637"/>
                <a:gd name="connsiteY3" fmla="*/ 370961 h 1583637"/>
                <a:gd name="connsiteX4" fmla="*/ 1393012 w 1583637"/>
                <a:gd name="connsiteY4" fmla="*/ 592241 h 1583637"/>
                <a:gd name="connsiteX5" fmla="*/ 1553818 w 1583637"/>
                <a:gd name="connsiteY5" fmla="*/ 592237 h 1583637"/>
                <a:gd name="connsiteX6" fmla="*/ 1576125 w 1583637"/>
                <a:gd name="connsiteY6" fmla="*/ 718748 h 1583637"/>
                <a:gd name="connsiteX7" fmla="*/ 1425015 w 1583637"/>
                <a:gd name="connsiteY7" fmla="*/ 773743 h 1583637"/>
                <a:gd name="connsiteX8" fmla="*/ 1380646 w 1583637"/>
                <a:gd name="connsiteY8" fmla="*/ 1025372 h 1583637"/>
                <a:gd name="connsiteX9" fmla="*/ 1503833 w 1583637"/>
                <a:gd name="connsiteY9" fmla="*/ 1128733 h 1583637"/>
                <a:gd name="connsiteX10" fmla="*/ 1439602 w 1583637"/>
                <a:gd name="connsiteY10" fmla="*/ 1239984 h 1583637"/>
                <a:gd name="connsiteX11" fmla="*/ 1288495 w 1583637"/>
                <a:gd name="connsiteY11" fmla="*/ 1184982 h 1583637"/>
                <a:gd name="connsiteX12" fmla="*/ 1092761 w 1583637"/>
                <a:gd name="connsiteY12" fmla="*/ 1349222 h 1583637"/>
                <a:gd name="connsiteX13" fmla="*/ 1120689 w 1583637"/>
                <a:gd name="connsiteY13" fmla="*/ 1507584 h 1583637"/>
                <a:gd name="connsiteX14" fmla="*/ 999974 w 1583637"/>
                <a:gd name="connsiteY14" fmla="*/ 1551521 h 1583637"/>
                <a:gd name="connsiteX15" fmla="*/ 919574 w 1583637"/>
                <a:gd name="connsiteY15" fmla="*/ 1412257 h 1583637"/>
                <a:gd name="connsiteX16" fmla="*/ 664062 w 1583637"/>
                <a:gd name="connsiteY16" fmla="*/ 1412257 h 1583637"/>
                <a:gd name="connsiteX17" fmla="*/ 583663 w 1583637"/>
                <a:gd name="connsiteY17" fmla="*/ 1551521 h 1583637"/>
                <a:gd name="connsiteX18" fmla="*/ 462948 w 1583637"/>
                <a:gd name="connsiteY18" fmla="*/ 1507584 h 1583637"/>
                <a:gd name="connsiteX19" fmla="*/ 490876 w 1583637"/>
                <a:gd name="connsiteY19" fmla="*/ 1349222 h 1583637"/>
                <a:gd name="connsiteX20" fmla="*/ 295142 w 1583637"/>
                <a:gd name="connsiteY20" fmla="*/ 1184981 h 1583637"/>
                <a:gd name="connsiteX21" fmla="*/ 144035 w 1583637"/>
                <a:gd name="connsiteY21" fmla="*/ 1239984 h 1583637"/>
                <a:gd name="connsiteX22" fmla="*/ 79804 w 1583637"/>
                <a:gd name="connsiteY22" fmla="*/ 1128733 h 1583637"/>
                <a:gd name="connsiteX23" fmla="*/ 202991 w 1583637"/>
                <a:gd name="connsiteY23" fmla="*/ 1025372 h 1583637"/>
                <a:gd name="connsiteX24" fmla="*/ 158622 w 1583637"/>
                <a:gd name="connsiteY24" fmla="*/ 773743 h 1583637"/>
                <a:gd name="connsiteX25" fmla="*/ 7512 w 1583637"/>
                <a:gd name="connsiteY25" fmla="*/ 718748 h 1583637"/>
                <a:gd name="connsiteX26" fmla="*/ 29819 w 1583637"/>
                <a:gd name="connsiteY26" fmla="*/ 592237 h 1583637"/>
                <a:gd name="connsiteX27" fmla="*/ 190625 w 1583637"/>
                <a:gd name="connsiteY27" fmla="*/ 592241 h 1583637"/>
                <a:gd name="connsiteX28" fmla="*/ 318381 w 1583637"/>
                <a:gd name="connsiteY28" fmla="*/ 370961 h 1583637"/>
                <a:gd name="connsiteX29" fmla="*/ 237974 w 1583637"/>
                <a:gd name="connsiteY29" fmla="*/ 231701 h 1583637"/>
                <a:gd name="connsiteX30" fmla="*/ 336381 w 1583637"/>
                <a:gd name="connsiteY30" fmla="*/ 149126 h 1583637"/>
                <a:gd name="connsiteX31" fmla="*/ 459563 w 1583637"/>
                <a:gd name="connsiteY31" fmla="*/ 252493 h 1583637"/>
                <a:gd name="connsiteX32" fmla="*/ 699666 w 1583637"/>
                <a:gd name="connsiteY32" fmla="*/ 165103 h 1583637"/>
                <a:gd name="connsiteX33" fmla="*/ 727586 w 1583637"/>
                <a:gd name="connsiteY33" fmla="*/ 6739 h 1583637"/>
                <a:gd name="connsiteX34" fmla="*/ 856051 w 1583637"/>
                <a:gd name="connsiteY34" fmla="*/ 6739 h 1583637"/>
                <a:gd name="connsiteX35" fmla="*/ 883970 w 1583637"/>
                <a:gd name="connsiteY35" fmla="*/ 165102 h 1583637"/>
                <a:gd name="connsiteX36" fmla="*/ 1124073 w 1583637"/>
                <a:gd name="connsiteY36" fmla="*/ 252493 h 1583637"/>
                <a:gd name="connsiteX37" fmla="*/ 1124074 w 1583637"/>
                <a:gd name="connsiteY37" fmla="*/ 252493 h 158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83637" h="1583637">
                  <a:moveTo>
                    <a:pt x="1124074" y="252493"/>
                  </a:moveTo>
                  <a:lnTo>
                    <a:pt x="1247256" y="149126"/>
                  </a:lnTo>
                  <a:lnTo>
                    <a:pt x="1345663" y="231701"/>
                  </a:lnTo>
                  <a:lnTo>
                    <a:pt x="1265256" y="370961"/>
                  </a:lnTo>
                  <a:cubicBezTo>
                    <a:pt x="1322430" y="435278"/>
                    <a:pt x="1365899" y="510569"/>
                    <a:pt x="1393012" y="592241"/>
                  </a:cubicBezTo>
                  <a:lnTo>
                    <a:pt x="1553818" y="592237"/>
                  </a:lnTo>
                  <a:lnTo>
                    <a:pt x="1576125" y="718748"/>
                  </a:lnTo>
                  <a:lnTo>
                    <a:pt x="1425015" y="773743"/>
                  </a:lnTo>
                  <a:cubicBezTo>
                    <a:pt x="1427471" y="859762"/>
                    <a:pt x="1412374" y="945380"/>
                    <a:pt x="1380646" y="1025372"/>
                  </a:cubicBezTo>
                  <a:lnTo>
                    <a:pt x="1503833" y="1128733"/>
                  </a:lnTo>
                  <a:lnTo>
                    <a:pt x="1439602" y="1239984"/>
                  </a:lnTo>
                  <a:lnTo>
                    <a:pt x="1288495" y="1184982"/>
                  </a:lnTo>
                  <a:cubicBezTo>
                    <a:pt x="1235084" y="1252456"/>
                    <a:pt x="1168484" y="1308339"/>
                    <a:pt x="1092761" y="1349222"/>
                  </a:cubicBezTo>
                  <a:lnTo>
                    <a:pt x="1120689" y="1507584"/>
                  </a:lnTo>
                  <a:lnTo>
                    <a:pt x="999974" y="1551521"/>
                  </a:lnTo>
                  <a:lnTo>
                    <a:pt x="919574" y="1412257"/>
                  </a:lnTo>
                  <a:cubicBezTo>
                    <a:pt x="835287" y="1429613"/>
                    <a:pt x="748348" y="1429613"/>
                    <a:pt x="664062" y="1412257"/>
                  </a:cubicBezTo>
                  <a:lnTo>
                    <a:pt x="583663" y="1551521"/>
                  </a:lnTo>
                  <a:lnTo>
                    <a:pt x="462948" y="1507584"/>
                  </a:lnTo>
                  <a:lnTo>
                    <a:pt x="490876" y="1349222"/>
                  </a:lnTo>
                  <a:cubicBezTo>
                    <a:pt x="415153" y="1308339"/>
                    <a:pt x="348553" y="1252455"/>
                    <a:pt x="295142" y="1184981"/>
                  </a:cubicBezTo>
                  <a:lnTo>
                    <a:pt x="144035" y="1239984"/>
                  </a:lnTo>
                  <a:lnTo>
                    <a:pt x="79804" y="1128733"/>
                  </a:lnTo>
                  <a:lnTo>
                    <a:pt x="202991" y="1025372"/>
                  </a:lnTo>
                  <a:cubicBezTo>
                    <a:pt x="171263" y="945380"/>
                    <a:pt x="156166" y="859762"/>
                    <a:pt x="158622" y="773743"/>
                  </a:cubicBezTo>
                  <a:lnTo>
                    <a:pt x="7512" y="718748"/>
                  </a:lnTo>
                  <a:lnTo>
                    <a:pt x="29819" y="592237"/>
                  </a:lnTo>
                  <a:lnTo>
                    <a:pt x="190625" y="592241"/>
                  </a:lnTo>
                  <a:cubicBezTo>
                    <a:pt x="217738" y="510569"/>
                    <a:pt x="261208" y="435277"/>
                    <a:pt x="318381" y="370961"/>
                  </a:cubicBezTo>
                  <a:lnTo>
                    <a:pt x="237974" y="231701"/>
                  </a:lnTo>
                  <a:lnTo>
                    <a:pt x="336381" y="149126"/>
                  </a:lnTo>
                  <a:lnTo>
                    <a:pt x="459563" y="252493"/>
                  </a:lnTo>
                  <a:cubicBezTo>
                    <a:pt x="532831" y="207356"/>
                    <a:pt x="614527" y="177621"/>
                    <a:pt x="699666" y="165103"/>
                  </a:cubicBezTo>
                  <a:lnTo>
                    <a:pt x="727586" y="6739"/>
                  </a:lnTo>
                  <a:lnTo>
                    <a:pt x="856051" y="6739"/>
                  </a:lnTo>
                  <a:lnTo>
                    <a:pt x="883970" y="165102"/>
                  </a:lnTo>
                  <a:cubicBezTo>
                    <a:pt x="969110" y="177621"/>
                    <a:pt x="1050806" y="207356"/>
                    <a:pt x="1124073" y="252493"/>
                  </a:cubicBezTo>
                  <a:lnTo>
                    <a:pt x="1124074" y="252493"/>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6481" tIns="548640" rIns="356481" bIns="436755"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53" name="Oval 52"/>
            <p:cNvSpPr/>
            <p:nvPr/>
          </p:nvSpPr>
          <p:spPr>
            <a:xfrm>
              <a:off x="1376346" y="1909439"/>
              <a:ext cx="1382568" cy="1382568"/>
            </a:xfrm>
            <a:prstGeom prst="ellipse">
              <a:avLst/>
            </a:prstGeom>
            <a:grp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grpSp>
      <p:grpSp>
        <p:nvGrpSpPr>
          <p:cNvPr id="6" name="Group 53"/>
          <p:cNvGrpSpPr/>
          <p:nvPr/>
        </p:nvGrpSpPr>
        <p:grpSpPr>
          <a:xfrm>
            <a:off x="4471387" y="1263695"/>
            <a:ext cx="2228412" cy="2228408"/>
            <a:chOff x="953424" y="1486519"/>
            <a:chExt cx="2228412" cy="2228408"/>
          </a:xfrm>
          <a:solidFill>
            <a:schemeClr val="accent3"/>
          </a:solidFill>
        </p:grpSpPr>
        <p:sp>
          <p:nvSpPr>
            <p:cNvPr id="55" name="Freeform 54"/>
            <p:cNvSpPr/>
            <p:nvPr/>
          </p:nvSpPr>
          <p:spPr>
            <a:xfrm>
              <a:off x="953424" y="1486519"/>
              <a:ext cx="2228412" cy="2228408"/>
            </a:xfrm>
            <a:custGeom>
              <a:avLst/>
              <a:gdLst>
                <a:gd name="connsiteX0" fmla="*/ 1124074 w 1583637"/>
                <a:gd name="connsiteY0" fmla="*/ 252493 h 1583637"/>
                <a:gd name="connsiteX1" fmla="*/ 1247256 w 1583637"/>
                <a:gd name="connsiteY1" fmla="*/ 149126 h 1583637"/>
                <a:gd name="connsiteX2" fmla="*/ 1345663 w 1583637"/>
                <a:gd name="connsiteY2" fmla="*/ 231701 h 1583637"/>
                <a:gd name="connsiteX3" fmla="*/ 1265256 w 1583637"/>
                <a:gd name="connsiteY3" fmla="*/ 370961 h 1583637"/>
                <a:gd name="connsiteX4" fmla="*/ 1393012 w 1583637"/>
                <a:gd name="connsiteY4" fmla="*/ 592241 h 1583637"/>
                <a:gd name="connsiteX5" fmla="*/ 1553818 w 1583637"/>
                <a:gd name="connsiteY5" fmla="*/ 592237 h 1583637"/>
                <a:gd name="connsiteX6" fmla="*/ 1576125 w 1583637"/>
                <a:gd name="connsiteY6" fmla="*/ 718748 h 1583637"/>
                <a:gd name="connsiteX7" fmla="*/ 1425015 w 1583637"/>
                <a:gd name="connsiteY7" fmla="*/ 773743 h 1583637"/>
                <a:gd name="connsiteX8" fmla="*/ 1380646 w 1583637"/>
                <a:gd name="connsiteY8" fmla="*/ 1025372 h 1583637"/>
                <a:gd name="connsiteX9" fmla="*/ 1503833 w 1583637"/>
                <a:gd name="connsiteY9" fmla="*/ 1128733 h 1583637"/>
                <a:gd name="connsiteX10" fmla="*/ 1439602 w 1583637"/>
                <a:gd name="connsiteY10" fmla="*/ 1239984 h 1583637"/>
                <a:gd name="connsiteX11" fmla="*/ 1288495 w 1583637"/>
                <a:gd name="connsiteY11" fmla="*/ 1184982 h 1583637"/>
                <a:gd name="connsiteX12" fmla="*/ 1092761 w 1583637"/>
                <a:gd name="connsiteY12" fmla="*/ 1349222 h 1583637"/>
                <a:gd name="connsiteX13" fmla="*/ 1120689 w 1583637"/>
                <a:gd name="connsiteY13" fmla="*/ 1507584 h 1583637"/>
                <a:gd name="connsiteX14" fmla="*/ 999974 w 1583637"/>
                <a:gd name="connsiteY14" fmla="*/ 1551521 h 1583637"/>
                <a:gd name="connsiteX15" fmla="*/ 919574 w 1583637"/>
                <a:gd name="connsiteY15" fmla="*/ 1412257 h 1583637"/>
                <a:gd name="connsiteX16" fmla="*/ 664062 w 1583637"/>
                <a:gd name="connsiteY16" fmla="*/ 1412257 h 1583637"/>
                <a:gd name="connsiteX17" fmla="*/ 583663 w 1583637"/>
                <a:gd name="connsiteY17" fmla="*/ 1551521 h 1583637"/>
                <a:gd name="connsiteX18" fmla="*/ 462948 w 1583637"/>
                <a:gd name="connsiteY18" fmla="*/ 1507584 h 1583637"/>
                <a:gd name="connsiteX19" fmla="*/ 490876 w 1583637"/>
                <a:gd name="connsiteY19" fmla="*/ 1349222 h 1583637"/>
                <a:gd name="connsiteX20" fmla="*/ 295142 w 1583637"/>
                <a:gd name="connsiteY20" fmla="*/ 1184981 h 1583637"/>
                <a:gd name="connsiteX21" fmla="*/ 144035 w 1583637"/>
                <a:gd name="connsiteY21" fmla="*/ 1239984 h 1583637"/>
                <a:gd name="connsiteX22" fmla="*/ 79804 w 1583637"/>
                <a:gd name="connsiteY22" fmla="*/ 1128733 h 1583637"/>
                <a:gd name="connsiteX23" fmla="*/ 202991 w 1583637"/>
                <a:gd name="connsiteY23" fmla="*/ 1025372 h 1583637"/>
                <a:gd name="connsiteX24" fmla="*/ 158622 w 1583637"/>
                <a:gd name="connsiteY24" fmla="*/ 773743 h 1583637"/>
                <a:gd name="connsiteX25" fmla="*/ 7512 w 1583637"/>
                <a:gd name="connsiteY25" fmla="*/ 718748 h 1583637"/>
                <a:gd name="connsiteX26" fmla="*/ 29819 w 1583637"/>
                <a:gd name="connsiteY26" fmla="*/ 592237 h 1583637"/>
                <a:gd name="connsiteX27" fmla="*/ 190625 w 1583637"/>
                <a:gd name="connsiteY27" fmla="*/ 592241 h 1583637"/>
                <a:gd name="connsiteX28" fmla="*/ 318381 w 1583637"/>
                <a:gd name="connsiteY28" fmla="*/ 370961 h 1583637"/>
                <a:gd name="connsiteX29" fmla="*/ 237974 w 1583637"/>
                <a:gd name="connsiteY29" fmla="*/ 231701 h 1583637"/>
                <a:gd name="connsiteX30" fmla="*/ 336381 w 1583637"/>
                <a:gd name="connsiteY30" fmla="*/ 149126 h 1583637"/>
                <a:gd name="connsiteX31" fmla="*/ 459563 w 1583637"/>
                <a:gd name="connsiteY31" fmla="*/ 252493 h 1583637"/>
                <a:gd name="connsiteX32" fmla="*/ 699666 w 1583637"/>
                <a:gd name="connsiteY32" fmla="*/ 165103 h 1583637"/>
                <a:gd name="connsiteX33" fmla="*/ 727586 w 1583637"/>
                <a:gd name="connsiteY33" fmla="*/ 6739 h 1583637"/>
                <a:gd name="connsiteX34" fmla="*/ 856051 w 1583637"/>
                <a:gd name="connsiteY34" fmla="*/ 6739 h 1583637"/>
                <a:gd name="connsiteX35" fmla="*/ 883970 w 1583637"/>
                <a:gd name="connsiteY35" fmla="*/ 165102 h 1583637"/>
                <a:gd name="connsiteX36" fmla="*/ 1124073 w 1583637"/>
                <a:gd name="connsiteY36" fmla="*/ 252493 h 1583637"/>
                <a:gd name="connsiteX37" fmla="*/ 1124074 w 1583637"/>
                <a:gd name="connsiteY37" fmla="*/ 252493 h 158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83637" h="1583637">
                  <a:moveTo>
                    <a:pt x="1124074" y="252493"/>
                  </a:moveTo>
                  <a:lnTo>
                    <a:pt x="1247256" y="149126"/>
                  </a:lnTo>
                  <a:lnTo>
                    <a:pt x="1345663" y="231701"/>
                  </a:lnTo>
                  <a:lnTo>
                    <a:pt x="1265256" y="370961"/>
                  </a:lnTo>
                  <a:cubicBezTo>
                    <a:pt x="1322430" y="435278"/>
                    <a:pt x="1365899" y="510569"/>
                    <a:pt x="1393012" y="592241"/>
                  </a:cubicBezTo>
                  <a:lnTo>
                    <a:pt x="1553818" y="592237"/>
                  </a:lnTo>
                  <a:lnTo>
                    <a:pt x="1576125" y="718748"/>
                  </a:lnTo>
                  <a:lnTo>
                    <a:pt x="1425015" y="773743"/>
                  </a:lnTo>
                  <a:cubicBezTo>
                    <a:pt x="1427471" y="859762"/>
                    <a:pt x="1412374" y="945380"/>
                    <a:pt x="1380646" y="1025372"/>
                  </a:cubicBezTo>
                  <a:lnTo>
                    <a:pt x="1503833" y="1128733"/>
                  </a:lnTo>
                  <a:lnTo>
                    <a:pt x="1439602" y="1239984"/>
                  </a:lnTo>
                  <a:lnTo>
                    <a:pt x="1288495" y="1184982"/>
                  </a:lnTo>
                  <a:cubicBezTo>
                    <a:pt x="1235084" y="1252456"/>
                    <a:pt x="1168484" y="1308339"/>
                    <a:pt x="1092761" y="1349222"/>
                  </a:cubicBezTo>
                  <a:lnTo>
                    <a:pt x="1120689" y="1507584"/>
                  </a:lnTo>
                  <a:lnTo>
                    <a:pt x="999974" y="1551521"/>
                  </a:lnTo>
                  <a:lnTo>
                    <a:pt x="919574" y="1412257"/>
                  </a:lnTo>
                  <a:cubicBezTo>
                    <a:pt x="835287" y="1429613"/>
                    <a:pt x="748348" y="1429613"/>
                    <a:pt x="664062" y="1412257"/>
                  </a:cubicBezTo>
                  <a:lnTo>
                    <a:pt x="583663" y="1551521"/>
                  </a:lnTo>
                  <a:lnTo>
                    <a:pt x="462948" y="1507584"/>
                  </a:lnTo>
                  <a:lnTo>
                    <a:pt x="490876" y="1349222"/>
                  </a:lnTo>
                  <a:cubicBezTo>
                    <a:pt x="415153" y="1308339"/>
                    <a:pt x="348553" y="1252455"/>
                    <a:pt x="295142" y="1184981"/>
                  </a:cubicBezTo>
                  <a:lnTo>
                    <a:pt x="144035" y="1239984"/>
                  </a:lnTo>
                  <a:lnTo>
                    <a:pt x="79804" y="1128733"/>
                  </a:lnTo>
                  <a:lnTo>
                    <a:pt x="202991" y="1025372"/>
                  </a:lnTo>
                  <a:cubicBezTo>
                    <a:pt x="171263" y="945380"/>
                    <a:pt x="156166" y="859762"/>
                    <a:pt x="158622" y="773743"/>
                  </a:cubicBezTo>
                  <a:lnTo>
                    <a:pt x="7512" y="718748"/>
                  </a:lnTo>
                  <a:lnTo>
                    <a:pt x="29819" y="592237"/>
                  </a:lnTo>
                  <a:lnTo>
                    <a:pt x="190625" y="592241"/>
                  </a:lnTo>
                  <a:cubicBezTo>
                    <a:pt x="217738" y="510569"/>
                    <a:pt x="261208" y="435277"/>
                    <a:pt x="318381" y="370961"/>
                  </a:cubicBezTo>
                  <a:lnTo>
                    <a:pt x="237974" y="231701"/>
                  </a:lnTo>
                  <a:lnTo>
                    <a:pt x="336381" y="149126"/>
                  </a:lnTo>
                  <a:lnTo>
                    <a:pt x="459563" y="252493"/>
                  </a:lnTo>
                  <a:cubicBezTo>
                    <a:pt x="532831" y="207356"/>
                    <a:pt x="614527" y="177621"/>
                    <a:pt x="699666" y="165103"/>
                  </a:cubicBezTo>
                  <a:lnTo>
                    <a:pt x="727586" y="6739"/>
                  </a:lnTo>
                  <a:lnTo>
                    <a:pt x="856051" y="6739"/>
                  </a:lnTo>
                  <a:lnTo>
                    <a:pt x="883970" y="165102"/>
                  </a:lnTo>
                  <a:cubicBezTo>
                    <a:pt x="969110" y="177621"/>
                    <a:pt x="1050806" y="207356"/>
                    <a:pt x="1124073" y="252493"/>
                  </a:cubicBezTo>
                  <a:lnTo>
                    <a:pt x="1124074" y="252493"/>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6481" tIns="548640" rIns="356481" bIns="436755"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56" name="Oval 55"/>
            <p:cNvSpPr/>
            <p:nvPr/>
          </p:nvSpPr>
          <p:spPr>
            <a:xfrm>
              <a:off x="1376346" y="1909439"/>
              <a:ext cx="1382568" cy="1382568"/>
            </a:xfrm>
            <a:prstGeom prst="ellipse">
              <a:avLst/>
            </a:prstGeom>
            <a:grp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endParaRPr>
            </a:p>
          </p:txBody>
        </p:sp>
      </p:grpSp>
      <p:grpSp>
        <p:nvGrpSpPr>
          <p:cNvPr id="7" name="Group 56"/>
          <p:cNvGrpSpPr/>
          <p:nvPr/>
        </p:nvGrpSpPr>
        <p:grpSpPr>
          <a:xfrm>
            <a:off x="6611806" y="1311438"/>
            <a:ext cx="1546429" cy="1546426"/>
            <a:chOff x="953424" y="1486519"/>
            <a:chExt cx="2228412" cy="2228408"/>
          </a:xfrm>
          <a:solidFill>
            <a:schemeClr val="accent4"/>
          </a:solidFill>
        </p:grpSpPr>
        <p:sp>
          <p:nvSpPr>
            <p:cNvPr id="58" name="Freeform 57"/>
            <p:cNvSpPr/>
            <p:nvPr/>
          </p:nvSpPr>
          <p:spPr>
            <a:xfrm>
              <a:off x="953424" y="1486519"/>
              <a:ext cx="2228412" cy="2228408"/>
            </a:xfrm>
            <a:custGeom>
              <a:avLst/>
              <a:gdLst>
                <a:gd name="connsiteX0" fmla="*/ 1124074 w 1583637"/>
                <a:gd name="connsiteY0" fmla="*/ 252493 h 1583637"/>
                <a:gd name="connsiteX1" fmla="*/ 1247256 w 1583637"/>
                <a:gd name="connsiteY1" fmla="*/ 149126 h 1583637"/>
                <a:gd name="connsiteX2" fmla="*/ 1345663 w 1583637"/>
                <a:gd name="connsiteY2" fmla="*/ 231701 h 1583637"/>
                <a:gd name="connsiteX3" fmla="*/ 1265256 w 1583637"/>
                <a:gd name="connsiteY3" fmla="*/ 370961 h 1583637"/>
                <a:gd name="connsiteX4" fmla="*/ 1393012 w 1583637"/>
                <a:gd name="connsiteY4" fmla="*/ 592241 h 1583637"/>
                <a:gd name="connsiteX5" fmla="*/ 1553818 w 1583637"/>
                <a:gd name="connsiteY5" fmla="*/ 592237 h 1583637"/>
                <a:gd name="connsiteX6" fmla="*/ 1576125 w 1583637"/>
                <a:gd name="connsiteY6" fmla="*/ 718748 h 1583637"/>
                <a:gd name="connsiteX7" fmla="*/ 1425015 w 1583637"/>
                <a:gd name="connsiteY7" fmla="*/ 773743 h 1583637"/>
                <a:gd name="connsiteX8" fmla="*/ 1380646 w 1583637"/>
                <a:gd name="connsiteY8" fmla="*/ 1025372 h 1583637"/>
                <a:gd name="connsiteX9" fmla="*/ 1503833 w 1583637"/>
                <a:gd name="connsiteY9" fmla="*/ 1128733 h 1583637"/>
                <a:gd name="connsiteX10" fmla="*/ 1439602 w 1583637"/>
                <a:gd name="connsiteY10" fmla="*/ 1239984 h 1583637"/>
                <a:gd name="connsiteX11" fmla="*/ 1288495 w 1583637"/>
                <a:gd name="connsiteY11" fmla="*/ 1184982 h 1583637"/>
                <a:gd name="connsiteX12" fmla="*/ 1092761 w 1583637"/>
                <a:gd name="connsiteY12" fmla="*/ 1349222 h 1583637"/>
                <a:gd name="connsiteX13" fmla="*/ 1120689 w 1583637"/>
                <a:gd name="connsiteY13" fmla="*/ 1507584 h 1583637"/>
                <a:gd name="connsiteX14" fmla="*/ 999974 w 1583637"/>
                <a:gd name="connsiteY14" fmla="*/ 1551521 h 1583637"/>
                <a:gd name="connsiteX15" fmla="*/ 919574 w 1583637"/>
                <a:gd name="connsiteY15" fmla="*/ 1412257 h 1583637"/>
                <a:gd name="connsiteX16" fmla="*/ 664062 w 1583637"/>
                <a:gd name="connsiteY16" fmla="*/ 1412257 h 1583637"/>
                <a:gd name="connsiteX17" fmla="*/ 583663 w 1583637"/>
                <a:gd name="connsiteY17" fmla="*/ 1551521 h 1583637"/>
                <a:gd name="connsiteX18" fmla="*/ 462948 w 1583637"/>
                <a:gd name="connsiteY18" fmla="*/ 1507584 h 1583637"/>
                <a:gd name="connsiteX19" fmla="*/ 490876 w 1583637"/>
                <a:gd name="connsiteY19" fmla="*/ 1349222 h 1583637"/>
                <a:gd name="connsiteX20" fmla="*/ 295142 w 1583637"/>
                <a:gd name="connsiteY20" fmla="*/ 1184981 h 1583637"/>
                <a:gd name="connsiteX21" fmla="*/ 144035 w 1583637"/>
                <a:gd name="connsiteY21" fmla="*/ 1239984 h 1583637"/>
                <a:gd name="connsiteX22" fmla="*/ 79804 w 1583637"/>
                <a:gd name="connsiteY22" fmla="*/ 1128733 h 1583637"/>
                <a:gd name="connsiteX23" fmla="*/ 202991 w 1583637"/>
                <a:gd name="connsiteY23" fmla="*/ 1025372 h 1583637"/>
                <a:gd name="connsiteX24" fmla="*/ 158622 w 1583637"/>
                <a:gd name="connsiteY24" fmla="*/ 773743 h 1583637"/>
                <a:gd name="connsiteX25" fmla="*/ 7512 w 1583637"/>
                <a:gd name="connsiteY25" fmla="*/ 718748 h 1583637"/>
                <a:gd name="connsiteX26" fmla="*/ 29819 w 1583637"/>
                <a:gd name="connsiteY26" fmla="*/ 592237 h 1583637"/>
                <a:gd name="connsiteX27" fmla="*/ 190625 w 1583637"/>
                <a:gd name="connsiteY27" fmla="*/ 592241 h 1583637"/>
                <a:gd name="connsiteX28" fmla="*/ 318381 w 1583637"/>
                <a:gd name="connsiteY28" fmla="*/ 370961 h 1583637"/>
                <a:gd name="connsiteX29" fmla="*/ 237974 w 1583637"/>
                <a:gd name="connsiteY29" fmla="*/ 231701 h 1583637"/>
                <a:gd name="connsiteX30" fmla="*/ 336381 w 1583637"/>
                <a:gd name="connsiteY30" fmla="*/ 149126 h 1583637"/>
                <a:gd name="connsiteX31" fmla="*/ 459563 w 1583637"/>
                <a:gd name="connsiteY31" fmla="*/ 252493 h 1583637"/>
                <a:gd name="connsiteX32" fmla="*/ 699666 w 1583637"/>
                <a:gd name="connsiteY32" fmla="*/ 165103 h 1583637"/>
                <a:gd name="connsiteX33" fmla="*/ 727586 w 1583637"/>
                <a:gd name="connsiteY33" fmla="*/ 6739 h 1583637"/>
                <a:gd name="connsiteX34" fmla="*/ 856051 w 1583637"/>
                <a:gd name="connsiteY34" fmla="*/ 6739 h 1583637"/>
                <a:gd name="connsiteX35" fmla="*/ 883970 w 1583637"/>
                <a:gd name="connsiteY35" fmla="*/ 165102 h 1583637"/>
                <a:gd name="connsiteX36" fmla="*/ 1124073 w 1583637"/>
                <a:gd name="connsiteY36" fmla="*/ 252493 h 1583637"/>
                <a:gd name="connsiteX37" fmla="*/ 1124074 w 1583637"/>
                <a:gd name="connsiteY37" fmla="*/ 252493 h 158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83637" h="1583637">
                  <a:moveTo>
                    <a:pt x="1124074" y="252493"/>
                  </a:moveTo>
                  <a:lnTo>
                    <a:pt x="1247256" y="149126"/>
                  </a:lnTo>
                  <a:lnTo>
                    <a:pt x="1345663" y="231701"/>
                  </a:lnTo>
                  <a:lnTo>
                    <a:pt x="1265256" y="370961"/>
                  </a:lnTo>
                  <a:cubicBezTo>
                    <a:pt x="1322430" y="435278"/>
                    <a:pt x="1365899" y="510569"/>
                    <a:pt x="1393012" y="592241"/>
                  </a:cubicBezTo>
                  <a:lnTo>
                    <a:pt x="1553818" y="592237"/>
                  </a:lnTo>
                  <a:lnTo>
                    <a:pt x="1576125" y="718748"/>
                  </a:lnTo>
                  <a:lnTo>
                    <a:pt x="1425015" y="773743"/>
                  </a:lnTo>
                  <a:cubicBezTo>
                    <a:pt x="1427471" y="859762"/>
                    <a:pt x="1412374" y="945380"/>
                    <a:pt x="1380646" y="1025372"/>
                  </a:cubicBezTo>
                  <a:lnTo>
                    <a:pt x="1503833" y="1128733"/>
                  </a:lnTo>
                  <a:lnTo>
                    <a:pt x="1439602" y="1239984"/>
                  </a:lnTo>
                  <a:lnTo>
                    <a:pt x="1288495" y="1184982"/>
                  </a:lnTo>
                  <a:cubicBezTo>
                    <a:pt x="1235084" y="1252456"/>
                    <a:pt x="1168484" y="1308339"/>
                    <a:pt x="1092761" y="1349222"/>
                  </a:cubicBezTo>
                  <a:lnTo>
                    <a:pt x="1120689" y="1507584"/>
                  </a:lnTo>
                  <a:lnTo>
                    <a:pt x="999974" y="1551521"/>
                  </a:lnTo>
                  <a:lnTo>
                    <a:pt x="919574" y="1412257"/>
                  </a:lnTo>
                  <a:cubicBezTo>
                    <a:pt x="835287" y="1429613"/>
                    <a:pt x="748348" y="1429613"/>
                    <a:pt x="664062" y="1412257"/>
                  </a:cubicBezTo>
                  <a:lnTo>
                    <a:pt x="583663" y="1551521"/>
                  </a:lnTo>
                  <a:lnTo>
                    <a:pt x="462948" y="1507584"/>
                  </a:lnTo>
                  <a:lnTo>
                    <a:pt x="490876" y="1349222"/>
                  </a:lnTo>
                  <a:cubicBezTo>
                    <a:pt x="415153" y="1308339"/>
                    <a:pt x="348553" y="1252455"/>
                    <a:pt x="295142" y="1184981"/>
                  </a:cubicBezTo>
                  <a:lnTo>
                    <a:pt x="144035" y="1239984"/>
                  </a:lnTo>
                  <a:lnTo>
                    <a:pt x="79804" y="1128733"/>
                  </a:lnTo>
                  <a:lnTo>
                    <a:pt x="202991" y="1025372"/>
                  </a:lnTo>
                  <a:cubicBezTo>
                    <a:pt x="171263" y="945380"/>
                    <a:pt x="156166" y="859762"/>
                    <a:pt x="158622" y="773743"/>
                  </a:cubicBezTo>
                  <a:lnTo>
                    <a:pt x="7512" y="718748"/>
                  </a:lnTo>
                  <a:lnTo>
                    <a:pt x="29819" y="592237"/>
                  </a:lnTo>
                  <a:lnTo>
                    <a:pt x="190625" y="592241"/>
                  </a:lnTo>
                  <a:cubicBezTo>
                    <a:pt x="217738" y="510569"/>
                    <a:pt x="261208" y="435277"/>
                    <a:pt x="318381" y="370961"/>
                  </a:cubicBezTo>
                  <a:lnTo>
                    <a:pt x="237974" y="231701"/>
                  </a:lnTo>
                  <a:lnTo>
                    <a:pt x="336381" y="149126"/>
                  </a:lnTo>
                  <a:lnTo>
                    <a:pt x="459563" y="252493"/>
                  </a:lnTo>
                  <a:cubicBezTo>
                    <a:pt x="532831" y="207356"/>
                    <a:pt x="614527" y="177621"/>
                    <a:pt x="699666" y="165103"/>
                  </a:cubicBezTo>
                  <a:lnTo>
                    <a:pt x="727586" y="6739"/>
                  </a:lnTo>
                  <a:lnTo>
                    <a:pt x="856051" y="6739"/>
                  </a:lnTo>
                  <a:lnTo>
                    <a:pt x="883970" y="165102"/>
                  </a:lnTo>
                  <a:cubicBezTo>
                    <a:pt x="969110" y="177621"/>
                    <a:pt x="1050806" y="207356"/>
                    <a:pt x="1124073" y="252493"/>
                  </a:cubicBezTo>
                  <a:lnTo>
                    <a:pt x="1124074" y="252493"/>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6481" tIns="548640" rIns="356481" bIns="436755" numCol="1" spcCol="1270" anchor="ctr" anchorCtr="0">
              <a:noAutofit/>
            </a:bodyPr>
            <a:lstStyle/>
            <a:p>
              <a:pPr lvl="0" algn="ctr" defTabSz="1333500">
                <a:lnSpc>
                  <a:spcPct val="90000"/>
                </a:lnSpc>
                <a:spcBef>
                  <a:spcPct val="0"/>
                </a:spcBef>
                <a:spcAft>
                  <a:spcPct val="35000"/>
                </a:spcAft>
              </a:pPr>
              <a:endParaRPr lang="en-US" sz="3000" kern="1200" dirty="0"/>
            </a:p>
          </p:txBody>
        </p:sp>
        <p:sp>
          <p:nvSpPr>
            <p:cNvPr id="59" name="Oval 58"/>
            <p:cNvSpPr/>
            <p:nvPr/>
          </p:nvSpPr>
          <p:spPr>
            <a:xfrm>
              <a:off x="1376346" y="1909439"/>
              <a:ext cx="1382568" cy="1382568"/>
            </a:xfrm>
            <a:prstGeom prst="ellipse">
              <a:avLst/>
            </a:prstGeom>
            <a:grp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grpSp>
      <p:sp>
        <p:nvSpPr>
          <p:cNvPr id="62" name="Arc 61"/>
          <p:cNvSpPr/>
          <p:nvPr/>
        </p:nvSpPr>
        <p:spPr>
          <a:xfrm rot="19051047">
            <a:off x="2110596" y="950890"/>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3" name="Arc 62"/>
          <p:cNvSpPr/>
          <p:nvPr/>
        </p:nvSpPr>
        <p:spPr>
          <a:xfrm rot="19051047">
            <a:off x="5674626" y="967797"/>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4" name="Arc 63"/>
          <p:cNvSpPr/>
          <p:nvPr/>
        </p:nvSpPr>
        <p:spPr>
          <a:xfrm rot="3261709" flipV="1">
            <a:off x="3433287" y="1775512"/>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1" name="Freeform 152"/>
          <p:cNvSpPr>
            <a:spLocks noEditPoints="1"/>
          </p:cNvSpPr>
          <p:nvPr/>
        </p:nvSpPr>
        <p:spPr bwMode="auto">
          <a:xfrm>
            <a:off x="7165362" y="1881657"/>
            <a:ext cx="439316" cy="405988"/>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2"/>
          <p:cNvSpPr>
            <a:spLocks noEditPoints="1"/>
          </p:cNvSpPr>
          <p:nvPr/>
        </p:nvSpPr>
        <p:spPr bwMode="auto">
          <a:xfrm>
            <a:off x="1610034" y="2121676"/>
            <a:ext cx="595343" cy="51244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144"/>
          <p:cNvSpPr>
            <a:spLocks noEditPoints="1"/>
          </p:cNvSpPr>
          <p:nvPr/>
        </p:nvSpPr>
        <p:spPr bwMode="auto">
          <a:xfrm>
            <a:off x="3507308" y="1834489"/>
            <a:ext cx="535027" cy="414990"/>
          </a:xfrm>
          <a:custGeom>
            <a:avLst/>
            <a:gdLst/>
            <a:ahLst/>
            <a:cxnLst>
              <a:cxn ang="0">
                <a:pos x="67" y="55"/>
              </a:cxn>
              <a:cxn ang="0">
                <a:pos x="65" y="56"/>
              </a:cxn>
              <a:cxn ang="0">
                <a:pos x="8" y="56"/>
              </a:cxn>
              <a:cxn ang="0">
                <a:pos x="6" y="55"/>
              </a:cxn>
              <a:cxn ang="0">
                <a:pos x="0" y="36"/>
              </a:cxn>
              <a:cxn ang="0">
                <a:pos x="36" y="0"/>
              </a:cxn>
              <a:cxn ang="0">
                <a:pos x="72" y="36"/>
              </a:cxn>
              <a:cxn ang="0">
                <a:pos x="67" y="55"/>
              </a:cxn>
              <a:cxn ang="0">
                <a:pos x="11" y="30"/>
              </a:cxn>
              <a:cxn ang="0">
                <a:pos x="6" y="36"/>
              </a:cxn>
              <a:cxn ang="0">
                <a:pos x="11" y="41"/>
              </a:cxn>
              <a:cxn ang="0">
                <a:pos x="16" y="36"/>
              </a:cxn>
              <a:cxn ang="0">
                <a:pos x="11" y="30"/>
              </a:cxn>
              <a:cxn ang="0">
                <a:pos x="18" y="12"/>
              </a:cxn>
              <a:cxn ang="0">
                <a:pos x="13" y="18"/>
              </a:cxn>
              <a:cxn ang="0">
                <a:pos x="18" y="23"/>
              </a:cxn>
              <a:cxn ang="0">
                <a:pos x="24" y="18"/>
              </a:cxn>
              <a:cxn ang="0">
                <a:pos x="18" y="12"/>
              </a:cxn>
              <a:cxn ang="0">
                <a:pos x="45" y="22"/>
              </a:cxn>
              <a:cxn ang="0">
                <a:pos x="43" y="18"/>
              </a:cxn>
              <a:cxn ang="0">
                <a:pos x="40" y="20"/>
              </a:cxn>
              <a:cxn ang="0">
                <a:pos x="36" y="36"/>
              </a:cxn>
              <a:cxn ang="0">
                <a:pos x="29" y="41"/>
              </a:cxn>
              <a:cxn ang="0">
                <a:pos x="34" y="51"/>
              </a:cxn>
              <a:cxn ang="0">
                <a:pos x="44" y="45"/>
              </a:cxn>
              <a:cxn ang="0">
                <a:pos x="41" y="37"/>
              </a:cxn>
              <a:cxn ang="0">
                <a:pos x="45" y="22"/>
              </a:cxn>
              <a:cxn ang="0">
                <a:pos x="36" y="5"/>
              </a:cxn>
              <a:cxn ang="0">
                <a:pos x="31" y="10"/>
              </a:cxn>
              <a:cxn ang="0">
                <a:pos x="36" y="15"/>
              </a:cxn>
              <a:cxn ang="0">
                <a:pos x="42" y="10"/>
              </a:cxn>
              <a:cxn ang="0">
                <a:pos x="36" y="5"/>
              </a:cxn>
              <a:cxn ang="0">
                <a:pos x="54" y="12"/>
              </a:cxn>
              <a:cxn ang="0">
                <a:pos x="49" y="18"/>
              </a:cxn>
              <a:cxn ang="0">
                <a:pos x="54" y="23"/>
              </a:cxn>
              <a:cxn ang="0">
                <a:pos x="60" y="18"/>
              </a:cxn>
              <a:cxn ang="0">
                <a:pos x="54" y="12"/>
              </a:cxn>
              <a:cxn ang="0">
                <a:pos x="62" y="30"/>
              </a:cxn>
              <a:cxn ang="0">
                <a:pos x="57" y="36"/>
              </a:cxn>
              <a:cxn ang="0">
                <a:pos x="62" y="41"/>
              </a:cxn>
              <a:cxn ang="0">
                <a:pos x="67" y="36"/>
              </a:cxn>
              <a:cxn ang="0">
                <a:pos x="62" y="30"/>
              </a:cxn>
            </a:cxnLst>
            <a:rect l="0" t="0" r="r" b="b"/>
            <a:pathLst>
              <a:path w="72" h="56">
                <a:moveTo>
                  <a:pt x="67" y="55"/>
                </a:moveTo>
                <a:cubicBezTo>
                  <a:pt x="66" y="56"/>
                  <a:pt x="66" y="56"/>
                  <a:pt x="65" y="56"/>
                </a:cubicBezTo>
                <a:cubicBezTo>
                  <a:pt x="8" y="56"/>
                  <a:pt x="8" y="56"/>
                  <a:pt x="8" y="56"/>
                </a:cubicBezTo>
                <a:cubicBezTo>
                  <a:pt x="7" y="56"/>
                  <a:pt x="7" y="56"/>
                  <a:pt x="6" y="55"/>
                </a:cubicBezTo>
                <a:cubicBezTo>
                  <a:pt x="2" y="49"/>
                  <a:pt x="0" y="42"/>
                  <a:pt x="0" y="36"/>
                </a:cubicBezTo>
                <a:cubicBezTo>
                  <a:pt x="0" y="16"/>
                  <a:pt x="17" y="0"/>
                  <a:pt x="36" y="0"/>
                </a:cubicBezTo>
                <a:cubicBezTo>
                  <a:pt x="56" y="0"/>
                  <a:pt x="72" y="16"/>
                  <a:pt x="72" y="36"/>
                </a:cubicBezTo>
                <a:cubicBezTo>
                  <a:pt x="72" y="42"/>
                  <a:pt x="70" y="49"/>
                  <a:pt x="67" y="55"/>
                </a:cubicBezTo>
                <a:close/>
                <a:moveTo>
                  <a:pt x="11" y="30"/>
                </a:moveTo>
                <a:cubicBezTo>
                  <a:pt x="8" y="30"/>
                  <a:pt x="6" y="33"/>
                  <a:pt x="6" y="36"/>
                </a:cubicBezTo>
                <a:cubicBezTo>
                  <a:pt x="6" y="38"/>
                  <a:pt x="8" y="41"/>
                  <a:pt x="11" y="41"/>
                </a:cubicBezTo>
                <a:cubicBezTo>
                  <a:pt x="14" y="41"/>
                  <a:pt x="16" y="38"/>
                  <a:pt x="16" y="36"/>
                </a:cubicBezTo>
                <a:cubicBezTo>
                  <a:pt x="16" y="33"/>
                  <a:pt x="14" y="30"/>
                  <a:pt x="11" y="30"/>
                </a:cubicBezTo>
                <a:close/>
                <a:moveTo>
                  <a:pt x="18" y="12"/>
                </a:moveTo>
                <a:cubicBezTo>
                  <a:pt x="16" y="12"/>
                  <a:pt x="13" y="15"/>
                  <a:pt x="13" y="18"/>
                </a:cubicBezTo>
                <a:cubicBezTo>
                  <a:pt x="13" y="20"/>
                  <a:pt x="16" y="23"/>
                  <a:pt x="18" y="23"/>
                </a:cubicBezTo>
                <a:cubicBezTo>
                  <a:pt x="21" y="23"/>
                  <a:pt x="24" y="20"/>
                  <a:pt x="24" y="18"/>
                </a:cubicBezTo>
                <a:cubicBezTo>
                  <a:pt x="24" y="15"/>
                  <a:pt x="21" y="12"/>
                  <a:pt x="18" y="12"/>
                </a:cubicBezTo>
                <a:close/>
                <a:moveTo>
                  <a:pt x="45" y="22"/>
                </a:moveTo>
                <a:cubicBezTo>
                  <a:pt x="45" y="20"/>
                  <a:pt x="44" y="19"/>
                  <a:pt x="43" y="18"/>
                </a:cubicBezTo>
                <a:cubicBezTo>
                  <a:pt x="42" y="18"/>
                  <a:pt x="40" y="19"/>
                  <a:pt x="40" y="20"/>
                </a:cubicBezTo>
                <a:cubicBezTo>
                  <a:pt x="36" y="36"/>
                  <a:pt x="36" y="36"/>
                  <a:pt x="36" y="36"/>
                </a:cubicBezTo>
                <a:cubicBezTo>
                  <a:pt x="33" y="36"/>
                  <a:pt x="30" y="38"/>
                  <a:pt x="29" y="41"/>
                </a:cubicBezTo>
                <a:cubicBezTo>
                  <a:pt x="28" y="45"/>
                  <a:pt x="30" y="50"/>
                  <a:pt x="34" y="51"/>
                </a:cubicBezTo>
                <a:cubicBezTo>
                  <a:pt x="39" y="52"/>
                  <a:pt x="43" y="49"/>
                  <a:pt x="44" y="45"/>
                </a:cubicBezTo>
                <a:cubicBezTo>
                  <a:pt x="45" y="42"/>
                  <a:pt x="43" y="39"/>
                  <a:pt x="41" y="37"/>
                </a:cubicBezTo>
                <a:lnTo>
                  <a:pt x="45" y="22"/>
                </a:lnTo>
                <a:close/>
                <a:moveTo>
                  <a:pt x="36" y="5"/>
                </a:moveTo>
                <a:cubicBezTo>
                  <a:pt x="34" y="5"/>
                  <a:pt x="31" y="7"/>
                  <a:pt x="31" y="10"/>
                </a:cubicBezTo>
                <a:cubicBezTo>
                  <a:pt x="31" y="13"/>
                  <a:pt x="34" y="15"/>
                  <a:pt x="36" y="15"/>
                </a:cubicBezTo>
                <a:cubicBezTo>
                  <a:pt x="39" y="15"/>
                  <a:pt x="42" y="13"/>
                  <a:pt x="42" y="10"/>
                </a:cubicBezTo>
                <a:cubicBezTo>
                  <a:pt x="42" y="7"/>
                  <a:pt x="39" y="5"/>
                  <a:pt x="36" y="5"/>
                </a:cubicBezTo>
                <a:close/>
                <a:moveTo>
                  <a:pt x="54" y="12"/>
                </a:moveTo>
                <a:cubicBezTo>
                  <a:pt x="52" y="12"/>
                  <a:pt x="49" y="15"/>
                  <a:pt x="49" y="18"/>
                </a:cubicBezTo>
                <a:cubicBezTo>
                  <a:pt x="49" y="20"/>
                  <a:pt x="52" y="23"/>
                  <a:pt x="54" y="23"/>
                </a:cubicBezTo>
                <a:cubicBezTo>
                  <a:pt x="57" y="23"/>
                  <a:pt x="60" y="20"/>
                  <a:pt x="60" y="18"/>
                </a:cubicBezTo>
                <a:cubicBezTo>
                  <a:pt x="60" y="15"/>
                  <a:pt x="57" y="12"/>
                  <a:pt x="54" y="12"/>
                </a:cubicBezTo>
                <a:close/>
                <a:moveTo>
                  <a:pt x="62" y="30"/>
                </a:moveTo>
                <a:cubicBezTo>
                  <a:pt x="59" y="30"/>
                  <a:pt x="57" y="33"/>
                  <a:pt x="57" y="36"/>
                </a:cubicBezTo>
                <a:cubicBezTo>
                  <a:pt x="57" y="38"/>
                  <a:pt x="59" y="41"/>
                  <a:pt x="62" y="41"/>
                </a:cubicBezTo>
                <a:cubicBezTo>
                  <a:pt x="65" y="41"/>
                  <a:pt x="67" y="38"/>
                  <a:pt x="67" y="36"/>
                </a:cubicBezTo>
                <a:cubicBezTo>
                  <a:pt x="67" y="33"/>
                  <a:pt x="65" y="30"/>
                  <a:pt x="62"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34"/>
          <p:cNvSpPr>
            <a:spLocks/>
          </p:cNvSpPr>
          <p:nvPr/>
        </p:nvSpPr>
        <p:spPr bwMode="auto">
          <a:xfrm>
            <a:off x="5298748" y="2029318"/>
            <a:ext cx="634275" cy="642905"/>
          </a:xfrm>
          <a:custGeom>
            <a:avLst/>
            <a:gdLst/>
            <a:ahLst/>
            <a:cxnLst>
              <a:cxn ang="0">
                <a:pos x="66" y="25"/>
              </a:cxn>
              <a:cxn ang="0">
                <a:pos x="51" y="40"/>
              </a:cxn>
              <a:cxn ang="0">
                <a:pos x="57" y="46"/>
              </a:cxn>
              <a:cxn ang="0">
                <a:pos x="51" y="52"/>
              </a:cxn>
              <a:cxn ang="0">
                <a:pos x="20" y="55"/>
              </a:cxn>
              <a:cxn ang="0">
                <a:pos x="7" y="69"/>
              </a:cxn>
              <a:cxn ang="0">
                <a:pos x="0" y="69"/>
              </a:cxn>
              <a:cxn ang="0">
                <a:pos x="0" y="62"/>
              </a:cxn>
              <a:cxn ang="0">
                <a:pos x="14" y="48"/>
              </a:cxn>
              <a:cxn ang="0">
                <a:pos x="17" y="18"/>
              </a:cxn>
              <a:cxn ang="0">
                <a:pos x="23" y="12"/>
              </a:cxn>
              <a:cxn ang="0">
                <a:pos x="29" y="17"/>
              </a:cxn>
              <a:cxn ang="0">
                <a:pos x="44" y="2"/>
              </a:cxn>
              <a:cxn ang="0">
                <a:pos x="51" y="2"/>
              </a:cxn>
              <a:cxn ang="0">
                <a:pos x="51" y="9"/>
              </a:cxn>
              <a:cxn ang="0">
                <a:pos x="35" y="24"/>
              </a:cxn>
              <a:cxn ang="0">
                <a:pos x="44" y="33"/>
              </a:cxn>
              <a:cxn ang="0">
                <a:pos x="60" y="18"/>
              </a:cxn>
              <a:cxn ang="0">
                <a:pos x="66" y="18"/>
              </a:cxn>
              <a:cxn ang="0">
                <a:pos x="66" y="25"/>
              </a:cxn>
            </a:cxnLst>
            <a:rect l="0" t="0" r="r" b="b"/>
            <a:pathLst>
              <a:path w="68" h="69">
                <a:moveTo>
                  <a:pt x="66" y="25"/>
                </a:moveTo>
                <a:cubicBezTo>
                  <a:pt x="51" y="40"/>
                  <a:pt x="51" y="40"/>
                  <a:pt x="51" y="40"/>
                </a:cubicBezTo>
                <a:cubicBezTo>
                  <a:pt x="57" y="46"/>
                  <a:pt x="57" y="46"/>
                  <a:pt x="57" y="46"/>
                </a:cubicBezTo>
                <a:cubicBezTo>
                  <a:pt x="51" y="52"/>
                  <a:pt x="51" y="52"/>
                  <a:pt x="51" y="52"/>
                </a:cubicBezTo>
                <a:cubicBezTo>
                  <a:pt x="42" y="60"/>
                  <a:pt x="30" y="61"/>
                  <a:pt x="20" y="55"/>
                </a:cubicBezTo>
                <a:cubicBezTo>
                  <a:pt x="7" y="69"/>
                  <a:pt x="7" y="69"/>
                  <a:pt x="7" y="69"/>
                </a:cubicBezTo>
                <a:cubicBezTo>
                  <a:pt x="0" y="69"/>
                  <a:pt x="0" y="69"/>
                  <a:pt x="0" y="69"/>
                </a:cubicBezTo>
                <a:cubicBezTo>
                  <a:pt x="0" y="62"/>
                  <a:pt x="0" y="62"/>
                  <a:pt x="0" y="62"/>
                </a:cubicBezTo>
                <a:cubicBezTo>
                  <a:pt x="14" y="48"/>
                  <a:pt x="14" y="48"/>
                  <a:pt x="14" y="48"/>
                </a:cubicBezTo>
                <a:cubicBezTo>
                  <a:pt x="7" y="39"/>
                  <a:pt x="8" y="26"/>
                  <a:pt x="17" y="18"/>
                </a:cubicBezTo>
                <a:cubicBezTo>
                  <a:pt x="23" y="12"/>
                  <a:pt x="23" y="12"/>
                  <a:pt x="23" y="12"/>
                </a:cubicBezTo>
                <a:cubicBezTo>
                  <a:pt x="29" y="17"/>
                  <a:pt x="29" y="17"/>
                  <a:pt x="29" y="17"/>
                </a:cubicBezTo>
                <a:cubicBezTo>
                  <a:pt x="44" y="2"/>
                  <a:pt x="44" y="2"/>
                  <a:pt x="44" y="2"/>
                </a:cubicBezTo>
                <a:cubicBezTo>
                  <a:pt x="46" y="0"/>
                  <a:pt x="49" y="0"/>
                  <a:pt x="51" y="2"/>
                </a:cubicBezTo>
                <a:cubicBezTo>
                  <a:pt x="52" y="4"/>
                  <a:pt x="52" y="7"/>
                  <a:pt x="51" y="9"/>
                </a:cubicBezTo>
                <a:cubicBezTo>
                  <a:pt x="35" y="24"/>
                  <a:pt x="35" y="24"/>
                  <a:pt x="35" y="24"/>
                </a:cubicBezTo>
                <a:cubicBezTo>
                  <a:pt x="44" y="33"/>
                  <a:pt x="44" y="33"/>
                  <a:pt x="44" y="33"/>
                </a:cubicBezTo>
                <a:cubicBezTo>
                  <a:pt x="60" y="18"/>
                  <a:pt x="60" y="18"/>
                  <a:pt x="60" y="18"/>
                </a:cubicBezTo>
                <a:cubicBezTo>
                  <a:pt x="61" y="16"/>
                  <a:pt x="64" y="16"/>
                  <a:pt x="66" y="18"/>
                </a:cubicBezTo>
                <a:cubicBezTo>
                  <a:pt x="68" y="20"/>
                  <a:pt x="68" y="23"/>
                  <a:pt x="66" y="2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27"/>
          <p:cNvGrpSpPr/>
          <p:nvPr/>
        </p:nvGrpSpPr>
        <p:grpSpPr>
          <a:xfrm>
            <a:off x="1014967" y="3697522"/>
            <a:ext cx="1651278" cy="948080"/>
            <a:chOff x="965101" y="1992703"/>
            <a:chExt cx="1651278" cy="948080"/>
          </a:xfrm>
        </p:grpSpPr>
        <p:sp>
          <p:nvSpPr>
            <p:cNvPr id="29" name="TextBox 28"/>
            <p:cNvSpPr txBox="1"/>
            <p:nvPr/>
          </p:nvSpPr>
          <p:spPr>
            <a:xfrm>
              <a:off x="965101" y="1992703"/>
              <a:ext cx="1651278" cy="184666"/>
            </a:xfrm>
            <a:prstGeom prst="rect">
              <a:avLst/>
            </a:prstGeom>
            <a:noFill/>
          </p:spPr>
          <p:txBody>
            <a:bodyPr wrap="square" lIns="0" tIns="0" rIns="0" bIns="0" rtlCol="0" anchor="ctr">
              <a:spAutoFit/>
            </a:bodyPr>
            <a:lstStyle/>
            <a:p>
              <a:pPr algn="ctr"/>
              <a:r>
                <a:rPr lang="en-US" sz="1200" b="1" dirty="0">
                  <a:solidFill>
                    <a:schemeClr val="accent1"/>
                  </a:solidFill>
                  <a:latin typeface="+mj-lt"/>
                </a:rPr>
                <a:t>Title Goes Here</a:t>
              </a:r>
            </a:p>
          </p:txBody>
        </p:sp>
        <p:sp>
          <p:nvSpPr>
            <p:cNvPr id="30" name="TextBox 29"/>
            <p:cNvSpPr txBox="1"/>
            <p:nvPr/>
          </p:nvSpPr>
          <p:spPr>
            <a:xfrm>
              <a:off x="965102" y="2171342"/>
              <a:ext cx="1651277"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grpSp>
        <p:nvGrpSpPr>
          <p:cNvPr id="9" name="Group 30"/>
          <p:cNvGrpSpPr/>
          <p:nvPr/>
        </p:nvGrpSpPr>
        <p:grpSpPr>
          <a:xfrm>
            <a:off x="2898370" y="3697522"/>
            <a:ext cx="1651278" cy="948080"/>
            <a:chOff x="965101" y="1992703"/>
            <a:chExt cx="1651278" cy="948080"/>
          </a:xfrm>
        </p:grpSpPr>
        <p:sp>
          <p:nvSpPr>
            <p:cNvPr id="32" name="TextBox 31"/>
            <p:cNvSpPr txBox="1"/>
            <p:nvPr/>
          </p:nvSpPr>
          <p:spPr>
            <a:xfrm>
              <a:off x="965101" y="1992703"/>
              <a:ext cx="1651278" cy="184666"/>
            </a:xfrm>
            <a:prstGeom prst="rect">
              <a:avLst/>
            </a:prstGeom>
            <a:noFill/>
          </p:spPr>
          <p:txBody>
            <a:bodyPr wrap="square" lIns="0" tIns="0" rIns="0" bIns="0" rtlCol="0" anchor="ctr">
              <a:spAutoFit/>
            </a:bodyPr>
            <a:lstStyle/>
            <a:p>
              <a:pPr algn="ctr"/>
              <a:r>
                <a:rPr lang="en-US" sz="1200" b="1" dirty="0">
                  <a:solidFill>
                    <a:schemeClr val="accent2"/>
                  </a:solidFill>
                  <a:latin typeface="+mj-lt"/>
                </a:rPr>
                <a:t>Title Goes Here</a:t>
              </a:r>
            </a:p>
          </p:txBody>
        </p:sp>
        <p:sp>
          <p:nvSpPr>
            <p:cNvPr id="33" name="TextBox 32"/>
            <p:cNvSpPr txBox="1"/>
            <p:nvPr/>
          </p:nvSpPr>
          <p:spPr>
            <a:xfrm>
              <a:off x="965102" y="2171342"/>
              <a:ext cx="1651277"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grpSp>
        <p:nvGrpSpPr>
          <p:cNvPr id="10" name="Group 33"/>
          <p:cNvGrpSpPr/>
          <p:nvPr/>
        </p:nvGrpSpPr>
        <p:grpSpPr>
          <a:xfrm>
            <a:off x="4781773" y="3697522"/>
            <a:ext cx="1651278" cy="948080"/>
            <a:chOff x="965101" y="1992703"/>
            <a:chExt cx="1651278" cy="948080"/>
          </a:xfrm>
        </p:grpSpPr>
        <p:sp>
          <p:nvSpPr>
            <p:cNvPr id="35" name="TextBox 34"/>
            <p:cNvSpPr txBox="1"/>
            <p:nvPr/>
          </p:nvSpPr>
          <p:spPr>
            <a:xfrm>
              <a:off x="965101" y="1992703"/>
              <a:ext cx="1651278" cy="184666"/>
            </a:xfrm>
            <a:prstGeom prst="rect">
              <a:avLst/>
            </a:prstGeom>
            <a:noFill/>
          </p:spPr>
          <p:txBody>
            <a:bodyPr wrap="square" lIns="0" tIns="0" rIns="0" bIns="0" rtlCol="0" anchor="ctr">
              <a:spAutoFit/>
            </a:bodyPr>
            <a:lstStyle/>
            <a:p>
              <a:pPr algn="ctr"/>
              <a:r>
                <a:rPr lang="en-US" sz="1200" b="1" dirty="0">
                  <a:solidFill>
                    <a:schemeClr val="accent3"/>
                  </a:solidFill>
                  <a:latin typeface="+mj-lt"/>
                </a:rPr>
                <a:t>Title Goes Here</a:t>
              </a:r>
            </a:p>
          </p:txBody>
        </p:sp>
        <p:sp>
          <p:nvSpPr>
            <p:cNvPr id="36" name="TextBox 35"/>
            <p:cNvSpPr txBox="1"/>
            <p:nvPr/>
          </p:nvSpPr>
          <p:spPr>
            <a:xfrm>
              <a:off x="965102" y="2171342"/>
              <a:ext cx="1651277"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grpSp>
        <p:nvGrpSpPr>
          <p:cNvPr id="11" name="Group 36"/>
          <p:cNvGrpSpPr/>
          <p:nvPr/>
        </p:nvGrpSpPr>
        <p:grpSpPr>
          <a:xfrm>
            <a:off x="6665177" y="3697522"/>
            <a:ext cx="1651278" cy="948080"/>
            <a:chOff x="965101" y="1992703"/>
            <a:chExt cx="1651278" cy="948080"/>
          </a:xfrm>
        </p:grpSpPr>
        <p:sp>
          <p:nvSpPr>
            <p:cNvPr id="38" name="TextBox 37"/>
            <p:cNvSpPr txBox="1"/>
            <p:nvPr/>
          </p:nvSpPr>
          <p:spPr>
            <a:xfrm>
              <a:off x="965101" y="1992703"/>
              <a:ext cx="1651278" cy="184666"/>
            </a:xfrm>
            <a:prstGeom prst="rect">
              <a:avLst/>
            </a:prstGeom>
            <a:noFill/>
          </p:spPr>
          <p:txBody>
            <a:bodyPr wrap="square" lIns="0" tIns="0" rIns="0" bIns="0" rtlCol="0" anchor="ctr">
              <a:spAutoFit/>
            </a:bodyPr>
            <a:lstStyle/>
            <a:p>
              <a:pPr algn="ctr"/>
              <a:r>
                <a:rPr lang="en-US" sz="1200" b="1" dirty="0">
                  <a:solidFill>
                    <a:schemeClr val="accent4"/>
                  </a:solidFill>
                  <a:latin typeface="+mj-lt"/>
                </a:rPr>
                <a:t>Title Goes Here</a:t>
              </a:r>
            </a:p>
          </p:txBody>
        </p:sp>
        <p:sp>
          <p:nvSpPr>
            <p:cNvPr id="39" name="TextBox 38"/>
            <p:cNvSpPr txBox="1"/>
            <p:nvPr/>
          </p:nvSpPr>
          <p:spPr>
            <a:xfrm>
              <a:off x="965102" y="2171342"/>
              <a:ext cx="1651277" cy="769441"/>
            </a:xfrm>
            <a:prstGeom prst="rect">
              <a:avLst/>
            </a:prstGeom>
            <a:noFill/>
          </p:spPr>
          <p:txBody>
            <a:bodyPr wrap="square" lIns="0" tIns="0" rIns="0" bIns="0" rtlCol="0" anchor="t">
              <a:spAutoFit/>
            </a:bodyPr>
            <a:lstStyle/>
            <a:p>
              <a:pPr lvl="0" algn="ct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br>
                <a:rPr lang="en-US" sz="1000" dirty="0">
                  <a:solidFill>
                    <a:schemeClr val="tx1">
                      <a:lumMod val="50000"/>
                      <a:lumOff val="50000"/>
                    </a:schemeClr>
                  </a:solidFill>
                </a:rPr>
              </a:br>
              <a:r>
                <a:rPr lang="en-US" sz="1000" dirty="0">
                  <a:solidFill>
                    <a:schemeClr val="tx1">
                      <a:lumMod val="50000"/>
                      <a:lumOff val="50000"/>
                    </a:schemeClr>
                  </a:solidFill>
                </a:rPr>
                <a:t>some form</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 calcmode="lin" valueType="num">
                                      <p:cBhvr>
                                        <p:cTn id="9" dur="500" fill="hold"/>
                                        <p:tgtEl>
                                          <p:spTgt spid="3"/>
                                        </p:tgtEl>
                                        <p:attrNameLst>
                                          <p:attrName>style.rotation</p:attrName>
                                        </p:attrNameLst>
                                      </p:cBhvr>
                                      <p:tavLst>
                                        <p:tav tm="0">
                                          <p:val>
                                            <p:fltVal val="360"/>
                                          </p:val>
                                        </p:tav>
                                        <p:tav tm="100000">
                                          <p:val>
                                            <p:fltVal val="0"/>
                                          </p:val>
                                        </p:tav>
                                      </p:tavLst>
                                    </p:anim>
                                    <p:animEffect transition="in" filter="fade">
                                      <p:cBhvr>
                                        <p:cTn id="10" dur="500"/>
                                        <p:tgtEl>
                                          <p:spTgt spid="3"/>
                                        </p:tgtEl>
                                      </p:cBhvr>
                                    </p:animEffect>
                                  </p:childTnLst>
                                </p:cTn>
                              </p:par>
                            </p:childTnLst>
                          </p:cTn>
                        </p:par>
                        <p:par>
                          <p:cTn id="11" fill="hold">
                            <p:stCondLst>
                              <p:cond delay="500"/>
                            </p:stCondLst>
                            <p:childTnLst>
                              <p:par>
                                <p:cTn id="12" presetID="53" presetClass="entr" presetSubtype="0" fill="hold" grpId="0" nodeType="afterEffect">
                                  <p:stCondLst>
                                    <p:cond delay="0"/>
                                  </p:stCondLst>
                                  <p:childTnLst>
                                    <p:set>
                                      <p:cBhvr>
                                        <p:cTn id="13" dur="1" fill="hold">
                                          <p:stCondLst>
                                            <p:cond delay="0"/>
                                          </p:stCondLst>
                                        </p:cTn>
                                        <p:tgtEl>
                                          <p:spTgt spid="22"/>
                                        </p:tgtEl>
                                        <p:attrNameLst>
                                          <p:attrName>style.visibility</p:attrName>
                                        </p:attrNameLst>
                                      </p:cBhvr>
                                      <p:to>
                                        <p:strVal val="visible"/>
                                      </p:to>
                                    </p:set>
                                    <p:anim calcmode="lin" valueType="num">
                                      <p:cBhvr>
                                        <p:cTn id="14" dur="500" fill="hold"/>
                                        <p:tgtEl>
                                          <p:spTgt spid="22"/>
                                        </p:tgtEl>
                                        <p:attrNameLst>
                                          <p:attrName>ppt_w</p:attrName>
                                        </p:attrNameLst>
                                      </p:cBhvr>
                                      <p:tavLst>
                                        <p:tav tm="0">
                                          <p:val>
                                            <p:fltVal val="0"/>
                                          </p:val>
                                        </p:tav>
                                        <p:tav tm="100000">
                                          <p:val>
                                            <p:strVal val="#ppt_w"/>
                                          </p:val>
                                        </p:tav>
                                      </p:tavLst>
                                    </p:anim>
                                    <p:anim calcmode="lin" valueType="num">
                                      <p:cBhvr>
                                        <p:cTn id="15" dur="500" fill="hold"/>
                                        <p:tgtEl>
                                          <p:spTgt spid="22"/>
                                        </p:tgtEl>
                                        <p:attrNameLst>
                                          <p:attrName>ppt_h</p:attrName>
                                        </p:attrNameLst>
                                      </p:cBhvr>
                                      <p:tavLst>
                                        <p:tav tm="0">
                                          <p:val>
                                            <p:fltVal val="0"/>
                                          </p:val>
                                        </p:tav>
                                        <p:tav tm="100000">
                                          <p:val>
                                            <p:strVal val="#ppt_h"/>
                                          </p:val>
                                        </p:tav>
                                      </p:tavLst>
                                    </p:anim>
                                    <p:animEffect transition="in" filter="fade">
                                      <p:cBhvr>
                                        <p:cTn id="16" dur="500"/>
                                        <p:tgtEl>
                                          <p:spTgt spid="22"/>
                                        </p:tgtEl>
                                      </p:cBhvr>
                                    </p:animEffect>
                                  </p:childTnLst>
                                </p:cTn>
                              </p:par>
                            </p:childTnLst>
                          </p:cTn>
                        </p:par>
                        <p:par>
                          <p:cTn id="17" fill="hold">
                            <p:stCondLst>
                              <p:cond delay="1000"/>
                            </p:stCondLst>
                            <p:childTnLst>
                              <p:par>
                                <p:cTn id="18" presetID="18" presetClass="entr" presetSubtype="6" fill="hold" grpId="0" nodeType="afterEffect">
                                  <p:stCondLst>
                                    <p:cond delay="0"/>
                                  </p:stCondLst>
                                  <p:childTnLst>
                                    <p:set>
                                      <p:cBhvr>
                                        <p:cTn id="19" dur="1" fill="hold">
                                          <p:stCondLst>
                                            <p:cond delay="0"/>
                                          </p:stCondLst>
                                        </p:cTn>
                                        <p:tgtEl>
                                          <p:spTgt spid="62"/>
                                        </p:tgtEl>
                                        <p:attrNameLst>
                                          <p:attrName>style.visibility</p:attrName>
                                        </p:attrNameLst>
                                      </p:cBhvr>
                                      <p:to>
                                        <p:strVal val="visible"/>
                                      </p:to>
                                    </p:set>
                                    <p:animEffect transition="in" filter="strips(downRight)">
                                      <p:cBhvr>
                                        <p:cTn id="20" dur="500"/>
                                        <p:tgtEl>
                                          <p:spTgt spid="62"/>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p:cTn id="24" dur="500" fill="hold"/>
                                        <p:tgtEl>
                                          <p:spTgt spid="5"/>
                                        </p:tgtEl>
                                        <p:attrNameLst>
                                          <p:attrName>ppt_w</p:attrName>
                                        </p:attrNameLst>
                                      </p:cBhvr>
                                      <p:tavLst>
                                        <p:tav tm="0">
                                          <p:val>
                                            <p:fltVal val="0"/>
                                          </p:val>
                                        </p:tav>
                                        <p:tav tm="100000">
                                          <p:val>
                                            <p:strVal val="#ppt_w"/>
                                          </p:val>
                                        </p:tav>
                                      </p:tavLst>
                                    </p:anim>
                                    <p:anim calcmode="lin" valueType="num">
                                      <p:cBhvr>
                                        <p:cTn id="25" dur="500" fill="hold"/>
                                        <p:tgtEl>
                                          <p:spTgt spid="5"/>
                                        </p:tgtEl>
                                        <p:attrNameLst>
                                          <p:attrName>ppt_h</p:attrName>
                                        </p:attrNameLst>
                                      </p:cBhvr>
                                      <p:tavLst>
                                        <p:tav tm="0">
                                          <p:val>
                                            <p:fltVal val="0"/>
                                          </p:val>
                                        </p:tav>
                                        <p:tav tm="100000">
                                          <p:val>
                                            <p:strVal val="#ppt_h"/>
                                          </p:val>
                                        </p:tav>
                                      </p:tavLst>
                                    </p:anim>
                                    <p:anim calcmode="lin" valueType="num">
                                      <p:cBhvr>
                                        <p:cTn id="26" dur="500" fill="hold"/>
                                        <p:tgtEl>
                                          <p:spTgt spid="5"/>
                                        </p:tgtEl>
                                        <p:attrNameLst>
                                          <p:attrName>style.rotation</p:attrName>
                                        </p:attrNameLst>
                                      </p:cBhvr>
                                      <p:tavLst>
                                        <p:tav tm="0">
                                          <p:val>
                                            <p:fltVal val="360"/>
                                          </p:val>
                                        </p:tav>
                                        <p:tav tm="100000">
                                          <p:val>
                                            <p:fltVal val="0"/>
                                          </p:val>
                                        </p:tav>
                                      </p:tavLst>
                                    </p:anim>
                                    <p:animEffect transition="in" filter="fade">
                                      <p:cBhvr>
                                        <p:cTn id="27" dur="500"/>
                                        <p:tgtEl>
                                          <p:spTgt spid="5"/>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p:cTn id="31" dur="500" fill="hold"/>
                                        <p:tgtEl>
                                          <p:spTgt spid="23"/>
                                        </p:tgtEl>
                                        <p:attrNameLst>
                                          <p:attrName>ppt_w</p:attrName>
                                        </p:attrNameLst>
                                      </p:cBhvr>
                                      <p:tavLst>
                                        <p:tav tm="0">
                                          <p:val>
                                            <p:fltVal val="0"/>
                                          </p:val>
                                        </p:tav>
                                        <p:tav tm="100000">
                                          <p:val>
                                            <p:strVal val="#ppt_w"/>
                                          </p:val>
                                        </p:tav>
                                      </p:tavLst>
                                    </p:anim>
                                    <p:anim calcmode="lin" valueType="num">
                                      <p:cBhvr>
                                        <p:cTn id="32" dur="500" fill="hold"/>
                                        <p:tgtEl>
                                          <p:spTgt spid="23"/>
                                        </p:tgtEl>
                                        <p:attrNameLst>
                                          <p:attrName>ppt_h</p:attrName>
                                        </p:attrNameLst>
                                      </p:cBhvr>
                                      <p:tavLst>
                                        <p:tav tm="0">
                                          <p:val>
                                            <p:fltVal val="0"/>
                                          </p:val>
                                        </p:tav>
                                        <p:tav tm="100000">
                                          <p:val>
                                            <p:strVal val="#ppt_h"/>
                                          </p:val>
                                        </p:tav>
                                      </p:tavLst>
                                    </p:anim>
                                    <p:animEffect transition="in" filter="fade">
                                      <p:cBhvr>
                                        <p:cTn id="33" dur="500"/>
                                        <p:tgtEl>
                                          <p:spTgt spid="23"/>
                                        </p:tgtEl>
                                      </p:cBhvr>
                                    </p:animEffect>
                                  </p:childTnLst>
                                </p:cTn>
                              </p:par>
                            </p:childTnLst>
                          </p:cTn>
                        </p:par>
                        <p:par>
                          <p:cTn id="34" fill="hold">
                            <p:stCondLst>
                              <p:cond delay="2500"/>
                            </p:stCondLst>
                            <p:childTnLst>
                              <p:par>
                                <p:cTn id="35" presetID="18" presetClass="entr" presetSubtype="3" fill="hold" grpId="0" nodeType="afterEffect">
                                  <p:stCondLst>
                                    <p:cond delay="0"/>
                                  </p:stCondLst>
                                  <p:childTnLst>
                                    <p:set>
                                      <p:cBhvr>
                                        <p:cTn id="36" dur="1" fill="hold">
                                          <p:stCondLst>
                                            <p:cond delay="0"/>
                                          </p:stCondLst>
                                        </p:cTn>
                                        <p:tgtEl>
                                          <p:spTgt spid="64"/>
                                        </p:tgtEl>
                                        <p:attrNameLst>
                                          <p:attrName>style.visibility</p:attrName>
                                        </p:attrNameLst>
                                      </p:cBhvr>
                                      <p:to>
                                        <p:strVal val="visible"/>
                                      </p:to>
                                    </p:set>
                                    <p:animEffect transition="in" filter="strips(upRight)">
                                      <p:cBhvr>
                                        <p:cTn id="37" dur="500"/>
                                        <p:tgtEl>
                                          <p:spTgt spid="64"/>
                                        </p:tgtEl>
                                      </p:cBhvr>
                                    </p:animEffect>
                                  </p:childTnLst>
                                </p:cTn>
                              </p:par>
                            </p:childTnLst>
                          </p:cTn>
                        </p:par>
                        <p:par>
                          <p:cTn id="38" fill="hold">
                            <p:stCondLst>
                              <p:cond delay="3000"/>
                            </p:stCondLst>
                            <p:childTnLst>
                              <p:par>
                                <p:cTn id="39" presetID="49" presetClass="entr" presetSubtype="0" decel="100000"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p:cTn id="41" dur="500" fill="hold"/>
                                        <p:tgtEl>
                                          <p:spTgt spid="6"/>
                                        </p:tgtEl>
                                        <p:attrNameLst>
                                          <p:attrName>ppt_w</p:attrName>
                                        </p:attrNameLst>
                                      </p:cBhvr>
                                      <p:tavLst>
                                        <p:tav tm="0">
                                          <p:val>
                                            <p:fltVal val="0"/>
                                          </p:val>
                                        </p:tav>
                                        <p:tav tm="100000">
                                          <p:val>
                                            <p:strVal val="#ppt_w"/>
                                          </p:val>
                                        </p:tav>
                                      </p:tavLst>
                                    </p:anim>
                                    <p:anim calcmode="lin" valueType="num">
                                      <p:cBhvr>
                                        <p:cTn id="42" dur="500" fill="hold"/>
                                        <p:tgtEl>
                                          <p:spTgt spid="6"/>
                                        </p:tgtEl>
                                        <p:attrNameLst>
                                          <p:attrName>ppt_h</p:attrName>
                                        </p:attrNameLst>
                                      </p:cBhvr>
                                      <p:tavLst>
                                        <p:tav tm="0">
                                          <p:val>
                                            <p:fltVal val="0"/>
                                          </p:val>
                                        </p:tav>
                                        <p:tav tm="100000">
                                          <p:val>
                                            <p:strVal val="#ppt_h"/>
                                          </p:val>
                                        </p:tav>
                                      </p:tavLst>
                                    </p:anim>
                                    <p:anim calcmode="lin" valueType="num">
                                      <p:cBhvr>
                                        <p:cTn id="43" dur="500" fill="hold"/>
                                        <p:tgtEl>
                                          <p:spTgt spid="6"/>
                                        </p:tgtEl>
                                        <p:attrNameLst>
                                          <p:attrName>style.rotation</p:attrName>
                                        </p:attrNameLst>
                                      </p:cBhvr>
                                      <p:tavLst>
                                        <p:tav tm="0">
                                          <p:val>
                                            <p:fltVal val="360"/>
                                          </p:val>
                                        </p:tav>
                                        <p:tav tm="100000">
                                          <p:val>
                                            <p:fltVal val="0"/>
                                          </p:val>
                                        </p:tav>
                                      </p:tavLst>
                                    </p:anim>
                                    <p:animEffect transition="in" filter="fade">
                                      <p:cBhvr>
                                        <p:cTn id="44" dur="500"/>
                                        <p:tgtEl>
                                          <p:spTgt spid="6"/>
                                        </p:tgtEl>
                                      </p:cBhvr>
                                    </p:animEffect>
                                  </p:childTnLst>
                                </p:cTn>
                              </p:par>
                            </p:childTnLst>
                          </p:cTn>
                        </p:par>
                        <p:par>
                          <p:cTn id="45" fill="hold">
                            <p:stCondLst>
                              <p:cond delay="3500"/>
                            </p:stCondLst>
                            <p:childTnLst>
                              <p:par>
                                <p:cTn id="46" presetID="53" presetClass="entr" presetSubtype="0" fill="hold" grpId="0" nodeType="afterEffect">
                                  <p:stCondLst>
                                    <p:cond delay="0"/>
                                  </p:stCondLst>
                                  <p:childTnLst>
                                    <p:set>
                                      <p:cBhvr>
                                        <p:cTn id="47" dur="1" fill="hold">
                                          <p:stCondLst>
                                            <p:cond delay="0"/>
                                          </p:stCondLst>
                                        </p:cTn>
                                        <p:tgtEl>
                                          <p:spTgt spid="24"/>
                                        </p:tgtEl>
                                        <p:attrNameLst>
                                          <p:attrName>style.visibility</p:attrName>
                                        </p:attrNameLst>
                                      </p:cBhvr>
                                      <p:to>
                                        <p:strVal val="visible"/>
                                      </p:to>
                                    </p:set>
                                    <p:anim calcmode="lin" valueType="num">
                                      <p:cBhvr>
                                        <p:cTn id="48" dur="500" fill="hold"/>
                                        <p:tgtEl>
                                          <p:spTgt spid="24"/>
                                        </p:tgtEl>
                                        <p:attrNameLst>
                                          <p:attrName>ppt_w</p:attrName>
                                        </p:attrNameLst>
                                      </p:cBhvr>
                                      <p:tavLst>
                                        <p:tav tm="0">
                                          <p:val>
                                            <p:fltVal val="0"/>
                                          </p:val>
                                        </p:tav>
                                        <p:tav tm="100000">
                                          <p:val>
                                            <p:strVal val="#ppt_w"/>
                                          </p:val>
                                        </p:tav>
                                      </p:tavLst>
                                    </p:anim>
                                    <p:anim calcmode="lin" valueType="num">
                                      <p:cBhvr>
                                        <p:cTn id="49" dur="500" fill="hold"/>
                                        <p:tgtEl>
                                          <p:spTgt spid="24"/>
                                        </p:tgtEl>
                                        <p:attrNameLst>
                                          <p:attrName>ppt_h</p:attrName>
                                        </p:attrNameLst>
                                      </p:cBhvr>
                                      <p:tavLst>
                                        <p:tav tm="0">
                                          <p:val>
                                            <p:fltVal val="0"/>
                                          </p:val>
                                        </p:tav>
                                        <p:tav tm="100000">
                                          <p:val>
                                            <p:strVal val="#ppt_h"/>
                                          </p:val>
                                        </p:tav>
                                      </p:tavLst>
                                    </p:anim>
                                    <p:animEffect transition="in" filter="fade">
                                      <p:cBhvr>
                                        <p:cTn id="50" dur="500"/>
                                        <p:tgtEl>
                                          <p:spTgt spid="24"/>
                                        </p:tgtEl>
                                      </p:cBhvr>
                                    </p:animEffect>
                                  </p:childTnLst>
                                </p:cTn>
                              </p:par>
                            </p:childTnLst>
                          </p:cTn>
                        </p:par>
                        <p:par>
                          <p:cTn id="51" fill="hold">
                            <p:stCondLst>
                              <p:cond delay="4000"/>
                            </p:stCondLst>
                            <p:childTnLst>
                              <p:par>
                                <p:cTn id="52" presetID="18" presetClass="entr" presetSubtype="6" fill="hold" grpId="0" nodeType="afterEffect">
                                  <p:stCondLst>
                                    <p:cond delay="0"/>
                                  </p:stCondLst>
                                  <p:childTnLst>
                                    <p:set>
                                      <p:cBhvr>
                                        <p:cTn id="53" dur="1" fill="hold">
                                          <p:stCondLst>
                                            <p:cond delay="0"/>
                                          </p:stCondLst>
                                        </p:cTn>
                                        <p:tgtEl>
                                          <p:spTgt spid="63"/>
                                        </p:tgtEl>
                                        <p:attrNameLst>
                                          <p:attrName>style.visibility</p:attrName>
                                        </p:attrNameLst>
                                      </p:cBhvr>
                                      <p:to>
                                        <p:strVal val="visible"/>
                                      </p:to>
                                    </p:set>
                                    <p:animEffect transition="in" filter="strips(downRight)">
                                      <p:cBhvr>
                                        <p:cTn id="54" dur="500"/>
                                        <p:tgtEl>
                                          <p:spTgt spid="63"/>
                                        </p:tgtEl>
                                      </p:cBhvr>
                                    </p:animEffect>
                                  </p:childTnLst>
                                </p:cTn>
                              </p:par>
                            </p:childTnLst>
                          </p:cTn>
                        </p:par>
                        <p:par>
                          <p:cTn id="55" fill="hold">
                            <p:stCondLst>
                              <p:cond delay="4500"/>
                            </p:stCondLst>
                            <p:childTnLst>
                              <p:par>
                                <p:cTn id="56" presetID="49" presetClass="entr" presetSubtype="0" decel="100000" fill="hold" nodeType="after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 fill="hold"/>
                                        <p:tgtEl>
                                          <p:spTgt spid="7"/>
                                        </p:tgtEl>
                                        <p:attrNameLst>
                                          <p:attrName>ppt_w</p:attrName>
                                        </p:attrNameLst>
                                      </p:cBhvr>
                                      <p:tavLst>
                                        <p:tav tm="0">
                                          <p:val>
                                            <p:fltVal val="0"/>
                                          </p:val>
                                        </p:tav>
                                        <p:tav tm="100000">
                                          <p:val>
                                            <p:strVal val="#ppt_w"/>
                                          </p:val>
                                        </p:tav>
                                      </p:tavLst>
                                    </p:anim>
                                    <p:anim calcmode="lin" valueType="num">
                                      <p:cBhvr>
                                        <p:cTn id="59" dur="500" fill="hold"/>
                                        <p:tgtEl>
                                          <p:spTgt spid="7"/>
                                        </p:tgtEl>
                                        <p:attrNameLst>
                                          <p:attrName>ppt_h</p:attrName>
                                        </p:attrNameLst>
                                      </p:cBhvr>
                                      <p:tavLst>
                                        <p:tav tm="0">
                                          <p:val>
                                            <p:fltVal val="0"/>
                                          </p:val>
                                        </p:tav>
                                        <p:tav tm="100000">
                                          <p:val>
                                            <p:strVal val="#ppt_h"/>
                                          </p:val>
                                        </p:tav>
                                      </p:tavLst>
                                    </p:anim>
                                    <p:anim calcmode="lin" valueType="num">
                                      <p:cBhvr>
                                        <p:cTn id="60" dur="500" fill="hold"/>
                                        <p:tgtEl>
                                          <p:spTgt spid="7"/>
                                        </p:tgtEl>
                                        <p:attrNameLst>
                                          <p:attrName>style.rotation</p:attrName>
                                        </p:attrNameLst>
                                      </p:cBhvr>
                                      <p:tavLst>
                                        <p:tav tm="0">
                                          <p:val>
                                            <p:fltVal val="360"/>
                                          </p:val>
                                        </p:tav>
                                        <p:tav tm="100000">
                                          <p:val>
                                            <p:fltVal val="0"/>
                                          </p:val>
                                        </p:tav>
                                      </p:tavLst>
                                    </p:anim>
                                    <p:animEffect transition="in" filter="fade">
                                      <p:cBhvr>
                                        <p:cTn id="61" dur="500"/>
                                        <p:tgtEl>
                                          <p:spTgt spid="7"/>
                                        </p:tgtEl>
                                      </p:cBhvr>
                                    </p:animEffect>
                                  </p:childTnLst>
                                </p:cTn>
                              </p:par>
                            </p:childTnLst>
                          </p:cTn>
                        </p:par>
                        <p:par>
                          <p:cTn id="62" fill="hold">
                            <p:stCondLst>
                              <p:cond delay="5000"/>
                            </p:stCondLst>
                            <p:childTnLst>
                              <p:par>
                                <p:cTn id="63" presetID="53" presetClass="entr" presetSubtype="0" fill="hold" grpId="0" nodeType="afterEffect">
                                  <p:stCondLst>
                                    <p:cond delay="0"/>
                                  </p:stCondLst>
                                  <p:childTnLst>
                                    <p:set>
                                      <p:cBhvr>
                                        <p:cTn id="64" dur="1" fill="hold">
                                          <p:stCondLst>
                                            <p:cond delay="0"/>
                                          </p:stCondLst>
                                        </p:cTn>
                                        <p:tgtEl>
                                          <p:spTgt spid="21"/>
                                        </p:tgtEl>
                                        <p:attrNameLst>
                                          <p:attrName>style.visibility</p:attrName>
                                        </p:attrNameLst>
                                      </p:cBhvr>
                                      <p:to>
                                        <p:strVal val="visible"/>
                                      </p:to>
                                    </p:set>
                                    <p:anim calcmode="lin" valueType="num">
                                      <p:cBhvr>
                                        <p:cTn id="65" dur="500" fill="hold"/>
                                        <p:tgtEl>
                                          <p:spTgt spid="21"/>
                                        </p:tgtEl>
                                        <p:attrNameLst>
                                          <p:attrName>ppt_w</p:attrName>
                                        </p:attrNameLst>
                                      </p:cBhvr>
                                      <p:tavLst>
                                        <p:tav tm="0">
                                          <p:val>
                                            <p:fltVal val="0"/>
                                          </p:val>
                                        </p:tav>
                                        <p:tav tm="100000">
                                          <p:val>
                                            <p:strVal val="#ppt_w"/>
                                          </p:val>
                                        </p:tav>
                                      </p:tavLst>
                                    </p:anim>
                                    <p:anim calcmode="lin" valueType="num">
                                      <p:cBhvr>
                                        <p:cTn id="66" dur="500" fill="hold"/>
                                        <p:tgtEl>
                                          <p:spTgt spid="21"/>
                                        </p:tgtEl>
                                        <p:attrNameLst>
                                          <p:attrName>ppt_h</p:attrName>
                                        </p:attrNameLst>
                                      </p:cBhvr>
                                      <p:tavLst>
                                        <p:tav tm="0">
                                          <p:val>
                                            <p:fltVal val="0"/>
                                          </p:val>
                                        </p:tav>
                                        <p:tav tm="100000">
                                          <p:val>
                                            <p:strVal val="#ppt_h"/>
                                          </p:val>
                                        </p:tav>
                                      </p:tavLst>
                                    </p:anim>
                                    <p:animEffect transition="in" filter="fade">
                                      <p:cBhvr>
                                        <p:cTn id="67" dur="500"/>
                                        <p:tgtEl>
                                          <p:spTgt spid="21"/>
                                        </p:tgtEl>
                                      </p:cBhvr>
                                    </p:animEffect>
                                  </p:childTnLst>
                                </p:cTn>
                              </p:par>
                            </p:childTnLst>
                          </p:cTn>
                        </p:par>
                        <p:par>
                          <p:cTn id="68" fill="hold">
                            <p:stCondLst>
                              <p:cond delay="5500"/>
                            </p:stCondLst>
                            <p:childTnLst>
                              <p:par>
                                <p:cTn id="69" presetID="2" presetClass="entr" presetSubtype="4" accel="50000" decel="50000" fill="hold" nodeType="afterEffect">
                                  <p:stCondLst>
                                    <p:cond delay="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500" fill="hold"/>
                                        <p:tgtEl>
                                          <p:spTgt spid="8"/>
                                        </p:tgtEl>
                                        <p:attrNameLst>
                                          <p:attrName>ppt_x</p:attrName>
                                        </p:attrNameLst>
                                      </p:cBhvr>
                                      <p:tavLst>
                                        <p:tav tm="0">
                                          <p:val>
                                            <p:strVal val="#ppt_x"/>
                                          </p:val>
                                        </p:tav>
                                        <p:tav tm="100000">
                                          <p:val>
                                            <p:strVal val="#ppt_x"/>
                                          </p:val>
                                        </p:tav>
                                      </p:tavLst>
                                    </p:anim>
                                    <p:anim calcmode="lin" valueType="num">
                                      <p:cBhvr additive="base">
                                        <p:cTn id="72" dur="500" fill="hold"/>
                                        <p:tgtEl>
                                          <p:spTgt spid="8"/>
                                        </p:tgtEl>
                                        <p:attrNameLst>
                                          <p:attrName>ppt_y</p:attrName>
                                        </p:attrNameLst>
                                      </p:cBhvr>
                                      <p:tavLst>
                                        <p:tav tm="0">
                                          <p:val>
                                            <p:strVal val="1+#ppt_h/2"/>
                                          </p:val>
                                        </p:tav>
                                        <p:tav tm="100000">
                                          <p:val>
                                            <p:strVal val="#ppt_y"/>
                                          </p:val>
                                        </p:tav>
                                      </p:tavLst>
                                    </p:anim>
                                  </p:childTnLst>
                                </p:cTn>
                              </p:par>
                            </p:childTnLst>
                          </p:cTn>
                        </p:par>
                        <p:par>
                          <p:cTn id="73" fill="hold">
                            <p:stCondLst>
                              <p:cond delay="6000"/>
                            </p:stCondLst>
                            <p:childTnLst>
                              <p:par>
                                <p:cTn id="74" presetID="2" presetClass="entr" presetSubtype="4" accel="50000" decel="50000" fill="hold" nodeType="afterEffect">
                                  <p:stCondLst>
                                    <p:cond delay="0"/>
                                  </p:stCondLst>
                                  <p:childTnLst>
                                    <p:set>
                                      <p:cBhvr>
                                        <p:cTn id="75" dur="1" fill="hold">
                                          <p:stCondLst>
                                            <p:cond delay="0"/>
                                          </p:stCondLst>
                                        </p:cTn>
                                        <p:tgtEl>
                                          <p:spTgt spid="9"/>
                                        </p:tgtEl>
                                        <p:attrNameLst>
                                          <p:attrName>style.visibility</p:attrName>
                                        </p:attrNameLst>
                                      </p:cBhvr>
                                      <p:to>
                                        <p:strVal val="visible"/>
                                      </p:to>
                                    </p:set>
                                    <p:anim calcmode="lin" valueType="num">
                                      <p:cBhvr additive="base">
                                        <p:cTn id="76" dur="500" fill="hold"/>
                                        <p:tgtEl>
                                          <p:spTgt spid="9"/>
                                        </p:tgtEl>
                                        <p:attrNameLst>
                                          <p:attrName>ppt_x</p:attrName>
                                        </p:attrNameLst>
                                      </p:cBhvr>
                                      <p:tavLst>
                                        <p:tav tm="0">
                                          <p:val>
                                            <p:strVal val="#ppt_x"/>
                                          </p:val>
                                        </p:tav>
                                        <p:tav tm="100000">
                                          <p:val>
                                            <p:strVal val="#ppt_x"/>
                                          </p:val>
                                        </p:tav>
                                      </p:tavLst>
                                    </p:anim>
                                    <p:anim calcmode="lin" valueType="num">
                                      <p:cBhvr additive="base">
                                        <p:cTn id="77" dur="500" fill="hold"/>
                                        <p:tgtEl>
                                          <p:spTgt spid="9"/>
                                        </p:tgtEl>
                                        <p:attrNameLst>
                                          <p:attrName>ppt_y</p:attrName>
                                        </p:attrNameLst>
                                      </p:cBhvr>
                                      <p:tavLst>
                                        <p:tav tm="0">
                                          <p:val>
                                            <p:strVal val="1+#ppt_h/2"/>
                                          </p:val>
                                        </p:tav>
                                        <p:tav tm="100000">
                                          <p:val>
                                            <p:strVal val="#ppt_y"/>
                                          </p:val>
                                        </p:tav>
                                      </p:tavLst>
                                    </p:anim>
                                  </p:childTnLst>
                                </p:cTn>
                              </p:par>
                            </p:childTnLst>
                          </p:cTn>
                        </p:par>
                        <p:par>
                          <p:cTn id="78" fill="hold">
                            <p:stCondLst>
                              <p:cond delay="6500"/>
                            </p:stCondLst>
                            <p:childTnLst>
                              <p:par>
                                <p:cTn id="79" presetID="2" presetClass="entr" presetSubtype="4" accel="50000" decel="50000" fill="hold" nodeType="afterEffect">
                                  <p:stCondLst>
                                    <p:cond delay="0"/>
                                  </p:stCondLst>
                                  <p:childTnLst>
                                    <p:set>
                                      <p:cBhvr>
                                        <p:cTn id="80" dur="1" fill="hold">
                                          <p:stCondLst>
                                            <p:cond delay="0"/>
                                          </p:stCondLst>
                                        </p:cTn>
                                        <p:tgtEl>
                                          <p:spTgt spid="10"/>
                                        </p:tgtEl>
                                        <p:attrNameLst>
                                          <p:attrName>style.visibility</p:attrName>
                                        </p:attrNameLst>
                                      </p:cBhvr>
                                      <p:to>
                                        <p:strVal val="visible"/>
                                      </p:to>
                                    </p:set>
                                    <p:anim calcmode="lin" valueType="num">
                                      <p:cBhvr additive="base">
                                        <p:cTn id="81" dur="500" fill="hold"/>
                                        <p:tgtEl>
                                          <p:spTgt spid="10"/>
                                        </p:tgtEl>
                                        <p:attrNameLst>
                                          <p:attrName>ppt_x</p:attrName>
                                        </p:attrNameLst>
                                      </p:cBhvr>
                                      <p:tavLst>
                                        <p:tav tm="0">
                                          <p:val>
                                            <p:strVal val="#ppt_x"/>
                                          </p:val>
                                        </p:tav>
                                        <p:tav tm="100000">
                                          <p:val>
                                            <p:strVal val="#ppt_x"/>
                                          </p:val>
                                        </p:tav>
                                      </p:tavLst>
                                    </p:anim>
                                    <p:anim calcmode="lin" valueType="num">
                                      <p:cBhvr additive="base">
                                        <p:cTn id="82" dur="500" fill="hold"/>
                                        <p:tgtEl>
                                          <p:spTgt spid="10"/>
                                        </p:tgtEl>
                                        <p:attrNameLst>
                                          <p:attrName>ppt_y</p:attrName>
                                        </p:attrNameLst>
                                      </p:cBhvr>
                                      <p:tavLst>
                                        <p:tav tm="0">
                                          <p:val>
                                            <p:strVal val="1+#ppt_h/2"/>
                                          </p:val>
                                        </p:tav>
                                        <p:tav tm="100000">
                                          <p:val>
                                            <p:strVal val="#ppt_y"/>
                                          </p:val>
                                        </p:tav>
                                      </p:tavLst>
                                    </p:anim>
                                  </p:childTnLst>
                                </p:cTn>
                              </p:par>
                            </p:childTnLst>
                          </p:cTn>
                        </p:par>
                        <p:par>
                          <p:cTn id="83" fill="hold">
                            <p:stCondLst>
                              <p:cond delay="7000"/>
                            </p:stCondLst>
                            <p:childTnLst>
                              <p:par>
                                <p:cTn id="84" presetID="2" presetClass="entr" presetSubtype="4" accel="50000" decel="50000" fill="hold" nodeType="after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500" fill="hold"/>
                                        <p:tgtEl>
                                          <p:spTgt spid="11"/>
                                        </p:tgtEl>
                                        <p:attrNameLst>
                                          <p:attrName>ppt_x</p:attrName>
                                        </p:attrNameLst>
                                      </p:cBhvr>
                                      <p:tavLst>
                                        <p:tav tm="0">
                                          <p:val>
                                            <p:strVal val="#ppt_x"/>
                                          </p:val>
                                        </p:tav>
                                        <p:tav tm="100000">
                                          <p:val>
                                            <p:strVal val="#ppt_x"/>
                                          </p:val>
                                        </p:tav>
                                      </p:tavLst>
                                    </p:anim>
                                    <p:anim calcmode="lin" valueType="num">
                                      <p:cBhvr additive="base">
                                        <p:cTn id="87"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4" grpId="0" animBg="1"/>
      <p:bldP spid="21" grpId="0" animBg="1"/>
      <p:bldP spid="22" grpId="0" animBg="1"/>
      <p:bldP spid="23" grpId="0" animBg="1"/>
      <p:bldP spid="24"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Gear Flow Object</a:t>
            </a:r>
            <a:endParaRPr lang="en-US" dirty="0"/>
          </a:p>
        </p:txBody>
      </p:sp>
      <p:sp>
        <p:nvSpPr>
          <p:cNvPr id="4" name="Text Placeholder 3"/>
          <p:cNvSpPr>
            <a:spLocks noGrp="1"/>
          </p:cNvSpPr>
          <p:nvPr>
            <p:ph type="body" sz="half" idx="2"/>
          </p:nvPr>
        </p:nvSpPr>
        <p:spPr/>
        <p:txBody>
          <a:bodyPr/>
          <a:lstStyle/>
          <a:p>
            <a:r>
              <a:rPr lang="en-US"/>
              <a:t>Gear Flow Object</a:t>
            </a:r>
            <a:endParaRPr lang="en-US" dirty="0"/>
          </a:p>
        </p:txBody>
      </p:sp>
      <p:sp>
        <p:nvSpPr>
          <p:cNvPr id="41" name="Slide Number Placeholder 40"/>
          <p:cNvSpPr>
            <a:spLocks noGrp="1"/>
          </p:cNvSpPr>
          <p:nvPr>
            <p:ph type="sldNum" sz="quarter" idx="12"/>
          </p:nvPr>
        </p:nvSpPr>
        <p:spPr/>
        <p:txBody>
          <a:bodyPr/>
          <a:lstStyle/>
          <a:p>
            <a:fld id="{C136B7D2-B98C-44FD-8D04-7EC62A564975}" type="slidenum">
              <a:rPr lang="en-US" smtClean="0"/>
              <a:pPr/>
              <a:t>205</a:t>
            </a:fld>
            <a:endParaRPr lang="en-US" dirty="0"/>
          </a:p>
        </p:txBody>
      </p:sp>
      <p:sp>
        <p:nvSpPr>
          <p:cNvPr id="62" name="Arc 61"/>
          <p:cNvSpPr/>
          <p:nvPr/>
        </p:nvSpPr>
        <p:spPr>
          <a:xfrm rot="19051047">
            <a:off x="3752249" y="1309328"/>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101" name="Freeform 5"/>
          <p:cNvSpPr>
            <a:spLocks/>
          </p:cNvSpPr>
          <p:nvPr/>
        </p:nvSpPr>
        <p:spPr bwMode="auto">
          <a:xfrm>
            <a:off x="3217863" y="1659753"/>
            <a:ext cx="1355725" cy="1382713"/>
          </a:xfrm>
          <a:custGeom>
            <a:avLst/>
            <a:gdLst/>
            <a:ahLst/>
            <a:cxnLst>
              <a:cxn ang="0">
                <a:pos x="361" y="458"/>
              </a:cxn>
              <a:cxn ang="0">
                <a:pos x="455" y="364"/>
              </a:cxn>
              <a:cxn ang="0">
                <a:pos x="455" y="0"/>
              </a:cxn>
              <a:cxn ang="0">
                <a:pos x="394" y="0"/>
              </a:cxn>
              <a:cxn ang="0">
                <a:pos x="374" y="92"/>
              </a:cxn>
              <a:cxn ang="0">
                <a:pos x="303" y="115"/>
              </a:cxn>
              <a:cxn ang="0">
                <a:pos x="233" y="53"/>
              </a:cxn>
              <a:cxn ang="0">
                <a:pos x="136" y="123"/>
              </a:cxn>
              <a:cxn ang="0">
                <a:pos x="175" y="209"/>
              </a:cxn>
              <a:cxn ang="0">
                <a:pos x="131" y="270"/>
              </a:cxn>
              <a:cxn ang="0">
                <a:pos x="37" y="260"/>
              </a:cxn>
              <a:cxn ang="0">
                <a:pos x="0" y="374"/>
              </a:cxn>
              <a:cxn ang="0">
                <a:pos x="82" y="421"/>
              </a:cxn>
              <a:cxn ang="0">
                <a:pos x="80" y="464"/>
              </a:cxn>
              <a:cxn ang="0">
                <a:pos x="361" y="464"/>
              </a:cxn>
              <a:cxn ang="0">
                <a:pos x="361" y="458"/>
              </a:cxn>
            </a:cxnLst>
            <a:rect l="0" t="0" r="r" b="b"/>
            <a:pathLst>
              <a:path w="455" h="464">
                <a:moveTo>
                  <a:pt x="361" y="458"/>
                </a:moveTo>
                <a:cubicBezTo>
                  <a:pt x="361" y="406"/>
                  <a:pt x="403" y="364"/>
                  <a:pt x="455" y="364"/>
                </a:cubicBezTo>
                <a:cubicBezTo>
                  <a:pt x="455" y="0"/>
                  <a:pt x="455" y="0"/>
                  <a:pt x="455" y="0"/>
                </a:cubicBezTo>
                <a:cubicBezTo>
                  <a:pt x="394" y="0"/>
                  <a:pt x="394" y="0"/>
                  <a:pt x="394" y="0"/>
                </a:cubicBezTo>
                <a:cubicBezTo>
                  <a:pt x="374" y="92"/>
                  <a:pt x="374" y="92"/>
                  <a:pt x="374" y="92"/>
                </a:cubicBezTo>
                <a:cubicBezTo>
                  <a:pt x="350" y="98"/>
                  <a:pt x="326" y="105"/>
                  <a:pt x="303" y="115"/>
                </a:cubicBezTo>
                <a:cubicBezTo>
                  <a:pt x="233" y="53"/>
                  <a:pt x="233" y="53"/>
                  <a:pt x="233" y="53"/>
                </a:cubicBezTo>
                <a:cubicBezTo>
                  <a:pt x="136" y="123"/>
                  <a:pt x="136" y="123"/>
                  <a:pt x="136" y="123"/>
                </a:cubicBezTo>
                <a:cubicBezTo>
                  <a:pt x="175" y="209"/>
                  <a:pt x="175" y="209"/>
                  <a:pt x="175" y="209"/>
                </a:cubicBezTo>
                <a:cubicBezTo>
                  <a:pt x="158" y="228"/>
                  <a:pt x="144" y="248"/>
                  <a:pt x="131" y="270"/>
                </a:cubicBezTo>
                <a:cubicBezTo>
                  <a:pt x="37" y="260"/>
                  <a:pt x="37" y="260"/>
                  <a:pt x="37" y="260"/>
                </a:cubicBezTo>
                <a:cubicBezTo>
                  <a:pt x="0" y="374"/>
                  <a:pt x="0" y="374"/>
                  <a:pt x="0" y="374"/>
                </a:cubicBezTo>
                <a:cubicBezTo>
                  <a:pt x="82" y="421"/>
                  <a:pt x="82" y="421"/>
                  <a:pt x="82" y="421"/>
                </a:cubicBezTo>
                <a:cubicBezTo>
                  <a:pt x="80" y="436"/>
                  <a:pt x="80" y="450"/>
                  <a:pt x="80" y="464"/>
                </a:cubicBezTo>
                <a:cubicBezTo>
                  <a:pt x="361" y="464"/>
                  <a:pt x="361" y="464"/>
                  <a:pt x="361" y="464"/>
                </a:cubicBezTo>
                <a:cubicBezTo>
                  <a:pt x="361" y="462"/>
                  <a:pt x="361" y="460"/>
                  <a:pt x="361" y="45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Text Placeholder 3"/>
          <p:cNvSpPr txBox="1">
            <a:spLocks/>
          </p:cNvSpPr>
          <p:nvPr/>
        </p:nvSpPr>
        <p:spPr>
          <a:xfrm>
            <a:off x="3756370" y="2599932"/>
            <a:ext cx="705321" cy="153888"/>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bg1"/>
                </a:solidFill>
                <a:effectLst/>
                <a:uLnTx/>
                <a:uFillTx/>
                <a:latin typeface="+mn-lt"/>
                <a:ea typeface="+mn-ea"/>
                <a:cs typeface="+mn-cs"/>
              </a:rPr>
              <a:t>KEY WORD</a:t>
            </a:r>
          </a:p>
        </p:txBody>
      </p:sp>
      <p:sp>
        <p:nvSpPr>
          <p:cNvPr id="4104" name="Freeform 8"/>
          <p:cNvSpPr>
            <a:spLocks/>
          </p:cNvSpPr>
          <p:nvPr/>
        </p:nvSpPr>
        <p:spPr bwMode="auto">
          <a:xfrm>
            <a:off x="3221038" y="3042466"/>
            <a:ext cx="1352550" cy="1346200"/>
          </a:xfrm>
          <a:custGeom>
            <a:avLst/>
            <a:gdLst/>
            <a:ahLst/>
            <a:cxnLst>
              <a:cxn ang="0">
                <a:pos x="360" y="0"/>
              </a:cxn>
              <a:cxn ang="0">
                <a:pos x="79" y="0"/>
              </a:cxn>
              <a:cxn ang="0">
                <a:pos x="81" y="32"/>
              </a:cxn>
              <a:cxn ang="0">
                <a:pos x="0" y="79"/>
              </a:cxn>
              <a:cxn ang="0">
                <a:pos x="37" y="193"/>
              </a:cxn>
              <a:cxn ang="0">
                <a:pos x="131" y="183"/>
              </a:cxn>
              <a:cxn ang="0">
                <a:pos x="174" y="243"/>
              </a:cxn>
              <a:cxn ang="0">
                <a:pos x="136" y="330"/>
              </a:cxn>
              <a:cxn ang="0">
                <a:pos x="234" y="400"/>
              </a:cxn>
              <a:cxn ang="0">
                <a:pos x="304" y="337"/>
              </a:cxn>
              <a:cxn ang="0">
                <a:pos x="338" y="350"/>
              </a:cxn>
              <a:cxn ang="0">
                <a:pos x="374" y="360"/>
              </a:cxn>
              <a:cxn ang="0">
                <a:pos x="394" y="452"/>
              </a:cxn>
              <a:cxn ang="0">
                <a:pos x="454" y="452"/>
              </a:cxn>
              <a:cxn ang="0">
                <a:pos x="454" y="87"/>
              </a:cxn>
              <a:cxn ang="0">
                <a:pos x="360" y="0"/>
              </a:cxn>
            </a:cxnLst>
            <a:rect l="0" t="0" r="r" b="b"/>
            <a:pathLst>
              <a:path w="454" h="452">
                <a:moveTo>
                  <a:pt x="360" y="0"/>
                </a:moveTo>
                <a:cubicBezTo>
                  <a:pt x="79" y="0"/>
                  <a:pt x="79" y="0"/>
                  <a:pt x="79" y="0"/>
                </a:cubicBezTo>
                <a:cubicBezTo>
                  <a:pt x="79" y="11"/>
                  <a:pt x="80" y="21"/>
                  <a:pt x="81" y="32"/>
                </a:cubicBezTo>
                <a:cubicBezTo>
                  <a:pt x="0" y="79"/>
                  <a:pt x="0" y="79"/>
                  <a:pt x="0" y="79"/>
                </a:cubicBezTo>
                <a:cubicBezTo>
                  <a:pt x="37" y="193"/>
                  <a:pt x="37" y="193"/>
                  <a:pt x="37" y="193"/>
                </a:cubicBezTo>
                <a:cubicBezTo>
                  <a:pt x="131" y="183"/>
                  <a:pt x="131" y="183"/>
                  <a:pt x="131" y="183"/>
                </a:cubicBezTo>
                <a:cubicBezTo>
                  <a:pt x="143" y="205"/>
                  <a:pt x="158" y="225"/>
                  <a:pt x="174" y="243"/>
                </a:cubicBezTo>
                <a:cubicBezTo>
                  <a:pt x="136" y="330"/>
                  <a:pt x="136" y="330"/>
                  <a:pt x="136" y="330"/>
                </a:cubicBezTo>
                <a:cubicBezTo>
                  <a:pt x="234" y="400"/>
                  <a:pt x="234" y="400"/>
                  <a:pt x="234" y="400"/>
                </a:cubicBezTo>
                <a:cubicBezTo>
                  <a:pt x="304" y="337"/>
                  <a:pt x="304" y="337"/>
                  <a:pt x="304" y="337"/>
                </a:cubicBezTo>
                <a:cubicBezTo>
                  <a:pt x="315" y="342"/>
                  <a:pt x="327" y="346"/>
                  <a:pt x="338" y="350"/>
                </a:cubicBezTo>
                <a:cubicBezTo>
                  <a:pt x="350" y="354"/>
                  <a:pt x="362" y="357"/>
                  <a:pt x="374" y="360"/>
                </a:cubicBezTo>
                <a:cubicBezTo>
                  <a:pt x="394" y="452"/>
                  <a:pt x="394" y="452"/>
                  <a:pt x="394" y="452"/>
                </a:cubicBezTo>
                <a:cubicBezTo>
                  <a:pt x="454" y="452"/>
                  <a:pt x="454" y="452"/>
                  <a:pt x="454" y="452"/>
                </a:cubicBezTo>
                <a:cubicBezTo>
                  <a:pt x="454" y="87"/>
                  <a:pt x="454" y="87"/>
                  <a:pt x="454" y="87"/>
                </a:cubicBezTo>
                <a:cubicBezTo>
                  <a:pt x="404" y="87"/>
                  <a:pt x="364" y="49"/>
                  <a:pt x="360"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Text Placeholder 3"/>
          <p:cNvSpPr txBox="1">
            <a:spLocks/>
          </p:cNvSpPr>
          <p:nvPr/>
        </p:nvSpPr>
        <p:spPr>
          <a:xfrm>
            <a:off x="3756370" y="3579251"/>
            <a:ext cx="705321" cy="153888"/>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bg1"/>
                </a:solidFill>
                <a:effectLst/>
                <a:uLnTx/>
                <a:uFillTx/>
                <a:latin typeface="+mn-lt"/>
                <a:ea typeface="+mn-ea"/>
                <a:cs typeface="+mn-cs"/>
              </a:rPr>
              <a:t>KEY WORD</a:t>
            </a:r>
          </a:p>
        </p:txBody>
      </p:sp>
      <p:sp>
        <p:nvSpPr>
          <p:cNvPr id="4103" name="Freeform 7"/>
          <p:cNvSpPr>
            <a:spLocks/>
          </p:cNvSpPr>
          <p:nvPr/>
        </p:nvSpPr>
        <p:spPr bwMode="auto">
          <a:xfrm>
            <a:off x="4573588" y="3042466"/>
            <a:ext cx="1352550" cy="1346200"/>
          </a:xfrm>
          <a:custGeom>
            <a:avLst/>
            <a:gdLst/>
            <a:ahLst/>
            <a:cxnLst>
              <a:cxn ang="0">
                <a:pos x="374" y="0"/>
              </a:cxn>
              <a:cxn ang="0">
                <a:pos x="93" y="0"/>
              </a:cxn>
              <a:cxn ang="0">
                <a:pos x="0" y="87"/>
              </a:cxn>
              <a:cxn ang="0">
                <a:pos x="0" y="452"/>
              </a:cxn>
              <a:cxn ang="0">
                <a:pos x="60" y="452"/>
              </a:cxn>
              <a:cxn ang="0">
                <a:pos x="80" y="359"/>
              </a:cxn>
              <a:cxn ang="0">
                <a:pos x="151" y="336"/>
              </a:cxn>
              <a:cxn ang="0">
                <a:pos x="221" y="399"/>
              </a:cxn>
              <a:cxn ang="0">
                <a:pos x="318" y="328"/>
              </a:cxn>
              <a:cxn ang="0">
                <a:pos x="279" y="242"/>
              </a:cxn>
              <a:cxn ang="0">
                <a:pos x="323" y="182"/>
              </a:cxn>
              <a:cxn ang="0">
                <a:pos x="417" y="192"/>
              </a:cxn>
              <a:cxn ang="0">
                <a:pos x="454" y="77"/>
              </a:cxn>
              <a:cxn ang="0">
                <a:pos x="372" y="30"/>
              </a:cxn>
              <a:cxn ang="0">
                <a:pos x="374" y="0"/>
              </a:cxn>
            </a:cxnLst>
            <a:rect l="0" t="0" r="r" b="b"/>
            <a:pathLst>
              <a:path w="454" h="452">
                <a:moveTo>
                  <a:pt x="374" y="0"/>
                </a:moveTo>
                <a:cubicBezTo>
                  <a:pt x="93" y="0"/>
                  <a:pt x="93" y="0"/>
                  <a:pt x="93" y="0"/>
                </a:cubicBezTo>
                <a:cubicBezTo>
                  <a:pt x="89" y="49"/>
                  <a:pt x="49" y="87"/>
                  <a:pt x="0" y="87"/>
                </a:cubicBezTo>
                <a:cubicBezTo>
                  <a:pt x="0" y="452"/>
                  <a:pt x="0" y="452"/>
                  <a:pt x="0" y="452"/>
                </a:cubicBezTo>
                <a:cubicBezTo>
                  <a:pt x="60" y="452"/>
                  <a:pt x="60" y="452"/>
                  <a:pt x="60" y="452"/>
                </a:cubicBezTo>
                <a:cubicBezTo>
                  <a:pt x="80" y="359"/>
                  <a:pt x="80" y="359"/>
                  <a:pt x="80" y="359"/>
                </a:cubicBezTo>
                <a:cubicBezTo>
                  <a:pt x="104" y="354"/>
                  <a:pt x="128" y="346"/>
                  <a:pt x="151" y="336"/>
                </a:cubicBezTo>
                <a:cubicBezTo>
                  <a:pt x="221" y="399"/>
                  <a:pt x="221" y="399"/>
                  <a:pt x="221" y="399"/>
                </a:cubicBezTo>
                <a:cubicBezTo>
                  <a:pt x="318" y="328"/>
                  <a:pt x="318" y="328"/>
                  <a:pt x="318" y="328"/>
                </a:cubicBezTo>
                <a:cubicBezTo>
                  <a:pt x="279" y="242"/>
                  <a:pt x="279" y="242"/>
                  <a:pt x="279" y="242"/>
                </a:cubicBezTo>
                <a:cubicBezTo>
                  <a:pt x="296" y="224"/>
                  <a:pt x="310" y="204"/>
                  <a:pt x="323" y="182"/>
                </a:cubicBezTo>
                <a:cubicBezTo>
                  <a:pt x="417" y="192"/>
                  <a:pt x="417" y="192"/>
                  <a:pt x="417" y="192"/>
                </a:cubicBezTo>
                <a:cubicBezTo>
                  <a:pt x="454" y="77"/>
                  <a:pt x="454" y="77"/>
                  <a:pt x="454" y="77"/>
                </a:cubicBezTo>
                <a:cubicBezTo>
                  <a:pt x="372" y="30"/>
                  <a:pt x="372" y="30"/>
                  <a:pt x="372" y="30"/>
                </a:cubicBezTo>
                <a:cubicBezTo>
                  <a:pt x="373" y="20"/>
                  <a:pt x="374" y="10"/>
                  <a:pt x="374"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Text Placeholder 3"/>
          <p:cNvSpPr txBox="1">
            <a:spLocks/>
          </p:cNvSpPr>
          <p:nvPr/>
        </p:nvSpPr>
        <p:spPr>
          <a:xfrm>
            <a:off x="4678082" y="3579251"/>
            <a:ext cx="705321" cy="153888"/>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bg1"/>
                </a:solidFill>
                <a:effectLst/>
                <a:uLnTx/>
                <a:uFillTx/>
                <a:latin typeface="+mn-lt"/>
                <a:ea typeface="+mn-ea"/>
                <a:cs typeface="+mn-cs"/>
              </a:rPr>
              <a:t>KEY WORD</a:t>
            </a:r>
          </a:p>
        </p:txBody>
      </p:sp>
      <p:sp>
        <p:nvSpPr>
          <p:cNvPr id="4102" name="Freeform 6"/>
          <p:cNvSpPr>
            <a:spLocks/>
          </p:cNvSpPr>
          <p:nvPr/>
        </p:nvSpPr>
        <p:spPr bwMode="auto">
          <a:xfrm>
            <a:off x="4573588" y="1659753"/>
            <a:ext cx="1349375" cy="1382713"/>
          </a:xfrm>
          <a:custGeom>
            <a:avLst/>
            <a:gdLst/>
            <a:ahLst/>
            <a:cxnLst>
              <a:cxn ang="0">
                <a:pos x="93" y="458"/>
              </a:cxn>
              <a:cxn ang="0">
                <a:pos x="93" y="464"/>
              </a:cxn>
              <a:cxn ang="0">
                <a:pos x="374" y="464"/>
              </a:cxn>
              <a:cxn ang="0">
                <a:pos x="372" y="420"/>
              </a:cxn>
              <a:cxn ang="0">
                <a:pos x="453" y="373"/>
              </a:cxn>
              <a:cxn ang="0">
                <a:pos x="416" y="259"/>
              </a:cxn>
              <a:cxn ang="0">
                <a:pos x="322" y="268"/>
              </a:cxn>
              <a:cxn ang="0">
                <a:pos x="279" y="208"/>
              </a:cxn>
              <a:cxn ang="0">
                <a:pos x="317" y="122"/>
              </a:cxn>
              <a:cxn ang="0">
                <a:pos x="219" y="52"/>
              </a:cxn>
              <a:cxn ang="0">
                <a:pos x="149" y="115"/>
              </a:cxn>
              <a:cxn ang="0">
                <a:pos x="114" y="102"/>
              </a:cxn>
              <a:cxn ang="0">
                <a:pos x="79" y="92"/>
              </a:cxn>
              <a:cxn ang="0">
                <a:pos x="59" y="0"/>
              </a:cxn>
              <a:cxn ang="0">
                <a:pos x="0" y="0"/>
              </a:cxn>
              <a:cxn ang="0">
                <a:pos x="0" y="364"/>
              </a:cxn>
              <a:cxn ang="0">
                <a:pos x="93" y="458"/>
              </a:cxn>
            </a:cxnLst>
            <a:rect l="0" t="0" r="r" b="b"/>
            <a:pathLst>
              <a:path w="453" h="464">
                <a:moveTo>
                  <a:pt x="93" y="458"/>
                </a:moveTo>
                <a:cubicBezTo>
                  <a:pt x="93" y="460"/>
                  <a:pt x="93" y="462"/>
                  <a:pt x="93" y="464"/>
                </a:cubicBezTo>
                <a:cubicBezTo>
                  <a:pt x="374" y="464"/>
                  <a:pt x="374" y="464"/>
                  <a:pt x="374" y="464"/>
                </a:cubicBezTo>
                <a:cubicBezTo>
                  <a:pt x="374" y="450"/>
                  <a:pt x="374" y="435"/>
                  <a:pt x="372" y="420"/>
                </a:cubicBezTo>
                <a:cubicBezTo>
                  <a:pt x="453" y="373"/>
                  <a:pt x="453" y="373"/>
                  <a:pt x="453" y="373"/>
                </a:cubicBezTo>
                <a:cubicBezTo>
                  <a:pt x="416" y="259"/>
                  <a:pt x="416" y="259"/>
                  <a:pt x="416" y="259"/>
                </a:cubicBezTo>
                <a:cubicBezTo>
                  <a:pt x="322" y="268"/>
                  <a:pt x="322" y="268"/>
                  <a:pt x="322" y="268"/>
                </a:cubicBezTo>
                <a:cubicBezTo>
                  <a:pt x="310" y="247"/>
                  <a:pt x="295" y="227"/>
                  <a:pt x="279" y="208"/>
                </a:cubicBezTo>
                <a:cubicBezTo>
                  <a:pt x="317" y="122"/>
                  <a:pt x="317" y="122"/>
                  <a:pt x="317" y="122"/>
                </a:cubicBezTo>
                <a:cubicBezTo>
                  <a:pt x="219" y="52"/>
                  <a:pt x="219" y="52"/>
                  <a:pt x="219" y="52"/>
                </a:cubicBezTo>
                <a:cubicBezTo>
                  <a:pt x="149" y="115"/>
                  <a:pt x="149" y="115"/>
                  <a:pt x="149" y="115"/>
                </a:cubicBezTo>
                <a:cubicBezTo>
                  <a:pt x="138" y="110"/>
                  <a:pt x="126" y="106"/>
                  <a:pt x="114" y="102"/>
                </a:cubicBezTo>
                <a:cubicBezTo>
                  <a:pt x="103" y="98"/>
                  <a:pt x="91" y="95"/>
                  <a:pt x="79" y="92"/>
                </a:cubicBezTo>
                <a:cubicBezTo>
                  <a:pt x="59" y="0"/>
                  <a:pt x="59" y="0"/>
                  <a:pt x="59" y="0"/>
                </a:cubicBezTo>
                <a:cubicBezTo>
                  <a:pt x="0" y="0"/>
                  <a:pt x="0" y="0"/>
                  <a:pt x="0" y="0"/>
                </a:cubicBezTo>
                <a:cubicBezTo>
                  <a:pt x="0" y="364"/>
                  <a:pt x="0" y="364"/>
                  <a:pt x="0" y="364"/>
                </a:cubicBezTo>
                <a:cubicBezTo>
                  <a:pt x="51" y="364"/>
                  <a:pt x="93" y="406"/>
                  <a:pt x="93" y="45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Text Placeholder 3"/>
          <p:cNvSpPr txBox="1">
            <a:spLocks/>
          </p:cNvSpPr>
          <p:nvPr/>
        </p:nvSpPr>
        <p:spPr>
          <a:xfrm>
            <a:off x="4678497" y="2589772"/>
            <a:ext cx="705321" cy="153888"/>
          </a:xfrm>
          <a:prstGeom prst="rect">
            <a:avLst/>
          </a:prstGeom>
          <a:noFill/>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bg1"/>
                </a:solidFill>
                <a:effectLst/>
                <a:uLnTx/>
                <a:uFillTx/>
                <a:latin typeface="+mn-lt"/>
                <a:ea typeface="+mn-ea"/>
                <a:cs typeface="+mn-cs"/>
              </a:rPr>
              <a:t>KEY WORD</a:t>
            </a:r>
          </a:p>
        </p:txBody>
      </p:sp>
      <p:grpSp>
        <p:nvGrpSpPr>
          <p:cNvPr id="3" name="Group 59"/>
          <p:cNvGrpSpPr/>
          <p:nvPr/>
        </p:nvGrpSpPr>
        <p:grpSpPr>
          <a:xfrm>
            <a:off x="6223096" y="3509914"/>
            <a:ext cx="2276195" cy="1017244"/>
            <a:chOff x="7154104" y="3206176"/>
            <a:chExt cx="2276195" cy="1017244"/>
          </a:xfrm>
        </p:grpSpPr>
        <p:sp>
          <p:nvSpPr>
            <p:cNvPr id="49" name="TextBox 48"/>
            <p:cNvSpPr txBox="1"/>
            <p:nvPr/>
          </p:nvSpPr>
          <p:spPr>
            <a:xfrm>
              <a:off x="7154105" y="3453979"/>
              <a:ext cx="2276194" cy="769441"/>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a:t>
              </a:r>
            </a:p>
            <a:p>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52" name="Rectangle 51"/>
            <p:cNvSpPr/>
            <p:nvPr/>
          </p:nvSpPr>
          <p:spPr>
            <a:xfrm>
              <a:off x="7154104" y="3206176"/>
              <a:ext cx="1418658" cy="184666"/>
            </a:xfrm>
            <a:prstGeom prst="rect">
              <a:avLst/>
            </a:prstGeom>
          </p:spPr>
          <p:txBody>
            <a:bodyPr wrap="none" lIns="0" tIns="0" rIns="0" bIns="0">
              <a:spAutoFit/>
            </a:bodyPr>
            <a:lstStyle/>
            <a:p>
              <a:r>
                <a:rPr lang="en-US" sz="1200" b="1" dirty="0">
                  <a:solidFill>
                    <a:schemeClr val="accent4"/>
                  </a:solidFill>
                </a:rPr>
                <a:t>Keyword goes here</a:t>
              </a:r>
            </a:p>
          </p:txBody>
        </p:sp>
      </p:grpSp>
      <p:grpSp>
        <p:nvGrpSpPr>
          <p:cNvPr id="5" name="Group 58"/>
          <p:cNvGrpSpPr/>
          <p:nvPr/>
        </p:nvGrpSpPr>
        <p:grpSpPr>
          <a:xfrm>
            <a:off x="6223096" y="1455266"/>
            <a:ext cx="2276195" cy="1017244"/>
            <a:chOff x="7174424" y="1352592"/>
            <a:chExt cx="2276195" cy="1017244"/>
          </a:xfrm>
        </p:grpSpPr>
        <p:sp>
          <p:nvSpPr>
            <p:cNvPr id="55" name="TextBox 54"/>
            <p:cNvSpPr txBox="1"/>
            <p:nvPr/>
          </p:nvSpPr>
          <p:spPr>
            <a:xfrm>
              <a:off x="7174424" y="1600395"/>
              <a:ext cx="2276195" cy="769441"/>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a:t>
              </a:r>
            </a:p>
            <a:p>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56" name="Rectangle 55"/>
            <p:cNvSpPr/>
            <p:nvPr/>
          </p:nvSpPr>
          <p:spPr>
            <a:xfrm>
              <a:off x="7174424" y="1352592"/>
              <a:ext cx="1418658" cy="184666"/>
            </a:xfrm>
            <a:prstGeom prst="rect">
              <a:avLst/>
            </a:prstGeom>
          </p:spPr>
          <p:txBody>
            <a:bodyPr wrap="none" lIns="0" tIns="0" rIns="0" bIns="0">
              <a:spAutoFit/>
            </a:bodyPr>
            <a:lstStyle/>
            <a:p>
              <a:r>
                <a:rPr lang="en-US" sz="1200" b="1" dirty="0">
                  <a:solidFill>
                    <a:schemeClr val="accent3"/>
                  </a:solidFill>
                </a:rPr>
                <a:t>Keyword goes here</a:t>
              </a:r>
            </a:p>
          </p:txBody>
        </p:sp>
      </p:grpSp>
      <p:grpSp>
        <p:nvGrpSpPr>
          <p:cNvPr id="6" name="Group 56"/>
          <p:cNvGrpSpPr/>
          <p:nvPr/>
        </p:nvGrpSpPr>
        <p:grpSpPr>
          <a:xfrm>
            <a:off x="587135" y="1432406"/>
            <a:ext cx="2276196" cy="1017244"/>
            <a:chOff x="-296510" y="1363501"/>
            <a:chExt cx="2276196" cy="1017244"/>
          </a:xfrm>
        </p:grpSpPr>
        <p:sp>
          <p:nvSpPr>
            <p:cNvPr id="59" name="TextBox 58"/>
            <p:cNvSpPr txBox="1"/>
            <p:nvPr/>
          </p:nvSpPr>
          <p:spPr>
            <a:xfrm>
              <a:off x="-296510" y="1611304"/>
              <a:ext cx="2276196" cy="769441"/>
            </a:xfrm>
            <a:prstGeom prst="rect">
              <a:avLst/>
            </a:prstGeom>
            <a:noFill/>
          </p:spPr>
          <p:txBody>
            <a:bodyPr wrap="square" lIns="0" tIns="0" rIns="0" bIns="0" rtlCol="0">
              <a:spAutoFit/>
            </a:bodyPr>
            <a:lstStyle/>
            <a:p>
              <a:pPr algn="r"/>
              <a:r>
                <a:rPr lang="en-US" sz="1000" dirty="0">
                  <a:solidFill>
                    <a:schemeClr val="tx1">
                      <a:lumMod val="65000"/>
                      <a:lumOff val="35000"/>
                    </a:schemeClr>
                  </a:solidFill>
                </a:rPr>
                <a:t>There are many variations of passages </a:t>
              </a:r>
            </a:p>
            <a:p>
              <a:pPr algn="r"/>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63" name="Rectangle 62"/>
            <p:cNvSpPr/>
            <p:nvPr/>
          </p:nvSpPr>
          <p:spPr>
            <a:xfrm>
              <a:off x="561027" y="1363501"/>
              <a:ext cx="1418658" cy="184666"/>
            </a:xfrm>
            <a:prstGeom prst="rect">
              <a:avLst/>
            </a:prstGeom>
          </p:spPr>
          <p:txBody>
            <a:bodyPr wrap="none" lIns="0" tIns="0" rIns="0" bIns="0">
              <a:spAutoFit/>
            </a:bodyPr>
            <a:lstStyle/>
            <a:p>
              <a:pPr algn="r"/>
              <a:r>
                <a:rPr lang="en-US" sz="1200" b="1" dirty="0">
                  <a:solidFill>
                    <a:schemeClr val="accent1"/>
                  </a:solidFill>
                </a:rPr>
                <a:t>Keyword goes here</a:t>
              </a:r>
            </a:p>
          </p:txBody>
        </p:sp>
      </p:grpSp>
      <p:grpSp>
        <p:nvGrpSpPr>
          <p:cNvPr id="7" name="Group 56"/>
          <p:cNvGrpSpPr/>
          <p:nvPr/>
        </p:nvGrpSpPr>
        <p:grpSpPr>
          <a:xfrm>
            <a:off x="587135" y="3489291"/>
            <a:ext cx="2276196" cy="1017244"/>
            <a:chOff x="-296510" y="1363501"/>
            <a:chExt cx="2276196" cy="1017244"/>
          </a:xfrm>
        </p:grpSpPr>
        <p:sp>
          <p:nvSpPr>
            <p:cNvPr id="67" name="TextBox 66"/>
            <p:cNvSpPr txBox="1"/>
            <p:nvPr/>
          </p:nvSpPr>
          <p:spPr>
            <a:xfrm>
              <a:off x="-296510" y="1611304"/>
              <a:ext cx="2276196" cy="769441"/>
            </a:xfrm>
            <a:prstGeom prst="rect">
              <a:avLst/>
            </a:prstGeom>
            <a:noFill/>
          </p:spPr>
          <p:txBody>
            <a:bodyPr wrap="square" lIns="0" tIns="0" rIns="0" bIns="0" rtlCol="0">
              <a:spAutoFit/>
            </a:bodyPr>
            <a:lstStyle/>
            <a:p>
              <a:pPr algn="r"/>
              <a:r>
                <a:rPr lang="en-US" sz="1000" dirty="0">
                  <a:solidFill>
                    <a:schemeClr val="tx1">
                      <a:lumMod val="65000"/>
                      <a:lumOff val="35000"/>
                    </a:schemeClr>
                  </a:solidFill>
                </a:rPr>
                <a:t>There are many variations of passages </a:t>
              </a:r>
            </a:p>
            <a:p>
              <a:pPr algn="r"/>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68" name="Rectangle 67"/>
            <p:cNvSpPr/>
            <p:nvPr/>
          </p:nvSpPr>
          <p:spPr>
            <a:xfrm>
              <a:off x="561027" y="1363501"/>
              <a:ext cx="1418658" cy="184666"/>
            </a:xfrm>
            <a:prstGeom prst="rect">
              <a:avLst/>
            </a:prstGeom>
          </p:spPr>
          <p:txBody>
            <a:bodyPr wrap="none" lIns="0" tIns="0" rIns="0" bIns="0">
              <a:spAutoFit/>
            </a:bodyPr>
            <a:lstStyle/>
            <a:p>
              <a:pPr algn="r"/>
              <a:r>
                <a:rPr lang="en-US" sz="1200" b="1" dirty="0">
                  <a:solidFill>
                    <a:schemeClr val="accent2"/>
                  </a:solidFill>
                </a:rPr>
                <a:t>Keyword goes here</a:t>
              </a:r>
            </a:p>
          </p:txBody>
        </p:sp>
      </p:grpSp>
      <p:sp>
        <p:nvSpPr>
          <p:cNvPr id="43" name="Freeform 119"/>
          <p:cNvSpPr>
            <a:spLocks noEditPoints="1"/>
          </p:cNvSpPr>
          <p:nvPr/>
        </p:nvSpPr>
        <p:spPr bwMode="auto">
          <a:xfrm>
            <a:off x="3990583" y="2277008"/>
            <a:ext cx="221486" cy="273746"/>
          </a:xfrm>
          <a:custGeom>
            <a:avLst/>
            <a:gdLst/>
            <a:ahLst/>
            <a:cxnLst>
              <a:cxn ang="0">
                <a:pos x="41" y="47"/>
              </a:cxn>
              <a:cxn ang="0">
                <a:pos x="37" y="51"/>
              </a:cxn>
              <a:cxn ang="0">
                <a:pos x="3" y="51"/>
              </a:cxn>
              <a:cxn ang="0">
                <a:pos x="0" y="47"/>
              </a:cxn>
              <a:cxn ang="0">
                <a:pos x="0" y="27"/>
              </a:cxn>
              <a:cxn ang="0">
                <a:pos x="3" y="23"/>
              </a:cxn>
              <a:cxn ang="0">
                <a:pos x="4" y="23"/>
              </a:cxn>
              <a:cxn ang="0">
                <a:pos x="4" y="16"/>
              </a:cxn>
              <a:cxn ang="0">
                <a:pos x="20" y="0"/>
              </a:cxn>
              <a:cxn ang="0">
                <a:pos x="36" y="16"/>
              </a:cxn>
              <a:cxn ang="0">
                <a:pos x="36" y="23"/>
              </a:cxn>
              <a:cxn ang="0">
                <a:pos x="37" y="23"/>
              </a:cxn>
              <a:cxn ang="0">
                <a:pos x="41" y="27"/>
              </a:cxn>
              <a:cxn ang="0">
                <a:pos x="41" y="47"/>
              </a:cxn>
              <a:cxn ang="0">
                <a:pos x="29" y="23"/>
              </a:cxn>
              <a:cxn ang="0">
                <a:pos x="29" y="16"/>
              </a:cxn>
              <a:cxn ang="0">
                <a:pos x="20" y="7"/>
              </a:cxn>
              <a:cxn ang="0">
                <a:pos x="11" y="16"/>
              </a:cxn>
              <a:cxn ang="0">
                <a:pos x="11" y="23"/>
              </a:cxn>
              <a:cxn ang="0">
                <a:pos x="29" y="23"/>
              </a:cxn>
            </a:cxnLst>
            <a:rect l="0" t="0" r="r" b="b"/>
            <a:pathLst>
              <a:path w="41" h="51">
                <a:moveTo>
                  <a:pt x="41" y="47"/>
                </a:moveTo>
                <a:cubicBezTo>
                  <a:pt x="41" y="49"/>
                  <a:pt x="39" y="51"/>
                  <a:pt x="37" y="51"/>
                </a:cubicBezTo>
                <a:cubicBezTo>
                  <a:pt x="3" y="51"/>
                  <a:pt x="3" y="51"/>
                  <a:pt x="3" y="51"/>
                </a:cubicBezTo>
                <a:cubicBezTo>
                  <a:pt x="1" y="51"/>
                  <a:pt x="0" y="49"/>
                  <a:pt x="0" y="47"/>
                </a:cubicBezTo>
                <a:cubicBezTo>
                  <a:pt x="0" y="27"/>
                  <a:pt x="0" y="27"/>
                  <a:pt x="0" y="27"/>
                </a:cubicBezTo>
                <a:cubicBezTo>
                  <a:pt x="0" y="25"/>
                  <a:pt x="1" y="23"/>
                  <a:pt x="3" y="23"/>
                </a:cubicBezTo>
                <a:cubicBezTo>
                  <a:pt x="4" y="23"/>
                  <a:pt x="4" y="23"/>
                  <a:pt x="4" y="23"/>
                </a:cubicBezTo>
                <a:cubicBezTo>
                  <a:pt x="4" y="16"/>
                  <a:pt x="4" y="16"/>
                  <a:pt x="4" y="16"/>
                </a:cubicBezTo>
                <a:cubicBezTo>
                  <a:pt x="4" y="8"/>
                  <a:pt x="12" y="0"/>
                  <a:pt x="20" y="0"/>
                </a:cubicBezTo>
                <a:cubicBezTo>
                  <a:pt x="29" y="0"/>
                  <a:pt x="36" y="8"/>
                  <a:pt x="36" y="16"/>
                </a:cubicBezTo>
                <a:cubicBezTo>
                  <a:pt x="36" y="23"/>
                  <a:pt x="36" y="23"/>
                  <a:pt x="36" y="23"/>
                </a:cubicBezTo>
                <a:cubicBezTo>
                  <a:pt x="37" y="23"/>
                  <a:pt x="37" y="23"/>
                  <a:pt x="37" y="23"/>
                </a:cubicBezTo>
                <a:cubicBezTo>
                  <a:pt x="39" y="23"/>
                  <a:pt x="41" y="25"/>
                  <a:pt x="41" y="27"/>
                </a:cubicBezTo>
                <a:lnTo>
                  <a:pt x="41" y="47"/>
                </a:lnTo>
                <a:close/>
                <a:moveTo>
                  <a:pt x="29" y="23"/>
                </a:moveTo>
                <a:cubicBezTo>
                  <a:pt x="29" y="16"/>
                  <a:pt x="29" y="16"/>
                  <a:pt x="29" y="16"/>
                </a:cubicBezTo>
                <a:cubicBezTo>
                  <a:pt x="29" y="11"/>
                  <a:pt x="25" y="7"/>
                  <a:pt x="20" y="7"/>
                </a:cubicBezTo>
                <a:cubicBezTo>
                  <a:pt x="15" y="7"/>
                  <a:pt x="11" y="11"/>
                  <a:pt x="11" y="16"/>
                </a:cubicBezTo>
                <a:cubicBezTo>
                  <a:pt x="11" y="23"/>
                  <a:pt x="11" y="23"/>
                  <a:pt x="11" y="23"/>
                </a:cubicBezTo>
                <a:lnTo>
                  <a:pt x="29"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113"/>
          <p:cNvSpPr>
            <a:spLocks noEditPoints="1"/>
          </p:cNvSpPr>
          <p:nvPr/>
        </p:nvSpPr>
        <p:spPr bwMode="auto">
          <a:xfrm>
            <a:off x="3901561" y="3252301"/>
            <a:ext cx="328516" cy="257613"/>
          </a:xfrm>
          <a:custGeom>
            <a:avLst/>
            <a:gdLst/>
            <a:ahLst/>
            <a:cxnLst>
              <a:cxn ang="0">
                <a:pos x="63" y="20"/>
              </a:cxn>
              <a:cxn ang="0">
                <a:pos x="44" y="43"/>
              </a:cxn>
              <a:cxn ang="0">
                <a:pos x="28" y="47"/>
              </a:cxn>
              <a:cxn ang="0">
                <a:pos x="18" y="46"/>
              </a:cxn>
              <a:cxn ang="0">
                <a:pos x="11" y="43"/>
              </a:cxn>
              <a:cxn ang="0">
                <a:pos x="4" y="50"/>
              </a:cxn>
              <a:cxn ang="0">
                <a:pos x="0" y="47"/>
              </a:cxn>
              <a:cxn ang="0">
                <a:pos x="0" y="46"/>
              </a:cxn>
              <a:cxn ang="0">
                <a:pos x="7" y="37"/>
              </a:cxn>
              <a:cxn ang="0">
                <a:pos x="6" y="34"/>
              </a:cxn>
              <a:cxn ang="0">
                <a:pos x="5" y="30"/>
              </a:cxn>
              <a:cxn ang="0">
                <a:pos x="25" y="8"/>
              </a:cxn>
              <a:cxn ang="0">
                <a:pos x="52" y="3"/>
              </a:cxn>
              <a:cxn ang="0">
                <a:pos x="58" y="0"/>
              </a:cxn>
              <a:cxn ang="0">
                <a:pos x="64" y="13"/>
              </a:cxn>
              <a:cxn ang="0">
                <a:pos x="63" y="20"/>
              </a:cxn>
              <a:cxn ang="0">
                <a:pos x="43" y="18"/>
              </a:cxn>
              <a:cxn ang="0">
                <a:pos x="14" y="32"/>
              </a:cxn>
              <a:cxn ang="0">
                <a:pos x="13" y="34"/>
              </a:cxn>
              <a:cxn ang="0">
                <a:pos x="16" y="36"/>
              </a:cxn>
              <a:cxn ang="0">
                <a:pos x="17" y="36"/>
              </a:cxn>
              <a:cxn ang="0">
                <a:pos x="22" y="31"/>
              </a:cxn>
              <a:cxn ang="0">
                <a:pos x="43" y="23"/>
              </a:cxn>
              <a:cxn ang="0">
                <a:pos x="45" y="20"/>
              </a:cxn>
              <a:cxn ang="0">
                <a:pos x="43" y="18"/>
              </a:cxn>
            </a:cxnLst>
            <a:rect l="0" t="0" r="r" b="b"/>
            <a:pathLst>
              <a:path w="64" h="50">
                <a:moveTo>
                  <a:pt x="63" y="20"/>
                </a:moveTo>
                <a:cubicBezTo>
                  <a:pt x="61" y="31"/>
                  <a:pt x="54" y="38"/>
                  <a:pt x="44" y="43"/>
                </a:cubicBezTo>
                <a:cubicBezTo>
                  <a:pt x="39" y="46"/>
                  <a:pt x="33" y="47"/>
                  <a:pt x="28" y="47"/>
                </a:cubicBezTo>
                <a:cubicBezTo>
                  <a:pt x="25" y="47"/>
                  <a:pt x="21" y="47"/>
                  <a:pt x="18" y="46"/>
                </a:cubicBezTo>
                <a:cubicBezTo>
                  <a:pt x="16" y="45"/>
                  <a:pt x="13" y="43"/>
                  <a:pt x="11" y="43"/>
                </a:cubicBezTo>
                <a:cubicBezTo>
                  <a:pt x="9" y="43"/>
                  <a:pt x="7" y="50"/>
                  <a:pt x="4" y="50"/>
                </a:cubicBezTo>
                <a:cubicBezTo>
                  <a:pt x="2" y="50"/>
                  <a:pt x="1" y="49"/>
                  <a:pt x="0" y="47"/>
                </a:cubicBezTo>
                <a:cubicBezTo>
                  <a:pt x="0" y="47"/>
                  <a:pt x="0" y="46"/>
                  <a:pt x="0" y="46"/>
                </a:cubicBezTo>
                <a:cubicBezTo>
                  <a:pt x="0" y="42"/>
                  <a:pt x="7" y="39"/>
                  <a:pt x="7" y="37"/>
                </a:cubicBezTo>
                <a:cubicBezTo>
                  <a:pt x="7" y="37"/>
                  <a:pt x="6" y="35"/>
                  <a:pt x="6" y="34"/>
                </a:cubicBezTo>
                <a:cubicBezTo>
                  <a:pt x="6" y="33"/>
                  <a:pt x="5" y="32"/>
                  <a:pt x="5" y="30"/>
                </a:cubicBezTo>
                <a:cubicBezTo>
                  <a:pt x="5" y="19"/>
                  <a:pt x="14" y="11"/>
                  <a:pt x="25" y="8"/>
                </a:cubicBezTo>
                <a:cubicBezTo>
                  <a:pt x="32" y="5"/>
                  <a:pt x="47" y="8"/>
                  <a:pt x="52" y="3"/>
                </a:cubicBezTo>
                <a:cubicBezTo>
                  <a:pt x="54" y="1"/>
                  <a:pt x="55" y="0"/>
                  <a:pt x="58" y="0"/>
                </a:cubicBezTo>
                <a:cubicBezTo>
                  <a:pt x="62" y="0"/>
                  <a:pt x="64" y="10"/>
                  <a:pt x="64" y="13"/>
                </a:cubicBezTo>
                <a:cubicBezTo>
                  <a:pt x="64" y="16"/>
                  <a:pt x="63" y="18"/>
                  <a:pt x="63" y="20"/>
                </a:cubicBezTo>
                <a:close/>
                <a:moveTo>
                  <a:pt x="43" y="18"/>
                </a:moveTo>
                <a:cubicBezTo>
                  <a:pt x="31" y="18"/>
                  <a:pt x="22" y="23"/>
                  <a:pt x="14" y="32"/>
                </a:cubicBezTo>
                <a:cubicBezTo>
                  <a:pt x="14" y="33"/>
                  <a:pt x="13" y="33"/>
                  <a:pt x="13" y="34"/>
                </a:cubicBezTo>
                <a:cubicBezTo>
                  <a:pt x="13" y="35"/>
                  <a:pt x="15" y="36"/>
                  <a:pt x="16" y="36"/>
                </a:cubicBezTo>
                <a:cubicBezTo>
                  <a:pt x="16" y="36"/>
                  <a:pt x="17" y="36"/>
                  <a:pt x="17" y="36"/>
                </a:cubicBezTo>
                <a:cubicBezTo>
                  <a:pt x="19" y="34"/>
                  <a:pt x="21" y="32"/>
                  <a:pt x="22" y="31"/>
                </a:cubicBezTo>
                <a:cubicBezTo>
                  <a:pt x="29" y="25"/>
                  <a:pt x="34" y="23"/>
                  <a:pt x="43" y="23"/>
                </a:cubicBezTo>
                <a:cubicBezTo>
                  <a:pt x="44" y="23"/>
                  <a:pt x="45" y="22"/>
                  <a:pt x="45" y="20"/>
                </a:cubicBezTo>
                <a:cubicBezTo>
                  <a:pt x="45" y="19"/>
                  <a:pt x="44" y="18"/>
                  <a:pt x="43" y="1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145"/>
          <p:cNvSpPr>
            <a:spLocks/>
          </p:cNvSpPr>
          <p:nvPr/>
        </p:nvSpPr>
        <p:spPr bwMode="auto">
          <a:xfrm>
            <a:off x="4860035" y="2266722"/>
            <a:ext cx="271782" cy="234363"/>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100"/>
          <p:cNvSpPr>
            <a:spLocks noEditPoints="1"/>
          </p:cNvSpPr>
          <p:nvPr/>
        </p:nvSpPr>
        <p:spPr bwMode="auto">
          <a:xfrm>
            <a:off x="4847654" y="3252301"/>
            <a:ext cx="304048" cy="291467"/>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4101"/>
                                        </p:tgtEl>
                                        <p:attrNameLst>
                                          <p:attrName>style.visibility</p:attrName>
                                        </p:attrNameLst>
                                      </p:cBhvr>
                                      <p:to>
                                        <p:strVal val="visible"/>
                                      </p:to>
                                    </p:set>
                                    <p:anim calcmode="lin" valueType="num">
                                      <p:cBhvr additive="base">
                                        <p:cTn id="7" dur="500" fill="hold"/>
                                        <p:tgtEl>
                                          <p:spTgt spid="4101"/>
                                        </p:tgtEl>
                                        <p:attrNameLst>
                                          <p:attrName>ppt_x</p:attrName>
                                        </p:attrNameLst>
                                      </p:cBhvr>
                                      <p:tavLst>
                                        <p:tav tm="0">
                                          <p:val>
                                            <p:strVal val="0-#ppt_w/2"/>
                                          </p:val>
                                        </p:tav>
                                        <p:tav tm="100000">
                                          <p:val>
                                            <p:strVal val="#ppt_x"/>
                                          </p:val>
                                        </p:tav>
                                      </p:tavLst>
                                    </p:anim>
                                    <p:anim calcmode="lin" valueType="num">
                                      <p:cBhvr additive="base">
                                        <p:cTn id="8" dur="500" fill="hold"/>
                                        <p:tgtEl>
                                          <p:spTgt spid="410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accel="50000" decel="50000" fill="hold" grpId="0" nodeType="afterEffect">
                                  <p:stCondLst>
                                    <p:cond delay="0"/>
                                  </p:stCondLst>
                                  <p:childTnLst>
                                    <p:set>
                                      <p:cBhvr>
                                        <p:cTn id="11" dur="1" fill="hold">
                                          <p:stCondLst>
                                            <p:cond delay="0"/>
                                          </p:stCondLst>
                                        </p:cTn>
                                        <p:tgtEl>
                                          <p:spTgt spid="4102"/>
                                        </p:tgtEl>
                                        <p:attrNameLst>
                                          <p:attrName>style.visibility</p:attrName>
                                        </p:attrNameLst>
                                      </p:cBhvr>
                                      <p:to>
                                        <p:strVal val="visible"/>
                                      </p:to>
                                    </p:set>
                                    <p:anim calcmode="lin" valueType="num">
                                      <p:cBhvr additive="base">
                                        <p:cTn id="12" dur="500" fill="hold"/>
                                        <p:tgtEl>
                                          <p:spTgt spid="4102"/>
                                        </p:tgtEl>
                                        <p:attrNameLst>
                                          <p:attrName>ppt_x</p:attrName>
                                        </p:attrNameLst>
                                      </p:cBhvr>
                                      <p:tavLst>
                                        <p:tav tm="0">
                                          <p:val>
                                            <p:strVal val="1+#ppt_w/2"/>
                                          </p:val>
                                        </p:tav>
                                        <p:tav tm="100000">
                                          <p:val>
                                            <p:strVal val="#ppt_x"/>
                                          </p:val>
                                        </p:tav>
                                      </p:tavLst>
                                    </p:anim>
                                    <p:anim calcmode="lin" valueType="num">
                                      <p:cBhvr additive="base">
                                        <p:cTn id="13" dur="500" fill="hold"/>
                                        <p:tgtEl>
                                          <p:spTgt spid="4102"/>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accel="50000" decel="50000" fill="hold" grpId="0" nodeType="afterEffect">
                                  <p:stCondLst>
                                    <p:cond delay="0"/>
                                  </p:stCondLst>
                                  <p:childTnLst>
                                    <p:set>
                                      <p:cBhvr>
                                        <p:cTn id="16" dur="1" fill="hold">
                                          <p:stCondLst>
                                            <p:cond delay="0"/>
                                          </p:stCondLst>
                                        </p:cTn>
                                        <p:tgtEl>
                                          <p:spTgt spid="4104"/>
                                        </p:tgtEl>
                                        <p:attrNameLst>
                                          <p:attrName>style.visibility</p:attrName>
                                        </p:attrNameLst>
                                      </p:cBhvr>
                                      <p:to>
                                        <p:strVal val="visible"/>
                                      </p:to>
                                    </p:set>
                                    <p:anim calcmode="lin" valueType="num">
                                      <p:cBhvr additive="base">
                                        <p:cTn id="17" dur="500" fill="hold"/>
                                        <p:tgtEl>
                                          <p:spTgt spid="4104"/>
                                        </p:tgtEl>
                                        <p:attrNameLst>
                                          <p:attrName>ppt_x</p:attrName>
                                        </p:attrNameLst>
                                      </p:cBhvr>
                                      <p:tavLst>
                                        <p:tav tm="0">
                                          <p:val>
                                            <p:strVal val="0-#ppt_w/2"/>
                                          </p:val>
                                        </p:tav>
                                        <p:tav tm="100000">
                                          <p:val>
                                            <p:strVal val="#ppt_x"/>
                                          </p:val>
                                        </p:tav>
                                      </p:tavLst>
                                    </p:anim>
                                    <p:anim calcmode="lin" valueType="num">
                                      <p:cBhvr additive="base">
                                        <p:cTn id="18" dur="500" fill="hold"/>
                                        <p:tgtEl>
                                          <p:spTgt spid="4104"/>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accel="50000" decel="50000" fill="hold" grpId="0" nodeType="afterEffect">
                                  <p:stCondLst>
                                    <p:cond delay="0"/>
                                  </p:stCondLst>
                                  <p:childTnLst>
                                    <p:set>
                                      <p:cBhvr>
                                        <p:cTn id="21" dur="1" fill="hold">
                                          <p:stCondLst>
                                            <p:cond delay="0"/>
                                          </p:stCondLst>
                                        </p:cTn>
                                        <p:tgtEl>
                                          <p:spTgt spid="4103"/>
                                        </p:tgtEl>
                                        <p:attrNameLst>
                                          <p:attrName>style.visibility</p:attrName>
                                        </p:attrNameLst>
                                      </p:cBhvr>
                                      <p:to>
                                        <p:strVal val="visible"/>
                                      </p:to>
                                    </p:set>
                                    <p:anim calcmode="lin" valueType="num">
                                      <p:cBhvr additive="base">
                                        <p:cTn id="22" dur="500" fill="hold"/>
                                        <p:tgtEl>
                                          <p:spTgt spid="4103"/>
                                        </p:tgtEl>
                                        <p:attrNameLst>
                                          <p:attrName>ppt_x</p:attrName>
                                        </p:attrNameLst>
                                      </p:cBhvr>
                                      <p:tavLst>
                                        <p:tav tm="0">
                                          <p:val>
                                            <p:strVal val="1+#ppt_w/2"/>
                                          </p:val>
                                        </p:tav>
                                        <p:tav tm="100000">
                                          <p:val>
                                            <p:strVal val="#ppt_x"/>
                                          </p:val>
                                        </p:tav>
                                      </p:tavLst>
                                    </p:anim>
                                    <p:anim calcmode="lin" valueType="num">
                                      <p:cBhvr additive="base">
                                        <p:cTn id="23" dur="500" fill="hold"/>
                                        <p:tgtEl>
                                          <p:spTgt spid="410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500" fill="hold"/>
                                        <p:tgtEl>
                                          <p:spTgt spid="43"/>
                                        </p:tgtEl>
                                        <p:attrNameLst>
                                          <p:attrName>ppt_w</p:attrName>
                                        </p:attrNameLst>
                                      </p:cBhvr>
                                      <p:tavLst>
                                        <p:tav tm="0">
                                          <p:val>
                                            <p:fltVal val="0"/>
                                          </p:val>
                                        </p:tav>
                                        <p:tav tm="100000">
                                          <p:val>
                                            <p:strVal val="#ppt_w"/>
                                          </p:val>
                                        </p:tav>
                                      </p:tavLst>
                                    </p:anim>
                                    <p:anim calcmode="lin" valueType="num">
                                      <p:cBhvr>
                                        <p:cTn id="28" dur="500" fill="hold"/>
                                        <p:tgtEl>
                                          <p:spTgt spid="43"/>
                                        </p:tgtEl>
                                        <p:attrNameLst>
                                          <p:attrName>ppt_h</p:attrName>
                                        </p:attrNameLst>
                                      </p:cBhvr>
                                      <p:tavLst>
                                        <p:tav tm="0">
                                          <p:val>
                                            <p:fltVal val="0"/>
                                          </p:val>
                                        </p:tav>
                                        <p:tav tm="100000">
                                          <p:val>
                                            <p:strVal val="#ppt_h"/>
                                          </p:val>
                                        </p:tav>
                                      </p:tavLst>
                                    </p:anim>
                                    <p:animEffect transition="in" filter="fade">
                                      <p:cBhvr>
                                        <p:cTn id="29" dur="500"/>
                                        <p:tgtEl>
                                          <p:spTgt spid="43"/>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p:cTn id="33" dur="500" fill="hold"/>
                                        <p:tgtEl>
                                          <p:spTgt spid="30"/>
                                        </p:tgtEl>
                                        <p:attrNameLst>
                                          <p:attrName>ppt_w</p:attrName>
                                        </p:attrNameLst>
                                      </p:cBhvr>
                                      <p:tavLst>
                                        <p:tav tm="0">
                                          <p:val>
                                            <p:fltVal val="0"/>
                                          </p:val>
                                        </p:tav>
                                        <p:tav tm="100000">
                                          <p:val>
                                            <p:strVal val="#ppt_w"/>
                                          </p:val>
                                        </p:tav>
                                      </p:tavLst>
                                    </p:anim>
                                    <p:anim calcmode="lin" valueType="num">
                                      <p:cBhvr>
                                        <p:cTn id="34" dur="500" fill="hold"/>
                                        <p:tgtEl>
                                          <p:spTgt spid="30"/>
                                        </p:tgtEl>
                                        <p:attrNameLst>
                                          <p:attrName>ppt_h</p:attrName>
                                        </p:attrNameLst>
                                      </p:cBhvr>
                                      <p:tavLst>
                                        <p:tav tm="0">
                                          <p:val>
                                            <p:fltVal val="0"/>
                                          </p:val>
                                        </p:tav>
                                        <p:tav tm="100000">
                                          <p:val>
                                            <p:strVal val="#ppt_h"/>
                                          </p:val>
                                        </p:tav>
                                      </p:tavLst>
                                    </p:anim>
                                    <p:animEffect transition="in" filter="fade">
                                      <p:cBhvr>
                                        <p:cTn id="35" dur="500"/>
                                        <p:tgtEl>
                                          <p:spTgt spid="30"/>
                                        </p:tgtEl>
                                      </p:cBhvr>
                                    </p:animEffect>
                                  </p:childTnLst>
                                </p:cTn>
                              </p:par>
                            </p:childTnLst>
                          </p:cTn>
                        </p:par>
                        <p:par>
                          <p:cTn id="36" fill="hold">
                            <p:stCondLst>
                              <p:cond delay="3000"/>
                            </p:stCondLst>
                            <p:childTnLst>
                              <p:par>
                                <p:cTn id="37" presetID="53" presetClass="entr" presetSubtype="0" fill="hold" grpId="0" nodeType="after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p:cTn id="39" dur="500" fill="hold"/>
                                        <p:tgtEl>
                                          <p:spTgt spid="44"/>
                                        </p:tgtEl>
                                        <p:attrNameLst>
                                          <p:attrName>ppt_w</p:attrName>
                                        </p:attrNameLst>
                                      </p:cBhvr>
                                      <p:tavLst>
                                        <p:tav tm="0">
                                          <p:val>
                                            <p:fltVal val="0"/>
                                          </p:val>
                                        </p:tav>
                                        <p:tav tm="100000">
                                          <p:val>
                                            <p:strVal val="#ppt_w"/>
                                          </p:val>
                                        </p:tav>
                                      </p:tavLst>
                                    </p:anim>
                                    <p:anim calcmode="lin" valueType="num">
                                      <p:cBhvr>
                                        <p:cTn id="40" dur="500" fill="hold"/>
                                        <p:tgtEl>
                                          <p:spTgt spid="44"/>
                                        </p:tgtEl>
                                        <p:attrNameLst>
                                          <p:attrName>ppt_h</p:attrName>
                                        </p:attrNameLst>
                                      </p:cBhvr>
                                      <p:tavLst>
                                        <p:tav tm="0">
                                          <p:val>
                                            <p:fltVal val="0"/>
                                          </p:val>
                                        </p:tav>
                                        <p:tav tm="100000">
                                          <p:val>
                                            <p:strVal val="#ppt_h"/>
                                          </p:val>
                                        </p:tav>
                                      </p:tavLst>
                                    </p:anim>
                                    <p:animEffect transition="in" filter="fade">
                                      <p:cBhvr>
                                        <p:cTn id="41" dur="500"/>
                                        <p:tgtEl>
                                          <p:spTgt spid="44"/>
                                        </p:tgtEl>
                                      </p:cBhvr>
                                    </p:animEffect>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p:cTn id="45" dur="500" fill="hold"/>
                                        <p:tgtEl>
                                          <p:spTgt spid="32"/>
                                        </p:tgtEl>
                                        <p:attrNameLst>
                                          <p:attrName>ppt_w</p:attrName>
                                        </p:attrNameLst>
                                      </p:cBhvr>
                                      <p:tavLst>
                                        <p:tav tm="0">
                                          <p:val>
                                            <p:fltVal val="0"/>
                                          </p:val>
                                        </p:tav>
                                        <p:tav tm="100000">
                                          <p:val>
                                            <p:strVal val="#ppt_w"/>
                                          </p:val>
                                        </p:tav>
                                      </p:tavLst>
                                    </p:anim>
                                    <p:anim calcmode="lin" valueType="num">
                                      <p:cBhvr>
                                        <p:cTn id="46" dur="500" fill="hold"/>
                                        <p:tgtEl>
                                          <p:spTgt spid="32"/>
                                        </p:tgtEl>
                                        <p:attrNameLst>
                                          <p:attrName>ppt_h</p:attrName>
                                        </p:attrNameLst>
                                      </p:cBhvr>
                                      <p:tavLst>
                                        <p:tav tm="0">
                                          <p:val>
                                            <p:fltVal val="0"/>
                                          </p:val>
                                        </p:tav>
                                        <p:tav tm="100000">
                                          <p:val>
                                            <p:strVal val="#ppt_h"/>
                                          </p:val>
                                        </p:tav>
                                      </p:tavLst>
                                    </p:anim>
                                    <p:animEffect transition="in" filter="fade">
                                      <p:cBhvr>
                                        <p:cTn id="47" dur="500"/>
                                        <p:tgtEl>
                                          <p:spTgt spid="32"/>
                                        </p:tgtEl>
                                      </p:cBhvr>
                                    </p:animEffect>
                                  </p:childTnLst>
                                </p:cTn>
                              </p:par>
                            </p:childTnLst>
                          </p:cTn>
                        </p:par>
                        <p:par>
                          <p:cTn id="48" fill="hold">
                            <p:stCondLst>
                              <p:cond delay="4000"/>
                            </p:stCondLst>
                            <p:childTnLst>
                              <p:par>
                                <p:cTn id="49" presetID="53"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 calcmode="lin" valueType="num">
                                      <p:cBhvr>
                                        <p:cTn id="51" dur="500" fill="hold"/>
                                        <p:tgtEl>
                                          <p:spTgt spid="45"/>
                                        </p:tgtEl>
                                        <p:attrNameLst>
                                          <p:attrName>ppt_w</p:attrName>
                                        </p:attrNameLst>
                                      </p:cBhvr>
                                      <p:tavLst>
                                        <p:tav tm="0">
                                          <p:val>
                                            <p:fltVal val="0"/>
                                          </p:val>
                                        </p:tav>
                                        <p:tav tm="100000">
                                          <p:val>
                                            <p:strVal val="#ppt_w"/>
                                          </p:val>
                                        </p:tav>
                                      </p:tavLst>
                                    </p:anim>
                                    <p:anim calcmode="lin" valueType="num">
                                      <p:cBhvr>
                                        <p:cTn id="52" dur="500" fill="hold"/>
                                        <p:tgtEl>
                                          <p:spTgt spid="45"/>
                                        </p:tgtEl>
                                        <p:attrNameLst>
                                          <p:attrName>ppt_h</p:attrName>
                                        </p:attrNameLst>
                                      </p:cBhvr>
                                      <p:tavLst>
                                        <p:tav tm="0">
                                          <p:val>
                                            <p:fltVal val="0"/>
                                          </p:val>
                                        </p:tav>
                                        <p:tav tm="100000">
                                          <p:val>
                                            <p:strVal val="#ppt_h"/>
                                          </p:val>
                                        </p:tav>
                                      </p:tavLst>
                                    </p:anim>
                                    <p:animEffect transition="in" filter="fade">
                                      <p:cBhvr>
                                        <p:cTn id="53" dur="500"/>
                                        <p:tgtEl>
                                          <p:spTgt spid="45"/>
                                        </p:tgtEl>
                                      </p:cBhvr>
                                    </p:animEffect>
                                  </p:childTnLst>
                                </p:cTn>
                              </p:par>
                            </p:childTnLst>
                          </p:cTn>
                        </p:par>
                        <p:par>
                          <p:cTn id="54" fill="hold">
                            <p:stCondLst>
                              <p:cond delay="4500"/>
                            </p:stCondLst>
                            <p:childTnLst>
                              <p:par>
                                <p:cTn id="55" presetID="53" presetClass="entr" presetSubtype="0" fill="hold" grpId="0" nodeType="afterEffect">
                                  <p:stCondLst>
                                    <p:cond delay="0"/>
                                  </p:stCondLst>
                                  <p:childTnLst>
                                    <p:set>
                                      <p:cBhvr>
                                        <p:cTn id="56" dur="1" fill="hold">
                                          <p:stCondLst>
                                            <p:cond delay="0"/>
                                          </p:stCondLst>
                                        </p:cTn>
                                        <p:tgtEl>
                                          <p:spTgt spid="36"/>
                                        </p:tgtEl>
                                        <p:attrNameLst>
                                          <p:attrName>style.visibility</p:attrName>
                                        </p:attrNameLst>
                                      </p:cBhvr>
                                      <p:to>
                                        <p:strVal val="visible"/>
                                      </p:to>
                                    </p:set>
                                    <p:anim calcmode="lin" valueType="num">
                                      <p:cBhvr>
                                        <p:cTn id="57" dur="500" fill="hold"/>
                                        <p:tgtEl>
                                          <p:spTgt spid="36"/>
                                        </p:tgtEl>
                                        <p:attrNameLst>
                                          <p:attrName>ppt_w</p:attrName>
                                        </p:attrNameLst>
                                      </p:cBhvr>
                                      <p:tavLst>
                                        <p:tav tm="0">
                                          <p:val>
                                            <p:fltVal val="0"/>
                                          </p:val>
                                        </p:tav>
                                        <p:tav tm="100000">
                                          <p:val>
                                            <p:strVal val="#ppt_w"/>
                                          </p:val>
                                        </p:tav>
                                      </p:tavLst>
                                    </p:anim>
                                    <p:anim calcmode="lin" valueType="num">
                                      <p:cBhvr>
                                        <p:cTn id="58" dur="500" fill="hold"/>
                                        <p:tgtEl>
                                          <p:spTgt spid="36"/>
                                        </p:tgtEl>
                                        <p:attrNameLst>
                                          <p:attrName>ppt_h</p:attrName>
                                        </p:attrNameLst>
                                      </p:cBhvr>
                                      <p:tavLst>
                                        <p:tav tm="0">
                                          <p:val>
                                            <p:fltVal val="0"/>
                                          </p:val>
                                        </p:tav>
                                        <p:tav tm="100000">
                                          <p:val>
                                            <p:strVal val="#ppt_h"/>
                                          </p:val>
                                        </p:tav>
                                      </p:tavLst>
                                    </p:anim>
                                    <p:animEffect transition="in" filter="fade">
                                      <p:cBhvr>
                                        <p:cTn id="59" dur="500"/>
                                        <p:tgtEl>
                                          <p:spTgt spid="36"/>
                                        </p:tgtEl>
                                      </p:cBhvr>
                                    </p:animEffect>
                                  </p:childTnLst>
                                </p:cTn>
                              </p:par>
                            </p:childTnLst>
                          </p:cTn>
                        </p:par>
                        <p:par>
                          <p:cTn id="60" fill="hold">
                            <p:stCondLst>
                              <p:cond delay="5000"/>
                            </p:stCondLst>
                            <p:childTnLst>
                              <p:par>
                                <p:cTn id="61" presetID="53" presetClass="entr" presetSubtype="0" fill="hold" grpId="0" nodeType="afterEffect">
                                  <p:stCondLst>
                                    <p:cond delay="0"/>
                                  </p:stCondLst>
                                  <p:childTnLst>
                                    <p:set>
                                      <p:cBhvr>
                                        <p:cTn id="62" dur="1" fill="hold">
                                          <p:stCondLst>
                                            <p:cond delay="0"/>
                                          </p:stCondLst>
                                        </p:cTn>
                                        <p:tgtEl>
                                          <p:spTgt spid="46"/>
                                        </p:tgtEl>
                                        <p:attrNameLst>
                                          <p:attrName>style.visibility</p:attrName>
                                        </p:attrNameLst>
                                      </p:cBhvr>
                                      <p:to>
                                        <p:strVal val="visible"/>
                                      </p:to>
                                    </p:set>
                                    <p:anim calcmode="lin" valueType="num">
                                      <p:cBhvr>
                                        <p:cTn id="63" dur="500" fill="hold"/>
                                        <p:tgtEl>
                                          <p:spTgt spid="46"/>
                                        </p:tgtEl>
                                        <p:attrNameLst>
                                          <p:attrName>ppt_w</p:attrName>
                                        </p:attrNameLst>
                                      </p:cBhvr>
                                      <p:tavLst>
                                        <p:tav tm="0">
                                          <p:val>
                                            <p:fltVal val="0"/>
                                          </p:val>
                                        </p:tav>
                                        <p:tav tm="100000">
                                          <p:val>
                                            <p:strVal val="#ppt_w"/>
                                          </p:val>
                                        </p:tav>
                                      </p:tavLst>
                                    </p:anim>
                                    <p:anim calcmode="lin" valueType="num">
                                      <p:cBhvr>
                                        <p:cTn id="64" dur="500" fill="hold"/>
                                        <p:tgtEl>
                                          <p:spTgt spid="46"/>
                                        </p:tgtEl>
                                        <p:attrNameLst>
                                          <p:attrName>ppt_h</p:attrName>
                                        </p:attrNameLst>
                                      </p:cBhvr>
                                      <p:tavLst>
                                        <p:tav tm="0">
                                          <p:val>
                                            <p:fltVal val="0"/>
                                          </p:val>
                                        </p:tav>
                                        <p:tav tm="100000">
                                          <p:val>
                                            <p:strVal val="#ppt_h"/>
                                          </p:val>
                                        </p:tav>
                                      </p:tavLst>
                                    </p:anim>
                                    <p:animEffect transition="in" filter="fade">
                                      <p:cBhvr>
                                        <p:cTn id="65" dur="500"/>
                                        <p:tgtEl>
                                          <p:spTgt spid="46"/>
                                        </p:tgtEl>
                                      </p:cBhvr>
                                    </p:animEffect>
                                  </p:childTnLst>
                                </p:cTn>
                              </p:par>
                            </p:childTnLst>
                          </p:cTn>
                        </p:par>
                        <p:par>
                          <p:cTn id="66" fill="hold">
                            <p:stCondLst>
                              <p:cond delay="5500"/>
                            </p:stCondLst>
                            <p:childTnLst>
                              <p:par>
                                <p:cTn id="67" presetID="53" presetClass="entr" presetSubtype="0" fill="hold" grpId="0" nodeType="afterEffect">
                                  <p:stCondLst>
                                    <p:cond delay="0"/>
                                  </p:stCondLst>
                                  <p:childTnLst>
                                    <p:set>
                                      <p:cBhvr>
                                        <p:cTn id="68" dur="1" fill="hold">
                                          <p:stCondLst>
                                            <p:cond delay="0"/>
                                          </p:stCondLst>
                                        </p:cTn>
                                        <p:tgtEl>
                                          <p:spTgt spid="34"/>
                                        </p:tgtEl>
                                        <p:attrNameLst>
                                          <p:attrName>style.visibility</p:attrName>
                                        </p:attrNameLst>
                                      </p:cBhvr>
                                      <p:to>
                                        <p:strVal val="visible"/>
                                      </p:to>
                                    </p:set>
                                    <p:anim calcmode="lin" valueType="num">
                                      <p:cBhvr>
                                        <p:cTn id="69" dur="500" fill="hold"/>
                                        <p:tgtEl>
                                          <p:spTgt spid="34"/>
                                        </p:tgtEl>
                                        <p:attrNameLst>
                                          <p:attrName>ppt_w</p:attrName>
                                        </p:attrNameLst>
                                      </p:cBhvr>
                                      <p:tavLst>
                                        <p:tav tm="0">
                                          <p:val>
                                            <p:fltVal val="0"/>
                                          </p:val>
                                        </p:tav>
                                        <p:tav tm="100000">
                                          <p:val>
                                            <p:strVal val="#ppt_w"/>
                                          </p:val>
                                        </p:tav>
                                      </p:tavLst>
                                    </p:anim>
                                    <p:anim calcmode="lin" valueType="num">
                                      <p:cBhvr>
                                        <p:cTn id="70" dur="500" fill="hold"/>
                                        <p:tgtEl>
                                          <p:spTgt spid="34"/>
                                        </p:tgtEl>
                                        <p:attrNameLst>
                                          <p:attrName>ppt_h</p:attrName>
                                        </p:attrNameLst>
                                      </p:cBhvr>
                                      <p:tavLst>
                                        <p:tav tm="0">
                                          <p:val>
                                            <p:fltVal val="0"/>
                                          </p:val>
                                        </p:tav>
                                        <p:tav tm="100000">
                                          <p:val>
                                            <p:strVal val="#ppt_h"/>
                                          </p:val>
                                        </p:tav>
                                      </p:tavLst>
                                    </p:anim>
                                    <p:animEffect transition="in" filter="fade">
                                      <p:cBhvr>
                                        <p:cTn id="71" dur="500"/>
                                        <p:tgtEl>
                                          <p:spTgt spid="34"/>
                                        </p:tgtEl>
                                      </p:cBhvr>
                                    </p:animEffect>
                                  </p:childTnLst>
                                </p:cTn>
                              </p:par>
                            </p:childTnLst>
                          </p:cTn>
                        </p:par>
                        <p:par>
                          <p:cTn id="72" fill="hold">
                            <p:stCondLst>
                              <p:cond delay="6000"/>
                            </p:stCondLst>
                            <p:childTnLst>
                              <p:par>
                                <p:cTn id="73" presetID="18" presetClass="entr" presetSubtype="6" fill="hold" grpId="0" nodeType="afterEffect">
                                  <p:stCondLst>
                                    <p:cond delay="0"/>
                                  </p:stCondLst>
                                  <p:childTnLst>
                                    <p:set>
                                      <p:cBhvr>
                                        <p:cTn id="74" dur="1" fill="hold">
                                          <p:stCondLst>
                                            <p:cond delay="0"/>
                                          </p:stCondLst>
                                        </p:cTn>
                                        <p:tgtEl>
                                          <p:spTgt spid="62"/>
                                        </p:tgtEl>
                                        <p:attrNameLst>
                                          <p:attrName>style.visibility</p:attrName>
                                        </p:attrNameLst>
                                      </p:cBhvr>
                                      <p:to>
                                        <p:strVal val="visible"/>
                                      </p:to>
                                    </p:set>
                                    <p:animEffect transition="in" filter="strips(downRight)">
                                      <p:cBhvr>
                                        <p:cTn id="75" dur="500"/>
                                        <p:tgtEl>
                                          <p:spTgt spid="62"/>
                                        </p:tgtEl>
                                      </p:cBhvr>
                                    </p:animEffect>
                                  </p:childTnLst>
                                </p:cTn>
                              </p:par>
                            </p:childTnLst>
                          </p:cTn>
                        </p:par>
                        <p:par>
                          <p:cTn id="76" fill="hold">
                            <p:stCondLst>
                              <p:cond delay="6500"/>
                            </p:stCondLst>
                            <p:childTnLst>
                              <p:par>
                                <p:cTn id="77" presetID="2" presetClass="entr" presetSubtype="8" accel="50000" decel="50000" fill="hold" nodeType="after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additive="base">
                                        <p:cTn id="79" dur="500" fill="hold"/>
                                        <p:tgtEl>
                                          <p:spTgt spid="6"/>
                                        </p:tgtEl>
                                        <p:attrNameLst>
                                          <p:attrName>ppt_x</p:attrName>
                                        </p:attrNameLst>
                                      </p:cBhvr>
                                      <p:tavLst>
                                        <p:tav tm="0">
                                          <p:val>
                                            <p:strVal val="0-#ppt_w/2"/>
                                          </p:val>
                                        </p:tav>
                                        <p:tav tm="100000">
                                          <p:val>
                                            <p:strVal val="#ppt_x"/>
                                          </p:val>
                                        </p:tav>
                                      </p:tavLst>
                                    </p:anim>
                                    <p:anim calcmode="lin" valueType="num">
                                      <p:cBhvr additive="base">
                                        <p:cTn id="80" dur="500" fill="hold"/>
                                        <p:tgtEl>
                                          <p:spTgt spid="6"/>
                                        </p:tgtEl>
                                        <p:attrNameLst>
                                          <p:attrName>ppt_y</p:attrName>
                                        </p:attrNameLst>
                                      </p:cBhvr>
                                      <p:tavLst>
                                        <p:tav tm="0">
                                          <p:val>
                                            <p:strVal val="#ppt_y"/>
                                          </p:val>
                                        </p:tav>
                                        <p:tav tm="100000">
                                          <p:val>
                                            <p:strVal val="#ppt_y"/>
                                          </p:val>
                                        </p:tav>
                                      </p:tavLst>
                                    </p:anim>
                                  </p:childTnLst>
                                </p:cTn>
                              </p:par>
                            </p:childTnLst>
                          </p:cTn>
                        </p:par>
                        <p:par>
                          <p:cTn id="81" fill="hold">
                            <p:stCondLst>
                              <p:cond delay="7000"/>
                            </p:stCondLst>
                            <p:childTnLst>
                              <p:par>
                                <p:cTn id="82" presetID="2" presetClass="entr" presetSubtype="2" accel="50000" decel="50000" fill="hold" nodeType="afterEffect">
                                  <p:stCondLst>
                                    <p:cond delay="0"/>
                                  </p:stCondLst>
                                  <p:childTnLst>
                                    <p:set>
                                      <p:cBhvr>
                                        <p:cTn id="83" dur="1" fill="hold">
                                          <p:stCondLst>
                                            <p:cond delay="0"/>
                                          </p:stCondLst>
                                        </p:cTn>
                                        <p:tgtEl>
                                          <p:spTgt spid="5"/>
                                        </p:tgtEl>
                                        <p:attrNameLst>
                                          <p:attrName>style.visibility</p:attrName>
                                        </p:attrNameLst>
                                      </p:cBhvr>
                                      <p:to>
                                        <p:strVal val="visible"/>
                                      </p:to>
                                    </p:set>
                                    <p:anim calcmode="lin" valueType="num">
                                      <p:cBhvr additive="base">
                                        <p:cTn id="84" dur="500" fill="hold"/>
                                        <p:tgtEl>
                                          <p:spTgt spid="5"/>
                                        </p:tgtEl>
                                        <p:attrNameLst>
                                          <p:attrName>ppt_x</p:attrName>
                                        </p:attrNameLst>
                                      </p:cBhvr>
                                      <p:tavLst>
                                        <p:tav tm="0">
                                          <p:val>
                                            <p:strVal val="1+#ppt_w/2"/>
                                          </p:val>
                                        </p:tav>
                                        <p:tav tm="100000">
                                          <p:val>
                                            <p:strVal val="#ppt_x"/>
                                          </p:val>
                                        </p:tav>
                                      </p:tavLst>
                                    </p:anim>
                                    <p:anim calcmode="lin" valueType="num">
                                      <p:cBhvr additive="base">
                                        <p:cTn id="85" dur="500" fill="hold"/>
                                        <p:tgtEl>
                                          <p:spTgt spid="5"/>
                                        </p:tgtEl>
                                        <p:attrNameLst>
                                          <p:attrName>ppt_y</p:attrName>
                                        </p:attrNameLst>
                                      </p:cBhvr>
                                      <p:tavLst>
                                        <p:tav tm="0">
                                          <p:val>
                                            <p:strVal val="#ppt_y"/>
                                          </p:val>
                                        </p:tav>
                                        <p:tav tm="100000">
                                          <p:val>
                                            <p:strVal val="#ppt_y"/>
                                          </p:val>
                                        </p:tav>
                                      </p:tavLst>
                                    </p:anim>
                                  </p:childTnLst>
                                </p:cTn>
                              </p:par>
                            </p:childTnLst>
                          </p:cTn>
                        </p:par>
                        <p:par>
                          <p:cTn id="86" fill="hold">
                            <p:stCondLst>
                              <p:cond delay="7500"/>
                            </p:stCondLst>
                            <p:childTnLst>
                              <p:par>
                                <p:cTn id="87" presetID="2" presetClass="entr" presetSubtype="2" accel="50000" decel="50000" fill="hold" nodeType="afterEffect">
                                  <p:stCondLst>
                                    <p:cond delay="0"/>
                                  </p:stCondLst>
                                  <p:childTnLst>
                                    <p:set>
                                      <p:cBhvr>
                                        <p:cTn id="88" dur="1" fill="hold">
                                          <p:stCondLst>
                                            <p:cond delay="0"/>
                                          </p:stCondLst>
                                        </p:cTn>
                                        <p:tgtEl>
                                          <p:spTgt spid="3"/>
                                        </p:tgtEl>
                                        <p:attrNameLst>
                                          <p:attrName>style.visibility</p:attrName>
                                        </p:attrNameLst>
                                      </p:cBhvr>
                                      <p:to>
                                        <p:strVal val="visible"/>
                                      </p:to>
                                    </p:set>
                                    <p:anim calcmode="lin" valueType="num">
                                      <p:cBhvr additive="base">
                                        <p:cTn id="89" dur="500" fill="hold"/>
                                        <p:tgtEl>
                                          <p:spTgt spid="3"/>
                                        </p:tgtEl>
                                        <p:attrNameLst>
                                          <p:attrName>ppt_x</p:attrName>
                                        </p:attrNameLst>
                                      </p:cBhvr>
                                      <p:tavLst>
                                        <p:tav tm="0">
                                          <p:val>
                                            <p:strVal val="1+#ppt_w/2"/>
                                          </p:val>
                                        </p:tav>
                                        <p:tav tm="100000">
                                          <p:val>
                                            <p:strVal val="#ppt_x"/>
                                          </p:val>
                                        </p:tav>
                                      </p:tavLst>
                                    </p:anim>
                                    <p:anim calcmode="lin" valueType="num">
                                      <p:cBhvr additive="base">
                                        <p:cTn id="90" dur="500" fill="hold"/>
                                        <p:tgtEl>
                                          <p:spTgt spid="3"/>
                                        </p:tgtEl>
                                        <p:attrNameLst>
                                          <p:attrName>ppt_y</p:attrName>
                                        </p:attrNameLst>
                                      </p:cBhvr>
                                      <p:tavLst>
                                        <p:tav tm="0">
                                          <p:val>
                                            <p:strVal val="#ppt_y"/>
                                          </p:val>
                                        </p:tav>
                                        <p:tav tm="100000">
                                          <p:val>
                                            <p:strVal val="#ppt_y"/>
                                          </p:val>
                                        </p:tav>
                                      </p:tavLst>
                                    </p:anim>
                                  </p:childTnLst>
                                </p:cTn>
                              </p:par>
                            </p:childTnLst>
                          </p:cTn>
                        </p:par>
                        <p:par>
                          <p:cTn id="91" fill="hold">
                            <p:stCondLst>
                              <p:cond delay="8000"/>
                            </p:stCondLst>
                            <p:childTnLst>
                              <p:par>
                                <p:cTn id="92" presetID="2" presetClass="entr" presetSubtype="8" accel="50000" decel="50000" fill="hold" nodeType="afterEffect">
                                  <p:stCondLst>
                                    <p:cond delay="0"/>
                                  </p:stCondLst>
                                  <p:childTnLst>
                                    <p:set>
                                      <p:cBhvr>
                                        <p:cTn id="93" dur="1" fill="hold">
                                          <p:stCondLst>
                                            <p:cond delay="0"/>
                                          </p:stCondLst>
                                        </p:cTn>
                                        <p:tgtEl>
                                          <p:spTgt spid="7"/>
                                        </p:tgtEl>
                                        <p:attrNameLst>
                                          <p:attrName>style.visibility</p:attrName>
                                        </p:attrNameLst>
                                      </p:cBhvr>
                                      <p:to>
                                        <p:strVal val="visible"/>
                                      </p:to>
                                    </p:set>
                                    <p:anim calcmode="lin" valueType="num">
                                      <p:cBhvr additive="base">
                                        <p:cTn id="94" dur="500" fill="hold"/>
                                        <p:tgtEl>
                                          <p:spTgt spid="7"/>
                                        </p:tgtEl>
                                        <p:attrNameLst>
                                          <p:attrName>ppt_x</p:attrName>
                                        </p:attrNameLst>
                                      </p:cBhvr>
                                      <p:tavLst>
                                        <p:tav tm="0">
                                          <p:val>
                                            <p:strVal val="0-#ppt_w/2"/>
                                          </p:val>
                                        </p:tav>
                                        <p:tav tm="100000">
                                          <p:val>
                                            <p:strVal val="#ppt_x"/>
                                          </p:val>
                                        </p:tav>
                                      </p:tavLst>
                                    </p:anim>
                                    <p:anim calcmode="lin" valueType="num">
                                      <p:cBhvr additive="base">
                                        <p:cTn id="95"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4101" grpId="0" animBg="1"/>
      <p:bldP spid="30" grpId="0"/>
      <p:bldP spid="4104" grpId="0" animBg="1"/>
      <p:bldP spid="32" grpId="0"/>
      <p:bldP spid="4103" grpId="0" animBg="1"/>
      <p:bldP spid="34" grpId="0"/>
      <p:bldP spid="4102" grpId="0" animBg="1"/>
      <p:bldP spid="36" grpId="0"/>
      <p:bldP spid="43" grpId="0" animBg="1"/>
      <p:bldP spid="44" grpId="0" animBg="1"/>
      <p:bldP spid="45" grpId="0" animBg="1"/>
      <p:bldP spid="46"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Integrated Steps Infographic</a:t>
            </a:r>
            <a:endParaRPr lang="en-US" dirty="0"/>
          </a:p>
        </p:txBody>
      </p:sp>
      <p:sp>
        <p:nvSpPr>
          <p:cNvPr id="23" name="Text Placeholder 22"/>
          <p:cNvSpPr>
            <a:spLocks noGrp="1"/>
          </p:cNvSpPr>
          <p:nvPr>
            <p:ph type="body" sz="half" idx="2"/>
          </p:nvPr>
        </p:nvSpPr>
        <p:spPr/>
        <p:txBody>
          <a:bodyPr/>
          <a:lstStyle/>
          <a:p>
            <a:r>
              <a:rPr lang="en-US"/>
              <a:t>Integrated Steps Infographic</a:t>
            </a:r>
            <a:endParaRPr lang="en-US" dirty="0"/>
          </a:p>
        </p:txBody>
      </p:sp>
      <p:sp>
        <p:nvSpPr>
          <p:cNvPr id="54" name="Slide Number Placeholder 53"/>
          <p:cNvSpPr>
            <a:spLocks noGrp="1"/>
          </p:cNvSpPr>
          <p:nvPr>
            <p:ph type="sldNum" sz="quarter" idx="12"/>
          </p:nvPr>
        </p:nvSpPr>
        <p:spPr/>
        <p:txBody>
          <a:bodyPr/>
          <a:lstStyle/>
          <a:p>
            <a:fld id="{C136B7D2-B98C-44FD-8D04-7EC62A564975}" type="slidenum">
              <a:rPr lang="en-US" smtClean="0"/>
              <a:pPr/>
              <a:t>206</a:t>
            </a:fld>
            <a:endParaRPr lang="en-US" dirty="0"/>
          </a:p>
        </p:txBody>
      </p:sp>
      <p:grpSp>
        <p:nvGrpSpPr>
          <p:cNvPr id="2" name="Group 66"/>
          <p:cNvGrpSpPr/>
          <p:nvPr/>
        </p:nvGrpSpPr>
        <p:grpSpPr>
          <a:xfrm>
            <a:off x="6311122" y="2236598"/>
            <a:ext cx="1947726" cy="647230"/>
            <a:chOff x="5603652" y="1698219"/>
            <a:chExt cx="1947726" cy="647230"/>
          </a:xfrm>
        </p:grpSpPr>
        <p:sp>
          <p:nvSpPr>
            <p:cNvPr id="37" name="Text Placeholder 3"/>
            <p:cNvSpPr txBox="1">
              <a:spLocks/>
            </p:cNvSpPr>
            <p:nvPr/>
          </p:nvSpPr>
          <p:spPr>
            <a:xfrm>
              <a:off x="5603652" y="1698219"/>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38"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3" name="Group 72"/>
          <p:cNvGrpSpPr/>
          <p:nvPr/>
        </p:nvGrpSpPr>
        <p:grpSpPr>
          <a:xfrm>
            <a:off x="1299313" y="3631865"/>
            <a:ext cx="1947726" cy="668069"/>
            <a:chOff x="5603652" y="1677380"/>
            <a:chExt cx="1947726" cy="668069"/>
          </a:xfrm>
        </p:grpSpPr>
        <p:sp>
          <p:nvSpPr>
            <p:cNvPr id="43" name="Text Placeholder 3"/>
            <p:cNvSpPr txBox="1">
              <a:spLocks/>
            </p:cNvSpPr>
            <p:nvPr/>
          </p:nvSpPr>
          <p:spPr>
            <a:xfrm>
              <a:off x="6707749" y="1677380"/>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4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4" name="Group 75"/>
          <p:cNvGrpSpPr/>
          <p:nvPr/>
        </p:nvGrpSpPr>
        <p:grpSpPr>
          <a:xfrm>
            <a:off x="885152" y="2227159"/>
            <a:ext cx="1947726" cy="666108"/>
            <a:chOff x="5603652" y="1679341"/>
            <a:chExt cx="1947726" cy="666108"/>
          </a:xfrm>
        </p:grpSpPr>
        <p:sp>
          <p:nvSpPr>
            <p:cNvPr id="46" name="Text Placeholder 3"/>
            <p:cNvSpPr txBox="1">
              <a:spLocks/>
            </p:cNvSpPr>
            <p:nvPr/>
          </p:nvSpPr>
          <p:spPr>
            <a:xfrm>
              <a:off x="6707749" y="1679341"/>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47"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5" name="Group 72"/>
          <p:cNvGrpSpPr/>
          <p:nvPr/>
        </p:nvGrpSpPr>
        <p:grpSpPr>
          <a:xfrm>
            <a:off x="2037292" y="1292859"/>
            <a:ext cx="1947726" cy="631194"/>
            <a:chOff x="5603652" y="1714255"/>
            <a:chExt cx="1947726" cy="631194"/>
          </a:xfrm>
        </p:grpSpPr>
        <p:sp>
          <p:nvSpPr>
            <p:cNvPr id="49" name="Text Placeholder 3"/>
            <p:cNvSpPr txBox="1">
              <a:spLocks/>
            </p:cNvSpPr>
            <p:nvPr/>
          </p:nvSpPr>
          <p:spPr>
            <a:xfrm>
              <a:off x="6707749" y="171425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5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6" name="Group 69"/>
          <p:cNvGrpSpPr/>
          <p:nvPr/>
        </p:nvGrpSpPr>
        <p:grpSpPr>
          <a:xfrm>
            <a:off x="5896961" y="3640903"/>
            <a:ext cx="1947726" cy="649993"/>
            <a:chOff x="5603652" y="1695456"/>
            <a:chExt cx="1947726" cy="649993"/>
          </a:xfrm>
        </p:grpSpPr>
        <p:sp>
          <p:nvSpPr>
            <p:cNvPr id="52" name="Text Placeholder 3"/>
            <p:cNvSpPr txBox="1">
              <a:spLocks/>
            </p:cNvSpPr>
            <p:nvPr/>
          </p:nvSpPr>
          <p:spPr>
            <a:xfrm>
              <a:off x="5603652" y="169545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5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
        <p:nvSpPr>
          <p:cNvPr id="57" name="Freeform 56"/>
          <p:cNvSpPr/>
          <p:nvPr/>
        </p:nvSpPr>
        <p:spPr>
          <a:xfrm>
            <a:off x="4102650" y="1305010"/>
            <a:ext cx="938701" cy="938701"/>
          </a:xfrm>
          <a:custGeom>
            <a:avLst/>
            <a:gdLst>
              <a:gd name="connsiteX0" fmla="*/ 0 w 938701"/>
              <a:gd name="connsiteY0" fmla="*/ 469351 h 938701"/>
              <a:gd name="connsiteX1" fmla="*/ 137470 w 938701"/>
              <a:gd name="connsiteY1" fmla="*/ 137470 h 938701"/>
              <a:gd name="connsiteX2" fmla="*/ 469352 w 938701"/>
              <a:gd name="connsiteY2" fmla="*/ 1 h 938701"/>
              <a:gd name="connsiteX3" fmla="*/ 801233 w 938701"/>
              <a:gd name="connsiteY3" fmla="*/ 137471 h 938701"/>
              <a:gd name="connsiteX4" fmla="*/ 938702 w 938701"/>
              <a:gd name="connsiteY4" fmla="*/ 469353 h 938701"/>
              <a:gd name="connsiteX5" fmla="*/ 801232 w 938701"/>
              <a:gd name="connsiteY5" fmla="*/ 801234 h 938701"/>
              <a:gd name="connsiteX6" fmla="*/ 469351 w 938701"/>
              <a:gd name="connsiteY6" fmla="*/ 938704 h 938701"/>
              <a:gd name="connsiteX7" fmla="*/ 137470 w 938701"/>
              <a:gd name="connsiteY7" fmla="*/ 801234 h 938701"/>
              <a:gd name="connsiteX8" fmla="*/ 1 w 938701"/>
              <a:gd name="connsiteY8" fmla="*/ 469352 h 938701"/>
              <a:gd name="connsiteX9" fmla="*/ 0 w 938701"/>
              <a:gd name="connsiteY9" fmla="*/ 469351 h 9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8701" h="938701">
                <a:moveTo>
                  <a:pt x="0" y="469351"/>
                </a:moveTo>
                <a:cubicBezTo>
                  <a:pt x="0" y="344871"/>
                  <a:pt x="49450" y="225490"/>
                  <a:pt x="137470" y="137470"/>
                </a:cubicBezTo>
                <a:cubicBezTo>
                  <a:pt x="225491" y="49450"/>
                  <a:pt x="344872" y="1"/>
                  <a:pt x="469352" y="1"/>
                </a:cubicBezTo>
                <a:cubicBezTo>
                  <a:pt x="593832" y="1"/>
                  <a:pt x="713213" y="49451"/>
                  <a:pt x="801233" y="137471"/>
                </a:cubicBezTo>
                <a:cubicBezTo>
                  <a:pt x="889253" y="225492"/>
                  <a:pt x="938702" y="344873"/>
                  <a:pt x="938702" y="469353"/>
                </a:cubicBezTo>
                <a:cubicBezTo>
                  <a:pt x="938702" y="593833"/>
                  <a:pt x="889253" y="713214"/>
                  <a:pt x="801232" y="801234"/>
                </a:cubicBezTo>
                <a:cubicBezTo>
                  <a:pt x="713212" y="889254"/>
                  <a:pt x="593830" y="938704"/>
                  <a:pt x="469351" y="938704"/>
                </a:cubicBezTo>
                <a:cubicBezTo>
                  <a:pt x="344871" y="938704"/>
                  <a:pt x="225490" y="889254"/>
                  <a:pt x="137470" y="801234"/>
                </a:cubicBezTo>
                <a:cubicBezTo>
                  <a:pt x="49450" y="713214"/>
                  <a:pt x="0" y="593832"/>
                  <a:pt x="1" y="469352"/>
                </a:cubicBezTo>
                <a:lnTo>
                  <a:pt x="0" y="469351"/>
                </a:ln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2870" tIns="162869" rIns="162870" bIns="162869" numCol="1" spcCol="1270" anchor="ctr" anchorCtr="0">
            <a:noAutofit/>
          </a:bodyPr>
          <a:lstStyle/>
          <a:p>
            <a:pPr lvl="0" algn="ctr" defTabSz="889000">
              <a:lnSpc>
                <a:spcPct val="90000"/>
              </a:lnSpc>
              <a:spcBef>
                <a:spcPct val="0"/>
              </a:spcBef>
              <a:spcAft>
                <a:spcPct val="35000"/>
              </a:spcAft>
            </a:pPr>
            <a:endParaRPr lang="en-US" sz="2000" kern="1200" dirty="0"/>
          </a:p>
        </p:txBody>
      </p:sp>
      <p:sp>
        <p:nvSpPr>
          <p:cNvPr id="58" name="Freeform 57"/>
          <p:cNvSpPr/>
          <p:nvPr/>
        </p:nvSpPr>
        <p:spPr>
          <a:xfrm rot="2160000">
            <a:off x="5011884" y="2026503"/>
            <a:ext cx="250372" cy="316811"/>
          </a:xfrm>
          <a:custGeom>
            <a:avLst/>
            <a:gdLst>
              <a:gd name="connsiteX0" fmla="*/ 0 w 250372"/>
              <a:gd name="connsiteY0" fmla="*/ 63362 h 316811"/>
              <a:gd name="connsiteX1" fmla="*/ 125186 w 250372"/>
              <a:gd name="connsiteY1" fmla="*/ 63362 h 316811"/>
              <a:gd name="connsiteX2" fmla="*/ 125186 w 250372"/>
              <a:gd name="connsiteY2" fmla="*/ 0 h 316811"/>
              <a:gd name="connsiteX3" fmla="*/ 250372 w 250372"/>
              <a:gd name="connsiteY3" fmla="*/ 158406 h 316811"/>
              <a:gd name="connsiteX4" fmla="*/ 125186 w 250372"/>
              <a:gd name="connsiteY4" fmla="*/ 316811 h 316811"/>
              <a:gd name="connsiteX5" fmla="*/ 125186 w 250372"/>
              <a:gd name="connsiteY5" fmla="*/ 253449 h 316811"/>
              <a:gd name="connsiteX6" fmla="*/ 0 w 250372"/>
              <a:gd name="connsiteY6" fmla="*/ 253449 h 316811"/>
              <a:gd name="connsiteX7" fmla="*/ 0 w 250372"/>
              <a:gd name="connsiteY7" fmla="*/ 63362 h 31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72" h="316811">
                <a:moveTo>
                  <a:pt x="0" y="63362"/>
                </a:moveTo>
                <a:lnTo>
                  <a:pt x="125186" y="63362"/>
                </a:lnTo>
                <a:lnTo>
                  <a:pt x="125186" y="0"/>
                </a:lnTo>
                <a:lnTo>
                  <a:pt x="250372" y="158406"/>
                </a:lnTo>
                <a:lnTo>
                  <a:pt x="125186" y="316811"/>
                </a:lnTo>
                <a:lnTo>
                  <a:pt x="125186" y="253449"/>
                </a:lnTo>
                <a:lnTo>
                  <a:pt x="0" y="253449"/>
                </a:lnTo>
                <a:lnTo>
                  <a:pt x="0" y="63362"/>
                </a:lnTo>
                <a:close/>
              </a:path>
            </a:pathLst>
          </a:custGeom>
          <a:solidFill>
            <a:schemeClr val="accent2"/>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63361" rIns="75111" bIns="63362" numCol="1" spcCol="1270" anchor="ctr" anchorCtr="0">
            <a:noAutofit/>
          </a:bodyPr>
          <a:lstStyle/>
          <a:p>
            <a:pPr lvl="0" algn="ctr" defTabSz="622300">
              <a:lnSpc>
                <a:spcPct val="90000"/>
              </a:lnSpc>
              <a:spcBef>
                <a:spcPct val="0"/>
              </a:spcBef>
              <a:spcAft>
                <a:spcPct val="35000"/>
              </a:spcAft>
            </a:pPr>
            <a:endParaRPr lang="en-US" sz="1400" kern="1200" dirty="0"/>
          </a:p>
        </p:txBody>
      </p:sp>
      <p:sp>
        <p:nvSpPr>
          <p:cNvPr id="59" name="Freeform 58"/>
          <p:cNvSpPr/>
          <p:nvPr/>
        </p:nvSpPr>
        <p:spPr>
          <a:xfrm>
            <a:off x="5244255" y="2134435"/>
            <a:ext cx="938701" cy="938701"/>
          </a:xfrm>
          <a:custGeom>
            <a:avLst/>
            <a:gdLst>
              <a:gd name="connsiteX0" fmla="*/ 0 w 938701"/>
              <a:gd name="connsiteY0" fmla="*/ 469351 h 938701"/>
              <a:gd name="connsiteX1" fmla="*/ 137470 w 938701"/>
              <a:gd name="connsiteY1" fmla="*/ 137470 h 938701"/>
              <a:gd name="connsiteX2" fmla="*/ 469352 w 938701"/>
              <a:gd name="connsiteY2" fmla="*/ 1 h 938701"/>
              <a:gd name="connsiteX3" fmla="*/ 801233 w 938701"/>
              <a:gd name="connsiteY3" fmla="*/ 137471 h 938701"/>
              <a:gd name="connsiteX4" fmla="*/ 938702 w 938701"/>
              <a:gd name="connsiteY4" fmla="*/ 469353 h 938701"/>
              <a:gd name="connsiteX5" fmla="*/ 801232 w 938701"/>
              <a:gd name="connsiteY5" fmla="*/ 801234 h 938701"/>
              <a:gd name="connsiteX6" fmla="*/ 469351 w 938701"/>
              <a:gd name="connsiteY6" fmla="*/ 938704 h 938701"/>
              <a:gd name="connsiteX7" fmla="*/ 137470 w 938701"/>
              <a:gd name="connsiteY7" fmla="*/ 801234 h 938701"/>
              <a:gd name="connsiteX8" fmla="*/ 1 w 938701"/>
              <a:gd name="connsiteY8" fmla="*/ 469352 h 938701"/>
              <a:gd name="connsiteX9" fmla="*/ 0 w 938701"/>
              <a:gd name="connsiteY9" fmla="*/ 469351 h 9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8701" h="938701">
                <a:moveTo>
                  <a:pt x="0" y="469351"/>
                </a:moveTo>
                <a:cubicBezTo>
                  <a:pt x="0" y="344871"/>
                  <a:pt x="49450" y="225490"/>
                  <a:pt x="137470" y="137470"/>
                </a:cubicBezTo>
                <a:cubicBezTo>
                  <a:pt x="225491" y="49450"/>
                  <a:pt x="344872" y="1"/>
                  <a:pt x="469352" y="1"/>
                </a:cubicBezTo>
                <a:cubicBezTo>
                  <a:pt x="593832" y="1"/>
                  <a:pt x="713213" y="49451"/>
                  <a:pt x="801233" y="137471"/>
                </a:cubicBezTo>
                <a:cubicBezTo>
                  <a:pt x="889253" y="225492"/>
                  <a:pt x="938702" y="344873"/>
                  <a:pt x="938702" y="469353"/>
                </a:cubicBezTo>
                <a:cubicBezTo>
                  <a:pt x="938702" y="593833"/>
                  <a:pt x="889253" y="713214"/>
                  <a:pt x="801232" y="801234"/>
                </a:cubicBezTo>
                <a:cubicBezTo>
                  <a:pt x="713212" y="889254"/>
                  <a:pt x="593830" y="938704"/>
                  <a:pt x="469351" y="938704"/>
                </a:cubicBezTo>
                <a:cubicBezTo>
                  <a:pt x="344871" y="938704"/>
                  <a:pt x="225490" y="889254"/>
                  <a:pt x="137470" y="801234"/>
                </a:cubicBezTo>
                <a:cubicBezTo>
                  <a:pt x="49450" y="713214"/>
                  <a:pt x="0" y="593832"/>
                  <a:pt x="1" y="469352"/>
                </a:cubicBezTo>
                <a:lnTo>
                  <a:pt x="0" y="46935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2870" tIns="162869" rIns="162870" bIns="162869" numCol="1" spcCol="1270" anchor="ctr" anchorCtr="0">
            <a:noAutofit/>
          </a:bodyPr>
          <a:lstStyle/>
          <a:p>
            <a:pPr lvl="0" algn="ctr" defTabSz="889000">
              <a:lnSpc>
                <a:spcPct val="90000"/>
              </a:lnSpc>
              <a:spcBef>
                <a:spcPct val="0"/>
              </a:spcBef>
              <a:spcAft>
                <a:spcPct val="35000"/>
              </a:spcAft>
            </a:pPr>
            <a:endParaRPr lang="en-US" sz="2000" kern="1200" dirty="0"/>
          </a:p>
        </p:txBody>
      </p:sp>
      <p:sp>
        <p:nvSpPr>
          <p:cNvPr id="60" name="Freeform 59"/>
          <p:cNvSpPr/>
          <p:nvPr/>
        </p:nvSpPr>
        <p:spPr>
          <a:xfrm rot="17280000">
            <a:off x="5372582" y="3109660"/>
            <a:ext cx="250373" cy="316811"/>
          </a:xfrm>
          <a:custGeom>
            <a:avLst/>
            <a:gdLst>
              <a:gd name="connsiteX0" fmla="*/ 0 w 250372"/>
              <a:gd name="connsiteY0" fmla="*/ 63362 h 316811"/>
              <a:gd name="connsiteX1" fmla="*/ 125186 w 250372"/>
              <a:gd name="connsiteY1" fmla="*/ 63362 h 316811"/>
              <a:gd name="connsiteX2" fmla="*/ 125186 w 250372"/>
              <a:gd name="connsiteY2" fmla="*/ 0 h 316811"/>
              <a:gd name="connsiteX3" fmla="*/ 250372 w 250372"/>
              <a:gd name="connsiteY3" fmla="*/ 158406 h 316811"/>
              <a:gd name="connsiteX4" fmla="*/ 125186 w 250372"/>
              <a:gd name="connsiteY4" fmla="*/ 316811 h 316811"/>
              <a:gd name="connsiteX5" fmla="*/ 125186 w 250372"/>
              <a:gd name="connsiteY5" fmla="*/ 253449 h 316811"/>
              <a:gd name="connsiteX6" fmla="*/ 0 w 250372"/>
              <a:gd name="connsiteY6" fmla="*/ 253449 h 316811"/>
              <a:gd name="connsiteX7" fmla="*/ 0 w 250372"/>
              <a:gd name="connsiteY7" fmla="*/ 63362 h 31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72" h="316811">
                <a:moveTo>
                  <a:pt x="250372" y="253449"/>
                </a:moveTo>
                <a:lnTo>
                  <a:pt x="125186" y="253449"/>
                </a:lnTo>
                <a:lnTo>
                  <a:pt x="125186" y="316811"/>
                </a:lnTo>
                <a:lnTo>
                  <a:pt x="0" y="158405"/>
                </a:lnTo>
                <a:lnTo>
                  <a:pt x="125186" y="0"/>
                </a:lnTo>
                <a:lnTo>
                  <a:pt x="125186" y="63362"/>
                </a:lnTo>
                <a:lnTo>
                  <a:pt x="250372" y="63362"/>
                </a:lnTo>
                <a:lnTo>
                  <a:pt x="250372" y="253449"/>
                </a:lnTo>
                <a:close/>
              </a:path>
            </a:pathLst>
          </a:custGeom>
          <a:solidFill>
            <a:schemeClr val="accent3"/>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75111" tIns="63361" rIns="1" bIns="63362" numCol="1" spcCol="1270" anchor="ctr" anchorCtr="0">
            <a:noAutofit/>
          </a:bodyPr>
          <a:lstStyle/>
          <a:p>
            <a:pPr lvl="0" algn="ctr" defTabSz="622300">
              <a:lnSpc>
                <a:spcPct val="90000"/>
              </a:lnSpc>
              <a:spcBef>
                <a:spcPct val="0"/>
              </a:spcBef>
              <a:spcAft>
                <a:spcPct val="35000"/>
              </a:spcAft>
            </a:pPr>
            <a:endParaRPr lang="en-US" sz="1400" kern="1200" dirty="0"/>
          </a:p>
        </p:txBody>
      </p:sp>
      <p:sp>
        <p:nvSpPr>
          <p:cNvPr id="61" name="Freeform 60"/>
          <p:cNvSpPr/>
          <p:nvPr/>
        </p:nvSpPr>
        <p:spPr>
          <a:xfrm>
            <a:off x="4808201" y="3476473"/>
            <a:ext cx="938701" cy="938701"/>
          </a:xfrm>
          <a:custGeom>
            <a:avLst/>
            <a:gdLst>
              <a:gd name="connsiteX0" fmla="*/ 0 w 938701"/>
              <a:gd name="connsiteY0" fmla="*/ 469351 h 938701"/>
              <a:gd name="connsiteX1" fmla="*/ 137470 w 938701"/>
              <a:gd name="connsiteY1" fmla="*/ 137470 h 938701"/>
              <a:gd name="connsiteX2" fmla="*/ 469352 w 938701"/>
              <a:gd name="connsiteY2" fmla="*/ 1 h 938701"/>
              <a:gd name="connsiteX3" fmla="*/ 801233 w 938701"/>
              <a:gd name="connsiteY3" fmla="*/ 137471 h 938701"/>
              <a:gd name="connsiteX4" fmla="*/ 938702 w 938701"/>
              <a:gd name="connsiteY4" fmla="*/ 469353 h 938701"/>
              <a:gd name="connsiteX5" fmla="*/ 801232 w 938701"/>
              <a:gd name="connsiteY5" fmla="*/ 801234 h 938701"/>
              <a:gd name="connsiteX6" fmla="*/ 469351 w 938701"/>
              <a:gd name="connsiteY6" fmla="*/ 938704 h 938701"/>
              <a:gd name="connsiteX7" fmla="*/ 137470 w 938701"/>
              <a:gd name="connsiteY7" fmla="*/ 801234 h 938701"/>
              <a:gd name="connsiteX8" fmla="*/ 1 w 938701"/>
              <a:gd name="connsiteY8" fmla="*/ 469352 h 938701"/>
              <a:gd name="connsiteX9" fmla="*/ 0 w 938701"/>
              <a:gd name="connsiteY9" fmla="*/ 469351 h 9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8701" h="938701">
                <a:moveTo>
                  <a:pt x="0" y="469351"/>
                </a:moveTo>
                <a:cubicBezTo>
                  <a:pt x="0" y="344871"/>
                  <a:pt x="49450" y="225490"/>
                  <a:pt x="137470" y="137470"/>
                </a:cubicBezTo>
                <a:cubicBezTo>
                  <a:pt x="225491" y="49450"/>
                  <a:pt x="344872" y="1"/>
                  <a:pt x="469352" y="1"/>
                </a:cubicBezTo>
                <a:cubicBezTo>
                  <a:pt x="593832" y="1"/>
                  <a:pt x="713213" y="49451"/>
                  <a:pt x="801233" y="137471"/>
                </a:cubicBezTo>
                <a:cubicBezTo>
                  <a:pt x="889253" y="225492"/>
                  <a:pt x="938702" y="344873"/>
                  <a:pt x="938702" y="469353"/>
                </a:cubicBezTo>
                <a:cubicBezTo>
                  <a:pt x="938702" y="593833"/>
                  <a:pt x="889253" y="713214"/>
                  <a:pt x="801232" y="801234"/>
                </a:cubicBezTo>
                <a:cubicBezTo>
                  <a:pt x="713212" y="889254"/>
                  <a:pt x="593830" y="938704"/>
                  <a:pt x="469351" y="938704"/>
                </a:cubicBezTo>
                <a:cubicBezTo>
                  <a:pt x="344871" y="938704"/>
                  <a:pt x="225490" y="889254"/>
                  <a:pt x="137470" y="801234"/>
                </a:cubicBezTo>
                <a:cubicBezTo>
                  <a:pt x="49450" y="713214"/>
                  <a:pt x="0" y="593832"/>
                  <a:pt x="1" y="469352"/>
                </a:cubicBezTo>
                <a:lnTo>
                  <a:pt x="0" y="469351"/>
                </a:ln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2870" tIns="162869" rIns="162870" bIns="162869" numCol="1" spcCol="1270" anchor="ctr" anchorCtr="0">
            <a:noAutofit/>
          </a:bodyPr>
          <a:lstStyle/>
          <a:p>
            <a:pPr lvl="0" algn="ctr" defTabSz="889000">
              <a:lnSpc>
                <a:spcPct val="90000"/>
              </a:lnSpc>
              <a:spcBef>
                <a:spcPct val="0"/>
              </a:spcBef>
              <a:spcAft>
                <a:spcPct val="35000"/>
              </a:spcAft>
            </a:pPr>
            <a:endParaRPr lang="en-US" sz="2000" kern="1200" dirty="0"/>
          </a:p>
        </p:txBody>
      </p:sp>
      <p:sp>
        <p:nvSpPr>
          <p:cNvPr id="62" name="Freeform 61"/>
          <p:cNvSpPr/>
          <p:nvPr/>
        </p:nvSpPr>
        <p:spPr>
          <a:xfrm>
            <a:off x="4453900" y="3787417"/>
            <a:ext cx="250373" cy="316812"/>
          </a:xfrm>
          <a:custGeom>
            <a:avLst/>
            <a:gdLst>
              <a:gd name="connsiteX0" fmla="*/ 0 w 250372"/>
              <a:gd name="connsiteY0" fmla="*/ 63362 h 316811"/>
              <a:gd name="connsiteX1" fmla="*/ 125186 w 250372"/>
              <a:gd name="connsiteY1" fmla="*/ 63362 h 316811"/>
              <a:gd name="connsiteX2" fmla="*/ 125186 w 250372"/>
              <a:gd name="connsiteY2" fmla="*/ 0 h 316811"/>
              <a:gd name="connsiteX3" fmla="*/ 250372 w 250372"/>
              <a:gd name="connsiteY3" fmla="*/ 158406 h 316811"/>
              <a:gd name="connsiteX4" fmla="*/ 125186 w 250372"/>
              <a:gd name="connsiteY4" fmla="*/ 316811 h 316811"/>
              <a:gd name="connsiteX5" fmla="*/ 125186 w 250372"/>
              <a:gd name="connsiteY5" fmla="*/ 253449 h 316811"/>
              <a:gd name="connsiteX6" fmla="*/ 0 w 250372"/>
              <a:gd name="connsiteY6" fmla="*/ 253449 h 316811"/>
              <a:gd name="connsiteX7" fmla="*/ 0 w 250372"/>
              <a:gd name="connsiteY7" fmla="*/ 63362 h 31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72" h="316811">
                <a:moveTo>
                  <a:pt x="250372" y="253449"/>
                </a:moveTo>
                <a:lnTo>
                  <a:pt x="125186" y="253449"/>
                </a:lnTo>
                <a:lnTo>
                  <a:pt x="125186" y="316811"/>
                </a:lnTo>
                <a:lnTo>
                  <a:pt x="0" y="158405"/>
                </a:lnTo>
                <a:lnTo>
                  <a:pt x="125186" y="0"/>
                </a:lnTo>
                <a:lnTo>
                  <a:pt x="125186" y="63362"/>
                </a:lnTo>
                <a:lnTo>
                  <a:pt x="250372" y="63362"/>
                </a:lnTo>
                <a:lnTo>
                  <a:pt x="250372" y="253449"/>
                </a:lnTo>
                <a:close/>
              </a:path>
            </a:pathLst>
          </a:custGeom>
          <a:solidFill>
            <a:schemeClr val="accent4"/>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75112" tIns="63363" rIns="1" bIns="63362" numCol="1" spcCol="1270" anchor="ctr" anchorCtr="0">
            <a:noAutofit/>
          </a:bodyPr>
          <a:lstStyle/>
          <a:p>
            <a:pPr lvl="0" algn="ctr" defTabSz="622300">
              <a:lnSpc>
                <a:spcPct val="90000"/>
              </a:lnSpc>
              <a:spcBef>
                <a:spcPct val="0"/>
              </a:spcBef>
              <a:spcAft>
                <a:spcPct val="35000"/>
              </a:spcAft>
            </a:pPr>
            <a:endParaRPr lang="en-US" sz="1400" kern="1200" dirty="0"/>
          </a:p>
        </p:txBody>
      </p:sp>
      <p:sp>
        <p:nvSpPr>
          <p:cNvPr id="63" name="Freeform 62"/>
          <p:cNvSpPr/>
          <p:nvPr/>
        </p:nvSpPr>
        <p:spPr>
          <a:xfrm>
            <a:off x="3397099" y="3476473"/>
            <a:ext cx="938701" cy="938701"/>
          </a:xfrm>
          <a:custGeom>
            <a:avLst/>
            <a:gdLst>
              <a:gd name="connsiteX0" fmla="*/ 0 w 938701"/>
              <a:gd name="connsiteY0" fmla="*/ 469351 h 938701"/>
              <a:gd name="connsiteX1" fmla="*/ 137470 w 938701"/>
              <a:gd name="connsiteY1" fmla="*/ 137470 h 938701"/>
              <a:gd name="connsiteX2" fmla="*/ 469352 w 938701"/>
              <a:gd name="connsiteY2" fmla="*/ 1 h 938701"/>
              <a:gd name="connsiteX3" fmla="*/ 801233 w 938701"/>
              <a:gd name="connsiteY3" fmla="*/ 137471 h 938701"/>
              <a:gd name="connsiteX4" fmla="*/ 938702 w 938701"/>
              <a:gd name="connsiteY4" fmla="*/ 469353 h 938701"/>
              <a:gd name="connsiteX5" fmla="*/ 801232 w 938701"/>
              <a:gd name="connsiteY5" fmla="*/ 801234 h 938701"/>
              <a:gd name="connsiteX6" fmla="*/ 469351 w 938701"/>
              <a:gd name="connsiteY6" fmla="*/ 938704 h 938701"/>
              <a:gd name="connsiteX7" fmla="*/ 137470 w 938701"/>
              <a:gd name="connsiteY7" fmla="*/ 801234 h 938701"/>
              <a:gd name="connsiteX8" fmla="*/ 1 w 938701"/>
              <a:gd name="connsiteY8" fmla="*/ 469352 h 938701"/>
              <a:gd name="connsiteX9" fmla="*/ 0 w 938701"/>
              <a:gd name="connsiteY9" fmla="*/ 469351 h 9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8701" h="938701">
                <a:moveTo>
                  <a:pt x="0" y="469351"/>
                </a:moveTo>
                <a:cubicBezTo>
                  <a:pt x="0" y="344871"/>
                  <a:pt x="49450" y="225490"/>
                  <a:pt x="137470" y="137470"/>
                </a:cubicBezTo>
                <a:cubicBezTo>
                  <a:pt x="225491" y="49450"/>
                  <a:pt x="344872" y="1"/>
                  <a:pt x="469352" y="1"/>
                </a:cubicBezTo>
                <a:cubicBezTo>
                  <a:pt x="593832" y="1"/>
                  <a:pt x="713213" y="49451"/>
                  <a:pt x="801233" y="137471"/>
                </a:cubicBezTo>
                <a:cubicBezTo>
                  <a:pt x="889253" y="225492"/>
                  <a:pt x="938702" y="344873"/>
                  <a:pt x="938702" y="469353"/>
                </a:cubicBezTo>
                <a:cubicBezTo>
                  <a:pt x="938702" y="593833"/>
                  <a:pt x="889253" y="713214"/>
                  <a:pt x="801232" y="801234"/>
                </a:cubicBezTo>
                <a:cubicBezTo>
                  <a:pt x="713212" y="889254"/>
                  <a:pt x="593830" y="938704"/>
                  <a:pt x="469351" y="938704"/>
                </a:cubicBezTo>
                <a:cubicBezTo>
                  <a:pt x="344871" y="938704"/>
                  <a:pt x="225490" y="889254"/>
                  <a:pt x="137470" y="801234"/>
                </a:cubicBezTo>
                <a:cubicBezTo>
                  <a:pt x="49450" y="713214"/>
                  <a:pt x="0" y="593832"/>
                  <a:pt x="1" y="469352"/>
                </a:cubicBezTo>
                <a:lnTo>
                  <a:pt x="0" y="469351"/>
                </a:lnTo>
                <a:close/>
              </a:path>
            </a:pathLst>
          </a:custGeom>
          <a:solidFill>
            <a:schemeClr val="accent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2870" tIns="162869" rIns="162870" bIns="162869" numCol="1" spcCol="1270" anchor="ctr" anchorCtr="0">
            <a:noAutofit/>
          </a:bodyPr>
          <a:lstStyle/>
          <a:p>
            <a:pPr lvl="0" algn="ctr" defTabSz="889000">
              <a:lnSpc>
                <a:spcPct val="90000"/>
              </a:lnSpc>
              <a:spcBef>
                <a:spcPct val="0"/>
              </a:spcBef>
              <a:spcAft>
                <a:spcPct val="35000"/>
              </a:spcAft>
            </a:pPr>
            <a:endParaRPr lang="en-US" sz="2000" kern="1200" dirty="0"/>
          </a:p>
        </p:txBody>
      </p:sp>
      <p:sp>
        <p:nvSpPr>
          <p:cNvPr id="64" name="Freeform 63"/>
          <p:cNvSpPr/>
          <p:nvPr/>
        </p:nvSpPr>
        <p:spPr>
          <a:xfrm rot="4320000">
            <a:off x="3525426" y="3123138"/>
            <a:ext cx="250373" cy="316811"/>
          </a:xfrm>
          <a:custGeom>
            <a:avLst/>
            <a:gdLst>
              <a:gd name="connsiteX0" fmla="*/ 0 w 250372"/>
              <a:gd name="connsiteY0" fmla="*/ 63362 h 316811"/>
              <a:gd name="connsiteX1" fmla="*/ 125186 w 250372"/>
              <a:gd name="connsiteY1" fmla="*/ 63362 h 316811"/>
              <a:gd name="connsiteX2" fmla="*/ 125186 w 250372"/>
              <a:gd name="connsiteY2" fmla="*/ 0 h 316811"/>
              <a:gd name="connsiteX3" fmla="*/ 250372 w 250372"/>
              <a:gd name="connsiteY3" fmla="*/ 158406 h 316811"/>
              <a:gd name="connsiteX4" fmla="*/ 125186 w 250372"/>
              <a:gd name="connsiteY4" fmla="*/ 316811 h 316811"/>
              <a:gd name="connsiteX5" fmla="*/ 125186 w 250372"/>
              <a:gd name="connsiteY5" fmla="*/ 253449 h 316811"/>
              <a:gd name="connsiteX6" fmla="*/ 0 w 250372"/>
              <a:gd name="connsiteY6" fmla="*/ 253449 h 316811"/>
              <a:gd name="connsiteX7" fmla="*/ 0 w 250372"/>
              <a:gd name="connsiteY7" fmla="*/ 63362 h 31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72" h="316811">
                <a:moveTo>
                  <a:pt x="250372" y="253449"/>
                </a:moveTo>
                <a:lnTo>
                  <a:pt x="125186" y="253449"/>
                </a:lnTo>
                <a:lnTo>
                  <a:pt x="125186" y="316811"/>
                </a:lnTo>
                <a:lnTo>
                  <a:pt x="0" y="158405"/>
                </a:lnTo>
                <a:lnTo>
                  <a:pt x="125186" y="0"/>
                </a:lnTo>
                <a:lnTo>
                  <a:pt x="125186" y="63362"/>
                </a:lnTo>
                <a:lnTo>
                  <a:pt x="250372" y="63362"/>
                </a:lnTo>
                <a:lnTo>
                  <a:pt x="250372" y="253449"/>
                </a:lnTo>
                <a:close/>
              </a:path>
            </a:pathLst>
          </a:custGeom>
          <a:solidFill>
            <a:schemeClr val="accent5"/>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75112" tIns="63362" rIns="0" bIns="63361" numCol="1" spcCol="1270" anchor="ctr" anchorCtr="0">
            <a:noAutofit/>
          </a:bodyPr>
          <a:lstStyle/>
          <a:p>
            <a:pPr lvl="0" algn="ctr" defTabSz="622300">
              <a:lnSpc>
                <a:spcPct val="90000"/>
              </a:lnSpc>
              <a:spcBef>
                <a:spcPct val="0"/>
              </a:spcBef>
              <a:spcAft>
                <a:spcPct val="35000"/>
              </a:spcAft>
            </a:pPr>
            <a:endParaRPr lang="en-US" sz="1400" kern="1200" dirty="0"/>
          </a:p>
        </p:txBody>
      </p:sp>
      <p:sp>
        <p:nvSpPr>
          <p:cNvPr id="65" name="Freeform 64"/>
          <p:cNvSpPr/>
          <p:nvPr/>
        </p:nvSpPr>
        <p:spPr>
          <a:xfrm>
            <a:off x="2961044" y="2134435"/>
            <a:ext cx="938701" cy="938701"/>
          </a:xfrm>
          <a:custGeom>
            <a:avLst/>
            <a:gdLst>
              <a:gd name="connsiteX0" fmla="*/ 0 w 938701"/>
              <a:gd name="connsiteY0" fmla="*/ 469351 h 938701"/>
              <a:gd name="connsiteX1" fmla="*/ 137470 w 938701"/>
              <a:gd name="connsiteY1" fmla="*/ 137470 h 938701"/>
              <a:gd name="connsiteX2" fmla="*/ 469352 w 938701"/>
              <a:gd name="connsiteY2" fmla="*/ 1 h 938701"/>
              <a:gd name="connsiteX3" fmla="*/ 801233 w 938701"/>
              <a:gd name="connsiteY3" fmla="*/ 137471 h 938701"/>
              <a:gd name="connsiteX4" fmla="*/ 938702 w 938701"/>
              <a:gd name="connsiteY4" fmla="*/ 469353 h 938701"/>
              <a:gd name="connsiteX5" fmla="*/ 801232 w 938701"/>
              <a:gd name="connsiteY5" fmla="*/ 801234 h 938701"/>
              <a:gd name="connsiteX6" fmla="*/ 469351 w 938701"/>
              <a:gd name="connsiteY6" fmla="*/ 938704 h 938701"/>
              <a:gd name="connsiteX7" fmla="*/ 137470 w 938701"/>
              <a:gd name="connsiteY7" fmla="*/ 801234 h 938701"/>
              <a:gd name="connsiteX8" fmla="*/ 1 w 938701"/>
              <a:gd name="connsiteY8" fmla="*/ 469352 h 938701"/>
              <a:gd name="connsiteX9" fmla="*/ 0 w 938701"/>
              <a:gd name="connsiteY9" fmla="*/ 469351 h 9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8701" h="938701">
                <a:moveTo>
                  <a:pt x="0" y="469351"/>
                </a:moveTo>
                <a:cubicBezTo>
                  <a:pt x="0" y="344871"/>
                  <a:pt x="49450" y="225490"/>
                  <a:pt x="137470" y="137470"/>
                </a:cubicBezTo>
                <a:cubicBezTo>
                  <a:pt x="225491" y="49450"/>
                  <a:pt x="344872" y="1"/>
                  <a:pt x="469352" y="1"/>
                </a:cubicBezTo>
                <a:cubicBezTo>
                  <a:pt x="593832" y="1"/>
                  <a:pt x="713213" y="49451"/>
                  <a:pt x="801233" y="137471"/>
                </a:cubicBezTo>
                <a:cubicBezTo>
                  <a:pt x="889253" y="225492"/>
                  <a:pt x="938702" y="344873"/>
                  <a:pt x="938702" y="469353"/>
                </a:cubicBezTo>
                <a:cubicBezTo>
                  <a:pt x="938702" y="593833"/>
                  <a:pt x="889253" y="713214"/>
                  <a:pt x="801232" y="801234"/>
                </a:cubicBezTo>
                <a:cubicBezTo>
                  <a:pt x="713212" y="889254"/>
                  <a:pt x="593830" y="938704"/>
                  <a:pt x="469351" y="938704"/>
                </a:cubicBezTo>
                <a:cubicBezTo>
                  <a:pt x="344871" y="938704"/>
                  <a:pt x="225490" y="889254"/>
                  <a:pt x="137470" y="801234"/>
                </a:cubicBezTo>
                <a:cubicBezTo>
                  <a:pt x="49450" y="713214"/>
                  <a:pt x="0" y="593832"/>
                  <a:pt x="1" y="469352"/>
                </a:cubicBezTo>
                <a:lnTo>
                  <a:pt x="0" y="469351"/>
                </a:ln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2870" tIns="162869" rIns="162870" bIns="162869" numCol="1" spcCol="1270" anchor="ctr" anchorCtr="0">
            <a:noAutofit/>
          </a:bodyPr>
          <a:lstStyle/>
          <a:p>
            <a:pPr lvl="0" algn="ctr" defTabSz="889000">
              <a:lnSpc>
                <a:spcPct val="90000"/>
              </a:lnSpc>
              <a:spcBef>
                <a:spcPct val="0"/>
              </a:spcBef>
              <a:spcAft>
                <a:spcPct val="35000"/>
              </a:spcAft>
            </a:pPr>
            <a:endParaRPr lang="en-US" sz="2000" kern="1200" dirty="0"/>
          </a:p>
        </p:txBody>
      </p:sp>
      <p:sp>
        <p:nvSpPr>
          <p:cNvPr id="66" name="Freeform 65"/>
          <p:cNvSpPr/>
          <p:nvPr/>
        </p:nvSpPr>
        <p:spPr>
          <a:xfrm rot="19440000">
            <a:off x="3870279" y="2034833"/>
            <a:ext cx="250372" cy="316811"/>
          </a:xfrm>
          <a:custGeom>
            <a:avLst/>
            <a:gdLst>
              <a:gd name="connsiteX0" fmla="*/ 0 w 250372"/>
              <a:gd name="connsiteY0" fmla="*/ 63362 h 316811"/>
              <a:gd name="connsiteX1" fmla="*/ 125186 w 250372"/>
              <a:gd name="connsiteY1" fmla="*/ 63362 h 316811"/>
              <a:gd name="connsiteX2" fmla="*/ 125186 w 250372"/>
              <a:gd name="connsiteY2" fmla="*/ 0 h 316811"/>
              <a:gd name="connsiteX3" fmla="*/ 250372 w 250372"/>
              <a:gd name="connsiteY3" fmla="*/ 158406 h 316811"/>
              <a:gd name="connsiteX4" fmla="*/ 125186 w 250372"/>
              <a:gd name="connsiteY4" fmla="*/ 316811 h 316811"/>
              <a:gd name="connsiteX5" fmla="*/ 125186 w 250372"/>
              <a:gd name="connsiteY5" fmla="*/ 253449 h 316811"/>
              <a:gd name="connsiteX6" fmla="*/ 0 w 250372"/>
              <a:gd name="connsiteY6" fmla="*/ 253449 h 316811"/>
              <a:gd name="connsiteX7" fmla="*/ 0 w 250372"/>
              <a:gd name="connsiteY7" fmla="*/ 63362 h 31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72" h="316811">
                <a:moveTo>
                  <a:pt x="0" y="63362"/>
                </a:moveTo>
                <a:lnTo>
                  <a:pt x="125186" y="63362"/>
                </a:lnTo>
                <a:lnTo>
                  <a:pt x="125186" y="0"/>
                </a:lnTo>
                <a:lnTo>
                  <a:pt x="250372" y="158406"/>
                </a:lnTo>
                <a:lnTo>
                  <a:pt x="125186" y="316811"/>
                </a:lnTo>
                <a:lnTo>
                  <a:pt x="125186" y="253449"/>
                </a:lnTo>
                <a:lnTo>
                  <a:pt x="0" y="253449"/>
                </a:lnTo>
                <a:lnTo>
                  <a:pt x="0" y="63362"/>
                </a:lnTo>
                <a:close/>
              </a:path>
            </a:pathLst>
          </a:custGeom>
          <a:solidFill>
            <a:schemeClr val="accent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63362" rIns="75112" bIns="63361" numCol="1" spcCol="1270" anchor="ctr" anchorCtr="0">
            <a:noAutofit/>
          </a:bodyPr>
          <a:lstStyle/>
          <a:p>
            <a:pPr lvl="0" algn="ctr" defTabSz="622300">
              <a:lnSpc>
                <a:spcPct val="90000"/>
              </a:lnSpc>
              <a:spcBef>
                <a:spcPct val="0"/>
              </a:spcBef>
              <a:spcAft>
                <a:spcPct val="35000"/>
              </a:spcAft>
            </a:pPr>
            <a:endParaRPr lang="en-US" sz="1400" kern="1200" dirty="0"/>
          </a:p>
        </p:txBody>
      </p:sp>
      <p:sp>
        <p:nvSpPr>
          <p:cNvPr id="67" name="Freeform 62"/>
          <p:cNvSpPr>
            <a:spLocks noEditPoints="1"/>
          </p:cNvSpPr>
          <p:nvPr/>
        </p:nvSpPr>
        <p:spPr bwMode="auto">
          <a:xfrm>
            <a:off x="4406792" y="1607831"/>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6"/>
          <p:cNvSpPr>
            <a:spLocks noEditPoints="1"/>
          </p:cNvSpPr>
          <p:nvPr/>
        </p:nvSpPr>
        <p:spPr bwMode="auto">
          <a:xfrm>
            <a:off x="3219245" y="2440009"/>
            <a:ext cx="422299" cy="32755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6"/>
          <p:cNvSpPr>
            <a:spLocks noEditPoints="1"/>
          </p:cNvSpPr>
          <p:nvPr/>
        </p:nvSpPr>
        <p:spPr bwMode="auto">
          <a:xfrm>
            <a:off x="3683678" y="3802785"/>
            <a:ext cx="365543" cy="286077"/>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57"/>
          <p:cNvSpPr>
            <a:spLocks noEditPoints="1"/>
          </p:cNvSpPr>
          <p:nvPr/>
        </p:nvSpPr>
        <p:spPr bwMode="auto">
          <a:xfrm>
            <a:off x="5571644" y="2477933"/>
            <a:ext cx="283922" cy="25170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31"/>
          <p:cNvSpPr>
            <a:spLocks/>
          </p:cNvSpPr>
          <p:nvPr/>
        </p:nvSpPr>
        <p:spPr bwMode="auto">
          <a:xfrm>
            <a:off x="5116881" y="3782718"/>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Effect transition="in" filter="fade">
                                      <p:cBhvr>
                                        <p:cTn id="9" dur="500"/>
                                        <p:tgtEl>
                                          <p:spTgt spid="6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8"/>
                                        </p:tgtEl>
                                        <p:attrNameLst>
                                          <p:attrName>style.visibility</p:attrName>
                                        </p:attrNameLst>
                                      </p:cBhvr>
                                      <p:to>
                                        <p:strVal val="visible"/>
                                      </p:to>
                                    </p:set>
                                    <p:anim calcmode="lin" valueType="num">
                                      <p:cBhvr>
                                        <p:cTn id="13" dur="500" fill="hold"/>
                                        <p:tgtEl>
                                          <p:spTgt spid="68"/>
                                        </p:tgtEl>
                                        <p:attrNameLst>
                                          <p:attrName>ppt_w</p:attrName>
                                        </p:attrNameLst>
                                      </p:cBhvr>
                                      <p:tavLst>
                                        <p:tav tm="0">
                                          <p:val>
                                            <p:fltVal val="0"/>
                                          </p:val>
                                        </p:tav>
                                        <p:tav tm="100000">
                                          <p:val>
                                            <p:strVal val="#ppt_w"/>
                                          </p:val>
                                        </p:tav>
                                      </p:tavLst>
                                    </p:anim>
                                    <p:anim calcmode="lin" valueType="num">
                                      <p:cBhvr>
                                        <p:cTn id="14" dur="500" fill="hold"/>
                                        <p:tgtEl>
                                          <p:spTgt spid="68"/>
                                        </p:tgtEl>
                                        <p:attrNameLst>
                                          <p:attrName>ppt_h</p:attrName>
                                        </p:attrNameLst>
                                      </p:cBhvr>
                                      <p:tavLst>
                                        <p:tav tm="0">
                                          <p:val>
                                            <p:fltVal val="0"/>
                                          </p:val>
                                        </p:tav>
                                        <p:tav tm="100000">
                                          <p:val>
                                            <p:strVal val="#ppt_h"/>
                                          </p:val>
                                        </p:tav>
                                      </p:tavLst>
                                    </p:anim>
                                    <p:animEffect transition="in" filter="fade">
                                      <p:cBhvr>
                                        <p:cTn id="15" dur="500"/>
                                        <p:tgtEl>
                                          <p:spTgt spid="68"/>
                                        </p:tgtEl>
                                      </p:cBhvr>
                                    </p:animEffect>
                                  </p:childTnLst>
                                </p:cTn>
                              </p:par>
                              <p:par>
                                <p:cTn id="16" presetID="2" presetClass="entr" presetSubtype="8" accel="50000" decel="50000" fill="hold"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500" fill="hold"/>
                                        <p:tgtEl>
                                          <p:spTgt spid="4"/>
                                        </p:tgtEl>
                                        <p:attrNameLst>
                                          <p:attrName>ppt_x</p:attrName>
                                        </p:attrNameLst>
                                      </p:cBhvr>
                                      <p:tavLst>
                                        <p:tav tm="0">
                                          <p:val>
                                            <p:strVal val="0-#ppt_w/2"/>
                                          </p:val>
                                        </p:tav>
                                        <p:tav tm="100000">
                                          <p:val>
                                            <p:strVal val="#ppt_x"/>
                                          </p:val>
                                        </p:tav>
                                      </p:tavLst>
                                    </p:anim>
                                    <p:anim calcmode="lin" valueType="num">
                                      <p:cBhvr additive="base">
                                        <p:cTn id="19" dur="500" fill="hold"/>
                                        <p:tgtEl>
                                          <p:spTgt spid="4"/>
                                        </p:tgtEl>
                                        <p:attrNameLst>
                                          <p:attrName>ppt_y</p:attrName>
                                        </p:attrNameLst>
                                      </p:cBhvr>
                                      <p:tavLst>
                                        <p:tav tm="0">
                                          <p:val>
                                            <p:strVal val="#ppt_y"/>
                                          </p:val>
                                        </p:tav>
                                        <p:tav tm="100000">
                                          <p:val>
                                            <p:strVal val="#ppt_y"/>
                                          </p:val>
                                        </p:tav>
                                      </p:tavLst>
                                    </p:anim>
                                  </p:childTnLst>
                                </p:cTn>
                              </p:par>
                            </p:childTnLst>
                          </p:cTn>
                        </p:par>
                        <p:par>
                          <p:cTn id="20" fill="hold">
                            <p:stCondLst>
                              <p:cond delay="1000"/>
                            </p:stCondLst>
                            <p:childTnLst>
                              <p:par>
                                <p:cTn id="21" presetID="53" presetClass="entr" presetSubtype="0" fill="hold" grpId="0" nodeType="afterEffect">
                                  <p:stCondLst>
                                    <p:cond delay="0"/>
                                  </p:stCondLst>
                                  <p:childTnLst>
                                    <p:set>
                                      <p:cBhvr>
                                        <p:cTn id="22" dur="1" fill="hold">
                                          <p:stCondLst>
                                            <p:cond delay="0"/>
                                          </p:stCondLst>
                                        </p:cTn>
                                        <p:tgtEl>
                                          <p:spTgt spid="66"/>
                                        </p:tgtEl>
                                        <p:attrNameLst>
                                          <p:attrName>style.visibility</p:attrName>
                                        </p:attrNameLst>
                                      </p:cBhvr>
                                      <p:to>
                                        <p:strVal val="visible"/>
                                      </p:to>
                                    </p:set>
                                    <p:anim calcmode="lin" valueType="num">
                                      <p:cBhvr>
                                        <p:cTn id="23" dur="500" fill="hold"/>
                                        <p:tgtEl>
                                          <p:spTgt spid="66"/>
                                        </p:tgtEl>
                                        <p:attrNameLst>
                                          <p:attrName>ppt_w</p:attrName>
                                        </p:attrNameLst>
                                      </p:cBhvr>
                                      <p:tavLst>
                                        <p:tav tm="0">
                                          <p:val>
                                            <p:fltVal val="0"/>
                                          </p:val>
                                        </p:tav>
                                        <p:tav tm="100000">
                                          <p:val>
                                            <p:strVal val="#ppt_w"/>
                                          </p:val>
                                        </p:tav>
                                      </p:tavLst>
                                    </p:anim>
                                    <p:anim calcmode="lin" valueType="num">
                                      <p:cBhvr>
                                        <p:cTn id="24" dur="500" fill="hold"/>
                                        <p:tgtEl>
                                          <p:spTgt spid="66"/>
                                        </p:tgtEl>
                                        <p:attrNameLst>
                                          <p:attrName>ppt_h</p:attrName>
                                        </p:attrNameLst>
                                      </p:cBhvr>
                                      <p:tavLst>
                                        <p:tav tm="0">
                                          <p:val>
                                            <p:fltVal val="0"/>
                                          </p:val>
                                        </p:tav>
                                        <p:tav tm="100000">
                                          <p:val>
                                            <p:strVal val="#ppt_h"/>
                                          </p:val>
                                        </p:tav>
                                      </p:tavLst>
                                    </p:anim>
                                    <p:animEffect transition="in" filter="fade">
                                      <p:cBhvr>
                                        <p:cTn id="25" dur="500"/>
                                        <p:tgtEl>
                                          <p:spTgt spid="66"/>
                                        </p:tgtEl>
                                      </p:cBhvr>
                                    </p:animEffect>
                                  </p:childTnLst>
                                </p:cTn>
                              </p:par>
                            </p:childTnLst>
                          </p:cTn>
                        </p:par>
                        <p:par>
                          <p:cTn id="26" fill="hold">
                            <p:stCondLst>
                              <p:cond delay="1500"/>
                            </p:stCondLst>
                            <p:childTnLst>
                              <p:par>
                                <p:cTn id="27" presetID="53" presetClass="entr" presetSubtype="0" fill="hold" grpId="0" nodeType="afterEffect">
                                  <p:stCondLst>
                                    <p:cond delay="0"/>
                                  </p:stCondLst>
                                  <p:childTnLst>
                                    <p:set>
                                      <p:cBhvr>
                                        <p:cTn id="28" dur="1" fill="hold">
                                          <p:stCondLst>
                                            <p:cond delay="0"/>
                                          </p:stCondLst>
                                        </p:cTn>
                                        <p:tgtEl>
                                          <p:spTgt spid="57"/>
                                        </p:tgtEl>
                                        <p:attrNameLst>
                                          <p:attrName>style.visibility</p:attrName>
                                        </p:attrNameLst>
                                      </p:cBhvr>
                                      <p:to>
                                        <p:strVal val="visible"/>
                                      </p:to>
                                    </p:set>
                                    <p:anim calcmode="lin" valueType="num">
                                      <p:cBhvr>
                                        <p:cTn id="29" dur="500" fill="hold"/>
                                        <p:tgtEl>
                                          <p:spTgt spid="57"/>
                                        </p:tgtEl>
                                        <p:attrNameLst>
                                          <p:attrName>ppt_w</p:attrName>
                                        </p:attrNameLst>
                                      </p:cBhvr>
                                      <p:tavLst>
                                        <p:tav tm="0">
                                          <p:val>
                                            <p:fltVal val="0"/>
                                          </p:val>
                                        </p:tav>
                                        <p:tav tm="100000">
                                          <p:val>
                                            <p:strVal val="#ppt_w"/>
                                          </p:val>
                                        </p:tav>
                                      </p:tavLst>
                                    </p:anim>
                                    <p:anim calcmode="lin" valueType="num">
                                      <p:cBhvr>
                                        <p:cTn id="30" dur="500" fill="hold"/>
                                        <p:tgtEl>
                                          <p:spTgt spid="57"/>
                                        </p:tgtEl>
                                        <p:attrNameLst>
                                          <p:attrName>ppt_h</p:attrName>
                                        </p:attrNameLst>
                                      </p:cBhvr>
                                      <p:tavLst>
                                        <p:tav tm="0">
                                          <p:val>
                                            <p:fltVal val="0"/>
                                          </p:val>
                                        </p:tav>
                                        <p:tav tm="100000">
                                          <p:val>
                                            <p:strVal val="#ppt_h"/>
                                          </p:val>
                                        </p:tav>
                                      </p:tavLst>
                                    </p:anim>
                                    <p:animEffect transition="in" filter="fade">
                                      <p:cBhvr>
                                        <p:cTn id="31" dur="500"/>
                                        <p:tgtEl>
                                          <p:spTgt spid="57"/>
                                        </p:tgtEl>
                                      </p:cBhvr>
                                    </p:animEffect>
                                  </p:childTnLst>
                                </p:cTn>
                              </p:par>
                            </p:childTnLst>
                          </p:cTn>
                        </p:par>
                        <p:par>
                          <p:cTn id="32" fill="hold">
                            <p:stCondLst>
                              <p:cond delay="2000"/>
                            </p:stCondLst>
                            <p:childTnLst>
                              <p:par>
                                <p:cTn id="33" presetID="53" presetClass="entr" presetSubtype="0" fill="hold" grpId="0" nodeType="afterEffect">
                                  <p:stCondLst>
                                    <p:cond delay="0"/>
                                  </p:stCondLst>
                                  <p:childTnLst>
                                    <p:set>
                                      <p:cBhvr>
                                        <p:cTn id="34" dur="1" fill="hold">
                                          <p:stCondLst>
                                            <p:cond delay="0"/>
                                          </p:stCondLst>
                                        </p:cTn>
                                        <p:tgtEl>
                                          <p:spTgt spid="67"/>
                                        </p:tgtEl>
                                        <p:attrNameLst>
                                          <p:attrName>style.visibility</p:attrName>
                                        </p:attrNameLst>
                                      </p:cBhvr>
                                      <p:to>
                                        <p:strVal val="visible"/>
                                      </p:to>
                                    </p:set>
                                    <p:anim calcmode="lin" valueType="num">
                                      <p:cBhvr>
                                        <p:cTn id="35" dur="500" fill="hold"/>
                                        <p:tgtEl>
                                          <p:spTgt spid="67"/>
                                        </p:tgtEl>
                                        <p:attrNameLst>
                                          <p:attrName>ppt_w</p:attrName>
                                        </p:attrNameLst>
                                      </p:cBhvr>
                                      <p:tavLst>
                                        <p:tav tm="0">
                                          <p:val>
                                            <p:fltVal val="0"/>
                                          </p:val>
                                        </p:tav>
                                        <p:tav tm="100000">
                                          <p:val>
                                            <p:strVal val="#ppt_w"/>
                                          </p:val>
                                        </p:tav>
                                      </p:tavLst>
                                    </p:anim>
                                    <p:anim calcmode="lin" valueType="num">
                                      <p:cBhvr>
                                        <p:cTn id="36" dur="500" fill="hold"/>
                                        <p:tgtEl>
                                          <p:spTgt spid="67"/>
                                        </p:tgtEl>
                                        <p:attrNameLst>
                                          <p:attrName>ppt_h</p:attrName>
                                        </p:attrNameLst>
                                      </p:cBhvr>
                                      <p:tavLst>
                                        <p:tav tm="0">
                                          <p:val>
                                            <p:fltVal val="0"/>
                                          </p:val>
                                        </p:tav>
                                        <p:tav tm="100000">
                                          <p:val>
                                            <p:strVal val="#ppt_h"/>
                                          </p:val>
                                        </p:tav>
                                      </p:tavLst>
                                    </p:anim>
                                    <p:animEffect transition="in" filter="fade">
                                      <p:cBhvr>
                                        <p:cTn id="37" dur="500"/>
                                        <p:tgtEl>
                                          <p:spTgt spid="67"/>
                                        </p:tgtEl>
                                      </p:cBhvr>
                                    </p:animEffect>
                                  </p:childTnLst>
                                </p:cTn>
                              </p:par>
                              <p:par>
                                <p:cTn id="38" presetID="2" presetClass="entr" presetSubtype="8" accel="50000" decel="5000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500" fill="hold"/>
                                        <p:tgtEl>
                                          <p:spTgt spid="5"/>
                                        </p:tgtEl>
                                        <p:attrNameLst>
                                          <p:attrName>ppt_x</p:attrName>
                                        </p:attrNameLst>
                                      </p:cBhvr>
                                      <p:tavLst>
                                        <p:tav tm="0">
                                          <p:val>
                                            <p:strVal val="0-#ppt_w/2"/>
                                          </p:val>
                                        </p:tav>
                                        <p:tav tm="100000">
                                          <p:val>
                                            <p:strVal val="#ppt_x"/>
                                          </p:val>
                                        </p:tav>
                                      </p:tavLst>
                                    </p:anim>
                                    <p:anim calcmode="lin" valueType="num">
                                      <p:cBhvr additive="base">
                                        <p:cTn id="41" dur="500" fill="hold"/>
                                        <p:tgtEl>
                                          <p:spTgt spid="5"/>
                                        </p:tgtEl>
                                        <p:attrNameLst>
                                          <p:attrName>ppt_y</p:attrName>
                                        </p:attrNameLst>
                                      </p:cBhvr>
                                      <p:tavLst>
                                        <p:tav tm="0">
                                          <p:val>
                                            <p:strVal val="#ppt_y"/>
                                          </p:val>
                                        </p:tav>
                                        <p:tav tm="100000">
                                          <p:val>
                                            <p:strVal val="#ppt_y"/>
                                          </p:val>
                                        </p:tav>
                                      </p:tavLst>
                                    </p:anim>
                                  </p:childTnLst>
                                </p:cTn>
                              </p:par>
                            </p:childTnLst>
                          </p:cTn>
                        </p:par>
                        <p:par>
                          <p:cTn id="42" fill="hold">
                            <p:stCondLst>
                              <p:cond delay="2500"/>
                            </p:stCondLst>
                            <p:childTnLst>
                              <p:par>
                                <p:cTn id="43" presetID="53" presetClass="entr" presetSubtype="0" fill="hold" grpId="0" nodeType="afterEffect">
                                  <p:stCondLst>
                                    <p:cond delay="0"/>
                                  </p:stCondLst>
                                  <p:childTnLst>
                                    <p:set>
                                      <p:cBhvr>
                                        <p:cTn id="44" dur="1" fill="hold">
                                          <p:stCondLst>
                                            <p:cond delay="0"/>
                                          </p:stCondLst>
                                        </p:cTn>
                                        <p:tgtEl>
                                          <p:spTgt spid="58"/>
                                        </p:tgtEl>
                                        <p:attrNameLst>
                                          <p:attrName>style.visibility</p:attrName>
                                        </p:attrNameLst>
                                      </p:cBhvr>
                                      <p:to>
                                        <p:strVal val="visible"/>
                                      </p:to>
                                    </p:set>
                                    <p:anim calcmode="lin" valueType="num">
                                      <p:cBhvr>
                                        <p:cTn id="45" dur="500" fill="hold"/>
                                        <p:tgtEl>
                                          <p:spTgt spid="58"/>
                                        </p:tgtEl>
                                        <p:attrNameLst>
                                          <p:attrName>ppt_w</p:attrName>
                                        </p:attrNameLst>
                                      </p:cBhvr>
                                      <p:tavLst>
                                        <p:tav tm="0">
                                          <p:val>
                                            <p:fltVal val="0"/>
                                          </p:val>
                                        </p:tav>
                                        <p:tav tm="100000">
                                          <p:val>
                                            <p:strVal val="#ppt_w"/>
                                          </p:val>
                                        </p:tav>
                                      </p:tavLst>
                                    </p:anim>
                                    <p:anim calcmode="lin" valueType="num">
                                      <p:cBhvr>
                                        <p:cTn id="46" dur="500" fill="hold"/>
                                        <p:tgtEl>
                                          <p:spTgt spid="58"/>
                                        </p:tgtEl>
                                        <p:attrNameLst>
                                          <p:attrName>ppt_h</p:attrName>
                                        </p:attrNameLst>
                                      </p:cBhvr>
                                      <p:tavLst>
                                        <p:tav tm="0">
                                          <p:val>
                                            <p:fltVal val="0"/>
                                          </p:val>
                                        </p:tav>
                                        <p:tav tm="100000">
                                          <p:val>
                                            <p:strVal val="#ppt_h"/>
                                          </p:val>
                                        </p:tav>
                                      </p:tavLst>
                                    </p:anim>
                                    <p:animEffect transition="in" filter="fade">
                                      <p:cBhvr>
                                        <p:cTn id="47" dur="500"/>
                                        <p:tgtEl>
                                          <p:spTgt spid="58"/>
                                        </p:tgtEl>
                                      </p:cBhvr>
                                    </p:animEffect>
                                  </p:childTnLst>
                                </p:cTn>
                              </p:par>
                            </p:childTnLst>
                          </p:cTn>
                        </p:par>
                        <p:par>
                          <p:cTn id="48" fill="hold">
                            <p:stCondLst>
                              <p:cond delay="3000"/>
                            </p:stCondLst>
                            <p:childTnLst>
                              <p:par>
                                <p:cTn id="49" presetID="53" presetClass="entr" presetSubtype="0" fill="hold" grpId="0" nodeType="afterEffect">
                                  <p:stCondLst>
                                    <p:cond delay="0"/>
                                  </p:stCondLst>
                                  <p:childTnLst>
                                    <p:set>
                                      <p:cBhvr>
                                        <p:cTn id="50" dur="1" fill="hold">
                                          <p:stCondLst>
                                            <p:cond delay="0"/>
                                          </p:stCondLst>
                                        </p:cTn>
                                        <p:tgtEl>
                                          <p:spTgt spid="59"/>
                                        </p:tgtEl>
                                        <p:attrNameLst>
                                          <p:attrName>style.visibility</p:attrName>
                                        </p:attrNameLst>
                                      </p:cBhvr>
                                      <p:to>
                                        <p:strVal val="visible"/>
                                      </p:to>
                                    </p:set>
                                    <p:anim calcmode="lin" valueType="num">
                                      <p:cBhvr>
                                        <p:cTn id="51" dur="500" fill="hold"/>
                                        <p:tgtEl>
                                          <p:spTgt spid="59"/>
                                        </p:tgtEl>
                                        <p:attrNameLst>
                                          <p:attrName>ppt_w</p:attrName>
                                        </p:attrNameLst>
                                      </p:cBhvr>
                                      <p:tavLst>
                                        <p:tav tm="0">
                                          <p:val>
                                            <p:fltVal val="0"/>
                                          </p:val>
                                        </p:tav>
                                        <p:tav tm="100000">
                                          <p:val>
                                            <p:strVal val="#ppt_w"/>
                                          </p:val>
                                        </p:tav>
                                      </p:tavLst>
                                    </p:anim>
                                    <p:anim calcmode="lin" valueType="num">
                                      <p:cBhvr>
                                        <p:cTn id="52" dur="500" fill="hold"/>
                                        <p:tgtEl>
                                          <p:spTgt spid="59"/>
                                        </p:tgtEl>
                                        <p:attrNameLst>
                                          <p:attrName>ppt_h</p:attrName>
                                        </p:attrNameLst>
                                      </p:cBhvr>
                                      <p:tavLst>
                                        <p:tav tm="0">
                                          <p:val>
                                            <p:fltVal val="0"/>
                                          </p:val>
                                        </p:tav>
                                        <p:tav tm="100000">
                                          <p:val>
                                            <p:strVal val="#ppt_h"/>
                                          </p:val>
                                        </p:tav>
                                      </p:tavLst>
                                    </p:anim>
                                    <p:animEffect transition="in" filter="fade">
                                      <p:cBhvr>
                                        <p:cTn id="53" dur="500"/>
                                        <p:tgtEl>
                                          <p:spTgt spid="59"/>
                                        </p:tgtEl>
                                      </p:cBhvr>
                                    </p:animEffect>
                                  </p:childTnLst>
                                </p:cTn>
                              </p:par>
                            </p:childTnLst>
                          </p:cTn>
                        </p:par>
                        <p:par>
                          <p:cTn id="54" fill="hold">
                            <p:stCondLst>
                              <p:cond delay="3500"/>
                            </p:stCondLst>
                            <p:childTnLst>
                              <p:par>
                                <p:cTn id="55" presetID="53" presetClass="entr" presetSubtype="0" fill="hold" grpId="0" nodeType="afterEffect">
                                  <p:stCondLst>
                                    <p:cond delay="0"/>
                                  </p:stCondLst>
                                  <p:childTnLst>
                                    <p:set>
                                      <p:cBhvr>
                                        <p:cTn id="56" dur="1" fill="hold">
                                          <p:stCondLst>
                                            <p:cond delay="0"/>
                                          </p:stCondLst>
                                        </p:cTn>
                                        <p:tgtEl>
                                          <p:spTgt spid="70"/>
                                        </p:tgtEl>
                                        <p:attrNameLst>
                                          <p:attrName>style.visibility</p:attrName>
                                        </p:attrNameLst>
                                      </p:cBhvr>
                                      <p:to>
                                        <p:strVal val="visible"/>
                                      </p:to>
                                    </p:set>
                                    <p:anim calcmode="lin" valueType="num">
                                      <p:cBhvr>
                                        <p:cTn id="57" dur="500" fill="hold"/>
                                        <p:tgtEl>
                                          <p:spTgt spid="70"/>
                                        </p:tgtEl>
                                        <p:attrNameLst>
                                          <p:attrName>ppt_w</p:attrName>
                                        </p:attrNameLst>
                                      </p:cBhvr>
                                      <p:tavLst>
                                        <p:tav tm="0">
                                          <p:val>
                                            <p:fltVal val="0"/>
                                          </p:val>
                                        </p:tav>
                                        <p:tav tm="100000">
                                          <p:val>
                                            <p:strVal val="#ppt_w"/>
                                          </p:val>
                                        </p:tav>
                                      </p:tavLst>
                                    </p:anim>
                                    <p:anim calcmode="lin" valueType="num">
                                      <p:cBhvr>
                                        <p:cTn id="58" dur="500" fill="hold"/>
                                        <p:tgtEl>
                                          <p:spTgt spid="70"/>
                                        </p:tgtEl>
                                        <p:attrNameLst>
                                          <p:attrName>ppt_h</p:attrName>
                                        </p:attrNameLst>
                                      </p:cBhvr>
                                      <p:tavLst>
                                        <p:tav tm="0">
                                          <p:val>
                                            <p:fltVal val="0"/>
                                          </p:val>
                                        </p:tav>
                                        <p:tav tm="100000">
                                          <p:val>
                                            <p:strVal val="#ppt_h"/>
                                          </p:val>
                                        </p:tav>
                                      </p:tavLst>
                                    </p:anim>
                                    <p:animEffect transition="in" filter="fade">
                                      <p:cBhvr>
                                        <p:cTn id="59" dur="500"/>
                                        <p:tgtEl>
                                          <p:spTgt spid="70"/>
                                        </p:tgtEl>
                                      </p:cBhvr>
                                    </p:animEffect>
                                  </p:childTnLst>
                                </p:cTn>
                              </p:par>
                              <p:par>
                                <p:cTn id="60" presetID="2" presetClass="entr" presetSubtype="2" accel="50000" decel="50000" fill="hold" nodeType="withEffect">
                                  <p:stCondLst>
                                    <p:cond delay="0"/>
                                  </p:stCondLst>
                                  <p:childTnLst>
                                    <p:set>
                                      <p:cBhvr>
                                        <p:cTn id="61" dur="1" fill="hold">
                                          <p:stCondLst>
                                            <p:cond delay="0"/>
                                          </p:stCondLst>
                                        </p:cTn>
                                        <p:tgtEl>
                                          <p:spTgt spid="2"/>
                                        </p:tgtEl>
                                        <p:attrNameLst>
                                          <p:attrName>style.visibility</p:attrName>
                                        </p:attrNameLst>
                                      </p:cBhvr>
                                      <p:to>
                                        <p:strVal val="visible"/>
                                      </p:to>
                                    </p:set>
                                    <p:anim calcmode="lin" valueType="num">
                                      <p:cBhvr additive="base">
                                        <p:cTn id="62" dur="500" fill="hold"/>
                                        <p:tgtEl>
                                          <p:spTgt spid="2"/>
                                        </p:tgtEl>
                                        <p:attrNameLst>
                                          <p:attrName>ppt_x</p:attrName>
                                        </p:attrNameLst>
                                      </p:cBhvr>
                                      <p:tavLst>
                                        <p:tav tm="0">
                                          <p:val>
                                            <p:strVal val="1+#ppt_w/2"/>
                                          </p:val>
                                        </p:tav>
                                        <p:tav tm="100000">
                                          <p:val>
                                            <p:strVal val="#ppt_x"/>
                                          </p:val>
                                        </p:tav>
                                      </p:tavLst>
                                    </p:anim>
                                    <p:anim calcmode="lin" valueType="num">
                                      <p:cBhvr additive="base">
                                        <p:cTn id="63" dur="500" fill="hold"/>
                                        <p:tgtEl>
                                          <p:spTgt spid="2"/>
                                        </p:tgtEl>
                                        <p:attrNameLst>
                                          <p:attrName>ppt_y</p:attrName>
                                        </p:attrNameLst>
                                      </p:cBhvr>
                                      <p:tavLst>
                                        <p:tav tm="0">
                                          <p:val>
                                            <p:strVal val="#ppt_y"/>
                                          </p:val>
                                        </p:tav>
                                        <p:tav tm="100000">
                                          <p:val>
                                            <p:strVal val="#ppt_y"/>
                                          </p:val>
                                        </p:tav>
                                      </p:tavLst>
                                    </p:anim>
                                  </p:childTnLst>
                                </p:cTn>
                              </p:par>
                            </p:childTnLst>
                          </p:cTn>
                        </p:par>
                        <p:par>
                          <p:cTn id="64" fill="hold">
                            <p:stCondLst>
                              <p:cond delay="4000"/>
                            </p:stCondLst>
                            <p:childTnLst>
                              <p:par>
                                <p:cTn id="65" presetID="53" presetClass="entr" presetSubtype="0" fill="hold" grpId="0" nodeType="afterEffect">
                                  <p:stCondLst>
                                    <p:cond delay="0"/>
                                  </p:stCondLst>
                                  <p:childTnLst>
                                    <p:set>
                                      <p:cBhvr>
                                        <p:cTn id="66" dur="1" fill="hold">
                                          <p:stCondLst>
                                            <p:cond delay="0"/>
                                          </p:stCondLst>
                                        </p:cTn>
                                        <p:tgtEl>
                                          <p:spTgt spid="60"/>
                                        </p:tgtEl>
                                        <p:attrNameLst>
                                          <p:attrName>style.visibility</p:attrName>
                                        </p:attrNameLst>
                                      </p:cBhvr>
                                      <p:to>
                                        <p:strVal val="visible"/>
                                      </p:to>
                                    </p:set>
                                    <p:anim calcmode="lin" valueType="num">
                                      <p:cBhvr>
                                        <p:cTn id="67" dur="500" fill="hold"/>
                                        <p:tgtEl>
                                          <p:spTgt spid="60"/>
                                        </p:tgtEl>
                                        <p:attrNameLst>
                                          <p:attrName>ppt_w</p:attrName>
                                        </p:attrNameLst>
                                      </p:cBhvr>
                                      <p:tavLst>
                                        <p:tav tm="0">
                                          <p:val>
                                            <p:fltVal val="0"/>
                                          </p:val>
                                        </p:tav>
                                        <p:tav tm="100000">
                                          <p:val>
                                            <p:strVal val="#ppt_w"/>
                                          </p:val>
                                        </p:tav>
                                      </p:tavLst>
                                    </p:anim>
                                    <p:anim calcmode="lin" valueType="num">
                                      <p:cBhvr>
                                        <p:cTn id="68" dur="500" fill="hold"/>
                                        <p:tgtEl>
                                          <p:spTgt spid="60"/>
                                        </p:tgtEl>
                                        <p:attrNameLst>
                                          <p:attrName>ppt_h</p:attrName>
                                        </p:attrNameLst>
                                      </p:cBhvr>
                                      <p:tavLst>
                                        <p:tav tm="0">
                                          <p:val>
                                            <p:fltVal val="0"/>
                                          </p:val>
                                        </p:tav>
                                        <p:tav tm="100000">
                                          <p:val>
                                            <p:strVal val="#ppt_h"/>
                                          </p:val>
                                        </p:tav>
                                      </p:tavLst>
                                    </p:anim>
                                    <p:animEffect transition="in" filter="fade">
                                      <p:cBhvr>
                                        <p:cTn id="69" dur="500"/>
                                        <p:tgtEl>
                                          <p:spTgt spid="60"/>
                                        </p:tgtEl>
                                      </p:cBhvr>
                                    </p:animEffect>
                                  </p:childTnLst>
                                </p:cTn>
                              </p:par>
                            </p:childTnLst>
                          </p:cTn>
                        </p:par>
                        <p:par>
                          <p:cTn id="70" fill="hold">
                            <p:stCondLst>
                              <p:cond delay="4500"/>
                            </p:stCondLst>
                            <p:childTnLst>
                              <p:par>
                                <p:cTn id="71" presetID="53" presetClass="entr" presetSubtype="0"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5000"/>
                            </p:stCondLst>
                            <p:childTnLst>
                              <p:par>
                                <p:cTn id="77" presetID="53" presetClass="entr" presetSubtype="0" fill="hold" grpId="0" nodeType="afterEffect">
                                  <p:stCondLst>
                                    <p:cond delay="0"/>
                                  </p:stCondLst>
                                  <p:childTnLst>
                                    <p:set>
                                      <p:cBhvr>
                                        <p:cTn id="78" dur="1" fill="hold">
                                          <p:stCondLst>
                                            <p:cond delay="0"/>
                                          </p:stCondLst>
                                        </p:cTn>
                                        <p:tgtEl>
                                          <p:spTgt spid="71"/>
                                        </p:tgtEl>
                                        <p:attrNameLst>
                                          <p:attrName>style.visibility</p:attrName>
                                        </p:attrNameLst>
                                      </p:cBhvr>
                                      <p:to>
                                        <p:strVal val="visible"/>
                                      </p:to>
                                    </p:set>
                                    <p:anim calcmode="lin" valueType="num">
                                      <p:cBhvr>
                                        <p:cTn id="79" dur="500" fill="hold"/>
                                        <p:tgtEl>
                                          <p:spTgt spid="71"/>
                                        </p:tgtEl>
                                        <p:attrNameLst>
                                          <p:attrName>ppt_w</p:attrName>
                                        </p:attrNameLst>
                                      </p:cBhvr>
                                      <p:tavLst>
                                        <p:tav tm="0">
                                          <p:val>
                                            <p:fltVal val="0"/>
                                          </p:val>
                                        </p:tav>
                                        <p:tav tm="100000">
                                          <p:val>
                                            <p:strVal val="#ppt_w"/>
                                          </p:val>
                                        </p:tav>
                                      </p:tavLst>
                                    </p:anim>
                                    <p:anim calcmode="lin" valueType="num">
                                      <p:cBhvr>
                                        <p:cTn id="80" dur="500" fill="hold"/>
                                        <p:tgtEl>
                                          <p:spTgt spid="71"/>
                                        </p:tgtEl>
                                        <p:attrNameLst>
                                          <p:attrName>ppt_h</p:attrName>
                                        </p:attrNameLst>
                                      </p:cBhvr>
                                      <p:tavLst>
                                        <p:tav tm="0">
                                          <p:val>
                                            <p:fltVal val="0"/>
                                          </p:val>
                                        </p:tav>
                                        <p:tav tm="100000">
                                          <p:val>
                                            <p:strVal val="#ppt_h"/>
                                          </p:val>
                                        </p:tav>
                                      </p:tavLst>
                                    </p:anim>
                                    <p:animEffect transition="in" filter="fade">
                                      <p:cBhvr>
                                        <p:cTn id="81" dur="500"/>
                                        <p:tgtEl>
                                          <p:spTgt spid="71"/>
                                        </p:tgtEl>
                                      </p:cBhvr>
                                    </p:animEffect>
                                  </p:childTnLst>
                                </p:cTn>
                              </p:par>
                              <p:par>
                                <p:cTn id="82" presetID="2" presetClass="entr" presetSubtype="2" accel="50000" decel="50000" fill="hold" nodeType="withEffect">
                                  <p:stCondLst>
                                    <p:cond delay="0"/>
                                  </p:stCondLst>
                                  <p:childTnLst>
                                    <p:set>
                                      <p:cBhvr>
                                        <p:cTn id="83" dur="1" fill="hold">
                                          <p:stCondLst>
                                            <p:cond delay="0"/>
                                          </p:stCondLst>
                                        </p:cTn>
                                        <p:tgtEl>
                                          <p:spTgt spid="6"/>
                                        </p:tgtEl>
                                        <p:attrNameLst>
                                          <p:attrName>style.visibility</p:attrName>
                                        </p:attrNameLst>
                                      </p:cBhvr>
                                      <p:to>
                                        <p:strVal val="visible"/>
                                      </p:to>
                                    </p:set>
                                    <p:anim calcmode="lin" valueType="num">
                                      <p:cBhvr additive="base">
                                        <p:cTn id="84" dur="500" fill="hold"/>
                                        <p:tgtEl>
                                          <p:spTgt spid="6"/>
                                        </p:tgtEl>
                                        <p:attrNameLst>
                                          <p:attrName>ppt_x</p:attrName>
                                        </p:attrNameLst>
                                      </p:cBhvr>
                                      <p:tavLst>
                                        <p:tav tm="0">
                                          <p:val>
                                            <p:strVal val="1+#ppt_w/2"/>
                                          </p:val>
                                        </p:tav>
                                        <p:tav tm="100000">
                                          <p:val>
                                            <p:strVal val="#ppt_x"/>
                                          </p:val>
                                        </p:tav>
                                      </p:tavLst>
                                    </p:anim>
                                    <p:anim calcmode="lin" valueType="num">
                                      <p:cBhvr additive="base">
                                        <p:cTn id="85" dur="500" fill="hold"/>
                                        <p:tgtEl>
                                          <p:spTgt spid="6"/>
                                        </p:tgtEl>
                                        <p:attrNameLst>
                                          <p:attrName>ppt_y</p:attrName>
                                        </p:attrNameLst>
                                      </p:cBhvr>
                                      <p:tavLst>
                                        <p:tav tm="0">
                                          <p:val>
                                            <p:strVal val="#ppt_y"/>
                                          </p:val>
                                        </p:tav>
                                        <p:tav tm="100000">
                                          <p:val>
                                            <p:strVal val="#ppt_y"/>
                                          </p:val>
                                        </p:tav>
                                      </p:tavLst>
                                    </p:anim>
                                  </p:childTnLst>
                                </p:cTn>
                              </p:par>
                            </p:childTnLst>
                          </p:cTn>
                        </p:par>
                        <p:par>
                          <p:cTn id="86" fill="hold">
                            <p:stCondLst>
                              <p:cond delay="5500"/>
                            </p:stCondLst>
                            <p:childTnLst>
                              <p:par>
                                <p:cTn id="87" presetID="53" presetClass="entr" presetSubtype="0" fill="hold" grpId="0" nodeType="afterEffect">
                                  <p:stCondLst>
                                    <p:cond delay="0"/>
                                  </p:stCondLst>
                                  <p:childTnLst>
                                    <p:set>
                                      <p:cBhvr>
                                        <p:cTn id="88" dur="1" fill="hold">
                                          <p:stCondLst>
                                            <p:cond delay="0"/>
                                          </p:stCondLst>
                                        </p:cTn>
                                        <p:tgtEl>
                                          <p:spTgt spid="62"/>
                                        </p:tgtEl>
                                        <p:attrNameLst>
                                          <p:attrName>style.visibility</p:attrName>
                                        </p:attrNameLst>
                                      </p:cBhvr>
                                      <p:to>
                                        <p:strVal val="visible"/>
                                      </p:to>
                                    </p:set>
                                    <p:anim calcmode="lin" valueType="num">
                                      <p:cBhvr>
                                        <p:cTn id="89" dur="500" fill="hold"/>
                                        <p:tgtEl>
                                          <p:spTgt spid="62"/>
                                        </p:tgtEl>
                                        <p:attrNameLst>
                                          <p:attrName>ppt_w</p:attrName>
                                        </p:attrNameLst>
                                      </p:cBhvr>
                                      <p:tavLst>
                                        <p:tav tm="0">
                                          <p:val>
                                            <p:fltVal val="0"/>
                                          </p:val>
                                        </p:tav>
                                        <p:tav tm="100000">
                                          <p:val>
                                            <p:strVal val="#ppt_w"/>
                                          </p:val>
                                        </p:tav>
                                      </p:tavLst>
                                    </p:anim>
                                    <p:anim calcmode="lin" valueType="num">
                                      <p:cBhvr>
                                        <p:cTn id="90" dur="500" fill="hold"/>
                                        <p:tgtEl>
                                          <p:spTgt spid="62"/>
                                        </p:tgtEl>
                                        <p:attrNameLst>
                                          <p:attrName>ppt_h</p:attrName>
                                        </p:attrNameLst>
                                      </p:cBhvr>
                                      <p:tavLst>
                                        <p:tav tm="0">
                                          <p:val>
                                            <p:fltVal val="0"/>
                                          </p:val>
                                        </p:tav>
                                        <p:tav tm="100000">
                                          <p:val>
                                            <p:strVal val="#ppt_h"/>
                                          </p:val>
                                        </p:tav>
                                      </p:tavLst>
                                    </p:anim>
                                    <p:animEffect transition="in" filter="fade">
                                      <p:cBhvr>
                                        <p:cTn id="91" dur="500"/>
                                        <p:tgtEl>
                                          <p:spTgt spid="62"/>
                                        </p:tgtEl>
                                      </p:cBhvr>
                                    </p:animEffect>
                                  </p:childTnLst>
                                </p:cTn>
                              </p:par>
                            </p:childTnLst>
                          </p:cTn>
                        </p:par>
                        <p:par>
                          <p:cTn id="92" fill="hold">
                            <p:stCondLst>
                              <p:cond delay="6000"/>
                            </p:stCondLst>
                            <p:childTnLst>
                              <p:par>
                                <p:cTn id="93" presetID="53" presetClass="entr" presetSubtype="0" fill="hold" grpId="0" nodeType="afterEffect">
                                  <p:stCondLst>
                                    <p:cond delay="0"/>
                                  </p:stCondLst>
                                  <p:childTnLst>
                                    <p:set>
                                      <p:cBhvr>
                                        <p:cTn id="94" dur="1" fill="hold">
                                          <p:stCondLst>
                                            <p:cond delay="0"/>
                                          </p:stCondLst>
                                        </p:cTn>
                                        <p:tgtEl>
                                          <p:spTgt spid="63"/>
                                        </p:tgtEl>
                                        <p:attrNameLst>
                                          <p:attrName>style.visibility</p:attrName>
                                        </p:attrNameLst>
                                      </p:cBhvr>
                                      <p:to>
                                        <p:strVal val="visible"/>
                                      </p:to>
                                    </p:set>
                                    <p:anim calcmode="lin" valueType="num">
                                      <p:cBhvr>
                                        <p:cTn id="95" dur="500" fill="hold"/>
                                        <p:tgtEl>
                                          <p:spTgt spid="63"/>
                                        </p:tgtEl>
                                        <p:attrNameLst>
                                          <p:attrName>ppt_w</p:attrName>
                                        </p:attrNameLst>
                                      </p:cBhvr>
                                      <p:tavLst>
                                        <p:tav tm="0">
                                          <p:val>
                                            <p:fltVal val="0"/>
                                          </p:val>
                                        </p:tav>
                                        <p:tav tm="100000">
                                          <p:val>
                                            <p:strVal val="#ppt_w"/>
                                          </p:val>
                                        </p:tav>
                                      </p:tavLst>
                                    </p:anim>
                                    <p:anim calcmode="lin" valueType="num">
                                      <p:cBhvr>
                                        <p:cTn id="96" dur="500" fill="hold"/>
                                        <p:tgtEl>
                                          <p:spTgt spid="63"/>
                                        </p:tgtEl>
                                        <p:attrNameLst>
                                          <p:attrName>ppt_h</p:attrName>
                                        </p:attrNameLst>
                                      </p:cBhvr>
                                      <p:tavLst>
                                        <p:tav tm="0">
                                          <p:val>
                                            <p:fltVal val="0"/>
                                          </p:val>
                                        </p:tav>
                                        <p:tav tm="100000">
                                          <p:val>
                                            <p:strVal val="#ppt_h"/>
                                          </p:val>
                                        </p:tav>
                                      </p:tavLst>
                                    </p:anim>
                                    <p:animEffect transition="in" filter="fade">
                                      <p:cBhvr>
                                        <p:cTn id="97" dur="500"/>
                                        <p:tgtEl>
                                          <p:spTgt spid="63"/>
                                        </p:tgtEl>
                                      </p:cBhvr>
                                    </p:animEffect>
                                  </p:childTnLst>
                                </p:cTn>
                              </p:par>
                            </p:childTnLst>
                          </p:cTn>
                        </p:par>
                        <p:par>
                          <p:cTn id="98" fill="hold">
                            <p:stCondLst>
                              <p:cond delay="6500"/>
                            </p:stCondLst>
                            <p:childTnLst>
                              <p:par>
                                <p:cTn id="99" presetID="53" presetClass="entr" presetSubtype="0" fill="hold" grpId="0" nodeType="afterEffect">
                                  <p:stCondLst>
                                    <p:cond delay="0"/>
                                  </p:stCondLst>
                                  <p:childTnLst>
                                    <p:set>
                                      <p:cBhvr>
                                        <p:cTn id="100" dur="1" fill="hold">
                                          <p:stCondLst>
                                            <p:cond delay="0"/>
                                          </p:stCondLst>
                                        </p:cTn>
                                        <p:tgtEl>
                                          <p:spTgt spid="69"/>
                                        </p:tgtEl>
                                        <p:attrNameLst>
                                          <p:attrName>style.visibility</p:attrName>
                                        </p:attrNameLst>
                                      </p:cBhvr>
                                      <p:to>
                                        <p:strVal val="visible"/>
                                      </p:to>
                                    </p:set>
                                    <p:anim calcmode="lin" valueType="num">
                                      <p:cBhvr>
                                        <p:cTn id="101" dur="500" fill="hold"/>
                                        <p:tgtEl>
                                          <p:spTgt spid="69"/>
                                        </p:tgtEl>
                                        <p:attrNameLst>
                                          <p:attrName>ppt_w</p:attrName>
                                        </p:attrNameLst>
                                      </p:cBhvr>
                                      <p:tavLst>
                                        <p:tav tm="0">
                                          <p:val>
                                            <p:fltVal val="0"/>
                                          </p:val>
                                        </p:tav>
                                        <p:tav tm="100000">
                                          <p:val>
                                            <p:strVal val="#ppt_w"/>
                                          </p:val>
                                        </p:tav>
                                      </p:tavLst>
                                    </p:anim>
                                    <p:anim calcmode="lin" valueType="num">
                                      <p:cBhvr>
                                        <p:cTn id="102" dur="500" fill="hold"/>
                                        <p:tgtEl>
                                          <p:spTgt spid="69"/>
                                        </p:tgtEl>
                                        <p:attrNameLst>
                                          <p:attrName>ppt_h</p:attrName>
                                        </p:attrNameLst>
                                      </p:cBhvr>
                                      <p:tavLst>
                                        <p:tav tm="0">
                                          <p:val>
                                            <p:fltVal val="0"/>
                                          </p:val>
                                        </p:tav>
                                        <p:tav tm="100000">
                                          <p:val>
                                            <p:strVal val="#ppt_h"/>
                                          </p:val>
                                        </p:tav>
                                      </p:tavLst>
                                    </p:anim>
                                    <p:animEffect transition="in" filter="fade">
                                      <p:cBhvr>
                                        <p:cTn id="103" dur="500"/>
                                        <p:tgtEl>
                                          <p:spTgt spid="69"/>
                                        </p:tgtEl>
                                      </p:cBhvr>
                                    </p:animEffect>
                                  </p:childTnLst>
                                </p:cTn>
                              </p:par>
                              <p:par>
                                <p:cTn id="104" presetID="2" presetClass="entr" presetSubtype="8" accel="50000" decel="50000" fill="hold" nodeType="withEffect">
                                  <p:stCondLst>
                                    <p:cond delay="0"/>
                                  </p:stCondLst>
                                  <p:childTnLst>
                                    <p:set>
                                      <p:cBhvr>
                                        <p:cTn id="105" dur="1" fill="hold">
                                          <p:stCondLst>
                                            <p:cond delay="0"/>
                                          </p:stCondLst>
                                        </p:cTn>
                                        <p:tgtEl>
                                          <p:spTgt spid="3"/>
                                        </p:tgtEl>
                                        <p:attrNameLst>
                                          <p:attrName>style.visibility</p:attrName>
                                        </p:attrNameLst>
                                      </p:cBhvr>
                                      <p:to>
                                        <p:strVal val="visible"/>
                                      </p:to>
                                    </p:set>
                                    <p:anim calcmode="lin" valueType="num">
                                      <p:cBhvr additive="base">
                                        <p:cTn id="106" dur="500" fill="hold"/>
                                        <p:tgtEl>
                                          <p:spTgt spid="3"/>
                                        </p:tgtEl>
                                        <p:attrNameLst>
                                          <p:attrName>ppt_x</p:attrName>
                                        </p:attrNameLst>
                                      </p:cBhvr>
                                      <p:tavLst>
                                        <p:tav tm="0">
                                          <p:val>
                                            <p:strVal val="0-#ppt_w/2"/>
                                          </p:val>
                                        </p:tav>
                                        <p:tav tm="100000">
                                          <p:val>
                                            <p:strVal val="#ppt_x"/>
                                          </p:val>
                                        </p:tav>
                                      </p:tavLst>
                                    </p:anim>
                                    <p:anim calcmode="lin" valueType="num">
                                      <p:cBhvr additive="base">
                                        <p:cTn id="107" dur="500" fill="hold"/>
                                        <p:tgtEl>
                                          <p:spTgt spid="3"/>
                                        </p:tgtEl>
                                        <p:attrNameLst>
                                          <p:attrName>ppt_y</p:attrName>
                                        </p:attrNameLst>
                                      </p:cBhvr>
                                      <p:tavLst>
                                        <p:tav tm="0">
                                          <p:val>
                                            <p:strVal val="#ppt_y"/>
                                          </p:val>
                                        </p:tav>
                                        <p:tav tm="100000">
                                          <p:val>
                                            <p:strVal val="#ppt_y"/>
                                          </p:val>
                                        </p:tav>
                                      </p:tavLst>
                                    </p:anim>
                                  </p:childTnLst>
                                </p:cTn>
                              </p:par>
                            </p:childTnLst>
                          </p:cTn>
                        </p:par>
                        <p:par>
                          <p:cTn id="108" fill="hold">
                            <p:stCondLst>
                              <p:cond delay="7000"/>
                            </p:stCondLst>
                            <p:childTnLst>
                              <p:par>
                                <p:cTn id="109" presetID="53" presetClass="entr" presetSubtype="0" fill="hold" grpId="0" nodeType="afterEffect">
                                  <p:stCondLst>
                                    <p:cond delay="0"/>
                                  </p:stCondLst>
                                  <p:childTnLst>
                                    <p:set>
                                      <p:cBhvr>
                                        <p:cTn id="110" dur="1" fill="hold">
                                          <p:stCondLst>
                                            <p:cond delay="0"/>
                                          </p:stCondLst>
                                        </p:cTn>
                                        <p:tgtEl>
                                          <p:spTgt spid="64"/>
                                        </p:tgtEl>
                                        <p:attrNameLst>
                                          <p:attrName>style.visibility</p:attrName>
                                        </p:attrNameLst>
                                      </p:cBhvr>
                                      <p:to>
                                        <p:strVal val="visible"/>
                                      </p:to>
                                    </p:set>
                                    <p:anim calcmode="lin" valueType="num">
                                      <p:cBhvr>
                                        <p:cTn id="111" dur="500" fill="hold"/>
                                        <p:tgtEl>
                                          <p:spTgt spid="64"/>
                                        </p:tgtEl>
                                        <p:attrNameLst>
                                          <p:attrName>ppt_w</p:attrName>
                                        </p:attrNameLst>
                                      </p:cBhvr>
                                      <p:tavLst>
                                        <p:tav tm="0">
                                          <p:val>
                                            <p:fltVal val="0"/>
                                          </p:val>
                                        </p:tav>
                                        <p:tav tm="100000">
                                          <p:val>
                                            <p:strVal val="#ppt_w"/>
                                          </p:val>
                                        </p:tav>
                                      </p:tavLst>
                                    </p:anim>
                                    <p:anim calcmode="lin" valueType="num">
                                      <p:cBhvr>
                                        <p:cTn id="112" dur="500" fill="hold"/>
                                        <p:tgtEl>
                                          <p:spTgt spid="64"/>
                                        </p:tgtEl>
                                        <p:attrNameLst>
                                          <p:attrName>ppt_h</p:attrName>
                                        </p:attrNameLst>
                                      </p:cBhvr>
                                      <p:tavLst>
                                        <p:tav tm="0">
                                          <p:val>
                                            <p:fltVal val="0"/>
                                          </p:val>
                                        </p:tav>
                                        <p:tav tm="100000">
                                          <p:val>
                                            <p:strVal val="#ppt_h"/>
                                          </p:val>
                                        </p:tav>
                                      </p:tavLst>
                                    </p:anim>
                                    <p:animEffect transition="in" filter="fade">
                                      <p:cBhvr>
                                        <p:cTn id="113"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Circular Infographic Objects</a:t>
            </a:r>
            <a:endParaRPr lang="en-US" dirty="0"/>
          </a:p>
        </p:txBody>
      </p:sp>
      <p:sp>
        <p:nvSpPr>
          <p:cNvPr id="4" name="Text Placeholder 3"/>
          <p:cNvSpPr>
            <a:spLocks noGrp="1"/>
          </p:cNvSpPr>
          <p:nvPr>
            <p:ph type="body" sz="half" idx="2"/>
          </p:nvPr>
        </p:nvSpPr>
        <p:spPr/>
        <p:txBody>
          <a:bodyPr/>
          <a:lstStyle/>
          <a:p>
            <a:r>
              <a:rPr lang="en-US"/>
              <a:t>Circular Infographic Objects</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207</a:t>
            </a:fld>
            <a:endParaRPr lang="en-US" dirty="0"/>
          </a:p>
        </p:txBody>
      </p:sp>
      <p:grpSp>
        <p:nvGrpSpPr>
          <p:cNvPr id="3" name="Group 59"/>
          <p:cNvGrpSpPr/>
          <p:nvPr/>
        </p:nvGrpSpPr>
        <p:grpSpPr>
          <a:xfrm>
            <a:off x="5334867" y="4056032"/>
            <a:ext cx="1859877" cy="709469"/>
            <a:chOff x="7154104" y="3206176"/>
            <a:chExt cx="1859877" cy="709469"/>
          </a:xfrm>
        </p:grpSpPr>
        <p:sp>
          <p:nvSpPr>
            <p:cNvPr id="26" name="TextBox 25"/>
            <p:cNvSpPr txBox="1"/>
            <p:nvPr/>
          </p:nvSpPr>
          <p:spPr>
            <a:xfrm>
              <a:off x="7154105" y="3453980"/>
              <a:ext cx="1859876"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alteration.</a:t>
              </a:r>
              <a:endParaRPr lang="en-US" sz="1000" dirty="0">
                <a:solidFill>
                  <a:schemeClr val="tx1">
                    <a:lumMod val="65000"/>
                    <a:lumOff val="35000"/>
                  </a:schemeClr>
                </a:solidFill>
              </a:endParaRPr>
            </a:p>
          </p:txBody>
        </p:sp>
        <p:sp>
          <p:nvSpPr>
            <p:cNvPr id="27" name="Rectangle 26"/>
            <p:cNvSpPr/>
            <p:nvPr/>
          </p:nvSpPr>
          <p:spPr>
            <a:xfrm>
              <a:off x="7154104" y="3206176"/>
              <a:ext cx="1101264" cy="215444"/>
            </a:xfrm>
            <a:prstGeom prst="rect">
              <a:avLst/>
            </a:prstGeom>
          </p:spPr>
          <p:txBody>
            <a:bodyPr wrap="none" lIns="0" tIns="0" rIns="0" bIns="0">
              <a:spAutoFit/>
            </a:bodyPr>
            <a:lstStyle/>
            <a:p>
              <a:r>
                <a:rPr lang="en-US" sz="1400" b="1" dirty="0">
                  <a:solidFill>
                    <a:schemeClr val="accent3"/>
                  </a:solidFill>
                </a:rPr>
                <a:t>Get Your Target</a:t>
              </a:r>
            </a:p>
          </p:txBody>
        </p:sp>
      </p:grpSp>
      <p:grpSp>
        <p:nvGrpSpPr>
          <p:cNvPr id="5" name="Group 64"/>
          <p:cNvGrpSpPr/>
          <p:nvPr/>
        </p:nvGrpSpPr>
        <p:grpSpPr>
          <a:xfrm>
            <a:off x="5350111" y="2206975"/>
            <a:ext cx="1456772" cy="1526485"/>
            <a:chOff x="5350111" y="2144684"/>
            <a:chExt cx="1456772" cy="1526485"/>
          </a:xfrm>
        </p:grpSpPr>
        <p:sp>
          <p:nvSpPr>
            <p:cNvPr id="60" name="Oval 59"/>
            <p:cNvSpPr>
              <a:spLocks noChangeAspect="1"/>
            </p:cNvSpPr>
            <p:nvPr/>
          </p:nvSpPr>
          <p:spPr>
            <a:xfrm>
              <a:off x="5355187" y="2219473"/>
              <a:ext cx="1451696" cy="1451696"/>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28" name="Oval 27"/>
            <p:cNvSpPr>
              <a:spLocks noChangeAspect="1"/>
            </p:cNvSpPr>
            <p:nvPr/>
          </p:nvSpPr>
          <p:spPr>
            <a:xfrm>
              <a:off x="5350111" y="2144684"/>
              <a:ext cx="1451696" cy="145169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schemeClr val="bg1"/>
                </a:solidFill>
                <a:latin typeface="+mj-lt"/>
              </a:endParaRPr>
            </a:p>
          </p:txBody>
        </p:sp>
      </p:grpSp>
      <p:grpSp>
        <p:nvGrpSpPr>
          <p:cNvPr id="6" name="Group 61"/>
          <p:cNvGrpSpPr/>
          <p:nvPr/>
        </p:nvGrpSpPr>
        <p:grpSpPr>
          <a:xfrm>
            <a:off x="2241436" y="2206975"/>
            <a:ext cx="1451696" cy="1516325"/>
            <a:chOff x="2241436" y="2144684"/>
            <a:chExt cx="1451696" cy="1516325"/>
          </a:xfrm>
        </p:grpSpPr>
        <p:sp>
          <p:nvSpPr>
            <p:cNvPr id="58" name="Oval 57"/>
            <p:cNvSpPr>
              <a:spLocks noChangeAspect="1"/>
            </p:cNvSpPr>
            <p:nvPr/>
          </p:nvSpPr>
          <p:spPr>
            <a:xfrm>
              <a:off x="2241436" y="2209313"/>
              <a:ext cx="1451696" cy="1451696"/>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29" name="Oval 28"/>
            <p:cNvSpPr>
              <a:spLocks noChangeAspect="1"/>
            </p:cNvSpPr>
            <p:nvPr/>
          </p:nvSpPr>
          <p:spPr>
            <a:xfrm>
              <a:off x="2241436" y="2144684"/>
              <a:ext cx="1451696" cy="145169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grpSp>
      <p:grpSp>
        <p:nvGrpSpPr>
          <p:cNvPr id="7" name="Group 62"/>
          <p:cNvGrpSpPr/>
          <p:nvPr/>
        </p:nvGrpSpPr>
        <p:grpSpPr>
          <a:xfrm>
            <a:off x="3590171" y="1337110"/>
            <a:ext cx="1451696" cy="1507307"/>
            <a:chOff x="3590171" y="1274819"/>
            <a:chExt cx="1451696" cy="1507307"/>
          </a:xfrm>
        </p:grpSpPr>
        <p:sp>
          <p:nvSpPr>
            <p:cNvPr id="61" name="Oval 60"/>
            <p:cNvSpPr>
              <a:spLocks noChangeAspect="1"/>
            </p:cNvSpPr>
            <p:nvPr/>
          </p:nvSpPr>
          <p:spPr>
            <a:xfrm>
              <a:off x="3590171" y="1330430"/>
              <a:ext cx="1451696" cy="1451696"/>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30" name="Oval 29"/>
            <p:cNvSpPr>
              <a:spLocks noChangeAspect="1"/>
            </p:cNvSpPr>
            <p:nvPr/>
          </p:nvSpPr>
          <p:spPr>
            <a:xfrm>
              <a:off x="3590171" y="1274819"/>
              <a:ext cx="1451696" cy="145169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schemeClr val="bg1"/>
                </a:solidFill>
                <a:latin typeface="+mj-lt"/>
              </a:endParaRPr>
            </a:p>
          </p:txBody>
        </p:sp>
      </p:grpSp>
      <p:grpSp>
        <p:nvGrpSpPr>
          <p:cNvPr id="8" name="Group 63"/>
          <p:cNvGrpSpPr/>
          <p:nvPr/>
        </p:nvGrpSpPr>
        <p:grpSpPr>
          <a:xfrm>
            <a:off x="3939055" y="2834892"/>
            <a:ext cx="1451696" cy="1510257"/>
            <a:chOff x="3939055" y="2772601"/>
            <a:chExt cx="1451696" cy="1510257"/>
          </a:xfrm>
        </p:grpSpPr>
        <p:sp>
          <p:nvSpPr>
            <p:cNvPr id="59" name="Oval 58"/>
            <p:cNvSpPr>
              <a:spLocks noChangeAspect="1"/>
            </p:cNvSpPr>
            <p:nvPr/>
          </p:nvSpPr>
          <p:spPr>
            <a:xfrm>
              <a:off x="3939055" y="2831162"/>
              <a:ext cx="1451696" cy="1451696"/>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31" name="Oval 30"/>
            <p:cNvSpPr>
              <a:spLocks noChangeAspect="1"/>
            </p:cNvSpPr>
            <p:nvPr/>
          </p:nvSpPr>
          <p:spPr>
            <a:xfrm>
              <a:off x="3939055" y="2772601"/>
              <a:ext cx="1451696" cy="145169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schemeClr val="bg1"/>
                </a:solidFill>
                <a:latin typeface="+mj-lt"/>
              </a:endParaRPr>
            </a:p>
          </p:txBody>
        </p:sp>
      </p:grpSp>
      <p:grpSp>
        <p:nvGrpSpPr>
          <p:cNvPr id="9" name="Group 57"/>
          <p:cNvGrpSpPr/>
          <p:nvPr/>
        </p:nvGrpSpPr>
        <p:grpSpPr>
          <a:xfrm>
            <a:off x="1732280" y="1063396"/>
            <a:ext cx="1837571" cy="709468"/>
            <a:chOff x="142114" y="3168889"/>
            <a:chExt cx="1837571" cy="709468"/>
          </a:xfrm>
        </p:grpSpPr>
        <p:sp>
          <p:nvSpPr>
            <p:cNvPr id="34" name="TextBox 33"/>
            <p:cNvSpPr txBox="1"/>
            <p:nvPr/>
          </p:nvSpPr>
          <p:spPr>
            <a:xfrm>
              <a:off x="142114" y="3416692"/>
              <a:ext cx="1837571"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majority have suffered alteration </a:t>
              </a:r>
              <a:endParaRPr lang="en-US" sz="1000" dirty="0">
                <a:solidFill>
                  <a:schemeClr val="tx1">
                    <a:lumMod val="65000"/>
                    <a:lumOff val="35000"/>
                  </a:schemeClr>
                </a:solidFill>
              </a:endParaRPr>
            </a:p>
          </p:txBody>
        </p:sp>
        <p:sp>
          <p:nvSpPr>
            <p:cNvPr id="35" name="Rectangle 34"/>
            <p:cNvSpPr/>
            <p:nvPr/>
          </p:nvSpPr>
          <p:spPr>
            <a:xfrm>
              <a:off x="1078797" y="3168889"/>
              <a:ext cx="900888" cy="215444"/>
            </a:xfrm>
            <a:prstGeom prst="rect">
              <a:avLst/>
            </a:prstGeom>
          </p:spPr>
          <p:txBody>
            <a:bodyPr wrap="none" lIns="0" tIns="0" rIns="0" bIns="0">
              <a:spAutoFit/>
            </a:bodyPr>
            <a:lstStyle/>
            <a:p>
              <a:pPr algn="r"/>
              <a:r>
                <a:rPr lang="en-US" sz="1400" b="1" dirty="0">
                  <a:solidFill>
                    <a:schemeClr val="accent2"/>
                  </a:solidFill>
                </a:rPr>
                <a:t>Construction</a:t>
              </a:r>
            </a:p>
          </p:txBody>
        </p:sp>
      </p:grpSp>
      <p:grpSp>
        <p:nvGrpSpPr>
          <p:cNvPr id="10" name="Group 58"/>
          <p:cNvGrpSpPr/>
          <p:nvPr/>
        </p:nvGrpSpPr>
        <p:grpSpPr>
          <a:xfrm>
            <a:off x="6876280" y="2578089"/>
            <a:ext cx="1833315" cy="709468"/>
            <a:chOff x="7174424" y="1352592"/>
            <a:chExt cx="1833315" cy="709468"/>
          </a:xfrm>
        </p:grpSpPr>
        <p:sp>
          <p:nvSpPr>
            <p:cNvPr id="37" name="TextBox 36"/>
            <p:cNvSpPr txBox="1"/>
            <p:nvPr/>
          </p:nvSpPr>
          <p:spPr>
            <a:xfrm>
              <a:off x="7174424" y="1600395"/>
              <a:ext cx="183331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alteration.</a:t>
              </a:r>
              <a:endParaRPr lang="en-US" sz="1000" dirty="0">
                <a:solidFill>
                  <a:schemeClr val="tx1">
                    <a:lumMod val="65000"/>
                    <a:lumOff val="35000"/>
                  </a:schemeClr>
                </a:solidFill>
              </a:endParaRPr>
            </a:p>
          </p:txBody>
        </p:sp>
        <p:sp>
          <p:nvSpPr>
            <p:cNvPr id="39" name="Rectangle 38"/>
            <p:cNvSpPr/>
            <p:nvPr/>
          </p:nvSpPr>
          <p:spPr>
            <a:xfrm>
              <a:off x="7174424" y="1352592"/>
              <a:ext cx="1101264" cy="215444"/>
            </a:xfrm>
            <a:prstGeom prst="rect">
              <a:avLst/>
            </a:prstGeom>
          </p:spPr>
          <p:txBody>
            <a:bodyPr wrap="none" lIns="0" tIns="0" rIns="0" bIns="0">
              <a:spAutoFit/>
            </a:bodyPr>
            <a:lstStyle/>
            <a:p>
              <a:r>
                <a:rPr lang="en-US" sz="1400" b="1" dirty="0">
                  <a:solidFill>
                    <a:schemeClr val="accent4"/>
                  </a:solidFill>
                </a:rPr>
                <a:t>Get Your Target</a:t>
              </a:r>
            </a:p>
          </p:txBody>
        </p:sp>
      </p:grpSp>
      <p:grpSp>
        <p:nvGrpSpPr>
          <p:cNvPr id="11" name="Group 56"/>
          <p:cNvGrpSpPr/>
          <p:nvPr/>
        </p:nvGrpSpPr>
        <p:grpSpPr>
          <a:xfrm>
            <a:off x="302275" y="2578089"/>
            <a:ext cx="1844835" cy="709468"/>
            <a:chOff x="134850" y="1363501"/>
            <a:chExt cx="1844835" cy="709468"/>
          </a:xfrm>
        </p:grpSpPr>
        <p:sp>
          <p:nvSpPr>
            <p:cNvPr id="42" name="TextBox 41"/>
            <p:cNvSpPr txBox="1"/>
            <p:nvPr/>
          </p:nvSpPr>
          <p:spPr>
            <a:xfrm>
              <a:off x="134850" y="1611304"/>
              <a:ext cx="1844835"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majority have suffered alteration </a:t>
              </a:r>
              <a:endParaRPr lang="en-US" sz="1000" dirty="0">
                <a:solidFill>
                  <a:schemeClr val="tx1">
                    <a:lumMod val="65000"/>
                    <a:lumOff val="35000"/>
                  </a:schemeClr>
                </a:solidFill>
              </a:endParaRPr>
            </a:p>
          </p:txBody>
        </p:sp>
        <p:sp>
          <p:nvSpPr>
            <p:cNvPr id="43" name="Rectangle 42"/>
            <p:cNvSpPr/>
            <p:nvPr/>
          </p:nvSpPr>
          <p:spPr>
            <a:xfrm>
              <a:off x="1296806" y="1363501"/>
              <a:ext cx="682879" cy="215444"/>
            </a:xfrm>
            <a:prstGeom prst="rect">
              <a:avLst/>
            </a:prstGeom>
          </p:spPr>
          <p:txBody>
            <a:bodyPr wrap="none" lIns="0" tIns="0" rIns="0" bIns="0">
              <a:spAutoFit/>
            </a:bodyPr>
            <a:lstStyle/>
            <a:p>
              <a:pPr algn="r"/>
              <a:r>
                <a:rPr lang="en-US" sz="1400" b="1" dirty="0">
                  <a:solidFill>
                    <a:schemeClr val="accent1"/>
                  </a:solidFill>
                </a:rPr>
                <a:t>Just start</a:t>
              </a:r>
            </a:p>
          </p:txBody>
        </p:sp>
      </p:grpSp>
      <p:sp>
        <p:nvSpPr>
          <p:cNvPr id="47" name="Arc 46"/>
          <p:cNvSpPr/>
          <p:nvPr/>
        </p:nvSpPr>
        <p:spPr>
          <a:xfrm rot="18536433">
            <a:off x="2120378" y="1984931"/>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8" name="Arc 47"/>
          <p:cNvSpPr/>
          <p:nvPr/>
        </p:nvSpPr>
        <p:spPr>
          <a:xfrm rot="2537090">
            <a:off x="3641809" y="1273474"/>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9" name="Arc 48"/>
          <p:cNvSpPr/>
          <p:nvPr/>
        </p:nvSpPr>
        <p:spPr>
          <a:xfrm rot="16951463" flipH="1">
            <a:off x="3735263" y="2867858"/>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0" name="Arc 49"/>
          <p:cNvSpPr/>
          <p:nvPr/>
        </p:nvSpPr>
        <p:spPr>
          <a:xfrm rot="12440065" flipH="1">
            <a:off x="5277460" y="2318251"/>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3" name="Freeform 66"/>
          <p:cNvSpPr>
            <a:spLocks noEditPoints="1"/>
          </p:cNvSpPr>
          <p:nvPr/>
        </p:nvSpPr>
        <p:spPr bwMode="auto">
          <a:xfrm>
            <a:off x="2682097" y="2739945"/>
            <a:ext cx="570374" cy="442407"/>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52"/>
          <p:cNvSpPr>
            <a:spLocks noEditPoints="1"/>
          </p:cNvSpPr>
          <p:nvPr/>
        </p:nvSpPr>
        <p:spPr bwMode="auto">
          <a:xfrm>
            <a:off x="4087635" y="1790346"/>
            <a:ext cx="456768" cy="491418"/>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131"/>
          <p:cNvSpPr>
            <a:spLocks/>
          </p:cNvSpPr>
          <p:nvPr/>
        </p:nvSpPr>
        <p:spPr bwMode="auto">
          <a:xfrm>
            <a:off x="4453573" y="3375488"/>
            <a:ext cx="422660" cy="429064"/>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57"/>
          <p:cNvSpPr>
            <a:spLocks noEditPoints="1"/>
          </p:cNvSpPr>
          <p:nvPr/>
        </p:nvSpPr>
        <p:spPr bwMode="auto">
          <a:xfrm>
            <a:off x="5849468" y="2691648"/>
            <a:ext cx="458058" cy="451652"/>
          </a:xfrm>
          <a:custGeom>
            <a:avLst/>
            <a:gdLst/>
            <a:ahLst/>
            <a:cxnLst>
              <a:cxn ang="0">
                <a:pos x="62" y="56"/>
              </a:cxn>
              <a:cxn ang="0">
                <a:pos x="56" y="62"/>
              </a:cxn>
              <a:cxn ang="0">
                <a:pos x="48" y="65"/>
              </a:cxn>
              <a:cxn ang="0">
                <a:pos x="40" y="62"/>
              </a:cxn>
              <a:cxn ang="0">
                <a:pos x="32" y="54"/>
              </a:cxn>
              <a:cxn ang="0">
                <a:pos x="28" y="46"/>
              </a:cxn>
              <a:cxn ang="0">
                <a:pos x="32" y="37"/>
              </a:cxn>
              <a:cxn ang="0">
                <a:pos x="28" y="34"/>
              </a:cxn>
              <a:cxn ang="0">
                <a:pos x="20" y="37"/>
              </a:cxn>
              <a:cxn ang="0">
                <a:pos x="12" y="34"/>
              </a:cxn>
              <a:cxn ang="0">
                <a:pos x="3" y="25"/>
              </a:cxn>
              <a:cxn ang="0">
                <a:pos x="0" y="17"/>
              </a:cxn>
              <a:cxn ang="0">
                <a:pos x="4" y="9"/>
              </a:cxn>
              <a:cxn ang="0">
                <a:pos x="9" y="3"/>
              </a:cxn>
              <a:cxn ang="0">
                <a:pos x="18" y="0"/>
              </a:cxn>
              <a:cxn ang="0">
                <a:pos x="26" y="3"/>
              </a:cxn>
              <a:cxn ang="0">
                <a:pos x="34" y="12"/>
              </a:cxn>
              <a:cxn ang="0">
                <a:pos x="37" y="20"/>
              </a:cxn>
              <a:cxn ang="0">
                <a:pos x="34" y="28"/>
              </a:cxn>
              <a:cxn ang="0">
                <a:pos x="37" y="32"/>
              </a:cxn>
              <a:cxn ang="0">
                <a:pos x="46" y="28"/>
              </a:cxn>
              <a:cxn ang="0">
                <a:pos x="54" y="32"/>
              </a:cxn>
              <a:cxn ang="0">
                <a:pos x="62" y="40"/>
              </a:cxn>
              <a:cxn ang="0">
                <a:pos x="66" y="48"/>
              </a:cxn>
              <a:cxn ang="0">
                <a:pos x="62" y="56"/>
              </a:cxn>
              <a:cxn ang="0">
                <a:pos x="29" y="17"/>
              </a:cxn>
              <a:cxn ang="0">
                <a:pos x="20" y="9"/>
              </a:cxn>
              <a:cxn ang="0">
                <a:pos x="18" y="8"/>
              </a:cxn>
              <a:cxn ang="0">
                <a:pos x="15" y="9"/>
              </a:cxn>
              <a:cxn ang="0">
                <a:pos x="9" y="15"/>
              </a:cxn>
              <a:cxn ang="0">
                <a:pos x="8" y="17"/>
              </a:cxn>
              <a:cxn ang="0">
                <a:pos x="9" y="20"/>
              </a:cxn>
              <a:cxn ang="0">
                <a:pos x="17" y="28"/>
              </a:cxn>
              <a:cxn ang="0">
                <a:pos x="20" y="29"/>
              </a:cxn>
              <a:cxn ang="0">
                <a:pos x="23" y="28"/>
              </a:cxn>
              <a:cxn ang="0">
                <a:pos x="20" y="24"/>
              </a:cxn>
              <a:cxn ang="0">
                <a:pos x="24" y="20"/>
              </a:cxn>
              <a:cxn ang="0">
                <a:pos x="28" y="23"/>
              </a:cxn>
              <a:cxn ang="0">
                <a:pos x="30" y="20"/>
              </a:cxn>
              <a:cxn ang="0">
                <a:pos x="29" y="17"/>
              </a:cxn>
              <a:cxn ang="0">
                <a:pos x="57" y="45"/>
              </a:cxn>
              <a:cxn ang="0">
                <a:pos x="48" y="37"/>
              </a:cxn>
              <a:cxn ang="0">
                <a:pos x="46" y="36"/>
              </a:cxn>
              <a:cxn ang="0">
                <a:pos x="43" y="37"/>
              </a:cxn>
              <a:cxn ang="0">
                <a:pos x="46" y="42"/>
              </a:cxn>
              <a:cxn ang="0">
                <a:pos x="42" y="46"/>
              </a:cxn>
              <a:cxn ang="0">
                <a:pos x="37" y="43"/>
              </a:cxn>
              <a:cxn ang="0">
                <a:pos x="36" y="46"/>
              </a:cxn>
              <a:cxn ang="0">
                <a:pos x="37" y="48"/>
              </a:cxn>
              <a:cxn ang="0">
                <a:pos x="45" y="57"/>
              </a:cxn>
              <a:cxn ang="0">
                <a:pos x="48" y="58"/>
              </a:cxn>
              <a:cxn ang="0">
                <a:pos x="51" y="57"/>
              </a:cxn>
              <a:cxn ang="0">
                <a:pos x="57" y="51"/>
              </a:cxn>
              <a:cxn ang="0">
                <a:pos x="58" y="48"/>
              </a:cxn>
              <a:cxn ang="0">
                <a:pos x="57" y="45"/>
              </a:cxn>
            </a:cxnLst>
            <a:rect l="0" t="0" r="r" b="b"/>
            <a:pathLst>
              <a:path w="66" h="65">
                <a:moveTo>
                  <a:pt x="62" y="56"/>
                </a:moveTo>
                <a:cubicBezTo>
                  <a:pt x="56" y="62"/>
                  <a:pt x="56" y="62"/>
                  <a:pt x="56" y="62"/>
                </a:cubicBezTo>
                <a:cubicBezTo>
                  <a:pt x="54" y="64"/>
                  <a:pt x="51" y="65"/>
                  <a:pt x="48" y="65"/>
                </a:cubicBezTo>
                <a:cubicBezTo>
                  <a:pt x="45" y="65"/>
                  <a:pt x="42" y="64"/>
                  <a:pt x="40" y="62"/>
                </a:cubicBezTo>
                <a:cubicBezTo>
                  <a:pt x="32" y="54"/>
                  <a:pt x="32" y="54"/>
                  <a:pt x="32" y="54"/>
                </a:cubicBezTo>
                <a:cubicBezTo>
                  <a:pt x="30" y="52"/>
                  <a:pt x="28" y="49"/>
                  <a:pt x="28" y="46"/>
                </a:cubicBezTo>
                <a:cubicBezTo>
                  <a:pt x="28" y="42"/>
                  <a:pt x="30" y="39"/>
                  <a:pt x="32" y="37"/>
                </a:cubicBezTo>
                <a:cubicBezTo>
                  <a:pt x="28" y="34"/>
                  <a:pt x="28" y="34"/>
                  <a:pt x="28" y="34"/>
                </a:cubicBezTo>
                <a:cubicBezTo>
                  <a:pt x="26" y="36"/>
                  <a:pt x="23" y="37"/>
                  <a:pt x="20" y="37"/>
                </a:cubicBezTo>
                <a:cubicBezTo>
                  <a:pt x="17" y="37"/>
                  <a:pt x="14" y="36"/>
                  <a:pt x="12" y="34"/>
                </a:cubicBezTo>
                <a:cubicBezTo>
                  <a:pt x="3" y="25"/>
                  <a:pt x="3" y="25"/>
                  <a:pt x="3" y="25"/>
                </a:cubicBezTo>
                <a:cubicBezTo>
                  <a:pt x="1" y="23"/>
                  <a:pt x="0" y="20"/>
                  <a:pt x="0" y="17"/>
                </a:cubicBezTo>
                <a:cubicBezTo>
                  <a:pt x="0" y="14"/>
                  <a:pt x="1" y="11"/>
                  <a:pt x="4" y="9"/>
                </a:cubicBezTo>
                <a:cubicBezTo>
                  <a:pt x="9" y="3"/>
                  <a:pt x="9" y="3"/>
                  <a:pt x="9" y="3"/>
                </a:cubicBezTo>
                <a:cubicBezTo>
                  <a:pt x="12" y="1"/>
                  <a:pt x="15" y="0"/>
                  <a:pt x="18" y="0"/>
                </a:cubicBezTo>
                <a:cubicBezTo>
                  <a:pt x="21" y="0"/>
                  <a:pt x="24" y="1"/>
                  <a:pt x="26" y="3"/>
                </a:cubicBezTo>
                <a:cubicBezTo>
                  <a:pt x="34" y="12"/>
                  <a:pt x="34" y="12"/>
                  <a:pt x="34" y="12"/>
                </a:cubicBezTo>
                <a:cubicBezTo>
                  <a:pt x="36" y="14"/>
                  <a:pt x="37" y="17"/>
                  <a:pt x="37" y="20"/>
                </a:cubicBezTo>
                <a:cubicBezTo>
                  <a:pt x="37" y="23"/>
                  <a:pt x="36" y="26"/>
                  <a:pt x="34" y="28"/>
                </a:cubicBezTo>
                <a:cubicBezTo>
                  <a:pt x="37" y="32"/>
                  <a:pt x="37" y="32"/>
                  <a:pt x="37" y="32"/>
                </a:cubicBezTo>
                <a:cubicBezTo>
                  <a:pt x="40" y="30"/>
                  <a:pt x="43" y="28"/>
                  <a:pt x="46" y="28"/>
                </a:cubicBezTo>
                <a:cubicBezTo>
                  <a:pt x="49" y="28"/>
                  <a:pt x="52" y="29"/>
                  <a:pt x="54" y="32"/>
                </a:cubicBezTo>
                <a:cubicBezTo>
                  <a:pt x="62" y="40"/>
                  <a:pt x="62" y="40"/>
                  <a:pt x="62" y="40"/>
                </a:cubicBezTo>
                <a:cubicBezTo>
                  <a:pt x="64" y="42"/>
                  <a:pt x="66" y="45"/>
                  <a:pt x="66" y="48"/>
                </a:cubicBezTo>
                <a:cubicBezTo>
                  <a:pt x="66" y="51"/>
                  <a:pt x="64" y="54"/>
                  <a:pt x="62" y="56"/>
                </a:cubicBezTo>
                <a:close/>
                <a:moveTo>
                  <a:pt x="29" y="17"/>
                </a:moveTo>
                <a:cubicBezTo>
                  <a:pt x="20" y="9"/>
                  <a:pt x="20" y="9"/>
                  <a:pt x="20" y="9"/>
                </a:cubicBezTo>
                <a:cubicBezTo>
                  <a:pt x="20" y="8"/>
                  <a:pt x="19" y="8"/>
                  <a:pt x="18" y="8"/>
                </a:cubicBezTo>
                <a:cubicBezTo>
                  <a:pt x="17" y="8"/>
                  <a:pt x="16" y="8"/>
                  <a:pt x="15" y="9"/>
                </a:cubicBezTo>
                <a:cubicBezTo>
                  <a:pt x="9" y="15"/>
                  <a:pt x="9" y="15"/>
                  <a:pt x="9" y="15"/>
                </a:cubicBezTo>
                <a:cubicBezTo>
                  <a:pt x="8" y="15"/>
                  <a:pt x="8" y="16"/>
                  <a:pt x="8" y="17"/>
                </a:cubicBezTo>
                <a:cubicBezTo>
                  <a:pt x="8" y="18"/>
                  <a:pt x="8" y="19"/>
                  <a:pt x="9" y="20"/>
                </a:cubicBezTo>
                <a:cubicBezTo>
                  <a:pt x="17" y="28"/>
                  <a:pt x="17" y="28"/>
                  <a:pt x="17" y="28"/>
                </a:cubicBezTo>
                <a:cubicBezTo>
                  <a:pt x="18" y="29"/>
                  <a:pt x="19" y="29"/>
                  <a:pt x="20" y="29"/>
                </a:cubicBezTo>
                <a:cubicBezTo>
                  <a:pt x="21" y="29"/>
                  <a:pt x="22" y="29"/>
                  <a:pt x="23" y="28"/>
                </a:cubicBezTo>
                <a:cubicBezTo>
                  <a:pt x="22" y="27"/>
                  <a:pt x="20" y="26"/>
                  <a:pt x="20" y="24"/>
                </a:cubicBezTo>
                <a:cubicBezTo>
                  <a:pt x="20" y="22"/>
                  <a:pt x="22" y="20"/>
                  <a:pt x="24" y="20"/>
                </a:cubicBezTo>
                <a:cubicBezTo>
                  <a:pt x="26" y="20"/>
                  <a:pt x="27" y="21"/>
                  <a:pt x="28" y="23"/>
                </a:cubicBezTo>
                <a:cubicBezTo>
                  <a:pt x="29" y="22"/>
                  <a:pt x="30" y="21"/>
                  <a:pt x="30" y="20"/>
                </a:cubicBezTo>
                <a:cubicBezTo>
                  <a:pt x="30" y="19"/>
                  <a:pt x="29" y="18"/>
                  <a:pt x="29" y="17"/>
                </a:cubicBezTo>
                <a:close/>
                <a:moveTo>
                  <a:pt x="57" y="45"/>
                </a:moveTo>
                <a:cubicBezTo>
                  <a:pt x="48" y="37"/>
                  <a:pt x="48" y="37"/>
                  <a:pt x="48" y="37"/>
                </a:cubicBezTo>
                <a:cubicBezTo>
                  <a:pt x="48" y="36"/>
                  <a:pt x="47" y="36"/>
                  <a:pt x="46" y="36"/>
                </a:cubicBezTo>
                <a:cubicBezTo>
                  <a:pt x="45" y="36"/>
                  <a:pt x="44" y="36"/>
                  <a:pt x="43" y="37"/>
                </a:cubicBezTo>
                <a:cubicBezTo>
                  <a:pt x="44" y="39"/>
                  <a:pt x="46" y="40"/>
                  <a:pt x="46" y="42"/>
                </a:cubicBezTo>
                <a:cubicBezTo>
                  <a:pt x="46" y="44"/>
                  <a:pt x="44" y="46"/>
                  <a:pt x="42" y="46"/>
                </a:cubicBezTo>
                <a:cubicBezTo>
                  <a:pt x="40" y="46"/>
                  <a:pt x="39" y="44"/>
                  <a:pt x="37" y="43"/>
                </a:cubicBezTo>
                <a:cubicBezTo>
                  <a:pt x="37" y="43"/>
                  <a:pt x="36" y="44"/>
                  <a:pt x="36" y="46"/>
                </a:cubicBezTo>
                <a:cubicBezTo>
                  <a:pt x="36" y="47"/>
                  <a:pt x="36" y="48"/>
                  <a:pt x="37" y="48"/>
                </a:cubicBezTo>
                <a:cubicBezTo>
                  <a:pt x="45" y="57"/>
                  <a:pt x="45" y="57"/>
                  <a:pt x="45" y="57"/>
                </a:cubicBezTo>
                <a:cubicBezTo>
                  <a:pt x="46" y="57"/>
                  <a:pt x="47" y="58"/>
                  <a:pt x="48" y="58"/>
                </a:cubicBezTo>
                <a:cubicBezTo>
                  <a:pt x="49" y="58"/>
                  <a:pt x="50" y="57"/>
                  <a:pt x="51" y="57"/>
                </a:cubicBezTo>
                <a:cubicBezTo>
                  <a:pt x="57" y="51"/>
                  <a:pt x="57" y="51"/>
                  <a:pt x="57" y="51"/>
                </a:cubicBezTo>
                <a:cubicBezTo>
                  <a:pt x="58" y="50"/>
                  <a:pt x="58" y="49"/>
                  <a:pt x="58" y="48"/>
                </a:cubicBezTo>
                <a:cubicBezTo>
                  <a:pt x="58" y="47"/>
                  <a:pt x="58" y="46"/>
                  <a:pt x="57" y="4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p:cTn id="13" dur="500" fill="hold"/>
                                        <p:tgtEl>
                                          <p:spTgt spid="33"/>
                                        </p:tgtEl>
                                        <p:attrNameLst>
                                          <p:attrName>ppt_w</p:attrName>
                                        </p:attrNameLst>
                                      </p:cBhvr>
                                      <p:tavLst>
                                        <p:tav tm="0">
                                          <p:val>
                                            <p:fltVal val="0"/>
                                          </p:val>
                                        </p:tav>
                                        <p:tav tm="100000">
                                          <p:val>
                                            <p:strVal val="#ppt_w"/>
                                          </p:val>
                                        </p:tav>
                                      </p:tavLst>
                                    </p:anim>
                                    <p:anim calcmode="lin" valueType="num">
                                      <p:cBhvr>
                                        <p:cTn id="14" dur="500" fill="hold"/>
                                        <p:tgtEl>
                                          <p:spTgt spid="33"/>
                                        </p:tgtEl>
                                        <p:attrNameLst>
                                          <p:attrName>ppt_h</p:attrName>
                                        </p:attrNameLst>
                                      </p:cBhvr>
                                      <p:tavLst>
                                        <p:tav tm="0">
                                          <p:val>
                                            <p:fltVal val="0"/>
                                          </p:val>
                                        </p:tav>
                                        <p:tav tm="100000">
                                          <p:val>
                                            <p:strVal val="#ppt_h"/>
                                          </p:val>
                                        </p:tav>
                                      </p:tavLst>
                                    </p:anim>
                                    <p:animEffect transition="in" filter="fade">
                                      <p:cBhvr>
                                        <p:cTn id="15" dur="500"/>
                                        <p:tgtEl>
                                          <p:spTgt spid="33"/>
                                        </p:tgtEl>
                                      </p:cBhvr>
                                    </p:animEffect>
                                  </p:childTnLst>
                                </p:cTn>
                              </p:par>
                            </p:childTnLst>
                          </p:cTn>
                        </p:par>
                        <p:par>
                          <p:cTn id="16" fill="hold">
                            <p:stCondLst>
                              <p:cond delay="1000"/>
                            </p:stCondLst>
                            <p:childTnLst>
                              <p:par>
                                <p:cTn id="17" presetID="18" presetClass="entr" presetSubtype="6"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strips(downRight)">
                                      <p:cBhvr>
                                        <p:cTn id="19" dur="500"/>
                                        <p:tgtEl>
                                          <p:spTgt spid="47"/>
                                        </p:tgtEl>
                                      </p:cBhvr>
                                    </p:animEffect>
                                  </p:childTnLst>
                                </p:cTn>
                              </p:par>
                              <p:par>
                                <p:cTn id="20" presetID="2" presetClass="entr" presetSubtype="8" accel="50000" decel="5000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 fill="hold"/>
                                        <p:tgtEl>
                                          <p:spTgt spid="11"/>
                                        </p:tgtEl>
                                        <p:attrNameLst>
                                          <p:attrName>ppt_x</p:attrName>
                                        </p:attrNameLst>
                                      </p:cBhvr>
                                      <p:tavLst>
                                        <p:tav tm="0">
                                          <p:val>
                                            <p:strVal val="0-#ppt_w/2"/>
                                          </p:val>
                                        </p:tav>
                                        <p:tav tm="100000">
                                          <p:val>
                                            <p:strVal val="#ppt_x"/>
                                          </p:val>
                                        </p:tav>
                                      </p:tavLst>
                                    </p:anim>
                                    <p:anim calcmode="lin" valueType="num">
                                      <p:cBhvr additive="base">
                                        <p:cTn id="23" dur="500" fill="hold"/>
                                        <p:tgtEl>
                                          <p:spTgt spid="11"/>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p:cTn id="27" dur="500" fill="hold"/>
                                        <p:tgtEl>
                                          <p:spTgt spid="7"/>
                                        </p:tgtEl>
                                        <p:attrNameLst>
                                          <p:attrName>ppt_w</p:attrName>
                                        </p:attrNameLst>
                                      </p:cBhvr>
                                      <p:tavLst>
                                        <p:tav tm="0">
                                          <p:val>
                                            <p:fltVal val="0"/>
                                          </p:val>
                                        </p:tav>
                                        <p:tav tm="100000">
                                          <p:val>
                                            <p:strVal val="#ppt_w"/>
                                          </p:val>
                                        </p:tav>
                                      </p:tavLst>
                                    </p:anim>
                                    <p:anim calcmode="lin" valueType="num">
                                      <p:cBhvr>
                                        <p:cTn id="28" dur="500" fill="hold"/>
                                        <p:tgtEl>
                                          <p:spTgt spid="7"/>
                                        </p:tgtEl>
                                        <p:attrNameLst>
                                          <p:attrName>ppt_h</p:attrName>
                                        </p:attrNameLst>
                                      </p:cBhvr>
                                      <p:tavLst>
                                        <p:tav tm="0">
                                          <p:val>
                                            <p:fltVal val="0"/>
                                          </p:val>
                                        </p:tav>
                                        <p:tav tm="100000">
                                          <p:val>
                                            <p:strVal val="#ppt_h"/>
                                          </p:val>
                                        </p:tav>
                                      </p:tavLst>
                                    </p:anim>
                                    <p:animEffect transition="in" filter="fade">
                                      <p:cBhvr>
                                        <p:cTn id="29" dur="500"/>
                                        <p:tgtEl>
                                          <p:spTgt spid="7"/>
                                        </p:tgtEl>
                                      </p:cBhvr>
                                    </p:animEffect>
                                  </p:childTnLst>
                                </p:cTn>
                              </p:par>
                            </p:childTnLst>
                          </p:cTn>
                        </p:par>
                        <p:par>
                          <p:cTn id="30" fill="hold">
                            <p:stCondLst>
                              <p:cond delay="2000"/>
                            </p:stCondLst>
                            <p:childTnLst>
                              <p:par>
                                <p:cTn id="31" presetID="53" presetClass="entr" presetSubtype="0" fill="hold" grpId="0" nodeType="afterEffect">
                                  <p:stCondLst>
                                    <p:cond delay="0"/>
                                  </p:stCondLst>
                                  <p:childTnLst>
                                    <p:set>
                                      <p:cBhvr>
                                        <p:cTn id="32" dur="1" fill="hold">
                                          <p:stCondLst>
                                            <p:cond delay="0"/>
                                          </p:stCondLst>
                                        </p:cTn>
                                        <p:tgtEl>
                                          <p:spTgt spid="41"/>
                                        </p:tgtEl>
                                        <p:attrNameLst>
                                          <p:attrName>style.visibility</p:attrName>
                                        </p:attrNameLst>
                                      </p:cBhvr>
                                      <p:to>
                                        <p:strVal val="visible"/>
                                      </p:to>
                                    </p:set>
                                    <p:anim calcmode="lin" valueType="num">
                                      <p:cBhvr>
                                        <p:cTn id="33" dur="500" fill="hold"/>
                                        <p:tgtEl>
                                          <p:spTgt spid="41"/>
                                        </p:tgtEl>
                                        <p:attrNameLst>
                                          <p:attrName>ppt_w</p:attrName>
                                        </p:attrNameLst>
                                      </p:cBhvr>
                                      <p:tavLst>
                                        <p:tav tm="0">
                                          <p:val>
                                            <p:fltVal val="0"/>
                                          </p:val>
                                        </p:tav>
                                        <p:tav tm="100000">
                                          <p:val>
                                            <p:strVal val="#ppt_w"/>
                                          </p:val>
                                        </p:tav>
                                      </p:tavLst>
                                    </p:anim>
                                    <p:anim calcmode="lin" valueType="num">
                                      <p:cBhvr>
                                        <p:cTn id="34" dur="500" fill="hold"/>
                                        <p:tgtEl>
                                          <p:spTgt spid="41"/>
                                        </p:tgtEl>
                                        <p:attrNameLst>
                                          <p:attrName>ppt_h</p:attrName>
                                        </p:attrNameLst>
                                      </p:cBhvr>
                                      <p:tavLst>
                                        <p:tav tm="0">
                                          <p:val>
                                            <p:fltVal val="0"/>
                                          </p:val>
                                        </p:tav>
                                        <p:tav tm="100000">
                                          <p:val>
                                            <p:strVal val="#ppt_h"/>
                                          </p:val>
                                        </p:tav>
                                      </p:tavLst>
                                    </p:anim>
                                    <p:animEffect transition="in" filter="fade">
                                      <p:cBhvr>
                                        <p:cTn id="35" dur="500"/>
                                        <p:tgtEl>
                                          <p:spTgt spid="41"/>
                                        </p:tgtEl>
                                      </p:cBhvr>
                                    </p:animEffect>
                                  </p:childTnLst>
                                </p:cTn>
                              </p:par>
                            </p:childTnLst>
                          </p:cTn>
                        </p:par>
                        <p:par>
                          <p:cTn id="36" fill="hold">
                            <p:stCondLst>
                              <p:cond delay="2500"/>
                            </p:stCondLst>
                            <p:childTnLst>
                              <p:par>
                                <p:cTn id="37" presetID="18" presetClass="entr" presetSubtype="6" fill="hold" grpId="0" nodeType="afterEffect">
                                  <p:stCondLst>
                                    <p:cond delay="0"/>
                                  </p:stCondLst>
                                  <p:childTnLst>
                                    <p:set>
                                      <p:cBhvr>
                                        <p:cTn id="38" dur="1" fill="hold">
                                          <p:stCondLst>
                                            <p:cond delay="0"/>
                                          </p:stCondLst>
                                        </p:cTn>
                                        <p:tgtEl>
                                          <p:spTgt spid="48"/>
                                        </p:tgtEl>
                                        <p:attrNameLst>
                                          <p:attrName>style.visibility</p:attrName>
                                        </p:attrNameLst>
                                      </p:cBhvr>
                                      <p:to>
                                        <p:strVal val="visible"/>
                                      </p:to>
                                    </p:set>
                                    <p:animEffect transition="in" filter="strips(downRight)">
                                      <p:cBhvr>
                                        <p:cTn id="39" dur="500"/>
                                        <p:tgtEl>
                                          <p:spTgt spid="48"/>
                                        </p:tgtEl>
                                      </p:cBhvr>
                                    </p:animEffect>
                                  </p:childTnLst>
                                </p:cTn>
                              </p:par>
                              <p:par>
                                <p:cTn id="40" presetID="2" presetClass="entr" presetSubtype="8" accel="50000" decel="50000" fill="hold"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500" fill="hold"/>
                                        <p:tgtEl>
                                          <p:spTgt spid="9"/>
                                        </p:tgtEl>
                                        <p:attrNameLst>
                                          <p:attrName>ppt_x</p:attrName>
                                        </p:attrNameLst>
                                      </p:cBhvr>
                                      <p:tavLst>
                                        <p:tav tm="0">
                                          <p:val>
                                            <p:strVal val="0-#ppt_w/2"/>
                                          </p:val>
                                        </p:tav>
                                        <p:tav tm="100000">
                                          <p:val>
                                            <p:strVal val="#ppt_x"/>
                                          </p:val>
                                        </p:tav>
                                      </p:tavLst>
                                    </p:anim>
                                    <p:anim calcmode="lin" valueType="num">
                                      <p:cBhvr additive="base">
                                        <p:cTn id="43" dur="500" fill="hold"/>
                                        <p:tgtEl>
                                          <p:spTgt spid="9"/>
                                        </p:tgtEl>
                                        <p:attrNameLst>
                                          <p:attrName>ppt_y</p:attrName>
                                        </p:attrNameLst>
                                      </p:cBhvr>
                                      <p:tavLst>
                                        <p:tav tm="0">
                                          <p:val>
                                            <p:strVal val="#ppt_y"/>
                                          </p:val>
                                        </p:tav>
                                        <p:tav tm="100000">
                                          <p:val>
                                            <p:strVal val="#ppt_y"/>
                                          </p:val>
                                        </p:tav>
                                      </p:tavLst>
                                    </p:anim>
                                  </p:childTnLst>
                                </p:cTn>
                              </p:par>
                            </p:childTnLst>
                          </p:cTn>
                        </p:par>
                        <p:par>
                          <p:cTn id="44" fill="hold">
                            <p:stCondLst>
                              <p:cond delay="3000"/>
                            </p:stCondLst>
                            <p:childTnLst>
                              <p:par>
                                <p:cTn id="45" presetID="53" presetClass="entr" presetSubtype="0"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3500"/>
                            </p:stCondLst>
                            <p:childTnLst>
                              <p:par>
                                <p:cTn id="51" presetID="53" presetClass="entr" presetSubtype="0" fill="hold" grpId="0" nodeType="afterEffect">
                                  <p:stCondLst>
                                    <p:cond delay="0"/>
                                  </p:stCondLst>
                                  <p:childTnLst>
                                    <p:set>
                                      <p:cBhvr>
                                        <p:cTn id="52" dur="1" fill="hold">
                                          <p:stCondLst>
                                            <p:cond delay="0"/>
                                          </p:stCondLst>
                                        </p:cTn>
                                        <p:tgtEl>
                                          <p:spTgt spid="44"/>
                                        </p:tgtEl>
                                        <p:attrNameLst>
                                          <p:attrName>style.visibility</p:attrName>
                                        </p:attrNameLst>
                                      </p:cBhvr>
                                      <p:to>
                                        <p:strVal val="visible"/>
                                      </p:to>
                                    </p:set>
                                    <p:anim calcmode="lin" valueType="num">
                                      <p:cBhvr>
                                        <p:cTn id="53" dur="500" fill="hold"/>
                                        <p:tgtEl>
                                          <p:spTgt spid="44"/>
                                        </p:tgtEl>
                                        <p:attrNameLst>
                                          <p:attrName>ppt_w</p:attrName>
                                        </p:attrNameLst>
                                      </p:cBhvr>
                                      <p:tavLst>
                                        <p:tav tm="0">
                                          <p:val>
                                            <p:fltVal val="0"/>
                                          </p:val>
                                        </p:tav>
                                        <p:tav tm="100000">
                                          <p:val>
                                            <p:strVal val="#ppt_w"/>
                                          </p:val>
                                        </p:tav>
                                      </p:tavLst>
                                    </p:anim>
                                    <p:anim calcmode="lin" valueType="num">
                                      <p:cBhvr>
                                        <p:cTn id="54" dur="500" fill="hold"/>
                                        <p:tgtEl>
                                          <p:spTgt spid="44"/>
                                        </p:tgtEl>
                                        <p:attrNameLst>
                                          <p:attrName>ppt_h</p:attrName>
                                        </p:attrNameLst>
                                      </p:cBhvr>
                                      <p:tavLst>
                                        <p:tav tm="0">
                                          <p:val>
                                            <p:fltVal val="0"/>
                                          </p:val>
                                        </p:tav>
                                        <p:tav tm="100000">
                                          <p:val>
                                            <p:strVal val="#ppt_h"/>
                                          </p:val>
                                        </p:tav>
                                      </p:tavLst>
                                    </p:anim>
                                    <p:animEffect transition="in" filter="fade">
                                      <p:cBhvr>
                                        <p:cTn id="55" dur="500"/>
                                        <p:tgtEl>
                                          <p:spTgt spid="44"/>
                                        </p:tgtEl>
                                      </p:cBhvr>
                                    </p:animEffect>
                                  </p:childTnLst>
                                </p:cTn>
                              </p:par>
                            </p:childTnLst>
                          </p:cTn>
                        </p:par>
                        <p:par>
                          <p:cTn id="56" fill="hold">
                            <p:stCondLst>
                              <p:cond delay="4000"/>
                            </p:stCondLst>
                            <p:childTnLst>
                              <p:par>
                                <p:cTn id="57" presetID="18" presetClass="entr" presetSubtype="6" fill="hold" grpId="0" nodeType="afterEffect">
                                  <p:stCondLst>
                                    <p:cond delay="0"/>
                                  </p:stCondLst>
                                  <p:childTnLst>
                                    <p:set>
                                      <p:cBhvr>
                                        <p:cTn id="58" dur="1" fill="hold">
                                          <p:stCondLst>
                                            <p:cond delay="0"/>
                                          </p:stCondLst>
                                        </p:cTn>
                                        <p:tgtEl>
                                          <p:spTgt spid="49"/>
                                        </p:tgtEl>
                                        <p:attrNameLst>
                                          <p:attrName>style.visibility</p:attrName>
                                        </p:attrNameLst>
                                      </p:cBhvr>
                                      <p:to>
                                        <p:strVal val="visible"/>
                                      </p:to>
                                    </p:set>
                                    <p:animEffect transition="in" filter="strips(downRight)">
                                      <p:cBhvr>
                                        <p:cTn id="59" dur="500"/>
                                        <p:tgtEl>
                                          <p:spTgt spid="49"/>
                                        </p:tgtEl>
                                      </p:cBhvr>
                                    </p:animEffect>
                                  </p:childTnLst>
                                </p:cTn>
                              </p:par>
                              <p:par>
                                <p:cTn id="60" presetID="2" presetClass="entr" presetSubtype="2" accel="50000" decel="50000" fill="hold" nodeType="withEffect">
                                  <p:stCondLst>
                                    <p:cond delay="0"/>
                                  </p:stCondLst>
                                  <p:childTnLst>
                                    <p:set>
                                      <p:cBhvr>
                                        <p:cTn id="61" dur="1" fill="hold">
                                          <p:stCondLst>
                                            <p:cond delay="0"/>
                                          </p:stCondLst>
                                        </p:cTn>
                                        <p:tgtEl>
                                          <p:spTgt spid="3"/>
                                        </p:tgtEl>
                                        <p:attrNameLst>
                                          <p:attrName>style.visibility</p:attrName>
                                        </p:attrNameLst>
                                      </p:cBhvr>
                                      <p:to>
                                        <p:strVal val="visible"/>
                                      </p:to>
                                    </p:set>
                                    <p:anim calcmode="lin" valueType="num">
                                      <p:cBhvr additive="base">
                                        <p:cTn id="62" dur="500" fill="hold"/>
                                        <p:tgtEl>
                                          <p:spTgt spid="3"/>
                                        </p:tgtEl>
                                        <p:attrNameLst>
                                          <p:attrName>ppt_x</p:attrName>
                                        </p:attrNameLst>
                                      </p:cBhvr>
                                      <p:tavLst>
                                        <p:tav tm="0">
                                          <p:val>
                                            <p:strVal val="1+#ppt_w/2"/>
                                          </p:val>
                                        </p:tav>
                                        <p:tav tm="100000">
                                          <p:val>
                                            <p:strVal val="#ppt_x"/>
                                          </p:val>
                                        </p:tav>
                                      </p:tavLst>
                                    </p:anim>
                                    <p:anim calcmode="lin" valueType="num">
                                      <p:cBhvr additive="base">
                                        <p:cTn id="63" dur="500" fill="hold"/>
                                        <p:tgtEl>
                                          <p:spTgt spid="3"/>
                                        </p:tgtEl>
                                        <p:attrNameLst>
                                          <p:attrName>ppt_y</p:attrName>
                                        </p:attrNameLst>
                                      </p:cBhvr>
                                      <p:tavLst>
                                        <p:tav tm="0">
                                          <p:val>
                                            <p:strVal val="#ppt_y"/>
                                          </p:val>
                                        </p:tav>
                                        <p:tav tm="100000">
                                          <p:val>
                                            <p:strVal val="#ppt_y"/>
                                          </p:val>
                                        </p:tav>
                                      </p:tavLst>
                                    </p:anim>
                                  </p:childTnLst>
                                </p:cTn>
                              </p:par>
                            </p:childTnLst>
                          </p:cTn>
                        </p:par>
                        <p:par>
                          <p:cTn id="64" fill="hold">
                            <p:stCondLst>
                              <p:cond delay="4500"/>
                            </p:stCondLst>
                            <p:childTnLst>
                              <p:par>
                                <p:cTn id="65" presetID="53" presetClass="entr" presetSubtype="0" fill="hold" nodeType="after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p:cTn id="67" dur="500" fill="hold"/>
                                        <p:tgtEl>
                                          <p:spTgt spid="5"/>
                                        </p:tgtEl>
                                        <p:attrNameLst>
                                          <p:attrName>ppt_w</p:attrName>
                                        </p:attrNameLst>
                                      </p:cBhvr>
                                      <p:tavLst>
                                        <p:tav tm="0">
                                          <p:val>
                                            <p:fltVal val="0"/>
                                          </p:val>
                                        </p:tav>
                                        <p:tav tm="100000">
                                          <p:val>
                                            <p:strVal val="#ppt_w"/>
                                          </p:val>
                                        </p:tav>
                                      </p:tavLst>
                                    </p:anim>
                                    <p:anim calcmode="lin" valueType="num">
                                      <p:cBhvr>
                                        <p:cTn id="68" dur="500" fill="hold"/>
                                        <p:tgtEl>
                                          <p:spTgt spid="5"/>
                                        </p:tgtEl>
                                        <p:attrNameLst>
                                          <p:attrName>ppt_h</p:attrName>
                                        </p:attrNameLst>
                                      </p:cBhvr>
                                      <p:tavLst>
                                        <p:tav tm="0">
                                          <p:val>
                                            <p:fltVal val="0"/>
                                          </p:val>
                                        </p:tav>
                                        <p:tav tm="100000">
                                          <p:val>
                                            <p:strVal val="#ppt_h"/>
                                          </p:val>
                                        </p:tav>
                                      </p:tavLst>
                                    </p:anim>
                                    <p:animEffect transition="in" filter="fade">
                                      <p:cBhvr>
                                        <p:cTn id="69" dur="500"/>
                                        <p:tgtEl>
                                          <p:spTgt spid="5"/>
                                        </p:tgtEl>
                                      </p:cBhvr>
                                    </p:animEffect>
                                  </p:childTnLst>
                                </p:cTn>
                              </p:par>
                            </p:childTnLst>
                          </p:cTn>
                        </p:par>
                        <p:par>
                          <p:cTn id="70" fill="hold">
                            <p:stCondLst>
                              <p:cond delay="5000"/>
                            </p:stCondLst>
                            <p:childTnLst>
                              <p:par>
                                <p:cTn id="71" presetID="53" presetClass="entr" presetSubtype="0" fill="hold" grpId="0" nodeType="afterEffect">
                                  <p:stCondLst>
                                    <p:cond delay="0"/>
                                  </p:stCondLst>
                                  <p:childTnLst>
                                    <p:set>
                                      <p:cBhvr>
                                        <p:cTn id="72" dur="1" fill="hold">
                                          <p:stCondLst>
                                            <p:cond delay="0"/>
                                          </p:stCondLst>
                                        </p:cTn>
                                        <p:tgtEl>
                                          <p:spTgt spid="45"/>
                                        </p:tgtEl>
                                        <p:attrNameLst>
                                          <p:attrName>style.visibility</p:attrName>
                                        </p:attrNameLst>
                                      </p:cBhvr>
                                      <p:to>
                                        <p:strVal val="visible"/>
                                      </p:to>
                                    </p:set>
                                    <p:anim calcmode="lin" valueType="num">
                                      <p:cBhvr>
                                        <p:cTn id="73" dur="500" fill="hold"/>
                                        <p:tgtEl>
                                          <p:spTgt spid="45"/>
                                        </p:tgtEl>
                                        <p:attrNameLst>
                                          <p:attrName>ppt_w</p:attrName>
                                        </p:attrNameLst>
                                      </p:cBhvr>
                                      <p:tavLst>
                                        <p:tav tm="0">
                                          <p:val>
                                            <p:fltVal val="0"/>
                                          </p:val>
                                        </p:tav>
                                        <p:tav tm="100000">
                                          <p:val>
                                            <p:strVal val="#ppt_w"/>
                                          </p:val>
                                        </p:tav>
                                      </p:tavLst>
                                    </p:anim>
                                    <p:anim calcmode="lin" valueType="num">
                                      <p:cBhvr>
                                        <p:cTn id="74" dur="500" fill="hold"/>
                                        <p:tgtEl>
                                          <p:spTgt spid="45"/>
                                        </p:tgtEl>
                                        <p:attrNameLst>
                                          <p:attrName>ppt_h</p:attrName>
                                        </p:attrNameLst>
                                      </p:cBhvr>
                                      <p:tavLst>
                                        <p:tav tm="0">
                                          <p:val>
                                            <p:fltVal val="0"/>
                                          </p:val>
                                        </p:tav>
                                        <p:tav tm="100000">
                                          <p:val>
                                            <p:strVal val="#ppt_h"/>
                                          </p:val>
                                        </p:tav>
                                      </p:tavLst>
                                    </p:anim>
                                    <p:animEffect transition="in" filter="fade">
                                      <p:cBhvr>
                                        <p:cTn id="75" dur="500"/>
                                        <p:tgtEl>
                                          <p:spTgt spid="45"/>
                                        </p:tgtEl>
                                      </p:cBhvr>
                                    </p:animEffect>
                                  </p:childTnLst>
                                </p:cTn>
                              </p:par>
                            </p:childTnLst>
                          </p:cTn>
                        </p:par>
                        <p:par>
                          <p:cTn id="76" fill="hold">
                            <p:stCondLst>
                              <p:cond delay="5500"/>
                            </p:stCondLst>
                            <p:childTnLst>
                              <p:par>
                                <p:cTn id="77" presetID="18" presetClass="entr" presetSubtype="6" fill="hold" grpId="0" nodeType="afterEffect">
                                  <p:stCondLst>
                                    <p:cond delay="0"/>
                                  </p:stCondLst>
                                  <p:childTnLst>
                                    <p:set>
                                      <p:cBhvr>
                                        <p:cTn id="78" dur="1" fill="hold">
                                          <p:stCondLst>
                                            <p:cond delay="0"/>
                                          </p:stCondLst>
                                        </p:cTn>
                                        <p:tgtEl>
                                          <p:spTgt spid="50"/>
                                        </p:tgtEl>
                                        <p:attrNameLst>
                                          <p:attrName>style.visibility</p:attrName>
                                        </p:attrNameLst>
                                      </p:cBhvr>
                                      <p:to>
                                        <p:strVal val="visible"/>
                                      </p:to>
                                    </p:set>
                                    <p:animEffect transition="in" filter="strips(downRight)">
                                      <p:cBhvr>
                                        <p:cTn id="79" dur="500"/>
                                        <p:tgtEl>
                                          <p:spTgt spid="50"/>
                                        </p:tgtEl>
                                      </p:cBhvr>
                                    </p:animEffect>
                                  </p:childTnLst>
                                </p:cTn>
                              </p:par>
                              <p:par>
                                <p:cTn id="80" presetID="2" presetClass="entr" presetSubtype="2" accel="50000" decel="50000" fill="hold"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500" fill="hold"/>
                                        <p:tgtEl>
                                          <p:spTgt spid="10"/>
                                        </p:tgtEl>
                                        <p:attrNameLst>
                                          <p:attrName>ppt_x</p:attrName>
                                        </p:attrNameLst>
                                      </p:cBhvr>
                                      <p:tavLst>
                                        <p:tav tm="0">
                                          <p:val>
                                            <p:strVal val="1+#ppt_w/2"/>
                                          </p:val>
                                        </p:tav>
                                        <p:tav tm="100000">
                                          <p:val>
                                            <p:strVal val="#ppt_x"/>
                                          </p:val>
                                        </p:tav>
                                      </p:tavLst>
                                    </p:anim>
                                    <p:anim calcmode="lin" valueType="num">
                                      <p:cBhvr additive="base">
                                        <p:cTn id="83"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P spid="49" grpId="0" animBg="1"/>
      <p:bldP spid="50" grpId="0" animBg="1"/>
      <p:bldP spid="33" grpId="0" animBg="1"/>
      <p:bldP spid="41" grpId="0" animBg="1"/>
      <p:bldP spid="44" grpId="0" animBg="1"/>
      <p:bldP spid="45"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Alternating Flow Object</a:t>
            </a:r>
            <a:endParaRPr lang="en-US" dirty="0"/>
          </a:p>
        </p:txBody>
      </p:sp>
      <p:sp>
        <p:nvSpPr>
          <p:cNvPr id="4" name="Text Placeholder 3"/>
          <p:cNvSpPr>
            <a:spLocks noGrp="1"/>
          </p:cNvSpPr>
          <p:nvPr>
            <p:ph type="body" sz="half" idx="2"/>
          </p:nvPr>
        </p:nvSpPr>
        <p:spPr/>
        <p:txBody>
          <a:bodyPr/>
          <a:lstStyle/>
          <a:p>
            <a:r>
              <a:rPr lang="en-US"/>
              <a:t>Alternating Flow Object</a:t>
            </a:r>
            <a:endParaRPr lang="en-US" dirty="0"/>
          </a:p>
        </p:txBody>
      </p:sp>
      <p:sp>
        <p:nvSpPr>
          <p:cNvPr id="50" name="Slide Number Placeholder 49"/>
          <p:cNvSpPr>
            <a:spLocks noGrp="1"/>
          </p:cNvSpPr>
          <p:nvPr>
            <p:ph type="sldNum" sz="quarter" idx="12"/>
          </p:nvPr>
        </p:nvSpPr>
        <p:spPr/>
        <p:txBody>
          <a:bodyPr/>
          <a:lstStyle/>
          <a:p>
            <a:fld id="{C136B7D2-B98C-44FD-8D04-7EC62A564975}" type="slidenum">
              <a:rPr lang="en-US" smtClean="0"/>
              <a:pPr/>
              <a:t>208</a:t>
            </a:fld>
            <a:endParaRPr lang="en-US" dirty="0"/>
          </a:p>
        </p:txBody>
      </p:sp>
      <p:sp>
        <p:nvSpPr>
          <p:cNvPr id="31" name="Freeform 30"/>
          <p:cNvSpPr/>
          <p:nvPr/>
        </p:nvSpPr>
        <p:spPr>
          <a:xfrm>
            <a:off x="481557" y="1537662"/>
            <a:ext cx="1482546" cy="1022086"/>
          </a:xfrm>
          <a:custGeom>
            <a:avLst/>
            <a:gdLst>
              <a:gd name="connsiteX0" fmla="*/ 0 w 1378565"/>
              <a:gd name="connsiteY0" fmla="*/ 95040 h 950400"/>
              <a:gd name="connsiteX1" fmla="*/ 27837 w 1378565"/>
              <a:gd name="connsiteY1" fmla="*/ 27837 h 950400"/>
              <a:gd name="connsiteX2" fmla="*/ 95040 w 1378565"/>
              <a:gd name="connsiteY2" fmla="*/ 1 h 950400"/>
              <a:gd name="connsiteX3" fmla="*/ 1283525 w 1378565"/>
              <a:gd name="connsiteY3" fmla="*/ 0 h 950400"/>
              <a:gd name="connsiteX4" fmla="*/ 1350728 w 1378565"/>
              <a:gd name="connsiteY4" fmla="*/ 27837 h 950400"/>
              <a:gd name="connsiteX5" fmla="*/ 1378564 w 1378565"/>
              <a:gd name="connsiteY5" fmla="*/ 95040 h 950400"/>
              <a:gd name="connsiteX6" fmla="*/ 1378565 w 1378565"/>
              <a:gd name="connsiteY6" fmla="*/ 855360 h 950400"/>
              <a:gd name="connsiteX7" fmla="*/ 1350728 w 1378565"/>
              <a:gd name="connsiteY7" fmla="*/ 922563 h 950400"/>
              <a:gd name="connsiteX8" fmla="*/ 1283525 w 1378565"/>
              <a:gd name="connsiteY8" fmla="*/ 950400 h 950400"/>
              <a:gd name="connsiteX9" fmla="*/ 95040 w 1378565"/>
              <a:gd name="connsiteY9" fmla="*/ 950400 h 950400"/>
              <a:gd name="connsiteX10" fmla="*/ 27837 w 1378565"/>
              <a:gd name="connsiteY10" fmla="*/ 922563 h 950400"/>
              <a:gd name="connsiteX11" fmla="*/ 0 w 1378565"/>
              <a:gd name="connsiteY11" fmla="*/ 855360 h 950400"/>
              <a:gd name="connsiteX12" fmla="*/ 0 w 1378565"/>
              <a:gd name="connsiteY12" fmla="*/ 95040 h 95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950400">
                <a:moveTo>
                  <a:pt x="0" y="95040"/>
                </a:moveTo>
                <a:cubicBezTo>
                  <a:pt x="0" y="69834"/>
                  <a:pt x="10013" y="45660"/>
                  <a:pt x="27837" y="27837"/>
                </a:cubicBezTo>
                <a:cubicBezTo>
                  <a:pt x="45660" y="10014"/>
                  <a:pt x="69834" y="0"/>
                  <a:pt x="95040" y="1"/>
                </a:cubicBezTo>
                <a:lnTo>
                  <a:pt x="1283525" y="0"/>
                </a:lnTo>
                <a:cubicBezTo>
                  <a:pt x="1308731" y="0"/>
                  <a:pt x="1332905" y="10013"/>
                  <a:pt x="1350728" y="27837"/>
                </a:cubicBezTo>
                <a:cubicBezTo>
                  <a:pt x="1368551" y="45660"/>
                  <a:pt x="1378565" y="69834"/>
                  <a:pt x="1378564" y="95040"/>
                </a:cubicBezTo>
                <a:cubicBezTo>
                  <a:pt x="1378564" y="348480"/>
                  <a:pt x="1378565" y="601920"/>
                  <a:pt x="1378565" y="855360"/>
                </a:cubicBezTo>
                <a:cubicBezTo>
                  <a:pt x="1378565" y="880566"/>
                  <a:pt x="1368552" y="904740"/>
                  <a:pt x="1350728" y="922563"/>
                </a:cubicBezTo>
                <a:cubicBezTo>
                  <a:pt x="1332905" y="940386"/>
                  <a:pt x="1308731" y="950400"/>
                  <a:pt x="1283525" y="950400"/>
                </a:cubicBezTo>
                <a:lnTo>
                  <a:pt x="95040" y="950400"/>
                </a:lnTo>
                <a:cubicBezTo>
                  <a:pt x="69834" y="950400"/>
                  <a:pt x="45660" y="940387"/>
                  <a:pt x="27837" y="922563"/>
                </a:cubicBezTo>
                <a:cubicBezTo>
                  <a:pt x="10014" y="904740"/>
                  <a:pt x="0" y="880566"/>
                  <a:pt x="0" y="855360"/>
                </a:cubicBezTo>
                <a:lnTo>
                  <a:pt x="0" y="95040"/>
                </a:ln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6464" tIns="156464" rIns="156464" bIns="482794" numCol="1" spcCol="1270" anchor="t" anchorCtr="0">
            <a:noAutofit/>
          </a:bodyPr>
          <a:lstStyle/>
          <a:p>
            <a:pPr lvl="0" algn="l" defTabSz="977900">
              <a:lnSpc>
                <a:spcPct val="90000"/>
              </a:lnSpc>
              <a:spcBef>
                <a:spcPct val="0"/>
              </a:spcBef>
              <a:spcAft>
                <a:spcPct val="35000"/>
              </a:spcAft>
            </a:pPr>
            <a:endParaRPr lang="en-US" sz="2200" kern="1200" dirty="0"/>
          </a:p>
        </p:txBody>
      </p:sp>
      <p:sp>
        <p:nvSpPr>
          <p:cNvPr id="32" name="Freeform 31"/>
          <p:cNvSpPr/>
          <p:nvPr/>
        </p:nvSpPr>
        <p:spPr>
          <a:xfrm>
            <a:off x="785212" y="2130682"/>
            <a:ext cx="1482546" cy="1362780"/>
          </a:xfrm>
          <a:custGeom>
            <a:avLst/>
            <a:gdLst>
              <a:gd name="connsiteX0" fmla="*/ 0 w 1378565"/>
              <a:gd name="connsiteY0" fmla="*/ 126720 h 1267200"/>
              <a:gd name="connsiteX1" fmla="*/ 37116 w 1378565"/>
              <a:gd name="connsiteY1" fmla="*/ 37115 h 1267200"/>
              <a:gd name="connsiteX2" fmla="*/ 126721 w 1378565"/>
              <a:gd name="connsiteY2" fmla="*/ 0 h 1267200"/>
              <a:gd name="connsiteX3" fmla="*/ 1251845 w 1378565"/>
              <a:gd name="connsiteY3" fmla="*/ 0 h 1267200"/>
              <a:gd name="connsiteX4" fmla="*/ 1341450 w 1378565"/>
              <a:gd name="connsiteY4" fmla="*/ 37116 h 1267200"/>
              <a:gd name="connsiteX5" fmla="*/ 1378565 w 1378565"/>
              <a:gd name="connsiteY5" fmla="*/ 126721 h 1267200"/>
              <a:gd name="connsiteX6" fmla="*/ 1378565 w 1378565"/>
              <a:gd name="connsiteY6" fmla="*/ 1140480 h 1267200"/>
              <a:gd name="connsiteX7" fmla="*/ 1341450 w 1378565"/>
              <a:gd name="connsiteY7" fmla="*/ 1230085 h 1267200"/>
              <a:gd name="connsiteX8" fmla="*/ 1251845 w 1378565"/>
              <a:gd name="connsiteY8" fmla="*/ 1267200 h 1267200"/>
              <a:gd name="connsiteX9" fmla="*/ 126720 w 1378565"/>
              <a:gd name="connsiteY9" fmla="*/ 1267200 h 1267200"/>
              <a:gd name="connsiteX10" fmla="*/ 37115 w 1378565"/>
              <a:gd name="connsiteY10" fmla="*/ 1230084 h 1267200"/>
              <a:gd name="connsiteX11" fmla="*/ 0 w 1378565"/>
              <a:gd name="connsiteY11" fmla="*/ 1140479 h 1267200"/>
              <a:gd name="connsiteX12" fmla="*/ 0 w 1378565"/>
              <a:gd name="connsiteY12" fmla="*/ 126720 h 1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1267200">
                <a:moveTo>
                  <a:pt x="0" y="126720"/>
                </a:moveTo>
                <a:cubicBezTo>
                  <a:pt x="0" y="93112"/>
                  <a:pt x="13351" y="60880"/>
                  <a:pt x="37116" y="37115"/>
                </a:cubicBezTo>
                <a:cubicBezTo>
                  <a:pt x="60881" y="13350"/>
                  <a:pt x="93112" y="0"/>
                  <a:pt x="126721" y="0"/>
                </a:cubicBezTo>
                <a:lnTo>
                  <a:pt x="1251845" y="0"/>
                </a:lnTo>
                <a:cubicBezTo>
                  <a:pt x="1285453" y="0"/>
                  <a:pt x="1317685" y="13351"/>
                  <a:pt x="1341450" y="37116"/>
                </a:cubicBezTo>
                <a:cubicBezTo>
                  <a:pt x="1365215" y="60881"/>
                  <a:pt x="1378565" y="93112"/>
                  <a:pt x="1378565" y="126721"/>
                </a:cubicBezTo>
                <a:lnTo>
                  <a:pt x="1378565" y="1140480"/>
                </a:lnTo>
                <a:cubicBezTo>
                  <a:pt x="1378565" y="1174088"/>
                  <a:pt x="1365214" y="1206320"/>
                  <a:pt x="1341450" y="1230085"/>
                </a:cubicBezTo>
                <a:cubicBezTo>
                  <a:pt x="1317685" y="1253850"/>
                  <a:pt x="1285454" y="1267200"/>
                  <a:pt x="1251845" y="1267200"/>
                </a:cubicBezTo>
                <a:lnTo>
                  <a:pt x="126720" y="1267200"/>
                </a:lnTo>
                <a:cubicBezTo>
                  <a:pt x="93112" y="1267200"/>
                  <a:pt x="60880" y="1253849"/>
                  <a:pt x="37115" y="1230084"/>
                </a:cubicBezTo>
                <a:cubicBezTo>
                  <a:pt x="13350" y="1206319"/>
                  <a:pt x="0" y="1174088"/>
                  <a:pt x="0" y="1140479"/>
                </a:cubicBezTo>
                <a:lnTo>
                  <a:pt x="0" y="126720"/>
                </a:lnTo>
                <a:close/>
              </a:path>
            </a:pathLst>
          </a:custGeom>
          <a:ln>
            <a:solidFill>
              <a:schemeClr val="accent1"/>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3579" tIns="193579" rIns="193579" bIns="193579" numCol="1" spcCol="1270" anchor="t" anchorCtr="0">
            <a:noAutofit/>
          </a:bodyPr>
          <a:lstStyle/>
          <a:p>
            <a:pPr marL="228600" lvl="1" indent="-228600" algn="l" defTabSz="977900">
              <a:lnSpc>
                <a:spcPct val="90000"/>
              </a:lnSpc>
              <a:spcBef>
                <a:spcPct val="0"/>
              </a:spcBef>
              <a:spcAft>
                <a:spcPct val="15000"/>
              </a:spcAft>
              <a:buChar char="••"/>
            </a:pPr>
            <a:endParaRPr lang="en-US" sz="2200" kern="1200" dirty="0"/>
          </a:p>
        </p:txBody>
      </p:sp>
      <p:sp>
        <p:nvSpPr>
          <p:cNvPr id="33" name="Freeform 32"/>
          <p:cNvSpPr/>
          <p:nvPr/>
        </p:nvSpPr>
        <p:spPr>
          <a:xfrm>
            <a:off x="2052728" y="1649616"/>
            <a:ext cx="476466" cy="369110"/>
          </a:xfrm>
          <a:custGeom>
            <a:avLst/>
            <a:gdLst>
              <a:gd name="connsiteX0" fmla="*/ 0 w 443049"/>
              <a:gd name="connsiteY0" fmla="*/ 68644 h 343222"/>
              <a:gd name="connsiteX1" fmla="*/ 271438 w 443049"/>
              <a:gd name="connsiteY1" fmla="*/ 68644 h 343222"/>
              <a:gd name="connsiteX2" fmla="*/ 271438 w 443049"/>
              <a:gd name="connsiteY2" fmla="*/ 0 h 343222"/>
              <a:gd name="connsiteX3" fmla="*/ 443049 w 443049"/>
              <a:gd name="connsiteY3" fmla="*/ 171611 h 343222"/>
              <a:gd name="connsiteX4" fmla="*/ 271438 w 443049"/>
              <a:gd name="connsiteY4" fmla="*/ 343222 h 343222"/>
              <a:gd name="connsiteX5" fmla="*/ 271438 w 443049"/>
              <a:gd name="connsiteY5" fmla="*/ 274578 h 343222"/>
              <a:gd name="connsiteX6" fmla="*/ 0 w 443049"/>
              <a:gd name="connsiteY6" fmla="*/ 274578 h 343222"/>
              <a:gd name="connsiteX7" fmla="*/ 0 w 443049"/>
              <a:gd name="connsiteY7" fmla="*/ 68644 h 34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049" h="343222">
                <a:moveTo>
                  <a:pt x="0" y="68644"/>
                </a:moveTo>
                <a:lnTo>
                  <a:pt x="271438" y="68644"/>
                </a:lnTo>
                <a:lnTo>
                  <a:pt x="271438" y="0"/>
                </a:lnTo>
                <a:lnTo>
                  <a:pt x="443049" y="171611"/>
                </a:lnTo>
                <a:lnTo>
                  <a:pt x="271438" y="343222"/>
                </a:lnTo>
                <a:lnTo>
                  <a:pt x="271438" y="274578"/>
                </a:lnTo>
                <a:lnTo>
                  <a:pt x="0" y="274578"/>
                </a:lnTo>
                <a:lnTo>
                  <a:pt x="0" y="68644"/>
                </a:lnTo>
                <a:close/>
              </a:path>
            </a:pathLst>
          </a:custGeom>
          <a:solidFill>
            <a:schemeClr val="accent1"/>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68644" rIns="102967" bIns="68644" numCol="1" spcCol="1270" anchor="ctr" anchorCtr="0">
            <a:noAutofit/>
          </a:bodyPr>
          <a:lstStyle/>
          <a:p>
            <a:pPr lvl="0" algn="ctr" defTabSz="666750">
              <a:lnSpc>
                <a:spcPct val="90000"/>
              </a:lnSpc>
              <a:spcBef>
                <a:spcPct val="0"/>
              </a:spcBef>
              <a:spcAft>
                <a:spcPct val="35000"/>
              </a:spcAft>
            </a:pPr>
            <a:endParaRPr lang="en-US" sz="1500" kern="1200" dirty="0"/>
          </a:p>
        </p:txBody>
      </p:sp>
      <p:sp>
        <p:nvSpPr>
          <p:cNvPr id="34" name="Freeform 33"/>
          <p:cNvSpPr/>
          <p:nvPr/>
        </p:nvSpPr>
        <p:spPr>
          <a:xfrm>
            <a:off x="2589963" y="1537662"/>
            <a:ext cx="1482546" cy="1022086"/>
          </a:xfrm>
          <a:custGeom>
            <a:avLst/>
            <a:gdLst>
              <a:gd name="connsiteX0" fmla="*/ 0 w 1378565"/>
              <a:gd name="connsiteY0" fmla="*/ 95040 h 950400"/>
              <a:gd name="connsiteX1" fmla="*/ 27837 w 1378565"/>
              <a:gd name="connsiteY1" fmla="*/ 27837 h 950400"/>
              <a:gd name="connsiteX2" fmla="*/ 95040 w 1378565"/>
              <a:gd name="connsiteY2" fmla="*/ 1 h 950400"/>
              <a:gd name="connsiteX3" fmla="*/ 1283525 w 1378565"/>
              <a:gd name="connsiteY3" fmla="*/ 0 h 950400"/>
              <a:gd name="connsiteX4" fmla="*/ 1350728 w 1378565"/>
              <a:gd name="connsiteY4" fmla="*/ 27837 h 950400"/>
              <a:gd name="connsiteX5" fmla="*/ 1378564 w 1378565"/>
              <a:gd name="connsiteY5" fmla="*/ 95040 h 950400"/>
              <a:gd name="connsiteX6" fmla="*/ 1378565 w 1378565"/>
              <a:gd name="connsiteY6" fmla="*/ 855360 h 950400"/>
              <a:gd name="connsiteX7" fmla="*/ 1350728 w 1378565"/>
              <a:gd name="connsiteY7" fmla="*/ 922563 h 950400"/>
              <a:gd name="connsiteX8" fmla="*/ 1283525 w 1378565"/>
              <a:gd name="connsiteY8" fmla="*/ 950400 h 950400"/>
              <a:gd name="connsiteX9" fmla="*/ 95040 w 1378565"/>
              <a:gd name="connsiteY9" fmla="*/ 950400 h 950400"/>
              <a:gd name="connsiteX10" fmla="*/ 27837 w 1378565"/>
              <a:gd name="connsiteY10" fmla="*/ 922563 h 950400"/>
              <a:gd name="connsiteX11" fmla="*/ 0 w 1378565"/>
              <a:gd name="connsiteY11" fmla="*/ 855360 h 950400"/>
              <a:gd name="connsiteX12" fmla="*/ 0 w 1378565"/>
              <a:gd name="connsiteY12" fmla="*/ 95040 h 95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950400">
                <a:moveTo>
                  <a:pt x="0" y="95040"/>
                </a:moveTo>
                <a:cubicBezTo>
                  <a:pt x="0" y="69834"/>
                  <a:pt x="10013" y="45660"/>
                  <a:pt x="27837" y="27837"/>
                </a:cubicBezTo>
                <a:cubicBezTo>
                  <a:pt x="45660" y="10014"/>
                  <a:pt x="69834" y="0"/>
                  <a:pt x="95040" y="1"/>
                </a:cubicBezTo>
                <a:lnTo>
                  <a:pt x="1283525" y="0"/>
                </a:lnTo>
                <a:cubicBezTo>
                  <a:pt x="1308731" y="0"/>
                  <a:pt x="1332905" y="10013"/>
                  <a:pt x="1350728" y="27837"/>
                </a:cubicBezTo>
                <a:cubicBezTo>
                  <a:pt x="1368551" y="45660"/>
                  <a:pt x="1378565" y="69834"/>
                  <a:pt x="1378564" y="95040"/>
                </a:cubicBezTo>
                <a:cubicBezTo>
                  <a:pt x="1378564" y="348480"/>
                  <a:pt x="1378565" y="601920"/>
                  <a:pt x="1378565" y="855360"/>
                </a:cubicBezTo>
                <a:cubicBezTo>
                  <a:pt x="1378565" y="880566"/>
                  <a:pt x="1368552" y="904740"/>
                  <a:pt x="1350728" y="922563"/>
                </a:cubicBezTo>
                <a:cubicBezTo>
                  <a:pt x="1332905" y="940386"/>
                  <a:pt x="1308731" y="950400"/>
                  <a:pt x="1283525" y="950400"/>
                </a:cubicBezTo>
                <a:lnTo>
                  <a:pt x="95040" y="950400"/>
                </a:lnTo>
                <a:cubicBezTo>
                  <a:pt x="69834" y="950400"/>
                  <a:pt x="45660" y="940387"/>
                  <a:pt x="27837" y="922563"/>
                </a:cubicBezTo>
                <a:cubicBezTo>
                  <a:pt x="10014" y="904740"/>
                  <a:pt x="0" y="880566"/>
                  <a:pt x="0" y="855360"/>
                </a:cubicBezTo>
                <a:lnTo>
                  <a:pt x="0" y="95040"/>
                </a:ln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6464" tIns="156464" rIns="156464" bIns="482794" numCol="1" spcCol="1270" anchor="t" anchorCtr="0">
            <a:noAutofit/>
          </a:bodyPr>
          <a:lstStyle/>
          <a:p>
            <a:pPr lvl="0" algn="l" defTabSz="977900">
              <a:lnSpc>
                <a:spcPct val="90000"/>
              </a:lnSpc>
              <a:spcBef>
                <a:spcPct val="0"/>
              </a:spcBef>
              <a:spcAft>
                <a:spcPct val="35000"/>
              </a:spcAft>
            </a:pPr>
            <a:endParaRPr lang="en-US" sz="2200" kern="1200" dirty="0"/>
          </a:p>
        </p:txBody>
      </p:sp>
      <p:sp>
        <p:nvSpPr>
          <p:cNvPr id="35" name="Freeform 34"/>
          <p:cNvSpPr/>
          <p:nvPr/>
        </p:nvSpPr>
        <p:spPr>
          <a:xfrm>
            <a:off x="2893615" y="2130682"/>
            <a:ext cx="1482546" cy="1362780"/>
          </a:xfrm>
          <a:custGeom>
            <a:avLst/>
            <a:gdLst>
              <a:gd name="connsiteX0" fmla="*/ 0 w 1378565"/>
              <a:gd name="connsiteY0" fmla="*/ 126720 h 1267200"/>
              <a:gd name="connsiteX1" fmla="*/ 37116 w 1378565"/>
              <a:gd name="connsiteY1" fmla="*/ 37115 h 1267200"/>
              <a:gd name="connsiteX2" fmla="*/ 126721 w 1378565"/>
              <a:gd name="connsiteY2" fmla="*/ 0 h 1267200"/>
              <a:gd name="connsiteX3" fmla="*/ 1251845 w 1378565"/>
              <a:gd name="connsiteY3" fmla="*/ 0 h 1267200"/>
              <a:gd name="connsiteX4" fmla="*/ 1341450 w 1378565"/>
              <a:gd name="connsiteY4" fmla="*/ 37116 h 1267200"/>
              <a:gd name="connsiteX5" fmla="*/ 1378565 w 1378565"/>
              <a:gd name="connsiteY5" fmla="*/ 126721 h 1267200"/>
              <a:gd name="connsiteX6" fmla="*/ 1378565 w 1378565"/>
              <a:gd name="connsiteY6" fmla="*/ 1140480 h 1267200"/>
              <a:gd name="connsiteX7" fmla="*/ 1341450 w 1378565"/>
              <a:gd name="connsiteY7" fmla="*/ 1230085 h 1267200"/>
              <a:gd name="connsiteX8" fmla="*/ 1251845 w 1378565"/>
              <a:gd name="connsiteY8" fmla="*/ 1267200 h 1267200"/>
              <a:gd name="connsiteX9" fmla="*/ 126720 w 1378565"/>
              <a:gd name="connsiteY9" fmla="*/ 1267200 h 1267200"/>
              <a:gd name="connsiteX10" fmla="*/ 37115 w 1378565"/>
              <a:gd name="connsiteY10" fmla="*/ 1230084 h 1267200"/>
              <a:gd name="connsiteX11" fmla="*/ 0 w 1378565"/>
              <a:gd name="connsiteY11" fmla="*/ 1140479 h 1267200"/>
              <a:gd name="connsiteX12" fmla="*/ 0 w 1378565"/>
              <a:gd name="connsiteY12" fmla="*/ 126720 h 1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1267200">
                <a:moveTo>
                  <a:pt x="0" y="126720"/>
                </a:moveTo>
                <a:cubicBezTo>
                  <a:pt x="0" y="93112"/>
                  <a:pt x="13351" y="60880"/>
                  <a:pt x="37116" y="37115"/>
                </a:cubicBezTo>
                <a:cubicBezTo>
                  <a:pt x="60881" y="13350"/>
                  <a:pt x="93112" y="0"/>
                  <a:pt x="126721" y="0"/>
                </a:cubicBezTo>
                <a:lnTo>
                  <a:pt x="1251845" y="0"/>
                </a:lnTo>
                <a:cubicBezTo>
                  <a:pt x="1285453" y="0"/>
                  <a:pt x="1317685" y="13351"/>
                  <a:pt x="1341450" y="37116"/>
                </a:cubicBezTo>
                <a:cubicBezTo>
                  <a:pt x="1365215" y="60881"/>
                  <a:pt x="1378565" y="93112"/>
                  <a:pt x="1378565" y="126721"/>
                </a:cubicBezTo>
                <a:lnTo>
                  <a:pt x="1378565" y="1140480"/>
                </a:lnTo>
                <a:cubicBezTo>
                  <a:pt x="1378565" y="1174088"/>
                  <a:pt x="1365214" y="1206320"/>
                  <a:pt x="1341450" y="1230085"/>
                </a:cubicBezTo>
                <a:cubicBezTo>
                  <a:pt x="1317685" y="1253850"/>
                  <a:pt x="1285454" y="1267200"/>
                  <a:pt x="1251845" y="1267200"/>
                </a:cubicBezTo>
                <a:lnTo>
                  <a:pt x="126720" y="1267200"/>
                </a:lnTo>
                <a:cubicBezTo>
                  <a:pt x="93112" y="1267200"/>
                  <a:pt x="60880" y="1253849"/>
                  <a:pt x="37115" y="1230084"/>
                </a:cubicBezTo>
                <a:cubicBezTo>
                  <a:pt x="13350" y="1206319"/>
                  <a:pt x="0" y="1174088"/>
                  <a:pt x="0" y="1140479"/>
                </a:cubicBezTo>
                <a:lnTo>
                  <a:pt x="0" y="126720"/>
                </a:lnTo>
                <a:close/>
              </a:path>
            </a:pathLst>
          </a:custGeom>
          <a:ln>
            <a:solidFill>
              <a:schemeClr val="accent2"/>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3579" tIns="193579" rIns="193579" bIns="193579" numCol="1" spcCol="1270" anchor="t" anchorCtr="0">
            <a:noAutofit/>
          </a:bodyPr>
          <a:lstStyle/>
          <a:p>
            <a:pPr marL="228600" lvl="1" indent="-228600" algn="l" defTabSz="977900">
              <a:lnSpc>
                <a:spcPct val="90000"/>
              </a:lnSpc>
              <a:spcBef>
                <a:spcPct val="0"/>
              </a:spcBef>
              <a:spcAft>
                <a:spcPct val="15000"/>
              </a:spcAft>
              <a:buChar char="••"/>
            </a:pPr>
            <a:endParaRPr lang="en-US" sz="2200" kern="1200" dirty="0"/>
          </a:p>
        </p:txBody>
      </p:sp>
      <p:sp>
        <p:nvSpPr>
          <p:cNvPr id="36" name="Freeform 35"/>
          <p:cNvSpPr/>
          <p:nvPr/>
        </p:nvSpPr>
        <p:spPr>
          <a:xfrm>
            <a:off x="4185032" y="1649616"/>
            <a:ext cx="476466" cy="369110"/>
          </a:xfrm>
          <a:custGeom>
            <a:avLst/>
            <a:gdLst>
              <a:gd name="connsiteX0" fmla="*/ 0 w 443049"/>
              <a:gd name="connsiteY0" fmla="*/ 68644 h 343222"/>
              <a:gd name="connsiteX1" fmla="*/ 271438 w 443049"/>
              <a:gd name="connsiteY1" fmla="*/ 68644 h 343222"/>
              <a:gd name="connsiteX2" fmla="*/ 271438 w 443049"/>
              <a:gd name="connsiteY2" fmla="*/ 0 h 343222"/>
              <a:gd name="connsiteX3" fmla="*/ 443049 w 443049"/>
              <a:gd name="connsiteY3" fmla="*/ 171611 h 343222"/>
              <a:gd name="connsiteX4" fmla="*/ 271438 w 443049"/>
              <a:gd name="connsiteY4" fmla="*/ 343222 h 343222"/>
              <a:gd name="connsiteX5" fmla="*/ 271438 w 443049"/>
              <a:gd name="connsiteY5" fmla="*/ 274578 h 343222"/>
              <a:gd name="connsiteX6" fmla="*/ 0 w 443049"/>
              <a:gd name="connsiteY6" fmla="*/ 274578 h 343222"/>
              <a:gd name="connsiteX7" fmla="*/ 0 w 443049"/>
              <a:gd name="connsiteY7" fmla="*/ 68644 h 34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049" h="343222">
                <a:moveTo>
                  <a:pt x="0" y="68644"/>
                </a:moveTo>
                <a:lnTo>
                  <a:pt x="271438" y="68644"/>
                </a:lnTo>
                <a:lnTo>
                  <a:pt x="271438" y="0"/>
                </a:lnTo>
                <a:lnTo>
                  <a:pt x="443049" y="171611"/>
                </a:lnTo>
                <a:lnTo>
                  <a:pt x="271438" y="343222"/>
                </a:lnTo>
                <a:lnTo>
                  <a:pt x="271438" y="274578"/>
                </a:lnTo>
                <a:lnTo>
                  <a:pt x="0" y="274578"/>
                </a:lnTo>
                <a:lnTo>
                  <a:pt x="0" y="68644"/>
                </a:lnTo>
                <a:close/>
              </a:path>
            </a:pathLst>
          </a:custGeom>
          <a:solidFill>
            <a:schemeClr val="accent2"/>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68644" rIns="102967" bIns="68644" numCol="1" spcCol="1270" anchor="ctr" anchorCtr="0">
            <a:noAutofit/>
          </a:bodyPr>
          <a:lstStyle/>
          <a:p>
            <a:pPr lvl="0" algn="ctr" defTabSz="666750">
              <a:lnSpc>
                <a:spcPct val="90000"/>
              </a:lnSpc>
              <a:spcBef>
                <a:spcPct val="0"/>
              </a:spcBef>
              <a:spcAft>
                <a:spcPct val="35000"/>
              </a:spcAft>
            </a:pPr>
            <a:endParaRPr lang="en-US" sz="1500" kern="1200" dirty="0"/>
          </a:p>
        </p:txBody>
      </p:sp>
      <p:sp>
        <p:nvSpPr>
          <p:cNvPr id="37" name="Freeform 36"/>
          <p:cNvSpPr/>
          <p:nvPr/>
        </p:nvSpPr>
        <p:spPr>
          <a:xfrm>
            <a:off x="4746164" y="1537662"/>
            <a:ext cx="1482546" cy="1022086"/>
          </a:xfrm>
          <a:custGeom>
            <a:avLst/>
            <a:gdLst>
              <a:gd name="connsiteX0" fmla="*/ 0 w 1378565"/>
              <a:gd name="connsiteY0" fmla="*/ 95040 h 950400"/>
              <a:gd name="connsiteX1" fmla="*/ 27837 w 1378565"/>
              <a:gd name="connsiteY1" fmla="*/ 27837 h 950400"/>
              <a:gd name="connsiteX2" fmla="*/ 95040 w 1378565"/>
              <a:gd name="connsiteY2" fmla="*/ 1 h 950400"/>
              <a:gd name="connsiteX3" fmla="*/ 1283525 w 1378565"/>
              <a:gd name="connsiteY3" fmla="*/ 0 h 950400"/>
              <a:gd name="connsiteX4" fmla="*/ 1350728 w 1378565"/>
              <a:gd name="connsiteY4" fmla="*/ 27837 h 950400"/>
              <a:gd name="connsiteX5" fmla="*/ 1378564 w 1378565"/>
              <a:gd name="connsiteY5" fmla="*/ 95040 h 950400"/>
              <a:gd name="connsiteX6" fmla="*/ 1378565 w 1378565"/>
              <a:gd name="connsiteY6" fmla="*/ 855360 h 950400"/>
              <a:gd name="connsiteX7" fmla="*/ 1350728 w 1378565"/>
              <a:gd name="connsiteY7" fmla="*/ 922563 h 950400"/>
              <a:gd name="connsiteX8" fmla="*/ 1283525 w 1378565"/>
              <a:gd name="connsiteY8" fmla="*/ 950400 h 950400"/>
              <a:gd name="connsiteX9" fmla="*/ 95040 w 1378565"/>
              <a:gd name="connsiteY9" fmla="*/ 950400 h 950400"/>
              <a:gd name="connsiteX10" fmla="*/ 27837 w 1378565"/>
              <a:gd name="connsiteY10" fmla="*/ 922563 h 950400"/>
              <a:gd name="connsiteX11" fmla="*/ 0 w 1378565"/>
              <a:gd name="connsiteY11" fmla="*/ 855360 h 950400"/>
              <a:gd name="connsiteX12" fmla="*/ 0 w 1378565"/>
              <a:gd name="connsiteY12" fmla="*/ 95040 h 95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950400">
                <a:moveTo>
                  <a:pt x="0" y="95040"/>
                </a:moveTo>
                <a:cubicBezTo>
                  <a:pt x="0" y="69834"/>
                  <a:pt x="10013" y="45660"/>
                  <a:pt x="27837" y="27837"/>
                </a:cubicBezTo>
                <a:cubicBezTo>
                  <a:pt x="45660" y="10014"/>
                  <a:pt x="69834" y="0"/>
                  <a:pt x="95040" y="1"/>
                </a:cubicBezTo>
                <a:lnTo>
                  <a:pt x="1283525" y="0"/>
                </a:lnTo>
                <a:cubicBezTo>
                  <a:pt x="1308731" y="0"/>
                  <a:pt x="1332905" y="10013"/>
                  <a:pt x="1350728" y="27837"/>
                </a:cubicBezTo>
                <a:cubicBezTo>
                  <a:pt x="1368551" y="45660"/>
                  <a:pt x="1378565" y="69834"/>
                  <a:pt x="1378564" y="95040"/>
                </a:cubicBezTo>
                <a:cubicBezTo>
                  <a:pt x="1378564" y="348480"/>
                  <a:pt x="1378565" y="601920"/>
                  <a:pt x="1378565" y="855360"/>
                </a:cubicBezTo>
                <a:cubicBezTo>
                  <a:pt x="1378565" y="880566"/>
                  <a:pt x="1368552" y="904740"/>
                  <a:pt x="1350728" y="922563"/>
                </a:cubicBezTo>
                <a:cubicBezTo>
                  <a:pt x="1332905" y="940386"/>
                  <a:pt x="1308731" y="950400"/>
                  <a:pt x="1283525" y="950400"/>
                </a:cubicBezTo>
                <a:lnTo>
                  <a:pt x="95040" y="950400"/>
                </a:lnTo>
                <a:cubicBezTo>
                  <a:pt x="69834" y="950400"/>
                  <a:pt x="45660" y="940387"/>
                  <a:pt x="27837" y="922563"/>
                </a:cubicBezTo>
                <a:cubicBezTo>
                  <a:pt x="10014" y="904740"/>
                  <a:pt x="0" y="880566"/>
                  <a:pt x="0" y="855360"/>
                </a:cubicBezTo>
                <a:lnTo>
                  <a:pt x="0" y="95040"/>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6464" tIns="156464" rIns="156464" bIns="482794" numCol="1" spcCol="1270" anchor="t" anchorCtr="0">
            <a:noAutofit/>
          </a:bodyPr>
          <a:lstStyle/>
          <a:p>
            <a:pPr lvl="0" algn="l" defTabSz="977900">
              <a:lnSpc>
                <a:spcPct val="90000"/>
              </a:lnSpc>
              <a:spcBef>
                <a:spcPct val="0"/>
              </a:spcBef>
              <a:spcAft>
                <a:spcPct val="35000"/>
              </a:spcAft>
            </a:pPr>
            <a:endParaRPr lang="en-US" sz="2200" kern="1200" dirty="0"/>
          </a:p>
        </p:txBody>
      </p:sp>
      <p:sp>
        <p:nvSpPr>
          <p:cNvPr id="38" name="Freeform 37"/>
          <p:cNvSpPr/>
          <p:nvPr/>
        </p:nvSpPr>
        <p:spPr>
          <a:xfrm>
            <a:off x="5049817" y="2130682"/>
            <a:ext cx="1482546" cy="1362780"/>
          </a:xfrm>
          <a:custGeom>
            <a:avLst/>
            <a:gdLst>
              <a:gd name="connsiteX0" fmla="*/ 0 w 1378565"/>
              <a:gd name="connsiteY0" fmla="*/ 126720 h 1267200"/>
              <a:gd name="connsiteX1" fmla="*/ 37116 w 1378565"/>
              <a:gd name="connsiteY1" fmla="*/ 37115 h 1267200"/>
              <a:gd name="connsiteX2" fmla="*/ 126721 w 1378565"/>
              <a:gd name="connsiteY2" fmla="*/ 0 h 1267200"/>
              <a:gd name="connsiteX3" fmla="*/ 1251845 w 1378565"/>
              <a:gd name="connsiteY3" fmla="*/ 0 h 1267200"/>
              <a:gd name="connsiteX4" fmla="*/ 1341450 w 1378565"/>
              <a:gd name="connsiteY4" fmla="*/ 37116 h 1267200"/>
              <a:gd name="connsiteX5" fmla="*/ 1378565 w 1378565"/>
              <a:gd name="connsiteY5" fmla="*/ 126721 h 1267200"/>
              <a:gd name="connsiteX6" fmla="*/ 1378565 w 1378565"/>
              <a:gd name="connsiteY6" fmla="*/ 1140480 h 1267200"/>
              <a:gd name="connsiteX7" fmla="*/ 1341450 w 1378565"/>
              <a:gd name="connsiteY7" fmla="*/ 1230085 h 1267200"/>
              <a:gd name="connsiteX8" fmla="*/ 1251845 w 1378565"/>
              <a:gd name="connsiteY8" fmla="*/ 1267200 h 1267200"/>
              <a:gd name="connsiteX9" fmla="*/ 126720 w 1378565"/>
              <a:gd name="connsiteY9" fmla="*/ 1267200 h 1267200"/>
              <a:gd name="connsiteX10" fmla="*/ 37115 w 1378565"/>
              <a:gd name="connsiteY10" fmla="*/ 1230084 h 1267200"/>
              <a:gd name="connsiteX11" fmla="*/ 0 w 1378565"/>
              <a:gd name="connsiteY11" fmla="*/ 1140479 h 1267200"/>
              <a:gd name="connsiteX12" fmla="*/ 0 w 1378565"/>
              <a:gd name="connsiteY12" fmla="*/ 126720 h 1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1267200">
                <a:moveTo>
                  <a:pt x="0" y="126720"/>
                </a:moveTo>
                <a:cubicBezTo>
                  <a:pt x="0" y="93112"/>
                  <a:pt x="13351" y="60880"/>
                  <a:pt x="37116" y="37115"/>
                </a:cubicBezTo>
                <a:cubicBezTo>
                  <a:pt x="60881" y="13350"/>
                  <a:pt x="93112" y="0"/>
                  <a:pt x="126721" y="0"/>
                </a:cubicBezTo>
                <a:lnTo>
                  <a:pt x="1251845" y="0"/>
                </a:lnTo>
                <a:cubicBezTo>
                  <a:pt x="1285453" y="0"/>
                  <a:pt x="1317685" y="13351"/>
                  <a:pt x="1341450" y="37116"/>
                </a:cubicBezTo>
                <a:cubicBezTo>
                  <a:pt x="1365215" y="60881"/>
                  <a:pt x="1378565" y="93112"/>
                  <a:pt x="1378565" y="126721"/>
                </a:cubicBezTo>
                <a:lnTo>
                  <a:pt x="1378565" y="1140480"/>
                </a:lnTo>
                <a:cubicBezTo>
                  <a:pt x="1378565" y="1174088"/>
                  <a:pt x="1365214" y="1206320"/>
                  <a:pt x="1341450" y="1230085"/>
                </a:cubicBezTo>
                <a:cubicBezTo>
                  <a:pt x="1317685" y="1253850"/>
                  <a:pt x="1285454" y="1267200"/>
                  <a:pt x="1251845" y="1267200"/>
                </a:cubicBezTo>
                <a:lnTo>
                  <a:pt x="126720" y="1267200"/>
                </a:lnTo>
                <a:cubicBezTo>
                  <a:pt x="93112" y="1267200"/>
                  <a:pt x="60880" y="1253849"/>
                  <a:pt x="37115" y="1230084"/>
                </a:cubicBezTo>
                <a:cubicBezTo>
                  <a:pt x="13350" y="1206319"/>
                  <a:pt x="0" y="1174088"/>
                  <a:pt x="0" y="1140479"/>
                </a:cubicBezTo>
                <a:lnTo>
                  <a:pt x="0" y="126720"/>
                </a:lnTo>
                <a:close/>
              </a:path>
            </a:pathLst>
          </a:custGeom>
          <a:ln>
            <a:solidFill>
              <a:schemeClr val="accent3"/>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3579" tIns="193579" rIns="193579" bIns="193579" numCol="1" spcCol="1270" anchor="t" anchorCtr="0">
            <a:noAutofit/>
          </a:bodyPr>
          <a:lstStyle/>
          <a:p>
            <a:pPr marL="228600" lvl="1" indent="-228600" algn="l" defTabSz="977900">
              <a:lnSpc>
                <a:spcPct val="90000"/>
              </a:lnSpc>
              <a:spcBef>
                <a:spcPct val="0"/>
              </a:spcBef>
              <a:spcAft>
                <a:spcPct val="15000"/>
              </a:spcAft>
              <a:buChar char="••"/>
            </a:pPr>
            <a:endParaRPr lang="en-US" sz="2200" kern="1200" dirty="0"/>
          </a:p>
        </p:txBody>
      </p:sp>
      <p:sp>
        <p:nvSpPr>
          <p:cNvPr id="43" name="Freeform 42"/>
          <p:cNvSpPr/>
          <p:nvPr/>
        </p:nvSpPr>
        <p:spPr>
          <a:xfrm>
            <a:off x="6357435" y="1649616"/>
            <a:ext cx="476466" cy="369110"/>
          </a:xfrm>
          <a:custGeom>
            <a:avLst/>
            <a:gdLst>
              <a:gd name="connsiteX0" fmla="*/ 0 w 443049"/>
              <a:gd name="connsiteY0" fmla="*/ 68644 h 343222"/>
              <a:gd name="connsiteX1" fmla="*/ 271438 w 443049"/>
              <a:gd name="connsiteY1" fmla="*/ 68644 h 343222"/>
              <a:gd name="connsiteX2" fmla="*/ 271438 w 443049"/>
              <a:gd name="connsiteY2" fmla="*/ 0 h 343222"/>
              <a:gd name="connsiteX3" fmla="*/ 443049 w 443049"/>
              <a:gd name="connsiteY3" fmla="*/ 171611 h 343222"/>
              <a:gd name="connsiteX4" fmla="*/ 271438 w 443049"/>
              <a:gd name="connsiteY4" fmla="*/ 343222 h 343222"/>
              <a:gd name="connsiteX5" fmla="*/ 271438 w 443049"/>
              <a:gd name="connsiteY5" fmla="*/ 274578 h 343222"/>
              <a:gd name="connsiteX6" fmla="*/ 0 w 443049"/>
              <a:gd name="connsiteY6" fmla="*/ 274578 h 343222"/>
              <a:gd name="connsiteX7" fmla="*/ 0 w 443049"/>
              <a:gd name="connsiteY7" fmla="*/ 68644 h 34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049" h="343222">
                <a:moveTo>
                  <a:pt x="0" y="68644"/>
                </a:moveTo>
                <a:lnTo>
                  <a:pt x="271438" y="68644"/>
                </a:lnTo>
                <a:lnTo>
                  <a:pt x="271438" y="0"/>
                </a:lnTo>
                <a:lnTo>
                  <a:pt x="443049" y="171611"/>
                </a:lnTo>
                <a:lnTo>
                  <a:pt x="271438" y="343222"/>
                </a:lnTo>
                <a:lnTo>
                  <a:pt x="271438" y="274578"/>
                </a:lnTo>
                <a:lnTo>
                  <a:pt x="0" y="274578"/>
                </a:lnTo>
                <a:lnTo>
                  <a:pt x="0" y="68644"/>
                </a:lnTo>
                <a:close/>
              </a:path>
            </a:pathLst>
          </a:custGeom>
          <a:solidFill>
            <a:schemeClr val="accent3"/>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68644" rIns="102967" bIns="68644" numCol="1" spcCol="1270" anchor="ctr" anchorCtr="0">
            <a:noAutofit/>
          </a:bodyPr>
          <a:lstStyle/>
          <a:p>
            <a:pPr lvl="0" algn="ctr" defTabSz="666750">
              <a:lnSpc>
                <a:spcPct val="90000"/>
              </a:lnSpc>
              <a:spcBef>
                <a:spcPct val="0"/>
              </a:spcBef>
              <a:spcAft>
                <a:spcPct val="35000"/>
              </a:spcAft>
            </a:pPr>
            <a:endParaRPr lang="en-US" sz="1500" kern="1200" dirty="0"/>
          </a:p>
        </p:txBody>
      </p:sp>
      <p:sp>
        <p:nvSpPr>
          <p:cNvPr id="44" name="Freeform 43"/>
          <p:cNvSpPr/>
          <p:nvPr/>
        </p:nvSpPr>
        <p:spPr>
          <a:xfrm>
            <a:off x="6933505" y="1537662"/>
            <a:ext cx="1482546" cy="1022086"/>
          </a:xfrm>
          <a:custGeom>
            <a:avLst/>
            <a:gdLst>
              <a:gd name="connsiteX0" fmla="*/ 0 w 1378565"/>
              <a:gd name="connsiteY0" fmla="*/ 95040 h 950400"/>
              <a:gd name="connsiteX1" fmla="*/ 27837 w 1378565"/>
              <a:gd name="connsiteY1" fmla="*/ 27837 h 950400"/>
              <a:gd name="connsiteX2" fmla="*/ 95040 w 1378565"/>
              <a:gd name="connsiteY2" fmla="*/ 1 h 950400"/>
              <a:gd name="connsiteX3" fmla="*/ 1283525 w 1378565"/>
              <a:gd name="connsiteY3" fmla="*/ 0 h 950400"/>
              <a:gd name="connsiteX4" fmla="*/ 1350728 w 1378565"/>
              <a:gd name="connsiteY4" fmla="*/ 27837 h 950400"/>
              <a:gd name="connsiteX5" fmla="*/ 1378564 w 1378565"/>
              <a:gd name="connsiteY5" fmla="*/ 95040 h 950400"/>
              <a:gd name="connsiteX6" fmla="*/ 1378565 w 1378565"/>
              <a:gd name="connsiteY6" fmla="*/ 855360 h 950400"/>
              <a:gd name="connsiteX7" fmla="*/ 1350728 w 1378565"/>
              <a:gd name="connsiteY7" fmla="*/ 922563 h 950400"/>
              <a:gd name="connsiteX8" fmla="*/ 1283525 w 1378565"/>
              <a:gd name="connsiteY8" fmla="*/ 950400 h 950400"/>
              <a:gd name="connsiteX9" fmla="*/ 95040 w 1378565"/>
              <a:gd name="connsiteY9" fmla="*/ 950400 h 950400"/>
              <a:gd name="connsiteX10" fmla="*/ 27837 w 1378565"/>
              <a:gd name="connsiteY10" fmla="*/ 922563 h 950400"/>
              <a:gd name="connsiteX11" fmla="*/ 0 w 1378565"/>
              <a:gd name="connsiteY11" fmla="*/ 855360 h 950400"/>
              <a:gd name="connsiteX12" fmla="*/ 0 w 1378565"/>
              <a:gd name="connsiteY12" fmla="*/ 95040 h 95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950400">
                <a:moveTo>
                  <a:pt x="0" y="95040"/>
                </a:moveTo>
                <a:cubicBezTo>
                  <a:pt x="0" y="69834"/>
                  <a:pt x="10013" y="45660"/>
                  <a:pt x="27837" y="27837"/>
                </a:cubicBezTo>
                <a:cubicBezTo>
                  <a:pt x="45660" y="10014"/>
                  <a:pt x="69834" y="0"/>
                  <a:pt x="95040" y="1"/>
                </a:cubicBezTo>
                <a:lnTo>
                  <a:pt x="1283525" y="0"/>
                </a:lnTo>
                <a:cubicBezTo>
                  <a:pt x="1308731" y="0"/>
                  <a:pt x="1332905" y="10013"/>
                  <a:pt x="1350728" y="27837"/>
                </a:cubicBezTo>
                <a:cubicBezTo>
                  <a:pt x="1368551" y="45660"/>
                  <a:pt x="1378565" y="69834"/>
                  <a:pt x="1378564" y="95040"/>
                </a:cubicBezTo>
                <a:cubicBezTo>
                  <a:pt x="1378564" y="348480"/>
                  <a:pt x="1378565" y="601920"/>
                  <a:pt x="1378565" y="855360"/>
                </a:cubicBezTo>
                <a:cubicBezTo>
                  <a:pt x="1378565" y="880566"/>
                  <a:pt x="1368552" y="904740"/>
                  <a:pt x="1350728" y="922563"/>
                </a:cubicBezTo>
                <a:cubicBezTo>
                  <a:pt x="1332905" y="940386"/>
                  <a:pt x="1308731" y="950400"/>
                  <a:pt x="1283525" y="950400"/>
                </a:cubicBezTo>
                <a:lnTo>
                  <a:pt x="95040" y="950400"/>
                </a:lnTo>
                <a:cubicBezTo>
                  <a:pt x="69834" y="950400"/>
                  <a:pt x="45660" y="940387"/>
                  <a:pt x="27837" y="922563"/>
                </a:cubicBezTo>
                <a:cubicBezTo>
                  <a:pt x="10014" y="904740"/>
                  <a:pt x="0" y="880566"/>
                  <a:pt x="0" y="855360"/>
                </a:cubicBezTo>
                <a:lnTo>
                  <a:pt x="0" y="95040"/>
                </a:ln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6464" tIns="156464" rIns="156464" bIns="482794" numCol="1" spcCol="1270" anchor="t" anchorCtr="0">
            <a:noAutofit/>
          </a:bodyPr>
          <a:lstStyle/>
          <a:p>
            <a:pPr lvl="0" algn="l" defTabSz="977900">
              <a:lnSpc>
                <a:spcPct val="90000"/>
              </a:lnSpc>
              <a:spcBef>
                <a:spcPct val="0"/>
              </a:spcBef>
              <a:spcAft>
                <a:spcPct val="35000"/>
              </a:spcAft>
            </a:pPr>
            <a:endParaRPr lang="en-US" sz="2200" kern="1200" dirty="0"/>
          </a:p>
        </p:txBody>
      </p:sp>
      <p:sp>
        <p:nvSpPr>
          <p:cNvPr id="46" name="Freeform 45"/>
          <p:cNvSpPr/>
          <p:nvPr/>
        </p:nvSpPr>
        <p:spPr>
          <a:xfrm>
            <a:off x="7237158" y="2130682"/>
            <a:ext cx="1482546" cy="1362780"/>
          </a:xfrm>
          <a:custGeom>
            <a:avLst/>
            <a:gdLst>
              <a:gd name="connsiteX0" fmla="*/ 0 w 1378565"/>
              <a:gd name="connsiteY0" fmla="*/ 126720 h 1267200"/>
              <a:gd name="connsiteX1" fmla="*/ 37116 w 1378565"/>
              <a:gd name="connsiteY1" fmla="*/ 37115 h 1267200"/>
              <a:gd name="connsiteX2" fmla="*/ 126721 w 1378565"/>
              <a:gd name="connsiteY2" fmla="*/ 0 h 1267200"/>
              <a:gd name="connsiteX3" fmla="*/ 1251845 w 1378565"/>
              <a:gd name="connsiteY3" fmla="*/ 0 h 1267200"/>
              <a:gd name="connsiteX4" fmla="*/ 1341450 w 1378565"/>
              <a:gd name="connsiteY4" fmla="*/ 37116 h 1267200"/>
              <a:gd name="connsiteX5" fmla="*/ 1378565 w 1378565"/>
              <a:gd name="connsiteY5" fmla="*/ 126721 h 1267200"/>
              <a:gd name="connsiteX6" fmla="*/ 1378565 w 1378565"/>
              <a:gd name="connsiteY6" fmla="*/ 1140480 h 1267200"/>
              <a:gd name="connsiteX7" fmla="*/ 1341450 w 1378565"/>
              <a:gd name="connsiteY7" fmla="*/ 1230085 h 1267200"/>
              <a:gd name="connsiteX8" fmla="*/ 1251845 w 1378565"/>
              <a:gd name="connsiteY8" fmla="*/ 1267200 h 1267200"/>
              <a:gd name="connsiteX9" fmla="*/ 126720 w 1378565"/>
              <a:gd name="connsiteY9" fmla="*/ 1267200 h 1267200"/>
              <a:gd name="connsiteX10" fmla="*/ 37115 w 1378565"/>
              <a:gd name="connsiteY10" fmla="*/ 1230084 h 1267200"/>
              <a:gd name="connsiteX11" fmla="*/ 0 w 1378565"/>
              <a:gd name="connsiteY11" fmla="*/ 1140479 h 1267200"/>
              <a:gd name="connsiteX12" fmla="*/ 0 w 1378565"/>
              <a:gd name="connsiteY12" fmla="*/ 126720 h 1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8565" h="1267200">
                <a:moveTo>
                  <a:pt x="0" y="126720"/>
                </a:moveTo>
                <a:cubicBezTo>
                  <a:pt x="0" y="93112"/>
                  <a:pt x="13351" y="60880"/>
                  <a:pt x="37116" y="37115"/>
                </a:cubicBezTo>
                <a:cubicBezTo>
                  <a:pt x="60881" y="13350"/>
                  <a:pt x="93112" y="0"/>
                  <a:pt x="126721" y="0"/>
                </a:cubicBezTo>
                <a:lnTo>
                  <a:pt x="1251845" y="0"/>
                </a:lnTo>
                <a:cubicBezTo>
                  <a:pt x="1285453" y="0"/>
                  <a:pt x="1317685" y="13351"/>
                  <a:pt x="1341450" y="37116"/>
                </a:cubicBezTo>
                <a:cubicBezTo>
                  <a:pt x="1365215" y="60881"/>
                  <a:pt x="1378565" y="93112"/>
                  <a:pt x="1378565" y="126721"/>
                </a:cubicBezTo>
                <a:lnTo>
                  <a:pt x="1378565" y="1140480"/>
                </a:lnTo>
                <a:cubicBezTo>
                  <a:pt x="1378565" y="1174088"/>
                  <a:pt x="1365214" y="1206320"/>
                  <a:pt x="1341450" y="1230085"/>
                </a:cubicBezTo>
                <a:cubicBezTo>
                  <a:pt x="1317685" y="1253850"/>
                  <a:pt x="1285454" y="1267200"/>
                  <a:pt x="1251845" y="1267200"/>
                </a:cubicBezTo>
                <a:lnTo>
                  <a:pt x="126720" y="1267200"/>
                </a:lnTo>
                <a:cubicBezTo>
                  <a:pt x="93112" y="1267200"/>
                  <a:pt x="60880" y="1253849"/>
                  <a:pt x="37115" y="1230084"/>
                </a:cubicBezTo>
                <a:cubicBezTo>
                  <a:pt x="13350" y="1206319"/>
                  <a:pt x="0" y="1174088"/>
                  <a:pt x="0" y="1140479"/>
                </a:cubicBezTo>
                <a:lnTo>
                  <a:pt x="0" y="126720"/>
                </a:lnTo>
                <a:close/>
              </a:path>
            </a:pathLst>
          </a:custGeom>
          <a:ln>
            <a:solidFill>
              <a:schemeClr val="accent4"/>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3579" tIns="193579" rIns="193579" bIns="193579" numCol="1" spcCol="1270" anchor="t" anchorCtr="0">
            <a:noAutofit/>
          </a:bodyPr>
          <a:lstStyle/>
          <a:p>
            <a:pPr marL="228600" lvl="1" indent="-228600" algn="l" defTabSz="977900">
              <a:lnSpc>
                <a:spcPct val="90000"/>
              </a:lnSpc>
              <a:spcBef>
                <a:spcPct val="0"/>
              </a:spcBef>
              <a:spcAft>
                <a:spcPct val="15000"/>
              </a:spcAft>
              <a:buChar char="••"/>
            </a:pPr>
            <a:endParaRPr lang="en-US" sz="2200" kern="1200" dirty="0"/>
          </a:p>
        </p:txBody>
      </p:sp>
      <p:sp>
        <p:nvSpPr>
          <p:cNvPr id="51" name="Freeform 66"/>
          <p:cNvSpPr>
            <a:spLocks noEditPoints="1"/>
          </p:cNvSpPr>
          <p:nvPr/>
        </p:nvSpPr>
        <p:spPr bwMode="auto">
          <a:xfrm>
            <a:off x="1318299" y="2568897"/>
            <a:ext cx="416372" cy="486350"/>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4"/>
          <p:cNvSpPr>
            <a:spLocks noEditPoints="1"/>
          </p:cNvSpPr>
          <p:nvPr/>
        </p:nvSpPr>
        <p:spPr bwMode="auto">
          <a:xfrm rot="5400000">
            <a:off x="3409497" y="2634360"/>
            <a:ext cx="450782" cy="355425"/>
          </a:xfrm>
          <a:custGeom>
            <a:avLst/>
            <a:gdLst/>
            <a:ahLst/>
            <a:cxnLst>
              <a:cxn ang="0">
                <a:pos x="72" y="54"/>
              </a:cxn>
              <a:cxn ang="0">
                <a:pos x="70" y="57"/>
              </a:cxn>
              <a:cxn ang="0">
                <a:pos x="3" y="57"/>
              </a:cxn>
              <a:cxn ang="0">
                <a:pos x="0" y="54"/>
              </a:cxn>
              <a:cxn ang="0">
                <a:pos x="0" y="49"/>
              </a:cxn>
              <a:cxn ang="0">
                <a:pos x="3" y="47"/>
              </a:cxn>
              <a:cxn ang="0">
                <a:pos x="70" y="47"/>
              </a:cxn>
              <a:cxn ang="0">
                <a:pos x="72" y="49"/>
              </a:cxn>
              <a:cxn ang="0">
                <a:pos x="72" y="54"/>
              </a:cxn>
              <a:cxn ang="0">
                <a:pos x="72" y="24"/>
              </a:cxn>
              <a:cxn ang="0">
                <a:pos x="70" y="26"/>
              </a:cxn>
              <a:cxn ang="0">
                <a:pos x="8" y="26"/>
              </a:cxn>
              <a:cxn ang="0">
                <a:pos x="6" y="24"/>
              </a:cxn>
              <a:cxn ang="0">
                <a:pos x="6" y="18"/>
              </a:cxn>
              <a:cxn ang="0">
                <a:pos x="8" y="16"/>
              </a:cxn>
              <a:cxn ang="0">
                <a:pos x="70" y="16"/>
              </a:cxn>
              <a:cxn ang="0">
                <a:pos x="72" y="18"/>
              </a:cxn>
              <a:cxn ang="0">
                <a:pos x="72" y="24"/>
              </a:cxn>
              <a:cxn ang="0">
                <a:pos x="72" y="39"/>
              </a:cxn>
              <a:cxn ang="0">
                <a:pos x="70" y="42"/>
              </a:cxn>
              <a:cxn ang="0">
                <a:pos x="18" y="42"/>
              </a:cxn>
              <a:cxn ang="0">
                <a:pos x="16" y="39"/>
              </a:cxn>
              <a:cxn ang="0">
                <a:pos x="16" y="34"/>
              </a:cxn>
              <a:cxn ang="0">
                <a:pos x="18" y="31"/>
              </a:cxn>
              <a:cxn ang="0">
                <a:pos x="70" y="31"/>
              </a:cxn>
              <a:cxn ang="0">
                <a:pos x="72" y="34"/>
              </a:cxn>
              <a:cxn ang="0">
                <a:pos x="72" y="39"/>
              </a:cxn>
              <a:cxn ang="0">
                <a:pos x="72" y="8"/>
              </a:cxn>
              <a:cxn ang="0">
                <a:pos x="70" y="11"/>
              </a:cxn>
              <a:cxn ang="0">
                <a:pos x="24" y="11"/>
              </a:cxn>
              <a:cxn ang="0">
                <a:pos x="21" y="8"/>
              </a:cxn>
              <a:cxn ang="0">
                <a:pos x="21" y="3"/>
              </a:cxn>
              <a:cxn ang="0">
                <a:pos x="24" y="0"/>
              </a:cxn>
              <a:cxn ang="0">
                <a:pos x="70" y="0"/>
              </a:cxn>
              <a:cxn ang="0">
                <a:pos x="72" y="3"/>
              </a:cxn>
              <a:cxn ang="0">
                <a:pos x="72" y="8"/>
              </a:cxn>
            </a:cxnLst>
            <a:rect l="0" t="0" r="r" b="b"/>
            <a:pathLst>
              <a:path w="72" h="57">
                <a:moveTo>
                  <a:pt x="72" y="54"/>
                </a:moveTo>
                <a:cubicBezTo>
                  <a:pt x="72" y="56"/>
                  <a:pt x="71" y="57"/>
                  <a:pt x="70" y="57"/>
                </a:cubicBezTo>
                <a:cubicBezTo>
                  <a:pt x="3" y="57"/>
                  <a:pt x="3" y="57"/>
                  <a:pt x="3" y="57"/>
                </a:cubicBezTo>
                <a:cubicBezTo>
                  <a:pt x="2" y="57"/>
                  <a:pt x="0" y="56"/>
                  <a:pt x="0" y="54"/>
                </a:cubicBezTo>
                <a:cubicBezTo>
                  <a:pt x="0" y="49"/>
                  <a:pt x="0" y="49"/>
                  <a:pt x="0" y="49"/>
                </a:cubicBezTo>
                <a:cubicBezTo>
                  <a:pt x="0" y="48"/>
                  <a:pt x="2" y="47"/>
                  <a:pt x="3" y="47"/>
                </a:cubicBezTo>
                <a:cubicBezTo>
                  <a:pt x="70" y="47"/>
                  <a:pt x="70" y="47"/>
                  <a:pt x="70" y="47"/>
                </a:cubicBezTo>
                <a:cubicBezTo>
                  <a:pt x="71" y="47"/>
                  <a:pt x="72" y="48"/>
                  <a:pt x="72" y="49"/>
                </a:cubicBezTo>
                <a:lnTo>
                  <a:pt x="72" y="54"/>
                </a:lnTo>
                <a:close/>
                <a:moveTo>
                  <a:pt x="72" y="24"/>
                </a:moveTo>
                <a:cubicBezTo>
                  <a:pt x="72" y="25"/>
                  <a:pt x="71" y="26"/>
                  <a:pt x="70" y="26"/>
                </a:cubicBezTo>
                <a:cubicBezTo>
                  <a:pt x="8" y="26"/>
                  <a:pt x="8" y="26"/>
                  <a:pt x="8" y="26"/>
                </a:cubicBezTo>
                <a:cubicBezTo>
                  <a:pt x="7" y="26"/>
                  <a:pt x="6" y="25"/>
                  <a:pt x="6" y="24"/>
                </a:cubicBezTo>
                <a:cubicBezTo>
                  <a:pt x="6" y="18"/>
                  <a:pt x="6" y="18"/>
                  <a:pt x="6" y="18"/>
                </a:cubicBezTo>
                <a:cubicBezTo>
                  <a:pt x="6" y="17"/>
                  <a:pt x="7" y="16"/>
                  <a:pt x="8" y="16"/>
                </a:cubicBezTo>
                <a:cubicBezTo>
                  <a:pt x="70" y="16"/>
                  <a:pt x="70" y="16"/>
                  <a:pt x="70" y="16"/>
                </a:cubicBezTo>
                <a:cubicBezTo>
                  <a:pt x="71" y="16"/>
                  <a:pt x="72" y="17"/>
                  <a:pt x="72" y="18"/>
                </a:cubicBezTo>
                <a:lnTo>
                  <a:pt x="72" y="24"/>
                </a:lnTo>
                <a:close/>
                <a:moveTo>
                  <a:pt x="72" y="39"/>
                </a:moveTo>
                <a:cubicBezTo>
                  <a:pt x="72" y="40"/>
                  <a:pt x="71" y="42"/>
                  <a:pt x="70" y="42"/>
                </a:cubicBezTo>
                <a:cubicBezTo>
                  <a:pt x="18" y="42"/>
                  <a:pt x="18" y="42"/>
                  <a:pt x="18" y="42"/>
                </a:cubicBezTo>
                <a:cubicBezTo>
                  <a:pt x="17" y="42"/>
                  <a:pt x="16" y="40"/>
                  <a:pt x="16" y="39"/>
                </a:cubicBezTo>
                <a:cubicBezTo>
                  <a:pt x="16" y="34"/>
                  <a:pt x="16" y="34"/>
                  <a:pt x="16" y="34"/>
                </a:cubicBezTo>
                <a:cubicBezTo>
                  <a:pt x="16" y="32"/>
                  <a:pt x="17" y="31"/>
                  <a:pt x="18" y="31"/>
                </a:cubicBezTo>
                <a:cubicBezTo>
                  <a:pt x="70" y="31"/>
                  <a:pt x="70" y="31"/>
                  <a:pt x="70" y="31"/>
                </a:cubicBezTo>
                <a:cubicBezTo>
                  <a:pt x="71" y="31"/>
                  <a:pt x="72" y="32"/>
                  <a:pt x="72" y="34"/>
                </a:cubicBezTo>
                <a:lnTo>
                  <a:pt x="72" y="39"/>
                </a:lnTo>
                <a:close/>
                <a:moveTo>
                  <a:pt x="72" y="8"/>
                </a:moveTo>
                <a:cubicBezTo>
                  <a:pt x="72" y="10"/>
                  <a:pt x="71" y="11"/>
                  <a:pt x="70" y="11"/>
                </a:cubicBezTo>
                <a:cubicBezTo>
                  <a:pt x="24" y="11"/>
                  <a:pt x="24" y="11"/>
                  <a:pt x="24" y="11"/>
                </a:cubicBezTo>
                <a:cubicBezTo>
                  <a:pt x="22" y="11"/>
                  <a:pt x="21" y="10"/>
                  <a:pt x="21" y="8"/>
                </a:cubicBezTo>
                <a:cubicBezTo>
                  <a:pt x="21" y="3"/>
                  <a:pt x="21" y="3"/>
                  <a:pt x="21" y="3"/>
                </a:cubicBezTo>
                <a:cubicBezTo>
                  <a:pt x="21" y="2"/>
                  <a:pt x="22" y="0"/>
                  <a:pt x="24" y="0"/>
                </a:cubicBezTo>
                <a:cubicBezTo>
                  <a:pt x="70" y="0"/>
                  <a:pt x="70" y="0"/>
                  <a:pt x="70" y="0"/>
                </a:cubicBezTo>
                <a:cubicBezTo>
                  <a:pt x="71" y="0"/>
                  <a:pt x="72" y="2"/>
                  <a:pt x="72" y="3"/>
                </a:cubicBezTo>
                <a:lnTo>
                  <a:pt x="72" y="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
          <p:cNvSpPr>
            <a:spLocks noEditPoints="1"/>
          </p:cNvSpPr>
          <p:nvPr/>
        </p:nvSpPr>
        <p:spPr bwMode="auto">
          <a:xfrm>
            <a:off x="5567505" y="2586699"/>
            <a:ext cx="447170" cy="450746"/>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155"/>
          <p:cNvSpPr>
            <a:spLocks/>
          </p:cNvSpPr>
          <p:nvPr/>
        </p:nvSpPr>
        <p:spPr bwMode="auto">
          <a:xfrm>
            <a:off x="7852600" y="2629052"/>
            <a:ext cx="366040" cy="366040"/>
          </a:xfrm>
          <a:custGeom>
            <a:avLst/>
            <a:gdLst/>
            <a:ahLst/>
            <a:cxnLst>
              <a:cxn ang="0">
                <a:pos x="31" y="62"/>
              </a:cxn>
              <a:cxn ang="0">
                <a:pos x="8" y="51"/>
              </a:cxn>
              <a:cxn ang="0">
                <a:pos x="8" y="49"/>
              </a:cxn>
              <a:cxn ang="0">
                <a:pos x="13" y="44"/>
              </a:cxn>
              <a:cxn ang="0">
                <a:pos x="14" y="43"/>
              </a:cxn>
              <a:cxn ang="0">
                <a:pos x="15" y="44"/>
              </a:cxn>
              <a:cxn ang="0">
                <a:pos x="31" y="52"/>
              </a:cxn>
              <a:cxn ang="0">
                <a:pos x="52" y="31"/>
              </a:cxn>
              <a:cxn ang="0">
                <a:pos x="31" y="11"/>
              </a:cxn>
              <a:cxn ang="0">
                <a:pos x="17" y="16"/>
              </a:cxn>
              <a:cxn ang="0">
                <a:pos x="23" y="22"/>
              </a:cxn>
              <a:cxn ang="0">
                <a:pos x="23" y="25"/>
              </a:cxn>
              <a:cxn ang="0">
                <a:pos x="21" y="26"/>
              </a:cxn>
              <a:cxn ang="0">
                <a:pos x="3" y="26"/>
              </a:cxn>
              <a:cxn ang="0">
                <a:pos x="0" y="24"/>
              </a:cxn>
              <a:cxn ang="0">
                <a:pos x="0" y="6"/>
              </a:cxn>
              <a:cxn ang="0">
                <a:pos x="2" y="3"/>
              </a:cxn>
              <a:cxn ang="0">
                <a:pos x="5" y="4"/>
              </a:cxn>
              <a:cxn ang="0">
                <a:pos x="10" y="9"/>
              </a:cxn>
              <a:cxn ang="0">
                <a:pos x="31" y="0"/>
              </a:cxn>
              <a:cxn ang="0">
                <a:pos x="62" y="31"/>
              </a:cxn>
              <a:cxn ang="0">
                <a:pos x="31" y="62"/>
              </a:cxn>
            </a:cxnLst>
            <a:rect l="0" t="0" r="r" b="b"/>
            <a:pathLst>
              <a:path w="62" h="62">
                <a:moveTo>
                  <a:pt x="31" y="62"/>
                </a:moveTo>
                <a:cubicBezTo>
                  <a:pt x="22" y="62"/>
                  <a:pt x="13" y="58"/>
                  <a:pt x="8" y="51"/>
                </a:cubicBezTo>
                <a:cubicBezTo>
                  <a:pt x="7" y="50"/>
                  <a:pt x="7" y="50"/>
                  <a:pt x="8" y="49"/>
                </a:cubicBezTo>
                <a:cubicBezTo>
                  <a:pt x="13" y="44"/>
                  <a:pt x="13" y="44"/>
                  <a:pt x="13" y="44"/>
                </a:cubicBezTo>
                <a:cubicBezTo>
                  <a:pt x="13" y="44"/>
                  <a:pt x="14" y="43"/>
                  <a:pt x="14" y="43"/>
                </a:cubicBezTo>
                <a:cubicBezTo>
                  <a:pt x="15" y="43"/>
                  <a:pt x="15" y="44"/>
                  <a:pt x="15" y="44"/>
                </a:cubicBezTo>
                <a:cubicBezTo>
                  <a:pt x="19" y="49"/>
                  <a:pt x="25" y="52"/>
                  <a:pt x="31" y="52"/>
                </a:cubicBezTo>
                <a:cubicBezTo>
                  <a:pt x="43" y="52"/>
                  <a:pt x="52" y="43"/>
                  <a:pt x="52" y="31"/>
                </a:cubicBezTo>
                <a:cubicBezTo>
                  <a:pt x="52" y="20"/>
                  <a:pt x="43" y="11"/>
                  <a:pt x="31" y="11"/>
                </a:cubicBezTo>
                <a:cubicBezTo>
                  <a:pt x="26" y="11"/>
                  <a:pt x="21" y="13"/>
                  <a:pt x="17" y="16"/>
                </a:cubicBezTo>
                <a:cubicBezTo>
                  <a:pt x="23" y="22"/>
                  <a:pt x="23" y="22"/>
                  <a:pt x="23" y="22"/>
                </a:cubicBezTo>
                <a:cubicBezTo>
                  <a:pt x="24" y="23"/>
                  <a:pt x="24" y="24"/>
                  <a:pt x="23" y="25"/>
                </a:cubicBezTo>
                <a:cubicBezTo>
                  <a:pt x="23" y="26"/>
                  <a:pt x="22" y="26"/>
                  <a:pt x="21" y="26"/>
                </a:cubicBezTo>
                <a:cubicBezTo>
                  <a:pt x="3" y="26"/>
                  <a:pt x="3" y="26"/>
                  <a:pt x="3" y="26"/>
                </a:cubicBezTo>
                <a:cubicBezTo>
                  <a:pt x="2" y="26"/>
                  <a:pt x="0" y="25"/>
                  <a:pt x="0" y="24"/>
                </a:cubicBezTo>
                <a:cubicBezTo>
                  <a:pt x="0" y="6"/>
                  <a:pt x="0" y="6"/>
                  <a:pt x="0" y="6"/>
                </a:cubicBezTo>
                <a:cubicBezTo>
                  <a:pt x="0" y="5"/>
                  <a:pt x="1" y="4"/>
                  <a:pt x="2" y="3"/>
                </a:cubicBezTo>
                <a:cubicBezTo>
                  <a:pt x="3" y="3"/>
                  <a:pt x="4" y="3"/>
                  <a:pt x="5" y="4"/>
                </a:cubicBezTo>
                <a:cubicBezTo>
                  <a:pt x="10" y="9"/>
                  <a:pt x="10" y="9"/>
                  <a:pt x="10" y="9"/>
                </a:cubicBezTo>
                <a:cubicBezTo>
                  <a:pt x="16" y="4"/>
                  <a:pt x="23" y="0"/>
                  <a:pt x="31" y="0"/>
                </a:cubicBezTo>
                <a:cubicBezTo>
                  <a:pt x="48" y="0"/>
                  <a:pt x="62" y="14"/>
                  <a:pt x="62" y="31"/>
                </a:cubicBezTo>
                <a:cubicBezTo>
                  <a:pt x="62" y="48"/>
                  <a:pt x="48" y="62"/>
                  <a:pt x="31" y="6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TextBox 54"/>
          <p:cNvSpPr txBox="1"/>
          <p:nvPr/>
        </p:nvSpPr>
        <p:spPr>
          <a:xfrm>
            <a:off x="2415037" y="4068183"/>
            <a:ext cx="929742" cy="138499"/>
          </a:xfrm>
          <a:prstGeom prst="rect">
            <a:avLst/>
          </a:prstGeom>
          <a:noFill/>
        </p:spPr>
        <p:txBody>
          <a:bodyPr wrap="none" lIns="0" tIns="0" rIns="0" bIns="0" rtlCol="0" anchor="t">
            <a:spAutoFit/>
          </a:bodyPr>
          <a:lstStyle/>
          <a:p>
            <a:r>
              <a:rPr lang="en-US" sz="900" b="1" dirty="0">
                <a:solidFill>
                  <a:schemeClr val="tx1">
                    <a:lumMod val="75000"/>
                    <a:lumOff val="25000"/>
                  </a:schemeClr>
                </a:solidFill>
              </a:rPr>
              <a:t>CONSTRUCTION</a:t>
            </a:r>
          </a:p>
        </p:txBody>
      </p:sp>
      <p:sp>
        <p:nvSpPr>
          <p:cNvPr id="57" name="Oval 56"/>
          <p:cNvSpPr>
            <a:spLocks noChangeAspect="1"/>
          </p:cNvSpPr>
          <p:nvPr/>
        </p:nvSpPr>
        <p:spPr>
          <a:xfrm>
            <a:off x="2195802" y="4047901"/>
            <a:ext cx="200183" cy="19445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TextBox 59"/>
          <p:cNvSpPr txBox="1"/>
          <p:nvPr/>
        </p:nvSpPr>
        <p:spPr>
          <a:xfrm>
            <a:off x="3768419" y="4068183"/>
            <a:ext cx="583493" cy="138499"/>
          </a:xfrm>
          <a:prstGeom prst="rect">
            <a:avLst/>
          </a:prstGeom>
          <a:noFill/>
        </p:spPr>
        <p:txBody>
          <a:bodyPr wrap="none" lIns="0" tIns="0" rIns="0" bIns="0" rtlCol="0" anchor="t">
            <a:spAutoFit/>
          </a:bodyPr>
          <a:lstStyle/>
          <a:p>
            <a:r>
              <a:rPr lang="en-US" sz="900" b="1" dirty="0">
                <a:solidFill>
                  <a:schemeClr val="tx1">
                    <a:lumMod val="75000"/>
                    <a:lumOff val="25000"/>
                  </a:schemeClr>
                </a:solidFill>
              </a:rPr>
              <a:t>ANALYSIS</a:t>
            </a:r>
          </a:p>
        </p:txBody>
      </p:sp>
      <p:sp>
        <p:nvSpPr>
          <p:cNvPr id="62" name="Oval 61"/>
          <p:cNvSpPr>
            <a:spLocks noChangeAspect="1"/>
          </p:cNvSpPr>
          <p:nvPr/>
        </p:nvSpPr>
        <p:spPr>
          <a:xfrm>
            <a:off x="3548794" y="4047901"/>
            <a:ext cx="200183" cy="1944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TextBox 63"/>
          <p:cNvSpPr txBox="1"/>
          <p:nvPr/>
        </p:nvSpPr>
        <p:spPr>
          <a:xfrm>
            <a:off x="4814833" y="4075878"/>
            <a:ext cx="859210" cy="138499"/>
          </a:xfrm>
          <a:prstGeom prst="rect">
            <a:avLst/>
          </a:prstGeom>
          <a:noFill/>
        </p:spPr>
        <p:txBody>
          <a:bodyPr wrap="none" lIns="0" tIns="0" rIns="0" bIns="0" rtlCol="0" anchor="t">
            <a:spAutoFit/>
          </a:bodyPr>
          <a:lstStyle/>
          <a:p>
            <a:r>
              <a:rPr lang="en-US" sz="900" b="1" dirty="0">
                <a:solidFill>
                  <a:schemeClr val="tx1">
                    <a:lumMod val="75000"/>
                    <a:lumOff val="25000"/>
                  </a:schemeClr>
                </a:solidFill>
              </a:rPr>
              <a:t>IMPROVEMENT</a:t>
            </a:r>
          </a:p>
        </p:txBody>
      </p:sp>
      <p:sp>
        <p:nvSpPr>
          <p:cNvPr id="65" name="Oval 64"/>
          <p:cNvSpPr>
            <a:spLocks noChangeAspect="1"/>
          </p:cNvSpPr>
          <p:nvPr/>
        </p:nvSpPr>
        <p:spPr>
          <a:xfrm>
            <a:off x="4557689" y="4047901"/>
            <a:ext cx="200183" cy="1944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TextBox 65"/>
          <p:cNvSpPr txBox="1"/>
          <p:nvPr/>
        </p:nvSpPr>
        <p:spPr>
          <a:xfrm>
            <a:off x="5944748" y="4075878"/>
            <a:ext cx="1090042" cy="138499"/>
          </a:xfrm>
          <a:prstGeom prst="rect">
            <a:avLst/>
          </a:prstGeom>
          <a:noFill/>
        </p:spPr>
        <p:txBody>
          <a:bodyPr wrap="none" lIns="0" tIns="0" rIns="0" bIns="0" rtlCol="0" anchor="t">
            <a:spAutoFit/>
          </a:bodyPr>
          <a:lstStyle/>
          <a:p>
            <a:r>
              <a:rPr lang="en-US" sz="900" b="1" dirty="0">
                <a:solidFill>
                  <a:schemeClr val="tx1">
                    <a:lumMod val="75000"/>
                    <a:lumOff val="25000"/>
                  </a:schemeClr>
                </a:solidFill>
              </a:rPr>
              <a:t>RECONSTRUCTION</a:t>
            </a:r>
          </a:p>
        </p:txBody>
      </p:sp>
      <p:sp>
        <p:nvSpPr>
          <p:cNvPr id="67" name="Oval 66"/>
          <p:cNvSpPr>
            <a:spLocks noChangeAspect="1"/>
          </p:cNvSpPr>
          <p:nvPr/>
        </p:nvSpPr>
        <p:spPr>
          <a:xfrm>
            <a:off x="5723585" y="4047901"/>
            <a:ext cx="200183" cy="19445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Text Placeholder 3"/>
          <p:cNvSpPr txBox="1">
            <a:spLocks/>
          </p:cNvSpPr>
          <p:nvPr/>
        </p:nvSpPr>
        <p:spPr>
          <a:xfrm>
            <a:off x="3022658" y="1683955"/>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30%</a:t>
            </a:r>
          </a:p>
        </p:txBody>
      </p:sp>
      <p:sp>
        <p:nvSpPr>
          <p:cNvPr id="80" name="Text Placeholder 3"/>
          <p:cNvSpPr txBox="1">
            <a:spLocks/>
          </p:cNvSpPr>
          <p:nvPr/>
        </p:nvSpPr>
        <p:spPr>
          <a:xfrm>
            <a:off x="914252" y="1683955"/>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50%</a:t>
            </a:r>
          </a:p>
        </p:txBody>
      </p:sp>
      <p:sp>
        <p:nvSpPr>
          <p:cNvPr id="81" name="Text Placeholder 3"/>
          <p:cNvSpPr txBox="1">
            <a:spLocks/>
          </p:cNvSpPr>
          <p:nvPr/>
        </p:nvSpPr>
        <p:spPr>
          <a:xfrm>
            <a:off x="5178859" y="1650038"/>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60%</a:t>
            </a:r>
          </a:p>
        </p:txBody>
      </p:sp>
      <p:sp>
        <p:nvSpPr>
          <p:cNvPr id="82" name="Text Placeholder 3"/>
          <p:cNvSpPr txBox="1">
            <a:spLocks/>
          </p:cNvSpPr>
          <p:nvPr/>
        </p:nvSpPr>
        <p:spPr>
          <a:xfrm>
            <a:off x="7366200" y="1650038"/>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70%</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ppt_w</p:attrName>
                                        </p:attrNameLst>
                                      </p:cBhvr>
                                      <p:tavLst>
                                        <p:tav tm="0">
                                          <p:val>
                                            <p:fltVal val="0"/>
                                          </p:val>
                                        </p:tav>
                                        <p:tav tm="100000">
                                          <p:val>
                                            <p:strVal val="#ppt_w"/>
                                          </p:val>
                                        </p:tav>
                                      </p:tavLst>
                                    </p:anim>
                                    <p:anim calcmode="lin" valueType="num">
                                      <p:cBhvr>
                                        <p:cTn id="8" dur="500" fill="hold"/>
                                        <p:tgtEl>
                                          <p:spTgt spid="32"/>
                                        </p:tgtEl>
                                        <p:attrNameLst>
                                          <p:attrName>ppt_h</p:attrName>
                                        </p:attrNameLst>
                                      </p:cBhvr>
                                      <p:tavLst>
                                        <p:tav tm="0">
                                          <p:val>
                                            <p:fltVal val="0"/>
                                          </p:val>
                                        </p:tav>
                                        <p:tav tm="100000">
                                          <p:val>
                                            <p:strVal val="#ppt_h"/>
                                          </p:val>
                                        </p:tav>
                                      </p:tavLst>
                                    </p:anim>
                                    <p:animEffect transition="in" filter="fade">
                                      <p:cBhvr>
                                        <p:cTn id="9" dur="500"/>
                                        <p:tgtEl>
                                          <p:spTgt spid="32"/>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p:cTn id="13" dur="500" fill="hold"/>
                                        <p:tgtEl>
                                          <p:spTgt spid="51"/>
                                        </p:tgtEl>
                                        <p:attrNameLst>
                                          <p:attrName>ppt_w</p:attrName>
                                        </p:attrNameLst>
                                      </p:cBhvr>
                                      <p:tavLst>
                                        <p:tav tm="0">
                                          <p:val>
                                            <p:fltVal val="0"/>
                                          </p:val>
                                        </p:tav>
                                        <p:tav tm="100000">
                                          <p:val>
                                            <p:strVal val="#ppt_w"/>
                                          </p:val>
                                        </p:tav>
                                      </p:tavLst>
                                    </p:anim>
                                    <p:anim calcmode="lin" valueType="num">
                                      <p:cBhvr>
                                        <p:cTn id="14" dur="500" fill="hold"/>
                                        <p:tgtEl>
                                          <p:spTgt spid="51"/>
                                        </p:tgtEl>
                                        <p:attrNameLst>
                                          <p:attrName>ppt_h</p:attrName>
                                        </p:attrNameLst>
                                      </p:cBhvr>
                                      <p:tavLst>
                                        <p:tav tm="0">
                                          <p:val>
                                            <p:fltVal val="0"/>
                                          </p:val>
                                        </p:tav>
                                        <p:tav tm="100000">
                                          <p:val>
                                            <p:strVal val="#ppt_h"/>
                                          </p:val>
                                        </p:tav>
                                      </p:tavLst>
                                    </p:anim>
                                    <p:animEffect transition="in" filter="fade">
                                      <p:cBhvr>
                                        <p:cTn id="15" dur="500"/>
                                        <p:tgtEl>
                                          <p:spTgt spid="51"/>
                                        </p:tgtEl>
                                      </p:cBhvr>
                                    </p:animEffect>
                                  </p:childTnLst>
                                </p:cTn>
                              </p:par>
                            </p:childTnLst>
                          </p:cTn>
                        </p:par>
                        <p:par>
                          <p:cTn id="16" fill="hold">
                            <p:stCondLst>
                              <p:cond delay="1000"/>
                            </p:stCondLst>
                            <p:childTnLst>
                              <p:par>
                                <p:cTn id="17" presetID="2" presetClass="entr" presetSubtype="1" accel="50000" decel="50000" fill="hold" grpId="0" nodeType="after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ppt_x"/>
                                          </p:val>
                                        </p:tav>
                                        <p:tav tm="100000">
                                          <p:val>
                                            <p:strVal val="#ppt_x"/>
                                          </p:val>
                                        </p:tav>
                                      </p:tavLst>
                                    </p:anim>
                                    <p:anim calcmode="lin" valueType="num">
                                      <p:cBhvr additive="base">
                                        <p:cTn id="20" dur="500" fill="hold"/>
                                        <p:tgtEl>
                                          <p:spTgt spid="31"/>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53" presetClass="entr" presetSubtype="0" fill="hold" grpId="0" nodeType="afterEffect">
                                  <p:stCondLst>
                                    <p:cond delay="0"/>
                                  </p:stCondLst>
                                  <p:childTnLst>
                                    <p:set>
                                      <p:cBhvr>
                                        <p:cTn id="23" dur="1" fill="hold">
                                          <p:stCondLst>
                                            <p:cond delay="0"/>
                                          </p:stCondLst>
                                        </p:cTn>
                                        <p:tgtEl>
                                          <p:spTgt spid="80"/>
                                        </p:tgtEl>
                                        <p:attrNameLst>
                                          <p:attrName>style.visibility</p:attrName>
                                        </p:attrNameLst>
                                      </p:cBhvr>
                                      <p:to>
                                        <p:strVal val="visible"/>
                                      </p:to>
                                    </p:set>
                                    <p:anim calcmode="lin" valueType="num">
                                      <p:cBhvr>
                                        <p:cTn id="24" dur="500" fill="hold"/>
                                        <p:tgtEl>
                                          <p:spTgt spid="80"/>
                                        </p:tgtEl>
                                        <p:attrNameLst>
                                          <p:attrName>ppt_w</p:attrName>
                                        </p:attrNameLst>
                                      </p:cBhvr>
                                      <p:tavLst>
                                        <p:tav tm="0">
                                          <p:val>
                                            <p:fltVal val="0"/>
                                          </p:val>
                                        </p:tav>
                                        <p:tav tm="100000">
                                          <p:val>
                                            <p:strVal val="#ppt_w"/>
                                          </p:val>
                                        </p:tav>
                                      </p:tavLst>
                                    </p:anim>
                                    <p:anim calcmode="lin" valueType="num">
                                      <p:cBhvr>
                                        <p:cTn id="25" dur="500" fill="hold"/>
                                        <p:tgtEl>
                                          <p:spTgt spid="80"/>
                                        </p:tgtEl>
                                        <p:attrNameLst>
                                          <p:attrName>ppt_h</p:attrName>
                                        </p:attrNameLst>
                                      </p:cBhvr>
                                      <p:tavLst>
                                        <p:tav tm="0">
                                          <p:val>
                                            <p:fltVal val="0"/>
                                          </p:val>
                                        </p:tav>
                                        <p:tav tm="100000">
                                          <p:val>
                                            <p:strVal val="#ppt_h"/>
                                          </p:val>
                                        </p:tav>
                                      </p:tavLst>
                                    </p:anim>
                                    <p:animEffect transition="in" filter="fade">
                                      <p:cBhvr>
                                        <p:cTn id="26" dur="500"/>
                                        <p:tgtEl>
                                          <p:spTgt spid="80"/>
                                        </p:tgtEl>
                                      </p:cBhvr>
                                    </p:animEffect>
                                  </p:childTnLst>
                                </p:cTn>
                              </p:par>
                            </p:childTnLst>
                          </p:cTn>
                        </p:par>
                        <p:par>
                          <p:cTn id="27" fill="hold">
                            <p:stCondLst>
                              <p:cond delay="2000"/>
                            </p:stCondLst>
                            <p:childTnLst>
                              <p:par>
                                <p:cTn id="28" presetID="12" presetClass="entr" presetSubtype="8" fill="hold" grpId="0"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slide(fromLeft)">
                                      <p:cBhvr>
                                        <p:cTn id="30" dur="500"/>
                                        <p:tgtEl>
                                          <p:spTgt spid="33"/>
                                        </p:tgtEl>
                                      </p:cBhvr>
                                    </p:animEffect>
                                  </p:childTnLst>
                                </p:cTn>
                              </p:par>
                            </p:childTnLst>
                          </p:cTn>
                        </p:par>
                        <p:par>
                          <p:cTn id="31" fill="hold">
                            <p:stCondLst>
                              <p:cond delay="2500"/>
                            </p:stCondLst>
                            <p:childTnLst>
                              <p:par>
                                <p:cTn id="32" presetID="53" presetClass="entr" presetSubtype="0" fill="hold" grpId="0" nodeType="afterEffect">
                                  <p:stCondLst>
                                    <p:cond delay="0"/>
                                  </p:stCondLst>
                                  <p:childTnLst>
                                    <p:set>
                                      <p:cBhvr>
                                        <p:cTn id="33" dur="1" fill="hold">
                                          <p:stCondLst>
                                            <p:cond delay="0"/>
                                          </p:stCondLst>
                                        </p:cTn>
                                        <p:tgtEl>
                                          <p:spTgt spid="35"/>
                                        </p:tgtEl>
                                        <p:attrNameLst>
                                          <p:attrName>style.visibility</p:attrName>
                                        </p:attrNameLst>
                                      </p:cBhvr>
                                      <p:to>
                                        <p:strVal val="visible"/>
                                      </p:to>
                                    </p:set>
                                    <p:anim calcmode="lin" valueType="num">
                                      <p:cBhvr>
                                        <p:cTn id="34" dur="500" fill="hold"/>
                                        <p:tgtEl>
                                          <p:spTgt spid="35"/>
                                        </p:tgtEl>
                                        <p:attrNameLst>
                                          <p:attrName>ppt_w</p:attrName>
                                        </p:attrNameLst>
                                      </p:cBhvr>
                                      <p:tavLst>
                                        <p:tav tm="0">
                                          <p:val>
                                            <p:fltVal val="0"/>
                                          </p:val>
                                        </p:tav>
                                        <p:tav tm="100000">
                                          <p:val>
                                            <p:strVal val="#ppt_w"/>
                                          </p:val>
                                        </p:tav>
                                      </p:tavLst>
                                    </p:anim>
                                    <p:anim calcmode="lin" valueType="num">
                                      <p:cBhvr>
                                        <p:cTn id="35" dur="500" fill="hold"/>
                                        <p:tgtEl>
                                          <p:spTgt spid="35"/>
                                        </p:tgtEl>
                                        <p:attrNameLst>
                                          <p:attrName>ppt_h</p:attrName>
                                        </p:attrNameLst>
                                      </p:cBhvr>
                                      <p:tavLst>
                                        <p:tav tm="0">
                                          <p:val>
                                            <p:fltVal val="0"/>
                                          </p:val>
                                        </p:tav>
                                        <p:tav tm="100000">
                                          <p:val>
                                            <p:strVal val="#ppt_h"/>
                                          </p:val>
                                        </p:tav>
                                      </p:tavLst>
                                    </p:anim>
                                    <p:animEffect transition="in" filter="fade">
                                      <p:cBhvr>
                                        <p:cTn id="36" dur="500"/>
                                        <p:tgtEl>
                                          <p:spTgt spid="35"/>
                                        </p:tgtEl>
                                      </p:cBhvr>
                                    </p:animEffect>
                                  </p:childTnLst>
                                </p:cTn>
                              </p:par>
                            </p:childTnLst>
                          </p:cTn>
                        </p:par>
                        <p:par>
                          <p:cTn id="37" fill="hold">
                            <p:stCondLst>
                              <p:cond delay="3000"/>
                            </p:stCondLst>
                            <p:childTnLst>
                              <p:par>
                                <p:cTn id="38" presetID="53" presetClass="entr" presetSubtype="0" fill="hold" grpId="0" nodeType="afterEffect">
                                  <p:stCondLst>
                                    <p:cond delay="0"/>
                                  </p:stCondLst>
                                  <p:childTnLst>
                                    <p:set>
                                      <p:cBhvr>
                                        <p:cTn id="39" dur="1" fill="hold">
                                          <p:stCondLst>
                                            <p:cond delay="0"/>
                                          </p:stCondLst>
                                        </p:cTn>
                                        <p:tgtEl>
                                          <p:spTgt spid="52"/>
                                        </p:tgtEl>
                                        <p:attrNameLst>
                                          <p:attrName>style.visibility</p:attrName>
                                        </p:attrNameLst>
                                      </p:cBhvr>
                                      <p:to>
                                        <p:strVal val="visible"/>
                                      </p:to>
                                    </p:set>
                                    <p:anim calcmode="lin" valueType="num">
                                      <p:cBhvr>
                                        <p:cTn id="40" dur="500" fill="hold"/>
                                        <p:tgtEl>
                                          <p:spTgt spid="52"/>
                                        </p:tgtEl>
                                        <p:attrNameLst>
                                          <p:attrName>ppt_w</p:attrName>
                                        </p:attrNameLst>
                                      </p:cBhvr>
                                      <p:tavLst>
                                        <p:tav tm="0">
                                          <p:val>
                                            <p:fltVal val="0"/>
                                          </p:val>
                                        </p:tav>
                                        <p:tav tm="100000">
                                          <p:val>
                                            <p:strVal val="#ppt_w"/>
                                          </p:val>
                                        </p:tav>
                                      </p:tavLst>
                                    </p:anim>
                                    <p:anim calcmode="lin" valueType="num">
                                      <p:cBhvr>
                                        <p:cTn id="41" dur="500" fill="hold"/>
                                        <p:tgtEl>
                                          <p:spTgt spid="52"/>
                                        </p:tgtEl>
                                        <p:attrNameLst>
                                          <p:attrName>ppt_h</p:attrName>
                                        </p:attrNameLst>
                                      </p:cBhvr>
                                      <p:tavLst>
                                        <p:tav tm="0">
                                          <p:val>
                                            <p:fltVal val="0"/>
                                          </p:val>
                                        </p:tav>
                                        <p:tav tm="100000">
                                          <p:val>
                                            <p:strVal val="#ppt_h"/>
                                          </p:val>
                                        </p:tav>
                                      </p:tavLst>
                                    </p:anim>
                                    <p:animEffect transition="in" filter="fade">
                                      <p:cBhvr>
                                        <p:cTn id="42" dur="500"/>
                                        <p:tgtEl>
                                          <p:spTgt spid="52"/>
                                        </p:tgtEl>
                                      </p:cBhvr>
                                    </p:animEffect>
                                  </p:childTnLst>
                                </p:cTn>
                              </p:par>
                            </p:childTnLst>
                          </p:cTn>
                        </p:par>
                        <p:par>
                          <p:cTn id="43" fill="hold">
                            <p:stCondLst>
                              <p:cond delay="3500"/>
                            </p:stCondLst>
                            <p:childTnLst>
                              <p:par>
                                <p:cTn id="44" presetID="2" presetClass="entr" presetSubtype="1" accel="50000" decel="50000" fill="hold" grpId="0" nodeType="afterEffect">
                                  <p:stCondLst>
                                    <p:cond delay="0"/>
                                  </p:stCondLst>
                                  <p:childTnLst>
                                    <p:set>
                                      <p:cBhvr>
                                        <p:cTn id="45" dur="1" fill="hold">
                                          <p:stCondLst>
                                            <p:cond delay="0"/>
                                          </p:stCondLst>
                                        </p:cTn>
                                        <p:tgtEl>
                                          <p:spTgt spid="34"/>
                                        </p:tgtEl>
                                        <p:attrNameLst>
                                          <p:attrName>style.visibility</p:attrName>
                                        </p:attrNameLst>
                                      </p:cBhvr>
                                      <p:to>
                                        <p:strVal val="visible"/>
                                      </p:to>
                                    </p:set>
                                    <p:anim calcmode="lin" valueType="num">
                                      <p:cBhvr additive="base">
                                        <p:cTn id="46" dur="500" fill="hold"/>
                                        <p:tgtEl>
                                          <p:spTgt spid="34"/>
                                        </p:tgtEl>
                                        <p:attrNameLst>
                                          <p:attrName>ppt_x</p:attrName>
                                        </p:attrNameLst>
                                      </p:cBhvr>
                                      <p:tavLst>
                                        <p:tav tm="0">
                                          <p:val>
                                            <p:strVal val="#ppt_x"/>
                                          </p:val>
                                        </p:tav>
                                        <p:tav tm="100000">
                                          <p:val>
                                            <p:strVal val="#ppt_x"/>
                                          </p:val>
                                        </p:tav>
                                      </p:tavLst>
                                    </p:anim>
                                    <p:anim calcmode="lin" valueType="num">
                                      <p:cBhvr additive="base">
                                        <p:cTn id="47" dur="500" fill="hold"/>
                                        <p:tgtEl>
                                          <p:spTgt spid="34"/>
                                        </p:tgtEl>
                                        <p:attrNameLst>
                                          <p:attrName>ppt_y</p:attrName>
                                        </p:attrNameLst>
                                      </p:cBhvr>
                                      <p:tavLst>
                                        <p:tav tm="0">
                                          <p:val>
                                            <p:strVal val="0-#ppt_h/2"/>
                                          </p:val>
                                        </p:tav>
                                        <p:tav tm="100000">
                                          <p:val>
                                            <p:strVal val="#ppt_y"/>
                                          </p:val>
                                        </p:tav>
                                      </p:tavLst>
                                    </p:anim>
                                  </p:childTnLst>
                                </p:cTn>
                              </p:par>
                            </p:childTnLst>
                          </p:cTn>
                        </p:par>
                        <p:par>
                          <p:cTn id="48" fill="hold">
                            <p:stCondLst>
                              <p:cond delay="4000"/>
                            </p:stCondLst>
                            <p:childTnLst>
                              <p:par>
                                <p:cTn id="49" presetID="53" presetClass="entr" presetSubtype="0" fill="hold" grpId="0" nodeType="afterEffect">
                                  <p:stCondLst>
                                    <p:cond delay="0"/>
                                  </p:stCondLst>
                                  <p:childTnLst>
                                    <p:set>
                                      <p:cBhvr>
                                        <p:cTn id="50" dur="1" fill="hold">
                                          <p:stCondLst>
                                            <p:cond delay="0"/>
                                          </p:stCondLst>
                                        </p:cTn>
                                        <p:tgtEl>
                                          <p:spTgt spid="68"/>
                                        </p:tgtEl>
                                        <p:attrNameLst>
                                          <p:attrName>style.visibility</p:attrName>
                                        </p:attrNameLst>
                                      </p:cBhvr>
                                      <p:to>
                                        <p:strVal val="visible"/>
                                      </p:to>
                                    </p:set>
                                    <p:anim calcmode="lin" valueType="num">
                                      <p:cBhvr>
                                        <p:cTn id="51" dur="500" fill="hold"/>
                                        <p:tgtEl>
                                          <p:spTgt spid="68"/>
                                        </p:tgtEl>
                                        <p:attrNameLst>
                                          <p:attrName>ppt_w</p:attrName>
                                        </p:attrNameLst>
                                      </p:cBhvr>
                                      <p:tavLst>
                                        <p:tav tm="0">
                                          <p:val>
                                            <p:fltVal val="0"/>
                                          </p:val>
                                        </p:tav>
                                        <p:tav tm="100000">
                                          <p:val>
                                            <p:strVal val="#ppt_w"/>
                                          </p:val>
                                        </p:tav>
                                      </p:tavLst>
                                    </p:anim>
                                    <p:anim calcmode="lin" valueType="num">
                                      <p:cBhvr>
                                        <p:cTn id="52" dur="500" fill="hold"/>
                                        <p:tgtEl>
                                          <p:spTgt spid="68"/>
                                        </p:tgtEl>
                                        <p:attrNameLst>
                                          <p:attrName>ppt_h</p:attrName>
                                        </p:attrNameLst>
                                      </p:cBhvr>
                                      <p:tavLst>
                                        <p:tav tm="0">
                                          <p:val>
                                            <p:fltVal val="0"/>
                                          </p:val>
                                        </p:tav>
                                        <p:tav tm="100000">
                                          <p:val>
                                            <p:strVal val="#ppt_h"/>
                                          </p:val>
                                        </p:tav>
                                      </p:tavLst>
                                    </p:anim>
                                    <p:animEffect transition="in" filter="fade">
                                      <p:cBhvr>
                                        <p:cTn id="53" dur="500"/>
                                        <p:tgtEl>
                                          <p:spTgt spid="68"/>
                                        </p:tgtEl>
                                      </p:cBhvr>
                                    </p:animEffect>
                                  </p:childTnLst>
                                </p:cTn>
                              </p:par>
                            </p:childTnLst>
                          </p:cTn>
                        </p:par>
                        <p:par>
                          <p:cTn id="54" fill="hold">
                            <p:stCondLst>
                              <p:cond delay="4500"/>
                            </p:stCondLst>
                            <p:childTnLst>
                              <p:par>
                                <p:cTn id="55" presetID="12" presetClass="entr" presetSubtype="8" fill="hold" grpId="0" nodeType="afterEffect">
                                  <p:stCondLst>
                                    <p:cond delay="0"/>
                                  </p:stCondLst>
                                  <p:childTnLst>
                                    <p:set>
                                      <p:cBhvr>
                                        <p:cTn id="56" dur="1" fill="hold">
                                          <p:stCondLst>
                                            <p:cond delay="0"/>
                                          </p:stCondLst>
                                        </p:cTn>
                                        <p:tgtEl>
                                          <p:spTgt spid="36"/>
                                        </p:tgtEl>
                                        <p:attrNameLst>
                                          <p:attrName>style.visibility</p:attrName>
                                        </p:attrNameLst>
                                      </p:cBhvr>
                                      <p:to>
                                        <p:strVal val="visible"/>
                                      </p:to>
                                    </p:set>
                                    <p:animEffect transition="in" filter="slide(fromLeft)">
                                      <p:cBhvr>
                                        <p:cTn id="57" dur="500"/>
                                        <p:tgtEl>
                                          <p:spTgt spid="36"/>
                                        </p:tgtEl>
                                      </p:cBhvr>
                                    </p:animEffect>
                                  </p:childTnLst>
                                </p:cTn>
                              </p:par>
                            </p:childTnLst>
                          </p:cTn>
                        </p:par>
                        <p:par>
                          <p:cTn id="58" fill="hold">
                            <p:stCondLst>
                              <p:cond delay="5000"/>
                            </p:stCondLst>
                            <p:childTnLst>
                              <p:par>
                                <p:cTn id="59" presetID="53" presetClass="entr" presetSubtype="0" fill="hold" grpId="0" nodeType="after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p:cTn id="61" dur="500" fill="hold"/>
                                        <p:tgtEl>
                                          <p:spTgt spid="38"/>
                                        </p:tgtEl>
                                        <p:attrNameLst>
                                          <p:attrName>ppt_w</p:attrName>
                                        </p:attrNameLst>
                                      </p:cBhvr>
                                      <p:tavLst>
                                        <p:tav tm="0">
                                          <p:val>
                                            <p:fltVal val="0"/>
                                          </p:val>
                                        </p:tav>
                                        <p:tav tm="100000">
                                          <p:val>
                                            <p:strVal val="#ppt_w"/>
                                          </p:val>
                                        </p:tav>
                                      </p:tavLst>
                                    </p:anim>
                                    <p:anim calcmode="lin" valueType="num">
                                      <p:cBhvr>
                                        <p:cTn id="62" dur="500" fill="hold"/>
                                        <p:tgtEl>
                                          <p:spTgt spid="38"/>
                                        </p:tgtEl>
                                        <p:attrNameLst>
                                          <p:attrName>ppt_h</p:attrName>
                                        </p:attrNameLst>
                                      </p:cBhvr>
                                      <p:tavLst>
                                        <p:tav tm="0">
                                          <p:val>
                                            <p:fltVal val="0"/>
                                          </p:val>
                                        </p:tav>
                                        <p:tav tm="100000">
                                          <p:val>
                                            <p:strVal val="#ppt_h"/>
                                          </p:val>
                                        </p:tav>
                                      </p:tavLst>
                                    </p:anim>
                                    <p:animEffect transition="in" filter="fade">
                                      <p:cBhvr>
                                        <p:cTn id="63" dur="500"/>
                                        <p:tgtEl>
                                          <p:spTgt spid="38"/>
                                        </p:tgtEl>
                                      </p:cBhvr>
                                    </p:animEffect>
                                  </p:childTnLst>
                                </p:cTn>
                              </p:par>
                            </p:childTnLst>
                          </p:cTn>
                        </p:par>
                        <p:par>
                          <p:cTn id="64" fill="hold">
                            <p:stCondLst>
                              <p:cond delay="5500"/>
                            </p:stCondLst>
                            <p:childTnLst>
                              <p:par>
                                <p:cTn id="65" presetID="53" presetClass="entr" presetSubtype="0" fill="hold" grpId="0" nodeType="afterEffect">
                                  <p:stCondLst>
                                    <p:cond delay="0"/>
                                  </p:stCondLst>
                                  <p:childTnLst>
                                    <p:set>
                                      <p:cBhvr>
                                        <p:cTn id="66" dur="1" fill="hold">
                                          <p:stCondLst>
                                            <p:cond delay="0"/>
                                          </p:stCondLst>
                                        </p:cTn>
                                        <p:tgtEl>
                                          <p:spTgt spid="53"/>
                                        </p:tgtEl>
                                        <p:attrNameLst>
                                          <p:attrName>style.visibility</p:attrName>
                                        </p:attrNameLst>
                                      </p:cBhvr>
                                      <p:to>
                                        <p:strVal val="visible"/>
                                      </p:to>
                                    </p:set>
                                    <p:anim calcmode="lin" valueType="num">
                                      <p:cBhvr>
                                        <p:cTn id="67" dur="500" fill="hold"/>
                                        <p:tgtEl>
                                          <p:spTgt spid="53"/>
                                        </p:tgtEl>
                                        <p:attrNameLst>
                                          <p:attrName>ppt_w</p:attrName>
                                        </p:attrNameLst>
                                      </p:cBhvr>
                                      <p:tavLst>
                                        <p:tav tm="0">
                                          <p:val>
                                            <p:fltVal val="0"/>
                                          </p:val>
                                        </p:tav>
                                        <p:tav tm="100000">
                                          <p:val>
                                            <p:strVal val="#ppt_w"/>
                                          </p:val>
                                        </p:tav>
                                      </p:tavLst>
                                    </p:anim>
                                    <p:anim calcmode="lin" valueType="num">
                                      <p:cBhvr>
                                        <p:cTn id="68" dur="500" fill="hold"/>
                                        <p:tgtEl>
                                          <p:spTgt spid="53"/>
                                        </p:tgtEl>
                                        <p:attrNameLst>
                                          <p:attrName>ppt_h</p:attrName>
                                        </p:attrNameLst>
                                      </p:cBhvr>
                                      <p:tavLst>
                                        <p:tav tm="0">
                                          <p:val>
                                            <p:fltVal val="0"/>
                                          </p:val>
                                        </p:tav>
                                        <p:tav tm="100000">
                                          <p:val>
                                            <p:strVal val="#ppt_h"/>
                                          </p:val>
                                        </p:tav>
                                      </p:tavLst>
                                    </p:anim>
                                    <p:animEffect transition="in" filter="fade">
                                      <p:cBhvr>
                                        <p:cTn id="69" dur="500"/>
                                        <p:tgtEl>
                                          <p:spTgt spid="53"/>
                                        </p:tgtEl>
                                      </p:cBhvr>
                                    </p:animEffect>
                                  </p:childTnLst>
                                </p:cTn>
                              </p:par>
                            </p:childTnLst>
                          </p:cTn>
                        </p:par>
                        <p:par>
                          <p:cTn id="70" fill="hold">
                            <p:stCondLst>
                              <p:cond delay="6000"/>
                            </p:stCondLst>
                            <p:childTnLst>
                              <p:par>
                                <p:cTn id="71" presetID="2" presetClass="entr" presetSubtype="1" accel="50000" decel="50000" fill="hold" grpId="0" nodeType="afterEffect">
                                  <p:stCondLst>
                                    <p:cond delay="0"/>
                                  </p:stCondLst>
                                  <p:childTnLst>
                                    <p:set>
                                      <p:cBhvr>
                                        <p:cTn id="72" dur="1" fill="hold">
                                          <p:stCondLst>
                                            <p:cond delay="0"/>
                                          </p:stCondLst>
                                        </p:cTn>
                                        <p:tgtEl>
                                          <p:spTgt spid="37"/>
                                        </p:tgtEl>
                                        <p:attrNameLst>
                                          <p:attrName>style.visibility</p:attrName>
                                        </p:attrNameLst>
                                      </p:cBhvr>
                                      <p:to>
                                        <p:strVal val="visible"/>
                                      </p:to>
                                    </p:set>
                                    <p:anim calcmode="lin" valueType="num">
                                      <p:cBhvr additive="base">
                                        <p:cTn id="73" dur="500" fill="hold"/>
                                        <p:tgtEl>
                                          <p:spTgt spid="37"/>
                                        </p:tgtEl>
                                        <p:attrNameLst>
                                          <p:attrName>ppt_x</p:attrName>
                                        </p:attrNameLst>
                                      </p:cBhvr>
                                      <p:tavLst>
                                        <p:tav tm="0">
                                          <p:val>
                                            <p:strVal val="#ppt_x"/>
                                          </p:val>
                                        </p:tav>
                                        <p:tav tm="100000">
                                          <p:val>
                                            <p:strVal val="#ppt_x"/>
                                          </p:val>
                                        </p:tav>
                                      </p:tavLst>
                                    </p:anim>
                                    <p:anim calcmode="lin" valueType="num">
                                      <p:cBhvr additive="base">
                                        <p:cTn id="74" dur="500" fill="hold"/>
                                        <p:tgtEl>
                                          <p:spTgt spid="37"/>
                                        </p:tgtEl>
                                        <p:attrNameLst>
                                          <p:attrName>ppt_y</p:attrName>
                                        </p:attrNameLst>
                                      </p:cBhvr>
                                      <p:tavLst>
                                        <p:tav tm="0">
                                          <p:val>
                                            <p:strVal val="0-#ppt_h/2"/>
                                          </p:val>
                                        </p:tav>
                                        <p:tav tm="100000">
                                          <p:val>
                                            <p:strVal val="#ppt_y"/>
                                          </p:val>
                                        </p:tav>
                                      </p:tavLst>
                                    </p:anim>
                                  </p:childTnLst>
                                </p:cTn>
                              </p:par>
                            </p:childTnLst>
                          </p:cTn>
                        </p:par>
                        <p:par>
                          <p:cTn id="75" fill="hold">
                            <p:stCondLst>
                              <p:cond delay="6500"/>
                            </p:stCondLst>
                            <p:childTnLst>
                              <p:par>
                                <p:cTn id="76" presetID="53" presetClass="entr" presetSubtype="0" fill="hold" grpId="0" nodeType="afterEffect">
                                  <p:stCondLst>
                                    <p:cond delay="0"/>
                                  </p:stCondLst>
                                  <p:childTnLst>
                                    <p:set>
                                      <p:cBhvr>
                                        <p:cTn id="77" dur="1" fill="hold">
                                          <p:stCondLst>
                                            <p:cond delay="0"/>
                                          </p:stCondLst>
                                        </p:cTn>
                                        <p:tgtEl>
                                          <p:spTgt spid="81"/>
                                        </p:tgtEl>
                                        <p:attrNameLst>
                                          <p:attrName>style.visibility</p:attrName>
                                        </p:attrNameLst>
                                      </p:cBhvr>
                                      <p:to>
                                        <p:strVal val="visible"/>
                                      </p:to>
                                    </p:set>
                                    <p:anim calcmode="lin" valueType="num">
                                      <p:cBhvr>
                                        <p:cTn id="78" dur="500" fill="hold"/>
                                        <p:tgtEl>
                                          <p:spTgt spid="81"/>
                                        </p:tgtEl>
                                        <p:attrNameLst>
                                          <p:attrName>ppt_w</p:attrName>
                                        </p:attrNameLst>
                                      </p:cBhvr>
                                      <p:tavLst>
                                        <p:tav tm="0">
                                          <p:val>
                                            <p:fltVal val="0"/>
                                          </p:val>
                                        </p:tav>
                                        <p:tav tm="100000">
                                          <p:val>
                                            <p:strVal val="#ppt_w"/>
                                          </p:val>
                                        </p:tav>
                                      </p:tavLst>
                                    </p:anim>
                                    <p:anim calcmode="lin" valueType="num">
                                      <p:cBhvr>
                                        <p:cTn id="79" dur="500" fill="hold"/>
                                        <p:tgtEl>
                                          <p:spTgt spid="81"/>
                                        </p:tgtEl>
                                        <p:attrNameLst>
                                          <p:attrName>ppt_h</p:attrName>
                                        </p:attrNameLst>
                                      </p:cBhvr>
                                      <p:tavLst>
                                        <p:tav tm="0">
                                          <p:val>
                                            <p:fltVal val="0"/>
                                          </p:val>
                                        </p:tav>
                                        <p:tav tm="100000">
                                          <p:val>
                                            <p:strVal val="#ppt_h"/>
                                          </p:val>
                                        </p:tav>
                                      </p:tavLst>
                                    </p:anim>
                                    <p:animEffect transition="in" filter="fade">
                                      <p:cBhvr>
                                        <p:cTn id="80" dur="500"/>
                                        <p:tgtEl>
                                          <p:spTgt spid="81"/>
                                        </p:tgtEl>
                                      </p:cBhvr>
                                    </p:animEffect>
                                  </p:childTnLst>
                                </p:cTn>
                              </p:par>
                            </p:childTnLst>
                          </p:cTn>
                        </p:par>
                        <p:par>
                          <p:cTn id="81" fill="hold">
                            <p:stCondLst>
                              <p:cond delay="7000"/>
                            </p:stCondLst>
                            <p:childTnLst>
                              <p:par>
                                <p:cTn id="82" presetID="12" presetClass="entr" presetSubtype="8" fill="hold" grpId="0" nodeType="afterEffect">
                                  <p:stCondLst>
                                    <p:cond delay="0"/>
                                  </p:stCondLst>
                                  <p:childTnLst>
                                    <p:set>
                                      <p:cBhvr>
                                        <p:cTn id="83" dur="1" fill="hold">
                                          <p:stCondLst>
                                            <p:cond delay="0"/>
                                          </p:stCondLst>
                                        </p:cTn>
                                        <p:tgtEl>
                                          <p:spTgt spid="43"/>
                                        </p:tgtEl>
                                        <p:attrNameLst>
                                          <p:attrName>style.visibility</p:attrName>
                                        </p:attrNameLst>
                                      </p:cBhvr>
                                      <p:to>
                                        <p:strVal val="visible"/>
                                      </p:to>
                                    </p:set>
                                    <p:animEffect transition="in" filter="slide(fromLeft)">
                                      <p:cBhvr>
                                        <p:cTn id="84" dur="500"/>
                                        <p:tgtEl>
                                          <p:spTgt spid="43"/>
                                        </p:tgtEl>
                                      </p:cBhvr>
                                    </p:animEffect>
                                  </p:childTnLst>
                                </p:cTn>
                              </p:par>
                            </p:childTnLst>
                          </p:cTn>
                        </p:par>
                        <p:par>
                          <p:cTn id="85" fill="hold">
                            <p:stCondLst>
                              <p:cond delay="7500"/>
                            </p:stCondLst>
                            <p:childTnLst>
                              <p:par>
                                <p:cTn id="86" presetID="53" presetClass="entr" presetSubtype="0" fill="hold" grpId="0" nodeType="afterEffect">
                                  <p:stCondLst>
                                    <p:cond delay="0"/>
                                  </p:stCondLst>
                                  <p:childTnLst>
                                    <p:set>
                                      <p:cBhvr>
                                        <p:cTn id="87" dur="1" fill="hold">
                                          <p:stCondLst>
                                            <p:cond delay="0"/>
                                          </p:stCondLst>
                                        </p:cTn>
                                        <p:tgtEl>
                                          <p:spTgt spid="46"/>
                                        </p:tgtEl>
                                        <p:attrNameLst>
                                          <p:attrName>style.visibility</p:attrName>
                                        </p:attrNameLst>
                                      </p:cBhvr>
                                      <p:to>
                                        <p:strVal val="visible"/>
                                      </p:to>
                                    </p:set>
                                    <p:anim calcmode="lin" valueType="num">
                                      <p:cBhvr>
                                        <p:cTn id="88" dur="500" fill="hold"/>
                                        <p:tgtEl>
                                          <p:spTgt spid="46"/>
                                        </p:tgtEl>
                                        <p:attrNameLst>
                                          <p:attrName>ppt_w</p:attrName>
                                        </p:attrNameLst>
                                      </p:cBhvr>
                                      <p:tavLst>
                                        <p:tav tm="0">
                                          <p:val>
                                            <p:fltVal val="0"/>
                                          </p:val>
                                        </p:tav>
                                        <p:tav tm="100000">
                                          <p:val>
                                            <p:strVal val="#ppt_w"/>
                                          </p:val>
                                        </p:tav>
                                      </p:tavLst>
                                    </p:anim>
                                    <p:anim calcmode="lin" valueType="num">
                                      <p:cBhvr>
                                        <p:cTn id="89" dur="500" fill="hold"/>
                                        <p:tgtEl>
                                          <p:spTgt spid="46"/>
                                        </p:tgtEl>
                                        <p:attrNameLst>
                                          <p:attrName>ppt_h</p:attrName>
                                        </p:attrNameLst>
                                      </p:cBhvr>
                                      <p:tavLst>
                                        <p:tav tm="0">
                                          <p:val>
                                            <p:fltVal val="0"/>
                                          </p:val>
                                        </p:tav>
                                        <p:tav tm="100000">
                                          <p:val>
                                            <p:strVal val="#ppt_h"/>
                                          </p:val>
                                        </p:tav>
                                      </p:tavLst>
                                    </p:anim>
                                    <p:animEffect transition="in" filter="fade">
                                      <p:cBhvr>
                                        <p:cTn id="90" dur="500"/>
                                        <p:tgtEl>
                                          <p:spTgt spid="46"/>
                                        </p:tgtEl>
                                      </p:cBhvr>
                                    </p:animEffect>
                                  </p:childTnLst>
                                </p:cTn>
                              </p:par>
                            </p:childTnLst>
                          </p:cTn>
                        </p:par>
                        <p:par>
                          <p:cTn id="91" fill="hold">
                            <p:stCondLst>
                              <p:cond delay="8000"/>
                            </p:stCondLst>
                            <p:childTnLst>
                              <p:par>
                                <p:cTn id="92" presetID="53" presetClass="entr" presetSubtype="0" fill="hold" grpId="0" nodeType="afterEffect">
                                  <p:stCondLst>
                                    <p:cond delay="0"/>
                                  </p:stCondLst>
                                  <p:childTnLst>
                                    <p:set>
                                      <p:cBhvr>
                                        <p:cTn id="93" dur="1" fill="hold">
                                          <p:stCondLst>
                                            <p:cond delay="0"/>
                                          </p:stCondLst>
                                        </p:cTn>
                                        <p:tgtEl>
                                          <p:spTgt spid="54"/>
                                        </p:tgtEl>
                                        <p:attrNameLst>
                                          <p:attrName>style.visibility</p:attrName>
                                        </p:attrNameLst>
                                      </p:cBhvr>
                                      <p:to>
                                        <p:strVal val="visible"/>
                                      </p:to>
                                    </p:set>
                                    <p:anim calcmode="lin" valueType="num">
                                      <p:cBhvr>
                                        <p:cTn id="94" dur="500" fill="hold"/>
                                        <p:tgtEl>
                                          <p:spTgt spid="54"/>
                                        </p:tgtEl>
                                        <p:attrNameLst>
                                          <p:attrName>ppt_w</p:attrName>
                                        </p:attrNameLst>
                                      </p:cBhvr>
                                      <p:tavLst>
                                        <p:tav tm="0">
                                          <p:val>
                                            <p:fltVal val="0"/>
                                          </p:val>
                                        </p:tav>
                                        <p:tav tm="100000">
                                          <p:val>
                                            <p:strVal val="#ppt_w"/>
                                          </p:val>
                                        </p:tav>
                                      </p:tavLst>
                                    </p:anim>
                                    <p:anim calcmode="lin" valueType="num">
                                      <p:cBhvr>
                                        <p:cTn id="95" dur="500" fill="hold"/>
                                        <p:tgtEl>
                                          <p:spTgt spid="54"/>
                                        </p:tgtEl>
                                        <p:attrNameLst>
                                          <p:attrName>ppt_h</p:attrName>
                                        </p:attrNameLst>
                                      </p:cBhvr>
                                      <p:tavLst>
                                        <p:tav tm="0">
                                          <p:val>
                                            <p:fltVal val="0"/>
                                          </p:val>
                                        </p:tav>
                                        <p:tav tm="100000">
                                          <p:val>
                                            <p:strVal val="#ppt_h"/>
                                          </p:val>
                                        </p:tav>
                                      </p:tavLst>
                                    </p:anim>
                                    <p:animEffect transition="in" filter="fade">
                                      <p:cBhvr>
                                        <p:cTn id="96" dur="500"/>
                                        <p:tgtEl>
                                          <p:spTgt spid="54"/>
                                        </p:tgtEl>
                                      </p:cBhvr>
                                    </p:animEffect>
                                  </p:childTnLst>
                                </p:cTn>
                              </p:par>
                            </p:childTnLst>
                          </p:cTn>
                        </p:par>
                        <p:par>
                          <p:cTn id="97" fill="hold">
                            <p:stCondLst>
                              <p:cond delay="8500"/>
                            </p:stCondLst>
                            <p:childTnLst>
                              <p:par>
                                <p:cTn id="98" presetID="2" presetClass="entr" presetSubtype="1" accel="50000" decel="50000" fill="hold" grpId="0" nodeType="afterEffect">
                                  <p:stCondLst>
                                    <p:cond delay="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0-#ppt_h/2"/>
                                          </p:val>
                                        </p:tav>
                                        <p:tav tm="100000">
                                          <p:val>
                                            <p:strVal val="#ppt_y"/>
                                          </p:val>
                                        </p:tav>
                                      </p:tavLst>
                                    </p:anim>
                                  </p:childTnLst>
                                </p:cTn>
                              </p:par>
                            </p:childTnLst>
                          </p:cTn>
                        </p:par>
                        <p:par>
                          <p:cTn id="102" fill="hold">
                            <p:stCondLst>
                              <p:cond delay="9000"/>
                            </p:stCondLst>
                            <p:childTnLst>
                              <p:par>
                                <p:cTn id="103" presetID="53" presetClass="entr" presetSubtype="0" fill="hold" grpId="0" nodeType="afterEffect">
                                  <p:stCondLst>
                                    <p:cond delay="0"/>
                                  </p:stCondLst>
                                  <p:childTnLst>
                                    <p:set>
                                      <p:cBhvr>
                                        <p:cTn id="104" dur="1" fill="hold">
                                          <p:stCondLst>
                                            <p:cond delay="0"/>
                                          </p:stCondLst>
                                        </p:cTn>
                                        <p:tgtEl>
                                          <p:spTgt spid="82"/>
                                        </p:tgtEl>
                                        <p:attrNameLst>
                                          <p:attrName>style.visibility</p:attrName>
                                        </p:attrNameLst>
                                      </p:cBhvr>
                                      <p:to>
                                        <p:strVal val="visible"/>
                                      </p:to>
                                    </p:set>
                                    <p:anim calcmode="lin" valueType="num">
                                      <p:cBhvr>
                                        <p:cTn id="105" dur="500" fill="hold"/>
                                        <p:tgtEl>
                                          <p:spTgt spid="82"/>
                                        </p:tgtEl>
                                        <p:attrNameLst>
                                          <p:attrName>ppt_w</p:attrName>
                                        </p:attrNameLst>
                                      </p:cBhvr>
                                      <p:tavLst>
                                        <p:tav tm="0">
                                          <p:val>
                                            <p:fltVal val="0"/>
                                          </p:val>
                                        </p:tav>
                                        <p:tav tm="100000">
                                          <p:val>
                                            <p:strVal val="#ppt_w"/>
                                          </p:val>
                                        </p:tav>
                                      </p:tavLst>
                                    </p:anim>
                                    <p:anim calcmode="lin" valueType="num">
                                      <p:cBhvr>
                                        <p:cTn id="106" dur="500" fill="hold"/>
                                        <p:tgtEl>
                                          <p:spTgt spid="82"/>
                                        </p:tgtEl>
                                        <p:attrNameLst>
                                          <p:attrName>ppt_h</p:attrName>
                                        </p:attrNameLst>
                                      </p:cBhvr>
                                      <p:tavLst>
                                        <p:tav tm="0">
                                          <p:val>
                                            <p:fltVal val="0"/>
                                          </p:val>
                                        </p:tav>
                                        <p:tav tm="100000">
                                          <p:val>
                                            <p:strVal val="#ppt_h"/>
                                          </p:val>
                                        </p:tav>
                                      </p:tavLst>
                                    </p:anim>
                                    <p:animEffect transition="in" filter="fade">
                                      <p:cBhvr>
                                        <p:cTn id="107" dur="500"/>
                                        <p:tgtEl>
                                          <p:spTgt spid="82"/>
                                        </p:tgtEl>
                                      </p:cBhvr>
                                    </p:animEffect>
                                  </p:childTnLst>
                                </p:cTn>
                              </p:par>
                            </p:childTnLst>
                          </p:cTn>
                        </p:par>
                        <p:par>
                          <p:cTn id="108" fill="hold">
                            <p:stCondLst>
                              <p:cond delay="9500"/>
                            </p:stCondLst>
                            <p:childTnLst>
                              <p:par>
                                <p:cTn id="109" presetID="53" presetClass="entr" presetSubtype="0" fill="hold" grpId="0" nodeType="afterEffect">
                                  <p:stCondLst>
                                    <p:cond delay="0"/>
                                  </p:stCondLst>
                                  <p:childTnLst>
                                    <p:set>
                                      <p:cBhvr>
                                        <p:cTn id="110" dur="1" fill="hold">
                                          <p:stCondLst>
                                            <p:cond delay="0"/>
                                          </p:stCondLst>
                                        </p:cTn>
                                        <p:tgtEl>
                                          <p:spTgt spid="57"/>
                                        </p:tgtEl>
                                        <p:attrNameLst>
                                          <p:attrName>style.visibility</p:attrName>
                                        </p:attrNameLst>
                                      </p:cBhvr>
                                      <p:to>
                                        <p:strVal val="visible"/>
                                      </p:to>
                                    </p:set>
                                    <p:anim calcmode="lin" valueType="num">
                                      <p:cBhvr>
                                        <p:cTn id="111" dur="500" fill="hold"/>
                                        <p:tgtEl>
                                          <p:spTgt spid="57"/>
                                        </p:tgtEl>
                                        <p:attrNameLst>
                                          <p:attrName>ppt_w</p:attrName>
                                        </p:attrNameLst>
                                      </p:cBhvr>
                                      <p:tavLst>
                                        <p:tav tm="0">
                                          <p:val>
                                            <p:fltVal val="0"/>
                                          </p:val>
                                        </p:tav>
                                        <p:tav tm="100000">
                                          <p:val>
                                            <p:strVal val="#ppt_w"/>
                                          </p:val>
                                        </p:tav>
                                      </p:tavLst>
                                    </p:anim>
                                    <p:anim calcmode="lin" valueType="num">
                                      <p:cBhvr>
                                        <p:cTn id="112" dur="500" fill="hold"/>
                                        <p:tgtEl>
                                          <p:spTgt spid="57"/>
                                        </p:tgtEl>
                                        <p:attrNameLst>
                                          <p:attrName>ppt_h</p:attrName>
                                        </p:attrNameLst>
                                      </p:cBhvr>
                                      <p:tavLst>
                                        <p:tav tm="0">
                                          <p:val>
                                            <p:fltVal val="0"/>
                                          </p:val>
                                        </p:tav>
                                        <p:tav tm="100000">
                                          <p:val>
                                            <p:strVal val="#ppt_h"/>
                                          </p:val>
                                        </p:tav>
                                      </p:tavLst>
                                    </p:anim>
                                    <p:animEffect transition="in" filter="fade">
                                      <p:cBhvr>
                                        <p:cTn id="113" dur="500"/>
                                        <p:tgtEl>
                                          <p:spTgt spid="57"/>
                                        </p:tgtEl>
                                      </p:cBhvr>
                                    </p:animEffect>
                                  </p:childTnLst>
                                </p:cTn>
                              </p:par>
                              <p:par>
                                <p:cTn id="114" presetID="2" presetClass="entr" presetSubtype="4" accel="50000" decel="50000" fill="hold" grpId="0" nodeType="withEffect">
                                  <p:stCondLst>
                                    <p:cond delay="0"/>
                                  </p:stCondLst>
                                  <p:childTnLst>
                                    <p:set>
                                      <p:cBhvr>
                                        <p:cTn id="115" dur="1" fill="hold">
                                          <p:stCondLst>
                                            <p:cond delay="0"/>
                                          </p:stCondLst>
                                        </p:cTn>
                                        <p:tgtEl>
                                          <p:spTgt spid="55"/>
                                        </p:tgtEl>
                                        <p:attrNameLst>
                                          <p:attrName>style.visibility</p:attrName>
                                        </p:attrNameLst>
                                      </p:cBhvr>
                                      <p:to>
                                        <p:strVal val="visible"/>
                                      </p:to>
                                    </p:set>
                                    <p:anim calcmode="lin" valueType="num">
                                      <p:cBhvr additive="base">
                                        <p:cTn id="116" dur="500" fill="hold"/>
                                        <p:tgtEl>
                                          <p:spTgt spid="55"/>
                                        </p:tgtEl>
                                        <p:attrNameLst>
                                          <p:attrName>ppt_x</p:attrName>
                                        </p:attrNameLst>
                                      </p:cBhvr>
                                      <p:tavLst>
                                        <p:tav tm="0">
                                          <p:val>
                                            <p:strVal val="#ppt_x"/>
                                          </p:val>
                                        </p:tav>
                                        <p:tav tm="100000">
                                          <p:val>
                                            <p:strVal val="#ppt_x"/>
                                          </p:val>
                                        </p:tav>
                                      </p:tavLst>
                                    </p:anim>
                                    <p:anim calcmode="lin" valueType="num">
                                      <p:cBhvr additive="base">
                                        <p:cTn id="117" dur="500" fill="hold"/>
                                        <p:tgtEl>
                                          <p:spTgt spid="55"/>
                                        </p:tgtEl>
                                        <p:attrNameLst>
                                          <p:attrName>ppt_y</p:attrName>
                                        </p:attrNameLst>
                                      </p:cBhvr>
                                      <p:tavLst>
                                        <p:tav tm="0">
                                          <p:val>
                                            <p:strVal val="1+#ppt_h/2"/>
                                          </p:val>
                                        </p:tav>
                                        <p:tav tm="100000">
                                          <p:val>
                                            <p:strVal val="#ppt_y"/>
                                          </p:val>
                                        </p:tav>
                                      </p:tavLst>
                                    </p:anim>
                                  </p:childTnLst>
                                </p:cTn>
                              </p:par>
                            </p:childTnLst>
                          </p:cTn>
                        </p:par>
                        <p:par>
                          <p:cTn id="118" fill="hold">
                            <p:stCondLst>
                              <p:cond delay="10000"/>
                            </p:stCondLst>
                            <p:childTnLst>
                              <p:par>
                                <p:cTn id="119" presetID="53" presetClass="entr" presetSubtype="0" fill="hold" grpId="0" nodeType="afterEffect">
                                  <p:stCondLst>
                                    <p:cond delay="0"/>
                                  </p:stCondLst>
                                  <p:childTnLst>
                                    <p:set>
                                      <p:cBhvr>
                                        <p:cTn id="120" dur="1" fill="hold">
                                          <p:stCondLst>
                                            <p:cond delay="0"/>
                                          </p:stCondLst>
                                        </p:cTn>
                                        <p:tgtEl>
                                          <p:spTgt spid="62"/>
                                        </p:tgtEl>
                                        <p:attrNameLst>
                                          <p:attrName>style.visibility</p:attrName>
                                        </p:attrNameLst>
                                      </p:cBhvr>
                                      <p:to>
                                        <p:strVal val="visible"/>
                                      </p:to>
                                    </p:set>
                                    <p:anim calcmode="lin" valueType="num">
                                      <p:cBhvr>
                                        <p:cTn id="121" dur="500" fill="hold"/>
                                        <p:tgtEl>
                                          <p:spTgt spid="62"/>
                                        </p:tgtEl>
                                        <p:attrNameLst>
                                          <p:attrName>ppt_w</p:attrName>
                                        </p:attrNameLst>
                                      </p:cBhvr>
                                      <p:tavLst>
                                        <p:tav tm="0">
                                          <p:val>
                                            <p:fltVal val="0"/>
                                          </p:val>
                                        </p:tav>
                                        <p:tav tm="100000">
                                          <p:val>
                                            <p:strVal val="#ppt_w"/>
                                          </p:val>
                                        </p:tav>
                                      </p:tavLst>
                                    </p:anim>
                                    <p:anim calcmode="lin" valueType="num">
                                      <p:cBhvr>
                                        <p:cTn id="122" dur="500" fill="hold"/>
                                        <p:tgtEl>
                                          <p:spTgt spid="62"/>
                                        </p:tgtEl>
                                        <p:attrNameLst>
                                          <p:attrName>ppt_h</p:attrName>
                                        </p:attrNameLst>
                                      </p:cBhvr>
                                      <p:tavLst>
                                        <p:tav tm="0">
                                          <p:val>
                                            <p:fltVal val="0"/>
                                          </p:val>
                                        </p:tav>
                                        <p:tav tm="100000">
                                          <p:val>
                                            <p:strVal val="#ppt_h"/>
                                          </p:val>
                                        </p:tav>
                                      </p:tavLst>
                                    </p:anim>
                                    <p:animEffect transition="in" filter="fade">
                                      <p:cBhvr>
                                        <p:cTn id="123" dur="500"/>
                                        <p:tgtEl>
                                          <p:spTgt spid="62"/>
                                        </p:tgtEl>
                                      </p:cBhvr>
                                    </p:animEffect>
                                  </p:childTnLst>
                                </p:cTn>
                              </p:par>
                              <p:par>
                                <p:cTn id="124" presetID="2" presetClass="entr" presetSubtype="4" accel="50000" decel="50000" fill="hold" grpId="0" nodeType="withEffect">
                                  <p:stCondLst>
                                    <p:cond delay="0"/>
                                  </p:stCondLst>
                                  <p:childTnLst>
                                    <p:set>
                                      <p:cBhvr>
                                        <p:cTn id="125" dur="1" fill="hold">
                                          <p:stCondLst>
                                            <p:cond delay="0"/>
                                          </p:stCondLst>
                                        </p:cTn>
                                        <p:tgtEl>
                                          <p:spTgt spid="60"/>
                                        </p:tgtEl>
                                        <p:attrNameLst>
                                          <p:attrName>style.visibility</p:attrName>
                                        </p:attrNameLst>
                                      </p:cBhvr>
                                      <p:to>
                                        <p:strVal val="visible"/>
                                      </p:to>
                                    </p:set>
                                    <p:anim calcmode="lin" valueType="num">
                                      <p:cBhvr additive="base">
                                        <p:cTn id="126" dur="500" fill="hold"/>
                                        <p:tgtEl>
                                          <p:spTgt spid="60"/>
                                        </p:tgtEl>
                                        <p:attrNameLst>
                                          <p:attrName>ppt_x</p:attrName>
                                        </p:attrNameLst>
                                      </p:cBhvr>
                                      <p:tavLst>
                                        <p:tav tm="0">
                                          <p:val>
                                            <p:strVal val="#ppt_x"/>
                                          </p:val>
                                        </p:tav>
                                        <p:tav tm="100000">
                                          <p:val>
                                            <p:strVal val="#ppt_x"/>
                                          </p:val>
                                        </p:tav>
                                      </p:tavLst>
                                    </p:anim>
                                    <p:anim calcmode="lin" valueType="num">
                                      <p:cBhvr additive="base">
                                        <p:cTn id="127" dur="500" fill="hold"/>
                                        <p:tgtEl>
                                          <p:spTgt spid="60"/>
                                        </p:tgtEl>
                                        <p:attrNameLst>
                                          <p:attrName>ppt_y</p:attrName>
                                        </p:attrNameLst>
                                      </p:cBhvr>
                                      <p:tavLst>
                                        <p:tav tm="0">
                                          <p:val>
                                            <p:strVal val="1+#ppt_h/2"/>
                                          </p:val>
                                        </p:tav>
                                        <p:tav tm="100000">
                                          <p:val>
                                            <p:strVal val="#ppt_y"/>
                                          </p:val>
                                        </p:tav>
                                      </p:tavLst>
                                    </p:anim>
                                  </p:childTnLst>
                                </p:cTn>
                              </p:par>
                            </p:childTnLst>
                          </p:cTn>
                        </p:par>
                        <p:par>
                          <p:cTn id="128" fill="hold">
                            <p:stCondLst>
                              <p:cond delay="10500"/>
                            </p:stCondLst>
                            <p:childTnLst>
                              <p:par>
                                <p:cTn id="129" presetID="53" presetClass="entr" presetSubtype="0" fill="hold" grpId="0" nodeType="afterEffect">
                                  <p:stCondLst>
                                    <p:cond delay="0"/>
                                  </p:stCondLst>
                                  <p:childTnLst>
                                    <p:set>
                                      <p:cBhvr>
                                        <p:cTn id="130" dur="1" fill="hold">
                                          <p:stCondLst>
                                            <p:cond delay="0"/>
                                          </p:stCondLst>
                                        </p:cTn>
                                        <p:tgtEl>
                                          <p:spTgt spid="65"/>
                                        </p:tgtEl>
                                        <p:attrNameLst>
                                          <p:attrName>style.visibility</p:attrName>
                                        </p:attrNameLst>
                                      </p:cBhvr>
                                      <p:to>
                                        <p:strVal val="visible"/>
                                      </p:to>
                                    </p:set>
                                    <p:anim calcmode="lin" valueType="num">
                                      <p:cBhvr>
                                        <p:cTn id="131" dur="500" fill="hold"/>
                                        <p:tgtEl>
                                          <p:spTgt spid="65"/>
                                        </p:tgtEl>
                                        <p:attrNameLst>
                                          <p:attrName>ppt_w</p:attrName>
                                        </p:attrNameLst>
                                      </p:cBhvr>
                                      <p:tavLst>
                                        <p:tav tm="0">
                                          <p:val>
                                            <p:fltVal val="0"/>
                                          </p:val>
                                        </p:tav>
                                        <p:tav tm="100000">
                                          <p:val>
                                            <p:strVal val="#ppt_w"/>
                                          </p:val>
                                        </p:tav>
                                      </p:tavLst>
                                    </p:anim>
                                    <p:anim calcmode="lin" valueType="num">
                                      <p:cBhvr>
                                        <p:cTn id="132" dur="500" fill="hold"/>
                                        <p:tgtEl>
                                          <p:spTgt spid="65"/>
                                        </p:tgtEl>
                                        <p:attrNameLst>
                                          <p:attrName>ppt_h</p:attrName>
                                        </p:attrNameLst>
                                      </p:cBhvr>
                                      <p:tavLst>
                                        <p:tav tm="0">
                                          <p:val>
                                            <p:fltVal val="0"/>
                                          </p:val>
                                        </p:tav>
                                        <p:tav tm="100000">
                                          <p:val>
                                            <p:strVal val="#ppt_h"/>
                                          </p:val>
                                        </p:tav>
                                      </p:tavLst>
                                    </p:anim>
                                    <p:animEffect transition="in" filter="fade">
                                      <p:cBhvr>
                                        <p:cTn id="133" dur="500"/>
                                        <p:tgtEl>
                                          <p:spTgt spid="65"/>
                                        </p:tgtEl>
                                      </p:cBhvr>
                                    </p:animEffect>
                                  </p:childTnLst>
                                </p:cTn>
                              </p:par>
                              <p:par>
                                <p:cTn id="134" presetID="2" presetClass="entr" presetSubtype="4" accel="50000" decel="50000" fill="hold" grpId="0" nodeType="withEffect">
                                  <p:stCondLst>
                                    <p:cond delay="0"/>
                                  </p:stCondLst>
                                  <p:childTnLst>
                                    <p:set>
                                      <p:cBhvr>
                                        <p:cTn id="135" dur="1" fill="hold">
                                          <p:stCondLst>
                                            <p:cond delay="0"/>
                                          </p:stCondLst>
                                        </p:cTn>
                                        <p:tgtEl>
                                          <p:spTgt spid="64"/>
                                        </p:tgtEl>
                                        <p:attrNameLst>
                                          <p:attrName>style.visibility</p:attrName>
                                        </p:attrNameLst>
                                      </p:cBhvr>
                                      <p:to>
                                        <p:strVal val="visible"/>
                                      </p:to>
                                    </p:set>
                                    <p:anim calcmode="lin" valueType="num">
                                      <p:cBhvr additive="base">
                                        <p:cTn id="136" dur="500" fill="hold"/>
                                        <p:tgtEl>
                                          <p:spTgt spid="64"/>
                                        </p:tgtEl>
                                        <p:attrNameLst>
                                          <p:attrName>ppt_x</p:attrName>
                                        </p:attrNameLst>
                                      </p:cBhvr>
                                      <p:tavLst>
                                        <p:tav tm="0">
                                          <p:val>
                                            <p:strVal val="#ppt_x"/>
                                          </p:val>
                                        </p:tav>
                                        <p:tav tm="100000">
                                          <p:val>
                                            <p:strVal val="#ppt_x"/>
                                          </p:val>
                                        </p:tav>
                                      </p:tavLst>
                                    </p:anim>
                                    <p:anim calcmode="lin" valueType="num">
                                      <p:cBhvr additive="base">
                                        <p:cTn id="137" dur="500" fill="hold"/>
                                        <p:tgtEl>
                                          <p:spTgt spid="64"/>
                                        </p:tgtEl>
                                        <p:attrNameLst>
                                          <p:attrName>ppt_y</p:attrName>
                                        </p:attrNameLst>
                                      </p:cBhvr>
                                      <p:tavLst>
                                        <p:tav tm="0">
                                          <p:val>
                                            <p:strVal val="1+#ppt_h/2"/>
                                          </p:val>
                                        </p:tav>
                                        <p:tav tm="100000">
                                          <p:val>
                                            <p:strVal val="#ppt_y"/>
                                          </p:val>
                                        </p:tav>
                                      </p:tavLst>
                                    </p:anim>
                                  </p:childTnLst>
                                </p:cTn>
                              </p:par>
                            </p:childTnLst>
                          </p:cTn>
                        </p:par>
                        <p:par>
                          <p:cTn id="138" fill="hold">
                            <p:stCondLst>
                              <p:cond delay="11000"/>
                            </p:stCondLst>
                            <p:childTnLst>
                              <p:par>
                                <p:cTn id="139" presetID="53" presetClass="entr" presetSubtype="0" fill="hold" grpId="0" nodeType="afterEffect">
                                  <p:stCondLst>
                                    <p:cond delay="0"/>
                                  </p:stCondLst>
                                  <p:childTnLst>
                                    <p:set>
                                      <p:cBhvr>
                                        <p:cTn id="140" dur="1" fill="hold">
                                          <p:stCondLst>
                                            <p:cond delay="0"/>
                                          </p:stCondLst>
                                        </p:cTn>
                                        <p:tgtEl>
                                          <p:spTgt spid="67"/>
                                        </p:tgtEl>
                                        <p:attrNameLst>
                                          <p:attrName>style.visibility</p:attrName>
                                        </p:attrNameLst>
                                      </p:cBhvr>
                                      <p:to>
                                        <p:strVal val="visible"/>
                                      </p:to>
                                    </p:set>
                                    <p:anim calcmode="lin" valueType="num">
                                      <p:cBhvr>
                                        <p:cTn id="141" dur="500" fill="hold"/>
                                        <p:tgtEl>
                                          <p:spTgt spid="67"/>
                                        </p:tgtEl>
                                        <p:attrNameLst>
                                          <p:attrName>ppt_w</p:attrName>
                                        </p:attrNameLst>
                                      </p:cBhvr>
                                      <p:tavLst>
                                        <p:tav tm="0">
                                          <p:val>
                                            <p:fltVal val="0"/>
                                          </p:val>
                                        </p:tav>
                                        <p:tav tm="100000">
                                          <p:val>
                                            <p:strVal val="#ppt_w"/>
                                          </p:val>
                                        </p:tav>
                                      </p:tavLst>
                                    </p:anim>
                                    <p:anim calcmode="lin" valueType="num">
                                      <p:cBhvr>
                                        <p:cTn id="142" dur="500" fill="hold"/>
                                        <p:tgtEl>
                                          <p:spTgt spid="67"/>
                                        </p:tgtEl>
                                        <p:attrNameLst>
                                          <p:attrName>ppt_h</p:attrName>
                                        </p:attrNameLst>
                                      </p:cBhvr>
                                      <p:tavLst>
                                        <p:tav tm="0">
                                          <p:val>
                                            <p:fltVal val="0"/>
                                          </p:val>
                                        </p:tav>
                                        <p:tav tm="100000">
                                          <p:val>
                                            <p:strVal val="#ppt_h"/>
                                          </p:val>
                                        </p:tav>
                                      </p:tavLst>
                                    </p:anim>
                                    <p:animEffect transition="in" filter="fade">
                                      <p:cBhvr>
                                        <p:cTn id="143" dur="500"/>
                                        <p:tgtEl>
                                          <p:spTgt spid="67"/>
                                        </p:tgtEl>
                                      </p:cBhvr>
                                    </p:animEffect>
                                  </p:childTnLst>
                                </p:cTn>
                              </p:par>
                              <p:par>
                                <p:cTn id="144" presetID="2" presetClass="entr" presetSubtype="4" accel="50000" decel="50000" fill="hold" grpId="0" nodeType="withEffect">
                                  <p:stCondLst>
                                    <p:cond delay="0"/>
                                  </p:stCondLst>
                                  <p:childTnLst>
                                    <p:set>
                                      <p:cBhvr>
                                        <p:cTn id="145" dur="1" fill="hold">
                                          <p:stCondLst>
                                            <p:cond delay="0"/>
                                          </p:stCondLst>
                                        </p:cTn>
                                        <p:tgtEl>
                                          <p:spTgt spid="66"/>
                                        </p:tgtEl>
                                        <p:attrNameLst>
                                          <p:attrName>style.visibility</p:attrName>
                                        </p:attrNameLst>
                                      </p:cBhvr>
                                      <p:to>
                                        <p:strVal val="visible"/>
                                      </p:to>
                                    </p:set>
                                    <p:anim calcmode="lin" valueType="num">
                                      <p:cBhvr additive="base">
                                        <p:cTn id="146" dur="500" fill="hold"/>
                                        <p:tgtEl>
                                          <p:spTgt spid="66"/>
                                        </p:tgtEl>
                                        <p:attrNameLst>
                                          <p:attrName>ppt_x</p:attrName>
                                        </p:attrNameLst>
                                      </p:cBhvr>
                                      <p:tavLst>
                                        <p:tav tm="0">
                                          <p:val>
                                            <p:strVal val="#ppt_x"/>
                                          </p:val>
                                        </p:tav>
                                        <p:tav tm="100000">
                                          <p:val>
                                            <p:strVal val="#ppt_x"/>
                                          </p:val>
                                        </p:tav>
                                      </p:tavLst>
                                    </p:anim>
                                    <p:anim calcmode="lin" valueType="num">
                                      <p:cBhvr additive="base">
                                        <p:cTn id="147"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36" grpId="0" animBg="1"/>
      <p:bldP spid="37" grpId="0" animBg="1"/>
      <p:bldP spid="38" grpId="0" animBg="1"/>
      <p:bldP spid="43" grpId="0" animBg="1"/>
      <p:bldP spid="44" grpId="0" animBg="1"/>
      <p:bldP spid="46" grpId="0" animBg="1"/>
      <p:bldP spid="51" grpId="0" animBg="1"/>
      <p:bldP spid="52" grpId="0" animBg="1"/>
      <p:bldP spid="53" grpId="0" animBg="1"/>
      <p:bldP spid="54" grpId="0" animBg="1"/>
      <p:bldP spid="55" grpId="0"/>
      <p:bldP spid="57" grpId="0" animBg="1"/>
      <p:bldP spid="60" grpId="0"/>
      <p:bldP spid="62" grpId="0" animBg="1"/>
      <p:bldP spid="64" grpId="0"/>
      <p:bldP spid="65" grpId="0" animBg="1"/>
      <p:bldP spid="66" grpId="0"/>
      <p:bldP spid="67" grpId="0" animBg="1"/>
      <p:bldP spid="68" grpId="0"/>
      <p:bldP spid="80" grpId="0"/>
      <p:bldP spid="81" grpId="0"/>
      <p:bldP spid="82"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095375"/>
            <a:ext cx="3006725" cy="566738"/>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TextBox 27"/>
          <p:cNvSpPr txBox="1"/>
          <p:nvPr/>
        </p:nvSpPr>
        <p:spPr>
          <a:xfrm>
            <a:off x="3733800" y="1133475"/>
            <a:ext cx="1960793" cy="523220"/>
          </a:xfrm>
          <a:prstGeom prst="rect">
            <a:avLst/>
          </a:prstGeom>
          <a:noFill/>
        </p:spPr>
        <p:txBody>
          <a:bodyPr wrap="none" rtlCol="0">
            <a:spAutoFit/>
          </a:bodyPr>
          <a:lstStyle/>
          <a:p>
            <a:r>
              <a:rPr lang="en-US" sz="2800" b="1" cap="all" dirty="0">
                <a:solidFill>
                  <a:schemeClr val="tx1">
                    <a:lumMod val="50000"/>
                    <a:lumOff val="50000"/>
                  </a:schemeClr>
                </a:solidFill>
              </a:rPr>
              <a:t>3D objects</a:t>
            </a:r>
            <a:endParaRPr lang="en-US" sz="2800" b="1" dirty="0">
              <a:solidFill>
                <a:schemeClr val="tx1">
                  <a:lumMod val="50000"/>
                  <a:lumOff val="50000"/>
                </a:schemeClr>
              </a:solidFill>
            </a:endParaRPr>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slide(fromBottom)">
                                      <p:cBhvr>
                                        <p:cTn id="1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 grpId="0" animBg="1"/>
      <p:bldP spid="28"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3D Infographic</a:t>
            </a:r>
            <a:endParaRPr lang="en-US" dirty="0"/>
          </a:p>
        </p:txBody>
      </p:sp>
      <p:sp>
        <p:nvSpPr>
          <p:cNvPr id="3" name="Text Placeholder 2"/>
          <p:cNvSpPr>
            <a:spLocks noGrp="1"/>
          </p:cNvSpPr>
          <p:nvPr>
            <p:ph type="body" sz="half" idx="2"/>
          </p:nvPr>
        </p:nvSpPr>
        <p:spPr/>
        <p:txBody>
          <a:bodyPr/>
          <a:lstStyle/>
          <a:p>
            <a:r>
              <a:rPr lang="en-US"/>
              <a:t>3D Infographic</a:t>
            </a:r>
            <a:endParaRPr lang="en-US" dirty="0"/>
          </a:p>
        </p:txBody>
      </p:sp>
      <p:sp>
        <p:nvSpPr>
          <p:cNvPr id="53" name="Slide Number Placeholder 52"/>
          <p:cNvSpPr>
            <a:spLocks noGrp="1"/>
          </p:cNvSpPr>
          <p:nvPr>
            <p:ph type="sldNum" sz="quarter" idx="12"/>
          </p:nvPr>
        </p:nvSpPr>
        <p:spPr/>
        <p:txBody>
          <a:bodyPr/>
          <a:lstStyle/>
          <a:p>
            <a:fld id="{C136B7D2-B98C-44FD-8D04-7EC62A564975}" type="slidenum">
              <a:rPr lang="en-US" smtClean="0"/>
              <a:pPr/>
              <a:t>210</a:t>
            </a:fld>
            <a:endParaRPr lang="en-US" dirty="0"/>
          </a:p>
        </p:txBody>
      </p:sp>
      <p:grpSp>
        <p:nvGrpSpPr>
          <p:cNvPr id="4" name="Group 71"/>
          <p:cNvGrpSpPr/>
          <p:nvPr/>
        </p:nvGrpSpPr>
        <p:grpSpPr>
          <a:xfrm>
            <a:off x="5403850" y="2404837"/>
            <a:ext cx="928688" cy="1028701"/>
            <a:chOff x="5403850" y="2404837"/>
            <a:chExt cx="928688" cy="1028701"/>
          </a:xfrm>
        </p:grpSpPr>
        <p:sp>
          <p:nvSpPr>
            <p:cNvPr id="9238" name="Freeform 22"/>
            <p:cNvSpPr>
              <a:spLocks/>
            </p:cNvSpPr>
            <p:nvPr/>
          </p:nvSpPr>
          <p:spPr bwMode="auto">
            <a:xfrm rot="5400000">
              <a:off x="5715794" y="2816793"/>
              <a:ext cx="515938" cy="717550"/>
            </a:xfrm>
            <a:custGeom>
              <a:avLst/>
              <a:gdLst/>
              <a:ahLst/>
              <a:cxnLst>
                <a:cxn ang="0">
                  <a:pos x="0" y="322"/>
                </a:cxn>
                <a:cxn ang="0">
                  <a:pos x="0" y="0"/>
                </a:cxn>
                <a:cxn ang="0">
                  <a:pos x="325" y="199"/>
                </a:cxn>
                <a:cxn ang="0">
                  <a:pos x="325" y="452"/>
                </a:cxn>
                <a:cxn ang="0">
                  <a:pos x="0" y="322"/>
                </a:cxn>
              </a:cxnLst>
              <a:rect l="0" t="0" r="r" b="b"/>
              <a:pathLst>
                <a:path w="325" h="452">
                  <a:moveTo>
                    <a:pt x="0" y="322"/>
                  </a:moveTo>
                  <a:lnTo>
                    <a:pt x="0" y="0"/>
                  </a:lnTo>
                  <a:lnTo>
                    <a:pt x="325" y="199"/>
                  </a:lnTo>
                  <a:lnTo>
                    <a:pt x="325" y="452"/>
                  </a:lnTo>
                  <a:lnTo>
                    <a:pt x="0" y="322"/>
                  </a:lnTo>
                  <a:close/>
                </a:path>
              </a:pathLst>
            </a:custGeom>
            <a:solidFill>
              <a:schemeClr val="accent6">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39" name="Freeform 23"/>
            <p:cNvSpPr>
              <a:spLocks/>
            </p:cNvSpPr>
            <p:nvPr/>
          </p:nvSpPr>
          <p:spPr bwMode="auto">
            <a:xfrm rot="5400000">
              <a:off x="5098257" y="2710431"/>
              <a:ext cx="1028700" cy="417513"/>
            </a:xfrm>
            <a:custGeom>
              <a:avLst/>
              <a:gdLst/>
              <a:ahLst/>
              <a:cxnLst>
                <a:cxn ang="0">
                  <a:pos x="323" y="263"/>
                </a:cxn>
                <a:cxn ang="0">
                  <a:pos x="0" y="128"/>
                </a:cxn>
                <a:cxn ang="0">
                  <a:pos x="323" y="0"/>
                </a:cxn>
                <a:cxn ang="0">
                  <a:pos x="648" y="130"/>
                </a:cxn>
                <a:cxn ang="0">
                  <a:pos x="323" y="263"/>
                </a:cxn>
              </a:cxnLst>
              <a:rect l="0" t="0" r="r" b="b"/>
              <a:pathLst>
                <a:path w="648" h="263">
                  <a:moveTo>
                    <a:pt x="323" y="263"/>
                  </a:moveTo>
                  <a:lnTo>
                    <a:pt x="0" y="128"/>
                  </a:lnTo>
                  <a:lnTo>
                    <a:pt x="323" y="0"/>
                  </a:lnTo>
                  <a:lnTo>
                    <a:pt x="648" y="130"/>
                  </a:lnTo>
                  <a:lnTo>
                    <a:pt x="323" y="263"/>
                  </a:lnTo>
                  <a:close/>
                </a:path>
              </a:pathLst>
            </a:custGeom>
            <a:solidFill>
              <a:schemeClr val="accent6">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0" name="Freeform 24"/>
            <p:cNvSpPr>
              <a:spLocks/>
            </p:cNvSpPr>
            <p:nvPr/>
          </p:nvSpPr>
          <p:spPr bwMode="auto">
            <a:xfrm rot="5400000">
              <a:off x="5718969" y="2304031"/>
              <a:ext cx="512763" cy="714375"/>
            </a:xfrm>
            <a:custGeom>
              <a:avLst/>
              <a:gdLst/>
              <a:ahLst/>
              <a:cxnLst>
                <a:cxn ang="0">
                  <a:pos x="323" y="322"/>
                </a:cxn>
                <a:cxn ang="0">
                  <a:pos x="0" y="450"/>
                </a:cxn>
                <a:cxn ang="0">
                  <a:pos x="0" y="192"/>
                </a:cxn>
                <a:cxn ang="0">
                  <a:pos x="323" y="0"/>
                </a:cxn>
                <a:cxn ang="0">
                  <a:pos x="323" y="322"/>
                </a:cxn>
              </a:cxnLst>
              <a:rect l="0" t="0" r="r" b="b"/>
              <a:pathLst>
                <a:path w="323" h="450">
                  <a:moveTo>
                    <a:pt x="323" y="322"/>
                  </a:moveTo>
                  <a:lnTo>
                    <a:pt x="0" y="450"/>
                  </a:lnTo>
                  <a:lnTo>
                    <a:pt x="0" y="192"/>
                  </a:lnTo>
                  <a:lnTo>
                    <a:pt x="323" y="0"/>
                  </a:lnTo>
                  <a:lnTo>
                    <a:pt x="323" y="322"/>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70"/>
          <p:cNvGrpSpPr/>
          <p:nvPr/>
        </p:nvGrpSpPr>
        <p:grpSpPr>
          <a:xfrm>
            <a:off x="4824412" y="2096862"/>
            <a:ext cx="804863" cy="1622425"/>
            <a:chOff x="4824412" y="2096862"/>
            <a:chExt cx="804863" cy="1622425"/>
          </a:xfrm>
        </p:grpSpPr>
        <p:sp>
          <p:nvSpPr>
            <p:cNvPr id="9241" name="Freeform 25"/>
            <p:cNvSpPr>
              <a:spLocks/>
            </p:cNvSpPr>
            <p:nvPr/>
          </p:nvSpPr>
          <p:spPr bwMode="auto">
            <a:xfrm rot="5400000">
              <a:off x="4893469" y="2181794"/>
              <a:ext cx="820738" cy="650875"/>
            </a:xfrm>
            <a:custGeom>
              <a:avLst/>
              <a:gdLst/>
              <a:ahLst/>
              <a:cxnLst>
                <a:cxn ang="0">
                  <a:pos x="0" y="410"/>
                </a:cxn>
                <a:cxn ang="0">
                  <a:pos x="0" y="147"/>
                </a:cxn>
                <a:cxn ang="0">
                  <a:pos x="517" y="0"/>
                </a:cxn>
                <a:cxn ang="0">
                  <a:pos x="517" y="336"/>
                </a:cxn>
                <a:cxn ang="0">
                  <a:pos x="0" y="410"/>
                </a:cxn>
              </a:cxnLst>
              <a:rect l="0" t="0" r="r" b="b"/>
              <a:pathLst>
                <a:path w="517" h="410">
                  <a:moveTo>
                    <a:pt x="0" y="410"/>
                  </a:moveTo>
                  <a:lnTo>
                    <a:pt x="0" y="147"/>
                  </a:lnTo>
                  <a:lnTo>
                    <a:pt x="517" y="0"/>
                  </a:lnTo>
                  <a:lnTo>
                    <a:pt x="517" y="336"/>
                  </a:lnTo>
                  <a:lnTo>
                    <a:pt x="0" y="41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2" name="Freeform 26"/>
            <p:cNvSpPr>
              <a:spLocks/>
            </p:cNvSpPr>
            <p:nvPr/>
          </p:nvSpPr>
          <p:spPr bwMode="auto">
            <a:xfrm rot="5400000">
              <a:off x="4897437" y="2987449"/>
              <a:ext cx="801688" cy="661988"/>
            </a:xfrm>
            <a:custGeom>
              <a:avLst/>
              <a:gdLst/>
              <a:ahLst/>
              <a:cxnLst>
                <a:cxn ang="0">
                  <a:pos x="505" y="417"/>
                </a:cxn>
                <a:cxn ang="0">
                  <a:pos x="0" y="336"/>
                </a:cxn>
                <a:cxn ang="0">
                  <a:pos x="0" y="0"/>
                </a:cxn>
                <a:cxn ang="0">
                  <a:pos x="503" y="149"/>
                </a:cxn>
                <a:cxn ang="0">
                  <a:pos x="505" y="417"/>
                </a:cxn>
                <a:cxn ang="0">
                  <a:pos x="505" y="417"/>
                </a:cxn>
              </a:cxnLst>
              <a:rect l="0" t="0" r="r" b="b"/>
              <a:pathLst>
                <a:path w="505" h="417">
                  <a:moveTo>
                    <a:pt x="505" y="417"/>
                  </a:moveTo>
                  <a:lnTo>
                    <a:pt x="0" y="336"/>
                  </a:lnTo>
                  <a:lnTo>
                    <a:pt x="0" y="0"/>
                  </a:lnTo>
                  <a:lnTo>
                    <a:pt x="503" y="149"/>
                  </a:lnTo>
                  <a:lnTo>
                    <a:pt x="505" y="417"/>
                  </a:lnTo>
                  <a:lnTo>
                    <a:pt x="505" y="417"/>
                  </a:lnTo>
                  <a:close/>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3" name="Freeform 27"/>
            <p:cNvSpPr>
              <a:spLocks/>
            </p:cNvSpPr>
            <p:nvPr/>
          </p:nvSpPr>
          <p:spPr bwMode="auto">
            <a:xfrm rot="5400000">
              <a:off x="4148931" y="2772343"/>
              <a:ext cx="1622425" cy="271463"/>
            </a:xfrm>
            <a:custGeom>
              <a:avLst/>
              <a:gdLst/>
              <a:ahLst/>
              <a:cxnLst>
                <a:cxn ang="0">
                  <a:pos x="517" y="0"/>
                </a:cxn>
                <a:cxn ang="0">
                  <a:pos x="1022" y="81"/>
                </a:cxn>
                <a:cxn ang="0">
                  <a:pos x="517" y="171"/>
                </a:cxn>
                <a:cxn ang="0">
                  <a:pos x="0" y="74"/>
                </a:cxn>
                <a:cxn ang="0">
                  <a:pos x="517" y="0"/>
                </a:cxn>
              </a:cxnLst>
              <a:rect l="0" t="0" r="r" b="b"/>
              <a:pathLst>
                <a:path w="1022" h="171">
                  <a:moveTo>
                    <a:pt x="517" y="0"/>
                  </a:moveTo>
                  <a:lnTo>
                    <a:pt x="1022" y="81"/>
                  </a:lnTo>
                  <a:lnTo>
                    <a:pt x="517" y="171"/>
                  </a:lnTo>
                  <a:lnTo>
                    <a:pt x="0" y="74"/>
                  </a:lnTo>
                  <a:lnTo>
                    <a:pt x="517" y="0"/>
                  </a:ln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67"/>
          <p:cNvGrpSpPr/>
          <p:nvPr/>
        </p:nvGrpSpPr>
        <p:grpSpPr>
          <a:xfrm>
            <a:off x="2811462" y="2404837"/>
            <a:ext cx="933451" cy="1028701"/>
            <a:chOff x="2811462" y="2404837"/>
            <a:chExt cx="933451" cy="1028701"/>
          </a:xfrm>
        </p:grpSpPr>
        <p:sp>
          <p:nvSpPr>
            <p:cNvPr id="9244" name="Freeform 28"/>
            <p:cNvSpPr>
              <a:spLocks/>
            </p:cNvSpPr>
            <p:nvPr/>
          </p:nvSpPr>
          <p:spPr bwMode="auto">
            <a:xfrm rot="5400000">
              <a:off x="2914650" y="2814412"/>
              <a:ext cx="515938" cy="722313"/>
            </a:xfrm>
            <a:custGeom>
              <a:avLst/>
              <a:gdLst/>
              <a:ahLst/>
              <a:cxnLst>
                <a:cxn ang="0">
                  <a:pos x="0" y="130"/>
                </a:cxn>
                <a:cxn ang="0">
                  <a:pos x="0" y="455"/>
                </a:cxn>
                <a:cxn ang="0">
                  <a:pos x="325" y="253"/>
                </a:cxn>
                <a:cxn ang="0">
                  <a:pos x="325" y="0"/>
                </a:cxn>
                <a:cxn ang="0">
                  <a:pos x="0" y="130"/>
                </a:cxn>
              </a:cxnLst>
              <a:rect l="0" t="0" r="r" b="b"/>
              <a:pathLst>
                <a:path w="325" h="455">
                  <a:moveTo>
                    <a:pt x="0" y="130"/>
                  </a:moveTo>
                  <a:lnTo>
                    <a:pt x="0" y="455"/>
                  </a:lnTo>
                  <a:lnTo>
                    <a:pt x="325" y="253"/>
                  </a:lnTo>
                  <a:lnTo>
                    <a:pt x="325" y="0"/>
                  </a:lnTo>
                  <a:lnTo>
                    <a:pt x="0" y="13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5" name="Freeform 29"/>
            <p:cNvSpPr>
              <a:spLocks/>
            </p:cNvSpPr>
            <p:nvPr/>
          </p:nvSpPr>
          <p:spPr bwMode="auto">
            <a:xfrm rot="5400000">
              <a:off x="3021807" y="2710431"/>
              <a:ext cx="1028700" cy="417513"/>
            </a:xfrm>
            <a:custGeom>
              <a:avLst/>
              <a:gdLst/>
              <a:ahLst/>
              <a:cxnLst>
                <a:cxn ang="0">
                  <a:pos x="323" y="0"/>
                </a:cxn>
                <a:cxn ang="0">
                  <a:pos x="0" y="135"/>
                </a:cxn>
                <a:cxn ang="0">
                  <a:pos x="323" y="263"/>
                </a:cxn>
                <a:cxn ang="0">
                  <a:pos x="648" y="133"/>
                </a:cxn>
                <a:cxn ang="0">
                  <a:pos x="323" y="0"/>
                </a:cxn>
              </a:cxnLst>
              <a:rect l="0" t="0" r="r" b="b"/>
              <a:pathLst>
                <a:path w="648" h="263">
                  <a:moveTo>
                    <a:pt x="323" y="0"/>
                  </a:moveTo>
                  <a:lnTo>
                    <a:pt x="0" y="135"/>
                  </a:lnTo>
                  <a:lnTo>
                    <a:pt x="323" y="263"/>
                  </a:lnTo>
                  <a:lnTo>
                    <a:pt x="648" y="133"/>
                  </a:lnTo>
                  <a:lnTo>
                    <a:pt x="323" y="0"/>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6" name="Freeform 30"/>
            <p:cNvSpPr>
              <a:spLocks/>
            </p:cNvSpPr>
            <p:nvPr/>
          </p:nvSpPr>
          <p:spPr bwMode="auto">
            <a:xfrm rot="5400000">
              <a:off x="2914650" y="2301650"/>
              <a:ext cx="512763" cy="719138"/>
            </a:xfrm>
            <a:custGeom>
              <a:avLst/>
              <a:gdLst/>
              <a:ahLst/>
              <a:cxnLst>
                <a:cxn ang="0">
                  <a:pos x="323" y="128"/>
                </a:cxn>
                <a:cxn ang="0">
                  <a:pos x="0" y="0"/>
                </a:cxn>
                <a:cxn ang="0">
                  <a:pos x="0" y="258"/>
                </a:cxn>
                <a:cxn ang="0">
                  <a:pos x="323" y="453"/>
                </a:cxn>
                <a:cxn ang="0">
                  <a:pos x="323" y="128"/>
                </a:cxn>
              </a:cxnLst>
              <a:rect l="0" t="0" r="r" b="b"/>
              <a:pathLst>
                <a:path w="323" h="453">
                  <a:moveTo>
                    <a:pt x="323" y="128"/>
                  </a:moveTo>
                  <a:lnTo>
                    <a:pt x="0" y="0"/>
                  </a:lnTo>
                  <a:lnTo>
                    <a:pt x="0" y="258"/>
                  </a:lnTo>
                  <a:lnTo>
                    <a:pt x="323" y="453"/>
                  </a:lnTo>
                  <a:lnTo>
                    <a:pt x="323" y="12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68"/>
          <p:cNvGrpSpPr/>
          <p:nvPr/>
        </p:nvGrpSpPr>
        <p:grpSpPr>
          <a:xfrm>
            <a:off x="3519487" y="2096862"/>
            <a:ext cx="804863" cy="1622425"/>
            <a:chOff x="3519487" y="2096862"/>
            <a:chExt cx="804863" cy="1622425"/>
          </a:xfrm>
        </p:grpSpPr>
        <p:sp>
          <p:nvSpPr>
            <p:cNvPr id="9247" name="Freeform 31"/>
            <p:cNvSpPr>
              <a:spLocks/>
            </p:cNvSpPr>
            <p:nvPr/>
          </p:nvSpPr>
          <p:spPr bwMode="auto">
            <a:xfrm rot="5400000">
              <a:off x="3434557" y="2181794"/>
              <a:ext cx="820738" cy="650875"/>
            </a:xfrm>
            <a:custGeom>
              <a:avLst/>
              <a:gdLst/>
              <a:ahLst/>
              <a:cxnLst>
                <a:cxn ang="0">
                  <a:pos x="0" y="0"/>
                </a:cxn>
                <a:cxn ang="0">
                  <a:pos x="0" y="263"/>
                </a:cxn>
                <a:cxn ang="0">
                  <a:pos x="517" y="410"/>
                </a:cxn>
                <a:cxn ang="0">
                  <a:pos x="517" y="74"/>
                </a:cxn>
                <a:cxn ang="0">
                  <a:pos x="0" y="0"/>
                </a:cxn>
              </a:cxnLst>
              <a:rect l="0" t="0" r="r" b="b"/>
              <a:pathLst>
                <a:path w="517" h="410">
                  <a:moveTo>
                    <a:pt x="0" y="0"/>
                  </a:moveTo>
                  <a:lnTo>
                    <a:pt x="0" y="263"/>
                  </a:lnTo>
                  <a:lnTo>
                    <a:pt x="517" y="410"/>
                  </a:lnTo>
                  <a:lnTo>
                    <a:pt x="517" y="74"/>
                  </a:ln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8" name="Freeform 32"/>
            <p:cNvSpPr>
              <a:spLocks/>
            </p:cNvSpPr>
            <p:nvPr/>
          </p:nvSpPr>
          <p:spPr bwMode="auto">
            <a:xfrm rot="5400000">
              <a:off x="3449637" y="2987449"/>
              <a:ext cx="801688" cy="661988"/>
            </a:xfrm>
            <a:custGeom>
              <a:avLst/>
              <a:gdLst/>
              <a:ahLst/>
              <a:cxnLst>
                <a:cxn ang="0">
                  <a:pos x="505" y="0"/>
                </a:cxn>
                <a:cxn ang="0">
                  <a:pos x="0" y="81"/>
                </a:cxn>
                <a:cxn ang="0">
                  <a:pos x="0" y="417"/>
                </a:cxn>
                <a:cxn ang="0">
                  <a:pos x="503" y="270"/>
                </a:cxn>
                <a:cxn ang="0">
                  <a:pos x="505" y="0"/>
                </a:cxn>
                <a:cxn ang="0">
                  <a:pos x="505" y="0"/>
                </a:cxn>
              </a:cxnLst>
              <a:rect l="0" t="0" r="r" b="b"/>
              <a:pathLst>
                <a:path w="505" h="417">
                  <a:moveTo>
                    <a:pt x="505" y="0"/>
                  </a:moveTo>
                  <a:lnTo>
                    <a:pt x="0" y="81"/>
                  </a:lnTo>
                  <a:lnTo>
                    <a:pt x="0" y="417"/>
                  </a:lnTo>
                  <a:lnTo>
                    <a:pt x="503" y="270"/>
                  </a:lnTo>
                  <a:lnTo>
                    <a:pt x="505" y="0"/>
                  </a:lnTo>
                  <a:lnTo>
                    <a:pt x="505"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49" name="Freeform 33"/>
            <p:cNvSpPr>
              <a:spLocks/>
            </p:cNvSpPr>
            <p:nvPr/>
          </p:nvSpPr>
          <p:spPr bwMode="auto">
            <a:xfrm rot="5400000">
              <a:off x="3377406" y="2772343"/>
              <a:ext cx="1622425" cy="271463"/>
            </a:xfrm>
            <a:custGeom>
              <a:avLst/>
              <a:gdLst/>
              <a:ahLst/>
              <a:cxnLst>
                <a:cxn ang="0">
                  <a:pos x="0" y="97"/>
                </a:cxn>
                <a:cxn ang="0">
                  <a:pos x="517" y="171"/>
                </a:cxn>
                <a:cxn ang="0">
                  <a:pos x="1022" y="90"/>
                </a:cxn>
                <a:cxn ang="0">
                  <a:pos x="517" y="0"/>
                </a:cxn>
                <a:cxn ang="0">
                  <a:pos x="0" y="97"/>
                </a:cxn>
              </a:cxnLst>
              <a:rect l="0" t="0" r="r" b="b"/>
              <a:pathLst>
                <a:path w="1022" h="171">
                  <a:moveTo>
                    <a:pt x="0" y="97"/>
                  </a:moveTo>
                  <a:lnTo>
                    <a:pt x="517" y="171"/>
                  </a:lnTo>
                  <a:lnTo>
                    <a:pt x="1022" y="90"/>
                  </a:lnTo>
                  <a:lnTo>
                    <a:pt x="517" y="0"/>
                  </a:lnTo>
                  <a:lnTo>
                    <a:pt x="0" y="97"/>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69"/>
          <p:cNvGrpSpPr/>
          <p:nvPr/>
        </p:nvGrpSpPr>
        <p:grpSpPr>
          <a:xfrm>
            <a:off x="4206876" y="1784124"/>
            <a:ext cx="711200" cy="2260600"/>
            <a:chOff x="4206876" y="1784124"/>
            <a:chExt cx="711200" cy="2260600"/>
          </a:xfrm>
        </p:grpSpPr>
        <p:sp>
          <p:nvSpPr>
            <p:cNvPr id="9250" name="Freeform 34"/>
            <p:cNvSpPr>
              <a:spLocks/>
            </p:cNvSpPr>
            <p:nvPr/>
          </p:nvSpPr>
          <p:spPr bwMode="auto">
            <a:xfrm rot="5400000">
              <a:off x="3998913" y="3125562"/>
              <a:ext cx="1127125" cy="711200"/>
            </a:xfrm>
            <a:custGeom>
              <a:avLst/>
              <a:gdLst/>
              <a:ahLst/>
              <a:cxnLst>
                <a:cxn ang="0">
                  <a:pos x="0" y="448"/>
                </a:cxn>
                <a:cxn ang="0">
                  <a:pos x="0" y="0"/>
                </a:cxn>
                <a:cxn ang="0">
                  <a:pos x="710" y="78"/>
                </a:cxn>
                <a:cxn ang="0">
                  <a:pos x="710" y="369"/>
                </a:cxn>
                <a:cxn ang="0">
                  <a:pos x="0" y="448"/>
                </a:cxn>
              </a:cxnLst>
              <a:rect l="0" t="0" r="r" b="b"/>
              <a:pathLst>
                <a:path w="710" h="448">
                  <a:moveTo>
                    <a:pt x="0" y="448"/>
                  </a:moveTo>
                  <a:lnTo>
                    <a:pt x="0" y="0"/>
                  </a:lnTo>
                  <a:lnTo>
                    <a:pt x="710" y="78"/>
                  </a:lnTo>
                  <a:lnTo>
                    <a:pt x="710" y="369"/>
                  </a:lnTo>
                  <a:lnTo>
                    <a:pt x="0" y="448"/>
                  </a:ln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51" name="Freeform 35"/>
            <p:cNvSpPr>
              <a:spLocks/>
            </p:cNvSpPr>
            <p:nvPr/>
          </p:nvSpPr>
          <p:spPr bwMode="auto">
            <a:xfrm rot="5400000">
              <a:off x="3995738" y="1995262"/>
              <a:ext cx="1133475" cy="711200"/>
            </a:xfrm>
            <a:custGeom>
              <a:avLst/>
              <a:gdLst/>
              <a:ahLst/>
              <a:cxnLst>
                <a:cxn ang="0">
                  <a:pos x="714" y="0"/>
                </a:cxn>
                <a:cxn ang="0">
                  <a:pos x="714" y="448"/>
                </a:cxn>
                <a:cxn ang="0">
                  <a:pos x="0" y="369"/>
                </a:cxn>
                <a:cxn ang="0">
                  <a:pos x="0" y="83"/>
                </a:cxn>
                <a:cxn ang="0">
                  <a:pos x="714" y="0"/>
                </a:cxn>
              </a:cxnLst>
              <a:rect l="0" t="0" r="r" b="b"/>
              <a:pathLst>
                <a:path w="714" h="448">
                  <a:moveTo>
                    <a:pt x="714" y="0"/>
                  </a:moveTo>
                  <a:lnTo>
                    <a:pt x="714" y="448"/>
                  </a:lnTo>
                  <a:lnTo>
                    <a:pt x="0" y="369"/>
                  </a:lnTo>
                  <a:lnTo>
                    <a:pt x="0" y="83"/>
                  </a:lnTo>
                  <a:lnTo>
                    <a:pt x="714"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81"/>
          <p:cNvGrpSpPr/>
          <p:nvPr/>
        </p:nvGrpSpPr>
        <p:grpSpPr>
          <a:xfrm flipV="1">
            <a:off x="3483070" y="3927809"/>
            <a:ext cx="455253" cy="217757"/>
            <a:chOff x="3376482" y="1459073"/>
            <a:chExt cx="455253" cy="221445"/>
          </a:xfrm>
        </p:grpSpPr>
        <p:cxnSp>
          <p:nvCxnSpPr>
            <p:cNvPr id="39" name="Straight Connector 38"/>
            <p:cNvCxnSpPr/>
            <p:nvPr/>
          </p:nvCxnSpPr>
          <p:spPr>
            <a:xfrm flipH="1" flipV="1">
              <a:off x="3592681" y="1460250"/>
              <a:ext cx="239054" cy="220268"/>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flipH="1" flipV="1">
              <a:off x="3376482" y="1459073"/>
              <a:ext cx="216200" cy="0"/>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0" name="Group 59"/>
          <p:cNvGrpSpPr/>
          <p:nvPr/>
        </p:nvGrpSpPr>
        <p:grpSpPr>
          <a:xfrm>
            <a:off x="5881895" y="3791022"/>
            <a:ext cx="2276195" cy="671368"/>
            <a:chOff x="7154104" y="3244276"/>
            <a:chExt cx="2276195" cy="671368"/>
          </a:xfrm>
        </p:grpSpPr>
        <p:sp>
          <p:nvSpPr>
            <p:cNvPr id="42" name="TextBox 41"/>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3" name="Rectangle 42"/>
            <p:cNvSpPr/>
            <p:nvPr/>
          </p:nvSpPr>
          <p:spPr>
            <a:xfrm>
              <a:off x="7154104" y="3244276"/>
              <a:ext cx="1032334" cy="184666"/>
            </a:xfrm>
            <a:prstGeom prst="rect">
              <a:avLst/>
            </a:prstGeom>
          </p:spPr>
          <p:txBody>
            <a:bodyPr wrap="none" lIns="0" tIns="0" rIns="0" bIns="0">
              <a:spAutoFit/>
            </a:bodyPr>
            <a:lstStyle/>
            <a:p>
              <a:r>
                <a:rPr lang="en-US" sz="1200" b="1" dirty="0">
                  <a:solidFill>
                    <a:schemeClr val="accent4"/>
                  </a:solidFill>
                </a:rPr>
                <a:t>Keyword Here</a:t>
              </a:r>
            </a:p>
          </p:txBody>
        </p:sp>
      </p:grpSp>
      <p:grpSp>
        <p:nvGrpSpPr>
          <p:cNvPr id="11" name="Group 58"/>
          <p:cNvGrpSpPr/>
          <p:nvPr/>
        </p:nvGrpSpPr>
        <p:grpSpPr>
          <a:xfrm>
            <a:off x="6530638" y="2563586"/>
            <a:ext cx="2276195" cy="680893"/>
            <a:chOff x="7174424" y="1381167"/>
            <a:chExt cx="2276195" cy="680893"/>
          </a:xfrm>
        </p:grpSpPr>
        <p:sp>
          <p:nvSpPr>
            <p:cNvPr id="45" name="TextBox 44"/>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lorem ipsum available  majority have suffered alteration .</a:t>
              </a:r>
              <a:endParaRPr lang="en-US" sz="1000" dirty="0">
                <a:solidFill>
                  <a:schemeClr val="tx1">
                    <a:lumMod val="65000"/>
                    <a:lumOff val="35000"/>
                  </a:schemeClr>
                </a:solidFill>
              </a:endParaRPr>
            </a:p>
          </p:txBody>
        </p:sp>
        <p:sp>
          <p:nvSpPr>
            <p:cNvPr id="46" name="Rectangle 45"/>
            <p:cNvSpPr/>
            <p:nvPr/>
          </p:nvSpPr>
          <p:spPr>
            <a:xfrm>
              <a:off x="7174424" y="1381167"/>
              <a:ext cx="1032334" cy="184666"/>
            </a:xfrm>
            <a:prstGeom prst="rect">
              <a:avLst/>
            </a:prstGeom>
          </p:spPr>
          <p:txBody>
            <a:bodyPr wrap="none" lIns="0" tIns="0" rIns="0" bIns="0">
              <a:spAutoFit/>
            </a:bodyPr>
            <a:lstStyle/>
            <a:p>
              <a:r>
                <a:rPr lang="en-US" sz="1200" b="1" dirty="0">
                  <a:solidFill>
                    <a:schemeClr val="accent6"/>
                  </a:solidFill>
                </a:rPr>
                <a:t>Keyword Here</a:t>
              </a:r>
            </a:p>
          </p:txBody>
        </p:sp>
      </p:grpSp>
      <p:grpSp>
        <p:nvGrpSpPr>
          <p:cNvPr id="12" name="Group 56"/>
          <p:cNvGrpSpPr/>
          <p:nvPr/>
        </p:nvGrpSpPr>
        <p:grpSpPr>
          <a:xfrm>
            <a:off x="3433902" y="1137815"/>
            <a:ext cx="2276196" cy="512223"/>
            <a:chOff x="-296510" y="1406858"/>
            <a:chExt cx="2276196" cy="512223"/>
          </a:xfrm>
        </p:grpSpPr>
        <p:sp>
          <p:nvSpPr>
            <p:cNvPr id="48" name="TextBox 47"/>
            <p:cNvSpPr txBox="1"/>
            <p:nvPr/>
          </p:nvSpPr>
          <p:spPr>
            <a:xfrm>
              <a:off x="-296510" y="1611304"/>
              <a:ext cx="2276196" cy="307777"/>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a:t>
              </a:r>
              <a:endParaRPr lang="en-US" sz="1000" dirty="0">
                <a:solidFill>
                  <a:schemeClr val="tx1">
                    <a:lumMod val="65000"/>
                    <a:lumOff val="35000"/>
                  </a:schemeClr>
                </a:solidFill>
              </a:endParaRPr>
            </a:p>
          </p:txBody>
        </p:sp>
        <p:sp>
          <p:nvSpPr>
            <p:cNvPr id="49" name="Rectangle 48"/>
            <p:cNvSpPr/>
            <p:nvPr/>
          </p:nvSpPr>
          <p:spPr>
            <a:xfrm>
              <a:off x="325421" y="1406858"/>
              <a:ext cx="1032334" cy="184666"/>
            </a:xfrm>
            <a:prstGeom prst="rect">
              <a:avLst/>
            </a:prstGeom>
          </p:spPr>
          <p:txBody>
            <a:bodyPr wrap="none" lIns="0" tIns="0" rIns="0" bIns="0">
              <a:spAutoFit/>
            </a:bodyPr>
            <a:lstStyle/>
            <a:p>
              <a:pPr algn="ctr"/>
              <a:r>
                <a:rPr lang="en-US" sz="1200" b="1" dirty="0">
                  <a:solidFill>
                    <a:schemeClr val="accent3"/>
                  </a:solidFill>
                </a:rPr>
                <a:t>Keyword Here</a:t>
              </a:r>
            </a:p>
          </p:txBody>
        </p:sp>
      </p:grpSp>
      <p:grpSp>
        <p:nvGrpSpPr>
          <p:cNvPr id="13" name="Group 56"/>
          <p:cNvGrpSpPr/>
          <p:nvPr/>
        </p:nvGrpSpPr>
        <p:grpSpPr>
          <a:xfrm>
            <a:off x="1082917" y="3820463"/>
            <a:ext cx="2276196" cy="652318"/>
            <a:chOff x="-296510" y="1420651"/>
            <a:chExt cx="2276196" cy="652318"/>
          </a:xfrm>
        </p:grpSpPr>
        <p:sp>
          <p:nvSpPr>
            <p:cNvPr id="51" name="TextBox 50"/>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2" name="Rectangle 51"/>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2"/>
                  </a:solidFill>
                </a:rPr>
                <a:t>Keyword Here</a:t>
              </a:r>
            </a:p>
          </p:txBody>
        </p:sp>
      </p:grpSp>
      <p:grpSp>
        <p:nvGrpSpPr>
          <p:cNvPr id="14" name="Group 56"/>
          <p:cNvGrpSpPr/>
          <p:nvPr/>
        </p:nvGrpSpPr>
        <p:grpSpPr>
          <a:xfrm>
            <a:off x="539510" y="2577873"/>
            <a:ext cx="2099252" cy="652318"/>
            <a:chOff x="-119566" y="1420651"/>
            <a:chExt cx="2099252" cy="652318"/>
          </a:xfrm>
        </p:grpSpPr>
        <p:sp>
          <p:nvSpPr>
            <p:cNvPr id="57" name="TextBox 56"/>
            <p:cNvSpPr txBox="1"/>
            <p:nvPr/>
          </p:nvSpPr>
          <p:spPr>
            <a:xfrm>
              <a:off x="-119566" y="1611304"/>
              <a:ext cx="2099252"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lorem ipsum available  majority have suffered alteration </a:t>
              </a:r>
              <a:endParaRPr lang="en-US" sz="1000" dirty="0">
                <a:solidFill>
                  <a:schemeClr val="tx1">
                    <a:lumMod val="65000"/>
                    <a:lumOff val="35000"/>
                  </a:schemeClr>
                </a:solidFill>
              </a:endParaRPr>
            </a:p>
          </p:txBody>
        </p:sp>
        <p:sp>
          <p:nvSpPr>
            <p:cNvPr id="58" name="Rectangle 57"/>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1"/>
                  </a:solidFill>
                </a:rPr>
                <a:t>Keyword Here</a:t>
              </a:r>
            </a:p>
          </p:txBody>
        </p:sp>
      </p:grpSp>
      <p:grpSp>
        <p:nvGrpSpPr>
          <p:cNvPr id="15" name="Group 81"/>
          <p:cNvGrpSpPr/>
          <p:nvPr/>
        </p:nvGrpSpPr>
        <p:grpSpPr>
          <a:xfrm flipH="1" flipV="1">
            <a:off x="5263284" y="3927809"/>
            <a:ext cx="455253" cy="217757"/>
            <a:chOff x="3376482" y="1459073"/>
            <a:chExt cx="455253" cy="221445"/>
          </a:xfrm>
        </p:grpSpPr>
        <p:cxnSp>
          <p:nvCxnSpPr>
            <p:cNvPr id="60" name="Straight Connector 59"/>
            <p:cNvCxnSpPr/>
            <p:nvPr/>
          </p:nvCxnSpPr>
          <p:spPr>
            <a:xfrm flipH="1" flipV="1">
              <a:off x="3592681" y="1460250"/>
              <a:ext cx="239054" cy="220268"/>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H="1" flipV="1">
              <a:off x="3376482" y="1459073"/>
              <a:ext cx="216200" cy="0"/>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accel="50000" decel="50000" fill="hold"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par>
                                <p:cTn id="14" presetID="2" presetClass="entr" presetSubtype="2" accel="50000" decel="5000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1+#ppt_w/2"/>
                                          </p:val>
                                        </p:tav>
                                        <p:tav tm="100000">
                                          <p:val>
                                            <p:strVal val="#ppt_x"/>
                                          </p:val>
                                        </p:tav>
                                      </p:tavLst>
                                    </p:anim>
                                    <p:anim calcmode="lin" valueType="num">
                                      <p:cBhvr additive="base">
                                        <p:cTn id="17" dur="500" fill="hold"/>
                                        <p:tgtEl>
                                          <p:spTgt spid="5"/>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2" presetClass="entr" presetSubtype="8" accel="50000" decel="5000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0-#ppt_w/2"/>
                                          </p:val>
                                        </p:tav>
                                        <p:tav tm="100000">
                                          <p:val>
                                            <p:strVal val="#ppt_x"/>
                                          </p:val>
                                        </p:tav>
                                      </p:tavLst>
                                    </p:anim>
                                    <p:anim calcmode="lin" valueType="num">
                                      <p:cBhvr additive="base">
                                        <p:cTn id="22" dur="500" fill="hold"/>
                                        <p:tgtEl>
                                          <p:spTgt spid="6"/>
                                        </p:tgtEl>
                                        <p:attrNameLst>
                                          <p:attrName>ppt_y</p:attrName>
                                        </p:attrNameLst>
                                      </p:cBhvr>
                                      <p:tavLst>
                                        <p:tav tm="0">
                                          <p:val>
                                            <p:strVal val="#ppt_y"/>
                                          </p:val>
                                        </p:tav>
                                        <p:tav tm="100000">
                                          <p:val>
                                            <p:strVal val="#ppt_y"/>
                                          </p:val>
                                        </p:tav>
                                      </p:tavLst>
                                    </p:anim>
                                  </p:childTnLst>
                                </p:cTn>
                              </p:par>
                              <p:par>
                                <p:cTn id="23" presetID="2" presetClass="entr" presetSubtype="2" accel="50000" decel="5000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1+#ppt_w/2"/>
                                          </p:val>
                                        </p:tav>
                                        <p:tav tm="100000">
                                          <p:val>
                                            <p:strVal val="#ppt_x"/>
                                          </p:val>
                                        </p:tav>
                                      </p:tavLst>
                                    </p:anim>
                                    <p:anim calcmode="lin" valueType="num">
                                      <p:cBhvr additive="base">
                                        <p:cTn id="26" dur="500" fill="hold"/>
                                        <p:tgtEl>
                                          <p:spTgt spid="4"/>
                                        </p:tgtEl>
                                        <p:attrNameLst>
                                          <p:attrName>ppt_y</p:attrName>
                                        </p:attrNameLst>
                                      </p:cBhvr>
                                      <p:tavLst>
                                        <p:tav tm="0">
                                          <p:val>
                                            <p:strVal val="#ppt_y"/>
                                          </p:val>
                                        </p:tav>
                                        <p:tav tm="100000">
                                          <p:val>
                                            <p:strVal val="#ppt_y"/>
                                          </p:val>
                                        </p:tav>
                                      </p:tavLst>
                                    </p:anim>
                                  </p:childTnLst>
                                </p:cTn>
                              </p:par>
                            </p:childTnLst>
                          </p:cTn>
                        </p:par>
                        <p:par>
                          <p:cTn id="27" fill="hold">
                            <p:stCondLst>
                              <p:cond delay="1500"/>
                            </p:stCondLst>
                            <p:childTnLst>
                              <p:par>
                                <p:cTn id="28" presetID="2" presetClass="entr" presetSubtype="8" accel="50000" decel="50000" fill="hold" nodeType="afterEffect">
                                  <p:stCondLst>
                                    <p:cond delay="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1000" fill="hold"/>
                                        <p:tgtEl>
                                          <p:spTgt spid="14"/>
                                        </p:tgtEl>
                                        <p:attrNameLst>
                                          <p:attrName>ppt_x</p:attrName>
                                        </p:attrNameLst>
                                      </p:cBhvr>
                                      <p:tavLst>
                                        <p:tav tm="0">
                                          <p:val>
                                            <p:strVal val="0-#ppt_w/2"/>
                                          </p:val>
                                        </p:tav>
                                        <p:tav tm="100000">
                                          <p:val>
                                            <p:strVal val="#ppt_x"/>
                                          </p:val>
                                        </p:tav>
                                      </p:tavLst>
                                    </p:anim>
                                    <p:anim calcmode="lin" valueType="num">
                                      <p:cBhvr additive="base">
                                        <p:cTn id="31" dur="1000" fill="hold"/>
                                        <p:tgtEl>
                                          <p:spTgt spid="14"/>
                                        </p:tgtEl>
                                        <p:attrNameLst>
                                          <p:attrName>ppt_y</p:attrName>
                                        </p:attrNameLst>
                                      </p:cBhvr>
                                      <p:tavLst>
                                        <p:tav tm="0">
                                          <p:val>
                                            <p:strVal val="#ppt_y"/>
                                          </p:val>
                                        </p:tav>
                                        <p:tav tm="100000">
                                          <p:val>
                                            <p:strVal val="#ppt_y"/>
                                          </p:val>
                                        </p:tav>
                                      </p:tavLst>
                                    </p:anim>
                                  </p:childTnLst>
                                </p:cTn>
                              </p:par>
                            </p:childTnLst>
                          </p:cTn>
                        </p:par>
                        <p:par>
                          <p:cTn id="32" fill="hold">
                            <p:stCondLst>
                              <p:cond delay="2500"/>
                            </p:stCondLst>
                            <p:childTnLst>
                              <p:par>
                                <p:cTn id="33" presetID="2" presetClass="entr" presetSubtype="1" accel="50000" decel="50000" fill="hold" nodeType="after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1000" fill="hold"/>
                                        <p:tgtEl>
                                          <p:spTgt spid="12"/>
                                        </p:tgtEl>
                                        <p:attrNameLst>
                                          <p:attrName>ppt_x</p:attrName>
                                        </p:attrNameLst>
                                      </p:cBhvr>
                                      <p:tavLst>
                                        <p:tav tm="0">
                                          <p:val>
                                            <p:strVal val="#ppt_x"/>
                                          </p:val>
                                        </p:tav>
                                        <p:tav tm="100000">
                                          <p:val>
                                            <p:strVal val="#ppt_x"/>
                                          </p:val>
                                        </p:tav>
                                      </p:tavLst>
                                    </p:anim>
                                    <p:anim calcmode="lin" valueType="num">
                                      <p:cBhvr additive="base">
                                        <p:cTn id="36" dur="1000" fill="hold"/>
                                        <p:tgtEl>
                                          <p:spTgt spid="12"/>
                                        </p:tgtEl>
                                        <p:attrNameLst>
                                          <p:attrName>ppt_y</p:attrName>
                                        </p:attrNameLst>
                                      </p:cBhvr>
                                      <p:tavLst>
                                        <p:tav tm="0">
                                          <p:val>
                                            <p:strVal val="0-#ppt_h/2"/>
                                          </p:val>
                                        </p:tav>
                                        <p:tav tm="100000">
                                          <p:val>
                                            <p:strVal val="#ppt_y"/>
                                          </p:val>
                                        </p:tav>
                                      </p:tavLst>
                                    </p:anim>
                                  </p:childTnLst>
                                </p:cTn>
                              </p:par>
                            </p:childTnLst>
                          </p:cTn>
                        </p:par>
                        <p:par>
                          <p:cTn id="37" fill="hold">
                            <p:stCondLst>
                              <p:cond delay="3500"/>
                            </p:stCondLst>
                            <p:childTnLst>
                              <p:par>
                                <p:cTn id="38" presetID="2" presetClass="entr" presetSubtype="2" accel="50000" decel="50000" fill="hold" nodeType="after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1000" fill="hold"/>
                                        <p:tgtEl>
                                          <p:spTgt spid="11"/>
                                        </p:tgtEl>
                                        <p:attrNameLst>
                                          <p:attrName>ppt_x</p:attrName>
                                        </p:attrNameLst>
                                      </p:cBhvr>
                                      <p:tavLst>
                                        <p:tav tm="0">
                                          <p:val>
                                            <p:strVal val="1+#ppt_w/2"/>
                                          </p:val>
                                        </p:tav>
                                        <p:tav tm="100000">
                                          <p:val>
                                            <p:strVal val="#ppt_x"/>
                                          </p:val>
                                        </p:tav>
                                      </p:tavLst>
                                    </p:anim>
                                    <p:anim calcmode="lin" valueType="num">
                                      <p:cBhvr additive="base">
                                        <p:cTn id="41" dur="1000" fill="hold"/>
                                        <p:tgtEl>
                                          <p:spTgt spid="11"/>
                                        </p:tgtEl>
                                        <p:attrNameLst>
                                          <p:attrName>ppt_y</p:attrName>
                                        </p:attrNameLst>
                                      </p:cBhvr>
                                      <p:tavLst>
                                        <p:tav tm="0">
                                          <p:val>
                                            <p:strVal val="#ppt_y"/>
                                          </p:val>
                                        </p:tav>
                                        <p:tav tm="100000">
                                          <p:val>
                                            <p:strVal val="#ppt_y"/>
                                          </p:val>
                                        </p:tav>
                                      </p:tavLst>
                                    </p:anim>
                                  </p:childTnLst>
                                </p:cTn>
                              </p:par>
                            </p:childTnLst>
                          </p:cTn>
                        </p:par>
                        <p:par>
                          <p:cTn id="42" fill="hold">
                            <p:stCondLst>
                              <p:cond delay="4500"/>
                            </p:stCondLst>
                            <p:childTnLst>
                              <p:par>
                                <p:cTn id="43" presetID="18" presetClass="entr" presetSubtype="12"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strips(downLeft)">
                                      <p:cBhvr>
                                        <p:cTn id="45" dur="500"/>
                                        <p:tgtEl>
                                          <p:spTgt spid="9"/>
                                        </p:tgtEl>
                                      </p:cBhvr>
                                    </p:animEffect>
                                  </p:childTnLst>
                                </p:cTn>
                              </p:par>
                              <p:par>
                                <p:cTn id="46" presetID="2" presetClass="entr" presetSubtype="8" accel="50000" decel="50000" fill="hold" nodeType="withEffect">
                                  <p:stCondLst>
                                    <p:cond delay="0"/>
                                  </p:stCondLst>
                                  <p:childTnLst>
                                    <p:set>
                                      <p:cBhvr>
                                        <p:cTn id="47" dur="1" fill="hold">
                                          <p:stCondLst>
                                            <p:cond delay="0"/>
                                          </p:stCondLst>
                                        </p:cTn>
                                        <p:tgtEl>
                                          <p:spTgt spid="13"/>
                                        </p:tgtEl>
                                        <p:attrNameLst>
                                          <p:attrName>style.visibility</p:attrName>
                                        </p:attrNameLst>
                                      </p:cBhvr>
                                      <p:to>
                                        <p:strVal val="visible"/>
                                      </p:to>
                                    </p:set>
                                    <p:anim calcmode="lin" valueType="num">
                                      <p:cBhvr additive="base">
                                        <p:cTn id="48" dur="1000" fill="hold"/>
                                        <p:tgtEl>
                                          <p:spTgt spid="13"/>
                                        </p:tgtEl>
                                        <p:attrNameLst>
                                          <p:attrName>ppt_x</p:attrName>
                                        </p:attrNameLst>
                                      </p:cBhvr>
                                      <p:tavLst>
                                        <p:tav tm="0">
                                          <p:val>
                                            <p:strVal val="0-#ppt_w/2"/>
                                          </p:val>
                                        </p:tav>
                                        <p:tav tm="100000">
                                          <p:val>
                                            <p:strVal val="#ppt_x"/>
                                          </p:val>
                                        </p:tav>
                                      </p:tavLst>
                                    </p:anim>
                                    <p:anim calcmode="lin" valueType="num">
                                      <p:cBhvr additive="base">
                                        <p:cTn id="49" dur="1000" fill="hold"/>
                                        <p:tgtEl>
                                          <p:spTgt spid="13"/>
                                        </p:tgtEl>
                                        <p:attrNameLst>
                                          <p:attrName>ppt_y</p:attrName>
                                        </p:attrNameLst>
                                      </p:cBhvr>
                                      <p:tavLst>
                                        <p:tav tm="0">
                                          <p:val>
                                            <p:strVal val="#ppt_y"/>
                                          </p:val>
                                        </p:tav>
                                        <p:tav tm="100000">
                                          <p:val>
                                            <p:strVal val="#ppt_y"/>
                                          </p:val>
                                        </p:tav>
                                      </p:tavLst>
                                    </p:anim>
                                  </p:childTnLst>
                                </p:cTn>
                              </p:par>
                            </p:childTnLst>
                          </p:cTn>
                        </p:par>
                        <p:par>
                          <p:cTn id="50" fill="hold">
                            <p:stCondLst>
                              <p:cond delay="5500"/>
                            </p:stCondLst>
                            <p:childTnLst>
                              <p:par>
                                <p:cTn id="51" presetID="18" presetClass="entr" presetSubtype="6" fill="hold" nodeType="after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strips(downRight)">
                                      <p:cBhvr>
                                        <p:cTn id="53" dur="500"/>
                                        <p:tgtEl>
                                          <p:spTgt spid="15"/>
                                        </p:tgtEl>
                                      </p:cBhvr>
                                    </p:animEffect>
                                  </p:childTnLst>
                                </p:cTn>
                              </p:par>
                              <p:par>
                                <p:cTn id="54" presetID="2" presetClass="entr" presetSubtype="2" accel="50000" decel="50000" fill="hold"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additive="base">
                                        <p:cTn id="56" dur="1000" fill="hold"/>
                                        <p:tgtEl>
                                          <p:spTgt spid="10"/>
                                        </p:tgtEl>
                                        <p:attrNameLst>
                                          <p:attrName>ppt_x</p:attrName>
                                        </p:attrNameLst>
                                      </p:cBhvr>
                                      <p:tavLst>
                                        <p:tav tm="0">
                                          <p:val>
                                            <p:strVal val="1+#ppt_w/2"/>
                                          </p:val>
                                        </p:tav>
                                        <p:tav tm="100000">
                                          <p:val>
                                            <p:strVal val="#ppt_x"/>
                                          </p:val>
                                        </p:tav>
                                      </p:tavLst>
                                    </p:anim>
                                    <p:anim calcmode="lin" valueType="num">
                                      <p:cBhvr additive="base">
                                        <p:cTn id="57" dur="10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3D Cube Infographic</a:t>
            </a:r>
            <a:endParaRPr lang="en-US" dirty="0"/>
          </a:p>
        </p:txBody>
      </p:sp>
      <p:sp>
        <p:nvSpPr>
          <p:cNvPr id="3" name="Text Placeholder 2"/>
          <p:cNvSpPr>
            <a:spLocks noGrp="1"/>
          </p:cNvSpPr>
          <p:nvPr>
            <p:ph type="body" sz="half" idx="2"/>
          </p:nvPr>
        </p:nvSpPr>
        <p:spPr/>
        <p:txBody>
          <a:bodyPr/>
          <a:lstStyle/>
          <a:p>
            <a:r>
              <a:rPr lang="en-US"/>
              <a:t>3D Chart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211</a:t>
            </a:fld>
            <a:endParaRPr lang="en-US" dirty="0"/>
          </a:p>
        </p:txBody>
      </p:sp>
      <p:sp>
        <p:nvSpPr>
          <p:cNvPr id="38" name="TextBox 37"/>
          <p:cNvSpPr txBox="1"/>
          <p:nvPr/>
        </p:nvSpPr>
        <p:spPr>
          <a:xfrm>
            <a:off x="1108277" y="2947143"/>
            <a:ext cx="2155729" cy="892552"/>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65000"/>
                    <a:lumOff val="35000"/>
                  </a:schemeClr>
                </a:solidFill>
              </a:rPr>
              <a:t>There are many variations of passages of Lorem Ipsum available but the have suffered alteration in</a:t>
            </a:r>
          </a:p>
        </p:txBody>
      </p:sp>
      <p:sp>
        <p:nvSpPr>
          <p:cNvPr id="39" name="Text Placeholder 3"/>
          <p:cNvSpPr txBox="1">
            <a:spLocks/>
          </p:cNvSpPr>
          <p:nvPr/>
        </p:nvSpPr>
        <p:spPr>
          <a:xfrm>
            <a:off x="4306689" y="4057650"/>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1"/>
                </a:solidFill>
                <a:effectLst/>
                <a:uLnTx/>
                <a:uFillTx/>
                <a:latin typeface="+mn-lt"/>
                <a:ea typeface="+mn-ea"/>
                <a:cs typeface="+mn-cs"/>
              </a:rPr>
              <a:t>90%</a:t>
            </a:r>
          </a:p>
        </p:txBody>
      </p:sp>
      <p:sp>
        <p:nvSpPr>
          <p:cNvPr id="41" name="TextBox 40"/>
          <p:cNvSpPr txBox="1"/>
          <p:nvPr/>
        </p:nvSpPr>
        <p:spPr>
          <a:xfrm>
            <a:off x="6069782" y="1613365"/>
            <a:ext cx="1958637" cy="892552"/>
          </a:xfrm>
          <a:prstGeom prst="rect">
            <a:avLst/>
          </a:prstGeom>
          <a:noFill/>
        </p:spPr>
        <p:txBody>
          <a:bodyPr wrap="square" rtlCol="0">
            <a:spAutoFit/>
          </a:bodyPr>
          <a:lstStyle/>
          <a:p>
            <a:pPr algn="r"/>
            <a:r>
              <a:rPr lang="en-US" sz="1200" b="1" dirty="0">
                <a:solidFill>
                  <a:schemeClr val="accent4"/>
                </a:solidFill>
              </a:rPr>
              <a:t>Title Goes Here</a:t>
            </a:r>
            <a:endParaRPr lang="en-US" sz="1200" dirty="0">
              <a:solidFill>
                <a:schemeClr val="accent4"/>
              </a:solidFill>
            </a:endParaRPr>
          </a:p>
          <a:p>
            <a:pPr algn="r"/>
            <a:r>
              <a:rPr lang="en-US" sz="1000" dirty="0">
                <a:solidFill>
                  <a:schemeClr val="tx1">
                    <a:lumMod val="65000"/>
                    <a:lumOff val="35000"/>
                  </a:schemeClr>
                </a:solidFill>
              </a:rPr>
              <a:t>There are many variations of passages of Lorem Ipsum available but the have suffered alteration in</a:t>
            </a:r>
          </a:p>
        </p:txBody>
      </p:sp>
      <p:sp>
        <p:nvSpPr>
          <p:cNvPr id="42" name="Text Placeholder 3"/>
          <p:cNvSpPr txBox="1">
            <a:spLocks/>
          </p:cNvSpPr>
          <p:nvPr/>
        </p:nvSpPr>
        <p:spPr>
          <a:xfrm>
            <a:off x="4315520" y="1477000"/>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4"/>
                </a:solidFill>
                <a:effectLst/>
                <a:uLnTx/>
                <a:uFillTx/>
                <a:latin typeface="+mn-lt"/>
                <a:ea typeface="+mn-ea"/>
                <a:cs typeface="+mn-cs"/>
              </a:rPr>
              <a:t>20%</a:t>
            </a:r>
          </a:p>
        </p:txBody>
      </p:sp>
      <p:sp>
        <p:nvSpPr>
          <p:cNvPr id="44" name="TextBox 43"/>
          <p:cNvSpPr txBox="1"/>
          <p:nvPr/>
        </p:nvSpPr>
        <p:spPr>
          <a:xfrm>
            <a:off x="1138757" y="1613365"/>
            <a:ext cx="2155729" cy="892552"/>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65000"/>
                    <a:lumOff val="35000"/>
                  </a:schemeClr>
                </a:solidFill>
              </a:rPr>
              <a:t>There are many variations of passages of Lorem Ipsum available but the have suffered alteration in</a:t>
            </a:r>
          </a:p>
        </p:txBody>
      </p:sp>
      <p:sp>
        <p:nvSpPr>
          <p:cNvPr id="45" name="Text Placeholder 3"/>
          <p:cNvSpPr txBox="1">
            <a:spLocks/>
          </p:cNvSpPr>
          <p:nvPr/>
        </p:nvSpPr>
        <p:spPr>
          <a:xfrm>
            <a:off x="2996364" y="2683510"/>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2"/>
                </a:solidFill>
                <a:effectLst/>
                <a:uLnTx/>
                <a:uFillTx/>
                <a:latin typeface="+mn-lt"/>
                <a:ea typeface="+mn-ea"/>
                <a:cs typeface="+mn-cs"/>
              </a:rPr>
              <a:t>80%</a:t>
            </a:r>
          </a:p>
        </p:txBody>
      </p:sp>
      <p:sp>
        <p:nvSpPr>
          <p:cNvPr id="58" name="TextBox 57"/>
          <p:cNvSpPr txBox="1"/>
          <p:nvPr/>
        </p:nvSpPr>
        <p:spPr>
          <a:xfrm>
            <a:off x="6022335" y="2947143"/>
            <a:ext cx="1958637" cy="892552"/>
          </a:xfrm>
          <a:prstGeom prst="rect">
            <a:avLst/>
          </a:prstGeom>
          <a:noFill/>
        </p:spPr>
        <p:txBody>
          <a:bodyPr wrap="square" rtlCol="0">
            <a:spAutoFit/>
          </a:bodyPr>
          <a:lstStyle/>
          <a:p>
            <a:pPr algn="r"/>
            <a:r>
              <a:rPr lang="en-US" sz="1200" b="1" dirty="0">
                <a:solidFill>
                  <a:schemeClr val="accent3"/>
                </a:solidFill>
              </a:rPr>
              <a:t>Title Goes Here</a:t>
            </a:r>
            <a:endParaRPr lang="en-US" sz="1200" dirty="0">
              <a:solidFill>
                <a:schemeClr val="accent3"/>
              </a:solidFill>
            </a:endParaRPr>
          </a:p>
          <a:p>
            <a:pPr algn="r"/>
            <a:r>
              <a:rPr lang="en-US" sz="1000" dirty="0">
                <a:solidFill>
                  <a:schemeClr val="tx1">
                    <a:lumMod val="65000"/>
                    <a:lumOff val="35000"/>
                  </a:schemeClr>
                </a:solidFill>
              </a:rPr>
              <a:t>There are many variations of passages of Lorem Ipsum available but the have suffered alteration in</a:t>
            </a:r>
          </a:p>
        </p:txBody>
      </p:sp>
      <p:sp>
        <p:nvSpPr>
          <p:cNvPr id="59" name="Text Placeholder 3"/>
          <p:cNvSpPr txBox="1">
            <a:spLocks/>
          </p:cNvSpPr>
          <p:nvPr/>
        </p:nvSpPr>
        <p:spPr>
          <a:xfrm>
            <a:off x="5415858" y="2268438"/>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3"/>
                </a:solidFill>
                <a:effectLst/>
                <a:uLnTx/>
                <a:uFillTx/>
                <a:latin typeface="+mn-lt"/>
                <a:ea typeface="+mn-ea"/>
                <a:cs typeface="+mn-cs"/>
              </a:rPr>
              <a:t>60%</a:t>
            </a:r>
          </a:p>
        </p:txBody>
      </p:sp>
      <p:grpSp>
        <p:nvGrpSpPr>
          <p:cNvPr id="5" name="Group 71"/>
          <p:cNvGrpSpPr/>
          <p:nvPr/>
        </p:nvGrpSpPr>
        <p:grpSpPr>
          <a:xfrm>
            <a:off x="3367796" y="2720210"/>
            <a:ext cx="2408409" cy="1260128"/>
            <a:chOff x="3367796" y="2720210"/>
            <a:chExt cx="2408409" cy="1260128"/>
          </a:xfrm>
        </p:grpSpPr>
        <p:sp>
          <p:nvSpPr>
            <p:cNvPr id="46" name="Freeform 234"/>
            <p:cNvSpPr>
              <a:spLocks/>
            </p:cNvSpPr>
            <p:nvPr/>
          </p:nvSpPr>
          <p:spPr bwMode="auto">
            <a:xfrm>
              <a:off x="3367796" y="3068174"/>
              <a:ext cx="1205448" cy="912164"/>
            </a:xfrm>
            <a:custGeom>
              <a:avLst/>
              <a:gdLst/>
              <a:ahLst/>
              <a:cxnLst>
                <a:cxn ang="0">
                  <a:pos x="485" y="367"/>
                </a:cxn>
                <a:cxn ang="0">
                  <a:pos x="0" y="229"/>
                </a:cxn>
                <a:cxn ang="0">
                  <a:pos x="0" y="0"/>
                </a:cxn>
                <a:cxn ang="0">
                  <a:pos x="485" y="139"/>
                </a:cxn>
                <a:cxn ang="0">
                  <a:pos x="485" y="367"/>
                </a:cxn>
              </a:cxnLst>
              <a:rect l="0" t="0" r="r" b="b"/>
              <a:pathLst>
                <a:path w="485" h="367">
                  <a:moveTo>
                    <a:pt x="485" y="367"/>
                  </a:moveTo>
                  <a:lnTo>
                    <a:pt x="0" y="229"/>
                  </a:lnTo>
                  <a:lnTo>
                    <a:pt x="0" y="0"/>
                  </a:lnTo>
                  <a:lnTo>
                    <a:pt x="485" y="139"/>
                  </a:lnTo>
                  <a:lnTo>
                    <a:pt x="485" y="367"/>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235"/>
            <p:cNvSpPr>
              <a:spLocks/>
            </p:cNvSpPr>
            <p:nvPr/>
          </p:nvSpPr>
          <p:spPr bwMode="auto">
            <a:xfrm>
              <a:off x="4570757" y="3068174"/>
              <a:ext cx="1205448" cy="912164"/>
            </a:xfrm>
            <a:custGeom>
              <a:avLst/>
              <a:gdLst/>
              <a:ahLst/>
              <a:cxnLst>
                <a:cxn ang="0">
                  <a:pos x="485" y="229"/>
                </a:cxn>
                <a:cxn ang="0">
                  <a:pos x="0" y="367"/>
                </a:cxn>
                <a:cxn ang="0">
                  <a:pos x="0" y="139"/>
                </a:cxn>
                <a:cxn ang="0">
                  <a:pos x="485" y="0"/>
                </a:cxn>
                <a:cxn ang="0">
                  <a:pos x="485" y="229"/>
                </a:cxn>
              </a:cxnLst>
              <a:rect l="0" t="0" r="r" b="b"/>
              <a:pathLst>
                <a:path w="485" h="367">
                  <a:moveTo>
                    <a:pt x="485" y="229"/>
                  </a:moveTo>
                  <a:lnTo>
                    <a:pt x="0" y="367"/>
                  </a:lnTo>
                  <a:lnTo>
                    <a:pt x="0" y="139"/>
                  </a:lnTo>
                  <a:lnTo>
                    <a:pt x="485" y="0"/>
                  </a:lnTo>
                  <a:lnTo>
                    <a:pt x="485" y="22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236"/>
            <p:cNvSpPr>
              <a:spLocks/>
            </p:cNvSpPr>
            <p:nvPr/>
          </p:nvSpPr>
          <p:spPr bwMode="auto">
            <a:xfrm>
              <a:off x="3367796" y="2720210"/>
              <a:ext cx="2408409" cy="693443"/>
            </a:xfrm>
            <a:custGeom>
              <a:avLst/>
              <a:gdLst/>
              <a:ahLst/>
              <a:cxnLst>
                <a:cxn ang="0">
                  <a:pos x="969" y="140"/>
                </a:cxn>
                <a:cxn ang="0">
                  <a:pos x="484" y="279"/>
                </a:cxn>
                <a:cxn ang="0">
                  <a:pos x="0" y="140"/>
                </a:cxn>
                <a:cxn ang="0">
                  <a:pos x="0" y="138"/>
                </a:cxn>
                <a:cxn ang="0">
                  <a:pos x="485" y="0"/>
                </a:cxn>
                <a:cxn ang="0">
                  <a:pos x="969" y="138"/>
                </a:cxn>
                <a:cxn ang="0">
                  <a:pos x="969" y="140"/>
                </a:cxn>
              </a:cxnLst>
              <a:rect l="0" t="0" r="r" b="b"/>
              <a:pathLst>
                <a:path w="969" h="279">
                  <a:moveTo>
                    <a:pt x="969" y="140"/>
                  </a:moveTo>
                  <a:lnTo>
                    <a:pt x="484" y="279"/>
                  </a:lnTo>
                  <a:lnTo>
                    <a:pt x="0" y="140"/>
                  </a:lnTo>
                  <a:lnTo>
                    <a:pt x="0" y="138"/>
                  </a:lnTo>
                  <a:lnTo>
                    <a:pt x="485" y="0"/>
                  </a:lnTo>
                  <a:lnTo>
                    <a:pt x="969" y="138"/>
                  </a:lnTo>
                  <a:lnTo>
                    <a:pt x="969" y="14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72"/>
          <p:cNvGrpSpPr/>
          <p:nvPr/>
        </p:nvGrpSpPr>
        <p:grpSpPr>
          <a:xfrm>
            <a:off x="3651138" y="2329993"/>
            <a:ext cx="1841725" cy="961872"/>
            <a:chOff x="3651138" y="2329993"/>
            <a:chExt cx="1841725" cy="961872"/>
          </a:xfrm>
        </p:grpSpPr>
        <p:sp>
          <p:nvSpPr>
            <p:cNvPr id="49" name="Freeform 237"/>
            <p:cNvSpPr>
              <a:spLocks/>
            </p:cNvSpPr>
            <p:nvPr/>
          </p:nvSpPr>
          <p:spPr bwMode="auto">
            <a:xfrm>
              <a:off x="3651138" y="2595937"/>
              <a:ext cx="919619" cy="695928"/>
            </a:xfrm>
            <a:custGeom>
              <a:avLst/>
              <a:gdLst/>
              <a:ahLst/>
              <a:cxnLst>
                <a:cxn ang="0">
                  <a:pos x="370" y="280"/>
                </a:cxn>
                <a:cxn ang="0">
                  <a:pos x="0" y="175"/>
                </a:cxn>
                <a:cxn ang="0">
                  <a:pos x="0" y="0"/>
                </a:cxn>
                <a:cxn ang="0">
                  <a:pos x="370" y="105"/>
                </a:cxn>
                <a:cxn ang="0">
                  <a:pos x="370" y="280"/>
                </a:cxn>
              </a:cxnLst>
              <a:rect l="0" t="0" r="r" b="b"/>
              <a:pathLst>
                <a:path w="370" h="280">
                  <a:moveTo>
                    <a:pt x="370" y="280"/>
                  </a:moveTo>
                  <a:lnTo>
                    <a:pt x="0" y="175"/>
                  </a:lnTo>
                  <a:lnTo>
                    <a:pt x="0" y="0"/>
                  </a:lnTo>
                  <a:lnTo>
                    <a:pt x="370" y="105"/>
                  </a:lnTo>
                  <a:lnTo>
                    <a:pt x="370" y="28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238"/>
            <p:cNvSpPr>
              <a:spLocks/>
            </p:cNvSpPr>
            <p:nvPr/>
          </p:nvSpPr>
          <p:spPr bwMode="auto">
            <a:xfrm>
              <a:off x="4570757" y="2595937"/>
              <a:ext cx="922105" cy="695928"/>
            </a:xfrm>
            <a:custGeom>
              <a:avLst/>
              <a:gdLst/>
              <a:ahLst/>
              <a:cxnLst>
                <a:cxn ang="0">
                  <a:pos x="371" y="175"/>
                </a:cxn>
                <a:cxn ang="0">
                  <a:pos x="0" y="280"/>
                </a:cxn>
                <a:cxn ang="0">
                  <a:pos x="0" y="105"/>
                </a:cxn>
                <a:cxn ang="0">
                  <a:pos x="371" y="0"/>
                </a:cxn>
                <a:cxn ang="0">
                  <a:pos x="371" y="175"/>
                </a:cxn>
              </a:cxnLst>
              <a:rect l="0" t="0" r="r" b="b"/>
              <a:pathLst>
                <a:path w="371" h="280">
                  <a:moveTo>
                    <a:pt x="371" y="175"/>
                  </a:moveTo>
                  <a:lnTo>
                    <a:pt x="0" y="280"/>
                  </a:lnTo>
                  <a:lnTo>
                    <a:pt x="0" y="105"/>
                  </a:lnTo>
                  <a:lnTo>
                    <a:pt x="371" y="0"/>
                  </a:lnTo>
                  <a:lnTo>
                    <a:pt x="371" y="17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239"/>
            <p:cNvSpPr>
              <a:spLocks/>
            </p:cNvSpPr>
            <p:nvPr/>
          </p:nvSpPr>
          <p:spPr bwMode="auto">
            <a:xfrm>
              <a:off x="3651138" y="2329993"/>
              <a:ext cx="1841725" cy="526917"/>
            </a:xfrm>
            <a:custGeom>
              <a:avLst/>
              <a:gdLst/>
              <a:ahLst/>
              <a:cxnLst>
                <a:cxn ang="0">
                  <a:pos x="741" y="107"/>
                </a:cxn>
                <a:cxn ang="0">
                  <a:pos x="370" y="212"/>
                </a:cxn>
                <a:cxn ang="0">
                  <a:pos x="0" y="107"/>
                </a:cxn>
                <a:cxn ang="0">
                  <a:pos x="0" y="105"/>
                </a:cxn>
                <a:cxn ang="0">
                  <a:pos x="370" y="0"/>
                </a:cxn>
                <a:cxn ang="0">
                  <a:pos x="741" y="105"/>
                </a:cxn>
                <a:cxn ang="0">
                  <a:pos x="741" y="107"/>
                </a:cxn>
              </a:cxnLst>
              <a:rect l="0" t="0" r="r" b="b"/>
              <a:pathLst>
                <a:path w="741" h="212">
                  <a:moveTo>
                    <a:pt x="741" y="107"/>
                  </a:moveTo>
                  <a:lnTo>
                    <a:pt x="370" y="212"/>
                  </a:lnTo>
                  <a:lnTo>
                    <a:pt x="0" y="107"/>
                  </a:lnTo>
                  <a:lnTo>
                    <a:pt x="0" y="105"/>
                  </a:lnTo>
                  <a:lnTo>
                    <a:pt x="370" y="0"/>
                  </a:lnTo>
                  <a:lnTo>
                    <a:pt x="741" y="105"/>
                  </a:lnTo>
                  <a:lnTo>
                    <a:pt x="741" y="107"/>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73"/>
          <p:cNvGrpSpPr/>
          <p:nvPr/>
        </p:nvGrpSpPr>
        <p:grpSpPr>
          <a:xfrm>
            <a:off x="3874829" y="2011854"/>
            <a:ext cx="1401800" cy="733211"/>
            <a:chOff x="3874829" y="2011854"/>
            <a:chExt cx="1401800" cy="733211"/>
          </a:xfrm>
        </p:grpSpPr>
        <p:sp>
          <p:nvSpPr>
            <p:cNvPr id="52" name="Freeform 240"/>
            <p:cNvSpPr>
              <a:spLocks/>
            </p:cNvSpPr>
            <p:nvPr/>
          </p:nvSpPr>
          <p:spPr bwMode="auto">
            <a:xfrm>
              <a:off x="3874829" y="2215662"/>
              <a:ext cx="703385" cy="529403"/>
            </a:xfrm>
            <a:custGeom>
              <a:avLst/>
              <a:gdLst/>
              <a:ahLst/>
              <a:cxnLst>
                <a:cxn ang="0">
                  <a:pos x="283" y="213"/>
                </a:cxn>
                <a:cxn ang="0">
                  <a:pos x="0" y="133"/>
                </a:cxn>
                <a:cxn ang="0">
                  <a:pos x="0" y="0"/>
                </a:cxn>
                <a:cxn ang="0">
                  <a:pos x="283" y="81"/>
                </a:cxn>
                <a:cxn ang="0">
                  <a:pos x="283" y="213"/>
                </a:cxn>
              </a:cxnLst>
              <a:rect l="0" t="0" r="r" b="b"/>
              <a:pathLst>
                <a:path w="283" h="213">
                  <a:moveTo>
                    <a:pt x="283" y="213"/>
                  </a:moveTo>
                  <a:lnTo>
                    <a:pt x="0" y="133"/>
                  </a:lnTo>
                  <a:lnTo>
                    <a:pt x="0" y="0"/>
                  </a:lnTo>
                  <a:lnTo>
                    <a:pt x="283" y="81"/>
                  </a:lnTo>
                  <a:lnTo>
                    <a:pt x="283" y="213"/>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241"/>
            <p:cNvSpPr>
              <a:spLocks/>
            </p:cNvSpPr>
            <p:nvPr/>
          </p:nvSpPr>
          <p:spPr bwMode="auto">
            <a:xfrm>
              <a:off x="4573244" y="2215662"/>
              <a:ext cx="703385" cy="529403"/>
            </a:xfrm>
            <a:custGeom>
              <a:avLst/>
              <a:gdLst/>
              <a:ahLst/>
              <a:cxnLst>
                <a:cxn ang="0">
                  <a:pos x="283" y="133"/>
                </a:cxn>
                <a:cxn ang="0">
                  <a:pos x="0" y="213"/>
                </a:cxn>
                <a:cxn ang="0">
                  <a:pos x="0" y="81"/>
                </a:cxn>
                <a:cxn ang="0">
                  <a:pos x="283" y="0"/>
                </a:cxn>
                <a:cxn ang="0">
                  <a:pos x="283" y="133"/>
                </a:cxn>
              </a:cxnLst>
              <a:rect l="0" t="0" r="r" b="b"/>
              <a:pathLst>
                <a:path w="283" h="213">
                  <a:moveTo>
                    <a:pt x="283" y="133"/>
                  </a:moveTo>
                  <a:lnTo>
                    <a:pt x="0" y="213"/>
                  </a:lnTo>
                  <a:lnTo>
                    <a:pt x="0" y="81"/>
                  </a:lnTo>
                  <a:lnTo>
                    <a:pt x="283" y="0"/>
                  </a:lnTo>
                  <a:lnTo>
                    <a:pt x="283" y="13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42"/>
            <p:cNvSpPr>
              <a:spLocks/>
            </p:cNvSpPr>
            <p:nvPr/>
          </p:nvSpPr>
          <p:spPr bwMode="auto">
            <a:xfrm>
              <a:off x="3874829" y="2011854"/>
              <a:ext cx="1401798" cy="405130"/>
            </a:xfrm>
            <a:custGeom>
              <a:avLst/>
              <a:gdLst/>
              <a:ahLst/>
              <a:cxnLst>
                <a:cxn ang="0">
                  <a:pos x="564" y="82"/>
                </a:cxn>
                <a:cxn ang="0">
                  <a:pos x="281" y="163"/>
                </a:cxn>
                <a:cxn ang="0">
                  <a:pos x="0" y="82"/>
                </a:cxn>
                <a:cxn ang="0">
                  <a:pos x="0" y="81"/>
                </a:cxn>
                <a:cxn ang="0">
                  <a:pos x="283" y="0"/>
                </a:cxn>
                <a:cxn ang="0">
                  <a:pos x="564" y="81"/>
                </a:cxn>
                <a:cxn ang="0">
                  <a:pos x="564" y="82"/>
                </a:cxn>
              </a:cxnLst>
              <a:rect l="0" t="0" r="r" b="b"/>
              <a:pathLst>
                <a:path w="564" h="163">
                  <a:moveTo>
                    <a:pt x="564" y="82"/>
                  </a:moveTo>
                  <a:lnTo>
                    <a:pt x="281" y="163"/>
                  </a:lnTo>
                  <a:lnTo>
                    <a:pt x="0" y="82"/>
                  </a:lnTo>
                  <a:lnTo>
                    <a:pt x="0" y="81"/>
                  </a:lnTo>
                  <a:lnTo>
                    <a:pt x="283" y="0"/>
                  </a:lnTo>
                  <a:lnTo>
                    <a:pt x="564" y="81"/>
                  </a:lnTo>
                  <a:lnTo>
                    <a:pt x="564" y="82"/>
                  </a:ln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75"/>
          <p:cNvGrpSpPr/>
          <p:nvPr/>
        </p:nvGrpSpPr>
        <p:grpSpPr>
          <a:xfrm>
            <a:off x="4083608" y="1800591"/>
            <a:ext cx="986728" cy="521946"/>
            <a:chOff x="4083608" y="1800591"/>
            <a:chExt cx="986728" cy="521946"/>
          </a:xfrm>
        </p:grpSpPr>
        <p:sp>
          <p:nvSpPr>
            <p:cNvPr id="55" name="Freeform 243"/>
            <p:cNvSpPr>
              <a:spLocks/>
            </p:cNvSpPr>
            <p:nvPr/>
          </p:nvSpPr>
          <p:spPr bwMode="auto">
            <a:xfrm>
              <a:off x="4083608" y="1947232"/>
              <a:ext cx="494607" cy="375305"/>
            </a:xfrm>
            <a:custGeom>
              <a:avLst/>
              <a:gdLst/>
              <a:ahLst/>
              <a:cxnLst>
                <a:cxn ang="0">
                  <a:pos x="199" y="151"/>
                </a:cxn>
                <a:cxn ang="0">
                  <a:pos x="0" y="94"/>
                </a:cxn>
                <a:cxn ang="0">
                  <a:pos x="0" y="0"/>
                </a:cxn>
                <a:cxn ang="0">
                  <a:pos x="199" y="56"/>
                </a:cxn>
                <a:cxn ang="0">
                  <a:pos x="199" y="151"/>
                </a:cxn>
              </a:cxnLst>
              <a:rect l="0" t="0" r="r" b="b"/>
              <a:pathLst>
                <a:path w="199" h="151">
                  <a:moveTo>
                    <a:pt x="199" y="151"/>
                  </a:moveTo>
                  <a:lnTo>
                    <a:pt x="0" y="94"/>
                  </a:lnTo>
                  <a:lnTo>
                    <a:pt x="0" y="0"/>
                  </a:lnTo>
                  <a:lnTo>
                    <a:pt x="199" y="56"/>
                  </a:lnTo>
                  <a:lnTo>
                    <a:pt x="199" y="151"/>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44"/>
            <p:cNvSpPr>
              <a:spLocks/>
            </p:cNvSpPr>
            <p:nvPr/>
          </p:nvSpPr>
          <p:spPr bwMode="auto">
            <a:xfrm>
              <a:off x="4578215" y="1947232"/>
              <a:ext cx="492121" cy="375305"/>
            </a:xfrm>
            <a:custGeom>
              <a:avLst/>
              <a:gdLst/>
              <a:ahLst/>
              <a:cxnLst>
                <a:cxn ang="0">
                  <a:pos x="198" y="94"/>
                </a:cxn>
                <a:cxn ang="0">
                  <a:pos x="0" y="151"/>
                </a:cxn>
                <a:cxn ang="0">
                  <a:pos x="0" y="56"/>
                </a:cxn>
                <a:cxn ang="0">
                  <a:pos x="198" y="0"/>
                </a:cxn>
                <a:cxn ang="0">
                  <a:pos x="198" y="94"/>
                </a:cxn>
              </a:cxnLst>
              <a:rect l="0" t="0" r="r" b="b"/>
              <a:pathLst>
                <a:path w="198" h="151">
                  <a:moveTo>
                    <a:pt x="198" y="94"/>
                  </a:moveTo>
                  <a:lnTo>
                    <a:pt x="0" y="151"/>
                  </a:lnTo>
                  <a:lnTo>
                    <a:pt x="0" y="56"/>
                  </a:lnTo>
                  <a:lnTo>
                    <a:pt x="198" y="0"/>
                  </a:lnTo>
                  <a:lnTo>
                    <a:pt x="198" y="94"/>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45"/>
            <p:cNvSpPr>
              <a:spLocks/>
            </p:cNvSpPr>
            <p:nvPr/>
          </p:nvSpPr>
          <p:spPr bwMode="auto">
            <a:xfrm>
              <a:off x="4083608" y="1800591"/>
              <a:ext cx="986727" cy="285828"/>
            </a:xfrm>
            <a:custGeom>
              <a:avLst/>
              <a:gdLst/>
              <a:ahLst/>
              <a:cxnLst>
                <a:cxn ang="0">
                  <a:pos x="397" y="59"/>
                </a:cxn>
                <a:cxn ang="0">
                  <a:pos x="199" y="115"/>
                </a:cxn>
                <a:cxn ang="0">
                  <a:pos x="0" y="59"/>
                </a:cxn>
                <a:cxn ang="0">
                  <a:pos x="0" y="58"/>
                </a:cxn>
                <a:cxn ang="0">
                  <a:pos x="199" y="0"/>
                </a:cxn>
                <a:cxn ang="0">
                  <a:pos x="397" y="58"/>
                </a:cxn>
                <a:cxn ang="0">
                  <a:pos x="397" y="59"/>
                </a:cxn>
              </a:cxnLst>
              <a:rect l="0" t="0" r="r" b="b"/>
              <a:pathLst>
                <a:path w="397" h="115">
                  <a:moveTo>
                    <a:pt x="397" y="59"/>
                  </a:moveTo>
                  <a:lnTo>
                    <a:pt x="199" y="115"/>
                  </a:lnTo>
                  <a:lnTo>
                    <a:pt x="0" y="59"/>
                  </a:lnTo>
                  <a:lnTo>
                    <a:pt x="0" y="58"/>
                  </a:lnTo>
                  <a:lnTo>
                    <a:pt x="199" y="0"/>
                  </a:lnTo>
                  <a:lnTo>
                    <a:pt x="397" y="58"/>
                  </a:lnTo>
                  <a:lnTo>
                    <a:pt x="397" y="59"/>
                  </a:lnTo>
                  <a:close/>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64"/>
          <p:cNvGrpSpPr/>
          <p:nvPr/>
        </p:nvGrpSpPr>
        <p:grpSpPr>
          <a:xfrm>
            <a:off x="645756" y="3156216"/>
            <a:ext cx="493370" cy="479245"/>
            <a:chOff x="2750859" y="3370932"/>
            <a:chExt cx="493370" cy="479245"/>
          </a:xfrm>
        </p:grpSpPr>
        <p:sp>
          <p:nvSpPr>
            <p:cNvPr id="66" name="Oval 65"/>
            <p:cNvSpPr/>
            <p:nvPr/>
          </p:nvSpPr>
          <p:spPr>
            <a:xfrm>
              <a:off x="2750859" y="3370932"/>
              <a:ext cx="493370" cy="47924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67" name="Freeform 101"/>
            <p:cNvSpPr>
              <a:spLocks noEditPoints="1"/>
            </p:cNvSpPr>
            <p:nvPr/>
          </p:nvSpPr>
          <p:spPr bwMode="auto">
            <a:xfrm>
              <a:off x="2877273" y="3497591"/>
              <a:ext cx="233363" cy="215900"/>
            </a:xfrm>
            <a:custGeom>
              <a:avLst/>
              <a:gdLst/>
              <a:ahLst/>
              <a:cxnLst>
                <a:cxn ang="0">
                  <a:pos x="39" y="36"/>
                </a:cxn>
                <a:cxn ang="0">
                  <a:pos x="41" y="44"/>
                </a:cxn>
                <a:cxn ang="0">
                  <a:pos x="35" y="50"/>
                </a:cxn>
                <a:cxn ang="0">
                  <a:pos x="27" y="53"/>
                </a:cxn>
                <a:cxn ang="0">
                  <a:pos x="18" y="53"/>
                </a:cxn>
                <a:cxn ang="0">
                  <a:pos x="11" y="50"/>
                </a:cxn>
                <a:cxn ang="0">
                  <a:pos x="4" y="44"/>
                </a:cxn>
                <a:cxn ang="0">
                  <a:pos x="6" y="36"/>
                </a:cxn>
                <a:cxn ang="0">
                  <a:pos x="0" y="28"/>
                </a:cxn>
                <a:cxn ang="0">
                  <a:pos x="7" y="23"/>
                </a:cxn>
                <a:cxn ang="0">
                  <a:pos x="4" y="18"/>
                </a:cxn>
                <a:cxn ang="0">
                  <a:pos x="15" y="16"/>
                </a:cxn>
                <a:cxn ang="0">
                  <a:pos x="19" y="8"/>
                </a:cxn>
                <a:cxn ang="0">
                  <a:pos x="28" y="15"/>
                </a:cxn>
                <a:cxn ang="0">
                  <a:pos x="35" y="12"/>
                </a:cxn>
                <a:cxn ang="0">
                  <a:pos x="41" y="19"/>
                </a:cxn>
                <a:cxn ang="0">
                  <a:pos x="45" y="27"/>
                </a:cxn>
                <a:cxn ang="0">
                  <a:pos x="23" y="22"/>
                </a:cxn>
                <a:cxn ang="0">
                  <a:pos x="32" y="31"/>
                </a:cxn>
                <a:cxn ang="0">
                  <a:pos x="63" y="16"/>
                </a:cxn>
                <a:cxn ang="0">
                  <a:pos x="64" y="24"/>
                </a:cxn>
                <a:cxn ang="0">
                  <a:pos x="55" y="22"/>
                </a:cxn>
                <a:cxn ang="0">
                  <a:pos x="46" y="24"/>
                </a:cxn>
                <a:cxn ang="0">
                  <a:pos x="46" y="16"/>
                </a:cxn>
                <a:cxn ang="0">
                  <a:pos x="46" y="9"/>
                </a:cxn>
                <a:cxn ang="0">
                  <a:pos x="46" y="2"/>
                </a:cxn>
                <a:cxn ang="0">
                  <a:pos x="55" y="4"/>
                </a:cxn>
                <a:cxn ang="0">
                  <a:pos x="59" y="0"/>
                </a:cxn>
                <a:cxn ang="0">
                  <a:pos x="62" y="7"/>
                </a:cxn>
                <a:cxn ang="0">
                  <a:pos x="68" y="15"/>
                </a:cxn>
                <a:cxn ang="0">
                  <a:pos x="62" y="55"/>
                </a:cxn>
                <a:cxn ang="0">
                  <a:pos x="59" y="63"/>
                </a:cxn>
                <a:cxn ang="0">
                  <a:pos x="54" y="59"/>
                </a:cxn>
                <a:cxn ang="0">
                  <a:pos x="45" y="60"/>
                </a:cxn>
                <a:cxn ang="0">
                  <a:pos x="41" y="52"/>
                </a:cxn>
                <a:cxn ang="0">
                  <a:pos x="47" y="44"/>
                </a:cxn>
                <a:cxn ang="0">
                  <a:pos x="50" y="36"/>
                </a:cxn>
                <a:cxn ang="0">
                  <a:pos x="56" y="40"/>
                </a:cxn>
                <a:cxn ang="0">
                  <a:pos x="64" y="39"/>
                </a:cxn>
                <a:cxn ang="0">
                  <a:pos x="63" y="46"/>
                </a:cxn>
                <a:cxn ang="0">
                  <a:pos x="55" y="8"/>
                </a:cxn>
                <a:cxn ang="0">
                  <a:pos x="59" y="13"/>
                </a:cxn>
                <a:cxn ang="0">
                  <a:pos x="50" y="49"/>
                </a:cxn>
                <a:cxn ang="0">
                  <a:pos x="55" y="45"/>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67"/>
          <p:cNvGrpSpPr/>
          <p:nvPr/>
        </p:nvGrpSpPr>
        <p:grpSpPr>
          <a:xfrm>
            <a:off x="666210" y="1836556"/>
            <a:ext cx="493370" cy="479245"/>
            <a:chOff x="3821284" y="2086962"/>
            <a:chExt cx="493370" cy="479245"/>
          </a:xfrm>
        </p:grpSpPr>
        <p:sp>
          <p:nvSpPr>
            <p:cNvPr id="69" name="Oval 68"/>
            <p:cNvSpPr/>
            <p:nvPr/>
          </p:nvSpPr>
          <p:spPr>
            <a:xfrm>
              <a:off x="3821284" y="2086962"/>
              <a:ext cx="493370" cy="4792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70" name="Freeform 145"/>
            <p:cNvSpPr>
              <a:spLocks/>
            </p:cNvSpPr>
            <p:nvPr/>
          </p:nvSpPr>
          <p:spPr bwMode="auto">
            <a:xfrm>
              <a:off x="3960076" y="2209495"/>
              <a:ext cx="219075" cy="188913"/>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70"/>
          <p:cNvGrpSpPr/>
          <p:nvPr/>
        </p:nvGrpSpPr>
        <p:grpSpPr>
          <a:xfrm>
            <a:off x="7975358" y="3128896"/>
            <a:ext cx="493370" cy="479245"/>
            <a:chOff x="4770609" y="1334079"/>
            <a:chExt cx="493370" cy="479245"/>
          </a:xfrm>
        </p:grpSpPr>
        <p:sp>
          <p:nvSpPr>
            <p:cNvPr id="75" name="Oval 74"/>
            <p:cNvSpPr/>
            <p:nvPr/>
          </p:nvSpPr>
          <p:spPr>
            <a:xfrm>
              <a:off x="4770609" y="1334079"/>
              <a:ext cx="493370" cy="4792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77" name="Freeform 54"/>
            <p:cNvSpPr>
              <a:spLocks noEditPoints="1"/>
            </p:cNvSpPr>
            <p:nvPr/>
          </p:nvSpPr>
          <p:spPr bwMode="auto">
            <a:xfrm>
              <a:off x="4903787" y="1460569"/>
              <a:ext cx="247458" cy="18348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 ang="0">
                  <a:pos x="45" y="25"/>
                </a:cxn>
                <a:cxn ang="0">
                  <a:pos x="33" y="13"/>
                </a:cxn>
                <a:cxn ang="0">
                  <a:pos x="32" y="12"/>
                </a:cxn>
                <a:cxn ang="0">
                  <a:pos x="31" y="13"/>
                </a:cxn>
                <a:cxn ang="0">
                  <a:pos x="18" y="25"/>
                </a:cxn>
                <a:cxn ang="0">
                  <a:pos x="18" y="26"/>
                </a:cxn>
                <a:cxn ang="0">
                  <a:pos x="19" y="27"/>
                </a:cxn>
                <a:cxn ang="0">
                  <a:pos x="27" y="27"/>
                </a:cxn>
                <a:cxn ang="0">
                  <a:pos x="27" y="40"/>
                </a:cxn>
                <a:cxn ang="0">
                  <a:pos x="28" y="41"/>
                </a:cxn>
                <a:cxn ang="0">
                  <a:pos x="35" y="41"/>
                </a:cxn>
                <a:cxn ang="0">
                  <a:pos x="36" y="40"/>
                </a:cxn>
                <a:cxn ang="0">
                  <a:pos x="36" y="27"/>
                </a:cxn>
                <a:cxn ang="0">
                  <a:pos x="44" y="27"/>
                </a:cxn>
                <a:cxn ang="0">
                  <a:pos x="45" y="26"/>
                </a:cxn>
                <a:cxn ang="0">
                  <a:pos x="45" y="25"/>
                </a:cxn>
              </a:cxnLst>
              <a:rect l="0" t="0" r="r" b="b"/>
              <a:pathLst>
                <a:path w="68" h="50">
                  <a:moveTo>
                    <a:pt x="55" y="50"/>
                  </a:moveTo>
                  <a:cubicBezTo>
                    <a:pt x="16" y="50"/>
                    <a:pt x="16" y="50"/>
                    <a:pt x="16" y="50"/>
                  </a:cubicBezTo>
                  <a:cubicBezTo>
                    <a:pt x="7" y="50"/>
                    <a:pt x="0" y="43"/>
                    <a:pt x="0" y="34"/>
                  </a:cubicBezTo>
                  <a:cubicBezTo>
                    <a:pt x="0" y="28"/>
                    <a:pt x="3" y="22"/>
                    <a:pt x="9" y="20"/>
                  </a:cubicBezTo>
                  <a:cubicBezTo>
                    <a:pt x="9" y="19"/>
                    <a:pt x="9" y="19"/>
                    <a:pt x="9" y="18"/>
                  </a:cubicBezTo>
                  <a:cubicBezTo>
                    <a:pt x="9" y="8"/>
                    <a:pt x="17" y="0"/>
                    <a:pt x="27" y="0"/>
                  </a:cubicBezTo>
                  <a:cubicBezTo>
                    <a:pt x="35" y="0"/>
                    <a:pt x="41" y="4"/>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moveTo>
                    <a:pt x="45" y="25"/>
                  </a:moveTo>
                  <a:cubicBezTo>
                    <a:pt x="33" y="13"/>
                    <a:pt x="33" y="13"/>
                    <a:pt x="33" y="13"/>
                  </a:cubicBezTo>
                  <a:cubicBezTo>
                    <a:pt x="32" y="13"/>
                    <a:pt x="32" y="12"/>
                    <a:pt x="32" y="12"/>
                  </a:cubicBezTo>
                  <a:cubicBezTo>
                    <a:pt x="31" y="12"/>
                    <a:pt x="31" y="13"/>
                    <a:pt x="31" y="13"/>
                  </a:cubicBezTo>
                  <a:cubicBezTo>
                    <a:pt x="18" y="25"/>
                    <a:pt x="18" y="25"/>
                    <a:pt x="18" y="25"/>
                  </a:cubicBezTo>
                  <a:cubicBezTo>
                    <a:pt x="18" y="26"/>
                    <a:pt x="18" y="26"/>
                    <a:pt x="18" y="26"/>
                  </a:cubicBezTo>
                  <a:cubicBezTo>
                    <a:pt x="18" y="27"/>
                    <a:pt x="19" y="27"/>
                    <a:pt x="19" y="27"/>
                  </a:cubicBezTo>
                  <a:cubicBezTo>
                    <a:pt x="27" y="27"/>
                    <a:pt x="27" y="27"/>
                    <a:pt x="27" y="27"/>
                  </a:cubicBezTo>
                  <a:cubicBezTo>
                    <a:pt x="27" y="40"/>
                    <a:pt x="27" y="40"/>
                    <a:pt x="27" y="40"/>
                  </a:cubicBezTo>
                  <a:cubicBezTo>
                    <a:pt x="27" y="41"/>
                    <a:pt x="28" y="41"/>
                    <a:pt x="28" y="41"/>
                  </a:cubicBezTo>
                  <a:cubicBezTo>
                    <a:pt x="35" y="41"/>
                    <a:pt x="35" y="41"/>
                    <a:pt x="35" y="41"/>
                  </a:cubicBezTo>
                  <a:cubicBezTo>
                    <a:pt x="36" y="41"/>
                    <a:pt x="36" y="41"/>
                    <a:pt x="36" y="40"/>
                  </a:cubicBezTo>
                  <a:cubicBezTo>
                    <a:pt x="36" y="27"/>
                    <a:pt x="36" y="27"/>
                    <a:pt x="36" y="27"/>
                  </a:cubicBezTo>
                  <a:cubicBezTo>
                    <a:pt x="44" y="27"/>
                    <a:pt x="44" y="27"/>
                    <a:pt x="44" y="27"/>
                  </a:cubicBezTo>
                  <a:cubicBezTo>
                    <a:pt x="45" y="27"/>
                    <a:pt x="45" y="27"/>
                    <a:pt x="45" y="26"/>
                  </a:cubicBezTo>
                  <a:cubicBezTo>
                    <a:pt x="45" y="26"/>
                    <a:pt x="45" y="26"/>
                    <a:pt x="45" y="2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77"/>
          <p:cNvGrpSpPr/>
          <p:nvPr/>
        </p:nvGrpSpPr>
        <p:grpSpPr>
          <a:xfrm>
            <a:off x="7985632" y="1806489"/>
            <a:ext cx="493370" cy="479245"/>
            <a:chOff x="5775178" y="2507649"/>
            <a:chExt cx="493370" cy="479245"/>
          </a:xfrm>
        </p:grpSpPr>
        <p:sp>
          <p:nvSpPr>
            <p:cNvPr id="79" name="Oval 78"/>
            <p:cNvSpPr/>
            <p:nvPr/>
          </p:nvSpPr>
          <p:spPr>
            <a:xfrm>
              <a:off x="5775178" y="2507649"/>
              <a:ext cx="493370" cy="47924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80" name="Freeform 37"/>
            <p:cNvSpPr>
              <a:spLocks noEditPoints="1"/>
            </p:cNvSpPr>
            <p:nvPr/>
          </p:nvSpPr>
          <p:spPr bwMode="auto">
            <a:xfrm>
              <a:off x="5914071" y="2630424"/>
              <a:ext cx="233363" cy="203200"/>
            </a:xfrm>
            <a:custGeom>
              <a:avLst/>
              <a:gdLst/>
              <a:ahLst/>
              <a:cxnLst>
                <a:cxn ang="0">
                  <a:pos x="68" y="18"/>
                </a:cxn>
                <a:cxn ang="0">
                  <a:pos x="68" y="50"/>
                </a:cxn>
                <a:cxn ang="0">
                  <a:pos x="59" y="59"/>
                </a:cxn>
                <a:cxn ang="0">
                  <a:pos x="9" y="59"/>
                </a:cxn>
                <a:cxn ang="0">
                  <a:pos x="0" y="50"/>
                </a:cxn>
                <a:cxn ang="0">
                  <a:pos x="0" y="18"/>
                </a:cxn>
                <a:cxn ang="0">
                  <a:pos x="9" y="9"/>
                </a:cxn>
                <a:cxn ang="0">
                  <a:pos x="17" y="9"/>
                </a:cxn>
                <a:cxn ang="0">
                  <a:pos x="19" y="4"/>
                </a:cxn>
                <a:cxn ang="0">
                  <a:pos x="25" y="0"/>
                </a:cxn>
                <a:cxn ang="0">
                  <a:pos x="43" y="0"/>
                </a:cxn>
                <a:cxn ang="0">
                  <a:pos x="49" y="4"/>
                </a:cxn>
                <a:cxn ang="0">
                  <a:pos x="51" y="9"/>
                </a:cxn>
                <a:cxn ang="0">
                  <a:pos x="59" y="9"/>
                </a:cxn>
                <a:cxn ang="0">
                  <a:pos x="68" y="18"/>
                </a:cxn>
                <a:cxn ang="0">
                  <a:pos x="50" y="34"/>
                </a:cxn>
                <a:cxn ang="0">
                  <a:pos x="34" y="18"/>
                </a:cxn>
                <a:cxn ang="0">
                  <a:pos x="18" y="34"/>
                </a:cxn>
                <a:cxn ang="0">
                  <a:pos x="34" y="50"/>
                </a:cxn>
                <a:cxn ang="0">
                  <a:pos x="50" y="34"/>
                </a:cxn>
                <a:cxn ang="0">
                  <a:pos x="44" y="34"/>
                </a:cxn>
                <a:cxn ang="0">
                  <a:pos x="34" y="44"/>
                </a:cxn>
                <a:cxn ang="0">
                  <a:pos x="24" y="34"/>
                </a:cxn>
                <a:cxn ang="0">
                  <a:pos x="34" y="24"/>
                </a:cxn>
                <a:cxn ang="0">
                  <a:pos x="44" y="34"/>
                </a:cxn>
              </a:cxnLst>
              <a:rect l="0" t="0" r="r" b="b"/>
              <a:pathLst>
                <a:path w="68" h="59">
                  <a:moveTo>
                    <a:pt x="68" y="18"/>
                  </a:moveTo>
                  <a:cubicBezTo>
                    <a:pt x="68" y="50"/>
                    <a:pt x="68" y="50"/>
                    <a:pt x="68" y="50"/>
                  </a:cubicBezTo>
                  <a:cubicBezTo>
                    <a:pt x="68" y="55"/>
                    <a:pt x="64" y="59"/>
                    <a:pt x="59" y="59"/>
                  </a:cubicBezTo>
                  <a:cubicBezTo>
                    <a:pt x="9" y="59"/>
                    <a:pt x="9" y="59"/>
                    <a:pt x="9" y="59"/>
                  </a:cubicBezTo>
                  <a:cubicBezTo>
                    <a:pt x="4" y="59"/>
                    <a:pt x="0" y="55"/>
                    <a:pt x="0" y="50"/>
                  </a:cubicBezTo>
                  <a:cubicBezTo>
                    <a:pt x="0" y="18"/>
                    <a:pt x="0" y="18"/>
                    <a:pt x="0" y="18"/>
                  </a:cubicBezTo>
                  <a:cubicBezTo>
                    <a:pt x="0" y="13"/>
                    <a:pt x="4" y="9"/>
                    <a:pt x="9" y="9"/>
                  </a:cubicBezTo>
                  <a:cubicBezTo>
                    <a:pt x="17" y="9"/>
                    <a:pt x="17" y="9"/>
                    <a:pt x="17" y="9"/>
                  </a:cubicBezTo>
                  <a:cubicBezTo>
                    <a:pt x="19" y="4"/>
                    <a:pt x="19" y="4"/>
                    <a:pt x="19" y="4"/>
                  </a:cubicBezTo>
                  <a:cubicBezTo>
                    <a:pt x="20" y="2"/>
                    <a:pt x="22" y="0"/>
                    <a:pt x="25" y="0"/>
                  </a:cubicBezTo>
                  <a:cubicBezTo>
                    <a:pt x="43" y="0"/>
                    <a:pt x="43" y="0"/>
                    <a:pt x="43" y="0"/>
                  </a:cubicBezTo>
                  <a:cubicBezTo>
                    <a:pt x="46" y="0"/>
                    <a:pt x="48" y="2"/>
                    <a:pt x="49" y="4"/>
                  </a:cubicBezTo>
                  <a:cubicBezTo>
                    <a:pt x="51" y="9"/>
                    <a:pt x="51" y="9"/>
                    <a:pt x="51" y="9"/>
                  </a:cubicBezTo>
                  <a:cubicBezTo>
                    <a:pt x="59" y="9"/>
                    <a:pt x="59" y="9"/>
                    <a:pt x="59" y="9"/>
                  </a:cubicBezTo>
                  <a:cubicBezTo>
                    <a:pt x="64" y="9"/>
                    <a:pt x="68" y="13"/>
                    <a:pt x="68" y="18"/>
                  </a:cubicBezTo>
                  <a:close/>
                  <a:moveTo>
                    <a:pt x="50" y="34"/>
                  </a:moveTo>
                  <a:cubicBezTo>
                    <a:pt x="50" y="25"/>
                    <a:pt x="43" y="18"/>
                    <a:pt x="34" y="18"/>
                  </a:cubicBezTo>
                  <a:cubicBezTo>
                    <a:pt x="25" y="18"/>
                    <a:pt x="18" y="25"/>
                    <a:pt x="18" y="34"/>
                  </a:cubicBezTo>
                  <a:cubicBezTo>
                    <a:pt x="18" y="43"/>
                    <a:pt x="25" y="50"/>
                    <a:pt x="34" y="50"/>
                  </a:cubicBezTo>
                  <a:cubicBezTo>
                    <a:pt x="43" y="50"/>
                    <a:pt x="50" y="43"/>
                    <a:pt x="50" y="34"/>
                  </a:cubicBezTo>
                  <a:close/>
                  <a:moveTo>
                    <a:pt x="44" y="34"/>
                  </a:moveTo>
                  <a:cubicBezTo>
                    <a:pt x="44" y="40"/>
                    <a:pt x="40" y="44"/>
                    <a:pt x="34" y="44"/>
                  </a:cubicBezTo>
                  <a:cubicBezTo>
                    <a:pt x="28" y="44"/>
                    <a:pt x="24" y="40"/>
                    <a:pt x="24" y="34"/>
                  </a:cubicBezTo>
                  <a:cubicBezTo>
                    <a:pt x="24" y="28"/>
                    <a:pt x="28" y="24"/>
                    <a:pt x="34" y="24"/>
                  </a:cubicBezTo>
                  <a:cubicBezTo>
                    <a:pt x="40" y="24"/>
                    <a:pt x="44" y="28"/>
                    <a:pt x="44" y="34"/>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ppt_x"/>
                                          </p:val>
                                        </p:tav>
                                        <p:tav tm="100000">
                                          <p:val>
                                            <p:strVal val="#ppt_x"/>
                                          </p:val>
                                        </p:tav>
                                      </p:tavLst>
                                    </p:anim>
                                    <p:anim calcmode="lin" valueType="num">
                                      <p:cBhvr additive="base">
                                        <p:cTn id="23" dur="500" fill="hold"/>
                                        <p:tgtEl>
                                          <p:spTgt spid="8"/>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8" accel="50000" decel="5000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accel="50000" decel="50000" fill="hold" grpId="0" nodeType="afterEffect">
                                  <p:stCondLst>
                                    <p:cond delay="0"/>
                                  </p:stCondLst>
                                  <p:childTnLst>
                                    <p:set>
                                      <p:cBhvr>
                                        <p:cTn id="31" dur="1" fill="hold">
                                          <p:stCondLst>
                                            <p:cond delay="0"/>
                                          </p:stCondLst>
                                        </p:cTn>
                                        <p:tgtEl>
                                          <p:spTgt spid="45"/>
                                        </p:tgtEl>
                                        <p:attrNameLst>
                                          <p:attrName>style.visibility</p:attrName>
                                        </p:attrNameLst>
                                      </p:cBhvr>
                                      <p:to>
                                        <p:strVal val="visible"/>
                                      </p:to>
                                    </p:set>
                                    <p:anim calcmode="lin" valueType="num">
                                      <p:cBhvr additive="base">
                                        <p:cTn id="32" dur="500" fill="hold"/>
                                        <p:tgtEl>
                                          <p:spTgt spid="45"/>
                                        </p:tgtEl>
                                        <p:attrNameLst>
                                          <p:attrName>ppt_x</p:attrName>
                                        </p:attrNameLst>
                                      </p:cBhvr>
                                      <p:tavLst>
                                        <p:tav tm="0">
                                          <p:val>
                                            <p:strVal val="0-#ppt_w/2"/>
                                          </p:val>
                                        </p:tav>
                                        <p:tav tm="100000">
                                          <p:val>
                                            <p:strVal val="#ppt_x"/>
                                          </p:val>
                                        </p:tav>
                                      </p:tavLst>
                                    </p:anim>
                                    <p:anim calcmode="lin" valueType="num">
                                      <p:cBhvr additive="base">
                                        <p:cTn id="33" dur="500" fill="hold"/>
                                        <p:tgtEl>
                                          <p:spTgt spid="45"/>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2" accel="50000" decel="50000" fill="hold" grpId="0" nodeType="afterEffect">
                                  <p:stCondLst>
                                    <p:cond delay="0"/>
                                  </p:stCondLst>
                                  <p:childTnLst>
                                    <p:set>
                                      <p:cBhvr>
                                        <p:cTn id="36" dur="1" fill="hold">
                                          <p:stCondLst>
                                            <p:cond delay="0"/>
                                          </p:stCondLst>
                                        </p:cTn>
                                        <p:tgtEl>
                                          <p:spTgt spid="59"/>
                                        </p:tgtEl>
                                        <p:attrNameLst>
                                          <p:attrName>style.visibility</p:attrName>
                                        </p:attrNameLst>
                                      </p:cBhvr>
                                      <p:to>
                                        <p:strVal val="visible"/>
                                      </p:to>
                                    </p:set>
                                    <p:anim calcmode="lin" valueType="num">
                                      <p:cBhvr additive="base">
                                        <p:cTn id="37" dur="500" fill="hold"/>
                                        <p:tgtEl>
                                          <p:spTgt spid="59"/>
                                        </p:tgtEl>
                                        <p:attrNameLst>
                                          <p:attrName>ppt_x</p:attrName>
                                        </p:attrNameLst>
                                      </p:cBhvr>
                                      <p:tavLst>
                                        <p:tav tm="0">
                                          <p:val>
                                            <p:strVal val="1+#ppt_w/2"/>
                                          </p:val>
                                        </p:tav>
                                        <p:tav tm="100000">
                                          <p:val>
                                            <p:strVal val="#ppt_x"/>
                                          </p:val>
                                        </p:tav>
                                      </p:tavLst>
                                    </p:anim>
                                    <p:anim calcmode="lin" valueType="num">
                                      <p:cBhvr additive="base">
                                        <p:cTn id="38" dur="500" fill="hold"/>
                                        <p:tgtEl>
                                          <p:spTgt spid="59"/>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2" accel="50000" decel="50000"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 calcmode="lin" valueType="num">
                                      <p:cBhvr additive="base">
                                        <p:cTn id="42" dur="500" fill="hold"/>
                                        <p:tgtEl>
                                          <p:spTgt spid="42"/>
                                        </p:tgtEl>
                                        <p:attrNameLst>
                                          <p:attrName>ppt_x</p:attrName>
                                        </p:attrNameLst>
                                      </p:cBhvr>
                                      <p:tavLst>
                                        <p:tav tm="0">
                                          <p:val>
                                            <p:strVal val="1+#ppt_w/2"/>
                                          </p:val>
                                        </p:tav>
                                        <p:tav tm="100000">
                                          <p:val>
                                            <p:strVal val="#ppt_x"/>
                                          </p:val>
                                        </p:tav>
                                      </p:tavLst>
                                    </p:anim>
                                    <p:anim calcmode="lin" valueType="num">
                                      <p:cBhvr additive="base">
                                        <p:cTn id="43" dur="500" fill="hold"/>
                                        <p:tgtEl>
                                          <p:spTgt spid="42"/>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p:cTn id="47" dur="500" fill="hold"/>
                                        <p:tgtEl>
                                          <p:spTgt spid="10"/>
                                        </p:tgtEl>
                                        <p:attrNameLst>
                                          <p:attrName>ppt_w</p:attrName>
                                        </p:attrNameLst>
                                      </p:cBhvr>
                                      <p:tavLst>
                                        <p:tav tm="0">
                                          <p:val>
                                            <p:fltVal val="0"/>
                                          </p:val>
                                        </p:tav>
                                        <p:tav tm="100000">
                                          <p:val>
                                            <p:strVal val="#ppt_w"/>
                                          </p:val>
                                        </p:tav>
                                      </p:tavLst>
                                    </p:anim>
                                    <p:anim calcmode="lin" valueType="num">
                                      <p:cBhvr>
                                        <p:cTn id="48" dur="500" fill="hold"/>
                                        <p:tgtEl>
                                          <p:spTgt spid="10"/>
                                        </p:tgtEl>
                                        <p:attrNameLst>
                                          <p:attrName>ppt_h</p:attrName>
                                        </p:attrNameLst>
                                      </p:cBhvr>
                                      <p:tavLst>
                                        <p:tav tm="0">
                                          <p:val>
                                            <p:fltVal val="0"/>
                                          </p:val>
                                        </p:tav>
                                        <p:tav tm="100000">
                                          <p:val>
                                            <p:strVal val="#ppt_h"/>
                                          </p:val>
                                        </p:tav>
                                      </p:tavLst>
                                    </p:anim>
                                    <p:animEffect transition="in" filter="fade">
                                      <p:cBhvr>
                                        <p:cTn id="49" dur="500"/>
                                        <p:tgtEl>
                                          <p:spTgt spid="10"/>
                                        </p:tgtEl>
                                      </p:cBhvr>
                                    </p:animEffect>
                                  </p:childTnLst>
                                </p:cTn>
                              </p:par>
                              <p:par>
                                <p:cTn id="50" presetID="2" presetClass="entr" presetSubtype="4" accel="50000" decel="50000"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500" fill="hold"/>
                                        <p:tgtEl>
                                          <p:spTgt spid="44"/>
                                        </p:tgtEl>
                                        <p:attrNameLst>
                                          <p:attrName>ppt_x</p:attrName>
                                        </p:attrNameLst>
                                      </p:cBhvr>
                                      <p:tavLst>
                                        <p:tav tm="0">
                                          <p:val>
                                            <p:strVal val="#ppt_x"/>
                                          </p:val>
                                        </p:tav>
                                        <p:tav tm="100000">
                                          <p:val>
                                            <p:strVal val="#ppt_x"/>
                                          </p:val>
                                        </p:tav>
                                      </p:tavLst>
                                    </p:anim>
                                    <p:anim calcmode="lin" valueType="num">
                                      <p:cBhvr additive="base">
                                        <p:cTn id="53" dur="500" fill="hold"/>
                                        <p:tgtEl>
                                          <p:spTgt spid="44"/>
                                        </p:tgtEl>
                                        <p:attrNameLst>
                                          <p:attrName>ppt_y</p:attrName>
                                        </p:attrNameLst>
                                      </p:cBhvr>
                                      <p:tavLst>
                                        <p:tav tm="0">
                                          <p:val>
                                            <p:strVal val="1+#ppt_h/2"/>
                                          </p:val>
                                        </p:tav>
                                        <p:tav tm="100000">
                                          <p:val>
                                            <p:strVal val="#ppt_y"/>
                                          </p:val>
                                        </p:tav>
                                      </p:tavLst>
                                    </p:anim>
                                  </p:childTnLst>
                                </p:cTn>
                              </p:par>
                            </p:childTnLst>
                          </p:cTn>
                        </p:par>
                        <p:par>
                          <p:cTn id="54" fill="hold">
                            <p:stCondLst>
                              <p:cond delay="4500"/>
                            </p:stCondLst>
                            <p:childTnLst>
                              <p:par>
                                <p:cTn id="55" presetID="53" presetClass="entr" presetSubtype="0"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 calcmode="lin" valueType="num">
                                      <p:cBhvr>
                                        <p:cTn id="57" dur="500" fill="hold"/>
                                        <p:tgtEl>
                                          <p:spTgt spid="9"/>
                                        </p:tgtEl>
                                        <p:attrNameLst>
                                          <p:attrName>ppt_w</p:attrName>
                                        </p:attrNameLst>
                                      </p:cBhvr>
                                      <p:tavLst>
                                        <p:tav tm="0">
                                          <p:val>
                                            <p:fltVal val="0"/>
                                          </p:val>
                                        </p:tav>
                                        <p:tav tm="100000">
                                          <p:val>
                                            <p:strVal val="#ppt_w"/>
                                          </p:val>
                                        </p:tav>
                                      </p:tavLst>
                                    </p:anim>
                                    <p:anim calcmode="lin" valueType="num">
                                      <p:cBhvr>
                                        <p:cTn id="58" dur="500" fill="hold"/>
                                        <p:tgtEl>
                                          <p:spTgt spid="9"/>
                                        </p:tgtEl>
                                        <p:attrNameLst>
                                          <p:attrName>ppt_h</p:attrName>
                                        </p:attrNameLst>
                                      </p:cBhvr>
                                      <p:tavLst>
                                        <p:tav tm="0">
                                          <p:val>
                                            <p:fltVal val="0"/>
                                          </p:val>
                                        </p:tav>
                                        <p:tav tm="100000">
                                          <p:val>
                                            <p:strVal val="#ppt_h"/>
                                          </p:val>
                                        </p:tav>
                                      </p:tavLst>
                                    </p:anim>
                                    <p:animEffect transition="in" filter="fade">
                                      <p:cBhvr>
                                        <p:cTn id="59" dur="500"/>
                                        <p:tgtEl>
                                          <p:spTgt spid="9"/>
                                        </p:tgtEl>
                                      </p:cBhvr>
                                    </p:animEffect>
                                  </p:childTnLst>
                                </p:cTn>
                              </p:par>
                              <p:par>
                                <p:cTn id="60" presetID="2" presetClass="entr" presetSubtype="4" accel="50000" decel="50000" fill="hold" grpId="0" nodeType="withEffect">
                                  <p:stCondLst>
                                    <p:cond delay="0"/>
                                  </p:stCondLst>
                                  <p:childTnLst>
                                    <p:set>
                                      <p:cBhvr>
                                        <p:cTn id="61" dur="1" fill="hold">
                                          <p:stCondLst>
                                            <p:cond delay="0"/>
                                          </p:stCondLst>
                                        </p:cTn>
                                        <p:tgtEl>
                                          <p:spTgt spid="38"/>
                                        </p:tgtEl>
                                        <p:attrNameLst>
                                          <p:attrName>style.visibility</p:attrName>
                                        </p:attrNameLst>
                                      </p:cBhvr>
                                      <p:to>
                                        <p:strVal val="visible"/>
                                      </p:to>
                                    </p:set>
                                    <p:anim calcmode="lin" valueType="num">
                                      <p:cBhvr additive="base">
                                        <p:cTn id="62" dur="500" fill="hold"/>
                                        <p:tgtEl>
                                          <p:spTgt spid="38"/>
                                        </p:tgtEl>
                                        <p:attrNameLst>
                                          <p:attrName>ppt_x</p:attrName>
                                        </p:attrNameLst>
                                      </p:cBhvr>
                                      <p:tavLst>
                                        <p:tav tm="0">
                                          <p:val>
                                            <p:strVal val="#ppt_x"/>
                                          </p:val>
                                        </p:tav>
                                        <p:tav tm="100000">
                                          <p:val>
                                            <p:strVal val="#ppt_x"/>
                                          </p:val>
                                        </p:tav>
                                      </p:tavLst>
                                    </p:anim>
                                    <p:anim calcmode="lin" valueType="num">
                                      <p:cBhvr additive="base">
                                        <p:cTn id="63" dur="500" fill="hold"/>
                                        <p:tgtEl>
                                          <p:spTgt spid="38"/>
                                        </p:tgtEl>
                                        <p:attrNameLst>
                                          <p:attrName>ppt_y</p:attrName>
                                        </p:attrNameLst>
                                      </p:cBhvr>
                                      <p:tavLst>
                                        <p:tav tm="0">
                                          <p:val>
                                            <p:strVal val="1+#ppt_h/2"/>
                                          </p:val>
                                        </p:tav>
                                        <p:tav tm="100000">
                                          <p:val>
                                            <p:strVal val="#ppt_y"/>
                                          </p:val>
                                        </p:tav>
                                      </p:tavLst>
                                    </p:anim>
                                  </p:childTnLst>
                                </p:cTn>
                              </p:par>
                            </p:childTnLst>
                          </p:cTn>
                        </p:par>
                        <p:par>
                          <p:cTn id="64" fill="hold">
                            <p:stCondLst>
                              <p:cond delay="5000"/>
                            </p:stCondLst>
                            <p:childTnLst>
                              <p:par>
                                <p:cTn id="65" presetID="53" presetClass="entr" presetSubtype="0" fill="hold" nodeType="after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500" fill="hold"/>
                                        <p:tgtEl>
                                          <p:spTgt spid="12"/>
                                        </p:tgtEl>
                                        <p:attrNameLst>
                                          <p:attrName>ppt_w</p:attrName>
                                        </p:attrNameLst>
                                      </p:cBhvr>
                                      <p:tavLst>
                                        <p:tav tm="0">
                                          <p:val>
                                            <p:fltVal val="0"/>
                                          </p:val>
                                        </p:tav>
                                        <p:tav tm="100000">
                                          <p:val>
                                            <p:strVal val="#ppt_w"/>
                                          </p:val>
                                        </p:tav>
                                      </p:tavLst>
                                    </p:anim>
                                    <p:anim calcmode="lin" valueType="num">
                                      <p:cBhvr>
                                        <p:cTn id="68" dur="500" fill="hold"/>
                                        <p:tgtEl>
                                          <p:spTgt spid="12"/>
                                        </p:tgtEl>
                                        <p:attrNameLst>
                                          <p:attrName>ppt_h</p:attrName>
                                        </p:attrNameLst>
                                      </p:cBhvr>
                                      <p:tavLst>
                                        <p:tav tm="0">
                                          <p:val>
                                            <p:fltVal val="0"/>
                                          </p:val>
                                        </p:tav>
                                        <p:tav tm="100000">
                                          <p:val>
                                            <p:strVal val="#ppt_h"/>
                                          </p:val>
                                        </p:tav>
                                      </p:tavLst>
                                    </p:anim>
                                    <p:animEffect transition="in" filter="fade">
                                      <p:cBhvr>
                                        <p:cTn id="69" dur="500"/>
                                        <p:tgtEl>
                                          <p:spTgt spid="12"/>
                                        </p:tgtEl>
                                      </p:cBhvr>
                                    </p:animEffect>
                                  </p:childTnLst>
                                </p:cTn>
                              </p:par>
                              <p:par>
                                <p:cTn id="70" presetID="2" presetClass="entr" presetSubtype="4" accel="50000" decel="50000" fill="hold" nodeType="withEffect">
                                  <p:stCondLst>
                                    <p:cond delay="0"/>
                                  </p:stCondLst>
                                  <p:childTnLst>
                                    <p:set>
                                      <p:cBhvr>
                                        <p:cTn id="71" dur="1" fill="hold">
                                          <p:stCondLst>
                                            <p:cond delay="0"/>
                                          </p:stCondLst>
                                        </p:cTn>
                                        <p:tgtEl>
                                          <p:spTgt spid="41"/>
                                        </p:tgtEl>
                                        <p:attrNameLst>
                                          <p:attrName>style.visibility</p:attrName>
                                        </p:attrNameLst>
                                      </p:cBhvr>
                                      <p:to>
                                        <p:strVal val="visible"/>
                                      </p:to>
                                    </p:set>
                                    <p:anim calcmode="lin" valueType="num">
                                      <p:cBhvr additive="base">
                                        <p:cTn id="72" dur="500" fill="hold"/>
                                        <p:tgtEl>
                                          <p:spTgt spid="41"/>
                                        </p:tgtEl>
                                        <p:attrNameLst>
                                          <p:attrName>ppt_x</p:attrName>
                                        </p:attrNameLst>
                                      </p:cBhvr>
                                      <p:tavLst>
                                        <p:tav tm="0">
                                          <p:val>
                                            <p:strVal val="#ppt_x"/>
                                          </p:val>
                                        </p:tav>
                                        <p:tav tm="100000">
                                          <p:val>
                                            <p:strVal val="#ppt_x"/>
                                          </p:val>
                                        </p:tav>
                                      </p:tavLst>
                                    </p:anim>
                                    <p:anim calcmode="lin" valueType="num">
                                      <p:cBhvr additive="base">
                                        <p:cTn id="73" dur="500" fill="hold"/>
                                        <p:tgtEl>
                                          <p:spTgt spid="41"/>
                                        </p:tgtEl>
                                        <p:attrNameLst>
                                          <p:attrName>ppt_y</p:attrName>
                                        </p:attrNameLst>
                                      </p:cBhvr>
                                      <p:tavLst>
                                        <p:tav tm="0">
                                          <p:val>
                                            <p:strVal val="1+#ppt_h/2"/>
                                          </p:val>
                                        </p:tav>
                                        <p:tav tm="100000">
                                          <p:val>
                                            <p:strVal val="#ppt_y"/>
                                          </p:val>
                                        </p:tav>
                                      </p:tavLst>
                                    </p:anim>
                                  </p:childTnLst>
                                </p:cTn>
                              </p:par>
                            </p:childTnLst>
                          </p:cTn>
                        </p:par>
                        <p:par>
                          <p:cTn id="74" fill="hold">
                            <p:stCondLst>
                              <p:cond delay="5500"/>
                            </p:stCondLst>
                            <p:childTnLst>
                              <p:par>
                                <p:cTn id="75" presetID="53" presetClass="entr" presetSubtype="0" fill="hold" nodeType="afterEffect">
                                  <p:stCondLst>
                                    <p:cond delay="0"/>
                                  </p:stCondLst>
                                  <p:childTnLst>
                                    <p:set>
                                      <p:cBhvr>
                                        <p:cTn id="76" dur="1" fill="hold">
                                          <p:stCondLst>
                                            <p:cond delay="0"/>
                                          </p:stCondLst>
                                        </p:cTn>
                                        <p:tgtEl>
                                          <p:spTgt spid="11"/>
                                        </p:tgtEl>
                                        <p:attrNameLst>
                                          <p:attrName>style.visibility</p:attrName>
                                        </p:attrNameLst>
                                      </p:cBhvr>
                                      <p:to>
                                        <p:strVal val="visible"/>
                                      </p:to>
                                    </p:set>
                                    <p:anim calcmode="lin" valueType="num">
                                      <p:cBhvr>
                                        <p:cTn id="77" dur="500" fill="hold"/>
                                        <p:tgtEl>
                                          <p:spTgt spid="11"/>
                                        </p:tgtEl>
                                        <p:attrNameLst>
                                          <p:attrName>ppt_w</p:attrName>
                                        </p:attrNameLst>
                                      </p:cBhvr>
                                      <p:tavLst>
                                        <p:tav tm="0">
                                          <p:val>
                                            <p:fltVal val="0"/>
                                          </p:val>
                                        </p:tav>
                                        <p:tav tm="100000">
                                          <p:val>
                                            <p:strVal val="#ppt_w"/>
                                          </p:val>
                                        </p:tav>
                                      </p:tavLst>
                                    </p:anim>
                                    <p:anim calcmode="lin" valueType="num">
                                      <p:cBhvr>
                                        <p:cTn id="78" dur="500" fill="hold"/>
                                        <p:tgtEl>
                                          <p:spTgt spid="11"/>
                                        </p:tgtEl>
                                        <p:attrNameLst>
                                          <p:attrName>ppt_h</p:attrName>
                                        </p:attrNameLst>
                                      </p:cBhvr>
                                      <p:tavLst>
                                        <p:tav tm="0">
                                          <p:val>
                                            <p:fltVal val="0"/>
                                          </p:val>
                                        </p:tav>
                                        <p:tav tm="100000">
                                          <p:val>
                                            <p:strVal val="#ppt_h"/>
                                          </p:val>
                                        </p:tav>
                                      </p:tavLst>
                                    </p:anim>
                                    <p:animEffect transition="in" filter="fade">
                                      <p:cBhvr>
                                        <p:cTn id="79" dur="500"/>
                                        <p:tgtEl>
                                          <p:spTgt spid="11"/>
                                        </p:tgtEl>
                                      </p:cBhvr>
                                    </p:animEffect>
                                  </p:childTnLst>
                                </p:cTn>
                              </p:par>
                              <p:par>
                                <p:cTn id="80" presetID="2" presetClass="entr" presetSubtype="4" accel="50000" decel="50000" fill="hold" nodeType="with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additive="base">
                                        <p:cTn id="82" dur="500" fill="hold"/>
                                        <p:tgtEl>
                                          <p:spTgt spid="58"/>
                                        </p:tgtEl>
                                        <p:attrNameLst>
                                          <p:attrName>ppt_x</p:attrName>
                                        </p:attrNameLst>
                                      </p:cBhvr>
                                      <p:tavLst>
                                        <p:tav tm="0">
                                          <p:val>
                                            <p:strVal val="#ppt_x"/>
                                          </p:val>
                                        </p:tav>
                                        <p:tav tm="100000">
                                          <p:val>
                                            <p:strVal val="#ppt_x"/>
                                          </p:val>
                                        </p:tav>
                                      </p:tavLst>
                                    </p:anim>
                                    <p:anim calcmode="lin" valueType="num">
                                      <p:cBhvr additive="base">
                                        <p:cTn id="83"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2" grpId="0"/>
      <p:bldP spid="44" grpId="0"/>
      <p:bldP spid="45" grpId="0"/>
      <p:bldP spid="59"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59"/>
          <p:cNvGrpSpPr/>
          <p:nvPr/>
        </p:nvGrpSpPr>
        <p:grpSpPr>
          <a:xfrm>
            <a:off x="3295651" y="2879345"/>
            <a:ext cx="2552700" cy="1295400"/>
            <a:chOff x="3295651" y="2674938"/>
            <a:chExt cx="2552700" cy="1295400"/>
          </a:xfrm>
        </p:grpSpPr>
        <p:sp>
          <p:nvSpPr>
            <p:cNvPr id="1032" name="Freeform 8"/>
            <p:cNvSpPr>
              <a:spLocks/>
            </p:cNvSpPr>
            <p:nvPr/>
          </p:nvSpPr>
          <p:spPr bwMode="auto">
            <a:xfrm>
              <a:off x="3295651" y="2954338"/>
              <a:ext cx="2552700" cy="1016000"/>
            </a:xfrm>
            <a:custGeom>
              <a:avLst/>
              <a:gdLst/>
              <a:ahLst/>
              <a:cxnLst>
                <a:cxn ang="0">
                  <a:pos x="886" y="99"/>
                </a:cxn>
                <a:cxn ang="0">
                  <a:pos x="553" y="133"/>
                </a:cxn>
                <a:cxn ang="0">
                  <a:pos x="220" y="99"/>
                </a:cxn>
                <a:cxn ang="0">
                  <a:pos x="0" y="4"/>
                </a:cxn>
                <a:cxn ang="0">
                  <a:pos x="0" y="194"/>
                </a:cxn>
                <a:cxn ang="0">
                  <a:pos x="0" y="312"/>
                </a:cxn>
                <a:cxn ang="0">
                  <a:pos x="2" y="314"/>
                </a:cxn>
                <a:cxn ang="0">
                  <a:pos x="553" y="441"/>
                </a:cxn>
                <a:cxn ang="0">
                  <a:pos x="1104" y="314"/>
                </a:cxn>
                <a:cxn ang="0">
                  <a:pos x="1109" y="309"/>
                </a:cxn>
                <a:cxn ang="0">
                  <a:pos x="1109" y="198"/>
                </a:cxn>
                <a:cxn ang="0">
                  <a:pos x="1109" y="0"/>
                </a:cxn>
                <a:cxn ang="0">
                  <a:pos x="886" y="99"/>
                </a:cxn>
              </a:cxnLst>
              <a:rect l="0" t="0" r="r" b="b"/>
              <a:pathLst>
                <a:path w="1109" h="441">
                  <a:moveTo>
                    <a:pt x="886" y="99"/>
                  </a:moveTo>
                  <a:cubicBezTo>
                    <a:pt x="791" y="120"/>
                    <a:pt x="677" y="133"/>
                    <a:pt x="553" y="133"/>
                  </a:cubicBezTo>
                  <a:cubicBezTo>
                    <a:pt x="429" y="133"/>
                    <a:pt x="314" y="120"/>
                    <a:pt x="220" y="99"/>
                  </a:cubicBezTo>
                  <a:cubicBezTo>
                    <a:pt x="118" y="76"/>
                    <a:pt x="40" y="43"/>
                    <a:pt x="0" y="4"/>
                  </a:cubicBezTo>
                  <a:cubicBezTo>
                    <a:pt x="0" y="194"/>
                    <a:pt x="0" y="194"/>
                    <a:pt x="0" y="194"/>
                  </a:cubicBezTo>
                  <a:cubicBezTo>
                    <a:pt x="0" y="312"/>
                    <a:pt x="0" y="312"/>
                    <a:pt x="0" y="312"/>
                  </a:cubicBezTo>
                  <a:cubicBezTo>
                    <a:pt x="0" y="313"/>
                    <a:pt x="1" y="313"/>
                    <a:pt x="2" y="314"/>
                  </a:cubicBezTo>
                  <a:cubicBezTo>
                    <a:pt x="80" y="388"/>
                    <a:pt x="297" y="441"/>
                    <a:pt x="553" y="441"/>
                  </a:cubicBezTo>
                  <a:cubicBezTo>
                    <a:pt x="809" y="441"/>
                    <a:pt x="1026" y="388"/>
                    <a:pt x="1104" y="314"/>
                  </a:cubicBezTo>
                  <a:cubicBezTo>
                    <a:pt x="1106" y="312"/>
                    <a:pt x="1108" y="310"/>
                    <a:pt x="1109" y="309"/>
                  </a:cubicBezTo>
                  <a:cubicBezTo>
                    <a:pt x="1109" y="198"/>
                    <a:pt x="1109" y="198"/>
                    <a:pt x="1109" y="198"/>
                  </a:cubicBezTo>
                  <a:cubicBezTo>
                    <a:pt x="1109" y="0"/>
                    <a:pt x="1109" y="0"/>
                    <a:pt x="1109" y="0"/>
                  </a:cubicBezTo>
                  <a:cubicBezTo>
                    <a:pt x="1071" y="41"/>
                    <a:pt x="991" y="75"/>
                    <a:pt x="886" y="99"/>
                  </a:cubicBez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1"/>
                </a:solidFill>
              </a:endParaRPr>
            </a:p>
          </p:txBody>
        </p:sp>
        <p:sp>
          <p:nvSpPr>
            <p:cNvPr id="1033" name="Oval 9"/>
            <p:cNvSpPr>
              <a:spLocks noChangeArrowheads="1"/>
            </p:cNvSpPr>
            <p:nvPr/>
          </p:nvSpPr>
          <p:spPr bwMode="auto">
            <a:xfrm>
              <a:off x="3295651" y="2674938"/>
              <a:ext cx="2552700" cy="606425"/>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1">
                    <a:lumMod val="60000"/>
                    <a:lumOff val="40000"/>
                  </a:schemeClr>
                </a:solidFill>
              </a:endParaRPr>
            </a:p>
          </p:txBody>
        </p:sp>
      </p:grpSp>
      <p:sp>
        <p:nvSpPr>
          <p:cNvPr id="2" name="Title 1"/>
          <p:cNvSpPr>
            <a:spLocks noGrp="1"/>
          </p:cNvSpPr>
          <p:nvPr>
            <p:ph type="title"/>
          </p:nvPr>
        </p:nvSpPr>
        <p:spPr/>
        <p:txBody>
          <a:bodyPr/>
          <a:lstStyle/>
          <a:p>
            <a:r>
              <a:rPr lang="en-US"/>
              <a:t>3D Can Infographic</a:t>
            </a:r>
            <a:endParaRPr lang="en-US" dirty="0"/>
          </a:p>
        </p:txBody>
      </p:sp>
      <p:sp>
        <p:nvSpPr>
          <p:cNvPr id="3" name="Text Placeholder 2"/>
          <p:cNvSpPr>
            <a:spLocks noGrp="1"/>
          </p:cNvSpPr>
          <p:nvPr>
            <p:ph type="body" sz="half" idx="2"/>
          </p:nvPr>
        </p:nvSpPr>
        <p:spPr/>
        <p:txBody>
          <a:bodyPr/>
          <a:lstStyle/>
          <a:p>
            <a:r>
              <a:rPr lang="en-US"/>
              <a:t>3D Chart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212</a:t>
            </a:fld>
            <a:endParaRPr lang="en-US" dirty="0"/>
          </a:p>
        </p:txBody>
      </p:sp>
      <p:sp>
        <p:nvSpPr>
          <p:cNvPr id="1034" name="Freeform 10"/>
          <p:cNvSpPr>
            <a:spLocks/>
          </p:cNvSpPr>
          <p:nvPr/>
        </p:nvSpPr>
        <p:spPr bwMode="auto">
          <a:xfrm>
            <a:off x="3644901" y="3084132"/>
            <a:ext cx="3175" cy="3175"/>
          </a:xfrm>
          <a:custGeom>
            <a:avLst/>
            <a:gdLst/>
            <a:ahLst/>
            <a:cxnLst>
              <a:cxn ang="0">
                <a:pos x="0" y="1"/>
              </a:cxn>
              <a:cxn ang="0">
                <a:pos x="1" y="1"/>
              </a:cxn>
              <a:cxn ang="0">
                <a:pos x="0" y="0"/>
              </a:cxn>
              <a:cxn ang="0">
                <a:pos x="0" y="1"/>
              </a:cxn>
            </a:cxnLst>
            <a:rect l="0" t="0" r="r" b="b"/>
            <a:pathLst>
              <a:path w="1" h="1">
                <a:moveTo>
                  <a:pt x="0" y="1"/>
                </a:moveTo>
                <a:cubicBezTo>
                  <a:pt x="1" y="1"/>
                  <a:pt x="1" y="1"/>
                  <a:pt x="1" y="1"/>
                </a:cubicBezTo>
                <a:cubicBezTo>
                  <a:pt x="1" y="0"/>
                  <a:pt x="0" y="0"/>
                  <a:pt x="0" y="0"/>
                </a:cubicBezTo>
                <a:lnTo>
                  <a:pt x="0" y="1"/>
                </a:lnTo>
                <a:close/>
              </a:path>
            </a:pathLst>
          </a:custGeom>
          <a:solidFill>
            <a:srgbClr val="F0514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6" name="Group 60"/>
          <p:cNvGrpSpPr/>
          <p:nvPr/>
        </p:nvGrpSpPr>
        <p:grpSpPr>
          <a:xfrm>
            <a:off x="3644901" y="2358645"/>
            <a:ext cx="1854200" cy="939800"/>
            <a:chOff x="3644901" y="2154238"/>
            <a:chExt cx="1854200" cy="939800"/>
          </a:xfrm>
        </p:grpSpPr>
        <p:sp>
          <p:nvSpPr>
            <p:cNvPr id="1035" name="Freeform 11"/>
            <p:cNvSpPr>
              <a:spLocks/>
            </p:cNvSpPr>
            <p:nvPr/>
          </p:nvSpPr>
          <p:spPr bwMode="auto">
            <a:xfrm>
              <a:off x="3644901" y="2357438"/>
              <a:ext cx="1854200" cy="736600"/>
            </a:xfrm>
            <a:custGeom>
              <a:avLst/>
              <a:gdLst/>
              <a:ahLst/>
              <a:cxnLst>
                <a:cxn ang="0">
                  <a:pos x="643" y="72"/>
                </a:cxn>
                <a:cxn ang="0">
                  <a:pos x="401" y="96"/>
                </a:cxn>
                <a:cxn ang="0">
                  <a:pos x="160" y="72"/>
                </a:cxn>
                <a:cxn ang="0">
                  <a:pos x="0" y="3"/>
                </a:cxn>
                <a:cxn ang="0">
                  <a:pos x="0" y="141"/>
                </a:cxn>
                <a:cxn ang="0">
                  <a:pos x="0" y="227"/>
                </a:cxn>
                <a:cxn ang="0">
                  <a:pos x="1" y="228"/>
                </a:cxn>
                <a:cxn ang="0">
                  <a:pos x="401" y="320"/>
                </a:cxn>
                <a:cxn ang="0">
                  <a:pos x="802" y="228"/>
                </a:cxn>
                <a:cxn ang="0">
                  <a:pos x="805" y="224"/>
                </a:cxn>
                <a:cxn ang="0">
                  <a:pos x="805" y="144"/>
                </a:cxn>
                <a:cxn ang="0">
                  <a:pos x="805" y="0"/>
                </a:cxn>
                <a:cxn ang="0">
                  <a:pos x="643" y="72"/>
                </a:cxn>
              </a:cxnLst>
              <a:rect l="0" t="0" r="r" b="b"/>
              <a:pathLst>
                <a:path w="805" h="320">
                  <a:moveTo>
                    <a:pt x="643" y="72"/>
                  </a:moveTo>
                  <a:cubicBezTo>
                    <a:pt x="574" y="87"/>
                    <a:pt x="491" y="96"/>
                    <a:pt x="401" y="96"/>
                  </a:cubicBezTo>
                  <a:cubicBezTo>
                    <a:pt x="311" y="96"/>
                    <a:pt x="228" y="87"/>
                    <a:pt x="160" y="72"/>
                  </a:cubicBezTo>
                  <a:cubicBezTo>
                    <a:pt x="86" y="55"/>
                    <a:pt x="29" y="31"/>
                    <a:pt x="0" y="3"/>
                  </a:cubicBezTo>
                  <a:cubicBezTo>
                    <a:pt x="0" y="141"/>
                    <a:pt x="0" y="141"/>
                    <a:pt x="0" y="141"/>
                  </a:cubicBezTo>
                  <a:cubicBezTo>
                    <a:pt x="0" y="227"/>
                    <a:pt x="0" y="227"/>
                    <a:pt x="0" y="227"/>
                  </a:cubicBezTo>
                  <a:cubicBezTo>
                    <a:pt x="0" y="227"/>
                    <a:pt x="1" y="227"/>
                    <a:pt x="1" y="228"/>
                  </a:cubicBezTo>
                  <a:cubicBezTo>
                    <a:pt x="58" y="282"/>
                    <a:pt x="216" y="320"/>
                    <a:pt x="401" y="320"/>
                  </a:cubicBezTo>
                  <a:cubicBezTo>
                    <a:pt x="587" y="320"/>
                    <a:pt x="745" y="282"/>
                    <a:pt x="802" y="228"/>
                  </a:cubicBezTo>
                  <a:cubicBezTo>
                    <a:pt x="803" y="227"/>
                    <a:pt x="804" y="225"/>
                    <a:pt x="805" y="224"/>
                  </a:cubicBezTo>
                  <a:cubicBezTo>
                    <a:pt x="805" y="144"/>
                    <a:pt x="805" y="144"/>
                    <a:pt x="805" y="144"/>
                  </a:cubicBezTo>
                  <a:cubicBezTo>
                    <a:pt x="805" y="0"/>
                    <a:pt x="805" y="0"/>
                    <a:pt x="805" y="0"/>
                  </a:cubicBezTo>
                  <a:cubicBezTo>
                    <a:pt x="777" y="30"/>
                    <a:pt x="719" y="55"/>
                    <a:pt x="643" y="72"/>
                  </a:cubicBez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6" name="Oval 12"/>
            <p:cNvSpPr>
              <a:spLocks noChangeArrowheads="1"/>
            </p:cNvSpPr>
            <p:nvPr/>
          </p:nvSpPr>
          <p:spPr bwMode="auto">
            <a:xfrm>
              <a:off x="3644901" y="2154238"/>
              <a:ext cx="1854200" cy="439738"/>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38" name="Freeform 14"/>
          <p:cNvSpPr>
            <a:spLocks/>
          </p:cNvSpPr>
          <p:nvPr/>
        </p:nvSpPr>
        <p:spPr bwMode="auto">
          <a:xfrm>
            <a:off x="3935413" y="2515807"/>
            <a:ext cx="1588" cy="1588"/>
          </a:xfrm>
          <a:custGeom>
            <a:avLst/>
            <a:gdLst/>
            <a:ahLst/>
            <a:cxnLst>
              <a:cxn ang="0">
                <a:pos x="0" y="1"/>
              </a:cxn>
              <a:cxn ang="0">
                <a:pos x="1" y="1"/>
              </a:cxn>
              <a:cxn ang="0">
                <a:pos x="0" y="0"/>
              </a:cxn>
              <a:cxn ang="0">
                <a:pos x="0" y="1"/>
              </a:cxn>
            </a:cxnLst>
            <a:rect l="0" t="0" r="r" b="b"/>
            <a:pathLst>
              <a:path w="1" h="1">
                <a:moveTo>
                  <a:pt x="0" y="1"/>
                </a:moveTo>
                <a:cubicBezTo>
                  <a:pt x="1" y="1"/>
                  <a:pt x="1" y="1"/>
                  <a:pt x="1" y="1"/>
                </a:cubicBezTo>
                <a:cubicBezTo>
                  <a:pt x="1" y="0"/>
                  <a:pt x="0" y="0"/>
                  <a:pt x="0" y="0"/>
                </a:cubicBezTo>
                <a:lnTo>
                  <a:pt x="0" y="1"/>
                </a:lnTo>
                <a:close/>
              </a:path>
            </a:pathLst>
          </a:custGeom>
          <a:solidFill>
            <a:srgbClr val="8567AD"/>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 name="Group 61"/>
          <p:cNvGrpSpPr/>
          <p:nvPr/>
        </p:nvGrpSpPr>
        <p:grpSpPr>
          <a:xfrm>
            <a:off x="3935413" y="2001457"/>
            <a:ext cx="1317625" cy="666750"/>
            <a:chOff x="3935413" y="1797050"/>
            <a:chExt cx="1317625" cy="666750"/>
          </a:xfrm>
        </p:grpSpPr>
        <p:sp>
          <p:nvSpPr>
            <p:cNvPr id="1037" name="Oval 13"/>
            <p:cNvSpPr>
              <a:spLocks noChangeArrowheads="1"/>
            </p:cNvSpPr>
            <p:nvPr/>
          </p:nvSpPr>
          <p:spPr bwMode="auto">
            <a:xfrm>
              <a:off x="3935413" y="1797050"/>
              <a:ext cx="1317625" cy="31115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9" name="Freeform 15"/>
            <p:cNvSpPr>
              <a:spLocks/>
            </p:cNvSpPr>
            <p:nvPr/>
          </p:nvSpPr>
          <p:spPr bwMode="auto">
            <a:xfrm>
              <a:off x="3935413" y="1939925"/>
              <a:ext cx="1317625" cy="523875"/>
            </a:xfrm>
            <a:custGeom>
              <a:avLst/>
              <a:gdLst/>
              <a:ahLst/>
              <a:cxnLst>
                <a:cxn ang="0">
                  <a:pos x="457" y="51"/>
                </a:cxn>
                <a:cxn ang="0">
                  <a:pos x="285" y="68"/>
                </a:cxn>
                <a:cxn ang="0">
                  <a:pos x="114" y="51"/>
                </a:cxn>
                <a:cxn ang="0">
                  <a:pos x="0" y="2"/>
                </a:cxn>
                <a:cxn ang="0">
                  <a:pos x="0" y="100"/>
                </a:cxn>
                <a:cxn ang="0">
                  <a:pos x="0" y="161"/>
                </a:cxn>
                <a:cxn ang="0">
                  <a:pos x="1" y="162"/>
                </a:cxn>
                <a:cxn ang="0">
                  <a:pos x="285" y="227"/>
                </a:cxn>
                <a:cxn ang="0">
                  <a:pos x="570" y="162"/>
                </a:cxn>
                <a:cxn ang="0">
                  <a:pos x="572" y="159"/>
                </a:cxn>
                <a:cxn ang="0">
                  <a:pos x="572" y="102"/>
                </a:cxn>
                <a:cxn ang="0">
                  <a:pos x="572" y="0"/>
                </a:cxn>
                <a:cxn ang="0">
                  <a:pos x="457" y="51"/>
                </a:cxn>
              </a:cxnLst>
              <a:rect l="0" t="0" r="r" b="b"/>
              <a:pathLst>
                <a:path w="572" h="227">
                  <a:moveTo>
                    <a:pt x="457" y="51"/>
                  </a:moveTo>
                  <a:cubicBezTo>
                    <a:pt x="408" y="62"/>
                    <a:pt x="349" y="68"/>
                    <a:pt x="285" y="68"/>
                  </a:cubicBezTo>
                  <a:cubicBezTo>
                    <a:pt x="222" y="68"/>
                    <a:pt x="162" y="62"/>
                    <a:pt x="114" y="51"/>
                  </a:cubicBezTo>
                  <a:cubicBezTo>
                    <a:pt x="61" y="39"/>
                    <a:pt x="21" y="22"/>
                    <a:pt x="0" y="2"/>
                  </a:cubicBezTo>
                  <a:cubicBezTo>
                    <a:pt x="0" y="100"/>
                    <a:pt x="0" y="100"/>
                    <a:pt x="0" y="100"/>
                  </a:cubicBezTo>
                  <a:cubicBezTo>
                    <a:pt x="0" y="161"/>
                    <a:pt x="0" y="161"/>
                    <a:pt x="0" y="161"/>
                  </a:cubicBezTo>
                  <a:cubicBezTo>
                    <a:pt x="0" y="161"/>
                    <a:pt x="1" y="161"/>
                    <a:pt x="1" y="162"/>
                  </a:cubicBezTo>
                  <a:cubicBezTo>
                    <a:pt x="41" y="200"/>
                    <a:pt x="153" y="227"/>
                    <a:pt x="285" y="227"/>
                  </a:cubicBezTo>
                  <a:cubicBezTo>
                    <a:pt x="417" y="227"/>
                    <a:pt x="529" y="200"/>
                    <a:pt x="570" y="162"/>
                  </a:cubicBezTo>
                  <a:cubicBezTo>
                    <a:pt x="571" y="161"/>
                    <a:pt x="571" y="160"/>
                    <a:pt x="572" y="159"/>
                  </a:cubicBezTo>
                  <a:cubicBezTo>
                    <a:pt x="572" y="102"/>
                    <a:pt x="572" y="102"/>
                    <a:pt x="572" y="102"/>
                  </a:cubicBezTo>
                  <a:cubicBezTo>
                    <a:pt x="572" y="0"/>
                    <a:pt x="572" y="0"/>
                    <a:pt x="572" y="0"/>
                  </a:cubicBezTo>
                  <a:cubicBezTo>
                    <a:pt x="552" y="21"/>
                    <a:pt x="511" y="39"/>
                    <a:pt x="457" y="51"/>
                  </a:cubicBez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40" name="Freeform 16"/>
          <p:cNvSpPr>
            <a:spLocks/>
          </p:cNvSpPr>
          <p:nvPr/>
        </p:nvSpPr>
        <p:spPr bwMode="auto">
          <a:xfrm>
            <a:off x="4184651" y="2072895"/>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6CCA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62"/>
          <p:cNvGrpSpPr/>
          <p:nvPr/>
        </p:nvGrpSpPr>
        <p:grpSpPr>
          <a:xfrm>
            <a:off x="4184651" y="1749045"/>
            <a:ext cx="830263" cy="420688"/>
            <a:chOff x="4184651" y="1544638"/>
            <a:chExt cx="830263" cy="420688"/>
          </a:xfrm>
        </p:grpSpPr>
        <p:sp>
          <p:nvSpPr>
            <p:cNvPr id="1041" name="Freeform 17"/>
            <p:cNvSpPr>
              <a:spLocks/>
            </p:cNvSpPr>
            <p:nvPr/>
          </p:nvSpPr>
          <p:spPr bwMode="auto">
            <a:xfrm>
              <a:off x="4184651" y="1633538"/>
              <a:ext cx="830263" cy="331788"/>
            </a:xfrm>
            <a:custGeom>
              <a:avLst/>
              <a:gdLst/>
              <a:ahLst/>
              <a:cxnLst>
                <a:cxn ang="0">
                  <a:pos x="288" y="32"/>
                </a:cxn>
                <a:cxn ang="0">
                  <a:pos x="180" y="43"/>
                </a:cxn>
                <a:cxn ang="0">
                  <a:pos x="71" y="32"/>
                </a:cxn>
                <a:cxn ang="0">
                  <a:pos x="0" y="1"/>
                </a:cxn>
                <a:cxn ang="0">
                  <a:pos x="0" y="63"/>
                </a:cxn>
                <a:cxn ang="0">
                  <a:pos x="0" y="102"/>
                </a:cxn>
                <a:cxn ang="0">
                  <a:pos x="0" y="102"/>
                </a:cxn>
                <a:cxn ang="0">
                  <a:pos x="180" y="144"/>
                </a:cxn>
                <a:cxn ang="0">
                  <a:pos x="359" y="102"/>
                </a:cxn>
                <a:cxn ang="0">
                  <a:pos x="361" y="101"/>
                </a:cxn>
                <a:cxn ang="0">
                  <a:pos x="361" y="64"/>
                </a:cxn>
                <a:cxn ang="0">
                  <a:pos x="361" y="0"/>
                </a:cxn>
                <a:cxn ang="0">
                  <a:pos x="288" y="32"/>
                </a:cxn>
              </a:cxnLst>
              <a:rect l="0" t="0" r="r" b="b"/>
              <a:pathLst>
                <a:path w="361" h="144">
                  <a:moveTo>
                    <a:pt x="288" y="32"/>
                  </a:moveTo>
                  <a:cubicBezTo>
                    <a:pt x="257" y="39"/>
                    <a:pt x="220" y="43"/>
                    <a:pt x="180" y="43"/>
                  </a:cubicBezTo>
                  <a:cubicBezTo>
                    <a:pt x="139" y="43"/>
                    <a:pt x="102" y="39"/>
                    <a:pt x="71" y="32"/>
                  </a:cubicBezTo>
                  <a:cubicBezTo>
                    <a:pt x="38" y="25"/>
                    <a:pt x="13" y="14"/>
                    <a:pt x="0" y="1"/>
                  </a:cubicBezTo>
                  <a:cubicBezTo>
                    <a:pt x="0" y="63"/>
                    <a:pt x="0" y="63"/>
                    <a:pt x="0" y="63"/>
                  </a:cubicBezTo>
                  <a:cubicBezTo>
                    <a:pt x="0" y="102"/>
                    <a:pt x="0" y="102"/>
                    <a:pt x="0" y="102"/>
                  </a:cubicBezTo>
                  <a:cubicBezTo>
                    <a:pt x="0" y="102"/>
                    <a:pt x="0" y="102"/>
                    <a:pt x="0" y="102"/>
                  </a:cubicBezTo>
                  <a:cubicBezTo>
                    <a:pt x="26" y="126"/>
                    <a:pt x="96" y="144"/>
                    <a:pt x="180" y="144"/>
                  </a:cubicBezTo>
                  <a:cubicBezTo>
                    <a:pt x="263" y="144"/>
                    <a:pt x="334" y="126"/>
                    <a:pt x="359" y="102"/>
                  </a:cubicBezTo>
                  <a:cubicBezTo>
                    <a:pt x="360" y="102"/>
                    <a:pt x="360" y="101"/>
                    <a:pt x="361" y="101"/>
                  </a:cubicBezTo>
                  <a:cubicBezTo>
                    <a:pt x="361" y="64"/>
                    <a:pt x="361" y="64"/>
                    <a:pt x="361" y="64"/>
                  </a:cubicBezTo>
                  <a:cubicBezTo>
                    <a:pt x="361" y="0"/>
                    <a:pt x="361" y="0"/>
                    <a:pt x="361" y="0"/>
                  </a:cubicBezTo>
                  <a:cubicBezTo>
                    <a:pt x="348" y="13"/>
                    <a:pt x="322" y="25"/>
                    <a:pt x="288" y="32"/>
                  </a:cubicBez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2" name="Oval 18"/>
            <p:cNvSpPr>
              <a:spLocks noChangeArrowheads="1"/>
            </p:cNvSpPr>
            <p:nvPr/>
          </p:nvSpPr>
          <p:spPr bwMode="auto">
            <a:xfrm>
              <a:off x="4184651" y="1544638"/>
              <a:ext cx="830263" cy="195263"/>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4" name="TextBox 33"/>
          <p:cNvSpPr txBox="1"/>
          <p:nvPr/>
        </p:nvSpPr>
        <p:spPr>
          <a:xfrm>
            <a:off x="1108277" y="3062356"/>
            <a:ext cx="2155729" cy="892552"/>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65000"/>
                    <a:lumOff val="35000"/>
                  </a:schemeClr>
                </a:solidFill>
              </a:rPr>
              <a:t>There are many variations of passages of Lorem Ipsum available but the have suffered alteration in</a:t>
            </a:r>
          </a:p>
        </p:txBody>
      </p:sp>
      <p:sp>
        <p:nvSpPr>
          <p:cNvPr id="35" name="Text Placeholder 3"/>
          <p:cNvSpPr txBox="1">
            <a:spLocks/>
          </p:cNvSpPr>
          <p:nvPr/>
        </p:nvSpPr>
        <p:spPr>
          <a:xfrm>
            <a:off x="4321734" y="4242353"/>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1"/>
                </a:solidFill>
                <a:effectLst/>
                <a:uLnTx/>
                <a:uFillTx/>
                <a:latin typeface="+mn-lt"/>
                <a:ea typeface="+mn-ea"/>
                <a:cs typeface="+mn-cs"/>
              </a:rPr>
              <a:t>90%</a:t>
            </a:r>
          </a:p>
        </p:txBody>
      </p:sp>
      <p:sp>
        <p:nvSpPr>
          <p:cNvPr id="36" name="TextBox 35"/>
          <p:cNvSpPr txBox="1"/>
          <p:nvPr/>
        </p:nvSpPr>
        <p:spPr>
          <a:xfrm>
            <a:off x="6069782" y="1728578"/>
            <a:ext cx="1958637" cy="892552"/>
          </a:xfrm>
          <a:prstGeom prst="rect">
            <a:avLst/>
          </a:prstGeom>
          <a:noFill/>
        </p:spPr>
        <p:txBody>
          <a:bodyPr wrap="square" rtlCol="0">
            <a:spAutoFit/>
          </a:bodyPr>
          <a:lstStyle/>
          <a:p>
            <a:pPr algn="r"/>
            <a:r>
              <a:rPr lang="en-US" sz="1200" b="1" dirty="0">
                <a:solidFill>
                  <a:schemeClr val="accent4"/>
                </a:solidFill>
              </a:rPr>
              <a:t>Title Goes Here</a:t>
            </a:r>
            <a:endParaRPr lang="en-US" sz="1200" dirty="0">
              <a:solidFill>
                <a:schemeClr val="accent4"/>
              </a:solidFill>
            </a:endParaRPr>
          </a:p>
          <a:p>
            <a:pPr algn="r"/>
            <a:r>
              <a:rPr lang="en-US" sz="1000" dirty="0">
                <a:solidFill>
                  <a:schemeClr val="tx1">
                    <a:lumMod val="65000"/>
                    <a:lumOff val="35000"/>
                  </a:schemeClr>
                </a:solidFill>
              </a:rPr>
              <a:t>There are many variations of passages of Lorem Ipsum available but the have suffered alteration in</a:t>
            </a:r>
          </a:p>
        </p:txBody>
      </p:sp>
      <p:sp>
        <p:nvSpPr>
          <p:cNvPr id="37" name="Text Placeholder 3"/>
          <p:cNvSpPr txBox="1">
            <a:spLocks/>
          </p:cNvSpPr>
          <p:nvPr/>
        </p:nvSpPr>
        <p:spPr>
          <a:xfrm>
            <a:off x="4315520" y="1399867"/>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4"/>
                </a:solidFill>
                <a:effectLst/>
                <a:uLnTx/>
                <a:uFillTx/>
                <a:latin typeface="+mn-lt"/>
                <a:ea typeface="+mn-ea"/>
                <a:cs typeface="+mn-cs"/>
              </a:rPr>
              <a:t>20%</a:t>
            </a:r>
          </a:p>
        </p:txBody>
      </p:sp>
      <p:sp>
        <p:nvSpPr>
          <p:cNvPr id="40" name="TextBox 39"/>
          <p:cNvSpPr txBox="1"/>
          <p:nvPr/>
        </p:nvSpPr>
        <p:spPr>
          <a:xfrm>
            <a:off x="1138757" y="1728578"/>
            <a:ext cx="2155729" cy="892552"/>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65000"/>
                    <a:lumOff val="35000"/>
                  </a:schemeClr>
                </a:solidFill>
              </a:rPr>
              <a:t>There are many variations of passages of Lorem Ipsum available but the have suffered alteration in</a:t>
            </a:r>
          </a:p>
        </p:txBody>
      </p:sp>
      <p:sp>
        <p:nvSpPr>
          <p:cNvPr id="43" name="Text Placeholder 3"/>
          <p:cNvSpPr txBox="1">
            <a:spLocks/>
          </p:cNvSpPr>
          <p:nvPr/>
        </p:nvSpPr>
        <p:spPr>
          <a:xfrm>
            <a:off x="3079720" y="2629356"/>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2"/>
                </a:solidFill>
                <a:effectLst/>
                <a:uLnTx/>
                <a:uFillTx/>
                <a:latin typeface="+mn-lt"/>
                <a:ea typeface="+mn-ea"/>
                <a:cs typeface="+mn-cs"/>
              </a:rPr>
              <a:t>80%</a:t>
            </a:r>
          </a:p>
        </p:txBody>
      </p:sp>
      <p:sp>
        <p:nvSpPr>
          <p:cNvPr id="46" name="TextBox 45"/>
          <p:cNvSpPr txBox="1"/>
          <p:nvPr/>
        </p:nvSpPr>
        <p:spPr>
          <a:xfrm>
            <a:off x="6022335" y="3062356"/>
            <a:ext cx="1958637" cy="892552"/>
          </a:xfrm>
          <a:prstGeom prst="rect">
            <a:avLst/>
          </a:prstGeom>
          <a:noFill/>
        </p:spPr>
        <p:txBody>
          <a:bodyPr wrap="square" rtlCol="0">
            <a:spAutoFit/>
          </a:bodyPr>
          <a:lstStyle/>
          <a:p>
            <a:pPr algn="r"/>
            <a:r>
              <a:rPr lang="en-US" sz="1200" b="1" dirty="0">
                <a:solidFill>
                  <a:schemeClr val="accent3"/>
                </a:solidFill>
              </a:rPr>
              <a:t>Title Goes Here</a:t>
            </a:r>
            <a:endParaRPr lang="en-US" sz="1200" dirty="0">
              <a:solidFill>
                <a:schemeClr val="accent3"/>
              </a:solidFill>
            </a:endParaRPr>
          </a:p>
          <a:p>
            <a:pPr algn="r"/>
            <a:r>
              <a:rPr lang="en-US" sz="1000" dirty="0">
                <a:solidFill>
                  <a:schemeClr val="tx1">
                    <a:lumMod val="65000"/>
                    <a:lumOff val="35000"/>
                  </a:schemeClr>
                </a:solidFill>
              </a:rPr>
              <a:t>There are many variations of passages of Lorem Ipsum available but the have suffered alteration in</a:t>
            </a:r>
          </a:p>
        </p:txBody>
      </p:sp>
      <p:sp>
        <p:nvSpPr>
          <p:cNvPr id="47" name="Text Placeholder 3"/>
          <p:cNvSpPr txBox="1">
            <a:spLocks/>
          </p:cNvSpPr>
          <p:nvPr/>
        </p:nvSpPr>
        <p:spPr>
          <a:xfrm>
            <a:off x="5378498" y="2148758"/>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3"/>
                </a:solidFill>
                <a:effectLst/>
                <a:uLnTx/>
                <a:uFillTx/>
                <a:latin typeface="+mn-lt"/>
                <a:ea typeface="+mn-ea"/>
                <a:cs typeface="+mn-cs"/>
              </a:rPr>
              <a:t>60%</a:t>
            </a:r>
          </a:p>
        </p:txBody>
      </p:sp>
      <p:grpSp>
        <p:nvGrpSpPr>
          <p:cNvPr id="9" name="Group 47"/>
          <p:cNvGrpSpPr/>
          <p:nvPr/>
        </p:nvGrpSpPr>
        <p:grpSpPr>
          <a:xfrm>
            <a:off x="645756" y="3271429"/>
            <a:ext cx="493370" cy="479245"/>
            <a:chOff x="2750859" y="3370932"/>
            <a:chExt cx="493370" cy="479245"/>
          </a:xfrm>
        </p:grpSpPr>
        <p:sp>
          <p:nvSpPr>
            <p:cNvPr id="49" name="Oval 48"/>
            <p:cNvSpPr/>
            <p:nvPr/>
          </p:nvSpPr>
          <p:spPr>
            <a:xfrm>
              <a:off x="2750859" y="3370932"/>
              <a:ext cx="493370" cy="47924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0" name="Freeform 101"/>
            <p:cNvSpPr>
              <a:spLocks noEditPoints="1"/>
            </p:cNvSpPr>
            <p:nvPr/>
          </p:nvSpPr>
          <p:spPr bwMode="auto">
            <a:xfrm>
              <a:off x="2877273" y="3497591"/>
              <a:ext cx="233363" cy="215900"/>
            </a:xfrm>
            <a:custGeom>
              <a:avLst/>
              <a:gdLst/>
              <a:ahLst/>
              <a:cxnLst>
                <a:cxn ang="0">
                  <a:pos x="39" y="36"/>
                </a:cxn>
                <a:cxn ang="0">
                  <a:pos x="41" y="44"/>
                </a:cxn>
                <a:cxn ang="0">
                  <a:pos x="35" y="50"/>
                </a:cxn>
                <a:cxn ang="0">
                  <a:pos x="27" y="53"/>
                </a:cxn>
                <a:cxn ang="0">
                  <a:pos x="18" y="53"/>
                </a:cxn>
                <a:cxn ang="0">
                  <a:pos x="11" y="50"/>
                </a:cxn>
                <a:cxn ang="0">
                  <a:pos x="4" y="44"/>
                </a:cxn>
                <a:cxn ang="0">
                  <a:pos x="6" y="36"/>
                </a:cxn>
                <a:cxn ang="0">
                  <a:pos x="0" y="28"/>
                </a:cxn>
                <a:cxn ang="0">
                  <a:pos x="7" y="23"/>
                </a:cxn>
                <a:cxn ang="0">
                  <a:pos x="4" y="18"/>
                </a:cxn>
                <a:cxn ang="0">
                  <a:pos x="15" y="16"/>
                </a:cxn>
                <a:cxn ang="0">
                  <a:pos x="19" y="8"/>
                </a:cxn>
                <a:cxn ang="0">
                  <a:pos x="28" y="15"/>
                </a:cxn>
                <a:cxn ang="0">
                  <a:pos x="35" y="12"/>
                </a:cxn>
                <a:cxn ang="0">
                  <a:pos x="41" y="19"/>
                </a:cxn>
                <a:cxn ang="0">
                  <a:pos x="45" y="27"/>
                </a:cxn>
                <a:cxn ang="0">
                  <a:pos x="23" y="22"/>
                </a:cxn>
                <a:cxn ang="0">
                  <a:pos x="32" y="31"/>
                </a:cxn>
                <a:cxn ang="0">
                  <a:pos x="63" y="16"/>
                </a:cxn>
                <a:cxn ang="0">
                  <a:pos x="64" y="24"/>
                </a:cxn>
                <a:cxn ang="0">
                  <a:pos x="55" y="22"/>
                </a:cxn>
                <a:cxn ang="0">
                  <a:pos x="46" y="24"/>
                </a:cxn>
                <a:cxn ang="0">
                  <a:pos x="46" y="16"/>
                </a:cxn>
                <a:cxn ang="0">
                  <a:pos x="46" y="9"/>
                </a:cxn>
                <a:cxn ang="0">
                  <a:pos x="46" y="2"/>
                </a:cxn>
                <a:cxn ang="0">
                  <a:pos x="55" y="4"/>
                </a:cxn>
                <a:cxn ang="0">
                  <a:pos x="59" y="0"/>
                </a:cxn>
                <a:cxn ang="0">
                  <a:pos x="62" y="7"/>
                </a:cxn>
                <a:cxn ang="0">
                  <a:pos x="68" y="15"/>
                </a:cxn>
                <a:cxn ang="0">
                  <a:pos x="62" y="55"/>
                </a:cxn>
                <a:cxn ang="0">
                  <a:pos x="59" y="63"/>
                </a:cxn>
                <a:cxn ang="0">
                  <a:pos x="54" y="59"/>
                </a:cxn>
                <a:cxn ang="0">
                  <a:pos x="45" y="60"/>
                </a:cxn>
                <a:cxn ang="0">
                  <a:pos x="41" y="52"/>
                </a:cxn>
                <a:cxn ang="0">
                  <a:pos x="47" y="44"/>
                </a:cxn>
                <a:cxn ang="0">
                  <a:pos x="50" y="36"/>
                </a:cxn>
                <a:cxn ang="0">
                  <a:pos x="56" y="40"/>
                </a:cxn>
                <a:cxn ang="0">
                  <a:pos x="64" y="39"/>
                </a:cxn>
                <a:cxn ang="0">
                  <a:pos x="63" y="46"/>
                </a:cxn>
                <a:cxn ang="0">
                  <a:pos x="55" y="8"/>
                </a:cxn>
                <a:cxn ang="0">
                  <a:pos x="59" y="13"/>
                </a:cxn>
                <a:cxn ang="0">
                  <a:pos x="50" y="49"/>
                </a:cxn>
                <a:cxn ang="0">
                  <a:pos x="55" y="45"/>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50"/>
          <p:cNvGrpSpPr/>
          <p:nvPr/>
        </p:nvGrpSpPr>
        <p:grpSpPr>
          <a:xfrm>
            <a:off x="666210" y="1951769"/>
            <a:ext cx="493370" cy="479245"/>
            <a:chOff x="3821284" y="2086962"/>
            <a:chExt cx="493370" cy="479245"/>
          </a:xfrm>
        </p:grpSpPr>
        <p:sp>
          <p:nvSpPr>
            <p:cNvPr id="52" name="Oval 51"/>
            <p:cNvSpPr/>
            <p:nvPr/>
          </p:nvSpPr>
          <p:spPr>
            <a:xfrm>
              <a:off x="3821284" y="2086962"/>
              <a:ext cx="493370" cy="4792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3" name="Freeform 145"/>
            <p:cNvSpPr>
              <a:spLocks/>
            </p:cNvSpPr>
            <p:nvPr/>
          </p:nvSpPr>
          <p:spPr bwMode="auto">
            <a:xfrm>
              <a:off x="3960076" y="2209495"/>
              <a:ext cx="219075" cy="188913"/>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53"/>
          <p:cNvGrpSpPr/>
          <p:nvPr/>
        </p:nvGrpSpPr>
        <p:grpSpPr>
          <a:xfrm>
            <a:off x="7975358" y="3244109"/>
            <a:ext cx="493370" cy="479245"/>
            <a:chOff x="4770609" y="1334079"/>
            <a:chExt cx="493370" cy="479245"/>
          </a:xfrm>
        </p:grpSpPr>
        <p:sp>
          <p:nvSpPr>
            <p:cNvPr id="55" name="Oval 54"/>
            <p:cNvSpPr/>
            <p:nvPr/>
          </p:nvSpPr>
          <p:spPr>
            <a:xfrm>
              <a:off x="4770609" y="1334079"/>
              <a:ext cx="493370" cy="4792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6" name="Freeform 54"/>
            <p:cNvSpPr>
              <a:spLocks noEditPoints="1"/>
            </p:cNvSpPr>
            <p:nvPr/>
          </p:nvSpPr>
          <p:spPr bwMode="auto">
            <a:xfrm>
              <a:off x="4903787" y="1460569"/>
              <a:ext cx="247458" cy="18348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 ang="0">
                  <a:pos x="45" y="25"/>
                </a:cxn>
                <a:cxn ang="0">
                  <a:pos x="33" y="13"/>
                </a:cxn>
                <a:cxn ang="0">
                  <a:pos x="32" y="12"/>
                </a:cxn>
                <a:cxn ang="0">
                  <a:pos x="31" y="13"/>
                </a:cxn>
                <a:cxn ang="0">
                  <a:pos x="18" y="25"/>
                </a:cxn>
                <a:cxn ang="0">
                  <a:pos x="18" y="26"/>
                </a:cxn>
                <a:cxn ang="0">
                  <a:pos x="19" y="27"/>
                </a:cxn>
                <a:cxn ang="0">
                  <a:pos x="27" y="27"/>
                </a:cxn>
                <a:cxn ang="0">
                  <a:pos x="27" y="40"/>
                </a:cxn>
                <a:cxn ang="0">
                  <a:pos x="28" y="41"/>
                </a:cxn>
                <a:cxn ang="0">
                  <a:pos x="35" y="41"/>
                </a:cxn>
                <a:cxn ang="0">
                  <a:pos x="36" y="40"/>
                </a:cxn>
                <a:cxn ang="0">
                  <a:pos x="36" y="27"/>
                </a:cxn>
                <a:cxn ang="0">
                  <a:pos x="44" y="27"/>
                </a:cxn>
                <a:cxn ang="0">
                  <a:pos x="45" y="26"/>
                </a:cxn>
                <a:cxn ang="0">
                  <a:pos x="45" y="25"/>
                </a:cxn>
              </a:cxnLst>
              <a:rect l="0" t="0" r="r" b="b"/>
              <a:pathLst>
                <a:path w="68" h="50">
                  <a:moveTo>
                    <a:pt x="55" y="50"/>
                  </a:moveTo>
                  <a:cubicBezTo>
                    <a:pt x="16" y="50"/>
                    <a:pt x="16" y="50"/>
                    <a:pt x="16" y="50"/>
                  </a:cubicBezTo>
                  <a:cubicBezTo>
                    <a:pt x="7" y="50"/>
                    <a:pt x="0" y="43"/>
                    <a:pt x="0" y="34"/>
                  </a:cubicBezTo>
                  <a:cubicBezTo>
                    <a:pt x="0" y="28"/>
                    <a:pt x="3" y="22"/>
                    <a:pt x="9" y="20"/>
                  </a:cubicBezTo>
                  <a:cubicBezTo>
                    <a:pt x="9" y="19"/>
                    <a:pt x="9" y="19"/>
                    <a:pt x="9" y="18"/>
                  </a:cubicBezTo>
                  <a:cubicBezTo>
                    <a:pt x="9" y="8"/>
                    <a:pt x="17" y="0"/>
                    <a:pt x="27" y="0"/>
                  </a:cubicBezTo>
                  <a:cubicBezTo>
                    <a:pt x="35" y="0"/>
                    <a:pt x="41" y="4"/>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moveTo>
                    <a:pt x="45" y="25"/>
                  </a:moveTo>
                  <a:cubicBezTo>
                    <a:pt x="33" y="13"/>
                    <a:pt x="33" y="13"/>
                    <a:pt x="33" y="13"/>
                  </a:cubicBezTo>
                  <a:cubicBezTo>
                    <a:pt x="32" y="13"/>
                    <a:pt x="32" y="12"/>
                    <a:pt x="32" y="12"/>
                  </a:cubicBezTo>
                  <a:cubicBezTo>
                    <a:pt x="31" y="12"/>
                    <a:pt x="31" y="13"/>
                    <a:pt x="31" y="13"/>
                  </a:cubicBezTo>
                  <a:cubicBezTo>
                    <a:pt x="18" y="25"/>
                    <a:pt x="18" y="25"/>
                    <a:pt x="18" y="25"/>
                  </a:cubicBezTo>
                  <a:cubicBezTo>
                    <a:pt x="18" y="26"/>
                    <a:pt x="18" y="26"/>
                    <a:pt x="18" y="26"/>
                  </a:cubicBezTo>
                  <a:cubicBezTo>
                    <a:pt x="18" y="27"/>
                    <a:pt x="19" y="27"/>
                    <a:pt x="19" y="27"/>
                  </a:cubicBezTo>
                  <a:cubicBezTo>
                    <a:pt x="27" y="27"/>
                    <a:pt x="27" y="27"/>
                    <a:pt x="27" y="27"/>
                  </a:cubicBezTo>
                  <a:cubicBezTo>
                    <a:pt x="27" y="40"/>
                    <a:pt x="27" y="40"/>
                    <a:pt x="27" y="40"/>
                  </a:cubicBezTo>
                  <a:cubicBezTo>
                    <a:pt x="27" y="41"/>
                    <a:pt x="28" y="41"/>
                    <a:pt x="28" y="41"/>
                  </a:cubicBezTo>
                  <a:cubicBezTo>
                    <a:pt x="35" y="41"/>
                    <a:pt x="35" y="41"/>
                    <a:pt x="35" y="41"/>
                  </a:cubicBezTo>
                  <a:cubicBezTo>
                    <a:pt x="36" y="41"/>
                    <a:pt x="36" y="41"/>
                    <a:pt x="36" y="40"/>
                  </a:cubicBezTo>
                  <a:cubicBezTo>
                    <a:pt x="36" y="27"/>
                    <a:pt x="36" y="27"/>
                    <a:pt x="36" y="27"/>
                  </a:cubicBezTo>
                  <a:cubicBezTo>
                    <a:pt x="44" y="27"/>
                    <a:pt x="44" y="27"/>
                    <a:pt x="44" y="27"/>
                  </a:cubicBezTo>
                  <a:cubicBezTo>
                    <a:pt x="45" y="27"/>
                    <a:pt x="45" y="27"/>
                    <a:pt x="45" y="26"/>
                  </a:cubicBezTo>
                  <a:cubicBezTo>
                    <a:pt x="45" y="26"/>
                    <a:pt x="45" y="26"/>
                    <a:pt x="45" y="2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56"/>
          <p:cNvGrpSpPr/>
          <p:nvPr/>
        </p:nvGrpSpPr>
        <p:grpSpPr>
          <a:xfrm>
            <a:off x="7985632" y="1921702"/>
            <a:ext cx="493370" cy="479245"/>
            <a:chOff x="5775178" y="2507649"/>
            <a:chExt cx="493370" cy="479245"/>
          </a:xfrm>
        </p:grpSpPr>
        <p:sp>
          <p:nvSpPr>
            <p:cNvPr id="60" name="Oval 59"/>
            <p:cNvSpPr/>
            <p:nvPr/>
          </p:nvSpPr>
          <p:spPr>
            <a:xfrm>
              <a:off x="5775178" y="2507649"/>
              <a:ext cx="493370" cy="47924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61" name="Freeform 37"/>
            <p:cNvSpPr>
              <a:spLocks noEditPoints="1"/>
            </p:cNvSpPr>
            <p:nvPr/>
          </p:nvSpPr>
          <p:spPr bwMode="auto">
            <a:xfrm>
              <a:off x="5914071" y="2630424"/>
              <a:ext cx="233363" cy="203200"/>
            </a:xfrm>
            <a:custGeom>
              <a:avLst/>
              <a:gdLst/>
              <a:ahLst/>
              <a:cxnLst>
                <a:cxn ang="0">
                  <a:pos x="68" y="18"/>
                </a:cxn>
                <a:cxn ang="0">
                  <a:pos x="68" y="50"/>
                </a:cxn>
                <a:cxn ang="0">
                  <a:pos x="59" y="59"/>
                </a:cxn>
                <a:cxn ang="0">
                  <a:pos x="9" y="59"/>
                </a:cxn>
                <a:cxn ang="0">
                  <a:pos x="0" y="50"/>
                </a:cxn>
                <a:cxn ang="0">
                  <a:pos x="0" y="18"/>
                </a:cxn>
                <a:cxn ang="0">
                  <a:pos x="9" y="9"/>
                </a:cxn>
                <a:cxn ang="0">
                  <a:pos x="17" y="9"/>
                </a:cxn>
                <a:cxn ang="0">
                  <a:pos x="19" y="4"/>
                </a:cxn>
                <a:cxn ang="0">
                  <a:pos x="25" y="0"/>
                </a:cxn>
                <a:cxn ang="0">
                  <a:pos x="43" y="0"/>
                </a:cxn>
                <a:cxn ang="0">
                  <a:pos x="49" y="4"/>
                </a:cxn>
                <a:cxn ang="0">
                  <a:pos x="51" y="9"/>
                </a:cxn>
                <a:cxn ang="0">
                  <a:pos x="59" y="9"/>
                </a:cxn>
                <a:cxn ang="0">
                  <a:pos x="68" y="18"/>
                </a:cxn>
                <a:cxn ang="0">
                  <a:pos x="50" y="34"/>
                </a:cxn>
                <a:cxn ang="0">
                  <a:pos x="34" y="18"/>
                </a:cxn>
                <a:cxn ang="0">
                  <a:pos x="18" y="34"/>
                </a:cxn>
                <a:cxn ang="0">
                  <a:pos x="34" y="50"/>
                </a:cxn>
                <a:cxn ang="0">
                  <a:pos x="50" y="34"/>
                </a:cxn>
                <a:cxn ang="0">
                  <a:pos x="44" y="34"/>
                </a:cxn>
                <a:cxn ang="0">
                  <a:pos x="34" y="44"/>
                </a:cxn>
                <a:cxn ang="0">
                  <a:pos x="24" y="34"/>
                </a:cxn>
                <a:cxn ang="0">
                  <a:pos x="34" y="24"/>
                </a:cxn>
                <a:cxn ang="0">
                  <a:pos x="44" y="34"/>
                </a:cxn>
              </a:cxnLst>
              <a:rect l="0" t="0" r="r" b="b"/>
              <a:pathLst>
                <a:path w="68" h="59">
                  <a:moveTo>
                    <a:pt x="68" y="18"/>
                  </a:moveTo>
                  <a:cubicBezTo>
                    <a:pt x="68" y="50"/>
                    <a:pt x="68" y="50"/>
                    <a:pt x="68" y="50"/>
                  </a:cubicBezTo>
                  <a:cubicBezTo>
                    <a:pt x="68" y="55"/>
                    <a:pt x="64" y="59"/>
                    <a:pt x="59" y="59"/>
                  </a:cubicBezTo>
                  <a:cubicBezTo>
                    <a:pt x="9" y="59"/>
                    <a:pt x="9" y="59"/>
                    <a:pt x="9" y="59"/>
                  </a:cubicBezTo>
                  <a:cubicBezTo>
                    <a:pt x="4" y="59"/>
                    <a:pt x="0" y="55"/>
                    <a:pt x="0" y="50"/>
                  </a:cubicBezTo>
                  <a:cubicBezTo>
                    <a:pt x="0" y="18"/>
                    <a:pt x="0" y="18"/>
                    <a:pt x="0" y="18"/>
                  </a:cubicBezTo>
                  <a:cubicBezTo>
                    <a:pt x="0" y="13"/>
                    <a:pt x="4" y="9"/>
                    <a:pt x="9" y="9"/>
                  </a:cubicBezTo>
                  <a:cubicBezTo>
                    <a:pt x="17" y="9"/>
                    <a:pt x="17" y="9"/>
                    <a:pt x="17" y="9"/>
                  </a:cubicBezTo>
                  <a:cubicBezTo>
                    <a:pt x="19" y="4"/>
                    <a:pt x="19" y="4"/>
                    <a:pt x="19" y="4"/>
                  </a:cubicBezTo>
                  <a:cubicBezTo>
                    <a:pt x="20" y="2"/>
                    <a:pt x="22" y="0"/>
                    <a:pt x="25" y="0"/>
                  </a:cubicBezTo>
                  <a:cubicBezTo>
                    <a:pt x="43" y="0"/>
                    <a:pt x="43" y="0"/>
                    <a:pt x="43" y="0"/>
                  </a:cubicBezTo>
                  <a:cubicBezTo>
                    <a:pt x="46" y="0"/>
                    <a:pt x="48" y="2"/>
                    <a:pt x="49" y="4"/>
                  </a:cubicBezTo>
                  <a:cubicBezTo>
                    <a:pt x="51" y="9"/>
                    <a:pt x="51" y="9"/>
                    <a:pt x="51" y="9"/>
                  </a:cubicBezTo>
                  <a:cubicBezTo>
                    <a:pt x="59" y="9"/>
                    <a:pt x="59" y="9"/>
                    <a:pt x="59" y="9"/>
                  </a:cubicBezTo>
                  <a:cubicBezTo>
                    <a:pt x="64" y="9"/>
                    <a:pt x="68" y="13"/>
                    <a:pt x="68" y="18"/>
                  </a:cubicBezTo>
                  <a:close/>
                  <a:moveTo>
                    <a:pt x="50" y="34"/>
                  </a:moveTo>
                  <a:cubicBezTo>
                    <a:pt x="50" y="25"/>
                    <a:pt x="43" y="18"/>
                    <a:pt x="34" y="18"/>
                  </a:cubicBezTo>
                  <a:cubicBezTo>
                    <a:pt x="25" y="18"/>
                    <a:pt x="18" y="25"/>
                    <a:pt x="18" y="34"/>
                  </a:cubicBezTo>
                  <a:cubicBezTo>
                    <a:pt x="18" y="43"/>
                    <a:pt x="25" y="50"/>
                    <a:pt x="34" y="50"/>
                  </a:cubicBezTo>
                  <a:cubicBezTo>
                    <a:pt x="43" y="50"/>
                    <a:pt x="50" y="43"/>
                    <a:pt x="50" y="34"/>
                  </a:cubicBezTo>
                  <a:close/>
                  <a:moveTo>
                    <a:pt x="44" y="34"/>
                  </a:moveTo>
                  <a:cubicBezTo>
                    <a:pt x="44" y="40"/>
                    <a:pt x="40" y="44"/>
                    <a:pt x="34" y="44"/>
                  </a:cubicBezTo>
                  <a:cubicBezTo>
                    <a:pt x="28" y="44"/>
                    <a:pt x="24" y="40"/>
                    <a:pt x="24" y="34"/>
                  </a:cubicBezTo>
                  <a:cubicBezTo>
                    <a:pt x="24" y="28"/>
                    <a:pt x="28" y="24"/>
                    <a:pt x="34" y="24"/>
                  </a:cubicBezTo>
                  <a:cubicBezTo>
                    <a:pt x="40" y="24"/>
                    <a:pt x="44" y="28"/>
                    <a:pt x="44" y="34"/>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ppt_x"/>
                                          </p:val>
                                        </p:tav>
                                        <p:tav tm="100000">
                                          <p:val>
                                            <p:strVal val="#ppt_x"/>
                                          </p:val>
                                        </p:tav>
                                      </p:tavLst>
                                    </p:anim>
                                    <p:anim calcmode="lin" valueType="num">
                                      <p:cBhvr additive="base">
                                        <p:cTn id="23" dur="500" fill="hold"/>
                                        <p:tgtEl>
                                          <p:spTgt spid="8"/>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8" accel="50000" decel="50000"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accel="50000" decel="50000"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2" accel="50000" decel="50000" fill="hold" grpId="0" nodeType="after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500" fill="hold"/>
                                        <p:tgtEl>
                                          <p:spTgt spid="47"/>
                                        </p:tgtEl>
                                        <p:attrNameLst>
                                          <p:attrName>ppt_x</p:attrName>
                                        </p:attrNameLst>
                                      </p:cBhvr>
                                      <p:tavLst>
                                        <p:tav tm="0">
                                          <p:val>
                                            <p:strVal val="1+#ppt_w/2"/>
                                          </p:val>
                                        </p:tav>
                                        <p:tav tm="100000">
                                          <p:val>
                                            <p:strVal val="#ppt_x"/>
                                          </p:val>
                                        </p:tav>
                                      </p:tavLst>
                                    </p:anim>
                                    <p:anim calcmode="lin" valueType="num">
                                      <p:cBhvr additive="base">
                                        <p:cTn id="38" dur="500" fill="hold"/>
                                        <p:tgtEl>
                                          <p:spTgt spid="47"/>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2" accel="50000" decel="50000" fill="hold" grpId="0" nodeType="afterEffect">
                                  <p:stCondLst>
                                    <p:cond delay="0"/>
                                  </p:stCondLst>
                                  <p:childTnLst>
                                    <p:set>
                                      <p:cBhvr>
                                        <p:cTn id="41" dur="1" fill="hold">
                                          <p:stCondLst>
                                            <p:cond delay="0"/>
                                          </p:stCondLst>
                                        </p:cTn>
                                        <p:tgtEl>
                                          <p:spTgt spid="37"/>
                                        </p:tgtEl>
                                        <p:attrNameLst>
                                          <p:attrName>style.visibility</p:attrName>
                                        </p:attrNameLst>
                                      </p:cBhvr>
                                      <p:to>
                                        <p:strVal val="visible"/>
                                      </p:to>
                                    </p:set>
                                    <p:anim calcmode="lin" valueType="num">
                                      <p:cBhvr additive="base">
                                        <p:cTn id="42" dur="500" fill="hold"/>
                                        <p:tgtEl>
                                          <p:spTgt spid="37"/>
                                        </p:tgtEl>
                                        <p:attrNameLst>
                                          <p:attrName>ppt_x</p:attrName>
                                        </p:attrNameLst>
                                      </p:cBhvr>
                                      <p:tavLst>
                                        <p:tav tm="0">
                                          <p:val>
                                            <p:strVal val="1+#ppt_w/2"/>
                                          </p:val>
                                        </p:tav>
                                        <p:tav tm="100000">
                                          <p:val>
                                            <p:strVal val="#ppt_x"/>
                                          </p:val>
                                        </p:tav>
                                      </p:tavLst>
                                    </p:anim>
                                    <p:anim calcmode="lin" valueType="num">
                                      <p:cBhvr additive="base">
                                        <p:cTn id="43" dur="500" fill="hold"/>
                                        <p:tgtEl>
                                          <p:spTgt spid="3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p:cTn id="47" dur="500" fill="hold"/>
                                        <p:tgtEl>
                                          <p:spTgt spid="10"/>
                                        </p:tgtEl>
                                        <p:attrNameLst>
                                          <p:attrName>ppt_w</p:attrName>
                                        </p:attrNameLst>
                                      </p:cBhvr>
                                      <p:tavLst>
                                        <p:tav tm="0">
                                          <p:val>
                                            <p:fltVal val="0"/>
                                          </p:val>
                                        </p:tav>
                                        <p:tav tm="100000">
                                          <p:val>
                                            <p:strVal val="#ppt_w"/>
                                          </p:val>
                                        </p:tav>
                                      </p:tavLst>
                                    </p:anim>
                                    <p:anim calcmode="lin" valueType="num">
                                      <p:cBhvr>
                                        <p:cTn id="48" dur="500" fill="hold"/>
                                        <p:tgtEl>
                                          <p:spTgt spid="10"/>
                                        </p:tgtEl>
                                        <p:attrNameLst>
                                          <p:attrName>ppt_h</p:attrName>
                                        </p:attrNameLst>
                                      </p:cBhvr>
                                      <p:tavLst>
                                        <p:tav tm="0">
                                          <p:val>
                                            <p:fltVal val="0"/>
                                          </p:val>
                                        </p:tav>
                                        <p:tav tm="100000">
                                          <p:val>
                                            <p:strVal val="#ppt_h"/>
                                          </p:val>
                                        </p:tav>
                                      </p:tavLst>
                                    </p:anim>
                                    <p:animEffect transition="in" filter="fade">
                                      <p:cBhvr>
                                        <p:cTn id="49" dur="500"/>
                                        <p:tgtEl>
                                          <p:spTgt spid="10"/>
                                        </p:tgtEl>
                                      </p:cBhvr>
                                    </p:animEffect>
                                  </p:childTnLst>
                                </p:cTn>
                              </p:par>
                              <p:par>
                                <p:cTn id="50" presetID="2" presetClass="entr" presetSubtype="4" accel="50000" decel="50000" fill="hold" grpId="0" nodeType="withEffect">
                                  <p:stCondLst>
                                    <p:cond delay="0"/>
                                  </p:stCondLst>
                                  <p:childTnLst>
                                    <p:set>
                                      <p:cBhvr>
                                        <p:cTn id="51" dur="1" fill="hold">
                                          <p:stCondLst>
                                            <p:cond delay="0"/>
                                          </p:stCondLst>
                                        </p:cTn>
                                        <p:tgtEl>
                                          <p:spTgt spid="40"/>
                                        </p:tgtEl>
                                        <p:attrNameLst>
                                          <p:attrName>style.visibility</p:attrName>
                                        </p:attrNameLst>
                                      </p:cBhvr>
                                      <p:to>
                                        <p:strVal val="visible"/>
                                      </p:to>
                                    </p:set>
                                    <p:anim calcmode="lin" valueType="num">
                                      <p:cBhvr additive="base">
                                        <p:cTn id="52" dur="500" fill="hold"/>
                                        <p:tgtEl>
                                          <p:spTgt spid="40"/>
                                        </p:tgtEl>
                                        <p:attrNameLst>
                                          <p:attrName>ppt_x</p:attrName>
                                        </p:attrNameLst>
                                      </p:cBhvr>
                                      <p:tavLst>
                                        <p:tav tm="0">
                                          <p:val>
                                            <p:strVal val="#ppt_x"/>
                                          </p:val>
                                        </p:tav>
                                        <p:tav tm="100000">
                                          <p:val>
                                            <p:strVal val="#ppt_x"/>
                                          </p:val>
                                        </p:tav>
                                      </p:tavLst>
                                    </p:anim>
                                    <p:anim calcmode="lin" valueType="num">
                                      <p:cBhvr additive="base">
                                        <p:cTn id="53" dur="500" fill="hold"/>
                                        <p:tgtEl>
                                          <p:spTgt spid="40"/>
                                        </p:tgtEl>
                                        <p:attrNameLst>
                                          <p:attrName>ppt_y</p:attrName>
                                        </p:attrNameLst>
                                      </p:cBhvr>
                                      <p:tavLst>
                                        <p:tav tm="0">
                                          <p:val>
                                            <p:strVal val="1+#ppt_h/2"/>
                                          </p:val>
                                        </p:tav>
                                        <p:tav tm="100000">
                                          <p:val>
                                            <p:strVal val="#ppt_y"/>
                                          </p:val>
                                        </p:tav>
                                      </p:tavLst>
                                    </p:anim>
                                  </p:childTnLst>
                                </p:cTn>
                              </p:par>
                            </p:childTnLst>
                          </p:cTn>
                        </p:par>
                        <p:par>
                          <p:cTn id="54" fill="hold">
                            <p:stCondLst>
                              <p:cond delay="4500"/>
                            </p:stCondLst>
                            <p:childTnLst>
                              <p:par>
                                <p:cTn id="55" presetID="53" presetClass="entr" presetSubtype="0"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 calcmode="lin" valueType="num">
                                      <p:cBhvr>
                                        <p:cTn id="57" dur="500" fill="hold"/>
                                        <p:tgtEl>
                                          <p:spTgt spid="9"/>
                                        </p:tgtEl>
                                        <p:attrNameLst>
                                          <p:attrName>ppt_w</p:attrName>
                                        </p:attrNameLst>
                                      </p:cBhvr>
                                      <p:tavLst>
                                        <p:tav tm="0">
                                          <p:val>
                                            <p:fltVal val="0"/>
                                          </p:val>
                                        </p:tav>
                                        <p:tav tm="100000">
                                          <p:val>
                                            <p:strVal val="#ppt_w"/>
                                          </p:val>
                                        </p:tav>
                                      </p:tavLst>
                                    </p:anim>
                                    <p:anim calcmode="lin" valueType="num">
                                      <p:cBhvr>
                                        <p:cTn id="58" dur="500" fill="hold"/>
                                        <p:tgtEl>
                                          <p:spTgt spid="9"/>
                                        </p:tgtEl>
                                        <p:attrNameLst>
                                          <p:attrName>ppt_h</p:attrName>
                                        </p:attrNameLst>
                                      </p:cBhvr>
                                      <p:tavLst>
                                        <p:tav tm="0">
                                          <p:val>
                                            <p:fltVal val="0"/>
                                          </p:val>
                                        </p:tav>
                                        <p:tav tm="100000">
                                          <p:val>
                                            <p:strVal val="#ppt_h"/>
                                          </p:val>
                                        </p:tav>
                                      </p:tavLst>
                                    </p:anim>
                                    <p:animEffect transition="in" filter="fade">
                                      <p:cBhvr>
                                        <p:cTn id="59" dur="500"/>
                                        <p:tgtEl>
                                          <p:spTgt spid="9"/>
                                        </p:tgtEl>
                                      </p:cBhvr>
                                    </p:animEffect>
                                  </p:childTnLst>
                                </p:cTn>
                              </p:par>
                              <p:par>
                                <p:cTn id="60" presetID="2" presetClass="entr" presetSubtype="4" accel="50000" decel="50000" fill="hold" grpId="0" nodeType="withEffect">
                                  <p:stCondLst>
                                    <p:cond delay="0"/>
                                  </p:stCondLst>
                                  <p:childTnLst>
                                    <p:set>
                                      <p:cBhvr>
                                        <p:cTn id="61" dur="1" fill="hold">
                                          <p:stCondLst>
                                            <p:cond delay="0"/>
                                          </p:stCondLst>
                                        </p:cTn>
                                        <p:tgtEl>
                                          <p:spTgt spid="34"/>
                                        </p:tgtEl>
                                        <p:attrNameLst>
                                          <p:attrName>style.visibility</p:attrName>
                                        </p:attrNameLst>
                                      </p:cBhvr>
                                      <p:to>
                                        <p:strVal val="visible"/>
                                      </p:to>
                                    </p:set>
                                    <p:anim calcmode="lin" valueType="num">
                                      <p:cBhvr additive="base">
                                        <p:cTn id="62" dur="500" fill="hold"/>
                                        <p:tgtEl>
                                          <p:spTgt spid="34"/>
                                        </p:tgtEl>
                                        <p:attrNameLst>
                                          <p:attrName>ppt_x</p:attrName>
                                        </p:attrNameLst>
                                      </p:cBhvr>
                                      <p:tavLst>
                                        <p:tav tm="0">
                                          <p:val>
                                            <p:strVal val="#ppt_x"/>
                                          </p:val>
                                        </p:tav>
                                        <p:tav tm="100000">
                                          <p:val>
                                            <p:strVal val="#ppt_x"/>
                                          </p:val>
                                        </p:tav>
                                      </p:tavLst>
                                    </p:anim>
                                    <p:anim calcmode="lin" valueType="num">
                                      <p:cBhvr additive="base">
                                        <p:cTn id="63" dur="500" fill="hold"/>
                                        <p:tgtEl>
                                          <p:spTgt spid="34"/>
                                        </p:tgtEl>
                                        <p:attrNameLst>
                                          <p:attrName>ppt_y</p:attrName>
                                        </p:attrNameLst>
                                      </p:cBhvr>
                                      <p:tavLst>
                                        <p:tav tm="0">
                                          <p:val>
                                            <p:strVal val="1+#ppt_h/2"/>
                                          </p:val>
                                        </p:tav>
                                        <p:tav tm="100000">
                                          <p:val>
                                            <p:strVal val="#ppt_y"/>
                                          </p:val>
                                        </p:tav>
                                      </p:tavLst>
                                    </p:anim>
                                  </p:childTnLst>
                                </p:cTn>
                              </p:par>
                            </p:childTnLst>
                          </p:cTn>
                        </p:par>
                        <p:par>
                          <p:cTn id="64" fill="hold">
                            <p:stCondLst>
                              <p:cond delay="5000"/>
                            </p:stCondLst>
                            <p:childTnLst>
                              <p:par>
                                <p:cTn id="65" presetID="53" presetClass="entr" presetSubtype="0" fill="hold" nodeType="after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500" fill="hold"/>
                                        <p:tgtEl>
                                          <p:spTgt spid="12"/>
                                        </p:tgtEl>
                                        <p:attrNameLst>
                                          <p:attrName>ppt_w</p:attrName>
                                        </p:attrNameLst>
                                      </p:cBhvr>
                                      <p:tavLst>
                                        <p:tav tm="0">
                                          <p:val>
                                            <p:fltVal val="0"/>
                                          </p:val>
                                        </p:tav>
                                        <p:tav tm="100000">
                                          <p:val>
                                            <p:strVal val="#ppt_w"/>
                                          </p:val>
                                        </p:tav>
                                      </p:tavLst>
                                    </p:anim>
                                    <p:anim calcmode="lin" valueType="num">
                                      <p:cBhvr>
                                        <p:cTn id="68" dur="500" fill="hold"/>
                                        <p:tgtEl>
                                          <p:spTgt spid="12"/>
                                        </p:tgtEl>
                                        <p:attrNameLst>
                                          <p:attrName>ppt_h</p:attrName>
                                        </p:attrNameLst>
                                      </p:cBhvr>
                                      <p:tavLst>
                                        <p:tav tm="0">
                                          <p:val>
                                            <p:fltVal val="0"/>
                                          </p:val>
                                        </p:tav>
                                        <p:tav tm="100000">
                                          <p:val>
                                            <p:strVal val="#ppt_h"/>
                                          </p:val>
                                        </p:tav>
                                      </p:tavLst>
                                    </p:anim>
                                    <p:animEffect transition="in" filter="fade">
                                      <p:cBhvr>
                                        <p:cTn id="69" dur="500"/>
                                        <p:tgtEl>
                                          <p:spTgt spid="12"/>
                                        </p:tgtEl>
                                      </p:cBhvr>
                                    </p:animEffect>
                                  </p:childTnLst>
                                </p:cTn>
                              </p:par>
                              <p:par>
                                <p:cTn id="70" presetID="2" presetClass="entr" presetSubtype="4" accel="50000" decel="50000" fill="hold" nodeType="withEffect">
                                  <p:stCondLst>
                                    <p:cond delay="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1+#ppt_h/2"/>
                                          </p:val>
                                        </p:tav>
                                        <p:tav tm="100000">
                                          <p:val>
                                            <p:strVal val="#ppt_y"/>
                                          </p:val>
                                        </p:tav>
                                      </p:tavLst>
                                    </p:anim>
                                  </p:childTnLst>
                                </p:cTn>
                              </p:par>
                            </p:childTnLst>
                          </p:cTn>
                        </p:par>
                        <p:par>
                          <p:cTn id="74" fill="hold">
                            <p:stCondLst>
                              <p:cond delay="5500"/>
                            </p:stCondLst>
                            <p:childTnLst>
                              <p:par>
                                <p:cTn id="75" presetID="53" presetClass="entr" presetSubtype="0" fill="hold" nodeType="afterEffect">
                                  <p:stCondLst>
                                    <p:cond delay="0"/>
                                  </p:stCondLst>
                                  <p:childTnLst>
                                    <p:set>
                                      <p:cBhvr>
                                        <p:cTn id="76" dur="1" fill="hold">
                                          <p:stCondLst>
                                            <p:cond delay="0"/>
                                          </p:stCondLst>
                                        </p:cTn>
                                        <p:tgtEl>
                                          <p:spTgt spid="11"/>
                                        </p:tgtEl>
                                        <p:attrNameLst>
                                          <p:attrName>style.visibility</p:attrName>
                                        </p:attrNameLst>
                                      </p:cBhvr>
                                      <p:to>
                                        <p:strVal val="visible"/>
                                      </p:to>
                                    </p:set>
                                    <p:anim calcmode="lin" valueType="num">
                                      <p:cBhvr>
                                        <p:cTn id="77" dur="500" fill="hold"/>
                                        <p:tgtEl>
                                          <p:spTgt spid="11"/>
                                        </p:tgtEl>
                                        <p:attrNameLst>
                                          <p:attrName>ppt_w</p:attrName>
                                        </p:attrNameLst>
                                      </p:cBhvr>
                                      <p:tavLst>
                                        <p:tav tm="0">
                                          <p:val>
                                            <p:fltVal val="0"/>
                                          </p:val>
                                        </p:tav>
                                        <p:tav tm="100000">
                                          <p:val>
                                            <p:strVal val="#ppt_w"/>
                                          </p:val>
                                        </p:tav>
                                      </p:tavLst>
                                    </p:anim>
                                    <p:anim calcmode="lin" valueType="num">
                                      <p:cBhvr>
                                        <p:cTn id="78" dur="500" fill="hold"/>
                                        <p:tgtEl>
                                          <p:spTgt spid="11"/>
                                        </p:tgtEl>
                                        <p:attrNameLst>
                                          <p:attrName>ppt_h</p:attrName>
                                        </p:attrNameLst>
                                      </p:cBhvr>
                                      <p:tavLst>
                                        <p:tav tm="0">
                                          <p:val>
                                            <p:fltVal val="0"/>
                                          </p:val>
                                        </p:tav>
                                        <p:tav tm="100000">
                                          <p:val>
                                            <p:strVal val="#ppt_h"/>
                                          </p:val>
                                        </p:tav>
                                      </p:tavLst>
                                    </p:anim>
                                    <p:animEffect transition="in" filter="fade">
                                      <p:cBhvr>
                                        <p:cTn id="79" dur="500"/>
                                        <p:tgtEl>
                                          <p:spTgt spid="11"/>
                                        </p:tgtEl>
                                      </p:cBhvr>
                                    </p:animEffect>
                                  </p:childTnLst>
                                </p:cTn>
                              </p:par>
                              <p:par>
                                <p:cTn id="80" presetID="2" presetClass="entr" presetSubtype="4" accel="50000" decel="50000" fill="hold" nodeType="withEffect">
                                  <p:stCondLst>
                                    <p:cond delay="0"/>
                                  </p:stCondLst>
                                  <p:childTnLst>
                                    <p:set>
                                      <p:cBhvr>
                                        <p:cTn id="81" dur="1" fill="hold">
                                          <p:stCondLst>
                                            <p:cond delay="0"/>
                                          </p:stCondLst>
                                        </p:cTn>
                                        <p:tgtEl>
                                          <p:spTgt spid="46"/>
                                        </p:tgtEl>
                                        <p:attrNameLst>
                                          <p:attrName>style.visibility</p:attrName>
                                        </p:attrNameLst>
                                      </p:cBhvr>
                                      <p:to>
                                        <p:strVal val="visible"/>
                                      </p:to>
                                    </p:set>
                                    <p:anim calcmode="lin" valueType="num">
                                      <p:cBhvr additive="base">
                                        <p:cTn id="82" dur="500" fill="hold"/>
                                        <p:tgtEl>
                                          <p:spTgt spid="46"/>
                                        </p:tgtEl>
                                        <p:attrNameLst>
                                          <p:attrName>ppt_x</p:attrName>
                                        </p:attrNameLst>
                                      </p:cBhvr>
                                      <p:tavLst>
                                        <p:tav tm="0">
                                          <p:val>
                                            <p:strVal val="#ppt_x"/>
                                          </p:val>
                                        </p:tav>
                                        <p:tav tm="100000">
                                          <p:val>
                                            <p:strVal val="#ppt_x"/>
                                          </p:val>
                                        </p:tav>
                                      </p:tavLst>
                                    </p:anim>
                                    <p:anim calcmode="lin" valueType="num">
                                      <p:cBhvr additive="base">
                                        <p:cTn id="83"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P spid="37" grpId="0"/>
      <p:bldP spid="40" grpId="0"/>
      <p:bldP spid="43" grpId="0"/>
      <p:bldP spid="47"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3D Infographic</a:t>
            </a:r>
            <a:endParaRPr lang="en-US" dirty="0"/>
          </a:p>
        </p:txBody>
      </p:sp>
      <p:sp>
        <p:nvSpPr>
          <p:cNvPr id="3" name="Text Placeholder 2"/>
          <p:cNvSpPr>
            <a:spLocks noGrp="1"/>
          </p:cNvSpPr>
          <p:nvPr>
            <p:ph type="body" sz="half" idx="2"/>
          </p:nvPr>
        </p:nvSpPr>
        <p:spPr/>
        <p:txBody>
          <a:bodyPr/>
          <a:lstStyle/>
          <a:p>
            <a:r>
              <a:rPr lang="en-US"/>
              <a:t>3D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213</a:t>
            </a:fld>
            <a:endParaRPr lang="en-US" dirty="0"/>
          </a:p>
        </p:txBody>
      </p:sp>
      <p:sp>
        <p:nvSpPr>
          <p:cNvPr id="3077" name="Freeform 5"/>
          <p:cNvSpPr>
            <a:spLocks/>
          </p:cNvSpPr>
          <p:nvPr/>
        </p:nvSpPr>
        <p:spPr bwMode="auto">
          <a:xfrm>
            <a:off x="4197042" y="1451984"/>
            <a:ext cx="3000375" cy="565150"/>
          </a:xfrm>
          <a:custGeom>
            <a:avLst/>
            <a:gdLst/>
            <a:ahLst/>
            <a:cxnLst>
              <a:cxn ang="0">
                <a:pos x="1756" y="356"/>
              </a:cxn>
              <a:cxn ang="0">
                <a:pos x="228" y="356"/>
              </a:cxn>
              <a:cxn ang="0">
                <a:pos x="0" y="0"/>
              </a:cxn>
              <a:cxn ang="0">
                <a:pos x="1761" y="0"/>
              </a:cxn>
              <a:cxn ang="0">
                <a:pos x="1890" y="185"/>
              </a:cxn>
              <a:cxn ang="0">
                <a:pos x="1756" y="356"/>
              </a:cxn>
            </a:cxnLst>
            <a:rect l="0" t="0" r="r" b="b"/>
            <a:pathLst>
              <a:path w="1890" h="356">
                <a:moveTo>
                  <a:pt x="1756" y="356"/>
                </a:moveTo>
                <a:lnTo>
                  <a:pt x="228" y="356"/>
                </a:lnTo>
                <a:lnTo>
                  <a:pt x="0" y="0"/>
                </a:lnTo>
                <a:lnTo>
                  <a:pt x="1761" y="0"/>
                </a:lnTo>
                <a:lnTo>
                  <a:pt x="1890" y="185"/>
                </a:lnTo>
                <a:lnTo>
                  <a:pt x="1756" y="35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8" name="Freeform 6"/>
          <p:cNvSpPr>
            <a:spLocks/>
          </p:cNvSpPr>
          <p:nvPr/>
        </p:nvSpPr>
        <p:spPr bwMode="auto">
          <a:xfrm>
            <a:off x="4558992" y="2017134"/>
            <a:ext cx="3003550" cy="560388"/>
          </a:xfrm>
          <a:custGeom>
            <a:avLst/>
            <a:gdLst/>
            <a:ahLst/>
            <a:cxnLst>
              <a:cxn ang="0">
                <a:pos x="1892" y="182"/>
              </a:cxn>
              <a:cxn ang="0">
                <a:pos x="1756" y="353"/>
              </a:cxn>
              <a:cxn ang="0">
                <a:pos x="228" y="353"/>
              </a:cxn>
              <a:cxn ang="0">
                <a:pos x="0" y="0"/>
              </a:cxn>
              <a:cxn ang="0">
                <a:pos x="1763" y="0"/>
              </a:cxn>
              <a:cxn ang="0">
                <a:pos x="1892" y="182"/>
              </a:cxn>
            </a:cxnLst>
            <a:rect l="0" t="0" r="r" b="b"/>
            <a:pathLst>
              <a:path w="1892" h="353">
                <a:moveTo>
                  <a:pt x="1892" y="182"/>
                </a:moveTo>
                <a:lnTo>
                  <a:pt x="1756" y="353"/>
                </a:lnTo>
                <a:lnTo>
                  <a:pt x="228" y="353"/>
                </a:lnTo>
                <a:lnTo>
                  <a:pt x="0" y="0"/>
                </a:lnTo>
                <a:lnTo>
                  <a:pt x="1763" y="0"/>
                </a:lnTo>
                <a:lnTo>
                  <a:pt x="1892" y="18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9" name="Freeform 7"/>
          <p:cNvSpPr>
            <a:spLocks/>
          </p:cNvSpPr>
          <p:nvPr/>
        </p:nvSpPr>
        <p:spPr bwMode="auto">
          <a:xfrm>
            <a:off x="4924117" y="2577522"/>
            <a:ext cx="3000375" cy="565150"/>
          </a:xfrm>
          <a:custGeom>
            <a:avLst/>
            <a:gdLst/>
            <a:ahLst/>
            <a:cxnLst>
              <a:cxn ang="0">
                <a:pos x="1890" y="185"/>
              </a:cxn>
              <a:cxn ang="0">
                <a:pos x="1756" y="356"/>
              </a:cxn>
              <a:cxn ang="0">
                <a:pos x="228" y="356"/>
              </a:cxn>
              <a:cxn ang="0">
                <a:pos x="0" y="0"/>
              </a:cxn>
              <a:cxn ang="0">
                <a:pos x="1761" y="0"/>
              </a:cxn>
              <a:cxn ang="0">
                <a:pos x="1890" y="185"/>
              </a:cxn>
            </a:cxnLst>
            <a:rect l="0" t="0" r="r" b="b"/>
            <a:pathLst>
              <a:path w="1890" h="356">
                <a:moveTo>
                  <a:pt x="1890" y="185"/>
                </a:moveTo>
                <a:lnTo>
                  <a:pt x="1756" y="356"/>
                </a:lnTo>
                <a:lnTo>
                  <a:pt x="228" y="356"/>
                </a:lnTo>
                <a:lnTo>
                  <a:pt x="0" y="0"/>
                </a:lnTo>
                <a:lnTo>
                  <a:pt x="1761" y="0"/>
                </a:lnTo>
                <a:lnTo>
                  <a:pt x="1890" y="18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0" name="Freeform 8"/>
          <p:cNvSpPr>
            <a:spLocks/>
          </p:cNvSpPr>
          <p:nvPr/>
        </p:nvSpPr>
        <p:spPr bwMode="auto">
          <a:xfrm>
            <a:off x="5286067" y="3142672"/>
            <a:ext cx="3003550" cy="560388"/>
          </a:xfrm>
          <a:custGeom>
            <a:avLst/>
            <a:gdLst/>
            <a:ahLst/>
            <a:cxnLst>
              <a:cxn ang="0">
                <a:pos x="1756" y="353"/>
              </a:cxn>
              <a:cxn ang="0">
                <a:pos x="228" y="353"/>
              </a:cxn>
              <a:cxn ang="0">
                <a:pos x="0" y="0"/>
              </a:cxn>
              <a:cxn ang="0">
                <a:pos x="1761" y="0"/>
              </a:cxn>
              <a:cxn ang="0">
                <a:pos x="1892" y="184"/>
              </a:cxn>
              <a:cxn ang="0">
                <a:pos x="1756" y="353"/>
              </a:cxn>
            </a:cxnLst>
            <a:rect l="0" t="0" r="r" b="b"/>
            <a:pathLst>
              <a:path w="1892" h="353">
                <a:moveTo>
                  <a:pt x="1756" y="353"/>
                </a:moveTo>
                <a:lnTo>
                  <a:pt x="228" y="353"/>
                </a:lnTo>
                <a:lnTo>
                  <a:pt x="0" y="0"/>
                </a:lnTo>
                <a:lnTo>
                  <a:pt x="1761" y="0"/>
                </a:lnTo>
                <a:lnTo>
                  <a:pt x="1892" y="184"/>
                </a:lnTo>
                <a:lnTo>
                  <a:pt x="1756" y="35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 name="Group 26"/>
          <p:cNvGrpSpPr/>
          <p:nvPr/>
        </p:nvGrpSpPr>
        <p:grpSpPr>
          <a:xfrm>
            <a:off x="2596842" y="2866447"/>
            <a:ext cx="2951163" cy="1433513"/>
            <a:chOff x="1727200" y="2895601"/>
            <a:chExt cx="2951163" cy="1433513"/>
          </a:xfrm>
        </p:grpSpPr>
        <p:sp>
          <p:nvSpPr>
            <p:cNvPr id="3081" name="Freeform 9"/>
            <p:cNvSpPr>
              <a:spLocks/>
            </p:cNvSpPr>
            <p:nvPr/>
          </p:nvSpPr>
          <p:spPr bwMode="auto">
            <a:xfrm>
              <a:off x="2047875" y="2895601"/>
              <a:ext cx="2333625" cy="858838"/>
            </a:xfrm>
            <a:custGeom>
              <a:avLst/>
              <a:gdLst/>
              <a:ahLst/>
              <a:cxnLst>
                <a:cxn ang="0">
                  <a:pos x="782" y="0"/>
                </a:cxn>
                <a:cxn ang="0">
                  <a:pos x="784" y="0"/>
                </a:cxn>
                <a:cxn ang="0">
                  <a:pos x="787" y="3"/>
                </a:cxn>
                <a:cxn ang="0">
                  <a:pos x="1470" y="255"/>
                </a:cxn>
                <a:cxn ang="0">
                  <a:pos x="811" y="541"/>
                </a:cxn>
                <a:cxn ang="0">
                  <a:pos x="0" y="268"/>
                </a:cxn>
                <a:cxn ang="0">
                  <a:pos x="4" y="262"/>
                </a:cxn>
                <a:cxn ang="0">
                  <a:pos x="782" y="0"/>
                </a:cxn>
              </a:cxnLst>
              <a:rect l="0" t="0" r="r" b="b"/>
              <a:pathLst>
                <a:path w="1470" h="541">
                  <a:moveTo>
                    <a:pt x="782" y="0"/>
                  </a:moveTo>
                  <a:lnTo>
                    <a:pt x="784" y="0"/>
                  </a:lnTo>
                  <a:lnTo>
                    <a:pt x="787" y="3"/>
                  </a:lnTo>
                  <a:lnTo>
                    <a:pt x="1470" y="255"/>
                  </a:lnTo>
                  <a:lnTo>
                    <a:pt x="811" y="541"/>
                  </a:lnTo>
                  <a:lnTo>
                    <a:pt x="0" y="268"/>
                  </a:lnTo>
                  <a:lnTo>
                    <a:pt x="4" y="262"/>
                  </a:lnTo>
                  <a:lnTo>
                    <a:pt x="782" y="0"/>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2" name="Freeform 10"/>
            <p:cNvSpPr>
              <a:spLocks/>
            </p:cNvSpPr>
            <p:nvPr/>
          </p:nvSpPr>
          <p:spPr bwMode="auto">
            <a:xfrm>
              <a:off x="3335338" y="3300413"/>
              <a:ext cx="1343025" cy="1028700"/>
            </a:xfrm>
            <a:custGeom>
              <a:avLst/>
              <a:gdLst/>
              <a:ahLst/>
              <a:cxnLst>
                <a:cxn ang="0">
                  <a:pos x="662" y="0"/>
                </a:cxn>
                <a:cxn ang="0">
                  <a:pos x="846" y="290"/>
                </a:cxn>
                <a:cxn ang="0">
                  <a:pos x="17" y="648"/>
                </a:cxn>
                <a:cxn ang="0">
                  <a:pos x="0" y="286"/>
                </a:cxn>
                <a:cxn ang="0">
                  <a:pos x="659" y="0"/>
                </a:cxn>
                <a:cxn ang="0">
                  <a:pos x="662" y="0"/>
                </a:cxn>
              </a:cxnLst>
              <a:rect l="0" t="0" r="r" b="b"/>
              <a:pathLst>
                <a:path w="846" h="648">
                  <a:moveTo>
                    <a:pt x="662" y="0"/>
                  </a:moveTo>
                  <a:lnTo>
                    <a:pt x="846" y="290"/>
                  </a:lnTo>
                  <a:lnTo>
                    <a:pt x="17" y="648"/>
                  </a:lnTo>
                  <a:lnTo>
                    <a:pt x="0" y="286"/>
                  </a:lnTo>
                  <a:lnTo>
                    <a:pt x="659" y="0"/>
                  </a:lnTo>
                  <a:lnTo>
                    <a:pt x="662"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3" name="Freeform 11"/>
            <p:cNvSpPr>
              <a:spLocks/>
            </p:cNvSpPr>
            <p:nvPr/>
          </p:nvSpPr>
          <p:spPr bwMode="auto">
            <a:xfrm>
              <a:off x="1727200" y="3321051"/>
              <a:ext cx="1635125" cy="1008063"/>
            </a:xfrm>
            <a:custGeom>
              <a:avLst/>
              <a:gdLst/>
              <a:ahLst/>
              <a:cxnLst>
                <a:cxn ang="0">
                  <a:pos x="1030" y="635"/>
                </a:cxn>
                <a:cxn ang="0">
                  <a:pos x="0" y="305"/>
                </a:cxn>
                <a:cxn ang="0">
                  <a:pos x="202" y="0"/>
                </a:cxn>
                <a:cxn ang="0">
                  <a:pos x="1013" y="273"/>
                </a:cxn>
                <a:cxn ang="0">
                  <a:pos x="1030" y="635"/>
                </a:cxn>
              </a:cxnLst>
              <a:rect l="0" t="0" r="r" b="b"/>
              <a:pathLst>
                <a:path w="1030" h="635">
                  <a:moveTo>
                    <a:pt x="1030" y="635"/>
                  </a:moveTo>
                  <a:lnTo>
                    <a:pt x="0" y="305"/>
                  </a:lnTo>
                  <a:lnTo>
                    <a:pt x="202" y="0"/>
                  </a:lnTo>
                  <a:lnTo>
                    <a:pt x="1013" y="273"/>
                  </a:lnTo>
                  <a:lnTo>
                    <a:pt x="1030" y="63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27"/>
          <p:cNvGrpSpPr/>
          <p:nvPr/>
        </p:nvGrpSpPr>
        <p:grpSpPr>
          <a:xfrm>
            <a:off x="2982605" y="2358447"/>
            <a:ext cx="2203450" cy="1227138"/>
            <a:chOff x="2112963" y="2387601"/>
            <a:chExt cx="2203450" cy="1227138"/>
          </a:xfrm>
        </p:grpSpPr>
        <p:sp>
          <p:nvSpPr>
            <p:cNvPr id="3084" name="Freeform 12"/>
            <p:cNvSpPr>
              <a:spLocks noEditPoints="1"/>
            </p:cNvSpPr>
            <p:nvPr/>
          </p:nvSpPr>
          <p:spPr bwMode="auto">
            <a:xfrm>
              <a:off x="2416175" y="2387601"/>
              <a:ext cx="1597025" cy="658813"/>
            </a:xfrm>
            <a:custGeom>
              <a:avLst/>
              <a:gdLst/>
              <a:ahLst/>
              <a:cxnLst>
                <a:cxn ang="0">
                  <a:pos x="535" y="0"/>
                </a:cxn>
                <a:cxn ang="0">
                  <a:pos x="1006" y="215"/>
                </a:cxn>
                <a:cxn ang="0">
                  <a:pos x="557" y="415"/>
                </a:cxn>
                <a:cxn ang="0">
                  <a:pos x="0" y="224"/>
                </a:cxn>
                <a:cxn ang="0">
                  <a:pos x="535" y="0"/>
                </a:cxn>
                <a:cxn ang="0">
                  <a:pos x="552" y="320"/>
                </a:cxn>
                <a:cxn ang="0">
                  <a:pos x="550" y="320"/>
                </a:cxn>
                <a:cxn ang="0">
                  <a:pos x="552" y="320"/>
                </a:cxn>
                <a:cxn ang="0">
                  <a:pos x="555" y="323"/>
                </a:cxn>
                <a:cxn ang="0">
                  <a:pos x="552" y="320"/>
                </a:cxn>
              </a:cxnLst>
              <a:rect l="0" t="0" r="r" b="b"/>
              <a:pathLst>
                <a:path w="1006" h="415">
                  <a:moveTo>
                    <a:pt x="535" y="0"/>
                  </a:moveTo>
                  <a:lnTo>
                    <a:pt x="1006" y="215"/>
                  </a:lnTo>
                  <a:lnTo>
                    <a:pt x="557" y="415"/>
                  </a:lnTo>
                  <a:lnTo>
                    <a:pt x="0" y="224"/>
                  </a:lnTo>
                  <a:lnTo>
                    <a:pt x="535" y="0"/>
                  </a:lnTo>
                  <a:close/>
                  <a:moveTo>
                    <a:pt x="552" y="320"/>
                  </a:moveTo>
                  <a:lnTo>
                    <a:pt x="550" y="320"/>
                  </a:lnTo>
                  <a:lnTo>
                    <a:pt x="552" y="320"/>
                  </a:lnTo>
                  <a:lnTo>
                    <a:pt x="555" y="323"/>
                  </a:lnTo>
                  <a:lnTo>
                    <a:pt x="552" y="32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5" name="Freeform 13"/>
            <p:cNvSpPr>
              <a:spLocks/>
            </p:cNvSpPr>
            <p:nvPr/>
          </p:nvSpPr>
          <p:spPr bwMode="auto">
            <a:xfrm>
              <a:off x="3300413" y="2728913"/>
              <a:ext cx="1016000" cy="885825"/>
            </a:xfrm>
            <a:custGeom>
              <a:avLst/>
              <a:gdLst/>
              <a:ahLst/>
              <a:cxnLst>
                <a:cxn ang="0">
                  <a:pos x="449" y="0"/>
                </a:cxn>
                <a:cxn ang="0">
                  <a:pos x="454" y="2"/>
                </a:cxn>
                <a:cxn ang="0">
                  <a:pos x="640" y="292"/>
                </a:cxn>
                <a:cxn ang="0">
                  <a:pos x="17" y="558"/>
                </a:cxn>
                <a:cxn ang="0">
                  <a:pos x="0" y="200"/>
                </a:cxn>
                <a:cxn ang="0">
                  <a:pos x="449" y="0"/>
                </a:cxn>
              </a:cxnLst>
              <a:rect l="0" t="0" r="r" b="b"/>
              <a:pathLst>
                <a:path w="640" h="558">
                  <a:moveTo>
                    <a:pt x="449" y="0"/>
                  </a:moveTo>
                  <a:lnTo>
                    <a:pt x="454" y="2"/>
                  </a:lnTo>
                  <a:lnTo>
                    <a:pt x="640" y="292"/>
                  </a:lnTo>
                  <a:lnTo>
                    <a:pt x="17" y="558"/>
                  </a:lnTo>
                  <a:lnTo>
                    <a:pt x="0" y="200"/>
                  </a:lnTo>
                  <a:lnTo>
                    <a:pt x="449"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6" name="Freeform 14"/>
            <p:cNvSpPr>
              <a:spLocks/>
            </p:cNvSpPr>
            <p:nvPr/>
          </p:nvSpPr>
          <p:spPr bwMode="auto">
            <a:xfrm>
              <a:off x="2112963" y="2743201"/>
              <a:ext cx="1214438" cy="871538"/>
            </a:xfrm>
            <a:custGeom>
              <a:avLst/>
              <a:gdLst/>
              <a:ahLst/>
              <a:cxnLst>
                <a:cxn ang="0">
                  <a:pos x="0" y="296"/>
                </a:cxn>
                <a:cxn ang="0">
                  <a:pos x="191" y="0"/>
                </a:cxn>
                <a:cxn ang="0">
                  <a:pos x="748" y="191"/>
                </a:cxn>
                <a:cxn ang="0">
                  <a:pos x="765" y="549"/>
                </a:cxn>
                <a:cxn ang="0">
                  <a:pos x="0" y="296"/>
                </a:cxn>
              </a:cxnLst>
              <a:rect l="0" t="0" r="r" b="b"/>
              <a:pathLst>
                <a:path w="765" h="549">
                  <a:moveTo>
                    <a:pt x="0" y="296"/>
                  </a:moveTo>
                  <a:lnTo>
                    <a:pt x="191" y="0"/>
                  </a:lnTo>
                  <a:lnTo>
                    <a:pt x="748" y="191"/>
                  </a:lnTo>
                  <a:lnTo>
                    <a:pt x="765" y="549"/>
                  </a:lnTo>
                  <a:lnTo>
                    <a:pt x="0" y="296"/>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28"/>
          <p:cNvGrpSpPr/>
          <p:nvPr/>
        </p:nvGrpSpPr>
        <p:grpSpPr>
          <a:xfrm>
            <a:off x="3355667" y="1918709"/>
            <a:ext cx="1457326" cy="947738"/>
            <a:chOff x="2486025" y="1947863"/>
            <a:chExt cx="1457326" cy="947738"/>
          </a:xfrm>
        </p:grpSpPr>
        <p:sp>
          <p:nvSpPr>
            <p:cNvPr id="3087" name="Freeform 15"/>
            <p:cNvSpPr>
              <a:spLocks/>
            </p:cNvSpPr>
            <p:nvPr/>
          </p:nvSpPr>
          <p:spPr bwMode="auto">
            <a:xfrm>
              <a:off x="2789238" y="1947863"/>
              <a:ext cx="858838" cy="366713"/>
            </a:xfrm>
            <a:custGeom>
              <a:avLst/>
              <a:gdLst/>
              <a:ahLst/>
              <a:cxnLst>
                <a:cxn ang="0">
                  <a:pos x="287" y="0"/>
                </a:cxn>
                <a:cxn ang="0">
                  <a:pos x="541" y="125"/>
                </a:cxn>
                <a:cxn ang="0">
                  <a:pos x="298" y="231"/>
                </a:cxn>
                <a:cxn ang="0">
                  <a:pos x="0" y="134"/>
                </a:cxn>
                <a:cxn ang="0">
                  <a:pos x="287" y="0"/>
                </a:cxn>
              </a:cxnLst>
              <a:rect l="0" t="0" r="r" b="b"/>
              <a:pathLst>
                <a:path w="541" h="231">
                  <a:moveTo>
                    <a:pt x="287" y="0"/>
                  </a:moveTo>
                  <a:lnTo>
                    <a:pt x="541" y="125"/>
                  </a:lnTo>
                  <a:lnTo>
                    <a:pt x="298" y="231"/>
                  </a:lnTo>
                  <a:lnTo>
                    <a:pt x="0" y="134"/>
                  </a:lnTo>
                  <a:lnTo>
                    <a:pt x="287" y="0"/>
                  </a:ln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8" name="Freeform 16"/>
            <p:cNvSpPr>
              <a:spLocks/>
            </p:cNvSpPr>
            <p:nvPr/>
          </p:nvSpPr>
          <p:spPr bwMode="auto">
            <a:xfrm>
              <a:off x="3262313" y="2146301"/>
              <a:ext cx="681038" cy="749300"/>
            </a:xfrm>
            <a:custGeom>
              <a:avLst/>
              <a:gdLst/>
              <a:ahLst/>
              <a:cxnLst>
                <a:cxn ang="0">
                  <a:pos x="19" y="472"/>
                </a:cxn>
                <a:cxn ang="0">
                  <a:pos x="0" y="106"/>
                </a:cxn>
                <a:cxn ang="0">
                  <a:pos x="243" y="0"/>
                </a:cxn>
                <a:cxn ang="0">
                  <a:pos x="429" y="295"/>
                </a:cxn>
                <a:cxn ang="0">
                  <a:pos x="19" y="472"/>
                </a:cxn>
              </a:cxnLst>
              <a:rect l="0" t="0" r="r" b="b"/>
              <a:pathLst>
                <a:path w="429" h="472">
                  <a:moveTo>
                    <a:pt x="19" y="472"/>
                  </a:moveTo>
                  <a:lnTo>
                    <a:pt x="0" y="106"/>
                  </a:lnTo>
                  <a:lnTo>
                    <a:pt x="243" y="0"/>
                  </a:lnTo>
                  <a:lnTo>
                    <a:pt x="429" y="295"/>
                  </a:lnTo>
                  <a:lnTo>
                    <a:pt x="19" y="4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9" name="Freeform 17"/>
            <p:cNvSpPr>
              <a:spLocks/>
            </p:cNvSpPr>
            <p:nvPr/>
          </p:nvSpPr>
          <p:spPr bwMode="auto">
            <a:xfrm>
              <a:off x="2486025" y="2160588"/>
              <a:ext cx="806450" cy="735013"/>
            </a:xfrm>
            <a:custGeom>
              <a:avLst/>
              <a:gdLst/>
              <a:ahLst/>
              <a:cxnLst>
                <a:cxn ang="0">
                  <a:pos x="191" y="0"/>
                </a:cxn>
                <a:cxn ang="0">
                  <a:pos x="489" y="97"/>
                </a:cxn>
                <a:cxn ang="0">
                  <a:pos x="508" y="463"/>
                </a:cxn>
                <a:cxn ang="0">
                  <a:pos x="506" y="463"/>
                </a:cxn>
                <a:cxn ang="0">
                  <a:pos x="0" y="297"/>
                </a:cxn>
                <a:cxn ang="0">
                  <a:pos x="191" y="0"/>
                </a:cxn>
                <a:cxn ang="0">
                  <a:pos x="191" y="0"/>
                </a:cxn>
              </a:cxnLst>
              <a:rect l="0" t="0" r="r" b="b"/>
              <a:pathLst>
                <a:path w="508" h="463">
                  <a:moveTo>
                    <a:pt x="191" y="0"/>
                  </a:moveTo>
                  <a:lnTo>
                    <a:pt x="489" y="97"/>
                  </a:lnTo>
                  <a:lnTo>
                    <a:pt x="508" y="463"/>
                  </a:lnTo>
                  <a:lnTo>
                    <a:pt x="506" y="463"/>
                  </a:lnTo>
                  <a:lnTo>
                    <a:pt x="0" y="297"/>
                  </a:lnTo>
                  <a:lnTo>
                    <a:pt x="191" y="0"/>
                  </a:lnTo>
                  <a:lnTo>
                    <a:pt x="191" y="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29"/>
          <p:cNvGrpSpPr/>
          <p:nvPr/>
        </p:nvGrpSpPr>
        <p:grpSpPr>
          <a:xfrm>
            <a:off x="3731905" y="1451984"/>
            <a:ext cx="712787" cy="687388"/>
            <a:chOff x="2862263" y="1481138"/>
            <a:chExt cx="712787" cy="687388"/>
          </a:xfrm>
        </p:grpSpPr>
        <p:sp>
          <p:nvSpPr>
            <p:cNvPr id="3090" name="Freeform 18"/>
            <p:cNvSpPr>
              <a:spLocks/>
            </p:cNvSpPr>
            <p:nvPr/>
          </p:nvSpPr>
          <p:spPr bwMode="auto">
            <a:xfrm>
              <a:off x="3219450" y="1481138"/>
              <a:ext cx="355600" cy="687388"/>
            </a:xfrm>
            <a:custGeom>
              <a:avLst/>
              <a:gdLst/>
              <a:ahLst/>
              <a:cxnLst>
                <a:cxn ang="0">
                  <a:pos x="224" y="347"/>
                </a:cxn>
                <a:cxn ang="0">
                  <a:pos x="22" y="433"/>
                </a:cxn>
                <a:cxn ang="0">
                  <a:pos x="0" y="0"/>
                </a:cxn>
                <a:cxn ang="0">
                  <a:pos x="224" y="347"/>
                </a:cxn>
              </a:cxnLst>
              <a:rect l="0" t="0" r="r" b="b"/>
              <a:pathLst>
                <a:path w="224" h="433">
                  <a:moveTo>
                    <a:pt x="224" y="347"/>
                  </a:moveTo>
                  <a:lnTo>
                    <a:pt x="22" y="433"/>
                  </a:lnTo>
                  <a:lnTo>
                    <a:pt x="0" y="0"/>
                  </a:lnTo>
                  <a:lnTo>
                    <a:pt x="224" y="34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1" name="Freeform 19"/>
            <p:cNvSpPr>
              <a:spLocks/>
            </p:cNvSpPr>
            <p:nvPr/>
          </p:nvSpPr>
          <p:spPr bwMode="auto">
            <a:xfrm>
              <a:off x="2862263" y="1481138"/>
              <a:ext cx="392113" cy="687388"/>
            </a:xfrm>
            <a:custGeom>
              <a:avLst/>
              <a:gdLst/>
              <a:ahLst/>
              <a:cxnLst>
                <a:cxn ang="0">
                  <a:pos x="247" y="433"/>
                </a:cxn>
                <a:cxn ang="0">
                  <a:pos x="0" y="354"/>
                </a:cxn>
                <a:cxn ang="0">
                  <a:pos x="225" y="0"/>
                </a:cxn>
                <a:cxn ang="0">
                  <a:pos x="247" y="433"/>
                </a:cxn>
              </a:cxnLst>
              <a:rect l="0" t="0" r="r" b="b"/>
              <a:pathLst>
                <a:path w="247" h="433">
                  <a:moveTo>
                    <a:pt x="247" y="433"/>
                  </a:moveTo>
                  <a:lnTo>
                    <a:pt x="0" y="354"/>
                  </a:lnTo>
                  <a:lnTo>
                    <a:pt x="225" y="0"/>
                  </a:lnTo>
                  <a:lnTo>
                    <a:pt x="247" y="433"/>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1" name="Freeform 52"/>
          <p:cNvSpPr>
            <a:spLocks noEditPoints="1"/>
          </p:cNvSpPr>
          <p:nvPr/>
        </p:nvSpPr>
        <p:spPr bwMode="auto">
          <a:xfrm>
            <a:off x="5712868" y="3291897"/>
            <a:ext cx="291682" cy="313810"/>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TextBox 31"/>
          <p:cNvSpPr txBox="1"/>
          <p:nvPr/>
        </p:nvSpPr>
        <p:spPr>
          <a:xfrm>
            <a:off x="4956857" y="1526810"/>
            <a:ext cx="2123014" cy="415498"/>
          </a:xfrm>
          <a:prstGeom prst="rect">
            <a:avLst/>
          </a:prstGeom>
          <a:noFill/>
        </p:spPr>
        <p:txBody>
          <a:bodyPr wrap="square" rtlCol="0">
            <a:spAutoFit/>
          </a:bodyPr>
          <a:lstStyle/>
          <a:p>
            <a:r>
              <a:rPr lang="en-US" sz="1100" b="1" dirty="0">
                <a:solidFill>
                  <a:schemeClr val="bg1"/>
                </a:solidFill>
              </a:rPr>
              <a:t>Title Goes Here</a:t>
            </a:r>
            <a:endParaRPr lang="en-US" sz="1100" dirty="0">
              <a:solidFill>
                <a:schemeClr val="bg1"/>
              </a:solidFill>
            </a:endParaRPr>
          </a:p>
          <a:p>
            <a:r>
              <a:rPr lang="en-US" sz="1000" dirty="0">
                <a:solidFill>
                  <a:schemeClr val="bg1"/>
                </a:solidFill>
              </a:rPr>
              <a:t>There are many variations.</a:t>
            </a:r>
          </a:p>
        </p:txBody>
      </p:sp>
      <p:sp>
        <p:nvSpPr>
          <p:cNvPr id="33" name="Freeform 107"/>
          <p:cNvSpPr>
            <a:spLocks noEditPoints="1"/>
          </p:cNvSpPr>
          <p:nvPr/>
        </p:nvSpPr>
        <p:spPr bwMode="auto">
          <a:xfrm>
            <a:off x="4945803" y="2131434"/>
            <a:ext cx="325390" cy="330005"/>
          </a:xfrm>
          <a:custGeom>
            <a:avLst/>
            <a:gdLst/>
            <a:ahLst/>
            <a:cxnLst>
              <a:cxn ang="0">
                <a:pos x="64" y="14"/>
              </a:cxn>
              <a:cxn ang="0">
                <a:pos x="12" y="65"/>
              </a:cxn>
              <a:cxn ang="0">
                <a:pos x="10" y="66"/>
              </a:cxn>
              <a:cxn ang="0">
                <a:pos x="8" y="65"/>
              </a:cxn>
              <a:cxn ang="0">
                <a:pos x="0" y="57"/>
              </a:cxn>
              <a:cxn ang="0">
                <a:pos x="0" y="56"/>
              </a:cxn>
              <a:cxn ang="0">
                <a:pos x="0" y="54"/>
              </a:cxn>
              <a:cxn ang="0">
                <a:pos x="52" y="2"/>
              </a:cxn>
              <a:cxn ang="0">
                <a:pos x="54" y="1"/>
              </a:cxn>
              <a:cxn ang="0">
                <a:pos x="56" y="2"/>
              </a:cxn>
              <a:cxn ang="0">
                <a:pos x="64" y="10"/>
              </a:cxn>
              <a:cxn ang="0">
                <a:pos x="64" y="12"/>
              </a:cxn>
              <a:cxn ang="0">
                <a:pos x="64" y="14"/>
              </a:cxn>
              <a:cxn ang="0">
                <a:pos x="14" y="5"/>
              </a:cxn>
              <a:cxn ang="0">
                <a:pos x="10" y="7"/>
              </a:cxn>
              <a:cxn ang="0">
                <a:pos x="9" y="11"/>
              </a:cxn>
              <a:cxn ang="0">
                <a:pos x="8" y="7"/>
              </a:cxn>
              <a:cxn ang="0">
                <a:pos x="4" y="5"/>
              </a:cxn>
              <a:cxn ang="0">
                <a:pos x="8" y="4"/>
              </a:cxn>
              <a:cxn ang="0">
                <a:pos x="9" y="0"/>
              </a:cxn>
              <a:cxn ang="0">
                <a:pos x="10" y="4"/>
              </a:cxn>
              <a:cxn ang="0">
                <a:pos x="14" y="5"/>
              </a:cxn>
              <a:cxn ang="0">
                <a:pos x="32" y="13"/>
              </a:cxn>
              <a:cxn ang="0">
                <a:pos x="24" y="16"/>
              </a:cxn>
              <a:cxn ang="0">
                <a:pos x="22" y="23"/>
              </a:cxn>
              <a:cxn ang="0">
                <a:pos x="19" y="16"/>
              </a:cxn>
              <a:cxn ang="0">
                <a:pos x="11" y="13"/>
              </a:cxn>
              <a:cxn ang="0">
                <a:pos x="19" y="11"/>
              </a:cxn>
              <a:cxn ang="0">
                <a:pos x="22" y="3"/>
              </a:cxn>
              <a:cxn ang="0">
                <a:pos x="24" y="11"/>
              </a:cxn>
              <a:cxn ang="0">
                <a:pos x="32" y="13"/>
              </a:cxn>
              <a:cxn ang="0">
                <a:pos x="40" y="5"/>
              </a:cxn>
              <a:cxn ang="0">
                <a:pos x="36" y="7"/>
              </a:cxn>
              <a:cxn ang="0">
                <a:pos x="34" y="11"/>
              </a:cxn>
              <a:cxn ang="0">
                <a:pos x="33" y="7"/>
              </a:cxn>
              <a:cxn ang="0">
                <a:pos x="29" y="5"/>
              </a:cxn>
              <a:cxn ang="0">
                <a:pos x="33" y="4"/>
              </a:cxn>
              <a:cxn ang="0">
                <a:pos x="34" y="0"/>
              </a:cxn>
              <a:cxn ang="0">
                <a:pos x="36" y="4"/>
              </a:cxn>
              <a:cxn ang="0">
                <a:pos x="40" y="5"/>
              </a:cxn>
              <a:cxn ang="0">
                <a:pos x="58" y="12"/>
              </a:cxn>
              <a:cxn ang="0">
                <a:pos x="54" y="8"/>
              </a:cxn>
              <a:cxn ang="0">
                <a:pos x="42" y="19"/>
              </a:cxn>
              <a:cxn ang="0">
                <a:pos x="46" y="24"/>
              </a:cxn>
              <a:cxn ang="0">
                <a:pos x="58" y="12"/>
              </a:cxn>
              <a:cxn ang="0">
                <a:pos x="65" y="31"/>
              </a:cxn>
              <a:cxn ang="0">
                <a:pos x="61" y="32"/>
              </a:cxn>
              <a:cxn ang="0">
                <a:pos x="60" y="36"/>
              </a:cxn>
              <a:cxn ang="0">
                <a:pos x="59" y="32"/>
              </a:cxn>
              <a:cxn ang="0">
                <a:pos x="55" y="31"/>
              </a:cxn>
              <a:cxn ang="0">
                <a:pos x="59" y="30"/>
              </a:cxn>
              <a:cxn ang="0">
                <a:pos x="60" y="26"/>
              </a:cxn>
              <a:cxn ang="0">
                <a:pos x="61" y="30"/>
              </a:cxn>
              <a:cxn ang="0">
                <a:pos x="65" y="31"/>
              </a:cxn>
            </a:cxnLst>
            <a:rect l="0" t="0" r="r" b="b"/>
            <a:pathLst>
              <a:path w="65" h="66">
                <a:moveTo>
                  <a:pt x="64" y="14"/>
                </a:moveTo>
                <a:cubicBezTo>
                  <a:pt x="12" y="65"/>
                  <a:pt x="12" y="65"/>
                  <a:pt x="12" y="65"/>
                </a:cubicBezTo>
                <a:cubicBezTo>
                  <a:pt x="11" y="66"/>
                  <a:pt x="11" y="66"/>
                  <a:pt x="10" y="66"/>
                </a:cubicBezTo>
                <a:cubicBezTo>
                  <a:pt x="9" y="66"/>
                  <a:pt x="9" y="66"/>
                  <a:pt x="8" y="65"/>
                </a:cubicBezTo>
                <a:cubicBezTo>
                  <a:pt x="0" y="57"/>
                  <a:pt x="0" y="57"/>
                  <a:pt x="0" y="57"/>
                </a:cubicBezTo>
                <a:cubicBezTo>
                  <a:pt x="0" y="57"/>
                  <a:pt x="0" y="56"/>
                  <a:pt x="0" y="56"/>
                </a:cubicBezTo>
                <a:cubicBezTo>
                  <a:pt x="0" y="55"/>
                  <a:pt x="0" y="54"/>
                  <a:pt x="0" y="54"/>
                </a:cubicBezTo>
                <a:cubicBezTo>
                  <a:pt x="52" y="2"/>
                  <a:pt x="52" y="2"/>
                  <a:pt x="52" y="2"/>
                </a:cubicBezTo>
                <a:cubicBezTo>
                  <a:pt x="52" y="2"/>
                  <a:pt x="53" y="1"/>
                  <a:pt x="54" y="1"/>
                </a:cubicBezTo>
                <a:cubicBezTo>
                  <a:pt x="54" y="1"/>
                  <a:pt x="55" y="2"/>
                  <a:pt x="56" y="2"/>
                </a:cubicBezTo>
                <a:cubicBezTo>
                  <a:pt x="64" y="10"/>
                  <a:pt x="64" y="10"/>
                  <a:pt x="64" y="10"/>
                </a:cubicBezTo>
                <a:cubicBezTo>
                  <a:pt x="64" y="11"/>
                  <a:pt x="64" y="11"/>
                  <a:pt x="64" y="12"/>
                </a:cubicBezTo>
                <a:cubicBezTo>
                  <a:pt x="64" y="13"/>
                  <a:pt x="64" y="13"/>
                  <a:pt x="64" y="14"/>
                </a:cubicBezTo>
                <a:close/>
                <a:moveTo>
                  <a:pt x="14" y="5"/>
                </a:moveTo>
                <a:cubicBezTo>
                  <a:pt x="10" y="7"/>
                  <a:pt x="10" y="7"/>
                  <a:pt x="10" y="7"/>
                </a:cubicBezTo>
                <a:cubicBezTo>
                  <a:pt x="9" y="11"/>
                  <a:pt x="9" y="11"/>
                  <a:pt x="9" y="11"/>
                </a:cubicBezTo>
                <a:cubicBezTo>
                  <a:pt x="8" y="7"/>
                  <a:pt x="8" y="7"/>
                  <a:pt x="8" y="7"/>
                </a:cubicBezTo>
                <a:cubicBezTo>
                  <a:pt x="4" y="5"/>
                  <a:pt x="4" y="5"/>
                  <a:pt x="4" y="5"/>
                </a:cubicBezTo>
                <a:cubicBezTo>
                  <a:pt x="8" y="4"/>
                  <a:pt x="8" y="4"/>
                  <a:pt x="8" y="4"/>
                </a:cubicBezTo>
                <a:cubicBezTo>
                  <a:pt x="9" y="0"/>
                  <a:pt x="9" y="0"/>
                  <a:pt x="9" y="0"/>
                </a:cubicBezTo>
                <a:cubicBezTo>
                  <a:pt x="10" y="4"/>
                  <a:pt x="10" y="4"/>
                  <a:pt x="10" y="4"/>
                </a:cubicBezTo>
                <a:lnTo>
                  <a:pt x="14" y="5"/>
                </a:lnTo>
                <a:close/>
                <a:moveTo>
                  <a:pt x="32" y="13"/>
                </a:moveTo>
                <a:cubicBezTo>
                  <a:pt x="24" y="16"/>
                  <a:pt x="24" y="16"/>
                  <a:pt x="24" y="16"/>
                </a:cubicBezTo>
                <a:cubicBezTo>
                  <a:pt x="22" y="23"/>
                  <a:pt x="22" y="23"/>
                  <a:pt x="22" y="23"/>
                </a:cubicBezTo>
                <a:cubicBezTo>
                  <a:pt x="19" y="16"/>
                  <a:pt x="19" y="16"/>
                  <a:pt x="19" y="16"/>
                </a:cubicBezTo>
                <a:cubicBezTo>
                  <a:pt x="11" y="13"/>
                  <a:pt x="11" y="13"/>
                  <a:pt x="11" y="13"/>
                </a:cubicBezTo>
                <a:cubicBezTo>
                  <a:pt x="19" y="11"/>
                  <a:pt x="19" y="11"/>
                  <a:pt x="19" y="11"/>
                </a:cubicBezTo>
                <a:cubicBezTo>
                  <a:pt x="22" y="3"/>
                  <a:pt x="22" y="3"/>
                  <a:pt x="22" y="3"/>
                </a:cubicBezTo>
                <a:cubicBezTo>
                  <a:pt x="24" y="11"/>
                  <a:pt x="24" y="11"/>
                  <a:pt x="24" y="11"/>
                </a:cubicBezTo>
                <a:lnTo>
                  <a:pt x="32" y="13"/>
                </a:lnTo>
                <a:close/>
                <a:moveTo>
                  <a:pt x="40" y="5"/>
                </a:moveTo>
                <a:cubicBezTo>
                  <a:pt x="36" y="7"/>
                  <a:pt x="36" y="7"/>
                  <a:pt x="36" y="7"/>
                </a:cubicBezTo>
                <a:cubicBezTo>
                  <a:pt x="34" y="11"/>
                  <a:pt x="34" y="11"/>
                  <a:pt x="34" y="11"/>
                </a:cubicBezTo>
                <a:cubicBezTo>
                  <a:pt x="33" y="7"/>
                  <a:pt x="33" y="7"/>
                  <a:pt x="33" y="7"/>
                </a:cubicBezTo>
                <a:cubicBezTo>
                  <a:pt x="29" y="5"/>
                  <a:pt x="29" y="5"/>
                  <a:pt x="29" y="5"/>
                </a:cubicBezTo>
                <a:cubicBezTo>
                  <a:pt x="33" y="4"/>
                  <a:pt x="33" y="4"/>
                  <a:pt x="33" y="4"/>
                </a:cubicBezTo>
                <a:cubicBezTo>
                  <a:pt x="34" y="0"/>
                  <a:pt x="34" y="0"/>
                  <a:pt x="34" y="0"/>
                </a:cubicBezTo>
                <a:cubicBezTo>
                  <a:pt x="36" y="4"/>
                  <a:pt x="36" y="4"/>
                  <a:pt x="36" y="4"/>
                </a:cubicBezTo>
                <a:lnTo>
                  <a:pt x="40" y="5"/>
                </a:lnTo>
                <a:close/>
                <a:moveTo>
                  <a:pt x="58" y="12"/>
                </a:moveTo>
                <a:cubicBezTo>
                  <a:pt x="54" y="8"/>
                  <a:pt x="54" y="8"/>
                  <a:pt x="54" y="8"/>
                </a:cubicBezTo>
                <a:cubicBezTo>
                  <a:pt x="42" y="19"/>
                  <a:pt x="42" y="19"/>
                  <a:pt x="42" y="19"/>
                </a:cubicBezTo>
                <a:cubicBezTo>
                  <a:pt x="46" y="24"/>
                  <a:pt x="46" y="24"/>
                  <a:pt x="46" y="24"/>
                </a:cubicBezTo>
                <a:lnTo>
                  <a:pt x="58" y="12"/>
                </a:lnTo>
                <a:close/>
                <a:moveTo>
                  <a:pt x="65" y="31"/>
                </a:moveTo>
                <a:cubicBezTo>
                  <a:pt x="61" y="32"/>
                  <a:pt x="61" y="32"/>
                  <a:pt x="61" y="32"/>
                </a:cubicBezTo>
                <a:cubicBezTo>
                  <a:pt x="60" y="36"/>
                  <a:pt x="60" y="36"/>
                  <a:pt x="60" y="36"/>
                </a:cubicBezTo>
                <a:cubicBezTo>
                  <a:pt x="59" y="32"/>
                  <a:pt x="59" y="32"/>
                  <a:pt x="59" y="32"/>
                </a:cubicBezTo>
                <a:cubicBezTo>
                  <a:pt x="55" y="31"/>
                  <a:pt x="55" y="31"/>
                  <a:pt x="55" y="31"/>
                </a:cubicBezTo>
                <a:cubicBezTo>
                  <a:pt x="59" y="30"/>
                  <a:pt x="59" y="30"/>
                  <a:pt x="59" y="30"/>
                </a:cubicBezTo>
                <a:cubicBezTo>
                  <a:pt x="60" y="26"/>
                  <a:pt x="60" y="26"/>
                  <a:pt x="60" y="26"/>
                </a:cubicBezTo>
                <a:cubicBezTo>
                  <a:pt x="61" y="30"/>
                  <a:pt x="61" y="30"/>
                  <a:pt x="61" y="30"/>
                </a:cubicBezTo>
                <a:lnTo>
                  <a:pt x="65"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TextBox 34"/>
          <p:cNvSpPr txBox="1"/>
          <p:nvPr/>
        </p:nvSpPr>
        <p:spPr>
          <a:xfrm>
            <a:off x="5403401" y="2089579"/>
            <a:ext cx="2123014" cy="415498"/>
          </a:xfrm>
          <a:prstGeom prst="rect">
            <a:avLst/>
          </a:prstGeom>
          <a:noFill/>
        </p:spPr>
        <p:txBody>
          <a:bodyPr wrap="square" rtlCol="0">
            <a:spAutoFit/>
          </a:bodyPr>
          <a:lstStyle/>
          <a:p>
            <a:r>
              <a:rPr lang="en-US" sz="1100" b="1" dirty="0">
                <a:solidFill>
                  <a:schemeClr val="bg1"/>
                </a:solidFill>
              </a:rPr>
              <a:t>Title Goes Here</a:t>
            </a:r>
            <a:endParaRPr lang="en-US" sz="1100" dirty="0">
              <a:solidFill>
                <a:schemeClr val="bg1"/>
              </a:solidFill>
            </a:endParaRPr>
          </a:p>
          <a:p>
            <a:r>
              <a:rPr lang="en-US" sz="1000" dirty="0">
                <a:solidFill>
                  <a:schemeClr val="bg1"/>
                </a:solidFill>
              </a:rPr>
              <a:t>There are many variations.</a:t>
            </a:r>
          </a:p>
        </p:txBody>
      </p:sp>
      <p:sp>
        <p:nvSpPr>
          <p:cNvPr id="36" name="TextBox 35"/>
          <p:cNvSpPr txBox="1"/>
          <p:nvPr/>
        </p:nvSpPr>
        <p:spPr>
          <a:xfrm>
            <a:off x="5590533" y="2652348"/>
            <a:ext cx="2123014" cy="415498"/>
          </a:xfrm>
          <a:prstGeom prst="rect">
            <a:avLst/>
          </a:prstGeom>
          <a:noFill/>
        </p:spPr>
        <p:txBody>
          <a:bodyPr wrap="square" rtlCol="0">
            <a:spAutoFit/>
          </a:bodyPr>
          <a:lstStyle/>
          <a:p>
            <a:r>
              <a:rPr lang="en-US" sz="1100" b="1" dirty="0">
                <a:solidFill>
                  <a:schemeClr val="bg1"/>
                </a:solidFill>
              </a:rPr>
              <a:t>Title Goes Here</a:t>
            </a:r>
            <a:endParaRPr lang="en-US" sz="1100" dirty="0">
              <a:solidFill>
                <a:schemeClr val="bg1"/>
              </a:solidFill>
            </a:endParaRPr>
          </a:p>
          <a:p>
            <a:r>
              <a:rPr lang="en-US" sz="1000" dirty="0">
                <a:solidFill>
                  <a:schemeClr val="bg1"/>
                </a:solidFill>
              </a:rPr>
              <a:t>There are many variations.</a:t>
            </a:r>
          </a:p>
        </p:txBody>
      </p:sp>
      <p:sp>
        <p:nvSpPr>
          <p:cNvPr id="37" name="TextBox 36"/>
          <p:cNvSpPr txBox="1"/>
          <p:nvPr/>
        </p:nvSpPr>
        <p:spPr>
          <a:xfrm>
            <a:off x="6061663" y="3215117"/>
            <a:ext cx="2123014" cy="415498"/>
          </a:xfrm>
          <a:prstGeom prst="rect">
            <a:avLst/>
          </a:prstGeom>
          <a:noFill/>
        </p:spPr>
        <p:txBody>
          <a:bodyPr wrap="square" rtlCol="0">
            <a:spAutoFit/>
          </a:bodyPr>
          <a:lstStyle/>
          <a:p>
            <a:r>
              <a:rPr lang="en-US" sz="1100" b="1" dirty="0">
                <a:solidFill>
                  <a:schemeClr val="bg1"/>
                </a:solidFill>
              </a:rPr>
              <a:t>Title Goes Here</a:t>
            </a:r>
            <a:endParaRPr lang="en-US" sz="1100" dirty="0">
              <a:solidFill>
                <a:schemeClr val="bg1"/>
              </a:solidFill>
            </a:endParaRPr>
          </a:p>
          <a:p>
            <a:r>
              <a:rPr lang="en-US" sz="1000" dirty="0">
                <a:solidFill>
                  <a:schemeClr val="bg1"/>
                </a:solidFill>
              </a:rPr>
              <a:t>There are many variations.</a:t>
            </a:r>
          </a:p>
        </p:txBody>
      </p:sp>
      <p:sp>
        <p:nvSpPr>
          <p:cNvPr id="39" name="Freeform 86"/>
          <p:cNvSpPr>
            <a:spLocks noEditPoints="1"/>
          </p:cNvSpPr>
          <p:nvPr/>
        </p:nvSpPr>
        <p:spPr bwMode="auto">
          <a:xfrm>
            <a:off x="5325480" y="2726689"/>
            <a:ext cx="172699" cy="290571"/>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52"/>
          <p:cNvSpPr>
            <a:spLocks noEditPoints="1"/>
          </p:cNvSpPr>
          <p:nvPr/>
        </p:nvSpPr>
        <p:spPr bwMode="auto">
          <a:xfrm>
            <a:off x="4579756" y="1575405"/>
            <a:ext cx="303712" cy="280670"/>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41" name="Straight Connector 40"/>
          <p:cNvCxnSpPr/>
          <p:nvPr/>
        </p:nvCxnSpPr>
        <p:spPr>
          <a:xfrm flipH="1">
            <a:off x="1736080" y="1793705"/>
            <a:ext cx="1922801" cy="0"/>
          </a:xfrm>
          <a:prstGeom prst="line">
            <a:avLst/>
          </a:prstGeom>
          <a:ln w="19050">
            <a:solidFill>
              <a:schemeClr val="accent4"/>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42" name="Text Placeholder 3"/>
          <p:cNvSpPr txBox="1">
            <a:spLocks/>
          </p:cNvSpPr>
          <p:nvPr/>
        </p:nvSpPr>
        <p:spPr>
          <a:xfrm>
            <a:off x="1000366" y="3383011"/>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1"/>
                </a:solidFill>
                <a:effectLst/>
                <a:uLnTx/>
                <a:uFillTx/>
                <a:latin typeface="+mn-lt"/>
                <a:ea typeface="+mn-ea"/>
                <a:cs typeface="+mn-cs"/>
              </a:rPr>
              <a:t>25%</a:t>
            </a:r>
          </a:p>
        </p:txBody>
      </p:sp>
      <p:sp>
        <p:nvSpPr>
          <p:cNvPr id="43" name="Text Placeholder 3"/>
          <p:cNvSpPr txBox="1">
            <a:spLocks/>
          </p:cNvSpPr>
          <p:nvPr/>
        </p:nvSpPr>
        <p:spPr>
          <a:xfrm>
            <a:off x="1000366" y="1597194"/>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4"/>
                </a:solidFill>
                <a:effectLst/>
                <a:uLnTx/>
                <a:uFillTx/>
                <a:latin typeface="+mn-lt"/>
                <a:ea typeface="+mn-ea"/>
                <a:cs typeface="+mn-cs"/>
              </a:rPr>
              <a:t>90%</a:t>
            </a:r>
          </a:p>
        </p:txBody>
      </p:sp>
      <p:sp>
        <p:nvSpPr>
          <p:cNvPr id="44" name="Text Placeholder 3"/>
          <p:cNvSpPr txBox="1">
            <a:spLocks/>
          </p:cNvSpPr>
          <p:nvPr/>
        </p:nvSpPr>
        <p:spPr>
          <a:xfrm>
            <a:off x="1000366" y="2765128"/>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2"/>
                </a:solidFill>
                <a:effectLst/>
                <a:uLnTx/>
                <a:uFillTx/>
                <a:latin typeface="+mn-lt"/>
                <a:ea typeface="+mn-ea"/>
                <a:cs typeface="+mn-cs"/>
              </a:rPr>
              <a:t>50%</a:t>
            </a:r>
          </a:p>
        </p:txBody>
      </p:sp>
      <p:sp>
        <p:nvSpPr>
          <p:cNvPr id="45" name="Text Placeholder 3"/>
          <p:cNvSpPr txBox="1">
            <a:spLocks/>
          </p:cNvSpPr>
          <p:nvPr/>
        </p:nvSpPr>
        <p:spPr>
          <a:xfrm>
            <a:off x="1000366" y="2181161"/>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3"/>
                </a:solidFill>
                <a:effectLst/>
                <a:uLnTx/>
                <a:uFillTx/>
                <a:latin typeface="+mn-lt"/>
                <a:ea typeface="+mn-ea"/>
                <a:cs typeface="+mn-cs"/>
              </a:rPr>
              <a:t>75%</a:t>
            </a:r>
          </a:p>
        </p:txBody>
      </p:sp>
      <p:cxnSp>
        <p:nvCxnSpPr>
          <p:cNvPr id="47" name="Straight Connector 46"/>
          <p:cNvCxnSpPr/>
          <p:nvPr/>
        </p:nvCxnSpPr>
        <p:spPr>
          <a:xfrm flipH="1">
            <a:off x="1736081" y="2358447"/>
            <a:ext cx="1619586" cy="0"/>
          </a:xfrm>
          <a:prstGeom prst="line">
            <a:avLst/>
          </a:prstGeom>
          <a:ln w="19050">
            <a:solidFill>
              <a:schemeClr val="accent3"/>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flipH="1">
            <a:off x="1736081" y="2965957"/>
            <a:ext cx="1246524" cy="0"/>
          </a:xfrm>
          <a:prstGeom prst="line">
            <a:avLst/>
          </a:prstGeom>
          <a:ln w="19050">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1736081" y="3585585"/>
            <a:ext cx="860761" cy="0"/>
          </a:xfrm>
          <a:prstGeom prst="line">
            <a:avLst/>
          </a:prstGeom>
          <a:ln w="19050">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ppt_x"/>
                                          </p:val>
                                        </p:tav>
                                        <p:tav tm="100000">
                                          <p:val>
                                            <p:strVal val="#ppt_x"/>
                                          </p:val>
                                        </p:tav>
                                      </p:tavLst>
                                    </p:anim>
                                    <p:anim calcmode="lin" valueType="num">
                                      <p:cBhvr additive="base">
                                        <p:cTn id="8" dur="10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18" presetClass="entr" presetSubtype="12" fill="hold" nodeType="after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strips(downLeft)">
                                      <p:cBhvr>
                                        <p:cTn id="12" dur="500"/>
                                        <p:tgtEl>
                                          <p:spTgt spid="51"/>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42"/>
                                        </p:tgtEl>
                                        <p:attrNameLst>
                                          <p:attrName>style.visibility</p:attrName>
                                        </p:attrNameLst>
                                      </p:cBhvr>
                                      <p:to>
                                        <p:strVal val="visible"/>
                                      </p:to>
                                    </p:set>
                                    <p:anim calcmode="lin" valueType="num">
                                      <p:cBhvr>
                                        <p:cTn id="15" dur="500" fill="hold"/>
                                        <p:tgtEl>
                                          <p:spTgt spid="42"/>
                                        </p:tgtEl>
                                        <p:attrNameLst>
                                          <p:attrName>ppt_w</p:attrName>
                                        </p:attrNameLst>
                                      </p:cBhvr>
                                      <p:tavLst>
                                        <p:tav tm="0">
                                          <p:val>
                                            <p:fltVal val="0"/>
                                          </p:val>
                                        </p:tav>
                                        <p:tav tm="100000">
                                          <p:val>
                                            <p:strVal val="#ppt_w"/>
                                          </p:val>
                                        </p:tav>
                                      </p:tavLst>
                                    </p:anim>
                                    <p:anim calcmode="lin" valueType="num">
                                      <p:cBhvr>
                                        <p:cTn id="16" dur="500" fill="hold"/>
                                        <p:tgtEl>
                                          <p:spTgt spid="42"/>
                                        </p:tgtEl>
                                        <p:attrNameLst>
                                          <p:attrName>ppt_h</p:attrName>
                                        </p:attrNameLst>
                                      </p:cBhvr>
                                      <p:tavLst>
                                        <p:tav tm="0">
                                          <p:val>
                                            <p:fltVal val="0"/>
                                          </p:val>
                                        </p:tav>
                                        <p:tav tm="100000">
                                          <p:val>
                                            <p:strVal val="#ppt_h"/>
                                          </p:val>
                                        </p:tav>
                                      </p:tavLst>
                                    </p:anim>
                                    <p:animEffect transition="in" filter="fade">
                                      <p:cBhvr>
                                        <p:cTn id="17" dur="500"/>
                                        <p:tgtEl>
                                          <p:spTgt spid="42"/>
                                        </p:tgtEl>
                                      </p:cBhvr>
                                    </p:animEffect>
                                  </p:childTnLst>
                                </p:cTn>
                              </p:par>
                            </p:childTnLst>
                          </p:cTn>
                        </p:par>
                        <p:par>
                          <p:cTn id="18" fill="hold">
                            <p:stCondLst>
                              <p:cond delay="1500"/>
                            </p:stCondLst>
                            <p:childTnLst>
                              <p:par>
                                <p:cTn id="19" presetID="2" presetClass="entr" presetSubtype="2" accel="50000" decel="50000" fill="hold" grpId="0" nodeType="afterEffect">
                                  <p:stCondLst>
                                    <p:cond delay="0"/>
                                  </p:stCondLst>
                                  <p:childTnLst>
                                    <p:set>
                                      <p:cBhvr>
                                        <p:cTn id="20" dur="1" fill="hold">
                                          <p:stCondLst>
                                            <p:cond delay="0"/>
                                          </p:stCondLst>
                                        </p:cTn>
                                        <p:tgtEl>
                                          <p:spTgt spid="3080"/>
                                        </p:tgtEl>
                                        <p:attrNameLst>
                                          <p:attrName>style.visibility</p:attrName>
                                        </p:attrNameLst>
                                      </p:cBhvr>
                                      <p:to>
                                        <p:strVal val="visible"/>
                                      </p:to>
                                    </p:set>
                                    <p:anim calcmode="lin" valueType="num">
                                      <p:cBhvr additive="base">
                                        <p:cTn id="21" dur="1000" fill="hold"/>
                                        <p:tgtEl>
                                          <p:spTgt spid="3080"/>
                                        </p:tgtEl>
                                        <p:attrNameLst>
                                          <p:attrName>ppt_x</p:attrName>
                                        </p:attrNameLst>
                                      </p:cBhvr>
                                      <p:tavLst>
                                        <p:tav tm="0">
                                          <p:val>
                                            <p:strVal val="1+#ppt_w/2"/>
                                          </p:val>
                                        </p:tav>
                                        <p:tav tm="100000">
                                          <p:val>
                                            <p:strVal val="#ppt_x"/>
                                          </p:val>
                                        </p:tav>
                                      </p:tavLst>
                                    </p:anim>
                                    <p:anim calcmode="lin" valueType="num">
                                      <p:cBhvr additive="base">
                                        <p:cTn id="22" dur="1000" fill="hold"/>
                                        <p:tgtEl>
                                          <p:spTgt spid="3080"/>
                                        </p:tgtEl>
                                        <p:attrNameLst>
                                          <p:attrName>ppt_y</p:attrName>
                                        </p:attrNameLst>
                                      </p:cBhvr>
                                      <p:tavLst>
                                        <p:tav tm="0">
                                          <p:val>
                                            <p:strVal val="#ppt_y"/>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31"/>
                                        </p:tgtEl>
                                        <p:attrNameLst>
                                          <p:attrName>style.visibility</p:attrName>
                                        </p:attrNameLst>
                                      </p:cBhvr>
                                      <p:to>
                                        <p:strVal val="visible"/>
                                      </p:to>
                                    </p:set>
                                    <p:anim calcmode="lin" valueType="num">
                                      <p:cBhvr>
                                        <p:cTn id="26" dur="500" fill="hold"/>
                                        <p:tgtEl>
                                          <p:spTgt spid="31"/>
                                        </p:tgtEl>
                                        <p:attrNameLst>
                                          <p:attrName>ppt_w</p:attrName>
                                        </p:attrNameLst>
                                      </p:cBhvr>
                                      <p:tavLst>
                                        <p:tav tm="0">
                                          <p:val>
                                            <p:fltVal val="0"/>
                                          </p:val>
                                        </p:tav>
                                        <p:tav tm="100000">
                                          <p:val>
                                            <p:strVal val="#ppt_w"/>
                                          </p:val>
                                        </p:tav>
                                      </p:tavLst>
                                    </p:anim>
                                    <p:anim calcmode="lin" valueType="num">
                                      <p:cBhvr>
                                        <p:cTn id="27" dur="500" fill="hold"/>
                                        <p:tgtEl>
                                          <p:spTgt spid="31"/>
                                        </p:tgtEl>
                                        <p:attrNameLst>
                                          <p:attrName>ppt_h</p:attrName>
                                        </p:attrNameLst>
                                      </p:cBhvr>
                                      <p:tavLst>
                                        <p:tav tm="0">
                                          <p:val>
                                            <p:fltVal val="0"/>
                                          </p:val>
                                        </p:tav>
                                        <p:tav tm="100000">
                                          <p:val>
                                            <p:strVal val="#ppt_h"/>
                                          </p:val>
                                        </p:tav>
                                      </p:tavLst>
                                    </p:anim>
                                    <p:animEffect transition="in" filter="fade">
                                      <p:cBhvr>
                                        <p:cTn id="28" dur="500"/>
                                        <p:tgtEl>
                                          <p:spTgt spid="31"/>
                                        </p:tgtEl>
                                      </p:cBhvr>
                                    </p:animEffect>
                                  </p:childTnLst>
                                </p:cTn>
                              </p:par>
                              <p:par>
                                <p:cTn id="29" presetID="2" presetClass="entr" presetSubtype="2" accel="50000" decel="50000" fill="hold" grpId="0" nodeType="withEffect">
                                  <p:stCondLst>
                                    <p:cond delay="0"/>
                                  </p:stCondLst>
                                  <p:childTnLst>
                                    <p:set>
                                      <p:cBhvr>
                                        <p:cTn id="30" dur="1" fill="hold">
                                          <p:stCondLst>
                                            <p:cond delay="0"/>
                                          </p:stCondLst>
                                        </p:cTn>
                                        <p:tgtEl>
                                          <p:spTgt spid="37"/>
                                        </p:tgtEl>
                                        <p:attrNameLst>
                                          <p:attrName>style.visibility</p:attrName>
                                        </p:attrNameLst>
                                      </p:cBhvr>
                                      <p:to>
                                        <p:strVal val="visible"/>
                                      </p:to>
                                    </p:set>
                                    <p:anim calcmode="lin" valueType="num">
                                      <p:cBhvr additive="base">
                                        <p:cTn id="31" dur="500" fill="hold"/>
                                        <p:tgtEl>
                                          <p:spTgt spid="37"/>
                                        </p:tgtEl>
                                        <p:attrNameLst>
                                          <p:attrName>ppt_x</p:attrName>
                                        </p:attrNameLst>
                                      </p:cBhvr>
                                      <p:tavLst>
                                        <p:tav tm="0">
                                          <p:val>
                                            <p:strVal val="1+#ppt_w/2"/>
                                          </p:val>
                                        </p:tav>
                                        <p:tav tm="100000">
                                          <p:val>
                                            <p:strVal val="#ppt_x"/>
                                          </p:val>
                                        </p:tav>
                                      </p:tavLst>
                                    </p:anim>
                                    <p:anim calcmode="lin" valueType="num">
                                      <p:cBhvr additive="base">
                                        <p:cTn id="32" dur="500" fill="hold"/>
                                        <p:tgtEl>
                                          <p:spTgt spid="37"/>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 presetClass="entr" presetSubtype="1" accel="50000" decel="5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1000" fill="hold"/>
                                        <p:tgtEl>
                                          <p:spTgt spid="6"/>
                                        </p:tgtEl>
                                        <p:attrNameLst>
                                          <p:attrName>ppt_x</p:attrName>
                                        </p:attrNameLst>
                                      </p:cBhvr>
                                      <p:tavLst>
                                        <p:tav tm="0">
                                          <p:val>
                                            <p:strVal val="#ppt_x"/>
                                          </p:val>
                                        </p:tav>
                                        <p:tav tm="100000">
                                          <p:val>
                                            <p:strVal val="#ppt_x"/>
                                          </p:val>
                                        </p:tav>
                                      </p:tavLst>
                                    </p:anim>
                                    <p:anim calcmode="lin" valueType="num">
                                      <p:cBhvr additive="base">
                                        <p:cTn id="37" dur="1000" fill="hold"/>
                                        <p:tgtEl>
                                          <p:spTgt spid="6"/>
                                        </p:tgtEl>
                                        <p:attrNameLst>
                                          <p:attrName>ppt_y</p:attrName>
                                        </p:attrNameLst>
                                      </p:cBhvr>
                                      <p:tavLst>
                                        <p:tav tm="0">
                                          <p:val>
                                            <p:strVal val="0-#ppt_h/2"/>
                                          </p:val>
                                        </p:tav>
                                        <p:tav tm="100000">
                                          <p:val>
                                            <p:strVal val="#ppt_y"/>
                                          </p:val>
                                        </p:tav>
                                      </p:tavLst>
                                    </p:anim>
                                  </p:childTnLst>
                                </p:cTn>
                              </p:par>
                            </p:childTnLst>
                          </p:cTn>
                        </p:par>
                        <p:par>
                          <p:cTn id="38" fill="hold">
                            <p:stCondLst>
                              <p:cond delay="4000"/>
                            </p:stCondLst>
                            <p:childTnLst>
                              <p:par>
                                <p:cTn id="39" presetID="18" presetClass="entr" presetSubtype="12" fill="hold" nodeType="afterEffect">
                                  <p:stCondLst>
                                    <p:cond delay="0"/>
                                  </p:stCondLst>
                                  <p:childTnLst>
                                    <p:set>
                                      <p:cBhvr>
                                        <p:cTn id="40" dur="1" fill="hold">
                                          <p:stCondLst>
                                            <p:cond delay="0"/>
                                          </p:stCondLst>
                                        </p:cTn>
                                        <p:tgtEl>
                                          <p:spTgt spid="49"/>
                                        </p:tgtEl>
                                        <p:attrNameLst>
                                          <p:attrName>style.visibility</p:attrName>
                                        </p:attrNameLst>
                                      </p:cBhvr>
                                      <p:to>
                                        <p:strVal val="visible"/>
                                      </p:to>
                                    </p:set>
                                    <p:animEffect transition="in" filter="strips(downLeft)">
                                      <p:cBhvr>
                                        <p:cTn id="41" dur="500"/>
                                        <p:tgtEl>
                                          <p:spTgt spid="49"/>
                                        </p:tgtEl>
                                      </p:cBhvr>
                                    </p:animEffect>
                                  </p:childTnLst>
                                </p:cTn>
                              </p:par>
                              <p:par>
                                <p:cTn id="42" presetID="53" presetClass="entr" presetSubtype="0" fill="hold" grpId="0" nodeType="withEffect">
                                  <p:stCondLst>
                                    <p:cond delay="0"/>
                                  </p:stCondLst>
                                  <p:childTnLst>
                                    <p:set>
                                      <p:cBhvr>
                                        <p:cTn id="43" dur="1" fill="hold">
                                          <p:stCondLst>
                                            <p:cond delay="0"/>
                                          </p:stCondLst>
                                        </p:cTn>
                                        <p:tgtEl>
                                          <p:spTgt spid="44"/>
                                        </p:tgtEl>
                                        <p:attrNameLst>
                                          <p:attrName>style.visibility</p:attrName>
                                        </p:attrNameLst>
                                      </p:cBhvr>
                                      <p:to>
                                        <p:strVal val="visible"/>
                                      </p:to>
                                    </p:set>
                                    <p:anim calcmode="lin" valueType="num">
                                      <p:cBhvr>
                                        <p:cTn id="44" dur="500" fill="hold"/>
                                        <p:tgtEl>
                                          <p:spTgt spid="44"/>
                                        </p:tgtEl>
                                        <p:attrNameLst>
                                          <p:attrName>ppt_w</p:attrName>
                                        </p:attrNameLst>
                                      </p:cBhvr>
                                      <p:tavLst>
                                        <p:tav tm="0">
                                          <p:val>
                                            <p:fltVal val="0"/>
                                          </p:val>
                                        </p:tav>
                                        <p:tav tm="100000">
                                          <p:val>
                                            <p:strVal val="#ppt_w"/>
                                          </p:val>
                                        </p:tav>
                                      </p:tavLst>
                                    </p:anim>
                                    <p:anim calcmode="lin" valueType="num">
                                      <p:cBhvr>
                                        <p:cTn id="45" dur="500" fill="hold"/>
                                        <p:tgtEl>
                                          <p:spTgt spid="44"/>
                                        </p:tgtEl>
                                        <p:attrNameLst>
                                          <p:attrName>ppt_h</p:attrName>
                                        </p:attrNameLst>
                                      </p:cBhvr>
                                      <p:tavLst>
                                        <p:tav tm="0">
                                          <p:val>
                                            <p:fltVal val="0"/>
                                          </p:val>
                                        </p:tav>
                                        <p:tav tm="100000">
                                          <p:val>
                                            <p:strVal val="#ppt_h"/>
                                          </p:val>
                                        </p:tav>
                                      </p:tavLst>
                                    </p:anim>
                                    <p:animEffect transition="in" filter="fade">
                                      <p:cBhvr>
                                        <p:cTn id="46" dur="500"/>
                                        <p:tgtEl>
                                          <p:spTgt spid="44"/>
                                        </p:tgtEl>
                                      </p:cBhvr>
                                    </p:animEffect>
                                  </p:childTnLst>
                                </p:cTn>
                              </p:par>
                            </p:childTnLst>
                          </p:cTn>
                        </p:par>
                        <p:par>
                          <p:cTn id="47" fill="hold">
                            <p:stCondLst>
                              <p:cond delay="4500"/>
                            </p:stCondLst>
                            <p:childTnLst>
                              <p:par>
                                <p:cTn id="48" presetID="2" presetClass="entr" presetSubtype="2" accel="50000" decel="50000" fill="hold" grpId="0" nodeType="afterEffect">
                                  <p:stCondLst>
                                    <p:cond delay="0"/>
                                  </p:stCondLst>
                                  <p:childTnLst>
                                    <p:set>
                                      <p:cBhvr>
                                        <p:cTn id="49" dur="1" fill="hold">
                                          <p:stCondLst>
                                            <p:cond delay="0"/>
                                          </p:stCondLst>
                                        </p:cTn>
                                        <p:tgtEl>
                                          <p:spTgt spid="3079"/>
                                        </p:tgtEl>
                                        <p:attrNameLst>
                                          <p:attrName>style.visibility</p:attrName>
                                        </p:attrNameLst>
                                      </p:cBhvr>
                                      <p:to>
                                        <p:strVal val="visible"/>
                                      </p:to>
                                    </p:set>
                                    <p:anim calcmode="lin" valueType="num">
                                      <p:cBhvr additive="base">
                                        <p:cTn id="50" dur="1000" fill="hold"/>
                                        <p:tgtEl>
                                          <p:spTgt spid="3079"/>
                                        </p:tgtEl>
                                        <p:attrNameLst>
                                          <p:attrName>ppt_x</p:attrName>
                                        </p:attrNameLst>
                                      </p:cBhvr>
                                      <p:tavLst>
                                        <p:tav tm="0">
                                          <p:val>
                                            <p:strVal val="1+#ppt_w/2"/>
                                          </p:val>
                                        </p:tav>
                                        <p:tav tm="100000">
                                          <p:val>
                                            <p:strVal val="#ppt_x"/>
                                          </p:val>
                                        </p:tav>
                                      </p:tavLst>
                                    </p:anim>
                                    <p:anim calcmode="lin" valueType="num">
                                      <p:cBhvr additive="base">
                                        <p:cTn id="51" dur="1000" fill="hold"/>
                                        <p:tgtEl>
                                          <p:spTgt spid="3079"/>
                                        </p:tgtEl>
                                        <p:attrNameLst>
                                          <p:attrName>ppt_y</p:attrName>
                                        </p:attrNameLst>
                                      </p:cBhvr>
                                      <p:tavLst>
                                        <p:tav tm="0">
                                          <p:val>
                                            <p:strVal val="#ppt_y"/>
                                          </p:val>
                                        </p:tav>
                                        <p:tav tm="100000">
                                          <p:val>
                                            <p:strVal val="#ppt_y"/>
                                          </p:val>
                                        </p:tav>
                                      </p:tavLst>
                                    </p:anim>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39"/>
                                        </p:tgtEl>
                                        <p:attrNameLst>
                                          <p:attrName>style.visibility</p:attrName>
                                        </p:attrNameLst>
                                      </p:cBhvr>
                                      <p:to>
                                        <p:strVal val="visible"/>
                                      </p:to>
                                    </p:set>
                                    <p:anim calcmode="lin" valueType="num">
                                      <p:cBhvr>
                                        <p:cTn id="55" dur="500" fill="hold"/>
                                        <p:tgtEl>
                                          <p:spTgt spid="39"/>
                                        </p:tgtEl>
                                        <p:attrNameLst>
                                          <p:attrName>ppt_w</p:attrName>
                                        </p:attrNameLst>
                                      </p:cBhvr>
                                      <p:tavLst>
                                        <p:tav tm="0">
                                          <p:val>
                                            <p:fltVal val="0"/>
                                          </p:val>
                                        </p:tav>
                                        <p:tav tm="100000">
                                          <p:val>
                                            <p:strVal val="#ppt_w"/>
                                          </p:val>
                                        </p:tav>
                                      </p:tavLst>
                                    </p:anim>
                                    <p:anim calcmode="lin" valueType="num">
                                      <p:cBhvr>
                                        <p:cTn id="56" dur="500" fill="hold"/>
                                        <p:tgtEl>
                                          <p:spTgt spid="39"/>
                                        </p:tgtEl>
                                        <p:attrNameLst>
                                          <p:attrName>ppt_h</p:attrName>
                                        </p:attrNameLst>
                                      </p:cBhvr>
                                      <p:tavLst>
                                        <p:tav tm="0">
                                          <p:val>
                                            <p:fltVal val="0"/>
                                          </p:val>
                                        </p:tav>
                                        <p:tav tm="100000">
                                          <p:val>
                                            <p:strVal val="#ppt_h"/>
                                          </p:val>
                                        </p:tav>
                                      </p:tavLst>
                                    </p:anim>
                                    <p:animEffect transition="in" filter="fade">
                                      <p:cBhvr>
                                        <p:cTn id="57" dur="500"/>
                                        <p:tgtEl>
                                          <p:spTgt spid="39"/>
                                        </p:tgtEl>
                                      </p:cBhvr>
                                    </p:animEffect>
                                  </p:childTnLst>
                                </p:cTn>
                              </p:par>
                              <p:par>
                                <p:cTn id="58" presetID="2" presetClass="entr" presetSubtype="2" accel="50000" decel="50000" fill="hold" grpId="0" nodeType="withEffect">
                                  <p:stCondLst>
                                    <p:cond delay="0"/>
                                  </p:stCondLst>
                                  <p:childTnLst>
                                    <p:set>
                                      <p:cBhvr>
                                        <p:cTn id="59" dur="1" fill="hold">
                                          <p:stCondLst>
                                            <p:cond delay="0"/>
                                          </p:stCondLst>
                                        </p:cTn>
                                        <p:tgtEl>
                                          <p:spTgt spid="36"/>
                                        </p:tgtEl>
                                        <p:attrNameLst>
                                          <p:attrName>style.visibility</p:attrName>
                                        </p:attrNameLst>
                                      </p:cBhvr>
                                      <p:to>
                                        <p:strVal val="visible"/>
                                      </p:to>
                                    </p:set>
                                    <p:anim calcmode="lin" valueType="num">
                                      <p:cBhvr additive="base">
                                        <p:cTn id="60" dur="500" fill="hold"/>
                                        <p:tgtEl>
                                          <p:spTgt spid="36"/>
                                        </p:tgtEl>
                                        <p:attrNameLst>
                                          <p:attrName>ppt_x</p:attrName>
                                        </p:attrNameLst>
                                      </p:cBhvr>
                                      <p:tavLst>
                                        <p:tav tm="0">
                                          <p:val>
                                            <p:strVal val="1+#ppt_w/2"/>
                                          </p:val>
                                        </p:tav>
                                        <p:tav tm="100000">
                                          <p:val>
                                            <p:strVal val="#ppt_x"/>
                                          </p:val>
                                        </p:tav>
                                      </p:tavLst>
                                    </p:anim>
                                    <p:anim calcmode="lin" valueType="num">
                                      <p:cBhvr additive="base">
                                        <p:cTn id="61" dur="500" fill="hold"/>
                                        <p:tgtEl>
                                          <p:spTgt spid="36"/>
                                        </p:tgtEl>
                                        <p:attrNameLst>
                                          <p:attrName>ppt_y</p:attrName>
                                        </p:attrNameLst>
                                      </p:cBhvr>
                                      <p:tavLst>
                                        <p:tav tm="0">
                                          <p:val>
                                            <p:strVal val="#ppt_y"/>
                                          </p:val>
                                        </p:tav>
                                        <p:tav tm="100000">
                                          <p:val>
                                            <p:strVal val="#ppt_y"/>
                                          </p:val>
                                        </p:tav>
                                      </p:tavLst>
                                    </p:anim>
                                  </p:childTnLst>
                                </p:cTn>
                              </p:par>
                            </p:childTnLst>
                          </p:cTn>
                        </p:par>
                        <p:par>
                          <p:cTn id="62" fill="hold">
                            <p:stCondLst>
                              <p:cond delay="6000"/>
                            </p:stCondLst>
                            <p:childTnLst>
                              <p:par>
                                <p:cTn id="63" presetID="2" presetClass="entr" presetSubtype="1" accel="50000" decel="50000" fill="hold" nodeType="afterEffect">
                                  <p:stCondLst>
                                    <p:cond delay="0"/>
                                  </p:stCondLst>
                                  <p:childTnLst>
                                    <p:set>
                                      <p:cBhvr>
                                        <p:cTn id="64" dur="1" fill="hold">
                                          <p:stCondLst>
                                            <p:cond delay="0"/>
                                          </p:stCondLst>
                                        </p:cTn>
                                        <p:tgtEl>
                                          <p:spTgt spid="7"/>
                                        </p:tgtEl>
                                        <p:attrNameLst>
                                          <p:attrName>style.visibility</p:attrName>
                                        </p:attrNameLst>
                                      </p:cBhvr>
                                      <p:to>
                                        <p:strVal val="visible"/>
                                      </p:to>
                                    </p:set>
                                    <p:anim calcmode="lin" valueType="num">
                                      <p:cBhvr additive="base">
                                        <p:cTn id="65" dur="1000" fill="hold"/>
                                        <p:tgtEl>
                                          <p:spTgt spid="7"/>
                                        </p:tgtEl>
                                        <p:attrNameLst>
                                          <p:attrName>ppt_x</p:attrName>
                                        </p:attrNameLst>
                                      </p:cBhvr>
                                      <p:tavLst>
                                        <p:tav tm="0">
                                          <p:val>
                                            <p:strVal val="#ppt_x"/>
                                          </p:val>
                                        </p:tav>
                                        <p:tav tm="100000">
                                          <p:val>
                                            <p:strVal val="#ppt_x"/>
                                          </p:val>
                                        </p:tav>
                                      </p:tavLst>
                                    </p:anim>
                                    <p:anim calcmode="lin" valueType="num">
                                      <p:cBhvr additive="base">
                                        <p:cTn id="66" dur="1000" fill="hold"/>
                                        <p:tgtEl>
                                          <p:spTgt spid="7"/>
                                        </p:tgtEl>
                                        <p:attrNameLst>
                                          <p:attrName>ppt_y</p:attrName>
                                        </p:attrNameLst>
                                      </p:cBhvr>
                                      <p:tavLst>
                                        <p:tav tm="0">
                                          <p:val>
                                            <p:strVal val="0-#ppt_h/2"/>
                                          </p:val>
                                        </p:tav>
                                        <p:tav tm="100000">
                                          <p:val>
                                            <p:strVal val="#ppt_y"/>
                                          </p:val>
                                        </p:tav>
                                      </p:tavLst>
                                    </p:anim>
                                  </p:childTnLst>
                                </p:cTn>
                              </p:par>
                            </p:childTnLst>
                          </p:cTn>
                        </p:par>
                        <p:par>
                          <p:cTn id="67" fill="hold">
                            <p:stCondLst>
                              <p:cond delay="7000"/>
                            </p:stCondLst>
                            <p:childTnLst>
                              <p:par>
                                <p:cTn id="68" presetID="18" presetClass="entr" presetSubtype="12" fill="hold" nodeType="afterEffect">
                                  <p:stCondLst>
                                    <p:cond delay="0"/>
                                  </p:stCondLst>
                                  <p:childTnLst>
                                    <p:set>
                                      <p:cBhvr>
                                        <p:cTn id="69" dur="1" fill="hold">
                                          <p:stCondLst>
                                            <p:cond delay="0"/>
                                          </p:stCondLst>
                                        </p:cTn>
                                        <p:tgtEl>
                                          <p:spTgt spid="47"/>
                                        </p:tgtEl>
                                        <p:attrNameLst>
                                          <p:attrName>style.visibility</p:attrName>
                                        </p:attrNameLst>
                                      </p:cBhvr>
                                      <p:to>
                                        <p:strVal val="visible"/>
                                      </p:to>
                                    </p:set>
                                    <p:animEffect transition="in" filter="strips(downLeft)">
                                      <p:cBhvr>
                                        <p:cTn id="70" dur="500"/>
                                        <p:tgtEl>
                                          <p:spTgt spid="47"/>
                                        </p:tgtEl>
                                      </p:cBhvr>
                                    </p:animEffect>
                                  </p:childTnLst>
                                </p:cTn>
                              </p:par>
                              <p:par>
                                <p:cTn id="71" presetID="53" presetClass="entr" presetSubtype="0" fill="hold" grpId="0" nodeType="withEffect">
                                  <p:stCondLst>
                                    <p:cond delay="0"/>
                                  </p:stCondLst>
                                  <p:childTnLst>
                                    <p:set>
                                      <p:cBhvr>
                                        <p:cTn id="72" dur="1" fill="hold">
                                          <p:stCondLst>
                                            <p:cond delay="0"/>
                                          </p:stCondLst>
                                        </p:cTn>
                                        <p:tgtEl>
                                          <p:spTgt spid="45"/>
                                        </p:tgtEl>
                                        <p:attrNameLst>
                                          <p:attrName>style.visibility</p:attrName>
                                        </p:attrNameLst>
                                      </p:cBhvr>
                                      <p:to>
                                        <p:strVal val="visible"/>
                                      </p:to>
                                    </p:set>
                                    <p:anim calcmode="lin" valueType="num">
                                      <p:cBhvr>
                                        <p:cTn id="73" dur="500" fill="hold"/>
                                        <p:tgtEl>
                                          <p:spTgt spid="45"/>
                                        </p:tgtEl>
                                        <p:attrNameLst>
                                          <p:attrName>ppt_w</p:attrName>
                                        </p:attrNameLst>
                                      </p:cBhvr>
                                      <p:tavLst>
                                        <p:tav tm="0">
                                          <p:val>
                                            <p:fltVal val="0"/>
                                          </p:val>
                                        </p:tav>
                                        <p:tav tm="100000">
                                          <p:val>
                                            <p:strVal val="#ppt_w"/>
                                          </p:val>
                                        </p:tav>
                                      </p:tavLst>
                                    </p:anim>
                                    <p:anim calcmode="lin" valueType="num">
                                      <p:cBhvr>
                                        <p:cTn id="74" dur="500" fill="hold"/>
                                        <p:tgtEl>
                                          <p:spTgt spid="45"/>
                                        </p:tgtEl>
                                        <p:attrNameLst>
                                          <p:attrName>ppt_h</p:attrName>
                                        </p:attrNameLst>
                                      </p:cBhvr>
                                      <p:tavLst>
                                        <p:tav tm="0">
                                          <p:val>
                                            <p:fltVal val="0"/>
                                          </p:val>
                                        </p:tav>
                                        <p:tav tm="100000">
                                          <p:val>
                                            <p:strVal val="#ppt_h"/>
                                          </p:val>
                                        </p:tav>
                                      </p:tavLst>
                                    </p:anim>
                                    <p:animEffect transition="in" filter="fade">
                                      <p:cBhvr>
                                        <p:cTn id="75" dur="500"/>
                                        <p:tgtEl>
                                          <p:spTgt spid="45"/>
                                        </p:tgtEl>
                                      </p:cBhvr>
                                    </p:animEffect>
                                  </p:childTnLst>
                                </p:cTn>
                              </p:par>
                            </p:childTnLst>
                          </p:cTn>
                        </p:par>
                        <p:par>
                          <p:cTn id="76" fill="hold">
                            <p:stCondLst>
                              <p:cond delay="7500"/>
                            </p:stCondLst>
                            <p:childTnLst>
                              <p:par>
                                <p:cTn id="77" presetID="2" presetClass="entr" presetSubtype="2" accel="50000" decel="50000" fill="hold" grpId="0" nodeType="afterEffect">
                                  <p:stCondLst>
                                    <p:cond delay="0"/>
                                  </p:stCondLst>
                                  <p:childTnLst>
                                    <p:set>
                                      <p:cBhvr>
                                        <p:cTn id="78" dur="1" fill="hold">
                                          <p:stCondLst>
                                            <p:cond delay="0"/>
                                          </p:stCondLst>
                                        </p:cTn>
                                        <p:tgtEl>
                                          <p:spTgt spid="3078"/>
                                        </p:tgtEl>
                                        <p:attrNameLst>
                                          <p:attrName>style.visibility</p:attrName>
                                        </p:attrNameLst>
                                      </p:cBhvr>
                                      <p:to>
                                        <p:strVal val="visible"/>
                                      </p:to>
                                    </p:set>
                                    <p:anim calcmode="lin" valueType="num">
                                      <p:cBhvr additive="base">
                                        <p:cTn id="79" dur="1000" fill="hold"/>
                                        <p:tgtEl>
                                          <p:spTgt spid="3078"/>
                                        </p:tgtEl>
                                        <p:attrNameLst>
                                          <p:attrName>ppt_x</p:attrName>
                                        </p:attrNameLst>
                                      </p:cBhvr>
                                      <p:tavLst>
                                        <p:tav tm="0">
                                          <p:val>
                                            <p:strVal val="1+#ppt_w/2"/>
                                          </p:val>
                                        </p:tav>
                                        <p:tav tm="100000">
                                          <p:val>
                                            <p:strVal val="#ppt_x"/>
                                          </p:val>
                                        </p:tav>
                                      </p:tavLst>
                                    </p:anim>
                                    <p:anim calcmode="lin" valueType="num">
                                      <p:cBhvr additive="base">
                                        <p:cTn id="80" dur="1000" fill="hold"/>
                                        <p:tgtEl>
                                          <p:spTgt spid="3078"/>
                                        </p:tgtEl>
                                        <p:attrNameLst>
                                          <p:attrName>ppt_y</p:attrName>
                                        </p:attrNameLst>
                                      </p:cBhvr>
                                      <p:tavLst>
                                        <p:tav tm="0">
                                          <p:val>
                                            <p:strVal val="#ppt_y"/>
                                          </p:val>
                                        </p:tav>
                                        <p:tav tm="100000">
                                          <p:val>
                                            <p:strVal val="#ppt_y"/>
                                          </p:val>
                                        </p:tav>
                                      </p:tavLst>
                                    </p:anim>
                                  </p:childTnLst>
                                </p:cTn>
                              </p:par>
                            </p:childTnLst>
                          </p:cTn>
                        </p:par>
                        <p:par>
                          <p:cTn id="81" fill="hold">
                            <p:stCondLst>
                              <p:cond delay="8500"/>
                            </p:stCondLst>
                            <p:childTnLst>
                              <p:par>
                                <p:cTn id="82" presetID="53" presetClass="entr" presetSubtype="0" fill="hold" grpId="0" nodeType="afterEffect">
                                  <p:stCondLst>
                                    <p:cond delay="0"/>
                                  </p:stCondLst>
                                  <p:childTnLst>
                                    <p:set>
                                      <p:cBhvr>
                                        <p:cTn id="83" dur="1" fill="hold">
                                          <p:stCondLst>
                                            <p:cond delay="0"/>
                                          </p:stCondLst>
                                        </p:cTn>
                                        <p:tgtEl>
                                          <p:spTgt spid="33"/>
                                        </p:tgtEl>
                                        <p:attrNameLst>
                                          <p:attrName>style.visibility</p:attrName>
                                        </p:attrNameLst>
                                      </p:cBhvr>
                                      <p:to>
                                        <p:strVal val="visible"/>
                                      </p:to>
                                    </p:set>
                                    <p:anim calcmode="lin" valueType="num">
                                      <p:cBhvr>
                                        <p:cTn id="84" dur="500" fill="hold"/>
                                        <p:tgtEl>
                                          <p:spTgt spid="33"/>
                                        </p:tgtEl>
                                        <p:attrNameLst>
                                          <p:attrName>ppt_w</p:attrName>
                                        </p:attrNameLst>
                                      </p:cBhvr>
                                      <p:tavLst>
                                        <p:tav tm="0">
                                          <p:val>
                                            <p:fltVal val="0"/>
                                          </p:val>
                                        </p:tav>
                                        <p:tav tm="100000">
                                          <p:val>
                                            <p:strVal val="#ppt_w"/>
                                          </p:val>
                                        </p:tav>
                                      </p:tavLst>
                                    </p:anim>
                                    <p:anim calcmode="lin" valueType="num">
                                      <p:cBhvr>
                                        <p:cTn id="85" dur="500" fill="hold"/>
                                        <p:tgtEl>
                                          <p:spTgt spid="33"/>
                                        </p:tgtEl>
                                        <p:attrNameLst>
                                          <p:attrName>ppt_h</p:attrName>
                                        </p:attrNameLst>
                                      </p:cBhvr>
                                      <p:tavLst>
                                        <p:tav tm="0">
                                          <p:val>
                                            <p:fltVal val="0"/>
                                          </p:val>
                                        </p:tav>
                                        <p:tav tm="100000">
                                          <p:val>
                                            <p:strVal val="#ppt_h"/>
                                          </p:val>
                                        </p:tav>
                                      </p:tavLst>
                                    </p:anim>
                                    <p:animEffect transition="in" filter="fade">
                                      <p:cBhvr>
                                        <p:cTn id="86" dur="500"/>
                                        <p:tgtEl>
                                          <p:spTgt spid="33"/>
                                        </p:tgtEl>
                                      </p:cBhvr>
                                    </p:animEffect>
                                  </p:childTnLst>
                                </p:cTn>
                              </p:par>
                              <p:par>
                                <p:cTn id="87" presetID="2" presetClass="entr" presetSubtype="2" accel="50000" decel="50000" fill="hold" grpId="0" nodeType="with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additive="base">
                                        <p:cTn id="89" dur="500" fill="hold"/>
                                        <p:tgtEl>
                                          <p:spTgt spid="35"/>
                                        </p:tgtEl>
                                        <p:attrNameLst>
                                          <p:attrName>ppt_x</p:attrName>
                                        </p:attrNameLst>
                                      </p:cBhvr>
                                      <p:tavLst>
                                        <p:tav tm="0">
                                          <p:val>
                                            <p:strVal val="1+#ppt_w/2"/>
                                          </p:val>
                                        </p:tav>
                                        <p:tav tm="100000">
                                          <p:val>
                                            <p:strVal val="#ppt_x"/>
                                          </p:val>
                                        </p:tav>
                                      </p:tavLst>
                                    </p:anim>
                                    <p:anim calcmode="lin" valueType="num">
                                      <p:cBhvr additive="base">
                                        <p:cTn id="90" dur="500" fill="hold"/>
                                        <p:tgtEl>
                                          <p:spTgt spid="35"/>
                                        </p:tgtEl>
                                        <p:attrNameLst>
                                          <p:attrName>ppt_y</p:attrName>
                                        </p:attrNameLst>
                                      </p:cBhvr>
                                      <p:tavLst>
                                        <p:tav tm="0">
                                          <p:val>
                                            <p:strVal val="#ppt_y"/>
                                          </p:val>
                                        </p:tav>
                                        <p:tav tm="100000">
                                          <p:val>
                                            <p:strVal val="#ppt_y"/>
                                          </p:val>
                                        </p:tav>
                                      </p:tavLst>
                                    </p:anim>
                                  </p:childTnLst>
                                </p:cTn>
                              </p:par>
                            </p:childTnLst>
                          </p:cTn>
                        </p:par>
                        <p:par>
                          <p:cTn id="91" fill="hold">
                            <p:stCondLst>
                              <p:cond delay="9000"/>
                            </p:stCondLst>
                            <p:childTnLst>
                              <p:par>
                                <p:cTn id="92" presetID="2" presetClass="entr" presetSubtype="1" accel="50000" decel="50000" fill="hold" nodeType="afterEffect">
                                  <p:stCondLst>
                                    <p:cond delay="0"/>
                                  </p:stCondLst>
                                  <p:childTnLst>
                                    <p:set>
                                      <p:cBhvr>
                                        <p:cTn id="93" dur="1" fill="hold">
                                          <p:stCondLst>
                                            <p:cond delay="0"/>
                                          </p:stCondLst>
                                        </p:cTn>
                                        <p:tgtEl>
                                          <p:spTgt spid="8"/>
                                        </p:tgtEl>
                                        <p:attrNameLst>
                                          <p:attrName>style.visibility</p:attrName>
                                        </p:attrNameLst>
                                      </p:cBhvr>
                                      <p:to>
                                        <p:strVal val="visible"/>
                                      </p:to>
                                    </p:set>
                                    <p:anim calcmode="lin" valueType="num">
                                      <p:cBhvr additive="base">
                                        <p:cTn id="94" dur="1000" fill="hold"/>
                                        <p:tgtEl>
                                          <p:spTgt spid="8"/>
                                        </p:tgtEl>
                                        <p:attrNameLst>
                                          <p:attrName>ppt_x</p:attrName>
                                        </p:attrNameLst>
                                      </p:cBhvr>
                                      <p:tavLst>
                                        <p:tav tm="0">
                                          <p:val>
                                            <p:strVal val="#ppt_x"/>
                                          </p:val>
                                        </p:tav>
                                        <p:tav tm="100000">
                                          <p:val>
                                            <p:strVal val="#ppt_x"/>
                                          </p:val>
                                        </p:tav>
                                      </p:tavLst>
                                    </p:anim>
                                    <p:anim calcmode="lin" valueType="num">
                                      <p:cBhvr additive="base">
                                        <p:cTn id="95" dur="1000" fill="hold"/>
                                        <p:tgtEl>
                                          <p:spTgt spid="8"/>
                                        </p:tgtEl>
                                        <p:attrNameLst>
                                          <p:attrName>ppt_y</p:attrName>
                                        </p:attrNameLst>
                                      </p:cBhvr>
                                      <p:tavLst>
                                        <p:tav tm="0">
                                          <p:val>
                                            <p:strVal val="0-#ppt_h/2"/>
                                          </p:val>
                                        </p:tav>
                                        <p:tav tm="100000">
                                          <p:val>
                                            <p:strVal val="#ppt_y"/>
                                          </p:val>
                                        </p:tav>
                                      </p:tavLst>
                                    </p:anim>
                                  </p:childTnLst>
                                </p:cTn>
                              </p:par>
                            </p:childTnLst>
                          </p:cTn>
                        </p:par>
                        <p:par>
                          <p:cTn id="96" fill="hold">
                            <p:stCondLst>
                              <p:cond delay="10000"/>
                            </p:stCondLst>
                            <p:childTnLst>
                              <p:par>
                                <p:cTn id="97" presetID="18" presetClass="entr" presetSubtype="12" fill="hold" nodeType="afterEffect">
                                  <p:stCondLst>
                                    <p:cond delay="0"/>
                                  </p:stCondLst>
                                  <p:childTnLst>
                                    <p:set>
                                      <p:cBhvr>
                                        <p:cTn id="98" dur="1" fill="hold">
                                          <p:stCondLst>
                                            <p:cond delay="0"/>
                                          </p:stCondLst>
                                        </p:cTn>
                                        <p:tgtEl>
                                          <p:spTgt spid="41"/>
                                        </p:tgtEl>
                                        <p:attrNameLst>
                                          <p:attrName>style.visibility</p:attrName>
                                        </p:attrNameLst>
                                      </p:cBhvr>
                                      <p:to>
                                        <p:strVal val="visible"/>
                                      </p:to>
                                    </p:set>
                                    <p:animEffect transition="in" filter="strips(downLeft)">
                                      <p:cBhvr>
                                        <p:cTn id="99" dur="500"/>
                                        <p:tgtEl>
                                          <p:spTgt spid="41"/>
                                        </p:tgtEl>
                                      </p:cBhvr>
                                    </p:animEffect>
                                  </p:childTnLst>
                                </p:cTn>
                              </p:par>
                              <p:par>
                                <p:cTn id="100" presetID="53" presetClass="entr" presetSubtype="0" fill="hold" grpId="0" nodeType="withEffect">
                                  <p:stCondLst>
                                    <p:cond delay="0"/>
                                  </p:stCondLst>
                                  <p:childTnLst>
                                    <p:set>
                                      <p:cBhvr>
                                        <p:cTn id="101" dur="1" fill="hold">
                                          <p:stCondLst>
                                            <p:cond delay="0"/>
                                          </p:stCondLst>
                                        </p:cTn>
                                        <p:tgtEl>
                                          <p:spTgt spid="43"/>
                                        </p:tgtEl>
                                        <p:attrNameLst>
                                          <p:attrName>style.visibility</p:attrName>
                                        </p:attrNameLst>
                                      </p:cBhvr>
                                      <p:to>
                                        <p:strVal val="visible"/>
                                      </p:to>
                                    </p:set>
                                    <p:anim calcmode="lin" valueType="num">
                                      <p:cBhvr>
                                        <p:cTn id="102" dur="500" fill="hold"/>
                                        <p:tgtEl>
                                          <p:spTgt spid="43"/>
                                        </p:tgtEl>
                                        <p:attrNameLst>
                                          <p:attrName>ppt_w</p:attrName>
                                        </p:attrNameLst>
                                      </p:cBhvr>
                                      <p:tavLst>
                                        <p:tav tm="0">
                                          <p:val>
                                            <p:fltVal val="0"/>
                                          </p:val>
                                        </p:tav>
                                        <p:tav tm="100000">
                                          <p:val>
                                            <p:strVal val="#ppt_w"/>
                                          </p:val>
                                        </p:tav>
                                      </p:tavLst>
                                    </p:anim>
                                    <p:anim calcmode="lin" valueType="num">
                                      <p:cBhvr>
                                        <p:cTn id="103" dur="500" fill="hold"/>
                                        <p:tgtEl>
                                          <p:spTgt spid="43"/>
                                        </p:tgtEl>
                                        <p:attrNameLst>
                                          <p:attrName>ppt_h</p:attrName>
                                        </p:attrNameLst>
                                      </p:cBhvr>
                                      <p:tavLst>
                                        <p:tav tm="0">
                                          <p:val>
                                            <p:fltVal val="0"/>
                                          </p:val>
                                        </p:tav>
                                        <p:tav tm="100000">
                                          <p:val>
                                            <p:strVal val="#ppt_h"/>
                                          </p:val>
                                        </p:tav>
                                      </p:tavLst>
                                    </p:anim>
                                    <p:animEffect transition="in" filter="fade">
                                      <p:cBhvr>
                                        <p:cTn id="104" dur="500"/>
                                        <p:tgtEl>
                                          <p:spTgt spid="43"/>
                                        </p:tgtEl>
                                      </p:cBhvr>
                                    </p:animEffect>
                                  </p:childTnLst>
                                </p:cTn>
                              </p:par>
                            </p:childTnLst>
                          </p:cTn>
                        </p:par>
                        <p:par>
                          <p:cTn id="105" fill="hold">
                            <p:stCondLst>
                              <p:cond delay="10500"/>
                            </p:stCondLst>
                            <p:childTnLst>
                              <p:par>
                                <p:cTn id="106" presetID="2" presetClass="entr" presetSubtype="2" accel="50000" decel="50000" fill="hold" grpId="0" nodeType="afterEffect">
                                  <p:stCondLst>
                                    <p:cond delay="0"/>
                                  </p:stCondLst>
                                  <p:childTnLst>
                                    <p:set>
                                      <p:cBhvr>
                                        <p:cTn id="107" dur="1" fill="hold">
                                          <p:stCondLst>
                                            <p:cond delay="0"/>
                                          </p:stCondLst>
                                        </p:cTn>
                                        <p:tgtEl>
                                          <p:spTgt spid="3077"/>
                                        </p:tgtEl>
                                        <p:attrNameLst>
                                          <p:attrName>style.visibility</p:attrName>
                                        </p:attrNameLst>
                                      </p:cBhvr>
                                      <p:to>
                                        <p:strVal val="visible"/>
                                      </p:to>
                                    </p:set>
                                    <p:anim calcmode="lin" valueType="num">
                                      <p:cBhvr additive="base">
                                        <p:cTn id="108" dur="1000" fill="hold"/>
                                        <p:tgtEl>
                                          <p:spTgt spid="3077"/>
                                        </p:tgtEl>
                                        <p:attrNameLst>
                                          <p:attrName>ppt_x</p:attrName>
                                        </p:attrNameLst>
                                      </p:cBhvr>
                                      <p:tavLst>
                                        <p:tav tm="0">
                                          <p:val>
                                            <p:strVal val="1+#ppt_w/2"/>
                                          </p:val>
                                        </p:tav>
                                        <p:tav tm="100000">
                                          <p:val>
                                            <p:strVal val="#ppt_x"/>
                                          </p:val>
                                        </p:tav>
                                      </p:tavLst>
                                    </p:anim>
                                    <p:anim calcmode="lin" valueType="num">
                                      <p:cBhvr additive="base">
                                        <p:cTn id="109" dur="1000" fill="hold"/>
                                        <p:tgtEl>
                                          <p:spTgt spid="3077"/>
                                        </p:tgtEl>
                                        <p:attrNameLst>
                                          <p:attrName>ppt_y</p:attrName>
                                        </p:attrNameLst>
                                      </p:cBhvr>
                                      <p:tavLst>
                                        <p:tav tm="0">
                                          <p:val>
                                            <p:strVal val="#ppt_y"/>
                                          </p:val>
                                        </p:tav>
                                        <p:tav tm="100000">
                                          <p:val>
                                            <p:strVal val="#ppt_y"/>
                                          </p:val>
                                        </p:tav>
                                      </p:tavLst>
                                    </p:anim>
                                  </p:childTnLst>
                                </p:cTn>
                              </p:par>
                            </p:childTnLst>
                          </p:cTn>
                        </p:par>
                        <p:par>
                          <p:cTn id="110" fill="hold">
                            <p:stCondLst>
                              <p:cond delay="11500"/>
                            </p:stCondLst>
                            <p:childTnLst>
                              <p:par>
                                <p:cTn id="111" presetID="53" presetClass="entr" presetSubtype="0" fill="hold" grpId="0" nodeType="afterEffect">
                                  <p:stCondLst>
                                    <p:cond delay="0"/>
                                  </p:stCondLst>
                                  <p:childTnLst>
                                    <p:set>
                                      <p:cBhvr>
                                        <p:cTn id="112" dur="1" fill="hold">
                                          <p:stCondLst>
                                            <p:cond delay="0"/>
                                          </p:stCondLst>
                                        </p:cTn>
                                        <p:tgtEl>
                                          <p:spTgt spid="40"/>
                                        </p:tgtEl>
                                        <p:attrNameLst>
                                          <p:attrName>style.visibility</p:attrName>
                                        </p:attrNameLst>
                                      </p:cBhvr>
                                      <p:to>
                                        <p:strVal val="visible"/>
                                      </p:to>
                                    </p:set>
                                    <p:anim calcmode="lin" valueType="num">
                                      <p:cBhvr>
                                        <p:cTn id="113" dur="500" fill="hold"/>
                                        <p:tgtEl>
                                          <p:spTgt spid="40"/>
                                        </p:tgtEl>
                                        <p:attrNameLst>
                                          <p:attrName>ppt_w</p:attrName>
                                        </p:attrNameLst>
                                      </p:cBhvr>
                                      <p:tavLst>
                                        <p:tav tm="0">
                                          <p:val>
                                            <p:fltVal val="0"/>
                                          </p:val>
                                        </p:tav>
                                        <p:tav tm="100000">
                                          <p:val>
                                            <p:strVal val="#ppt_w"/>
                                          </p:val>
                                        </p:tav>
                                      </p:tavLst>
                                    </p:anim>
                                    <p:anim calcmode="lin" valueType="num">
                                      <p:cBhvr>
                                        <p:cTn id="114" dur="500" fill="hold"/>
                                        <p:tgtEl>
                                          <p:spTgt spid="40"/>
                                        </p:tgtEl>
                                        <p:attrNameLst>
                                          <p:attrName>ppt_h</p:attrName>
                                        </p:attrNameLst>
                                      </p:cBhvr>
                                      <p:tavLst>
                                        <p:tav tm="0">
                                          <p:val>
                                            <p:fltVal val="0"/>
                                          </p:val>
                                        </p:tav>
                                        <p:tav tm="100000">
                                          <p:val>
                                            <p:strVal val="#ppt_h"/>
                                          </p:val>
                                        </p:tav>
                                      </p:tavLst>
                                    </p:anim>
                                    <p:animEffect transition="in" filter="fade">
                                      <p:cBhvr>
                                        <p:cTn id="115" dur="500"/>
                                        <p:tgtEl>
                                          <p:spTgt spid="40"/>
                                        </p:tgtEl>
                                      </p:cBhvr>
                                    </p:animEffect>
                                  </p:childTnLst>
                                </p:cTn>
                              </p:par>
                              <p:par>
                                <p:cTn id="116" presetID="2" presetClass="entr" presetSubtype="2" accel="50000" decel="50000"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 fill="hold"/>
                                        <p:tgtEl>
                                          <p:spTgt spid="32"/>
                                        </p:tgtEl>
                                        <p:attrNameLst>
                                          <p:attrName>ppt_x</p:attrName>
                                        </p:attrNameLst>
                                      </p:cBhvr>
                                      <p:tavLst>
                                        <p:tav tm="0">
                                          <p:val>
                                            <p:strVal val="1+#ppt_w/2"/>
                                          </p:val>
                                        </p:tav>
                                        <p:tav tm="100000">
                                          <p:val>
                                            <p:strVal val="#ppt_x"/>
                                          </p:val>
                                        </p:tav>
                                      </p:tavLst>
                                    </p:anim>
                                    <p:anim calcmode="lin" valueType="num">
                                      <p:cBhvr additive="base">
                                        <p:cTn id="119"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7" grpId="0" animBg="1"/>
      <p:bldP spid="3078" grpId="0" animBg="1"/>
      <p:bldP spid="3079" grpId="0" animBg="1"/>
      <p:bldP spid="3080" grpId="0" animBg="1"/>
      <p:bldP spid="31" grpId="0" animBg="1"/>
      <p:bldP spid="32" grpId="0"/>
      <p:bldP spid="33" grpId="0" animBg="1"/>
      <p:bldP spid="35" grpId="0"/>
      <p:bldP spid="36" grpId="0"/>
      <p:bldP spid="37" grpId="0"/>
      <p:bldP spid="39" grpId="0" animBg="1"/>
      <p:bldP spid="40" grpId="0" animBg="1"/>
      <p:bldP spid="42" grpId="0"/>
      <p:bldP spid="43" grpId="0"/>
      <p:bldP spid="44" grpId="0"/>
      <p:bldP spid="45"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3D Infographic</a:t>
            </a:r>
            <a:endParaRPr lang="en-US" dirty="0"/>
          </a:p>
        </p:txBody>
      </p:sp>
      <p:sp>
        <p:nvSpPr>
          <p:cNvPr id="3" name="Text Placeholder 2"/>
          <p:cNvSpPr>
            <a:spLocks noGrp="1"/>
          </p:cNvSpPr>
          <p:nvPr>
            <p:ph type="body" sz="half" idx="2"/>
          </p:nvPr>
        </p:nvSpPr>
        <p:spPr/>
        <p:txBody>
          <a:bodyPr/>
          <a:lstStyle/>
          <a:p>
            <a:r>
              <a:rPr lang="en-US"/>
              <a:t>3D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214</a:t>
            </a:fld>
            <a:endParaRPr lang="en-US" dirty="0"/>
          </a:p>
        </p:txBody>
      </p:sp>
      <p:sp>
        <p:nvSpPr>
          <p:cNvPr id="6149" name="Freeform 5"/>
          <p:cNvSpPr>
            <a:spLocks noEditPoints="1"/>
          </p:cNvSpPr>
          <p:nvPr/>
        </p:nvSpPr>
        <p:spPr bwMode="auto">
          <a:xfrm rot="21578059">
            <a:off x="3080477" y="2598471"/>
            <a:ext cx="3000375" cy="96838"/>
          </a:xfrm>
          <a:custGeom>
            <a:avLst/>
            <a:gdLst/>
            <a:ahLst/>
            <a:cxnLst>
              <a:cxn ang="0">
                <a:pos x="675" y="3"/>
              </a:cxn>
              <a:cxn ang="0">
                <a:pos x="573" y="0"/>
              </a:cxn>
              <a:cxn ang="0">
                <a:pos x="555" y="0"/>
              </a:cxn>
              <a:cxn ang="0">
                <a:pos x="675" y="3"/>
              </a:cxn>
              <a:cxn ang="0">
                <a:pos x="957" y="31"/>
              </a:cxn>
              <a:cxn ang="0">
                <a:pos x="957" y="31"/>
              </a:cxn>
              <a:cxn ang="0">
                <a:pos x="950" y="30"/>
              </a:cxn>
              <a:cxn ang="0">
                <a:pos x="949" y="30"/>
              </a:cxn>
              <a:cxn ang="0">
                <a:pos x="957" y="31"/>
              </a:cxn>
              <a:cxn ang="0">
                <a:pos x="5" y="30"/>
              </a:cxn>
              <a:cxn ang="0">
                <a:pos x="4" y="30"/>
              </a:cxn>
              <a:cxn ang="0">
                <a:pos x="0" y="31"/>
              </a:cxn>
              <a:cxn ang="0">
                <a:pos x="5" y="30"/>
              </a:cxn>
            </a:cxnLst>
            <a:rect l="0" t="0" r="r" b="b"/>
            <a:pathLst>
              <a:path w="957" h="31">
                <a:moveTo>
                  <a:pt x="675" y="3"/>
                </a:moveTo>
                <a:cubicBezTo>
                  <a:pt x="573" y="0"/>
                  <a:pt x="573" y="0"/>
                  <a:pt x="573" y="0"/>
                </a:cubicBezTo>
                <a:cubicBezTo>
                  <a:pt x="567" y="0"/>
                  <a:pt x="561" y="0"/>
                  <a:pt x="555" y="0"/>
                </a:cubicBezTo>
                <a:cubicBezTo>
                  <a:pt x="597" y="0"/>
                  <a:pt x="637" y="1"/>
                  <a:pt x="675" y="3"/>
                </a:cubicBezTo>
                <a:close/>
                <a:moveTo>
                  <a:pt x="957" y="31"/>
                </a:moveTo>
                <a:cubicBezTo>
                  <a:pt x="957" y="31"/>
                  <a:pt x="957" y="31"/>
                  <a:pt x="957" y="31"/>
                </a:cubicBezTo>
                <a:cubicBezTo>
                  <a:pt x="954" y="31"/>
                  <a:pt x="952" y="30"/>
                  <a:pt x="950" y="30"/>
                </a:cubicBezTo>
                <a:cubicBezTo>
                  <a:pt x="949" y="30"/>
                  <a:pt x="949" y="30"/>
                  <a:pt x="949" y="30"/>
                </a:cubicBezTo>
                <a:cubicBezTo>
                  <a:pt x="952" y="30"/>
                  <a:pt x="954" y="31"/>
                  <a:pt x="957" y="31"/>
                </a:cubicBezTo>
                <a:close/>
                <a:moveTo>
                  <a:pt x="5" y="30"/>
                </a:moveTo>
                <a:cubicBezTo>
                  <a:pt x="5" y="30"/>
                  <a:pt x="4" y="30"/>
                  <a:pt x="4" y="30"/>
                </a:cubicBezTo>
                <a:cubicBezTo>
                  <a:pt x="3" y="30"/>
                  <a:pt x="2" y="30"/>
                  <a:pt x="0" y="31"/>
                </a:cubicBezTo>
                <a:cubicBezTo>
                  <a:pt x="2" y="30"/>
                  <a:pt x="3" y="30"/>
                  <a:pt x="5" y="30"/>
                </a:cubicBezTo>
                <a:close/>
              </a:path>
            </a:pathLst>
          </a:custGeom>
          <a:solidFill>
            <a:srgbClr val="BEBBB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2" name="Freeform 8"/>
          <p:cNvSpPr>
            <a:spLocks/>
          </p:cNvSpPr>
          <p:nvPr/>
        </p:nvSpPr>
        <p:spPr bwMode="auto">
          <a:xfrm rot="21578059">
            <a:off x="3068412" y="2914413"/>
            <a:ext cx="3019425" cy="658813"/>
          </a:xfrm>
          <a:custGeom>
            <a:avLst/>
            <a:gdLst/>
            <a:ahLst/>
            <a:cxnLst>
              <a:cxn ang="0">
                <a:pos x="959" y="53"/>
              </a:cxn>
              <a:cxn ang="0">
                <a:pos x="925" y="175"/>
              </a:cxn>
              <a:cxn ang="0">
                <a:pos x="925" y="175"/>
              </a:cxn>
              <a:cxn ang="0">
                <a:pos x="925" y="175"/>
              </a:cxn>
              <a:cxn ang="0">
                <a:pos x="915" y="196"/>
              </a:cxn>
              <a:cxn ang="0">
                <a:pos x="482" y="210"/>
              </a:cxn>
              <a:cxn ang="0">
                <a:pos x="48" y="196"/>
              </a:cxn>
              <a:cxn ang="0">
                <a:pos x="38" y="175"/>
              </a:cxn>
              <a:cxn ang="0">
                <a:pos x="4" y="53"/>
              </a:cxn>
              <a:cxn ang="0">
                <a:pos x="3" y="40"/>
              </a:cxn>
              <a:cxn ang="0">
                <a:pos x="0" y="15"/>
              </a:cxn>
              <a:cxn ang="0">
                <a:pos x="482" y="0"/>
              </a:cxn>
              <a:cxn ang="0">
                <a:pos x="963" y="14"/>
              </a:cxn>
              <a:cxn ang="0">
                <a:pos x="960" y="40"/>
              </a:cxn>
              <a:cxn ang="0">
                <a:pos x="959" y="53"/>
              </a:cxn>
            </a:cxnLst>
            <a:rect l="0" t="0" r="r" b="b"/>
            <a:pathLst>
              <a:path w="963" h="210">
                <a:moveTo>
                  <a:pt x="959" y="53"/>
                </a:moveTo>
                <a:cubicBezTo>
                  <a:pt x="953" y="96"/>
                  <a:pt x="942" y="137"/>
                  <a:pt x="925" y="175"/>
                </a:cubicBezTo>
                <a:cubicBezTo>
                  <a:pt x="925" y="175"/>
                  <a:pt x="925" y="175"/>
                  <a:pt x="925" y="175"/>
                </a:cubicBezTo>
                <a:cubicBezTo>
                  <a:pt x="925" y="175"/>
                  <a:pt x="925" y="175"/>
                  <a:pt x="925" y="175"/>
                </a:cubicBezTo>
                <a:cubicBezTo>
                  <a:pt x="922" y="182"/>
                  <a:pt x="919" y="189"/>
                  <a:pt x="915" y="196"/>
                </a:cubicBezTo>
                <a:cubicBezTo>
                  <a:pt x="788" y="205"/>
                  <a:pt x="643" y="210"/>
                  <a:pt x="482" y="210"/>
                </a:cubicBezTo>
                <a:cubicBezTo>
                  <a:pt x="320" y="210"/>
                  <a:pt x="176" y="205"/>
                  <a:pt x="48" y="196"/>
                </a:cubicBezTo>
                <a:cubicBezTo>
                  <a:pt x="44" y="189"/>
                  <a:pt x="41" y="182"/>
                  <a:pt x="38" y="175"/>
                </a:cubicBezTo>
                <a:cubicBezTo>
                  <a:pt x="21" y="136"/>
                  <a:pt x="10" y="96"/>
                  <a:pt x="4" y="53"/>
                </a:cubicBezTo>
                <a:cubicBezTo>
                  <a:pt x="4" y="49"/>
                  <a:pt x="3" y="44"/>
                  <a:pt x="3" y="40"/>
                </a:cubicBezTo>
                <a:cubicBezTo>
                  <a:pt x="2" y="31"/>
                  <a:pt x="1" y="23"/>
                  <a:pt x="0" y="15"/>
                </a:cubicBezTo>
                <a:cubicBezTo>
                  <a:pt x="141" y="5"/>
                  <a:pt x="302" y="0"/>
                  <a:pt x="482" y="0"/>
                </a:cubicBezTo>
                <a:cubicBezTo>
                  <a:pt x="662" y="0"/>
                  <a:pt x="822" y="5"/>
                  <a:pt x="963" y="14"/>
                </a:cubicBezTo>
                <a:cubicBezTo>
                  <a:pt x="962" y="23"/>
                  <a:pt x="961" y="31"/>
                  <a:pt x="960" y="40"/>
                </a:cubicBezTo>
                <a:cubicBezTo>
                  <a:pt x="960" y="44"/>
                  <a:pt x="959" y="49"/>
                  <a:pt x="959" y="53"/>
                </a:cubicBezTo>
                <a:close/>
              </a:path>
            </a:pathLst>
          </a:custGeom>
          <a:gradFill>
            <a:gsLst>
              <a:gs pos="0">
                <a:schemeClr val="accent2">
                  <a:lumMod val="50000"/>
                </a:schemeClr>
              </a:gs>
              <a:gs pos="50000">
                <a:schemeClr val="accent2"/>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 name="Group 54"/>
          <p:cNvGrpSpPr/>
          <p:nvPr/>
        </p:nvGrpSpPr>
        <p:grpSpPr>
          <a:xfrm>
            <a:off x="3435734" y="1287280"/>
            <a:ext cx="2257425" cy="720729"/>
            <a:chOff x="3435734" y="1287280"/>
            <a:chExt cx="2257425" cy="720729"/>
          </a:xfrm>
        </p:grpSpPr>
        <p:sp>
          <p:nvSpPr>
            <p:cNvPr id="6150" name="Freeform 6"/>
            <p:cNvSpPr>
              <a:spLocks/>
            </p:cNvSpPr>
            <p:nvPr/>
          </p:nvSpPr>
          <p:spPr bwMode="auto">
            <a:xfrm rot="21578059">
              <a:off x="3440164" y="1287280"/>
              <a:ext cx="2247900" cy="517525"/>
            </a:xfrm>
            <a:custGeom>
              <a:avLst/>
              <a:gdLst/>
              <a:ahLst/>
              <a:cxnLst>
                <a:cxn ang="0">
                  <a:pos x="398" y="118"/>
                </a:cxn>
                <a:cxn ang="0">
                  <a:pos x="358" y="117"/>
                </a:cxn>
                <a:cxn ang="0">
                  <a:pos x="299" y="118"/>
                </a:cxn>
                <a:cxn ang="0">
                  <a:pos x="243" y="120"/>
                </a:cxn>
                <a:cxn ang="0">
                  <a:pos x="232" y="121"/>
                </a:cxn>
                <a:cxn ang="0">
                  <a:pos x="223" y="121"/>
                </a:cxn>
                <a:cxn ang="0">
                  <a:pos x="190" y="123"/>
                </a:cxn>
                <a:cxn ang="0">
                  <a:pos x="159" y="126"/>
                </a:cxn>
                <a:cxn ang="0">
                  <a:pos x="103" y="132"/>
                </a:cxn>
                <a:cxn ang="0">
                  <a:pos x="45" y="144"/>
                </a:cxn>
                <a:cxn ang="0">
                  <a:pos x="3" y="160"/>
                </a:cxn>
                <a:cxn ang="0">
                  <a:pos x="0" y="164"/>
                </a:cxn>
                <a:cxn ang="0">
                  <a:pos x="0" y="163"/>
                </a:cxn>
                <a:cxn ang="0">
                  <a:pos x="1" y="162"/>
                </a:cxn>
                <a:cxn ang="0">
                  <a:pos x="10" y="151"/>
                </a:cxn>
                <a:cxn ang="0">
                  <a:pos x="18" y="143"/>
                </a:cxn>
                <a:cxn ang="0">
                  <a:pos x="26" y="135"/>
                </a:cxn>
                <a:cxn ang="0">
                  <a:pos x="359" y="0"/>
                </a:cxn>
                <a:cxn ang="0">
                  <a:pos x="689" y="132"/>
                </a:cxn>
                <a:cxn ang="0">
                  <a:pos x="700" y="143"/>
                </a:cxn>
                <a:cxn ang="0">
                  <a:pos x="708" y="150"/>
                </a:cxn>
                <a:cxn ang="0">
                  <a:pos x="714" y="158"/>
                </a:cxn>
                <a:cxn ang="0">
                  <a:pos x="717" y="164"/>
                </a:cxn>
                <a:cxn ang="0">
                  <a:pos x="717" y="164"/>
                </a:cxn>
                <a:cxn ang="0">
                  <a:pos x="716" y="163"/>
                </a:cxn>
                <a:cxn ang="0">
                  <a:pos x="717" y="165"/>
                </a:cxn>
                <a:cxn ang="0">
                  <a:pos x="714" y="161"/>
                </a:cxn>
                <a:cxn ang="0">
                  <a:pos x="708" y="156"/>
                </a:cxn>
                <a:cxn ang="0">
                  <a:pos x="689" y="148"/>
                </a:cxn>
                <a:cxn ang="0">
                  <a:pos x="613" y="132"/>
                </a:cxn>
                <a:cxn ang="0">
                  <a:pos x="556" y="126"/>
                </a:cxn>
                <a:cxn ang="0">
                  <a:pos x="525" y="123"/>
                </a:cxn>
                <a:cxn ang="0">
                  <a:pos x="482" y="121"/>
                </a:cxn>
                <a:cxn ang="0">
                  <a:pos x="477" y="120"/>
                </a:cxn>
                <a:cxn ang="0">
                  <a:pos x="475" y="120"/>
                </a:cxn>
                <a:cxn ang="0">
                  <a:pos x="473" y="120"/>
                </a:cxn>
                <a:cxn ang="0">
                  <a:pos x="465" y="119"/>
                </a:cxn>
                <a:cxn ang="0">
                  <a:pos x="460" y="119"/>
                </a:cxn>
                <a:cxn ang="0">
                  <a:pos x="445" y="119"/>
                </a:cxn>
                <a:cxn ang="0">
                  <a:pos x="436" y="119"/>
                </a:cxn>
                <a:cxn ang="0">
                  <a:pos x="398" y="118"/>
                </a:cxn>
              </a:cxnLst>
              <a:rect l="0" t="0" r="r" b="b"/>
              <a:pathLst>
                <a:path w="717" h="165">
                  <a:moveTo>
                    <a:pt x="398" y="118"/>
                  </a:moveTo>
                  <a:cubicBezTo>
                    <a:pt x="385" y="118"/>
                    <a:pt x="372" y="117"/>
                    <a:pt x="358" y="117"/>
                  </a:cubicBezTo>
                  <a:cubicBezTo>
                    <a:pt x="338" y="117"/>
                    <a:pt x="318" y="118"/>
                    <a:pt x="299" y="118"/>
                  </a:cubicBezTo>
                  <a:cubicBezTo>
                    <a:pt x="243" y="120"/>
                    <a:pt x="243" y="120"/>
                    <a:pt x="243" y="120"/>
                  </a:cubicBezTo>
                  <a:cubicBezTo>
                    <a:pt x="239" y="120"/>
                    <a:pt x="236" y="120"/>
                    <a:pt x="232" y="121"/>
                  </a:cubicBezTo>
                  <a:cubicBezTo>
                    <a:pt x="229" y="121"/>
                    <a:pt x="226" y="121"/>
                    <a:pt x="223" y="121"/>
                  </a:cubicBezTo>
                  <a:cubicBezTo>
                    <a:pt x="212" y="122"/>
                    <a:pt x="201" y="122"/>
                    <a:pt x="190" y="123"/>
                  </a:cubicBezTo>
                  <a:cubicBezTo>
                    <a:pt x="179" y="124"/>
                    <a:pt x="169" y="125"/>
                    <a:pt x="159" y="126"/>
                  </a:cubicBezTo>
                  <a:cubicBezTo>
                    <a:pt x="140" y="128"/>
                    <a:pt x="121" y="130"/>
                    <a:pt x="103" y="132"/>
                  </a:cubicBezTo>
                  <a:cubicBezTo>
                    <a:pt x="80" y="136"/>
                    <a:pt x="60" y="140"/>
                    <a:pt x="45" y="144"/>
                  </a:cubicBezTo>
                  <a:cubicBezTo>
                    <a:pt x="23" y="149"/>
                    <a:pt x="10" y="154"/>
                    <a:pt x="3" y="160"/>
                  </a:cubicBezTo>
                  <a:cubicBezTo>
                    <a:pt x="2" y="161"/>
                    <a:pt x="1" y="162"/>
                    <a:pt x="0" y="164"/>
                  </a:cubicBezTo>
                  <a:cubicBezTo>
                    <a:pt x="0" y="163"/>
                    <a:pt x="0" y="163"/>
                    <a:pt x="0" y="163"/>
                  </a:cubicBezTo>
                  <a:cubicBezTo>
                    <a:pt x="1" y="162"/>
                    <a:pt x="1" y="162"/>
                    <a:pt x="1" y="162"/>
                  </a:cubicBezTo>
                  <a:cubicBezTo>
                    <a:pt x="3" y="159"/>
                    <a:pt x="6" y="156"/>
                    <a:pt x="10" y="151"/>
                  </a:cubicBezTo>
                  <a:cubicBezTo>
                    <a:pt x="13" y="149"/>
                    <a:pt x="16" y="146"/>
                    <a:pt x="18" y="143"/>
                  </a:cubicBezTo>
                  <a:cubicBezTo>
                    <a:pt x="21" y="140"/>
                    <a:pt x="23" y="138"/>
                    <a:pt x="26" y="135"/>
                  </a:cubicBezTo>
                  <a:cubicBezTo>
                    <a:pt x="119" y="45"/>
                    <a:pt x="230" y="0"/>
                    <a:pt x="359" y="0"/>
                  </a:cubicBezTo>
                  <a:cubicBezTo>
                    <a:pt x="487" y="0"/>
                    <a:pt x="597" y="44"/>
                    <a:pt x="689" y="132"/>
                  </a:cubicBezTo>
                  <a:cubicBezTo>
                    <a:pt x="693" y="135"/>
                    <a:pt x="697" y="139"/>
                    <a:pt x="700" y="143"/>
                  </a:cubicBezTo>
                  <a:cubicBezTo>
                    <a:pt x="703" y="146"/>
                    <a:pt x="705" y="148"/>
                    <a:pt x="708" y="150"/>
                  </a:cubicBezTo>
                  <a:cubicBezTo>
                    <a:pt x="710" y="152"/>
                    <a:pt x="712" y="155"/>
                    <a:pt x="714" y="158"/>
                  </a:cubicBezTo>
                  <a:cubicBezTo>
                    <a:pt x="716" y="160"/>
                    <a:pt x="717" y="162"/>
                    <a:pt x="717" y="164"/>
                  </a:cubicBezTo>
                  <a:cubicBezTo>
                    <a:pt x="717" y="164"/>
                    <a:pt x="717" y="164"/>
                    <a:pt x="717" y="164"/>
                  </a:cubicBezTo>
                  <a:cubicBezTo>
                    <a:pt x="716" y="164"/>
                    <a:pt x="716" y="163"/>
                    <a:pt x="716" y="163"/>
                  </a:cubicBezTo>
                  <a:cubicBezTo>
                    <a:pt x="717" y="165"/>
                    <a:pt x="717" y="165"/>
                    <a:pt x="717" y="165"/>
                  </a:cubicBezTo>
                  <a:cubicBezTo>
                    <a:pt x="716" y="163"/>
                    <a:pt x="715" y="161"/>
                    <a:pt x="714" y="161"/>
                  </a:cubicBezTo>
                  <a:cubicBezTo>
                    <a:pt x="713" y="159"/>
                    <a:pt x="710" y="157"/>
                    <a:pt x="708" y="156"/>
                  </a:cubicBezTo>
                  <a:cubicBezTo>
                    <a:pt x="703" y="153"/>
                    <a:pt x="697" y="151"/>
                    <a:pt x="689" y="148"/>
                  </a:cubicBezTo>
                  <a:cubicBezTo>
                    <a:pt x="671" y="142"/>
                    <a:pt x="646" y="137"/>
                    <a:pt x="613" y="132"/>
                  </a:cubicBezTo>
                  <a:cubicBezTo>
                    <a:pt x="595" y="130"/>
                    <a:pt x="576" y="128"/>
                    <a:pt x="556" y="126"/>
                  </a:cubicBezTo>
                  <a:cubicBezTo>
                    <a:pt x="546" y="125"/>
                    <a:pt x="536" y="124"/>
                    <a:pt x="525" y="123"/>
                  </a:cubicBezTo>
                  <a:cubicBezTo>
                    <a:pt x="511" y="122"/>
                    <a:pt x="497" y="121"/>
                    <a:pt x="482" y="121"/>
                  </a:cubicBezTo>
                  <a:cubicBezTo>
                    <a:pt x="480" y="120"/>
                    <a:pt x="479" y="120"/>
                    <a:pt x="477" y="120"/>
                  </a:cubicBezTo>
                  <a:cubicBezTo>
                    <a:pt x="477" y="120"/>
                    <a:pt x="476" y="120"/>
                    <a:pt x="475" y="120"/>
                  </a:cubicBezTo>
                  <a:cubicBezTo>
                    <a:pt x="474" y="120"/>
                    <a:pt x="474" y="120"/>
                    <a:pt x="473" y="120"/>
                  </a:cubicBezTo>
                  <a:cubicBezTo>
                    <a:pt x="470" y="119"/>
                    <a:pt x="467" y="119"/>
                    <a:pt x="465" y="119"/>
                  </a:cubicBezTo>
                  <a:cubicBezTo>
                    <a:pt x="463" y="119"/>
                    <a:pt x="461" y="119"/>
                    <a:pt x="460" y="119"/>
                  </a:cubicBezTo>
                  <a:cubicBezTo>
                    <a:pt x="445" y="119"/>
                    <a:pt x="445" y="119"/>
                    <a:pt x="445" y="119"/>
                  </a:cubicBezTo>
                  <a:cubicBezTo>
                    <a:pt x="442" y="119"/>
                    <a:pt x="439" y="119"/>
                    <a:pt x="436" y="119"/>
                  </a:cubicBezTo>
                  <a:lnTo>
                    <a:pt x="398" y="118"/>
                  </a:lnTo>
                  <a:close/>
                </a:path>
              </a:pathLst>
            </a:custGeom>
            <a:gradFill>
              <a:gsLst>
                <a:gs pos="0">
                  <a:schemeClr val="accent4">
                    <a:lumMod val="75000"/>
                  </a:schemeClr>
                </a:gs>
                <a:gs pos="50000">
                  <a:schemeClr val="accent4"/>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3" name="Freeform 9"/>
            <p:cNvSpPr>
              <a:spLocks/>
            </p:cNvSpPr>
            <p:nvPr/>
          </p:nvSpPr>
          <p:spPr bwMode="auto">
            <a:xfrm rot="21578059">
              <a:off x="3435734" y="1685746"/>
              <a:ext cx="2257425" cy="322263"/>
            </a:xfrm>
            <a:custGeom>
              <a:avLst/>
              <a:gdLst/>
              <a:ahLst/>
              <a:cxnLst>
                <a:cxn ang="0">
                  <a:pos x="447" y="1"/>
                </a:cxn>
                <a:cxn ang="0">
                  <a:pos x="462" y="2"/>
                </a:cxn>
                <a:cxn ang="0">
                  <a:pos x="467" y="1"/>
                </a:cxn>
                <a:cxn ang="0">
                  <a:pos x="475" y="2"/>
                </a:cxn>
                <a:cxn ang="0">
                  <a:pos x="477" y="2"/>
                </a:cxn>
                <a:cxn ang="0">
                  <a:pos x="484" y="3"/>
                </a:cxn>
                <a:cxn ang="0">
                  <a:pos x="527" y="5"/>
                </a:cxn>
                <a:cxn ang="0">
                  <a:pos x="558" y="8"/>
                </a:cxn>
                <a:cxn ang="0">
                  <a:pos x="615" y="15"/>
                </a:cxn>
                <a:cxn ang="0">
                  <a:pos x="691" y="30"/>
                </a:cxn>
                <a:cxn ang="0">
                  <a:pos x="710" y="38"/>
                </a:cxn>
                <a:cxn ang="0">
                  <a:pos x="716" y="43"/>
                </a:cxn>
                <a:cxn ang="0">
                  <a:pos x="719" y="47"/>
                </a:cxn>
                <a:cxn ang="0">
                  <a:pos x="718" y="45"/>
                </a:cxn>
                <a:cxn ang="0">
                  <a:pos x="719" y="46"/>
                </a:cxn>
                <a:cxn ang="0">
                  <a:pos x="719" y="46"/>
                </a:cxn>
                <a:cxn ang="0">
                  <a:pos x="719" y="46"/>
                </a:cxn>
                <a:cxn ang="0">
                  <a:pos x="719" y="47"/>
                </a:cxn>
                <a:cxn ang="0">
                  <a:pos x="719" y="47"/>
                </a:cxn>
                <a:cxn ang="0">
                  <a:pos x="719" y="47"/>
                </a:cxn>
                <a:cxn ang="0">
                  <a:pos x="720" y="51"/>
                </a:cxn>
                <a:cxn ang="0">
                  <a:pos x="716" y="59"/>
                </a:cxn>
                <a:cxn ang="0">
                  <a:pos x="691" y="72"/>
                </a:cxn>
                <a:cxn ang="0">
                  <a:pos x="615" y="87"/>
                </a:cxn>
                <a:cxn ang="0">
                  <a:pos x="613" y="88"/>
                </a:cxn>
                <a:cxn ang="0">
                  <a:pos x="523" y="97"/>
                </a:cxn>
                <a:cxn ang="0">
                  <a:pos x="522" y="97"/>
                </a:cxn>
                <a:cxn ang="0">
                  <a:pos x="520" y="97"/>
                </a:cxn>
                <a:cxn ang="0">
                  <a:pos x="360" y="103"/>
                </a:cxn>
                <a:cxn ang="0">
                  <a:pos x="200" y="97"/>
                </a:cxn>
                <a:cxn ang="0">
                  <a:pos x="198" y="97"/>
                </a:cxn>
                <a:cxn ang="0">
                  <a:pos x="197" y="97"/>
                </a:cxn>
                <a:cxn ang="0">
                  <a:pos x="107" y="88"/>
                </a:cxn>
                <a:cxn ang="0">
                  <a:pos x="105" y="87"/>
                </a:cxn>
                <a:cxn ang="0">
                  <a:pos x="47" y="76"/>
                </a:cxn>
                <a:cxn ang="0">
                  <a:pos x="0" y="51"/>
                </a:cxn>
                <a:cxn ang="0">
                  <a:pos x="2" y="45"/>
                </a:cxn>
                <a:cxn ang="0">
                  <a:pos x="2" y="46"/>
                </a:cxn>
                <a:cxn ang="0">
                  <a:pos x="5" y="42"/>
                </a:cxn>
                <a:cxn ang="0">
                  <a:pos x="47" y="25"/>
                </a:cxn>
                <a:cxn ang="0">
                  <a:pos x="105" y="15"/>
                </a:cxn>
                <a:cxn ang="0">
                  <a:pos x="161" y="8"/>
                </a:cxn>
                <a:cxn ang="0">
                  <a:pos x="192" y="5"/>
                </a:cxn>
                <a:cxn ang="0">
                  <a:pos x="225" y="3"/>
                </a:cxn>
                <a:cxn ang="0">
                  <a:pos x="234" y="3"/>
                </a:cxn>
                <a:cxn ang="0">
                  <a:pos x="245" y="2"/>
                </a:cxn>
                <a:cxn ang="0">
                  <a:pos x="301" y="0"/>
                </a:cxn>
                <a:cxn ang="0">
                  <a:pos x="360" y="0"/>
                </a:cxn>
                <a:cxn ang="0">
                  <a:pos x="400" y="0"/>
                </a:cxn>
                <a:cxn ang="0">
                  <a:pos x="438" y="1"/>
                </a:cxn>
                <a:cxn ang="0">
                  <a:pos x="447" y="1"/>
                </a:cxn>
              </a:cxnLst>
              <a:rect l="0" t="0" r="r" b="b"/>
              <a:pathLst>
                <a:path w="720" h="103">
                  <a:moveTo>
                    <a:pt x="447" y="1"/>
                  </a:moveTo>
                  <a:cubicBezTo>
                    <a:pt x="462" y="2"/>
                    <a:pt x="462" y="2"/>
                    <a:pt x="462" y="2"/>
                  </a:cubicBezTo>
                  <a:cubicBezTo>
                    <a:pt x="463" y="1"/>
                    <a:pt x="465" y="1"/>
                    <a:pt x="467" y="1"/>
                  </a:cubicBezTo>
                  <a:cubicBezTo>
                    <a:pt x="469" y="1"/>
                    <a:pt x="472" y="2"/>
                    <a:pt x="475" y="2"/>
                  </a:cubicBezTo>
                  <a:cubicBezTo>
                    <a:pt x="476" y="2"/>
                    <a:pt x="476" y="2"/>
                    <a:pt x="477" y="2"/>
                  </a:cubicBezTo>
                  <a:cubicBezTo>
                    <a:pt x="480" y="2"/>
                    <a:pt x="482" y="3"/>
                    <a:pt x="484" y="3"/>
                  </a:cubicBezTo>
                  <a:cubicBezTo>
                    <a:pt x="499" y="3"/>
                    <a:pt x="513" y="4"/>
                    <a:pt x="527" y="5"/>
                  </a:cubicBezTo>
                  <a:cubicBezTo>
                    <a:pt x="538" y="6"/>
                    <a:pt x="548" y="7"/>
                    <a:pt x="558" y="8"/>
                  </a:cubicBezTo>
                  <a:cubicBezTo>
                    <a:pt x="578" y="10"/>
                    <a:pt x="597" y="12"/>
                    <a:pt x="615" y="15"/>
                  </a:cubicBezTo>
                  <a:cubicBezTo>
                    <a:pt x="648" y="19"/>
                    <a:pt x="673" y="24"/>
                    <a:pt x="691" y="30"/>
                  </a:cubicBezTo>
                  <a:cubicBezTo>
                    <a:pt x="699" y="33"/>
                    <a:pt x="705" y="35"/>
                    <a:pt x="710" y="38"/>
                  </a:cubicBezTo>
                  <a:cubicBezTo>
                    <a:pt x="712" y="40"/>
                    <a:pt x="715" y="41"/>
                    <a:pt x="716" y="43"/>
                  </a:cubicBezTo>
                  <a:cubicBezTo>
                    <a:pt x="717" y="43"/>
                    <a:pt x="718" y="45"/>
                    <a:pt x="719" y="47"/>
                  </a:cubicBezTo>
                  <a:cubicBezTo>
                    <a:pt x="718" y="45"/>
                    <a:pt x="718" y="45"/>
                    <a:pt x="718" y="45"/>
                  </a:cubicBezTo>
                  <a:cubicBezTo>
                    <a:pt x="718" y="45"/>
                    <a:pt x="718" y="45"/>
                    <a:pt x="719" y="46"/>
                  </a:cubicBezTo>
                  <a:cubicBezTo>
                    <a:pt x="719" y="46"/>
                    <a:pt x="719" y="46"/>
                    <a:pt x="719" y="46"/>
                  </a:cubicBezTo>
                  <a:cubicBezTo>
                    <a:pt x="719" y="46"/>
                    <a:pt x="719" y="46"/>
                    <a:pt x="719" y="46"/>
                  </a:cubicBezTo>
                  <a:cubicBezTo>
                    <a:pt x="719" y="47"/>
                    <a:pt x="719" y="47"/>
                    <a:pt x="719" y="47"/>
                  </a:cubicBezTo>
                  <a:cubicBezTo>
                    <a:pt x="719" y="47"/>
                    <a:pt x="719" y="47"/>
                    <a:pt x="719" y="47"/>
                  </a:cubicBezTo>
                  <a:cubicBezTo>
                    <a:pt x="719" y="47"/>
                    <a:pt x="719" y="47"/>
                    <a:pt x="719" y="47"/>
                  </a:cubicBezTo>
                  <a:cubicBezTo>
                    <a:pt x="720" y="48"/>
                    <a:pt x="720" y="50"/>
                    <a:pt x="720" y="51"/>
                  </a:cubicBezTo>
                  <a:cubicBezTo>
                    <a:pt x="720" y="53"/>
                    <a:pt x="719" y="56"/>
                    <a:pt x="716" y="59"/>
                  </a:cubicBezTo>
                  <a:cubicBezTo>
                    <a:pt x="712" y="63"/>
                    <a:pt x="703" y="67"/>
                    <a:pt x="691" y="72"/>
                  </a:cubicBezTo>
                  <a:cubicBezTo>
                    <a:pt x="673" y="77"/>
                    <a:pt x="648" y="83"/>
                    <a:pt x="615" y="87"/>
                  </a:cubicBezTo>
                  <a:cubicBezTo>
                    <a:pt x="614" y="87"/>
                    <a:pt x="614" y="88"/>
                    <a:pt x="613" y="88"/>
                  </a:cubicBezTo>
                  <a:cubicBezTo>
                    <a:pt x="585" y="92"/>
                    <a:pt x="555" y="95"/>
                    <a:pt x="523" y="97"/>
                  </a:cubicBezTo>
                  <a:cubicBezTo>
                    <a:pt x="523" y="97"/>
                    <a:pt x="522" y="97"/>
                    <a:pt x="522" y="97"/>
                  </a:cubicBezTo>
                  <a:cubicBezTo>
                    <a:pt x="521" y="97"/>
                    <a:pt x="521" y="97"/>
                    <a:pt x="520" y="97"/>
                  </a:cubicBezTo>
                  <a:cubicBezTo>
                    <a:pt x="472" y="101"/>
                    <a:pt x="419" y="103"/>
                    <a:pt x="360" y="103"/>
                  </a:cubicBezTo>
                  <a:cubicBezTo>
                    <a:pt x="301" y="103"/>
                    <a:pt x="248" y="101"/>
                    <a:pt x="200" y="97"/>
                  </a:cubicBezTo>
                  <a:cubicBezTo>
                    <a:pt x="199" y="97"/>
                    <a:pt x="199" y="97"/>
                    <a:pt x="198" y="97"/>
                  </a:cubicBezTo>
                  <a:cubicBezTo>
                    <a:pt x="198" y="97"/>
                    <a:pt x="197" y="97"/>
                    <a:pt x="197" y="97"/>
                  </a:cubicBezTo>
                  <a:cubicBezTo>
                    <a:pt x="165" y="95"/>
                    <a:pt x="135" y="92"/>
                    <a:pt x="107" y="88"/>
                  </a:cubicBezTo>
                  <a:cubicBezTo>
                    <a:pt x="106" y="88"/>
                    <a:pt x="106" y="87"/>
                    <a:pt x="105" y="87"/>
                  </a:cubicBezTo>
                  <a:cubicBezTo>
                    <a:pt x="82" y="84"/>
                    <a:pt x="62" y="80"/>
                    <a:pt x="47" y="76"/>
                  </a:cubicBezTo>
                  <a:cubicBezTo>
                    <a:pt x="16" y="69"/>
                    <a:pt x="0" y="60"/>
                    <a:pt x="0" y="51"/>
                  </a:cubicBezTo>
                  <a:cubicBezTo>
                    <a:pt x="0" y="49"/>
                    <a:pt x="1" y="47"/>
                    <a:pt x="2" y="45"/>
                  </a:cubicBezTo>
                  <a:cubicBezTo>
                    <a:pt x="2" y="46"/>
                    <a:pt x="2" y="46"/>
                    <a:pt x="2" y="46"/>
                  </a:cubicBezTo>
                  <a:cubicBezTo>
                    <a:pt x="3" y="45"/>
                    <a:pt x="4" y="43"/>
                    <a:pt x="5" y="42"/>
                  </a:cubicBezTo>
                  <a:cubicBezTo>
                    <a:pt x="12" y="36"/>
                    <a:pt x="25" y="31"/>
                    <a:pt x="47" y="25"/>
                  </a:cubicBezTo>
                  <a:cubicBezTo>
                    <a:pt x="62" y="22"/>
                    <a:pt x="82" y="18"/>
                    <a:pt x="105" y="15"/>
                  </a:cubicBezTo>
                  <a:cubicBezTo>
                    <a:pt x="123" y="12"/>
                    <a:pt x="142" y="10"/>
                    <a:pt x="161" y="8"/>
                  </a:cubicBezTo>
                  <a:cubicBezTo>
                    <a:pt x="171" y="7"/>
                    <a:pt x="181" y="6"/>
                    <a:pt x="192" y="5"/>
                  </a:cubicBezTo>
                  <a:cubicBezTo>
                    <a:pt x="203" y="5"/>
                    <a:pt x="214" y="4"/>
                    <a:pt x="225" y="3"/>
                  </a:cubicBezTo>
                  <a:cubicBezTo>
                    <a:pt x="228" y="3"/>
                    <a:pt x="231" y="3"/>
                    <a:pt x="234" y="3"/>
                  </a:cubicBezTo>
                  <a:cubicBezTo>
                    <a:pt x="238" y="2"/>
                    <a:pt x="241" y="2"/>
                    <a:pt x="245" y="2"/>
                  </a:cubicBezTo>
                  <a:cubicBezTo>
                    <a:pt x="301" y="0"/>
                    <a:pt x="301" y="0"/>
                    <a:pt x="301" y="0"/>
                  </a:cubicBezTo>
                  <a:cubicBezTo>
                    <a:pt x="320" y="0"/>
                    <a:pt x="340" y="0"/>
                    <a:pt x="360" y="0"/>
                  </a:cubicBezTo>
                  <a:cubicBezTo>
                    <a:pt x="373" y="0"/>
                    <a:pt x="387" y="0"/>
                    <a:pt x="400" y="0"/>
                  </a:cubicBezTo>
                  <a:cubicBezTo>
                    <a:pt x="438" y="1"/>
                    <a:pt x="438" y="1"/>
                    <a:pt x="438" y="1"/>
                  </a:cubicBezTo>
                  <a:cubicBezTo>
                    <a:pt x="441" y="1"/>
                    <a:pt x="444" y="1"/>
                    <a:pt x="447" y="1"/>
                  </a:cubicBez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55"/>
          <p:cNvGrpSpPr/>
          <p:nvPr/>
        </p:nvGrpSpPr>
        <p:grpSpPr>
          <a:xfrm>
            <a:off x="3068860" y="1958745"/>
            <a:ext cx="3012473" cy="871530"/>
            <a:chOff x="3068860" y="1958745"/>
            <a:chExt cx="3012473" cy="871530"/>
          </a:xfrm>
        </p:grpSpPr>
        <p:sp>
          <p:nvSpPr>
            <p:cNvPr id="6154" name="Freeform 10"/>
            <p:cNvSpPr>
              <a:spLocks/>
            </p:cNvSpPr>
            <p:nvPr/>
          </p:nvSpPr>
          <p:spPr bwMode="auto">
            <a:xfrm rot="21578059">
              <a:off x="3068860" y="1958745"/>
              <a:ext cx="3009900" cy="720725"/>
            </a:xfrm>
            <a:custGeom>
              <a:avLst/>
              <a:gdLst/>
              <a:ahLst/>
              <a:cxnLst>
                <a:cxn ang="0">
                  <a:pos x="319" y="5"/>
                </a:cxn>
                <a:cxn ang="0">
                  <a:pos x="322" y="5"/>
                </a:cxn>
                <a:cxn ang="0">
                  <a:pos x="479" y="0"/>
                </a:cxn>
                <a:cxn ang="0">
                  <a:pos x="641" y="5"/>
                </a:cxn>
                <a:cxn ang="0">
                  <a:pos x="641" y="5"/>
                </a:cxn>
                <a:cxn ang="0">
                  <a:pos x="643" y="5"/>
                </a:cxn>
                <a:cxn ang="0">
                  <a:pos x="836" y="27"/>
                </a:cxn>
                <a:cxn ang="0">
                  <a:pos x="903" y="43"/>
                </a:cxn>
                <a:cxn ang="0">
                  <a:pos x="925" y="86"/>
                </a:cxn>
                <a:cxn ang="0">
                  <a:pos x="941" y="132"/>
                </a:cxn>
                <a:cxn ang="0">
                  <a:pos x="942" y="134"/>
                </a:cxn>
                <a:cxn ang="0">
                  <a:pos x="960" y="230"/>
                </a:cxn>
                <a:cxn ang="0">
                  <a:pos x="820" y="209"/>
                </a:cxn>
                <a:cxn ang="0">
                  <a:pos x="754" y="205"/>
                </a:cxn>
                <a:cxn ang="0">
                  <a:pos x="687" y="202"/>
                </a:cxn>
                <a:cxn ang="0">
                  <a:pos x="678" y="202"/>
                </a:cxn>
                <a:cxn ang="0">
                  <a:pos x="558" y="198"/>
                </a:cxn>
                <a:cxn ang="0">
                  <a:pos x="395" y="198"/>
                </a:cxn>
                <a:cxn ang="0">
                  <a:pos x="284" y="202"/>
                </a:cxn>
                <a:cxn ang="0">
                  <a:pos x="272" y="202"/>
                </a:cxn>
                <a:cxn ang="0">
                  <a:pos x="205" y="205"/>
                </a:cxn>
                <a:cxn ang="0">
                  <a:pos x="140" y="209"/>
                </a:cxn>
                <a:cxn ang="0">
                  <a:pos x="3" y="229"/>
                </a:cxn>
                <a:cxn ang="0">
                  <a:pos x="3" y="229"/>
                </a:cxn>
                <a:cxn ang="0">
                  <a:pos x="0" y="230"/>
                </a:cxn>
                <a:cxn ang="0">
                  <a:pos x="17" y="135"/>
                </a:cxn>
                <a:cxn ang="0">
                  <a:pos x="18" y="133"/>
                </a:cxn>
                <a:cxn ang="0">
                  <a:pos x="35" y="86"/>
                </a:cxn>
                <a:cxn ang="0">
                  <a:pos x="56" y="42"/>
                </a:cxn>
                <a:cxn ang="0">
                  <a:pos x="122" y="27"/>
                </a:cxn>
                <a:cxn ang="0">
                  <a:pos x="318" y="5"/>
                </a:cxn>
                <a:cxn ang="0">
                  <a:pos x="319" y="5"/>
                </a:cxn>
              </a:cxnLst>
              <a:rect l="0" t="0" r="r" b="b"/>
              <a:pathLst>
                <a:path w="960" h="230">
                  <a:moveTo>
                    <a:pt x="319" y="5"/>
                  </a:moveTo>
                  <a:cubicBezTo>
                    <a:pt x="320" y="5"/>
                    <a:pt x="321" y="5"/>
                    <a:pt x="322" y="5"/>
                  </a:cubicBezTo>
                  <a:cubicBezTo>
                    <a:pt x="371" y="2"/>
                    <a:pt x="423" y="0"/>
                    <a:pt x="479" y="0"/>
                  </a:cubicBezTo>
                  <a:cubicBezTo>
                    <a:pt x="537" y="0"/>
                    <a:pt x="591" y="2"/>
                    <a:pt x="641" y="5"/>
                  </a:cubicBezTo>
                  <a:cubicBezTo>
                    <a:pt x="641" y="5"/>
                    <a:pt x="641" y="5"/>
                    <a:pt x="641" y="5"/>
                  </a:cubicBezTo>
                  <a:cubicBezTo>
                    <a:pt x="642" y="5"/>
                    <a:pt x="642" y="5"/>
                    <a:pt x="643" y="5"/>
                  </a:cubicBezTo>
                  <a:cubicBezTo>
                    <a:pt x="714" y="9"/>
                    <a:pt x="779" y="17"/>
                    <a:pt x="836" y="27"/>
                  </a:cubicBezTo>
                  <a:cubicBezTo>
                    <a:pt x="862" y="32"/>
                    <a:pt x="884" y="37"/>
                    <a:pt x="903" y="43"/>
                  </a:cubicBezTo>
                  <a:cubicBezTo>
                    <a:pt x="911" y="57"/>
                    <a:pt x="918" y="71"/>
                    <a:pt x="925" y="86"/>
                  </a:cubicBezTo>
                  <a:cubicBezTo>
                    <a:pt x="931" y="101"/>
                    <a:pt x="936" y="117"/>
                    <a:pt x="941" y="132"/>
                  </a:cubicBezTo>
                  <a:cubicBezTo>
                    <a:pt x="941" y="133"/>
                    <a:pt x="942" y="134"/>
                    <a:pt x="942" y="134"/>
                  </a:cubicBezTo>
                  <a:cubicBezTo>
                    <a:pt x="951" y="165"/>
                    <a:pt x="957" y="197"/>
                    <a:pt x="960" y="230"/>
                  </a:cubicBezTo>
                  <a:cubicBezTo>
                    <a:pt x="938" y="221"/>
                    <a:pt x="891" y="215"/>
                    <a:pt x="820" y="209"/>
                  </a:cubicBezTo>
                  <a:cubicBezTo>
                    <a:pt x="799" y="207"/>
                    <a:pt x="777" y="206"/>
                    <a:pt x="754" y="205"/>
                  </a:cubicBezTo>
                  <a:cubicBezTo>
                    <a:pt x="733" y="204"/>
                    <a:pt x="710" y="203"/>
                    <a:pt x="687" y="202"/>
                  </a:cubicBezTo>
                  <a:cubicBezTo>
                    <a:pt x="678" y="202"/>
                    <a:pt x="678" y="202"/>
                    <a:pt x="678" y="202"/>
                  </a:cubicBezTo>
                  <a:cubicBezTo>
                    <a:pt x="639" y="200"/>
                    <a:pt x="600" y="198"/>
                    <a:pt x="558" y="198"/>
                  </a:cubicBezTo>
                  <a:cubicBezTo>
                    <a:pt x="395" y="198"/>
                    <a:pt x="395" y="198"/>
                    <a:pt x="395" y="198"/>
                  </a:cubicBezTo>
                  <a:cubicBezTo>
                    <a:pt x="357" y="199"/>
                    <a:pt x="320" y="200"/>
                    <a:pt x="284" y="202"/>
                  </a:cubicBezTo>
                  <a:cubicBezTo>
                    <a:pt x="272" y="202"/>
                    <a:pt x="272" y="202"/>
                    <a:pt x="272" y="202"/>
                  </a:cubicBezTo>
                  <a:cubicBezTo>
                    <a:pt x="249" y="203"/>
                    <a:pt x="227" y="204"/>
                    <a:pt x="205" y="205"/>
                  </a:cubicBezTo>
                  <a:cubicBezTo>
                    <a:pt x="182" y="206"/>
                    <a:pt x="161" y="207"/>
                    <a:pt x="140" y="209"/>
                  </a:cubicBezTo>
                  <a:cubicBezTo>
                    <a:pt x="72" y="214"/>
                    <a:pt x="27" y="221"/>
                    <a:pt x="3" y="229"/>
                  </a:cubicBezTo>
                  <a:cubicBezTo>
                    <a:pt x="4" y="229"/>
                    <a:pt x="4" y="229"/>
                    <a:pt x="3" y="229"/>
                  </a:cubicBezTo>
                  <a:cubicBezTo>
                    <a:pt x="0" y="230"/>
                    <a:pt x="0" y="230"/>
                    <a:pt x="0" y="230"/>
                  </a:cubicBezTo>
                  <a:cubicBezTo>
                    <a:pt x="2" y="197"/>
                    <a:pt x="8" y="165"/>
                    <a:pt x="17" y="135"/>
                  </a:cubicBezTo>
                  <a:cubicBezTo>
                    <a:pt x="17" y="134"/>
                    <a:pt x="17" y="133"/>
                    <a:pt x="18" y="133"/>
                  </a:cubicBezTo>
                  <a:cubicBezTo>
                    <a:pt x="22" y="117"/>
                    <a:pt x="28" y="101"/>
                    <a:pt x="35" y="86"/>
                  </a:cubicBezTo>
                  <a:cubicBezTo>
                    <a:pt x="41" y="71"/>
                    <a:pt x="48" y="57"/>
                    <a:pt x="56" y="42"/>
                  </a:cubicBezTo>
                  <a:cubicBezTo>
                    <a:pt x="74" y="37"/>
                    <a:pt x="97" y="32"/>
                    <a:pt x="122" y="27"/>
                  </a:cubicBezTo>
                  <a:cubicBezTo>
                    <a:pt x="180" y="17"/>
                    <a:pt x="245" y="9"/>
                    <a:pt x="318" y="5"/>
                  </a:cubicBezTo>
                  <a:cubicBezTo>
                    <a:pt x="318" y="5"/>
                    <a:pt x="319" y="5"/>
                    <a:pt x="319" y="5"/>
                  </a:cubicBezTo>
                  <a:close/>
                </a:path>
              </a:pathLst>
            </a:custGeom>
            <a:gradFill>
              <a:gsLst>
                <a:gs pos="0">
                  <a:schemeClr val="accent3">
                    <a:lumMod val="75000"/>
                  </a:schemeClr>
                </a:gs>
                <a:gs pos="50000">
                  <a:schemeClr val="accent3"/>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5" name="Freeform 11"/>
            <p:cNvSpPr>
              <a:spLocks/>
            </p:cNvSpPr>
            <p:nvPr/>
          </p:nvSpPr>
          <p:spPr bwMode="auto">
            <a:xfrm rot="21578059">
              <a:off x="3071433" y="2614375"/>
              <a:ext cx="3009900" cy="215900"/>
            </a:xfrm>
            <a:custGeom>
              <a:avLst/>
              <a:gdLst/>
              <a:ahLst/>
              <a:cxnLst>
                <a:cxn ang="0">
                  <a:pos x="210" y="8"/>
                </a:cxn>
                <a:cxn ang="0">
                  <a:pos x="272" y="4"/>
                </a:cxn>
                <a:cxn ang="0">
                  <a:pos x="383" y="1"/>
                </a:cxn>
                <a:cxn ang="0">
                  <a:pos x="480" y="0"/>
                </a:cxn>
                <a:cxn ang="0">
                  <a:pos x="576" y="1"/>
                </a:cxn>
                <a:cxn ang="0">
                  <a:pos x="687" y="4"/>
                </a:cxn>
                <a:cxn ang="0">
                  <a:pos x="696" y="4"/>
                </a:cxn>
                <a:cxn ang="0">
                  <a:pos x="723" y="6"/>
                </a:cxn>
                <a:cxn ang="0">
                  <a:pos x="750" y="8"/>
                </a:cxn>
                <a:cxn ang="0">
                  <a:pos x="751" y="8"/>
                </a:cxn>
                <a:cxn ang="0">
                  <a:pos x="872" y="18"/>
                </a:cxn>
                <a:cxn ang="0">
                  <a:pos x="874" y="18"/>
                </a:cxn>
                <a:cxn ang="0">
                  <a:pos x="884" y="19"/>
                </a:cxn>
                <a:cxn ang="0">
                  <a:pos x="899" y="21"/>
                </a:cxn>
                <a:cxn ang="0">
                  <a:pos x="928" y="25"/>
                </a:cxn>
                <a:cxn ang="0">
                  <a:pos x="931" y="25"/>
                </a:cxn>
                <a:cxn ang="0">
                  <a:pos x="932" y="25"/>
                </a:cxn>
                <a:cxn ang="0">
                  <a:pos x="948" y="28"/>
                </a:cxn>
                <a:cxn ang="0">
                  <a:pos x="953" y="29"/>
                </a:cxn>
                <a:cxn ang="0">
                  <a:pos x="960" y="34"/>
                </a:cxn>
                <a:cxn ang="0">
                  <a:pos x="960" y="36"/>
                </a:cxn>
                <a:cxn ang="0">
                  <a:pos x="820" y="59"/>
                </a:cxn>
                <a:cxn ang="0">
                  <a:pos x="480" y="69"/>
                </a:cxn>
                <a:cxn ang="0">
                  <a:pos x="140" y="59"/>
                </a:cxn>
                <a:cxn ang="0">
                  <a:pos x="0" y="35"/>
                </a:cxn>
                <a:cxn ang="0">
                  <a:pos x="7" y="29"/>
                </a:cxn>
                <a:cxn ang="0">
                  <a:pos x="13" y="28"/>
                </a:cxn>
                <a:cxn ang="0">
                  <a:pos x="29" y="25"/>
                </a:cxn>
                <a:cxn ang="0">
                  <a:pos x="32" y="25"/>
                </a:cxn>
                <a:cxn ang="0">
                  <a:pos x="35" y="25"/>
                </a:cxn>
                <a:cxn ang="0">
                  <a:pos x="38" y="24"/>
                </a:cxn>
                <a:cxn ang="0">
                  <a:pos x="41" y="24"/>
                </a:cxn>
                <a:cxn ang="0">
                  <a:pos x="43" y="23"/>
                </a:cxn>
                <a:cxn ang="0">
                  <a:pos x="53" y="22"/>
                </a:cxn>
                <a:cxn ang="0">
                  <a:pos x="56" y="22"/>
                </a:cxn>
                <a:cxn ang="0">
                  <a:pos x="63" y="21"/>
                </a:cxn>
                <a:cxn ang="0">
                  <a:pos x="65" y="21"/>
                </a:cxn>
                <a:cxn ang="0">
                  <a:pos x="68" y="20"/>
                </a:cxn>
                <a:cxn ang="0">
                  <a:pos x="204" y="8"/>
                </a:cxn>
                <a:cxn ang="0">
                  <a:pos x="210" y="8"/>
                </a:cxn>
              </a:cxnLst>
              <a:rect l="0" t="0" r="r" b="b"/>
              <a:pathLst>
                <a:path w="960" h="69">
                  <a:moveTo>
                    <a:pt x="210" y="8"/>
                  </a:moveTo>
                  <a:cubicBezTo>
                    <a:pt x="230" y="6"/>
                    <a:pt x="251" y="5"/>
                    <a:pt x="272" y="4"/>
                  </a:cubicBezTo>
                  <a:cubicBezTo>
                    <a:pt x="383" y="1"/>
                    <a:pt x="383" y="1"/>
                    <a:pt x="383" y="1"/>
                  </a:cubicBezTo>
                  <a:cubicBezTo>
                    <a:pt x="414" y="1"/>
                    <a:pt x="446" y="0"/>
                    <a:pt x="480" y="0"/>
                  </a:cubicBezTo>
                  <a:cubicBezTo>
                    <a:pt x="513" y="0"/>
                    <a:pt x="545" y="1"/>
                    <a:pt x="576" y="1"/>
                  </a:cubicBezTo>
                  <a:cubicBezTo>
                    <a:pt x="687" y="4"/>
                    <a:pt x="687" y="4"/>
                    <a:pt x="687" y="4"/>
                  </a:cubicBezTo>
                  <a:cubicBezTo>
                    <a:pt x="690" y="4"/>
                    <a:pt x="693" y="4"/>
                    <a:pt x="696" y="4"/>
                  </a:cubicBezTo>
                  <a:cubicBezTo>
                    <a:pt x="723" y="6"/>
                    <a:pt x="723" y="6"/>
                    <a:pt x="723" y="6"/>
                  </a:cubicBezTo>
                  <a:cubicBezTo>
                    <a:pt x="732" y="6"/>
                    <a:pt x="741" y="7"/>
                    <a:pt x="750" y="8"/>
                  </a:cubicBezTo>
                  <a:cubicBezTo>
                    <a:pt x="750" y="8"/>
                    <a:pt x="751" y="8"/>
                    <a:pt x="751" y="8"/>
                  </a:cubicBezTo>
                  <a:cubicBezTo>
                    <a:pt x="872" y="18"/>
                    <a:pt x="872" y="18"/>
                    <a:pt x="872" y="18"/>
                  </a:cubicBezTo>
                  <a:cubicBezTo>
                    <a:pt x="872" y="18"/>
                    <a:pt x="873" y="18"/>
                    <a:pt x="874" y="18"/>
                  </a:cubicBezTo>
                  <a:cubicBezTo>
                    <a:pt x="877" y="19"/>
                    <a:pt x="880" y="19"/>
                    <a:pt x="884" y="19"/>
                  </a:cubicBezTo>
                  <a:cubicBezTo>
                    <a:pt x="889" y="20"/>
                    <a:pt x="894" y="20"/>
                    <a:pt x="899" y="21"/>
                  </a:cubicBezTo>
                  <a:cubicBezTo>
                    <a:pt x="909" y="22"/>
                    <a:pt x="918" y="24"/>
                    <a:pt x="928" y="25"/>
                  </a:cubicBezTo>
                  <a:cubicBezTo>
                    <a:pt x="929" y="25"/>
                    <a:pt x="930" y="25"/>
                    <a:pt x="931" y="25"/>
                  </a:cubicBezTo>
                  <a:cubicBezTo>
                    <a:pt x="931" y="25"/>
                    <a:pt x="931" y="25"/>
                    <a:pt x="932" y="25"/>
                  </a:cubicBezTo>
                  <a:cubicBezTo>
                    <a:pt x="948" y="28"/>
                    <a:pt x="948" y="28"/>
                    <a:pt x="948" y="28"/>
                  </a:cubicBezTo>
                  <a:cubicBezTo>
                    <a:pt x="949" y="28"/>
                    <a:pt x="951" y="28"/>
                    <a:pt x="953" y="29"/>
                  </a:cubicBezTo>
                  <a:cubicBezTo>
                    <a:pt x="957" y="30"/>
                    <a:pt x="959" y="32"/>
                    <a:pt x="960" y="34"/>
                  </a:cubicBezTo>
                  <a:cubicBezTo>
                    <a:pt x="960" y="34"/>
                    <a:pt x="960" y="35"/>
                    <a:pt x="960" y="36"/>
                  </a:cubicBezTo>
                  <a:cubicBezTo>
                    <a:pt x="957" y="45"/>
                    <a:pt x="910" y="53"/>
                    <a:pt x="820" y="59"/>
                  </a:cubicBezTo>
                  <a:cubicBezTo>
                    <a:pt x="726" y="66"/>
                    <a:pt x="613" y="69"/>
                    <a:pt x="480" y="69"/>
                  </a:cubicBezTo>
                  <a:cubicBezTo>
                    <a:pt x="347" y="69"/>
                    <a:pt x="234" y="66"/>
                    <a:pt x="140" y="59"/>
                  </a:cubicBezTo>
                  <a:cubicBezTo>
                    <a:pt x="47" y="52"/>
                    <a:pt x="0" y="44"/>
                    <a:pt x="0" y="35"/>
                  </a:cubicBezTo>
                  <a:cubicBezTo>
                    <a:pt x="0" y="33"/>
                    <a:pt x="2" y="31"/>
                    <a:pt x="7" y="29"/>
                  </a:cubicBezTo>
                  <a:cubicBezTo>
                    <a:pt x="9" y="28"/>
                    <a:pt x="11" y="28"/>
                    <a:pt x="13" y="28"/>
                  </a:cubicBezTo>
                  <a:cubicBezTo>
                    <a:pt x="29" y="25"/>
                    <a:pt x="29" y="25"/>
                    <a:pt x="29" y="25"/>
                  </a:cubicBezTo>
                  <a:cubicBezTo>
                    <a:pt x="30" y="25"/>
                    <a:pt x="31" y="25"/>
                    <a:pt x="32" y="25"/>
                  </a:cubicBezTo>
                  <a:cubicBezTo>
                    <a:pt x="33" y="25"/>
                    <a:pt x="34" y="25"/>
                    <a:pt x="35" y="25"/>
                  </a:cubicBezTo>
                  <a:cubicBezTo>
                    <a:pt x="36" y="24"/>
                    <a:pt x="37" y="24"/>
                    <a:pt x="38" y="24"/>
                  </a:cubicBezTo>
                  <a:cubicBezTo>
                    <a:pt x="39" y="24"/>
                    <a:pt x="40" y="24"/>
                    <a:pt x="41" y="24"/>
                  </a:cubicBezTo>
                  <a:cubicBezTo>
                    <a:pt x="41" y="24"/>
                    <a:pt x="42" y="23"/>
                    <a:pt x="43" y="23"/>
                  </a:cubicBezTo>
                  <a:cubicBezTo>
                    <a:pt x="46" y="23"/>
                    <a:pt x="50" y="23"/>
                    <a:pt x="53" y="22"/>
                  </a:cubicBezTo>
                  <a:cubicBezTo>
                    <a:pt x="54" y="22"/>
                    <a:pt x="55" y="22"/>
                    <a:pt x="56" y="22"/>
                  </a:cubicBezTo>
                  <a:cubicBezTo>
                    <a:pt x="58" y="21"/>
                    <a:pt x="60" y="21"/>
                    <a:pt x="63" y="21"/>
                  </a:cubicBezTo>
                  <a:cubicBezTo>
                    <a:pt x="64" y="21"/>
                    <a:pt x="65" y="21"/>
                    <a:pt x="65" y="21"/>
                  </a:cubicBezTo>
                  <a:cubicBezTo>
                    <a:pt x="66" y="20"/>
                    <a:pt x="67" y="20"/>
                    <a:pt x="68" y="20"/>
                  </a:cubicBezTo>
                  <a:cubicBezTo>
                    <a:pt x="204" y="8"/>
                    <a:pt x="204" y="8"/>
                    <a:pt x="204" y="8"/>
                  </a:cubicBezTo>
                  <a:cubicBezTo>
                    <a:pt x="206" y="8"/>
                    <a:pt x="208" y="8"/>
                    <a:pt x="210" y="8"/>
                  </a:cubicBez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56"/>
          <p:cNvGrpSpPr/>
          <p:nvPr/>
        </p:nvGrpSpPr>
        <p:grpSpPr>
          <a:xfrm>
            <a:off x="3410125" y="3630054"/>
            <a:ext cx="2439988" cy="777868"/>
            <a:chOff x="3410125" y="3630054"/>
            <a:chExt cx="2439988" cy="777868"/>
          </a:xfrm>
        </p:grpSpPr>
        <p:sp>
          <p:nvSpPr>
            <p:cNvPr id="6151" name="Freeform 7"/>
            <p:cNvSpPr>
              <a:spLocks/>
            </p:cNvSpPr>
            <p:nvPr/>
          </p:nvSpPr>
          <p:spPr bwMode="auto">
            <a:xfrm rot="21578059">
              <a:off x="3415372" y="3849122"/>
              <a:ext cx="2433638" cy="558800"/>
            </a:xfrm>
            <a:custGeom>
              <a:avLst/>
              <a:gdLst/>
              <a:ahLst/>
              <a:cxnLst>
                <a:cxn ang="0">
                  <a:pos x="0" y="0"/>
                </a:cxn>
                <a:cxn ang="0">
                  <a:pos x="3" y="4"/>
                </a:cxn>
                <a:cxn ang="0">
                  <a:pos x="10" y="9"/>
                </a:cxn>
                <a:cxn ang="0">
                  <a:pos x="18" y="13"/>
                </a:cxn>
                <a:cxn ang="0">
                  <a:pos x="30" y="18"/>
                </a:cxn>
                <a:cxn ang="0">
                  <a:pos x="113" y="35"/>
                </a:cxn>
                <a:cxn ang="0">
                  <a:pos x="174" y="42"/>
                </a:cxn>
                <a:cxn ang="0">
                  <a:pos x="208" y="45"/>
                </a:cxn>
                <a:cxn ang="0">
                  <a:pos x="254" y="48"/>
                </a:cxn>
                <a:cxn ang="0">
                  <a:pos x="260" y="48"/>
                </a:cxn>
                <a:cxn ang="0">
                  <a:pos x="262" y="48"/>
                </a:cxn>
                <a:cxn ang="0">
                  <a:pos x="264" y="48"/>
                </a:cxn>
                <a:cxn ang="0">
                  <a:pos x="273" y="49"/>
                </a:cxn>
                <a:cxn ang="0">
                  <a:pos x="278" y="49"/>
                </a:cxn>
                <a:cxn ang="0">
                  <a:pos x="294" y="49"/>
                </a:cxn>
                <a:cxn ang="0">
                  <a:pos x="304" y="50"/>
                </a:cxn>
                <a:cxn ang="0">
                  <a:pos x="345" y="50"/>
                </a:cxn>
                <a:cxn ang="0">
                  <a:pos x="388" y="51"/>
                </a:cxn>
                <a:cxn ang="0">
                  <a:pos x="452" y="50"/>
                </a:cxn>
                <a:cxn ang="0">
                  <a:pos x="513" y="48"/>
                </a:cxn>
                <a:cxn ang="0">
                  <a:pos x="524" y="48"/>
                </a:cxn>
                <a:cxn ang="0">
                  <a:pos x="535" y="47"/>
                </a:cxn>
                <a:cxn ang="0">
                  <a:pos x="570" y="45"/>
                </a:cxn>
                <a:cxn ang="0">
                  <a:pos x="603" y="42"/>
                </a:cxn>
                <a:cxn ang="0">
                  <a:pos x="664" y="35"/>
                </a:cxn>
                <a:cxn ang="0">
                  <a:pos x="714" y="26"/>
                </a:cxn>
                <a:cxn ang="0">
                  <a:pos x="728" y="23"/>
                </a:cxn>
                <a:cxn ang="0">
                  <a:pos x="773" y="5"/>
                </a:cxn>
                <a:cxn ang="0">
                  <a:pos x="776" y="1"/>
                </a:cxn>
                <a:cxn ang="0">
                  <a:pos x="775" y="2"/>
                </a:cxn>
                <a:cxn ang="0">
                  <a:pos x="775" y="3"/>
                </a:cxn>
                <a:cxn ang="0">
                  <a:pos x="765" y="14"/>
                </a:cxn>
                <a:cxn ang="0">
                  <a:pos x="756" y="23"/>
                </a:cxn>
                <a:cxn ang="0">
                  <a:pos x="748" y="32"/>
                </a:cxn>
                <a:cxn ang="0">
                  <a:pos x="387" y="178"/>
                </a:cxn>
                <a:cxn ang="0">
                  <a:pos x="30" y="36"/>
                </a:cxn>
                <a:cxn ang="0">
                  <a:pos x="18" y="23"/>
                </a:cxn>
                <a:cxn ang="0">
                  <a:pos x="10" y="16"/>
                </a:cxn>
                <a:cxn ang="0">
                  <a:pos x="3" y="7"/>
                </a:cxn>
                <a:cxn ang="0">
                  <a:pos x="0" y="1"/>
                </a:cxn>
                <a:cxn ang="0">
                  <a:pos x="0" y="1"/>
                </a:cxn>
                <a:cxn ang="0">
                  <a:pos x="1" y="2"/>
                </a:cxn>
                <a:cxn ang="0">
                  <a:pos x="0" y="0"/>
                </a:cxn>
              </a:cxnLst>
              <a:rect l="0" t="0" r="r" b="b"/>
              <a:pathLst>
                <a:path w="776" h="178">
                  <a:moveTo>
                    <a:pt x="0" y="0"/>
                  </a:moveTo>
                  <a:cubicBezTo>
                    <a:pt x="2" y="2"/>
                    <a:pt x="3" y="4"/>
                    <a:pt x="3" y="4"/>
                  </a:cubicBezTo>
                  <a:cubicBezTo>
                    <a:pt x="5" y="6"/>
                    <a:pt x="7" y="8"/>
                    <a:pt x="10" y="9"/>
                  </a:cubicBezTo>
                  <a:cubicBezTo>
                    <a:pt x="13" y="11"/>
                    <a:pt x="15" y="12"/>
                    <a:pt x="18" y="13"/>
                  </a:cubicBezTo>
                  <a:cubicBezTo>
                    <a:pt x="22" y="15"/>
                    <a:pt x="26" y="16"/>
                    <a:pt x="30" y="18"/>
                  </a:cubicBezTo>
                  <a:cubicBezTo>
                    <a:pt x="49" y="24"/>
                    <a:pt x="77" y="30"/>
                    <a:pt x="113" y="35"/>
                  </a:cubicBezTo>
                  <a:cubicBezTo>
                    <a:pt x="132" y="38"/>
                    <a:pt x="152" y="40"/>
                    <a:pt x="174" y="42"/>
                  </a:cubicBezTo>
                  <a:cubicBezTo>
                    <a:pt x="185" y="43"/>
                    <a:pt x="196" y="44"/>
                    <a:pt x="208" y="45"/>
                  </a:cubicBezTo>
                  <a:cubicBezTo>
                    <a:pt x="223" y="46"/>
                    <a:pt x="238" y="47"/>
                    <a:pt x="254" y="48"/>
                  </a:cubicBezTo>
                  <a:cubicBezTo>
                    <a:pt x="256" y="48"/>
                    <a:pt x="258" y="48"/>
                    <a:pt x="260" y="48"/>
                  </a:cubicBezTo>
                  <a:cubicBezTo>
                    <a:pt x="260" y="48"/>
                    <a:pt x="261" y="48"/>
                    <a:pt x="262" y="48"/>
                  </a:cubicBezTo>
                  <a:cubicBezTo>
                    <a:pt x="263" y="48"/>
                    <a:pt x="263" y="48"/>
                    <a:pt x="264" y="48"/>
                  </a:cubicBezTo>
                  <a:cubicBezTo>
                    <a:pt x="268" y="49"/>
                    <a:pt x="271" y="49"/>
                    <a:pt x="273" y="49"/>
                  </a:cubicBezTo>
                  <a:cubicBezTo>
                    <a:pt x="275" y="49"/>
                    <a:pt x="277" y="49"/>
                    <a:pt x="278" y="49"/>
                  </a:cubicBezTo>
                  <a:cubicBezTo>
                    <a:pt x="294" y="49"/>
                    <a:pt x="294" y="49"/>
                    <a:pt x="294" y="49"/>
                  </a:cubicBezTo>
                  <a:cubicBezTo>
                    <a:pt x="297" y="49"/>
                    <a:pt x="301" y="50"/>
                    <a:pt x="304" y="50"/>
                  </a:cubicBezTo>
                  <a:cubicBezTo>
                    <a:pt x="345" y="50"/>
                    <a:pt x="345" y="50"/>
                    <a:pt x="345" y="50"/>
                  </a:cubicBezTo>
                  <a:cubicBezTo>
                    <a:pt x="359" y="51"/>
                    <a:pt x="374" y="51"/>
                    <a:pt x="388" y="51"/>
                  </a:cubicBezTo>
                  <a:cubicBezTo>
                    <a:pt x="410" y="51"/>
                    <a:pt x="431" y="51"/>
                    <a:pt x="452" y="50"/>
                  </a:cubicBezTo>
                  <a:cubicBezTo>
                    <a:pt x="513" y="48"/>
                    <a:pt x="513" y="48"/>
                    <a:pt x="513" y="48"/>
                  </a:cubicBezTo>
                  <a:cubicBezTo>
                    <a:pt x="517" y="48"/>
                    <a:pt x="521" y="48"/>
                    <a:pt x="524" y="48"/>
                  </a:cubicBezTo>
                  <a:cubicBezTo>
                    <a:pt x="528" y="47"/>
                    <a:pt x="531" y="47"/>
                    <a:pt x="535" y="47"/>
                  </a:cubicBezTo>
                  <a:cubicBezTo>
                    <a:pt x="547" y="46"/>
                    <a:pt x="559" y="46"/>
                    <a:pt x="570" y="45"/>
                  </a:cubicBezTo>
                  <a:cubicBezTo>
                    <a:pt x="582" y="44"/>
                    <a:pt x="592" y="43"/>
                    <a:pt x="603" y="42"/>
                  </a:cubicBezTo>
                  <a:cubicBezTo>
                    <a:pt x="624" y="40"/>
                    <a:pt x="645" y="37"/>
                    <a:pt x="664" y="35"/>
                  </a:cubicBezTo>
                  <a:cubicBezTo>
                    <a:pt x="683" y="32"/>
                    <a:pt x="700" y="29"/>
                    <a:pt x="714" y="26"/>
                  </a:cubicBezTo>
                  <a:cubicBezTo>
                    <a:pt x="719" y="25"/>
                    <a:pt x="723" y="24"/>
                    <a:pt x="728" y="23"/>
                  </a:cubicBezTo>
                  <a:cubicBezTo>
                    <a:pt x="750" y="17"/>
                    <a:pt x="765" y="11"/>
                    <a:pt x="773" y="5"/>
                  </a:cubicBezTo>
                  <a:cubicBezTo>
                    <a:pt x="774" y="4"/>
                    <a:pt x="775" y="2"/>
                    <a:pt x="776" y="1"/>
                  </a:cubicBezTo>
                  <a:cubicBezTo>
                    <a:pt x="775" y="2"/>
                    <a:pt x="775" y="2"/>
                    <a:pt x="775" y="2"/>
                  </a:cubicBezTo>
                  <a:cubicBezTo>
                    <a:pt x="775" y="3"/>
                    <a:pt x="775" y="3"/>
                    <a:pt x="775" y="3"/>
                  </a:cubicBezTo>
                  <a:cubicBezTo>
                    <a:pt x="773" y="6"/>
                    <a:pt x="769" y="9"/>
                    <a:pt x="765" y="14"/>
                  </a:cubicBezTo>
                  <a:cubicBezTo>
                    <a:pt x="762" y="17"/>
                    <a:pt x="759" y="20"/>
                    <a:pt x="756" y="23"/>
                  </a:cubicBezTo>
                  <a:cubicBezTo>
                    <a:pt x="753" y="26"/>
                    <a:pt x="750" y="29"/>
                    <a:pt x="748" y="32"/>
                  </a:cubicBezTo>
                  <a:cubicBezTo>
                    <a:pt x="647" y="129"/>
                    <a:pt x="527" y="178"/>
                    <a:pt x="387" y="178"/>
                  </a:cubicBezTo>
                  <a:cubicBezTo>
                    <a:pt x="249" y="178"/>
                    <a:pt x="130" y="131"/>
                    <a:pt x="30" y="36"/>
                  </a:cubicBezTo>
                  <a:cubicBezTo>
                    <a:pt x="26" y="32"/>
                    <a:pt x="22" y="28"/>
                    <a:pt x="18" y="23"/>
                  </a:cubicBezTo>
                  <a:cubicBezTo>
                    <a:pt x="15" y="21"/>
                    <a:pt x="13" y="18"/>
                    <a:pt x="10" y="16"/>
                  </a:cubicBezTo>
                  <a:cubicBezTo>
                    <a:pt x="8" y="13"/>
                    <a:pt x="6" y="11"/>
                    <a:pt x="3" y="7"/>
                  </a:cubicBezTo>
                  <a:cubicBezTo>
                    <a:pt x="1" y="5"/>
                    <a:pt x="0" y="2"/>
                    <a:pt x="0" y="1"/>
                  </a:cubicBezTo>
                  <a:cubicBezTo>
                    <a:pt x="0" y="1"/>
                    <a:pt x="0" y="1"/>
                    <a:pt x="0" y="1"/>
                  </a:cubicBezTo>
                  <a:cubicBezTo>
                    <a:pt x="1" y="1"/>
                    <a:pt x="1" y="2"/>
                    <a:pt x="1" y="2"/>
                  </a:cubicBezTo>
                  <a:lnTo>
                    <a:pt x="0" y="0"/>
                  </a:lnTo>
                  <a:close/>
                </a:path>
              </a:pathLst>
            </a:custGeom>
            <a:gradFill>
              <a:gsLst>
                <a:gs pos="0">
                  <a:schemeClr val="accent1">
                    <a:lumMod val="75000"/>
                  </a:schemeClr>
                </a:gs>
                <a:gs pos="50000">
                  <a:schemeClr val="accent1"/>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6" name="Freeform 12"/>
            <p:cNvSpPr>
              <a:spLocks/>
            </p:cNvSpPr>
            <p:nvPr/>
          </p:nvSpPr>
          <p:spPr bwMode="auto">
            <a:xfrm rot="21578059">
              <a:off x="3410125" y="3630054"/>
              <a:ext cx="2439988" cy="347663"/>
            </a:xfrm>
            <a:custGeom>
              <a:avLst/>
              <a:gdLst/>
              <a:ahLst/>
              <a:cxnLst>
                <a:cxn ang="0">
                  <a:pos x="1" y="60"/>
                </a:cxn>
                <a:cxn ang="0">
                  <a:pos x="2" y="61"/>
                </a:cxn>
                <a:cxn ang="0">
                  <a:pos x="1" y="61"/>
                </a:cxn>
                <a:cxn ang="0">
                  <a:pos x="1" y="60"/>
                </a:cxn>
                <a:cxn ang="0">
                  <a:pos x="1" y="60"/>
                </a:cxn>
                <a:cxn ang="0">
                  <a:pos x="1" y="59"/>
                </a:cxn>
                <a:cxn ang="0">
                  <a:pos x="1" y="59"/>
                </a:cxn>
                <a:cxn ang="0">
                  <a:pos x="0" y="56"/>
                </a:cxn>
                <a:cxn ang="0">
                  <a:pos x="4" y="47"/>
                </a:cxn>
                <a:cxn ang="0">
                  <a:pos x="32" y="33"/>
                </a:cxn>
                <a:cxn ang="0">
                  <a:pos x="114" y="16"/>
                </a:cxn>
                <a:cxn ang="0">
                  <a:pos x="116" y="16"/>
                </a:cxn>
                <a:cxn ang="0">
                  <a:pos x="213" y="5"/>
                </a:cxn>
                <a:cxn ang="0">
                  <a:pos x="214" y="5"/>
                </a:cxn>
                <a:cxn ang="0">
                  <a:pos x="216" y="5"/>
                </a:cxn>
                <a:cxn ang="0">
                  <a:pos x="389" y="0"/>
                </a:cxn>
                <a:cxn ang="0">
                  <a:pos x="563" y="5"/>
                </a:cxn>
                <a:cxn ang="0">
                  <a:pos x="564" y="6"/>
                </a:cxn>
                <a:cxn ang="0">
                  <a:pos x="566" y="6"/>
                </a:cxn>
                <a:cxn ang="0">
                  <a:pos x="663" y="16"/>
                </a:cxn>
                <a:cxn ang="0">
                  <a:pos x="665" y="16"/>
                </a:cxn>
                <a:cxn ang="0">
                  <a:pos x="729" y="28"/>
                </a:cxn>
                <a:cxn ang="0">
                  <a:pos x="778" y="56"/>
                </a:cxn>
                <a:cxn ang="0">
                  <a:pos x="776" y="62"/>
                </a:cxn>
                <a:cxn ang="0">
                  <a:pos x="777" y="61"/>
                </a:cxn>
                <a:cxn ang="0">
                  <a:pos x="774" y="65"/>
                </a:cxn>
                <a:cxn ang="0">
                  <a:pos x="729" y="83"/>
                </a:cxn>
                <a:cxn ang="0">
                  <a:pos x="665" y="95"/>
                </a:cxn>
                <a:cxn ang="0">
                  <a:pos x="604" y="102"/>
                </a:cxn>
                <a:cxn ang="0">
                  <a:pos x="571" y="105"/>
                </a:cxn>
                <a:cxn ang="0">
                  <a:pos x="536" y="107"/>
                </a:cxn>
                <a:cxn ang="0">
                  <a:pos x="526" y="108"/>
                </a:cxn>
                <a:cxn ang="0">
                  <a:pos x="514" y="108"/>
                </a:cxn>
                <a:cxn ang="0">
                  <a:pos x="453" y="110"/>
                </a:cxn>
                <a:cxn ang="0">
                  <a:pos x="389" y="111"/>
                </a:cxn>
                <a:cxn ang="0">
                  <a:pos x="346" y="111"/>
                </a:cxn>
                <a:cxn ang="0">
                  <a:pos x="305" y="110"/>
                </a:cxn>
                <a:cxn ang="0">
                  <a:pos x="295" y="110"/>
                </a:cxn>
                <a:cxn ang="0">
                  <a:pos x="279" y="109"/>
                </a:cxn>
                <a:cxn ang="0">
                  <a:pos x="274" y="109"/>
                </a:cxn>
                <a:cxn ang="0">
                  <a:pos x="265" y="108"/>
                </a:cxn>
                <a:cxn ang="0">
                  <a:pos x="263" y="108"/>
                </a:cxn>
                <a:cxn ang="0">
                  <a:pos x="255" y="108"/>
                </a:cxn>
                <a:cxn ang="0">
                  <a:pos x="209" y="105"/>
                </a:cxn>
                <a:cxn ang="0">
                  <a:pos x="175" y="102"/>
                </a:cxn>
                <a:cxn ang="0">
                  <a:pos x="114" y="95"/>
                </a:cxn>
                <a:cxn ang="0">
                  <a:pos x="32" y="78"/>
                </a:cxn>
                <a:cxn ang="0">
                  <a:pos x="11" y="70"/>
                </a:cxn>
                <a:cxn ang="0">
                  <a:pos x="4" y="64"/>
                </a:cxn>
                <a:cxn ang="0">
                  <a:pos x="1" y="60"/>
                </a:cxn>
              </a:cxnLst>
              <a:rect l="0" t="0" r="r" b="b"/>
              <a:pathLst>
                <a:path w="778" h="111">
                  <a:moveTo>
                    <a:pt x="1" y="60"/>
                  </a:moveTo>
                  <a:cubicBezTo>
                    <a:pt x="2" y="61"/>
                    <a:pt x="2" y="61"/>
                    <a:pt x="2" y="61"/>
                  </a:cubicBezTo>
                  <a:cubicBezTo>
                    <a:pt x="1" y="61"/>
                    <a:pt x="1" y="61"/>
                    <a:pt x="1" y="61"/>
                  </a:cubicBezTo>
                  <a:cubicBezTo>
                    <a:pt x="1" y="60"/>
                    <a:pt x="1" y="60"/>
                    <a:pt x="1" y="60"/>
                  </a:cubicBezTo>
                  <a:cubicBezTo>
                    <a:pt x="1" y="60"/>
                    <a:pt x="1" y="60"/>
                    <a:pt x="1" y="60"/>
                  </a:cubicBezTo>
                  <a:cubicBezTo>
                    <a:pt x="1" y="60"/>
                    <a:pt x="1" y="60"/>
                    <a:pt x="1" y="59"/>
                  </a:cubicBezTo>
                  <a:cubicBezTo>
                    <a:pt x="1" y="59"/>
                    <a:pt x="1" y="59"/>
                    <a:pt x="1" y="59"/>
                  </a:cubicBezTo>
                  <a:cubicBezTo>
                    <a:pt x="0" y="58"/>
                    <a:pt x="0" y="57"/>
                    <a:pt x="0" y="56"/>
                  </a:cubicBezTo>
                  <a:cubicBezTo>
                    <a:pt x="0" y="53"/>
                    <a:pt x="1" y="50"/>
                    <a:pt x="4" y="47"/>
                  </a:cubicBezTo>
                  <a:cubicBezTo>
                    <a:pt x="9" y="42"/>
                    <a:pt x="18" y="38"/>
                    <a:pt x="32" y="33"/>
                  </a:cubicBezTo>
                  <a:cubicBezTo>
                    <a:pt x="51" y="27"/>
                    <a:pt x="78" y="21"/>
                    <a:pt x="114" y="16"/>
                  </a:cubicBezTo>
                  <a:cubicBezTo>
                    <a:pt x="115" y="16"/>
                    <a:pt x="115" y="16"/>
                    <a:pt x="116" y="16"/>
                  </a:cubicBezTo>
                  <a:cubicBezTo>
                    <a:pt x="146" y="11"/>
                    <a:pt x="178" y="8"/>
                    <a:pt x="213" y="5"/>
                  </a:cubicBezTo>
                  <a:cubicBezTo>
                    <a:pt x="213" y="5"/>
                    <a:pt x="214" y="5"/>
                    <a:pt x="214" y="5"/>
                  </a:cubicBezTo>
                  <a:cubicBezTo>
                    <a:pt x="215" y="5"/>
                    <a:pt x="215" y="5"/>
                    <a:pt x="216" y="5"/>
                  </a:cubicBezTo>
                  <a:cubicBezTo>
                    <a:pt x="268" y="2"/>
                    <a:pt x="326" y="0"/>
                    <a:pt x="389" y="0"/>
                  </a:cubicBezTo>
                  <a:cubicBezTo>
                    <a:pt x="453" y="0"/>
                    <a:pt x="511" y="2"/>
                    <a:pt x="563" y="5"/>
                  </a:cubicBezTo>
                  <a:cubicBezTo>
                    <a:pt x="563" y="6"/>
                    <a:pt x="564" y="6"/>
                    <a:pt x="564" y="6"/>
                  </a:cubicBezTo>
                  <a:cubicBezTo>
                    <a:pt x="565" y="6"/>
                    <a:pt x="565" y="6"/>
                    <a:pt x="566" y="6"/>
                  </a:cubicBezTo>
                  <a:cubicBezTo>
                    <a:pt x="601" y="8"/>
                    <a:pt x="633" y="12"/>
                    <a:pt x="663" y="16"/>
                  </a:cubicBezTo>
                  <a:cubicBezTo>
                    <a:pt x="664" y="16"/>
                    <a:pt x="664" y="16"/>
                    <a:pt x="665" y="16"/>
                  </a:cubicBezTo>
                  <a:cubicBezTo>
                    <a:pt x="690" y="20"/>
                    <a:pt x="712" y="24"/>
                    <a:pt x="729" y="28"/>
                  </a:cubicBezTo>
                  <a:cubicBezTo>
                    <a:pt x="762" y="36"/>
                    <a:pt x="778" y="46"/>
                    <a:pt x="778" y="56"/>
                  </a:cubicBezTo>
                  <a:cubicBezTo>
                    <a:pt x="778" y="57"/>
                    <a:pt x="778" y="60"/>
                    <a:pt x="776" y="62"/>
                  </a:cubicBezTo>
                  <a:cubicBezTo>
                    <a:pt x="777" y="61"/>
                    <a:pt x="777" y="61"/>
                    <a:pt x="777" y="61"/>
                  </a:cubicBezTo>
                  <a:cubicBezTo>
                    <a:pt x="776" y="62"/>
                    <a:pt x="775" y="64"/>
                    <a:pt x="774" y="65"/>
                  </a:cubicBezTo>
                  <a:cubicBezTo>
                    <a:pt x="766" y="71"/>
                    <a:pt x="751" y="78"/>
                    <a:pt x="729" y="83"/>
                  </a:cubicBezTo>
                  <a:cubicBezTo>
                    <a:pt x="712" y="87"/>
                    <a:pt x="690" y="91"/>
                    <a:pt x="665" y="95"/>
                  </a:cubicBezTo>
                  <a:cubicBezTo>
                    <a:pt x="646" y="98"/>
                    <a:pt x="625" y="100"/>
                    <a:pt x="604" y="102"/>
                  </a:cubicBezTo>
                  <a:cubicBezTo>
                    <a:pt x="594" y="103"/>
                    <a:pt x="583" y="104"/>
                    <a:pt x="571" y="105"/>
                  </a:cubicBezTo>
                  <a:cubicBezTo>
                    <a:pt x="560" y="106"/>
                    <a:pt x="548" y="107"/>
                    <a:pt x="536" y="107"/>
                  </a:cubicBezTo>
                  <a:cubicBezTo>
                    <a:pt x="532" y="108"/>
                    <a:pt x="529" y="108"/>
                    <a:pt x="526" y="108"/>
                  </a:cubicBezTo>
                  <a:cubicBezTo>
                    <a:pt x="522" y="108"/>
                    <a:pt x="518" y="108"/>
                    <a:pt x="514" y="108"/>
                  </a:cubicBezTo>
                  <a:cubicBezTo>
                    <a:pt x="453" y="110"/>
                    <a:pt x="453" y="110"/>
                    <a:pt x="453" y="110"/>
                  </a:cubicBezTo>
                  <a:cubicBezTo>
                    <a:pt x="432" y="111"/>
                    <a:pt x="411" y="111"/>
                    <a:pt x="389" y="111"/>
                  </a:cubicBezTo>
                  <a:cubicBezTo>
                    <a:pt x="375" y="111"/>
                    <a:pt x="360" y="111"/>
                    <a:pt x="346" y="111"/>
                  </a:cubicBezTo>
                  <a:cubicBezTo>
                    <a:pt x="305" y="110"/>
                    <a:pt x="305" y="110"/>
                    <a:pt x="305" y="110"/>
                  </a:cubicBezTo>
                  <a:cubicBezTo>
                    <a:pt x="302" y="110"/>
                    <a:pt x="298" y="110"/>
                    <a:pt x="295" y="110"/>
                  </a:cubicBezTo>
                  <a:cubicBezTo>
                    <a:pt x="279" y="109"/>
                    <a:pt x="279" y="109"/>
                    <a:pt x="279" y="109"/>
                  </a:cubicBezTo>
                  <a:cubicBezTo>
                    <a:pt x="278" y="109"/>
                    <a:pt x="276" y="109"/>
                    <a:pt x="274" y="109"/>
                  </a:cubicBezTo>
                  <a:cubicBezTo>
                    <a:pt x="272" y="109"/>
                    <a:pt x="269" y="109"/>
                    <a:pt x="265" y="108"/>
                  </a:cubicBezTo>
                  <a:cubicBezTo>
                    <a:pt x="264" y="108"/>
                    <a:pt x="264" y="108"/>
                    <a:pt x="263" y="108"/>
                  </a:cubicBezTo>
                  <a:cubicBezTo>
                    <a:pt x="260" y="108"/>
                    <a:pt x="257" y="108"/>
                    <a:pt x="255" y="108"/>
                  </a:cubicBezTo>
                  <a:cubicBezTo>
                    <a:pt x="239" y="107"/>
                    <a:pt x="224" y="106"/>
                    <a:pt x="209" y="105"/>
                  </a:cubicBezTo>
                  <a:cubicBezTo>
                    <a:pt x="197" y="104"/>
                    <a:pt x="186" y="103"/>
                    <a:pt x="175" y="102"/>
                  </a:cubicBezTo>
                  <a:cubicBezTo>
                    <a:pt x="153" y="100"/>
                    <a:pt x="133" y="98"/>
                    <a:pt x="114" y="95"/>
                  </a:cubicBezTo>
                  <a:cubicBezTo>
                    <a:pt x="78" y="90"/>
                    <a:pt x="51" y="84"/>
                    <a:pt x="32" y="78"/>
                  </a:cubicBezTo>
                  <a:cubicBezTo>
                    <a:pt x="23" y="75"/>
                    <a:pt x="16" y="72"/>
                    <a:pt x="11" y="70"/>
                  </a:cubicBezTo>
                  <a:cubicBezTo>
                    <a:pt x="8" y="68"/>
                    <a:pt x="6" y="66"/>
                    <a:pt x="4" y="64"/>
                  </a:cubicBezTo>
                  <a:cubicBezTo>
                    <a:pt x="4" y="64"/>
                    <a:pt x="3" y="62"/>
                    <a:pt x="1" y="60"/>
                  </a:cubicBez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59"/>
          <p:cNvGrpSpPr/>
          <p:nvPr/>
        </p:nvGrpSpPr>
        <p:grpSpPr>
          <a:xfrm>
            <a:off x="712331" y="978670"/>
            <a:ext cx="2276195" cy="671368"/>
            <a:chOff x="7154104" y="3244276"/>
            <a:chExt cx="2276195" cy="671368"/>
          </a:xfrm>
        </p:grpSpPr>
        <p:sp>
          <p:nvSpPr>
            <p:cNvPr id="62" name="TextBox 61"/>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3" name="Rectangle 62"/>
            <p:cNvSpPr/>
            <p:nvPr/>
          </p:nvSpPr>
          <p:spPr>
            <a:xfrm>
              <a:off x="7154104" y="3244276"/>
              <a:ext cx="1032334" cy="184666"/>
            </a:xfrm>
            <a:prstGeom prst="rect">
              <a:avLst/>
            </a:prstGeom>
          </p:spPr>
          <p:txBody>
            <a:bodyPr wrap="none" lIns="0" tIns="0" rIns="0" bIns="0">
              <a:spAutoFit/>
            </a:bodyPr>
            <a:lstStyle/>
            <a:p>
              <a:r>
                <a:rPr lang="en-US" sz="1200" b="1" dirty="0">
                  <a:solidFill>
                    <a:schemeClr val="accent4"/>
                  </a:solidFill>
                </a:rPr>
                <a:t>Keyword Here</a:t>
              </a:r>
            </a:p>
          </p:txBody>
        </p:sp>
      </p:grpSp>
      <p:grpSp>
        <p:nvGrpSpPr>
          <p:cNvPr id="9" name="Group 58"/>
          <p:cNvGrpSpPr/>
          <p:nvPr/>
        </p:nvGrpSpPr>
        <p:grpSpPr>
          <a:xfrm>
            <a:off x="625202" y="2639748"/>
            <a:ext cx="2276195" cy="680893"/>
            <a:chOff x="7174424" y="1381167"/>
            <a:chExt cx="2276195" cy="680893"/>
          </a:xfrm>
        </p:grpSpPr>
        <p:sp>
          <p:nvSpPr>
            <p:cNvPr id="65" name="TextBox 64"/>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6" name="Rectangle 65"/>
            <p:cNvSpPr/>
            <p:nvPr/>
          </p:nvSpPr>
          <p:spPr>
            <a:xfrm>
              <a:off x="7174424" y="1381167"/>
              <a:ext cx="1032334" cy="184666"/>
            </a:xfrm>
            <a:prstGeom prst="rect">
              <a:avLst/>
            </a:prstGeom>
          </p:spPr>
          <p:txBody>
            <a:bodyPr wrap="none" lIns="0" tIns="0" rIns="0" bIns="0">
              <a:spAutoFit/>
            </a:bodyPr>
            <a:lstStyle/>
            <a:p>
              <a:r>
                <a:rPr lang="en-US" sz="1200" b="1" dirty="0">
                  <a:solidFill>
                    <a:schemeClr val="accent2"/>
                  </a:solidFill>
                </a:rPr>
                <a:t>Keyword Here</a:t>
              </a:r>
            </a:p>
          </p:txBody>
        </p:sp>
      </p:grpSp>
      <p:grpSp>
        <p:nvGrpSpPr>
          <p:cNvPr id="10" name="Group 56"/>
          <p:cNvGrpSpPr/>
          <p:nvPr/>
        </p:nvGrpSpPr>
        <p:grpSpPr>
          <a:xfrm>
            <a:off x="6184996" y="1387176"/>
            <a:ext cx="2276196" cy="666111"/>
            <a:chOff x="-296510" y="1406858"/>
            <a:chExt cx="2276196" cy="666111"/>
          </a:xfrm>
        </p:grpSpPr>
        <p:sp>
          <p:nvSpPr>
            <p:cNvPr id="68" name="TextBox 67"/>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9" name="Rectangle 68"/>
            <p:cNvSpPr/>
            <p:nvPr/>
          </p:nvSpPr>
          <p:spPr>
            <a:xfrm>
              <a:off x="947351" y="1406858"/>
              <a:ext cx="1032334" cy="184666"/>
            </a:xfrm>
            <a:prstGeom prst="rect">
              <a:avLst/>
            </a:prstGeom>
          </p:spPr>
          <p:txBody>
            <a:bodyPr wrap="none" lIns="0" tIns="0" rIns="0" bIns="0">
              <a:spAutoFit/>
            </a:bodyPr>
            <a:lstStyle/>
            <a:p>
              <a:pPr algn="r"/>
              <a:r>
                <a:rPr lang="en-US" sz="1200" b="1" dirty="0">
                  <a:solidFill>
                    <a:schemeClr val="accent3"/>
                  </a:solidFill>
                </a:rPr>
                <a:t>Keyword Here</a:t>
              </a:r>
            </a:p>
          </p:txBody>
        </p:sp>
      </p:grpSp>
      <p:grpSp>
        <p:nvGrpSpPr>
          <p:cNvPr id="11" name="Group 56"/>
          <p:cNvGrpSpPr/>
          <p:nvPr/>
        </p:nvGrpSpPr>
        <p:grpSpPr>
          <a:xfrm>
            <a:off x="6184996" y="3993284"/>
            <a:ext cx="2276196" cy="652318"/>
            <a:chOff x="-296510" y="1420651"/>
            <a:chExt cx="2276196" cy="652318"/>
          </a:xfrm>
        </p:grpSpPr>
        <p:sp>
          <p:nvSpPr>
            <p:cNvPr id="77" name="TextBox 76"/>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8" name="Rectangle 77"/>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1"/>
                  </a:solidFill>
                </a:rPr>
                <a:t>Keyword Here</a:t>
              </a:r>
            </a:p>
          </p:txBody>
        </p:sp>
      </p:grpSp>
      <p:grpSp>
        <p:nvGrpSpPr>
          <p:cNvPr id="12" name="Group 81"/>
          <p:cNvGrpSpPr/>
          <p:nvPr/>
        </p:nvGrpSpPr>
        <p:grpSpPr>
          <a:xfrm flipH="1" flipV="1">
            <a:off x="5623142" y="4120393"/>
            <a:ext cx="455253" cy="217757"/>
            <a:chOff x="3376482" y="1459073"/>
            <a:chExt cx="455253" cy="221445"/>
          </a:xfrm>
        </p:grpSpPr>
        <p:cxnSp>
          <p:nvCxnSpPr>
            <p:cNvPr id="80" name="Straight Connector 79"/>
            <p:cNvCxnSpPr/>
            <p:nvPr/>
          </p:nvCxnSpPr>
          <p:spPr>
            <a:xfrm flipH="1" flipV="1">
              <a:off x="3592681" y="1460250"/>
              <a:ext cx="239054" cy="220268"/>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flipV="1">
              <a:off x="3376482" y="1459073"/>
              <a:ext cx="216200" cy="0"/>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3" name="Group 88"/>
          <p:cNvGrpSpPr/>
          <p:nvPr/>
        </p:nvGrpSpPr>
        <p:grpSpPr>
          <a:xfrm>
            <a:off x="6103020" y="2215009"/>
            <a:ext cx="2426184" cy="68814"/>
            <a:chOff x="6103020" y="2215009"/>
            <a:chExt cx="2426184" cy="68814"/>
          </a:xfrm>
        </p:grpSpPr>
        <p:cxnSp>
          <p:nvCxnSpPr>
            <p:cNvPr id="83" name="Straight Connector 82"/>
            <p:cNvCxnSpPr/>
            <p:nvPr/>
          </p:nvCxnSpPr>
          <p:spPr>
            <a:xfrm flipH="1">
              <a:off x="6295224" y="2215009"/>
              <a:ext cx="2233980" cy="894"/>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8427800">
              <a:off x="6103020" y="2283823"/>
              <a:ext cx="216200" cy="0"/>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4" name="Group 81"/>
          <p:cNvGrpSpPr/>
          <p:nvPr/>
        </p:nvGrpSpPr>
        <p:grpSpPr>
          <a:xfrm>
            <a:off x="3260621" y="1276690"/>
            <a:ext cx="455253" cy="217757"/>
            <a:chOff x="3376482" y="1459073"/>
            <a:chExt cx="455253" cy="221445"/>
          </a:xfrm>
        </p:grpSpPr>
        <p:cxnSp>
          <p:nvCxnSpPr>
            <p:cNvPr id="86" name="Straight Connector 85"/>
            <p:cNvCxnSpPr/>
            <p:nvPr/>
          </p:nvCxnSpPr>
          <p:spPr>
            <a:xfrm flipH="1" flipV="1">
              <a:off x="3592681" y="1460250"/>
              <a:ext cx="239054" cy="220268"/>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flipH="1" flipV="1">
              <a:off x="3376482" y="1459073"/>
              <a:ext cx="216200" cy="0"/>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5" name="Group 89"/>
          <p:cNvGrpSpPr/>
          <p:nvPr/>
        </p:nvGrpSpPr>
        <p:grpSpPr>
          <a:xfrm rot="10800000">
            <a:off x="654014" y="3378248"/>
            <a:ext cx="2426184" cy="68814"/>
            <a:chOff x="6103020" y="2215009"/>
            <a:chExt cx="2426184" cy="68814"/>
          </a:xfrm>
        </p:grpSpPr>
        <p:cxnSp>
          <p:nvCxnSpPr>
            <p:cNvPr id="91" name="Straight Connector 90"/>
            <p:cNvCxnSpPr/>
            <p:nvPr/>
          </p:nvCxnSpPr>
          <p:spPr>
            <a:xfrm flipH="1">
              <a:off x="6295224" y="2215009"/>
              <a:ext cx="2233980" cy="894"/>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rot="8427800">
              <a:off x="6103020" y="2283823"/>
              <a:ext cx="216200" cy="0"/>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sp>
        <p:nvSpPr>
          <p:cNvPr id="93" name="Freeform 52"/>
          <p:cNvSpPr>
            <a:spLocks noEditPoints="1"/>
          </p:cNvSpPr>
          <p:nvPr/>
        </p:nvSpPr>
        <p:spPr bwMode="auto">
          <a:xfrm>
            <a:off x="4443160" y="4057512"/>
            <a:ext cx="291682" cy="313810"/>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107"/>
          <p:cNvSpPr>
            <a:spLocks noEditPoints="1"/>
          </p:cNvSpPr>
          <p:nvPr/>
        </p:nvSpPr>
        <p:spPr bwMode="auto">
          <a:xfrm>
            <a:off x="4395826" y="2131434"/>
            <a:ext cx="325390" cy="330005"/>
          </a:xfrm>
          <a:custGeom>
            <a:avLst/>
            <a:gdLst/>
            <a:ahLst/>
            <a:cxnLst>
              <a:cxn ang="0">
                <a:pos x="64" y="14"/>
              </a:cxn>
              <a:cxn ang="0">
                <a:pos x="12" y="65"/>
              </a:cxn>
              <a:cxn ang="0">
                <a:pos x="10" y="66"/>
              </a:cxn>
              <a:cxn ang="0">
                <a:pos x="8" y="65"/>
              </a:cxn>
              <a:cxn ang="0">
                <a:pos x="0" y="57"/>
              </a:cxn>
              <a:cxn ang="0">
                <a:pos x="0" y="56"/>
              </a:cxn>
              <a:cxn ang="0">
                <a:pos x="0" y="54"/>
              </a:cxn>
              <a:cxn ang="0">
                <a:pos x="52" y="2"/>
              </a:cxn>
              <a:cxn ang="0">
                <a:pos x="54" y="1"/>
              </a:cxn>
              <a:cxn ang="0">
                <a:pos x="56" y="2"/>
              </a:cxn>
              <a:cxn ang="0">
                <a:pos x="64" y="10"/>
              </a:cxn>
              <a:cxn ang="0">
                <a:pos x="64" y="12"/>
              </a:cxn>
              <a:cxn ang="0">
                <a:pos x="64" y="14"/>
              </a:cxn>
              <a:cxn ang="0">
                <a:pos x="14" y="5"/>
              </a:cxn>
              <a:cxn ang="0">
                <a:pos x="10" y="7"/>
              </a:cxn>
              <a:cxn ang="0">
                <a:pos x="9" y="11"/>
              </a:cxn>
              <a:cxn ang="0">
                <a:pos x="8" y="7"/>
              </a:cxn>
              <a:cxn ang="0">
                <a:pos x="4" y="5"/>
              </a:cxn>
              <a:cxn ang="0">
                <a:pos x="8" y="4"/>
              </a:cxn>
              <a:cxn ang="0">
                <a:pos x="9" y="0"/>
              </a:cxn>
              <a:cxn ang="0">
                <a:pos x="10" y="4"/>
              </a:cxn>
              <a:cxn ang="0">
                <a:pos x="14" y="5"/>
              </a:cxn>
              <a:cxn ang="0">
                <a:pos x="32" y="13"/>
              </a:cxn>
              <a:cxn ang="0">
                <a:pos x="24" y="16"/>
              </a:cxn>
              <a:cxn ang="0">
                <a:pos x="22" y="23"/>
              </a:cxn>
              <a:cxn ang="0">
                <a:pos x="19" y="16"/>
              </a:cxn>
              <a:cxn ang="0">
                <a:pos x="11" y="13"/>
              </a:cxn>
              <a:cxn ang="0">
                <a:pos x="19" y="11"/>
              </a:cxn>
              <a:cxn ang="0">
                <a:pos x="22" y="3"/>
              </a:cxn>
              <a:cxn ang="0">
                <a:pos x="24" y="11"/>
              </a:cxn>
              <a:cxn ang="0">
                <a:pos x="32" y="13"/>
              </a:cxn>
              <a:cxn ang="0">
                <a:pos x="40" y="5"/>
              </a:cxn>
              <a:cxn ang="0">
                <a:pos x="36" y="7"/>
              </a:cxn>
              <a:cxn ang="0">
                <a:pos x="34" y="11"/>
              </a:cxn>
              <a:cxn ang="0">
                <a:pos x="33" y="7"/>
              </a:cxn>
              <a:cxn ang="0">
                <a:pos x="29" y="5"/>
              </a:cxn>
              <a:cxn ang="0">
                <a:pos x="33" y="4"/>
              </a:cxn>
              <a:cxn ang="0">
                <a:pos x="34" y="0"/>
              </a:cxn>
              <a:cxn ang="0">
                <a:pos x="36" y="4"/>
              </a:cxn>
              <a:cxn ang="0">
                <a:pos x="40" y="5"/>
              </a:cxn>
              <a:cxn ang="0">
                <a:pos x="58" y="12"/>
              </a:cxn>
              <a:cxn ang="0">
                <a:pos x="54" y="8"/>
              </a:cxn>
              <a:cxn ang="0">
                <a:pos x="42" y="19"/>
              </a:cxn>
              <a:cxn ang="0">
                <a:pos x="46" y="24"/>
              </a:cxn>
              <a:cxn ang="0">
                <a:pos x="58" y="12"/>
              </a:cxn>
              <a:cxn ang="0">
                <a:pos x="65" y="31"/>
              </a:cxn>
              <a:cxn ang="0">
                <a:pos x="61" y="32"/>
              </a:cxn>
              <a:cxn ang="0">
                <a:pos x="60" y="36"/>
              </a:cxn>
              <a:cxn ang="0">
                <a:pos x="59" y="32"/>
              </a:cxn>
              <a:cxn ang="0">
                <a:pos x="55" y="31"/>
              </a:cxn>
              <a:cxn ang="0">
                <a:pos x="59" y="30"/>
              </a:cxn>
              <a:cxn ang="0">
                <a:pos x="60" y="26"/>
              </a:cxn>
              <a:cxn ang="0">
                <a:pos x="61" y="30"/>
              </a:cxn>
              <a:cxn ang="0">
                <a:pos x="65" y="31"/>
              </a:cxn>
            </a:cxnLst>
            <a:rect l="0" t="0" r="r" b="b"/>
            <a:pathLst>
              <a:path w="65" h="66">
                <a:moveTo>
                  <a:pt x="64" y="14"/>
                </a:moveTo>
                <a:cubicBezTo>
                  <a:pt x="12" y="65"/>
                  <a:pt x="12" y="65"/>
                  <a:pt x="12" y="65"/>
                </a:cubicBezTo>
                <a:cubicBezTo>
                  <a:pt x="11" y="66"/>
                  <a:pt x="11" y="66"/>
                  <a:pt x="10" y="66"/>
                </a:cubicBezTo>
                <a:cubicBezTo>
                  <a:pt x="9" y="66"/>
                  <a:pt x="9" y="66"/>
                  <a:pt x="8" y="65"/>
                </a:cubicBezTo>
                <a:cubicBezTo>
                  <a:pt x="0" y="57"/>
                  <a:pt x="0" y="57"/>
                  <a:pt x="0" y="57"/>
                </a:cubicBezTo>
                <a:cubicBezTo>
                  <a:pt x="0" y="57"/>
                  <a:pt x="0" y="56"/>
                  <a:pt x="0" y="56"/>
                </a:cubicBezTo>
                <a:cubicBezTo>
                  <a:pt x="0" y="55"/>
                  <a:pt x="0" y="54"/>
                  <a:pt x="0" y="54"/>
                </a:cubicBezTo>
                <a:cubicBezTo>
                  <a:pt x="52" y="2"/>
                  <a:pt x="52" y="2"/>
                  <a:pt x="52" y="2"/>
                </a:cubicBezTo>
                <a:cubicBezTo>
                  <a:pt x="52" y="2"/>
                  <a:pt x="53" y="1"/>
                  <a:pt x="54" y="1"/>
                </a:cubicBezTo>
                <a:cubicBezTo>
                  <a:pt x="54" y="1"/>
                  <a:pt x="55" y="2"/>
                  <a:pt x="56" y="2"/>
                </a:cubicBezTo>
                <a:cubicBezTo>
                  <a:pt x="64" y="10"/>
                  <a:pt x="64" y="10"/>
                  <a:pt x="64" y="10"/>
                </a:cubicBezTo>
                <a:cubicBezTo>
                  <a:pt x="64" y="11"/>
                  <a:pt x="64" y="11"/>
                  <a:pt x="64" y="12"/>
                </a:cubicBezTo>
                <a:cubicBezTo>
                  <a:pt x="64" y="13"/>
                  <a:pt x="64" y="13"/>
                  <a:pt x="64" y="14"/>
                </a:cubicBezTo>
                <a:close/>
                <a:moveTo>
                  <a:pt x="14" y="5"/>
                </a:moveTo>
                <a:cubicBezTo>
                  <a:pt x="10" y="7"/>
                  <a:pt x="10" y="7"/>
                  <a:pt x="10" y="7"/>
                </a:cubicBezTo>
                <a:cubicBezTo>
                  <a:pt x="9" y="11"/>
                  <a:pt x="9" y="11"/>
                  <a:pt x="9" y="11"/>
                </a:cubicBezTo>
                <a:cubicBezTo>
                  <a:pt x="8" y="7"/>
                  <a:pt x="8" y="7"/>
                  <a:pt x="8" y="7"/>
                </a:cubicBezTo>
                <a:cubicBezTo>
                  <a:pt x="4" y="5"/>
                  <a:pt x="4" y="5"/>
                  <a:pt x="4" y="5"/>
                </a:cubicBezTo>
                <a:cubicBezTo>
                  <a:pt x="8" y="4"/>
                  <a:pt x="8" y="4"/>
                  <a:pt x="8" y="4"/>
                </a:cubicBezTo>
                <a:cubicBezTo>
                  <a:pt x="9" y="0"/>
                  <a:pt x="9" y="0"/>
                  <a:pt x="9" y="0"/>
                </a:cubicBezTo>
                <a:cubicBezTo>
                  <a:pt x="10" y="4"/>
                  <a:pt x="10" y="4"/>
                  <a:pt x="10" y="4"/>
                </a:cubicBezTo>
                <a:lnTo>
                  <a:pt x="14" y="5"/>
                </a:lnTo>
                <a:close/>
                <a:moveTo>
                  <a:pt x="32" y="13"/>
                </a:moveTo>
                <a:cubicBezTo>
                  <a:pt x="24" y="16"/>
                  <a:pt x="24" y="16"/>
                  <a:pt x="24" y="16"/>
                </a:cubicBezTo>
                <a:cubicBezTo>
                  <a:pt x="22" y="23"/>
                  <a:pt x="22" y="23"/>
                  <a:pt x="22" y="23"/>
                </a:cubicBezTo>
                <a:cubicBezTo>
                  <a:pt x="19" y="16"/>
                  <a:pt x="19" y="16"/>
                  <a:pt x="19" y="16"/>
                </a:cubicBezTo>
                <a:cubicBezTo>
                  <a:pt x="11" y="13"/>
                  <a:pt x="11" y="13"/>
                  <a:pt x="11" y="13"/>
                </a:cubicBezTo>
                <a:cubicBezTo>
                  <a:pt x="19" y="11"/>
                  <a:pt x="19" y="11"/>
                  <a:pt x="19" y="11"/>
                </a:cubicBezTo>
                <a:cubicBezTo>
                  <a:pt x="22" y="3"/>
                  <a:pt x="22" y="3"/>
                  <a:pt x="22" y="3"/>
                </a:cubicBezTo>
                <a:cubicBezTo>
                  <a:pt x="24" y="11"/>
                  <a:pt x="24" y="11"/>
                  <a:pt x="24" y="11"/>
                </a:cubicBezTo>
                <a:lnTo>
                  <a:pt x="32" y="13"/>
                </a:lnTo>
                <a:close/>
                <a:moveTo>
                  <a:pt x="40" y="5"/>
                </a:moveTo>
                <a:cubicBezTo>
                  <a:pt x="36" y="7"/>
                  <a:pt x="36" y="7"/>
                  <a:pt x="36" y="7"/>
                </a:cubicBezTo>
                <a:cubicBezTo>
                  <a:pt x="34" y="11"/>
                  <a:pt x="34" y="11"/>
                  <a:pt x="34" y="11"/>
                </a:cubicBezTo>
                <a:cubicBezTo>
                  <a:pt x="33" y="7"/>
                  <a:pt x="33" y="7"/>
                  <a:pt x="33" y="7"/>
                </a:cubicBezTo>
                <a:cubicBezTo>
                  <a:pt x="29" y="5"/>
                  <a:pt x="29" y="5"/>
                  <a:pt x="29" y="5"/>
                </a:cubicBezTo>
                <a:cubicBezTo>
                  <a:pt x="33" y="4"/>
                  <a:pt x="33" y="4"/>
                  <a:pt x="33" y="4"/>
                </a:cubicBezTo>
                <a:cubicBezTo>
                  <a:pt x="34" y="0"/>
                  <a:pt x="34" y="0"/>
                  <a:pt x="34" y="0"/>
                </a:cubicBezTo>
                <a:cubicBezTo>
                  <a:pt x="36" y="4"/>
                  <a:pt x="36" y="4"/>
                  <a:pt x="36" y="4"/>
                </a:cubicBezTo>
                <a:lnTo>
                  <a:pt x="40" y="5"/>
                </a:lnTo>
                <a:close/>
                <a:moveTo>
                  <a:pt x="58" y="12"/>
                </a:moveTo>
                <a:cubicBezTo>
                  <a:pt x="54" y="8"/>
                  <a:pt x="54" y="8"/>
                  <a:pt x="54" y="8"/>
                </a:cubicBezTo>
                <a:cubicBezTo>
                  <a:pt x="42" y="19"/>
                  <a:pt x="42" y="19"/>
                  <a:pt x="42" y="19"/>
                </a:cubicBezTo>
                <a:cubicBezTo>
                  <a:pt x="46" y="24"/>
                  <a:pt x="46" y="24"/>
                  <a:pt x="46" y="24"/>
                </a:cubicBezTo>
                <a:lnTo>
                  <a:pt x="58" y="12"/>
                </a:lnTo>
                <a:close/>
                <a:moveTo>
                  <a:pt x="65" y="31"/>
                </a:moveTo>
                <a:cubicBezTo>
                  <a:pt x="61" y="32"/>
                  <a:pt x="61" y="32"/>
                  <a:pt x="61" y="32"/>
                </a:cubicBezTo>
                <a:cubicBezTo>
                  <a:pt x="60" y="36"/>
                  <a:pt x="60" y="36"/>
                  <a:pt x="60" y="36"/>
                </a:cubicBezTo>
                <a:cubicBezTo>
                  <a:pt x="59" y="32"/>
                  <a:pt x="59" y="32"/>
                  <a:pt x="59" y="32"/>
                </a:cubicBezTo>
                <a:cubicBezTo>
                  <a:pt x="55" y="31"/>
                  <a:pt x="55" y="31"/>
                  <a:pt x="55" y="31"/>
                </a:cubicBezTo>
                <a:cubicBezTo>
                  <a:pt x="59" y="30"/>
                  <a:pt x="59" y="30"/>
                  <a:pt x="59" y="30"/>
                </a:cubicBezTo>
                <a:cubicBezTo>
                  <a:pt x="60" y="26"/>
                  <a:pt x="60" y="26"/>
                  <a:pt x="60" y="26"/>
                </a:cubicBezTo>
                <a:cubicBezTo>
                  <a:pt x="61" y="30"/>
                  <a:pt x="61" y="30"/>
                  <a:pt x="61" y="30"/>
                </a:cubicBezTo>
                <a:lnTo>
                  <a:pt x="65" y="3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86"/>
          <p:cNvSpPr>
            <a:spLocks noEditPoints="1"/>
          </p:cNvSpPr>
          <p:nvPr/>
        </p:nvSpPr>
        <p:spPr bwMode="auto">
          <a:xfrm>
            <a:off x="4433999" y="3027143"/>
            <a:ext cx="249045" cy="419025"/>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152"/>
          <p:cNvSpPr>
            <a:spLocks noEditPoints="1"/>
          </p:cNvSpPr>
          <p:nvPr/>
        </p:nvSpPr>
        <p:spPr bwMode="auto">
          <a:xfrm>
            <a:off x="4406665" y="1331268"/>
            <a:ext cx="303712" cy="280670"/>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Text Placeholder 3"/>
          <p:cNvSpPr txBox="1">
            <a:spLocks/>
          </p:cNvSpPr>
          <p:nvPr/>
        </p:nvSpPr>
        <p:spPr>
          <a:xfrm>
            <a:off x="7844034" y="3642593"/>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1"/>
                </a:solidFill>
                <a:effectLst/>
                <a:uLnTx/>
                <a:uFillTx/>
                <a:latin typeface="+mn-lt"/>
                <a:ea typeface="+mn-ea"/>
                <a:cs typeface="+mn-cs"/>
              </a:rPr>
              <a:t>25%</a:t>
            </a:r>
          </a:p>
        </p:txBody>
      </p:sp>
      <p:sp>
        <p:nvSpPr>
          <p:cNvPr id="98" name="Text Placeholder 3"/>
          <p:cNvSpPr txBox="1">
            <a:spLocks/>
          </p:cNvSpPr>
          <p:nvPr/>
        </p:nvSpPr>
        <p:spPr>
          <a:xfrm>
            <a:off x="728851" y="1683955"/>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4"/>
                </a:solidFill>
                <a:effectLst/>
                <a:uLnTx/>
                <a:uFillTx/>
                <a:latin typeface="+mn-lt"/>
                <a:ea typeface="+mn-ea"/>
                <a:cs typeface="+mn-cs"/>
              </a:rPr>
              <a:t>90%</a:t>
            </a:r>
          </a:p>
        </p:txBody>
      </p:sp>
      <p:sp>
        <p:nvSpPr>
          <p:cNvPr id="99" name="Text Placeholder 3"/>
          <p:cNvSpPr txBox="1">
            <a:spLocks/>
          </p:cNvSpPr>
          <p:nvPr/>
        </p:nvSpPr>
        <p:spPr>
          <a:xfrm>
            <a:off x="625202" y="3567677"/>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2"/>
                </a:solidFill>
                <a:effectLst/>
                <a:uLnTx/>
                <a:uFillTx/>
                <a:latin typeface="+mn-lt"/>
                <a:ea typeface="+mn-ea"/>
                <a:cs typeface="+mn-cs"/>
              </a:rPr>
              <a:t>50%</a:t>
            </a:r>
          </a:p>
        </p:txBody>
      </p:sp>
      <p:sp>
        <p:nvSpPr>
          <p:cNvPr id="100" name="Text Placeholder 3"/>
          <p:cNvSpPr txBox="1">
            <a:spLocks/>
          </p:cNvSpPr>
          <p:nvPr/>
        </p:nvSpPr>
        <p:spPr>
          <a:xfrm>
            <a:off x="7929726" y="2270416"/>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i="0" u="none" strike="noStrike" kern="1200" cap="none" spc="0" normalizeH="0" baseline="0" noProof="0" dirty="0">
                <a:ln>
                  <a:noFill/>
                </a:ln>
                <a:solidFill>
                  <a:schemeClr val="accent3"/>
                </a:solidFill>
                <a:effectLst/>
                <a:uLnTx/>
                <a:uFillTx/>
                <a:latin typeface="+mn-lt"/>
                <a:ea typeface="+mn-ea"/>
                <a:cs typeface="+mn-cs"/>
              </a:rPr>
              <a:t>75%</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93"/>
                                        </p:tgtEl>
                                        <p:attrNameLst>
                                          <p:attrName>style.visibility</p:attrName>
                                        </p:attrNameLst>
                                      </p:cBhvr>
                                      <p:to>
                                        <p:strVal val="visible"/>
                                      </p:to>
                                    </p:set>
                                    <p:anim calcmode="lin" valueType="num">
                                      <p:cBhvr>
                                        <p:cTn id="12" dur="500" fill="hold"/>
                                        <p:tgtEl>
                                          <p:spTgt spid="93"/>
                                        </p:tgtEl>
                                        <p:attrNameLst>
                                          <p:attrName>ppt_w</p:attrName>
                                        </p:attrNameLst>
                                      </p:cBhvr>
                                      <p:tavLst>
                                        <p:tav tm="0">
                                          <p:val>
                                            <p:fltVal val="0"/>
                                          </p:val>
                                        </p:tav>
                                        <p:tav tm="100000">
                                          <p:val>
                                            <p:strVal val="#ppt_w"/>
                                          </p:val>
                                        </p:tav>
                                      </p:tavLst>
                                    </p:anim>
                                    <p:anim calcmode="lin" valueType="num">
                                      <p:cBhvr>
                                        <p:cTn id="13" dur="500" fill="hold"/>
                                        <p:tgtEl>
                                          <p:spTgt spid="93"/>
                                        </p:tgtEl>
                                        <p:attrNameLst>
                                          <p:attrName>ppt_h</p:attrName>
                                        </p:attrNameLst>
                                      </p:cBhvr>
                                      <p:tavLst>
                                        <p:tav tm="0">
                                          <p:val>
                                            <p:fltVal val="0"/>
                                          </p:val>
                                        </p:tav>
                                        <p:tav tm="100000">
                                          <p:val>
                                            <p:strVal val="#ppt_h"/>
                                          </p:val>
                                        </p:tav>
                                      </p:tavLst>
                                    </p:anim>
                                    <p:animEffect transition="in" filter="fade">
                                      <p:cBhvr>
                                        <p:cTn id="14" dur="500"/>
                                        <p:tgtEl>
                                          <p:spTgt spid="93"/>
                                        </p:tgtEl>
                                      </p:cBhvr>
                                    </p:animEffect>
                                  </p:childTnLst>
                                </p:cTn>
                              </p:par>
                            </p:childTnLst>
                          </p:cTn>
                        </p:par>
                        <p:par>
                          <p:cTn id="15" fill="hold">
                            <p:stCondLst>
                              <p:cond delay="1000"/>
                            </p:stCondLst>
                            <p:childTnLst>
                              <p:par>
                                <p:cTn id="16" presetID="2" presetClass="entr" presetSubtype="2" accel="50000" decel="50000" fill="hold" grpId="0" nodeType="afterEffect">
                                  <p:stCondLst>
                                    <p:cond delay="0"/>
                                  </p:stCondLst>
                                  <p:childTnLst>
                                    <p:set>
                                      <p:cBhvr>
                                        <p:cTn id="17" dur="1" fill="hold">
                                          <p:stCondLst>
                                            <p:cond delay="0"/>
                                          </p:stCondLst>
                                        </p:cTn>
                                        <p:tgtEl>
                                          <p:spTgt spid="6152"/>
                                        </p:tgtEl>
                                        <p:attrNameLst>
                                          <p:attrName>style.visibility</p:attrName>
                                        </p:attrNameLst>
                                      </p:cBhvr>
                                      <p:to>
                                        <p:strVal val="visible"/>
                                      </p:to>
                                    </p:set>
                                    <p:anim calcmode="lin" valueType="num">
                                      <p:cBhvr additive="base">
                                        <p:cTn id="18" dur="500" fill="hold"/>
                                        <p:tgtEl>
                                          <p:spTgt spid="6152"/>
                                        </p:tgtEl>
                                        <p:attrNameLst>
                                          <p:attrName>ppt_x</p:attrName>
                                        </p:attrNameLst>
                                      </p:cBhvr>
                                      <p:tavLst>
                                        <p:tav tm="0">
                                          <p:val>
                                            <p:strVal val="1+#ppt_w/2"/>
                                          </p:val>
                                        </p:tav>
                                        <p:tav tm="100000">
                                          <p:val>
                                            <p:strVal val="#ppt_x"/>
                                          </p:val>
                                        </p:tav>
                                      </p:tavLst>
                                    </p:anim>
                                    <p:anim calcmode="lin" valueType="num">
                                      <p:cBhvr additive="base">
                                        <p:cTn id="19" dur="500" fill="hold"/>
                                        <p:tgtEl>
                                          <p:spTgt spid="6152"/>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95"/>
                                        </p:tgtEl>
                                        <p:attrNameLst>
                                          <p:attrName>style.visibility</p:attrName>
                                        </p:attrNameLst>
                                      </p:cBhvr>
                                      <p:to>
                                        <p:strVal val="visible"/>
                                      </p:to>
                                    </p:set>
                                    <p:anim calcmode="lin" valueType="num">
                                      <p:cBhvr>
                                        <p:cTn id="23" dur="500" fill="hold"/>
                                        <p:tgtEl>
                                          <p:spTgt spid="95"/>
                                        </p:tgtEl>
                                        <p:attrNameLst>
                                          <p:attrName>ppt_w</p:attrName>
                                        </p:attrNameLst>
                                      </p:cBhvr>
                                      <p:tavLst>
                                        <p:tav tm="0">
                                          <p:val>
                                            <p:fltVal val="0"/>
                                          </p:val>
                                        </p:tav>
                                        <p:tav tm="100000">
                                          <p:val>
                                            <p:strVal val="#ppt_w"/>
                                          </p:val>
                                        </p:tav>
                                      </p:tavLst>
                                    </p:anim>
                                    <p:anim calcmode="lin" valueType="num">
                                      <p:cBhvr>
                                        <p:cTn id="24" dur="500" fill="hold"/>
                                        <p:tgtEl>
                                          <p:spTgt spid="95"/>
                                        </p:tgtEl>
                                        <p:attrNameLst>
                                          <p:attrName>ppt_h</p:attrName>
                                        </p:attrNameLst>
                                      </p:cBhvr>
                                      <p:tavLst>
                                        <p:tav tm="0">
                                          <p:val>
                                            <p:fltVal val="0"/>
                                          </p:val>
                                        </p:tav>
                                        <p:tav tm="100000">
                                          <p:val>
                                            <p:strVal val="#ppt_h"/>
                                          </p:val>
                                        </p:tav>
                                      </p:tavLst>
                                    </p:anim>
                                    <p:animEffect transition="in" filter="fade">
                                      <p:cBhvr>
                                        <p:cTn id="25" dur="500"/>
                                        <p:tgtEl>
                                          <p:spTgt spid="95"/>
                                        </p:tgtEl>
                                      </p:cBhvr>
                                    </p:animEffect>
                                  </p:childTnLst>
                                </p:cTn>
                              </p:par>
                            </p:childTnLst>
                          </p:cTn>
                        </p:par>
                        <p:par>
                          <p:cTn id="26" fill="hold">
                            <p:stCondLst>
                              <p:cond delay="2000"/>
                            </p:stCondLst>
                            <p:childTnLst>
                              <p:par>
                                <p:cTn id="27" presetID="2" presetClass="entr" presetSubtype="8" accel="50000" decel="50000" fill="hold" nodeType="after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additive="base">
                                        <p:cTn id="29" dur="500" fill="hold"/>
                                        <p:tgtEl>
                                          <p:spTgt spid="6"/>
                                        </p:tgtEl>
                                        <p:attrNameLst>
                                          <p:attrName>ppt_x</p:attrName>
                                        </p:attrNameLst>
                                      </p:cBhvr>
                                      <p:tavLst>
                                        <p:tav tm="0">
                                          <p:val>
                                            <p:strVal val="0-#ppt_w/2"/>
                                          </p:val>
                                        </p:tav>
                                        <p:tav tm="100000">
                                          <p:val>
                                            <p:strVal val="#ppt_x"/>
                                          </p:val>
                                        </p:tav>
                                      </p:tavLst>
                                    </p:anim>
                                    <p:anim calcmode="lin" valueType="num">
                                      <p:cBhvr additive="base">
                                        <p:cTn id="30" dur="500" fill="hold"/>
                                        <p:tgtEl>
                                          <p:spTgt spid="6"/>
                                        </p:tgtEl>
                                        <p:attrNameLst>
                                          <p:attrName>ppt_y</p:attrName>
                                        </p:attrNameLst>
                                      </p:cBhvr>
                                      <p:tavLst>
                                        <p:tav tm="0">
                                          <p:val>
                                            <p:strVal val="#ppt_y"/>
                                          </p:val>
                                        </p:tav>
                                        <p:tav tm="100000">
                                          <p:val>
                                            <p:strVal val="#ppt_y"/>
                                          </p:val>
                                        </p:tav>
                                      </p:tavLst>
                                    </p:anim>
                                  </p:childTnLst>
                                </p:cTn>
                              </p:par>
                            </p:childTnLst>
                          </p:cTn>
                        </p:par>
                        <p:par>
                          <p:cTn id="31" fill="hold">
                            <p:stCondLst>
                              <p:cond delay="2500"/>
                            </p:stCondLst>
                            <p:childTnLst>
                              <p:par>
                                <p:cTn id="32" presetID="53" presetClass="entr" presetSubtype="0" fill="hold" grpId="0" nodeType="afterEffect">
                                  <p:stCondLst>
                                    <p:cond delay="0"/>
                                  </p:stCondLst>
                                  <p:childTnLst>
                                    <p:set>
                                      <p:cBhvr>
                                        <p:cTn id="33" dur="1" fill="hold">
                                          <p:stCondLst>
                                            <p:cond delay="0"/>
                                          </p:stCondLst>
                                        </p:cTn>
                                        <p:tgtEl>
                                          <p:spTgt spid="94"/>
                                        </p:tgtEl>
                                        <p:attrNameLst>
                                          <p:attrName>style.visibility</p:attrName>
                                        </p:attrNameLst>
                                      </p:cBhvr>
                                      <p:to>
                                        <p:strVal val="visible"/>
                                      </p:to>
                                    </p:set>
                                    <p:anim calcmode="lin" valueType="num">
                                      <p:cBhvr>
                                        <p:cTn id="34" dur="500" fill="hold"/>
                                        <p:tgtEl>
                                          <p:spTgt spid="94"/>
                                        </p:tgtEl>
                                        <p:attrNameLst>
                                          <p:attrName>ppt_w</p:attrName>
                                        </p:attrNameLst>
                                      </p:cBhvr>
                                      <p:tavLst>
                                        <p:tav tm="0">
                                          <p:val>
                                            <p:fltVal val="0"/>
                                          </p:val>
                                        </p:tav>
                                        <p:tav tm="100000">
                                          <p:val>
                                            <p:strVal val="#ppt_w"/>
                                          </p:val>
                                        </p:tav>
                                      </p:tavLst>
                                    </p:anim>
                                    <p:anim calcmode="lin" valueType="num">
                                      <p:cBhvr>
                                        <p:cTn id="35" dur="500" fill="hold"/>
                                        <p:tgtEl>
                                          <p:spTgt spid="94"/>
                                        </p:tgtEl>
                                        <p:attrNameLst>
                                          <p:attrName>ppt_h</p:attrName>
                                        </p:attrNameLst>
                                      </p:cBhvr>
                                      <p:tavLst>
                                        <p:tav tm="0">
                                          <p:val>
                                            <p:fltVal val="0"/>
                                          </p:val>
                                        </p:tav>
                                        <p:tav tm="100000">
                                          <p:val>
                                            <p:strVal val="#ppt_h"/>
                                          </p:val>
                                        </p:tav>
                                      </p:tavLst>
                                    </p:anim>
                                    <p:animEffect transition="in" filter="fade">
                                      <p:cBhvr>
                                        <p:cTn id="36" dur="500"/>
                                        <p:tgtEl>
                                          <p:spTgt spid="94"/>
                                        </p:tgtEl>
                                      </p:cBhvr>
                                    </p:animEffect>
                                  </p:childTnLst>
                                </p:cTn>
                              </p:par>
                            </p:childTnLst>
                          </p:cTn>
                        </p:par>
                        <p:par>
                          <p:cTn id="37" fill="hold">
                            <p:stCondLst>
                              <p:cond delay="3000"/>
                            </p:stCondLst>
                            <p:childTnLst>
                              <p:par>
                                <p:cTn id="38" presetID="2" presetClass="entr" presetSubtype="1" accel="50000" decel="50000"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500" fill="hold"/>
                                        <p:tgtEl>
                                          <p:spTgt spid="5"/>
                                        </p:tgtEl>
                                        <p:attrNameLst>
                                          <p:attrName>ppt_x</p:attrName>
                                        </p:attrNameLst>
                                      </p:cBhvr>
                                      <p:tavLst>
                                        <p:tav tm="0">
                                          <p:val>
                                            <p:strVal val="#ppt_x"/>
                                          </p:val>
                                        </p:tav>
                                        <p:tav tm="100000">
                                          <p:val>
                                            <p:strVal val="#ppt_x"/>
                                          </p:val>
                                        </p:tav>
                                      </p:tavLst>
                                    </p:anim>
                                    <p:anim calcmode="lin" valueType="num">
                                      <p:cBhvr additive="base">
                                        <p:cTn id="41" dur="500" fill="hold"/>
                                        <p:tgtEl>
                                          <p:spTgt spid="5"/>
                                        </p:tgtEl>
                                        <p:attrNameLst>
                                          <p:attrName>ppt_y</p:attrName>
                                        </p:attrNameLst>
                                      </p:cBhvr>
                                      <p:tavLst>
                                        <p:tav tm="0">
                                          <p:val>
                                            <p:strVal val="0-#ppt_h/2"/>
                                          </p:val>
                                        </p:tav>
                                        <p:tav tm="100000">
                                          <p:val>
                                            <p:strVal val="#ppt_y"/>
                                          </p:val>
                                        </p:tav>
                                      </p:tavLst>
                                    </p:anim>
                                  </p:childTnLst>
                                </p:cTn>
                              </p:par>
                            </p:childTnLst>
                          </p:cTn>
                        </p:par>
                        <p:par>
                          <p:cTn id="42" fill="hold">
                            <p:stCondLst>
                              <p:cond delay="3500"/>
                            </p:stCondLst>
                            <p:childTnLst>
                              <p:par>
                                <p:cTn id="43" presetID="53" presetClass="entr" presetSubtype="0" fill="hold" grpId="0" nodeType="afterEffect">
                                  <p:stCondLst>
                                    <p:cond delay="0"/>
                                  </p:stCondLst>
                                  <p:childTnLst>
                                    <p:set>
                                      <p:cBhvr>
                                        <p:cTn id="44" dur="1" fill="hold">
                                          <p:stCondLst>
                                            <p:cond delay="0"/>
                                          </p:stCondLst>
                                        </p:cTn>
                                        <p:tgtEl>
                                          <p:spTgt spid="96"/>
                                        </p:tgtEl>
                                        <p:attrNameLst>
                                          <p:attrName>style.visibility</p:attrName>
                                        </p:attrNameLst>
                                      </p:cBhvr>
                                      <p:to>
                                        <p:strVal val="visible"/>
                                      </p:to>
                                    </p:set>
                                    <p:anim calcmode="lin" valueType="num">
                                      <p:cBhvr>
                                        <p:cTn id="45" dur="500" fill="hold"/>
                                        <p:tgtEl>
                                          <p:spTgt spid="96"/>
                                        </p:tgtEl>
                                        <p:attrNameLst>
                                          <p:attrName>ppt_w</p:attrName>
                                        </p:attrNameLst>
                                      </p:cBhvr>
                                      <p:tavLst>
                                        <p:tav tm="0">
                                          <p:val>
                                            <p:fltVal val="0"/>
                                          </p:val>
                                        </p:tav>
                                        <p:tav tm="100000">
                                          <p:val>
                                            <p:strVal val="#ppt_w"/>
                                          </p:val>
                                        </p:tav>
                                      </p:tavLst>
                                    </p:anim>
                                    <p:anim calcmode="lin" valueType="num">
                                      <p:cBhvr>
                                        <p:cTn id="46" dur="500" fill="hold"/>
                                        <p:tgtEl>
                                          <p:spTgt spid="96"/>
                                        </p:tgtEl>
                                        <p:attrNameLst>
                                          <p:attrName>ppt_h</p:attrName>
                                        </p:attrNameLst>
                                      </p:cBhvr>
                                      <p:tavLst>
                                        <p:tav tm="0">
                                          <p:val>
                                            <p:fltVal val="0"/>
                                          </p:val>
                                        </p:tav>
                                        <p:tav tm="100000">
                                          <p:val>
                                            <p:strVal val="#ppt_h"/>
                                          </p:val>
                                        </p:tav>
                                      </p:tavLst>
                                    </p:anim>
                                    <p:animEffect transition="in" filter="fade">
                                      <p:cBhvr>
                                        <p:cTn id="47" dur="500"/>
                                        <p:tgtEl>
                                          <p:spTgt spid="96"/>
                                        </p:tgtEl>
                                      </p:cBhvr>
                                    </p:animEffect>
                                  </p:childTnLst>
                                </p:cTn>
                              </p:par>
                            </p:childTnLst>
                          </p:cTn>
                        </p:par>
                        <p:par>
                          <p:cTn id="48" fill="hold">
                            <p:stCondLst>
                              <p:cond delay="4000"/>
                            </p:stCondLst>
                            <p:childTnLst>
                              <p:par>
                                <p:cTn id="49" presetID="18" presetClass="entr" presetSubtype="6"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strips(downRight)">
                                      <p:cBhvr>
                                        <p:cTn id="51" dur="500"/>
                                        <p:tgtEl>
                                          <p:spTgt spid="12"/>
                                        </p:tgtEl>
                                      </p:cBhvr>
                                    </p:animEffect>
                                  </p:childTnLst>
                                </p:cTn>
                              </p:par>
                              <p:par>
                                <p:cTn id="52" presetID="2" presetClass="entr" presetSubtype="2" accel="50000" decel="50000" fill="hold"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additive="base">
                                        <p:cTn id="54" dur="1000" fill="hold"/>
                                        <p:tgtEl>
                                          <p:spTgt spid="11"/>
                                        </p:tgtEl>
                                        <p:attrNameLst>
                                          <p:attrName>ppt_x</p:attrName>
                                        </p:attrNameLst>
                                      </p:cBhvr>
                                      <p:tavLst>
                                        <p:tav tm="0">
                                          <p:val>
                                            <p:strVal val="1+#ppt_w/2"/>
                                          </p:val>
                                        </p:tav>
                                        <p:tav tm="100000">
                                          <p:val>
                                            <p:strVal val="#ppt_x"/>
                                          </p:val>
                                        </p:tav>
                                      </p:tavLst>
                                    </p:anim>
                                    <p:anim calcmode="lin" valueType="num">
                                      <p:cBhvr additive="base">
                                        <p:cTn id="55" dur="1000" fill="hold"/>
                                        <p:tgtEl>
                                          <p:spTgt spid="11"/>
                                        </p:tgtEl>
                                        <p:attrNameLst>
                                          <p:attrName>ppt_y</p:attrName>
                                        </p:attrNameLst>
                                      </p:cBhvr>
                                      <p:tavLst>
                                        <p:tav tm="0">
                                          <p:val>
                                            <p:strVal val="#ppt_y"/>
                                          </p:val>
                                        </p:tav>
                                        <p:tav tm="100000">
                                          <p:val>
                                            <p:strVal val="#ppt_y"/>
                                          </p:val>
                                        </p:tav>
                                      </p:tavLst>
                                    </p:anim>
                                  </p:childTnLst>
                                </p:cTn>
                              </p:par>
                              <p:par>
                                <p:cTn id="56" presetID="53" presetClass="entr" presetSubtype="0" fill="hold" grpId="0" nodeType="withEffect">
                                  <p:stCondLst>
                                    <p:cond delay="0"/>
                                  </p:stCondLst>
                                  <p:childTnLst>
                                    <p:set>
                                      <p:cBhvr>
                                        <p:cTn id="57" dur="1" fill="hold">
                                          <p:stCondLst>
                                            <p:cond delay="0"/>
                                          </p:stCondLst>
                                        </p:cTn>
                                        <p:tgtEl>
                                          <p:spTgt spid="97"/>
                                        </p:tgtEl>
                                        <p:attrNameLst>
                                          <p:attrName>style.visibility</p:attrName>
                                        </p:attrNameLst>
                                      </p:cBhvr>
                                      <p:to>
                                        <p:strVal val="visible"/>
                                      </p:to>
                                    </p:set>
                                    <p:anim calcmode="lin" valueType="num">
                                      <p:cBhvr>
                                        <p:cTn id="58" dur="500" fill="hold"/>
                                        <p:tgtEl>
                                          <p:spTgt spid="97"/>
                                        </p:tgtEl>
                                        <p:attrNameLst>
                                          <p:attrName>ppt_w</p:attrName>
                                        </p:attrNameLst>
                                      </p:cBhvr>
                                      <p:tavLst>
                                        <p:tav tm="0">
                                          <p:val>
                                            <p:fltVal val="0"/>
                                          </p:val>
                                        </p:tav>
                                        <p:tav tm="100000">
                                          <p:val>
                                            <p:strVal val="#ppt_w"/>
                                          </p:val>
                                        </p:tav>
                                      </p:tavLst>
                                    </p:anim>
                                    <p:anim calcmode="lin" valueType="num">
                                      <p:cBhvr>
                                        <p:cTn id="59" dur="500" fill="hold"/>
                                        <p:tgtEl>
                                          <p:spTgt spid="97"/>
                                        </p:tgtEl>
                                        <p:attrNameLst>
                                          <p:attrName>ppt_h</p:attrName>
                                        </p:attrNameLst>
                                      </p:cBhvr>
                                      <p:tavLst>
                                        <p:tav tm="0">
                                          <p:val>
                                            <p:fltVal val="0"/>
                                          </p:val>
                                        </p:tav>
                                        <p:tav tm="100000">
                                          <p:val>
                                            <p:strVal val="#ppt_h"/>
                                          </p:val>
                                        </p:tav>
                                      </p:tavLst>
                                    </p:anim>
                                    <p:animEffect transition="in" filter="fade">
                                      <p:cBhvr>
                                        <p:cTn id="60" dur="500"/>
                                        <p:tgtEl>
                                          <p:spTgt spid="97"/>
                                        </p:tgtEl>
                                      </p:cBhvr>
                                    </p:animEffect>
                                  </p:childTnLst>
                                </p:cTn>
                              </p:par>
                            </p:childTnLst>
                          </p:cTn>
                        </p:par>
                        <p:par>
                          <p:cTn id="61" fill="hold">
                            <p:stCondLst>
                              <p:cond delay="5000"/>
                            </p:stCondLst>
                            <p:childTnLst>
                              <p:par>
                                <p:cTn id="62" presetID="18" presetClass="entr" presetSubtype="12" fill="hold" nodeType="afterEffect">
                                  <p:stCondLst>
                                    <p:cond delay="0"/>
                                  </p:stCondLst>
                                  <p:childTnLst>
                                    <p:set>
                                      <p:cBhvr>
                                        <p:cTn id="63" dur="1" fill="hold">
                                          <p:stCondLst>
                                            <p:cond delay="0"/>
                                          </p:stCondLst>
                                        </p:cTn>
                                        <p:tgtEl>
                                          <p:spTgt spid="15"/>
                                        </p:tgtEl>
                                        <p:attrNameLst>
                                          <p:attrName>style.visibility</p:attrName>
                                        </p:attrNameLst>
                                      </p:cBhvr>
                                      <p:to>
                                        <p:strVal val="visible"/>
                                      </p:to>
                                    </p:set>
                                    <p:animEffect transition="in" filter="strips(downLeft)">
                                      <p:cBhvr>
                                        <p:cTn id="64" dur="500"/>
                                        <p:tgtEl>
                                          <p:spTgt spid="15"/>
                                        </p:tgtEl>
                                      </p:cBhvr>
                                    </p:animEffect>
                                  </p:childTnLst>
                                </p:cTn>
                              </p:par>
                              <p:par>
                                <p:cTn id="65" presetID="2" presetClass="entr" presetSubtype="8" accel="50000" decel="50000" fill="hold"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additive="base">
                                        <p:cTn id="67" dur="1000" fill="hold"/>
                                        <p:tgtEl>
                                          <p:spTgt spid="9"/>
                                        </p:tgtEl>
                                        <p:attrNameLst>
                                          <p:attrName>ppt_x</p:attrName>
                                        </p:attrNameLst>
                                      </p:cBhvr>
                                      <p:tavLst>
                                        <p:tav tm="0">
                                          <p:val>
                                            <p:strVal val="0-#ppt_w/2"/>
                                          </p:val>
                                        </p:tav>
                                        <p:tav tm="100000">
                                          <p:val>
                                            <p:strVal val="#ppt_x"/>
                                          </p:val>
                                        </p:tav>
                                      </p:tavLst>
                                    </p:anim>
                                    <p:anim calcmode="lin" valueType="num">
                                      <p:cBhvr additive="base">
                                        <p:cTn id="68" dur="1000" fill="hold"/>
                                        <p:tgtEl>
                                          <p:spTgt spid="9"/>
                                        </p:tgtEl>
                                        <p:attrNameLst>
                                          <p:attrName>ppt_y</p:attrName>
                                        </p:attrNameLst>
                                      </p:cBhvr>
                                      <p:tavLst>
                                        <p:tav tm="0">
                                          <p:val>
                                            <p:strVal val="#ppt_y"/>
                                          </p:val>
                                        </p:tav>
                                        <p:tav tm="100000">
                                          <p:val>
                                            <p:strVal val="#ppt_y"/>
                                          </p:val>
                                        </p:tav>
                                      </p:tavLst>
                                    </p:anim>
                                  </p:childTnLst>
                                </p:cTn>
                              </p:par>
                              <p:par>
                                <p:cTn id="69" presetID="53" presetClass="entr" presetSubtype="0" fill="hold" grpId="0" nodeType="withEffect">
                                  <p:stCondLst>
                                    <p:cond delay="0"/>
                                  </p:stCondLst>
                                  <p:childTnLst>
                                    <p:set>
                                      <p:cBhvr>
                                        <p:cTn id="70" dur="1" fill="hold">
                                          <p:stCondLst>
                                            <p:cond delay="0"/>
                                          </p:stCondLst>
                                        </p:cTn>
                                        <p:tgtEl>
                                          <p:spTgt spid="99"/>
                                        </p:tgtEl>
                                        <p:attrNameLst>
                                          <p:attrName>style.visibility</p:attrName>
                                        </p:attrNameLst>
                                      </p:cBhvr>
                                      <p:to>
                                        <p:strVal val="visible"/>
                                      </p:to>
                                    </p:set>
                                    <p:anim calcmode="lin" valueType="num">
                                      <p:cBhvr>
                                        <p:cTn id="71" dur="500" fill="hold"/>
                                        <p:tgtEl>
                                          <p:spTgt spid="99"/>
                                        </p:tgtEl>
                                        <p:attrNameLst>
                                          <p:attrName>ppt_w</p:attrName>
                                        </p:attrNameLst>
                                      </p:cBhvr>
                                      <p:tavLst>
                                        <p:tav tm="0">
                                          <p:val>
                                            <p:fltVal val="0"/>
                                          </p:val>
                                        </p:tav>
                                        <p:tav tm="100000">
                                          <p:val>
                                            <p:strVal val="#ppt_w"/>
                                          </p:val>
                                        </p:tav>
                                      </p:tavLst>
                                    </p:anim>
                                    <p:anim calcmode="lin" valueType="num">
                                      <p:cBhvr>
                                        <p:cTn id="72" dur="500" fill="hold"/>
                                        <p:tgtEl>
                                          <p:spTgt spid="99"/>
                                        </p:tgtEl>
                                        <p:attrNameLst>
                                          <p:attrName>ppt_h</p:attrName>
                                        </p:attrNameLst>
                                      </p:cBhvr>
                                      <p:tavLst>
                                        <p:tav tm="0">
                                          <p:val>
                                            <p:fltVal val="0"/>
                                          </p:val>
                                        </p:tav>
                                        <p:tav tm="100000">
                                          <p:val>
                                            <p:strVal val="#ppt_h"/>
                                          </p:val>
                                        </p:tav>
                                      </p:tavLst>
                                    </p:anim>
                                    <p:animEffect transition="in" filter="fade">
                                      <p:cBhvr>
                                        <p:cTn id="73" dur="500"/>
                                        <p:tgtEl>
                                          <p:spTgt spid="99"/>
                                        </p:tgtEl>
                                      </p:cBhvr>
                                    </p:animEffect>
                                  </p:childTnLst>
                                </p:cTn>
                              </p:par>
                            </p:childTnLst>
                          </p:cTn>
                        </p:par>
                        <p:par>
                          <p:cTn id="74" fill="hold">
                            <p:stCondLst>
                              <p:cond delay="6000"/>
                            </p:stCondLst>
                            <p:childTnLst>
                              <p:par>
                                <p:cTn id="75" presetID="18" presetClass="entr" presetSubtype="3" fill="hold" nodeType="afterEffect">
                                  <p:stCondLst>
                                    <p:cond delay="0"/>
                                  </p:stCondLst>
                                  <p:childTnLst>
                                    <p:set>
                                      <p:cBhvr>
                                        <p:cTn id="76" dur="1" fill="hold">
                                          <p:stCondLst>
                                            <p:cond delay="0"/>
                                          </p:stCondLst>
                                        </p:cTn>
                                        <p:tgtEl>
                                          <p:spTgt spid="13"/>
                                        </p:tgtEl>
                                        <p:attrNameLst>
                                          <p:attrName>style.visibility</p:attrName>
                                        </p:attrNameLst>
                                      </p:cBhvr>
                                      <p:to>
                                        <p:strVal val="visible"/>
                                      </p:to>
                                    </p:set>
                                    <p:animEffect transition="in" filter="strips(upRight)">
                                      <p:cBhvr>
                                        <p:cTn id="77" dur="500"/>
                                        <p:tgtEl>
                                          <p:spTgt spid="13"/>
                                        </p:tgtEl>
                                      </p:cBhvr>
                                    </p:animEffect>
                                  </p:childTnLst>
                                </p:cTn>
                              </p:par>
                              <p:par>
                                <p:cTn id="78" presetID="2" presetClass="entr" presetSubtype="2" accel="50000" decel="50000" fill="hold"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additive="base">
                                        <p:cTn id="80" dur="1000" fill="hold"/>
                                        <p:tgtEl>
                                          <p:spTgt spid="10"/>
                                        </p:tgtEl>
                                        <p:attrNameLst>
                                          <p:attrName>ppt_x</p:attrName>
                                        </p:attrNameLst>
                                      </p:cBhvr>
                                      <p:tavLst>
                                        <p:tav tm="0">
                                          <p:val>
                                            <p:strVal val="1+#ppt_w/2"/>
                                          </p:val>
                                        </p:tav>
                                        <p:tav tm="100000">
                                          <p:val>
                                            <p:strVal val="#ppt_x"/>
                                          </p:val>
                                        </p:tav>
                                      </p:tavLst>
                                    </p:anim>
                                    <p:anim calcmode="lin" valueType="num">
                                      <p:cBhvr additive="base">
                                        <p:cTn id="81" dur="1000" fill="hold"/>
                                        <p:tgtEl>
                                          <p:spTgt spid="10"/>
                                        </p:tgtEl>
                                        <p:attrNameLst>
                                          <p:attrName>ppt_y</p:attrName>
                                        </p:attrNameLst>
                                      </p:cBhvr>
                                      <p:tavLst>
                                        <p:tav tm="0">
                                          <p:val>
                                            <p:strVal val="#ppt_y"/>
                                          </p:val>
                                        </p:tav>
                                        <p:tav tm="100000">
                                          <p:val>
                                            <p:strVal val="#ppt_y"/>
                                          </p:val>
                                        </p:tav>
                                      </p:tavLst>
                                    </p:anim>
                                  </p:childTnLst>
                                </p:cTn>
                              </p:par>
                              <p:par>
                                <p:cTn id="82" presetID="53" presetClass="entr" presetSubtype="0" fill="hold" grpId="0" nodeType="withEffect">
                                  <p:stCondLst>
                                    <p:cond delay="0"/>
                                  </p:stCondLst>
                                  <p:childTnLst>
                                    <p:set>
                                      <p:cBhvr>
                                        <p:cTn id="83" dur="1" fill="hold">
                                          <p:stCondLst>
                                            <p:cond delay="0"/>
                                          </p:stCondLst>
                                        </p:cTn>
                                        <p:tgtEl>
                                          <p:spTgt spid="100"/>
                                        </p:tgtEl>
                                        <p:attrNameLst>
                                          <p:attrName>style.visibility</p:attrName>
                                        </p:attrNameLst>
                                      </p:cBhvr>
                                      <p:to>
                                        <p:strVal val="visible"/>
                                      </p:to>
                                    </p:set>
                                    <p:anim calcmode="lin" valueType="num">
                                      <p:cBhvr>
                                        <p:cTn id="84" dur="500" fill="hold"/>
                                        <p:tgtEl>
                                          <p:spTgt spid="100"/>
                                        </p:tgtEl>
                                        <p:attrNameLst>
                                          <p:attrName>ppt_w</p:attrName>
                                        </p:attrNameLst>
                                      </p:cBhvr>
                                      <p:tavLst>
                                        <p:tav tm="0">
                                          <p:val>
                                            <p:fltVal val="0"/>
                                          </p:val>
                                        </p:tav>
                                        <p:tav tm="100000">
                                          <p:val>
                                            <p:strVal val="#ppt_w"/>
                                          </p:val>
                                        </p:tav>
                                      </p:tavLst>
                                    </p:anim>
                                    <p:anim calcmode="lin" valueType="num">
                                      <p:cBhvr>
                                        <p:cTn id="85" dur="500" fill="hold"/>
                                        <p:tgtEl>
                                          <p:spTgt spid="100"/>
                                        </p:tgtEl>
                                        <p:attrNameLst>
                                          <p:attrName>ppt_h</p:attrName>
                                        </p:attrNameLst>
                                      </p:cBhvr>
                                      <p:tavLst>
                                        <p:tav tm="0">
                                          <p:val>
                                            <p:fltVal val="0"/>
                                          </p:val>
                                        </p:tav>
                                        <p:tav tm="100000">
                                          <p:val>
                                            <p:strVal val="#ppt_h"/>
                                          </p:val>
                                        </p:tav>
                                      </p:tavLst>
                                    </p:anim>
                                    <p:animEffect transition="in" filter="fade">
                                      <p:cBhvr>
                                        <p:cTn id="86" dur="500"/>
                                        <p:tgtEl>
                                          <p:spTgt spid="100"/>
                                        </p:tgtEl>
                                      </p:cBhvr>
                                    </p:animEffect>
                                  </p:childTnLst>
                                </p:cTn>
                              </p:par>
                            </p:childTnLst>
                          </p:cTn>
                        </p:par>
                        <p:par>
                          <p:cTn id="87" fill="hold">
                            <p:stCondLst>
                              <p:cond delay="7000"/>
                            </p:stCondLst>
                            <p:childTnLst>
                              <p:par>
                                <p:cTn id="88" presetID="18" presetClass="entr" presetSubtype="9" fill="hold" nodeType="after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strips(upLeft)">
                                      <p:cBhvr>
                                        <p:cTn id="90" dur="500"/>
                                        <p:tgtEl>
                                          <p:spTgt spid="14"/>
                                        </p:tgtEl>
                                      </p:cBhvr>
                                    </p:animEffect>
                                  </p:childTnLst>
                                </p:cTn>
                              </p:par>
                              <p:par>
                                <p:cTn id="91" presetID="2" presetClass="entr" presetSubtype="8" accel="50000" decel="50000" fill="hold" nodeType="withEffect">
                                  <p:stCondLst>
                                    <p:cond delay="0"/>
                                  </p:stCondLst>
                                  <p:childTnLst>
                                    <p:set>
                                      <p:cBhvr>
                                        <p:cTn id="92" dur="1" fill="hold">
                                          <p:stCondLst>
                                            <p:cond delay="0"/>
                                          </p:stCondLst>
                                        </p:cTn>
                                        <p:tgtEl>
                                          <p:spTgt spid="8"/>
                                        </p:tgtEl>
                                        <p:attrNameLst>
                                          <p:attrName>style.visibility</p:attrName>
                                        </p:attrNameLst>
                                      </p:cBhvr>
                                      <p:to>
                                        <p:strVal val="visible"/>
                                      </p:to>
                                    </p:set>
                                    <p:anim calcmode="lin" valueType="num">
                                      <p:cBhvr additive="base">
                                        <p:cTn id="93" dur="1000" fill="hold"/>
                                        <p:tgtEl>
                                          <p:spTgt spid="8"/>
                                        </p:tgtEl>
                                        <p:attrNameLst>
                                          <p:attrName>ppt_x</p:attrName>
                                        </p:attrNameLst>
                                      </p:cBhvr>
                                      <p:tavLst>
                                        <p:tav tm="0">
                                          <p:val>
                                            <p:strVal val="0-#ppt_w/2"/>
                                          </p:val>
                                        </p:tav>
                                        <p:tav tm="100000">
                                          <p:val>
                                            <p:strVal val="#ppt_x"/>
                                          </p:val>
                                        </p:tav>
                                      </p:tavLst>
                                    </p:anim>
                                    <p:anim calcmode="lin" valueType="num">
                                      <p:cBhvr additive="base">
                                        <p:cTn id="94" dur="1000" fill="hold"/>
                                        <p:tgtEl>
                                          <p:spTgt spid="8"/>
                                        </p:tgtEl>
                                        <p:attrNameLst>
                                          <p:attrName>ppt_y</p:attrName>
                                        </p:attrNameLst>
                                      </p:cBhvr>
                                      <p:tavLst>
                                        <p:tav tm="0">
                                          <p:val>
                                            <p:strVal val="#ppt_y"/>
                                          </p:val>
                                        </p:tav>
                                        <p:tav tm="100000">
                                          <p:val>
                                            <p:strVal val="#ppt_y"/>
                                          </p:val>
                                        </p:tav>
                                      </p:tavLst>
                                    </p:anim>
                                  </p:childTnLst>
                                </p:cTn>
                              </p:par>
                              <p:par>
                                <p:cTn id="95" presetID="53" presetClass="entr" presetSubtype="0" fill="hold" grpId="0" nodeType="withEffect">
                                  <p:stCondLst>
                                    <p:cond delay="0"/>
                                  </p:stCondLst>
                                  <p:childTnLst>
                                    <p:set>
                                      <p:cBhvr>
                                        <p:cTn id="96" dur="1" fill="hold">
                                          <p:stCondLst>
                                            <p:cond delay="0"/>
                                          </p:stCondLst>
                                        </p:cTn>
                                        <p:tgtEl>
                                          <p:spTgt spid="98"/>
                                        </p:tgtEl>
                                        <p:attrNameLst>
                                          <p:attrName>style.visibility</p:attrName>
                                        </p:attrNameLst>
                                      </p:cBhvr>
                                      <p:to>
                                        <p:strVal val="visible"/>
                                      </p:to>
                                    </p:set>
                                    <p:anim calcmode="lin" valueType="num">
                                      <p:cBhvr>
                                        <p:cTn id="97" dur="500" fill="hold"/>
                                        <p:tgtEl>
                                          <p:spTgt spid="98"/>
                                        </p:tgtEl>
                                        <p:attrNameLst>
                                          <p:attrName>ppt_w</p:attrName>
                                        </p:attrNameLst>
                                      </p:cBhvr>
                                      <p:tavLst>
                                        <p:tav tm="0">
                                          <p:val>
                                            <p:fltVal val="0"/>
                                          </p:val>
                                        </p:tav>
                                        <p:tav tm="100000">
                                          <p:val>
                                            <p:strVal val="#ppt_w"/>
                                          </p:val>
                                        </p:tav>
                                      </p:tavLst>
                                    </p:anim>
                                    <p:anim calcmode="lin" valueType="num">
                                      <p:cBhvr>
                                        <p:cTn id="98" dur="500" fill="hold"/>
                                        <p:tgtEl>
                                          <p:spTgt spid="98"/>
                                        </p:tgtEl>
                                        <p:attrNameLst>
                                          <p:attrName>ppt_h</p:attrName>
                                        </p:attrNameLst>
                                      </p:cBhvr>
                                      <p:tavLst>
                                        <p:tav tm="0">
                                          <p:val>
                                            <p:fltVal val="0"/>
                                          </p:val>
                                        </p:tav>
                                        <p:tav tm="100000">
                                          <p:val>
                                            <p:strVal val="#ppt_h"/>
                                          </p:val>
                                        </p:tav>
                                      </p:tavLst>
                                    </p:anim>
                                    <p:animEffect transition="in" filter="fade">
                                      <p:cBhvr>
                                        <p:cTn id="99"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2" grpId="0" animBg="1"/>
      <p:bldP spid="93" grpId="0" animBg="1"/>
      <p:bldP spid="94" grpId="0" animBg="1"/>
      <p:bldP spid="95" grpId="0" animBg="1"/>
      <p:bldP spid="96" grpId="0" animBg="1"/>
      <p:bldP spid="97" grpId="0"/>
      <p:bldP spid="98" grpId="0"/>
      <p:bldP spid="99" grpId="0"/>
      <p:bldP spid="100"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a:t>Column data Slide</a:t>
            </a:r>
          </a:p>
        </p:txBody>
      </p:sp>
      <p:sp>
        <p:nvSpPr>
          <p:cNvPr id="8" name="Text Placeholder 7"/>
          <p:cNvSpPr>
            <a:spLocks noGrp="1"/>
          </p:cNvSpPr>
          <p:nvPr>
            <p:ph type="body" sz="half" idx="2"/>
          </p:nvPr>
        </p:nvSpPr>
        <p:spPr/>
        <p:txBody>
          <a:bodyPr/>
          <a:lstStyle/>
          <a:p>
            <a:r>
              <a:rPr lang="en-US" dirty="0"/>
              <a:t>Column data Slide</a:t>
            </a:r>
          </a:p>
        </p:txBody>
      </p:sp>
      <p:sp>
        <p:nvSpPr>
          <p:cNvPr id="30" name="Slide Number Placeholder 29"/>
          <p:cNvSpPr>
            <a:spLocks noGrp="1"/>
          </p:cNvSpPr>
          <p:nvPr>
            <p:ph type="sldNum" sz="quarter" idx="12"/>
          </p:nvPr>
        </p:nvSpPr>
        <p:spPr/>
        <p:txBody>
          <a:bodyPr/>
          <a:lstStyle/>
          <a:p>
            <a:fld id="{C136B7D2-B98C-44FD-8D04-7EC62A564975}" type="slidenum">
              <a:rPr lang="en-US" smtClean="0"/>
              <a:pPr/>
              <a:t>215</a:t>
            </a:fld>
            <a:endParaRPr lang="en-US" dirty="0"/>
          </a:p>
        </p:txBody>
      </p:sp>
      <p:sp>
        <p:nvSpPr>
          <p:cNvPr id="5" name="Can 4"/>
          <p:cNvSpPr/>
          <p:nvPr/>
        </p:nvSpPr>
        <p:spPr bwMode="auto">
          <a:xfrm>
            <a:off x="4216011" y="4119591"/>
            <a:ext cx="711978" cy="686945"/>
          </a:xfrm>
          <a:prstGeom prst="can">
            <a:avLst/>
          </a:prstGeom>
          <a:gradFill>
            <a:gsLst>
              <a:gs pos="0">
                <a:schemeClr val="tx1">
                  <a:lumMod val="50000"/>
                  <a:lumOff val="50000"/>
                </a:schemeClr>
              </a:gs>
              <a:gs pos="50000">
                <a:schemeClr val="bg2">
                  <a:lumMod val="7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Can 5"/>
          <p:cNvSpPr/>
          <p:nvPr/>
        </p:nvSpPr>
        <p:spPr bwMode="auto">
          <a:xfrm>
            <a:off x="4334674" y="3619996"/>
            <a:ext cx="474652" cy="624495"/>
          </a:xfrm>
          <a:prstGeom prst="can">
            <a:avLst/>
          </a:prstGeom>
          <a:gradFill>
            <a:gsLst>
              <a:gs pos="0">
                <a:schemeClr val="accent1"/>
              </a:gs>
              <a:gs pos="50000">
                <a:schemeClr val="accent1">
                  <a:lumMod val="7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Pentagon 20"/>
          <p:cNvSpPr/>
          <p:nvPr/>
        </p:nvSpPr>
        <p:spPr bwMode="auto">
          <a:xfrm>
            <a:off x="4809326" y="3776865"/>
            <a:ext cx="1058074" cy="406279"/>
          </a:xfrm>
          <a:prstGeom prst="homePlat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 name="Can 8"/>
          <p:cNvSpPr/>
          <p:nvPr/>
        </p:nvSpPr>
        <p:spPr bwMode="auto">
          <a:xfrm>
            <a:off x="4216011" y="3120400"/>
            <a:ext cx="711978" cy="686945"/>
          </a:xfrm>
          <a:prstGeom prst="can">
            <a:avLst/>
          </a:prstGeom>
          <a:gradFill>
            <a:gsLst>
              <a:gs pos="0">
                <a:schemeClr val="tx1">
                  <a:lumMod val="50000"/>
                  <a:lumOff val="50000"/>
                </a:schemeClr>
              </a:gs>
              <a:gs pos="50000">
                <a:schemeClr val="bg2">
                  <a:lumMod val="7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Can 9"/>
          <p:cNvSpPr/>
          <p:nvPr/>
        </p:nvSpPr>
        <p:spPr bwMode="auto">
          <a:xfrm>
            <a:off x="4334674" y="2620805"/>
            <a:ext cx="474652" cy="624495"/>
          </a:xfrm>
          <a:prstGeom prst="can">
            <a:avLst/>
          </a:prstGeom>
          <a:gradFill>
            <a:gsLst>
              <a:gs pos="0">
                <a:schemeClr val="accent2">
                  <a:lumMod val="75000"/>
                </a:schemeClr>
              </a:gs>
              <a:gs pos="50000">
                <a:schemeClr val="accent2"/>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2" name="Pentagon 21"/>
          <p:cNvSpPr/>
          <p:nvPr/>
        </p:nvSpPr>
        <p:spPr bwMode="auto">
          <a:xfrm flipH="1">
            <a:off x="3276600" y="2762433"/>
            <a:ext cx="1058074" cy="406279"/>
          </a:xfrm>
          <a:prstGeom prst="homePlat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 name="Can 10"/>
          <p:cNvSpPr/>
          <p:nvPr/>
        </p:nvSpPr>
        <p:spPr bwMode="auto">
          <a:xfrm>
            <a:off x="4216011" y="2121208"/>
            <a:ext cx="711978" cy="686945"/>
          </a:xfrm>
          <a:prstGeom prst="can">
            <a:avLst/>
          </a:prstGeom>
          <a:gradFill>
            <a:gsLst>
              <a:gs pos="0">
                <a:schemeClr val="tx1">
                  <a:lumMod val="50000"/>
                  <a:lumOff val="50000"/>
                </a:schemeClr>
              </a:gs>
              <a:gs pos="50000">
                <a:schemeClr val="bg2">
                  <a:lumMod val="7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Can 12"/>
          <p:cNvSpPr/>
          <p:nvPr/>
        </p:nvSpPr>
        <p:spPr bwMode="auto">
          <a:xfrm>
            <a:off x="4334674" y="1623546"/>
            <a:ext cx="474652" cy="624495"/>
          </a:xfrm>
          <a:prstGeom prst="can">
            <a:avLst/>
          </a:prstGeom>
          <a:gradFill>
            <a:gsLst>
              <a:gs pos="0">
                <a:schemeClr val="accent3"/>
              </a:gs>
              <a:gs pos="50000">
                <a:schemeClr val="accent3">
                  <a:lumMod val="7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Pentagon 18"/>
          <p:cNvSpPr/>
          <p:nvPr/>
        </p:nvSpPr>
        <p:spPr bwMode="auto">
          <a:xfrm>
            <a:off x="4809326" y="1784471"/>
            <a:ext cx="1058074" cy="406279"/>
          </a:xfrm>
          <a:prstGeom prst="homePlat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 name="Can 13"/>
          <p:cNvSpPr/>
          <p:nvPr/>
        </p:nvSpPr>
        <p:spPr bwMode="auto">
          <a:xfrm>
            <a:off x="4216011" y="1123949"/>
            <a:ext cx="711978" cy="686945"/>
          </a:xfrm>
          <a:prstGeom prst="can">
            <a:avLst/>
          </a:prstGeom>
          <a:gradFill>
            <a:gsLst>
              <a:gs pos="0">
                <a:schemeClr val="tx1">
                  <a:lumMod val="50000"/>
                  <a:lumOff val="50000"/>
                </a:schemeClr>
              </a:gs>
              <a:gs pos="50000">
                <a:schemeClr val="bg2">
                  <a:lumMod val="7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57"/>
          <p:cNvGrpSpPr/>
          <p:nvPr/>
        </p:nvGrpSpPr>
        <p:grpSpPr>
          <a:xfrm>
            <a:off x="953310" y="2631383"/>
            <a:ext cx="2247090" cy="671368"/>
            <a:chOff x="-267404" y="3206989"/>
            <a:chExt cx="2247090" cy="671368"/>
          </a:xfrm>
        </p:grpSpPr>
        <p:sp>
          <p:nvSpPr>
            <p:cNvPr id="24" name="TextBox 23"/>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5" name="Rectangle 24"/>
            <p:cNvSpPr/>
            <p:nvPr/>
          </p:nvSpPr>
          <p:spPr>
            <a:xfrm>
              <a:off x="908880" y="3206989"/>
              <a:ext cx="1070806" cy="215444"/>
            </a:xfrm>
            <a:prstGeom prst="rect">
              <a:avLst/>
            </a:prstGeom>
          </p:spPr>
          <p:txBody>
            <a:bodyPr wrap="none" lIns="0" tIns="0" rIns="0" bIns="0">
              <a:spAutoFit/>
            </a:bodyPr>
            <a:lstStyle/>
            <a:p>
              <a:pPr algn="r"/>
              <a:r>
                <a:rPr lang="en-US" sz="1400" b="1" dirty="0">
                  <a:solidFill>
                    <a:schemeClr val="accent2"/>
                  </a:solidFill>
                </a:rPr>
                <a:t>Title Goes Here</a:t>
              </a:r>
            </a:p>
          </p:txBody>
        </p:sp>
      </p:grpSp>
      <p:grpSp>
        <p:nvGrpSpPr>
          <p:cNvPr id="3" name="Group 58"/>
          <p:cNvGrpSpPr/>
          <p:nvPr/>
        </p:nvGrpSpPr>
        <p:grpSpPr>
          <a:xfrm>
            <a:off x="5951220" y="1639397"/>
            <a:ext cx="2276195" cy="680893"/>
            <a:chOff x="7174424" y="1381167"/>
            <a:chExt cx="2276195" cy="680893"/>
          </a:xfrm>
        </p:grpSpPr>
        <p:sp>
          <p:nvSpPr>
            <p:cNvPr id="27" name="TextBox 26"/>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8" name="Rectangle 27"/>
            <p:cNvSpPr/>
            <p:nvPr/>
          </p:nvSpPr>
          <p:spPr>
            <a:xfrm>
              <a:off x="7178222" y="1381167"/>
              <a:ext cx="1070806" cy="215444"/>
            </a:xfrm>
            <a:prstGeom prst="rect">
              <a:avLst/>
            </a:prstGeom>
          </p:spPr>
          <p:txBody>
            <a:bodyPr wrap="none" lIns="0" tIns="0" rIns="0" bIns="0">
              <a:spAutoFit/>
            </a:bodyPr>
            <a:lstStyle/>
            <a:p>
              <a:r>
                <a:rPr lang="en-US" sz="1400" b="1" dirty="0">
                  <a:solidFill>
                    <a:schemeClr val="accent3"/>
                  </a:solidFill>
                </a:rPr>
                <a:t>Title Goes Here</a:t>
              </a:r>
            </a:p>
          </p:txBody>
        </p:sp>
      </p:grpSp>
      <p:grpSp>
        <p:nvGrpSpPr>
          <p:cNvPr id="4" name="Group 58"/>
          <p:cNvGrpSpPr/>
          <p:nvPr/>
        </p:nvGrpSpPr>
        <p:grpSpPr>
          <a:xfrm>
            <a:off x="5943600" y="3643457"/>
            <a:ext cx="2276195" cy="671368"/>
            <a:chOff x="7174424" y="1390692"/>
            <a:chExt cx="2276195" cy="671368"/>
          </a:xfrm>
        </p:grpSpPr>
        <p:sp>
          <p:nvSpPr>
            <p:cNvPr id="31" name="TextBox 30"/>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32" name="Rectangle 31"/>
            <p:cNvSpPr/>
            <p:nvPr/>
          </p:nvSpPr>
          <p:spPr>
            <a:xfrm>
              <a:off x="7174424" y="1390692"/>
              <a:ext cx="1070806" cy="215444"/>
            </a:xfrm>
            <a:prstGeom prst="rect">
              <a:avLst/>
            </a:prstGeom>
          </p:spPr>
          <p:txBody>
            <a:bodyPr wrap="none" lIns="0" tIns="0" rIns="0" bIns="0">
              <a:spAutoFit/>
            </a:bodyPr>
            <a:lstStyle/>
            <a:p>
              <a:r>
                <a:rPr lang="en-US" sz="1400" b="1" dirty="0">
                  <a:solidFill>
                    <a:schemeClr val="accent1"/>
                  </a:solidFill>
                </a:rPr>
                <a:t>Title Goes Here</a:t>
              </a:r>
            </a:p>
          </p:txBody>
        </p:sp>
      </p:grpSp>
      <p:sp>
        <p:nvSpPr>
          <p:cNvPr id="33" name="Freeform 57"/>
          <p:cNvSpPr>
            <a:spLocks noEditPoints="1"/>
          </p:cNvSpPr>
          <p:nvPr/>
        </p:nvSpPr>
        <p:spPr bwMode="auto">
          <a:xfrm>
            <a:off x="5133975" y="1847049"/>
            <a:ext cx="281123" cy="281123"/>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152"/>
          <p:cNvSpPr>
            <a:spLocks noEditPoints="1"/>
          </p:cNvSpPr>
          <p:nvPr/>
        </p:nvSpPr>
        <p:spPr bwMode="auto">
          <a:xfrm>
            <a:off x="3729295" y="2809449"/>
            <a:ext cx="337880" cy="31224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45"/>
          <p:cNvSpPr>
            <a:spLocks/>
          </p:cNvSpPr>
          <p:nvPr/>
        </p:nvSpPr>
        <p:spPr bwMode="auto">
          <a:xfrm>
            <a:off x="5091311" y="3820562"/>
            <a:ext cx="318889" cy="318885"/>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Rectangle 35"/>
          <p:cNvSpPr/>
          <p:nvPr/>
        </p:nvSpPr>
        <p:spPr>
          <a:xfrm>
            <a:off x="2607288" y="2189918"/>
            <a:ext cx="593111" cy="430887"/>
          </a:xfrm>
          <a:prstGeom prst="rect">
            <a:avLst/>
          </a:prstGeom>
        </p:spPr>
        <p:txBody>
          <a:bodyPr wrap="none" lIns="0" tIns="0" rIns="0" bIns="0">
            <a:spAutoFit/>
          </a:bodyPr>
          <a:lstStyle/>
          <a:p>
            <a:pPr algn="ctr"/>
            <a:r>
              <a:rPr lang="en-US" sz="2800" b="1" dirty="0">
                <a:solidFill>
                  <a:schemeClr val="accent2"/>
                </a:solidFill>
              </a:rPr>
              <a:t>50%</a:t>
            </a:r>
          </a:p>
        </p:txBody>
      </p:sp>
      <p:sp>
        <p:nvSpPr>
          <p:cNvPr id="37" name="Rectangle 36"/>
          <p:cNvSpPr/>
          <p:nvPr/>
        </p:nvSpPr>
        <p:spPr>
          <a:xfrm>
            <a:off x="5955018" y="1200149"/>
            <a:ext cx="593111" cy="430887"/>
          </a:xfrm>
          <a:prstGeom prst="rect">
            <a:avLst/>
          </a:prstGeom>
        </p:spPr>
        <p:txBody>
          <a:bodyPr wrap="none" lIns="0" tIns="0" rIns="0" bIns="0">
            <a:spAutoFit/>
          </a:bodyPr>
          <a:lstStyle/>
          <a:p>
            <a:pPr algn="ctr"/>
            <a:r>
              <a:rPr lang="en-US" sz="2800" b="1" dirty="0">
                <a:solidFill>
                  <a:schemeClr val="accent3"/>
                </a:solidFill>
              </a:rPr>
              <a:t>70%</a:t>
            </a:r>
          </a:p>
        </p:txBody>
      </p:sp>
      <p:sp>
        <p:nvSpPr>
          <p:cNvPr id="38" name="Rectangle 37"/>
          <p:cNvSpPr/>
          <p:nvPr/>
        </p:nvSpPr>
        <p:spPr>
          <a:xfrm>
            <a:off x="5955018" y="3182557"/>
            <a:ext cx="593111" cy="430887"/>
          </a:xfrm>
          <a:prstGeom prst="rect">
            <a:avLst/>
          </a:prstGeom>
        </p:spPr>
        <p:txBody>
          <a:bodyPr wrap="none" lIns="0" tIns="0" rIns="0" bIns="0">
            <a:spAutoFit/>
          </a:bodyPr>
          <a:lstStyle/>
          <a:p>
            <a:pPr algn="ctr"/>
            <a:r>
              <a:rPr lang="en-US" sz="2800" b="1" dirty="0">
                <a:solidFill>
                  <a:schemeClr val="accent1"/>
                </a:solidFill>
              </a:rPr>
              <a:t>60%</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wipe(left)">
                                      <p:cBhvr>
                                        <p:cTn id="17" dur="500"/>
                                        <p:tgtEl>
                                          <p:spTgt spid="21"/>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35"/>
                                        </p:tgtEl>
                                        <p:attrNameLst>
                                          <p:attrName>style.visibility</p:attrName>
                                        </p:attrNameLst>
                                      </p:cBhvr>
                                      <p:to>
                                        <p:strVal val="visible"/>
                                      </p:to>
                                    </p:set>
                                    <p:anim calcmode="lin" valueType="num">
                                      <p:cBhvr>
                                        <p:cTn id="21" dur="500" fill="hold"/>
                                        <p:tgtEl>
                                          <p:spTgt spid="35"/>
                                        </p:tgtEl>
                                        <p:attrNameLst>
                                          <p:attrName>ppt_w</p:attrName>
                                        </p:attrNameLst>
                                      </p:cBhvr>
                                      <p:tavLst>
                                        <p:tav tm="0">
                                          <p:val>
                                            <p:fltVal val="0"/>
                                          </p:val>
                                        </p:tav>
                                        <p:tav tm="100000">
                                          <p:val>
                                            <p:strVal val="#ppt_w"/>
                                          </p:val>
                                        </p:tav>
                                      </p:tavLst>
                                    </p:anim>
                                    <p:anim calcmode="lin" valueType="num">
                                      <p:cBhvr>
                                        <p:cTn id="22" dur="500" fill="hold"/>
                                        <p:tgtEl>
                                          <p:spTgt spid="35"/>
                                        </p:tgtEl>
                                        <p:attrNameLst>
                                          <p:attrName>ppt_h</p:attrName>
                                        </p:attrNameLst>
                                      </p:cBhvr>
                                      <p:tavLst>
                                        <p:tav tm="0">
                                          <p:val>
                                            <p:fltVal val="0"/>
                                          </p:val>
                                        </p:tav>
                                        <p:tav tm="100000">
                                          <p:val>
                                            <p:strVal val="#ppt_h"/>
                                          </p:val>
                                        </p:tav>
                                      </p:tavLst>
                                    </p:anim>
                                    <p:animEffect transition="in" filter="fade">
                                      <p:cBhvr>
                                        <p:cTn id="23" dur="500"/>
                                        <p:tgtEl>
                                          <p:spTgt spid="35"/>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p:cTn id="31" dur="500" fill="hold"/>
                                        <p:tgtEl>
                                          <p:spTgt spid="38"/>
                                        </p:tgtEl>
                                        <p:attrNameLst>
                                          <p:attrName>ppt_w</p:attrName>
                                        </p:attrNameLst>
                                      </p:cBhvr>
                                      <p:tavLst>
                                        <p:tav tm="0">
                                          <p:val>
                                            <p:fltVal val="0"/>
                                          </p:val>
                                        </p:tav>
                                        <p:tav tm="100000">
                                          <p:val>
                                            <p:strVal val="#ppt_w"/>
                                          </p:val>
                                        </p:tav>
                                      </p:tavLst>
                                    </p:anim>
                                    <p:anim calcmode="lin" valueType="num">
                                      <p:cBhvr>
                                        <p:cTn id="32" dur="500" fill="hold"/>
                                        <p:tgtEl>
                                          <p:spTgt spid="38"/>
                                        </p:tgtEl>
                                        <p:attrNameLst>
                                          <p:attrName>ppt_h</p:attrName>
                                        </p:attrNameLst>
                                      </p:cBhvr>
                                      <p:tavLst>
                                        <p:tav tm="0">
                                          <p:val>
                                            <p:fltVal val="0"/>
                                          </p:val>
                                        </p:tav>
                                        <p:tav tm="100000">
                                          <p:val>
                                            <p:strVal val="#ppt_h"/>
                                          </p:val>
                                        </p:tav>
                                      </p:tavLst>
                                    </p:anim>
                                    <p:animEffect transition="in" filter="fade">
                                      <p:cBhvr>
                                        <p:cTn id="33" dur="500"/>
                                        <p:tgtEl>
                                          <p:spTgt spid="38"/>
                                        </p:tgtEl>
                                      </p:cBhvr>
                                    </p:animEffect>
                                  </p:childTnLst>
                                </p:cTn>
                              </p:par>
                            </p:childTnLst>
                          </p:cTn>
                        </p:par>
                        <p:par>
                          <p:cTn id="34" fill="hold">
                            <p:stCondLst>
                              <p:cond delay="3000"/>
                            </p:stCondLst>
                            <p:childTnLst>
                              <p:par>
                                <p:cTn id="35" presetID="2" presetClass="entr" presetSubtype="1" accel="50000" decel="50000"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500" fill="hold"/>
                                        <p:tgtEl>
                                          <p:spTgt spid="9"/>
                                        </p:tgtEl>
                                        <p:attrNameLst>
                                          <p:attrName>ppt_x</p:attrName>
                                        </p:attrNameLst>
                                      </p:cBhvr>
                                      <p:tavLst>
                                        <p:tav tm="0">
                                          <p:val>
                                            <p:strVal val="#ppt_x"/>
                                          </p:val>
                                        </p:tav>
                                        <p:tav tm="100000">
                                          <p:val>
                                            <p:strVal val="#ppt_x"/>
                                          </p:val>
                                        </p:tav>
                                      </p:tavLst>
                                    </p:anim>
                                    <p:anim calcmode="lin" valueType="num">
                                      <p:cBhvr additive="base">
                                        <p:cTn id="38" dur="500" fill="hold"/>
                                        <p:tgtEl>
                                          <p:spTgt spid="9"/>
                                        </p:tgtEl>
                                        <p:attrNameLst>
                                          <p:attrName>ppt_y</p:attrName>
                                        </p:attrNameLst>
                                      </p:cBhvr>
                                      <p:tavLst>
                                        <p:tav tm="0">
                                          <p:val>
                                            <p:strVal val="0-#ppt_h/2"/>
                                          </p:val>
                                        </p:tav>
                                        <p:tav tm="100000">
                                          <p:val>
                                            <p:strVal val="#ppt_y"/>
                                          </p:val>
                                        </p:tav>
                                      </p:tavLst>
                                    </p:anim>
                                  </p:childTnLst>
                                </p:cTn>
                              </p:par>
                            </p:childTnLst>
                          </p:cTn>
                        </p:par>
                        <p:par>
                          <p:cTn id="39" fill="hold">
                            <p:stCondLst>
                              <p:cond delay="3500"/>
                            </p:stCondLst>
                            <p:childTnLst>
                              <p:par>
                                <p:cTn id="40" presetID="2" presetClass="entr" presetSubtype="1" accel="50000" decel="50000" fill="hold" grpId="0"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500" fill="hold"/>
                                        <p:tgtEl>
                                          <p:spTgt spid="10"/>
                                        </p:tgtEl>
                                        <p:attrNameLst>
                                          <p:attrName>ppt_x</p:attrName>
                                        </p:attrNameLst>
                                      </p:cBhvr>
                                      <p:tavLst>
                                        <p:tav tm="0">
                                          <p:val>
                                            <p:strVal val="#ppt_x"/>
                                          </p:val>
                                        </p:tav>
                                        <p:tav tm="100000">
                                          <p:val>
                                            <p:strVal val="#ppt_x"/>
                                          </p:val>
                                        </p:tav>
                                      </p:tavLst>
                                    </p:anim>
                                    <p:anim calcmode="lin" valueType="num">
                                      <p:cBhvr additive="base">
                                        <p:cTn id="43" dur="500" fill="hold"/>
                                        <p:tgtEl>
                                          <p:spTgt spid="10"/>
                                        </p:tgtEl>
                                        <p:attrNameLst>
                                          <p:attrName>ppt_y</p:attrName>
                                        </p:attrNameLst>
                                      </p:cBhvr>
                                      <p:tavLst>
                                        <p:tav tm="0">
                                          <p:val>
                                            <p:strVal val="0-#ppt_h/2"/>
                                          </p:val>
                                        </p:tav>
                                        <p:tav tm="100000">
                                          <p:val>
                                            <p:strVal val="#ppt_y"/>
                                          </p:val>
                                        </p:tav>
                                      </p:tavLst>
                                    </p:anim>
                                  </p:childTnLst>
                                </p:cTn>
                              </p:par>
                            </p:childTnLst>
                          </p:cTn>
                        </p:par>
                        <p:par>
                          <p:cTn id="44" fill="hold">
                            <p:stCondLst>
                              <p:cond delay="4000"/>
                            </p:stCondLst>
                            <p:childTnLst>
                              <p:par>
                                <p:cTn id="45" presetID="22" presetClass="entr" presetSubtype="2" fill="hold" grpId="0"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right)">
                                      <p:cBhvr>
                                        <p:cTn id="47" dur="500"/>
                                        <p:tgtEl>
                                          <p:spTgt spid="22"/>
                                        </p:tgtEl>
                                      </p:cBhvr>
                                    </p:animEffect>
                                  </p:childTnLst>
                                </p:cTn>
                              </p:par>
                            </p:childTnLst>
                          </p:cTn>
                        </p:par>
                        <p:par>
                          <p:cTn id="48" fill="hold">
                            <p:stCondLst>
                              <p:cond delay="4500"/>
                            </p:stCondLst>
                            <p:childTnLst>
                              <p:par>
                                <p:cTn id="49" presetID="53" presetClass="entr" presetSubtype="0"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p:cTn id="51" dur="500" fill="hold"/>
                                        <p:tgtEl>
                                          <p:spTgt spid="34"/>
                                        </p:tgtEl>
                                        <p:attrNameLst>
                                          <p:attrName>ppt_w</p:attrName>
                                        </p:attrNameLst>
                                      </p:cBhvr>
                                      <p:tavLst>
                                        <p:tav tm="0">
                                          <p:val>
                                            <p:fltVal val="0"/>
                                          </p:val>
                                        </p:tav>
                                        <p:tav tm="100000">
                                          <p:val>
                                            <p:strVal val="#ppt_w"/>
                                          </p:val>
                                        </p:tav>
                                      </p:tavLst>
                                    </p:anim>
                                    <p:anim calcmode="lin" valueType="num">
                                      <p:cBhvr>
                                        <p:cTn id="52" dur="500" fill="hold"/>
                                        <p:tgtEl>
                                          <p:spTgt spid="34"/>
                                        </p:tgtEl>
                                        <p:attrNameLst>
                                          <p:attrName>ppt_h</p:attrName>
                                        </p:attrNameLst>
                                      </p:cBhvr>
                                      <p:tavLst>
                                        <p:tav tm="0">
                                          <p:val>
                                            <p:fltVal val="0"/>
                                          </p:val>
                                        </p:tav>
                                        <p:tav tm="100000">
                                          <p:val>
                                            <p:strVal val="#ppt_h"/>
                                          </p:val>
                                        </p:tav>
                                      </p:tavLst>
                                    </p:anim>
                                    <p:animEffect transition="in" filter="fade">
                                      <p:cBhvr>
                                        <p:cTn id="53" dur="500"/>
                                        <p:tgtEl>
                                          <p:spTgt spid="34"/>
                                        </p:tgtEl>
                                      </p:cBhvr>
                                    </p:animEffect>
                                  </p:childTnLst>
                                </p:cTn>
                              </p:par>
                            </p:childTnLst>
                          </p:cTn>
                        </p:par>
                        <p:par>
                          <p:cTn id="54" fill="hold">
                            <p:stCondLst>
                              <p:cond delay="5000"/>
                            </p:stCondLst>
                            <p:childTnLst>
                              <p:par>
                                <p:cTn id="55" presetID="22" presetClass="entr" presetSubtype="2" fill="hold" nodeType="afterEffect">
                                  <p:stCondLst>
                                    <p:cond delay="0"/>
                                  </p:stCondLst>
                                  <p:childTnLst>
                                    <p:set>
                                      <p:cBhvr>
                                        <p:cTn id="56" dur="1" fill="hold">
                                          <p:stCondLst>
                                            <p:cond delay="0"/>
                                          </p:stCondLst>
                                        </p:cTn>
                                        <p:tgtEl>
                                          <p:spTgt spid="2"/>
                                        </p:tgtEl>
                                        <p:attrNameLst>
                                          <p:attrName>style.visibility</p:attrName>
                                        </p:attrNameLst>
                                      </p:cBhvr>
                                      <p:to>
                                        <p:strVal val="visible"/>
                                      </p:to>
                                    </p:set>
                                    <p:animEffect transition="in" filter="wipe(right)">
                                      <p:cBhvr>
                                        <p:cTn id="57" dur="500"/>
                                        <p:tgtEl>
                                          <p:spTgt spid="2"/>
                                        </p:tgtEl>
                                      </p:cBhvr>
                                    </p:animEffect>
                                  </p:childTnLst>
                                </p:cTn>
                              </p:par>
                            </p:childTnLst>
                          </p:cTn>
                        </p:par>
                        <p:par>
                          <p:cTn id="58" fill="hold">
                            <p:stCondLst>
                              <p:cond delay="5500"/>
                            </p:stCondLst>
                            <p:childTnLst>
                              <p:par>
                                <p:cTn id="59" presetID="53" presetClass="entr" presetSubtype="0" fill="hold" grpId="0" nodeType="afterEffect">
                                  <p:stCondLst>
                                    <p:cond delay="0"/>
                                  </p:stCondLst>
                                  <p:childTnLst>
                                    <p:set>
                                      <p:cBhvr>
                                        <p:cTn id="60" dur="1" fill="hold">
                                          <p:stCondLst>
                                            <p:cond delay="0"/>
                                          </p:stCondLst>
                                        </p:cTn>
                                        <p:tgtEl>
                                          <p:spTgt spid="36"/>
                                        </p:tgtEl>
                                        <p:attrNameLst>
                                          <p:attrName>style.visibility</p:attrName>
                                        </p:attrNameLst>
                                      </p:cBhvr>
                                      <p:to>
                                        <p:strVal val="visible"/>
                                      </p:to>
                                    </p:set>
                                    <p:anim calcmode="lin" valueType="num">
                                      <p:cBhvr>
                                        <p:cTn id="61" dur="500" fill="hold"/>
                                        <p:tgtEl>
                                          <p:spTgt spid="36"/>
                                        </p:tgtEl>
                                        <p:attrNameLst>
                                          <p:attrName>ppt_w</p:attrName>
                                        </p:attrNameLst>
                                      </p:cBhvr>
                                      <p:tavLst>
                                        <p:tav tm="0">
                                          <p:val>
                                            <p:fltVal val="0"/>
                                          </p:val>
                                        </p:tav>
                                        <p:tav tm="100000">
                                          <p:val>
                                            <p:strVal val="#ppt_w"/>
                                          </p:val>
                                        </p:tav>
                                      </p:tavLst>
                                    </p:anim>
                                    <p:anim calcmode="lin" valueType="num">
                                      <p:cBhvr>
                                        <p:cTn id="62" dur="500" fill="hold"/>
                                        <p:tgtEl>
                                          <p:spTgt spid="36"/>
                                        </p:tgtEl>
                                        <p:attrNameLst>
                                          <p:attrName>ppt_h</p:attrName>
                                        </p:attrNameLst>
                                      </p:cBhvr>
                                      <p:tavLst>
                                        <p:tav tm="0">
                                          <p:val>
                                            <p:fltVal val="0"/>
                                          </p:val>
                                        </p:tav>
                                        <p:tav tm="100000">
                                          <p:val>
                                            <p:strVal val="#ppt_h"/>
                                          </p:val>
                                        </p:tav>
                                      </p:tavLst>
                                    </p:anim>
                                    <p:animEffect transition="in" filter="fade">
                                      <p:cBhvr>
                                        <p:cTn id="63" dur="500"/>
                                        <p:tgtEl>
                                          <p:spTgt spid="36"/>
                                        </p:tgtEl>
                                      </p:cBhvr>
                                    </p:animEffect>
                                  </p:childTnLst>
                                </p:cTn>
                              </p:par>
                            </p:childTnLst>
                          </p:cTn>
                        </p:par>
                        <p:par>
                          <p:cTn id="64" fill="hold">
                            <p:stCondLst>
                              <p:cond delay="6000"/>
                            </p:stCondLst>
                            <p:childTnLst>
                              <p:par>
                                <p:cTn id="65" presetID="2" presetClass="entr" presetSubtype="1" accel="50000" decel="50000" fill="hold" grpId="0" nodeType="after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500" fill="hold"/>
                                        <p:tgtEl>
                                          <p:spTgt spid="11"/>
                                        </p:tgtEl>
                                        <p:attrNameLst>
                                          <p:attrName>ppt_x</p:attrName>
                                        </p:attrNameLst>
                                      </p:cBhvr>
                                      <p:tavLst>
                                        <p:tav tm="0">
                                          <p:val>
                                            <p:strVal val="#ppt_x"/>
                                          </p:val>
                                        </p:tav>
                                        <p:tav tm="100000">
                                          <p:val>
                                            <p:strVal val="#ppt_x"/>
                                          </p:val>
                                        </p:tav>
                                      </p:tavLst>
                                    </p:anim>
                                    <p:anim calcmode="lin" valueType="num">
                                      <p:cBhvr additive="base">
                                        <p:cTn id="68" dur="500" fill="hold"/>
                                        <p:tgtEl>
                                          <p:spTgt spid="11"/>
                                        </p:tgtEl>
                                        <p:attrNameLst>
                                          <p:attrName>ppt_y</p:attrName>
                                        </p:attrNameLst>
                                      </p:cBhvr>
                                      <p:tavLst>
                                        <p:tav tm="0">
                                          <p:val>
                                            <p:strVal val="0-#ppt_h/2"/>
                                          </p:val>
                                        </p:tav>
                                        <p:tav tm="100000">
                                          <p:val>
                                            <p:strVal val="#ppt_y"/>
                                          </p:val>
                                        </p:tav>
                                      </p:tavLst>
                                    </p:anim>
                                  </p:childTnLst>
                                </p:cTn>
                              </p:par>
                            </p:childTnLst>
                          </p:cTn>
                        </p:par>
                        <p:par>
                          <p:cTn id="69" fill="hold">
                            <p:stCondLst>
                              <p:cond delay="6500"/>
                            </p:stCondLst>
                            <p:childTnLst>
                              <p:par>
                                <p:cTn id="70" presetID="2" presetClass="entr" presetSubtype="1" accel="50000" decel="50000" fill="hold" grpId="0" nodeType="afterEffect">
                                  <p:stCondLst>
                                    <p:cond delay="0"/>
                                  </p:stCondLst>
                                  <p:childTnLst>
                                    <p:set>
                                      <p:cBhvr>
                                        <p:cTn id="71" dur="1" fill="hold">
                                          <p:stCondLst>
                                            <p:cond delay="0"/>
                                          </p:stCondLst>
                                        </p:cTn>
                                        <p:tgtEl>
                                          <p:spTgt spid="13"/>
                                        </p:tgtEl>
                                        <p:attrNameLst>
                                          <p:attrName>style.visibility</p:attrName>
                                        </p:attrNameLst>
                                      </p:cBhvr>
                                      <p:to>
                                        <p:strVal val="visible"/>
                                      </p:to>
                                    </p:set>
                                    <p:anim calcmode="lin" valueType="num">
                                      <p:cBhvr additive="base">
                                        <p:cTn id="72" dur="500" fill="hold"/>
                                        <p:tgtEl>
                                          <p:spTgt spid="13"/>
                                        </p:tgtEl>
                                        <p:attrNameLst>
                                          <p:attrName>ppt_x</p:attrName>
                                        </p:attrNameLst>
                                      </p:cBhvr>
                                      <p:tavLst>
                                        <p:tav tm="0">
                                          <p:val>
                                            <p:strVal val="#ppt_x"/>
                                          </p:val>
                                        </p:tav>
                                        <p:tav tm="100000">
                                          <p:val>
                                            <p:strVal val="#ppt_x"/>
                                          </p:val>
                                        </p:tav>
                                      </p:tavLst>
                                    </p:anim>
                                    <p:anim calcmode="lin" valueType="num">
                                      <p:cBhvr additive="base">
                                        <p:cTn id="73" dur="500" fill="hold"/>
                                        <p:tgtEl>
                                          <p:spTgt spid="13"/>
                                        </p:tgtEl>
                                        <p:attrNameLst>
                                          <p:attrName>ppt_y</p:attrName>
                                        </p:attrNameLst>
                                      </p:cBhvr>
                                      <p:tavLst>
                                        <p:tav tm="0">
                                          <p:val>
                                            <p:strVal val="0-#ppt_h/2"/>
                                          </p:val>
                                        </p:tav>
                                        <p:tav tm="100000">
                                          <p:val>
                                            <p:strVal val="#ppt_y"/>
                                          </p:val>
                                        </p:tav>
                                      </p:tavLst>
                                    </p:anim>
                                  </p:childTnLst>
                                </p:cTn>
                              </p:par>
                            </p:childTnLst>
                          </p:cTn>
                        </p:par>
                        <p:par>
                          <p:cTn id="74" fill="hold">
                            <p:stCondLst>
                              <p:cond delay="7000"/>
                            </p:stCondLst>
                            <p:childTnLst>
                              <p:par>
                                <p:cTn id="75" presetID="22" presetClass="entr" presetSubtype="8" fill="hold" grpId="0" nodeType="after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wipe(left)">
                                      <p:cBhvr>
                                        <p:cTn id="77" dur="500"/>
                                        <p:tgtEl>
                                          <p:spTgt spid="19"/>
                                        </p:tgtEl>
                                      </p:cBhvr>
                                    </p:animEffect>
                                  </p:childTnLst>
                                </p:cTn>
                              </p:par>
                            </p:childTnLst>
                          </p:cTn>
                        </p:par>
                        <p:par>
                          <p:cTn id="78" fill="hold">
                            <p:stCondLst>
                              <p:cond delay="7500"/>
                            </p:stCondLst>
                            <p:childTnLst>
                              <p:par>
                                <p:cTn id="79" presetID="53" presetClass="entr" presetSubtype="0" fill="hold" grpId="0" nodeType="afterEffect">
                                  <p:stCondLst>
                                    <p:cond delay="0"/>
                                  </p:stCondLst>
                                  <p:childTnLst>
                                    <p:set>
                                      <p:cBhvr>
                                        <p:cTn id="80" dur="1" fill="hold">
                                          <p:stCondLst>
                                            <p:cond delay="0"/>
                                          </p:stCondLst>
                                        </p:cTn>
                                        <p:tgtEl>
                                          <p:spTgt spid="33"/>
                                        </p:tgtEl>
                                        <p:attrNameLst>
                                          <p:attrName>style.visibility</p:attrName>
                                        </p:attrNameLst>
                                      </p:cBhvr>
                                      <p:to>
                                        <p:strVal val="visible"/>
                                      </p:to>
                                    </p:set>
                                    <p:anim calcmode="lin" valueType="num">
                                      <p:cBhvr>
                                        <p:cTn id="81" dur="500" fill="hold"/>
                                        <p:tgtEl>
                                          <p:spTgt spid="33"/>
                                        </p:tgtEl>
                                        <p:attrNameLst>
                                          <p:attrName>ppt_w</p:attrName>
                                        </p:attrNameLst>
                                      </p:cBhvr>
                                      <p:tavLst>
                                        <p:tav tm="0">
                                          <p:val>
                                            <p:fltVal val="0"/>
                                          </p:val>
                                        </p:tav>
                                        <p:tav tm="100000">
                                          <p:val>
                                            <p:strVal val="#ppt_w"/>
                                          </p:val>
                                        </p:tav>
                                      </p:tavLst>
                                    </p:anim>
                                    <p:anim calcmode="lin" valueType="num">
                                      <p:cBhvr>
                                        <p:cTn id="82" dur="500" fill="hold"/>
                                        <p:tgtEl>
                                          <p:spTgt spid="33"/>
                                        </p:tgtEl>
                                        <p:attrNameLst>
                                          <p:attrName>ppt_h</p:attrName>
                                        </p:attrNameLst>
                                      </p:cBhvr>
                                      <p:tavLst>
                                        <p:tav tm="0">
                                          <p:val>
                                            <p:fltVal val="0"/>
                                          </p:val>
                                        </p:tav>
                                        <p:tav tm="100000">
                                          <p:val>
                                            <p:strVal val="#ppt_h"/>
                                          </p:val>
                                        </p:tav>
                                      </p:tavLst>
                                    </p:anim>
                                    <p:animEffect transition="in" filter="fade">
                                      <p:cBhvr>
                                        <p:cTn id="83" dur="500"/>
                                        <p:tgtEl>
                                          <p:spTgt spid="33"/>
                                        </p:tgtEl>
                                      </p:cBhvr>
                                    </p:animEffect>
                                  </p:childTnLst>
                                </p:cTn>
                              </p:par>
                            </p:childTnLst>
                          </p:cTn>
                        </p:par>
                        <p:par>
                          <p:cTn id="84" fill="hold">
                            <p:stCondLst>
                              <p:cond delay="8000"/>
                            </p:stCondLst>
                            <p:childTnLst>
                              <p:par>
                                <p:cTn id="85" presetID="22" presetClass="entr" presetSubtype="8" fill="hold" nodeType="afterEffect">
                                  <p:stCondLst>
                                    <p:cond delay="0"/>
                                  </p:stCondLst>
                                  <p:childTnLst>
                                    <p:set>
                                      <p:cBhvr>
                                        <p:cTn id="86" dur="1" fill="hold">
                                          <p:stCondLst>
                                            <p:cond delay="0"/>
                                          </p:stCondLst>
                                        </p:cTn>
                                        <p:tgtEl>
                                          <p:spTgt spid="3"/>
                                        </p:tgtEl>
                                        <p:attrNameLst>
                                          <p:attrName>style.visibility</p:attrName>
                                        </p:attrNameLst>
                                      </p:cBhvr>
                                      <p:to>
                                        <p:strVal val="visible"/>
                                      </p:to>
                                    </p:set>
                                    <p:animEffect transition="in" filter="wipe(left)">
                                      <p:cBhvr>
                                        <p:cTn id="87" dur="500"/>
                                        <p:tgtEl>
                                          <p:spTgt spid="3"/>
                                        </p:tgtEl>
                                      </p:cBhvr>
                                    </p:animEffect>
                                  </p:childTnLst>
                                </p:cTn>
                              </p:par>
                            </p:childTnLst>
                          </p:cTn>
                        </p:par>
                        <p:par>
                          <p:cTn id="88" fill="hold">
                            <p:stCondLst>
                              <p:cond delay="8500"/>
                            </p:stCondLst>
                            <p:childTnLst>
                              <p:par>
                                <p:cTn id="89" presetID="53" presetClass="entr" presetSubtype="0" fill="hold" grpId="0" nodeType="after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p:cTn id="91" dur="500" fill="hold"/>
                                        <p:tgtEl>
                                          <p:spTgt spid="37"/>
                                        </p:tgtEl>
                                        <p:attrNameLst>
                                          <p:attrName>ppt_w</p:attrName>
                                        </p:attrNameLst>
                                      </p:cBhvr>
                                      <p:tavLst>
                                        <p:tav tm="0">
                                          <p:val>
                                            <p:fltVal val="0"/>
                                          </p:val>
                                        </p:tav>
                                        <p:tav tm="100000">
                                          <p:val>
                                            <p:strVal val="#ppt_w"/>
                                          </p:val>
                                        </p:tav>
                                      </p:tavLst>
                                    </p:anim>
                                    <p:anim calcmode="lin" valueType="num">
                                      <p:cBhvr>
                                        <p:cTn id="92" dur="500" fill="hold"/>
                                        <p:tgtEl>
                                          <p:spTgt spid="37"/>
                                        </p:tgtEl>
                                        <p:attrNameLst>
                                          <p:attrName>ppt_h</p:attrName>
                                        </p:attrNameLst>
                                      </p:cBhvr>
                                      <p:tavLst>
                                        <p:tav tm="0">
                                          <p:val>
                                            <p:fltVal val="0"/>
                                          </p:val>
                                        </p:tav>
                                        <p:tav tm="100000">
                                          <p:val>
                                            <p:strVal val="#ppt_h"/>
                                          </p:val>
                                        </p:tav>
                                      </p:tavLst>
                                    </p:anim>
                                    <p:animEffect transition="in" filter="fade">
                                      <p:cBhvr>
                                        <p:cTn id="93" dur="500"/>
                                        <p:tgtEl>
                                          <p:spTgt spid="37"/>
                                        </p:tgtEl>
                                      </p:cBhvr>
                                    </p:animEffect>
                                  </p:childTnLst>
                                </p:cTn>
                              </p:par>
                            </p:childTnLst>
                          </p:cTn>
                        </p:par>
                        <p:par>
                          <p:cTn id="94" fill="hold">
                            <p:stCondLst>
                              <p:cond delay="9000"/>
                            </p:stCondLst>
                            <p:childTnLst>
                              <p:par>
                                <p:cTn id="95" presetID="2" presetClass="entr" presetSubtype="1" accel="50000" decel="50000" fill="hold" grpId="0" nodeType="after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500" fill="hold"/>
                                        <p:tgtEl>
                                          <p:spTgt spid="14"/>
                                        </p:tgtEl>
                                        <p:attrNameLst>
                                          <p:attrName>ppt_x</p:attrName>
                                        </p:attrNameLst>
                                      </p:cBhvr>
                                      <p:tavLst>
                                        <p:tav tm="0">
                                          <p:val>
                                            <p:strVal val="#ppt_x"/>
                                          </p:val>
                                        </p:tav>
                                        <p:tav tm="100000">
                                          <p:val>
                                            <p:strVal val="#ppt_x"/>
                                          </p:val>
                                        </p:tav>
                                      </p:tavLst>
                                    </p:anim>
                                    <p:anim calcmode="lin" valueType="num">
                                      <p:cBhvr additive="base">
                                        <p:cTn id="9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21" grpId="0" animBg="1"/>
      <p:bldP spid="9" grpId="0" animBg="1"/>
      <p:bldP spid="10" grpId="0" animBg="1"/>
      <p:bldP spid="22" grpId="0" animBg="1"/>
      <p:bldP spid="11" grpId="0" animBg="1"/>
      <p:bldP spid="13" grpId="0" animBg="1"/>
      <p:bldP spid="19" grpId="0" animBg="1"/>
      <p:bldP spid="14" grpId="0" animBg="1"/>
      <p:bldP spid="33" grpId="0" animBg="1"/>
      <p:bldP spid="34" grpId="0" animBg="1"/>
      <p:bldP spid="35" grpId="0" animBg="1"/>
      <p:bldP spid="36" grpId="0"/>
      <p:bldP spid="37" grpId="0"/>
      <p:bldP spid="38"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216</a:t>
            </a:fld>
            <a:endParaRPr lang="en-US" dirty="0"/>
          </a:p>
        </p:txBody>
      </p:sp>
      <p:sp>
        <p:nvSpPr>
          <p:cNvPr id="22" name="Rectangle 21"/>
          <p:cNvSpPr/>
          <p:nvPr/>
        </p:nvSpPr>
        <p:spPr bwMode="auto">
          <a:xfrm>
            <a:off x="3962400" y="921504"/>
            <a:ext cx="727106" cy="727107"/>
          </a:xfrm>
          <a:prstGeom prst="rect">
            <a:avLst/>
          </a:prstGeom>
          <a:solidFill>
            <a:schemeClr val="accent1"/>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23" name="Rectangle 22"/>
          <p:cNvSpPr/>
          <p:nvPr/>
        </p:nvSpPr>
        <p:spPr bwMode="auto">
          <a:xfrm>
            <a:off x="2819400" y="1284713"/>
            <a:ext cx="977053" cy="64008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5" name="Rectangle 44"/>
          <p:cNvSpPr/>
          <p:nvPr/>
        </p:nvSpPr>
        <p:spPr bwMode="auto">
          <a:xfrm>
            <a:off x="3963583" y="2796643"/>
            <a:ext cx="727106" cy="727107"/>
          </a:xfrm>
          <a:prstGeom prst="rect">
            <a:avLst/>
          </a:prstGeom>
          <a:solidFill>
            <a:schemeClr val="accent3"/>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46" name="Rectangle 45"/>
          <p:cNvSpPr/>
          <p:nvPr/>
        </p:nvSpPr>
        <p:spPr bwMode="auto">
          <a:xfrm>
            <a:off x="2819400" y="3159852"/>
            <a:ext cx="977053" cy="64008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7" name="Rectangle 46"/>
          <p:cNvSpPr/>
          <p:nvPr/>
        </p:nvSpPr>
        <p:spPr bwMode="auto">
          <a:xfrm>
            <a:off x="4484162" y="3730393"/>
            <a:ext cx="727106" cy="727107"/>
          </a:xfrm>
          <a:prstGeom prst="rect">
            <a:avLst/>
          </a:prstGeom>
          <a:solidFill>
            <a:schemeClr val="accent4"/>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48" name="Rectangle 47"/>
          <p:cNvSpPr/>
          <p:nvPr/>
        </p:nvSpPr>
        <p:spPr bwMode="auto">
          <a:xfrm>
            <a:off x="5334000" y="4101222"/>
            <a:ext cx="990600" cy="640080"/>
          </a:xfrm>
          <a:prstGeom prst="rect">
            <a:avLst/>
          </a:prstGeom>
          <a:solidFill>
            <a:schemeClr val="accent4">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4" name="Rectangle 43"/>
          <p:cNvSpPr/>
          <p:nvPr/>
        </p:nvSpPr>
        <p:spPr bwMode="auto">
          <a:xfrm>
            <a:off x="5334001" y="2219927"/>
            <a:ext cx="990599" cy="640080"/>
          </a:xfrm>
          <a:prstGeom prst="rect">
            <a:avLst/>
          </a:prstGeom>
          <a:solidFill>
            <a:schemeClr val="accent2">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3" name="Rectangle 42"/>
          <p:cNvSpPr/>
          <p:nvPr/>
        </p:nvSpPr>
        <p:spPr bwMode="auto">
          <a:xfrm>
            <a:off x="4475164" y="1856718"/>
            <a:ext cx="727106" cy="727107"/>
          </a:xfrm>
          <a:prstGeom prst="rect">
            <a:avLst/>
          </a:prstGeom>
          <a:solidFill>
            <a:schemeClr val="accent2"/>
          </a:solidFill>
          <a:ln w="9525">
            <a:noFill/>
            <a:round/>
            <a:headEnd/>
            <a:tailEnd/>
          </a:ln>
          <a:scene3d>
            <a:camera prst="isometricTopUp"/>
            <a:lightRig rig="threePt" dir="t"/>
          </a:scene3d>
          <a:sp3d extrusionH="787400"/>
        </p:spPr>
        <p:txBody>
          <a:bodyPr vert="horz" wrap="square" lIns="91440" tIns="45720" rIns="91440" bIns="45720" numCol="1" rtlCol="0" anchor="t" anchorCtr="0" compatLnSpc="1">
            <a:prstTxWarp prst="textNoShape">
              <a:avLst/>
            </a:prstTxWarp>
          </a:bodyPr>
          <a:lstStyle/>
          <a:p>
            <a:pPr algn="ctr"/>
            <a:endParaRPr lang="en-US"/>
          </a:p>
        </p:txBody>
      </p:sp>
      <p:sp>
        <p:nvSpPr>
          <p:cNvPr id="50" name="Freeform 245"/>
          <p:cNvSpPr>
            <a:spLocks/>
          </p:cNvSpPr>
          <p:nvPr/>
        </p:nvSpPr>
        <p:spPr bwMode="auto">
          <a:xfrm>
            <a:off x="3104463" y="1401290"/>
            <a:ext cx="406927" cy="406927"/>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3"/>
          <p:cNvSpPr>
            <a:spLocks noEditPoints="1"/>
          </p:cNvSpPr>
          <p:nvPr/>
        </p:nvSpPr>
        <p:spPr bwMode="auto">
          <a:xfrm>
            <a:off x="3077024" y="3311840"/>
            <a:ext cx="461804" cy="336105"/>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103"/>
          <p:cNvSpPr>
            <a:spLocks noEditPoints="1"/>
          </p:cNvSpPr>
          <p:nvPr/>
        </p:nvSpPr>
        <p:spPr bwMode="auto">
          <a:xfrm>
            <a:off x="5675601" y="4194937"/>
            <a:ext cx="307398" cy="452650"/>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6"/>
          <p:cNvSpPr>
            <a:spLocks noEditPoints="1"/>
          </p:cNvSpPr>
          <p:nvPr/>
        </p:nvSpPr>
        <p:spPr bwMode="auto">
          <a:xfrm>
            <a:off x="5589936" y="2300603"/>
            <a:ext cx="478729" cy="478729"/>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TextBox 56"/>
          <p:cNvSpPr txBox="1"/>
          <p:nvPr/>
        </p:nvSpPr>
        <p:spPr>
          <a:xfrm>
            <a:off x="6353175" y="4137477"/>
            <a:ext cx="2257425"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50000"/>
                    <a:lumOff val="50000"/>
                  </a:schemeClr>
                </a:solidFill>
              </a:rPr>
              <a:t>There are many variations of passages of lorem ipsum available, but the majority.</a:t>
            </a:r>
            <a:endParaRPr lang="en-US" sz="1000" b="1" dirty="0">
              <a:solidFill>
                <a:schemeClr val="tx1">
                  <a:lumMod val="65000"/>
                  <a:lumOff val="35000"/>
                </a:schemeClr>
              </a:solidFill>
            </a:endParaRPr>
          </a:p>
        </p:txBody>
      </p:sp>
      <p:sp>
        <p:nvSpPr>
          <p:cNvPr id="58" name="TextBox 57"/>
          <p:cNvSpPr txBox="1"/>
          <p:nvPr/>
        </p:nvSpPr>
        <p:spPr>
          <a:xfrm>
            <a:off x="6353175" y="2229452"/>
            <a:ext cx="2257425"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50000"/>
                    <a:lumOff val="50000"/>
                  </a:schemeClr>
                </a:solidFill>
              </a:rPr>
              <a:t>There are many variations of passages of lorem ipsum available, but the majority.</a:t>
            </a:r>
            <a:endParaRPr lang="en-US" sz="1000" b="1" dirty="0">
              <a:solidFill>
                <a:schemeClr val="tx1">
                  <a:lumMod val="65000"/>
                  <a:lumOff val="35000"/>
                </a:schemeClr>
              </a:solidFill>
            </a:endParaRPr>
          </a:p>
        </p:txBody>
      </p:sp>
      <p:sp>
        <p:nvSpPr>
          <p:cNvPr id="59" name="TextBox 58"/>
          <p:cNvSpPr txBox="1"/>
          <p:nvPr/>
        </p:nvSpPr>
        <p:spPr>
          <a:xfrm>
            <a:off x="533400" y="1315565"/>
            <a:ext cx="2257425" cy="584775"/>
          </a:xfrm>
          <a:prstGeom prst="rect">
            <a:avLst/>
          </a:prstGeom>
          <a:noFill/>
        </p:spPr>
        <p:txBody>
          <a:bodyPr wrap="square" rtlCol="0">
            <a:spAutoFit/>
          </a:bodyPr>
          <a:lstStyle/>
          <a:p>
            <a:pPr algn="r"/>
            <a:r>
              <a:rPr lang="en-US" sz="1200" b="1" dirty="0">
                <a:solidFill>
                  <a:schemeClr val="accent1"/>
                </a:solidFill>
              </a:rPr>
              <a:t>Title Goes Here</a:t>
            </a:r>
            <a:endParaRPr lang="en-US" sz="1200" dirty="0">
              <a:solidFill>
                <a:schemeClr val="accent1"/>
              </a:solidFill>
            </a:endParaRPr>
          </a:p>
          <a:p>
            <a:pPr algn="r"/>
            <a:r>
              <a:rPr lang="en-US" sz="1000" dirty="0">
                <a:solidFill>
                  <a:schemeClr val="tx1">
                    <a:lumMod val="50000"/>
                    <a:lumOff val="50000"/>
                  </a:schemeClr>
                </a:solidFill>
              </a:rPr>
              <a:t>There are many variations of passages of lorem ipsum available, but the majority.</a:t>
            </a:r>
            <a:endParaRPr lang="en-US" sz="1000" b="1" dirty="0">
              <a:solidFill>
                <a:schemeClr val="tx1">
                  <a:lumMod val="65000"/>
                  <a:lumOff val="35000"/>
                </a:schemeClr>
              </a:solidFill>
            </a:endParaRPr>
          </a:p>
        </p:txBody>
      </p:sp>
      <p:sp>
        <p:nvSpPr>
          <p:cNvPr id="60" name="TextBox 59"/>
          <p:cNvSpPr txBox="1"/>
          <p:nvPr/>
        </p:nvSpPr>
        <p:spPr>
          <a:xfrm>
            <a:off x="533400" y="3159852"/>
            <a:ext cx="2257425" cy="584775"/>
          </a:xfrm>
          <a:prstGeom prst="rect">
            <a:avLst/>
          </a:prstGeom>
          <a:noFill/>
        </p:spPr>
        <p:txBody>
          <a:bodyPr wrap="square" rtlCol="0">
            <a:spAutoFit/>
          </a:bodyPr>
          <a:lstStyle/>
          <a:p>
            <a:pPr algn="r"/>
            <a:r>
              <a:rPr lang="en-US" sz="1200" b="1" dirty="0">
                <a:solidFill>
                  <a:schemeClr val="accent3"/>
                </a:solidFill>
              </a:rPr>
              <a:t>Title Goes Here</a:t>
            </a:r>
            <a:endParaRPr lang="en-US" sz="1200" dirty="0">
              <a:solidFill>
                <a:schemeClr val="accent3"/>
              </a:solidFill>
            </a:endParaRPr>
          </a:p>
          <a:p>
            <a:pPr algn="r"/>
            <a:r>
              <a:rPr lang="en-US" sz="1000" dirty="0">
                <a:solidFill>
                  <a:schemeClr val="tx1">
                    <a:lumMod val="50000"/>
                    <a:lumOff val="50000"/>
                  </a:schemeClr>
                </a:solidFill>
              </a:rPr>
              <a:t>There are many variations of passages of lorem ipsum available, but the majority.</a:t>
            </a:r>
            <a:endParaRPr lang="en-US" sz="1000" b="1" dirty="0">
              <a:solidFill>
                <a:schemeClr val="tx1">
                  <a:lumMod val="65000"/>
                  <a:lumOff val="35000"/>
                </a:schemeClr>
              </a:solidFill>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0-#ppt_w/2"/>
                                          </p:val>
                                        </p:tav>
                                        <p:tav tm="100000">
                                          <p:val>
                                            <p:strVal val="#ppt_x"/>
                                          </p:val>
                                        </p:tav>
                                      </p:tavLst>
                                    </p:anim>
                                    <p:anim calcmode="lin" valueType="num">
                                      <p:cBhvr additive="base">
                                        <p:cTn id="8" dur="500" fill="hold"/>
                                        <p:tgtEl>
                                          <p:spTgt spid="2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wipe(right)">
                                      <p:cBhvr>
                                        <p:cTn id="12" dur="500"/>
                                        <p:tgtEl>
                                          <p:spTgt spid="23"/>
                                        </p:tgtEl>
                                      </p:cBhvr>
                                    </p:animEffect>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50"/>
                                        </p:tgtEl>
                                        <p:attrNameLst>
                                          <p:attrName>style.visibility</p:attrName>
                                        </p:attrNameLst>
                                      </p:cBhvr>
                                      <p:to>
                                        <p:strVal val="visible"/>
                                      </p:to>
                                    </p:set>
                                    <p:anim calcmode="lin" valueType="num">
                                      <p:cBhvr>
                                        <p:cTn id="16" dur="500" fill="hold"/>
                                        <p:tgtEl>
                                          <p:spTgt spid="50"/>
                                        </p:tgtEl>
                                        <p:attrNameLst>
                                          <p:attrName>ppt_w</p:attrName>
                                        </p:attrNameLst>
                                      </p:cBhvr>
                                      <p:tavLst>
                                        <p:tav tm="0">
                                          <p:val>
                                            <p:fltVal val="0"/>
                                          </p:val>
                                        </p:tav>
                                        <p:tav tm="100000">
                                          <p:val>
                                            <p:strVal val="#ppt_w"/>
                                          </p:val>
                                        </p:tav>
                                      </p:tavLst>
                                    </p:anim>
                                    <p:anim calcmode="lin" valueType="num">
                                      <p:cBhvr>
                                        <p:cTn id="17" dur="500" fill="hold"/>
                                        <p:tgtEl>
                                          <p:spTgt spid="50"/>
                                        </p:tgtEl>
                                        <p:attrNameLst>
                                          <p:attrName>ppt_h</p:attrName>
                                        </p:attrNameLst>
                                      </p:cBhvr>
                                      <p:tavLst>
                                        <p:tav tm="0">
                                          <p:val>
                                            <p:fltVal val="0"/>
                                          </p:val>
                                        </p:tav>
                                        <p:tav tm="100000">
                                          <p:val>
                                            <p:strVal val="#ppt_h"/>
                                          </p:val>
                                        </p:tav>
                                      </p:tavLst>
                                    </p:anim>
                                    <p:animEffect transition="in" filter="fade">
                                      <p:cBhvr>
                                        <p:cTn id="18" dur="500"/>
                                        <p:tgtEl>
                                          <p:spTgt spid="50"/>
                                        </p:tgtEl>
                                      </p:cBhvr>
                                    </p:animEffect>
                                  </p:childTnLst>
                                </p:cTn>
                              </p:par>
                            </p:childTnLst>
                          </p:cTn>
                        </p:par>
                        <p:par>
                          <p:cTn id="19" fill="hold">
                            <p:stCondLst>
                              <p:cond delay="1500"/>
                            </p:stCondLst>
                            <p:childTnLst>
                              <p:par>
                                <p:cTn id="20" presetID="2" presetClass="entr" presetSubtype="8" accel="50000" decel="50000" fill="hold" grpId="0" nodeType="afterEffect">
                                  <p:stCondLst>
                                    <p:cond delay="0"/>
                                  </p:stCondLst>
                                  <p:childTnLst>
                                    <p:set>
                                      <p:cBhvr>
                                        <p:cTn id="21" dur="1" fill="hold">
                                          <p:stCondLst>
                                            <p:cond delay="0"/>
                                          </p:stCondLst>
                                        </p:cTn>
                                        <p:tgtEl>
                                          <p:spTgt spid="59"/>
                                        </p:tgtEl>
                                        <p:attrNameLst>
                                          <p:attrName>style.visibility</p:attrName>
                                        </p:attrNameLst>
                                      </p:cBhvr>
                                      <p:to>
                                        <p:strVal val="visible"/>
                                      </p:to>
                                    </p:set>
                                    <p:anim calcmode="lin" valueType="num">
                                      <p:cBhvr additive="base">
                                        <p:cTn id="22" dur="500" fill="hold"/>
                                        <p:tgtEl>
                                          <p:spTgt spid="59"/>
                                        </p:tgtEl>
                                        <p:attrNameLst>
                                          <p:attrName>ppt_x</p:attrName>
                                        </p:attrNameLst>
                                      </p:cBhvr>
                                      <p:tavLst>
                                        <p:tav tm="0">
                                          <p:val>
                                            <p:strVal val="0-#ppt_w/2"/>
                                          </p:val>
                                        </p:tav>
                                        <p:tav tm="100000">
                                          <p:val>
                                            <p:strVal val="#ppt_x"/>
                                          </p:val>
                                        </p:tav>
                                      </p:tavLst>
                                    </p:anim>
                                    <p:anim calcmode="lin" valueType="num">
                                      <p:cBhvr additive="base">
                                        <p:cTn id="23" dur="500" fill="hold"/>
                                        <p:tgtEl>
                                          <p:spTgt spid="59"/>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accel="50000" decel="5000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additive="base">
                                        <p:cTn id="27" dur="500" fill="hold"/>
                                        <p:tgtEl>
                                          <p:spTgt spid="43"/>
                                        </p:tgtEl>
                                        <p:attrNameLst>
                                          <p:attrName>ppt_x</p:attrName>
                                        </p:attrNameLst>
                                      </p:cBhvr>
                                      <p:tavLst>
                                        <p:tav tm="0">
                                          <p:val>
                                            <p:strVal val="1+#ppt_w/2"/>
                                          </p:val>
                                        </p:tav>
                                        <p:tav tm="100000">
                                          <p:val>
                                            <p:strVal val="#ppt_x"/>
                                          </p:val>
                                        </p:tav>
                                      </p:tavLst>
                                    </p:anim>
                                    <p:anim calcmode="lin" valueType="num">
                                      <p:cBhvr additive="base">
                                        <p:cTn id="28" dur="500" fill="hold"/>
                                        <p:tgtEl>
                                          <p:spTgt spid="43"/>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2" presetClass="entr" presetSubtype="8" fill="hold" grpId="0" nodeType="afterEffect">
                                  <p:stCondLst>
                                    <p:cond delay="0"/>
                                  </p:stCondLst>
                                  <p:childTnLst>
                                    <p:set>
                                      <p:cBhvr>
                                        <p:cTn id="31" dur="1" fill="hold">
                                          <p:stCondLst>
                                            <p:cond delay="0"/>
                                          </p:stCondLst>
                                        </p:cTn>
                                        <p:tgtEl>
                                          <p:spTgt spid="44"/>
                                        </p:tgtEl>
                                        <p:attrNameLst>
                                          <p:attrName>style.visibility</p:attrName>
                                        </p:attrNameLst>
                                      </p:cBhvr>
                                      <p:to>
                                        <p:strVal val="visible"/>
                                      </p:to>
                                    </p:set>
                                    <p:animEffect transition="in" filter="wipe(left)">
                                      <p:cBhvr>
                                        <p:cTn id="32" dur="500"/>
                                        <p:tgtEl>
                                          <p:spTgt spid="44"/>
                                        </p:tgtEl>
                                      </p:cBhvr>
                                    </p:animEffect>
                                  </p:childTnLst>
                                </p:cTn>
                              </p:par>
                            </p:childTnLst>
                          </p:cTn>
                        </p:par>
                        <p:par>
                          <p:cTn id="33" fill="hold">
                            <p:stCondLst>
                              <p:cond delay="3000"/>
                            </p:stCondLst>
                            <p:childTnLst>
                              <p:par>
                                <p:cTn id="34" presetID="53" presetClass="entr" presetSubtype="0" fill="hold" grpId="0" nodeType="afterEffect">
                                  <p:stCondLst>
                                    <p:cond delay="0"/>
                                  </p:stCondLst>
                                  <p:childTnLst>
                                    <p:set>
                                      <p:cBhvr>
                                        <p:cTn id="35" dur="1" fill="hold">
                                          <p:stCondLst>
                                            <p:cond delay="0"/>
                                          </p:stCondLst>
                                        </p:cTn>
                                        <p:tgtEl>
                                          <p:spTgt spid="53"/>
                                        </p:tgtEl>
                                        <p:attrNameLst>
                                          <p:attrName>style.visibility</p:attrName>
                                        </p:attrNameLst>
                                      </p:cBhvr>
                                      <p:to>
                                        <p:strVal val="visible"/>
                                      </p:to>
                                    </p:set>
                                    <p:anim calcmode="lin" valueType="num">
                                      <p:cBhvr>
                                        <p:cTn id="36" dur="500" fill="hold"/>
                                        <p:tgtEl>
                                          <p:spTgt spid="53"/>
                                        </p:tgtEl>
                                        <p:attrNameLst>
                                          <p:attrName>ppt_w</p:attrName>
                                        </p:attrNameLst>
                                      </p:cBhvr>
                                      <p:tavLst>
                                        <p:tav tm="0">
                                          <p:val>
                                            <p:fltVal val="0"/>
                                          </p:val>
                                        </p:tav>
                                        <p:tav tm="100000">
                                          <p:val>
                                            <p:strVal val="#ppt_w"/>
                                          </p:val>
                                        </p:tav>
                                      </p:tavLst>
                                    </p:anim>
                                    <p:anim calcmode="lin" valueType="num">
                                      <p:cBhvr>
                                        <p:cTn id="37" dur="500" fill="hold"/>
                                        <p:tgtEl>
                                          <p:spTgt spid="53"/>
                                        </p:tgtEl>
                                        <p:attrNameLst>
                                          <p:attrName>ppt_h</p:attrName>
                                        </p:attrNameLst>
                                      </p:cBhvr>
                                      <p:tavLst>
                                        <p:tav tm="0">
                                          <p:val>
                                            <p:fltVal val="0"/>
                                          </p:val>
                                        </p:tav>
                                        <p:tav tm="100000">
                                          <p:val>
                                            <p:strVal val="#ppt_h"/>
                                          </p:val>
                                        </p:tav>
                                      </p:tavLst>
                                    </p:anim>
                                    <p:animEffect transition="in" filter="fade">
                                      <p:cBhvr>
                                        <p:cTn id="38" dur="500"/>
                                        <p:tgtEl>
                                          <p:spTgt spid="53"/>
                                        </p:tgtEl>
                                      </p:cBhvr>
                                    </p:animEffect>
                                  </p:childTnLst>
                                </p:cTn>
                              </p:par>
                            </p:childTnLst>
                          </p:cTn>
                        </p:par>
                        <p:par>
                          <p:cTn id="39" fill="hold">
                            <p:stCondLst>
                              <p:cond delay="3500"/>
                            </p:stCondLst>
                            <p:childTnLst>
                              <p:par>
                                <p:cTn id="40" presetID="2" presetClass="entr" presetSubtype="2" accel="50000" decel="50000" fill="hold" grpId="0" nodeType="afterEffect">
                                  <p:stCondLst>
                                    <p:cond delay="0"/>
                                  </p:stCondLst>
                                  <p:childTnLst>
                                    <p:set>
                                      <p:cBhvr>
                                        <p:cTn id="41" dur="1" fill="hold">
                                          <p:stCondLst>
                                            <p:cond delay="0"/>
                                          </p:stCondLst>
                                        </p:cTn>
                                        <p:tgtEl>
                                          <p:spTgt spid="58"/>
                                        </p:tgtEl>
                                        <p:attrNameLst>
                                          <p:attrName>style.visibility</p:attrName>
                                        </p:attrNameLst>
                                      </p:cBhvr>
                                      <p:to>
                                        <p:strVal val="visible"/>
                                      </p:to>
                                    </p:set>
                                    <p:anim calcmode="lin" valueType="num">
                                      <p:cBhvr additive="base">
                                        <p:cTn id="42" dur="500" fill="hold"/>
                                        <p:tgtEl>
                                          <p:spTgt spid="58"/>
                                        </p:tgtEl>
                                        <p:attrNameLst>
                                          <p:attrName>ppt_x</p:attrName>
                                        </p:attrNameLst>
                                      </p:cBhvr>
                                      <p:tavLst>
                                        <p:tav tm="0">
                                          <p:val>
                                            <p:strVal val="1+#ppt_w/2"/>
                                          </p:val>
                                        </p:tav>
                                        <p:tav tm="100000">
                                          <p:val>
                                            <p:strVal val="#ppt_x"/>
                                          </p:val>
                                        </p:tav>
                                      </p:tavLst>
                                    </p:anim>
                                    <p:anim calcmode="lin" valueType="num">
                                      <p:cBhvr additive="base">
                                        <p:cTn id="43" dur="500" fill="hold"/>
                                        <p:tgtEl>
                                          <p:spTgt spid="58"/>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accel="50000" decel="50000"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additive="base">
                                        <p:cTn id="47" dur="500" fill="hold"/>
                                        <p:tgtEl>
                                          <p:spTgt spid="45"/>
                                        </p:tgtEl>
                                        <p:attrNameLst>
                                          <p:attrName>ppt_x</p:attrName>
                                        </p:attrNameLst>
                                      </p:cBhvr>
                                      <p:tavLst>
                                        <p:tav tm="0">
                                          <p:val>
                                            <p:strVal val="0-#ppt_w/2"/>
                                          </p:val>
                                        </p:tav>
                                        <p:tav tm="100000">
                                          <p:val>
                                            <p:strVal val="#ppt_x"/>
                                          </p:val>
                                        </p:tav>
                                      </p:tavLst>
                                    </p:anim>
                                    <p:anim calcmode="lin" valueType="num">
                                      <p:cBhvr additive="base">
                                        <p:cTn id="48" dur="500" fill="hold"/>
                                        <p:tgtEl>
                                          <p:spTgt spid="45"/>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2" presetClass="entr" presetSubtype="2" fill="hold" grpId="0" nodeType="after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wipe(right)">
                                      <p:cBhvr>
                                        <p:cTn id="52" dur="500"/>
                                        <p:tgtEl>
                                          <p:spTgt spid="46"/>
                                        </p:tgtEl>
                                      </p:cBhvr>
                                    </p:animEffect>
                                  </p:childTnLst>
                                </p:cTn>
                              </p:par>
                            </p:childTnLst>
                          </p:cTn>
                        </p:par>
                        <p:par>
                          <p:cTn id="53" fill="hold">
                            <p:stCondLst>
                              <p:cond delay="5000"/>
                            </p:stCondLst>
                            <p:childTnLst>
                              <p:par>
                                <p:cTn id="54" presetID="53" presetClass="entr" presetSubtype="0" fill="hold" grpId="0" nodeType="afterEffect">
                                  <p:stCondLst>
                                    <p:cond delay="0"/>
                                  </p:stCondLst>
                                  <p:childTnLst>
                                    <p:set>
                                      <p:cBhvr>
                                        <p:cTn id="55" dur="1" fill="hold">
                                          <p:stCondLst>
                                            <p:cond delay="0"/>
                                          </p:stCondLst>
                                        </p:cTn>
                                        <p:tgtEl>
                                          <p:spTgt spid="51"/>
                                        </p:tgtEl>
                                        <p:attrNameLst>
                                          <p:attrName>style.visibility</p:attrName>
                                        </p:attrNameLst>
                                      </p:cBhvr>
                                      <p:to>
                                        <p:strVal val="visible"/>
                                      </p:to>
                                    </p:set>
                                    <p:anim calcmode="lin" valueType="num">
                                      <p:cBhvr>
                                        <p:cTn id="56" dur="500" fill="hold"/>
                                        <p:tgtEl>
                                          <p:spTgt spid="51"/>
                                        </p:tgtEl>
                                        <p:attrNameLst>
                                          <p:attrName>ppt_w</p:attrName>
                                        </p:attrNameLst>
                                      </p:cBhvr>
                                      <p:tavLst>
                                        <p:tav tm="0">
                                          <p:val>
                                            <p:fltVal val="0"/>
                                          </p:val>
                                        </p:tav>
                                        <p:tav tm="100000">
                                          <p:val>
                                            <p:strVal val="#ppt_w"/>
                                          </p:val>
                                        </p:tav>
                                      </p:tavLst>
                                    </p:anim>
                                    <p:anim calcmode="lin" valueType="num">
                                      <p:cBhvr>
                                        <p:cTn id="57" dur="500" fill="hold"/>
                                        <p:tgtEl>
                                          <p:spTgt spid="51"/>
                                        </p:tgtEl>
                                        <p:attrNameLst>
                                          <p:attrName>ppt_h</p:attrName>
                                        </p:attrNameLst>
                                      </p:cBhvr>
                                      <p:tavLst>
                                        <p:tav tm="0">
                                          <p:val>
                                            <p:fltVal val="0"/>
                                          </p:val>
                                        </p:tav>
                                        <p:tav tm="100000">
                                          <p:val>
                                            <p:strVal val="#ppt_h"/>
                                          </p:val>
                                        </p:tav>
                                      </p:tavLst>
                                    </p:anim>
                                    <p:animEffect transition="in" filter="fade">
                                      <p:cBhvr>
                                        <p:cTn id="58" dur="500"/>
                                        <p:tgtEl>
                                          <p:spTgt spid="51"/>
                                        </p:tgtEl>
                                      </p:cBhvr>
                                    </p:animEffect>
                                  </p:childTnLst>
                                </p:cTn>
                              </p:par>
                            </p:childTnLst>
                          </p:cTn>
                        </p:par>
                        <p:par>
                          <p:cTn id="59" fill="hold">
                            <p:stCondLst>
                              <p:cond delay="5500"/>
                            </p:stCondLst>
                            <p:childTnLst>
                              <p:par>
                                <p:cTn id="60" presetID="2" presetClass="entr" presetSubtype="8" accel="50000" decel="50000" fill="hold" grpId="0" nodeType="afterEffect">
                                  <p:stCondLst>
                                    <p:cond delay="0"/>
                                  </p:stCondLst>
                                  <p:childTnLst>
                                    <p:set>
                                      <p:cBhvr>
                                        <p:cTn id="61" dur="1" fill="hold">
                                          <p:stCondLst>
                                            <p:cond delay="0"/>
                                          </p:stCondLst>
                                        </p:cTn>
                                        <p:tgtEl>
                                          <p:spTgt spid="60"/>
                                        </p:tgtEl>
                                        <p:attrNameLst>
                                          <p:attrName>style.visibility</p:attrName>
                                        </p:attrNameLst>
                                      </p:cBhvr>
                                      <p:to>
                                        <p:strVal val="visible"/>
                                      </p:to>
                                    </p:set>
                                    <p:anim calcmode="lin" valueType="num">
                                      <p:cBhvr additive="base">
                                        <p:cTn id="62" dur="500" fill="hold"/>
                                        <p:tgtEl>
                                          <p:spTgt spid="60"/>
                                        </p:tgtEl>
                                        <p:attrNameLst>
                                          <p:attrName>ppt_x</p:attrName>
                                        </p:attrNameLst>
                                      </p:cBhvr>
                                      <p:tavLst>
                                        <p:tav tm="0">
                                          <p:val>
                                            <p:strVal val="0-#ppt_w/2"/>
                                          </p:val>
                                        </p:tav>
                                        <p:tav tm="100000">
                                          <p:val>
                                            <p:strVal val="#ppt_x"/>
                                          </p:val>
                                        </p:tav>
                                      </p:tavLst>
                                    </p:anim>
                                    <p:anim calcmode="lin" valueType="num">
                                      <p:cBhvr additive="base">
                                        <p:cTn id="63" dur="500" fill="hold"/>
                                        <p:tgtEl>
                                          <p:spTgt spid="60"/>
                                        </p:tgtEl>
                                        <p:attrNameLst>
                                          <p:attrName>ppt_y</p:attrName>
                                        </p:attrNameLst>
                                      </p:cBhvr>
                                      <p:tavLst>
                                        <p:tav tm="0">
                                          <p:val>
                                            <p:strVal val="#ppt_y"/>
                                          </p:val>
                                        </p:tav>
                                        <p:tav tm="100000">
                                          <p:val>
                                            <p:strVal val="#ppt_y"/>
                                          </p:val>
                                        </p:tav>
                                      </p:tavLst>
                                    </p:anim>
                                  </p:childTnLst>
                                </p:cTn>
                              </p:par>
                            </p:childTnLst>
                          </p:cTn>
                        </p:par>
                        <p:par>
                          <p:cTn id="64" fill="hold">
                            <p:stCondLst>
                              <p:cond delay="6000"/>
                            </p:stCondLst>
                            <p:childTnLst>
                              <p:par>
                                <p:cTn id="65" presetID="2" presetClass="entr" presetSubtype="2" accel="50000" decel="50000" fill="hold" grpId="0" nodeType="afterEffect">
                                  <p:stCondLst>
                                    <p:cond delay="0"/>
                                  </p:stCondLst>
                                  <p:childTnLst>
                                    <p:set>
                                      <p:cBhvr>
                                        <p:cTn id="66" dur="1" fill="hold">
                                          <p:stCondLst>
                                            <p:cond delay="0"/>
                                          </p:stCondLst>
                                        </p:cTn>
                                        <p:tgtEl>
                                          <p:spTgt spid="47"/>
                                        </p:tgtEl>
                                        <p:attrNameLst>
                                          <p:attrName>style.visibility</p:attrName>
                                        </p:attrNameLst>
                                      </p:cBhvr>
                                      <p:to>
                                        <p:strVal val="visible"/>
                                      </p:to>
                                    </p:set>
                                    <p:anim calcmode="lin" valueType="num">
                                      <p:cBhvr additive="base">
                                        <p:cTn id="67" dur="500" fill="hold"/>
                                        <p:tgtEl>
                                          <p:spTgt spid="47"/>
                                        </p:tgtEl>
                                        <p:attrNameLst>
                                          <p:attrName>ppt_x</p:attrName>
                                        </p:attrNameLst>
                                      </p:cBhvr>
                                      <p:tavLst>
                                        <p:tav tm="0">
                                          <p:val>
                                            <p:strVal val="1+#ppt_w/2"/>
                                          </p:val>
                                        </p:tav>
                                        <p:tav tm="100000">
                                          <p:val>
                                            <p:strVal val="#ppt_x"/>
                                          </p:val>
                                        </p:tav>
                                      </p:tavLst>
                                    </p:anim>
                                    <p:anim calcmode="lin" valueType="num">
                                      <p:cBhvr additive="base">
                                        <p:cTn id="68" dur="500" fill="hold"/>
                                        <p:tgtEl>
                                          <p:spTgt spid="47"/>
                                        </p:tgtEl>
                                        <p:attrNameLst>
                                          <p:attrName>ppt_y</p:attrName>
                                        </p:attrNameLst>
                                      </p:cBhvr>
                                      <p:tavLst>
                                        <p:tav tm="0">
                                          <p:val>
                                            <p:strVal val="#ppt_y"/>
                                          </p:val>
                                        </p:tav>
                                        <p:tav tm="100000">
                                          <p:val>
                                            <p:strVal val="#ppt_y"/>
                                          </p:val>
                                        </p:tav>
                                      </p:tavLst>
                                    </p:anim>
                                  </p:childTnLst>
                                </p:cTn>
                              </p:par>
                            </p:childTnLst>
                          </p:cTn>
                        </p:par>
                        <p:par>
                          <p:cTn id="69" fill="hold">
                            <p:stCondLst>
                              <p:cond delay="6500"/>
                            </p:stCondLst>
                            <p:childTnLst>
                              <p:par>
                                <p:cTn id="70" presetID="22" presetClass="entr" presetSubtype="8" fill="hold" grpId="0" nodeType="afterEffect">
                                  <p:stCondLst>
                                    <p:cond delay="0"/>
                                  </p:stCondLst>
                                  <p:childTnLst>
                                    <p:set>
                                      <p:cBhvr>
                                        <p:cTn id="71" dur="1" fill="hold">
                                          <p:stCondLst>
                                            <p:cond delay="0"/>
                                          </p:stCondLst>
                                        </p:cTn>
                                        <p:tgtEl>
                                          <p:spTgt spid="48"/>
                                        </p:tgtEl>
                                        <p:attrNameLst>
                                          <p:attrName>style.visibility</p:attrName>
                                        </p:attrNameLst>
                                      </p:cBhvr>
                                      <p:to>
                                        <p:strVal val="visible"/>
                                      </p:to>
                                    </p:set>
                                    <p:animEffect transition="in" filter="wipe(left)">
                                      <p:cBhvr>
                                        <p:cTn id="72" dur="500"/>
                                        <p:tgtEl>
                                          <p:spTgt spid="48"/>
                                        </p:tgtEl>
                                      </p:cBhvr>
                                    </p:animEffect>
                                  </p:childTnLst>
                                </p:cTn>
                              </p:par>
                            </p:childTnLst>
                          </p:cTn>
                        </p:par>
                        <p:par>
                          <p:cTn id="73" fill="hold">
                            <p:stCondLst>
                              <p:cond delay="7000"/>
                            </p:stCondLst>
                            <p:childTnLst>
                              <p:par>
                                <p:cTn id="74" presetID="53" presetClass="entr" presetSubtype="0" fill="hold" grpId="0" nodeType="afterEffect">
                                  <p:stCondLst>
                                    <p:cond delay="0"/>
                                  </p:stCondLst>
                                  <p:childTnLst>
                                    <p:set>
                                      <p:cBhvr>
                                        <p:cTn id="75" dur="1" fill="hold">
                                          <p:stCondLst>
                                            <p:cond delay="0"/>
                                          </p:stCondLst>
                                        </p:cTn>
                                        <p:tgtEl>
                                          <p:spTgt spid="52"/>
                                        </p:tgtEl>
                                        <p:attrNameLst>
                                          <p:attrName>style.visibility</p:attrName>
                                        </p:attrNameLst>
                                      </p:cBhvr>
                                      <p:to>
                                        <p:strVal val="visible"/>
                                      </p:to>
                                    </p:set>
                                    <p:anim calcmode="lin" valueType="num">
                                      <p:cBhvr>
                                        <p:cTn id="76" dur="500" fill="hold"/>
                                        <p:tgtEl>
                                          <p:spTgt spid="52"/>
                                        </p:tgtEl>
                                        <p:attrNameLst>
                                          <p:attrName>ppt_w</p:attrName>
                                        </p:attrNameLst>
                                      </p:cBhvr>
                                      <p:tavLst>
                                        <p:tav tm="0">
                                          <p:val>
                                            <p:fltVal val="0"/>
                                          </p:val>
                                        </p:tav>
                                        <p:tav tm="100000">
                                          <p:val>
                                            <p:strVal val="#ppt_w"/>
                                          </p:val>
                                        </p:tav>
                                      </p:tavLst>
                                    </p:anim>
                                    <p:anim calcmode="lin" valueType="num">
                                      <p:cBhvr>
                                        <p:cTn id="77" dur="500" fill="hold"/>
                                        <p:tgtEl>
                                          <p:spTgt spid="52"/>
                                        </p:tgtEl>
                                        <p:attrNameLst>
                                          <p:attrName>ppt_h</p:attrName>
                                        </p:attrNameLst>
                                      </p:cBhvr>
                                      <p:tavLst>
                                        <p:tav tm="0">
                                          <p:val>
                                            <p:fltVal val="0"/>
                                          </p:val>
                                        </p:tav>
                                        <p:tav tm="100000">
                                          <p:val>
                                            <p:strVal val="#ppt_h"/>
                                          </p:val>
                                        </p:tav>
                                      </p:tavLst>
                                    </p:anim>
                                    <p:animEffect transition="in" filter="fade">
                                      <p:cBhvr>
                                        <p:cTn id="78" dur="500"/>
                                        <p:tgtEl>
                                          <p:spTgt spid="52"/>
                                        </p:tgtEl>
                                      </p:cBhvr>
                                    </p:animEffect>
                                  </p:childTnLst>
                                </p:cTn>
                              </p:par>
                            </p:childTnLst>
                          </p:cTn>
                        </p:par>
                        <p:par>
                          <p:cTn id="79" fill="hold">
                            <p:stCondLst>
                              <p:cond delay="7500"/>
                            </p:stCondLst>
                            <p:childTnLst>
                              <p:par>
                                <p:cTn id="80" presetID="2" presetClass="entr" presetSubtype="2" accel="50000" decel="50000" fill="hold" grpId="0" nodeType="after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500" fill="hold"/>
                                        <p:tgtEl>
                                          <p:spTgt spid="57"/>
                                        </p:tgtEl>
                                        <p:attrNameLst>
                                          <p:attrName>ppt_x</p:attrName>
                                        </p:attrNameLst>
                                      </p:cBhvr>
                                      <p:tavLst>
                                        <p:tav tm="0">
                                          <p:val>
                                            <p:strVal val="1+#ppt_w/2"/>
                                          </p:val>
                                        </p:tav>
                                        <p:tav tm="100000">
                                          <p:val>
                                            <p:strVal val="#ppt_x"/>
                                          </p:val>
                                        </p:tav>
                                      </p:tavLst>
                                    </p:anim>
                                    <p:anim calcmode="lin" valueType="num">
                                      <p:cBhvr additive="base">
                                        <p:cTn id="83" dur="500" fill="hold"/>
                                        <p:tgtEl>
                                          <p:spTgt spid="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45" grpId="0" animBg="1"/>
      <p:bldP spid="46" grpId="0" animBg="1"/>
      <p:bldP spid="47" grpId="0" animBg="1"/>
      <p:bldP spid="48" grpId="0" animBg="1"/>
      <p:bldP spid="44" grpId="0" animBg="1"/>
      <p:bldP spid="43" grpId="0" animBg="1"/>
      <p:bldP spid="50" grpId="0" animBg="1"/>
      <p:bldP spid="51" grpId="0" animBg="1"/>
      <p:bldP spid="52" grpId="0" animBg="1"/>
      <p:bldP spid="53" grpId="0" animBg="1"/>
      <p:bldP spid="57" grpId="0"/>
      <p:bldP spid="58" grpId="0"/>
      <p:bldP spid="59" grpId="0"/>
      <p:bldP spid="60"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1707045"/>
            <a:ext cx="3554178" cy="523220"/>
          </a:xfrm>
          <a:prstGeom prst="rect">
            <a:avLst/>
          </a:prstGeom>
          <a:noFill/>
        </p:spPr>
        <p:txBody>
          <a:bodyPr wrap="none" rtlCol="0">
            <a:spAutoFit/>
          </a:bodyPr>
          <a:lstStyle/>
          <a:p>
            <a:pPr algn="ctr"/>
            <a:r>
              <a:rPr lang="en-US" sz="2800" b="1" cap="all" dirty="0">
                <a:solidFill>
                  <a:schemeClr val="tx1">
                    <a:lumMod val="50000"/>
                    <a:lumOff val="50000"/>
                  </a:schemeClr>
                </a:solidFill>
              </a:rPr>
              <a:t>PUZZLE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657350"/>
            <a:ext cx="3006725" cy="566738"/>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6" name="Freeform 78"/>
          <p:cNvSpPr>
            <a:spLocks/>
          </p:cNvSpPr>
          <p:nvPr/>
        </p:nvSpPr>
        <p:spPr bwMode="auto">
          <a:xfrm>
            <a:off x="2863850" y="2388875"/>
            <a:ext cx="1708150" cy="1706563"/>
          </a:xfrm>
          <a:custGeom>
            <a:avLst/>
            <a:gdLst/>
            <a:ahLst/>
            <a:cxnLst>
              <a:cxn ang="0">
                <a:pos x="399" y="216"/>
              </a:cxn>
              <a:cxn ang="0">
                <a:pos x="472" y="181"/>
              </a:cxn>
              <a:cxn ang="0">
                <a:pos x="433" y="88"/>
              </a:cxn>
              <a:cxn ang="0">
                <a:pos x="601" y="88"/>
              </a:cxn>
              <a:cxn ang="0">
                <a:pos x="563" y="181"/>
              </a:cxn>
              <a:cxn ang="0">
                <a:pos x="636" y="216"/>
              </a:cxn>
              <a:cxn ang="0">
                <a:pos x="819" y="216"/>
              </a:cxn>
              <a:cxn ang="0">
                <a:pos x="819" y="399"/>
              </a:cxn>
              <a:cxn ang="0">
                <a:pos x="784" y="472"/>
              </a:cxn>
              <a:cxn ang="0">
                <a:pos x="691" y="434"/>
              </a:cxn>
              <a:cxn ang="0">
                <a:pos x="691" y="602"/>
              </a:cxn>
              <a:cxn ang="0">
                <a:pos x="784" y="563"/>
              </a:cxn>
              <a:cxn ang="0">
                <a:pos x="819" y="636"/>
              </a:cxn>
              <a:cxn ang="0">
                <a:pos x="819" y="819"/>
              </a:cxn>
              <a:cxn ang="0">
                <a:pos x="636" y="819"/>
              </a:cxn>
              <a:cxn ang="0">
                <a:pos x="563" y="784"/>
              </a:cxn>
              <a:cxn ang="0">
                <a:pos x="601" y="691"/>
              </a:cxn>
              <a:cxn ang="0">
                <a:pos x="433" y="691"/>
              </a:cxn>
              <a:cxn ang="0">
                <a:pos x="472" y="784"/>
              </a:cxn>
              <a:cxn ang="0">
                <a:pos x="399" y="819"/>
              </a:cxn>
              <a:cxn ang="0">
                <a:pos x="216" y="819"/>
              </a:cxn>
              <a:cxn ang="0">
                <a:pos x="216" y="636"/>
              </a:cxn>
              <a:cxn ang="0">
                <a:pos x="180" y="563"/>
              </a:cxn>
              <a:cxn ang="0">
                <a:pos x="88" y="602"/>
              </a:cxn>
              <a:cxn ang="0">
                <a:pos x="88" y="434"/>
              </a:cxn>
              <a:cxn ang="0">
                <a:pos x="180" y="472"/>
              </a:cxn>
              <a:cxn ang="0">
                <a:pos x="216" y="399"/>
              </a:cxn>
              <a:cxn ang="0">
                <a:pos x="216" y="216"/>
              </a:cxn>
              <a:cxn ang="0">
                <a:pos x="399" y="216"/>
              </a:cxn>
            </a:cxnLst>
            <a:rect l="0" t="0" r="r" b="b"/>
            <a:pathLst>
              <a:path w="819" h="819">
                <a:moveTo>
                  <a:pt x="399" y="216"/>
                </a:moveTo>
                <a:cubicBezTo>
                  <a:pt x="465" y="216"/>
                  <a:pt x="480" y="200"/>
                  <a:pt x="472" y="181"/>
                </a:cubicBezTo>
                <a:cubicBezTo>
                  <a:pt x="455" y="144"/>
                  <a:pt x="425" y="139"/>
                  <a:pt x="433" y="88"/>
                </a:cubicBezTo>
                <a:cubicBezTo>
                  <a:pt x="447" y="0"/>
                  <a:pt x="588" y="0"/>
                  <a:pt x="601" y="88"/>
                </a:cubicBezTo>
                <a:cubicBezTo>
                  <a:pt x="609" y="139"/>
                  <a:pt x="580" y="144"/>
                  <a:pt x="563" y="181"/>
                </a:cubicBezTo>
                <a:cubicBezTo>
                  <a:pt x="554" y="200"/>
                  <a:pt x="570" y="216"/>
                  <a:pt x="636" y="216"/>
                </a:cubicBezTo>
                <a:cubicBezTo>
                  <a:pt x="819" y="216"/>
                  <a:pt x="819" y="216"/>
                  <a:pt x="819" y="216"/>
                </a:cubicBezTo>
                <a:cubicBezTo>
                  <a:pt x="819" y="399"/>
                  <a:pt x="819" y="399"/>
                  <a:pt x="819" y="399"/>
                </a:cubicBezTo>
                <a:cubicBezTo>
                  <a:pt x="819" y="465"/>
                  <a:pt x="803" y="481"/>
                  <a:pt x="784" y="472"/>
                </a:cubicBezTo>
                <a:cubicBezTo>
                  <a:pt x="747" y="455"/>
                  <a:pt x="742" y="426"/>
                  <a:pt x="691" y="434"/>
                </a:cubicBezTo>
                <a:cubicBezTo>
                  <a:pt x="603" y="447"/>
                  <a:pt x="603" y="588"/>
                  <a:pt x="691" y="602"/>
                </a:cubicBezTo>
                <a:cubicBezTo>
                  <a:pt x="742" y="610"/>
                  <a:pt x="747" y="580"/>
                  <a:pt x="784" y="563"/>
                </a:cubicBezTo>
                <a:cubicBezTo>
                  <a:pt x="803" y="555"/>
                  <a:pt x="819" y="570"/>
                  <a:pt x="819" y="636"/>
                </a:cubicBezTo>
                <a:cubicBezTo>
                  <a:pt x="819" y="819"/>
                  <a:pt x="819" y="819"/>
                  <a:pt x="819" y="819"/>
                </a:cubicBezTo>
                <a:cubicBezTo>
                  <a:pt x="636" y="819"/>
                  <a:pt x="636" y="819"/>
                  <a:pt x="636" y="819"/>
                </a:cubicBezTo>
                <a:cubicBezTo>
                  <a:pt x="570" y="819"/>
                  <a:pt x="554" y="803"/>
                  <a:pt x="563" y="784"/>
                </a:cubicBezTo>
                <a:cubicBezTo>
                  <a:pt x="580" y="747"/>
                  <a:pt x="609" y="743"/>
                  <a:pt x="601" y="691"/>
                </a:cubicBezTo>
                <a:cubicBezTo>
                  <a:pt x="588" y="603"/>
                  <a:pt x="447" y="603"/>
                  <a:pt x="433" y="691"/>
                </a:cubicBezTo>
                <a:cubicBezTo>
                  <a:pt x="425" y="743"/>
                  <a:pt x="455" y="747"/>
                  <a:pt x="472" y="784"/>
                </a:cubicBezTo>
                <a:cubicBezTo>
                  <a:pt x="480" y="803"/>
                  <a:pt x="465" y="819"/>
                  <a:pt x="399" y="819"/>
                </a:cubicBezTo>
                <a:cubicBezTo>
                  <a:pt x="216" y="819"/>
                  <a:pt x="216" y="819"/>
                  <a:pt x="216" y="819"/>
                </a:cubicBezTo>
                <a:cubicBezTo>
                  <a:pt x="216" y="636"/>
                  <a:pt x="216" y="636"/>
                  <a:pt x="216" y="636"/>
                </a:cubicBezTo>
                <a:cubicBezTo>
                  <a:pt x="216" y="570"/>
                  <a:pt x="200" y="555"/>
                  <a:pt x="180" y="563"/>
                </a:cubicBezTo>
                <a:cubicBezTo>
                  <a:pt x="144" y="580"/>
                  <a:pt x="139" y="610"/>
                  <a:pt x="88" y="602"/>
                </a:cubicBezTo>
                <a:cubicBezTo>
                  <a:pt x="0" y="588"/>
                  <a:pt x="0" y="447"/>
                  <a:pt x="88" y="434"/>
                </a:cubicBezTo>
                <a:cubicBezTo>
                  <a:pt x="139" y="426"/>
                  <a:pt x="144" y="455"/>
                  <a:pt x="180" y="472"/>
                </a:cubicBezTo>
                <a:cubicBezTo>
                  <a:pt x="200" y="481"/>
                  <a:pt x="216" y="465"/>
                  <a:pt x="216" y="399"/>
                </a:cubicBezTo>
                <a:cubicBezTo>
                  <a:pt x="216" y="216"/>
                  <a:pt x="216" y="216"/>
                  <a:pt x="216" y="216"/>
                </a:cubicBezTo>
                <a:lnTo>
                  <a:pt x="399" y="216"/>
                </a:lnTo>
                <a:close/>
              </a:path>
            </a:pathLst>
          </a:custGeom>
          <a:solidFill>
            <a:schemeClr val="accent3"/>
          </a:solidFill>
          <a:ln w="19050">
            <a:solidFill>
              <a:schemeClr val="accent3">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4" name="Freeform 76"/>
          <p:cNvSpPr>
            <a:spLocks/>
          </p:cNvSpPr>
          <p:nvPr/>
        </p:nvSpPr>
        <p:spPr bwMode="auto">
          <a:xfrm>
            <a:off x="4572000" y="1582425"/>
            <a:ext cx="1708150" cy="1706563"/>
          </a:xfrm>
          <a:custGeom>
            <a:avLst/>
            <a:gdLst/>
            <a:ahLst/>
            <a:cxnLst>
              <a:cxn ang="0">
                <a:pos x="183" y="603"/>
              </a:cxn>
              <a:cxn ang="0">
                <a:pos x="256" y="638"/>
              </a:cxn>
              <a:cxn ang="0">
                <a:pos x="218" y="731"/>
              </a:cxn>
              <a:cxn ang="0">
                <a:pos x="386" y="731"/>
              </a:cxn>
              <a:cxn ang="0">
                <a:pos x="347" y="638"/>
              </a:cxn>
              <a:cxn ang="0">
                <a:pos x="420" y="603"/>
              </a:cxn>
              <a:cxn ang="0">
                <a:pos x="603" y="603"/>
              </a:cxn>
              <a:cxn ang="0">
                <a:pos x="603" y="420"/>
              </a:cxn>
              <a:cxn ang="0">
                <a:pos x="639" y="347"/>
              </a:cxn>
              <a:cxn ang="0">
                <a:pos x="731" y="385"/>
              </a:cxn>
              <a:cxn ang="0">
                <a:pos x="731" y="217"/>
              </a:cxn>
              <a:cxn ang="0">
                <a:pos x="639" y="256"/>
              </a:cxn>
              <a:cxn ang="0">
                <a:pos x="603" y="183"/>
              </a:cxn>
              <a:cxn ang="0">
                <a:pos x="603" y="0"/>
              </a:cxn>
              <a:cxn ang="0">
                <a:pos x="420" y="0"/>
              </a:cxn>
              <a:cxn ang="0">
                <a:pos x="347" y="35"/>
              </a:cxn>
              <a:cxn ang="0">
                <a:pos x="386" y="128"/>
              </a:cxn>
              <a:cxn ang="0">
                <a:pos x="218" y="128"/>
              </a:cxn>
              <a:cxn ang="0">
                <a:pos x="256" y="35"/>
              </a:cxn>
              <a:cxn ang="0">
                <a:pos x="183" y="0"/>
              </a:cxn>
              <a:cxn ang="0">
                <a:pos x="0" y="0"/>
              </a:cxn>
              <a:cxn ang="0">
                <a:pos x="0" y="183"/>
              </a:cxn>
              <a:cxn ang="0">
                <a:pos x="35" y="256"/>
              </a:cxn>
              <a:cxn ang="0">
                <a:pos x="128" y="217"/>
              </a:cxn>
              <a:cxn ang="0">
                <a:pos x="128" y="385"/>
              </a:cxn>
              <a:cxn ang="0">
                <a:pos x="35" y="347"/>
              </a:cxn>
              <a:cxn ang="0">
                <a:pos x="0" y="420"/>
              </a:cxn>
              <a:cxn ang="0">
                <a:pos x="0" y="603"/>
              </a:cxn>
              <a:cxn ang="0">
                <a:pos x="183" y="603"/>
              </a:cxn>
            </a:cxnLst>
            <a:rect l="0" t="0" r="r" b="b"/>
            <a:pathLst>
              <a:path w="819" h="819">
                <a:moveTo>
                  <a:pt x="183" y="603"/>
                </a:moveTo>
                <a:cubicBezTo>
                  <a:pt x="249" y="603"/>
                  <a:pt x="265" y="619"/>
                  <a:pt x="256" y="638"/>
                </a:cubicBezTo>
                <a:cubicBezTo>
                  <a:pt x="239" y="675"/>
                  <a:pt x="210" y="680"/>
                  <a:pt x="218" y="731"/>
                </a:cubicBezTo>
                <a:cubicBezTo>
                  <a:pt x="231" y="819"/>
                  <a:pt x="372" y="819"/>
                  <a:pt x="386" y="731"/>
                </a:cubicBezTo>
                <a:cubicBezTo>
                  <a:pt x="394" y="680"/>
                  <a:pt x="364" y="675"/>
                  <a:pt x="347" y="638"/>
                </a:cubicBezTo>
                <a:cubicBezTo>
                  <a:pt x="339" y="619"/>
                  <a:pt x="354" y="603"/>
                  <a:pt x="420" y="603"/>
                </a:cubicBezTo>
                <a:cubicBezTo>
                  <a:pt x="603" y="603"/>
                  <a:pt x="603" y="603"/>
                  <a:pt x="603" y="603"/>
                </a:cubicBezTo>
                <a:cubicBezTo>
                  <a:pt x="603" y="420"/>
                  <a:pt x="603" y="420"/>
                  <a:pt x="603" y="420"/>
                </a:cubicBezTo>
                <a:cubicBezTo>
                  <a:pt x="603" y="354"/>
                  <a:pt x="619" y="338"/>
                  <a:pt x="639" y="347"/>
                </a:cubicBezTo>
                <a:cubicBezTo>
                  <a:pt x="675" y="364"/>
                  <a:pt x="680" y="393"/>
                  <a:pt x="731" y="385"/>
                </a:cubicBezTo>
                <a:cubicBezTo>
                  <a:pt x="819" y="372"/>
                  <a:pt x="819" y="231"/>
                  <a:pt x="731" y="217"/>
                </a:cubicBezTo>
                <a:cubicBezTo>
                  <a:pt x="680" y="209"/>
                  <a:pt x="675" y="239"/>
                  <a:pt x="639" y="256"/>
                </a:cubicBezTo>
                <a:cubicBezTo>
                  <a:pt x="619" y="264"/>
                  <a:pt x="603" y="249"/>
                  <a:pt x="603" y="183"/>
                </a:cubicBezTo>
                <a:cubicBezTo>
                  <a:pt x="603" y="0"/>
                  <a:pt x="603" y="0"/>
                  <a:pt x="603" y="0"/>
                </a:cubicBezTo>
                <a:cubicBezTo>
                  <a:pt x="420" y="0"/>
                  <a:pt x="420" y="0"/>
                  <a:pt x="420" y="0"/>
                </a:cubicBezTo>
                <a:cubicBezTo>
                  <a:pt x="354" y="0"/>
                  <a:pt x="339" y="16"/>
                  <a:pt x="347" y="35"/>
                </a:cubicBezTo>
                <a:cubicBezTo>
                  <a:pt x="364" y="72"/>
                  <a:pt x="394" y="76"/>
                  <a:pt x="386" y="128"/>
                </a:cubicBezTo>
                <a:cubicBezTo>
                  <a:pt x="372" y="216"/>
                  <a:pt x="231" y="216"/>
                  <a:pt x="218" y="128"/>
                </a:cubicBezTo>
                <a:cubicBezTo>
                  <a:pt x="210" y="76"/>
                  <a:pt x="239" y="72"/>
                  <a:pt x="256" y="35"/>
                </a:cubicBezTo>
                <a:cubicBezTo>
                  <a:pt x="265" y="16"/>
                  <a:pt x="249" y="0"/>
                  <a:pt x="183" y="0"/>
                </a:cubicBezTo>
                <a:cubicBezTo>
                  <a:pt x="0" y="0"/>
                  <a:pt x="0" y="0"/>
                  <a:pt x="0" y="0"/>
                </a:cubicBezTo>
                <a:cubicBezTo>
                  <a:pt x="0" y="183"/>
                  <a:pt x="0" y="183"/>
                  <a:pt x="0" y="183"/>
                </a:cubicBezTo>
                <a:cubicBezTo>
                  <a:pt x="0" y="249"/>
                  <a:pt x="16" y="264"/>
                  <a:pt x="35" y="256"/>
                </a:cubicBezTo>
                <a:cubicBezTo>
                  <a:pt x="72" y="239"/>
                  <a:pt x="77" y="209"/>
                  <a:pt x="128" y="217"/>
                </a:cubicBezTo>
                <a:cubicBezTo>
                  <a:pt x="216" y="231"/>
                  <a:pt x="216" y="372"/>
                  <a:pt x="128" y="385"/>
                </a:cubicBezTo>
                <a:cubicBezTo>
                  <a:pt x="77" y="393"/>
                  <a:pt x="72" y="364"/>
                  <a:pt x="35" y="347"/>
                </a:cubicBezTo>
                <a:cubicBezTo>
                  <a:pt x="16" y="338"/>
                  <a:pt x="0" y="354"/>
                  <a:pt x="0" y="420"/>
                </a:cubicBezTo>
                <a:cubicBezTo>
                  <a:pt x="0" y="603"/>
                  <a:pt x="0" y="603"/>
                  <a:pt x="0" y="603"/>
                </a:cubicBezTo>
                <a:lnTo>
                  <a:pt x="183" y="603"/>
                </a:lnTo>
                <a:close/>
              </a:path>
            </a:pathLst>
          </a:custGeom>
          <a:solidFill>
            <a:schemeClr val="accent2"/>
          </a:solidFill>
          <a:ln w="19050">
            <a:solidFill>
              <a:schemeClr val="accent2">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5" name="Freeform 77"/>
          <p:cNvSpPr>
            <a:spLocks/>
          </p:cNvSpPr>
          <p:nvPr/>
        </p:nvSpPr>
        <p:spPr bwMode="auto">
          <a:xfrm>
            <a:off x="3314700" y="1131575"/>
            <a:ext cx="1708150" cy="1706563"/>
          </a:xfrm>
          <a:custGeom>
            <a:avLst/>
            <a:gdLst/>
            <a:ahLst/>
            <a:cxnLst>
              <a:cxn ang="0">
                <a:pos x="183" y="216"/>
              </a:cxn>
              <a:cxn ang="0">
                <a:pos x="256" y="180"/>
              </a:cxn>
              <a:cxn ang="0">
                <a:pos x="217" y="88"/>
              </a:cxn>
              <a:cxn ang="0">
                <a:pos x="385" y="88"/>
              </a:cxn>
              <a:cxn ang="0">
                <a:pos x="347" y="180"/>
              </a:cxn>
              <a:cxn ang="0">
                <a:pos x="420" y="216"/>
              </a:cxn>
              <a:cxn ang="0">
                <a:pos x="603" y="216"/>
              </a:cxn>
              <a:cxn ang="0">
                <a:pos x="603" y="399"/>
              </a:cxn>
              <a:cxn ang="0">
                <a:pos x="638" y="472"/>
              </a:cxn>
              <a:cxn ang="0">
                <a:pos x="731" y="433"/>
              </a:cxn>
              <a:cxn ang="0">
                <a:pos x="731" y="601"/>
              </a:cxn>
              <a:cxn ang="0">
                <a:pos x="638" y="563"/>
              </a:cxn>
              <a:cxn ang="0">
                <a:pos x="603" y="636"/>
              </a:cxn>
              <a:cxn ang="0">
                <a:pos x="603" y="819"/>
              </a:cxn>
              <a:cxn ang="0">
                <a:pos x="420" y="819"/>
              </a:cxn>
              <a:cxn ang="0">
                <a:pos x="347" y="784"/>
              </a:cxn>
              <a:cxn ang="0">
                <a:pos x="385" y="691"/>
              </a:cxn>
              <a:cxn ang="0">
                <a:pos x="217" y="691"/>
              </a:cxn>
              <a:cxn ang="0">
                <a:pos x="256" y="784"/>
              </a:cxn>
              <a:cxn ang="0">
                <a:pos x="183" y="819"/>
              </a:cxn>
              <a:cxn ang="0">
                <a:pos x="0" y="819"/>
              </a:cxn>
              <a:cxn ang="0">
                <a:pos x="0" y="636"/>
              </a:cxn>
              <a:cxn ang="0">
                <a:pos x="35" y="563"/>
              </a:cxn>
              <a:cxn ang="0">
                <a:pos x="128" y="601"/>
              </a:cxn>
              <a:cxn ang="0">
                <a:pos x="128" y="433"/>
              </a:cxn>
              <a:cxn ang="0">
                <a:pos x="35" y="472"/>
              </a:cxn>
              <a:cxn ang="0">
                <a:pos x="0" y="399"/>
              </a:cxn>
              <a:cxn ang="0">
                <a:pos x="0" y="216"/>
              </a:cxn>
              <a:cxn ang="0">
                <a:pos x="183" y="216"/>
              </a:cxn>
            </a:cxnLst>
            <a:rect l="0" t="0" r="r" b="b"/>
            <a:pathLst>
              <a:path w="819" h="819">
                <a:moveTo>
                  <a:pt x="183" y="216"/>
                </a:moveTo>
                <a:cubicBezTo>
                  <a:pt x="249" y="216"/>
                  <a:pt x="264" y="200"/>
                  <a:pt x="256" y="180"/>
                </a:cubicBezTo>
                <a:cubicBezTo>
                  <a:pt x="239" y="144"/>
                  <a:pt x="209" y="139"/>
                  <a:pt x="217" y="88"/>
                </a:cubicBezTo>
                <a:cubicBezTo>
                  <a:pt x="231" y="0"/>
                  <a:pt x="372" y="0"/>
                  <a:pt x="385" y="88"/>
                </a:cubicBezTo>
                <a:cubicBezTo>
                  <a:pt x="393" y="139"/>
                  <a:pt x="364" y="144"/>
                  <a:pt x="347" y="180"/>
                </a:cubicBezTo>
                <a:cubicBezTo>
                  <a:pt x="338" y="200"/>
                  <a:pt x="354" y="216"/>
                  <a:pt x="420" y="216"/>
                </a:cubicBezTo>
                <a:cubicBezTo>
                  <a:pt x="603" y="216"/>
                  <a:pt x="603" y="216"/>
                  <a:pt x="603" y="216"/>
                </a:cubicBezTo>
                <a:cubicBezTo>
                  <a:pt x="603" y="399"/>
                  <a:pt x="603" y="399"/>
                  <a:pt x="603" y="399"/>
                </a:cubicBezTo>
                <a:cubicBezTo>
                  <a:pt x="603" y="465"/>
                  <a:pt x="619" y="480"/>
                  <a:pt x="638" y="472"/>
                </a:cubicBezTo>
                <a:cubicBezTo>
                  <a:pt x="675" y="455"/>
                  <a:pt x="680" y="425"/>
                  <a:pt x="731" y="433"/>
                </a:cubicBezTo>
                <a:cubicBezTo>
                  <a:pt x="819" y="447"/>
                  <a:pt x="819" y="588"/>
                  <a:pt x="731" y="601"/>
                </a:cubicBezTo>
                <a:cubicBezTo>
                  <a:pt x="680" y="609"/>
                  <a:pt x="675" y="580"/>
                  <a:pt x="638" y="563"/>
                </a:cubicBezTo>
                <a:cubicBezTo>
                  <a:pt x="619" y="554"/>
                  <a:pt x="603" y="570"/>
                  <a:pt x="603" y="636"/>
                </a:cubicBezTo>
                <a:cubicBezTo>
                  <a:pt x="603" y="819"/>
                  <a:pt x="603" y="819"/>
                  <a:pt x="603" y="819"/>
                </a:cubicBezTo>
                <a:cubicBezTo>
                  <a:pt x="420" y="819"/>
                  <a:pt x="420" y="819"/>
                  <a:pt x="420" y="819"/>
                </a:cubicBezTo>
                <a:cubicBezTo>
                  <a:pt x="354" y="819"/>
                  <a:pt x="338" y="803"/>
                  <a:pt x="347" y="784"/>
                </a:cubicBezTo>
                <a:cubicBezTo>
                  <a:pt x="364" y="747"/>
                  <a:pt x="393" y="742"/>
                  <a:pt x="385" y="691"/>
                </a:cubicBezTo>
                <a:cubicBezTo>
                  <a:pt x="372" y="603"/>
                  <a:pt x="231" y="603"/>
                  <a:pt x="217" y="691"/>
                </a:cubicBezTo>
                <a:cubicBezTo>
                  <a:pt x="209" y="742"/>
                  <a:pt x="239" y="747"/>
                  <a:pt x="256" y="784"/>
                </a:cubicBezTo>
                <a:cubicBezTo>
                  <a:pt x="264" y="803"/>
                  <a:pt x="249" y="819"/>
                  <a:pt x="183" y="819"/>
                </a:cubicBezTo>
                <a:cubicBezTo>
                  <a:pt x="0" y="819"/>
                  <a:pt x="0" y="819"/>
                  <a:pt x="0" y="819"/>
                </a:cubicBezTo>
                <a:cubicBezTo>
                  <a:pt x="0" y="636"/>
                  <a:pt x="0" y="636"/>
                  <a:pt x="0" y="636"/>
                </a:cubicBezTo>
                <a:cubicBezTo>
                  <a:pt x="0" y="570"/>
                  <a:pt x="16" y="554"/>
                  <a:pt x="35" y="563"/>
                </a:cubicBezTo>
                <a:cubicBezTo>
                  <a:pt x="72" y="580"/>
                  <a:pt x="76" y="609"/>
                  <a:pt x="128" y="601"/>
                </a:cubicBezTo>
                <a:cubicBezTo>
                  <a:pt x="216" y="588"/>
                  <a:pt x="216" y="447"/>
                  <a:pt x="128" y="433"/>
                </a:cubicBezTo>
                <a:cubicBezTo>
                  <a:pt x="76" y="425"/>
                  <a:pt x="72" y="455"/>
                  <a:pt x="35" y="472"/>
                </a:cubicBezTo>
                <a:cubicBezTo>
                  <a:pt x="16" y="480"/>
                  <a:pt x="0" y="465"/>
                  <a:pt x="0" y="399"/>
                </a:cubicBezTo>
                <a:cubicBezTo>
                  <a:pt x="0" y="216"/>
                  <a:pt x="0" y="216"/>
                  <a:pt x="0" y="216"/>
                </a:cubicBezTo>
                <a:lnTo>
                  <a:pt x="183" y="216"/>
                </a:lnTo>
                <a:close/>
              </a:path>
            </a:pathLst>
          </a:custGeom>
          <a:solidFill>
            <a:schemeClr val="accent1"/>
          </a:solidFill>
          <a:ln w="19050">
            <a:solidFill>
              <a:schemeClr val="accent1">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7" name="Freeform 79"/>
          <p:cNvSpPr>
            <a:spLocks/>
          </p:cNvSpPr>
          <p:nvPr/>
        </p:nvSpPr>
        <p:spPr bwMode="auto">
          <a:xfrm>
            <a:off x="4121150" y="2838138"/>
            <a:ext cx="1708150" cy="1708150"/>
          </a:xfrm>
          <a:custGeom>
            <a:avLst/>
            <a:gdLst/>
            <a:ahLst/>
            <a:cxnLst>
              <a:cxn ang="0">
                <a:pos x="216" y="420"/>
              </a:cxn>
              <a:cxn ang="0">
                <a:pos x="181" y="347"/>
              </a:cxn>
              <a:cxn ang="0">
                <a:pos x="88" y="386"/>
              </a:cxn>
              <a:cxn ang="0">
                <a:pos x="88" y="218"/>
              </a:cxn>
              <a:cxn ang="0">
                <a:pos x="181" y="256"/>
              </a:cxn>
              <a:cxn ang="0">
                <a:pos x="216" y="183"/>
              </a:cxn>
              <a:cxn ang="0">
                <a:pos x="216" y="0"/>
              </a:cxn>
              <a:cxn ang="0">
                <a:pos x="399" y="0"/>
              </a:cxn>
              <a:cxn ang="0">
                <a:pos x="472" y="35"/>
              </a:cxn>
              <a:cxn ang="0">
                <a:pos x="434" y="128"/>
              </a:cxn>
              <a:cxn ang="0">
                <a:pos x="602" y="128"/>
              </a:cxn>
              <a:cxn ang="0">
                <a:pos x="563" y="35"/>
              </a:cxn>
              <a:cxn ang="0">
                <a:pos x="636" y="0"/>
              </a:cxn>
              <a:cxn ang="0">
                <a:pos x="819" y="0"/>
              </a:cxn>
              <a:cxn ang="0">
                <a:pos x="819" y="183"/>
              </a:cxn>
              <a:cxn ang="0">
                <a:pos x="784" y="256"/>
              </a:cxn>
              <a:cxn ang="0">
                <a:pos x="691" y="218"/>
              </a:cxn>
              <a:cxn ang="0">
                <a:pos x="691" y="386"/>
              </a:cxn>
              <a:cxn ang="0">
                <a:pos x="784" y="347"/>
              </a:cxn>
              <a:cxn ang="0">
                <a:pos x="819" y="420"/>
              </a:cxn>
              <a:cxn ang="0">
                <a:pos x="819" y="603"/>
              </a:cxn>
              <a:cxn ang="0">
                <a:pos x="636" y="603"/>
              </a:cxn>
              <a:cxn ang="0">
                <a:pos x="563" y="639"/>
              </a:cxn>
              <a:cxn ang="0">
                <a:pos x="602" y="731"/>
              </a:cxn>
              <a:cxn ang="0">
                <a:pos x="434" y="731"/>
              </a:cxn>
              <a:cxn ang="0">
                <a:pos x="472" y="639"/>
              </a:cxn>
              <a:cxn ang="0">
                <a:pos x="399" y="603"/>
              </a:cxn>
              <a:cxn ang="0">
                <a:pos x="216" y="603"/>
              </a:cxn>
              <a:cxn ang="0">
                <a:pos x="216" y="420"/>
              </a:cxn>
            </a:cxnLst>
            <a:rect l="0" t="0" r="r" b="b"/>
            <a:pathLst>
              <a:path w="819" h="819">
                <a:moveTo>
                  <a:pt x="216" y="420"/>
                </a:moveTo>
                <a:cubicBezTo>
                  <a:pt x="216" y="354"/>
                  <a:pt x="200" y="339"/>
                  <a:pt x="181" y="347"/>
                </a:cubicBezTo>
                <a:cubicBezTo>
                  <a:pt x="144" y="364"/>
                  <a:pt x="139" y="394"/>
                  <a:pt x="88" y="386"/>
                </a:cubicBezTo>
                <a:cubicBezTo>
                  <a:pt x="0" y="372"/>
                  <a:pt x="0" y="231"/>
                  <a:pt x="88" y="218"/>
                </a:cubicBezTo>
                <a:cubicBezTo>
                  <a:pt x="139" y="210"/>
                  <a:pt x="144" y="239"/>
                  <a:pt x="181" y="256"/>
                </a:cubicBezTo>
                <a:cubicBezTo>
                  <a:pt x="200" y="265"/>
                  <a:pt x="216" y="249"/>
                  <a:pt x="216" y="183"/>
                </a:cubicBezTo>
                <a:cubicBezTo>
                  <a:pt x="216" y="0"/>
                  <a:pt x="216" y="0"/>
                  <a:pt x="216" y="0"/>
                </a:cubicBezTo>
                <a:cubicBezTo>
                  <a:pt x="399" y="0"/>
                  <a:pt x="399" y="0"/>
                  <a:pt x="399" y="0"/>
                </a:cubicBezTo>
                <a:cubicBezTo>
                  <a:pt x="465" y="0"/>
                  <a:pt x="481" y="16"/>
                  <a:pt x="472" y="35"/>
                </a:cubicBezTo>
                <a:cubicBezTo>
                  <a:pt x="455" y="72"/>
                  <a:pt x="426" y="77"/>
                  <a:pt x="434" y="128"/>
                </a:cubicBezTo>
                <a:cubicBezTo>
                  <a:pt x="447" y="216"/>
                  <a:pt x="588" y="216"/>
                  <a:pt x="602" y="128"/>
                </a:cubicBezTo>
                <a:cubicBezTo>
                  <a:pt x="610" y="77"/>
                  <a:pt x="580" y="72"/>
                  <a:pt x="563" y="35"/>
                </a:cubicBezTo>
                <a:cubicBezTo>
                  <a:pt x="555" y="16"/>
                  <a:pt x="570" y="0"/>
                  <a:pt x="636" y="0"/>
                </a:cubicBezTo>
                <a:cubicBezTo>
                  <a:pt x="819" y="0"/>
                  <a:pt x="819" y="0"/>
                  <a:pt x="819" y="0"/>
                </a:cubicBezTo>
                <a:cubicBezTo>
                  <a:pt x="819" y="183"/>
                  <a:pt x="819" y="183"/>
                  <a:pt x="819" y="183"/>
                </a:cubicBezTo>
                <a:cubicBezTo>
                  <a:pt x="819" y="249"/>
                  <a:pt x="803" y="265"/>
                  <a:pt x="784" y="256"/>
                </a:cubicBezTo>
                <a:cubicBezTo>
                  <a:pt x="747" y="239"/>
                  <a:pt x="743" y="210"/>
                  <a:pt x="691" y="218"/>
                </a:cubicBezTo>
                <a:cubicBezTo>
                  <a:pt x="603" y="231"/>
                  <a:pt x="603" y="372"/>
                  <a:pt x="691" y="386"/>
                </a:cubicBezTo>
                <a:cubicBezTo>
                  <a:pt x="743" y="394"/>
                  <a:pt x="747" y="364"/>
                  <a:pt x="784" y="347"/>
                </a:cubicBezTo>
                <a:cubicBezTo>
                  <a:pt x="803" y="339"/>
                  <a:pt x="819" y="354"/>
                  <a:pt x="819" y="420"/>
                </a:cubicBezTo>
                <a:cubicBezTo>
                  <a:pt x="819" y="603"/>
                  <a:pt x="819" y="603"/>
                  <a:pt x="819" y="603"/>
                </a:cubicBezTo>
                <a:cubicBezTo>
                  <a:pt x="636" y="603"/>
                  <a:pt x="636" y="603"/>
                  <a:pt x="636" y="603"/>
                </a:cubicBezTo>
                <a:cubicBezTo>
                  <a:pt x="570" y="603"/>
                  <a:pt x="555" y="619"/>
                  <a:pt x="563" y="639"/>
                </a:cubicBezTo>
                <a:cubicBezTo>
                  <a:pt x="580" y="675"/>
                  <a:pt x="610" y="680"/>
                  <a:pt x="602" y="731"/>
                </a:cubicBezTo>
                <a:cubicBezTo>
                  <a:pt x="588" y="819"/>
                  <a:pt x="447" y="819"/>
                  <a:pt x="434" y="731"/>
                </a:cubicBezTo>
                <a:cubicBezTo>
                  <a:pt x="426" y="680"/>
                  <a:pt x="455" y="675"/>
                  <a:pt x="472" y="639"/>
                </a:cubicBezTo>
                <a:cubicBezTo>
                  <a:pt x="481" y="619"/>
                  <a:pt x="465" y="603"/>
                  <a:pt x="399" y="603"/>
                </a:cubicBezTo>
                <a:cubicBezTo>
                  <a:pt x="216" y="603"/>
                  <a:pt x="216" y="603"/>
                  <a:pt x="216" y="603"/>
                </a:cubicBezTo>
                <a:lnTo>
                  <a:pt x="216" y="420"/>
                </a:lnTo>
                <a:close/>
              </a:path>
            </a:pathLst>
          </a:custGeom>
          <a:solidFill>
            <a:schemeClr val="accent4"/>
          </a:solidFill>
          <a:ln w="19050">
            <a:solidFill>
              <a:schemeClr val="accent4">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Title 1"/>
          <p:cNvSpPr>
            <a:spLocks noGrp="1"/>
          </p:cNvSpPr>
          <p:nvPr>
            <p:ph type="title"/>
          </p:nvPr>
        </p:nvSpPr>
        <p:spPr/>
        <p:txBody>
          <a:bodyPr/>
          <a:lstStyle/>
          <a:p>
            <a:r>
              <a:rPr lang="en-US"/>
              <a:t>Puzzle Infographic</a:t>
            </a:r>
            <a:endParaRPr lang="en-US" dirty="0"/>
          </a:p>
        </p:txBody>
      </p:sp>
      <p:sp>
        <p:nvSpPr>
          <p:cNvPr id="3" name="Text Placeholder 2"/>
          <p:cNvSpPr>
            <a:spLocks noGrp="1"/>
          </p:cNvSpPr>
          <p:nvPr>
            <p:ph type="body" sz="half" idx="2"/>
          </p:nvPr>
        </p:nvSpPr>
        <p:spPr/>
        <p:txBody>
          <a:bodyPr/>
          <a:lstStyle/>
          <a:p>
            <a:r>
              <a:rPr lang="en-US"/>
              <a:t>Puzzle Infographic</a:t>
            </a:r>
            <a:endParaRPr lang="en-US" dirty="0"/>
          </a:p>
        </p:txBody>
      </p:sp>
      <p:sp>
        <p:nvSpPr>
          <p:cNvPr id="16" name="Slide Number Placeholder 15"/>
          <p:cNvSpPr>
            <a:spLocks noGrp="1"/>
          </p:cNvSpPr>
          <p:nvPr>
            <p:ph type="sldNum" sz="quarter" idx="12"/>
          </p:nvPr>
        </p:nvSpPr>
        <p:spPr/>
        <p:txBody>
          <a:bodyPr/>
          <a:lstStyle/>
          <a:p>
            <a:fld id="{C136B7D2-B98C-44FD-8D04-7EC62A564975}" type="slidenum">
              <a:rPr lang="en-US" smtClean="0"/>
              <a:pPr/>
              <a:t>218</a:t>
            </a:fld>
            <a:endParaRPr lang="en-US" dirty="0"/>
          </a:p>
        </p:txBody>
      </p:sp>
      <p:sp>
        <p:nvSpPr>
          <p:cNvPr id="92" name="Text Placeholder 3"/>
          <p:cNvSpPr txBox="1">
            <a:spLocks/>
          </p:cNvSpPr>
          <p:nvPr/>
        </p:nvSpPr>
        <p:spPr>
          <a:xfrm>
            <a:off x="3795518" y="2009270"/>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01</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93" name="Text Placeholder 3"/>
          <p:cNvSpPr txBox="1">
            <a:spLocks/>
          </p:cNvSpPr>
          <p:nvPr/>
        </p:nvSpPr>
        <p:spPr>
          <a:xfrm>
            <a:off x="3785614" y="3217204"/>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03</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94" name="Text Placeholder 3"/>
          <p:cNvSpPr txBox="1">
            <a:spLocks/>
          </p:cNvSpPr>
          <p:nvPr/>
        </p:nvSpPr>
        <p:spPr>
          <a:xfrm>
            <a:off x="4995164" y="3309271"/>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04</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95" name="Text Placeholder 3"/>
          <p:cNvSpPr txBox="1">
            <a:spLocks/>
          </p:cNvSpPr>
          <p:nvPr/>
        </p:nvSpPr>
        <p:spPr>
          <a:xfrm>
            <a:off x="5045729" y="2070781"/>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02</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96" name="TextBox 95"/>
          <p:cNvSpPr txBox="1"/>
          <p:nvPr/>
        </p:nvSpPr>
        <p:spPr>
          <a:xfrm>
            <a:off x="914400" y="2994455"/>
            <a:ext cx="2155729" cy="738664"/>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65000"/>
                    <a:lumOff val="35000"/>
                  </a:schemeClr>
                </a:solidFill>
              </a:rPr>
              <a:t>There are many variations of passages of Lorem Ipsum available but the suffered  alteration in</a:t>
            </a:r>
          </a:p>
        </p:txBody>
      </p:sp>
      <p:sp>
        <p:nvSpPr>
          <p:cNvPr id="97" name="TextBox 96"/>
          <p:cNvSpPr txBox="1"/>
          <p:nvPr/>
        </p:nvSpPr>
        <p:spPr>
          <a:xfrm>
            <a:off x="6194763" y="1794239"/>
            <a:ext cx="1958637" cy="892552"/>
          </a:xfrm>
          <a:prstGeom prst="rect">
            <a:avLst/>
          </a:prstGeom>
          <a:noFill/>
        </p:spPr>
        <p:txBody>
          <a:bodyPr wrap="square" rtlCol="0">
            <a:spAutoFit/>
          </a:bodyPr>
          <a:lstStyle/>
          <a:p>
            <a:pPr algn="r"/>
            <a:r>
              <a:rPr lang="en-US" sz="1200" b="1" dirty="0">
                <a:solidFill>
                  <a:schemeClr val="accent2"/>
                </a:solidFill>
              </a:rPr>
              <a:t>Title Goes Here</a:t>
            </a:r>
            <a:endParaRPr lang="en-US" sz="1200" dirty="0">
              <a:solidFill>
                <a:schemeClr val="accent2"/>
              </a:solidFill>
            </a:endParaRPr>
          </a:p>
          <a:p>
            <a:pPr algn="r"/>
            <a:r>
              <a:rPr lang="en-US" sz="1000" dirty="0">
                <a:solidFill>
                  <a:schemeClr val="tx1">
                    <a:lumMod val="65000"/>
                    <a:lumOff val="35000"/>
                  </a:schemeClr>
                </a:solidFill>
              </a:rPr>
              <a:t>There are many variations of passages of Lorem Ipsum available but the suffered alteration in</a:t>
            </a:r>
          </a:p>
        </p:txBody>
      </p:sp>
      <p:sp>
        <p:nvSpPr>
          <p:cNvPr id="98" name="TextBox 97"/>
          <p:cNvSpPr txBox="1"/>
          <p:nvPr/>
        </p:nvSpPr>
        <p:spPr>
          <a:xfrm>
            <a:off x="914400" y="1794239"/>
            <a:ext cx="2155729" cy="738664"/>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65000"/>
                    <a:lumOff val="35000"/>
                  </a:schemeClr>
                </a:solidFill>
              </a:rPr>
              <a:t>There are many variations of passages of Lorem Ipsum available but the suffered alteration in</a:t>
            </a:r>
          </a:p>
        </p:txBody>
      </p:sp>
      <p:sp>
        <p:nvSpPr>
          <p:cNvPr id="99" name="TextBox 98"/>
          <p:cNvSpPr txBox="1"/>
          <p:nvPr/>
        </p:nvSpPr>
        <p:spPr>
          <a:xfrm>
            <a:off x="6194763" y="2994455"/>
            <a:ext cx="1958637" cy="738664"/>
          </a:xfrm>
          <a:prstGeom prst="rect">
            <a:avLst/>
          </a:prstGeom>
          <a:noFill/>
        </p:spPr>
        <p:txBody>
          <a:bodyPr wrap="square" rtlCol="0">
            <a:spAutoFit/>
          </a:bodyPr>
          <a:lstStyle/>
          <a:p>
            <a:pPr algn="r"/>
            <a:r>
              <a:rPr lang="en-US" sz="1200" b="1" dirty="0">
                <a:solidFill>
                  <a:schemeClr val="accent4"/>
                </a:solidFill>
              </a:rPr>
              <a:t>Title Goes Here</a:t>
            </a:r>
            <a:endParaRPr lang="en-US" sz="1200" dirty="0">
              <a:solidFill>
                <a:schemeClr val="accent4"/>
              </a:solidFill>
            </a:endParaRPr>
          </a:p>
          <a:p>
            <a:pPr algn="r"/>
            <a:r>
              <a:rPr lang="en-US" sz="1000" dirty="0">
                <a:solidFill>
                  <a:schemeClr val="tx1">
                    <a:lumMod val="65000"/>
                    <a:lumOff val="35000"/>
                  </a:schemeClr>
                </a:solidFill>
              </a:rPr>
              <a:t>There are many variations of passages of Lorem Ipsum available but the suffered alteration in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2125"/>
                                        </p:tgtEl>
                                        <p:attrNameLst>
                                          <p:attrName>style.visibility</p:attrName>
                                        </p:attrNameLst>
                                      </p:cBhvr>
                                      <p:to>
                                        <p:strVal val="visible"/>
                                      </p:to>
                                    </p:set>
                                    <p:anim calcmode="lin" valueType="num">
                                      <p:cBhvr>
                                        <p:cTn id="7" dur="500" fill="hold"/>
                                        <p:tgtEl>
                                          <p:spTgt spid="2125"/>
                                        </p:tgtEl>
                                        <p:attrNameLst>
                                          <p:attrName>ppt_w</p:attrName>
                                        </p:attrNameLst>
                                      </p:cBhvr>
                                      <p:tavLst>
                                        <p:tav tm="0">
                                          <p:val>
                                            <p:fltVal val="0"/>
                                          </p:val>
                                        </p:tav>
                                        <p:tav tm="100000">
                                          <p:val>
                                            <p:strVal val="#ppt_w"/>
                                          </p:val>
                                        </p:tav>
                                      </p:tavLst>
                                    </p:anim>
                                    <p:anim calcmode="lin" valueType="num">
                                      <p:cBhvr>
                                        <p:cTn id="8" dur="500" fill="hold"/>
                                        <p:tgtEl>
                                          <p:spTgt spid="2125"/>
                                        </p:tgtEl>
                                        <p:attrNameLst>
                                          <p:attrName>ppt_h</p:attrName>
                                        </p:attrNameLst>
                                      </p:cBhvr>
                                      <p:tavLst>
                                        <p:tav tm="0">
                                          <p:val>
                                            <p:fltVal val="0"/>
                                          </p:val>
                                        </p:tav>
                                        <p:tav tm="100000">
                                          <p:val>
                                            <p:strVal val="#ppt_h"/>
                                          </p:val>
                                        </p:tav>
                                      </p:tavLst>
                                    </p:anim>
                                    <p:anim calcmode="lin" valueType="num">
                                      <p:cBhvr>
                                        <p:cTn id="9" dur="500" fill="hold"/>
                                        <p:tgtEl>
                                          <p:spTgt spid="2125"/>
                                        </p:tgtEl>
                                        <p:attrNameLst>
                                          <p:attrName>ppt_x</p:attrName>
                                        </p:attrNameLst>
                                      </p:cBhvr>
                                      <p:tavLst>
                                        <p:tav tm="0">
                                          <p:val>
                                            <p:fltVal val="0.5"/>
                                          </p:val>
                                        </p:tav>
                                        <p:tav tm="100000">
                                          <p:val>
                                            <p:strVal val="#ppt_x"/>
                                          </p:val>
                                        </p:tav>
                                      </p:tavLst>
                                    </p:anim>
                                    <p:anim calcmode="lin" valueType="num">
                                      <p:cBhvr>
                                        <p:cTn id="10" dur="500" fill="hold"/>
                                        <p:tgtEl>
                                          <p:spTgt spid="2125"/>
                                        </p:tgtEl>
                                        <p:attrNameLst>
                                          <p:attrName>ppt_y</p:attrName>
                                        </p:attrNameLst>
                                      </p:cBhvr>
                                      <p:tavLst>
                                        <p:tav tm="0">
                                          <p:val>
                                            <p:fltVal val="0.5"/>
                                          </p:val>
                                        </p:tav>
                                        <p:tav tm="100000">
                                          <p:val>
                                            <p:strVal val="#ppt_y"/>
                                          </p:val>
                                        </p:tav>
                                      </p:tavLst>
                                    </p:anim>
                                  </p:childTnLst>
                                </p:cTn>
                              </p:par>
                            </p:childTnLst>
                          </p:cTn>
                        </p:par>
                        <p:par>
                          <p:cTn id="11" fill="hold">
                            <p:stCondLst>
                              <p:cond delay="500"/>
                            </p:stCondLst>
                            <p:childTnLst>
                              <p:par>
                                <p:cTn id="12" presetID="53" presetClass="entr" presetSubtype="0" fill="hold" grpId="0" nodeType="afterEffect">
                                  <p:stCondLst>
                                    <p:cond delay="0"/>
                                  </p:stCondLst>
                                  <p:childTnLst>
                                    <p:set>
                                      <p:cBhvr>
                                        <p:cTn id="13" dur="1" fill="hold">
                                          <p:stCondLst>
                                            <p:cond delay="0"/>
                                          </p:stCondLst>
                                        </p:cTn>
                                        <p:tgtEl>
                                          <p:spTgt spid="92"/>
                                        </p:tgtEl>
                                        <p:attrNameLst>
                                          <p:attrName>style.visibility</p:attrName>
                                        </p:attrNameLst>
                                      </p:cBhvr>
                                      <p:to>
                                        <p:strVal val="visible"/>
                                      </p:to>
                                    </p:set>
                                    <p:anim calcmode="lin" valueType="num">
                                      <p:cBhvr>
                                        <p:cTn id="14" dur="500" fill="hold"/>
                                        <p:tgtEl>
                                          <p:spTgt spid="92"/>
                                        </p:tgtEl>
                                        <p:attrNameLst>
                                          <p:attrName>ppt_w</p:attrName>
                                        </p:attrNameLst>
                                      </p:cBhvr>
                                      <p:tavLst>
                                        <p:tav tm="0">
                                          <p:val>
                                            <p:fltVal val="0"/>
                                          </p:val>
                                        </p:tav>
                                        <p:tav tm="100000">
                                          <p:val>
                                            <p:strVal val="#ppt_w"/>
                                          </p:val>
                                        </p:tav>
                                      </p:tavLst>
                                    </p:anim>
                                    <p:anim calcmode="lin" valueType="num">
                                      <p:cBhvr>
                                        <p:cTn id="15" dur="500" fill="hold"/>
                                        <p:tgtEl>
                                          <p:spTgt spid="92"/>
                                        </p:tgtEl>
                                        <p:attrNameLst>
                                          <p:attrName>ppt_h</p:attrName>
                                        </p:attrNameLst>
                                      </p:cBhvr>
                                      <p:tavLst>
                                        <p:tav tm="0">
                                          <p:val>
                                            <p:fltVal val="0"/>
                                          </p:val>
                                        </p:tav>
                                        <p:tav tm="100000">
                                          <p:val>
                                            <p:strVal val="#ppt_h"/>
                                          </p:val>
                                        </p:tav>
                                      </p:tavLst>
                                    </p:anim>
                                    <p:animEffect transition="in" filter="fade">
                                      <p:cBhvr>
                                        <p:cTn id="16" dur="500"/>
                                        <p:tgtEl>
                                          <p:spTgt spid="92"/>
                                        </p:tgtEl>
                                      </p:cBhvr>
                                    </p:animEffect>
                                  </p:childTnLst>
                                </p:cTn>
                              </p:par>
                              <p:par>
                                <p:cTn id="17" presetID="2" presetClass="entr" presetSubtype="8" accel="50000" decel="50000"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500" fill="hold"/>
                                        <p:tgtEl>
                                          <p:spTgt spid="98"/>
                                        </p:tgtEl>
                                        <p:attrNameLst>
                                          <p:attrName>ppt_x</p:attrName>
                                        </p:attrNameLst>
                                      </p:cBhvr>
                                      <p:tavLst>
                                        <p:tav tm="0">
                                          <p:val>
                                            <p:strVal val="0-#ppt_w/2"/>
                                          </p:val>
                                        </p:tav>
                                        <p:tav tm="100000">
                                          <p:val>
                                            <p:strVal val="#ppt_x"/>
                                          </p:val>
                                        </p:tav>
                                      </p:tavLst>
                                    </p:anim>
                                    <p:anim calcmode="lin" valueType="num">
                                      <p:cBhvr additive="base">
                                        <p:cTn id="20" dur="500" fill="hold"/>
                                        <p:tgtEl>
                                          <p:spTgt spid="98"/>
                                        </p:tgtEl>
                                        <p:attrNameLst>
                                          <p:attrName>ppt_y</p:attrName>
                                        </p:attrNameLst>
                                      </p:cBhvr>
                                      <p:tavLst>
                                        <p:tav tm="0">
                                          <p:val>
                                            <p:strVal val="#ppt_y"/>
                                          </p:val>
                                        </p:tav>
                                        <p:tav tm="100000">
                                          <p:val>
                                            <p:strVal val="#ppt_y"/>
                                          </p:val>
                                        </p:tav>
                                      </p:tavLst>
                                    </p:anim>
                                  </p:childTnLst>
                                </p:cTn>
                              </p:par>
                            </p:childTnLst>
                          </p:cTn>
                        </p:par>
                        <p:par>
                          <p:cTn id="21" fill="hold">
                            <p:stCondLst>
                              <p:cond delay="1000"/>
                            </p:stCondLst>
                            <p:childTnLst>
                              <p:par>
                                <p:cTn id="22" presetID="23" presetClass="entr" presetSubtype="528" fill="hold" grpId="0" nodeType="afterEffect">
                                  <p:stCondLst>
                                    <p:cond delay="0"/>
                                  </p:stCondLst>
                                  <p:childTnLst>
                                    <p:set>
                                      <p:cBhvr>
                                        <p:cTn id="23" dur="1" fill="hold">
                                          <p:stCondLst>
                                            <p:cond delay="0"/>
                                          </p:stCondLst>
                                        </p:cTn>
                                        <p:tgtEl>
                                          <p:spTgt spid="2124"/>
                                        </p:tgtEl>
                                        <p:attrNameLst>
                                          <p:attrName>style.visibility</p:attrName>
                                        </p:attrNameLst>
                                      </p:cBhvr>
                                      <p:to>
                                        <p:strVal val="visible"/>
                                      </p:to>
                                    </p:set>
                                    <p:anim calcmode="lin" valueType="num">
                                      <p:cBhvr>
                                        <p:cTn id="24" dur="500" fill="hold"/>
                                        <p:tgtEl>
                                          <p:spTgt spid="2124"/>
                                        </p:tgtEl>
                                        <p:attrNameLst>
                                          <p:attrName>ppt_w</p:attrName>
                                        </p:attrNameLst>
                                      </p:cBhvr>
                                      <p:tavLst>
                                        <p:tav tm="0">
                                          <p:val>
                                            <p:fltVal val="0"/>
                                          </p:val>
                                        </p:tav>
                                        <p:tav tm="100000">
                                          <p:val>
                                            <p:strVal val="#ppt_w"/>
                                          </p:val>
                                        </p:tav>
                                      </p:tavLst>
                                    </p:anim>
                                    <p:anim calcmode="lin" valueType="num">
                                      <p:cBhvr>
                                        <p:cTn id="25" dur="500" fill="hold"/>
                                        <p:tgtEl>
                                          <p:spTgt spid="2124"/>
                                        </p:tgtEl>
                                        <p:attrNameLst>
                                          <p:attrName>ppt_h</p:attrName>
                                        </p:attrNameLst>
                                      </p:cBhvr>
                                      <p:tavLst>
                                        <p:tav tm="0">
                                          <p:val>
                                            <p:fltVal val="0"/>
                                          </p:val>
                                        </p:tav>
                                        <p:tav tm="100000">
                                          <p:val>
                                            <p:strVal val="#ppt_h"/>
                                          </p:val>
                                        </p:tav>
                                      </p:tavLst>
                                    </p:anim>
                                    <p:anim calcmode="lin" valueType="num">
                                      <p:cBhvr>
                                        <p:cTn id="26" dur="500" fill="hold"/>
                                        <p:tgtEl>
                                          <p:spTgt spid="2124"/>
                                        </p:tgtEl>
                                        <p:attrNameLst>
                                          <p:attrName>ppt_x</p:attrName>
                                        </p:attrNameLst>
                                      </p:cBhvr>
                                      <p:tavLst>
                                        <p:tav tm="0">
                                          <p:val>
                                            <p:fltVal val="0.5"/>
                                          </p:val>
                                        </p:tav>
                                        <p:tav tm="100000">
                                          <p:val>
                                            <p:strVal val="#ppt_x"/>
                                          </p:val>
                                        </p:tav>
                                      </p:tavLst>
                                    </p:anim>
                                    <p:anim calcmode="lin" valueType="num">
                                      <p:cBhvr>
                                        <p:cTn id="27" dur="500" fill="hold"/>
                                        <p:tgtEl>
                                          <p:spTgt spid="2124"/>
                                        </p:tgtEl>
                                        <p:attrNameLst>
                                          <p:attrName>ppt_y</p:attrName>
                                        </p:attrNameLst>
                                      </p:cBhvr>
                                      <p:tavLst>
                                        <p:tav tm="0">
                                          <p:val>
                                            <p:fltVal val="0.5"/>
                                          </p:val>
                                        </p:tav>
                                        <p:tav tm="100000">
                                          <p:val>
                                            <p:strVal val="#ppt_y"/>
                                          </p:val>
                                        </p:tav>
                                      </p:tavLst>
                                    </p:anim>
                                  </p:childTnLst>
                                </p:cTn>
                              </p:par>
                            </p:childTnLst>
                          </p:cTn>
                        </p:par>
                        <p:par>
                          <p:cTn id="28" fill="hold">
                            <p:stCondLst>
                              <p:cond delay="1500"/>
                            </p:stCondLst>
                            <p:childTnLst>
                              <p:par>
                                <p:cTn id="29" presetID="53" presetClass="entr" presetSubtype="0" fill="hold" grpId="0" nodeType="afterEffect">
                                  <p:stCondLst>
                                    <p:cond delay="0"/>
                                  </p:stCondLst>
                                  <p:childTnLst>
                                    <p:set>
                                      <p:cBhvr>
                                        <p:cTn id="30" dur="1" fill="hold">
                                          <p:stCondLst>
                                            <p:cond delay="0"/>
                                          </p:stCondLst>
                                        </p:cTn>
                                        <p:tgtEl>
                                          <p:spTgt spid="95"/>
                                        </p:tgtEl>
                                        <p:attrNameLst>
                                          <p:attrName>style.visibility</p:attrName>
                                        </p:attrNameLst>
                                      </p:cBhvr>
                                      <p:to>
                                        <p:strVal val="visible"/>
                                      </p:to>
                                    </p:set>
                                    <p:anim calcmode="lin" valueType="num">
                                      <p:cBhvr>
                                        <p:cTn id="31" dur="500" fill="hold"/>
                                        <p:tgtEl>
                                          <p:spTgt spid="95"/>
                                        </p:tgtEl>
                                        <p:attrNameLst>
                                          <p:attrName>ppt_w</p:attrName>
                                        </p:attrNameLst>
                                      </p:cBhvr>
                                      <p:tavLst>
                                        <p:tav tm="0">
                                          <p:val>
                                            <p:fltVal val="0"/>
                                          </p:val>
                                        </p:tav>
                                        <p:tav tm="100000">
                                          <p:val>
                                            <p:strVal val="#ppt_w"/>
                                          </p:val>
                                        </p:tav>
                                      </p:tavLst>
                                    </p:anim>
                                    <p:anim calcmode="lin" valueType="num">
                                      <p:cBhvr>
                                        <p:cTn id="32" dur="500" fill="hold"/>
                                        <p:tgtEl>
                                          <p:spTgt spid="95"/>
                                        </p:tgtEl>
                                        <p:attrNameLst>
                                          <p:attrName>ppt_h</p:attrName>
                                        </p:attrNameLst>
                                      </p:cBhvr>
                                      <p:tavLst>
                                        <p:tav tm="0">
                                          <p:val>
                                            <p:fltVal val="0"/>
                                          </p:val>
                                        </p:tav>
                                        <p:tav tm="100000">
                                          <p:val>
                                            <p:strVal val="#ppt_h"/>
                                          </p:val>
                                        </p:tav>
                                      </p:tavLst>
                                    </p:anim>
                                    <p:animEffect transition="in" filter="fade">
                                      <p:cBhvr>
                                        <p:cTn id="33" dur="500"/>
                                        <p:tgtEl>
                                          <p:spTgt spid="95"/>
                                        </p:tgtEl>
                                      </p:cBhvr>
                                    </p:animEffect>
                                  </p:childTnLst>
                                </p:cTn>
                              </p:par>
                              <p:par>
                                <p:cTn id="34" presetID="2" presetClass="entr" presetSubtype="2" accel="50000" decel="50000" fill="hold" grpId="0" nodeType="withEffect">
                                  <p:stCondLst>
                                    <p:cond delay="0"/>
                                  </p:stCondLst>
                                  <p:childTnLst>
                                    <p:set>
                                      <p:cBhvr>
                                        <p:cTn id="35" dur="1" fill="hold">
                                          <p:stCondLst>
                                            <p:cond delay="0"/>
                                          </p:stCondLst>
                                        </p:cTn>
                                        <p:tgtEl>
                                          <p:spTgt spid="97"/>
                                        </p:tgtEl>
                                        <p:attrNameLst>
                                          <p:attrName>style.visibility</p:attrName>
                                        </p:attrNameLst>
                                      </p:cBhvr>
                                      <p:to>
                                        <p:strVal val="visible"/>
                                      </p:to>
                                    </p:set>
                                    <p:anim calcmode="lin" valueType="num">
                                      <p:cBhvr additive="base">
                                        <p:cTn id="36" dur="500" fill="hold"/>
                                        <p:tgtEl>
                                          <p:spTgt spid="97"/>
                                        </p:tgtEl>
                                        <p:attrNameLst>
                                          <p:attrName>ppt_x</p:attrName>
                                        </p:attrNameLst>
                                      </p:cBhvr>
                                      <p:tavLst>
                                        <p:tav tm="0">
                                          <p:val>
                                            <p:strVal val="1+#ppt_w/2"/>
                                          </p:val>
                                        </p:tav>
                                        <p:tav tm="100000">
                                          <p:val>
                                            <p:strVal val="#ppt_x"/>
                                          </p:val>
                                        </p:tav>
                                      </p:tavLst>
                                    </p:anim>
                                    <p:anim calcmode="lin" valueType="num">
                                      <p:cBhvr additive="base">
                                        <p:cTn id="37" dur="500" fill="hold"/>
                                        <p:tgtEl>
                                          <p:spTgt spid="97"/>
                                        </p:tgtEl>
                                        <p:attrNameLst>
                                          <p:attrName>ppt_y</p:attrName>
                                        </p:attrNameLst>
                                      </p:cBhvr>
                                      <p:tavLst>
                                        <p:tav tm="0">
                                          <p:val>
                                            <p:strVal val="#ppt_y"/>
                                          </p:val>
                                        </p:tav>
                                        <p:tav tm="100000">
                                          <p:val>
                                            <p:strVal val="#ppt_y"/>
                                          </p:val>
                                        </p:tav>
                                      </p:tavLst>
                                    </p:anim>
                                  </p:childTnLst>
                                </p:cTn>
                              </p:par>
                            </p:childTnLst>
                          </p:cTn>
                        </p:par>
                        <p:par>
                          <p:cTn id="38" fill="hold">
                            <p:stCondLst>
                              <p:cond delay="2000"/>
                            </p:stCondLst>
                            <p:childTnLst>
                              <p:par>
                                <p:cTn id="39" presetID="23" presetClass="entr" presetSubtype="528" fill="hold" grpId="0" nodeType="afterEffect">
                                  <p:stCondLst>
                                    <p:cond delay="0"/>
                                  </p:stCondLst>
                                  <p:childTnLst>
                                    <p:set>
                                      <p:cBhvr>
                                        <p:cTn id="40" dur="1" fill="hold">
                                          <p:stCondLst>
                                            <p:cond delay="0"/>
                                          </p:stCondLst>
                                        </p:cTn>
                                        <p:tgtEl>
                                          <p:spTgt spid="2126"/>
                                        </p:tgtEl>
                                        <p:attrNameLst>
                                          <p:attrName>style.visibility</p:attrName>
                                        </p:attrNameLst>
                                      </p:cBhvr>
                                      <p:to>
                                        <p:strVal val="visible"/>
                                      </p:to>
                                    </p:set>
                                    <p:anim calcmode="lin" valueType="num">
                                      <p:cBhvr>
                                        <p:cTn id="41" dur="500" fill="hold"/>
                                        <p:tgtEl>
                                          <p:spTgt spid="2126"/>
                                        </p:tgtEl>
                                        <p:attrNameLst>
                                          <p:attrName>ppt_w</p:attrName>
                                        </p:attrNameLst>
                                      </p:cBhvr>
                                      <p:tavLst>
                                        <p:tav tm="0">
                                          <p:val>
                                            <p:fltVal val="0"/>
                                          </p:val>
                                        </p:tav>
                                        <p:tav tm="100000">
                                          <p:val>
                                            <p:strVal val="#ppt_w"/>
                                          </p:val>
                                        </p:tav>
                                      </p:tavLst>
                                    </p:anim>
                                    <p:anim calcmode="lin" valueType="num">
                                      <p:cBhvr>
                                        <p:cTn id="42" dur="500" fill="hold"/>
                                        <p:tgtEl>
                                          <p:spTgt spid="2126"/>
                                        </p:tgtEl>
                                        <p:attrNameLst>
                                          <p:attrName>ppt_h</p:attrName>
                                        </p:attrNameLst>
                                      </p:cBhvr>
                                      <p:tavLst>
                                        <p:tav tm="0">
                                          <p:val>
                                            <p:fltVal val="0"/>
                                          </p:val>
                                        </p:tav>
                                        <p:tav tm="100000">
                                          <p:val>
                                            <p:strVal val="#ppt_h"/>
                                          </p:val>
                                        </p:tav>
                                      </p:tavLst>
                                    </p:anim>
                                    <p:anim calcmode="lin" valueType="num">
                                      <p:cBhvr>
                                        <p:cTn id="43" dur="500" fill="hold"/>
                                        <p:tgtEl>
                                          <p:spTgt spid="2126"/>
                                        </p:tgtEl>
                                        <p:attrNameLst>
                                          <p:attrName>ppt_x</p:attrName>
                                        </p:attrNameLst>
                                      </p:cBhvr>
                                      <p:tavLst>
                                        <p:tav tm="0">
                                          <p:val>
                                            <p:fltVal val="0.5"/>
                                          </p:val>
                                        </p:tav>
                                        <p:tav tm="100000">
                                          <p:val>
                                            <p:strVal val="#ppt_x"/>
                                          </p:val>
                                        </p:tav>
                                      </p:tavLst>
                                    </p:anim>
                                    <p:anim calcmode="lin" valueType="num">
                                      <p:cBhvr>
                                        <p:cTn id="44" dur="500" fill="hold"/>
                                        <p:tgtEl>
                                          <p:spTgt spid="2126"/>
                                        </p:tgtEl>
                                        <p:attrNameLst>
                                          <p:attrName>ppt_y</p:attrName>
                                        </p:attrNameLst>
                                      </p:cBhvr>
                                      <p:tavLst>
                                        <p:tav tm="0">
                                          <p:val>
                                            <p:fltVal val="0.5"/>
                                          </p:val>
                                        </p:tav>
                                        <p:tav tm="100000">
                                          <p:val>
                                            <p:strVal val="#ppt_y"/>
                                          </p:val>
                                        </p:tav>
                                      </p:tavLst>
                                    </p:anim>
                                  </p:childTnLst>
                                </p:cTn>
                              </p:par>
                            </p:childTnLst>
                          </p:cTn>
                        </p:par>
                        <p:par>
                          <p:cTn id="45" fill="hold">
                            <p:stCondLst>
                              <p:cond delay="2500"/>
                            </p:stCondLst>
                            <p:childTnLst>
                              <p:par>
                                <p:cTn id="46" presetID="53" presetClass="entr" presetSubtype="0" fill="hold" grpId="0" nodeType="afterEffect">
                                  <p:stCondLst>
                                    <p:cond delay="0"/>
                                  </p:stCondLst>
                                  <p:childTnLst>
                                    <p:set>
                                      <p:cBhvr>
                                        <p:cTn id="47" dur="1" fill="hold">
                                          <p:stCondLst>
                                            <p:cond delay="0"/>
                                          </p:stCondLst>
                                        </p:cTn>
                                        <p:tgtEl>
                                          <p:spTgt spid="93"/>
                                        </p:tgtEl>
                                        <p:attrNameLst>
                                          <p:attrName>style.visibility</p:attrName>
                                        </p:attrNameLst>
                                      </p:cBhvr>
                                      <p:to>
                                        <p:strVal val="visible"/>
                                      </p:to>
                                    </p:set>
                                    <p:anim calcmode="lin" valueType="num">
                                      <p:cBhvr>
                                        <p:cTn id="48" dur="500" fill="hold"/>
                                        <p:tgtEl>
                                          <p:spTgt spid="93"/>
                                        </p:tgtEl>
                                        <p:attrNameLst>
                                          <p:attrName>ppt_w</p:attrName>
                                        </p:attrNameLst>
                                      </p:cBhvr>
                                      <p:tavLst>
                                        <p:tav tm="0">
                                          <p:val>
                                            <p:fltVal val="0"/>
                                          </p:val>
                                        </p:tav>
                                        <p:tav tm="100000">
                                          <p:val>
                                            <p:strVal val="#ppt_w"/>
                                          </p:val>
                                        </p:tav>
                                      </p:tavLst>
                                    </p:anim>
                                    <p:anim calcmode="lin" valueType="num">
                                      <p:cBhvr>
                                        <p:cTn id="49" dur="500" fill="hold"/>
                                        <p:tgtEl>
                                          <p:spTgt spid="93"/>
                                        </p:tgtEl>
                                        <p:attrNameLst>
                                          <p:attrName>ppt_h</p:attrName>
                                        </p:attrNameLst>
                                      </p:cBhvr>
                                      <p:tavLst>
                                        <p:tav tm="0">
                                          <p:val>
                                            <p:fltVal val="0"/>
                                          </p:val>
                                        </p:tav>
                                        <p:tav tm="100000">
                                          <p:val>
                                            <p:strVal val="#ppt_h"/>
                                          </p:val>
                                        </p:tav>
                                      </p:tavLst>
                                    </p:anim>
                                    <p:animEffect transition="in" filter="fade">
                                      <p:cBhvr>
                                        <p:cTn id="50" dur="500"/>
                                        <p:tgtEl>
                                          <p:spTgt spid="93"/>
                                        </p:tgtEl>
                                      </p:cBhvr>
                                    </p:animEffect>
                                  </p:childTnLst>
                                </p:cTn>
                              </p:par>
                              <p:par>
                                <p:cTn id="51" presetID="2" presetClass="entr" presetSubtype="8" accel="50000" decel="50000" fill="hold" grpId="0" nodeType="withEffect">
                                  <p:stCondLst>
                                    <p:cond delay="0"/>
                                  </p:stCondLst>
                                  <p:childTnLst>
                                    <p:set>
                                      <p:cBhvr>
                                        <p:cTn id="52" dur="1" fill="hold">
                                          <p:stCondLst>
                                            <p:cond delay="0"/>
                                          </p:stCondLst>
                                        </p:cTn>
                                        <p:tgtEl>
                                          <p:spTgt spid="96"/>
                                        </p:tgtEl>
                                        <p:attrNameLst>
                                          <p:attrName>style.visibility</p:attrName>
                                        </p:attrNameLst>
                                      </p:cBhvr>
                                      <p:to>
                                        <p:strVal val="visible"/>
                                      </p:to>
                                    </p:set>
                                    <p:anim calcmode="lin" valueType="num">
                                      <p:cBhvr additive="base">
                                        <p:cTn id="53" dur="500" fill="hold"/>
                                        <p:tgtEl>
                                          <p:spTgt spid="96"/>
                                        </p:tgtEl>
                                        <p:attrNameLst>
                                          <p:attrName>ppt_x</p:attrName>
                                        </p:attrNameLst>
                                      </p:cBhvr>
                                      <p:tavLst>
                                        <p:tav tm="0">
                                          <p:val>
                                            <p:strVal val="0-#ppt_w/2"/>
                                          </p:val>
                                        </p:tav>
                                        <p:tav tm="100000">
                                          <p:val>
                                            <p:strVal val="#ppt_x"/>
                                          </p:val>
                                        </p:tav>
                                      </p:tavLst>
                                    </p:anim>
                                    <p:anim calcmode="lin" valueType="num">
                                      <p:cBhvr additive="base">
                                        <p:cTn id="54" dur="500" fill="hold"/>
                                        <p:tgtEl>
                                          <p:spTgt spid="96"/>
                                        </p:tgtEl>
                                        <p:attrNameLst>
                                          <p:attrName>ppt_y</p:attrName>
                                        </p:attrNameLst>
                                      </p:cBhvr>
                                      <p:tavLst>
                                        <p:tav tm="0">
                                          <p:val>
                                            <p:strVal val="#ppt_y"/>
                                          </p:val>
                                        </p:tav>
                                        <p:tav tm="100000">
                                          <p:val>
                                            <p:strVal val="#ppt_y"/>
                                          </p:val>
                                        </p:tav>
                                      </p:tavLst>
                                    </p:anim>
                                  </p:childTnLst>
                                </p:cTn>
                              </p:par>
                            </p:childTnLst>
                          </p:cTn>
                        </p:par>
                        <p:par>
                          <p:cTn id="55" fill="hold">
                            <p:stCondLst>
                              <p:cond delay="3000"/>
                            </p:stCondLst>
                            <p:childTnLst>
                              <p:par>
                                <p:cTn id="56" presetID="23" presetClass="entr" presetSubtype="32" fill="hold" grpId="0" nodeType="afterEffect">
                                  <p:stCondLst>
                                    <p:cond delay="0"/>
                                  </p:stCondLst>
                                  <p:childTnLst>
                                    <p:set>
                                      <p:cBhvr>
                                        <p:cTn id="57" dur="1" fill="hold">
                                          <p:stCondLst>
                                            <p:cond delay="0"/>
                                          </p:stCondLst>
                                        </p:cTn>
                                        <p:tgtEl>
                                          <p:spTgt spid="2127"/>
                                        </p:tgtEl>
                                        <p:attrNameLst>
                                          <p:attrName>style.visibility</p:attrName>
                                        </p:attrNameLst>
                                      </p:cBhvr>
                                      <p:to>
                                        <p:strVal val="visible"/>
                                      </p:to>
                                    </p:set>
                                    <p:anim calcmode="lin" valueType="num">
                                      <p:cBhvr>
                                        <p:cTn id="58" dur="500" fill="hold"/>
                                        <p:tgtEl>
                                          <p:spTgt spid="2127"/>
                                        </p:tgtEl>
                                        <p:attrNameLst>
                                          <p:attrName>ppt_w</p:attrName>
                                        </p:attrNameLst>
                                      </p:cBhvr>
                                      <p:tavLst>
                                        <p:tav tm="0">
                                          <p:val>
                                            <p:strVal val="4*#ppt_w"/>
                                          </p:val>
                                        </p:tav>
                                        <p:tav tm="100000">
                                          <p:val>
                                            <p:strVal val="#ppt_w"/>
                                          </p:val>
                                        </p:tav>
                                      </p:tavLst>
                                    </p:anim>
                                    <p:anim calcmode="lin" valueType="num">
                                      <p:cBhvr>
                                        <p:cTn id="59" dur="500" fill="hold"/>
                                        <p:tgtEl>
                                          <p:spTgt spid="2127"/>
                                        </p:tgtEl>
                                        <p:attrNameLst>
                                          <p:attrName>ppt_h</p:attrName>
                                        </p:attrNameLst>
                                      </p:cBhvr>
                                      <p:tavLst>
                                        <p:tav tm="0">
                                          <p:val>
                                            <p:strVal val="4*#ppt_h"/>
                                          </p:val>
                                        </p:tav>
                                        <p:tav tm="100000">
                                          <p:val>
                                            <p:strVal val="#ppt_h"/>
                                          </p:val>
                                        </p:tav>
                                      </p:tavLst>
                                    </p:anim>
                                  </p:childTnLst>
                                </p:cTn>
                              </p:par>
                            </p:childTnLst>
                          </p:cTn>
                        </p:par>
                        <p:par>
                          <p:cTn id="60" fill="hold">
                            <p:stCondLst>
                              <p:cond delay="3500"/>
                            </p:stCondLst>
                            <p:childTnLst>
                              <p:par>
                                <p:cTn id="61" presetID="53" presetClass="entr" presetSubtype="0" fill="hold" grpId="0" nodeType="afterEffect">
                                  <p:stCondLst>
                                    <p:cond delay="0"/>
                                  </p:stCondLst>
                                  <p:childTnLst>
                                    <p:set>
                                      <p:cBhvr>
                                        <p:cTn id="62" dur="1" fill="hold">
                                          <p:stCondLst>
                                            <p:cond delay="0"/>
                                          </p:stCondLst>
                                        </p:cTn>
                                        <p:tgtEl>
                                          <p:spTgt spid="94"/>
                                        </p:tgtEl>
                                        <p:attrNameLst>
                                          <p:attrName>style.visibility</p:attrName>
                                        </p:attrNameLst>
                                      </p:cBhvr>
                                      <p:to>
                                        <p:strVal val="visible"/>
                                      </p:to>
                                    </p:set>
                                    <p:anim calcmode="lin" valueType="num">
                                      <p:cBhvr>
                                        <p:cTn id="63" dur="500" fill="hold"/>
                                        <p:tgtEl>
                                          <p:spTgt spid="94"/>
                                        </p:tgtEl>
                                        <p:attrNameLst>
                                          <p:attrName>ppt_w</p:attrName>
                                        </p:attrNameLst>
                                      </p:cBhvr>
                                      <p:tavLst>
                                        <p:tav tm="0">
                                          <p:val>
                                            <p:fltVal val="0"/>
                                          </p:val>
                                        </p:tav>
                                        <p:tav tm="100000">
                                          <p:val>
                                            <p:strVal val="#ppt_w"/>
                                          </p:val>
                                        </p:tav>
                                      </p:tavLst>
                                    </p:anim>
                                    <p:anim calcmode="lin" valueType="num">
                                      <p:cBhvr>
                                        <p:cTn id="64" dur="500" fill="hold"/>
                                        <p:tgtEl>
                                          <p:spTgt spid="94"/>
                                        </p:tgtEl>
                                        <p:attrNameLst>
                                          <p:attrName>ppt_h</p:attrName>
                                        </p:attrNameLst>
                                      </p:cBhvr>
                                      <p:tavLst>
                                        <p:tav tm="0">
                                          <p:val>
                                            <p:fltVal val="0"/>
                                          </p:val>
                                        </p:tav>
                                        <p:tav tm="100000">
                                          <p:val>
                                            <p:strVal val="#ppt_h"/>
                                          </p:val>
                                        </p:tav>
                                      </p:tavLst>
                                    </p:anim>
                                    <p:animEffect transition="in" filter="fade">
                                      <p:cBhvr>
                                        <p:cTn id="65" dur="500"/>
                                        <p:tgtEl>
                                          <p:spTgt spid="94"/>
                                        </p:tgtEl>
                                      </p:cBhvr>
                                    </p:animEffect>
                                  </p:childTnLst>
                                </p:cTn>
                              </p:par>
                              <p:par>
                                <p:cTn id="66" presetID="2" presetClass="entr" presetSubtype="2" accel="50000" decel="50000" fill="hold" grpId="0" nodeType="withEffect">
                                  <p:stCondLst>
                                    <p:cond delay="0"/>
                                  </p:stCondLst>
                                  <p:childTnLst>
                                    <p:set>
                                      <p:cBhvr>
                                        <p:cTn id="67" dur="1" fill="hold">
                                          <p:stCondLst>
                                            <p:cond delay="0"/>
                                          </p:stCondLst>
                                        </p:cTn>
                                        <p:tgtEl>
                                          <p:spTgt spid="99"/>
                                        </p:tgtEl>
                                        <p:attrNameLst>
                                          <p:attrName>style.visibility</p:attrName>
                                        </p:attrNameLst>
                                      </p:cBhvr>
                                      <p:to>
                                        <p:strVal val="visible"/>
                                      </p:to>
                                    </p:set>
                                    <p:anim calcmode="lin" valueType="num">
                                      <p:cBhvr additive="base">
                                        <p:cTn id="68" dur="500" fill="hold"/>
                                        <p:tgtEl>
                                          <p:spTgt spid="99"/>
                                        </p:tgtEl>
                                        <p:attrNameLst>
                                          <p:attrName>ppt_x</p:attrName>
                                        </p:attrNameLst>
                                      </p:cBhvr>
                                      <p:tavLst>
                                        <p:tav tm="0">
                                          <p:val>
                                            <p:strVal val="1+#ppt_w/2"/>
                                          </p:val>
                                        </p:tav>
                                        <p:tav tm="100000">
                                          <p:val>
                                            <p:strVal val="#ppt_x"/>
                                          </p:val>
                                        </p:tav>
                                      </p:tavLst>
                                    </p:anim>
                                    <p:anim calcmode="lin" valueType="num">
                                      <p:cBhvr additive="base">
                                        <p:cTn id="69" dur="500" fill="hold"/>
                                        <p:tgtEl>
                                          <p:spTgt spid="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6" grpId="0" animBg="1"/>
      <p:bldP spid="2124" grpId="0" animBg="1"/>
      <p:bldP spid="2125" grpId="0" animBg="1"/>
      <p:bldP spid="2127" grpId="0" animBg="1"/>
      <p:bldP spid="92" grpId="0"/>
      <p:bldP spid="93" grpId="0"/>
      <p:bldP spid="94" grpId="0"/>
      <p:bldP spid="95" grpId="0"/>
      <p:bldP spid="96" grpId="0"/>
      <p:bldP spid="97" grpId="0"/>
      <p:bldP spid="98" grpId="0"/>
      <p:bldP spid="99"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Puzzle Infographic</a:t>
            </a:r>
            <a:endParaRPr lang="en-US" dirty="0"/>
          </a:p>
        </p:txBody>
      </p:sp>
      <p:sp>
        <p:nvSpPr>
          <p:cNvPr id="3" name="Text Placeholder 2"/>
          <p:cNvSpPr>
            <a:spLocks noGrp="1"/>
          </p:cNvSpPr>
          <p:nvPr>
            <p:ph type="body" sz="half" idx="2"/>
          </p:nvPr>
        </p:nvSpPr>
        <p:spPr/>
        <p:txBody>
          <a:bodyPr/>
          <a:lstStyle/>
          <a:p>
            <a:r>
              <a:rPr lang="en-US"/>
              <a:t>Puzzle Infographic</a:t>
            </a:r>
            <a:endParaRPr lang="en-US" dirty="0"/>
          </a:p>
        </p:txBody>
      </p:sp>
      <p:sp>
        <p:nvSpPr>
          <p:cNvPr id="20" name="Slide Number Placeholder 19"/>
          <p:cNvSpPr>
            <a:spLocks noGrp="1"/>
          </p:cNvSpPr>
          <p:nvPr>
            <p:ph type="sldNum" sz="quarter" idx="12"/>
          </p:nvPr>
        </p:nvSpPr>
        <p:spPr/>
        <p:txBody>
          <a:bodyPr/>
          <a:lstStyle/>
          <a:p>
            <a:fld id="{C136B7D2-B98C-44FD-8D04-7EC62A564975}" type="slidenum">
              <a:rPr lang="en-US" smtClean="0"/>
              <a:pPr/>
              <a:t>219</a:t>
            </a:fld>
            <a:endParaRPr lang="en-US" dirty="0"/>
          </a:p>
        </p:txBody>
      </p:sp>
      <p:sp>
        <p:nvSpPr>
          <p:cNvPr id="17" name="Freeform 76"/>
          <p:cNvSpPr>
            <a:spLocks/>
          </p:cNvSpPr>
          <p:nvPr/>
        </p:nvSpPr>
        <p:spPr bwMode="auto">
          <a:xfrm>
            <a:off x="4977024" y="2334522"/>
            <a:ext cx="1708150" cy="1706563"/>
          </a:xfrm>
          <a:custGeom>
            <a:avLst/>
            <a:gdLst/>
            <a:ahLst/>
            <a:cxnLst>
              <a:cxn ang="0">
                <a:pos x="183" y="603"/>
              </a:cxn>
              <a:cxn ang="0">
                <a:pos x="256" y="638"/>
              </a:cxn>
              <a:cxn ang="0">
                <a:pos x="218" y="731"/>
              </a:cxn>
              <a:cxn ang="0">
                <a:pos x="386" y="731"/>
              </a:cxn>
              <a:cxn ang="0">
                <a:pos x="347" y="638"/>
              </a:cxn>
              <a:cxn ang="0">
                <a:pos x="420" y="603"/>
              </a:cxn>
              <a:cxn ang="0">
                <a:pos x="603" y="603"/>
              </a:cxn>
              <a:cxn ang="0">
                <a:pos x="603" y="420"/>
              </a:cxn>
              <a:cxn ang="0">
                <a:pos x="639" y="347"/>
              </a:cxn>
              <a:cxn ang="0">
                <a:pos x="731" y="385"/>
              </a:cxn>
              <a:cxn ang="0">
                <a:pos x="731" y="217"/>
              </a:cxn>
              <a:cxn ang="0">
                <a:pos x="639" y="256"/>
              </a:cxn>
              <a:cxn ang="0">
                <a:pos x="603" y="183"/>
              </a:cxn>
              <a:cxn ang="0">
                <a:pos x="603" y="0"/>
              </a:cxn>
              <a:cxn ang="0">
                <a:pos x="420" y="0"/>
              </a:cxn>
              <a:cxn ang="0">
                <a:pos x="347" y="35"/>
              </a:cxn>
              <a:cxn ang="0">
                <a:pos x="386" y="128"/>
              </a:cxn>
              <a:cxn ang="0">
                <a:pos x="218" y="128"/>
              </a:cxn>
              <a:cxn ang="0">
                <a:pos x="256" y="35"/>
              </a:cxn>
              <a:cxn ang="0">
                <a:pos x="183" y="0"/>
              </a:cxn>
              <a:cxn ang="0">
                <a:pos x="0" y="0"/>
              </a:cxn>
              <a:cxn ang="0">
                <a:pos x="0" y="183"/>
              </a:cxn>
              <a:cxn ang="0">
                <a:pos x="35" y="256"/>
              </a:cxn>
              <a:cxn ang="0">
                <a:pos x="128" y="217"/>
              </a:cxn>
              <a:cxn ang="0">
                <a:pos x="128" y="385"/>
              </a:cxn>
              <a:cxn ang="0">
                <a:pos x="35" y="347"/>
              </a:cxn>
              <a:cxn ang="0">
                <a:pos x="0" y="420"/>
              </a:cxn>
              <a:cxn ang="0">
                <a:pos x="0" y="603"/>
              </a:cxn>
              <a:cxn ang="0">
                <a:pos x="183" y="603"/>
              </a:cxn>
            </a:cxnLst>
            <a:rect l="0" t="0" r="r" b="b"/>
            <a:pathLst>
              <a:path w="819" h="819">
                <a:moveTo>
                  <a:pt x="183" y="603"/>
                </a:moveTo>
                <a:cubicBezTo>
                  <a:pt x="249" y="603"/>
                  <a:pt x="265" y="619"/>
                  <a:pt x="256" y="638"/>
                </a:cubicBezTo>
                <a:cubicBezTo>
                  <a:pt x="239" y="675"/>
                  <a:pt x="210" y="680"/>
                  <a:pt x="218" y="731"/>
                </a:cubicBezTo>
                <a:cubicBezTo>
                  <a:pt x="231" y="819"/>
                  <a:pt x="372" y="819"/>
                  <a:pt x="386" y="731"/>
                </a:cubicBezTo>
                <a:cubicBezTo>
                  <a:pt x="394" y="680"/>
                  <a:pt x="364" y="675"/>
                  <a:pt x="347" y="638"/>
                </a:cubicBezTo>
                <a:cubicBezTo>
                  <a:pt x="339" y="619"/>
                  <a:pt x="354" y="603"/>
                  <a:pt x="420" y="603"/>
                </a:cubicBezTo>
                <a:cubicBezTo>
                  <a:pt x="603" y="603"/>
                  <a:pt x="603" y="603"/>
                  <a:pt x="603" y="603"/>
                </a:cubicBezTo>
                <a:cubicBezTo>
                  <a:pt x="603" y="420"/>
                  <a:pt x="603" y="420"/>
                  <a:pt x="603" y="420"/>
                </a:cubicBezTo>
                <a:cubicBezTo>
                  <a:pt x="603" y="354"/>
                  <a:pt x="619" y="338"/>
                  <a:pt x="639" y="347"/>
                </a:cubicBezTo>
                <a:cubicBezTo>
                  <a:pt x="675" y="364"/>
                  <a:pt x="680" y="393"/>
                  <a:pt x="731" y="385"/>
                </a:cubicBezTo>
                <a:cubicBezTo>
                  <a:pt x="819" y="372"/>
                  <a:pt x="819" y="231"/>
                  <a:pt x="731" y="217"/>
                </a:cubicBezTo>
                <a:cubicBezTo>
                  <a:pt x="680" y="209"/>
                  <a:pt x="675" y="239"/>
                  <a:pt x="639" y="256"/>
                </a:cubicBezTo>
                <a:cubicBezTo>
                  <a:pt x="619" y="264"/>
                  <a:pt x="603" y="249"/>
                  <a:pt x="603" y="183"/>
                </a:cubicBezTo>
                <a:cubicBezTo>
                  <a:pt x="603" y="0"/>
                  <a:pt x="603" y="0"/>
                  <a:pt x="603" y="0"/>
                </a:cubicBezTo>
                <a:cubicBezTo>
                  <a:pt x="420" y="0"/>
                  <a:pt x="420" y="0"/>
                  <a:pt x="420" y="0"/>
                </a:cubicBezTo>
                <a:cubicBezTo>
                  <a:pt x="354" y="0"/>
                  <a:pt x="339" y="16"/>
                  <a:pt x="347" y="35"/>
                </a:cubicBezTo>
                <a:cubicBezTo>
                  <a:pt x="364" y="72"/>
                  <a:pt x="394" y="76"/>
                  <a:pt x="386" y="128"/>
                </a:cubicBezTo>
                <a:cubicBezTo>
                  <a:pt x="372" y="216"/>
                  <a:pt x="231" y="216"/>
                  <a:pt x="218" y="128"/>
                </a:cubicBezTo>
                <a:cubicBezTo>
                  <a:pt x="210" y="76"/>
                  <a:pt x="239" y="72"/>
                  <a:pt x="256" y="35"/>
                </a:cubicBezTo>
                <a:cubicBezTo>
                  <a:pt x="265" y="16"/>
                  <a:pt x="249" y="0"/>
                  <a:pt x="183" y="0"/>
                </a:cubicBezTo>
                <a:cubicBezTo>
                  <a:pt x="0" y="0"/>
                  <a:pt x="0" y="0"/>
                  <a:pt x="0" y="0"/>
                </a:cubicBezTo>
                <a:cubicBezTo>
                  <a:pt x="0" y="183"/>
                  <a:pt x="0" y="183"/>
                  <a:pt x="0" y="183"/>
                </a:cubicBezTo>
                <a:cubicBezTo>
                  <a:pt x="0" y="249"/>
                  <a:pt x="16" y="264"/>
                  <a:pt x="35" y="256"/>
                </a:cubicBezTo>
                <a:cubicBezTo>
                  <a:pt x="72" y="239"/>
                  <a:pt x="77" y="209"/>
                  <a:pt x="128" y="217"/>
                </a:cubicBezTo>
                <a:cubicBezTo>
                  <a:pt x="216" y="231"/>
                  <a:pt x="216" y="372"/>
                  <a:pt x="128" y="385"/>
                </a:cubicBezTo>
                <a:cubicBezTo>
                  <a:pt x="77" y="393"/>
                  <a:pt x="72" y="364"/>
                  <a:pt x="35" y="347"/>
                </a:cubicBezTo>
                <a:cubicBezTo>
                  <a:pt x="16" y="338"/>
                  <a:pt x="0" y="354"/>
                  <a:pt x="0" y="420"/>
                </a:cubicBezTo>
                <a:cubicBezTo>
                  <a:pt x="0" y="603"/>
                  <a:pt x="0" y="603"/>
                  <a:pt x="0" y="603"/>
                </a:cubicBezTo>
                <a:lnTo>
                  <a:pt x="183" y="603"/>
                </a:lnTo>
                <a:close/>
              </a:path>
            </a:pathLst>
          </a:custGeom>
          <a:solidFill>
            <a:schemeClr val="accent4"/>
          </a:solidFill>
          <a:ln w="19050">
            <a:solidFill>
              <a:schemeClr val="accent4">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b="1" dirty="0">
              <a:ln w="18000">
                <a:solidFill>
                  <a:schemeClr val="accent2">
                    <a:satMod val="140000"/>
                  </a:schemeClr>
                </a:solidFill>
                <a:prstDash val="solid"/>
                <a:miter lim="800000"/>
              </a:ln>
              <a:noFill/>
              <a:effectLst>
                <a:outerShdw blurRad="25500" dist="23000" dir="7020000" algn="tl">
                  <a:srgbClr val="000000">
                    <a:alpha val="50000"/>
                  </a:srgbClr>
                </a:outerShdw>
              </a:effectLst>
            </a:endParaRPr>
          </a:p>
        </p:txBody>
      </p:sp>
      <p:sp>
        <p:nvSpPr>
          <p:cNvPr id="18" name="Freeform 77"/>
          <p:cNvSpPr>
            <a:spLocks/>
          </p:cNvSpPr>
          <p:nvPr/>
        </p:nvSpPr>
        <p:spPr bwMode="auto">
          <a:xfrm>
            <a:off x="6234104" y="1883672"/>
            <a:ext cx="1708150" cy="1706563"/>
          </a:xfrm>
          <a:custGeom>
            <a:avLst/>
            <a:gdLst/>
            <a:ahLst/>
            <a:cxnLst>
              <a:cxn ang="0">
                <a:pos x="183" y="216"/>
              </a:cxn>
              <a:cxn ang="0">
                <a:pos x="256" y="180"/>
              </a:cxn>
              <a:cxn ang="0">
                <a:pos x="217" y="88"/>
              </a:cxn>
              <a:cxn ang="0">
                <a:pos x="385" y="88"/>
              </a:cxn>
              <a:cxn ang="0">
                <a:pos x="347" y="180"/>
              </a:cxn>
              <a:cxn ang="0">
                <a:pos x="420" y="216"/>
              </a:cxn>
              <a:cxn ang="0">
                <a:pos x="603" y="216"/>
              </a:cxn>
              <a:cxn ang="0">
                <a:pos x="603" y="399"/>
              </a:cxn>
              <a:cxn ang="0">
                <a:pos x="638" y="472"/>
              </a:cxn>
              <a:cxn ang="0">
                <a:pos x="731" y="433"/>
              </a:cxn>
              <a:cxn ang="0">
                <a:pos x="731" y="601"/>
              </a:cxn>
              <a:cxn ang="0">
                <a:pos x="638" y="563"/>
              </a:cxn>
              <a:cxn ang="0">
                <a:pos x="603" y="636"/>
              </a:cxn>
              <a:cxn ang="0">
                <a:pos x="603" y="819"/>
              </a:cxn>
              <a:cxn ang="0">
                <a:pos x="420" y="819"/>
              </a:cxn>
              <a:cxn ang="0">
                <a:pos x="347" y="784"/>
              </a:cxn>
              <a:cxn ang="0">
                <a:pos x="385" y="691"/>
              </a:cxn>
              <a:cxn ang="0">
                <a:pos x="217" y="691"/>
              </a:cxn>
              <a:cxn ang="0">
                <a:pos x="256" y="784"/>
              </a:cxn>
              <a:cxn ang="0">
                <a:pos x="183" y="819"/>
              </a:cxn>
              <a:cxn ang="0">
                <a:pos x="0" y="819"/>
              </a:cxn>
              <a:cxn ang="0">
                <a:pos x="0" y="636"/>
              </a:cxn>
              <a:cxn ang="0">
                <a:pos x="35" y="563"/>
              </a:cxn>
              <a:cxn ang="0">
                <a:pos x="128" y="601"/>
              </a:cxn>
              <a:cxn ang="0">
                <a:pos x="128" y="433"/>
              </a:cxn>
              <a:cxn ang="0">
                <a:pos x="35" y="472"/>
              </a:cxn>
              <a:cxn ang="0">
                <a:pos x="0" y="399"/>
              </a:cxn>
              <a:cxn ang="0">
                <a:pos x="0" y="216"/>
              </a:cxn>
              <a:cxn ang="0">
                <a:pos x="183" y="216"/>
              </a:cxn>
            </a:cxnLst>
            <a:rect l="0" t="0" r="r" b="b"/>
            <a:pathLst>
              <a:path w="819" h="819">
                <a:moveTo>
                  <a:pt x="183" y="216"/>
                </a:moveTo>
                <a:cubicBezTo>
                  <a:pt x="249" y="216"/>
                  <a:pt x="264" y="200"/>
                  <a:pt x="256" y="180"/>
                </a:cubicBezTo>
                <a:cubicBezTo>
                  <a:pt x="239" y="144"/>
                  <a:pt x="209" y="139"/>
                  <a:pt x="217" y="88"/>
                </a:cubicBezTo>
                <a:cubicBezTo>
                  <a:pt x="231" y="0"/>
                  <a:pt x="372" y="0"/>
                  <a:pt x="385" y="88"/>
                </a:cubicBezTo>
                <a:cubicBezTo>
                  <a:pt x="393" y="139"/>
                  <a:pt x="364" y="144"/>
                  <a:pt x="347" y="180"/>
                </a:cubicBezTo>
                <a:cubicBezTo>
                  <a:pt x="338" y="200"/>
                  <a:pt x="354" y="216"/>
                  <a:pt x="420" y="216"/>
                </a:cubicBezTo>
                <a:cubicBezTo>
                  <a:pt x="603" y="216"/>
                  <a:pt x="603" y="216"/>
                  <a:pt x="603" y="216"/>
                </a:cubicBezTo>
                <a:cubicBezTo>
                  <a:pt x="603" y="399"/>
                  <a:pt x="603" y="399"/>
                  <a:pt x="603" y="399"/>
                </a:cubicBezTo>
                <a:cubicBezTo>
                  <a:pt x="603" y="465"/>
                  <a:pt x="619" y="480"/>
                  <a:pt x="638" y="472"/>
                </a:cubicBezTo>
                <a:cubicBezTo>
                  <a:pt x="675" y="455"/>
                  <a:pt x="680" y="425"/>
                  <a:pt x="731" y="433"/>
                </a:cubicBezTo>
                <a:cubicBezTo>
                  <a:pt x="819" y="447"/>
                  <a:pt x="819" y="588"/>
                  <a:pt x="731" y="601"/>
                </a:cubicBezTo>
                <a:cubicBezTo>
                  <a:pt x="680" y="609"/>
                  <a:pt x="675" y="580"/>
                  <a:pt x="638" y="563"/>
                </a:cubicBezTo>
                <a:cubicBezTo>
                  <a:pt x="619" y="554"/>
                  <a:pt x="603" y="570"/>
                  <a:pt x="603" y="636"/>
                </a:cubicBezTo>
                <a:cubicBezTo>
                  <a:pt x="603" y="819"/>
                  <a:pt x="603" y="819"/>
                  <a:pt x="603" y="819"/>
                </a:cubicBezTo>
                <a:cubicBezTo>
                  <a:pt x="420" y="819"/>
                  <a:pt x="420" y="819"/>
                  <a:pt x="420" y="819"/>
                </a:cubicBezTo>
                <a:cubicBezTo>
                  <a:pt x="354" y="819"/>
                  <a:pt x="338" y="803"/>
                  <a:pt x="347" y="784"/>
                </a:cubicBezTo>
                <a:cubicBezTo>
                  <a:pt x="364" y="747"/>
                  <a:pt x="393" y="742"/>
                  <a:pt x="385" y="691"/>
                </a:cubicBezTo>
                <a:cubicBezTo>
                  <a:pt x="372" y="603"/>
                  <a:pt x="231" y="603"/>
                  <a:pt x="217" y="691"/>
                </a:cubicBezTo>
                <a:cubicBezTo>
                  <a:pt x="209" y="742"/>
                  <a:pt x="239" y="747"/>
                  <a:pt x="256" y="784"/>
                </a:cubicBezTo>
                <a:cubicBezTo>
                  <a:pt x="264" y="803"/>
                  <a:pt x="249" y="819"/>
                  <a:pt x="183" y="819"/>
                </a:cubicBezTo>
                <a:cubicBezTo>
                  <a:pt x="0" y="819"/>
                  <a:pt x="0" y="819"/>
                  <a:pt x="0" y="819"/>
                </a:cubicBezTo>
                <a:cubicBezTo>
                  <a:pt x="0" y="636"/>
                  <a:pt x="0" y="636"/>
                  <a:pt x="0" y="636"/>
                </a:cubicBezTo>
                <a:cubicBezTo>
                  <a:pt x="0" y="570"/>
                  <a:pt x="16" y="554"/>
                  <a:pt x="35" y="563"/>
                </a:cubicBezTo>
                <a:cubicBezTo>
                  <a:pt x="72" y="580"/>
                  <a:pt x="76" y="609"/>
                  <a:pt x="128" y="601"/>
                </a:cubicBezTo>
                <a:cubicBezTo>
                  <a:pt x="216" y="588"/>
                  <a:pt x="216" y="447"/>
                  <a:pt x="128" y="433"/>
                </a:cubicBezTo>
                <a:cubicBezTo>
                  <a:pt x="76" y="425"/>
                  <a:pt x="72" y="455"/>
                  <a:pt x="35" y="472"/>
                </a:cubicBezTo>
                <a:cubicBezTo>
                  <a:pt x="16" y="480"/>
                  <a:pt x="0" y="465"/>
                  <a:pt x="0" y="399"/>
                </a:cubicBezTo>
                <a:cubicBezTo>
                  <a:pt x="0" y="216"/>
                  <a:pt x="0" y="216"/>
                  <a:pt x="0" y="216"/>
                </a:cubicBezTo>
                <a:lnTo>
                  <a:pt x="183" y="216"/>
                </a:lnTo>
                <a:close/>
              </a:path>
            </a:pathLst>
          </a:custGeom>
          <a:solidFill>
            <a:schemeClr val="accent5"/>
          </a:solidFill>
          <a:ln w="19050">
            <a:solidFill>
              <a:schemeClr val="accent5">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4" name="Freeform 76"/>
          <p:cNvSpPr>
            <a:spLocks/>
          </p:cNvSpPr>
          <p:nvPr/>
        </p:nvSpPr>
        <p:spPr bwMode="auto">
          <a:xfrm>
            <a:off x="2459047" y="2334522"/>
            <a:ext cx="1708150" cy="1706563"/>
          </a:xfrm>
          <a:custGeom>
            <a:avLst/>
            <a:gdLst/>
            <a:ahLst/>
            <a:cxnLst>
              <a:cxn ang="0">
                <a:pos x="183" y="603"/>
              </a:cxn>
              <a:cxn ang="0">
                <a:pos x="256" y="638"/>
              </a:cxn>
              <a:cxn ang="0">
                <a:pos x="218" y="731"/>
              </a:cxn>
              <a:cxn ang="0">
                <a:pos x="386" y="731"/>
              </a:cxn>
              <a:cxn ang="0">
                <a:pos x="347" y="638"/>
              </a:cxn>
              <a:cxn ang="0">
                <a:pos x="420" y="603"/>
              </a:cxn>
              <a:cxn ang="0">
                <a:pos x="603" y="603"/>
              </a:cxn>
              <a:cxn ang="0">
                <a:pos x="603" y="420"/>
              </a:cxn>
              <a:cxn ang="0">
                <a:pos x="639" y="347"/>
              </a:cxn>
              <a:cxn ang="0">
                <a:pos x="731" y="385"/>
              </a:cxn>
              <a:cxn ang="0">
                <a:pos x="731" y="217"/>
              </a:cxn>
              <a:cxn ang="0">
                <a:pos x="639" y="256"/>
              </a:cxn>
              <a:cxn ang="0">
                <a:pos x="603" y="183"/>
              </a:cxn>
              <a:cxn ang="0">
                <a:pos x="603" y="0"/>
              </a:cxn>
              <a:cxn ang="0">
                <a:pos x="420" y="0"/>
              </a:cxn>
              <a:cxn ang="0">
                <a:pos x="347" y="35"/>
              </a:cxn>
              <a:cxn ang="0">
                <a:pos x="386" y="128"/>
              </a:cxn>
              <a:cxn ang="0">
                <a:pos x="218" y="128"/>
              </a:cxn>
              <a:cxn ang="0">
                <a:pos x="256" y="35"/>
              </a:cxn>
              <a:cxn ang="0">
                <a:pos x="183" y="0"/>
              </a:cxn>
              <a:cxn ang="0">
                <a:pos x="0" y="0"/>
              </a:cxn>
              <a:cxn ang="0">
                <a:pos x="0" y="183"/>
              </a:cxn>
              <a:cxn ang="0">
                <a:pos x="35" y="256"/>
              </a:cxn>
              <a:cxn ang="0">
                <a:pos x="128" y="217"/>
              </a:cxn>
              <a:cxn ang="0">
                <a:pos x="128" y="385"/>
              </a:cxn>
              <a:cxn ang="0">
                <a:pos x="35" y="347"/>
              </a:cxn>
              <a:cxn ang="0">
                <a:pos x="0" y="420"/>
              </a:cxn>
              <a:cxn ang="0">
                <a:pos x="0" y="603"/>
              </a:cxn>
              <a:cxn ang="0">
                <a:pos x="183" y="603"/>
              </a:cxn>
            </a:cxnLst>
            <a:rect l="0" t="0" r="r" b="b"/>
            <a:pathLst>
              <a:path w="819" h="819">
                <a:moveTo>
                  <a:pt x="183" y="603"/>
                </a:moveTo>
                <a:cubicBezTo>
                  <a:pt x="249" y="603"/>
                  <a:pt x="265" y="619"/>
                  <a:pt x="256" y="638"/>
                </a:cubicBezTo>
                <a:cubicBezTo>
                  <a:pt x="239" y="675"/>
                  <a:pt x="210" y="680"/>
                  <a:pt x="218" y="731"/>
                </a:cubicBezTo>
                <a:cubicBezTo>
                  <a:pt x="231" y="819"/>
                  <a:pt x="372" y="819"/>
                  <a:pt x="386" y="731"/>
                </a:cubicBezTo>
                <a:cubicBezTo>
                  <a:pt x="394" y="680"/>
                  <a:pt x="364" y="675"/>
                  <a:pt x="347" y="638"/>
                </a:cubicBezTo>
                <a:cubicBezTo>
                  <a:pt x="339" y="619"/>
                  <a:pt x="354" y="603"/>
                  <a:pt x="420" y="603"/>
                </a:cubicBezTo>
                <a:cubicBezTo>
                  <a:pt x="603" y="603"/>
                  <a:pt x="603" y="603"/>
                  <a:pt x="603" y="603"/>
                </a:cubicBezTo>
                <a:cubicBezTo>
                  <a:pt x="603" y="420"/>
                  <a:pt x="603" y="420"/>
                  <a:pt x="603" y="420"/>
                </a:cubicBezTo>
                <a:cubicBezTo>
                  <a:pt x="603" y="354"/>
                  <a:pt x="619" y="338"/>
                  <a:pt x="639" y="347"/>
                </a:cubicBezTo>
                <a:cubicBezTo>
                  <a:pt x="675" y="364"/>
                  <a:pt x="680" y="393"/>
                  <a:pt x="731" y="385"/>
                </a:cubicBezTo>
                <a:cubicBezTo>
                  <a:pt x="819" y="372"/>
                  <a:pt x="819" y="231"/>
                  <a:pt x="731" y="217"/>
                </a:cubicBezTo>
                <a:cubicBezTo>
                  <a:pt x="680" y="209"/>
                  <a:pt x="675" y="239"/>
                  <a:pt x="639" y="256"/>
                </a:cubicBezTo>
                <a:cubicBezTo>
                  <a:pt x="619" y="264"/>
                  <a:pt x="603" y="249"/>
                  <a:pt x="603" y="183"/>
                </a:cubicBezTo>
                <a:cubicBezTo>
                  <a:pt x="603" y="0"/>
                  <a:pt x="603" y="0"/>
                  <a:pt x="603" y="0"/>
                </a:cubicBezTo>
                <a:cubicBezTo>
                  <a:pt x="420" y="0"/>
                  <a:pt x="420" y="0"/>
                  <a:pt x="420" y="0"/>
                </a:cubicBezTo>
                <a:cubicBezTo>
                  <a:pt x="354" y="0"/>
                  <a:pt x="339" y="16"/>
                  <a:pt x="347" y="35"/>
                </a:cubicBezTo>
                <a:cubicBezTo>
                  <a:pt x="364" y="72"/>
                  <a:pt x="394" y="76"/>
                  <a:pt x="386" y="128"/>
                </a:cubicBezTo>
                <a:cubicBezTo>
                  <a:pt x="372" y="216"/>
                  <a:pt x="231" y="216"/>
                  <a:pt x="218" y="128"/>
                </a:cubicBezTo>
                <a:cubicBezTo>
                  <a:pt x="210" y="76"/>
                  <a:pt x="239" y="72"/>
                  <a:pt x="256" y="35"/>
                </a:cubicBezTo>
                <a:cubicBezTo>
                  <a:pt x="265" y="16"/>
                  <a:pt x="249" y="0"/>
                  <a:pt x="183" y="0"/>
                </a:cubicBezTo>
                <a:cubicBezTo>
                  <a:pt x="0" y="0"/>
                  <a:pt x="0" y="0"/>
                  <a:pt x="0" y="0"/>
                </a:cubicBezTo>
                <a:cubicBezTo>
                  <a:pt x="0" y="183"/>
                  <a:pt x="0" y="183"/>
                  <a:pt x="0" y="183"/>
                </a:cubicBezTo>
                <a:cubicBezTo>
                  <a:pt x="0" y="249"/>
                  <a:pt x="16" y="264"/>
                  <a:pt x="35" y="256"/>
                </a:cubicBezTo>
                <a:cubicBezTo>
                  <a:pt x="72" y="239"/>
                  <a:pt x="77" y="209"/>
                  <a:pt x="128" y="217"/>
                </a:cubicBezTo>
                <a:cubicBezTo>
                  <a:pt x="216" y="231"/>
                  <a:pt x="216" y="372"/>
                  <a:pt x="128" y="385"/>
                </a:cubicBezTo>
                <a:cubicBezTo>
                  <a:pt x="77" y="393"/>
                  <a:pt x="72" y="364"/>
                  <a:pt x="35" y="347"/>
                </a:cubicBezTo>
                <a:cubicBezTo>
                  <a:pt x="16" y="338"/>
                  <a:pt x="0" y="354"/>
                  <a:pt x="0" y="420"/>
                </a:cubicBezTo>
                <a:cubicBezTo>
                  <a:pt x="0" y="603"/>
                  <a:pt x="0" y="603"/>
                  <a:pt x="0" y="603"/>
                </a:cubicBezTo>
                <a:lnTo>
                  <a:pt x="183" y="603"/>
                </a:lnTo>
                <a:close/>
              </a:path>
            </a:pathLst>
          </a:custGeom>
          <a:solidFill>
            <a:schemeClr val="accent2"/>
          </a:solidFill>
          <a:ln w="19050">
            <a:solidFill>
              <a:schemeClr val="accent2">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5" name="Freeform 77"/>
          <p:cNvSpPr>
            <a:spLocks/>
          </p:cNvSpPr>
          <p:nvPr/>
        </p:nvSpPr>
        <p:spPr bwMode="auto">
          <a:xfrm>
            <a:off x="1201747" y="1883672"/>
            <a:ext cx="1708150" cy="1706563"/>
          </a:xfrm>
          <a:custGeom>
            <a:avLst/>
            <a:gdLst/>
            <a:ahLst/>
            <a:cxnLst>
              <a:cxn ang="0">
                <a:pos x="183" y="216"/>
              </a:cxn>
              <a:cxn ang="0">
                <a:pos x="256" y="180"/>
              </a:cxn>
              <a:cxn ang="0">
                <a:pos x="217" y="88"/>
              </a:cxn>
              <a:cxn ang="0">
                <a:pos x="385" y="88"/>
              </a:cxn>
              <a:cxn ang="0">
                <a:pos x="347" y="180"/>
              </a:cxn>
              <a:cxn ang="0">
                <a:pos x="420" y="216"/>
              </a:cxn>
              <a:cxn ang="0">
                <a:pos x="603" y="216"/>
              </a:cxn>
              <a:cxn ang="0">
                <a:pos x="603" y="399"/>
              </a:cxn>
              <a:cxn ang="0">
                <a:pos x="638" y="472"/>
              </a:cxn>
              <a:cxn ang="0">
                <a:pos x="731" y="433"/>
              </a:cxn>
              <a:cxn ang="0">
                <a:pos x="731" y="601"/>
              </a:cxn>
              <a:cxn ang="0">
                <a:pos x="638" y="563"/>
              </a:cxn>
              <a:cxn ang="0">
                <a:pos x="603" y="636"/>
              </a:cxn>
              <a:cxn ang="0">
                <a:pos x="603" y="819"/>
              </a:cxn>
              <a:cxn ang="0">
                <a:pos x="420" y="819"/>
              </a:cxn>
              <a:cxn ang="0">
                <a:pos x="347" y="784"/>
              </a:cxn>
              <a:cxn ang="0">
                <a:pos x="385" y="691"/>
              </a:cxn>
              <a:cxn ang="0">
                <a:pos x="217" y="691"/>
              </a:cxn>
              <a:cxn ang="0">
                <a:pos x="256" y="784"/>
              </a:cxn>
              <a:cxn ang="0">
                <a:pos x="183" y="819"/>
              </a:cxn>
              <a:cxn ang="0">
                <a:pos x="0" y="819"/>
              </a:cxn>
              <a:cxn ang="0">
                <a:pos x="0" y="636"/>
              </a:cxn>
              <a:cxn ang="0">
                <a:pos x="35" y="563"/>
              </a:cxn>
              <a:cxn ang="0">
                <a:pos x="128" y="601"/>
              </a:cxn>
              <a:cxn ang="0">
                <a:pos x="128" y="433"/>
              </a:cxn>
              <a:cxn ang="0">
                <a:pos x="35" y="472"/>
              </a:cxn>
              <a:cxn ang="0">
                <a:pos x="0" y="399"/>
              </a:cxn>
              <a:cxn ang="0">
                <a:pos x="0" y="216"/>
              </a:cxn>
              <a:cxn ang="0">
                <a:pos x="183" y="216"/>
              </a:cxn>
            </a:cxnLst>
            <a:rect l="0" t="0" r="r" b="b"/>
            <a:pathLst>
              <a:path w="819" h="819">
                <a:moveTo>
                  <a:pt x="183" y="216"/>
                </a:moveTo>
                <a:cubicBezTo>
                  <a:pt x="249" y="216"/>
                  <a:pt x="264" y="200"/>
                  <a:pt x="256" y="180"/>
                </a:cubicBezTo>
                <a:cubicBezTo>
                  <a:pt x="239" y="144"/>
                  <a:pt x="209" y="139"/>
                  <a:pt x="217" y="88"/>
                </a:cubicBezTo>
                <a:cubicBezTo>
                  <a:pt x="231" y="0"/>
                  <a:pt x="372" y="0"/>
                  <a:pt x="385" y="88"/>
                </a:cubicBezTo>
                <a:cubicBezTo>
                  <a:pt x="393" y="139"/>
                  <a:pt x="364" y="144"/>
                  <a:pt x="347" y="180"/>
                </a:cubicBezTo>
                <a:cubicBezTo>
                  <a:pt x="338" y="200"/>
                  <a:pt x="354" y="216"/>
                  <a:pt x="420" y="216"/>
                </a:cubicBezTo>
                <a:cubicBezTo>
                  <a:pt x="603" y="216"/>
                  <a:pt x="603" y="216"/>
                  <a:pt x="603" y="216"/>
                </a:cubicBezTo>
                <a:cubicBezTo>
                  <a:pt x="603" y="399"/>
                  <a:pt x="603" y="399"/>
                  <a:pt x="603" y="399"/>
                </a:cubicBezTo>
                <a:cubicBezTo>
                  <a:pt x="603" y="465"/>
                  <a:pt x="619" y="480"/>
                  <a:pt x="638" y="472"/>
                </a:cubicBezTo>
                <a:cubicBezTo>
                  <a:pt x="675" y="455"/>
                  <a:pt x="680" y="425"/>
                  <a:pt x="731" y="433"/>
                </a:cubicBezTo>
                <a:cubicBezTo>
                  <a:pt x="819" y="447"/>
                  <a:pt x="819" y="588"/>
                  <a:pt x="731" y="601"/>
                </a:cubicBezTo>
                <a:cubicBezTo>
                  <a:pt x="680" y="609"/>
                  <a:pt x="675" y="580"/>
                  <a:pt x="638" y="563"/>
                </a:cubicBezTo>
                <a:cubicBezTo>
                  <a:pt x="619" y="554"/>
                  <a:pt x="603" y="570"/>
                  <a:pt x="603" y="636"/>
                </a:cubicBezTo>
                <a:cubicBezTo>
                  <a:pt x="603" y="819"/>
                  <a:pt x="603" y="819"/>
                  <a:pt x="603" y="819"/>
                </a:cubicBezTo>
                <a:cubicBezTo>
                  <a:pt x="420" y="819"/>
                  <a:pt x="420" y="819"/>
                  <a:pt x="420" y="819"/>
                </a:cubicBezTo>
                <a:cubicBezTo>
                  <a:pt x="354" y="819"/>
                  <a:pt x="338" y="803"/>
                  <a:pt x="347" y="784"/>
                </a:cubicBezTo>
                <a:cubicBezTo>
                  <a:pt x="364" y="747"/>
                  <a:pt x="393" y="742"/>
                  <a:pt x="385" y="691"/>
                </a:cubicBezTo>
                <a:cubicBezTo>
                  <a:pt x="372" y="603"/>
                  <a:pt x="231" y="603"/>
                  <a:pt x="217" y="691"/>
                </a:cubicBezTo>
                <a:cubicBezTo>
                  <a:pt x="209" y="742"/>
                  <a:pt x="239" y="747"/>
                  <a:pt x="256" y="784"/>
                </a:cubicBezTo>
                <a:cubicBezTo>
                  <a:pt x="264" y="803"/>
                  <a:pt x="249" y="819"/>
                  <a:pt x="183" y="819"/>
                </a:cubicBezTo>
                <a:cubicBezTo>
                  <a:pt x="0" y="819"/>
                  <a:pt x="0" y="819"/>
                  <a:pt x="0" y="819"/>
                </a:cubicBezTo>
                <a:cubicBezTo>
                  <a:pt x="0" y="636"/>
                  <a:pt x="0" y="636"/>
                  <a:pt x="0" y="636"/>
                </a:cubicBezTo>
                <a:cubicBezTo>
                  <a:pt x="0" y="570"/>
                  <a:pt x="16" y="554"/>
                  <a:pt x="35" y="563"/>
                </a:cubicBezTo>
                <a:cubicBezTo>
                  <a:pt x="72" y="580"/>
                  <a:pt x="76" y="609"/>
                  <a:pt x="128" y="601"/>
                </a:cubicBezTo>
                <a:cubicBezTo>
                  <a:pt x="216" y="588"/>
                  <a:pt x="216" y="447"/>
                  <a:pt x="128" y="433"/>
                </a:cubicBezTo>
                <a:cubicBezTo>
                  <a:pt x="76" y="425"/>
                  <a:pt x="72" y="455"/>
                  <a:pt x="35" y="472"/>
                </a:cubicBezTo>
                <a:cubicBezTo>
                  <a:pt x="16" y="480"/>
                  <a:pt x="0" y="465"/>
                  <a:pt x="0" y="399"/>
                </a:cubicBezTo>
                <a:cubicBezTo>
                  <a:pt x="0" y="216"/>
                  <a:pt x="0" y="216"/>
                  <a:pt x="0" y="216"/>
                </a:cubicBezTo>
                <a:lnTo>
                  <a:pt x="183" y="216"/>
                </a:lnTo>
                <a:close/>
              </a:path>
            </a:pathLst>
          </a:custGeom>
          <a:solidFill>
            <a:schemeClr val="accent1"/>
          </a:solidFill>
          <a:ln w="19050">
            <a:solidFill>
              <a:schemeClr val="accent1">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Text Placeholder 3"/>
          <p:cNvSpPr txBox="1">
            <a:spLocks/>
          </p:cNvSpPr>
          <p:nvPr/>
        </p:nvSpPr>
        <p:spPr>
          <a:xfrm>
            <a:off x="1682565" y="2770990"/>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01</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95" name="Text Placeholder 3"/>
          <p:cNvSpPr txBox="1">
            <a:spLocks/>
          </p:cNvSpPr>
          <p:nvPr/>
        </p:nvSpPr>
        <p:spPr>
          <a:xfrm>
            <a:off x="2932776" y="2770990"/>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02</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16" name="Freeform 77"/>
          <p:cNvSpPr>
            <a:spLocks/>
          </p:cNvSpPr>
          <p:nvPr/>
        </p:nvSpPr>
        <p:spPr bwMode="auto">
          <a:xfrm>
            <a:off x="3719944" y="1883672"/>
            <a:ext cx="1708150" cy="1706563"/>
          </a:xfrm>
          <a:custGeom>
            <a:avLst/>
            <a:gdLst/>
            <a:ahLst/>
            <a:cxnLst>
              <a:cxn ang="0">
                <a:pos x="183" y="216"/>
              </a:cxn>
              <a:cxn ang="0">
                <a:pos x="256" y="180"/>
              </a:cxn>
              <a:cxn ang="0">
                <a:pos x="217" y="88"/>
              </a:cxn>
              <a:cxn ang="0">
                <a:pos x="385" y="88"/>
              </a:cxn>
              <a:cxn ang="0">
                <a:pos x="347" y="180"/>
              </a:cxn>
              <a:cxn ang="0">
                <a:pos x="420" y="216"/>
              </a:cxn>
              <a:cxn ang="0">
                <a:pos x="603" y="216"/>
              </a:cxn>
              <a:cxn ang="0">
                <a:pos x="603" y="399"/>
              </a:cxn>
              <a:cxn ang="0">
                <a:pos x="638" y="472"/>
              </a:cxn>
              <a:cxn ang="0">
                <a:pos x="731" y="433"/>
              </a:cxn>
              <a:cxn ang="0">
                <a:pos x="731" y="601"/>
              </a:cxn>
              <a:cxn ang="0">
                <a:pos x="638" y="563"/>
              </a:cxn>
              <a:cxn ang="0">
                <a:pos x="603" y="636"/>
              </a:cxn>
              <a:cxn ang="0">
                <a:pos x="603" y="819"/>
              </a:cxn>
              <a:cxn ang="0">
                <a:pos x="420" y="819"/>
              </a:cxn>
              <a:cxn ang="0">
                <a:pos x="347" y="784"/>
              </a:cxn>
              <a:cxn ang="0">
                <a:pos x="385" y="691"/>
              </a:cxn>
              <a:cxn ang="0">
                <a:pos x="217" y="691"/>
              </a:cxn>
              <a:cxn ang="0">
                <a:pos x="256" y="784"/>
              </a:cxn>
              <a:cxn ang="0">
                <a:pos x="183" y="819"/>
              </a:cxn>
              <a:cxn ang="0">
                <a:pos x="0" y="819"/>
              </a:cxn>
              <a:cxn ang="0">
                <a:pos x="0" y="636"/>
              </a:cxn>
              <a:cxn ang="0">
                <a:pos x="35" y="563"/>
              </a:cxn>
              <a:cxn ang="0">
                <a:pos x="128" y="601"/>
              </a:cxn>
              <a:cxn ang="0">
                <a:pos x="128" y="433"/>
              </a:cxn>
              <a:cxn ang="0">
                <a:pos x="35" y="472"/>
              </a:cxn>
              <a:cxn ang="0">
                <a:pos x="0" y="399"/>
              </a:cxn>
              <a:cxn ang="0">
                <a:pos x="0" y="216"/>
              </a:cxn>
              <a:cxn ang="0">
                <a:pos x="183" y="216"/>
              </a:cxn>
            </a:cxnLst>
            <a:rect l="0" t="0" r="r" b="b"/>
            <a:pathLst>
              <a:path w="819" h="819">
                <a:moveTo>
                  <a:pt x="183" y="216"/>
                </a:moveTo>
                <a:cubicBezTo>
                  <a:pt x="249" y="216"/>
                  <a:pt x="264" y="200"/>
                  <a:pt x="256" y="180"/>
                </a:cubicBezTo>
                <a:cubicBezTo>
                  <a:pt x="239" y="144"/>
                  <a:pt x="209" y="139"/>
                  <a:pt x="217" y="88"/>
                </a:cubicBezTo>
                <a:cubicBezTo>
                  <a:pt x="231" y="0"/>
                  <a:pt x="372" y="0"/>
                  <a:pt x="385" y="88"/>
                </a:cubicBezTo>
                <a:cubicBezTo>
                  <a:pt x="393" y="139"/>
                  <a:pt x="364" y="144"/>
                  <a:pt x="347" y="180"/>
                </a:cubicBezTo>
                <a:cubicBezTo>
                  <a:pt x="338" y="200"/>
                  <a:pt x="354" y="216"/>
                  <a:pt x="420" y="216"/>
                </a:cubicBezTo>
                <a:cubicBezTo>
                  <a:pt x="603" y="216"/>
                  <a:pt x="603" y="216"/>
                  <a:pt x="603" y="216"/>
                </a:cubicBezTo>
                <a:cubicBezTo>
                  <a:pt x="603" y="399"/>
                  <a:pt x="603" y="399"/>
                  <a:pt x="603" y="399"/>
                </a:cubicBezTo>
                <a:cubicBezTo>
                  <a:pt x="603" y="465"/>
                  <a:pt x="619" y="480"/>
                  <a:pt x="638" y="472"/>
                </a:cubicBezTo>
                <a:cubicBezTo>
                  <a:pt x="675" y="455"/>
                  <a:pt x="680" y="425"/>
                  <a:pt x="731" y="433"/>
                </a:cubicBezTo>
                <a:cubicBezTo>
                  <a:pt x="819" y="447"/>
                  <a:pt x="819" y="588"/>
                  <a:pt x="731" y="601"/>
                </a:cubicBezTo>
                <a:cubicBezTo>
                  <a:pt x="680" y="609"/>
                  <a:pt x="675" y="580"/>
                  <a:pt x="638" y="563"/>
                </a:cubicBezTo>
                <a:cubicBezTo>
                  <a:pt x="619" y="554"/>
                  <a:pt x="603" y="570"/>
                  <a:pt x="603" y="636"/>
                </a:cubicBezTo>
                <a:cubicBezTo>
                  <a:pt x="603" y="819"/>
                  <a:pt x="603" y="819"/>
                  <a:pt x="603" y="819"/>
                </a:cubicBezTo>
                <a:cubicBezTo>
                  <a:pt x="420" y="819"/>
                  <a:pt x="420" y="819"/>
                  <a:pt x="420" y="819"/>
                </a:cubicBezTo>
                <a:cubicBezTo>
                  <a:pt x="354" y="819"/>
                  <a:pt x="338" y="803"/>
                  <a:pt x="347" y="784"/>
                </a:cubicBezTo>
                <a:cubicBezTo>
                  <a:pt x="364" y="747"/>
                  <a:pt x="393" y="742"/>
                  <a:pt x="385" y="691"/>
                </a:cubicBezTo>
                <a:cubicBezTo>
                  <a:pt x="372" y="603"/>
                  <a:pt x="231" y="603"/>
                  <a:pt x="217" y="691"/>
                </a:cubicBezTo>
                <a:cubicBezTo>
                  <a:pt x="209" y="742"/>
                  <a:pt x="239" y="747"/>
                  <a:pt x="256" y="784"/>
                </a:cubicBezTo>
                <a:cubicBezTo>
                  <a:pt x="264" y="803"/>
                  <a:pt x="249" y="819"/>
                  <a:pt x="183" y="819"/>
                </a:cubicBezTo>
                <a:cubicBezTo>
                  <a:pt x="0" y="819"/>
                  <a:pt x="0" y="819"/>
                  <a:pt x="0" y="819"/>
                </a:cubicBezTo>
                <a:cubicBezTo>
                  <a:pt x="0" y="636"/>
                  <a:pt x="0" y="636"/>
                  <a:pt x="0" y="636"/>
                </a:cubicBezTo>
                <a:cubicBezTo>
                  <a:pt x="0" y="570"/>
                  <a:pt x="16" y="554"/>
                  <a:pt x="35" y="563"/>
                </a:cubicBezTo>
                <a:cubicBezTo>
                  <a:pt x="72" y="580"/>
                  <a:pt x="76" y="609"/>
                  <a:pt x="128" y="601"/>
                </a:cubicBezTo>
                <a:cubicBezTo>
                  <a:pt x="216" y="588"/>
                  <a:pt x="216" y="447"/>
                  <a:pt x="128" y="433"/>
                </a:cubicBezTo>
                <a:cubicBezTo>
                  <a:pt x="76" y="425"/>
                  <a:pt x="72" y="455"/>
                  <a:pt x="35" y="472"/>
                </a:cubicBezTo>
                <a:cubicBezTo>
                  <a:pt x="16" y="480"/>
                  <a:pt x="0" y="465"/>
                  <a:pt x="0" y="399"/>
                </a:cubicBezTo>
                <a:cubicBezTo>
                  <a:pt x="0" y="216"/>
                  <a:pt x="0" y="216"/>
                  <a:pt x="0" y="216"/>
                </a:cubicBezTo>
                <a:lnTo>
                  <a:pt x="183" y="216"/>
                </a:lnTo>
                <a:close/>
              </a:path>
            </a:pathLst>
          </a:custGeom>
          <a:solidFill>
            <a:schemeClr val="accent3"/>
          </a:solidFill>
          <a:ln w="19050">
            <a:solidFill>
              <a:schemeClr val="accent3">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Text Placeholder 3"/>
          <p:cNvSpPr txBox="1">
            <a:spLocks/>
          </p:cNvSpPr>
          <p:nvPr/>
        </p:nvSpPr>
        <p:spPr>
          <a:xfrm>
            <a:off x="4197311" y="2770990"/>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03</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94" name="Text Placeholder 3"/>
          <p:cNvSpPr txBox="1">
            <a:spLocks/>
          </p:cNvSpPr>
          <p:nvPr/>
        </p:nvSpPr>
        <p:spPr>
          <a:xfrm>
            <a:off x="5477359" y="2770990"/>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1"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04</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19" name="Text Placeholder 3"/>
          <p:cNvSpPr txBox="1">
            <a:spLocks/>
          </p:cNvSpPr>
          <p:nvPr/>
        </p:nvSpPr>
        <p:spPr>
          <a:xfrm>
            <a:off x="6685174" y="2793313"/>
            <a:ext cx="343043"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1" eaLnBrk="1" fontAlgn="auto" latinLnBrk="0" hangingPunct="1">
              <a:lnSpc>
                <a:spcPct val="100000"/>
              </a:lnSpc>
              <a:spcBef>
                <a:spcPct val="20000"/>
              </a:spcBef>
              <a:spcAft>
                <a:spcPts val="0"/>
              </a:spcAft>
              <a:buClrTx/>
              <a:buSzTx/>
              <a:buFont typeface="Arial" pitchFamily="34" charset="0"/>
              <a:buNone/>
              <a:tabLst/>
              <a:defRPr/>
            </a:pPr>
            <a:r>
              <a:rPr lang="en-US" sz="2400" dirty="0">
                <a:solidFill>
                  <a:schemeClr val="bg1"/>
                </a:solidFill>
              </a:rPr>
              <a:t>05</a:t>
            </a:r>
            <a:endParaRPr kumimoji="0" lang="en-US" sz="2400" b="1" i="0" u="none" strike="noStrike" kern="1200" cap="none" spc="0" normalizeH="0" baseline="0" noProof="0" dirty="0">
              <a:ln>
                <a:noFill/>
              </a:ln>
              <a:solidFill>
                <a:schemeClr val="bg1"/>
              </a:solidFill>
              <a:effectLst/>
              <a:uLnTx/>
              <a:uFillTx/>
              <a:latin typeface="+mn-lt"/>
              <a:ea typeface="+mn-ea"/>
              <a:cs typeface="+mn-cs"/>
            </a:endParaRPr>
          </a:p>
        </p:txBody>
      </p:sp>
      <p:sp>
        <p:nvSpPr>
          <p:cNvPr id="21" name="TextBox 20"/>
          <p:cNvSpPr txBox="1"/>
          <p:nvPr/>
        </p:nvSpPr>
        <p:spPr>
          <a:xfrm>
            <a:off x="942759" y="991120"/>
            <a:ext cx="1789807" cy="892552"/>
          </a:xfrm>
          <a:prstGeom prst="rect">
            <a:avLst/>
          </a:prstGeom>
          <a:noFill/>
        </p:spPr>
        <p:txBody>
          <a:bodyPr wrap="square" rtlCol="0">
            <a:spAutoFit/>
          </a:bodyPr>
          <a:lstStyle/>
          <a:p>
            <a:pPr algn="ctr"/>
            <a:r>
              <a:rPr lang="en-US" sz="1200" b="1" dirty="0">
                <a:solidFill>
                  <a:schemeClr val="accent1"/>
                </a:solidFill>
              </a:rPr>
              <a:t>Title Goes Here</a:t>
            </a:r>
            <a:endParaRPr lang="en-US" sz="1200" dirty="0">
              <a:solidFill>
                <a:schemeClr val="accent1"/>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2" name="TextBox 21"/>
          <p:cNvSpPr txBox="1"/>
          <p:nvPr/>
        </p:nvSpPr>
        <p:spPr>
          <a:xfrm>
            <a:off x="2210113" y="4041085"/>
            <a:ext cx="1789807" cy="892552"/>
          </a:xfrm>
          <a:prstGeom prst="rect">
            <a:avLst/>
          </a:prstGeom>
          <a:noFill/>
        </p:spPr>
        <p:txBody>
          <a:bodyPr wrap="square" rtlCol="0">
            <a:spAutoFit/>
          </a:bodyPr>
          <a:lstStyle/>
          <a:p>
            <a:pPr algn="ctr"/>
            <a:r>
              <a:rPr lang="en-US" sz="1200" b="1" dirty="0">
                <a:solidFill>
                  <a:schemeClr val="accent2"/>
                </a:solidFill>
              </a:rPr>
              <a:t>Title Goes Here</a:t>
            </a:r>
            <a:endParaRPr lang="en-US" sz="1200" dirty="0">
              <a:solidFill>
                <a:schemeClr val="accent2"/>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3" name="TextBox 22"/>
          <p:cNvSpPr txBox="1"/>
          <p:nvPr/>
        </p:nvSpPr>
        <p:spPr>
          <a:xfrm>
            <a:off x="3419860" y="991120"/>
            <a:ext cx="1789807" cy="892552"/>
          </a:xfrm>
          <a:prstGeom prst="rect">
            <a:avLst/>
          </a:prstGeom>
          <a:noFill/>
        </p:spPr>
        <p:txBody>
          <a:bodyPr wrap="square" rtlCol="0">
            <a:spAutoFit/>
          </a:bodyPr>
          <a:lstStyle/>
          <a:p>
            <a:pPr algn="ctr"/>
            <a:r>
              <a:rPr lang="en-US" sz="1200" b="1" dirty="0">
                <a:solidFill>
                  <a:schemeClr val="accent3"/>
                </a:solidFill>
              </a:rPr>
              <a:t>Title Goes Here</a:t>
            </a:r>
            <a:endParaRPr lang="en-US" sz="1200" dirty="0">
              <a:solidFill>
                <a:schemeClr val="accent3"/>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4" name="TextBox 23"/>
          <p:cNvSpPr txBox="1"/>
          <p:nvPr/>
        </p:nvSpPr>
        <p:spPr>
          <a:xfrm>
            <a:off x="4744821" y="4041085"/>
            <a:ext cx="1789807" cy="892552"/>
          </a:xfrm>
          <a:prstGeom prst="rect">
            <a:avLst/>
          </a:prstGeom>
          <a:noFill/>
        </p:spPr>
        <p:txBody>
          <a:bodyPr wrap="square" rtlCol="0">
            <a:spAutoFit/>
          </a:bodyPr>
          <a:lstStyle/>
          <a:p>
            <a:pPr algn="ctr"/>
            <a:r>
              <a:rPr lang="en-US" sz="1200" b="1" dirty="0">
                <a:solidFill>
                  <a:schemeClr val="accent4"/>
                </a:solidFill>
              </a:rPr>
              <a:t>Title Goes Here</a:t>
            </a:r>
            <a:endParaRPr lang="en-US" sz="1200" dirty="0">
              <a:solidFill>
                <a:schemeClr val="accent4"/>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5" name="TextBox 24"/>
          <p:cNvSpPr txBox="1"/>
          <p:nvPr/>
        </p:nvSpPr>
        <p:spPr>
          <a:xfrm>
            <a:off x="5971079" y="991120"/>
            <a:ext cx="1789807" cy="892552"/>
          </a:xfrm>
          <a:prstGeom prst="rect">
            <a:avLst/>
          </a:prstGeom>
          <a:noFill/>
        </p:spPr>
        <p:txBody>
          <a:bodyPr wrap="square" rtlCol="0">
            <a:spAutoFit/>
          </a:bodyPr>
          <a:lstStyle/>
          <a:p>
            <a:pPr algn="ctr"/>
            <a:r>
              <a:rPr lang="en-US" sz="1200" b="1" dirty="0">
                <a:solidFill>
                  <a:schemeClr val="accent5"/>
                </a:solidFill>
              </a:rPr>
              <a:t>Title Goes Here</a:t>
            </a:r>
            <a:endParaRPr lang="en-US" sz="1200" dirty="0">
              <a:solidFill>
                <a:schemeClr val="accent5"/>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125"/>
                                        </p:tgtEl>
                                        <p:attrNameLst>
                                          <p:attrName>style.visibility</p:attrName>
                                        </p:attrNameLst>
                                      </p:cBhvr>
                                      <p:to>
                                        <p:strVal val="visible"/>
                                      </p:to>
                                    </p:set>
                                    <p:anim calcmode="lin" valueType="num">
                                      <p:cBhvr additive="base">
                                        <p:cTn id="7" dur="500" fill="hold"/>
                                        <p:tgtEl>
                                          <p:spTgt spid="2125"/>
                                        </p:tgtEl>
                                        <p:attrNameLst>
                                          <p:attrName>ppt_x</p:attrName>
                                        </p:attrNameLst>
                                      </p:cBhvr>
                                      <p:tavLst>
                                        <p:tav tm="0">
                                          <p:val>
                                            <p:strVal val="1+#ppt_w/2"/>
                                          </p:val>
                                        </p:tav>
                                        <p:tav tm="100000">
                                          <p:val>
                                            <p:strVal val="#ppt_x"/>
                                          </p:val>
                                        </p:tav>
                                      </p:tavLst>
                                    </p:anim>
                                    <p:anim calcmode="lin" valueType="num">
                                      <p:cBhvr additive="base">
                                        <p:cTn id="8" dur="500" fill="hold"/>
                                        <p:tgtEl>
                                          <p:spTgt spid="21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92"/>
                                        </p:tgtEl>
                                        <p:attrNameLst>
                                          <p:attrName>style.visibility</p:attrName>
                                        </p:attrNameLst>
                                      </p:cBhvr>
                                      <p:to>
                                        <p:strVal val="visible"/>
                                      </p:to>
                                    </p:set>
                                    <p:anim calcmode="lin" valueType="num">
                                      <p:cBhvr>
                                        <p:cTn id="12" dur="500" fill="hold"/>
                                        <p:tgtEl>
                                          <p:spTgt spid="92"/>
                                        </p:tgtEl>
                                        <p:attrNameLst>
                                          <p:attrName>ppt_w</p:attrName>
                                        </p:attrNameLst>
                                      </p:cBhvr>
                                      <p:tavLst>
                                        <p:tav tm="0">
                                          <p:val>
                                            <p:fltVal val="0"/>
                                          </p:val>
                                        </p:tav>
                                        <p:tav tm="100000">
                                          <p:val>
                                            <p:strVal val="#ppt_w"/>
                                          </p:val>
                                        </p:tav>
                                      </p:tavLst>
                                    </p:anim>
                                    <p:anim calcmode="lin" valueType="num">
                                      <p:cBhvr>
                                        <p:cTn id="13" dur="500" fill="hold"/>
                                        <p:tgtEl>
                                          <p:spTgt spid="92"/>
                                        </p:tgtEl>
                                        <p:attrNameLst>
                                          <p:attrName>ppt_h</p:attrName>
                                        </p:attrNameLst>
                                      </p:cBhvr>
                                      <p:tavLst>
                                        <p:tav tm="0">
                                          <p:val>
                                            <p:fltVal val="0"/>
                                          </p:val>
                                        </p:tav>
                                        <p:tav tm="100000">
                                          <p:val>
                                            <p:strVal val="#ppt_h"/>
                                          </p:val>
                                        </p:tav>
                                      </p:tavLst>
                                    </p:anim>
                                    <p:animEffect transition="in" filter="fade">
                                      <p:cBhvr>
                                        <p:cTn id="14" dur="500"/>
                                        <p:tgtEl>
                                          <p:spTgt spid="92"/>
                                        </p:tgtEl>
                                      </p:cBhvr>
                                    </p:animEffect>
                                  </p:childTnLst>
                                </p:cTn>
                              </p:par>
                            </p:childTnLst>
                          </p:cTn>
                        </p:par>
                        <p:par>
                          <p:cTn id="15" fill="hold">
                            <p:stCondLst>
                              <p:cond delay="1000"/>
                            </p:stCondLst>
                            <p:childTnLst>
                              <p:par>
                                <p:cTn id="16" presetID="2" presetClass="entr" presetSubtype="1" accel="50000" decel="50000" fill="hold" grpId="0" nodeType="afterEffect">
                                  <p:stCondLst>
                                    <p:cond delay="0"/>
                                  </p:stCondLst>
                                  <p:childTnLst>
                                    <p:set>
                                      <p:cBhvr>
                                        <p:cTn id="17" dur="1" fill="hold">
                                          <p:stCondLst>
                                            <p:cond delay="0"/>
                                          </p:stCondLst>
                                        </p:cTn>
                                        <p:tgtEl>
                                          <p:spTgt spid="21"/>
                                        </p:tgtEl>
                                        <p:attrNameLst>
                                          <p:attrName>style.visibility</p:attrName>
                                        </p:attrNameLst>
                                      </p:cBhvr>
                                      <p:to>
                                        <p:strVal val="visible"/>
                                      </p:to>
                                    </p:set>
                                    <p:anim calcmode="lin" valueType="num">
                                      <p:cBhvr additive="base">
                                        <p:cTn id="18" dur="500" fill="hold"/>
                                        <p:tgtEl>
                                          <p:spTgt spid="21"/>
                                        </p:tgtEl>
                                        <p:attrNameLst>
                                          <p:attrName>ppt_x</p:attrName>
                                        </p:attrNameLst>
                                      </p:cBhvr>
                                      <p:tavLst>
                                        <p:tav tm="0">
                                          <p:val>
                                            <p:strVal val="#ppt_x"/>
                                          </p:val>
                                        </p:tav>
                                        <p:tav tm="100000">
                                          <p:val>
                                            <p:strVal val="#ppt_x"/>
                                          </p:val>
                                        </p:tav>
                                      </p:tavLst>
                                    </p:anim>
                                    <p:anim calcmode="lin" valueType="num">
                                      <p:cBhvr additive="base">
                                        <p:cTn id="19" dur="500" fill="hold"/>
                                        <p:tgtEl>
                                          <p:spTgt spid="21"/>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2" accel="50000" decel="50000" fill="hold" grpId="0" nodeType="afterEffect">
                                  <p:stCondLst>
                                    <p:cond delay="0"/>
                                  </p:stCondLst>
                                  <p:childTnLst>
                                    <p:set>
                                      <p:cBhvr>
                                        <p:cTn id="22" dur="1" fill="hold">
                                          <p:stCondLst>
                                            <p:cond delay="0"/>
                                          </p:stCondLst>
                                        </p:cTn>
                                        <p:tgtEl>
                                          <p:spTgt spid="2124"/>
                                        </p:tgtEl>
                                        <p:attrNameLst>
                                          <p:attrName>style.visibility</p:attrName>
                                        </p:attrNameLst>
                                      </p:cBhvr>
                                      <p:to>
                                        <p:strVal val="visible"/>
                                      </p:to>
                                    </p:set>
                                    <p:anim calcmode="lin" valueType="num">
                                      <p:cBhvr additive="base">
                                        <p:cTn id="23" dur="500" fill="hold"/>
                                        <p:tgtEl>
                                          <p:spTgt spid="2124"/>
                                        </p:tgtEl>
                                        <p:attrNameLst>
                                          <p:attrName>ppt_x</p:attrName>
                                        </p:attrNameLst>
                                      </p:cBhvr>
                                      <p:tavLst>
                                        <p:tav tm="0">
                                          <p:val>
                                            <p:strVal val="1+#ppt_w/2"/>
                                          </p:val>
                                        </p:tav>
                                        <p:tav tm="100000">
                                          <p:val>
                                            <p:strVal val="#ppt_x"/>
                                          </p:val>
                                        </p:tav>
                                      </p:tavLst>
                                    </p:anim>
                                    <p:anim calcmode="lin" valueType="num">
                                      <p:cBhvr additive="base">
                                        <p:cTn id="24" dur="500" fill="hold"/>
                                        <p:tgtEl>
                                          <p:spTgt spid="2124"/>
                                        </p:tgtEl>
                                        <p:attrNameLst>
                                          <p:attrName>ppt_y</p:attrName>
                                        </p:attrNameLst>
                                      </p:cBhvr>
                                      <p:tavLst>
                                        <p:tav tm="0">
                                          <p:val>
                                            <p:strVal val="#ppt_y"/>
                                          </p:val>
                                        </p:tav>
                                        <p:tav tm="100000">
                                          <p:val>
                                            <p:strVal val="#ppt_y"/>
                                          </p:val>
                                        </p:tav>
                                      </p:tavLst>
                                    </p:anim>
                                  </p:childTnLst>
                                </p:cTn>
                              </p:par>
                            </p:childTnLst>
                          </p:cTn>
                        </p:par>
                        <p:par>
                          <p:cTn id="25" fill="hold">
                            <p:stCondLst>
                              <p:cond delay="2000"/>
                            </p:stCondLst>
                            <p:childTnLst>
                              <p:par>
                                <p:cTn id="26" presetID="53" presetClass="entr" presetSubtype="0" fill="hold" grpId="0" nodeType="afterEffect">
                                  <p:stCondLst>
                                    <p:cond delay="0"/>
                                  </p:stCondLst>
                                  <p:childTnLst>
                                    <p:set>
                                      <p:cBhvr>
                                        <p:cTn id="27" dur="1" fill="hold">
                                          <p:stCondLst>
                                            <p:cond delay="0"/>
                                          </p:stCondLst>
                                        </p:cTn>
                                        <p:tgtEl>
                                          <p:spTgt spid="95"/>
                                        </p:tgtEl>
                                        <p:attrNameLst>
                                          <p:attrName>style.visibility</p:attrName>
                                        </p:attrNameLst>
                                      </p:cBhvr>
                                      <p:to>
                                        <p:strVal val="visible"/>
                                      </p:to>
                                    </p:set>
                                    <p:anim calcmode="lin" valueType="num">
                                      <p:cBhvr>
                                        <p:cTn id="28" dur="500" fill="hold"/>
                                        <p:tgtEl>
                                          <p:spTgt spid="95"/>
                                        </p:tgtEl>
                                        <p:attrNameLst>
                                          <p:attrName>ppt_w</p:attrName>
                                        </p:attrNameLst>
                                      </p:cBhvr>
                                      <p:tavLst>
                                        <p:tav tm="0">
                                          <p:val>
                                            <p:fltVal val="0"/>
                                          </p:val>
                                        </p:tav>
                                        <p:tav tm="100000">
                                          <p:val>
                                            <p:strVal val="#ppt_w"/>
                                          </p:val>
                                        </p:tav>
                                      </p:tavLst>
                                    </p:anim>
                                    <p:anim calcmode="lin" valueType="num">
                                      <p:cBhvr>
                                        <p:cTn id="29" dur="500" fill="hold"/>
                                        <p:tgtEl>
                                          <p:spTgt spid="95"/>
                                        </p:tgtEl>
                                        <p:attrNameLst>
                                          <p:attrName>ppt_h</p:attrName>
                                        </p:attrNameLst>
                                      </p:cBhvr>
                                      <p:tavLst>
                                        <p:tav tm="0">
                                          <p:val>
                                            <p:fltVal val="0"/>
                                          </p:val>
                                        </p:tav>
                                        <p:tav tm="100000">
                                          <p:val>
                                            <p:strVal val="#ppt_h"/>
                                          </p:val>
                                        </p:tav>
                                      </p:tavLst>
                                    </p:anim>
                                    <p:animEffect transition="in" filter="fade">
                                      <p:cBhvr>
                                        <p:cTn id="30" dur="500"/>
                                        <p:tgtEl>
                                          <p:spTgt spid="95"/>
                                        </p:tgtEl>
                                      </p:cBhvr>
                                    </p:animEffect>
                                  </p:childTnLst>
                                </p:cTn>
                              </p:par>
                            </p:childTnLst>
                          </p:cTn>
                        </p:par>
                        <p:par>
                          <p:cTn id="31" fill="hold">
                            <p:stCondLst>
                              <p:cond delay="2500"/>
                            </p:stCondLst>
                            <p:childTnLst>
                              <p:par>
                                <p:cTn id="32" presetID="2" presetClass="entr" presetSubtype="4" accel="50000" decel="50000" fill="hold" grpId="0" nodeType="after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additive="base">
                                        <p:cTn id="34" dur="500" fill="hold"/>
                                        <p:tgtEl>
                                          <p:spTgt spid="22"/>
                                        </p:tgtEl>
                                        <p:attrNameLst>
                                          <p:attrName>ppt_x</p:attrName>
                                        </p:attrNameLst>
                                      </p:cBhvr>
                                      <p:tavLst>
                                        <p:tav tm="0">
                                          <p:val>
                                            <p:strVal val="#ppt_x"/>
                                          </p:val>
                                        </p:tav>
                                        <p:tav tm="100000">
                                          <p:val>
                                            <p:strVal val="#ppt_x"/>
                                          </p:val>
                                        </p:tav>
                                      </p:tavLst>
                                    </p:anim>
                                    <p:anim calcmode="lin" valueType="num">
                                      <p:cBhvr additive="base">
                                        <p:cTn id="35" dur="500" fill="hold"/>
                                        <p:tgtEl>
                                          <p:spTgt spid="22"/>
                                        </p:tgtEl>
                                        <p:attrNameLst>
                                          <p:attrName>ppt_y</p:attrName>
                                        </p:attrNameLst>
                                      </p:cBhvr>
                                      <p:tavLst>
                                        <p:tav tm="0">
                                          <p:val>
                                            <p:strVal val="1+#ppt_h/2"/>
                                          </p:val>
                                        </p:tav>
                                        <p:tav tm="100000">
                                          <p:val>
                                            <p:strVal val="#ppt_y"/>
                                          </p:val>
                                        </p:tav>
                                      </p:tavLst>
                                    </p:anim>
                                  </p:childTnLst>
                                </p:cTn>
                              </p:par>
                            </p:childTnLst>
                          </p:cTn>
                        </p:par>
                        <p:par>
                          <p:cTn id="36" fill="hold">
                            <p:stCondLst>
                              <p:cond delay="3000"/>
                            </p:stCondLst>
                            <p:childTnLst>
                              <p:par>
                                <p:cTn id="37" presetID="2" presetClass="entr" presetSubtype="2" accel="50000" decel="50000"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1+#ppt_w/2"/>
                                          </p:val>
                                        </p:tav>
                                        <p:tav tm="100000">
                                          <p:val>
                                            <p:strVal val="#ppt_x"/>
                                          </p:val>
                                        </p:tav>
                                      </p:tavLst>
                                    </p:anim>
                                    <p:anim calcmode="lin" valueType="num">
                                      <p:cBhvr additive="base">
                                        <p:cTn id="40" dur="500" fill="hold"/>
                                        <p:tgtEl>
                                          <p:spTgt spid="16"/>
                                        </p:tgtEl>
                                        <p:attrNameLst>
                                          <p:attrName>ppt_y</p:attrName>
                                        </p:attrNameLst>
                                      </p:cBhvr>
                                      <p:tavLst>
                                        <p:tav tm="0">
                                          <p:val>
                                            <p:strVal val="#ppt_y"/>
                                          </p:val>
                                        </p:tav>
                                        <p:tav tm="100000">
                                          <p:val>
                                            <p:strVal val="#ppt_y"/>
                                          </p:val>
                                        </p:tav>
                                      </p:tavLst>
                                    </p:anim>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93"/>
                                        </p:tgtEl>
                                        <p:attrNameLst>
                                          <p:attrName>style.visibility</p:attrName>
                                        </p:attrNameLst>
                                      </p:cBhvr>
                                      <p:to>
                                        <p:strVal val="visible"/>
                                      </p:to>
                                    </p:set>
                                    <p:anim calcmode="lin" valueType="num">
                                      <p:cBhvr>
                                        <p:cTn id="44" dur="500" fill="hold"/>
                                        <p:tgtEl>
                                          <p:spTgt spid="93"/>
                                        </p:tgtEl>
                                        <p:attrNameLst>
                                          <p:attrName>ppt_w</p:attrName>
                                        </p:attrNameLst>
                                      </p:cBhvr>
                                      <p:tavLst>
                                        <p:tav tm="0">
                                          <p:val>
                                            <p:fltVal val="0"/>
                                          </p:val>
                                        </p:tav>
                                        <p:tav tm="100000">
                                          <p:val>
                                            <p:strVal val="#ppt_w"/>
                                          </p:val>
                                        </p:tav>
                                      </p:tavLst>
                                    </p:anim>
                                    <p:anim calcmode="lin" valueType="num">
                                      <p:cBhvr>
                                        <p:cTn id="45" dur="500" fill="hold"/>
                                        <p:tgtEl>
                                          <p:spTgt spid="93"/>
                                        </p:tgtEl>
                                        <p:attrNameLst>
                                          <p:attrName>ppt_h</p:attrName>
                                        </p:attrNameLst>
                                      </p:cBhvr>
                                      <p:tavLst>
                                        <p:tav tm="0">
                                          <p:val>
                                            <p:fltVal val="0"/>
                                          </p:val>
                                        </p:tav>
                                        <p:tav tm="100000">
                                          <p:val>
                                            <p:strVal val="#ppt_h"/>
                                          </p:val>
                                        </p:tav>
                                      </p:tavLst>
                                    </p:anim>
                                    <p:animEffect transition="in" filter="fade">
                                      <p:cBhvr>
                                        <p:cTn id="46" dur="500"/>
                                        <p:tgtEl>
                                          <p:spTgt spid="93"/>
                                        </p:tgtEl>
                                      </p:cBhvr>
                                    </p:animEffect>
                                  </p:childTnLst>
                                </p:cTn>
                              </p:par>
                            </p:childTnLst>
                          </p:cTn>
                        </p:par>
                        <p:par>
                          <p:cTn id="47" fill="hold">
                            <p:stCondLst>
                              <p:cond delay="4000"/>
                            </p:stCondLst>
                            <p:childTnLst>
                              <p:par>
                                <p:cTn id="48" presetID="2" presetClass="entr" presetSubtype="1" accel="50000" decel="50000" fill="hold" grpId="0"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 fill="hold"/>
                                        <p:tgtEl>
                                          <p:spTgt spid="23"/>
                                        </p:tgtEl>
                                        <p:attrNameLst>
                                          <p:attrName>ppt_x</p:attrName>
                                        </p:attrNameLst>
                                      </p:cBhvr>
                                      <p:tavLst>
                                        <p:tav tm="0">
                                          <p:val>
                                            <p:strVal val="#ppt_x"/>
                                          </p:val>
                                        </p:tav>
                                        <p:tav tm="100000">
                                          <p:val>
                                            <p:strVal val="#ppt_x"/>
                                          </p:val>
                                        </p:tav>
                                      </p:tavLst>
                                    </p:anim>
                                    <p:anim calcmode="lin" valueType="num">
                                      <p:cBhvr additive="base">
                                        <p:cTn id="51" dur="500" fill="hold"/>
                                        <p:tgtEl>
                                          <p:spTgt spid="23"/>
                                        </p:tgtEl>
                                        <p:attrNameLst>
                                          <p:attrName>ppt_y</p:attrName>
                                        </p:attrNameLst>
                                      </p:cBhvr>
                                      <p:tavLst>
                                        <p:tav tm="0">
                                          <p:val>
                                            <p:strVal val="0-#ppt_h/2"/>
                                          </p:val>
                                        </p:tav>
                                        <p:tav tm="100000">
                                          <p:val>
                                            <p:strVal val="#ppt_y"/>
                                          </p:val>
                                        </p:tav>
                                      </p:tavLst>
                                    </p:anim>
                                  </p:childTnLst>
                                </p:cTn>
                              </p:par>
                            </p:childTnLst>
                          </p:cTn>
                        </p:par>
                        <p:par>
                          <p:cTn id="52" fill="hold">
                            <p:stCondLst>
                              <p:cond delay="4500"/>
                            </p:stCondLst>
                            <p:childTnLst>
                              <p:par>
                                <p:cTn id="53" presetID="2" presetClass="entr" presetSubtype="2" accel="50000" decel="50000" fill="hold" grpId="0" nodeType="after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1+#ppt_w/2"/>
                                          </p:val>
                                        </p:tav>
                                        <p:tav tm="100000">
                                          <p:val>
                                            <p:strVal val="#ppt_x"/>
                                          </p:val>
                                        </p:tav>
                                      </p:tavLst>
                                    </p:anim>
                                    <p:anim calcmode="lin" valueType="num">
                                      <p:cBhvr additive="base">
                                        <p:cTn id="56" dur="500" fill="hold"/>
                                        <p:tgtEl>
                                          <p:spTgt spid="17"/>
                                        </p:tgtEl>
                                        <p:attrNameLst>
                                          <p:attrName>ppt_y</p:attrName>
                                        </p:attrNameLst>
                                      </p:cBhvr>
                                      <p:tavLst>
                                        <p:tav tm="0">
                                          <p:val>
                                            <p:strVal val="#ppt_y"/>
                                          </p:val>
                                        </p:tav>
                                        <p:tav tm="100000">
                                          <p:val>
                                            <p:strVal val="#ppt_y"/>
                                          </p:val>
                                        </p:tav>
                                      </p:tavLst>
                                    </p:anim>
                                  </p:childTnLst>
                                </p:cTn>
                              </p:par>
                            </p:childTnLst>
                          </p:cTn>
                        </p:par>
                        <p:par>
                          <p:cTn id="57" fill="hold">
                            <p:stCondLst>
                              <p:cond delay="5000"/>
                            </p:stCondLst>
                            <p:childTnLst>
                              <p:par>
                                <p:cTn id="58" presetID="53" presetClass="entr" presetSubtype="0" fill="hold" grpId="0" nodeType="afterEffect">
                                  <p:stCondLst>
                                    <p:cond delay="0"/>
                                  </p:stCondLst>
                                  <p:childTnLst>
                                    <p:set>
                                      <p:cBhvr>
                                        <p:cTn id="59" dur="1" fill="hold">
                                          <p:stCondLst>
                                            <p:cond delay="0"/>
                                          </p:stCondLst>
                                        </p:cTn>
                                        <p:tgtEl>
                                          <p:spTgt spid="94"/>
                                        </p:tgtEl>
                                        <p:attrNameLst>
                                          <p:attrName>style.visibility</p:attrName>
                                        </p:attrNameLst>
                                      </p:cBhvr>
                                      <p:to>
                                        <p:strVal val="visible"/>
                                      </p:to>
                                    </p:set>
                                    <p:anim calcmode="lin" valueType="num">
                                      <p:cBhvr>
                                        <p:cTn id="60" dur="500" fill="hold"/>
                                        <p:tgtEl>
                                          <p:spTgt spid="94"/>
                                        </p:tgtEl>
                                        <p:attrNameLst>
                                          <p:attrName>ppt_w</p:attrName>
                                        </p:attrNameLst>
                                      </p:cBhvr>
                                      <p:tavLst>
                                        <p:tav tm="0">
                                          <p:val>
                                            <p:fltVal val="0"/>
                                          </p:val>
                                        </p:tav>
                                        <p:tav tm="100000">
                                          <p:val>
                                            <p:strVal val="#ppt_w"/>
                                          </p:val>
                                        </p:tav>
                                      </p:tavLst>
                                    </p:anim>
                                    <p:anim calcmode="lin" valueType="num">
                                      <p:cBhvr>
                                        <p:cTn id="61" dur="500" fill="hold"/>
                                        <p:tgtEl>
                                          <p:spTgt spid="94"/>
                                        </p:tgtEl>
                                        <p:attrNameLst>
                                          <p:attrName>ppt_h</p:attrName>
                                        </p:attrNameLst>
                                      </p:cBhvr>
                                      <p:tavLst>
                                        <p:tav tm="0">
                                          <p:val>
                                            <p:fltVal val="0"/>
                                          </p:val>
                                        </p:tav>
                                        <p:tav tm="100000">
                                          <p:val>
                                            <p:strVal val="#ppt_h"/>
                                          </p:val>
                                        </p:tav>
                                      </p:tavLst>
                                    </p:anim>
                                    <p:animEffect transition="in" filter="fade">
                                      <p:cBhvr>
                                        <p:cTn id="62" dur="500"/>
                                        <p:tgtEl>
                                          <p:spTgt spid="94"/>
                                        </p:tgtEl>
                                      </p:cBhvr>
                                    </p:animEffect>
                                  </p:childTnLst>
                                </p:cTn>
                              </p:par>
                            </p:childTnLst>
                          </p:cTn>
                        </p:par>
                        <p:par>
                          <p:cTn id="63" fill="hold">
                            <p:stCondLst>
                              <p:cond delay="5500"/>
                            </p:stCondLst>
                            <p:childTnLst>
                              <p:par>
                                <p:cTn id="64" presetID="2" presetClass="entr" presetSubtype="4" accel="50000" decel="50000" fill="hold" grpId="0" nodeType="afterEffect">
                                  <p:stCondLst>
                                    <p:cond delay="0"/>
                                  </p:stCondLst>
                                  <p:childTnLst>
                                    <p:set>
                                      <p:cBhvr>
                                        <p:cTn id="65" dur="1" fill="hold">
                                          <p:stCondLst>
                                            <p:cond delay="0"/>
                                          </p:stCondLst>
                                        </p:cTn>
                                        <p:tgtEl>
                                          <p:spTgt spid="24"/>
                                        </p:tgtEl>
                                        <p:attrNameLst>
                                          <p:attrName>style.visibility</p:attrName>
                                        </p:attrNameLst>
                                      </p:cBhvr>
                                      <p:to>
                                        <p:strVal val="visible"/>
                                      </p:to>
                                    </p:set>
                                    <p:anim calcmode="lin" valueType="num">
                                      <p:cBhvr additive="base">
                                        <p:cTn id="66" dur="500" fill="hold"/>
                                        <p:tgtEl>
                                          <p:spTgt spid="24"/>
                                        </p:tgtEl>
                                        <p:attrNameLst>
                                          <p:attrName>ppt_x</p:attrName>
                                        </p:attrNameLst>
                                      </p:cBhvr>
                                      <p:tavLst>
                                        <p:tav tm="0">
                                          <p:val>
                                            <p:strVal val="#ppt_x"/>
                                          </p:val>
                                        </p:tav>
                                        <p:tav tm="100000">
                                          <p:val>
                                            <p:strVal val="#ppt_x"/>
                                          </p:val>
                                        </p:tav>
                                      </p:tavLst>
                                    </p:anim>
                                    <p:anim calcmode="lin" valueType="num">
                                      <p:cBhvr additive="base">
                                        <p:cTn id="67" dur="500" fill="hold"/>
                                        <p:tgtEl>
                                          <p:spTgt spid="24"/>
                                        </p:tgtEl>
                                        <p:attrNameLst>
                                          <p:attrName>ppt_y</p:attrName>
                                        </p:attrNameLst>
                                      </p:cBhvr>
                                      <p:tavLst>
                                        <p:tav tm="0">
                                          <p:val>
                                            <p:strVal val="1+#ppt_h/2"/>
                                          </p:val>
                                        </p:tav>
                                        <p:tav tm="100000">
                                          <p:val>
                                            <p:strVal val="#ppt_y"/>
                                          </p:val>
                                        </p:tav>
                                      </p:tavLst>
                                    </p:anim>
                                  </p:childTnLst>
                                </p:cTn>
                              </p:par>
                            </p:childTnLst>
                          </p:cTn>
                        </p:par>
                        <p:par>
                          <p:cTn id="68" fill="hold">
                            <p:stCondLst>
                              <p:cond delay="6000"/>
                            </p:stCondLst>
                            <p:childTnLst>
                              <p:par>
                                <p:cTn id="69" presetID="2" presetClass="entr" presetSubtype="2" accel="50000" decel="50000" fill="hold" grpId="0" nodeType="after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500" fill="hold"/>
                                        <p:tgtEl>
                                          <p:spTgt spid="18"/>
                                        </p:tgtEl>
                                        <p:attrNameLst>
                                          <p:attrName>ppt_x</p:attrName>
                                        </p:attrNameLst>
                                      </p:cBhvr>
                                      <p:tavLst>
                                        <p:tav tm="0">
                                          <p:val>
                                            <p:strVal val="1+#ppt_w/2"/>
                                          </p:val>
                                        </p:tav>
                                        <p:tav tm="100000">
                                          <p:val>
                                            <p:strVal val="#ppt_x"/>
                                          </p:val>
                                        </p:tav>
                                      </p:tavLst>
                                    </p:anim>
                                    <p:anim calcmode="lin" valueType="num">
                                      <p:cBhvr additive="base">
                                        <p:cTn id="72" dur="500" fill="hold"/>
                                        <p:tgtEl>
                                          <p:spTgt spid="18"/>
                                        </p:tgtEl>
                                        <p:attrNameLst>
                                          <p:attrName>ppt_y</p:attrName>
                                        </p:attrNameLst>
                                      </p:cBhvr>
                                      <p:tavLst>
                                        <p:tav tm="0">
                                          <p:val>
                                            <p:strVal val="#ppt_y"/>
                                          </p:val>
                                        </p:tav>
                                        <p:tav tm="100000">
                                          <p:val>
                                            <p:strVal val="#ppt_y"/>
                                          </p:val>
                                        </p:tav>
                                      </p:tavLst>
                                    </p:anim>
                                  </p:childTnLst>
                                </p:cTn>
                              </p:par>
                            </p:childTnLst>
                          </p:cTn>
                        </p:par>
                        <p:par>
                          <p:cTn id="73" fill="hold">
                            <p:stCondLst>
                              <p:cond delay="6500"/>
                            </p:stCondLst>
                            <p:childTnLst>
                              <p:par>
                                <p:cTn id="74" presetID="53" presetClass="entr" presetSubtype="0" fill="hold" grpId="0" nodeType="afterEffect">
                                  <p:stCondLst>
                                    <p:cond delay="0"/>
                                  </p:stCondLst>
                                  <p:childTnLst>
                                    <p:set>
                                      <p:cBhvr>
                                        <p:cTn id="75" dur="1" fill="hold">
                                          <p:stCondLst>
                                            <p:cond delay="0"/>
                                          </p:stCondLst>
                                        </p:cTn>
                                        <p:tgtEl>
                                          <p:spTgt spid="19"/>
                                        </p:tgtEl>
                                        <p:attrNameLst>
                                          <p:attrName>style.visibility</p:attrName>
                                        </p:attrNameLst>
                                      </p:cBhvr>
                                      <p:to>
                                        <p:strVal val="visible"/>
                                      </p:to>
                                    </p:set>
                                    <p:anim calcmode="lin" valueType="num">
                                      <p:cBhvr>
                                        <p:cTn id="76" dur="500" fill="hold"/>
                                        <p:tgtEl>
                                          <p:spTgt spid="19"/>
                                        </p:tgtEl>
                                        <p:attrNameLst>
                                          <p:attrName>ppt_w</p:attrName>
                                        </p:attrNameLst>
                                      </p:cBhvr>
                                      <p:tavLst>
                                        <p:tav tm="0">
                                          <p:val>
                                            <p:fltVal val="0"/>
                                          </p:val>
                                        </p:tav>
                                        <p:tav tm="100000">
                                          <p:val>
                                            <p:strVal val="#ppt_w"/>
                                          </p:val>
                                        </p:tav>
                                      </p:tavLst>
                                    </p:anim>
                                    <p:anim calcmode="lin" valueType="num">
                                      <p:cBhvr>
                                        <p:cTn id="77" dur="500" fill="hold"/>
                                        <p:tgtEl>
                                          <p:spTgt spid="19"/>
                                        </p:tgtEl>
                                        <p:attrNameLst>
                                          <p:attrName>ppt_h</p:attrName>
                                        </p:attrNameLst>
                                      </p:cBhvr>
                                      <p:tavLst>
                                        <p:tav tm="0">
                                          <p:val>
                                            <p:fltVal val="0"/>
                                          </p:val>
                                        </p:tav>
                                        <p:tav tm="100000">
                                          <p:val>
                                            <p:strVal val="#ppt_h"/>
                                          </p:val>
                                        </p:tav>
                                      </p:tavLst>
                                    </p:anim>
                                    <p:animEffect transition="in" filter="fade">
                                      <p:cBhvr>
                                        <p:cTn id="78" dur="500"/>
                                        <p:tgtEl>
                                          <p:spTgt spid="19"/>
                                        </p:tgtEl>
                                      </p:cBhvr>
                                    </p:animEffect>
                                  </p:childTnLst>
                                </p:cTn>
                              </p:par>
                            </p:childTnLst>
                          </p:cTn>
                        </p:par>
                        <p:par>
                          <p:cTn id="79" fill="hold">
                            <p:stCondLst>
                              <p:cond delay="7000"/>
                            </p:stCondLst>
                            <p:childTnLst>
                              <p:par>
                                <p:cTn id="80" presetID="2" presetClass="entr" presetSubtype="1" accel="50000" decel="50000" fill="hold" grpId="0" nodeType="after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 fill="hold"/>
                                        <p:tgtEl>
                                          <p:spTgt spid="25"/>
                                        </p:tgtEl>
                                        <p:attrNameLst>
                                          <p:attrName>ppt_x</p:attrName>
                                        </p:attrNameLst>
                                      </p:cBhvr>
                                      <p:tavLst>
                                        <p:tav tm="0">
                                          <p:val>
                                            <p:strVal val="#ppt_x"/>
                                          </p:val>
                                        </p:tav>
                                        <p:tav tm="100000">
                                          <p:val>
                                            <p:strVal val="#ppt_x"/>
                                          </p:val>
                                        </p:tav>
                                      </p:tavLst>
                                    </p:anim>
                                    <p:anim calcmode="lin" valueType="num">
                                      <p:cBhvr additive="base">
                                        <p:cTn id="83" dur="500" fill="hold"/>
                                        <p:tgtEl>
                                          <p:spTgt spid="2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124" grpId="0" animBg="1"/>
      <p:bldP spid="2125" grpId="0" animBg="1"/>
      <p:bldP spid="92" grpId="0"/>
      <p:bldP spid="95" grpId="0"/>
      <p:bldP spid="16" grpId="0" animBg="1"/>
      <p:bldP spid="93" grpId="0"/>
      <p:bldP spid="94" grpId="0"/>
      <p:bldP spid="19" grpId="0"/>
      <p:bldP spid="21" grpId="0"/>
      <p:bldP spid="22" grpId="0"/>
      <p:bldP spid="23" grpId="0"/>
      <p:bldP spid="24" grpId="0"/>
      <p:bldP spid="25"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6" name="Freeform 78"/>
          <p:cNvSpPr>
            <a:spLocks/>
          </p:cNvSpPr>
          <p:nvPr/>
        </p:nvSpPr>
        <p:spPr bwMode="auto">
          <a:xfrm rot="19278684">
            <a:off x="3492444" y="3164840"/>
            <a:ext cx="1328920" cy="1327686"/>
          </a:xfrm>
          <a:custGeom>
            <a:avLst/>
            <a:gdLst/>
            <a:ahLst/>
            <a:cxnLst>
              <a:cxn ang="0">
                <a:pos x="399" y="216"/>
              </a:cxn>
              <a:cxn ang="0">
                <a:pos x="472" y="181"/>
              </a:cxn>
              <a:cxn ang="0">
                <a:pos x="433" y="88"/>
              </a:cxn>
              <a:cxn ang="0">
                <a:pos x="601" y="88"/>
              </a:cxn>
              <a:cxn ang="0">
                <a:pos x="563" y="181"/>
              </a:cxn>
              <a:cxn ang="0">
                <a:pos x="636" y="216"/>
              </a:cxn>
              <a:cxn ang="0">
                <a:pos x="819" y="216"/>
              </a:cxn>
              <a:cxn ang="0">
                <a:pos x="819" y="399"/>
              </a:cxn>
              <a:cxn ang="0">
                <a:pos x="784" y="472"/>
              </a:cxn>
              <a:cxn ang="0">
                <a:pos x="691" y="434"/>
              </a:cxn>
              <a:cxn ang="0">
                <a:pos x="691" y="602"/>
              </a:cxn>
              <a:cxn ang="0">
                <a:pos x="784" y="563"/>
              </a:cxn>
              <a:cxn ang="0">
                <a:pos x="819" y="636"/>
              </a:cxn>
              <a:cxn ang="0">
                <a:pos x="819" y="819"/>
              </a:cxn>
              <a:cxn ang="0">
                <a:pos x="636" y="819"/>
              </a:cxn>
              <a:cxn ang="0">
                <a:pos x="563" y="784"/>
              </a:cxn>
              <a:cxn ang="0">
                <a:pos x="601" y="691"/>
              </a:cxn>
              <a:cxn ang="0">
                <a:pos x="433" y="691"/>
              </a:cxn>
              <a:cxn ang="0">
                <a:pos x="472" y="784"/>
              </a:cxn>
              <a:cxn ang="0">
                <a:pos x="399" y="819"/>
              </a:cxn>
              <a:cxn ang="0">
                <a:pos x="216" y="819"/>
              </a:cxn>
              <a:cxn ang="0">
                <a:pos x="216" y="636"/>
              </a:cxn>
              <a:cxn ang="0">
                <a:pos x="180" y="563"/>
              </a:cxn>
              <a:cxn ang="0">
                <a:pos x="88" y="602"/>
              </a:cxn>
              <a:cxn ang="0">
                <a:pos x="88" y="434"/>
              </a:cxn>
              <a:cxn ang="0">
                <a:pos x="180" y="472"/>
              </a:cxn>
              <a:cxn ang="0">
                <a:pos x="216" y="399"/>
              </a:cxn>
              <a:cxn ang="0">
                <a:pos x="216" y="216"/>
              </a:cxn>
              <a:cxn ang="0">
                <a:pos x="399" y="216"/>
              </a:cxn>
            </a:cxnLst>
            <a:rect l="0" t="0" r="r" b="b"/>
            <a:pathLst>
              <a:path w="819" h="819">
                <a:moveTo>
                  <a:pt x="399" y="216"/>
                </a:moveTo>
                <a:cubicBezTo>
                  <a:pt x="465" y="216"/>
                  <a:pt x="480" y="200"/>
                  <a:pt x="472" y="181"/>
                </a:cubicBezTo>
                <a:cubicBezTo>
                  <a:pt x="455" y="144"/>
                  <a:pt x="425" y="139"/>
                  <a:pt x="433" y="88"/>
                </a:cubicBezTo>
                <a:cubicBezTo>
                  <a:pt x="447" y="0"/>
                  <a:pt x="588" y="0"/>
                  <a:pt x="601" y="88"/>
                </a:cubicBezTo>
                <a:cubicBezTo>
                  <a:pt x="609" y="139"/>
                  <a:pt x="580" y="144"/>
                  <a:pt x="563" y="181"/>
                </a:cubicBezTo>
                <a:cubicBezTo>
                  <a:pt x="554" y="200"/>
                  <a:pt x="570" y="216"/>
                  <a:pt x="636" y="216"/>
                </a:cubicBezTo>
                <a:cubicBezTo>
                  <a:pt x="819" y="216"/>
                  <a:pt x="819" y="216"/>
                  <a:pt x="819" y="216"/>
                </a:cubicBezTo>
                <a:cubicBezTo>
                  <a:pt x="819" y="399"/>
                  <a:pt x="819" y="399"/>
                  <a:pt x="819" y="399"/>
                </a:cubicBezTo>
                <a:cubicBezTo>
                  <a:pt x="819" y="465"/>
                  <a:pt x="803" y="481"/>
                  <a:pt x="784" y="472"/>
                </a:cubicBezTo>
                <a:cubicBezTo>
                  <a:pt x="747" y="455"/>
                  <a:pt x="742" y="426"/>
                  <a:pt x="691" y="434"/>
                </a:cubicBezTo>
                <a:cubicBezTo>
                  <a:pt x="603" y="447"/>
                  <a:pt x="603" y="588"/>
                  <a:pt x="691" y="602"/>
                </a:cubicBezTo>
                <a:cubicBezTo>
                  <a:pt x="742" y="610"/>
                  <a:pt x="747" y="580"/>
                  <a:pt x="784" y="563"/>
                </a:cubicBezTo>
                <a:cubicBezTo>
                  <a:pt x="803" y="555"/>
                  <a:pt x="819" y="570"/>
                  <a:pt x="819" y="636"/>
                </a:cubicBezTo>
                <a:cubicBezTo>
                  <a:pt x="819" y="819"/>
                  <a:pt x="819" y="819"/>
                  <a:pt x="819" y="819"/>
                </a:cubicBezTo>
                <a:cubicBezTo>
                  <a:pt x="636" y="819"/>
                  <a:pt x="636" y="819"/>
                  <a:pt x="636" y="819"/>
                </a:cubicBezTo>
                <a:cubicBezTo>
                  <a:pt x="570" y="819"/>
                  <a:pt x="554" y="803"/>
                  <a:pt x="563" y="784"/>
                </a:cubicBezTo>
                <a:cubicBezTo>
                  <a:pt x="580" y="747"/>
                  <a:pt x="609" y="743"/>
                  <a:pt x="601" y="691"/>
                </a:cubicBezTo>
                <a:cubicBezTo>
                  <a:pt x="588" y="603"/>
                  <a:pt x="447" y="603"/>
                  <a:pt x="433" y="691"/>
                </a:cubicBezTo>
                <a:cubicBezTo>
                  <a:pt x="425" y="743"/>
                  <a:pt x="455" y="747"/>
                  <a:pt x="472" y="784"/>
                </a:cubicBezTo>
                <a:cubicBezTo>
                  <a:pt x="480" y="803"/>
                  <a:pt x="465" y="819"/>
                  <a:pt x="399" y="819"/>
                </a:cubicBezTo>
                <a:cubicBezTo>
                  <a:pt x="216" y="819"/>
                  <a:pt x="216" y="819"/>
                  <a:pt x="216" y="819"/>
                </a:cubicBezTo>
                <a:cubicBezTo>
                  <a:pt x="216" y="636"/>
                  <a:pt x="216" y="636"/>
                  <a:pt x="216" y="636"/>
                </a:cubicBezTo>
                <a:cubicBezTo>
                  <a:pt x="216" y="570"/>
                  <a:pt x="200" y="555"/>
                  <a:pt x="180" y="563"/>
                </a:cubicBezTo>
                <a:cubicBezTo>
                  <a:pt x="144" y="580"/>
                  <a:pt x="139" y="610"/>
                  <a:pt x="88" y="602"/>
                </a:cubicBezTo>
                <a:cubicBezTo>
                  <a:pt x="0" y="588"/>
                  <a:pt x="0" y="447"/>
                  <a:pt x="88" y="434"/>
                </a:cubicBezTo>
                <a:cubicBezTo>
                  <a:pt x="139" y="426"/>
                  <a:pt x="144" y="455"/>
                  <a:pt x="180" y="472"/>
                </a:cubicBezTo>
                <a:cubicBezTo>
                  <a:pt x="200" y="481"/>
                  <a:pt x="216" y="465"/>
                  <a:pt x="216" y="399"/>
                </a:cubicBezTo>
                <a:cubicBezTo>
                  <a:pt x="216" y="216"/>
                  <a:pt x="216" y="216"/>
                  <a:pt x="216" y="216"/>
                </a:cubicBezTo>
                <a:lnTo>
                  <a:pt x="399" y="21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4" name="Freeform 76"/>
          <p:cNvSpPr>
            <a:spLocks/>
          </p:cNvSpPr>
          <p:nvPr/>
        </p:nvSpPr>
        <p:spPr bwMode="auto">
          <a:xfrm rot="19278684">
            <a:off x="4202863" y="1322932"/>
            <a:ext cx="1328920" cy="1327686"/>
          </a:xfrm>
          <a:custGeom>
            <a:avLst/>
            <a:gdLst/>
            <a:ahLst/>
            <a:cxnLst>
              <a:cxn ang="0">
                <a:pos x="183" y="603"/>
              </a:cxn>
              <a:cxn ang="0">
                <a:pos x="256" y="638"/>
              </a:cxn>
              <a:cxn ang="0">
                <a:pos x="218" y="731"/>
              </a:cxn>
              <a:cxn ang="0">
                <a:pos x="386" y="731"/>
              </a:cxn>
              <a:cxn ang="0">
                <a:pos x="347" y="638"/>
              </a:cxn>
              <a:cxn ang="0">
                <a:pos x="420" y="603"/>
              </a:cxn>
              <a:cxn ang="0">
                <a:pos x="603" y="603"/>
              </a:cxn>
              <a:cxn ang="0">
                <a:pos x="603" y="420"/>
              </a:cxn>
              <a:cxn ang="0">
                <a:pos x="639" y="347"/>
              </a:cxn>
              <a:cxn ang="0">
                <a:pos x="731" y="385"/>
              </a:cxn>
              <a:cxn ang="0">
                <a:pos x="731" y="217"/>
              </a:cxn>
              <a:cxn ang="0">
                <a:pos x="639" y="256"/>
              </a:cxn>
              <a:cxn ang="0">
                <a:pos x="603" y="183"/>
              </a:cxn>
              <a:cxn ang="0">
                <a:pos x="603" y="0"/>
              </a:cxn>
              <a:cxn ang="0">
                <a:pos x="420" y="0"/>
              </a:cxn>
              <a:cxn ang="0">
                <a:pos x="347" y="35"/>
              </a:cxn>
              <a:cxn ang="0">
                <a:pos x="386" y="128"/>
              </a:cxn>
              <a:cxn ang="0">
                <a:pos x="218" y="128"/>
              </a:cxn>
              <a:cxn ang="0">
                <a:pos x="256" y="35"/>
              </a:cxn>
              <a:cxn ang="0">
                <a:pos x="183" y="0"/>
              </a:cxn>
              <a:cxn ang="0">
                <a:pos x="0" y="0"/>
              </a:cxn>
              <a:cxn ang="0">
                <a:pos x="0" y="183"/>
              </a:cxn>
              <a:cxn ang="0">
                <a:pos x="35" y="256"/>
              </a:cxn>
              <a:cxn ang="0">
                <a:pos x="128" y="217"/>
              </a:cxn>
              <a:cxn ang="0">
                <a:pos x="128" y="385"/>
              </a:cxn>
              <a:cxn ang="0">
                <a:pos x="35" y="347"/>
              </a:cxn>
              <a:cxn ang="0">
                <a:pos x="0" y="420"/>
              </a:cxn>
              <a:cxn ang="0">
                <a:pos x="0" y="603"/>
              </a:cxn>
              <a:cxn ang="0">
                <a:pos x="183" y="603"/>
              </a:cxn>
            </a:cxnLst>
            <a:rect l="0" t="0" r="r" b="b"/>
            <a:pathLst>
              <a:path w="819" h="819">
                <a:moveTo>
                  <a:pt x="183" y="603"/>
                </a:moveTo>
                <a:cubicBezTo>
                  <a:pt x="249" y="603"/>
                  <a:pt x="265" y="619"/>
                  <a:pt x="256" y="638"/>
                </a:cubicBezTo>
                <a:cubicBezTo>
                  <a:pt x="239" y="675"/>
                  <a:pt x="210" y="680"/>
                  <a:pt x="218" y="731"/>
                </a:cubicBezTo>
                <a:cubicBezTo>
                  <a:pt x="231" y="819"/>
                  <a:pt x="372" y="819"/>
                  <a:pt x="386" y="731"/>
                </a:cubicBezTo>
                <a:cubicBezTo>
                  <a:pt x="394" y="680"/>
                  <a:pt x="364" y="675"/>
                  <a:pt x="347" y="638"/>
                </a:cubicBezTo>
                <a:cubicBezTo>
                  <a:pt x="339" y="619"/>
                  <a:pt x="354" y="603"/>
                  <a:pt x="420" y="603"/>
                </a:cubicBezTo>
                <a:cubicBezTo>
                  <a:pt x="603" y="603"/>
                  <a:pt x="603" y="603"/>
                  <a:pt x="603" y="603"/>
                </a:cubicBezTo>
                <a:cubicBezTo>
                  <a:pt x="603" y="420"/>
                  <a:pt x="603" y="420"/>
                  <a:pt x="603" y="420"/>
                </a:cubicBezTo>
                <a:cubicBezTo>
                  <a:pt x="603" y="354"/>
                  <a:pt x="619" y="338"/>
                  <a:pt x="639" y="347"/>
                </a:cubicBezTo>
                <a:cubicBezTo>
                  <a:pt x="675" y="364"/>
                  <a:pt x="680" y="393"/>
                  <a:pt x="731" y="385"/>
                </a:cubicBezTo>
                <a:cubicBezTo>
                  <a:pt x="819" y="372"/>
                  <a:pt x="819" y="231"/>
                  <a:pt x="731" y="217"/>
                </a:cubicBezTo>
                <a:cubicBezTo>
                  <a:pt x="680" y="209"/>
                  <a:pt x="675" y="239"/>
                  <a:pt x="639" y="256"/>
                </a:cubicBezTo>
                <a:cubicBezTo>
                  <a:pt x="619" y="264"/>
                  <a:pt x="603" y="249"/>
                  <a:pt x="603" y="183"/>
                </a:cubicBezTo>
                <a:cubicBezTo>
                  <a:pt x="603" y="0"/>
                  <a:pt x="603" y="0"/>
                  <a:pt x="603" y="0"/>
                </a:cubicBezTo>
                <a:cubicBezTo>
                  <a:pt x="420" y="0"/>
                  <a:pt x="420" y="0"/>
                  <a:pt x="420" y="0"/>
                </a:cubicBezTo>
                <a:cubicBezTo>
                  <a:pt x="354" y="0"/>
                  <a:pt x="339" y="16"/>
                  <a:pt x="347" y="35"/>
                </a:cubicBezTo>
                <a:cubicBezTo>
                  <a:pt x="364" y="72"/>
                  <a:pt x="394" y="76"/>
                  <a:pt x="386" y="128"/>
                </a:cubicBezTo>
                <a:cubicBezTo>
                  <a:pt x="372" y="216"/>
                  <a:pt x="231" y="216"/>
                  <a:pt x="218" y="128"/>
                </a:cubicBezTo>
                <a:cubicBezTo>
                  <a:pt x="210" y="76"/>
                  <a:pt x="239" y="72"/>
                  <a:pt x="256" y="35"/>
                </a:cubicBezTo>
                <a:cubicBezTo>
                  <a:pt x="265" y="16"/>
                  <a:pt x="249" y="0"/>
                  <a:pt x="183" y="0"/>
                </a:cubicBezTo>
                <a:cubicBezTo>
                  <a:pt x="0" y="0"/>
                  <a:pt x="0" y="0"/>
                  <a:pt x="0" y="0"/>
                </a:cubicBezTo>
                <a:cubicBezTo>
                  <a:pt x="0" y="183"/>
                  <a:pt x="0" y="183"/>
                  <a:pt x="0" y="183"/>
                </a:cubicBezTo>
                <a:cubicBezTo>
                  <a:pt x="0" y="249"/>
                  <a:pt x="16" y="264"/>
                  <a:pt x="35" y="256"/>
                </a:cubicBezTo>
                <a:cubicBezTo>
                  <a:pt x="72" y="239"/>
                  <a:pt x="77" y="209"/>
                  <a:pt x="128" y="217"/>
                </a:cubicBezTo>
                <a:cubicBezTo>
                  <a:pt x="216" y="231"/>
                  <a:pt x="216" y="372"/>
                  <a:pt x="128" y="385"/>
                </a:cubicBezTo>
                <a:cubicBezTo>
                  <a:pt x="77" y="393"/>
                  <a:pt x="72" y="364"/>
                  <a:pt x="35" y="347"/>
                </a:cubicBezTo>
                <a:cubicBezTo>
                  <a:pt x="16" y="338"/>
                  <a:pt x="0" y="354"/>
                  <a:pt x="0" y="420"/>
                </a:cubicBezTo>
                <a:cubicBezTo>
                  <a:pt x="0" y="603"/>
                  <a:pt x="0" y="603"/>
                  <a:pt x="0" y="603"/>
                </a:cubicBezTo>
                <a:lnTo>
                  <a:pt x="183" y="60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5" name="Freeform 77"/>
          <p:cNvSpPr>
            <a:spLocks/>
          </p:cNvSpPr>
          <p:nvPr/>
        </p:nvSpPr>
        <p:spPr bwMode="auto">
          <a:xfrm rot="19278684">
            <a:off x="2909141" y="1909608"/>
            <a:ext cx="1328920" cy="1327686"/>
          </a:xfrm>
          <a:custGeom>
            <a:avLst/>
            <a:gdLst/>
            <a:ahLst/>
            <a:cxnLst>
              <a:cxn ang="0">
                <a:pos x="183" y="216"/>
              </a:cxn>
              <a:cxn ang="0">
                <a:pos x="256" y="180"/>
              </a:cxn>
              <a:cxn ang="0">
                <a:pos x="217" y="88"/>
              </a:cxn>
              <a:cxn ang="0">
                <a:pos x="385" y="88"/>
              </a:cxn>
              <a:cxn ang="0">
                <a:pos x="347" y="180"/>
              </a:cxn>
              <a:cxn ang="0">
                <a:pos x="420" y="216"/>
              </a:cxn>
              <a:cxn ang="0">
                <a:pos x="603" y="216"/>
              </a:cxn>
              <a:cxn ang="0">
                <a:pos x="603" y="399"/>
              </a:cxn>
              <a:cxn ang="0">
                <a:pos x="638" y="472"/>
              </a:cxn>
              <a:cxn ang="0">
                <a:pos x="731" y="433"/>
              </a:cxn>
              <a:cxn ang="0">
                <a:pos x="731" y="601"/>
              </a:cxn>
              <a:cxn ang="0">
                <a:pos x="638" y="563"/>
              </a:cxn>
              <a:cxn ang="0">
                <a:pos x="603" y="636"/>
              </a:cxn>
              <a:cxn ang="0">
                <a:pos x="603" y="819"/>
              </a:cxn>
              <a:cxn ang="0">
                <a:pos x="420" y="819"/>
              </a:cxn>
              <a:cxn ang="0">
                <a:pos x="347" y="784"/>
              </a:cxn>
              <a:cxn ang="0">
                <a:pos x="385" y="691"/>
              </a:cxn>
              <a:cxn ang="0">
                <a:pos x="217" y="691"/>
              </a:cxn>
              <a:cxn ang="0">
                <a:pos x="256" y="784"/>
              </a:cxn>
              <a:cxn ang="0">
                <a:pos x="183" y="819"/>
              </a:cxn>
              <a:cxn ang="0">
                <a:pos x="0" y="819"/>
              </a:cxn>
              <a:cxn ang="0">
                <a:pos x="0" y="636"/>
              </a:cxn>
              <a:cxn ang="0">
                <a:pos x="35" y="563"/>
              </a:cxn>
              <a:cxn ang="0">
                <a:pos x="128" y="601"/>
              </a:cxn>
              <a:cxn ang="0">
                <a:pos x="128" y="433"/>
              </a:cxn>
              <a:cxn ang="0">
                <a:pos x="35" y="472"/>
              </a:cxn>
              <a:cxn ang="0">
                <a:pos x="0" y="399"/>
              </a:cxn>
              <a:cxn ang="0">
                <a:pos x="0" y="216"/>
              </a:cxn>
              <a:cxn ang="0">
                <a:pos x="183" y="216"/>
              </a:cxn>
            </a:cxnLst>
            <a:rect l="0" t="0" r="r" b="b"/>
            <a:pathLst>
              <a:path w="819" h="819">
                <a:moveTo>
                  <a:pt x="183" y="216"/>
                </a:moveTo>
                <a:cubicBezTo>
                  <a:pt x="249" y="216"/>
                  <a:pt x="264" y="200"/>
                  <a:pt x="256" y="180"/>
                </a:cubicBezTo>
                <a:cubicBezTo>
                  <a:pt x="239" y="144"/>
                  <a:pt x="209" y="139"/>
                  <a:pt x="217" y="88"/>
                </a:cubicBezTo>
                <a:cubicBezTo>
                  <a:pt x="231" y="0"/>
                  <a:pt x="372" y="0"/>
                  <a:pt x="385" y="88"/>
                </a:cubicBezTo>
                <a:cubicBezTo>
                  <a:pt x="393" y="139"/>
                  <a:pt x="364" y="144"/>
                  <a:pt x="347" y="180"/>
                </a:cubicBezTo>
                <a:cubicBezTo>
                  <a:pt x="338" y="200"/>
                  <a:pt x="354" y="216"/>
                  <a:pt x="420" y="216"/>
                </a:cubicBezTo>
                <a:cubicBezTo>
                  <a:pt x="603" y="216"/>
                  <a:pt x="603" y="216"/>
                  <a:pt x="603" y="216"/>
                </a:cubicBezTo>
                <a:cubicBezTo>
                  <a:pt x="603" y="399"/>
                  <a:pt x="603" y="399"/>
                  <a:pt x="603" y="399"/>
                </a:cubicBezTo>
                <a:cubicBezTo>
                  <a:pt x="603" y="465"/>
                  <a:pt x="619" y="480"/>
                  <a:pt x="638" y="472"/>
                </a:cubicBezTo>
                <a:cubicBezTo>
                  <a:pt x="675" y="455"/>
                  <a:pt x="680" y="425"/>
                  <a:pt x="731" y="433"/>
                </a:cubicBezTo>
                <a:cubicBezTo>
                  <a:pt x="819" y="447"/>
                  <a:pt x="819" y="588"/>
                  <a:pt x="731" y="601"/>
                </a:cubicBezTo>
                <a:cubicBezTo>
                  <a:pt x="680" y="609"/>
                  <a:pt x="675" y="580"/>
                  <a:pt x="638" y="563"/>
                </a:cubicBezTo>
                <a:cubicBezTo>
                  <a:pt x="619" y="554"/>
                  <a:pt x="603" y="570"/>
                  <a:pt x="603" y="636"/>
                </a:cubicBezTo>
                <a:cubicBezTo>
                  <a:pt x="603" y="819"/>
                  <a:pt x="603" y="819"/>
                  <a:pt x="603" y="819"/>
                </a:cubicBezTo>
                <a:cubicBezTo>
                  <a:pt x="420" y="819"/>
                  <a:pt x="420" y="819"/>
                  <a:pt x="420" y="819"/>
                </a:cubicBezTo>
                <a:cubicBezTo>
                  <a:pt x="354" y="819"/>
                  <a:pt x="338" y="803"/>
                  <a:pt x="347" y="784"/>
                </a:cubicBezTo>
                <a:cubicBezTo>
                  <a:pt x="364" y="747"/>
                  <a:pt x="393" y="742"/>
                  <a:pt x="385" y="691"/>
                </a:cubicBezTo>
                <a:cubicBezTo>
                  <a:pt x="372" y="603"/>
                  <a:pt x="231" y="603"/>
                  <a:pt x="217" y="691"/>
                </a:cubicBezTo>
                <a:cubicBezTo>
                  <a:pt x="209" y="742"/>
                  <a:pt x="239" y="747"/>
                  <a:pt x="256" y="784"/>
                </a:cubicBezTo>
                <a:cubicBezTo>
                  <a:pt x="264" y="803"/>
                  <a:pt x="249" y="819"/>
                  <a:pt x="183" y="819"/>
                </a:cubicBezTo>
                <a:cubicBezTo>
                  <a:pt x="0" y="819"/>
                  <a:pt x="0" y="819"/>
                  <a:pt x="0" y="819"/>
                </a:cubicBezTo>
                <a:cubicBezTo>
                  <a:pt x="0" y="636"/>
                  <a:pt x="0" y="636"/>
                  <a:pt x="0" y="636"/>
                </a:cubicBezTo>
                <a:cubicBezTo>
                  <a:pt x="0" y="570"/>
                  <a:pt x="16" y="554"/>
                  <a:pt x="35" y="563"/>
                </a:cubicBezTo>
                <a:cubicBezTo>
                  <a:pt x="72" y="580"/>
                  <a:pt x="76" y="609"/>
                  <a:pt x="128" y="601"/>
                </a:cubicBezTo>
                <a:cubicBezTo>
                  <a:pt x="216" y="588"/>
                  <a:pt x="216" y="447"/>
                  <a:pt x="128" y="433"/>
                </a:cubicBezTo>
                <a:cubicBezTo>
                  <a:pt x="76" y="425"/>
                  <a:pt x="72" y="455"/>
                  <a:pt x="35" y="472"/>
                </a:cubicBezTo>
                <a:cubicBezTo>
                  <a:pt x="16" y="480"/>
                  <a:pt x="0" y="465"/>
                  <a:pt x="0" y="399"/>
                </a:cubicBezTo>
                <a:cubicBezTo>
                  <a:pt x="0" y="216"/>
                  <a:pt x="0" y="216"/>
                  <a:pt x="0" y="216"/>
                </a:cubicBezTo>
                <a:lnTo>
                  <a:pt x="183" y="21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7" name="Freeform 79"/>
          <p:cNvSpPr>
            <a:spLocks/>
          </p:cNvSpPr>
          <p:nvPr/>
        </p:nvSpPr>
        <p:spPr bwMode="auto">
          <a:xfrm rot="19278684">
            <a:off x="4811248" y="2588390"/>
            <a:ext cx="1328920" cy="1328920"/>
          </a:xfrm>
          <a:custGeom>
            <a:avLst/>
            <a:gdLst/>
            <a:ahLst/>
            <a:cxnLst>
              <a:cxn ang="0">
                <a:pos x="216" y="420"/>
              </a:cxn>
              <a:cxn ang="0">
                <a:pos x="181" y="347"/>
              </a:cxn>
              <a:cxn ang="0">
                <a:pos x="88" y="386"/>
              </a:cxn>
              <a:cxn ang="0">
                <a:pos x="88" y="218"/>
              </a:cxn>
              <a:cxn ang="0">
                <a:pos x="181" y="256"/>
              </a:cxn>
              <a:cxn ang="0">
                <a:pos x="216" y="183"/>
              </a:cxn>
              <a:cxn ang="0">
                <a:pos x="216" y="0"/>
              </a:cxn>
              <a:cxn ang="0">
                <a:pos x="399" y="0"/>
              </a:cxn>
              <a:cxn ang="0">
                <a:pos x="472" y="35"/>
              </a:cxn>
              <a:cxn ang="0">
                <a:pos x="434" y="128"/>
              </a:cxn>
              <a:cxn ang="0">
                <a:pos x="602" y="128"/>
              </a:cxn>
              <a:cxn ang="0">
                <a:pos x="563" y="35"/>
              </a:cxn>
              <a:cxn ang="0">
                <a:pos x="636" y="0"/>
              </a:cxn>
              <a:cxn ang="0">
                <a:pos x="819" y="0"/>
              </a:cxn>
              <a:cxn ang="0">
                <a:pos x="819" y="183"/>
              </a:cxn>
              <a:cxn ang="0">
                <a:pos x="784" y="256"/>
              </a:cxn>
              <a:cxn ang="0">
                <a:pos x="691" y="218"/>
              </a:cxn>
              <a:cxn ang="0">
                <a:pos x="691" y="386"/>
              </a:cxn>
              <a:cxn ang="0">
                <a:pos x="784" y="347"/>
              </a:cxn>
              <a:cxn ang="0">
                <a:pos x="819" y="420"/>
              </a:cxn>
              <a:cxn ang="0">
                <a:pos x="819" y="603"/>
              </a:cxn>
              <a:cxn ang="0">
                <a:pos x="636" y="603"/>
              </a:cxn>
              <a:cxn ang="0">
                <a:pos x="563" y="639"/>
              </a:cxn>
              <a:cxn ang="0">
                <a:pos x="602" y="731"/>
              </a:cxn>
              <a:cxn ang="0">
                <a:pos x="434" y="731"/>
              </a:cxn>
              <a:cxn ang="0">
                <a:pos x="472" y="639"/>
              </a:cxn>
              <a:cxn ang="0">
                <a:pos x="399" y="603"/>
              </a:cxn>
              <a:cxn ang="0">
                <a:pos x="216" y="603"/>
              </a:cxn>
              <a:cxn ang="0">
                <a:pos x="216" y="420"/>
              </a:cxn>
            </a:cxnLst>
            <a:rect l="0" t="0" r="r" b="b"/>
            <a:pathLst>
              <a:path w="819" h="819">
                <a:moveTo>
                  <a:pt x="216" y="420"/>
                </a:moveTo>
                <a:cubicBezTo>
                  <a:pt x="216" y="354"/>
                  <a:pt x="200" y="339"/>
                  <a:pt x="181" y="347"/>
                </a:cubicBezTo>
                <a:cubicBezTo>
                  <a:pt x="144" y="364"/>
                  <a:pt x="139" y="394"/>
                  <a:pt x="88" y="386"/>
                </a:cubicBezTo>
                <a:cubicBezTo>
                  <a:pt x="0" y="372"/>
                  <a:pt x="0" y="231"/>
                  <a:pt x="88" y="218"/>
                </a:cubicBezTo>
                <a:cubicBezTo>
                  <a:pt x="139" y="210"/>
                  <a:pt x="144" y="239"/>
                  <a:pt x="181" y="256"/>
                </a:cubicBezTo>
                <a:cubicBezTo>
                  <a:pt x="200" y="265"/>
                  <a:pt x="216" y="249"/>
                  <a:pt x="216" y="183"/>
                </a:cubicBezTo>
                <a:cubicBezTo>
                  <a:pt x="216" y="0"/>
                  <a:pt x="216" y="0"/>
                  <a:pt x="216" y="0"/>
                </a:cubicBezTo>
                <a:cubicBezTo>
                  <a:pt x="399" y="0"/>
                  <a:pt x="399" y="0"/>
                  <a:pt x="399" y="0"/>
                </a:cubicBezTo>
                <a:cubicBezTo>
                  <a:pt x="465" y="0"/>
                  <a:pt x="481" y="16"/>
                  <a:pt x="472" y="35"/>
                </a:cubicBezTo>
                <a:cubicBezTo>
                  <a:pt x="455" y="72"/>
                  <a:pt x="426" y="77"/>
                  <a:pt x="434" y="128"/>
                </a:cubicBezTo>
                <a:cubicBezTo>
                  <a:pt x="447" y="216"/>
                  <a:pt x="588" y="216"/>
                  <a:pt x="602" y="128"/>
                </a:cubicBezTo>
                <a:cubicBezTo>
                  <a:pt x="610" y="77"/>
                  <a:pt x="580" y="72"/>
                  <a:pt x="563" y="35"/>
                </a:cubicBezTo>
                <a:cubicBezTo>
                  <a:pt x="555" y="16"/>
                  <a:pt x="570" y="0"/>
                  <a:pt x="636" y="0"/>
                </a:cubicBezTo>
                <a:cubicBezTo>
                  <a:pt x="819" y="0"/>
                  <a:pt x="819" y="0"/>
                  <a:pt x="819" y="0"/>
                </a:cubicBezTo>
                <a:cubicBezTo>
                  <a:pt x="819" y="183"/>
                  <a:pt x="819" y="183"/>
                  <a:pt x="819" y="183"/>
                </a:cubicBezTo>
                <a:cubicBezTo>
                  <a:pt x="819" y="249"/>
                  <a:pt x="803" y="265"/>
                  <a:pt x="784" y="256"/>
                </a:cubicBezTo>
                <a:cubicBezTo>
                  <a:pt x="747" y="239"/>
                  <a:pt x="743" y="210"/>
                  <a:pt x="691" y="218"/>
                </a:cubicBezTo>
                <a:cubicBezTo>
                  <a:pt x="603" y="231"/>
                  <a:pt x="603" y="372"/>
                  <a:pt x="691" y="386"/>
                </a:cubicBezTo>
                <a:cubicBezTo>
                  <a:pt x="743" y="394"/>
                  <a:pt x="747" y="364"/>
                  <a:pt x="784" y="347"/>
                </a:cubicBezTo>
                <a:cubicBezTo>
                  <a:pt x="803" y="339"/>
                  <a:pt x="819" y="354"/>
                  <a:pt x="819" y="420"/>
                </a:cubicBezTo>
                <a:cubicBezTo>
                  <a:pt x="819" y="603"/>
                  <a:pt x="819" y="603"/>
                  <a:pt x="819" y="603"/>
                </a:cubicBezTo>
                <a:cubicBezTo>
                  <a:pt x="636" y="603"/>
                  <a:pt x="636" y="603"/>
                  <a:pt x="636" y="603"/>
                </a:cubicBezTo>
                <a:cubicBezTo>
                  <a:pt x="570" y="603"/>
                  <a:pt x="555" y="619"/>
                  <a:pt x="563" y="639"/>
                </a:cubicBezTo>
                <a:cubicBezTo>
                  <a:pt x="580" y="675"/>
                  <a:pt x="610" y="680"/>
                  <a:pt x="602" y="731"/>
                </a:cubicBezTo>
                <a:cubicBezTo>
                  <a:pt x="588" y="819"/>
                  <a:pt x="447" y="819"/>
                  <a:pt x="434" y="731"/>
                </a:cubicBezTo>
                <a:cubicBezTo>
                  <a:pt x="426" y="680"/>
                  <a:pt x="455" y="675"/>
                  <a:pt x="472" y="639"/>
                </a:cubicBezTo>
                <a:cubicBezTo>
                  <a:pt x="481" y="619"/>
                  <a:pt x="465" y="603"/>
                  <a:pt x="399" y="603"/>
                </a:cubicBezTo>
                <a:cubicBezTo>
                  <a:pt x="216" y="603"/>
                  <a:pt x="216" y="603"/>
                  <a:pt x="216" y="603"/>
                </a:cubicBezTo>
                <a:lnTo>
                  <a:pt x="216" y="4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Title 1"/>
          <p:cNvSpPr>
            <a:spLocks noGrp="1"/>
          </p:cNvSpPr>
          <p:nvPr>
            <p:ph type="title"/>
          </p:nvPr>
        </p:nvSpPr>
        <p:spPr/>
        <p:txBody>
          <a:bodyPr/>
          <a:lstStyle/>
          <a:p>
            <a:r>
              <a:rPr lang="en-US"/>
              <a:t>Puzzle Infographic</a:t>
            </a:r>
            <a:endParaRPr lang="en-US" dirty="0"/>
          </a:p>
        </p:txBody>
      </p:sp>
      <p:sp>
        <p:nvSpPr>
          <p:cNvPr id="3" name="Text Placeholder 2"/>
          <p:cNvSpPr>
            <a:spLocks noGrp="1"/>
          </p:cNvSpPr>
          <p:nvPr>
            <p:ph type="body" sz="half" idx="2"/>
          </p:nvPr>
        </p:nvSpPr>
        <p:spPr/>
        <p:txBody>
          <a:bodyPr/>
          <a:lstStyle/>
          <a:p>
            <a:r>
              <a:rPr lang="en-US"/>
              <a:t>Puzzle Infographic</a:t>
            </a:r>
            <a:endParaRPr lang="en-US" dirty="0"/>
          </a:p>
        </p:txBody>
      </p:sp>
      <p:sp>
        <p:nvSpPr>
          <p:cNvPr id="20" name="Slide Number Placeholder 19"/>
          <p:cNvSpPr>
            <a:spLocks noGrp="1"/>
          </p:cNvSpPr>
          <p:nvPr>
            <p:ph type="sldNum" sz="quarter" idx="12"/>
          </p:nvPr>
        </p:nvSpPr>
        <p:spPr/>
        <p:txBody>
          <a:bodyPr/>
          <a:lstStyle/>
          <a:p>
            <a:fld id="{C136B7D2-B98C-44FD-8D04-7EC62A564975}" type="slidenum">
              <a:rPr lang="en-US" smtClean="0"/>
              <a:pPr/>
              <a:t>220</a:t>
            </a:fld>
            <a:endParaRPr lang="en-US" dirty="0"/>
          </a:p>
        </p:txBody>
      </p:sp>
      <p:sp>
        <p:nvSpPr>
          <p:cNvPr id="96" name="TextBox 95"/>
          <p:cNvSpPr txBox="1"/>
          <p:nvPr/>
        </p:nvSpPr>
        <p:spPr>
          <a:xfrm>
            <a:off x="1108277" y="2994455"/>
            <a:ext cx="2155729" cy="738664"/>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65000"/>
                    <a:lumOff val="35000"/>
                  </a:schemeClr>
                </a:solidFill>
              </a:rPr>
              <a:t>There are many variations of passages of Lorem Ipsum available but the suffered  alteration in</a:t>
            </a:r>
          </a:p>
        </p:txBody>
      </p:sp>
      <p:sp>
        <p:nvSpPr>
          <p:cNvPr id="97" name="TextBox 96"/>
          <p:cNvSpPr txBox="1"/>
          <p:nvPr/>
        </p:nvSpPr>
        <p:spPr>
          <a:xfrm>
            <a:off x="6069782" y="1794239"/>
            <a:ext cx="1958637" cy="892552"/>
          </a:xfrm>
          <a:prstGeom prst="rect">
            <a:avLst/>
          </a:prstGeom>
          <a:noFill/>
        </p:spPr>
        <p:txBody>
          <a:bodyPr wrap="square" rtlCol="0">
            <a:spAutoFit/>
          </a:bodyPr>
          <a:lstStyle/>
          <a:p>
            <a:pPr algn="r"/>
            <a:r>
              <a:rPr lang="en-US" sz="1200" b="1" dirty="0">
                <a:solidFill>
                  <a:schemeClr val="accent2"/>
                </a:solidFill>
              </a:rPr>
              <a:t>Title Goes Here</a:t>
            </a:r>
            <a:endParaRPr lang="en-US" sz="1200" dirty="0">
              <a:solidFill>
                <a:schemeClr val="accent2"/>
              </a:solidFill>
            </a:endParaRPr>
          </a:p>
          <a:p>
            <a:pPr algn="r"/>
            <a:r>
              <a:rPr lang="en-US" sz="1000" dirty="0">
                <a:solidFill>
                  <a:schemeClr val="tx1">
                    <a:lumMod val="65000"/>
                    <a:lumOff val="35000"/>
                  </a:schemeClr>
                </a:solidFill>
              </a:rPr>
              <a:t>There are many variations of passages of Lorem Ipsum available but the suffered alteration in</a:t>
            </a:r>
          </a:p>
        </p:txBody>
      </p:sp>
      <p:sp>
        <p:nvSpPr>
          <p:cNvPr id="98" name="TextBox 97"/>
          <p:cNvSpPr txBox="1"/>
          <p:nvPr/>
        </p:nvSpPr>
        <p:spPr>
          <a:xfrm>
            <a:off x="1138757" y="1794239"/>
            <a:ext cx="2155729" cy="738664"/>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65000"/>
                    <a:lumOff val="35000"/>
                  </a:schemeClr>
                </a:solidFill>
              </a:rPr>
              <a:t>There are many variations of passages of Lorem Ipsum available but the sufferer alteration in</a:t>
            </a:r>
          </a:p>
        </p:txBody>
      </p:sp>
      <p:sp>
        <p:nvSpPr>
          <p:cNvPr id="99" name="TextBox 98"/>
          <p:cNvSpPr txBox="1"/>
          <p:nvPr/>
        </p:nvSpPr>
        <p:spPr>
          <a:xfrm>
            <a:off x="6022335" y="2994455"/>
            <a:ext cx="1958637" cy="738664"/>
          </a:xfrm>
          <a:prstGeom prst="rect">
            <a:avLst/>
          </a:prstGeom>
          <a:noFill/>
        </p:spPr>
        <p:txBody>
          <a:bodyPr wrap="square" rtlCol="0">
            <a:spAutoFit/>
          </a:bodyPr>
          <a:lstStyle/>
          <a:p>
            <a:pPr algn="r"/>
            <a:r>
              <a:rPr lang="en-US" sz="1200" b="1" dirty="0">
                <a:solidFill>
                  <a:schemeClr val="accent4"/>
                </a:solidFill>
              </a:rPr>
              <a:t>Title Goes Here</a:t>
            </a:r>
            <a:endParaRPr lang="en-US" sz="1200" dirty="0">
              <a:solidFill>
                <a:schemeClr val="accent4"/>
              </a:solidFill>
            </a:endParaRPr>
          </a:p>
          <a:p>
            <a:pPr algn="r"/>
            <a:r>
              <a:rPr lang="en-US" sz="1000" dirty="0">
                <a:solidFill>
                  <a:schemeClr val="tx1">
                    <a:lumMod val="65000"/>
                    <a:lumOff val="35000"/>
                  </a:schemeClr>
                </a:solidFill>
              </a:rPr>
              <a:t>There are many variations of passages of Lorem Ipsum available but the suffered alteration in</a:t>
            </a:r>
          </a:p>
        </p:txBody>
      </p:sp>
      <p:sp>
        <p:nvSpPr>
          <p:cNvPr id="101" name="Freeform 154"/>
          <p:cNvSpPr>
            <a:spLocks/>
          </p:cNvSpPr>
          <p:nvPr/>
        </p:nvSpPr>
        <p:spPr bwMode="auto">
          <a:xfrm>
            <a:off x="4084359" y="3738201"/>
            <a:ext cx="389929" cy="310813"/>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78"/>
          <p:cNvSpPr>
            <a:spLocks/>
          </p:cNvSpPr>
          <p:nvPr/>
        </p:nvSpPr>
        <p:spPr bwMode="auto">
          <a:xfrm>
            <a:off x="3438912" y="2586039"/>
            <a:ext cx="172821" cy="329725"/>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65"/>
          <p:cNvSpPr>
            <a:spLocks noEditPoints="1"/>
          </p:cNvSpPr>
          <p:nvPr/>
        </p:nvSpPr>
        <p:spPr bwMode="auto">
          <a:xfrm>
            <a:off x="5402632" y="2939272"/>
            <a:ext cx="307219" cy="323762"/>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17"/>
          <p:cNvSpPr>
            <a:spLocks noEditPoints="1"/>
          </p:cNvSpPr>
          <p:nvPr/>
        </p:nvSpPr>
        <p:spPr bwMode="auto">
          <a:xfrm>
            <a:off x="4586744" y="1814787"/>
            <a:ext cx="310350" cy="299918"/>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Text Placeholder 3"/>
          <p:cNvSpPr txBox="1">
            <a:spLocks/>
          </p:cNvSpPr>
          <p:nvPr/>
        </p:nvSpPr>
        <p:spPr>
          <a:xfrm>
            <a:off x="1249839" y="1250515"/>
            <a:ext cx="923330" cy="553998"/>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accent1"/>
                </a:solidFill>
                <a:effectLst/>
                <a:uLnTx/>
                <a:uFillTx/>
                <a:latin typeface="+mn-lt"/>
                <a:ea typeface="+mn-ea"/>
                <a:cs typeface="+mn-cs"/>
              </a:rPr>
              <a:t>20%</a:t>
            </a:r>
          </a:p>
        </p:txBody>
      </p:sp>
      <p:sp>
        <p:nvSpPr>
          <p:cNvPr id="107" name="Text Placeholder 3"/>
          <p:cNvSpPr txBox="1">
            <a:spLocks/>
          </p:cNvSpPr>
          <p:nvPr/>
        </p:nvSpPr>
        <p:spPr>
          <a:xfrm>
            <a:off x="6950283" y="3898425"/>
            <a:ext cx="764633" cy="553998"/>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accent4"/>
                </a:solidFill>
                <a:effectLst/>
                <a:uLnTx/>
                <a:uFillTx/>
                <a:latin typeface="+mn-lt"/>
                <a:ea typeface="+mn-ea"/>
                <a:cs typeface="+mn-cs"/>
              </a:rPr>
              <a:t>50%</a:t>
            </a:r>
          </a:p>
        </p:txBody>
      </p:sp>
      <p:sp>
        <p:nvSpPr>
          <p:cNvPr id="108" name="Text Placeholder 3"/>
          <p:cNvSpPr txBox="1">
            <a:spLocks/>
          </p:cNvSpPr>
          <p:nvPr/>
        </p:nvSpPr>
        <p:spPr>
          <a:xfrm>
            <a:off x="7026820" y="1250515"/>
            <a:ext cx="923330" cy="553998"/>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accent2"/>
                </a:solidFill>
                <a:effectLst/>
                <a:uLnTx/>
                <a:uFillTx/>
                <a:latin typeface="+mn-lt"/>
                <a:ea typeface="+mn-ea"/>
                <a:cs typeface="+mn-cs"/>
              </a:rPr>
              <a:t>70%</a:t>
            </a:r>
          </a:p>
        </p:txBody>
      </p:sp>
      <p:sp>
        <p:nvSpPr>
          <p:cNvPr id="109" name="Text Placeholder 3"/>
          <p:cNvSpPr txBox="1">
            <a:spLocks/>
          </p:cNvSpPr>
          <p:nvPr/>
        </p:nvSpPr>
        <p:spPr>
          <a:xfrm>
            <a:off x="1200401" y="3898425"/>
            <a:ext cx="923330" cy="553998"/>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accent3"/>
                </a:solidFill>
                <a:effectLst/>
                <a:uLnTx/>
                <a:uFillTx/>
                <a:latin typeface="+mn-lt"/>
                <a:ea typeface="+mn-ea"/>
                <a:cs typeface="+mn-cs"/>
              </a:rPr>
              <a:t>90%</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2125"/>
                                        </p:tgtEl>
                                        <p:attrNameLst>
                                          <p:attrName>style.visibility</p:attrName>
                                        </p:attrNameLst>
                                      </p:cBhvr>
                                      <p:to>
                                        <p:strVal val="visible"/>
                                      </p:to>
                                    </p:set>
                                    <p:anim calcmode="lin" valueType="num">
                                      <p:cBhvr>
                                        <p:cTn id="7" dur="500" fill="hold"/>
                                        <p:tgtEl>
                                          <p:spTgt spid="2125"/>
                                        </p:tgtEl>
                                        <p:attrNameLst>
                                          <p:attrName>ppt_w</p:attrName>
                                        </p:attrNameLst>
                                      </p:cBhvr>
                                      <p:tavLst>
                                        <p:tav tm="0">
                                          <p:val>
                                            <p:fltVal val="0"/>
                                          </p:val>
                                        </p:tav>
                                        <p:tav tm="100000">
                                          <p:val>
                                            <p:strVal val="#ppt_w"/>
                                          </p:val>
                                        </p:tav>
                                      </p:tavLst>
                                    </p:anim>
                                    <p:anim calcmode="lin" valueType="num">
                                      <p:cBhvr>
                                        <p:cTn id="8" dur="500" fill="hold"/>
                                        <p:tgtEl>
                                          <p:spTgt spid="2125"/>
                                        </p:tgtEl>
                                        <p:attrNameLst>
                                          <p:attrName>ppt_h</p:attrName>
                                        </p:attrNameLst>
                                      </p:cBhvr>
                                      <p:tavLst>
                                        <p:tav tm="0">
                                          <p:val>
                                            <p:fltVal val="0"/>
                                          </p:val>
                                        </p:tav>
                                        <p:tav tm="100000">
                                          <p:val>
                                            <p:strVal val="#ppt_h"/>
                                          </p:val>
                                        </p:tav>
                                      </p:tavLst>
                                    </p:anim>
                                    <p:animEffect transition="in" filter="fade">
                                      <p:cBhvr>
                                        <p:cTn id="9" dur="500"/>
                                        <p:tgtEl>
                                          <p:spTgt spid="212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03"/>
                                        </p:tgtEl>
                                        <p:attrNameLst>
                                          <p:attrName>style.visibility</p:attrName>
                                        </p:attrNameLst>
                                      </p:cBhvr>
                                      <p:to>
                                        <p:strVal val="visible"/>
                                      </p:to>
                                    </p:set>
                                    <p:anim calcmode="lin" valueType="num">
                                      <p:cBhvr>
                                        <p:cTn id="13" dur="500" fill="hold"/>
                                        <p:tgtEl>
                                          <p:spTgt spid="103"/>
                                        </p:tgtEl>
                                        <p:attrNameLst>
                                          <p:attrName>ppt_w</p:attrName>
                                        </p:attrNameLst>
                                      </p:cBhvr>
                                      <p:tavLst>
                                        <p:tav tm="0">
                                          <p:val>
                                            <p:fltVal val="0"/>
                                          </p:val>
                                        </p:tav>
                                        <p:tav tm="100000">
                                          <p:val>
                                            <p:strVal val="#ppt_w"/>
                                          </p:val>
                                        </p:tav>
                                      </p:tavLst>
                                    </p:anim>
                                    <p:anim calcmode="lin" valueType="num">
                                      <p:cBhvr>
                                        <p:cTn id="14" dur="500" fill="hold"/>
                                        <p:tgtEl>
                                          <p:spTgt spid="103"/>
                                        </p:tgtEl>
                                        <p:attrNameLst>
                                          <p:attrName>ppt_h</p:attrName>
                                        </p:attrNameLst>
                                      </p:cBhvr>
                                      <p:tavLst>
                                        <p:tav tm="0">
                                          <p:val>
                                            <p:fltVal val="0"/>
                                          </p:val>
                                        </p:tav>
                                        <p:tav tm="100000">
                                          <p:val>
                                            <p:strVal val="#ppt_h"/>
                                          </p:val>
                                        </p:tav>
                                      </p:tavLst>
                                    </p:anim>
                                    <p:animEffect transition="in" filter="fade">
                                      <p:cBhvr>
                                        <p:cTn id="15" dur="500"/>
                                        <p:tgtEl>
                                          <p:spTgt spid="103"/>
                                        </p:tgtEl>
                                      </p:cBhvr>
                                    </p:animEffect>
                                  </p:childTnLst>
                                </p:cTn>
                              </p:par>
                              <p:par>
                                <p:cTn id="16" presetID="2" presetClass="entr" presetSubtype="8" accel="50000" decel="50000" fill="hold" grpId="0" nodeType="withEffect">
                                  <p:stCondLst>
                                    <p:cond delay="0"/>
                                  </p:stCondLst>
                                  <p:childTnLst>
                                    <p:set>
                                      <p:cBhvr>
                                        <p:cTn id="17" dur="1" fill="hold">
                                          <p:stCondLst>
                                            <p:cond delay="0"/>
                                          </p:stCondLst>
                                        </p:cTn>
                                        <p:tgtEl>
                                          <p:spTgt spid="98"/>
                                        </p:tgtEl>
                                        <p:attrNameLst>
                                          <p:attrName>style.visibility</p:attrName>
                                        </p:attrNameLst>
                                      </p:cBhvr>
                                      <p:to>
                                        <p:strVal val="visible"/>
                                      </p:to>
                                    </p:set>
                                    <p:anim calcmode="lin" valueType="num">
                                      <p:cBhvr additive="base">
                                        <p:cTn id="18" dur="500" fill="hold"/>
                                        <p:tgtEl>
                                          <p:spTgt spid="98"/>
                                        </p:tgtEl>
                                        <p:attrNameLst>
                                          <p:attrName>ppt_x</p:attrName>
                                        </p:attrNameLst>
                                      </p:cBhvr>
                                      <p:tavLst>
                                        <p:tav tm="0">
                                          <p:val>
                                            <p:strVal val="0-#ppt_w/2"/>
                                          </p:val>
                                        </p:tav>
                                        <p:tav tm="100000">
                                          <p:val>
                                            <p:strVal val="#ppt_x"/>
                                          </p:val>
                                        </p:tav>
                                      </p:tavLst>
                                    </p:anim>
                                    <p:anim calcmode="lin" valueType="num">
                                      <p:cBhvr additive="base">
                                        <p:cTn id="19" dur="500" fill="hold"/>
                                        <p:tgtEl>
                                          <p:spTgt spid="98"/>
                                        </p:tgtEl>
                                        <p:attrNameLst>
                                          <p:attrName>ppt_y</p:attrName>
                                        </p:attrNameLst>
                                      </p:cBhvr>
                                      <p:tavLst>
                                        <p:tav tm="0">
                                          <p:val>
                                            <p:strVal val="#ppt_y"/>
                                          </p:val>
                                        </p:tav>
                                        <p:tav tm="100000">
                                          <p:val>
                                            <p:strVal val="#ppt_y"/>
                                          </p:val>
                                        </p:tav>
                                      </p:tavLst>
                                    </p:anim>
                                  </p:childTnLst>
                                </p:cTn>
                              </p:par>
                            </p:childTnLst>
                          </p:cTn>
                        </p:par>
                        <p:par>
                          <p:cTn id="20" fill="hold">
                            <p:stCondLst>
                              <p:cond delay="1000"/>
                            </p:stCondLst>
                            <p:childTnLst>
                              <p:par>
                                <p:cTn id="21" presetID="2" presetClass="entr" presetSubtype="8" accel="50000" decel="50000" fill="hold" grpId="0" nodeType="afterEffect">
                                  <p:stCondLst>
                                    <p:cond delay="0"/>
                                  </p:stCondLst>
                                  <p:childTnLst>
                                    <p:set>
                                      <p:cBhvr>
                                        <p:cTn id="22" dur="1" fill="hold">
                                          <p:stCondLst>
                                            <p:cond delay="0"/>
                                          </p:stCondLst>
                                        </p:cTn>
                                        <p:tgtEl>
                                          <p:spTgt spid="106"/>
                                        </p:tgtEl>
                                        <p:attrNameLst>
                                          <p:attrName>style.visibility</p:attrName>
                                        </p:attrNameLst>
                                      </p:cBhvr>
                                      <p:to>
                                        <p:strVal val="visible"/>
                                      </p:to>
                                    </p:set>
                                    <p:anim calcmode="lin" valueType="num">
                                      <p:cBhvr additive="base">
                                        <p:cTn id="23" dur="500" fill="hold"/>
                                        <p:tgtEl>
                                          <p:spTgt spid="106"/>
                                        </p:tgtEl>
                                        <p:attrNameLst>
                                          <p:attrName>ppt_x</p:attrName>
                                        </p:attrNameLst>
                                      </p:cBhvr>
                                      <p:tavLst>
                                        <p:tav tm="0">
                                          <p:val>
                                            <p:strVal val="0-#ppt_w/2"/>
                                          </p:val>
                                        </p:tav>
                                        <p:tav tm="100000">
                                          <p:val>
                                            <p:strVal val="#ppt_x"/>
                                          </p:val>
                                        </p:tav>
                                      </p:tavLst>
                                    </p:anim>
                                    <p:anim calcmode="lin" valueType="num">
                                      <p:cBhvr additive="base">
                                        <p:cTn id="24" dur="500" fill="hold"/>
                                        <p:tgtEl>
                                          <p:spTgt spid="106"/>
                                        </p:tgtEl>
                                        <p:attrNameLst>
                                          <p:attrName>ppt_y</p:attrName>
                                        </p:attrNameLst>
                                      </p:cBhvr>
                                      <p:tavLst>
                                        <p:tav tm="0">
                                          <p:val>
                                            <p:strVal val="#ppt_y"/>
                                          </p:val>
                                        </p:tav>
                                        <p:tav tm="100000">
                                          <p:val>
                                            <p:strVal val="#ppt_y"/>
                                          </p:val>
                                        </p:tav>
                                      </p:tavLst>
                                    </p:anim>
                                  </p:childTnLst>
                                </p:cTn>
                              </p:par>
                            </p:childTnLst>
                          </p:cTn>
                        </p:par>
                        <p:par>
                          <p:cTn id="25" fill="hold">
                            <p:stCondLst>
                              <p:cond delay="1500"/>
                            </p:stCondLst>
                            <p:childTnLst>
                              <p:par>
                                <p:cTn id="26" presetID="53" presetClass="entr" presetSubtype="0" fill="hold" grpId="0" nodeType="afterEffect">
                                  <p:stCondLst>
                                    <p:cond delay="0"/>
                                  </p:stCondLst>
                                  <p:childTnLst>
                                    <p:set>
                                      <p:cBhvr>
                                        <p:cTn id="27" dur="1" fill="hold">
                                          <p:stCondLst>
                                            <p:cond delay="0"/>
                                          </p:stCondLst>
                                        </p:cTn>
                                        <p:tgtEl>
                                          <p:spTgt spid="2126"/>
                                        </p:tgtEl>
                                        <p:attrNameLst>
                                          <p:attrName>style.visibility</p:attrName>
                                        </p:attrNameLst>
                                      </p:cBhvr>
                                      <p:to>
                                        <p:strVal val="visible"/>
                                      </p:to>
                                    </p:set>
                                    <p:anim calcmode="lin" valueType="num">
                                      <p:cBhvr>
                                        <p:cTn id="28" dur="500" fill="hold"/>
                                        <p:tgtEl>
                                          <p:spTgt spid="2126"/>
                                        </p:tgtEl>
                                        <p:attrNameLst>
                                          <p:attrName>ppt_w</p:attrName>
                                        </p:attrNameLst>
                                      </p:cBhvr>
                                      <p:tavLst>
                                        <p:tav tm="0">
                                          <p:val>
                                            <p:fltVal val="0"/>
                                          </p:val>
                                        </p:tav>
                                        <p:tav tm="100000">
                                          <p:val>
                                            <p:strVal val="#ppt_w"/>
                                          </p:val>
                                        </p:tav>
                                      </p:tavLst>
                                    </p:anim>
                                    <p:anim calcmode="lin" valueType="num">
                                      <p:cBhvr>
                                        <p:cTn id="29" dur="500" fill="hold"/>
                                        <p:tgtEl>
                                          <p:spTgt spid="2126"/>
                                        </p:tgtEl>
                                        <p:attrNameLst>
                                          <p:attrName>ppt_h</p:attrName>
                                        </p:attrNameLst>
                                      </p:cBhvr>
                                      <p:tavLst>
                                        <p:tav tm="0">
                                          <p:val>
                                            <p:fltVal val="0"/>
                                          </p:val>
                                        </p:tav>
                                        <p:tav tm="100000">
                                          <p:val>
                                            <p:strVal val="#ppt_h"/>
                                          </p:val>
                                        </p:tav>
                                      </p:tavLst>
                                    </p:anim>
                                    <p:animEffect transition="in" filter="fade">
                                      <p:cBhvr>
                                        <p:cTn id="30" dur="500"/>
                                        <p:tgtEl>
                                          <p:spTgt spid="2126"/>
                                        </p:tgtEl>
                                      </p:cBhvr>
                                    </p:animEffect>
                                  </p:childTnLst>
                                </p:cTn>
                              </p:par>
                            </p:childTnLst>
                          </p:cTn>
                        </p:par>
                        <p:par>
                          <p:cTn id="31" fill="hold">
                            <p:stCondLst>
                              <p:cond delay="2000"/>
                            </p:stCondLst>
                            <p:childTnLst>
                              <p:par>
                                <p:cTn id="32" presetID="53" presetClass="entr" presetSubtype="0" fill="hold" grpId="0" nodeType="afterEffect">
                                  <p:stCondLst>
                                    <p:cond delay="0"/>
                                  </p:stCondLst>
                                  <p:childTnLst>
                                    <p:set>
                                      <p:cBhvr>
                                        <p:cTn id="33" dur="1" fill="hold">
                                          <p:stCondLst>
                                            <p:cond delay="0"/>
                                          </p:stCondLst>
                                        </p:cTn>
                                        <p:tgtEl>
                                          <p:spTgt spid="101"/>
                                        </p:tgtEl>
                                        <p:attrNameLst>
                                          <p:attrName>style.visibility</p:attrName>
                                        </p:attrNameLst>
                                      </p:cBhvr>
                                      <p:to>
                                        <p:strVal val="visible"/>
                                      </p:to>
                                    </p:set>
                                    <p:anim calcmode="lin" valueType="num">
                                      <p:cBhvr>
                                        <p:cTn id="34" dur="500" fill="hold"/>
                                        <p:tgtEl>
                                          <p:spTgt spid="101"/>
                                        </p:tgtEl>
                                        <p:attrNameLst>
                                          <p:attrName>ppt_w</p:attrName>
                                        </p:attrNameLst>
                                      </p:cBhvr>
                                      <p:tavLst>
                                        <p:tav tm="0">
                                          <p:val>
                                            <p:fltVal val="0"/>
                                          </p:val>
                                        </p:tav>
                                        <p:tav tm="100000">
                                          <p:val>
                                            <p:strVal val="#ppt_w"/>
                                          </p:val>
                                        </p:tav>
                                      </p:tavLst>
                                    </p:anim>
                                    <p:anim calcmode="lin" valueType="num">
                                      <p:cBhvr>
                                        <p:cTn id="35" dur="500" fill="hold"/>
                                        <p:tgtEl>
                                          <p:spTgt spid="101"/>
                                        </p:tgtEl>
                                        <p:attrNameLst>
                                          <p:attrName>ppt_h</p:attrName>
                                        </p:attrNameLst>
                                      </p:cBhvr>
                                      <p:tavLst>
                                        <p:tav tm="0">
                                          <p:val>
                                            <p:fltVal val="0"/>
                                          </p:val>
                                        </p:tav>
                                        <p:tav tm="100000">
                                          <p:val>
                                            <p:strVal val="#ppt_h"/>
                                          </p:val>
                                        </p:tav>
                                      </p:tavLst>
                                    </p:anim>
                                    <p:animEffect transition="in" filter="fade">
                                      <p:cBhvr>
                                        <p:cTn id="36" dur="500"/>
                                        <p:tgtEl>
                                          <p:spTgt spid="101"/>
                                        </p:tgtEl>
                                      </p:cBhvr>
                                    </p:animEffect>
                                  </p:childTnLst>
                                </p:cTn>
                              </p:par>
                              <p:par>
                                <p:cTn id="37" presetID="2" presetClass="entr" presetSubtype="8" accel="50000" decel="50000" fill="hold" grpId="0" nodeType="withEffect">
                                  <p:stCondLst>
                                    <p:cond delay="0"/>
                                  </p:stCondLst>
                                  <p:childTnLst>
                                    <p:set>
                                      <p:cBhvr>
                                        <p:cTn id="38" dur="1" fill="hold">
                                          <p:stCondLst>
                                            <p:cond delay="0"/>
                                          </p:stCondLst>
                                        </p:cTn>
                                        <p:tgtEl>
                                          <p:spTgt spid="96"/>
                                        </p:tgtEl>
                                        <p:attrNameLst>
                                          <p:attrName>style.visibility</p:attrName>
                                        </p:attrNameLst>
                                      </p:cBhvr>
                                      <p:to>
                                        <p:strVal val="visible"/>
                                      </p:to>
                                    </p:set>
                                    <p:anim calcmode="lin" valueType="num">
                                      <p:cBhvr additive="base">
                                        <p:cTn id="39" dur="500" fill="hold"/>
                                        <p:tgtEl>
                                          <p:spTgt spid="96"/>
                                        </p:tgtEl>
                                        <p:attrNameLst>
                                          <p:attrName>ppt_x</p:attrName>
                                        </p:attrNameLst>
                                      </p:cBhvr>
                                      <p:tavLst>
                                        <p:tav tm="0">
                                          <p:val>
                                            <p:strVal val="0-#ppt_w/2"/>
                                          </p:val>
                                        </p:tav>
                                        <p:tav tm="100000">
                                          <p:val>
                                            <p:strVal val="#ppt_x"/>
                                          </p:val>
                                        </p:tav>
                                      </p:tavLst>
                                    </p:anim>
                                    <p:anim calcmode="lin" valueType="num">
                                      <p:cBhvr additive="base">
                                        <p:cTn id="40" dur="500" fill="hold"/>
                                        <p:tgtEl>
                                          <p:spTgt spid="96"/>
                                        </p:tgtEl>
                                        <p:attrNameLst>
                                          <p:attrName>ppt_y</p:attrName>
                                        </p:attrNameLst>
                                      </p:cBhvr>
                                      <p:tavLst>
                                        <p:tav tm="0">
                                          <p:val>
                                            <p:strVal val="#ppt_y"/>
                                          </p:val>
                                        </p:tav>
                                        <p:tav tm="100000">
                                          <p:val>
                                            <p:strVal val="#ppt_y"/>
                                          </p:val>
                                        </p:tav>
                                      </p:tavLst>
                                    </p:anim>
                                  </p:childTnLst>
                                </p:cTn>
                              </p:par>
                            </p:childTnLst>
                          </p:cTn>
                        </p:par>
                        <p:par>
                          <p:cTn id="41" fill="hold">
                            <p:stCondLst>
                              <p:cond delay="2500"/>
                            </p:stCondLst>
                            <p:childTnLst>
                              <p:par>
                                <p:cTn id="42" presetID="2" presetClass="entr" presetSubtype="8" accel="50000" decel="50000" fill="hold" grpId="0" nodeType="afterEffect">
                                  <p:stCondLst>
                                    <p:cond delay="0"/>
                                  </p:stCondLst>
                                  <p:childTnLst>
                                    <p:set>
                                      <p:cBhvr>
                                        <p:cTn id="43" dur="1" fill="hold">
                                          <p:stCondLst>
                                            <p:cond delay="0"/>
                                          </p:stCondLst>
                                        </p:cTn>
                                        <p:tgtEl>
                                          <p:spTgt spid="109"/>
                                        </p:tgtEl>
                                        <p:attrNameLst>
                                          <p:attrName>style.visibility</p:attrName>
                                        </p:attrNameLst>
                                      </p:cBhvr>
                                      <p:to>
                                        <p:strVal val="visible"/>
                                      </p:to>
                                    </p:set>
                                    <p:anim calcmode="lin" valueType="num">
                                      <p:cBhvr additive="base">
                                        <p:cTn id="44" dur="500" fill="hold"/>
                                        <p:tgtEl>
                                          <p:spTgt spid="109"/>
                                        </p:tgtEl>
                                        <p:attrNameLst>
                                          <p:attrName>ppt_x</p:attrName>
                                        </p:attrNameLst>
                                      </p:cBhvr>
                                      <p:tavLst>
                                        <p:tav tm="0">
                                          <p:val>
                                            <p:strVal val="0-#ppt_w/2"/>
                                          </p:val>
                                        </p:tav>
                                        <p:tav tm="100000">
                                          <p:val>
                                            <p:strVal val="#ppt_x"/>
                                          </p:val>
                                        </p:tav>
                                      </p:tavLst>
                                    </p:anim>
                                    <p:anim calcmode="lin" valueType="num">
                                      <p:cBhvr additive="base">
                                        <p:cTn id="45" dur="500" fill="hold"/>
                                        <p:tgtEl>
                                          <p:spTgt spid="109"/>
                                        </p:tgtEl>
                                        <p:attrNameLst>
                                          <p:attrName>ppt_y</p:attrName>
                                        </p:attrNameLst>
                                      </p:cBhvr>
                                      <p:tavLst>
                                        <p:tav tm="0">
                                          <p:val>
                                            <p:strVal val="#ppt_y"/>
                                          </p:val>
                                        </p:tav>
                                        <p:tav tm="100000">
                                          <p:val>
                                            <p:strVal val="#ppt_y"/>
                                          </p:val>
                                        </p:tav>
                                      </p:tavLst>
                                    </p:anim>
                                  </p:childTnLst>
                                </p:cTn>
                              </p:par>
                            </p:childTnLst>
                          </p:cTn>
                        </p:par>
                        <p:par>
                          <p:cTn id="46" fill="hold">
                            <p:stCondLst>
                              <p:cond delay="3000"/>
                            </p:stCondLst>
                            <p:childTnLst>
                              <p:par>
                                <p:cTn id="47" presetID="53" presetClass="entr" presetSubtype="0" fill="hold" grpId="0" nodeType="afterEffect">
                                  <p:stCondLst>
                                    <p:cond delay="0"/>
                                  </p:stCondLst>
                                  <p:childTnLst>
                                    <p:set>
                                      <p:cBhvr>
                                        <p:cTn id="48" dur="1" fill="hold">
                                          <p:stCondLst>
                                            <p:cond delay="0"/>
                                          </p:stCondLst>
                                        </p:cTn>
                                        <p:tgtEl>
                                          <p:spTgt spid="2124"/>
                                        </p:tgtEl>
                                        <p:attrNameLst>
                                          <p:attrName>style.visibility</p:attrName>
                                        </p:attrNameLst>
                                      </p:cBhvr>
                                      <p:to>
                                        <p:strVal val="visible"/>
                                      </p:to>
                                    </p:set>
                                    <p:anim calcmode="lin" valueType="num">
                                      <p:cBhvr>
                                        <p:cTn id="49" dur="500" fill="hold"/>
                                        <p:tgtEl>
                                          <p:spTgt spid="2124"/>
                                        </p:tgtEl>
                                        <p:attrNameLst>
                                          <p:attrName>ppt_w</p:attrName>
                                        </p:attrNameLst>
                                      </p:cBhvr>
                                      <p:tavLst>
                                        <p:tav tm="0">
                                          <p:val>
                                            <p:fltVal val="0"/>
                                          </p:val>
                                        </p:tav>
                                        <p:tav tm="100000">
                                          <p:val>
                                            <p:strVal val="#ppt_w"/>
                                          </p:val>
                                        </p:tav>
                                      </p:tavLst>
                                    </p:anim>
                                    <p:anim calcmode="lin" valueType="num">
                                      <p:cBhvr>
                                        <p:cTn id="50" dur="500" fill="hold"/>
                                        <p:tgtEl>
                                          <p:spTgt spid="2124"/>
                                        </p:tgtEl>
                                        <p:attrNameLst>
                                          <p:attrName>ppt_h</p:attrName>
                                        </p:attrNameLst>
                                      </p:cBhvr>
                                      <p:tavLst>
                                        <p:tav tm="0">
                                          <p:val>
                                            <p:fltVal val="0"/>
                                          </p:val>
                                        </p:tav>
                                        <p:tav tm="100000">
                                          <p:val>
                                            <p:strVal val="#ppt_h"/>
                                          </p:val>
                                        </p:tav>
                                      </p:tavLst>
                                    </p:anim>
                                    <p:animEffect transition="in" filter="fade">
                                      <p:cBhvr>
                                        <p:cTn id="51" dur="500"/>
                                        <p:tgtEl>
                                          <p:spTgt spid="2124"/>
                                        </p:tgtEl>
                                      </p:cBhvr>
                                    </p:animEffect>
                                  </p:childTnLst>
                                </p:cTn>
                              </p:par>
                            </p:childTnLst>
                          </p:cTn>
                        </p:par>
                        <p:par>
                          <p:cTn id="52" fill="hold">
                            <p:stCondLst>
                              <p:cond delay="3500"/>
                            </p:stCondLst>
                            <p:childTnLst>
                              <p:par>
                                <p:cTn id="53" presetID="53" presetClass="entr" presetSubtype="0" fill="hold" grpId="0" nodeType="afterEffect">
                                  <p:stCondLst>
                                    <p:cond delay="0"/>
                                  </p:stCondLst>
                                  <p:childTnLst>
                                    <p:set>
                                      <p:cBhvr>
                                        <p:cTn id="54" dur="1" fill="hold">
                                          <p:stCondLst>
                                            <p:cond delay="0"/>
                                          </p:stCondLst>
                                        </p:cTn>
                                        <p:tgtEl>
                                          <p:spTgt spid="105"/>
                                        </p:tgtEl>
                                        <p:attrNameLst>
                                          <p:attrName>style.visibility</p:attrName>
                                        </p:attrNameLst>
                                      </p:cBhvr>
                                      <p:to>
                                        <p:strVal val="visible"/>
                                      </p:to>
                                    </p:set>
                                    <p:anim calcmode="lin" valueType="num">
                                      <p:cBhvr>
                                        <p:cTn id="55" dur="500" fill="hold"/>
                                        <p:tgtEl>
                                          <p:spTgt spid="105"/>
                                        </p:tgtEl>
                                        <p:attrNameLst>
                                          <p:attrName>ppt_w</p:attrName>
                                        </p:attrNameLst>
                                      </p:cBhvr>
                                      <p:tavLst>
                                        <p:tav tm="0">
                                          <p:val>
                                            <p:fltVal val="0"/>
                                          </p:val>
                                        </p:tav>
                                        <p:tav tm="100000">
                                          <p:val>
                                            <p:strVal val="#ppt_w"/>
                                          </p:val>
                                        </p:tav>
                                      </p:tavLst>
                                    </p:anim>
                                    <p:anim calcmode="lin" valueType="num">
                                      <p:cBhvr>
                                        <p:cTn id="56" dur="500" fill="hold"/>
                                        <p:tgtEl>
                                          <p:spTgt spid="105"/>
                                        </p:tgtEl>
                                        <p:attrNameLst>
                                          <p:attrName>ppt_h</p:attrName>
                                        </p:attrNameLst>
                                      </p:cBhvr>
                                      <p:tavLst>
                                        <p:tav tm="0">
                                          <p:val>
                                            <p:fltVal val="0"/>
                                          </p:val>
                                        </p:tav>
                                        <p:tav tm="100000">
                                          <p:val>
                                            <p:strVal val="#ppt_h"/>
                                          </p:val>
                                        </p:tav>
                                      </p:tavLst>
                                    </p:anim>
                                    <p:animEffect transition="in" filter="fade">
                                      <p:cBhvr>
                                        <p:cTn id="57" dur="500"/>
                                        <p:tgtEl>
                                          <p:spTgt spid="105"/>
                                        </p:tgtEl>
                                      </p:cBhvr>
                                    </p:animEffect>
                                  </p:childTnLst>
                                </p:cTn>
                              </p:par>
                              <p:par>
                                <p:cTn id="58" presetID="2" presetClass="entr" presetSubtype="2" accel="50000" decel="50000" fill="hold" grpId="0" nodeType="withEffect">
                                  <p:stCondLst>
                                    <p:cond delay="0"/>
                                  </p:stCondLst>
                                  <p:childTnLst>
                                    <p:set>
                                      <p:cBhvr>
                                        <p:cTn id="59" dur="1" fill="hold">
                                          <p:stCondLst>
                                            <p:cond delay="0"/>
                                          </p:stCondLst>
                                        </p:cTn>
                                        <p:tgtEl>
                                          <p:spTgt spid="97"/>
                                        </p:tgtEl>
                                        <p:attrNameLst>
                                          <p:attrName>style.visibility</p:attrName>
                                        </p:attrNameLst>
                                      </p:cBhvr>
                                      <p:to>
                                        <p:strVal val="visible"/>
                                      </p:to>
                                    </p:set>
                                    <p:anim calcmode="lin" valueType="num">
                                      <p:cBhvr additive="base">
                                        <p:cTn id="60" dur="500" fill="hold"/>
                                        <p:tgtEl>
                                          <p:spTgt spid="97"/>
                                        </p:tgtEl>
                                        <p:attrNameLst>
                                          <p:attrName>ppt_x</p:attrName>
                                        </p:attrNameLst>
                                      </p:cBhvr>
                                      <p:tavLst>
                                        <p:tav tm="0">
                                          <p:val>
                                            <p:strVal val="1+#ppt_w/2"/>
                                          </p:val>
                                        </p:tav>
                                        <p:tav tm="100000">
                                          <p:val>
                                            <p:strVal val="#ppt_x"/>
                                          </p:val>
                                        </p:tav>
                                      </p:tavLst>
                                    </p:anim>
                                    <p:anim calcmode="lin" valueType="num">
                                      <p:cBhvr additive="base">
                                        <p:cTn id="61" dur="500" fill="hold"/>
                                        <p:tgtEl>
                                          <p:spTgt spid="97"/>
                                        </p:tgtEl>
                                        <p:attrNameLst>
                                          <p:attrName>ppt_y</p:attrName>
                                        </p:attrNameLst>
                                      </p:cBhvr>
                                      <p:tavLst>
                                        <p:tav tm="0">
                                          <p:val>
                                            <p:strVal val="#ppt_y"/>
                                          </p:val>
                                        </p:tav>
                                        <p:tav tm="100000">
                                          <p:val>
                                            <p:strVal val="#ppt_y"/>
                                          </p:val>
                                        </p:tav>
                                      </p:tavLst>
                                    </p:anim>
                                  </p:childTnLst>
                                </p:cTn>
                              </p:par>
                            </p:childTnLst>
                          </p:cTn>
                        </p:par>
                        <p:par>
                          <p:cTn id="62" fill="hold">
                            <p:stCondLst>
                              <p:cond delay="4000"/>
                            </p:stCondLst>
                            <p:childTnLst>
                              <p:par>
                                <p:cTn id="63" presetID="2" presetClass="entr" presetSubtype="2" accel="50000" decel="50000" fill="hold" grpId="0" nodeType="afterEffect">
                                  <p:stCondLst>
                                    <p:cond delay="0"/>
                                  </p:stCondLst>
                                  <p:childTnLst>
                                    <p:set>
                                      <p:cBhvr>
                                        <p:cTn id="64" dur="1" fill="hold">
                                          <p:stCondLst>
                                            <p:cond delay="0"/>
                                          </p:stCondLst>
                                        </p:cTn>
                                        <p:tgtEl>
                                          <p:spTgt spid="108"/>
                                        </p:tgtEl>
                                        <p:attrNameLst>
                                          <p:attrName>style.visibility</p:attrName>
                                        </p:attrNameLst>
                                      </p:cBhvr>
                                      <p:to>
                                        <p:strVal val="visible"/>
                                      </p:to>
                                    </p:set>
                                    <p:anim calcmode="lin" valueType="num">
                                      <p:cBhvr additive="base">
                                        <p:cTn id="65" dur="500" fill="hold"/>
                                        <p:tgtEl>
                                          <p:spTgt spid="108"/>
                                        </p:tgtEl>
                                        <p:attrNameLst>
                                          <p:attrName>ppt_x</p:attrName>
                                        </p:attrNameLst>
                                      </p:cBhvr>
                                      <p:tavLst>
                                        <p:tav tm="0">
                                          <p:val>
                                            <p:strVal val="1+#ppt_w/2"/>
                                          </p:val>
                                        </p:tav>
                                        <p:tav tm="100000">
                                          <p:val>
                                            <p:strVal val="#ppt_x"/>
                                          </p:val>
                                        </p:tav>
                                      </p:tavLst>
                                    </p:anim>
                                    <p:anim calcmode="lin" valueType="num">
                                      <p:cBhvr additive="base">
                                        <p:cTn id="66" dur="500" fill="hold"/>
                                        <p:tgtEl>
                                          <p:spTgt spid="108"/>
                                        </p:tgtEl>
                                        <p:attrNameLst>
                                          <p:attrName>ppt_y</p:attrName>
                                        </p:attrNameLst>
                                      </p:cBhvr>
                                      <p:tavLst>
                                        <p:tav tm="0">
                                          <p:val>
                                            <p:strVal val="#ppt_y"/>
                                          </p:val>
                                        </p:tav>
                                        <p:tav tm="100000">
                                          <p:val>
                                            <p:strVal val="#ppt_y"/>
                                          </p:val>
                                        </p:tav>
                                      </p:tavLst>
                                    </p:anim>
                                  </p:childTnLst>
                                </p:cTn>
                              </p:par>
                            </p:childTnLst>
                          </p:cTn>
                        </p:par>
                        <p:par>
                          <p:cTn id="67" fill="hold">
                            <p:stCondLst>
                              <p:cond delay="4500"/>
                            </p:stCondLst>
                            <p:childTnLst>
                              <p:par>
                                <p:cTn id="68" presetID="53" presetClass="entr" presetSubtype="0" fill="hold" grpId="0" nodeType="afterEffect">
                                  <p:stCondLst>
                                    <p:cond delay="0"/>
                                  </p:stCondLst>
                                  <p:childTnLst>
                                    <p:set>
                                      <p:cBhvr>
                                        <p:cTn id="69" dur="1" fill="hold">
                                          <p:stCondLst>
                                            <p:cond delay="0"/>
                                          </p:stCondLst>
                                        </p:cTn>
                                        <p:tgtEl>
                                          <p:spTgt spid="2127"/>
                                        </p:tgtEl>
                                        <p:attrNameLst>
                                          <p:attrName>style.visibility</p:attrName>
                                        </p:attrNameLst>
                                      </p:cBhvr>
                                      <p:to>
                                        <p:strVal val="visible"/>
                                      </p:to>
                                    </p:set>
                                    <p:anim calcmode="lin" valueType="num">
                                      <p:cBhvr>
                                        <p:cTn id="70" dur="500" fill="hold"/>
                                        <p:tgtEl>
                                          <p:spTgt spid="2127"/>
                                        </p:tgtEl>
                                        <p:attrNameLst>
                                          <p:attrName>ppt_w</p:attrName>
                                        </p:attrNameLst>
                                      </p:cBhvr>
                                      <p:tavLst>
                                        <p:tav tm="0">
                                          <p:val>
                                            <p:fltVal val="0"/>
                                          </p:val>
                                        </p:tav>
                                        <p:tav tm="100000">
                                          <p:val>
                                            <p:strVal val="#ppt_w"/>
                                          </p:val>
                                        </p:tav>
                                      </p:tavLst>
                                    </p:anim>
                                    <p:anim calcmode="lin" valueType="num">
                                      <p:cBhvr>
                                        <p:cTn id="71" dur="500" fill="hold"/>
                                        <p:tgtEl>
                                          <p:spTgt spid="2127"/>
                                        </p:tgtEl>
                                        <p:attrNameLst>
                                          <p:attrName>ppt_h</p:attrName>
                                        </p:attrNameLst>
                                      </p:cBhvr>
                                      <p:tavLst>
                                        <p:tav tm="0">
                                          <p:val>
                                            <p:fltVal val="0"/>
                                          </p:val>
                                        </p:tav>
                                        <p:tav tm="100000">
                                          <p:val>
                                            <p:strVal val="#ppt_h"/>
                                          </p:val>
                                        </p:tav>
                                      </p:tavLst>
                                    </p:anim>
                                    <p:animEffect transition="in" filter="fade">
                                      <p:cBhvr>
                                        <p:cTn id="72" dur="500"/>
                                        <p:tgtEl>
                                          <p:spTgt spid="2127"/>
                                        </p:tgtEl>
                                      </p:cBhvr>
                                    </p:animEffect>
                                  </p:childTnLst>
                                </p:cTn>
                              </p:par>
                            </p:childTnLst>
                          </p:cTn>
                        </p:par>
                        <p:par>
                          <p:cTn id="73" fill="hold">
                            <p:stCondLst>
                              <p:cond delay="5000"/>
                            </p:stCondLst>
                            <p:childTnLst>
                              <p:par>
                                <p:cTn id="74" presetID="53" presetClass="entr" presetSubtype="0" fill="hold" grpId="0" nodeType="afterEffect">
                                  <p:stCondLst>
                                    <p:cond delay="0"/>
                                  </p:stCondLst>
                                  <p:childTnLst>
                                    <p:set>
                                      <p:cBhvr>
                                        <p:cTn id="75" dur="1" fill="hold">
                                          <p:stCondLst>
                                            <p:cond delay="0"/>
                                          </p:stCondLst>
                                        </p:cTn>
                                        <p:tgtEl>
                                          <p:spTgt spid="104"/>
                                        </p:tgtEl>
                                        <p:attrNameLst>
                                          <p:attrName>style.visibility</p:attrName>
                                        </p:attrNameLst>
                                      </p:cBhvr>
                                      <p:to>
                                        <p:strVal val="visible"/>
                                      </p:to>
                                    </p:set>
                                    <p:anim calcmode="lin" valueType="num">
                                      <p:cBhvr>
                                        <p:cTn id="76" dur="500" fill="hold"/>
                                        <p:tgtEl>
                                          <p:spTgt spid="104"/>
                                        </p:tgtEl>
                                        <p:attrNameLst>
                                          <p:attrName>ppt_w</p:attrName>
                                        </p:attrNameLst>
                                      </p:cBhvr>
                                      <p:tavLst>
                                        <p:tav tm="0">
                                          <p:val>
                                            <p:fltVal val="0"/>
                                          </p:val>
                                        </p:tav>
                                        <p:tav tm="100000">
                                          <p:val>
                                            <p:strVal val="#ppt_w"/>
                                          </p:val>
                                        </p:tav>
                                      </p:tavLst>
                                    </p:anim>
                                    <p:anim calcmode="lin" valueType="num">
                                      <p:cBhvr>
                                        <p:cTn id="77" dur="500" fill="hold"/>
                                        <p:tgtEl>
                                          <p:spTgt spid="104"/>
                                        </p:tgtEl>
                                        <p:attrNameLst>
                                          <p:attrName>ppt_h</p:attrName>
                                        </p:attrNameLst>
                                      </p:cBhvr>
                                      <p:tavLst>
                                        <p:tav tm="0">
                                          <p:val>
                                            <p:fltVal val="0"/>
                                          </p:val>
                                        </p:tav>
                                        <p:tav tm="100000">
                                          <p:val>
                                            <p:strVal val="#ppt_h"/>
                                          </p:val>
                                        </p:tav>
                                      </p:tavLst>
                                    </p:anim>
                                    <p:animEffect transition="in" filter="fade">
                                      <p:cBhvr>
                                        <p:cTn id="78" dur="500"/>
                                        <p:tgtEl>
                                          <p:spTgt spid="104"/>
                                        </p:tgtEl>
                                      </p:cBhvr>
                                    </p:animEffect>
                                  </p:childTnLst>
                                </p:cTn>
                              </p:par>
                              <p:par>
                                <p:cTn id="79" presetID="2" presetClass="entr" presetSubtype="2" accel="50000" decel="50000" fill="hold" grpId="0" nodeType="withEffect">
                                  <p:stCondLst>
                                    <p:cond delay="0"/>
                                  </p:stCondLst>
                                  <p:childTnLst>
                                    <p:set>
                                      <p:cBhvr>
                                        <p:cTn id="80" dur="1" fill="hold">
                                          <p:stCondLst>
                                            <p:cond delay="0"/>
                                          </p:stCondLst>
                                        </p:cTn>
                                        <p:tgtEl>
                                          <p:spTgt spid="99"/>
                                        </p:tgtEl>
                                        <p:attrNameLst>
                                          <p:attrName>style.visibility</p:attrName>
                                        </p:attrNameLst>
                                      </p:cBhvr>
                                      <p:to>
                                        <p:strVal val="visible"/>
                                      </p:to>
                                    </p:set>
                                    <p:anim calcmode="lin" valueType="num">
                                      <p:cBhvr additive="base">
                                        <p:cTn id="81" dur="500" fill="hold"/>
                                        <p:tgtEl>
                                          <p:spTgt spid="99"/>
                                        </p:tgtEl>
                                        <p:attrNameLst>
                                          <p:attrName>ppt_x</p:attrName>
                                        </p:attrNameLst>
                                      </p:cBhvr>
                                      <p:tavLst>
                                        <p:tav tm="0">
                                          <p:val>
                                            <p:strVal val="1+#ppt_w/2"/>
                                          </p:val>
                                        </p:tav>
                                        <p:tav tm="100000">
                                          <p:val>
                                            <p:strVal val="#ppt_x"/>
                                          </p:val>
                                        </p:tav>
                                      </p:tavLst>
                                    </p:anim>
                                    <p:anim calcmode="lin" valueType="num">
                                      <p:cBhvr additive="base">
                                        <p:cTn id="82" dur="500" fill="hold"/>
                                        <p:tgtEl>
                                          <p:spTgt spid="99"/>
                                        </p:tgtEl>
                                        <p:attrNameLst>
                                          <p:attrName>ppt_y</p:attrName>
                                        </p:attrNameLst>
                                      </p:cBhvr>
                                      <p:tavLst>
                                        <p:tav tm="0">
                                          <p:val>
                                            <p:strVal val="#ppt_y"/>
                                          </p:val>
                                        </p:tav>
                                        <p:tav tm="100000">
                                          <p:val>
                                            <p:strVal val="#ppt_y"/>
                                          </p:val>
                                        </p:tav>
                                      </p:tavLst>
                                    </p:anim>
                                  </p:childTnLst>
                                </p:cTn>
                              </p:par>
                            </p:childTnLst>
                          </p:cTn>
                        </p:par>
                        <p:par>
                          <p:cTn id="83" fill="hold">
                            <p:stCondLst>
                              <p:cond delay="5500"/>
                            </p:stCondLst>
                            <p:childTnLst>
                              <p:par>
                                <p:cTn id="84" presetID="2" presetClass="entr" presetSubtype="2" accel="50000" decel="50000" fill="hold" grpId="0" nodeType="afterEffect">
                                  <p:stCondLst>
                                    <p:cond delay="0"/>
                                  </p:stCondLst>
                                  <p:childTnLst>
                                    <p:set>
                                      <p:cBhvr>
                                        <p:cTn id="85" dur="1" fill="hold">
                                          <p:stCondLst>
                                            <p:cond delay="0"/>
                                          </p:stCondLst>
                                        </p:cTn>
                                        <p:tgtEl>
                                          <p:spTgt spid="107"/>
                                        </p:tgtEl>
                                        <p:attrNameLst>
                                          <p:attrName>style.visibility</p:attrName>
                                        </p:attrNameLst>
                                      </p:cBhvr>
                                      <p:to>
                                        <p:strVal val="visible"/>
                                      </p:to>
                                    </p:set>
                                    <p:anim calcmode="lin" valueType="num">
                                      <p:cBhvr additive="base">
                                        <p:cTn id="86" dur="500" fill="hold"/>
                                        <p:tgtEl>
                                          <p:spTgt spid="107"/>
                                        </p:tgtEl>
                                        <p:attrNameLst>
                                          <p:attrName>ppt_x</p:attrName>
                                        </p:attrNameLst>
                                      </p:cBhvr>
                                      <p:tavLst>
                                        <p:tav tm="0">
                                          <p:val>
                                            <p:strVal val="1+#ppt_w/2"/>
                                          </p:val>
                                        </p:tav>
                                        <p:tav tm="100000">
                                          <p:val>
                                            <p:strVal val="#ppt_x"/>
                                          </p:val>
                                        </p:tav>
                                      </p:tavLst>
                                    </p:anim>
                                    <p:anim calcmode="lin" valueType="num">
                                      <p:cBhvr additive="base">
                                        <p:cTn id="87" dur="500" fill="hold"/>
                                        <p:tgtEl>
                                          <p:spTgt spid="10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6" grpId="0" animBg="1"/>
      <p:bldP spid="2124" grpId="0" animBg="1"/>
      <p:bldP spid="2125" grpId="0" animBg="1"/>
      <p:bldP spid="2127" grpId="0" animBg="1"/>
      <p:bldP spid="96" grpId="0"/>
      <p:bldP spid="97" grpId="0"/>
      <p:bldP spid="98" grpId="0"/>
      <p:bldP spid="99" grpId="0"/>
      <p:bldP spid="101" grpId="0" animBg="1"/>
      <p:bldP spid="103" grpId="0" animBg="1"/>
      <p:bldP spid="104" grpId="0" animBg="1"/>
      <p:bldP spid="105" grpId="0" animBg="1"/>
      <p:bldP spid="106" grpId="0"/>
      <p:bldP spid="107" grpId="0"/>
      <p:bldP spid="108" grpId="0"/>
      <p:bldP spid="109"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Puzzle Infographic</a:t>
            </a:r>
            <a:endParaRPr lang="en-US" dirty="0"/>
          </a:p>
        </p:txBody>
      </p:sp>
      <p:sp>
        <p:nvSpPr>
          <p:cNvPr id="3" name="Text Placeholder 2"/>
          <p:cNvSpPr>
            <a:spLocks noGrp="1"/>
          </p:cNvSpPr>
          <p:nvPr>
            <p:ph type="body" sz="half" idx="2"/>
          </p:nvPr>
        </p:nvSpPr>
        <p:spPr/>
        <p:txBody>
          <a:bodyPr/>
          <a:lstStyle/>
          <a:p>
            <a:r>
              <a:rPr lang="en-US"/>
              <a:t>Puzzle Infographic</a:t>
            </a:r>
            <a:endParaRPr lang="en-US" dirty="0"/>
          </a:p>
        </p:txBody>
      </p:sp>
      <p:sp>
        <p:nvSpPr>
          <p:cNvPr id="33" name="Slide Number Placeholder 32"/>
          <p:cNvSpPr>
            <a:spLocks noGrp="1"/>
          </p:cNvSpPr>
          <p:nvPr>
            <p:ph type="sldNum" sz="quarter" idx="12"/>
          </p:nvPr>
        </p:nvSpPr>
        <p:spPr/>
        <p:txBody>
          <a:bodyPr/>
          <a:lstStyle/>
          <a:p>
            <a:fld id="{C136B7D2-B98C-44FD-8D04-7EC62A564975}" type="slidenum">
              <a:rPr lang="en-US" smtClean="0"/>
              <a:pPr/>
              <a:t>221</a:t>
            </a:fld>
            <a:endParaRPr lang="en-US" dirty="0"/>
          </a:p>
        </p:txBody>
      </p:sp>
      <p:sp>
        <p:nvSpPr>
          <p:cNvPr id="5125" name="Freeform 5"/>
          <p:cNvSpPr>
            <a:spLocks/>
          </p:cNvSpPr>
          <p:nvPr/>
        </p:nvSpPr>
        <p:spPr bwMode="auto">
          <a:xfrm flipH="1">
            <a:off x="4035737" y="1592431"/>
            <a:ext cx="1225932" cy="760967"/>
          </a:xfrm>
          <a:custGeom>
            <a:avLst/>
            <a:gdLst/>
            <a:ahLst/>
            <a:cxnLst>
              <a:cxn ang="0">
                <a:pos x="515" y="102"/>
              </a:cxn>
              <a:cxn ang="0">
                <a:pos x="366" y="194"/>
              </a:cxn>
              <a:cxn ang="0">
                <a:pos x="395" y="211"/>
              </a:cxn>
              <a:cxn ang="0">
                <a:pos x="414" y="257"/>
              </a:cxn>
              <a:cxn ang="0">
                <a:pos x="395" y="302"/>
              </a:cxn>
              <a:cxn ang="0">
                <a:pos x="350" y="320"/>
              </a:cxn>
              <a:cxn ang="0">
                <a:pos x="305" y="302"/>
              </a:cxn>
              <a:cxn ang="0">
                <a:pos x="287" y="257"/>
              </a:cxn>
              <a:cxn ang="0">
                <a:pos x="288" y="243"/>
              </a:cxn>
              <a:cxn ang="0">
                <a:pos x="171" y="315"/>
              </a:cxn>
              <a:cxn ang="0">
                <a:pos x="124" y="238"/>
              </a:cxn>
              <a:cxn ang="0">
                <a:pos x="109" y="262"/>
              </a:cxn>
              <a:cxn ang="0">
                <a:pos x="64" y="281"/>
              </a:cxn>
              <a:cxn ang="0">
                <a:pos x="18" y="262"/>
              </a:cxn>
              <a:cxn ang="0">
                <a:pos x="0" y="217"/>
              </a:cxn>
              <a:cxn ang="0">
                <a:pos x="18" y="172"/>
              </a:cxn>
              <a:cxn ang="0">
                <a:pos x="64" y="153"/>
              </a:cxn>
              <a:cxn ang="0">
                <a:pos x="74" y="154"/>
              </a:cxn>
              <a:cxn ang="0">
                <a:pos x="29" y="80"/>
              </a:cxn>
              <a:cxn ang="0">
                <a:pos x="115" y="31"/>
              </a:cxn>
              <a:cxn ang="0">
                <a:pos x="278" y="3"/>
              </a:cxn>
              <a:cxn ang="0">
                <a:pos x="445" y="52"/>
              </a:cxn>
              <a:cxn ang="0">
                <a:pos x="515" y="102"/>
              </a:cxn>
            </a:cxnLst>
            <a:rect l="0" t="0" r="r" b="b"/>
            <a:pathLst>
              <a:path w="515" h="320">
                <a:moveTo>
                  <a:pt x="515" y="102"/>
                </a:moveTo>
                <a:cubicBezTo>
                  <a:pt x="366" y="194"/>
                  <a:pt x="366" y="194"/>
                  <a:pt x="366" y="194"/>
                </a:cubicBezTo>
                <a:cubicBezTo>
                  <a:pt x="377" y="197"/>
                  <a:pt x="387" y="203"/>
                  <a:pt x="395" y="211"/>
                </a:cubicBezTo>
                <a:cubicBezTo>
                  <a:pt x="408" y="224"/>
                  <a:pt x="414" y="239"/>
                  <a:pt x="414" y="257"/>
                </a:cubicBezTo>
                <a:cubicBezTo>
                  <a:pt x="414" y="274"/>
                  <a:pt x="408" y="289"/>
                  <a:pt x="395" y="302"/>
                </a:cubicBezTo>
                <a:cubicBezTo>
                  <a:pt x="383" y="314"/>
                  <a:pt x="368" y="320"/>
                  <a:pt x="350" y="320"/>
                </a:cubicBezTo>
                <a:cubicBezTo>
                  <a:pt x="333" y="320"/>
                  <a:pt x="318" y="314"/>
                  <a:pt x="305" y="302"/>
                </a:cubicBezTo>
                <a:cubicBezTo>
                  <a:pt x="293" y="289"/>
                  <a:pt x="287" y="274"/>
                  <a:pt x="287" y="257"/>
                </a:cubicBezTo>
                <a:cubicBezTo>
                  <a:pt x="287" y="252"/>
                  <a:pt x="287" y="247"/>
                  <a:pt x="288" y="243"/>
                </a:cubicBezTo>
                <a:cubicBezTo>
                  <a:pt x="171" y="315"/>
                  <a:pt x="171" y="315"/>
                  <a:pt x="171" y="315"/>
                </a:cubicBezTo>
                <a:cubicBezTo>
                  <a:pt x="124" y="238"/>
                  <a:pt x="124" y="238"/>
                  <a:pt x="124" y="238"/>
                </a:cubicBezTo>
                <a:cubicBezTo>
                  <a:pt x="121" y="247"/>
                  <a:pt x="116" y="255"/>
                  <a:pt x="109" y="262"/>
                </a:cubicBezTo>
                <a:cubicBezTo>
                  <a:pt x="96" y="275"/>
                  <a:pt x="81" y="281"/>
                  <a:pt x="64" y="281"/>
                </a:cubicBezTo>
                <a:cubicBezTo>
                  <a:pt x="46" y="281"/>
                  <a:pt x="31" y="275"/>
                  <a:pt x="18" y="262"/>
                </a:cubicBezTo>
                <a:cubicBezTo>
                  <a:pt x="6" y="250"/>
                  <a:pt x="0" y="235"/>
                  <a:pt x="0" y="217"/>
                </a:cubicBezTo>
                <a:cubicBezTo>
                  <a:pt x="0" y="200"/>
                  <a:pt x="6" y="184"/>
                  <a:pt x="18" y="172"/>
                </a:cubicBezTo>
                <a:cubicBezTo>
                  <a:pt x="31" y="160"/>
                  <a:pt x="46" y="153"/>
                  <a:pt x="64" y="153"/>
                </a:cubicBezTo>
                <a:cubicBezTo>
                  <a:pt x="67" y="153"/>
                  <a:pt x="71" y="154"/>
                  <a:pt x="74" y="154"/>
                </a:cubicBezTo>
                <a:cubicBezTo>
                  <a:pt x="29" y="80"/>
                  <a:pt x="29" y="80"/>
                  <a:pt x="29" y="80"/>
                </a:cubicBezTo>
                <a:cubicBezTo>
                  <a:pt x="55" y="60"/>
                  <a:pt x="84" y="43"/>
                  <a:pt x="115" y="31"/>
                </a:cubicBezTo>
                <a:cubicBezTo>
                  <a:pt x="167" y="9"/>
                  <a:pt x="221" y="0"/>
                  <a:pt x="278" y="3"/>
                </a:cubicBezTo>
                <a:cubicBezTo>
                  <a:pt x="337" y="7"/>
                  <a:pt x="392" y="23"/>
                  <a:pt x="445" y="52"/>
                </a:cubicBezTo>
                <a:cubicBezTo>
                  <a:pt x="471" y="67"/>
                  <a:pt x="494" y="84"/>
                  <a:pt x="515" y="102"/>
                </a:cubicBezTo>
                <a:close/>
              </a:path>
            </a:pathLst>
          </a:custGeom>
          <a:solidFill>
            <a:schemeClr val="accent3"/>
          </a:solidFill>
          <a:ln w="19050">
            <a:solidFill>
              <a:schemeClr val="accent3">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6" name="Freeform 6"/>
          <p:cNvSpPr>
            <a:spLocks/>
          </p:cNvSpPr>
          <p:nvPr/>
        </p:nvSpPr>
        <p:spPr bwMode="auto">
          <a:xfrm flipH="1">
            <a:off x="3771496" y="1835077"/>
            <a:ext cx="1089999" cy="1224661"/>
          </a:xfrm>
          <a:custGeom>
            <a:avLst/>
            <a:gdLst/>
            <a:ahLst/>
            <a:cxnLst>
              <a:cxn ang="0">
                <a:pos x="458" y="345"/>
              </a:cxn>
              <a:cxn ang="0">
                <a:pos x="365" y="403"/>
              </a:cxn>
              <a:cxn ang="0">
                <a:pos x="365" y="402"/>
              </a:cxn>
              <a:cxn ang="0">
                <a:pos x="346" y="356"/>
              </a:cxn>
              <a:cxn ang="0">
                <a:pos x="301" y="338"/>
              </a:cxn>
              <a:cxn ang="0">
                <a:pos x="256" y="356"/>
              </a:cxn>
              <a:cxn ang="0">
                <a:pos x="237" y="402"/>
              </a:cxn>
              <a:cxn ang="0">
                <a:pos x="256" y="447"/>
              </a:cxn>
              <a:cxn ang="0">
                <a:pos x="273" y="459"/>
              </a:cxn>
              <a:cxn ang="0">
                <a:pos x="184" y="515"/>
              </a:cxn>
              <a:cxn ang="0">
                <a:pos x="122" y="411"/>
              </a:cxn>
              <a:cxn ang="0">
                <a:pos x="109" y="429"/>
              </a:cxn>
              <a:cxn ang="0">
                <a:pos x="64" y="448"/>
              </a:cxn>
              <a:cxn ang="0">
                <a:pos x="18" y="429"/>
              </a:cxn>
              <a:cxn ang="0">
                <a:pos x="0" y="385"/>
              </a:cxn>
              <a:cxn ang="0">
                <a:pos x="18" y="339"/>
              </a:cxn>
              <a:cxn ang="0">
                <a:pos x="64" y="321"/>
              </a:cxn>
              <a:cxn ang="0">
                <a:pos x="67" y="321"/>
              </a:cxn>
              <a:cxn ang="0">
                <a:pos x="3" y="213"/>
              </a:cxn>
              <a:cxn ang="0">
                <a:pos x="120" y="141"/>
              </a:cxn>
              <a:cxn ang="0">
                <a:pos x="119" y="155"/>
              </a:cxn>
              <a:cxn ang="0">
                <a:pos x="137" y="200"/>
              </a:cxn>
              <a:cxn ang="0">
                <a:pos x="182" y="218"/>
              </a:cxn>
              <a:cxn ang="0">
                <a:pos x="227" y="200"/>
              </a:cxn>
              <a:cxn ang="0">
                <a:pos x="246" y="155"/>
              </a:cxn>
              <a:cxn ang="0">
                <a:pos x="227" y="109"/>
              </a:cxn>
              <a:cxn ang="0">
                <a:pos x="198" y="92"/>
              </a:cxn>
              <a:cxn ang="0">
                <a:pos x="347" y="0"/>
              </a:cxn>
              <a:cxn ang="0">
                <a:pos x="443" y="159"/>
              </a:cxn>
              <a:cxn ang="0">
                <a:pos x="447" y="305"/>
              </a:cxn>
              <a:cxn ang="0">
                <a:pos x="458" y="345"/>
              </a:cxn>
            </a:cxnLst>
            <a:rect l="0" t="0" r="r" b="b"/>
            <a:pathLst>
              <a:path w="458" h="515">
                <a:moveTo>
                  <a:pt x="458" y="345"/>
                </a:moveTo>
                <a:cubicBezTo>
                  <a:pt x="365" y="403"/>
                  <a:pt x="365" y="403"/>
                  <a:pt x="365" y="403"/>
                </a:cubicBezTo>
                <a:cubicBezTo>
                  <a:pt x="365" y="402"/>
                  <a:pt x="365" y="402"/>
                  <a:pt x="365" y="402"/>
                </a:cubicBezTo>
                <a:cubicBezTo>
                  <a:pt x="365" y="384"/>
                  <a:pt x="358" y="369"/>
                  <a:pt x="346" y="356"/>
                </a:cubicBezTo>
                <a:cubicBezTo>
                  <a:pt x="334" y="344"/>
                  <a:pt x="319" y="338"/>
                  <a:pt x="301" y="338"/>
                </a:cubicBezTo>
                <a:cubicBezTo>
                  <a:pt x="283" y="338"/>
                  <a:pt x="268" y="344"/>
                  <a:pt x="256" y="356"/>
                </a:cubicBezTo>
                <a:cubicBezTo>
                  <a:pt x="243" y="369"/>
                  <a:pt x="237" y="384"/>
                  <a:pt x="237" y="402"/>
                </a:cubicBezTo>
                <a:cubicBezTo>
                  <a:pt x="237" y="419"/>
                  <a:pt x="243" y="434"/>
                  <a:pt x="256" y="447"/>
                </a:cubicBezTo>
                <a:cubicBezTo>
                  <a:pt x="261" y="452"/>
                  <a:pt x="267" y="456"/>
                  <a:pt x="273" y="459"/>
                </a:cubicBezTo>
                <a:cubicBezTo>
                  <a:pt x="184" y="515"/>
                  <a:pt x="184" y="515"/>
                  <a:pt x="184" y="515"/>
                </a:cubicBezTo>
                <a:cubicBezTo>
                  <a:pt x="122" y="411"/>
                  <a:pt x="122" y="411"/>
                  <a:pt x="122" y="411"/>
                </a:cubicBezTo>
                <a:cubicBezTo>
                  <a:pt x="119" y="418"/>
                  <a:pt x="114" y="424"/>
                  <a:pt x="109" y="429"/>
                </a:cubicBezTo>
                <a:cubicBezTo>
                  <a:pt x="96" y="442"/>
                  <a:pt x="81" y="448"/>
                  <a:pt x="64" y="448"/>
                </a:cubicBezTo>
                <a:cubicBezTo>
                  <a:pt x="46" y="448"/>
                  <a:pt x="31" y="442"/>
                  <a:pt x="18" y="429"/>
                </a:cubicBezTo>
                <a:cubicBezTo>
                  <a:pt x="6" y="417"/>
                  <a:pt x="0" y="402"/>
                  <a:pt x="0" y="385"/>
                </a:cubicBezTo>
                <a:cubicBezTo>
                  <a:pt x="0" y="367"/>
                  <a:pt x="6" y="352"/>
                  <a:pt x="18" y="339"/>
                </a:cubicBezTo>
                <a:cubicBezTo>
                  <a:pt x="31" y="327"/>
                  <a:pt x="46" y="321"/>
                  <a:pt x="64" y="321"/>
                </a:cubicBezTo>
                <a:cubicBezTo>
                  <a:pt x="65" y="321"/>
                  <a:pt x="66" y="321"/>
                  <a:pt x="67" y="321"/>
                </a:cubicBezTo>
                <a:cubicBezTo>
                  <a:pt x="3" y="213"/>
                  <a:pt x="3" y="213"/>
                  <a:pt x="3" y="213"/>
                </a:cubicBezTo>
                <a:cubicBezTo>
                  <a:pt x="120" y="141"/>
                  <a:pt x="120" y="141"/>
                  <a:pt x="120" y="141"/>
                </a:cubicBezTo>
                <a:cubicBezTo>
                  <a:pt x="119" y="145"/>
                  <a:pt x="119" y="150"/>
                  <a:pt x="119" y="155"/>
                </a:cubicBezTo>
                <a:cubicBezTo>
                  <a:pt x="119" y="172"/>
                  <a:pt x="125" y="187"/>
                  <a:pt x="137" y="200"/>
                </a:cubicBezTo>
                <a:cubicBezTo>
                  <a:pt x="150" y="212"/>
                  <a:pt x="165" y="218"/>
                  <a:pt x="182" y="218"/>
                </a:cubicBezTo>
                <a:cubicBezTo>
                  <a:pt x="200" y="218"/>
                  <a:pt x="215" y="212"/>
                  <a:pt x="227" y="200"/>
                </a:cubicBezTo>
                <a:cubicBezTo>
                  <a:pt x="240" y="187"/>
                  <a:pt x="246" y="172"/>
                  <a:pt x="246" y="155"/>
                </a:cubicBezTo>
                <a:cubicBezTo>
                  <a:pt x="246" y="137"/>
                  <a:pt x="240" y="122"/>
                  <a:pt x="227" y="109"/>
                </a:cubicBezTo>
                <a:cubicBezTo>
                  <a:pt x="219" y="101"/>
                  <a:pt x="209" y="95"/>
                  <a:pt x="198" y="92"/>
                </a:cubicBezTo>
                <a:cubicBezTo>
                  <a:pt x="347" y="0"/>
                  <a:pt x="347" y="0"/>
                  <a:pt x="347" y="0"/>
                </a:cubicBezTo>
                <a:cubicBezTo>
                  <a:pt x="396" y="43"/>
                  <a:pt x="428" y="97"/>
                  <a:pt x="443" y="159"/>
                </a:cubicBezTo>
                <a:cubicBezTo>
                  <a:pt x="454" y="205"/>
                  <a:pt x="456" y="254"/>
                  <a:pt x="447" y="305"/>
                </a:cubicBezTo>
                <a:cubicBezTo>
                  <a:pt x="445" y="314"/>
                  <a:pt x="449" y="328"/>
                  <a:pt x="458" y="345"/>
                </a:cubicBezTo>
                <a:close/>
              </a:path>
            </a:pathLst>
          </a:custGeom>
          <a:solidFill>
            <a:schemeClr val="accent2"/>
          </a:solidFill>
          <a:ln w="19050">
            <a:solidFill>
              <a:schemeClr val="accent2">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7" name="Freeform 7"/>
          <p:cNvSpPr>
            <a:spLocks/>
          </p:cNvSpPr>
          <p:nvPr/>
        </p:nvSpPr>
        <p:spPr bwMode="auto">
          <a:xfrm flipH="1">
            <a:off x="3578395" y="2639236"/>
            <a:ext cx="844813" cy="903251"/>
          </a:xfrm>
          <a:custGeom>
            <a:avLst/>
            <a:gdLst/>
            <a:ahLst/>
            <a:cxnLst>
              <a:cxn ang="0">
                <a:pos x="114" y="365"/>
              </a:cxn>
              <a:cxn ang="0">
                <a:pos x="92" y="330"/>
              </a:cxn>
              <a:cxn ang="0">
                <a:pos x="132" y="311"/>
              </a:cxn>
              <a:cxn ang="0">
                <a:pos x="151" y="266"/>
              </a:cxn>
              <a:cxn ang="0">
                <a:pos x="132" y="221"/>
              </a:cxn>
              <a:cxn ang="0">
                <a:pos x="87" y="202"/>
              </a:cxn>
              <a:cxn ang="0">
                <a:pos x="42" y="221"/>
              </a:cxn>
              <a:cxn ang="0">
                <a:pos x="33" y="232"/>
              </a:cxn>
              <a:cxn ang="0">
                <a:pos x="0" y="177"/>
              </a:cxn>
              <a:cxn ang="0">
                <a:pos x="89" y="121"/>
              </a:cxn>
              <a:cxn ang="0">
                <a:pos x="72" y="109"/>
              </a:cxn>
              <a:cxn ang="0">
                <a:pos x="53" y="64"/>
              </a:cxn>
              <a:cxn ang="0">
                <a:pos x="72" y="18"/>
              </a:cxn>
              <a:cxn ang="0">
                <a:pos x="117" y="0"/>
              </a:cxn>
              <a:cxn ang="0">
                <a:pos x="162" y="18"/>
              </a:cxn>
              <a:cxn ang="0">
                <a:pos x="181" y="64"/>
              </a:cxn>
              <a:cxn ang="0">
                <a:pos x="181" y="65"/>
              </a:cxn>
              <a:cxn ang="0">
                <a:pos x="274" y="7"/>
              </a:cxn>
              <a:cxn ang="0">
                <a:pos x="294" y="42"/>
              </a:cxn>
              <a:cxn ang="0">
                <a:pos x="344" y="112"/>
              </a:cxn>
              <a:cxn ang="0">
                <a:pos x="351" y="146"/>
              </a:cxn>
              <a:cxn ang="0">
                <a:pos x="324" y="167"/>
              </a:cxn>
              <a:cxn ang="0">
                <a:pos x="309" y="190"/>
              </a:cxn>
              <a:cxn ang="0">
                <a:pos x="313" y="216"/>
              </a:cxn>
              <a:cxn ang="0">
                <a:pos x="295" y="233"/>
              </a:cxn>
              <a:cxn ang="0">
                <a:pos x="277" y="236"/>
              </a:cxn>
              <a:cxn ang="0">
                <a:pos x="291" y="240"/>
              </a:cxn>
              <a:cxn ang="0">
                <a:pos x="305" y="256"/>
              </a:cxn>
              <a:cxn ang="0">
                <a:pos x="287" y="276"/>
              </a:cxn>
              <a:cxn ang="0">
                <a:pos x="269" y="285"/>
              </a:cxn>
              <a:cxn ang="0">
                <a:pos x="264" y="314"/>
              </a:cxn>
              <a:cxn ang="0">
                <a:pos x="253" y="361"/>
              </a:cxn>
              <a:cxn ang="0">
                <a:pos x="235" y="378"/>
              </a:cxn>
              <a:cxn ang="0">
                <a:pos x="214" y="379"/>
              </a:cxn>
              <a:cxn ang="0">
                <a:pos x="177" y="372"/>
              </a:cxn>
              <a:cxn ang="0">
                <a:pos x="117" y="366"/>
              </a:cxn>
              <a:cxn ang="0">
                <a:pos x="114" y="365"/>
              </a:cxn>
            </a:cxnLst>
            <a:rect l="0" t="0" r="r" b="b"/>
            <a:pathLst>
              <a:path w="355" h="380">
                <a:moveTo>
                  <a:pt x="114" y="365"/>
                </a:moveTo>
                <a:cubicBezTo>
                  <a:pt x="92" y="330"/>
                  <a:pt x="92" y="330"/>
                  <a:pt x="92" y="330"/>
                </a:cubicBezTo>
                <a:cubicBezTo>
                  <a:pt x="108" y="329"/>
                  <a:pt x="121" y="323"/>
                  <a:pt x="132" y="311"/>
                </a:cubicBezTo>
                <a:cubicBezTo>
                  <a:pt x="145" y="299"/>
                  <a:pt x="151" y="284"/>
                  <a:pt x="151" y="266"/>
                </a:cubicBezTo>
                <a:cubicBezTo>
                  <a:pt x="151" y="249"/>
                  <a:pt x="145" y="233"/>
                  <a:pt x="132" y="221"/>
                </a:cubicBezTo>
                <a:cubicBezTo>
                  <a:pt x="120" y="209"/>
                  <a:pt x="105" y="202"/>
                  <a:pt x="87" y="202"/>
                </a:cubicBezTo>
                <a:cubicBezTo>
                  <a:pt x="70" y="202"/>
                  <a:pt x="54" y="209"/>
                  <a:pt x="42" y="221"/>
                </a:cubicBezTo>
                <a:cubicBezTo>
                  <a:pt x="38" y="224"/>
                  <a:pt x="36" y="228"/>
                  <a:pt x="33" y="232"/>
                </a:cubicBezTo>
                <a:cubicBezTo>
                  <a:pt x="0" y="177"/>
                  <a:pt x="0" y="177"/>
                  <a:pt x="0" y="177"/>
                </a:cubicBezTo>
                <a:cubicBezTo>
                  <a:pt x="89" y="121"/>
                  <a:pt x="89" y="121"/>
                  <a:pt x="89" y="121"/>
                </a:cubicBezTo>
                <a:cubicBezTo>
                  <a:pt x="83" y="118"/>
                  <a:pt x="77" y="114"/>
                  <a:pt x="72" y="109"/>
                </a:cubicBezTo>
                <a:cubicBezTo>
                  <a:pt x="59" y="96"/>
                  <a:pt x="53" y="81"/>
                  <a:pt x="53" y="64"/>
                </a:cubicBezTo>
                <a:cubicBezTo>
                  <a:pt x="53" y="46"/>
                  <a:pt x="59" y="31"/>
                  <a:pt x="72" y="18"/>
                </a:cubicBezTo>
                <a:cubicBezTo>
                  <a:pt x="84" y="6"/>
                  <a:pt x="99" y="0"/>
                  <a:pt x="117" y="0"/>
                </a:cubicBezTo>
                <a:cubicBezTo>
                  <a:pt x="135" y="0"/>
                  <a:pt x="150" y="6"/>
                  <a:pt x="162" y="18"/>
                </a:cubicBezTo>
                <a:cubicBezTo>
                  <a:pt x="174" y="31"/>
                  <a:pt x="181" y="46"/>
                  <a:pt x="181" y="64"/>
                </a:cubicBezTo>
                <a:cubicBezTo>
                  <a:pt x="181" y="64"/>
                  <a:pt x="181" y="64"/>
                  <a:pt x="181" y="65"/>
                </a:cubicBezTo>
                <a:cubicBezTo>
                  <a:pt x="274" y="7"/>
                  <a:pt x="274" y="7"/>
                  <a:pt x="274" y="7"/>
                </a:cubicBezTo>
                <a:cubicBezTo>
                  <a:pt x="279" y="17"/>
                  <a:pt x="286" y="29"/>
                  <a:pt x="294" y="42"/>
                </a:cubicBezTo>
                <a:cubicBezTo>
                  <a:pt x="321" y="79"/>
                  <a:pt x="338" y="102"/>
                  <a:pt x="344" y="112"/>
                </a:cubicBezTo>
                <a:cubicBezTo>
                  <a:pt x="353" y="127"/>
                  <a:pt x="355" y="138"/>
                  <a:pt x="351" y="146"/>
                </a:cubicBezTo>
                <a:cubicBezTo>
                  <a:pt x="348" y="154"/>
                  <a:pt x="339" y="160"/>
                  <a:pt x="324" y="167"/>
                </a:cubicBezTo>
                <a:cubicBezTo>
                  <a:pt x="312" y="172"/>
                  <a:pt x="307" y="180"/>
                  <a:pt x="309" y="190"/>
                </a:cubicBezTo>
                <a:cubicBezTo>
                  <a:pt x="309" y="196"/>
                  <a:pt x="311" y="204"/>
                  <a:pt x="313" y="216"/>
                </a:cubicBezTo>
                <a:cubicBezTo>
                  <a:pt x="313" y="223"/>
                  <a:pt x="307" y="229"/>
                  <a:pt x="295" y="233"/>
                </a:cubicBezTo>
                <a:cubicBezTo>
                  <a:pt x="289" y="235"/>
                  <a:pt x="283" y="236"/>
                  <a:pt x="277" y="236"/>
                </a:cubicBezTo>
                <a:cubicBezTo>
                  <a:pt x="282" y="237"/>
                  <a:pt x="286" y="238"/>
                  <a:pt x="291" y="240"/>
                </a:cubicBezTo>
                <a:cubicBezTo>
                  <a:pt x="301" y="244"/>
                  <a:pt x="305" y="249"/>
                  <a:pt x="305" y="256"/>
                </a:cubicBezTo>
                <a:cubicBezTo>
                  <a:pt x="305" y="263"/>
                  <a:pt x="299" y="270"/>
                  <a:pt x="287" y="276"/>
                </a:cubicBezTo>
                <a:cubicBezTo>
                  <a:pt x="281" y="280"/>
                  <a:pt x="275" y="283"/>
                  <a:pt x="269" y="285"/>
                </a:cubicBezTo>
                <a:cubicBezTo>
                  <a:pt x="264" y="289"/>
                  <a:pt x="263" y="299"/>
                  <a:pt x="264" y="314"/>
                </a:cubicBezTo>
                <a:cubicBezTo>
                  <a:pt x="265" y="332"/>
                  <a:pt x="261" y="347"/>
                  <a:pt x="253" y="361"/>
                </a:cubicBezTo>
                <a:cubicBezTo>
                  <a:pt x="247" y="370"/>
                  <a:pt x="241" y="376"/>
                  <a:pt x="235" y="378"/>
                </a:cubicBezTo>
                <a:cubicBezTo>
                  <a:pt x="230" y="380"/>
                  <a:pt x="223" y="380"/>
                  <a:pt x="214" y="379"/>
                </a:cubicBezTo>
                <a:cubicBezTo>
                  <a:pt x="208" y="378"/>
                  <a:pt x="196" y="375"/>
                  <a:pt x="177" y="372"/>
                </a:cubicBezTo>
                <a:cubicBezTo>
                  <a:pt x="158" y="368"/>
                  <a:pt x="138" y="366"/>
                  <a:pt x="117" y="366"/>
                </a:cubicBezTo>
                <a:cubicBezTo>
                  <a:pt x="116" y="365"/>
                  <a:pt x="115" y="365"/>
                  <a:pt x="114" y="365"/>
                </a:cubicBezTo>
                <a:close/>
              </a:path>
            </a:pathLst>
          </a:custGeom>
          <a:solidFill>
            <a:schemeClr val="accent1"/>
          </a:solidFill>
          <a:ln w="19050">
            <a:solidFill>
              <a:schemeClr val="accent1">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8" name="Freeform 8"/>
          <p:cNvSpPr>
            <a:spLocks/>
          </p:cNvSpPr>
          <p:nvPr/>
        </p:nvSpPr>
        <p:spPr bwMode="auto">
          <a:xfrm flipH="1">
            <a:off x="4423208" y="2341964"/>
            <a:ext cx="1088729" cy="1156059"/>
          </a:xfrm>
          <a:custGeom>
            <a:avLst/>
            <a:gdLst/>
            <a:ahLst/>
            <a:cxnLst>
              <a:cxn ang="0">
                <a:pos x="457" y="302"/>
              </a:cxn>
              <a:cxn ang="0">
                <a:pos x="367" y="357"/>
              </a:cxn>
              <a:cxn ang="0">
                <a:pos x="382" y="368"/>
              </a:cxn>
              <a:cxn ang="0">
                <a:pos x="400" y="414"/>
              </a:cxn>
              <a:cxn ang="0">
                <a:pos x="382" y="458"/>
              </a:cxn>
              <a:cxn ang="0">
                <a:pos x="337" y="477"/>
              </a:cxn>
              <a:cxn ang="0">
                <a:pos x="291" y="458"/>
              </a:cxn>
              <a:cxn ang="0">
                <a:pos x="273" y="416"/>
              </a:cxn>
              <a:cxn ang="0">
                <a:pos x="158" y="486"/>
              </a:cxn>
              <a:cxn ang="0">
                <a:pos x="148" y="435"/>
              </a:cxn>
              <a:cxn ang="0">
                <a:pos x="139" y="403"/>
              </a:cxn>
              <a:cxn ang="0">
                <a:pos x="108" y="372"/>
              </a:cxn>
              <a:cxn ang="0">
                <a:pos x="45" y="283"/>
              </a:cxn>
              <a:cxn ang="0">
                <a:pos x="0" y="172"/>
              </a:cxn>
              <a:cxn ang="0">
                <a:pos x="83" y="120"/>
              </a:cxn>
              <a:cxn ang="0">
                <a:pos x="83" y="125"/>
              </a:cxn>
              <a:cxn ang="0">
                <a:pos x="101" y="170"/>
              </a:cxn>
              <a:cxn ang="0">
                <a:pos x="146" y="188"/>
              </a:cxn>
              <a:cxn ang="0">
                <a:pos x="191" y="170"/>
              </a:cxn>
              <a:cxn ang="0">
                <a:pos x="210" y="125"/>
              </a:cxn>
              <a:cxn ang="0">
                <a:pos x="191" y="79"/>
              </a:cxn>
              <a:cxn ang="0">
                <a:pos x="171" y="65"/>
              </a:cxn>
              <a:cxn ang="0">
                <a:pos x="276" y="0"/>
              </a:cxn>
              <a:cxn ang="0">
                <a:pos x="340" y="108"/>
              </a:cxn>
              <a:cxn ang="0">
                <a:pos x="337" y="108"/>
              </a:cxn>
              <a:cxn ang="0">
                <a:pos x="291" y="126"/>
              </a:cxn>
              <a:cxn ang="0">
                <a:pos x="273" y="172"/>
              </a:cxn>
              <a:cxn ang="0">
                <a:pos x="291" y="216"/>
              </a:cxn>
              <a:cxn ang="0">
                <a:pos x="337" y="235"/>
              </a:cxn>
              <a:cxn ang="0">
                <a:pos x="382" y="216"/>
              </a:cxn>
              <a:cxn ang="0">
                <a:pos x="395" y="198"/>
              </a:cxn>
              <a:cxn ang="0">
                <a:pos x="457" y="302"/>
              </a:cxn>
            </a:cxnLst>
            <a:rect l="0" t="0" r="r" b="b"/>
            <a:pathLst>
              <a:path w="457" h="486">
                <a:moveTo>
                  <a:pt x="457" y="302"/>
                </a:moveTo>
                <a:cubicBezTo>
                  <a:pt x="367" y="357"/>
                  <a:pt x="367" y="357"/>
                  <a:pt x="367" y="357"/>
                </a:cubicBezTo>
                <a:cubicBezTo>
                  <a:pt x="372" y="360"/>
                  <a:pt x="377" y="364"/>
                  <a:pt x="382" y="368"/>
                </a:cubicBezTo>
                <a:cubicBezTo>
                  <a:pt x="394" y="381"/>
                  <a:pt x="400" y="396"/>
                  <a:pt x="400" y="414"/>
                </a:cubicBezTo>
                <a:cubicBezTo>
                  <a:pt x="400" y="431"/>
                  <a:pt x="394" y="446"/>
                  <a:pt x="382" y="458"/>
                </a:cubicBezTo>
                <a:cubicBezTo>
                  <a:pt x="369" y="471"/>
                  <a:pt x="354" y="477"/>
                  <a:pt x="337" y="477"/>
                </a:cubicBezTo>
                <a:cubicBezTo>
                  <a:pt x="319" y="477"/>
                  <a:pt x="304" y="471"/>
                  <a:pt x="291" y="458"/>
                </a:cubicBezTo>
                <a:cubicBezTo>
                  <a:pt x="280" y="447"/>
                  <a:pt x="273" y="432"/>
                  <a:pt x="273" y="416"/>
                </a:cubicBezTo>
                <a:cubicBezTo>
                  <a:pt x="158" y="486"/>
                  <a:pt x="158" y="486"/>
                  <a:pt x="158" y="486"/>
                </a:cubicBezTo>
                <a:cubicBezTo>
                  <a:pt x="156" y="469"/>
                  <a:pt x="152" y="452"/>
                  <a:pt x="148" y="435"/>
                </a:cubicBezTo>
                <a:cubicBezTo>
                  <a:pt x="139" y="403"/>
                  <a:pt x="139" y="403"/>
                  <a:pt x="139" y="403"/>
                </a:cubicBezTo>
                <a:cubicBezTo>
                  <a:pt x="108" y="372"/>
                  <a:pt x="108" y="372"/>
                  <a:pt x="108" y="372"/>
                </a:cubicBezTo>
                <a:cubicBezTo>
                  <a:pt x="84" y="345"/>
                  <a:pt x="63" y="315"/>
                  <a:pt x="45" y="283"/>
                </a:cubicBezTo>
                <a:cubicBezTo>
                  <a:pt x="25" y="246"/>
                  <a:pt x="9" y="209"/>
                  <a:pt x="0" y="172"/>
                </a:cubicBezTo>
                <a:cubicBezTo>
                  <a:pt x="83" y="120"/>
                  <a:pt x="83" y="120"/>
                  <a:pt x="83" y="120"/>
                </a:cubicBezTo>
                <a:cubicBezTo>
                  <a:pt x="83" y="122"/>
                  <a:pt x="83" y="123"/>
                  <a:pt x="83" y="125"/>
                </a:cubicBezTo>
                <a:cubicBezTo>
                  <a:pt x="83" y="142"/>
                  <a:pt x="89" y="157"/>
                  <a:pt x="101" y="170"/>
                </a:cubicBezTo>
                <a:cubicBezTo>
                  <a:pt x="114" y="182"/>
                  <a:pt x="129" y="188"/>
                  <a:pt x="146" y="188"/>
                </a:cubicBezTo>
                <a:cubicBezTo>
                  <a:pt x="164" y="188"/>
                  <a:pt x="179" y="182"/>
                  <a:pt x="191" y="170"/>
                </a:cubicBezTo>
                <a:cubicBezTo>
                  <a:pt x="204" y="157"/>
                  <a:pt x="210" y="142"/>
                  <a:pt x="210" y="125"/>
                </a:cubicBezTo>
                <a:cubicBezTo>
                  <a:pt x="210" y="107"/>
                  <a:pt x="204" y="92"/>
                  <a:pt x="191" y="79"/>
                </a:cubicBezTo>
                <a:cubicBezTo>
                  <a:pt x="185" y="73"/>
                  <a:pt x="178" y="68"/>
                  <a:pt x="171" y="65"/>
                </a:cubicBezTo>
                <a:cubicBezTo>
                  <a:pt x="276" y="0"/>
                  <a:pt x="276" y="0"/>
                  <a:pt x="276" y="0"/>
                </a:cubicBezTo>
                <a:cubicBezTo>
                  <a:pt x="340" y="108"/>
                  <a:pt x="340" y="108"/>
                  <a:pt x="340" y="108"/>
                </a:cubicBezTo>
                <a:cubicBezTo>
                  <a:pt x="339" y="108"/>
                  <a:pt x="338" y="108"/>
                  <a:pt x="337" y="108"/>
                </a:cubicBezTo>
                <a:cubicBezTo>
                  <a:pt x="319" y="108"/>
                  <a:pt x="304" y="114"/>
                  <a:pt x="291" y="126"/>
                </a:cubicBezTo>
                <a:cubicBezTo>
                  <a:pt x="279" y="139"/>
                  <a:pt x="273" y="154"/>
                  <a:pt x="273" y="172"/>
                </a:cubicBezTo>
                <a:cubicBezTo>
                  <a:pt x="273" y="189"/>
                  <a:pt x="279" y="204"/>
                  <a:pt x="291" y="216"/>
                </a:cubicBezTo>
                <a:cubicBezTo>
                  <a:pt x="304" y="229"/>
                  <a:pt x="319" y="235"/>
                  <a:pt x="337" y="235"/>
                </a:cubicBezTo>
                <a:cubicBezTo>
                  <a:pt x="354" y="235"/>
                  <a:pt x="369" y="229"/>
                  <a:pt x="382" y="216"/>
                </a:cubicBezTo>
                <a:cubicBezTo>
                  <a:pt x="387" y="211"/>
                  <a:pt x="392" y="205"/>
                  <a:pt x="395" y="198"/>
                </a:cubicBezTo>
                <a:lnTo>
                  <a:pt x="457" y="302"/>
                </a:lnTo>
                <a:close/>
              </a:path>
            </a:pathLst>
          </a:custGeom>
          <a:solidFill>
            <a:schemeClr val="accent5"/>
          </a:solidFill>
          <a:ln w="19050">
            <a:solidFill>
              <a:schemeClr val="accent5">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9" name="Freeform 9"/>
          <p:cNvSpPr>
            <a:spLocks/>
          </p:cNvSpPr>
          <p:nvPr/>
        </p:nvSpPr>
        <p:spPr bwMode="auto">
          <a:xfrm flipH="1">
            <a:off x="4063687" y="3059738"/>
            <a:ext cx="1171304" cy="948985"/>
          </a:xfrm>
          <a:custGeom>
            <a:avLst/>
            <a:gdLst/>
            <a:ahLst/>
            <a:cxnLst>
              <a:cxn ang="0">
                <a:pos x="455" y="188"/>
              </a:cxn>
              <a:cxn ang="0">
                <a:pos x="371" y="286"/>
              </a:cxn>
              <a:cxn ang="0">
                <a:pos x="361" y="387"/>
              </a:cxn>
              <a:cxn ang="0">
                <a:pos x="363" y="399"/>
              </a:cxn>
              <a:cxn ang="0">
                <a:pos x="0" y="399"/>
              </a:cxn>
              <a:cxn ang="0">
                <a:pos x="45" y="209"/>
              </a:cxn>
              <a:cxn ang="0">
                <a:pos x="42" y="184"/>
              </a:cxn>
              <a:cxn ang="0">
                <a:pos x="157" y="114"/>
              </a:cxn>
              <a:cxn ang="0">
                <a:pos x="175" y="156"/>
              </a:cxn>
              <a:cxn ang="0">
                <a:pos x="221" y="175"/>
              </a:cxn>
              <a:cxn ang="0">
                <a:pos x="266" y="156"/>
              </a:cxn>
              <a:cxn ang="0">
                <a:pos x="284" y="112"/>
              </a:cxn>
              <a:cxn ang="0">
                <a:pos x="266" y="66"/>
              </a:cxn>
              <a:cxn ang="0">
                <a:pos x="251" y="55"/>
              </a:cxn>
              <a:cxn ang="0">
                <a:pos x="341" y="0"/>
              </a:cxn>
              <a:cxn ang="0">
                <a:pos x="374" y="55"/>
              </a:cxn>
              <a:cxn ang="0">
                <a:pos x="383" y="44"/>
              </a:cxn>
              <a:cxn ang="0">
                <a:pos x="428" y="25"/>
              </a:cxn>
              <a:cxn ang="0">
                <a:pos x="473" y="44"/>
              </a:cxn>
              <a:cxn ang="0">
                <a:pos x="492" y="89"/>
              </a:cxn>
              <a:cxn ang="0">
                <a:pos x="473" y="134"/>
              </a:cxn>
              <a:cxn ang="0">
                <a:pos x="433" y="153"/>
              </a:cxn>
              <a:cxn ang="0">
                <a:pos x="455" y="188"/>
              </a:cxn>
            </a:cxnLst>
            <a:rect l="0" t="0" r="r" b="b"/>
            <a:pathLst>
              <a:path w="492" h="399">
                <a:moveTo>
                  <a:pt x="455" y="188"/>
                </a:moveTo>
                <a:cubicBezTo>
                  <a:pt x="414" y="188"/>
                  <a:pt x="386" y="221"/>
                  <a:pt x="371" y="286"/>
                </a:cubicBezTo>
                <a:cubicBezTo>
                  <a:pt x="364" y="320"/>
                  <a:pt x="360" y="353"/>
                  <a:pt x="361" y="387"/>
                </a:cubicBezTo>
                <a:cubicBezTo>
                  <a:pt x="363" y="399"/>
                  <a:pt x="363" y="399"/>
                  <a:pt x="363" y="399"/>
                </a:cubicBezTo>
                <a:cubicBezTo>
                  <a:pt x="0" y="399"/>
                  <a:pt x="0" y="399"/>
                  <a:pt x="0" y="399"/>
                </a:cubicBezTo>
                <a:cubicBezTo>
                  <a:pt x="38" y="354"/>
                  <a:pt x="53" y="290"/>
                  <a:pt x="45" y="209"/>
                </a:cubicBezTo>
                <a:cubicBezTo>
                  <a:pt x="45" y="201"/>
                  <a:pt x="44" y="193"/>
                  <a:pt x="42" y="184"/>
                </a:cubicBezTo>
                <a:cubicBezTo>
                  <a:pt x="157" y="114"/>
                  <a:pt x="157" y="114"/>
                  <a:pt x="157" y="114"/>
                </a:cubicBezTo>
                <a:cubicBezTo>
                  <a:pt x="157" y="130"/>
                  <a:pt x="164" y="145"/>
                  <a:pt x="175" y="156"/>
                </a:cubicBezTo>
                <a:cubicBezTo>
                  <a:pt x="188" y="169"/>
                  <a:pt x="203" y="175"/>
                  <a:pt x="221" y="175"/>
                </a:cubicBezTo>
                <a:cubicBezTo>
                  <a:pt x="238" y="175"/>
                  <a:pt x="253" y="169"/>
                  <a:pt x="266" y="156"/>
                </a:cubicBezTo>
                <a:cubicBezTo>
                  <a:pt x="278" y="144"/>
                  <a:pt x="284" y="129"/>
                  <a:pt x="284" y="112"/>
                </a:cubicBezTo>
                <a:cubicBezTo>
                  <a:pt x="284" y="94"/>
                  <a:pt x="278" y="79"/>
                  <a:pt x="266" y="66"/>
                </a:cubicBezTo>
                <a:cubicBezTo>
                  <a:pt x="261" y="62"/>
                  <a:pt x="256" y="58"/>
                  <a:pt x="251" y="55"/>
                </a:cubicBezTo>
                <a:cubicBezTo>
                  <a:pt x="341" y="0"/>
                  <a:pt x="341" y="0"/>
                  <a:pt x="341" y="0"/>
                </a:cubicBezTo>
                <a:cubicBezTo>
                  <a:pt x="374" y="55"/>
                  <a:pt x="374" y="55"/>
                  <a:pt x="374" y="55"/>
                </a:cubicBezTo>
                <a:cubicBezTo>
                  <a:pt x="377" y="51"/>
                  <a:pt x="379" y="47"/>
                  <a:pt x="383" y="44"/>
                </a:cubicBezTo>
                <a:cubicBezTo>
                  <a:pt x="395" y="32"/>
                  <a:pt x="411" y="25"/>
                  <a:pt x="428" y="25"/>
                </a:cubicBezTo>
                <a:cubicBezTo>
                  <a:pt x="446" y="25"/>
                  <a:pt x="461" y="32"/>
                  <a:pt x="473" y="44"/>
                </a:cubicBezTo>
                <a:cubicBezTo>
                  <a:pt x="486" y="56"/>
                  <a:pt x="492" y="72"/>
                  <a:pt x="492" y="89"/>
                </a:cubicBezTo>
                <a:cubicBezTo>
                  <a:pt x="492" y="107"/>
                  <a:pt x="486" y="122"/>
                  <a:pt x="473" y="134"/>
                </a:cubicBezTo>
                <a:cubicBezTo>
                  <a:pt x="462" y="146"/>
                  <a:pt x="449" y="152"/>
                  <a:pt x="433" y="153"/>
                </a:cubicBezTo>
                <a:lnTo>
                  <a:pt x="455" y="188"/>
                </a:lnTo>
                <a:close/>
              </a:path>
            </a:pathLst>
          </a:custGeom>
          <a:solidFill>
            <a:schemeClr val="accent6"/>
          </a:solidFill>
          <a:ln w="19050">
            <a:solidFill>
              <a:schemeClr val="accent6">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0" name="Freeform 10"/>
          <p:cNvSpPr>
            <a:spLocks/>
          </p:cNvSpPr>
          <p:nvPr/>
        </p:nvSpPr>
        <p:spPr bwMode="auto">
          <a:xfrm flipH="1">
            <a:off x="4853872" y="1782990"/>
            <a:ext cx="697447" cy="1006153"/>
          </a:xfrm>
          <a:custGeom>
            <a:avLst/>
            <a:gdLst/>
            <a:ahLst/>
            <a:cxnLst>
              <a:cxn ang="0">
                <a:pos x="17" y="407"/>
              </a:cxn>
              <a:cxn ang="0">
                <a:pos x="18" y="207"/>
              </a:cxn>
              <a:cxn ang="0">
                <a:pos x="101" y="47"/>
              </a:cxn>
              <a:cxn ang="0">
                <a:pos x="151" y="0"/>
              </a:cxn>
              <a:cxn ang="0">
                <a:pos x="196" y="74"/>
              </a:cxn>
              <a:cxn ang="0">
                <a:pos x="186" y="73"/>
              </a:cxn>
              <a:cxn ang="0">
                <a:pos x="140" y="92"/>
              </a:cxn>
              <a:cxn ang="0">
                <a:pos x="122" y="137"/>
              </a:cxn>
              <a:cxn ang="0">
                <a:pos x="140" y="182"/>
              </a:cxn>
              <a:cxn ang="0">
                <a:pos x="186" y="201"/>
              </a:cxn>
              <a:cxn ang="0">
                <a:pos x="231" y="182"/>
              </a:cxn>
              <a:cxn ang="0">
                <a:pos x="246" y="158"/>
              </a:cxn>
              <a:cxn ang="0">
                <a:pos x="293" y="235"/>
              </a:cxn>
              <a:cxn ang="0">
                <a:pos x="188" y="300"/>
              </a:cxn>
              <a:cxn ang="0">
                <a:pos x="208" y="314"/>
              </a:cxn>
              <a:cxn ang="0">
                <a:pos x="227" y="360"/>
              </a:cxn>
              <a:cxn ang="0">
                <a:pos x="208" y="405"/>
              </a:cxn>
              <a:cxn ang="0">
                <a:pos x="163" y="423"/>
              </a:cxn>
              <a:cxn ang="0">
                <a:pos x="118" y="405"/>
              </a:cxn>
              <a:cxn ang="0">
                <a:pos x="100" y="360"/>
              </a:cxn>
              <a:cxn ang="0">
                <a:pos x="100" y="355"/>
              </a:cxn>
              <a:cxn ang="0">
                <a:pos x="17" y="407"/>
              </a:cxn>
            </a:cxnLst>
            <a:rect l="0" t="0" r="r" b="b"/>
            <a:pathLst>
              <a:path w="293" h="423">
                <a:moveTo>
                  <a:pt x="17" y="407"/>
                </a:moveTo>
                <a:cubicBezTo>
                  <a:pt x="0" y="341"/>
                  <a:pt x="1" y="275"/>
                  <a:pt x="18" y="207"/>
                </a:cubicBezTo>
                <a:cubicBezTo>
                  <a:pt x="33" y="145"/>
                  <a:pt x="61" y="92"/>
                  <a:pt x="101" y="47"/>
                </a:cubicBezTo>
                <a:cubicBezTo>
                  <a:pt x="116" y="29"/>
                  <a:pt x="133" y="14"/>
                  <a:pt x="151" y="0"/>
                </a:cubicBezTo>
                <a:cubicBezTo>
                  <a:pt x="196" y="74"/>
                  <a:pt x="196" y="74"/>
                  <a:pt x="196" y="74"/>
                </a:cubicBezTo>
                <a:cubicBezTo>
                  <a:pt x="193" y="74"/>
                  <a:pt x="189" y="73"/>
                  <a:pt x="186" y="73"/>
                </a:cubicBezTo>
                <a:cubicBezTo>
                  <a:pt x="168" y="73"/>
                  <a:pt x="153" y="80"/>
                  <a:pt x="140" y="92"/>
                </a:cubicBezTo>
                <a:cubicBezTo>
                  <a:pt x="128" y="104"/>
                  <a:pt x="122" y="120"/>
                  <a:pt x="122" y="137"/>
                </a:cubicBezTo>
                <a:cubicBezTo>
                  <a:pt x="122" y="155"/>
                  <a:pt x="128" y="170"/>
                  <a:pt x="140" y="182"/>
                </a:cubicBezTo>
                <a:cubicBezTo>
                  <a:pt x="153" y="195"/>
                  <a:pt x="168" y="201"/>
                  <a:pt x="186" y="201"/>
                </a:cubicBezTo>
                <a:cubicBezTo>
                  <a:pt x="203" y="201"/>
                  <a:pt x="218" y="195"/>
                  <a:pt x="231" y="182"/>
                </a:cubicBezTo>
                <a:cubicBezTo>
                  <a:pt x="238" y="175"/>
                  <a:pt x="243" y="167"/>
                  <a:pt x="246" y="158"/>
                </a:cubicBezTo>
                <a:cubicBezTo>
                  <a:pt x="293" y="235"/>
                  <a:pt x="293" y="235"/>
                  <a:pt x="293" y="235"/>
                </a:cubicBezTo>
                <a:cubicBezTo>
                  <a:pt x="188" y="300"/>
                  <a:pt x="188" y="300"/>
                  <a:pt x="188" y="300"/>
                </a:cubicBezTo>
                <a:cubicBezTo>
                  <a:pt x="195" y="303"/>
                  <a:pt x="202" y="308"/>
                  <a:pt x="208" y="314"/>
                </a:cubicBezTo>
                <a:cubicBezTo>
                  <a:pt x="221" y="327"/>
                  <a:pt x="227" y="342"/>
                  <a:pt x="227" y="360"/>
                </a:cubicBezTo>
                <a:cubicBezTo>
                  <a:pt x="227" y="377"/>
                  <a:pt x="221" y="392"/>
                  <a:pt x="208" y="405"/>
                </a:cubicBezTo>
                <a:cubicBezTo>
                  <a:pt x="196" y="417"/>
                  <a:pt x="181" y="423"/>
                  <a:pt x="163" y="423"/>
                </a:cubicBezTo>
                <a:cubicBezTo>
                  <a:pt x="146" y="423"/>
                  <a:pt x="131" y="417"/>
                  <a:pt x="118" y="405"/>
                </a:cubicBezTo>
                <a:cubicBezTo>
                  <a:pt x="106" y="392"/>
                  <a:pt x="100" y="377"/>
                  <a:pt x="100" y="360"/>
                </a:cubicBezTo>
                <a:cubicBezTo>
                  <a:pt x="100" y="358"/>
                  <a:pt x="100" y="357"/>
                  <a:pt x="100" y="355"/>
                </a:cubicBezTo>
                <a:lnTo>
                  <a:pt x="17" y="407"/>
                </a:lnTo>
                <a:close/>
              </a:path>
            </a:pathLst>
          </a:custGeom>
          <a:solidFill>
            <a:schemeClr val="accent4"/>
          </a:solidFill>
          <a:ln w="19050">
            <a:solidFill>
              <a:schemeClr val="accent4">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Text Placeholder 3"/>
          <p:cNvSpPr txBox="1">
            <a:spLocks/>
          </p:cNvSpPr>
          <p:nvPr/>
        </p:nvSpPr>
        <p:spPr>
          <a:xfrm>
            <a:off x="1048730" y="1650038"/>
            <a:ext cx="2381607" cy="63094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1"/>
                </a:solidFill>
              </a:rPr>
              <a:t>Keyword goes here</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 alteration There are many</a:t>
            </a:r>
          </a:p>
        </p:txBody>
      </p:sp>
      <p:sp>
        <p:nvSpPr>
          <p:cNvPr id="25" name="Freeform 45"/>
          <p:cNvSpPr>
            <a:spLocks noEditPoints="1"/>
          </p:cNvSpPr>
          <p:nvPr/>
        </p:nvSpPr>
        <p:spPr bwMode="auto">
          <a:xfrm>
            <a:off x="654724" y="182746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5"/>
          <p:cNvSpPr>
            <a:spLocks noEditPoints="1"/>
          </p:cNvSpPr>
          <p:nvPr/>
        </p:nvSpPr>
        <p:spPr bwMode="auto">
          <a:xfrm>
            <a:off x="654724" y="2636697"/>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5"/>
          <p:cNvSpPr>
            <a:spLocks noEditPoints="1"/>
          </p:cNvSpPr>
          <p:nvPr/>
        </p:nvSpPr>
        <p:spPr bwMode="auto">
          <a:xfrm>
            <a:off x="654724" y="3449981"/>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5"/>
          <p:cNvSpPr>
            <a:spLocks noEditPoints="1"/>
          </p:cNvSpPr>
          <p:nvPr/>
        </p:nvSpPr>
        <p:spPr bwMode="auto">
          <a:xfrm>
            <a:off x="8170419" y="1841207"/>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5"/>
          <p:cNvSpPr>
            <a:spLocks noEditPoints="1"/>
          </p:cNvSpPr>
          <p:nvPr/>
        </p:nvSpPr>
        <p:spPr bwMode="auto">
          <a:xfrm>
            <a:off x="8170419" y="265671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5"/>
          <p:cNvSpPr>
            <a:spLocks noEditPoints="1"/>
          </p:cNvSpPr>
          <p:nvPr/>
        </p:nvSpPr>
        <p:spPr bwMode="auto">
          <a:xfrm>
            <a:off x="8170419" y="345994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Text Placeholder 3"/>
          <p:cNvSpPr txBox="1">
            <a:spLocks/>
          </p:cNvSpPr>
          <p:nvPr/>
        </p:nvSpPr>
        <p:spPr>
          <a:xfrm>
            <a:off x="1048730" y="2459271"/>
            <a:ext cx="2381607" cy="63094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2"/>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 alteration There are many</a:t>
            </a:r>
          </a:p>
        </p:txBody>
      </p:sp>
      <p:sp>
        <p:nvSpPr>
          <p:cNvPr id="32" name="Text Placeholder 3"/>
          <p:cNvSpPr txBox="1">
            <a:spLocks/>
          </p:cNvSpPr>
          <p:nvPr/>
        </p:nvSpPr>
        <p:spPr>
          <a:xfrm>
            <a:off x="1048730" y="3272555"/>
            <a:ext cx="2381607" cy="63094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accent3"/>
                </a:solidFill>
              </a:rPr>
              <a:t>Keyword goes here </a:t>
            </a:r>
            <a:br>
              <a:rPr lang="en-US" sz="1000" dirty="0">
                <a:solidFill>
                  <a:schemeClr val="tx2">
                    <a:lumMod val="50000"/>
                    <a:lumOff val="50000"/>
                  </a:schemeClr>
                </a:solidFill>
              </a:rPr>
            </a:br>
            <a:r>
              <a:rPr lang="en-US" sz="1000" dirty="0">
                <a:solidFill>
                  <a:schemeClr val="tx2">
                    <a:lumMod val="50000"/>
                    <a:lumOff val="50000"/>
                  </a:schemeClr>
                </a:solidFill>
              </a:rPr>
              <a:t>There are many variations of passages of lorem but the majority have suffered alteration There are many</a:t>
            </a:r>
          </a:p>
        </p:txBody>
      </p:sp>
      <p:sp>
        <p:nvSpPr>
          <p:cNvPr id="34" name="Text Placeholder 3"/>
          <p:cNvSpPr txBox="1">
            <a:spLocks/>
          </p:cNvSpPr>
          <p:nvPr/>
        </p:nvSpPr>
        <p:spPr>
          <a:xfrm>
            <a:off x="5666533" y="1650038"/>
            <a:ext cx="2381607" cy="63094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accent4"/>
                </a:solidFill>
              </a:rPr>
              <a:t>Keyword goes here </a:t>
            </a:r>
            <a:br>
              <a:rPr lang="en-US" sz="1100" dirty="0">
                <a:solidFill>
                  <a:schemeClr val="accent4"/>
                </a:solidFill>
              </a:rPr>
            </a:br>
            <a:r>
              <a:rPr lang="en-US" sz="1000" dirty="0">
                <a:solidFill>
                  <a:schemeClr val="tx2">
                    <a:lumMod val="50000"/>
                    <a:lumOff val="50000"/>
                  </a:schemeClr>
                </a:solidFill>
              </a:rPr>
              <a:t>There are many variations of passages of</a:t>
            </a:r>
            <a:br>
              <a:rPr lang="en-US" sz="1000" dirty="0">
                <a:solidFill>
                  <a:schemeClr val="tx2">
                    <a:lumMod val="50000"/>
                    <a:lumOff val="50000"/>
                  </a:schemeClr>
                </a:solidFill>
              </a:rPr>
            </a:br>
            <a:r>
              <a:rPr lang="en-US" sz="1000" dirty="0">
                <a:solidFill>
                  <a:schemeClr val="tx2">
                    <a:lumMod val="50000"/>
                    <a:lumOff val="50000"/>
                  </a:schemeClr>
                </a:solidFill>
              </a:rPr>
              <a:t> lorem but the majority have suffered alteration There are many</a:t>
            </a:r>
          </a:p>
        </p:txBody>
      </p:sp>
      <p:sp>
        <p:nvSpPr>
          <p:cNvPr id="35" name="Text Placeholder 3"/>
          <p:cNvSpPr txBox="1">
            <a:spLocks/>
          </p:cNvSpPr>
          <p:nvPr/>
        </p:nvSpPr>
        <p:spPr>
          <a:xfrm>
            <a:off x="5666533" y="2459271"/>
            <a:ext cx="2381607" cy="63094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accent5"/>
                </a:solidFill>
              </a:rPr>
              <a:t>Keyword goes here </a:t>
            </a:r>
            <a:br>
              <a:rPr lang="en-US" sz="1100" dirty="0">
                <a:solidFill>
                  <a:schemeClr val="accent5"/>
                </a:solidFill>
              </a:rPr>
            </a:br>
            <a:r>
              <a:rPr lang="en-US" sz="1000" dirty="0">
                <a:solidFill>
                  <a:schemeClr val="tx2">
                    <a:lumMod val="50000"/>
                    <a:lumOff val="50000"/>
                  </a:schemeClr>
                </a:solidFill>
              </a:rPr>
              <a:t>There are many variations of passages of lorem but the majority have suffered alteration There are many</a:t>
            </a:r>
          </a:p>
        </p:txBody>
      </p:sp>
      <p:sp>
        <p:nvSpPr>
          <p:cNvPr id="36" name="Text Placeholder 3"/>
          <p:cNvSpPr txBox="1">
            <a:spLocks/>
          </p:cNvSpPr>
          <p:nvPr/>
        </p:nvSpPr>
        <p:spPr>
          <a:xfrm>
            <a:off x="5666533" y="3272555"/>
            <a:ext cx="2381607" cy="63094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accent6"/>
                </a:solidFill>
              </a:rPr>
              <a:t>Keyword goes here</a:t>
            </a:r>
            <a:endParaRPr lang="en-US" sz="1100" dirty="0">
              <a:solidFill>
                <a:schemeClr val="accent6"/>
              </a:solidFill>
            </a:endParaRPr>
          </a:p>
          <a:p>
            <a:pPr algn="r"/>
            <a:r>
              <a:rPr lang="en-US" sz="1000" dirty="0">
                <a:solidFill>
                  <a:schemeClr val="tx2">
                    <a:lumMod val="50000"/>
                    <a:lumOff val="50000"/>
                  </a:schemeClr>
                </a:solidFill>
              </a:rPr>
              <a:t>There are many variations of passages of lorem but the majority have suffered alteration There are many</a:t>
            </a:r>
          </a:p>
        </p:txBody>
      </p:sp>
      <p:sp>
        <p:nvSpPr>
          <p:cNvPr id="37" name="Text Placeholder 3"/>
          <p:cNvSpPr txBox="1">
            <a:spLocks/>
          </p:cNvSpPr>
          <p:nvPr/>
        </p:nvSpPr>
        <p:spPr>
          <a:xfrm>
            <a:off x="3803824" y="2879723"/>
            <a:ext cx="285335"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000" dirty="0">
                <a:solidFill>
                  <a:schemeClr val="bg1"/>
                </a:solidFill>
              </a:rPr>
              <a:t>01</a:t>
            </a:r>
            <a:endParaRPr kumimoji="0" 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38" name="Text Placeholder 3"/>
          <p:cNvSpPr txBox="1">
            <a:spLocks/>
          </p:cNvSpPr>
          <p:nvPr/>
        </p:nvSpPr>
        <p:spPr>
          <a:xfrm>
            <a:off x="4515674" y="1766952"/>
            <a:ext cx="285335"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000" dirty="0">
                <a:solidFill>
                  <a:schemeClr val="bg1"/>
                </a:solidFill>
              </a:rPr>
              <a:t>03</a:t>
            </a:r>
            <a:endParaRPr kumimoji="0" 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39" name="Text Placeholder 3"/>
          <p:cNvSpPr txBox="1">
            <a:spLocks/>
          </p:cNvSpPr>
          <p:nvPr/>
        </p:nvSpPr>
        <p:spPr>
          <a:xfrm>
            <a:off x="5135863" y="2253896"/>
            <a:ext cx="285335"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000" dirty="0">
                <a:solidFill>
                  <a:schemeClr val="bg1"/>
                </a:solidFill>
              </a:rPr>
              <a:t>04</a:t>
            </a:r>
            <a:endParaRPr kumimoji="0" 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40" name="Text Placeholder 3"/>
          <p:cNvSpPr txBox="1">
            <a:spLocks/>
          </p:cNvSpPr>
          <p:nvPr/>
        </p:nvSpPr>
        <p:spPr>
          <a:xfrm>
            <a:off x="4137873" y="2317776"/>
            <a:ext cx="285335"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000" dirty="0">
                <a:solidFill>
                  <a:schemeClr val="bg1"/>
                </a:solidFill>
              </a:rPr>
              <a:t>02</a:t>
            </a:r>
            <a:endParaRPr kumimoji="0" 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41" name="Text Placeholder 3"/>
          <p:cNvSpPr txBox="1">
            <a:spLocks/>
          </p:cNvSpPr>
          <p:nvPr/>
        </p:nvSpPr>
        <p:spPr>
          <a:xfrm>
            <a:off x="4853872" y="2879723"/>
            <a:ext cx="285335"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000" dirty="0">
                <a:solidFill>
                  <a:schemeClr val="bg1"/>
                </a:solidFill>
              </a:rPr>
              <a:t>05</a:t>
            </a:r>
            <a:endParaRPr kumimoji="0" 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42" name="Text Placeholder 3"/>
          <p:cNvSpPr txBox="1">
            <a:spLocks/>
          </p:cNvSpPr>
          <p:nvPr/>
        </p:nvSpPr>
        <p:spPr>
          <a:xfrm>
            <a:off x="4576160" y="3580331"/>
            <a:ext cx="285335"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2000" dirty="0">
                <a:solidFill>
                  <a:schemeClr val="bg1"/>
                </a:solidFill>
              </a:rPr>
              <a:t>06</a:t>
            </a:r>
            <a:endParaRPr kumimoji="0" lang="en-US" sz="2000" b="1" i="0" u="none" strike="noStrike" kern="1200" cap="none" spc="0" normalizeH="0" baseline="0" noProof="0" dirty="0">
              <a:ln>
                <a:noFill/>
              </a:ln>
              <a:solidFill>
                <a:schemeClr val="bg1"/>
              </a:solidFill>
              <a:effectLst/>
              <a:uLnTx/>
              <a:uFillTx/>
              <a:latin typeface="+mn-lt"/>
              <a:ea typeface="+mn-ea"/>
              <a:cs typeface="+mn-cs"/>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127"/>
                                        </p:tgtEl>
                                        <p:attrNameLst>
                                          <p:attrName>style.visibility</p:attrName>
                                        </p:attrNameLst>
                                      </p:cBhvr>
                                      <p:to>
                                        <p:strVal val="visible"/>
                                      </p:to>
                                    </p:set>
                                    <p:anim calcmode="lin" valueType="num">
                                      <p:cBhvr>
                                        <p:cTn id="7" dur="500" fill="hold"/>
                                        <p:tgtEl>
                                          <p:spTgt spid="5127"/>
                                        </p:tgtEl>
                                        <p:attrNameLst>
                                          <p:attrName>ppt_w</p:attrName>
                                        </p:attrNameLst>
                                      </p:cBhvr>
                                      <p:tavLst>
                                        <p:tav tm="0">
                                          <p:val>
                                            <p:fltVal val="0"/>
                                          </p:val>
                                        </p:tav>
                                        <p:tav tm="100000">
                                          <p:val>
                                            <p:strVal val="#ppt_w"/>
                                          </p:val>
                                        </p:tav>
                                      </p:tavLst>
                                    </p:anim>
                                    <p:anim calcmode="lin" valueType="num">
                                      <p:cBhvr>
                                        <p:cTn id="8" dur="500" fill="hold"/>
                                        <p:tgtEl>
                                          <p:spTgt spid="5127"/>
                                        </p:tgtEl>
                                        <p:attrNameLst>
                                          <p:attrName>ppt_h</p:attrName>
                                        </p:attrNameLst>
                                      </p:cBhvr>
                                      <p:tavLst>
                                        <p:tav tm="0">
                                          <p:val>
                                            <p:fltVal val="0"/>
                                          </p:val>
                                        </p:tav>
                                        <p:tav tm="100000">
                                          <p:val>
                                            <p:strVal val="#ppt_h"/>
                                          </p:val>
                                        </p:tav>
                                      </p:tavLst>
                                    </p:anim>
                                    <p:animEffect transition="in" filter="fade">
                                      <p:cBhvr>
                                        <p:cTn id="9" dur="500"/>
                                        <p:tgtEl>
                                          <p:spTgt spid="5127"/>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p:cTn id="13" dur="500" fill="hold"/>
                                        <p:tgtEl>
                                          <p:spTgt spid="37"/>
                                        </p:tgtEl>
                                        <p:attrNameLst>
                                          <p:attrName>ppt_w</p:attrName>
                                        </p:attrNameLst>
                                      </p:cBhvr>
                                      <p:tavLst>
                                        <p:tav tm="0">
                                          <p:val>
                                            <p:fltVal val="0"/>
                                          </p:val>
                                        </p:tav>
                                        <p:tav tm="100000">
                                          <p:val>
                                            <p:strVal val="#ppt_w"/>
                                          </p:val>
                                        </p:tav>
                                      </p:tavLst>
                                    </p:anim>
                                    <p:anim calcmode="lin" valueType="num">
                                      <p:cBhvr>
                                        <p:cTn id="14" dur="500" fill="hold"/>
                                        <p:tgtEl>
                                          <p:spTgt spid="37"/>
                                        </p:tgtEl>
                                        <p:attrNameLst>
                                          <p:attrName>ppt_h</p:attrName>
                                        </p:attrNameLst>
                                      </p:cBhvr>
                                      <p:tavLst>
                                        <p:tav tm="0">
                                          <p:val>
                                            <p:fltVal val="0"/>
                                          </p:val>
                                        </p:tav>
                                        <p:tav tm="100000">
                                          <p:val>
                                            <p:strVal val="#ppt_h"/>
                                          </p:val>
                                        </p:tav>
                                      </p:tavLst>
                                    </p:anim>
                                    <p:animEffect transition="in" filter="fade">
                                      <p:cBhvr>
                                        <p:cTn id="15" dur="500"/>
                                        <p:tgtEl>
                                          <p:spTgt spid="37"/>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5126"/>
                                        </p:tgtEl>
                                        <p:attrNameLst>
                                          <p:attrName>style.visibility</p:attrName>
                                        </p:attrNameLst>
                                      </p:cBhvr>
                                      <p:to>
                                        <p:strVal val="visible"/>
                                      </p:to>
                                    </p:set>
                                    <p:anim calcmode="lin" valueType="num">
                                      <p:cBhvr>
                                        <p:cTn id="19" dur="500" fill="hold"/>
                                        <p:tgtEl>
                                          <p:spTgt spid="5126"/>
                                        </p:tgtEl>
                                        <p:attrNameLst>
                                          <p:attrName>ppt_w</p:attrName>
                                        </p:attrNameLst>
                                      </p:cBhvr>
                                      <p:tavLst>
                                        <p:tav tm="0">
                                          <p:val>
                                            <p:fltVal val="0"/>
                                          </p:val>
                                        </p:tav>
                                        <p:tav tm="100000">
                                          <p:val>
                                            <p:strVal val="#ppt_w"/>
                                          </p:val>
                                        </p:tav>
                                      </p:tavLst>
                                    </p:anim>
                                    <p:anim calcmode="lin" valueType="num">
                                      <p:cBhvr>
                                        <p:cTn id="20" dur="500" fill="hold"/>
                                        <p:tgtEl>
                                          <p:spTgt spid="5126"/>
                                        </p:tgtEl>
                                        <p:attrNameLst>
                                          <p:attrName>ppt_h</p:attrName>
                                        </p:attrNameLst>
                                      </p:cBhvr>
                                      <p:tavLst>
                                        <p:tav tm="0">
                                          <p:val>
                                            <p:fltVal val="0"/>
                                          </p:val>
                                        </p:tav>
                                        <p:tav tm="100000">
                                          <p:val>
                                            <p:strVal val="#ppt_h"/>
                                          </p:val>
                                        </p:tav>
                                      </p:tavLst>
                                    </p:anim>
                                    <p:animEffect transition="in" filter="fade">
                                      <p:cBhvr>
                                        <p:cTn id="21" dur="500"/>
                                        <p:tgtEl>
                                          <p:spTgt spid="5126"/>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5125"/>
                                        </p:tgtEl>
                                        <p:attrNameLst>
                                          <p:attrName>style.visibility</p:attrName>
                                        </p:attrNameLst>
                                      </p:cBhvr>
                                      <p:to>
                                        <p:strVal val="visible"/>
                                      </p:to>
                                    </p:set>
                                    <p:anim calcmode="lin" valueType="num">
                                      <p:cBhvr>
                                        <p:cTn id="31" dur="500" fill="hold"/>
                                        <p:tgtEl>
                                          <p:spTgt spid="5125"/>
                                        </p:tgtEl>
                                        <p:attrNameLst>
                                          <p:attrName>ppt_w</p:attrName>
                                        </p:attrNameLst>
                                      </p:cBhvr>
                                      <p:tavLst>
                                        <p:tav tm="0">
                                          <p:val>
                                            <p:fltVal val="0"/>
                                          </p:val>
                                        </p:tav>
                                        <p:tav tm="100000">
                                          <p:val>
                                            <p:strVal val="#ppt_w"/>
                                          </p:val>
                                        </p:tav>
                                      </p:tavLst>
                                    </p:anim>
                                    <p:anim calcmode="lin" valueType="num">
                                      <p:cBhvr>
                                        <p:cTn id="32" dur="500" fill="hold"/>
                                        <p:tgtEl>
                                          <p:spTgt spid="5125"/>
                                        </p:tgtEl>
                                        <p:attrNameLst>
                                          <p:attrName>ppt_h</p:attrName>
                                        </p:attrNameLst>
                                      </p:cBhvr>
                                      <p:tavLst>
                                        <p:tav tm="0">
                                          <p:val>
                                            <p:fltVal val="0"/>
                                          </p:val>
                                        </p:tav>
                                        <p:tav tm="100000">
                                          <p:val>
                                            <p:strVal val="#ppt_h"/>
                                          </p:val>
                                        </p:tav>
                                      </p:tavLst>
                                    </p:anim>
                                    <p:animEffect transition="in" filter="fade">
                                      <p:cBhvr>
                                        <p:cTn id="33" dur="500"/>
                                        <p:tgtEl>
                                          <p:spTgt spid="5125"/>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38"/>
                                        </p:tgtEl>
                                        <p:attrNameLst>
                                          <p:attrName>style.visibility</p:attrName>
                                        </p:attrNameLst>
                                      </p:cBhvr>
                                      <p:to>
                                        <p:strVal val="visible"/>
                                      </p:to>
                                    </p:set>
                                    <p:anim calcmode="lin" valueType="num">
                                      <p:cBhvr>
                                        <p:cTn id="37" dur="500" fill="hold"/>
                                        <p:tgtEl>
                                          <p:spTgt spid="38"/>
                                        </p:tgtEl>
                                        <p:attrNameLst>
                                          <p:attrName>ppt_w</p:attrName>
                                        </p:attrNameLst>
                                      </p:cBhvr>
                                      <p:tavLst>
                                        <p:tav tm="0">
                                          <p:val>
                                            <p:fltVal val="0"/>
                                          </p:val>
                                        </p:tav>
                                        <p:tav tm="100000">
                                          <p:val>
                                            <p:strVal val="#ppt_w"/>
                                          </p:val>
                                        </p:tav>
                                      </p:tavLst>
                                    </p:anim>
                                    <p:anim calcmode="lin" valueType="num">
                                      <p:cBhvr>
                                        <p:cTn id="38" dur="500" fill="hold"/>
                                        <p:tgtEl>
                                          <p:spTgt spid="38"/>
                                        </p:tgtEl>
                                        <p:attrNameLst>
                                          <p:attrName>ppt_h</p:attrName>
                                        </p:attrNameLst>
                                      </p:cBhvr>
                                      <p:tavLst>
                                        <p:tav tm="0">
                                          <p:val>
                                            <p:fltVal val="0"/>
                                          </p:val>
                                        </p:tav>
                                        <p:tav tm="100000">
                                          <p:val>
                                            <p:strVal val="#ppt_h"/>
                                          </p:val>
                                        </p:tav>
                                      </p:tavLst>
                                    </p:anim>
                                    <p:animEffect transition="in" filter="fade">
                                      <p:cBhvr>
                                        <p:cTn id="39" dur="500"/>
                                        <p:tgtEl>
                                          <p:spTgt spid="38"/>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5130"/>
                                        </p:tgtEl>
                                        <p:attrNameLst>
                                          <p:attrName>style.visibility</p:attrName>
                                        </p:attrNameLst>
                                      </p:cBhvr>
                                      <p:to>
                                        <p:strVal val="visible"/>
                                      </p:to>
                                    </p:set>
                                    <p:anim calcmode="lin" valueType="num">
                                      <p:cBhvr>
                                        <p:cTn id="43" dur="500" fill="hold"/>
                                        <p:tgtEl>
                                          <p:spTgt spid="5130"/>
                                        </p:tgtEl>
                                        <p:attrNameLst>
                                          <p:attrName>ppt_w</p:attrName>
                                        </p:attrNameLst>
                                      </p:cBhvr>
                                      <p:tavLst>
                                        <p:tav tm="0">
                                          <p:val>
                                            <p:fltVal val="0"/>
                                          </p:val>
                                        </p:tav>
                                        <p:tav tm="100000">
                                          <p:val>
                                            <p:strVal val="#ppt_w"/>
                                          </p:val>
                                        </p:tav>
                                      </p:tavLst>
                                    </p:anim>
                                    <p:anim calcmode="lin" valueType="num">
                                      <p:cBhvr>
                                        <p:cTn id="44" dur="500" fill="hold"/>
                                        <p:tgtEl>
                                          <p:spTgt spid="5130"/>
                                        </p:tgtEl>
                                        <p:attrNameLst>
                                          <p:attrName>ppt_h</p:attrName>
                                        </p:attrNameLst>
                                      </p:cBhvr>
                                      <p:tavLst>
                                        <p:tav tm="0">
                                          <p:val>
                                            <p:fltVal val="0"/>
                                          </p:val>
                                        </p:tav>
                                        <p:tav tm="100000">
                                          <p:val>
                                            <p:strVal val="#ppt_h"/>
                                          </p:val>
                                        </p:tav>
                                      </p:tavLst>
                                    </p:anim>
                                    <p:animEffect transition="in" filter="fade">
                                      <p:cBhvr>
                                        <p:cTn id="45" dur="500"/>
                                        <p:tgtEl>
                                          <p:spTgt spid="5130"/>
                                        </p:tgtEl>
                                      </p:cBhvr>
                                    </p:animEffect>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39"/>
                                        </p:tgtEl>
                                        <p:attrNameLst>
                                          <p:attrName>style.visibility</p:attrName>
                                        </p:attrNameLst>
                                      </p:cBhvr>
                                      <p:to>
                                        <p:strVal val="visible"/>
                                      </p:to>
                                    </p:set>
                                    <p:anim calcmode="lin" valueType="num">
                                      <p:cBhvr>
                                        <p:cTn id="49" dur="500" fill="hold"/>
                                        <p:tgtEl>
                                          <p:spTgt spid="39"/>
                                        </p:tgtEl>
                                        <p:attrNameLst>
                                          <p:attrName>ppt_w</p:attrName>
                                        </p:attrNameLst>
                                      </p:cBhvr>
                                      <p:tavLst>
                                        <p:tav tm="0">
                                          <p:val>
                                            <p:fltVal val="0"/>
                                          </p:val>
                                        </p:tav>
                                        <p:tav tm="100000">
                                          <p:val>
                                            <p:strVal val="#ppt_w"/>
                                          </p:val>
                                        </p:tav>
                                      </p:tavLst>
                                    </p:anim>
                                    <p:anim calcmode="lin" valueType="num">
                                      <p:cBhvr>
                                        <p:cTn id="50" dur="500" fill="hold"/>
                                        <p:tgtEl>
                                          <p:spTgt spid="39"/>
                                        </p:tgtEl>
                                        <p:attrNameLst>
                                          <p:attrName>ppt_h</p:attrName>
                                        </p:attrNameLst>
                                      </p:cBhvr>
                                      <p:tavLst>
                                        <p:tav tm="0">
                                          <p:val>
                                            <p:fltVal val="0"/>
                                          </p:val>
                                        </p:tav>
                                        <p:tav tm="100000">
                                          <p:val>
                                            <p:strVal val="#ppt_h"/>
                                          </p:val>
                                        </p:tav>
                                      </p:tavLst>
                                    </p:anim>
                                    <p:animEffect transition="in" filter="fade">
                                      <p:cBhvr>
                                        <p:cTn id="51" dur="500"/>
                                        <p:tgtEl>
                                          <p:spTgt spid="39"/>
                                        </p:tgtEl>
                                      </p:cBhvr>
                                    </p:animEffect>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5128"/>
                                        </p:tgtEl>
                                        <p:attrNameLst>
                                          <p:attrName>style.visibility</p:attrName>
                                        </p:attrNameLst>
                                      </p:cBhvr>
                                      <p:to>
                                        <p:strVal val="visible"/>
                                      </p:to>
                                    </p:set>
                                    <p:anim calcmode="lin" valueType="num">
                                      <p:cBhvr>
                                        <p:cTn id="55" dur="500" fill="hold"/>
                                        <p:tgtEl>
                                          <p:spTgt spid="5128"/>
                                        </p:tgtEl>
                                        <p:attrNameLst>
                                          <p:attrName>ppt_w</p:attrName>
                                        </p:attrNameLst>
                                      </p:cBhvr>
                                      <p:tavLst>
                                        <p:tav tm="0">
                                          <p:val>
                                            <p:fltVal val="0"/>
                                          </p:val>
                                        </p:tav>
                                        <p:tav tm="100000">
                                          <p:val>
                                            <p:strVal val="#ppt_w"/>
                                          </p:val>
                                        </p:tav>
                                      </p:tavLst>
                                    </p:anim>
                                    <p:anim calcmode="lin" valueType="num">
                                      <p:cBhvr>
                                        <p:cTn id="56" dur="500" fill="hold"/>
                                        <p:tgtEl>
                                          <p:spTgt spid="5128"/>
                                        </p:tgtEl>
                                        <p:attrNameLst>
                                          <p:attrName>ppt_h</p:attrName>
                                        </p:attrNameLst>
                                      </p:cBhvr>
                                      <p:tavLst>
                                        <p:tav tm="0">
                                          <p:val>
                                            <p:fltVal val="0"/>
                                          </p:val>
                                        </p:tav>
                                        <p:tav tm="100000">
                                          <p:val>
                                            <p:strVal val="#ppt_h"/>
                                          </p:val>
                                        </p:tav>
                                      </p:tavLst>
                                    </p:anim>
                                    <p:animEffect transition="in" filter="fade">
                                      <p:cBhvr>
                                        <p:cTn id="57" dur="500"/>
                                        <p:tgtEl>
                                          <p:spTgt spid="5128"/>
                                        </p:tgtEl>
                                      </p:cBhvr>
                                    </p:animEffect>
                                  </p:childTnLst>
                                </p:cTn>
                              </p:par>
                            </p:childTnLst>
                          </p:cTn>
                        </p:par>
                        <p:par>
                          <p:cTn id="58" fill="hold">
                            <p:stCondLst>
                              <p:cond delay="4500"/>
                            </p:stCondLst>
                            <p:childTnLst>
                              <p:par>
                                <p:cTn id="59" presetID="53" presetClass="entr" presetSubtype="0" fill="hold" grpId="0" nodeType="afterEffect">
                                  <p:stCondLst>
                                    <p:cond delay="0"/>
                                  </p:stCondLst>
                                  <p:childTnLst>
                                    <p:set>
                                      <p:cBhvr>
                                        <p:cTn id="60" dur="1" fill="hold">
                                          <p:stCondLst>
                                            <p:cond delay="0"/>
                                          </p:stCondLst>
                                        </p:cTn>
                                        <p:tgtEl>
                                          <p:spTgt spid="41"/>
                                        </p:tgtEl>
                                        <p:attrNameLst>
                                          <p:attrName>style.visibility</p:attrName>
                                        </p:attrNameLst>
                                      </p:cBhvr>
                                      <p:to>
                                        <p:strVal val="visible"/>
                                      </p:to>
                                    </p:set>
                                    <p:anim calcmode="lin" valueType="num">
                                      <p:cBhvr>
                                        <p:cTn id="61" dur="500" fill="hold"/>
                                        <p:tgtEl>
                                          <p:spTgt spid="41"/>
                                        </p:tgtEl>
                                        <p:attrNameLst>
                                          <p:attrName>ppt_w</p:attrName>
                                        </p:attrNameLst>
                                      </p:cBhvr>
                                      <p:tavLst>
                                        <p:tav tm="0">
                                          <p:val>
                                            <p:fltVal val="0"/>
                                          </p:val>
                                        </p:tav>
                                        <p:tav tm="100000">
                                          <p:val>
                                            <p:strVal val="#ppt_w"/>
                                          </p:val>
                                        </p:tav>
                                      </p:tavLst>
                                    </p:anim>
                                    <p:anim calcmode="lin" valueType="num">
                                      <p:cBhvr>
                                        <p:cTn id="62" dur="500" fill="hold"/>
                                        <p:tgtEl>
                                          <p:spTgt spid="41"/>
                                        </p:tgtEl>
                                        <p:attrNameLst>
                                          <p:attrName>ppt_h</p:attrName>
                                        </p:attrNameLst>
                                      </p:cBhvr>
                                      <p:tavLst>
                                        <p:tav tm="0">
                                          <p:val>
                                            <p:fltVal val="0"/>
                                          </p:val>
                                        </p:tav>
                                        <p:tav tm="100000">
                                          <p:val>
                                            <p:strVal val="#ppt_h"/>
                                          </p:val>
                                        </p:tav>
                                      </p:tavLst>
                                    </p:anim>
                                    <p:animEffect transition="in" filter="fade">
                                      <p:cBhvr>
                                        <p:cTn id="63" dur="500"/>
                                        <p:tgtEl>
                                          <p:spTgt spid="41"/>
                                        </p:tgtEl>
                                      </p:cBhvr>
                                    </p:animEffect>
                                  </p:childTnLst>
                                </p:cTn>
                              </p:par>
                            </p:childTnLst>
                          </p:cTn>
                        </p:par>
                        <p:par>
                          <p:cTn id="64" fill="hold">
                            <p:stCondLst>
                              <p:cond delay="5000"/>
                            </p:stCondLst>
                            <p:childTnLst>
                              <p:par>
                                <p:cTn id="65" presetID="53" presetClass="entr" presetSubtype="0" fill="hold" grpId="0" nodeType="afterEffect">
                                  <p:stCondLst>
                                    <p:cond delay="0"/>
                                  </p:stCondLst>
                                  <p:childTnLst>
                                    <p:set>
                                      <p:cBhvr>
                                        <p:cTn id="66" dur="1" fill="hold">
                                          <p:stCondLst>
                                            <p:cond delay="0"/>
                                          </p:stCondLst>
                                        </p:cTn>
                                        <p:tgtEl>
                                          <p:spTgt spid="5129"/>
                                        </p:tgtEl>
                                        <p:attrNameLst>
                                          <p:attrName>style.visibility</p:attrName>
                                        </p:attrNameLst>
                                      </p:cBhvr>
                                      <p:to>
                                        <p:strVal val="visible"/>
                                      </p:to>
                                    </p:set>
                                    <p:anim calcmode="lin" valueType="num">
                                      <p:cBhvr>
                                        <p:cTn id="67" dur="500" fill="hold"/>
                                        <p:tgtEl>
                                          <p:spTgt spid="5129"/>
                                        </p:tgtEl>
                                        <p:attrNameLst>
                                          <p:attrName>ppt_w</p:attrName>
                                        </p:attrNameLst>
                                      </p:cBhvr>
                                      <p:tavLst>
                                        <p:tav tm="0">
                                          <p:val>
                                            <p:fltVal val="0"/>
                                          </p:val>
                                        </p:tav>
                                        <p:tav tm="100000">
                                          <p:val>
                                            <p:strVal val="#ppt_w"/>
                                          </p:val>
                                        </p:tav>
                                      </p:tavLst>
                                    </p:anim>
                                    <p:anim calcmode="lin" valueType="num">
                                      <p:cBhvr>
                                        <p:cTn id="68" dur="500" fill="hold"/>
                                        <p:tgtEl>
                                          <p:spTgt spid="5129"/>
                                        </p:tgtEl>
                                        <p:attrNameLst>
                                          <p:attrName>ppt_h</p:attrName>
                                        </p:attrNameLst>
                                      </p:cBhvr>
                                      <p:tavLst>
                                        <p:tav tm="0">
                                          <p:val>
                                            <p:fltVal val="0"/>
                                          </p:val>
                                        </p:tav>
                                        <p:tav tm="100000">
                                          <p:val>
                                            <p:strVal val="#ppt_h"/>
                                          </p:val>
                                        </p:tav>
                                      </p:tavLst>
                                    </p:anim>
                                    <p:animEffect transition="in" filter="fade">
                                      <p:cBhvr>
                                        <p:cTn id="69" dur="500"/>
                                        <p:tgtEl>
                                          <p:spTgt spid="5129"/>
                                        </p:tgtEl>
                                      </p:cBhvr>
                                    </p:animEffect>
                                  </p:childTnLst>
                                </p:cTn>
                              </p:par>
                            </p:childTnLst>
                          </p:cTn>
                        </p:par>
                        <p:par>
                          <p:cTn id="70" fill="hold">
                            <p:stCondLst>
                              <p:cond delay="5500"/>
                            </p:stCondLst>
                            <p:childTnLst>
                              <p:par>
                                <p:cTn id="71" presetID="53" presetClass="entr" presetSubtype="0" fill="hold" grpId="0" nodeType="afterEffect">
                                  <p:stCondLst>
                                    <p:cond delay="0"/>
                                  </p:stCondLst>
                                  <p:childTnLst>
                                    <p:set>
                                      <p:cBhvr>
                                        <p:cTn id="72" dur="1" fill="hold">
                                          <p:stCondLst>
                                            <p:cond delay="0"/>
                                          </p:stCondLst>
                                        </p:cTn>
                                        <p:tgtEl>
                                          <p:spTgt spid="42"/>
                                        </p:tgtEl>
                                        <p:attrNameLst>
                                          <p:attrName>style.visibility</p:attrName>
                                        </p:attrNameLst>
                                      </p:cBhvr>
                                      <p:to>
                                        <p:strVal val="visible"/>
                                      </p:to>
                                    </p:set>
                                    <p:anim calcmode="lin" valueType="num">
                                      <p:cBhvr>
                                        <p:cTn id="73" dur="500" fill="hold"/>
                                        <p:tgtEl>
                                          <p:spTgt spid="42"/>
                                        </p:tgtEl>
                                        <p:attrNameLst>
                                          <p:attrName>ppt_w</p:attrName>
                                        </p:attrNameLst>
                                      </p:cBhvr>
                                      <p:tavLst>
                                        <p:tav tm="0">
                                          <p:val>
                                            <p:fltVal val="0"/>
                                          </p:val>
                                        </p:tav>
                                        <p:tav tm="100000">
                                          <p:val>
                                            <p:strVal val="#ppt_w"/>
                                          </p:val>
                                        </p:tav>
                                      </p:tavLst>
                                    </p:anim>
                                    <p:anim calcmode="lin" valueType="num">
                                      <p:cBhvr>
                                        <p:cTn id="74" dur="500" fill="hold"/>
                                        <p:tgtEl>
                                          <p:spTgt spid="42"/>
                                        </p:tgtEl>
                                        <p:attrNameLst>
                                          <p:attrName>ppt_h</p:attrName>
                                        </p:attrNameLst>
                                      </p:cBhvr>
                                      <p:tavLst>
                                        <p:tav tm="0">
                                          <p:val>
                                            <p:fltVal val="0"/>
                                          </p:val>
                                        </p:tav>
                                        <p:tav tm="100000">
                                          <p:val>
                                            <p:strVal val="#ppt_h"/>
                                          </p:val>
                                        </p:tav>
                                      </p:tavLst>
                                    </p:anim>
                                    <p:animEffect transition="in" filter="fade">
                                      <p:cBhvr>
                                        <p:cTn id="75" dur="500"/>
                                        <p:tgtEl>
                                          <p:spTgt spid="42"/>
                                        </p:tgtEl>
                                      </p:cBhvr>
                                    </p:animEffect>
                                  </p:childTnLst>
                                </p:cTn>
                              </p:par>
                            </p:childTnLst>
                          </p:cTn>
                        </p:par>
                        <p:par>
                          <p:cTn id="76" fill="hold">
                            <p:stCondLst>
                              <p:cond delay="6000"/>
                            </p:stCondLst>
                            <p:childTnLst>
                              <p:par>
                                <p:cTn id="77" presetID="53" presetClass="entr" presetSubtype="0"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 calcmode="lin" valueType="num">
                                      <p:cBhvr>
                                        <p:cTn id="79" dur="500" fill="hold"/>
                                        <p:tgtEl>
                                          <p:spTgt spid="25"/>
                                        </p:tgtEl>
                                        <p:attrNameLst>
                                          <p:attrName>ppt_w</p:attrName>
                                        </p:attrNameLst>
                                      </p:cBhvr>
                                      <p:tavLst>
                                        <p:tav tm="0">
                                          <p:val>
                                            <p:fltVal val="0"/>
                                          </p:val>
                                        </p:tav>
                                        <p:tav tm="100000">
                                          <p:val>
                                            <p:strVal val="#ppt_w"/>
                                          </p:val>
                                        </p:tav>
                                      </p:tavLst>
                                    </p:anim>
                                    <p:anim calcmode="lin" valueType="num">
                                      <p:cBhvr>
                                        <p:cTn id="80" dur="500" fill="hold"/>
                                        <p:tgtEl>
                                          <p:spTgt spid="25"/>
                                        </p:tgtEl>
                                        <p:attrNameLst>
                                          <p:attrName>ppt_h</p:attrName>
                                        </p:attrNameLst>
                                      </p:cBhvr>
                                      <p:tavLst>
                                        <p:tav tm="0">
                                          <p:val>
                                            <p:fltVal val="0"/>
                                          </p:val>
                                        </p:tav>
                                        <p:tav tm="100000">
                                          <p:val>
                                            <p:strVal val="#ppt_h"/>
                                          </p:val>
                                        </p:tav>
                                      </p:tavLst>
                                    </p:anim>
                                    <p:animEffect transition="in" filter="fade">
                                      <p:cBhvr>
                                        <p:cTn id="81" dur="500"/>
                                        <p:tgtEl>
                                          <p:spTgt spid="25"/>
                                        </p:tgtEl>
                                      </p:cBhvr>
                                    </p:animEffect>
                                  </p:childTnLst>
                                </p:cTn>
                              </p:par>
                              <p:par>
                                <p:cTn id="82" presetID="2" presetClass="entr" presetSubtype="4" accel="50000" decel="50000" fill="hold" grpId="0" nodeType="withEffect">
                                  <p:stCondLst>
                                    <p:cond delay="0"/>
                                  </p:stCondLst>
                                  <p:childTnLst>
                                    <p:set>
                                      <p:cBhvr>
                                        <p:cTn id="83" dur="1" fill="hold">
                                          <p:stCondLst>
                                            <p:cond delay="0"/>
                                          </p:stCondLst>
                                        </p:cTn>
                                        <p:tgtEl>
                                          <p:spTgt spid="19"/>
                                        </p:tgtEl>
                                        <p:attrNameLst>
                                          <p:attrName>style.visibility</p:attrName>
                                        </p:attrNameLst>
                                      </p:cBhvr>
                                      <p:to>
                                        <p:strVal val="visible"/>
                                      </p:to>
                                    </p:set>
                                    <p:anim calcmode="lin" valueType="num">
                                      <p:cBhvr additive="base">
                                        <p:cTn id="84" dur="1000" fill="hold"/>
                                        <p:tgtEl>
                                          <p:spTgt spid="19"/>
                                        </p:tgtEl>
                                        <p:attrNameLst>
                                          <p:attrName>ppt_x</p:attrName>
                                        </p:attrNameLst>
                                      </p:cBhvr>
                                      <p:tavLst>
                                        <p:tav tm="0">
                                          <p:val>
                                            <p:strVal val="#ppt_x"/>
                                          </p:val>
                                        </p:tav>
                                        <p:tav tm="100000">
                                          <p:val>
                                            <p:strVal val="#ppt_x"/>
                                          </p:val>
                                        </p:tav>
                                      </p:tavLst>
                                    </p:anim>
                                    <p:anim calcmode="lin" valueType="num">
                                      <p:cBhvr additive="base">
                                        <p:cTn id="85" dur="1000" fill="hold"/>
                                        <p:tgtEl>
                                          <p:spTgt spid="19"/>
                                        </p:tgtEl>
                                        <p:attrNameLst>
                                          <p:attrName>ppt_y</p:attrName>
                                        </p:attrNameLst>
                                      </p:cBhvr>
                                      <p:tavLst>
                                        <p:tav tm="0">
                                          <p:val>
                                            <p:strVal val="1+#ppt_h/2"/>
                                          </p:val>
                                        </p:tav>
                                        <p:tav tm="100000">
                                          <p:val>
                                            <p:strVal val="#ppt_y"/>
                                          </p:val>
                                        </p:tav>
                                      </p:tavLst>
                                    </p:anim>
                                  </p:childTnLst>
                                </p:cTn>
                              </p:par>
                            </p:childTnLst>
                          </p:cTn>
                        </p:par>
                        <p:par>
                          <p:cTn id="86" fill="hold">
                            <p:stCondLst>
                              <p:cond delay="7000"/>
                            </p:stCondLst>
                            <p:childTnLst>
                              <p:par>
                                <p:cTn id="87" presetID="53" presetClass="entr" presetSubtype="0" fill="hold" grpId="0" nodeType="afterEffect">
                                  <p:stCondLst>
                                    <p:cond delay="0"/>
                                  </p:stCondLst>
                                  <p:childTnLst>
                                    <p:set>
                                      <p:cBhvr>
                                        <p:cTn id="88" dur="1" fill="hold">
                                          <p:stCondLst>
                                            <p:cond delay="0"/>
                                          </p:stCondLst>
                                        </p:cTn>
                                        <p:tgtEl>
                                          <p:spTgt spid="26"/>
                                        </p:tgtEl>
                                        <p:attrNameLst>
                                          <p:attrName>style.visibility</p:attrName>
                                        </p:attrNameLst>
                                      </p:cBhvr>
                                      <p:to>
                                        <p:strVal val="visible"/>
                                      </p:to>
                                    </p:set>
                                    <p:anim calcmode="lin" valueType="num">
                                      <p:cBhvr>
                                        <p:cTn id="89" dur="500" fill="hold"/>
                                        <p:tgtEl>
                                          <p:spTgt spid="26"/>
                                        </p:tgtEl>
                                        <p:attrNameLst>
                                          <p:attrName>ppt_w</p:attrName>
                                        </p:attrNameLst>
                                      </p:cBhvr>
                                      <p:tavLst>
                                        <p:tav tm="0">
                                          <p:val>
                                            <p:fltVal val="0"/>
                                          </p:val>
                                        </p:tav>
                                        <p:tav tm="100000">
                                          <p:val>
                                            <p:strVal val="#ppt_w"/>
                                          </p:val>
                                        </p:tav>
                                      </p:tavLst>
                                    </p:anim>
                                    <p:anim calcmode="lin" valueType="num">
                                      <p:cBhvr>
                                        <p:cTn id="90" dur="500" fill="hold"/>
                                        <p:tgtEl>
                                          <p:spTgt spid="26"/>
                                        </p:tgtEl>
                                        <p:attrNameLst>
                                          <p:attrName>ppt_h</p:attrName>
                                        </p:attrNameLst>
                                      </p:cBhvr>
                                      <p:tavLst>
                                        <p:tav tm="0">
                                          <p:val>
                                            <p:fltVal val="0"/>
                                          </p:val>
                                        </p:tav>
                                        <p:tav tm="100000">
                                          <p:val>
                                            <p:strVal val="#ppt_h"/>
                                          </p:val>
                                        </p:tav>
                                      </p:tavLst>
                                    </p:anim>
                                    <p:animEffect transition="in" filter="fade">
                                      <p:cBhvr>
                                        <p:cTn id="91" dur="500"/>
                                        <p:tgtEl>
                                          <p:spTgt spid="26"/>
                                        </p:tgtEl>
                                      </p:cBhvr>
                                    </p:animEffect>
                                  </p:childTnLst>
                                </p:cTn>
                              </p:par>
                              <p:par>
                                <p:cTn id="92" presetID="2" presetClass="entr" presetSubtype="4" accel="50000" decel="50000" fill="hold" grpId="0" nodeType="withEffect">
                                  <p:stCondLst>
                                    <p:cond delay="0"/>
                                  </p:stCondLst>
                                  <p:childTnLst>
                                    <p:set>
                                      <p:cBhvr>
                                        <p:cTn id="93" dur="1" fill="hold">
                                          <p:stCondLst>
                                            <p:cond delay="0"/>
                                          </p:stCondLst>
                                        </p:cTn>
                                        <p:tgtEl>
                                          <p:spTgt spid="31"/>
                                        </p:tgtEl>
                                        <p:attrNameLst>
                                          <p:attrName>style.visibility</p:attrName>
                                        </p:attrNameLst>
                                      </p:cBhvr>
                                      <p:to>
                                        <p:strVal val="visible"/>
                                      </p:to>
                                    </p:set>
                                    <p:anim calcmode="lin" valueType="num">
                                      <p:cBhvr additive="base">
                                        <p:cTn id="94" dur="1000" fill="hold"/>
                                        <p:tgtEl>
                                          <p:spTgt spid="31"/>
                                        </p:tgtEl>
                                        <p:attrNameLst>
                                          <p:attrName>ppt_x</p:attrName>
                                        </p:attrNameLst>
                                      </p:cBhvr>
                                      <p:tavLst>
                                        <p:tav tm="0">
                                          <p:val>
                                            <p:strVal val="#ppt_x"/>
                                          </p:val>
                                        </p:tav>
                                        <p:tav tm="100000">
                                          <p:val>
                                            <p:strVal val="#ppt_x"/>
                                          </p:val>
                                        </p:tav>
                                      </p:tavLst>
                                    </p:anim>
                                    <p:anim calcmode="lin" valueType="num">
                                      <p:cBhvr additive="base">
                                        <p:cTn id="95" dur="1000" fill="hold"/>
                                        <p:tgtEl>
                                          <p:spTgt spid="31"/>
                                        </p:tgtEl>
                                        <p:attrNameLst>
                                          <p:attrName>ppt_y</p:attrName>
                                        </p:attrNameLst>
                                      </p:cBhvr>
                                      <p:tavLst>
                                        <p:tav tm="0">
                                          <p:val>
                                            <p:strVal val="1+#ppt_h/2"/>
                                          </p:val>
                                        </p:tav>
                                        <p:tav tm="100000">
                                          <p:val>
                                            <p:strVal val="#ppt_y"/>
                                          </p:val>
                                        </p:tav>
                                      </p:tavLst>
                                    </p:anim>
                                  </p:childTnLst>
                                </p:cTn>
                              </p:par>
                            </p:childTnLst>
                          </p:cTn>
                        </p:par>
                        <p:par>
                          <p:cTn id="96" fill="hold">
                            <p:stCondLst>
                              <p:cond delay="8000"/>
                            </p:stCondLst>
                            <p:childTnLst>
                              <p:par>
                                <p:cTn id="97" presetID="53" presetClass="entr" presetSubtype="0" fill="hold" grpId="0" nodeType="afterEffect">
                                  <p:stCondLst>
                                    <p:cond delay="0"/>
                                  </p:stCondLst>
                                  <p:childTnLst>
                                    <p:set>
                                      <p:cBhvr>
                                        <p:cTn id="98" dur="1" fill="hold">
                                          <p:stCondLst>
                                            <p:cond delay="0"/>
                                          </p:stCondLst>
                                        </p:cTn>
                                        <p:tgtEl>
                                          <p:spTgt spid="27"/>
                                        </p:tgtEl>
                                        <p:attrNameLst>
                                          <p:attrName>style.visibility</p:attrName>
                                        </p:attrNameLst>
                                      </p:cBhvr>
                                      <p:to>
                                        <p:strVal val="visible"/>
                                      </p:to>
                                    </p:set>
                                    <p:anim calcmode="lin" valueType="num">
                                      <p:cBhvr>
                                        <p:cTn id="99" dur="500" fill="hold"/>
                                        <p:tgtEl>
                                          <p:spTgt spid="27"/>
                                        </p:tgtEl>
                                        <p:attrNameLst>
                                          <p:attrName>ppt_w</p:attrName>
                                        </p:attrNameLst>
                                      </p:cBhvr>
                                      <p:tavLst>
                                        <p:tav tm="0">
                                          <p:val>
                                            <p:fltVal val="0"/>
                                          </p:val>
                                        </p:tav>
                                        <p:tav tm="100000">
                                          <p:val>
                                            <p:strVal val="#ppt_w"/>
                                          </p:val>
                                        </p:tav>
                                      </p:tavLst>
                                    </p:anim>
                                    <p:anim calcmode="lin" valueType="num">
                                      <p:cBhvr>
                                        <p:cTn id="100" dur="500" fill="hold"/>
                                        <p:tgtEl>
                                          <p:spTgt spid="27"/>
                                        </p:tgtEl>
                                        <p:attrNameLst>
                                          <p:attrName>ppt_h</p:attrName>
                                        </p:attrNameLst>
                                      </p:cBhvr>
                                      <p:tavLst>
                                        <p:tav tm="0">
                                          <p:val>
                                            <p:fltVal val="0"/>
                                          </p:val>
                                        </p:tav>
                                        <p:tav tm="100000">
                                          <p:val>
                                            <p:strVal val="#ppt_h"/>
                                          </p:val>
                                        </p:tav>
                                      </p:tavLst>
                                    </p:anim>
                                    <p:animEffect transition="in" filter="fade">
                                      <p:cBhvr>
                                        <p:cTn id="101" dur="500"/>
                                        <p:tgtEl>
                                          <p:spTgt spid="27"/>
                                        </p:tgtEl>
                                      </p:cBhvr>
                                    </p:animEffect>
                                  </p:childTnLst>
                                </p:cTn>
                              </p:par>
                              <p:par>
                                <p:cTn id="102" presetID="2" presetClass="entr" presetSubtype="4" accel="50000" decel="50000" fill="hold" grpId="0" nodeType="withEffect">
                                  <p:stCondLst>
                                    <p:cond delay="0"/>
                                  </p:stCondLst>
                                  <p:childTnLst>
                                    <p:set>
                                      <p:cBhvr>
                                        <p:cTn id="103" dur="1" fill="hold">
                                          <p:stCondLst>
                                            <p:cond delay="0"/>
                                          </p:stCondLst>
                                        </p:cTn>
                                        <p:tgtEl>
                                          <p:spTgt spid="32"/>
                                        </p:tgtEl>
                                        <p:attrNameLst>
                                          <p:attrName>style.visibility</p:attrName>
                                        </p:attrNameLst>
                                      </p:cBhvr>
                                      <p:to>
                                        <p:strVal val="visible"/>
                                      </p:to>
                                    </p:set>
                                    <p:anim calcmode="lin" valueType="num">
                                      <p:cBhvr additive="base">
                                        <p:cTn id="104" dur="1000" fill="hold"/>
                                        <p:tgtEl>
                                          <p:spTgt spid="32"/>
                                        </p:tgtEl>
                                        <p:attrNameLst>
                                          <p:attrName>ppt_x</p:attrName>
                                        </p:attrNameLst>
                                      </p:cBhvr>
                                      <p:tavLst>
                                        <p:tav tm="0">
                                          <p:val>
                                            <p:strVal val="#ppt_x"/>
                                          </p:val>
                                        </p:tav>
                                        <p:tav tm="100000">
                                          <p:val>
                                            <p:strVal val="#ppt_x"/>
                                          </p:val>
                                        </p:tav>
                                      </p:tavLst>
                                    </p:anim>
                                    <p:anim calcmode="lin" valueType="num">
                                      <p:cBhvr additive="base">
                                        <p:cTn id="105" dur="1000" fill="hold"/>
                                        <p:tgtEl>
                                          <p:spTgt spid="32"/>
                                        </p:tgtEl>
                                        <p:attrNameLst>
                                          <p:attrName>ppt_y</p:attrName>
                                        </p:attrNameLst>
                                      </p:cBhvr>
                                      <p:tavLst>
                                        <p:tav tm="0">
                                          <p:val>
                                            <p:strVal val="1+#ppt_h/2"/>
                                          </p:val>
                                        </p:tav>
                                        <p:tav tm="100000">
                                          <p:val>
                                            <p:strVal val="#ppt_y"/>
                                          </p:val>
                                        </p:tav>
                                      </p:tavLst>
                                    </p:anim>
                                  </p:childTnLst>
                                </p:cTn>
                              </p:par>
                            </p:childTnLst>
                          </p:cTn>
                        </p:par>
                        <p:par>
                          <p:cTn id="106" fill="hold">
                            <p:stCondLst>
                              <p:cond delay="9000"/>
                            </p:stCondLst>
                            <p:childTnLst>
                              <p:par>
                                <p:cTn id="107" presetID="53" presetClass="entr" presetSubtype="0" fill="hold" grpId="0" nodeType="afterEffect">
                                  <p:stCondLst>
                                    <p:cond delay="0"/>
                                  </p:stCondLst>
                                  <p:childTnLst>
                                    <p:set>
                                      <p:cBhvr>
                                        <p:cTn id="108" dur="1" fill="hold">
                                          <p:stCondLst>
                                            <p:cond delay="0"/>
                                          </p:stCondLst>
                                        </p:cTn>
                                        <p:tgtEl>
                                          <p:spTgt spid="28"/>
                                        </p:tgtEl>
                                        <p:attrNameLst>
                                          <p:attrName>style.visibility</p:attrName>
                                        </p:attrNameLst>
                                      </p:cBhvr>
                                      <p:to>
                                        <p:strVal val="visible"/>
                                      </p:to>
                                    </p:set>
                                    <p:anim calcmode="lin" valueType="num">
                                      <p:cBhvr>
                                        <p:cTn id="109" dur="500" fill="hold"/>
                                        <p:tgtEl>
                                          <p:spTgt spid="28"/>
                                        </p:tgtEl>
                                        <p:attrNameLst>
                                          <p:attrName>ppt_w</p:attrName>
                                        </p:attrNameLst>
                                      </p:cBhvr>
                                      <p:tavLst>
                                        <p:tav tm="0">
                                          <p:val>
                                            <p:fltVal val="0"/>
                                          </p:val>
                                        </p:tav>
                                        <p:tav tm="100000">
                                          <p:val>
                                            <p:strVal val="#ppt_w"/>
                                          </p:val>
                                        </p:tav>
                                      </p:tavLst>
                                    </p:anim>
                                    <p:anim calcmode="lin" valueType="num">
                                      <p:cBhvr>
                                        <p:cTn id="110" dur="500" fill="hold"/>
                                        <p:tgtEl>
                                          <p:spTgt spid="28"/>
                                        </p:tgtEl>
                                        <p:attrNameLst>
                                          <p:attrName>ppt_h</p:attrName>
                                        </p:attrNameLst>
                                      </p:cBhvr>
                                      <p:tavLst>
                                        <p:tav tm="0">
                                          <p:val>
                                            <p:fltVal val="0"/>
                                          </p:val>
                                        </p:tav>
                                        <p:tav tm="100000">
                                          <p:val>
                                            <p:strVal val="#ppt_h"/>
                                          </p:val>
                                        </p:tav>
                                      </p:tavLst>
                                    </p:anim>
                                    <p:animEffect transition="in" filter="fade">
                                      <p:cBhvr>
                                        <p:cTn id="111" dur="500"/>
                                        <p:tgtEl>
                                          <p:spTgt spid="28"/>
                                        </p:tgtEl>
                                      </p:cBhvr>
                                    </p:animEffect>
                                  </p:childTnLst>
                                </p:cTn>
                              </p:par>
                              <p:par>
                                <p:cTn id="112" presetID="2" presetClass="entr" presetSubtype="4" accel="50000" decel="50000" fill="hold" grpId="0" nodeType="withEffect">
                                  <p:stCondLst>
                                    <p:cond delay="0"/>
                                  </p:stCondLst>
                                  <p:childTnLst>
                                    <p:set>
                                      <p:cBhvr>
                                        <p:cTn id="113" dur="1" fill="hold">
                                          <p:stCondLst>
                                            <p:cond delay="0"/>
                                          </p:stCondLst>
                                        </p:cTn>
                                        <p:tgtEl>
                                          <p:spTgt spid="34"/>
                                        </p:tgtEl>
                                        <p:attrNameLst>
                                          <p:attrName>style.visibility</p:attrName>
                                        </p:attrNameLst>
                                      </p:cBhvr>
                                      <p:to>
                                        <p:strVal val="visible"/>
                                      </p:to>
                                    </p:set>
                                    <p:anim calcmode="lin" valueType="num">
                                      <p:cBhvr additive="base">
                                        <p:cTn id="114" dur="1000" fill="hold"/>
                                        <p:tgtEl>
                                          <p:spTgt spid="34"/>
                                        </p:tgtEl>
                                        <p:attrNameLst>
                                          <p:attrName>ppt_x</p:attrName>
                                        </p:attrNameLst>
                                      </p:cBhvr>
                                      <p:tavLst>
                                        <p:tav tm="0">
                                          <p:val>
                                            <p:strVal val="#ppt_x"/>
                                          </p:val>
                                        </p:tav>
                                        <p:tav tm="100000">
                                          <p:val>
                                            <p:strVal val="#ppt_x"/>
                                          </p:val>
                                        </p:tav>
                                      </p:tavLst>
                                    </p:anim>
                                    <p:anim calcmode="lin" valueType="num">
                                      <p:cBhvr additive="base">
                                        <p:cTn id="115" dur="1000" fill="hold"/>
                                        <p:tgtEl>
                                          <p:spTgt spid="34"/>
                                        </p:tgtEl>
                                        <p:attrNameLst>
                                          <p:attrName>ppt_y</p:attrName>
                                        </p:attrNameLst>
                                      </p:cBhvr>
                                      <p:tavLst>
                                        <p:tav tm="0">
                                          <p:val>
                                            <p:strVal val="1+#ppt_h/2"/>
                                          </p:val>
                                        </p:tav>
                                        <p:tav tm="100000">
                                          <p:val>
                                            <p:strVal val="#ppt_y"/>
                                          </p:val>
                                        </p:tav>
                                      </p:tavLst>
                                    </p:anim>
                                  </p:childTnLst>
                                </p:cTn>
                              </p:par>
                            </p:childTnLst>
                          </p:cTn>
                        </p:par>
                        <p:par>
                          <p:cTn id="116" fill="hold">
                            <p:stCondLst>
                              <p:cond delay="10000"/>
                            </p:stCondLst>
                            <p:childTnLst>
                              <p:par>
                                <p:cTn id="117" presetID="53" presetClass="entr" presetSubtype="0" fill="hold" grpId="0" nodeType="afterEffect">
                                  <p:stCondLst>
                                    <p:cond delay="0"/>
                                  </p:stCondLst>
                                  <p:childTnLst>
                                    <p:set>
                                      <p:cBhvr>
                                        <p:cTn id="118" dur="1" fill="hold">
                                          <p:stCondLst>
                                            <p:cond delay="0"/>
                                          </p:stCondLst>
                                        </p:cTn>
                                        <p:tgtEl>
                                          <p:spTgt spid="29"/>
                                        </p:tgtEl>
                                        <p:attrNameLst>
                                          <p:attrName>style.visibility</p:attrName>
                                        </p:attrNameLst>
                                      </p:cBhvr>
                                      <p:to>
                                        <p:strVal val="visible"/>
                                      </p:to>
                                    </p:set>
                                    <p:anim calcmode="lin" valueType="num">
                                      <p:cBhvr>
                                        <p:cTn id="119" dur="500" fill="hold"/>
                                        <p:tgtEl>
                                          <p:spTgt spid="29"/>
                                        </p:tgtEl>
                                        <p:attrNameLst>
                                          <p:attrName>ppt_w</p:attrName>
                                        </p:attrNameLst>
                                      </p:cBhvr>
                                      <p:tavLst>
                                        <p:tav tm="0">
                                          <p:val>
                                            <p:fltVal val="0"/>
                                          </p:val>
                                        </p:tav>
                                        <p:tav tm="100000">
                                          <p:val>
                                            <p:strVal val="#ppt_w"/>
                                          </p:val>
                                        </p:tav>
                                      </p:tavLst>
                                    </p:anim>
                                    <p:anim calcmode="lin" valueType="num">
                                      <p:cBhvr>
                                        <p:cTn id="120" dur="500" fill="hold"/>
                                        <p:tgtEl>
                                          <p:spTgt spid="29"/>
                                        </p:tgtEl>
                                        <p:attrNameLst>
                                          <p:attrName>ppt_h</p:attrName>
                                        </p:attrNameLst>
                                      </p:cBhvr>
                                      <p:tavLst>
                                        <p:tav tm="0">
                                          <p:val>
                                            <p:fltVal val="0"/>
                                          </p:val>
                                        </p:tav>
                                        <p:tav tm="100000">
                                          <p:val>
                                            <p:strVal val="#ppt_h"/>
                                          </p:val>
                                        </p:tav>
                                      </p:tavLst>
                                    </p:anim>
                                    <p:animEffect transition="in" filter="fade">
                                      <p:cBhvr>
                                        <p:cTn id="121" dur="500"/>
                                        <p:tgtEl>
                                          <p:spTgt spid="29"/>
                                        </p:tgtEl>
                                      </p:cBhvr>
                                    </p:animEffect>
                                  </p:childTnLst>
                                </p:cTn>
                              </p:par>
                              <p:par>
                                <p:cTn id="122" presetID="2" presetClass="entr" presetSubtype="4" accel="50000" decel="50000" fill="hold" grpId="0" nodeType="withEffect">
                                  <p:stCondLst>
                                    <p:cond delay="0"/>
                                  </p:stCondLst>
                                  <p:childTnLst>
                                    <p:set>
                                      <p:cBhvr>
                                        <p:cTn id="123" dur="1" fill="hold">
                                          <p:stCondLst>
                                            <p:cond delay="0"/>
                                          </p:stCondLst>
                                        </p:cTn>
                                        <p:tgtEl>
                                          <p:spTgt spid="35"/>
                                        </p:tgtEl>
                                        <p:attrNameLst>
                                          <p:attrName>style.visibility</p:attrName>
                                        </p:attrNameLst>
                                      </p:cBhvr>
                                      <p:to>
                                        <p:strVal val="visible"/>
                                      </p:to>
                                    </p:set>
                                    <p:anim calcmode="lin" valueType="num">
                                      <p:cBhvr additive="base">
                                        <p:cTn id="124" dur="1000" fill="hold"/>
                                        <p:tgtEl>
                                          <p:spTgt spid="35"/>
                                        </p:tgtEl>
                                        <p:attrNameLst>
                                          <p:attrName>ppt_x</p:attrName>
                                        </p:attrNameLst>
                                      </p:cBhvr>
                                      <p:tavLst>
                                        <p:tav tm="0">
                                          <p:val>
                                            <p:strVal val="#ppt_x"/>
                                          </p:val>
                                        </p:tav>
                                        <p:tav tm="100000">
                                          <p:val>
                                            <p:strVal val="#ppt_x"/>
                                          </p:val>
                                        </p:tav>
                                      </p:tavLst>
                                    </p:anim>
                                    <p:anim calcmode="lin" valueType="num">
                                      <p:cBhvr additive="base">
                                        <p:cTn id="125" dur="1000" fill="hold"/>
                                        <p:tgtEl>
                                          <p:spTgt spid="35"/>
                                        </p:tgtEl>
                                        <p:attrNameLst>
                                          <p:attrName>ppt_y</p:attrName>
                                        </p:attrNameLst>
                                      </p:cBhvr>
                                      <p:tavLst>
                                        <p:tav tm="0">
                                          <p:val>
                                            <p:strVal val="1+#ppt_h/2"/>
                                          </p:val>
                                        </p:tav>
                                        <p:tav tm="100000">
                                          <p:val>
                                            <p:strVal val="#ppt_y"/>
                                          </p:val>
                                        </p:tav>
                                      </p:tavLst>
                                    </p:anim>
                                  </p:childTnLst>
                                </p:cTn>
                              </p:par>
                            </p:childTnLst>
                          </p:cTn>
                        </p:par>
                        <p:par>
                          <p:cTn id="126" fill="hold">
                            <p:stCondLst>
                              <p:cond delay="11000"/>
                            </p:stCondLst>
                            <p:childTnLst>
                              <p:par>
                                <p:cTn id="127" presetID="53" presetClass="entr" presetSubtype="0" fill="hold" grpId="0" nodeType="afterEffect">
                                  <p:stCondLst>
                                    <p:cond delay="0"/>
                                  </p:stCondLst>
                                  <p:childTnLst>
                                    <p:set>
                                      <p:cBhvr>
                                        <p:cTn id="128" dur="1" fill="hold">
                                          <p:stCondLst>
                                            <p:cond delay="0"/>
                                          </p:stCondLst>
                                        </p:cTn>
                                        <p:tgtEl>
                                          <p:spTgt spid="30"/>
                                        </p:tgtEl>
                                        <p:attrNameLst>
                                          <p:attrName>style.visibility</p:attrName>
                                        </p:attrNameLst>
                                      </p:cBhvr>
                                      <p:to>
                                        <p:strVal val="visible"/>
                                      </p:to>
                                    </p:set>
                                    <p:anim calcmode="lin" valueType="num">
                                      <p:cBhvr>
                                        <p:cTn id="129" dur="500" fill="hold"/>
                                        <p:tgtEl>
                                          <p:spTgt spid="30"/>
                                        </p:tgtEl>
                                        <p:attrNameLst>
                                          <p:attrName>ppt_w</p:attrName>
                                        </p:attrNameLst>
                                      </p:cBhvr>
                                      <p:tavLst>
                                        <p:tav tm="0">
                                          <p:val>
                                            <p:fltVal val="0"/>
                                          </p:val>
                                        </p:tav>
                                        <p:tav tm="100000">
                                          <p:val>
                                            <p:strVal val="#ppt_w"/>
                                          </p:val>
                                        </p:tav>
                                      </p:tavLst>
                                    </p:anim>
                                    <p:anim calcmode="lin" valueType="num">
                                      <p:cBhvr>
                                        <p:cTn id="130" dur="500" fill="hold"/>
                                        <p:tgtEl>
                                          <p:spTgt spid="30"/>
                                        </p:tgtEl>
                                        <p:attrNameLst>
                                          <p:attrName>ppt_h</p:attrName>
                                        </p:attrNameLst>
                                      </p:cBhvr>
                                      <p:tavLst>
                                        <p:tav tm="0">
                                          <p:val>
                                            <p:fltVal val="0"/>
                                          </p:val>
                                        </p:tav>
                                        <p:tav tm="100000">
                                          <p:val>
                                            <p:strVal val="#ppt_h"/>
                                          </p:val>
                                        </p:tav>
                                      </p:tavLst>
                                    </p:anim>
                                    <p:animEffect transition="in" filter="fade">
                                      <p:cBhvr>
                                        <p:cTn id="131" dur="500"/>
                                        <p:tgtEl>
                                          <p:spTgt spid="30"/>
                                        </p:tgtEl>
                                      </p:cBhvr>
                                    </p:animEffect>
                                  </p:childTnLst>
                                </p:cTn>
                              </p:par>
                              <p:par>
                                <p:cTn id="132" presetID="2" presetClass="entr" presetSubtype="4" accel="50000" decel="50000"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1000" fill="hold"/>
                                        <p:tgtEl>
                                          <p:spTgt spid="36"/>
                                        </p:tgtEl>
                                        <p:attrNameLst>
                                          <p:attrName>ppt_x</p:attrName>
                                        </p:attrNameLst>
                                      </p:cBhvr>
                                      <p:tavLst>
                                        <p:tav tm="0">
                                          <p:val>
                                            <p:strVal val="#ppt_x"/>
                                          </p:val>
                                        </p:tav>
                                        <p:tav tm="100000">
                                          <p:val>
                                            <p:strVal val="#ppt_x"/>
                                          </p:val>
                                        </p:tav>
                                      </p:tavLst>
                                    </p:anim>
                                    <p:anim calcmode="lin" valueType="num">
                                      <p:cBhvr additive="base">
                                        <p:cTn id="135" dur="10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5" grpId="0" animBg="1"/>
      <p:bldP spid="5126" grpId="0" animBg="1"/>
      <p:bldP spid="5127" grpId="0" animBg="1"/>
      <p:bldP spid="5128" grpId="0" animBg="1"/>
      <p:bldP spid="5129" grpId="0" animBg="1"/>
      <p:bldP spid="5130" grpId="0" animBg="1"/>
      <p:bldP spid="19" grpId="0"/>
      <p:bldP spid="25" grpId="0" animBg="1"/>
      <p:bldP spid="26" grpId="0" animBg="1"/>
      <p:bldP spid="27" grpId="0" animBg="1"/>
      <p:bldP spid="28" grpId="0" animBg="1"/>
      <p:bldP spid="29" grpId="0" animBg="1"/>
      <p:bldP spid="30" grpId="0" animBg="1"/>
      <p:bldP spid="31" grpId="0"/>
      <p:bldP spid="32" grpId="0"/>
      <p:bldP spid="34" grpId="0"/>
      <p:bldP spid="35" grpId="0"/>
      <p:bldP spid="36" grpId="0"/>
      <p:bldP spid="37" grpId="0"/>
      <p:bldP spid="38" grpId="0"/>
      <p:bldP spid="39" grpId="0"/>
      <p:bldP spid="40" grpId="0"/>
      <p:bldP spid="41" grpId="0"/>
      <p:bldP spid="42"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Freeform 9"/>
          <p:cNvSpPr>
            <a:spLocks/>
          </p:cNvSpPr>
          <p:nvPr/>
        </p:nvSpPr>
        <p:spPr bwMode="auto">
          <a:xfrm>
            <a:off x="2920905" y="1171856"/>
            <a:ext cx="1966670" cy="1659813"/>
          </a:xfrm>
          <a:custGeom>
            <a:avLst/>
            <a:gdLst/>
            <a:ahLst/>
            <a:cxnLst>
              <a:cxn ang="0">
                <a:pos x="372" y="215"/>
              </a:cxn>
              <a:cxn ang="0">
                <a:pos x="372" y="215"/>
              </a:cxn>
              <a:cxn ang="0">
                <a:pos x="260" y="262"/>
              </a:cxn>
              <a:cxn ang="0">
                <a:pos x="214" y="373"/>
              </a:cxn>
              <a:cxn ang="0">
                <a:pos x="214" y="375"/>
              </a:cxn>
              <a:cxn ang="0">
                <a:pos x="158" y="375"/>
              </a:cxn>
              <a:cxn ang="0">
                <a:pos x="167" y="368"/>
              </a:cxn>
              <a:cxn ang="0">
                <a:pos x="179" y="340"/>
              </a:cxn>
              <a:cxn ang="0">
                <a:pos x="167" y="311"/>
              </a:cxn>
              <a:cxn ang="0">
                <a:pos x="138" y="299"/>
              </a:cxn>
              <a:cxn ang="0">
                <a:pos x="109" y="311"/>
              </a:cxn>
              <a:cxn ang="0">
                <a:pos x="97" y="340"/>
              </a:cxn>
              <a:cxn ang="0">
                <a:pos x="109" y="368"/>
              </a:cxn>
              <a:cxn ang="0">
                <a:pos x="118" y="375"/>
              </a:cxn>
              <a:cxn ang="0">
                <a:pos x="61" y="375"/>
              </a:cxn>
              <a:cxn ang="0">
                <a:pos x="61" y="373"/>
              </a:cxn>
              <a:cxn ang="0">
                <a:pos x="61" y="367"/>
              </a:cxn>
              <a:cxn ang="0">
                <a:pos x="62" y="342"/>
              </a:cxn>
              <a:cxn ang="0">
                <a:pos x="0" y="307"/>
              </a:cxn>
              <a:cxn ang="0">
                <a:pos x="17" y="243"/>
              </a:cxn>
              <a:cxn ang="0">
                <a:pos x="86" y="247"/>
              </a:cxn>
              <a:cxn ang="0">
                <a:pos x="119" y="191"/>
              </a:cxn>
              <a:cxn ang="0">
                <a:pos x="85" y="127"/>
              </a:cxn>
              <a:cxn ang="0">
                <a:pos x="106" y="105"/>
              </a:cxn>
              <a:cxn ang="0">
                <a:pos x="128" y="84"/>
              </a:cxn>
              <a:cxn ang="0">
                <a:pos x="188" y="120"/>
              </a:cxn>
              <a:cxn ang="0">
                <a:pos x="243" y="88"/>
              </a:cxn>
              <a:cxn ang="0">
                <a:pos x="243" y="16"/>
              </a:cxn>
              <a:cxn ang="0">
                <a:pos x="303" y="0"/>
              </a:cxn>
              <a:cxn ang="0">
                <a:pos x="339" y="62"/>
              </a:cxn>
              <a:cxn ang="0">
                <a:pos x="372" y="60"/>
              </a:cxn>
              <a:cxn ang="0">
                <a:pos x="372" y="121"/>
              </a:cxn>
              <a:cxn ang="0">
                <a:pos x="375" y="117"/>
              </a:cxn>
              <a:cxn ang="0">
                <a:pos x="404" y="105"/>
              </a:cxn>
              <a:cxn ang="0">
                <a:pos x="433" y="117"/>
              </a:cxn>
              <a:cxn ang="0">
                <a:pos x="445" y="145"/>
              </a:cxn>
              <a:cxn ang="0">
                <a:pos x="433" y="174"/>
              </a:cxn>
              <a:cxn ang="0">
                <a:pos x="404" y="186"/>
              </a:cxn>
              <a:cxn ang="0">
                <a:pos x="375" y="174"/>
              </a:cxn>
              <a:cxn ang="0">
                <a:pos x="372" y="170"/>
              </a:cxn>
              <a:cxn ang="0">
                <a:pos x="372" y="215"/>
              </a:cxn>
            </a:cxnLst>
            <a:rect l="0" t="0" r="r" b="b"/>
            <a:pathLst>
              <a:path w="445" h="375">
                <a:moveTo>
                  <a:pt x="372" y="215"/>
                </a:moveTo>
                <a:cubicBezTo>
                  <a:pt x="372" y="215"/>
                  <a:pt x="372" y="215"/>
                  <a:pt x="372" y="215"/>
                </a:cubicBezTo>
                <a:cubicBezTo>
                  <a:pt x="328" y="215"/>
                  <a:pt x="291" y="231"/>
                  <a:pt x="260" y="262"/>
                </a:cubicBezTo>
                <a:cubicBezTo>
                  <a:pt x="229" y="292"/>
                  <a:pt x="214" y="330"/>
                  <a:pt x="214" y="373"/>
                </a:cubicBezTo>
                <a:cubicBezTo>
                  <a:pt x="214" y="374"/>
                  <a:pt x="214" y="375"/>
                  <a:pt x="214" y="375"/>
                </a:cubicBezTo>
                <a:cubicBezTo>
                  <a:pt x="158" y="375"/>
                  <a:pt x="158" y="375"/>
                  <a:pt x="158" y="375"/>
                </a:cubicBezTo>
                <a:cubicBezTo>
                  <a:pt x="161" y="373"/>
                  <a:pt x="164" y="371"/>
                  <a:pt x="167" y="368"/>
                </a:cubicBezTo>
                <a:cubicBezTo>
                  <a:pt x="175" y="360"/>
                  <a:pt x="179" y="351"/>
                  <a:pt x="179" y="340"/>
                </a:cubicBezTo>
                <a:cubicBezTo>
                  <a:pt x="179" y="328"/>
                  <a:pt x="175" y="319"/>
                  <a:pt x="167" y="311"/>
                </a:cubicBezTo>
                <a:cubicBezTo>
                  <a:pt x="159" y="303"/>
                  <a:pt x="149" y="299"/>
                  <a:pt x="138" y="299"/>
                </a:cubicBezTo>
                <a:cubicBezTo>
                  <a:pt x="127" y="299"/>
                  <a:pt x="117" y="303"/>
                  <a:pt x="109" y="311"/>
                </a:cubicBezTo>
                <a:cubicBezTo>
                  <a:pt x="101" y="319"/>
                  <a:pt x="97" y="328"/>
                  <a:pt x="97" y="340"/>
                </a:cubicBezTo>
                <a:cubicBezTo>
                  <a:pt x="97" y="351"/>
                  <a:pt x="101" y="360"/>
                  <a:pt x="109" y="368"/>
                </a:cubicBezTo>
                <a:cubicBezTo>
                  <a:pt x="112" y="371"/>
                  <a:pt x="115" y="373"/>
                  <a:pt x="118" y="375"/>
                </a:cubicBezTo>
                <a:cubicBezTo>
                  <a:pt x="61" y="375"/>
                  <a:pt x="61" y="375"/>
                  <a:pt x="61" y="375"/>
                </a:cubicBezTo>
                <a:cubicBezTo>
                  <a:pt x="61" y="374"/>
                  <a:pt x="61" y="374"/>
                  <a:pt x="61" y="373"/>
                </a:cubicBezTo>
                <a:cubicBezTo>
                  <a:pt x="61" y="371"/>
                  <a:pt x="61" y="369"/>
                  <a:pt x="61" y="367"/>
                </a:cubicBezTo>
                <a:cubicBezTo>
                  <a:pt x="61" y="359"/>
                  <a:pt x="62" y="350"/>
                  <a:pt x="62" y="342"/>
                </a:cubicBezTo>
                <a:cubicBezTo>
                  <a:pt x="0" y="307"/>
                  <a:pt x="0" y="307"/>
                  <a:pt x="0" y="307"/>
                </a:cubicBezTo>
                <a:cubicBezTo>
                  <a:pt x="4" y="285"/>
                  <a:pt x="9" y="263"/>
                  <a:pt x="17" y="243"/>
                </a:cubicBezTo>
                <a:cubicBezTo>
                  <a:pt x="86" y="247"/>
                  <a:pt x="86" y="247"/>
                  <a:pt x="86" y="247"/>
                </a:cubicBezTo>
                <a:cubicBezTo>
                  <a:pt x="95" y="227"/>
                  <a:pt x="106" y="209"/>
                  <a:pt x="119" y="191"/>
                </a:cubicBezTo>
                <a:cubicBezTo>
                  <a:pt x="85" y="127"/>
                  <a:pt x="85" y="127"/>
                  <a:pt x="85" y="127"/>
                </a:cubicBezTo>
                <a:cubicBezTo>
                  <a:pt x="92" y="120"/>
                  <a:pt x="99" y="112"/>
                  <a:pt x="106" y="105"/>
                </a:cubicBezTo>
                <a:cubicBezTo>
                  <a:pt x="113" y="98"/>
                  <a:pt x="120" y="91"/>
                  <a:pt x="128" y="84"/>
                </a:cubicBezTo>
                <a:cubicBezTo>
                  <a:pt x="188" y="120"/>
                  <a:pt x="188" y="120"/>
                  <a:pt x="188" y="120"/>
                </a:cubicBezTo>
                <a:cubicBezTo>
                  <a:pt x="206" y="107"/>
                  <a:pt x="224" y="96"/>
                  <a:pt x="243" y="88"/>
                </a:cubicBezTo>
                <a:cubicBezTo>
                  <a:pt x="243" y="16"/>
                  <a:pt x="243" y="16"/>
                  <a:pt x="243" y="16"/>
                </a:cubicBezTo>
                <a:cubicBezTo>
                  <a:pt x="262" y="9"/>
                  <a:pt x="283" y="4"/>
                  <a:pt x="303" y="0"/>
                </a:cubicBezTo>
                <a:cubicBezTo>
                  <a:pt x="339" y="62"/>
                  <a:pt x="339" y="62"/>
                  <a:pt x="339" y="62"/>
                </a:cubicBezTo>
                <a:cubicBezTo>
                  <a:pt x="350" y="61"/>
                  <a:pt x="361" y="60"/>
                  <a:pt x="372" y="60"/>
                </a:cubicBezTo>
                <a:cubicBezTo>
                  <a:pt x="372" y="121"/>
                  <a:pt x="372" y="121"/>
                  <a:pt x="372" y="121"/>
                </a:cubicBezTo>
                <a:cubicBezTo>
                  <a:pt x="373" y="119"/>
                  <a:pt x="374" y="118"/>
                  <a:pt x="375" y="117"/>
                </a:cubicBezTo>
                <a:cubicBezTo>
                  <a:pt x="383" y="109"/>
                  <a:pt x="393" y="105"/>
                  <a:pt x="404" y="105"/>
                </a:cubicBezTo>
                <a:cubicBezTo>
                  <a:pt x="415" y="105"/>
                  <a:pt x="425" y="109"/>
                  <a:pt x="433" y="117"/>
                </a:cubicBezTo>
                <a:cubicBezTo>
                  <a:pt x="441" y="125"/>
                  <a:pt x="445" y="134"/>
                  <a:pt x="445" y="145"/>
                </a:cubicBezTo>
                <a:cubicBezTo>
                  <a:pt x="445" y="157"/>
                  <a:pt x="441" y="166"/>
                  <a:pt x="433" y="174"/>
                </a:cubicBezTo>
                <a:cubicBezTo>
                  <a:pt x="425" y="182"/>
                  <a:pt x="415" y="186"/>
                  <a:pt x="404" y="186"/>
                </a:cubicBezTo>
                <a:cubicBezTo>
                  <a:pt x="393" y="186"/>
                  <a:pt x="383" y="182"/>
                  <a:pt x="375" y="174"/>
                </a:cubicBezTo>
                <a:cubicBezTo>
                  <a:pt x="374" y="173"/>
                  <a:pt x="373" y="172"/>
                  <a:pt x="372" y="170"/>
                </a:cubicBezTo>
                <a:lnTo>
                  <a:pt x="372" y="215"/>
                </a:lnTo>
                <a:close/>
              </a:path>
            </a:pathLst>
          </a:custGeom>
          <a:solidFill>
            <a:schemeClr val="accent2"/>
          </a:solidFill>
          <a:ln w="19050">
            <a:solidFill>
              <a:schemeClr val="accent2">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10"/>
          <p:cNvSpPr>
            <a:spLocks/>
          </p:cNvSpPr>
          <p:nvPr/>
        </p:nvSpPr>
        <p:spPr bwMode="auto">
          <a:xfrm>
            <a:off x="4565026" y="1166625"/>
            <a:ext cx="1652840" cy="1975387"/>
          </a:xfrm>
          <a:custGeom>
            <a:avLst/>
            <a:gdLst/>
            <a:ahLst/>
            <a:cxnLst>
              <a:cxn ang="0">
                <a:pos x="314" y="376"/>
              </a:cxn>
              <a:cxn ang="0">
                <a:pos x="256" y="376"/>
              </a:cxn>
              <a:cxn ang="0">
                <a:pos x="257" y="377"/>
              </a:cxn>
              <a:cxn ang="0">
                <a:pos x="269" y="406"/>
              </a:cxn>
              <a:cxn ang="0">
                <a:pos x="257" y="434"/>
              </a:cxn>
              <a:cxn ang="0">
                <a:pos x="228" y="446"/>
              </a:cxn>
              <a:cxn ang="0">
                <a:pos x="200" y="434"/>
              </a:cxn>
              <a:cxn ang="0">
                <a:pos x="188" y="406"/>
              </a:cxn>
              <a:cxn ang="0">
                <a:pos x="200" y="377"/>
              </a:cxn>
              <a:cxn ang="0">
                <a:pos x="200" y="376"/>
              </a:cxn>
              <a:cxn ang="0">
                <a:pos x="158" y="376"/>
              </a:cxn>
              <a:cxn ang="0">
                <a:pos x="158" y="374"/>
              </a:cxn>
              <a:cxn ang="0">
                <a:pos x="111" y="263"/>
              </a:cxn>
              <a:cxn ang="0">
                <a:pos x="0" y="216"/>
              </a:cxn>
              <a:cxn ang="0">
                <a:pos x="0" y="171"/>
              </a:cxn>
              <a:cxn ang="0">
                <a:pos x="3" y="175"/>
              </a:cxn>
              <a:cxn ang="0">
                <a:pos x="32" y="187"/>
              </a:cxn>
              <a:cxn ang="0">
                <a:pos x="61" y="175"/>
              </a:cxn>
              <a:cxn ang="0">
                <a:pos x="73" y="146"/>
              </a:cxn>
              <a:cxn ang="0">
                <a:pos x="61" y="118"/>
              </a:cxn>
              <a:cxn ang="0">
                <a:pos x="32" y="106"/>
              </a:cxn>
              <a:cxn ang="0">
                <a:pos x="3" y="118"/>
              </a:cxn>
              <a:cxn ang="0">
                <a:pos x="0" y="122"/>
              </a:cxn>
              <a:cxn ang="0">
                <a:pos x="0" y="61"/>
              </a:cxn>
              <a:cxn ang="0">
                <a:pos x="2" y="61"/>
              </a:cxn>
              <a:cxn ang="0">
                <a:pos x="32" y="62"/>
              </a:cxn>
              <a:cxn ang="0">
                <a:pos x="67" y="0"/>
              </a:cxn>
              <a:cxn ang="0">
                <a:pos x="126" y="15"/>
              </a:cxn>
              <a:cxn ang="0">
                <a:pos x="126" y="86"/>
              </a:cxn>
              <a:cxn ang="0">
                <a:pos x="186" y="120"/>
              </a:cxn>
              <a:cxn ang="0">
                <a:pos x="246" y="84"/>
              </a:cxn>
              <a:cxn ang="0">
                <a:pos x="270" y="106"/>
              </a:cxn>
              <a:cxn ang="0">
                <a:pos x="288" y="126"/>
              </a:cxn>
              <a:cxn ang="0">
                <a:pos x="252" y="186"/>
              </a:cxn>
              <a:cxn ang="0">
                <a:pos x="288" y="244"/>
              </a:cxn>
              <a:cxn ang="0">
                <a:pos x="359" y="244"/>
              </a:cxn>
              <a:cxn ang="0">
                <a:pos x="374" y="301"/>
              </a:cxn>
              <a:cxn ang="0">
                <a:pos x="313" y="341"/>
              </a:cxn>
              <a:cxn ang="0">
                <a:pos x="314" y="374"/>
              </a:cxn>
              <a:cxn ang="0">
                <a:pos x="314" y="376"/>
              </a:cxn>
            </a:cxnLst>
            <a:rect l="0" t="0" r="r" b="b"/>
            <a:pathLst>
              <a:path w="374" h="446">
                <a:moveTo>
                  <a:pt x="314" y="376"/>
                </a:moveTo>
                <a:cubicBezTo>
                  <a:pt x="256" y="376"/>
                  <a:pt x="256" y="376"/>
                  <a:pt x="256" y="376"/>
                </a:cubicBezTo>
                <a:cubicBezTo>
                  <a:pt x="256" y="376"/>
                  <a:pt x="257" y="377"/>
                  <a:pt x="257" y="377"/>
                </a:cubicBezTo>
                <a:cubicBezTo>
                  <a:pt x="265" y="385"/>
                  <a:pt x="269" y="395"/>
                  <a:pt x="269" y="406"/>
                </a:cubicBezTo>
                <a:cubicBezTo>
                  <a:pt x="269" y="417"/>
                  <a:pt x="265" y="427"/>
                  <a:pt x="257" y="434"/>
                </a:cubicBezTo>
                <a:cubicBezTo>
                  <a:pt x="249" y="442"/>
                  <a:pt x="240" y="446"/>
                  <a:pt x="228" y="446"/>
                </a:cubicBezTo>
                <a:cubicBezTo>
                  <a:pt x="217" y="446"/>
                  <a:pt x="208" y="442"/>
                  <a:pt x="200" y="434"/>
                </a:cubicBezTo>
                <a:cubicBezTo>
                  <a:pt x="192" y="427"/>
                  <a:pt x="188" y="417"/>
                  <a:pt x="188" y="406"/>
                </a:cubicBezTo>
                <a:cubicBezTo>
                  <a:pt x="188" y="395"/>
                  <a:pt x="192" y="385"/>
                  <a:pt x="200" y="377"/>
                </a:cubicBezTo>
                <a:cubicBezTo>
                  <a:pt x="200" y="377"/>
                  <a:pt x="200" y="376"/>
                  <a:pt x="200" y="376"/>
                </a:cubicBezTo>
                <a:cubicBezTo>
                  <a:pt x="158" y="376"/>
                  <a:pt x="158" y="376"/>
                  <a:pt x="158" y="376"/>
                </a:cubicBezTo>
                <a:cubicBezTo>
                  <a:pt x="158" y="376"/>
                  <a:pt x="158" y="375"/>
                  <a:pt x="158" y="374"/>
                </a:cubicBezTo>
                <a:cubicBezTo>
                  <a:pt x="158" y="331"/>
                  <a:pt x="142" y="293"/>
                  <a:pt x="111" y="263"/>
                </a:cubicBezTo>
                <a:cubicBezTo>
                  <a:pt x="81" y="232"/>
                  <a:pt x="43" y="216"/>
                  <a:pt x="0" y="216"/>
                </a:cubicBezTo>
                <a:cubicBezTo>
                  <a:pt x="0" y="171"/>
                  <a:pt x="0" y="171"/>
                  <a:pt x="0" y="171"/>
                </a:cubicBezTo>
                <a:cubicBezTo>
                  <a:pt x="1" y="173"/>
                  <a:pt x="2" y="174"/>
                  <a:pt x="3" y="175"/>
                </a:cubicBezTo>
                <a:cubicBezTo>
                  <a:pt x="11" y="183"/>
                  <a:pt x="21" y="187"/>
                  <a:pt x="32" y="187"/>
                </a:cubicBezTo>
                <a:cubicBezTo>
                  <a:pt x="43" y="187"/>
                  <a:pt x="53" y="183"/>
                  <a:pt x="61" y="175"/>
                </a:cubicBezTo>
                <a:cubicBezTo>
                  <a:pt x="69" y="167"/>
                  <a:pt x="73" y="158"/>
                  <a:pt x="73" y="146"/>
                </a:cubicBezTo>
                <a:cubicBezTo>
                  <a:pt x="73" y="135"/>
                  <a:pt x="69" y="126"/>
                  <a:pt x="61" y="118"/>
                </a:cubicBezTo>
                <a:cubicBezTo>
                  <a:pt x="53" y="110"/>
                  <a:pt x="43" y="106"/>
                  <a:pt x="32" y="106"/>
                </a:cubicBezTo>
                <a:cubicBezTo>
                  <a:pt x="21" y="106"/>
                  <a:pt x="11" y="110"/>
                  <a:pt x="3" y="118"/>
                </a:cubicBezTo>
                <a:cubicBezTo>
                  <a:pt x="2" y="119"/>
                  <a:pt x="1" y="120"/>
                  <a:pt x="0" y="122"/>
                </a:cubicBezTo>
                <a:cubicBezTo>
                  <a:pt x="0" y="61"/>
                  <a:pt x="0" y="61"/>
                  <a:pt x="0" y="61"/>
                </a:cubicBezTo>
                <a:cubicBezTo>
                  <a:pt x="1" y="61"/>
                  <a:pt x="1" y="61"/>
                  <a:pt x="2" y="61"/>
                </a:cubicBezTo>
                <a:cubicBezTo>
                  <a:pt x="12" y="61"/>
                  <a:pt x="22" y="61"/>
                  <a:pt x="32" y="62"/>
                </a:cubicBezTo>
                <a:cubicBezTo>
                  <a:pt x="67" y="0"/>
                  <a:pt x="67" y="0"/>
                  <a:pt x="67" y="0"/>
                </a:cubicBezTo>
                <a:cubicBezTo>
                  <a:pt x="87" y="4"/>
                  <a:pt x="107" y="8"/>
                  <a:pt x="126" y="15"/>
                </a:cubicBezTo>
                <a:cubicBezTo>
                  <a:pt x="126" y="86"/>
                  <a:pt x="126" y="86"/>
                  <a:pt x="126" y="86"/>
                </a:cubicBezTo>
                <a:cubicBezTo>
                  <a:pt x="147" y="95"/>
                  <a:pt x="167" y="106"/>
                  <a:pt x="186" y="120"/>
                </a:cubicBezTo>
                <a:cubicBezTo>
                  <a:pt x="246" y="84"/>
                  <a:pt x="246" y="84"/>
                  <a:pt x="246" y="84"/>
                </a:cubicBezTo>
                <a:cubicBezTo>
                  <a:pt x="254" y="91"/>
                  <a:pt x="262" y="98"/>
                  <a:pt x="270" y="106"/>
                </a:cubicBezTo>
                <a:cubicBezTo>
                  <a:pt x="276" y="113"/>
                  <a:pt x="282" y="119"/>
                  <a:pt x="288" y="126"/>
                </a:cubicBezTo>
                <a:cubicBezTo>
                  <a:pt x="252" y="186"/>
                  <a:pt x="252" y="186"/>
                  <a:pt x="252" y="186"/>
                </a:cubicBezTo>
                <a:cubicBezTo>
                  <a:pt x="266" y="204"/>
                  <a:pt x="278" y="224"/>
                  <a:pt x="288" y="244"/>
                </a:cubicBezTo>
                <a:cubicBezTo>
                  <a:pt x="359" y="244"/>
                  <a:pt x="359" y="244"/>
                  <a:pt x="359" y="244"/>
                </a:cubicBezTo>
                <a:cubicBezTo>
                  <a:pt x="365" y="263"/>
                  <a:pt x="370" y="282"/>
                  <a:pt x="374" y="301"/>
                </a:cubicBezTo>
                <a:cubicBezTo>
                  <a:pt x="313" y="341"/>
                  <a:pt x="313" y="341"/>
                  <a:pt x="313" y="341"/>
                </a:cubicBezTo>
                <a:cubicBezTo>
                  <a:pt x="314" y="352"/>
                  <a:pt x="314" y="363"/>
                  <a:pt x="314" y="374"/>
                </a:cubicBezTo>
                <a:cubicBezTo>
                  <a:pt x="314" y="375"/>
                  <a:pt x="314" y="375"/>
                  <a:pt x="314" y="376"/>
                </a:cubicBezTo>
                <a:close/>
              </a:path>
            </a:pathLst>
          </a:custGeom>
          <a:solidFill>
            <a:schemeClr val="accent3"/>
          </a:solidFill>
          <a:ln w="19050">
            <a:solidFill>
              <a:schemeClr val="accent3">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11"/>
          <p:cNvSpPr>
            <a:spLocks/>
          </p:cNvSpPr>
          <p:nvPr/>
        </p:nvSpPr>
        <p:spPr bwMode="auto">
          <a:xfrm>
            <a:off x="4237248" y="2831669"/>
            <a:ext cx="1985849" cy="1644122"/>
          </a:xfrm>
          <a:custGeom>
            <a:avLst/>
            <a:gdLst/>
            <a:ahLst/>
            <a:cxnLst>
              <a:cxn ang="0">
                <a:pos x="74" y="156"/>
              </a:cxn>
              <a:cxn ang="0">
                <a:pos x="185" y="110"/>
              </a:cxn>
              <a:cxn ang="0">
                <a:pos x="232" y="0"/>
              </a:cxn>
              <a:cxn ang="0">
                <a:pos x="274" y="0"/>
              </a:cxn>
              <a:cxn ang="0">
                <a:pos x="274" y="1"/>
              </a:cxn>
              <a:cxn ang="0">
                <a:pos x="262" y="30"/>
              </a:cxn>
              <a:cxn ang="0">
                <a:pos x="274" y="58"/>
              </a:cxn>
              <a:cxn ang="0">
                <a:pos x="302" y="70"/>
              </a:cxn>
              <a:cxn ang="0">
                <a:pos x="331" y="58"/>
              </a:cxn>
              <a:cxn ang="0">
                <a:pos x="343" y="30"/>
              </a:cxn>
              <a:cxn ang="0">
                <a:pos x="331" y="1"/>
              </a:cxn>
              <a:cxn ang="0">
                <a:pos x="330" y="0"/>
              </a:cxn>
              <a:cxn ang="0">
                <a:pos x="388" y="0"/>
              </a:cxn>
              <a:cxn ang="0">
                <a:pos x="387" y="32"/>
              </a:cxn>
              <a:cxn ang="0">
                <a:pos x="449" y="66"/>
              </a:cxn>
              <a:cxn ang="0">
                <a:pos x="435" y="121"/>
              </a:cxn>
              <a:cxn ang="0">
                <a:pos x="362" y="125"/>
              </a:cxn>
              <a:cxn ang="0">
                <a:pos x="328" y="183"/>
              </a:cxn>
              <a:cxn ang="0">
                <a:pos x="365" y="243"/>
              </a:cxn>
              <a:cxn ang="0">
                <a:pos x="344" y="266"/>
              </a:cxn>
              <a:cxn ang="0">
                <a:pos x="321" y="287"/>
              </a:cxn>
              <a:cxn ang="0">
                <a:pos x="260" y="251"/>
              </a:cxn>
              <a:cxn ang="0">
                <a:pos x="202" y="285"/>
              </a:cxn>
              <a:cxn ang="0">
                <a:pos x="202" y="356"/>
              </a:cxn>
              <a:cxn ang="0">
                <a:pos x="144" y="371"/>
              </a:cxn>
              <a:cxn ang="0">
                <a:pos x="108" y="309"/>
              </a:cxn>
              <a:cxn ang="0">
                <a:pos x="76" y="311"/>
              </a:cxn>
              <a:cxn ang="0">
                <a:pos x="74" y="311"/>
              </a:cxn>
              <a:cxn ang="0">
                <a:pos x="74" y="248"/>
              </a:cxn>
              <a:cxn ang="0">
                <a:pos x="69" y="254"/>
              </a:cxn>
              <a:cxn ang="0">
                <a:pos x="40" y="266"/>
              </a:cxn>
              <a:cxn ang="0">
                <a:pos x="11" y="254"/>
              </a:cxn>
              <a:cxn ang="0">
                <a:pos x="0" y="226"/>
              </a:cxn>
              <a:cxn ang="0">
                <a:pos x="11" y="197"/>
              </a:cxn>
              <a:cxn ang="0">
                <a:pos x="40" y="185"/>
              </a:cxn>
              <a:cxn ang="0">
                <a:pos x="69" y="197"/>
              </a:cxn>
              <a:cxn ang="0">
                <a:pos x="74" y="203"/>
              </a:cxn>
              <a:cxn ang="0">
                <a:pos x="74" y="156"/>
              </a:cxn>
            </a:cxnLst>
            <a:rect l="0" t="0" r="r" b="b"/>
            <a:pathLst>
              <a:path w="449" h="371">
                <a:moveTo>
                  <a:pt x="74" y="156"/>
                </a:moveTo>
                <a:cubicBezTo>
                  <a:pt x="117" y="156"/>
                  <a:pt x="155" y="141"/>
                  <a:pt x="185" y="110"/>
                </a:cubicBezTo>
                <a:cubicBezTo>
                  <a:pt x="216" y="80"/>
                  <a:pt x="231" y="43"/>
                  <a:pt x="232" y="0"/>
                </a:cubicBezTo>
                <a:cubicBezTo>
                  <a:pt x="274" y="0"/>
                  <a:pt x="274" y="0"/>
                  <a:pt x="274" y="0"/>
                </a:cubicBezTo>
                <a:cubicBezTo>
                  <a:pt x="274" y="0"/>
                  <a:pt x="274" y="1"/>
                  <a:pt x="274" y="1"/>
                </a:cubicBezTo>
                <a:cubicBezTo>
                  <a:pt x="266" y="9"/>
                  <a:pt x="262" y="19"/>
                  <a:pt x="262" y="30"/>
                </a:cubicBezTo>
                <a:cubicBezTo>
                  <a:pt x="262" y="41"/>
                  <a:pt x="266" y="51"/>
                  <a:pt x="274" y="58"/>
                </a:cubicBezTo>
                <a:cubicBezTo>
                  <a:pt x="282" y="66"/>
                  <a:pt x="291" y="70"/>
                  <a:pt x="302" y="70"/>
                </a:cubicBezTo>
                <a:cubicBezTo>
                  <a:pt x="314" y="70"/>
                  <a:pt x="323" y="66"/>
                  <a:pt x="331" y="58"/>
                </a:cubicBezTo>
                <a:cubicBezTo>
                  <a:pt x="339" y="51"/>
                  <a:pt x="343" y="41"/>
                  <a:pt x="343" y="30"/>
                </a:cubicBezTo>
                <a:cubicBezTo>
                  <a:pt x="343" y="19"/>
                  <a:pt x="339" y="9"/>
                  <a:pt x="331" y="1"/>
                </a:cubicBezTo>
                <a:cubicBezTo>
                  <a:pt x="331" y="1"/>
                  <a:pt x="330" y="0"/>
                  <a:pt x="330" y="0"/>
                </a:cubicBezTo>
                <a:cubicBezTo>
                  <a:pt x="388" y="0"/>
                  <a:pt x="388" y="0"/>
                  <a:pt x="388" y="0"/>
                </a:cubicBezTo>
                <a:cubicBezTo>
                  <a:pt x="388" y="11"/>
                  <a:pt x="388" y="22"/>
                  <a:pt x="387" y="32"/>
                </a:cubicBezTo>
                <a:cubicBezTo>
                  <a:pt x="449" y="66"/>
                  <a:pt x="449" y="66"/>
                  <a:pt x="449" y="66"/>
                </a:cubicBezTo>
                <a:cubicBezTo>
                  <a:pt x="446" y="85"/>
                  <a:pt x="441" y="103"/>
                  <a:pt x="435" y="121"/>
                </a:cubicBezTo>
                <a:cubicBezTo>
                  <a:pt x="362" y="125"/>
                  <a:pt x="362" y="125"/>
                  <a:pt x="362" y="125"/>
                </a:cubicBezTo>
                <a:cubicBezTo>
                  <a:pt x="353" y="145"/>
                  <a:pt x="342" y="164"/>
                  <a:pt x="328" y="183"/>
                </a:cubicBezTo>
                <a:cubicBezTo>
                  <a:pt x="365" y="243"/>
                  <a:pt x="365" y="243"/>
                  <a:pt x="365" y="243"/>
                </a:cubicBezTo>
                <a:cubicBezTo>
                  <a:pt x="358" y="251"/>
                  <a:pt x="351" y="258"/>
                  <a:pt x="344" y="266"/>
                </a:cubicBezTo>
                <a:cubicBezTo>
                  <a:pt x="336" y="273"/>
                  <a:pt x="329" y="280"/>
                  <a:pt x="321" y="287"/>
                </a:cubicBezTo>
                <a:cubicBezTo>
                  <a:pt x="260" y="251"/>
                  <a:pt x="260" y="251"/>
                  <a:pt x="260" y="251"/>
                </a:cubicBezTo>
                <a:cubicBezTo>
                  <a:pt x="241" y="265"/>
                  <a:pt x="222" y="276"/>
                  <a:pt x="202" y="285"/>
                </a:cubicBezTo>
                <a:cubicBezTo>
                  <a:pt x="202" y="356"/>
                  <a:pt x="202" y="356"/>
                  <a:pt x="202" y="356"/>
                </a:cubicBezTo>
                <a:cubicBezTo>
                  <a:pt x="183" y="363"/>
                  <a:pt x="164" y="368"/>
                  <a:pt x="144" y="371"/>
                </a:cubicBezTo>
                <a:cubicBezTo>
                  <a:pt x="108" y="309"/>
                  <a:pt x="108" y="309"/>
                  <a:pt x="108" y="309"/>
                </a:cubicBezTo>
                <a:cubicBezTo>
                  <a:pt x="97" y="310"/>
                  <a:pt x="86" y="311"/>
                  <a:pt x="76" y="311"/>
                </a:cubicBezTo>
                <a:cubicBezTo>
                  <a:pt x="75" y="311"/>
                  <a:pt x="75" y="311"/>
                  <a:pt x="74" y="311"/>
                </a:cubicBezTo>
                <a:cubicBezTo>
                  <a:pt x="74" y="248"/>
                  <a:pt x="74" y="248"/>
                  <a:pt x="74" y="248"/>
                </a:cubicBezTo>
                <a:cubicBezTo>
                  <a:pt x="73" y="250"/>
                  <a:pt x="71" y="252"/>
                  <a:pt x="69" y="254"/>
                </a:cubicBezTo>
                <a:cubicBezTo>
                  <a:pt x="61" y="262"/>
                  <a:pt x="51" y="266"/>
                  <a:pt x="40" y="266"/>
                </a:cubicBezTo>
                <a:cubicBezTo>
                  <a:pt x="29" y="266"/>
                  <a:pt x="19" y="262"/>
                  <a:pt x="11" y="254"/>
                </a:cubicBezTo>
                <a:cubicBezTo>
                  <a:pt x="4" y="247"/>
                  <a:pt x="0" y="237"/>
                  <a:pt x="0" y="226"/>
                </a:cubicBezTo>
                <a:cubicBezTo>
                  <a:pt x="0" y="215"/>
                  <a:pt x="4" y="205"/>
                  <a:pt x="11" y="197"/>
                </a:cubicBezTo>
                <a:cubicBezTo>
                  <a:pt x="19" y="189"/>
                  <a:pt x="29" y="185"/>
                  <a:pt x="40" y="185"/>
                </a:cubicBezTo>
                <a:cubicBezTo>
                  <a:pt x="51" y="185"/>
                  <a:pt x="61" y="189"/>
                  <a:pt x="69" y="197"/>
                </a:cubicBezTo>
                <a:cubicBezTo>
                  <a:pt x="71" y="199"/>
                  <a:pt x="73" y="201"/>
                  <a:pt x="74" y="203"/>
                </a:cubicBezTo>
                <a:lnTo>
                  <a:pt x="74" y="156"/>
                </a:lnTo>
                <a:close/>
              </a:path>
            </a:pathLst>
          </a:custGeom>
          <a:solidFill>
            <a:schemeClr val="accent4"/>
          </a:solidFill>
          <a:ln w="19050">
            <a:solidFill>
              <a:schemeClr val="accent4">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2"/>
          <p:cNvSpPr>
            <a:spLocks/>
          </p:cNvSpPr>
          <p:nvPr/>
        </p:nvSpPr>
        <p:spPr bwMode="auto">
          <a:xfrm>
            <a:off x="2920905" y="2495173"/>
            <a:ext cx="1644123" cy="1975387"/>
          </a:xfrm>
          <a:custGeom>
            <a:avLst/>
            <a:gdLst/>
            <a:ahLst/>
            <a:cxnLst>
              <a:cxn ang="0">
                <a:pos x="372" y="232"/>
              </a:cxn>
              <a:cxn ang="0">
                <a:pos x="372" y="279"/>
              </a:cxn>
              <a:cxn ang="0">
                <a:pos x="367" y="273"/>
              </a:cxn>
              <a:cxn ang="0">
                <a:pos x="338" y="261"/>
              </a:cxn>
              <a:cxn ang="0">
                <a:pos x="309" y="273"/>
              </a:cxn>
              <a:cxn ang="0">
                <a:pos x="298" y="302"/>
              </a:cxn>
              <a:cxn ang="0">
                <a:pos x="309" y="330"/>
              </a:cxn>
              <a:cxn ang="0">
                <a:pos x="338" y="342"/>
              </a:cxn>
              <a:cxn ang="0">
                <a:pos x="367" y="330"/>
              </a:cxn>
              <a:cxn ang="0">
                <a:pos x="372" y="324"/>
              </a:cxn>
              <a:cxn ang="0">
                <a:pos x="372" y="387"/>
              </a:cxn>
              <a:cxn ang="0">
                <a:pos x="340" y="385"/>
              </a:cxn>
              <a:cxn ang="0">
                <a:pos x="302" y="446"/>
              </a:cxn>
              <a:cxn ang="0">
                <a:pos x="242" y="430"/>
              </a:cxn>
              <a:cxn ang="0">
                <a:pos x="247" y="361"/>
              </a:cxn>
              <a:cxn ang="0">
                <a:pos x="184" y="323"/>
              </a:cxn>
              <a:cxn ang="0">
                <a:pos x="129" y="363"/>
              </a:cxn>
              <a:cxn ang="0">
                <a:pos x="106" y="342"/>
              </a:cxn>
              <a:cxn ang="0">
                <a:pos x="82" y="316"/>
              </a:cxn>
              <a:cxn ang="0">
                <a:pos x="118" y="254"/>
              </a:cxn>
              <a:cxn ang="0">
                <a:pos x="86" y="199"/>
              </a:cxn>
              <a:cxn ang="0">
                <a:pos x="15" y="199"/>
              </a:cxn>
              <a:cxn ang="0">
                <a:pos x="0" y="141"/>
              </a:cxn>
              <a:cxn ang="0">
                <a:pos x="62" y="104"/>
              </a:cxn>
              <a:cxn ang="0">
                <a:pos x="61" y="84"/>
              </a:cxn>
              <a:cxn ang="0">
                <a:pos x="61" y="76"/>
              </a:cxn>
              <a:cxn ang="0">
                <a:pos x="118" y="76"/>
              </a:cxn>
              <a:cxn ang="0">
                <a:pos x="109" y="69"/>
              </a:cxn>
              <a:cxn ang="0">
                <a:pos x="97" y="41"/>
              </a:cxn>
              <a:cxn ang="0">
                <a:pos x="109" y="12"/>
              </a:cxn>
              <a:cxn ang="0">
                <a:pos x="138" y="0"/>
              </a:cxn>
              <a:cxn ang="0">
                <a:pos x="167" y="12"/>
              </a:cxn>
              <a:cxn ang="0">
                <a:pos x="179" y="41"/>
              </a:cxn>
              <a:cxn ang="0">
                <a:pos x="167" y="69"/>
              </a:cxn>
              <a:cxn ang="0">
                <a:pos x="158" y="76"/>
              </a:cxn>
              <a:cxn ang="0">
                <a:pos x="214" y="76"/>
              </a:cxn>
              <a:cxn ang="0">
                <a:pos x="260" y="186"/>
              </a:cxn>
              <a:cxn ang="0">
                <a:pos x="372" y="232"/>
              </a:cxn>
              <a:cxn ang="0">
                <a:pos x="372" y="232"/>
              </a:cxn>
            </a:cxnLst>
            <a:rect l="0" t="0" r="r" b="b"/>
            <a:pathLst>
              <a:path w="372" h="446">
                <a:moveTo>
                  <a:pt x="372" y="232"/>
                </a:moveTo>
                <a:cubicBezTo>
                  <a:pt x="372" y="279"/>
                  <a:pt x="372" y="279"/>
                  <a:pt x="372" y="279"/>
                </a:cubicBezTo>
                <a:cubicBezTo>
                  <a:pt x="371" y="277"/>
                  <a:pt x="369" y="275"/>
                  <a:pt x="367" y="273"/>
                </a:cubicBezTo>
                <a:cubicBezTo>
                  <a:pt x="359" y="265"/>
                  <a:pt x="349" y="261"/>
                  <a:pt x="338" y="261"/>
                </a:cubicBezTo>
                <a:cubicBezTo>
                  <a:pt x="327" y="261"/>
                  <a:pt x="317" y="265"/>
                  <a:pt x="309" y="273"/>
                </a:cubicBezTo>
                <a:cubicBezTo>
                  <a:pt x="302" y="281"/>
                  <a:pt x="298" y="291"/>
                  <a:pt x="298" y="302"/>
                </a:cubicBezTo>
                <a:cubicBezTo>
                  <a:pt x="298" y="313"/>
                  <a:pt x="302" y="323"/>
                  <a:pt x="309" y="330"/>
                </a:cubicBezTo>
                <a:cubicBezTo>
                  <a:pt x="317" y="338"/>
                  <a:pt x="327" y="342"/>
                  <a:pt x="338" y="342"/>
                </a:cubicBezTo>
                <a:cubicBezTo>
                  <a:pt x="349" y="342"/>
                  <a:pt x="359" y="338"/>
                  <a:pt x="367" y="330"/>
                </a:cubicBezTo>
                <a:cubicBezTo>
                  <a:pt x="369" y="328"/>
                  <a:pt x="371" y="326"/>
                  <a:pt x="372" y="324"/>
                </a:cubicBezTo>
                <a:cubicBezTo>
                  <a:pt x="372" y="387"/>
                  <a:pt x="372" y="387"/>
                  <a:pt x="372" y="387"/>
                </a:cubicBezTo>
                <a:cubicBezTo>
                  <a:pt x="361" y="387"/>
                  <a:pt x="351" y="386"/>
                  <a:pt x="340" y="385"/>
                </a:cubicBezTo>
                <a:cubicBezTo>
                  <a:pt x="302" y="446"/>
                  <a:pt x="302" y="446"/>
                  <a:pt x="302" y="446"/>
                </a:cubicBezTo>
                <a:cubicBezTo>
                  <a:pt x="281" y="443"/>
                  <a:pt x="261" y="437"/>
                  <a:pt x="242" y="430"/>
                </a:cubicBezTo>
                <a:cubicBezTo>
                  <a:pt x="247" y="361"/>
                  <a:pt x="247" y="361"/>
                  <a:pt x="247" y="361"/>
                </a:cubicBezTo>
                <a:cubicBezTo>
                  <a:pt x="225" y="351"/>
                  <a:pt x="204" y="338"/>
                  <a:pt x="184" y="323"/>
                </a:cubicBezTo>
                <a:cubicBezTo>
                  <a:pt x="129" y="363"/>
                  <a:pt x="129" y="363"/>
                  <a:pt x="129" y="363"/>
                </a:cubicBezTo>
                <a:cubicBezTo>
                  <a:pt x="121" y="356"/>
                  <a:pt x="113" y="349"/>
                  <a:pt x="106" y="342"/>
                </a:cubicBezTo>
                <a:cubicBezTo>
                  <a:pt x="97" y="333"/>
                  <a:pt x="89" y="325"/>
                  <a:pt x="82" y="316"/>
                </a:cubicBezTo>
                <a:cubicBezTo>
                  <a:pt x="118" y="254"/>
                  <a:pt x="118" y="254"/>
                  <a:pt x="118" y="254"/>
                </a:cubicBezTo>
                <a:cubicBezTo>
                  <a:pt x="105" y="237"/>
                  <a:pt x="95" y="219"/>
                  <a:pt x="86" y="199"/>
                </a:cubicBezTo>
                <a:cubicBezTo>
                  <a:pt x="15" y="199"/>
                  <a:pt x="15" y="199"/>
                  <a:pt x="15" y="199"/>
                </a:cubicBezTo>
                <a:cubicBezTo>
                  <a:pt x="8" y="180"/>
                  <a:pt x="4" y="161"/>
                  <a:pt x="0" y="141"/>
                </a:cubicBezTo>
                <a:cubicBezTo>
                  <a:pt x="62" y="104"/>
                  <a:pt x="62" y="104"/>
                  <a:pt x="62" y="104"/>
                </a:cubicBezTo>
                <a:cubicBezTo>
                  <a:pt x="62" y="98"/>
                  <a:pt x="61" y="91"/>
                  <a:pt x="61" y="84"/>
                </a:cubicBezTo>
                <a:cubicBezTo>
                  <a:pt x="61" y="82"/>
                  <a:pt x="61" y="79"/>
                  <a:pt x="61" y="76"/>
                </a:cubicBezTo>
                <a:cubicBezTo>
                  <a:pt x="118" y="76"/>
                  <a:pt x="118" y="76"/>
                  <a:pt x="118" y="76"/>
                </a:cubicBezTo>
                <a:cubicBezTo>
                  <a:pt x="115" y="74"/>
                  <a:pt x="112" y="72"/>
                  <a:pt x="109" y="69"/>
                </a:cubicBezTo>
                <a:cubicBezTo>
                  <a:pt x="101" y="61"/>
                  <a:pt x="97" y="52"/>
                  <a:pt x="97" y="41"/>
                </a:cubicBezTo>
                <a:cubicBezTo>
                  <a:pt x="97" y="29"/>
                  <a:pt x="101" y="20"/>
                  <a:pt x="109" y="12"/>
                </a:cubicBezTo>
                <a:cubicBezTo>
                  <a:pt x="117" y="4"/>
                  <a:pt x="127" y="0"/>
                  <a:pt x="138" y="0"/>
                </a:cubicBezTo>
                <a:cubicBezTo>
                  <a:pt x="149" y="0"/>
                  <a:pt x="159" y="4"/>
                  <a:pt x="167" y="12"/>
                </a:cubicBezTo>
                <a:cubicBezTo>
                  <a:pt x="175" y="20"/>
                  <a:pt x="179" y="29"/>
                  <a:pt x="179" y="41"/>
                </a:cubicBezTo>
                <a:cubicBezTo>
                  <a:pt x="179" y="52"/>
                  <a:pt x="175" y="61"/>
                  <a:pt x="167" y="69"/>
                </a:cubicBezTo>
                <a:cubicBezTo>
                  <a:pt x="164" y="72"/>
                  <a:pt x="161" y="74"/>
                  <a:pt x="158" y="76"/>
                </a:cubicBezTo>
                <a:cubicBezTo>
                  <a:pt x="214" y="76"/>
                  <a:pt x="214" y="76"/>
                  <a:pt x="214" y="76"/>
                </a:cubicBezTo>
                <a:cubicBezTo>
                  <a:pt x="214" y="119"/>
                  <a:pt x="229" y="156"/>
                  <a:pt x="260" y="186"/>
                </a:cubicBezTo>
                <a:cubicBezTo>
                  <a:pt x="291" y="217"/>
                  <a:pt x="328" y="232"/>
                  <a:pt x="372" y="232"/>
                </a:cubicBezTo>
                <a:cubicBezTo>
                  <a:pt x="372" y="232"/>
                  <a:pt x="372" y="232"/>
                  <a:pt x="372" y="232"/>
                </a:cubicBezTo>
                <a:close/>
              </a:path>
            </a:pathLst>
          </a:custGeom>
          <a:solidFill>
            <a:schemeClr val="accent1"/>
          </a:solidFill>
          <a:ln w="19050">
            <a:solidFill>
              <a:schemeClr val="accent1">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Title 1"/>
          <p:cNvSpPr>
            <a:spLocks noGrp="1"/>
          </p:cNvSpPr>
          <p:nvPr>
            <p:ph type="title"/>
          </p:nvPr>
        </p:nvSpPr>
        <p:spPr/>
        <p:txBody>
          <a:bodyPr/>
          <a:lstStyle/>
          <a:p>
            <a:r>
              <a:rPr lang="en-US"/>
              <a:t>Puzzle Infographic</a:t>
            </a:r>
            <a:endParaRPr lang="en-US" dirty="0"/>
          </a:p>
        </p:txBody>
      </p:sp>
      <p:sp>
        <p:nvSpPr>
          <p:cNvPr id="3" name="Text Placeholder 2"/>
          <p:cNvSpPr>
            <a:spLocks noGrp="1"/>
          </p:cNvSpPr>
          <p:nvPr>
            <p:ph type="body" sz="half" idx="2"/>
          </p:nvPr>
        </p:nvSpPr>
        <p:spPr/>
        <p:txBody>
          <a:bodyPr/>
          <a:lstStyle/>
          <a:p>
            <a:r>
              <a:rPr lang="en-US"/>
              <a:t>Puzzle Infographic</a:t>
            </a:r>
            <a:endParaRPr lang="en-US" dirty="0"/>
          </a:p>
        </p:txBody>
      </p:sp>
      <p:sp>
        <p:nvSpPr>
          <p:cNvPr id="25" name="Slide Number Placeholder 24"/>
          <p:cNvSpPr>
            <a:spLocks noGrp="1"/>
          </p:cNvSpPr>
          <p:nvPr>
            <p:ph type="sldNum" sz="quarter" idx="12"/>
          </p:nvPr>
        </p:nvSpPr>
        <p:spPr/>
        <p:txBody>
          <a:bodyPr/>
          <a:lstStyle/>
          <a:p>
            <a:fld id="{C136B7D2-B98C-44FD-8D04-7EC62A564975}" type="slidenum">
              <a:rPr lang="en-US" smtClean="0"/>
              <a:pPr/>
              <a:t>222</a:t>
            </a:fld>
            <a:endParaRPr lang="en-US" dirty="0"/>
          </a:p>
        </p:txBody>
      </p:sp>
      <p:grpSp>
        <p:nvGrpSpPr>
          <p:cNvPr id="4" name="Group 59"/>
          <p:cNvGrpSpPr/>
          <p:nvPr/>
        </p:nvGrpSpPr>
        <p:grpSpPr>
          <a:xfrm>
            <a:off x="6223096" y="3324297"/>
            <a:ext cx="2276195" cy="1017244"/>
            <a:chOff x="7154104" y="3206176"/>
            <a:chExt cx="2276195" cy="1017244"/>
          </a:xfrm>
        </p:grpSpPr>
        <p:sp>
          <p:nvSpPr>
            <p:cNvPr id="52" name="TextBox 51"/>
            <p:cNvSpPr txBox="1"/>
            <p:nvPr/>
          </p:nvSpPr>
          <p:spPr>
            <a:xfrm>
              <a:off x="7154105" y="3453979"/>
              <a:ext cx="2276194" cy="769441"/>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a:t>
              </a:r>
            </a:p>
            <a:p>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53" name="Rectangle 52"/>
            <p:cNvSpPr/>
            <p:nvPr/>
          </p:nvSpPr>
          <p:spPr>
            <a:xfrm>
              <a:off x="7154104" y="3206176"/>
              <a:ext cx="1142942" cy="184666"/>
            </a:xfrm>
            <a:prstGeom prst="rect">
              <a:avLst/>
            </a:prstGeom>
          </p:spPr>
          <p:txBody>
            <a:bodyPr wrap="none" lIns="0" tIns="0" rIns="0" bIns="0">
              <a:spAutoFit/>
            </a:bodyPr>
            <a:lstStyle/>
            <a:p>
              <a:r>
                <a:rPr lang="en-US" sz="1200" b="1" dirty="0">
                  <a:solidFill>
                    <a:schemeClr val="accent4"/>
                  </a:solidFill>
                </a:rPr>
                <a:t>Keyword goes here</a:t>
              </a:r>
            </a:p>
          </p:txBody>
        </p:sp>
      </p:grpSp>
      <p:grpSp>
        <p:nvGrpSpPr>
          <p:cNvPr id="5" name="Group 58"/>
          <p:cNvGrpSpPr/>
          <p:nvPr/>
        </p:nvGrpSpPr>
        <p:grpSpPr>
          <a:xfrm>
            <a:off x="6223096" y="1269649"/>
            <a:ext cx="2276195" cy="1017244"/>
            <a:chOff x="7174424" y="1352592"/>
            <a:chExt cx="2276195" cy="1017244"/>
          </a:xfrm>
        </p:grpSpPr>
        <p:sp>
          <p:nvSpPr>
            <p:cNvPr id="55" name="TextBox 54"/>
            <p:cNvSpPr txBox="1"/>
            <p:nvPr/>
          </p:nvSpPr>
          <p:spPr>
            <a:xfrm>
              <a:off x="7174424" y="1600395"/>
              <a:ext cx="2276195" cy="769441"/>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a:t>
              </a:r>
            </a:p>
            <a:p>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56" name="Rectangle 55"/>
            <p:cNvSpPr/>
            <p:nvPr/>
          </p:nvSpPr>
          <p:spPr>
            <a:xfrm>
              <a:off x="7174424" y="1352592"/>
              <a:ext cx="1418658" cy="184666"/>
            </a:xfrm>
            <a:prstGeom prst="rect">
              <a:avLst/>
            </a:prstGeom>
          </p:spPr>
          <p:txBody>
            <a:bodyPr wrap="none" lIns="0" tIns="0" rIns="0" bIns="0">
              <a:spAutoFit/>
            </a:bodyPr>
            <a:lstStyle/>
            <a:p>
              <a:r>
                <a:rPr lang="en-US" sz="1200" b="1" dirty="0">
                  <a:solidFill>
                    <a:schemeClr val="accent3"/>
                  </a:solidFill>
                </a:rPr>
                <a:t>Keyword goes here</a:t>
              </a:r>
            </a:p>
          </p:txBody>
        </p:sp>
      </p:grpSp>
      <p:grpSp>
        <p:nvGrpSpPr>
          <p:cNvPr id="6" name="Group 56"/>
          <p:cNvGrpSpPr/>
          <p:nvPr/>
        </p:nvGrpSpPr>
        <p:grpSpPr>
          <a:xfrm>
            <a:off x="682808" y="1246789"/>
            <a:ext cx="2276196" cy="1017244"/>
            <a:chOff x="-296510" y="1363501"/>
            <a:chExt cx="2276196" cy="1017244"/>
          </a:xfrm>
        </p:grpSpPr>
        <p:sp>
          <p:nvSpPr>
            <p:cNvPr id="58" name="TextBox 57"/>
            <p:cNvSpPr txBox="1"/>
            <p:nvPr/>
          </p:nvSpPr>
          <p:spPr>
            <a:xfrm>
              <a:off x="-296510" y="1611304"/>
              <a:ext cx="2276196" cy="769441"/>
            </a:xfrm>
            <a:prstGeom prst="rect">
              <a:avLst/>
            </a:prstGeom>
            <a:noFill/>
          </p:spPr>
          <p:txBody>
            <a:bodyPr wrap="square" lIns="0" tIns="0" rIns="0" bIns="0" rtlCol="0">
              <a:spAutoFit/>
            </a:bodyPr>
            <a:lstStyle/>
            <a:p>
              <a:pPr algn="r"/>
              <a:r>
                <a:rPr lang="en-US" sz="1000" dirty="0">
                  <a:solidFill>
                    <a:schemeClr val="tx1">
                      <a:lumMod val="65000"/>
                      <a:lumOff val="35000"/>
                    </a:schemeClr>
                  </a:solidFill>
                </a:rPr>
                <a:t>There are many variations of passages </a:t>
              </a:r>
            </a:p>
            <a:p>
              <a:pPr algn="r"/>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59" name="Rectangle 58"/>
            <p:cNvSpPr/>
            <p:nvPr/>
          </p:nvSpPr>
          <p:spPr>
            <a:xfrm>
              <a:off x="561027" y="1363501"/>
              <a:ext cx="1418658" cy="184666"/>
            </a:xfrm>
            <a:prstGeom prst="rect">
              <a:avLst/>
            </a:prstGeom>
          </p:spPr>
          <p:txBody>
            <a:bodyPr wrap="none" lIns="0" tIns="0" rIns="0" bIns="0">
              <a:spAutoFit/>
            </a:bodyPr>
            <a:lstStyle/>
            <a:p>
              <a:pPr algn="r"/>
              <a:r>
                <a:rPr lang="en-US" sz="1200" b="1" dirty="0">
                  <a:solidFill>
                    <a:schemeClr val="accent2"/>
                  </a:solidFill>
                </a:rPr>
                <a:t>Keyword goes here</a:t>
              </a:r>
            </a:p>
          </p:txBody>
        </p:sp>
      </p:grpSp>
      <p:grpSp>
        <p:nvGrpSpPr>
          <p:cNvPr id="7" name="Group 56"/>
          <p:cNvGrpSpPr/>
          <p:nvPr/>
        </p:nvGrpSpPr>
        <p:grpSpPr>
          <a:xfrm>
            <a:off x="682808" y="3303674"/>
            <a:ext cx="2276196" cy="1017244"/>
            <a:chOff x="-296510" y="1363501"/>
            <a:chExt cx="2276196" cy="1017244"/>
          </a:xfrm>
        </p:grpSpPr>
        <p:sp>
          <p:nvSpPr>
            <p:cNvPr id="61" name="TextBox 60"/>
            <p:cNvSpPr txBox="1"/>
            <p:nvPr/>
          </p:nvSpPr>
          <p:spPr>
            <a:xfrm>
              <a:off x="-296510" y="1611304"/>
              <a:ext cx="2276196" cy="769441"/>
            </a:xfrm>
            <a:prstGeom prst="rect">
              <a:avLst/>
            </a:prstGeom>
            <a:noFill/>
          </p:spPr>
          <p:txBody>
            <a:bodyPr wrap="square" lIns="0" tIns="0" rIns="0" bIns="0" rtlCol="0">
              <a:spAutoFit/>
            </a:bodyPr>
            <a:lstStyle/>
            <a:p>
              <a:pPr algn="r"/>
              <a:r>
                <a:rPr lang="en-US" sz="1000" dirty="0">
                  <a:solidFill>
                    <a:schemeClr val="tx1">
                      <a:lumMod val="65000"/>
                      <a:lumOff val="35000"/>
                    </a:schemeClr>
                  </a:solidFill>
                </a:rPr>
                <a:t>There are many variations of passages </a:t>
              </a:r>
            </a:p>
            <a:p>
              <a:pPr algn="r"/>
              <a:r>
                <a:rPr lang="en-US" sz="1000" dirty="0">
                  <a:solidFill>
                    <a:schemeClr val="tx1">
                      <a:lumMod val="65000"/>
                      <a:lumOff val="35000"/>
                    </a:schemeClr>
                  </a:solidFill>
                </a:rPr>
                <a:t>of Lorem Ipsum available, but the have suffered alteration in some  form, by </a:t>
              </a:r>
              <a:br>
                <a:rPr lang="en-US" sz="1000" dirty="0">
                  <a:solidFill>
                    <a:schemeClr val="tx1">
                      <a:lumMod val="65000"/>
                      <a:lumOff val="35000"/>
                    </a:schemeClr>
                  </a:solidFill>
                </a:rPr>
              </a:br>
              <a:r>
                <a:rPr lang="en-US" sz="1000" dirty="0">
                  <a:solidFill>
                    <a:schemeClr val="tx1">
                      <a:lumMod val="65000"/>
                      <a:lumOff val="35000"/>
                    </a:schemeClr>
                  </a:solidFill>
                </a:rPr>
                <a:t>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62" name="Rectangle 61"/>
            <p:cNvSpPr/>
            <p:nvPr/>
          </p:nvSpPr>
          <p:spPr>
            <a:xfrm>
              <a:off x="561027" y="1363501"/>
              <a:ext cx="1418658" cy="184666"/>
            </a:xfrm>
            <a:prstGeom prst="rect">
              <a:avLst/>
            </a:prstGeom>
          </p:spPr>
          <p:txBody>
            <a:bodyPr wrap="none" lIns="0" tIns="0" rIns="0" bIns="0">
              <a:spAutoFit/>
            </a:bodyPr>
            <a:lstStyle/>
            <a:p>
              <a:pPr algn="r"/>
              <a:r>
                <a:rPr lang="en-US" sz="1200" b="1" dirty="0">
                  <a:solidFill>
                    <a:schemeClr val="accent1"/>
                  </a:solidFill>
                </a:rPr>
                <a:t>Keyword goes here</a:t>
              </a:r>
            </a:p>
          </p:txBody>
        </p:sp>
      </p:grpSp>
      <p:sp>
        <p:nvSpPr>
          <p:cNvPr id="63" name="Freeform 129"/>
          <p:cNvSpPr>
            <a:spLocks/>
          </p:cNvSpPr>
          <p:nvPr/>
        </p:nvSpPr>
        <p:spPr bwMode="auto">
          <a:xfrm>
            <a:off x="3592681" y="1880466"/>
            <a:ext cx="327637" cy="400745"/>
          </a:xfrm>
          <a:custGeom>
            <a:avLst/>
            <a:gdLst/>
            <a:ahLst/>
            <a:cxnLst>
              <a:cxn ang="0">
                <a:pos x="53" y="58"/>
              </a:cxn>
              <a:cxn ang="0">
                <a:pos x="36" y="58"/>
              </a:cxn>
              <a:cxn ang="0">
                <a:pos x="36" y="65"/>
              </a:cxn>
              <a:cxn ang="0">
                <a:pos x="34" y="68"/>
              </a:cxn>
              <a:cxn ang="0">
                <a:pos x="22" y="68"/>
              </a:cxn>
              <a:cxn ang="0">
                <a:pos x="20" y="65"/>
              </a:cxn>
              <a:cxn ang="0">
                <a:pos x="20" y="58"/>
              </a:cxn>
              <a:cxn ang="0">
                <a:pos x="2" y="58"/>
              </a:cxn>
              <a:cxn ang="0">
                <a:pos x="0" y="56"/>
              </a:cxn>
              <a:cxn ang="0">
                <a:pos x="1" y="54"/>
              </a:cxn>
              <a:cxn ang="0">
                <a:pos x="16" y="39"/>
              </a:cxn>
              <a:cxn ang="0">
                <a:pos x="7" y="39"/>
              </a:cxn>
              <a:cxn ang="0">
                <a:pos x="5" y="36"/>
              </a:cxn>
              <a:cxn ang="0">
                <a:pos x="6" y="34"/>
              </a:cxn>
              <a:cxn ang="0">
                <a:pos x="21" y="19"/>
              </a:cxn>
              <a:cxn ang="0">
                <a:pos x="13" y="19"/>
              </a:cxn>
              <a:cxn ang="0">
                <a:pos x="11" y="17"/>
              </a:cxn>
              <a:cxn ang="0">
                <a:pos x="12" y="15"/>
              </a:cxn>
              <a:cxn ang="0">
                <a:pos x="26" y="0"/>
              </a:cxn>
              <a:cxn ang="0">
                <a:pos x="28" y="0"/>
              </a:cxn>
              <a:cxn ang="0">
                <a:pos x="30" y="0"/>
              </a:cxn>
              <a:cxn ang="0">
                <a:pos x="44" y="15"/>
              </a:cxn>
              <a:cxn ang="0">
                <a:pos x="45" y="17"/>
              </a:cxn>
              <a:cxn ang="0">
                <a:pos x="42" y="19"/>
              </a:cxn>
              <a:cxn ang="0">
                <a:pos x="35" y="19"/>
              </a:cxn>
              <a:cxn ang="0">
                <a:pos x="50" y="34"/>
              </a:cxn>
              <a:cxn ang="0">
                <a:pos x="51" y="36"/>
              </a:cxn>
              <a:cxn ang="0">
                <a:pos x="49" y="39"/>
              </a:cxn>
              <a:cxn ang="0">
                <a:pos x="40" y="39"/>
              </a:cxn>
              <a:cxn ang="0">
                <a:pos x="55" y="54"/>
              </a:cxn>
              <a:cxn ang="0">
                <a:pos x="56" y="56"/>
              </a:cxn>
              <a:cxn ang="0">
                <a:pos x="53" y="58"/>
              </a:cxn>
            </a:cxnLst>
            <a:rect l="0" t="0" r="r" b="b"/>
            <a:pathLst>
              <a:path w="56" h="68">
                <a:moveTo>
                  <a:pt x="53" y="58"/>
                </a:moveTo>
                <a:cubicBezTo>
                  <a:pt x="36" y="58"/>
                  <a:pt x="36" y="58"/>
                  <a:pt x="36" y="58"/>
                </a:cubicBezTo>
                <a:cubicBezTo>
                  <a:pt x="36" y="60"/>
                  <a:pt x="36" y="63"/>
                  <a:pt x="36" y="65"/>
                </a:cubicBezTo>
                <a:cubicBezTo>
                  <a:pt x="36" y="67"/>
                  <a:pt x="35" y="68"/>
                  <a:pt x="34" y="68"/>
                </a:cubicBezTo>
                <a:cubicBezTo>
                  <a:pt x="22" y="68"/>
                  <a:pt x="22" y="68"/>
                  <a:pt x="22" y="68"/>
                </a:cubicBezTo>
                <a:cubicBezTo>
                  <a:pt x="21" y="68"/>
                  <a:pt x="20" y="67"/>
                  <a:pt x="20" y="65"/>
                </a:cubicBezTo>
                <a:cubicBezTo>
                  <a:pt x="20" y="63"/>
                  <a:pt x="20" y="60"/>
                  <a:pt x="20" y="58"/>
                </a:cubicBezTo>
                <a:cubicBezTo>
                  <a:pt x="2" y="58"/>
                  <a:pt x="2" y="58"/>
                  <a:pt x="2" y="58"/>
                </a:cubicBezTo>
                <a:cubicBezTo>
                  <a:pt x="1" y="58"/>
                  <a:pt x="0" y="57"/>
                  <a:pt x="0" y="56"/>
                </a:cubicBezTo>
                <a:cubicBezTo>
                  <a:pt x="0" y="55"/>
                  <a:pt x="0" y="54"/>
                  <a:pt x="1" y="54"/>
                </a:cubicBezTo>
                <a:cubicBezTo>
                  <a:pt x="16" y="39"/>
                  <a:pt x="16" y="39"/>
                  <a:pt x="16" y="39"/>
                </a:cubicBezTo>
                <a:cubicBezTo>
                  <a:pt x="7" y="39"/>
                  <a:pt x="7" y="39"/>
                  <a:pt x="7" y="39"/>
                </a:cubicBezTo>
                <a:cubicBezTo>
                  <a:pt x="6" y="39"/>
                  <a:pt x="5" y="37"/>
                  <a:pt x="5" y="36"/>
                </a:cubicBezTo>
                <a:cubicBezTo>
                  <a:pt x="5" y="35"/>
                  <a:pt x="5" y="35"/>
                  <a:pt x="6" y="34"/>
                </a:cubicBezTo>
                <a:cubicBezTo>
                  <a:pt x="21" y="19"/>
                  <a:pt x="21" y="19"/>
                  <a:pt x="21" y="19"/>
                </a:cubicBezTo>
                <a:cubicBezTo>
                  <a:pt x="13" y="19"/>
                  <a:pt x="13" y="19"/>
                  <a:pt x="13" y="19"/>
                </a:cubicBezTo>
                <a:cubicBezTo>
                  <a:pt x="12" y="19"/>
                  <a:pt x="11" y="18"/>
                  <a:pt x="11" y="17"/>
                </a:cubicBezTo>
                <a:cubicBezTo>
                  <a:pt x="11" y="16"/>
                  <a:pt x="11" y="15"/>
                  <a:pt x="12" y="15"/>
                </a:cubicBezTo>
                <a:cubicBezTo>
                  <a:pt x="26" y="0"/>
                  <a:pt x="26" y="0"/>
                  <a:pt x="26" y="0"/>
                </a:cubicBezTo>
                <a:cubicBezTo>
                  <a:pt x="27" y="0"/>
                  <a:pt x="27" y="0"/>
                  <a:pt x="28" y="0"/>
                </a:cubicBezTo>
                <a:cubicBezTo>
                  <a:pt x="29" y="0"/>
                  <a:pt x="29" y="0"/>
                  <a:pt x="30" y="0"/>
                </a:cubicBezTo>
                <a:cubicBezTo>
                  <a:pt x="44" y="15"/>
                  <a:pt x="44" y="15"/>
                  <a:pt x="44" y="15"/>
                </a:cubicBezTo>
                <a:cubicBezTo>
                  <a:pt x="45" y="15"/>
                  <a:pt x="45" y="16"/>
                  <a:pt x="45" y="17"/>
                </a:cubicBezTo>
                <a:cubicBezTo>
                  <a:pt x="45" y="18"/>
                  <a:pt x="44" y="19"/>
                  <a:pt x="42" y="19"/>
                </a:cubicBezTo>
                <a:cubicBezTo>
                  <a:pt x="35" y="19"/>
                  <a:pt x="35" y="19"/>
                  <a:pt x="35" y="19"/>
                </a:cubicBezTo>
                <a:cubicBezTo>
                  <a:pt x="50" y="34"/>
                  <a:pt x="50" y="34"/>
                  <a:pt x="50" y="34"/>
                </a:cubicBezTo>
                <a:cubicBezTo>
                  <a:pt x="51" y="35"/>
                  <a:pt x="51" y="35"/>
                  <a:pt x="51" y="36"/>
                </a:cubicBezTo>
                <a:cubicBezTo>
                  <a:pt x="51" y="37"/>
                  <a:pt x="50" y="39"/>
                  <a:pt x="49" y="39"/>
                </a:cubicBezTo>
                <a:cubicBezTo>
                  <a:pt x="40" y="39"/>
                  <a:pt x="40" y="39"/>
                  <a:pt x="40" y="39"/>
                </a:cubicBezTo>
                <a:cubicBezTo>
                  <a:pt x="55" y="54"/>
                  <a:pt x="55" y="54"/>
                  <a:pt x="55" y="54"/>
                </a:cubicBezTo>
                <a:cubicBezTo>
                  <a:pt x="56" y="54"/>
                  <a:pt x="56" y="55"/>
                  <a:pt x="56" y="56"/>
                </a:cubicBezTo>
                <a:cubicBezTo>
                  <a:pt x="56" y="57"/>
                  <a:pt x="55" y="58"/>
                  <a:pt x="53" y="5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182"/>
          <p:cNvSpPr>
            <a:spLocks noEditPoints="1"/>
          </p:cNvSpPr>
          <p:nvPr/>
        </p:nvSpPr>
        <p:spPr bwMode="auto">
          <a:xfrm>
            <a:off x="3477467" y="3247659"/>
            <a:ext cx="448060" cy="418624"/>
          </a:xfrm>
          <a:custGeom>
            <a:avLst/>
            <a:gdLst/>
            <a:ahLst/>
            <a:cxnLst>
              <a:cxn ang="0">
                <a:pos x="70" y="24"/>
              </a:cxn>
              <a:cxn ang="0">
                <a:pos x="29" y="50"/>
              </a:cxn>
              <a:cxn ang="0">
                <a:pos x="0" y="26"/>
              </a:cxn>
              <a:cxn ang="0">
                <a:pos x="42" y="0"/>
              </a:cxn>
              <a:cxn ang="0">
                <a:pos x="70" y="24"/>
              </a:cxn>
              <a:cxn ang="0">
                <a:pos x="70" y="74"/>
              </a:cxn>
              <a:cxn ang="0">
                <a:pos x="42" y="98"/>
              </a:cxn>
              <a:cxn ang="0">
                <a:pos x="0" y="72"/>
              </a:cxn>
              <a:cxn ang="0">
                <a:pos x="29" y="50"/>
              </a:cxn>
              <a:cxn ang="0">
                <a:pos x="70" y="74"/>
              </a:cxn>
              <a:cxn ang="0">
                <a:pos x="109" y="104"/>
              </a:cxn>
              <a:cxn ang="0">
                <a:pos x="70" y="128"/>
              </a:cxn>
              <a:cxn ang="0">
                <a:pos x="70" y="128"/>
              </a:cxn>
              <a:cxn ang="0">
                <a:pos x="70" y="128"/>
              </a:cxn>
              <a:cxn ang="0">
                <a:pos x="70" y="128"/>
              </a:cxn>
              <a:cxn ang="0">
                <a:pos x="70" y="128"/>
              </a:cxn>
              <a:cxn ang="0">
                <a:pos x="29" y="104"/>
              </a:cxn>
              <a:cxn ang="0">
                <a:pos x="29" y="95"/>
              </a:cxn>
              <a:cxn ang="0">
                <a:pos x="42" y="102"/>
              </a:cxn>
              <a:cxn ang="0">
                <a:pos x="70" y="78"/>
              </a:cxn>
              <a:cxn ang="0">
                <a:pos x="70" y="78"/>
              </a:cxn>
              <a:cxn ang="0">
                <a:pos x="70" y="78"/>
              </a:cxn>
              <a:cxn ang="0">
                <a:pos x="70" y="78"/>
              </a:cxn>
              <a:cxn ang="0">
                <a:pos x="70" y="78"/>
              </a:cxn>
              <a:cxn ang="0">
                <a:pos x="98" y="102"/>
              </a:cxn>
              <a:cxn ang="0">
                <a:pos x="109" y="95"/>
              </a:cxn>
              <a:cxn ang="0">
                <a:pos x="109" y="104"/>
              </a:cxn>
              <a:cxn ang="0">
                <a:pos x="137" y="26"/>
              </a:cxn>
              <a:cxn ang="0">
                <a:pos x="111" y="50"/>
              </a:cxn>
              <a:cxn ang="0">
                <a:pos x="70" y="24"/>
              </a:cxn>
              <a:cxn ang="0">
                <a:pos x="98" y="0"/>
              </a:cxn>
              <a:cxn ang="0">
                <a:pos x="137" y="26"/>
              </a:cxn>
              <a:cxn ang="0">
                <a:pos x="137" y="72"/>
              </a:cxn>
              <a:cxn ang="0">
                <a:pos x="98" y="98"/>
              </a:cxn>
              <a:cxn ang="0">
                <a:pos x="70" y="74"/>
              </a:cxn>
              <a:cxn ang="0">
                <a:pos x="111" y="50"/>
              </a:cxn>
              <a:cxn ang="0">
                <a:pos x="137" y="72"/>
              </a:cxn>
            </a:cxnLst>
            <a:rect l="0" t="0" r="r" b="b"/>
            <a:pathLst>
              <a:path w="137" h="128">
                <a:moveTo>
                  <a:pt x="70" y="24"/>
                </a:moveTo>
                <a:lnTo>
                  <a:pt x="29" y="50"/>
                </a:lnTo>
                <a:lnTo>
                  <a:pt x="0" y="26"/>
                </a:lnTo>
                <a:lnTo>
                  <a:pt x="42" y="0"/>
                </a:lnTo>
                <a:lnTo>
                  <a:pt x="70" y="24"/>
                </a:lnTo>
                <a:close/>
                <a:moveTo>
                  <a:pt x="70" y="74"/>
                </a:moveTo>
                <a:lnTo>
                  <a:pt x="42" y="98"/>
                </a:lnTo>
                <a:lnTo>
                  <a:pt x="0" y="72"/>
                </a:lnTo>
                <a:lnTo>
                  <a:pt x="29" y="50"/>
                </a:lnTo>
                <a:lnTo>
                  <a:pt x="70" y="74"/>
                </a:lnTo>
                <a:close/>
                <a:moveTo>
                  <a:pt x="109" y="104"/>
                </a:moveTo>
                <a:lnTo>
                  <a:pt x="70" y="128"/>
                </a:lnTo>
                <a:lnTo>
                  <a:pt x="70" y="128"/>
                </a:lnTo>
                <a:lnTo>
                  <a:pt x="70" y="128"/>
                </a:lnTo>
                <a:lnTo>
                  <a:pt x="70" y="128"/>
                </a:lnTo>
                <a:lnTo>
                  <a:pt x="70" y="128"/>
                </a:lnTo>
                <a:lnTo>
                  <a:pt x="29" y="104"/>
                </a:lnTo>
                <a:lnTo>
                  <a:pt x="29" y="95"/>
                </a:lnTo>
                <a:lnTo>
                  <a:pt x="42" y="102"/>
                </a:lnTo>
                <a:lnTo>
                  <a:pt x="70" y="78"/>
                </a:lnTo>
                <a:lnTo>
                  <a:pt x="70" y="78"/>
                </a:lnTo>
                <a:lnTo>
                  <a:pt x="70" y="78"/>
                </a:lnTo>
                <a:lnTo>
                  <a:pt x="70" y="78"/>
                </a:lnTo>
                <a:lnTo>
                  <a:pt x="70" y="78"/>
                </a:lnTo>
                <a:lnTo>
                  <a:pt x="98" y="102"/>
                </a:lnTo>
                <a:lnTo>
                  <a:pt x="109" y="95"/>
                </a:lnTo>
                <a:lnTo>
                  <a:pt x="109" y="104"/>
                </a:lnTo>
                <a:close/>
                <a:moveTo>
                  <a:pt x="137" y="26"/>
                </a:moveTo>
                <a:lnTo>
                  <a:pt x="111" y="50"/>
                </a:lnTo>
                <a:lnTo>
                  <a:pt x="70" y="24"/>
                </a:lnTo>
                <a:lnTo>
                  <a:pt x="98" y="0"/>
                </a:lnTo>
                <a:lnTo>
                  <a:pt x="137" y="26"/>
                </a:lnTo>
                <a:close/>
                <a:moveTo>
                  <a:pt x="137" y="72"/>
                </a:moveTo>
                <a:lnTo>
                  <a:pt x="98" y="98"/>
                </a:lnTo>
                <a:lnTo>
                  <a:pt x="70" y="74"/>
                </a:lnTo>
                <a:lnTo>
                  <a:pt x="111" y="50"/>
                </a:lnTo>
                <a:lnTo>
                  <a:pt x="137" y="72"/>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211"/>
          <p:cNvSpPr>
            <a:spLocks noEditPoints="1"/>
          </p:cNvSpPr>
          <p:nvPr/>
        </p:nvSpPr>
        <p:spPr bwMode="auto">
          <a:xfrm>
            <a:off x="5159591" y="1938073"/>
            <a:ext cx="391728" cy="388620"/>
          </a:xfrm>
          <a:custGeom>
            <a:avLst/>
            <a:gdLst/>
            <a:ahLst/>
            <a:cxnLst>
              <a:cxn ang="0">
                <a:pos x="58" y="50"/>
              </a:cxn>
              <a:cxn ang="0">
                <a:pos x="51" y="58"/>
              </a:cxn>
              <a:cxn ang="0">
                <a:pos x="7" y="58"/>
              </a:cxn>
              <a:cxn ang="0">
                <a:pos x="0" y="50"/>
              </a:cxn>
              <a:cxn ang="0">
                <a:pos x="0" y="7"/>
              </a:cxn>
              <a:cxn ang="0">
                <a:pos x="7" y="0"/>
              </a:cxn>
              <a:cxn ang="0">
                <a:pos x="51" y="0"/>
              </a:cxn>
              <a:cxn ang="0">
                <a:pos x="58" y="7"/>
              </a:cxn>
              <a:cxn ang="0">
                <a:pos x="58" y="50"/>
              </a:cxn>
              <a:cxn ang="0">
                <a:pos x="51" y="24"/>
              </a:cxn>
              <a:cxn ang="0">
                <a:pos x="46" y="24"/>
              </a:cxn>
              <a:cxn ang="0">
                <a:pos x="47" y="29"/>
              </a:cxn>
              <a:cxn ang="0">
                <a:pos x="29" y="47"/>
              </a:cxn>
              <a:cxn ang="0">
                <a:pos x="11" y="29"/>
              </a:cxn>
              <a:cxn ang="0">
                <a:pos x="12" y="24"/>
              </a:cxn>
              <a:cxn ang="0">
                <a:pos x="6" y="24"/>
              </a:cxn>
              <a:cxn ang="0">
                <a:pos x="6" y="49"/>
              </a:cxn>
              <a:cxn ang="0">
                <a:pos x="9" y="51"/>
              </a:cxn>
              <a:cxn ang="0">
                <a:pos x="49" y="51"/>
              </a:cxn>
              <a:cxn ang="0">
                <a:pos x="51" y="49"/>
              </a:cxn>
              <a:cxn ang="0">
                <a:pos x="51" y="24"/>
              </a:cxn>
              <a:cxn ang="0">
                <a:pos x="29" y="17"/>
              </a:cxn>
              <a:cxn ang="0">
                <a:pos x="17" y="29"/>
              </a:cxn>
              <a:cxn ang="0">
                <a:pos x="29" y="40"/>
              </a:cxn>
              <a:cxn ang="0">
                <a:pos x="41" y="29"/>
              </a:cxn>
              <a:cxn ang="0">
                <a:pos x="29" y="17"/>
              </a:cxn>
              <a:cxn ang="0">
                <a:pos x="51" y="9"/>
              </a:cxn>
              <a:cxn ang="0">
                <a:pos x="49" y="6"/>
              </a:cxn>
              <a:cxn ang="0">
                <a:pos x="42" y="6"/>
              </a:cxn>
              <a:cxn ang="0">
                <a:pos x="40" y="9"/>
              </a:cxn>
              <a:cxn ang="0">
                <a:pos x="40" y="15"/>
              </a:cxn>
              <a:cxn ang="0">
                <a:pos x="42" y="18"/>
              </a:cxn>
              <a:cxn ang="0">
                <a:pos x="49" y="18"/>
              </a:cxn>
              <a:cxn ang="0">
                <a:pos x="51" y="15"/>
              </a:cxn>
              <a:cxn ang="0">
                <a:pos x="51" y="9"/>
              </a:cxn>
            </a:cxnLst>
            <a:rect l="0" t="0" r="r" b="b"/>
            <a:pathLst>
              <a:path w="58" h="58">
                <a:moveTo>
                  <a:pt x="58" y="50"/>
                </a:moveTo>
                <a:cubicBezTo>
                  <a:pt x="58" y="54"/>
                  <a:pt x="55" y="58"/>
                  <a:pt x="51" y="58"/>
                </a:cubicBezTo>
                <a:cubicBezTo>
                  <a:pt x="7" y="58"/>
                  <a:pt x="7" y="58"/>
                  <a:pt x="7" y="58"/>
                </a:cubicBezTo>
                <a:cubicBezTo>
                  <a:pt x="3" y="58"/>
                  <a:pt x="0" y="54"/>
                  <a:pt x="0" y="50"/>
                </a:cubicBezTo>
                <a:cubicBezTo>
                  <a:pt x="0" y="7"/>
                  <a:pt x="0" y="7"/>
                  <a:pt x="0" y="7"/>
                </a:cubicBezTo>
                <a:cubicBezTo>
                  <a:pt x="0" y="3"/>
                  <a:pt x="3" y="0"/>
                  <a:pt x="7" y="0"/>
                </a:cubicBezTo>
                <a:cubicBezTo>
                  <a:pt x="51" y="0"/>
                  <a:pt x="51" y="0"/>
                  <a:pt x="51" y="0"/>
                </a:cubicBezTo>
                <a:cubicBezTo>
                  <a:pt x="55" y="0"/>
                  <a:pt x="58" y="3"/>
                  <a:pt x="58" y="7"/>
                </a:cubicBezTo>
                <a:lnTo>
                  <a:pt x="58" y="50"/>
                </a:lnTo>
                <a:close/>
                <a:moveTo>
                  <a:pt x="51" y="24"/>
                </a:moveTo>
                <a:cubicBezTo>
                  <a:pt x="46" y="24"/>
                  <a:pt x="46" y="24"/>
                  <a:pt x="46" y="24"/>
                </a:cubicBezTo>
                <a:cubicBezTo>
                  <a:pt x="47" y="26"/>
                  <a:pt x="47" y="27"/>
                  <a:pt x="47" y="29"/>
                </a:cubicBezTo>
                <a:cubicBezTo>
                  <a:pt x="47" y="39"/>
                  <a:pt x="39" y="47"/>
                  <a:pt x="29" y="47"/>
                </a:cubicBezTo>
                <a:cubicBezTo>
                  <a:pt x="19" y="47"/>
                  <a:pt x="11" y="39"/>
                  <a:pt x="11" y="29"/>
                </a:cubicBezTo>
                <a:cubicBezTo>
                  <a:pt x="11" y="27"/>
                  <a:pt x="11" y="26"/>
                  <a:pt x="12" y="24"/>
                </a:cubicBezTo>
                <a:cubicBezTo>
                  <a:pt x="6" y="24"/>
                  <a:pt x="6" y="24"/>
                  <a:pt x="6" y="24"/>
                </a:cubicBezTo>
                <a:cubicBezTo>
                  <a:pt x="6" y="49"/>
                  <a:pt x="6" y="49"/>
                  <a:pt x="6" y="49"/>
                </a:cubicBezTo>
                <a:cubicBezTo>
                  <a:pt x="6" y="50"/>
                  <a:pt x="7" y="51"/>
                  <a:pt x="9" y="51"/>
                </a:cubicBezTo>
                <a:cubicBezTo>
                  <a:pt x="49" y="51"/>
                  <a:pt x="49" y="51"/>
                  <a:pt x="49" y="51"/>
                </a:cubicBezTo>
                <a:cubicBezTo>
                  <a:pt x="50" y="51"/>
                  <a:pt x="51" y="50"/>
                  <a:pt x="51" y="49"/>
                </a:cubicBezTo>
                <a:lnTo>
                  <a:pt x="51" y="24"/>
                </a:lnTo>
                <a:close/>
                <a:moveTo>
                  <a:pt x="29" y="17"/>
                </a:moveTo>
                <a:cubicBezTo>
                  <a:pt x="23" y="17"/>
                  <a:pt x="17" y="22"/>
                  <a:pt x="17" y="29"/>
                </a:cubicBezTo>
                <a:cubicBezTo>
                  <a:pt x="17" y="35"/>
                  <a:pt x="23" y="40"/>
                  <a:pt x="29" y="40"/>
                </a:cubicBezTo>
                <a:cubicBezTo>
                  <a:pt x="35" y="40"/>
                  <a:pt x="41" y="35"/>
                  <a:pt x="41" y="29"/>
                </a:cubicBezTo>
                <a:cubicBezTo>
                  <a:pt x="41" y="22"/>
                  <a:pt x="35" y="17"/>
                  <a:pt x="29" y="17"/>
                </a:cubicBezTo>
                <a:close/>
                <a:moveTo>
                  <a:pt x="51" y="9"/>
                </a:moveTo>
                <a:cubicBezTo>
                  <a:pt x="51" y="7"/>
                  <a:pt x="50" y="6"/>
                  <a:pt x="49" y="6"/>
                </a:cubicBezTo>
                <a:cubicBezTo>
                  <a:pt x="42" y="6"/>
                  <a:pt x="42" y="6"/>
                  <a:pt x="42" y="6"/>
                </a:cubicBezTo>
                <a:cubicBezTo>
                  <a:pt x="41" y="6"/>
                  <a:pt x="40" y="7"/>
                  <a:pt x="40" y="9"/>
                </a:cubicBezTo>
                <a:cubicBezTo>
                  <a:pt x="40" y="15"/>
                  <a:pt x="40" y="15"/>
                  <a:pt x="40" y="15"/>
                </a:cubicBezTo>
                <a:cubicBezTo>
                  <a:pt x="40" y="16"/>
                  <a:pt x="41" y="18"/>
                  <a:pt x="42" y="18"/>
                </a:cubicBezTo>
                <a:cubicBezTo>
                  <a:pt x="49" y="18"/>
                  <a:pt x="49" y="18"/>
                  <a:pt x="49" y="18"/>
                </a:cubicBezTo>
                <a:cubicBezTo>
                  <a:pt x="50" y="18"/>
                  <a:pt x="51" y="16"/>
                  <a:pt x="51" y="15"/>
                </a:cubicBezTo>
                <a:lnTo>
                  <a:pt x="51" y="9"/>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135"/>
          <p:cNvSpPr>
            <a:spLocks noEditPoints="1"/>
          </p:cNvSpPr>
          <p:nvPr/>
        </p:nvSpPr>
        <p:spPr bwMode="auto">
          <a:xfrm>
            <a:off x="5040636" y="3468665"/>
            <a:ext cx="395469" cy="370439"/>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239"/>
          <p:cNvSpPr>
            <a:spLocks noEditPoints="1"/>
          </p:cNvSpPr>
          <p:nvPr/>
        </p:nvSpPr>
        <p:spPr bwMode="auto">
          <a:xfrm>
            <a:off x="4308257" y="2591800"/>
            <a:ext cx="487265" cy="479592"/>
          </a:xfrm>
          <a:custGeom>
            <a:avLst/>
            <a:gdLst/>
            <a:ahLst/>
            <a:cxnLst>
              <a:cxn ang="0">
                <a:pos x="58" y="35"/>
              </a:cxn>
              <a:cxn ang="0">
                <a:pos x="29" y="58"/>
              </a:cxn>
              <a:cxn ang="0">
                <a:pos x="9" y="50"/>
              </a:cxn>
              <a:cxn ang="0">
                <a:pos x="5" y="55"/>
              </a:cxn>
              <a:cxn ang="0">
                <a:pos x="3" y="55"/>
              </a:cxn>
              <a:cxn ang="0">
                <a:pos x="0" y="53"/>
              </a:cxn>
              <a:cxn ang="0">
                <a:pos x="0" y="36"/>
              </a:cxn>
              <a:cxn ang="0">
                <a:pos x="3" y="34"/>
              </a:cxn>
              <a:cxn ang="0">
                <a:pos x="20" y="34"/>
              </a:cxn>
              <a:cxn ang="0">
                <a:pos x="22" y="36"/>
              </a:cxn>
              <a:cxn ang="0">
                <a:pos x="22" y="38"/>
              </a:cxn>
              <a:cxn ang="0">
                <a:pos x="16" y="43"/>
              </a:cxn>
              <a:cxn ang="0">
                <a:pos x="30" y="48"/>
              </a:cxn>
              <a:cxn ang="0">
                <a:pos x="46" y="39"/>
              </a:cxn>
              <a:cxn ang="0">
                <a:pos x="48" y="34"/>
              </a:cxn>
              <a:cxn ang="0">
                <a:pos x="49" y="34"/>
              </a:cxn>
              <a:cxn ang="0">
                <a:pos x="57" y="34"/>
              </a:cxn>
              <a:cxn ang="0">
                <a:pos x="58" y="35"/>
              </a:cxn>
              <a:cxn ang="0">
                <a:pos x="58" y="35"/>
              </a:cxn>
              <a:cxn ang="0">
                <a:pos x="59" y="21"/>
              </a:cxn>
              <a:cxn ang="0">
                <a:pos x="56" y="24"/>
              </a:cxn>
              <a:cxn ang="0">
                <a:pos x="39" y="24"/>
              </a:cxn>
              <a:cxn ang="0">
                <a:pos x="37" y="21"/>
              </a:cxn>
              <a:cxn ang="0">
                <a:pos x="38" y="20"/>
              </a:cxn>
              <a:cxn ang="0">
                <a:pos x="43" y="14"/>
              </a:cxn>
              <a:cxn ang="0">
                <a:pos x="30" y="9"/>
              </a:cxn>
              <a:cxn ang="0">
                <a:pos x="13" y="19"/>
              </a:cxn>
              <a:cxn ang="0">
                <a:pos x="11" y="23"/>
              </a:cxn>
              <a:cxn ang="0">
                <a:pos x="10" y="24"/>
              </a:cxn>
              <a:cxn ang="0">
                <a:pos x="2" y="24"/>
              </a:cxn>
              <a:cxn ang="0">
                <a:pos x="1" y="23"/>
              </a:cxn>
              <a:cxn ang="0">
                <a:pos x="1" y="22"/>
              </a:cxn>
              <a:cxn ang="0">
                <a:pos x="30" y="0"/>
              </a:cxn>
              <a:cxn ang="0">
                <a:pos x="50" y="8"/>
              </a:cxn>
              <a:cxn ang="0">
                <a:pos x="55" y="3"/>
              </a:cxn>
              <a:cxn ang="0">
                <a:pos x="56" y="2"/>
              </a:cxn>
              <a:cxn ang="0">
                <a:pos x="59" y="4"/>
              </a:cxn>
              <a:cxn ang="0">
                <a:pos x="59" y="21"/>
              </a:cxn>
            </a:cxnLst>
            <a:rect l="0" t="0" r="r" b="b"/>
            <a:pathLst>
              <a:path w="59" h="58">
                <a:moveTo>
                  <a:pt x="58" y="35"/>
                </a:moveTo>
                <a:cubicBezTo>
                  <a:pt x="55" y="48"/>
                  <a:pt x="43" y="58"/>
                  <a:pt x="29" y="58"/>
                </a:cubicBezTo>
                <a:cubicBezTo>
                  <a:pt x="22" y="58"/>
                  <a:pt x="15" y="55"/>
                  <a:pt x="9" y="50"/>
                </a:cubicBezTo>
                <a:cubicBezTo>
                  <a:pt x="5" y="55"/>
                  <a:pt x="5" y="55"/>
                  <a:pt x="5" y="55"/>
                </a:cubicBezTo>
                <a:cubicBezTo>
                  <a:pt x="4" y="55"/>
                  <a:pt x="4" y="55"/>
                  <a:pt x="3" y="55"/>
                </a:cubicBezTo>
                <a:cubicBezTo>
                  <a:pt x="2" y="55"/>
                  <a:pt x="0" y="54"/>
                  <a:pt x="0" y="53"/>
                </a:cubicBezTo>
                <a:cubicBezTo>
                  <a:pt x="0" y="36"/>
                  <a:pt x="0" y="36"/>
                  <a:pt x="0" y="36"/>
                </a:cubicBezTo>
                <a:cubicBezTo>
                  <a:pt x="0" y="35"/>
                  <a:pt x="2" y="34"/>
                  <a:pt x="3" y="34"/>
                </a:cubicBezTo>
                <a:cubicBezTo>
                  <a:pt x="20" y="34"/>
                  <a:pt x="20" y="34"/>
                  <a:pt x="20" y="34"/>
                </a:cubicBezTo>
                <a:cubicBezTo>
                  <a:pt x="21" y="34"/>
                  <a:pt x="22" y="35"/>
                  <a:pt x="22" y="36"/>
                </a:cubicBezTo>
                <a:cubicBezTo>
                  <a:pt x="22" y="37"/>
                  <a:pt x="22" y="37"/>
                  <a:pt x="22" y="38"/>
                </a:cubicBezTo>
                <a:cubicBezTo>
                  <a:pt x="16" y="43"/>
                  <a:pt x="16" y="43"/>
                  <a:pt x="16" y="43"/>
                </a:cubicBezTo>
                <a:cubicBezTo>
                  <a:pt x="20" y="46"/>
                  <a:pt x="25" y="48"/>
                  <a:pt x="30" y="48"/>
                </a:cubicBezTo>
                <a:cubicBezTo>
                  <a:pt x="36" y="48"/>
                  <a:pt x="43" y="45"/>
                  <a:pt x="46" y="39"/>
                </a:cubicBezTo>
                <a:cubicBezTo>
                  <a:pt x="47" y="37"/>
                  <a:pt x="48" y="36"/>
                  <a:pt x="48" y="34"/>
                </a:cubicBezTo>
                <a:cubicBezTo>
                  <a:pt x="48" y="34"/>
                  <a:pt x="49" y="34"/>
                  <a:pt x="49" y="34"/>
                </a:cubicBezTo>
                <a:cubicBezTo>
                  <a:pt x="57" y="34"/>
                  <a:pt x="57" y="34"/>
                  <a:pt x="57" y="34"/>
                </a:cubicBezTo>
                <a:cubicBezTo>
                  <a:pt x="57" y="34"/>
                  <a:pt x="58" y="34"/>
                  <a:pt x="58" y="35"/>
                </a:cubicBezTo>
                <a:cubicBezTo>
                  <a:pt x="58" y="35"/>
                  <a:pt x="58" y="35"/>
                  <a:pt x="58" y="35"/>
                </a:cubicBezTo>
                <a:close/>
                <a:moveTo>
                  <a:pt x="59" y="21"/>
                </a:moveTo>
                <a:cubicBezTo>
                  <a:pt x="59" y="23"/>
                  <a:pt x="58" y="24"/>
                  <a:pt x="56" y="24"/>
                </a:cubicBezTo>
                <a:cubicBezTo>
                  <a:pt x="39" y="24"/>
                  <a:pt x="39" y="24"/>
                  <a:pt x="39" y="24"/>
                </a:cubicBezTo>
                <a:cubicBezTo>
                  <a:pt x="38" y="24"/>
                  <a:pt x="37" y="23"/>
                  <a:pt x="37" y="21"/>
                </a:cubicBezTo>
                <a:cubicBezTo>
                  <a:pt x="37" y="21"/>
                  <a:pt x="37" y="20"/>
                  <a:pt x="38" y="20"/>
                </a:cubicBezTo>
                <a:cubicBezTo>
                  <a:pt x="43" y="14"/>
                  <a:pt x="43" y="14"/>
                  <a:pt x="43" y="14"/>
                </a:cubicBezTo>
                <a:cubicBezTo>
                  <a:pt x="39" y="11"/>
                  <a:pt x="34" y="9"/>
                  <a:pt x="30" y="9"/>
                </a:cubicBezTo>
                <a:cubicBezTo>
                  <a:pt x="23" y="9"/>
                  <a:pt x="17" y="13"/>
                  <a:pt x="13" y="19"/>
                </a:cubicBezTo>
                <a:cubicBezTo>
                  <a:pt x="12" y="20"/>
                  <a:pt x="12" y="21"/>
                  <a:pt x="11" y="23"/>
                </a:cubicBezTo>
                <a:cubicBezTo>
                  <a:pt x="11" y="24"/>
                  <a:pt x="10" y="24"/>
                  <a:pt x="10" y="24"/>
                </a:cubicBezTo>
                <a:cubicBezTo>
                  <a:pt x="2" y="24"/>
                  <a:pt x="2" y="24"/>
                  <a:pt x="2" y="24"/>
                </a:cubicBezTo>
                <a:cubicBezTo>
                  <a:pt x="2" y="24"/>
                  <a:pt x="1" y="23"/>
                  <a:pt x="1" y="23"/>
                </a:cubicBezTo>
                <a:cubicBezTo>
                  <a:pt x="1" y="23"/>
                  <a:pt x="1" y="22"/>
                  <a:pt x="1" y="22"/>
                </a:cubicBezTo>
                <a:cubicBezTo>
                  <a:pt x="4" y="9"/>
                  <a:pt x="16" y="0"/>
                  <a:pt x="30" y="0"/>
                </a:cubicBezTo>
                <a:cubicBezTo>
                  <a:pt x="37" y="0"/>
                  <a:pt x="44" y="3"/>
                  <a:pt x="50" y="8"/>
                </a:cubicBezTo>
                <a:cubicBezTo>
                  <a:pt x="55" y="3"/>
                  <a:pt x="55" y="3"/>
                  <a:pt x="55" y="3"/>
                </a:cubicBezTo>
                <a:cubicBezTo>
                  <a:pt x="55" y="2"/>
                  <a:pt x="56" y="2"/>
                  <a:pt x="56" y="2"/>
                </a:cubicBezTo>
                <a:cubicBezTo>
                  <a:pt x="58" y="2"/>
                  <a:pt x="59" y="3"/>
                  <a:pt x="59" y="4"/>
                </a:cubicBezTo>
                <a:lnTo>
                  <a:pt x="59" y="21"/>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 calcmode="lin" valueType="num">
                                      <p:cBhvr>
                                        <p:cTn id="9" dur="500" fill="hold"/>
                                        <p:tgtEl>
                                          <p:spTgt spid="34"/>
                                        </p:tgtEl>
                                        <p:attrNameLst>
                                          <p:attrName>style.rotation</p:attrName>
                                        </p:attrNameLst>
                                      </p:cBhvr>
                                      <p:tavLst>
                                        <p:tav tm="0">
                                          <p:val>
                                            <p:fltVal val="360"/>
                                          </p:val>
                                        </p:tav>
                                        <p:tav tm="100000">
                                          <p:val>
                                            <p:fltVal val="0"/>
                                          </p:val>
                                        </p:tav>
                                      </p:tavLst>
                                    </p:anim>
                                    <p:animEffect transition="in" filter="fade">
                                      <p:cBhvr>
                                        <p:cTn id="10" dur="500"/>
                                        <p:tgtEl>
                                          <p:spTgt spid="34"/>
                                        </p:tgtEl>
                                      </p:cBhvr>
                                    </p:animEffect>
                                  </p:childTnLst>
                                </p:cTn>
                              </p:par>
                            </p:childTnLst>
                          </p:cTn>
                        </p:par>
                        <p:par>
                          <p:cTn id="11" fill="hold">
                            <p:stCondLst>
                              <p:cond delay="500"/>
                            </p:stCondLst>
                            <p:childTnLst>
                              <p:par>
                                <p:cTn id="12" presetID="53" presetClass="entr" presetSubtype="0" fill="hold" grpId="0" nodeType="afterEffect">
                                  <p:stCondLst>
                                    <p:cond delay="0"/>
                                  </p:stCondLst>
                                  <p:childTnLst>
                                    <p:set>
                                      <p:cBhvr>
                                        <p:cTn id="13" dur="1" fill="hold">
                                          <p:stCondLst>
                                            <p:cond delay="0"/>
                                          </p:stCondLst>
                                        </p:cTn>
                                        <p:tgtEl>
                                          <p:spTgt spid="49"/>
                                        </p:tgtEl>
                                        <p:attrNameLst>
                                          <p:attrName>style.visibility</p:attrName>
                                        </p:attrNameLst>
                                      </p:cBhvr>
                                      <p:to>
                                        <p:strVal val="visible"/>
                                      </p:to>
                                    </p:set>
                                    <p:anim calcmode="lin" valueType="num">
                                      <p:cBhvr>
                                        <p:cTn id="14" dur="500" fill="hold"/>
                                        <p:tgtEl>
                                          <p:spTgt spid="49"/>
                                        </p:tgtEl>
                                        <p:attrNameLst>
                                          <p:attrName>ppt_w</p:attrName>
                                        </p:attrNameLst>
                                      </p:cBhvr>
                                      <p:tavLst>
                                        <p:tav tm="0">
                                          <p:val>
                                            <p:fltVal val="0"/>
                                          </p:val>
                                        </p:tav>
                                        <p:tav tm="100000">
                                          <p:val>
                                            <p:strVal val="#ppt_w"/>
                                          </p:val>
                                        </p:tav>
                                      </p:tavLst>
                                    </p:anim>
                                    <p:anim calcmode="lin" valueType="num">
                                      <p:cBhvr>
                                        <p:cTn id="15" dur="500" fill="hold"/>
                                        <p:tgtEl>
                                          <p:spTgt spid="49"/>
                                        </p:tgtEl>
                                        <p:attrNameLst>
                                          <p:attrName>ppt_h</p:attrName>
                                        </p:attrNameLst>
                                      </p:cBhvr>
                                      <p:tavLst>
                                        <p:tav tm="0">
                                          <p:val>
                                            <p:fltVal val="0"/>
                                          </p:val>
                                        </p:tav>
                                        <p:tav tm="100000">
                                          <p:val>
                                            <p:strVal val="#ppt_h"/>
                                          </p:val>
                                        </p:tav>
                                      </p:tavLst>
                                    </p:anim>
                                    <p:animEffect transition="in" filter="fade">
                                      <p:cBhvr>
                                        <p:cTn id="16" dur="500"/>
                                        <p:tgtEl>
                                          <p:spTgt spid="49"/>
                                        </p:tgtEl>
                                      </p:cBhvr>
                                    </p:animEffect>
                                  </p:childTnLst>
                                </p:cTn>
                              </p:par>
                            </p:childTnLst>
                          </p:cTn>
                        </p:par>
                        <p:par>
                          <p:cTn id="17" fill="hold">
                            <p:stCondLst>
                              <p:cond delay="1000"/>
                            </p:stCondLst>
                            <p:childTnLst>
                              <p:par>
                                <p:cTn id="18" presetID="53" presetClass="entr" presetSubtype="0" fill="hold" grpId="0" nodeType="afterEffect">
                                  <p:stCondLst>
                                    <p:cond delay="0"/>
                                  </p:stCondLst>
                                  <p:childTnLst>
                                    <p:set>
                                      <p:cBhvr>
                                        <p:cTn id="19" dur="1" fill="hold">
                                          <p:stCondLst>
                                            <p:cond delay="0"/>
                                          </p:stCondLst>
                                        </p:cTn>
                                        <p:tgtEl>
                                          <p:spTgt spid="64"/>
                                        </p:tgtEl>
                                        <p:attrNameLst>
                                          <p:attrName>style.visibility</p:attrName>
                                        </p:attrNameLst>
                                      </p:cBhvr>
                                      <p:to>
                                        <p:strVal val="visible"/>
                                      </p:to>
                                    </p:set>
                                    <p:anim calcmode="lin" valueType="num">
                                      <p:cBhvr>
                                        <p:cTn id="20" dur="500" fill="hold"/>
                                        <p:tgtEl>
                                          <p:spTgt spid="64"/>
                                        </p:tgtEl>
                                        <p:attrNameLst>
                                          <p:attrName>ppt_w</p:attrName>
                                        </p:attrNameLst>
                                      </p:cBhvr>
                                      <p:tavLst>
                                        <p:tav tm="0">
                                          <p:val>
                                            <p:fltVal val="0"/>
                                          </p:val>
                                        </p:tav>
                                        <p:tav tm="100000">
                                          <p:val>
                                            <p:strVal val="#ppt_w"/>
                                          </p:val>
                                        </p:tav>
                                      </p:tavLst>
                                    </p:anim>
                                    <p:anim calcmode="lin" valueType="num">
                                      <p:cBhvr>
                                        <p:cTn id="21" dur="500" fill="hold"/>
                                        <p:tgtEl>
                                          <p:spTgt spid="64"/>
                                        </p:tgtEl>
                                        <p:attrNameLst>
                                          <p:attrName>ppt_h</p:attrName>
                                        </p:attrNameLst>
                                      </p:cBhvr>
                                      <p:tavLst>
                                        <p:tav tm="0">
                                          <p:val>
                                            <p:fltVal val="0"/>
                                          </p:val>
                                        </p:tav>
                                        <p:tav tm="100000">
                                          <p:val>
                                            <p:strVal val="#ppt_h"/>
                                          </p:val>
                                        </p:tav>
                                      </p:tavLst>
                                    </p:anim>
                                    <p:animEffect transition="in" filter="fade">
                                      <p:cBhvr>
                                        <p:cTn id="22" dur="500"/>
                                        <p:tgtEl>
                                          <p:spTgt spid="64"/>
                                        </p:tgtEl>
                                      </p:cBhvr>
                                    </p:animEffect>
                                  </p:childTnLst>
                                </p:cTn>
                              </p:par>
                              <p:par>
                                <p:cTn id="23" presetID="2" presetClass="entr" presetSubtype="8" accel="50000" decel="5000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0-#ppt_w/2"/>
                                          </p:val>
                                        </p:tav>
                                        <p:tav tm="100000">
                                          <p:val>
                                            <p:strVal val="#ppt_x"/>
                                          </p:val>
                                        </p:tav>
                                      </p:tavLst>
                                    </p:anim>
                                    <p:anim calcmode="lin" valueType="num">
                                      <p:cBhvr additive="base">
                                        <p:cTn id="26" dur="500" fill="hold"/>
                                        <p:tgtEl>
                                          <p:spTgt spid="7"/>
                                        </p:tgtEl>
                                        <p:attrNameLst>
                                          <p:attrName>ppt_y</p:attrName>
                                        </p:attrNameLst>
                                      </p:cBhvr>
                                      <p:tavLst>
                                        <p:tav tm="0">
                                          <p:val>
                                            <p:strVal val="#ppt_y"/>
                                          </p:val>
                                        </p:tav>
                                        <p:tav tm="100000">
                                          <p:val>
                                            <p:strVal val="#ppt_y"/>
                                          </p:val>
                                        </p:tav>
                                      </p:tavLst>
                                    </p:anim>
                                  </p:childTnLst>
                                </p:cTn>
                              </p:par>
                            </p:childTnLst>
                          </p:cTn>
                        </p:par>
                        <p:par>
                          <p:cTn id="27" fill="hold">
                            <p:stCondLst>
                              <p:cond delay="1500"/>
                            </p:stCondLst>
                            <p:childTnLst>
                              <p:par>
                                <p:cTn id="28" presetID="53" presetClass="entr" presetSubtype="0" fill="hold" grpId="0" nodeType="afterEffect">
                                  <p:stCondLst>
                                    <p:cond delay="0"/>
                                  </p:stCondLst>
                                  <p:childTnLst>
                                    <p:set>
                                      <p:cBhvr>
                                        <p:cTn id="29" dur="1" fill="hold">
                                          <p:stCondLst>
                                            <p:cond delay="0"/>
                                          </p:stCondLst>
                                        </p:cTn>
                                        <p:tgtEl>
                                          <p:spTgt spid="46"/>
                                        </p:tgtEl>
                                        <p:attrNameLst>
                                          <p:attrName>style.visibility</p:attrName>
                                        </p:attrNameLst>
                                      </p:cBhvr>
                                      <p:to>
                                        <p:strVal val="visible"/>
                                      </p:to>
                                    </p:set>
                                    <p:anim calcmode="lin" valueType="num">
                                      <p:cBhvr>
                                        <p:cTn id="30" dur="500" fill="hold"/>
                                        <p:tgtEl>
                                          <p:spTgt spid="46"/>
                                        </p:tgtEl>
                                        <p:attrNameLst>
                                          <p:attrName>ppt_w</p:attrName>
                                        </p:attrNameLst>
                                      </p:cBhvr>
                                      <p:tavLst>
                                        <p:tav tm="0">
                                          <p:val>
                                            <p:fltVal val="0"/>
                                          </p:val>
                                        </p:tav>
                                        <p:tav tm="100000">
                                          <p:val>
                                            <p:strVal val="#ppt_w"/>
                                          </p:val>
                                        </p:tav>
                                      </p:tavLst>
                                    </p:anim>
                                    <p:anim calcmode="lin" valueType="num">
                                      <p:cBhvr>
                                        <p:cTn id="31" dur="500" fill="hold"/>
                                        <p:tgtEl>
                                          <p:spTgt spid="46"/>
                                        </p:tgtEl>
                                        <p:attrNameLst>
                                          <p:attrName>ppt_h</p:attrName>
                                        </p:attrNameLst>
                                      </p:cBhvr>
                                      <p:tavLst>
                                        <p:tav tm="0">
                                          <p:val>
                                            <p:fltVal val="0"/>
                                          </p:val>
                                        </p:tav>
                                        <p:tav tm="100000">
                                          <p:val>
                                            <p:strVal val="#ppt_h"/>
                                          </p:val>
                                        </p:tav>
                                      </p:tavLst>
                                    </p:anim>
                                    <p:animEffect transition="in" filter="fade">
                                      <p:cBhvr>
                                        <p:cTn id="32" dur="500"/>
                                        <p:tgtEl>
                                          <p:spTgt spid="46"/>
                                        </p:tgtEl>
                                      </p:cBhvr>
                                    </p:animEffect>
                                  </p:childTnLst>
                                </p:cTn>
                              </p:par>
                            </p:childTnLst>
                          </p:cTn>
                        </p:par>
                        <p:par>
                          <p:cTn id="33" fill="hold">
                            <p:stCondLst>
                              <p:cond delay="2000"/>
                            </p:stCondLst>
                            <p:childTnLst>
                              <p:par>
                                <p:cTn id="34" presetID="53" presetClass="entr" presetSubtype="0" fill="hold" grpId="0" nodeType="afterEffect">
                                  <p:stCondLst>
                                    <p:cond delay="0"/>
                                  </p:stCondLst>
                                  <p:childTnLst>
                                    <p:set>
                                      <p:cBhvr>
                                        <p:cTn id="35" dur="1" fill="hold">
                                          <p:stCondLst>
                                            <p:cond delay="0"/>
                                          </p:stCondLst>
                                        </p:cTn>
                                        <p:tgtEl>
                                          <p:spTgt spid="63"/>
                                        </p:tgtEl>
                                        <p:attrNameLst>
                                          <p:attrName>style.visibility</p:attrName>
                                        </p:attrNameLst>
                                      </p:cBhvr>
                                      <p:to>
                                        <p:strVal val="visible"/>
                                      </p:to>
                                    </p:set>
                                    <p:anim calcmode="lin" valueType="num">
                                      <p:cBhvr>
                                        <p:cTn id="36" dur="500" fill="hold"/>
                                        <p:tgtEl>
                                          <p:spTgt spid="63"/>
                                        </p:tgtEl>
                                        <p:attrNameLst>
                                          <p:attrName>ppt_w</p:attrName>
                                        </p:attrNameLst>
                                      </p:cBhvr>
                                      <p:tavLst>
                                        <p:tav tm="0">
                                          <p:val>
                                            <p:fltVal val="0"/>
                                          </p:val>
                                        </p:tav>
                                        <p:tav tm="100000">
                                          <p:val>
                                            <p:strVal val="#ppt_w"/>
                                          </p:val>
                                        </p:tav>
                                      </p:tavLst>
                                    </p:anim>
                                    <p:anim calcmode="lin" valueType="num">
                                      <p:cBhvr>
                                        <p:cTn id="37" dur="500" fill="hold"/>
                                        <p:tgtEl>
                                          <p:spTgt spid="63"/>
                                        </p:tgtEl>
                                        <p:attrNameLst>
                                          <p:attrName>ppt_h</p:attrName>
                                        </p:attrNameLst>
                                      </p:cBhvr>
                                      <p:tavLst>
                                        <p:tav tm="0">
                                          <p:val>
                                            <p:fltVal val="0"/>
                                          </p:val>
                                        </p:tav>
                                        <p:tav tm="100000">
                                          <p:val>
                                            <p:strVal val="#ppt_h"/>
                                          </p:val>
                                        </p:tav>
                                      </p:tavLst>
                                    </p:anim>
                                    <p:animEffect transition="in" filter="fade">
                                      <p:cBhvr>
                                        <p:cTn id="38" dur="500"/>
                                        <p:tgtEl>
                                          <p:spTgt spid="63"/>
                                        </p:tgtEl>
                                      </p:cBhvr>
                                    </p:animEffect>
                                  </p:childTnLst>
                                </p:cTn>
                              </p:par>
                              <p:par>
                                <p:cTn id="39" presetID="2" presetClass="entr" presetSubtype="8" accel="50000" decel="50000" fill="hold" nodeType="with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additive="base">
                                        <p:cTn id="41" dur="500" fill="hold"/>
                                        <p:tgtEl>
                                          <p:spTgt spid="6"/>
                                        </p:tgtEl>
                                        <p:attrNameLst>
                                          <p:attrName>ppt_x</p:attrName>
                                        </p:attrNameLst>
                                      </p:cBhvr>
                                      <p:tavLst>
                                        <p:tav tm="0">
                                          <p:val>
                                            <p:strVal val="0-#ppt_w/2"/>
                                          </p:val>
                                        </p:tav>
                                        <p:tav tm="100000">
                                          <p:val>
                                            <p:strVal val="#ppt_x"/>
                                          </p:val>
                                        </p:tav>
                                      </p:tavLst>
                                    </p:anim>
                                    <p:anim calcmode="lin" valueType="num">
                                      <p:cBhvr additive="base">
                                        <p:cTn id="42" dur="500" fill="hold"/>
                                        <p:tgtEl>
                                          <p:spTgt spid="6"/>
                                        </p:tgtEl>
                                        <p:attrNameLst>
                                          <p:attrName>ppt_y</p:attrName>
                                        </p:attrNameLst>
                                      </p:cBhvr>
                                      <p:tavLst>
                                        <p:tav tm="0">
                                          <p:val>
                                            <p:strVal val="#ppt_y"/>
                                          </p:val>
                                        </p:tav>
                                        <p:tav tm="100000">
                                          <p:val>
                                            <p:strVal val="#ppt_y"/>
                                          </p:val>
                                        </p:tav>
                                      </p:tavLst>
                                    </p:anim>
                                  </p:childTnLst>
                                </p:cTn>
                              </p:par>
                            </p:childTnLst>
                          </p:cTn>
                        </p:par>
                        <p:par>
                          <p:cTn id="43" fill="hold">
                            <p:stCondLst>
                              <p:cond delay="2500"/>
                            </p:stCondLst>
                            <p:childTnLst>
                              <p:par>
                                <p:cTn id="44" presetID="53" presetClass="entr" presetSubtype="0" fill="hold" grpId="0" nodeType="afterEffect">
                                  <p:stCondLst>
                                    <p:cond delay="0"/>
                                  </p:stCondLst>
                                  <p:childTnLst>
                                    <p:set>
                                      <p:cBhvr>
                                        <p:cTn id="45" dur="1" fill="hold">
                                          <p:stCondLst>
                                            <p:cond delay="0"/>
                                          </p:stCondLst>
                                        </p:cTn>
                                        <p:tgtEl>
                                          <p:spTgt spid="47"/>
                                        </p:tgtEl>
                                        <p:attrNameLst>
                                          <p:attrName>style.visibility</p:attrName>
                                        </p:attrNameLst>
                                      </p:cBhvr>
                                      <p:to>
                                        <p:strVal val="visible"/>
                                      </p:to>
                                    </p:set>
                                    <p:anim calcmode="lin" valueType="num">
                                      <p:cBhvr>
                                        <p:cTn id="46" dur="500" fill="hold"/>
                                        <p:tgtEl>
                                          <p:spTgt spid="47"/>
                                        </p:tgtEl>
                                        <p:attrNameLst>
                                          <p:attrName>ppt_w</p:attrName>
                                        </p:attrNameLst>
                                      </p:cBhvr>
                                      <p:tavLst>
                                        <p:tav tm="0">
                                          <p:val>
                                            <p:fltVal val="0"/>
                                          </p:val>
                                        </p:tav>
                                        <p:tav tm="100000">
                                          <p:val>
                                            <p:strVal val="#ppt_w"/>
                                          </p:val>
                                        </p:tav>
                                      </p:tavLst>
                                    </p:anim>
                                    <p:anim calcmode="lin" valueType="num">
                                      <p:cBhvr>
                                        <p:cTn id="47" dur="500" fill="hold"/>
                                        <p:tgtEl>
                                          <p:spTgt spid="47"/>
                                        </p:tgtEl>
                                        <p:attrNameLst>
                                          <p:attrName>ppt_h</p:attrName>
                                        </p:attrNameLst>
                                      </p:cBhvr>
                                      <p:tavLst>
                                        <p:tav tm="0">
                                          <p:val>
                                            <p:fltVal val="0"/>
                                          </p:val>
                                        </p:tav>
                                        <p:tav tm="100000">
                                          <p:val>
                                            <p:strVal val="#ppt_h"/>
                                          </p:val>
                                        </p:tav>
                                      </p:tavLst>
                                    </p:anim>
                                    <p:animEffect transition="in" filter="fade">
                                      <p:cBhvr>
                                        <p:cTn id="48" dur="500"/>
                                        <p:tgtEl>
                                          <p:spTgt spid="47"/>
                                        </p:tgtEl>
                                      </p:cBhvr>
                                    </p:animEffect>
                                  </p:childTnLst>
                                </p:cTn>
                              </p:par>
                            </p:childTnLst>
                          </p:cTn>
                        </p:par>
                        <p:par>
                          <p:cTn id="49" fill="hold">
                            <p:stCondLst>
                              <p:cond delay="3000"/>
                            </p:stCondLst>
                            <p:childTnLst>
                              <p:par>
                                <p:cTn id="50" presetID="53" presetClass="entr" presetSubtype="0" fill="hold" grpId="0" nodeType="afterEffect">
                                  <p:stCondLst>
                                    <p:cond delay="0"/>
                                  </p:stCondLst>
                                  <p:childTnLst>
                                    <p:set>
                                      <p:cBhvr>
                                        <p:cTn id="51" dur="1" fill="hold">
                                          <p:stCondLst>
                                            <p:cond delay="0"/>
                                          </p:stCondLst>
                                        </p:cTn>
                                        <p:tgtEl>
                                          <p:spTgt spid="65"/>
                                        </p:tgtEl>
                                        <p:attrNameLst>
                                          <p:attrName>style.visibility</p:attrName>
                                        </p:attrNameLst>
                                      </p:cBhvr>
                                      <p:to>
                                        <p:strVal val="visible"/>
                                      </p:to>
                                    </p:set>
                                    <p:anim calcmode="lin" valueType="num">
                                      <p:cBhvr>
                                        <p:cTn id="52" dur="500" fill="hold"/>
                                        <p:tgtEl>
                                          <p:spTgt spid="65"/>
                                        </p:tgtEl>
                                        <p:attrNameLst>
                                          <p:attrName>ppt_w</p:attrName>
                                        </p:attrNameLst>
                                      </p:cBhvr>
                                      <p:tavLst>
                                        <p:tav tm="0">
                                          <p:val>
                                            <p:fltVal val="0"/>
                                          </p:val>
                                        </p:tav>
                                        <p:tav tm="100000">
                                          <p:val>
                                            <p:strVal val="#ppt_w"/>
                                          </p:val>
                                        </p:tav>
                                      </p:tavLst>
                                    </p:anim>
                                    <p:anim calcmode="lin" valueType="num">
                                      <p:cBhvr>
                                        <p:cTn id="53" dur="500" fill="hold"/>
                                        <p:tgtEl>
                                          <p:spTgt spid="65"/>
                                        </p:tgtEl>
                                        <p:attrNameLst>
                                          <p:attrName>ppt_h</p:attrName>
                                        </p:attrNameLst>
                                      </p:cBhvr>
                                      <p:tavLst>
                                        <p:tav tm="0">
                                          <p:val>
                                            <p:fltVal val="0"/>
                                          </p:val>
                                        </p:tav>
                                        <p:tav tm="100000">
                                          <p:val>
                                            <p:strVal val="#ppt_h"/>
                                          </p:val>
                                        </p:tav>
                                      </p:tavLst>
                                    </p:anim>
                                    <p:animEffect transition="in" filter="fade">
                                      <p:cBhvr>
                                        <p:cTn id="54" dur="500"/>
                                        <p:tgtEl>
                                          <p:spTgt spid="65"/>
                                        </p:tgtEl>
                                      </p:cBhvr>
                                    </p:animEffect>
                                  </p:childTnLst>
                                </p:cTn>
                              </p:par>
                              <p:par>
                                <p:cTn id="55" presetID="2" presetClass="entr" presetSubtype="2" accel="50000" decel="50000" fill="hold" nodeType="with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500" fill="hold"/>
                                        <p:tgtEl>
                                          <p:spTgt spid="5"/>
                                        </p:tgtEl>
                                        <p:attrNameLst>
                                          <p:attrName>ppt_x</p:attrName>
                                        </p:attrNameLst>
                                      </p:cBhvr>
                                      <p:tavLst>
                                        <p:tav tm="0">
                                          <p:val>
                                            <p:strVal val="1+#ppt_w/2"/>
                                          </p:val>
                                        </p:tav>
                                        <p:tav tm="100000">
                                          <p:val>
                                            <p:strVal val="#ppt_x"/>
                                          </p:val>
                                        </p:tav>
                                      </p:tavLst>
                                    </p:anim>
                                    <p:anim calcmode="lin" valueType="num">
                                      <p:cBhvr additive="base">
                                        <p:cTn id="58" dur="500" fill="hold"/>
                                        <p:tgtEl>
                                          <p:spTgt spid="5"/>
                                        </p:tgtEl>
                                        <p:attrNameLst>
                                          <p:attrName>ppt_y</p:attrName>
                                        </p:attrNameLst>
                                      </p:cBhvr>
                                      <p:tavLst>
                                        <p:tav tm="0">
                                          <p:val>
                                            <p:strVal val="#ppt_y"/>
                                          </p:val>
                                        </p:tav>
                                        <p:tav tm="100000">
                                          <p:val>
                                            <p:strVal val="#ppt_y"/>
                                          </p:val>
                                        </p:tav>
                                      </p:tavLst>
                                    </p:anim>
                                  </p:childTnLst>
                                </p:cTn>
                              </p:par>
                            </p:childTnLst>
                          </p:cTn>
                        </p:par>
                        <p:par>
                          <p:cTn id="59" fill="hold">
                            <p:stCondLst>
                              <p:cond delay="3500"/>
                            </p:stCondLst>
                            <p:childTnLst>
                              <p:par>
                                <p:cTn id="60" presetID="53" presetClass="entr" presetSubtype="0" fill="hold" grpId="0" nodeType="afterEffect">
                                  <p:stCondLst>
                                    <p:cond delay="0"/>
                                  </p:stCondLst>
                                  <p:childTnLst>
                                    <p:set>
                                      <p:cBhvr>
                                        <p:cTn id="61" dur="1" fill="hold">
                                          <p:stCondLst>
                                            <p:cond delay="0"/>
                                          </p:stCondLst>
                                        </p:cTn>
                                        <p:tgtEl>
                                          <p:spTgt spid="48"/>
                                        </p:tgtEl>
                                        <p:attrNameLst>
                                          <p:attrName>style.visibility</p:attrName>
                                        </p:attrNameLst>
                                      </p:cBhvr>
                                      <p:to>
                                        <p:strVal val="visible"/>
                                      </p:to>
                                    </p:set>
                                    <p:anim calcmode="lin" valueType="num">
                                      <p:cBhvr>
                                        <p:cTn id="62" dur="500" fill="hold"/>
                                        <p:tgtEl>
                                          <p:spTgt spid="48"/>
                                        </p:tgtEl>
                                        <p:attrNameLst>
                                          <p:attrName>ppt_w</p:attrName>
                                        </p:attrNameLst>
                                      </p:cBhvr>
                                      <p:tavLst>
                                        <p:tav tm="0">
                                          <p:val>
                                            <p:fltVal val="0"/>
                                          </p:val>
                                        </p:tav>
                                        <p:tav tm="100000">
                                          <p:val>
                                            <p:strVal val="#ppt_w"/>
                                          </p:val>
                                        </p:tav>
                                      </p:tavLst>
                                    </p:anim>
                                    <p:anim calcmode="lin" valueType="num">
                                      <p:cBhvr>
                                        <p:cTn id="63" dur="500" fill="hold"/>
                                        <p:tgtEl>
                                          <p:spTgt spid="48"/>
                                        </p:tgtEl>
                                        <p:attrNameLst>
                                          <p:attrName>ppt_h</p:attrName>
                                        </p:attrNameLst>
                                      </p:cBhvr>
                                      <p:tavLst>
                                        <p:tav tm="0">
                                          <p:val>
                                            <p:fltVal val="0"/>
                                          </p:val>
                                        </p:tav>
                                        <p:tav tm="100000">
                                          <p:val>
                                            <p:strVal val="#ppt_h"/>
                                          </p:val>
                                        </p:tav>
                                      </p:tavLst>
                                    </p:anim>
                                    <p:animEffect transition="in" filter="fade">
                                      <p:cBhvr>
                                        <p:cTn id="64" dur="500"/>
                                        <p:tgtEl>
                                          <p:spTgt spid="48"/>
                                        </p:tgtEl>
                                      </p:cBhvr>
                                    </p:animEffect>
                                  </p:childTnLst>
                                </p:cTn>
                              </p:par>
                            </p:childTnLst>
                          </p:cTn>
                        </p:par>
                        <p:par>
                          <p:cTn id="65" fill="hold">
                            <p:stCondLst>
                              <p:cond delay="4000"/>
                            </p:stCondLst>
                            <p:childTnLst>
                              <p:par>
                                <p:cTn id="66" presetID="53" presetClass="entr" presetSubtype="0" fill="hold" grpId="0" nodeType="afterEffect">
                                  <p:stCondLst>
                                    <p:cond delay="0"/>
                                  </p:stCondLst>
                                  <p:childTnLst>
                                    <p:set>
                                      <p:cBhvr>
                                        <p:cTn id="67" dur="1" fill="hold">
                                          <p:stCondLst>
                                            <p:cond delay="0"/>
                                          </p:stCondLst>
                                        </p:cTn>
                                        <p:tgtEl>
                                          <p:spTgt spid="66"/>
                                        </p:tgtEl>
                                        <p:attrNameLst>
                                          <p:attrName>style.visibility</p:attrName>
                                        </p:attrNameLst>
                                      </p:cBhvr>
                                      <p:to>
                                        <p:strVal val="visible"/>
                                      </p:to>
                                    </p:set>
                                    <p:anim calcmode="lin" valueType="num">
                                      <p:cBhvr>
                                        <p:cTn id="68" dur="500" fill="hold"/>
                                        <p:tgtEl>
                                          <p:spTgt spid="66"/>
                                        </p:tgtEl>
                                        <p:attrNameLst>
                                          <p:attrName>ppt_w</p:attrName>
                                        </p:attrNameLst>
                                      </p:cBhvr>
                                      <p:tavLst>
                                        <p:tav tm="0">
                                          <p:val>
                                            <p:fltVal val="0"/>
                                          </p:val>
                                        </p:tav>
                                        <p:tav tm="100000">
                                          <p:val>
                                            <p:strVal val="#ppt_w"/>
                                          </p:val>
                                        </p:tav>
                                      </p:tavLst>
                                    </p:anim>
                                    <p:anim calcmode="lin" valueType="num">
                                      <p:cBhvr>
                                        <p:cTn id="69" dur="500" fill="hold"/>
                                        <p:tgtEl>
                                          <p:spTgt spid="66"/>
                                        </p:tgtEl>
                                        <p:attrNameLst>
                                          <p:attrName>ppt_h</p:attrName>
                                        </p:attrNameLst>
                                      </p:cBhvr>
                                      <p:tavLst>
                                        <p:tav tm="0">
                                          <p:val>
                                            <p:fltVal val="0"/>
                                          </p:val>
                                        </p:tav>
                                        <p:tav tm="100000">
                                          <p:val>
                                            <p:strVal val="#ppt_h"/>
                                          </p:val>
                                        </p:tav>
                                      </p:tavLst>
                                    </p:anim>
                                    <p:animEffect transition="in" filter="fade">
                                      <p:cBhvr>
                                        <p:cTn id="70" dur="500"/>
                                        <p:tgtEl>
                                          <p:spTgt spid="66"/>
                                        </p:tgtEl>
                                      </p:cBhvr>
                                    </p:animEffect>
                                  </p:childTnLst>
                                </p:cTn>
                              </p:par>
                              <p:par>
                                <p:cTn id="71" presetID="2" presetClass="entr" presetSubtype="2" accel="50000" decel="50000" fill="hold" nodeType="with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500" fill="hold"/>
                                        <p:tgtEl>
                                          <p:spTgt spid="4"/>
                                        </p:tgtEl>
                                        <p:attrNameLst>
                                          <p:attrName>ppt_x</p:attrName>
                                        </p:attrNameLst>
                                      </p:cBhvr>
                                      <p:tavLst>
                                        <p:tav tm="0">
                                          <p:val>
                                            <p:strVal val="1+#ppt_w/2"/>
                                          </p:val>
                                        </p:tav>
                                        <p:tav tm="100000">
                                          <p:val>
                                            <p:strVal val="#ppt_x"/>
                                          </p:val>
                                        </p:tav>
                                      </p:tavLst>
                                    </p:anim>
                                    <p:anim calcmode="lin" valueType="num">
                                      <p:cBhvr additive="base">
                                        <p:cTn id="74"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8" grpId="0" animBg="1"/>
      <p:bldP spid="49" grpId="0" animBg="1"/>
      <p:bldP spid="63" grpId="0" animBg="1"/>
      <p:bldP spid="64" grpId="0" animBg="1"/>
      <p:bldP spid="65" grpId="0" animBg="1"/>
      <p:bldP spid="66" grpId="0" animBg="1"/>
      <p:bldP spid="34"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Puzzle Infographic</a:t>
            </a:r>
            <a:endParaRPr lang="en-US" dirty="0"/>
          </a:p>
        </p:txBody>
      </p:sp>
      <p:sp>
        <p:nvSpPr>
          <p:cNvPr id="3" name="Text Placeholder 2"/>
          <p:cNvSpPr>
            <a:spLocks noGrp="1"/>
          </p:cNvSpPr>
          <p:nvPr>
            <p:ph type="body" sz="half" idx="2"/>
          </p:nvPr>
        </p:nvSpPr>
        <p:spPr/>
        <p:txBody>
          <a:bodyPr/>
          <a:lstStyle/>
          <a:p>
            <a:r>
              <a:rPr lang="en-US"/>
              <a:t>Puzzle Infographic</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223</a:t>
            </a:fld>
            <a:endParaRPr lang="en-US" dirty="0"/>
          </a:p>
        </p:txBody>
      </p:sp>
      <p:sp>
        <p:nvSpPr>
          <p:cNvPr id="6149" name="Freeform 5"/>
          <p:cNvSpPr>
            <a:spLocks/>
          </p:cNvSpPr>
          <p:nvPr/>
        </p:nvSpPr>
        <p:spPr bwMode="auto">
          <a:xfrm>
            <a:off x="4008438" y="1189939"/>
            <a:ext cx="1035050" cy="1485900"/>
          </a:xfrm>
          <a:custGeom>
            <a:avLst/>
            <a:gdLst/>
            <a:ahLst/>
            <a:cxnLst>
              <a:cxn ang="0">
                <a:pos x="224" y="205"/>
              </a:cxn>
              <a:cxn ang="0">
                <a:pos x="207" y="229"/>
              </a:cxn>
              <a:cxn ang="0">
                <a:pos x="201" y="220"/>
              </a:cxn>
              <a:cxn ang="0">
                <a:pos x="179" y="211"/>
              </a:cxn>
              <a:cxn ang="0">
                <a:pos x="156" y="220"/>
              </a:cxn>
              <a:cxn ang="0">
                <a:pos x="147" y="243"/>
              </a:cxn>
              <a:cxn ang="0">
                <a:pos x="156" y="265"/>
              </a:cxn>
              <a:cxn ang="0">
                <a:pos x="175" y="275"/>
              </a:cxn>
              <a:cxn ang="0">
                <a:pos x="141" y="322"/>
              </a:cxn>
              <a:cxn ang="0">
                <a:pos x="122" y="283"/>
              </a:cxn>
              <a:cxn ang="0">
                <a:pos x="102" y="322"/>
              </a:cxn>
              <a:cxn ang="0">
                <a:pos x="63" y="269"/>
              </a:cxn>
              <a:cxn ang="0">
                <a:pos x="54" y="283"/>
              </a:cxn>
              <a:cxn ang="0">
                <a:pos x="32" y="293"/>
              </a:cxn>
              <a:cxn ang="0">
                <a:pos x="9" y="283"/>
              </a:cxn>
              <a:cxn ang="0">
                <a:pos x="0" y="261"/>
              </a:cxn>
              <a:cxn ang="0">
                <a:pos x="9" y="238"/>
              </a:cxn>
              <a:cxn ang="0">
                <a:pos x="32" y="229"/>
              </a:cxn>
              <a:cxn ang="0">
                <a:pos x="33" y="229"/>
              </a:cxn>
              <a:cxn ang="0">
                <a:pos x="15" y="205"/>
              </a:cxn>
              <a:cxn ang="0">
                <a:pos x="122" y="0"/>
              </a:cxn>
              <a:cxn ang="0">
                <a:pos x="224" y="205"/>
              </a:cxn>
            </a:cxnLst>
            <a:rect l="0" t="0" r="r" b="b"/>
            <a:pathLst>
              <a:path w="224" h="322">
                <a:moveTo>
                  <a:pt x="224" y="205"/>
                </a:moveTo>
                <a:cubicBezTo>
                  <a:pt x="207" y="229"/>
                  <a:pt x="207" y="229"/>
                  <a:pt x="207" y="229"/>
                </a:cubicBezTo>
                <a:cubicBezTo>
                  <a:pt x="206" y="226"/>
                  <a:pt x="204" y="223"/>
                  <a:pt x="201" y="220"/>
                </a:cubicBezTo>
                <a:cubicBezTo>
                  <a:pt x="195" y="214"/>
                  <a:pt x="188" y="211"/>
                  <a:pt x="179" y="211"/>
                </a:cubicBezTo>
                <a:cubicBezTo>
                  <a:pt x="170" y="211"/>
                  <a:pt x="163" y="214"/>
                  <a:pt x="156" y="220"/>
                </a:cubicBezTo>
                <a:cubicBezTo>
                  <a:pt x="150" y="227"/>
                  <a:pt x="147" y="234"/>
                  <a:pt x="147" y="243"/>
                </a:cubicBezTo>
                <a:cubicBezTo>
                  <a:pt x="147" y="252"/>
                  <a:pt x="150" y="259"/>
                  <a:pt x="156" y="265"/>
                </a:cubicBezTo>
                <a:cubicBezTo>
                  <a:pt x="162" y="271"/>
                  <a:pt x="168" y="274"/>
                  <a:pt x="175" y="275"/>
                </a:cubicBezTo>
                <a:cubicBezTo>
                  <a:pt x="141" y="322"/>
                  <a:pt x="141" y="322"/>
                  <a:pt x="141" y="322"/>
                </a:cubicBezTo>
                <a:cubicBezTo>
                  <a:pt x="122" y="283"/>
                  <a:pt x="122" y="283"/>
                  <a:pt x="122" y="283"/>
                </a:cubicBezTo>
                <a:cubicBezTo>
                  <a:pt x="102" y="322"/>
                  <a:pt x="102" y="322"/>
                  <a:pt x="102" y="322"/>
                </a:cubicBezTo>
                <a:cubicBezTo>
                  <a:pt x="63" y="269"/>
                  <a:pt x="63" y="269"/>
                  <a:pt x="63" y="269"/>
                </a:cubicBezTo>
                <a:cubicBezTo>
                  <a:pt x="61" y="275"/>
                  <a:pt x="58" y="279"/>
                  <a:pt x="54" y="283"/>
                </a:cubicBezTo>
                <a:cubicBezTo>
                  <a:pt x="48" y="290"/>
                  <a:pt x="41" y="293"/>
                  <a:pt x="32" y="293"/>
                </a:cubicBezTo>
                <a:cubicBezTo>
                  <a:pt x="23" y="293"/>
                  <a:pt x="15" y="290"/>
                  <a:pt x="9" y="283"/>
                </a:cubicBezTo>
                <a:cubicBezTo>
                  <a:pt x="3" y="277"/>
                  <a:pt x="0" y="270"/>
                  <a:pt x="0" y="261"/>
                </a:cubicBezTo>
                <a:cubicBezTo>
                  <a:pt x="0" y="252"/>
                  <a:pt x="3" y="245"/>
                  <a:pt x="9" y="238"/>
                </a:cubicBezTo>
                <a:cubicBezTo>
                  <a:pt x="15" y="232"/>
                  <a:pt x="23" y="229"/>
                  <a:pt x="32" y="229"/>
                </a:cubicBezTo>
                <a:cubicBezTo>
                  <a:pt x="32" y="229"/>
                  <a:pt x="32" y="229"/>
                  <a:pt x="33" y="229"/>
                </a:cubicBezTo>
                <a:cubicBezTo>
                  <a:pt x="15" y="205"/>
                  <a:pt x="15" y="205"/>
                  <a:pt x="15" y="205"/>
                </a:cubicBezTo>
                <a:cubicBezTo>
                  <a:pt x="122" y="0"/>
                  <a:pt x="122" y="0"/>
                  <a:pt x="122" y="0"/>
                </a:cubicBezTo>
                <a:lnTo>
                  <a:pt x="224" y="205"/>
                </a:lnTo>
                <a:close/>
              </a:path>
            </a:pathLst>
          </a:custGeom>
          <a:solidFill>
            <a:schemeClr val="accent2"/>
          </a:solidFill>
          <a:ln w="19050">
            <a:solidFill>
              <a:schemeClr val="accent2">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0" name="Freeform 6"/>
          <p:cNvSpPr>
            <a:spLocks/>
          </p:cNvSpPr>
          <p:nvPr/>
        </p:nvSpPr>
        <p:spPr bwMode="auto">
          <a:xfrm>
            <a:off x="3025776" y="2136089"/>
            <a:ext cx="1454150" cy="1065213"/>
          </a:xfrm>
          <a:custGeom>
            <a:avLst/>
            <a:gdLst/>
            <a:ahLst/>
            <a:cxnLst>
              <a:cxn ang="0">
                <a:pos x="315" y="117"/>
              </a:cxn>
              <a:cxn ang="0">
                <a:pos x="272" y="124"/>
              </a:cxn>
              <a:cxn ang="0">
                <a:pos x="303" y="156"/>
              </a:cxn>
              <a:cxn ang="0">
                <a:pos x="245" y="176"/>
              </a:cxn>
              <a:cxn ang="0">
                <a:pos x="245" y="176"/>
              </a:cxn>
              <a:cxn ang="0">
                <a:pos x="255" y="199"/>
              </a:cxn>
              <a:cxn ang="0">
                <a:pos x="245" y="221"/>
              </a:cxn>
              <a:cxn ang="0">
                <a:pos x="223" y="231"/>
              </a:cxn>
              <a:cxn ang="0">
                <a:pos x="200" y="221"/>
              </a:cxn>
              <a:cxn ang="0">
                <a:pos x="191" y="199"/>
              </a:cxn>
              <a:cxn ang="0">
                <a:pos x="191" y="195"/>
              </a:cxn>
              <a:cxn ang="0">
                <a:pos x="166" y="204"/>
              </a:cxn>
              <a:cxn ang="0">
                <a:pos x="0" y="36"/>
              </a:cxn>
              <a:cxn ang="0">
                <a:pos x="228" y="0"/>
              </a:cxn>
              <a:cxn ang="0">
                <a:pos x="246" y="24"/>
              </a:cxn>
              <a:cxn ang="0">
                <a:pos x="245" y="24"/>
              </a:cxn>
              <a:cxn ang="0">
                <a:pos x="222" y="33"/>
              </a:cxn>
              <a:cxn ang="0">
                <a:pos x="213" y="56"/>
              </a:cxn>
              <a:cxn ang="0">
                <a:pos x="222" y="78"/>
              </a:cxn>
              <a:cxn ang="0">
                <a:pos x="245" y="88"/>
              </a:cxn>
              <a:cxn ang="0">
                <a:pos x="267" y="78"/>
              </a:cxn>
              <a:cxn ang="0">
                <a:pos x="276" y="64"/>
              </a:cxn>
              <a:cxn ang="0">
                <a:pos x="315" y="117"/>
              </a:cxn>
            </a:cxnLst>
            <a:rect l="0" t="0" r="r" b="b"/>
            <a:pathLst>
              <a:path w="315" h="231">
                <a:moveTo>
                  <a:pt x="315" y="117"/>
                </a:moveTo>
                <a:cubicBezTo>
                  <a:pt x="272" y="124"/>
                  <a:pt x="272" y="124"/>
                  <a:pt x="272" y="124"/>
                </a:cubicBezTo>
                <a:cubicBezTo>
                  <a:pt x="303" y="156"/>
                  <a:pt x="303" y="156"/>
                  <a:pt x="303" y="156"/>
                </a:cubicBezTo>
                <a:cubicBezTo>
                  <a:pt x="245" y="176"/>
                  <a:pt x="245" y="176"/>
                  <a:pt x="245" y="176"/>
                </a:cubicBezTo>
                <a:cubicBezTo>
                  <a:pt x="245" y="176"/>
                  <a:pt x="245" y="176"/>
                  <a:pt x="245" y="176"/>
                </a:cubicBezTo>
                <a:cubicBezTo>
                  <a:pt x="251" y="182"/>
                  <a:pt x="255" y="190"/>
                  <a:pt x="255" y="199"/>
                </a:cubicBezTo>
                <a:cubicBezTo>
                  <a:pt x="255" y="208"/>
                  <a:pt x="251" y="215"/>
                  <a:pt x="245" y="221"/>
                </a:cubicBezTo>
                <a:cubicBezTo>
                  <a:pt x="239" y="227"/>
                  <a:pt x="232" y="231"/>
                  <a:pt x="223" y="231"/>
                </a:cubicBezTo>
                <a:cubicBezTo>
                  <a:pt x="214" y="231"/>
                  <a:pt x="206" y="227"/>
                  <a:pt x="200" y="221"/>
                </a:cubicBezTo>
                <a:cubicBezTo>
                  <a:pt x="194" y="215"/>
                  <a:pt x="191" y="208"/>
                  <a:pt x="191" y="199"/>
                </a:cubicBezTo>
                <a:cubicBezTo>
                  <a:pt x="191" y="198"/>
                  <a:pt x="191" y="196"/>
                  <a:pt x="191" y="195"/>
                </a:cubicBezTo>
                <a:cubicBezTo>
                  <a:pt x="166" y="204"/>
                  <a:pt x="166" y="204"/>
                  <a:pt x="166" y="204"/>
                </a:cubicBezTo>
                <a:cubicBezTo>
                  <a:pt x="0" y="36"/>
                  <a:pt x="0" y="36"/>
                  <a:pt x="0" y="36"/>
                </a:cubicBezTo>
                <a:cubicBezTo>
                  <a:pt x="228" y="0"/>
                  <a:pt x="228" y="0"/>
                  <a:pt x="228" y="0"/>
                </a:cubicBezTo>
                <a:cubicBezTo>
                  <a:pt x="246" y="24"/>
                  <a:pt x="246" y="24"/>
                  <a:pt x="246" y="24"/>
                </a:cubicBezTo>
                <a:cubicBezTo>
                  <a:pt x="245" y="24"/>
                  <a:pt x="245" y="24"/>
                  <a:pt x="245" y="24"/>
                </a:cubicBezTo>
                <a:cubicBezTo>
                  <a:pt x="236" y="24"/>
                  <a:pt x="228" y="27"/>
                  <a:pt x="222" y="33"/>
                </a:cubicBezTo>
                <a:cubicBezTo>
                  <a:pt x="216" y="40"/>
                  <a:pt x="213" y="47"/>
                  <a:pt x="213" y="56"/>
                </a:cubicBezTo>
                <a:cubicBezTo>
                  <a:pt x="213" y="65"/>
                  <a:pt x="216" y="72"/>
                  <a:pt x="222" y="78"/>
                </a:cubicBezTo>
                <a:cubicBezTo>
                  <a:pt x="228" y="85"/>
                  <a:pt x="236" y="88"/>
                  <a:pt x="245" y="88"/>
                </a:cubicBezTo>
                <a:cubicBezTo>
                  <a:pt x="254" y="88"/>
                  <a:pt x="261" y="85"/>
                  <a:pt x="267" y="78"/>
                </a:cubicBezTo>
                <a:cubicBezTo>
                  <a:pt x="271" y="74"/>
                  <a:pt x="274" y="70"/>
                  <a:pt x="276" y="64"/>
                </a:cubicBezTo>
                <a:lnTo>
                  <a:pt x="315" y="117"/>
                </a:lnTo>
                <a:close/>
              </a:path>
            </a:pathLst>
          </a:custGeom>
          <a:solidFill>
            <a:schemeClr val="accent1"/>
          </a:solidFill>
          <a:ln w="19050">
            <a:solidFill>
              <a:schemeClr val="accent1">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1" name="Freeform 7"/>
          <p:cNvSpPr>
            <a:spLocks/>
          </p:cNvSpPr>
          <p:nvPr/>
        </p:nvSpPr>
        <p:spPr bwMode="auto">
          <a:xfrm>
            <a:off x="3551238" y="2855226"/>
            <a:ext cx="1238250" cy="1357313"/>
          </a:xfrm>
          <a:custGeom>
            <a:avLst/>
            <a:gdLst/>
            <a:ahLst/>
            <a:cxnLst>
              <a:cxn ang="0">
                <a:pos x="189" y="0"/>
              </a:cxn>
              <a:cxn ang="0">
                <a:pos x="179" y="46"/>
              </a:cxn>
              <a:cxn ang="0">
                <a:pos x="221" y="24"/>
              </a:cxn>
              <a:cxn ang="0">
                <a:pos x="219" y="89"/>
              </a:cxn>
              <a:cxn ang="0">
                <a:pos x="236" y="84"/>
              </a:cxn>
              <a:cxn ang="0">
                <a:pos x="258" y="93"/>
              </a:cxn>
              <a:cxn ang="0">
                <a:pos x="268" y="116"/>
              </a:cxn>
              <a:cxn ang="0">
                <a:pos x="258" y="138"/>
              </a:cxn>
              <a:cxn ang="0">
                <a:pos x="236" y="148"/>
              </a:cxn>
              <a:cxn ang="0">
                <a:pos x="218" y="142"/>
              </a:cxn>
              <a:cxn ang="0">
                <a:pos x="218" y="176"/>
              </a:cxn>
              <a:cxn ang="0">
                <a:pos x="0" y="294"/>
              </a:cxn>
              <a:cxn ang="0">
                <a:pos x="52" y="48"/>
              </a:cxn>
              <a:cxn ang="0">
                <a:pos x="77" y="39"/>
              </a:cxn>
              <a:cxn ang="0">
                <a:pos x="77" y="43"/>
              </a:cxn>
              <a:cxn ang="0">
                <a:pos x="86" y="65"/>
              </a:cxn>
              <a:cxn ang="0">
                <a:pos x="109" y="75"/>
              </a:cxn>
              <a:cxn ang="0">
                <a:pos x="131" y="65"/>
              </a:cxn>
              <a:cxn ang="0">
                <a:pos x="141" y="43"/>
              </a:cxn>
              <a:cxn ang="0">
                <a:pos x="131" y="20"/>
              </a:cxn>
              <a:cxn ang="0">
                <a:pos x="131" y="20"/>
              </a:cxn>
              <a:cxn ang="0">
                <a:pos x="189" y="0"/>
              </a:cxn>
            </a:cxnLst>
            <a:rect l="0" t="0" r="r" b="b"/>
            <a:pathLst>
              <a:path w="268" h="294">
                <a:moveTo>
                  <a:pt x="189" y="0"/>
                </a:moveTo>
                <a:cubicBezTo>
                  <a:pt x="179" y="46"/>
                  <a:pt x="179" y="46"/>
                  <a:pt x="179" y="46"/>
                </a:cubicBezTo>
                <a:cubicBezTo>
                  <a:pt x="221" y="24"/>
                  <a:pt x="221" y="24"/>
                  <a:pt x="221" y="24"/>
                </a:cubicBezTo>
                <a:cubicBezTo>
                  <a:pt x="219" y="89"/>
                  <a:pt x="219" y="89"/>
                  <a:pt x="219" y="89"/>
                </a:cubicBezTo>
                <a:cubicBezTo>
                  <a:pt x="224" y="86"/>
                  <a:pt x="230" y="84"/>
                  <a:pt x="236" y="84"/>
                </a:cubicBezTo>
                <a:cubicBezTo>
                  <a:pt x="245" y="84"/>
                  <a:pt x="252" y="87"/>
                  <a:pt x="258" y="93"/>
                </a:cubicBezTo>
                <a:cubicBezTo>
                  <a:pt x="265" y="99"/>
                  <a:pt x="268" y="107"/>
                  <a:pt x="268" y="116"/>
                </a:cubicBezTo>
                <a:cubicBezTo>
                  <a:pt x="268" y="125"/>
                  <a:pt x="265" y="132"/>
                  <a:pt x="258" y="138"/>
                </a:cubicBezTo>
                <a:cubicBezTo>
                  <a:pt x="252" y="144"/>
                  <a:pt x="245" y="148"/>
                  <a:pt x="236" y="148"/>
                </a:cubicBezTo>
                <a:cubicBezTo>
                  <a:pt x="229" y="148"/>
                  <a:pt x="224" y="146"/>
                  <a:pt x="218" y="142"/>
                </a:cubicBezTo>
                <a:cubicBezTo>
                  <a:pt x="218" y="176"/>
                  <a:pt x="218" y="176"/>
                  <a:pt x="218" y="176"/>
                </a:cubicBezTo>
                <a:cubicBezTo>
                  <a:pt x="0" y="294"/>
                  <a:pt x="0" y="294"/>
                  <a:pt x="0" y="294"/>
                </a:cubicBezTo>
                <a:cubicBezTo>
                  <a:pt x="52" y="48"/>
                  <a:pt x="52" y="48"/>
                  <a:pt x="52" y="48"/>
                </a:cubicBezTo>
                <a:cubicBezTo>
                  <a:pt x="77" y="39"/>
                  <a:pt x="77" y="39"/>
                  <a:pt x="77" y="39"/>
                </a:cubicBezTo>
                <a:cubicBezTo>
                  <a:pt x="77" y="40"/>
                  <a:pt x="77" y="42"/>
                  <a:pt x="77" y="43"/>
                </a:cubicBezTo>
                <a:cubicBezTo>
                  <a:pt x="77" y="52"/>
                  <a:pt x="80" y="59"/>
                  <a:pt x="86" y="65"/>
                </a:cubicBezTo>
                <a:cubicBezTo>
                  <a:pt x="92" y="71"/>
                  <a:pt x="100" y="75"/>
                  <a:pt x="109" y="75"/>
                </a:cubicBezTo>
                <a:cubicBezTo>
                  <a:pt x="118" y="75"/>
                  <a:pt x="125" y="71"/>
                  <a:pt x="131" y="65"/>
                </a:cubicBezTo>
                <a:cubicBezTo>
                  <a:pt x="137" y="59"/>
                  <a:pt x="141" y="52"/>
                  <a:pt x="141" y="43"/>
                </a:cubicBezTo>
                <a:cubicBezTo>
                  <a:pt x="141" y="34"/>
                  <a:pt x="137" y="26"/>
                  <a:pt x="131" y="20"/>
                </a:cubicBezTo>
                <a:cubicBezTo>
                  <a:pt x="131" y="20"/>
                  <a:pt x="131" y="20"/>
                  <a:pt x="131" y="20"/>
                </a:cubicBezTo>
                <a:lnTo>
                  <a:pt x="189" y="0"/>
                </a:lnTo>
                <a:close/>
              </a:path>
            </a:pathLst>
          </a:custGeom>
          <a:solidFill>
            <a:schemeClr val="accent5"/>
          </a:solidFill>
          <a:ln w="19050">
            <a:solidFill>
              <a:schemeClr val="accent5">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2" name="Freeform 8"/>
          <p:cNvSpPr>
            <a:spLocks/>
          </p:cNvSpPr>
          <p:nvPr/>
        </p:nvSpPr>
        <p:spPr bwMode="auto">
          <a:xfrm>
            <a:off x="4557713" y="2796489"/>
            <a:ext cx="1020763" cy="1406525"/>
          </a:xfrm>
          <a:custGeom>
            <a:avLst/>
            <a:gdLst/>
            <a:ahLst/>
            <a:cxnLst>
              <a:cxn ang="0">
                <a:pos x="3" y="37"/>
              </a:cxn>
              <a:cxn ang="0">
                <a:pos x="44" y="59"/>
              </a:cxn>
              <a:cxn ang="0">
                <a:pos x="35" y="12"/>
              </a:cxn>
              <a:cxn ang="0">
                <a:pos x="94" y="32"/>
              </a:cxn>
              <a:cxn ang="0">
                <a:pos x="94" y="32"/>
              </a:cxn>
              <a:cxn ang="0">
                <a:pos x="103" y="9"/>
              </a:cxn>
              <a:cxn ang="0">
                <a:pos x="126" y="0"/>
              </a:cxn>
              <a:cxn ang="0">
                <a:pos x="148" y="9"/>
              </a:cxn>
              <a:cxn ang="0">
                <a:pos x="158" y="32"/>
              </a:cxn>
              <a:cxn ang="0">
                <a:pos x="151" y="51"/>
              </a:cxn>
              <a:cxn ang="0">
                <a:pos x="173" y="59"/>
              </a:cxn>
              <a:cxn ang="0">
                <a:pos x="174" y="59"/>
              </a:cxn>
              <a:cxn ang="0">
                <a:pos x="221" y="304"/>
              </a:cxn>
              <a:cxn ang="0">
                <a:pos x="220" y="305"/>
              </a:cxn>
              <a:cxn ang="0">
                <a:pos x="0" y="189"/>
              </a:cxn>
              <a:cxn ang="0">
                <a:pos x="0" y="155"/>
              </a:cxn>
              <a:cxn ang="0">
                <a:pos x="18" y="161"/>
              </a:cxn>
              <a:cxn ang="0">
                <a:pos x="40" y="151"/>
              </a:cxn>
              <a:cxn ang="0">
                <a:pos x="50" y="129"/>
              </a:cxn>
              <a:cxn ang="0">
                <a:pos x="40" y="106"/>
              </a:cxn>
              <a:cxn ang="0">
                <a:pos x="18" y="97"/>
              </a:cxn>
              <a:cxn ang="0">
                <a:pos x="1" y="102"/>
              </a:cxn>
              <a:cxn ang="0">
                <a:pos x="3" y="37"/>
              </a:cxn>
            </a:cxnLst>
            <a:rect l="0" t="0" r="r" b="b"/>
            <a:pathLst>
              <a:path w="221" h="305">
                <a:moveTo>
                  <a:pt x="3" y="37"/>
                </a:moveTo>
                <a:cubicBezTo>
                  <a:pt x="44" y="59"/>
                  <a:pt x="44" y="59"/>
                  <a:pt x="44" y="59"/>
                </a:cubicBezTo>
                <a:cubicBezTo>
                  <a:pt x="35" y="12"/>
                  <a:pt x="35" y="12"/>
                  <a:pt x="35" y="12"/>
                </a:cubicBezTo>
                <a:cubicBezTo>
                  <a:pt x="94" y="32"/>
                  <a:pt x="94" y="32"/>
                  <a:pt x="94" y="32"/>
                </a:cubicBezTo>
                <a:cubicBezTo>
                  <a:pt x="94" y="32"/>
                  <a:pt x="94" y="32"/>
                  <a:pt x="94" y="32"/>
                </a:cubicBezTo>
                <a:cubicBezTo>
                  <a:pt x="94" y="23"/>
                  <a:pt x="97" y="15"/>
                  <a:pt x="103" y="9"/>
                </a:cubicBezTo>
                <a:cubicBezTo>
                  <a:pt x="110" y="3"/>
                  <a:pt x="117" y="0"/>
                  <a:pt x="126" y="0"/>
                </a:cubicBezTo>
                <a:cubicBezTo>
                  <a:pt x="135" y="0"/>
                  <a:pt x="142" y="3"/>
                  <a:pt x="148" y="9"/>
                </a:cubicBezTo>
                <a:cubicBezTo>
                  <a:pt x="155" y="15"/>
                  <a:pt x="158" y="23"/>
                  <a:pt x="158" y="32"/>
                </a:cubicBezTo>
                <a:cubicBezTo>
                  <a:pt x="158" y="39"/>
                  <a:pt x="155" y="46"/>
                  <a:pt x="151" y="51"/>
                </a:cubicBezTo>
                <a:cubicBezTo>
                  <a:pt x="173" y="59"/>
                  <a:pt x="173" y="59"/>
                  <a:pt x="173" y="59"/>
                </a:cubicBezTo>
                <a:cubicBezTo>
                  <a:pt x="174" y="59"/>
                  <a:pt x="174" y="59"/>
                  <a:pt x="174" y="59"/>
                </a:cubicBezTo>
                <a:cubicBezTo>
                  <a:pt x="221" y="304"/>
                  <a:pt x="221" y="304"/>
                  <a:pt x="221" y="304"/>
                </a:cubicBezTo>
                <a:cubicBezTo>
                  <a:pt x="220" y="305"/>
                  <a:pt x="220" y="305"/>
                  <a:pt x="220" y="305"/>
                </a:cubicBezTo>
                <a:cubicBezTo>
                  <a:pt x="0" y="189"/>
                  <a:pt x="0" y="189"/>
                  <a:pt x="0" y="189"/>
                </a:cubicBezTo>
                <a:cubicBezTo>
                  <a:pt x="0" y="155"/>
                  <a:pt x="0" y="155"/>
                  <a:pt x="0" y="155"/>
                </a:cubicBezTo>
                <a:cubicBezTo>
                  <a:pt x="6" y="159"/>
                  <a:pt x="11" y="161"/>
                  <a:pt x="18" y="161"/>
                </a:cubicBezTo>
                <a:cubicBezTo>
                  <a:pt x="27" y="161"/>
                  <a:pt x="34" y="157"/>
                  <a:pt x="40" y="151"/>
                </a:cubicBezTo>
                <a:cubicBezTo>
                  <a:pt x="47" y="145"/>
                  <a:pt x="50" y="138"/>
                  <a:pt x="50" y="129"/>
                </a:cubicBezTo>
                <a:cubicBezTo>
                  <a:pt x="50" y="120"/>
                  <a:pt x="47" y="112"/>
                  <a:pt x="40" y="106"/>
                </a:cubicBezTo>
                <a:cubicBezTo>
                  <a:pt x="34" y="100"/>
                  <a:pt x="27" y="97"/>
                  <a:pt x="18" y="97"/>
                </a:cubicBezTo>
                <a:cubicBezTo>
                  <a:pt x="12" y="97"/>
                  <a:pt x="6" y="99"/>
                  <a:pt x="1" y="102"/>
                </a:cubicBezTo>
                <a:lnTo>
                  <a:pt x="3" y="37"/>
                </a:lnTo>
                <a:close/>
              </a:path>
            </a:pathLst>
          </a:custGeom>
          <a:solidFill>
            <a:schemeClr val="accent4"/>
          </a:solidFill>
          <a:ln w="19050">
            <a:solidFill>
              <a:schemeClr val="accent4">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3" name="Freeform 9"/>
          <p:cNvSpPr>
            <a:spLocks/>
          </p:cNvSpPr>
          <p:nvPr/>
        </p:nvSpPr>
        <p:spPr bwMode="auto">
          <a:xfrm>
            <a:off x="4659313" y="2136089"/>
            <a:ext cx="1468438" cy="931863"/>
          </a:xfrm>
          <a:custGeom>
            <a:avLst/>
            <a:gdLst/>
            <a:ahLst/>
            <a:cxnLst>
              <a:cxn ang="0">
                <a:pos x="13" y="155"/>
              </a:cxn>
              <a:cxn ang="0">
                <a:pos x="45" y="124"/>
              </a:cxn>
              <a:cxn ang="0">
                <a:pos x="0" y="117"/>
              </a:cxn>
              <a:cxn ang="0">
                <a:pos x="34" y="70"/>
              </a:cxn>
              <a:cxn ang="0">
                <a:pos x="15" y="60"/>
              </a:cxn>
              <a:cxn ang="0">
                <a:pos x="6" y="38"/>
              </a:cxn>
              <a:cxn ang="0">
                <a:pos x="15" y="15"/>
              </a:cxn>
              <a:cxn ang="0">
                <a:pos x="38" y="6"/>
              </a:cxn>
              <a:cxn ang="0">
                <a:pos x="60" y="15"/>
              </a:cxn>
              <a:cxn ang="0">
                <a:pos x="66" y="24"/>
              </a:cxn>
              <a:cxn ang="0">
                <a:pos x="83" y="0"/>
              </a:cxn>
              <a:cxn ang="0">
                <a:pos x="318" y="36"/>
              </a:cxn>
              <a:cxn ang="0">
                <a:pos x="151" y="202"/>
              </a:cxn>
              <a:cxn ang="0">
                <a:pos x="129" y="194"/>
              </a:cxn>
              <a:cxn ang="0">
                <a:pos x="136" y="175"/>
              </a:cxn>
              <a:cxn ang="0">
                <a:pos x="126" y="152"/>
              </a:cxn>
              <a:cxn ang="0">
                <a:pos x="104" y="143"/>
              </a:cxn>
              <a:cxn ang="0">
                <a:pos x="81" y="152"/>
              </a:cxn>
              <a:cxn ang="0">
                <a:pos x="72" y="175"/>
              </a:cxn>
              <a:cxn ang="0">
                <a:pos x="72" y="175"/>
              </a:cxn>
              <a:cxn ang="0">
                <a:pos x="13" y="155"/>
              </a:cxn>
            </a:cxnLst>
            <a:rect l="0" t="0" r="r" b="b"/>
            <a:pathLst>
              <a:path w="318" h="202">
                <a:moveTo>
                  <a:pt x="13" y="155"/>
                </a:moveTo>
                <a:cubicBezTo>
                  <a:pt x="45" y="124"/>
                  <a:pt x="45" y="124"/>
                  <a:pt x="45" y="124"/>
                </a:cubicBezTo>
                <a:cubicBezTo>
                  <a:pt x="0" y="117"/>
                  <a:pt x="0" y="117"/>
                  <a:pt x="0" y="117"/>
                </a:cubicBezTo>
                <a:cubicBezTo>
                  <a:pt x="34" y="70"/>
                  <a:pt x="34" y="70"/>
                  <a:pt x="34" y="70"/>
                </a:cubicBezTo>
                <a:cubicBezTo>
                  <a:pt x="27" y="69"/>
                  <a:pt x="21" y="66"/>
                  <a:pt x="15" y="60"/>
                </a:cubicBezTo>
                <a:cubicBezTo>
                  <a:pt x="9" y="54"/>
                  <a:pt x="6" y="47"/>
                  <a:pt x="6" y="38"/>
                </a:cubicBezTo>
                <a:cubicBezTo>
                  <a:pt x="6" y="29"/>
                  <a:pt x="9" y="22"/>
                  <a:pt x="15" y="15"/>
                </a:cubicBezTo>
                <a:cubicBezTo>
                  <a:pt x="22" y="9"/>
                  <a:pt x="29" y="6"/>
                  <a:pt x="38" y="6"/>
                </a:cubicBezTo>
                <a:cubicBezTo>
                  <a:pt x="47" y="6"/>
                  <a:pt x="54" y="9"/>
                  <a:pt x="60" y="15"/>
                </a:cubicBezTo>
                <a:cubicBezTo>
                  <a:pt x="63" y="18"/>
                  <a:pt x="65" y="21"/>
                  <a:pt x="66" y="24"/>
                </a:cubicBezTo>
                <a:cubicBezTo>
                  <a:pt x="83" y="0"/>
                  <a:pt x="83" y="0"/>
                  <a:pt x="83" y="0"/>
                </a:cubicBezTo>
                <a:cubicBezTo>
                  <a:pt x="318" y="36"/>
                  <a:pt x="318" y="36"/>
                  <a:pt x="318" y="36"/>
                </a:cubicBezTo>
                <a:cubicBezTo>
                  <a:pt x="151" y="202"/>
                  <a:pt x="151" y="202"/>
                  <a:pt x="151" y="202"/>
                </a:cubicBezTo>
                <a:cubicBezTo>
                  <a:pt x="129" y="194"/>
                  <a:pt x="129" y="194"/>
                  <a:pt x="129" y="194"/>
                </a:cubicBezTo>
                <a:cubicBezTo>
                  <a:pt x="133" y="189"/>
                  <a:pt x="136" y="182"/>
                  <a:pt x="136" y="175"/>
                </a:cubicBezTo>
                <a:cubicBezTo>
                  <a:pt x="136" y="166"/>
                  <a:pt x="133" y="158"/>
                  <a:pt x="126" y="152"/>
                </a:cubicBezTo>
                <a:cubicBezTo>
                  <a:pt x="120" y="146"/>
                  <a:pt x="113" y="143"/>
                  <a:pt x="104" y="143"/>
                </a:cubicBezTo>
                <a:cubicBezTo>
                  <a:pt x="95" y="143"/>
                  <a:pt x="88" y="146"/>
                  <a:pt x="81" y="152"/>
                </a:cubicBezTo>
                <a:cubicBezTo>
                  <a:pt x="75" y="158"/>
                  <a:pt x="72" y="166"/>
                  <a:pt x="72" y="175"/>
                </a:cubicBezTo>
                <a:cubicBezTo>
                  <a:pt x="72" y="175"/>
                  <a:pt x="72" y="175"/>
                  <a:pt x="72" y="175"/>
                </a:cubicBezTo>
                <a:lnTo>
                  <a:pt x="13" y="155"/>
                </a:lnTo>
                <a:close/>
              </a:path>
            </a:pathLst>
          </a:custGeom>
          <a:solidFill>
            <a:schemeClr val="accent3"/>
          </a:solidFill>
          <a:ln w="19050">
            <a:solidFill>
              <a:schemeClr val="accent3">
                <a:lumMod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 name="Group 81"/>
          <p:cNvGrpSpPr/>
          <p:nvPr/>
        </p:nvGrpSpPr>
        <p:grpSpPr>
          <a:xfrm flipV="1">
            <a:off x="2996813" y="3902636"/>
            <a:ext cx="455253" cy="217757"/>
            <a:chOff x="3376482" y="1459073"/>
            <a:chExt cx="455253" cy="221445"/>
          </a:xfrm>
        </p:grpSpPr>
        <p:cxnSp>
          <p:nvCxnSpPr>
            <p:cNvPr id="19" name="Straight Connector 18"/>
            <p:cNvCxnSpPr/>
            <p:nvPr/>
          </p:nvCxnSpPr>
          <p:spPr>
            <a:xfrm flipH="1" flipV="1">
              <a:off x="3592681" y="1460250"/>
              <a:ext cx="239054" cy="220268"/>
            </a:xfrm>
            <a:prstGeom prst="line">
              <a:avLst/>
            </a:prstGeom>
            <a:ln w="19050" cap="rnd">
              <a:solidFill>
                <a:schemeClr val="accent5"/>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flipV="1">
              <a:off x="3376482" y="1459073"/>
              <a:ext cx="216200" cy="0"/>
            </a:xfrm>
            <a:prstGeom prst="line">
              <a:avLst/>
            </a:prstGeom>
            <a:ln w="19050" cap="rnd">
              <a:solidFill>
                <a:schemeClr val="accent5"/>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5" name="Group 59"/>
          <p:cNvGrpSpPr/>
          <p:nvPr/>
        </p:nvGrpSpPr>
        <p:grpSpPr>
          <a:xfrm>
            <a:off x="6291109" y="3765849"/>
            <a:ext cx="2276195" cy="671368"/>
            <a:chOff x="7154104" y="3244276"/>
            <a:chExt cx="2276195" cy="671368"/>
          </a:xfrm>
        </p:grpSpPr>
        <p:sp>
          <p:nvSpPr>
            <p:cNvPr id="25" name="TextBox 24"/>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6" name="Rectangle 25"/>
            <p:cNvSpPr/>
            <p:nvPr/>
          </p:nvSpPr>
          <p:spPr>
            <a:xfrm>
              <a:off x="7154104" y="3244276"/>
              <a:ext cx="1032334" cy="184666"/>
            </a:xfrm>
            <a:prstGeom prst="rect">
              <a:avLst/>
            </a:prstGeom>
          </p:spPr>
          <p:txBody>
            <a:bodyPr wrap="none" lIns="0" tIns="0" rIns="0" bIns="0">
              <a:spAutoFit/>
            </a:bodyPr>
            <a:lstStyle/>
            <a:p>
              <a:r>
                <a:rPr lang="en-US" sz="1200" b="1" dirty="0">
                  <a:solidFill>
                    <a:schemeClr val="accent4"/>
                  </a:solidFill>
                </a:rPr>
                <a:t>Keyword Here</a:t>
              </a:r>
            </a:p>
          </p:txBody>
        </p:sp>
      </p:grpSp>
      <p:grpSp>
        <p:nvGrpSpPr>
          <p:cNvPr id="6" name="Group 58"/>
          <p:cNvGrpSpPr/>
          <p:nvPr/>
        </p:nvGrpSpPr>
        <p:grpSpPr>
          <a:xfrm>
            <a:off x="6253009" y="2710739"/>
            <a:ext cx="2276195" cy="680893"/>
            <a:chOff x="7174424" y="1381167"/>
            <a:chExt cx="2276195" cy="680893"/>
          </a:xfrm>
        </p:grpSpPr>
        <p:sp>
          <p:nvSpPr>
            <p:cNvPr id="28" name="TextBox 27"/>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29" name="Rectangle 28"/>
            <p:cNvSpPr/>
            <p:nvPr/>
          </p:nvSpPr>
          <p:spPr>
            <a:xfrm>
              <a:off x="7174424" y="1381167"/>
              <a:ext cx="1032334" cy="184666"/>
            </a:xfrm>
            <a:prstGeom prst="rect">
              <a:avLst/>
            </a:prstGeom>
          </p:spPr>
          <p:txBody>
            <a:bodyPr wrap="none" lIns="0" tIns="0" rIns="0" bIns="0">
              <a:spAutoFit/>
            </a:bodyPr>
            <a:lstStyle/>
            <a:p>
              <a:r>
                <a:rPr lang="en-US" sz="1200" b="1" dirty="0">
                  <a:solidFill>
                    <a:schemeClr val="accent3"/>
                  </a:solidFill>
                </a:rPr>
                <a:t>Keyword Here</a:t>
              </a:r>
            </a:p>
          </p:txBody>
        </p:sp>
      </p:grpSp>
      <p:grpSp>
        <p:nvGrpSpPr>
          <p:cNvPr id="7" name="Group 56"/>
          <p:cNvGrpSpPr/>
          <p:nvPr/>
        </p:nvGrpSpPr>
        <p:grpSpPr>
          <a:xfrm>
            <a:off x="1271727" y="1150168"/>
            <a:ext cx="2276196" cy="666111"/>
            <a:chOff x="-296510" y="1406858"/>
            <a:chExt cx="2276196" cy="666111"/>
          </a:xfrm>
        </p:grpSpPr>
        <p:sp>
          <p:nvSpPr>
            <p:cNvPr id="31" name="TextBox 30"/>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32" name="Rectangle 31"/>
            <p:cNvSpPr/>
            <p:nvPr/>
          </p:nvSpPr>
          <p:spPr>
            <a:xfrm>
              <a:off x="947351" y="1406858"/>
              <a:ext cx="1032334" cy="184666"/>
            </a:xfrm>
            <a:prstGeom prst="rect">
              <a:avLst/>
            </a:prstGeom>
          </p:spPr>
          <p:txBody>
            <a:bodyPr wrap="none" lIns="0" tIns="0" rIns="0" bIns="0">
              <a:spAutoFit/>
            </a:bodyPr>
            <a:lstStyle/>
            <a:p>
              <a:pPr algn="r"/>
              <a:r>
                <a:rPr lang="en-US" sz="1200" b="1" dirty="0">
                  <a:solidFill>
                    <a:schemeClr val="accent2"/>
                  </a:solidFill>
                </a:rPr>
                <a:t>Keyword Here</a:t>
              </a:r>
            </a:p>
          </p:txBody>
        </p:sp>
      </p:grpSp>
      <p:grpSp>
        <p:nvGrpSpPr>
          <p:cNvPr id="8" name="Group 56"/>
          <p:cNvGrpSpPr/>
          <p:nvPr/>
        </p:nvGrpSpPr>
        <p:grpSpPr>
          <a:xfrm>
            <a:off x="596660" y="3795290"/>
            <a:ext cx="2276196" cy="652318"/>
            <a:chOff x="-296510" y="1420651"/>
            <a:chExt cx="2276196" cy="652318"/>
          </a:xfrm>
        </p:grpSpPr>
        <p:sp>
          <p:nvSpPr>
            <p:cNvPr id="34" name="TextBox 33"/>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35" name="Rectangle 34"/>
            <p:cNvSpPr/>
            <p:nvPr/>
          </p:nvSpPr>
          <p:spPr>
            <a:xfrm>
              <a:off x="1141315" y="1420651"/>
              <a:ext cx="838370" cy="184666"/>
            </a:xfrm>
            <a:prstGeom prst="rect">
              <a:avLst/>
            </a:prstGeom>
          </p:spPr>
          <p:txBody>
            <a:bodyPr wrap="none" lIns="0" tIns="0" rIns="0" bIns="0">
              <a:spAutoFit/>
            </a:bodyPr>
            <a:lstStyle/>
            <a:p>
              <a:pPr algn="r"/>
              <a:r>
                <a:rPr lang="en-US" sz="1200" b="1" dirty="0">
                  <a:solidFill>
                    <a:schemeClr val="accent5"/>
                  </a:solidFill>
                </a:rPr>
                <a:t>Keyword Here</a:t>
              </a:r>
            </a:p>
          </p:txBody>
        </p:sp>
      </p:grpSp>
      <p:grpSp>
        <p:nvGrpSpPr>
          <p:cNvPr id="9" name="Group 81"/>
          <p:cNvGrpSpPr/>
          <p:nvPr/>
        </p:nvGrpSpPr>
        <p:grpSpPr>
          <a:xfrm flipV="1">
            <a:off x="2996813" y="2850195"/>
            <a:ext cx="455253" cy="217757"/>
            <a:chOff x="3376482" y="1459073"/>
            <a:chExt cx="455253" cy="221445"/>
          </a:xfrm>
        </p:grpSpPr>
        <p:cxnSp>
          <p:nvCxnSpPr>
            <p:cNvPr id="38" name="Straight Connector 37"/>
            <p:cNvCxnSpPr/>
            <p:nvPr/>
          </p:nvCxnSpPr>
          <p:spPr>
            <a:xfrm flipH="1" flipV="1">
              <a:off x="3592681" y="1460250"/>
              <a:ext cx="239054" cy="220268"/>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H="1" flipV="1">
              <a:off x="3376482" y="1459073"/>
              <a:ext cx="216200" cy="0"/>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0" name="Group 56"/>
          <p:cNvGrpSpPr/>
          <p:nvPr/>
        </p:nvGrpSpPr>
        <p:grpSpPr>
          <a:xfrm>
            <a:off x="596660" y="2742849"/>
            <a:ext cx="2276196" cy="652318"/>
            <a:chOff x="-296510" y="1420651"/>
            <a:chExt cx="2276196" cy="652318"/>
          </a:xfrm>
        </p:grpSpPr>
        <p:sp>
          <p:nvSpPr>
            <p:cNvPr id="41" name="TextBox 40"/>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2" name="Rectangle 41"/>
            <p:cNvSpPr/>
            <p:nvPr/>
          </p:nvSpPr>
          <p:spPr>
            <a:xfrm>
              <a:off x="947351" y="1420651"/>
              <a:ext cx="1032334" cy="184666"/>
            </a:xfrm>
            <a:prstGeom prst="rect">
              <a:avLst/>
            </a:prstGeom>
          </p:spPr>
          <p:txBody>
            <a:bodyPr wrap="none" lIns="0" tIns="0" rIns="0" bIns="0">
              <a:spAutoFit/>
            </a:bodyPr>
            <a:lstStyle/>
            <a:p>
              <a:pPr algn="r"/>
              <a:r>
                <a:rPr lang="en-US" sz="1200" b="1" dirty="0">
                  <a:solidFill>
                    <a:schemeClr val="accent1"/>
                  </a:solidFill>
                </a:rPr>
                <a:t>Keyword Here</a:t>
              </a:r>
            </a:p>
          </p:txBody>
        </p:sp>
      </p:grpSp>
      <p:grpSp>
        <p:nvGrpSpPr>
          <p:cNvPr id="11" name="Group 81"/>
          <p:cNvGrpSpPr/>
          <p:nvPr/>
        </p:nvGrpSpPr>
        <p:grpSpPr>
          <a:xfrm flipH="1" flipV="1">
            <a:off x="5672498" y="3902636"/>
            <a:ext cx="455253" cy="217757"/>
            <a:chOff x="3376482" y="1459073"/>
            <a:chExt cx="455253" cy="221445"/>
          </a:xfrm>
        </p:grpSpPr>
        <p:cxnSp>
          <p:nvCxnSpPr>
            <p:cNvPr id="44" name="Straight Connector 43"/>
            <p:cNvCxnSpPr/>
            <p:nvPr/>
          </p:nvCxnSpPr>
          <p:spPr>
            <a:xfrm flipH="1" flipV="1">
              <a:off x="3592681" y="1460250"/>
              <a:ext cx="239054" cy="220268"/>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flipV="1">
              <a:off x="3376482" y="1459073"/>
              <a:ext cx="216200" cy="0"/>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2" name="Group 81"/>
          <p:cNvGrpSpPr/>
          <p:nvPr/>
        </p:nvGrpSpPr>
        <p:grpSpPr>
          <a:xfrm flipH="1" flipV="1">
            <a:off x="5672498" y="2850195"/>
            <a:ext cx="455253" cy="217757"/>
            <a:chOff x="3376482" y="1459073"/>
            <a:chExt cx="455253" cy="221445"/>
          </a:xfrm>
        </p:grpSpPr>
        <p:cxnSp>
          <p:nvCxnSpPr>
            <p:cNvPr id="47" name="Straight Connector 46"/>
            <p:cNvCxnSpPr/>
            <p:nvPr/>
          </p:nvCxnSpPr>
          <p:spPr>
            <a:xfrm flipH="1" flipV="1">
              <a:off x="3592681" y="1460250"/>
              <a:ext cx="239054" cy="220268"/>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flipH="1" flipV="1">
              <a:off x="3376482" y="1459073"/>
              <a:ext cx="216200" cy="0"/>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3" name="Group 81"/>
          <p:cNvGrpSpPr/>
          <p:nvPr/>
        </p:nvGrpSpPr>
        <p:grpSpPr>
          <a:xfrm>
            <a:off x="3715874" y="1493290"/>
            <a:ext cx="455253" cy="217757"/>
            <a:chOff x="3376482" y="1459073"/>
            <a:chExt cx="455253" cy="221445"/>
          </a:xfrm>
        </p:grpSpPr>
        <p:cxnSp>
          <p:nvCxnSpPr>
            <p:cNvPr id="50" name="Straight Connector 49"/>
            <p:cNvCxnSpPr/>
            <p:nvPr/>
          </p:nvCxnSpPr>
          <p:spPr>
            <a:xfrm flipH="1" flipV="1">
              <a:off x="3592681" y="1460250"/>
              <a:ext cx="239054" cy="220268"/>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flipV="1">
              <a:off x="3376482" y="1459073"/>
              <a:ext cx="216200" cy="0"/>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sp>
        <p:nvSpPr>
          <p:cNvPr id="52" name="Freeform 181"/>
          <p:cNvSpPr>
            <a:spLocks/>
          </p:cNvSpPr>
          <p:nvPr/>
        </p:nvSpPr>
        <p:spPr bwMode="auto">
          <a:xfrm>
            <a:off x="4449211" y="1711047"/>
            <a:ext cx="229703" cy="432902"/>
          </a:xfrm>
          <a:custGeom>
            <a:avLst/>
            <a:gdLst/>
            <a:ahLst/>
            <a:cxnLst>
              <a:cxn ang="0">
                <a:pos x="22" y="60"/>
              </a:cxn>
              <a:cxn ang="0">
                <a:pos x="22" y="67"/>
              </a:cxn>
              <a:cxn ang="0">
                <a:pos x="21" y="68"/>
              </a:cxn>
              <a:cxn ang="0">
                <a:pos x="16" y="68"/>
              </a:cxn>
              <a:cxn ang="0">
                <a:pos x="15" y="67"/>
              </a:cxn>
              <a:cxn ang="0">
                <a:pos x="15" y="60"/>
              </a:cxn>
              <a:cxn ang="0">
                <a:pos x="1" y="53"/>
              </a:cxn>
              <a:cxn ang="0">
                <a:pos x="1" y="52"/>
              </a:cxn>
              <a:cxn ang="0">
                <a:pos x="5" y="46"/>
              </a:cxn>
              <a:cxn ang="0">
                <a:pos x="6" y="46"/>
              </a:cxn>
              <a:cxn ang="0">
                <a:pos x="6" y="46"/>
              </a:cxn>
              <a:cxn ang="0">
                <a:pos x="19" y="51"/>
              </a:cxn>
              <a:cxn ang="0">
                <a:pos x="26" y="45"/>
              </a:cxn>
              <a:cxn ang="0">
                <a:pos x="17" y="38"/>
              </a:cxn>
              <a:cxn ang="0">
                <a:pos x="1" y="22"/>
              </a:cxn>
              <a:cxn ang="0">
                <a:pos x="15" y="8"/>
              </a:cxn>
              <a:cxn ang="0">
                <a:pos x="15" y="1"/>
              </a:cxn>
              <a:cxn ang="0">
                <a:pos x="16" y="0"/>
              </a:cxn>
              <a:cxn ang="0">
                <a:pos x="21" y="0"/>
              </a:cxn>
              <a:cxn ang="0">
                <a:pos x="22" y="1"/>
              </a:cxn>
              <a:cxn ang="0">
                <a:pos x="22" y="8"/>
              </a:cxn>
              <a:cxn ang="0">
                <a:pos x="34" y="13"/>
              </a:cxn>
              <a:cxn ang="0">
                <a:pos x="34" y="14"/>
              </a:cxn>
              <a:cxn ang="0">
                <a:pos x="31" y="20"/>
              </a:cxn>
              <a:cxn ang="0">
                <a:pos x="30" y="20"/>
              </a:cxn>
              <a:cxn ang="0">
                <a:pos x="29" y="20"/>
              </a:cxn>
              <a:cxn ang="0">
                <a:pos x="19" y="16"/>
              </a:cxn>
              <a:cxn ang="0">
                <a:pos x="11" y="22"/>
              </a:cxn>
              <a:cxn ang="0">
                <a:pos x="21" y="30"/>
              </a:cxn>
              <a:cxn ang="0">
                <a:pos x="36" y="45"/>
              </a:cxn>
              <a:cxn ang="0">
                <a:pos x="22" y="60"/>
              </a:cxn>
            </a:cxnLst>
            <a:rect l="0" t="0" r="r" b="b"/>
            <a:pathLst>
              <a:path w="36" h="68">
                <a:moveTo>
                  <a:pt x="22" y="60"/>
                </a:moveTo>
                <a:cubicBezTo>
                  <a:pt x="22" y="67"/>
                  <a:pt x="22" y="67"/>
                  <a:pt x="22" y="67"/>
                </a:cubicBezTo>
                <a:cubicBezTo>
                  <a:pt x="22" y="67"/>
                  <a:pt x="22" y="68"/>
                  <a:pt x="21" y="68"/>
                </a:cubicBezTo>
                <a:cubicBezTo>
                  <a:pt x="16" y="68"/>
                  <a:pt x="16" y="68"/>
                  <a:pt x="16" y="68"/>
                </a:cubicBezTo>
                <a:cubicBezTo>
                  <a:pt x="15" y="68"/>
                  <a:pt x="15" y="67"/>
                  <a:pt x="15" y="67"/>
                </a:cubicBezTo>
                <a:cubicBezTo>
                  <a:pt x="15" y="60"/>
                  <a:pt x="15" y="60"/>
                  <a:pt x="15" y="60"/>
                </a:cubicBezTo>
                <a:cubicBezTo>
                  <a:pt x="6" y="59"/>
                  <a:pt x="1" y="53"/>
                  <a:pt x="1" y="53"/>
                </a:cubicBezTo>
                <a:cubicBezTo>
                  <a:pt x="0" y="53"/>
                  <a:pt x="0" y="52"/>
                  <a:pt x="1" y="52"/>
                </a:cubicBezTo>
                <a:cubicBezTo>
                  <a:pt x="5" y="46"/>
                  <a:pt x="5" y="46"/>
                  <a:pt x="5" y="46"/>
                </a:cubicBezTo>
                <a:cubicBezTo>
                  <a:pt x="5" y="46"/>
                  <a:pt x="5" y="46"/>
                  <a:pt x="6" y="46"/>
                </a:cubicBezTo>
                <a:cubicBezTo>
                  <a:pt x="6" y="46"/>
                  <a:pt x="6" y="46"/>
                  <a:pt x="6" y="46"/>
                </a:cubicBezTo>
                <a:cubicBezTo>
                  <a:pt x="7" y="46"/>
                  <a:pt x="12" y="51"/>
                  <a:pt x="19" y="51"/>
                </a:cubicBezTo>
                <a:cubicBezTo>
                  <a:pt x="22" y="51"/>
                  <a:pt x="26" y="49"/>
                  <a:pt x="26" y="45"/>
                </a:cubicBezTo>
                <a:cubicBezTo>
                  <a:pt x="26" y="41"/>
                  <a:pt x="22" y="40"/>
                  <a:pt x="17" y="38"/>
                </a:cubicBezTo>
                <a:cubicBezTo>
                  <a:pt x="10" y="35"/>
                  <a:pt x="1" y="32"/>
                  <a:pt x="1" y="22"/>
                </a:cubicBezTo>
                <a:cubicBezTo>
                  <a:pt x="1" y="15"/>
                  <a:pt x="7" y="9"/>
                  <a:pt x="15" y="8"/>
                </a:cubicBezTo>
                <a:cubicBezTo>
                  <a:pt x="15" y="1"/>
                  <a:pt x="15" y="1"/>
                  <a:pt x="15" y="1"/>
                </a:cubicBezTo>
                <a:cubicBezTo>
                  <a:pt x="15" y="0"/>
                  <a:pt x="15" y="0"/>
                  <a:pt x="16" y="0"/>
                </a:cubicBezTo>
                <a:cubicBezTo>
                  <a:pt x="21" y="0"/>
                  <a:pt x="21" y="0"/>
                  <a:pt x="21" y="0"/>
                </a:cubicBezTo>
                <a:cubicBezTo>
                  <a:pt x="22" y="0"/>
                  <a:pt x="22" y="0"/>
                  <a:pt x="22" y="1"/>
                </a:cubicBezTo>
                <a:cubicBezTo>
                  <a:pt x="22" y="8"/>
                  <a:pt x="22" y="8"/>
                  <a:pt x="22" y="8"/>
                </a:cubicBezTo>
                <a:cubicBezTo>
                  <a:pt x="30" y="8"/>
                  <a:pt x="34" y="13"/>
                  <a:pt x="34" y="13"/>
                </a:cubicBezTo>
                <a:cubicBezTo>
                  <a:pt x="35" y="13"/>
                  <a:pt x="35" y="14"/>
                  <a:pt x="34" y="14"/>
                </a:cubicBezTo>
                <a:cubicBezTo>
                  <a:pt x="31" y="20"/>
                  <a:pt x="31" y="20"/>
                  <a:pt x="31" y="20"/>
                </a:cubicBezTo>
                <a:cubicBezTo>
                  <a:pt x="31" y="20"/>
                  <a:pt x="31" y="20"/>
                  <a:pt x="30" y="20"/>
                </a:cubicBezTo>
                <a:cubicBezTo>
                  <a:pt x="30" y="20"/>
                  <a:pt x="30" y="20"/>
                  <a:pt x="29" y="20"/>
                </a:cubicBezTo>
                <a:cubicBezTo>
                  <a:pt x="29" y="20"/>
                  <a:pt x="25" y="16"/>
                  <a:pt x="19" y="16"/>
                </a:cubicBezTo>
                <a:cubicBezTo>
                  <a:pt x="14" y="16"/>
                  <a:pt x="11" y="18"/>
                  <a:pt x="11" y="22"/>
                </a:cubicBezTo>
                <a:cubicBezTo>
                  <a:pt x="11" y="26"/>
                  <a:pt x="16" y="28"/>
                  <a:pt x="21" y="30"/>
                </a:cubicBezTo>
                <a:cubicBezTo>
                  <a:pt x="28" y="32"/>
                  <a:pt x="36" y="36"/>
                  <a:pt x="36" y="45"/>
                </a:cubicBezTo>
                <a:cubicBezTo>
                  <a:pt x="36" y="52"/>
                  <a:pt x="30" y="59"/>
                  <a:pt x="22"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91"/>
          <p:cNvSpPr>
            <a:spLocks noEditPoints="1"/>
          </p:cNvSpPr>
          <p:nvPr/>
        </p:nvSpPr>
        <p:spPr bwMode="auto">
          <a:xfrm>
            <a:off x="3551135" y="2362960"/>
            <a:ext cx="329478" cy="329478"/>
          </a:xfrm>
          <a:custGeom>
            <a:avLst/>
            <a:gdLst/>
            <a:ahLst/>
            <a:cxnLst>
              <a:cxn ang="0">
                <a:pos x="0" y="31"/>
              </a:cxn>
              <a:cxn ang="0">
                <a:pos x="41" y="22"/>
              </a:cxn>
              <a:cxn ang="0">
                <a:pos x="45" y="20"/>
              </a:cxn>
              <a:cxn ang="0">
                <a:pos x="49" y="19"/>
              </a:cxn>
              <a:cxn ang="0">
                <a:pos x="48" y="17"/>
              </a:cxn>
              <a:cxn ang="0">
                <a:pos x="45" y="15"/>
              </a:cxn>
              <a:cxn ang="0">
                <a:pos x="43" y="15"/>
              </a:cxn>
              <a:cxn ang="0">
                <a:pos x="42" y="14"/>
              </a:cxn>
              <a:cxn ang="0">
                <a:pos x="38" y="12"/>
              </a:cxn>
              <a:cxn ang="0">
                <a:pos x="38" y="16"/>
              </a:cxn>
              <a:cxn ang="0">
                <a:pos x="37" y="19"/>
              </a:cxn>
              <a:cxn ang="0">
                <a:pos x="33" y="17"/>
              </a:cxn>
              <a:cxn ang="0">
                <a:pos x="29" y="15"/>
              </a:cxn>
              <a:cxn ang="0">
                <a:pos x="30" y="11"/>
              </a:cxn>
              <a:cxn ang="0">
                <a:pos x="35" y="10"/>
              </a:cxn>
              <a:cxn ang="0">
                <a:pos x="34" y="8"/>
              </a:cxn>
              <a:cxn ang="0">
                <a:pos x="31" y="9"/>
              </a:cxn>
              <a:cxn ang="0">
                <a:pos x="27" y="6"/>
              </a:cxn>
              <a:cxn ang="0">
                <a:pos x="28" y="9"/>
              </a:cxn>
              <a:cxn ang="0">
                <a:pos x="26" y="9"/>
              </a:cxn>
              <a:cxn ang="0">
                <a:pos x="23" y="7"/>
              </a:cxn>
              <a:cxn ang="0">
                <a:pos x="21" y="8"/>
              </a:cxn>
              <a:cxn ang="0">
                <a:pos x="23" y="9"/>
              </a:cxn>
              <a:cxn ang="0">
                <a:pos x="22" y="10"/>
              </a:cxn>
              <a:cxn ang="0">
                <a:pos x="10" y="18"/>
              </a:cxn>
              <a:cxn ang="0">
                <a:pos x="11" y="19"/>
              </a:cxn>
              <a:cxn ang="0">
                <a:pos x="13" y="22"/>
              </a:cxn>
              <a:cxn ang="0">
                <a:pos x="12" y="26"/>
              </a:cxn>
              <a:cxn ang="0">
                <a:pos x="15" y="30"/>
              </a:cxn>
              <a:cxn ang="0">
                <a:pos x="18" y="35"/>
              </a:cxn>
              <a:cxn ang="0">
                <a:pos x="19" y="37"/>
              </a:cxn>
              <a:cxn ang="0">
                <a:pos x="17" y="32"/>
              </a:cxn>
              <a:cxn ang="0">
                <a:pos x="21" y="37"/>
              </a:cxn>
              <a:cxn ang="0">
                <a:pos x="25" y="41"/>
              </a:cxn>
              <a:cxn ang="0">
                <a:pos x="30" y="44"/>
              </a:cxn>
              <a:cxn ang="0">
                <a:pos x="35" y="47"/>
              </a:cxn>
              <a:cxn ang="0">
                <a:pos x="36" y="47"/>
              </a:cxn>
              <a:cxn ang="0">
                <a:pos x="34" y="43"/>
              </a:cxn>
              <a:cxn ang="0">
                <a:pos x="32" y="42"/>
              </a:cxn>
              <a:cxn ang="0">
                <a:pos x="32" y="39"/>
              </a:cxn>
              <a:cxn ang="0">
                <a:pos x="28" y="41"/>
              </a:cxn>
              <a:cxn ang="0">
                <a:pos x="27" y="34"/>
              </a:cxn>
              <a:cxn ang="0">
                <a:pos x="30" y="34"/>
              </a:cxn>
              <a:cxn ang="0">
                <a:pos x="32" y="33"/>
              </a:cxn>
              <a:cxn ang="0">
                <a:pos x="35" y="34"/>
              </a:cxn>
              <a:cxn ang="0">
                <a:pos x="36" y="33"/>
              </a:cxn>
              <a:cxn ang="0">
                <a:pos x="38" y="29"/>
              </a:cxn>
              <a:cxn ang="0">
                <a:pos x="38" y="28"/>
              </a:cxn>
              <a:cxn ang="0">
                <a:pos x="41" y="26"/>
              </a:cxn>
              <a:cxn ang="0">
                <a:pos x="43" y="23"/>
              </a:cxn>
              <a:cxn ang="0">
                <a:pos x="44" y="22"/>
              </a:cxn>
              <a:cxn ang="0">
                <a:pos x="41" y="22"/>
              </a:cxn>
              <a:cxn ang="0">
                <a:pos x="48" y="48"/>
              </a:cxn>
              <a:cxn ang="0">
                <a:pos x="44" y="47"/>
              </a:cxn>
              <a:cxn ang="0">
                <a:pos x="41" y="47"/>
              </a:cxn>
              <a:cxn ang="0">
                <a:pos x="38" y="46"/>
              </a:cxn>
              <a:cxn ang="0">
                <a:pos x="37" y="50"/>
              </a:cxn>
              <a:cxn ang="0">
                <a:pos x="36" y="54"/>
              </a:cxn>
              <a:cxn ang="0">
                <a:pos x="50" y="49"/>
              </a:cxn>
            </a:cxnLst>
            <a:rect l="0" t="0" r="r" b="b"/>
            <a:pathLst>
              <a:path w="62" h="62">
                <a:moveTo>
                  <a:pt x="62" y="31"/>
                </a:moveTo>
                <a:cubicBezTo>
                  <a:pt x="62" y="48"/>
                  <a:pt x="48" y="62"/>
                  <a:pt x="31" y="62"/>
                </a:cubicBezTo>
                <a:cubicBezTo>
                  <a:pt x="14" y="62"/>
                  <a:pt x="0" y="48"/>
                  <a:pt x="0" y="31"/>
                </a:cubicBezTo>
                <a:cubicBezTo>
                  <a:pt x="0" y="14"/>
                  <a:pt x="14" y="0"/>
                  <a:pt x="31" y="0"/>
                </a:cubicBezTo>
                <a:cubicBezTo>
                  <a:pt x="48" y="0"/>
                  <a:pt x="62" y="14"/>
                  <a:pt x="62" y="31"/>
                </a:cubicBezTo>
                <a:close/>
                <a:moveTo>
                  <a:pt x="41" y="22"/>
                </a:moveTo>
                <a:cubicBezTo>
                  <a:pt x="42" y="22"/>
                  <a:pt x="42" y="21"/>
                  <a:pt x="42" y="21"/>
                </a:cubicBezTo>
                <a:cubicBezTo>
                  <a:pt x="42" y="21"/>
                  <a:pt x="42" y="21"/>
                  <a:pt x="43" y="21"/>
                </a:cubicBezTo>
                <a:cubicBezTo>
                  <a:pt x="43" y="20"/>
                  <a:pt x="44" y="20"/>
                  <a:pt x="45" y="20"/>
                </a:cubicBezTo>
                <a:cubicBezTo>
                  <a:pt x="46" y="20"/>
                  <a:pt x="46" y="20"/>
                  <a:pt x="47" y="21"/>
                </a:cubicBezTo>
                <a:cubicBezTo>
                  <a:pt x="47" y="20"/>
                  <a:pt x="48" y="20"/>
                  <a:pt x="48" y="20"/>
                </a:cubicBezTo>
                <a:cubicBezTo>
                  <a:pt x="48" y="19"/>
                  <a:pt x="49" y="19"/>
                  <a:pt x="49" y="19"/>
                </a:cubicBezTo>
                <a:cubicBezTo>
                  <a:pt x="49" y="19"/>
                  <a:pt x="49" y="18"/>
                  <a:pt x="49" y="18"/>
                </a:cubicBezTo>
                <a:cubicBezTo>
                  <a:pt x="49" y="18"/>
                  <a:pt x="48" y="18"/>
                  <a:pt x="48" y="17"/>
                </a:cubicBezTo>
                <a:cubicBezTo>
                  <a:pt x="48" y="17"/>
                  <a:pt x="48" y="17"/>
                  <a:pt x="48" y="17"/>
                </a:cubicBezTo>
                <a:cubicBezTo>
                  <a:pt x="48" y="17"/>
                  <a:pt x="47" y="17"/>
                  <a:pt x="47" y="17"/>
                </a:cubicBezTo>
                <a:cubicBezTo>
                  <a:pt x="46" y="17"/>
                  <a:pt x="46" y="16"/>
                  <a:pt x="46" y="16"/>
                </a:cubicBezTo>
                <a:cubicBezTo>
                  <a:pt x="46" y="15"/>
                  <a:pt x="45" y="15"/>
                  <a:pt x="45" y="15"/>
                </a:cubicBezTo>
                <a:cubicBezTo>
                  <a:pt x="45" y="15"/>
                  <a:pt x="45" y="14"/>
                  <a:pt x="45" y="14"/>
                </a:cubicBezTo>
                <a:cubicBezTo>
                  <a:pt x="44" y="14"/>
                  <a:pt x="44" y="15"/>
                  <a:pt x="44" y="15"/>
                </a:cubicBezTo>
                <a:cubicBezTo>
                  <a:pt x="43" y="15"/>
                  <a:pt x="43" y="15"/>
                  <a:pt x="43" y="15"/>
                </a:cubicBezTo>
                <a:cubicBezTo>
                  <a:pt x="43" y="15"/>
                  <a:pt x="43" y="15"/>
                  <a:pt x="42" y="15"/>
                </a:cubicBezTo>
                <a:cubicBezTo>
                  <a:pt x="43" y="15"/>
                  <a:pt x="42" y="15"/>
                  <a:pt x="42" y="15"/>
                </a:cubicBezTo>
                <a:cubicBezTo>
                  <a:pt x="42" y="14"/>
                  <a:pt x="42" y="14"/>
                  <a:pt x="42" y="14"/>
                </a:cubicBezTo>
                <a:cubicBezTo>
                  <a:pt x="42" y="14"/>
                  <a:pt x="42" y="14"/>
                  <a:pt x="42" y="14"/>
                </a:cubicBezTo>
                <a:cubicBezTo>
                  <a:pt x="42" y="13"/>
                  <a:pt x="41" y="13"/>
                  <a:pt x="40" y="13"/>
                </a:cubicBezTo>
                <a:cubicBezTo>
                  <a:pt x="40" y="12"/>
                  <a:pt x="38" y="12"/>
                  <a:pt x="38" y="12"/>
                </a:cubicBezTo>
                <a:cubicBezTo>
                  <a:pt x="37" y="13"/>
                  <a:pt x="38" y="13"/>
                  <a:pt x="38" y="14"/>
                </a:cubicBezTo>
                <a:cubicBezTo>
                  <a:pt x="38" y="14"/>
                  <a:pt x="37" y="14"/>
                  <a:pt x="37" y="15"/>
                </a:cubicBezTo>
                <a:cubicBezTo>
                  <a:pt x="37" y="15"/>
                  <a:pt x="38" y="15"/>
                  <a:pt x="38" y="16"/>
                </a:cubicBezTo>
                <a:cubicBezTo>
                  <a:pt x="38" y="17"/>
                  <a:pt x="37" y="17"/>
                  <a:pt x="37" y="17"/>
                </a:cubicBezTo>
                <a:cubicBezTo>
                  <a:pt x="37" y="18"/>
                  <a:pt x="37" y="18"/>
                  <a:pt x="37" y="19"/>
                </a:cubicBezTo>
                <a:cubicBezTo>
                  <a:pt x="38" y="19"/>
                  <a:pt x="37" y="19"/>
                  <a:pt x="37" y="19"/>
                </a:cubicBezTo>
                <a:cubicBezTo>
                  <a:pt x="36" y="20"/>
                  <a:pt x="35" y="19"/>
                  <a:pt x="35" y="18"/>
                </a:cubicBezTo>
                <a:cubicBezTo>
                  <a:pt x="35" y="18"/>
                  <a:pt x="35" y="17"/>
                  <a:pt x="34" y="17"/>
                </a:cubicBezTo>
                <a:cubicBezTo>
                  <a:pt x="34" y="17"/>
                  <a:pt x="33" y="17"/>
                  <a:pt x="33" y="17"/>
                </a:cubicBezTo>
                <a:cubicBezTo>
                  <a:pt x="33" y="16"/>
                  <a:pt x="32" y="16"/>
                  <a:pt x="32" y="16"/>
                </a:cubicBezTo>
                <a:cubicBezTo>
                  <a:pt x="31" y="16"/>
                  <a:pt x="30" y="16"/>
                  <a:pt x="29" y="16"/>
                </a:cubicBezTo>
                <a:cubicBezTo>
                  <a:pt x="30" y="16"/>
                  <a:pt x="29" y="15"/>
                  <a:pt x="29" y="15"/>
                </a:cubicBezTo>
                <a:cubicBezTo>
                  <a:pt x="29" y="14"/>
                  <a:pt x="29" y="14"/>
                  <a:pt x="29" y="14"/>
                </a:cubicBezTo>
                <a:cubicBezTo>
                  <a:pt x="29" y="13"/>
                  <a:pt x="29" y="13"/>
                  <a:pt x="29" y="13"/>
                </a:cubicBezTo>
                <a:cubicBezTo>
                  <a:pt x="29" y="12"/>
                  <a:pt x="30" y="11"/>
                  <a:pt x="30" y="11"/>
                </a:cubicBezTo>
                <a:cubicBezTo>
                  <a:pt x="31" y="12"/>
                  <a:pt x="31" y="12"/>
                  <a:pt x="32" y="11"/>
                </a:cubicBezTo>
                <a:cubicBezTo>
                  <a:pt x="32" y="11"/>
                  <a:pt x="32" y="10"/>
                  <a:pt x="33" y="10"/>
                </a:cubicBezTo>
                <a:cubicBezTo>
                  <a:pt x="33" y="9"/>
                  <a:pt x="34" y="10"/>
                  <a:pt x="35" y="10"/>
                </a:cubicBezTo>
                <a:cubicBezTo>
                  <a:pt x="35" y="10"/>
                  <a:pt x="35" y="9"/>
                  <a:pt x="35" y="9"/>
                </a:cubicBezTo>
                <a:cubicBezTo>
                  <a:pt x="35" y="9"/>
                  <a:pt x="35" y="8"/>
                  <a:pt x="35" y="8"/>
                </a:cubicBezTo>
                <a:cubicBezTo>
                  <a:pt x="34" y="7"/>
                  <a:pt x="33" y="8"/>
                  <a:pt x="34" y="8"/>
                </a:cubicBezTo>
                <a:cubicBezTo>
                  <a:pt x="34" y="8"/>
                  <a:pt x="33" y="10"/>
                  <a:pt x="32" y="9"/>
                </a:cubicBezTo>
                <a:cubicBezTo>
                  <a:pt x="32" y="9"/>
                  <a:pt x="32" y="8"/>
                  <a:pt x="31" y="8"/>
                </a:cubicBezTo>
                <a:cubicBezTo>
                  <a:pt x="31" y="8"/>
                  <a:pt x="31" y="8"/>
                  <a:pt x="31" y="9"/>
                </a:cubicBezTo>
                <a:cubicBezTo>
                  <a:pt x="31" y="8"/>
                  <a:pt x="30" y="8"/>
                  <a:pt x="29" y="8"/>
                </a:cubicBezTo>
                <a:cubicBezTo>
                  <a:pt x="30" y="7"/>
                  <a:pt x="29" y="7"/>
                  <a:pt x="29" y="7"/>
                </a:cubicBezTo>
                <a:cubicBezTo>
                  <a:pt x="29" y="6"/>
                  <a:pt x="28" y="6"/>
                  <a:pt x="27" y="6"/>
                </a:cubicBezTo>
                <a:cubicBezTo>
                  <a:pt x="27" y="7"/>
                  <a:pt x="28" y="8"/>
                  <a:pt x="29" y="8"/>
                </a:cubicBezTo>
                <a:cubicBezTo>
                  <a:pt x="29" y="8"/>
                  <a:pt x="29" y="8"/>
                  <a:pt x="29" y="8"/>
                </a:cubicBezTo>
                <a:cubicBezTo>
                  <a:pt x="29" y="8"/>
                  <a:pt x="28" y="9"/>
                  <a:pt x="28" y="9"/>
                </a:cubicBezTo>
                <a:cubicBezTo>
                  <a:pt x="28" y="9"/>
                  <a:pt x="28" y="10"/>
                  <a:pt x="28" y="10"/>
                </a:cubicBezTo>
                <a:cubicBezTo>
                  <a:pt x="27" y="10"/>
                  <a:pt x="27" y="9"/>
                  <a:pt x="27" y="9"/>
                </a:cubicBezTo>
                <a:cubicBezTo>
                  <a:pt x="28" y="9"/>
                  <a:pt x="26" y="9"/>
                  <a:pt x="26" y="9"/>
                </a:cubicBezTo>
                <a:cubicBezTo>
                  <a:pt x="25" y="9"/>
                  <a:pt x="24" y="9"/>
                  <a:pt x="24" y="9"/>
                </a:cubicBezTo>
                <a:cubicBezTo>
                  <a:pt x="24" y="8"/>
                  <a:pt x="24" y="7"/>
                  <a:pt x="24" y="8"/>
                </a:cubicBezTo>
                <a:cubicBezTo>
                  <a:pt x="24" y="7"/>
                  <a:pt x="23" y="7"/>
                  <a:pt x="23" y="7"/>
                </a:cubicBezTo>
                <a:cubicBezTo>
                  <a:pt x="22" y="7"/>
                  <a:pt x="21" y="8"/>
                  <a:pt x="19" y="9"/>
                </a:cubicBezTo>
                <a:cubicBezTo>
                  <a:pt x="19" y="9"/>
                  <a:pt x="20" y="9"/>
                  <a:pt x="20" y="9"/>
                </a:cubicBezTo>
                <a:cubicBezTo>
                  <a:pt x="20" y="8"/>
                  <a:pt x="20" y="8"/>
                  <a:pt x="21" y="8"/>
                </a:cubicBezTo>
                <a:cubicBezTo>
                  <a:pt x="21" y="8"/>
                  <a:pt x="22" y="7"/>
                  <a:pt x="22" y="8"/>
                </a:cubicBezTo>
                <a:cubicBezTo>
                  <a:pt x="22" y="8"/>
                  <a:pt x="23" y="8"/>
                  <a:pt x="23" y="8"/>
                </a:cubicBezTo>
                <a:cubicBezTo>
                  <a:pt x="23" y="8"/>
                  <a:pt x="23" y="8"/>
                  <a:pt x="23" y="9"/>
                </a:cubicBezTo>
                <a:cubicBezTo>
                  <a:pt x="23" y="8"/>
                  <a:pt x="23" y="9"/>
                  <a:pt x="22" y="9"/>
                </a:cubicBezTo>
                <a:cubicBezTo>
                  <a:pt x="22" y="9"/>
                  <a:pt x="21" y="9"/>
                  <a:pt x="21" y="9"/>
                </a:cubicBezTo>
                <a:cubicBezTo>
                  <a:pt x="21" y="9"/>
                  <a:pt x="22" y="10"/>
                  <a:pt x="22" y="10"/>
                </a:cubicBezTo>
                <a:cubicBezTo>
                  <a:pt x="21" y="9"/>
                  <a:pt x="21" y="9"/>
                  <a:pt x="20" y="9"/>
                </a:cubicBezTo>
                <a:cubicBezTo>
                  <a:pt x="20" y="9"/>
                  <a:pt x="19" y="9"/>
                  <a:pt x="19" y="9"/>
                </a:cubicBezTo>
                <a:cubicBezTo>
                  <a:pt x="15" y="11"/>
                  <a:pt x="12" y="14"/>
                  <a:pt x="10" y="18"/>
                </a:cubicBezTo>
                <a:cubicBezTo>
                  <a:pt x="10" y="18"/>
                  <a:pt x="10" y="18"/>
                  <a:pt x="10" y="18"/>
                </a:cubicBezTo>
                <a:cubicBezTo>
                  <a:pt x="10" y="18"/>
                  <a:pt x="10" y="19"/>
                  <a:pt x="11" y="19"/>
                </a:cubicBezTo>
                <a:cubicBezTo>
                  <a:pt x="11" y="19"/>
                  <a:pt x="11" y="19"/>
                  <a:pt x="11" y="19"/>
                </a:cubicBezTo>
                <a:cubicBezTo>
                  <a:pt x="11" y="19"/>
                  <a:pt x="13" y="20"/>
                  <a:pt x="13" y="21"/>
                </a:cubicBezTo>
                <a:cubicBezTo>
                  <a:pt x="13" y="21"/>
                  <a:pt x="13" y="21"/>
                  <a:pt x="14" y="21"/>
                </a:cubicBezTo>
                <a:cubicBezTo>
                  <a:pt x="14" y="22"/>
                  <a:pt x="13" y="22"/>
                  <a:pt x="13" y="22"/>
                </a:cubicBezTo>
                <a:cubicBezTo>
                  <a:pt x="13" y="22"/>
                  <a:pt x="12" y="21"/>
                  <a:pt x="12" y="22"/>
                </a:cubicBezTo>
                <a:cubicBezTo>
                  <a:pt x="12" y="22"/>
                  <a:pt x="12" y="23"/>
                  <a:pt x="13" y="23"/>
                </a:cubicBezTo>
                <a:cubicBezTo>
                  <a:pt x="12" y="23"/>
                  <a:pt x="12" y="25"/>
                  <a:pt x="12" y="26"/>
                </a:cubicBezTo>
                <a:cubicBezTo>
                  <a:pt x="12" y="26"/>
                  <a:pt x="12" y="26"/>
                  <a:pt x="12" y="26"/>
                </a:cubicBezTo>
                <a:cubicBezTo>
                  <a:pt x="12" y="26"/>
                  <a:pt x="13" y="28"/>
                  <a:pt x="13" y="28"/>
                </a:cubicBezTo>
                <a:cubicBezTo>
                  <a:pt x="13" y="28"/>
                  <a:pt x="14" y="30"/>
                  <a:pt x="15" y="30"/>
                </a:cubicBezTo>
                <a:cubicBezTo>
                  <a:pt x="15" y="30"/>
                  <a:pt x="16" y="31"/>
                  <a:pt x="16" y="31"/>
                </a:cubicBezTo>
                <a:cubicBezTo>
                  <a:pt x="17" y="32"/>
                  <a:pt x="17" y="33"/>
                  <a:pt x="17" y="33"/>
                </a:cubicBezTo>
                <a:cubicBezTo>
                  <a:pt x="17" y="34"/>
                  <a:pt x="18" y="34"/>
                  <a:pt x="18" y="35"/>
                </a:cubicBezTo>
                <a:cubicBezTo>
                  <a:pt x="18" y="35"/>
                  <a:pt x="18" y="35"/>
                  <a:pt x="18" y="35"/>
                </a:cubicBezTo>
                <a:cubicBezTo>
                  <a:pt x="18" y="35"/>
                  <a:pt x="19" y="35"/>
                  <a:pt x="19" y="36"/>
                </a:cubicBezTo>
                <a:cubicBezTo>
                  <a:pt x="19" y="36"/>
                  <a:pt x="19" y="37"/>
                  <a:pt x="19" y="37"/>
                </a:cubicBezTo>
                <a:cubicBezTo>
                  <a:pt x="20" y="36"/>
                  <a:pt x="19" y="35"/>
                  <a:pt x="18" y="34"/>
                </a:cubicBezTo>
                <a:cubicBezTo>
                  <a:pt x="18" y="34"/>
                  <a:pt x="18" y="34"/>
                  <a:pt x="18" y="33"/>
                </a:cubicBezTo>
                <a:cubicBezTo>
                  <a:pt x="18" y="33"/>
                  <a:pt x="18" y="32"/>
                  <a:pt x="17" y="32"/>
                </a:cubicBezTo>
                <a:cubicBezTo>
                  <a:pt x="18" y="32"/>
                  <a:pt x="18" y="32"/>
                  <a:pt x="18" y="33"/>
                </a:cubicBezTo>
                <a:cubicBezTo>
                  <a:pt x="18" y="33"/>
                  <a:pt x="20" y="35"/>
                  <a:pt x="20" y="35"/>
                </a:cubicBezTo>
                <a:cubicBezTo>
                  <a:pt x="20" y="35"/>
                  <a:pt x="21" y="37"/>
                  <a:pt x="21" y="37"/>
                </a:cubicBezTo>
                <a:cubicBezTo>
                  <a:pt x="21" y="37"/>
                  <a:pt x="22" y="37"/>
                  <a:pt x="22" y="38"/>
                </a:cubicBezTo>
                <a:cubicBezTo>
                  <a:pt x="22" y="38"/>
                  <a:pt x="22" y="39"/>
                  <a:pt x="23" y="40"/>
                </a:cubicBezTo>
                <a:cubicBezTo>
                  <a:pt x="23" y="41"/>
                  <a:pt x="24" y="41"/>
                  <a:pt x="25" y="41"/>
                </a:cubicBezTo>
                <a:cubicBezTo>
                  <a:pt x="25" y="42"/>
                  <a:pt x="26" y="42"/>
                  <a:pt x="26" y="42"/>
                </a:cubicBezTo>
                <a:cubicBezTo>
                  <a:pt x="27" y="43"/>
                  <a:pt x="27" y="42"/>
                  <a:pt x="28" y="42"/>
                </a:cubicBezTo>
                <a:cubicBezTo>
                  <a:pt x="29" y="42"/>
                  <a:pt x="29" y="43"/>
                  <a:pt x="30" y="44"/>
                </a:cubicBezTo>
                <a:cubicBezTo>
                  <a:pt x="31" y="44"/>
                  <a:pt x="32" y="44"/>
                  <a:pt x="32" y="44"/>
                </a:cubicBezTo>
                <a:cubicBezTo>
                  <a:pt x="32" y="44"/>
                  <a:pt x="33" y="46"/>
                  <a:pt x="33" y="46"/>
                </a:cubicBezTo>
                <a:cubicBezTo>
                  <a:pt x="34" y="46"/>
                  <a:pt x="34" y="47"/>
                  <a:pt x="35" y="47"/>
                </a:cubicBezTo>
                <a:cubicBezTo>
                  <a:pt x="35" y="47"/>
                  <a:pt x="35" y="47"/>
                  <a:pt x="35" y="47"/>
                </a:cubicBezTo>
                <a:cubicBezTo>
                  <a:pt x="35" y="47"/>
                  <a:pt x="36" y="48"/>
                  <a:pt x="36" y="48"/>
                </a:cubicBezTo>
                <a:cubicBezTo>
                  <a:pt x="36" y="48"/>
                  <a:pt x="36" y="47"/>
                  <a:pt x="36" y="47"/>
                </a:cubicBezTo>
                <a:cubicBezTo>
                  <a:pt x="36" y="47"/>
                  <a:pt x="35" y="47"/>
                  <a:pt x="34" y="46"/>
                </a:cubicBezTo>
                <a:cubicBezTo>
                  <a:pt x="34" y="46"/>
                  <a:pt x="34" y="45"/>
                  <a:pt x="34" y="45"/>
                </a:cubicBezTo>
                <a:cubicBezTo>
                  <a:pt x="35" y="45"/>
                  <a:pt x="35" y="44"/>
                  <a:pt x="34" y="43"/>
                </a:cubicBezTo>
                <a:cubicBezTo>
                  <a:pt x="34" y="43"/>
                  <a:pt x="34" y="43"/>
                  <a:pt x="34" y="42"/>
                </a:cubicBezTo>
                <a:cubicBezTo>
                  <a:pt x="33" y="43"/>
                  <a:pt x="33" y="42"/>
                  <a:pt x="32" y="42"/>
                </a:cubicBezTo>
                <a:cubicBezTo>
                  <a:pt x="32" y="42"/>
                  <a:pt x="32" y="42"/>
                  <a:pt x="32" y="42"/>
                </a:cubicBezTo>
                <a:cubicBezTo>
                  <a:pt x="32" y="42"/>
                  <a:pt x="32" y="43"/>
                  <a:pt x="32" y="42"/>
                </a:cubicBezTo>
                <a:cubicBezTo>
                  <a:pt x="32" y="42"/>
                  <a:pt x="32" y="41"/>
                  <a:pt x="32" y="41"/>
                </a:cubicBezTo>
                <a:cubicBezTo>
                  <a:pt x="32" y="40"/>
                  <a:pt x="33" y="39"/>
                  <a:pt x="32" y="39"/>
                </a:cubicBezTo>
                <a:cubicBezTo>
                  <a:pt x="31" y="39"/>
                  <a:pt x="31" y="39"/>
                  <a:pt x="31" y="40"/>
                </a:cubicBezTo>
                <a:cubicBezTo>
                  <a:pt x="30" y="40"/>
                  <a:pt x="30" y="40"/>
                  <a:pt x="30" y="41"/>
                </a:cubicBezTo>
                <a:cubicBezTo>
                  <a:pt x="30" y="41"/>
                  <a:pt x="28" y="41"/>
                  <a:pt x="28" y="41"/>
                </a:cubicBezTo>
                <a:cubicBezTo>
                  <a:pt x="27" y="40"/>
                  <a:pt x="27" y="39"/>
                  <a:pt x="27" y="38"/>
                </a:cubicBezTo>
                <a:cubicBezTo>
                  <a:pt x="27" y="37"/>
                  <a:pt x="27" y="36"/>
                  <a:pt x="27" y="35"/>
                </a:cubicBezTo>
                <a:cubicBezTo>
                  <a:pt x="27" y="35"/>
                  <a:pt x="27" y="34"/>
                  <a:pt x="27" y="34"/>
                </a:cubicBezTo>
                <a:cubicBezTo>
                  <a:pt x="28" y="34"/>
                  <a:pt x="28" y="34"/>
                  <a:pt x="28" y="34"/>
                </a:cubicBezTo>
                <a:cubicBezTo>
                  <a:pt x="28" y="34"/>
                  <a:pt x="28" y="34"/>
                  <a:pt x="28" y="34"/>
                </a:cubicBezTo>
                <a:cubicBezTo>
                  <a:pt x="28" y="34"/>
                  <a:pt x="29" y="33"/>
                  <a:pt x="30" y="34"/>
                </a:cubicBezTo>
                <a:cubicBezTo>
                  <a:pt x="30" y="34"/>
                  <a:pt x="31" y="34"/>
                  <a:pt x="31" y="33"/>
                </a:cubicBezTo>
                <a:cubicBezTo>
                  <a:pt x="31" y="33"/>
                  <a:pt x="31" y="33"/>
                  <a:pt x="31" y="33"/>
                </a:cubicBezTo>
                <a:cubicBezTo>
                  <a:pt x="31" y="33"/>
                  <a:pt x="31" y="33"/>
                  <a:pt x="32" y="33"/>
                </a:cubicBezTo>
                <a:cubicBezTo>
                  <a:pt x="32" y="33"/>
                  <a:pt x="33" y="33"/>
                  <a:pt x="33" y="33"/>
                </a:cubicBezTo>
                <a:cubicBezTo>
                  <a:pt x="34" y="34"/>
                  <a:pt x="34" y="34"/>
                  <a:pt x="34" y="33"/>
                </a:cubicBezTo>
                <a:cubicBezTo>
                  <a:pt x="35" y="34"/>
                  <a:pt x="35" y="34"/>
                  <a:pt x="35" y="34"/>
                </a:cubicBezTo>
                <a:cubicBezTo>
                  <a:pt x="35" y="35"/>
                  <a:pt x="35" y="36"/>
                  <a:pt x="36" y="36"/>
                </a:cubicBezTo>
                <a:cubicBezTo>
                  <a:pt x="36" y="37"/>
                  <a:pt x="36" y="35"/>
                  <a:pt x="36" y="35"/>
                </a:cubicBezTo>
                <a:cubicBezTo>
                  <a:pt x="36" y="35"/>
                  <a:pt x="36" y="33"/>
                  <a:pt x="36" y="33"/>
                </a:cubicBezTo>
                <a:cubicBezTo>
                  <a:pt x="35" y="33"/>
                  <a:pt x="35" y="32"/>
                  <a:pt x="36" y="31"/>
                </a:cubicBezTo>
                <a:cubicBezTo>
                  <a:pt x="36" y="31"/>
                  <a:pt x="37" y="31"/>
                  <a:pt x="37" y="31"/>
                </a:cubicBezTo>
                <a:cubicBezTo>
                  <a:pt x="38" y="30"/>
                  <a:pt x="38" y="30"/>
                  <a:pt x="38" y="29"/>
                </a:cubicBezTo>
                <a:cubicBezTo>
                  <a:pt x="38" y="29"/>
                  <a:pt x="38" y="29"/>
                  <a:pt x="38" y="29"/>
                </a:cubicBezTo>
                <a:cubicBezTo>
                  <a:pt x="38" y="29"/>
                  <a:pt x="38" y="28"/>
                  <a:pt x="38" y="29"/>
                </a:cubicBezTo>
                <a:cubicBezTo>
                  <a:pt x="38" y="28"/>
                  <a:pt x="38" y="28"/>
                  <a:pt x="38" y="28"/>
                </a:cubicBezTo>
                <a:cubicBezTo>
                  <a:pt x="38" y="28"/>
                  <a:pt x="38" y="27"/>
                  <a:pt x="38" y="27"/>
                </a:cubicBezTo>
                <a:cubicBezTo>
                  <a:pt x="39" y="28"/>
                  <a:pt x="40" y="27"/>
                  <a:pt x="39" y="26"/>
                </a:cubicBezTo>
                <a:cubicBezTo>
                  <a:pt x="40" y="26"/>
                  <a:pt x="41" y="26"/>
                  <a:pt x="41" y="26"/>
                </a:cubicBezTo>
                <a:cubicBezTo>
                  <a:pt x="41" y="26"/>
                  <a:pt x="41" y="25"/>
                  <a:pt x="41" y="25"/>
                </a:cubicBezTo>
                <a:cubicBezTo>
                  <a:pt x="42" y="24"/>
                  <a:pt x="42" y="24"/>
                  <a:pt x="42" y="24"/>
                </a:cubicBezTo>
                <a:cubicBezTo>
                  <a:pt x="42" y="24"/>
                  <a:pt x="43" y="24"/>
                  <a:pt x="43" y="23"/>
                </a:cubicBezTo>
                <a:cubicBezTo>
                  <a:pt x="44" y="24"/>
                  <a:pt x="45" y="23"/>
                  <a:pt x="44" y="22"/>
                </a:cubicBezTo>
                <a:cubicBezTo>
                  <a:pt x="44" y="22"/>
                  <a:pt x="44" y="22"/>
                  <a:pt x="43" y="22"/>
                </a:cubicBezTo>
                <a:cubicBezTo>
                  <a:pt x="44" y="22"/>
                  <a:pt x="44" y="22"/>
                  <a:pt x="44" y="22"/>
                </a:cubicBezTo>
                <a:cubicBezTo>
                  <a:pt x="45" y="21"/>
                  <a:pt x="44" y="21"/>
                  <a:pt x="44" y="21"/>
                </a:cubicBezTo>
                <a:cubicBezTo>
                  <a:pt x="43" y="21"/>
                  <a:pt x="43" y="21"/>
                  <a:pt x="42" y="21"/>
                </a:cubicBezTo>
                <a:cubicBezTo>
                  <a:pt x="42" y="22"/>
                  <a:pt x="42" y="22"/>
                  <a:pt x="41" y="22"/>
                </a:cubicBezTo>
                <a:close/>
                <a:moveTo>
                  <a:pt x="50" y="49"/>
                </a:moveTo>
                <a:cubicBezTo>
                  <a:pt x="50" y="49"/>
                  <a:pt x="49" y="49"/>
                  <a:pt x="49" y="49"/>
                </a:cubicBezTo>
                <a:cubicBezTo>
                  <a:pt x="49" y="49"/>
                  <a:pt x="48" y="48"/>
                  <a:pt x="48" y="48"/>
                </a:cubicBezTo>
                <a:cubicBezTo>
                  <a:pt x="48" y="48"/>
                  <a:pt x="47" y="47"/>
                  <a:pt x="47" y="47"/>
                </a:cubicBezTo>
                <a:cubicBezTo>
                  <a:pt x="46" y="46"/>
                  <a:pt x="46" y="46"/>
                  <a:pt x="45" y="46"/>
                </a:cubicBezTo>
                <a:cubicBezTo>
                  <a:pt x="45" y="46"/>
                  <a:pt x="44" y="47"/>
                  <a:pt x="44" y="47"/>
                </a:cubicBezTo>
                <a:cubicBezTo>
                  <a:pt x="44" y="46"/>
                  <a:pt x="43" y="46"/>
                  <a:pt x="43" y="46"/>
                </a:cubicBezTo>
                <a:cubicBezTo>
                  <a:pt x="42" y="46"/>
                  <a:pt x="42" y="45"/>
                  <a:pt x="41" y="46"/>
                </a:cubicBezTo>
                <a:cubicBezTo>
                  <a:pt x="41" y="46"/>
                  <a:pt x="41" y="46"/>
                  <a:pt x="41" y="47"/>
                </a:cubicBezTo>
                <a:cubicBezTo>
                  <a:pt x="40" y="46"/>
                  <a:pt x="41" y="46"/>
                  <a:pt x="41" y="45"/>
                </a:cubicBezTo>
                <a:cubicBezTo>
                  <a:pt x="40" y="45"/>
                  <a:pt x="39" y="46"/>
                  <a:pt x="39" y="46"/>
                </a:cubicBezTo>
                <a:cubicBezTo>
                  <a:pt x="39" y="46"/>
                  <a:pt x="39" y="46"/>
                  <a:pt x="38" y="46"/>
                </a:cubicBezTo>
                <a:cubicBezTo>
                  <a:pt x="38" y="47"/>
                  <a:pt x="38" y="47"/>
                  <a:pt x="38" y="47"/>
                </a:cubicBezTo>
                <a:cubicBezTo>
                  <a:pt x="38" y="47"/>
                  <a:pt x="37" y="47"/>
                  <a:pt x="37" y="47"/>
                </a:cubicBezTo>
                <a:cubicBezTo>
                  <a:pt x="37" y="48"/>
                  <a:pt x="37" y="49"/>
                  <a:pt x="37" y="50"/>
                </a:cubicBezTo>
                <a:cubicBezTo>
                  <a:pt x="38" y="50"/>
                  <a:pt x="37" y="51"/>
                  <a:pt x="37" y="52"/>
                </a:cubicBezTo>
                <a:cubicBezTo>
                  <a:pt x="37" y="52"/>
                  <a:pt x="36" y="53"/>
                  <a:pt x="36" y="53"/>
                </a:cubicBezTo>
                <a:cubicBezTo>
                  <a:pt x="36" y="54"/>
                  <a:pt x="36" y="54"/>
                  <a:pt x="36" y="54"/>
                </a:cubicBezTo>
                <a:cubicBezTo>
                  <a:pt x="36" y="55"/>
                  <a:pt x="36" y="55"/>
                  <a:pt x="36" y="56"/>
                </a:cubicBezTo>
                <a:cubicBezTo>
                  <a:pt x="36" y="56"/>
                  <a:pt x="36" y="56"/>
                  <a:pt x="36" y="57"/>
                </a:cubicBezTo>
                <a:cubicBezTo>
                  <a:pt x="41" y="56"/>
                  <a:pt x="46" y="53"/>
                  <a:pt x="50"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7"/>
          <p:cNvSpPr>
            <a:spLocks noEditPoints="1"/>
          </p:cNvSpPr>
          <p:nvPr/>
        </p:nvSpPr>
        <p:spPr bwMode="auto">
          <a:xfrm>
            <a:off x="3946780" y="3403062"/>
            <a:ext cx="312469" cy="277012"/>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83"/>
          <p:cNvSpPr>
            <a:spLocks noEditPoints="1"/>
          </p:cNvSpPr>
          <p:nvPr/>
        </p:nvSpPr>
        <p:spPr bwMode="auto">
          <a:xfrm>
            <a:off x="4911497" y="3224162"/>
            <a:ext cx="254801" cy="382201"/>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148"/>
          <p:cNvSpPr>
            <a:spLocks noEditPoints="1"/>
          </p:cNvSpPr>
          <p:nvPr/>
        </p:nvSpPr>
        <p:spPr bwMode="auto">
          <a:xfrm>
            <a:off x="5043488" y="2333191"/>
            <a:ext cx="372653" cy="359247"/>
          </a:xfrm>
          <a:custGeom>
            <a:avLst/>
            <a:gdLst/>
            <a:ahLst/>
            <a:cxnLst>
              <a:cxn ang="0">
                <a:pos x="16" y="54"/>
              </a:cxn>
              <a:cxn ang="0">
                <a:pos x="14" y="57"/>
              </a:cxn>
              <a:cxn ang="0">
                <a:pos x="2" y="57"/>
              </a:cxn>
              <a:cxn ang="0">
                <a:pos x="0" y="54"/>
              </a:cxn>
              <a:cxn ang="0">
                <a:pos x="0" y="29"/>
              </a:cxn>
              <a:cxn ang="0">
                <a:pos x="2" y="26"/>
              </a:cxn>
              <a:cxn ang="0">
                <a:pos x="14" y="26"/>
              </a:cxn>
              <a:cxn ang="0">
                <a:pos x="16" y="29"/>
              </a:cxn>
              <a:cxn ang="0">
                <a:pos x="16" y="54"/>
              </a:cxn>
              <a:cxn ang="0">
                <a:pos x="7" y="47"/>
              </a:cxn>
              <a:cxn ang="0">
                <a:pos x="5" y="49"/>
              </a:cxn>
              <a:cxn ang="0">
                <a:pos x="7" y="52"/>
              </a:cxn>
              <a:cxn ang="0">
                <a:pos x="10" y="49"/>
              </a:cxn>
              <a:cxn ang="0">
                <a:pos x="7" y="47"/>
              </a:cxn>
              <a:cxn ang="0">
                <a:pos x="62" y="35"/>
              </a:cxn>
              <a:cxn ang="0">
                <a:pos x="62" y="38"/>
              </a:cxn>
              <a:cxn ang="0">
                <a:pos x="61" y="43"/>
              </a:cxn>
              <a:cxn ang="0">
                <a:pos x="61" y="48"/>
              </a:cxn>
              <a:cxn ang="0">
                <a:pos x="59" y="52"/>
              </a:cxn>
              <a:cxn ang="0">
                <a:pos x="57" y="59"/>
              </a:cxn>
              <a:cxn ang="0">
                <a:pos x="49" y="62"/>
              </a:cxn>
              <a:cxn ang="0">
                <a:pos x="47" y="62"/>
              </a:cxn>
              <a:cxn ang="0">
                <a:pos x="44" y="62"/>
              </a:cxn>
              <a:cxn ang="0">
                <a:pos x="43" y="62"/>
              </a:cxn>
              <a:cxn ang="0">
                <a:pos x="28" y="59"/>
              </a:cxn>
              <a:cxn ang="0">
                <a:pos x="22" y="57"/>
              </a:cxn>
              <a:cxn ang="0">
                <a:pos x="19" y="54"/>
              </a:cxn>
              <a:cxn ang="0">
                <a:pos x="19" y="29"/>
              </a:cxn>
              <a:cxn ang="0">
                <a:pos x="21" y="26"/>
              </a:cxn>
              <a:cxn ang="0">
                <a:pos x="29" y="19"/>
              </a:cxn>
              <a:cxn ang="0">
                <a:pos x="33" y="14"/>
              </a:cxn>
              <a:cxn ang="0">
                <a:pos x="35" y="8"/>
              </a:cxn>
              <a:cxn ang="0">
                <a:pos x="38" y="1"/>
              </a:cxn>
              <a:cxn ang="0">
                <a:pos x="40" y="0"/>
              </a:cxn>
              <a:cxn ang="0">
                <a:pos x="49" y="11"/>
              </a:cxn>
              <a:cxn ang="0">
                <a:pos x="46" y="18"/>
              </a:cxn>
              <a:cxn ang="0">
                <a:pos x="45" y="21"/>
              </a:cxn>
              <a:cxn ang="0">
                <a:pos x="56" y="21"/>
              </a:cxn>
              <a:cxn ang="0">
                <a:pos x="64" y="29"/>
              </a:cxn>
              <a:cxn ang="0">
                <a:pos x="62" y="35"/>
              </a:cxn>
            </a:cxnLst>
            <a:rect l="0" t="0" r="r" b="b"/>
            <a:pathLst>
              <a:path w="64" h="62">
                <a:moveTo>
                  <a:pt x="16" y="54"/>
                </a:moveTo>
                <a:cubicBezTo>
                  <a:pt x="16" y="56"/>
                  <a:pt x="15" y="57"/>
                  <a:pt x="14" y="57"/>
                </a:cubicBezTo>
                <a:cubicBezTo>
                  <a:pt x="2" y="57"/>
                  <a:pt x="2" y="57"/>
                  <a:pt x="2" y="57"/>
                </a:cubicBezTo>
                <a:cubicBezTo>
                  <a:pt x="1" y="57"/>
                  <a:pt x="0" y="56"/>
                  <a:pt x="0" y="54"/>
                </a:cubicBezTo>
                <a:cubicBezTo>
                  <a:pt x="0" y="29"/>
                  <a:pt x="0" y="29"/>
                  <a:pt x="0" y="29"/>
                </a:cubicBezTo>
                <a:cubicBezTo>
                  <a:pt x="0" y="27"/>
                  <a:pt x="1" y="26"/>
                  <a:pt x="2" y="26"/>
                </a:cubicBezTo>
                <a:cubicBezTo>
                  <a:pt x="14" y="26"/>
                  <a:pt x="14" y="26"/>
                  <a:pt x="14" y="26"/>
                </a:cubicBezTo>
                <a:cubicBezTo>
                  <a:pt x="15" y="26"/>
                  <a:pt x="16" y="27"/>
                  <a:pt x="16" y="29"/>
                </a:cubicBezTo>
                <a:lnTo>
                  <a:pt x="16" y="54"/>
                </a:lnTo>
                <a:close/>
                <a:moveTo>
                  <a:pt x="7" y="47"/>
                </a:moveTo>
                <a:cubicBezTo>
                  <a:pt x="6" y="47"/>
                  <a:pt x="5" y="48"/>
                  <a:pt x="5" y="49"/>
                </a:cubicBezTo>
                <a:cubicBezTo>
                  <a:pt x="5" y="51"/>
                  <a:pt x="6" y="52"/>
                  <a:pt x="7" y="52"/>
                </a:cubicBezTo>
                <a:cubicBezTo>
                  <a:pt x="9" y="52"/>
                  <a:pt x="10" y="51"/>
                  <a:pt x="10" y="49"/>
                </a:cubicBezTo>
                <a:cubicBezTo>
                  <a:pt x="10" y="48"/>
                  <a:pt x="9" y="47"/>
                  <a:pt x="7" y="47"/>
                </a:cubicBezTo>
                <a:close/>
                <a:moveTo>
                  <a:pt x="62" y="35"/>
                </a:moveTo>
                <a:cubicBezTo>
                  <a:pt x="62" y="36"/>
                  <a:pt x="62" y="37"/>
                  <a:pt x="62" y="38"/>
                </a:cubicBezTo>
                <a:cubicBezTo>
                  <a:pt x="62" y="40"/>
                  <a:pt x="62" y="42"/>
                  <a:pt x="61" y="43"/>
                </a:cubicBezTo>
                <a:cubicBezTo>
                  <a:pt x="61" y="45"/>
                  <a:pt x="61" y="46"/>
                  <a:pt x="61" y="48"/>
                </a:cubicBezTo>
                <a:cubicBezTo>
                  <a:pt x="60" y="49"/>
                  <a:pt x="60" y="51"/>
                  <a:pt x="59" y="52"/>
                </a:cubicBezTo>
                <a:cubicBezTo>
                  <a:pt x="59" y="55"/>
                  <a:pt x="58" y="57"/>
                  <a:pt x="57" y="59"/>
                </a:cubicBezTo>
                <a:cubicBezTo>
                  <a:pt x="55" y="61"/>
                  <a:pt x="52" y="62"/>
                  <a:pt x="49" y="62"/>
                </a:cubicBezTo>
                <a:cubicBezTo>
                  <a:pt x="48" y="62"/>
                  <a:pt x="48" y="62"/>
                  <a:pt x="47" y="62"/>
                </a:cubicBezTo>
                <a:cubicBezTo>
                  <a:pt x="44" y="62"/>
                  <a:pt x="44" y="62"/>
                  <a:pt x="44" y="62"/>
                </a:cubicBezTo>
                <a:cubicBezTo>
                  <a:pt x="43" y="62"/>
                  <a:pt x="43" y="62"/>
                  <a:pt x="43" y="62"/>
                </a:cubicBezTo>
                <a:cubicBezTo>
                  <a:pt x="38" y="62"/>
                  <a:pt x="32" y="60"/>
                  <a:pt x="28" y="59"/>
                </a:cubicBezTo>
                <a:cubicBezTo>
                  <a:pt x="25" y="58"/>
                  <a:pt x="23" y="57"/>
                  <a:pt x="22" y="57"/>
                </a:cubicBezTo>
                <a:cubicBezTo>
                  <a:pt x="20" y="57"/>
                  <a:pt x="19" y="56"/>
                  <a:pt x="19" y="54"/>
                </a:cubicBezTo>
                <a:cubicBezTo>
                  <a:pt x="19" y="29"/>
                  <a:pt x="19" y="29"/>
                  <a:pt x="19" y="29"/>
                </a:cubicBezTo>
                <a:cubicBezTo>
                  <a:pt x="19" y="27"/>
                  <a:pt x="20" y="26"/>
                  <a:pt x="21" y="26"/>
                </a:cubicBezTo>
                <a:cubicBezTo>
                  <a:pt x="23" y="26"/>
                  <a:pt x="27" y="21"/>
                  <a:pt x="29" y="19"/>
                </a:cubicBezTo>
                <a:cubicBezTo>
                  <a:pt x="30" y="17"/>
                  <a:pt x="31" y="15"/>
                  <a:pt x="33" y="14"/>
                </a:cubicBezTo>
                <a:cubicBezTo>
                  <a:pt x="34" y="13"/>
                  <a:pt x="35" y="10"/>
                  <a:pt x="35" y="8"/>
                </a:cubicBezTo>
                <a:cubicBezTo>
                  <a:pt x="36" y="5"/>
                  <a:pt x="36" y="3"/>
                  <a:pt x="38" y="1"/>
                </a:cubicBezTo>
                <a:cubicBezTo>
                  <a:pt x="38" y="1"/>
                  <a:pt x="39" y="0"/>
                  <a:pt x="40" y="0"/>
                </a:cubicBezTo>
                <a:cubicBezTo>
                  <a:pt x="49" y="0"/>
                  <a:pt x="49" y="8"/>
                  <a:pt x="49" y="11"/>
                </a:cubicBezTo>
                <a:cubicBezTo>
                  <a:pt x="49" y="14"/>
                  <a:pt x="47" y="16"/>
                  <a:pt x="46" y="18"/>
                </a:cubicBezTo>
                <a:cubicBezTo>
                  <a:pt x="46" y="19"/>
                  <a:pt x="46" y="20"/>
                  <a:pt x="45" y="21"/>
                </a:cubicBezTo>
                <a:cubicBezTo>
                  <a:pt x="56" y="21"/>
                  <a:pt x="56" y="21"/>
                  <a:pt x="56" y="21"/>
                </a:cubicBezTo>
                <a:cubicBezTo>
                  <a:pt x="60" y="21"/>
                  <a:pt x="64" y="25"/>
                  <a:pt x="64" y="29"/>
                </a:cubicBezTo>
                <a:cubicBezTo>
                  <a:pt x="64" y="31"/>
                  <a:pt x="63" y="33"/>
                  <a:pt x="62" y="3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150"/>
                                        </p:tgtEl>
                                        <p:attrNameLst>
                                          <p:attrName>style.visibility</p:attrName>
                                        </p:attrNameLst>
                                      </p:cBhvr>
                                      <p:to>
                                        <p:strVal val="visible"/>
                                      </p:to>
                                    </p:set>
                                    <p:anim calcmode="lin" valueType="num">
                                      <p:cBhvr>
                                        <p:cTn id="7" dur="500" fill="hold"/>
                                        <p:tgtEl>
                                          <p:spTgt spid="6150"/>
                                        </p:tgtEl>
                                        <p:attrNameLst>
                                          <p:attrName>ppt_w</p:attrName>
                                        </p:attrNameLst>
                                      </p:cBhvr>
                                      <p:tavLst>
                                        <p:tav tm="0">
                                          <p:val>
                                            <p:fltVal val="0"/>
                                          </p:val>
                                        </p:tav>
                                        <p:tav tm="100000">
                                          <p:val>
                                            <p:strVal val="#ppt_w"/>
                                          </p:val>
                                        </p:tav>
                                      </p:tavLst>
                                    </p:anim>
                                    <p:anim calcmode="lin" valueType="num">
                                      <p:cBhvr>
                                        <p:cTn id="8" dur="500" fill="hold"/>
                                        <p:tgtEl>
                                          <p:spTgt spid="6150"/>
                                        </p:tgtEl>
                                        <p:attrNameLst>
                                          <p:attrName>ppt_h</p:attrName>
                                        </p:attrNameLst>
                                      </p:cBhvr>
                                      <p:tavLst>
                                        <p:tav tm="0">
                                          <p:val>
                                            <p:fltVal val="0"/>
                                          </p:val>
                                        </p:tav>
                                        <p:tav tm="100000">
                                          <p:val>
                                            <p:strVal val="#ppt_h"/>
                                          </p:val>
                                        </p:tav>
                                      </p:tavLst>
                                    </p:anim>
                                    <p:animEffect transition="in" filter="fade">
                                      <p:cBhvr>
                                        <p:cTn id="9" dur="500"/>
                                        <p:tgtEl>
                                          <p:spTgt spid="615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3"/>
                                        </p:tgtEl>
                                        <p:attrNameLst>
                                          <p:attrName>style.visibility</p:attrName>
                                        </p:attrNameLst>
                                      </p:cBhvr>
                                      <p:to>
                                        <p:strVal val="visible"/>
                                      </p:to>
                                    </p:set>
                                    <p:anim calcmode="lin" valueType="num">
                                      <p:cBhvr>
                                        <p:cTn id="13" dur="500" fill="hold"/>
                                        <p:tgtEl>
                                          <p:spTgt spid="53"/>
                                        </p:tgtEl>
                                        <p:attrNameLst>
                                          <p:attrName>ppt_w</p:attrName>
                                        </p:attrNameLst>
                                      </p:cBhvr>
                                      <p:tavLst>
                                        <p:tav tm="0">
                                          <p:val>
                                            <p:fltVal val="0"/>
                                          </p:val>
                                        </p:tav>
                                        <p:tav tm="100000">
                                          <p:val>
                                            <p:strVal val="#ppt_w"/>
                                          </p:val>
                                        </p:tav>
                                      </p:tavLst>
                                    </p:anim>
                                    <p:anim calcmode="lin" valueType="num">
                                      <p:cBhvr>
                                        <p:cTn id="14" dur="500" fill="hold"/>
                                        <p:tgtEl>
                                          <p:spTgt spid="53"/>
                                        </p:tgtEl>
                                        <p:attrNameLst>
                                          <p:attrName>ppt_h</p:attrName>
                                        </p:attrNameLst>
                                      </p:cBhvr>
                                      <p:tavLst>
                                        <p:tav tm="0">
                                          <p:val>
                                            <p:fltVal val="0"/>
                                          </p:val>
                                        </p:tav>
                                        <p:tav tm="100000">
                                          <p:val>
                                            <p:strVal val="#ppt_h"/>
                                          </p:val>
                                        </p:tav>
                                      </p:tavLst>
                                    </p:anim>
                                    <p:animEffect transition="in" filter="fade">
                                      <p:cBhvr>
                                        <p:cTn id="15" dur="500"/>
                                        <p:tgtEl>
                                          <p:spTgt spid="53"/>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6149"/>
                                        </p:tgtEl>
                                        <p:attrNameLst>
                                          <p:attrName>style.visibility</p:attrName>
                                        </p:attrNameLst>
                                      </p:cBhvr>
                                      <p:to>
                                        <p:strVal val="visible"/>
                                      </p:to>
                                    </p:set>
                                    <p:anim calcmode="lin" valueType="num">
                                      <p:cBhvr>
                                        <p:cTn id="19" dur="500" fill="hold"/>
                                        <p:tgtEl>
                                          <p:spTgt spid="6149"/>
                                        </p:tgtEl>
                                        <p:attrNameLst>
                                          <p:attrName>ppt_w</p:attrName>
                                        </p:attrNameLst>
                                      </p:cBhvr>
                                      <p:tavLst>
                                        <p:tav tm="0">
                                          <p:val>
                                            <p:fltVal val="0"/>
                                          </p:val>
                                        </p:tav>
                                        <p:tav tm="100000">
                                          <p:val>
                                            <p:strVal val="#ppt_w"/>
                                          </p:val>
                                        </p:tav>
                                      </p:tavLst>
                                    </p:anim>
                                    <p:anim calcmode="lin" valueType="num">
                                      <p:cBhvr>
                                        <p:cTn id="20" dur="500" fill="hold"/>
                                        <p:tgtEl>
                                          <p:spTgt spid="6149"/>
                                        </p:tgtEl>
                                        <p:attrNameLst>
                                          <p:attrName>ppt_h</p:attrName>
                                        </p:attrNameLst>
                                      </p:cBhvr>
                                      <p:tavLst>
                                        <p:tav tm="0">
                                          <p:val>
                                            <p:fltVal val="0"/>
                                          </p:val>
                                        </p:tav>
                                        <p:tav tm="100000">
                                          <p:val>
                                            <p:strVal val="#ppt_h"/>
                                          </p:val>
                                        </p:tav>
                                      </p:tavLst>
                                    </p:anim>
                                    <p:animEffect transition="in" filter="fade">
                                      <p:cBhvr>
                                        <p:cTn id="21" dur="500"/>
                                        <p:tgtEl>
                                          <p:spTgt spid="6149"/>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p:cTn id="25" dur="500" fill="hold"/>
                                        <p:tgtEl>
                                          <p:spTgt spid="52"/>
                                        </p:tgtEl>
                                        <p:attrNameLst>
                                          <p:attrName>ppt_w</p:attrName>
                                        </p:attrNameLst>
                                      </p:cBhvr>
                                      <p:tavLst>
                                        <p:tav tm="0">
                                          <p:val>
                                            <p:fltVal val="0"/>
                                          </p:val>
                                        </p:tav>
                                        <p:tav tm="100000">
                                          <p:val>
                                            <p:strVal val="#ppt_w"/>
                                          </p:val>
                                        </p:tav>
                                      </p:tavLst>
                                    </p:anim>
                                    <p:anim calcmode="lin" valueType="num">
                                      <p:cBhvr>
                                        <p:cTn id="26" dur="500" fill="hold"/>
                                        <p:tgtEl>
                                          <p:spTgt spid="52"/>
                                        </p:tgtEl>
                                        <p:attrNameLst>
                                          <p:attrName>ppt_h</p:attrName>
                                        </p:attrNameLst>
                                      </p:cBhvr>
                                      <p:tavLst>
                                        <p:tav tm="0">
                                          <p:val>
                                            <p:fltVal val="0"/>
                                          </p:val>
                                        </p:tav>
                                        <p:tav tm="100000">
                                          <p:val>
                                            <p:strVal val="#ppt_h"/>
                                          </p:val>
                                        </p:tav>
                                      </p:tavLst>
                                    </p:anim>
                                    <p:animEffect transition="in" filter="fade">
                                      <p:cBhvr>
                                        <p:cTn id="27" dur="500"/>
                                        <p:tgtEl>
                                          <p:spTgt spid="52"/>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6153"/>
                                        </p:tgtEl>
                                        <p:attrNameLst>
                                          <p:attrName>style.visibility</p:attrName>
                                        </p:attrNameLst>
                                      </p:cBhvr>
                                      <p:to>
                                        <p:strVal val="visible"/>
                                      </p:to>
                                    </p:set>
                                    <p:anim calcmode="lin" valueType="num">
                                      <p:cBhvr>
                                        <p:cTn id="31" dur="500" fill="hold"/>
                                        <p:tgtEl>
                                          <p:spTgt spid="6153"/>
                                        </p:tgtEl>
                                        <p:attrNameLst>
                                          <p:attrName>ppt_w</p:attrName>
                                        </p:attrNameLst>
                                      </p:cBhvr>
                                      <p:tavLst>
                                        <p:tav tm="0">
                                          <p:val>
                                            <p:fltVal val="0"/>
                                          </p:val>
                                        </p:tav>
                                        <p:tav tm="100000">
                                          <p:val>
                                            <p:strVal val="#ppt_w"/>
                                          </p:val>
                                        </p:tav>
                                      </p:tavLst>
                                    </p:anim>
                                    <p:anim calcmode="lin" valueType="num">
                                      <p:cBhvr>
                                        <p:cTn id="32" dur="500" fill="hold"/>
                                        <p:tgtEl>
                                          <p:spTgt spid="6153"/>
                                        </p:tgtEl>
                                        <p:attrNameLst>
                                          <p:attrName>ppt_h</p:attrName>
                                        </p:attrNameLst>
                                      </p:cBhvr>
                                      <p:tavLst>
                                        <p:tav tm="0">
                                          <p:val>
                                            <p:fltVal val="0"/>
                                          </p:val>
                                        </p:tav>
                                        <p:tav tm="100000">
                                          <p:val>
                                            <p:strVal val="#ppt_h"/>
                                          </p:val>
                                        </p:tav>
                                      </p:tavLst>
                                    </p:anim>
                                    <p:animEffect transition="in" filter="fade">
                                      <p:cBhvr>
                                        <p:cTn id="33" dur="500"/>
                                        <p:tgtEl>
                                          <p:spTgt spid="6153"/>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56"/>
                                        </p:tgtEl>
                                        <p:attrNameLst>
                                          <p:attrName>style.visibility</p:attrName>
                                        </p:attrNameLst>
                                      </p:cBhvr>
                                      <p:to>
                                        <p:strVal val="visible"/>
                                      </p:to>
                                    </p:set>
                                    <p:anim calcmode="lin" valueType="num">
                                      <p:cBhvr>
                                        <p:cTn id="37" dur="500" fill="hold"/>
                                        <p:tgtEl>
                                          <p:spTgt spid="56"/>
                                        </p:tgtEl>
                                        <p:attrNameLst>
                                          <p:attrName>ppt_w</p:attrName>
                                        </p:attrNameLst>
                                      </p:cBhvr>
                                      <p:tavLst>
                                        <p:tav tm="0">
                                          <p:val>
                                            <p:fltVal val="0"/>
                                          </p:val>
                                        </p:tav>
                                        <p:tav tm="100000">
                                          <p:val>
                                            <p:strVal val="#ppt_w"/>
                                          </p:val>
                                        </p:tav>
                                      </p:tavLst>
                                    </p:anim>
                                    <p:anim calcmode="lin" valueType="num">
                                      <p:cBhvr>
                                        <p:cTn id="38" dur="500" fill="hold"/>
                                        <p:tgtEl>
                                          <p:spTgt spid="56"/>
                                        </p:tgtEl>
                                        <p:attrNameLst>
                                          <p:attrName>ppt_h</p:attrName>
                                        </p:attrNameLst>
                                      </p:cBhvr>
                                      <p:tavLst>
                                        <p:tav tm="0">
                                          <p:val>
                                            <p:fltVal val="0"/>
                                          </p:val>
                                        </p:tav>
                                        <p:tav tm="100000">
                                          <p:val>
                                            <p:strVal val="#ppt_h"/>
                                          </p:val>
                                        </p:tav>
                                      </p:tavLst>
                                    </p:anim>
                                    <p:animEffect transition="in" filter="fade">
                                      <p:cBhvr>
                                        <p:cTn id="39" dur="500"/>
                                        <p:tgtEl>
                                          <p:spTgt spid="56"/>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6152"/>
                                        </p:tgtEl>
                                        <p:attrNameLst>
                                          <p:attrName>style.visibility</p:attrName>
                                        </p:attrNameLst>
                                      </p:cBhvr>
                                      <p:to>
                                        <p:strVal val="visible"/>
                                      </p:to>
                                    </p:set>
                                    <p:anim calcmode="lin" valueType="num">
                                      <p:cBhvr>
                                        <p:cTn id="43" dur="500" fill="hold"/>
                                        <p:tgtEl>
                                          <p:spTgt spid="6152"/>
                                        </p:tgtEl>
                                        <p:attrNameLst>
                                          <p:attrName>ppt_w</p:attrName>
                                        </p:attrNameLst>
                                      </p:cBhvr>
                                      <p:tavLst>
                                        <p:tav tm="0">
                                          <p:val>
                                            <p:fltVal val="0"/>
                                          </p:val>
                                        </p:tav>
                                        <p:tav tm="100000">
                                          <p:val>
                                            <p:strVal val="#ppt_w"/>
                                          </p:val>
                                        </p:tav>
                                      </p:tavLst>
                                    </p:anim>
                                    <p:anim calcmode="lin" valueType="num">
                                      <p:cBhvr>
                                        <p:cTn id="44" dur="500" fill="hold"/>
                                        <p:tgtEl>
                                          <p:spTgt spid="6152"/>
                                        </p:tgtEl>
                                        <p:attrNameLst>
                                          <p:attrName>ppt_h</p:attrName>
                                        </p:attrNameLst>
                                      </p:cBhvr>
                                      <p:tavLst>
                                        <p:tav tm="0">
                                          <p:val>
                                            <p:fltVal val="0"/>
                                          </p:val>
                                        </p:tav>
                                        <p:tav tm="100000">
                                          <p:val>
                                            <p:strVal val="#ppt_h"/>
                                          </p:val>
                                        </p:tav>
                                      </p:tavLst>
                                    </p:anim>
                                    <p:animEffect transition="in" filter="fade">
                                      <p:cBhvr>
                                        <p:cTn id="45" dur="500"/>
                                        <p:tgtEl>
                                          <p:spTgt spid="6152"/>
                                        </p:tgtEl>
                                      </p:cBhvr>
                                    </p:animEffect>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55"/>
                                        </p:tgtEl>
                                        <p:attrNameLst>
                                          <p:attrName>style.visibility</p:attrName>
                                        </p:attrNameLst>
                                      </p:cBhvr>
                                      <p:to>
                                        <p:strVal val="visible"/>
                                      </p:to>
                                    </p:set>
                                    <p:anim calcmode="lin" valueType="num">
                                      <p:cBhvr>
                                        <p:cTn id="49" dur="500" fill="hold"/>
                                        <p:tgtEl>
                                          <p:spTgt spid="55"/>
                                        </p:tgtEl>
                                        <p:attrNameLst>
                                          <p:attrName>ppt_w</p:attrName>
                                        </p:attrNameLst>
                                      </p:cBhvr>
                                      <p:tavLst>
                                        <p:tav tm="0">
                                          <p:val>
                                            <p:fltVal val="0"/>
                                          </p:val>
                                        </p:tav>
                                        <p:tav tm="100000">
                                          <p:val>
                                            <p:strVal val="#ppt_w"/>
                                          </p:val>
                                        </p:tav>
                                      </p:tavLst>
                                    </p:anim>
                                    <p:anim calcmode="lin" valueType="num">
                                      <p:cBhvr>
                                        <p:cTn id="50" dur="500" fill="hold"/>
                                        <p:tgtEl>
                                          <p:spTgt spid="55"/>
                                        </p:tgtEl>
                                        <p:attrNameLst>
                                          <p:attrName>ppt_h</p:attrName>
                                        </p:attrNameLst>
                                      </p:cBhvr>
                                      <p:tavLst>
                                        <p:tav tm="0">
                                          <p:val>
                                            <p:fltVal val="0"/>
                                          </p:val>
                                        </p:tav>
                                        <p:tav tm="100000">
                                          <p:val>
                                            <p:strVal val="#ppt_h"/>
                                          </p:val>
                                        </p:tav>
                                      </p:tavLst>
                                    </p:anim>
                                    <p:animEffect transition="in" filter="fade">
                                      <p:cBhvr>
                                        <p:cTn id="51" dur="500"/>
                                        <p:tgtEl>
                                          <p:spTgt spid="55"/>
                                        </p:tgtEl>
                                      </p:cBhvr>
                                    </p:animEffect>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6151"/>
                                        </p:tgtEl>
                                        <p:attrNameLst>
                                          <p:attrName>style.visibility</p:attrName>
                                        </p:attrNameLst>
                                      </p:cBhvr>
                                      <p:to>
                                        <p:strVal val="visible"/>
                                      </p:to>
                                    </p:set>
                                    <p:anim calcmode="lin" valueType="num">
                                      <p:cBhvr>
                                        <p:cTn id="55" dur="500" fill="hold"/>
                                        <p:tgtEl>
                                          <p:spTgt spid="6151"/>
                                        </p:tgtEl>
                                        <p:attrNameLst>
                                          <p:attrName>ppt_w</p:attrName>
                                        </p:attrNameLst>
                                      </p:cBhvr>
                                      <p:tavLst>
                                        <p:tav tm="0">
                                          <p:val>
                                            <p:fltVal val="0"/>
                                          </p:val>
                                        </p:tav>
                                        <p:tav tm="100000">
                                          <p:val>
                                            <p:strVal val="#ppt_w"/>
                                          </p:val>
                                        </p:tav>
                                      </p:tavLst>
                                    </p:anim>
                                    <p:anim calcmode="lin" valueType="num">
                                      <p:cBhvr>
                                        <p:cTn id="56" dur="500" fill="hold"/>
                                        <p:tgtEl>
                                          <p:spTgt spid="6151"/>
                                        </p:tgtEl>
                                        <p:attrNameLst>
                                          <p:attrName>ppt_h</p:attrName>
                                        </p:attrNameLst>
                                      </p:cBhvr>
                                      <p:tavLst>
                                        <p:tav tm="0">
                                          <p:val>
                                            <p:fltVal val="0"/>
                                          </p:val>
                                        </p:tav>
                                        <p:tav tm="100000">
                                          <p:val>
                                            <p:strVal val="#ppt_h"/>
                                          </p:val>
                                        </p:tav>
                                      </p:tavLst>
                                    </p:anim>
                                    <p:animEffect transition="in" filter="fade">
                                      <p:cBhvr>
                                        <p:cTn id="57" dur="500"/>
                                        <p:tgtEl>
                                          <p:spTgt spid="6151"/>
                                        </p:tgtEl>
                                      </p:cBhvr>
                                    </p:animEffect>
                                  </p:childTnLst>
                                </p:cTn>
                              </p:par>
                            </p:childTnLst>
                          </p:cTn>
                        </p:par>
                        <p:par>
                          <p:cTn id="58" fill="hold">
                            <p:stCondLst>
                              <p:cond delay="4500"/>
                            </p:stCondLst>
                            <p:childTnLst>
                              <p:par>
                                <p:cTn id="59" presetID="53" presetClass="entr" presetSubtype="0" fill="hold" grpId="0" nodeType="afterEffect">
                                  <p:stCondLst>
                                    <p:cond delay="0"/>
                                  </p:stCondLst>
                                  <p:childTnLst>
                                    <p:set>
                                      <p:cBhvr>
                                        <p:cTn id="60" dur="1" fill="hold">
                                          <p:stCondLst>
                                            <p:cond delay="0"/>
                                          </p:stCondLst>
                                        </p:cTn>
                                        <p:tgtEl>
                                          <p:spTgt spid="54"/>
                                        </p:tgtEl>
                                        <p:attrNameLst>
                                          <p:attrName>style.visibility</p:attrName>
                                        </p:attrNameLst>
                                      </p:cBhvr>
                                      <p:to>
                                        <p:strVal val="visible"/>
                                      </p:to>
                                    </p:set>
                                    <p:anim calcmode="lin" valueType="num">
                                      <p:cBhvr>
                                        <p:cTn id="61" dur="500" fill="hold"/>
                                        <p:tgtEl>
                                          <p:spTgt spid="54"/>
                                        </p:tgtEl>
                                        <p:attrNameLst>
                                          <p:attrName>ppt_w</p:attrName>
                                        </p:attrNameLst>
                                      </p:cBhvr>
                                      <p:tavLst>
                                        <p:tav tm="0">
                                          <p:val>
                                            <p:fltVal val="0"/>
                                          </p:val>
                                        </p:tav>
                                        <p:tav tm="100000">
                                          <p:val>
                                            <p:strVal val="#ppt_w"/>
                                          </p:val>
                                        </p:tav>
                                      </p:tavLst>
                                    </p:anim>
                                    <p:anim calcmode="lin" valueType="num">
                                      <p:cBhvr>
                                        <p:cTn id="62" dur="500" fill="hold"/>
                                        <p:tgtEl>
                                          <p:spTgt spid="54"/>
                                        </p:tgtEl>
                                        <p:attrNameLst>
                                          <p:attrName>ppt_h</p:attrName>
                                        </p:attrNameLst>
                                      </p:cBhvr>
                                      <p:tavLst>
                                        <p:tav tm="0">
                                          <p:val>
                                            <p:fltVal val="0"/>
                                          </p:val>
                                        </p:tav>
                                        <p:tav tm="100000">
                                          <p:val>
                                            <p:strVal val="#ppt_h"/>
                                          </p:val>
                                        </p:tav>
                                      </p:tavLst>
                                    </p:anim>
                                    <p:animEffect transition="in" filter="fade">
                                      <p:cBhvr>
                                        <p:cTn id="63" dur="500"/>
                                        <p:tgtEl>
                                          <p:spTgt spid="54"/>
                                        </p:tgtEl>
                                      </p:cBhvr>
                                    </p:animEffect>
                                  </p:childTnLst>
                                </p:cTn>
                              </p:par>
                            </p:childTnLst>
                          </p:cTn>
                        </p:par>
                        <p:par>
                          <p:cTn id="64" fill="hold">
                            <p:stCondLst>
                              <p:cond delay="5000"/>
                            </p:stCondLst>
                            <p:childTnLst>
                              <p:par>
                                <p:cTn id="65" presetID="18" presetClass="entr" presetSubtype="12" fill="hold" nodeType="afterEffect">
                                  <p:stCondLst>
                                    <p:cond delay="0"/>
                                  </p:stCondLst>
                                  <p:childTnLst>
                                    <p:set>
                                      <p:cBhvr>
                                        <p:cTn id="66" dur="1" fill="hold">
                                          <p:stCondLst>
                                            <p:cond delay="0"/>
                                          </p:stCondLst>
                                        </p:cTn>
                                        <p:tgtEl>
                                          <p:spTgt spid="9"/>
                                        </p:tgtEl>
                                        <p:attrNameLst>
                                          <p:attrName>style.visibility</p:attrName>
                                        </p:attrNameLst>
                                      </p:cBhvr>
                                      <p:to>
                                        <p:strVal val="visible"/>
                                      </p:to>
                                    </p:set>
                                    <p:animEffect transition="in" filter="strips(downLeft)">
                                      <p:cBhvr>
                                        <p:cTn id="67" dur="500"/>
                                        <p:tgtEl>
                                          <p:spTgt spid="9"/>
                                        </p:tgtEl>
                                      </p:cBhvr>
                                    </p:animEffect>
                                  </p:childTnLst>
                                </p:cTn>
                              </p:par>
                              <p:par>
                                <p:cTn id="68" presetID="2" presetClass="entr" presetSubtype="8" accel="50000" decel="50000"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1000" fill="hold"/>
                                        <p:tgtEl>
                                          <p:spTgt spid="10"/>
                                        </p:tgtEl>
                                        <p:attrNameLst>
                                          <p:attrName>ppt_x</p:attrName>
                                        </p:attrNameLst>
                                      </p:cBhvr>
                                      <p:tavLst>
                                        <p:tav tm="0">
                                          <p:val>
                                            <p:strVal val="0-#ppt_w/2"/>
                                          </p:val>
                                        </p:tav>
                                        <p:tav tm="100000">
                                          <p:val>
                                            <p:strVal val="#ppt_x"/>
                                          </p:val>
                                        </p:tav>
                                      </p:tavLst>
                                    </p:anim>
                                    <p:anim calcmode="lin" valueType="num">
                                      <p:cBhvr additive="base">
                                        <p:cTn id="71" dur="1000" fill="hold"/>
                                        <p:tgtEl>
                                          <p:spTgt spid="10"/>
                                        </p:tgtEl>
                                        <p:attrNameLst>
                                          <p:attrName>ppt_y</p:attrName>
                                        </p:attrNameLst>
                                      </p:cBhvr>
                                      <p:tavLst>
                                        <p:tav tm="0">
                                          <p:val>
                                            <p:strVal val="#ppt_y"/>
                                          </p:val>
                                        </p:tav>
                                        <p:tav tm="100000">
                                          <p:val>
                                            <p:strVal val="#ppt_y"/>
                                          </p:val>
                                        </p:tav>
                                      </p:tavLst>
                                    </p:anim>
                                  </p:childTnLst>
                                </p:cTn>
                              </p:par>
                            </p:childTnLst>
                          </p:cTn>
                        </p:par>
                        <p:par>
                          <p:cTn id="72" fill="hold">
                            <p:stCondLst>
                              <p:cond delay="6000"/>
                            </p:stCondLst>
                            <p:childTnLst>
                              <p:par>
                                <p:cTn id="73" presetID="18" presetClass="entr" presetSubtype="9" fill="hold" nodeType="afterEffect">
                                  <p:stCondLst>
                                    <p:cond delay="0"/>
                                  </p:stCondLst>
                                  <p:childTnLst>
                                    <p:set>
                                      <p:cBhvr>
                                        <p:cTn id="74" dur="1" fill="hold">
                                          <p:stCondLst>
                                            <p:cond delay="0"/>
                                          </p:stCondLst>
                                        </p:cTn>
                                        <p:tgtEl>
                                          <p:spTgt spid="13"/>
                                        </p:tgtEl>
                                        <p:attrNameLst>
                                          <p:attrName>style.visibility</p:attrName>
                                        </p:attrNameLst>
                                      </p:cBhvr>
                                      <p:to>
                                        <p:strVal val="visible"/>
                                      </p:to>
                                    </p:set>
                                    <p:animEffect transition="in" filter="strips(upLeft)">
                                      <p:cBhvr>
                                        <p:cTn id="75" dur="500"/>
                                        <p:tgtEl>
                                          <p:spTgt spid="13"/>
                                        </p:tgtEl>
                                      </p:cBhvr>
                                    </p:animEffect>
                                  </p:childTnLst>
                                </p:cTn>
                              </p:par>
                              <p:par>
                                <p:cTn id="76" presetID="2" presetClass="entr" presetSubtype="8" accel="50000" decel="50000" fill="hold" nodeType="with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1000" fill="hold"/>
                                        <p:tgtEl>
                                          <p:spTgt spid="7"/>
                                        </p:tgtEl>
                                        <p:attrNameLst>
                                          <p:attrName>ppt_x</p:attrName>
                                        </p:attrNameLst>
                                      </p:cBhvr>
                                      <p:tavLst>
                                        <p:tav tm="0">
                                          <p:val>
                                            <p:strVal val="0-#ppt_w/2"/>
                                          </p:val>
                                        </p:tav>
                                        <p:tav tm="100000">
                                          <p:val>
                                            <p:strVal val="#ppt_x"/>
                                          </p:val>
                                        </p:tav>
                                      </p:tavLst>
                                    </p:anim>
                                    <p:anim calcmode="lin" valueType="num">
                                      <p:cBhvr additive="base">
                                        <p:cTn id="79" dur="1000" fill="hold"/>
                                        <p:tgtEl>
                                          <p:spTgt spid="7"/>
                                        </p:tgtEl>
                                        <p:attrNameLst>
                                          <p:attrName>ppt_y</p:attrName>
                                        </p:attrNameLst>
                                      </p:cBhvr>
                                      <p:tavLst>
                                        <p:tav tm="0">
                                          <p:val>
                                            <p:strVal val="#ppt_y"/>
                                          </p:val>
                                        </p:tav>
                                        <p:tav tm="100000">
                                          <p:val>
                                            <p:strVal val="#ppt_y"/>
                                          </p:val>
                                        </p:tav>
                                      </p:tavLst>
                                    </p:anim>
                                  </p:childTnLst>
                                </p:cTn>
                              </p:par>
                            </p:childTnLst>
                          </p:cTn>
                        </p:par>
                        <p:par>
                          <p:cTn id="80" fill="hold">
                            <p:stCondLst>
                              <p:cond delay="7000"/>
                            </p:stCondLst>
                            <p:childTnLst>
                              <p:par>
                                <p:cTn id="81" presetID="18" presetClass="entr" presetSubtype="6" fill="hold" nodeType="afterEffect">
                                  <p:stCondLst>
                                    <p:cond delay="0"/>
                                  </p:stCondLst>
                                  <p:childTnLst>
                                    <p:set>
                                      <p:cBhvr>
                                        <p:cTn id="82" dur="1" fill="hold">
                                          <p:stCondLst>
                                            <p:cond delay="0"/>
                                          </p:stCondLst>
                                        </p:cTn>
                                        <p:tgtEl>
                                          <p:spTgt spid="12"/>
                                        </p:tgtEl>
                                        <p:attrNameLst>
                                          <p:attrName>style.visibility</p:attrName>
                                        </p:attrNameLst>
                                      </p:cBhvr>
                                      <p:to>
                                        <p:strVal val="visible"/>
                                      </p:to>
                                    </p:set>
                                    <p:animEffect transition="in" filter="strips(downRight)">
                                      <p:cBhvr>
                                        <p:cTn id="83" dur="500"/>
                                        <p:tgtEl>
                                          <p:spTgt spid="12"/>
                                        </p:tgtEl>
                                      </p:cBhvr>
                                    </p:animEffect>
                                  </p:childTnLst>
                                </p:cTn>
                              </p:par>
                              <p:par>
                                <p:cTn id="84" presetID="2" presetClass="entr" presetSubtype="2" accel="50000" decel="50000" fill="hold" nodeType="withEffect">
                                  <p:stCondLst>
                                    <p:cond delay="0"/>
                                  </p:stCondLst>
                                  <p:childTnLst>
                                    <p:set>
                                      <p:cBhvr>
                                        <p:cTn id="85" dur="1" fill="hold">
                                          <p:stCondLst>
                                            <p:cond delay="0"/>
                                          </p:stCondLst>
                                        </p:cTn>
                                        <p:tgtEl>
                                          <p:spTgt spid="6"/>
                                        </p:tgtEl>
                                        <p:attrNameLst>
                                          <p:attrName>style.visibility</p:attrName>
                                        </p:attrNameLst>
                                      </p:cBhvr>
                                      <p:to>
                                        <p:strVal val="visible"/>
                                      </p:to>
                                    </p:set>
                                    <p:anim calcmode="lin" valueType="num">
                                      <p:cBhvr additive="base">
                                        <p:cTn id="86" dur="1000" fill="hold"/>
                                        <p:tgtEl>
                                          <p:spTgt spid="6"/>
                                        </p:tgtEl>
                                        <p:attrNameLst>
                                          <p:attrName>ppt_x</p:attrName>
                                        </p:attrNameLst>
                                      </p:cBhvr>
                                      <p:tavLst>
                                        <p:tav tm="0">
                                          <p:val>
                                            <p:strVal val="1+#ppt_w/2"/>
                                          </p:val>
                                        </p:tav>
                                        <p:tav tm="100000">
                                          <p:val>
                                            <p:strVal val="#ppt_x"/>
                                          </p:val>
                                        </p:tav>
                                      </p:tavLst>
                                    </p:anim>
                                    <p:anim calcmode="lin" valueType="num">
                                      <p:cBhvr additive="base">
                                        <p:cTn id="87" dur="1000" fill="hold"/>
                                        <p:tgtEl>
                                          <p:spTgt spid="6"/>
                                        </p:tgtEl>
                                        <p:attrNameLst>
                                          <p:attrName>ppt_y</p:attrName>
                                        </p:attrNameLst>
                                      </p:cBhvr>
                                      <p:tavLst>
                                        <p:tav tm="0">
                                          <p:val>
                                            <p:strVal val="#ppt_y"/>
                                          </p:val>
                                        </p:tav>
                                        <p:tav tm="100000">
                                          <p:val>
                                            <p:strVal val="#ppt_y"/>
                                          </p:val>
                                        </p:tav>
                                      </p:tavLst>
                                    </p:anim>
                                  </p:childTnLst>
                                </p:cTn>
                              </p:par>
                            </p:childTnLst>
                          </p:cTn>
                        </p:par>
                        <p:par>
                          <p:cTn id="88" fill="hold">
                            <p:stCondLst>
                              <p:cond delay="8000"/>
                            </p:stCondLst>
                            <p:childTnLst>
                              <p:par>
                                <p:cTn id="89" presetID="18" presetClass="entr" presetSubtype="6" fill="hold" nodeType="afterEffect">
                                  <p:stCondLst>
                                    <p:cond delay="0"/>
                                  </p:stCondLst>
                                  <p:childTnLst>
                                    <p:set>
                                      <p:cBhvr>
                                        <p:cTn id="90" dur="1" fill="hold">
                                          <p:stCondLst>
                                            <p:cond delay="0"/>
                                          </p:stCondLst>
                                        </p:cTn>
                                        <p:tgtEl>
                                          <p:spTgt spid="11"/>
                                        </p:tgtEl>
                                        <p:attrNameLst>
                                          <p:attrName>style.visibility</p:attrName>
                                        </p:attrNameLst>
                                      </p:cBhvr>
                                      <p:to>
                                        <p:strVal val="visible"/>
                                      </p:to>
                                    </p:set>
                                    <p:animEffect transition="in" filter="strips(downRight)">
                                      <p:cBhvr>
                                        <p:cTn id="91" dur="500"/>
                                        <p:tgtEl>
                                          <p:spTgt spid="11"/>
                                        </p:tgtEl>
                                      </p:cBhvr>
                                    </p:animEffect>
                                  </p:childTnLst>
                                </p:cTn>
                              </p:par>
                              <p:par>
                                <p:cTn id="92" presetID="2" presetClass="entr" presetSubtype="2" accel="50000" decel="50000" fill="hold" nodeType="withEffect">
                                  <p:stCondLst>
                                    <p:cond delay="0"/>
                                  </p:stCondLst>
                                  <p:childTnLst>
                                    <p:set>
                                      <p:cBhvr>
                                        <p:cTn id="93" dur="1" fill="hold">
                                          <p:stCondLst>
                                            <p:cond delay="0"/>
                                          </p:stCondLst>
                                        </p:cTn>
                                        <p:tgtEl>
                                          <p:spTgt spid="5"/>
                                        </p:tgtEl>
                                        <p:attrNameLst>
                                          <p:attrName>style.visibility</p:attrName>
                                        </p:attrNameLst>
                                      </p:cBhvr>
                                      <p:to>
                                        <p:strVal val="visible"/>
                                      </p:to>
                                    </p:set>
                                    <p:anim calcmode="lin" valueType="num">
                                      <p:cBhvr additive="base">
                                        <p:cTn id="94" dur="1000" fill="hold"/>
                                        <p:tgtEl>
                                          <p:spTgt spid="5"/>
                                        </p:tgtEl>
                                        <p:attrNameLst>
                                          <p:attrName>ppt_x</p:attrName>
                                        </p:attrNameLst>
                                      </p:cBhvr>
                                      <p:tavLst>
                                        <p:tav tm="0">
                                          <p:val>
                                            <p:strVal val="1+#ppt_w/2"/>
                                          </p:val>
                                        </p:tav>
                                        <p:tav tm="100000">
                                          <p:val>
                                            <p:strVal val="#ppt_x"/>
                                          </p:val>
                                        </p:tav>
                                      </p:tavLst>
                                    </p:anim>
                                    <p:anim calcmode="lin" valueType="num">
                                      <p:cBhvr additive="base">
                                        <p:cTn id="95" dur="1000" fill="hold"/>
                                        <p:tgtEl>
                                          <p:spTgt spid="5"/>
                                        </p:tgtEl>
                                        <p:attrNameLst>
                                          <p:attrName>ppt_y</p:attrName>
                                        </p:attrNameLst>
                                      </p:cBhvr>
                                      <p:tavLst>
                                        <p:tav tm="0">
                                          <p:val>
                                            <p:strVal val="#ppt_y"/>
                                          </p:val>
                                        </p:tav>
                                        <p:tav tm="100000">
                                          <p:val>
                                            <p:strVal val="#ppt_y"/>
                                          </p:val>
                                        </p:tav>
                                      </p:tavLst>
                                    </p:anim>
                                  </p:childTnLst>
                                </p:cTn>
                              </p:par>
                            </p:childTnLst>
                          </p:cTn>
                        </p:par>
                        <p:par>
                          <p:cTn id="96" fill="hold">
                            <p:stCondLst>
                              <p:cond delay="9000"/>
                            </p:stCondLst>
                            <p:childTnLst>
                              <p:par>
                                <p:cTn id="97" presetID="18" presetClass="entr" presetSubtype="12" fill="hold" nodeType="afterEffect">
                                  <p:stCondLst>
                                    <p:cond delay="0"/>
                                  </p:stCondLst>
                                  <p:childTnLst>
                                    <p:set>
                                      <p:cBhvr>
                                        <p:cTn id="98" dur="1" fill="hold">
                                          <p:stCondLst>
                                            <p:cond delay="0"/>
                                          </p:stCondLst>
                                        </p:cTn>
                                        <p:tgtEl>
                                          <p:spTgt spid="4"/>
                                        </p:tgtEl>
                                        <p:attrNameLst>
                                          <p:attrName>style.visibility</p:attrName>
                                        </p:attrNameLst>
                                      </p:cBhvr>
                                      <p:to>
                                        <p:strVal val="visible"/>
                                      </p:to>
                                    </p:set>
                                    <p:animEffect transition="in" filter="strips(downLeft)">
                                      <p:cBhvr>
                                        <p:cTn id="99" dur="500"/>
                                        <p:tgtEl>
                                          <p:spTgt spid="4"/>
                                        </p:tgtEl>
                                      </p:cBhvr>
                                    </p:animEffect>
                                  </p:childTnLst>
                                </p:cTn>
                              </p:par>
                              <p:par>
                                <p:cTn id="100" presetID="2" presetClass="entr" presetSubtype="8" accel="50000" decel="50000" fill="hold"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1000" fill="hold"/>
                                        <p:tgtEl>
                                          <p:spTgt spid="8"/>
                                        </p:tgtEl>
                                        <p:attrNameLst>
                                          <p:attrName>ppt_x</p:attrName>
                                        </p:attrNameLst>
                                      </p:cBhvr>
                                      <p:tavLst>
                                        <p:tav tm="0">
                                          <p:val>
                                            <p:strVal val="0-#ppt_w/2"/>
                                          </p:val>
                                        </p:tav>
                                        <p:tav tm="100000">
                                          <p:val>
                                            <p:strVal val="#ppt_x"/>
                                          </p:val>
                                        </p:tav>
                                      </p:tavLst>
                                    </p:anim>
                                    <p:anim calcmode="lin" valueType="num">
                                      <p:cBhvr additive="base">
                                        <p:cTn id="103" dur="10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9" grpId="0" animBg="1"/>
      <p:bldP spid="6150" grpId="0" animBg="1"/>
      <p:bldP spid="6151" grpId="0" animBg="1"/>
      <p:bldP spid="6152" grpId="0" animBg="1"/>
      <p:bldP spid="6153" grpId="0" animBg="1"/>
      <p:bldP spid="52" grpId="0" animBg="1"/>
      <p:bldP spid="53" grpId="0" animBg="1"/>
      <p:bldP spid="54" grpId="0" animBg="1"/>
      <p:bldP spid="55" grpId="0" animBg="1"/>
      <p:bldP spid="56"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2250143"/>
            <a:ext cx="2149948" cy="523220"/>
          </a:xfrm>
          <a:prstGeom prst="rect">
            <a:avLst/>
          </a:prstGeom>
          <a:noFill/>
        </p:spPr>
        <p:txBody>
          <a:bodyPr wrap="none" rtlCol="0">
            <a:spAutoFit/>
          </a:bodyPr>
          <a:lstStyle/>
          <a:p>
            <a:r>
              <a:rPr lang="en-US" sz="2800" b="1" cap="all" dirty="0">
                <a:solidFill>
                  <a:schemeClr val="tx1">
                    <a:lumMod val="50000"/>
                    <a:lumOff val="50000"/>
                  </a:schemeClr>
                </a:solidFill>
              </a:rPr>
              <a:t>Networking</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224087"/>
            <a:ext cx="3006725" cy="566738"/>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Integrated Steps Infographic</a:t>
            </a:r>
            <a:endParaRPr lang="en-US" dirty="0"/>
          </a:p>
        </p:txBody>
      </p:sp>
      <p:sp>
        <p:nvSpPr>
          <p:cNvPr id="23" name="Text Placeholder 22"/>
          <p:cNvSpPr>
            <a:spLocks noGrp="1"/>
          </p:cNvSpPr>
          <p:nvPr>
            <p:ph type="body" sz="half" idx="2"/>
          </p:nvPr>
        </p:nvSpPr>
        <p:spPr/>
        <p:txBody>
          <a:bodyPr/>
          <a:lstStyle/>
          <a:p>
            <a:r>
              <a:rPr lang="en-US"/>
              <a:t>Integrated Steps Infographic</a:t>
            </a:r>
            <a:endParaRPr lang="en-US" dirty="0"/>
          </a:p>
        </p:txBody>
      </p:sp>
      <p:sp>
        <p:nvSpPr>
          <p:cNvPr id="54" name="Slide Number Placeholder 53"/>
          <p:cNvSpPr>
            <a:spLocks noGrp="1"/>
          </p:cNvSpPr>
          <p:nvPr>
            <p:ph type="sldNum" sz="quarter" idx="12"/>
          </p:nvPr>
        </p:nvSpPr>
        <p:spPr/>
        <p:txBody>
          <a:bodyPr/>
          <a:lstStyle/>
          <a:p>
            <a:fld id="{C136B7D2-B98C-44FD-8D04-7EC62A564975}" type="slidenum">
              <a:rPr lang="en-US" smtClean="0"/>
              <a:pPr/>
              <a:t>225</a:t>
            </a:fld>
            <a:endParaRPr lang="en-US" dirty="0"/>
          </a:p>
        </p:txBody>
      </p:sp>
      <p:sp>
        <p:nvSpPr>
          <p:cNvPr id="55" name="Arc 54"/>
          <p:cNvSpPr/>
          <p:nvPr/>
        </p:nvSpPr>
        <p:spPr>
          <a:xfrm rot="10800000">
            <a:off x="2266287" y="1828067"/>
            <a:ext cx="2126698" cy="2126696"/>
          </a:xfrm>
          <a:prstGeom prst="arc">
            <a:avLst>
              <a:gd name="adj1" fmla="val 16200000"/>
              <a:gd name="adj2" fmla="val 16185280"/>
            </a:avLst>
          </a:prstGeom>
          <a:ln w="28575">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 name="Group 55"/>
          <p:cNvGrpSpPr/>
          <p:nvPr/>
        </p:nvGrpSpPr>
        <p:grpSpPr>
          <a:xfrm>
            <a:off x="2573094" y="1579248"/>
            <a:ext cx="657120" cy="657120"/>
            <a:chOff x="2796853" y="1383985"/>
            <a:chExt cx="822613" cy="822613"/>
          </a:xfrm>
        </p:grpSpPr>
        <p:sp>
          <p:nvSpPr>
            <p:cNvPr id="32" name="Freeform 31"/>
            <p:cNvSpPr/>
            <p:nvPr/>
          </p:nvSpPr>
          <p:spPr>
            <a:xfrm>
              <a:off x="2796853" y="138398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1"/>
            </a:solidFill>
            <a:ln w="127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35" name="Freeform 62"/>
            <p:cNvSpPr>
              <a:spLocks noEditPoints="1"/>
            </p:cNvSpPr>
            <p:nvPr/>
          </p:nvSpPr>
          <p:spPr bwMode="auto">
            <a:xfrm>
              <a:off x="3042951" y="1628762"/>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56"/>
          <p:cNvGrpSpPr/>
          <p:nvPr/>
        </p:nvGrpSpPr>
        <p:grpSpPr>
          <a:xfrm>
            <a:off x="2016938" y="2560919"/>
            <a:ext cx="657120" cy="657120"/>
            <a:chOff x="2524933" y="2421824"/>
            <a:chExt cx="822613" cy="822613"/>
          </a:xfrm>
        </p:grpSpPr>
        <p:sp>
          <p:nvSpPr>
            <p:cNvPr id="33" name="Freeform 32"/>
            <p:cNvSpPr/>
            <p:nvPr/>
          </p:nvSpPr>
          <p:spPr>
            <a:xfrm>
              <a:off x="2524933" y="2421824"/>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2"/>
            </a:solidFill>
            <a:ln w="127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4000" kern="1200" dirty="0"/>
            </a:p>
          </p:txBody>
        </p:sp>
        <p:sp>
          <p:nvSpPr>
            <p:cNvPr id="36" name="Freeform 66"/>
            <p:cNvSpPr>
              <a:spLocks noEditPoints="1"/>
            </p:cNvSpPr>
            <p:nvPr/>
          </p:nvSpPr>
          <p:spPr bwMode="auto">
            <a:xfrm>
              <a:off x="2728576" y="2658049"/>
              <a:ext cx="422299" cy="32755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57"/>
          <p:cNvGrpSpPr/>
          <p:nvPr/>
        </p:nvGrpSpPr>
        <p:grpSpPr>
          <a:xfrm>
            <a:off x="2573094" y="3502772"/>
            <a:ext cx="657120" cy="657120"/>
            <a:chOff x="2812968" y="3477347"/>
            <a:chExt cx="822613" cy="822613"/>
          </a:xfrm>
        </p:grpSpPr>
        <p:sp>
          <p:nvSpPr>
            <p:cNvPr id="34" name="Freeform 33"/>
            <p:cNvSpPr/>
            <p:nvPr/>
          </p:nvSpPr>
          <p:spPr>
            <a:xfrm>
              <a:off x="2812968" y="3477347"/>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3"/>
            </a:solidFill>
            <a:ln w="127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kern="1200" dirty="0">
                <a:solidFill>
                  <a:schemeClr val="bg1"/>
                </a:solidFill>
              </a:endParaRPr>
            </a:p>
          </p:txBody>
        </p:sp>
        <p:sp>
          <p:nvSpPr>
            <p:cNvPr id="39" name="Freeform 6"/>
            <p:cNvSpPr>
              <a:spLocks noEditPoints="1"/>
            </p:cNvSpPr>
            <p:nvPr/>
          </p:nvSpPr>
          <p:spPr bwMode="auto">
            <a:xfrm>
              <a:off x="3041503" y="3745615"/>
              <a:ext cx="365543" cy="286077"/>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2" name="Arc 61"/>
          <p:cNvSpPr/>
          <p:nvPr/>
        </p:nvSpPr>
        <p:spPr>
          <a:xfrm rot="10800000">
            <a:off x="4758206" y="1828067"/>
            <a:ext cx="2126698" cy="2126696"/>
          </a:xfrm>
          <a:prstGeom prst="arc">
            <a:avLst>
              <a:gd name="adj1" fmla="val 16200000"/>
              <a:gd name="adj2" fmla="val 16185280"/>
            </a:avLst>
          </a:prstGeom>
          <a:ln w="28575">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5" name="Group 60"/>
          <p:cNvGrpSpPr/>
          <p:nvPr/>
        </p:nvGrpSpPr>
        <p:grpSpPr>
          <a:xfrm>
            <a:off x="5819880" y="1579248"/>
            <a:ext cx="657120" cy="657120"/>
            <a:chOff x="5405283" y="1383985"/>
            <a:chExt cx="822613" cy="822613"/>
          </a:xfrm>
        </p:grpSpPr>
        <p:sp>
          <p:nvSpPr>
            <p:cNvPr id="86" name="Freeform 85"/>
            <p:cNvSpPr/>
            <p:nvPr/>
          </p:nvSpPr>
          <p:spPr>
            <a:xfrm>
              <a:off x="5405283" y="138398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4"/>
            </a:solidFill>
            <a:ln w="127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42" name="Freeform 57"/>
            <p:cNvSpPr>
              <a:spLocks noEditPoints="1"/>
            </p:cNvSpPr>
            <p:nvPr/>
          </p:nvSpPr>
          <p:spPr bwMode="auto">
            <a:xfrm>
              <a:off x="5690841" y="1671629"/>
              <a:ext cx="283922" cy="25170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59"/>
          <p:cNvGrpSpPr/>
          <p:nvPr/>
        </p:nvGrpSpPr>
        <p:grpSpPr>
          <a:xfrm>
            <a:off x="6505680" y="2560919"/>
            <a:ext cx="657120" cy="657120"/>
            <a:chOff x="5712368" y="2421824"/>
            <a:chExt cx="822613" cy="822613"/>
          </a:xfrm>
        </p:grpSpPr>
        <p:sp>
          <p:nvSpPr>
            <p:cNvPr id="88" name="Freeform 87"/>
            <p:cNvSpPr/>
            <p:nvPr/>
          </p:nvSpPr>
          <p:spPr>
            <a:xfrm>
              <a:off x="5712368" y="2421824"/>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5"/>
            </a:solidFill>
            <a:ln w="127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45" name="Freeform 131"/>
            <p:cNvSpPr>
              <a:spLocks/>
            </p:cNvSpPr>
            <p:nvPr/>
          </p:nvSpPr>
          <p:spPr bwMode="auto">
            <a:xfrm>
              <a:off x="5949433" y="2682645"/>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58"/>
          <p:cNvGrpSpPr/>
          <p:nvPr/>
        </p:nvGrpSpPr>
        <p:grpSpPr>
          <a:xfrm>
            <a:off x="5819880" y="3502772"/>
            <a:ext cx="657120" cy="657120"/>
            <a:chOff x="5405283" y="3477347"/>
            <a:chExt cx="822613" cy="822613"/>
          </a:xfrm>
        </p:grpSpPr>
        <p:sp>
          <p:nvSpPr>
            <p:cNvPr id="90" name="Freeform 89"/>
            <p:cNvSpPr/>
            <p:nvPr/>
          </p:nvSpPr>
          <p:spPr>
            <a:xfrm>
              <a:off x="5405283" y="3477347"/>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6"/>
            </a:solidFill>
            <a:ln w="127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solidFill>
                  <a:schemeClr val="bg1"/>
                </a:solidFill>
              </a:endParaRPr>
            </a:p>
          </p:txBody>
        </p:sp>
        <p:sp>
          <p:nvSpPr>
            <p:cNvPr id="48" name="Freeform 5"/>
            <p:cNvSpPr>
              <a:spLocks noEditPoints="1"/>
            </p:cNvSpPr>
            <p:nvPr/>
          </p:nvSpPr>
          <p:spPr bwMode="auto">
            <a:xfrm>
              <a:off x="5632727" y="3704791"/>
              <a:ext cx="367725" cy="367725"/>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8" name="Arc 67"/>
          <p:cNvSpPr/>
          <p:nvPr/>
        </p:nvSpPr>
        <p:spPr>
          <a:xfrm rot="19120639">
            <a:off x="3708393" y="1613363"/>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9" name="Arc 68"/>
          <p:cNvSpPr/>
          <p:nvPr/>
        </p:nvSpPr>
        <p:spPr>
          <a:xfrm rot="13330368" flipH="1">
            <a:off x="3708393" y="2585049"/>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8" name="Group 75"/>
          <p:cNvGrpSpPr/>
          <p:nvPr/>
        </p:nvGrpSpPr>
        <p:grpSpPr>
          <a:xfrm>
            <a:off x="381000" y="2575475"/>
            <a:ext cx="1585787" cy="628008"/>
            <a:chOff x="5965602" y="1717441"/>
            <a:chExt cx="1585787" cy="628008"/>
          </a:xfrm>
        </p:grpSpPr>
        <p:sp>
          <p:nvSpPr>
            <p:cNvPr id="80" name="Text Placeholder 3"/>
            <p:cNvSpPr txBox="1">
              <a:spLocks/>
            </p:cNvSpPr>
            <p:nvPr/>
          </p:nvSpPr>
          <p:spPr>
            <a:xfrm>
              <a:off x="6631265"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81"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9" name="Group 75"/>
          <p:cNvGrpSpPr/>
          <p:nvPr/>
        </p:nvGrpSpPr>
        <p:grpSpPr>
          <a:xfrm>
            <a:off x="881188" y="1460777"/>
            <a:ext cx="1585787" cy="628008"/>
            <a:chOff x="5965602" y="1717441"/>
            <a:chExt cx="1585787" cy="628008"/>
          </a:xfrm>
        </p:grpSpPr>
        <p:sp>
          <p:nvSpPr>
            <p:cNvPr id="96" name="Text Placeholder 3"/>
            <p:cNvSpPr txBox="1">
              <a:spLocks/>
            </p:cNvSpPr>
            <p:nvPr/>
          </p:nvSpPr>
          <p:spPr>
            <a:xfrm>
              <a:off x="6631265"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p>
          </p:txBody>
        </p:sp>
        <p:sp>
          <p:nvSpPr>
            <p:cNvPr id="97"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10" name="Group 75"/>
          <p:cNvGrpSpPr/>
          <p:nvPr/>
        </p:nvGrpSpPr>
        <p:grpSpPr>
          <a:xfrm>
            <a:off x="881188" y="3631590"/>
            <a:ext cx="1585787" cy="628008"/>
            <a:chOff x="5965602" y="1717441"/>
            <a:chExt cx="1585787" cy="628008"/>
          </a:xfrm>
        </p:grpSpPr>
        <p:sp>
          <p:nvSpPr>
            <p:cNvPr id="99" name="Text Placeholder 3"/>
            <p:cNvSpPr txBox="1">
              <a:spLocks/>
            </p:cNvSpPr>
            <p:nvPr/>
          </p:nvSpPr>
          <p:spPr>
            <a:xfrm>
              <a:off x="6631265"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100"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11" name="Group 75"/>
          <p:cNvGrpSpPr/>
          <p:nvPr/>
        </p:nvGrpSpPr>
        <p:grpSpPr>
          <a:xfrm>
            <a:off x="6643824" y="1460777"/>
            <a:ext cx="1585776" cy="628008"/>
            <a:chOff x="5965602" y="1717441"/>
            <a:chExt cx="1585776" cy="628008"/>
          </a:xfrm>
        </p:grpSpPr>
        <p:sp>
          <p:nvSpPr>
            <p:cNvPr id="102" name="Text Placeholder 3"/>
            <p:cNvSpPr txBox="1">
              <a:spLocks/>
            </p:cNvSpPr>
            <p:nvPr/>
          </p:nvSpPr>
          <p:spPr>
            <a:xfrm>
              <a:off x="5965602"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p>
          </p:txBody>
        </p:sp>
        <p:sp>
          <p:nvSpPr>
            <p:cNvPr id="103"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12" name="Group 75"/>
          <p:cNvGrpSpPr/>
          <p:nvPr/>
        </p:nvGrpSpPr>
        <p:grpSpPr>
          <a:xfrm>
            <a:off x="6720024" y="3631590"/>
            <a:ext cx="1585776" cy="628008"/>
            <a:chOff x="5965602" y="1717441"/>
            <a:chExt cx="1585776" cy="628008"/>
          </a:xfrm>
        </p:grpSpPr>
        <p:sp>
          <p:nvSpPr>
            <p:cNvPr id="105" name="Text Placeholder 3"/>
            <p:cNvSpPr txBox="1">
              <a:spLocks/>
            </p:cNvSpPr>
            <p:nvPr/>
          </p:nvSpPr>
          <p:spPr>
            <a:xfrm>
              <a:off x="5965602"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Title Goes Here</a:t>
              </a:r>
            </a:p>
          </p:txBody>
        </p:sp>
        <p:sp>
          <p:nvSpPr>
            <p:cNvPr id="106"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13" name="Group 75"/>
          <p:cNvGrpSpPr/>
          <p:nvPr/>
        </p:nvGrpSpPr>
        <p:grpSpPr>
          <a:xfrm>
            <a:off x="7219950" y="2575475"/>
            <a:ext cx="1585776" cy="628008"/>
            <a:chOff x="5965602" y="1717441"/>
            <a:chExt cx="1585776" cy="628008"/>
          </a:xfrm>
        </p:grpSpPr>
        <p:sp>
          <p:nvSpPr>
            <p:cNvPr id="108" name="Text Placeholder 3"/>
            <p:cNvSpPr txBox="1">
              <a:spLocks/>
            </p:cNvSpPr>
            <p:nvPr/>
          </p:nvSpPr>
          <p:spPr>
            <a:xfrm>
              <a:off x="5965602"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p>
          </p:txBody>
        </p:sp>
        <p:sp>
          <p:nvSpPr>
            <p:cNvPr id="109"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14" name="Group 113"/>
          <p:cNvGrpSpPr/>
          <p:nvPr/>
        </p:nvGrpSpPr>
        <p:grpSpPr>
          <a:xfrm>
            <a:off x="3345631" y="2417486"/>
            <a:ext cx="1164342" cy="1020376"/>
            <a:chOff x="3345631" y="2446670"/>
            <a:chExt cx="1164342" cy="1020376"/>
          </a:xfrm>
        </p:grpSpPr>
        <p:sp>
          <p:nvSpPr>
            <p:cNvPr id="65" name="Pentagon 64"/>
            <p:cNvSpPr/>
            <p:nvPr/>
          </p:nvSpPr>
          <p:spPr bwMode="auto">
            <a:xfrm flipH="1">
              <a:off x="3345631" y="2446670"/>
              <a:ext cx="1164342" cy="1020376"/>
            </a:xfrm>
            <a:prstGeom prst="homePlate">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1" name="Freeform 42"/>
            <p:cNvSpPr>
              <a:spLocks noEditPoints="1"/>
            </p:cNvSpPr>
            <p:nvPr/>
          </p:nvSpPr>
          <p:spPr bwMode="auto">
            <a:xfrm>
              <a:off x="3881452" y="2767884"/>
              <a:ext cx="439088" cy="377949"/>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12"/>
          <p:cNvGrpSpPr/>
          <p:nvPr/>
        </p:nvGrpSpPr>
        <p:grpSpPr>
          <a:xfrm>
            <a:off x="4612670" y="2417486"/>
            <a:ext cx="1164342" cy="1020376"/>
            <a:chOff x="4612670" y="2446670"/>
            <a:chExt cx="1164342" cy="1020376"/>
          </a:xfrm>
        </p:grpSpPr>
        <p:sp>
          <p:nvSpPr>
            <p:cNvPr id="64" name="Pentagon 63"/>
            <p:cNvSpPr/>
            <p:nvPr/>
          </p:nvSpPr>
          <p:spPr bwMode="auto">
            <a:xfrm>
              <a:off x="4612670" y="2446670"/>
              <a:ext cx="1164342" cy="1020376"/>
            </a:xfrm>
            <a:prstGeom prst="homePlate">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2" name="Freeform 62"/>
            <p:cNvSpPr>
              <a:spLocks noChangeAspect="1" noEditPoints="1"/>
            </p:cNvSpPr>
            <p:nvPr/>
          </p:nvSpPr>
          <p:spPr bwMode="auto">
            <a:xfrm>
              <a:off x="4853286" y="2758510"/>
              <a:ext cx="393550" cy="396697"/>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slide(fromRight)">
                                      <p:cBhvr>
                                        <p:cTn id="7" dur="500"/>
                                        <p:tgtEl>
                                          <p:spTgt spid="14"/>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slide(fromLeft)">
                                      <p:cBhvr>
                                        <p:cTn id="11" dur="500"/>
                                        <p:tgtEl>
                                          <p:spTgt spid="15"/>
                                        </p:tgtEl>
                                      </p:cBhvr>
                                    </p:animEffect>
                                  </p:childTnLst>
                                </p:cTn>
                              </p:par>
                            </p:childTnLst>
                          </p:cTn>
                        </p:par>
                        <p:par>
                          <p:cTn id="12" fill="hold">
                            <p:stCondLst>
                              <p:cond delay="1000"/>
                            </p:stCondLst>
                            <p:childTnLst>
                              <p:par>
                                <p:cTn id="13" presetID="20" presetClass="entr" presetSubtype="0" fill="hold" grpId="0"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wedge">
                                      <p:cBhvr>
                                        <p:cTn id="15" dur="1000"/>
                                        <p:tgtEl>
                                          <p:spTgt spid="55"/>
                                        </p:tgtEl>
                                      </p:cBhvr>
                                    </p:animEffect>
                                  </p:childTnLst>
                                </p:cTn>
                              </p:par>
                            </p:childTnLst>
                          </p:cTn>
                        </p:par>
                        <p:par>
                          <p:cTn id="16" fill="hold">
                            <p:stCondLst>
                              <p:cond delay="2000"/>
                            </p:stCondLst>
                            <p:childTnLst>
                              <p:par>
                                <p:cTn id="17" presetID="53"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Effect transition="in" filter="fade">
                                      <p:cBhvr>
                                        <p:cTn id="21" dur="500"/>
                                        <p:tgtEl>
                                          <p:spTgt spid="2"/>
                                        </p:tgtEl>
                                      </p:cBhvr>
                                    </p:animEffect>
                                  </p:childTnLst>
                                </p:cTn>
                              </p:par>
                            </p:childTnLst>
                          </p:cTn>
                        </p:par>
                        <p:par>
                          <p:cTn id="22" fill="hold">
                            <p:stCondLst>
                              <p:cond delay="2500"/>
                            </p:stCondLst>
                            <p:childTnLst>
                              <p:par>
                                <p:cTn id="23" presetID="22" presetClass="entr" presetSubtype="2"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right)">
                                      <p:cBhvr>
                                        <p:cTn id="25" dur="500"/>
                                        <p:tgtEl>
                                          <p:spTgt spid="9"/>
                                        </p:tgtEl>
                                      </p:cBhvr>
                                    </p:animEffect>
                                  </p:childTnLst>
                                </p:cTn>
                              </p:par>
                            </p:childTnLst>
                          </p:cTn>
                        </p:par>
                        <p:par>
                          <p:cTn id="26" fill="hold">
                            <p:stCondLst>
                              <p:cond delay="3000"/>
                            </p:stCondLst>
                            <p:childTnLst>
                              <p:par>
                                <p:cTn id="27" presetID="53"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p:cTn id="29" dur="500" fill="hold"/>
                                        <p:tgtEl>
                                          <p:spTgt spid="3"/>
                                        </p:tgtEl>
                                        <p:attrNameLst>
                                          <p:attrName>ppt_w</p:attrName>
                                        </p:attrNameLst>
                                      </p:cBhvr>
                                      <p:tavLst>
                                        <p:tav tm="0">
                                          <p:val>
                                            <p:fltVal val="0"/>
                                          </p:val>
                                        </p:tav>
                                        <p:tav tm="100000">
                                          <p:val>
                                            <p:strVal val="#ppt_w"/>
                                          </p:val>
                                        </p:tav>
                                      </p:tavLst>
                                    </p:anim>
                                    <p:anim calcmode="lin" valueType="num">
                                      <p:cBhvr>
                                        <p:cTn id="30" dur="500" fill="hold"/>
                                        <p:tgtEl>
                                          <p:spTgt spid="3"/>
                                        </p:tgtEl>
                                        <p:attrNameLst>
                                          <p:attrName>ppt_h</p:attrName>
                                        </p:attrNameLst>
                                      </p:cBhvr>
                                      <p:tavLst>
                                        <p:tav tm="0">
                                          <p:val>
                                            <p:fltVal val="0"/>
                                          </p:val>
                                        </p:tav>
                                        <p:tav tm="100000">
                                          <p:val>
                                            <p:strVal val="#ppt_h"/>
                                          </p:val>
                                        </p:tav>
                                      </p:tavLst>
                                    </p:anim>
                                    <p:animEffect transition="in" filter="fade">
                                      <p:cBhvr>
                                        <p:cTn id="31" dur="500"/>
                                        <p:tgtEl>
                                          <p:spTgt spid="3"/>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right)">
                                      <p:cBhvr>
                                        <p:cTn id="35" dur="500"/>
                                        <p:tgtEl>
                                          <p:spTgt spid="8"/>
                                        </p:tgtEl>
                                      </p:cBhvr>
                                    </p:animEffect>
                                  </p:childTnLst>
                                </p:cTn>
                              </p:par>
                            </p:childTnLst>
                          </p:cTn>
                        </p:par>
                        <p:par>
                          <p:cTn id="36" fill="hold">
                            <p:stCondLst>
                              <p:cond delay="4000"/>
                            </p:stCondLst>
                            <p:childTnLst>
                              <p:par>
                                <p:cTn id="37" presetID="53" presetClass="entr" presetSubtype="0"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500" fill="hold"/>
                                        <p:tgtEl>
                                          <p:spTgt spid="4"/>
                                        </p:tgtEl>
                                        <p:attrNameLst>
                                          <p:attrName>ppt_w</p:attrName>
                                        </p:attrNameLst>
                                      </p:cBhvr>
                                      <p:tavLst>
                                        <p:tav tm="0">
                                          <p:val>
                                            <p:fltVal val="0"/>
                                          </p:val>
                                        </p:tav>
                                        <p:tav tm="100000">
                                          <p:val>
                                            <p:strVal val="#ppt_w"/>
                                          </p:val>
                                        </p:tav>
                                      </p:tavLst>
                                    </p:anim>
                                    <p:anim calcmode="lin" valueType="num">
                                      <p:cBhvr>
                                        <p:cTn id="40" dur="500" fill="hold"/>
                                        <p:tgtEl>
                                          <p:spTgt spid="4"/>
                                        </p:tgtEl>
                                        <p:attrNameLst>
                                          <p:attrName>ppt_h</p:attrName>
                                        </p:attrNameLst>
                                      </p:cBhvr>
                                      <p:tavLst>
                                        <p:tav tm="0">
                                          <p:val>
                                            <p:fltVal val="0"/>
                                          </p:val>
                                        </p:tav>
                                        <p:tav tm="100000">
                                          <p:val>
                                            <p:strVal val="#ppt_h"/>
                                          </p:val>
                                        </p:tav>
                                      </p:tavLst>
                                    </p:anim>
                                    <p:animEffect transition="in" filter="fade">
                                      <p:cBhvr>
                                        <p:cTn id="41" dur="500"/>
                                        <p:tgtEl>
                                          <p:spTgt spid="4"/>
                                        </p:tgtEl>
                                      </p:cBhvr>
                                    </p:animEffect>
                                  </p:childTnLst>
                                </p:cTn>
                              </p:par>
                            </p:childTnLst>
                          </p:cTn>
                        </p:par>
                        <p:par>
                          <p:cTn id="42" fill="hold">
                            <p:stCondLst>
                              <p:cond delay="4500"/>
                            </p:stCondLst>
                            <p:childTnLst>
                              <p:par>
                                <p:cTn id="43" presetID="22" presetClass="entr" presetSubtype="2"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wipe(right)">
                                      <p:cBhvr>
                                        <p:cTn id="45" dur="500"/>
                                        <p:tgtEl>
                                          <p:spTgt spid="10"/>
                                        </p:tgtEl>
                                      </p:cBhvr>
                                    </p:animEffect>
                                  </p:childTnLst>
                                </p:cTn>
                              </p:par>
                            </p:childTnLst>
                          </p:cTn>
                        </p:par>
                        <p:par>
                          <p:cTn id="46" fill="hold">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68"/>
                                        </p:tgtEl>
                                        <p:attrNameLst>
                                          <p:attrName>style.visibility</p:attrName>
                                        </p:attrNameLst>
                                      </p:cBhvr>
                                      <p:to>
                                        <p:strVal val="visible"/>
                                      </p:to>
                                    </p:set>
                                    <p:animEffect transition="in" filter="wipe(left)">
                                      <p:cBhvr>
                                        <p:cTn id="49" dur="500"/>
                                        <p:tgtEl>
                                          <p:spTgt spid="68"/>
                                        </p:tgtEl>
                                      </p:cBhvr>
                                    </p:animEffect>
                                  </p:childTnLst>
                                </p:cTn>
                              </p:par>
                            </p:childTnLst>
                          </p:cTn>
                        </p:par>
                        <p:par>
                          <p:cTn id="50" fill="hold">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69"/>
                                        </p:tgtEl>
                                        <p:attrNameLst>
                                          <p:attrName>style.visibility</p:attrName>
                                        </p:attrNameLst>
                                      </p:cBhvr>
                                      <p:to>
                                        <p:strVal val="visible"/>
                                      </p:to>
                                    </p:set>
                                    <p:animEffect transition="in" filter="wipe(left)">
                                      <p:cBhvr>
                                        <p:cTn id="53" dur="500"/>
                                        <p:tgtEl>
                                          <p:spTgt spid="69"/>
                                        </p:tgtEl>
                                      </p:cBhvr>
                                    </p:animEffect>
                                  </p:childTnLst>
                                </p:cTn>
                              </p:par>
                            </p:childTnLst>
                          </p:cTn>
                        </p:par>
                        <p:par>
                          <p:cTn id="54" fill="hold">
                            <p:stCondLst>
                              <p:cond delay="6000"/>
                            </p:stCondLst>
                            <p:childTnLst>
                              <p:par>
                                <p:cTn id="55" presetID="20" presetClass="entr" presetSubtype="0" fill="hold" grpId="0" nodeType="after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wedge">
                                      <p:cBhvr>
                                        <p:cTn id="57" dur="1000"/>
                                        <p:tgtEl>
                                          <p:spTgt spid="62"/>
                                        </p:tgtEl>
                                      </p:cBhvr>
                                    </p:animEffect>
                                  </p:childTnLst>
                                </p:cTn>
                              </p:par>
                            </p:childTnLst>
                          </p:cTn>
                        </p:par>
                        <p:par>
                          <p:cTn id="58" fill="hold">
                            <p:stCondLst>
                              <p:cond delay="7000"/>
                            </p:stCondLst>
                            <p:childTnLst>
                              <p:par>
                                <p:cTn id="59" presetID="53" presetClass="entr" presetSubtype="0" fill="hold" nodeType="after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p:cTn id="61" dur="500" fill="hold"/>
                                        <p:tgtEl>
                                          <p:spTgt spid="5"/>
                                        </p:tgtEl>
                                        <p:attrNameLst>
                                          <p:attrName>ppt_w</p:attrName>
                                        </p:attrNameLst>
                                      </p:cBhvr>
                                      <p:tavLst>
                                        <p:tav tm="0">
                                          <p:val>
                                            <p:fltVal val="0"/>
                                          </p:val>
                                        </p:tav>
                                        <p:tav tm="100000">
                                          <p:val>
                                            <p:strVal val="#ppt_w"/>
                                          </p:val>
                                        </p:tav>
                                      </p:tavLst>
                                    </p:anim>
                                    <p:anim calcmode="lin" valueType="num">
                                      <p:cBhvr>
                                        <p:cTn id="62" dur="500" fill="hold"/>
                                        <p:tgtEl>
                                          <p:spTgt spid="5"/>
                                        </p:tgtEl>
                                        <p:attrNameLst>
                                          <p:attrName>ppt_h</p:attrName>
                                        </p:attrNameLst>
                                      </p:cBhvr>
                                      <p:tavLst>
                                        <p:tav tm="0">
                                          <p:val>
                                            <p:fltVal val="0"/>
                                          </p:val>
                                        </p:tav>
                                        <p:tav tm="100000">
                                          <p:val>
                                            <p:strVal val="#ppt_h"/>
                                          </p:val>
                                        </p:tav>
                                      </p:tavLst>
                                    </p:anim>
                                    <p:animEffect transition="in" filter="fade">
                                      <p:cBhvr>
                                        <p:cTn id="63" dur="500"/>
                                        <p:tgtEl>
                                          <p:spTgt spid="5"/>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11"/>
                                        </p:tgtEl>
                                        <p:attrNameLst>
                                          <p:attrName>style.visibility</p:attrName>
                                        </p:attrNameLst>
                                      </p:cBhvr>
                                      <p:to>
                                        <p:strVal val="visible"/>
                                      </p:to>
                                    </p:set>
                                    <p:animEffect transition="in" filter="wipe(left)">
                                      <p:cBhvr>
                                        <p:cTn id="67" dur="500"/>
                                        <p:tgtEl>
                                          <p:spTgt spid="11"/>
                                        </p:tgtEl>
                                      </p:cBhvr>
                                    </p:animEffect>
                                  </p:childTnLst>
                                </p:cTn>
                              </p:par>
                            </p:childTnLst>
                          </p:cTn>
                        </p:par>
                        <p:par>
                          <p:cTn id="68" fill="hold">
                            <p:stCondLst>
                              <p:cond delay="8000"/>
                            </p:stCondLst>
                            <p:childTnLst>
                              <p:par>
                                <p:cTn id="69" presetID="53" presetClass="entr" presetSubtype="0" fill="hold"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500" fill="hold"/>
                                        <p:tgtEl>
                                          <p:spTgt spid="6"/>
                                        </p:tgtEl>
                                        <p:attrNameLst>
                                          <p:attrName>ppt_w</p:attrName>
                                        </p:attrNameLst>
                                      </p:cBhvr>
                                      <p:tavLst>
                                        <p:tav tm="0">
                                          <p:val>
                                            <p:fltVal val="0"/>
                                          </p:val>
                                        </p:tav>
                                        <p:tav tm="100000">
                                          <p:val>
                                            <p:strVal val="#ppt_w"/>
                                          </p:val>
                                        </p:tav>
                                      </p:tavLst>
                                    </p:anim>
                                    <p:anim calcmode="lin" valueType="num">
                                      <p:cBhvr>
                                        <p:cTn id="72" dur="500" fill="hold"/>
                                        <p:tgtEl>
                                          <p:spTgt spid="6"/>
                                        </p:tgtEl>
                                        <p:attrNameLst>
                                          <p:attrName>ppt_h</p:attrName>
                                        </p:attrNameLst>
                                      </p:cBhvr>
                                      <p:tavLst>
                                        <p:tav tm="0">
                                          <p:val>
                                            <p:fltVal val="0"/>
                                          </p:val>
                                        </p:tav>
                                        <p:tav tm="100000">
                                          <p:val>
                                            <p:strVal val="#ppt_h"/>
                                          </p:val>
                                        </p:tav>
                                      </p:tavLst>
                                    </p:anim>
                                    <p:animEffect transition="in" filter="fade">
                                      <p:cBhvr>
                                        <p:cTn id="73" dur="500"/>
                                        <p:tgtEl>
                                          <p:spTgt spid="6"/>
                                        </p:tgtEl>
                                      </p:cBhvr>
                                    </p:animEffect>
                                  </p:childTnLst>
                                </p:cTn>
                              </p:par>
                            </p:childTnLst>
                          </p:cTn>
                        </p:par>
                        <p:par>
                          <p:cTn id="74" fill="hold">
                            <p:stCondLst>
                              <p:cond delay="8500"/>
                            </p:stCondLst>
                            <p:childTnLst>
                              <p:par>
                                <p:cTn id="75" presetID="22" presetClass="entr" presetSubtype="8" fill="hold" nodeType="afterEffect">
                                  <p:stCondLst>
                                    <p:cond delay="0"/>
                                  </p:stCondLst>
                                  <p:childTnLst>
                                    <p:set>
                                      <p:cBhvr>
                                        <p:cTn id="76" dur="1" fill="hold">
                                          <p:stCondLst>
                                            <p:cond delay="0"/>
                                          </p:stCondLst>
                                        </p:cTn>
                                        <p:tgtEl>
                                          <p:spTgt spid="13"/>
                                        </p:tgtEl>
                                        <p:attrNameLst>
                                          <p:attrName>style.visibility</p:attrName>
                                        </p:attrNameLst>
                                      </p:cBhvr>
                                      <p:to>
                                        <p:strVal val="visible"/>
                                      </p:to>
                                    </p:set>
                                    <p:animEffect transition="in" filter="wipe(left)">
                                      <p:cBhvr>
                                        <p:cTn id="77" dur="500"/>
                                        <p:tgtEl>
                                          <p:spTgt spid="13"/>
                                        </p:tgtEl>
                                      </p:cBhvr>
                                    </p:animEffect>
                                  </p:childTnLst>
                                </p:cTn>
                              </p:par>
                            </p:childTnLst>
                          </p:cTn>
                        </p:par>
                        <p:par>
                          <p:cTn id="78" fill="hold">
                            <p:stCondLst>
                              <p:cond delay="9000"/>
                            </p:stCondLst>
                            <p:childTnLst>
                              <p:par>
                                <p:cTn id="79" presetID="53" presetClass="entr" presetSubtype="0" fill="hold" nodeType="afterEffect">
                                  <p:stCondLst>
                                    <p:cond delay="0"/>
                                  </p:stCondLst>
                                  <p:childTnLst>
                                    <p:set>
                                      <p:cBhvr>
                                        <p:cTn id="80" dur="1" fill="hold">
                                          <p:stCondLst>
                                            <p:cond delay="0"/>
                                          </p:stCondLst>
                                        </p:cTn>
                                        <p:tgtEl>
                                          <p:spTgt spid="7"/>
                                        </p:tgtEl>
                                        <p:attrNameLst>
                                          <p:attrName>style.visibility</p:attrName>
                                        </p:attrNameLst>
                                      </p:cBhvr>
                                      <p:to>
                                        <p:strVal val="visible"/>
                                      </p:to>
                                    </p:set>
                                    <p:anim calcmode="lin" valueType="num">
                                      <p:cBhvr>
                                        <p:cTn id="81" dur="500" fill="hold"/>
                                        <p:tgtEl>
                                          <p:spTgt spid="7"/>
                                        </p:tgtEl>
                                        <p:attrNameLst>
                                          <p:attrName>ppt_w</p:attrName>
                                        </p:attrNameLst>
                                      </p:cBhvr>
                                      <p:tavLst>
                                        <p:tav tm="0">
                                          <p:val>
                                            <p:fltVal val="0"/>
                                          </p:val>
                                        </p:tav>
                                        <p:tav tm="100000">
                                          <p:val>
                                            <p:strVal val="#ppt_w"/>
                                          </p:val>
                                        </p:tav>
                                      </p:tavLst>
                                    </p:anim>
                                    <p:anim calcmode="lin" valueType="num">
                                      <p:cBhvr>
                                        <p:cTn id="82" dur="500" fill="hold"/>
                                        <p:tgtEl>
                                          <p:spTgt spid="7"/>
                                        </p:tgtEl>
                                        <p:attrNameLst>
                                          <p:attrName>ppt_h</p:attrName>
                                        </p:attrNameLst>
                                      </p:cBhvr>
                                      <p:tavLst>
                                        <p:tav tm="0">
                                          <p:val>
                                            <p:fltVal val="0"/>
                                          </p:val>
                                        </p:tav>
                                        <p:tav tm="100000">
                                          <p:val>
                                            <p:strVal val="#ppt_h"/>
                                          </p:val>
                                        </p:tav>
                                      </p:tavLst>
                                    </p:anim>
                                    <p:animEffect transition="in" filter="fade">
                                      <p:cBhvr>
                                        <p:cTn id="83" dur="500"/>
                                        <p:tgtEl>
                                          <p:spTgt spid="7"/>
                                        </p:tgtEl>
                                      </p:cBhvr>
                                    </p:animEffect>
                                  </p:childTnLst>
                                </p:cTn>
                              </p:par>
                            </p:childTnLst>
                          </p:cTn>
                        </p:par>
                        <p:par>
                          <p:cTn id="84" fill="hold">
                            <p:stCondLst>
                              <p:cond delay="9500"/>
                            </p:stCondLst>
                            <p:childTnLst>
                              <p:par>
                                <p:cTn id="85" presetID="22" presetClass="entr" presetSubtype="8" fill="hold" nodeType="afterEffect">
                                  <p:stCondLst>
                                    <p:cond delay="0"/>
                                  </p:stCondLst>
                                  <p:childTnLst>
                                    <p:set>
                                      <p:cBhvr>
                                        <p:cTn id="86" dur="1" fill="hold">
                                          <p:stCondLst>
                                            <p:cond delay="0"/>
                                          </p:stCondLst>
                                        </p:cTn>
                                        <p:tgtEl>
                                          <p:spTgt spid="12"/>
                                        </p:tgtEl>
                                        <p:attrNameLst>
                                          <p:attrName>style.visibility</p:attrName>
                                        </p:attrNameLst>
                                      </p:cBhvr>
                                      <p:to>
                                        <p:strVal val="visible"/>
                                      </p:to>
                                    </p:set>
                                    <p:animEffect transition="in" filter="wipe(left)">
                                      <p:cBhvr>
                                        <p:cTn id="8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62" grpId="0" animBg="1"/>
      <p:bldP spid="68" grpId="0" animBg="1"/>
      <p:bldP spid="69"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Hexagon 54"/>
          <p:cNvSpPr/>
          <p:nvPr/>
        </p:nvSpPr>
        <p:spPr>
          <a:xfrm rot="5400000">
            <a:off x="3083535" y="1604976"/>
            <a:ext cx="2976931" cy="2805524"/>
          </a:xfrm>
          <a:prstGeom prst="hexagon">
            <a:avLst/>
          </a:pr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itle 21"/>
          <p:cNvSpPr>
            <a:spLocks noGrp="1"/>
          </p:cNvSpPr>
          <p:nvPr>
            <p:ph type="title"/>
          </p:nvPr>
        </p:nvSpPr>
        <p:spPr/>
        <p:txBody>
          <a:bodyPr/>
          <a:lstStyle/>
          <a:p>
            <a:r>
              <a:rPr lang="en-US"/>
              <a:t>Integrated Steps Infographic</a:t>
            </a:r>
            <a:endParaRPr lang="en-US" dirty="0"/>
          </a:p>
        </p:txBody>
      </p:sp>
      <p:sp>
        <p:nvSpPr>
          <p:cNvPr id="23" name="Text Placeholder 22"/>
          <p:cNvSpPr>
            <a:spLocks noGrp="1"/>
          </p:cNvSpPr>
          <p:nvPr>
            <p:ph type="body" sz="half" idx="2"/>
          </p:nvPr>
        </p:nvSpPr>
        <p:spPr/>
        <p:txBody>
          <a:bodyPr/>
          <a:lstStyle/>
          <a:p>
            <a:r>
              <a:rPr lang="en-US"/>
              <a:t>Integrated Steps Infographic</a:t>
            </a:r>
            <a:endParaRPr lang="en-US" dirty="0"/>
          </a:p>
        </p:txBody>
      </p:sp>
      <p:sp>
        <p:nvSpPr>
          <p:cNvPr id="54" name="Slide Number Placeholder 53"/>
          <p:cNvSpPr>
            <a:spLocks noGrp="1"/>
          </p:cNvSpPr>
          <p:nvPr>
            <p:ph type="sldNum" sz="quarter" idx="12"/>
          </p:nvPr>
        </p:nvSpPr>
        <p:spPr/>
        <p:txBody>
          <a:bodyPr/>
          <a:lstStyle/>
          <a:p>
            <a:fld id="{C136B7D2-B98C-44FD-8D04-7EC62A564975}" type="slidenum">
              <a:rPr lang="en-US" smtClean="0"/>
              <a:pPr/>
              <a:t>226</a:t>
            </a:fld>
            <a:endParaRPr lang="en-US" dirty="0"/>
          </a:p>
        </p:txBody>
      </p:sp>
      <p:grpSp>
        <p:nvGrpSpPr>
          <p:cNvPr id="2" name="Group 69"/>
          <p:cNvGrpSpPr/>
          <p:nvPr/>
        </p:nvGrpSpPr>
        <p:grpSpPr>
          <a:xfrm>
            <a:off x="6511185" y="1804281"/>
            <a:ext cx="1947726" cy="666108"/>
            <a:chOff x="5603652" y="1679341"/>
            <a:chExt cx="1947726" cy="666108"/>
          </a:xfrm>
        </p:grpSpPr>
        <p:sp>
          <p:nvSpPr>
            <p:cNvPr id="40" name="Text Placeholder 3"/>
            <p:cNvSpPr txBox="1">
              <a:spLocks/>
            </p:cNvSpPr>
            <p:nvPr/>
          </p:nvSpPr>
          <p:spPr>
            <a:xfrm>
              <a:off x="5603652" y="1679341"/>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41"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3" name="Group 72"/>
          <p:cNvGrpSpPr/>
          <p:nvPr/>
        </p:nvGrpSpPr>
        <p:grpSpPr>
          <a:xfrm>
            <a:off x="667497" y="3511851"/>
            <a:ext cx="1947726" cy="668069"/>
            <a:chOff x="5603652" y="1677380"/>
            <a:chExt cx="1947726" cy="668069"/>
          </a:xfrm>
        </p:grpSpPr>
        <p:sp>
          <p:nvSpPr>
            <p:cNvPr id="43" name="Text Placeholder 3"/>
            <p:cNvSpPr txBox="1">
              <a:spLocks/>
            </p:cNvSpPr>
            <p:nvPr/>
          </p:nvSpPr>
          <p:spPr>
            <a:xfrm>
              <a:off x="6894147" y="1677380"/>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KEY WORD</a:t>
              </a:r>
            </a:p>
          </p:txBody>
        </p:sp>
        <p:sp>
          <p:nvSpPr>
            <p:cNvPr id="4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4" name="Group 75"/>
          <p:cNvGrpSpPr/>
          <p:nvPr/>
        </p:nvGrpSpPr>
        <p:grpSpPr>
          <a:xfrm>
            <a:off x="2121608" y="1054677"/>
            <a:ext cx="1947726" cy="483645"/>
            <a:chOff x="5603652" y="1707916"/>
            <a:chExt cx="1947726" cy="483645"/>
          </a:xfrm>
        </p:grpSpPr>
        <p:sp>
          <p:nvSpPr>
            <p:cNvPr id="46" name="Text Placeholder 3"/>
            <p:cNvSpPr txBox="1">
              <a:spLocks/>
            </p:cNvSpPr>
            <p:nvPr/>
          </p:nvSpPr>
          <p:spPr>
            <a:xfrm>
              <a:off x="6707749" y="170791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47"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5" name="Group 72"/>
          <p:cNvGrpSpPr/>
          <p:nvPr/>
        </p:nvGrpSpPr>
        <p:grpSpPr>
          <a:xfrm>
            <a:off x="657225" y="1838877"/>
            <a:ext cx="1947726" cy="632444"/>
            <a:chOff x="5603652" y="1713005"/>
            <a:chExt cx="1947726" cy="632444"/>
          </a:xfrm>
        </p:grpSpPr>
        <p:sp>
          <p:nvSpPr>
            <p:cNvPr id="49" name="Text Placeholder 3"/>
            <p:cNvSpPr txBox="1">
              <a:spLocks/>
            </p:cNvSpPr>
            <p:nvPr/>
          </p:nvSpPr>
          <p:spPr>
            <a:xfrm>
              <a:off x="6707749" y="171300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5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6" name="Group 69"/>
          <p:cNvGrpSpPr/>
          <p:nvPr/>
        </p:nvGrpSpPr>
        <p:grpSpPr>
          <a:xfrm>
            <a:off x="6485726" y="3547162"/>
            <a:ext cx="1947726" cy="649993"/>
            <a:chOff x="5603652" y="1695456"/>
            <a:chExt cx="1947726" cy="649993"/>
          </a:xfrm>
        </p:grpSpPr>
        <p:sp>
          <p:nvSpPr>
            <p:cNvPr id="52"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5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7" name="Group 71"/>
          <p:cNvGrpSpPr/>
          <p:nvPr/>
        </p:nvGrpSpPr>
        <p:grpSpPr>
          <a:xfrm>
            <a:off x="4160694" y="1208495"/>
            <a:ext cx="822613" cy="822613"/>
            <a:chOff x="4160694" y="1208495"/>
            <a:chExt cx="822613" cy="822613"/>
          </a:xfrm>
        </p:grpSpPr>
        <p:sp>
          <p:nvSpPr>
            <p:cNvPr id="32" name="Freeform 31"/>
            <p:cNvSpPr/>
            <p:nvPr/>
          </p:nvSpPr>
          <p:spPr>
            <a:xfrm>
              <a:off x="4160694" y="120849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2">
                <a:lumMod val="75000"/>
              </a:schemeClr>
            </a:solidFill>
            <a:ln w="12700">
              <a:solidFill>
                <a:schemeClr val="accent2">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35" name="Freeform 62"/>
            <p:cNvSpPr>
              <a:spLocks noEditPoints="1"/>
            </p:cNvSpPr>
            <p:nvPr/>
          </p:nvSpPr>
          <p:spPr bwMode="auto">
            <a:xfrm>
              <a:off x="4406792" y="1453272"/>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72"/>
          <p:cNvGrpSpPr/>
          <p:nvPr/>
        </p:nvGrpSpPr>
        <p:grpSpPr>
          <a:xfrm>
            <a:off x="2728576" y="1786331"/>
            <a:ext cx="822613" cy="822613"/>
            <a:chOff x="2728576" y="1786331"/>
            <a:chExt cx="822613" cy="822613"/>
          </a:xfrm>
        </p:grpSpPr>
        <p:sp>
          <p:nvSpPr>
            <p:cNvPr id="33" name="Freeform 32"/>
            <p:cNvSpPr/>
            <p:nvPr/>
          </p:nvSpPr>
          <p:spPr>
            <a:xfrm>
              <a:off x="2728576" y="1786331"/>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1"/>
            </a:solidFill>
            <a:ln w="12700">
              <a:solidFill>
                <a:schemeClr val="accent1">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4000" kern="1200" dirty="0"/>
            </a:p>
          </p:txBody>
        </p:sp>
        <p:sp>
          <p:nvSpPr>
            <p:cNvPr id="36" name="Freeform 66"/>
            <p:cNvSpPr>
              <a:spLocks noEditPoints="1"/>
            </p:cNvSpPr>
            <p:nvPr/>
          </p:nvSpPr>
          <p:spPr bwMode="auto">
            <a:xfrm>
              <a:off x="2932219" y="2033861"/>
              <a:ext cx="422299" cy="32755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73"/>
          <p:cNvGrpSpPr/>
          <p:nvPr/>
        </p:nvGrpSpPr>
        <p:grpSpPr>
          <a:xfrm>
            <a:off x="2728576" y="3447948"/>
            <a:ext cx="822613" cy="822613"/>
            <a:chOff x="2728576" y="3447948"/>
            <a:chExt cx="822613" cy="822613"/>
          </a:xfrm>
        </p:grpSpPr>
        <p:sp>
          <p:nvSpPr>
            <p:cNvPr id="34" name="Freeform 33"/>
            <p:cNvSpPr/>
            <p:nvPr/>
          </p:nvSpPr>
          <p:spPr>
            <a:xfrm>
              <a:off x="2728576" y="3447948"/>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6"/>
            </a:solidFill>
            <a:ln w="12700">
              <a:solidFill>
                <a:schemeClr val="accent6">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kern="1200" dirty="0">
                <a:solidFill>
                  <a:schemeClr val="bg1"/>
                </a:solidFill>
              </a:endParaRPr>
            </a:p>
          </p:txBody>
        </p:sp>
        <p:sp>
          <p:nvSpPr>
            <p:cNvPr id="39" name="Freeform 6"/>
            <p:cNvSpPr>
              <a:spLocks noEditPoints="1"/>
            </p:cNvSpPr>
            <p:nvPr/>
          </p:nvSpPr>
          <p:spPr bwMode="auto">
            <a:xfrm>
              <a:off x="2957111" y="3716216"/>
              <a:ext cx="365543" cy="286077"/>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77"/>
          <p:cNvGrpSpPr/>
          <p:nvPr/>
        </p:nvGrpSpPr>
        <p:grpSpPr>
          <a:xfrm>
            <a:off x="5573678" y="1786331"/>
            <a:ext cx="822613" cy="822613"/>
            <a:chOff x="5573678" y="1786331"/>
            <a:chExt cx="822613" cy="822613"/>
          </a:xfrm>
        </p:grpSpPr>
        <p:sp>
          <p:nvSpPr>
            <p:cNvPr id="86" name="Freeform 85"/>
            <p:cNvSpPr/>
            <p:nvPr/>
          </p:nvSpPr>
          <p:spPr>
            <a:xfrm>
              <a:off x="5573678" y="1786331"/>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3"/>
            </a:solidFill>
            <a:ln w="12700">
              <a:solidFill>
                <a:schemeClr val="accent3">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42" name="Freeform 57"/>
            <p:cNvSpPr>
              <a:spLocks noEditPoints="1"/>
            </p:cNvSpPr>
            <p:nvPr/>
          </p:nvSpPr>
          <p:spPr bwMode="auto">
            <a:xfrm>
              <a:off x="5843023" y="2071785"/>
              <a:ext cx="283922" cy="25170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76"/>
          <p:cNvGrpSpPr/>
          <p:nvPr/>
        </p:nvGrpSpPr>
        <p:grpSpPr>
          <a:xfrm>
            <a:off x="5573678" y="3447948"/>
            <a:ext cx="822613" cy="822613"/>
            <a:chOff x="5573678" y="3447948"/>
            <a:chExt cx="822613" cy="822613"/>
          </a:xfrm>
        </p:grpSpPr>
        <p:sp>
          <p:nvSpPr>
            <p:cNvPr id="88" name="Freeform 87"/>
            <p:cNvSpPr/>
            <p:nvPr/>
          </p:nvSpPr>
          <p:spPr>
            <a:xfrm>
              <a:off x="5573678" y="3447948"/>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4"/>
            </a:solidFill>
            <a:ln w="12700">
              <a:solidFill>
                <a:schemeClr val="accent4">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45" name="Freeform 131"/>
            <p:cNvSpPr>
              <a:spLocks/>
            </p:cNvSpPr>
            <p:nvPr/>
          </p:nvSpPr>
          <p:spPr bwMode="auto">
            <a:xfrm>
              <a:off x="5824314" y="3688432"/>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75"/>
          <p:cNvGrpSpPr/>
          <p:nvPr/>
        </p:nvGrpSpPr>
        <p:grpSpPr>
          <a:xfrm>
            <a:off x="4160694" y="3979236"/>
            <a:ext cx="822613" cy="822613"/>
            <a:chOff x="4160694" y="3979236"/>
            <a:chExt cx="822613" cy="822613"/>
          </a:xfrm>
        </p:grpSpPr>
        <p:sp>
          <p:nvSpPr>
            <p:cNvPr id="90" name="Freeform 89"/>
            <p:cNvSpPr/>
            <p:nvPr/>
          </p:nvSpPr>
          <p:spPr>
            <a:xfrm>
              <a:off x="4160694" y="3979236"/>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5"/>
            </a:solidFill>
            <a:ln w="12700">
              <a:solidFill>
                <a:schemeClr val="accent5">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solidFill>
                  <a:schemeClr val="bg1"/>
                </a:solidFill>
              </a:endParaRPr>
            </a:p>
          </p:txBody>
        </p:sp>
        <p:sp>
          <p:nvSpPr>
            <p:cNvPr id="48" name="Freeform 5"/>
            <p:cNvSpPr>
              <a:spLocks noEditPoints="1"/>
            </p:cNvSpPr>
            <p:nvPr/>
          </p:nvSpPr>
          <p:spPr bwMode="auto">
            <a:xfrm>
              <a:off x="4388138" y="4206680"/>
              <a:ext cx="367725" cy="367725"/>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74"/>
          <p:cNvGrpSpPr/>
          <p:nvPr/>
        </p:nvGrpSpPr>
        <p:grpSpPr>
          <a:xfrm>
            <a:off x="4069334" y="2505075"/>
            <a:ext cx="1005332" cy="1005328"/>
            <a:chOff x="4069334" y="2505075"/>
            <a:chExt cx="1005332" cy="1005328"/>
          </a:xfrm>
        </p:grpSpPr>
        <p:sp>
          <p:nvSpPr>
            <p:cNvPr id="110" name="Freeform 109"/>
            <p:cNvSpPr/>
            <p:nvPr/>
          </p:nvSpPr>
          <p:spPr>
            <a:xfrm>
              <a:off x="4069334" y="2505075"/>
              <a:ext cx="1005332" cy="1005328"/>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bg1">
                <a:lumMod val="8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3600" kern="1200" dirty="0"/>
            </a:p>
          </p:txBody>
        </p:sp>
        <p:sp>
          <p:nvSpPr>
            <p:cNvPr id="51" name="Freeform 42"/>
            <p:cNvSpPr>
              <a:spLocks noEditPoints="1"/>
            </p:cNvSpPr>
            <p:nvPr/>
          </p:nvSpPr>
          <p:spPr bwMode="auto">
            <a:xfrm>
              <a:off x="4342130" y="2809875"/>
              <a:ext cx="459742" cy="395726"/>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flipH="1">
            <a:off x="4572000" y="2097790"/>
            <a:ext cx="2" cy="330304"/>
          </a:xfrm>
          <a:prstGeom prst="line">
            <a:avLst/>
          </a:prstGeom>
          <a:ln w="1270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flipH="1">
            <a:off x="4572000" y="3582814"/>
            <a:ext cx="2" cy="330304"/>
          </a:xfrm>
          <a:prstGeom prst="line">
            <a:avLst/>
          </a:prstGeom>
          <a:ln w="1270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10800000" flipV="1">
            <a:off x="5072008" y="2428094"/>
            <a:ext cx="501670" cy="290336"/>
          </a:xfrm>
          <a:prstGeom prst="line">
            <a:avLst/>
          </a:prstGeom>
          <a:ln w="12700">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10800000" flipV="1">
            <a:off x="3551190" y="3295792"/>
            <a:ext cx="520803" cy="287022"/>
          </a:xfrm>
          <a:prstGeom prst="line">
            <a:avLst/>
          </a:prstGeom>
          <a:ln w="12700">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rot="14400000" flipV="1">
            <a:off x="5075659" y="3339507"/>
            <a:ext cx="501670" cy="290336"/>
          </a:xfrm>
          <a:prstGeom prst="line">
            <a:avLst/>
          </a:prstGeom>
          <a:ln w="12700">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rot="14400000" flipV="1">
            <a:off x="3545213" y="2450162"/>
            <a:ext cx="520803" cy="287022"/>
          </a:xfrm>
          <a:prstGeom prst="line">
            <a:avLst/>
          </a:prstGeom>
          <a:ln w="12700">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4" name="Group 75"/>
          <p:cNvGrpSpPr/>
          <p:nvPr/>
        </p:nvGrpSpPr>
        <p:grpSpPr>
          <a:xfrm>
            <a:off x="5072008" y="4361157"/>
            <a:ext cx="1947726" cy="483645"/>
            <a:chOff x="5603652" y="1707916"/>
            <a:chExt cx="1947726" cy="483645"/>
          </a:xfrm>
        </p:grpSpPr>
        <p:sp>
          <p:nvSpPr>
            <p:cNvPr id="70" name="Text Placeholder 3"/>
            <p:cNvSpPr txBox="1">
              <a:spLocks/>
            </p:cNvSpPr>
            <p:nvPr/>
          </p:nvSpPr>
          <p:spPr>
            <a:xfrm>
              <a:off x="5603652" y="170791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71"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Effect transition="in" filter="fade">
                                      <p:cBhvr>
                                        <p:cTn id="9" dur="500"/>
                                        <p:tgtEl>
                                          <p:spTgt spid="13"/>
                                        </p:tgtEl>
                                      </p:cBhvr>
                                    </p:animEffect>
                                  </p:childTnLst>
                                </p:cTn>
                              </p:par>
                            </p:childTnLst>
                          </p:cTn>
                        </p:par>
                        <p:par>
                          <p:cTn id="10" fill="hold">
                            <p:stCondLst>
                              <p:cond delay="500"/>
                            </p:stCondLst>
                            <p:childTnLst>
                              <p:par>
                                <p:cTn id="11" presetID="20" presetClass="entr" presetSubtype="0" fill="hold" grpId="0" nodeType="after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wedge">
                                      <p:cBhvr>
                                        <p:cTn id="13" dur="2000"/>
                                        <p:tgtEl>
                                          <p:spTgt spid="55"/>
                                        </p:tgtEl>
                                      </p:cBhvr>
                                    </p:animEffect>
                                  </p:childTnLst>
                                </p:cTn>
                              </p:par>
                            </p:childTnLst>
                          </p:cTn>
                        </p:par>
                        <p:par>
                          <p:cTn id="14" fill="hold">
                            <p:stCondLst>
                              <p:cond delay="2500"/>
                            </p:stCondLst>
                            <p:childTnLst>
                              <p:par>
                                <p:cTn id="15" presetID="22" presetClass="entr" presetSubtype="4" fill="hold" nodeType="afterEffect">
                                  <p:stCondLst>
                                    <p:cond delay="0"/>
                                  </p:stCondLst>
                                  <p:childTnLst>
                                    <p:set>
                                      <p:cBhvr>
                                        <p:cTn id="16" dur="1" fill="hold">
                                          <p:stCondLst>
                                            <p:cond delay="0"/>
                                          </p:stCondLst>
                                        </p:cTn>
                                        <p:tgtEl>
                                          <p:spTgt spid="57"/>
                                        </p:tgtEl>
                                        <p:attrNameLst>
                                          <p:attrName>style.visibility</p:attrName>
                                        </p:attrNameLst>
                                      </p:cBhvr>
                                      <p:to>
                                        <p:strVal val="visible"/>
                                      </p:to>
                                    </p:set>
                                    <p:animEffect transition="in" filter="wipe(down)">
                                      <p:cBhvr>
                                        <p:cTn id="17" dur="500"/>
                                        <p:tgtEl>
                                          <p:spTgt spid="57"/>
                                        </p:tgtEl>
                                      </p:cBhvr>
                                    </p:animEffect>
                                  </p:childTnLst>
                                </p:cTn>
                              </p:par>
                            </p:childTnLst>
                          </p:cTn>
                        </p:par>
                        <p:par>
                          <p:cTn id="18" fill="hold">
                            <p:stCondLst>
                              <p:cond delay="3000"/>
                            </p:stCondLst>
                            <p:childTnLst>
                              <p:par>
                                <p:cTn id="19" presetID="53" presetClass="entr" presetSubtype="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par>
                          <p:cTn id="24" fill="hold">
                            <p:stCondLst>
                              <p:cond delay="3500"/>
                            </p:stCondLst>
                            <p:childTnLst>
                              <p:par>
                                <p:cTn id="25" presetID="22" presetClass="entr" presetSubtype="1" fill="hold"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up)">
                                      <p:cBhvr>
                                        <p:cTn id="27" dur="500"/>
                                        <p:tgtEl>
                                          <p:spTgt spid="58"/>
                                        </p:tgtEl>
                                      </p:cBhvr>
                                    </p:animEffect>
                                  </p:childTnLst>
                                </p:cTn>
                              </p:par>
                            </p:childTnLst>
                          </p:cTn>
                        </p:par>
                        <p:par>
                          <p:cTn id="28" fill="hold">
                            <p:stCondLst>
                              <p:cond delay="4000"/>
                            </p:stCondLst>
                            <p:childTnLst>
                              <p:par>
                                <p:cTn id="29" presetID="53" presetClass="entr" presetSubtype="0" fill="hold" nodeType="after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p:cTn id="31" dur="500" fill="hold"/>
                                        <p:tgtEl>
                                          <p:spTgt spid="12"/>
                                        </p:tgtEl>
                                        <p:attrNameLst>
                                          <p:attrName>ppt_w</p:attrName>
                                        </p:attrNameLst>
                                      </p:cBhvr>
                                      <p:tavLst>
                                        <p:tav tm="0">
                                          <p:val>
                                            <p:fltVal val="0"/>
                                          </p:val>
                                        </p:tav>
                                        <p:tav tm="100000">
                                          <p:val>
                                            <p:strVal val="#ppt_w"/>
                                          </p:val>
                                        </p:tav>
                                      </p:tavLst>
                                    </p:anim>
                                    <p:anim calcmode="lin" valueType="num">
                                      <p:cBhvr>
                                        <p:cTn id="32" dur="500" fill="hold"/>
                                        <p:tgtEl>
                                          <p:spTgt spid="12"/>
                                        </p:tgtEl>
                                        <p:attrNameLst>
                                          <p:attrName>ppt_h</p:attrName>
                                        </p:attrNameLst>
                                      </p:cBhvr>
                                      <p:tavLst>
                                        <p:tav tm="0">
                                          <p:val>
                                            <p:fltVal val="0"/>
                                          </p:val>
                                        </p:tav>
                                        <p:tav tm="100000">
                                          <p:val>
                                            <p:strVal val="#ppt_h"/>
                                          </p:val>
                                        </p:tav>
                                      </p:tavLst>
                                    </p:anim>
                                    <p:animEffect transition="in" filter="fade">
                                      <p:cBhvr>
                                        <p:cTn id="33" dur="500"/>
                                        <p:tgtEl>
                                          <p:spTgt spid="12"/>
                                        </p:tgtEl>
                                      </p:cBhvr>
                                    </p:animEffect>
                                  </p:childTnLst>
                                </p:cTn>
                              </p:par>
                            </p:childTnLst>
                          </p:cTn>
                        </p:par>
                        <p:par>
                          <p:cTn id="34" fill="hold">
                            <p:stCondLst>
                              <p:cond delay="4500"/>
                            </p:stCondLst>
                            <p:childTnLst>
                              <p:par>
                                <p:cTn id="35" presetID="22" presetClass="entr" presetSubtype="2" fill="hold" nodeType="afterEffect">
                                  <p:stCondLst>
                                    <p:cond delay="0"/>
                                  </p:stCondLst>
                                  <p:childTnLst>
                                    <p:set>
                                      <p:cBhvr>
                                        <p:cTn id="36" dur="1" fill="hold">
                                          <p:stCondLst>
                                            <p:cond delay="0"/>
                                          </p:stCondLst>
                                        </p:cTn>
                                        <p:tgtEl>
                                          <p:spTgt spid="68"/>
                                        </p:tgtEl>
                                        <p:attrNameLst>
                                          <p:attrName>style.visibility</p:attrName>
                                        </p:attrNameLst>
                                      </p:cBhvr>
                                      <p:to>
                                        <p:strVal val="visible"/>
                                      </p:to>
                                    </p:set>
                                    <p:animEffect transition="in" filter="wipe(right)">
                                      <p:cBhvr>
                                        <p:cTn id="37" dur="500"/>
                                        <p:tgtEl>
                                          <p:spTgt spid="68"/>
                                        </p:tgtEl>
                                      </p:cBhvr>
                                    </p:animEffect>
                                  </p:childTnLst>
                                </p:cTn>
                              </p:par>
                            </p:childTnLst>
                          </p:cTn>
                        </p:par>
                        <p:par>
                          <p:cTn id="38" fill="hold">
                            <p:stCondLst>
                              <p:cond delay="5000"/>
                            </p:stCondLst>
                            <p:childTnLst>
                              <p:par>
                                <p:cTn id="39" presetID="53" presetClass="entr" presetSubtype="0" fill="hold" nodeType="after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p:cTn id="41" dur="500" fill="hold"/>
                                        <p:tgtEl>
                                          <p:spTgt spid="8"/>
                                        </p:tgtEl>
                                        <p:attrNameLst>
                                          <p:attrName>ppt_w</p:attrName>
                                        </p:attrNameLst>
                                      </p:cBhvr>
                                      <p:tavLst>
                                        <p:tav tm="0">
                                          <p:val>
                                            <p:fltVal val="0"/>
                                          </p:val>
                                        </p:tav>
                                        <p:tav tm="100000">
                                          <p:val>
                                            <p:strVal val="#ppt_w"/>
                                          </p:val>
                                        </p:tav>
                                      </p:tavLst>
                                    </p:anim>
                                    <p:anim calcmode="lin" valueType="num">
                                      <p:cBhvr>
                                        <p:cTn id="42" dur="500" fill="hold"/>
                                        <p:tgtEl>
                                          <p:spTgt spid="8"/>
                                        </p:tgtEl>
                                        <p:attrNameLst>
                                          <p:attrName>ppt_h</p:attrName>
                                        </p:attrNameLst>
                                      </p:cBhvr>
                                      <p:tavLst>
                                        <p:tav tm="0">
                                          <p:val>
                                            <p:fltVal val="0"/>
                                          </p:val>
                                        </p:tav>
                                        <p:tav tm="100000">
                                          <p:val>
                                            <p:strVal val="#ppt_h"/>
                                          </p:val>
                                        </p:tav>
                                      </p:tavLst>
                                    </p:anim>
                                    <p:animEffect transition="in" filter="fade">
                                      <p:cBhvr>
                                        <p:cTn id="43" dur="500"/>
                                        <p:tgtEl>
                                          <p:spTgt spid="8"/>
                                        </p:tgtEl>
                                      </p:cBhvr>
                                    </p:animEffect>
                                  </p:childTnLst>
                                </p:cTn>
                              </p:par>
                            </p:childTnLst>
                          </p:cTn>
                        </p:par>
                        <p:par>
                          <p:cTn id="44" fill="hold">
                            <p:stCondLst>
                              <p:cond delay="5500"/>
                            </p:stCondLst>
                            <p:childTnLst>
                              <p:par>
                                <p:cTn id="45" presetID="22" presetClass="entr" presetSubtype="8" fill="hold" nodeType="afterEffect">
                                  <p:stCondLst>
                                    <p:cond delay="0"/>
                                  </p:stCondLst>
                                  <p:childTnLst>
                                    <p:set>
                                      <p:cBhvr>
                                        <p:cTn id="46" dur="1" fill="hold">
                                          <p:stCondLst>
                                            <p:cond delay="0"/>
                                          </p:stCondLst>
                                        </p:cTn>
                                        <p:tgtEl>
                                          <p:spTgt spid="67"/>
                                        </p:tgtEl>
                                        <p:attrNameLst>
                                          <p:attrName>style.visibility</p:attrName>
                                        </p:attrNameLst>
                                      </p:cBhvr>
                                      <p:to>
                                        <p:strVal val="visible"/>
                                      </p:to>
                                    </p:set>
                                    <p:animEffect transition="in" filter="wipe(left)">
                                      <p:cBhvr>
                                        <p:cTn id="47" dur="500"/>
                                        <p:tgtEl>
                                          <p:spTgt spid="67"/>
                                        </p:tgtEl>
                                      </p:cBhvr>
                                    </p:animEffect>
                                  </p:childTnLst>
                                </p:cTn>
                              </p:par>
                            </p:childTnLst>
                          </p:cTn>
                        </p:par>
                        <p:par>
                          <p:cTn id="48" fill="hold">
                            <p:stCondLst>
                              <p:cond delay="6000"/>
                            </p:stCondLst>
                            <p:childTnLst>
                              <p:par>
                                <p:cTn id="49" presetID="53" presetClass="entr" presetSubtype="0"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 calcmode="lin" valueType="num">
                                      <p:cBhvr>
                                        <p:cTn id="51" dur="500" fill="hold"/>
                                        <p:tgtEl>
                                          <p:spTgt spid="11"/>
                                        </p:tgtEl>
                                        <p:attrNameLst>
                                          <p:attrName>ppt_w</p:attrName>
                                        </p:attrNameLst>
                                      </p:cBhvr>
                                      <p:tavLst>
                                        <p:tav tm="0">
                                          <p:val>
                                            <p:fltVal val="0"/>
                                          </p:val>
                                        </p:tav>
                                        <p:tav tm="100000">
                                          <p:val>
                                            <p:strVal val="#ppt_w"/>
                                          </p:val>
                                        </p:tav>
                                      </p:tavLst>
                                    </p:anim>
                                    <p:anim calcmode="lin" valueType="num">
                                      <p:cBhvr>
                                        <p:cTn id="52" dur="500" fill="hold"/>
                                        <p:tgtEl>
                                          <p:spTgt spid="11"/>
                                        </p:tgtEl>
                                        <p:attrNameLst>
                                          <p:attrName>ppt_h</p:attrName>
                                        </p:attrNameLst>
                                      </p:cBhvr>
                                      <p:tavLst>
                                        <p:tav tm="0">
                                          <p:val>
                                            <p:fltVal val="0"/>
                                          </p:val>
                                        </p:tav>
                                        <p:tav tm="100000">
                                          <p:val>
                                            <p:strVal val="#ppt_h"/>
                                          </p:val>
                                        </p:tav>
                                      </p:tavLst>
                                    </p:anim>
                                    <p:animEffect transition="in" filter="fade">
                                      <p:cBhvr>
                                        <p:cTn id="53" dur="500"/>
                                        <p:tgtEl>
                                          <p:spTgt spid="11"/>
                                        </p:tgtEl>
                                      </p:cBhvr>
                                    </p:animEffect>
                                  </p:childTnLst>
                                </p:cTn>
                              </p:par>
                            </p:childTnLst>
                          </p:cTn>
                        </p:par>
                        <p:par>
                          <p:cTn id="54" fill="hold">
                            <p:stCondLst>
                              <p:cond delay="6500"/>
                            </p:stCondLst>
                            <p:childTnLst>
                              <p:par>
                                <p:cTn id="55" presetID="22" presetClass="entr" presetSubtype="8" fill="hold" nodeType="afterEffect">
                                  <p:stCondLst>
                                    <p:cond delay="0"/>
                                  </p:stCondLst>
                                  <p:childTnLst>
                                    <p:set>
                                      <p:cBhvr>
                                        <p:cTn id="56" dur="1" fill="hold">
                                          <p:stCondLst>
                                            <p:cond delay="0"/>
                                          </p:stCondLst>
                                        </p:cTn>
                                        <p:tgtEl>
                                          <p:spTgt spid="61"/>
                                        </p:tgtEl>
                                        <p:attrNameLst>
                                          <p:attrName>style.visibility</p:attrName>
                                        </p:attrNameLst>
                                      </p:cBhvr>
                                      <p:to>
                                        <p:strVal val="visible"/>
                                      </p:to>
                                    </p:set>
                                    <p:animEffect transition="in" filter="wipe(left)">
                                      <p:cBhvr>
                                        <p:cTn id="57" dur="500"/>
                                        <p:tgtEl>
                                          <p:spTgt spid="61"/>
                                        </p:tgtEl>
                                      </p:cBhvr>
                                    </p:animEffect>
                                  </p:childTnLst>
                                </p:cTn>
                              </p:par>
                            </p:childTnLst>
                          </p:cTn>
                        </p:par>
                        <p:par>
                          <p:cTn id="58" fill="hold">
                            <p:stCondLst>
                              <p:cond delay="7000"/>
                            </p:stCondLst>
                            <p:childTnLst>
                              <p:par>
                                <p:cTn id="59" presetID="53" presetClass="entr" presetSubtype="0" fill="hold"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Effect transition="in" filter="fade">
                                      <p:cBhvr>
                                        <p:cTn id="63" dur="500"/>
                                        <p:tgtEl>
                                          <p:spTgt spid="10"/>
                                        </p:tgtEl>
                                      </p:cBhvr>
                                    </p:animEffect>
                                  </p:childTnLst>
                                </p:cTn>
                              </p:par>
                            </p:childTnLst>
                          </p:cTn>
                        </p:par>
                        <p:par>
                          <p:cTn id="64" fill="hold">
                            <p:stCondLst>
                              <p:cond delay="7500"/>
                            </p:stCondLst>
                            <p:childTnLst>
                              <p:par>
                                <p:cTn id="65" presetID="22" presetClass="entr" presetSubtype="2" fill="hold" nodeType="after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wipe(right)">
                                      <p:cBhvr>
                                        <p:cTn id="67" dur="500"/>
                                        <p:tgtEl>
                                          <p:spTgt spid="62"/>
                                        </p:tgtEl>
                                      </p:cBhvr>
                                    </p:animEffect>
                                  </p:childTnLst>
                                </p:cTn>
                              </p:par>
                            </p:childTnLst>
                          </p:cTn>
                        </p:par>
                        <p:par>
                          <p:cTn id="68" fill="hold">
                            <p:stCondLst>
                              <p:cond delay="8000"/>
                            </p:stCondLst>
                            <p:childTnLst>
                              <p:par>
                                <p:cTn id="69" presetID="53" presetClass="entr" presetSubtype="0" fill="hold" nodeType="afterEffect">
                                  <p:stCondLst>
                                    <p:cond delay="0"/>
                                  </p:stCondLst>
                                  <p:childTnLst>
                                    <p:set>
                                      <p:cBhvr>
                                        <p:cTn id="70" dur="1" fill="hold">
                                          <p:stCondLst>
                                            <p:cond delay="0"/>
                                          </p:stCondLst>
                                        </p:cTn>
                                        <p:tgtEl>
                                          <p:spTgt spid="9"/>
                                        </p:tgtEl>
                                        <p:attrNameLst>
                                          <p:attrName>style.visibility</p:attrName>
                                        </p:attrNameLst>
                                      </p:cBhvr>
                                      <p:to>
                                        <p:strVal val="visible"/>
                                      </p:to>
                                    </p:set>
                                    <p:anim calcmode="lin" valueType="num">
                                      <p:cBhvr>
                                        <p:cTn id="71" dur="500" fill="hold"/>
                                        <p:tgtEl>
                                          <p:spTgt spid="9"/>
                                        </p:tgtEl>
                                        <p:attrNameLst>
                                          <p:attrName>ppt_w</p:attrName>
                                        </p:attrNameLst>
                                      </p:cBhvr>
                                      <p:tavLst>
                                        <p:tav tm="0">
                                          <p:val>
                                            <p:fltVal val="0"/>
                                          </p:val>
                                        </p:tav>
                                        <p:tav tm="100000">
                                          <p:val>
                                            <p:strVal val="#ppt_w"/>
                                          </p:val>
                                        </p:tav>
                                      </p:tavLst>
                                    </p:anim>
                                    <p:anim calcmode="lin" valueType="num">
                                      <p:cBhvr>
                                        <p:cTn id="72" dur="500" fill="hold"/>
                                        <p:tgtEl>
                                          <p:spTgt spid="9"/>
                                        </p:tgtEl>
                                        <p:attrNameLst>
                                          <p:attrName>ppt_h</p:attrName>
                                        </p:attrNameLst>
                                      </p:cBhvr>
                                      <p:tavLst>
                                        <p:tav tm="0">
                                          <p:val>
                                            <p:fltVal val="0"/>
                                          </p:val>
                                        </p:tav>
                                        <p:tav tm="100000">
                                          <p:val>
                                            <p:strVal val="#ppt_h"/>
                                          </p:val>
                                        </p:tav>
                                      </p:tavLst>
                                    </p:anim>
                                    <p:animEffect transition="in" filter="fade">
                                      <p:cBhvr>
                                        <p:cTn id="73" dur="500"/>
                                        <p:tgtEl>
                                          <p:spTgt spid="9"/>
                                        </p:tgtEl>
                                      </p:cBhvr>
                                    </p:animEffect>
                                  </p:childTnLst>
                                </p:cTn>
                              </p:par>
                            </p:childTnLst>
                          </p:cTn>
                        </p:par>
                        <p:par>
                          <p:cTn id="74" fill="hold">
                            <p:stCondLst>
                              <p:cond delay="8500"/>
                            </p:stCondLst>
                            <p:childTnLst>
                              <p:par>
                                <p:cTn id="75" presetID="2" presetClass="entr" presetSubtype="8" accel="50000" decel="50000" fill="hold" nodeType="after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additive="base">
                                        <p:cTn id="77" dur="1000" fill="hold"/>
                                        <p:tgtEl>
                                          <p:spTgt spid="5"/>
                                        </p:tgtEl>
                                        <p:attrNameLst>
                                          <p:attrName>ppt_x</p:attrName>
                                        </p:attrNameLst>
                                      </p:cBhvr>
                                      <p:tavLst>
                                        <p:tav tm="0">
                                          <p:val>
                                            <p:strVal val="0-#ppt_w/2"/>
                                          </p:val>
                                        </p:tav>
                                        <p:tav tm="100000">
                                          <p:val>
                                            <p:strVal val="#ppt_x"/>
                                          </p:val>
                                        </p:tav>
                                      </p:tavLst>
                                    </p:anim>
                                    <p:anim calcmode="lin" valueType="num">
                                      <p:cBhvr additive="base">
                                        <p:cTn id="78" dur="1000" fill="hold"/>
                                        <p:tgtEl>
                                          <p:spTgt spid="5"/>
                                        </p:tgtEl>
                                        <p:attrNameLst>
                                          <p:attrName>ppt_y</p:attrName>
                                        </p:attrNameLst>
                                      </p:cBhvr>
                                      <p:tavLst>
                                        <p:tav tm="0">
                                          <p:val>
                                            <p:strVal val="#ppt_y"/>
                                          </p:val>
                                        </p:tav>
                                        <p:tav tm="100000">
                                          <p:val>
                                            <p:strVal val="#ppt_y"/>
                                          </p:val>
                                        </p:tav>
                                      </p:tavLst>
                                    </p:anim>
                                  </p:childTnLst>
                                </p:cTn>
                              </p:par>
                            </p:childTnLst>
                          </p:cTn>
                        </p:par>
                        <p:par>
                          <p:cTn id="79" fill="hold">
                            <p:stCondLst>
                              <p:cond delay="9500"/>
                            </p:stCondLst>
                            <p:childTnLst>
                              <p:par>
                                <p:cTn id="80" presetID="2" presetClass="entr" presetSubtype="8" accel="50000" decel="50000" fill="hold" nodeType="after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1000" fill="hold"/>
                                        <p:tgtEl>
                                          <p:spTgt spid="4"/>
                                        </p:tgtEl>
                                        <p:attrNameLst>
                                          <p:attrName>ppt_x</p:attrName>
                                        </p:attrNameLst>
                                      </p:cBhvr>
                                      <p:tavLst>
                                        <p:tav tm="0">
                                          <p:val>
                                            <p:strVal val="0-#ppt_w/2"/>
                                          </p:val>
                                        </p:tav>
                                        <p:tav tm="100000">
                                          <p:val>
                                            <p:strVal val="#ppt_x"/>
                                          </p:val>
                                        </p:tav>
                                      </p:tavLst>
                                    </p:anim>
                                    <p:anim calcmode="lin" valueType="num">
                                      <p:cBhvr additive="base">
                                        <p:cTn id="83" dur="1000" fill="hold"/>
                                        <p:tgtEl>
                                          <p:spTgt spid="4"/>
                                        </p:tgtEl>
                                        <p:attrNameLst>
                                          <p:attrName>ppt_y</p:attrName>
                                        </p:attrNameLst>
                                      </p:cBhvr>
                                      <p:tavLst>
                                        <p:tav tm="0">
                                          <p:val>
                                            <p:strVal val="#ppt_y"/>
                                          </p:val>
                                        </p:tav>
                                        <p:tav tm="100000">
                                          <p:val>
                                            <p:strVal val="#ppt_y"/>
                                          </p:val>
                                        </p:tav>
                                      </p:tavLst>
                                    </p:anim>
                                  </p:childTnLst>
                                </p:cTn>
                              </p:par>
                            </p:childTnLst>
                          </p:cTn>
                        </p:par>
                        <p:par>
                          <p:cTn id="84" fill="hold">
                            <p:stCondLst>
                              <p:cond delay="10500"/>
                            </p:stCondLst>
                            <p:childTnLst>
                              <p:par>
                                <p:cTn id="85" presetID="2" presetClass="entr" presetSubtype="2" accel="50000" decel="50000" fill="hold" nodeType="afterEffect">
                                  <p:stCondLst>
                                    <p:cond delay="0"/>
                                  </p:stCondLst>
                                  <p:childTnLst>
                                    <p:set>
                                      <p:cBhvr>
                                        <p:cTn id="86" dur="1" fill="hold">
                                          <p:stCondLst>
                                            <p:cond delay="0"/>
                                          </p:stCondLst>
                                        </p:cTn>
                                        <p:tgtEl>
                                          <p:spTgt spid="2"/>
                                        </p:tgtEl>
                                        <p:attrNameLst>
                                          <p:attrName>style.visibility</p:attrName>
                                        </p:attrNameLst>
                                      </p:cBhvr>
                                      <p:to>
                                        <p:strVal val="visible"/>
                                      </p:to>
                                    </p:set>
                                    <p:anim calcmode="lin" valueType="num">
                                      <p:cBhvr additive="base">
                                        <p:cTn id="87" dur="1000" fill="hold"/>
                                        <p:tgtEl>
                                          <p:spTgt spid="2"/>
                                        </p:tgtEl>
                                        <p:attrNameLst>
                                          <p:attrName>ppt_x</p:attrName>
                                        </p:attrNameLst>
                                      </p:cBhvr>
                                      <p:tavLst>
                                        <p:tav tm="0">
                                          <p:val>
                                            <p:strVal val="1+#ppt_w/2"/>
                                          </p:val>
                                        </p:tav>
                                        <p:tav tm="100000">
                                          <p:val>
                                            <p:strVal val="#ppt_x"/>
                                          </p:val>
                                        </p:tav>
                                      </p:tavLst>
                                    </p:anim>
                                    <p:anim calcmode="lin" valueType="num">
                                      <p:cBhvr additive="base">
                                        <p:cTn id="88" dur="1000" fill="hold"/>
                                        <p:tgtEl>
                                          <p:spTgt spid="2"/>
                                        </p:tgtEl>
                                        <p:attrNameLst>
                                          <p:attrName>ppt_y</p:attrName>
                                        </p:attrNameLst>
                                      </p:cBhvr>
                                      <p:tavLst>
                                        <p:tav tm="0">
                                          <p:val>
                                            <p:strVal val="#ppt_y"/>
                                          </p:val>
                                        </p:tav>
                                        <p:tav tm="100000">
                                          <p:val>
                                            <p:strVal val="#ppt_y"/>
                                          </p:val>
                                        </p:tav>
                                      </p:tavLst>
                                    </p:anim>
                                  </p:childTnLst>
                                </p:cTn>
                              </p:par>
                            </p:childTnLst>
                          </p:cTn>
                        </p:par>
                        <p:par>
                          <p:cTn id="89" fill="hold">
                            <p:stCondLst>
                              <p:cond delay="11500"/>
                            </p:stCondLst>
                            <p:childTnLst>
                              <p:par>
                                <p:cTn id="90" presetID="2" presetClass="entr" presetSubtype="2" accel="50000" decel="50000" fill="hold" nodeType="afterEffect">
                                  <p:stCondLst>
                                    <p:cond delay="0"/>
                                  </p:stCondLst>
                                  <p:childTnLst>
                                    <p:set>
                                      <p:cBhvr>
                                        <p:cTn id="91" dur="1" fill="hold">
                                          <p:stCondLst>
                                            <p:cond delay="0"/>
                                          </p:stCondLst>
                                        </p:cTn>
                                        <p:tgtEl>
                                          <p:spTgt spid="6"/>
                                        </p:tgtEl>
                                        <p:attrNameLst>
                                          <p:attrName>style.visibility</p:attrName>
                                        </p:attrNameLst>
                                      </p:cBhvr>
                                      <p:to>
                                        <p:strVal val="visible"/>
                                      </p:to>
                                    </p:set>
                                    <p:anim calcmode="lin" valueType="num">
                                      <p:cBhvr additive="base">
                                        <p:cTn id="92" dur="1000" fill="hold"/>
                                        <p:tgtEl>
                                          <p:spTgt spid="6"/>
                                        </p:tgtEl>
                                        <p:attrNameLst>
                                          <p:attrName>ppt_x</p:attrName>
                                        </p:attrNameLst>
                                      </p:cBhvr>
                                      <p:tavLst>
                                        <p:tav tm="0">
                                          <p:val>
                                            <p:strVal val="1+#ppt_w/2"/>
                                          </p:val>
                                        </p:tav>
                                        <p:tav tm="100000">
                                          <p:val>
                                            <p:strVal val="#ppt_x"/>
                                          </p:val>
                                        </p:tav>
                                      </p:tavLst>
                                    </p:anim>
                                    <p:anim calcmode="lin" valueType="num">
                                      <p:cBhvr additive="base">
                                        <p:cTn id="93" dur="1000" fill="hold"/>
                                        <p:tgtEl>
                                          <p:spTgt spid="6"/>
                                        </p:tgtEl>
                                        <p:attrNameLst>
                                          <p:attrName>ppt_y</p:attrName>
                                        </p:attrNameLst>
                                      </p:cBhvr>
                                      <p:tavLst>
                                        <p:tav tm="0">
                                          <p:val>
                                            <p:strVal val="#ppt_y"/>
                                          </p:val>
                                        </p:tav>
                                        <p:tav tm="100000">
                                          <p:val>
                                            <p:strVal val="#ppt_y"/>
                                          </p:val>
                                        </p:tav>
                                      </p:tavLst>
                                    </p:anim>
                                  </p:childTnLst>
                                </p:cTn>
                              </p:par>
                            </p:childTnLst>
                          </p:cTn>
                        </p:par>
                        <p:par>
                          <p:cTn id="94" fill="hold">
                            <p:stCondLst>
                              <p:cond delay="12500"/>
                            </p:stCondLst>
                            <p:childTnLst>
                              <p:par>
                                <p:cTn id="95" presetID="2" presetClass="entr" presetSubtype="2" accel="50000" decel="50000" fill="hold" nodeType="after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1000" fill="hold"/>
                                        <p:tgtEl>
                                          <p:spTgt spid="14"/>
                                        </p:tgtEl>
                                        <p:attrNameLst>
                                          <p:attrName>ppt_x</p:attrName>
                                        </p:attrNameLst>
                                      </p:cBhvr>
                                      <p:tavLst>
                                        <p:tav tm="0">
                                          <p:val>
                                            <p:strVal val="1+#ppt_w/2"/>
                                          </p:val>
                                        </p:tav>
                                        <p:tav tm="100000">
                                          <p:val>
                                            <p:strVal val="#ppt_x"/>
                                          </p:val>
                                        </p:tav>
                                      </p:tavLst>
                                    </p:anim>
                                    <p:anim calcmode="lin" valueType="num">
                                      <p:cBhvr additive="base">
                                        <p:cTn id="98" dur="1000" fill="hold"/>
                                        <p:tgtEl>
                                          <p:spTgt spid="14"/>
                                        </p:tgtEl>
                                        <p:attrNameLst>
                                          <p:attrName>ppt_y</p:attrName>
                                        </p:attrNameLst>
                                      </p:cBhvr>
                                      <p:tavLst>
                                        <p:tav tm="0">
                                          <p:val>
                                            <p:strVal val="#ppt_y"/>
                                          </p:val>
                                        </p:tav>
                                        <p:tav tm="100000">
                                          <p:val>
                                            <p:strVal val="#ppt_y"/>
                                          </p:val>
                                        </p:tav>
                                      </p:tavLst>
                                    </p:anim>
                                  </p:childTnLst>
                                </p:cTn>
                              </p:par>
                            </p:childTnLst>
                          </p:cTn>
                        </p:par>
                        <p:par>
                          <p:cTn id="99" fill="hold">
                            <p:stCondLst>
                              <p:cond delay="13500"/>
                            </p:stCondLst>
                            <p:childTnLst>
                              <p:par>
                                <p:cTn id="100" presetID="2" presetClass="entr" presetSubtype="8" accel="50000" decel="50000" fill="hold" nodeType="afterEffect">
                                  <p:stCondLst>
                                    <p:cond delay="0"/>
                                  </p:stCondLst>
                                  <p:childTnLst>
                                    <p:set>
                                      <p:cBhvr>
                                        <p:cTn id="101" dur="1" fill="hold">
                                          <p:stCondLst>
                                            <p:cond delay="0"/>
                                          </p:stCondLst>
                                        </p:cTn>
                                        <p:tgtEl>
                                          <p:spTgt spid="3"/>
                                        </p:tgtEl>
                                        <p:attrNameLst>
                                          <p:attrName>style.visibility</p:attrName>
                                        </p:attrNameLst>
                                      </p:cBhvr>
                                      <p:to>
                                        <p:strVal val="visible"/>
                                      </p:to>
                                    </p:set>
                                    <p:anim calcmode="lin" valueType="num">
                                      <p:cBhvr additive="base">
                                        <p:cTn id="102" dur="1000" fill="hold"/>
                                        <p:tgtEl>
                                          <p:spTgt spid="3"/>
                                        </p:tgtEl>
                                        <p:attrNameLst>
                                          <p:attrName>ppt_x</p:attrName>
                                        </p:attrNameLst>
                                      </p:cBhvr>
                                      <p:tavLst>
                                        <p:tav tm="0">
                                          <p:val>
                                            <p:strVal val="0-#ppt_w/2"/>
                                          </p:val>
                                        </p:tav>
                                        <p:tav tm="100000">
                                          <p:val>
                                            <p:strVal val="#ppt_x"/>
                                          </p:val>
                                        </p:tav>
                                      </p:tavLst>
                                    </p:anim>
                                    <p:anim calcmode="lin" valueType="num">
                                      <p:cBhvr additive="base">
                                        <p:cTn id="103"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Integrated Steps Infographic</a:t>
            </a:r>
            <a:endParaRPr lang="en-US" dirty="0"/>
          </a:p>
        </p:txBody>
      </p:sp>
      <p:sp>
        <p:nvSpPr>
          <p:cNvPr id="23" name="Text Placeholder 22"/>
          <p:cNvSpPr>
            <a:spLocks noGrp="1"/>
          </p:cNvSpPr>
          <p:nvPr>
            <p:ph type="body" sz="half" idx="2"/>
          </p:nvPr>
        </p:nvSpPr>
        <p:spPr/>
        <p:txBody>
          <a:bodyPr/>
          <a:lstStyle/>
          <a:p>
            <a:r>
              <a:rPr lang="en-US"/>
              <a:t>Integrated Steps Infographic</a:t>
            </a:r>
            <a:endParaRPr lang="en-US" dirty="0"/>
          </a:p>
        </p:txBody>
      </p:sp>
      <p:sp>
        <p:nvSpPr>
          <p:cNvPr id="54" name="Slide Number Placeholder 53"/>
          <p:cNvSpPr>
            <a:spLocks noGrp="1"/>
          </p:cNvSpPr>
          <p:nvPr>
            <p:ph type="sldNum" sz="quarter" idx="12"/>
          </p:nvPr>
        </p:nvSpPr>
        <p:spPr/>
        <p:txBody>
          <a:bodyPr/>
          <a:lstStyle/>
          <a:p>
            <a:fld id="{C136B7D2-B98C-44FD-8D04-7EC62A564975}" type="slidenum">
              <a:rPr lang="en-US" smtClean="0"/>
              <a:pPr/>
              <a:t>227</a:t>
            </a:fld>
            <a:endParaRPr lang="en-US" dirty="0"/>
          </a:p>
        </p:txBody>
      </p:sp>
      <p:grpSp>
        <p:nvGrpSpPr>
          <p:cNvPr id="2" name="Group 79"/>
          <p:cNvGrpSpPr/>
          <p:nvPr/>
        </p:nvGrpSpPr>
        <p:grpSpPr>
          <a:xfrm>
            <a:off x="3090665" y="1391756"/>
            <a:ext cx="822613" cy="822613"/>
            <a:chOff x="3090665" y="1366356"/>
            <a:chExt cx="822613" cy="822613"/>
          </a:xfrm>
        </p:grpSpPr>
        <p:sp>
          <p:nvSpPr>
            <p:cNvPr id="32" name="Freeform 31"/>
            <p:cNvSpPr/>
            <p:nvPr/>
          </p:nvSpPr>
          <p:spPr>
            <a:xfrm>
              <a:off x="3090665" y="1366356"/>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1"/>
            </a:solidFill>
            <a:ln w="12700">
              <a:solidFill>
                <a:schemeClr val="accent1">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35" name="Freeform 62"/>
            <p:cNvSpPr>
              <a:spLocks noEditPoints="1"/>
            </p:cNvSpPr>
            <p:nvPr/>
          </p:nvSpPr>
          <p:spPr bwMode="auto">
            <a:xfrm>
              <a:off x="3336763" y="1611133"/>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80"/>
          <p:cNvGrpSpPr/>
          <p:nvPr/>
        </p:nvGrpSpPr>
        <p:grpSpPr>
          <a:xfrm>
            <a:off x="3090665" y="2547777"/>
            <a:ext cx="822613" cy="822613"/>
            <a:chOff x="3090665" y="2522377"/>
            <a:chExt cx="822613" cy="822613"/>
          </a:xfrm>
        </p:grpSpPr>
        <p:sp>
          <p:nvSpPr>
            <p:cNvPr id="33" name="Freeform 32"/>
            <p:cNvSpPr/>
            <p:nvPr/>
          </p:nvSpPr>
          <p:spPr>
            <a:xfrm>
              <a:off x="3090665" y="2522377"/>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2"/>
            </a:solidFill>
            <a:ln w="12700">
              <a:solidFill>
                <a:schemeClr val="accent2">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4000" kern="1200" dirty="0"/>
            </a:p>
          </p:txBody>
        </p:sp>
        <p:sp>
          <p:nvSpPr>
            <p:cNvPr id="36" name="Freeform 66"/>
            <p:cNvSpPr>
              <a:spLocks noEditPoints="1"/>
            </p:cNvSpPr>
            <p:nvPr/>
          </p:nvSpPr>
          <p:spPr bwMode="auto">
            <a:xfrm>
              <a:off x="3290822" y="2769907"/>
              <a:ext cx="422299" cy="32755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84"/>
          <p:cNvGrpSpPr/>
          <p:nvPr/>
        </p:nvGrpSpPr>
        <p:grpSpPr>
          <a:xfrm>
            <a:off x="3090665" y="3639423"/>
            <a:ext cx="822613" cy="822613"/>
            <a:chOff x="3090665" y="3614023"/>
            <a:chExt cx="822613" cy="822613"/>
          </a:xfrm>
        </p:grpSpPr>
        <p:sp>
          <p:nvSpPr>
            <p:cNvPr id="34" name="Freeform 33"/>
            <p:cNvSpPr/>
            <p:nvPr/>
          </p:nvSpPr>
          <p:spPr>
            <a:xfrm>
              <a:off x="3090665" y="3614023"/>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3"/>
            </a:solidFill>
            <a:ln w="12700">
              <a:solidFill>
                <a:schemeClr val="accent3">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kern="1200" dirty="0">
                <a:solidFill>
                  <a:schemeClr val="bg1"/>
                </a:solidFill>
              </a:endParaRPr>
            </a:p>
          </p:txBody>
        </p:sp>
        <p:sp>
          <p:nvSpPr>
            <p:cNvPr id="39" name="Freeform 6"/>
            <p:cNvSpPr>
              <a:spLocks noEditPoints="1"/>
            </p:cNvSpPr>
            <p:nvPr/>
          </p:nvSpPr>
          <p:spPr bwMode="auto">
            <a:xfrm>
              <a:off x="3319200" y="3882291"/>
              <a:ext cx="365543" cy="286077"/>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86"/>
          <p:cNvGrpSpPr/>
          <p:nvPr/>
        </p:nvGrpSpPr>
        <p:grpSpPr>
          <a:xfrm>
            <a:off x="5192979" y="1382393"/>
            <a:ext cx="822613" cy="822613"/>
            <a:chOff x="5192979" y="1356993"/>
            <a:chExt cx="822613" cy="822613"/>
          </a:xfrm>
        </p:grpSpPr>
        <p:sp>
          <p:nvSpPr>
            <p:cNvPr id="86" name="Freeform 85"/>
            <p:cNvSpPr/>
            <p:nvPr/>
          </p:nvSpPr>
          <p:spPr>
            <a:xfrm>
              <a:off x="5192979" y="1356993"/>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4"/>
            </a:solidFill>
            <a:ln w="12700">
              <a:solidFill>
                <a:schemeClr val="accent4">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42" name="Freeform 57"/>
            <p:cNvSpPr>
              <a:spLocks noEditPoints="1"/>
            </p:cNvSpPr>
            <p:nvPr/>
          </p:nvSpPr>
          <p:spPr bwMode="auto">
            <a:xfrm>
              <a:off x="5478537" y="1644637"/>
              <a:ext cx="283922" cy="25170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88"/>
          <p:cNvGrpSpPr/>
          <p:nvPr/>
        </p:nvGrpSpPr>
        <p:grpSpPr>
          <a:xfrm>
            <a:off x="5221554" y="2543895"/>
            <a:ext cx="822613" cy="822613"/>
            <a:chOff x="5221554" y="2518495"/>
            <a:chExt cx="822613" cy="822613"/>
          </a:xfrm>
        </p:grpSpPr>
        <p:sp>
          <p:nvSpPr>
            <p:cNvPr id="88" name="Freeform 87"/>
            <p:cNvSpPr/>
            <p:nvPr/>
          </p:nvSpPr>
          <p:spPr>
            <a:xfrm>
              <a:off x="5221554" y="251849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5"/>
            </a:solidFill>
            <a:ln w="12700">
              <a:solidFill>
                <a:schemeClr val="accent5">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45" name="Freeform 131"/>
            <p:cNvSpPr>
              <a:spLocks/>
            </p:cNvSpPr>
            <p:nvPr/>
          </p:nvSpPr>
          <p:spPr bwMode="auto">
            <a:xfrm>
              <a:off x="5458619" y="2779316"/>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90"/>
          <p:cNvGrpSpPr/>
          <p:nvPr/>
        </p:nvGrpSpPr>
        <p:grpSpPr>
          <a:xfrm>
            <a:off x="5221554" y="3639423"/>
            <a:ext cx="822613" cy="822613"/>
            <a:chOff x="5221554" y="3614023"/>
            <a:chExt cx="822613" cy="822613"/>
          </a:xfrm>
        </p:grpSpPr>
        <p:sp>
          <p:nvSpPr>
            <p:cNvPr id="90" name="Freeform 89"/>
            <p:cNvSpPr/>
            <p:nvPr/>
          </p:nvSpPr>
          <p:spPr>
            <a:xfrm>
              <a:off x="5221554" y="3614023"/>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6"/>
            </a:solidFill>
            <a:ln w="12700">
              <a:solidFill>
                <a:schemeClr val="accent6">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solidFill>
                  <a:schemeClr val="bg1"/>
                </a:solidFill>
              </a:endParaRPr>
            </a:p>
          </p:txBody>
        </p:sp>
        <p:sp>
          <p:nvSpPr>
            <p:cNvPr id="48" name="Freeform 5"/>
            <p:cNvSpPr>
              <a:spLocks noEditPoints="1"/>
            </p:cNvSpPr>
            <p:nvPr/>
          </p:nvSpPr>
          <p:spPr bwMode="auto">
            <a:xfrm>
              <a:off x="5448998" y="3841467"/>
              <a:ext cx="367725" cy="367725"/>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91"/>
          <p:cNvGrpSpPr/>
          <p:nvPr/>
        </p:nvGrpSpPr>
        <p:grpSpPr>
          <a:xfrm>
            <a:off x="1191408" y="2475252"/>
            <a:ext cx="967666" cy="967662"/>
            <a:chOff x="1191408" y="2449852"/>
            <a:chExt cx="967666" cy="967662"/>
          </a:xfrm>
        </p:grpSpPr>
        <p:sp>
          <p:nvSpPr>
            <p:cNvPr id="110" name="Freeform 109"/>
            <p:cNvSpPr/>
            <p:nvPr/>
          </p:nvSpPr>
          <p:spPr>
            <a:xfrm>
              <a:off x="1191408" y="2449852"/>
              <a:ext cx="967666" cy="967662"/>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bg1">
                <a:lumMod val="8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3600" kern="1200" dirty="0"/>
            </a:p>
          </p:txBody>
        </p:sp>
        <p:sp>
          <p:nvSpPr>
            <p:cNvPr id="51" name="Freeform 42"/>
            <p:cNvSpPr>
              <a:spLocks noEditPoints="1"/>
            </p:cNvSpPr>
            <p:nvPr/>
          </p:nvSpPr>
          <p:spPr bwMode="auto">
            <a:xfrm>
              <a:off x="1463029" y="2751019"/>
              <a:ext cx="424426" cy="365328"/>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6" name="Straight Connector 55"/>
          <p:cNvCxnSpPr/>
          <p:nvPr/>
        </p:nvCxnSpPr>
        <p:spPr>
          <a:xfrm>
            <a:off x="2235274" y="2934386"/>
            <a:ext cx="746760" cy="1588"/>
          </a:xfrm>
          <a:prstGeom prst="line">
            <a:avLst/>
          </a:prstGeom>
          <a:ln w="1905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2128594" y="2030164"/>
            <a:ext cx="914400" cy="557302"/>
          </a:xfrm>
          <a:prstGeom prst="line">
            <a:avLst/>
          </a:prstGeom>
          <a:ln w="19050">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128594" y="3282894"/>
            <a:ext cx="914400" cy="557302"/>
          </a:xfrm>
          <a:prstGeom prst="line">
            <a:avLst/>
          </a:prstGeom>
          <a:ln w="19050">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H="1">
            <a:off x="6167194" y="2934386"/>
            <a:ext cx="746760" cy="1588"/>
          </a:xfrm>
          <a:prstGeom prst="line">
            <a:avLst/>
          </a:prstGeom>
          <a:ln w="1905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flipV="1">
            <a:off x="6106234" y="2030164"/>
            <a:ext cx="914400" cy="557302"/>
          </a:xfrm>
          <a:prstGeom prst="line">
            <a:avLst/>
          </a:prstGeom>
          <a:ln w="19050">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H="1">
            <a:off x="6106234" y="3282894"/>
            <a:ext cx="914400" cy="557302"/>
          </a:xfrm>
          <a:prstGeom prst="line">
            <a:avLst/>
          </a:prstGeom>
          <a:ln w="19050">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9" name="Group 92"/>
          <p:cNvGrpSpPr/>
          <p:nvPr/>
        </p:nvGrpSpPr>
        <p:grpSpPr>
          <a:xfrm>
            <a:off x="7020634" y="2475252"/>
            <a:ext cx="967666" cy="967662"/>
            <a:chOff x="7020634" y="2449852"/>
            <a:chExt cx="967666" cy="967662"/>
          </a:xfrm>
        </p:grpSpPr>
        <p:sp>
          <p:nvSpPr>
            <p:cNvPr id="69" name="Freeform 68"/>
            <p:cNvSpPr/>
            <p:nvPr/>
          </p:nvSpPr>
          <p:spPr>
            <a:xfrm>
              <a:off x="7020634" y="2449852"/>
              <a:ext cx="967666" cy="967662"/>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bg1">
                <a:lumMod val="8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3600" kern="1200" dirty="0"/>
            </a:p>
          </p:txBody>
        </p:sp>
        <p:sp>
          <p:nvSpPr>
            <p:cNvPr id="70" name="Freeform 42"/>
            <p:cNvSpPr>
              <a:spLocks noEditPoints="1"/>
            </p:cNvSpPr>
            <p:nvPr/>
          </p:nvSpPr>
          <p:spPr bwMode="auto">
            <a:xfrm>
              <a:off x="7292255" y="2751019"/>
              <a:ext cx="424426" cy="365328"/>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70"/>
          <p:cNvGrpSpPr/>
          <p:nvPr/>
        </p:nvGrpSpPr>
        <p:grpSpPr>
          <a:xfrm>
            <a:off x="4267421" y="1549485"/>
            <a:ext cx="616408" cy="616408"/>
            <a:chOff x="2786183" y="1189182"/>
            <a:chExt cx="921712" cy="921712"/>
          </a:xfrm>
        </p:grpSpPr>
        <p:sp>
          <p:nvSpPr>
            <p:cNvPr id="72" name="Oval 71"/>
            <p:cNvSpPr/>
            <p:nvPr/>
          </p:nvSpPr>
          <p:spPr>
            <a:xfrm>
              <a:off x="2786183" y="1189182"/>
              <a:ext cx="921712" cy="9217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3" name="Oval 72"/>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accent1"/>
                  </a:solidFill>
                </a:rPr>
                <a:t>01</a:t>
              </a:r>
            </a:p>
          </p:txBody>
        </p:sp>
      </p:grpSp>
      <p:grpSp>
        <p:nvGrpSpPr>
          <p:cNvPr id="11" name="Group 73"/>
          <p:cNvGrpSpPr/>
          <p:nvPr/>
        </p:nvGrpSpPr>
        <p:grpSpPr>
          <a:xfrm>
            <a:off x="4267421" y="2647267"/>
            <a:ext cx="616408" cy="616408"/>
            <a:chOff x="2786183" y="1189182"/>
            <a:chExt cx="921712" cy="921712"/>
          </a:xfrm>
        </p:grpSpPr>
        <p:sp>
          <p:nvSpPr>
            <p:cNvPr id="75" name="Oval 74"/>
            <p:cNvSpPr/>
            <p:nvPr/>
          </p:nvSpPr>
          <p:spPr>
            <a:xfrm>
              <a:off x="2786183" y="1189182"/>
              <a:ext cx="921712" cy="9217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6" name="Oval 75"/>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accent2"/>
                  </a:solidFill>
                </a:rPr>
                <a:t>02</a:t>
              </a:r>
            </a:p>
          </p:txBody>
        </p:sp>
      </p:grpSp>
      <p:grpSp>
        <p:nvGrpSpPr>
          <p:cNvPr id="12" name="Group 76"/>
          <p:cNvGrpSpPr/>
          <p:nvPr/>
        </p:nvGrpSpPr>
        <p:grpSpPr>
          <a:xfrm>
            <a:off x="4267421" y="3745049"/>
            <a:ext cx="616408" cy="616408"/>
            <a:chOff x="2786183" y="1189182"/>
            <a:chExt cx="921712" cy="921712"/>
          </a:xfrm>
        </p:grpSpPr>
        <p:sp>
          <p:nvSpPr>
            <p:cNvPr id="78" name="Oval 77"/>
            <p:cNvSpPr/>
            <p:nvPr/>
          </p:nvSpPr>
          <p:spPr>
            <a:xfrm>
              <a:off x="2786183" y="1189182"/>
              <a:ext cx="921712" cy="9217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9" name="Oval 78"/>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accent3"/>
                  </a:solidFill>
                </a:rPr>
                <a:t>03</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60"/>
                                        </p:tgtEl>
                                        <p:attrNameLst>
                                          <p:attrName>style.visibility</p:attrName>
                                        </p:attrNameLst>
                                      </p:cBhvr>
                                      <p:to>
                                        <p:strVal val="visible"/>
                                      </p:to>
                                    </p:set>
                                    <p:animEffect transition="in" filter="wipe(left)">
                                      <p:cBhvr>
                                        <p:cTn id="19" dur="500"/>
                                        <p:tgtEl>
                                          <p:spTgt spid="60"/>
                                        </p:tgtEl>
                                      </p:cBhvr>
                                    </p:animEffect>
                                  </p:childTnLst>
                                </p:cTn>
                              </p:par>
                              <p:par>
                                <p:cTn id="20" presetID="53" presetClass="entr" presetSubtype="0"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500" fill="hold"/>
                                        <p:tgtEl>
                                          <p:spTgt spid="2"/>
                                        </p:tgtEl>
                                        <p:attrNameLst>
                                          <p:attrName>ppt_w</p:attrName>
                                        </p:attrNameLst>
                                      </p:cBhvr>
                                      <p:tavLst>
                                        <p:tav tm="0">
                                          <p:val>
                                            <p:fltVal val="0"/>
                                          </p:val>
                                        </p:tav>
                                        <p:tav tm="100000">
                                          <p:val>
                                            <p:strVal val="#ppt_w"/>
                                          </p:val>
                                        </p:tav>
                                      </p:tavLst>
                                    </p:anim>
                                    <p:anim calcmode="lin" valueType="num">
                                      <p:cBhvr>
                                        <p:cTn id="23" dur="500" fill="hold"/>
                                        <p:tgtEl>
                                          <p:spTgt spid="2"/>
                                        </p:tgtEl>
                                        <p:attrNameLst>
                                          <p:attrName>ppt_h</p:attrName>
                                        </p:attrNameLst>
                                      </p:cBhvr>
                                      <p:tavLst>
                                        <p:tav tm="0">
                                          <p:val>
                                            <p:fltVal val="0"/>
                                          </p:val>
                                        </p:tav>
                                        <p:tav tm="100000">
                                          <p:val>
                                            <p:strVal val="#ppt_h"/>
                                          </p:val>
                                        </p:tav>
                                      </p:tavLst>
                                    </p:anim>
                                    <p:animEffect transition="in" filter="fade">
                                      <p:cBhvr>
                                        <p:cTn id="24" dur="500"/>
                                        <p:tgtEl>
                                          <p:spTgt spid="2"/>
                                        </p:tgtEl>
                                      </p:cBhvr>
                                    </p:animEffect>
                                  </p:childTnLst>
                                </p:cTn>
                              </p:par>
                            </p:childTnLst>
                          </p:cTn>
                        </p:par>
                        <p:par>
                          <p:cTn id="25" fill="hold">
                            <p:stCondLst>
                              <p:cond delay="1500"/>
                            </p:stCondLst>
                            <p:childTnLst>
                              <p:par>
                                <p:cTn id="26" presetID="22" presetClass="entr" presetSubtype="8" fill="hold" nodeType="afterEffect">
                                  <p:stCondLst>
                                    <p:cond delay="0"/>
                                  </p:stCondLst>
                                  <p:childTnLst>
                                    <p:set>
                                      <p:cBhvr>
                                        <p:cTn id="27" dur="1" fill="hold">
                                          <p:stCondLst>
                                            <p:cond delay="0"/>
                                          </p:stCondLst>
                                        </p:cTn>
                                        <p:tgtEl>
                                          <p:spTgt spid="56"/>
                                        </p:tgtEl>
                                        <p:attrNameLst>
                                          <p:attrName>style.visibility</p:attrName>
                                        </p:attrNameLst>
                                      </p:cBhvr>
                                      <p:to>
                                        <p:strVal val="visible"/>
                                      </p:to>
                                    </p:set>
                                    <p:animEffect transition="in" filter="wipe(left)">
                                      <p:cBhvr>
                                        <p:cTn id="28" dur="500"/>
                                        <p:tgtEl>
                                          <p:spTgt spid="56"/>
                                        </p:tgtEl>
                                      </p:cBhvr>
                                    </p:animEffect>
                                  </p:childTnLst>
                                </p:cTn>
                              </p:par>
                              <p:par>
                                <p:cTn id="29" presetID="53"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500" fill="hold"/>
                                        <p:tgtEl>
                                          <p:spTgt spid="3"/>
                                        </p:tgtEl>
                                        <p:attrNameLst>
                                          <p:attrName>ppt_w</p:attrName>
                                        </p:attrNameLst>
                                      </p:cBhvr>
                                      <p:tavLst>
                                        <p:tav tm="0">
                                          <p:val>
                                            <p:fltVal val="0"/>
                                          </p:val>
                                        </p:tav>
                                        <p:tav tm="100000">
                                          <p:val>
                                            <p:strVal val="#ppt_w"/>
                                          </p:val>
                                        </p:tav>
                                      </p:tavLst>
                                    </p:anim>
                                    <p:anim calcmode="lin" valueType="num">
                                      <p:cBhvr>
                                        <p:cTn id="32" dur="500" fill="hold"/>
                                        <p:tgtEl>
                                          <p:spTgt spid="3"/>
                                        </p:tgtEl>
                                        <p:attrNameLst>
                                          <p:attrName>ppt_h</p:attrName>
                                        </p:attrNameLst>
                                      </p:cBhvr>
                                      <p:tavLst>
                                        <p:tav tm="0">
                                          <p:val>
                                            <p:fltVal val="0"/>
                                          </p:val>
                                        </p:tav>
                                        <p:tav tm="100000">
                                          <p:val>
                                            <p:strVal val="#ppt_h"/>
                                          </p:val>
                                        </p:tav>
                                      </p:tavLst>
                                    </p:anim>
                                    <p:animEffect transition="in" filter="fade">
                                      <p:cBhvr>
                                        <p:cTn id="33" dur="500"/>
                                        <p:tgtEl>
                                          <p:spTgt spid="3"/>
                                        </p:tgtEl>
                                      </p:cBhvr>
                                    </p:animEffect>
                                  </p:childTnLst>
                                </p:cTn>
                              </p:par>
                            </p:childTnLst>
                          </p:cTn>
                        </p:par>
                        <p:par>
                          <p:cTn id="34" fill="hold">
                            <p:stCondLst>
                              <p:cond delay="2000"/>
                            </p:stCondLst>
                            <p:childTnLst>
                              <p:par>
                                <p:cTn id="35" presetID="22" presetClass="entr" presetSubtype="1" fill="hold" nodeType="afterEffect">
                                  <p:stCondLst>
                                    <p:cond delay="0"/>
                                  </p:stCondLst>
                                  <p:childTnLst>
                                    <p:set>
                                      <p:cBhvr>
                                        <p:cTn id="36" dur="1" fill="hold">
                                          <p:stCondLst>
                                            <p:cond delay="0"/>
                                          </p:stCondLst>
                                        </p:cTn>
                                        <p:tgtEl>
                                          <p:spTgt spid="63"/>
                                        </p:tgtEl>
                                        <p:attrNameLst>
                                          <p:attrName>style.visibility</p:attrName>
                                        </p:attrNameLst>
                                      </p:cBhvr>
                                      <p:to>
                                        <p:strVal val="visible"/>
                                      </p:to>
                                    </p:set>
                                    <p:animEffect transition="in" filter="wipe(up)">
                                      <p:cBhvr>
                                        <p:cTn id="37" dur="500"/>
                                        <p:tgtEl>
                                          <p:spTgt spid="63"/>
                                        </p:tgtEl>
                                      </p:cBhvr>
                                    </p:animEffect>
                                  </p:childTnLst>
                                </p:cTn>
                              </p:par>
                              <p:par>
                                <p:cTn id="38" presetID="53" presetClass="entr" presetSubtype="0" fill="hold" nodeType="withEffect">
                                  <p:stCondLst>
                                    <p:cond delay="0"/>
                                  </p:stCondLst>
                                  <p:childTnLst>
                                    <p:set>
                                      <p:cBhvr>
                                        <p:cTn id="39" dur="1" fill="hold">
                                          <p:stCondLst>
                                            <p:cond delay="0"/>
                                          </p:stCondLst>
                                        </p:cTn>
                                        <p:tgtEl>
                                          <p:spTgt spid="4"/>
                                        </p:tgtEl>
                                        <p:attrNameLst>
                                          <p:attrName>style.visibility</p:attrName>
                                        </p:attrNameLst>
                                      </p:cBhvr>
                                      <p:to>
                                        <p:strVal val="visible"/>
                                      </p:to>
                                    </p:set>
                                    <p:anim calcmode="lin" valueType="num">
                                      <p:cBhvr>
                                        <p:cTn id="40" dur="500" fill="hold"/>
                                        <p:tgtEl>
                                          <p:spTgt spid="4"/>
                                        </p:tgtEl>
                                        <p:attrNameLst>
                                          <p:attrName>ppt_w</p:attrName>
                                        </p:attrNameLst>
                                      </p:cBhvr>
                                      <p:tavLst>
                                        <p:tav tm="0">
                                          <p:val>
                                            <p:fltVal val="0"/>
                                          </p:val>
                                        </p:tav>
                                        <p:tav tm="100000">
                                          <p:val>
                                            <p:strVal val="#ppt_w"/>
                                          </p:val>
                                        </p:tav>
                                      </p:tavLst>
                                    </p:anim>
                                    <p:anim calcmode="lin" valueType="num">
                                      <p:cBhvr>
                                        <p:cTn id="41" dur="500" fill="hold"/>
                                        <p:tgtEl>
                                          <p:spTgt spid="4"/>
                                        </p:tgtEl>
                                        <p:attrNameLst>
                                          <p:attrName>ppt_h</p:attrName>
                                        </p:attrNameLst>
                                      </p:cBhvr>
                                      <p:tavLst>
                                        <p:tav tm="0">
                                          <p:val>
                                            <p:fltVal val="0"/>
                                          </p:val>
                                        </p:tav>
                                        <p:tav tm="100000">
                                          <p:val>
                                            <p:strVal val="#ppt_h"/>
                                          </p:val>
                                        </p:tav>
                                      </p:tavLst>
                                    </p:anim>
                                    <p:animEffect transition="in" filter="fade">
                                      <p:cBhvr>
                                        <p:cTn id="42" dur="500"/>
                                        <p:tgtEl>
                                          <p:spTgt spid="4"/>
                                        </p:tgtEl>
                                      </p:cBhvr>
                                    </p:animEffect>
                                  </p:childTnLst>
                                </p:cTn>
                              </p:par>
                            </p:childTnLst>
                          </p:cTn>
                        </p:par>
                        <p:par>
                          <p:cTn id="43" fill="hold">
                            <p:stCondLst>
                              <p:cond delay="2500"/>
                            </p:stCondLst>
                            <p:childTnLst>
                              <p:par>
                                <p:cTn id="44" presetID="22" presetClass="entr" presetSubtype="4" fill="hold" nodeType="afterEffect">
                                  <p:stCondLst>
                                    <p:cond delay="0"/>
                                  </p:stCondLst>
                                  <p:childTnLst>
                                    <p:set>
                                      <p:cBhvr>
                                        <p:cTn id="45" dur="1" fill="hold">
                                          <p:stCondLst>
                                            <p:cond delay="0"/>
                                          </p:stCondLst>
                                        </p:cTn>
                                        <p:tgtEl>
                                          <p:spTgt spid="67"/>
                                        </p:tgtEl>
                                        <p:attrNameLst>
                                          <p:attrName>style.visibility</p:attrName>
                                        </p:attrNameLst>
                                      </p:cBhvr>
                                      <p:to>
                                        <p:strVal val="visible"/>
                                      </p:to>
                                    </p:set>
                                    <p:animEffect transition="in" filter="wipe(down)">
                                      <p:cBhvr>
                                        <p:cTn id="46" dur="500"/>
                                        <p:tgtEl>
                                          <p:spTgt spid="67"/>
                                        </p:tgtEl>
                                      </p:cBhvr>
                                    </p:animEffect>
                                  </p:childTnLst>
                                </p:cTn>
                              </p:par>
                              <p:par>
                                <p:cTn id="47" presetID="53" presetClass="entr" presetSubtype="0" fill="hold" nodeType="with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p:cTn id="49" dur="500" fill="hold"/>
                                        <p:tgtEl>
                                          <p:spTgt spid="5"/>
                                        </p:tgtEl>
                                        <p:attrNameLst>
                                          <p:attrName>ppt_w</p:attrName>
                                        </p:attrNameLst>
                                      </p:cBhvr>
                                      <p:tavLst>
                                        <p:tav tm="0">
                                          <p:val>
                                            <p:fltVal val="0"/>
                                          </p:val>
                                        </p:tav>
                                        <p:tav tm="100000">
                                          <p:val>
                                            <p:strVal val="#ppt_w"/>
                                          </p:val>
                                        </p:tav>
                                      </p:tavLst>
                                    </p:anim>
                                    <p:anim calcmode="lin" valueType="num">
                                      <p:cBhvr>
                                        <p:cTn id="50" dur="500" fill="hold"/>
                                        <p:tgtEl>
                                          <p:spTgt spid="5"/>
                                        </p:tgtEl>
                                        <p:attrNameLst>
                                          <p:attrName>ppt_h</p:attrName>
                                        </p:attrNameLst>
                                      </p:cBhvr>
                                      <p:tavLst>
                                        <p:tav tm="0">
                                          <p:val>
                                            <p:fltVal val="0"/>
                                          </p:val>
                                        </p:tav>
                                        <p:tav tm="100000">
                                          <p:val>
                                            <p:strVal val="#ppt_h"/>
                                          </p:val>
                                        </p:tav>
                                      </p:tavLst>
                                    </p:anim>
                                    <p:animEffect transition="in" filter="fade">
                                      <p:cBhvr>
                                        <p:cTn id="51" dur="500"/>
                                        <p:tgtEl>
                                          <p:spTgt spid="5"/>
                                        </p:tgtEl>
                                      </p:cBhvr>
                                    </p:animEffect>
                                  </p:childTnLst>
                                </p:cTn>
                              </p:par>
                            </p:childTnLst>
                          </p:cTn>
                        </p:par>
                        <p:par>
                          <p:cTn id="52" fill="hold">
                            <p:stCondLst>
                              <p:cond delay="3000"/>
                            </p:stCondLst>
                            <p:childTnLst>
                              <p:par>
                                <p:cTn id="53" presetID="22" presetClass="entr" presetSubtype="2" fill="hold" nodeType="after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wipe(right)">
                                      <p:cBhvr>
                                        <p:cTn id="55" dur="500"/>
                                        <p:tgtEl>
                                          <p:spTgt spid="66"/>
                                        </p:tgtEl>
                                      </p:cBhvr>
                                    </p:animEffect>
                                  </p:childTnLst>
                                </p:cTn>
                              </p:par>
                              <p:par>
                                <p:cTn id="56" presetID="53" presetClass="entr" presetSubtype="0"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p:cTn id="58" dur="500" fill="hold"/>
                                        <p:tgtEl>
                                          <p:spTgt spid="6"/>
                                        </p:tgtEl>
                                        <p:attrNameLst>
                                          <p:attrName>ppt_w</p:attrName>
                                        </p:attrNameLst>
                                      </p:cBhvr>
                                      <p:tavLst>
                                        <p:tav tm="0">
                                          <p:val>
                                            <p:fltVal val="0"/>
                                          </p:val>
                                        </p:tav>
                                        <p:tav tm="100000">
                                          <p:val>
                                            <p:strVal val="#ppt_w"/>
                                          </p:val>
                                        </p:tav>
                                      </p:tavLst>
                                    </p:anim>
                                    <p:anim calcmode="lin" valueType="num">
                                      <p:cBhvr>
                                        <p:cTn id="59" dur="500" fill="hold"/>
                                        <p:tgtEl>
                                          <p:spTgt spid="6"/>
                                        </p:tgtEl>
                                        <p:attrNameLst>
                                          <p:attrName>ppt_h</p:attrName>
                                        </p:attrNameLst>
                                      </p:cBhvr>
                                      <p:tavLst>
                                        <p:tav tm="0">
                                          <p:val>
                                            <p:fltVal val="0"/>
                                          </p:val>
                                        </p:tav>
                                        <p:tav tm="100000">
                                          <p:val>
                                            <p:strVal val="#ppt_h"/>
                                          </p:val>
                                        </p:tav>
                                      </p:tavLst>
                                    </p:anim>
                                    <p:animEffect transition="in" filter="fade">
                                      <p:cBhvr>
                                        <p:cTn id="60" dur="500"/>
                                        <p:tgtEl>
                                          <p:spTgt spid="6"/>
                                        </p:tgtEl>
                                      </p:cBhvr>
                                    </p:animEffect>
                                  </p:childTnLst>
                                </p:cTn>
                              </p:par>
                            </p:childTnLst>
                          </p:cTn>
                        </p:par>
                        <p:par>
                          <p:cTn id="61" fill="hold">
                            <p:stCondLst>
                              <p:cond delay="3500"/>
                            </p:stCondLst>
                            <p:childTnLst>
                              <p:par>
                                <p:cTn id="62" presetID="22" presetClass="entr" presetSubtype="2" fill="hold" nodeType="afterEffect">
                                  <p:stCondLst>
                                    <p:cond delay="0"/>
                                  </p:stCondLst>
                                  <p:childTnLst>
                                    <p:set>
                                      <p:cBhvr>
                                        <p:cTn id="63" dur="1" fill="hold">
                                          <p:stCondLst>
                                            <p:cond delay="0"/>
                                          </p:stCondLst>
                                        </p:cTn>
                                        <p:tgtEl>
                                          <p:spTgt spid="68"/>
                                        </p:tgtEl>
                                        <p:attrNameLst>
                                          <p:attrName>style.visibility</p:attrName>
                                        </p:attrNameLst>
                                      </p:cBhvr>
                                      <p:to>
                                        <p:strVal val="visible"/>
                                      </p:to>
                                    </p:set>
                                    <p:animEffect transition="in" filter="wipe(right)">
                                      <p:cBhvr>
                                        <p:cTn id="64" dur="500"/>
                                        <p:tgtEl>
                                          <p:spTgt spid="68"/>
                                        </p:tgtEl>
                                      </p:cBhvr>
                                    </p:animEffect>
                                  </p:childTnLst>
                                </p:cTn>
                              </p:par>
                              <p:par>
                                <p:cTn id="65" presetID="53" presetClass="entr" presetSubtype="0" fill="hold"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500" fill="hold"/>
                                        <p:tgtEl>
                                          <p:spTgt spid="7"/>
                                        </p:tgtEl>
                                        <p:attrNameLst>
                                          <p:attrName>ppt_w</p:attrName>
                                        </p:attrNameLst>
                                      </p:cBhvr>
                                      <p:tavLst>
                                        <p:tav tm="0">
                                          <p:val>
                                            <p:fltVal val="0"/>
                                          </p:val>
                                        </p:tav>
                                        <p:tav tm="100000">
                                          <p:val>
                                            <p:strVal val="#ppt_w"/>
                                          </p:val>
                                        </p:tav>
                                      </p:tavLst>
                                    </p:anim>
                                    <p:anim calcmode="lin" valueType="num">
                                      <p:cBhvr>
                                        <p:cTn id="68" dur="500" fill="hold"/>
                                        <p:tgtEl>
                                          <p:spTgt spid="7"/>
                                        </p:tgtEl>
                                        <p:attrNameLst>
                                          <p:attrName>ppt_h</p:attrName>
                                        </p:attrNameLst>
                                      </p:cBhvr>
                                      <p:tavLst>
                                        <p:tav tm="0">
                                          <p:val>
                                            <p:fltVal val="0"/>
                                          </p:val>
                                        </p:tav>
                                        <p:tav tm="100000">
                                          <p:val>
                                            <p:strVal val="#ppt_h"/>
                                          </p:val>
                                        </p:tav>
                                      </p:tavLst>
                                    </p:anim>
                                    <p:animEffect transition="in" filter="fade">
                                      <p:cBhvr>
                                        <p:cTn id="69" dur="500"/>
                                        <p:tgtEl>
                                          <p:spTgt spid="7"/>
                                        </p:tgtEl>
                                      </p:cBhvr>
                                    </p:animEffect>
                                  </p:childTnLst>
                                </p:cTn>
                              </p:par>
                            </p:childTnLst>
                          </p:cTn>
                        </p:par>
                        <p:par>
                          <p:cTn id="70" fill="hold">
                            <p:stCondLst>
                              <p:cond delay="4000"/>
                            </p:stCondLst>
                            <p:childTnLst>
                              <p:par>
                                <p:cTn id="71" presetID="53" presetClass="entr" presetSubtype="0" fill="hold" nodeType="afterEffect">
                                  <p:stCondLst>
                                    <p:cond delay="0"/>
                                  </p:stCondLst>
                                  <p:childTnLst>
                                    <p:set>
                                      <p:cBhvr>
                                        <p:cTn id="72" dur="1" fill="hold">
                                          <p:stCondLst>
                                            <p:cond delay="0"/>
                                          </p:stCondLst>
                                        </p:cTn>
                                        <p:tgtEl>
                                          <p:spTgt spid="10"/>
                                        </p:tgtEl>
                                        <p:attrNameLst>
                                          <p:attrName>style.visibility</p:attrName>
                                        </p:attrNameLst>
                                      </p:cBhvr>
                                      <p:to>
                                        <p:strVal val="visible"/>
                                      </p:to>
                                    </p:set>
                                    <p:anim calcmode="lin" valueType="num">
                                      <p:cBhvr>
                                        <p:cTn id="73" dur="500" fill="hold"/>
                                        <p:tgtEl>
                                          <p:spTgt spid="10"/>
                                        </p:tgtEl>
                                        <p:attrNameLst>
                                          <p:attrName>ppt_w</p:attrName>
                                        </p:attrNameLst>
                                      </p:cBhvr>
                                      <p:tavLst>
                                        <p:tav tm="0">
                                          <p:val>
                                            <p:fltVal val="0"/>
                                          </p:val>
                                        </p:tav>
                                        <p:tav tm="100000">
                                          <p:val>
                                            <p:strVal val="#ppt_w"/>
                                          </p:val>
                                        </p:tav>
                                      </p:tavLst>
                                    </p:anim>
                                    <p:anim calcmode="lin" valueType="num">
                                      <p:cBhvr>
                                        <p:cTn id="74" dur="500" fill="hold"/>
                                        <p:tgtEl>
                                          <p:spTgt spid="10"/>
                                        </p:tgtEl>
                                        <p:attrNameLst>
                                          <p:attrName>ppt_h</p:attrName>
                                        </p:attrNameLst>
                                      </p:cBhvr>
                                      <p:tavLst>
                                        <p:tav tm="0">
                                          <p:val>
                                            <p:fltVal val="0"/>
                                          </p:val>
                                        </p:tav>
                                        <p:tav tm="100000">
                                          <p:val>
                                            <p:strVal val="#ppt_h"/>
                                          </p:val>
                                        </p:tav>
                                      </p:tavLst>
                                    </p:anim>
                                    <p:animEffect transition="in" filter="fade">
                                      <p:cBhvr>
                                        <p:cTn id="75" dur="500"/>
                                        <p:tgtEl>
                                          <p:spTgt spid="10"/>
                                        </p:tgtEl>
                                      </p:cBhvr>
                                    </p:animEffect>
                                  </p:childTnLst>
                                </p:cTn>
                              </p:par>
                            </p:childTnLst>
                          </p:cTn>
                        </p:par>
                        <p:par>
                          <p:cTn id="76" fill="hold">
                            <p:stCondLst>
                              <p:cond delay="4500"/>
                            </p:stCondLst>
                            <p:childTnLst>
                              <p:par>
                                <p:cTn id="77" presetID="53" presetClass="entr" presetSubtype="0" fill="hold" nodeType="after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500" fill="hold"/>
                                        <p:tgtEl>
                                          <p:spTgt spid="11"/>
                                        </p:tgtEl>
                                        <p:attrNameLst>
                                          <p:attrName>ppt_w</p:attrName>
                                        </p:attrNameLst>
                                      </p:cBhvr>
                                      <p:tavLst>
                                        <p:tav tm="0">
                                          <p:val>
                                            <p:fltVal val="0"/>
                                          </p:val>
                                        </p:tav>
                                        <p:tav tm="100000">
                                          <p:val>
                                            <p:strVal val="#ppt_w"/>
                                          </p:val>
                                        </p:tav>
                                      </p:tavLst>
                                    </p:anim>
                                    <p:anim calcmode="lin" valueType="num">
                                      <p:cBhvr>
                                        <p:cTn id="80" dur="500" fill="hold"/>
                                        <p:tgtEl>
                                          <p:spTgt spid="11"/>
                                        </p:tgtEl>
                                        <p:attrNameLst>
                                          <p:attrName>ppt_h</p:attrName>
                                        </p:attrNameLst>
                                      </p:cBhvr>
                                      <p:tavLst>
                                        <p:tav tm="0">
                                          <p:val>
                                            <p:fltVal val="0"/>
                                          </p:val>
                                        </p:tav>
                                        <p:tav tm="100000">
                                          <p:val>
                                            <p:strVal val="#ppt_h"/>
                                          </p:val>
                                        </p:tav>
                                      </p:tavLst>
                                    </p:anim>
                                    <p:animEffect transition="in" filter="fade">
                                      <p:cBhvr>
                                        <p:cTn id="81" dur="500"/>
                                        <p:tgtEl>
                                          <p:spTgt spid="11"/>
                                        </p:tgtEl>
                                      </p:cBhvr>
                                    </p:animEffect>
                                  </p:childTnLst>
                                </p:cTn>
                              </p:par>
                            </p:childTnLst>
                          </p:cTn>
                        </p:par>
                        <p:par>
                          <p:cTn id="82" fill="hold">
                            <p:stCondLst>
                              <p:cond delay="5000"/>
                            </p:stCondLst>
                            <p:childTnLst>
                              <p:par>
                                <p:cTn id="83" presetID="53" presetClass="entr" presetSubtype="0" fill="hold" nodeType="afterEffect">
                                  <p:stCondLst>
                                    <p:cond delay="0"/>
                                  </p:stCondLst>
                                  <p:childTnLst>
                                    <p:set>
                                      <p:cBhvr>
                                        <p:cTn id="84" dur="1" fill="hold">
                                          <p:stCondLst>
                                            <p:cond delay="0"/>
                                          </p:stCondLst>
                                        </p:cTn>
                                        <p:tgtEl>
                                          <p:spTgt spid="12"/>
                                        </p:tgtEl>
                                        <p:attrNameLst>
                                          <p:attrName>style.visibility</p:attrName>
                                        </p:attrNameLst>
                                      </p:cBhvr>
                                      <p:to>
                                        <p:strVal val="visible"/>
                                      </p:to>
                                    </p:set>
                                    <p:anim calcmode="lin" valueType="num">
                                      <p:cBhvr>
                                        <p:cTn id="85" dur="500" fill="hold"/>
                                        <p:tgtEl>
                                          <p:spTgt spid="12"/>
                                        </p:tgtEl>
                                        <p:attrNameLst>
                                          <p:attrName>ppt_w</p:attrName>
                                        </p:attrNameLst>
                                      </p:cBhvr>
                                      <p:tavLst>
                                        <p:tav tm="0">
                                          <p:val>
                                            <p:fltVal val="0"/>
                                          </p:val>
                                        </p:tav>
                                        <p:tav tm="100000">
                                          <p:val>
                                            <p:strVal val="#ppt_w"/>
                                          </p:val>
                                        </p:tav>
                                      </p:tavLst>
                                    </p:anim>
                                    <p:anim calcmode="lin" valueType="num">
                                      <p:cBhvr>
                                        <p:cTn id="86" dur="500" fill="hold"/>
                                        <p:tgtEl>
                                          <p:spTgt spid="12"/>
                                        </p:tgtEl>
                                        <p:attrNameLst>
                                          <p:attrName>ppt_h</p:attrName>
                                        </p:attrNameLst>
                                      </p:cBhvr>
                                      <p:tavLst>
                                        <p:tav tm="0">
                                          <p:val>
                                            <p:fltVal val="0"/>
                                          </p:val>
                                        </p:tav>
                                        <p:tav tm="100000">
                                          <p:val>
                                            <p:strVal val="#ppt_h"/>
                                          </p:val>
                                        </p:tav>
                                      </p:tavLst>
                                    </p:anim>
                                    <p:animEffect transition="in" filter="fade">
                                      <p:cBhvr>
                                        <p:cTn id="8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Integrated Steps Infographic</a:t>
            </a:r>
            <a:endParaRPr lang="en-US" dirty="0"/>
          </a:p>
        </p:txBody>
      </p:sp>
      <p:sp>
        <p:nvSpPr>
          <p:cNvPr id="23" name="Text Placeholder 22"/>
          <p:cNvSpPr>
            <a:spLocks noGrp="1"/>
          </p:cNvSpPr>
          <p:nvPr>
            <p:ph type="body" sz="half" idx="2"/>
          </p:nvPr>
        </p:nvSpPr>
        <p:spPr/>
        <p:txBody>
          <a:bodyPr/>
          <a:lstStyle/>
          <a:p>
            <a:r>
              <a:rPr lang="en-US"/>
              <a:t>Integrated Steps Infographic</a:t>
            </a:r>
            <a:endParaRPr lang="en-US" dirty="0"/>
          </a:p>
        </p:txBody>
      </p:sp>
      <p:sp>
        <p:nvSpPr>
          <p:cNvPr id="54" name="Slide Number Placeholder 53"/>
          <p:cNvSpPr>
            <a:spLocks noGrp="1"/>
          </p:cNvSpPr>
          <p:nvPr>
            <p:ph type="sldNum" sz="quarter" idx="12"/>
          </p:nvPr>
        </p:nvSpPr>
        <p:spPr/>
        <p:txBody>
          <a:bodyPr/>
          <a:lstStyle/>
          <a:p>
            <a:fld id="{C136B7D2-B98C-44FD-8D04-7EC62A564975}" type="slidenum">
              <a:rPr lang="en-US" smtClean="0"/>
              <a:pPr/>
              <a:t>228</a:t>
            </a:fld>
            <a:endParaRPr lang="en-US" dirty="0"/>
          </a:p>
        </p:txBody>
      </p:sp>
      <p:sp>
        <p:nvSpPr>
          <p:cNvPr id="82" name="Freeform 81"/>
          <p:cNvSpPr/>
          <p:nvPr/>
        </p:nvSpPr>
        <p:spPr>
          <a:xfrm rot="2539609">
            <a:off x="5104214" y="3392030"/>
            <a:ext cx="480923" cy="80131"/>
          </a:xfrm>
          <a:custGeom>
            <a:avLst/>
            <a:gdLst/>
            <a:ahLst/>
            <a:cxnLst/>
            <a:rect l="0" t="0" r="0" b="0"/>
            <a:pathLst>
              <a:path>
                <a:moveTo>
                  <a:pt x="0" y="32211"/>
                </a:moveTo>
                <a:lnTo>
                  <a:pt x="386650" y="32211"/>
                </a:lnTo>
              </a:path>
            </a:pathLst>
          </a:custGeom>
          <a:noFill/>
          <a:ln w="12700">
            <a:solidFill>
              <a:schemeClr val="accent6"/>
            </a:solidFill>
            <a:headEnd type="oval"/>
            <a:tailEnd type="ova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IN"/>
          </a:p>
        </p:txBody>
      </p:sp>
      <p:sp>
        <p:nvSpPr>
          <p:cNvPr id="83" name="Freeform 82"/>
          <p:cNvSpPr/>
          <p:nvPr/>
        </p:nvSpPr>
        <p:spPr>
          <a:xfrm>
            <a:off x="5237205" y="2793065"/>
            <a:ext cx="526420" cy="80131"/>
          </a:xfrm>
          <a:custGeom>
            <a:avLst/>
            <a:gdLst/>
            <a:ahLst/>
            <a:cxnLst/>
            <a:rect l="0" t="0" r="0" b="0"/>
            <a:pathLst>
              <a:path>
                <a:moveTo>
                  <a:pt x="0" y="32211"/>
                </a:moveTo>
                <a:lnTo>
                  <a:pt x="423229" y="32211"/>
                </a:lnTo>
              </a:path>
            </a:pathLst>
          </a:custGeom>
          <a:noFill/>
          <a:ln w="12700">
            <a:solidFill>
              <a:schemeClr val="accent5"/>
            </a:solidFill>
            <a:headEnd type="oval"/>
            <a:tailEnd type="ova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IN"/>
          </a:p>
        </p:txBody>
      </p:sp>
      <p:sp>
        <p:nvSpPr>
          <p:cNvPr id="84" name="Freeform 83"/>
          <p:cNvSpPr/>
          <p:nvPr/>
        </p:nvSpPr>
        <p:spPr>
          <a:xfrm rot="19060391">
            <a:off x="5104214" y="2194100"/>
            <a:ext cx="480923" cy="80131"/>
          </a:xfrm>
          <a:custGeom>
            <a:avLst/>
            <a:gdLst/>
            <a:ahLst/>
            <a:cxnLst/>
            <a:rect l="0" t="0" r="0" b="0"/>
            <a:pathLst>
              <a:path>
                <a:moveTo>
                  <a:pt x="0" y="32211"/>
                </a:moveTo>
                <a:lnTo>
                  <a:pt x="386650" y="32211"/>
                </a:lnTo>
              </a:path>
            </a:pathLst>
          </a:custGeom>
          <a:noFill/>
          <a:ln w="12700">
            <a:solidFill>
              <a:schemeClr val="accent4"/>
            </a:solidFill>
            <a:headEnd type="oval"/>
            <a:tailEnd type="ova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IN"/>
          </a:p>
        </p:txBody>
      </p:sp>
      <p:sp>
        <p:nvSpPr>
          <p:cNvPr id="86" name="Freeform 85"/>
          <p:cNvSpPr/>
          <p:nvPr/>
        </p:nvSpPr>
        <p:spPr>
          <a:xfrm>
            <a:off x="5405283" y="138398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4"/>
          </a:solidFill>
          <a:ln w="12700">
            <a:solidFill>
              <a:schemeClr val="accent4">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88" name="Freeform 87"/>
          <p:cNvSpPr/>
          <p:nvPr/>
        </p:nvSpPr>
        <p:spPr>
          <a:xfrm>
            <a:off x="5712368" y="2421824"/>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5"/>
          </a:solidFill>
          <a:ln w="12700">
            <a:solidFill>
              <a:schemeClr val="accent5">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90" name="Freeform 89"/>
          <p:cNvSpPr/>
          <p:nvPr/>
        </p:nvSpPr>
        <p:spPr>
          <a:xfrm>
            <a:off x="5405283" y="3477347"/>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6"/>
          </a:solidFill>
          <a:ln w="12700">
            <a:solidFill>
              <a:schemeClr val="accent6">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solidFill>
                <a:schemeClr val="bg1"/>
              </a:solidFill>
            </a:endParaRPr>
          </a:p>
        </p:txBody>
      </p:sp>
      <p:sp>
        <p:nvSpPr>
          <p:cNvPr id="110" name="Freeform 109"/>
          <p:cNvSpPr/>
          <p:nvPr/>
        </p:nvSpPr>
        <p:spPr>
          <a:xfrm>
            <a:off x="3901427" y="2193074"/>
            <a:ext cx="1287880" cy="1287875"/>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bg1">
              <a:lumMod val="8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3600" kern="1200" dirty="0"/>
          </a:p>
        </p:txBody>
      </p:sp>
      <p:sp>
        <p:nvSpPr>
          <p:cNvPr id="29" name="Freeform 28"/>
          <p:cNvSpPr/>
          <p:nvPr/>
        </p:nvSpPr>
        <p:spPr>
          <a:xfrm rot="19060391" flipH="1">
            <a:off x="3462284" y="3392030"/>
            <a:ext cx="480923" cy="80131"/>
          </a:xfrm>
          <a:custGeom>
            <a:avLst/>
            <a:gdLst/>
            <a:ahLst/>
            <a:cxnLst/>
            <a:rect l="0" t="0" r="0" b="0"/>
            <a:pathLst>
              <a:path>
                <a:moveTo>
                  <a:pt x="0" y="32211"/>
                </a:moveTo>
                <a:lnTo>
                  <a:pt x="386650" y="32211"/>
                </a:lnTo>
              </a:path>
            </a:pathLst>
          </a:custGeom>
          <a:noFill/>
          <a:ln w="12700">
            <a:solidFill>
              <a:schemeClr val="accent3"/>
            </a:solidFill>
            <a:headEnd type="oval"/>
            <a:tailEnd type="ova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IN"/>
          </a:p>
        </p:txBody>
      </p:sp>
      <p:sp>
        <p:nvSpPr>
          <p:cNvPr id="30" name="Freeform 29"/>
          <p:cNvSpPr/>
          <p:nvPr/>
        </p:nvSpPr>
        <p:spPr>
          <a:xfrm flipH="1">
            <a:off x="3315999" y="2793065"/>
            <a:ext cx="526420" cy="80131"/>
          </a:xfrm>
          <a:custGeom>
            <a:avLst/>
            <a:gdLst/>
            <a:ahLst/>
            <a:cxnLst/>
            <a:rect l="0" t="0" r="0" b="0"/>
            <a:pathLst>
              <a:path>
                <a:moveTo>
                  <a:pt x="0" y="32211"/>
                </a:moveTo>
                <a:lnTo>
                  <a:pt x="423229" y="32211"/>
                </a:lnTo>
              </a:path>
            </a:pathLst>
          </a:custGeom>
          <a:noFill/>
          <a:ln w="12700">
            <a:solidFill>
              <a:schemeClr val="accent2"/>
            </a:solidFill>
            <a:headEnd type="oval"/>
            <a:tailEnd type="ova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IN"/>
          </a:p>
        </p:txBody>
      </p:sp>
      <p:sp>
        <p:nvSpPr>
          <p:cNvPr id="31" name="Freeform 30"/>
          <p:cNvSpPr/>
          <p:nvPr/>
        </p:nvSpPr>
        <p:spPr>
          <a:xfrm rot="2539609" flipH="1">
            <a:off x="3462284" y="2194100"/>
            <a:ext cx="480923" cy="80131"/>
          </a:xfrm>
          <a:custGeom>
            <a:avLst/>
            <a:gdLst/>
            <a:ahLst/>
            <a:cxnLst/>
            <a:rect l="0" t="0" r="0" b="0"/>
            <a:pathLst>
              <a:path>
                <a:moveTo>
                  <a:pt x="0" y="32211"/>
                </a:moveTo>
                <a:lnTo>
                  <a:pt x="386650" y="32211"/>
                </a:lnTo>
              </a:path>
            </a:pathLst>
          </a:custGeom>
          <a:noFill/>
          <a:ln w="12700">
            <a:solidFill>
              <a:schemeClr val="accent1"/>
            </a:solidFill>
            <a:headEnd type="oval"/>
            <a:tailEnd type="ova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IN"/>
          </a:p>
        </p:txBody>
      </p:sp>
      <p:sp>
        <p:nvSpPr>
          <p:cNvPr id="32" name="Freeform 31"/>
          <p:cNvSpPr/>
          <p:nvPr/>
        </p:nvSpPr>
        <p:spPr>
          <a:xfrm>
            <a:off x="2796853" y="138398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1"/>
          </a:solidFill>
          <a:ln w="12700">
            <a:solidFill>
              <a:schemeClr val="accent1">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33" name="Freeform 32"/>
          <p:cNvSpPr/>
          <p:nvPr/>
        </p:nvSpPr>
        <p:spPr>
          <a:xfrm>
            <a:off x="2524933" y="2421824"/>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2"/>
          </a:solidFill>
          <a:ln w="12700">
            <a:solidFill>
              <a:schemeClr val="accent2">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4000" kern="1200" dirty="0"/>
          </a:p>
        </p:txBody>
      </p:sp>
      <p:sp>
        <p:nvSpPr>
          <p:cNvPr id="34" name="Freeform 33"/>
          <p:cNvSpPr/>
          <p:nvPr/>
        </p:nvSpPr>
        <p:spPr>
          <a:xfrm>
            <a:off x="2812968" y="3477347"/>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3"/>
          </a:solidFill>
          <a:ln w="12700">
            <a:solidFill>
              <a:schemeClr val="accent3">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kern="1200" dirty="0">
              <a:solidFill>
                <a:schemeClr val="bg1"/>
              </a:solidFill>
            </a:endParaRPr>
          </a:p>
        </p:txBody>
      </p:sp>
      <p:grpSp>
        <p:nvGrpSpPr>
          <p:cNvPr id="2" name="Group 66"/>
          <p:cNvGrpSpPr/>
          <p:nvPr/>
        </p:nvGrpSpPr>
        <p:grpSpPr>
          <a:xfrm>
            <a:off x="6568335" y="2444691"/>
            <a:ext cx="1947726" cy="647230"/>
            <a:chOff x="5603652" y="1698219"/>
            <a:chExt cx="1947726" cy="647230"/>
          </a:xfrm>
        </p:grpSpPr>
        <p:sp>
          <p:nvSpPr>
            <p:cNvPr id="37" name="Text Placeholder 3"/>
            <p:cNvSpPr txBox="1">
              <a:spLocks/>
            </p:cNvSpPr>
            <p:nvPr/>
          </p:nvSpPr>
          <p:spPr>
            <a:xfrm>
              <a:off x="5603652" y="1698219"/>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38"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3" name="Group 69"/>
          <p:cNvGrpSpPr/>
          <p:nvPr/>
        </p:nvGrpSpPr>
        <p:grpSpPr>
          <a:xfrm>
            <a:off x="6337907" y="1350158"/>
            <a:ext cx="1947726" cy="666108"/>
            <a:chOff x="5603652" y="1679341"/>
            <a:chExt cx="1947726" cy="666108"/>
          </a:xfrm>
        </p:grpSpPr>
        <p:sp>
          <p:nvSpPr>
            <p:cNvPr id="40" name="Text Placeholder 3"/>
            <p:cNvSpPr txBox="1">
              <a:spLocks/>
            </p:cNvSpPr>
            <p:nvPr/>
          </p:nvSpPr>
          <p:spPr>
            <a:xfrm>
              <a:off x="5603652" y="1679341"/>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41"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4" name="Group 72"/>
          <p:cNvGrpSpPr/>
          <p:nvPr/>
        </p:nvGrpSpPr>
        <p:grpSpPr>
          <a:xfrm>
            <a:off x="750028" y="3539224"/>
            <a:ext cx="1947726" cy="668069"/>
            <a:chOff x="5603652" y="1677380"/>
            <a:chExt cx="1947726" cy="668069"/>
          </a:xfrm>
        </p:grpSpPr>
        <p:sp>
          <p:nvSpPr>
            <p:cNvPr id="43" name="Text Placeholder 3"/>
            <p:cNvSpPr txBox="1">
              <a:spLocks/>
            </p:cNvSpPr>
            <p:nvPr/>
          </p:nvSpPr>
          <p:spPr>
            <a:xfrm>
              <a:off x="6707749" y="1677380"/>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4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5" name="Group 75"/>
          <p:cNvGrpSpPr/>
          <p:nvPr/>
        </p:nvGrpSpPr>
        <p:grpSpPr>
          <a:xfrm>
            <a:off x="508688" y="2502298"/>
            <a:ext cx="1947726" cy="666108"/>
            <a:chOff x="5603652" y="1679341"/>
            <a:chExt cx="1947726" cy="666108"/>
          </a:xfrm>
        </p:grpSpPr>
        <p:sp>
          <p:nvSpPr>
            <p:cNvPr id="46" name="Text Placeholder 3"/>
            <p:cNvSpPr txBox="1">
              <a:spLocks/>
            </p:cNvSpPr>
            <p:nvPr/>
          </p:nvSpPr>
          <p:spPr>
            <a:xfrm>
              <a:off x="6707749" y="1679341"/>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47"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6" name="Group 72"/>
          <p:cNvGrpSpPr/>
          <p:nvPr/>
        </p:nvGrpSpPr>
        <p:grpSpPr>
          <a:xfrm>
            <a:off x="750028" y="1465372"/>
            <a:ext cx="1947726" cy="632444"/>
            <a:chOff x="5603652" y="1713005"/>
            <a:chExt cx="1947726" cy="632444"/>
          </a:xfrm>
        </p:grpSpPr>
        <p:sp>
          <p:nvSpPr>
            <p:cNvPr id="49" name="Text Placeholder 3"/>
            <p:cNvSpPr txBox="1">
              <a:spLocks/>
            </p:cNvSpPr>
            <p:nvPr/>
          </p:nvSpPr>
          <p:spPr>
            <a:xfrm>
              <a:off x="6707749" y="171300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5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7" name="Group 69"/>
          <p:cNvGrpSpPr/>
          <p:nvPr/>
        </p:nvGrpSpPr>
        <p:grpSpPr>
          <a:xfrm>
            <a:off x="6337907" y="3539224"/>
            <a:ext cx="1947726" cy="649993"/>
            <a:chOff x="5603652" y="1695456"/>
            <a:chExt cx="1947726" cy="649993"/>
          </a:xfrm>
        </p:grpSpPr>
        <p:sp>
          <p:nvSpPr>
            <p:cNvPr id="52" name="Text Placeholder 3"/>
            <p:cNvSpPr txBox="1">
              <a:spLocks/>
            </p:cNvSpPr>
            <p:nvPr/>
          </p:nvSpPr>
          <p:spPr>
            <a:xfrm>
              <a:off x="5603652" y="169545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KEY WORD</a:t>
              </a:r>
            </a:p>
          </p:txBody>
        </p:sp>
        <p:sp>
          <p:nvSpPr>
            <p:cNvPr id="5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sp>
        <p:nvSpPr>
          <p:cNvPr id="35" name="Freeform 62"/>
          <p:cNvSpPr>
            <a:spLocks noEditPoints="1"/>
          </p:cNvSpPr>
          <p:nvPr/>
        </p:nvSpPr>
        <p:spPr bwMode="auto">
          <a:xfrm>
            <a:off x="3042951" y="1628762"/>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66"/>
          <p:cNvSpPr>
            <a:spLocks noEditPoints="1"/>
          </p:cNvSpPr>
          <p:nvPr/>
        </p:nvSpPr>
        <p:spPr bwMode="auto">
          <a:xfrm>
            <a:off x="2728576" y="2658049"/>
            <a:ext cx="422299" cy="32755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6"/>
          <p:cNvSpPr>
            <a:spLocks noEditPoints="1"/>
          </p:cNvSpPr>
          <p:nvPr/>
        </p:nvSpPr>
        <p:spPr bwMode="auto">
          <a:xfrm>
            <a:off x="3041503" y="3745615"/>
            <a:ext cx="365543" cy="286077"/>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57"/>
          <p:cNvSpPr>
            <a:spLocks noEditPoints="1"/>
          </p:cNvSpPr>
          <p:nvPr/>
        </p:nvSpPr>
        <p:spPr bwMode="auto">
          <a:xfrm>
            <a:off x="5690841" y="1671629"/>
            <a:ext cx="283922" cy="25170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131"/>
          <p:cNvSpPr>
            <a:spLocks/>
          </p:cNvSpPr>
          <p:nvPr/>
        </p:nvSpPr>
        <p:spPr bwMode="auto">
          <a:xfrm>
            <a:off x="5949433" y="2682645"/>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
          <p:cNvSpPr>
            <a:spLocks noEditPoints="1"/>
          </p:cNvSpPr>
          <p:nvPr/>
        </p:nvSpPr>
        <p:spPr bwMode="auto">
          <a:xfrm>
            <a:off x="5632727" y="3704791"/>
            <a:ext cx="367725" cy="367725"/>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42"/>
          <p:cNvSpPr>
            <a:spLocks noEditPoints="1"/>
          </p:cNvSpPr>
          <p:nvPr/>
        </p:nvSpPr>
        <p:spPr bwMode="auto">
          <a:xfrm>
            <a:off x="4262931" y="2593901"/>
            <a:ext cx="564873" cy="486220"/>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p:cTn id="7" dur="500" fill="hold"/>
                                        <p:tgtEl>
                                          <p:spTgt spid="110"/>
                                        </p:tgtEl>
                                        <p:attrNameLst>
                                          <p:attrName>ppt_w</p:attrName>
                                        </p:attrNameLst>
                                      </p:cBhvr>
                                      <p:tavLst>
                                        <p:tav tm="0">
                                          <p:val>
                                            <p:fltVal val="0"/>
                                          </p:val>
                                        </p:tav>
                                        <p:tav tm="100000">
                                          <p:val>
                                            <p:strVal val="#ppt_w"/>
                                          </p:val>
                                        </p:tav>
                                      </p:tavLst>
                                    </p:anim>
                                    <p:anim calcmode="lin" valueType="num">
                                      <p:cBhvr>
                                        <p:cTn id="8" dur="500" fill="hold"/>
                                        <p:tgtEl>
                                          <p:spTgt spid="110"/>
                                        </p:tgtEl>
                                        <p:attrNameLst>
                                          <p:attrName>ppt_h</p:attrName>
                                        </p:attrNameLst>
                                      </p:cBhvr>
                                      <p:tavLst>
                                        <p:tav tm="0">
                                          <p:val>
                                            <p:fltVal val="0"/>
                                          </p:val>
                                        </p:tav>
                                        <p:tav tm="100000">
                                          <p:val>
                                            <p:strVal val="#ppt_h"/>
                                          </p:val>
                                        </p:tav>
                                      </p:tavLst>
                                    </p:anim>
                                    <p:animEffect transition="in" filter="fade">
                                      <p:cBhvr>
                                        <p:cTn id="9" dur="500"/>
                                        <p:tgtEl>
                                          <p:spTgt spid="11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p:cTn id="13" dur="500" fill="hold"/>
                                        <p:tgtEl>
                                          <p:spTgt spid="51"/>
                                        </p:tgtEl>
                                        <p:attrNameLst>
                                          <p:attrName>ppt_w</p:attrName>
                                        </p:attrNameLst>
                                      </p:cBhvr>
                                      <p:tavLst>
                                        <p:tav tm="0">
                                          <p:val>
                                            <p:fltVal val="0"/>
                                          </p:val>
                                        </p:tav>
                                        <p:tav tm="100000">
                                          <p:val>
                                            <p:strVal val="#ppt_w"/>
                                          </p:val>
                                        </p:tav>
                                      </p:tavLst>
                                    </p:anim>
                                    <p:anim calcmode="lin" valueType="num">
                                      <p:cBhvr>
                                        <p:cTn id="14" dur="500" fill="hold"/>
                                        <p:tgtEl>
                                          <p:spTgt spid="51"/>
                                        </p:tgtEl>
                                        <p:attrNameLst>
                                          <p:attrName>ppt_h</p:attrName>
                                        </p:attrNameLst>
                                      </p:cBhvr>
                                      <p:tavLst>
                                        <p:tav tm="0">
                                          <p:val>
                                            <p:fltVal val="0"/>
                                          </p:val>
                                        </p:tav>
                                        <p:tav tm="100000">
                                          <p:val>
                                            <p:strVal val="#ppt_h"/>
                                          </p:val>
                                        </p:tav>
                                      </p:tavLst>
                                    </p:anim>
                                    <p:animEffect transition="in" filter="fade">
                                      <p:cBhvr>
                                        <p:cTn id="15" dur="500"/>
                                        <p:tgtEl>
                                          <p:spTgt spid="51"/>
                                        </p:tgtEl>
                                      </p:cBhvr>
                                    </p:animEffect>
                                  </p:childTnLst>
                                </p:cTn>
                              </p:par>
                            </p:childTnLst>
                          </p:cTn>
                        </p:par>
                        <p:par>
                          <p:cTn id="16" fill="hold">
                            <p:stCondLst>
                              <p:cond delay="1000"/>
                            </p:stCondLst>
                            <p:childTnLst>
                              <p:par>
                                <p:cTn id="17" presetID="18" presetClass="entr" presetSubtype="9" fill="hold"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strips(upLeft)">
                                      <p:cBhvr>
                                        <p:cTn id="19" dur="500"/>
                                        <p:tgtEl>
                                          <p:spTgt spid="31"/>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32"/>
                                        </p:tgtEl>
                                        <p:attrNameLst>
                                          <p:attrName>style.visibility</p:attrName>
                                        </p:attrNameLst>
                                      </p:cBhvr>
                                      <p:to>
                                        <p:strVal val="visible"/>
                                      </p:to>
                                    </p:set>
                                    <p:anim calcmode="lin" valueType="num">
                                      <p:cBhvr>
                                        <p:cTn id="23" dur="500" fill="hold"/>
                                        <p:tgtEl>
                                          <p:spTgt spid="32"/>
                                        </p:tgtEl>
                                        <p:attrNameLst>
                                          <p:attrName>ppt_w</p:attrName>
                                        </p:attrNameLst>
                                      </p:cBhvr>
                                      <p:tavLst>
                                        <p:tav tm="0">
                                          <p:val>
                                            <p:fltVal val="0"/>
                                          </p:val>
                                        </p:tav>
                                        <p:tav tm="100000">
                                          <p:val>
                                            <p:strVal val="#ppt_w"/>
                                          </p:val>
                                        </p:tav>
                                      </p:tavLst>
                                    </p:anim>
                                    <p:anim calcmode="lin" valueType="num">
                                      <p:cBhvr>
                                        <p:cTn id="24" dur="500" fill="hold"/>
                                        <p:tgtEl>
                                          <p:spTgt spid="32"/>
                                        </p:tgtEl>
                                        <p:attrNameLst>
                                          <p:attrName>ppt_h</p:attrName>
                                        </p:attrNameLst>
                                      </p:cBhvr>
                                      <p:tavLst>
                                        <p:tav tm="0">
                                          <p:val>
                                            <p:fltVal val="0"/>
                                          </p:val>
                                        </p:tav>
                                        <p:tav tm="100000">
                                          <p:val>
                                            <p:strVal val="#ppt_h"/>
                                          </p:val>
                                        </p:tav>
                                      </p:tavLst>
                                    </p:anim>
                                    <p:animEffect transition="in" filter="fade">
                                      <p:cBhvr>
                                        <p:cTn id="25" dur="500"/>
                                        <p:tgtEl>
                                          <p:spTgt spid="32"/>
                                        </p:tgtEl>
                                      </p:cBhvr>
                                    </p:animEffect>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p:cTn id="29" dur="500" fill="hold"/>
                                        <p:tgtEl>
                                          <p:spTgt spid="35"/>
                                        </p:tgtEl>
                                        <p:attrNameLst>
                                          <p:attrName>ppt_w</p:attrName>
                                        </p:attrNameLst>
                                      </p:cBhvr>
                                      <p:tavLst>
                                        <p:tav tm="0">
                                          <p:val>
                                            <p:fltVal val="0"/>
                                          </p:val>
                                        </p:tav>
                                        <p:tav tm="100000">
                                          <p:val>
                                            <p:strVal val="#ppt_w"/>
                                          </p:val>
                                        </p:tav>
                                      </p:tavLst>
                                    </p:anim>
                                    <p:anim calcmode="lin" valueType="num">
                                      <p:cBhvr>
                                        <p:cTn id="30" dur="500" fill="hold"/>
                                        <p:tgtEl>
                                          <p:spTgt spid="35"/>
                                        </p:tgtEl>
                                        <p:attrNameLst>
                                          <p:attrName>ppt_h</p:attrName>
                                        </p:attrNameLst>
                                      </p:cBhvr>
                                      <p:tavLst>
                                        <p:tav tm="0">
                                          <p:val>
                                            <p:fltVal val="0"/>
                                          </p:val>
                                        </p:tav>
                                        <p:tav tm="100000">
                                          <p:val>
                                            <p:strVal val="#ppt_h"/>
                                          </p:val>
                                        </p:tav>
                                      </p:tavLst>
                                    </p:anim>
                                    <p:animEffect transition="in" filter="fade">
                                      <p:cBhvr>
                                        <p:cTn id="31" dur="500"/>
                                        <p:tgtEl>
                                          <p:spTgt spid="35"/>
                                        </p:tgtEl>
                                      </p:cBhvr>
                                    </p:animEffect>
                                  </p:childTnLst>
                                </p:cTn>
                              </p:par>
                            </p:childTnLst>
                          </p:cTn>
                        </p:par>
                        <p:par>
                          <p:cTn id="32" fill="hold">
                            <p:stCondLst>
                              <p:cond delay="2500"/>
                            </p:stCondLst>
                            <p:childTnLst>
                              <p:par>
                                <p:cTn id="33" presetID="2" presetClass="entr" presetSubtype="8" accel="50000" decel="5000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0-#ppt_w/2"/>
                                          </p:val>
                                        </p:tav>
                                        <p:tav tm="100000">
                                          <p:val>
                                            <p:strVal val="#ppt_x"/>
                                          </p:val>
                                        </p:tav>
                                      </p:tavLst>
                                    </p:anim>
                                    <p:anim calcmode="lin" valueType="num">
                                      <p:cBhvr additive="base">
                                        <p:cTn id="36" dur="500" fill="hold"/>
                                        <p:tgtEl>
                                          <p:spTgt spid="6"/>
                                        </p:tgtEl>
                                        <p:attrNameLst>
                                          <p:attrName>ppt_y</p:attrName>
                                        </p:attrNameLst>
                                      </p:cBhvr>
                                      <p:tavLst>
                                        <p:tav tm="0">
                                          <p:val>
                                            <p:strVal val="#ppt_y"/>
                                          </p:val>
                                        </p:tav>
                                        <p:tav tm="100000">
                                          <p:val>
                                            <p:strVal val="#ppt_y"/>
                                          </p:val>
                                        </p:tav>
                                      </p:tavLst>
                                    </p:anim>
                                  </p:childTnLst>
                                </p:cTn>
                              </p:par>
                            </p:childTnLst>
                          </p:cTn>
                        </p:par>
                        <p:par>
                          <p:cTn id="37" fill="hold">
                            <p:stCondLst>
                              <p:cond delay="3000"/>
                            </p:stCondLst>
                            <p:childTnLst>
                              <p:par>
                                <p:cTn id="38" presetID="18" presetClass="entr" presetSubtype="12" fill="hold" nodeType="after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strips(downLeft)">
                                      <p:cBhvr>
                                        <p:cTn id="40" dur="500"/>
                                        <p:tgtEl>
                                          <p:spTgt spid="30"/>
                                        </p:tgtEl>
                                      </p:cBhvr>
                                    </p:animEffect>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33"/>
                                        </p:tgtEl>
                                        <p:attrNameLst>
                                          <p:attrName>style.visibility</p:attrName>
                                        </p:attrNameLst>
                                      </p:cBhvr>
                                      <p:to>
                                        <p:strVal val="visible"/>
                                      </p:to>
                                    </p:set>
                                    <p:anim calcmode="lin" valueType="num">
                                      <p:cBhvr>
                                        <p:cTn id="44" dur="500" fill="hold"/>
                                        <p:tgtEl>
                                          <p:spTgt spid="33"/>
                                        </p:tgtEl>
                                        <p:attrNameLst>
                                          <p:attrName>ppt_w</p:attrName>
                                        </p:attrNameLst>
                                      </p:cBhvr>
                                      <p:tavLst>
                                        <p:tav tm="0">
                                          <p:val>
                                            <p:fltVal val="0"/>
                                          </p:val>
                                        </p:tav>
                                        <p:tav tm="100000">
                                          <p:val>
                                            <p:strVal val="#ppt_w"/>
                                          </p:val>
                                        </p:tav>
                                      </p:tavLst>
                                    </p:anim>
                                    <p:anim calcmode="lin" valueType="num">
                                      <p:cBhvr>
                                        <p:cTn id="45" dur="500" fill="hold"/>
                                        <p:tgtEl>
                                          <p:spTgt spid="33"/>
                                        </p:tgtEl>
                                        <p:attrNameLst>
                                          <p:attrName>ppt_h</p:attrName>
                                        </p:attrNameLst>
                                      </p:cBhvr>
                                      <p:tavLst>
                                        <p:tav tm="0">
                                          <p:val>
                                            <p:fltVal val="0"/>
                                          </p:val>
                                        </p:tav>
                                        <p:tav tm="100000">
                                          <p:val>
                                            <p:strVal val="#ppt_h"/>
                                          </p:val>
                                        </p:tav>
                                      </p:tavLst>
                                    </p:anim>
                                    <p:animEffect transition="in" filter="fade">
                                      <p:cBhvr>
                                        <p:cTn id="46" dur="500"/>
                                        <p:tgtEl>
                                          <p:spTgt spid="33"/>
                                        </p:tgtEl>
                                      </p:cBhvr>
                                    </p:animEffect>
                                  </p:childTnLst>
                                </p:cTn>
                              </p:par>
                            </p:childTnLst>
                          </p:cTn>
                        </p:par>
                        <p:par>
                          <p:cTn id="47" fill="hold">
                            <p:stCondLst>
                              <p:cond delay="4000"/>
                            </p:stCondLst>
                            <p:childTnLst>
                              <p:par>
                                <p:cTn id="48" presetID="53" presetClass="entr" presetSubtype="0" fill="hold" grpId="0" nodeType="afterEffect">
                                  <p:stCondLst>
                                    <p:cond delay="0"/>
                                  </p:stCondLst>
                                  <p:childTnLst>
                                    <p:set>
                                      <p:cBhvr>
                                        <p:cTn id="49" dur="1" fill="hold">
                                          <p:stCondLst>
                                            <p:cond delay="0"/>
                                          </p:stCondLst>
                                        </p:cTn>
                                        <p:tgtEl>
                                          <p:spTgt spid="36"/>
                                        </p:tgtEl>
                                        <p:attrNameLst>
                                          <p:attrName>style.visibility</p:attrName>
                                        </p:attrNameLst>
                                      </p:cBhvr>
                                      <p:to>
                                        <p:strVal val="visible"/>
                                      </p:to>
                                    </p:set>
                                    <p:anim calcmode="lin" valueType="num">
                                      <p:cBhvr>
                                        <p:cTn id="50" dur="500" fill="hold"/>
                                        <p:tgtEl>
                                          <p:spTgt spid="36"/>
                                        </p:tgtEl>
                                        <p:attrNameLst>
                                          <p:attrName>ppt_w</p:attrName>
                                        </p:attrNameLst>
                                      </p:cBhvr>
                                      <p:tavLst>
                                        <p:tav tm="0">
                                          <p:val>
                                            <p:fltVal val="0"/>
                                          </p:val>
                                        </p:tav>
                                        <p:tav tm="100000">
                                          <p:val>
                                            <p:strVal val="#ppt_w"/>
                                          </p:val>
                                        </p:tav>
                                      </p:tavLst>
                                    </p:anim>
                                    <p:anim calcmode="lin" valueType="num">
                                      <p:cBhvr>
                                        <p:cTn id="51" dur="500" fill="hold"/>
                                        <p:tgtEl>
                                          <p:spTgt spid="36"/>
                                        </p:tgtEl>
                                        <p:attrNameLst>
                                          <p:attrName>ppt_h</p:attrName>
                                        </p:attrNameLst>
                                      </p:cBhvr>
                                      <p:tavLst>
                                        <p:tav tm="0">
                                          <p:val>
                                            <p:fltVal val="0"/>
                                          </p:val>
                                        </p:tav>
                                        <p:tav tm="100000">
                                          <p:val>
                                            <p:strVal val="#ppt_h"/>
                                          </p:val>
                                        </p:tav>
                                      </p:tavLst>
                                    </p:anim>
                                    <p:animEffect transition="in" filter="fade">
                                      <p:cBhvr>
                                        <p:cTn id="52" dur="500"/>
                                        <p:tgtEl>
                                          <p:spTgt spid="36"/>
                                        </p:tgtEl>
                                      </p:cBhvr>
                                    </p:animEffect>
                                  </p:childTnLst>
                                </p:cTn>
                              </p:par>
                            </p:childTnLst>
                          </p:cTn>
                        </p:par>
                        <p:par>
                          <p:cTn id="53" fill="hold">
                            <p:stCondLst>
                              <p:cond delay="4500"/>
                            </p:stCondLst>
                            <p:childTnLst>
                              <p:par>
                                <p:cTn id="54" presetID="2" presetClass="entr" presetSubtype="8" accel="50000" decel="50000"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500" fill="hold"/>
                                        <p:tgtEl>
                                          <p:spTgt spid="5"/>
                                        </p:tgtEl>
                                        <p:attrNameLst>
                                          <p:attrName>ppt_x</p:attrName>
                                        </p:attrNameLst>
                                      </p:cBhvr>
                                      <p:tavLst>
                                        <p:tav tm="0">
                                          <p:val>
                                            <p:strVal val="0-#ppt_w/2"/>
                                          </p:val>
                                        </p:tav>
                                        <p:tav tm="100000">
                                          <p:val>
                                            <p:strVal val="#ppt_x"/>
                                          </p:val>
                                        </p:tav>
                                      </p:tavLst>
                                    </p:anim>
                                    <p:anim calcmode="lin" valueType="num">
                                      <p:cBhvr additive="base">
                                        <p:cTn id="57" dur="500" fill="hold"/>
                                        <p:tgtEl>
                                          <p:spTgt spid="5"/>
                                        </p:tgtEl>
                                        <p:attrNameLst>
                                          <p:attrName>ppt_y</p:attrName>
                                        </p:attrNameLst>
                                      </p:cBhvr>
                                      <p:tavLst>
                                        <p:tav tm="0">
                                          <p:val>
                                            <p:strVal val="#ppt_y"/>
                                          </p:val>
                                        </p:tav>
                                        <p:tav tm="100000">
                                          <p:val>
                                            <p:strVal val="#ppt_y"/>
                                          </p:val>
                                        </p:tav>
                                      </p:tavLst>
                                    </p:anim>
                                  </p:childTnLst>
                                </p:cTn>
                              </p:par>
                            </p:childTnLst>
                          </p:cTn>
                        </p:par>
                        <p:par>
                          <p:cTn id="58" fill="hold">
                            <p:stCondLst>
                              <p:cond delay="5000"/>
                            </p:stCondLst>
                            <p:childTnLst>
                              <p:par>
                                <p:cTn id="59" presetID="18" presetClass="entr" presetSubtype="12" fill="hold" nodeType="after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strips(downLeft)">
                                      <p:cBhvr>
                                        <p:cTn id="61" dur="500"/>
                                        <p:tgtEl>
                                          <p:spTgt spid="29"/>
                                        </p:tgtEl>
                                      </p:cBhvr>
                                    </p:animEffect>
                                  </p:childTnLst>
                                </p:cTn>
                              </p:par>
                            </p:childTnLst>
                          </p:cTn>
                        </p:par>
                        <p:par>
                          <p:cTn id="62" fill="hold">
                            <p:stCondLst>
                              <p:cond delay="5500"/>
                            </p:stCondLst>
                            <p:childTnLst>
                              <p:par>
                                <p:cTn id="63" presetID="53" presetClass="entr" presetSubtype="0" fill="hold" grpId="0" nodeType="afterEffect">
                                  <p:stCondLst>
                                    <p:cond delay="0"/>
                                  </p:stCondLst>
                                  <p:childTnLst>
                                    <p:set>
                                      <p:cBhvr>
                                        <p:cTn id="64" dur="1" fill="hold">
                                          <p:stCondLst>
                                            <p:cond delay="0"/>
                                          </p:stCondLst>
                                        </p:cTn>
                                        <p:tgtEl>
                                          <p:spTgt spid="34"/>
                                        </p:tgtEl>
                                        <p:attrNameLst>
                                          <p:attrName>style.visibility</p:attrName>
                                        </p:attrNameLst>
                                      </p:cBhvr>
                                      <p:to>
                                        <p:strVal val="visible"/>
                                      </p:to>
                                    </p:set>
                                    <p:anim calcmode="lin" valueType="num">
                                      <p:cBhvr>
                                        <p:cTn id="65" dur="500" fill="hold"/>
                                        <p:tgtEl>
                                          <p:spTgt spid="34"/>
                                        </p:tgtEl>
                                        <p:attrNameLst>
                                          <p:attrName>ppt_w</p:attrName>
                                        </p:attrNameLst>
                                      </p:cBhvr>
                                      <p:tavLst>
                                        <p:tav tm="0">
                                          <p:val>
                                            <p:fltVal val="0"/>
                                          </p:val>
                                        </p:tav>
                                        <p:tav tm="100000">
                                          <p:val>
                                            <p:strVal val="#ppt_w"/>
                                          </p:val>
                                        </p:tav>
                                      </p:tavLst>
                                    </p:anim>
                                    <p:anim calcmode="lin" valueType="num">
                                      <p:cBhvr>
                                        <p:cTn id="66" dur="500" fill="hold"/>
                                        <p:tgtEl>
                                          <p:spTgt spid="34"/>
                                        </p:tgtEl>
                                        <p:attrNameLst>
                                          <p:attrName>ppt_h</p:attrName>
                                        </p:attrNameLst>
                                      </p:cBhvr>
                                      <p:tavLst>
                                        <p:tav tm="0">
                                          <p:val>
                                            <p:fltVal val="0"/>
                                          </p:val>
                                        </p:tav>
                                        <p:tav tm="100000">
                                          <p:val>
                                            <p:strVal val="#ppt_h"/>
                                          </p:val>
                                        </p:tav>
                                      </p:tavLst>
                                    </p:anim>
                                    <p:animEffect transition="in" filter="fade">
                                      <p:cBhvr>
                                        <p:cTn id="67" dur="500"/>
                                        <p:tgtEl>
                                          <p:spTgt spid="34"/>
                                        </p:tgtEl>
                                      </p:cBhvr>
                                    </p:animEffect>
                                  </p:childTnLst>
                                </p:cTn>
                              </p:par>
                            </p:childTnLst>
                          </p:cTn>
                        </p:par>
                        <p:par>
                          <p:cTn id="68" fill="hold">
                            <p:stCondLst>
                              <p:cond delay="6000"/>
                            </p:stCondLst>
                            <p:childTnLst>
                              <p:par>
                                <p:cTn id="69" presetID="53" presetClass="entr" presetSubtype="0" fill="hold" grpId="0" nodeType="after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p:cTn id="71" dur="500" fill="hold"/>
                                        <p:tgtEl>
                                          <p:spTgt spid="39"/>
                                        </p:tgtEl>
                                        <p:attrNameLst>
                                          <p:attrName>ppt_w</p:attrName>
                                        </p:attrNameLst>
                                      </p:cBhvr>
                                      <p:tavLst>
                                        <p:tav tm="0">
                                          <p:val>
                                            <p:fltVal val="0"/>
                                          </p:val>
                                        </p:tav>
                                        <p:tav tm="100000">
                                          <p:val>
                                            <p:strVal val="#ppt_w"/>
                                          </p:val>
                                        </p:tav>
                                      </p:tavLst>
                                    </p:anim>
                                    <p:anim calcmode="lin" valueType="num">
                                      <p:cBhvr>
                                        <p:cTn id="72" dur="500" fill="hold"/>
                                        <p:tgtEl>
                                          <p:spTgt spid="39"/>
                                        </p:tgtEl>
                                        <p:attrNameLst>
                                          <p:attrName>ppt_h</p:attrName>
                                        </p:attrNameLst>
                                      </p:cBhvr>
                                      <p:tavLst>
                                        <p:tav tm="0">
                                          <p:val>
                                            <p:fltVal val="0"/>
                                          </p:val>
                                        </p:tav>
                                        <p:tav tm="100000">
                                          <p:val>
                                            <p:strVal val="#ppt_h"/>
                                          </p:val>
                                        </p:tav>
                                      </p:tavLst>
                                    </p:anim>
                                    <p:animEffect transition="in" filter="fade">
                                      <p:cBhvr>
                                        <p:cTn id="73" dur="500"/>
                                        <p:tgtEl>
                                          <p:spTgt spid="39"/>
                                        </p:tgtEl>
                                      </p:cBhvr>
                                    </p:animEffect>
                                  </p:childTnLst>
                                </p:cTn>
                              </p:par>
                            </p:childTnLst>
                          </p:cTn>
                        </p:par>
                        <p:par>
                          <p:cTn id="74" fill="hold">
                            <p:stCondLst>
                              <p:cond delay="6500"/>
                            </p:stCondLst>
                            <p:childTnLst>
                              <p:par>
                                <p:cTn id="75" presetID="2" presetClass="entr" presetSubtype="8" accel="50000" decel="50000" fill="hold" nodeType="afterEffect">
                                  <p:stCondLst>
                                    <p:cond delay="0"/>
                                  </p:stCondLst>
                                  <p:childTnLst>
                                    <p:set>
                                      <p:cBhvr>
                                        <p:cTn id="76" dur="1" fill="hold">
                                          <p:stCondLst>
                                            <p:cond delay="0"/>
                                          </p:stCondLst>
                                        </p:cTn>
                                        <p:tgtEl>
                                          <p:spTgt spid="4"/>
                                        </p:tgtEl>
                                        <p:attrNameLst>
                                          <p:attrName>style.visibility</p:attrName>
                                        </p:attrNameLst>
                                      </p:cBhvr>
                                      <p:to>
                                        <p:strVal val="visible"/>
                                      </p:to>
                                    </p:set>
                                    <p:anim calcmode="lin" valueType="num">
                                      <p:cBhvr additive="base">
                                        <p:cTn id="77" dur="500" fill="hold"/>
                                        <p:tgtEl>
                                          <p:spTgt spid="4"/>
                                        </p:tgtEl>
                                        <p:attrNameLst>
                                          <p:attrName>ppt_x</p:attrName>
                                        </p:attrNameLst>
                                      </p:cBhvr>
                                      <p:tavLst>
                                        <p:tav tm="0">
                                          <p:val>
                                            <p:strVal val="0-#ppt_w/2"/>
                                          </p:val>
                                        </p:tav>
                                        <p:tav tm="100000">
                                          <p:val>
                                            <p:strVal val="#ppt_x"/>
                                          </p:val>
                                        </p:tav>
                                      </p:tavLst>
                                    </p:anim>
                                    <p:anim calcmode="lin" valueType="num">
                                      <p:cBhvr additive="base">
                                        <p:cTn id="78" dur="500" fill="hold"/>
                                        <p:tgtEl>
                                          <p:spTgt spid="4"/>
                                        </p:tgtEl>
                                        <p:attrNameLst>
                                          <p:attrName>ppt_y</p:attrName>
                                        </p:attrNameLst>
                                      </p:cBhvr>
                                      <p:tavLst>
                                        <p:tav tm="0">
                                          <p:val>
                                            <p:strVal val="#ppt_y"/>
                                          </p:val>
                                        </p:tav>
                                        <p:tav tm="100000">
                                          <p:val>
                                            <p:strVal val="#ppt_y"/>
                                          </p:val>
                                        </p:tav>
                                      </p:tavLst>
                                    </p:anim>
                                  </p:childTnLst>
                                </p:cTn>
                              </p:par>
                            </p:childTnLst>
                          </p:cTn>
                        </p:par>
                        <p:par>
                          <p:cTn id="79" fill="hold">
                            <p:stCondLst>
                              <p:cond delay="7000"/>
                            </p:stCondLst>
                            <p:childTnLst>
                              <p:par>
                                <p:cTn id="80" presetID="18" presetClass="entr" presetSubtype="3" fill="hold" nodeType="afterEffect">
                                  <p:stCondLst>
                                    <p:cond delay="0"/>
                                  </p:stCondLst>
                                  <p:childTnLst>
                                    <p:set>
                                      <p:cBhvr>
                                        <p:cTn id="81" dur="1" fill="hold">
                                          <p:stCondLst>
                                            <p:cond delay="0"/>
                                          </p:stCondLst>
                                        </p:cTn>
                                        <p:tgtEl>
                                          <p:spTgt spid="84"/>
                                        </p:tgtEl>
                                        <p:attrNameLst>
                                          <p:attrName>style.visibility</p:attrName>
                                        </p:attrNameLst>
                                      </p:cBhvr>
                                      <p:to>
                                        <p:strVal val="visible"/>
                                      </p:to>
                                    </p:set>
                                    <p:animEffect transition="in" filter="strips(upRight)">
                                      <p:cBhvr>
                                        <p:cTn id="82" dur="500"/>
                                        <p:tgtEl>
                                          <p:spTgt spid="84"/>
                                        </p:tgtEl>
                                      </p:cBhvr>
                                    </p:animEffect>
                                  </p:childTnLst>
                                </p:cTn>
                              </p:par>
                            </p:childTnLst>
                          </p:cTn>
                        </p:par>
                        <p:par>
                          <p:cTn id="83" fill="hold">
                            <p:stCondLst>
                              <p:cond delay="7500"/>
                            </p:stCondLst>
                            <p:childTnLst>
                              <p:par>
                                <p:cTn id="84" presetID="53" presetClass="entr" presetSubtype="0" fill="hold" grpId="0" nodeType="afterEffect">
                                  <p:stCondLst>
                                    <p:cond delay="0"/>
                                  </p:stCondLst>
                                  <p:childTnLst>
                                    <p:set>
                                      <p:cBhvr>
                                        <p:cTn id="85" dur="1" fill="hold">
                                          <p:stCondLst>
                                            <p:cond delay="0"/>
                                          </p:stCondLst>
                                        </p:cTn>
                                        <p:tgtEl>
                                          <p:spTgt spid="86"/>
                                        </p:tgtEl>
                                        <p:attrNameLst>
                                          <p:attrName>style.visibility</p:attrName>
                                        </p:attrNameLst>
                                      </p:cBhvr>
                                      <p:to>
                                        <p:strVal val="visible"/>
                                      </p:to>
                                    </p:set>
                                    <p:anim calcmode="lin" valueType="num">
                                      <p:cBhvr>
                                        <p:cTn id="86" dur="500" fill="hold"/>
                                        <p:tgtEl>
                                          <p:spTgt spid="86"/>
                                        </p:tgtEl>
                                        <p:attrNameLst>
                                          <p:attrName>ppt_w</p:attrName>
                                        </p:attrNameLst>
                                      </p:cBhvr>
                                      <p:tavLst>
                                        <p:tav tm="0">
                                          <p:val>
                                            <p:fltVal val="0"/>
                                          </p:val>
                                        </p:tav>
                                        <p:tav tm="100000">
                                          <p:val>
                                            <p:strVal val="#ppt_w"/>
                                          </p:val>
                                        </p:tav>
                                      </p:tavLst>
                                    </p:anim>
                                    <p:anim calcmode="lin" valueType="num">
                                      <p:cBhvr>
                                        <p:cTn id="87" dur="500" fill="hold"/>
                                        <p:tgtEl>
                                          <p:spTgt spid="86"/>
                                        </p:tgtEl>
                                        <p:attrNameLst>
                                          <p:attrName>ppt_h</p:attrName>
                                        </p:attrNameLst>
                                      </p:cBhvr>
                                      <p:tavLst>
                                        <p:tav tm="0">
                                          <p:val>
                                            <p:fltVal val="0"/>
                                          </p:val>
                                        </p:tav>
                                        <p:tav tm="100000">
                                          <p:val>
                                            <p:strVal val="#ppt_h"/>
                                          </p:val>
                                        </p:tav>
                                      </p:tavLst>
                                    </p:anim>
                                    <p:animEffect transition="in" filter="fade">
                                      <p:cBhvr>
                                        <p:cTn id="88" dur="500"/>
                                        <p:tgtEl>
                                          <p:spTgt spid="86"/>
                                        </p:tgtEl>
                                      </p:cBhvr>
                                    </p:animEffect>
                                  </p:childTnLst>
                                </p:cTn>
                              </p:par>
                            </p:childTnLst>
                          </p:cTn>
                        </p:par>
                        <p:par>
                          <p:cTn id="89" fill="hold">
                            <p:stCondLst>
                              <p:cond delay="8000"/>
                            </p:stCondLst>
                            <p:childTnLst>
                              <p:par>
                                <p:cTn id="90" presetID="53" presetClass="entr" presetSubtype="0" fill="hold" grpId="0" nodeType="afterEffect">
                                  <p:stCondLst>
                                    <p:cond delay="0"/>
                                  </p:stCondLst>
                                  <p:childTnLst>
                                    <p:set>
                                      <p:cBhvr>
                                        <p:cTn id="91" dur="1" fill="hold">
                                          <p:stCondLst>
                                            <p:cond delay="0"/>
                                          </p:stCondLst>
                                        </p:cTn>
                                        <p:tgtEl>
                                          <p:spTgt spid="42"/>
                                        </p:tgtEl>
                                        <p:attrNameLst>
                                          <p:attrName>style.visibility</p:attrName>
                                        </p:attrNameLst>
                                      </p:cBhvr>
                                      <p:to>
                                        <p:strVal val="visible"/>
                                      </p:to>
                                    </p:set>
                                    <p:anim calcmode="lin" valueType="num">
                                      <p:cBhvr>
                                        <p:cTn id="92" dur="500" fill="hold"/>
                                        <p:tgtEl>
                                          <p:spTgt spid="42"/>
                                        </p:tgtEl>
                                        <p:attrNameLst>
                                          <p:attrName>ppt_w</p:attrName>
                                        </p:attrNameLst>
                                      </p:cBhvr>
                                      <p:tavLst>
                                        <p:tav tm="0">
                                          <p:val>
                                            <p:fltVal val="0"/>
                                          </p:val>
                                        </p:tav>
                                        <p:tav tm="100000">
                                          <p:val>
                                            <p:strVal val="#ppt_w"/>
                                          </p:val>
                                        </p:tav>
                                      </p:tavLst>
                                    </p:anim>
                                    <p:anim calcmode="lin" valueType="num">
                                      <p:cBhvr>
                                        <p:cTn id="93" dur="500" fill="hold"/>
                                        <p:tgtEl>
                                          <p:spTgt spid="42"/>
                                        </p:tgtEl>
                                        <p:attrNameLst>
                                          <p:attrName>ppt_h</p:attrName>
                                        </p:attrNameLst>
                                      </p:cBhvr>
                                      <p:tavLst>
                                        <p:tav tm="0">
                                          <p:val>
                                            <p:fltVal val="0"/>
                                          </p:val>
                                        </p:tav>
                                        <p:tav tm="100000">
                                          <p:val>
                                            <p:strVal val="#ppt_h"/>
                                          </p:val>
                                        </p:tav>
                                      </p:tavLst>
                                    </p:anim>
                                    <p:animEffect transition="in" filter="fade">
                                      <p:cBhvr>
                                        <p:cTn id="94" dur="500"/>
                                        <p:tgtEl>
                                          <p:spTgt spid="42"/>
                                        </p:tgtEl>
                                      </p:cBhvr>
                                    </p:animEffect>
                                  </p:childTnLst>
                                </p:cTn>
                              </p:par>
                            </p:childTnLst>
                          </p:cTn>
                        </p:par>
                        <p:par>
                          <p:cTn id="95" fill="hold">
                            <p:stCondLst>
                              <p:cond delay="8500"/>
                            </p:stCondLst>
                            <p:childTnLst>
                              <p:par>
                                <p:cTn id="96" presetID="2" presetClass="entr" presetSubtype="2" accel="50000" decel="50000" fill="hold" nodeType="afterEffect">
                                  <p:stCondLst>
                                    <p:cond delay="0"/>
                                  </p:stCondLst>
                                  <p:childTnLst>
                                    <p:set>
                                      <p:cBhvr>
                                        <p:cTn id="97" dur="1" fill="hold">
                                          <p:stCondLst>
                                            <p:cond delay="0"/>
                                          </p:stCondLst>
                                        </p:cTn>
                                        <p:tgtEl>
                                          <p:spTgt spid="3"/>
                                        </p:tgtEl>
                                        <p:attrNameLst>
                                          <p:attrName>style.visibility</p:attrName>
                                        </p:attrNameLst>
                                      </p:cBhvr>
                                      <p:to>
                                        <p:strVal val="visible"/>
                                      </p:to>
                                    </p:set>
                                    <p:anim calcmode="lin" valueType="num">
                                      <p:cBhvr additive="base">
                                        <p:cTn id="98" dur="500" fill="hold"/>
                                        <p:tgtEl>
                                          <p:spTgt spid="3"/>
                                        </p:tgtEl>
                                        <p:attrNameLst>
                                          <p:attrName>ppt_x</p:attrName>
                                        </p:attrNameLst>
                                      </p:cBhvr>
                                      <p:tavLst>
                                        <p:tav tm="0">
                                          <p:val>
                                            <p:strVal val="1+#ppt_w/2"/>
                                          </p:val>
                                        </p:tav>
                                        <p:tav tm="100000">
                                          <p:val>
                                            <p:strVal val="#ppt_x"/>
                                          </p:val>
                                        </p:tav>
                                      </p:tavLst>
                                    </p:anim>
                                    <p:anim calcmode="lin" valueType="num">
                                      <p:cBhvr additive="base">
                                        <p:cTn id="99" dur="500" fill="hold"/>
                                        <p:tgtEl>
                                          <p:spTgt spid="3"/>
                                        </p:tgtEl>
                                        <p:attrNameLst>
                                          <p:attrName>ppt_y</p:attrName>
                                        </p:attrNameLst>
                                      </p:cBhvr>
                                      <p:tavLst>
                                        <p:tav tm="0">
                                          <p:val>
                                            <p:strVal val="#ppt_y"/>
                                          </p:val>
                                        </p:tav>
                                        <p:tav tm="100000">
                                          <p:val>
                                            <p:strVal val="#ppt_y"/>
                                          </p:val>
                                        </p:tav>
                                      </p:tavLst>
                                    </p:anim>
                                  </p:childTnLst>
                                </p:cTn>
                              </p:par>
                            </p:childTnLst>
                          </p:cTn>
                        </p:par>
                        <p:par>
                          <p:cTn id="100" fill="hold">
                            <p:stCondLst>
                              <p:cond delay="9000"/>
                            </p:stCondLst>
                            <p:childTnLst>
                              <p:par>
                                <p:cTn id="101" presetID="18" presetClass="entr" presetSubtype="6" fill="hold" nodeType="afterEffect">
                                  <p:stCondLst>
                                    <p:cond delay="0"/>
                                  </p:stCondLst>
                                  <p:childTnLst>
                                    <p:set>
                                      <p:cBhvr>
                                        <p:cTn id="102" dur="1" fill="hold">
                                          <p:stCondLst>
                                            <p:cond delay="0"/>
                                          </p:stCondLst>
                                        </p:cTn>
                                        <p:tgtEl>
                                          <p:spTgt spid="83"/>
                                        </p:tgtEl>
                                        <p:attrNameLst>
                                          <p:attrName>style.visibility</p:attrName>
                                        </p:attrNameLst>
                                      </p:cBhvr>
                                      <p:to>
                                        <p:strVal val="visible"/>
                                      </p:to>
                                    </p:set>
                                    <p:animEffect transition="in" filter="strips(downRight)">
                                      <p:cBhvr>
                                        <p:cTn id="103" dur="500"/>
                                        <p:tgtEl>
                                          <p:spTgt spid="83"/>
                                        </p:tgtEl>
                                      </p:cBhvr>
                                    </p:animEffect>
                                  </p:childTnLst>
                                </p:cTn>
                              </p:par>
                            </p:childTnLst>
                          </p:cTn>
                        </p:par>
                        <p:par>
                          <p:cTn id="104" fill="hold">
                            <p:stCondLst>
                              <p:cond delay="9500"/>
                            </p:stCondLst>
                            <p:childTnLst>
                              <p:par>
                                <p:cTn id="105" presetID="53" presetClass="entr" presetSubtype="0" fill="hold" grpId="0" nodeType="afterEffect">
                                  <p:stCondLst>
                                    <p:cond delay="0"/>
                                  </p:stCondLst>
                                  <p:childTnLst>
                                    <p:set>
                                      <p:cBhvr>
                                        <p:cTn id="106" dur="1" fill="hold">
                                          <p:stCondLst>
                                            <p:cond delay="0"/>
                                          </p:stCondLst>
                                        </p:cTn>
                                        <p:tgtEl>
                                          <p:spTgt spid="88"/>
                                        </p:tgtEl>
                                        <p:attrNameLst>
                                          <p:attrName>style.visibility</p:attrName>
                                        </p:attrNameLst>
                                      </p:cBhvr>
                                      <p:to>
                                        <p:strVal val="visible"/>
                                      </p:to>
                                    </p:set>
                                    <p:anim calcmode="lin" valueType="num">
                                      <p:cBhvr>
                                        <p:cTn id="107" dur="500" fill="hold"/>
                                        <p:tgtEl>
                                          <p:spTgt spid="88"/>
                                        </p:tgtEl>
                                        <p:attrNameLst>
                                          <p:attrName>ppt_w</p:attrName>
                                        </p:attrNameLst>
                                      </p:cBhvr>
                                      <p:tavLst>
                                        <p:tav tm="0">
                                          <p:val>
                                            <p:fltVal val="0"/>
                                          </p:val>
                                        </p:tav>
                                        <p:tav tm="100000">
                                          <p:val>
                                            <p:strVal val="#ppt_w"/>
                                          </p:val>
                                        </p:tav>
                                      </p:tavLst>
                                    </p:anim>
                                    <p:anim calcmode="lin" valueType="num">
                                      <p:cBhvr>
                                        <p:cTn id="108" dur="500" fill="hold"/>
                                        <p:tgtEl>
                                          <p:spTgt spid="88"/>
                                        </p:tgtEl>
                                        <p:attrNameLst>
                                          <p:attrName>ppt_h</p:attrName>
                                        </p:attrNameLst>
                                      </p:cBhvr>
                                      <p:tavLst>
                                        <p:tav tm="0">
                                          <p:val>
                                            <p:fltVal val="0"/>
                                          </p:val>
                                        </p:tav>
                                        <p:tav tm="100000">
                                          <p:val>
                                            <p:strVal val="#ppt_h"/>
                                          </p:val>
                                        </p:tav>
                                      </p:tavLst>
                                    </p:anim>
                                    <p:animEffect transition="in" filter="fade">
                                      <p:cBhvr>
                                        <p:cTn id="109" dur="500"/>
                                        <p:tgtEl>
                                          <p:spTgt spid="88"/>
                                        </p:tgtEl>
                                      </p:cBhvr>
                                    </p:animEffect>
                                  </p:childTnLst>
                                </p:cTn>
                              </p:par>
                            </p:childTnLst>
                          </p:cTn>
                        </p:par>
                        <p:par>
                          <p:cTn id="110" fill="hold">
                            <p:stCondLst>
                              <p:cond delay="10000"/>
                            </p:stCondLst>
                            <p:childTnLst>
                              <p:par>
                                <p:cTn id="111" presetID="53" presetClass="entr" presetSubtype="0" fill="hold" grpId="0" nodeType="afterEffect">
                                  <p:stCondLst>
                                    <p:cond delay="0"/>
                                  </p:stCondLst>
                                  <p:childTnLst>
                                    <p:set>
                                      <p:cBhvr>
                                        <p:cTn id="112" dur="1" fill="hold">
                                          <p:stCondLst>
                                            <p:cond delay="0"/>
                                          </p:stCondLst>
                                        </p:cTn>
                                        <p:tgtEl>
                                          <p:spTgt spid="45"/>
                                        </p:tgtEl>
                                        <p:attrNameLst>
                                          <p:attrName>style.visibility</p:attrName>
                                        </p:attrNameLst>
                                      </p:cBhvr>
                                      <p:to>
                                        <p:strVal val="visible"/>
                                      </p:to>
                                    </p:set>
                                    <p:anim calcmode="lin" valueType="num">
                                      <p:cBhvr>
                                        <p:cTn id="113" dur="500" fill="hold"/>
                                        <p:tgtEl>
                                          <p:spTgt spid="45"/>
                                        </p:tgtEl>
                                        <p:attrNameLst>
                                          <p:attrName>ppt_w</p:attrName>
                                        </p:attrNameLst>
                                      </p:cBhvr>
                                      <p:tavLst>
                                        <p:tav tm="0">
                                          <p:val>
                                            <p:fltVal val="0"/>
                                          </p:val>
                                        </p:tav>
                                        <p:tav tm="100000">
                                          <p:val>
                                            <p:strVal val="#ppt_w"/>
                                          </p:val>
                                        </p:tav>
                                      </p:tavLst>
                                    </p:anim>
                                    <p:anim calcmode="lin" valueType="num">
                                      <p:cBhvr>
                                        <p:cTn id="114" dur="500" fill="hold"/>
                                        <p:tgtEl>
                                          <p:spTgt spid="45"/>
                                        </p:tgtEl>
                                        <p:attrNameLst>
                                          <p:attrName>ppt_h</p:attrName>
                                        </p:attrNameLst>
                                      </p:cBhvr>
                                      <p:tavLst>
                                        <p:tav tm="0">
                                          <p:val>
                                            <p:fltVal val="0"/>
                                          </p:val>
                                        </p:tav>
                                        <p:tav tm="100000">
                                          <p:val>
                                            <p:strVal val="#ppt_h"/>
                                          </p:val>
                                        </p:tav>
                                      </p:tavLst>
                                    </p:anim>
                                    <p:animEffect transition="in" filter="fade">
                                      <p:cBhvr>
                                        <p:cTn id="115" dur="500"/>
                                        <p:tgtEl>
                                          <p:spTgt spid="45"/>
                                        </p:tgtEl>
                                      </p:cBhvr>
                                    </p:animEffect>
                                  </p:childTnLst>
                                </p:cTn>
                              </p:par>
                            </p:childTnLst>
                          </p:cTn>
                        </p:par>
                        <p:par>
                          <p:cTn id="116" fill="hold">
                            <p:stCondLst>
                              <p:cond delay="10500"/>
                            </p:stCondLst>
                            <p:childTnLst>
                              <p:par>
                                <p:cTn id="117" presetID="2" presetClass="entr" presetSubtype="2" accel="50000" decel="50000" fill="hold" nodeType="afterEffect">
                                  <p:stCondLst>
                                    <p:cond delay="0"/>
                                  </p:stCondLst>
                                  <p:childTnLst>
                                    <p:set>
                                      <p:cBhvr>
                                        <p:cTn id="118" dur="1" fill="hold">
                                          <p:stCondLst>
                                            <p:cond delay="0"/>
                                          </p:stCondLst>
                                        </p:cTn>
                                        <p:tgtEl>
                                          <p:spTgt spid="2"/>
                                        </p:tgtEl>
                                        <p:attrNameLst>
                                          <p:attrName>style.visibility</p:attrName>
                                        </p:attrNameLst>
                                      </p:cBhvr>
                                      <p:to>
                                        <p:strVal val="visible"/>
                                      </p:to>
                                    </p:set>
                                    <p:anim calcmode="lin" valueType="num">
                                      <p:cBhvr additive="base">
                                        <p:cTn id="119" dur="500" fill="hold"/>
                                        <p:tgtEl>
                                          <p:spTgt spid="2"/>
                                        </p:tgtEl>
                                        <p:attrNameLst>
                                          <p:attrName>ppt_x</p:attrName>
                                        </p:attrNameLst>
                                      </p:cBhvr>
                                      <p:tavLst>
                                        <p:tav tm="0">
                                          <p:val>
                                            <p:strVal val="1+#ppt_w/2"/>
                                          </p:val>
                                        </p:tav>
                                        <p:tav tm="100000">
                                          <p:val>
                                            <p:strVal val="#ppt_x"/>
                                          </p:val>
                                        </p:tav>
                                      </p:tavLst>
                                    </p:anim>
                                    <p:anim calcmode="lin" valueType="num">
                                      <p:cBhvr additive="base">
                                        <p:cTn id="120" dur="500" fill="hold"/>
                                        <p:tgtEl>
                                          <p:spTgt spid="2"/>
                                        </p:tgtEl>
                                        <p:attrNameLst>
                                          <p:attrName>ppt_y</p:attrName>
                                        </p:attrNameLst>
                                      </p:cBhvr>
                                      <p:tavLst>
                                        <p:tav tm="0">
                                          <p:val>
                                            <p:strVal val="#ppt_y"/>
                                          </p:val>
                                        </p:tav>
                                        <p:tav tm="100000">
                                          <p:val>
                                            <p:strVal val="#ppt_y"/>
                                          </p:val>
                                        </p:tav>
                                      </p:tavLst>
                                    </p:anim>
                                  </p:childTnLst>
                                </p:cTn>
                              </p:par>
                            </p:childTnLst>
                          </p:cTn>
                        </p:par>
                        <p:par>
                          <p:cTn id="121" fill="hold">
                            <p:stCondLst>
                              <p:cond delay="11000"/>
                            </p:stCondLst>
                            <p:childTnLst>
                              <p:par>
                                <p:cTn id="122" presetID="18" presetClass="entr" presetSubtype="6" fill="hold" nodeType="afterEffect">
                                  <p:stCondLst>
                                    <p:cond delay="0"/>
                                  </p:stCondLst>
                                  <p:childTnLst>
                                    <p:set>
                                      <p:cBhvr>
                                        <p:cTn id="123" dur="1" fill="hold">
                                          <p:stCondLst>
                                            <p:cond delay="0"/>
                                          </p:stCondLst>
                                        </p:cTn>
                                        <p:tgtEl>
                                          <p:spTgt spid="82"/>
                                        </p:tgtEl>
                                        <p:attrNameLst>
                                          <p:attrName>style.visibility</p:attrName>
                                        </p:attrNameLst>
                                      </p:cBhvr>
                                      <p:to>
                                        <p:strVal val="visible"/>
                                      </p:to>
                                    </p:set>
                                    <p:animEffect transition="in" filter="strips(downRight)">
                                      <p:cBhvr>
                                        <p:cTn id="124" dur="500"/>
                                        <p:tgtEl>
                                          <p:spTgt spid="82"/>
                                        </p:tgtEl>
                                      </p:cBhvr>
                                    </p:animEffect>
                                  </p:childTnLst>
                                </p:cTn>
                              </p:par>
                            </p:childTnLst>
                          </p:cTn>
                        </p:par>
                        <p:par>
                          <p:cTn id="125" fill="hold">
                            <p:stCondLst>
                              <p:cond delay="11500"/>
                            </p:stCondLst>
                            <p:childTnLst>
                              <p:par>
                                <p:cTn id="126" presetID="53" presetClass="entr" presetSubtype="0" fill="hold" grpId="0" nodeType="afterEffect">
                                  <p:stCondLst>
                                    <p:cond delay="0"/>
                                  </p:stCondLst>
                                  <p:childTnLst>
                                    <p:set>
                                      <p:cBhvr>
                                        <p:cTn id="127" dur="1" fill="hold">
                                          <p:stCondLst>
                                            <p:cond delay="0"/>
                                          </p:stCondLst>
                                        </p:cTn>
                                        <p:tgtEl>
                                          <p:spTgt spid="90"/>
                                        </p:tgtEl>
                                        <p:attrNameLst>
                                          <p:attrName>style.visibility</p:attrName>
                                        </p:attrNameLst>
                                      </p:cBhvr>
                                      <p:to>
                                        <p:strVal val="visible"/>
                                      </p:to>
                                    </p:set>
                                    <p:anim calcmode="lin" valueType="num">
                                      <p:cBhvr>
                                        <p:cTn id="128" dur="500" fill="hold"/>
                                        <p:tgtEl>
                                          <p:spTgt spid="90"/>
                                        </p:tgtEl>
                                        <p:attrNameLst>
                                          <p:attrName>ppt_w</p:attrName>
                                        </p:attrNameLst>
                                      </p:cBhvr>
                                      <p:tavLst>
                                        <p:tav tm="0">
                                          <p:val>
                                            <p:fltVal val="0"/>
                                          </p:val>
                                        </p:tav>
                                        <p:tav tm="100000">
                                          <p:val>
                                            <p:strVal val="#ppt_w"/>
                                          </p:val>
                                        </p:tav>
                                      </p:tavLst>
                                    </p:anim>
                                    <p:anim calcmode="lin" valueType="num">
                                      <p:cBhvr>
                                        <p:cTn id="129" dur="500" fill="hold"/>
                                        <p:tgtEl>
                                          <p:spTgt spid="90"/>
                                        </p:tgtEl>
                                        <p:attrNameLst>
                                          <p:attrName>ppt_h</p:attrName>
                                        </p:attrNameLst>
                                      </p:cBhvr>
                                      <p:tavLst>
                                        <p:tav tm="0">
                                          <p:val>
                                            <p:fltVal val="0"/>
                                          </p:val>
                                        </p:tav>
                                        <p:tav tm="100000">
                                          <p:val>
                                            <p:strVal val="#ppt_h"/>
                                          </p:val>
                                        </p:tav>
                                      </p:tavLst>
                                    </p:anim>
                                    <p:animEffect transition="in" filter="fade">
                                      <p:cBhvr>
                                        <p:cTn id="130" dur="500"/>
                                        <p:tgtEl>
                                          <p:spTgt spid="90"/>
                                        </p:tgtEl>
                                      </p:cBhvr>
                                    </p:animEffect>
                                  </p:childTnLst>
                                </p:cTn>
                              </p:par>
                            </p:childTnLst>
                          </p:cTn>
                        </p:par>
                        <p:par>
                          <p:cTn id="131" fill="hold">
                            <p:stCondLst>
                              <p:cond delay="12000"/>
                            </p:stCondLst>
                            <p:childTnLst>
                              <p:par>
                                <p:cTn id="132" presetID="53" presetClass="entr" presetSubtype="0" fill="hold" grpId="0" nodeType="afterEffect">
                                  <p:stCondLst>
                                    <p:cond delay="0"/>
                                  </p:stCondLst>
                                  <p:childTnLst>
                                    <p:set>
                                      <p:cBhvr>
                                        <p:cTn id="133" dur="1" fill="hold">
                                          <p:stCondLst>
                                            <p:cond delay="0"/>
                                          </p:stCondLst>
                                        </p:cTn>
                                        <p:tgtEl>
                                          <p:spTgt spid="48"/>
                                        </p:tgtEl>
                                        <p:attrNameLst>
                                          <p:attrName>style.visibility</p:attrName>
                                        </p:attrNameLst>
                                      </p:cBhvr>
                                      <p:to>
                                        <p:strVal val="visible"/>
                                      </p:to>
                                    </p:set>
                                    <p:anim calcmode="lin" valueType="num">
                                      <p:cBhvr>
                                        <p:cTn id="134" dur="500" fill="hold"/>
                                        <p:tgtEl>
                                          <p:spTgt spid="48"/>
                                        </p:tgtEl>
                                        <p:attrNameLst>
                                          <p:attrName>ppt_w</p:attrName>
                                        </p:attrNameLst>
                                      </p:cBhvr>
                                      <p:tavLst>
                                        <p:tav tm="0">
                                          <p:val>
                                            <p:fltVal val="0"/>
                                          </p:val>
                                        </p:tav>
                                        <p:tav tm="100000">
                                          <p:val>
                                            <p:strVal val="#ppt_w"/>
                                          </p:val>
                                        </p:tav>
                                      </p:tavLst>
                                    </p:anim>
                                    <p:anim calcmode="lin" valueType="num">
                                      <p:cBhvr>
                                        <p:cTn id="135" dur="500" fill="hold"/>
                                        <p:tgtEl>
                                          <p:spTgt spid="48"/>
                                        </p:tgtEl>
                                        <p:attrNameLst>
                                          <p:attrName>ppt_h</p:attrName>
                                        </p:attrNameLst>
                                      </p:cBhvr>
                                      <p:tavLst>
                                        <p:tav tm="0">
                                          <p:val>
                                            <p:fltVal val="0"/>
                                          </p:val>
                                        </p:tav>
                                        <p:tav tm="100000">
                                          <p:val>
                                            <p:strVal val="#ppt_h"/>
                                          </p:val>
                                        </p:tav>
                                      </p:tavLst>
                                    </p:anim>
                                    <p:animEffect transition="in" filter="fade">
                                      <p:cBhvr>
                                        <p:cTn id="136" dur="500"/>
                                        <p:tgtEl>
                                          <p:spTgt spid="48"/>
                                        </p:tgtEl>
                                      </p:cBhvr>
                                    </p:animEffect>
                                  </p:childTnLst>
                                </p:cTn>
                              </p:par>
                            </p:childTnLst>
                          </p:cTn>
                        </p:par>
                        <p:par>
                          <p:cTn id="137" fill="hold">
                            <p:stCondLst>
                              <p:cond delay="12500"/>
                            </p:stCondLst>
                            <p:childTnLst>
                              <p:par>
                                <p:cTn id="138" presetID="2" presetClass="entr" presetSubtype="2" accel="50000" decel="50000" fill="hold" nodeType="afterEffect">
                                  <p:stCondLst>
                                    <p:cond delay="0"/>
                                  </p:stCondLst>
                                  <p:childTnLst>
                                    <p:set>
                                      <p:cBhvr>
                                        <p:cTn id="139" dur="1" fill="hold">
                                          <p:stCondLst>
                                            <p:cond delay="0"/>
                                          </p:stCondLst>
                                        </p:cTn>
                                        <p:tgtEl>
                                          <p:spTgt spid="7"/>
                                        </p:tgtEl>
                                        <p:attrNameLst>
                                          <p:attrName>style.visibility</p:attrName>
                                        </p:attrNameLst>
                                      </p:cBhvr>
                                      <p:to>
                                        <p:strVal val="visible"/>
                                      </p:to>
                                    </p:set>
                                    <p:anim calcmode="lin" valueType="num">
                                      <p:cBhvr additive="base">
                                        <p:cTn id="140" dur="500" fill="hold"/>
                                        <p:tgtEl>
                                          <p:spTgt spid="7"/>
                                        </p:tgtEl>
                                        <p:attrNameLst>
                                          <p:attrName>ppt_x</p:attrName>
                                        </p:attrNameLst>
                                      </p:cBhvr>
                                      <p:tavLst>
                                        <p:tav tm="0">
                                          <p:val>
                                            <p:strVal val="1+#ppt_w/2"/>
                                          </p:val>
                                        </p:tav>
                                        <p:tav tm="100000">
                                          <p:val>
                                            <p:strVal val="#ppt_x"/>
                                          </p:val>
                                        </p:tav>
                                      </p:tavLst>
                                    </p:anim>
                                    <p:anim calcmode="lin" valueType="num">
                                      <p:cBhvr additive="base">
                                        <p:cTn id="141"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animBg="1"/>
      <p:bldP spid="88" grpId="0" animBg="1"/>
      <p:bldP spid="90" grpId="0" animBg="1"/>
      <p:bldP spid="110" grpId="0" animBg="1"/>
      <p:bldP spid="32" grpId="0" animBg="1"/>
      <p:bldP spid="33" grpId="0" animBg="1"/>
      <p:bldP spid="34" grpId="0" animBg="1"/>
      <p:bldP spid="35" grpId="0" animBg="1"/>
      <p:bldP spid="36" grpId="0" animBg="1"/>
      <p:bldP spid="39" grpId="0" animBg="1"/>
      <p:bldP spid="42" grpId="0" animBg="1"/>
      <p:bldP spid="45" grpId="0" animBg="1"/>
      <p:bldP spid="48" grpId="0" animBg="1"/>
      <p:bldP spid="51"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Integrated Blocks Infographic</a:t>
            </a:r>
            <a:endParaRPr lang="en-US" dirty="0"/>
          </a:p>
        </p:txBody>
      </p:sp>
      <p:sp>
        <p:nvSpPr>
          <p:cNvPr id="37" name="Text Placeholder 36"/>
          <p:cNvSpPr>
            <a:spLocks noGrp="1"/>
          </p:cNvSpPr>
          <p:nvPr>
            <p:ph type="body" sz="half" idx="2"/>
          </p:nvPr>
        </p:nvSpPr>
        <p:spPr/>
        <p:txBody>
          <a:bodyPr/>
          <a:lstStyle/>
          <a:p>
            <a:r>
              <a:rPr lang="en-US"/>
              <a:t>Integrated Blocks Infographic</a:t>
            </a:r>
            <a:endParaRPr lang="en-US" dirty="0"/>
          </a:p>
        </p:txBody>
      </p:sp>
      <p:sp>
        <p:nvSpPr>
          <p:cNvPr id="258" name="Slide Number Placeholder 257"/>
          <p:cNvSpPr>
            <a:spLocks noGrp="1"/>
          </p:cNvSpPr>
          <p:nvPr>
            <p:ph type="sldNum" sz="quarter" idx="12"/>
          </p:nvPr>
        </p:nvSpPr>
        <p:spPr/>
        <p:txBody>
          <a:bodyPr/>
          <a:lstStyle/>
          <a:p>
            <a:fld id="{C136B7D2-B98C-44FD-8D04-7EC62A564975}" type="slidenum">
              <a:rPr lang="en-US" smtClean="0"/>
              <a:pPr/>
              <a:t>229</a:t>
            </a:fld>
            <a:endParaRPr lang="en-US" dirty="0"/>
          </a:p>
        </p:txBody>
      </p:sp>
      <p:grpSp>
        <p:nvGrpSpPr>
          <p:cNvPr id="2" name="Group 98"/>
          <p:cNvGrpSpPr/>
          <p:nvPr/>
        </p:nvGrpSpPr>
        <p:grpSpPr>
          <a:xfrm>
            <a:off x="3581400" y="2035422"/>
            <a:ext cx="1981200" cy="2332594"/>
            <a:chOff x="654724" y="1776688"/>
            <a:chExt cx="1917878" cy="2258042"/>
          </a:xfrm>
        </p:grpSpPr>
        <p:sp>
          <p:nvSpPr>
            <p:cNvPr id="83" name="Freeform 5"/>
            <p:cNvSpPr>
              <a:spLocks noEditPoints="1"/>
            </p:cNvSpPr>
            <p:nvPr/>
          </p:nvSpPr>
          <p:spPr bwMode="auto">
            <a:xfrm>
              <a:off x="715649" y="1840152"/>
              <a:ext cx="1815066" cy="2147615"/>
            </a:xfrm>
            <a:custGeom>
              <a:avLst/>
              <a:gdLst/>
              <a:ahLst/>
              <a:cxnLst>
                <a:cxn ang="0">
                  <a:pos x="1032" y="692"/>
                </a:cxn>
                <a:cxn ang="0">
                  <a:pos x="1034" y="692"/>
                </a:cxn>
                <a:cxn ang="0">
                  <a:pos x="693" y="631"/>
                </a:cxn>
                <a:cxn ang="0">
                  <a:pos x="1034" y="692"/>
                </a:cxn>
                <a:cxn ang="0">
                  <a:pos x="1030" y="688"/>
                </a:cxn>
                <a:cxn ang="0">
                  <a:pos x="1311" y="688"/>
                </a:cxn>
                <a:cxn ang="0">
                  <a:pos x="797" y="352"/>
                </a:cxn>
                <a:cxn ang="0">
                  <a:pos x="1070" y="423"/>
                </a:cxn>
                <a:cxn ang="0">
                  <a:pos x="1430" y="958"/>
                </a:cxn>
                <a:cxn ang="0">
                  <a:pos x="1258" y="1420"/>
                </a:cxn>
                <a:cxn ang="0">
                  <a:pos x="709" y="1686"/>
                </a:cxn>
                <a:cxn ang="0">
                  <a:pos x="320" y="1465"/>
                </a:cxn>
                <a:cxn ang="0">
                  <a:pos x="0" y="516"/>
                </a:cxn>
                <a:cxn ang="0">
                  <a:pos x="1108" y="159"/>
                </a:cxn>
                <a:cxn ang="0">
                  <a:pos x="1127" y="950"/>
                </a:cxn>
                <a:cxn ang="0">
                  <a:pos x="1258" y="1420"/>
                </a:cxn>
                <a:cxn ang="0">
                  <a:pos x="1430" y="958"/>
                </a:cxn>
                <a:cxn ang="0">
                  <a:pos x="543" y="218"/>
                </a:cxn>
                <a:cxn ang="0">
                  <a:pos x="797" y="352"/>
                </a:cxn>
                <a:cxn ang="0">
                  <a:pos x="370" y="444"/>
                </a:cxn>
                <a:cxn ang="0">
                  <a:pos x="800" y="355"/>
                </a:cxn>
                <a:cxn ang="0">
                  <a:pos x="800" y="355"/>
                </a:cxn>
                <a:cxn ang="0">
                  <a:pos x="370" y="447"/>
                </a:cxn>
                <a:cxn ang="0">
                  <a:pos x="424" y="673"/>
                </a:cxn>
                <a:cxn ang="0">
                  <a:pos x="361" y="450"/>
                </a:cxn>
                <a:cxn ang="0">
                  <a:pos x="213" y="694"/>
                </a:cxn>
                <a:cxn ang="0">
                  <a:pos x="364" y="450"/>
                </a:cxn>
                <a:cxn ang="0">
                  <a:pos x="372" y="448"/>
                </a:cxn>
                <a:cxn ang="0">
                  <a:pos x="372" y="448"/>
                </a:cxn>
                <a:cxn ang="0">
                  <a:pos x="453" y="901"/>
                </a:cxn>
                <a:cxn ang="0">
                  <a:pos x="244" y="124"/>
                </a:cxn>
                <a:cxn ang="0">
                  <a:pos x="774" y="1179"/>
                </a:cxn>
                <a:cxn ang="0">
                  <a:pos x="564" y="1180"/>
                </a:cxn>
                <a:cxn ang="0">
                  <a:pos x="744" y="1453"/>
                </a:cxn>
                <a:cxn ang="0">
                  <a:pos x="774" y="1179"/>
                </a:cxn>
                <a:cxn ang="0">
                  <a:pos x="805" y="941"/>
                </a:cxn>
                <a:cxn ang="0">
                  <a:pos x="564" y="1180"/>
                </a:cxn>
                <a:cxn ang="0">
                  <a:pos x="454" y="904"/>
                </a:cxn>
                <a:cxn ang="0">
                  <a:pos x="446" y="915"/>
                </a:cxn>
                <a:cxn ang="0">
                  <a:pos x="744" y="1459"/>
                </a:cxn>
                <a:cxn ang="0">
                  <a:pos x="744" y="1459"/>
                </a:cxn>
                <a:cxn ang="0">
                  <a:pos x="456" y="903"/>
                </a:cxn>
                <a:cxn ang="0">
                  <a:pos x="442" y="904"/>
                </a:cxn>
                <a:cxn ang="0">
                  <a:pos x="506" y="1416"/>
                </a:cxn>
                <a:cxn ang="0">
                  <a:pos x="501" y="1686"/>
                </a:cxn>
                <a:cxn ang="0">
                  <a:pos x="805" y="941"/>
                </a:cxn>
              </a:cxnLst>
              <a:rect l="0" t="0" r="r" b="b"/>
              <a:pathLst>
                <a:path w="1430" h="1692">
                  <a:moveTo>
                    <a:pt x="1032" y="694"/>
                  </a:moveTo>
                  <a:lnTo>
                    <a:pt x="1034" y="692"/>
                  </a:lnTo>
                  <a:lnTo>
                    <a:pt x="1032" y="692"/>
                  </a:lnTo>
                  <a:lnTo>
                    <a:pt x="1032" y="694"/>
                  </a:lnTo>
                  <a:lnTo>
                    <a:pt x="1127" y="950"/>
                  </a:lnTo>
                  <a:moveTo>
                    <a:pt x="1034" y="692"/>
                  </a:moveTo>
                  <a:lnTo>
                    <a:pt x="1030" y="688"/>
                  </a:lnTo>
                  <a:lnTo>
                    <a:pt x="1032" y="692"/>
                  </a:lnTo>
                  <a:lnTo>
                    <a:pt x="693" y="631"/>
                  </a:lnTo>
                  <a:lnTo>
                    <a:pt x="803" y="358"/>
                  </a:lnTo>
                  <a:lnTo>
                    <a:pt x="1030" y="688"/>
                  </a:lnTo>
                  <a:moveTo>
                    <a:pt x="1034" y="692"/>
                  </a:moveTo>
                  <a:lnTo>
                    <a:pt x="1290" y="451"/>
                  </a:lnTo>
                  <a:lnTo>
                    <a:pt x="1070" y="423"/>
                  </a:lnTo>
                  <a:lnTo>
                    <a:pt x="1030" y="688"/>
                  </a:lnTo>
                  <a:lnTo>
                    <a:pt x="1030" y="688"/>
                  </a:lnTo>
                  <a:moveTo>
                    <a:pt x="1034" y="692"/>
                  </a:moveTo>
                  <a:lnTo>
                    <a:pt x="1311" y="688"/>
                  </a:lnTo>
                  <a:lnTo>
                    <a:pt x="1290" y="451"/>
                  </a:lnTo>
                  <a:moveTo>
                    <a:pt x="1108" y="159"/>
                  </a:moveTo>
                  <a:lnTo>
                    <a:pt x="797" y="352"/>
                  </a:lnTo>
                  <a:lnTo>
                    <a:pt x="799" y="352"/>
                  </a:lnTo>
                  <a:lnTo>
                    <a:pt x="805" y="354"/>
                  </a:lnTo>
                  <a:lnTo>
                    <a:pt x="1070" y="423"/>
                  </a:lnTo>
                  <a:lnTo>
                    <a:pt x="1108" y="159"/>
                  </a:lnTo>
                  <a:moveTo>
                    <a:pt x="1311" y="688"/>
                  </a:moveTo>
                  <a:lnTo>
                    <a:pt x="1430" y="958"/>
                  </a:lnTo>
                  <a:lnTo>
                    <a:pt x="1311" y="1035"/>
                  </a:lnTo>
                  <a:lnTo>
                    <a:pt x="1300" y="1234"/>
                  </a:lnTo>
                  <a:lnTo>
                    <a:pt x="1258" y="1420"/>
                  </a:lnTo>
                  <a:lnTo>
                    <a:pt x="1049" y="1421"/>
                  </a:lnTo>
                  <a:lnTo>
                    <a:pt x="948" y="1688"/>
                  </a:lnTo>
                  <a:lnTo>
                    <a:pt x="709" y="1686"/>
                  </a:lnTo>
                  <a:lnTo>
                    <a:pt x="501" y="1686"/>
                  </a:lnTo>
                  <a:lnTo>
                    <a:pt x="309" y="1692"/>
                  </a:lnTo>
                  <a:lnTo>
                    <a:pt x="320" y="1465"/>
                  </a:lnTo>
                  <a:lnTo>
                    <a:pt x="276" y="1180"/>
                  </a:lnTo>
                  <a:lnTo>
                    <a:pt x="61" y="932"/>
                  </a:lnTo>
                  <a:lnTo>
                    <a:pt x="0" y="516"/>
                  </a:lnTo>
                  <a:lnTo>
                    <a:pt x="244" y="124"/>
                  </a:lnTo>
                  <a:lnTo>
                    <a:pt x="745" y="0"/>
                  </a:lnTo>
                  <a:lnTo>
                    <a:pt x="1108" y="159"/>
                  </a:lnTo>
                  <a:lnTo>
                    <a:pt x="1290" y="451"/>
                  </a:lnTo>
                  <a:moveTo>
                    <a:pt x="1311" y="1035"/>
                  </a:moveTo>
                  <a:lnTo>
                    <a:pt x="1127" y="950"/>
                  </a:lnTo>
                  <a:lnTo>
                    <a:pt x="1300" y="1234"/>
                  </a:lnTo>
                  <a:lnTo>
                    <a:pt x="1008" y="1179"/>
                  </a:lnTo>
                  <a:lnTo>
                    <a:pt x="1258" y="1420"/>
                  </a:lnTo>
                  <a:moveTo>
                    <a:pt x="1311" y="688"/>
                  </a:moveTo>
                  <a:lnTo>
                    <a:pt x="1127" y="950"/>
                  </a:lnTo>
                  <a:lnTo>
                    <a:pt x="1430" y="958"/>
                  </a:lnTo>
                  <a:moveTo>
                    <a:pt x="244" y="124"/>
                  </a:moveTo>
                  <a:lnTo>
                    <a:pt x="541" y="220"/>
                  </a:lnTo>
                  <a:lnTo>
                    <a:pt x="543" y="218"/>
                  </a:lnTo>
                  <a:lnTo>
                    <a:pt x="745" y="0"/>
                  </a:lnTo>
                  <a:lnTo>
                    <a:pt x="797" y="352"/>
                  </a:lnTo>
                  <a:moveTo>
                    <a:pt x="797" y="352"/>
                  </a:moveTo>
                  <a:lnTo>
                    <a:pt x="797" y="352"/>
                  </a:lnTo>
                  <a:lnTo>
                    <a:pt x="541" y="220"/>
                  </a:lnTo>
                  <a:lnTo>
                    <a:pt x="370" y="444"/>
                  </a:lnTo>
                  <a:lnTo>
                    <a:pt x="370" y="447"/>
                  </a:lnTo>
                  <a:lnTo>
                    <a:pt x="372" y="447"/>
                  </a:lnTo>
                  <a:lnTo>
                    <a:pt x="800" y="355"/>
                  </a:lnTo>
                  <a:lnTo>
                    <a:pt x="799" y="352"/>
                  </a:lnTo>
                  <a:lnTo>
                    <a:pt x="803" y="354"/>
                  </a:lnTo>
                  <a:lnTo>
                    <a:pt x="800" y="355"/>
                  </a:lnTo>
                  <a:lnTo>
                    <a:pt x="803" y="358"/>
                  </a:lnTo>
                  <a:lnTo>
                    <a:pt x="805" y="354"/>
                  </a:lnTo>
                  <a:moveTo>
                    <a:pt x="370" y="447"/>
                  </a:moveTo>
                  <a:lnTo>
                    <a:pt x="372" y="448"/>
                  </a:lnTo>
                  <a:lnTo>
                    <a:pt x="372" y="448"/>
                  </a:lnTo>
                  <a:lnTo>
                    <a:pt x="424" y="673"/>
                  </a:lnTo>
                  <a:lnTo>
                    <a:pt x="693" y="631"/>
                  </a:lnTo>
                  <a:lnTo>
                    <a:pt x="372" y="447"/>
                  </a:lnTo>
                  <a:moveTo>
                    <a:pt x="361" y="450"/>
                  </a:moveTo>
                  <a:lnTo>
                    <a:pt x="0" y="516"/>
                  </a:lnTo>
                  <a:lnTo>
                    <a:pt x="212" y="695"/>
                  </a:lnTo>
                  <a:lnTo>
                    <a:pt x="213" y="694"/>
                  </a:lnTo>
                  <a:lnTo>
                    <a:pt x="366" y="450"/>
                  </a:lnTo>
                  <a:lnTo>
                    <a:pt x="366" y="448"/>
                  </a:lnTo>
                  <a:lnTo>
                    <a:pt x="364" y="450"/>
                  </a:lnTo>
                  <a:lnTo>
                    <a:pt x="367" y="448"/>
                  </a:lnTo>
                  <a:lnTo>
                    <a:pt x="370" y="447"/>
                  </a:lnTo>
                  <a:moveTo>
                    <a:pt x="372" y="448"/>
                  </a:moveTo>
                  <a:lnTo>
                    <a:pt x="367" y="448"/>
                  </a:lnTo>
                  <a:moveTo>
                    <a:pt x="366" y="448"/>
                  </a:moveTo>
                  <a:lnTo>
                    <a:pt x="372" y="448"/>
                  </a:lnTo>
                  <a:moveTo>
                    <a:pt x="213" y="694"/>
                  </a:moveTo>
                  <a:lnTo>
                    <a:pt x="424" y="673"/>
                  </a:lnTo>
                  <a:lnTo>
                    <a:pt x="453" y="901"/>
                  </a:lnTo>
                  <a:lnTo>
                    <a:pt x="212" y="695"/>
                  </a:lnTo>
                  <a:lnTo>
                    <a:pt x="61" y="932"/>
                  </a:lnTo>
                  <a:moveTo>
                    <a:pt x="244" y="124"/>
                  </a:moveTo>
                  <a:lnTo>
                    <a:pt x="370" y="444"/>
                  </a:lnTo>
                  <a:moveTo>
                    <a:pt x="744" y="1453"/>
                  </a:moveTo>
                  <a:lnTo>
                    <a:pt x="774" y="1179"/>
                  </a:lnTo>
                  <a:lnTo>
                    <a:pt x="564" y="1180"/>
                  </a:lnTo>
                  <a:lnTo>
                    <a:pt x="744" y="1453"/>
                  </a:lnTo>
                  <a:moveTo>
                    <a:pt x="564" y="1180"/>
                  </a:moveTo>
                  <a:lnTo>
                    <a:pt x="506" y="1416"/>
                  </a:lnTo>
                  <a:lnTo>
                    <a:pt x="744" y="1459"/>
                  </a:lnTo>
                  <a:lnTo>
                    <a:pt x="744" y="1453"/>
                  </a:lnTo>
                  <a:moveTo>
                    <a:pt x="1008" y="1179"/>
                  </a:moveTo>
                  <a:lnTo>
                    <a:pt x="805" y="941"/>
                  </a:lnTo>
                  <a:lnTo>
                    <a:pt x="774" y="1179"/>
                  </a:lnTo>
                  <a:lnTo>
                    <a:pt x="1008" y="1179"/>
                  </a:lnTo>
                  <a:lnTo>
                    <a:pt x="1127" y="950"/>
                  </a:lnTo>
                  <a:lnTo>
                    <a:pt x="805" y="941"/>
                  </a:lnTo>
                  <a:lnTo>
                    <a:pt x="454" y="904"/>
                  </a:lnTo>
                  <a:lnTo>
                    <a:pt x="446" y="915"/>
                  </a:lnTo>
                  <a:lnTo>
                    <a:pt x="564" y="1180"/>
                  </a:lnTo>
                  <a:lnTo>
                    <a:pt x="805" y="941"/>
                  </a:lnTo>
                  <a:lnTo>
                    <a:pt x="693" y="631"/>
                  </a:lnTo>
                  <a:lnTo>
                    <a:pt x="454" y="904"/>
                  </a:lnTo>
                  <a:lnTo>
                    <a:pt x="454" y="903"/>
                  </a:lnTo>
                  <a:lnTo>
                    <a:pt x="442" y="904"/>
                  </a:lnTo>
                  <a:lnTo>
                    <a:pt x="446" y="915"/>
                  </a:lnTo>
                  <a:lnTo>
                    <a:pt x="276" y="1180"/>
                  </a:lnTo>
                  <a:lnTo>
                    <a:pt x="564" y="1180"/>
                  </a:lnTo>
                  <a:moveTo>
                    <a:pt x="744" y="1459"/>
                  </a:moveTo>
                  <a:lnTo>
                    <a:pt x="1049" y="1421"/>
                  </a:lnTo>
                  <a:lnTo>
                    <a:pt x="1008" y="1179"/>
                  </a:lnTo>
                  <a:lnTo>
                    <a:pt x="744" y="1459"/>
                  </a:lnTo>
                  <a:lnTo>
                    <a:pt x="948" y="1688"/>
                  </a:lnTo>
                  <a:moveTo>
                    <a:pt x="454" y="903"/>
                  </a:moveTo>
                  <a:lnTo>
                    <a:pt x="456" y="903"/>
                  </a:lnTo>
                  <a:lnTo>
                    <a:pt x="453" y="901"/>
                  </a:lnTo>
                  <a:lnTo>
                    <a:pt x="454" y="903"/>
                  </a:lnTo>
                  <a:moveTo>
                    <a:pt x="442" y="904"/>
                  </a:moveTo>
                  <a:lnTo>
                    <a:pt x="61" y="932"/>
                  </a:lnTo>
                  <a:moveTo>
                    <a:pt x="276" y="1180"/>
                  </a:moveTo>
                  <a:lnTo>
                    <a:pt x="506" y="1416"/>
                  </a:lnTo>
                  <a:moveTo>
                    <a:pt x="709" y="1686"/>
                  </a:moveTo>
                  <a:lnTo>
                    <a:pt x="744" y="1459"/>
                  </a:lnTo>
                  <a:lnTo>
                    <a:pt x="501" y="1686"/>
                  </a:lnTo>
                  <a:lnTo>
                    <a:pt x="506" y="1416"/>
                  </a:lnTo>
                  <a:lnTo>
                    <a:pt x="309" y="1692"/>
                  </a:lnTo>
                  <a:moveTo>
                    <a:pt x="805" y="941"/>
                  </a:moveTo>
                  <a:lnTo>
                    <a:pt x="1032" y="694"/>
                  </a:lnTo>
                </a:path>
              </a:pathLst>
            </a:custGeom>
            <a:noFill/>
            <a:ln w="9525" cap="rnd">
              <a:solidFill>
                <a:schemeClr val="bg1">
                  <a:lumMod val="6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 name="Group 81"/>
            <p:cNvGrpSpPr/>
            <p:nvPr/>
          </p:nvGrpSpPr>
          <p:grpSpPr>
            <a:xfrm>
              <a:off x="654724" y="1776688"/>
              <a:ext cx="1917878" cy="2258042"/>
              <a:chOff x="3371851" y="1649413"/>
              <a:chExt cx="2398713" cy="2824162"/>
            </a:xfrm>
          </p:grpSpPr>
          <p:sp>
            <p:nvSpPr>
              <p:cNvPr id="3078" name="Freeform 6"/>
              <p:cNvSpPr>
                <a:spLocks/>
              </p:cNvSpPr>
              <p:nvPr/>
            </p:nvSpPr>
            <p:spPr bwMode="auto">
              <a:xfrm>
                <a:off x="3775076" y="1862138"/>
                <a:ext cx="130175" cy="130175"/>
              </a:xfrm>
              <a:custGeom>
                <a:avLst/>
                <a:gdLst/>
                <a:ahLst/>
                <a:cxnLst>
                  <a:cxn ang="0">
                    <a:pos x="46" y="46"/>
                  </a:cxn>
                  <a:cxn ang="0">
                    <a:pos x="27" y="54"/>
                  </a:cxn>
                  <a:cxn ang="0">
                    <a:pos x="8" y="46"/>
                  </a:cxn>
                  <a:cxn ang="0">
                    <a:pos x="0" y="27"/>
                  </a:cxn>
                  <a:cxn ang="0">
                    <a:pos x="8" y="8"/>
                  </a:cxn>
                  <a:cxn ang="0">
                    <a:pos x="27" y="0"/>
                  </a:cxn>
                  <a:cxn ang="0">
                    <a:pos x="46" y="8"/>
                  </a:cxn>
                  <a:cxn ang="0">
                    <a:pos x="54" y="27"/>
                  </a:cxn>
                  <a:cxn ang="0">
                    <a:pos x="46" y="46"/>
                  </a:cxn>
                </a:cxnLst>
                <a:rect l="0" t="0" r="r" b="b"/>
                <a:pathLst>
                  <a:path w="54" h="54">
                    <a:moveTo>
                      <a:pt x="46" y="46"/>
                    </a:moveTo>
                    <a:cubicBezTo>
                      <a:pt x="41" y="51"/>
                      <a:pt x="34" y="54"/>
                      <a:pt x="27" y="54"/>
                    </a:cubicBezTo>
                    <a:cubicBezTo>
                      <a:pt x="20" y="54"/>
                      <a:pt x="13" y="51"/>
                      <a:pt x="8" y="46"/>
                    </a:cubicBezTo>
                    <a:cubicBezTo>
                      <a:pt x="3" y="41"/>
                      <a:pt x="0" y="34"/>
                      <a:pt x="0" y="27"/>
                    </a:cubicBezTo>
                    <a:cubicBezTo>
                      <a:pt x="0" y="20"/>
                      <a:pt x="3" y="13"/>
                      <a:pt x="8" y="8"/>
                    </a:cubicBezTo>
                    <a:cubicBezTo>
                      <a:pt x="13" y="3"/>
                      <a:pt x="20" y="0"/>
                      <a:pt x="27" y="0"/>
                    </a:cubicBezTo>
                    <a:cubicBezTo>
                      <a:pt x="34" y="0"/>
                      <a:pt x="41" y="3"/>
                      <a:pt x="46" y="8"/>
                    </a:cubicBezTo>
                    <a:cubicBezTo>
                      <a:pt x="51" y="13"/>
                      <a:pt x="54" y="20"/>
                      <a:pt x="54" y="27"/>
                    </a:cubicBezTo>
                    <a:cubicBezTo>
                      <a:pt x="54" y="34"/>
                      <a:pt x="51" y="41"/>
                      <a:pt x="46" y="4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9" name="Freeform 7"/>
              <p:cNvSpPr>
                <a:spLocks/>
              </p:cNvSpPr>
              <p:nvPr/>
            </p:nvSpPr>
            <p:spPr bwMode="auto">
              <a:xfrm>
                <a:off x="4518026" y="1649413"/>
                <a:ext cx="188913" cy="188912"/>
              </a:xfrm>
              <a:custGeom>
                <a:avLst/>
                <a:gdLst/>
                <a:ahLst/>
                <a:cxnLst>
                  <a:cxn ang="0">
                    <a:pos x="11" y="11"/>
                  </a:cxn>
                  <a:cxn ang="0">
                    <a:pos x="39" y="0"/>
                  </a:cxn>
                  <a:cxn ang="0">
                    <a:pos x="66" y="11"/>
                  </a:cxn>
                  <a:cxn ang="0">
                    <a:pos x="78" y="39"/>
                  </a:cxn>
                  <a:cxn ang="0">
                    <a:pos x="66" y="66"/>
                  </a:cxn>
                  <a:cxn ang="0">
                    <a:pos x="39" y="78"/>
                  </a:cxn>
                  <a:cxn ang="0">
                    <a:pos x="11" y="66"/>
                  </a:cxn>
                  <a:cxn ang="0">
                    <a:pos x="0" y="39"/>
                  </a:cxn>
                  <a:cxn ang="0">
                    <a:pos x="11" y="11"/>
                  </a:cxn>
                </a:cxnLst>
                <a:rect l="0" t="0" r="r" b="b"/>
                <a:pathLst>
                  <a:path w="78" h="78">
                    <a:moveTo>
                      <a:pt x="11" y="11"/>
                    </a:moveTo>
                    <a:cubicBezTo>
                      <a:pt x="19" y="4"/>
                      <a:pt x="28" y="0"/>
                      <a:pt x="39" y="0"/>
                    </a:cubicBezTo>
                    <a:cubicBezTo>
                      <a:pt x="50" y="0"/>
                      <a:pt x="59" y="4"/>
                      <a:pt x="66" y="11"/>
                    </a:cubicBezTo>
                    <a:cubicBezTo>
                      <a:pt x="74" y="19"/>
                      <a:pt x="78" y="28"/>
                      <a:pt x="78" y="39"/>
                    </a:cubicBezTo>
                    <a:cubicBezTo>
                      <a:pt x="78" y="50"/>
                      <a:pt x="74" y="59"/>
                      <a:pt x="66" y="66"/>
                    </a:cubicBezTo>
                    <a:cubicBezTo>
                      <a:pt x="59" y="74"/>
                      <a:pt x="50" y="78"/>
                      <a:pt x="39" y="78"/>
                    </a:cubicBezTo>
                    <a:cubicBezTo>
                      <a:pt x="28" y="78"/>
                      <a:pt x="19" y="74"/>
                      <a:pt x="11" y="66"/>
                    </a:cubicBezTo>
                    <a:cubicBezTo>
                      <a:pt x="4" y="59"/>
                      <a:pt x="0" y="50"/>
                      <a:pt x="0" y="39"/>
                    </a:cubicBezTo>
                    <a:cubicBezTo>
                      <a:pt x="0" y="28"/>
                      <a:pt x="4" y="19"/>
                      <a:pt x="11" y="1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0" name="Freeform 8"/>
              <p:cNvSpPr>
                <a:spLocks/>
              </p:cNvSpPr>
              <p:nvPr/>
            </p:nvSpPr>
            <p:spPr bwMode="auto">
              <a:xfrm>
                <a:off x="4252913" y="2024063"/>
                <a:ext cx="107950" cy="106362"/>
              </a:xfrm>
              <a:custGeom>
                <a:avLst/>
                <a:gdLst/>
                <a:ahLst/>
                <a:cxnLst>
                  <a:cxn ang="0">
                    <a:pos x="6" y="6"/>
                  </a:cxn>
                  <a:cxn ang="0">
                    <a:pos x="22" y="0"/>
                  </a:cxn>
                  <a:cxn ang="0">
                    <a:pos x="38" y="6"/>
                  </a:cxn>
                  <a:cxn ang="0">
                    <a:pos x="44" y="22"/>
                  </a:cxn>
                  <a:cxn ang="0">
                    <a:pos x="38" y="37"/>
                  </a:cxn>
                  <a:cxn ang="0">
                    <a:pos x="22" y="44"/>
                  </a:cxn>
                  <a:cxn ang="0">
                    <a:pos x="6" y="37"/>
                  </a:cxn>
                  <a:cxn ang="0">
                    <a:pos x="0" y="22"/>
                  </a:cxn>
                  <a:cxn ang="0">
                    <a:pos x="6" y="6"/>
                  </a:cxn>
                </a:cxnLst>
                <a:rect l="0" t="0" r="r" b="b"/>
                <a:pathLst>
                  <a:path w="44" h="44">
                    <a:moveTo>
                      <a:pt x="6" y="6"/>
                    </a:move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ubicBezTo>
                      <a:pt x="2" y="33"/>
                      <a:pt x="0" y="28"/>
                      <a:pt x="0" y="22"/>
                    </a:cubicBezTo>
                    <a:cubicBezTo>
                      <a:pt x="0" y="16"/>
                      <a:pt x="2" y="11"/>
                      <a:pt x="6" y="6"/>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1" name="Freeform 9"/>
              <p:cNvSpPr>
                <a:spLocks/>
              </p:cNvSpPr>
              <p:nvPr/>
            </p:nvSpPr>
            <p:spPr bwMode="auto">
              <a:xfrm>
                <a:off x="5154613" y="1927225"/>
                <a:ext cx="106363" cy="106362"/>
              </a:xfrm>
              <a:custGeom>
                <a:avLst/>
                <a:gdLst/>
                <a:ahLst/>
                <a:cxnLst>
                  <a:cxn ang="0">
                    <a:pos x="44" y="22"/>
                  </a:cxn>
                  <a:cxn ang="0">
                    <a:pos x="38" y="37"/>
                  </a:cxn>
                  <a:cxn ang="0">
                    <a:pos x="22" y="44"/>
                  </a:cxn>
                  <a:cxn ang="0">
                    <a:pos x="6" y="37"/>
                  </a:cxn>
                  <a:cxn ang="0">
                    <a:pos x="0" y="22"/>
                  </a:cxn>
                  <a:cxn ang="0">
                    <a:pos x="6" y="6"/>
                  </a:cxn>
                  <a:cxn ang="0">
                    <a:pos x="22" y="0"/>
                  </a:cxn>
                  <a:cxn ang="0">
                    <a:pos x="38" y="6"/>
                  </a:cxn>
                  <a:cxn ang="0">
                    <a:pos x="44" y="22"/>
                  </a:cxn>
                </a:cxnLst>
                <a:rect l="0" t="0" r="r" b="b"/>
                <a:pathLst>
                  <a:path w="44" h="44">
                    <a:moveTo>
                      <a:pt x="44" y="22"/>
                    </a:moveTo>
                    <a:cubicBezTo>
                      <a:pt x="44" y="28"/>
                      <a:pt x="42" y="33"/>
                      <a:pt x="38" y="37"/>
                    </a:cubicBezTo>
                    <a:cubicBezTo>
                      <a:pt x="33" y="42"/>
                      <a:pt x="28" y="44"/>
                      <a:pt x="22" y="44"/>
                    </a:cubicBezTo>
                    <a:cubicBezTo>
                      <a:pt x="16" y="44"/>
                      <a:pt x="11" y="42"/>
                      <a:pt x="6" y="37"/>
                    </a:cubicBezTo>
                    <a:cubicBezTo>
                      <a:pt x="2" y="33"/>
                      <a:pt x="0" y="28"/>
                      <a:pt x="0" y="22"/>
                    </a:cubicBezTo>
                    <a:cubicBezTo>
                      <a:pt x="0" y="16"/>
                      <a:pt x="2" y="11"/>
                      <a:pt x="6" y="6"/>
                    </a:cubicBezTo>
                    <a:cubicBezTo>
                      <a:pt x="11" y="2"/>
                      <a:pt x="16" y="0"/>
                      <a:pt x="22" y="0"/>
                    </a:cubicBezTo>
                    <a:cubicBezTo>
                      <a:pt x="28" y="0"/>
                      <a:pt x="33" y="2"/>
                      <a:pt x="38" y="6"/>
                    </a:cubicBezTo>
                    <a:cubicBezTo>
                      <a:pt x="42" y="11"/>
                      <a:pt x="44" y="16"/>
                      <a:pt x="44" y="2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2" name="Freeform 10"/>
              <p:cNvSpPr>
                <a:spLocks/>
              </p:cNvSpPr>
              <p:nvPr/>
            </p:nvSpPr>
            <p:spPr bwMode="auto">
              <a:xfrm>
                <a:off x="5095876" y="2333625"/>
                <a:ext cx="106363" cy="106362"/>
              </a:xfrm>
              <a:custGeom>
                <a:avLst/>
                <a:gdLst/>
                <a:ahLst/>
                <a:cxnLst>
                  <a:cxn ang="0">
                    <a:pos x="6" y="37"/>
                  </a:cxn>
                  <a:cxn ang="0">
                    <a:pos x="0" y="22"/>
                  </a:cxn>
                  <a:cxn ang="0">
                    <a:pos x="6" y="6"/>
                  </a:cxn>
                  <a:cxn ang="0">
                    <a:pos x="22" y="0"/>
                  </a:cxn>
                  <a:cxn ang="0">
                    <a:pos x="38" y="6"/>
                  </a:cxn>
                  <a:cxn ang="0">
                    <a:pos x="44" y="22"/>
                  </a:cxn>
                  <a:cxn ang="0">
                    <a:pos x="38" y="37"/>
                  </a:cxn>
                  <a:cxn ang="0">
                    <a:pos x="22" y="44"/>
                  </a:cxn>
                  <a:cxn ang="0">
                    <a:pos x="6" y="37"/>
                  </a:cxn>
                </a:cxnLst>
                <a:rect l="0" t="0" r="r" b="b"/>
                <a:pathLst>
                  <a:path w="44" h="44">
                    <a:moveTo>
                      <a:pt x="6" y="37"/>
                    </a:moveTo>
                    <a:cubicBezTo>
                      <a:pt x="2" y="33"/>
                      <a:pt x="0" y="28"/>
                      <a:pt x="0" y="22"/>
                    </a:cubicBezTo>
                    <a:cubicBezTo>
                      <a:pt x="0" y="16"/>
                      <a:pt x="2" y="11"/>
                      <a:pt x="6" y="6"/>
                    </a:cubicBez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3" name="Freeform 11"/>
              <p:cNvSpPr>
                <a:spLocks/>
              </p:cNvSpPr>
              <p:nvPr/>
            </p:nvSpPr>
            <p:spPr bwMode="auto">
              <a:xfrm>
                <a:off x="5483226" y="2774950"/>
                <a:ext cx="106363" cy="106362"/>
              </a:xfrm>
              <a:custGeom>
                <a:avLst/>
                <a:gdLst/>
                <a:ahLst/>
                <a:cxnLst>
                  <a:cxn ang="0">
                    <a:pos x="0" y="22"/>
                  </a:cxn>
                  <a:cxn ang="0">
                    <a:pos x="6" y="6"/>
                  </a:cxn>
                  <a:cxn ang="0">
                    <a:pos x="22" y="0"/>
                  </a:cxn>
                  <a:cxn ang="0">
                    <a:pos x="38" y="6"/>
                  </a:cxn>
                  <a:cxn ang="0">
                    <a:pos x="44" y="22"/>
                  </a:cxn>
                  <a:cxn ang="0">
                    <a:pos x="38" y="37"/>
                  </a:cxn>
                  <a:cxn ang="0">
                    <a:pos x="22" y="44"/>
                  </a:cxn>
                  <a:cxn ang="0">
                    <a:pos x="6" y="37"/>
                  </a:cxn>
                  <a:cxn ang="0">
                    <a:pos x="0" y="22"/>
                  </a:cxn>
                </a:cxnLst>
                <a:rect l="0" t="0" r="r" b="b"/>
                <a:pathLst>
                  <a:path w="44" h="44">
                    <a:moveTo>
                      <a:pt x="0" y="22"/>
                    </a:moveTo>
                    <a:cubicBezTo>
                      <a:pt x="0" y="16"/>
                      <a:pt x="2" y="11"/>
                      <a:pt x="6" y="6"/>
                    </a:cubicBez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ubicBezTo>
                      <a:pt x="2" y="33"/>
                      <a:pt x="0" y="28"/>
                      <a:pt x="0" y="2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4" name="Freeform 12"/>
              <p:cNvSpPr>
                <a:spLocks/>
              </p:cNvSpPr>
              <p:nvPr/>
            </p:nvSpPr>
            <p:spPr bwMode="auto">
              <a:xfrm>
                <a:off x="5035551" y="2774950"/>
                <a:ext cx="106363" cy="106362"/>
              </a:xfrm>
              <a:custGeom>
                <a:avLst/>
                <a:gdLst/>
                <a:ahLst/>
                <a:cxnLst>
                  <a:cxn ang="0">
                    <a:pos x="6" y="6"/>
                  </a:cxn>
                  <a:cxn ang="0">
                    <a:pos x="22" y="0"/>
                  </a:cxn>
                  <a:cxn ang="0">
                    <a:pos x="38" y="6"/>
                  </a:cxn>
                  <a:cxn ang="0">
                    <a:pos x="44" y="22"/>
                  </a:cxn>
                  <a:cxn ang="0">
                    <a:pos x="38" y="37"/>
                  </a:cxn>
                  <a:cxn ang="0">
                    <a:pos x="22" y="44"/>
                  </a:cxn>
                  <a:cxn ang="0">
                    <a:pos x="6" y="37"/>
                  </a:cxn>
                  <a:cxn ang="0">
                    <a:pos x="0" y="22"/>
                  </a:cxn>
                  <a:cxn ang="0">
                    <a:pos x="6" y="6"/>
                  </a:cxn>
                </a:cxnLst>
                <a:rect l="0" t="0" r="r" b="b"/>
                <a:pathLst>
                  <a:path w="44" h="44">
                    <a:moveTo>
                      <a:pt x="6" y="6"/>
                    </a:move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ubicBezTo>
                      <a:pt x="2" y="33"/>
                      <a:pt x="0" y="28"/>
                      <a:pt x="0" y="22"/>
                    </a:cubicBezTo>
                    <a:cubicBezTo>
                      <a:pt x="0" y="16"/>
                      <a:pt x="2" y="11"/>
                      <a:pt x="6" y="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5" name="Freeform 13"/>
              <p:cNvSpPr>
                <a:spLocks/>
              </p:cNvSpPr>
              <p:nvPr/>
            </p:nvSpPr>
            <p:spPr bwMode="auto">
              <a:xfrm>
                <a:off x="3730626" y="2779713"/>
                <a:ext cx="106363" cy="106362"/>
              </a:xfrm>
              <a:custGeom>
                <a:avLst/>
                <a:gdLst/>
                <a:ahLst/>
                <a:cxnLst>
                  <a:cxn ang="0">
                    <a:pos x="38" y="6"/>
                  </a:cxn>
                  <a:cxn ang="0">
                    <a:pos x="44" y="22"/>
                  </a:cxn>
                  <a:cxn ang="0">
                    <a:pos x="38" y="37"/>
                  </a:cxn>
                  <a:cxn ang="0">
                    <a:pos x="22" y="44"/>
                  </a:cxn>
                  <a:cxn ang="0">
                    <a:pos x="6" y="37"/>
                  </a:cxn>
                  <a:cxn ang="0">
                    <a:pos x="0" y="22"/>
                  </a:cxn>
                  <a:cxn ang="0">
                    <a:pos x="6" y="6"/>
                  </a:cxn>
                  <a:cxn ang="0">
                    <a:pos x="22" y="0"/>
                  </a:cxn>
                  <a:cxn ang="0">
                    <a:pos x="38" y="6"/>
                  </a:cxn>
                </a:cxnLst>
                <a:rect l="0" t="0" r="r" b="b"/>
                <a:pathLst>
                  <a:path w="44" h="44">
                    <a:moveTo>
                      <a:pt x="38" y="6"/>
                    </a:moveTo>
                    <a:cubicBezTo>
                      <a:pt x="42" y="11"/>
                      <a:pt x="44" y="16"/>
                      <a:pt x="44" y="22"/>
                    </a:cubicBezTo>
                    <a:cubicBezTo>
                      <a:pt x="44" y="28"/>
                      <a:pt x="42" y="33"/>
                      <a:pt x="38" y="37"/>
                    </a:cubicBezTo>
                    <a:cubicBezTo>
                      <a:pt x="33" y="42"/>
                      <a:pt x="28" y="44"/>
                      <a:pt x="22" y="44"/>
                    </a:cubicBezTo>
                    <a:cubicBezTo>
                      <a:pt x="16" y="44"/>
                      <a:pt x="11" y="42"/>
                      <a:pt x="6" y="37"/>
                    </a:cubicBezTo>
                    <a:cubicBezTo>
                      <a:pt x="2" y="33"/>
                      <a:pt x="0" y="28"/>
                      <a:pt x="0" y="22"/>
                    </a:cubicBezTo>
                    <a:cubicBezTo>
                      <a:pt x="0" y="16"/>
                      <a:pt x="2" y="11"/>
                      <a:pt x="6" y="6"/>
                    </a:cubicBezTo>
                    <a:cubicBezTo>
                      <a:pt x="11" y="2"/>
                      <a:pt x="16" y="0"/>
                      <a:pt x="22" y="0"/>
                    </a:cubicBezTo>
                    <a:cubicBezTo>
                      <a:pt x="28" y="0"/>
                      <a:pt x="33" y="2"/>
                      <a:pt x="38" y="6"/>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6" name="Freeform 14"/>
              <p:cNvSpPr>
                <a:spLocks/>
              </p:cNvSpPr>
              <p:nvPr/>
            </p:nvSpPr>
            <p:spPr bwMode="auto">
              <a:xfrm>
                <a:off x="4067176" y="2743200"/>
                <a:ext cx="106363" cy="106362"/>
              </a:xfrm>
              <a:custGeom>
                <a:avLst/>
                <a:gdLst/>
                <a:ahLst/>
                <a:cxnLst>
                  <a:cxn ang="0">
                    <a:pos x="6" y="37"/>
                  </a:cxn>
                  <a:cxn ang="0">
                    <a:pos x="0" y="22"/>
                  </a:cxn>
                  <a:cxn ang="0">
                    <a:pos x="6" y="6"/>
                  </a:cxn>
                  <a:cxn ang="0">
                    <a:pos x="22" y="0"/>
                  </a:cxn>
                  <a:cxn ang="0">
                    <a:pos x="38" y="6"/>
                  </a:cxn>
                  <a:cxn ang="0">
                    <a:pos x="44" y="22"/>
                  </a:cxn>
                  <a:cxn ang="0">
                    <a:pos x="38" y="37"/>
                  </a:cxn>
                  <a:cxn ang="0">
                    <a:pos x="22" y="44"/>
                  </a:cxn>
                  <a:cxn ang="0">
                    <a:pos x="6" y="37"/>
                  </a:cxn>
                </a:cxnLst>
                <a:rect l="0" t="0" r="r" b="b"/>
                <a:pathLst>
                  <a:path w="44" h="44">
                    <a:moveTo>
                      <a:pt x="6" y="37"/>
                    </a:moveTo>
                    <a:cubicBezTo>
                      <a:pt x="2" y="33"/>
                      <a:pt x="0" y="28"/>
                      <a:pt x="0" y="22"/>
                    </a:cubicBezTo>
                    <a:cubicBezTo>
                      <a:pt x="0" y="16"/>
                      <a:pt x="2" y="11"/>
                      <a:pt x="6" y="6"/>
                    </a:cubicBez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7" name="Freeform 15"/>
              <p:cNvSpPr>
                <a:spLocks/>
              </p:cNvSpPr>
              <p:nvPr/>
            </p:nvSpPr>
            <p:spPr bwMode="auto">
              <a:xfrm>
                <a:off x="4638676" y="3135313"/>
                <a:ext cx="174625" cy="174625"/>
              </a:xfrm>
              <a:custGeom>
                <a:avLst/>
                <a:gdLst/>
                <a:ahLst/>
                <a:cxnLst>
                  <a:cxn ang="0">
                    <a:pos x="0" y="36"/>
                  </a:cxn>
                  <a:cxn ang="0">
                    <a:pos x="11" y="10"/>
                  </a:cxn>
                  <a:cxn ang="0">
                    <a:pos x="36" y="0"/>
                  </a:cxn>
                  <a:cxn ang="0">
                    <a:pos x="62" y="10"/>
                  </a:cxn>
                  <a:cxn ang="0">
                    <a:pos x="72" y="36"/>
                  </a:cxn>
                  <a:cxn ang="0">
                    <a:pos x="62" y="61"/>
                  </a:cxn>
                  <a:cxn ang="0">
                    <a:pos x="36" y="72"/>
                  </a:cxn>
                  <a:cxn ang="0">
                    <a:pos x="11" y="61"/>
                  </a:cxn>
                  <a:cxn ang="0">
                    <a:pos x="0" y="36"/>
                  </a:cxn>
                </a:cxnLst>
                <a:rect l="0" t="0" r="r" b="b"/>
                <a:pathLst>
                  <a:path w="72" h="72">
                    <a:moveTo>
                      <a:pt x="0" y="36"/>
                    </a:moveTo>
                    <a:cubicBezTo>
                      <a:pt x="0" y="26"/>
                      <a:pt x="4" y="17"/>
                      <a:pt x="11" y="10"/>
                    </a:cubicBezTo>
                    <a:cubicBezTo>
                      <a:pt x="18" y="3"/>
                      <a:pt x="26" y="0"/>
                      <a:pt x="36" y="0"/>
                    </a:cubicBezTo>
                    <a:cubicBezTo>
                      <a:pt x="46" y="0"/>
                      <a:pt x="55" y="3"/>
                      <a:pt x="62" y="10"/>
                    </a:cubicBezTo>
                    <a:cubicBezTo>
                      <a:pt x="69" y="17"/>
                      <a:pt x="72" y="26"/>
                      <a:pt x="72" y="36"/>
                    </a:cubicBezTo>
                    <a:cubicBezTo>
                      <a:pt x="72" y="46"/>
                      <a:pt x="69" y="54"/>
                      <a:pt x="62" y="61"/>
                    </a:cubicBezTo>
                    <a:cubicBezTo>
                      <a:pt x="55" y="68"/>
                      <a:pt x="46" y="72"/>
                      <a:pt x="36" y="72"/>
                    </a:cubicBezTo>
                    <a:cubicBezTo>
                      <a:pt x="26" y="72"/>
                      <a:pt x="18" y="68"/>
                      <a:pt x="11" y="61"/>
                    </a:cubicBezTo>
                    <a:cubicBezTo>
                      <a:pt x="4" y="54"/>
                      <a:pt x="0" y="46"/>
                      <a:pt x="0" y="36"/>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8" name="Freeform 16"/>
              <p:cNvSpPr>
                <a:spLocks/>
              </p:cNvSpPr>
              <p:nvPr/>
            </p:nvSpPr>
            <p:spPr bwMode="auto">
              <a:xfrm>
                <a:off x="5183188" y="3182938"/>
                <a:ext cx="106363" cy="107950"/>
              </a:xfrm>
              <a:custGeom>
                <a:avLst/>
                <a:gdLst/>
                <a:ahLst/>
                <a:cxnLst>
                  <a:cxn ang="0">
                    <a:pos x="38" y="6"/>
                  </a:cxn>
                  <a:cxn ang="0">
                    <a:pos x="44" y="22"/>
                  </a:cxn>
                  <a:cxn ang="0">
                    <a:pos x="38" y="37"/>
                  </a:cxn>
                  <a:cxn ang="0">
                    <a:pos x="22" y="44"/>
                  </a:cxn>
                  <a:cxn ang="0">
                    <a:pos x="6" y="37"/>
                  </a:cxn>
                  <a:cxn ang="0">
                    <a:pos x="0" y="22"/>
                  </a:cxn>
                  <a:cxn ang="0">
                    <a:pos x="6" y="6"/>
                  </a:cxn>
                  <a:cxn ang="0">
                    <a:pos x="22" y="0"/>
                  </a:cxn>
                  <a:cxn ang="0">
                    <a:pos x="38" y="6"/>
                  </a:cxn>
                </a:cxnLst>
                <a:rect l="0" t="0" r="r" b="b"/>
                <a:pathLst>
                  <a:path w="44" h="44">
                    <a:moveTo>
                      <a:pt x="38" y="6"/>
                    </a:moveTo>
                    <a:cubicBezTo>
                      <a:pt x="42" y="11"/>
                      <a:pt x="44" y="16"/>
                      <a:pt x="44" y="22"/>
                    </a:cubicBezTo>
                    <a:cubicBezTo>
                      <a:pt x="44" y="28"/>
                      <a:pt x="42" y="33"/>
                      <a:pt x="38" y="37"/>
                    </a:cubicBezTo>
                    <a:cubicBezTo>
                      <a:pt x="33" y="42"/>
                      <a:pt x="28" y="44"/>
                      <a:pt x="22" y="44"/>
                    </a:cubicBezTo>
                    <a:cubicBezTo>
                      <a:pt x="16" y="44"/>
                      <a:pt x="11" y="42"/>
                      <a:pt x="6" y="37"/>
                    </a:cubicBezTo>
                    <a:cubicBezTo>
                      <a:pt x="2" y="33"/>
                      <a:pt x="0" y="28"/>
                      <a:pt x="0" y="22"/>
                    </a:cubicBezTo>
                    <a:cubicBezTo>
                      <a:pt x="0" y="16"/>
                      <a:pt x="2" y="11"/>
                      <a:pt x="6" y="6"/>
                    </a:cubicBezTo>
                    <a:cubicBezTo>
                      <a:pt x="11" y="2"/>
                      <a:pt x="16" y="0"/>
                      <a:pt x="22" y="0"/>
                    </a:cubicBezTo>
                    <a:cubicBezTo>
                      <a:pt x="28" y="0"/>
                      <a:pt x="33" y="2"/>
                      <a:pt x="38" y="6"/>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9" name="Freeform 17"/>
              <p:cNvSpPr>
                <a:spLocks/>
              </p:cNvSpPr>
              <p:nvPr/>
            </p:nvSpPr>
            <p:spPr bwMode="auto">
              <a:xfrm>
                <a:off x="5491163" y="3333750"/>
                <a:ext cx="76200" cy="77787"/>
              </a:xfrm>
              <a:custGeom>
                <a:avLst/>
                <a:gdLst/>
                <a:ahLst/>
                <a:cxnLst>
                  <a:cxn ang="0">
                    <a:pos x="5" y="27"/>
                  </a:cxn>
                  <a:cxn ang="0">
                    <a:pos x="0" y="16"/>
                  </a:cxn>
                  <a:cxn ang="0">
                    <a:pos x="5" y="4"/>
                  </a:cxn>
                  <a:cxn ang="0">
                    <a:pos x="16" y="0"/>
                  </a:cxn>
                  <a:cxn ang="0">
                    <a:pos x="27" y="4"/>
                  </a:cxn>
                  <a:cxn ang="0">
                    <a:pos x="32" y="16"/>
                  </a:cxn>
                  <a:cxn ang="0">
                    <a:pos x="27" y="27"/>
                  </a:cxn>
                  <a:cxn ang="0">
                    <a:pos x="16" y="32"/>
                  </a:cxn>
                  <a:cxn ang="0">
                    <a:pos x="5" y="27"/>
                  </a:cxn>
                </a:cxnLst>
                <a:rect l="0" t="0" r="r" b="b"/>
                <a:pathLst>
                  <a:path w="32" h="32">
                    <a:moveTo>
                      <a:pt x="5" y="27"/>
                    </a:moveTo>
                    <a:cubicBezTo>
                      <a:pt x="1" y="24"/>
                      <a:pt x="0" y="20"/>
                      <a:pt x="0" y="16"/>
                    </a:cubicBezTo>
                    <a:cubicBezTo>
                      <a:pt x="0" y="11"/>
                      <a:pt x="1" y="8"/>
                      <a:pt x="5" y="4"/>
                    </a:cubicBezTo>
                    <a:cubicBezTo>
                      <a:pt x="8" y="1"/>
                      <a:pt x="12" y="0"/>
                      <a:pt x="16" y="0"/>
                    </a:cubicBezTo>
                    <a:cubicBezTo>
                      <a:pt x="20" y="0"/>
                      <a:pt x="24" y="1"/>
                      <a:pt x="27" y="4"/>
                    </a:cubicBezTo>
                    <a:cubicBezTo>
                      <a:pt x="30" y="8"/>
                      <a:pt x="32" y="11"/>
                      <a:pt x="32" y="16"/>
                    </a:cubicBezTo>
                    <a:cubicBezTo>
                      <a:pt x="32" y="20"/>
                      <a:pt x="30" y="24"/>
                      <a:pt x="27" y="27"/>
                    </a:cubicBezTo>
                    <a:cubicBezTo>
                      <a:pt x="24" y="30"/>
                      <a:pt x="20" y="32"/>
                      <a:pt x="16" y="32"/>
                    </a:cubicBezTo>
                    <a:cubicBezTo>
                      <a:pt x="12" y="32"/>
                      <a:pt x="8" y="30"/>
                      <a:pt x="5" y="2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0" name="Freeform 18"/>
              <p:cNvSpPr>
                <a:spLocks/>
              </p:cNvSpPr>
              <p:nvPr/>
            </p:nvSpPr>
            <p:spPr bwMode="auto">
              <a:xfrm>
                <a:off x="3490913" y="3154363"/>
                <a:ext cx="106363" cy="106362"/>
              </a:xfrm>
              <a:custGeom>
                <a:avLst/>
                <a:gdLst/>
                <a:ahLst/>
                <a:cxnLst>
                  <a:cxn ang="0">
                    <a:pos x="0" y="22"/>
                  </a:cxn>
                  <a:cxn ang="0">
                    <a:pos x="6" y="6"/>
                  </a:cxn>
                  <a:cxn ang="0">
                    <a:pos x="22" y="0"/>
                  </a:cxn>
                  <a:cxn ang="0">
                    <a:pos x="38" y="6"/>
                  </a:cxn>
                  <a:cxn ang="0">
                    <a:pos x="44" y="22"/>
                  </a:cxn>
                  <a:cxn ang="0">
                    <a:pos x="38" y="37"/>
                  </a:cxn>
                  <a:cxn ang="0">
                    <a:pos x="22" y="44"/>
                  </a:cxn>
                  <a:cxn ang="0">
                    <a:pos x="6" y="37"/>
                  </a:cxn>
                  <a:cxn ang="0">
                    <a:pos x="0" y="22"/>
                  </a:cxn>
                </a:cxnLst>
                <a:rect l="0" t="0" r="r" b="b"/>
                <a:pathLst>
                  <a:path w="44" h="44">
                    <a:moveTo>
                      <a:pt x="0" y="22"/>
                    </a:moveTo>
                    <a:cubicBezTo>
                      <a:pt x="0" y="16"/>
                      <a:pt x="2" y="11"/>
                      <a:pt x="6" y="6"/>
                    </a:cubicBez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ubicBezTo>
                      <a:pt x="2" y="33"/>
                      <a:pt x="0" y="28"/>
                      <a:pt x="0" y="2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1" name="Freeform 19"/>
              <p:cNvSpPr>
                <a:spLocks/>
              </p:cNvSpPr>
              <p:nvPr/>
            </p:nvSpPr>
            <p:spPr bwMode="auto">
              <a:xfrm>
                <a:off x="3810001" y="3529013"/>
                <a:ext cx="147638" cy="147637"/>
              </a:xfrm>
              <a:custGeom>
                <a:avLst/>
                <a:gdLst/>
                <a:ahLst/>
                <a:cxnLst>
                  <a:cxn ang="0">
                    <a:pos x="31" y="0"/>
                  </a:cxn>
                  <a:cxn ang="0">
                    <a:pos x="52" y="9"/>
                  </a:cxn>
                  <a:cxn ang="0">
                    <a:pos x="61" y="30"/>
                  </a:cxn>
                  <a:cxn ang="0">
                    <a:pos x="52" y="52"/>
                  </a:cxn>
                  <a:cxn ang="0">
                    <a:pos x="31" y="61"/>
                  </a:cxn>
                  <a:cxn ang="0">
                    <a:pos x="9" y="52"/>
                  </a:cxn>
                  <a:cxn ang="0">
                    <a:pos x="0" y="30"/>
                  </a:cxn>
                  <a:cxn ang="0">
                    <a:pos x="9" y="9"/>
                  </a:cxn>
                  <a:cxn ang="0">
                    <a:pos x="31" y="0"/>
                  </a:cxn>
                </a:cxnLst>
                <a:rect l="0" t="0" r="r" b="b"/>
                <a:pathLst>
                  <a:path w="61" h="61">
                    <a:moveTo>
                      <a:pt x="31" y="0"/>
                    </a:moveTo>
                    <a:cubicBezTo>
                      <a:pt x="39" y="0"/>
                      <a:pt x="46" y="3"/>
                      <a:pt x="52" y="9"/>
                    </a:cubicBezTo>
                    <a:cubicBezTo>
                      <a:pt x="58" y="15"/>
                      <a:pt x="61" y="22"/>
                      <a:pt x="61" y="30"/>
                    </a:cubicBezTo>
                    <a:cubicBezTo>
                      <a:pt x="61" y="39"/>
                      <a:pt x="58" y="46"/>
                      <a:pt x="52" y="52"/>
                    </a:cubicBezTo>
                    <a:cubicBezTo>
                      <a:pt x="46" y="58"/>
                      <a:pt x="39" y="61"/>
                      <a:pt x="31" y="61"/>
                    </a:cubicBezTo>
                    <a:cubicBezTo>
                      <a:pt x="22" y="61"/>
                      <a:pt x="15" y="58"/>
                      <a:pt x="9" y="52"/>
                    </a:cubicBezTo>
                    <a:cubicBezTo>
                      <a:pt x="3" y="46"/>
                      <a:pt x="0" y="39"/>
                      <a:pt x="0" y="30"/>
                    </a:cubicBezTo>
                    <a:cubicBezTo>
                      <a:pt x="0" y="22"/>
                      <a:pt x="3" y="15"/>
                      <a:pt x="9" y="9"/>
                    </a:cubicBezTo>
                    <a:cubicBezTo>
                      <a:pt x="15" y="3"/>
                      <a:pt x="22" y="0"/>
                      <a:pt x="31"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2" name="Freeform 20"/>
              <p:cNvSpPr>
                <a:spLocks/>
              </p:cNvSpPr>
              <p:nvPr/>
            </p:nvSpPr>
            <p:spPr bwMode="auto">
              <a:xfrm>
                <a:off x="4268788" y="3529013"/>
                <a:ext cx="147638" cy="147637"/>
              </a:xfrm>
              <a:custGeom>
                <a:avLst/>
                <a:gdLst/>
                <a:ahLst/>
                <a:cxnLst>
                  <a:cxn ang="0">
                    <a:pos x="31" y="0"/>
                  </a:cxn>
                  <a:cxn ang="0">
                    <a:pos x="52" y="9"/>
                  </a:cxn>
                  <a:cxn ang="0">
                    <a:pos x="61" y="30"/>
                  </a:cxn>
                  <a:cxn ang="0">
                    <a:pos x="52" y="52"/>
                  </a:cxn>
                  <a:cxn ang="0">
                    <a:pos x="31" y="61"/>
                  </a:cxn>
                  <a:cxn ang="0">
                    <a:pos x="9" y="52"/>
                  </a:cxn>
                  <a:cxn ang="0">
                    <a:pos x="0" y="30"/>
                  </a:cxn>
                  <a:cxn ang="0">
                    <a:pos x="9" y="9"/>
                  </a:cxn>
                  <a:cxn ang="0">
                    <a:pos x="31" y="0"/>
                  </a:cxn>
                </a:cxnLst>
                <a:rect l="0" t="0" r="r" b="b"/>
                <a:pathLst>
                  <a:path w="61" h="61">
                    <a:moveTo>
                      <a:pt x="31" y="0"/>
                    </a:moveTo>
                    <a:cubicBezTo>
                      <a:pt x="39" y="0"/>
                      <a:pt x="46" y="3"/>
                      <a:pt x="52" y="9"/>
                    </a:cubicBezTo>
                    <a:cubicBezTo>
                      <a:pt x="58" y="15"/>
                      <a:pt x="61" y="22"/>
                      <a:pt x="61" y="30"/>
                    </a:cubicBezTo>
                    <a:cubicBezTo>
                      <a:pt x="61" y="39"/>
                      <a:pt x="58" y="46"/>
                      <a:pt x="52" y="52"/>
                    </a:cubicBezTo>
                    <a:cubicBezTo>
                      <a:pt x="46" y="58"/>
                      <a:pt x="39" y="61"/>
                      <a:pt x="31" y="61"/>
                    </a:cubicBezTo>
                    <a:cubicBezTo>
                      <a:pt x="22" y="61"/>
                      <a:pt x="15" y="58"/>
                      <a:pt x="9" y="52"/>
                    </a:cubicBezTo>
                    <a:cubicBezTo>
                      <a:pt x="3" y="46"/>
                      <a:pt x="0" y="39"/>
                      <a:pt x="0" y="30"/>
                    </a:cubicBezTo>
                    <a:cubicBezTo>
                      <a:pt x="0" y="22"/>
                      <a:pt x="3" y="15"/>
                      <a:pt x="9" y="9"/>
                    </a:cubicBezTo>
                    <a:cubicBezTo>
                      <a:pt x="15" y="3"/>
                      <a:pt x="22" y="0"/>
                      <a:pt x="31"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3" name="Freeform 21"/>
              <p:cNvSpPr>
                <a:spLocks/>
              </p:cNvSpPr>
              <p:nvPr/>
            </p:nvSpPr>
            <p:spPr bwMode="auto">
              <a:xfrm>
                <a:off x="4081463" y="3079750"/>
                <a:ext cx="171450" cy="171450"/>
              </a:xfrm>
              <a:custGeom>
                <a:avLst/>
                <a:gdLst/>
                <a:ahLst/>
                <a:cxnLst>
                  <a:cxn ang="0">
                    <a:pos x="61" y="10"/>
                  </a:cxn>
                  <a:cxn ang="0">
                    <a:pos x="71" y="35"/>
                  </a:cxn>
                  <a:cxn ang="0">
                    <a:pos x="61" y="60"/>
                  </a:cxn>
                  <a:cxn ang="0">
                    <a:pos x="36" y="71"/>
                  </a:cxn>
                  <a:cxn ang="0">
                    <a:pos x="10" y="60"/>
                  </a:cxn>
                  <a:cxn ang="0">
                    <a:pos x="0" y="35"/>
                  </a:cxn>
                  <a:cxn ang="0">
                    <a:pos x="10" y="10"/>
                  </a:cxn>
                  <a:cxn ang="0">
                    <a:pos x="36" y="0"/>
                  </a:cxn>
                  <a:cxn ang="0">
                    <a:pos x="61" y="10"/>
                  </a:cxn>
                </a:cxnLst>
                <a:rect l="0" t="0" r="r" b="b"/>
                <a:pathLst>
                  <a:path w="71" h="71">
                    <a:moveTo>
                      <a:pt x="61" y="10"/>
                    </a:moveTo>
                    <a:cubicBezTo>
                      <a:pt x="68" y="17"/>
                      <a:pt x="71" y="26"/>
                      <a:pt x="71" y="35"/>
                    </a:cubicBezTo>
                    <a:cubicBezTo>
                      <a:pt x="71" y="45"/>
                      <a:pt x="68" y="54"/>
                      <a:pt x="61" y="60"/>
                    </a:cubicBezTo>
                    <a:cubicBezTo>
                      <a:pt x="54" y="68"/>
                      <a:pt x="45" y="71"/>
                      <a:pt x="36" y="71"/>
                    </a:cubicBezTo>
                    <a:cubicBezTo>
                      <a:pt x="26" y="71"/>
                      <a:pt x="17" y="68"/>
                      <a:pt x="10" y="60"/>
                    </a:cubicBezTo>
                    <a:cubicBezTo>
                      <a:pt x="3" y="54"/>
                      <a:pt x="0" y="45"/>
                      <a:pt x="0" y="35"/>
                    </a:cubicBezTo>
                    <a:cubicBezTo>
                      <a:pt x="0" y="26"/>
                      <a:pt x="3" y="17"/>
                      <a:pt x="10" y="10"/>
                    </a:cubicBezTo>
                    <a:cubicBezTo>
                      <a:pt x="17" y="3"/>
                      <a:pt x="26" y="0"/>
                      <a:pt x="36" y="0"/>
                    </a:cubicBezTo>
                    <a:cubicBezTo>
                      <a:pt x="45" y="0"/>
                      <a:pt x="54" y="3"/>
                      <a:pt x="61" y="1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4" name="Freeform 22"/>
              <p:cNvSpPr>
                <a:spLocks/>
              </p:cNvSpPr>
              <p:nvPr/>
            </p:nvSpPr>
            <p:spPr bwMode="auto">
              <a:xfrm>
                <a:off x="5405438" y="3943350"/>
                <a:ext cx="77788" cy="77787"/>
              </a:xfrm>
              <a:custGeom>
                <a:avLst/>
                <a:gdLst/>
                <a:ahLst/>
                <a:cxnLst>
                  <a:cxn ang="0">
                    <a:pos x="0" y="16"/>
                  </a:cxn>
                  <a:cxn ang="0">
                    <a:pos x="5" y="4"/>
                  </a:cxn>
                  <a:cxn ang="0">
                    <a:pos x="16" y="0"/>
                  </a:cxn>
                  <a:cxn ang="0">
                    <a:pos x="27" y="4"/>
                  </a:cxn>
                  <a:cxn ang="0">
                    <a:pos x="32" y="16"/>
                  </a:cxn>
                  <a:cxn ang="0">
                    <a:pos x="27" y="27"/>
                  </a:cxn>
                  <a:cxn ang="0">
                    <a:pos x="16" y="32"/>
                  </a:cxn>
                  <a:cxn ang="0">
                    <a:pos x="5" y="27"/>
                  </a:cxn>
                  <a:cxn ang="0">
                    <a:pos x="0" y="16"/>
                  </a:cxn>
                </a:cxnLst>
                <a:rect l="0" t="0" r="r" b="b"/>
                <a:pathLst>
                  <a:path w="32" h="32">
                    <a:moveTo>
                      <a:pt x="0" y="16"/>
                    </a:moveTo>
                    <a:cubicBezTo>
                      <a:pt x="0" y="11"/>
                      <a:pt x="2" y="8"/>
                      <a:pt x="5" y="4"/>
                    </a:cubicBezTo>
                    <a:cubicBezTo>
                      <a:pt x="8" y="1"/>
                      <a:pt x="12" y="0"/>
                      <a:pt x="16" y="0"/>
                    </a:cubicBezTo>
                    <a:cubicBezTo>
                      <a:pt x="20" y="0"/>
                      <a:pt x="24" y="1"/>
                      <a:pt x="27" y="4"/>
                    </a:cubicBezTo>
                    <a:cubicBezTo>
                      <a:pt x="30" y="8"/>
                      <a:pt x="32" y="11"/>
                      <a:pt x="32" y="16"/>
                    </a:cubicBezTo>
                    <a:cubicBezTo>
                      <a:pt x="32" y="20"/>
                      <a:pt x="30" y="24"/>
                      <a:pt x="27" y="27"/>
                    </a:cubicBezTo>
                    <a:cubicBezTo>
                      <a:pt x="24" y="30"/>
                      <a:pt x="20" y="32"/>
                      <a:pt x="16" y="32"/>
                    </a:cubicBezTo>
                    <a:cubicBezTo>
                      <a:pt x="12" y="32"/>
                      <a:pt x="8" y="30"/>
                      <a:pt x="5" y="27"/>
                    </a:cubicBezTo>
                    <a:cubicBezTo>
                      <a:pt x="2" y="24"/>
                      <a:pt x="0" y="20"/>
                      <a:pt x="0" y="16"/>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5" name="Freeform 23"/>
              <p:cNvSpPr>
                <a:spLocks/>
              </p:cNvSpPr>
              <p:nvPr/>
            </p:nvSpPr>
            <p:spPr bwMode="auto">
              <a:xfrm>
                <a:off x="4638676" y="3560763"/>
                <a:ext cx="77788" cy="77787"/>
              </a:xfrm>
              <a:custGeom>
                <a:avLst/>
                <a:gdLst/>
                <a:ahLst/>
                <a:cxnLst>
                  <a:cxn ang="0">
                    <a:pos x="5" y="4"/>
                  </a:cxn>
                  <a:cxn ang="0">
                    <a:pos x="16" y="0"/>
                  </a:cxn>
                  <a:cxn ang="0">
                    <a:pos x="27" y="4"/>
                  </a:cxn>
                  <a:cxn ang="0">
                    <a:pos x="32" y="16"/>
                  </a:cxn>
                  <a:cxn ang="0">
                    <a:pos x="27" y="27"/>
                  </a:cxn>
                  <a:cxn ang="0">
                    <a:pos x="16" y="32"/>
                  </a:cxn>
                  <a:cxn ang="0">
                    <a:pos x="5" y="27"/>
                  </a:cxn>
                  <a:cxn ang="0">
                    <a:pos x="0" y="16"/>
                  </a:cxn>
                  <a:cxn ang="0">
                    <a:pos x="5" y="4"/>
                  </a:cxn>
                </a:cxnLst>
                <a:rect l="0" t="0" r="r" b="b"/>
                <a:pathLst>
                  <a:path w="32" h="32">
                    <a:moveTo>
                      <a:pt x="5" y="4"/>
                    </a:moveTo>
                    <a:cubicBezTo>
                      <a:pt x="8" y="1"/>
                      <a:pt x="12" y="0"/>
                      <a:pt x="16" y="0"/>
                    </a:cubicBezTo>
                    <a:cubicBezTo>
                      <a:pt x="20" y="0"/>
                      <a:pt x="24" y="1"/>
                      <a:pt x="27" y="4"/>
                    </a:cubicBezTo>
                    <a:cubicBezTo>
                      <a:pt x="30" y="8"/>
                      <a:pt x="32" y="11"/>
                      <a:pt x="32" y="16"/>
                    </a:cubicBezTo>
                    <a:cubicBezTo>
                      <a:pt x="32" y="20"/>
                      <a:pt x="30" y="24"/>
                      <a:pt x="27" y="27"/>
                    </a:cubicBezTo>
                    <a:cubicBezTo>
                      <a:pt x="24" y="30"/>
                      <a:pt x="20" y="32"/>
                      <a:pt x="16" y="32"/>
                    </a:cubicBezTo>
                    <a:cubicBezTo>
                      <a:pt x="12" y="32"/>
                      <a:pt x="8" y="30"/>
                      <a:pt x="5" y="27"/>
                    </a:cubicBezTo>
                    <a:cubicBezTo>
                      <a:pt x="2" y="24"/>
                      <a:pt x="0" y="20"/>
                      <a:pt x="0" y="16"/>
                    </a:cubicBezTo>
                    <a:cubicBezTo>
                      <a:pt x="0" y="11"/>
                      <a:pt x="2" y="8"/>
                      <a:pt x="5" y="4"/>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6" name="Freeform 24"/>
              <p:cNvSpPr>
                <a:spLocks/>
              </p:cNvSpPr>
              <p:nvPr/>
            </p:nvSpPr>
            <p:spPr bwMode="auto">
              <a:xfrm>
                <a:off x="4984751" y="3536950"/>
                <a:ext cx="125413" cy="125412"/>
              </a:xfrm>
              <a:custGeom>
                <a:avLst/>
                <a:gdLst/>
                <a:ahLst/>
                <a:cxnLst>
                  <a:cxn ang="0">
                    <a:pos x="44" y="7"/>
                  </a:cxn>
                  <a:cxn ang="0">
                    <a:pos x="52" y="26"/>
                  </a:cxn>
                  <a:cxn ang="0">
                    <a:pos x="44" y="44"/>
                  </a:cxn>
                  <a:cxn ang="0">
                    <a:pos x="26" y="52"/>
                  </a:cxn>
                  <a:cxn ang="0">
                    <a:pos x="7" y="44"/>
                  </a:cxn>
                  <a:cxn ang="0">
                    <a:pos x="0" y="26"/>
                  </a:cxn>
                  <a:cxn ang="0">
                    <a:pos x="7" y="7"/>
                  </a:cxn>
                  <a:cxn ang="0">
                    <a:pos x="26" y="0"/>
                  </a:cxn>
                  <a:cxn ang="0">
                    <a:pos x="44" y="7"/>
                  </a:cxn>
                </a:cxnLst>
                <a:rect l="0" t="0" r="r" b="b"/>
                <a:pathLst>
                  <a:path w="52" h="52">
                    <a:moveTo>
                      <a:pt x="44" y="7"/>
                    </a:moveTo>
                    <a:cubicBezTo>
                      <a:pt x="49" y="12"/>
                      <a:pt x="52" y="19"/>
                      <a:pt x="52" y="26"/>
                    </a:cubicBezTo>
                    <a:cubicBezTo>
                      <a:pt x="52" y="33"/>
                      <a:pt x="49" y="39"/>
                      <a:pt x="44" y="44"/>
                    </a:cubicBezTo>
                    <a:cubicBezTo>
                      <a:pt x="39" y="49"/>
                      <a:pt x="33" y="52"/>
                      <a:pt x="26" y="52"/>
                    </a:cubicBezTo>
                    <a:cubicBezTo>
                      <a:pt x="19" y="52"/>
                      <a:pt x="13" y="49"/>
                      <a:pt x="7" y="44"/>
                    </a:cubicBezTo>
                    <a:cubicBezTo>
                      <a:pt x="2" y="39"/>
                      <a:pt x="0" y="33"/>
                      <a:pt x="0" y="26"/>
                    </a:cubicBezTo>
                    <a:cubicBezTo>
                      <a:pt x="0" y="19"/>
                      <a:pt x="2" y="12"/>
                      <a:pt x="7" y="7"/>
                    </a:cubicBezTo>
                    <a:cubicBezTo>
                      <a:pt x="13" y="2"/>
                      <a:pt x="19" y="0"/>
                      <a:pt x="26" y="0"/>
                    </a:cubicBezTo>
                    <a:cubicBezTo>
                      <a:pt x="33" y="0"/>
                      <a:pt x="39" y="2"/>
                      <a:pt x="44" y="7"/>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7" name="Freeform 25"/>
              <p:cNvSpPr>
                <a:spLocks/>
              </p:cNvSpPr>
              <p:nvPr/>
            </p:nvSpPr>
            <p:spPr bwMode="auto">
              <a:xfrm>
                <a:off x="5049838" y="3921125"/>
                <a:ext cx="125413" cy="127000"/>
              </a:xfrm>
              <a:custGeom>
                <a:avLst/>
                <a:gdLst/>
                <a:ahLst/>
                <a:cxnLst>
                  <a:cxn ang="0">
                    <a:pos x="44" y="44"/>
                  </a:cxn>
                  <a:cxn ang="0">
                    <a:pos x="26" y="52"/>
                  </a:cxn>
                  <a:cxn ang="0">
                    <a:pos x="7" y="44"/>
                  </a:cxn>
                  <a:cxn ang="0">
                    <a:pos x="0" y="26"/>
                  </a:cxn>
                  <a:cxn ang="0">
                    <a:pos x="7" y="7"/>
                  </a:cxn>
                  <a:cxn ang="0">
                    <a:pos x="26" y="0"/>
                  </a:cxn>
                  <a:cxn ang="0">
                    <a:pos x="44" y="7"/>
                  </a:cxn>
                  <a:cxn ang="0">
                    <a:pos x="52" y="26"/>
                  </a:cxn>
                  <a:cxn ang="0">
                    <a:pos x="44" y="44"/>
                  </a:cxn>
                </a:cxnLst>
                <a:rect l="0" t="0" r="r" b="b"/>
                <a:pathLst>
                  <a:path w="52" h="52">
                    <a:moveTo>
                      <a:pt x="44" y="44"/>
                    </a:moveTo>
                    <a:cubicBezTo>
                      <a:pt x="39" y="49"/>
                      <a:pt x="33" y="52"/>
                      <a:pt x="26" y="52"/>
                    </a:cubicBezTo>
                    <a:cubicBezTo>
                      <a:pt x="19" y="52"/>
                      <a:pt x="13" y="49"/>
                      <a:pt x="7" y="44"/>
                    </a:cubicBezTo>
                    <a:cubicBezTo>
                      <a:pt x="2" y="39"/>
                      <a:pt x="0" y="33"/>
                      <a:pt x="0" y="26"/>
                    </a:cubicBezTo>
                    <a:cubicBezTo>
                      <a:pt x="0" y="19"/>
                      <a:pt x="2" y="12"/>
                      <a:pt x="7" y="7"/>
                    </a:cubicBezTo>
                    <a:cubicBezTo>
                      <a:pt x="13" y="2"/>
                      <a:pt x="19" y="0"/>
                      <a:pt x="26" y="0"/>
                    </a:cubicBezTo>
                    <a:cubicBezTo>
                      <a:pt x="33" y="0"/>
                      <a:pt x="39" y="2"/>
                      <a:pt x="44" y="7"/>
                    </a:cubicBezTo>
                    <a:cubicBezTo>
                      <a:pt x="49" y="12"/>
                      <a:pt x="52" y="19"/>
                      <a:pt x="52" y="26"/>
                    </a:cubicBezTo>
                    <a:cubicBezTo>
                      <a:pt x="52" y="33"/>
                      <a:pt x="49" y="39"/>
                      <a:pt x="44" y="44"/>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8" name="Freeform 26"/>
              <p:cNvSpPr>
                <a:spLocks/>
              </p:cNvSpPr>
              <p:nvPr/>
            </p:nvSpPr>
            <p:spPr bwMode="auto">
              <a:xfrm>
                <a:off x="4551363" y="3967163"/>
                <a:ext cx="155575" cy="155575"/>
              </a:xfrm>
              <a:custGeom>
                <a:avLst/>
                <a:gdLst/>
                <a:ahLst/>
                <a:cxnLst>
                  <a:cxn ang="0">
                    <a:pos x="32" y="64"/>
                  </a:cxn>
                  <a:cxn ang="0">
                    <a:pos x="9" y="54"/>
                  </a:cxn>
                  <a:cxn ang="0">
                    <a:pos x="0" y="32"/>
                  </a:cxn>
                  <a:cxn ang="0">
                    <a:pos x="9" y="9"/>
                  </a:cxn>
                  <a:cxn ang="0">
                    <a:pos x="32" y="0"/>
                  </a:cxn>
                  <a:cxn ang="0">
                    <a:pos x="54" y="9"/>
                  </a:cxn>
                  <a:cxn ang="0">
                    <a:pos x="64" y="32"/>
                  </a:cxn>
                  <a:cxn ang="0">
                    <a:pos x="54" y="54"/>
                  </a:cxn>
                  <a:cxn ang="0">
                    <a:pos x="32" y="64"/>
                  </a:cxn>
                </a:cxnLst>
                <a:rect l="0" t="0" r="r" b="b"/>
                <a:pathLst>
                  <a:path w="64" h="64">
                    <a:moveTo>
                      <a:pt x="32" y="64"/>
                    </a:moveTo>
                    <a:cubicBezTo>
                      <a:pt x="23" y="64"/>
                      <a:pt x="16" y="61"/>
                      <a:pt x="9" y="54"/>
                    </a:cubicBezTo>
                    <a:cubicBezTo>
                      <a:pt x="3" y="48"/>
                      <a:pt x="0" y="40"/>
                      <a:pt x="0" y="32"/>
                    </a:cubicBezTo>
                    <a:cubicBezTo>
                      <a:pt x="0" y="23"/>
                      <a:pt x="3" y="15"/>
                      <a:pt x="9" y="9"/>
                    </a:cubicBezTo>
                    <a:cubicBezTo>
                      <a:pt x="16" y="3"/>
                      <a:pt x="23" y="0"/>
                      <a:pt x="32" y="0"/>
                    </a:cubicBezTo>
                    <a:cubicBezTo>
                      <a:pt x="41" y="0"/>
                      <a:pt x="48" y="3"/>
                      <a:pt x="54" y="9"/>
                    </a:cubicBezTo>
                    <a:cubicBezTo>
                      <a:pt x="61" y="15"/>
                      <a:pt x="64" y="23"/>
                      <a:pt x="64" y="32"/>
                    </a:cubicBezTo>
                    <a:cubicBezTo>
                      <a:pt x="64" y="40"/>
                      <a:pt x="61" y="48"/>
                      <a:pt x="54" y="54"/>
                    </a:cubicBezTo>
                    <a:cubicBezTo>
                      <a:pt x="48" y="61"/>
                      <a:pt x="41" y="64"/>
                      <a:pt x="32" y="6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9" name="Freeform 27"/>
              <p:cNvSpPr>
                <a:spLocks/>
              </p:cNvSpPr>
              <p:nvPr/>
            </p:nvSpPr>
            <p:spPr bwMode="auto">
              <a:xfrm>
                <a:off x="5451476" y="3625850"/>
                <a:ext cx="120650" cy="122237"/>
              </a:xfrm>
              <a:custGeom>
                <a:avLst/>
                <a:gdLst/>
                <a:ahLst/>
                <a:cxnLst>
                  <a:cxn ang="0">
                    <a:pos x="42" y="7"/>
                  </a:cxn>
                  <a:cxn ang="0">
                    <a:pos x="50" y="25"/>
                  </a:cxn>
                  <a:cxn ang="0">
                    <a:pos x="42" y="42"/>
                  </a:cxn>
                  <a:cxn ang="0">
                    <a:pos x="25" y="50"/>
                  </a:cxn>
                  <a:cxn ang="0">
                    <a:pos x="7" y="42"/>
                  </a:cxn>
                  <a:cxn ang="0">
                    <a:pos x="0" y="25"/>
                  </a:cxn>
                  <a:cxn ang="0">
                    <a:pos x="7" y="7"/>
                  </a:cxn>
                  <a:cxn ang="0">
                    <a:pos x="25" y="0"/>
                  </a:cxn>
                  <a:cxn ang="0">
                    <a:pos x="42" y="7"/>
                  </a:cxn>
                </a:cxnLst>
                <a:rect l="0" t="0" r="r" b="b"/>
                <a:pathLst>
                  <a:path w="50" h="50">
                    <a:moveTo>
                      <a:pt x="42" y="7"/>
                    </a:moveTo>
                    <a:cubicBezTo>
                      <a:pt x="47" y="12"/>
                      <a:pt x="50" y="18"/>
                      <a:pt x="50" y="25"/>
                    </a:cubicBezTo>
                    <a:cubicBezTo>
                      <a:pt x="50" y="32"/>
                      <a:pt x="47" y="37"/>
                      <a:pt x="42" y="42"/>
                    </a:cubicBezTo>
                    <a:cubicBezTo>
                      <a:pt x="38" y="47"/>
                      <a:pt x="32" y="50"/>
                      <a:pt x="25" y="50"/>
                    </a:cubicBezTo>
                    <a:cubicBezTo>
                      <a:pt x="18" y="50"/>
                      <a:pt x="12" y="47"/>
                      <a:pt x="7" y="42"/>
                    </a:cubicBezTo>
                    <a:cubicBezTo>
                      <a:pt x="2" y="37"/>
                      <a:pt x="0" y="32"/>
                      <a:pt x="0" y="25"/>
                    </a:cubicBezTo>
                    <a:cubicBezTo>
                      <a:pt x="0" y="18"/>
                      <a:pt x="2" y="12"/>
                      <a:pt x="7" y="7"/>
                    </a:cubicBezTo>
                    <a:cubicBezTo>
                      <a:pt x="12" y="2"/>
                      <a:pt x="18" y="0"/>
                      <a:pt x="25" y="0"/>
                    </a:cubicBezTo>
                    <a:cubicBezTo>
                      <a:pt x="32" y="0"/>
                      <a:pt x="38" y="2"/>
                      <a:pt x="42" y="7"/>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0" name="Freeform 28"/>
              <p:cNvSpPr>
                <a:spLocks/>
              </p:cNvSpPr>
              <p:nvPr/>
            </p:nvSpPr>
            <p:spPr bwMode="auto">
              <a:xfrm>
                <a:off x="4192588" y="3921125"/>
                <a:ext cx="114300" cy="114300"/>
              </a:xfrm>
              <a:custGeom>
                <a:avLst/>
                <a:gdLst/>
                <a:ahLst/>
                <a:cxnLst>
                  <a:cxn ang="0">
                    <a:pos x="40" y="6"/>
                  </a:cxn>
                  <a:cxn ang="0">
                    <a:pos x="47" y="23"/>
                  </a:cxn>
                  <a:cxn ang="0">
                    <a:pos x="40" y="40"/>
                  </a:cxn>
                  <a:cxn ang="0">
                    <a:pos x="24" y="47"/>
                  </a:cxn>
                  <a:cxn ang="0">
                    <a:pos x="7" y="40"/>
                  </a:cxn>
                  <a:cxn ang="0">
                    <a:pos x="0" y="23"/>
                  </a:cxn>
                  <a:cxn ang="0">
                    <a:pos x="7" y="6"/>
                  </a:cxn>
                  <a:cxn ang="0">
                    <a:pos x="24" y="0"/>
                  </a:cxn>
                  <a:cxn ang="0">
                    <a:pos x="40" y="6"/>
                  </a:cxn>
                </a:cxnLst>
                <a:rect l="0" t="0" r="r" b="b"/>
                <a:pathLst>
                  <a:path w="47" h="47">
                    <a:moveTo>
                      <a:pt x="40" y="6"/>
                    </a:moveTo>
                    <a:cubicBezTo>
                      <a:pt x="45" y="11"/>
                      <a:pt x="47" y="17"/>
                      <a:pt x="47" y="23"/>
                    </a:cubicBezTo>
                    <a:cubicBezTo>
                      <a:pt x="47" y="30"/>
                      <a:pt x="45" y="35"/>
                      <a:pt x="40" y="40"/>
                    </a:cubicBezTo>
                    <a:cubicBezTo>
                      <a:pt x="36" y="45"/>
                      <a:pt x="30" y="47"/>
                      <a:pt x="24" y="47"/>
                    </a:cubicBezTo>
                    <a:cubicBezTo>
                      <a:pt x="17" y="47"/>
                      <a:pt x="12" y="45"/>
                      <a:pt x="7" y="40"/>
                    </a:cubicBezTo>
                    <a:cubicBezTo>
                      <a:pt x="2" y="35"/>
                      <a:pt x="0" y="30"/>
                      <a:pt x="0" y="23"/>
                    </a:cubicBezTo>
                    <a:cubicBezTo>
                      <a:pt x="0" y="17"/>
                      <a:pt x="2" y="11"/>
                      <a:pt x="7" y="6"/>
                    </a:cubicBezTo>
                    <a:cubicBezTo>
                      <a:pt x="12" y="2"/>
                      <a:pt x="17" y="0"/>
                      <a:pt x="24" y="0"/>
                    </a:cubicBezTo>
                    <a:cubicBezTo>
                      <a:pt x="30" y="0"/>
                      <a:pt x="36" y="2"/>
                      <a:pt x="40" y="6"/>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1" name="Freeform 29"/>
              <p:cNvSpPr>
                <a:spLocks/>
              </p:cNvSpPr>
              <p:nvPr/>
            </p:nvSpPr>
            <p:spPr bwMode="auto">
              <a:xfrm>
                <a:off x="4895851" y="4352925"/>
                <a:ext cx="112713" cy="112712"/>
              </a:xfrm>
              <a:custGeom>
                <a:avLst/>
                <a:gdLst/>
                <a:ahLst/>
                <a:cxnLst>
                  <a:cxn ang="0">
                    <a:pos x="47" y="23"/>
                  </a:cxn>
                  <a:cxn ang="0">
                    <a:pos x="40" y="40"/>
                  </a:cxn>
                  <a:cxn ang="0">
                    <a:pos x="24" y="47"/>
                  </a:cxn>
                  <a:cxn ang="0">
                    <a:pos x="7" y="40"/>
                  </a:cxn>
                  <a:cxn ang="0">
                    <a:pos x="0" y="23"/>
                  </a:cxn>
                  <a:cxn ang="0">
                    <a:pos x="7" y="6"/>
                  </a:cxn>
                  <a:cxn ang="0">
                    <a:pos x="24" y="0"/>
                  </a:cxn>
                  <a:cxn ang="0">
                    <a:pos x="40" y="6"/>
                  </a:cxn>
                  <a:cxn ang="0">
                    <a:pos x="47" y="23"/>
                  </a:cxn>
                </a:cxnLst>
                <a:rect l="0" t="0" r="r" b="b"/>
                <a:pathLst>
                  <a:path w="47" h="47">
                    <a:moveTo>
                      <a:pt x="47" y="23"/>
                    </a:moveTo>
                    <a:cubicBezTo>
                      <a:pt x="47" y="30"/>
                      <a:pt x="45" y="35"/>
                      <a:pt x="40" y="40"/>
                    </a:cubicBezTo>
                    <a:cubicBezTo>
                      <a:pt x="35" y="45"/>
                      <a:pt x="30" y="47"/>
                      <a:pt x="24" y="47"/>
                    </a:cubicBezTo>
                    <a:cubicBezTo>
                      <a:pt x="17" y="47"/>
                      <a:pt x="11" y="45"/>
                      <a:pt x="7" y="40"/>
                    </a:cubicBezTo>
                    <a:cubicBezTo>
                      <a:pt x="2" y="35"/>
                      <a:pt x="0" y="30"/>
                      <a:pt x="0" y="23"/>
                    </a:cubicBezTo>
                    <a:cubicBezTo>
                      <a:pt x="0" y="17"/>
                      <a:pt x="2" y="11"/>
                      <a:pt x="7" y="6"/>
                    </a:cubicBezTo>
                    <a:cubicBezTo>
                      <a:pt x="11" y="2"/>
                      <a:pt x="17" y="0"/>
                      <a:pt x="24" y="0"/>
                    </a:cubicBezTo>
                    <a:cubicBezTo>
                      <a:pt x="30" y="0"/>
                      <a:pt x="35" y="2"/>
                      <a:pt x="40" y="6"/>
                    </a:cubicBezTo>
                    <a:cubicBezTo>
                      <a:pt x="45" y="11"/>
                      <a:pt x="47" y="17"/>
                      <a:pt x="47" y="23"/>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2" name="Freeform 30"/>
              <p:cNvSpPr>
                <a:spLocks/>
              </p:cNvSpPr>
              <p:nvPr/>
            </p:nvSpPr>
            <p:spPr bwMode="auto">
              <a:xfrm>
                <a:off x="3905251" y="4006850"/>
                <a:ext cx="98425" cy="98425"/>
              </a:xfrm>
              <a:custGeom>
                <a:avLst/>
                <a:gdLst/>
                <a:ahLst/>
                <a:cxnLst>
                  <a:cxn ang="0">
                    <a:pos x="41" y="20"/>
                  </a:cxn>
                  <a:cxn ang="0">
                    <a:pos x="35" y="35"/>
                  </a:cxn>
                  <a:cxn ang="0">
                    <a:pos x="21" y="41"/>
                  </a:cxn>
                  <a:cxn ang="0">
                    <a:pos x="6" y="35"/>
                  </a:cxn>
                  <a:cxn ang="0">
                    <a:pos x="0" y="20"/>
                  </a:cxn>
                  <a:cxn ang="0">
                    <a:pos x="6" y="6"/>
                  </a:cxn>
                  <a:cxn ang="0">
                    <a:pos x="21" y="0"/>
                  </a:cxn>
                  <a:cxn ang="0">
                    <a:pos x="35" y="6"/>
                  </a:cxn>
                  <a:cxn ang="0">
                    <a:pos x="41" y="20"/>
                  </a:cxn>
                </a:cxnLst>
                <a:rect l="0" t="0" r="r" b="b"/>
                <a:pathLst>
                  <a:path w="41" h="41">
                    <a:moveTo>
                      <a:pt x="41" y="20"/>
                    </a:moveTo>
                    <a:cubicBezTo>
                      <a:pt x="41" y="26"/>
                      <a:pt x="39" y="31"/>
                      <a:pt x="35" y="35"/>
                    </a:cubicBezTo>
                    <a:cubicBezTo>
                      <a:pt x="31" y="39"/>
                      <a:pt x="26" y="41"/>
                      <a:pt x="21" y="41"/>
                    </a:cubicBezTo>
                    <a:cubicBezTo>
                      <a:pt x="15" y="41"/>
                      <a:pt x="10" y="39"/>
                      <a:pt x="6" y="35"/>
                    </a:cubicBezTo>
                    <a:cubicBezTo>
                      <a:pt x="2" y="31"/>
                      <a:pt x="0" y="26"/>
                      <a:pt x="0" y="20"/>
                    </a:cubicBezTo>
                    <a:cubicBezTo>
                      <a:pt x="0" y="15"/>
                      <a:pt x="2" y="10"/>
                      <a:pt x="6" y="6"/>
                    </a:cubicBezTo>
                    <a:cubicBezTo>
                      <a:pt x="10" y="2"/>
                      <a:pt x="15" y="0"/>
                      <a:pt x="21" y="0"/>
                    </a:cubicBezTo>
                    <a:cubicBezTo>
                      <a:pt x="26" y="0"/>
                      <a:pt x="31" y="2"/>
                      <a:pt x="35" y="6"/>
                    </a:cubicBezTo>
                    <a:cubicBezTo>
                      <a:pt x="39" y="10"/>
                      <a:pt x="41" y="15"/>
                      <a:pt x="41"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3" name="Freeform 31"/>
              <p:cNvSpPr>
                <a:spLocks/>
              </p:cNvSpPr>
              <p:nvPr/>
            </p:nvSpPr>
            <p:spPr bwMode="auto">
              <a:xfrm>
                <a:off x="4192588" y="4367213"/>
                <a:ext cx="100013" cy="98425"/>
              </a:xfrm>
              <a:custGeom>
                <a:avLst/>
                <a:gdLst/>
                <a:ahLst/>
                <a:cxnLst>
                  <a:cxn ang="0">
                    <a:pos x="35" y="6"/>
                  </a:cxn>
                  <a:cxn ang="0">
                    <a:pos x="41" y="20"/>
                  </a:cxn>
                  <a:cxn ang="0">
                    <a:pos x="35" y="35"/>
                  </a:cxn>
                  <a:cxn ang="0">
                    <a:pos x="21" y="41"/>
                  </a:cxn>
                  <a:cxn ang="0">
                    <a:pos x="6" y="35"/>
                  </a:cxn>
                  <a:cxn ang="0">
                    <a:pos x="0" y="20"/>
                  </a:cxn>
                  <a:cxn ang="0">
                    <a:pos x="6" y="6"/>
                  </a:cxn>
                  <a:cxn ang="0">
                    <a:pos x="21" y="0"/>
                  </a:cxn>
                  <a:cxn ang="0">
                    <a:pos x="35" y="6"/>
                  </a:cxn>
                </a:cxnLst>
                <a:rect l="0" t="0" r="r" b="b"/>
                <a:pathLst>
                  <a:path w="41" h="41">
                    <a:moveTo>
                      <a:pt x="35" y="6"/>
                    </a:moveTo>
                    <a:cubicBezTo>
                      <a:pt x="39" y="10"/>
                      <a:pt x="41" y="15"/>
                      <a:pt x="41" y="20"/>
                    </a:cubicBezTo>
                    <a:cubicBezTo>
                      <a:pt x="41" y="26"/>
                      <a:pt x="39" y="31"/>
                      <a:pt x="35" y="35"/>
                    </a:cubicBezTo>
                    <a:cubicBezTo>
                      <a:pt x="31" y="39"/>
                      <a:pt x="26" y="41"/>
                      <a:pt x="21" y="41"/>
                    </a:cubicBezTo>
                    <a:cubicBezTo>
                      <a:pt x="15" y="41"/>
                      <a:pt x="10" y="39"/>
                      <a:pt x="6" y="35"/>
                    </a:cubicBezTo>
                    <a:cubicBezTo>
                      <a:pt x="2" y="31"/>
                      <a:pt x="0" y="26"/>
                      <a:pt x="0" y="20"/>
                    </a:cubicBezTo>
                    <a:cubicBezTo>
                      <a:pt x="0" y="15"/>
                      <a:pt x="2" y="10"/>
                      <a:pt x="6" y="6"/>
                    </a:cubicBezTo>
                    <a:cubicBezTo>
                      <a:pt x="10" y="2"/>
                      <a:pt x="15" y="0"/>
                      <a:pt x="21" y="0"/>
                    </a:cubicBezTo>
                    <a:cubicBezTo>
                      <a:pt x="26" y="0"/>
                      <a:pt x="31" y="2"/>
                      <a:pt x="35" y="6"/>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4" name="Freeform 32"/>
              <p:cNvSpPr>
                <a:spLocks/>
              </p:cNvSpPr>
              <p:nvPr/>
            </p:nvSpPr>
            <p:spPr bwMode="auto">
              <a:xfrm>
                <a:off x="4522788" y="4367213"/>
                <a:ext cx="98425" cy="98425"/>
              </a:xfrm>
              <a:custGeom>
                <a:avLst/>
                <a:gdLst/>
                <a:ahLst/>
                <a:cxnLst>
                  <a:cxn ang="0">
                    <a:pos x="0" y="20"/>
                  </a:cxn>
                  <a:cxn ang="0">
                    <a:pos x="6" y="6"/>
                  </a:cxn>
                  <a:cxn ang="0">
                    <a:pos x="21" y="0"/>
                  </a:cxn>
                  <a:cxn ang="0">
                    <a:pos x="35" y="6"/>
                  </a:cxn>
                  <a:cxn ang="0">
                    <a:pos x="41" y="20"/>
                  </a:cxn>
                  <a:cxn ang="0">
                    <a:pos x="35" y="35"/>
                  </a:cxn>
                  <a:cxn ang="0">
                    <a:pos x="21" y="41"/>
                  </a:cxn>
                  <a:cxn ang="0">
                    <a:pos x="6" y="35"/>
                  </a:cxn>
                  <a:cxn ang="0">
                    <a:pos x="0" y="20"/>
                  </a:cxn>
                </a:cxnLst>
                <a:rect l="0" t="0" r="r" b="b"/>
                <a:pathLst>
                  <a:path w="41" h="41">
                    <a:moveTo>
                      <a:pt x="0" y="20"/>
                    </a:moveTo>
                    <a:cubicBezTo>
                      <a:pt x="0" y="15"/>
                      <a:pt x="2" y="10"/>
                      <a:pt x="6" y="6"/>
                    </a:cubicBezTo>
                    <a:cubicBezTo>
                      <a:pt x="10" y="2"/>
                      <a:pt x="15" y="0"/>
                      <a:pt x="21" y="0"/>
                    </a:cubicBezTo>
                    <a:cubicBezTo>
                      <a:pt x="26" y="0"/>
                      <a:pt x="31" y="2"/>
                      <a:pt x="35" y="6"/>
                    </a:cubicBezTo>
                    <a:cubicBezTo>
                      <a:pt x="39" y="10"/>
                      <a:pt x="41" y="15"/>
                      <a:pt x="41" y="20"/>
                    </a:cubicBezTo>
                    <a:cubicBezTo>
                      <a:pt x="41" y="26"/>
                      <a:pt x="39" y="31"/>
                      <a:pt x="35" y="35"/>
                    </a:cubicBezTo>
                    <a:cubicBezTo>
                      <a:pt x="31" y="39"/>
                      <a:pt x="26" y="41"/>
                      <a:pt x="21" y="41"/>
                    </a:cubicBezTo>
                    <a:cubicBezTo>
                      <a:pt x="15" y="41"/>
                      <a:pt x="10" y="39"/>
                      <a:pt x="6" y="35"/>
                    </a:cubicBezTo>
                    <a:cubicBezTo>
                      <a:pt x="2" y="31"/>
                      <a:pt x="0" y="26"/>
                      <a:pt x="0"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5" name="Freeform 33"/>
              <p:cNvSpPr>
                <a:spLocks/>
              </p:cNvSpPr>
              <p:nvPr/>
            </p:nvSpPr>
            <p:spPr bwMode="auto">
              <a:xfrm>
                <a:off x="5664201" y="3195638"/>
                <a:ext cx="106363" cy="106362"/>
              </a:xfrm>
              <a:custGeom>
                <a:avLst/>
                <a:gdLst/>
                <a:ahLst/>
                <a:cxnLst>
                  <a:cxn ang="0">
                    <a:pos x="6" y="37"/>
                  </a:cxn>
                  <a:cxn ang="0">
                    <a:pos x="0" y="22"/>
                  </a:cxn>
                  <a:cxn ang="0">
                    <a:pos x="6" y="6"/>
                  </a:cxn>
                  <a:cxn ang="0">
                    <a:pos x="22" y="0"/>
                  </a:cxn>
                  <a:cxn ang="0">
                    <a:pos x="38" y="6"/>
                  </a:cxn>
                  <a:cxn ang="0">
                    <a:pos x="44" y="22"/>
                  </a:cxn>
                  <a:cxn ang="0">
                    <a:pos x="38" y="37"/>
                  </a:cxn>
                  <a:cxn ang="0">
                    <a:pos x="22" y="44"/>
                  </a:cxn>
                  <a:cxn ang="0">
                    <a:pos x="6" y="37"/>
                  </a:cxn>
                </a:cxnLst>
                <a:rect l="0" t="0" r="r" b="b"/>
                <a:pathLst>
                  <a:path w="44" h="44">
                    <a:moveTo>
                      <a:pt x="6" y="37"/>
                    </a:moveTo>
                    <a:cubicBezTo>
                      <a:pt x="2" y="33"/>
                      <a:pt x="0" y="28"/>
                      <a:pt x="0" y="22"/>
                    </a:cubicBezTo>
                    <a:cubicBezTo>
                      <a:pt x="0" y="16"/>
                      <a:pt x="2" y="11"/>
                      <a:pt x="6" y="6"/>
                    </a:cubicBezTo>
                    <a:cubicBezTo>
                      <a:pt x="11" y="2"/>
                      <a:pt x="16" y="0"/>
                      <a:pt x="22" y="0"/>
                    </a:cubicBezTo>
                    <a:cubicBezTo>
                      <a:pt x="28" y="0"/>
                      <a:pt x="33" y="2"/>
                      <a:pt x="38" y="6"/>
                    </a:cubicBezTo>
                    <a:cubicBezTo>
                      <a:pt x="42" y="11"/>
                      <a:pt x="44" y="16"/>
                      <a:pt x="44" y="22"/>
                    </a:cubicBezTo>
                    <a:cubicBezTo>
                      <a:pt x="44" y="28"/>
                      <a:pt x="42" y="33"/>
                      <a:pt x="38" y="37"/>
                    </a:cubicBezTo>
                    <a:cubicBezTo>
                      <a:pt x="33" y="42"/>
                      <a:pt x="28" y="44"/>
                      <a:pt x="22" y="44"/>
                    </a:cubicBezTo>
                    <a:cubicBezTo>
                      <a:pt x="16" y="44"/>
                      <a:pt x="11" y="42"/>
                      <a:pt x="6" y="37"/>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6" name="Freeform 34"/>
              <p:cNvSpPr>
                <a:spLocks/>
              </p:cNvSpPr>
              <p:nvPr/>
            </p:nvSpPr>
            <p:spPr bwMode="auto">
              <a:xfrm>
                <a:off x="5422901" y="2373313"/>
                <a:ext cx="144463" cy="144462"/>
              </a:xfrm>
              <a:custGeom>
                <a:avLst/>
                <a:gdLst/>
                <a:ahLst/>
                <a:cxnLst>
                  <a:cxn ang="0">
                    <a:pos x="9" y="51"/>
                  </a:cxn>
                  <a:cxn ang="0">
                    <a:pos x="0" y="30"/>
                  </a:cxn>
                  <a:cxn ang="0">
                    <a:pos x="9" y="8"/>
                  </a:cxn>
                  <a:cxn ang="0">
                    <a:pos x="30" y="0"/>
                  </a:cxn>
                  <a:cxn ang="0">
                    <a:pos x="51" y="8"/>
                  </a:cxn>
                  <a:cxn ang="0">
                    <a:pos x="60" y="30"/>
                  </a:cxn>
                  <a:cxn ang="0">
                    <a:pos x="51" y="51"/>
                  </a:cxn>
                  <a:cxn ang="0">
                    <a:pos x="30" y="60"/>
                  </a:cxn>
                  <a:cxn ang="0">
                    <a:pos x="9" y="51"/>
                  </a:cxn>
                </a:cxnLst>
                <a:rect l="0" t="0" r="r" b="b"/>
                <a:pathLst>
                  <a:path w="60" h="60">
                    <a:moveTo>
                      <a:pt x="9" y="51"/>
                    </a:moveTo>
                    <a:cubicBezTo>
                      <a:pt x="3" y="45"/>
                      <a:pt x="0" y="38"/>
                      <a:pt x="0" y="30"/>
                    </a:cubicBezTo>
                    <a:cubicBezTo>
                      <a:pt x="0" y="22"/>
                      <a:pt x="3" y="14"/>
                      <a:pt x="9" y="8"/>
                    </a:cubicBezTo>
                    <a:cubicBezTo>
                      <a:pt x="15" y="3"/>
                      <a:pt x="22" y="0"/>
                      <a:pt x="30" y="0"/>
                    </a:cubicBezTo>
                    <a:cubicBezTo>
                      <a:pt x="38" y="0"/>
                      <a:pt x="45" y="3"/>
                      <a:pt x="51" y="8"/>
                    </a:cubicBezTo>
                    <a:cubicBezTo>
                      <a:pt x="57" y="14"/>
                      <a:pt x="60" y="22"/>
                      <a:pt x="60" y="30"/>
                    </a:cubicBezTo>
                    <a:cubicBezTo>
                      <a:pt x="60" y="38"/>
                      <a:pt x="57" y="45"/>
                      <a:pt x="51" y="51"/>
                    </a:cubicBezTo>
                    <a:cubicBezTo>
                      <a:pt x="45" y="57"/>
                      <a:pt x="38" y="60"/>
                      <a:pt x="30" y="60"/>
                    </a:cubicBezTo>
                    <a:cubicBezTo>
                      <a:pt x="22" y="60"/>
                      <a:pt x="15" y="57"/>
                      <a:pt x="9" y="51"/>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7" name="Freeform 35"/>
              <p:cNvSpPr>
                <a:spLocks/>
              </p:cNvSpPr>
              <p:nvPr/>
            </p:nvSpPr>
            <p:spPr bwMode="auto">
              <a:xfrm>
                <a:off x="4624388" y="2185988"/>
                <a:ext cx="203200" cy="203200"/>
              </a:xfrm>
              <a:custGeom>
                <a:avLst/>
                <a:gdLst/>
                <a:ahLst/>
                <a:cxnLst>
                  <a:cxn ang="0">
                    <a:pos x="72" y="12"/>
                  </a:cxn>
                  <a:cxn ang="0">
                    <a:pos x="84" y="42"/>
                  </a:cxn>
                  <a:cxn ang="0">
                    <a:pos x="72" y="71"/>
                  </a:cxn>
                  <a:cxn ang="0">
                    <a:pos x="42" y="84"/>
                  </a:cxn>
                  <a:cxn ang="0">
                    <a:pos x="12" y="71"/>
                  </a:cxn>
                  <a:cxn ang="0">
                    <a:pos x="0" y="42"/>
                  </a:cxn>
                  <a:cxn ang="0">
                    <a:pos x="12" y="12"/>
                  </a:cxn>
                  <a:cxn ang="0">
                    <a:pos x="42" y="0"/>
                  </a:cxn>
                  <a:cxn ang="0">
                    <a:pos x="72" y="12"/>
                  </a:cxn>
                </a:cxnLst>
                <a:rect l="0" t="0" r="r" b="b"/>
                <a:pathLst>
                  <a:path w="84" h="84">
                    <a:moveTo>
                      <a:pt x="72" y="12"/>
                    </a:moveTo>
                    <a:cubicBezTo>
                      <a:pt x="80" y="20"/>
                      <a:pt x="84" y="30"/>
                      <a:pt x="84" y="42"/>
                    </a:cubicBezTo>
                    <a:cubicBezTo>
                      <a:pt x="84" y="53"/>
                      <a:pt x="80" y="63"/>
                      <a:pt x="72" y="71"/>
                    </a:cubicBezTo>
                    <a:cubicBezTo>
                      <a:pt x="64" y="80"/>
                      <a:pt x="54" y="84"/>
                      <a:pt x="42" y="84"/>
                    </a:cubicBezTo>
                    <a:cubicBezTo>
                      <a:pt x="31" y="84"/>
                      <a:pt x="21" y="80"/>
                      <a:pt x="12" y="71"/>
                    </a:cubicBezTo>
                    <a:cubicBezTo>
                      <a:pt x="4" y="63"/>
                      <a:pt x="0" y="53"/>
                      <a:pt x="0" y="42"/>
                    </a:cubicBezTo>
                    <a:cubicBezTo>
                      <a:pt x="0" y="30"/>
                      <a:pt x="4" y="20"/>
                      <a:pt x="12" y="12"/>
                    </a:cubicBezTo>
                    <a:cubicBezTo>
                      <a:pt x="21" y="4"/>
                      <a:pt x="31" y="0"/>
                      <a:pt x="42" y="0"/>
                    </a:cubicBezTo>
                    <a:cubicBezTo>
                      <a:pt x="54" y="0"/>
                      <a:pt x="64" y="4"/>
                      <a:pt x="72" y="12"/>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8" name="Freeform 36"/>
              <p:cNvSpPr>
                <a:spLocks/>
              </p:cNvSpPr>
              <p:nvPr/>
            </p:nvSpPr>
            <p:spPr bwMode="auto">
              <a:xfrm>
                <a:off x="3937001" y="2338388"/>
                <a:ext cx="203200" cy="203200"/>
              </a:xfrm>
              <a:custGeom>
                <a:avLst/>
                <a:gdLst/>
                <a:ahLst/>
                <a:cxnLst>
                  <a:cxn ang="0">
                    <a:pos x="84" y="42"/>
                  </a:cxn>
                  <a:cxn ang="0">
                    <a:pos x="72" y="71"/>
                  </a:cxn>
                  <a:cxn ang="0">
                    <a:pos x="42" y="84"/>
                  </a:cxn>
                  <a:cxn ang="0">
                    <a:pos x="12" y="71"/>
                  </a:cxn>
                  <a:cxn ang="0">
                    <a:pos x="0" y="42"/>
                  </a:cxn>
                  <a:cxn ang="0">
                    <a:pos x="12" y="12"/>
                  </a:cxn>
                  <a:cxn ang="0">
                    <a:pos x="42" y="0"/>
                  </a:cxn>
                  <a:cxn ang="0">
                    <a:pos x="72" y="12"/>
                  </a:cxn>
                  <a:cxn ang="0">
                    <a:pos x="84" y="42"/>
                  </a:cxn>
                </a:cxnLst>
                <a:rect l="0" t="0" r="r" b="b"/>
                <a:pathLst>
                  <a:path w="84" h="84">
                    <a:moveTo>
                      <a:pt x="84" y="42"/>
                    </a:moveTo>
                    <a:cubicBezTo>
                      <a:pt x="84" y="53"/>
                      <a:pt x="80" y="63"/>
                      <a:pt x="72" y="71"/>
                    </a:cubicBezTo>
                    <a:cubicBezTo>
                      <a:pt x="64" y="80"/>
                      <a:pt x="54" y="84"/>
                      <a:pt x="42" y="84"/>
                    </a:cubicBezTo>
                    <a:cubicBezTo>
                      <a:pt x="31" y="84"/>
                      <a:pt x="21" y="80"/>
                      <a:pt x="12" y="71"/>
                    </a:cubicBezTo>
                    <a:cubicBezTo>
                      <a:pt x="4" y="63"/>
                      <a:pt x="0" y="53"/>
                      <a:pt x="0" y="42"/>
                    </a:cubicBezTo>
                    <a:cubicBezTo>
                      <a:pt x="0" y="30"/>
                      <a:pt x="4" y="20"/>
                      <a:pt x="12" y="12"/>
                    </a:cubicBezTo>
                    <a:cubicBezTo>
                      <a:pt x="21" y="4"/>
                      <a:pt x="31" y="0"/>
                      <a:pt x="42" y="0"/>
                    </a:cubicBezTo>
                    <a:cubicBezTo>
                      <a:pt x="54" y="0"/>
                      <a:pt x="64" y="4"/>
                      <a:pt x="72" y="12"/>
                    </a:cubicBezTo>
                    <a:cubicBezTo>
                      <a:pt x="80" y="20"/>
                      <a:pt x="84" y="30"/>
                      <a:pt x="84" y="4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9" name="Freeform 37"/>
              <p:cNvSpPr>
                <a:spLocks/>
              </p:cNvSpPr>
              <p:nvPr/>
            </p:nvSpPr>
            <p:spPr bwMode="auto">
              <a:xfrm>
                <a:off x="3371851" y="2474913"/>
                <a:ext cx="147638" cy="147637"/>
              </a:xfrm>
              <a:custGeom>
                <a:avLst/>
                <a:gdLst/>
                <a:ahLst/>
                <a:cxnLst>
                  <a:cxn ang="0">
                    <a:pos x="9" y="52"/>
                  </a:cxn>
                  <a:cxn ang="0">
                    <a:pos x="0" y="30"/>
                  </a:cxn>
                  <a:cxn ang="0">
                    <a:pos x="9" y="8"/>
                  </a:cxn>
                  <a:cxn ang="0">
                    <a:pos x="31" y="0"/>
                  </a:cxn>
                  <a:cxn ang="0">
                    <a:pos x="52" y="8"/>
                  </a:cxn>
                  <a:cxn ang="0">
                    <a:pos x="61" y="30"/>
                  </a:cxn>
                  <a:cxn ang="0">
                    <a:pos x="52" y="52"/>
                  </a:cxn>
                  <a:cxn ang="0">
                    <a:pos x="31" y="61"/>
                  </a:cxn>
                  <a:cxn ang="0">
                    <a:pos x="9" y="52"/>
                  </a:cxn>
                </a:cxnLst>
                <a:rect l="0" t="0" r="r" b="b"/>
                <a:pathLst>
                  <a:path w="61" h="61">
                    <a:moveTo>
                      <a:pt x="9" y="52"/>
                    </a:moveTo>
                    <a:cubicBezTo>
                      <a:pt x="3" y="46"/>
                      <a:pt x="0" y="39"/>
                      <a:pt x="0" y="30"/>
                    </a:cubicBezTo>
                    <a:cubicBezTo>
                      <a:pt x="0" y="22"/>
                      <a:pt x="3" y="15"/>
                      <a:pt x="9" y="8"/>
                    </a:cubicBezTo>
                    <a:cubicBezTo>
                      <a:pt x="15" y="3"/>
                      <a:pt x="22" y="0"/>
                      <a:pt x="31" y="0"/>
                    </a:cubicBezTo>
                    <a:cubicBezTo>
                      <a:pt x="39" y="0"/>
                      <a:pt x="46" y="3"/>
                      <a:pt x="52" y="8"/>
                    </a:cubicBezTo>
                    <a:cubicBezTo>
                      <a:pt x="58" y="15"/>
                      <a:pt x="61" y="22"/>
                      <a:pt x="61" y="30"/>
                    </a:cubicBezTo>
                    <a:cubicBezTo>
                      <a:pt x="61" y="39"/>
                      <a:pt x="58" y="46"/>
                      <a:pt x="52" y="52"/>
                    </a:cubicBezTo>
                    <a:cubicBezTo>
                      <a:pt x="46" y="58"/>
                      <a:pt x="39" y="61"/>
                      <a:pt x="31" y="61"/>
                    </a:cubicBezTo>
                    <a:cubicBezTo>
                      <a:pt x="22" y="61"/>
                      <a:pt x="15" y="58"/>
                      <a:pt x="9" y="52"/>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0" name="Freeform 38"/>
              <p:cNvSpPr>
                <a:spLocks/>
              </p:cNvSpPr>
              <p:nvPr/>
            </p:nvSpPr>
            <p:spPr bwMode="auto">
              <a:xfrm>
                <a:off x="4446588" y="2628900"/>
                <a:ext cx="204788" cy="203200"/>
              </a:xfrm>
              <a:custGeom>
                <a:avLst/>
                <a:gdLst/>
                <a:ahLst/>
                <a:cxnLst>
                  <a:cxn ang="0">
                    <a:pos x="12" y="71"/>
                  </a:cxn>
                  <a:cxn ang="0">
                    <a:pos x="0" y="42"/>
                  </a:cxn>
                  <a:cxn ang="0">
                    <a:pos x="12" y="12"/>
                  </a:cxn>
                  <a:cxn ang="0">
                    <a:pos x="42" y="0"/>
                  </a:cxn>
                  <a:cxn ang="0">
                    <a:pos x="72" y="12"/>
                  </a:cxn>
                  <a:cxn ang="0">
                    <a:pos x="84" y="42"/>
                  </a:cxn>
                  <a:cxn ang="0">
                    <a:pos x="72" y="71"/>
                  </a:cxn>
                  <a:cxn ang="0">
                    <a:pos x="42" y="84"/>
                  </a:cxn>
                  <a:cxn ang="0">
                    <a:pos x="12" y="71"/>
                  </a:cxn>
                </a:cxnLst>
                <a:rect l="0" t="0" r="r" b="b"/>
                <a:pathLst>
                  <a:path w="84" h="84">
                    <a:moveTo>
                      <a:pt x="12" y="71"/>
                    </a:moveTo>
                    <a:cubicBezTo>
                      <a:pt x="4" y="63"/>
                      <a:pt x="0" y="53"/>
                      <a:pt x="0" y="42"/>
                    </a:cubicBezTo>
                    <a:cubicBezTo>
                      <a:pt x="0" y="30"/>
                      <a:pt x="4" y="20"/>
                      <a:pt x="12" y="12"/>
                    </a:cubicBezTo>
                    <a:cubicBezTo>
                      <a:pt x="21" y="4"/>
                      <a:pt x="31" y="0"/>
                      <a:pt x="42" y="0"/>
                    </a:cubicBezTo>
                    <a:cubicBezTo>
                      <a:pt x="54" y="0"/>
                      <a:pt x="64" y="4"/>
                      <a:pt x="72" y="12"/>
                    </a:cubicBezTo>
                    <a:cubicBezTo>
                      <a:pt x="80" y="20"/>
                      <a:pt x="84" y="30"/>
                      <a:pt x="84" y="42"/>
                    </a:cubicBezTo>
                    <a:cubicBezTo>
                      <a:pt x="84" y="53"/>
                      <a:pt x="80" y="63"/>
                      <a:pt x="72" y="71"/>
                    </a:cubicBezTo>
                    <a:cubicBezTo>
                      <a:pt x="64" y="80"/>
                      <a:pt x="54" y="84"/>
                      <a:pt x="42" y="84"/>
                    </a:cubicBezTo>
                    <a:cubicBezTo>
                      <a:pt x="31" y="84"/>
                      <a:pt x="21" y="80"/>
                      <a:pt x="12" y="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1" name="Freeform 39"/>
              <p:cNvSpPr>
                <a:spLocks/>
              </p:cNvSpPr>
              <p:nvPr/>
            </p:nvSpPr>
            <p:spPr bwMode="auto">
              <a:xfrm>
                <a:off x="3881438" y="4359275"/>
                <a:ext cx="112713" cy="114300"/>
              </a:xfrm>
              <a:custGeom>
                <a:avLst/>
                <a:gdLst/>
                <a:ahLst/>
                <a:cxnLst>
                  <a:cxn ang="0">
                    <a:pos x="47" y="23"/>
                  </a:cxn>
                  <a:cxn ang="0">
                    <a:pos x="40" y="40"/>
                  </a:cxn>
                  <a:cxn ang="0">
                    <a:pos x="24" y="47"/>
                  </a:cxn>
                  <a:cxn ang="0">
                    <a:pos x="7" y="40"/>
                  </a:cxn>
                  <a:cxn ang="0">
                    <a:pos x="0" y="23"/>
                  </a:cxn>
                  <a:cxn ang="0">
                    <a:pos x="7" y="6"/>
                  </a:cxn>
                  <a:cxn ang="0">
                    <a:pos x="24" y="0"/>
                  </a:cxn>
                  <a:cxn ang="0">
                    <a:pos x="40" y="6"/>
                  </a:cxn>
                  <a:cxn ang="0">
                    <a:pos x="47" y="23"/>
                  </a:cxn>
                </a:cxnLst>
                <a:rect l="0" t="0" r="r" b="b"/>
                <a:pathLst>
                  <a:path w="47" h="47">
                    <a:moveTo>
                      <a:pt x="47" y="23"/>
                    </a:moveTo>
                    <a:cubicBezTo>
                      <a:pt x="47" y="30"/>
                      <a:pt x="45" y="35"/>
                      <a:pt x="40" y="40"/>
                    </a:cubicBezTo>
                    <a:cubicBezTo>
                      <a:pt x="35" y="45"/>
                      <a:pt x="30" y="47"/>
                      <a:pt x="24" y="47"/>
                    </a:cubicBezTo>
                    <a:cubicBezTo>
                      <a:pt x="17" y="47"/>
                      <a:pt x="11" y="45"/>
                      <a:pt x="7" y="40"/>
                    </a:cubicBezTo>
                    <a:cubicBezTo>
                      <a:pt x="2" y="35"/>
                      <a:pt x="0" y="30"/>
                      <a:pt x="0" y="23"/>
                    </a:cubicBezTo>
                    <a:cubicBezTo>
                      <a:pt x="0" y="17"/>
                      <a:pt x="2" y="11"/>
                      <a:pt x="7" y="6"/>
                    </a:cubicBezTo>
                    <a:cubicBezTo>
                      <a:pt x="11" y="2"/>
                      <a:pt x="17" y="0"/>
                      <a:pt x="24" y="0"/>
                    </a:cubicBezTo>
                    <a:cubicBezTo>
                      <a:pt x="30" y="0"/>
                      <a:pt x="35" y="2"/>
                      <a:pt x="40" y="6"/>
                    </a:cubicBezTo>
                    <a:cubicBezTo>
                      <a:pt x="45" y="11"/>
                      <a:pt x="47" y="17"/>
                      <a:pt x="47" y="23"/>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41" name="Arc 140"/>
          <p:cNvSpPr/>
          <p:nvPr/>
        </p:nvSpPr>
        <p:spPr>
          <a:xfrm rot="16200000">
            <a:off x="2910751" y="1767541"/>
            <a:ext cx="3346370" cy="3346368"/>
          </a:xfrm>
          <a:prstGeom prst="arc">
            <a:avLst>
              <a:gd name="adj1" fmla="val 16200000"/>
              <a:gd name="adj2" fmla="val 5686778"/>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3" name="Oval 142"/>
          <p:cNvSpPr/>
          <p:nvPr/>
        </p:nvSpPr>
        <p:spPr>
          <a:xfrm rot="16200000">
            <a:off x="2707223" y="3288020"/>
            <a:ext cx="359314" cy="3593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Oval 143"/>
          <p:cNvSpPr/>
          <p:nvPr/>
        </p:nvSpPr>
        <p:spPr>
          <a:xfrm rot="16200000">
            <a:off x="2993486" y="2340223"/>
            <a:ext cx="359314" cy="3593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Oval 144"/>
          <p:cNvSpPr/>
          <p:nvPr/>
        </p:nvSpPr>
        <p:spPr>
          <a:xfrm rot="16200000">
            <a:off x="3657600" y="1806823"/>
            <a:ext cx="359314" cy="35931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Oval 145"/>
          <p:cNvSpPr/>
          <p:nvPr/>
        </p:nvSpPr>
        <p:spPr>
          <a:xfrm rot="16200000">
            <a:off x="5183830" y="1810676"/>
            <a:ext cx="359314" cy="3593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Oval 146"/>
          <p:cNvSpPr/>
          <p:nvPr/>
        </p:nvSpPr>
        <p:spPr>
          <a:xfrm rot="16200000">
            <a:off x="5889086" y="2442324"/>
            <a:ext cx="359314" cy="35931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Oval 148"/>
          <p:cNvSpPr/>
          <p:nvPr/>
        </p:nvSpPr>
        <p:spPr>
          <a:xfrm rot="16200000">
            <a:off x="6077463" y="3288020"/>
            <a:ext cx="359314" cy="35931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TextBox 100"/>
          <p:cNvSpPr txBox="1"/>
          <p:nvPr/>
        </p:nvSpPr>
        <p:spPr>
          <a:xfrm>
            <a:off x="5562600" y="1450647"/>
            <a:ext cx="2514600"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65000"/>
                    <a:lumOff val="35000"/>
                  </a:schemeClr>
                </a:solidFill>
              </a:rPr>
              <a:t>There are many variations of passages  of Lorem Ipsum</a:t>
            </a:r>
          </a:p>
        </p:txBody>
      </p:sp>
      <p:sp>
        <p:nvSpPr>
          <p:cNvPr id="102" name="TextBox 101"/>
          <p:cNvSpPr txBox="1"/>
          <p:nvPr/>
        </p:nvSpPr>
        <p:spPr>
          <a:xfrm>
            <a:off x="1143000" y="1450647"/>
            <a:ext cx="2499965" cy="584775"/>
          </a:xfrm>
          <a:prstGeom prst="rect">
            <a:avLst/>
          </a:prstGeom>
          <a:noFill/>
        </p:spPr>
        <p:txBody>
          <a:bodyPr wrap="square" rtlCol="0">
            <a:spAutoFit/>
          </a:bodyPr>
          <a:lstStyle/>
          <a:p>
            <a:pPr algn="r"/>
            <a:r>
              <a:rPr lang="en-US" sz="1200" b="1" dirty="0">
                <a:solidFill>
                  <a:schemeClr val="accent3"/>
                </a:solidFill>
              </a:rPr>
              <a:t>Title Goes Here</a:t>
            </a:r>
            <a:endParaRPr lang="en-US" sz="1200" dirty="0">
              <a:solidFill>
                <a:schemeClr val="accent3"/>
              </a:solidFill>
            </a:endParaRPr>
          </a:p>
          <a:p>
            <a:pPr algn="r"/>
            <a:r>
              <a:rPr lang="en-US" sz="1000" dirty="0">
                <a:solidFill>
                  <a:schemeClr val="tx1">
                    <a:lumMod val="65000"/>
                    <a:lumOff val="35000"/>
                  </a:schemeClr>
                </a:solidFill>
              </a:rPr>
              <a:t>There are many variations of passages of Lorem Ipsum</a:t>
            </a:r>
          </a:p>
        </p:txBody>
      </p:sp>
      <p:sp>
        <p:nvSpPr>
          <p:cNvPr id="103" name="TextBox 102"/>
          <p:cNvSpPr txBox="1"/>
          <p:nvPr/>
        </p:nvSpPr>
        <p:spPr>
          <a:xfrm>
            <a:off x="457200" y="2238335"/>
            <a:ext cx="2499965" cy="584775"/>
          </a:xfrm>
          <a:prstGeom prst="rect">
            <a:avLst/>
          </a:prstGeom>
          <a:noFill/>
        </p:spPr>
        <p:txBody>
          <a:bodyPr wrap="square" rtlCol="0">
            <a:spAutoFit/>
          </a:bodyPr>
          <a:lstStyle/>
          <a:p>
            <a:pPr algn="r"/>
            <a:r>
              <a:rPr lang="en-US" sz="1200" b="1" dirty="0">
                <a:solidFill>
                  <a:schemeClr val="accent2"/>
                </a:solidFill>
              </a:rPr>
              <a:t>Title Goes Here</a:t>
            </a:r>
            <a:endParaRPr lang="en-US" sz="1200" dirty="0">
              <a:solidFill>
                <a:schemeClr val="accent2"/>
              </a:solidFill>
            </a:endParaRPr>
          </a:p>
          <a:p>
            <a:pPr algn="r"/>
            <a:r>
              <a:rPr lang="en-US" sz="1000" dirty="0">
                <a:solidFill>
                  <a:schemeClr val="tx1">
                    <a:lumMod val="65000"/>
                    <a:lumOff val="35000"/>
                  </a:schemeClr>
                </a:solidFill>
              </a:rPr>
              <a:t>There are many variations of passages of Lorem Ipsum</a:t>
            </a:r>
          </a:p>
        </p:txBody>
      </p:sp>
      <p:sp>
        <p:nvSpPr>
          <p:cNvPr id="104" name="TextBox 103"/>
          <p:cNvSpPr txBox="1"/>
          <p:nvPr/>
        </p:nvSpPr>
        <p:spPr>
          <a:xfrm>
            <a:off x="158618" y="3187761"/>
            <a:ext cx="2499965" cy="584775"/>
          </a:xfrm>
          <a:prstGeom prst="rect">
            <a:avLst/>
          </a:prstGeom>
          <a:noFill/>
        </p:spPr>
        <p:txBody>
          <a:bodyPr wrap="square" rtlCol="0">
            <a:spAutoFit/>
          </a:bodyPr>
          <a:lstStyle/>
          <a:p>
            <a:pPr algn="r"/>
            <a:r>
              <a:rPr lang="en-US" sz="1200" b="1" dirty="0">
                <a:solidFill>
                  <a:schemeClr val="accent1"/>
                </a:solidFill>
              </a:rPr>
              <a:t>Title Goes Here</a:t>
            </a:r>
            <a:endParaRPr lang="en-US" sz="1200" dirty="0">
              <a:solidFill>
                <a:schemeClr val="accent1"/>
              </a:solidFill>
            </a:endParaRPr>
          </a:p>
          <a:p>
            <a:pPr algn="r"/>
            <a:r>
              <a:rPr lang="en-US" sz="1000" dirty="0">
                <a:solidFill>
                  <a:schemeClr val="tx1">
                    <a:lumMod val="65000"/>
                    <a:lumOff val="35000"/>
                  </a:schemeClr>
                </a:solidFill>
              </a:rPr>
              <a:t>There are many variations of passages of Lorem Ipsum</a:t>
            </a:r>
          </a:p>
        </p:txBody>
      </p:sp>
      <p:sp>
        <p:nvSpPr>
          <p:cNvPr id="105" name="TextBox 104"/>
          <p:cNvSpPr txBox="1"/>
          <p:nvPr/>
        </p:nvSpPr>
        <p:spPr>
          <a:xfrm>
            <a:off x="6266232" y="2296703"/>
            <a:ext cx="2514600" cy="584775"/>
          </a:xfrm>
          <a:prstGeom prst="rect">
            <a:avLst/>
          </a:prstGeom>
          <a:noFill/>
        </p:spPr>
        <p:txBody>
          <a:bodyPr wrap="square" rtlCol="0">
            <a:spAutoFit/>
          </a:bodyPr>
          <a:lstStyle/>
          <a:p>
            <a:r>
              <a:rPr lang="en-US" sz="1200" b="1" dirty="0">
                <a:solidFill>
                  <a:schemeClr val="accent5"/>
                </a:solidFill>
              </a:rPr>
              <a:t>Title Goes Here</a:t>
            </a:r>
            <a:endParaRPr lang="en-US" sz="1200" dirty="0">
              <a:solidFill>
                <a:schemeClr val="accent5"/>
              </a:solidFill>
            </a:endParaRPr>
          </a:p>
          <a:p>
            <a:r>
              <a:rPr lang="en-US" sz="1000" dirty="0">
                <a:solidFill>
                  <a:schemeClr val="tx1">
                    <a:lumMod val="65000"/>
                    <a:lumOff val="35000"/>
                  </a:schemeClr>
                </a:solidFill>
              </a:rPr>
              <a:t>There are many variations of passages  of Lorem Ipsum</a:t>
            </a:r>
          </a:p>
        </p:txBody>
      </p:sp>
      <p:sp>
        <p:nvSpPr>
          <p:cNvPr id="106" name="TextBox 105"/>
          <p:cNvSpPr txBox="1"/>
          <p:nvPr/>
        </p:nvSpPr>
        <p:spPr>
          <a:xfrm>
            <a:off x="6436777" y="3197054"/>
            <a:ext cx="2514600" cy="584775"/>
          </a:xfrm>
          <a:prstGeom prst="rect">
            <a:avLst/>
          </a:prstGeom>
          <a:noFill/>
        </p:spPr>
        <p:txBody>
          <a:bodyPr wrap="square" rtlCol="0">
            <a:spAutoFit/>
          </a:bodyPr>
          <a:lstStyle/>
          <a:p>
            <a:r>
              <a:rPr lang="en-US" sz="1200" b="1" dirty="0">
                <a:solidFill>
                  <a:schemeClr val="accent6"/>
                </a:solidFill>
              </a:rPr>
              <a:t>Title Goes Here</a:t>
            </a:r>
            <a:endParaRPr lang="en-US" sz="1200" dirty="0">
              <a:solidFill>
                <a:schemeClr val="accent6"/>
              </a:solidFill>
            </a:endParaRPr>
          </a:p>
          <a:p>
            <a:r>
              <a:rPr lang="en-US" sz="1000" dirty="0">
                <a:solidFill>
                  <a:schemeClr val="tx1">
                    <a:lumMod val="65000"/>
                    <a:lumOff val="35000"/>
                  </a:schemeClr>
                </a:solidFill>
              </a:rPr>
              <a:t>There are many variations of passages  of Lorem Ipsum</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0" presetClass="entr" presetSubtype="0" fill="hold" grpId="0" nodeType="afterEffect">
                                  <p:stCondLst>
                                    <p:cond delay="0"/>
                                  </p:stCondLst>
                                  <p:childTnLst>
                                    <p:set>
                                      <p:cBhvr>
                                        <p:cTn id="12" dur="1" fill="hold">
                                          <p:stCondLst>
                                            <p:cond delay="0"/>
                                          </p:stCondLst>
                                        </p:cTn>
                                        <p:tgtEl>
                                          <p:spTgt spid="141"/>
                                        </p:tgtEl>
                                        <p:attrNameLst>
                                          <p:attrName>style.visibility</p:attrName>
                                        </p:attrNameLst>
                                      </p:cBhvr>
                                      <p:to>
                                        <p:strVal val="visible"/>
                                      </p:to>
                                    </p:set>
                                    <p:animEffect transition="in" filter="wedge">
                                      <p:cBhvr>
                                        <p:cTn id="13" dur="1000"/>
                                        <p:tgtEl>
                                          <p:spTgt spid="141"/>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143"/>
                                        </p:tgtEl>
                                        <p:attrNameLst>
                                          <p:attrName>style.visibility</p:attrName>
                                        </p:attrNameLst>
                                      </p:cBhvr>
                                      <p:to>
                                        <p:strVal val="visible"/>
                                      </p:to>
                                    </p:set>
                                    <p:anim calcmode="lin" valueType="num">
                                      <p:cBhvr>
                                        <p:cTn id="17" dur="500" fill="hold"/>
                                        <p:tgtEl>
                                          <p:spTgt spid="143"/>
                                        </p:tgtEl>
                                        <p:attrNameLst>
                                          <p:attrName>ppt_w</p:attrName>
                                        </p:attrNameLst>
                                      </p:cBhvr>
                                      <p:tavLst>
                                        <p:tav tm="0">
                                          <p:val>
                                            <p:fltVal val="0"/>
                                          </p:val>
                                        </p:tav>
                                        <p:tav tm="100000">
                                          <p:val>
                                            <p:strVal val="#ppt_w"/>
                                          </p:val>
                                        </p:tav>
                                      </p:tavLst>
                                    </p:anim>
                                    <p:anim calcmode="lin" valueType="num">
                                      <p:cBhvr>
                                        <p:cTn id="18" dur="500" fill="hold"/>
                                        <p:tgtEl>
                                          <p:spTgt spid="143"/>
                                        </p:tgtEl>
                                        <p:attrNameLst>
                                          <p:attrName>ppt_h</p:attrName>
                                        </p:attrNameLst>
                                      </p:cBhvr>
                                      <p:tavLst>
                                        <p:tav tm="0">
                                          <p:val>
                                            <p:fltVal val="0"/>
                                          </p:val>
                                        </p:tav>
                                        <p:tav tm="100000">
                                          <p:val>
                                            <p:strVal val="#ppt_h"/>
                                          </p:val>
                                        </p:tav>
                                      </p:tavLst>
                                    </p:anim>
                                    <p:animEffect transition="in" filter="fade">
                                      <p:cBhvr>
                                        <p:cTn id="19" dur="500"/>
                                        <p:tgtEl>
                                          <p:spTgt spid="143"/>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144"/>
                                        </p:tgtEl>
                                        <p:attrNameLst>
                                          <p:attrName>style.visibility</p:attrName>
                                        </p:attrNameLst>
                                      </p:cBhvr>
                                      <p:to>
                                        <p:strVal val="visible"/>
                                      </p:to>
                                    </p:set>
                                    <p:anim calcmode="lin" valueType="num">
                                      <p:cBhvr>
                                        <p:cTn id="23" dur="500" fill="hold"/>
                                        <p:tgtEl>
                                          <p:spTgt spid="144"/>
                                        </p:tgtEl>
                                        <p:attrNameLst>
                                          <p:attrName>ppt_w</p:attrName>
                                        </p:attrNameLst>
                                      </p:cBhvr>
                                      <p:tavLst>
                                        <p:tav tm="0">
                                          <p:val>
                                            <p:fltVal val="0"/>
                                          </p:val>
                                        </p:tav>
                                        <p:tav tm="100000">
                                          <p:val>
                                            <p:strVal val="#ppt_w"/>
                                          </p:val>
                                        </p:tav>
                                      </p:tavLst>
                                    </p:anim>
                                    <p:anim calcmode="lin" valueType="num">
                                      <p:cBhvr>
                                        <p:cTn id="24" dur="500" fill="hold"/>
                                        <p:tgtEl>
                                          <p:spTgt spid="144"/>
                                        </p:tgtEl>
                                        <p:attrNameLst>
                                          <p:attrName>ppt_h</p:attrName>
                                        </p:attrNameLst>
                                      </p:cBhvr>
                                      <p:tavLst>
                                        <p:tav tm="0">
                                          <p:val>
                                            <p:fltVal val="0"/>
                                          </p:val>
                                        </p:tav>
                                        <p:tav tm="100000">
                                          <p:val>
                                            <p:strVal val="#ppt_h"/>
                                          </p:val>
                                        </p:tav>
                                      </p:tavLst>
                                    </p:anim>
                                    <p:animEffect transition="in" filter="fade">
                                      <p:cBhvr>
                                        <p:cTn id="25" dur="500"/>
                                        <p:tgtEl>
                                          <p:spTgt spid="144"/>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145"/>
                                        </p:tgtEl>
                                        <p:attrNameLst>
                                          <p:attrName>style.visibility</p:attrName>
                                        </p:attrNameLst>
                                      </p:cBhvr>
                                      <p:to>
                                        <p:strVal val="visible"/>
                                      </p:to>
                                    </p:set>
                                    <p:anim calcmode="lin" valueType="num">
                                      <p:cBhvr>
                                        <p:cTn id="29" dur="500" fill="hold"/>
                                        <p:tgtEl>
                                          <p:spTgt spid="145"/>
                                        </p:tgtEl>
                                        <p:attrNameLst>
                                          <p:attrName>ppt_w</p:attrName>
                                        </p:attrNameLst>
                                      </p:cBhvr>
                                      <p:tavLst>
                                        <p:tav tm="0">
                                          <p:val>
                                            <p:fltVal val="0"/>
                                          </p:val>
                                        </p:tav>
                                        <p:tav tm="100000">
                                          <p:val>
                                            <p:strVal val="#ppt_w"/>
                                          </p:val>
                                        </p:tav>
                                      </p:tavLst>
                                    </p:anim>
                                    <p:anim calcmode="lin" valueType="num">
                                      <p:cBhvr>
                                        <p:cTn id="30" dur="500" fill="hold"/>
                                        <p:tgtEl>
                                          <p:spTgt spid="145"/>
                                        </p:tgtEl>
                                        <p:attrNameLst>
                                          <p:attrName>ppt_h</p:attrName>
                                        </p:attrNameLst>
                                      </p:cBhvr>
                                      <p:tavLst>
                                        <p:tav tm="0">
                                          <p:val>
                                            <p:fltVal val="0"/>
                                          </p:val>
                                        </p:tav>
                                        <p:tav tm="100000">
                                          <p:val>
                                            <p:strVal val="#ppt_h"/>
                                          </p:val>
                                        </p:tav>
                                      </p:tavLst>
                                    </p:anim>
                                    <p:animEffect transition="in" filter="fade">
                                      <p:cBhvr>
                                        <p:cTn id="31" dur="500"/>
                                        <p:tgtEl>
                                          <p:spTgt spid="145"/>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146"/>
                                        </p:tgtEl>
                                        <p:attrNameLst>
                                          <p:attrName>style.visibility</p:attrName>
                                        </p:attrNameLst>
                                      </p:cBhvr>
                                      <p:to>
                                        <p:strVal val="visible"/>
                                      </p:to>
                                    </p:set>
                                    <p:anim calcmode="lin" valueType="num">
                                      <p:cBhvr>
                                        <p:cTn id="35" dur="500" fill="hold"/>
                                        <p:tgtEl>
                                          <p:spTgt spid="146"/>
                                        </p:tgtEl>
                                        <p:attrNameLst>
                                          <p:attrName>ppt_w</p:attrName>
                                        </p:attrNameLst>
                                      </p:cBhvr>
                                      <p:tavLst>
                                        <p:tav tm="0">
                                          <p:val>
                                            <p:fltVal val="0"/>
                                          </p:val>
                                        </p:tav>
                                        <p:tav tm="100000">
                                          <p:val>
                                            <p:strVal val="#ppt_w"/>
                                          </p:val>
                                        </p:tav>
                                      </p:tavLst>
                                    </p:anim>
                                    <p:anim calcmode="lin" valueType="num">
                                      <p:cBhvr>
                                        <p:cTn id="36" dur="500" fill="hold"/>
                                        <p:tgtEl>
                                          <p:spTgt spid="146"/>
                                        </p:tgtEl>
                                        <p:attrNameLst>
                                          <p:attrName>ppt_h</p:attrName>
                                        </p:attrNameLst>
                                      </p:cBhvr>
                                      <p:tavLst>
                                        <p:tav tm="0">
                                          <p:val>
                                            <p:fltVal val="0"/>
                                          </p:val>
                                        </p:tav>
                                        <p:tav tm="100000">
                                          <p:val>
                                            <p:strVal val="#ppt_h"/>
                                          </p:val>
                                        </p:tav>
                                      </p:tavLst>
                                    </p:anim>
                                    <p:animEffect transition="in" filter="fade">
                                      <p:cBhvr>
                                        <p:cTn id="37" dur="500"/>
                                        <p:tgtEl>
                                          <p:spTgt spid="146"/>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147"/>
                                        </p:tgtEl>
                                        <p:attrNameLst>
                                          <p:attrName>style.visibility</p:attrName>
                                        </p:attrNameLst>
                                      </p:cBhvr>
                                      <p:to>
                                        <p:strVal val="visible"/>
                                      </p:to>
                                    </p:set>
                                    <p:anim calcmode="lin" valueType="num">
                                      <p:cBhvr>
                                        <p:cTn id="41" dur="500" fill="hold"/>
                                        <p:tgtEl>
                                          <p:spTgt spid="147"/>
                                        </p:tgtEl>
                                        <p:attrNameLst>
                                          <p:attrName>ppt_w</p:attrName>
                                        </p:attrNameLst>
                                      </p:cBhvr>
                                      <p:tavLst>
                                        <p:tav tm="0">
                                          <p:val>
                                            <p:fltVal val="0"/>
                                          </p:val>
                                        </p:tav>
                                        <p:tav tm="100000">
                                          <p:val>
                                            <p:strVal val="#ppt_w"/>
                                          </p:val>
                                        </p:tav>
                                      </p:tavLst>
                                    </p:anim>
                                    <p:anim calcmode="lin" valueType="num">
                                      <p:cBhvr>
                                        <p:cTn id="42" dur="500" fill="hold"/>
                                        <p:tgtEl>
                                          <p:spTgt spid="147"/>
                                        </p:tgtEl>
                                        <p:attrNameLst>
                                          <p:attrName>ppt_h</p:attrName>
                                        </p:attrNameLst>
                                      </p:cBhvr>
                                      <p:tavLst>
                                        <p:tav tm="0">
                                          <p:val>
                                            <p:fltVal val="0"/>
                                          </p:val>
                                        </p:tav>
                                        <p:tav tm="100000">
                                          <p:val>
                                            <p:strVal val="#ppt_h"/>
                                          </p:val>
                                        </p:tav>
                                      </p:tavLst>
                                    </p:anim>
                                    <p:animEffect transition="in" filter="fade">
                                      <p:cBhvr>
                                        <p:cTn id="43" dur="500"/>
                                        <p:tgtEl>
                                          <p:spTgt spid="147"/>
                                        </p:tgtEl>
                                      </p:cBhvr>
                                    </p:animEffect>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149"/>
                                        </p:tgtEl>
                                        <p:attrNameLst>
                                          <p:attrName>style.visibility</p:attrName>
                                        </p:attrNameLst>
                                      </p:cBhvr>
                                      <p:to>
                                        <p:strVal val="visible"/>
                                      </p:to>
                                    </p:set>
                                    <p:anim calcmode="lin" valueType="num">
                                      <p:cBhvr>
                                        <p:cTn id="47" dur="500" fill="hold"/>
                                        <p:tgtEl>
                                          <p:spTgt spid="149"/>
                                        </p:tgtEl>
                                        <p:attrNameLst>
                                          <p:attrName>ppt_w</p:attrName>
                                        </p:attrNameLst>
                                      </p:cBhvr>
                                      <p:tavLst>
                                        <p:tav tm="0">
                                          <p:val>
                                            <p:fltVal val="0"/>
                                          </p:val>
                                        </p:tav>
                                        <p:tav tm="100000">
                                          <p:val>
                                            <p:strVal val="#ppt_w"/>
                                          </p:val>
                                        </p:tav>
                                      </p:tavLst>
                                    </p:anim>
                                    <p:anim calcmode="lin" valueType="num">
                                      <p:cBhvr>
                                        <p:cTn id="48" dur="500" fill="hold"/>
                                        <p:tgtEl>
                                          <p:spTgt spid="149"/>
                                        </p:tgtEl>
                                        <p:attrNameLst>
                                          <p:attrName>ppt_h</p:attrName>
                                        </p:attrNameLst>
                                      </p:cBhvr>
                                      <p:tavLst>
                                        <p:tav tm="0">
                                          <p:val>
                                            <p:fltVal val="0"/>
                                          </p:val>
                                        </p:tav>
                                        <p:tav tm="100000">
                                          <p:val>
                                            <p:strVal val="#ppt_h"/>
                                          </p:val>
                                        </p:tav>
                                      </p:tavLst>
                                    </p:anim>
                                    <p:animEffect transition="in" filter="fade">
                                      <p:cBhvr>
                                        <p:cTn id="49" dur="500"/>
                                        <p:tgtEl>
                                          <p:spTgt spid="149"/>
                                        </p:tgtEl>
                                      </p:cBhvr>
                                    </p:animEffect>
                                  </p:childTnLst>
                                </p:cTn>
                              </p:par>
                            </p:childTnLst>
                          </p:cTn>
                        </p:par>
                        <p:par>
                          <p:cTn id="50" fill="hold">
                            <p:stCondLst>
                              <p:cond delay="4500"/>
                            </p:stCondLst>
                            <p:childTnLst>
                              <p:par>
                                <p:cTn id="51" presetID="2" presetClass="entr" presetSubtype="8" accel="50000" decel="50000" fill="hold" grpId="0" nodeType="afterEffect">
                                  <p:stCondLst>
                                    <p:cond delay="0"/>
                                  </p:stCondLst>
                                  <p:childTnLst>
                                    <p:set>
                                      <p:cBhvr>
                                        <p:cTn id="52" dur="1" fill="hold">
                                          <p:stCondLst>
                                            <p:cond delay="0"/>
                                          </p:stCondLst>
                                        </p:cTn>
                                        <p:tgtEl>
                                          <p:spTgt spid="104"/>
                                        </p:tgtEl>
                                        <p:attrNameLst>
                                          <p:attrName>style.visibility</p:attrName>
                                        </p:attrNameLst>
                                      </p:cBhvr>
                                      <p:to>
                                        <p:strVal val="visible"/>
                                      </p:to>
                                    </p:set>
                                    <p:anim calcmode="lin" valueType="num">
                                      <p:cBhvr additive="base">
                                        <p:cTn id="53" dur="500" fill="hold"/>
                                        <p:tgtEl>
                                          <p:spTgt spid="104"/>
                                        </p:tgtEl>
                                        <p:attrNameLst>
                                          <p:attrName>ppt_x</p:attrName>
                                        </p:attrNameLst>
                                      </p:cBhvr>
                                      <p:tavLst>
                                        <p:tav tm="0">
                                          <p:val>
                                            <p:strVal val="0-#ppt_w/2"/>
                                          </p:val>
                                        </p:tav>
                                        <p:tav tm="100000">
                                          <p:val>
                                            <p:strVal val="#ppt_x"/>
                                          </p:val>
                                        </p:tav>
                                      </p:tavLst>
                                    </p:anim>
                                    <p:anim calcmode="lin" valueType="num">
                                      <p:cBhvr additive="base">
                                        <p:cTn id="54" dur="500" fill="hold"/>
                                        <p:tgtEl>
                                          <p:spTgt spid="104"/>
                                        </p:tgtEl>
                                        <p:attrNameLst>
                                          <p:attrName>ppt_y</p:attrName>
                                        </p:attrNameLst>
                                      </p:cBhvr>
                                      <p:tavLst>
                                        <p:tav tm="0">
                                          <p:val>
                                            <p:strVal val="#ppt_y"/>
                                          </p:val>
                                        </p:tav>
                                        <p:tav tm="100000">
                                          <p:val>
                                            <p:strVal val="#ppt_y"/>
                                          </p:val>
                                        </p:tav>
                                      </p:tavLst>
                                    </p:anim>
                                  </p:childTnLst>
                                </p:cTn>
                              </p:par>
                            </p:childTnLst>
                          </p:cTn>
                        </p:par>
                        <p:par>
                          <p:cTn id="55" fill="hold">
                            <p:stCondLst>
                              <p:cond delay="5000"/>
                            </p:stCondLst>
                            <p:childTnLst>
                              <p:par>
                                <p:cTn id="56" presetID="2" presetClass="entr" presetSubtype="8" accel="50000" decel="50000" fill="hold" grpId="0" nodeType="afterEffect">
                                  <p:stCondLst>
                                    <p:cond delay="0"/>
                                  </p:stCondLst>
                                  <p:childTnLst>
                                    <p:set>
                                      <p:cBhvr>
                                        <p:cTn id="57" dur="1" fill="hold">
                                          <p:stCondLst>
                                            <p:cond delay="0"/>
                                          </p:stCondLst>
                                        </p:cTn>
                                        <p:tgtEl>
                                          <p:spTgt spid="103"/>
                                        </p:tgtEl>
                                        <p:attrNameLst>
                                          <p:attrName>style.visibility</p:attrName>
                                        </p:attrNameLst>
                                      </p:cBhvr>
                                      <p:to>
                                        <p:strVal val="visible"/>
                                      </p:to>
                                    </p:set>
                                    <p:anim calcmode="lin" valueType="num">
                                      <p:cBhvr additive="base">
                                        <p:cTn id="58" dur="500" fill="hold"/>
                                        <p:tgtEl>
                                          <p:spTgt spid="103"/>
                                        </p:tgtEl>
                                        <p:attrNameLst>
                                          <p:attrName>ppt_x</p:attrName>
                                        </p:attrNameLst>
                                      </p:cBhvr>
                                      <p:tavLst>
                                        <p:tav tm="0">
                                          <p:val>
                                            <p:strVal val="0-#ppt_w/2"/>
                                          </p:val>
                                        </p:tav>
                                        <p:tav tm="100000">
                                          <p:val>
                                            <p:strVal val="#ppt_x"/>
                                          </p:val>
                                        </p:tav>
                                      </p:tavLst>
                                    </p:anim>
                                    <p:anim calcmode="lin" valueType="num">
                                      <p:cBhvr additive="base">
                                        <p:cTn id="59" dur="500" fill="hold"/>
                                        <p:tgtEl>
                                          <p:spTgt spid="103"/>
                                        </p:tgtEl>
                                        <p:attrNameLst>
                                          <p:attrName>ppt_y</p:attrName>
                                        </p:attrNameLst>
                                      </p:cBhvr>
                                      <p:tavLst>
                                        <p:tav tm="0">
                                          <p:val>
                                            <p:strVal val="#ppt_y"/>
                                          </p:val>
                                        </p:tav>
                                        <p:tav tm="100000">
                                          <p:val>
                                            <p:strVal val="#ppt_y"/>
                                          </p:val>
                                        </p:tav>
                                      </p:tavLst>
                                    </p:anim>
                                  </p:childTnLst>
                                </p:cTn>
                              </p:par>
                            </p:childTnLst>
                          </p:cTn>
                        </p:par>
                        <p:par>
                          <p:cTn id="60" fill="hold">
                            <p:stCondLst>
                              <p:cond delay="5500"/>
                            </p:stCondLst>
                            <p:childTnLst>
                              <p:par>
                                <p:cTn id="61" presetID="2" presetClass="entr" presetSubtype="8" accel="50000" decel="50000" fill="hold" grpId="0" nodeType="afterEffect">
                                  <p:stCondLst>
                                    <p:cond delay="0"/>
                                  </p:stCondLst>
                                  <p:childTnLst>
                                    <p:set>
                                      <p:cBhvr>
                                        <p:cTn id="62" dur="1" fill="hold">
                                          <p:stCondLst>
                                            <p:cond delay="0"/>
                                          </p:stCondLst>
                                        </p:cTn>
                                        <p:tgtEl>
                                          <p:spTgt spid="102"/>
                                        </p:tgtEl>
                                        <p:attrNameLst>
                                          <p:attrName>style.visibility</p:attrName>
                                        </p:attrNameLst>
                                      </p:cBhvr>
                                      <p:to>
                                        <p:strVal val="visible"/>
                                      </p:to>
                                    </p:set>
                                    <p:anim calcmode="lin" valueType="num">
                                      <p:cBhvr additive="base">
                                        <p:cTn id="63" dur="500" fill="hold"/>
                                        <p:tgtEl>
                                          <p:spTgt spid="102"/>
                                        </p:tgtEl>
                                        <p:attrNameLst>
                                          <p:attrName>ppt_x</p:attrName>
                                        </p:attrNameLst>
                                      </p:cBhvr>
                                      <p:tavLst>
                                        <p:tav tm="0">
                                          <p:val>
                                            <p:strVal val="0-#ppt_w/2"/>
                                          </p:val>
                                        </p:tav>
                                        <p:tav tm="100000">
                                          <p:val>
                                            <p:strVal val="#ppt_x"/>
                                          </p:val>
                                        </p:tav>
                                      </p:tavLst>
                                    </p:anim>
                                    <p:anim calcmode="lin" valueType="num">
                                      <p:cBhvr additive="base">
                                        <p:cTn id="64" dur="500" fill="hold"/>
                                        <p:tgtEl>
                                          <p:spTgt spid="102"/>
                                        </p:tgtEl>
                                        <p:attrNameLst>
                                          <p:attrName>ppt_y</p:attrName>
                                        </p:attrNameLst>
                                      </p:cBhvr>
                                      <p:tavLst>
                                        <p:tav tm="0">
                                          <p:val>
                                            <p:strVal val="#ppt_y"/>
                                          </p:val>
                                        </p:tav>
                                        <p:tav tm="100000">
                                          <p:val>
                                            <p:strVal val="#ppt_y"/>
                                          </p:val>
                                        </p:tav>
                                      </p:tavLst>
                                    </p:anim>
                                  </p:childTnLst>
                                </p:cTn>
                              </p:par>
                            </p:childTnLst>
                          </p:cTn>
                        </p:par>
                        <p:par>
                          <p:cTn id="65" fill="hold">
                            <p:stCondLst>
                              <p:cond delay="6000"/>
                            </p:stCondLst>
                            <p:childTnLst>
                              <p:par>
                                <p:cTn id="66" presetID="2" presetClass="entr" presetSubtype="2" accel="50000" decel="50000" fill="hold" grpId="0" nodeType="afterEffect">
                                  <p:stCondLst>
                                    <p:cond delay="0"/>
                                  </p:stCondLst>
                                  <p:childTnLst>
                                    <p:set>
                                      <p:cBhvr>
                                        <p:cTn id="67" dur="1" fill="hold">
                                          <p:stCondLst>
                                            <p:cond delay="0"/>
                                          </p:stCondLst>
                                        </p:cTn>
                                        <p:tgtEl>
                                          <p:spTgt spid="101"/>
                                        </p:tgtEl>
                                        <p:attrNameLst>
                                          <p:attrName>style.visibility</p:attrName>
                                        </p:attrNameLst>
                                      </p:cBhvr>
                                      <p:to>
                                        <p:strVal val="visible"/>
                                      </p:to>
                                    </p:set>
                                    <p:anim calcmode="lin" valueType="num">
                                      <p:cBhvr additive="base">
                                        <p:cTn id="68" dur="500" fill="hold"/>
                                        <p:tgtEl>
                                          <p:spTgt spid="101"/>
                                        </p:tgtEl>
                                        <p:attrNameLst>
                                          <p:attrName>ppt_x</p:attrName>
                                        </p:attrNameLst>
                                      </p:cBhvr>
                                      <p:tavLst>
                                        <p:tav tm="0">
                                          <p:val>
                                            <p:strVal val="1+#ppt_w/2"/>
                                          </p:val>
                                        </p:tav>
                                        <p:tav tm="100000">
                                          <p:val>
                                            <p:strVal val="#ppt_x"/>
                                          </p:val>
                                        </p:tav>
                                      </p:tavLst>
                                    </p:anim>
                                    <p:anim calcmode="lin" valueType="num">
                                      <p:cBhvr additive="base">
                                        <p:cTn id="69" dur="500" fill="hold"/>
                                        <p:tgtEl>
                                          <p:spTgt spid="101"/>
                                        </p:tgtEl>
                                        <p:attrNameLst>
                                          <p:attrName>ppt_y</p:attrName>
                                        </p:attrNameLst>
                                      </p:cBhvr>
                                      <p:tavLst>
                                        <p:tav tm="0">
                                          <p:val>
                                            <p:strVal val="#ppt_y"/>
                                          </p:val>
                                        </p:tav>
                                        <p:tav tm="100000">
                                          <p:val>
                                            <p:strVal val="#ppt_y"/>
                                          </p:val>
                                        </p:tav>
                                      </p:tavLst>
                                    </p:anim>
                                  </p:childTnLst>
                                </p:cTn>
                              </p:par>
                            </p:childTnLst>
                          </p:cTn>
                        </p:par>
                        <p:par>
                          <p:cTn id="70" fill="hold">
                            <p:stCondLst>
                              <p:cond delay="6500"/>
                            </p:stCondLst>
                            <p:childTnLst>
                              <p:par>
                                <p:cTn id="71" presetID="2" presetClass="entr" presetSubtype="2" accel="50000" decel="50000" fill="hold" grpId="0" nodeType="afterEffect">
                                  <p:stCondLst>
                                    <p:cond delay="0"/>
                                  </p:stCondLst>
                                  <p:childTnLst>
                                    <p:set>
                                      <p:cBhvr>
                                        <p:cTn id="72" dur="1" fill="hold">
                                          <p:stCondLst>
                                            <p:cond delay="0"/>
                                          </p:stCondLst>
                                        </p:cTn>
                                        <p:tgtEl>
                                          <p:spTgt spid="105"/>
                                        </p:tgtEl>
                                        <p:attrNameLst>
                                          <p:attrName>style.visibility</p:attrName>
                                        </p:attrNameLst>
                                      </p:cBhvr>
                                      <p:to>
                                        <p:strVal val="visible"/>
                                      </p:to>
                                    </p:set>
                                    <p:anim calcmode="lin" valueType="num">
                                      <p:cBhvr additive="base">
                                        <p:cTn id="73" dur="500" fill="hold"/>
                                        <p:tgtEl>
                                          <p:spTgt spid="105"/>
                                        </p:tgtEl>
                                        <p:attrNameLst>
                                          <p:attrName>ppt_x</p:attrName>
                                        </p:attrNameLst>
                                      </p:cBhvr>
                                      <p:tavLst>
                                        <p:tav tm="0">
                                          <p:val>
                                            <p:strVal val="1+#ppt_w/2"/>
                                          </p:val>
                                        </p:tav>
                                        <p:tav tm="100000">
                                          <p:val>
                                            <p:strVal val="#ppt_x"/>
                                          </p:val>
                                        </p:tav>
                                      </p:tavLst>
                                    </p:anim>
                                    <p:anim calcmode="lin" valueType="num">
                                      <p:cBhvr additive="base">
                                        <p:cTn id="74" dur="500" fill="hold"/>
                                        <p:tgtEl>
                                          <p:spTgt spid="105"/>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 presetClass="entr" presetSubtype="2" accel="50000" decel="50000" fill="hold" grpId="0" nodeType="afterEffect">
                                  <p:stCondLst>
                                    <p:cond delay="0"/>
                                  </p:stCondLst>
                                  <p:childTnLst>
                                    <p:set>
                                      <p:cBhvr>
                                        <p:cTn id="77" dur="1" fill="hold">
                                          <p:stCondLst>
                                            <p:cond delay="0"/>
                                          </p:stCondLst>
                                        </p:cTn>
                                        <p:tgtEl>
                                          <p:spTgt spid="106"/>
                                        </p:tgtEl>
                                        <p:attrNameLst>
                                          <p:attrName>style.visibility</p:attrName>
                                        </p:attrNameLst>
                                      </p:cBhvr>
                                      <p:to>
                                        <p:strVal val="visible"/>
                                      </p:to>
                                    </p:set>
                                    <p:anim calcmode="lin" valueType="num">
                                      <p:cBhvr additive="base">
                                        <p:cTn id="78" dur="500" fill="hold"/>
                                        <p:tgtEl>
                                          <p:spTgt spid="106"/>
                                        </p:tgtEl>
                                        <p:attrNameLst>
                                          <p:attrName>ppt_x</p:attrName>
                                        </p:attrNameLst>
                                      </p:cBhvr>
                                      <p:tavLst>
                                        <p:tav tm="0">
                                          <p:val>
                                            <p:strVal val="1+#ppt_w/2"/>
                                          </p:val>
                                        </p:tav>
                                        <p:tav tm="100000">
                                          <p:val>
                                            <p:strVal val="#ppt_x"/>
                                          </p:val>
                                        </p:tav>
                                      </p:tavLst>
                                    </p:anim>
                                    <p:anim calcmode="lin" valueType="num">
                                      <p:cBhvr additive="base">
                                        <p:cTn id="79" dur="500" fill="hold"/>
                                        <p:tgtEl>
                                          <p:spTgt spid="1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animBg="1"/>
      <p:bldP spid="143" grpId="0" animBg="1"/>
      <p:bldP spid="144" grpId="0" animBg="1"/>
      <p:bldP spid="145" grpId="0" animBg="1"/>
      <p:bldP spid="146" grpId="0" animBg="1"/>
      <p:bldP spid="147" grpId="0" animBg="1"/>
      <p:bldP spid="149" grpId="0" animBg="1"/>
      <p:bldP spid="101" grpId="0"/>
      <p:bldP spid="102" grpId="0"/>
      <p:bldP spid="103" grpId="0"/>
      <p:bldP spid="104" grpId="0"/>
      <p:bldP spid="105" grpId="0"/>
      <p:bldP spid="106"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Data Storage Infographic</a:t>
            </a:r>
          </a:p>
        </p:txBody>
      </p:sp>
      <p:sp>
        <p:nvSpPr>
          <p:cNvPr id="3" name="Text Placeholder 2"/>
          <p:cNvSpPr>
            <a:spLocks noGrp="1"/>
          </p:cNvSpPr>
          <p:nvPr>
            <p:ph type="body" sz="half" idx="2"/>
          </p:nvPr>
        </p:nvSpPr>
        <p:spPr/>
        <p:txBody>
          <a:bodyPr/>
          <a:lstStyle/>
          <a:p>
            <a:r>
              <a:rPr lang="en-US" dirty="0"/>
              <a:t>Data Storage Infographic</a:t>
            </a:r>
          </a:p>
        </p:txBody>
      </p:sp>
      <p:sp>
        <p:nvSpPr>
          <p:cNvPr id="4" name="Slide Number Placeholder 3"/>
          <p:cNvSpPr>
            <a:spLocks noGrp="1"/>
          </p:cNvSpPr>
          <p:nvPr>
            <p:ph type="sldNum" sz="quarter" idx="12"/>
          </p:nvPr>
        </p:nvSpPr>
        <p:spPr/>
        <p:txBody>
          <a:bodyPr/>
          <a:lstStyle/>
          <a:p>
            <a:fld id="{C136B7D2-B98C-44FD-8D04-7EC62A564975}" type="slidenum">
              <a:rPr lang="en-US" smtClean="0"/>
              <a:pPr/>
              <a:t>230</a:t>
            </a:fld>
            <a:endParaRPr lang="en-US" dirty="0"/>
          </a:p>
        </p:txBody>
      </p:sp>
      <p:sp>
        <p:nvSpPr>
          <p:cNvPr id="13" name="Arc 12"/>
          <p:cNvSpPr/>
          <p:nvPr/>
        </p:nvSpPr>
        <p:spPr>
          <a:xfrm>
            <a:off x="3217420" y="1481964"/>
            <a:ext cx="2754880" cy="2754880"/>
          </a:xfrm>
          <a:prstGeom prst="arc">
            <a:avLst>
              <a:gd name="adj1" fmla="val 21578092"/>
              <a:gd name="adj2" fmla="val 21526726"/>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0" name="Freeform 6"/>
          <p:cNvSpPr>
            <a:spLocks/>
          </p:cNvSpPr>
          <p:nvPr/>
        </p:nvSpPr>
        <p:spPr bwMode="auto">
          <a:xfrm>
            <a:off x="3696017" y="2310568"/>
            <a:ext cx="1797687" cy="1097673"/>
          </a:xfrm>
          <a:custGeom>
            <a:avLst/>
            <a:gdLst/>
            <a:ahLst/>
            <a:cxnLst>
              <a:cxn ang="0">
                <a:pos x="564" y="563"/>
              </a:cxn>
              <a:cxn ang="0">
                <a:pos x="534" y="561"/>
              </a:cxn>
              <a:cxn ang="0">
                <a:pos x="410" y="490"/>
              </a:cxn>
              <a:cxn ang="0">
                <a:pos x="311" y="537"/>
              </a:cxn>
              <a:cxn ang="0">
                <a:pos x="288" y="535"/>
              </a:cxn>
              <a:cxn ang="0">
                <a:pos x="202" y="453"/>
              </a:cxn>
              <a:cxn ang="0">
                <a:pos x="153" y="459"/>
              </a:cxn>
              <a:cxn ang="0">
                <a:pos x="24" y="388"/>
              </a:cxn>
              <a:cxn ang="0">
                <a:pos x="27" y="250"/>
              </a:cxn>
              <a:cxn ang="0">
                <a:pos x="120" y="191"/>
              </a:cxn>
              <a:cxn ang="0">
                <a:pos x="131" y="191"/>
              </a:cxn>
              <a:cxn ang="0">
                <a:pos x="219" y="126"/>
              </a:cxn>
              <a:cxn ang="0">
                <a:pos x="246" y="129"/>
              </a:cxn>
              <a:cxn ang="0">
                <a:pos x="399" y="0"/>
              </a:cxn>
              <a:cxn ang="0">
                <a:pos x="408" y="0"/>
              </a:cxn>
              <a:cxn ang="0">
                <a:pos x="557" y="78"/>
              </a:cxn>
              <a:cxn ang="0">
                <a:pos x="626" y="64"/>
              </a:cxn>
              <a:cxn ang="0">
                <a:pos x="712" y="96"/>
              </a:cxn>
              <a:cxn ang="0">
                <a:pos x="761" y="209"/>
              </a:cxn>
              <a:cxn ang="0">
                <a:pos x="779" y="208"/>
              </a:cxn>
              <a:cxn ang="0">
                <a:pos x="898" y="261"/>
              </a:cxn>
              <a:cxn ang="0">
                <a:pos x="903" y="383"/>
              </a:cxn>
              <a:cxn ang="0">
                <a:pos x="817" y="445"/>
              </a:cxn>
              <a:cxn ang="0">
                <a:pos x="739" y="487"/>
              </a:cxn>
              <a:cxn ang="0">
                <a:pos x="699" y="481"/>
              </a:cxn>
              <a:cxn ang="0">
                <a:pos x="564" y="563"/>
              </a:cxn>
            </a:cxnLst>
            <a:rect l="0" t="0" r="r" b="b"/>
            <a:pathLst>
              <a:path w="924" h="563">
                <a:moveTo>
                  <a:pt x="564" y="563"/>
                </a:moveTo>
                <a:cubicBezTo>
                  <a:pt x="554" y="563"/>
                  <a:pt x="544" y="563"/>
                  <a:pt x="534" y="561"/>
                </a:cubicBezTo>
                <a:cubicBezTo>
                  <a:pt x="444" y="548"/>
                  <a:pt x="418" y="511"/>
                  <a:pt x="410" y="490"/>
                </a:cubicBezTo>
                <a:cubicBezTo>
                  <a:pt x="395" y="507"/>
                  <a:pt x="361" y="537"/>
                  <a:pt x="311" y="537"/>
                </a:cubicBezTo>
                <a:cubicBezTo>
                  <a:pt x="304" y="537"/>
                  <a:pt x="296" y="536"/>
                  <a:pt x="288" y="535"/>
                </a:cubicBezTo>
                <a:cubicBezTo>
                  <a:pt x="221" y="523"/>
                  <a:pt x="205" y="473"/>
                  <a:pt x="202" y="453"/>
                </a:cubicBezTo>
                <a:cubicBezTo>
                  <a:pt x="192" y="455"/>
                  <a:pt x="174" y="459"/>
                  <a:pt x="153" y="459"/>
                </a:cubicBezTo>
                <a:cubicBezTo>
                  <a:pt x="112" y="459"/>
                  <a:pt x="56" y="446"/>
                  <a:pt x="24" y="388"/>
                </a:cubicBezTo>
                <a:cubicBezTo>
                  <a:pt x="0" y="345"/>
                  <a:pt x="2" y="294"/>
                  <a:pt x="27" y="250"/>
                </a:cubicBezTo>
                <a:cubicBezTo>
                  <a:pt x="49" y="214"/>
                  <a:pt x="85" y="191"/>
                  <a:pt x="120" y="191"/>
                </a:cubicBezTo>
                <a:cubicBezTo>
                  <a:pt x="124" y="191"/>
                  <a:pt x="127" y="191"/>
                  <a:pt x="131" y="191"/>
                </a:cubicBezTo>
                <a:cubicBezTo>
                  <a:pt x="136" y="174"/>
                  <a:pt x="157" y="126"/>
                  <a:pt x="219" y="126"/>
                </a:cubicBezTo>
                <a:cubicBezTo>
                  <a:pt x="227" y="126"/>
                  <a:pt x="236" y="127"/>
                  <a:pt x="246" y="129"/>
                </a:cubicBezTo>
                <a:cubicBezTo>
                  <a:pt x="251" y="101"/>
                  <a:pt x="278" y="4"/>
                  <a:pt x="399" y="0"/>
                </a:cubicBezTo>
                <a:cubicBezTo>
                  <a:pt x="402" y="0"/>
                  <a:pt x="405" y="0"/>
                  <a:pt x="408" y="0"/>
                </a:cubicBezTo>
                <a:cubicBezTo>
                  <a:pt x="508" y="0"/>
                  <a:pt x="546" y="59"/>
                  <a:pt x="557" y="78"/>
                </a:cubicBezTo>
                <a:cubicBezTo>
                  <a:pt x="568" y="74"/>
                  <a:pt x="595" y="64"/>
                  <a:pt x="626" y="64"/>
                </a:cubicBezTo>
                <a:cubicBezTo>
                  <a:pt x="659" y="64"/>
                  <a:pt x="688" y="75"/>
                  <a:pt x="712" y="96"/>
                </a:cubicBezTo>
                <a:cubicBezTo>
                  <a:pt x="763" y="143"/>
                  <a:pt x="764" y="189"/>
                  <a:pt x="761" y="209"/>
                </a:cubicBezTo>
                <a:cubicBezTo>
                  <a:pt x="766" y="209"/>
                  <a:pt x="772" y="208"/>
                  <a:pt x="779" y="208"/>
                </a:cubicBezTo>
                <a:cubicBezTo>
                  <a:pt x="809" y="208"/>
                  <a:pt x="864" y="215"/>
                  <a:pt x="898" y="261"/>
                </a:cubicBezTo>
                <a:cubicBezTo>
                  <a:pt x="922" y="293"/>
                  <a:pt x="924" y="340"/>
                  <a:pt x="903" y="383"/>
                </a:cubicBezTo>
                <a:cubicBezTo>
                  <a:pt x="884" y="421"/>
                  <a:pt x="851" y="444"/>
                  <a:pt x="817" y="445"/>
                </a:cubicBezTo>
                <a:cubicBezTo>
                  <a:pt x="810" y="456"/>
                  <a:pt x="787" y="487"/>
                  <a:pt x="739" y="487"/>
                </a:cubicBezTo>
                <a:cubicBezTo>
                  <a:pt x="726" y="487"/>
                  <a:pt x="713" y="485"/>
                  <a:pt x="699" y="481"/>
                </a:cubicBezTo>
                <a:cubicBezTo>
                  <a:pt x="689" y="501"/>
                  <a:pt x="651" y="563"/>
                  <a:pt x="564" y="563"/>
                </a:cubicBez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5"/>
          <p:cNvSpPr>
            <a:spLocks noEditPoints="1"/>
          </p:cNvSpPr>
          <p:nvPr/>
        </p:nvSpPr>
        <p:spPr bwMode="auto">
          <a:xfrm>
            <a:off x="4278152" y="2542697"/>
            <a:ext cx="633416" cy="633415"/>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 name="Group 14"/>
          <p:cNvGrpSpPr/>
          <p:nvPr/>
        </p:nvGrpSpPr>
        <p:grpSpPr>
          <a:xfrm>
            <a:off x="3323671" y="1443744"/>
            <a:ext cx="770510" cy="770510"/>
            <a:chOff x="2786183" y="1189182"/>
            <a:chExt cx="921712" cy="921712"/>
          </a:xfrm>
        </p:grpSpPr>
        <p:sp>
          <p:nvSpPr>
            <p:cNvPr id="16" name="Oval 15"/>
            <p:cNvSpPr/>
            <p:nvPr/>
          </p:nvSpPr>
          <p:spPr>
            <a:xfrm>
              <a:off x="2786183" y="1189182"/>
              <a:ext cx="921712" cy="9217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Oval 16"/>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17"/>
          <p:cNvGrpSpPr/>
          <p:nvPr/>
        </p:nvGrpSpPr>
        <p:grpSpPr>
          <a:xfrm>
            <a:off x="5057319" y="1443744"/>
            <a:ext cx="770510" cy="770510"/>
            <a:chOff x="2786183" y="1189182"/>
            <a:chExt cx="921712" cy="921712"/>
          </a:xfrm>
        </p:grpSpPr>
        <p:sp>
          <p:nvSpPr>
            <p:cNvPr id="19" name="Oval 18"/>
            <p:cNvSpPr/>
            <p:nvPr/>
          </p:nvSpPr>
          <p:spPr>
            <a:xfrm>
              <a:off x="2786183" y="1189182"/>
              <a:ext cx="921712" cy="9217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Oval 19"/>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20"/>
          <p:cNvGrpSpPr/>
          <p:nvPr/>
        </p:nvGrpSpPr>
        <p:grpSpPr>
          <a:xfrm>
            <a:off x="3323671" y="3565346"/>
            <a:ext cx="770510" cy="770510"/>
            <a:chOff x="2786183" y="1189182"/>
            <a:chExt cx="921712" cy="921712"/>
          </a:xfrm>
        </p:grpSpPr>
        <p:sp>
          <p:nvSpPr>
            <p:cNvPr id="22" name="Oval 21"/>
            <p:cNvSpPr/>
            <p:nvPr/>
          </p:nvSpPr>
          <p:spPr>
            <a:xfrm>
              <a:off x="2786183" y="1189182"/>
              <a:ext cx="921712" cy="9217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23"/>
          <p:cNvGrpSpPr/>
          <p:nvPr/>
        </p:nvGrpSpPr>
        <p:grpSpPr>
          <a:xfrm>
            <a:off x="5057319" y="3565346"/>
            <a:ext cx="770510" cy="770510"/>
            <a:chOff x="2786183" y="1189182"/>
            <a:chExt cx="921712" cy="921712"/>
          </a:xfrm>
        </p:grpSpPr>
        <p:sp>
          <p:nvSpPr>
            <p:cNvPr id="25" name="Oval 24"/>
            <p:cNvSpPr/>
            <p:nvPr/>
          </p:nvSpPr>
          <p:spPr>
            <a:xfrm>
              <a:off x="2786183" y="1189182"/>
              <a:ext cx="921712" cy="9217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Oval 25"/>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26"/>
          <p:cNvGrpSpPr/>
          <p:nvPr/>
        </p:nvGrpSpPr>
        <p:grpSpPr>
          <a:xfrm>
            <a:off x="5587045" y="2496259"/>
            <a:ext cx="770510" cy="770510"/>
            <a:chOff x="2786183" y="1189182"/>
            <a:chExt cx="921712" cy="921712"/>
          </a:xfrm>
        </p:grpSpPr>
        <p:sp>
          <p:nvSpPr>
            <p:cNvPr id="28" name="Oval 27"/>
            <p:cNvSpPr/>
            <p:nvPr/>
          </p:nvSpPr>
          <p:spPr>
            <a:xfrm>
              <a:off x="2786183" y="1189182"/>
              <a:ext cx="921712" cy="9217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28"/>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29"/>
          <p:cNvGrpSpPr/>
          <p:nvPr/>
        </p:nvGrpSpPr>
        <p:grpSpPr>
          <a:xfrm>
            <a:off x="2832165" y="2496259"/>
            <a:ext cx="770510" cy="770510"/>
            <a:chOff x="2786183" y="1189182"/>
            <a:chExt cx="921712" cy="921712"/>
          </a:xfrm>
        </p:grpSpPr>
        <p:sp>
          <p:nvSpPr>
            <p:cNvPr id="31" name="Oval 30"/>
            <p:cNvSpPr/>
            <p:nvPr/>
          </p:nvSpPr>
          <p:spPr>
            <a:xfrm>
              <a:off x="2786183" y="1189182"/>
              <a:ext cx="921712" cy="9217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Freeform 5"/>
          <p:cNvSpPr>
            <a:spLocks noEditPoints="1"/>
          </p:cNvSpPr>
          <p:nvPr/>
        </p:nvSpPr>
        <p:spPr bwMode="auto">
          <a:xfrm>
            <a:off x="3526927" y="1591531"/>
            <a:ext cx="351270" cy="415137"/>
          </a:xfrm>
          <a:custGeom>
            <a:avLst/>
            <a:gdLst/>
            <a:ahLst/>
            <a:cxnLst>
              <a:cxn ang="0">
                <a:pos x="250" y="250"/>
              </a:cxn>
              <a:cxn ang="0">
                <a:pos x="125" y="296"/>
              </a:cxn>
              <a:cxn ang="0">
                <a:pos x="0" y="250"/>
              </a:cxn>
              <a:cxn ang="0">
                <a:pos x="66" y="210"/>
              </a:cxn>
              <a:cxn ang="0">
                <a:pos x="79" y="219"/>
              </a:cxn>
              <a:cxn ang="0">
                <a:pos x="70" y="232"/>
              </a:cxn>
              <a:cxn ang="0">
                <a:pos x="23" y="251"/>
              </a:cxn>
              <a:cxn ang="0">
                <a:pos x="125" y="273"/>
              </a:cxn>
              <a:cxn ang="0">
                <a:pos x="228" y="250"/>
              </a:cxn>
              <a:cxn ang="0">
                <a:pos x="180" y="232"/>
              </a:cxn>
              <a:cxn ang="0">
                <a:pos x="171" y="219"/>
              </a:cxn>
              <a:cxn ang="0">
                <a:pos x="184" y="210"/>
              </a:cxn>
              <a:cxn ang="0">
                <a:pos x="250" y="250"/>
              </a:cxn>
              <a:cxn ang="0">
                <a:pos x="80" y="182"/>
              </a:cxn>
              <a:cxn ang="0">
                <a:pos x="91" y="182"/>
              </a:cxn>
              <a:cxn ang="0">
                <a:pos x="91" y="250"/>
              </a:cxn>
              <a:cxn ang="0">
                <a:pos x="102" y="262"/>
              </a:cxn>
              <a:cxn ang="0">
                <a:pos x="148" y="262"/>
              </a:cxn>
              <a:cxn ang="0">
                <a:pos x="159" y="250"/>
              </a:cxn>
              <a:cxn ang="0">
                <a:pos x="159" y="182"/>
              </a:cxn>
              <a:cxn ang="0">
                <a:pos x="171" y="182"/>
              </a:cxn>
              <a:cxn ang="0">
                <a:pos x="182" y="171"/>
              </a:cxn>
              <a:cxn ang="0">
                <a:pos x="182" y="102"/>
              </a:cxn>
              <a:cxn ang="0">
                <a:pos x="157" y="82"/>
              </a:cxn>
              <a:cxn ang="0">
                <a:pos x="125" y="80"/>
              </a:cxn>
              <a:cxn ang="0">
                <a:pos x="93" y="82"/>
              </a:cxn>
              <a:cxn ang="0">
                <a:pos x="68" y="102"/>
              </a:cxn>
              <a:cxn ang="0">
                <a:pos x="68" y="171"/>
              </a:cxn>
              <a:cxn ang="0">
                <a:pos x="80" y="182"/>
              </a:cxn>
              <a:cxn ang="0">
                <a:pos x="125" y="68"/>
              </a:cxn>
              <a:cxn ang="0">
                <a:pos x="159" y="34"/>
              </a:cxn>
              <a:cxn ang="0">
                <a:pos x="125" y="0"/>
              </a:cxn>
              <a:cxn ang="0">
                <a:pos x="91" y="34"/>
              </a:cxn>
              <a:cxn ang="0">
                <a:pos x="125" y="68"/>
              </a:cxn>
              <a:cxn ang="0">
                <a:pos x="125" y="68"/>
              </a:cxn>
              <a:cxn ang="0">
                <a:pos x="125" y="68"/>
              </a:cxn>
            </a:cxnLst>
            <a:rect l="0" t="0" r="r" b="b"/>
            <a:pathLst>
              <a:path w="250" h="296">
                <a:moveTo>
                  <a:pt x="250" y="250"/>
                </a:moveTo>
                <a:cubicBezTo>
                  <a:pt x="250" y="282"/>
                  <a:pt x="185" y="296"/>
                  <a:pt x="125" y="296"/>
                </a:cubicBezTo>
                <a:cubicBezTo>
                  <a:pt x="65" y="296"/>
                  <a:pt x="0" y="282"/>
                  <a:pt x="0" y="250"/>
                </a:cubicBezTo>
                <a:cubicBezTo>
                  <a:pt x="0" y="226"/>
                  <a:pt x="36" y="215"/>
                  <a:pt x="66" y="210"/>
                </a:cubicBezTo>
                <a:cubicBezTo>
                  <a:pt x="72" y="209"/>
                  <a:pt x="78" y="213"/>
                  <a:pt x="79" y="219"/>
                </a:cubicBezTo>
                <a:cubicBezTo>
                  <a:pt x="80" y="225"/>
                  <a:pt x="76" y="231"/>
                  <a:pt x="70" y="232"/>
                </a:cubicBezTo>
                <a:cubicBezTo>
                  <a:pt x="33" y="239"/>
                  <a:pt x="23" y="249"/>
                  <a:pt x="23" y="251"/>
                </a:cubicBezTo>
                <a:cubicBezTo>
                  <a:pt x="24" y="257"/>
                  <a:pt x="58" y="273"/>
                  <a:pt x="125" y="273"/>
                </a:cubicBezTo>
                <a:cubicBezTo>
                  <a:pt x="192" y="273"/>
                  <a:pt x="226" y="257"/>
                  <a:pt x="228" y="250"/>
                </a:cubicBezTo>
                <a:cubicBezTo>
                  <a:pt x="227" y="249"/>
                  <a:pt x="217" y="238"/>
                  <a:pt x="180" y="232"/>
                </a:cubicBezTo>
                <a:cubicBezTo>
                  <a:pt x="174" y="231"/>
                  <a:pt x="170" y="225"/>
                  <a:pt x="171" y="219"/>
                </a:cubicBezTo>
                <a:cubicBezTo>
                  <a:pt x="172" y="213"/>
                  <a:pt x="178" y="209"/>
                  <a:pt x="184" y="210"/>
                </a:cubicBezTo>
                <a:cubicBezTo>
                  <a:pt x="214" y="215"/>
                  <a:pt x="250" y="226"/>
                  <a:pt x="250" y="250"/>
                </a:cubicBezTo>
                <a:close/>
                <a:moveTo>
                  <a:pt x="80" y="182"/>
                </a:moveTo>
                <a:cubicBezTo>
                  <a:pt x="91" y="182"/>
                  <a:pt x="91" y="182"/>
                  <a:pt x="91" y="182"/>
                </a:cubicBezTo>
                <a:cubicBezTo>
                  <a:pt x="91" y="250"/>
                  <a:pt x="91" y="250"/>
                  <a:pt x="91" y="250"/>
                </a:cubicBezTo>
                <a:cubicBezTo>
                  <a:pt x="91" y="257"/>
                  <a:pt x="96" y="262"/>
                  <a:pt x="102" y="262"/>
                </a:cubicBezTo>
                <a:cubicBezTo>
                  <a:pt x="148" y="262"/>
                  <a:pt x="148" y="262"/>
                  <a:pt x="148" y="262"/>
                </a:cubicBezTo>
                <a:cubicBezTo>
                  <a:pt x="154" y="262"/>
                  <a:pt x="159" y="257"/>
                  <a:pt x="159" y="250"/>
                </a:cubicBezTo>
                <a:cubicBezTo>
                  <a:pt x="159" y="182"/>
                  <a:pt x="159" y="182"/>
                  <a:pt x="159" y="182"/>
                </a:cubicBezTo>
                <a:cubicBezTo>
                  <a:pt x="171" y="182"/>
                  <a:pt x="171" y="182"/>
                  <a:pt x="171" y="182"/>
                </a:cubicBezTo>
                <a:cubicBezTo>
                  <a:pt x="177" y="182"/>
                  <a:pt x="182" y="177"/>
                  <a:pt x="182" y="171"/>
                </a:cubicBezTo>
                <a:cubicBezTo>
                  <a:pt x="182" y="102"/>
                  <a:pt x="182" y="102"/>
                  <a:pt x="182" y="102"/>
                </a:cubicBezTo>
                <a:cubicBezTo>
                  <a:pt x="182" y="97"/>
                  <a:pt x="173" y="84"/>
                  <a:pt x="157" y="82"/>
                </a:cubicBezTo>
                <a:cubicBezTo>
                  <a:pt x="150" y="81"/>
                  <a:pt x="138" y="80"/>
                  <a:pt x="125" y="80"/>
                </a:cubicBezTo>
                <a:cubicBezTo>
                  <a:pt x="112" y="80"/>
                  <a:pt x="100" y="81"/>
                  <a:pt x="93" y="82"/>
                </a:cubicBezTo>
                <a:cubicBezTo>
                  <a:pt x="77" y="84"/>
                  <a:pt x="68" y="97"/>
                  <a:pt x="68" y="102"/>
                </a:cubicBezTo>
                <a:cubicBezTo>
                  <a:pt x="68" y="171"/>
                  <a:pt x="68" y="171"/>
                  <a:pt x="68" y="171"/>
                </a:cubicBezTo>
                <a:cubicBezTo>
                  <a:pt x="68" y="177"/>
                  <a:pt x="73" y="182"/>
                  <a:pt x="80" y="182"/>
                </a:cubicBezTo>
                <a:close/>
                <a:moveTo>
                  <a:pt x="125" y="68"/>
                </a:moveTo>
                <a:cubicBezTo>
                  <a:pt x="144" y="68"/>
                  <a:pt x="159" y="53"/>
                  <a:pt x="159" y="34"/>
                </a:cubicBezTo>
                <a:cubicBezTo>
                  <a:pt x="159" y="15"/>
                  <a:pt x="144" y="0"/>
                  <a:pt x="125" y="0"/>
                </a:cubicBezTo>
                <a:cubicBezTo>
                  <a:pt x="106" y="0"/>
                  <a:pt x="91" y="15"/>
                  <a:pt x="91" y="34"/>
                </a:cubicBezTo>
                <a:cubicBezTo>
                  <a:pt x="91" y="53"/>
                  <a:pt x="106" y="68"/>
                  <a:pt x="125" y="68"/>
                </a:cubicBezTo>
                <a:close/>
                <a:moveTo>
                  <a:pt x="125" y="68"/>
                </a:moveTo>
                <a:cubicBezTo>
                  <a:pt x="125" y="68"/>
                  <a:pt x="125" y="68"/>
                  <a:pt x="125" y="68"/>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66"/>
          <p:cNvSpPr>
            <a:spLocks noEditPoints="1"/>
          </p:cNvSpPr>
          <p:nvPr/>
        </p:nvSpPr>
        <p:spPr bwMode="auto">
          <a:xfrm>
            <a:off x="5324108" y="1680961"/>
            <a:ext cx="262936" cy="307128"/>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21"/>
          <p:cNvSpPr>
            <a:spLocks noEditPoints="1"/>
          </p:cNvSpPr>
          <p:nvPr/>
        </p:nvSpPr>
        <p:spPr bwMode="auto">
          <a:xfrm>
            <a:off x="5766496" y="2688545"/>
            <a:ext cx="446588" cy="303498"/>
          </a:xfrm>
          <a:custGeom>
            <a:avLst/>
            <a:gdLst/>
            <a:ahLst/>
            <a:cxnLst>
              <a:cxn ang="0">
                <a:pos x="389" y="347"/>
              </a:cxn>
              <a:cxn ang="0">
                <a:pos x="389" y="371"/>
              </a:cxn>
              <a:cxn ang="0">
                <a:pos x="619" y="283"/>
              </a:cxn>
              <a:cxn ang="0">
                <a:pos x="611" y="420"/>
              </a:cxn>
              <a:cxn ang="0">
                <a:pos x="73" y="411"/>
              </a:cxn>
              <a:cxn ang="0">
                <a:pos x="67" y="359"/>
              </a:cxn>
              <a:cxn ang="0">
                <a:pos x="30" y="362"/>
              </a:cxn>
              <a:cxn ang="0">
                <a:pos x="8" y="370"/>
              </a:cxn>
              <a:cxn ang="0">
                <a:pos x="0" y="84"/>
              </a:cxn>
              <a:cxn ang="0">
                <a:pos x="7" y="8"/>
              </a:cxn>
              <a:cxn ang="0">
                <a:pos x="23" y="8"/>
              </a:cxn>
              <a:cxn ang="0">
                <a:pos x="30" y="84"/>
              </a:cxn>
              <a:cxn ang="0">
                <a:pos x="67" y="334"/>
              </a:cxn>
              <a:cxn ang="0">
                <a:pos x="73" y="283"/>
              </a:cxn>
              <a:cxn ang="0">
                <a:pos x="169" y="275"/>
              </a:cxn>
              <a:cxn ang="0">
                <a:pos x="185" y="321"/>
              </a:cxn>
              <a:cxn ang="0">
                <a:pos x="214" y="275"/>
              </a:cxn>
              <a:cxn ang="0">
                <a:pos x="231" y="321"/>
              </a:cxn>
              <a:cxn ang="0">
                <a:pos x="262" y="275"/>
              </a:cxn>
              <a:cxn ang="0">
                <a:pos x="278" y="321"/>
              </a:cxn>
              <a:cxn ang="0">
                <a:pos x="611" y="275"/>
              </a:cxn>
              <a:cxn ang="0">
                <a:pos x="435" y="321"/>
              </a:cxn>
              <a:cxn ang="0">
                <a:pos x="545" y="301"/>
              </a:cxn>
              <a:cxn ang="0">
                <a:pos x="435" y="321"/>
              </a:cxn>
              <a:cxn ang="0">
                <a:pos x="150" y="340"/>
              </a:cxn>
              <a:cxn ang="0">
                <a:pos x="548" y="377"/>
              </a:cxn>
              <a:cxn ang="0">
                <a:pos x="447" y="371"/>
              </a:cxn>
              <a:cxn ang="0">
                <a:pos x="447" y="347"/>
              </a:cxn>
              <a:cxn ang="0">
                <a:pos x="447" y="371"/>
              </a:cxn>
              <a:cxn ang="0">
                <a:pos x="520" y="359"/>
              </a:cxn>
              <a:cxn ang="0">
                <a:pos x="496" y="359"/>
              </a:cxn>
              <a:cxn ang="0">
                <a:pos x="508" y="371"/>
              </a:cxn>
            </a:cxnLst>
            <a:rect l="0" t="0" r="r" b="b"/>
            <a:pathLst>
              <a:path w="619" h="420">
                <a:moveTo>
                  <a:pt x="377" y="359"/>
                </a:moveTo>
                <a:cubicBezTo>
                  <a:pt x="377" y="353"/>
                  <a:pt x="382" y="347"/>
                  <a:pt x="389" y="347"/>
                </a:cubicBezTo>
                <a:cubicBezTo>
                  <a:pt x="395" y="347"/>
                  <a:pt x="400" y="353"/>
                  <a:pt x="400" y="359"/>
                </a:cubicBezTo>
                <a:cubicBezTo>
                  <a:pt x="400" y="365"/>
                  <a:pt x="395" y="371"/>
                  <a:pt x="389" y="371"/>
                </a:cubicBezTo>
                <a:cubicBezTo>
                  <a:pt x="382" y="371"/>
                  <a:pt x="377" y="365"/>
                  <a:pt x="377" y="359"/>
                </a:cubicBezTo>
                <a:close/>
                <a:moveTo>
                  <a:pt x="619" y="283"/>
                </a:moveTo>
                <a:cubicBezTo>
                  <a:pt x="619" y="411"/>
                  <a:pt x="619" y="411"/>
                  <a:pt x="619" y="411"/>
                </a:cubicBezTo>
                <a:cubicBezTo>
                  <a:pt x="619" y="416"/>
                  <a:pt x="615" y="420"/>
                  <a:pt x="611" y="420"/>
                </a:cubicBezTo>
                <a:cubicBezTo>
                  <a:pt x="81" y="420"/>
                  <a:pt x="81" y="420"/>
                  <a:pt x="81" y="420"/>
                </a:cubicBezTo>
                <a:cubicBezTo>
                  <a:pt x="77" y="420"/>
                  <a:pt x="73" y="416"/>
                  <a:pt x="73" y="411"/>
                </a:cubicBezTo>
                <a:cubicBezTo>
                  <a:pt x="73" y="357"/>
                  <a:pt x="73" y="357"/>
                  <a:pt x="73" y="357"/>
                </a:cubicBezTo>
                <a:cubicBezTo>
                  <a:pt x="71" y="358"/>
                  <a:pt x="69" y="359"/>
                  <a:pt x="67" y="359"/>
                </a:cubicBezTo>
                <a:cubicBezTo>
                  <a:pt x="30" y="359"/>
                  <a:pt x="30" y="359"/>
                  <a:pt x="30" y="359"/>
                </a:cubicBezTo>
                <a:cubicBezTo>
                  <a:pt x="30" y="362"/>
                  <a:pt x="30" y="362"/>
                  <a:pt x="30" y="362"/>
                </a:cubicBezTo>
                <a:cubicBezTo>
                  <a:pt x="30" y="367"/>
                  <a:pt x="26" y="370"/>
                  <a:pt x="22" y="370"/>
                </a:cubicBezTo>
                <a:cubicBezTo>
                  <a:pt x="8" y="370"/>
                  <a:pt x="8" y="370"/>
                  <a:pt x="8" y="370"/>
                </a:cubicBezTo>
                <a:cubicBezTo>
                  <a:pt x="4" y="370"/>
                  <a:pt x="0" y="367"/>
                  <a:pt x="0" y="362"/>
                </a:cubicBezTo>
                <a:cubicBezTo>
                  <a:pt x="0" y="84"/>
                  <a:pt x="0" y="84"/>
                  <a:pt x="0" y="84"/>
                </a:cubicBezTo>
                <a:cubicBezTo>
                  <a:pt x="0" y="80"/>
                  <a:pt x="3" y="77"/>
                  <a:pt x="7" y="76"/>
                </a:cubicBezTo>
                <a:cubicBezTo>
                  <a:pt x="7" y="8"/>
                  <a:pt x="7" y="8"/>
                  <a:pt x="7" y="8"/>
                </a:cubicBezTo>
                <a:cubicBezTo>
                  <a:pt x="7" y="4"/>
                  <a:pt x="10" y="0"/>
                  <a:pt x="15" y="0"/>
                </a:cubicBezTo>
                <a:cubicBezTo>
                  <a:pt x="19" y="0"/>
                  <a:pt x="23" y="4"/>
                  <a:pt x="23" y="8"/>
                </a:cubicBezTo>
                <a:cubicBezTo>
                  <a:pt x="23" y="76"/>
                  <a:pt x="23" y="76"/>
                  <a:pt x="23" y="76"/>
                </a:cubicBezTo>
                <a:cubicBezTo>
                  <a:pt x="27" y="77"/>
                  <a:pt x="30" y="80"/>
                  <a:pt x="30" y="84"/>
                </a:cubicBezTo>
                <a:cubicBezTo>
                  <a:pt x="30" y="334"/>
                  <a:pt x="30" y="334"/>
                  <a:pt x="30" y="334"/>
                </a:cubicBezTo>
                <a:cubicBezTo>
                  <a:pt x="67" y="334"/>
                  <a:pt x="67" y="334"/>
                  <a:pt x="67" y="334"/>
                </a:cubicBezTo>
                <a:cubicBezTo>
                  <a:pt x="69" y="334"/>
                  <a:pt x="71" y="335"/>
                  <a:pt x="73" y="336"/>
                </a:cubicBezTo>
                <a:cubicBezTo>
                  <a:pt x="73" y="283"/>
                  <a:pt x="73" y="283"/>
                  <a:pt x="73" y="283"/>
                </a:cubicBezTo>
                <a:cubicBezTo>
                  <a:pt x="73" y="279"/>
                  <a:pt x="77" y="275"/>
                  <a:pt x="81" y="275"/>
                </a:cubicBezTo>
                <a:cubicBezTo>
                  <a:pt x="169" y="275"/>
                  <a:pt x="169" y="275"/>
                  <a:pt x="169" y="275"/>
                </a:cubicBezTo>
                <a:cubicBezTo>
                  <a:pt x="169" y="321"/>
                  <a:pt x="169" y="321"/>
                  <a:pt x="169" y="321"/>
                </a:cubicBezTo>
                <a:cubicBezTo>
                  <a:pt x="185" y="321"/>
                  <a:pt x="185" y="321"/>
                  <a:pt x="185" y="321"/>
                </a:cubicBezTo>
                <a:cubicBezTo>
                  <a:pt x="185" y="275"/>
                  <a:pt x="185" y="275"/>
                  <a:pt x="185" y="275"/>
                </a:cubicBezTo>
                <a:cubicBezTo>
                  <a:pt x="214" y="275"/>
                  <a:pt x="214" y="275"/>
                  <a:pt x="214" y="275"/>
                </a:cubicBezTo>
                <a:cubicBezTo>
                  <a:pt x="214" y="321"/>
                  <a:pt x="214" y="321"/>
                  <a:pt x="214" y="321"/>
                </a:cubicBezTo>
                <a:cubicBezTo>
                  <a:pt x="231" y="321"/>
                  <a:pt x="231" y="321"/>
                  <a:pt x="231" y="321"/>
                </a:cubicBezTo>
                <a:cubicBezTo>
                  <a:pt x="231" y="275"/>
                  <a:pt x="231" y="275"/>
                  <a:pt x="231" y="275"/>
                </a:cubicBezTo>
                <a:cubicBezTo>
                  <a:pt x="262" y="275"/>
                  <a:pt x="262" y="275"/>
                  <a:pt x="262" y="275"/>
                </a:cubicBezTo>
                <a:cubicBezTo>
                  <a:pt x="262" y="321"/>
                  <a:pt x="262" y="321"/>
                  <a:pt x="262" y="321"/>
                </a:cubicBezTo>
                <a:cubicBezTo>
                  <a:pt x="278" y="321"/>
                  <a:pt x="278" y="321"/>
                  <a:pt x="278" y="321"/>
                </a:cubicBezTo>
                <a:cubicBezTo>
                  <a:pt x="278" y="275"/>
                  <a:pt x="278" y="275"/>
                  <a:pt x="278" y="275"/>
                </a:cubicBezTo>
                <a:cubicBezTo>
                  <a:pt x="611" y="275"/>
                  <a:pt x="611" y="275"/>
                  <a:pt x="611" y="275"/>
                </a:cubicBezTo>
                <a:cubicBezTo>
                  <a:pt x="615" y="275"/>
                  <a:pt x="619" y="279"/>
                  <a:pt x="619" y="283"/>
                </a:cubicBezTo>
                <a:close/>
                <a:moveTo>
                  <a:pt x="435" y="321"/>
                </a:moveTo>
                <a:cubicBezTo>
                  <a:pt x="545" y="321"/>
                  <a:pt x="545" y="321"/>
                  <a:pt x="545" y="321"/>
                </a:cubicBezTo>
                <a:cubicBezTo>
                  <a:pt x="545" y="301"/>
                  <a:pt x="545" y="301"/>
                  <a:pt x="545" y="301"/>
                </a:cubicBezTo>
                <a:cubicBezTo>
                  <a:pt x="435" y="301"/>
                  <a:pt x="435" y="301"/>
                  <a:pt x="435" y="301"/>
                </a:cubicBezTo>
                <a:lnTo>
                  <a:pt x="435" y="321"/>
                </a:lnTo>
                <a:close/>
                <a:moveTo>
                  <a:pt x="548" y="340"/>
                </a:moveTo>
                <a:cubicBezTo>
                  <a:pt x="150" y="340"/>
                  <a:pt x="150" y="340"/>
                  <a:pt x="150" y="340"/>
                </a:cubicBezTo>
                <a:cubicBezTo>
                  <a:pt x="150" y="377"/>
                  <a:pt x="150" y="377"/>
                  <a:pt x="150" y="377"/>
                </a:cubicBezTo>
                <a:cubicBezTo>
                  <a:pt x="548" y="377"/>
                  <a:pt x="548" y="377"/>
                  <a:pt x="548" y="377"/>
                </a:cubicBezTo>
                <a:lnTo>
                  <a:pt x="548" y="340"/>
                </a:lnTo>
                <a:close/>
                <a:moveTo>
                  <a:pt x="447" y="371"/>
                </a:moveTo>
                <a:cubicBezTo>
                  <a:pt x="453" y="371"/>
                  <a:pt x="458" y="365"/>
                  <a:pt x="458" y="359"/>
                </a:cubicBezTo>
                <a:cubicBezTo>
                  <a:pt x="458" y="353"/>
                  <a:pt x="453" y="347"/>
                  <a:pt x="447" y="347"/>
                </a:cubicBezTo>
                <a:cubicBezTo>
                  <a:pt x="440" y="347"/>
                  <a:pt x="435" y="353"/>
                  <a:pt x="435" y="359"/>
                </a:cubicBezTo>
                <a:cubicBezTo>
                  <a:pt x="435" y="365"/>
                  <a:pt x="440" y="371"/>
                  <a:pt x="447" y="371"/>
                </a:cubicBezTo>
                <a:close/>
                <a:moveTo>
                  <a:pt x="508" y="371"/>
                </a:moveTo>
                <a:cubicBezTo>
                  <a:pt x="515" y="371"/>
                  <a:pt x="520" y="365"/>
                  <a:pt x="520" y="359"/>
                </a:cubicBezTo>
                <a:cubicBezTo>
                  <a:pt x="520" y="353"/>
                  <a:pt x="515" y="347"/>
                  <a:pt x="508" y="347"/>
                </a:cubicBezTo>
                <a:cubicBezTo>
                  <a:pt x="502" y="347"/>
                  <a:pt x="496" y="353"/>
                  <a:pt x="496" y="359"/>
                </a:cubicBezTo>
                <a:cubicBezTo>
                  <a:pt x="496" y="365"/>
                  <a:pt x="502" y="371"/>
                  <a:pt x="508" y="371"/>
                </a:cubicBezTo>
                <a:close/>
                <a:moveTo>
                  <a:pt x="508" y="371"/>
                </a:moveTo>
                <a:cubicBezTo>
                  <a:pt x="508" y="371"/>
                  <a:pt x="508" y="371"/>
                  <a:pt x="508" y="371"/>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1" name="Group 36"/>
          <p:cNvGrpSpPr/>
          <p:nvPr/>
        </p:nvGrpSpPr>
        <p:grpSpPr>
          <a:xfrm>
            <a:off x="5278315" y="3803432"/>
            <a:ext cx="345969" cy="303388"/>
            <a:chOff x="6365875" y="1458913"/>
            <a:chExt cx="619125" cy="542925"/>
          </a:xfrm>
          <a:solidFill>
            <a:schemeClr val="accent4"/>
          </a:solidFill>
        </p:grpSpPr>
        <p:sp>
          <p:nvSpPr>
            <p:cNvPr id="38" name="Freeform 43"/>
            <p:cNvSpPr>
              <a:spLocks noEditPoints="1"/>
            </p:cNvSpPr>
            <p:nvPr/>
          </p:nvSpPr>
          <p:spPr bwMode="auto">
            <a:xfrm>
              <a:off x="6365875" y="1846263"/>
              <a:ext cx="619125" cy="155575"/>
            </a:xfrm>
            <a:custGeom>
              <a:avLst/>
              <a:gdLst/>
              <a:ahLst/>
              <a:cxnLst>
                <a:cxn ang="0">
                  <a:pos x="0" y="0"/>
                </a:cxn>
                <a:cxn ang="0">
                  <a:pos x="195" y="48"/>
                </a:cxn>
                <a:cxn ang="0">
                  <a:pos x="390" y="0"/>
                </a:cxn>
                <a:cxn ang="0">
                  <a:pos x="390" y="48"/>
                </a:cxn>
                <a:cxn ang="0">
                  <a:pos x="195" y="98"/>
                </a:cxn>
                <a:cxn ang="0">
                  <a:pos x="0" y="48"/>
                </a:cxn>
                <a:cxn ang="0">
                  <a:pos x="0" y="0"/>
                </a:cxn>
                <a:cxn ang="0">
                  <a:pos x="0" y="0"/>
                </a:cxn>
                <a:cxn ang="0">
                  <a:pos x="0" y="0"/>
                </a:cxn>
              </a:cxnLst>
              <a:rect l="0" t="0" r="r" b="b"/>
              <a:pathLst>
                <a:path w="390" h="98">
                  <a:moveTo>
                    <a:pt x="0" y="0"/>
                  </a:moveTo>
                  <a:lnTo>
                    <a:pt x="195" y="48"/>
                  </a:lnTo>
                  <a:lnTo>
                    <a:pt x="390" y="0"/>
                  </a:lnTo>
                  <a:lnTo>
                    <a:pt x="390" y="48"/>
                  </a:lnTo>
                  <a:lnTo>
                    <a:pt x="195" y="98"/>
                  </a:lnTo>
                  <a:lnTo>
                    <a:pt x="0" y="48"/>
                  </a:lnTo>
                  <a:lnTo>
                    <a:pt x="0" y="0"/>
                  </a:lnTo>
                  <a:close/>
                  <a:moveTo>
                    <a:pt x="0" y="0"/>
                  </a:move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44"/>
            <p:cNvSpPr>
              <a:spLocks noEditPoints="1"/>
            </p:cNvSpPr>
            <p:nvPr/>
          </p:nvSpPr>
          <p:spPr bwMode="auto">
            <a:xfrm>
              <a:off x="6365875" y="1846263"/>
              <a:ext cx="619125" cy="155575"/>
            </a:xfrm>
            <a:custGeom>
              <a:avLst/>
              <a:gdLst/>
              <a:ahLst/>
              <a:cxnLst>
                <a:cxn ang="0">
                  <a:pos x="0" y="0"/>
                </a:cxn>
                <a:cxn ang="0">
                  <a:pos x="195" y="48"/>
                </a:cxn>
                <a:cxn ang="0">
                  <a:pos x="390" y="0"/>
                </a:cxn>
                <a:cxn ang="0">
                  <a:pos x="390" y="48"/>
                </a:cxn>
                <a:cxn ang="0">
                  <a:pos x="195" y="98"/>
                </a:cxn>
                <a:cxn ang="0">
                  <a:pos x="0" y="48"/>
                </a:cxn>
                <a:cxn ang="0">
                  <a:pos x="0" y="0"/>
                </a:cxn>
                <a:cxn ang="0">
                  <a:pos x="0" y="0"/>
                </a:cxn>
                <a:cxn ang="0">
                  <a:pos x="0" y="0"/>
                </a:cxn>
              </a:cxnLst>
              <a:rect l="0" t="0" r="r" b="b"/>
              <a:pathLst>
                <a:path w="390" h="98">
                  <a:moveTo>
                    <a:pt x="0" y="0"/>
                  </a:moveTo>
                  <a:lnTo>
                    <a:pt x="195" y="48"/>
                  </a:lnTo>
                  <a:lnTo>
                    <a:pt x="390" y="0"/>
                  </a:lnTo>
                  <a:lnTo>
                    <a:pt x="390" y="48"/>
                  </a:lnTo>
                  <a:lnTo>
                    <a:pt x="195" y="98"/>
                  </a:lnTo>
                  <a:lnTo>
                    <a:pt x="0" y="48"/>
                  </a:lnTo>
                  <a:lnTo>
                    <a:pt x="0" y="0"/>
                  </a:lnTo>
                  <a:moveTo>
                    <a:pt x="0" y="0"/>
                  </a:move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45"/>
            <p:cNvSpPr>
              <a:spLocks noEditPoints="1"/>
            </p:cNvSpPr>
            <p:nvPr/>
          </p:nvSpPr>
          <p:spPr bwMode="auto">
            <a:xfrm>
              <a:off x="6365875" y="1692276"/>
              <a:ext cx="619125" cy="153988"/>
            </a:xfrm>
            <a:custGeom>
              <a:avLst/>
              <a:gdLst/>
              <a:ahLst/>
              <a:cxnLst>
                <a:cxn ang="0">
                  <a:pos x="0" y="0"/>
                </a:cxn>
                <a:cxn ang="0">
                  <a:pos x="195" y="48"/>
                </a:cxn>
                <a:cxn ang="0">
                  <a:pos x="390" y="0"/>
                </a:cxn>
                <a:cxn ang="0">
                  <a:pos x="390" y="48"/>
                </a:cxn>
                <a:cxn ang="0">
                  <a:pos x="195" y="97"/>
                </a:cxn>
                <a:cxn ang="0">
                  <a:pos x="0" y="48"/>
                </a:cxn>
                <a:cxn ang="0">
                  <a:pos x="0" y="0"/>
                </a:cxn>
                <a:cxn ang="0">
                  <a:pos x="0" y="0"/>
                </a:cxn>
                <a:cxn ang="0">
                  <a:pos x="0" y="0"/>
                </a:cxn>
              </a:cxnLst>
              <a:rect l="0" t="0" r="r" b="b"/>
              <a:pathLst>
                <a:path w="390" h="97">
                  <a:moveTo>
                    <a:pt x="0" y="0"/>
                  </a:moveTo>
                  <a:lnTo>
                    <a:pt x="195" y="48"/>
                  </a:lnTo>
                  <a:lnTo>
                    <a:pt x="390" y="0"/>
                  </a:lnTo>
                  <a:lnTo>
                    <a:pt x="390" y="48"/>
                  </a:lnTo>
                  <a:lnTo>
                    <a:pt x="195" y="97"/>
                  </a:lnTo>
                  <a:lnTo>
                    <a:pt x="0" y="48"/>
                  </a:lnTo>
                  <a:lnTo>
                    <a:pt x="0" y="0"/>
                  </a:lnTo>
                  <a:close/>
                  <a:moveTo>
                    <a:pt x="0" y="0"/>
                  </a:move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6"/>
            <p:cNvSpPr>
              <a:spLocks noEditPoints="1"/>
            </p:cNvSpPr>
            <p:nvPr/>
          </p:nvSpPr>
          <p:spPr bwMode="auto">
            <a:xfrm>
              <a:off x="6365875" y="1692276"/>
              <a:ext cx="619125" cy="153988"/>
            </a:xfrm>
            <a:custGeom>
              <a:avLst/>
              <a:gdLst/>
              <a:ahLst/>
              <a:cxnLst>
                <a:cxn ang="0">
                  <a:pos x="0" y="0"/>
                </a:cxn>
                <a:cxn ang="0">
                  <a:pos x="195" y="48"/>
                </a:cxn>
                <a:cxn ang="0">
                  <a:pos x="390" y="0"/>
                </a:cxn>
                <a:cxn ang="0">
                  <a:pos x="390" y="48"/>
                </a:cxn>
                <a:cxn ang="0">
                  <a:pos x="195" y="97"/>
                </a:cxn>
                <a:cxn ang="0">
                  <a:pos x="0" y="48"/>
                </a:cxn>
                <a:cxn ang="0">
                  <a:pos x="0" y="0"/>
                </a:cxn>
                <a:cxn ang="0">
                  <a:pos x="0" y="0"/>
                </a:cxn>
                <a:cxn ang="0">
                  <a:pos x="0" y="0"/>
                </a:cxn>
              </a:cxnLst>
              <a:rect l="0" t="0" r="r" b="b"/>
              <a:pathLst>
                <a:path w="390" h="97">
                  <a:moveTo>
                    <a:pt x="0" y="0"/>
                  </a:moveTo>
                  <a:lnTo>
                    <a:pt x="195" y="48"/>
                  </a:lnTo>
                  <a:lnTo>
                    <a:pt x="390" y="0"/>
                  </a:lnTo>
                  <a:lnTo>
                    <a:pt x="390" y="48"/>
                  </a:lnTo>
                  <a:lnTo>
                    <a:pt x="195" y="97"/>
                  </a:lnTo>
                  <a:lnTo>
                    <a:pt x="0" y="48"/>
                  </a:lnTo>
                  <a:lnTo>
                    <a:pt x="0" y="0"/>
                  </a:lnTo>
                  <a:moveTo>
                    <a:pt x="0" y="0"/>
                  </a:move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7"/>
            <p:cNvSpPr>
              <a:spLocks noEditPoints="1"/>
            </p:cNvSpPr>
            <p:nvPr/>
          </p:nvSpPr>
          <p:spPr bwMode="auto">
            <a:xfrm>
              <a:off x="6365875" y="1458913"/>
              <a:ext cx="619125" cy="233363"/>
            </a:xfrm>
            <a:custGeom>
              <a:avLst/>
              <a:gdLst/>
              <a:ahLst/>
              <a:cxnLst>
                <a:cxn ang="0">
                  <a:pos x="0" y="48"/>
                </a:cxn>
                <a:cxn ang="0">
                  <a:pos x="195" y="0"/>
                </a:cxn>
                <a:cxn ang="0">
                  <a:pos x="390" y="48"/>
                </a:cxn>
                <a:cxn ang="0">
                  <a:pos x="390" y="96"/>
                </a:cxn>
                <a:cxn ang="0">
                  <a:pos x="195" y="147"/>
                </a:cxn>
                <a:cxn ang="0">
                  <a:pos x="0" y="96"/>
                </a:cxn>
                <a:cxn ang="0">
                  <a:pos x="0" y="48"/>
                </a:cxn>
                <a:cxn ang="0">
                  <a:pos x="0" y="48"/>
                </a:cxn>
                <a:cxn ang="0">
                  <a:pos x="0" y="48"/>
                </a:cxn>
              </a:cxnLst>
              <a:rect l="0" t="0" r="r" b="b"/>
              <a:pathLst>
                <a:path w="390" h="147">
                  <a:moveTo>
                    <a:pt x="0" y="48"/>
                  </a:moveTo>
                  <a:lnTo>
                    <a:pt x="195" y="0"/>
                  </a:lnTo>
                  <a:lnTo>
                    <a:pt x="390" y="48"/>
                  </a:lnTo>
                  <a:lnTo>
                    <a:pt x="390" y="96"/>
                  </a:lnTo>
                  <a:lnTo>
                    <a:pt x="195" y="147"/>
                  </a:lnTo>
                  <a:lnTo>
                    <a:pt x="0" y="96"/>
                  </a:lnTo>
                  <a:lnTo>
                    <a:pt x="0" y="48"/>
                  </a:lnTo>
                  <a:close/>
                  <a:moveTo>
                    <a:pt x="0" y="48"/>
                  </a:moveTo>
                  <a:lnTo>
                    <a:pt x="0"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8"/>
            <p:cNvSpPr>
              <a:spLocks noEditPoints="1"/>
            </p:cNvSpPr>
            <p:nvPr/>
          </p:nvSpPr>
          <p:spPr bwMode="auto">
            <a:xfrm>
              <a:off x="6365875" y="1458913"/>
              <a:ext cx="619125" cy="233363"/>
            </a:xfrm>
            <a:custGeom>
              <a:avLst/>
              <a:gdLst/>
              <a:ahLst/>
              <a:cxnLst>
                <a:cxn ang="0">
                  <a:pos x="0" y="48"/>
                </a:cxn>
                <a:cxn ang="0">
                  <a:pos x="195" y="0"/>
                </a:cxn>
                <a:cxn ang="0">
                  <a:pos x="390" y="48"/>
                </a:cxn>
                <a:cxn ang="0">
                  <a:pos x="390" y="96"/>
                </a:cxn>
                <a:cxn ang="0">
                  <a:pos x="195" y="147"/>
                </a:cxn>
                <a:cxn ang="0">
                  <a:pos x="0" y="96"/>
                </a:cxn>
                <a:cxn ang="0">
                  <a:pos x="0" y="48"/>
                </a:cxn>
                <a:cxn ang="0">
                  <a:pos x="0" y="48"/>
                </a:cxn>
                <a:cxn ang="0">
                  <a:pos x="0" y="48"/>
                </a:cxn>
              </a:cxnLst>
              <a:rect l="0" t="0" r="r" b="b"/>
              <a:pathLst>
                <a:path w="390" h="147">
                  <a:moveTo>
                    <a:pt x="0" y="48"/>
                  </a:moveTo>
                  <a:lnTo>
                    <a:pt x="195" y="0"/>
                  </a:lnTo>
                  <a:lnTo>
                    <a:pt x="390" y="48"/>
                  </a:lnTo>
                  <a:lnTo>
                    <a:pt x="390" y="96"/>
                  </a:lnTo>
                  <a:lnTo>
                    <a:pt x="195" y="147"/>
                  </a:lnTo>
                  <a:lnTo>
                    <a:pt x="0" y="96"/>
                  </a:lnTo>
                  <a:lnTo>
                    <a:pt x="0" y="48"/>
                  </a:lnTo>
                  <a:moveTo>
                    <a:pt x="0" y="48"/>
                  </a:moveTo>
                  <a:lnTo>
                    <a:pt x="0" y="4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43"/>
          <p:cNvGrpSpPr/>
          <p:nvPr/>
        </p:nvGrpSpPr>
        <p:grpSpPr>
          <a:xfrm>
            <a:off x="3597367" y="3771200"/>
            <a:ext cx="219429" cy="363705"/>
            <a:chOff x="6954838" y="1485900"/>
            <a:chExt cx="866775" cy="1436688"/>
          </a:xfrm>
          <a:solidFill>
            <a:schemeClr val="accent5"/>
          </a:solidFill>
        </p:grpSpPr>
        <p:sp>
          <p:nvSpPr>
            <p:cNvPr id="45" name="Freeform 25"/>
            <p:cNvSpPr>
              <a:spLocks noEditPoints="1"/>
            </p:cNvSpPr>
            <p:nvPr/>
          </p:nvSpPr>
          <p:spPr bwMode="auto">
            <a:xfrm>
              <a:off x="6954838" y="1485900"/>
              <a:ext cx="866775" cy="1436688"/>
            </a:xfrm>
            <a:custGeom>
              <a:avLst/>
              <a:gdLst/>
              <a:ahLst/>
              <a:cxnLst>
                <a:cxn ang="0">
                  <a:pos x="213" y="0"/>
                </a:cxn>
                <a:cxn ang="0">
                  <a:pos x="15" y="0"/>
                </a:cxn>
                <a:cxn ang="0">
                  <a:pos x="0" y="15"/>
                </a:cxn>
                <a:cxn ang="0">
                  <a:pos x="0" y="365"/>
                </a:cxn>
                <a:cxn ang="0">
                  <a:pos x="15" y="380"/>
                </a:cxn>
                <a:cxn ang="0">
                  <a:pos x="213" y="380"/>
                </a:cxn>
                <a:cxn ang="0">
                  <a:pos x="228" y="365"/>
                </a:cxn>
                <a:cxn ang="0">
                  <a:pos x="228" y="15"/>
                </a:cxn>
                <a:cxn ang="0">
                  <a:pos x="213" y="0"/>
                </a:cxn>
                <a:cxn ang="0">
                  <a:pos x="114" y="280"/>
                </a:cxn>
                <a:cxn ang="0">
                  <a:pos x="91" y="257"/>
                </a:cxn>
                <a:cxn ang="0">
                  <a:pos x="114" y="234"/>
                </a:cxn>
                <a:cxn ang="0">
                  <a:pos x="137" y="257"/>
                </a:cxn>
                <a:cxn ang="0">
                  <a:pos x="114" y="280"/>
                </a:cxn>
                <a:cxn ang="0">
                  <a:pos x="198" y="169"/>
                </a:cxn>
                <a:cxn ang="0">
                  <a:pos x="30" y="169"/>
                </a:cxn>
                <a:cxn ang="0">
                  <a:pos x="30" y="161"/>
                </a:cxn>
                <a:cxn ang="0">
                  <a:pos x="198" y="161"/>
                </a:cxn>
                <a:cxn ang="0">
                  <a:pos x="198" y="169"/>
                </a:cxn>
                <a:cxn ang="0">
                  <a:pos x="198" y="123"/>
                </a:cxn>
                <a:cxn ang="0">
                  <a:pos x="30" y="123"/>
                </a:cxn>
                <a:cxn ang="0">
                  <a:pos x="30" y="115"/>
                </a:cxn>
                <a:cxn ang="0">
                  <a:pos x="198" y="115"/>
                </a:cxn>
                <a:cxn ang="0">
                  <a:pos x="198" y="123"/>
                </a:cxn>
                <a:cxn ang="0">
                  <a:pos x="198" y="74"/>
                </a:cxn>
                <a:cxn ang="0">
                  <a:pos x="30" y="74"/>
                </a:cxn>
                <a:cxn ang="0">
                  <a:pos x="30" y="28"/>
                </a:cxn>
                <a:cxn ang="0">
                  <a:pos x="198" y="28"/>
                </a:cxn>
                <a:cxn ang="0">
                  <a:pos x="198" y="74"/>
                </a:cxn>
                <a:cxn ang="0">
                  <a:pos x="198" y="74"/>
                </a:cxn>
                <a:cxn ang="0">
                  <a:pos x="198" y="74"/>
                </a:cxn>
              </a:cxnLst>
              <a:rect l="0" t="0" r="r" b="b"/>
              <a:pathLst>
                <a:path w="228" h="380">
                  <a:moveTo>
                    <a:pt x="213" y="0"/>
                  </a:moveTo>
                  <a:cubicBezTo>
                    <a:pt x="15" y="0"/>
                    <a:pt x="15" y="0"/>
                    <a:pt x="15" y="0"/>
                  </a:cubicBezTo>
                  <a:cubicBezTo>
                    <a:pt x="7" y="0"/>
                    <a:pt x="0" y="7"/>
                    <a:pt x="0" y="15"/>
                  </a:cubicBezTo>
                  <a:cubicBezTo>
                    <a:pt x="0" y="365"/>
                    <a:pt x="0" y="365"/>
                    <a:pt x="0" y="365"/>
                  </a:cubicBezTo>
                  <a:cubicBezTo>
                    <a:pt x="0" y="373"/>
                    <a:pt x="7" y="380"/>
                    <a:pt x="15" y="380"/>
                  </a:cubicBezTo>
                  <a:cubicBezTo>
                    <a:pt x="213" y="380"/>
                    <a:pt x="213" y="380"/>
                    <a:pt x="213" y="380"/>
                  </a:cubicBezTo>
                  <a:cubicBezTo>
                    <a:pt x="221" y="380"/>
                    <a:pt x="228" y="373"/>
                    <a:pt x="228" y="365"/>
                  </a:cubicBezTo>
                  <a:cubicBezTo>
                    <a:pt x="228" y="15"/>
                    <a:pt x="228" y="15"/>
                    <a:pt x="228" y="15"/>
                  </a:cubicBezTo>
                  <a:cubicBezTo>
                    <a:pt x="228" y="7"/>
                    <a:pt x="221" y="0"/>
                    <a:pt x="213" y="0"/>
                  </a:cubicBezTo>
                  <a:close/>
                  <a:moveTo>
                    <a:pt x="114" y="280"/>
                  </a:moveTo>
                  <a:cubicBezTo>
                    <a:pt x="101" y="280"/>
                    <a:pt x="91" y="269"/>
                    <a:pt x="91" y="257"/>
                  </a:cubicBezTo>
                  <a:cubicBezTo>
                    <a:pt x="91" y="244"/>
                    <a:pt x="101" y="234"/>
                    <a:pt x="114" y="234"/>
                  </a:cubicBezTo>
                  <a:cubicBezTo>
                    <a:pt x="127" y="234"/>
                    <a:pt x="137" y="244"/>
                    <a:pt x="137" y="257"/>
                  </a:cubicBezTo>
                  <a:cubicBezTo>
                    <a:pt x="137" y="269"/>
                    <a:pt x="127" y="280"/>
                    <a:pt x="114" y="280"/>
                  </a:cubicBezTo>
                  <a:close/>
                  <a:moveTo>
                    <a:pt x="198" y="169"/>
                  </a:moveTo>
                  <a:cubicBezTo>
                    <a:pt x="30" y="169"/>
                    <a:pt x="30" y="169"/>
                    <a:pt x="30" y="169"/>
                  </a:cubicBezTo>
                  <a:cubicBezTo>
                    <a:pt x="30" y="161"/>
                    <a:pt x="30" y="161"/>
                    <a:pt x="30" y="161"/>
                  </a:cubicBezTo>
                  <a:cubicBezTo>
                    <a:pt x="198" y="161"/>
                    <a:pt x="198" y="161"/>
                    <a:pt x="198" y="161"/>
                  </a:cubicBezTo>
                  <a:lnTo>
                    <a:pt x="198" y="169"/>
                  </a:lnTo>
                  <a:close/>
                  <a:moveTo>
                    <a:pt x="198" y="123"/>
                  </a:moveTo>
                  <a:cubicBezTo>
                    <a:pt x="30" y="123"/>
                    <a:pt x="30" y="123"/>
                    <a:pt x="30" y="123"/>
                  </a:cubicBezTo>
                  <a:cubicBezTo>
                    <a:pt x="30" y="115"/>
                    <a:pt x="30" y="115"/>
                    <a:pt x="30" y="115"/>
                  </a:cubicBezTo>
                  <a:cubicBezTo>
                    <a:pt x="198" y="115"/>
                    <a:pt x="198" y="115"/>
                    <a:pt x="198" y="115"/>
                  </a:cubicBezTo>
                  <a:lnTo>
                    <a:pt x="198" y="123"/>
                  </a:lnTo>
                  <a:close/>
                  <a:moveTo>
                    <a:pt x="198" y="74"/>
                  </a:moveTo>
                  <a:cubicBezTo>
                    <a:pt x="30" y="74"/>
                    <a:pt x="30" y="74"/>
                    <a:pt x="30" y="74"/>
                  </a:cubicBezTo>
                  <a:cubicBezTo>
                    <a:pt x="30" y="28"/>
                    <a:pt x="30" y="28"/>
                    <a:pt x="30" y="28"/>
                  </a:cubicBezTo>
                  <a:cubicBezTo>
                    <a:pt x="198" y="28"/>
                    <a:pt x="198" y="28"/>
                    <a:pt x="198" y="28"/>
                  </a:cubicBezTo>
                  <a:lnTo>
                    <a:pt x="198" y="74"/>
                  </a:lnTo>
                  <a:close/>
                  <a:moveTo>
                    <a:pt x="198" y="74"/>
                  </a:moveTo>
                  <a:cubicBezTo>
                    <a:pt x="198" y="74"/>
                    <a:pt x="198" y="74"/>
                    <a:pt x="198" y="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26"/>
            <p:cNvSpPr>
              <a:spLocks noEditPoints="1"/>
            </p:cNvSpPr>
            <p:nvPr/>
          </p:nvSpPr>
          <p:spPr bwMode="auto">
            <a:xfrm>
              <a:off x="7600951" y="1698625"/>
              <a:ext cx="57150" cy="25400"/>
            </a:xfrm>
            <a:custGeom>
              <a:avLst/>
              <a:gdLst/>
              <a:ahLst/>
              <a:cxnLst>
                <a:cxn ang="0">
                  <a:pos x="15" y="3"/>
                </a:cxn>
                <a:cxn ang="0">
                  <a:pos x="7" y="7"/>
                </a:cxn>
                <a:cxn ang="0">
                  <a:pos x="0" y="3"/>
                </a:cxn>
                <a:cxn ang="0">
                  <a:pos x="7" y="0"/>
                </a:cxn>
                <a:cxn ang="0">
                  <a:pos x="15" y="3"/>
                </a:cxn>
                <a:cxn ang="0">
                  <a:pos x="15" y="3"/>
                </a:cxn>
                <a:cxn ang="0">
                  <a:pos x="15" y="3"/>
                </a:cxn>
              </a:cxnLst>
              <a:rect l="0" t="0" r="r" b="b"/>
              <a:pathLst>
                <a:path w="15" h="7">
                  <a:moveTo>
                    <a:pt x="15" y="3"/>
                  </a:moveTo>
                  <a:cubicBezTo>
                    <a:pt x="15" y="5"/>
                    <a:pt x="11" y="7"/>
                    <a:pt x="7" y="7"/>
                  </a:cubicBezTo>
                  <a:cubicBezTo>
                    <a:pt x="3" y="7"/>
                    <a:pt x="0" y="5"/>
                    <a:pt x="0" y="3"/>
                  </a:cubicBezTo>
                  <a:cubicBezTo>
                    <a:pt x="0" y="1"/>
                    <a:pt x="3" y="0"/>
                    <a:pt x="7" y="0"/>
                  </a:cubicBezTo>
                  <a:cubicBezTo>
                    <a:pt x="11" y="0"/>
                    <a:pt x="15" y="1"/>
                    <a:pt x="15" y="3"/>
                  </a:cubicBezTo>
                  <a:close/>
                  <a:moveTo>
                    <a:pt x="15" y="3"/>
                  </a:moveTo>
                  <a:cubicBezTo>
                    <a:pt x="15" y="3"/>
                    <a:pt x="15" y="3"/>
                    <a:pt x="15"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7" name="Freeform 101"/>
          <p:cNvSpPr>
            <a:spLocks noEditPoints="1"/>
          </p:cNvSpPr>
          <p:nvPr/>
        </p:nvSpPr>
        <p:spPr bwMode="auto">
          <a:xfrm>
            <a:off x="3033690" y="2743979"/>
            <a:ext cx="374349" cy="248062"/>
          </a:xfrm>
          <a:custGeom>
            <a:avLst/>
            <a:gdLst/>
            <a:ahLst/>
            <a:cxnLst>
              <a:cxn ang="0">
                <a:pos x="77" y="43"/>
              </a:cxn>
              <a:cxn ang="0">
                <a:pos x="77" y="47"/>
              </a:cxn>
              <a:cxn ang="0">
                <a:pos x="70" y="51"/>
              </a:cxn>
              <a:cxn ang="0">
                <a:pos x="6" y="51"/>
              </a:cxn>
              <a:cxn ang="0">
                <a:pos x="0" y="47"/>
              </a:cxn>
              <a:cxn ang="0">
                <a:pos x="0" y="43"/>
              </a:cxn>
              <a:cxn ang="0">
                <a:pos x="6" y="43"/>
              </a:cxn>
              <a:cxn ang="0">
                <a:pos x="70" y="43"/>
              </a:cxn>
              <a:cxn ang="0">
                <a:pos x="77" y="43"/>
              </a:cxn>
              <a:cxn ang="0">
                <a:pos x="10" y="34"/>
              </a:cxn>
              <a:cxn ang="0">
                <a:pos x="10" y="6"/>
              </a:cxn>
              <a:cxn ang="0">
                <a:pos x="16" y="0"/>
              </a:cxn>
              <a:cxn ang="0">
                <a:pos x="60" y="0"/>
              </a:cxn>
              <a:cxn ang="0">
                <a:pos x="67" y="6"/>
              </a:cxn>
              <a:cxn ang="0">
                <a:pos x="67" y="34"/>
              </a:cxn>
              <a:cxn ang="0">
                <a:pos x="60" y="41"/>
              </a:cxn>
              <a:cxn ang="0">
                <a:pos x="16" y="41"/>
              </a:cxn>
              <a:cxn ang="0">
                <a:pos x="10" y="34"/>
              </a:cxn>
              <a:cxn ang="0">
                <a:pos x="15" y="34"/>
              </a:cxn>
              <a:cxn ang="0">
                <a:pos x="16" y="36"/>
              </a:cxn>
              <a:cxn ang="0">
                <a:pos x="60" y="36"/>
              </a:cxn>
              <a:cxn ang="0">
                <a:pos x="61" y="34"/>
              </a:cxn>
              <a:cxn ang="0">
                <a:pos x="61" y="6"/>
              </a:cxn>
              <a:cxn ang="0">
                <a:pos x="60" y="5"/>
              </a:cxn>
              <a:cxn ang="0">
                <a:pos x="16" y="5"/>
              </a:cxn>
              <a:cxn ang="0">
                <a:pos x="15" y="6"/>
              </a:cxn>
              <a:cxn ang="0">
                <a:pos x="15" y="34"/>
              </a:cxn>
              <a:cxn ang="0">
                <a:pos x="42" y="47"/>
              </a:cxn>
              <a:cxn ang="0">
                <a:pos x="42" y="46"/>
              </a:cxn>
              <a:cxn ang="0">
                <a:pos x="35" y="46"/>
              </a:cxn>
              <a:cxn ang="0">
                <a:pos x="34" y="47"/>
              </a:cxn>
              <a:cxn ang="0">
                <a:pos x="35" y="47"/>
              </a:cxn>
              <a:cxn ang="0">
                <a:pos x="42" y="47"/>
              </a:cxn>
              <a:cxn ang="0">
                <a:pos x="42" y="47"/>
              </a:cxn>
            </a:cxnLst>
            <a:rect l="0" t="0" r="r" b="b"/>
            <a:pathLst>
              <a:path w="77" h="51">
                <a:moveTo>
                  <a:pt x="77" y="43"/>
                </a:moveTo>
                <a:cubicBezTo>
                  <a:pt x="77" y="47"/>
                  <a:pt x="77" y="47"/>
                  <a:pt x="77" y="47"/>
                </a:cubicBezTo>
                <a:cubicBezTo>
                  <a:pt x="77" y="49"/>
                  <a:pt x="74" y="51"/>
                  <a:pt x="70" y="51"/>
                </a:cubicBezTo>
                <a:cubicBezTo>
                  <a:pt x="6" y="51"/>
                  <a:pt x="6" y="51"/>
                  <a:pt x="6" y="51"/>
                </a:cubicBezTo>
                <a:cubicBezTo>
                  <a:pt x="3" y="51"/>
                  <a:pt x="0" y="49"/>
                  <a:pt x="0" y="47"/>
                </a:cubicBezTo>
                <a:cubicBezTo>
                  <a:pt x="0" y="43"/>
                  <a:pt x="0" y="43"/>
                  <a:pt x="0" y="43"/>
                </a:cubicBezTo>
                <a:cubicBezTo>
                  <a:pt x="6" y="43"/>
                  <a:pt x="6" y="43"/>
                  <a:pt x="6" y="43"/>
                </a:cubicBezTo>
                <a:cubicBezTo>
                  <a:pt x="70" y="43"/>
                  <a:pt x="70" y="43"/>
                  <a:pt x="70" y="43"/>
                </a:cubicBezTo>
                <a:lnTo>
                  <a:pt x="77" y="43"/>
                </a:lnTo>
                <a:close/>
                <a:moveTo>
                  <a:pt x="10" y="34"/>
                </a:moveTo>
                <a:cubicBezTo>
                  <a:pt x="10" y="6"/>
                  <a:pt x="10" y="6"/>
                  <a:pt x="10" y="6"/>
                </a:cubicBezTo>
                <a:cubicBezTo>
                  <a:pt x="10" y="2"/>
                  <a:pt x="13" y="0"/>
                  <a:pt x="16" y="0"/>
                </a:cubicBezTo>
                <a:cubicBezTo>
                  <a:pt x="60" y="0"/>
                  <a:pt x="60" y="0"/>
                  <a:pt x="60" y="0"/>
                </a:cubicBezTo>
                <a:cubicBezTo>
                  <a:pt x="64" y="0"/>
                  <a:pt x="67" y="2"/>
                  <a:pt x="67" y="6"/>
                </a:cubicBezTo>
                <a:cubicBezTo>
                  <a:pt x="67" y="34"/>
                  <a:pt x="67" y="34"/>
                  <a:pt x="67" y="34"/>
                </a:cubicBezTo>
                <a:cubicBezTo>
                  <a:pt x="67" y="38"/>
                  <a:pt x="64" y="41"/>
                  <a:pt x="60" y="41"/>
                </a:cubicBezTo>
                <a:cubicBezTo>
                  <a:pt x="16" y="41"/>
                  <a:pt x="16" y="41"/>
                  <a:pt x="16" y="41"/>
                </a:cubicBezTo>
                <a:cubicBezTo>
                  <a:pt x="13" y="41"/>
                  <a:pt x="10" y="38"/>
                  <a:pt x="10" y="34"/>
                </a:cubicBezTo>
                <a:close/>
                <a:moveTo>
                  <a:pt x="15" y="34"/>
                </a:moveTo>
                <a:cubicBezTo>
                  <a:pt x="15" y="35"/>
                  <a:pt x="16" y="36"/>
                  <a:pt x="16" y="36"/>
                </a:cubicBezTo>
                <a:cubicBezTo>
                  <a:pt x="60" y="36"/>
                  <a:pt x="60" y="36"/>
                  <a:pt x="60" y="36"/>
                </a:cubicBezTo>
                <a:cubicBezTo>
                  <a:pt x="61" y="36"/>
                  <a:pt x="61" y="35"/>
                  <a:pt x="61" y="34"/>
                </a:cubicBezTo>
                <a:cubicBezTo>
                  <a:pt x="61" y="6"/>
                  <a:pt x="61" y="6"/>
                  <a:pt x="61" y="6"/>
                </a:cubicBezTo>
                <a:cubicBezTo>
                  <a:pt x="61" y="5"/>
                  <a:pt x="61" y="5"/>
                  <a:pt x="60" y="5"/>
                </a:cubicBezTo>
                <a:cubicBezTo>
                  <a:pt x="16" y="5"/>
                  <a:pt x="16" y="5"/>
                  <a:pt x="16" y="5"/>
                </a:cubicBezTo>
                <a:cubicBezTo>
                  <a:pt x="16" y="5"/>
                  <a:pt x="15" y="5"/>
                  <a:pt x="15" y="6"/>
                </a:cubicBezTo>
                <a:lnTo>
                  <a:pt x="15" y="34"/>
                </a:lnTo>
                <a:close/>
                <a:moveTo>
                  <a:pt x="42" y="47"/>
                </a:moveTo>
                <a:cubicBezTo>
                  <a:pt x="42" y="46"/>
                  <a:pt x="42" y="46"/>
                  <a:pt x="42" y="46"/>
                </a:cubicBezTo>
                <a:cubicBezTo>
                  <a:pt x="35" y="46"/>
                  <a:pt x="35" y="46"/>
                  <a:pt x="35" y="46"/>
                </a:cubicBezTo>
                <a:cubicBezTo>
                  <a:pt x="35" y="46"/>
                  <a:pt x="34" y="46"/>
                  <a:pt x="34" y="47"/>
                </a:cubicBezTo>
                <a:cubicBezTo>
                  <a:pt x="34" y="47"/>
                  <a:pt x="35" y="47"/>
                  <a:pt x="35" y="47"/>
                </a:cubicBezTo>
                <a:cubicBezTo>
                  <a:pt x="42" y="47"/>
                  <a:pt x="42" y="47"/>
                  <a:pt x="42" y="47"/>
                </a:cubicBezTo>
                <a:cubicBezTo>
                  <a:pt x="42" y="47"/>
                  <a:pt x="42" y="47"/>
                  <a:pt x="42" y="47"/>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5" name="Group 59"/>
          <p:cNvGrpSpPr/>
          <p:nvPr/>
        </p:nvGrpSpPr>
        <p:grpSpPr>
          <a:xfrm>
            <a:off x="6040260" y="3705706"/>
            <a:ext cx="2276195" cy="709468"/>
            <a:chOff x="7154104" y="3206176"/>
            <a:chExt cx="2276195" cy="709468"/>
          </a:xfrm>
        </p:grpSpPr>
        <p:sp>
          <p:nvSpPr>
            <p:cNvPr id="49" name="TextBox 48"/>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0" name="Rectangle 49"/>
            <p:cNvSpPr/>
            <p:nvPr/>
          </p:nvSpPr>
          <p:spPr>
            <a:xfrm>
              <a:off x="7154104" y="3206176"/>
              <a:ext cx="1309589" cy="215444"/>
            </a:xfrm>
            <a:prstGeom prst="rect">
              <a:avLst/>
            </a:prstGeom>
          </p:spPr>
          <p:txBody>
            <a:bodyPr wrap="none" lIns="0" tIns="0" rIns="0" bIns="0">
              <a:spAutoFit/>
            </a:bodyPr>
            <a:lstStyle/>
            <a:p>
              <a:r>
                <a:rPr lang="en-US" sz="1400" b="1" dirty="0">
                  <a:solidFill>
                    <a:schemeClr val="accent4"/>
                  </a:solidFill>
                </a:rPr>
                <a:t>Title Goes Here</a:t>
              </a:r>
            </a:p>
          </p:txBody>
        </p:sp>
      </p:grpSp>
      <p:grpSp>
        <p:nvGrpSpPr>
          <p:cNvPr id="18" name="Group 57"/>
          <p:cNvGrpSpPr/>
          <p:nvPr/>
        </p:nvGrpSpPr>
        <p:grpSpPr>
          <a:xfrm>
            <a:off x="366689" y="2456287"/>
            <a:ext cx="2247089" cy="709468"/>
            <a:chOff x="-267404" y="3168889"/>
            <a:chExt cx="2247089" cy="709468"/>
          </a:xfrm>
        </p:grpSpPr>
        <p:sp>
          <p:nvSpPr>
            <p:cNvPr id="52" name="TextBox 51"/>
            <p:cNvSpPr txBox="1"/>
            <p:nvPr/>
          </p:nvSpPr>
          <p:spPr>
            <a:xfrm>
              <a:off x="-267404" y="3416692"/>
              <a:ext cx="2247089"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3" name="Rectangle 52"/>
            <p:cNvSpPr/>
            <p:nvPr/>
          </p:nvSpPr>
          <p:spPr>
            <a:xfrm>
              <a:off x="670096" y="3168889"/>
              <a:ext cx="1309589" cy="215444"/>
            </a:xfrm>
            <a:prstGeom prst="rect">
              <a:avLst/>
            </a:prstGeom>
          </p:spPr>
          <p:txBody>
            <a:bodyPr wrap="none" lIns="0" tIns="0" rIns="0" bIns="0">
              <a:spAutoFit/>
            </a:bodyPr>
            <a:lstStyle/>
            <a:p>
              <a:pPr algn="r"/>
              <a:r>
                <a:rPr lang="en-US" sz="1400" b="1" dirty="0">
                  <a:solidFill>
                    <a:schemeClr val="accent6"/>
                  </a:solidFill>
                </a:rPr>
                <a:t>Title Goes Here</a:t>
              </a:r>
            </a:p>
          </p:txBody>
        </p:sp>
      </p:grpSp>
      <p:grpSp>
        <p:nvGrpSpPr>
          <p:cNvPr id="21" name="Group 58"/>
          <p:cNvGrpSpPr/>
          <p:nvPr/>
        </p:nvGrpSpPr>
        <p:grpSpPr>
          <a:xfrm>
            <a:off x="6040260" y="1281083"/>
            <a:ext cx="2276195" cy="709468"/>
            <a:chOff x="7174424" y="1352592"/>
            <a:chExt cx="2276195" cy="709468"/>
          </a:xfrm>
        </p:grpSpPr>
        <p:sp>
          <p:nvSpPr>
            <p:cNvPr id="55" name="TextBox 54"/>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6" name="Rectangle 55"/>
            <p:cNvSpPr/>
            <p:nvPr/>
          </p:nvSpPr>
          <p:spPr>
            <a:xfrm>
              <a:off x="7178222" y="1352592"/>
              <a:ext cx="1309589" cy="215444"/>
            </a:xfrm>
            <a:prstGeom prst="rect">
              <a:avLst/>
            </a:prstGeom>
          </p:spPr>
          <p:txBody>
            <a:bodyPr wrap="none" lIns="0" tIns="0" rIns="0" bIns="0">
              <a:spAutoFit/>
            </a:bodyPr>
            <a:lstStyle/>
            <a:p>
              <a:r>
                <a:rPr lang="en-US" sz="1400" b="1" dirty="0">
                  <a:solidFill>
                    <a:schemeClr val="accent2"/>
                  </a:solidFill>
                </a:rPr>
                <a:t>Title Goes Here</a:t>
              </a:r>
            </a:p>
          </p:txBody>
        </p:sp>
      </p:grpSp>
      <p:grpSp>
        <p:nvGrpSpPr>
          <p:cNvPr id="24" name="Group 56"/>
          <p:cNvGrpSpPr/>
          <p:nvPr/>
        </p:nvGrpSpPr>
        <p:grpSpPr>
          <a:xfrm>
            <a:off x="835309" y="1281083"/>
            <a:ext cx="2276196" cy="709468"/>
            <a:chOff x="-296510" y="1363501"/>
            <a:chExt cx="2276196" cy="709468"/>
          </a:xfrm>
        </p:grpSpPr>
        <p:sp>
          <p:nvSpPr>
            <p:cNvPr id="58" name="TextBox 57"/>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59" name="Rectangle 58"/>
            <p:cNvSpPr/>
            <p:nvPr/>
          </p:nvSpPr>
          <p:spPr>
            <a:xfrm>
              <a:off x="634765" y="1363501"/>
              <a:ext cx="1344920" cy="215444"/>
            </a:xfrm>
            <a:prstGeom prst="rect">
              <a:avLst/>
            </a:prstGeom>
          </p:spPr>
          <p:txBody>
            <a:bodyPr wrap="none" lIns="0" tIns="0" rIns="0" bIns="0">
              <a:spAutoFit/>
            </a:bodyPr>
            <a:lstStyle/>
            <a:p>
              <a:pPr algn="r"/>
              <a:r>
                <a:rPr lang="en-US" sz="1400" b="1" dirty="0">
                  <a:solidFill>
                    <a:schemeClr val="accent1"/>
                  </a:solidFill>
                </a:rPr>
                <a:t>Title Goes Here</a:t>
              </a:r>
            </a:p>
          </p:txBody>
        </p:sp>
      </p:grpSp>
      <p:grpSp>
        <p:nvGrpSpPr>
          <p:cNvPr id="27" name="Group 56"/>
          <p:cNvGrpSpPr/>
          <p:nvPr/>
        </p:nvGrpSpPr>
        <p:grpSpPr>
          <a:xfrm>
            <a:off x="835309" y="3705706"/>
            <a:ext cx="2276196" cy="709468"/>
            <a:chOff x="-296510" y="1363501"/>
            <a:chExt cx="2276196" cy="709468"/>
          </a:xfrm>
        </p:grpSpPr>
        <p:sp>
          <p:nvSpPr>
            <p:cNvPr id="61" name="TextBox 60"/>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2" name="Rectangle 61"/>
            <p:cNvSpPr/>
            <p:nvPr/>
          </p:nvSpPr>
          <p:spPr>
            <a:xfrm>
              <a:off x="670096" y="1363501"/>
              <a:ext cx="1309589" cy="215444"/>
            </a:xfrm>
            <a:prstGeom prst="rect">
              <a:avLst/>
            </a:prstGeom>
          </p:spPr>
          <p:txBody>
            <a:bodyPr wrap="none" lIns="0" tIns="0" rIns="0" bIns="0">
              <a:spAutoFit/>
            </a:bodyPr>
            <a:lstStyle/>
            <a:p>
              <a:pPr algn="r"/>
              <a:r>
                <a:rPr lang="en-US" sz="1400" b="1" dirty="0">
                  <a:solidFill>
                    <a:schemeClr val="accent5"/>
                  </a:solidFill>
                </a:rPr>
                <a:t>Title Goes Here</a:t>
              </a:r>
            </a:p>
          </p:txBody>
        </p:sp>
      </p:grpSp>
      <p:grpSp>
        <p:nvGrpSpPr>
          <p:cNvPr id="30" name="Group 58"/>
          <p:cNvGrpSpPr/>
          <p:nvPr/>
        </p:nvGrpSpPr>
        <p:grpSpPr>
          <a:xfrm>
            <a:off x="6501116" y="2456287"/>
            <a:ext cx="2276195" cy="709468"/>
            <a:chOff x="7174424" y="1352592"/>
            <a:chExt cx="2276195" cy="709468"/>
          </a:xfrm>
        </p:grpSpPr>
        <p:sp>
          <p:nvSpPr>
            <p:cNvPr id="64" name="TextBox 63"/>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5" name="Rectangle 64"/>
            <p:cNvSpPr/>
            <p:nvPr/>
          </p:nvSpPr>
          <p:spPr>
            <a:xfrm>
              <a:off x="7174424" y="1352592"/>
              <a:ext cx="1309589" cy="215444"/>
            </a:xfrm>
            <a:prstGeom prst="rect">
              <a:avLst/>
            </a:prstGeom>
          </p:spPr>
          <p:txBody>
            <a:bodyPr wrap="none" lIns="0" tIns="0" rIns="0" bIns="0">
              <a:spAutoFit/>
            </a:bodyPr>
            <a:lstStyle/>
            <a:p>
              <a:r>
                <a:rPr lang="en-US" sz="1400" b="1" dirty="0">
                  <a:solidFill>
                    <a:schemeClr val="accent3"/>
                  </a:solidFill>
                </a:rPr>
                <a:t>Title Goes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030"/>
                                        </p:tgtEl>
                                        <p:attrNameLst>
                                          <p:attrName>style.visibility</p:attrName>
                                        </p:attrNameLst>
                                      </p:cBhvr>
                                      <p:to>
                                        <p:strVal val="visible"/>
                                      </p:to>
                                    </p:set>
                                    <p:anim calcmode="lin" valueType="num">
                                      <p:cBhvr>
                                        <p:cTn id="7" dur="500" fill="hold"/>
                                        <p:tgtEl>
                                          <p:spTgt spid="1030"/>
                                        </p:tgtEl>
                                        <p:attrNameLst>
                                          <p:attrName>ppt_w</p:attrName>
                                        </p:attrNameLst>
                                      </p:cBhvr>
                                      <p:tavLst>
                                        <p:tav tm="0">
                                          <p:val>
                                            <p:fltVal val="0"/>
                                          </p:val>
                                        </p:tav>
                                        <p:tav tm="100000">
                                          <p:val>
                                            <p:strVal val="#ppt_w"/>
                                          </p:val>
                                        </p:tav>
                                      </p:tavLst>
                                    </p:anim>
                                    <p:anim calcmode="lin" valueType="num">
                                      <p:cBhvr>
                                        <p:cTn id="8" dur="500" fill="hold"/>
                                        <p:tgtEl>
                                          <p:spTgt spid="1030"/>
                                        </p:tgtEl>
                                        <p:attrNameLst>
                                          <p:attrName>ppt_h</p:attrName>
                                        </p:attrNameLst>
                                      </p:cBhvr>
                                      <p:tavLst>
                                        <p:tav tm="0">
                                          <p:val>
                                            <p:fltVal val="0"/>
                                          </p:val>
                                        </p:tav>
                                        <p:tav tm="100000">
                                          <p:val>
                                            <p:strVal val="#ppt_h"/>
                                          </p:val>
                                        </p:tav>
                                      </p:tavLst>
                                    </p:anim>
                                    <p:animEffect transition="in" filter="fade">
                                      <p:cBhvr>
                                        <p:cTn id="9" dur="500"/>
                                        <p:tgtEl>
                                          <p:spTgt spid="103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Effect transition="in" filter="fade">
                                      <p:cBhvr>
                                        <p:cTn id="15" dur="500"/>
                                        <p:tgtEl>
                                          <p:spTgt spid="14"/>
                                        </p:tgtEl>
                                      </p:cBhvr>
                                    </p:animEffect>
                                  </p:childTnLst>
                                </p:cTn>
                              </p:par>
                            </p:childTnLst>
                          </p:cTn>
                        </p:par>
                        <p:par>
                          <p:cTn id="16" fill="hold">
                            <p:stCondLst>
                              <p:cond delay="1000"/>
                            </p:stCondLst>
                            <p:childTnLst>
                              <p:par>
                                <p:cTn id="17" presetID="20" presetClass="entr" presetSubtype="0"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edge">
                                      <p:cBhvr>
                                        <p:cTn id="19" dur="1000"/>
                                        <p:tgtEl>
                                          <p:spTgt spid="13"/>
                                        </p:tgtEl>
                                      </p:cBhvr>
                                    </p:animEffect>
                                  </p:childTnLst>
                                </p:cTn>
                              </p:par>
                            </p:childTnLst>
                          </p:cTn>
                        </p:par>
                        <p:par>
                          <p:cTn id="20" fill="hold">
                            <p:stCondLst>
                              <p:cond delay="2000"/>
                            </p:stCondLst>
                            <p:childTnLst>
                              <p:par>
                                <p:cTn id="21" presetID="53" presetClass="entr" presetSubtype="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500" fill="hold"/>
                                        <p:tgtEl>
                                          <p:spTgt spid="5"/>
                                        </p:tgtEl>
                                        <p:attrNameLst>
                                          <p:attrName>ppt_w</p:attrName>
                                        </p:attrNameLst>
                                      </p:cBhvr>
                                      <p:tavLst>
                                        <p:tav tm="0">
                                          <p:val>
                                            <p:fltVal val="0"/>
                                          </p:val>
                                        </p:tav>
                                        <p:tav tm="100000">
                                          <p:val>
                                            <p:strVal val="#ppt_w"/>
                                          </p:val>
                                        </p:tav>
                                      </p:tavLst>
                                    </p:anim>
                                    <p:anim calcmode="lin" valueType="num">
                                      <p:cBhvr>
                                        <p:cTn id="24" dur="500" fill="hold"/>
                                        <p:tgtEl>
                                          <p:spTgt spid="5"/>
                                        </p:tgtEl>
                                        <p:attrNameLst>
                                          <p:attrName>ppt_h</p:attrName>
                                        </p:attrNameLst>
                                      </p:cBhvr>
                                      <p:tavLst>
                                        <p:tav tm="0">
                                          <p:val>
                                            <p:fltVal val="0"/>
                                          </p:val>
                                        </p:tav>
                                        <p:tav tm="100000">
                                          <p:val>
                                            <p:strVal val="#ppt_h"/>
                                          </p:val>
                                        </p:tav>
                                      </p:tavLst>
                                    </p:anim>
                                    <p:animEffect transition="in" filter="fade">
                                      <p:cBhvr>
                                        <p:cTn id="25" dur="500"/>
                                        <p:tgtEl>
                                          <p:spTgt spid="5"/>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p:cTn id="29" dur="500" fill="hold"/>
                                        <p:tgtEl>
                                          <p:spTgt spid="34"/>
                                        </p:tgtEl>
                                        <p:attrNameLst>
                                          <p:attrName>ppt_w</p:attrName>
                                        </p:attrNameLst>
                                      </p:cBhvr>
                                      <p:tavLst>
                                        <p:tav tm="0">
                                          <p:val>
                                            <p:fltVal val="0"/>
                                          </p:val>
                                        </p:tav>
                                        <p:tav tm="100000">
                                          <p:val>
                                            <p:strVal val="#ppt_w"/>
                                          </p:val>
                                        </p:tav>
                                      </p:tavLst>
                                    </p:anim>
                                    <p:anim calcmode="lin" valueType="num">
                                      <p:cBhvr>
                                        <p:cTn id="30" dur="500" fill="hold"/>
                                        <p:tgtEl>
                                          <p:spTgt spid="34"/>
                                        </p:tgtEl>
                                        <p:attrNameLst>
                                          <p:attrName>ppt_h</p:attrName>
                                        </p:attrNameLst>
                                      </p:cBhvr>
                                      <p:tavLst>
                                        <p:tav tm="0">
                                          <p:val>
                                            <p:fltVal val="0"/>
                                          </p:val>
                                        </p:tav>
                                        <p:tav tm="100000">
                                          <p:val>
                                            <p:strVal val="#ppt_h"/>
                                          </p:val>
                                        </p:tav>
                                      </p:tavLst>
                                    </p:anim>
                                    <p:animEffect transition="in" filter="fade">
                                      <p:cBhvr>
                                        <p:cTn id="31" dur="500"/>
                                        <p:tgtEl>
                                          <p:spTgt spid="34"/>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35"/>
                                        </p:tgtEl>
                                        <p:attrNameLst>
                                          <p:attrName>style.visibility</p:attrName>
                                        </p:attrNameLst>
                                      </p:cBhvr>
                                      <p:to>
                                        <p:strVal val="visible"/>
                                      </p:to>
                                    </p:set>
                                    <p:anim calcmode="lin" valueType="num">
                                      <p:cBhvr>
                                        <p:cTn id="41" dur="500" fill="hold"/>
                                        <p:tgtEl>
                                          <p:spTgt spid="35"/>
                                        </p:tgtEl>
                                        <p:attrNameLst>
                                          <p:attrName>ppt_w</p:attrName>
                                        </p:attrNameLst>
                                      </p:cBhvr>
                                      <p:tavLst>
                                        <p:tav tm="0">
                                          <p:val>
                                            <p:fltVal val="0"/>
                                          </p:val>
                                        </p:tav>
                                        <p:tav tm="100000">
                                          <p:val>
                                            <p:strVal val="#ppt_w"/>
                                          </p:val>
                                        </p:tav>
                                      </p:tavLst>
                                    </p:anim>
                                    <p:anim calcmode="lin" valueType="num">
                                      <p:cBhvr>
                                        <p:cTn id="42" dur="500" fill="hold"/>
                                        <p:tgtEl>
                                          <p:spTgt spid="35"/>
                                        </p:tgtEl>
                                        <p:attrNameLst>
                                          <p:attrName>ppt_h</p:attrName>
                                        </p:attrNameLst>
                                      </p:cBhvr>
                                      <p:tavLst>
                                        <p:tav tm="0">
                                          <p:val>
                                            <p:fltVal val="0"/>
                                          </p:val>
                                        </p:tav>
                                        <p:tav tm="100000">
                                          <p:val>
                                            <p:strVal val="#ppt_h"/>
                                          </p:val>
                                        </p:tav>
                                      </p:tavLst>
                                    </p:anim>
                                    <p:animEffect transition="in" filter="fade">
                                      <p:cBhvr>
                                        <p:cTn id="43" dur="500"/>
                                        <p:tgtEl>
                                          <p:spTgt spid="35"/>
                                        </p:tgtEl>
                                      </p:cBhvr>
                                    </p:animEffect>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p:cTn id="47" dur="500" fill="hold"/>
                                        <p:tgtEl>
                                          <p:spTgt spid="9"/>
                                        </p:tgtEl>
                                        <p:attrNameLst>
                                          <p:attrName>ppt_w</p:attrName>
                                        </p:attrNameLst>
                                      </p:cBhvr>
                                      <p:tavLst>
                                        <p:tav tm="0">
                                          <p:val>
                                            <p:fltVal val="0"/>
                                          </p:val>
                                        </p:tav>
                                        <p:tav tm="100000">
                                          <p:val>
                                            <p:strVal val="#ppt_w"/>
                                          </p:val>
                                        </p:tav>
                                      </p:tavLst>
                                    </p:anim>
                                    <p:anim calcmode="lin" valueType="num">
                                      <p:cBhvr>
                                        <p:cTn id="48" dur="500" fill="hold"/>
                                        <p:tgtEl>
                                          <p:spTgt spid="9"/>
                                        </p:tgtEl>
                                        <p:attrNameLst>
                                          <p:attrName>ppt_h</p:attrName>
                                        </p:attrNameLst>
                                      </p:cBhvr>
                                      <p:tavLst>
                                        <p:tav tm="0">
                                          <p:val>
                                            <p:fltVal val="0"/>
                                          </p:val>
                                        </p:tav>
                                        <p:tav tm="100000">
                                          <p:val>
                                            <p:strVal val="#ppt_h"/>
                                          </p:val>
                                        </p:tav>
                                      </p:tavLst>
                                    </p:anim>
                                    <p:animEffect transition="in" filter="fade">
                                      <p:cBhvr>
                                        <p:cTn id="49" dur="500"/>
                                        <p:tgtEl>
                                          <p:spTgt spid="9"/>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36"/>
                                        </p:tgtEl>
                                        <p:attrNameLst>
                                          <p:attrName>style.visibility</p:attrName>
                                        </p:attrNameLst>
                                      </p:cBhvr>
                                      <p:to>
                                        <p:strVal val="visible"/>
                                      </p:to>
                                    </p:set>
                                    <p:anim calcmode="lin" valueType="num">
                                      <p:cBhvr>
                                        <p:cTn id="53" dur="500" fill="hold"/>
                                        <p:tgtEl>
                                          <p:spTgt spid="36"/>
                                        </p:tgtEl>
                                        <p:attrNameLst>
                                          <p:attrName>ppt_w</p:attrName>
                                        </p:attrNameLst>
                                      </p:cBhvr>
                                      <p:tavLst>
                                        <p:tav tm="0">
                                          <p:val>
                                            <p:fltVal val="0"/>
                                          </p:val>
                                        </p:tav>
                                        <p:tav tm="100000">
                                          <p:val>
                                            <p:strVal val="#ppt_w"/>
                                          </p:val>
                                        </p:tav>
                                      </p:tavLst>
                                    </p:anim>
                                    <p:anim calcmode="lin" valueType="num">
                                      <p:cBhvr>
                                        <p:cTn id="54" dur="500" fill="hold"/>
                                        <p:tgtEl>
                                          <p:spTgt spid="36"/>
                                        </p:tgtEl>
                                        <p:attrNameLst>
                                          <p:attrName>ppt_h</p:attrName>
                                        </p:attrNameLst>
                                      </p:cBhvr>
                                      <p:tavLst>
                                        <p:tav tm="0">
                                          <p:val>
                                            <p:fltVal val="0"/>
                                          </p:val>
                                        </p:tav>
                                        <p:tav tm="100000">
                                          <p:val>
                                            <p:strVal val="#ppt_h"/>
                                          </p:val>
                                        </p:tav>
                                      </p:tavLst>
                                    </p:anim>
                                    <p:animEffect transition="in" filter="fade">
                                      <p:cBhvr>
                                        <p:cTn id="55" dur="500"/>
                                        <p:tgtEl>
                                          <p:spTgt spid="36"/>
                                        </p:tgtEl>
                                      </p:cBhvr>
                                    </p:animEffect>
                                  </p:childTnLst>
                                </p:cTn>
                              </p:par>
                            </p:childTnLst>
                          </p:cTn>
                        </p:par>
                        <p:par>
                          <p:cTn id="56" fill="hold">
                            <p:stCondLst>
                              <p:cond delay="5000"/>
                            </p:stCondLst>
                            <p:childTnLst>
                              <p:par>
                                <p:cTn id="57" presetID="53" presetClass="entr" presetSubtype="0" fill="hold" nodeType="after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p:cTn id="59" dur="500" fill="hold"/>
                                        <p:tgtEl>
                                          <p:spTgt spid="8"/>
                                        </p:tgtEl>
                                        <p:attrNameLst>
                                          <p:attrName>ppt_w</p:attrName>
                                        </p:attrNameLst>
                                      </p:cBhvr>
                                      <p:tavLst>
                                        <p:tav tm="0">
                                          <p:val>
                                            <p:fltVal val="0"/>
                                          </p:val>
                                        </p:tav>
                                        <p:tav tm="100000">
                                          <p:val>
                                            <p:strVal val="#ppt_w"/>
                                          </p:val>
                                        </p:tav>
                                      </p:tavLst>
                                    </p:anim>
                                    <p:anim calcmode="lin" valueType="num">
                                      <p:cBhvr>
                                        <p:cTn id="60" dur="500" fill="hold"/>
                                        <p:tgtEl>
                                          <p:spTgt spid="8"/>
                                        </p:tgtEl>
                                        <p:attrNameLst>
                                          <p:attrName>ppt_h</p:attrName>
                                        </p:attrNameLst>
                                      </p:cBhvr>
                                      <p:tavLst>
                                        <p:tav tm="0">
                                          <p:val>
                                            <p:fltVal val="0"/>
                                          </p:val>
                                        </p:tav>
                                        <p:tav tm="100000">
                                          <p:val>
                                            <p:strVal val="#ppt_h"/>
                                          </p:val>
                                        </p:tav>
                                      </p:tavLst>
                                    </p:anim>
                                    <p:animEffect transition="in" filter="fade">
                                      <p:cBhvr>
                                        <p:cTn id="61" dur="500"/>
                                        <p:tgtEl>
                                          <p:spTgt spid="8"/>
                                        </p:tgtEl>
                                      </p:cBhvr>
                                    </p:animEffect>
                                  </p:childTnLst>
                                </p:cTn>
                              </p:par>
                            </p:childTnLst>
                          </p:cTn>
                        </p:par>
                        <p:par>
                          <p:cTn id="62" fill="hold">
                            <p:stCondLst>
                              <p:cond delay="5500"/>
                            </p:stCondLst>
                            <p:childTnLst>
                              <p:par>
                                <p:cTn id="63" presetID="53" presetClass="entr" presetSubtype="0" fill="hold" nodeType="afterEffect">
                                  <p:stCondLst>
                                    <p:cond delay="0"/>
                                  </p:stCondLst>
                                  <p:childTnLst>
                                    <p:set>
                                      <p:cBhvr>
                                        <p:cTn id="64" dur="1" fill="hold">
                                          <p:stCondLst>
                                            <p:cond delay="0"/>
                                          </p:stCondLst>
                                        </p:cTn>
                                        <p:tgtEl>
                                          <p:spTgt spid="11"/>
                                        </p:tgtEl>
                                        <p:attrNameLst>
                                          <p:attrName>style.visibility</p:attrName>
                                        </p:attrNameLst>
                                      </p:cBhvr>
                                      <p:to>
                                        <p:strVal val="visible"/>
                                      </p:to>
                                    </p:set>
                                    <p:anim calcmode="lin" valueType="num">
                                      <p:cBhvr>
                                        <p:cTn id="65" dur="500" fill="hold"/>
                                        <p:tgtEl>
                                          <p:spTgt spid="11"/>
                                        </p:tgtEl>
                                        <p:attrNameLst>
                                          <p:attrName>ppt_w</p:attrName>
                                        </p:attrNameLst>
                                      </p:cBhvr>
                                      <p:tavLst>
                                        <p:tav tm="0">
                                          <p:val>
                                            <p:fltVal val="0"/>
                                          </p:val>
                                        </p:tav>
                                        <p:tav tm="100000">
                                          <p:val>
                                            <p:strVal val="#ppt_w"/>
                                          </p:val>
                                        </p:tav>
                                      </p:tavLst>
                                    </p:anim>
                                    <p:anim calcmode="lin" valueType="num">
                                      <p:cBhvr>
                                        <p:cTn id="66" dur="500" fill="hold"/>
                                        <p:tgtEl>
                                          <p:spTgt spid="11"/>
                                        </p:tgtEl>
                                        <p:attrNameLst>
                                          <p:attrName>ppt_h</p:attrName>
                                        </p:attrNameLst>
                                      </p:cBhvr>
                                      <p:tavLst>
                                        <p:tav tm="0">
                                          <p:val>
                                            <p:fltVal val="0"/>
                                          </p:val>
                                        </p:tav>
                                        <p:tav tm="100000">
                                          <p:val>
                                            <p:strVal val="#ppt_h"/>
                                          </p:val>
                                        </p:tav>
                                      </p:tavLst>
                                    </p:anim>
                                    <p:animEffect transition="in" filter="fade">
                                      <p:cBhvr>
                                        <p:cTn id="67" dur="500"/>
                                        <p:tgtEl>
                                          <p:spTgt spid="11"/>
                                        </p:tgtEl>
                                      </p:cBhvr>
                                    </p:animEffect>
                                  </p:childTnLst>
                                </p:cTn>
                              </p:par>
                            </p:childTnLst>
                          </p:cTn>
                        </p:par>
                        <p:par>
                          <p:cTn id="68" fill="hold">
                            <p:stCondLst>
                              <p:cond delay="6000"/>
                            </p:stCondLst>
                            <p:childTnLst>
                              <p:par>
                                <p:cTn id="69" presetID="53" presetClass="entr" presetSubtype="0" fill="hold" nodeType="after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500" fill="hold"/>
                                        <p:tgtEl>
                                          <p:spTgt spid="7"/>
                                        </p:tgtEl>
                                        <p:attrNameLst>
                                          <p:attrName>ppt_w</p:attrName>
                                        </p:attrNameLst>
                                      </p:cBhvr>
                                      <p:tavLst>
                                        <p:tav tm="0">
                                          <p:val>
                                            <p:fltVal val="0"/>
                                          </p:val>
                                        </p:tav>
                                        <p:tav tm="100000">
                                          <p:val>
                                            <p:strVal val="#ppt_w"/>
                                          </p:val>
                                        </p:tav>
                                      </p:tavLst>
                                    </p:anim>
                                    <p:anim calcmode="lin" valueType="num">
                                      <p:cBhvr>
                                        <p:cTn id="72" dur="500" fill="hold"/>
                                        <p:tgtEl>
                                          <p:spTgt spid="7"/>
                                        </p:tgtEl>
                                        <p:attrNameLst>
                                          <p:attrName>ppt_h</p:attrName>
                                        </p:attrNameLst>
                                      </p:cBhvr>
                                      <p:tavLst>
                                        <p:tav tm="0">
                                          <p:val>
                                            <p:fltVal val="0"/>
                                          </p:val>
                                        </p:tav>
                                        <p:tav tm="100000">
                                          <p:val>
                                            <p:strVal val="#ppt_h"/>
                                          </p:val>
                                        </p:tav>
                                      </p:tavLst>
                                    </p:anim>
                                    <p:animEffect transition="in" filter="fade">
                                      <p:cBhvr>
                                        <p:cTn id="73" dur="500"/>
                                        <p:tgtEl>
                                          <p:spTgt spid="7"/>
                                        </p:tgtEl>
                                      </p:cBhvr>
                                    </p:animEffect>
                                  </p:childTnLst>
                                </p:cTn>
                              </p:par>
                            </p:childTnLst>
                          </p:cTn>
                        </p:par>
                        <p:par>
                          <p:cTn id="74" fill="hold">
                            <p:stCondLst>
                              <p:cond delay="6500"/>
                            </p:stCondLst>
                            <p:childTnLst>
                              <p:par>
                                <p:cTn id="75" presetID="53" presetClass="entr" presetSubtype="0" fill="hold" nodeType="after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p:cTn id="77" dur="500" fill="hold"/>
                                        <p:tgtEl>
                                          <p:spTgt spid="12"/>
                                        </p:tgtEl>
                                        <p:attrNameLst>
                                          <p:attrName>ppt_w</p:attrName>
                                        </p:attrNameLst>
                                      </p:cBhvr>
                                      <p:tavLst>
                                        <p:tav tm="0">
                                          <p:val>
                                            <p:fltVal val="0"/>
                                          </p:val>
                                        </p:tav>
                                        <p:tav tm="100000">
                                          <p:val>
                                            <p:strVal val="#ppt_w"/>
                                          </p:val>
                                        </p:tav>
                                      </p:tavLst>
                                    </p:anim>
                                    <p:anim calcmode="lin" valueType="num">
                                      <p:cBhvr>
                                        <p:cTn id="78" dur="500" fill="hold"/>
                                        <p:tgtEl>
                                          <p:spTgt spid="12"/>
                                        </p:tgtEl>
                                        <p:attrNameLst>
                                          <p:attrName>ppt_h</p:attrName>
                                        </p:attrNameLst>
                                      </p:cBhvr>
                                      <p:tavLst>
                                        <p:tav tm="0">
                                          <p:val>
                                            <p:fltVal val="0"/>
                                          </p:val>
                                        </p:tav>
                                        <p:tav tm="100000">
                                          <p:val>
                                            <p:strVal val="#ppt_h"/>
                                          </p:val>
                                        </p:tav>
                                      </p:tavLst>
                                    </p:anim>
                                    <p:animEffect transition="in" filter="fade">
                                      <p:cBhvr>
                                        <p:cTn id="79" dur="500"/>
                                        <p:tgtEl>
                                          <p:spTgt spid="12"/>
                                        </p:tgtEl>
                                      </p:cBhvr>
                                    </p:animEffect>
                                  </p:childTnLst>
                                </p:cTn>
                              </p:par>
                            </p:childTnLst>
                          </p:cTn>
                        </p:par>
                        <p:par>
                          <p:cTn id="80" fill="hold">
                            <p:stCondLst>
                              <p:cond delay="7000"/>
                            </p:stCondLst>
                            <p:childTnLst>
                              <p:par>
                                <p:cTn id="81" presetID="53" presetClass="entr" presetSubtype="0" fill="hold" nodeType="afterEffect">
                                  <p:stCondLst>
                                    <p:cond delay="0"/>
                                  </p:stCondLst>
                                  <p:childTnLst>
                                    <p:set>
                                      <p:cBhvr>
                                        <p:cTn id="82" dur="1" fill="hold">
                                          <p:stCondLst>
                                            <p:cond delay="0"/>
                                          </p:stCondLst>
                                        </p:cTn>
                                        <p:tgtEl>
                                          <p:spTgt spid="10"/>
                                        </p:tgtEl>
                                        <p:attrNameLst>
                                          <p:attrName>style.visibility</p:attrName>
                                        </p:attrNameLst>
                                      </p:cBhvr>
                                      <p:to>
                                        <p:strVal val="visible"/>
                                      </p:to>
                                    </p:set>
                                    <p:anim calcmode="lin" valueType="num">
                                      <p:cBhvr>
                                        <p:cTn id="83" dur="500" fill="hold"/>
                                        <p:tgtEl>
                                          <p:spTgt spid="10"/>
                                        </p:tgtEl>
                                        <p:attrNameLst>
                                          <p:attrName>ppt_w</p:attrName>
                                        </p:attrNameLst>
                                      </p:cBhvr>
                                      <p:tavLst>
                                        <p:tav tm="0">
                                          <p:val>
                                            <p:fltVal val="0"/>
                                          </p:val>
                                        </p:tav>
                                        <p:tav tm="100000">
                                          <p:val>
                                            <p:strVal val="#ppt_w"/>
                                          </p:val>
                                        </p:tav>
                                      </p:tavLst>
                                    </p:anim>
                                    <p:anim calcmode="lin" valueType="num">
                                      <p:cBhvr>
                                        <p:cTn id="84" dur="500" fill="hold"/>
                                        <p:tgtEl>
                                          <p:spTgt spid="10"/>
                                        </p:tgtEl>
                                        <p:attrNameLst>
                                          <p:attrName>ppt_h</p:attrName>
                                        </p:attrNameLst>
                                      </p:cBhvr>
                                      <p:tavLst>
                                        <p:tav tm="0">
                                          <p:val>
                                            <p:fltVal val="0"/>
                                          </p:val>
                                        </p:tav>
                                        <p:tav tm="100000">
                                          <p:val>
                                            <p:strVal val="#ppt_h"/>
                                          </p:val>
                                        </p:tav>
                                      </p:tavLst>
                                    </p:anim>
                                    <p:animEffect transition="in" filter="fade">
                                      <p:cBhvr>
                                        <p:cTn id="85" dur="500"/>
                                        <p:tgtEl>
                                          <p:spTgt spid="10"/>
                                        </p:tgtEl>
                                      </p:cBhvr>
                                    </p:animEffect>
                                  </p:childTnLst>
                                </p:cTn>
                              </p:par>
                            </p:childTnLst>
                          </p:cTn>
                        </p:par>
                        <p:par>
                          <p:cTn id="86" fill="hold">
                            <p:stCondLst>
                              <p:cond delay="7500"/>
                            </p:stCondLst>
                            <p:childTnLst>
                              <p:par>
                                <p:cTn id="87" presetID="53" presetClass="entr" presetSubtype="0" fill="hold" grpId="0" nodeType="afterEffect">
                                  <p:stCondLst>
                                    <p:cond delay="0"/>
                                  </p:stCondLst>
                                  <p:childTnLst>
                                    <p:set>
                                      <p:cBhvr>
                                        <p:cTn id="88" dur="1" fill="hold">
                                          <p:stCondLst>
                                            <p:cond delay="0"/>
                                          </p:stCondLst>
                                        </p:cTn>
                                        <p:tgtEl>
                                          <p:spTgt spid="47"/>
                                        </p:tgtEl>
                                        <p:attrNameLst>
                                          <p:attrName>style.visibility</p:attrName>
                                        </p:attrNameLst>
                                      </p:cBhvr>
                                      <p:to>
                                        <p:strVal val="visible"/>
                                      </p:to>
                                    </p:set>
                                    <p:anim calcmode="lin" valueType="num">
                                      <p:cBhvr>
                                        <p:cTn id="89" dur="500" fill="hold"/>
                                        <p:tgtEl>
                                          <p:spTgt spid="47"/>
                                        </p:tgtEl>
                                        <p:attrNameLst>
                                          <p:attrName>ppt_w</p:attrName>
                                        </p:attrNameLst>
                                      </p:cBhvr>
                                      <p:tavLst>
                                        <p:tav tm="0">
                                          <p:val>
                                            <p:fltVal val="0"/>
                                          </p:val>
                                        </p:tav>
                                        <p:tav tm="100000">
                                          <p:val>
                                            <p:strVal val="#ppt_w"/>
                                          </p:val>
                                        </p:tav>
                                      </p:tavLst>
                                    </p:anim>
                                    <p:anim calcmode="lin" valueType="num">
                                      <p:cBhvr>
                                        <p:cTn id="90" dur="500" fill="hold"/>
                                        <p:tgtEl>
                                          <p:spTgt spid="47"/>
                                        </p:tgtEl>
                                        <p:attrNameLst>
                                          <p:attrName>ppt_h</p:attrName>
                                        </p:attrNameLst>
                                      </p:cBhvr>
                                      <p:tavLst>
                                        <p:tav tm="0">
                                          <p:val>
                                            <p:fltVal val="0"/>
                                          </p:val>
                                        </p:tav>
                                        <p:tav tm="100000">
                                          <p:val>
                                            <p:strVal val="#ppt_h"/>
                                          </p:val>
                                        </p:tav>
                                      </p:tavLst>
                                    </p:anim>
                                    <p:animEffect transition="in" filter="fade">
                                      <p:cBhvr>
                                        <p:cTn id="91" dur="500"/>
                                        <p:tgtEl>
                                          <p:spTgt spid="47"/>
                                        </p:tgtEl>
                                      </p:cBhvr>
                                    </p:animEffect>
                                  </p:childTnLst>
                                </p:cTn>
                              </p:par>
                            </p:childTnLst>
                          </p:cTn>
                        </p:par>
                        <p:par>
                          <p:cTn id="92" fill="hold">
                            <p:stCondLst>
                              <p:cond delay="8000"/>
                            </p:stCondLst>
                            <p:childTnLst>
                              <p:par>
                                <p:cTn id="93" presetID="2" presetClass="entr" presetSubtype="8" accel="50000" decel="50000" fill="hold" nodeType="after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500" fill="hold"/>
                                        <p:tgtEl>
                                          <p:spTgt spid="24"/>
                                        </p:tgtEl>
                                        <p:attrNameLst>
                                          <p:attrName>ppt_x</p:attrName>
                                        </p:attrNameLst>
                                      </p:cBhvr>
                                      <p:tavLst>
                                        <p:tav tm="0">
                                          <p:val>
                                            <p:strVal val="0-#ppt_w/2"/>
                                          </p:val>
                                        </p:tav>
                                        <p:tav tm="100000">
                                          <p:val>
                                            <p:strVal val="#ppt_x"/>
                                          </p:val>
                                        </p:tav>
                                      </p:tavLst>
                                    </p:anim>
                                    <p:anim calcmode="lin" valueType="num">
                                      <p:cBhvr additive="base">
                                        <p:cTn id="96" dur="500" fill="hold"/>
                                        <p:tgtEl>
                                          <p:spTgt spid="24"/>
                                        </p:tgtEl>
                                        <p:attrNameLst>
                                          <p:attrName>ppt_y</p:attrName>
                                        </p:attrNameLst>
                                      </p:cBhvr>
                                      <p:tavLst>
                                        <p:tav tm="0">
                                          <p:val>
                                            <p:strVal val="#ppt_y"/>
                                          </p:val>
                                        </p:tav>
                                        <p:tav tm="100000">
                                          <p:val>
                                            <p:strVal val="#ppt_y"/>
                                          </p:val>
                                        </p:tav>
                                      </p:tavLst>
                                    </p:anim>
                                  </p:childTnLst>
                                </p:cTn>
                              </p:par>
                            </p:childTnLst>
                          </p:cTn>
                        </p:par>
                        <p:par>
                          <p:cTn id="97" fill="hold">
                            <p:stCondLst>
                              <p:cond delay="8500"/>
                            </p:stCondLst>
                            <p:childTnLst>
                              <p:par>
                                <p:cTn id="98" presetID="2" presetClass="entr" presetSubtype="2" accel="50000" decel="50000" fill="hold" nodeType="afterEffect">
                                  <p:stCondLst>
                                    <p:cond delay="0"/>
                                  </p:stCondLst>
                                  <p:childTnLst>
                                    <p:set>
                                      <p:cBhvr>
                                        <p:cTn id="99" dur="1" fill="hold">
                                          <p:stCondLst>
                                            <p:cond delay="0"/>
                                          </p:stCondLst>
                                        </p:cTn>
                                        <p:tgtEl>
                                          <p:spTgt spid="21"/>
                                        </p:tgtEl>
                                        <p:attrNameLst>
                                          <p:attrName>style.visibility</p:attrName>
                                        </p:attrNameLst>
                                      </p:cBhvr>
                                      <p:to>
                                        <p:strVal val="visible"/>
                                      </p:to>
                                    </p:set>
                                    <p:anim calcmode="lin" valueType="num">
                                      <p:cBhvr additive="base">
                                        <p:cTn id="100" dur="500" fill="hold"/>
                                        <p:tgtEl>
                                          <p:spTgt spid="21"/>
                                        </p:tgtEl>
                                        <p:attrNameLst>
                                          <p:attrName>ppt_x</p:attrName>
                                        </p:attrNameLst>
                                      </p:cBhvr>
                                      <p:tavLst>
                                        <p:tav tm="0">
                                          <p:val>
                                            <p:strVal val="1+#ppt_w/2"/>
                                          </p:val>
                                        </p:tav>
                                        <p:tav tm="100000">
                                          <p:val>
                                            <p:strVal val="#ppt_x"/>
                                          </p:val>
                                        </p:tav>
                                      </p:tavLst>
                                    </p:anim>
                                    <p:anim calcmode="lin" valueType="num">
                                      <p:cBhvr additive="base">
                                        <p:cTn id="101" dur="500" fill="hold"/>
                                        <p:tgtEl>
                                          <p:spTgt spid="21"/>
                                        </p:tgtEl>
                                        <p:attrNameLst>
                                          <p:attrName>ppt_y</p:attrName>
                                        </p:attrNameLst>
                                      </p:cBhvr>
                                      <p:tavLst>
                                        <p:tav tm="0">
                                          <p:val>
                                            <p:strVal val="#ppt_y"/>
                                          </p:val>
                                        </p:tav>
                                        <p:tav tm="100000">
                                          <p:val>
                                            <p:strVal val="#ppt_y"/>
                                          </p:val>
                                        </p:tav>
                                      </p:tavLst>
                                    </p:anim>
                                  </p:childTnLst>
                                </p:cTn>
                              </p:par>
                            </p:childTnLst>
                          </p:cTn>
                        </p:par>
                        <p:par>
                          <p:cTn id="102" fill="hold">
                            <p:stCondLst>
                              <p:cond delay="9000"/>
                            </p:stCondLst>
                            <p:childTnLst>
                              <p:par>
                                <p:cTn id="103" presetID="2" presetClass="entr" presetSubtype="2" accel="50000" decel="50000" fill="hold" nodeType="afterEffect">
                                  <p:stCondLst>
                                    <p:cond delay="0"/>
                                  </p:stCondLst>
                                  <p:childTnLst>
                                    <p:set>
                                      <p:cBhvr>
                                        <p:cTn id="104" dur="1" fill="hold">
                                          <p:stCondLst>
                                            <p:cond delay="0"/>
                                          </p:stCondLst>
                                        </p:cTn>
                                        <p:tgtEl>
                                          <p:spTgt spid="30"/>
                                        </p:tgtEl>
                                        <p:attrNameLst>
                                          <p:attrName>style.visibility</p:attrName>
                                        </p:attrNameLst>
                                      </p:cBhvr>
                                      <p:to>
                                        <p:strVal val="visible"/>
                                      </p:to>
                                    </p:set>
                                    <p:anim calcmode="lin" valueType="num">
                                      <p:cBhvr additive="base">
                                        <p:cTn id="105" dur="500" fill="hold"/>
                                        <p:tgtEl>
                                          <p:spTgt spid="30"/>
                                        </p:tgtEl>
                                        <p:attrNameLst>
                                          <p:attrName>ppt_x</p:attrName>
                                        </p:attrNameLst>
                                      </p:cBhvr>
                                      <p:tavLst>
                                        <p:tav tm="0">
                                          <p:val>
                                            <p:strVal val="1+#ppt_w/2"/>
                                          </p:val>
                                        </p:tav>
                                        <p:tav tm="100000">
                                          <p:val>
                                            <p:strVal val="#ppt_x"/>
                                          </p:val>
                                        </p:tav>
                                      </p:tavLst>
                                    </p:anim>
                                    <p:anim calcmode="lin" valueType="num">
                                      <p:cBhvr additive="base">
                                        <p:cTn id="106" dur="500" fill="hold"/>
                                        <p:tgtEl>
                                          <p:spTgt spid="30"/>
                                        </p:tgtEl>
                                        <p:attrNameLst>
                                          <p:attrName>ppt_y</p:attrName>
                                        </p:attrNameLst>
                                      </p:cBhvr>
                                      <p:tavLst>
                                        <p:tav tm="0">
                                          <p:val>
                                            <p:strVal val="#ppt_y"/>
                                          </p:val>
                                        </p:tav>
                                        <p:tav tm="100000">
                                          <p:val>
                                            <p:strVal val="#ppt_y"/>
                                          </p:val>
                                        </p:tav>
                                      </p:tavLst>
                                    </p:anim>
                                  </p:childTnLst>
                                </p:cTn>
                              </p:par>
                            </p:childTnLst>
                          </p:cTn>
                        </p:par>
                        <p:par>
                          <p:cTn id="107" fill="hold">
                            <p:stCondLst>
                              <p:cond delay="9500"/>
                            </p:stCondLst>
                            <p:childTnLst>
                              <p:par>
                                <p:cTn id="108" presetID="2" presetClass="entr" presetSubtype="2" accel="50000" decel="50000" fill="hold" nodeType="afterEffect">
                                  <p:stCondLst>
                                    <p:cond delay="0"/>
                                  </p:stCondLst>
                                  <p:childTnLst>
                                    <p:set>
                                      <p:cBhvr>
                                        <p:cTn id="109" dur="1" fill="hold">
                                          <p:stCondLst>
                                            <p:cond delay="0"/>
                                          </p:stCondLst>
                                        </p:cTn>
                                        <p:tgtEl>
                                          <p:spTgt spid="15"/>
                                        </p:tgtEl>
                                        <p:attrNameLst>
                                          <p:attrName>style.visibility</p:attrName>
                                        </p:attrNameLst>
                                      </p:cBhvr>
                                      <p:to>
                                        <p:strVal val="visible"/>
                                      </p:to>
                                    </p:set>
                                    <p:anim calcmode="lin" valueType="num">
                                      <p:cBhvr additive="base">
                                        <p:cTn id="110" dur="500" fill="hold"/>
                                        <p:tgtEl>
                                          <p:spTgt spid="15"/>
                                        </p:tgtEl>
                                        <p:attrNameLst>
                                          <p:attrName>ppt_x</p:attrName>
                                        </p:attrNameLst>
                                      </p:cBhvr>
                                      <p:tavLst>
                                        <p:tav tm="0">
                                          <p:val>
                                            <p:strVal val="1+#ppt_w/2"/>
                                          </p:val>
                                        </p:tav>
                                        <p:tav tm="100000">
                                          <p:val>
                                            <p:strVal val="#ppt_x"/>
                                          </p:val>
                                        </p:tav>
                                      </p:tavLst>
                                    </p:anim>
                                    <p:anim calcmode="lin" valueType="num">
                                      <p:cBhvr additive="base">
                                        <p:cTn id="111" dur="500" fill="hold"/>
                                        <p:tgtEl>
                                          <p:spTgt spid="15"/>
                                        </p:tgtEl>
                                        <p:attrNameLst>
                                          <p:attrName>ppt_y</p:attrName>
                                        </p:attrNameLst>
                                      </p:cBhvr>
                                      <p:tavLst>
                                        <p:tav tm="0">
                                          <p:val>
                                            <p:strVal val="#ppt_y"/>
                                          </p:val>
                                        </p:tav>
                                        <p:tav tm="100000">
                                          <p:val>
                                            <p:strVal val="#ppt_y"/>
                                          </p:val>
                                        </p:tav>
                                      </p:tavLst>
                                    </p:anim>
                                  </p:childTnLst>
                                </p:cTn>
                              </p:par>
                            </p:childTnLst>
                          </p:cTn>
                        </p:par>
                        <p:par>
                          <p:cTn id="112" fill="hold">
                            <p:stCondLst>
                              <p:cond delay="10000"/>
                            </p:stCondLst>
                            <p:childTnLst>
                              <p:par>
                                <p:cTn id="113" presetID="2" presetClass="entr" presetSubtype="8" accel="50000" decel="50000" fill="hold" nodeType="after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500" fill="hold"/>
                                        <p:tgtEl>
                                          <p:spTgt spid="27"/>
                                        </p:tgtEl>
                                        <p:attrNameLst>
                                          <p:attrName>ppt_x</p:attrName>
                                        </p:attrNameLst>
                                      </p:cBhvr>
                                      <p:tavLst>
                                        <p:tav tm="0">
                                          <p:val>
                                            <p:strVal val="0-#ppt_w/2"/>
                                          </p:val>
                                        </p:tav>
                                        <p:tav tm="100000">
                                          <p:val>
                                            <p:strVal val="#ppt_x"/>
                                          </p:val>
                                        </p:tav>
                                      </p:tavLst>
                                    </p:anim>
                                    <p:anim calcmode="lin" valueType="num">
                                      <p:cBhvr additive="base">
                                        <p:cTn id="116" dur="500" fill="hold"/>
                                        <p:tgtEl>
                                          <p:spTgt spid="27"/>
                                        </p:tgtEl>
                                        <p:attrNameLst>
                                          <p:attrName>ppt_y</p:attrName>
                                        </p:attrNameLst>
                                      </p:cBhvr>
                                      <p:tavLst>
                                        <p:tav tm="0">
                                          <p:val>
                                            <p:strVal val="#ppt_y"/>
                                          </p:val>
                                        </p:tav>
                                        <p:tav tm="100000">
                                          <p:val>
                                            <p:strVal val="#ppt_y"/>
                                          </p:val>
                                        </p:tav>
                                      </p:tavLst>
                                    </p:anim>
                                  </p:childTnLst>
                                </p:cTn>
                              </p:par>
                            </p:childTnLst>
                          </p:cTn>
                        </p:par>
                        <p:par>
                          <p:cTn id="117" fill="hold">
                            <p:stCondLst>
                              <p:cond delay="10500"/>
                            </p:stCondLst>
                            <p:childTnLst>
                              <p:par>
                                <p:cTn id="118" presetID="2" presetClass="entr" presetSubtype="8" accel="50000" decel="50000" fill="hold" nodeType="afterEffect">
                                  <p:stCondLst>
                                    <p:cond delay="0"/>
                                  </p:stCondLst>
                                  <p:childTnLst>
                                    <p:set>
                                      <p:cBhvr>
                                        <p:cTn id="119" dur="1" fill="hold">
                                          <p:stCondLst>
                                            <p:cond delay="0"/>
                                          </p:stCondLst>
                                        </p:cTn>
                                        <p:tgtEl>
                                          <p:spTgt spid="18"/>
                                        </p:tgtEl>
                                        <p:attrNameLst>
                                          <p:attrName>style.visibility</p:attrName>
                                        </p:attrNameLst>
                                      </p:cBhvr>
                                      <p:to>
                                        <p:strVal val="visible"/>
                                      </p:to>
                                    </p:set>
                                    <p:anim calcmode="lin" valueType="num">
                                      <p:cBhvr additive="base">
                                        <p:cTn id="120" dur="500" fill="hold"/>
                                        <p:tgtEl>
                                          <p:spTgt spid="18"/>
                                        </p:tgtEl>
                                        <p:attrNameLst>
                                          <p:attrName>ppt_x</p:attrName>
                                        </p:attrNameLst>
                                      </p:cBhvr>
                                      <p:tavLst>
                                        <p:tav tm="0">
                                          <p:val>
                                            <p:strVal val="0-#ppt_w/2"/>
                                          </p:val>
                                        </p:tav>
                                        <p:tav tm="100000">
                                          <p:val>
                                            <p:strVal val="#ppt_x"/>
                                          </p:val>
                                        </p:tav>
                                      </p:tavLst>
                                    </p:anim>
                                    <p:anim calcmode="lin" valueType="num">
                                      <p:cBhvr additive="base">
                                        <p:cTn id="121" dur="5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030" grpId="0" animBg="1"/>
      <p:bldP spid="14" grpId="0" animBg="1"/>
      <p:bldP spid="34" grpId="0" animBg="1"/>
      <p:bldP spid="35" grpId="0" animBg="1"/>
      <p:bldP spid="36" grpId="0" animBg="1"/>
      <p:bldP spid="47"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Data Storage Infographic</a:t>
            </a:r>
            <a:endParaRPr lang="en-US" dirty="0"/>
          </a:p>
        </p:txBody>
      </p:sp>
      <p:sp>
        <p:nvSpPr>
          <p:cNvPr id="3" name="Text Placeholder 2"/>
          <p:cNvSpPr>
            <a:spLocks noGrp="1"/>
          </p:cNvSpPr>
          <p:nvPr>
            <p:ph type="body" sz="half" idx="2"/>
          </p:nvPr>
        </p:nvSpPr>
        <p:spPr/>
        <p:txBody>
          <a:bodyPr/>
          <a:lstStyle/>
          <a:p>
            <a:r>
              <a:rPr lang="en-US"/>
              <a:t>Data Storage Infographic</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231</a:t>
            </a:fld>
            <a:endParaRPr lang="en-US" dirty="0"/>
          </a:p>
        </p:txBody>
      </p:sp>
      <p:sp>
        <p:nvSpPr>
          <p:cNvPr id="8" name="Arc 7"/>
          <p:cNvSpPr/>
          <p:nvPr/>
        </p:nvSpPr>
        <p:spPr>
          <a:xfrm>
            <a:off x="2514600" y="1123950"/>
            <a:ext cx="4114800" cy="4114800"/>
          </a:xfrm>
          <a:prstGeom prst="arc">
            <a:avLst>
              <a:gd name="adj1" fmla="val 10736977"/>
              <a:gd name="adj2" fmla="val 0"/>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p:cNvSpPr/>
          <p:nvPr/>
        </p:nvSpPr>
        <p:spPr>
          <a:xfrm>
            <a:off x="4572000" y="2164638"/>
            <a:ext cx="2042052" cy="2042052"/>
          </a:xfrm>
          <a:prstGeom prst="arc">
            <a:avLst>
              <a:gd name="adj1" fmla="val 10736977"/>
              <a:gd name="adj2" fmla="val 0"/>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p:cNvSpPr/>
          <p:nvPr/>
        </p:nvSpPr>
        <p:spPr>
          <a:xfrm>
            <a:off x="2529948" y="2164638"/>
            <a:ext cx="2042052" cy="2042052"/>
          </a:xfrm>
          <a:prstGeom prst="arc">
            <a:avLst>
              <a:gd name="adj1" fmla="val 10736977"/>
              <a:gd name="adj2" fmla="val 0"/>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 name="Arc 11"/>
          <p:cNvSpPr/>
          <p:nvPr/>
        </p:nvSpPr>
        <p:spPr>
          <a:xfrm>
            <a:off x="3550974" y="2164638"/>
            <a:ext cx="2042052" cy="2042052"/>
          </a:xfrm>
          <a:prstGeom prst="arc">
            <a:avLst>
              <a:gd name="adj1" fmla="val 10736977"/>
              <a:gd name="adj2" fmla="val 0"/>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 name="Freeform 101"/>
          <p:cNvSpPr>
            <a:spLocks noEditPoints="1"/>
          </p:cNvSpPr>
          <p:nvPr/>
        </p:nvSpPr>
        <p:spPr bwMode="auto">
          <a:xfrm>
            <a:off x="2162201" y="3493544"/>
            <a:ext cx="735494" cy="487376"/>
          </a:xfrm>
          <a:custGeom>
            <a:avLst/>
            <a:gdLst/>
            <a:ahLst/>
            <a:cxnLst>
              <a:cxn ang="0">
                <a:pos x="77" y="43"/>
              </a:cxn>
              <a:cxn ang="0">
                <a:pos x="77" y="47"/>
              </a:cxn>
              <a:cxn ang="0">
                <a:pos x="70" y="51"/>
              </a:cxn>
              <a:cxn ang="0">
                <a:pos x="6" y="51"/>
              </a:cxn>
              <a:cxn ang="0">
                <a:pos x="0" y="47"/>
              </a:cxn>
              <a:cxn ang="0">
                <a:pos x="0" y="43"/>
              </a:cxn>
              <a:cxn ang="0">
                <a:pos x="6" y="43"/>
              </a:cxn>
              <a:cxn ang="0">
                <a:pos x="70" y="43"/>
              </a:cxn>
              <a:cxn ang="0">
                <a:pos x="77" y="43"/>
              </a:cxn>
              <a:cxn ang="0">
                <a:pos x="10" y="34"/>
              </a:cxn>
              <a:cxn ang="0">
                <a:pos x="10" y="6"/>
              </a:cxn>
              <a:cxn ang="0">
                <a:pos x="16" y="0"/>
              </a:cxn>
              <a:cxn ang="0">
                <a:pos x="60" y="0"/>
              </a:cxn>
              <a:cxn ang="0">
                <a:pos x="67" y="6"/>
              </a:cxn>
              <a:cxn ang="0">
                <a:pos x="67" y="34"/>
              </a:cxn>
              <a:cxn ang="0">
                <a:pos x="60" y="41"/>
              </a:cxn>
              <a:cxn ang="0">
                <a:pos x="16" y="41"/>
              </a:cxn>
              <a:cxn ang="0">
                <a:pos x="10" y="34"/>
              </a:cxn>
              <a:cxn ang="0">
                <a:pos x="15" y="34"/>
              </a:cxn>
              <a:cxn ang="0">
                <a:pos x="16" y="36"/>
              </a:cxn>
              <a:cxn ang="0">
                <a:pos x="60" y="36"/>
              </a:cxn>
              <a:cxn ang="0">
                <a:pos x="61" y="34"/>
              </a:cxn>
              <a:cxn ang="0">
                <a:pos x="61" y="6"/>
              </a:cxn>
              <a:cxn ang="0">
                <a:pos x="60" y="5"/>
              </a:cxn>
              <a:cxn ang="0">
                <a:pos x="16" y="5"/>
              </a:cxn>
              <a:cxn ang="0">
                <a:pos x="15" y="6"/>
              </a:cxn>
              <a:cxn ang="0">
                <a:pos x="15" y="34"/>
              </a:cxn>
              <a:cxn ang="0">
                <a:pos x="42" y="47"/>
              </a:cxn>
              <a:cxn ang="0">
                <a:pos x="42" y="46"/>
              </a:cxn>
              <a:cxn ang="0">
                <a:pos x="35" y="46"/>
              </a:cxn>
              <a:cxn ang="0">
                <a:pos x="34" y="47"/>
              </a:cxn>
              <a:cxn ang="0">
                <a:pos x="35" y="47"/>
              </a:cxn>
              <a:cxn ang="0">
                <a:pos x="42" y="47"/>
              </a:cxn>
              <a:cxn ang="0">
                <a:pos x="42" y="47"/>
              </a:cxn>
            </a:cxnLst>
            <a:rect l="0" t="0" r="r" b="b"/>
            <a:pathLst>
              <a:path w="77" h="51">
                <a:moveTo>
                  <a:pt x="77" y="43"/>
                </a:moveTo>
                <a:cubicBezTo>
                  <a:pt x="77" y="47"/>
                  <a:pt x="77" y="47"/>
                  <a:pt x="77" y="47"/>
                </a:cubicBezTo>
                <a:cubicBezTo>
                  <a:pt x="77" y="49"/>
                  <a:pt x="74" y="51"/>
                  <a:pt x="70" y="51"/>
                </a:cubicBezTo>
                <a:cubicBezTo>
                  <a:pt x="6" y="51"/>
                  <a:pt x="6" y="51"/>
                  <a:pt x="6" y="51"/>
                </a:cubicBezTo>
                <a:cubicBezTo>
                  <a:pt x="3" y="51"/>
                  <a:pt x="0" y="49"/>
                  <a:pt x="0" y="47"/>
                </a:cubicBezTo>
                <a:cubicBezTo>
                  <a:pt x="0" y="43"/>
                  <a:pt x="0" y="43"/>
                  <a:pt x="0" y="43"/>
                </a:cubicBezTo>
                <a:cubicBezTo>
                  <a:pt x="6" y="43"/>
                  <a:pt x="6" y="43"/>
                  <a:pt x="6" y="43"/>
                </a:cubicBezTo>
                <a:cubicBezTo>
                  <a:pt x="70" y="43"/>
                  <a:pt x="70" y="43"/>
                  <a:pt x="70" y="43"/>
                </a:cubicBezTo>
                <a:lnTo>
                  <a:pt x="77" y="43"/>
                </a:lnTo>
                <a:close/>
                <a:moveTo>
                  <a:pt x="10" y="34"/>
                </a:moveTo>
                <a:cubicBezTo>
                  <a:pt x="10" y="6"/>
                  <a:pt x="10" y="6"/>
                  <a:pt x="10" y="6"/>
                </a:cubicBezTo>
                <a:cubicBezTo>
                  <a:pt x="10" y="2"/>
                  <a:pt x="13" y="0"/>
                  <a:pt x="16" y="0"/>
                </a:cubicBezTo>
                <a:cubicBezTo>
                  <a:pt x="60" y="0"/>
                  <a:pt x="60" y="0"/>
                  <a:pt x="60" y="0"/>
                </a:cubicBezTo>
                <a:cubicBezTo>
                  <a:pt x="64" y="0"/>
                  <a:pt x="67" y="2"/>
                  <a:pt x="67" y="6"/>
                </a:cubicBezTo>
                <a:cubicBezTo>
                  <a:pt x="67" y="34"/>
                  <a:pt x="67" y="34"/>
                  <a:pt x="67" y="34"/>
                </a:cubicBezTo>
                <a:cubicBezTo>
                  <a:pt x="67" y="38"/>
                  <a:pt x="64" y="41"/>
                  <a:pt x="60" y="41"/>
                </a:cubicBezTo>
                <a:cubicBezTo>
                  <a:pt x="16" y="41"/>
                  <a:pt x="16" y="41"/>
                  <a:pt x="16" y="41"/>
                </a:cubicBezTo>
                <a:cubicBezTo>
                  <a:pt x="13" y="41"/>
                  <a:pt x="10" y="38"/>
                  <a:pt x="10" y="34"/>
                </a:cubicBezTo>
                <a:close/>
                <a:moveTo>
                  <a:pt x="15" y="34"/>
                </a:moveTo>
                <a:cubicBezTo>
                  <a:pt x="15" y="35"/>
                  <a:pt x="16" y="36"/>
                  <a:pt x="16" y="36"/>
                </a:cubicBezTo>
                <a:cubicBezTo>
                  <a:pt x="60" y="36"/>
                  <a:pt x="60" y="36"/>
                  <a:pt x="60" y="36"/>
                </a:cubicBezTo>
                <a:cubicBezTo>
                  <a:pt x="61" y="36"/>
                  <a:pt x="61" y="35"/>
                  <a:pt x="61" y="34"/>
                </a:cubicBezTo>
                <a:cubicBezTo>
                  <a:pt x="61" y="6"/>
                  <a:pt x="61" y="6"/>
                  <a:pt x="61" y="6"/>
                </a:cubicBezTo>
                <a:cubicBezTo>
                  <a:pt x="61" y="5"/>
                  <a:pt x="61" y="5"/>
                  <a:pt x="60" y="5"/>
                </a:cubicBezTo>
                <a:cubicBezTo>
                  <a:pt x="16" y="5"/>
                  <a:pt x="16" y="5"/>
                  <a:pt x="16" y="5"/>
                </a:cubicBezTo>
                <a:cubicBezTo>
                  <a:pt x="16" y="5"/>
                  <a:pt x="15" y="5"/>
                  <a:pt x="15" y="6"/>
                </a:cubicBezTo>
                <a:lnTo>
                  <a:pt x="15" y="34"/>
                </a:lnTo>
                <a:close/>
                <a:moveTo>
                  <a:pt x="42" y="47"/>
                </a:moveTo>
                <a:cubicBezTo>
                  <a:pt x="42" y="46"/>
                  <a:pt x="42" y="46"/>
                  <a:pt x="42" y="46"/>
                </a:cubicBezTo>
                <a:cubicBezTo>
                  <a:pt x="35" y="46"/>
                  <a:pt x="35" y="46"/>
                  <a:pt x="35" y="46"/>
                </a:cubicBezTo>
                <a:cubicBezTo>
                  <a:pt x="35" y="46"/>
                  <a:pt x="34" y="46"/>
                  <a:pt x="34" y="47"/>
                </a:cubicBezTo>
                <a:cubicBezTo>
                  <a:pt x="34" y="47"/>
                  <a:pt x="35" y="47"/>
                  <a:pt x="35" y="47"/>
                </a:cubicBezTo>
                <a:cubicBezTo>
                  <a:pt x="42" y="47"/>
                  <a:pt x="42" y="47"/>
                  <a:pt x="42" y="47"/>
                </a:cubicBezTo>
                <a:cubicBezTo>
                  <a:pt x="42" y="47"/>
                  <a:pt x="42" y="47"/>
                  <a:pt x="42" y="47"/>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2"/>
          <p:cNvSpPr>
            <a:spLocks noEditPoints="1"/>
          </p:cNvSpPr>
          <p:nvPr/>
        </p:nvSpPr>
        <p:spPr bwMode="auto">
          <a:xfrm>
            <a:off x="6320381" y="3455444"/>
            <a:ext cx="613506" cy="528081"/>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57"/>
          <p:cNvSpPr>
            <a:spLocks noEditPoints="1"/>
          </p:cNvSpPr>
          <p:nvPr/>
        </p:nvSpPr>
        <p:spPr bwMode="auto">
          <a:xfrm>
            <a:off x="3336474" y="3454923"/>
            <a:ext cx="429485" cy="525997"/>
          </a:xfrm>
          <a:custGeom>
            <a:avLst/>
            <a:gdLst/>
            <a:ahLst/>
            <a:cxnLst>
              <a:cxn ang="0">
                <a:pos x="41" y="44"/>
              </a:cxn>
              <a:cxn ang="0">
                <a:pos x="35" y="50"/>
              </a:cxn>
              <a:cxn ang="0">
                <a:pos x="5" y="50"/>
              </a:cxn>
              <a:cxn ang="0">
                <a:pos x="0" y="44"/>
              </a:cxn>
              <a:cxn ang="0">
                <a:pos x="0" y="5"/>
              </a:cxn>
              <a:cxn ang="0">
                <a:pos x="5" y="0"/>
              </a:cxn>
              <a:cxn ang="0">
                <a:pos x="35" y="0"/>
              </a:cxn>
              <a:cxn ang="0">
                <a:pos x="41" y="5"/>
              </a:cxn>
              <a:cxn ang="0">
                <a:pos x="41" y="44"/>
              </a:cxn>
              <a:cxn ang="0">
                <a:pos x="36" y="5"/>
              </a:cxn>
              <a:cxn ang="0">
                <a:pos x="35" y="4"/>
              </a:cxn>
              <a:cxn ang="0">
                <a:pos x="5" y="4"/>
              </a:cxn>
              <a:cxn ang="0">
                <a:pos x="4" y="5"/>
              </a:cxn>
              <a:cxn ang="0">
                <a:pos x="4" y="40"/>
              </a:cxn>
              <a:cxn ang="0">
                <a:pos x="5" y="41"/>
              </a:cxn>
              <a:cxn ang="0">
                <a:pos x="35" y="41"/>
              </a:cxn>
              <a:cxn ang="0">
                <a:pos x="36" y="40"/>
              </a:cxn>
              <a:cxn ang="0">
                <a:pos x="36" y="5"/>
              </a:cxn>
              <a:cxn ang="0">
                <a:pos x="20" y="43"/>
              </a:cxn>
              <a:cxn ang="0">
                <a:pos x="18" y="45"/>
              </a:cxn>
              <a:cxn ang="0">
                <a:pos x="20" y="48"/>
              </a:cxn>
              <a:cxn ang="0">
                <a:pos x="23" y="45"/>
              </a:cxn>
              <a:cxn ang="0">
                <a:pos x="20" y="43"/>
              </a:cxn>
            </a:cxnLst>
            <a:rect l="0" t="0" r="r" b="b"/>
            <a:pathLst>
              <a:path w="41" h="50">
                <a:moveTo>
                  <a:pt x="41" y="44"/>
                </a:moveTo>
                <a:cubicBezTo>
                  <a:pt x="41" y="47"/>
                  <a:pt x="38" y="50"/>
                  <a:pt x="35" y="50"/>
                </a:cubicBezTo>
                <a:cubicBezTo>
                  <a:pt x="5" y="50"/>
                  <a:pt x="5" y="50"/>
                  <a:pt x="5" y="50"/>
                </a:cubicBezTo>
                <a:cubicBezTo>
                  <a:pt x="2" y="50"/>
                  <a:pt x="0" y="47"/>
                  <a:pt x="0" y="44"/>
                </a:cubicBezTo>
                <a:cubicBezTo>
                  <a:pt x="0" y="5"/>
                  <a:pt x="0" y="5"/>
                  <a:pt x="0" y="5"/>
                </a:cubicBezTo>
                <a:cubicBezTo>
                  <a:pt x="0" y="2"/>
                  <a:pt x="2" y="0"/>
                  <a:pt x="5" y="0"/>
                </a:cubicBezTo>
                <a:cubicBezTo>
                  <a:pt x="35" y="0"/>
                  <a:pt x="35" y="0"/>
                  <a:pt x="35" y="0"/>
                </a:cubicBezTo>
                <a:cubicBezTo>
                  <a:pt x="38" y="0"/>
                  <a:pt x="41" y="2"/>
                  <a:pt x="41" y="5"/>
                </a:cubicBezTo>
                <a:lnTo>
                  <a:pt x="41" y="44"/>
                </a:lnTo>
                <a:close/>
                <a:moveTo>
                  <a:pt x="36" y="5"/>
                </a:moveTo>
                <a:cubicBezTo>
                  <a:pt x="36" y="5"/>
                  <a:pt x="36" y="4"/>
                  <a:pt x="35" y="4"/>
                </a:cubicBezTo>
                <a:cubicBezTo>
                  <a:pt x="5" y="4"/>
                  <a:pt x="5" y="4"/>
                  <a:pt x="5" y="4"/>
                </a:cubicBezTo>
                <a:cubicBezTo>
                  <a:pt x="5" y="4"/>
                  <a:pt x="4" y="5"/>
                  <a:pt x="4" y="5"/>
                </a:cubicBezTo>
                <a:cubicBezTo>
                  <a:pt x="4" y="40"/>
                  <a:pt x="4" y="40"/>
                  <a:pt x="4" y="40"/>
                </a:cubicBezTo>
                <a:cubicBezTo>
                  <a:pt x="4" y="40"/>
                  <a:pt x="5" y="41"/>
                  <a:pt x="5" y="41"/>
                </a:cubicBezTo>
                <a:cubicBezTo>
                  <a:pt x="35" y="41"/>
                  <a:pt x="35" y="41"/>
                  <a:pt x="35" y="41"/>
                </a:cubicBezTo>
                <a:cubicBezTo>
                  <a:pt x="36" y="41"/>
                  <a:pt x="36" y="40"/>
                  <a:pt x="36" y="40"/>
                </a:cubicBezTo>
                <a:lnTo>
                  <a:pt x="36" y="5"/>
                </a:lnTo>
                <a:close/>
                <a:moveTo>
                  <a:pt x="20" y="43"/>
                </a:moveTo>
                <a:cubicBezTo>
                  <a:pt x="19" y="43"/>
                  <a:pt x="18" y="44"/>
                  <a:pt x="18" y="45"/>
                </a:cubicBezTo>
                <a:cubicBezTo>
                  <a:pt x="18" y="46"/>
                  <a:pt x="19" y="48"/>
                  <a:pt x="20" y="48"/>
                </a:cubicBezTo>
                <a:cubicBezTo>
                  <a:pt x="22" y="48"/>
                  <a:pt x="23" y="46"/>
                  <a:pt x="23" y="45"/>
                </a:cubicBezTo>
                <a:cubicBezTo>
                  <a:pt x="23" y="44"/>
                  <a:pt x="22" y="43"/>
                  <a:pt x="20" y="43"/>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86"/>
          <p:cNvSpPr>
            <a:spLocks noEditPoints="1"/>
          </p:cNvSpPr>
          <p:nvPr/>
        </p:nvSpPr>
        <p:spPr bwMode="auto">
          <a:xfrm>
            <a:off x="5455538" y="3455443"/>
            <a:ext cx="326209" cy="548857"/>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5"/>
          <p:cNvSpPr>
            <a:spLocks noEditPoints="1"/>
          </p:cNvSpPr>
          <p:nvPr/>
        </p:nvSpPr>
        <p:spPr bwMode="auto">
          <a:xfrm>
            <a:off x="4226358" y="3343838"/>
            <a:ext cx="691284" cy="691284"/>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Oval 17"/>
          <p:cNvSpPr/>
          <p:nvPr/>
        </p:nvSpPr>
        <p:spPr>
          <a:xfrm>
            <a:off x="2399386" y="3034506"/>
            <a:ext cx="230428" cy="23042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Oval 18"/>
          <p:cNvSpPr/>
          <p:nvPr/>
        </p:nvSpPr>
        <p:spPr>
          <a:xfrm>
            <a:off x="3435760" y="3034506"/>
            <a:ext cx="230428" cy="23042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Oval 19"/>
          <p:cNvSpPr/>
          <p:nvPr/>
        </p:nvSpPr>
        <p:spPr>
          <a:xfrm>
            <a:off x="4456786" y="3034506"/>
            <a:ext cx="230428" cy="23042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Oval 20"/>
          <p:cNvSpPr/>
          <p:nvPr/>
        </p:nvSpPr>
        <p:spPr>
          <a:xfrm>
            <a:off x="5477812" y="3034506"/>
            <a:ext cx="230428" cy="23042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p:cNvSpPr/>
          <p:nvPr/>
        </p:nvSpPr>
        <p:spPr>
          <a:xfrm>
            <a:off x="6514186" y="3034506"/>
            <a:ext cx="230428" cy="23042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56"/>
          <p:cNvGrpSpPr/>
          <p:nvPr/>
        </p:nvGrpSpPr>
        <p:grpSpPr>
          <a:xfrm>
            <a:off x="4824196" y="4048406"/>
            <a:ext cx="1654265" cy="819999"/>
            <a:chOff x="-296510" y="1406858"/>
            <a:chExt cx="1654265" cy="819999"/>
          </a:xfrm>
        </p:grpSpPr>
        <p:sp>
          <p:nvSpPr>
            <p:cNvPr id="27" name="TextBox 26"/>
            <p:cNvSpPr txBox="1"/>
            <p:nvPr/>
          </p:nvSpPr>
          <p:spPr>
            <a:xfrm>
              <a:off x="-296510" y="1611304"/>
              <a:ext cx="1654265"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 alteration </a:t>
              </a:r>
              <a:endParaRPr lang="en-US" sz="1000" dirty="0">
                <a:solidFill>
                  <a:schemeClr val="tx1">
                    <a:lumMod val="65000"/>
                    <a:lumOff val="35000"/>
                  </a:schemeClr>
                </a:solidFill>
              </a:endParaRPr>
            </a:p>
          </p:txBody>
        </p:sp>
        <p:sp>
          <p:nvSpPr>
            <p:cNvPr id="28" name="Rectangle 27"/>
            <p:cNvSpPr/>
            <p:nvPr/>
          </p:nvSpPr>
          <p:spPr>
            <a:xfrm>
              <a:off x="14455" y="1406858"/>
              <a:ext cx="1032334" cy="184666"/>
            </a:xfrm>
            <a:prstGeom prst="rect">
              <a:avLst/>
            </a:prstGeom>
          </p:spPr>
          <p:txBody>
            <a:bodyPr wrap="none" lIns="0" tIns="0" rIns="0" bIns="0">
              <a:spAutoFit/>
            </a:bodyPr>
            <a:lstStyle/>
            <a:p>
              <a:pPr algn="ctr"/>
              <a:r>
                <a:rPr lang="en-US" sz="1200" b="1" dirty="0">
                  <a:solidFill>
                    <a:schemeClr val="accent4"/>
                  </a:solidFill>
                </a:rPr>
                <a:t>Keyword Here</a:t>
              </a:r>
            </a:p>
          </p:txBody>
        </p:sp>
      </p:grpSp>
      <p:grpSp>
        <p:nvGrpSpPr>
          <p:cNvPr id="6" name="Group 56"/>
          <p:cNvGrpSpPr/>
          <p:nvPr/>
        </p:nvGrpSpPr>
        <p:grpSpPr>
          <a:xfrm>
            <a:off x="481903" y="3280582"/>
            <a:ext cx="1565084" cy="666111"/>
            <a:chOff x="414602" y="1406858"/>
            <a:chExt cx="1565084" cy="666111"/>
          </a:xfrm>
        </p:grpSpPr>
        <p:sp>
          <p:nvSpPr>
            <p:cNvPr id="33" name="TextBox 32"/>
            <p:cNvSpPr txBox="1"/>
            <p:nvPr/>
          </p:nvSpPr>
          <p:spPr>
            <a:xfrm>
              <a:off x="414602" y="1611304"/>
              <a:ext cx="1565084"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a:t>
              </a:r>
              <a:endParaRPr lang="en-US" sz="1000" dirty="0">
                <a:solidFill>
                  <a:schemeClr val="tx1">
                    <a:lumMod val="65000"/>
                    <a:lumOff val="35000"/>
                  </a:schemeClr>
                </a:solidFill>
              </a:endParaRPr>
            </a:p>
          </p:txBody>
        </p:sp>
        <p:sp>
          <p:nvSpPr>
            <p:cNvPr id="34" name="Rectangle 33"/>
            <p:cNvSpPr/>
            <p:nvPr/>
          </p:nvSpPr>
          <p:spPr>
            <a:xfrm>
              <a:off x="947352" y="1406858"/>
              <a:ext cx="1032334" cy="184666"/>
            </a:xfrm>
            <a:prstGeom prst="rect">
              <a:avLst/>
            </a:prstGeom>
          </p:spPr>
          <p:txBody>
            <a:bodyPr wrap="none" lIns="0" tIns="0" rIns="0" bIns="0">
              <a:spAutoFit/>
            </a:bodyPr>
            <a:lstStyle/>
            <a:p>
              <a:pPr algn="r"/>
              <a:r>
                <a:rPr lang="en-US" sz="1200" b="1" dirty="0">
                  <a:solidFill>
                    <a:schemeClr val="accent1"/>
                  </a:solidFill>
                </a:rPr>
                <a:t>Keyword Here</a:t>
              </a:r>
            </a:p>
          </p:txBody>
        </p:sp>
      </p:grpSp>
      <p:grpSp>
        <p:nvGrpSpPr>
          <p:cNvPr id="7" name="Group 56"/>
          <p:cNvGrpSpPr/>
          <p:nvPr/>
        </p:nvGrpSpPr>
        <p:grpSpPr>
          <a:xfrm>
            <a:off x="7167320" y="3280582"/>
            <a:ext cx="1565084" cy="666111"/>
            <a:chOff x="414602" y="1406858"/>
            <a:chExt cx="1565084" cy="666111"/>
          </a:xfrm>
        </p:grpSpPr>
        <p:sp>
          <p:nvSpPr>
            <p:cNvPr id="42" name="TextBox 41"/>
            <p:cNvSpPr txBox="1"/>
            <p:nvPr/>
          </p:nvSpPr>
          <p:spPr>
            <a:xfrm>
              <a:off x="414602" y="1611304"/>
              <a:ext cx="156508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a:t>
              </a:r>
              <a:endParaRPr lang="en-US" sz="1000" dirty="0">
                <a:solidFill>
                  <a:schemeClr val="tx1">
                    <a:lumMod val="65000"/>
                    <a:lumOff val="35000"/>
                  </a:schemeClr>
                </a:solidFill>
              </a:endParaRPr>
            </a:p>
          </p:txBody>
        </p:sp>
        <p:sp>
          <p:nvSpPr>
            <p:cNvPr id="43" name="Rectangle 42"/>
            <p:cNvSpPr/>
            <p:nvPr/>
          </p:nvSpPr>
          <p:spPr>
            <a:xfrm>
              <a:off x="414602" y="1406858"/>
              <a:ext cx="1032334" cy="184666"/>
            </a:xfrm>
            <a:prstGeom prst="rect">
              <a:avLst/>
            </a:prstGeom>
          </p:spPr>
          <p:txBody>
            <a:bodyPr wrap="none" lIns="0" tIns="0" rIns="0" bIns="0">
              <a:spAutoFit/>
            </a:bodyPr>
            <a:lstStyle/>
            <a:p>
              <a:r>
                <a:rPr lang="en-US" sz="1200" b="1" dirty="0">
                  <a:solidFill>
                    <a:schemeClr val="accent5"/>
                  </a:solidFill>
                </a:rPr>
                <a:t>Keyword Here</a:t>
              </a:r>
            </a:p>
          </p:txBody>
        </p:sp>
      </p:grpSp>
      <p:grpSp>
        <p:nvGrpSpPr>
          <p:cNvPr id="11" name="Group 56"/>
          <p:cNvGrpSpPr/>
          <p:nvPr/>
        </p:nvGrpSpPr>
        <p:grpSpPr>
          <a:xfrm>
            <a:off x="2723841" y="4048406"/>
            <a:ext cx="1654265" cy="819999"/>
            <a:chOff x="-296510" y="1406858"/>
            <a:chExt cx="1654265" cy="819999"/>
          </a:xfrm>
        </p:grpSpPr>
        <p:sp>
          <p:nvSpPr>
            <p:cNvPr id="51" name="TextBox 50"/>
            <p:cNvSpPr txBox="1"/>
            <p:nvPr/>
          </p:nvSpPr>
          <p:spPr>
            <a:xfrm>
              <a:off x="-296510" y="1611304"/>
              <a:ext cx="1654265" cy="615553"/>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50000"/>
                      <a:lumOff val="50000"/>
                    </a:schemeClr>
                  </a:solidFill>
                </a:rPr>
                <a:t>There are many variations passages of lorem ipsum available  majority have alteration </a:t>
              </a:r>
              <a:endParaRPr lang="en-US" sz="1000" dirty="0">
                <a:solidFill>
                  <a:schemeClr val="tx1">
                    <a:lumMod val="65000"/>
                    <a:lumOff val="35000"/>
                  </a:schemeClr>
                </a:solidFill>
              </a:endParaRPr>
            </a:p>
          </p:txBody>
        </p:sp>
        <p:sp>
          <p:nvSpPr>
            <p:cNvPr id="52" name="Rectangle 51"/>
            <p:cNvSpPr/>
            <p:nvPr/>
          </p:nvSpPr>
          <p:spPr>
            <a:xfrm>
              <a:off x="14455" y="1406858"/>
              <a:ext cx="1032334" cy="184666"/>
            </a:xfrm>
            <a:prstGeom prst="rect">
              <a:avLst/>
            </a:prstGeom>
          </p:spPr>
          <p:txBody>
            <a:bodyPr wrap="none" lIns="0" tIns="0" rIns="0" bIns="0">
              <a:spAutoFit/>
            </a:bodyPr>
            <a:lstStyle/>
            <a:p>
              <a:pPr algn="ctr"/>
              <a:r>
                <a:rPr lang="en-US" sz="1200" b="1" dirty="0">
                  <a:solidFill>
                    <a:schemeClr val="accent2"/>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Effect transition="in" filter="fade">
                                      <p:cBhvr>
                                        <p:cTn id="9" dur="500"/>
                                        <p:tgtEl>
                                          <p:spTgt spid="17"/>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500" fill="hold"/>
                                        <p:tgtEl>
                                          <p:spTgt spid="20"/>
                                        </p:tgtEl>
                                        <p:attrNameLst>
                                          <p:attrName>ppt_w</p:attrName>
                                        </p:attrNameLst>
                                      </p:cBhvr>
                                      <p:tavLst>
                                        <p:tav tm="0">
                                          <p:val>
                                            <p:fltVal val="0"/>
                                          </p:val>
                                        </p:tav>
                                        <p:tav tm="100000">
                                          <p:val>
                                            <p:strVal val="#ppt_w"/>
                                          </p:val>
                                        </p:tav>
                                      </p:tavLst>
                                    </p:anim>
                                    <p:anim calcmode="lin" valueType="num">
                                      <p:cBhvr>
                                        <p:cTn id="14" dur="500" fill="hold"/>
                                        <p:tgtEl>
                                          <p:spTgt spid="20"/>
                                        </p:tgtEl>
                                        <p:attrNameLst>
                                          <p:attrName>ppt_h</p:attrName>
                                        </p:attrNameLst>
                                      </p:cBhvr>
                                      <p:tavLst>
                                        <p:tav tm="0">
                                          <p:val>
                                            <p:fltVal val="0"/>
                                          </p:val>
                                        </p:tav>
                                        <p:tav tm="100000">
                                          <p:val>
                                            <p:strVal val="#ppt_h"/>
                                          </p:val>
                                        </p:tav>
                                      </p:tavLst>
                                    </p:anim>
                                    <p:animEffect transition="in" filter="fade">
                                      <p:cBhvr>
                                        <p:cTn id="15" dur="500"/>
                                        <p:tgtEl>
                                          <p:spTgt spid="20"/>
                                        </p:tgtEl>
                                      </p:cBhvr>
                                    </p:animEffect>
                                  </p:childTnLst>
                                </p:cTn>
                              </p:par>
                            </p:childTnLst>
                          </p:cTn>
                        </p:par>
                        <p:par>
                          <p:cTn id="16" fill="hold">
                            <p:stCondLst>
                              <p:cond delay="1000"/>
                            </p:stCondLst>
                            <p:childTnLst>
                              <p:par>
                                <p:cTn id="17" presetID="18" presetClass="entr" presetSubtype="12"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strips(downLeft)">
                                      <p:cBhvr>
                                        <p:cTn id="19" dur="500"/>
                                        <p:tgtEl>
                                          <p:spTgt spid="10"/>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p:cTn id="23" dur="500" fill="hold"/>
                                        <p:tgtEl>
                                          <p:spTgt spid="18"/>
                                        </p:tgtEl>
                                        <p:attrNameLst>
                                          <p:attrName>ppt_w</p:attrName>
                                        </p:attrNameLst>
                                      </p:cBhvr>
                                      <p:tavLst>
                                        <p:tav tm="0">
                                          <p:val>
                                            <p:fltVal val="0"/>
                                          </p:val>
                                        </p:tav>
                                        <p:tav tm="100000">
                                          <p:val>
                                            <p:strVal val="#ppt_w"/>
                                          </p:val>
                                        </p:tav>
                                      </p:tavLst>
                                    </p:anim>
                                    <p:anim calcmode="lin" valueType="num">
                                      <p:cBhvr>
                                        <p:cTn id="24" dur="500" fill="hold"/>
                                        <p:tgtEl>
                                          <p:spTgt spid="18"/>
                                        </p:tgtEl>
                                        <p:attrNameLst>
                                          <p:attrName>ppt_h</p:attrName>
                                        </p:attrNameLst>
                                      </p:cBhvr>
                                      <p:tavLst>
                                        <p:tav tm="0">
                                          <p:val>
                                            <p:fltVal val="0"/>
                                          </p:val>
                                        </p:tav>
                                        <p:tav tm="100000">
                                          <p:val>
                                            <p:strVal val="#ppt_h"/>
                                          </p:val>
                                        </p:tav>
                                      </p:tavLst>
                                    </p:anim>
                                    <p:animEffect transition="in" filter="fade">
                                      <p:cBhvr>
                                        <p:cTn id="25" dur="500"/>
                                        <p:tgtEl>
                                          <p:spTgt spid="18"/>
                                        </p:tgtEl>
                                      </p:cBhvr>
                                    </p:animEffect>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par>
                                <p:cTn id="32" presetID="10" presetClass="entr" presetSubtype="0"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1000"/>
                                        <p:tgtEl>
                                          <p:spTgt spid="6"/>
                                        </p:tgtEl>
                                      </p:cBhvr>
                                    </p:animEffect>
                                  </p:childTnLst>
                                </p:cTn>
                              </p:par>
                            </p:childTnLst>
                          </p:cTn>
                        </p:par>
                        <p:par>
                          <p:cTn id="35" fill="hold">
                            <p:stCondLst>
                              <p:cond delay="3000"/>
                            </p:stCondLst>
                            <p:childTnLst>
                              <p:par>
                                <p:cTn id="36" presetID="18" presetClass="entr" presetSubtype="6" fill="hold" grpId="0"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strips(downRight)">
                                      <p:cBhvr>
                                        <p:cTn id="38" dur="500"/>
                                        <p:tgtEl>
                                          <p:spTgt spid="9"/>
                                        </p:tgtEl>
                                      </p:cBhvr>
                                    </p:animEffect>
                                  </p:childTnLst>
                                </p:cTn>
                              </p:par>
                            </p:childTnLst>
                          </p:cTn>
                        </p:par>
                        <p:par>
                          <p:cTn id="39" fill="hold">
                            <p:stCondLst>
                              <p:cond delay="3500"/>
                            </p:stCondLst>
                            <p:childTnLst>
                              <p:par>
                                <p:cTn id="40" presetID="53" presetClass="entr" presetSubtype="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p:cTn id="42" dur="500" fill="hold"/>
                                        <p:tgtEl>
                                          <p:spTgt spid="22"/>
                                        </p:tgtEl>
                                        <p:attrNameLst>
                                          <p:attrName>ppt_w</p:attrName>
                                        </p:attrNameLst>
                                      </p:cBhvr>
                                      <p:tavLst>
                                        <p:tav tm="0">
                                          <p:val>
                                            <p:fltVal val="0"/>
                                          </p:val>
                                        </p:tav>
                                        <p:tav tm="100000">
                                          <p:val>
                                            <p:strVal val="#ppt_w"/>
                                          </p:val>
                                        </p:tav>
                                      </p:tavLst>
                                    </p:anim>
                                    <p:anim calcmode="lin" valueType="num">
                                      <p:cBhvr>
                                        <p:cTn id="43" dur="500" fill="hold"/>
                                        <p:tgtEl>
                                          <p:spTgt spid="22"/>
                                        </p:tgtEl>
                                        <p:attrNameLst>
                                          <p:attrName>ppt_h</p:attrName>
                                        </p:attrNameLst>
                                      </p:cBhvr>
                                      <p:tavLst>
                                        <p:tav tm="0">
                                          <p:val>
                                            <p:fltVal val="0"/>
                                          </p:val>
                                        </p:tav>
                                        <p:tav tm="100000">
                                          <p:val>
                                            <p:strVal val="#ppt_h"/>
                                          </p:val>
                                        </p:tav>
                                      </p:tavLst>
                                    </p:anim>
                                    <p:animEffect transition="in" filter="fade">
                                      <p:cBhvr>
                                        <p:cTn id="44" dur="500"/>
                                        <p:tgtEl>
                                          <p:spTgt spid="22"/>
                                        </p:tgtEl>
                                      </p:cBhvr>
                                    </p:animEffect>
                                  </p:childTnLst>
                                </p:cTn>
                              </p:par>
                            </p:childTnLst>
                          </p:cTn>
                        </p:par>
                        <p:par>
                          <p:cTn id="45" fill="hold">
                            <p:stCondLst>
                              <p:cond delay="4000"/>
                            </p:stCondLst>
                            <p:childTnLst>
                              <p:par>
                                <p:cTn id="46" presetID="53" presetClass="entr" presetSubtype="0" fill="hold" grpId="0" nodeType="after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p:cTn id="48" dur="500" fill="hold"/>
                                        <p:tgtEl>
                                          <p:spTgt spid="14"/>
                                        </p:tgtEl>
                                        <p:attrNameLst>
                                          <p:attrName>ppt_w</p:attrName>
                                        </p:attrNameLst>
                                      </p:cBhvr>
                                      <p:tavLst>
                                        <p:tav tm="0">
                                          <p:val>
                                            <p:fltVal val="0"/>
                                          </p:val>
                                        </p:tav>
                                        <p:tav tm="100000">
                                          <p:val>
                                            <p:strVal val="#ppt_w"/>
                                          </p:val>
                                        </p:tav>
                                      </p:tavLst>
                                    </p:anim>
                                    <p:anim calcmode="lin" valueType="num">
                                      <p:cBhvr>
                                        <p:cTn id="49" dur="500" fill="hold"/>
                                        <p:tgtEl>
                                          <p:spTgt spid="14"/>
                                        </p:tgtEl>
                                        <p:attrNameLst>
                                          <p:attrName>ppt_h</p:attrName>
                                        </p:attrNameLst>
                                      </p:cBhvr>
                                      <p:tavLst>
                                        <p:tav tm="0">
                                          <p:val>
                                            <p:fltVal val="0"/>
                                          </p:val>
                                        </p:tav>
                                        <p:tav tm="100000">
                                          <p:val>
                                            <p:strVal val="#ppt_h"/>
                                          </p:val>
                                        </p:tav>
                                      </p:tavLst>
                                    </p:anim>
                                    <p:animEffect transition="in" filter="fade">
                                      <p:cBhvr>
                                        <p:cTn id="50" dur="500"/>
                                        <p:tgtEl>
                                          <p:spTgt spid="14"/>
                                        </p:tgtEl>
                                      </p:cBhvr>
                                    </p:animEffect>
                                  </p:childTnLst>
                                </p:cTn>
                              </p:par>
                              <p:par>
                                <p:cTn id="51" presetID="10" presetClass="entr" presetSubtype="0" fill="hold" nodeType="with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1000"/>
                                        <p:tgtEl>
                                          <p:spTgt spid="7"/>
                                        </p:tgtEl>
                                      </p:cBhvr>
                                    </p:animEffect>
                                  </p:childTnLst>
                                </p:cTn>
                              </p:par>
                            </p:childTnLst>
                          </p:cTn>
                        </p:par>
                        <p:par>
                          <p:cTn id="54" fill="hold">
                            <p:stCondLst>
                              <p:cond delay="5000"/>
                            </p:stCondLst>
                            <p:childTnLst>
                              <p:par>
                                <p:cTn id="55" presetID="20" presetClass="entr" presetSubtype="0" fill="hold" grpId="0" nodeType="after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wedge">
                                      <p:cBhvr>
                                        <p:cTn id="57" dur="1000"/>
                                        <p:tgtEl>
                                          <p:spTgt spid="12"/>
                                        </p:tgtEl>
                                      </p:cBhvr>
                                    </p:animEffect>
                                  </p:childTnLst>
                                </p:cTn>
                              </p:par>
                            </p:childTnLst>
                          </p:cTn>
                        </p:par>
                        <p:par>
                          <p:cTn id="58" fill="hold">
                            <p:stCondLst>
                              <p:cond delay="6000"/>
                            </p:stCondLst>
                            <p:childTnLst>
                              <p:par>
                                <p:cTn id="59" presetID="53" presetClass="entr" presetSubtype="0" fill="hold" grpId="0" nodeType="afterEffect">
                                  <p:stCondLst>
                                    <p:cond delay="0"/>
                                  </p:stCondLst>
                                  <p:childTnLst>
                                    <p:set>
                                      <p:cBhvr>
                                        <p:cTn id="60" dur="1" fill="hold">
                                          <p:stCondLst>
                                            <p:cond delay="0"/>
                                          </p:stCondLst>
                                        </p:cTn>
                                        <p:tgtEl>
                                          <p:spTgt spid="21"/>
                                        </p:tgtEl>
                                        <p:attrNameLst>
                                          <p:attrName>style.visibility</p:attrName>
                                        </p:attrNameLst>
                                      </p:cBhvr>
                                      <p:to>
                                        <p:strVal val="visible"/>
                                      </p:to>
                                    </p:set>
                                    <p:anim calcmode="lin" valueType="num">
                                      <p:cBhvr>
                                        <p:cTn id="61" dur="500" fill="hold"/>
                                        <p:tgtEl>
                                          <p:spTgt spid="21"/>
                                        </p:tgtEl>
                                        <p:attrNameLst>
                                          <p:attrName>ppt_w</p:attrName>
                                        </p:attrNameLst>
                                      </p:cBhvr>
                                      <p:tavLst>
                                        <p:tav tm="0">
                                          <p:val>
                                            <p:fltVal val="0"/>
                                          </p:val>
                                        </p:tav>
                                        <p:tav tm="100000">
                                          <p:val>
                                            <p:strVal val="#ppt_w"/>
                                          </p:val>
                                        </p:tav>
                                      </p:tavLst>
                                    </p:anim>
                                    <p:anim calcmode="lin" valueType="num">
                                      <p:cBhvr>
                                        <p:cTn id="62" dur="500" fill="hold"/>
                                        <p:tgtEl>
                                          <p:spTgt spid="21"/>
                                        </p:tgtEl>
                                        <p:attrNameLst>
                                          <p:attrName>ppt_h</p:attrName>
                                        </p:attrNameLst>
                                      </p:cBhvr>
                                      <p:tavLst>
                                        <p:tav tm="0">
                                          <p:val>
                                            <p:fltVal val="0"/>
                                          </p:val>
                                        </p:tav>
                                        <p:tav tm="100000">
                                          <p:val>
                                            <p:strVal val="#ppt_h"/>
                                          </p:val>
                                        </p:tav>
                                      </p:tavLst>
                                    </p:anim>
                                    <p:animEffect transition="in" filter="fade">
                                      <p:cBhvr>
                                        <p:cTn id="63" dur="500"/>
                                        <p:tgtEl>
                                          <p:spTgt spid="21"/>
                                        </p:tgtEl>
                                      </p:cBhvr>
                                    </p:animEffect>
                                  </p:childTnLst>
                                </p:cTn>
                              </p:par>
                              <p:par>
                                <p:cTn id="64" presetID="53" presetClass="entr" presetSubtype="0"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p:cTn id="66" dur="500" fill="hold"/>
                                        <p:tgtEl>
                                          <p:spTgt spid="19"/>
                                        </p:tgtEl>
                                        <p:attrNameLst>
                                          <p:attrName>ppt_w</p:attrName>
                                        </p:attrNameLst>
                                      </p:cBhvr>
                                      <p:tavLst>
                                        <p:tav tm="0">
                                          <p:val>
                                            <p:fltVal val="0"/>
                                          </p:val>
                                        </p:tav>
                                        <p:tav tm="100000">
                                          <p:val>
                                            <p:strVal val="#ppt_w"/>
                                          </p:val>
                                        </p:tav>
                                      </p:tavLst>
                                    </p:anim>
                                    <p:anim calcmode="lin" valueType="num">
                                      <p:cBhvr>
                                        <p:cTn id="67" dur="500" fill="hold"/>
                                        <p:tgtEl>
                                          <p:spTgt spid="19"/>
                                        </p:tgtEl>
                                        <p:attrNameLst>
                                          <p:attrName>ppt_h</p:attrName>
                                        </p:attrNameLst>
                                      </p:cBhvr>
                                      <p:tavLst>
                                        <p:tav tm="0">
                                          <p:val>
                                            <p:fltVal val="0"/>
                                          </p:val>
                                        </p:tav>
                                        <p:tav tm="100000">
                                          <p:val>
                                            <p:strVal val="#ppt_h"/>
                                          </p:val>
                                        </p:tav>
                                      </p:tavLst>
                                    </p:anim>
                                    <p:animEffect transition="in" filter="fade">
                                      <p:cBhvr>
                                        <p:cTn id="68" dur="500"/>
                                        <p:tgtEl>
                                          <p:spTgt spid="19"/>
                                        </p:tgtEl>
                                      </p:cBhvr>
                                    </p:animEffect>
                                  </p:childTnLst>
                                </p:cTn>
                              </p:par>
                            </p:childTnLst>
                          </p:cTn>
                        </p:par>
                        <p:par>
                          <p:cTn id="69" fill="hold">
                            <p:stCondLst>
                              <p:cond delay="6500"/>
                            </p:stCondLst>
                            <p:childTnLst>
                              <p:par>
                                <p:cTn id="70" presetID="53" presetClass="entr" presetSubtype="0"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 calcmode="lin" valueType="num">
                                      <p:cBhvr>
                                        <p:cTn id="72" dur="500" fill="hold"/>
                                        <p:tgtEl>
                                          <p:spTgt spid="16"/>
                                        </p:tgtEl>
                                        <p:attrNameLst>
                                          <p:attrName>ppt_w</p:attrName>
                                        </p:attrNameLst>
                                      </p:cBhvr>
                                      <p:tavLst>
                                        <p:tav tm="0">
                                          <p:val>
                                            <p:fltVal val="0"/>
                                          </p:val>
                                        </p:tav>
                                        <p:tav tm="100000">
                                          <p:val>
                                            <p:strVal val="#ppt_w"/>
                                          </p:val>
                                        </p:tav>
                                      </p:tavLst>
                                    </p:anim>
                                    <p:anim calcmode="lin" valueType="num">
                                      <p:cBhvr>
                                        <p:cTn id="73" dur="500" fill="hold"/>
                                        <p:tgtEl>
                                          <p:spTgt spid="16"/>
                                        </p:tgtEl>
                                        <p:attrNameLst>
                                          <p:attrName>ppt_h</p:attrName>
                                        </p:attrNameLst>
                                      </p:cBhvr>
                                      <p:tavLst>
                                        <p:tav tm="0">
                                          <p:val>
                                            <p:fltVal val="0"/>
                                          </p:val>
                                        </p:tav>
                                        <p:tav tm="100000">
                                          <p:val>
                                            <p:strVal val="#ppt_h"/>
                                          </p:val>
                                        </p:tav>
                                      </p:tavLst>
                                    </p:anim>
                                    <p:animEffect transition="in" filter="fade">
                                      <p:cBhvr>
                                        <p:cTn id="74" dur="500"/>
                                        <p:tgtEl>
                                          <p:spTgt spid="16"/>
                                        </p:tgtEl>
                                      </p:cBhvr>
                                    </p:animEffect>
                                  </p:childTnLst>
                                </p:cTn>
                              </p:par>
                              <p:par>
                                <p:cTn id="75" presetID="10" presetClass="entr" presetSubtype="0" fill="hold"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fade">
                                      <p:cBhvr>
                                        <p:cTn id="77" dur="1000"/>
                                        <p:tgtEl>
                                          <p:spTgt spid="5"/>
                                        </p:tgtEl>
                                      </p:cBhvr>
                                    </p:animEffect>
                                  </p:childTnLst>
                                </p:cTn>
                              </p:par>
                            </p:childTnLst>
                          </p:cTn>
                        </p:par>
                        <p:par>
                          <p:cTn id="78" fill="hold">
                            <p:stCondLst>
                              <p:cond delay="7500"/>
                            </p:stCondLst>
                            <p:childTnLst>
                              <p:par>
                                <p:cTn id="79" presetID="53" presetClass="entr" presetSubtype="0" fill="hold" grpId="0" nodeType="after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500" fill="hold"/>
                                        <p:tgtEl>
                                          <p:spTgt spid="15"/>
                                        </p:tgtEl>
                                        <p:attrNameLst>
                                          <p:attrName>ppt_w</p:attrName>
                                        </p:attrNameLst>
                                      </p:cBhvr>
                                      <p:tavLst>
                                        <p:tav tm="0">
                                          <p:val>
                                            <p:fltVal val="0"/>
                                          </p:val>
                                        </p:tav>
                                        <p:tav tm="100000">
                                          <p:val>
                                            <p:strVal val="#ppt_w"/>
                                          </p:val>
                                        </p:tav>
                                      </p:tavLst>
                                    </p:anim>
                                    <p:anim calcmode="lin" valueType="num">
                                      <p:cBhvr>
                                        <p:cTn id="82" dur="500" fill="hold"/>
                                        <p:tgtEl>
                                          <p:spTgt spid="15"/>
                                        </p:tgtEl>
                                        <p:attrNameLst>
                                          <p:attrName>ppt_h</p:attrName>
                                        </p:attrNameLst>
                                      </p:cBhvr>
                                      <p:tavLst>
                                        <p:tav tm="0">
                                          <p:val>
                                            <p:fltVal val="0"/>
                                          </p:val>
                                        </p:tav>
                                        <p:tav tm="100000">
                                          <p:val>
                                            <p:strVal val="#ppt_h"/>
                                          </p:val>
                                        </p:tav>
                                      </p:tavLst>
                                    </p:anim>
                                    <p:animEffect transition="in" filter="fade">
                                      <p:cBhvr>
                                        <p:cTn id="83" dur="500"/>
                                        <p:tgtEl>
                                          <p:spTgt spid="15"/>
                                        </p:tgtEl>
                                      </p:cBhvr>
                                    </p:animEffect>
                                  </p:childTnLst>
                                </p:cTn>
                              </p:par>
                            </p:childTnLst>
                          </p:cTn>
                        </p:par>
                        <p:par>
                          <p:cTn id="84" fill="hold">
                            <p:stCondLst>
                              <p:cond delay="8000"/>
                            </p:stCondLst>
                            <p:childTnLst>
                              <p:par>
                                <p:cTn id="85" presetID="20" presetClass="entr" presetSubtype="0" fill="hold" grpId="0" nodeType="afterEffect">
                                  <p:stCondLst>
                                    <p:cond delay="0"/>
                                  </p:stCondLst>
                                  <p:childTnLst>
                                    <p:set>
                                      <p:cBhvr>
                                        <p:cTn id="86" dur="1" fill="hold">
                                          <p:stCondLst>
                                            <p:cond delay="0"/>
                                          </p:stCondLst>
                                        </p:cTn>
                                        <p:tgtEl>
                                          <p:spTgt spid="8"/>
                                        </p:tgtEl>
                                        <p:attrNameLst>
                                          <p:attrName>style.visibility</p:attrName>
                                        </p:attrNameLst>
                                      </p:cBhvr>
                                      <p:to>
                                        <p:strVal val="visible"/>
                                      </p:to>
                                    </p:set>
                                    <p:animEffect transition="in" filter="wedge">
                                      <p:cBhvr>
                                        <p:cTn id="87" dur="1000"/>
                                        <p:tgtEl>
                                          <p:spTgt spid="8"/>
                                        </p:tgtEl>
                                      </p:cBhvr>
                                    </p:animEffect>
                                  </p:childTnLst>
                                </p:cTn>
                              </p:par>
                              <p:par>
                                <p:cTn id="88" presetID="10" presetClass="entr" presetSubtype="0" fill="hold" nodeType="withEffect">
                                  <p:stCondLst>
                                    <p:cond delay="0"/>
                                  </p:stCondLst>
                                  <p:childTnLst>
                                    <p:set>
                                      <p:cBhvr>
                                        <p:cTn id="89" dur="1" fill="hold">
                                          <p:stCondLst>
                                            <p:cond delay="0"/>
                                          </p:stCondLst>
                                        </p:cTn>
                                        <p:tgtEl>
                                          <p:spTgt spid="11"/>
                                        </p:tgtEl>
                                        <p:attrNameLst>
                                          <p:attrName>style.visibility</p:attrName>
                                        </p:attrNameLst>
                                      </p:cBhvr>
                                      <p:to>
                                        <p:strVal val="visible"/>
                                      </p:to>
                                    </p:set>
                                    <p:animEffect transition="in" filter="fade">
                                      <p:cBhvr>
                                        <p:cTn id="90"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2817178"/>
            <a:ext cx="2242922" cy="523220"/>
          </a:xfrm>
          <a:prstGeom prst="rect">
            <a:avLst/>
          </a:prstGeom>
          <a:noFill/>
        </p:spPr>
        <p:txBody>
          <a:bodyPr wrap="none" rtlCol="0">
            <a:spAutoFit/>
          </a:bodyPr>
          <a:lstStyle/>
          <a:p>
            <a:r>
              <a:rPr lang="en-US" sz="2800" b="1" cap="all" dirty="0">
                <a:solidFill>
                  <a:schemeClr val="tx1">
                    <a:lumMod val="50000"/>
                    <a:lumOff val="50000"/>
                  </a:schemeClr>
                </a:solidFill>
              </a:rPr>
              <a:t>Social Media</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788603"/>
            <a:ext cx="3006725" cy="566738"/>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Survey Result</a:t>
            </a:r>
            <a:endParaRPr lang="en-US" dirty="0"/>
          </a:p>
        </p:txBody>
      </p:sp>
      <p:sp>
        <p:nvSpPr>
          <p:cNvPr id="8" name="Text Placeholder 7"/>
          <p:cNvSpPr>
            <a:spLocks noGrp="1"/>
          </p:cNvSpPr>
          <p:nvPr>
            <p:ph type="body" sz="half" idx="2"/>
          </p:nvPr>
        </p:nvSpPr>
        <p:spPr/>
        <p:txBody>
          <a:bodyPr/>
          <a:lstStyle/>
          <a:p>
            <a:r>
              <a:rPr lang="en-US"/>
              <a:t>Survey Result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233</a:t>
            </a:fld>
            <a:endParaRPr lang="en-US" dirty="0"/>
          </a:p>
        </p:txBody>
      </p:sp>
      <p:sp>
        <p:nvSpPr>
          <p:cNvPr id="5126" name="Freeform 6"/>
          <p:cNvSpPr>
            <a:spLocks noEditPoints="1"/>
          </p:cNvSpPr>
          <p:nvPr/>
        </p:nvSpPr>
        <p:spPr bwMode="auto">
          <a:xfrm>
            <a:off x="3232180" y="2477204"/>
            <a:ext cx="1066800" cy="1227607"/>
          </a:xfrm>
          <a:custGeom>
            <a:avLst/>
            <a:gdLst/>
            <a:ahLst/>
            <a:cxnLst>
              <a:cxn ang="0">
                <a:pos x="546" y="515"/>
              </a:cxn>
              <a:cxn ang="0">
                <a:pos x="418" y="435"/>
              </a:cxn>
              <a:cxn ang="0">
                <a:pos x="419" y="421"/>
              </a:cxn>
              <a:cxn ang="0">
                <a:pos x="424" y="421"/>
              </a:cxn>
              <a:cxn ang="0">
                <a:pos x="567" y="420"/>
              </a:cxn>
              <a:cxn ang="0">
                <a:pos x="512" y="176"/>
              </a:cxn>
              <a:cxn ang="0">
                <a:pos x="341" y="0"/>
              </a:cxn>
              <a:cxn ang="0">
                <a:pos x="338" y="0"/>
              </a:cxn>
              <a:cxn ang="0">
                <a:pos x="337" y="0"/>
              </a:cxn>
              <a:cxn ang="0">
                <a:pos x="337" y="0"/>
              </a:cxn>
              <a:cxn ang="0">
                <a:pos x="336" y="0"/>
              </a:cxn>
              <a:cxn ang="0">
                <a:pos x="336" y="0"/>
              </a:cxn>
              <a:cxn ang="0">
                <a:pos x="335" y="0"/>
              </a:cxn>
              <a:cxn ang="0">
                <a:pos x="335" y="0"/>
              </a:cxn>
              <a:cxn ang="0">
                <a:pos x="335" y="0"/>
              </a:cxn>
              <a:cxn ang="0">
                <a:pos x="334" y="0"/>
              </a:cxn>
              <a:cxn ang="0">
                <a:pos x="334" y="0"/>
              </a:cxn>
              <a:cxn ang="0">
                <a:pos x="333" y="0"/>
              </a:cxn>
              <a:cxn ang="0">
                <a:pos x="333" y="0"/>
              </a:cxn>
              <a:cxn ang="0">
                <a:pos x="332" y="0"/>
              </a:cxn>
              <a:cxn ang="0">
                <a:pos x="330" y="0"/>
              </a:cxn>
              <a:cxn ang="0">
                <a:pos x="159" y="176"/>
              </a:cxn>
              <a:cxn ang="0">
                <a:pos x="103" y="420"/>
              </a:cxn>
              <a:cxn ang="0">
                <a:pos x="247" y="421"/>
              </a:cxn>
              <a:cxn ang="0">
                <a:pos x="251" y="421"/>
              </a:cxn>
              <a:cxn ang="0">
                <a:pos x="252" y="435"/>
              </a:cxn>
              <a:cxn ang="0">
                <a:pos x="125" y="515"/>
              </a:cxn>
              <a:cxn ang="0">
                <a:pos x="0" y="610"/>
              </a:cxn>
              <a:cxn ang="0">
                <a:pos x="0" y="769"/>
              </a:cxn>
              <a:cxn ang="0">
                <a:pos x="670" y="769"/>
              </a:cxn>
              <a:cxn ang="0">
                <a:pos x="670" y="610"/>
              </a:cxn>
              <a:cxn ang="0">
                <a:pos x="546" y="515"/>
              </a:cxn>
              <a:cxn ang="0">
                <a:pos x="546" y="515"/>
              </a:cxn>
              <a:cxn ang="0">
                <a:pos x="546" y="515"/>
              </a:cxn>
            </a:cxnLst>
            <a:rect l="0" t="0" r="r" b="b"/>
            <a:pathLst>
              <a:path w="670" h="769">
                <a:moveTo>
                  <a:pt x="546" y="515"/>
                </a:moveTo>
                <a:cubicBezTo>
                  <a:pt x="449" y="480"/>
                  <a:pt x="418" y="498"/>
                  <a:pt x="418" y="435"/>
                </a:cubicBezTo>
                <a:cubicBezTo>
                  <a:pt x="418" y="432"/>
                  <a:pt x="419" y="426"/>
                  <a:pt x="419" y="421"/>
                </a:cubicBezTo>
                <a:cubicBezTo>
                  <a:pt x="424" y="421"/>
                  <a:pt x="424" y="421"/>
                  <a:pt x="424" y="421"/>
                </a:cubicBezTo>
                <a:cubicBezTo>
                  <a:pt x="489" y="425"/>
                  <a:pt x="553" y="430"/>
                  <a:pt x="567" y="420"/>
                </a:cubicBezTo>
                <a:cubicBezTo>
                  <a:pt x="590" y="404"/>
                  <a:pt x="512" y="380"/>
                  <a:pt x="512" y="176"/>
                </a:cubicBezTo>
                <a:cubicBezTo>
                  <a:pt x="512" y="73"/>
                  <a:pt x="444" y="0"/>
                  <a:pt x="341" y="0"/>
                </a:cubicBezTo>
                <a:cubicBezTo>
                  <a:pt x="340" y="0"/>
                  <a:pt x="339" y="0"/>
                  <a:pt x="338" y="0"/>
                </a:cubicBezTo>
                <a:cubicBezTo>
                  <a:pt x="338" y="0"/>
                  <a:pt x="338" y="0"/>
                  <a:pt x="337" y="0"/>
                </a:cubicBezTo>
                <a:cubicBezTo>
                  <a:pt x="337" y="0"/>
                  <a:pt x="337" y="0"/>
                  <a:pt x="337" y="0"/>
                </a:cubicBezTo>
                <a:cubicBezTo>
                  <a:pt x="337" y="0"/>
                  <a:pt x="337" y="0"/>
                  <a:pt x="336" y="0"/>
                </a:cubicBezTo>
                <a:cubicBezTo>
                  <a:pt x="336" y="0"/>
                  <a:pt x="336" y="0"/>
                  <a:pt x="336" y="0"/>
                </a:cubicBezTo>
                <a:cubicBezTo>
                  <a:pt x="336" y="0"/>
                  <a:pt x="336" y="0"/>
                  <a:pt x="335" y="0"/>
                </a:cubicBezTo>
                <a:cubicBezTo>
                  <a:pt x="335" y="0"/>
                  <a:pt x="335" y="0"/>
                  <a:pt x="335" y="0"/>
                </a:cubicBezTo>
                <a:cubicBezTo>
                  <a:pt x="335" y="0"/>
                  <a:pt x="335" y="0"/>
                  <a:pt x="335" y="0"/>
                </a:cubicBezTo>
                <a:cubicBezTo>
                  <a:pt x="335" y="0"/>
                  <a:pt x="334" y="0"/>
                  <a:pt x="334" y="0"/>
                </a:cubicBezTo>
                <a:cubicBezTo>
                  <a:pt x="334" y="0"/>
                  <a:pt x="334" y="0"/>
                  <a:pt x="334" y="0"/>
                </a:cubicBezTo>
                <a:cubicBezTo>
                  <a:pt x="334" y="0"/>
                  <a:pt x="333" y="0"/>
                  <a:pt x="333" y="0"/>
                </a:cubicBezTo>
                <a:cubicBezTo>
                  <a:pt x="333" y="0"/>
                  <a:pt x="333" y="0"/>
                  <a:pt x="333" y="0"/>
                </a:cubicBezTo>
                <a:cubicBezTo>
                  <a:pt x="333" y="0"/>
                  <a:pt x="332" y="0"/>
                  <a:pt x="332" y="0"/>
                </a:cubicBezTo>
                <a:cubicBezTo>
                  <a:pt x="331" y="0"/>
                  <a:pt x="330" y="0"/>
                  <a:pt x="330" y="0"/>
                </a:cubicBezTo>
                <a:cubicBezTo>
                  <a:pt x="226" y="0"/>
                  <a:pt x="159" y="73"/>
                  <a:pt x="159" y="176"/>
                </a:cubicBezTo>
                <a:cubicBezTo>
                  <a:pt x="159" y="380"/>
                  <a:pt x="80" y="404"/>
                  <a:pt x="103" y="420"/>
                </a:cubicBezTo>
                <a:cubicBezTo>
                  <a:pt x="117" y="430"/>
                  <a:pt x="181" y="425"/>
                  <a:pt x="247" y="421"/>
                </a:cubicBezTo>
                <a:cubicBezTo>
                  <a:pt x="251" y="421"/>
                  <a:pt x="251" y="421"/>
                  <a:pt x="251" y="421"/>
                </a:cubicBezTo>
                <a:cubicBezTo>
                  <a:pt x="252" y="426"/>
                  <a:pt x="252" y="432"/>
                  <a:pt x="252" y="435"/>
                </a:cubicBezTo>
                <a:cubicBezTo>
                  <a:pt x="252" y="498"/>
                  <a:pt x="221" y="480"/>
                  <a:pt x="125" y="515"/>
                </a:cubicBezTo>
                <a:cubicBezTo>
                  <a:pt x="28" y="550"/>
                  <a:pt x="0" y="586"/>
                  <a:pt x="0" y="610"/>
                </a:cubicBezTo>
                <a:cubicBezTo>
                  <a:pt x="0" y="769"/>
                  <a:pt x="0" y="769"/>
                  <a:pt x="0" y="769"/>
                </a:cubicBezTo>
                <a:cubicBezTo>
                  <a:pt x="670" y="769"/>
                  <a:pt x="670" y="769"/>
                  <a:pt x="670" y="769"/>
                </a:cubicBezTo>
                <a:cubicBezTo>
                  <a:pt x="670" y="610"/>
                  <a:pt x="670" y="610"/>
                  <a:pt x="670" y="610"/>
                </a:cubicBezTo>
                <a:cubicBezTo>
                  <a:pt x="670" y="586"/>
                  <a:pt x="642" y="550"/>
                  <a:pt x="546" y="515"/>
                </a:cubicBezTo>
                <a:close/>
                <a:moveTo>
                  <a:pt x="546" y="515"/>
                </a:moveTo>
                <a:cubicBezTo>
                  <a:pt x="546" y="515"/>
                  <a:pt x="546" y="515"/>
                  <a:pt x="546" y="51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5" name="Freeform 5"/>
          <p:cNvSpPr>
            <a:spLocks noEditPoints="1"/>
          </p:cNvSpPr>
          <p:nvPr/>
        </p:nvSpPr>
        <p:spPr bwMode="auto">
          <a:xfrm>
            <a:off x="2351610" y="2667125"/>
            <a:ext cx="1032969" cy="1037686"/>
          </a:xfrm>
          <a:custGeom>
            <a:avLst/>
            <a:gdLst/>
            <a:ahLst/>
            <a:cxnLst>
              <a:cxn ang="0">
                <a:pos x="705" y="598"/>
              </a:cxn>
              <a:cxn ang="0">
                <a:pos x="650" y="598"/>
              </a:cxn>
              <a:cxn ang="0">
                <a:pos x="542" y="490"/>
              </a:cxn>
              <a:cxn ang="0">
                <a:pos x="542" y="455"/>
              </a:cxn>
              <a:cxn ang="0">
                <a:pos x="594" y="357"/>
              </a:cxn>
              <a:cxn ang="0">
                <a:pos x="605" y="344"/>
              </a:cxn>
              <a:cxn ang="0">
                <a:pos x="614" y="263"/>
              </a:cxn>
              <a:cxn ang="0">
                <a:pos x="608" y="252"/>
              </a:cxn>
              <a:cxn ang="0">
                <a:pos x="608" y="156"/>
              </a:cxn>
              <a:cxn ang="0">
                <a:pos x="569" y="50"/>
              </a:cxn>
              <a:cxn ang="0">
                <a:pos x="487" y="7"/>
              </a:cxn>
              <a:cxn ang="0">
                <a:pos x="369" y="10"/>
              </a:cxn>
              <a:cxn ang="0">
                <a:pos x="285" y="67"/>
              </a:cxn>
              <a:cxn ang="0">
                <a:pos x="259" y="153"/>
              </a:cxn>
              <a:cxn ang="0">
                <a:pos x="259" y="250"/>
              </a:cxn>
              <a:cxn ang="0">
                <a:pos x="252" y="266"/>
              </a:cxn>
              <a:cxn ang="0">
                <a:pos x="267" y="348"/>
              </a:cxn>
              <a:cxn ang="0">
                <a:pos x="276" y="366"/>
              </a:cxn>
              <a:cxn ang="0">
                <a:pos x="325" y="454"/>
              </a:cxn>
              <a:cxn ang="0">
                <a:pos x="325" y="490"/>
              </a:cxn>
              <a:cxn ang="0">
                <a:pos x="217" y="598"/>
              </a:cxn>
              <a:cxn ang="0">
                <a:pos x="163" y="598"/>
              </a:cxn>
              <a:cxn ang="0">
                <a:pos x="0" y="761"/>
              </a:cxn>
              <a:cxn ang="0">
                <a:pos x="0" y="815"/>
              </a:cxn>
              <a:cxn ang="0">
                <a:pos x="54" y="869"/>
              </a:cxn>
              <a:cxn ang="0">
                <a:pos x="813" y="869"/>
              </a:cxn>
              <a:cxn ang="0">
                <a:pos x="867" y="815"/>
              </a:cxn>
              <a:cxn ang="0">
                <a:pos x="867" y="761"/>
              </a:cxn>
              <a:cxn ang="0">
                <a:pos x="705" y="598"/>
              </a:cxn>
              <a:cxn ang="0">
                <a:pos x="705" y="598"/>
              </a:cxn>
              <a:cxn ang="0">
                <a:pos x="705" y="598"/>
              </a:cxn>
            </a:cxnLst>
            <a:rect l="0" t="0" r="r" b="b"/>
            <a:pathLst>
              <a:path w="867" h="869">
                <a:moveTo>
                  <a:pt x="705" y="598"/>
                </a:moveTo>
                <a:cubicBezTo>
                  <a:pt x="650" y="598"/>
                  <a:pt x="650" y="598"/>
                  <a:pt x="650" y="598"/>
                </a:cubicBezTo>
                <a:cubicBezTo>
                  <a:pt x="591" y="598"/>
                  <a:pt x="542" y="550"/>
                  <a:pt x="542" y="490"/>
                </a:cubicBezTo>
                <a:cubicBezTo>
                  <a:pt x="542" y="455"/>
                  <a:pt x="542" y="455"/>
                  <a:pt x="542" y="455"/>
                </a:cubicBezTo>
                <a:cubicBezTo>
                  <a:pt x="566" y="426"/>
                  <a:pt x="583" y="393"/>
                  <a:pt x="594" y="357"/>
                </a:cubicBezTo>
                <a:cubicBezTo>
                  <a:pt x="595" y="351"/>
                  <a:pt x="601" y="348"/>
                  <a:pt x="605" y="344"/>
                </a:cubicBezTo>
                <a:cubicBezTo>
                  <a:pt x="625" y="323"/>
                  <a:pt x="629" y="288"/>
                  <a:pt x="614" y="263"/>
                </a:cubicBezTo>
                <a:cubicBezTo>
                  <a:pt x="612" y="260"/>
                  <a:pt x="608" y="256"/>
                  <a:pt x="608" y="252"/>
                </a:cubicBezTo>
                <a:cubicBezTo>
                  <a:pt x="608" y="220"/>
                  <a:pt x="608" y="188"/>
                  <a:pt x="608" y="156"/>
                </a:cubicBezTo>
                <a:cubicBezTo>
                  <a:pt x="607" y="118"/>
                  <a:pt x="596" y="78"/>
                  <a:pt x="569" y="50"/>
                </a:cubicBezTo>
                <a:cubicBezTo>
                  <a:pt x="548" y="27"/>
                  <a:pt x="518" y="13"/>
                  <a:pt x="487" y="7"/>
                </a:cubicBezTo>
                <a:cubicBezTo>
                  <a:pt x="448" y="0"/>
                  <a:pt x="408" y="0"/>
                  <a:pt x="369" y="10"/>
                </a:cubicBezTo>
                <a:cubicBezTo>
                  <a:pt x="336" y="18"/>
                  <a:pt x="304" y="38"/>
                  <a:pt x="285" y="67"/>
                </a:cubicBezTo>
                <a:cubicBezTo>
                  <a:pt x="268" y="92"/>
                  <a:pt x="260" y="123"/>
                  <a:pt x="259" y="153"/>
                </a:cubicBezTo>
                <a:cubicBezTo>
                  <a:pt x="259" y="185"/>
                  <a:pt x="259" y="217"/>
                  <a:pt x="259" y="250"/>
                </a:cubicBezTo>
                <a:cubicBezTo>
                  <a:pt x="260" y="256"/>
                  <a:pt x="254" y="261"/>
                  <a:pt x="252" y="266"/>
                </a:cubicBezTo>
                <a:cubicBezTo>
                  <a:pt x="237" y="293"/>
                  <a:pt x="244" y="329"/>
                  <a:pt x="267" y="348"/>
                </a:cubicBezTo>
                <a:cubicBezTo>
                  <a:pt x="273" y="352"/>
                  <a:pt x="274" y="360"/>
                  <a:pt x="276" y="366"/>
                </a:cubicBezTo>
                <a:cubicBezTo>
                  <a:pt x="287" y="398"/>
                  <a:pt x="304" y="428"/>
                  <a:pt x="325" y="454"/>
                </a:cubicBezTo>
                <a:cubicBezTo>
                  <a:pt x="325" y="490"/>
                  <a:pt x="325" y="490"/>
                  <a:pt x="325" y="490"/>
                </a:cubicBezTo>
                <a:cubicBezTo>
                  <a:pt x="325" y="550"/>
                  <a:pt x="277" y="598"/>
                  <a:pt x="217" y="598"/>
                </a:cubicBezTo>
                <a:cubicBezTo>
                  <a:pt x="163" y="598"/>
                  <a:pt x="163" y="598"/>
                  <a:pt x="163" y="598"/>
                </a:cubicBezTo>
                <a:cubicBezTo>
                  <a:pt x="163" y="598"/>
                  <a:pt x="64" y="625"/>
                  <a:pt x="0" y="761"/>
                </a:cubicBezTo>
                <a:cubicBezTo>
                  <a:pt x="0" y="815"/>
                  <a:pt x="0" y="815"/>
                  <a:pt x="0" y="815"/>
                </a:cubicBezTo>
                <a:cubicBezTo>
                  <a:pt x="0" y="845"/>
                  <a:pt x="24" y="869"/>
                  <a:pt x="54" y="869"/>
                </a:cubicBezTo>
                <a:cubicBezTo>
                  <a:pt x="813" y="869"/>
                  <a:pt x="813" y="869"/>
                  <a:pt x="813" y="869"/>
                </a:cubicBezTo>
                <a:cubicBezTo>
                  <a:pt x="843" y="869"/>
                  <a:pt x="867" y="845"/>
                  <a:pt x="867" y="815"/>
                </a:cubicBezTo>
                <a:cubicBezTo>
                  <a:pt x="867" y="761"/>
                  <a:pt x="867" y="761"/>
                  <a:pt x="867" y="761"/>
                </a:cubicBezTo>
                <a:cubicBezTo>
                  <a:pt x="803" y="625"/>
                  <a:pt x="705" y="598"/>
                  <a:pt x="705" y="598"/>
                </a:cubicBezTo>
                <a:close/>
                <a:moveTo>
                  <a:pt x="705" y="598"/>
                </a:moveTo>
                <a:cubicBezTo>
                  <a:pt x="705" y="598"/>
                  <a:pt x="705" y="598"/>
                  <a:pt x="705" y="598"/>
                </a:cubicBezTo>
              </a:path>
            </a:pathLst>
          </a:custGeom>
          <a:solidFill>
            <a:schemeClr val="tx1">
              <a:lumMod val="50000"/>
              <a:lumOff val="50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noEditPoints="1"/>
          </p:cNvSpPr>
          <p:nvPr/>
        </p:nvSpPr>
        <p:spPr bwMode="auto">
          <a:xfrm>
            <a:off x="5365779" y="2477204"/>
            <a:ext cx="1066800" cy="1227607"/>
          </a:xfrm>
          <a:custGeom>
            <a:avLst/>
            <a:gdLst/>
            <a:ahLst/>
            <a:cxnLst>
              <a:cxn ang="0">
                <a:pos x="546" y="515"/>
              </a:cxn>
              <a:cxn ang="0">
                <a:pos x="418" y="435"/>
              </a:cxn>
              <a:cxn ang="0">
                <a:pos x="419" y="421"/>
              </a:cxn>
              <a:cxn ang="0">
                <a:pos x="424" y="421"/>
              </a:cxn>
              <a:cxn ang="0">
                <a:pos x="567" y="420"/>
              </a:cxn>
              <a:cxn ang="0">
                <a:pos x="512" y="176"/>
              </a:cxn>
              <a:cxn ang="0">
                <a:pos x="341" y="0"/>
              </a:cxn>
              <a:cxn ang="0">
                <a:pos x="338" y="0"/>
              </a:cxn>
              <a:cxn ang="0">
                <a:pos x="337" y="0"/>
              </a:cxn>
              <a:cxn ang="0">
                <a:pos x="337" y="0"/>
              </a:cxn>
              <a:cxn ang="0">
                <a:pos x="336" y="0"/>
              </a:cxn>
              <a:cxn ang="0">
                <a:pos x="336" y="0"/>
              </a:cxn>
              <a:cxn ang="0">
                <a:pos x="335" y="0"/>
              </a:cxn>
              <a:cxn ang="0">
                <a:pos x="335" y="0"/>
              </a:cxn>
              <a:cxn ang="0">
                <a:pos x="335" y="0"/>
              </a:cxn>
              <a:cxn ang="0">
                <a:pos x="334" y="0"/>
              </a:cxn>
              <a:cxn ang="0">
                <a:pos x="334" y="0"/>
              </a:cxn>
              <a:cxn ang="0">
                <a:pos x="333" y="0"/>
              </a:cxn>
              <a:cxn ang="0">
                <a:pos x="333" y="0"/>
              </a:cxn>
              <a:cxn ang="0">
                <a:pos x="332" y="0"/>
              </a:cxn>
              <a:cxn ang="0">
                <a:pos x="330" y="0"/>
              </a:cxn>
              <a:cxn ang="0">
                <a:pos x="159" y="176"/>
              </a:cxn>
              <a:cxn ang="0">
                <a:pos x="103" y="420"/>
              </a:cxn>
              <a:cxn ang="0">
                <a:pos x="247" y="421"/>
              </a:cxn>
              <a:cxn ang="0">
                <a:pos x="251" y="421"/>
              </a:cxn>
              <a:cxn ang="0">
                <a:pos x="252" y="435"/>
              </a:cxn>
              <a:cxn ang="0">
                <a:pos x="125" y="515"/>
              </a:cxn>
              <a:cxn ang="0">
                <a:pos x="0" y="610"/>
              </a:cxn>
              <a:cxn ang="0">
                <a:pos x="0" y="769"/>
              </a:cxn>
              <a:cxn ang="0">
                <a:pos x="670" y="769"/>
              </a:cxn>
              <a:cxn ang="0">
                <a:pos x="670" y="610"/>
              </a:cxn>
              <a:cxn ang="0">
                <a:pos x="546" y="515"/>
              </a:cxn>
              <a:cxn ang="0">
                <a:pos x="546" y="515"/>
              </a:cxn>
              <a:cxn ang="0">
                <a:pos x="546" y="515"/>
              </a:cxn>
            </a:cxnLst>
            <a:rect l="0" t="0" r="r" b="b"/>
            <a:pathLst>
              <a:path w="670" h="769">
                <a:moveTo>
                  <a:pt x="546" y="515"/>
                </a:moveTo>
                <a:cubicBezTo>
                  <a:pt x="449" y="480"/>
                  <a:pt x="418" y="498"/>
                  <a:pt x="418" y="435"/>
                </a:cubicBezTo>
                <a:cubicBezTo>
                  <a:pt x="418" y="432"/>
                  <a:pt x="419" y="426"/>
                  <a:pt x="419" y="421"/>
                </a:cubicBezTo>
                <a:cubicBezTo>
                  <a:pt x="424" y="421"/>
                  <a:pt x="424" y="421"/>
                  <a:pt x="424" y="421"/>
                </a:cubicBezTo>
                <a:cubicBezTo>
                  <a:pt x="489" y="425"/>
                  <a:pt x="553" y="430"/>
                  <a:pt x="567" y="420"/>
                </a:cubicBezTo>
                <a:cubicBezTo>
                  <a:pt x="590" y="404"/>
                  <a:pt x="512" y="380"/>
                  <a:pt x="512" y="176"/>
                </a:cubicBezTo>
                <a:cubicBezTo>
                  <a:pt x="512" y="73"/>
                  <a:pt x="444" y="0"/>
                  <a:pt x="341" y="0"/>
                </a:cubicBezTo>
                <a:cubicBezTo>
                  <a:pt x="340" y="0"/>
                  <a:pt x="339" y="0"/>
                  <a:pt x="338" y="0"/>
                </a:cubicBezTo>
                <a:cubicBezTo>
                  <a:pt x="338" y="0"/>
                  <a:pt x="338" y="0"/>
                  <a:pt x="337" y="0"/>
                </a:cubicBezTo>
                <a:cubicBezTo>
                  <a:pt x="337" y="0"/>
                  <a:pt x="337" y="0"/>
                  <a:pt x="337" y="0"/>
                </a:cubicBezTo>
                <a:cubicBezTo>
                  <a:pt x="337" y="0"/>
                  <a:pt x="337" y="0"/>
                  <a:pt x="336" y="0"/>
                </a:cubicBezTo>
                <a:cubicBezTo>
                  <a:pt x="336" y="0"/>
                  <a:pt x="336" y="0"/>
                  <a:pt x="336" y="0"/>
                </a:cubicBezTo>
                <a:cubicBezTo>
                  <a:pt x="336" y="0"/>
                  <a:pt x="336" y="0"/>
                  <a:pt x="335" y="0"/>
                </a:cubicBezTo>
                <a:cubicBezTo>
                  <a:pt x="335" y="0"/>
                  <a:pt x="335" y="0"/>
                  <a:pt x="335" y="0"/>
                </a:cubicBezTo>
                <a:cubicBezTo>
                  <a:pt x="335" y="0"/>
                  <a:pt x="335" y="0"/>
                  <a:pt x="335" y="0"/>
                </a:cubicBezTo>
                <a:cubicBezTo>
                  <a:pt x="335" y="0"/>
                  <a:pt x="334" y="0"/>
                  <a:pt x="334" y="0"/>
                </a:cubicBezTo>
                <a:cubicBezTo>
                  <a:pt x="334" y="0"/>
                  <a:pt x="334" y="0"/>
                  <a:pt x="334" y="0"/>
                </a:cubicBezTo>
                <a:cubicBezTo>
                  <a:pt x="334" y="0"/>
                  <a:pt x="333" y="0"/>
                  <a:pt x="333" y="0"/>
                </a:cubicBezTo>
                <a:cubicBezTo>
                  <a:pt x="333" y="0"/>
                  <a:pt x="333" y="0"/>
                  <a:pt x="333" y="0"/>
                </a:cubicBezTo>
                <a:cubicBezTo>
                  <a:pt x="333" y="0"/>
                  <a:pt x="332" y="0"/>
                  <a:pt x="332" y="0"/>
                </a:cubicBezTo>
                <a:cubicBezTo>
                  <a:pt x="331" y="0"/>
                  <a:pt x="330" y="0"/>
                  <a:pt x="330" y="0"/>
                </a:cubicBezTo>
                <a:cubicBezTo>
                  <a:pt x="226" y="0"/>
                  <a:pt x="159" y="73"/>
                  <a:pt x="159" y="176"/>
                </a:cubicBezTo>
                <a:cubicBezTo>
                  <a:pt x="159" y="380"/>
                  <a:pt x="80" y="404"/>
                  <a:pt x="103" y="420"/>
                </a:cubicBezTo>
                <a:cubicBezTo>
                  <a:pt x="117" y="430"/>
                  <a:pt x="181" y="425"/>
                  <a:pt x="247" y="421"/>
                </a:cubicBezTo>
                <a:cubicBezTo>
                  <a:pt x="251" y="421"/>
                  <a:pt x="251" y="421"/>
                  <a:pt x="251" y="421"/>
                </a:cubicBezTo>
                <a:cubicBezTo>
                  <a:pt x="252" y="426"/>
                  <a:pt x="252" y="432"/>
                  <a:pt x="252" y="435"/>
                </a:cubicBezTo>
                <a:cubicBezTo>
                  <a:pt x="252" y="498"/>
                  <a:pt x="221" y="480"/>
                  <a:pt x="125" y="515"/>
                </a:cubicBezTo>
                <a:cubicBezTo>
                  <a:pt x="28" y="550"/>
                  <a:pt x="0" y="586"/>
                  <a:pt x="0" y="610"/>
                </a:cubicBezTo>
                <a:cubicBezTo>
                  <a:pt x="0" y="769"/>
                  <a:pt x="0" y="769"/>
                  <a:pt x="0" y="769"/>
                </a:cubicBezTo>
                <a:cubicBezTo>
                  <a:pt x="670" y="769"/>
                  <a:pt x="670" y="769"/>
                  <a:pt x="670" y="769"/>
                </a:cubicBezTo>
                <a:cubicBezTo>
                  <a:pt x="670" y="610"/>
                  <a:pt x="670" y="610"/>
                  <a:pt x="670" y="610"/>
                </a:cubicBezTo>
                <a:cubicBezTo>
                  <a:pt x="670" y="586"/>
                  <a:pt x="642" y="550"/>
                  <a:pt x="546" y="515"/>
                </a:cubicBezTo>
                <a:close/>
                <a:moveTo>
                  <a:pt x="546" y="515"/>
                </a:moveTo>
                <a:cubicBezTo>
                  <a:pt x="546" y="515"/>
                  <a:pt x="546" y="515"/>
                  <a:pt x="546" y="51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6"/>
          <p:cNvSpPr>
            <a:spLocks noEditPoints="1"/>
          </p:cNvSpPr>
          <p:nvPr/>
        </p:nvSpPr>
        <p:spPr bwMode="auto">
          <a:xfrm>
            <a:off x="1873222" y="2930183"/>
            <a:ext cx="673157" cy="774628"/>
          </a:xfrm>
          <a:custGeom>
            <a:avLst/>
            <a:gdLst/>
            <a:ahLst/>
            <a:cxnLst>
              <a:cxn ang="0">
                <a:pos x="546" y="515"/>
              </a:cxn>
              <a:cxn ang="0">
                <a:pos x="418" y="435"/>
              </a:cxn>
              <a:cxn ang="0">
                <a:pos x="419" y="421"/>
              </a:cxn>
              <a:cxn ang="0">
                <a:pos x="424" y="421"/>
              </a:cxn>
              <a:cxn ang="0">
                <a:pos x="567" y="420"/>
              </a:cxn>
              <a:cxn ang="0">
                <a:pos x="512" y="176"/>
              </a:cxn>
              <a:cxn ang="0">
                <a:pos x="341" y="0"/>
              </a:cxn>
              <a:cxn ang="0">
                <a:pos x="338" y="0"/>
              </a:cxn>
              <a:cxn ang="0">
                <a:pos x="337" y="0"/>
              </a:cxn>
              <a:cxn ang="0">
                <a:pos x="337" y="0"/>
              </a:cxn>
              <a:cxn ang="0">
                <a:pos x="336" y="0"/>
              </a:cxn>
              <a:cxn ang="0">
                <a:pos x="336" y="0"/>
              </a:cxn>
              <a:cxn ang="0">
                <a:pos x="335" y="0"/>
              </a:cxn>
              <a:cxn ang="0">
                <a:pos x="335" y="0"/>
              </a:cxn>
              <a:cxn ang="0">
                <a:pos x="335" y="0"/>
              </a:cxn>
              <a:cxn ang="0">
                <a:pos x="334" y="0"/>
              </a:cxn>
              <a:cxn ang="0">
                <a:pos x="334" y="0"/>
              </a:cxn>
              <a:cxn ang="0">
                <a:pos x="333" y="0"/>
              </a:cxn>
              <a:cxn ang="0">
                <a:pos x="333" y="0"/>
              </a:cxn>
              <a:cxn ang="0">
                <a:pos x="332" y="0"/>
              </a:cxn>
              <a:cxn ang="0">
                <a:pos x="330" y="0"/>
              </a:cxn>
              <a:cxn ang="0">
                <a:pos x="159" y="176"/>
              </a:cxn>
              <a:cxn ang="0">
                <a:pos x="103" y="420"/>
              </a:cxn>
              <a:cxn ang="0">
                <a:pos x="247" y="421"/>
              </a:cxn>
              <a:cxn ang="0">
                <a:pos x="251" y="421"/>
              </a:cxn>
              <a:cxn ang="0">
                <a:pos x="252" y="435"/>
              </a:cxn>
              <a:cxn ang="0">
                <a:pos x="125" y="515"/>
              </a:cxn>
              <a:cxn ang="0">
                <a:pos x="0" y="610"/>
              </a:cxn>
              <a:cxn ang="0">
                <a:pos x="0" y="769"/>
              </a:cxn>
              <a:cxn ang="0">
                <a:pos x="670" y="769"/>
              </a:cxn>
              <a:cxn ang="0">
                <a:pos x="670" y="610"/>
              </a:cxn>
              <a:cxn ang="0">
                <a:pos x="546" y="515"/>
              </a:cxn>
              <a:cxn ang="0">
                <a:pos x="546" y="515"/>
              </a:cxn>
              <a:cxn ang="0">
                <a:pos x="546" y="515"/>
              </a:cxn>
            </a:cxnLst>
            <a:rect l="0" t="0" r="r" b="b"/>
            <a:pathLst>
              <a:path w="670" h="769">
                <a:moveTo>
                  <a:pt x="546" y="515"/>
                </a:moveTo>
                <a:cubicBezTo>
                  <a:pt x="449" y="480"/>
                  <a:pt x="418" y="498"/>
                  <a:pt x="418" y="435"/>
                </a:cubicBezTo>
                <a:cubicBezTo>
                  <a:pt x="418" y="432"/>
                  <a:pt x="419" y="426"/>
                  <a:pt x="419" y="421"/>
                </a:cubicBezTo>
                <a:cubicBezTo>
                  <a:pt x="424" y="421"/>
                  <a:pt x="424" y="421"/>
                  <a:pt x="424" y="421"/>
                </a:cubicBezTo>
                <a:cubicBezTo>
                  <a:pt x="489" y="425"/>
                  <a:pt x="553" y="430"/>
                  <a:pt x="567" y="420"/>
                </a:cubicBezTo>
                <a:cubicBezTo>
                  <a:pt x="590" y="404"/>
                  <a:pt x="512" y="380"/>
                  <a:pt x="512" y="176"/>
                </a:cubicBezTo>
                <a:cubicBezTo>
                  <a:pt x="512" y="73"/>
                  <a:pt x="444" y="0"/>
                  <a:pt x="341" y="0"/>
                </a:cubicBezTo>
                <a:cubicBezTo>
                  <a:pt x="340" y="0"/>
                  <a:pt x="339" y="0"/>
                  <a:pt x="338" y="0"/>
                </a:cubicBezTo>
                <a:cubicBezTo>
                  <a:pt x="338" y="0"/>
                  <a:pt x="338" y="0"/>
                  <a:pt x="337" y="0"/>
                </a:cubicBezTo>
                <a:cubicBezTo>
                  <a:pt x="337" y="0"/>
                  <a:pt x="337" y="0"/>
                  <a:pt x="337" y="0"/>
                </a:cubicBezTo>
                <a:cubicBezTo>
                  <a:pt x="337" y="0"/>
                  <a:pt x="337" y="0"/>
                  <a:pt x="336" y="0"/>
                </a:cubicBezTo>
                <a:cubicBezTo>
                  <a:pt x="336" y="0"/>
                  <a:pt x="336" y="0"/>
                  <a:pt x="336" y="0"/>
                </a:cubicBezTo>
                <a:cubicBezTo>
                  <a:pt x="336" y="0"/>
                  <a:pt x="336" y="0"/>
                  <a:pt x="335" y="0"/>
                </a:cubicBezTo>
                <a:cubicBezTo>
                  <a:pt x="335" y="0"/>
                  <a:pt x="335" y="0"/>
                  <a:pt x="335" y="0"/>
                </a:cubicBezTo>
                <a:cubicBezTo>
                  <a:pt x="335" y="0"/>
                  <a:pt x="335" y="0"/>
                  <a:pt x="335" y="0"/>
                </a:cubicBezTo>
                <a:cubicBezTo>
                  <a:pt x="335" y="0"/>
                  <a:pt x="334" y="0"/>
                  <a:pt x="334" y="0"/>
                </a:cubicBezTo>
                <a:cubicBezTo>
                  <a:pt x="334" y="0"/>
                  <a:pt x="334" y="0"/>
                  <a:pt x="334" y="0"/>
                </a:cubicBezTo>
                <a:cubicBezTo>
                  <a:pt x="334" y="0"/>
                  <a:pt x="333" y="0"/>
                  <a:pt x="333" y="0"/>
                </a:cubicBezTo>
                <a:cubicBezTo>
                  <a:pt x="333" y="0"/>
                  <a:pt x="333" y="0"/>
                  <a:pt x="333" y="0"/>
                </a:cubicBezTo>
                <a:cubicBezTo>
                  <a:pt x="333" y="0"/>
                  <a:pt x="332" y="0"/>
                  <a:pt x="332" y="0"/>
                </a:cubicBezTo>
                <a:cubicBezTo>
                  <a:pt x="331" y="0"/>
                  <a:pt x="330" y="0"/>
                  <a:pt x="330" y="0"/>
                </a:cubicBezTo>
                <a:cubicBezTo>
                  <a:pt x="226" y="0"/>
                  <a:pt x="159" y="73"/>
                  <a:pt x="159" y="176"/>
                </a:cubicBezTo>
                <a:cubicBezTo>
                  <a:pt x="159" y="380"/>
                  <a:pt x="80" y="404"/>
                  <a:pt x="103" y="420"/>
                </a:cubicBezTo>
                <a:cubicBezTo>
                  <a:pt x="117" y="430"/>
                  <a:pt x="181" y="425"/>
                  <a:pt x="247" y="421"/>
                </a:cubicBezTo>
                <a:cubicBezTo>
                  <a:pt x="251" y="421"/>
                  <a:pt x="251" y="421"/>
                  <a:pt x="251" y="421"/>
                </a:cubicBezTo>
                <a:cubicBezTo>
                  <a:pt x="252" y="426"/>
                  <a:pt x="252" y="432"/>
                  <a:pt x="252" y="435"/>
                </a:cubicBezTo>
                <a:cubicBezTo>
                  <a:pt x="252" y="498"/>
                  <a:pt x="221" y="480"/>
                  <a:pt x="125" y="515"/>
                </a:cubicBezTo>
                <a:cubicBezTo>
                  <a:pt x="28" y="550"/>
                  <a:pt x="0" y="586"/>
                  <a:pt x="0" y="610"/>
                </a:cubicBezTo>
                <a:cubicBezTo>
                  <a:pt x="0" y="769"/>
                  <a:pt x="0" y="769"/>
                  <a:pt x="0" y="769"/>
                </a:cubicBezTo>
                <a:cubicBezTo>
                  <a:pt x="670" y="769"/>
                  <a:pt x="670" y="769"/>
                  <a:pt x="670" y="769"/>
                </a:cubicBezTo>
                <a:cubicBezTo>
                  <a:pt x="670" y="610"/>
                  <a:pt x="670" y="610"/>
                  <a:pt x="670" y="610"/>
                </a:cubicBezTo>
                <a:cubicBezTo>
                  <a:pt x="670" y="586"/>
                  <a:pt x="642" y="550"/>
                  <a:pt x="546" y="515"/>
                </a:cubicBezTo>
                <a:close/>
                <a:moveTo>
                  <a:pt x="546" y="515"/>
                </a:moveTo>
                <a:cubicBezTo>
                  <a:pt x="546" y="515"/>
                  <a:pt x="546" y="515"/>
                  <a:pt x="546" y="51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5"/>
          <p:cNvSpPr>
            <a:spLocks noEditPoints="1"/>
          </p:cNvSpPr>
          <p:nvPr/>
        </p:nvSpPr>
        <p:spPr bwMode="auto">
          <a:xfrm>
            <a:off x="4146579" y="2250400"/>
            <a:ext cx="1447800" cy="1454411"/>
          </a:xfrm>
          <a:custGeom>
            <a:avLst/>
            <a:gdLst/>
            <a:ahLst/>
            <a:cxnLst>
              <a:cxn ang="0">
                <a:pos x="705" y="598"/>
              </a:cxn>
              <a:cxn ang="0">
                <a:pos x="650" y="598"/>
              </a:cxn>
              <a:cxn ang="0">
                <a:pos x="542" y="490"/>
              </a:cxn>
              <a:cxn ang="0">
                <a:pos x="542" y="455"/>
              </a:cxn>
              <a:cxn ang="0">
                <a:pos x="594" y="357"/>
              </a:cxn>
              <a:cxn ang="0">
                <a:pos x="605" y="344"/>
              </a:cxn>
              <a:cxn ang="0">
                <a:pos x="614" y="263"/>
              </a:cxn>
              <a:cxn ang="0">
                <a:pos x="608" y="252"/>
              </a:cxn>
              <a:cxn ang="0">
                <a:pos x="608" y="156"/>
              </a:cxn>
              <a:cxn ang="0">
                <a:pos x="569" y="50"/>
              </a:cxn>
              <a:cxn ang="0">
                <a:pos x="487" y="7"/>
              </a:cxn>
              <a:cxn ang="0">
                <a:pos x="369" y="10"/>
              </a:cxn>
              <a:cxn ang="0">
                <a:pos x="285" y="67"/>
              </a:cxn>
              <a:cxn ang="0">
                <a:pos x="259" y="153"/>
              </a:cxn>
              <a:cxn ang="0">
                <a:pos x="259" y="250"/>
              </a:cxn>
              <a:cxn ang="0">
                <a:pos x="252" y="266"/>
              </a:cxn>
              <a:cxn ang="0">
                <a:pos x="267" y="348"/>
              </a:cxn>
              <a:cxn ang="0">
                <a:pos x="276" y="366"/>
              </a:cxn>
              <a:cxn ang="0">
                <a:pos x="325" y="454"/>
              </a:cxn>
              <a:cxn ang="0">
                <a:pos x="325" y="490"/>
              </a:cxn>
              <a:cxn ang="0">
                <a:pos x="217" y="598"/>
              </a:cxn>
              <a:cxn ang="0">
                <a:pos x="163" y="598"/>
              </a:cxn>
              <a:cxn ang="0">
                <a:pos x="0" y="761"/>
              </a:cxn>
              <a:cxn ang="0">
                <a:pos x="0" y="815"/>
              </a:cxn>
              <a:cxn ang="0">
                <a:pos x="54" y="869"/>
              </a:cxn>
              <a:cxn ang="0">
                <a:pos x="813" y="869"/>
              </a:cxn>
              <a:cxn ang="0">
                <a:pos x="867" y="815"/>
              </a:cxn>
              <a:cxn ang="0">
                <a:pos x="867" y="761"/>
              </a:cxn>
              <a:cxn ang="0">
                <a:pos x="705" y="598"/>
              </a:cxn>
              <a:cxn ang="0">
                <a:pos x="705" y="598"/>
              </a:cxn>
              <a:cxn ang="0">
                <a:pos x="705" y="598"/>
              </a:cxn>
            </a:cxnLst>
            <a:rect l="0" t="0" r="r" b="b"/>
            <a:pathLst>
              <a:path w="867" h="869">
                <a:moveTo>
                  <a:pt x="705" y="598"/>
                </a:moveTo>
                <a:cubicBezTo>
                  <a:pt x="650" y="598"/>
                  <a:pt x="650" y="598"/>
                  <a:pt x="650" y="598"/>
                </a:cubicBezTo>
                <a:cubicBezTo>
                  <a:pt x="591" y="598"/>
                  <a:pt x="542" y="550"/>
                  <a:pt x="542" y="490"/>
                </a:cubicBezTo>
                <a:cubicBezTo>
                  <a:pt x="542" y="455"/>
                  <a:pt x="542" y="455"/>
                  <a:pt x="542" y="455"/>
                </a:cubicBezTo>
                <a:cubicBezTo>
                  <a:pt x="566" y="426"/>
                  <a:pt x="583" y="393"/>
                  <a:pt x="594" y="357"/>
                </a:cubicBezTo>
                <a:cubicBezTo>
                  <a:pt x="595" y="351"/>
                  <a:pt x="601" y="348"/>
                  <a:pt x="605" y="344"/>
                </a:cubicBezTo>
                <a:cubicBezTo>
                  <a:pt x="625" y="323"/>
                  <a:pt x="629" y="288"/>
                  <a:pt x="614" y="263"/>
                </a:cubicBezTo>
                <a:cubicBezTo>
                  <a:pt x="612" y="260"/>
                  <a:pt x="608" y="256"/>
                  <a:pt x="608" y="252"/>
                </a:cubicBezTo>
                <a:cubicBezTo>
                  <a:pt x="608" y="220"/>
                  <a:pt x="608" y="188"/>
                  <a:pt x="608" y="156"/>
                </a:cubicBezTo>
                <a:cubicBezTo>
                  <a:pt x="607" y="118"/>
                  <a:pt x="596" y="78"/>
                  <a:pt x="569" y="50"/>
                </a:cubicBezTo>
                <a:cubicBezTo>
                  <a:pt x="548" y="27"/>
                  <a:pt x="518" y="13"/>
                  <a:pt x="487" y="7"/>
                </a:cubicBezTo>
                <a:cubicBezTo>
                  <a:pt x="448" y="0"/>
                  <a:pt x="408" y="0"/>
                  <a:pt x="369" y="10"/>
                </a:cubicBezTo>
                <a:cubicBezTo>
                  <a:pt x="336" y="18"/>
                  <a:pt x="304" y="38"/>
                  <a:pt x="285" y="67"/>
                </a:cubicBezTo>
                <a:cubicBezTo>
                  <a:pt x="268" y="92"/>
                  <a:pt x="260" y="123"/>
                  <a:pt x="259" y="153"/>
                </a:cubicBezTo>
                <a:cubicBezTo>
                  <a:pt x="259" y="185"/>
                  <a:pt x="259" y="217"/>
                  <a:pt x="259" y="250"/>
                </a:cubicBezTo>
                <a:cubicBezTo>
                  <a:pt x="260" y="256"/>
                  <a:pt x="254" y="261"/>
                  <a:pt x="252" y="266"/>
                </a:cubicBezTo>
                <a:cubicBezTo>
                  <a:pt x="237" y="293"/>
                  <a:pt x="244" y="329"/>
                  <a:pt x="267" y="348"/>
                </a:cubicBezTo>
                <a:cubicBezTo>
                  <a:pt x="273" y="352"/>
                  <a:pt x="274" y="360"/>
                  <a:pt x="276" y="366"/>
                </a:cubicBezTo>
                <a:cubicBezTo>
                  <a:pt x="287" y="398"/>
                  <a:pt x="304" y="428"/>
                  <a:pt x="325" y="454"/>
                </a:cubicBezTo>
                <a:cubicBezTo>
                  <a:pt x="325" y="490"/>
                  <a:pt x="325" y="490"/>
                  <a:pt x="325" y="490"/>
                </a:cubicBezTo>
                <a:cubicBezTo>
                  <a:pt x="325" y="550"/>
                  <a:pt x="277" y="598"/>
                  <a:pt x="217" y="598"/>
                </a:cubicBezTo>
                <a:cubicBezTo>
                  <a:pt x="163" y="598"/>
                  <a:pt x="163" y="598"/>
                  <a:pt x="163" y="598"/>
                </a:cubicBezTo>
                <a:cubicBezTo>
                  <a:pt x="163" y="598"/>
                  <a:pt x="64" y="625"/>
                  <a:pt x="0" y="761"/>
                </a:cubicBezTo>
                <a:cubicBezTo>
                  <a:pt x="0" y="815"/>
                  <a:pt x="0" y="815"/>
                  <a:pt x="0" y="815"/>
                </a:cubicBezTo>
                <a:cubicBezTo>
                  <a:pt x="0" y="845"/>
                  <a:pt x="24" y="869"/>
                  <a:pt x="54" y="869"/>
                </a:cubicBezTo>
                <a:cubicBezTo>
                  <a:pt x="813" y="869"/>
                  <a:pt x="813" y="869"/>
                  <a:pt x="813" y="869"/>
                </a:cubicBezTo>
                <a:cubicBezTo>
                  <a:pt x="843" y="869"/>
                  <a:pt x="867" y="845"/>
                  <a:pt x="867" y="815"/>
                </a:cubicBezTo>
                <a:cubicBezTo>
                  <a:pt x="867" y="761"/>
                  <a:pt x="867" y="761"/>
                  <a:pt x="867" y="761"/>
                </a:cubicBezTo>
                <a:cubicBezTo>
                  <a:pt x="803" y="625"/>
                  <a:pt x="705" y="598"/>
                  <a:pt x="705" y="598"/>
                </a:cubicBezTo>
                <a:close/>
                <a:moveTo>
                  <a:pt x="705" y="598"/>
                </a:moveTo>
                <a:cubicBezTo>
                  <a:pt x="705" y="598"/>
                  <a:pt x="705" y="598"/>
                  <a:pt x="705" y="598"/>
                </a:cubicBezTo>
              </a:path>
            </a:pathLst>
          </a:custGeom>
          <a:solidFill>
            <a:schemeClr val="tx1">
              <a:lumMod val="50000"/>
              <a:lumOff val="50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5"/>
          <p:cNvSpPr>
            <a:spLocks noEditPoints="1"/>
          </p:cNvSpPr>
          <p:nvPr/>
        </p:nvSpPr>
        <p:spPr bwMode="auto">
          <a:xfrm>
            <a:off x="6203979" y="2667125"/>
            <a:ext cx="1032969" cy="1037686"/>
          </a:xfrm>
          <a:custGeom>
            <a:avLst/>
            <a:gdLst/>
            <a:ahLst/>
            <a:cxnLst>
              <a:cxn ang="0">
                <a:pos x="705" y="598"/>
              </a:cxn>
              <a:cxn ang="0">
                <a:pos x="650" y="598"/>
              </a:cxn>
              <a:cxn ang="0">
                <a:pos x="542" y="490"/>
              </a:cxn>
              <a:cxn ang="0">
                <a:pos x="542" y="455"/>
              </a:cxn>
              <a:cxn ang="0">
                <a:pos x="594" y="357"/>
              </a:cxn>
              <a:cxn ang="0">
                <a:pos x="605" y="344"/>
              </a:cxn>
              <a:cxn ang="0">
                <a:pos x="614" y="263"/>
              </a:cxn>
              <a:cxn ang="0">
                <a:pos x="608" y="252"/>
              </a:cxn>
              <a:cxn ang="0">
                <a:pos x="608" y="156"/>
              </a:cxn>
              <a:cxn ang="0">
                <a:pos x="569" y="50"/>
              </a:cxn>
              <a:cxn ang="0">
                <a:pos x="487" y="7"/>
              </a:cxn>
              <a:cxn ang="0">
                <a:pos x="369" y="10"/>
              </a:cxn>
              <a:cxn ang="0">
                <a:pos x="285" y="67"/>
              </a:cxn>
              <a:cxn ang="0">
                <a:pos x="259" y="153"/>
              </a:cxn>
              <a:cxn ang="0">
                <a:pos x="259" y="250"/>
              </a:cxn>
              <a:cxn ang="0">
                <a:pos x="252" y="266"/>
              </a:cxn>
              <a:cxn ang="0">
                <a:pos x="267" y="348"/>
              </a:cxn>
              <a:cxn ang="0">
                <a:pos x="276" y="366"/>
              </a:cxn>
              <a:cxn ang="0">
                <a:pos x="325" y="454"/>
              </a:cxn>
              <a:cxn ang="0">
                <a:pos x="325" y="490"/>
              </a:cxn>
              <a:cxn ang="0">
                <a:pos x="217" y="598"/>
              </a:cxn>
              <a:cxn ang="0">
                <a:pos x="163" y="598"/>
              </a:cxn>
              <a:cxn ang="0">
                <a:pos x="0" y="761"/>
              </a:cxn>
              <a:cxn ang="0">
                <a:pos x="0" y="815"/>
              </a:cxn>
              <a:cxn ang="0">
                <a:pos x="54" y="869"/>
              </a:cxn>
              <a:cxn ang="0">
                <a:pos x="813" y="869"/>
              </a:cxn>
              <a:cxn ang="0">
                <a:pos x="867" y="815"/>
              </a:cxn>
              <a:cxn ang="0">
                <a:pos x="867" y="761"/>
              </a:cxn>
              <a:cxn ang="0">
                <a:pos x="705" y="598"/>
              </a:cxn>
              <a:cxn ang="0">
                <a:pos x="705" y="598"/>
              </a:cxn>
              <a:cxn ang="0">
                <a:pos x="705" y="598"/>
              </a:cxn>
            </a:cxnLst>
            <a:rect l="0" t="0" r="r" b="b"/>
            <a:pathLst>
              <a:path w="867" h="869">
                <a:moveTo>
                  <a:pt x="705" y="598"/>
                </a:moveTo>
                <a:cubicBezTo>
                  <a:pt x="650" y="598"/>
                  <a:pt x="650" y="598"/>
                  <a:pt x="650" y="598"/>
                </a:cubicBezTo>
                <a:cubicBezTo>
                  <a:pt x="591" y="598"/>
                  <a:pt x="542" y="550"/>
                  <a:pt x="542" y="490"/>
                </a:cubicBezTo>
                <a:cubicBezTo>
                  <a:pt x="542" y="455"/>
                  <a:pt x="542" y="455"/>
                  <a:pt x="542" y="455"/>
                </a:cubicBezTo>
                <a:cubicBezTo>
                  <a:pt x="566" y="426"/>
                  <a:pt x="583" y="393"/>
                  <a:pt x="594" y="357"/>
                </a:cubicBezTo>
                <a:cubicBezTo>
                  <a:pt x="595" y="351"/>
                  <a:pt x="601" y="348"/>
                  <a:pt x="605" y="344"/>
                </a:cubicBezTo>
                <a:cubicBezTo>
                  <a:pt x="625" y="323"/>
                  <a:pt x="629" y="288"/>
                  <a:pt x="614" y="263"/>
                </a:cubicBezTo>
                <a:cubicBezTo>
                  <a:pt x="612" y="260"/>
                  <a:pt x="608" y="256"/>
                  <a:pt x="608" y="252"/>
                </a:cubicBezTo>
                <a:cubicBezTo>
                  <a:pt x="608" y="220"/>
                  <a:pt x="608" y="188"/>
                  <a:pt x="608" y="156"/>
                </a:cubicBezTo>
                <a:cubicBezTo>
                  <a:pt x="607" y="118"/>
                  <a:pt x="596" y="78"/>
                  <a:pt x="569" y="50"/>
                </a:cubicBezTo>
                <a:cubicBezTo>
                  <a:pt x="548" y="27"/>
                  <a:pt x="518" y="13"/>
                  <a:pt x="487" y="7"/>
                </a:cubicBezTo>
                <a:cubicBezTo>
                  <a:pt x="448" y="0"/>
                  <a:pt x="408" y="0"/>
                  <a:pt x="369" y="10"/>
                </a:cubicBezTo>
                <a:cubicBezTo>
                  <a:pt x="336" y="18"/>
                  <a:pt x="304" y="38"/>
                  <a:pt x="285" y="67"/>
                </a:cubicBezTo>
                <a:cubicBezTo>
                  <a:pt x="268" y="92"/>
                  <a:pt x="260" y="123"/>
                  <a:pt x="259" y="153"/>
                </a:cubicBezTo>
                <a:cubicBezTo>
                  <a:pt x="259" y="185"/>
                  <a:pt x="259" y="217"/>
                  <a:pt x="259" y="250"/>
                </a:cubicBezTo>
                <a:cubicBezTo>
                  <a:pt x="260" y="256"/>
                  <a:pt x="254" y="261"/>
                  <a:pt x="252" y="266"/>
                </a:cubicBezTo>
                <a:cubicBezTo>
                  <a:pt x="237" y="293"/>
                  <a:pt x="244" y="329"/>
                  <a:pt x="267" y="348"/>
                </a:cubicBezTo>
                <a:cubicBezTo>
                  <a:pt x="273" y="352"/>
                  <a:pt x="274" y="360"/>
                  <a:pt x="276" y="366"/>
                </a:cubicBezTo>
                <a:cubicBezTo>
                  <a:pt x="287" y="398"/>
                  <a:pt x="304" y="428"/>
                  <a:pt x="325" y="454"/>
                </a:cubicBezTo>
                <a:cubicBezTo>
                  <a:pt x="325" y="490"/>
                  <a:pt x="325" y="490"/>
                  <a:pt x="325" y="490"/>
                </a:cubicBezTo>
                <a:cubicBezTo>
                  <a:pt x="325" y="550"/>
                  <a:pt x="277" y="598"/>
                  <a:pt x="217" y="598"/>
                </a:cubicBezTo>
                <a:cubicBezTo>
                  <a:pt x="163" y="598"/>
                  <a:pt x="163" y="598"/>
                  <a:pt x="163" y="598"/>
                </a:cubicBezTo>
                <a:cubicBezTo>
                  <a:pt x="163" y="598"/>
                  <a:pt x="64" y="625"/>
                  <a:pt x="0" y="761"/>
                </a:cubicBezTo>
                <a:cubicBezTo>
                  <a:pt x="0" y="815"/>
                  <a:pt x="0" y="815"/>
                  <a:pt x="0" y="815"/>
                </a:cubicBezTo>
                <a:cubicBezTo>
                  <a:pt x="0" y="845"/>
                  <a:pt x="24" y="869"/>
                  <a:pt x="54" y="869"/>
                </a:cubicBezTo>
                <a:cubicBezTo>
                  <a:pt x="813" y="869"/>
                  <a:pt x="813" y="869"/>
                  <a:pt x="813" y="869"/>
                </a:cubicBezTo>
                <a:cubicBezTo>
                  <a:pt x="843" y="869"/>
                  <a:pt x="867" y="845"/>
                  <a:pt x="867" y="815"/>
                </a:cubicBezTo>
                <a:cubicBezTo>
                  <a:pt x="867" y="761"/>
                  <a:pt x="867" y="761"/>
                  <a:pt x="867" y="761"/>
                </a:cubicBezTo>
                <a:cubicBezTo>
                  <a:pt x="803" y="625"/>
                  <a:pt x="705" y="598"/>
                  <a:pt x="705" y="598"/>
                </a:cubicBezTo>
                <a:close/>
                <a:moveTo>
                  <a:pt x="705" y="598"/>
                </a:moveTo>
                <a:cubicBezTo>
                  <a:pt x="705" y="598"/>
                  <a:pt x="705" y="598"/>
                  <a:pt x="705" y="598"/>
                </a:cubicBezTo>
              </a:path>
            </a:pathLst>
          </a:custGeom>
          <a:solidFill>
            <a:schemeClr val="tx1">
              <a:lumMod val="50000"/>
              <a:lumOff val="50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30"/>
          <p:cNvGrpSpPr/>
          <p:nvPr/>
        </p:nvGrpSpPr>
        <p:grpSpPr>
          <a:xfrm rot="18850492">
            <a:off x="1200536" y="1314988"/>
            <a:ext cx="1567888" cy="1803210"/>
            <a:chOff x="2030935" y="1360587"/>
            <a:chExt cx="641350" cy="737609"/>
          </a:xfrm>
        </p:grpSpPr>
        <p:sp>
          <p:nvSpPr>
            <p:cNvPr id="28" name="Oval 24"/>
            <p:cNvSpPr>
              <a:spLocks noChangeArrowheads="1"/>
            </p:cNvSpPr>
            <p:nvPr/>
          </p:nvSpPr>
          <p:spPr bwMode="auto">
            <a:xfrm>
              <a:off x="2030935" y="1360587"/>
              <a:ext cx="641350" cy="642716"/>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5"/>
            <p:cNvSpPr>
              <a:spLocks/>
            </p:cNvSpPr>
            <p:nvPr/>
          </p:nvSpPr>
          <p:spPr bwMode="auto">
            <a:xfrm rot="20590069">
              <a:off x="2253900" y="1945038"/>
              <a:ext cx="165466" cy="153158"/>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4"/>
          <p:cNvGrpSpPr/>
          <p:nvPr/>
        </p:nvGrpSpPr>
        <p:grpSpPr>
          <a:xfrm rot="20591516" flipH="1">
            <a:off x="2756482" y="1025865"/>
            <a:ext cx="1292224" cy="1486172"/>
            <a:chOff x="2030935" y="1360587"/>
            <a:chExt cx="641350" cy="737609"/>
          </a:xfrm>
          <a:solidFill>
            <a:schemeClr val="accent2"/>
          </a:solidFill>
        </p:grpSpPr>
        <p:sp>
          <p:nvSpPr>
            <p:cNvPr id="36" name="Oval 24"/>
            <p:cNvSpPr>
              <a:spLocks noChangeArrowheads="1"/>
            </p:cNvSpPr>
            <p:nvPr/>
          </p:nvSpPr>
          <p:spPr bwMode="auto">
            <a:xfrm>
              <a:off x="2030935" y="1360587"/>
              <a:ext cx="641350" cy="642716"/>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5"/>
            <p:cNvSpPr>
              <a:spLocks/>
            </p:cNvSpPr>
            <p:nvPr/>
          </p:nvSpPr>
          <p:spPr bwMode="auto">
            <a:xfrm rot="20590069">
              <a:off x="2253900" y="1945038"/>
              <a:ext cx="165466" cy="153158"/>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7"/>
          <p:cNvGrpSpPr/>
          <p:nvPr/>
        </p:nvGrpSpPr>
        <p:grpSpPr>
          <a:xfrm rot="1223415" flipH="1">
            <a:off x="4868271" y="1286467"/>
            <a:ext cx="902538" cy="1037998"/>
            <a:chOff x="2030935" y="1360587"/>
            <a:chExt cx="641350" cy="737609"/>
          </a:xfrm>
          <a:solidFill>
            <a:schemeClr val="accent3"/>
          </a:solidFill>
        </p:grpSpPr>
        <p:sp>
          <p:nvSpPr>
            <p:cNvPr id="39" name="Oval 24"/>
            <p:cNvSpPr>
              <a:spLocks noChangeArrowheads="1"/>
            </p:cNvSpPr>
            <p:nvPr/>
          </p:nvSpPr>
          <p:spPr bwMode="auto">
            <a:xfrm>
              <a:off x="2030935" y="1360587"/>
              <a:ext cx="641350" cy="642716"/>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25"/>
            <p:cNvSpPr>
              <a:spLocks/>
            </p:cNvSpPr>
            <p:nvPr/>
          </p:nvSpPr>
          <p:spPr bwMode="auto">
            <a:xfrm rot="20590069">
              <a:off x="2253900" y="1945038"/>
              <a:ext cx="165466" cy="153158"/>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40"/>
          <p:cNvGrpSpPr/>
          <p:nvPr/>
        </p:nvGrpSpPr>
        <p:grpSpPr>
          <a:xfrm rot="2333069" flipH="1">
            <a:off x="6800305" y="1749098"/>
            <a:ext cx="1292224" cy="1486172"/>
            <a:chOff x="2030935" y="1360587"/>
            <a:chExt cx="641350" cy="737609"/>
          </a:xfrm>
          <a:solidFill>
            <a:schemeClr val="accent5"/>
          </a:solidFill>
        </p:grpSpPr>
        <p:sp>
          <p:nvSpPr>
            <p:cNvPr id="42" name="Oval 24"/>
            <p:cNvSpPr>
              <a:spLocks noChangeArrowheads="1"/>
            </p:cNvSpPr>
            <p:nvPr/>
          </p:nvSpPr>
          <p:spPr bwMode="auto">
            <a:xfrm>
              <a:off x="2030935" y="1360587"/>
              <a:ext cx="641350" cy="642716"/>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25"/>
            <p:cNvSpPr>
              <a:spLocks/>
            </p:cNvSpPr>
            <p:nvPr/>
          </p:nvSpPr>
          <p:spPr bwMode="auto">
            <a:xfrm rot="20590069">
              <a:off x="2253900" y="1945038"/>
              <a:ext cx="165466" cy="153158"/>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43"/>
          <p:cNvGrpSpPr/>
          <p:nvPr/>
        </p:nvGrpSpPr>
        <p:grpSpPr>
          <a:xfrm rot="1845968" flipH="1">
            <a:off x="6039723" y="1798581"/>
            <a:ext cx="785710" cy="903636"/>
            <a:chOff x="2030935" y="1360587"/>
            <a:chExt cx="641350" cy="737609"/>
          </a:xfrm>
          <a:solidFill>
            <a:schemeClr val="accent4"/>
          </a:solidFill>
        </p:grpSpPr>
        <p:sp>
          <p:nvSpPr>
            <p:cNvPr id="45" name="Oval 24"/>
            <p:cNvSpPr>
              <a:spLocks noChangeArrowheads="1"/>
            </p:cNvSpPr>
            <p:nvPr/>
          </p:nvSpPr>
          <p:spPr bwMode="auto">
            <a:xfrm>
              <a:off x="2030935" y="1360587"/>
              <a:ext cx="641350" cy="642716"/>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25"/>
            <p:cNvSpPr>
              <a:spLocks/>
            </p:cNvSpPr>
            <p:nvPr/>
          </p:nvSpPr>
          <p:spPr bwMode="auto">
            <a:xfrm rot="20590069">
              <a:off x="2253900" y="1945038"/>
              <a:ext cx="165466" cy="153158"/>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25"/>
          <p:cNvGrpSpPr/>
          <p:nvPr/>
        </p:nvGrpSpPr>
        <p:grpSpPr>
          <a:xfrm>
            <a:off x="733994" y="3917171"/>
            <a:ext cx="1349152" cy="702040"/>
            <a:chOff x="764014" y="1593667"/>
            <a:chExt cx="1408928" cy="702040"/>
          </a:xfrm>
        </p:grpSpPr>
        <p:sp>
          <p:nvSpPr>
            <p:cNvPr id="48"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49"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3" name="Group 25"/>
          <p:cNvGrpSpPr/>
          <p:nvPr/>
        </p:nvGrpSpPr>
        <p:grpSpPr>
          <a:xfrm>
            <a:off x="2301253" y="3917171"/>
            <a:ext cx="1349152" cy="702040"/>
            <a:chOff x="764014" y="1593667"/>
            <a:chExt cx="1408928" cy="702040"/>
          </a:xfrm>
        </p:grpSpPr>
        <p:sp>
          <p:nvSpPr>
            <p:cNvPr id="51"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52"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5" name="Group 25"/>
          <p:cNvGrpSpPr/>
          <p:nvPr/>
        </p:nvGrpSpPr>
        <p:grpSpPr>
          <a:xfrm>
            <a:off x="3868512" y="3917171"/>
            <a:ext cx="1349152" cy="702040"/>
            <a:chOff x="764014" y="1593667"/>
            <a:chExt cx="1408928" cy="702040"/>
          </a:xfrm>
        </p:grpSpPr>
        <p:sp>
          <p:nvSpPr>
            <p:cNvPr id="54"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55"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6" name="Group 25"/>
          <p:cNvGrpSpPr/>
          <p:nvPr/>
        </p:nvGrpSpPr>
        <p:grpSpPr>
          <a:xfrm>
            <a:off x="5435771" y="3917171"/>
            <a:ext cx="1349152" cy="702040"/>
            <a:chOff x="764014" y="1593667"/>
            <a:chExt cx="1408928" cy="702040"/>
          </a:xfrm>
        </p:grpSpPr>
        <p:sp>
          <p:nvSpPr>
            <p:cNvPr id="57"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58"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7" name="Group 25"/>
          <p:cNvGrpSpPr/>
          <p:nvPr/>
        </p:nvGrpSpPr>
        <p:grpSpPr>
          <a:xfrm>
            <a:off x="7003031" y="3917171"/>
            <a:ext cx="1349152" cy="702040"/>
            <a:chOff x="764014" y="1593667"/>
            <a:chExt cx="1408928" cy="702040"/>
          </a:xfrm>
        </p:grpSpPr>
        <p:sp>
          <p:nvSpPr>
            <p:cNvPr id="60"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61"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
        <p:nvSpPr>
          <p:cNvPr id="62" name="Rectangle 61"/>
          <p:cNvSpPr/>
          <p:nvPr/>
        </p:nvSpPr>
        <p:spPr>
          <a:xfrm>
            <a:off x="1514740" y="1869384"/>
            <a:ext cx="764633" cy="553998"/>
          </a:xfrm>
          <a:prstGeom prst="rect">
            <a:avLst/>
          </a:prstGeom>
        </p:spPr>
        <p:txBody>
          <a:bodyPr wrap="none" lIns="0" tIns="0" rIns="0" bIns="0">
            <a:spAutoFit/>
          </a:bodyPr>
          <a:lstStyle/>
          <a:p>
            <a:r>
              <a:rPr lang="en-US" sz="3600" b="1" dirty="0">
                <a:solidFill>
                  <a:schemeClr val="bg1"/>
                </a:solidFill>
              </a:rPr>
              <a:t>80%</a:t>
            </a:r>
            <a:endParaRPr lang="en-US" sz="2400" b="1" dirty="0">
              <a:solidFill>
                <a:schemeClr val="bg1"/>
              </a:solidFill>
            </a:endParaRPr>
          </a:p>
        </p:txBody>
      </p:sp>
      <p:sp>
        <p:nvSpPr>
          <p:cNvPr id="63" name="Rectangle 62"/>
          <p:cNvSpPr/>
          <p:nvPr/>
        </p:nvSpPr>
        <p:spPr>
          <a:xfrm>
            <a:off x="3036421" y="1434866"/>
            <a:ext cx="679673" cy="492443"/>
          </a:xfrm>
          <a:prstGeom prst="rect">
            <a:avLst/>
          </a:prstGeom>
        </p:spPr>
        <p:txBody>
          <a:bodyPr wrap="none" lIns="0" tIns="0" rIns="0" bIns="0">
            <a:spAutoFit/>
          </a:bodyPr>
          <a:lstStyle/>
          <a:p>
            <a:r>
              <a:rPr lang="en-US" sz="3200" b="1" dirty="0">
                <a:solidFill>
                  <a:schemeClr val="bg1"/>
                </a:solidFill>
              </a:rPr>
              <a:t>60%</a:t>
            </a:r>
            <a:endParaRPr lang="en-US" b="1" dirty="0">
              <a:solidFill>
                <a:schemeClr val="bg1"/>
              </a:solidFill>
            </a:endParaRPr>
          </a:p>
        </p:txBody>
      </p:sp>
      <p:sp>
        <p:nvSpPr>
          <p:cNvPr id="64" name="Rectangle 63"/>
          <p:cNvSpPr/>
          <p:nvPr/>
        </p:nvSpPr>
        <p:spPr>
          <a:xfrm>
            <a:off x="7227483" y="2212890"/>
            <a:ext cx="593111" cy="430887"/>
          </a:xfrm>
          <a:prstGeom prst="rect">
            <a:avLst/>
          </a:prstGeom>
        </p:spPr>
        <p:txBody>
          <a:bodyPr wrap="none" lIns="0" tIns="0" rIns="0" bIns="0">
            <a:spAutoFit/>
          </a:bodyPr>
          <a:lstStyle/>
          <a:p>
            <a:r>
              <a:rPr lang="en-US" sz="2800" b="1" dirty="0">
                <a:solidFill>
                  <a:schemeClr val="bg1"/>
                </a:solidFill>
              </a:rPr>
              <a:t>50%</a:t>
            </a:r>
            <a:endParaRPr lang="en-US" sz="1800" b="1" dirty="0">
              <a:solidFill>
                <a:schemeClr val="bg1"/>
              </a:solidFill>
            </a:endParaRPr>
          </a:p>
        </p:txBody>
      </p:sp>
      <p:sp>
        <p:nvSpPr>
          <p:cNvPr id="65" name="Rectangle 64"/>
          <p:cNvSpPr/>
          <p:nvPr/>
        </p:nvSpPr>
        <p:spPr>
          <a:xfrm>
            <a:off x="6271324" y="2056256"/>
            <a:ext cx="424796" cy="307777"/>
          </a:xfrm>
          <a:prstGeom prst="rect">
            <a:avLst/>
          </a:prstGeom>
        </p:spPr>
        <p:txBody>
          <a:bodyPr wrap="none" lIns="0" tIns="0" rIns="0" bIns="0">
            <a:spAutoFit/>
          </a:bodyPr>
          <a:lstStyle/>
          <a:p>
            <a:r>
              <a:rPr lang="en-US" b="1" dirty="0">
                <a:solidFill>
                  <a:schemeClr val="bg1"/>
                </a:solidFill>
              </a:rPr>
              <a:t>30%</a:t>
            </a:r>
            <a:endParaRPr lang="en-US" sz="1400" b="1" dirty="0">
              <a:solidFill>
                <a:schemeClr val="bg1"/>
              </a:solidFill>
            </a:endParaRPr>
          </a:p>
        </p:txBody>
      </p:sp>
      <p:sp>
        <p:nvSpPr>
          <p:cNvPr id="66" name="Rectangle 65"/>
          <p:cNvSpPr/>
          <p:nvPr/>
        </p:nvSpPr>
        <p:spPr>
          <a:xfrm>
            <a:off x="5078077" y="1557532"/>
            <a:ext cx="509755" cy="369332"/>
          </a:xfrm>
          <a:prstGeom prst="rect">
            <a:avLst/>
          </a:prstGeom>
        </p:spPr>
        <p:txBody>
          <a:bodyPr wrap="none" lIns="0" tIns="0" rIns="0" bIns="0">
            <a:spAutoFit/>
          </a:bodyPr>
          <a:lstStyle/>
          <a:p>
            <a:r>
              <a:rPr lang="en-US" sz="2400" b="1" dirty="0">
                <a:solidFill>
                  <a:schemeClr val="bg1"/>
                </a:solidFill>
              </a:rPr>
              <a:t>40%</a:t>
            </a:r>
            <a:endParaRPr lang="en-US" sz="1600" b="1" dirty="0">
              <a:solidFill>
                <a:schemeClr val="bg1"/>
              </a:solidFill>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5125"/>
                                        </p:tgtEl>
                                        <p:attrNameLst>
                                          <p:attrName>style.visibility</p:attrName>
                                        </p:attrNameLst>
                                      </p:cBhvr>
                                      <p:to>
                                        <p:strVal val="visible"/>
                                      </p:to>
                                    </p:set>
                                    <p:anim calcmode="lin" valueType="num">
                                      <p:cBhvr additive="base">
                                        <p:cTn id="12" dur="500" fill="hold"/>
                                        <p:tgtEl>
                                          <p:spTgt spid="5125"/>
                                        </p:tgtEl>
                                        <p:attrNameLst>
                                          <p:attrName>ppt_x</p:attrName>
                                        </p:attrNameLst>
                                      </p:cBhvr>
                                      <p:tavLst>
                                        <p:tav tm="0">
                                          <p:val>
                                            <p:strVal val="#ppt_x"/>
                                          </p:val>
                                        </p:tav>
                                        <p:tav tm="100000">
                                          <p:val>
                                            <p:strVal val="#ppt_x"/>
                                          </p:val>
                                        </p:tav>
                                      </p:tavLst>
                                    </p:anim>
                                    <p:anim calcmode="lin" valueType="num">
                                      <p:cBhvr additive="base">
                                        <p:cTn id="13" dur="500" fill="hold"/>
                                        <p:tgtEl>
                                          <p:spTgt spid="512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5126"/>
                                        </p:tgtEl>
                                        <p:attrNameLst>
                                          <p:attrName>style.visibility</p:attrName>
                                        </p:attrNameLst>
                                      </p:cBhvr>
                                      <p:to>
                                        <p:strVal val="visible"/>
                                      </p:to>
                                    </p:set>
                                    <p:anim calcmode="lin" valueType="num">
                                      <p:cBhvr additive="base">
                                        <p:cTn id="17" dur="500" fill="hold"/>
                                        <p:tgtEl>
                                          <p:spTgt spid="5126"/>
                                        </p:tgtEl>
                                        <p:attrNameLst>
                                          <p:attrName>ppt_x</p:attrName>
                                        </p:attrNameLst>
                                      </p:cBhvr>
                                      <p:tavLst>
                                        <p:tav tm="0">
                                          <p:val>
                                            <p:strVal val="#ppt_x"/>
                                          </p:val>
                                        </p:tav>
                                        <p:tav tm="100000">
                                          <p:val>
                                            <p:strVal val="#ppt_x"/>
                                          </p:val>
                                        </p:tav>
                                      </p:tavLst>
                                    </p:anim>
                                    <p:anim calcmode="lin" valueType="num">
                                      <p:cBhvr additive="base">
                                        <p:cTn id="18" dur="500" fill="hold"/>
                                        <p:tgtEl>
                                          <p:spTgt spid="5126"/>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accel="50000" decel="5000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ppt_x"/>
                                          </p:val>
                                        </p:tav>
                                        <p:tav tm="100000">
                                          <p:val>
                                            <p:strVal val="#ppt_x"/>
                                          </p:val>
                                        </p:tav>
                                      </p:tavLst>
                                    </p:anim>
                                    <p:anim calcmode="lin" valueType="num">
                                      <p:cBhvr additive="base">
                                        <p:cTn id="28" dur="500" fill="hold"/>
                                        <p:tgtEl>
                                          <p:spTgt spid="11"/>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accel="50000" decel="50000" fill="hold" grpId="0" nodeType="after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additive="base">
                                        <p:cTn id="32" dur="500" fill="hold"/>
                                        <p:tgtEl>
                                          <p:spTgt spid="12"/>
                                        </p:tgtEl>
                                        <p:attrNameLst>
                                          <p:attrName>ppt_x</p:attrName>
                                        </p:attrNameLst>
                                      </p:cBhvr>
                                      <p:tavLst>
                                        <p:tav tm="0">
                                          <p:val>
                                            <p:strVal val="#ppt_x"/>
                                          </p:val>
                                        </p:tav>
                                        <p:tav tm="100000">
                                          <p:val>
                                            <p:strVal val="#ppt_x"/>
                                          </p:val>
                                        </p:tav>
                                      </p:tavLst>
                                    </p:anim>
                                    <p:anim calcmode="lin" valueType="num">
                                      <p:cBhvr additive="base">
                                        <p:cTn id="33" dur="500" fill="hold"/>
                                        <p:tgtEl>
                                          <p:spTgt spid="12"/>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nodeType="after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 fill="hold"/>
                                        <p:tgtEl>
                                          <p:spTgt spid="2"/>
                                        </p:tgtEl>
                                        <p:attrNameLst>
                                          <p:attrName>ppt_w</p:attrName>
                                        </p:attrNameLst>
                                      </p:cBhvr>
                                      <p:tavLst>
                                        <p:tav tm="0">
                                          <p:val>
                                            <p:fltVal val="0"/>
                                          </p:val>
                                        </p:tav>
                                        <p:tav tm="100000">
                                          <p:val>
                                            <p:strVal val="#ppt_w"/>
                                          </p:val>
                                        </p:tav>
                                      </p:tavLst>
                                    </p:anim>
                                    <p:anim calcmode="lin" valueType="num">
                                      <p:cBhvr>
                                        <p:cTn id="38" dur="500" fill="hold"/>
                                        <p:tgtEl>
                                          <p:spTgt spid="2"/>
                                        </p:tgtEl>
                                        <p:attrNameLst>
                                          <p:attrName>ppt_h</p:attrName>
                                        </p:attrNameLst>
                                      </p:cBhvr>
                                      <p:tavLst>
                                        <p:tav tm="0">
                                          <p:val>
                                            <p:fltVal val="0"/>
                                          </p:val>
                                        </p:tav>
                                        <p:tav tm="100000">
                                          <p:val>
                                            <p:strVal val="#ppt_h"/>
                                          </p:val>
                                        </p:tav>
                                      </p:tavLst>
                                    </p:anim>
                                    <p:animEffect transition="in" filter="fade">
                                      <p:cBhvr>
                                        <p:cTn id="39" dur="500"/>
                                        <p:tgtEl>
                                          <p:spTgt spid="2"/>
                                        </p:tgtEl>
                                      </p:cBhvr>
                                    </p:animEffect>
                                  </p:childTnLst>
                                </p:cTn>
                              </p:par>
                            </p:childTnLst>
                          </p:cTn>
                        </p:par>
                        <p:par>
                          <p:cTn id="40" fill="hold">
                            <p:stCondLst>
                              <p:cond delay="3500"/>
                            </p:stCondLst>
                            <p:childTnLst>
                              <p:par>
                                <p:cTn id="41" presetID="53" presetClass="entr" presetSubtype="0" fill="hold" grpId="0" nodeType="after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p:cTn id="43" dur="500" fill="hold"/>
                                        <p:tgtEl>
                                          <p:spTgt spid="62"/>
                                        </p:tgtEl>
                                        <p:attrNameLst>
                                          <p:attrName>ppt_w</p:attrName>
                                        </p:attrNameLst>
                                      </p:cBhvr>
                                      <p:tavLst>
                                        <p:tav tm="0">
                                          <p:val>
                                            <p:fltVal val="0"/>
                                          </p:val>
                                        </p:tav>
                                        <p:tav tm="100000">
                                          <p:val>
                                            <p:strVal val="#ppt_w"/>
                                          </p:val>
                                        </p:tav>
                                      </p:tavLst>
                                    </p:anim>
                                    <p:anim calcmode="lin" valueType="num">
                                      <p:cBhvr>
                                        <p:cTn id="44" dur="500" fill="hold"/>
                                        <p:tgtEl>
                                          <p:spTgt spid="62"/>
                                        </p:tgtEl>
                                        <p:attrNameLst>
                                          <p:attrName>ppt_h</p:attrName>
                                        </p:attrNameLst>
                                      </p:cBhvr>
                                      <p:tavLst>
                                        <p:tav tm="0">
                                          <p:val>
                                            <p:fltVal val="0"/>
                                          </p:val>
                                        </p:tav>
                                        <p:tav tm="100000">
                                          <p:val>
                                            <p:strVal val="#ppt_h"/>
                                          </p:val>
                                        </p:tav>
                                      </p:tavLst>
                                    </p:anim>
                                    <p:animEffect transition="in" filter="fade">
                                      <p:cBhvr>
                                        <p:cTn id="45" dur="500"/>
                                        <p:tgtEl>
                                          <p:spTgt spid="62"/>
                                        </p:tgtEl>
                                      </p:cBhvr>
                                    </p:animEffect>
                                  </p:childTnLst>
                                </p:cTn>
                              </p:par>
                            </p:childTnLst>
                          </p:cTn>
                        </p:par>
                        <p:par>
                          <p:cTn id="46" fill="hold">
                            <p:stCondLst>
                              <p:cond delay="4000"/>
                            </p:stCondLst>
                            <p:childTnLst>
                              <p:par>
                                <p:cTn id="47" presetID="53" presetClass="entr" presetSubtype="0" fill="hold" nodeType="after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p:cTn id="49" dur="500" fill="hold"/>
                                        <p:tgtEl>
                                          <p:spTgt spid="3"/>
                                        </p:tgtEl>
                                        <p:attrNameLst>
                                          <p:attrName>ppt_w</p:attrName>
                                        </p:attrNameLst>
                                      </p:cBhvr>
                                      <p:tavLst>
                                        <p:tav tm="0">
                                          <p:val>
                                            <p:fltVal val="0"/>
                                          </p:val>
                                        </p:tav>
                                        <p:tav tm="100000">
                                          <p:val>
                                            <p:strVal val="#ppt_w"/>
                                          </p:val>
                                        </p:tav>
                                      </p:tavLst>
                                    </p:anim>
                                    <p:anim calcmode="lin" valueType="num">
                                      <p:cBhvr>
                                        <p:cTn id="50" dur="500" fill="hold"/>
                                        <p:tgtEl>
                                          <p:spTgt spid="3"/>
                                        </p:tgtEl>
                                        <p:attrNameLst>
                                          <p:attrName>ppt_h</p:attrName>
                                        </p:attrNameLst>
                                      </p:cBhvr>
                                      <p:tavLst>
                                        <p:tav tm="0">
                                          <p:val>
                                            <p:fltVal val="0"/>
                                          </p:val>
                                        </p:tav>
                                        <p:tav tm="100000">
                                          <p:val>
                                            <p:strVal val="#ppt_h"/>
                                          </p:val>
                                        </p:tav>
                                      </p:tavLst>
                                    </p:anim>
                                    <p:animEffect transition="in" filter="fade">
                                      <p:cBhvr>
                                        <p:cTn id="51" dur="500"/>
                                        <p:tgtEl>
                                          <p:spTgt spid="3"/>
                                        </p:tgtEl>
                                      </p:cBhvr>
                                    </p:animEffect>
                                  </p:childTnLst>
                                </p:cTn>
                              </p:par>
                            </p:childTnLst>
                          </p:cTn>
                        </p:par>
                        <p:par>
                          <p:cTn id="52" fill="hold">
                            <p:stCondLst>
                              <p:cond delay="4500"/>
                            </p:stCondLst>
                            <p:childTnLst>
                              <p:par>
                                <p:cTn id="53" presetID="53" presetClass="entr" presetSubtype="0" fill="hold" grpId="0" nodeType="afterEffect">
                                  <p:stCondLst>
                                    <p:cond delay="0"/>
                                  </p:stCondLst>
                                  <p:childTnLst>
                                    <p:set>
                                      <p:cBhvr>
                                        <p:cTn id="54" dur="1" fill="hold">
                                          <p:stCondLst>
                                            <p:cond delay="0"/>
                                          </p:stCondLst>
                                        </p:cTn>
                                        <p:tgtEl>
                                          <p:spTgt spid="63"/>
                                        </p:tgtEl>
                                        <p:attrNameLst>
                                          <p:attrName>style.visibility</p:attrName>
                                        </p:attrNameLst>
                                      </p:cBhvr>
                                      <p:to>
                                        <p:strVal val="visible"/>
                                      </p:to>
                                    </p:set>
                                    <p:anim calcmode="lin" valueType="num">
                                      <p:cBhvr>
                                        <p:cTn id="55" dur="500" fill="hold"/>
                                        <p:tgtEl>
                                          <p:spTgt spid="63"/>
                                        </p:tgtEl>
                                        <p:attrNameLst>
                                          <p:attrName>ppt_w</p:attrName>
                                        </p:attrNameLst>
                                      </p:cBhvr>
                                      <p:tavLst>
                                        <p:tav tm="0">
                                          <p:val>
                                            <p:fltVal val="0"/>
                                          </p:val>
                                        </p:tav>
                                        <p:tav tm="100000">
                                          <p:val>
                                            <p:strVal val="#ppt_w"/>
                                          </p:val>
                                        </p:tav>
                                      </p:tavLst>
                                    </p:anim>
                                    <p:anim calcmode="lin" valueType="num">
                                      <p:cBhvr>
                                        <p:cTn id="56" dur="500" fill="hold"/>
                                        <p:tgtEl>
                                          <p:spTgt spid="63"/>
                                        </p:tgtEl>
                                        <p:attrNameLst>
                                          <p:attrName>ppt_h</p:attrName>
                                        </p:attrNameLst>
                                      </p:cBhvr>
                                      <p:tavLst>
                                        <p:tav tm="0">
                                          <p:val>
                                            <p:fltVal val="0"/>
                                          </p:val>
                                        </p:tav>
                                        <p:tav tm="100000">
                                          <p:val>
                                            <p:strVal val="#ppt_h"/>
                                          </p:val>
                                        </p:tav>
                                      </p:tavLst>
                                    </p:anim>
                                    <p:animEffect transition="in" filter="fade">
                                      <p:cBhvr>
                                        <p:cTn id="57" dur="500"/>
                                        <p:tgtEl>
                                          <p:spTgt spid="63"/>
                                        </p:tgtEl>
                                      </p:cBhvr>
                                    </p:animEffect>
                                  </p:childTnLst>
                                </p:cTn>
                              </p:par>
                            </p:childTnLst>
                          </p:cTn>
                        </p:par>
                        <p:par>
                          <p:cTn id="58" fill="hold">
                            <p:stCondLst>
                              <p:cond delay="5000"/>
                            </p:stCondLst>
                            <p:childTnLst>
                              <p:par>
                                <p:cTn id="59" presetID="53" presetClass="entr" presetSubtype="0" fill="hold" nodeType="afterEffect">
                                  <p:stCondLst>
                                    <p:cond delay="0"/>
                                  </p:stCondLst>
                                  <p:childTnLst>
                                    <p:set>
                                      <p:cBhvr>
                                        <p:cTn id="60" dur="1" fill="hold">
                                          <p:stCondLst>
                                            <p:cond delay="0"/>
                                          </p:stCondLst>
                                        </p:cTn>
                                        <p:tgtEl>
                                          <p:spTgt spid="4"/>
                                        </p:tgtEl>
                                        <p:attrNameLst>
                                          <p:attrName>style.visibility</p:attrName>
                                        </p:attrNameLst>
                                      </p:cBhvr>
                                      <p:to>
                                        <p:strVal val="visible"/>
                                      </p:to>
                                    </p:set>
                                    <p:anim calcmode="lin" valueType="num">
                                      <p:cBhvr>
                                        <p:cTn id="61" dur="500" fill="hold"/>
                                        <p:tgtEl>
                                          <p:spTgt spid="4"/>
                                        </p:tgtEl>
                                        <p:attrNameLst>
                                          <p:attrName>ppt_w</p:attrName>
                                        </p:attrNameLst>
                                      </p:cBhvr>
                                      <p:tavLst>
                                        <p:tav tm="0">
                                          <p:val>
                                            <p:fltVal val="0"/>
                                          </p:val>
                                        </p:tav>
                                        <p:tav tm="100000">
                                          <p:val>
                                            <p:strVal val="#ppt_w"/>
                                          </p:val>
                                        </p:tav>
                                      </p:tavLst>
                                    </p:anim>
                                    <p:anim calcmode="lin" valueType="num">
                                      <p:cBhvr>
                                        <p:cTn id="62" dur="500" fill="hold"/>
                                        <p:tgtEl>
                                          <p:spTgt spid="4"/>
                                        </p:tgtEl>
                                        <p:attrNameLst>
                                          <p:attrName>ppt_h</p:attrName>
                                        </p:attrNameLst>
                                      </p:cBhvr>
                                      <p:tavLst>
                                        <p:tav tm="0">
                                          <p:val>
                                            <p:fltVal val="0"/>
                                          </p:val>
                                        </p:tav>
                                        <p:tav tm="100000">
                                          <p:val>
                                            <p:strVal val="#ppt_h"/>
                                          </p:val>
                                        </p:tav>
                                      </p:tavLst>
                                    </p:anim>
                                    <p:animEffect transition="in" filter="fade">
                                      <p:cBhvr>
                                        <p:cTn id="63" dur="500"/>
                                        <p:tgtEl>
                                          <p:spTgt spid="4"/>
                                        </p:tgtEl>
                                      </p:cBhvr>
                                    </p:animEffect>
                                  </p:childTnLst>
                                </p:cTn>
                              </p:par>
                            </p:childTnLst>
                          </p:cTn>
                        </p:par>
                        <p:par>
                          <p:cTn id="64" fill="hold">
                            <p:stCondLst>
                              <p:cond delay="5500"/>
                            </p:stCondLst>
                            <p:childTnLst>
                              <p:par>
                                <p:cTn id="65" presetID="53" presetClass="entr" presetSubtype="0" fill="hold" grpId="0" nodeType="after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p:cTn id="67" dur="500" fill="hold"/>
                                        <p:tgtEl>
                                          <p:spTgt spid="66"/>
                                        </p:tgtEl>
                                        <p:attrNameLst>
                                          <p:attrName>ppt_w</p:attrName>
                                        </p:attrNameLst>
                                      </p:cBhvr>
                                      <p:tavLst>
                                        <p:tav tm="0">
                                          <p:val>
                                            <p:fltVal val="0"/>
                                          </p:val>
                                        </p:tav>
                                        <p:tav tm="100000">
                                          <p:val>
                                            <p:strVal val="#ppt_w"/>
                                          </p:val>
                                        </p:tav>
                                      </p:tavLst>
                                    </p:anim>
                                    <p:anim calcmode="lin" valueType="num">
                                      <p:cBhvr>
                                        <p:cTn id="68" dur="500" fill="hold"/>
                                        <p:tgtEl>
                                          <p:spTgt spid="66"/>
                                        </p:tgtEl>
                                        <p:attrNameLst>
                                          <p:attrName>ppt_h</p:attrName>
                                        </p:attrNameLst>
                                      </p:cBhvr>
                                      <p:tavLst>
                                        <p:tav tm="0">
                                          <p:val>
                                            <p:fltVal val="0"/>
                                          </p:val>
                                        </p:tav>
                                        <p:tav tm="100000">
                                          <p:val>
                                            <p:strVal val="#ppt_h"/>
                                          </p:val>
                                        </p:tav>
                                      </p:tavLst>
                                    </p:anim>
                                    <p:animEffect transition="in" filter="fade">
                                      <p:cBhvr>
                                        <p:cTn id="69" dur="500"/>
                                        <p:tgtEl>
                                          <p:spTgt spid="66"/>
                                        </p:tgtEl>
                                      </p:cBhvr>
                                    </p:animEffect>
                                  </p:childTnLst>
                                </p:cTn>
                              </p:par>
                            </p:childTnLst>
                          </p:cTn>
                        </p:par>
                        <p:par>
                          <p:cTn id="70" fill="hold">
                            <p:stCondLst>
                              <p:cond delay="6000"/>
                            </p:stCondLst>
                            <p:childTnLst>
                              <p:par>
                                <p:cTn id="71" presetID="53" presetClass="entr" presetSubtype="0" fill="hold" nodeType="after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p:cTn id="73" dur="500" fill="hold"/>
                                        <p:tgtEl>
                                          <p:spTgt spid="6"/>
                                        </p:tgtEl>
                                        <p:attrNameLst>
                                          <p:attrName>ppt_w</p:attrName>
                                        </p:attrNameLst>
                                      </p:cBhvr>
                                      <p:tavLst>
                                        <p:tav tm="0">
                                          <p:val>
                                            <p:fltVal val="0"/>
                                          </p:val>
                                        </p:tav>
                                        <p:tav tm="100000">
                                          <p:val>
                                            <p:strVal val="#ppt_w"/>
                                          </p:val>
                                        </p:tav>
                                      </p:tavLst>
                                    </p:anim>
                                    <p:anim calcmode="lin" valueType="num">
                                      <p:cBhvr>
                                        <p:cTn id="74" dur="500" fill="hold"/>
                                        <p:tgtEl>
                                          <p:spTgt spid="6"/>
                                        </p:tgtEl>
                                        <p:attrNameLst>
                                          <p:attrName>ppt_h</p:attrName>
                                        </p:attrNameLst>
                                      </p:cBhvr>
                                      <p:tavLst>
                                        <p:tav tm="0">
                                          <p:val>
                                            <p:fltVal val="0"/>
                                          </p:val>
                                        </p:tav>
                                        <p:tav tm="100000">
                                          <p:val>
                                            <p:strVal val="#ppt_h"/>
                                          </p:val>
                                        </p:tav>
                                      </p:tavLst>
                                    </p:anim>
                                    <p:animEffect transition="in" filter="fade">
                                      <p:cBhvr>
                                        <p:cTn id="75" dur="500"/>
                                        <p:tgtEl>
                                          <p:spTgt spid="6"/>
                                        </p:tgtEl>
                                      </p:cBhvr>
                                    </p:animEffect>
                                  </p:childTnLst>
                                </p:cTn>
                              </p:par>
                            </p:childTnLst>
                          </p:cTn>
                        </p:par>
                        <p:par>
                          <p:cTn id="76" fill="hold">
                            <p:stCondLst>
                              <p:cond delay="6500"/>
                            </p:stCondLst>
                            <p:childTnLst>
                              <p:par>
                                <p:cTn id="77" presetID="53" presetClass="entr" presetSubtype="0" fill="hold" grpId="0" nodeType="afterEffect">
                                  <p:stCondLst>
                                    <p:cond delay="0"/>
                                  </p:stCondLst>
                                  <p:childTnLst>
                                    <p:set>
                                      <p:cBhvr>
                                        <p:cTn id="78" dur="1" fill="hold">
                                          <p:stCondLst>
                                            <p:cond delay="0"/>
                                          </p:stCondLst>
                                        </p:cTn>
                                        <p:tgtEl>
                                          <p:spTgt spid="65"/>
                                        </p:tgtEl>
                                        <p:attrNameLst>
                                          <p:attrName>style.visibility</p:attrName>
                                        </p:attrNameLst>
                                      </p:cBhvr>
                                      <p:to>
                                        <p:strVal val="visible"/>
                                      </p:to>
                                    </p:set>
                                    <p:anim calcmode="lin" valueType="num">
                                      <p:cBhvr>
                                        <p:cTn id="79" dur="500" fill="hold"/>
                                        <p:tgtEl>
                                          <p:spTgt spid="65"/>
                                        </p:tgtEl>
                                        <p:attrNameLst>
                                          <p:attrName>ppt_w</p:attrName>
                                        </p:attrNameLst>
                                      </p:cBhvr>
                                      <p:tavLst>
                                        <p:tav tm="0">
                                          <p:val>
                                            <p:fltVal val="0"/>
                                          </p:val>
                                        </p:tav>
                                        <p:tav tm="100000">
                                          <p:val>
                                            <p:strVal val="#ppt_w"/>
                                          </p:val>
                                        </p:tav>
                                      </p:tavLst>
                                    </p:anim>
                                    <p:anim calcmode="lin" valueType="num">
                                      <p:cBhvr>
                                        <p:cTn id="80" dur="500" fill="hold"/>
                                        <p:tgtEl>
                                          <p:spTgt spid="65"/>
                                        </p:tgtEl>
                                        <p:attrNameLst>
                                          <p:attrName>ppt_h</p:attrName>
                                        </p:attrNameLst>
                                      </p:cBhvr>
                                      <p:tavLst>
                                        <p:tav tm="0">
                                          <p:val>
                                            <p:fltVal val="0"/>
                                          </p:val>
                                        </p:tav>
                                        <p:tav tm="100000">
                                          <p:val>
                                            <p:strVal val="#ppt_h"/>
                                          </p:val>
                                        </p:tav>
                                      </p:tavLst>
                                    </p:anim>
                                    <p:animEffect transition="in" filter="fade">
                                      <p:cBhvr>
                                        <p:cTn id="81" dur="500"/>
                                        <p:tgtEl>
                                          <p:spTgt spid="65"/>
                                        </p:tgtEl>
                                      </p:cBhvr>
                                    </p:animEffect>
                                  </p:childTnLst>
                                </p:cTn>
                              </p:par>
                            </p:childTnLst>
                          </p:cTn>
                        </p:par>
                        <p:par>
                          <p:cTn id="82" fill="hold">
                            <p:stCondLst>
                              <p:cond delay="7000"/>
                            </p:stCondLst>
                            <p:childTnLst>
                              <p:par>
                                <p:cTn id="83" presetID="53" presetClass="entr" presetSubtype="0" fill="hold" nodeType="afterEffect">
                                  <p:stCondLst>
                                    <p:cond delay="0"/>
                                  </p:stCondLst>
                                  <p:childTnLst>
                                    <p:set>
                                      <p:cBhvr>
                                        <p:cTn id="84" dur="1" fill="hold">
                                          <p:stCondLst>
                                            <p:cond delay="0"/>
                                          </p:stCondLst>
                                        </p:cTn>
                                        <p:tgtEl>
                                          <p:spTgt spid="5"/>
                                        </p:tgtEl>
                                        <p:attrNameLst>
                                          <p:attrName>style.visibility</p:attrName>
                                        </p:attrNameLst>
                                      </p:cBhvr>
                                      <p:to>
                                        <p:strVal val="visible"/>
                                      </p:to>
                                    </p:set>
                                    <p:anim calcmode="lin" valueType="num">
                                      <p:cBhvr>
                                        <p:cTn id="85" dur="500" fill="hold"/>
                                        <p:tgtEl>
                                          <p:spTgt spid="5"/>
                                        </p:tgtEl>
                                        <p:attrNameLst>
                                          <p:attrName>ppt_w</p:attrName>
                                        </p:attrNameLst>
                                      </p:cBhvr>
                                      <p:tavLst>
                                        <p:tav tm="0">
                                          <p:val>
                                            <p:fltVal val="0"/>
                                          </p:val>
                                        </p:tav>
                                        <p:tav tm="100000">
                                          <p:val>
                                            <p:strVal val="#ppt_w"/>
                                          </p:val>
                                        </p:tav>
                                      </p:tavLst>
                                    </p:anim>
                                    <p:anim calcmode="lin" valueType="num">
                                      <p:cBhvr>
                                        <p:cTn id="86" dur="500" fill="hold"/>
                                        <p:tgtEl>
                                          <p:spTgt spid="5"/>
                                        </p:tgtEl>
                                        <p:attrNameLst>
                                          <p:attrName>ppt_h</p:attrName>
                                        </p:attrNameLst>
                                      </p:cBhvr>
                                      <p:tavLst>
                                        <p:tav tm="0">
                                          <p:val>
                                            <p:fltVal val="0"/>
                                          </p:val>
                                        </p:tav>
                                        <p:tav tm="100000">
                                          <p:val>
                                            <p:strVal val="#ppt_h"/>
                                          </p:val>
                                        </p:tav>
                                      </p:tavLst>
                                    </p:anim>
                                    <p:animEffect transition="in" filter="fade">
                                      <p:cBhvr>
                                        <p:cTn id="87" dur="500"/>
                                        <p:tgtEl>
                                          <p:spTgt spid="5"/>
                                        </p:tgtEl>
                                      </p:cBhvr>
                                    </p:animEffect>
                                  </p:childTnLst>
                                </p:cTn>
                              </p:par>
                            </p:childTnLst>
                          </p:cTn>
                        </p:par>
                        <p:par>
                          <p:cTn id="88" fill="hold">
                            <p:stCondLst>
                              <p:cond delay="7500"/>
                            </p:stCondLst>
                            <p:childTnLst>
                              <p:par>
                                <p:cTn id="89" presetID="53" presetClass="entr" presetSubtype="0" fill="hold" grpId="0" nodeType="afterEffect">
                                  <p:stCondLst>
                                    <p:cond delay="0"/>
                                  </p:stCondLst>
                                  <p:childTnLst>
                                    <p:set>
                                      <p:cBhvr>
                                        <p:cTn id="90" dur="1" fill="hold">
                                          <p:stCondLst>
                                            <p:cond delay="0"/>
                                          </p:stCondLst>
                                        </p:cTn>
                                        <p:tgtEl>
                                          <p:spTgt spid="64"/>
                                        </p:tgtEl>
                                        <p:attrNameLst>
                                          <p:attrName>style.visibility</p:attrName>
                                        </p:attrNameLst>
                                      </p:cBhvr>
                                      <p:to>
                                        <p:strVal val="visible"/>
                                      </p:to>
                                    </p:set>
                                    <p:anim calcmode="lin" valueType="num">
                                      <p:cBhvr>
                                        <p:cTn id="91" dur="500" fill="hold"/>
                                        <p:tgtEl>
                                          <p:spTgt spid="64"/>
                                        </p:tgtEl>
                                        <p:attrNameLst>
                                          <p:attrName>ppt_w</p:attrName>
                                        </p:attrNameLst>
                                      </p:cBhvr>
                                      <p:tavLst>
                                        <p:tav tm="0">
                                          <p:val>
                                            <p:fltVal val="0"/>
                                          </p:val>
                                        </p:tav>
                                        <p:tav tm="100000">
                                          <p:val>
                                            <p:strVal val="#ppt_w"/>
                                          </p:val>
                                        </p:tav>
                                      </p:tavLst>
                                    </p:anim>
                                    <p:anim calcmode="lin" valueType="num">
                                      <p:cBhvr>
                                        <p:cTn id="92" dur="500" fill="hold"/>
                                        <p:tgtEl>
                                          <p:spTgt spid="64"/>
                                        </p:tgtEl>
                                        <p:attrNameLst>
                                          <p:attrName>ppt_h</p:attrName>
                                        </p:attrNameLst>
                                      </p:cBhvr>
                                      <p:tavLst>
                                        <p:tav tm="0">
                                          <p:val>
                                            <p:fltVal val="0"/>
                                          </p:val>
                                        </p:tav>
                                        <p:tav tm="100000">
                                          <p:val>
                                            <p:strVal val="#ppt_h"/>
                                          </p:val>
                                        </p:tav>
                                      </p:tavLst>
                                    </p:anim>
                                    <p:animEffect transition="in" filter="fade">
                                      <p:cBhvr>
                                        <p:cTn id="93" dur="500"/>
                                        <p:tgtEl>
                                          <p:spTgt spid="64"/>
                                        </p:tgtEl>
                                      </p:cBhvr>
                                    </p:animEffect>
                                  </p:childTnLst>
                                </p:cTn>
                              </p:par>
                            </p:childTnLst>
                          </p:cTn>
                        </p:par>
                        <p:par>
                          <p:cTn id="94" fill="hold">
                            <p:stCondLst>
                              <p:cond delay="8000"/>
                            </p:stCondLst>
                            <p:childTnLst>
                              <p:par>
                                <p:cTn id="95" presetID="2" presetClass="entr" presetSubtype="4" accel="50000" decel="50000" fill="hold" nodeType="after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500" fill="hold"/>
                                        <p:tgtEl>
                                          <p:spTgt spid="9"/>
                                        </p:tgtEl>
                                        <p:attrNameLst>
                                          <p:attrName>ppt_x</p:attrName>
                                        </p:attrNameLst>
                                      </p:cBhvr>
                                      <p:tavLst>
                                        <p:tav tm="0">
                                          <p:val>
                                            <p:strVal val="#ppt_x"/>
                                          </p:val>
                                        </p:tav>
                                        <p:tav tm="100000">
                                          <p:val>
                                            <p:strVal val="#ppt_x"/>
                                          </p:val>
                                        </p:tav>
                                      </p:tavLst>
                                    </p:anim>
                                    <p:anim calcmode="lin" valueType="num">
                                      <p:cBhvr additive="base">
                                        <p:cTn id="98" dur="500" fill="hold"/>
                                        <p:tgtEl>
                                          <p:spTgt spid="9"/>
                                        </p:tgtEl>
                                        <p:attrNameLst>
                                          <p:attrName>ppt_y</p:attrName>
                                        </p:attrNameLst>
                                      </p:cBhvr>
                                      <p:tavLst>
                                        <p:tav tm="0">
                                          <p:val>
                                            <p:strVal val="1+#ppt_h/2"/>
                                          </p:val>
                                        </p:tav>
                                        <p:tav tm="100000">
                                          <p:val>
                                            <p:strVal val="#ppt_y"/>
                                          </p:val>
                                        </p:tav>
                                      </p:tavLst>
                                    </p:anim>
                                  </p:childTnLst>
                                </p:cTn>
                              </p:par>
                            </p:childTnLst>
                          </p:cTn>
                        </p:par>
                        <p:par>
                          <p:cTn id="99" fill="hold">
                            <p:stCondLst>
                              <p:cond delay="8500"/>
                            </p:stCondLst>
                            <p:childTnLst>
                              <p:par>
                                <p:cTn id="100" presetID="2" presetClass="entr" presetSubtype="4" accel="50000" decel="50000" fill="hold" nodeType="afterEffect">
                                  <p:stCondLst>
                                    <p:cond delay="0"/>
                                  </p:stCondLst>
                                  <p:childTnLst>
                                    <p:set>
                                      <p:cBhvr>
                                        <p:cTn id="101" dur="1" fill="hold">
                                          <p:stCondLst>
                                            <p:cond delay="0"/>
                                          </p:stCondLst>
                                        </p:cTn>
                                        <p:tgtEl>
                                          <p:spTgt spid="13"/>
                                        </p:tgtEl>
                                        <p:attrNameLst>
                                          <p:attrName>style.visibility</p:attrName>
                                        </p:attrNameLst>
                                      </p:cBhvr>
                                      <p:to>
                                        <p:strVal val="visible"/>
                                      </p:to>
                                    </p:set>
                                    <p:anim calcmode="lin" valueType="num">
                                      <p:cBhvr additive="base">
                                        <p:cTn id="102" dur="500" fill="hold"/>
                                        <p:tgtEl>
                                          <p:spTgt spid="13"/>
                                        </p:tgtEl>
                                        <p:attrNameLst>
                                          <p:attrName>ppt_x</p:attrName>
                                        </p:attrNameLst>
                                      </p:cBhvr>
                                      <p:tavLst>
                                        <p:tav tm="0">
                                          <p:val>
                                            <p:strVal val="#ppt_x"/>
                                          </p:val>
                                        </p:tav>
                                        <p:tav tm="100000">
                                          <p:val>
                                            <p:strVal val="#ppt_x"/>
                                          </p:val>
                                        </p:tav>
                                      </p:tavLst>
                                    </p:anim>
                                    <p:anim calcmode="lin" valueType="num">
                                      <p:cBhvr additive="base">
                                        <p:cTn id="103" dur="500" fill="hold"/>
                                        <p:tgtEl>
                                          <p:spTgt spid="13"/>
                                        </p:tgtEl>
                                        <p:attrNameLst>
                                          <p:attrName>ppt_y</p:attrName>
                                        </p:attrNameLst>
                                      </p:cBhvr>
                                      <p:tavLst>
                                        <p:tav tm="0">
                                          <p:val>
                                            <p:strVal val="1+#ppt_h/2"/>
                                          </p:val>
                                        </p:tav>
                                        <p:tav tm="100000">
                                          <p:val>
                                            <p:strVal val="#ppt_y"/>
                                          </p:val>
                                        </p:tav>
                                      </p:tavLst>
                                    </p:anim>
                                  </p:childTnLst>
                                </p:cTn>
                              </p:par>
                            </p:childTnLst>
                          </p:cTn>
                        </p:par>
                        <p:par>
                          <p:cTn id="104" fill="hold">
                            <p:stCondLst>
                              <p:cond delay="9000"/>
                            </p:stCondLst>
                            <p:childTnLst>
                              <p:par>
                                <p:cTn id="105" presetID="2" presetClass="entr" presetSubtype="4" accel="50000" decel="50000" fill="hold" nodeType="afterEffect">
                                  <p:stCondLst>
                                    <p:cond delay="0"/>
                                  </p:stCondLst>
                                  <p:childTnLst>
                                    <p:set>
                                      <p:cBhvr>
                                        <p:cTn id="106" dur="1" fill="hold">
                                          <p:stCondLst>
                                            <p:cond delay="0"/>
                                          </p:stCondLst>
                                        </p:cTn>
                                        <p:tgtEl>
                                          <p:spTgt spid="15"/>
                                        </p:tgtEl>
                                        <p:attrNameLst>
                                          <p:attrName>style.visibility</p:attrName>
                                        </p:attrNameLst>
                                      </p:cBhvr>
                                      <p:to>
                                        <p:strVal val="visible"/>
                                      </p:to>
                                    </p:set>
                                    <p:anim calcmode="lin" valueType="num">
                                      <p:cBhvr additive="base">
                                        <p:cTn id="107" dur="500" fill="hold"/>
                                        <p:tgtEl>
                                          <p:spTgt spid="15"/>
                                        </p:tgtEl>
                                        <p:attrNameLst>
                                          <p:attrName>ppt_x</p:attrName>
                                        </p:attrNameLst>
                                      </p:cBhvr>
                                      <p:tavLst>
                                        <p:tav tm="0">
                                          <p:val>
                                            <p:strVal val="#ppt_x"/>
                                          </p:val>
                                        </p:tav>
                                        <p:tav tm="100000">
                                          <p:val>
                                            <p:strVal val="#ppt_x"/>
                                          </p:val>
                                        </p:tav>
                                      </p:tavLst>
                                    </p:anim>
                                    <p:anim calcmode="lin" valueType="num">
                                      <p:cBhvr additive="base">
                                        <p:cTn id="108" dur="500" fill="hold"/>
                                        <p:tgtEl>
                                          <p:spTgt spid="15"/>
                                        </p:tgtEl>
                                        <p:attrNameLst>
                                          <p:attrName>ppt_y</p:attrName>
                                        </p:attrNameLst>
                                      </p:cBhvr>
                                      <p:tavLst>
                                        <p:tav tm="0">
                                          <p:val>
                                            <p:strVal val="1+#ppt_h/2"/>
                                          </p:val>
                                        </p:tav>
                                        <p:tav tm="100000">
                                          <p:val>
                                            <p:strVal val="#ppt_y"/>
                                          </p:val>
                                        </p:tav>
                                      </p:tavLst>
                                    </p:anim>
                                  </p:childTnLst>
                                </p:cTn>
                              </p:par>
                            </p:childTnLst>
                          </p:cTn>
                        </p:par>
                        <p:par>
                          <p:cTn id="109" fill="hold">
                            <p:stCondLst>
                              <p:cond delay="9500"/>
                            </p:stCondLst>
                            <p:childTnLst>
                              <p:par>
                                <p:cTn id="110" presetID="2" presetClass="entr" presetSubtype="4" accel="50000" decel="50000" fill="hold" nodeType="afterEffect">
                                  <p:stCondLst>
                                    <p:cond delay="0"/>
                                  </p:stCondLst>
                                  <p:childTnLst>
                                    <p:set>
                                      <p:cBhvr>
                                        <p:cTn id="111" dur="1" fill="hold">
                                          <p:stCondLst>
                                            <p:cond delay="0"/>
                                          </p:stCondLst>
                                        </p:cTn>
                                        <p:tgtEl>
                                          <p:spTgt spid="16"/>
                                        </p:tgtEl>
                                        <p:attrNameLst>
                                          <p:attrName>style.visibility</p:attrName>
                                        </p:attrNameLst>
                                      </p:cBhvr>
                                      <p:to>
                                        <p:strVal val="visible"/>
                                      </p:to>
                                    </p:set>
                                    <p:anim calcmode="lin" valueType="num">
                                      <p:cBhvr additive="base">
                                        <p:cTn id="112" dur="500" fill="hold"/>
                                        <p:tgtEl>
                                          <p:spTgt spid="16"/>
                                        </p:tgtEl>
                                        <p:attrNameLst>
                                          <p:attrName>ppt_x</p:attrName>
                                        </p:attrNameLst>
                                      </p:cBhvr>
                                      <p:tavLst>
                                        <p:tav tm="0">
                                          <p:val>
                                            <p:strVal val="#ppt_x"/>
                                          </p:val>
                                        </p:tav>
                                        <p:tav tm="100000">
                                          <p:val>
                                            <p:strVal val="#ppt_x"/>
                                          </p:val>
                                        </p:tav>
                                      </p:tavLst>
                                    </p:anim>
                                    <p:anim calcmode="lin" valueType="num">
                                      <p:cBhvr additive="base">
                                        <p:cTn id="113" dur="500" fill="hold"/>
                                        <p:tgtEl>
                                          <p:spTgt spid="16"/>
                                        </p:tgtEl>
                                        <p:attrNameLst>
                                          <p:attrName>ppt_y</p:attrName>
                                        </p:attrNameLst>
                                      </p:cBhvr>
                                      <p:tavLst>
                                        <p:tav tm="0">
                                          <p:val>
                                            <p:strVal val="1+#ppt_h/2"/>
                                          </p:val>
                                        </p:tav>
                                        <p:tav tm="100000">
                                          <p:val>
                                            <p:strVal val="#ppt_y"/>
                                          </p:val>
                                        </p:tav>
                                      </p:tavLst>
                                    </p:anim>
                                  </p:childTnLst>
                                </p:cTn>
                              </p:par>
                            </p:childTnLst>
                          </p:cTn>
                        </p:par>
                        <p:par>
                          <p:cTn id="114" fill="hold">
                            <p:stCondLst>
                              <p:cond delay="10000"/>
                            </p:stCondLst>
                            <p:childTnLst>
                              <p:par>
                                <p:cTn id="115" presetID="2" presetClass="entr" presetSubtype="4" accel="50000" decel="50000" fill="hold" nodeType="afterEffect">
                                  <p:stCondLst>
                                    <p:cond delay="0"/>
                                  </p:stCondLst>
                                  <p:childTnLst>
                                    <p:set>
                                      <p:cBhvr>
                                        <p:cTn id="116" dur="1" fill="hold">
                                          <p:stCondLst>
                                            <p:cond delay="0"/>
                                          </p:stCondLst>
                                        </p:cTn>
                                        <p:tgtEl>
                                          <p:spTgt spid="17"/>
                                        </p:tgtEl>
                                        <p:attrNameLst>
                                          <p:attrName>style.visibility</p:attrName>
                                        </p:attrNameLst>
                                      </p:cBhvr>
                                      <p:to>
                                        <p:strVal val="visible"/>
                                      </p:to>
                                    </p:set>
                                    <p:anim calcmode="lin" valueType="num">
                                      <p:cBhvr additive="base">
                                        <p:cTn id="117" dur="500" fill="hold"/>
                                        <p:tgtEl>
                                          <p:spTgt spid="17"/>
                                        </p:tgtEl>
                                        <p:attrNameLst>
                                          <p:attrName>ppt_x</p:attrName>
                                        </p:attrNameLst>
                                      </p:cBhvr>
                                      <p:tavLst>
                                        <p:tav tm="0">
                                          <p:val>
                                            <p:strVal val="#ppt_x"/>
                                          </p:val>
                                        </p:tav>
                                        <p:tav tm="100000">
                                          <p:val>
                                            <p:strVal val="#ppt_x"/>
                                          </p:val>
                                        </p:tav>
                                      </p:tavLst>
                                    </p:anim>
                                    <p:anim calcmode="lin" valueType="num">
                                      <p:cBhvr additive="base">
                                        <p:cTn id="11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6" grpId="0" animBg="1"/>
      <p:bldP spid="5125" grpId="0" animBg="1"/>
      <p:bldP spid="11" grpId="0" animBg="1"/>
      <p:bldP spid="14" grpId="0" animBg="1"/>
      <p:bldP spid="10" grpId="0" animBg="1"/>
      <p:bldP spid="12" grpId="0" animBg="1"/>
      <p:bldP spid="62" grpId="0"/>
      <p:bldP spid="63" grpId="0"/>
      <p:bldP spid="64" grpId="0"/>
      <p:bldP spid="65" grpId="0"/>
      <p:bldP spid="66"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Straight Line buttom"/>
          <p:cNvCxnSpPr/>
          <p:nvPr/>
        </p:nvCxnSpPr>
        <p:spPr>
          <a:xfrm>
            <a:off x="685800" y="2179011"/>
            <a:ext cx="7772400" cy="0"/>
          </a:xfrm>
          <a:prstGeom prst="line">
            <a:avLst/>
          </a:prstGeom>
          <a:ln w="19050">
            <a:solidFill>
              <a:schemeClr val="tx1">
                <a:lumMod val="50000"/>
                <a:lumOff val="50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22" name="Title 21"/>
          <p:cNvSpPr>
            <a:spLocks noGrp="1"/>
          </p:cNvSpPr>
          <p:nvPr>
            <p:ph type="title"/>
          </p:nvPr>
        </p:nvSpPr>
        <p:spPr/>
        <p:txBody>
          <a:bodyPr/>
          <a:lstStyle/>
          <a:p>
            <a:r>
              <a:rPr lang="en-US"/>
              <a:t>Social Media Infographic</a:t>
            </a:r>
            <a:endParaRPr lang="en-US" dirty="0"/>
          </a:p>
        </p:txBody>
      </p:sp>
      <p:sp>
        <p:nvSpPr>
          <p:cNvPr id="23" name="Text Placeholder 22"/>
          <p:cNvSpPr>
            <a:spLocks noGrp="1"/>
          </p:cNvSpPr>
          <p:nvPr>
            <p:ph type="body" sz="half" idx="2"/>
          </p:nvPr>
        </p:nvSpPr>
        <p:spPr/>
        <p:txBody>
          <a:bodyPr/>
          <a:lstStyle/>
          <a:p>
            <a:r>
              <a:rPr lang="en-US"/>
              <a:t>Social Media Infographic</a:t>
            </a:r>
            <a:endParaRPr lang="en-US" dirty="0"/>
          </a:p>
        </p:txBody>
      </p:sp>
      <p:sp>
        <p:nvSpPr>
          <p:cNvPr id="35" name="Slide Number Placeholder 34"/>
          <p:cNvSpPr>
            <a:spLocks noGrp="1"/>
          </p:cNvSpPr>
          <p:nvPr>
            <p:ph type="sldNum" sz="quarter" idx="12"/>
          </p:nvPr>
        </p:nvSpPr>
        <p:spPr/>
        <p:txBody>
          <a:bodyPr/>
          <a:lstStyle/>
          <a:p>
            <a:fld id="{C136B7D2-B98C-44FD-8D04-7EC62A564975}" type="slidenum">
              <a:rPr lang="en-US" smtClean="0"/>
              <a:pPr/>
              <a:t>234</a:t>
            </a:fld>
            <a:endParaRPr lang="en-US" dirty="0"/>
          </a:p>
        </p:txBody>
      </p:sp>
      <p:grpSp>
        <p:nvGrpSpPr>
          <p:cNvPr id="2" name="Group 25"/>
          <p:cNvGrpSpPr/>
          <p:nvPr/>
        </p:nvGrpSpPr>
        <p:grpSpPr>
          <a:xfrm>
            <a:off x="501402" y="3089728"/>
            <a:ext cx="1479103" cy="709660"/>
            <a:chOff x="764014" y="1586047"/>
            <a:chExt cx="1544637" cy="709660"/>
          </a:xfrm>
        </p:grpSpPr>
        <p:sp>
          <p:nvSpPr>
            <p:cNvPr id="27"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
          <p:nvSpPr>
            <p:cNvPr id="2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sp>
        <p:nvSpPr>
          <p:cNvPr id="75" name="Oval 74"/>
          <p:cNvSpPr/>
          <p:nvPr/>
        </p:nvSpPr>
        <p:spPr>
          <a:xfrm>
            <a:off x="1104555" y="3911949"/>
            <a:ext cx="272797" cy="27279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25"/>
          <p:cNvGrpSpPr/>
          <p:nvPr/>
        </p:nvGrpSpPr>
        <p:grpSpPr>
          <a:xfrm>
            <a:off x="2126465" y="3089728"/>
            <a:ext cx="1479103" cy="709660"/>
            <a:chOff x="764014" y="1586047"/>
            <a:chExt cx="1544637" cy="709660"/>
          </a:xfrm>
        </p:grpSpPr>
        <p:sp>
          <p:nvSpPr>
            <p:cNvPr id="53"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p>
          </p:txBody>
        </p:sp>
        <p:sp>
          <p:nvSpPr>
            <p:cNvPr id="54"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sp>
        <p:nvSpPr>
          <p:cNvPr id="76" name="Oval 75"/>
          <p:cNvSpPr/>
          <p:nvPr/>
        </p:nvSpPr>
        <p:spPr>
          <a:xfrm>
            <a:off x="2729618" y="3911949"/>
            <a:ext cx="272797" cy="2727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25"/>
          <p:cNvGrpSpPr/>
          <p:nvPr/>
        </p:nvGrpSpPr>
        <p:grpSpPr>
          <a:xfrm>
            <a:off x="3751528" y="3089728"/>
            <a:ext cx="1479103" cy="709660"/>
            <a:chOff x="764014" y="1586047"/>
            <a:chExt cx="1544637" cy="709660"/>
          </a:xfrm>
        </p:grpSpPr>
        <p:sp>
          <p:nvSpPr>
            <p:cNvPr id="56"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p>
          </p:txBody>
        </p:sp>
        <p:sp>
          <p:nvSpPr>
            <p:cNvPr id="6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sp>
        <p:nvSpPr>
          <p:cNvPr id="77" name="Oval 76"/>
          <p:cNvSpPr/>
          <p:nvPr/>
        </p:nvSpPr>
        <p:spPr>
          <a:xfrm>
            <a:off x="4354681" y="3911949"/>
            <a:ext cx="272797" cy="2727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25"/>
          <p:cNvGrpSpPr/>
          <p:nvPr/>
        </p:nvGrpSpPr>
        <p:grpSpPr>
          <a:xfrm>
            <a:off x="5376591" y="3089728"/>
            <a:ext cx="1479103" cy="709660"/>
            <a:chOff x="764014" y="1586047"/>
            <a:chExt cx="1544637" cy="709660"/>
          </a:xfrm>
        </p:grpSpPr>
        <p:sp>
          <p:nvSpPr>
            <p:cNvPr id="70"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p>
          </p:txBody>
        </p:sp>
        <p:sp>
          <p:nvSpPr>
            <p:cNvPr id="7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sp>
        <p:nvSpPr>
          <p:cNvPr id="78" name="Oval 77"/>
          <p:cNvSpPr/>
          <p:nvPr/>
        </p:nvSpPr>
        <p:spPr>
          <a:xfrm>
            <a:off x="5979744" y="3911949"/>
            <a:ext cx="272797" cy="2727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25"/>
          <p:cNvGrpSpPr/>
          <p:nvPr/>
        </p:nvGrpSpPr>
        <p:grpSpPr>
          <a:xfrm>
            <a:off x="7001654" y="3089728"/>
            <a:ext cx="1479103" cy="709660"/>
            <a:chOff x="764014" y="1586047"/>
            <a:chExt cx="1544637" cy="709660"/>
          </a:xfrm>
        </p:grpSpPr>
        <p:sp>
          <p:nvSpPr>
            <p:cNvPr id="73"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p>
          </p:txBody>
        </p:sp>
        <p:sp>
          <p:nvSpPr>
            <p:cNvPr id="74"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sp>
        <p:nvSpPr>
          <p:cNvPr id="79" name="Oval 78"/>
          <p:cNvSpPr/>
          <p:nvPr/>
        </p:nvSpPr>
        <p:spPr>
          <a:xfrm>
            <a:off x="7604807" y="3911949"/>
            <a:ext cx="272797" cy="2727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40"/>
          <p:cNvGrpSpPr/>
          <p:nvPr/>
        </p:nvGrpSpPr>
        <p:grpSpPr>
          <a:xfrm>
            <a:off x="1662668" y="1745550"/>
            <a:ext cx="835480" cy="878038"/>
            <a:chOff x="1662668" y="1672705"/>
            <a:chExt cx="835480" cy="878038"/>
          </a:xfrm>
        </p:grpSpPr>
        <p:sp>
          <p:nvSpPr>
            <p:cNvPr id="36" name="Oval 35"/>
            <p:cNvSpPr/>
            <p:nvPr/>
          </p:nvSpPr>
          <p:spPr>
            <a:xfrm>
              <a:off x="1662668" y="1715265"/>
              <a:ext cx="835480" cy="83547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1">
                    <a:lumMod val="50000"/>
                  </a:schemeClr>
                </a:solidFill>
                <a:latin typeface="FontAwesome" pitchFamily="2" charset="0"/>
              </a:endParaRPr>
            </a:p>
          </p:txBody>
        </p:sp>
        <p:sp>
          <p:nvSpPr>
            <p:cNvPr id="5" name="Oval 4"/>
            <p:cNvSpPr/>
            <p:nvPr/>
          </p:nvSpPr>
          <p:spPr>
            <a:xfrm>
              <a:off x="1662668" y="1672705"/>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1">
                    <a:lumMod val="50000"/>
                  </a:schemeClr>
                </a:solidFill>
                <a:latin typeface="FontAwesome" pitchFamily="2" charset="0"/>
              </a:endParaRPr>
            </a:p>
          </p:txBody>
        </p:sp>
      </p:grpSp>
      <p:grpSp>
        <p:nvGrpSpPr>
          <p:cNvPr id="10" name="Group 41"/>
          <p:cNvGrpSpPr/>
          <p:nvPr/>
        </p:nvGrpSpPr>
        <p:grpSpPr>
          <a:xfrm>
            <a:off x="2652290" y="1615923"/>
            <a:ext cx="1094733" cy="1137205"/>
            <a:chOff x="2652290" y="1543078"/>
            <a:chExt cx="1094733" cy="1137205"/>
          </a:xfrm>
        </p:grpSpPr>
        <p:sp>
          <p:nvSpPr>
            <p:cNvPr id="37" name="Oval 36"/>
            <p:cNvSpPr/>
            <p:nvPr/>
          </p:nvSpPr>
          <p:spPr>
            <a:xfrm>
              <a:off x="2652290" y="1585550"/>
              <a:ext cx="1094733" cy="1094733"/>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2">
                    <a:lumMod val="50000"/>
                  </a:schemeClr>
                </a:solidFill>
                <a:latin typeface="FontAwesome" pitchFamily="2" charset="0"/>
              </a:endParaRPr>
            </a:p>
          </p:txBody>
        </p:sp>
        <p:sp>
          <p:nvSpPr>
            <p:cNvPr id="9" name="Oval 8"/>
            <p:cNvSpPr/>
            <p:nvPr/>
          </p:nvSpPr>
          <p:spPr>
            <a:xfrm>
              <a:off x="2652290" y="1543078"/>
              <a:ext cx="1094733" cy="109473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2">
                    <a:lumMod val="50000"/>
                  </a:schemeClr>
                </a:solidFill>
                <a:latin typeface="FontAwesome" pitchFamily="2" charset="0"/>
              </a:endParaRPr>
            </a:p>
          </p:txBody>
        </p:sp>
      </p:grpSp>
      <p:grpSp>
        <p:nvGrpSpPr>
          <p:cNvPr id="11" name="Group 42"/>
          <p:cNvGrpSpPr/>
          <p:nvPr/>
        </p:nvGrpSpPr>
        <p:grpSpPr>
          <a:xfrm>
            <a:off x="3901165" y="1492455"/>
            <a:ext cx="1346879" cy="1388936"/>
            <a:chOff x="3901165" y="1419610"/>
            <a:chExt cx="1346879" cy="1388936"/>
          </a:xfrm>
        </p:grpSpPr>
        <p:sp>
          <p:nvSpPr>
            <p:cNvPr id="38" name="Oval 37"/>
            <p:cNvSpPr/>
            <p:nvPr/>
          </p:nvSpPr>
          <p:spPr>
            <a:xfrm>
              <a:off x="3906374" y="1466878"/>
              <a:ext cx="1341670" cy="134166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3">
                    <a:lumMod val="50000"/>
                  </a:schemeClr>
                </a:solidFill>
                <a:latin typeface="FontAwesome" pitchFamily="2" charset="0"/>
              </a:endParaRPr>
            </a:p>
          </p:txBody>
        </p:sp>
        <p:sp>
          <p:nvSpPr>
            <p:cNvPr id="13" name="Oval 12"/>
            <p:cNvSpPr/>
            <p:nvPr/>
          </p:nvSpPr>
          <p:spPr>
            <a:xfrm>
              <a:off x="3901165" y="1419610"/>
              <a:ext cx="1341670" cy="13416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3">
                    <a:lumMod val="50000"/>
                  </a:schemeClr>
                </a:solidFill>
                <a:latin typeface="FontAwesome" pitchFamily="2" charset="0"/>
              </a:endParaRPr>
            </a:p>
          </p:txBody>
        </p:sp>
      </p:grpSp>
      <p:grpSp>
        <p:nvGrpSpPr>
          <p:cNvPr id="12" name="Group 43"/>
          <p:cNvGrpSpPr/>
          <p:nvPr/>
        </p:nvGrpSpPr>
        <p:grpSpPr>
          <a:xfrm>
            <a:off x="5396977" y="1615923"/>
            <a:ext cx="1095761" cy="1147439"/>
            <a:chOff x="5396977" y="1543078"/>
            <a:chExt cx="1095761" cy="1147439"/>
          </a:xfrm>
        </p:grpSpPr>
        <p:sp>
          <p:nvSpPr>
            <p:cNvPr id="39" name="Oval 38"/>
            <p:cNvSpPr/>
            <p:nvPr/>
          </p:nvSpPr>
          <p:spPr>
            <a:xfrm>
              <a:off x="5398005" y="1595784"/>
              <a:ext cx="1094733" cy="109473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4">
                    <a:lumMod val="50000"/>
                  </a:schemeClr>
                </a:solidFill>
                <a:latin typeface="FontAwesome" pitchFamily="2" charset="0"/>
              </a:endParaRPr>
            </a:p>
          </p:txBody>
        </p:sp>
        <p:sp>
          <p:nvSpPr>
            <p:cNvPr id="17" name="Oval 16"/>
            <p:cNvSpPr/>
            <p:nvPr/>
          </p:nvSpPr>
          <p:spPr>
            <a:xfrm>
              <a:off x="5396977" y="1543078"/>
              <a:ext cx="1094733" cy="10947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4">
                    <a:lumMod val="50000"/>
                  </a:schemeClr>
                </a:solidFill>
                <a:latin typeface="FontAwesome" pitchFamily="2" charset="0"/>
              </a:endParaRPr>
            </a:p>
          </p:txBody>
        </p:sp>
      </p:grpSp>
      <p:grpSp>
        <p:nvGrpSpPr>
          <p:cNvPr id="14" name="Group 44"/>
          <p:cNvGrpSpPr/>
          <p:nvPr/>
        </p:nvGrpSpPr>
        <p:grpSpPr>
          <a:xfrm>
            <a:off x="6641585" y="1745550"/>
            <a:ext cx="839747" cy="881198"/>
            <a:chOff x="6641585" y="1672705"/>
            <a:chExt cx="839747" cy="881198"/>
          </a:xfrm>
        </p:grpSpPr>
        <p:sp>
          <p:nvSpPr>
            <p:cNvPr id="40" name="Oval 39"/>
            <p:cNvSpPr/>
            <p:nvPr/>
          </p:nvSpPr>
          <p:spPr>
            <a:xfrm>
              <a:off x="6641585" y="1718425"/>
              <a:ext cx="835480" cy="835478"/>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5">
                    <a:lumMod val="50000"/>
                  </a:schemeClr>
                </a:solidFill>
                <a:latin typeface="FontAwesome" pitchFamily="2" charset="0"/>
              </a:endParaRPr>
            </a:p>
          </p:txBody>
        </p:sp>
        <p:sp>
          <p:nvSpPr>
            <p:cNvPr id="20" name="Oval 19"/>
            <p:cNvSpPr/>
            <p:nvPr/>
          </p:nvSpPr>
          <p:spPr>
            <a:xfrm>
              <a:off x="6645852" y="1672705"/>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5">
                    <a:lumMod val="50000"/>
                  </a:schemeClr>
                </a:solidFill>
                <a:latin typeface="FontAwesome" pitchFamily="2" charset="0"/>
              </a:endParaRPr>
            </a:p>
          </p:txBody>
        </p:sp>
      </p:grpSp>
      <p:sp>
        <p:nvSpPr>
          <p:cNvPr id="47" name="Freeform 78"/>
          <p:cNvSpPr>
            <a:spLocks/>
          </p:cNvSpPr>
          <p:nvPr/>
        </p:nvSpPr>
        <p:spPr bwMode="auto">
          <a:xfrm>
            <a:off x="2007428" y="2017905"/>
            <a:ext cx="145960" cy="278478"/>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154"/>
          <p:cNvSpPr>
            <a:spLocks/>
          </p:cNvSpPr>
          <p:nvPr/>
        </p:nvSpPr>
        <p:spPr bwMode="auto">
          <a:xfrm>
            <a:off x="2968556" y="2015593"/>
            <a:ext cx="462200" cy="368420"/>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41"/>
          <p:cNvSpPr>
            <a:spLocks noEditPoints="1"/>
          </p:cNvSpPr>
          <p:nvPr/>
        </p:nvSpPr>
        <p:spPr bwMode="auto">
          <a:xfrm>
            <a:off x="4283601" y="1943788"/>
            <a:ext cx="582006" cy="419677"/>
          </a:xfrm>
          <a:custGeom>
            <a:avLst/>
            <a:gdLst/>
            <a:ahLst/>
            <a:cxnLst>
              <a:cxn ang="0">
                <a:pos x="67" y="41"/>
              </a:cxn>
              <a:cxn ang="0">
                <a:pos x="59" y="48"/>
              </a:cxn>
              <a:cxn ang="0">
                <a:pos x="34" y="49"/>
              </a:cxn>
              <a:cxn ang="0">
                <a:pos x="8" y="48"/>
              </a:cxn>
              <a:cxn ang="0">
                <a:pos x="1" y="41"/>
              </a:cxn>
              <a:cxn ang="0">
                <a:pos x="0" y="25"/>
              </a:cxn>
              <a:cxn ang="0">
                <a:pos x="1" y="8"/>
              </a:cxn>
              <a:cxn ang="0">
                <a:pos x="8" y="1"/>
              </a:cxn>
              <a:cxn ang="0">
                <a:pos x="34" y="0"/>
              </a:cxn>
              <a:cxn ang="0">
                <a:pos x="59" y="1"/>
              </a:cxn>
              <a:cxn ang="0">
                <a:pos x="67" y="8"/>
              </a:cxn>
              <a:cxn ang="0">
                <a:pos x="68" y="25"/>
              </a:cxn>
              <a:cxn ang="0">
                <a:pos x="67" y="41"/>
              </a:cxn>
              <a:cxn ang="0">
                <a:pos x="47" y="23"/>
              </a:cxn>
              <a:cxn ang="0">
                <a:pos x="28" y="11"/>
              </a:cxn>
              <a:cxn ang="0">
                <a:pos x="25" y="10"/>
              </a:cxn>
              <a:cxn ang="0">
                <a:pos x="24" y="13"/>
              </a:cxn>
              <a:cxn ang="0">
                <a:pos x="24" y="37"/>
              </a:cxn>
              <a:cxn ang="0">
                <a:pos x="25" y="39"/>
              </a:cxn>
              <a:cxn ang="0">
                <a:pos x="26" y="39"/>
              </a:cxn>
              <a:cxn ang="0">
                <a:pos x="28" y="39"/>
              </a:cxn>
              <a:cxn ang="0">
                <a:pos x="47" y="27"/>
              </a:cxn>
              <a:cxn ang="0">
                <a:pos x="48" y="25"/>
              </a:cxn>
              <a:cxn ang="0">
                <a:pos x="47" y="23"/>
              </a:cxn>
            </a:cxnLst>
            <a:rect l="0" t="0" r="r" b="b"/>
            <a:pathLst>
              <a:path w="68" h="49">
                <a:moveTo>
                  <a:pt x="67" y="41"/>
                </a:moveTo>
                <a:cubicBezTo>
                  <a:pt x="66" y="45"/>
                  <a:pt x="63" y="48"/>
                  <a:pt x="59" y="48"/>
                </a:cubicBezTo>
                <a:cubicBezTo>
                  <a:pt x="51" y="49"/>
                  <a:pt x="42" y="49"/>
                  <a:pt x="34" y="49"/>
                </a:cubicBezTo>
                <a:cubicBezTo>
                  <a:pt x="25" y="49"/>
                  <a:pt x="17" y="49"/>
                  <a:pt x="8" y="48"/>
                </a:cubicBezTo>
                <a:cubicBezTo>
                  <a:pt x="5" y="48"/>
                  <a:pt x="2" y="45"/>
                  <a:pt x="1" y="41"/>
                </a:cubicBezTo>
                <a:cubicBezTo>
                  <a:pt x="0" y="36"/>
                  <a:pt x="0" y="30"/>
                  <a:pt x="0" y="25"/>
                </a:cubicBezTo>
                <a:cubicBezTo>
                  <a:pt x="0" y="19"/>
                  <a:pt x="0" y="14"/>
                  <a:pt x="1" y="8"/>
                </a:cubicBezTo>
                <a:cubicBezTo>
                  <a:pt x="2" y="5"/>
                  <a:pt x="5" y="2"/>
                  <a:pt x="8" y="1"/>
                </a:cubicBezTo>
                <a:cubicBezTo>
                  <a:pt x="17" y="0"/>
                  <a:pt x="25" y="0"/>
                  <a:pt x="34" y="0"/>
                </a:cubicBezTo>
                <a:cubicBezTo>
                  <a:pt x="42" y="0"/>
                  <a:pt x="51" y="0"/>
                  <a:pt x="59" y="1"/>
                </a:cubicBezTo>
                <a:cubicBezTo>
                  <a:pt x="63" y="2"/>
                  <a:pt x="66" y="5"/>
                  <a:pt x="67" y="8"/>
                </a:cubicBezTo>
                <a:cubicBezTo>
                  <a:pt x="68" y="14"/>
                  <a:pt x="68" y="19"/>
                  <a:pt x="68" y="25"/>
                </a:cubicBezTo>
                <a:cubicBezTo>
                  <a:pt x="68" y="30"/>
                  <a:pt x="68" y="36"/>
                  <a:pt x="67" y="41"/>
                </a:cubicBezTo>
                <a:close/>
                <a:moveTo>
                  <a:pt x="47" y="23"/>
                </a:moveTo>
                <a:cubicBezTo>
                  <a:pt x="28" y="11"/>
                  <a:pt x="28" y="11"/>
                  <a:pt x="28" y="11"/>
                </a:cubicBezTo>
                <a:cubicBezTo>
                  <a:pt x="27" y="10"/>
                  <a:pt x="26" y="10"/>
                  <a:pt x="25" y="10"/>
                </a:cubicBezTo>
                <a:cubicBezTo>
                  <a:pt x="25" y="11"/>
                  <a:pt x="24" y="12"/>
                  <a:pt x="24" y="13"/>
                </a:cubicBezTo>
                <a:cubicBezTo>
                  <a:pt x="24" y="37"/>
                  <a:pt x="24" y="37"/>
                  <a:pt x="24" y="37"/>
                </a:cubicBezTo>
                <a:cubicBezTo>
                  <a:pt x="24" y="38"/>
                  <a:pt x="25" y="39"/>
                  <a:pt x="25" y="39"/>
                </a:cubicBezTo>
                <a:cubicBezTo>
                  <a:pt x="26" y="39"/>
                  <a:pt x="26" y="39"/>
                  <a:pt x="26" y="39"/>
                </a:cubicBezTo>
                <a:cubicBezTo>
                  <a:pt x="27" y="39"/>
                  <a:pt x="27" y="39"/>
                  <a:pt x="28" y="39"/>
                </a:cubicBezTo>
                <a:cubicBezTo>
                  <a:pt x="47" y="27"/>
                  <a:pt x="47" y="27"/>
                  <a:pt x="47" y="27"/>
                </a:cubicBezTo>
                <a:cubicBezTo>
                  <a:pt x="48" y="26"/>
                  <a:pt x="48" y="26"/>
                  <a:pt x="48" y="25"/>
                </a:cubicBezTo>
                <a:cubicBezTo>
                  <a:pt x="48" y="24"/>
                  <a:pt x="48" y="23"/>
                  <a:pt x="47" y="2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117"/>
          <p:cNvSpPr>
            <a:spLocks noEditPoints="1"/>
          </p:cNvSpPr>
          <p:nvPr/>
        </p:nvSpPr>
        <p:spPr bwMode="auto">
          <a:xfrm>
            <a:off x="6930780" y="2019495"/>
            <a:ext cx="261356" cy="252571"/>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
          <p:cNvSpPr>
            <a:spLocks noEditPoints="1"/>
          </p:cNvSpPr>
          <p:nvPr/>
        </p:nvSpPr>
        <p:spPr bwMode="auto">
          <a:xfrm>
            <a:off x="5776350" y="1970627"/>
            <a:ext cx="337015" cy="355162"/>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3" presetClass="entr" presetSubtype="16" fill="hold" nodeType="withEffect">
                                  <p:stCondLst>
                                    <p:cond delay="500"/>
                                  </p:stCondLst>
                                  <p:childTnLst>
                                    <p:set>
                                      <p:cBhvr>
                                        <p:cTn id="6" dur="1" fill="hold">
                                          <p:stCondLst>
                                            <p:cond delay="0"/>
                                          </p:stCondLst>
                                        </p:cTn>
                                        <p:tgtEl>
                                          <p:spTgt spid="46"/>
                                        </p:tgtEl>
                                        <p:attrNameLst>
                                          <p:attrName>style.visibility</p:attrName>
                                        </p:attrNameLst>
                                      </p:cBhvr>
                                      <p:to>
                                        <p:strVal val="visible"/>
                                      </p:to>
                                    </p:set>
                                    <p:animEffect transition="in" filter="plus(in)">
                                      <p:cBhvr>
                                        <p:cTn id="7" dur="500"/>
                                        <p:tgtEl>
                                          <p:spTgt spid="46"/>
                                        </p:tgtEl>
                                      </p:cBhvr>
                                    </p:animEffect>
                                  </p:childTnLst>
                                </p:cTn>
                              </p:par>
                            </p:childTnLst>
                          </p:cTn>
                        </p:par>
                        <p:par>
                          <p:cTn id="8" fill="hold">
                            <p:stCondLst>
                              <p:cond delay="1000"/>
                            </p:stCondLst>
                            <p:childTnLst>
                              <p:par>
                                <p:cTn id="9" presetID="53"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p:cTn id="11" dur="500" fill="hold"/>
                                        <p:tgtEl>
                                          <p:spTgt spid="8"/>
                                        </p:tgtEl>
                                        <p:attrNameLst>
                                          <p:attrName>ppt_w</p:attrName>
                                        </p:attrNameLst>
                                      </p:cBhvr>
                                      <p:tavLst>
                                        <p:tav tm="0">
                                          <p:val>
                                            <p:fltVal val="0"/>
                                          </p:val>
                                        </p:tav>
                                        <p:tav tm="100000">
                                          <p:val>
                                            <p:strVal val="#ppt_w"/>
                                          </p:val>
                                        </p:tav>
                                      </p:tavLst>
                                    </p:anim>
                                    <p:anim calcmode="lin" valueType="num">
                                      <p:cBhvr>
                                        <p:cTn id="12" dur="500" fill="hold"/>
                                        <p:tgtEl>
                                          <p:spTgt spid="8"/>
                                        </p:tgtEl>
                                        <p:attrNameLst>
                                          <p:attrName>ppt_h</p:attrName>
                                        </p:attrNameLst>
                                      </p:cBhvr>
                                      <p:tavLst>
                                        <p:tav tm="0">
                                          <p:val>
                                            <p:fltVal val="0"/>
                                          </p:val>
                                        </p:tav>
                                        <p:tav tm="100000">
                                          <p:val>
                                            <p:strVal val="#ppt_h"/>
                                          </p:val>
                                        </p:tav>
                                      </p:tavLst>
                                    </p:anim>
                                    <p:animEffect transition="in" filter="fade">
                                      <p:cBhvr>
                                        <p:cTn id="13" dur="500"/>
                                        <p:tgtEl>
                                          <p:spTgt spid="8"/>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p:cTn id="17" dur="500" fill="hold"/>
                                        <p:tgtEl>
                                          <p:spTgt spid="47"/>
                                        </p:tgtEl>
                                        <p:attrNameLst>
                                          <p:attrName>ppt_w</p:attrName>
                                        </p:attrNameLst>
                                      </p:cBhvr>
                                      <p:tavLst>
                                        <p:tav tm="0">
                                          <p:val>
                                            <p:fltVal val="0"/>
                                          </p:val>
                                        </p:tav>
                                        <p:tav tm="100000">
                                          <p:val>
                                            <p:strVal val="#ppt_w"/>
                                          </p:val>
                                        </p:tav>
                                      </p:tavLst>
                                    </p:anim>
                                    <p:anim calcmode="lin" valueType="num">
                                      <p:cBhvr>
                                        <p:cTn id="18" dur="500" fill="hold"/>
                                        <p:tgtEl>
                                          <p:spTgt spid="47"/>
                                        </p:tgtEl>
                                        <p:attrNameLst>
                                          <p:attrName>ppt_h</p:attrName>
                                        </p:attrNameLst>
                                      </p:cBhvr>
                                      <p:tavLst>
                                        <p:tav tm="0">
                                          <p:val>
                                            <p:fltVal val="0"/>
                                          </p:val>
                                        </p:tav>
                                        <p:tav tm="100000">
                                          <p:val>
                                            <p:strVal val="#ppt_h"/>
                                          </p:val>
                                        </p:tav>
                                      </p:tavLst>
                                    </p:anim>
                                    <p:animEffect transition="in" filter="fade">
                                      <p:cBhvr>
                                        <p:cTn id="19" dur="500"/>
                                        <p:tgtEl>
                                          <p:spTgt spid="47"/>
                                        </p:tgtEl>
                                      </p:cBhvr>
                                    </p:animEffect>
                                  </p:childTnLst>
                                </p:cTn>
                              </p:par>
                            </p:childTnLst>
                          </p:cTn>
                        </p:par>
                        <p:par>
                          <p:cTn id="20" fill="hold">
                            <p:stCondLst>
                              <p:cond delay="2000"/>
                            </p:stCondLst>
                            <p:childTnLst>
                              <p:par>
                                <p:cTn id="21" presetID="53"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500" fill="hold"/>
                                        <p:tgtEl>
                                          <p:spTgt spid="10"/>
                                        </p:tgtEl>
                                        <p:attrNameLst>
                                          <p:attrName>ppt_w</p:attrName>
                                        </p:attrNameLst>
                                      </p:cBhvr>
                                      <p:tavLst>
                                        <p:tav tm="0">
                                          <p:val>
                                            <p:fltVal val="0"/>
                                          </p:val>
                                        </p:tav>
                                        <p:tav tm="100000">
                                          <p:val>
                                            <p:strVal val="#ppt_w"/>
                                          </p:val>
                                        </p:tav>
                                      </p:tavLst>
                                    </p:anim>
                                    <p:anim calcmode="lin" valueType="num">
                                      <p:cBhvr>
                                        <p:cTn id="24" dur="500" fill="hold"/>
                                        <p:tgtEl>
                                          <p:spTgt spid="10"/>
                                        </p:tgtEl>
                                        <p:attrNameLst>
                                          <p:attrName>ppt_h</p:attrName>
                                        </p:attrNameLst>
                                      </p:cBhvr>
                                      <p:tavLst>
                                        <p:tav tm="0">
                                          <p:val>
                                            <p:fltVal val="0"/>
                                          </p:val>
                                        </p:tav>
                                        <p:tav tm="100000">
                                          <p:val>
                                            <p:strVal val="#ppt_h"/>
                                          </p:val>
                                        </p:tav>
                                      </p:tavLst>
                                    </p:anim>
                                    <p:animEffect transition="in" filter="fade">
                                      <p:cBhvr>
                                        <p:cTn id="25" dur="500"/>
                                        <p:tgtEl>
                                          <p:spTgt spid="10"/>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p:cTn id="29" dur="500" fill="hold"/>
                                        <p:tgtEl>
                                          <p:spTgt spid="48"/>
                                        </p:tgtEl>
                                        <p:attrNameLst>
                                          <p:attrName>ppt_w</p:attrName>
                                        </p:attrNameLst>
                                      </p:cBhvr>
                                      <p:tavLst>
                                        <p:tav tm="0">
                                          <p:val>
                                            <p:fltVal val="0"/>
                                          </p:val>
                                        </p:tav>
                                        <p:tav tm="100000">
                                          <p:val>
                                            <p:strVal val="#ppt_w"/>
                                          </p:val>
                                        </p:tav>
                                      </p:tavLst>
                                    </p:anim>
                                    <p:anim calcmode="lin" valueType="num">
                                      <p:cBhvr>
                                        <p:cTn id="30" dur="500" fill="hold"/>
                                        <p:tgtEl>
                                          <p:spTgt spid="48"/>
                                        </p:tgtEl>
                                        <p:attrNameLst>
                                          <p:attrName>ppt_h</p:attrName>
                                        </p:attrNameLst>
                                      </p:cBhvr>
                                      <p:tavLst>
                                        <p:tav tm="0">
                                          <p:val>
                                            <p:fltVal val="0"/>
                                          </p:val>
                                        </p:tav>
                                        <p:tav tm="100000">
                                          <p:val>
                                            <p:strVal val="#ppt_h"/>
                                          </p:val>
                                        </p:tav>
                                      </p:tavLst>
                                    </p:anim>
                                    <p:animEffect transition="in" filter="fade">
                                      <p:cBhvr>
                                        <p:cTn id="31" dur="500"/>
                                        <p:tgtEl>
                                          <p:spTgt spid="48"/>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500" fill="hold"/>
                                        <p:tgtEl>
                                          <p:spTgt spid="11"/>
                                        </p:tgtEl>
                                        <p:attrNameLst>
                                          <p:attrName>ppt_w</p:attrName>
                                        </p:attrNameLst>
                                      </p:cBhvr>
                                      <p:tavLst>
                                        <p:tav tm="0">
                                          <p:val>
                                            <p:fltVal val="0"/>
                                          </p:val>
                                        </p:tav>
                                        <p:tav tm="100000">
                                          <p:val>
                                            <p:strVal val="#ppt_w"/>
                                          </p:val>
                                        </p:tav>
                                      </p:tavLst>
                                    </p:anim>
                                    <p:anim calcmode="lin" valueType="num">
                                      <p:cBhvr>
                                        <p:cTn id="36" dur="500" fill="hold"/>
                                        <p:tgtEl>
                                          <p:spTgt spid="11"/>
                                        </p:tgtEl>
                                        <p:attrNameLst>
                                          <p:attrName>ppt_h</p:attrName>
                                        </p:attrNameLst>
                                      </p:cBhvr>
                                      <p:tavLst>
                                        <p:tav tm="0">
                                          <p:val>
                                            <p:fltVal val="0"/>
                                          </p:val>
                                        </p:tav>
                                        <p:tav tm="100000">
                                          <p:val>
                                            <p:strVal val="#ppt_h"/>
                                          </p:val>
                                        </p:tav>
                                      </p:tavLst>
                                    </p:anim>
                                    <p:animEffect transition="in" filter="fade">
                                      <p:cBhvr>
                                        <p:cTn id="37" dur="500"/>
                                        <p:tgtEl>
                                          <p:spTgt spid="11"/>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49"/>
                                        </p:tgtEl>
                                        <p:attrNameLst>
                                          <p:attrName>style.visibility</p:attrName>
                                        </p:attrNameLst>
                                      </p:cBhvr>
                                      <p:to>
                                        <p:strVal val="visible"/>
                                      </p:to>
                                    </p:set>
                                    <p:anim calcmode="lin" valueType="num">
                                      <p:cBhvr>
                                        <p:cTn id="41" dur="500" fill="hold"/>
                                        <p:tgtEl>
                                          <p:spTgt spid="49"/>
                                        </p:tgtEl>
                                        <p:attrNameLst>
                                          <p:attrName>ppt_w</p:attrName>
                                        </p:attrNameLst>
                                      </p:cBhvr>
                                      <p:tavLst>
                                        <p:tav tm="0">
                                          <p:val>
                                            <p:fltVal val="0"/>
                                          </p:val>
                                        </p:tav>
                                        <p:tav tm="100000">
                                          <p:val>
                                            <p:strVal val="#ppt_w"/>
                                          </p:val>
                                        </p:tav>
                                      </p:tavLst>
                                    </p:anim>
                                    <p:anim calcmode="lin" valueType="num">
                                      <p:cBhvr>
                                        <p:cTn id="42" dur="500" fill="hold"/>
                                        <p:tgtEl>
                                          <p:spTgt spid="49"/>
                                        </p:tgtEl>
                                        <p:attrNameLst>
                                          <p:attrName>ppt_h</p:attrName>
                                        </p:attrNameLst>
                                      </p:cBhvr>
                                      <p:tavLst>
                                        <p:tav tm="0">
                                          <p:val>
                                            <p:fltVal val="0"/>
                                          </p:val>
                                        </p:tav>
                                        <p:tav tm="100000">
                                          <p:val>
                                            <p:strVal val="#ppt_h"/>
                                          </p:val>
                                        </p:tav>
                                      </p:tavLst>
                                    </p:anim>
                                    <p:animEffect transition="in" filter="fade">
                                      <p:cBhvr>
                                        <p:cTn id="43" dur="500"/>
                                        <p:tgtEl>
                                          <p:spTgt spid="49"/>
                                        </p:tgtEl>
                                      </p:cBhvr>
                                    </p:animEffect>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500" fill="hold"/>
                                        <p:tgtEl>
                                          <p:spTgt spid="12"/>
                                        </p:tgtEl>
                                        <p:attrNameLst>
                                          <p:attrName>ppt_w</p:attrName>
                                        </p:attrNameLst>
                                      </p:cBhvr>
                                      <p:tavLst>
                                        <p:tav tm="0">
                                          <p:val>
                                            <p:fltVal val="0"/>
                                          </p:val>
                                        </p:tav>
                                        <p:tav tm="100000">
                                          <p:val>
                                            <p:strVal val="#ppt_w"/>
                                          </p:val>
                                        </p:tav>
                                      </p:tavLst>
                                    </p:anim>
                                    <p:anim calcmode="lin" valueType="num">
                                      <p:cBhvr>
                                        <p:cTn id="48" dur="500" fill="hold"/>
                                        <p:tgtEl>
                                          <p:spTgt spid="12"/>
                                        </p:tgtEl>
                                        <p:attrNameLst>
                                          <p:attrName>ppt_h</p:attrName>
                                        </p:attrNameLst>
                                      </p:cBhvr>
                                      <p:tavLst>
                                        <p:tav tm="0">
                                          <p:val>
                                            <p:fltVal val="0"/>
                                          </p:val>
                                        </p:tav>
                                        <p:tav tm="100000">
                                          <p:val>
                                            <p:strVal val="#ppt_h"/>
                                          </p:val>
                                        </p:tav>
                                      </p:tavLst>
                                    </p:anim>
                                    <p:animEffect transition="in" filter="fade">
                                      <p:cBhvr>
                                        <p:cTn id="49" dur="500"/>
                                        <p:tgtEl>
                                          <p:spTgt spid="12"/>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51"/>
                                        </p:tgtEl>
                                        <p:attrNameLst>
                                          <p:attrName>style.visibility</p:attrName>
                                        </p:attrNameLst>
                                      </p:cBhvr>
                                      <p:to>
                                        <p:strVal val="visible"/>
                                      </p:to>
                                    </p:set>
                                    <p:anim calcmode="lin" valueType="num">
                                      <p:cBhvr>
                                        <p:cTn id="53" dur="500" fill="hold"/>
                                        <p:tgtEl>
                                          <p:spTgt spid="51"/>
                                        </p:tgtEl>
                                        <p:attrNameLst>
                                          <p:attrName>ppt_w</p:attrName>
                                        </p:attrNameLst>
                                      </p:cBhvr>
                                      <p:tavLst>
                                        <p:tav tm="0">
                                          <p:val>
                                            <p:fltVal val="0"/>
                                          </p:val>
                                        </p:tav>
                                        <p:tav tm="100000">
                                          <p:val>
                                            <p:strVal val="#ppt_w"/>
                                          </p:val>
                                        </p:tav>
                                      </p:tavLst>
                                    </p:anim>
                                    <p:anim calcmode="lin" valueType="num">
                                      <p:cBhvr>
                                        <p:cTn id="54" dur="500" fill="hold"/>
                                        <p:tgtEl>
                                          <p:spTgt spid="51"/>
                                        </p:tgtEl>
                                        <p:attrNameLst>
                                          <p:attrName>ppt_h</p:attrName>
                                        </p:attrNameLst>
                                      </p:cBhvr>
                                      <p:tavLst>
                                        <p:tav tm="0">
                                          <p:val>
                                            <p:fltVal val="0"/>
                                          </p:val>
                                        </p:tav>
                                        <p:tav tm="100000">
                                          <p:val>
                                            <p:strVal val="#ppt_h"/>
                                          </p:val>
                                        </p:tav>
                                      </p:tavLst>
                                    </p:anim>
                                    <p:animEffect transition="in" filter="fade">
                                      <p:cBhvr>
                                        <p:cTn id="55" dur="500"/>
                                        <p:tgtEl>
                                          <p:spTgt spid="51"/>
                                        </p:tgtEl>
                                      </p:cBhvr>
                                    </p:animEffect>
                                  </p:childTnLst>
                                </p:cTn>
                              </p:par>
                            </p:childTnLst>
                          </p:cTn>
                        </p:par>
                        <p:par>
                          <p:cTn id="56" fill="hold">
                            <p:stCondLst>
                              <p:cond delay="5000"/>
                            </p:stCondLst>
                            <p:childTnLst>
                              <p:par>
                                <p:cTn id="57" presetID="53" presetClass="entr" presetSubtype="0" fill="hold" nodeType="afterEffect">
                                  <p:stCondLst>
                                    <p:cond delay="0"/>
                                  </p:stCondLst>
                                  <p:childTnLst>
                                    <p:set>
                                      <p:cBhvr>
                                        <p:cTn id="58" dur="1" fill="hold">
                                          <p:stCondLst>
                                            <p:cond delay="0"/>
                                          </p:stCondLst>
                                        </p:cTn>
                                        <p:tgtEl>
                                          <p:spTgt spid="14"/>
                                        </p:tgtEl>
                                        <p:attrNameLst>
                                          <p:attrName>style.visibility</p:attrName>
                                        </p:attrNameLst>
                                      </p:cBhvr>
                                      <p:to>
                                        <p:strVal val="visible"/>
                                      </p:to>
                                    </p:set>
                                    <p:anim calcmode="lin" valueType="num">
                                      <p:cBhvr>
                                        <p:cTn id="59" dur="500" fill="hold"/>
                                        <p:tgtEl>
                                          <p:spTgt spid="14"/>
                                        </p:tgtEl>
                                        <p:attrNameLst>
                                          <p:attrName>ppt_w</p:attrName>
                                        </p:attrNameLst>
                                      </p:cBhvr>
                                      <p:tavLst>
                                        <p:tav tm="0">
                                          <p:val>
                                            <p:fltVal val="0"/>
                                          </p:val>
                                        </p:tav>
                                        <p:tav tm="100000">
                                          <p:val>
                                            <p:strVal val="#ppt_w"/>
                                          </p:val>
                                        </p:tav>
                                      </p:tavLst>
                                    </p:anim>
                                    <p:anim calcmode="lin" valueType="num">
                                      <p:cBhvr>
                                        <p:cTn id="60" dur="500" fill="hold"/>
                                        <p:tgtEl>
                                          <p:spTgt spid="14"/>
                                        </p:tgtEl>
                                        <p:attrNameLst>
                                          <p:attrName>ppt_h</p:attrName>
                                        </p:attrNameLst>
                                      </p:cBhvr>
                                      <p:tavLst>
                                        <p:tav tm="0">
                                          <p:val>
                                            <p:fltVal val="0"/>
                                          </p:val>
                                        </p:tav>
                                        <p:tav tm="100000">
                                          <p:val>
                                            <p:strVal val="#ppt_h"/>
                                          </p:val>
                                        </p:tav>
                                      </p:tavLst>
                                    </p:anim>
                                    <p:animEffect transition="in" filter="fade">
                                      <p:cBhvr>
                                        <p:cTn id="61" dur="500"/>
                                        <p:tgtEl>
                                          <p:spTgt spid="14"/>
                                        </p:tgtEl>
                                      </p:cBhvr>
                                    </p:animEffect>
                                  </p:childTnLst>
                                </p:cTn>
                              </p:par>
                            </p:childTnLst>
                          </p:cTn>
                        </p:par>
                        <p:par>
                          <p:cTn id="62" fill="hold">
                            <p:stCondLst>
                              <p:cond delay="5500"/>
                            </p:stCondLst>
                            <p:childTnLst>
                              <p:par>
                                <p:cTn id="63" presetID="53" presetClass="entr" presetSubtype="0" fill="hold" grpId="0" nodeType="afterEffect">
                                  <p:stCondLst>
                                    <p:cond delay="0"/>
                                  </p:stCondLst>
                                  <p:childTnLst>
                                    <p:set>
                                      <p:cBhvr>
                                        <p:cTn id="64" dur="1" fill="hold">
                                          <p:stCondLst>
                                            <p:cond delay="0"/>
                                          </p:stCondLst>
                                        </p:cTn>
                                        <p:tgtEl>
                                          <p:spTgt spid="50"/>
                                        </p:tgtEl>
                                        <p:attrNameLst>
                                          <p:attrName>style.visibility</p:attrName>
                                        </p:attrNameLst>
                                      </p:cBhvr>
                                      <p:to>
                                        <p:strVal val="visible"/>
                                      </p:to>
                                    </p:set>
                                    <p:anim calcmode="lin" valueType="num">
                                      <p:cBhvr>
                                        <p:cTn id="65" dur="500" fill="hold"/>
                                        <p:tgtEl>
                                          <p:spTgt spid="50"/>
                                        </p:tgtEl>
                                        <p:attrNameLst>
                                          <p:attrName>ppt_w</p:attrName>
                                        </p:attrNameLst>
                                      </p:cBhvr>
                                      <p:tavLst>
                                        <p:tav tm="0">
                                          <p:val>
                                            <p:fltVal val="0"/>
                                          </p:val>
                                        </p:tav>
                                        <p:tav tm="100000">
                                          <p:val>
                                            <p:strVal val="#ppt_w"/>
                                          </p:val>
                                        </p:tav>
                                      </p:tavLst>
                                    </p:anim>
                                    <p:anim calcmode="lin" valueType="num">
                                      <p:cBhvr>
                                        <p:cTn id="66" dur="500" fill="hold"/>
                                        <p:tgtEl>
                                          <p:spTgt spid="50"/>
                                        </p:tgtEl>
                                        <p:attrNameLst>
                                          <p:attrName>ppt_h</p:attrName>
                                        </p:attrNameLst>
                                      </p:cBhvr>
                                      <p:tavLst>
                                        <p:tav tm="0">
                                          <p:val>
                                            <p:fltVal val="0"/>
                                          </p:val>
                                        </p:tav>
                                        <p:tav tm="100000">
                                          <p:val>
                                            <p:strVal val="#ppt_h"/>
                                          </p:val>
                                        </p:tav>
                                      </p:tavLst>
                                    </p:anim>
                                    <p:animEffect transition="in" filter="fade">
                                      <p:cBhvr>
                                        <p:cTn id="67" dur="500"/>
                                        <p:tgtEl>
                                          <p:spTgt spid="50"/>
                                        </p:tgtEl>
                                      </p:cBhvr>
                                    </p:animEffect>
                                  </p:childTnLst>
                                </p:cTn>
                              </p:par>
                            </p:childTnLst>
                          </p:cTn>
                        </p:par>
                        <p:par>
                          <p:cTn id="68" fill="hold">
                            <p:stCondLst>
                              <p:cond delay="6000"/>
                            </p:stCondLst>
                            <p:childTnLst>
                              <p:par>
                                <p:cTn id="69" presetID="2" presetClass="entr" presetSubtype="4" accel="50000" decel="50000" fill="hold" nodeType="after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additive="base">
                                        <p:cTn id="71" dur="500" fill="hold"/>
                                        <p:tgtEl>
                                          <p:spTgt spid="2"/>
                                        </p:tgtEl>
                                        <p:attrNameLst>
                                          <p:attrName>ppt_x</p:attrName>
                                        </p:attrNameLst>
                                      </p:cBhvr>
                                      <p:tavLst>
                                        <p:tav tm="0">
                                          <p:val>
                                            <p:strVal val="#ppt_x"/>
                                          </p:val>
                                        </p:tav>
                                        <p:tav tm="100000">
                                          <p:val>
                                            <p:strVal val="#ppt_x"/>
                                          </p:val>
                                        </p:tav>
                                      </p:tavLst>
                                    </p:anim>
                                    <p:anim calcmode="lin" valueType="num">
                                      <p:cBhvr additive="base">
                                        <p:cTn id="72" dur="500" fill="hold"/>
                                        <p:tgtEl>
                                          <p:spTgt spid="2"/>
                                        </p:tgtEl>
                                        <p:attrNameLst>
                                          <p:attrName>ppt_y</p:attrName>
                                        </p:attrNameLst>
                                      </p:cBhvr>
                                      <p:tavLst>
                                        <p:tav tm="0">
                                          <p:val>
                                            <p:strVal val="1+#ppt_h/2"/>
                                          </p:val>
                                        </p:tav>
                                        <p:tav tm="100000">
                                          <p:val>
                                            <p:strVal val="#ppt_y"/>
                                          </p:val>
                                        </p:tav>
                                      </p:tavLst>
                                    </p:anim>
                                  </p:childTnLst>
                                </p:cTn>
                              </p:par>
                            </p:childTnLst>
                          </p:cTn>
                        </p:par>
                        <p:par>
                          <p:cTn id="73" fill="hold">
                            <p:stCondLst>
                              <p:cond delay="6500"/>
                            </p:stCondLst>
                            <p:childTnLst>
                              <p:par>
                                <p:cTn id="74" presetID="53" presetClass="entr" presetSubtype="0" fill="hold" grpId="0" nodeType="afterEffect">
                                  <p:stCondLst>
                                    <p:cond delay="0"/>
                                  </p:stCondLst>
                                  <p:childTnLst>
                                    <p:set>
                                      <p:cBhvr>
                                        <p:cTn id="75" dur="1" fill="hold">
                                          <p:stCondLst>
                                            <p:cond delay="0"/>
                                          </p:stCondLst>
                                        </p:cTn>
                                        <p:tgtEl>
                                          <p:spTgt spid="75"/>
                                        </p:tgtEl>
                                        <p:attrNameLst>
                                          <p:attrName>style.visibility</p:attrName>
                                        </p:attrNameLst>
                                      </p:cBhvr>
                                      <p:to>
                                        <p:strVal val="visible"/>
                                      </p:to>
                                    </p:set>
                                    <p:anim calcmode="lin" valueType="num">
                                      <p:cBhvr>
                                        <p:cTn id="76" dur="500" fill="hold"/>
                                        <p:tgtEl>
                                          <p:spTgt spid="75"/>
                                        </p:tgtEl>
                                        <p:attrNameLst>
                                          <p:attrName>ppt_w</p:attrName>
                                        </p:attrNameLst>
                                      </p:cBhvr>
                                      <p:tavLst>
                                        <p:tav tm="0">
                                          <p:val>
                                            <p:fltVal val="0"/>
                                          </p:val>
                                        </p:tav>
                                        <p:tav tm="100000">
                                          <p:val>
                                            <p:strVal val="#ppt_w"/>
                                          </p:val>
                                        </p:tav>
                                      </p:tavLst>
                                    </p:anim>
                                    <p:anim calcmode="lin" valueType="num">
                                      <p:cBhvr>
                                        <p:cTn id="77" dur="500" fill="hold"/>
                                        <p:tgtEl>
                                          <p:spTgt spid="75"/>
                                        </p:tgtEl>
                                        <p:attrNameLst>
                                          <p:attrName>ppt_h</p:attrName>
                                        </p:attrNameLst>
                                      </p:cBhvr>
                                      <p:tavLst>
                                        <p:tav tm="0">
                                          <p:val>
                                            <p:fltVal val="0"/>
                                          </p:val>
                                        </p:tav>
                                        <p:tav tm="100000">
                                          <p:val>
                                            <p:strVal val="#ppt_h"/>
                                          </p:val>
                                        </p:tav>
                                      </p:tavLst>
                                    </p:anim>
                                    <p:animEffect transition="in" filter="fade">
                                      <p:cBhvr>
                                        <p:cTn id="78" dur="500"/>
                                        <p:tgtEl>
                                          <p:spTgt spid="75"/>
                                        </p:tgtEl>
                                      </p:cBhvr>
                                    </p:animEffect>
                                  </p:childTnLst>
                                </p:cTn>
                              </p:par>
                            </p:childTnLst>
                          </p:cTn>
                        </p:par>
                        <p:par>
                          <p:cTn id="79" fill="hold">
                            <p:stCondLst>
                              <p:cond delay="7000"/>
                            </p:stCondLst>
                            <p:childTnLst>
                              <p:par>
                                <p:cTn id="80" presetID="2" presetClass="entr" presetSubtype="4" accel="50000" decel="50000" fill="hold" nodeType="afterEffect">
                                  <p:stCondLst>
                                    <p:cond delay="0"/>
                                  </p:stCondLst>
                                  <p:childTnLst>
                                    <p:set>
                                      <p:cBhvr>
                                        <p:cTn id="81" dur="1" fill="hold">
                                          <p:stCondLst>
                                            <p:cond delay="0"/>
                                          </p:stCondLst>
                                        </p:cTn>
                                        <p:tgtEl>
                                          <p:spTgt spid="3"/>
                                        </p:tgtEl>
                                        <p:attrNameLst>
                                          <p:attrName>style.visibility</p:attrName>
                                        </p:attrNameLst>
                                      </p:cBhvr>
                                      <p:to>
                                        <p:strVal val="visible"/>
                                      </p:to>
                                    </p:set>
                                    <p:anim calcmode="lin" valueType="num">
                                      <p:cBhvr additive="base">
                                        <p:cTn id="82" dur="500" fill="hold"/>
                                        <p:tgtEl>
                                          <p:spTgt spid="3"/>
                                        </p:tgtEl>
                                        <p:attrNameLst>
                                          <p:attrName>ppt_x</p:attrName>
                                        </p:attrNameLst>
                                      </p:cBhvr>
                                      <p:tavLst>
                                        <p:tav tm="0">
                                          <p:val>
                                            <p:strVal val="#ppt_x"/>
                                          </p:val>
                                        </p:tav>
                                        <p:tav tm="100000">
                                          <p:val>
                                            <p:strVal val="#ppt_x"/>
                                          </p:val>
                                        </p:tav>
                                      </p:tavLst>
                                    </p:anim>
                                    <p:anim calcmode="lin" valueType="num">
                                      <p:cBhvr additive="base">
                                        <p:cTn id="83" dur="500" fill="hold"/>
                                        <p:tgtEl>
                                          <p:spTgt spid="3"/>
                                        </p:tgtEl>
                                        <p:attrNameLst>
                                          <p:attrName>ppt_y</p:attrName>
                                        </p:attrNameLst>
                                      </p:cBhvr>
                                      <p:tavLst>
                                        <p:tav tm="0">
                                          <p:val>
                                            <p:strVal val="1+#ppt_h/2"/>
                                          </p:val>
                                        </p:tav>
                                        <p:tav tm="100000">
                                          <p:val>
                                            <p:strVal val="#ppt_y"/>
                                          </p:val>
                                        </p:tav>
                                      </p:tavLst>
                                    </p:anim>
                                  </p:childTnLst>
                                </p:cTn>
                              </p:par>
                            </p:childTnLst>
                          </p:cTn>
                        </p:par>
                        <p:par>
                          <p:cTn id="84" fill="hold">
                            <p:stCondLst>
                              <p:cond delay="7500"/>
                            </p:stCondLst>
                            <p:childTnLst>
                              <p:par>
                                <p:cTn id="85" presetID="53" presetClass="entr" presetSubtype="0" fill="hold" grpId="0" nodeType="afterEffect">
                                  <p:stCondLst>
                                    <p:cond delay="0"/>
                                  </p:stCondLst>
                                  <p:childTnLst>
                                    <p:set>
                                      <p:cBhvr>
                                        <p:cTn id="86" dur="1" fill="hold">
                                          <p:stCondLst>
                                            <p:cond delay="0"/>
                                          </p:stCondLst>
                                        </p:cTn>
                                        <p:tgtEl>
                                          <p:spTgt spid="76"/>
                                        </p:tgtEl>
                                        <p:attrNameLst>
                                          <p:attrName>style.visibility</p:attrName>
                                        </p:attrNameLst>
                                      </p:cBhvr>
                                      <p:to>
                                        <p:strVal val="visible"/>
                                      </p:to>
                                    </p:set>
                                    <p:anim calcmode="lin" valueType="num">
                                      <p:cBhvr>
                                        <p:cTn id="87" dur="500" fill="hold"/>
                                        <p:tgtEl>
                                          <p:spTgt spid="76"/>
                                        </p:tgtEl>
                                        <p:attrNameLst>
                                          <p:attrName>ppt_w</p:attrName>
                                        </p:attrNameLst>
                                      </p:cBhvr>
                                      <p:tavLst>
                                        <p:tav tm="0">
                                          <p:val>
                                            <p:fltVal val="0"/>
                                          </p:val>
                                        </p:tav>
                                        <p:tav tm="100000">
                                          <p:val>
                                            <p:strVal val="#ppt_w"/>
                                          </p:val>
                                        </p:tav>
                                      </p:tavLst>
                                    </p:anim>
                                    <p:anim calcmode="lin" valueType="num">
                                      <p:cBhvr>
                                        <p:cTn id="88" dur="500" fill="hold"/>
                                        <p:tgtEl>
                                          <p:spTgt spid="76"/>
                                        </p:tgtEl>
                                        <p:attrNameLst>
                                          <p:attrName>ppt_h</p:attrName>
                                        </p:attrNameLst>
                                      </p:cBhvr>
                                      <p:tavLst>
                                        <p:tav tm="0">
                                          <p:val>
                                            <p:fltVal val="0"/>
                                          </p:val>
                                        </p:tav>
                                        <p:tav tm="100000">
                                          <p:val>
                                            <p:strVal val="#ppt_h"/>
                                          </p:val>
                                        </p:tav>
                                      </p:tavLst>
                                    </p:anim>
                                    <p:animEffect transition="in" filter="fade">
                                      <p:cBhvr>
                                        <p:cTn id="89" dur="500"/>
                                        <p:tgtEl>
                                          <p:spTgt spid="76"/>
                                        </p:tgtEl>
                                      </p:cBhvr>
                                    </p:animEffect>
                                  </p:childTnLst>
                                </p:cTn>
                              </p:par>
                            </p:childTnLst>
                          </p:cTn>
                        </p:par>
                        <p:par>
                          <p:cTn id="90" fill="hold">
                            <p:stCondLst>
                              <p:cond delay="8000"/>
                            </p:stCondLst>
                            <p:childTnLst>
                              <p:par>
                                <p:cTn id="91" presetID="2" presetClass="entr" presetSubtype="4" accel="50000" decel="50000" fill="hold" nodeType="afterEffect">
                                  <p:stCondLst>
                                    <p:cond delay="0"/>
                                  </p:stCondLst>
                                  <p:childTnLst>
                                    <p:set>
                                      <p:cBhvr>
                                        <p:cTn id="92" dur="1" fill="hold">
                                          <p:stCondLst>
                                            <p:cond delay="0"/>
                                          </p:stCondLst>
                                        </p:cTn>
                                        <p:tgtEl>
                                          <p:spTgt spid="4"/>
                                        </p:tgtEl>
                                        <p:attrNameLst>
                                          <p:attrName>style.visibility</p:attrName>
                                        </p:attrNameLst>
                                      </p:cBhvr>
                                      <p:to>
                                        <p:strVal val="visible"/>
                                      </p:to>
                                    </p:set>
                                    <p:anim calcmode="lin" valueType="num">
                                      <p:cBhvr additive="base">
                                        <p:cTn id="93" dur="500" fill="hold"/>
                                        <p:tgtEl>
                                          <p:spTgt spid="4"/>
                                        </p:tgtEl>
                                        <p:attrNameLst>
                                          <p:attrName>ppt_x</p:attrName>
                                        </p:attrNameLst>
                                      </p:cBhvr>
                                      <p:tavLst>
                                        <p:tav tm="0">
                                          <p:val>
                                            <p:strVal val="#ppt_x"/>
                                          </p:val>
                                        </p:tav>
                                        <p:tav tm="100000">
                                          <p:val>
                                            <p:strVal val="#ppt_x"/>
                                          </p:val>
                                        </p:tav>
                                      </p:tavLst>
                                    </p:anim>
                                    <p:anim calcmode="lin" valueType="num">
                                      <p:cBhvr additive="base">
                                        <p:cTn id="94" dur="500" fill="hold"/>
                                        <p:tgtEl>
                                          <p:spTgt spid="4"/>
                                        </p:tgtEl>
                                        <p:attrNameLst>
                                          <p:attrName>ppt_y</p:attrName>
                                        </p:attrNameLst>
                                      </p:cBhvr>
                                      <p:tavLst>
                                        <p:tav tm="0">
                                          <p:val>
                                            <p:strVal val="1+#ppt_h/2"/>
                                          </p:val>
                                        </p:tav>
                                        <p:tav tm="100000">
                                          <p:val>
                                            <p:strVal val="#ppt_y"/>
                                          </p:val>
                                        </p:tav>
                                      </p:tavLst>
                                    </p:anim>
                                  </p:childTnLst>
                                </p:cTn>
                              </p:par>
                            </p:childTnLst>
                          </p:cTn>
                        </p:par>
                        <p:par>
                          <p:cTn id="95" fill="hold">
                            <p:stCondLst>
                              <p:cond delay="8500"/>
                            </p:stCondLst>
                            <p:childTnLst>
                              <p:par>
                                <p:cTn id="96" presetID="53" presetClass="entr" presetSubtype="0" fill="hold" grpId="0" nodeType="afterEffect">
                                  <p:stCondLst>
                                    <p:cond delay="0"/>
                                  </p:stCondLst>
                                  <p:childTnLst>
                                    <p:set>
                                      <p:cBhvr>
                                        <p:cTn id="97" dur="1" fill="hold">
                                          <p:stCondLst>
                                            <p:cond delay="0"/>
                                          </p:stCondLst>
                                        </p:cTn>
                                        <p:tgtEl>
                                          <p:spTgt spid="77"/>
                                        </p:tgtEl>
                                        <p:attrNameLst>
                                          <p:attrName>style.visibility</p:attrName>
                                        </p:attrNameLst>
                                      </p:cBhvr>
                                      <p:to>
                                        <p:strVal val="visible"/>
                                      </p:to>
                                    </p:set>
                                    <p:anim calcmode="lin" valueType="num">
                                      <p:cBhvr>
                                        <p:cTn id="98" dur="500" fill="hold"/>
                                        <p:tgtEl>
                                          <p:spTgt spid="77"/>
                                        </p:tgtEl>
                                        <p:attrNameLst>
                                          <p:attrName>ppt_w</p:attrName>
                                        </p:attrNameLst>
                                      </p:cBhvr>
                                      <p:tavLst>
                                        <p:tav tm="0">
                                          <p:val>
                                            <p:fltVal val="0"/>
                                          </p:val>
                                        </p:tav>
                                        <p:tav tm="100000">
                                          <p:val>
                                            <p:strVal val="#ppt_w"/>
                                          </p:val>
                                        </p:tav>
                                      </p:tavLst>
                                    </p:anim>
                                    <p:anim calcmode="lin" valueType="num">
                                      <p:cBhvr>
                                        <p:cTn id="99" dur="500" fill="hold"/>
                                        <p:tgtEl>
                                          <p:spTgt spid="77"/>
                                        </p:tgtEl>
                                        <p:attrNameLst>
                                          <p:attrName>ppt_h</p:attrName>
                                        </p:attrNameLst>
                                      </p:cBhvr>
                                      <p:tavLst>
                                        <p:tav tm="0">
                                          <p:val>
                                            <p:fltVal val="0"/>
                                          </p:val>
                                        </p:tav>
                                        <p:tav tm="100000">
                                          <p:val>
                                            <p:strVal val="#ppt_h"/>
                                          </p:val>
                                        </p:tav>
                                      </p:tavLst>
                                    </p:anim>
                                    <p:animEffect transition="in" filter="fade">
                                      <p:cBhvr>
                                        <p:cTn id="100" dur="500"/>
                                        <p:tgtEl>
                                          <p:spTgt spid="77"/>
                                        </p:tgtEl>
                                      </p:cBhvr>
                                    </p:animEffect>
                                  </p:childTnLst>
                                </p:cTn>
                              </p:par>
                            </p:childTnLst>
                          </p:cTn>
                        </p:par>
                        <p:par>
                          <p:cTn id="101" fill="hold">
                            <p:stCondLst>
                              <p:cond delay="9000"/>
                            </p:stCondLst>
                            <p:childTnLst>
                              <p:par>
                                <p:cTn id="102" presetID="2" presetClass="entr" presetSubtype="4" accel="50000" decel="50000" fill="hold" nodeType="afterEffect">
                                  <p:stCondLst>
                                    <p:cond delay="0"/>
                                  </p:stCondLst>
                                  <p:childTnLst>
                                    <p:set>
                                      <p:cBhvr>
                                        <p:cTn id="103" dur="1" fill="hold">
                                          <p:stCondLst>
                                            <p:cond delay="0"/>
                                          </p:stCondLst>
                                        </p:cTn>
                                        <p:tgtEl>
                                          <p:spTgt spid="6"/>
                                        </p:tgtEl>
                                        <p:attrNameLst>
                                          <p:attrName>style.visibility</p:attrName>
                                        </p:attrNameLst>
                                      </p:cBhvr>
                                      <p:to>
                                        <p:strVal val="visible"/>
                                      </p:to>
                                    </p:set>
                                    <p:anim calcmode="lin" valueType="num">
                                      <p:cBhvr additive="base">
                                        <p:cTn id="104" dur="500" fill="hold"/>
                                        <p:tgtEl>
                                          <p:spTgt spid="6"/>
                                        </p:tgtEl>
                                        <p:attrNameLst>
                                          <p:attrName>ppt_x</p:attrName>
                                        </p:attrNameLst>
                                      </p:cBhvr>
                                      <p:tavLst>
                                        <p:tav tm="0">
                                          <p:val>
                                            <p:strVal val="#ppt_x"/>
                                          </p:val>
                                        </p:tav>
                                        <p:tav tm="100000">
                                          <p:val>
                                            <p:strVal val="#ppt_x"/>
                                          </p:val>
                                        </p:tav>
                                      </p:tavLst>
                                    </p:anim>
                                    <p:anim calcmode="lin" valueType="num">
                                      <p:cBhvr additive="base">
                                        <p:cTn id="105" dur="500" fill="hold"/>
                                        <p:tgtEl>
                                          <p:spTgt spid="6"/>
                                        </p:tgtEl>
                                        <p:attrNameLst>
                                          <p:attrName>ppt_y</p:attrName>
                                        </p:attrNameLst>
                                      </p:cBhvr>
                                      <p:tavLst>
                                        <p:tav tm="0">
                                          <p:val>
                                            <p:strVal val="1+#ppt_h/2"/>
                                          </p:val>
                                        </p:tav>
                                        <p:tav tm="100000">
                                          <p:val>
                                            <p:strVal val="#ppt_y"/>
                                          </p:val>
                                        </p:tav>
                                      </p:tavLst>
                                    </p:anim>
                                  </p:childTnLst>
                                </p:cTn>
                              </p:par>
                            </p:childTnLst>
                          </p:cTn>
                        </p:par>
                        <p:par>
                          <p:cTn id="106" fill="hold">
                            <p:stCondLst>
                              <p:cond delay="9500"/>
                            </p:stCondLst>
                            <p:childTnLst>
                              <p:par>
                                <p:cTn id="107" presetID="53" presetClass="entr" presetSubtype="0" fill="hold" grpId="0" nodeType="afterEffect">
                                  <p:stCondLst>
                                    <p:cond delay="0"/>
                                  </p:stCondLst>
                                  <p:childTnLst>
                                    <p:set>
                                      <p:cBhvr>
                                        <p:cTn id="108" dur="1" fill="hold">
                                          <p:stCondLst>
                                            <p:cond delay="0"/>
                                          </p:stCondLst>
                                        </p:cTn>
                                        <p:tgtEl>
                                          <p:spTgt spid="78"/>
                                        </p:tgtEl>
                                        <p:attrNameLst>
                                          <p:attrName>style.visibility</p:attrName>
                                        </p:attrNameLst>
                                      </p:cBhvr>
                                      <p:to>
                                        <p:strVal val="visible"/>
                                      </p:to>
                                    </p:set>
                                    <p:anim calcmode="lin" valueType="num">
                                      <p:cBhvr>
                                        <p:cTn id="109" dur="500" fill="hold"/>
                                        <p:tgtEl>
                                          <p:spTgt spid="78"/>
                                        </p:tgtEl>
                                        <p:attrNameLst>
                                          <p:attrName>ppt_w</p:attrName>
                                        </p:attrNameLst>
                                      </p:cBhvr>
                                      <p:tavLst>
                                        <p:tav tm="0">
                                          <p:val>
                                            <p:fltVal val="0"/>
                                          </p:val>
                                        </p:tav>
                                        <p:tav tm="100000">
                                          <p:val>
                                            <p:strVal val="#ppt_w"/>
                                          </p:val>
                                        </p:tav>
                                      </p:tavLst>
                                    </p:anim>
                                    <p:anim calcmode="lin" valueType="num">
                                      <p:cBhvr>
                                        <p:cTn id="110" dur="500" fill="hold"/>
                                        <p:tgtEl>
                                          <p:spTgt spid="78"/>
                                        </p:tgtEl>
                                        <p:attrNameLst>
                                          <p:attrName>ppt_h</p:attrName>
                                        </p:attrNameLst>
                                      </p:cBhvr>
                                      <p:tavLst>
                                        <p:tav tm="0">
                                          <p:val>
                                            <p:fltVal val="0"/>
                                          </p:val>
                                        </p:tav>
                                        <p:tav tm="100000">
                                          <p:val>
                                            <p:strVal val="#ppt_h"/>
                                          </p:val>
                                        </p:tav>
                                      </p:tavLst>
                                    </p:anim>
                                    <p:animEffect transition="in" filter="fade">
                                      <p:cBhvr>
                                        <p:cTn id="111" dur="500"/>
                                        <p:tgtEl>
                                          <p:spTgt spid="78"/>
                                        </p:tgtEl>
                                      </p:cBhvr>
                                    </p:animEffect>
                                  </p:childTnLst>
                                </p:cTn>
                              </p:par>
                            </p:childTnLst>
                          </p:cTn>
                        </p:par>
                        <p:par>
                          <p:cTn id="112" fill="hold">
                            <p:stCondLst>
                              <p:cond delay="10000"/>
                            </p:stCondLst>
                            <p:childTnLst>
                              <p:par>
                                <p:cTn id="113" presetID="2" presetClass="entr" presetSubtype="4" accel="50000" decel="50000" fill="hold" nodeType="afterEffect">
                                  <p:stCondLst>
                                    <p:cond delay="0"/>
                                  </p:stCondLst>
                                  <p:childTnLst>
                                    <p:set>
                                      <p:cBhvr>
                                        <p:cTn id="114" dur="1" fill="hold">
                                          <p:stCondLst>
                                            <p:cond delay="0"/>
                                          </p:stCondLst>
                                        </p:cTn>
                                        <p:tgtEl>
                                          <p:spTgt spid="7"/>
                                        </p:tgtEl>
                                        <p:attrNameLst>
                                          <p:attrName>style.visibility</p:attrName>
                                        </p:attrNameLst>
                                      </p:cBhvr>
                                      <p:to>
                                        <p:strVal val="visible"/>
                                      </p:to>
                                    </p:set>
                                    <p:anim calcmode="lin" valueType="num">
                                      <p:cBhvr additive="base">
                                        <p:cTn id="115" dur="500" fill="hold"/>
                                        <p:tgtEl>
                                          <p:spTgt spid="7"/>
                                        </p:tgtEl>
                                        <p:attrNameLst>
                                          <p:attrName>ppt_x</p:attrName>
                                        </p:attrNameLst>
                                      </p:cBhvr>
                                      <p:tavLst>
                                        <p:tav tm="0">
                                          <p:val>
                                            <p:strVal val="#ppt_x"/>
                                          </p:val>
                                        </p:tav>
                                        <p:tav tm="100000">
                                          <p:val>
                                            <p:strVal val="#ppt_x"/>
                                          </p:val>
                                        </p:tav>
                                      </p:tavLst>
                                    </p:anim>
                                    <p:anim calcmode="lin" valueType="num">
                                      <p:cBhvr additive="base">
                                        <p:cTn id="116" dur="500" fill="hold"/>
                                        <p:tgtEl>
                                          <p:spTgt spid="7"/>
                                        </p:tgtEl>
                                        <p:attrNameLst>
                                          <p:attrName>ppt_y</p:attrName>
                                        </p:attrNameLst>
                                      </p:cBhvr>
                                      <p:tavLst>
                                        <p:tav tm="0">
                                          <p:val>
                                            <p:strVal val="1+#ppt_h/2"/>
                                          </p:val>
                                        </p:tav>
                                        <p:tav tm="100000">
                                          <p:val>
                                            <p:strVal val="#ppt_y"/>
                                          </p:val>
                                        </p:tav>
                                      </p:tavLst>
                                    </p:anim>
                                  </p:childTnLst>
                                </p:cTn>
                              </p:par>
                            </p:childTnLst>
                          </p:cTn>
                        </p:par>
                        <p:par>
                          <p:cTn id="117" fill="hold">
                            <p:stCondLst>
                              <p:cond delay="10500"/>
                            </p:stCondLst>
                            <p:childTnLst>
                              <p:par>
                                <p:cTn id="118" presetID="53" presetClass="entr" presetSubtype="0" fill="hold" grpId="0" nodeType="afterEffect">
                                  <p:stCondLst>
                                    <p:cond delay="0"/>
                                  </p:stCondLst>
                                  <p:childTnLst>
                                    <p:set>
                                      <p:cBhvr>
                                        <p:cTn id="119" dur="1" fill="hold">
                                          <p:stCondLst>
                                            <p:cond delay="0"/>
                                          </p:stCondLst>
                                        </p:cTn>
                                        <p:tgtEl>
                                          <p:spTgt spid="79"/>
                                        </p:tgtEl>
                                        <p:attrNameLst>
                                          <p:attrName>style.visibility</p:attrName>
                                        </p:attrNameLst>
                                      </p:cBhvr>
                                      <p:to>
                                        <p:strVal val="visible"/>
                                      </p:to>
                                    </p:set>
                                    <p:anim calcmode="lin" valueType="num">
                                      <p:cBhvr>
                                        <p:cTn id="120" dur="500" fill="hold"/>
                                        <p:tgtEl>
                                          <p:spTgt spid="79"/>
                                        </p:tgtEl>
                                        <p:attrNameLst>
                                          <p:attrName>ppt_w</p:attrName>
                                        </p:attrNameLst>
                                      </p:cBhvr>
                                      <p:tavLst>
                                        <p:tav tm="0">
                                          <p:val>
                                            <p:fltVal val="0"/>
                                          </p:val>
                                        </p:tav>
                                        <p:tav tm="100000">
                                          <p:val>
                                            <p:strVal val="#ppt_w"/>
                                          </p:val>
                                        </p:tav>
                                      </p:tavLst>
                                    </p:anim>
                                    <p:anim calcmode="lin" valueType="num">
                                      <p:cBhvr>
                                        <p:cTn id="121" dur="500" fill="hold"/>
                                        <p:tgtEl>
                                          <p:spTgt spid="79"/>
                                        </p:tgtEl>
                                        <p:attrNameLst>
                                          <p:attrName>ppt_h</p:attrName>
                                        </p:attrNameLst>
                                      </p:cBhvr>
                                      <p:tavLst>
                                        <p:tav tm="0">
                                          <p:val>
                                            <p:fltVal val="0"/>
                                          </p:val>
                                        </p:tav>
                                        <p:tav tm="100000">
                                          <p:val>
                                            <p:strVal val="#ppt_h"/>
                                          </p:val>
                                        </p:tav>
                                      </p:tavLst>
                                    </p:anim>
                                    <p:animEffect transition="in" filter="fade">
                                      <p:cBhvr>
                                        <p:cTn id="122"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6" grpId="0" animBg="1"/>
      <p:bldP spid="77" grpId="0" animBg="1"/>
      <p:bldP spid="78" grpId="0" animBg="1"/>
      <p:bldP spid="79" grpId="0" animBg="1"/>
      <p:bldP spid="47" grpId="0" animBg="1"/>
      <p:bldP spid="48" grpId="0" animBg="1"/>
      <p:bldP spid="49" grpId="0" animBg="1"/>
      <p:bldP spid="50" grpId="0" animBg="1"/>
      <p:bldP spid="51"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Social Media Infographic</a:t>
            </a:r>
            <a:endParaRPr lang="en-US" dirty="0"/>
          </a:p>
        </p:txBody>
      </p:sp>
      <p:sp>
        <p:nvSpPr>
          <p:cNvPr id="3" name="Text Placeholder 2"/>
          <p:cNvSpPr>
            <a:spLocks noGrp="1"/>
          </p:cNvSpPr>
          <p:nvPr>
            <p:ph type="body" sz="half" idx="2"/>
          </p:nvPr>
        </p:nvSpPr>
        <p:spPr/>
        <p:txBody>
          <a:bodyPr/>
          <a:lstStyle/>
          <a:p>
            <a:r>
              <a:rPr lang="en-US"/>
              <a:t>Social Media Infographic</a:t>
            </a:r>
            <a:endParaRPr lang="en-US" dirty="0"/>
          </a:p>
        </p:txBody>
      </p:sp>
      <p:sp>
        <p:nvSpPr>
          <p:cNvPr id="18" name="Slide Number Placeholder 17"/>
          <p:cNvSpPr>
            <a:spLocks noGrp="1"/>
          </p:cNvSpPr>
          <p:nvPr>
            <p:ph type="sldNum" sz="quarter" idx="12"/>
          </p:nvPr>
        </p:nvSpPr>
        <p:spPr/>
        <p:txBody>
          <a:bodyPr/>
          <a:lstStyle/>
          <a:p>
            <a:fld id="{C136B7D2-B98C-44FD-8D04-7EC62A564975}" type="slidenum">
              <a:rPr lang="en-US" smtClean="0"/>
              <a:pPr/>
              <a:t>235</a:t>
            </a:fld>
            <a:endParaRPr lang="en-US" dirty="0"/>
          </a:p>
        </p:txBody>
      </p:sp>
      <p:sp>
        <p:nvSpPr>
          <p:cNvPr id="5" name="Hexagon 4"/>
          <p:cNvSpPr/>
          <p:nvPr/>
        </p:nvSpPr>
        <p:spPr>
          <a:xfrm>
            <a:off x="1570765" y="2503869"/>
            <a:ext cx="1737429" cy="1497782"/>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p>
        </p:txBody>
      </p:sp>
      <p:sp>
        <p:nvSpPr>
          <p:cNvPr id="7" name="Hexagon 6"/>
          <p:cNvSpPr/>
          <p:nvPr/>
        </p:nvSpPr>
        <p:spPr>
          <a:xfrm>
            <a:off x="5873458" y="1697371"/>
            <a:ext cx="1737429" cy="1497782"/>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p>
        </p:txBody>
      </p:sp>
      <p:sp>
        <p:nvSpPr>
          <p:cNvPr id="8" name="Hexagon 7"/>
          <p:cNvSpPr/>
          <p:nvPr/>
        </p:nvSpPr>
        <p:spPr>
          <a:xfrm>
            <a:off x="3004155" y="1697777"/>
            <a:ext cx="1737429" cy="1497782"/>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p>
        </p:txBody>
      </p:sp>
      <p:sp>
        <p:nvSpPr>
          <p:cNvPr id="11" name="Hexagon 10"/>
          <p:cNvSpPr/>
          <p:nvPr/>
        </p:nvSpPr>
        <p:spPr>
          <a:xfrm>
            <a:off x="4438375" y="2475243"/>
            <a:ext cx="1737429" cy="1497782"/>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p>
        </p:txBody>
      </p:sp>
      <p:sp>
        <p:nvSpPr>
          <p:cNvPr id="13" name="Freeform 83"/>
          <p:cNvSpPr>
            <a:spLocks/>
          </p:cNvSpPr>
          <p:nvPr/>
        </p:nvSpPr>
        <p:spPr bwMode="auto">
          <a:xfrm>
            <a:off x="2224962" y="2873087"/>
            <a:ext cx="429034" cy="429034"/>
          </a:xfrm>
          <a:custGeom>
            <a:avLst/>
            <a:gdLst/>
            <a:ahLst/>
            <a:cxnLst>
              <a:cxn ang="0">
                <a:pos x="44" y="55"/>
              </a:cxn>
              <a:cxn ang="0">
                <a:pos x="37" y="55"/>
              </a:cxn>
              <a:cxn ang="0">
                <a:pos x="37" y="33"/>
              </a:cxn>
              <a:cxn ang="0">
                <a:pos x="45" y="33"/>
              </a:cxn>
              <a:cxn ang="0">
                <a:pos x="46" y="25"/>
              </a:cxn>
              <a:cxn ang="0">
                <a:pos x="37" y="25"/>
              </a:cxn>
              <a:cxn ang="0">
                <a:pos x="37" y="20"/>
              </a:cxn>
              <a:cxn ang="0">
                <a:pos x="42" y="16"/>
              </a:cxn>
              <a:cxn ang="0">
                <a:pos x="47" y="16"/>
              </a:cxn>
              <a:cxn ang="0">
                <a:pos x="47" y="9"/>
              </a:cxn>
              <a:cxn ang="0">
                <a:pos x="40" y="8"/>
              </a:cxn>
              <a:cxn ang="0">
                <a:pos x="29" y="19"/>
              </a:cxn>
              <a:cxn ang="0">
                <a:pos x="29" y="25"/>
              </a:cxn>
              <a:cxn ang="0">
                <a:pos x="21" y="25"/>
              </a:cxn>
              <a:cxn ang="0">
                <a:pos x="21" y="33"/>
              </a:cxn>
              <a:cxn ang="0">
                <a:pos x="29" y="33"/>
              </a:cxn>
              <a:cxn ang="0">
                <a:pos x="29" y="55"/>
              </a:cxn>
              <a:cxn ang="0">
                <a:pos x="10" y="55"/>
              </a:cxn>
              <a:cxn ang="0">
                <a:pos x="0" y="45"/>
              </a:cxn>
              <a:cxn ang="0">
                <a:pos x="0" y="10"/>
              </a:cxn>
              <a:cxn ang="0">
                <a:pos x="10" y="0"/>
              </a:cxn>
              <a:cxn ang="0">
                <a:pos x="44" y="0"/>
              </a:cxn>
              <a:cxn ang="0">
                <a:pos x="55" y="10"/>
              </a:cxn>
              <a:cxn ang="0">
                <a:pos x="55" y="45"/>
              </a:cxn>
              <a:cxn ang="0">
                <a:pos x="44" y="55"/>
              </a:cxn>
            </a:cxnLst>
            <a:rect l="0" t="0" r="r" b="b"/>
            <a:pathLst>
              <a:path w="55" h="55">
                <a:moveTo>
                  <a:pt x="44" y="55"/>
                </a:moveTo>
                <a:cubicBezTo>
                  <a:pt x="37" y="55"/>
                  <a:pt x="37" y="55"/>
                  <a:pt x="37" y="55"/>
                </a:cubicBezTo>
                <a:cubicBezTo>
                  <a:pt x="37" y="33"/>
                  <a:pt x="37" y="33"/>
                  <a:pt x="37" y="33"/>
                </a:cubicBezTo>
                <a:cubicBezTo>
                  <a:pt x="45" y="33"/>
                  <a:pt x="45" y="33"/>
                  <a:pt x="45" y="33"/>
                </a:cubicBezTo>
                <a:cubicBezTo>
                  <a:pt x="46" y="25"/>
                  <a:pt x="46" y="25"/>
                  <a:pt x="46" y="25"/>
                </a:cubicBezTo>
                <a:cubicBezTo>
                  <a:pt x="37" y="25"/>
                  <a:pt x="37" y="25"/>
                  <a:pt x="37" y="25"/>
                </a:cubicBezTo>
                <a:cubicBezTo>
                  <a:pt x="37" y="20"/>
                  <a:pt x="37" y="20"/>
                  <a:pt x="37" y="20"/>
                </a:cubicBezTo>
                <a:cubicBezTo>
                  <a:pt x="37" y="18"/>
                  <a:pt x="38" y="16"/>
                  <a:pt x="42" y="16"/>
                </a:cubicBezTo>
                <a:cubicBezTo>
                  <a:pt x="47" y="16"/>
                  <a:pt x="47" y="16"/>
                  <a:pt x="47" y="16"/>
                </a:cubicBezTo>
                <a:cubicBezTo>
                  <a:pt x="47" y="9"/>
                  <a:pt x="47" y="9"/>
                  <a:pt x="47" y="9"/>
                </a:cubicBezTo>
                <a:cubicBezTo>
                  <a:pt x="45" y="9"/>
                  <a:pt x="43" y="8"/>
                  <a:pt x="40" y="8"/>
                </a:cubicBezTo>
                <a:cubicBezTo>
                  <a:pt x="34" y="8"/>
                  <a:pt x="29" y="12"/>
                  <a:pt x="29" y="19"/>
                </a:cubicBezTo>
                <a:cubicBezTo>
                  <a:pt x="29" y="25"/>
                  <a:pt x="29" y="25"/>
                  <a:pt x="29" y="25"/>
                </a:cubicBezTo>
                <a:cubicBezTo>
                  <a:pt x="21" y="25"/>
                  <a:pt x="21" y="25"/>
                  <a:pt x="21" y="25"/>
                </a:cubicBezTo>
                <a:cubicBezTo>
                  <a:pt x="21" y="33"/>
                  <a:pt x="21" y="33"/>
                  <a:pt x="21" y="33"/>
                </a:cubicBezTo>
                <a:cubicBezTo>
                  <a:pt x="29" y="33"/>
                  <a:pt x="29" y="33"/>
                  <a:pt x="29" y="33"/>
                </a:cubicBezTo>
                <a:cubicBezTo>
                  <a:pt x="29" y="55"/>
                  <a:pt x="29" y="55"/>
                  <a:pt x="29" y="55"/>
                </a:cubicBezTo>
                <a:cubicBezTo>
                  <a:pt x="10" y="55"/>
                  <a:pt x="10" y="55"/>
                  <a:pt x="10" y="55"/>
                </a:cubicBezTo>
                <a:cubicBezTo>
                  <a:pt x="4" y="55"/>
                  <a:pt x="0" y="50"/>
                  <a:pt x="0" y="45"/>
                </a:cubicBezTo>
                <a:cubicBezTo>
                  <a:pt x="0" y="10"/>
                  <a:pt x="0" y="10"/>
                  <a:pt x="0" y="10"/>
                </a:cubicBezTo>
                <a:cubicBezTo>
                  <a:pt x="0" y="5"/>
                  <a:pt x="4" y="0"/>
                  <a:pt x="10" y="0"/>
                </a:cubicBezTo>
                <a:cubicBezTo>
                  <a:pt x="44" y="0"/>
                  <a:pt x="44" y="0"/>
                  <a:pt x="44" y="0"/>
                </a:cubicBezTo>
                <a:cubicBezTo>
                  <a:pt x="50" y="0"/>
                  <a:pt x="55" y="5"/>
                  <a:pt x="55" y="10"/>
                </a:cubicBezTo>
                <a:cubicBezTo>
                  <a:pt x="55" y="45"/>
                  <a:pt x="55" y="45"/>
                  <a:pt x="55" y="45"/>
                </a:cubicBezTo>
                <a:cubicBezTo>
                  <a:pt x="55" y="50"/>
                  <a:pt x="50" y="55"/>
                  <a:pt x="44" y="5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p:cNvSpPr>
            <a:spLocks noEditPoints="1"/>
          </p:cNvSpPr>
          <p:nvPr/>
        </p:nvSpPr>
        <p:spPr bwMode="auto">
          <a:xfrm>
            <a:off x="3673093" y="2087207"/>
            <a:ext cx="399552" cy="399550"/>
          </a:xfrm>
          <a:custGeom>
            <a:avLst/>
            <a:gdLst/>
            <a:ahLst/>
            <a:cxnLst>
              <a:cxn ang="0">
                <a:pos x="62" y="51"/>
              </a:cxn>
              <a:cxn ang="0">
                <a:pos x="51" y="62"/>
              </a:cxn>
              <a:cxn ang="0">
                <a:pos x="12" y="62"/>
              </a:cxn>
              <a:cxn ang="0">
                <a:pos x="0" y="51"/>
              </a:cxn>
              <a:cxn ang="0">
                <a:pos x="0" y="12"/>
              </a:cxn>
              <a:cxn ang="0">
                <a:pos x="12" y="0"/>
              </a:cxn>
              <a:cxn ang="0">
                <a:pos x="51" y="0"/>
              </a:cxn>
              <a:cxn ang="0">
                <a:pos x="62" y="12"/>
              </a:cxn>
              <a:cxn ang="0">
                <a:pos x="62" y="51"/>
              </a:cxn>
              <a:cxn ang="0">
                <a:pos x="47" y="21"/>
              </a:cxn>
              <a:cxn ang="0">
                <a:pos x="51" y="16"/>
              </a:cxn>
              <a:cxn ang="0">
                <a:pos x="45" y="19"/>
              </a:cxn>
              <a:cxn ang="0">
                <a:pos x="39" y="16"/>
              </a:cxn>
              <a:cxn ang="0">
                <a:pos x="31" y="24"/>
              </a:cxn>
              <a:cxn ang="0">
                <a:pos x="31" y="26"/>
              </a:cxn>
              <a:cxn ang="0">
                <a:pos x="14" y="17"/>
              </a:cxn>
              <a:cxn ang="0">
                <a:pos x="12" y="22"/>
              </a:cxn>
              <a:cxn ang="0">
                <a:pos x="16" y="29"/>
              </a:cxn>
              <a:cxn ang="0">
                <a:pos x="12" y="28"/>
              </a:cxn>
              <a:cxn ang="0">
                <a:pos x="12" y="28"/>
              </a:cxn>
              <a:cxn ang="0">
                <a:pos x="19" y="36"/>
              </a:cxn>
              <a:cxn ang="0">
                <a:pos x="17" y="36"/>
              </a:cxn>
              <a:cxn ang="0">
                <a:pos x="15" y="36"/>
              </a:cxn>
              <a:cxn ang="0">
                <a:pos x="23" y="42"/>
              </a:cxn>
              <a:cxn ang="0">
                <a:pos x="13" y="46"/>
              </a:cxn>
              <a:cxn ang="0">
                <a:pos x="11" y="46"/>
              </a:cxn>
              <a:cxn ang="0">
                <a:pos x="24" y="49"/>
              </a:cxn>
              <a:cxn ang="0">
                <a:pos x="48" y="25"/>
              </a:cxn>
              <a:cxn ang="0">
                <a:pos x="48" y="24"/>
              </a:cxn>
              <a:cxn ang="0">
                <a:pos x="52" y="20"/>
              </a:cxn>
              <a:cxn ang="0">
                <a:pos x="47" y="21"/>
              </a:cxn>
            </a:cxnLst>
            <a:rect l="0" t="0" r="r" b="b"/>
            <a:pathLst>
              <a:path w="62" h="62">
                <a:moveTo>
                  <a:pt x="62" y="51"/>
                </a:moveTo>
                <a:cubicBezTo>
                  <a:pt x="62" y="57"/>
                  <a:pt x="57" y="62"/>
                  <a:pt x="51" y="62"/>
                </a:cubicBezTo>
                <a:cubicBezTo>
                  <a:pt x="12" y="62"/>
                  <a:pt x="12" y="62"/>
                  <a:pt x="12" y="62"/>
                </a:cubicBezTo>
                <a:cubicBezTo>
                  <a:pt x="6" y="62"/>
                  <a:pt x="0" y="57"/>
                  <a:pt x="0" y="51"/>
                </a:cubicBezTo>
                <a:cubicBezTo>
                  <a:pt x="0" y="12"/>
                  <a:pt x="0" y="12"/>
                  <a:pt x="0" y="12"/>
                </a:cubicBezTo>
                <a:cubicBezTo>
                  <a:pt x="0" y="6"/>
                  <a:pt x="6" y="0"/>
                  <a:pt x="12" y="0"/>
                </a:cubicBezTo>
                <a:cubicBezTo>
                  <a:pt x="51" y="0"/>
                  <a:pt x="51" y="0"/>
                  <a:pt x="51" y="0"/>
                </a:cubicBezTo>
                <a:cubicBezTo>
                  <a:pt x="57" y="0"/>
                  <a:pt x="62" y="6"/>
                  <a:pt x="62" y="12"/>
                </a:cubicBezTo>
                <a:lnTo>
                  <a:pt x="62" y="51"/>
                </a:lnTo>
                <a:close/>
                <a:moveTo>
                  <a:pt x="47" y="21"/>
                </a:moveTo>
                <a:cubicBezTo>
                  <a:pt x="49" y="20"/>
                  <a:pt x="50" y="18"/>
                  <a:pt x="51" y="16"/>
                </a:cubicBezTo>
                <a:cubicBezTo>
                  <a:pt x="49" y="17"/>
                  <a:pt x="47" y="18"/>
                  <a:pt x="45" y="19"/>
                </a:cubicBezTo>
                <a:cubicBezTo>
                  <a:pt x="44" y="17"/>
                  <a:pt x="42" y="16"/>
                  <a:pt x="39" y="16"/>
                </a:cubicBezTo>
                <a:cubicBezTo>
                  <a:pt x="35" y="16"/>
                  <a:pt x="31" y="20"/>
                  <a:pt x="31" y="24"/>
                </a:cubicBezTo>
                <a:cubicBezTo>
                  <a:pt x="31" y="25"/>
                  <a:pt x="31" y="26"/>
                  <a:pt x="31" y="26"/>
                </a:cubicBezTo>
                <a:cubicBezTo>
                  <a:pt x="24" y="26"/>
                  <a:pt x="18" y="23"/>
                  <a:pt x="14" y="17"/>
                </a:cubicBezTo>
                <a:cubicBezTo>
                  <a:pt x="13" y="19"/>
                  <a:pt x="12" y="20"/>
                  <a:pt x="12" y="22"/>
                </a:cubicBezTo>
                <a:cubicBezTo>
                  <a:pt x="12" y="25"/>
                  <a:pt x="14" y="27"/>
                  <a:pt x="16" y="29"/>
                </a:cubicBezTo>
                <a:cubicBezTo>
                  <a:pt x="15" y="29"/>
                  <a:pt x="13" y="28"/>
                  <a:pt x="12" y="28"/>
                </a:cubicBezTo>
                <a:cubicBezTo>
                  <a:pt x="12" y="28"/>
                  <a:pt x="12" y="28"/>
                  <a:pt x="12" y="28"/>
                </a:cubicBezTo>
                <a:cubicBezTo>
                  <a:pt x="12" y="32"/>
                  <a:pt x="15" y="35"/>
                  <a:pt x="19" y="36"/>
                </a:cubicBezTo>
                <a:cubicBezTo>
                  <a:pt x="18" y="36"/>
                  <a:pt x="18" y="36"/>
                  <a:pt x="17" y="36"/>
                </a:cubicBezTo>
                <a:cubicBezTo>
                  <a:pt x="16" y="36"/>
                  <a:pt x="16" y="36"/>
                  <a:pt x="15" y="36"/>
                </a:cubicBezTo>
                <a:cubicBezTo>
                  <a:pt x="16" y="39"/>
                  <a:pt x="20" y="42"/>
                  <a:pt x="23" y="42"/>
                </a:cubicBezTo>
                <a:cubicBezTo>
                  <a:pt x="20" y="44"/>
                  <a:pt x="17" y="46"/>
                  <a:pt x="13" y="46"/>
                </a:cubicBezTo>
                <a:cubicBezTo>
                  <a:pt x="12" y="46"/>
                  <a:pt x="11" y="46"/>
                  <a:pt x="11" y="46"/>
                </a:cubicBezTo>
                <a:cubicBezTo>
                  <a:pt x="14" y="48"/>
                  <a:pt x="19" y="49"/>
                  <a:pt x="24" y="49"/>
                </a:cubicBezTo>
                <a:cubicBezTo>
                  <a:pt x="39" y="49"/>
                  <a:pt x="48" y="36"/>
                  <a:pt x="48" y="25"/>
                </a:cubicBezTo>
                <a:cubicBezTo>
                  <a:pt x="48" y="25"/>
                  <a:pt x="48" y="25"/>
                  <a:pt x="48" y="24"/>
                </a:cubicBezTo>
                <a:cubicBezTo>
                  <a:pt x="49" y="23"/>
                  <a:pt x="51" y="22"/>
                  <a:pt x="52" y="20"/>
                </a:cubicBezTo>
                <a:cubicBezTo>
                  <a:pt x="50" y="20"/>
                  <a:pt x="49" y="21"/>
                  <a:pt x="47" y="2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04"/>
          <p:cNvSpPr>
            <a:spLocks noEditPoints="1"/>
          </p:cNvSpPr>
          <p:nvPr/>
        </p:nvSpPr>
        <p:spPr bwMode="auto">
          <a:xfrm>
            <a:off x="6527656" y="2062552"/>
            <a:ext cx="429032" cy="429032"/>
          </a:xfrm>
          <a:custGeom>
            <a:avLst/>
            <a:gdLst/>
            <a:ahLst/>
            <a:cxnLst>
              <a:cxn ang="0">
                <a:pos x="62" y="51"/>
              </a:cxn>
              <a:cxn ang="0">
                <a:pos x="51" y="62"/>
              </a:cxn>
              <a:cxn ang="0">
                <a:pos x="12" y="62"/>
              </a:cxn>
              <a:cxn ang="0">
                <a:pos x="0" y="51"/>
              </a:cxn>
              <a:cxn ang="0">
                <a:pos x="0" y="12"/>
              </a:cxn>
              <a:cxn ang="0">
                <a:pos x="12" y="0"/>
              </a:cxn>
              <a:cxn ang="0">
                <a:pos x="51" y="0"/>
              </a:cxn>
              <a:cxn ang="0">
                <a:pos x="62" y="12"/>
              </a:cxn>
              <a:cxn ang="0">
                <a:pos x="62" y="51"/>
              </a:cxn>
              <a:cxn ang="0">
                <a:pos x="15" y="11"/>
              </a:cxn>
              <a:cxn ang="0">
                <a:pos x="9" y="16"/>
              </a:cxn>
              <a:cxn ang="0">
                <a:pos x="15" y="20"/>
              </a:cxn>
              <a:cxn ang="0">
                <a:pos x="15" y="20"/>
              </a:cxn>
              <a:cxn ang="0">
                <a:pos x="20" y="16"/>
              </a:cxn>
              <a:cxn ang="0">
                <a:pos x="15" y="11"/>
              </a:cxn>
              <a:cxn ang="0">
                <a:pos x="19" y="52"/>
              </a:cxn>
              <a:cxn ang="0">
                <a:pos x="19" y="24"/>
              </a:cxn>
              <a:cxn ang="0">
                <a:pos x="10" y="24"/>
              </a:cxn>
              <a:cxn ang="0">
                <a:pos x="10" y="52"/>
              </a:cxn>
              <a:cxn ang="0">
                <a:pos x="19" y="52"/>
              </a:cxn>
              <a:cxn ang="0">
                <a:pos x="53" y="52"/>
              </a:cxn>
              <a:cxn ang="0">
                <a:pos x="53" y="36"/>
              </a:cxn>
              <a:cxn ang="0">
                <a:pos x="42" y="24"/>
              </a:cxn>
              <a:cxn ang="0">
                <a:pos x="34" y="28"/>
              </a:cxn>
              <a:cxn ang="0">
                <a:pos x="34" y="28"/>
              </a:cxn>
              <a:cxn ang="0">
                <a:pos x="34" y="24"/>
              </a:cxn>
              <a:cxn ang="0">
                <a:pos x="24" y="24"/>
              </a:cxn>
              <a:cxn ang="0">
                <a:pos x="24" y="52"/>
              </a:cxn>
              <a:cxn ang="0">
                <a:pos x="34" y="52"/>
              </a:cxn>
              <a:cxn ang="0">
                <a:pos x="34" y="37"/>
              </a:cxn>
              <a:cxn ang="0">
                <a:pos x="34" y="34"/>
              </a:cxn>
              <a:cxn ang="0">
                <a:pos x="39" y="31"/>
              </a:cxn>
              <a:cxn ang="0">
                <a:pos x="43" y="37"/>
              </a:cxn>
              <a:cxn ang="0">
                <a:pos x="43" y="52"/>
              </a:cxn>
              <a:cxn ang="0">
                <a:pos x="53" y="52"/>
              </a:cxn>
            </a:cxnLst>
            <a:rect l="0" t="0" r="r" b="b"/>
            <a:pathLst>
              <a:path w="62" h="62">
                <a:moveTo>
                  <a:pt x="62" y="51"/>
                </a:moveTo>
                <a:cubicBezTo>
                  <a:pt x="62" y="57"/>
                  <a:pt x="57" y="62"/>
                  <a:pt x="51" y="62"/>
                </a:cubicBezTo>
                <a:cubicBezTo>
                  <a:pt x="12" y="62"/>
                  <a:pt x="12" y="62"/>
                  <a:pt x="12" y="62"/>
                </a:cubicBezTo>
                <a:cubicBezTo>
                  <a:pt x="6" y="62"/>
                  <a:pt x="0" y="57"/>
                  <a:pt x="0" y="51"/>
                </a:cubicBezTo>
                <a:cubicBezTo>
                  <a:pt x="0" y="12"/>
                  <a:pt x="0" y="12"/>
                  <a:pt x="0" y="12"/>
                </a:cubicBezTo>
                <a:cubicBezTo>
                  <a:pt x="0" y="6"/>
                  <a:pt x="6" y="0"/>
                  <a:pt x="12" y="0"/>
                </a:cubicBezTo>
                <a:cubicBezTo>
                  <a:pt x="51" y="0"/>
                  <a:pt x="51" y="0"/>
                  <a:pt x="51" y="0"/>
                </a:cubicBezTo>
                <a:cubicBezTo>
                  <a:pt x="57" y="0"/>
                  <a:pt x="62" y="6"/>
                  <a:pt x="62" y="12"/>
                </a:cubicBezTo>
                <a:lnTo>
                  <a:pt x="62" y="51"/>
                </a:lnTo>
                <a:close/>
                <a:moveTo>
                  <a:pt x="15" y="11"/>
                </a:moveTo>
                <a:cubicBezTo>
                  <a:pt x="12" y="11"/>
                  <a:pt x="9" y="13"/>
                  <a:pt x="9" y="16"/>
                </a:cubicBezTo>
                <a:cubicBezTo>
                  <a:pt x="9" y="18"/>
                  <a:pt x="11" y="20"/>
                  <a:pt x="15" y="20"/>
                </a:cubicBezTo>
                <a:cubicBezTo>
                  <a:pt x="15" y="20"/>
                  <a:pt x="15" y="20"/>
                  <a:pt x="15" y="20"/>
                </a:cubicBezTo>
                <a:cubicBezTo>
                  <a:pt x="18" y="20"/>
                  <a:pt x="20" y="18"/>
                  <a:pt x="20" y="16"/>
                </a:cubicBezTo>
                <a:cubicBezTo>
                  <a:pt x="20" y="13"/>
                  <a:pt x="18" y="11"/>
                  <a:pt x="15" y="11"/>
                </a:cubicBezTo>
                <a:close/>
                <a:moveTo>
                  <a:pt x="19" y="52"/>
                </a:moveTo>
                <a:cubicBezTo>
                  <a:pt x="19" y="24"/>
                  <a:pt x="19" y="24"/>
                  <a:pt x="19" y="24"/>
                </a:cubicBezTo>
                <a:cubicBezTo>
                  <a:pt x="10" y="24"/>
                  <a:pt x="10" y="24"/>
                  <a:pt x="10" y="24"/>
                </a:cubicBezTo>
                <a:cubicBezTo>
                  <a:pt x="10" y="52"/>
                  <a:pt x="10" y="52"/>
                  <a:pt x="10" y="52"/>
                </a:cubicBezTo>
                <a:lnTo>
                  <a:pt x="19" y="52"/>
                </a:lnTo>
                <a:close/>
                <a:moveTo>
                  <a:pt x="53" y="52"/>
                </a:moveTo>
                <a:cubicBezTo>
                  <a:pt x="53" y="36"/>
                  <a:pt x="53" y="36"/>
                  <a:pt x="53" y="36"/>
                </a:cubicBezTo>
                <a:cubicBezTo>
                  <a:pt x="53" y="28"/>
                  <a:pt x="48" y="24"/>
                  <a:pt x="42" y="24"/>
                </a:cubicBezTo>
                <a:cubicBezTo>
                  <a:pt x="37" y="24"/>
                  <a:pt x="35" y="26"/>
                  <a:pt x="34" y="28"/>
                </a:cubicBezTo>
                <a:cubicBezTo>
                  <a:pt x="34" y="28"/>
                  <a:pt x="34" y="28"/>
                  <a:pt x="34" y="28"/>
                </a:cubicBezTo>
                <a:cubicBezTo>
                  <a:pt x="34" y="24"/>
                  <a:pt x="34" y="24"/>
                  <a:pt x="34" y="24"/>
                </a:cubicBezTo>
                <a:cubicBezTo>
                  <a:pt x="24" y="24"/>
                  <a:pt x="24" y="24"/>
                  <a:pt x="24" y="24"/>
                </a:cubicBezTo>
                <a:cubicBezTo>
                  <a:pt x="24" y="24"/>
                  <a:pt x="24" y="27"/>
                  <a:pt x="24" y="52"/>
                </a:cubicBezTo>
                <a:cubicBezTo>
                  <a:pt x="34" y="52"/>
                  <a:pt x="34" y="52"/>
                  <a:pt x="34" y="52"/>
                </a:cubicBezTo>
                <a:cubicBezTo>
                  <a:pt x="34" y="37"/>
                  <a:pt x="34" y="37"/>
                  <a:pt x="34" y="37"/>
                </a:cubicBezTo>
                <a:cubicBezTo>
                  <a:pt x="34" y="36"/>
                  <a:pt x="34" y="35"/>
                  <a:pt x="34" y="34"/>
                </a:cubicBezTo>
                <a:cubicBezTo>
                  <a:pt x="35" y="33"/>
                  <a:pt x="36" y="31"/>
                  <a:pt x="39" y="31"/>
                </a:cubicBezTo>
                <a:cubicBezTo>
                  <a:pt x="42" y="31"/>
                  <a:pt x="43" y="33"/>
                  <a:pt x="43" y="37"/>
                </a:cubicBezTo>
                <a:cubicBezTo>
                  <a:pt x="43" y="52"/>
                  <a:pt x="43" y="52"/>
                  <a:pt x="43" y="52"/>
                </a:cubicBezTo>
                <a:lnTo>
                  <a:pt x="53" y="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11"/>
          <p:cNvSpPr>
            <a:spLocks noEditPoints="1"/>
          </p:cNvSpPr>
          <p:nvPr/>
        </p:nvSpPr>
        <p:spPr bwMode="auto">
          <a:xfrm>
            <a:off x="5105717" y="2869477"/>
            <a:ext cx="402744" cy="399550"/>
          </a:xfrm>
          <a:custGeom>
            <a:avLst/>
            <a:gdLst/>
            <a:ahLst/>
            <a:cxnLst>
              <a:cxn ang="0">
                <a:pos x="58" y="50"/>
              </a:cxn>
              <a:cxn ang="0">
                <a:pos x="51" y="58"/>
              </a:cxn>
              <a:cxn ang="0">
                <a:pos x="7" y="58"/>
              </a:cxn>
              <a:cxn ang="0">
                <a:pos x="0" y="50"/>
              </a:cxn>
              <a:cxn ang="0">
                <a:pos x="0" y="7"/>
              </a:cxn>
              <a:cxn ang="0">
                <a:pos x="7" y="0"/>
              </a:cxn>
              <a:cxn ang="0">
                <a:pos x="51" y="0"/>
              </a:cxn>
              <a:cxn ang="0">
                <a:pos x="58" y="7"/>
              </a:cxn>
              <a:cxn ang="0">
                <a:pos x="58" y="50"/>
              </a:cxn>
              <a:cxn ang="0">
                <a:pos x="51" y="24"/>
              </a:cxn>
              <a:cxn ang="0">
                <a:pos x="46" y="24"/>
              </a:cxn>
              <a:cxn ang="0">
                <a:pos x="47" y="29"/>
              </a:cxn>
              <a:cxn ang="0">
                <a:pos x="29" y="47"/>
              </a:cxn>
              <a:cxn ang="0">
                <a:pos x="11" y="29"/>
              </a:cxn>
              <a:cxn ang="0">
                <a:pos x="12" y="24"/>
              </a:cxn>
              <a:cxn ang="0">
                <a:pos x="6" y="24"/>
              </a:cxn>
              <a:cxn ang="0">
                <a:pos x="6" y="49"/>
              </a:cxn>
              <a:cxn ang="0">
                <a:pos x="9" y="51"/>
              </a:cxn>
              <a:cxn ang="0">
                <a:pos x="49" y="51"/>
              </a:cxn>
              <a:cxn ang="0">
                <a:pos x="51" y="49"/>
              </a:cxn>
              <a:cxn ang="0">
                <a:pos x="51" y="24"/>
              </a:cxn>
              <a:cxn ang="0">
                <a:pos x="29" y="17"/>
              </a:cxn>
              <a:cxn ang="0">
                <a:pos x="17" y="29"/>
              </a:cxn>
              <a:cxn ang="0">
                <a:pos x="29" y="40"/>
              </a:cxn>
              <a:cxn ang="0">
                <a:pos x="41" y="29"/>
              </a:cxn>
              <a:cxn ang="0">
                <a:pos x="29" y="17"/>
              </a:cxn>
              <a:cxn ang="0">
                <a:pos x="51" y="9"/>
              </a:cxn>
              <a:cxn ang="0">
                <a:pos x="49" y="6"/>
              </a:cxn>
              <a:cxn ang="0">
                <a:pos x="42" y="6"/>
              </a:cxn>
              <a:cxn ang="0">
                <a:pos x="40" y="9"/>
              </a:cxn>
              <a:cxn ang="0">
                <a:pos x="40" y="15"/>
              </a:cxn>
              <a:cxn ang="0">
                <a:pos x="42" y="18"/>
              </a:cxn>
              <a:cxn ang="0">
                <a:pos x="49" y="18"/>
              </a:cxn>
              <a:cxn ang="0">
                <a:pos x="51" y="15"/>
              </a:cxn>
              <a:cxn ang="0">
                <a:pos x="51" y="9"/>
              </a:cxn>
            </a:cxnLst>
            <a:rect l="0" t="0" r="r" b="b"/>
            <a:pathLst>
              <a:path w="58" h="58">
                <a:moveTo>
                  <a:pt x="58" y="50"/>
                </a:moveTo>
                <a:cubicBezTo>
                  <a:pt x="58" y="54"/>
                  <a:pt x="55" y="58"/>
                  <a:pt x="51" y="58"/>
                </a:cubicBezTo>
                <a:cubicBezTo>
                  <a:pt x="7" y="58"/>
                  <a:pt x="7" y="58"/>
                  <a:pt x="7" y="58"/>
                </a:cubicBezTo>
                <a:cubicBezTo>
                  <a:pt x="3" y="58"/>
                  <a:pt x="0" y="54"/>
                  <a:pt x="0" y="50"/>
                </a:cubicBezTo>
                <a:cubicBezTo>
                  <a:pt x="0" y="7"/>
                  <a:pt x="0" y="7"/>
                  <a:pt x="0" y="7"/>
                </a:cubicBezTo>
                <a:cubicBezTo>
                  <a:pt x="0" y="3"/>
                  <a:pt x="3" y="0"/>
                  <a:pt x="7" y="0"/>
                </a:cubicBezTo>
                <a:cubicBezTo>
                  <a:pt x="51" y="0"/>
                  <a:pt x="51" y="0"/>
                  <a:pt x="51" y="0"/>
                </a:cubicBezTo>
                <a:cubicBezTo>
                  <a:pt x="55" y="0"/>
                  <a:pt x="58" y="3"/>
                  <a:pt x="58" y="7"/>
                </a:cubicBezTo>
                <a:lnTo>
                  <a:pt x="58" y="50"/>
                </a:lnTo>
                <a:close/>
                <a:moveTo>
                  <a:pt x="51" y="24"/>
                </a:moveTo>
                <a:cubicBezTo>
                  <a:pt x="46" y="24"/>
                  <a:pt x="46" y="24"/>
                  <a:pt x="46" y="24"/>
                </a:cubicBezTo>
                <a:cubicBezTo>
                  <a:pt x="47" y="26"/>
                  <a:pt x="47" y="27"/>
                  <a:pt x="47" y="29"/>
                </a:cubicBezTo>
                <a:cubicBezTo>
                  <a:pt x="47" y="39"/>
                  <a:pt x="39" y="47"/>
                  <a:pt x="29" y="47"/>
                </a:cubicBezTo>
                <a:cubicBezTo>
                  <a:pt x="19" y="47"/>
                  <a:pt x="11" y="39"/>
                  <a:pt x="11" y="29"/>
                </a:cubicBezTo>
                <a:cubicBezTo>
                  <a:pt x="11" y="27"/>
                  <a:pt x="11" y="26"/>
                  <a:pt x="12" y="24"/>
                </a:cubicBezTo>
                <a:cubicBezTo>
                  <a:pt x="6" y="24"/>
                  <a:pt x="6" y="24"/>
                  <a:pt x="6" y="24"/>
                </a:cubicBezTo>
                <a:cubicBezTo>
                  <a:pt x="6" y="49"/>
                  <a:pt x="6" y="49"/>
                  <a:pt x="6" y="49"/>
                </a:cubicBezTo>
                <a:cubicBezTo>
                  <a:pt x="6" y="50"/>
                  <a:pt x="7" y="51"/>
                  <a:pt x="9" y="51"/>
                </a:cubicBezTo>
                <a:cubicBezTo>
                  <a:pt x="49" y="51"/>
                  <a:pt x="49" y="51"/>
                  <a:pt x="49" y="51"/>
                </a:cubicBezTo>
                <a:cubicBezTo>
                  <a:pt x="50" y="51"/>
                  <a:pt x="51" y="50"/>
                  <a:pt x="51" y="49"/>
                </a:cubicBezTo>
                <a:lnTo>
                  <a:pt x="51" y="24"/>
                </a:lnTo>
                <a:close/>
                <a:moveTo>
                  <a:pt x="29" y="17"/>
                </a:moveTo>
                <a:cubicBezTo>
                  <a:pt x="23" y="17"/>
                  <a:pt x="17" y="22"/>
                  <a:pt x="17" y="29"/>
                </a:cubicBezTo>
                <a:cubicBezTo>
                  <a:pt x="17" y="35"/>
                  <a:pt x="23" y="40"/>
                  <a:pt x="29" y="40"/>
                </a:cubicBezTo>
                <a:cubicBezTo>
                  <a:pt x="35" y="40"/>
                  <a:pt x="41" y="35"/>
                  <a:pt x="41" y="29"/>
                </a:cubicBezTo>
                <a:cubicBezTo>
                  <a:pt x="41" y="22"/>
                  <a:pt x="35" y="17"/>
                  <a:pt x="29" y="17"/>
                </a:cubicBezTo>
                <a:close/>
                <a:moveTo>
                  <a:pt x="51" y="9"/>
                </a:moveTo>
                <a:cubicBezTo>
                  <a:pt x="51" y="7"/>
                  <a:pt x="50" y="6"/>
                  <a:pt x="49" y="6"/>
                </a:cubicBezTo>
                <a:cubicBezTo>
                  <a:pt x="42" y="6"/>
                  <a:pt x="42" y="6"/>
                  <a:pt x="42" y="6"/>
                </a:cubicBezTo>
                <a:cubicBezTo>
                  <a:pt x="41" y="6"/>
                  <a:pt x="40" y="7"/>
                  <a:pt x="40" y="9"/>
                </a:cubicBezTo>
                <a:cubicBezTo>
                  <a:pt x="40" y="15"/>
                  <a:pt x="40" y="15"/>
                  <a:pt x="40" y="15"/>
                </a:cubicBezTo>
                <a:cubicBezTo>
                  <a:pt x="40" y="16"/>
                  <a:pt x="41" y="18"/>
                  <a:pt x="42" y="18"/>
                </a:cubicBezTo>
                <a:cubicBezTo>
                  <a:pt x="49" y="18"/>
                  <a:pt x="49" y="18"/>
                  <a:pt x="49" y="18"/>
                </a:cubicBezTo>
                <a:cubicBezTo>
                  <a:pt x="50" y="18"/>
                  <a:pt x="51" y="16"/>
                  <a:pt x="51" y="15"/>
                </a:cubicBezTo>
                <a:lnTo>
                  <a:pt x="51" y="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extBox 16"/>
          <p:cNvSpPr txBox="1"/>
          <p:nvPr/>
        </p:nvSpPr>
        <p:spPr>
          <a:xfrm>
            <a:off x="2022698" y="3376888"/>
            <a:ext cx="833562" cy="215444"/>
          </a:xfrm>
          <a:prstGeom prst="rect">
            <a:avLst/>
          </a:prstGeom>
          <a:noFill/>
        </p:spPr>
        <p:txBody>
          <a:bodyPr wrap="none" lIns="0" tIns="0" rIns="0" bIns="0" rtlCol="0">
            <a:spAutoFit/>
          </a:bodyPr>
          <a:lstStyle/>
          <a:p>
            <a:pPr algn="ctr"/>
            <a:r>
              <a:rPr lang="en-US" sz="1400" b="1" dirty="0">
                <a:solidFill>
                  <a:schemeClr val="bg1"/>
                </a:solidFill>
              </a:rPr>
              <a:t>Facebook</a:t>
            </a:r>
          </a:p>
        </p:txBody>
      </p:sp>
      <p:sp>
        <p:nvSpPr>
          <p:cNvPr id="19" name="TextBox 18"/>
          <p:cNvSpPr txBox="1"/>
          <p:nvPr/>
        </p:nvSpPr>
        <p:spPr>
          <a:xfrm>
            <a:off x="3586188" y="2548063"/>
            <a:ext cx="573362" cy="215444"/>
          </a:xfrm>
          <a:prstGeom prst="rect">
            <a:avLst/>
          </a:prstGeom>
          <a:noFill/>
        </p:spPr>
        <p:txBody>
          <a:bodyPr wrap="none" lIns="0" tIns="0" rIns="0" bIns="0" rtlCol="0">
            <a:spAutoFit/>
          </a:bodyPr>
          <a:lstStyle/>
          <a:p>
            <a:pPr algn="ctr"/>
            <a:r>
              <a:rPr lang="en-US" sz="1400" b="1" dirty="0">
                <a:solidFill>
                  <a:schemeClr val="bg1"/>
                </a:solidFill>
              </a:rPr>
              <a:t>Twitter</a:t>
            </a:r>
          </a:p>
        </p:txBody>
      </p:sp>
      <p:sp>
        <p:nvSpPr>
          <p:cNvPr id="20" name="TextBox 19"/>
          <p:cNvSpPr txBox="1"/>
          <p:nvPr/>
        </p:nvSpPr>
        <p:spPr>
          <a:xfrm>
            <a:off x="6362778" y="2554229"/>
            <a:ext cx="734175" cy="215444"/>
          </a:xfrm>
          <a:prstGeom prst="rect">
            <a:avLst/>
          </a:prstGeom>
          <a:noFill/>
        </p:spPr>
        <p:txBody>
          <a:bodyPr wrap="none" lIns="0" tIns="0" rIns="0" bIns="0" rtlCol="0">
            <a:spAutoFit/>
          </a:bodyPr>
          <a:lstStyle/>
          <a:p>
            <a:pPr algn="ctr"/>
            <a:r>
              <a:rPr lang="en-US" sz="1400" b="1" dirty="0">
                <a:solidFill>
                  <a:schemeClr val="bg1"/>
                </a:solidFill>
              </a:rPr>
              <a:t>LinkedIn</a:t>
            </a:r>
          </a:p>
        </p:txBody>
      </p:sp>
      <p:sp>
        <p:nvSpPr>
          <p:cNvPr id="21" name="TextBox 20"/>
          <p:cNvSpPr txBox="1"/>
          <p:nvPr/>
        </p:nvSpPr>
        <p:spPr>
          <a:xfrm>
            <a:off x="4888448" y="3334166"/>
            <a:ext cx="856004" cy="215444"/>
          </a:xfrm>
          <a:prstGeom prst="rect">
            <a:avLst/>
          </a:prstGeom>
          <a:noFill/>
        </p:spPr>
        <p:txBody>
          <a:bodyPr wrap="none" lIns="0" tIns="0" rIns="0" bIns="0" rtlCol="0">
            <a:spAutoFit/>
          </a:bodyPr>
          <a:lstStyle/>
          <a:p>
            <a:pPr algn="ctr"/>
            <a:r>
              <a:rPr lang="en-US" sz="1400" b="1" dirty="0">
                <a:solidFill>
                  <a:schemeClr val="bg1"/>
                </a:solidFill>
              </a:rPr>
              <a:t>Instagram</a:t>
            </a:r>
          </a:p>
        </p:txBody>
      </p:sp>
      <p:grpSp>
        <p:nvGrpSpPr>
          <p:cNvPr id="4" name="Group 31"/>
          <p:cNvGrpSpPr/>
          <p:nvPr/>
        </p:nvGrpSpPr>
        <p:grpSpPr>
          <a:xfrm>
            <a:off x="1406290" y="2547354"/>
            <a:ext cx="616408" cy="616408"/>
            <a:chOff x="2138721" y="2867884"/>
            <a:chExt cx="616408" cy="616408"/>
          </a:xfrm>
        </p:grpSpPr>
        <p:grpSp>
          <p:nvGrpSpPr>
            <p:cNvPr id="6" name="Group 21"/>
            <p:cNvGrpSpPr/>
            <p:nvPr/>
          </p:nvGrpSpPr>
          <p:grpSpPr>
            <a:xfrm>
              <a:off x="2138721" y="2867884"/>
              <a:ext cx="616408" cy="616408"/>
              <a:chOff x="2786183" y="1189182"/>
              <a:chExt cx="921712" cy="921712"/>
            </a:xfrm>
          </p:grpSpPr>
          <p:sp>
            <p:nvSpPr>
              <p:cNvPr id="23" name="Oval 22"/>
              <p:cNvSpPr/>
              <p:nvPr/>
            </p:nvSpPr>
            <p:spPr>
              <a:xfrm>
                <a:off x="2786183" y="1189182"/>
                <a:ext cx="921712" cy="9217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Freeform 9"/>
            <p:cNvSpPr>
              <a:spLocks noEditPoints="1"/>
            </p:cNvSpPr>
            <p:nvPr/>
          </p:nvSpPr>
          <p:spPr bwMode="auto">
            <a:xfrm>
              <a:off x="2299058" y="2994314"/>
              <a:ext cx="284074" cy="324058"/>
            </a:xfrm>
            <a:custGeom>
              <a:avLst/>
              <a:gdLst/>
              <a:ahLst/>
              <a:cxnLst>
                <a:cxn ang="0">
                  <a:pos x="128" y="0"/>
                </a:cxn>
                <a:cxn ang="0">
                  <a:pos x="128" y="82"/>
                </a:cxn>
                <a:cxn ang="0">
                  <a:pos x="148" y="109"/>
                </a:cxn>
                <a:cxn ang="0">
                  <a:pos x="146" y="84"/>
                </a:cxn>
                <a:cxn ang="0">
                  <a:pos x="100" y="86"/>
                </a:cxn>
                <a:cxn ang="0">
                  <a:pos x="130" y="106"/>
                </a:cxn>
                <a:cxn ang="0">
                  <a:pos x="155" y="113"/>
                </a:cxn>
                <a:cxn ang="0">
                  <a:pos x="192" y="151"/>
                </a:cxn>
                <a:cxn ang="0">
                  <a:pos x="192" y="76"/>
                </a:cxn>
                <a:cxn ang="0">
                  <a:pos x="130" y="190"/>
                </a:cxn>
                <a:cxn ang="0">
                  <a:pos x="130" y="115"/>
                </a:cxn>
                <a:cxn ang="0">
                  <a:pos x="130" y="190"/>
                </a:cxn>
                <a:cxn ang="0">
                  <a:pos x="114" y="193"/>
                </a:cxn>
                <a:cxn ang="0">
                  <a:pos x="66" y="280"/>
                </a:cxn>
                <a:cxn ang="0">
                  <a:pos x="69" y="281"/>
                </a:cxn>
                <a:cxn ang="0">
                  <a:pos x="191" y="281"/>
                </a:cxn>
                <a:cxn ang="0">
                  <a:pos x="194" y="280"/>
                </a:cxn>
                <a:cxn ang="0">
                  <a:pos x="146" y="193"/>
                </a:cxn>
                <a:cxn ang="0">
                  <a:pos x="177" y="154"/>
                </a:cxn>
                <a:cxn ang="0">
                  <a:pos x="203" y="241"/>
                </a:cxn>
                <a:cxn ang="0">
                  <a:pos x="254" y="242"/>
                </a:cxn>
                <a:cxn ang="0">
                  <a:pos x="256" y="241"/>
                </a:cxn>
                <a:cxn ang="0">
                  <a:pos x="208" y="154"/>
                </a:cxn>
                <a:cxn ang="0">
                  <a:pos x="84" y="145"/>
                </a:cxn>
                <a:cxn ang="0">
                  <a:pos x="102" y="114"/>
                </a:cxn>
                <a:cxn ang="0">
                  <a:pos x="27" y="114"/>
                </a:cxn>
                <a:cxn ang="0">
                  <a:pos x="98" y="186"/>
                </a:cxn>
                <a:cxn ang="0">
                  <a:pos x="80" y="154"/>
                </a:cxn>
                <a:cxn ang="0">
                  <a:pos x="0" y="202"/>
                </a:cxn>
                <a:cxn ang="0">
                  <a:pos x="0" y="242"/>
                </a:cxn>
                <a:cxn ang="0">
                  <a:pos x="57" y="253"/>
                </a:cxn>
                <a:cxn ang="0">
                  <a:pos x="98" y="186"/>
                </a:cxn>
                <a:cxn ang="0">
                  <a:pos x="98" y="186"/>
                </a:cxn>
              </a:cxnLst>
              <a:rect l="0" t="0" r="r" b="b"/>
              <a:pathLst>
                <a:path w="256" h="292">
                  <a:moveTo>
                    <a:pt x="87" y="41"/>
                  </a:moveTo>
                  <a:cubicBezTo>
                    <a:pt x="87" y="18"/>
                    <a:pt x="106" y="0"/>
                    <a:pt x="128" y="0"/>
                  </a:cubicBezTo>
                  <a:cubicBezTo>
                    <a:pt x="151" y="0"/>
                    <a:pt x="169" y="18"/>
                    <a:pt x="169" y="41"/>
                  </a:cubicBezTo>
                  <a:cubicBezTo>
                    <a:pt x="169" y="63"/>
                    <a:pt x="151" y="82"/>
                    <a:pt x="128" y="82"/>
                  </a:cubicBezTo>
                  <a:cubicBezTo>
                    <a:pt x="106" y="82"/>
                    <a:pt x="87" y="63"/>
                    <a:pt x="87" y="41"/>
                  </a:cubicBezTo>
                  <a:close/>
                  <a:moveTo>
                    <a:pt x="148" y="109"/>
                  </a:moveTo>
                  <a:cubicBezTo>
                    <a:pt x="148" y="101"/>
                    <a:pt x="151" y="92"/>
                    <a:pt x="156" y="86"/>
                  </a:cubicBezTo>
                  <a:cubicBezTo>
                    <a:pt x="153" y="85"/>
                    <a:pt x="149" y="84"/>
                    <a:pt x="146" y="84"/>
                  </a:cubicBezTo>
                  <a:cubicBezTo>
                    <a:pt x="111" y="84"/>
                    <a:pt x="111" y="84"/>
                    <a:pt x="111" y="84"/>
                  </a:cubicBezTo>
                  <a:cubicBezTo>
                    <a:pt x="107" y="84"/>
                    <a:pt x="104" y="85"/>
                    <a:pt x="100" y="86"/>
                  </a:cubicBezTo>
                  <a:cubicBezTo>
                    <a:pt x="105" y="93"/>
                    <a:pt x="109" y="102"/>
                    <a:pt x="109" y="111"/>
                  </a:cubicBezTo>
                  <a:cubicBezTo>
                    <a:pt x="115" y="108"/>
                    <a:pt x="122" y="106"/>
                    <a:pt x="130" y="106"/>
                  </a:cubicBezTo>
                  <a:cubicBezTo>
                    <a:pt x="136" y="106"/>
                    <a:pt x="142" y="107"/>
                    <a:pt x="148" y="109"/>
                  </a:cubicBezTo>
                  <a:close/>
                  <a:moveTo>
                    <a:pt x="155" y="113"/>
                  </a:moveTo>
                  <a:cubicBezTo>
                    <a:pt x="167" y="121"/>
                    <a:pt x="175" y="133"/>
                    <a:pt x="176" y="148"/>
                  </a:cubicBezTo>
                  <a:cubicBezTo>
                    <a:pt x="181" y="150"/>
                    <a:pt x="187" y="151"/>
                    <a:pt x="192" y="151"/>
                  </a:cubicBezTo>
                  <a:cubicBezTo>
                    <a:pt x="213" y="151"/>
                    <a:pt x="230" y="134"/>
                    <a:pt x="230" y="114"/>
                  </a:cubicBezTo>
                  <a:cubicBezTo>
                    <a:pt x="230" y="93"/>
                    <a:pt x="213" y="76"/>
                    <a:pt x="192" y="76"/>
                  </a:cubicBezTo>
                  <a:cubicBezTo>
                    <a:pt x="172" y="76"/>
                    <a:pt x="155" y="93"/>
                    <a:pt x="155" y="113"/>
                  </a:cubicBezTo>
                  <a:close/>
                  <a:moveTo>
                    <a:pt x="130" y="190"/>
                  </a:moveTo>
                  <a:cubicBezTo>
                    <a:pt x="151" y="190"/>
                    <a:pt x="168" y="173"/>
                    <a:pt x="168" y="152"/>
                  </a:cubicBezTo>
                  <a:cubicBezTo>
                    <a:pt x="168" y="132"/>
                    <a:pt x="151" y="115"/>
                    <a:pt x="130" y="115"/>
                  </a:cubicBezTo>
                  <a:cubicBezTo>
                    <a:pt x="109" y="115"/>
                    <a:pt x="92" y="132"/>
                    <a:pt x="92" y="152"/>
                  </a:cubicBezTo>
                  <a:cubicBezTo>
                    <a:pt x="92" y="173"/>
                    <a:pt x="109" y="190"/>
                    <a:pt x="130" y="190"/>
                  </a:cubicBezTo>
                  <a:close/>
                  <a:moveTo>
                    <a:pt x="146" y="193"/>
                  </a:moveTo>
                  <a:cubicBezTo>
                    <a:pt x="114" y="193"/>
                    <a:pt x="114" y="193"/>
                    <a:pt x="114" y="193"/>
                  </a:cubicBezTo>
                  <a:cubicBezTo>
                    <a:pt x="88" y="193"/>
                    <a:pt x="66" y="214"/>
                    <a:pt x="66" y="241"/>
                  </a:cubicBezTo>
                  <a:cubicBezTo>
                    <a:pt x="66" y="280"/>
                    <a:pt x="66" y="280"/>
                    <a:pt x="66" y="280"/>
                  </a:cubicBezTo>
                  <a:cubicBezTo>
                    <a:pt x="66" y="280"/>
                    <a:pt x="66" y="280"/>
                    <a:pt x="66" y="280"/>
                  </a:cubicBezTo>
                  <a:cubicBezTo>
                    <a:pt x="69" y="281"/>
                    <a:pt x="69" y="281"/>
                    <a:pt x="69" y="281"/>
                  </a:cubicBezTo>
                  <a:cubicBezTo>
                    <a:pt x="94" y="289"/>
                    <a:pt x="116" y="292"/>
                    <a:pt x="134" y="292"/>
                  </a:cubicBezTo>
                  <a:cubicBezTo>
                    <a:pt x="170" y="292"/>
                    <a:pt x="190" y="282"/>
                    <a:pt x="191" y="281"/>
                  </a:cubicBezTo>
                  <a:cubicBezTo>
                    <a:pt x="194" y="280"/>
                    <a:pt x="194" y="280"/>
                    <a:pt x="194" y="280"/>
                  </a:cubicBezTo>
                  <a:cubicBezTo>
                    <a:pt x="194" y="280"/>
                    <a:pt x="194" y="280"/>
                    <a:pt x="194" y="280"/>
                  </a:cubicBezTo>
                  <a:cubicBezTo>
                    <a:pt x="194" y="241"/>
                    <a:pt x="194" y="241"/>
                    <a:pt x="194" y="241"/>
                  </a:cubicBezTo>
                  <a:cubicBezTo>
                    <a:pt x="194" y="214"/>
                    <a:pt x="173" y="193"/>
                    <a:pt x="146" y="193"/>
                  </a:cubicBezTo>
                  <a:close/>
                  <a:moveTo>
                    <a:pt x="208" y="154"/>
                  </a:moveTo>
                  <a:cubicBezTo>
                    <a:pt x="177" y="154"/>
                    <a:pt x="177" y="154"/>
                    <a:pt x="177" y="154"/>
                  </a:cubicBezTo>
                  <a:cubicBezTo>
                    <a:pt x="176" y="167"/>
                    <a:pt x="171" y="178"/>
                    <a:pt x="162" y="186"/>
                  </a:cubicBezTo>
                  <a:cubicBezTo>
                    <a:pt x="186" y="193"/>
                    <a:pt x="203" y="215"/>
                    <a:pt x="203" y="241"/>
                  </a:cubicBezTo>
                  <a:cubicBezTo>
                    <a:pt x="203" y="253"/>
                    <a:pt x="203" y="253"/>
                    <a:pt x="203" y="253"/>
                  </a:cubicBezTo>
                  <a:cubicBezTo>
                    <a:pt x="234" y="252"/>
                    <a:pt x="252" y="243"/>
                    <a:pt x="254" y="242"/>
                  </a:cubicBezTo>
                  <a:cubicBezTo>
                    <a:pt x="256" y="241"/>
                    <a:pt x="256" y="241"/>
                    <a:pt x="256" y="241"/>
                  </a:cubicBezTo>
                  <a:cubicBezTo>
                    <a:pt x="256" y="241"/>
                    <a:pt x="256" y="241"/>
                    <a:pt x="256" y="241"/>
                  </a:cubicBezTo>
                  <a:cubicBezTo>
                    <a:pt x="256" y="202"/>
                    <a:pt x="256" y="202"/>
                    <a:pt x="256" y="202"/>
                  </a:cubicBezTo>
                  <a:cubicBezTo>
                    <a:pt x="256" y="175"/>
                    <a:pt x="235" y="154"/>
                    <a:pt x="208" y="154"/>
                  </a:cubicBezTo>
                  <a:close/>
                  <a:moveTo>
                    <a:pt x="64" y="151"/>
                  </a:moveTo>
                  <a:cubicBezTo>
                    <a:pt x="71" y="151"/>
                    <a:pt x="78" y="149"/>
                    <a:pt x="84" y="145"/>
                  </a:cubicBezTo>
                  <a:cubicBezTo>
                    <a:pt x="86" y="133"/>
                    <a:pt x="92" y="123"/>
                    <a:pt x="102" y="116"/>
                  </a:cubicBezTo>
                  <a:cubicBezTo>
                    <a:pt x="102" y="115"/>
                    <a:pt x="102" y="114"/>
                    <a:pt x="102" y="114"/>
                  </a:cubicBezTo>
                  <a:cubicBezTo>
                    <a:pt x="102" y="93"/>
                    <a:pt x="85" y="76"/>
                    <a:pt x="64" y="76"/>
                  </a:cubicBezTo>
                  <a:cubicBezTo>
                    <a:pt x="43" y="76"/>
                    <a:pt x="27" y="93"/>
                    <a:pt x="27" y="114"/>
                  </a:cubicBezTo>
                  <a:cubicBezTo>
                    <a:pt x="27" y="134"/>
                    <a:pt x="43" y="151"/>
                    <a:pt x="64" y="151"/>
                  </a:cubicBezTo>
                  <a:close/>
                  <a:moveTo>
                    <a:pt x="98" y="186"/>
                  </a:moveTo>
                  <a:cubicBezTo>
                    <a:pt x="89" y="178"/>
                    <a:pt x="84" y="167"/>
                    <a:pt x="84" y="154"/>
                  </a:cubicBezTo>
                  <a:cubicBezTo>
                    <a:pt x="82" y="154"/>
                    <a:pt x="81" y="154"/>
                    <a:pt x="80" y="154"/>
                  </a:cubicBezTo>
                  <a:cubicBezTo>
                    <a:pt x="48" y="154"/>
                    <a:pt x="48" y="154"/>
                    <a:pt x="48" y="154"/>
                  </a:cubicBezTo>
                  <a:cubicBezTo>
                    <a:pt x="22" y="154"/>
                    <a:pt x="0" y="175"/>
                    <a:pt x="0" y="202"/>
                  </a:cubicBezTo>
                  <a:cubicBezTo>
                    <a:pt x="0" y="241"/>
                    <a:pt x="0" y="241"/>
                    <a:pt x="0" y="241"/>
                  </a:cubicBezTo>
                  <a:cubicBezTo>
                    <a:pt x="0" y="242"/>
                    <a:pt x="0" y="242"/>
                    <a:pt x="0" y="242"/>
                  </a:cubicBezTo>
                  <a:cubicBezTo>
                    <a:pt x="3" y="242"/>
                    <a:pt x="3" y="242"/>
                    <a:pt x="3" y="242"/>
                  </a:cubicBezTo>
                  <a:cubicBezTo>
                    <a:pt x="23" y="249"/>
                    <a:pt x="41" y="252"/>
                    <a:pt x="57" y="253"/>
                  </a:cubicBezTo>
                  <a:cubicBezTo>
                    <a:pt x="57" y="241"/>
                    <a:pt x="57" y="241"/>
                    <a:pt x="57" y="241"/>
                  </a:cubicBezTo>
                  <a:cubicBezTo>
                    <a:pt x="57" y="215"/>
                    <a:pt x="74" y="193"/>
                    <a:pt x="98" y="186"/>
                  </a:cubicBezTo>
                  <a:close/>
                  <a:moveTo>
                    <a:pt x="98" y="186"/>
                  </a:moveTo>
                  <a:cubicBezTo>
                    <a:pt x="98" y="186"/>
                    <a:pt x="98" y="186"/>
                    <a:pt x="98" y="18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32"/>
          <p:cNvGrpSpPr/>
          <p:nvPr/>
        </p:nvGrpSpPr>
        <p:grpSpPr>
          <a:xfrm>
            <a:off x="3564665" y="1409336"/>
            <a:ext cx="616408" cy="616408"/>
            <a:chOff x="6412691" y="2896967"/>
            <a:chExt cx="616408" cy="616408"/>
          </a:xfrm>
        </p:grpSpPr>
        <p:grpSp>
          <p:nvGrpSpPr>
            <p:cNvPr id="10" name="Group 25"/>
            <p:cNvGrpSpPr/>
            <p:nvPr/>
          </p:nvGrpSpPr>
          <p:grpSpPr>
            <a:xfrm>
              <a:off x="6412691" y="2896967"/>
              <a:ext cx="616408" cy="616408"/>
              <a:chOff x="2786183" y="1189182"/>
              <a:chExt cx="921712" cy="921712"/>
            </a:xfrm>
          </p:grpSpPr>
          <p:sp>
            <p:nvSpPr>
              <p:cNvPr id="27" name="Oval 26"/>
              <p:cNvSpPr/>
              <p:nvPr/>
            </p:nvSpPr>
            <p:spPr>
              <a:xfrm>
                <a:off x="2786183" y="1189182"/>
                <a:ext cx="921712" cy="9217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28"/>
            <p:cNvGrpSpPr/>
            <p:nvPr/>
          </p:nvGrpSpPr>
          <p:grpSpPr>
            <a:xfrm>
              <a:off x="6566423" y="3063819"/>
              <a:ext cx="319678" cy="300106"/>
              <a:chOff x="504825" y="971550"/>
              <a:chExt cx="1089026" cy="1022350"/>
            </a:xfrm>
            <a:solidFill>
              <a:schemeClr val="accent4"/>
            </a:solidFill>
          </p:grpSpPr>
          <p:sp>
            <p:nvSpPr>
              <p:cNvPr id="30" name="Freeform 29"/>
              <p:cNvSpPr>
                <a:spLocks noEditPoints="1"/>
              </p:cNvSpPr>
              <p:nvPr/>
            </p:nvSpPr>
            <p:spPr bwMode="auto">
              <a:xfrm>
                <a:off x="782638" y="971550"/>
                <a:ext cx="811213" cy="841375"/>
              </a:xfrm>
              <a:custGeom>
                <a:avLst/>
                <a:gdLst/>
                <a:ahLst/>
                <a:cxnLst>
                  <a:cxn ang="0">
                    <a:pos x="0" y="0"/>
                  </a:cxn>
                  <a:cxn ang="0">
                    <a:pos x="0" y="382"/>
                  </a:cxn>
                  <a:cxn ang="0">
                    <a:pos x="286" y="382"/>
                  </a:cxn>
                  <a:cxn ang="0">
                    <a:pos x="420" y="530"/>
                  </a:cxn>
                  <a:cxn ang="0">
                    <a:pos x="420" y="382"/>
                  </a:cxn>
                  <a:cxn ang="0">
                    <a:pos x="511" y="382"/>
                  </a:cxn>
                  <a:cxn ang="0">
                    <a:pos x="511" y="0"/>
                  </a:cxn>
                  <a:cxn ang="0">
                    <a:pos x="0" y="0"/>
                  </a:cxn>
                  <a:cxn ang="0">
                    <a:pos x="0" y="0"/>
                  </a:cxn>
                  <a:cxn ang="0">
                    <a:pos x="0" y="0"/>
                  </a:cxn>
                </a:cxnLst>
                <a:rect l="0" t="0" r="r" b="b"/>
                <a:pathLst>
                  <a:path w="511" h="530">
                    <a:moveTo>
                      <a:pt x="0" y="0"/>
                    </a:moveTo>
                    <a:lnTo>
                      <a:pt x="0" y="382"/>
                    </a:lnTo>
                    <a:lnTo>
                      <a:pt x="286" y="382"/>
                    </a:lnTo>
                    <a:lnTo>
                      <a:pt x="420" y="530"/>
                    </a:lnTo>
                    <a:lnTo>
                      <a:pt x="420" y="382"/>
                    </a:lnTo>
                    <a:lnTo>
                      <a:pt x="511" y="382"/>
                    </a:lnTo>
                    <a:lnTo>
                      <a:pt x="511" y="0"/>
                    </a:lnTo>
                    <a:lnTo>
                      <a:pt x="0" y="0"/>
                    </a:lnTo>
                    <a:close/>
                    <a:moveTo>
                      <a:pt x="0" y="0"/>
                    </a:move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
              <p:cNvSpPr>
                <a:spLocks noEditPoints="1"/>
              </p:cNvSpPr>
              <p:nvPr/>
            </p:nvSpPr>
            <p:spPr bwMode="auto">
              <a:xfrm>
                <a:off x="504825" y="1274763"/>
                <a:ext cx="695325" cy="719137"/>
              </a:xfrm>
              <a:custGeom>
                <a:avLst/>
                <a:gdLst/>
                <a:ahLst/>
                <a:cxnLst>
                  <a:cxn ang="0">
                    <a:pos x="426" y="226"/>
                  </a:cxn>
                  <a:cxn ang="0">
                    <a:pos x="139" y="226"/>
                  </a:cxn>
                  <a:cxn ang="0">
                    <a:pos x="139" y="0"/>
                  </a:cxn>
                  <a:cxn ang="0">
                    <a:pos x="0" y="0"/>
                  </a:cxn>
                  <a:cxn ang="0">
                    <a:pos x="0" y="327"/>
                  </a:cxn>
                  <a:cxn ang="0">
                    <a:pos x="79" y="327"/>
                  </a:cxn>
                  <a:cxn ang="0">
                    <a:pos x="79" y="453"/>
                  </a:cxn>
                  <a:cxn ang="0">
                    <a:pos x="192" y="327"/>
                  </a:cxn>
                  <a:cxn ang="0">
                    <a:pos x="438" y="327"/>
                  </a:cxn>
                  <a:cxn ang="0">
                    <a:pos x="438" y="241"/>
                  </a:cxn>
                  <a:cxn ang="0">
                    <a:pos x="426" y="226"/>
                  </a:cxn>
                  <a:cxn ang="0">
                    <a:pos x="426" y="226"/>
                  </a:cxn>
                  <a:cxn ang="0">
                    <a:pos x="426" y="226"/>
                  </a:cxn>
                </a:cxnLst>
                <a:rect l="0" t="0" r="r" b="b"/>
                <a:pathLst>
                  <a:path w="438" h="453">
                    <a:moveTo>
                      <a:pt x="426" y="226"/>
                    </a:moveTo>
                    <a:lnTo>
                      <a:pt x="139" y="226"/>
                    </a:lnTo>
                    <a:lnTo>
                      <a:pt x="139" y="0"/>
                    </a:lnTo>
                    <a:lnTo>
                      <a:pt x="0" y="0"/>
                    </a:lnTo>
                    <a:lnTo>
                      <a:pt x="0" y="327"/>
                    </a:lnTo>
                    <a:lnTo>
                      <a:pt x="79" y="327"/>
                    </a:lnTo>
                    <a:lnTo>
                      <a:pt x="79" y="453"/>
                    </a:lnTo>
                    <a:lnTo>
                      <a:pt x="192" y="327"/>
                    </a:lnTo>
                    <a:lnTo>
                      <a:pt x="438" y="327"/>
                    </a:lnTo>
                    <a:lnTo>
                      <a:pt x="438" y="241"/>
                    </a:lnTo>
                    <a:lnTo>
                      <a:pt x="426" y="226"/>
                    </a:lnTo>
                    <a:close/>
                    <a:moveTo>
                      <a:pt x="426" y="226"/>
                    </a:moveTo>
                    <a:lnTo>
                      <a:pt x="426" y="22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2" name="Group 41"/>
          <p:cNvGrpSpPr/>
          <p:nvPr/>
        </p:nvGrpSpPr>
        <p:grpSpPr>
          <a:xfrm>
            <a:off x="4998885" y="3656767"/>
            <a:ext cx="616408" cy="616408"/>
            <a:chOff x="5664096" y="2537414"/>
            <a:chExt cx="616408" cy="616408"/>
          </a:xfrm>
        </p:grpSpPr>
        <p:grpSp>
          <p:nvGrpSpPr>
            <p:cNvPr id="26" name="Group 33"/>
            <p:cNvGrpSpPr/>
            <p:nvPr/>
          </p:nvGrpSpPr>
          <p:grpSpPr>
            <a:xfrm>
              <a:off x="5664096" y="2537414"/>
              <a:ext cx="616408" cy="616408"/>
              <a:chOff x="2786183" y="1189182"/>
              <a:chExt cx="921712" cy="921712"/>
            </a:xfrm>
          </p:grpSpPr>
          <p:sp>
            <p:nvSpPr>
              <p:cNvPr id="35" name="Oval 34"/>
              <p:cNvSpPr/>
              <p:nvPr/>
            </p:nvSpPr>
            <p:spPr>
              <a:xfrm>
                <a:off x="2786183" y="1189182"/>
                <a:ext cx="921712" cy="9217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36"/>
            <p:cNvGrpSpPr/>
            <p:nvPr/>
          </p:nvGrpSpPr>
          <p:grpSpPr>
            <a:xfrm>
              <a:off x="5828448" y="2733085"/>
              <a:ext cx="308466" cy="233388"/>
              <a:chOff x="6629400" y="2008188"/>
              <a:chExt cx="600075" cy="454025"/>
            </a:xfrm>
            <a:solidFill>
              <a:schemeClr val="accent3"/>
            </a:solidFill>
          </p:grpSpPr>
          <p:sp>
            <p:nvSpPr>
              <p:cNvPr id="38" name="Freeform 17"/>
              <p:cNvSpPr>
                <a:spLocks noEditPoints="1"/>
              </p:cNvSpPr>
              <p:nvPr/>
            </p:nvSpPr>
            <p:spPr bwMode="auto">
              <a:xfrm>
                <a:off x="6629400" y="2008188"/>
                <a:ext cx="600075" cy="454025"/>
              </a:xfrm>
              <a:custGeom>
                <a:avLst/>
                <a:gdLst/>
                <a:ahLst/>
                <a:cxnLst>
                  <a:cxn ang="0">
                    <a:pos x="0" y="0"/>
                  </a:cxn>
                  <a:cxn ang="0">
                    <a:pos x="0" y="286"/>
                  </a:cxn>
                  <a:cxn ang="0">
                    <a:pos x="378" y="286"/>
                  </a:cxn>
                  <a:cxn ang="0">
                    <a:pos x="378" y="0"/>
                  </a:cxn>
                  <a:cxn ang="0">
                    <a:pos x="0" y="0"/>
                  </a:cxn>
                  <a:cxn ang="0">
                    <a:pos x="354" y="262"/>
                  </a:cxn>
                  <a:cxn ang="0">
                    <a:pos x="24" y="262"/>
                  </a:cxn>
                  <a:cxn ang="0">
                    <a:pos x="24" y="24"/>
                  </a:cxn>
                  <a:cxn ang="0">
                    <a:pos x="354" y="24"/>
                  </a:cxn>
                  <a:cxn ang="0">
                    <a:pos x="354" y="262"/>
                  </a:cxn>
                  <a:cxn ang="0">
                    <a:pos x="354" y="262"/>
                  </a:cxn>
                  <a:cxn ang="0">
                    <a:pos x="354" y="262"/>
                  </a:cxn>
                </a:cxnLst>
                <a:rect l="0" t="0" r="r" b="b"/>
                <a:pathLst>
                  <a:path w="378" h="286">
                    <a:moveTo>
                      <a:pt x="0" y="0"/>
                    </a:moveTo>
                    <a:lnTo>
                      <a:pt x="0" y="286"/>
                    </a:lnTo>
                    <a:lnTo>
                      <a:pt x="378" y="286"/>
                    </a:lnTo>
                    <a:lnTo>
                      <a:pt x="378" y="0"/>
                    </a:lnTo>
                    <a:lnTo>
                      <a:pt x="0" y="0"/>
                    </a:lnTo>
                    <a:close/>
                    <a:moveTo>
                      <a:pt x="354" y="262"/>
                    </a:moveTo>
                    <a:lnTo>
                      <a:pt x="24" y="262"/>
                    </a:lnTo>
                    <a:lnTo>
                      <a:pt x="24" y="24"/>
                    </a:lnTo>
                    <a:lnTo>
                      <a:pt x="354" y="24"/>
                    </a:lnTo>
                    <a:lnTo>
                      <a:pt x="354" y="262"/>
                    </a:lnTo>
                    <a:close/>
                    <a:moveTo>
                      <a:pt x="354" y="262"/>
                    </a:moveTo>
                    <a:lnTo>
                      <a:pt x="354" y="2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8"/>
              <p:cNvSpPr>
                <a:spLocks noEditPoints="1"/>
              </p:cNvSpPr>
              <p:nvPr/>
            </p:nvSpPr>
            <p:spPr bwMode="auto">
              <a:xfrm>
                <a:off x="6629400" y="2008188"/>
                <a:ext cx="600075" cy="454025"/>
              </a:xfrm>
              <a:custGeom>
                <a:avLst/>
                <a:gdLst/>
                <a:ahLst/>
                <a:cxnLst>
                  <a:cxn ang="0">
                    <a:pos x="0" y="0"/>
                  </a:cxn>
                  <a:cxn ang="0">
                    <a:pos x="0" y="286"/>
                  </a:cxn>
                  <a:cxn ang="0">
                    <a:pos x="378" y="286"/>
                  </a:cxn>
                  <a:cxn ang="0">
                    <a:pos x="378" y="0"/>
                  </a:cxn>
                  <a:cxn ang="0">
                    <a:pos x="0" y="0"/>
                  </a:cxn>
                  <a:cxn ang="0">
                    <a:pos x="354" y="262"/>
                  </a:cxn>
                  <a:cxn ang="0">
                    <a:pos x="24" y="262"/>
                  </a:cxn>
                  <a:cxn ang="0">
                    <a:pos x="24" y="24"/>
                  </a:cxn>
                  <a:cxn ang="0">
                    <a:pos x="354" y="24"/>
                  </a:cxn>
                  <a:cxn ang="0">
                    <a:pos x="354" y="262"/>
                  </a:cxn>
                  <a:cxn ang="0">
                    <a:pos x="354" y="262"/>
                  </a:cxn>
                  <a:cxn ang="0">
                    <a:pos x="354" y="262"/>
                  </a:cxn>
                </a:cxnLst>
                <a:rect l="0" t="0" r="r" b="b"/>
                <a:pathLst>
                  <a:path w="378" h="286">
                    <a:moveTo>
                      <a:pt x="0" y="0"/>
                    </a:moveTo>
                    <a:lnTo>
                      <a:pt x="0" y="286"/>
                    </a:lnTo>
                    <a:lnTo>
                      <a:pt x="378" y="286"/>
                    </a:lnTo>
                    <a:lnTo>
                      <a:pt x="378" y="0"/>
                    </a:lnTo>
                    <a:lnTo>
                      <a:pt x="0" y="0"/>
                    </a:lnTo>
                    <a:moveTo>
                      <a:pt x="354" y="262"/>
                    </a:moveTo>
                    <a:lnTo>
                      <a:pt x="24" y="262"/>
                    </a:lnTo>
                    <a:lnTo>
                      <a:pt x="24" y="24"/>
                    </a:lnTo>
                    <a:lnTo>
                      <a:pt x="354" y="24"/>
                    </a:lnTo>
                    <a:lnTo>
                      <a:pt x="354" y="262"/>
                    </a:lnTo>
                    <a:moveTo>
                      <a:pt x="354" y="262"/>
                    </a:moveTo>
                    <a:lnTo>
                      <a:pt x="354" y="262"/>
                    </a:ln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9"/>
              <p:cNvSpPr>
                <a:spLocks noEditPoints="1"/>
              </p:cNvSpPr>
              <p:nvPr/>
            </p:nvSpPr>
            <p:spPr bwMode="auto">
              <a:xfrm>
                <a:off x="7042150" y="2084388"/>
                <a:ext cx="111125" cy="112713"/>
              </a:xfrm>
              <a:custGeom>
                <a:avLst/>
                <a:gdLst/>
                <a:ahLst/>
                <a:cxnLst>
                  <a:cxn ang="0">
                    <a:pos x="29" y="15"/>
                  </a:cxn>
                  <a:cxn ang="0">
                    <a:pos x="15" y="29"/>
                  </a:cxn>
                  <a:cxn ang="0">
                    <a:pos x="0" y="15"/>
                  </a:cxn>
                  <a:cxn ang="0">
                    <a:pos x="15" y="0"/>
                  </a:cxn>
                  <a:cxn ang="0">
                    <a:pos x="29" y="15"/>
                  </a:cxn>
                  <a:cxn ang="0">
                    <a:pos x="29" y="15"/>
                  </a:cxn>
                  <a:cxn ang="0">
                    <a:pos x="29" y="15"/>
                  </a:cxn>
                </a:cxnLst>
                <a:rect l="0" t="0" r="r" b="b"/>
                <a:pathLst>
                  <a:path w="29" h="29">
                    <a:moveTo>
                      <a:pt x="29" y="15"/>
                    </a:moveTo>
                    <a:cubicBezTo>
                      <a:pt x="29" y="23"/>
                      <a:pt x="23" y="29"/>
                      <a:pt x="15" y="29"/>
                    </a:cubicBezTo>
                    <a:cubicBezTo>
                      <a:pt x="7" y="29"/>
                      <a:pt x="0" y="23"/>
                      <a:pt x="0" y="15"/>
                    </a:cubicBezTo>
                    <a:cubicBezTo>
                      <a:pt x="0" y="7"/>
                      <a:pt x="7" y="0"/>
                      <a:pt x="15" y="0"/>
                    </a:cubicBezTo>
                    <a:cubicBezTo>
                      <a:pt x="23" y="0"/>
                      <a:pt x="29" y="7"/>
                      <a:pt x="29" y="15"/>
                    </a:cubicBezTo>
                    <a:close/>
                    <a:moveTo>
                      <a:pt x="29" y="15"/>
                    </a:moveTo>
                    <a:cubicBezTo>
                      <a:pt x="29" y="15"/>
                      <a:pt x="29" y="15"/>
                      <a:pt x="29" y="15"/>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20"/>
              <p:cNvSpPr>
                <a:spLocks noEditPoints="1"/>
              </p:cNvSpPr>
              <p:nvPr/>
            </p:nvSpPr>
            <p:spPr bwMode="auto">
              <a:xfrm>
                <a:off x="6705600" y="2122488"/>
                <a:ext cx="455613" cy="266700"/>
              </a:xfrm>
              <a:custGeom>
                <a:avLst/>
                <a:gdLst/>
                <a:ahLst/>
                <a:cxnLst>
                  <a:cxn ang="0">
                    <a:pos x="79" y="29"/>
                  </a:cxn>
                  <a:cxn ang="0">
                    <a:pos x="59" y="48"/>
                  </a:cxn>
                  <a:cxn ang="0">
                    <a:pos x="25" y="0"/>
                  </a:cxn>
                  <a:cxn ang="0">
                    <a:pos x="0" y="69"/>
                  </a:cxn>
                  <a:cxn ang="0">
                    <a:pos x="119" y="69"/>
                  </a:cxn>
                  <a:cxn ang="0">
                    <a:pos x="79" y="29"/>
                  </a:cxn>
                  <a:cxn ang="0">
                    <a:pos x="79" y="29"/>
                  </a:cxn>
                  <a:cxn ang="0">
                    <a:pos x="79" y="29"/>
                  </a:cxn>
                </a:cxnLst>
                <a:rect l="0" t="0" r="r" b="b"/>
                <a:pathLst>
                  <a:path w="119" h="69">
                    <a:moveTo>
                      <a:pt x="79" y="29"/>
                    </a:moveTo>
                    <a:cubicBezTo>
                      <a:pt x="70" y="29"/>
                      <a:pt x="71" y="48"/>
                      <a:pt x="59" y="48"/>
                    </a:cubicBezTo>
                    <a:cubicBezTo>
                      <a:pt x="47" y="48"/>
                      <a:pt x="40" y="0"/>
                      <a:pt x="25" y="0"/>
                    </a:cubicBezTo>
                    <a:cubicBezTo>
                      <a:pt x="10" y="0"/>
                      <a:pt x="0" y="69"/>
                      <a:pt x="0" y="69"/>
                    </a:cubicBezTo>
                    <a:cubicBezTo>
                      <a:pt x="119" y="69"/>
                      <a:pt x="119" y="69"/>
                      <a:pt x="119" y="69"/>
                    </a:cubicBezTo>
                    <a:cubicBezTo>
                      <a:pt x="119" y="69"/>
                      <a:pt x="88" y="29"/>
                      <a:pt x="79" y="29"/>
                    </a:cubicBezTo>
                    <a:close/>
                    <a:moveTo>
                      <a:pt x="79" y="29"/>
                    </a:moveTo>
                    <a:cubicBezTo>
                      <a:pt x="79" y="29"/>
                      <a:pt x="79" y="29"/>
                      <a:pt x="79" y="29"/>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32" name="Group 48"/>
          <p:cNvGrpSpPr/>
          <p:nvPr/>
        </p:nvGrpSpPr>
        <p:grpSpPr>
          <a:xfrm>
            <a:off x="7155632" y="1728193"/>
            <a:ext cx="632086" cy="632086"/>
            <a:chOff x="3323671" y="3667874"/>
            <a:chExt cx="632086" cy="632086"/>
          </a:xfrm>
        </p:grpSpPr>
        <p:grpSp>
          <p:nvGrpSpPr>
            <p:cNvPr id="33" name="Group 42"/>
            <p:cNvGrpSpPr/>
            <p:nvPr/>
          </p:nvGrpSpPr>
          <p:grpSpPr>
            <a:xfrm>
              <a:off x="3323671" y="3667874"/>
              <a:ext cx="632086" cy="632086"/>
              <a:chOff x="2786183" y="1189182"/>
              <a:chExt cx="921712" cy="921712"/>
            </a:xfrm>
          </p:grpSpPr>
          <p:sp>
            <p:nvSpPr>
              <p:cNvPr id="44" name="Oval 43"/>
              <p:cNvSpPr/>
              <p:nvPr/>
            </p:nvSpPr>
            <p:spPr>
              <a:xfrm>
                <a:off x="2786183" y="1189182"/>
                <a:ext cx="921712" cy="9217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Oval 44"/>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4" name="Group 45"/>
            <p:cNvGrpSpPr/>
            <p:nvPr/>
          </p:nvGrpSpPr>
          <p:grpSpPr>
            <a:xfrm>
              <a:off x="3534447" y="3803607"/>
              <a:ext cx="210535" cy="360620"/>
              <a:chOff x="1668463" y="3354388"/>
              <a:chExt cx="641350" cy="1098550"/>
            </a:xfrm>
            <a:solidFill>
              <a:schemeClr val="accent3"/>
            </a:solidFill>
          </p:grpSpPr>
          <p:sp>
            <p:nvSpPr>
              <p:cNvPr id="47" name="Freeform 36"/>
              <p:cNvSpPr>
                <a:spLocks noEditPoints="1"/>
              </p:cNvSpPr>
              <p:nvPr/>
            </p:nvSpPr>
            <p:spPr bwMode="auto">
              <a:xfrm>
                <a:off x="1752600" y="3438526"/>
                <a:ext cx="473075" cy="768350"/>
              </a:xfrm>
              <a:custGeom>
                <a:avLst/>
                <a:gdLst/>
                <a:ahLst/>
                <a:cxnLst>
                  <a:cxn ang="0">
                    <a:pos x="13" y="197"/>
                  </a:cxn>
                  <a:cxn ang="0">
                    <a:pos x="27" y="191"/>
                  </a:cxn>
                  <a:cxn ang="0">
                    <a:pos x="29" y="189"/>
                  </a:cxn>
                  <a:cxn ang="0">
                    <a:pos x="32" y="181"/>
                  </a:cxn>
                  <a:cxn ang="0">
                    <a:pos x="36" y="176"/>
                  </a:cxn>
                  <a:cxn ang="0">
                    <a:pos x="37" y="174"/>
                  </a:cxn>
                  <a:cxn ang="0">
                    <a:pos x="39" y="162"/>
                  </a:cxn>
                  <a:cxn ang="0">
                    <a:pos x="38" y="160"/>
                  </a:cxn>
                  <a:cxn ang="0">
                    <a:pos x="31" y="146"/>
                  </a:cxn>
                  <a:cxn ang="0">
                    <a:pos x="29" y="138"/>
                  </a:cxn>
                  <a:cxn ang="0">
                    <a:pos x="26" y="127"/>
                  </a:cxn>
                  <a:cxn ang="0">
                    <a:pos x="26" y="124"/>
                  </a:cxn>
                  <a:cxn ang="0">
                    <a:pos x="28" y="119"/>
                  </a:cxn>
                  <a:cxn ang="0">
                    <a:pos x="29" y="117"/>
                  </a:cxn>
                  <a:cxn ang="0">
                    <a:pos x="29" y="100"/>
                  </a:cxn>
                  <a:cxn ang="0">
                    <a:pos x="29" y="89"/>
                  </a:cxn>
                  <a:cxn ang="0">
                    <a:pos x="38" y="74"/>
                  </a:cxn>
                  <a:cxn ang="0">
                    <a:pos x="63" y="63"/>
                  </a:cxn>
                  <a:cxn ang="0">
                    <a:pos x="77" y="61"/>
                  </a:cxn>
                  <a:cxn ang="0">
                    <a:pos x="81" y="61"/>
                  </a:cxn>
                  <a:cxn ang="0">
                    <a:pos x="81" y="62"/>
                  </a:cxn>
                  <a:cxn ang="0">
                    <a:pos x="78" y="64"/>
                  </a:cxn>
                  <a:cxn ang="0">
                    <a:pos x="79" y="69"/>
                  </a:cxn>
                  <a:cxn ang="0">
                    <a:pos x="91" y="80"/>
                  </a:cxn>
                  <a:cxn ang="0">
                    <a:pos x="96" y="92"/>
                  </a:cxn>
                  <a:cxn ang="0">
                    <a:pos x="96" y="117"/>
                  </a:cxn>
                  <a:cxn ang="0">
                    <a:pos x="98" y="121"/>
                  </a:cxn>
                  <a:cxn ang="0">
                    <a:pos x="99" y="122"/>
                  </a:cxn>
                  <a:cxn ang="0">
                    <a:pos x="98" y="135"/>
                  </a:cxn>
                  <a:cxn ang="0">
                    <a:pos x="98" y="136"/>
                  </a:cxn>
                  <a:cxn ang="0">
                    <a:pos x="91" y="154"/>
                  </a:cxn>
                  <a:cxn ang="0">
                    <a:pos x="90" y="155"/>
                  </a:cxn>
                  <a:cxn ang="0">
                    <a:pos x="87" y="174"/>
                  </a:cxn>
                  <a:cxn ang="0">
                    <a:pos x="88" y="176"/>
                  </a:cxn>
                  <a:cxn ang="0">
                    <a:pos x="91" y="181"/>
                  </a:cxn>
                  <a:cxn ang="0">
                    <a:pos x="94" y="190"/>
                  </a:cxn>
                  <a:cxn ang="0">
                    <a:pos x="97" y="192"/>
                  </a:cxn>
                  <a:cxn ang="0">
                    <a:pos x="124" y="203"/>
                  </a:cxn>
                  <a:cxn ang="0">
                    <a:pos x="124" y="0"/>
                  </a:cxn>
                  <a:cxn ang="0">
                    <a:pos x="0" y="0"/>
                  </a:cxn>
                  <a:cxn ang="0">
                    <a:pos x="0" y="203"/>
                  </a:cxn>
                  <a:cxn ang="0">
                    <a:pos x="13" y="197"/>
                  </a:cxn>
                  <a:cxn ang="0">
                    <a:pos x="13" y="197"/>
                  </a:cxn>
                  <a:cxn ang="0">
                    <a:pos x="13" y="197"/>
                  </a:cxn>
                </a:cxnLst>
                <a:rect l="0" t="0" r="r" b="b"/>
                <a:pathLst>
                  <a:path w="124" h="203">
                    <a:moveTo>
                      <a:pt x="13" y="197"/>
                    </a:moveTo>
                    <a:cubicBezTo>
                      <a:pt x="17" y="195"/>
                      <a:pt x="22" y="194"/>
                      <a:pt x="27" y="191"/>
                    </a:cubicBezTo>
                    <a:cubicBezTo>
                      <a:pt x="28" y="191"/>
                      <a:pt x="29" y="190"/>
                      <a:pt x="29" y="189"/>
                    </a:cubicBezTo>
                    <a:cubicBezTo>
                      <a:pt x="30" y="187"/>
                      <a:pt x="31" y="184"/>
                      <a:pt x="32" y="181"/>
                    </a:cubicBezTo>
                    <a:cubicBezTo>
                      <a:pt x="33" y="179"/>
                      <a:pt x="33" y="177"/>
                      <a:pt x="36" y="176"/>
                    </a:cubicBezTo>
                    <a:cubicBezTo>
                      <a:pt x="36" y="176"/>
                      <a:pt x="37" y="175"/>
                      <a:pt x="37" y="174"/>
                    </a:cubicBezTo>
                    <a:cubicBezTo>
                      <a:pt x="38" y="170"/>
                      <a:pt x="38" y="166"/>
                      <a:pt x="39" y="162"/>
                    </a:cubicBezTo>
                    <a:cubicBezTo>
                      <a:pt x="39" y="161"/>
                      <a:pt x="38" y="160"/>
                      <a:pt x="38" y="160"/>
                    </a:cubicBezTo>
                    <a:cubicBezTo>
                      <a:pt x="34" y="156"/>
                      <a:pt x="32" y="151"/>
                      <a:pt x="31" y="146"/>
                    </a:cubicBezTo>
                    <a:cubicBezTo>
                      <a:pt x="31" y="143"/>
                      <a:pt x="29" y="141"/>
                      <a:pt x="29" y="138"/>
                    </a:cubicBezTo>
                    <a:cubicBezTo>
                      <a:pt x="28" y="135"/>
                      <a:pt x="27" y="131"/>
                      <a:pt x="26" y="127"/>
                    </a:cubicBezTo>
                    <a:cubicBezTo>
                      <a:pt x="26" y="126"/>
                      <a:pt x="26" y="125"/>
                      <a:pt x="26" y="124"/>
                    </a:cubicBezTo>
                    <a:cubicBezTo>
                      <a:pt x="25" y="122"/>
                      <a:pt x="25" y="120"/>
                      <a:pt x="28" y="119"/>
                    </a:cubicBezTo>
                    <a:cubicBezTo>
                      <a:pt x="28" y="119"/>
                      <a:pt x="29" y="118"/>
                      <a:pt x="29" y="117"/>
                    </a:cubicBezTo>
                    <a:cubicBezTo>
                      <a:pt x="29" y="111"/>
                      <a:pt x="29" y="105"/>
                      <a:pt x="29" y="100"/>
                    </a:cubicBezTo>
                    <a:cubicBezTo>
                      <a:pt x="29" y="96"/>
                      <a:pt x="29" y="93"/>
                      <a:pt x="29" y="89"/>
                    </a:cubicBezTo>
                    <a:cubicBezTo>
                      <a:pt x="30" y="83"/>
                      <a:pt x="34" y="78"/>
                      <a:pt x="38" y="74"/>
                    </a:cubicBezTo>
                    <a:cubicBezTo>
                      <a:pt x="46" y="68"/>
                      <a:pt x="54" y="65"/>
                      <a:pt x="63" y="63"/>
                    </a:cubicBezTo>
                    <a:cubicBezTo>
                      <a:pt x="68" y="62"/>
                      <a:pt x="72" y="62"/>
                      <a:pt x="77" y="61"/>
                    </a:cubicBezTo>
                    <a:cubicBezTo>
                      <a:pt x="78" y="61"/>
                      <a:pt x="79" y="61"/>
                      <a:pt x="81" y="61"/>
                    </a:cubicBezTo>
                    <a:cubicBezTo>
                      <a:pt x="81" y="61"/>
                      <a:pt x="81" y="61"/>
                      <a:pt x="81" y="62"/>
                    </a:cubicBezTo>
                    <a:cubicBezTo>
                      <a:pt x="80" y="62"/>
                      <a:pt x="79" y="63"/>
                      <a:pt x="78" y="64"/>
                    </a:cubicBezTo>
                    <a:cubicBezTo>
                      <a:pt x="77" y="66"/>
                      <a:pt x="77" y="67"/>
                      <a:pt x="79" y="69"/>
                    </a:cubicBezTo>
                    <a:cubicBezTo>
                      <a:pt x="83" y="72"/>
                      <a:pt x="87" y="76"/>
                      <a:pt x="91" y="80"/>
                    </a:cubicBezTo>
                    <a:cubicBezTo>
                      <a:pt x="95" y="83"/>
                      <a:pt x="96" y="87"/>
                      <a:pt x="96" y="92"/>
                    </a:cubicBezTo>
                    <a:cubicBezTo>
                      <a:pt x="96" y="100"/>
                      <a:pt x="96" y="109"/>
                      <a:pt x="96" y="117"/>
                    </a:cubicBezTo>
                    <a:cubicBezTo>
                      <a:pt x="96" y="118"/>
                      <a:pt x="96" y="120"/>
                      <a:pt x="98" y="121"/>
                    </a:cubicBezTo>
                    <a:cubicBezTo>
                      <a:pt x="99" y="121"/>
                      <a:pt x="99" y="122"/>
                      <a:pt x="99" y="122"/>
                    </a:cubicBezTo>
                    <a:cubicBezTo>
                      <a:pt x="99" y="127"/>
                      <a:pt x="98" y="131"/>
                      <a:pt x="98" y="135"/>
                    </a:cubicBezTo>
                    <a:cubicBezTo>
                      <a:pt x="98" y="135"/>
                      <a:pt x="98" y="135"/>
                      <a:pt x="98" y="136"/>
                    </a:cubicBezTo>
                    <a:cubicBezTo>
                      <a:pt x="94" y="141"/>
                      <a:pt x="93" y="148"/>
                      <a:pt x="91" y="154"/>
                    </a:cubicBezTo>
                    <a:cubicBezTo>
                      <a:pt x="91" y="154"/>
                      <a:pt x="91" y="154"/>
                      <a:pt x="90" y="155"/>
                    </a:cubicBezTo>
                    <a:cubicBezTo>
                      <a:pt x="85" y="160"/>
                      <a:pt x="87" y="168"/>
                      <a:pt x="87" y="174"/>
                    </a:cubicBezTo>
                    <a:cubicBezTo>
                      <a:pt x="87" y="175"/>
                      <a:pt x="87" y="176"/>
                      <a:pt x="88" y="176"/>
                    </a:cubicBezTo>
                    <a:cubicBezTo>
                      <a:pt x="90" y="177"/>
                      <a:pt x="91" y="179"/>
                      <a:pt x="91" y="181"/>
                    </a:cubicBezTo>
                    <a:cubicBezTo>
                      <a:pt x="92" y="184"/>
                      <a:pt x="93" y="187"/>
                      <a:pt x="94" y="190"/>
                    </a:cubicBezTo>
                    <a:cubicBezTo>
                      <a:pt x="95" y="191"/>
                      <a:pt x="96" y="191"/>
                      <a:pt x="97" y="192"/>
                    </a:cubicBezTo>
                    <a:cubicBezTo>
                      <a:pt x="106" y="195"/>
                      <a:pt x="115" y="199"/>
                      <a:pt x="124" y="203"/>
                    </a:cubicBezTo>
                    <a:cubicBezTo>
                      <a:pt x="124" y="0"/>
                      <a:pt x="124" y="0"/>
                      <a:pt x="124" y="0"/>
                    </a:cubicBezTo>
                    <a:cubicBezTo>
                      <a:pt x="0" y="0"/>
                      <a:pt x="0" y="0"/>
                      <a:pt x="0" y="0"/>
                    </a:cubicBezTo>
                    <a:cubicBezTo>
                      <a:pt x="0" y="203"/>
                      <a:pt x="0" y="203"/>
                      <a:pt x="0" y="203"/>
                    </a:cubicBezTo>
                    <a:cubicBezTo>
                      <a:pt x="4" y="201"/>
                      <a:pt x="8" y="199"/>
                      <a:pt x="13" y="197"/>
                    </a:cubicBezTo>
                    <a:close/>
                    <a:moveTo>
                      <a:pt x="13" y="197"/>
                    </a:moveTo>
                    <a:cubicBezTo>
                      <a:pt x="13" y="197"/>
                      <a:pt x="13" y="197"/>
                      <a:pt x="13" y="1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7"/>
              <p:cNvSpPr>
                <a:spLocks noEditPoints="1"/>
              </p:cNvSpPr>
              <p:nvPr/>
            </p:nvSpPr>
            <p:spPr bwMode="auto">
              <a:xfrm>
                <a:off x="1668463" y="3354388"/>
                <a:ext cx="641350" cy="1098550"/>
              </a:xfrm>
              <a:custGeom>
                <a:avLst/>
                <a:gdLst/>
                <a:ahLst/>
                <a:cxnLst>
                  <a:cxn ang="0">
                    <a:pos x="149" y="0"/>
                  </a:cxn>
                  <a:cxn ang="0">
                    <a:pos x="20" y="0"/>
                  </a:cxn>
                  <a:cxn ang="0">
                    <a:pos x="0" y="20"/>
                  </a:cxn>
                  <a:cxn ang="0">
                    <a:pos x="0" y="270"/>
                  </a:cxn>
                  <a:cxn ang="0">
                    <a:pos x="20" y="290"/>
                  </a:cxn>
                  <a:cxn ang="0">
                    <a:pos x="149" y="290"/>
                  </a:cxn>
                  <a:cxn ang="0">
                    <a:pos x="168" y="270"/>
                  </a:cxn>
                  <a:cxn ang="0">
                    <a:pos x="168" y="20"/>
                  </a:cxn>
                  <a:cxn ang="0">
                    <a:pos x="149" y="0"/>
                  </a:cxn>
                  <a:cxn ang="0">
                    <a:pos x="55" y="276"/>
                  </a:cxn>
                  <a:cxn ang="0">
                    <a:pos x="39" y="276"/>
                  </a:cxn>
                  <a:cxn ang="0">
                    <a:pos x="33" y="270"/>
                  </a:cxn>
                  <a:cxn ang="0">
                    <a:pos x="39" y="265"/>
                  </a:cxn>
                  <a:cxn ang="0">
                    <a:pos x="55" y="265"/>
                  </a:cxn>
                  <a:cxn ang="0">
                    <a:pos x="61" y="270"/>
                  </a:cxn>
                  <a:cxn ang="0">
                    <a:pos x="55" y="276"/>
                  </a:cxn>
                  <a:cxn ang="0">
                    <a:pos x="84" y="280"/>
                  </a:cxn>
                  <a:cxn ang="0">
                    <a:pos x="74" y="270"/>
                  </a:cxn>
                  <a:cxn ang="0">
                    <a:pos x="84" y="261"/>
                  </a:cxn>
                  <a:cxn ang="0">
                    <a:pos x="94" y="270"/>
                  </a:cxn>
                  <a:cxn ang="0">
                    <a:pos x="84" y="280"/>
                  </a:cxn>
                  <a:cxn ang="0">
                    <a:pos x="129" y="276"/>
                  </a:cxn>
                  <a:cxn ang="0">
                    <a:pos x="113" y="276"/>
                  </a:cxn>
                  <a:cxn ang="0">
                    <a:pos x="107" y="270"/>
                  </a:cxn>
                  <a:cxn ang="0">
                    <a:pos x="113" y="265"/>
                  </a:cxn>
                  <a:cxn ang="0">
                    <a:pos x="129" y="265"/>
                  </a:cxn>
                  <a:cxn ang="0">
                    <a:pos x="135" y="270"/>
                  </a:cxn>
                  <a:cxn ang="0">
                    <a:pos x="129" y="276"/>
                  </a:cxn>
                  <a:cxn ang="0">
                    <a:pos x="155" y="254"/>
                  </a:cxn>
                  <a:cxn ang="0">
                    <a:pos x="14" y="254"/>
                  </a:cxn>
                  <a:cxn ang="0">
                    <a:pos x="14" y="13"/>
                  </a:cxn>
                  <a:cxn ang="0">
                    <a:pos x="155" y="13"/>
                  </a:cxn>
                  <a:cxn ang="0">
                    <a:pos x="155" y="254"/>
                  </a:cxn>
                  <a:cxn ang="0">
                    <a:pos x="155" y="254"/>
                  </a:cxn>
                  <a:cxn ang="0">
                    <a:pos x="155" y="254"/>
                  </a:cxn>
                </a:cxnLst>
                <a:rect l="0" t="0" r="r" b="b"/>
                <a:pathLst>
                  <a:path w="168" h="290">
                    <a:moveTo>
                      <a:pt x="149" y="0"/>
                    </a:moveTo>
                    <a:cubicBezTo>
                      <a:pt x="20" y="0"/>
                      <a:pt x="20" y="0"/>
                      <a:pt x="20" y="0"/>
                    </a:cubicBezTo>
                    <a:cubicBezTo>
                      <a:pt x="9" y="0"/>
                      <a:pt x="0" y="9"/>
                      <a:pt x="0" y="20"/>
                    </a:cubicBezTo>
                    <a:cubicBezTo>
                      <a:pt x="0" y="270"/>
                      <a:pt x="0" y="270"/>
                      <a:pt x="0" y="270"/>
                    </a:cubicBezTo>
                    <a:cubicBezTo>
                      <a:pt x="0" y="281"/>
                      <a:pt x="9" y="290"/>
                      <a:pt x="20" y="290"/>
                    </a:cubicBezTo>
                    <a:cubicBezTo>
                      <a:pt x="149" y="290"/>
                      <a:pt x="149" y="290"/>
                      <a:pt x="149" y="290"/>
                    </a:cubicBezTo>
                    <a:cubicBezTo>
                      <a:pt x="159" y="290"/>
                      <a:pt x="168" y="281"/>
                      <a:pt x="168" y="270"/>
                    </a:cubicBezTo>
                    <a:cubicBezTo>
                      <a:pt x="168" y="20"/>
                      <a:pt x="168" y="20"/>
                      <a:pt x="168" y="20"/>
                    </a:cubicBezTo>
                    <a:cubicBezTo>
                      <a:pt x="168" y="9"/>
                      <a:pt x="159" y="0"/>
                      <a:pt x="149" y="0"/>
                    </a:cubicBezTo>
                    <a:close/>
                    <a:moveTo>
                      <a:pt x="55" y="276"/>
                    </a:moveTo>
                    <a:cubicBezTo>
                      <a:pt x="39" y="276"/>
                      <a:pt x="39" y="276"/>
                      <a:pt x="39" y="276"/>
                    </a:cubicBezTo>
                    <a:cubicBezTo>
                      <a:pt x="36" y="276"/>
                      <a:pt x="33" y="273"/>
                      <a:pt x="33" y="270"/>
                    </a:cubicBezTo>
                    <a:cubicBezTo>
                      <a:pt x="33" y="267"/>
                      <a:pt x="36" y="265"/>
                      <a:pt x="39" y="265"/>
                    </a:cubicBezTo>
                    <a:cubicBezTo>
                      <a:pt x="55" y="265"/>
                      <a:pt x="55" y="265"/>
                      <a:pt x="55" y="265"/>
                    </a:cubicBezTo>
                    <a:cubicBezTo>
                      <a:pt x="58" y="265"/>
                      <a:pt x="61" y="267"/>
                      <a:pt x="61" y="270"/>
                    </a:cubicBezTo>
                    <a:cubicBezTo>
                      <a:pt x="61" y="273"/>
                      <a:pt x="58" y="276"/>
                      <a:pt x="55" y="276"/>
                    </a:cubicBezTo>
                    <a:close/>
                    <a:moveTo>
                      <a:pt x="84" y="280"/>
                    </a:moveTo>
                    <a:cubicBezTo>
                      <a:pt x="79" y="280"/>
                      <a:pt x="74" y="276"/>
                      <a:pt x="74" y="270"/>
                    </a:cubicBezTo>
                    <a:cubicBezTo>
                      <a:pt x="74" y="265"/>
                      <a:pt x="79" y="261"/>
                      <a:pt x="84" y="261"/>
                    </a:cubicBezTo>
                    <a:cubicBezTo>
                      <a:pt x="90" y="261"/>
                      <a:pt x="94" y="265"/>
                      <a:pt x="94" y="270"/>
                    </a:cubicBezTo>
                    <a:cubicBezTo>
                      <a:pt x="94" y="276"/>
                      <a:pt x="90" y="280"/>
                      <a:pt x="84" y="280"/>
                    </a:cubicBezTo>
                    <a:close/>
                    <a:moveTo>
                      <a:pt x="129" y="276"/>
                    </a:moveTo>
                    <a:cubicBezTo>
                      <a:pt x="113" y="276"/>
                      <a:pt x="113" y="276"/>
                      <a:pt x="113" y="276"/>
                    </a:cubicBezTo>
                    <a:cubicBezTo>
                      <a:pt x="110" y="276"/>
                      <a:pt x="107" y="273"/>
                      <a:pt x="107" y="270"/>
                    </a:cubicBezTo>
                    <a:cubicBezTo>
                      <a:pt x="107" y="267"/>
                      <a:pt x="110" y="265"/>
                      <a:pt x="113" y="265"/>
                    </a:cubicBezTo>
                    <a:cubicBezTo>
                      <a:pt x="129" y="265"/>
                      <a:pt x="129" y="265"/>
                      <a:pt x="129" y="265"/>
                    </a:cubicBezTo>
                    <a:cubicBezTo>
                      <a:pt x="132" y="265"/>
                      <a:pt x="135" y="267"/>
                      <a:pt x="135" y="270"/>
                    </a:cubicBezTo>
                    <a:cubicBezTo>
                      <a:pt x="135" y="273"/>
                      <a:pt x="132" y="276"/>
                      <a:pt x="129" y="276"/>
                    </a:cubicBezTo>
                    <a:close/>
                    <a:moveTo>
                      <a:pt x="155" y="254"/>
                    </a:moveTo>
                    <a:cubicBezTo>
                      <a:pt x="14" y="254"/>
                      <a:pt x="14" y="254"/>
                      <a:pt x="14" y="254"/>
                    </a:cubicBezTo>
                    <a:cubicBezTo>
                      <a:pt x="14" y="13"/>
                      <a:pt x="14" y="13"/>
                      <a:pt x="14" y="13"/>
                    </a:cubicBezTo>
                    <a:cubicBezTo>
                      <a:pt x="155" y="13"/>
                      <a:pt x="155" y="13"/>
                      <a:pt x="155" y="13"/>
                    </a:cubicBezTo>
                    <a:lnTo>
                      <a:pt x="155" y="254"/>
                    </a:lnTo>
                    <a:close/>
                    <a:moveTo>
                      <a:pt x="155" y="254"/>
                    </a:moveTo>
                    <a:cubicBezTo>
                      <a:pt x="155" y="254"/>
                      <a:pt x="155" y="254"/>
                      <a:pt x="155" y="2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37" name="Group 25"/>
          <p:cNvGrpSpPr/>
          <p:nvPr/>
        </p:nvGrpSpPr>
        <p:grpSpPr>
          <a:xfrm>
            <a:off x="3172680" y="3400792"/>
            <a:ext cx="1479103" cy="709660"/>
            <a:chOff x="764014" y="1586047"/>
            <a:chExt cx="1544637" cy="709660"/>
          </a:xfrm>
        </p:grpSpPr>
        <p:sp>
          <p:nvSpPr>
            <p:cNvPr id="51"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
          <p:nvSpPr>
            <p:cNvPr id="52"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grpSp>
        <p:nvGrpSpPr>
          <p:cNvPr id="42" name="Group 25"/>
          <p:cNvGrpSpPr/>
          <p:nvPr/>
        </p:nvGrpSpPr>
        <p:grpSpPr>
          <a:xfrm>
            <a:off x="4563939" y="1611960"/>
            <a:ext cx="1479103" cy="709660"/>
            <a:chOff x="764014" y="1586047"/>
            <a:chExt cx="1544637" cy="709660"/>
          </a:xfrm>
        </p:grpSpPr>
        <p:sp>
          <p:nvSpPr>
            <p:cNvPr id="54"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
          <p:nvSpPr>
            <p:cNvPr id="5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grpSp>
        <p:nvGrpSpPr>
          <p:cNvPr id="43" name="Group 25"/>
          <p:cNvGrpSpPr/>
          <p:nvPr/>
        </p:nvGrpSpPr>
        <p:grpSpPr>
          <a:xfrm>
            <a:off x="6082224" y="3400792"/>
            <a:ext cx="1479103" cy="709660"/>
            <a:chOff x="764014" y="1586047"/>
            <a:chExt cx="1544637" cy="709660"/>
          </a:xfrm>
        </p:grpSpPr>
        <p:sp>
          <p:nvSpPr>
            <p:cNvPr id="57"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
          <p:nvSpPr>
            <p:cNvPr id="5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grpSp>
        <p:nvGrpSpPr>
          <p:cNvPr id="46" name="Group 25"/>
          <p:cNvGrpSpPr/>
          <p:nvPr/>
        </p:nvGrpSpPr>
        <p:grpSpPr>
          <a:xfrm>
            <a:off x="1693577" y="1611960"/>
            <a:ext cx="1479103" cy="709660"/>
            <a:chOff x="764014" y="1586047"/>
            <a:chExt cx="1544637" cy="709660"/>
          </a:xfrm>
        </p:grpSpPr>
        <p:sp>
          <p:nvSpPr>
            <p:cNvPr id="60"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75000"/>
                      <a:lumOff val="25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
          <p:nvSpPr>
            <p:cNvPr id="61"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65000"/>
                      <a:lumOff val="35000"/>
                    </a:schemeClr>
                  </a:solidFill>
                </a:rPr>
                <a:t>There are many variations</a:t>
              </a:r>
            </a:p>
            <a:p>
              <a:pPr lvl="0" defTabSz="914400">
                <a:spcBef>
                  <a:spcPct val="20000"/>
                </a:spcBef>
                <a:defRPr/>
              </a:pPr>
              <a:r>
                <a:rPr lang="en-US" sz="1000" dirty="0">
                  <a:solidFill>
                    <a:schemeClr val="tx1">
                      <a:lumMod val="65000"/>
                      <a:lumOff val="35000"/>
                    </a:schemeClr>
                  </a:solidFill>
                </a:rPr>
                <a:t> of passages of lorem</a:t>
              </a:r>
            </a:p>
            <a:p>
              <a:pPr lvl="0" defTabSz="914400">
                <a:spcBef>
                  <a:spcPct val="20000"/>
                </a:spcBef>
                <a:defRPr/>
              </a:pPr>
              <a:r>
                <a:rPr lang="en-US" sz="1000" dirty="0">
                  <a:solidFill>
                    <a:schemeClr val="tx1">
                      <a:lumMod val="65000"/>
                      <a:lumOff val="35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Effect transition="in" filter="fade">
                                      <p:cBhvr>
                                        <p:cTn id="15" dur="500"/>
                                        <p:tgtEl>
                                          <p:spTgt spid="13"/>
                                        </p:tgtEl>
                                      </p:cBhvr>
                                    </p:animEffect>
                                  </p:childTnLst>
                                </p:cTn>
                              </p:par>
                              <p:par>
                                <p:cTn id="16" presetID="42" presetClass="entr" presetSubtype="0"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anim calcmode="lin" valueType="num">
                                      <p:cBhvr>
                                        <p:cTn id="19" dur="500" fill="hold"/>
                                        <p:tgtEl>
                                          <p:spTgt spid="17"/>
                                        </p:tgtEl>
                                        <p:attrNameLst>
                                          <p:attrName>ppt_x</p:attrName>
                                        </p:attrNameLst>
                                      </p:cBhvr>
                                      <p:tavLst>
                                        <p:tav tm="0">
                                          <p:val>
                                            <p:strVal val="#ppt_x"/>
                                          </p:val>
                                        </p:tav>
                                        <p:tav tm="100000">
                                          <p:val>
                                            <p:strVal val="#ppt_x"/>
                                          </p:val>
                                        </p:tav>
                                      </p:tavLst>
                                    </p:anim>
                                    <p:anim calcmode="lin" valueType="num">
                                      <p:cBhvr>
                                        <p:cTn id="20" dur="500" fill="hold"/>
                                        <p:tgtEl>
                                          <p:spTgt spid="17"/>
                                        </p:tgtEl>
                                        <p:attrNameLst>
                                          <p:attrName>ppt_y</p:attrName>
                                        </p:attrNameLst>
                                      </p:cBhvr>
                                      <p:tavLst>
                                        <p:tav tm="0">
                                          <p:val>
                                            <p:strVal val="#ppt_y+.1"/>
                                          </p:val>
                                        </p:tav>
                                        <p:tav tm="100000">
                                          <p:val>
                                            <p:strVal val="#ppt_y"/>
                                          </p:val>
                                        </p:tav>
                                      </p:tavLst>
                                    </p:anim>
                                  </p:childTnLst>
                                </p:cTn>
                              </p:par>
                            </p:childTnLst>
                          </p:cTn>
                        </p:par>
                        <p:par>
                          <p:cTn id="21" fill="hold">
                            <p:stCondLst>
                              <p:cond delay="1000"/>
                            </p:stCondLst>
                            <p:childTnLst>
                              <p:par>
                                <p:cTn id="22" presetID="53"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500" fill="hold"/>
                                        <p:tgtEl>
                                          <p:spTgt spid="4"/>
                                        </p:tgtEl>
                                        <p:attrNameLst>
                                          <p:attrName>ppt_w</p:attrName>
                                        </p:attrNameLst>
                                      </p:cBhvr>
                                      <p:tavLst>
                                        <p:tav tm="0">
                                          <p:val>
                                            <p:fltVal val="0"/>
                                          </p:val>
                                        </p:tav>
                                        <p:tav tm="100000">
                                          <p:val>
                                            <p:strVal val="#ppt_w"/>
                                          </p:val>
                                        </p:tav>
                                      </p:tavLst>
                                    </p:anim>
                                    <p:anim calcmode="lin" valueType="num">
                                      <p:cBhvr>
                                        <p:cTn id="25" dur="500" fill="hold"/>
                                        <p:tgtEl>
                                          <p:spTgt spid="4"/>
                                        </p:tgtEl>
                                        <p:attrNameLst>
                                          <p:attrName>ppt_h</p:attrName>
                                        </p:attrNameLst>
                                      </p:cBhvr>
                                      <p:tavLst>
                                        <p:tav tm="0">
                                          <p:val>
                                            <p:fltVal val="0"/>
                                          </p:val>
                                        </p:tav>
                                        <p:tav tm="100000">
                                          <p:val>
                                            <p:strVal val="#ppt_h"/>
                                          </p:val>
                                        </p:tav>
                                      </p:tavLst>
                                    </p:anim>
                                    <p:animEffect transition="in" filter="fade">
                                      <p:cBhvr>
                                        <p:cTn id="26" dur="500"/>
                                        <p:tgtEl>
                                          <p:spTgt spid="4"/>
                                        </p:tgtEl>
                                      </p:cBhvr>
                                    </p:animEffect>
                                  </p:childTnLst>
                                </p:cTn>
                              </p:par>
                            </p:childTnLst>
                          </p:cTn>
                        </p:par>
                        <p:par>
                          <p:cTn id="27" fill="hold">
                            <p:stCondLst>
                              <p:cond delay="1500"/>
                            </p:stCondLst>
                            <p:childTnLst>
                              <p:par>
                                <p:cTn id="28" presetID="2" presetClass="entr" presetSubtype="1" accel="50000" decel="50000" fill="hold" nodeType="afterEffect">
                                  <p:stCondLst>
                                    <p:cond delay="0"/>
                                  </p:stCondLst>
                                  <p:childTnLst>
                                    <p:set>
                                      <p:cBhvr>
                                        <p:cTn id="29" dur="1" fill="hold">
                                          <p:stCondLst>
                                            <p:cond delay="0"/>
                                          </p:stCondLst>
                                        </p:cTn>
                                        <p:tgtEl>
                                          <p:spTgt spid="46"/>
                                        </p:tgtEl>
                                        <p:attrNameLst>
                                          <p:attrName>style.visibility</p:attrName>
                                        </p:attrNameLst>
                                      </p:cBhvr>
                                      <p:to>
                                        <p:strVal val="visible"/>
                                      </p:to>
                                    </p:set>
                                    <p:anim calcmode="lin" valueType="num">
                                      <p:cBhvr additive="base">
                                        <p:cTn id="30" dur="500" fill="hold"/>
                                        <p:tgtEl>
                                          <p:spTgt spid="46"/>
                                        </p:tgtEl>
                                        <p:attrNameLst>
                                          <p:attrName>ppt_x</p:attrName>
                                        </p:attrNameLst>
                                      </p:cBhvr>
                                      <p:tavLst>
                                        <p:tav tm="0">
                                          <p:val>
                                            <p:strVal val="#ppt_x"/>
                                          </p:val>
                                        </p:tav>
                                        <p:tav tm="100000">
                                          <p:val>
                                            <p:strVal val="#ppt_x"/>
                                          </p:val>
                                        </p:tav>
                                      </p:tavLst>
                                    </p:anim>
                                    <p:anim calcmode="lin" valueType="num">
                                      <p:cBhvr additive="base">
                                        <p:cTn id="31" dur="500" fill="hold"/>
                                        <p:tgtEl>
                                          <p:spTgt spid="46"/>
                                        </p:tgtEl>
                                        <p:attrNameLst>
                                          <p:attrName>ppt_y</p:attrName>
                                        </p:attrNameLst>
                                      </p:cBhvr>
                                      <p:tavLst>
                                        <p:tav tm="0">
                                          <p:val>
                                            <p:strVal val="0-#ppt_h/2"/>
                                          </p:val>
                                        </p:tav>
                                        <p:tav tm="100000">
                                          <p:val>
                                            <p:strVal val="#ppt_y"/>
                                          </p:val>
                                        </p:tav>
                                      </p:tavLst>
                                    </p:anim>
                                  </p:childTnLst>
                                </p:cTn>
                              </p:par>
                            </p:childTnLst>
                          </p:cTn>
                        </p:par>
                        <p:par>
                          <p:cTn id="32" fill="hold">
                            <p:stCondLst>
                              <p:cond delay="2000"/>
                            </p:stCondLst>
                            <p:childTnLst>
                              <p:par>
                                <p:cTn id="33" presetID="53" presetClass="entr" presetSubtype="0" fill="hold" grpId="0" nodeType="after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500" fill="hold"/>
                                        <p:tgtEl>
                                          <p:spTgt spid="8"/>
                                        </p:tgtEl>
                                        <p:attrNameLst>
                                          <p:attrName>ppt_w</p:attrName>
                                        </p:attrNameLst>
                                      </p:cBhvr>
                                      <p:tavLst>
                                        <p:tav tm="0">
                                          <p:val>
                                            <p:fltVal val="0"/>
                                          </p:val>
                                        </p:tav>
                                        <p:tav tm="100000">
                                          <p:val>
                                            <p:strVal val="#ppt_w"/>
                                          </p:val>
                                        </p:tav>
                                      </p:tavLst>
                                    </p:anim>
                                    <p:anim calcmode="lin" valueType="num">
                                      <p:cBhvr>
                                        <p:cTn id="36" dur="500" fill="hold"/>
                                        <p:tgtEl>
                                          <p:spTgt spid="8"/>
                                        </p:tgtEl>
                                        <p:attrNameLst>
                                          <p:attrName>ppt_h</p:attrName>
                                        </p:attrNameLst>
                                      </p:cBhvr>
                                      <p:tavLst>
                                        <p:tav tm="0">
                                          <p:val>
                                            <p:fltVal val="0"/>
                                          </p:val>
                                        </p:tav>
                                        <p:tav tm="100000">
                                          <p:val>
                                            <p:strVal val="#ppt_h"/>
                                          </p:val>
                                        </p:tav>
                                      </p:tavLst>
                                    </p:anim>
                                    <p:animEffect transition="in" filter="fade">
                                      <p:cBhvr>
                                        <p:cTn id="37" dur="500"/>
                                        <p:tgtEl>
                                          <p:spTgt spid="8"/>
                                        </p:tgtEl>
                                      </p:cBhvr>
                                    </p:animEffect>
                                  </p:childTnLst>
                                </p:cTn>
                              </p:par>
                            </p:childTnLst>
                          </p:cTn>
                        </p:par>
                        <p:par>
                          <p:cTn id="38" fill="hold">
                            <p:stCondLst>
                              <p:cond delay="2500"/>
                            </p:stCondLst>
                            <p:childTnLst>
                              <p:par>
                                <p:cTn id="39" presetID="53"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 calcmode="lin" valueType="num">
                                      <p:cBhvr>
                                        <p:cTn id="41" dur="500" fill="hold"/>
                                        <p:tgtEl>
                                          <p:spTgt spid="14"/>
                                        </p:tgtEl>
                                        <p:attrNameLst>
                                          <p:attrName>ppt_w</p:attrName>
                                        </p:attrNameLst>
                                      </p:cBhvr>
                                      <p:tavLst>
                                        <p:tav tm="0">
                                          <p:val>
                                            <p:fltVal val="0"/>
                                          </p:val>
                                        </p:tav>
                                        <p:tav tm="100000">
                                          <p:val>
                                            <p:strVal val="#ppt_w"/>
                                          </p:val>
                                        </p:tav>
                                      </p:tavLst>
                                    </p:anim>
                                    <p:anim calcmode="lin" valueType="num">
                                      <p:cBhvr>
                                        <p:cTn id="42" dur="500" fill="hold"/>
                                        <p:tgtEl>
                                          <p:spTgt spid="14"/>
                                        </p:tgtEl>
                                        <p:attrNameLst>
                                          <p:attrName>ppt_h</p:attrName>
                                        </p:attrNameLst>
                                      </p:cBhvr>
                                      <p:tavLst>
                                        <p:tav tm="0">
                                          <p:val>
                                            <p:fltVal val="0"/>
                                          </p:val>
                                        </p:tav>
                                        <p:tav tm="100000">
                                          <p:val>
                                            <p:strVal val="#ppt_h"/>
                                          </p:val>
                                        </p:tav>
                                      </p:tavLst>
                                    </p:anim>
                                    <p:animEffect transition="in" filter="fade">
                                      <p:cBhvr>
                                        <p:cTn id="43" dur="500"/>
                                        <p:tgtEl>
                                          <p:spTgt spid="14"/>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anim calcmode="lin" valueType="num">
                                      <p:cBhvr>
                                        <p:cTn id="47" dur="500" fill="hold"/>
                                        <p:tgtEl>
                                          <p:spTgt spid="19"/>
                                        </p:tgtEl>
                                        <p:attrNameLst>
                                          <p:attrName>ppt_x</p:attrName>
                                        </p:attrNameLst>
                                      </p:cBhvr>
                                      <p:tavLst>
                                        <p:tav tm="0">
                                          <p:val>
                                            <p:strVal val="#ppt_x"/>
                                          </p:val>
                                        </p:tav>
                                        <p:tav tm="100000">
                                          <p:val>
                                            <p:strVal val="#ppt_x"/>
                                          </p:val>
                                        </p:tav>
                                      </p:tavLst>
                                    </p:anim>
                                    <p:anim calcmode="lin" valueType="num">
                                      <p:cBhvr>
                                        <p:cTn id="48" dur="500" fill="hold"/>
                                        <p:tgtEl>
                                          <p:spTgt spid="19"/>
                                        </p:tgtEl>
                                        <p:attrNameLst>
                                          <p:attrName>ppt_y</p:attrName>
                                        </p:attrNameLst>
                                      </p:cBhvr>
                                      <p:tavLst>
                                        <p:tav tm="0">
                                          <p:val>
                                            <p:strVal val="#ppt_y+.1"/>
                                          </p:val>
                                        </p:tav>
                                        <p:tav tm="100000">
                                          <p:val>
                                            <p:strVal val="#ppt_y"/>
                                          </p:val>
                                        </p:tav>
                                      </p:tavLst>
                                    </p:anim>
                                  </p:childTnLst>
                                </p:cTn>
                              </p:par>
                            </p:childTnLst>
                          </p:cTn>
                        </p:par>
                        <p:par>
                          <p:cTn id="49" fill="hold">
                            <p:stCondLst>
                              <p:cond delay="3000"/>
                            </p:stCondLst>
                            <p:childTnLst>
                              <p:par>
                                <p:cTn id="50" presetID="53" presetClass="entr" presetSubtype="0" fill="hold" nodeType="after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p:cTn id="52" dur="500" fill="hold"/>
                                        <p:tgtEl>
                                          <p:spTgt spid="9"/>
                                        </p:tgtEl>
                                        <p:attrNameLst>
                                          <p:attrName>ppt_w</p:attrName>
                                        </p:attrNameLst>
                                      </p:cBhvr>
                                      <p:tavLst>
                                        <p:tav tm="0">
                                          <p:val>
                                            <p:fltVal val="0"/>
                                          </p:val>
                                        </p:tav>
                                        <p:tav tm="100000">
                                          <p:val>
                                            <p:strVal val="#ppt_w"/>
                                          </p:val>
                                        </p:tav>
                                      </p:tavLst>
                                    </p:anim>
                                    <p:anim calcmode="lin" valueType="num">
                                      <p:cBhvr>
                                        <p:cTn id="53" dur="500" fill="hold"/>
                                        <p:tgtEl>
                                          <p:spTgt spid="9"/>
                                        </p:tgtEl>
                                        <p:attrNameLst>
                                          <p:attrName>ppt_h</p:attrName>
                                        </p:attrNameLst>
                                      </p:cBhvr>
                                      <p:tavLst>
                                        <p:tav tm="0">
                                          <p:val>
                                            <p:fltVal val="0"/>
                                          </p:val>
                                        </p:tav>
                                        <p:tav tm="100000">
                                          <p:val>
                                            <p:strVal val="#ppt_h"/>
                                          </p:val>
                                        </p:tav>
                                      </p:tavLst>
                                    </p:anim>
                                    <p:animEffect transition="in" filter="fade">
                                      <p:cBhvr>
                                        <p:cTn id="54" dur="500"/>
                                        <p:tgtEl>
                                          <p:spTgt spid="9"/>
                                        </p:tgtEl>
                                      </p:cBhvr>
                                    </p:animEffect>
                                  </p:childTnLst>
                                </p:cTn>
                              </p:par>
                            </p:childTnLst>
                          </p:cTn>
                        </p:par>
                        <p:par>
                          <p:cTn id="55" fill="hold">
                            <p:stCondLst>
                              <p:cond delay="3500"/>
                            </p:stCondLst>
                            <p:childTnLst>
                              <p:par>
                                <p:cTn id="56" presetID="2" presetClass="entr" presetSubtype="4" accel="50000" decel="50000" fill="hold" nodeType="afterEffect">
                                  <p:stCondLst>
                                    <p:cond delay="0"/>
                                  </p:stCondLst>
                                  <p:childTnLst>
                                    <p:set>
                                      <p:cBhvr>
                                        <p:cTn id="57" dur="1" fill="hold">
                                          <p:stCondLst>
                                            <p:cond delay="0"/>
                                          </p:stCondLst>
                                        </p:cTn>
                                        <p:tgtEl>
                                          <p:spTgt spid="37"/>
                                        </p:tgtEl>
                                        <p:attrNameLst>
                                          <p:attrName>style.visibility</p:attrName>
                                        </p:attrNameLst>
                                      </p:cBhvr>
                                      <p:to>
                                        <p:strVal val="visible"/>
                                      </p:to>
                                    </p:set>
                                    <p:anim calcmode="lin" valueType="num">
                                      <p:cBhvr additive="base">
                                        <p:cTn id="58" dur="500" fill="hold"/>
                                        <p:tgtEl>
                                          <p:spTgt spid="37"/>
                                        </p:tgtEl>
                                        <p:attrNameLst>
                                          <p:attrName>ppt_x</p:attrName>
                                        </p:attrNameLst>
                                      </p:cBhvr>
                                      <p:tavLst>
                                        <p:tav tm="0">
                                          <p:val>
                                            <p:strVal val="#ppt_x"/>
                                          </p:val>
                                        </p:tav>
                                        <p:tav tm="100000">
                                          <p:val>
                                            <p:strVal val="#ppt_x"/>
                                          </p:val>
                                        </p:tav>
                                      </p:tavLst>
                                    </p:anim>
                                    <p:anim calcmode="lin" valueType="num">
                                      <p:cBhvr additive="base">
                                        <p:cTn id="59" dur="500" fill="hold"/>
                                        <p:tgtEl>
                                          <p:spTgt spid="37"/>
                                        </p:tgtEl>
                                        <p:attrNameLst>
                                          <p:attrName>ppt_y</p:attrName>
                                        </p:attrNameLst>
                                      </p:cBhvr>
                                      <p:tavLst>
                                        <p:tav tm="0">
                                          <p:val>
                                            <p:strVal val="1+#ppt_h/2"/>
                                          </p:val>
                                        </p:tav>
                                        <p:tav tm="100000">
                                          <p:val>
                                            <p:strVal val="#ppt_y"/>
                                          </p:val>
                                        </p:tav>
                                      </p:tavLst>
                                    </p:anim>
                                  </p:childTnLst>
                                </p:cTn>
                              </p:par>
                            </p:childTnLst>
                          </p:cTn>
                        </p:par>
                        <p:par>
                          <p:cTn id="60" fill="hold">
                            <p:stCondLst>
                              <p:cond delay="4000"/>
                            </p:stCondLst>
                            <p:childTnLst>
                              <p:par>
                                <p:cTn id="61" presetID="53" presetClass="entr" presetSubtype="0" fill="hold" grpId="0" nodeType="afterEffect">
                                  <p:stCondLst>
                                    <p:cond delay="0"/>
                                  </p:stCondLst>
                                  <p:childTnLst>
                                    <p:set>
                                      <p:cBhvr>
                                        <p:cTn id="62" dur="1" fill="hold">
                                          <p:stCondLst>
                                            <p:cond delay="0"/>
                                          </p:stCondLst>
                                        </p:cTn>
                                        <p:tgtEl>
                                          <p:spTgt spid="11"/>
                                        </p:tgtEl>
                                        <p:attrNameLst>
                                          <p:attrName>style.visibility</p:attrName>
                                        </p:attrNameLst>
                                      </p:cBhvr>
                                      <p:to>
                                        <p:strVal val="visible"/>
                                      </p:to>
                                    </p:set>
                                    <p:anim calcmode="lin" valueType="num">
                                      <p:cBhvr>
                                        <p:cTn id="63" dur="500" fill="hold"/>
                                        <p:tgtEl>
                                          <p:spTgt spid="11"/>
                                        </p:tgtEl>
                                        <p:attrNameLst>
                                          <p:attrName>ppt_w</p:attrName>
                                        </p:attrNameLst>
                                      </p:cBhvr>
                                      <p:tavLst>
                                        <p:tav tm="0">
                                          <p:val>
                                            <p:fltVal val="0"/>
                                          </p:val>
                                        </p:tav>
                                        <p:tav tm="100000">
                                          <p:val>
                                            <p:strVal val="#ppt_w"/>
                                          </p:val>
                                        </p:tav>
                                      </p:tavLst>
                                    </p:anim>
                                    <p:anim calcmode="lin" valueType="num">
                                      <p:cBhvr>
                                        <p:cTn id="64" dur="500" fill="hold"/>
                                        <p:tgtEl>
                                          <p:spTgt spid="11"/>
                                        </p:tgtEl>
                                        <p:attrNameLst>
                                          <p:attrName>ppt_h</p:attrName>
                                        </p:attrNameLst>
                                      </p:cBhvr>
                                      <p:tavLst>
                                        <p:tav tm="0">
                                          <p:val>
                                            <p:fltVal val="0"/>
                                          </p:val>
                                        </p:tav>
                                        <p:tav tm="100000">
                                          <p:val>
                                            <p:strVal val="#ppt_h"/>
                                          </p:val>
                                        </p:tav>
                                      </p:tavLst>
                                    </p:anim>
                                    <p:animEffect transition="in" filter="fade">
                                      <p:cBhvr>
                                        <p:cTn id="65" dur="500"/>
                                        <p:tgtEl>
                                          <p:spTgt spid="11"/>
                                        </p:tgtEl>
                                      </p:cBhvr>
                                    </p:animEffect>
                                  </p:childTnLst>
                                </p:cTn>
                              </p:par>
                            </p:childTnLst>
                          </p:cTn>
                        </p:par>
                        <p:par>
                          <p:cTn id="66" fill="hold">
                            <p:stCondLst>
                              <p:cond delay="4500"/>
                            </p:stCondLst>
                            <p:childTnLst>
                              <p:par>
                                <p:cTn id="67" presetID="53" presetClass="entr" presetSubtype="0"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 calcmode="lin" valueType="num">
                                      <p:cBhvr>
                                        <p:cTn id="69" dur="500" fill="hold"/>
                                        <p:tgtEl>
                                          <p:spTgt spid="16"/>
                                        </p:tgtEl>
                                        <p:attrNameLst>
                                          <p:attrName>ppt_w</p:attrName>
                                        </p:attrNameLst>
                                      </p:cBhvr>
                                      <p:tavLst>
                                        <p:tav tm="0">
                                          <p:val>
                                            <p:fltVal val="0"/>
                                          </p:val>
                                        </p:tav>
                                        <p:tav tm="100000">
                                          <p:val>
                                            <p:strVal val="#ppt_w"/>
                                          </p:val>
                                        </p:tav>
                                      </p:tavLst>
                                    </p:anim>
                                    <p:anim calcmode="lin" valueType="num">
                                      <p:cBhvr>
                                        <p:cTn id="70" dur="500" fill="hold"/>
                                        <p:tgtEl>
                                          <p:spTgt spid="16"/>
                                        </p:tgtEl>
                                        <p:attrNameLst>
                                          <p:attrName>ppt_h</p:attrName>
                                        </p:attrNameLst>
                                      </p:cBhvr>
                                      <p:tavLst>
                                        <p:tav tm="0">
                                          <p:val>
                                            <p:fltVal val="0"/>
                                          </p:val>
                                        </p:tav>
                                        <p:tav tm="100000">
                                          <p:val>
                                            <p:strVal val="#ppt_h"/>
                                          </p:val>
                                        </p:tav>
                                      </p:tavLst>
                                    </p:anim>
                                    <p:animEffect transition="in" filter="fade">
                                      <p:cBhvr>
                                        <p:cTn id="71" dur="500"/>
                                        <p:tgtEl>
                                          <p:spTgt spid="16"/>
                                        </p:tgtEl>
                                      </p:cBhvr>
                                    </p:animEffect>
                                  </p:childTnLst>
                                </p:cTn>
                              </p:par>
                              <p:par>
                                <p:cTn id="72" presetID="42" presetClass="entr" presetSubtype="0"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anim calcmode="lin" valueType="num">
                                      <p:cBhvr>
                                        <p:cTn id="75" dur="500" fill="hold"/>
                                        <p:tgtEl>
                                          <p:spTgt spid="21"/>
                                        </p:tgtEl>
                                        <p:attrNameLst>
                                          <p:attrName>ppt_x</p:attrName>
                                        </p:attrNameLst>
                                      </p:cBhvr>
                                      <p:tavLst>
                                        <p:tav tm="0">
                                          <p:val>
                                            <p:strVal val="#ppt_x"/>
                                          </p:val>
                                        </p:tav>
                                        <p:tav tm="100000">
                                          <p:val>
                                            <p:strVal val="#ppt_x"/>
                                          </p:val>
                                        </p:tav>
                                      </p:tavLst>
                                    </p:anim>
                                    <p:anim calcmode="lin" valueType="num">
                                      <p:cBhvr>
                                        <p:cTn id="76" dur="500" fill="hold"/>
                                        <p:tgtEl>
                                          <p:spTgt spid="21"/>
                                        </p:tgtEl>
                                        <p:attrNameLst>
                                          <p:attrName>ppt_y</p:attrName>
                                        </p:attrNameLst>
                                      </p:cBhvr>
                                      <p:tavLst>
                                        <p:tav tm="0">
                                          <p:val>
                                            <p:strVal val="#ppt_y+.1"/>
                                          </p:val>
                                        </p:tav>
                                        <p:tav tm="100000">
                                          <p:val>
                                            <p:strVal val="#ppt_y"/>
                                          </p:val>
                                        </p:tav>
                                      </p:tavLst>
                                    </p:anim>
                                  </p:childTnLst>
                                </p:cTn>
                              </p:par>
                            </p:childTnLst>
                          </p:cTn>
                        </p:par>
                        <p:par>
                          <p:cTn id="77" fill="hold">
                            <p:stCondLst>
                              <p:cond delay="5000"/>
                            </p:stCondLst>
                            <p:childTnLst>
                              <p:par>
                                <p:cTn id="78" presetID="53" presetClass="entr" presetSubtype="0" fill="hold" nodeType="afterEffect">
                                  <p:stCondLst>
                                    <p:cond delay="0"/>
                                  </p:stCondLst>
                                  <p:childTnLst>
                                    <p:set>
                                      <p:cBhvr>
                                        <p:cTn id="79" dur="1" fill="hold">
                                          <p:stCondLst>
                                            <p:cond delay="0"/>
                                          </p:stCondLst>
                                        </p:cTn>
                                        <p:tgtEl>
                                          <p:spTgt spid="22"/>
                                        </p:tgtEl>
                                        <p:attrNameLst>
                                          <p:attrName>style.visibility</p:attrName>
                                        </p:attrNameLst>
                                      </p:cBhvr>
                                      <p:to>
                                        <p:strVal val="visible"/>
                                      </p:to>
                                    </p:set>
                                    <p:anim calcmode="lin" valueType="num">
                                      <p:cBhvr>
                                        <p:cTn id="80" dur="500" fill="hold"/>
                                        <p:tgtEl>
                                          <p:spTgt spid="22"/>
                                        </p:tgtEl>
                                        <p:attrNameLst>
                                          <p:attrName>ppt_w</p:attrName>
                                        </p:attrNameLst>
                                      </p:cBhvr>
                                      <p:tavLst>
                                        <p:tav tm="0">
                                          <p:val>
                                            <p:fltVal val="0"/>
                                          </p:val>
                                        </p:tav>
                                        <p:tav tm="100000">
                                          <p:val>
                                            <p:strVal val="#ppt_w"/>
                                          </p:val>
                                        </p:tav>
                                      </p:tavLst>
                                    </p:anim>
                                    <p:anim calcmode="lin" valueType="num">
                                      <p:cBhvr>
                                        <p:cTn id="81" dur="500" fill="hold"/>
                                        <p:tgtEl>
                                          <p:spTgt spid="22"/>
                                        </p:tgtEl>
                                        <p:attrNameLst>
                                          <p:attrName>ppt_h</p:attrName>
                                        </p:attrNameLst>
                                      </p:cBhvr>
                                      <p:tavLst>
                                        <p:tav tm="0">
                                          <p:val>
                                            <p:fltVal val="0"/>
                                          </p:val>
                                        </p:tav>
                                        <p:tav tm="100000">
                                          <p:val>
                                            <p:strVal val="#ppt_h"/>
                                          </p:val>
                                        </p:tav>
                                      </p:tavLst>
                                    </p:anim>
                                    <p:animEffect transition="in" filter="fade">
                                      <p:cBhvr>
                                        <p:cTn id="82" dur="500"/>
                                        <p:tgtEl>
                                          <p:spTgt spid="22"/>
                                        </p:tgtEl>
                                      </p:cBhvr>
                                    </p:animEffect>
                                  </p:childTnLst>
                                </p:cTn>
                              </p:par>
                            </p:childTnLst>
                          </p:cTn>
                        </p:par>
                        <p:par>
                          <p:cTn id="83" fill="hold">
                            <p:stCondLst>
                              <p:cond delay="5500"/>
                            </p:stCondLst>
                            <p:childTnLst>
                              <p:par>
                                <p:cTn id="84" presetID="2" presetClass="entr" presetSubtype="1" accel="50000" decel="50000" fill="hold" nodeType="afterEffect">
                                  <p:stCondLst>
                                    <p:cond delay="0"/>
                                  </p:stCondLst>
                                  <p:childTnLst>
                                    <p:set>
                                      <p:cBhvr>
                                        <p:cTn id="85" dur="1" fill="hold">
                                          <p:stCondLst>
                                            <p:cond delay="0"/>
                                          </p:stCondLst>
                                        </p:cTn>
                                        <p:tgtEl>
                                          <p:spTgt spid="42"/>
                                        </p:tgtEl>
                                        <p:attrNameLst>
                                          <p:attrName>style.visibility</p:attrName>
                                        </p:attrNameLst>
                                      </p:cBhvr>
                                      <p:to>
                                        <p:strVal val="visible"/>
                                      </p:to>
                                    </p:set>
                                    <p:anim calcmode="lin" valueType="num">
                                      <p:cBhvr additive="base">
                                        <p:cTn id="86" dur="500" fill="hold"/>
                                        <p:tgtEl>
                                          <p:spTgt spid="42"/>
                                        </p:tgtEl>
                                        <p:attrNameLst>
                                          <p:attrName>ppt_x</p:attrName>
                                        </p:attrNameLst>
                                      </p:cBhvr>
                                      <p:tavLst>
                                        <p:tav tm="0">
                                          <p:val>
                                            <p:strVal val="#ppt_x"/>
                                          </p:val>
                                        </p:tav>
                                        <p:tav tm="100000">
                                          <p:val>
                                            <p:strVal val="#ppt_x"/>
                                          </p:val>
                                        </p:tav>
                                      </p:tavLst>
                                    </p:anim>
                                    <p:anim calcmode="lin" valueType="num">
                                      <p:cBhvr additive="base">
                                        <p:cTn id="87" dur="500" fill="hold"/>
                                        <p:tgtEl>
                                          <p:spTgt spid="42"/>
                                        </p:tgtEl>
                                        <p:attrNameLst>
                                          <p:attrName>ppt_y</p:attrName>
                                        </p:attrNameLst>
                                      </p:cBhvr>
                                      <p:tavLst>
                                        <p:tav tm="0">
                                          <p:val>
                                            <p:strVal val="0-#ppt_h/2"/>
                                          </p:val>
                                        </p:tav>
                                        <p:tav tm="100000">
                                          <p:val>
                                            <p:strVal val="#ppt_y"/>
                                          </p:val>
                                        </p:tav>
                                      </p:tavLst>
                                    </p:anim>
                                  </p:childTnLst>
                                </p:cTn>
                              </p:par>
                            </p:childTnLst>
                          </p:cTn>
                        </p:par>
                        <p:par>
                          <p:cTn id="88" fill="hold">
                            <p:stCondLst>
                              <p:cond delay="6000"/>
                            </p:stCondLst>
                            <p:childTnLst>
                              <p:par>
                                <p:cTn id="89" presetID="53" presetClass="entr" presetSubtype="0" fill="hold" grpId="0" nodeType="after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p:cTn id="91" dur="500" fill="hold"/>
                                        <p:tgtEl>
                                          <p:spTgt spid="7"/>
                                        </p:tgtEl>
                                        <p:attrNameLst>
                                          <p:attrName>ppt_w</p:attrName>
                                        </p:attrNameLst>
                                      </p:cBhvr>
                                      <p:tavLst>
                                        <p:tav tm="0">
                                          <p:val>
                                            <p:fltVal val="0"/>
                                          </p:val>
                                        </p:tav>
                                        <p:tav tm="100000">
                                          <p:val>
                                            <p:strVal val="#ppt_w"/>
                                          </p:val>
                                        </p:tav>
                                      </p:tavLst>
                                    </p:anim>
                                    <p:anim calcmode="lin" valueType="num">
                                      <p:cBhvr>
                                        <p:cTn id="92" dur="500" fill="hold"/>
                                        <p:tgtEl>
                                          <p:spTgt spid="7"/>
                                        </p:tgtEl>
                                        <p:attrNameLst>
                                          <p:attrName>ppt_h</p:attrName>
                                        </p:attrNameLst>
                                      </p:cBhvr>
                                      <p:tavLst>
                                        <p:tav tm="0">
                                          <p:val>
                                            <p:fltVal val="0"/>
                                          </p:val>
                                        </p:tav>
                                        <p:tav tm="100000">
                                          <p:val>
                                            <p:strVal val="#ppt_h"/>
                                          </p:val>
                                        </p:tav>
                                      </p:tavLst>
                                    </p:anim>
                                    <p:animEffect transition="in" filter="fade">
                                      <p:cBhvr>
                                        <p:cTn id="93" dur="500"/>
                                        <p:tgtEl>
                                          <p:spTgt spid="7"/>
                                        </p:tgtEl>
                                      </p:cBhvr>
                                    </p:animEffect>
                                  </p:childTnLst>
                                </p:cTn>
                              </p:par>
                            </p:childTnLst>
                          </p:cTn>
                        </p:par>
                        <p:par>
                          <p:cTn id="94" fill="hold">
                            <p:stCondLst>
                              <p:cond delay="6500"/>
                            </p:stCondLst>
                            <p:childTnLst>
                              <p:par>
                                <p:cTn id="95" presetID="53" presetClass="entr" presetSubtype="0" fill="hold" grpId="0" nodeType="afterEffect">
                                  <p:stCondLst>
                                    <p:cond delay="0"/>
                                  </p:stCondLst>
                                  <p:childTnLst>
                                    <p:set>
                                      <p:cBhvr>
                                        <p:cTn id="96" dur="1" fill="hold">
                                          <p:stCondLst>
                                            <p:cond delay="0"/>
                                          </p:stCondLst>
                                        </p:cTn>
                                        <p:tgtEl>
                                          <p:spTgt spid="15"/>
                                        </p:tgtEl>
                                        <p:attrNameLst>
                                          <p:attrName>style.visibility</p:attrName>
                                        </p:attrNameLst>
                                      </p:cBhvr>
                                      <p:to>
                                        <p:strVal val="visible"/>
                                      </p:to>
                                    </p:set>
                                    <p:anim calcmode="lin" valueType="num">
                                      <p:cBhvr>
                                        <p:cTn id="97" dur="500" fill="hold"/>
                                        <p:tgtEl>
                                          <p:spTgt spid="15"/>
                                        </p:tgtEl>
                                        <p:attrNameLst>
                                          <p:attrName>ppt_w</p:attrName>
                                        </p:attrNameLst>
                                      </p:cBhvr>
                                      <p:tavLst>
                                        <p:tav tm="0">
                                          <p:val>
                                            <p:fltVal val="0"/>
                                          </p:val>
                                        </p:tav>
                                        <p:tav tm="100000">
                                          <p:val>
                                            <p:strVal val="#ppt_w"/>
                                          </p:val>
                                        </p:tav>
                                      </p:tavLst>
                                    </p:anim>
                                    <p:anim calcmode="lin" valueType="num">
                                      <p:cBhvr>
                                        <p:cTn id="98" dur="500" fill="hold"/>
                                        <p:tgtEl>
                                          <p:spTgt spid="15"/>
                                        </p:tgtEl>
                                        <p:attrNameLst>
                                          <p:attrName>ppt_h</p:attrName>
                                        </p:attrNameLst>
                                      </p:cBhvr>
                                      <p:tavLst>
                                        <p:tav tm="0">
                                          <p:val>
                                            <p:fltVal val="0"/>
                                          </p:val>
                                        </p:tav>
                                        <p:tav tm="100000">
                                          <p:val>
                                            <p:strVal val="#ppt_h"/>
                                          </p:val>
                                        </p:tav>
                                      </p:tavLst>
                                    </p:anim>
                                    <p:animEffect transition="in" filter="fade">
                                      <p:cBhvr>
                                        <p:cTn id="99" dur="500"/>
                                        <p:tgtEl>
                                          <p:spTgt spid="15"/>
                                        </p:tgtEl>
                                      </p:cBhvr>
                                    </p:animEffect>
                                  </p:childTnLst>
                                </p:cTn>
                              </p:par>
                              <p:par>
                                <p:cTn id="100" presetID="42" presetClass="entr" presetSubtype="0"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Effect transition="in" filter="fade">
                                      <p:cBhvr>
                                        <p:cTn id="102" dur="500"/>
                                        <p:tgtEl>
                                          <p:spTgt spid="20"/>
                                        </p:tgtEl>
                                      </p:cBhvr>
                                    </p:animEffect>
                                    <p:anim calcmode="lin" valueType="num">
                                      <p:cBhvr>
                                        <p:cTn id="103" dur="500" fill="hold"/>
                                        <p:tgtEl>
                                          <p:spTgt spid="20"/>
                                        </p:tgtEl>
                                        <p:attrNameLst>
                                          <p:attrName>ppt_x</p:attrName>
                                        </p:attrNameLst>
                                      </p:cBhvr>
                                      <p:tavLst>
                                        <p:tav tm="0">
                                          <p:val>
                                            <p:strVal val="#ppt_x"/>
                                          </p:val>
                                        </p:tav>
                                        <p:tav tm="100000">
                                          <p:val>
                                            <p:strVal val="#ppt_x"/>
                                          </p:val>
                                        </p:tav>
                                      </p:tavLst>
                                    </p:anim>
                                    <p:anim calcmode="lin" valueType="num">
                                      <p:cBhvr>
                                        <p:cTn id="104" dur="500" fill="hold"/>
                                        <p:tgtEl>
                                          <p:spTgt spid="20"/>
                                        </p:tgtEl>
                                        <p:attrNameLst>
                                          <p:attrName>ppt_y</p:attrName>
                                        </p:attrNameLst>
                                      </p:cBhvr>
                                      <p:tavLst>
                                        <p:tav tm="0">
                                          <p:val>
                                            <p:strVal val="#ppt_y+.1"/>
                                          </p:val>
                                        </p:tav>
                                        <p:tav tm="100000">
                                          <p:val>
                                            <p:strVal val="#ppt_y"/>
                                          </p:val>
                                        </p:tav>
                                      </p:tavLst>
                                    </p:anim>
                                  </p:childTnLst>
                                </p:cTn>
                              </p:par>
                            </p:childTnLst>
                          </p:cTn>
                        </p:par>
                        <p:par>
                          <p:cTn id="105" fill="hold">
                            <p:stCondLst>
                              <p:cond delay="7000"/>
                            </p:stCondLst>
                            <p:childTnLst>
                              <p:par>
                                <p:cTn id="106" presetID="53" presetClass="entr" presetSubtype="0" fill="hold" nodeType="afterEffect">
                                  <p:stCondLst>
                                    <p:cond delay="0"/>
                                  </p:stCondLst>
                                  <p:childTnLst>
                                    <p:set>
                                      <p:cBhvr>
                                        <p:cTn id="107" dur="1" fill="hold">
                                          <p:stCondLst>
                                            <p:cond delay="0"/>
                                          </p:stCondLst>
                                        </p:cTn>
                                        <p:tgtEl>
                                          <p:spTgt spid="32"/>
                                        </p:tgtEl>
                                        <p:attrNameLst>
                                          <p:attrName>style.visibility</p:attrName>
                                        </p:attrNameLst>
                                      </p:cBhvr>
                                      <p:to>
                                        <p:strVal val="visible"/>
                                      </p:to>
                                    </p:set>
                                    <p:anim calcmode="lin" valueType="num">
                                      <p:cBhvr>
                                        <p:cTn id="108" dur="500" fill="hold"/>
                                        <p:tgtEl>
                                          <p:spTgt spid="32"/>
                                        </p:tgtEl>
                                        <p:attrNameLst>
                                          <p:attrName>ppt_w</p:attrName>
                                        </p:attrNameLst>
                                      </p:cBhvr>
                                      <p:tavLst>
                                        <p:tav tm="0">
                                          <p:val>
                                            <p:fltVal val="0"/>
                                          </p:val>
                                        </p:tav>
                                        <p:tav tm="100000">
                                          <p:val>
                                            <p:strVal val="#ppt_w"/>
                                          </p:val>
                                        </p:tav>
                                      </p:tavLst>
                                    </p:anim>
                                    <p:anim calcmode="lin" valueType="num">
                                      <p:cBhvr>
                                        <p:cTn id="109" dur="500" fill="hold"/>
                                        <p:tgtEl>
                                          <p:spTgt spid="32"/>
                                        </p:tgtEl>
                                        <p:attrNameLst>
                                          <p:attrName>ppt_h</p:attrName>
                                        </p:attrNameLst>
                                      </p:cBhvr>
                                      <p:tavLst>
                                        <p:tav tm="0">
                                          <p:val>
                                            <p:fltVal val="0"/>
                                          </p:val>
                                        </p:tav>
                                        <p:tav tm="100000">
                                          <p:val>
                                            <p:strVal val="#ppt_h"/>
                                          </p:val>
                                        </p:tav>
                                      </p:tavLst>
                                    </p:anim>
                                    <p:animEffect transition="in" filter="fade">
                                      <p:cBhvr>
                                        <p:cTn id="110" dur="500"/>
                                        <p:tgtEl>
                                          <p:spTgt spid="32"/>
                                        </p:tgtEl>
                                      </p:cBhvr>
                                    </p:animEffect>
                                  </p:childTnLst>
                                </p:cTn>
                              </p:par>
                            </p:childTnLst>
                          </p:cTn>
                        </p:par>
                        <p:par>
                          <p:cTn id="111" fill="hold">
                            <p:stCondLst>
                              <p:cond delay="7500"/>
                            </p:stCondLst>
                            <p:childTnLst>
                              <p:par>
                                <p:cTn id="112" presetID="2" presetClass="entr" presetSubtype="4" accel="50000" decel="50000" fill="hold" nodeType="afterEffect">
                                  <p:stCondLst>
                                    <p:cond delay="0"/>
                                  </p:stCondLst>
                                  <p:childTnLst>
                                    <p:set>
                                      <p:cBhvr>
                                        <p:cTn id="113" dur="1" fill="hold">
                                          <p:stCondLst>
                                            <p:cond delay="0"/>
                                          </p:stCondLst>
                                        </p:cTn>
                                        <p:tgtEl>
                                          <p:spTgt spid="43"/>
                                        </p:tgtEl>
                                        <p:attrNameLst>
                                          <p:attrName>style.visibility</p:attrName>
                                        </p:attrNameLst>
                                      </p:cBhvr>
                                      <p:to>
                                        <p:strVal val="visible"/>
                                      </p:to>
                                    </p:set>
                                    <p:anim calcmode="lin" valueType="num">
                                      <p:cBhvr additive="base">
                                        <p:cTn id="114" dur="500" fill="hold"/>
                                        <p:tgtEl>
                                          <p:spTgt spid="43"/>
                                        </p:tgtEl>
                                        <p:attrNameLst>
                                          <p:attrName>ppt_x</p:attrName>
                                        </p:attrNameLst>
                                      </p:cBhvr>
                                      <p:tavLst>
                                        <p:tav tm="0">
                                          <p:val>
                                            <p:strVal val="#ppt_x"/>
                                          </p:val>
                                        </p:tav>
                                        <p:tav tm="100000">
                                          <p:val>
                                            <p:strVal val="#ppt_x"/>
                                          </p:val>
                                        </p:tav>
                                      </p:tavLst>
                                    </p:anim>
                                    <p:anim calcmode="lin" valueType="num">
                                      <p:cBhvr additive="base">
                                        <p:cTn id="115"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P spid="11" grpId="0" animBg="1"/>
      <p:bldP spid="13" grpId="0" animBg="1"/>
      <p:bldP spid="14" grpId="0" animBg="1"/>
      <p:bldP spid="15" grpId="0" animBg="1"/>
      <p:bldP spid="16" grpId="0" animBg="1"/>
      <p:bldP spid="17" grpId="0"/>
      <p:bldP spid="19" grpId="0"/>
      <p:bldP spid="20" grpId="0"/>
      <p:bldP spid="21"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Facebook Infographic</a:t>
            </a:r>
            <a:endParaRPr lang="en-US" dirty="0"/>
          </a:p>
        </p:txBody>
      </p:sp>
      <p:sp>
        <p:nvSpPr>
          <p:cNvPr id="3" name="Text Placeholder 2"/>
          <p:cNvSpPr>
            <a:spLocks noGrp="1"/>
          </p:cNvSpPr>
          <p:nvPr>
            <p:ph type="body" sz="half" idx="2"/>
          </p:nvPr>
        </p:nvSpPr>
        <p:spPr/>
        <p:txBody>
          <a:bodyPr/>
          <a:lstStyle/>
          <a:p>
            <a:r>
              <a:rPr lang="en-US"/>
              <a:t>Facebook Infographic</a:t>
            </a:r>
            <a:endParaRPr lang="en-US" dirty="0"/>
          </a:p>
        </p:txBody>
      </p:sp>
      <p:sp>
        <p:nvSpPr>
          <p:cNvPr id="50" name="Slide Number Placeholder 49"/>
          <p:cNvSpPr>
            <a:spLocks noGrp="1"/>
          </p:cNvSpPr>
          <p:nvPr>
            <p:ph type="sldNum" sz="quarter" idx="12"/>
          </p:nvPr>
        </p:nvSpPr>
        <p:spPr/>
        <p:txBody>
          <a:bodyPr/>
          <a:lstStyle/>
          <a:p>
            <a:fld id="{C136B7D2-B98C-44FD-8D04-7EC62A564975}" type="slidenum">
              <a:rPr lang="en-US" smtClean="0"/>
              <a:pPr/>
              <a:t>236</a:t>
            </a:fld>
            <a:endParaRPr lang="en-US" dirty="0"/>
          </a:p>
        </p:txBody>
      </p:sp>
      <p:sp>
        <p:nvSpPr>
          <p:cNvPr id="1029" name="Freeform 5"/>
          <p:cNvSpPr>
            <a:spLocks noEditPoints="1"/>
          </p:cNvSpPr>
          <p:nvPr/>
        </p:nvSpPr>
        <p:spPr bwMode="auto">
          <a:xfrm>
            <a:off x="3717370" y="1948138"/>
            <a:ext cx="1754980" cy="1750740"/>
          </a:xfrm>
          <a:custGeom>
            <a:avLst/>
            <a:gdLst/>
            <a:ahLst/>
            <a:cxnLst>
              <a:cxn ang="0">
                <a:pos x="323" y="0"/>
              </a:cxn>
              <a:cxn ang="0">
                <a:pos x="646" y="323"/>
              </a:cxn>
              <a:cxn ang="0">
                <a:pos x="364" y="644"/>
              </a:cxn>
              <a:cxn ang="0">
                <a:pos x="364" y="404"/>
              </a:cxn>
              <a:cxn ang="0">
                <a:pos x="475" y="404"/>
              </a:cxn>
              <a:cxn ang="0">
                <a:pos x="485" y="323"/>
              </a:cxn>
              <a:cxn ang="0">
                <a:pos x="364" y="323"/>
              </a:cxn>
              <a:cxn ang="0">
                <a:pos x="364" y="283"/>
              </a:cxn>
              <a:cxn ang="0">
                <a:pos x="404" y="242"/>
              </a:cxn>
              <a:cxn ang="0">
                <a:pos x="485" y="242"/>
              </a:cxn>
              <a:cxn ang="0">
                <a:pos x="485" y="162"/>
              </a:cxn>
              <a:cxn ang="0">
                <a:pos x="404" y="162"/>
              </a:cxn>
              <a:cxn ang="0">
                <a:pos x="283" y="283"/>
              </a:cxn>
              <a:cxn ang="0">
                <a:pos x="283" y="323"/>
              </a:cxn>
              <a:cxn ang="0">
                <a:pos x="222" y="323"/>
              </a:cxn>
              <a:cxn ang="0">
                <a:pos x="222" y="404"/>
              </a:cxn>
              <a:cxn ang="0">
                <a:pos x="283" y="404"/>
              </a:cxn>
              <a:cxn ang="0">
                <a:pos x="283" y="644"/>
              </a:cxn>
              <a:cxn ang="0">
                <a:pos x="0" y="323"/>
              </a:cxn>
              <a:cxn ang="0">
                <a:pos x="323" y="0"/>
              </a:cxn>
              <a:cxn ang="0">
                <a:pos x="323" y="0"/>
              </a:cxn>
              <a:cxn ang="0">
                <a:pos x="323" y="0"/>
              </a:cxn>
            </a:cxnLst>
            <a:rect l="0" t="0" r="r" b="b"/>
            <a:pathLst>
              <a:path w="646" h="644">
                <a:moveTo>
                  <a:pt x="323" y="0"/>
                </a:moveTo>
                <a:cubicBezTo>
                  <a:pt x="502" y="0"/>
                  <a:pt x="646" y="145"/>
                  <a:pt x="646" y="323"/>
                </a:cubicBezTo>
                <a:cubicBezTo>
                  <a:pt x="646" y="488"/>
                  <a:pt x="523" y="624"/>
                  <a:pt x="364" y="644"/>
                </a:cubicBezTo>
                <a:cubicBezTo>
                  <a:pt x="364" y="404"/>
                  <a:pt x="364" y="404"/>
                  <a:pt x="364" y="404"/>
                </a:cubicBezTo>
                <a:cubicBezTo>
                  <a:pt x="475" y="404"/>
                  <a:pt x="475" y="404"/>
                  <a:pt x="475" y="404"/>
                </a:cubicBezTo>
                <a:cubicBezTo>
                  <a:pt x="485" y="323"/>
                  <a:pt x="485" y="323"/>
                  <a:pt x="485" y="323"/>
                </a:cubicBezTo>
                <a:cubicBezTo>
                  <a:pt x="364" y="323"/>
                  <a:pt x="364" y="323"/>
                  <a:pt x="364" y="323"/>
                </a:cubicBezTo>
                <a:cubicBezTo>
                  <a:pt x="364" y="283"/>
                  <a:pt x="364" y="283"/>
                  <a:pt x="364" y="283"/>
                </a:cubicBezTo>
                <a:cubicBezTo>
                  <a:pt x="364" y="261"/>
                  <a:pt x="382" y="242"/>
                  <a:pt x="404" y="242"/>
                </a:cubicBezTo>
                <a:cubicBezTo>
                  <a:pt x="485" y="242"/>
                  <a:pt x="485" y="242"/>
                  <a:pt x="485" y="242"/>
                </a:cubicBezTo>
                <a:cubicBezTo>
                  <a:pt x="485" y="162"/>
                  <a:pt x="485" y="162"/>
                  <a:pt x="485" y="162"/>
                </a:cubicBezTo>
                <a:cubicBezTo>
                  <a:pt x="404" y="162"/>
                  <a:pt x="404" y="162"/>
                  <a:pt x="404" y="162"/>
                </a:cubicBezTo>
                <a:cubicBezTo>
                  <a:pt x="337" y="162"/>
                  <a:pt x="283" y="216"/>
                  <a:pt x="283" y="283"/>
                </a:cubicBezTo>
                <a:cubicBezTo>
                  <a:pt x="283" y="323"/>
                  <a:pt x="283" y="323"/>
                  <a:pt x="283" y="323"/>
                </a:cubicBezTo>
                <a:cubicBezTo>
                  <a:pt x="222" y="323"/>
                  <a:pt x="222" y="323"/>
                  <a:pt x="222" y="323"/>
                </a:cubicBezTo>
                <a:cubicBezTo>
                  <a:pt x="222" y="404"/>
                  <a:pt x="222" y="404"/>
                  <a:pt x="222" y="404"/>
                </a:cubicBezTo>
                <a:cubicBezTo>
                  <a:pt x="283" y="404"/>
                  <a:pt x="283" y="404"/>
                  <a:pt x="283" y="404"/>
                </a:cubicBezTo>
                <a:cubicBezTo>
                  <a:pt x="283" y="644"/>
                  <a:pt x="283" y="644"/>
                  <a:pt x="283" y="644"/>
                </a:cubicBezTo>
                <a:cubicBezTo>
                  <a:pt x="123" y="624"/>
                  <a:pt x="0" y="488"/>
                  <a:pt x="0" y="323"/>
                </a:cubicBezTo>
                <a:cubicBezTo>
                  <a:pt x="0" y="145"/>
                  <a:pt x="145" y="0"/>
                  <a:pt x="323" y="0"/>
                </a:cubicBezTo>
                <a:close/>
                <a:moveTo>
                  <a:pt x="323" y="0"/>
                </a:moveTo>
                <a:cubicBezTo>
                  <a:pt x="323" y="0"/>
                  <a:pt x="323" y="0"/>
                  <a:pt x="323" y="0"/>
                </a:cubicBezTo>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Arc 8"/>
          <p:cNvSpPr/>
          <p:nvPr/>
        </p:nvSpPr>
        <p:spPr>
          <a:xfrm>
            <a:off x="3217420" y="1446068"/>
            <a:ext cx="2754880" cy="2754880"/>
          </a:xfrm>
          <a:prstGeom prst="arc">
            <a:avLst>
              <a:gd name="adj1" fmla="val 21578092"/>
              <a:gd name="adj2" fmla="val 21526726"/>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4" name="Group 9"/>
          <p:cNvGrpSpPr/>
          <p:nvPr/>
        </p:nvGrpSpPr>
        <p:grpSpPr>
          <a:xfrm>
            <a:off x="3323671" y="1407848"/>
            <a:ext cx="770510" cy="770510"/>
            <a:chOff x="2786183" y="1189182"/>
            <a:chExt cx="921712" cy="921712"/>
          </a:xfrm>
        </p:grpSpPr>
        <p:sp>
          <p:nvSpPr>
            <p:cNvPr id="11" name="Oval 10"/>
            <p:cNvSpPr/>
            <p:nvPr/>
          </p:nvSpPr>
          <p:spPr>
            <a:xfrm>
              <a:off x="2786183" y="1189182"/>
              <a:ext cx="921712" cy="9217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12"/>
          <p:cNvGrpSpPr/>
          <p:nvPr/>
        </p:nvGrpSpPr>
        <p:grpSpPr>
          <a:xfrm>
            <a:off x="5057319" y="1407848"/>
            <a:ext cx="770510" cy="770510"/>
            <a:chOff x="2786183" y="1189182"/>
            <a:chExt cx="921712" cy="921712"/>
          </a:xfrm>
        </p:grpSpPr>
        <p:sp>
          <p:nvSpPr>
            <p:cNvPr id="15" name="Oval 14"/>
            <p:cNvSpPr/>
            <p:nvPr/>
          </p:nvSpPr>
          <p:spPr>
            <a:xfrm>
              <a:off x="2786183" y="1189182"/>
              <a:ext cx="921712" cy="9217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16"/>
          <p:cNvGrpSpPr/>
          <p:nvPr/>
        </p:nvGrpSpPr>
        <p:grpSpPr>
          <a:xfrm>
            <a:off x="3323671" y="3529450"/>
            <a:ext cx="770510" cy="770510"/>
            <a:chOff x="2786183" y="1189182"/>
            <a:chExt cx="921712" cy="921712"/>
          </a:xfrm>
        </p:grpSpPr>
        <p:sp>
          <p:nvSpPr>
            <p:cNvPr id="18" name="Oval 17"/>
            <p:cNvSpPr/>
            <p:nvPr/>
          </p:nvSpPr>
          <p:spPr>
            <a:xfrm>
              <a:off x="2786183" y="1189182"/>
              <a:ext cx="921712" cy="9217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Oval 18"/>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19"/>
          <p:cNvGrpSpPr/>
          <p:nvPr/>
        </p:nvGrpSpPr>
        <p:grpSpPr>
          <a:xfrm>
            <a:off x="5057319" y="3529450"/>
            <a:ext cx="770510" cy="770510"/>
            <a:chOff x="2786183" y="1189182"/>
            <a:chExt cx="921712" cy="921712"/>
          </a:xfrm>
        </p:grpSpPr>
        <p:sp>
          <p:nvSpPr>
            <p:cNvPr id="21" name="Oval 20"/>
            <p:cNvSpPr/>
            <p:nvPr/>
          </p:nvSpPr>
          <p:spPr>
            <a:xfrm>
              <a:off x="2786183" y="1189182"/>
              <a:ext cx="921712" cy="9217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22"/>
          <p:cNvGrpSpPr/>
          <p:nvPr/>
        </p:nvGrpSpPr>
        <p:grpSpPr>
          <a:xfrm>
            <a:off x="5587045" y="2460363"/>
            <a:ext cx="770510" cy="770510"/>
            <a:chOff x="2786183" y="1189182"/>
            <a:chExt cx="921712" cy="921712"/>
          </a:xfrm>
        </p:grpSpPr>
        <p:sp>
          <p:nvSpPr>
            <p:cNvPr id="24" name="Oval 23"/>
            <p:cNvSpPr/>
            <p:nvPr/>
          </p:nvSpPr>
          <p:spPr>
            <a:xfrm>
              <a:off x="2786183" y="1189182"/>
              <a:ext cx="921712" cy="9217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Oval 24"/>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25"/>
          <p:cNvGrpSpPr/>
          <p:nvPr/>
        </p:nvGrpSpPr>
        <p:grpSpPr>
          <a:xfrm>
            <a:off x="2832165" y="2460363"/>
            <a:ext cx="770510" cy="770510"/>
            <a:chOff x="2786183" y="1189182"/>
            <a:chExt cx="921712" cy="921712"/>
          </a:xfrm>
        </p:grpSpPr>
        <p:sp>
          <p:nvSpPr>
            <p:cNvPr id="27" name="Oval 26"/>
            <p:cNvSpPr/>
            <p:nvPr/>
          </p:nvSpPr>
          <p:spPr>
            <a:xfrm>
              <a:off x="2786183" y="1189182"/>
              <a:ext cx="921712" cy="9217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p:cNvSpPr/>
            <p:nvPr/>
          </p:nvSpPr>
          <p:spPr>
            <a:xfrm>
              <a:off x="2878354" y="1281353"/>
              <a:ext cx="737370" cy="737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7" name="Rectangle 36"/>
          <p:cNvSpPr/>
          <p:nvPr/>
        </p:nvSpPr>
        <p:spPr>
          <a:xfrm>
            <a:off x="5896961" y="1492544"/>
            <a:ext cx="1194238" cy="369332"/>
          </a:xfrm>
          <a:prstGeom prst="rect">
            <a:avLst/>
          </a:prstGeom>
        </p:spPr>
        <p:txBody>
          <a:bodyPr wrap="none" lIns="0" tIns="0" rIns="0" bIns="0">
            <a:spAutoFit/>
          </a:bodyPr>
          <a:lstStyle/>
          <a:p>
            <a:r>
              <a:rPr lang="en-US" sz="2400" b="1" dirty="0">
                <a:solidFill>
                  <a:schemeClr val="accent2"/>
                </a:solidFill>
              </a:rPr>
              <a:t>2 Billion</a:t>
            </a:r>
          </a:p>
        </p:txBody>
      </p:sp>
      <p:sp>
        <p:nvSpPr>
          <p:cNvPr id="40" name="Rectangle 39"/>
          <p:cNvSpPr/>
          <p:nvPr/>
        </p:nvSpPr>
        <p:spPr>
          <a:xfrm>
            <a:off x="2052801" y="1464956"/>
            <a:ext cx="1194238" cy="369332"/>
          </a:xfrm>
          <a:prstGeom prst="rect">
            <a:avLst/>
          </a:prstGeom>
        </p:spPr>
        <p:txBody>
          <a:bodyPr wrap="none" lIns="0" tIns="0" rIns="0" bIns="0">
            <a:spAutoFit/>
          </a:bodyPr>
          <a:lstStyle/>
          <a:p>
            <a:pPr algn="r"/>
            <a:r>
              <a:rPr lang="en-US" sz="2400" b="1" dirty="0">
                <a:solidFill>
                  <a:schemeClr val="accent1"/>
                </a:solidFill>
              </a:rPr>
              <a:t>1 Billion</a:t>
            </a:r>
          </a:p>
        </p:txBody>
      </p:sp>
      <p:sp>
        <p:nvSpPr>
          <p:cNvPr id="1033" name="Freeform 9"/>
          <p:cNvSpPr>
            <a:spLocks noEditPoints="1"/>
          </p:cNvSpPr>
          <p:nvPr/>
        </p:nvSpPr>
        <p:spPr bwMode="auto">
          <a:xfrm>
            <a:off x="3525550" y="1570821"/>
            <a:ext cx="355092" cy="405073"/>
          </a:xfrm>
          <a:custGeom>
            <a:avLst/>
            <a:gdLst/>
            <a:ahLst/>
            <a:cxnLst>
              <a:cxn ang="0">
                <a:pos x="128" y="0"/>
              </a:cxn>
              <a:cxn ang="0">
                <a:pos x="128" y="82"/>
              </a:cxn>
              <a:cxn ang="0">
                <a:pos x="148" y="109"/>
              </a:cxn>
              <a:cxn ang="0">
                <a:pos x="146" y="84"/>
              </a:cxn>
              <a:cxn ang="0">
                <a:pos x="100" y="86"/>
              </a:cxn>
              <a:cxn ang="0">
                <a:pos x="130" y="106"/>
              </a:cxn>
              <a:cxn ang="0">
                <a:pos x="155" y="113"/>
              </a:cxn>
              <a:cxn ang="0">
                <a:pos x="192" y="151"/>
              </a:cxn>
              <a:cxn ang="0">
                <a:pos x="192" y="76"/>
              </a:cxn>
              <a:cxn ang="0">
                <a:pos x="130" y="190"/>
              </a:cxn>
              <a:cxn ang="0">
                <a:pos x="130" y="115"/>
              </a:cxn>
              <a:cxn ang="0">
                <a:pos x="130" y="190"/>
              </a:cxn>
              <a:cxn ang="0">
                <a:pos x="114" y="193"/>
              </a:cxn>
              <a:cxn ang="0">
                <a:pos x="66" y="280"/>
              </a:cxn>
              <a:cxn ang="0">
                <a:pos x="69" y="281"/>
              </a:cxn>
              <a:cxn ang="0">
                <a:pos x="191" y="281"/>
              </a:cxn>
              <a:cxn ang="0">
                <a:pos x="194" y="280"/>
              </a:cxn>
              <a:cxn ang="0">
                <a:pos x="146" y="193"/>
              </a:cxn>
              <a:cxn ang="0">
                <a:pos x="177" y="154"/>
              </a:cxn>
              <a:cxn ang="0">
                <a:pos x="203" y="241"/>
              </a:cxn>
              <a:cxn ang="0">
                <a:pos x="254" y="242"/>
              </a:cxn>
              <a:cxn ang="0">
                <a:pos x="256" y="241"/>
              </a:cxn>
              <a:cxn ang="0">
                <a:pos x="208" y="154"/>
              </a:cxn>
              <a:cxn ang="0">
                <a:pos x="84" y="145"/>
              </a:cxn>
              <a:cxn ang="0">
                <a:pos x="102" y="114"/>
              </a:cxn>
              <a:cxn ang="0">
                <a:pos x="27" y="114"/>
              </a:cxn>
              <a:cxn ang="0">
                <a:pos x="98" y="186"/>
              </a:cxn>
              <a:cxn ang="0">
                <a:pos x="80" y="154"/>
              </a:cxn>
              <a:cxn ang="0">
                <a:pos x="0" y="202"/>
              </a:cxn>
              <a:cxn ang="0">
                <a:pos x="0" y="242"/>
              </a:cxn>
              <a:cxn ang="0">
                <a:pos x="57" y="253"/>
              </a:cxn>
              <a:cxn ang="0">
                <a:pos x="98" y="186"/>
              </a:cxn>
              <a:cxn ang="0">
                <a:pos x="98" y="186"/>
              </a:cxn>
            </a:cxnLst>
            <a:rect l="0" t="0" r="r" b="b"/>
            <a:pathLst>
              <a:path w="256" h="292">
                <a:moveTo>
                  <a:pt x="87" y="41"/>
                </a:moveTo>
                <a:cubicBezTo>
                  <a:pt x="87" y="18"/>
                  <a:pt x="106" y="0"/>
                  <a:pt x="128" y="0"/>
                </a:cubicBezTo>
                <a:cubicBezTo>
                  <a:pt x="151" y="0"/>
                  <a:pt x="169" y="18"/>
                  <a:pt x="169" y="41"/>
                </a:cubicBezTo>
                <a:cubicBezTo>
                  <a:pt x="169" y="63"/>
                  <a:pt x="151" y="82"/>
                  <a:pt x="128" y="82"/>
                </a:cubicBezTo>
                <a:cubicBezTo>
                  <a:pt x="106" y="82"/>
                  <a:pt x="87" y="63"/>
                  <a:pt x="87" y="41"/>
                </a:cubicBezTo>
                <a:close/>
                <a:moveTo>
                  <a:pt x="148" y="109"/>
                </a:moveTo>
                <a:cubicBezTo>
                  <a:pt x="148" y="101"/>
                  <a:pt x="151" y="92"/>
                  <a:pt x="156" y="86"/>
                </a:cubicBezTo>
                <a:cubicBezTo>
                  <a:pt x="153" y="85"/>
                  <a:pt x="149" y="84"/>
                  <a:pt x="146" y="84"/>
                </a:cubicBezTo>
                <a:cubicBezTo>
                  <a:pt x="111" y="84"/>
                  <a:pt x="111" y="84"/>
                  <a:pt x="111" y="84"/>
                </a:cubicBezTo>
                <a:cubicBezTo>
                  <a:pt x="107" y="84"/>
                  <a:pt x="104" y="85"/>
                  <a:pt x="100" y="86"/>
                </a:cubicBezTo>
                <a:cubicBezTo>
                  <a:pt x="105" y="93"/>
                  <a:pt x="109" y="102"/>
                  <a:pt x="109" y="111"/>
                </a:cubicBezTo>
                <a:cubicBezTo>
                  <a:pt x="115" y="108"/>
                  <a:pt x="122" y="106"/>
                  <a:pt x="130" y="106"/>
                </a:cubicBezTo>
                <a:cubicBezTo>
                  <a:pt x="136" y="106"/>
                  <a:pt x="142" y="107"/>
                  <a:pt x="148" y="109"/>
                </a:cubicBezTo>
                <a:close/>
                <a:moveTo>
                  <a:pt x="155" y="113"/>
                </a:moveTo>
                <a:cubicBezTo>
                  <a:pt x="167" y="121"/>
                  <a:pt x="175" y="133"/>
                  <a:pt x="176" y="148"/>
                </a:cubicBezTo>
                <a:cubicBezTo>
                  <a:pt x="181" y="150"/>
                  <a:pt x="187" y="151"/>
                  <a:pt x="192" y="151"/>
                </a:cubicBezTo>
                <a:cubicBezTo>
                  <a:pt x="213" y="151"/>
                  <a:pt x="230" y="134"/>
                  <a:pt x="230" y="114"/>
                </a:cubicBezTo>
                <a:cubicBezTo>
                  <a:pt x="230" y="93"/>
                  <a:pt x="213" y="76"/>
                  <a:pt x="192" y="76"/>
                </a:cubicBezTo>
                <a:cubicBezTo>
                  <a:pt x="172" y="76"/>
                  <a:pt x="155" y="93"/>
                  <a:pt x="155" y="113"/>
                </a:cubicBezTo>
                <a:close/>
                <a:moveTo>
                  <a:pt x="130" y="190"/>
                </a:moveTo>
                <a:cubicBezTo>
                  <a:pt x="151" y="190"/>
                  <a:pt x="168" y="173"/>
                  <a:pt x="168" y="152"/>
                </a:cubicBezTo>
                <a:cubicBezTo>
                  <a:pt x="168" y="132"/>
                  <a:pt x="151" y="115"/>
                  <a:pt x="130" y="115"/>
                </a:cubicBezTo>
                <a:cubicBezTo>
                  <a:pt x="109" y="115"/>
                  <a:pt x="92" y="132"/>
                  <a:pt x="92" y="152"/>
                </a:cubicBezTo>
                <a:cubicBezTo>
                  <a:pt x="92" y="173"/>
                  <a:pt x="109" y="190"/>
                  <a:pt x="130" y="190"/>
                </a:cubicBezTo>
                <a:close/>
                <a:moveTo>
                  <a:pt x="146" y="193"/>
                </a:moveTo>
                <a:cubicBezTo>
                  <a:pt x="114" y="193"/>
                  <a:pt x="114" y="193"/>
                  <a:pt x="114" y="193"/>
                </a:cubicBezTo>
                <a:cubicBezTo>
                  <a:pt x="88" y="193"/>
                  <a:pt x="66" y="214"/>
                  <a:pt x="66" y="241"/>
                </a:cubicBezTo>
                <a:cubicBezTo>
                  <a:pt x="66" y="280"/>
                  <a:pt x="66" y="280"/>
                  <a:pt x="66" y="280"/>
                </a:cubicBezTo>
                <a:cubicBezTo>
                  <a:pt x="66" y="280"/>
                  <a:pt x="66" y="280"/>
                  <a:pt x="66" y="280"/>
                </a:cubicBezTo>
                <a:cubicBezTo>
                  <a:pt x="69" y="281"/>
                  <a:pt x="69" y="281"/>
                  <a:pt x="69" y="281"/>
                </a:cubicBezTo>
                <a:cubicBezTo>
                  <a:pt x="94" y="289"/>
                  <a:pt x="116" y="292"/>
                  <a:pt x="134" y="292"/>
                </a:cubicBezTo>
                <a:cubicBezTo>
                  <a:pt x="170" y="292"/>
                  <a:pt x="190" y="282"/>
                  <a:pt x="191" y="281"/>
                </a:cubicBezTo>
                <a:cubicBezTo>
                  <a:pt x="194" y="280"/>
                  <a:pt x="194" y="280"/>
                  <a:pt x="194" y="280"/>
                </a:cubicBezTo>
                <a:cubicBezTo>
                  <a:pt x="194" y="280"/>
                  <a:pt x="194" y="280"/>
                  <a:pt x="194" y="280"/>
                </a:cubicBezTo>
                <a:cubicBezTo>
                  <a:pt x="194" y="241"/>
                  <a:pt x="194" y="241"/>
                  <a:pt x="194" y="241"/>
                </a:cubicBezTo>
                <a:cubicBezTo>
                  <a:pt x="194" y="214"/>
                  <a:pt x="173" y="193"/>
                  <a:pt x="146" y="193"/>
                </a:cubicBezTo>
                <a:close/>
                <a:moveTo>
                  <a:pt x="208" y="154"/>
                </a:moveTo>
                <a:cubicBezTo>
                  <a:pt x="177" y="154"/>
                  <a:pt x="177" y="154"/>
                  <a:pt x="177" y="154"/>
                </a:cubicBezTo>
                <a:cubicBezTo>
                  <a:pt x="176" y="167"/>
                  <a:pt x="171" y="178"/>
                  <a:pt x="162" y="186"/>
                </a:cubicBezTo>
                <a:cubicBezTo>
                  <a:pt x="186" y="193"/>
                  <a:pt x="203" y="215"/>
                  <a:pt x="203" y="241"/>
                </a:cubicBezTo>
                <a:cubicBezTo>
                  <a:pt x="203" y="253"/>
                  <a:pt x="203" y="253"/>
                  <a:pt x="203" y="253"/>
                </a:cubicBezTo>
                <a:cubicBezTo>
                  <a:pt x="234" y="252"/>
                  <a:pt x="252" y="243"/>
                  <a:pt x="254" y="242"/>
                </a:cubicBezTo>
                <a:cubicBezTo>
                  <a:pt x="256" y="241"/>
                  <a:pt x="256" y="241"/>
                  <a:pt x="256" y="241"/>
                </a:cubicBezTo>
                <a:cubicBezTo>
                  <a:pt x="256" y="241"/>
                  <a:pt x="256" y="241"/>
                  <a:pt x="256" y="241"/>
                </a:cubicBezTo>
                <a:cubicBezTo>
                  <a:pt x="256" y="202"/>
                  <a:pt x="256" y="202"/>
                  <a:pt x="256" y="202"/>
                </a:cubicBezTo>
                <a:cubicBezTo>
                  <a:pt x="256" y="175"/>
                  <a:pt x="235" y="154"/>
                  <a:pt x="208" y="154"/>
                </a:cubicBezTo>
                <a:close/>
                <a:moveTo>
                  <a:pt x="64" y="151"/>
                </a:moveTo>
                <a:cubicBezTo>
                  <a:pt x="71" y="151"/>
                  <a:pt x="78" y="149"/>
                  <a:pt x="84" y="145"/>
                </a:cubicBezTo>
                <a:cubicBezTo>
                  <a:pt x="86" y="133"/>
                  <a:pt x="92" y="123"/>
                  <a:pt x="102" y="116"/>
                </a:cubicBezTo>
                <a:cubicBezTo>
                  <a:pt x="102" y="115"/>
                  <a:pt x="102" y="114"/>
                  <a:pt x="102" y="114"/>
                </a:cubicBezTo>
                <a:cubicBezTo>
                  <a:pt x="102" y="93"/>
                  <a:pt x="85" y="76"/>
                  <a:pt x="64" y="76"/>
                </a:cubicBezTo>
                <a:cubicBezTo>
                  <a:pt x="43" y="76"/>
                  <a:pt x="27" y="93"/>
                  <a:pt x="27" y="114"/>
                </a:cubicBezTo>
                <a:cubicBezTo>
                  <a:pt x="27" y="134"/>
                  <a:pt x="43" y="151"/>
                  <a:pt x="64" y="151"/>
                </a:cubicBezTo>
                <a:close/>
                <a:moveTo>
                  <a:pt x="98" y="186"/>
                </a:moveTo>
                <a:cubicBezTo>
                  <a:pt x="89" y="178"/>
                  <a:pt x="84" y="167"/>
                  <a:pt x="84" y="154"/>
                </a:cubicBezTo>
                <a:cubicBezTo>
                  <a:pt x="82" y="154"/>
                  <a:pt x="81" y="154"/>
                  <a:pt x="80" y="154"/>
                </a:cubicBezTo>
                <a:cubicBezTo>
                  <a:pt x="48" y="154"/>
                  <a:pt x="48" y="154"/>
                  <a:pt x="48" y="154"/>
                </a:cubicBezTo>
                <a:cubicBezTo>
                  <a:pt x="22" y="154"/>
                  <a:pt x="0" y="175"/>
                  <a:pt x="0" y="202"/>
                </a:cubicBezTo>
                <a:cubicBezTo>
                  <a:pt x="0" y="241"/>
                  <a:pt x="0" y="241"/>
                  <a:pt x="0" y="241"/>
                </a:cubicBezTo>
                <a:cubicBezTo>
                  <a:pt x="0" y="242"/>
                  <a:pt x="0" y="242"/>
                  <a:pt x="0" y="242"/>
                </a:cubicBezTo>
                <a:cubicBezTo>
                  <a:pt x="3" y="242"/>
                  <a:pt x="3" y="242"/>
                  <a:pt x="3" y="242"/>
                </a:cubicBezTo>
                <a:cubicBezTo>
                  <a:pt x="23" y="249"/>
                  <a:pt x="41" y="252"/>
                  <a:pt x="57" y="253"/>
                </a:cubicBezTo>
                <a:cubicBezTo>
                  <a:pt x="57" y="241"/>
                  <a:pt x="57" y="241"/>
                  <a:pt x="57" y="241"/>
                </a:cubicBezTo>
                <a:cubicBezTo>
                  <a:pt x="57" y="215"/>
                  <a:pt x="74" y="193"/>
                  <a:pt x="98" y="186"/>
                </a:cubicBezTo>
                <a:close/>
                <a:moveTo>
                  <a:pt x="98" y="186"/>
                </a:moveTo>
                <a:cubicBezTo>
                  <a:pt x="98" y="186"/>
                  <a:pt x="98" y="186"/>
                  <a:pt x="98" y="18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7" name="Freeform 13"/>
          <p:cNvSpPr>
            <a:spLocks noEditPoints="1"/>
          </p:cNvSpPr>
          <p:nvPr/>
        </p:nvSpPr>
        <p:spPr bwMode="auto">
          <a:xfrm>
            <a:off x="5252845" y="1576042"/>
            <a:ext cx="400988" cy="358943"/>
          </a:xfrm>
          <a:custGeom>
            <a:avLst/>
            <a:gdLst/>
            <a:ahLst/>
            <a:cxnLst>
              <a:cxn ang="0">
                <a:pos x="205" y="90"/>
              </a:cxn>
              <a:cxn ang="0">
                <a:pos x="170" y="67"/>
              </a:cxn>
              <a:cxn ang="0">
                <a:pos x="149" y="67"/>
              </a:cxn>
              <a:cxn ang="0">
                <a:pos x="156" y="35"/>
              </a:cxn>
              <a:cxn ang="0">
                <a:pos x="155" y="23"/>
              </a:cxn>
              <a:cxn ang="0">
                <a:pos x="126" y="1"/>
              </a:cxn>
              <a:cxn ang="0">
                <a:pos x="113" y="21"/>
              </a:cxn>
              <a:cxn ang="0">
                <a:pos x="95" y="61"/>
              </a:cxn>
              <a:cxn ang="0">
                <a:pos x="68" y="82"/>
              </a:cxn>
              <a:cxn ang="0">
                <a:pos x="68" y="81"/>
              </a:cxn>
              <a:cxn ang="0">
                <a:pos x="0" y="81"/>
              </a:cxn>
              <a:cxn ang="0">
                <a:pos x="0" y="179"/>
              </a:cxn>
              <a:cxn ang="0">
                <a:pos x="68" y="179"/>
              </a:cxn>
              <a:cxn ang="0">
                <a:pos x="68" y="174"/>
              </a:cxn>
              <a:cxn ang="0">
                <a:pos x="86" y="174"/>
              </a:cxn>
              <a:cxn ang="0">
                <a:pos x="99" y="181"/>
              </a:cxn>
              <a:cxn ang="0">
                <a:pos x="108" y="187"/>
              </a:cxn>
              <a:cxn ang="0">
                <a:pos x="172" y="189"/>
              </a:cxn>
              <a:cxn ang="0">
                <a:pos x="198" y="169"/>
              </a:cxn>
              <a:cxn ang="0">
                <a:pos x="205" y="90"/>
              </a:cxn>
              <a:cxn ang="0">
                <a:pos x="186" y="165"/>
              </a:cxn>
              <a:cxn ang="0">
                <a:pos x="170" y="176"/>
              </a:cxn>
              <a:cxn ang="0">
                <a:pos x="114" y="175"/>
              </a:cxn>
              <a:cxn ang="0">
                <a:pos x="106" y="170"/>
              </a:cxn>
              <a:cxn ang="0">
                <a:pos x="91" y="162"/>
              </a:cxn>
              <a:cxn ang="0">
                <a:pos x="68" y="161"/>
              </a:cxn>
              <a:cxn ang="0">
                <a:pos x="68" y="96"/>
              </a:cxn>
              <a:cxn ang="0">
                <a:pos x="106" y="68"/>
              </a:cxn>
              <a:cxn ang="0">
                <a:pos x="126" y="26"/>
              </a:cxn>
              <a:cxn ang="0">
                <a:pos x="130" y="14"/>
              </a:cxn>
              <a:cxn ang="0">
                <a:pos x="142" y="26"/>
              </a:cxn>
              <a:cxn ang="0">
                <a:pos x="143" y="35"/>
              </a:cxn>
              <a:cxn ang="0">
                <a:pos x="133" y="70"/>
              </a:cxn>
              <a:cxn ang="0">
                <a:pos x="126" y="80"/>
              </a:cxn>
              <a:cxn ang="0">
                <a:pos x="170" y="80"/>
              </a:cxn>
              <a:cxn ang="0">
                <a:pos x="193" y="94"/>
              </a:cxn>
              <a:cxn ang="0">
                <a:pos x="186" y="165"/>
              </a:cxn>
              <a:cxn ang="0">
                <a:pos x="186" y="165"/>
              </a:cxn>
              <a:cxn ang="0">
                <a:pos x="186" y="165"/>
              </a:cxn>
            </a:cxnLst>
            <a:rect l="0" t="0" r="r" b="b"/>
            <a:pathLst>
              <a:path w="215" h="192">
                <a:moveTo>
                  <a:pt x="205" y="90"/>
                </a:moveTo>
                <a:cubicBezTo>
                  <a:pt x="199" y="75"/>
                  <a:pt x="187" y="67"/>
                  <a:pt x="170" y="67"/>
                </a:cubicBezTo>
                <a:cubicBezTo>
                  <a:pt x="149" y="67"/>
                  <a:pt x="149" y="67"/>
                  <a:pt x="149" y="67"/>
                </a:cubicBezTo>
                <a:cubicBezTo>
                  <a:pt x="153" y="59"/>
                  <a:pt x="156" y="48"/>
                  <a:pt x="156" y="35"/>
                </a:cubicBezTo>
                <a:cubicBezTo>
                  <a:pt x="156" y="31"/>
                  <a:pt x="156" y="27"/>
                  <a:pt x="155" y="23"/>
                </a:cubicBezTo>
                <a:cubicBezTo>
                  <a:pt x="153" y="8"/>
                  <a:pt x="142" y="0"/>
                  <a:pt x="126" y="1"/>
                </a:cubicBezTo>
                <a:cubicBezTo>
                  <a:pt x="120" y="2"/>
                  <a:pt x="118" y="8"/>
                  <a:pt x="113" y="21"/>
                </a:cubicBezTo>
                <a:cubicBezTo>
                  <a:pt x="109" y="33"/>
                  <a:pt x="103" y="48"/>
                  <a:pt x="95" y="61"/>
                </a:cubicBezTo>
                <a:cubicBezTo>
                  <a:pt x="88" y="70"/>
                  <a:pt x="77" y="78"/>
                  <a:pt x="68" y="82"/>
                </a:cubicBezTo>
                <a:cubicBezTo>
                  <a:pt x="68" y="81"/>
                  <a:pt x="68" y="81"/>
                  <a:pt x="68" y="81"/>
                </a:cubicBezTo>
                <a:cubicBezTo>
                  <a:pt x="0" y="81"/>
                  <a:pt x="0" y="81"/>
                  <a:pt x="0" y="81"/>
                </a:cubicBezTo>
                <a:cubicBezTo>
                  <a:pt x="0" y="179"/>
                  <a:pt x="0" y="179"/>
                  <a:pt x="0" y="179"/>
                </a:cubicBezTo>
                <a:cubicBezTo>
                  <a:pt x="68" y="179"/>
                  <a:pt x="68" y="179"/>
                  <a:pt x="68" y="179"/>
                </a:cubicBezTo>
                <a:cubicBezTo>
                  <a:pt x="68" y="174"/>
                  <a:pt x="68" y="174"/>
                  <a:pt x="68" y="174"/>
                </a:cubicBezTo>
                <a:cubicBezTo>
                  <a:pt x="79" y="174"/>
                  <a:pt x="85" y="174"/>
                  <a:pt x="86" y="174"/>
                </a:cubicBezTo>
                <a:cubicBezTo>
                  <a:pt x="99" y="181"/>
                  <a:pt x="99" y="181"/>
                  <a:pt x="99" y="181"/>
                </a:cubicBezTo>
                <a:cubicBezTo>
                  <a:pt x="108" y="187"/>
                  <a:pt x="108" y="187"/>
                  <a:pt x="108" y="187"/>
                </a:cubicBezTo>
                <a:cubicBezTo>
                  <a:pt x="116" y="191"/>
                  <a:pt x="155" y="192"/>
                  <a:pt x="172" y="189"/>
                </a:cubicBezTo>
                <a:cubicBezTo>
                  <a:pt x="193" y="186"/>
                  <a:pt x="198" y="169"/>
                  <a:pt x="198" y="169"/>
                </a:cubicBezTo>
                <a:cubicBezTo>
                  <a:pt x="200" y="163"/>
                  <a:pt x="215" y="112"/>
                  <a:pt x="205" y="90"/>
                </a:cubicBezTo>
                <a:close/>
                <a:moveTo>
                  <a:pt x="186" y="165"/>
                </a:moveTo>
                <a:cubicBezTo>
                  <a:pt x="186" y="165"/>
                  <a:pt x="182" y="175"/>
                  <a:pt x="170" y="176"/>
                </a:cubicBezTo>
                <a:cubicBezTo>
                  <a:pt x="152" y="179"/>
                  <a:pt x="119" y="177"/>
                  <a:pt x="114" y="175"/>
                </a:cubicBezTo>
                <a:cubicBezTo>
                  <a:pt x="114" y="175"/>
                  <a:pt x="106" y="170"/>
                  <a:pt x="106" y="170"/>
                </a:cubicBezTo>
                <a:cubicBezTo>
                  <a:pt x="91" y="162"/>
                  <a:pt x="91" y="162"/>
                  <a:pt x="91" y="162"/>
                </a:cubicBezTo>
                <a:cubicBezTo>
                  <a:pt x="87" y="161"/>
                  <a:pt x="79" y="161"/>
                  <a:pt x="68" y="161"/>
                </a:cubicBezTo>
                <a:cubicBezTo>
                  <a:pt x="68" y="96"/>
                  <a:pt x="68" y="96"/>
                  <a:pt x="68" y="96"/>
                </a:cubicBezTo>
                <a:cubicBezTo>
                  <a:pt x="79" y="92"/>
                  <a:pt x="96" y="83"/>
                  <a:pt x="106" y="68"/>
                </a:cubicBezTo>
                <a:cubicBezTo>
                  <a:pt x="115" y="54"/>
                  <a:pt x="121" y="38"/>
                  <a:pt x="126" y="26"/>
                </a:cubicBezTo>
                <a:cubicBezTo>
                  <a:pt x="126" y="26"/>
                  <a:pt x="129" y="16"/>
                  <a:pt x="130" y="14"/>
                </a:cubicBezTo>
                <a:cubicBezTo>
                  <a:pt x="137" y="14"/>
                  <a:pt x="141" y="18"/>
                  <a:pt x="142" y="26"/>
                </a:cubicBezTo>
                <a:cubicBezTo>
                  <a:pt x="143" y="29"/>
                  <a:pt x="143" y="32"/>
                  <a:pt x="143" y="35"/>
                </a:cubicBezTo>
                <a:cubicBezTo>
                  <a:pt x="143" y="54"/>
                  <a:pt x="133" y="70"/>
                  <a:pt x="133" y="70"/>
                </a:cubicBezTo>
                <a:cubicBezTo>
                  <a:pt x="126" y="80"/>
                  <a:pt x="126" y="80"/>
                  <a:pt x="126" y="80"/>
                </a:cubicBezTo>
                <a:cubicBezTo>
                  <a:pt x="170" y="80"/>
                  <a:pt x="170" y="80"/>
                  <a:pt x="170" y="80"/>
                </a:cubicBezTo>
                <a:cubicBezTo>
                  <a:pt x="181" y="80"/>
                  <a:pt x="189" y="84"/>
                  <a:pt x="193" y="94"/>
                </a:cubicBezTo>
                <a:cubicBezTo>
                  <a:pt x="199" y="110"/>
                  <a:pt x="190" y="151"/>
                  <a:pt x="186" y="165"/>
                </a:cubicBezTo>
                <a:close/>
                <a:moveTo>
                  <a:pt x="186" y="165"/>
                </a:moveTo>
                <a:cubicBezTo>
                  <a:pt x="186" y="165"/>
                  <a:pt x="186" y="165"/>
                  <a:pt x="186" y="165"/>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55"/>
          <p:cNvSpPr/>
          <p:nvPr/>
        </p:nvSpPr>
        <p:spPr>
          <a:xfrm>
            <a:off x="2104098" y="1809426"/>
            <a:ext cx="1142941" cy="169277"/>
          </a:xfrm>
          <a:prstGeom prst="rect">
            <a:avLst/>
          </a:prstGeom>
        </p:spPr>
        <p:txBody>
          <a:bodyPr wrap="none" lIns="0" tIns="0" rIns="0" bIns="0">
            <a:spAutoFit/>
          </a:bodyPr>
          <a:lstStyle/>
          <a:p>
            <a:pPr algn="r"/>
            <a:r>
              <a:rPr lang="en-US" sz="1100" b="1" dirty="0">
                <a:solidFill>
                  <a:schemeClr val="bg1">
                    <a:lumMod val="75000"/>
                  </a:schemeClr>
                </a:solidFill>
              </a:rPr>
              <a:t>Users Worldwide</a:t>
            </a:r>
          </a:p>
        </p:txBody>
      </p:sp>
      <p:sp>
        <p:nvSpPr>
          <p:cNvPr id="57" name="Rectangle 56"/>
          <p:cNvSpPr/>
          <p:nvPr/>
        </p:nvSpPr>
        <p:spPr>
          <a:xfrm>
            <a:off x="5896961" y="1832725"/>
            <a:ext cx="1564531" cy="169277"/>
          </a:xfrm>
          <a:prstGeom prst="rect">
            <a:avLst/>
          </a:prstGeom>
        </p:spPr>
        <p:txBody>
          <a:bodyPr wrap="none" lIns="0" tIns="0" rIns="0" bIns="0">
            <a:spAutoFit/>
          </a:bodyPr>
          <a:lstStyle/>
          <a:p>
            <a:r>
              <a:rPr lang="en-US" sz="1100" b="1" dirty="0">
                <a:solidFill>
                  <a:schemeClr val="bg1">
                    <a:lumMod val="75000"/>
                  </a:schemeClr>
                </a:solidFill>
              </a:rPr>
              <a:t>Posts are liked on daily</a:t>
            </a:r>
          </a:p>
        </p:txBody>
      </p:sp>
      <p:sp>
        <p:nvSpPr>
          <p:cNvPr id="58" name="Rectangle 57"/>
          <p:cNvSpPr/>
          <p:nvPr/>
        </p:nvSpPr>
        <p:spPr>
          <a:xfrm>
            <a:off x="6437230" y="2537414"/>
            <a:ext cx="1570943" cy="369332"/>
          </a:xfrm>
          <a:prstGeom prst="rect">
            <a:avLst/>
          </a:prstGeom>
        </p:spPr>
        <p:txBody>
          <a:bodyPr wrap="none" lIns="0" tIns="0" rIns="0" bIns="0">
            <a:spAutoFit/>
          </a:bodyPr>
          <a:lstStyle/>
          <a:p>
            <a:r>
              <a:rPr lang="en-US" sz="2400" b="1" dirty="0">
                <a:solidFill>
                  <a:schemeClr val="accent3"/>
                </a:solidFill>
              </a:rPr>
              <a:t>250 Million</a:t>
            </a:r>
          </a:p>
        </p:txBody>
      </p:sp>
      <p:sp>
        <p:nvSpPr>
          <p:cNvPr id="59" name="Rectangle 58"/>
          <p:cNvSpPr/>
          <p:nvPr/>
        </p:nvSpPr>
        <p:spPr>
          <a:xfrm>
            <a:off x="6437230" y="2877595"/>
            <a:ext cx="1982915" cy="169277"/>
          </a:xfrm>
          <a:prstGeom prst="rect">
            <a:avLst/>
          </a:prstGeom>
        </p:spPr>
        <p:txBody>
          <a:bodyPr wrap="none" lIns="0" tIns="0" rIns="0" bIns="0">
            <a:spAutoFit/>
          </a:bodyPr>
          <a:lstStyle/>
          <a:p>
            <a:r>
              <a:rPr lang="en-US" sz="1100" b="1" dirty="0">
                <a:solidFill>
                  <a:schemeClr val="bg1">
                    <a:lumMod val="75000"/>
                  </a:schemeClr>
                </a:solidFill>
              </a:rPr>
              <a:t>Photos are Uploaded on daily</a:t>
            </a:r>
          </a:p>
        </p:txBody>
      </p:sp>
      <p:grpSp>
        <p:nvGrpSpPr>
          <p:cNvPr id="13" name="Group 66"/>
          <p:cNvGrpSpPr/>
          <p:nvPr/>
        </p:nvGrpSpPr>
        <p:grpSpPr>
          <a:xfrm>
            <a:off x="5789891" y="2703912"/>
            <a:ext cx="385579" cy="291734"/>
            <a:chOff x="6629400" y="2008188"/>
            <a:chExt cx="600075" cy="454025"/>
          </a:xfrm>
          <a:solidFill>
            <a:schemeClr val="accent3"/>
          </a:solidFill>
        </p:grpSpPr>
        <p:sp>
          <p:nvSpPr>
            <p:cNvPr id="1041" name="Freeform 17"/>
            <p:cNvSpPr>
              <a:spLocks noEditPoints="1"/>
            </p:cNvSpPr>
            <p:nvPr/>
          </p:nvSpPr>
          <p:spPr bwMode="auto">
            <a:xfrm>
              <a:off x="6629400" y="2008188"/>
              <a:ext cx="600075" cy="454025"/>
            </a:xfrm>
            <a:custGeom>
              <a:avLst/>
              <a:gdLst/>
              <a:ahLst/>
              <a:cxnLst>
                <a:cxn ang="0">
                  <a:pos x="0" y="0"/>
                </a:cxn>
                <a:cxn ang="0">
                  <a:pos x="0" y="286"/>
                </a:cxn>
                <a:cxn ang="0">
                  <a:pos x="378" y="286"/>
                </a:cxn>
                <a:cxn ang="0">
                  <a:pos x="378" y="0"/>
                </a:cxn>
                <a:cxn ang="0">
                  <a:pos x="0" y="0"/>
                </a:cxn>
                <a:cxn ang="0">
                  <a:pos x="354" y="262"/>
                </a:cxn>
                <a:cxn ang="0">
                  <a:pos x="24" y="262"/>
                </a:cxn>
                <a:cxn ang="0">
                  <a:pos x="24" y="24"/>
                </a:cxn>
                <a:cxn ang="0">
                  <a:pos x="354" y="24"/>
                </a:cxn>
                <a:cxn ang="0">
                  <a:pos x="354" y="262"/>
                </a:cxn>
                <a:cxn ang="0">
                  <a:pos x="354" y="262"/>
                </a:cxn>
                <a:cxn ang="0">
                  <a:pos x="354" y="262"/>
                </a:cxn>
              </a:cxnLst>
              <a:rect l="0" t="0" r="r" b="b"/>
              <a:pathLst>
                <a:path w="378" h="286">
                  <a:moveTo>
                    <a:pt x="0" y="0"/>
                  </a:moveTo>
                  <a:lnTo>
                    <a:pt x="0" y="286"/>
                  </a:lnTo>
                  <a:lnTo>
                    <a:pt x="378" y="286"/>
                  </a:lnTo>
                  <a:lnTo>
                    <a:pt x="378" y="0"/>
                  </a:lnTo>
                  <a:lnTo>
                    <a:pt x="0" y="0"/>
                  </a:lnTo>
                  <a:close/>
                  <a:moveTo>
                    <a:pt x="354" y="262"/>
                  </a:moveTo>
                  <a:lnTo>
                    <a:pt x="24" y="262"/>
                  </a:lnTo>
                  <a:lnTo>
                    <a:pt x="24" y="24"/>
                  </a:lnTo>
                  <a:lnTo>
                    <a:pt x="354" y="24"/>
                  </a:lnTo>
                  <a:lnTo>
                    <a:pt x="354" y="262"/>
                  </a:lnTo>
                  <a:close/>
                  <a:moveTo>
                    <a:pt x="354" y="262"/>
                  </a:moveTo>
                  <a:lnTo>
                    <a:pt x="354" y="2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2" name="Freeform 18"/>
            <p:cNvSpPr>
              <a:spLocks noEditPoints="1"/>
            </p:cNvSpPr>
            <p:nvPr/>
          </p:nvSpPr>
          <p:spPr bwMode="auto">
            <a:xfrm>
              <a:off x="6629400" y="2008188"/>
              <a:ext cx="600075" cy="454025"/>
            </a:xfrm>
            <a:custGeom>
              <a:avLst/>
              <a:gdLst/>
              <a:ahLst/>
              <a:cxnLst>
                <a:cxn ang="0">
                  <a:pos x="0" y="0"/>
                </a:cxn>
                <a:cxn ang="0">
                  <a:pos x="0" y="286"/>
                </a:cxn>
                <a:cxn ang="0">
                  <a:pos x="378" y="286"/>
                </a:cxn>
                <a:cxn ang="0">
                  <a:pos x="378" y="0"/>
                </a:cxn>
                <a:cxn ang="0">
                  <a:pos x="0" y="0"/>
                </a:cxn>
                <a:cxn ang="0">
                  <a:pos x="354" y="262"/>
                </a:cxn>
                <a:cxn ang="0">
                  <a:pos x="24" y="262"/>
                </a:cxn>
                <a:cxn ang="0">
                  <a:pos x="24" y="24"/>
                </a:cxn>
                <a:cxn ang="0">
                  <a:pos x="354" y="24"/>
                </a:cxn>
                <a:cxn ang="0">
                  <a:pos x="354" y="262"/>
                </a:cxn>
                <a:cxn ang="0">
                  <a:pos x="354" y="262"/>
                </a:cxn>
                <a:cxn ang="0">
                  <a:pos x="354" y="262"/>
                </a:cxn>
              </a:cxnLst>
              <a:rect l="0" t="0" r="r" b="b"/>
              <a:pathLst>
                <a:path w="378" h="286">
                  <a:moveTo>
                    <a:pt x="0" y="0"/>
                  </a:moveTo>
                  <a:lnTo>
                    <a:pt x="0" y="286"/>
                  </a:lnTo>
                  <a:lnTo>
                    <a:pt x="378" y="286"/>
                  </a:lnTo>
                  <a:lnTo>
                    <a:pt x="378" y="0"/>
                  </a:lnTo>
                  <a:lnTo>
                    <a:pt x="0" y="0"/>
                  </a:lnTo>
                  <a:moveTo>
                    <a:pt x="354" y="262"/>
                  </a:moveTo>
                  <a:lnTo>
                    <a:pt x="24" y="262"/>
                  </a:lnTo>
                  <a:lnTo>
                    <a:pt x="24" y="24"/>
                  </a:lnTo>
                  <a:lnTo>
                    <a:pt x="354" y="24"/>
                  </a:lnTo>
                  <a:lnTo>
                    <a:pt x="354" y="262"/>
                  </a:lnTo>
                  <a:moveTo>
                    <a:pt x="354" y="262"/>
                  </a:moveTo>
                  <a:lnTo>
                    <a:pt x="354" y="2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3" name="Freeform 19"/>
            <p:cNvSpPr>
              <a:spLocks noEditPoints="1"/>
            </p:cNvSpPr>
            <p:nvPr/>
          </p:nvSpPr>
          <p:spPr bwMode="auto">
            <a:xfrm>
              <a:off x="7042150" y="2084388"/>
              <a:ext cx="111125" cy="112713"/>
            </a:xfrm>
            <a:custGeom>
              <a:avLst/>
              <a:gdLst/>
              <a:ahLst/>
              <a:cxnLst>
                <a:cxn ang="0">
                  <a:pos x="29" y="15"/>
                </a:cxn>
                <a:cxn ang="0">
                  <a:pos x="15" y="29"/>
                </a:cxn>
                <a:cxn ang="0">
                  <a:pos x="0" y="15"/>
                </a:cxn>
                <a:cxn ang="0">
                  <a:pos x="15" y="0"/>
                </a:cxn>
                <a:cxn ang="0">
                  <a:pos x="29" y="15"/>
                </a:cxn>
                <a:cxn ang="0">
                  <a:pos x="29" y="15"/>
                </a:cxn>
                <a:cxn ang="0">
                  <a:pos x="29" y="15"/>
                </a:cxn>
              </a:cxnLst>
              <a:rect l="0" t="0" r="r" b="b"/>
              <a:pathLst>
                <a:path w="29" h="29">
                  <a:moveTo>
                    <a:pt x="29" y="15"/>
                  </a:moveTo>
                  <a:cubicBezTo>
                    <a:pt x="29" y="23"/>
                    <a:pt x="23" y="29"/>
                    <a:pt x="15" y="29"/>
                  </a:cubicBezTo>
                  <a:cubicBezTo>
                    <a:pt x="7" y="29"/>
                    <a:pt x="0" y="23"/>
                    <a:pt x="0" y="15"/>
                  </a:cubicBezTo>
                  <a:cubicBezTo>
                    <a:pt x="0" y="7"/>
                    <a:pt x="7" y="0"/>
                    <a:pt x="15" y="0"/>
                  </a:cubicBezTo>
                  <a:cubicBezTo>
                    <a:pt x="23" y="0"/>
                    <a:pt x="29" y="7"/>
                    <a:pt x="29" y="15"/>
                  </a:cubicBezTo>
                  <a:close/>
                  <a:moveTo>
                    <a:pt x="29" y="15"/>
                  </a:moveTo>
                  <a:cubicBezTo>
                    <a:pt x="29" y="15"/>
                    <a:pt x="29" y="15"/>
                    <a:pt x="29"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4" name="Freeform 20"/>
            <p:cNvSpPr>
              <a:spLocks noEditPoints="1"/>
            </p:cNvSpPr>
            <p:nvPr/>
          </p:nvSpPr>
          <p:spPr bwMode="auto">
            <a:xfrm>
              <a:off x="6705600" y="2122488"/>
              <a:ext cx="455613" cy="266700"/>
            </a:xfrm>
            <a:custGeom>
              <a:avLst/>
              <a:gdLst/>
              <a:ahLst/>
              <a:cxnLst>
                <a:cxn ang="0">
                  <a:pos x="79" y="29"/>
                </a:cxn>
                <a:cxn ang="0">
                  <a:pos x="59" y="48"/>
                </a:cxn>
                <a:cxn ang="0">
                  <a:pos x="25" y="0"/>
                </a:cxn>
                <a:cxn ang="0">
                  <a:pos x="0" y="69"/>
                </a:cxn>
                <a:cxn ang="0">
                  <a:pos x="119" y="69"/>
                </a:cxn>
                <a:cxn ang="0">
                  <a:pos x="79" y="29"/>
                </a:cxn>
                <a:cxn ang="0">
                  <a:pos x="79" y="29"/>
                </a:cxn>
                <a:cxn ang="0">
                  <a:pos x="79" y="29"/>
                </a:cxn>
              </a:cxnLst>
              <a:rect l="0" t="0" r="r" b="b"/>
              <a:pathLst>
                <a:path w="119" h="69">
                  <a:moveTo>
                    <a:pt x="79" y="29"/>
                  </a:moveTo>
                  <a:cubicBezTo>
                    <a:pt x="70" y="29"/>
                    <a:pt x="71" y="48"/>
                    <a:pt x="59" y="48"/>
                  </a:cubicBezTo>
                  <a:cubicBezTo>
                    <a:pt x="47" y="48"/>
                    <a:pt x="40" y="0"/>
                    <a:pt x="25" y="0"/>
                  </a:cubicBezTo>
                  <a:cubicBezTo>
                    <a:pt x="10" y="0"/>
                    <a:pt x="0" y="69"/>
                    <a:pt x="0" y="69"/>
                  </a:cubicBezTo>
                  <a:cubicBezTo>
                    <a:pt x="119" y="69"/>
                    <a:pt x="119" y="69"/>
                    <a:pt x="119" y="69"/>
                  </a:cubicBezTo>
                  <a:cubicBezTo>
                    <a:pt x="119" y="69"/>
                    <a:pt x="88" y="29"/>
                    <a:pt x="79" y="29"/>
                  </a:cubicBezTo>
                  <a:close/>
                  <a:moveTo>
                    <a:pt x="79" y="29"/>
                  </a:moveTo>
                  <a:cubicBezTo>
                    <a:pt x="79" y="29"/>
                    <a:pt x="79" y="29"/>
                    <a:pt x="79"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48" name="Freeform 24"/>
          <p:cNvSpPr>
            <a:spLocks noEditPoints="1"/>
          </p:cNvSpPr>
          <p:nvPr/>
        </p:nvSpPr>
        <p:spPr bwMode="auto">
          <a:xfrm>
            <a:off x="3034650" y="2678195"/>
            <a:ext cx="343300" cy="326382"/>
          </a:xfrm>
          <a:custGeom>
            <a:avLst/>
            <a:gdLst/>
            <a:ahLst/>
            <a:cxnLst>
              <a:cxn ang="0">
                <a:pos x="791" y="27"/>
              </a:cxn>
              <a:cxn ang="0">
                <a:pos x="734" y="0"/>
              </a:cxn>
              <a:cxn ang="0">
                <a:pos x="98" y="27"/>
              </a:cxn>
              <a:cxn ang="0">
                <a:pos x="41" y="0"/>
              </a:cxn>
              <a:cxn ang="0">
                <a:pos x="0" y="791"/>
              </a:cxn>
              <a:cxn ang="0">
                <a:pos x="41" y="765"/>
              </a:cxn>
              <a:cxn ang="0">
                <a:pos x="98" y="791"/>
              </a:cxn>
              <a:cxn ang="0">
                <a:pos x="734" y="765"/>
              </a:cxn>
              <a:cxn ang="0">
                <a:pos x="791" y="791"/>
              </a:cxn>
              <a:cxn ang="0">
                <a:pos x="832" y="0"/>
              </a:cxn>
              <a:cxn ang="0">
                <a:pos x="98" y="679"/>
              </a:cxn>
              <a:cxn ang="0">
                <a:pos x="41" y="634"/>
              </a:cxn>
              <a:cxn ang="0">
                <a:pos x="98" y="679"/>
              </a:cxn>
              <a:cxn ang="0">
                <a:pos x="41" y="551"/>
              </a:cxn>
              <a:cxn ang="0">
                <a:pos x="98" y="503"/>
              </a:cxn>
              <a:cxn ang="0">
                <a:pos x="98" y="420"/>
              </a:cxn>
              <a:cxn ang="0">
                <a:pos x="41" y="372"/>
              </a:cxn>
              <a:cxn ang="0">
                <a:pos x="98" y="420"/>
              </a:cxn>
              <a:cxn ang="0">
                <a:pos x="41" y="289"/>
              </a:cxn>
              <a:cxn ang="0">
                <a:pos x="98" y="241"/>
              </a:cxn>
              <a:cxn ang="0">
                <a:pos x="98" y="158"/>
              </a:cxn>
              <a:cxn ang="0">
                <a:pos x="41" y="112"/>
              </a:cxn>
              <a:cxn ang="0">
                <a:pos x="98" y="158"/>
              </a:cxn>
              <a:cxn ang="0">
                <a:pos x="158" y="782"/>
              </a:cxn>
              <a:cxn ang="0">
                <a:pos x="672" y="643"/>
              </a:cxn>
              <a:cxn ang="0">
                <a:pos x="672" y="574"/>
              </a:cxn>
              <a:cxn ang="0">
                <a:pos x="158" y="217"/>
              </a:cxn>
              <a:cxn ang="0">
                <a:pos x="672" y="574"/>
              </a:cxn>
              <a:cxn ang="0">
                <a:pos x="158" y="148"/>
              </a:cxn>
              <a:cxn ang="0">
                <a:pos x="672" y="10"/>
              </a:cxn>
              <a:cxn ang="0">
                <a:pos x="791" y="679"/>
              </a:cxn>
              <a:cxn ang="0">
                <a:pos x="734" y="634"/>
              </a:cxn>
              <a:cxn ang="0">
                <a:pos x="791" y="679"/>
              </a:cxn>
              <a:cxn ang="0">
                <a:pos x="734" y="551"/>
              </a:cxn>
              <a:cxn ang="0">
                <a:pos x="791" y="503"/>
              </a:cxn>
              <a:cxn ang="0">
                <a:pos x="791" y="420"/>
              </a:cxn>
              <a:cxn ang="0">
                <a:pos x="734" y="372"/>
              </a:cxn>
              <a:cxn ang="0">
                <a:pos x="791" y="420"/>
              </a:cxn>
              <a:cxn ang="0">
                <a:pos x="734" y="289"/>
              </a:cxn>
              <a:cxn ang="0">
                <a:pos x="791" y="241"/>
              </a:cxn>
              <a:cxn ang="0">
                <a:pos x="791" y="158"/>
              </a:cxn>
              <a:cxn ang="0">
                <a:pos x="734" y="112"/>
              </a:cxn>
              <a:cxn ang="0">
                <a:pos x="791" y="158"/>
              </a:cxn>
              <a:cxn ang="0">
                <a:pos x="791" y="158"/>
              </a:cxn>
            </a:cxnLst>
            <a:rect l="0" t="0" r="r" b="b"/>
            <a:pathLst>
              <a:path w="832" h="791">
                <a:moveTo>
                  <a:pt x="791" y="0"/>
                </a:moveTo>
                <a:lnTo>
                  <a:pt x="791" y="27"/>
                </a:lnTo>
                <a:lnTo>
                  <a:pt x="734" y="27"/>
                </a:lnTo>
                <a:lnTo>
                  <a:pt x="734" y="0"/>
                </a:lnTo>
                <a:lnTo>
                  <a:pt x="98" y="0"/>
                </a:lnTo>
                <a:lnTo>
                  <a:pt x="98" y="27"/>
                </a:lnTo>
                <a:lnTo>
                  <a:pt x="41" y="27"/>
                </a:lnTo>
                <a:lnTo>
                  <a:pt x="41" y="0"/>
                </a:lnTo>
                <a:lnTo>
                  <a:pt x="0" y="0"/>
                </a:lnTo>
                <a:lnTo>
                  <a:pt x="0" y="791"/>
                </a:lnTo>
                <a:lnTo>
                  <a:pt x="41" y="791"/>
                </a:lnTo>
                <a:lnTo>
                  <a:pt x="41" y="765"/>
                </a:lnTo>
                <a:lnTo>
                  <a:pt x="98" y="765"/>
                </a:lnTo>
                <a:lnTo>
                  <a:pt x="98" y="791"/>
                </a:lnTo>
                <a:lnTo>
                  <a:pt x="734" y="791"/>
                </a:lnTo>
                <a:lnTo>
                  <a:pt x="734" y="765"/>
                </a:lnTo>
                <a:lnTo>
                  <a:pt x="791" y="765"/>
                </a:lnTo>
                <a:lnTo>
                  <a:pt x="791" y="791"/>
                </a:lnTo>
                <a:lnTo>
                  <a:pt x="832" y="791"/>
                </a:lnTo>
                <a:lnTo>
                  <a:pt x="832" y="0"/>
                </a:lnTo>
                <a:lnTo>
                  <a:pt x="791" y="0"/>
                </a:lnTo>
                <a:close/>
                <a:moveTo>
                  <a:pt x="98" y="679"/>
                </a:moveTo>
                <a:lnTo>
                  <a:pt x="41" y="679"/>
                </a:lnTo>
                <a:lnTo>
                  <a:pt x="41" y="634"/>
                </a:lnTo>
                <a:lnTo>
                  <a:pt x="98" y="634"/>
                </a:lnTo>
                <a:lnTo>
                  <a:pt x="98" y="679"/>
                </a:lnTo>
                <a:close/>
                <a:moveTo>
                  <a:pt x="98" y="551"/>
                </a:moveTo>
                <a:lnTo>
                  <a:pt x="41" y="551"/>
                </a:lnTo>
                <a:lnTo>
                  <a:pt x="41" y="503"/>
                </a:lnTo>
                <a:lnTo>
                  <a:pt x="98" y="503"/>
                </a:lnTo>
                <a:lnTo>
                  <a:pt x="98" y="551"/>
                </a:lnTo>
                <a:close/>
                <a:moveTo>
                  <a:pt x="98" y="420"/>
                </a:moveTo>
                <a:lnTo>
                  <a:pt x="41" y="420"/>
                </a:lnTo>
                <a:lnTo>
                  <a:pt x="41" y="372"/>
                </a:lnTo>
                <a:lnTo>
                  <a:pt x="98" y="372"/>
                </a:lnTo>
                <a:lnTo>
                  <a:pt x="98" y="420"/>
                </a:lnTo>
                <a:close/>
                <a:moveTo>
                  <a:pt x="98" y="289"/>
                </a:moveTo>
                <a:lnTo>
                  <a:pt x="41" y="289"/>
                </a:lnTo>
                <a:lnTo>
                  <a:pt x="41" y="241"/>
                </a:lnTo>
                <a:lnTo>
                  <a:pt x="98" y="241"/>
                </a:lnTo>
                <a:lnTo>
                  <a:pt x="98" y="289"/>
                </a:lnTo>
                <a:close/>
                <a:moveTo>
                  <a:pt x="98" y="158"/>
                </a:moveTo>
                <a:lnTo>
                  <a:pt x="41" y="158"/>
                </a:lnTo>
                <a:lnTo>
                  <a:pt x="41" y="112"/>
                </a:lnTo>
                <a:lnTo>
                  <a:pt x="98" y="112"/>
                </a:lnTo>
                <a:lnTo>
                  <a:pt x="98" y="158"/>
                </a:lnTo>
                <a:close/>
                <a:moveTo>
                  <a:pt x="672" y="782"/>
                </a:moveTo>
                <a:lnTo>
                  <a:pt x="158" y="782"/>
                </a:lnTo>
                <a:lnTo>
                  <a:pt x="158" y="643"/>
                </a:lnTo>
                <a:lnTo>
                  <a:pt x="672" y="643"/>
                </a:lnTo>
                <a:lnTo>
                  <a:pt x="672" y="782"/>
                </a:lnTo>
                <a:close/>
                <a:moveTo>
                  <a:pt x="672" y="574"/>
                </a:moveTo>
                <a:lnTo>
                  <a:pt x="158" y="574"/>
                </a:lnTo>
                <a:lnTo>
                  <a:pt x="158" y="217"/>
                </a:lnTo>
                <a:lnTo>
                  <a:pt x="672" y="217"/>
                </a:lnTo>
                <a:lnTo>
                  <a:pt x="672" y="574"/>
                </a:lnTo>
                <a:close/>
                <a:moveTo>
                  <a:pt x="672" y="148"/>
                </a:moveTo>
                <a:lnTo>
                  <a:pt x="158" y="148"/>
                </a:lnTo>
                <a:lnTo>
                  <a:pt x="158" y="10"/>
                </a:lnTo>
                <a:lnTo>
                  <a:pt x="672" y="10"/>
                </a:lnTo>
                <a:lnTo>
                  <a:pt x="672" y="148"/>
                </a:lnTo>
                <a:close/>
                <a:moveTo>
                  <a:pt x="791" y="679"/>
                </a:moveTo>
                <a:lnTo>
                  <a:pt x="734" y="679"/>
                </a:lnTo>
                <a:lnTo>
                  <a:pt x="734" y="634"/>
                </a:lnTo>
                <a:lnTo>
                  <a:pt x="791" y="634"/>
                </a:lnTo>
                <a:lnTo>
                  <a:pt x="791" y="679"/>
                </a:lnTo>
                <a:close/>
                <a:moveTo>
                  <a:pt x="791" y="551"/>
                </a:moveTo>
                <a:lnTo>
                  <a:pt x="734" y="551"/>
                </a:lnTo>
                <a:lnTo>
                  <a:pt x="734" y="503"/>
                </a:lnTo>
                <a:lnTo>
                  <a:pt x="791" y="503"/>
                </a:lnTo>
                <a:lnTo>
                  <a:pt x="791" y="551"/>
                </a:lnTo>
                <a:close/>
                <a:moveTo>
                  <a:pt x="791" y="420"/>
                </a:moveTo>
                <a:lnTo>
                  <a:pt x="734" y="420"/>
                </a:lnTo>
                <a:lnTo>
                  <a:pt x="734" y="372"/>
                </a:lnTo>
                <a:lnTo>
                  <a:pt x="791" y="372"/>
                </a:lnTo>
                <a:lnTo>
                  <a:pt x="791" y="420"/>
                </a:lnTo>
                <a:close/>
                <a:moveTo>
                  <a:pt x="791" y="289"/>
                </a:moveTo>
                <a:lnTo>
                  <a:pt x="734" y="289"/>
                </a:lnTo>
                <a:lnTo>
                  <a:pt x="734" y="241"/>
                </a:lnTo>
                <a:lnTo>
                  <a:pt x="791" y="241"/>
                </a:lnTo>
                <a:lnTo>
                  <a:pt x="791" y="289"/>
                </a:lnTo>
                <a:close/>
                <a:moveTo>
                  <a:pt x="791" y="158"/>
                </a:moveTo>
                <a:lnTo>
                  <a:pt x="734" y="158"/>
                </a:lnTo>
                <a:lnTo>
                  <a:pt x="734" y="112"/>
                </a:lnTo>
                <a:lnTo>
                  <a:pt x="791" y="112"/>
                </a:lnTo>
                <a:lnTo>
                  <a:pt x="791" y="158"/>
                </a:lnTo>
                <a:close/>
                <a:moveTo>
                  <a:pt x="791" y="158"/>
                </a:moveTo>
                <a:lnTo>
                  <a:pt x="791" y="158"/>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Rectangle 72"/>
          <p:cNvSpPr/>
          <p:nvPr/>
        </p:nvSpPr>
        <p:spPr>
          <a:xfrm>
            <a:off x="1157633" y="2537414"/>
            <a:ext cx="1570943" cy="369332"/>
          </a:xfrm>
          <a:prstGeom prst="rect">
            <a:avLst/>
          </a:prstGeom>
        </p:spPr>
        <p:txBody>
          <a:bodyPr wrap="none" lIns="0" tIns="0" rIns="0" bIns="0">
            <a:spAutoFit/>
          </a:bodyPr>
          <a:lstStyle/>
          <a:p>
            <a:pPr algn="r"/>
            <a:r>
              <a:rPr lang="en-US" sz="2400" b="1" dirty="0">
                <a:solidFill>
                  <a:schemeClr val="accent6"/>
                </a:solidFill>
              </a:rPr>
              <a:t>350 Million</a:t>
            </a:r>
          </a:p>
        </p:txBody>
      </p:sp>
      <p:sp>
        <p:nvSpPr>
          <p:cNvPr id="74" name="Rectangle 73"/>
          <p:cNvSpPr/>
          <p:nvPr/>
        </p:nvSpPr>
        <p:spPr>
          <a:xfrm>
            <a:off x="761692" y="2877595"/>
            <a:ext cx="1966884" cy="169277"/>
          </a:xfrm>
          <a:prstGeom prst="rect">
            <a:avLst/>
          </a:prstGeom>
        </p:spPr>
        <p:txBody>
          <a:bodyPr wrap="none" lIns="0" tIns="0" rIns="0" bIns="0">
            <a:spAutoFit/>
          </a:bodyPr>
          <a:lstStyle/>
          <a:p>
            <a:pPr algn="r"/>
            <a:r>
              <a:rPr lang="en-US" sz="1100" b="1" dirty="0">
                <a:solidFill>
                  <a:schemeClr val="bg1">
                    <a:lumMod val="75000"/>
                  </a:schemeClr>
                </a:solidFill>
              </a:rPr>
              <a:t>Videos are Uploaded on daily</a:t>
            </a:r>
          </a:p>
        </p:txBody>
      </p:sp>
      <p:grpSp>
        <p:nvGrpSpPr>
          <p:cNvPr id="14" name="Group 81"/>
          <p:cNvGrpSpPr/>
          <p:nvPr/>
        </p:nvGrpSpPr>
        <p:grpSpPr>
          <a:xfrm>
            <a:off x="5257412" y="3755126"/>
            <a:ext cx="399596" cy="375131"/>
            <a:chOff x="504825" y="971550"/>
            <a:chExt cx="1089026" cy="1022350"/>
          </a:xfrm>
          <a:solidFill>
            <a:schemeClr val="accent4"/>
          </a:solidFill>
        </p:grpSpPr>
        <p:sp>
          <p:nvSpPr>
            <p:cNvPr id="1053" name="Freeform 29"/>
            <p:cNvSpPr>
              <a:spLocks noEditPoints="1"/>
            </p:cNvSpPr>
            <p:nvPr/>
          </p:nvSpPr>
          <p:spPr bwMode="auto">
            <a:xfrm>
              <a:off x="782638" y="971550"/>
              <a:ext cx="811213" cy="841375"/>
            </a:xfrm>
            <a:custGeom>
              <a:avLst/>
              <a:gdLst/>
              <a:ahLst/>
              <a:cxnLst>
                <a:cxn ang="0">
                  <a:pos x="0" y="0"/>
                </a:cxn>
                <a:cxn ang="0">
                  <a:pos x="0" y="382"/>
                </a:cxn>
                <a:cxn ang="0">
                  <a:pos x="286" y="382"/>
                </a:cxn>
                <a:cxn ang="0">
                  <a:pos x="420" y="530"/>
                </a:cxn>
                <a:cxn ang="0">
                  <a:pos x="420" y="382"/>
                </a:cxn>
                <a:cxn ang="0">
                  <a:pos x="511" y="382"/>
                </a:cxn>
                <a:cxn ang="0">
                  <a:pos x="511" y="0"/>
                </a:cxn>
                <a:cxn ang="0">
                  <a:pos x="0" y="0"/>
                </a:cxn>
                <a:cxn ang="0">
                  <a:pos x="0" y="0"/>
                </a:cxn>
                <a:cxn ang="0">
                  <a:pos x="0" y="0"/>
                </a:cxn>
              </a:cxnLst>
              <a:rect l="0" t="0" r="r" b="b"/>
              <a:pathLst>
                <a:path w="511" h="530">
                  <a:moveTo>
                    <a:pt x="0" y="0"/>
                  </a:moveTo>
                  <a:lnTo>
                    <a:pt x="0" y="382"/>
                  </a:lnTo>
                  <a:lnTo>
                    <a:pt x="286" y="382"/>
                  </a:lnTo>
                  <a:lnTo>
                    <a:pt x="420" y="530"/>
                  </a:lnTo>
                  <a:lnTo>
                    <a:pt x="420" y="382"/>
                  </a:lnTo>
                  <a:lnTo>
                    <a:pt x="511" y="382"/>
                  </a:lnTo>
                  <a:lnTo>
                    <a:pt x="511" y="0"/>
                  </a:lnTo>
                  <a:lnTo>
                    <a:pt x="0" y="0"/>
                  </a:lnTo>
                  <a:close/>
                  <a:moveTo>
                    <a:pt x="0" y="0"/>
                  </a:move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5" name="Freeform 31"/>
            <p:cNvSpPr>
              <a:spLocks noEditPoints="1"/>
            </p:cNvSpPr>
            <p:nvPr/>
          </p:nvSpPr>
          <p:spPr bwMode="auto">
            <a:xfrm>
              <a:off x="504825" y="1274763"/>
              <a:ext cx="695325" cy="719137"/>
            </a:xfrm>
            <a:custGeom>
              <a:avLst/>
              <a:gdLst/>
              <a:ahLst/>
              <a:cxnLst>
                <a:cxn ang="0">
                  <a:pos x="426" y="226"/>
                </a:cxn>
                <a:cxn ang="0">
                  <a:pos x="139" y="226"/>
                </a:cxn>
                <a:cxn ang="0">
                  <a:pos x="139" y="0"/>
                </a:cxn>
                <a:cxn ang="0">
                  <a:pos x="0" y="0"/>
                </a:cxn>
                <a:cxn ang="0">
                  <a:pos x="0" y="327"/>
                </a:cxn>
                <a:cxn ang="0">
                  <a:pos x="79" y="327"/>
                </a:cxn>
                <a:cxn ang="0">
                  <a:pos x="79" y="453"/>
                </a:cxn>
                <a:cxn ang="0">
                  <a:pos x="192" y="327"/>
                </a:cxn>
                <a:cxn ang="0">
                  <a:pos x="438" y="327"/>
                </a:cxn>
                <a:cxn ang="0">
                  <a:pos x="438" y="241"/>
                </a:cxn>
                <a:cxn ang="0">
                  <a:pos x="426" y="226"/>
                </a:cxn>
                <a:cxn ang="0">
                  <a:pos x="426" y="226"/>
                </a:cxn>
                <a:cxn ang="0">
                  <a:pos x="426" y="226"/>
                </a:cxn>
              </a:cxnLst>
              <a:rect l="0" t="0" r="r" b="b"/>
              <a:pathLst>
                <a:path w="438" h="453">
                  <a:moveTo>
                    <a:pt x="426" y="226"/>
                  </a:moveTo>
                  <a:lnTo>
                    <a:pt x="139" y="226"/>
                  </a:lnTo>
                  <a:lnTo>
                    <a:pt x="139" y="0"/>
                  </a:lnTo>
                  <a:lnTo>
                    <a:pt x="0" y="0"/>
                  </a:lnTo>
                  <a:lnTo>
                    <a:pt x="0" y="327"/>
                  </a:lnTo>
                  <a:lnTo>
                    <a:pt x="79" y="327"/>
                  </a:lnTo>
                  <a:lnTo>
                    <a:pt x="79" y="453"/>
                  </a:lnTo>
                  <a:lnTo>
                    <a:pt x="192" y="327"/>
                  </a:lnTo>
                  <a:lnTo>
                    <a:pt x="438" y="327"/>
                  </a:lnTo>
                  <a:lnTo>
                    <a:pt x="438" y="241"/>
                  </a:lnTo>
                  <a:lnTo>
                    <a:pt x="426" y="226"/>
                  </a:lnTo>
                  <a:close/>
                  <a:moveTo>
                    <a:pt x="426" y="226"/>
                  </a:moveTo>
                  <a:lnTo>
                    <a:pt x="426" y="2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3" name="Rectangle 82"/>
          <p:cNvSpPr/>
          <p:nvPr/>
        </p:nvSpPr>
        <p:spPr>
          <a:xfrm>
            <a:off x="5931591" y="3631338"/>
            <a:ext cx="1194238" cy="369332"/>
          </a:xfrm>
          <a:prstGeom prst="rect">
            <a:avLst/>
          </a:prstGeom>
        </p:spPr>
        <p:txBody>
          <a:bodyPr wrap="none" lIns="0" tIns="0" rIns="0" bIns="0">
            <a:spAutoFit/>
          </a:bodyPr>
          <a:lstStyle/>
          <a:p>
            <a:r>
              <a:rPr lang="en-US" sz="2400" b="1" dirty="0">
                <a:solidFill>
                  <a:schemeClr val="accent4"/>
                </a:solidFill>
              </a:rPr>
              <a:t>3 Billion</a:t>
            </a:r>
          </a:p>
        </p:txBody>
      </p:sp>
      <p:sp>
        <p:nvSpPr>
          <p:cNvPr id="84" name="Rectangle 83"/>
          <p:cNvSpPr/>
          <p:nvPr/>
        </p:nvSpPr>
        <p:spPr>
          <a:xfrm>
            <a:off x="5931591" y="3971519"/>
            <a:ext cx="1973297" cy="169277"/>
          </a:xfrm>
          <a:prstGeom prst="rect">
            <a:avLst/>
          </a:prstGeom>
        </p:spPr>
        <p:txBody>
          <a:bodyPr wrap="none" lIns="0" tIns="0" rIns="0" bIns="0">
            <a:spAutoFit/>
          </a:bodyPr>
          <a:lstStyle/>
          <a:p>
            <a:r>
              <a:rPr lang="en-US" sz="1100" b="1" dirty="0">
                <a:solidFill>
                  <a:schemeClr val="bg1">
                    <a:lumMod val="75000"/>
                  </a:schemeClr>
                </a:solidFill>
              </a:rPr>
              <a:t>Posts are Comments on daily</a:t>
            </a:r>
          </a:p>
        </p:txBody>
      </p:sp>
      <p:grpSp>
        <p:nvGrpSpPr>
          <p:cNvPr id="17" name="Group 90"/>
          <p:cNvGrpSpPr/>
          <p:nvPr/>
        </p:nvGrpSpPr>
        <p:grpSpPr>
          <a:xfrm>
            <a:off x="3579981" y="3702906"/>
            <a:ext cx="256641" cy="439594"/>
            <a:chOff x="1668463" y="3354388"/>
            <a:chExt cx="641350" cy="1098550"/>
          </a:xfrm>
          <a:solidFill>
            <a:schemeClr val="accent5"/>
          </a:solidFill>
        </p:grpSpPr>
        <p:sp>
          <p:nvSpPr>
            <p:cNvPr id="1060" name="Freeform 36"/>
            <p:cNvSpPr>
              <a:spLocks noEditPoints="1"/>
            </p:cNvSpPr>
            <p:nvPr/>
          </p:nvSpPr>
          <p:spPr bwMode="auto">
            <a:xfrm>
              <a:off x="1752600" y="3438526"/>
              <a:ext cx="473075" cy="768350"/>
            </a:xfrm>
            <a:custGeom>
              <a:avLst/>
              <a:gdLst/>
              <a:ahLst/>
              <a:cxnLst>
                <a:cxn ang="0">
                  <a:pos x="13" y="197"/>
                </a:cxn>
                <a:cxn ang="0">
                  <a:pos x="27" y="191"/>
                </a:cxn>
                <a:cxn ang="0">
                  <a:pos x="29" y="189"/>
                </a:cxn>
                <a:cxn ang="0">
                  <a:pos x="32" y="181"/>
                </a:cxn>
                <a:cxn ang="0">
                  <a:pos x="36" y="176"/>
                </a:cxn>
                <a:cxn ang="0">
                  <a:pos x="37" y="174"/>
                </a:cxn>
                <a:cxn ang="0">
                  <a:pos x="39" y="162"/>
                </a:cxn>
                <a:cxn ang="0">
                  <a:pos x="38" y="160"/>
                </a:cxn>
                <a:cxn ang="0">
                  <a:pos x="31" y="146"/>
                </a:cxn>
                <a:cxn ang="0">
                  <a:pos x="29" y="138"/>
                </a:cxn>
                <a:cxn ang="0">
                  <a:pos x="26" y="127"/>
                </a:cxn>
                <a:cxn ang="0">
                  <a:pos x="26" y="124"/>
                </a:cxn>
                <a:cxn ang="0">
                  <a:pos x="28" y="119"/>
                </a:cxn>
                <a:cxn ang="0">
                  <a:pos x="29" y="117"/>
                </a:cxn>
                <a:cxn ang="0">
                  <a:pos x="29" y="100"/>
                </a:cxn>
                <a:cxn ang="0">
                  <a:pos x="29" y="89"/>
                </a:cxn>
                <a:cxn ang="0">
                  <a:pos x="38" y="74"/>
                </a:cxn>
                <a:cxn ang="0">
                  <a:pos x="63" y="63"/>
                </a:cxn>
                <a:cxn ang="0">
                  <a:pos x="77" y="61"/>
                </a:cxn>
                <a:cxn ang="0">
                  <a:pos x="81" y="61"/>
                </a:cxn>
                <a:cxn ang="0">
                  <a:pos x="81" y="62"/>
                </a:cxn>
                <a:cxn ang="0">
                  <a:pos x="78" y="64"/>
                </a:cxn>
                <a:cxn ang="0">
                  <a:pos x="79" y="69"/>
                </a:cxn>
                <a:cxn ang="0">
                  <a:pos x="91" y="80"/>
                </a:cxn>
                <a:cxn ang="0">
                  <a:pos x="96" y="92"/>
                </a:cxn>
                <a:cxn ang="0">
                  <a:pos x="96" y="117"/>
                </a:cxn>
                <a:cxn ang="0">
                  <a:pos x="98" y="121"/>
                </a:cxn>
                <a:cxn ang="0">
                  <a:pos x="99" y="122"/>
                </a:cxn>
                <a:cxn ang="0">
                  <a:pos x="98" y="135"/>
                </a:cxn>
                <a:cxn ang="0">
                  <a:pos x="98" y="136"/>
                </a:cxn>
                <a:cxn ang="0">
                  <a:pos x="91" y="154"/>
                </a:cxn>
                <a:cxn ang="0">
                  <a:pos x="90" y="155"/>
                </a:cxn>
                <a:cxn ang="0">
                  <a:pos x="87" y="174"/>
                </a:cxn>
                <a:cxn ang="0">
                  <a:pos x="88" y="176"/>
                </a:cxn>
                <a:cxn ang="0">
                  <a:pos x="91" y="181"/>
                </a:cxn>
                <a:cxn ang="0">
                  <a:pos x="94" y="190"/>
                </a:cxn>
                <a:cxn ang="0">
                  <a:pos x="97" y="192"/>
                </a:cxn>
                <a:cxn ang="0">
                  <a:pos x="124" y="203"/>
                </a:cxn>
                <a:cxn ang="0">
                  <a:pos x="124" y="0"/>
                </a:cxn>
                <a:cxn ang="0">
                  <a:pos x="0" y="0"/>
                </a:cxn>
                <a:cxn ang="0">
                  <a:pos x="0" y="203"/>
                </a:cxn>
                <a:cxn ang="0">
                  <a:pos x="13" y="197"/>
                </a:cxn>
                <a:cxn ang="0">
                  <a:pos x="13" y="197"/>
                </a:cxn>
                <a:cxn ang="0">
                  <a:pos x="13" y="197"/>
                </a:cxn>
              </a:cxnLst>
              <a:rect l="0" t="0" r="r" b="b"/>
              <a:pathLst>
                <a:path w="124" h="203">
                  <a:moveTo>
                    <a:pt x="13" y="197"/>
                  </a:moveTo>
                  <a:cubicBezTo>
                    <a:pt x="17" y="195"/>
                    <a:pt x="22" y="194"/>
                    <a:pt x="27" y="191"/>
                  </a:cubicBezTo>
                  <a:cubicBezTo>
                    <a:pt x="28" y="191"/>
                    <a:pt x="29" y="190"/>
                    <a:pt x="29" y="189"/>
                  </a:cubicBezTo>
                  <a:cubicBezTo>
                    <a:pt x="30" y="187"/>
                    <a:pt x="31" y="184"/>
                    <a:pt x="32" y="181"/>
                  </a:cubicBezTo>
                  <a:cubicBezTo>
                    <a:pt x="33" y="179"/>
                    <a:pt x="33" y="177"/>
                    <a:pt x="36" y="176"/>
                  </a:cubicBezTo>
                  <a:cubicBezTo>
                    <a:pt x="36" y="176"/>
                    <a:pt x="37" y="175"/>
                    <a:pt x="37" y="174"/>
                  </a:cubicBezTo>
                  <a:cubicBezTo>
                    <a:pt x="38" y="170"/>
                    <a:pt x="38" y="166"/>
                    <a:pt x="39" y="162"/>
                  </a:cubicBezTo>
                  <a:cubicBezTo>
                    <a:pt x="39" y="161"/>
                    <a:pt x="38" y="160"/>
                    <a:pt x="38" y="160"/>
                  </a:cubicBezTo>
                  <a:cubicBezTo>
                    <a:pt x="34" y="156"/>
                    <a:pt x="32" y="151"/>
                    <a:pt x="31" y="146"/>
                  </a:cubicBezTo>
                  <a:cubicBezTo>
                    <a:pt x="31" y="143"/>
                    <a:pt x="29" y="141"/>
                    <a:pt x="29" y="138"/>
                  </a:cubicBezTo>
                  <a:cubicBezTo>
                    <a:pt x="28" y="135"/>
                    <a:pt x="27" y="131"/>
                    <a:pt x="26" y="127"/>
                  </a:cubicBezTo>
                  <a:cubicBezTo>
                    <a:pt x="26" y="126"/>
                    <a:pt x="26" y="125"/>
                    <a:pt x="26" y="124"/>
                  </a:cubicBezTo>
                  <a:cubicBezTo>
                    <a:pt x="25" y="122"/>
                    <a:pt x="25" y="120"/>
                    <a:pt x="28" y="119"/>
                  </a:cubicBezTo>
                  <a:cubicBezTo>
                    <a:pt x="28" y="119"/>
                    <a:pt x="29" y="118"/>
                    <a:pt x="29" y="117"/>
                  </a:cubicBezTo>
                  <a:cubicBezTo>
                    <a:pt x="29" y="111"/>
                    <a:pt x="29" y="105"/>
                    <a:pt x="29" y="100"/>
                  </a:cubicBezTo>
                  <a:cubicBezTo>
                    <a:pt x="29" y="96"/>
                    <a:pt x="29" y="93"/>
                    <a:pt x="29" y="89"/>
                  </a:cubicBezTo>
                  <a:cubicBezTo>
                    <a:pt x="30" y="83"/>
                    <a:pt x="34" y="78"/>
                    <a:pt x="38" y="74"/>
                  </a:cubicBezTo>
                  <a:cubicBezTo>
                    <a:pt x="46" y="68"/>
                    <a:pt x="54" y="65"/>
                    <a:pt x="63" y="63"/>
                  </a:cubicBezTo>
                  <a:cubicBezTo>
                    <a:pt x="68" y="62"/>
                    <a:pt x="72" y="62"/>
                    <a:pt x="77" y="61"/>
                  </a:cubicBezTo>
                  <a:cubicBezTo>
                    <a:pt x="78" y="61"/>
                    <a:pt x="79" y="61"/>
                    <a:pt x="81" y="61"/>
                  </a:cubicBezTo>
                  <a:cubicBezTo>
                    <a:pt x="81" y="61"/>
                    <a:pt x="81" y="61"/>
                    <a:pt x="81" y="62"/>
                  </a:cubicBezTo>
                  <a:cubicBezTo>
                    <a:pt x="80" y="62"/>
                    <a:pt x="79" y="63"/>
                    <a:pt x="78" y="64"/>
                  </a:cubicBezTo>
                  <a:cubicBezTo>
                    <a:pt x="77" y="66"/>
                    <a:pt x="77" y="67"/>
                    <a:pt x="79" y="69"/>
                  </a:cubicBezTo>
                  <a:cubicBezTo>
                    <a:pt x="83" y="72"/>
                    <a:pt x="87" y="76"/>
                    <a:pt x="91" y="80"/>
                  </a:cubicBezTo>
                  <a:cubicBezTo>
                    <a:pt x="95" y="83"/>
                    <a:pt x="96" y="87"/>
                    <a:pt x="96" y="92"/>
                  </a:cubicBezTo>
                  <a:cubicBezTo>
                    <a:pt x="96" y="100"/>
                    <a:pt x="96" y="109"/>
                    <a:pt x="96" y="117"/>
                  </a:cubicBezTo>
                  <a:cubicBezTo>
                    <a:pt x="96" y="118"/>
                    <a:pt x="96" y="120"/>
                    <a:pt x="98" y="121"/>
                  </a:cubicBezTo>
                  <a:cubicBezTo>
                    <a:pt x="99" y="121"/>
                    <a:pt x="99" y="122"/>
                    <a:pt x="99" y="122"/>
                  </a:cubicBezTo>
                  <a:cubicBezTo>
                    <a:pt x="99" y="127"/>
                    <a:pt x="98" y="131"/>
                    <a:pt x="98" y="135"/>
                  </a:cubicBezTo>
                  <a:cubicBezTo>
                    <a:pt x="98" y="135"/>
                    <a:pt x="98" y="135"/>
                    <a:pt x="98" y="136"/>
                  </a:cubicBezTo>
                  <a:cubicBezTo>
                    <a:pt x="94" y="141"/>
                    <a:pt x="93" y="148"/>
                    <a:pt x="91" y="154"/>
                  </a:cubicBezTo>
                  <a:cubicBezTo>
                    <a:pt x="91" y="154"/>
                    <a:pt x="91" y="154"/>
                    <a:pt x="90" y="155"/>
                  </a:cubicBezTo>
                  <a:cubicBezTo>
                    <a:pt x="85" y="160"/>
                    <a:pt x="87" y="168"/>
                    <a:pt x="87" y="174"/>
                  </a:cubicBezTo>
                  <a:cubicBezTo>
                    <a:pt x="87" y="175"/>
                    <a:pt x="87" y="176"/>
                    <a:pt x="88" y="176"/>
                  </a:cubicBezTo>
                  <a:cubicBezTo>
                    <a:pt x="90" y="177"/>
                    <a:pt x="91" y="179"/>
                    <a:pt x="91" y="181"/>
                  </a:cubicBezTo>
                  <a:cubicBezTo>
                    <a:pt x="92" y="184"/>
                    <a:pt x="93" y="187"/>
                    <a:pt x="94" y="190"/>
                  </a:cubicBezTo>
                  <a:cubicBezTo>
                    <a:pt x="95" y="191"/>
                    <a:pt x="96" y="191"/>
                    <a:pt x="97" y="192"/>
                  </a:cubicBezTo>
                  <a:cubicBezTo>
                    <a:pt x="106" y="195"/>
                    <a:pt x="115" y="199"/>
                    <a:pt x="124" y="203"/>
                  </a:cubicBezTo>
                  <a:cubicBezTo>
                    <a:pt x="124" y="0"/>
                    <a:pt x="124" y="0"/>
                    <a:pt x="124" y="0"/>
                  </a:cubicBezTo>
                  <a:cubicBezTo>
                    <a:pt x="0" y="0"/>
                    <a:pt x="0" y="0"/>
                    <a:pt x="0" y="0"/>
                  </a:cubicBezTo>
                  <a:cubicBezTo>
                    <a:pt x="0" y="203"/>
                    <a:pt x="0" y="203"/>
                    <a:pt x="0" y="203"/>
                  </a:cubicBezTo>
                  <a:cubicBezTo>
                    <a:pt x="4" y="201"/>
                    <a:pt x="8" y="199"/>
                    <a:pt x="13" y="197"/>
                  </a:cubicBezTo>
                  <a:close/>
                  <a:moveTo>
                    <a:pt x="13" y="197"/>
                  </a:moveTo>
                  <a:cubicBezTo>
                    <a:pt x="13" y="197"/>
                    <a:pt x="13" y="197"/>
                    <a:pt x="13" y="1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1" name="Freeform 37"/>
            <p:cNvSpPr>
              <a:spLocks noEditPoints="1"/>
            </p:cNvSpPr>
            <p:nvPr/>
          </p:nvSpPr>
          <p:spPr bwMode="auto">
            <a:xfrm>
              <a:off x="1668463" y="3354388"/>
              <a:ext cx="641350" cy="1098550"/>
            </a:xfrm>
            <a:custGeom>
              <a:avLst/>
              <a:gdLst/>
              <a:ahLst/>
              <a:cxnLst>
                <a:cxn ang="0">
                  <a:pos x="149" y="0"/>
                </a:cxn>
                <a:cxn ang="0">
                  <a:pos x="20" y="0"/>
                </a:cxn>
                <a:cxn ang="0">
                  <a:pos x="0" y="20"/>
                </a:cxn>
                <a:cxn ang="0">
                  <a:pos x="0" y="270"/>
                </a:cxn>
                <a:cxn ang="0">
                  <a:pos x="20" y="290"/>
                </a:cxn>
                <a:cxn ang="0">
                  <a:pos x="149" y="290"/>
                </a:cxn>
                <a:cxn ang="0">
                  <a:pos x="168" y="270"/>
                </a:cxn>
                <a:cxn ang="0">
                  <a:pos x="168" y="20"/>
                </a:cxn>
                <a:cxn ang="0">
                  <a:pos x="149" y="0"/>
                </a:cxn>
                <a:cxn ang="0">
                  <a:pos x="55" y="276"/>
                </a:cxn>
                <a:cxn ang="0">
                  <a:pos x="39" y="276"/>
                </a:cxn>
                <a:cxn ang="0">
                  <a:pos x="33" y="270"/>
                </a:cxn>
                <a:cxn ang="0">
                  <a:pos x="39" y="265"/>
                </a:cxn>
                <a:cxn ang="0">
                  <a:pos x="55" y="265"/>
                </a:cxn>
                <a:cxn ang="0">
                  <a:pos x="61" y="270"/>
                </a:cxn>
                <a:cxn ang="0">
                  <a:pos x="55" y="276"/>
                </a:cxn>
                <a:cxn ang="0">
                  <a:pos x="84" y="280"/>
                </a:cxn>
                <a:cxn ang="0">
                  <a:pos x="74" y="270"/>
                </a:cxn>
                <a:cxn ang="0">
                  <a:pos x="84" y="261"/>
                </a:cxn>
                <a:cxn ang="0">
                  <a:pos x="94" y="270"/>
                </a:cxn>
                <a:cxn ang="0">
                  <a:pos x="84" y="280"/>
                </a:cxn>
                <a:cxn ang="0">
                  <a:pos x="129" y="276"/>
                </a:cxn>
                <a:cxn ang="0">
                  <a:pos x="113" y="276"/>
                </a:cxn>
                <a:cxn ang="0">
                  <a:pos x="107" y="270"/>
                </a:cxn>
                <a:cxn ang="0">
                  <a:pos x="113" y="265"/>
                </a:cxn>
                <a:cxn ang="0">
                  <a:pos x="129" y="265"/>
                </a:cxn>
                <a:cxn ang="0">
                  <a:pos x="135" y="270"/>
                </a:cxn>
                <a:cxn ang="0">
                  <a:pos x="129" y="276"/>
                </a:cxn>
                <a:cxn ang="0">
                  <a:pos x="155" y="254"/>
                </a:cxn>
                <a:cxn ang="0">
                  <a:pos x="14" y="254"/>
                </a:cxn>
                <a:cxn ang="0">
                  <a:pos x="14" y="13"/>
                </a:cxn>
                <a:cxn ang="0">
                  <a:pos x="155" y="13"/>
                </a:cxn>
                <a:cxn ang="0">
                  <a:pos x="155" y="254"/>
                </a:cxn>
                <a:cxn ang="0">
                  <a:pos x="155" y="254"/>
                </a:cxn>
                <a:cxn ang="0">
                  <a:pos x="155" y="254"/>
                </a:cxn>
              </a:cxnLst>
              <a:rect l="0" t="0" r="r" b="b"/>
              <a:pathLst>
                <a:path w="168" h="290">
                  <a:moveTo>
                    <a:pt x="149" y="0"/>
                  </a:moveTo>
                  <a:cubicBezTo>
                    <a:pt x="20" y="0"/>
                    <a:pt x="20" y="0"/>
                    <a:pt x="20" y="0"/>
                  </a:cubicBezTo>
                  <a:cubicBezTo>
                    <a:pt x="9" y="0"/>
                    <a:pt x="0" y="9"/>
                    <a:pt x="0" y="20"/>
                  </a:cubicBezTo>
                  <a:cubicBezTo>
                    <a:pt x="0" y="270"/>
                    <a:pt x="0" y="270"/>
                    <a:pt x="0" y="270"/>
                  </a:cubicBezTo>
                  <a:cubicBezTo>
                    <a:pt x="0" y="281"/>
                    <a:pt x="9" y="290"/>
                    <a:pt x="20" y="290"/>
                  </a:cubicBezTo>
                  <a:cubicBezTo>
                    <a:pt x="149" y="290"/>
                    <a:pt x="149" y="290"/>
                    <a:pt x="149" y="290"/>
                  </a:cubicBezTo>
                  <a:cubicBezTo>
                    <a:pt x="159" y="290"/>
                    <a:pt x="168" y="281"/>
                    <a:pt x="168" y="270"/>
                  </a:cubicBezTo>
                  <a:cubicBezTo>
                    <a:pt x="168" y="20"/>
                    <a:pt x="168" y="20"/>
                    <a:pt x="168" y="20"/>
                  </a:cubicBezTo>
                  <a:cubicBezTo>
                    <a:pt x="168" y="9"/>
                    <a:pt x="159" y="0"/>
                    <a:pt x="149" y="0"/>
                  </a:cubicBezTo>
                  <a:close/>
                  <a:moveTo>
                    <a:pt x="55" y="276"/>
                  </a:moveTo>
                  <a:cubicBezTo>
                    <a:pt x="39" y="276"/>
                    <a:pt x="39" y="276"/>
                    <a:pt x="39" y="276"/>
                  </a:cubicBezTo>
                  <a:cubicBezTo>
                    <a:pt x="36" y="276"/>
                    <a:pt x="33" y="273"/>
                    <a:pt x="33" y="270"/>
                  </a:cubicBezTo>
                  <a:cubicBezTo>
                    <a:pt x="33" y="267"/>
                    <a:pt x="36" y="265"/>
                    <a:pt x="39" y="265"/>
                  </a:cubicBezTo>
                  <a:cubicBezTo>
                    <a:pt x="55" y="265"/>
                    <a:pt x="55" y="265"/>
                    <a:pt x="55" y="265"/>
                  </a:cubicBezTo>
                  <a:cubicBezTo>
                    <a:pt x="58" y="265"/>
                    <a:pt x="61" y="267"/>
                    <a:pt x="61" y="270"/>
                  </a:cubicBezTo>
                  <a:cubicBezTo>
                    <a:pt x="61" y="273"/>
                    <a:pt x="58" y="276"/>
                    <a:pt x="55" y="276"/>
                  </a:cubicBezTo>
                  <a:close/>
                  <a:moveTo>
                    <a:pt x="84" y="280"/>
                  </a:moveTo>
                  <a:cubicBezTo>
                    <a:pt x="79" y="280"/>
                    <a:pt x="74" y="276"/>
                    <a:pt x="74" y="270"/>
                  </a:cubicBezTo>
                  <a:cubicBezTo>
                    <a:pt x="74" y="265"/>
                    <a:pt x="79" y="261"/>
                    <a:pt x="84" y="261"/>
                  </a:cubicBezTo>
                  <a:cubicBezTo>
                    <a:pt x="90" y="261"/>
                    <a:pt x="94" y="265"/>
                    <a:pt x="94" y="270"/>
                  </a:cubicBezTo>
                  <a:cubicBezTo>
                    <a:pt x="94" y="276"/>
                    <a:pt x="90" y="280"/>
                    <a:pt x="84" y="280"/>
                  </a:cubicBezTo>
                  <a:close/>
                  <a:moveTo>
                    <a:pt x="129" y="276"/>
                  </a:moveTo>
                  <a:cubicBezTo>
                    <a:pt x="113" y="276"/>
                    <a:pt x="113" y="276"/>
                    <a:pt x="113" y="276"/>
                  </a:cubicBezTo>
                  <a:cubicBezTo>
                    <a:pt x="110" y="276"/>
                    <a:pt x="107" y="273"/>
                    <a:pt x="107" y="270"/>
                  </a:cubicBezTo>
                  <a:cubicBezTo>
                    <a:pt x="107" y="267"/>
                    <a:pt x="110" y="265"/>
                    <a:pt x="113" y="265"/>
                  </a:cubicBezTo>
                  <a:cubicBezTo>
                    <a:pt x="129" y="265"/>
                    <a:pt x="129" y="265"/>
                    <a:pt x="129" y="265"/>
                  </a:cubicBezTo>
                  <a:cubicBezTo>
                    <a:pt x="132" y="265"/>
                    <a:pt x="135" y="267"/>
                    <a:pt x="135" y="270"/>
                  </a:cubicBezTo>
                  <a:cubicBezTo>
                    <a:pt x="135" y="273"/>
                    <a:pt x="132" y="276"/>
                    <a:pt x="129" y="276"/>
                  </a:cubicBezTo>
                  <a:close/>
                  <a:moveTo>
                    <a:pt x="155" y="254"/>
                  </a:moveTo>
                  <a:cubicBezTo>
                    <a:pt x="14" y="254"/>
                    <a:pt x="14" y="254"/>
                    <a:pt x="14" y="254"/>
                  </a:cubicBezTo>
                  <a:cubicBezTo>
                    <a:pt x="14" y="13"/>
                    <a:pt x="14" y="13"/>
                    <a:pt x="14" y="13"/>
                  </a:cubicBezTo>
                  <a:cubicBezTo>
                    <a:pt x="155" y="13"/>
                    <a:pt x="155" y="13"/>
                    <a:pt x="155" y="13"/>
                  </a:cubicBezTo>
                  <a:lnTo>
                    <a:pt x="155" y="254"/>
                  </a:lnTo>
                  <a:close/>
                  <a:moveTo>
                    <a:pt x="155" y="254"/>
                  </a:moveTo>
                  <a:cubicBezTo>
                    <a:pt x="155" y="254"/>
                    <a:pt x="155" y="254"/>
                    <a:pt x="155" y="2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2" name="Rectangle 91"/>
          <p:cNvSpPr/>
          <p:nvPr/>
        </p:nvSpPr>
        <p:spPr>
          <a:xfrm>
            <a:off x="2052801" y="3631338"/>
            <a:ext cx="1194238" cy="369332"/>
          </a:xfrm>
          <a:prstGeom prst="rect">
            <a:avLst/>
          </a:prstGeom>
        </p:spPr>
        <p:txBody>
          <a:bodyPr wrap="none" lIns="0" tIns="0" rIns="0" bIns="0">
            <a:spAutoFit/>
          </a:bodyPr>
          <a:lstStyle/>
          <a:p>
            <a:pPr algn="r"/>
            <a:r>
              <a:rPr lang="en-US" sz="2400" b="1" dirty="0">
                <a:solidFill>
                  <a:schemeClr val="accent5"/>
                </a:solidFill>
              </a:rPr>
              <a:t>7 Billion</a:t>
            </a:r>
          </a:p>
        </p:txBody>
      </p:sp>
      <p:sp>
        <p:nvSpPr>
          <p:cNvPr id="93" name="Rectangle 92"/>
          <p:cNvSpPr/>
          <p:nvPr/>
        </p:nvSpPr>
        <p:spPr>
          <a:xfrm>
            <a:off x="1273743" y="3975808"/>
            <a:ext cx="1973296" cy="169277"/>
          </a:xfrm>
          <a:prstGeom prst="rect">
            <a:avLst/>
          </a:prstGeom>
        </p:spPr>
        <p:txBody>
          <a:bodyPr wrap="none" lIns="0" tIns="0" rIns="0" bIns="0">
            <a:spAutoFit/>
          </a:bodyPr>
          <a:lstStyle/>
          <a:p>
            <a:pPr algn="r"/>
            <a:r>
              <a:rPr lang="en-US" sz="1100" b="1" dirty="0">
                <a:solidFill>
                  <a:schemeClr val="bg1">
                    <a:lumMod val="75000"/>
                  </a:schemeClr>
                </a:solidFill>
              </a:rPr>
              <a:t>apps and websites integrated</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edge">
                                      <p:cBhvr>
                                        <p:cTn id="7" dur="1000"/>
                                        <p:tgtEl>
                                          <p:spTgt spid="9"/>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1029"/>
                                        </p:tgtEl>
                                        <p:attrNameLst>
                                          <p:attrName>style.visibility</p:attrName>
                                        </p:attrNameLst>
                                      </p:cBhvr>
                                      <p:to>
                                        <p:strVal val="visible"/>
                                      </p:to>
                                    </p:set>
                                    <p:anim calcmode="lin" valueType="num">
                                      <p:cBhvr>
                                        <p:cTn id="11" dur="500" fill="hold"/>
                                        <p:tgtEl>
                                          <p:spTgt spid="1029"/>
                                        </p:tgtEl>
                                        <p:attrNameLst>
                                          <p:attrName>ppt_w</p:attrName>
                                        </p:attrNameLst>
                                      </p:cBhvr>
                                      <p:tavLst>
                                        <p:tav tm="0">
                                          <p:val>
                                            <p:fltVal val="0"/>
                                          </p:val>
                                        </p:tav>
                                        <p:tav tm="100000">
                                          <p:val>
                                            <p:strVal val="#ppt_w"/>
                                          </p:val>
                                        </p:tav>
                                      </p:tavLst>
                                    </p:anim>
                                    <p:anim calcmode="lin" valueType="num">
                                      <p:cBhvr>
                                        <p:cTn id="12" dur="500" fill="hold"/>
                                        <p:tgtEl>
                                          <p:spTgt spid="1029"/>
                                        </p:tgtEl>
                                        <p:attrNameLst>
                                          <p:attrName>ppt_h</p:attrName>
                                        </p:attrNameLst>
                                      </p:cBhvr>
                                      <p:tavLst>
                                        <p:tav tm="0">
                                          <p:val>
                                            <p:fltVal val="0"/>
                                          </p:val>
                                        </p:tav>
                                        <p:tav tm="100000">
                                          <p:val>
                                            <p:strVal val="#ppt_h"/>
                                          </p:val>
                                        </p:tav>
                                      </p:tavLst>
                                    </p:anim>
                                    <p:animEffect transition="in" filter="fade">
                                      <p:cBhvr>
                                        <p:cTn id="13" dur="500"/>
                                        <p:tgtEl>
                                          <p:spTgt spid="1029"/>
                                        </p:tgtEl>
                                      </p:cBhvr>
                                    </p:animEffect>
                                  </p:childTnLst>
                                </p:cTn>
                              </p:par>
                            </p:childTnLst>
                          </p:cTn>
                        </p:par>
                        <p:par>
                          <p:cTn id="14" fill="hold">
                            <p:stCondLst>
                              <p:cond delay="1500"/>
                            </p:stCondLst>
                            <p:childTnLst>
                              <p:par>
                                <p:cTn id="15" presetID="53"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fltVal val="0"/>
                                          </p:val>
                                        </p:tav>
                                        <p:tav tm="100000">
                                          <p:val>
                                            <p:strVal val="#ppt_w"/>
                                          </p:val>
                                        </p:tav>
                                      </p:tavLst>
                                    </p:anim>
                                    <p:anim calcmode="lin" valueType="num">
                                      <p:cBhvr>
                                        <p:cTn id="18" dur="500" fill="hold"/>
                                        <p:tgtEl>
                                          <p:spTgt spid="4"/>
                                        </p:tgtEl>
                                        <p:attrNameLst>
                                          <p:attrName>ppt_h</p:attrName>
                                        </p:attrNameLst>
                                      </p:cBhvr>
                                      <p:tavLst>
                                        <p:tav tm="0">
                                          <p:val>
                                            <p:fltVal val="0"/>
                                          </p:val>
                                        </p:tav>
                                        <p:tav tm="100000">
                                          <p:val>
                                            <p:strVal val="#ppt_h"/>
                                          </p:val>
                                        </p:tav>
                                      </p:tavLst>
                                    </p:anim>
                                    <p:animEffect transition="in" filter="fade">
                                      <p:cBhvr>
                                        <p:cTn id="19" dur="500"/>
                                        <p:tgtEl>
                                          <p:spTgt spid="4"/>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1033"/>
                                        </p:tgtEl>
                                        <p:attrNameLst>
                                          <p:attrName>style.visibility</p:attrName>
                                        </p:attrNameLst>
                                      </p:cBhvr>
                                      <p:to>
                                        <p:strVal val="visible"/>
                                      </p:to>
                                    </p:set>
                                    <p:anim calcmode="lin" valueType="num">
                                      <p:cBhvr>
                                        <p:cTn id="23" dur="500" fill="hold"/>
                                        <p:tgtEl>
                                          <p:spTgt spid="1033"/>
                                        </p:tgtEl>
                                        <p:attrNameLst>
                                          <p:attrName>ppt_w</p:attrName>
                                        </p:attrNameLst>
                                      </p:cBhvr>
                                      <p:tavLst>
                                        <p:tav tm="0">
                                          <p:val>
                                            <p:fltVal val="0"/>
                                          </p:val>
                                        </p:tav>
                                        <p:tav tm="100000">
                                          <p:val>
                                            <p:strVal val="#ppt_w"/>
                                          </p:val>
                                        </p:tav>
                                      </p:tavLst>
                                    </p:anim>
                                    <p:anim calcmode="lin" valueType="num">
                                      <p:cBhvr>
                                        <p:cTn id="24" dur="500" fill="hold"/>
                                        <p:tgtEl>
                                          <p:spTgt spid="1033"/>
                                        </p:tgtEl>
                                        <p:attrNameLst>
                                          <p:attrName>ppt_h</p:attrName>
                                        </p:attrNameLst>
                                      </p:cBhvr>
                                      <p:tavLst>
                                        <p:tav tm="0">
                                          <p:val>
                                            <p:fltVal val="0"/>
                                          </p:val>
                                        </p:tav>
                                        <p:tav tm="100000">
                                          <p:val>
                                            <p:strVal val="#ppt_h"/>
                                          </p:val>
                                        </p:tav>
                                      </p:tavLst>
                                    </p:anim>
                                    <p:animEffect transition="in" filter="fade">
                                      <p:cBhvr>
                                        <p:cTn id="25" dur="500"/>
                                        <p:tgtEl>
                                          <p:spTgt spid="1033"/>
                                        </p:tgtEl>
                                      </p:cBhvr>
                                    </p:animEffect>
                                  </p:childTnLst>
                                </p:cTn>
                              </p:par>
                            </p:childTnLst>
                          </p:cTn>
                        </p:par>
                        <p:par>
                          <p:cTn id="26" fill="hold">
                            <p:stCondLst>
                              <p:cond delay="2500"/>
                            </p:stCondLst>
                            <p:childTnLst>
                              <p:par>
                                <p:cTn id="27" presetID="2" presetClass="entr" presetSubtype="8" accel="50000" decel="50000" fill="hold" grpId="0" nodeType="afterEffect">
                                  <p:stCondLst>
                                    <p:cond delay="0"/>
                                  </p:stCondLst>
                                  <p:childTnLst>
                                    <p:set>
                                      <p:cBhvr>
                                        <p:cTn id="28" dur="1" fill="hold">
                                          <p:stCondLst>
                                            <p:cond delay="0"/>
                                          </p:stCondLst>
                                        </p:cTn>
                                        <p:tgtEl>
                                          <p:spTgt spid="40"/>
                                        </p:tgtEl>
                                        <p:attrNameLst>
                                          <p:attrName>style.visibility</p:attrName>
                                        </p:attrNameLst>
                                      </p:cBhvr>
                                      <p:to>
                                        <p:strVal val="visible"/>
                                      </p:to>
                                    </p:set>
                                    <p:anim calcmode="lin" valueType="num">
                                      <p:cBhvr additive="base">
                                        <p:cTn id="29" dur="500" fill="hold"/>
                                        <p:tgtEl>
                                          <p:spTgt spid="40"/>
                                        </p:tgtEl>
                                        <p:attrNameLst>
                                          <p:attrName>ppt_x</p:attrName>
                                        </p:attrNameLst>
                                      </p:cBhvr>
                                      <p:tavLst>
                                        <p:tav tm="0">
                                          <p:val>
                                            <p:strVal val="0-#ppt_w/2"/>
                                          </p:val>
                                        </p:tav>
                                        <p:tav tm="100000">
                                          <p:val>
                                            <p:strVal val="#ppt_x"/>
                                          </p:val>
                                        </p:tav>
                                      </p:tavLst>
                                    </p:anim>
                                    <p:anim calcmode="lin" valueType="num">
                                      <p:cBhvr additive="base">
                                        <p:cTn id="30" dur="500" fill="hold"/>
                                        <p:tgtEl>
                                          <p:spTgt spid="40"/>
                                        </p:tgtEl>
                                        <p:attrNameLst>
                                          <p:attrName>ppt_y</p:attrName>
                                        </p:attrNameLst>
                                      </p:cBhvr>
                                      <p:tavLst>
                                        <p:tav tm="0">
                                          <p:val>
                                            <p:strVal val="#ppt_y"/>
                                          </p:val>
                                        </p:tav>
                                        <p:tav tm="100000">
                                          <p:val>
                                            <p:strVal val="#ppt_y"/>
                                          </p:val>
                                        </p:tav>
                                      </p:tavLst>
                                    </p:anim>
                                  </p:childTnLst>
                                </p:cTn>
                              </p:par>
                            </p:childTnLst>
                          </p:cTn>
                        </p:par>
                        <p:par>
                          <p:cTn id="31" fill="hold">
                            <p:stCondLst>
                              <p:cond delay="3000"/>
                            </p:stCondLst>
                            <p:childTnLst>
                              <p:par>
                                <p:cTn id="32" presetID="2" presetClass="entr" presetSubtype="8" accel="50000" decel="50000" fill="hold" grpId="0" nodeType="afterEffect">
                                  <p:stCondLst>
                                    <p:cond delay="0"/>
                                  </p:stCondLst>
                                  <p:childTnLst>
                                    <p:set>
                                      <p:cBhvr>
                                        <p:cTn id="33" dur="1" fill="hold">
                                          <p:stCondLst>
                                            <p:cond delay="0"/>
                                          </p:stCondLst>
                                        </p:cTn>
                                        <p:tgtEl>
                                          <p:spTgt spid="56"/>
                                        </p:tgtEl>
                                        <p:attrNameLst>
                                          <p:attrName>style.visibility</p:attrName>
                                        </p:attrNameLst>
                                      </p:cBhvr>
                                      <p:to>
                                        <p:strVal val="visible"/>
                                      </p:to>
                                    </p:set>
                                    <p:anim calcmode="lin" valueType="num">
                                      <p:cBhvr additive="base">
                                        <p:cTn id="34" dur="500" fill="hold"/>
                                        <p:tgtEl>
                                          <p:spTgt spid="56"/>
                                        </p:tgtEl>
                                        <p:attrNameLst>
                                          <p:attrName>ppt_x</p:attrName>
                                        </p:attrNameLst>
                                      </p:cBhvr>
                                      <p:tavLst>
                                        <p:tav tm="0">
                                          <p:val>
                                            <p:strVal val="0-#ppt_w/2"/>
                                          </p:val>
                                        </p:tav>
                                        <p:tav tm="100000">
                                          <p:val>
                                            <p:strVal val="#ppt_x"/>
                                          </p:val>
                                        </p:tav>
                                      </p:tavLst>
                                    </p:anim>
                                    <p:anim calcmode="lin" valueType="num">
                                      <p:cBhvr additive="base">
                                        <p:cTn id="35" dur="500" fill="hold"/>
                                        <p:tgtEl>
                                          <p:spTgt spid="56"/>
                                        </p:tgtEl>
                                        <p:attrNameLst>
                                          <p:attrName>ppt_y</p:attrName>
                                        </p:attrNameLst>
                                      </p:cBhvr>
                                      <p:tavLst>
                                        <p:tav tm="0">
                                          <p:val>
                                            <p:strVal val="#ppt_y"/>
                                          </p:val>
                                        </p:tav>
                                        <p:tav tm="100000">
                                          <p:val>
                                            <p:strVal val="#ppt_y"/>
                                          </p:val>
                                        </p:tav>
                                      </p:tavLst>
                                    </p:anim>
                                  </p:childTnLst>
                                </p:cTn>
                              </p:par>
                            </p:childTnLst>
                          </p:cTn>
                        </p:par>
                        <p:par>
                          <p:cTn id="36" fill="hold">
                            <p:stCondLst>
                              <p:cond delay="3500"/>
                            </p:stCondLst>
                            <p:childTnLst>
                              <p:par>
                                <p:cTn id="37" presetID="53"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500" fill="hold"/>
                                        <p:tgtEl>
                                          <p:spTgt spid="5"/>
                                        </p:tgtEl>
                                        <p:attrNameLst>
                                          <p:attrName>ppt_w</p:attrName>
                                        </p:attrNameLst>
                                      </p:cBhvr>
                                      <p:tavLst>
                                        <p:tav tm="0">
                                          <p:val>
                                            <p:fltVal val="0"/>
                                          </p:val>
                                        </p:tav>
                                        <p:tav tm="100000">
                                          <p:val>
                                            <p:strVal val="#ppt_w"/>
                                          </p:val>
                                        </p:tav>
                                      </p:tavLst>
                                    </p:anim>
                                    <p:anim calcmode="lin" valueType="num">
                                      <p:cBhvr>
                                        <p:cTn id="40" dur="500" fill="hold"/>
                                        <p:tgtEl>
                                          <p:spTgt spid="5"/>
                                        </p:tgtEl>
                                        <p:attrNameLst>
                                          <p:attrName>ppt_h</p:attrName>
                                        </p:attrNameLst>
                                      </p:cBhvr>
                                      <p:tavLst>
                                        <p:tav tm="0">
                                          <p:val>
                                            <p:fltVal val="0"/>
                                          </p:val>
                                        </p:tav>
                                        <p:tav tm="100000">
                                          <p:val>
                                            <p:strVal val="#ppt_h"/>
                                          </p:val>
                                        </p:tav>
                                      </p:tavLst>
                                    </p:anim>
                                    <p:animEffect transition="in" filter="fade">
                                      <p:cBhvr>
                                        <p:cTn id="41" dur="500"/>
                                        <p:tgtEl>
                                          <p:spTgt spid="5"/>
                                        </p:tgtEl>
                                      </p:cBhvr>
                                    </p:animEffect>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1037"/>
                                        </p:tgtEl>
                                        <p:attrNameLst>
                                          <p:attrName>style.visibility</p:attrName>
                                        </p:attrNameLst>
                                      </p:cBhvr>
                                      <p:to>
                                        <p:strVal val="visible"/>
                                      </p:to>
                                    </p:set>
                                    <p:anim calcmode="lin" valueType="num">
                                      <p:cBhvr>
                                        <p:cTn id="45" dur="500" fill="hold"/>
                                        <p:tgtEl>
                                          <p:spTgt spid="1037"/>
                                        </p:tgtEl>
                                        <p:attrNameLst>
                                          <p:attrName>ppt_w</p:attrName>
                                        </p:attrNameLst>
                                      </p:cBhvr>
                                      <p:tavLst>
                                        <p:tav tm="0">
                                          <p:val>
                                            <p:fltVal val="0"/>
                                          </p:val>
                                        </p:tav>
                                        <p:tav tm="100000">
                                          <p:val>
                                            <p:strVal val="#ppt_w"/>
                                          </p:val>
                                        </p:tav>
                                      </p:tavLst>
                                    </p:anim>
                                    <p:anim calcmode="lin" valueType="num">
                                      <p:cBhvr>
                                        <p:cTn id="46" dur="500" fill="hold"/>
                                        <p:tgtEl>
                                          <p:spTgt spid="1037"/>
                                        </p:tgtEl>
                                        <p:attrNameLst>
                                          <p:attrName>ppt_h</p:attrName>
                                        </p:attrNameLst>
                                      </p:cBhvr>
                                      <p:tavLst>
                                        <p:tav tm="0">
                                          <p:val>
                                            <p:fltVal val="0"/>
                                          </p:val>
                                        </p:tav>
                                        <p:tav tm="100000">
                                          <p:val>
                                            <p:strVal val="#ppt_h"/>
                                          </p:val>
                                        </p:tav>
                                      </p:tavLst>
                                    </p:anim>
                                    <p:animEffect transition="in" filter="fade">
                                      <p:cBhvr>
                                        <p:cTn id="47" dur="500"/>
                                        <p:tgtEl>
                                          <p:spTgt spid="1037"/>
                                        </p:tgtEl>
                                      </p:cBhvr>
                                    </p:animEffect>
                                  </p:childTnLst>
                                </p:cTn>
                              </p:par>
                            </p:childTnLst>
                          </p:cTn>
                        </p:par>
                        <p:par>
                          <p:cTn id="48" fill="hold">
                            <p:stCondLst>
                              <p:cond delay="4500"/>
                            </p:stCondLst>
                            <p:childTnLst>
                              <p:par>
                                <p:cTn id="49" presetID="2" presetClass="entr" presetSubtype="2" accel="50000" decel="50000" fill="hold" grpId="0" nodeType="afterEffect">
                                  <p:stCondLst>
                                    <p:cond delay="0"/>
                                  </p:stCondLst>
                                  <p:childTnLst>
                                    <p:set>
                                      <p:cBhvr>
                                        <p:cTn id="50" dur="1" fill="hold">
                                          <p:stCondLst>
                                            <p:cond delay="0"/>
                                          </p:stCondLst>
                                        </p:cTn>
                                        <p:tgtEl>
                                          <p:spTgt spid="37"/>
                                        </p:tgtEl>
                                        <p:attrNameLst>
                                          <p:attrName>style.visibility</p:attrName>
                                        </p:attrNameLst>
                                      </p:cBhvr>
                                      <p:to>
                                        <p:strVal val="visible"/>
                                      </p:to>
                                    </p:set>
                                    <p:anim calcmode="lin" valueType="num">
                                      <p:cBhvr additive="base">
                                        <p:cTn id="51" dur="500" fill="hold"/>
                                        <p:tgtEl>
                                          <p:spTgt spid="37"/>
                                        </p:tgtEl>
                                        <p:attrNameLst>
                                          <p:attrName>ppt_x</p:attrName>
                                        </p:attrNameLst>
                                      </p:cBhvr>
                                      <p:tavLst>
                                        <p:tav tm="0">
                                          <p:val>
                                            <p:strVal val="1+#ppt_w/2"/>
                                          </p:val>
                                        </p:tav>
                                        <p:tav tm="100000">
                                          <p:val>
                                            <p:strVal val="#ppt_x"/>
                                          </p:val>
                                        </p:tav>
                                      </p:tavLst>
                                    </p:anim>
                                    <p:anim calcmode="lin" valueType="num">
                                      <p:cBhvr additive="base">
                                        <p:cTn id="52" dur="500" fill="hold"/>
                                        <p:tgtEl>
                                          <p:spTgt spid="37"/>
                                        </p:tgtEl>
                                        <p:attrNameLst>
                                          <p:attrName>ppt_y</p:attrName>
                                        </p:attrNameLst>
                                      </p:cBhvr>
                                      <p:tavLst>
                                        <p:tav tm="0">
                                          <p:val>
                                            <p:strVal val="#ppt_y"/>
                                          </p:val>
                                        </p:tav>
                                        <p:tav tm="100000">
                                          <p:val>
                                            <p:strVal val="#ppt_y"/>
                                          </p:val>
                                        </p:tav>
                                      </p:tavLst>
                                    </p:anim>
                                  </p:childTnLst>
                                </p:cTn>
                              </p:par>
                            </p:childTnLst>
                          </p:cTn>
                        </p:par>
                        <p:par>
                          <p:cTn id="53" fill="hold">
                            <p:stCondLst>
                              <p:cond delay="5000"/>
                            </p:stCondLst>
                            <p:childTnLst>
                              <p:par>
                                <p:cTn id="54" presetID="2" presetClass="entr" presetSubtype="2" accel="50000" decel="50000" fill="hold" grpId="0" nodeType="afterEffect">
                                  <p:stCondLst>
                                    <p:cond delay="0"/>
                                  </p:stCondLst>
                                  <p:childTnLst>
                                    <p:set>
                                      <p:cBhvr>
                                        <p:cTn id="55" dur="1" fill="hold">
                                          <p:stCondLst>
                                            <p:cond delay="0"/>
                                          </p:stCondLst>
                                        </p:cTn>
                                        <p:tgtEl>
                                          <p:spTgt spid="57"/>
                                        </p:tgtEl>
                                        <p:attrNameLst>
                                          <p:attrName>style.visibility</p:attrName>
                                        </p:attrNameLst>
                                      </p:cBhvr>
                                      <p:to>
                                        <p:strVal val="visible"/>
                                      </p:to>
                                    </p:set>
                                    <p:anim calcmode="lin" valueType="num">
                                      <p:cBhvr additive="base">
                                        <p:cTn id="56" dur="500" fill="hold"/>
                                        <p:tgtEl>
                                          <p:spTgt spid="57"/>
                                        </p:tgtEl>
                                        <p:attrNameLst>
                                          <p:attrName>ppt_x</p:attrName>
                                        </p:attrNameLst>
                                      </p:cBhvr>
                                      <p:tavLst>
                                        <p:tav tm="0">
                                          <p:val>
                                            <p:strVal val="1+#ppt_w/2"/>
                                          </p:val>
                                        </p:tav>
                                        <p:tav tm="100000">
                                          <p:val>
                                            <p:strVal val="#ppt_x"/>
                                          </p:val>
                                        </p:tav>
                                      </p:tavLst>
                                    </p:anim>
                                    <p:anim calcmode="lin" valueType="num">
                                      <p:cBhvr additive="base">
                                        <p:cTn id="57" dur="500" fill="hold"/>
                                        <p:tgtEl>
                                          <p:spTgt spid="57"/>
                                        </p:tgtEl>
                                        <p:attrNameLst>
                                          <p:attrName>ppt_y</p:attrName>
                                        </p:attrNameLst>
                                      </p:cBhvr>
                                      <p:tavLst>
                                        <p:tav tm="0">
                                          <p:val>
                                            <p:strVal val="#ppt_y"/>
                                          </p:val>
                                        </p:tav>
                                        <p:tav tm="100000">
                                          <p:val>
                                            <p:strVal val="#ppt_y"/>
                                          </p:val>
                                        </p:tav>
                                      </p:tavLst>
                                    </p:anim>
                                  </p:childTnLst>
                                </p:cTn>
                              </p:par>
                            </p:childTnLst>
                          </p:cTn>
                        </p:par>
                        <p:par>
                          <p:cTn id="58" fill="hold">
                            <p:stCondLst>
                              <p:cond delay="5500"/>
                            </p:stCondLst>
                            <p:childTnLst>
                              <p:par>
                                <p:cTn id="59" presetID="53" presetClass="entr" presetSubtype="0" fill="hold"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Effect transition="in" filter="fade">
                                      <p:cBhvr>
                                        <p:cTn id="63" dur="500"/>
                                        <p:tgtEl>
                                          <p:spTgt spid="10"/>
                                        </p:tgtEl>
                                      </p:cBhvr>
                                    </p:animEffect>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1048"/>
                                        </p:tgtEl>
                                        <p:attrNameLst>
                                          <p:attrName>style.visibility</p:attrName>
                                        </p:attrNameLst>
                                      </p:cBhvr>
                                      <p:to>
                                        <p:strVal val="visible"/>
                                      </p:to>
                                    </p:set>
                                    <p:anim calcmode="lin" valueType="num">
                                      <p:cBhvr>
                                        <p:cTn id="67" dur="500" fill="hold"/>
                                        <p:tgtEl>
                                          <p:spTgt spid="1048"/>
                                        </p:tgtEl>
                                        <p:attrNameLst>
                                          <p:attrName>ppt_w</p:attrName>
                                        </p:attrNameLst>
                                      </p:cBhvr>
                                      <p:tavLst>
                                        <p:tav tm="0">
                                          <p:val>
                                            <p:fltVal val="0"/>
                                          </p:val>
                                        </p:tav>
                                        <p:tav tm="100000">
                                          <p:val>
                                            <p:strVal val="#ppt_w"/>
                                          </p:val>
                                        </p:tav>
                                      </p:tavLst>
                                    </p:anim>
                                    <p:anim calcmode="lin" valueType="num">
                                      <p:cBhvr>
                                        <p:cTn id="68" dur="500" fill="hold"/>
                                        <p:tgtEl>
                                          <p:spTgt spid="1048"/>
                                        </p:tgtEl>
                                        <p:attrNameLst>
                                          <p:attrName>ppt_h</p:attrName>
                                        </p:attrNameLst>
                                      </p:cBhvr>
                                      <p:tavLst>
                                        <p:tav tm="0">
                                          <p:val>
                                            <p:fltVal val="0"/>
                                          </p:val>
                                        </p:tav>
                                        <p:tav tm="100000">
                                          <p:val>
                                            <p:strVal val="#ppt_h"/>
                                          </p:val>
                                        </p:tav>
                                      </p:tavLst>
                                    </p:anim>
                                    <p:animEffect transition="in" filter="fade">
                                      <p:cBhvr>
                                        <p:cTn id="69" dur="500"/>
                                        <p:tgtEl>
                                          <p:spTgt spid="1048"/>
                                        </p:tgtEl>
                                      </p:cBhvr>
                                    </p:animEffect>
                                  </p:childTnLst>
                                </p:cTn>
                              </p:par>
                            </p:childTnLst>
                          </p:cTn>
                        </p:par>
                        <p:par>
                          <p:cTn id="70" fill="hold">
                            <p:stCondLst>
                              <p:cond delay="6500"/>
                            </p:stCondLst>
                            <p:childTnLst>
                              <p:par>
                                <p:cTn id="71" presetID="2" presetClass="entr" presetSubtype="8" accel="50000" decel="50000" fill="hold" grpId="0" nodeType="afterEffect">
                                  <p:stCondLst>
                                    <p:cond delay="0"/>
                                  </p:stCondLst>
                                  <p:childTnLst>
                                    <p:set>
                                      <p:cBhvr>
                                        <p:cTn id="72" dur="1" fill="hold">
                                          <p:stCondLst>
                                            <p:cond delay="0"/>
                                          </p:stCondLst>
                                        </p:cTn>
                                        <p:tgtEl>
                                          <p:spTgt spid="73"/>
                                        </p:tgtEl>
                                        <p:attrNameLst>
                                          <p:attrName>style.visibility</p:attrName>
                                        </p:attrNameLst>
                                      </p:cBhvr>
                                      <p:to>
                                        <p:strVal val="visible"/>
                                      </p:to>
                                    </p:set>
                                    <p:anim calcmode="lin" valueType="num">
                                      <p:cBhvr additive="base">
                                        <p:cTn id="73" dur="500" fill="hold"/>
                                        <p:tgtEl>
                                          <p:spTgt spid="73"/>
                                        </p:tgtEl>
                                        <p:attrNameLst>
                                          <p:attrName>ppt_x</p:attrName>
                                        </p:attrNameLst>
                                      </p:cBhvr>
                                      <p:tavLst>
                                        <p:tav tm="0">
                                          <p:val>
                                            <p:strVal val="0-#ppt_w/2"/>
                                          </p:val>
                                        </p:tav>
                                        <p:tav tm="100000">
                                          <p:val>
                                            <p:strVal val="#ppt_x"/>
                                          </p:val>
                                        </p:tav>
                                      </p:tavLst>
                                    </p:anim>
                                    <p:anim calcmode="lin" valueType="num">
                                      <p:cBhvr additive="base">
                                        <p:cTn id="74" dur="500" fill="hold"/>
                                        <p:tgtEl>
                                          <p:spTgt spid="73"/>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 presetClass="entr" presetSubtype="8" accel="50000" decel="50000" fill="hold" grpId="0" nodeType="afterEffect">
                                  <p:stCondLst>
                                    <p:cond delay="0"/>
                                  </p:stCondLst>
                                  <p:childTnLst>
                                    <p:set>
                                      <p:cBhvr>
                                        <p:cTn id="77" dur="1" fill="hold">
                                          <p:stCondLst>
                                            <p:cond delay="0"/>
                                          </p:stCondLst>
                                        </p:cTn>
                                        <p:tgtEl>
                                          <p:spTgt spid="74"/>
                                        </p:tgtEl>
                                        <p:attrNameLst>
                                          <p:attrName>style.visibility</p:attrName>
                                        </p:attrNameLst>
                                      </p:cBhvr>
                                      <p:to>
                                        <p:strVal val="visible"/>
                                      </p:to>
                                    </p:set>
                                    <p:anim calcmode="lin" valueType="num">
                                      <p:cBhvr additive="base">
                                        <p:cTn id="78" dur="500" fill="hold"/>
                                        <p:tgtEl>
                                          <p:spTgt spid="74"/>
                                        </p:tgtEl>
                                        <p:attrNameLst>
                                          <p:attrName>ppt_x</p:attrName>
                                        </p:attrNameLst>
                                      </p:cBhvr>
                                      <p:tavLst>
                                        <p:tav tm="0">
                                          <p:val>
                                            <p:strVal val="0-#ppt_w/2"/>
                                          </p:val>
                                        </p:tav>
                                        <p:tav tm="100000">
                                          <p:val>
                                            <p:strVal val="#ppt_x"/>
                                          </p:val>
                                        </p:tav>
                                      </p:tavLst>
                                    </p:anim>
                                    <p:anim calcmode="lin" valueType="num">
                                      <p:cBhvr additive="base">
                                        <p:cTn id="79" dur="500" fill="hold"/>
                                        <p:tgtEl>
                                          <p:spTgt spid="74"/>
                                        </p:tgtEl>
                                        <p:attrNameLst>
                                          <p:attrName>ppt_y</p:attrName>
                                        </p:attrNameLst>
                                      </p:cBhvr>
                                      <p:tavLst>
                                        <p:tav tm="0">
                                          <p:val>
                                            <p:strVal val="#ppt_y"/>
                                          </p:val>
                                        </p:tav>
                                        <p:tav tm="100000">
                                          <p:val>
                                            <p:strVal val="#ppt_y"/>
                                          </p:val>
                                        </p:tav>
                                      </p:tavLst>
                                    </p:anim>
                                  </p:childTnLst>
                                </p:cTn>
                              </p:par>
                            </p:childTnLst>
                          </p:cTn>
                        </p:par>
                        <p:par>
                          <p:cTn id="80" fill="hold">
                            <p:stCondLst>
                              <p:cond delay="7500"/>
                            </p:stCondLst>
                            <p:childTnLst>
                              <p:par>
                                <p:cTn id="81" presetID="53" presetClass="entr" presetSubtype="0" fill="hold" nodeType="afterEffect">
                                  <p:stCondLst>
                                    <p:cond delay="0"/>
                                  </p:stCondLst>
                                  <p:childTnLst>
                                    <p:set>
                                      <p:cBhvr>
                                        <p:cTn id="82" dur="1" fill="hold">
                                          <p:stCondLst>
                                            <p:cond delay="0"/>
                                          </p:stCondLst>
                                        </p:cTn>
                                        <p:tgtEl>
                                          <p:spTgt spid="8"/>
                                        </p:tgtEl>
                                        <p:attrNameLst>
                                          <p:attrName>style.visibility</p:attrName>
                                        </p:attrNameLst>
                                      </p:cBhvr>
                                      <p:to>
                                        <p:strVal val="visible"/>
                                      </p:to>
                                    </p:set>
                                    <p:anim calcmode="lin" valueType="num">
                                      <p:cBhvr>
                                        <p:cTn id="83" dur="500" fill="hold"/>
                                        <p:tgtEl>
                                          <p:spTgt spid="8"/>
                                        </p:tgtEl>
                                        <p:attrNameLst>
                                          <p:attrName>ppt_w</p:attrName>
                                        </p:attrNameLst>
                                      </p:cBhvr>
                                      <p:tavLst>
                                        <p:tav tm="0">
                                          <p:val>
                                            <p:fltVal val="0"/>
                                          </p:val>
                                        </p:tav>
                                        <p:tav tm="100000">
                                          <p:val>
                                            <p:strVal val="#ppt_w"/>
                                          </p:val>
                                        </p:tav>
                                      </p:tavLst>
                                    </p:anim>
                                    <p:anim calcmode="lin" valueType="num">
                                      <p:cBhvr>
                                        <p:cTn id="84" dur="500" fill="hold"/>
                                        <p:tgtEl>
                                          <p:spTgt spid="8"/>
                                        </p:tgtEl>
                                        <p:attrNameLst>
                                          <p:attrName>ppt_h</p:attrName>
                                        </p:attrNameLst>
                                      </p:cBhvr>
                                      <p:tavLst>
                                        <p:tav tm="0">
                                          <p:val>
                                            <p:fltVal val="0"/>
                                          </p:val>
                                        </p:tav>
                                        <p:tav tm="100000">
                                          <p:val>
                                            <p:strVal val="#ppt_h"/>
                                          </p:val>
                                        </p:tav>
                                      </p:tavLst>
                                    </p:anim>
                                    <p:animEffect transition="in" filter="fade">
                                      <p:cBhvr>
                                        <p:cTn id="85" dur="500"/>
                                        <p:tgtEl>
                                          <p:spTgt spid="8"/>
                                        </p:tgtEl>
                                      </p:cBhvr>
                                    </p:animEffect>
                                  </p:childTnLst>
                                </p:cTn>
                              </p:par>
                            </p:childTnLst>
                          </p:cTn>
                        </p:par>
                        <p:par>
                          <p:cTn id="86" fill="hold">
                            <p:stCondLst>
                              <p:cond delay="8000"/>
                            </p:stCondLst>
                            <p:childTnLst>
                              <p:par>
                                <p:cTn id="87" presetID="53" presetClass="entr" presetSubtype="0" fill="hold" nodeType="after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p:cTn id="89" dur="500" fill="hold"/>
                                        <p:tgtEl>
                                          <p:spTgt spid="13"/>
                                        </p:tgtEl>
                                        <p:attrNameLst>
                                          <p:attrName>ppt_w</p:attrName>
                                        </p:attrNameLst>
                                      </p:cBhvr>
                                      <p:tavLst>
                                        <p:tav tm="0">
                                          <p:val>
                                            <p:fltVal val="0"/>
                                          </p:val>
                                        </p:tav>
                                        <p:tav tm="100000">
                                          <p:val>
                                            <p:strVal val="#ppt_w"/>
                                          </p:val>
                                        </p:tav>
                                      </p:tavLst>
                                    </p:anim>
                                    <p:anim calcmode="lin" valueType="num">
                                      <p:cBhvr>
                                        <p:cTn id="90" dur="500" fill="hold"/>
                                        <p:tgtEl>
                                          <p:spTgt spid="13"/>
                                        </p:tgtEl>
                                        <p:attrNameLst>
                                          <p:attrName>ppt_h</p:attrName>
                                        </p:attrNameLst>
                                      </p:cBhvr>
                                      <p:tavLst>
                                        <p:tav tm="0">
                                          <p:val>
                                            <p:fltVal val="0"/>
                                          </p:val>
                                        </p:tav>
                                        <p:tav tm="100000">
                                          <p:val>
                                            <p:strVal val="#ppt_h"/>
                                          </p:val>
                                        </p:tav>
                                      </p:tavLst>
                                    </p:anim>
                                    <p:animEffect transition="in" filter="fade">
                                      <p:cBhvr>
                                        <p:cTn id="91" dur="500"/>
                                        <p:tgtEl>
                                          <p:spTgt spid="13"/>
                                        </p:tgtEl>
                                      </p:cBhvr>
                                    </p:animEffect>
                                  </p:childTnLst>
                                </p:cTn>
                              </p:par>
                            </p:childTnLst>
                          </p:cTn>
                        </p:par>
                        <p:par>
                          <p:cTn id="92" fill="hold">
                            <p:stCondLst>
                              <p:cond delay="8500"/>
                            </p:stCondLst>
                            <p:childTnLst>
                              <p:par>
                                <p:cTn id="93" presetID="2" presetClass="entr" presetSubtype="2" accel="50000" decel="5000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additive="base">
                                        <p:cTn id="95" dur="500" fill="hold"/>
                                        <p:tgtEl>
                                          <p:spTgt spid="58"/>
                                        </p:tgtEl>
                                        <p:attrNameLst>
                                          <p:attrName>ppt_x</p:attrName>
                                        </p:attrNameLst>
                                      </p:cBhvr>
                                      <p:tavLst>
                                        <p:tav tm="0">
                                          <p:val>
                                            <p:strVal val="1+#ppt_w/2"/>
                                          </p:val>
                                        </p:tav>
                                        <p:tav tm="100000">
                                          <p:val>
                                            <p:strVal val="#ppt_x"/>
                                          </p:val>
                                        </p:tav>
                                      </p:tavLst>
                                    </p:anim>
                                    <p:anim calcmode="lin" valueType="num">
                                      <p:cBhvr additive="base">
                                        <p:cTn id="96" dur="500" fill="hold"/>
                                        <p:tgtEl>
                                          <p:spTgt spid="58"/>
                                        </p:tgtEl>
                                        <p:attrNameLst>
                                          <p:attrName>ppt_y</p:attrName>
                                        </p:attrNameLst>
                                      </p:cBhvr>
                                      <p:tavLst>
                                        <p:tav tm="0">
                                          <p:val>
                                            <p:strVal val="#ppt_y"/>
                                          </p:val>
                                        </p:tav>
                                        <p:tav tm="100000">
                                          <p:val>
                                            <p:strVal val="#ppt_y"/>
                                          </p:val>
                                        </p:tav>
                                      </p:tavLst>
                                    </p:anim>
                                  </p:childTnLst>
                                </p:cTn>
                              </p:par>
                            </p:childTnLst>
                          </p:cTn>
                        </p:par>
                        <p:par>
                          <p:cTn id="97" fill="hold">
                            <p:stCondLst>
                              <p:cond delay="9000"/>
                            </p:stCondLst>
                            <p:childTnLst>
                              <p:par>
                                <p:cTn id="98" presetID="2" presetClass="entr" presetSubtype="2" accel="50000" decel="50000" fill="hold" grpId="0" nodeType="afterEffect">
                                  <p:stCondLst>
                                    <p:cond delay="0"/>
                                  </p:stCondLst>
                                  <p:childTnLst>
                                    <p:set>
                                      <p:cBhvr>
                                        <p:cTn id="99" dur="1" fill="hold">
                                          <p:stCondLst>
                                            <p:cond delay="0"/>
                                          </p:stCondLst>
                                        </p:cTn>
                                        <p:tgtEl>
                                          <p:spTgt spid="59"/>
                                        </p:tgtEl>
                                        <p:attrNameLst>
                                          <p:attrName>style.visibility</p:attrName>
                                        </p:attrNameLst>
                                      </p:cBhvr>
                                      <p:to>
                                        <p:strVal val="visible"/>
                                      </p:to>
                                    </p:set>
                                    <p:anim calcmode="lin" valueType="num">
                                      <p:cBhvr additive="base">
                                        <p:cTn id="100" dur="500" fill="hold"/>
                                        <p:tgtEl>
                                          <p:spTgt spid="59"/>
                                        </p:tgtEl>
                                        <p:attrNameLst>
                                          <p:attrName>ppt_x</p:attrName>
                                        </p:attrNameLst>
                                      </p:cBhvr>
                                      <p:tavLst>
                                        <p:tav tm="0">
                                          <p:val>
                                            <p:strVal val="1+#ppt_w/2"/>
                                          </p:val>
                                        </p:tav>
                                        <p:tav tm="100000">
                                          <p:val>
                                            <p:strVal val="#ppt_x"/>
                                          </p:val>
                                        </p:tav>
                                      </p:tavLst>
                                    </p:anim>
                                    <p:anim calcmode="lin" valueType="num">
                                      <p:cBhvr additive="base">
                                        <p:cTn id="101" dur="500" fill="hold"/>
                                        <p:tgtEl>
                                          <p:spTgt spid="59"/>
                                        </p:tgtEl>
                                        <p:attrNameLst>
                                          <p:attrName>ppt_y</p:attrName>
                                        </p:attrNameLst>
                                      </p:cBhvr>
                                      <p:tavLst>
                                        <p:tav tm="0">
                                          <p:val>
                                            <p:strVal val="#ppt_y"/>
                                          </p:val>
                                        </p:tav>
                                        <p:tav tm="100000">
                                          <p:val>
                                            <p:strVal val="#ppt_y"/>
                                          </p:val>
                                        </p:tav>
                                      </p:tavLst>
                                    </p:anim>
                                  </p:childTnLst>
                                </p:cTn>
                              </p:par>
                            </p:childTnLst>
                          </p:cTn>
                        </p:par>
                        <p:par>
                          <p:cTn id="102" fill="hold">
                            <p:stCondLst>
                              <p:cond delay="9500"/>
                            </p:stCondLst>
                            <p:childTnLst>
                              <p:par>
                                <p:cTn id="103" presetID="53" presetClass="entr" presetSubtype="0" fill="hold" nodeType="afterEffect">
                                  <p:stCondLst>
                                    <p:cond delay="0"/>
                                  </p:stCondLst>
                                  <p:childTnLst>
                                    <p:set>
                                      <p:cBhvr>
                                        <p:cTn id="104" dur="1" fill="hold">
                                          <p:stCondLst>
                                            <p:cond delay="0"/>
                                          </p:stCondLst>
                                        </p:cTn>
                                        <p:tgtEl>
                                          <p:spTgt spid="7"/>
                                        </p:tgtEl>
                                        <p:attrNameLst>
                                          <p:attrName>style.visibility</p:attrName>
                                        </p:attrNameLst>
                                      </p:cBhvr>
                                      <p:to>
                                        <p:strVal val="visible"/>
                                      </p:to>
                                    </p:set>
                                    <p:anim calcmode="lin" valueType="num">
                                      <p:cBhvr>
                                        <p:cTn id="105" dur="500" fill="hold"/>
                                        <p:tgtEl>
                                          <p:spTgt spid="7"/>
                                        </p:tgtEl>
                                        <p:attrNameLst>
                                          <p:attrName>ppt_w</p:attrName>
                                        </p:attrNameLst>
                                      </p:cBhvr>
                                      <p:tavLst>
                                        <p:tav tm="0">
                                          <p:val>
                                            <p:fltVal val="0"/>
                                          </p:val>
                                        </p:tav>
                                        <p:tav tm="100000">
                                          <p:val>
                                            <p:strVal val="#ppt_w"/>
                                          </p:val>
                                        </p:tav>
                                      </p:tavLst>
                                    </p:anim>
                                    <p:anim calcmode="lin" valueType="num">
                                      <p:cBhvr>
                                        <p:cTn id="106" dur="500" fill="hold"/>
                                        <p:tgtEl>
                                          <p:spTgt spid="7"/>
                                        </p:tgtEl>
                                        <p:attrNameLst>
                                          <p:attrName>ppt_h</p:attrName>
                                        </p:attrNameLst>
                                      </p:cBhvr>
                                      <p:tavLst>
                                        <p:tav tm="0">
                                          <p:val>
                                            <p:fltVal val="0"/>
                                          </p:val>
                                        </p:tav>
                                        <p:tav tm="100000">
                                          <p:val>
                                            <p:strVal val="#ppt_h"/>
                                          </p:val>
                                        </p:tav>
                                      </p:tavLst>
                                    </p:anim>
                                    <p:animEffect transition="in" filter="fade">
                                      <p:cBhvr>
                                        <p:cTn id="107" dur="500"/>
                                        <p:tgtEl>
                                          <p:spTgt spid="7"/>
                                        </p:tgtEl>
                                      </p:cBhvr>
                                    </p:animEffect>
                                  </p:childTnLst>
                                </p:cTn>
                              </p:par>
                            </p:childTnLst>
                          </p:cTn>
                        </p:par>
                        <p:par>
                          <p:cTn id="108" fill="hold">
                            <p:stCondLst>
                              <p:cond delay="10000"/>
                            </p:stCondLst>
                            <p:childTnLst>
                              <p:par>
                                <p:cTn id="109" presetID="53" presetClass="entr" presetSubtype="0" fill="hold" nodeType="afterEffect">
                                  <p:stCondLst>
                                    <p:cond delay="0"/>
                                  </p:stCondLst>
                                  <p:childTnLst>
                                    <p:set>
                                      <p:cBhvr>
                                        <p:cTn id="110" dur="1" fill="hold">
                                          <p:stCondLst>
                                            <p:cond delay="0"/>
                                          </p:stCondLst>
                                        </p:cTn>
                                        <p:tgtEl>
                                          <p:spTgt spid="14"/>
                                        </p:tgtEl>
                                        <p:attrNameLst>
                                          <p:attrName>style.visibility</p:attrName>
                                        </p:attrNameLst>
                                      </p:cBhvr>
                                      <p:to>
                                        <p:strVal val="visible"/>
                                      </p:to>
                                    </p:set>
                                    <p:anim calcmode="lin" valueType="num">
                                      <p:cBhvr>
                                        <p:cTn id="111" dur="500" fill="hold"/>
                                        <p:tgtEl>
                                          <p:spTgt spid="14"/>
                                        </p:tgtEl>
                                        <p:attrNameLst>
                                          <p:attrName>ppt_w</p:attrName>
                                        </p:attrNameLst>
                                      </p:cBhvr>
                                      <p:tavLst>
                                        <p:tav tm="0">
                                          <p:val>
                                            <p:fltVal val="0"/>
                                          </p:val>
                                        </p:tav>
                                        <p:tav tm="100000">
                                          <p:val>
                                            <p:strVal val="#ppt_w"/>
                                          </p:val>
                                        </p:tav>
                                      </p:tavLst>
                                    </p:anim>
                                    <p:anim calcmode="lin" valueType="num">
                                      <p:cBhvr>
                                        <p:cTn id="112" dur="500" fill="hold"/>
                                        <p:tgtEl>
                                          <p:spTgt spid="14"/>
                                        </p:tgtEl>
                                        <p:attrNameLst>
                                          <p:attrName>ppt_h</p:attrName>
                                        </p:attrNameLst>
                                      </p:cBhvr>
                                      <p:tavLst>
                                        <p:tav tm="0">
                                          <p:val>
                                            <p:fltVal val="0"/>
                                          </p:val>
                                        </p:tav>
                                        <p:tav tm="100000">
                                          <p:val>
                                            <p:strVal val="#ppt_h"/>
                                          </p:val>
                                        </p:tav>
                                      </p:tavLst>
                                    </p:anim>
                                    <p:animEffect transition="in" filter="fade">
                                      <p:cBhvr>
                                        <p:cTn id="113" dur="500"/>
                                        <p:tgtEl>
                                          <p:spTgt spid="14"/>
                                        </p:tgtEl>
                                      </p:cBhvr>
                                    </p:animEffect>
                                  </p:childTnLst>
                                </p:cTn>
                              </p:par>
                            </p:childTnLst>
                          </p:cTn>
                        </p:par>
                        <p:par>
                          <p:cTn id="114" fill="hold">
                            <p:stCondLst>
                              <p:cond delay="10500"/>
                            </p:stCondLst>
                            <p:childTnLst>
                              <p:par>
                                <p:cTn id="115" presetID="2" presetClass="entr" presetSubtype="2" accel="50000" decel="50000" fill="hold" grpId="0" nodeType="afterEffect">
                                  <p:stCondLst>
                                    <p:cond delay="0"/>
                                  </p:stCondLst>
                                  <p:childTnLst>
                                    <p:set>
                                      <p:cBhvr>
                                        <p:cTn id="116" dur="1" fill="hold">
                                          <p:stCondLst>
                                            <p:cond delay="0"/>
                                          </p:stCondLst>
                                        </p:cTn>
                                        <p:tgtEl>
                                          <p:spTgt spid="83"/>
                                        </p:tgtEl>
                                        <p:attrNameLst>
                                          <p:attrName>style.visibility</p:attrName>
                                        </p:attrNameLst>
                                      </p:cBhvr>
                                      <p:to>
                                        <p:strVal val="visible"/>
                                      </p:to>
                                    </p:set>
                                    <p:anim calcmode="lin" valueType="num">
                                      <p:cBhvr additive="base">
                                        <p:cTn id="117" dur="500" fill="hold"/>
                                        <p:tgtEl>
                                          <p:spTgt spid="83"/>
                                        </p:tgtEl>
                                        <p:attrNameLst>
                                          <p:attrName>ppt_x</p:attrName>
                                        </p:attrNameLst>
                                      </p:cBhvr>
                                      <p:tavLst>
                                        <p:tav tm="0">
                                          <p:val>
                                            <p:strVal val="1+#ppt_w/2"/>
                                          </p:val>
                                        </p:tav>
                                        <p:tav tm="100000">
                                          <p:val>
                                            <p:strVal val="#ppt_x"/>
                                          </p:val>
                                        </p:tav>
                                      </p:tavLst>
                                    </p:anim>
                                    <p:anim calcmode="lin" valueType="num">
                                      <p:cBhvr additive="base">
                                        <p:cTn id="118" dur="500" fill="hold"/>
                                        <p:tgtEl>
                                          <p:spTgt spid="83"/>
                                        </p:tgtEl>
                                        <p:attrNameLst>
                                          <p:attrName>ppt_y</p:attrName>
                                        </p:attrNameLst>
                                      </p:cBhvr>
                                      <p:tavLst>
                                        <p:tav tm="0">
                                          <p:val>
                                            <p:strVal val="#ppt_y"/>
                                          </p:val>
                                        </p:tav>
                                        <p:tav tm="100000">
                                          <p:val>
                                            <p:strVal val="#ppt_y"/>
                                          </p:val>
                                        </p:tav>
                                      </p:tavLst>
                                    </p:anim>
                                  </p:childTnLst>
                                </p:cTn>
                              </p:par>
                            </p:childTnLst>
                          </p:cTn>
                        </p:par>
                        <p:par>
                          <p:cTn id="119" fill="hold">
                            <p:stCondLst>
                              <p:cond delay="11000"/>
                            </p:stCondLst>
                            <p:childTnLst>
                              <p:par>
                                <p:cTn id="120" presetID="2" presetClass="entr" presetSubtype="2" accel="50000" decel="50000" fill="hold" grpId="0" nodeType="afterEffect">
                                  <p:stCondLst>
                                    <p:cond delay="0"/>
                                  </p:stCondLst>
                                  <p:childTnLst>
                                    <p:set>
                                      <p:cBhvr>
                                        <p:cTn id="121" dur="1" fill="hold">
                                          <p:stCondLst>
                                            <p:cond delay="0"/>
                                          </p:stCondLst>
                                        </p:cTn>
                                        <p:tgtEl>
                                          <p:spTgt spid="84"/>
                                        </p:tgtEl>
                                        <p:attrNameLst>
                                          <p:attrName>style.visibility</p:attrName>
                                        </p:attrNameLst>
                                      </p:cBhvr>
                                      <p:to>
                                        <p:strVal val="visible"/>
                                      </p:to>
                                    </p:set>
                                    <p:anim calcmode="lin" valueType="num">
                                      <p:cBhvr additive="base">
                                        <p:cTn id="122" dur="500" fill="hold"/>
                                        <p:tgtEl>
                                          <p:spTgt spid="84"/>
                                        </p:tgtEl>
                                        <p:attrNameLst>
                                          <p:attrName>ppt_x</p:attrName>
                                        </p:attrNameLst>
                                      </p:cBhvr>
                                      <p:tavLst>
                                        <p:tav tm="0">
                                          <p:val>
                                            <p:strVal val="1+#ppt_w/2"/>
                                          </p:val>
                                        </p:tav>
                                        <p:tav tm="100000">
                                          <p:val>
                                            <p:strVal val="#ppt_x"/>
                                          </p:val>
                                        </p:tav>
                                      </p:tavLst>
                                    </p:anim>
                                    <p:anim calcmode="lin" valueType="num">
                                      <p:cBhvr additive="base">
                                        <p:cTn id="123" dur="500" fill="hold"/>
                                        <p:tgtEl>
                                          <p:spTgt spid="84"/>
                                        </p:tgtEl>
                                        <p:attrNameLst>
                                          <p:attrName>ppt_y</p:attrName>
                                        </p:attrNameLst>
                                      </p:cBhvr>
                                      <p:tavLst>
                                        <p:tav tm="0">
                                          <p:val>
                                            <p:strVal val="#ppt_y"/>
                                          </p:val>
                                        </p:tav>
                                        <p:tav tm="100000">
                                          <p:val>
                                            <p:strVal val="#ppt_y"/>
                                          </p:val>
                                        </p:tav>
                                      </p:tavLst>
                                    </p:anim>
                                  </p:childTnLst>
                                </p:cTn>
                              </p:par>
                            </p:childTnLst>
                          </p:cTn>
                        </p:par>
                        <p:par>
                          <p:cTn id="124" fill="hold">
                            <p:stCondLst>
                              <p:cond delay="11500"/>
                            </p:stCondLst>
                            <p:childTnLst>
                              <p:par>
                                <p:cTn id="125" presetID="53" presetClass="entr" presetSubtype="0" fill="hold" nodeType="after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500" fill="hold"/>
                                        <p:tgtEl>
                                          <p:spTgt spid="6"/>
                                        </p:tgtEl>
                                        <p:attrNameLst>
                                          <p:attrName>ppt_w</p:attrName>
                                        </p:attrNameLst>
                                      </p:cBhvr>
                                      <p:tavLst>
                                        <p:tav tm="0">
                                          <p:val>
                                            <p:fltVal val="0"/>
                                          </p:val>
                                        </p:tav>
                                        <p:tav tm="100000">
                                          <p:val>
                                            <p:strVal val="#ppt_w"/>
                                          </p:val>
                                        </p:tav>
                                      </p:tavLst>
                                    </p:anim>
                                    <p:anim calcmode="lin" valueType="num">
                                      <p:cBhvr>
                                        <p:cTn id="128" dur="500" fill="hold"/>
                                        <p:tgtEl>
                                          <p:spTgt spid="6"/>
                                        </p:tgtEl>
                                        <p:attrNameLst>
                                          <p:attrName>ppt_h</p:attrName>
                                        </p:attrNameLst>
                                      </p:cBhvr>
                                      <p:tavLst>
                                        <p:tav tm="0">
                                          <p:val>
                                            <p:fltVal val="0"/>
                                          </p:val>
                                        </p:tav>
                                        <p:tav tm="100000">
                                          <p:val>
                                            <p:strVal val="#ppt_h"/>
                                          </p:val>
                                        </p:tav>
                                      </p:tavLst>
                                    </p:anim>
                                    <p:animEffect transition="in" filter="fade">
                                      <p:cBhvr>
                                        <p:cTn id="129" dur="500"/>
                                        <p:tgtEl>
                                          <p:spTgt spid="6"/>
                                        </p:tgtEl>
                                      </p:cBhvr>
                                    </p:animEffect>
                                  </p:childTnLst>
                                </p:cTn>
                              </p:par>
                            </p:childTnLst>
                          </p:cTn>
                        </p:par>
                        <p:par>
                          <p:cTn id="130" fill="hold">
                            <p:stCondLst>
                              <p:cond delay="12000"/>
                            </p:stCondLst>
                            <p:childTnLst>
                              <p:par>
                                <p:cTn id="131" presetID="53" presetClass="entr" presetSubtype="0" fill="hold" nodeType="after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p:cTn id="133" dur="500" fill="hold"/>
                                        <p:tgtEl>
                                          <p:spTgt spid="17"/>
                                        </p:tgtEl>
                                        <p:attrNameLst>
                                          <p:attrName>ppt_w</p:attrName>
                                        </p:attrNameLst>
                                      </p:cBhvr>
                                      <p:tavLst>
                                        <p:tav tm="0">
                                          <p:val>
                                            <p:fltVal val="0"/>
                                          </p:val>
                                        </p:tav>
                                        <p:tav tm="100000">
                                          <p:val>
                                            <p:strVal val="#ppt_w"/>
                                          </p:val>
                                        </p:tav>
                                      </p:tavLst>
                                    </p:anim>
                                    <p:anim calcmode="lin" valueType="num">
                                      <p:cBhvr>
                                        <p:cTn id="134" dur="500" fill="hold"/>
                                        <p:tgtEl>
                                          <p:spTgt spid="17"/>
                                        </p:tgtEl>
                                        <p:attrNameLst>
                                          <p:attrName>ppt_h</p:attrName>
                                        </p:attrNameLst>
                                      </p:cBhvr>
                                      <p:tavLst>
                                        <p:tav tm="0">
                                          <p:val>
                                            <p:fltVal val="0"/>
                                          </p:val>
                                        </p:tav>
                                        <p:tav tm="100000">
                                          <p:val>
                                            <p:strVal val="#ppt_h"/>
                                          </p:val>
                                        </p:tav>
                                      </p:tavLst>
                                    </p:anim>
                                    <p:animEffect transition="in" filter="fade">
                                      <p:cBhvr>
                                        <p:cTn id="135" dur="500"/>
                                        <p:tgtEl>
                                          <p:spTgt spid="17"/>
                                        </p:tgtEl>
                                      </p:cBhvr>
                                    </p:animEffect>
                                  </p:childTnLst>
                                </p:cTn>
                              </p:par>
                            </p:childTnLst>
                          </p:cTn>
                        </p:par>
                        <p:par>
                          <p:cTn id="136" fill="hold">
                            <p:stCondLst>
                              <p:cond delay="12500"/>
                            </p:stCondLst>
                            <p:childTnLst>
                              <p:par>
                                <p:cTn id="137" presetID="2" presetClass="entr" presetSubtype="8" accel="50000" decel="50000" fill="hold" grpId="0" nodeType="afterEffect">
                                  <p:stCondLst>
                                    <p:cond delay="0"/>
                                  </p:stCondLst>
                                  <p:childTnLst>
                                    <p:set>
                                      <p:cBhvr>
                                        <p:cTn id="138" dur="1" fill="hold">
                                          <p:stCondLst>
                                            <p:cond delay="0"/>
                                          </p:stCondLst>
                                        </p:cTn>
                                        <p:tgtEl>
                                          <p:spTgt spid="92"/>
                                        </p:tgtEl>
                                        <p:attrNameLst>
                                          <p:attrName>style.visibility</p:attrName>
                                        </p:attrNameLst>
                                      </p:cBhvr>
                                      <p:to>
                                        <p:strVal val="visible"/>
                                      </p:to>
                                    </p:set>
                                    <p:anim calcmode="lin" valueType="num">
                                      <p:cBhvr additive="base">
                                        <p:cTn id="139" dur="500" fill="hold"/>
                                        <p:tgtEl>
                                          <p:spTgt spid="92"/>
                                        </p:tgtEl>
                                        <p:attrNameLst>
                                          <p:attrName>ppt_x</p:attrName>
                                        </p:attrNameLst>
                                      </p:cBhvr>
                                      <p:tavLst>
                                        <p:tav tm="0">
                                          <p:val>
                                            <p:strVal val="0-#ppt_w/2"/>
                                          </p:val>
                                        </p:tav>
                                        <p:tav tm="100000">
                                          <p:val>
                                            <p:strVal val="#ppt_x"/>
                                          </p:val>
                                        </p:tav>
                                      </p:tavLst>
                                    </p:anim>
                                    <p:anim calcmode="lin" valueType="num">
                                      <p:cBhvr additive="base">
                                        <p:cTn id="140" dur="500" fill="hold"/>
                                        <p:tgtEl>
                                          <p:spTgt spid="92"/>
                                        </p:tgtEl>
                                        <p:attrNameLst>
                                          <p:attrName>ppt_y</p:attrName>
                                        </p:attrNameLst>
                                      </p:cBhvr>
                                      <p:tavLst>
                                        <p:tav tm="0">
                                          <p:val>
                                            <p:strVal val="#ppt_y"/>
                                          </p:val>
                                        </p:tav>
                                        <p:tav tm="100000">
                                          <p:val>
                                            <p:strVal val="#ppt_y"/>
                                          </p:val>
                                        </p:tav>
                                      </p:tavLst>
                                    </p:anim>
                                  </p:childTnLst>
                                </p:cTn>
                              </p:par>
                            </p:childTnLst>
                          </p:cTn>
                        </p:par>
                        <p:par>
                          <p:cTn id="141" fill="hold">
                            <p:stCondLst>
                              <p:cond delay="13000"/>
                            </p:stCondLst>
                            <p:childTnLst>
                              <p:par>
                                <p:cTn id="142" presetID="2" presetClass="entr" presetSubtype="8" accel="50000" decel="50000" fill="hold" grpId="0" nodeType="afterEffect">
                                  <p:stCondLst>
                                    <p:cond delay="0"/>
                                  </p:stCondLst>
                                  <p:childTnLst>
                                    <p:set>
                                      <p:cBhvr>
                                        <p:cTn id="143" dur="1" fill="hold">
                                          <p:stCondLst>
                                            <p:cond delay="0"/>
                                          </p:stCondLst>
                                        </p:cTn>
                                        <p:tgtEl>
                                          <p:spTgt spid="93"/>
                                        </p:tgtEl>
                                        <p:attrNameLst>
                                          <p:attrName>style.visibility</p:attrName>
                                        </p:attrNameLst>
                                      </p:cBhvr>
                                      <p:to>
                                        <p:strVal val="visible"/>
                                      </p:to>
                                    </p:set>
                                    <p:anim calcmode="lin" valueType="num">
                                      <p:cBhvr additive="base">
                                        <p:cTn id="144" dur="500" fill="hold"/>
                                        <p:tgtEl>
                                          <p:spTgt spid="93"/>
                                        </p:tgtEl>
                                        <p:attrNameLst>
                                          <p:attrName>ppt_x</p:attrName>
                                        </p:attrNameLst>
                                      </p:cBhvr>
                                      <p:tavLst>
                                        <p:tav tm="0">
                                          <p:val>
                                            <p:strVal val="0-#ppt_w/2"/>
                                          </p:val>
                                        </p:tav>
                                        <p:tav tm="100000">
                                          <p:val>
                                            <p:strVal val="#ppt_x"/>
                                          </p:val>
                                        </p:tav>
                                      </p:tavLst>
                                    </p:anim>
                                    <p:anim calcmode="lin" valueType="num">
                                      <p:cBhvr additive="base">
                                        <p:cTn id="145" dur="500" fill="hold"/>
                                        <p:tgtEl>
                                          <p:spTgt spid="9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 grpId="0" animBg="1"/>
      <p:bldP spid="9" grpId="0" animBg="1"/>
      <p:bldP spid="37" grpId="0"/>
      <p:bldP spid="40" grpId="0"/>
      <p:bldP spid="1033" grpId="0" animBg="1"/>
      <p:bldP spid="1037" grpId="0" animBg="1"/>
      <p:bldP spid="56" grpId="0"/>
      <p:bldP spid="57" grpId="0"/>
      <p:bldP spid="58" grpId="0"/>
      <p:bldP spid="59" grpId="0"/>
      <p:bldP spid="1048" grpId="0" animBg="1"/>
      <p:bldP spid="73" grpId="0"/>
      <p:bldP spid="74" grpId="0"/>
      <p:bldP spid="83" grpId="0"/>
      <p:bldP spid="84" grpId="0"/>
      <p:bldP spid="92" grpId="0"/>
      <p:bldP spid="93"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Rounded Rectangle 90"/>
          <p:cNvSpPr/>
          <p:nvPr/>
        </p:nvSpPr>
        <p:spPr>
          <a:xfrm>
            <a:off x="6645852" y="1655118"/>
            <a:ext cx="921712" cy="2592315"/>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Rounded Rectangle 89"/>
          <p:cNvSpPr/>
          <p:nvPr/>
        </p:nvSpPr>
        <p:spPr>
          <a:xfrm>
            <a:off x="5387338" y="2226108"/>
            <a:ext cx="921712" cy="1997312"/>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Rounded Rectangle 88"/>
          <p:cNvSpPr/>
          <p:nvPr/>
        </p:nvSpPr>
        <p:spPr>
          <a:xfrm>
            <a:off x="4049550" y="1053891"/>
            <a:ext cx="921712" cy="3168385"/>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3"/>
              </a:solidFill>
            </a:endParaRPr>
          </a:p>
        </p:txBody>
      </p:sp>
      <p:sp>
        <p:nvSpPr>
          <p:cNvPr id="88" name="Rounded Rectangle 87"/>
          <p:cNvSpPr/>
          <p:nvPr/>
        </p:nvSpPr>
        <p:spPr>
          <a:xfrm>
            <a:off x="2830256" y="2053287"/>
            <a:ext cx="921712" cy="2189066"/>
          </a:xfrm>
          <a:prstGeom prst="roundRect">
            <a:avLst>
              <a:gd name="adj" fmla="val 50000"/>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Rounded Rectangle 86"/>
          <p:cNvSpPr/>
          <p:nvPr/>
        </p:nvSpPr>
        <p:spPr>
          <a:xfrm>
            <a:off x="1596735" y="1650038"/>
            <a:ext cx="921712" cy="2592315"/>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itle 35"/>
          <p:cNvSpPr>
            <a:spLocks noGrp="1"/>
          </p:cNvSpPr>
          <p:nvPr>
            <p:ph type="title"/>
          </p:nvPr>
        </p:nvSpPr>
        <p:spPr/>
        <p:txBody>
          <a:bodyPr/>
          <a:lstStyle/>
          <a:p>
            <a:r>
              <a:rPr lang="en-US"/>
              <a:t>Social Media Infographic</a:t>
            </a:r>
            <a:endParaRPr lang="en-US" dirty="0"/>
          </a:p>
        </p:txBody>
      </p:sp>
      <p:sp>
        <p:nvSpPr>
          <p:cNvPr id="37" name="Text Placeholder 36"/>
          <p:cNvSpPr>
            <a:spLocks noGrp="1"/>
          </p:cNvSpPr>
          <p:nvPr>
            <p:ph type="body" sz="half" idx="2"/>
          </p:nvPr>
        </p:nvSpPr>
        <p:spPr/>
        <p:txBody>
          <a:bodyPr/>
          <a:lstStyle/>
          <a:p>
            <a:r>
              <a:rPr lang="en-US"/>
              <a:t>Social Media Infographic</a:t>
            </a:r>
            <a:endParaRPr lang="en-US" dirty="0"/>
          </a:p>
        </p:txBody>
      </p:sp>
      <p:sp>
        <p:nvSpPr>
          <p:cNvPr id="81" name="Slide Number Placeholder 80"/>
          <p:cNvSpPr>
            <a:spLocks noGrp="1"/>
          </p:cNvSpPr>
          <p:nvPr>
            <p:ph type="sldNum" sz="quarter" idx="12"/>
          </p:nvPr>
        </p:nvSpPr>
        <p:spPr/>
        <p:txBody>
          <a:bodyPr/>
          <a:lstStyle/>
          <a:p>
            <a:fld id="{C136B7D2-B98C-44FD-8D04-7EC62A564975}" type="slidenum">
              <a:rPr lang="en-US" smtClean="0"/>
              <a:pPr/>
              <a:t>237</a:t>
            </a:fld>
            <a:endParaRPr lang="en-US" dirty="0"/>
          </a:p>
        </p:txBody>
      </p:sp>
      <p:sp>
        <p:nvSpPr>
          <p:cNvPr id="39" name="Rounded Rectangle 38"/>
          <p:cNvSpPr/>
          <p:nvPr/>
        </p:nvSpPr>
        <p:spPr>
          <a:xfrm>
            <a:off x="1661049" y="1650038"/>
            <a:ext cx="921712" cy="2592315"/>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46"/>
          <p:cNvGrpSpPr/>
          <p:nvPr/>
        </p:nvGrpSpPr>
        <p:grpSpPr>
          <a:xfrm>
            <a:off x="1730485" y="3378248"/>
            <a:ext cx="782840" cy="782838"/>
            <a:chOff x="1703480" y="3032606"/>
            <a:chExt cx="782840" cy="782838"/>
          </a:xfrm>
        </p:grpSpPr>
        <p:sp>
          <p:nvSpPr>
            <p:cNvPr id="45" name="Oval 44"/>
            <p:cNvSpPr/>
            <p:nvPr/>
          </p:nvSpPr>
          <p:spPr>
            <a:xfrm>
              <a:off x="1758217" y="3087343"/>
              <a:ext cx="673367" cy="6733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accent1"/>
                </a:solidFill>
              </a:endParaRPr>
            </a:p>
          </p:txBody>
        </p:sp>
        <p:sp>
          <p:nvSpPr>
            <p:cNvPr id="46" name="Oval 45"/>
            <p:cNvSpPr/>
            <p:nvPr/>
          </p:nvSpPr>
          <p:spPr>
            <a:xfrm>
              <a:off x="1703480" y="3032606"/>
              <a:ext cx="782840" cy="782838"/>
            </a:xfrm>
            <a:prstGeom prst="ellipse">
              <a:avLst/>
            </a:prstGeom>
            <a:no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2"/>
                </a:solidFill>
              </a:endParaRPr>
            </a:p>
          </p:txBody>
        </p:sp>
      </p:grpSp>
      <p:sp>
        <p:nvSpPr>
          <p:cNvPr id="61" name="Rectangle 60"/>
          <p:cNvSpPr/>
          <p:nvPr/>
        </p:nvSpPr>
        <p:spPr>
          <a:xfrm>
            <a:off x="1805953" y="1822859"/>
            <a:ext cx="631904" cy="400110"/>
          </a:xfrm>
          <a:prstGeom prst="rect">
            <a:avLst/>
          </a:prstGeom>
        </p:spPr>
        <p:txBody>
          <a:bodyPr wrap="none">
            <a:spAutoFit/>
          </a:bodyPr>
          <a:lstStyle/>
          <a:p>
            <a:pPr lvl="0" algn="ctr" defTabSz="914400">
              <a:spcBef>
                <a:spcPct val="20000"/>
              </a:spcBef>
              <a:defRPr/>
            </a:pPr>
            <a:r>
              <a:rPr lang="en-US" b="1" dirty="0">
                <a:solidFill>
                  <a:schemeClr val="bg1"/>
                </a:solidFill>
              </a:rPr>
              <a:t>90%</a:t>
            </a:r>
          </a:p>
        </p:txBody>
      </p:sp>
      <p:sp>
        <p:nvSpPr>
          <p:cNvPr id="41" name="Rounded Rectangle 40"/>
          <p:cNvSpPr/>
          <p:nvPr/>
        </p:nvSpPr>
        <p:spPr>
          <a:xfrm>
            <a:off x="2895592" y="2053287"/>
            <a:ext cx="921712" cy="218906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47"/>
          <p:cNvGrpSpPr/>
          <p:nvPr/>
        </p:nvGrpSpPr>
        <p:grpSpPr>
          <a:xfrm>
            <a:off x="2965028" y="3378248"/>
            <a:ext cx="782840" cy="782838"/>
            <a:chOff x="1703480" y="3032606"/>
            <a:chExt cx="782840" cy="782838"/>
          </a:xfrm>
        </p:grpSpPr>
        <p:sp>
          <p:nvSpPr>
            <p:cNvPr id="49" name="Oval 48"/>
            <p:cNvSpPr/>
            <p:nvPr/>
          </p:nvSpPr>
          <p:spPr>
            <a:xfrm>
              <a:off x="1758217" y="3087343"/>
              <a:ext cx="673367" cy="6733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accent2"/>
                </a:solidFill>
              </a:endParaRPr>
            </a:p>
          </p:txBody>
        </p:sp>
        <p:sp>
          <p:nvSpPr>
            <p:cNvPr id="50" name="Oval 49"/>
            <p:cNvSpPr/>
            <p:nvPr/>
          </p:nvSpPr>
          <p:spPr>
            <a:xfrm>
              <a:off x="1703480" y="3032606"/>
              <a:ext cx="782840" cy="782838"/>
            </a:xfrm>
            <a:prstGeom prst="ellipse">
              <a:avLst/>
            </a:prstGeom>
            <a:no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2"/>
                </a:solidFill>
              </a:endParaRPr>
            </a:p>
          </p:txBody>
        </p:sp>
      </p:grpSp>
      <p:sp>
        <p:nvSpPr>
          <p:cNvPr id="65" name="Rectangle 64"/>
          <p:cNvSpPr/>
          <p:nvPr/>
        </p:nvSpPr>
        <p:spPr>
          <a:xfrm>
            <a:off x="3035211" y="2171640"/>
            <a:ext cx="631904" cy="400110"/>
          </a:xfrm>
          <a:prstGeom prst="rect">
            <a:avLst/>
          </a:prstGeom>
        </p:spPr>
        <p:txBody>
          <a:bodyPr wrap="none">
            <a:spAutoFit/>
          </a:bodyPr>
          <a:lstStyle/>
          <a:p>
            <a:pPr lvl="0" algn="ctr" defTabSz="914400">
              <a:spcBef>
                <a:spcPct val="20000"/>
              </a:spcBef>
              <a:defRPr/>
            </a:pPr>
            <a:r>
              <a:rPr lang="en-US" b="1" dirty="0">
                <a:solidFill>
                  <a:schemeClr val="bg1"/>
                </a:solidFill>
              </a:rPr>
              <a:t>80%</a:t>
            </a:r>
          </a:p>
        </p:txBody>
      </p:sp>
      <p:sp>
        <p:nvSpPr>
          <p:cNvPr id="42" name="Rounded Rectangle 41"/>
          <p:cNvSpPr/>
          <p:nvPr/>
        </p:nvSpPr>
        <p:spPr>
          <a:xfrm>
            <a:off x="4110737" y="1073968"/>
            <a:ext cx="921712" cy="316838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3"/>
              </a:solidFill>
            </a:endParaRPr>
          </a:p>
        </p:txBody>
      </p:sp>
      <p:grpSp>
        <p:nvGrpSpPr>
          <p:cNvPr id="4" name="Group 50"/>
          <p:cNvGrpSpPr/>
          <p:nvPr/>
        </p:nvGrpSpPr>
        <p:grpSpPr>
          <a:xfrm>
            <a:off x="4180173" y="3378248"/>
            <a:ext cx="782840" cy="782838"/>
            <a:chOff x="1703480" y="3032606"/>
            <a:chExt cx="782840" cy="782838"/>
          </a:xfrm>
        </p:grpSpPr>
        <p:sp>
          <p:nvSpPr>
            <p:cNvPr id="52" name="Oval 51"/>
            <p:cNvSpPr/>
            <p:nvPr/>
          </p:nvSpPr>
          <p:spPr>
            <a:xfrm>
              <a:off x="1758217" y="3087343"/>
              <a:ext cx="673367" cy="6733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accent3"/>
                </a:solidFill>
              </a:endParaRPr>
            </a:p>
          </p:txBody>
        </p:sp>
        <p:sp>
          <p:nvSpPr>
            <p:cNvPr id="53" name="Oval 52"/>
            <p:cNvSpPr/>
            <p:nvPr/>
          </p:nvSpPr>
          <p:spPr>
            <a:xfrm>
              <a:off x="1703480" y="3032606"/>
              <a:ext cx="782840" cy="782838"/>
            </a:xfrm>
            <a:prstGeom prst="ellipse">
              <a:avLst/>
            </a:prstGeom>
            <a:no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3F3F"/>
                </a:solidFill>
              </a:endParaRPr>
            </a:p>
          </p:txBody>
        </p:sp>
      </p:grpSp>
      <p:sp>
        <p:nvSpPr>
          <p:cNvPr id="68" name="Rectangle 67"/>
          <p:cNvSpPr/>
          <p:nvPr/>
        </p:nvSpPr>
        <p:spPr>
          <a:xfrm>
            <a:off x="4192017" y="1304396"/>
            <a:ext cx="761747" cy="400110"/>
          </a:xfrm>
          <a:prstGeom prst="rect">
            <a:avLst/>
          </a:prstGeom>
        </p:spPr>
        <p:txBody>
          <a:bodyPr wrap="none">
            <a:spAutoFit/>
          </a:bodyPr>
          <a:lstStyle/>
          <a:p>
            <a:pPr lvl="0" algn="ctr" defTabSz="914400">
              <a:spcBef>
                <a:spcPct val="20000"/>
              </a:spcBef>
              <a:defRPr/>
            </a:pPr>
            <a:r>
              <a:rPr lang="en-US" b="1" dirty="0">
                <a:solidFill>
                  <a:schemeClr val="bg1"/>
                </a:solidFill>
              </a:rPr>
              <a:t>100%</a:t>
            </a:r>
          </a:p>
        </p:txBody>
      </p:sp>
      <p:sp>
        <p:nvSpPr>
          <p:cNvPr id="44" name="Rounded Rectangle 43"/>
          <p:cNvSpPr/>
          <p:nvPr/>
        </p:nvSpPr>
        <p:spPr>
          <a:xfrm>
            <a:off x="6578084" y="1650038"/>
            <a:ext cx="921712" cy="259231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56"/>
          <p:cNvGrpSpPr/>
          <p:nvPr/>
        </p:nvGrpSpPr>
        <p:grpSpPr>
          <a:xfrm>
            <a:off x="6647520" y="3378248"/>
            <a:ext cx="782840" cy="782838"/>
            <a:chOff x="1703480" y="3032606"/>
            <a:chExt cx="782840" cy="782838"/>
          </a:xfrm>
        </p:grpSpPr>
        <p:sp>
          <p:nvSpPr>
            <p:cNvPr id="58" name="Oval 57"/>
            <p:cNvSpPr/>
            <p:nvPr/>
          </p:nvSpPr>
          <p:spPr>
            <a:xfrm>
              <a:off x="1758217" y="3087343"/>
              <a:ext cx="673367" cy="6733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accent5"/>
                </a:solidFill>
              </a:endParaRPr>
            </a:p>
          </p:txBody>
        </p:sp>
        <p:sp>
          <p:nvSpPr>
            <p:cNvPr id="59" name="Oval 58"/>
            <p:cNvSpPr/>
            <p:nvPr/>
          </p:nvSpPr>
          <p:spPr>
            <a:xfrm>
              <a:off x="1703480" y="3032606"/>
              <a:ext cx="782840" cy="782838"/>
            </a:xfrm>
            <a:prstGeom prst="ellipse">
              <a:avLst/>
            </a:prstGeom>
            <a:no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00B0F0"/>
                </a:solidFill>
              </a:endParaRPr>
            </a:p>
          </p:txBody>
        </p:sp>
      </p:grpSp>
      <p:sp>
        <p:nvSpPr>
          <p:cNvPr id="71" name="Rectangle 70"/>
          <p:cNvSpPr/>
          <p:nvPr/>
        </p:nvSpPr>
        <p:spPr>
          <a:xfrm>
            <a:off x="6717703" y="1822859"/>
            <a:ext cx="631904" cy="400110"/>
          </a:xfrm>
          <a:prstGeom prst="rect">
            <a:avLst/>
          </a:prstGeom>
        </p:spPr>
        <p:txBody>
          <a:bodyPr wrap="none">
            <a:spAutoFit/>
          </a:bodyPr>
          <a:lstStyle/>
          <a:p>
            <a:pPr lvl="0" algn="ctr" defTabSz="914400">
              <a:spcBef>
                <a:spcPct val="20000"/>
              </a:spcBef>
              <a:defRPr/>
            </a:pPr>
            <a:r>
              <a:rPr lang="en-US" b="1" dirty="0">
                <a:solidFill>
                  <a:schemeClr val="bg1"/>
                </a:solidFill>
              </a:rPr>
              <a:t>90%</a:t>
            </a:r>
          </a:p>
        </p:txBody>
      </p:sp>
      <p:sp>
        <p:nvSpPr>
          <p:cNvPr id="43" name="Rounded Rectangle 42"/>
          <p:cNvSpPr/>
          <p:nvPr/>
        </p:nvSpPr>
        <p:spPr>
          <a:xfrm>
            <a:off x="5325108" y="2226108"/>
            <a:ext cx="921712" cy="199731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3"/>
          <p:cNvGrpSpPr/>
          <p:nvPr/>
        </p:nvGrpSpPr>
        <p:grpSpPr>
          <a:xfrm>
            <a:off x="5394544" y="3363351"/>
            <a:ext cx="782840" cy="782838"/>
            <a:chOff x="1703480" y="3032606"/>
            <a:chExt cx="782840" cy="782838"/>
          </a:xfrm>
        </p:grpSpPr>
        <p:sp>
          <p:nvSpPr>
            <p:cNvPr id="55" name="Oval 54"/>
            <p:cNvSpPr/>
            <p:nvPr/>
          </p:nvSpPr>
          <p:spPr>
            <a:xfrm>
              <a:off x="1758217" y="3087343"/>
              <a:ext cx="673367" cy="6733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accent4"/>
                </a:solidFill>
              </a:endParaRPr>
            </a:p>
          </p:txBody>
        </p:sp>
        <p:sp>
          <p:nvSpPr>
            <p:cNvPr id="56" name="Oval 55"/>
            <p:cNvSpPr/>
            <p:nvPr/>
          </p:nvSpPr>
          <p:spPr>
            <a:xfrm>
              <a:off x="1703480" y="3032606"/>
              <a:ext cx="782840" cy="782838"/>
            </a:xfrm>
            <a:prstGeom prst="ellipse">
              <a:avLst/>
            </a:prstGeom>
            <a:noFill/>
            <a:ln w="19050">
              <a:solidFill>
                <a:schemeClr val="bg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C000"/>
                </a:solidFill>
              </a:endParaRPr>
            </a:p>
          </p:txBody>
        </p:sp>
      </p:grpSp>
      <p:sp>
        <p:nvSpPr>
          <p:cNvPr id="74" name="Rectangle 73"/>
          <p:cNvSpPr/>
          <p:nvPr/>
        </p:nvSpPr>
        <p:spPr>
          <a:xfrm>
            <a:off x="5467848" y="2305904"/>
            <a:ext cx="631904" cy="400110"/>
          </a:xfrm>
          <a:prstGeom prst="rect">
            <a:avLst/>
          </a:prstGeom>
        </p:spPr>
        <p:txBody>
          <a:bodyPr wrap="none">
            <a:spAutoFit/>
          </a:bodyPr>
          <a:lstStyle/>
          <a:p>
            <a:pPr lvl="0" algn="ctr" defTabSz="914400">
              <a:spcBef>
                <a:spcPct val="20000"/>
              </a:spcBef>
              <a:defRPr/>
            </a:pPr>
            <a:r>
              <a:rPr lang="en-US" b="1" dirty="0">
                <a:solidFill>
                  <a:schemeClr val="bg1"/>
                </a:solidFill>
              </a:rPr>
              <a:t>70%</a:t>
            </a:r>
          </a:p>
        </p:txBody>
      </p:sp>
      <p:sp>
        <p:nvSpPr>
          <p:cNvPr id="82" name="Rectangle 81"/>
          <p:cNvSpPr/>
          <p:nvPr/>
        </p:nvSpPr>
        <p:spPr>
          <a:xfrm>
            <a:off x="1689736" y="4303099"/>
            <a:ext cx="864339" cy="307777"/>
          </a:xfrm>
          <a:prstGeom prst="rect">
            <a:avLst/>
          </a:prstGeom>
        </p:spPr>
        <p:txBody>
          <a:bodyPr wrap="none">
            <a:spAutoFit/>
          </a:bodyPr>
          <a:lstStyle/>
          <a:p>
            <a:pPr lvl="0" algn="ctr" defTabSz="914400">
              <a:spcBef>
                <a:spcPct val="20000"/>
              </a:spcBef>
              <a:defRPr/>
            </a:pPr>
            <a:r>
              <a:rPr lang="en-US" sz="1400" b="1" dirty="0">
                <a:solidFill>
                  <a:schemeClr val="accent1"/>
                </a:solidFill>
              </a:rPr>
              <a:t>Facebook</a:t>
            </a:r>
          </a:p>
        </p:txBody>
      </p:sp>
      <p:sp>
        <p:nvSpPr>
          <p:cNvPr id="83" name="Rectangle 82"/>
          <p:cNvSpPr/>
          <p:nvPr/>
        </p:nvSpPr>
        <p:spPr>
          <a:xfrm>
            <a:off x="3017253" y="4303099"/>
            <a:ext cx="678391" cy="307777"/>
          </a:xfrm>
          <a:prstGeom prst="rect">
            <a:avLst/>
          </a:prstGeom>
        </p:spPr>
        <p:txBody>
          <a:bodyPr wrap="none">
            <a:spAutoFit/>
          </a:bodyPr>
          <a:lstStyle/>
          <a:p>
            <a:pPr lvl="0" algn="ctr" defTabSz="914400">
              <a:spcBef>
                <a:spcPct val="20000"/>
              </a:spcBef>
              <a:defRPr/>
            </a:pPr>
            <a:r>
              <a:rPr lang="en-US" sz="1400" b="1" dirty="0">
                <a:solidFill>
                  <a:schemeClr val="accent2"/>
                </a:solidFill>
              </a:rPr>
              <a:t>Twitter</a:t>
            </a:r>
          </a:p>
        </p:txBody>
      </p:sp>
      <p:sp>
        <p:nvSpPr>
          <p:cNvPr id="84" name="Rectangle 83"/>
          <p:cNvSpPr/>
          <p:nvPr/>
        </p:nvSpPr>
        <p:spPr>
          <a:xfrm>
            <a:off x="4173088" y="4303099"/>
            <a:ext cx="797014" cy="307777"/>
          </a:xfrm>
          <a:prstGeom prst="rect">
            <a:avLst/>
          </a:prstGeom>
        </p:spPr>
        <p:txBody>
          <a:bodyPr wrap="none">
            <a:spAutoFit/>
          </a:bodyPr>
          <a:lstStyle/>
          <a:p>
            <a:pPr lvl="0" algn="ctr" defTabSz="914400">
              <a:spcBef>
                <a:spcPct val="20000"/>
              </a:spcBef>
              <a:defRPr/>
            </a:pPr>
            <a:r>
              <a:rPr lang="en-US" sz="1400" b="1" dirty="0">
                <a:solidFill>
                  <a:schemeClr val="accent3"/>
                </a:solidFill>
              </a:rPr>
              <a:t>YouTube</a:t>
            </a:r>
          </a:p>
        </p:txBody>
      </p:sp>
      <p:sp>
        <p:nvSpPr>
          <p:cNvPr id="85" name="Rectangle 84"/>
          <p:cNvSpPr/>
          <p:nvPr/>
        </p:nvSpPr>
        <p:spPr>
          <a:xfrm>
            <a:off x="5177469" y="4303099"/>
            <a:ext cx="1217000" cy="307777"/>
          </a:xfrm>
          <a:prstGeom prst="rect">
            <a:avLst/>
          </a:prstGeom>
        </p:spPr>
        <p:txBody>
          <a:bodyPr wrap="none">
            <a:spAutoFit/>
          </a:bodyPr>
          <a:lstStyle/>
          <a:p>
            <a:pPr lvl="0" algn="ctr" defTabSz="914400">
              <a:spcBef>
                <a:spcPct val="20000"/>
              </a:spcBef>
              <a:defRPr/>
            </a:pPr>
            <a:r>
              <a:rPr lang="en-US" sz="1400" b="1" dirty="0">
                <a:solidFill>
                  <a:schemeClr val="accent4"/>
                </a:solidFill>
              </a:rPr>
              <a:t>Google plus</a:t>
            </a:r>
          </a:p>
        </p:txBody>
      </p:sp>
      <p:sp>
        <p:nvSpPr>
          <p:cNvPr id="86" name="Rectangle 85"/>
          <p:cNvSpPr/>
          <p:nvPr/>
        </p:nvSpPr>
        <p:spPr>
          <a:xfrm>
            <a:off x="6648450" y="4303099"/>
            <a:ext cx="780984" cy="307777"/>
          </a:xfrm>
          <a:prstGeom prst="rect">
            <a:avLst/>
          </a:prstGeom>
        </p:spPr>
        <p:txBody>
          <a:bodyPr wrap="none">
            <a:spAutoFit/>
          </a:bodyPr>
          <a:lstStyle/>
          <a:p>
            <a:pPr lvl="0" algn="ctr" defTabSz="914400">
              <a:spcBef>
                <a:spcPct val="20000"/>
              </a:spcBef>
              <a:defRPr/>
            </a:pPr>
            <a:r>
              <a:rPr lang="en-US" sz="1400" b="1" dirty="0">
                <a:solidFill>
                  <a:schemeClr val="accent5"/>
                </a:solidFill>
              </a:rPr>
              <a:t>LinkedIn</a:t>
            </a:r>
          </a:p>
        </p:txBody>
      </p:sp>
      <p:sp>
        <p:nvSpPr>
          <p:cNvPr id="62" name="Freeform 78"/>
          <p:cNvSpPr>
            <a:spLocks/>
          </p:cNvSpPr>
          <p:nvPr/>
        </p:nvSpPr>
        <p:spPr bwMode="auto">
          <a:xfrm>
            <a:off x="2015382" y="3582041"/>
            <a:ext cx="202685" cy="386704"/>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154"/>
          <p:cNvSpPr>
            <a:spLocks/>
          </p:cNvSpPr>
          <p:nvPr/>
        </p:nvSpPr>
        <p:spPr bwMode="auto">
          <a:xfrm>
            <a:off x="3169545" y="3623591"/>
            <a:ext cx="413610" cy="329689"/>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141"/>
          <p:cNvSpPr>
            <a:spLocks noEditPoints="1"/>
          </p:cNvSpPr>
          <p:nvPr/>
        </p:nvSpPr>
        <p:spPr bwMode="auto">
          <a:xfrm>
            <a:off x="4390106" y="3645818"/>
            <a:ext cx="376436" cy="271442"/>
          </a:xfrm>
          <a:custGeom>
            <a:avLst/>
            <a:gdLst/>
            <a:ahLst/>
            <a:cxnLst>
              <a:cxn ang="0">
                <a:pos x="67" y="41"/>
              </a:cxn>
              <a:cxn ang="0">
                <a:pos x="59" y="48"/>
              </a:cxn>
              <a:cxn ang="0">
                <a:pos x="34" y="49"/>
              </a:cxn>
              <a:cxn ang="0">
                <a:pos x="8" y="48"/>
              </a:cxn>
              <a:cxn ang="0">
                <a:pos x="1" y="41"/>
              </a:cxn>
              <a:cxn ang="0">
                <a:pos x="0" y="25"/>
              </a:cxn>
              <a:cxn ang="0">
                <a:pos x="1" y="8"/>
              </a:cxn>
              <a:cxn ang="0">
                <a:pos x="8" y="1"/>
              </a:cxn>
              <a:cxn ang="0">
                <a:pos x="34" y="0"/>
              </a:cxn>
              <a:cxn ang="0">
                <a:pos x="59" y="1"/>
              </a:cxn>
              <a:cxn ang="0">
                <a:pos x="67" y="8"/>
              </a:cxn>
              <a:cxn ang="0">
                <a:pos x="68" y="25"/>
              </a:cxn>
              <a:cxn ang="0">
                <a:pos x="67" y="41"/>
              </a:cxn>
              <a:cxn ang="0">
                <a:pos x="47" y="23"/>
              </a:cxn>
              <a:cxn ang="0">
                <a:pos x="28" y="11"/>
              </a:cxn>
              <a:cxn ang="0">
                <a:pos x="25" y="10"/>
              </a:cxn>
              <a:cxn ang="0">
                <a:pos x="24" y="13"/>
              </a:cxn>
              <a:cxn ang="0">
                <a:pos x="24" y="37"/>
              </a:cxn>
              <a:cxn ang="0">
                <a:pos x="25" y="39"/>
              </a:cxn>
              <a:cxn ang="0">
                <a:pos x="26" y="39"/>
              </a:cxn>
              <a:cxn ang="0">
                <a:pos x="28" y="39"/>
              </a:cxn>
              <a:cxn ang="0">
                <a:pos x="47" y="27"/>
              </a:cxn>
              <a:cxn ang="0">
                <a:pos x="48" y="25"/>
              </a:cxn>
              <a:cxn ang="0">
                <a:pos x="47" y="23"/>
              </a:cxn>
            </a:cxnLst>
            <a:rect l="0" t="0" r="r" b="b"/>
            <a:pathLst>
              <a:path w="68" h="49">
                <a:moveTo>
                  <a:pt x="67" y="41"/>
                </a:moveTo>
                <a:cubicBezTo>
                  <a:pt x="66" y="45"/>
                  <a:pt x="63" y="48"/>
                  <a:pt x="59" y="48"/>
                </a:cubicBezTo>
                <a:cubicBezTo>
                  <a:pt x="51" y="49"/>
                  <a:pt x="42" y="49"/>
                  <a:pt x="34" y="49"/>
                </a:cubicBezTo>
                <a:cubicBezTo>
                  <a:pt x="25" y="49"/>
                  <a:pt x="17" y="49"/>
                  <a:pt x="8" y="48"/>
                </a:cubicBezTo>
                <a:cubicBezTo>
                  <a:pt x="5" y="48"/>
                  <a:pt x="2" y="45"/>
                  <a:pt x="1" y="41"/>
                </a:cubicBezTo>
                <a:cubicBezTo>
                  <a:pt x="0" y="36"/>
                  <a:pt x="0" y="30"/>
                  <a:pt x="0" y="25"/>
                </a:cubicBezTo>
                <a:cubicBezTo>
                  <a:pt x="0" y="19"/>
                  <a:pt x="0" y="14"/>
                  <a:pt x="1" y="8"/>
                </a:cubicBezTo>
                <a:cubicBezTo>
                  <a:pt x="2" y="5"/>
                  <a:pt x="5" y="2"/>
                  <a:pt x="8" y="1"/>
                </a:cubicBezTo>
                <a:cubicBezTo>
                  <a:pt x="17" y="0"/>
                  <a:pt x="25" y="0"/>
                  <a:pt x="34" y="0"/>
                </a:cubicBezTo>
                <a:cubicBezTo>
                  <a:pt x="42" y="0"/>
                  <a:pt x="51" y="0"/>
                  <a:pt x="59" y="1"/>
                </a:cubicBezTo>
                <a:cubicBezTo>
                  <a:pt x="63" y="2"/>
                  <a:pt x="66" y="5"/>
                  <a:pt x="67" y="8"/>
                </a:cubicBezTo>
                <a:cubicBezTo>
                  <a:pt x="68" y="14"/>
                  <a:pt x="68" y="19"/>
                  <a:pt x="68" y="25"/>
                </a:cubicBezTo>
                <a:cubicBezTo>
                  <a:pt x="68" y="30"/>
                  <a:pt x="68" y="36"/>
                  <a:pt x="67" y="41"/>
                </a:cubicBezTo>
                <a:close/>
                <a:moveTo>
                  <a:pt x="47" y="23"/>
                </a:moveTo>
                <a:cubicBezTo>
                  <a:pt x="28" y="11"/>
                  <a:pt x="28" y="11"/>
                  <a:pt x="28" y="11"/>
                </a:cubicBezTo>
                <a:cubicBezTo>
                  <a:pt x="27" y="10"/>
                  <a:pt x="26" y="10"/>
                  <a:pt x="25" y="10"/>
                </a:cubicBezTo>
                <a:cubicBezTo>
                  <a:pt x="25" y="11"/>
                  <a:pt x="24" y="12"/>
                  <a:pt x="24" y="13"/>
                </a:cubicBezTo>
                <a:cubicBezTo>
                  <a:pt x="24" y="37"/>
                  <a:pt x="24" y="37"/>
                  <a:pt x="24" y="37"/>
                </a:cubicBezTo>
                <a:cubicBezTo>
                  <a:pt x="24" y="38"/>
                  <a:pt x="25" y="39"/>
                  <a:pt x="25" y="39"/>
                </a:cubicBezTo>
                <a:cubicBezTo>
                  <a:pt x="26" y="39"/>
                  <a:pt x="26" y="39"/>
                  <a:pt x="26" y="39"/>
                </a:cubicBezTo>
                <a:cubicBezTo>
                  <a:pt x="27" y="39"/>
                  <a:pt x="27" y="39"/>
                  <a:pt x="28" y="39"/>
                </a:cubicBezTo>
                <a:cubicBezTo>
                  <a:pt x="47" y="27"/>
                  <a:pt x="47" y="27"/>
                  <a:pt x="47" y="27"/>
                </a:cubicBezTo>
                <a:cubicBezTo>
                  <a:pt x="48" y="26"/>
                  <a:pt x="48" y="26"/>
                  <a:pt x="48" y="25"/>
                </a:cubicBezTo>
                <a:cubicBezTo>
                  <a:pt x="48" y="24"/>
                  <a:pt x="48" y="23"/>
                  <a:pt x="47" y="23"/>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17"/>
          <p:cNvSpPr>
            <a:spLocks noEditPoints="1"/>
          </p:cNvSpPr>
          <p:nvPr/>
        </p:nvSpPr>
        <p:spPr bwMode="auto">
          <a:xfrm>
            <a:off x="6909825" y="3647407"/>
            <a:ext cx="261356" cy="252571"/>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65"/>
          <p:cNvSpPr>
            <a:spLocks noEditPoints="1"/>
          </p:cNvSpPr>
          <p:nvPr/>
        </p:nvSpPr>
        <p:spPr bwMode="auto">
          <a:xfrm>
            <a:off x="5647007" y="3598539"/>
            <a:ext cx="337015" cy="355162"/>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9"/>
          <p:cNvSpPr>
            <a:spLocks noEditPoints="1"/>
          </p:cNvSpPr>
          <p:nvPr/>
        </p:nvSpPr>
        <p:spPr bwMode="auto">
          <a:xfrm>
            <a:off x="6870065" y="2571750"/>
            <a:ext cx="394564" cy="450100"/>
          </a:xfrm>
          <a:custGeom>
            <a:avLst/>
            <a:gdLst/>
            <a:ahLst/>
            <a:cxnLst>
              <a:cxn ang="0">
                <a:pos x="128" y="0"/>
              </a:cxn>
              <a:cxn ang="0">
                <a:pos x="128" y="82"/>
              </a:cxn>
              <a:cxn ang="0">
                <a:pos x="148" y="109"/>
              </a:cxn>
              <a:cxn ang="0">
                <a:pos x="146" y="84"/>
              </a:cxn>
              <a:cxn ang="0">
                <a:pos x="100" y="86"/>
              </a:cxn>
              <a:cxn ang="0">
                <a:pos x="130" y="106"/>
              </a:cxn>
              <a:cxn ang="0">
                <a:pos x="155" y="113"/>
              </a:cxn>
              <a:cxn ang="0">
                <a:pos x="192" y="151"/>
              </a:cxn>
              <a:cxn ang="0">
                <a:pos x="192" y="76"/>
              </a:cxn>
              <a:cxn ang="0">
                <a:pos x="130" y="190"/>
              </a:cxn>
              <a:cxn ang="0">
                <a:pos x="130" y="115"/>
              </a:cxn>
              <a:cxn ang="0">
                <a:pos x="130" y="190"/>
              </a:cxn>
              <a:cxn ang="0">
                <a:pos x="114" y="193"/>
              </a:cxn>
              <a:cxn ang="0">
                <a:pos x="66" y="280"/>
              </a:cxn>
              <a:cxn ang="0">
                <a:pos x="69" y="281"/>
              </a:cxn>
              <a:cxn ang="0">
                <a:pos x="191" y="281"/>
              </a:cxn>
              <a:cxn ang="0">
                <a:pos x="194" y="280"/>
              </a:cxn>
              <a:cxn ang="0">
                <a:pos x="146" y="193"/>
              </a:cxn>
              <a:cxn ang="0">
                <a:pos x="177" y="154"/>
              </a:cxn>
              <a:cxn ang="0">
                <a:pos x="203" y="241"/>
              </a:cxn>
              <a:cxn ang="0">
                <a:pos x="254" y="242"/>
              </a:cxn>
              <a:cxn ang="0">
                <a:pos x="256" y="241"/>
              </a:cxn>
              <a:cxn ang="0">
                <a:pos x="208" y="154"/>
              </a:cxn>
              <a:cxn ang="0">
                <a:pos x="84" y="145"/>
              </a:cxn>
              <a:cxn ang="0">
                <a:pos x="102" y="114"/>
              </a:cxn>
              <a:cxn ang="0">
                <a:pos x="27" y="114"/>
              </a:cxn>
              <a:cxn ang="0">
                <a:pos x="98" y="186"/>
              </a:cxn>
              <a:cxn ang="0">
                <a:pos x="80" y="154"/>
              </a:cxn>
              <a:cxn ang="0">
                <a:pos x="0" y="202"/>
              </a:cxn>
              <a:cxn ang="0">
                <a:pos x="0" y="242"/>
              </a:cxn>
              <a:cxn ang="0">
                <a:pos x="57" y="253"/>
              </a:cxn>
              <a:cxn ang="0">
                <a:pos x="98" y="186"/>
              </a:cxn>
              <a:cxn ang="0">
                <a:pos x="98" y="186"/>
              </a:cxn>
            </a:cxnLst>
            <a:rect l="0" t="0" r="r" b="b"/>
            <a:pathLst>
              <a:path w="256" h="292">
                <a:moveTo>
                  <a:pt x="87" y="41"/>
                </a:moveTo>
                <a:cubicBezTo>
                  <a:pt x="87" y="18"/>
                  <a:pt x="106" y="0"/>
                  <a:pt x="128" y="0"/>
                </a:cubicBezTo>
                <a:cubicBezTo>
                  <a:pt x="151" y="0"/>
                  <a:pt x="169" y="18"/>
                  <a:pt x="169" y="41"/>
                </a:cubicBezTo>
                <a:cubicBezTo>
                  <a:pt x="169" y="63"/>
                  <a:pt x="151" y="82"/>
                  <a:pt x="128" y="82"/>
                </a:cubicBezTo>
                <a:cubicBezTo>
                  <a:pt x="106" y="82"/>
                  <a:pt x="87" y="63"/>
                  <a:pt x="87" y="41"/>
                </a:cubicBezTo>
                <a:close/>
                <a:moveTo>
                  <a:pt x="148" y="109"/>
                </a:moveTo>
                <a:cubicBezTo>
                  <a:pt x="148" y="101"/>
                  <a:pt x="151" y="92"/>
                  <a:pt x="156" y="86"/>
                </a:cubicBezTo>
                <a:cubicBezTo>
                  <a:pt x="153" y="85"/>
                  <a:pt x="149" y="84"/>
                  <a:pt x="146" y="84"/>
                </a:cubicBezTo>
                <a:cubicBezTo>
                  <a:pt x="111" y="84"/>
                  <a:pt x="111" y="84"/>
                  <a:pt x="111" y="84"/>
                </a:cubicBezTo>
                <a:cubicBezTo>
                  <a:pt x="107" y="84"/>
                  <a:pt x="104" y="85"/>
                  <a:pt x="100" y="86"/>
                </a:cubicBezTo>
                <a:cubicBezTo>
                  <a:pt x="105" y="93"/>
                  <a:pt x="109" y="102"/>
                  <a:pt x="109" y="111"/>
                </a:cubicBezTo>
                <a:cubicBezTo>
                  <a:pt x="115" y="108"/>
                  <a:pt x="122" y="106"/>
                  <a:pt x="130" y="106"/>
                </a:cubicBezTo>
                <a:cubicBezTo>
                  <a:pt x="136" y="106"/>
                  <a:pt x="142" y="107"/>
                  <a:pt x="148" y="109"/>
                </a:cubicBezTo>
                <a:close/>
                <a:moveTo>
                  <a:pt x="155" y="113"/>
                </a:moveTo>
                <a:cubicBezTo>
                  <a:pt x="167" y="121"/>
                  <a:pt x="175" y="133"/>
                  <a:pt x="176" y="148"/>
                </a:cubicBezTo>
                <a:cubicBezTo>
                  <a:pt x="181" y="150"/>
                  <a:pt x="187" y="151"/>
                  <a:pt x="192" y="151"/>
                </a:cubicBezTo>
                <a:cubicBezTo>
                  <a:pt x="213" y="151"/>
                  <a:pt x="230" y="134"/>
                  <a:pt x="230" y="114"/>
                </a:cubicBezTo>
                <a:cubicBezTo>
                  <a:pt x="230" y="93"/>
                  <a:pt x="213" y="76"/>
                  <a:pt x="192" y="76"/>
                </a:cubicBezTo>
                <a:cubicBezTo>
                  <a:pt x="172" y="76"/>
                  <a:pt x="155" y="93"/>
                  <a:pt x="155" y="113"/>
                </a:cubicBezTo>
                <a:close/>
                <a:moveTo>
                  <a:pt x="130" y="190"/>
                </a:moveTo>
                <a:cubicBezTo>
                  <a:pt x="151" y="190"/>
                  <a:pt x="168" y="173"/>
                  <a:pt x="168" y="152"/>
                </a:cubicBezTo>
                <a:cubicBezTo>
                  <a:pt x="168" y="132"/>
                  <a:pt x="151" y="115"/>
                  <a:pt x="130" y="115"/>
                </a:cubicBezTo>
                <a:cubicBezTo>
                  <a:pt x="109" y="115"/>
                  <a:pt x="92" y="132"/>
                  <a:pt x="92" y="152"/>
                </a:cubicBezTo>
                <a:cubicBezTo>
                  <a:pt x="92" y="173"/>
                  <a:pt x="109" y="190"/>
                  <a:pt x="130" y="190"/>
                </a:cubicBezTo>
                <a:close/>
                <a:moveTo>
                  <a:pt x="146" y="193"/>
                </a:moveTo>
                <a:cubicBezTo>
                  <a:pt x="114" y="193"/>
                  <a:pt x="114" y="193"/>
                  <a:pt x="114" y="193"/>
                </a:cubicBezTo>
                <a:cubicBezTo>
                  <a:pt x="88" y="193"/>
                  <a:pt x="66" y="214"/>
                  <a:pt x="66" y="241"/>
                </a:cubicBezTo>
                <a:cubicBezTo>
                  <a:pt x="66" y="280"/>
                  <a:pt x="66" y="280"/>
                  <a:pt x="66" y="280"/>
                </a:cubicBezTo>
                <a:cubicBezTo>
                  <a:pt x="66" y="280"/>
                  <a:pt x="66" y="280"/>
                  <a:pt x="66" y="280"/>
                </a:cubicBezTo>
                <a:cubicBezTo>
                  <a:pt x="69" y="281"/>
                  <a:pt x="69" y="281"/>
                  <a:pt x="69" y="281"/>
                </a:cubicBezTo>
                <a:cubicBezTo>
                  <a:pt x="94" y="289"/>
                  <a:pt x="116" y="292"/>
                  <a:pt x="134" y="292"/>
                </a:cubicBezTo>
                <a:cubicBezTo>
                  <a:pt x="170" y="292"/>
                  <a:pt x="190" y="282"/>
                  <a:pt x="191" y="281"/>
                </a:cubicBezTo>
                <a:cubicBezTo>
                  <a:pt x="194" y="280"/>
                  <a:pt x="194" y="280"/>
                  <a:pt x="194" y="280"/>
                </a:cubicBezTo>
                <a:cubicBezTo>
                  <a:pt x="194" y="280"/>
                  <a:pt x="194" y="280"/>
                  <a:pt x="194" y="280"/>
                </a:cubicBezTo>
                <a:cubicBezTo>
                  <a:pt x="194" y="241"/>
                  <a:pt x="194" y="241"/>
                  <a:pt x="194" y="241"/>
                </a:cubicBezTo>
                <a:cubicBezTo>
                  <a:pt x="194" y="214"/>
                  <a:pt x="173" y="193"/>
                  <a:pt x="146" y="193"/>
                </a:cubicBezTo>
                <a:close/>
                <a:moveTo>
                  <a:pt x="208" y="154"/>
                </a:moveTo>
                <a:cubicBezTo>
                  <a:pt x="177" y="154"/>
                  <a:pt x="177" y="154"/>
                  <a:pt x="177" y="154"/>
                </a:cubicBezTo>
                <a:cubicBezTo>
                  <a:pt x="176" y="167"/>
                  <a:pt x="171" y="178"/>
                  <a:pt x="162" y="186"/>
                </a:cubicBezTo>
                <a:cubicBezTo>
                  <a:pt x="186" y="193"/>
                  <a:pt x="203" y="215"/>
                  <a:pt x="203" y="241"/>
                </a:cubicBezTo>
                <a:cubicBezTo>
                  <a:pt x="203" y="253"/>
                  <a:pt x="203" y="253"/>
                  <a:pt x="203" y="253"/>
                </a:cubicBezTo>
                <a:cubicBezTo>
                  <a:pt x="234" y="252"/>
                  <a:pt x="252" y="243"/>
                  <a:pt x="254" y="242"/>
                </a:cubicBezTo>
                <a:cubicBezTo>
                  <a:pt x="256" y="241"/>
                  <a:pt x="256" y="241"/>
                  <a:pt x="256" y="241"/>
                </a:cubicBezTo>
                <a:cubicBezTo>
                  <a:pt x="256" y="241"/>
                  <a:pt x="256" y="241"/>
                  <a:pt x="256" y="241"/>
                </a:cubicBezTo>
                <a:cubicBezTo>
                  <a:pt x="256" y="202"/>
                  <a:pt x="256" y="202"/>
                  <a:pt x="256" y="202"/>
                </a:cubicBezTo>
                <a:cubicBezTo>
                  <a:pt x="256" y="175"/>
                  <a:pt x="235" y="154"/>
                  <a:pt x="208" y="154"/>
                </a:cubicBezTo>
                <a:close/>
                <a:moveTo>
                  <a:pt x="64" y="151"/>
                </a:moveTo>
                <a:cubicBezTo>
                  <a:pt x="71" y="151"/>
                  <a:pt x="78" y="149"/>
                  <a:pt x="84" y="145"/>
                </a:cubicBezTo>
                <a:cubicBezTo>
                  <a:pt x="86" y="133"/>
                  <a:pt x="92" y="123"/>
                  <a:pt x="102" y="116"/>
                </a:cubicBezTo>
                <a:cubicBezTo>
                  <a:pt x="102" y="115"/>
                  <a:pt x="102" y="114"/>
                  <a:pt x="102" y="114"/>
                </a:cubicBezTo>
                <a:cubicBezTo>
                  <a:pt x="102" y="93"/>
                  <a:pt x="85" y="76"/>
                  <a:pt x="64" y="76"/>
                </a:cubicBezTo>
                <a:cubicBezTo>
                  <a:pt x="43" y="76"/>
                  <a:pt x="27" y="93"/>
                  <a:pt x="27" y="114"/>
                </a:cubicBezTo>
                <a:cubicBezTo>
                  <a:pt x="27" y="134"/>
                  <a:pt x="43" y="151"/>
                  <a:pt x="64" y="151"/>
                </a:cubicBezTo>
                <a:close/>
                <a:moveTo>
                  <a:pt x="98" y="186"/>
                </a:moveTo>
                <a:cubicBezTo>
                  <a:pt x="89" y="178"/>
                  <a:pt x="84" y="167"/>
                  <a:pt x="84" y="154"/>
                </a:cubicBezTo>
                <a:cubicBezTo>
                  <a:pt x="82" y="154"/>
                  <a:pt x="81" y="154"/>
                  <a:pt x="80" y="154"/>
                </a:cubicBezTo>
                <a:cubicBezTo>
                  <a:pt x="48" y="154"/>
                  <a:pt x="48" y="154"/>
                  <a:pt x="48" y="154"/>
                </a:cubicBezTo>
                <a:cubicBezTo>
                  <a:pt x="22" y="154"/>
                  <a:pt x="0" y="175"/>
                  <a:pt x="0" y="202"/>
                </a:cubicBezTo>
                <a:cubicBezTo>
                  <a:pt x="0" y="241"/>
                  <a:pt x="0" y="241"/>
                  <a:pt x="0" y="241"/>
                </a:cubicBezTo>
                <a:cubicBezTo>
                  <a:pt x="0" y="242"/>
                  <a:pt x="0" y="242"/>
                  <a:pt x="0" y="242"/>
                </a:cubicBezTo>
                <a:cubicBezTo>
                  <a:pt x="3" y="242"/>
                  <a:pt x="3" y="242"/>
                  <a:pt x="3" y="242"/>
                </a:cubicBezTo>
                <a:cubicBezTo>
                  <a:pt x="23" y="249"/>
                  <a:pt x="41" y="252"/>
                  <a:pt x="57" y="253"/>
                </a:cubicBezTo>
                <a:cubicBezTo>
                  <a:pt x="57" y="241"/>
                  <a:pt x="57" y="241"/>
                  <a:pt x="57" y="241"/>
                </a:cubicBezTo>
                <a:cubicBezTo>
                  <a:pt x="57" y="215"/>
                  <a:pt x="74" y="193"/>
                  <a:pt x="98" y="186"/>
                </a:cubicBezTo>
                <a:close/>
                <a:moveTo>
                  <a:pt x="98" y="186"/>
                </a:moveTo>
                <a:cubicBezTo>
                  <a:pt x="98" y="186"/>
                  <a:pt x="98" y="186"/>
                  <a:pt x="98" y="18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24"/>
          <p:cNvSpPr>
            <a:spLocks noEditPoints="1"/>
          </p:cNvSpPr>
          <p:nvPr/>
        </p:nvSpPr>
        <p:spPr bwMode="auto">
          <a:xfrm>
            <a:off x="4342477" y="2389404"/>
            <a:ext cx="465392" cy="442457"/>
          </a:xfrm>
          <a:custGeom>
            <a:avLst/>
            <a:gdLst/>
            <a:ahLst/>
            <a:cxnLst>
              <a:cxn ang="0">
                <a:pos x="791" y="27"/>
              </a:cxn>
              <a:cxn ang="0">
                <a:pos x="734" y="0"/>
              </a:cxn>
              <a:cxn ang="0">
                <a:pos x="98" y="27"/>
              </a:cxn>
              <a:cxn ang="0">
                <a:pos x="41" y="0"/>
              </a:cxn>
              <a:cxn ang="0">
                <a:pos x="0" y="791"/>
              </a:cxn>
              <a:cxn ang="0">
                <a:pos x="41" y="765"/>
              </a:cxn>
              <a:cxn ang="0">
                <a:pos x="98" y="791"/>
              </a:cxn>
              <a:cxn ang="0">
                <a:pos x="734" y="765"/>
              </a:cxn>
              <a:cxn ang="0">
                <a:pos x="791" y="791"/>
              </a:cxn>
              <a:cxn ang="0">
                <a:pos x="832" y="0"/>
              </a:cxn>
              <a:cxn ang="0">
                <a:pos x="98" y="679"/>
              </a:cxn>
              <a:cxn ang="0">
                <a:pos x="41" y="634"/>
              </a:cxn>
              <a:cxn ang="0">
                <a:pos x="98" y="679"/>
              </a:cxn>
              <a:cxn ang="0">
                <a:pos x="41" y="551"/>
              </a:cxn>
              <a:cxn ang="0">
                <a:pos x="98" y="503"/>
              </a:cxn>
              <a:cxn ang="0">
                <a:pos x="98" y="420"/>
              </a:cxn>
              <a:cxn ang="0">
                <a:pos x="41" y="372"/>
              </a:cxn>
              <a:cxn ang="0">
                <a:pos x="98" y="420"/>
              </a:cxn>
              <a:cxn ang="0">
                <a:pos x="41" y="289"/>
              </a:cxn>
              <a:cxn ang="0">
                <a:pos x="98" y="241"/>
              </a:cxn>
              <a:cxn ang="0">
                <a:pos x="98" y="158"/>
              </a:cxn>
              <a:cxn ang="0">
                <a:pos x="41" y="112"/>
              </a:cxn>
              <a:cxn ang="0">
                <a:pos x="98" y="158"/>
              </a:cxn>
              <a:cxn ang="0">
                <a:pos x="158" y="782"/>
              </a:cxn>
              <a:cxn ang="0">
                <a:pos x="672" y="643"/>
              </a:cxn>
              <a:cxn ang="0">
                <a:pos x="672" y="574"/>
              </a:cxn>
              <a:cxn ang="0">
                <a:pos x="158" y="217"/>
              </a:cxn>
              <a:cxn ang="0">
                <a:pos x="672" y="574"/>
              </a:cxn>
              <a:cxn ang="0">
                <a:pos x="158" y="148"/>
              </a:cxn>
              <a:cxn ang="0">
                <a:pos x="672" y="10"/>
              </a:cxn>
              <a:cxn ang="0">
                <a:pos x="791" y="679"/>
              </a:cxn>
              <a:cxn ang="0">
                <a:pos x="734" y="634"/>
              </a:cxn>
              <a:cxn ang="0">
                <a:pos x="791" y="679"/>
              </a:cxn>
              <a:cxn ang="0">
                <a:pos x="734" y="551"/>
              </a:cxn>
              <a:cxn ang="0">
                <a:pos x="791" y="503"/>
              </a:cxn>
              <a:cxn ang="0">
                <a:pos x="791" y="420"/>
              </a:cxn>
              <a:cxn ang="0">
                <a:pos x="734" y="372"/>
              </a:cxn>
              <a:cxn ang="0">
                <a:pos x="791" y="420"/>
              </a:cxn>
              <a:cxn ang="0">
                <a:pos x="734" y="289"/>
              </a:cxn>
              <a:cxn ang="0">
                <a:pos x="791" y="241"/>
              </a:cxn>
              <a:cxn ang="0">
                <a:pos x="791" y="158"/>
              </a:cxn>
              <a:cxn ang="0">
                <a:pos x="734" y="112"/>
              </a:cxn>
              <a:cxn ang="0">
                <a:pos x="791" y="158"/>
              </a:cxn>
              <a:cxn ang="0">
                <a:pos x="791" y="158"/>
              </a:cxn>
            </a:cxnLst>
            <a:rect l="0" t="0" r="r" b="b"/>
            <a:pathLst>
              <a:path w="832" h="791">
                <a:moveTo>
                  <a:pt x="791" y="0"/>
                </a:moveTo>
                <a:lnTo>
                  <a:pt x="791" y="27"/>
                </a:lnTo>
                <a:lnTo>
                  <a:pt x="734" y="27"/>
                </a:lnTo>
                <a:lnTo>
                  <a:pt x="734" y="0"/>
                </a:lnTo>
                <a:lnTo>
                  <a:pt x="98" y="0"/>
                </a:lnTo>
                <a:lnTo>
                  <a:pt x="98" y="27"/>
                </a:lnTo>
                <a:lnTo>
                  <a:pt x="41" y="27"/>
                </a:lnTo>
                <a:lnTo>
                  <a:pt x="41" y="0"/>
                </a:lnTo>
                <a:lnTo>
                  <a:pt x="0" y="0"/>
                </a:lnTo>
                <a:lnTo>
                  <a:pt x="0" y="791"/>
                </a:lnTo>
                <a:lnTo>
                  <a:pt x="41" y="791"/>
                </a:lnTo>
                <a:lnTo>
                  <a:pt x="41" y="765"/>
                </a:lnTo>
                <a:lnTo>
                  <a:pt x="98" y="765"/>
                </a:lnTo>
                <a:lnTo>
                  <a:pt x="98" y="791"/>
                </a:lnTo>
                <a:lnTo>
                  <a:pt x="734" y="791"/>
                </a:lnTo>
                <a:lnTo>
                  <a:pt x="734" y="765"/>
                </a:lnTo>
                <a:lnTo>
                  <a:pt x="791" y="765"/>
                </a:lnTo>
                <a:lnTo>
                  <a:pt x="791" y="791"/>
                </a:lnTo>
                <a:lnTo>
                  <a:pt x="832" y="791"/>
                </a:lnTo>
                <a:lnTo>
                  <a:pt x="832" y="0"/>
                </a:lnTo>
                <a:lnTo>
                  <a:pt x="791" y="0"/>
                </a:lnTo>
                <a:close/>
                <a:moveTo>
                  <a:pt x="98" y="679"/>
                </a:moveTo>
                <a:lnTo>
                  <a:pt x="41" y="679"/>
                </a:lnTo>
                <a:lnTo>
                  <a:pt x="41" y="634"/>
                </a:lnTo>
                <a:lnTo>
                  <a:pt x="98" y="634"/>
                </a:lnTo>
                <a:lnTo>
                  <a:pt x="98" y="679"/>
                </a:lnTo>
                <a:close/>
                <a:moveTo>
                  <a:pt x="98" y="551"/>
                </a:moveTo>
                <a:lnTo>
                  <a:pt x="41" y="551"/>
                </a:lnTo>
                <a:lnTo>
                  <a:pt x="41" y="503"/>
                </a:lnTo>
                <a:lnTo>
                  <a:pt x="98" y="503"/>
                </a:lnTo>
                <a:lnTo>
                  <a:pt x="98" y="551"/>
                </a:lnTo>
                <a:close/>
                <a:moveTo>
                  <a:pt x="98" y="420"/>
                </a:moveTo>
                <a:lnTo>
                  <a:pt x="41" y="420"/>
                </a:lnTo>
                <a:lnTo>
                  <a:pt x="41" y="372"/>
                </a:lnTo>
                <a:lnTo>
                  <a:pt x="98" y="372"/>
                </a:lnTo>
                <a:lnTo>
                  <a:pt x="98" y="420"/>
                </a:lnTo>
                <a:close/>
                <a:moveTo>
                  <a:pt x="98" y="289"/>
                </a:moveTo>
                <a:lnTo>
                  <a:pt x="41" y="289"/>
                </a:lnTo>
                <a:lnTo>
                  <a:pt x="41" y="241"/>
                </a:lnTo>
                <a:lnTo>
                  <a:pt x="98" y="241"/>
                </a:lnTo>
                <a:lnTo>
                  <a:pt x="98" y="289"/>
                </a:lnTo>
                <a:close/>
                <a:moveTo>
                  <a:pt x="98" y="158"/>
                </a:moveTo>
                <a:lnTo>
                  <a:pt x="41" y="158"/>
                </a:lnTo>
                <a:lnTo>
                  <a:pt x="41" y="112"/>
                </a:lnTo>
                <a:lnTo>
                  <a:pt x="98" y="112"/>
                </a:lnTo>
                <a:lnTo>
                  <a:pt x="98" y="158"/>
                </a:lnTo>
                <a:close/>
                <a:moveTo>
                  <a:pt x="672" y="782"/>
                </a:moveTo>
                <a:lnTo>
                  <a:pt x="158" y="782"/>
                </a:lnTo>
                <a:lnTo>
                  <a:pt x="158" y="643"/>
                </a:lnTo>
                <a:lnTo>
                  <a:pt x="672" y="643"/>
                </a:lnTo>
                <a:lnTo>
                  <a:pt x="672" y="782"/>
                </a:lnTo>
                <a:close/>
                <a:moveTo>
                  <a:pt x="672" y="574"/>
                </a:moveTo>
                <a:lnTo>
                  <a:pt x="158" y="574"/>
                </a:lnTo>
                <a:lnTo>
                  <a:pt x="158" y="217"/>
                </a:lnTo>
                <a:lnTo>
                  <a:pt x="672" y="217"/>
                </a:lnTo>
                <a:lnTo>
                  <a:pt x="672" y="574"/>
                </a:lnTo>
                <a:close/>
                <a:moveTo>
                  <a:pt x="672" y="148"/>
                </a:moveTo>
                <a:lnTo>
                  <a:pt x="158" y="148"/>
                </a:lnTo>
                <a:lnTo>
                  <a:pt x="158" y="10"/>
                </a:lnTo>
                <a:lnTo>
                  <a:pt x="672" y="10"/>
                </a:lnTo>
                <a:lnTo>
                  <a:pt x="672" y="148"/>
                </a:lnTo>
                <a:close/>
                <a:moveTo>
                  <a:pt x="791" y="679"/>
                </a:moveTo>
                <a:lnTo>
                  <a:pt x="734" y="679"/>
                </a:lnTo>
                <a:lnTo>
                  <a:pt x="734" y="634"/>
                </a:lnTo>
                <a:lnTo>
                  <a:pt x="791" y="634"/>
                </a:lnTo>
                <a:lnTo>
                  <a:pt x="791" y="679"/>
                </a:lnTo>
                <a:close/>
                <a:moveTo>
                  <a:pt x="791" y="551"/>
                </a:moveTo>
                <a:lnTo>
                  <a:pt x="734" y="551"/>
                </a:lnTo>
                <a:lnTo>
                  <a:pt x="734" y="503"/>
                </a:lnTo>
                <a:lnTo>
                  <a:pt x="791" y="503"/>
                </a:lnTo>
                <a:lnTo>
                  <a:pt x="791" y="551"/>
                </a:lnTo>
                <a:close/>
                <a:moveTo>
                  <a:pt x="791" y="420"/>
                </a:moveTo>
                <a:lnTo>
                  <a:pt x="734" y="420"/>
                </a:lnTo>
                <a:lnTo>
                  <a:pt x="734" y="372"/>
                </a:lnTo>
                <a:lnTo>
                  <a:pt x="791" y="372"/>
                </a:lnTo>
                <a:lnTo>
                  <a:pt x="791" y="420"/>
                </a:lnTo>
                <a:close/>
                <a:moveTo>
                  <a:pt x="791" y="289"/>
                </a:moveTo>
                <a:lnTo>
                  <a:pt x="734" y="289"/>
                </a:lnTo>
                <a:lnTo>
                  <a:pt x="734" y="241"/>
                </a:lnTo>
                <a:lnTo>
                  <a:pt x="791" y="241"/>
                </a:lnTo>
                <a:lnTo>
                  <a:pt x="791" y="289"/>
                </a:lnTo>
                <a:close/>
                <a:moveTo>
                  <a:pt x="791" y="158"/>
                </a:moveTo>
                <a:lnTo>
                  <a:pt x="734" y="158"/>
                </a:lnTo>
                <a:lnTo>
                  <a:pt x="734" y="112"/>
                </a:lnTo>
                <a:lnTo>
                  <a:pt x="791" y="112"/>
                </a:lnTo>
                <a:lnTo>
                  <a:pt x="791" y="158"/>
                </a:lnTo>
                <a:close/>
                <a:moveTo>
                  <a:pt x="791" y="158"/>
                </a:moveTo>
                <a:lnTo>
                  <a:pt x="791" y="158"/>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 name="Group 66"/>
          <p:cNvGrpSpPr/>
          <p:nvPr/>
        </p:nvGrpSpPr>
        <p:grpSpPr>
          <a:xfrm>
            <a:off x="3169545" y="2831861"/>
            <a:ext cx="399596" cy="375131"/>
            <a:chOff x="504825" y="971550"/>
            <a:chExt cx="1089026" cy="1022350"/>
          </a:xfrm>
          <a:solidFill>
            <a:schemeClr val="bg1"/>
          </a:solidFill>
        </p:grpSpPr>
        <p:sp>
          <p:nvSpPr>
            <p:cNvPr id="70" name="Freeform 29"/>
            <p:cNvSpPr>
              <a:spLocks noEditPoints="1"/>
            </p:cNvSpPr>
            <p:nvPr/>
          </p:nvSpPr>
          <p:spPr bwMode="auto">
            <a:xfrm>
              <a:off x="782638" y="971550"/>
              <a:ext cx="811213" cy="841375"/>
            </a:xfrm>
            <a:custGeom>
              <a:avLst/>
              <a:gdLst/>
              <a:ahLst/>
              <a:cxnLst>
                <a:cxn ang="0">
                  <a:pos x="0" y="0"/>
                </a:cxn>
                <a:cxn ang="0">
                  <a:pos x="0" y="382"/>
                </a:cxn>
                <a:cxn ang="0">
                  <a:pos x="286" y="382"/>
                </a:cxn>
                <a:cxn ang="0">
                  <a:pos x="420" y="530"/>
                </a:cxn>
                <a:cxn ang="0">
                  <a:pos x="420" y="382"/>
                </a:cxn>
                <a:cxn ang="0">
                  <a:pos x="511" y="382"/>
                </a:cxn>
                <a:cxn ang="0">
                  <a:pos x="511" y="0"/>
                </a:cxn>
                <a:cxn ang="0">
                  <a:pos x="0" y="0"/>
                </a:cxn>
                <a:cxn ang="0">
                  <a:pos x="0" y="0"/>
                </a:cxn>
                <a:cxn ang="0">
                  <a:pos x="0" y="0"/>
                </a:cxn>
              </a:cxnLst>
              <a:rect l="0" t="0" r="r" b="b"/>
              <a:pathLst>
                <a:path w="511" h="530">
                  <a:moveTo>
                    <a:pt x="0" y="0"/>
                  </a:moveTo>
                  <a:lnTo>
                    <a:pt x="0" y="382"/>
                  </a:lnTo>
                  <a:lnTo>
                    <a:pt x="286" y="382"/>
                  </a:lnTo>
                  <a:lnTo>
                    <a:pt x="420" y="530"/>
                  </a:lnTo>
                  <a:lnTo>
                    <a:pt x="420" y="382"/>
                  </a:lnTo>
                  <a:lnTo>
                    <a:pt x="511" y="382"/>
                  </a:lnTo>
                  <a:lnTo>
                    <a:pt x="511" y="0"/>
                  </a:lnTo>
                  <a:lnTo>
                    <a:pt x="0" y="0"/>
                  </a:lnTo>
                  <a:close/>
                  <a:moveTo>
                    <a:pt x="0" y="0"/>
                  </a:move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1"/>
            <p:cNvSpPr>
              <a:spLocks noEditPoints="1"/>
            </p:cNvSpPr>
            <p:nvPr/>
          </p:nvSpPr>
          <p:spPr bwMode="auto">
            <a:xfrm>
              <a:off x="504825" y="1274763"/>
              <a:ext cx="695325" cy="719137"/>
            </a:xfrm>
            <a:custGeom>
              <a:avLst/>
              <a:gdLst/>
              <a:ahLst/>
              <a:cxnLst>
                <a:cxn ang="0">
                  <a:pos x="426" y="226"/>
                </a:cxn>
                <a:cxn ang="0">
                  <a:pos x="139" y="226"/>
                </a:cxn>
                <a:cxn ang="0">
                  <a:pos x="139" y="0"/>
                </a:cxn>
                <a:cxn ang="0">
                  <a:pos x="0" y="0"/>
                </a:cxn>
                <a:cxn ang="0">
                  <a:pos x="0" y="327"/>
                </a:cxn>
                <a:cxn ang="0">
                  <a:pos x="79" y="327"/>
                </a:cxn>
                <a:cxn ang="0">
                  <a:pos x="79" y="453"/>
                </a:cxn>
                <a:cxn ang="0">
                  <a:pos x="192" y="327"/>
                </a:cxn>
                <a:cxn ang="0">
                  <a:pos x="438" y="327"/>
                </a:cxn>
                <a:cxn ang="0">
                  <a:pos x="438" y="241"/>
                </a:cxn>
                <a:cxn ang="0">
                  <a:pos x="426" y="226"/>
                </a:cxn>
                <a:cxn ang="0">
                  <a:pos x="426" y="226"/>
                </a:cxn>
                <a:cxn ang="0">
                  <a:pos x="426" y="226"/>
                </a:cxn>
              </a:cxnLst>
              <a:rect l="0" t="0" r="r" b="b"/>
              <a:pathLst>
                <a:path w="438" h="453">
                  <a:moveTo>
                    <a:pt x="426" y="226"/>
                  </a:moveTo>
                  <a:lnTo>
                    <a:pt x="139" y="226"/>
                  </a:lnTo>
                  <a:lnTo>
                    <a:pt x="139" y="0"/>
                  </a:lnTo>
                  <a:lnTo>
                    <a:pt x="0" y="0"/>
                  </a:lnTo>
                  <a:lnTo>
                    <a:pt x="0" y="327"/>
                  </a:lnTo>
                  <a:lnTo>
                    <a:pt x="79" y="327"/>
                  </a:lnTo>
                  <a:lnTo>
                    <a:pt x="79" y="453"/>
                  </a:lnTo>
                  <a:lnTo>
                    <a:pt x="192" y="327"/>
                  </a:lnTo>
                  <a:lnTo>
                    <a:pt x="438" y="327"/>
                  </a:lnTo>
                  <a:lnTo>
                    <a:pt x="438" y="241"/>
                  </a:lnTo>
                  <a:lnTo>
                    <a:pt x="426" y="226"/>
                  </a:lnTo>
                  <a:close/>
                  <a:moveTo>
                    <a:pt x="426" y="226"/>
                  </a:moveTo>
                  <a:lnTo>
                    <a:pt x="426" y="2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74"/>
          <p:cNvGrpSpPr/>
          <p:nvPr/>
        </p:nvGrpSpPr>
        <p:grpSpPr>
          <a:xfrm>
            <a:off x="5647007" y="2760407"/>
            <a:ext cx="277407" cy="475163"/>
            <a:chOff x="1668463" y="3354388"/>
            <a:chExt cx="641350" cy="1098550"/>
          </a:xfrm>
          <a:solidFill>
            <a:schemeClr val="bg1"/>
          </a:solidFill>
        </p:grpSpPr>
        <p:sp>
          <p:nvSpPr>
            <p:cNvPr id="76" name="Freeform 36"/>
            <p:cNvSpPr>
              <a:spLocks noEditPoints="1"/>
            </p:cNvSpPr>
            <p:nvPr/>
          </p:nvSpPr>
          <p:spPr bwMode="auto">
            <a:xfrm>
              <a:off x="1752600" y="3438526"/>
              <a:ext cx="473075" cy="768350"/>
            </a:xfrm>
            <a:custGeom>
              <a:avLst/>
              <a:gdLst/>
              <a:ahLst/>
              <a:cxnLst>
                <a:cxn ang="0">
                  <a:pos x="13" y="197"/>
                </a:cxn>
                <a:cxn ang="0">
                  <a:pos x="27" y="191"/>
                </a:cxn>
                <a:cxn ang="0">
                  <a:pos x="29" y="189"/>
                </a:cxn>
                <a:cxn ang="0">
                  <a:pos x="32" y="181"/>
                </a:cxn>
                <a:cxn ang="0">
                  <a:pos x="36" y="176"/>
                </a:cxn>
                <a:cxn ang="0">
                  <a:pos x="37" y="174"/>
                </a:cxn>
                <a:cxn ang="0">
                  <a:pos x="39" y="162"/>
                </a:cxn>
                <a:cxn ang="0">
                  <a:pos x="38" y="160"/>
                </a:cxn>
                <a:cxn ang="0">
                  <a:pos x="31" y="146"/>
                </a:cxn>
                <a:cxn ang="0">
                  <a:pos x="29" y="138"/>
                </a:cxn>
                <a:cxn ang="0">
                  <a:pos x="26" y="127"/>
                </a:cxn>
                <a:cxn ang="0">
                  <a:pos x="26" y="124"/>
                </a:cxn>
                <a:cxn ang="0">
                  <a:pos x="28" y="119"/>
                </a:cxn>
                <a:cxn ang="0">
                  <a:pos x="29" y="117"/>
                </a:cxn>
                <a:cxn ang="0">
                  <a:pos x="29" y="100"/>
                </a:cxn>
                <a:cxn ang="0">
                  <a:pos x="29" y="89"/>
                </a:cxn>
                <a:cxn ang="0">
                  <a:pos x="38" y="74"/>
                </a:cxn>
                <a:cxn ang="0">
                  <a:pos x="63" y="63"/>
                </a:cxn>
                <a:cxn ang="0">
                  <a:pos x="77" y="61"/>
                </a:cxn>
                <a:cxn ang="0">
                  <a:pos x="81" y="61"/>
                </a:cxn>
                <a:cxn ang="0">
                  <a:pos x="81" y="62"/>
                </a:cxn>
                <a:cxn ang="0">
                  <a:pos x="78" y="64"/>
                </a:cxn>
                <a:cxn ang="0">
                  <a:pos x="79" y="69"/>
                </a:cxn>
                <a:cxn ang="0">
                  <a:pos x="91" y="80"/>
                </a:cxn>
                <a:cxn ang="0">
                  <a:pos x="96" y="92"/>
                </a:cxn>
                <a:cxn ang="0">
                  <a:pos x="96" y="117"/>
                </a:cxn>
                <a:cxn ang="0">
                  <a:pos x="98" y="121"/>
                </a:cxn>
                <a:cxn ang="0">
                  <a:pos x="99" y="122"/>
                </a:cxn>
                <a:cxn ang="0">
                  <a:pos x="98" y="135"/>
                </a:cxn>
                <a:cxn ang="0">
                  <a:pos x="98" y="136"/>
                </a:cxn>
                <a:cxn ang="0">
                  <a:pos x="91" y="154"/>
                </a:cxn>
                <a:cxn ang="0">
                  <a:pos x="90" y="155"/>
                </a:cxn>
                <a:cxn ang="0">
                  <a:pos x="87" y="174"/>
                </a:cxn>
                <a:cxn ang="0">
                  <a:pos x="88" y="176"/>
                </a:cxn>
                <a:cxn ang="0">
                  <a:pos x="91" y="181"/>
                </a:cxn>
                <a:cxn ang="0">
                  <a:pos x="94" y="190"/>
                </a:cxn>
                <a:cxn ang="0">
                  <a:pos x="97" y="192"/>
                </a:cxn>
                <a:cxn ang="0">
                  <a:pos x="124" y="203"/>
                </a:cxn>
                <a:cxn ang="0">
                  <a:pos x="124" y="0"/>
                </a:cxn>
                <a:cxn ang="0">
                  <a:pos x="0" y="0"/>
                </a:cxn>
                <a:cxn ang="0">
                  <a:pos x="0" y="203"/>
                </a:cxn>
                <a:cxn ang="0">
                  <a:pos x="13" y="197"/>
                </a:cxn>
                <a:cxn ang="0">
                  <a:pos x="13" y="197"/>
                </a:cxn>
                <a:cxn ang="0">
                  <a:pos x="13" y="197"/>
                </a:cxn>
              </a:cxnLst>
              <a:rect l="0" t="0" r="r" b="b"/>
              <a:pathLst>
                <a:path w="124" h="203">
                  <a:moveTo>
                    <a:pt x="13" y="197"/>
                  </a:moveTo>
                  <a:cubicBezTo>
                    <a:pt x="17" y="195"/>
                    <a:pt x="22" y="194"/>
                    <a:pt x="27" y="191"/>
                  </a:cubicBezTo>
                  <a:cubicBezTo>
                    <a:pt x="28" y="191"/>
                    <a:pt x="29" y="190"/>
                    <a:pt x="29" y="189"/>
                  </a:cubicBezTo>
                  <a:cubicBezTo>
                    <a:pt x="30" y="187"/>
                    <a:pt x="31" y="184"/>
                    <a:pt x="32" y="181"/>
                  </a:cubicBezTo>
                  <a:cubicBezTo>
                    <a:pt x="33" y="179"/>
                    <a:pt x="33" y="177"/>
                    <a:pt x="36" y="176"/>
                  </a:cubicBezTo>
                  <a:cubicBezTo>
                    <a:pt x="36" y="176"/>
                    <a:pt x="37" y="175"/>
                    <a:pt x="37" y="174"/>
                  </a:cubicBezTo>
                  <a:cubicBezTo>
                    <a:pt x="38" y="170"/>
                    <a:pt x="38" y="166"/>
                    <a:pt x="39" y="162"/>
                  </a:cubicBezTo>
                  <a:cubicBezTo>
                    <a:pt x="39" y="161"/>
                    <a:pt x="38" y="160"/>
                    <a:pt x="38" y="160"/>
                  </a:cubicBezTo>
                  <a:cubicBezTo>
                    <a:pt x="34" y="156"/>
                    <a:pt x="32" y="151"/>
                    <a:pt x="31" y="146"/>
                  </a:cubicBezTo>
                  <a:cubicBezTo>
                    <a:pt x="31" y="143"/>
                    <a:pt x="29" y="141"/>
                    <a:pt x="29" y="138"/>
                  </a:cubicBezTo>
                  <a:cubicBezTo>
                    <a:pt x="28" y="135"/>
                    <a:pt x="27" y="131"/>
                    <a:pt x="26" y="127"/>
                  </a:cubicBezTo>
                  <a:cubicBezTo>
                    <a:pt x="26" y="126"/>
                    <a:pt x="26" y="125"/>
                    <a:pt x="26" y="124"/>
                  </a:cubicBezTo>
                  <a:cubicBezTo>
                    <a:pt x="25" y="122"/>
                    <a:pt x="25" y="120"/>
                    <a:pt x="28" y="119"/>
                  </a:cubicBezTo>
                  <a:cubicBezTo>
                    <a:pt x="28" y="119"/>
                    <a:pt x="29" y="118"/>
                    <a:pt x="29" y="117"/>
                  </a:cubicBezTo>
                  <a:cubicBezTo>
                    <a:pt x="29" y="111"/>
                    <a:pt x="29" y="105"/>
                    <a:pt x="29" y="100"/>
                  </a:cubicBezTo>
                  <a:cubicBezTo>
                    <a:pt x="29" y="96"/>
                    <a:pt x="29" y="93"/>
                    <a:pt x="29" y="89"/>
                  </a:cubicBezTo>
                  <a:cubicBezTo>
                    <a:pt x="30" y="83"/>
                    <a:pt x="34" y="78"/>
                    <a:pt x="38" y="74"/>
                  </a:cubicBezTo>
                  <a:cubicBezTo>
                    <a:pt x="46" y="68"/>
                    <a:pt x="54" y="65"/>
                    <a:pt x="63" y="63"/>
                  </a:cubicBezTo>
                  <a:cubicBezTo>
                    <a:pt x="68" y="62"/>
                    <a:pt x="72" y="62"/>
                    <a:pt x="77" y="61"/>
                  </a:cubicBezTo>
                  <a:cubicBezTo>
                    <a:pt x="78" y="61"/>
                    <a:pt x="79" y="61"/>
                    <a:pt x="81" y="61"/>
                  </a:cubicBezTo>
                  <a:cubicBezTo>
                    <a:pt x="81" y="61"/>
                    <a:pt x="81" y="61"/>
                    <a:pt x="81" y="62"/>
                  </a:cubicBezTo>
                  <a:cubicBezTo>
                    <a:pt x="80" y="62"/>
                    <a:pt x="79" y="63"/>
                    <a:pt x="78" y="64"/>
                  </a:cubicBezTo>
                  <a:cubicBezTo>
                    <a:pt x="77" y="66"/>
                    <a:pt x="77" y="67"/>
                    <a:pt x="79" y="69"/>
                  </a:cubicBezTo>
                  <a:cubicBezTo>
                    <a:pt x="83" y="72"/>
                    <a:pt x="87" y="76"/>
                    <a:pt x="91" y="80"/>
                  </a:cubicBezTo>
                  <a:cubicBezTo>
                    <a:pt x="95" y="83"/>
                    <a:pt x="96" y="87"/>
                    <a:pt x="96" y="92"/>
                  </a:cubicBezTo>
                  <a:cubicBezTo>
                    <a:pt x="96" y="100"/>
                    <a:pt x="96" y="109"/>
                    <a:pt x="96" y="117"/>
                  </a:cubicBezTo>
                  <a:cubicBezTo>
                    <a:pt x="96" y="118"/>
                    <a:pt x="96" y="120"/>
                    <a:pt x="98" y="121"/>
                  </a:cubicBezTo>
                  <a:cubicBezTo>
                    <a:pt x="99" y="121"/>
                    <a:pt x="99" y="122"/>
                    <a:pt x="99" y="122"/>
                  </a:cubicBezTo>
                  <a:cubicBezTo>
                    <a:pt x="99" y="127"/>
                    <a:pt x="98" y="131"/>
                    <a:pt x="98" y="135"/>
                  </a:cubicBezTo>
                  <a:cubicBezTo>
                    <a:pt x="98" y="135"/>
                    <a:pt x="98" y="135"/>
                    <a:pt x="98" y="136"/>
                  </a:cubicBezTo>
                  <a:cubicBezTo>
                    <a:pt x="94" y="141"/>
                    <a:pt x="93" y="148"/>
                    <a:pt x="91" y="154"/>
                  </a:cubicBezTo>
                  <a:cubicBezTo>
                    <a:pt x="91" y="154"/>
                    <a:pt x="91" y="154"/>
                    <a:pt x="90" y="155"/>
                  </a:cubicBezTo>
                  <a:cubicBezTo>
                    <a:pt x="85" y="160"/>
                    <a:pt x="87" y="168"/>
                    <a:pt x="87" y="174"/>
                  </a:cubicBezTo>
                  <a:cubicBezTo>
                    <a:pt x="87" y="175"/>
                    <a:pt x="87" y="176"/>
                    <a:pt x="88" y="176"/>
                  </a:cubicBezTo>
                  <a:cubicBezTo>
                    <a:pt x="90" y="177"/>
                    <a:pt x="91" y="179"/>
                    <a:pt x="91" y="181"/>
                  </a:cubicBezTo>
                  <a:cubicBezTo>
                    <a:pt x="92" y="184"/>
                    <a:pt x="93" y="187"/>
                    <a:pt x="94" y="190"/>
                  </a:cubicBezTo>
                  <a:cubicBezTo>
                    <a:pt x="95" y="191"/>
                    <a:pt x="96" y="191"/>
                    <a:pt x="97" y="192"/>
                  </a:cubicBezTo>
                  <a:cubicBezTo>
                    <a:pt x="106" y="195"/>
                    <a:pt x="115" y="199"/>
                    <a:pt x="124" y="203"/>
                  </a:cubicBezTo>
                  <a:cubicBezTo>
                    <a:pt x="124" y="0"/>
                    <a:pt x="124" y="0"/>
                    <a:pt x="124" y="0"/>
                  </a:cubicBezTo>
                  <a:cubicBezTo>
                    <a:pt x="0" y="0"/>
                    <a:pt x="0" y="0"/>
                    <a:pt x="0" y="0"/>
                  </a:cubicBezTo>
                  <a:cubicBezTo>
                    <a:pt x="0" y="203"/>
                    <a:pt x="0" y="203"/>
                    <a:pt x="0" y="203"/>
                  </a:cubicBezTo>
                  <a:cubicBezTo>
                    <a:pt x="4" y="201"/>
                    <a:pt x="8" y="199"/>
                    <a:pt x="13" y="197"/>
                  </a:cubicBezTo>
                  <a:close/>
                  <a:moveTo>
                    <a:pt x="13" y="197"/>
                  </a:moveTo>
                  <a:cubicBezTo>
                    <a:pt x="13" y="197"/>
                    <a:pt x="13" y="197"/>
                    <a:pt x="13" y="1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7"/>
            <p:cNvSpPr>
              <a:spLocks noEditPoints="1"/>
            </p:cNvSpPr>
            <p:nvPr/>
          </p:nvSpPr>
          <p:spPr bwMode="auto">
            <a:xfrm>
              <a:off x="1668463" y="3354388"/>
              <a:ext cx="641350" cy="1098550"/>
            </a:xfrm>
            <a:custGeom>
              <a:avLst/>
              <a:gdLst/>
              <a:ahLst/>
              <a:cxnLst>
                <a:cxn ang="0">
                  <a:pos x="149" y="0"/>
                </a:cxn>
                <a:cxn ang="0">
                  <a:pos x="20" y="0"/>
                </a:cxn>
                <a:cxn ang="0">
                  <a:pos x="0" y="20"/>
                </a:cxn>
                <a:cxn ang="0">
                  <a:pos x="0" y="270"/>
                </a:cxn>
                <a:cxn ang="0">
                  <a:pos x="20" y="290"/>
                </a:cxn>
                <a:cxn ang="0">
                  <a:pos x="149" y="290"/>
                </a:cxn>
                <a:cxn ang="0">
                  <a:pos x="168" y="270"/>
                </a:cxn>
                <a:cxn ang="0">
                  <a:pos x="168" y="20"/>
                </a:cxn>
                <a:cxn ang="0">
                  <a:pos x="149" y="0"/>
                </a:cxn>
                <a:cxn ang="0">
                  <a:pos x="55" y="276"/>
                </a:cxn>
                <a:cxn ang="0">
                  <a:pos x="39" y="276"/>
                </a:cxn>
                <a:cxn ang="0">
                  <a:pos x="33" y="270"/>
                </a:cxn>
                <a:cxn ang="0">
                  <a:pos x="39" y="265"/>
                </a:cxn>
                <a:cxn ang="0">
                  <a:pos x="55" y="265"/>
                </a:cxn>
                <a:cxn ang="0">
                  <a:pos x="61" y="270"/>
                </a:cxn>
                <a:cxn ang="0">
                  <a:pos x="55" y="276"/>
                </a:cxn>
                <a:cxn ang="0">
                  <a:pos x="84" y="280"/>
                </a:cxn>
                <a:cxn ang="0">
                  <a:pos x="74" y="270"/>
                </a:cxn>
                <a:cxn ang="0">
                  <a:pos x="84" y="261"/>
                </a:cxn>
                <a:cxn ang="0">
                  <a:pos x="94" y="270"/>
                </a:cxn>
                <a:cxn ang="0">
                  <a:pos x="84" y="280"/>
                </a:cxn>
                <a:cxn ang="0">
                  <a:pos x="129" y="276"/>
                </a:cxn>
                <a:cxn ang="0">
                  <a:pos x="113" y="276"/>
                </a:cxn>
                <a:cxn ang="0">
                  <a:pos x="107" y="270"/>
                </a:cxn>
                <a:cxn ang="0">
                  <a:pos x="113" y="265"/>
                </a:cxn>
                <a:cxn ang="0">
                  <a:pos x="129" y="265"/>
                </a:cxn>
                <a:cxn ang="0">
                  <a:pos x="135" y="270"/>
                </a:cxn>
                <a:cxn ang="0">
                  <a:pos x="129" y="276"/>
                </a:cxn>
                <a:cxn ang="0">
                  <a:pos x="155" y="254"/>
                </a:cxn>
                <a:cxn ang="0">
                  <a:pos x="14" y="254"/>
                </a:cxn>
                <a:cxn ang="0">
                  <a:pos x="14" y="13"/>
                </a:cxn>
                <a:cxn ang="0">
                  <a:pos x="155" y="13"/>
                </a:cxn>
                <a:cxn ang="0">
                  <a:pos x="155" y="254"/>
                </a:cxn>
                <a:cxn ang="0">
                  <a:pos x="155" y="254"/>
                </a:cxn>
                <a:cxn ang="0">
                  <a:pos x="155" y="254"/>
                </a:cxn>
              </a:cxnLst>
              <a:rect l="0" t="0" r="r" b="b"/>
              <a:pathLst>
                <a:path w="168" h="290">
                  <a:moveTo>
                    <a:pt x="149" y="0"/>
                  </a:moveTo>
                  <a:cubicBezTo>
                    <a:pt x="20" y="0"/>
                    <a:pt x="20" y="0"/>
                    <a:pt x="20" y="0"/>
                  </a:cubicBezTo>
                  <a:cubicBezTo>
                    <a:pt x="9" y="0"/>
                    <a:pt x="0" y="9"/>
                    <a:pt x="0" y="20"/>
                  </a:cubicBezTo>
                  <a:cubicBezTo>
                    <a:pt x="0" y="270"/>
                    <a:pt x="0" y="270"/>
                    <a:pt x="0" y="270"/>
                  </a:cubicBezTo>
                  <a:cubicBezTo>
                    <a:pt x="0" y="281"/>
                    <a:pt x="9" y="290"/>
                    <a:pt x="20" y="290"/>
                  </a:cubicBezTo>
                  <a:cubicBezTo>
                    <a:pt x="149" y="290"/>
                    <a:pt x="149" y="290"/>
                    <a:pt x="149" y="290"/>
                  </a:cubicBezTo>
                  <a:cubicBezTo>
                    <a:pt x="159" y="290"/>
                    <a:pt x="168" y="281"/>
                    <a:pt x="168" y="270"/>
                  </a:cubicBezTo>
                  <a:cubicBezTo>
                    <a:pt x="168" y="20"/>
                    <a:pt x="168" y="20"/>
                    <a:pt x="168" y="20"/>
                  </a:cubicBezTo>
                  <a:cubicBezTo>
                    <a:pt x="168" y="9"/>
                    <a:pt x="159" y="0"/>
                    <a:pt x="149" y="0"/>
                  </a:cubicBezTo>
                  <a:close/>
                  <a:moveTo>
                    <a:pt x="55" y="276"/>
                  </a:moveTo>
                  <a:cubicBezTo>
                    <a:pt x="39" y="276"/>
                    <a:pt x="39" y="276"/>
                    <a:pt x="39" y="276"/>
                  </a:cubicBezTo>
                  <a:cubicBezTo>
                    <a:pt x="36" y="276"/>
                    <a:pt x="33" y="273"/>
                    <a:pt x="33" y="270"/>
                  </a:cubicBezTo>
                  <a:cubicBezTo>
                    <a:pt x="33" y="267"/>
                    <a:pt x="36" y="265"/>
                    <a:pt x="39" y="265"/>
                  </a:cubicBezTo>
                  <a:cubicBezTo>
                    <a:pt x="55" y="265"/>
                    <a:pt x="55" y="265"/>
                    <a:pt x="55" y="265"/>
                  </a:cubicBezTo>
                  <a:cubicBezTo>
                    <a:pt x="58" y="265"/>
                    <a:pt x="61" y="267"/>
                    <a:pt x="61" y="270"/>
                  </a:cubicBezTo>
                  <a:cubicBezTo>
                    <a:pt x="61" y="273"/>
                    <a:pt x="58" y="276"/>
                    <a:pt x="55" y="276"/>
                  </a:cubicBezTo>
                  <a:close/>
                  <a:moveTo>
                    <a:pt x="84" y="280"/>
                  </a:moveTo>
                  <a:cubicBezTo>
                    <a:pt x="79" y="280"/>
                    <a:pt x="74" y="276"/>
                    <a:pt x="74" y="270"/>
                  </a:cubicBezTo>
                  <a:cubicBezTo>
                    <a:pt x="74" y="265"/>
                    <a:pt x="79" y="261"/>
                    <a:pt x="84" y="261"/>
                  </a:cubicBezTo>
                  <a:cubicBezTo>
                    <a:pt x="90" y="261"/>
                    <a:pt x="94" y="265"/>
                    <a:pt x="94" y="270"/>
                  </a:cubicBezTo>
                  <a:cubicBezTo>
                    <a:pt x="94" y="276"/>
                    <a:pt x="90" y="280"/>
                    <a:pt x="84" y="280"/>
                  </a:cubicBezTo>
                  <a:close/>
                  <a:moveTo>
                    <a:pt x="129" y="276"/>
                  </a:moveTo>
                  <a:cubicBezTo>
                    <a:pt x="113" y="276"/>
                    <a:pt x="113" y="276"/>
                    <a:pt x="113" y="276"/>
                  </a:cubicBezTo>
                  <a:cubicBezTo>
                    <a:pt x="110" y="276"/>
                    <a:pt x="107" y="273"/>
                    <a:pt x="107" y="270"/>
                  </a:cubicBezTo>
                  <a:cubicBezTo>
                    <a:pt x="107" y="267"/>
                    <a:pt x="110" y="265"/>
                    <a:pt x="113" y="265"/>
                  </a:cubicBezTo>
                  <a:cubicBezTo>
                    <a:pt x="129" y="265"/>
                    <a:pt x="129" y="265"/>
                    <a:pt x="129" y="265"/>
                  </a:cubicBezTo>
                  <a:cubicBezTo>
                    <a:pt x="132" y="265"/>
                    <a:pt x="135" y="267"/>
                    <a:pt x="135" y="270"/>
                  </a:cubicBezTo>
                  <a:cubicBezTo>
                    <a:pt x="135" y="273"/>
                    <a:pt x="132" y="276"/>
                    <a:pt x="129" y="276"/>
                  </a:cubicBezTo>
                  <a:close/>
                  <a:moveTo>
                    <a:pt x="155" y="254"/>
                  </a:moveTo>
                  <a:cubicBezTo>
                    <a:pt x="14" y="254"/>
                    <a:pt x="14" y="254"/>
                    <a:pt x="14" y="254"/>
                  </a:cubicBezTo>
                  <a:cubicBezTo>
                    <a:pt x="14" y="13"/>
                    <a:pt x="14" y="13"/>
                    <a:pt x="14" y="13"/>
                  </a:cubicBezTo>
                  <a:cubicBezTo>
                    <a:pt x="155" y="13"/>
                    <a:pt x="155" y="13"/>
                    <a:pt x="155" y="13"/>
                  </a:cubicBezTo>
                  <a:lnTo>
                    <a:pt x="155" y="254"/>
                  </a:lnTo>
                  <a:close/>
                  <a:moveTo>
                    <a:pt x="155" y="254"/>
                  </a:moveTo>
                  <a:cubicBezTo>
                    <a:pt x="155" y="254"/>
                    <a:pt x="155" y="254"/>
                    <a:pt x="155" y="2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9" name="Freeform 13"/>
          <p:cNvSpPr>
            <a:spLocks noEditPoints="1"/>
          </p:cNvSpPr>
          <p:nvPr/>
        </p:nvSpPr>
        <p:spPr bwMode="auto">
          <a:xfrm>
            <a:off x="1893619" y="2629357"/>
            <a:ext cx="419008" cy="375074"/>
          </a:xfrm>
          <a:custGeom>
            <a:avLst/>
            <a:gdLst/>
            <a:ahLst/>
            <a:cxnLst>
              <a:cxn ang="0">
                <a:pos x="205" y="90"/>
              </a:cxn>
              <a:cxn ang="0">
                <a:pos x="170" y="67"/>
              </a:cxn>
              <a:cxn ang="0">
                <a:pos x="149" y="67"/>
              </a:cxn>
              <a:cxn ang="0">
                <a:pos x="156" y="35"/>
              </a:cxn>
              <a:cxn ang="0">
                <a:pos x="155" y="23"/>
              </a:cxn>
              <a:cxn ang="0">
                <a:pos x="126" y="1"/>
              </a:cxn>
              <a:cxn ang="0">
                <a:pos x="113" y="21"/>
              </a:cxn>
              <a:cxn ang="0">
                <a:pos x="95" y="61"/>
              </a:cxn>
              <a:cxn ang="0">
                <a:pos x="68" y="82"/>
              </a:cxn>
              <a:cxn ang="0">
                <a:pos x="68" y="81"/>
              </a:cxn>
              <a:cxn ang="0">
                <a:pos x="0" y="81"/>
              </a:cxn>
              <a:cxn ang="0">
                <a:pos x="0" y="179"/>
              </a:cxn>
              <a:cxn ang="0">
                <a:pos x="68" y="179"/>
              </a:cxn>
              <a:cxn ang="0">
                <a:pos x="68" y="174"/>
              </a:cxn>
              <a:cxn ang="0">
                <a:pos x="86" y="174"/>
              </a:cxn>
              <a:cxn ang="0">
                <a:pos x="99" y="181"/>
              </a:cxn>
              <a:cxn ang="0">
                <a:pos x="108" y="187"/>
              </a:cxn>
              <a:cxn ang="0">
                <a:pos x="172" y="189"/>
              </a:cxn>
              <a:cxn ang="0">
                <a:pos x="198" y="169"/>
              </a:cxn>
              <a:cxn ang="0">
                <a:pos x="205" y="90"/>
              </a:cxn>
              <a:cxn ang="0">
                <a:pos x="186" y="165"/>
              </a:cxn>
              <a:cxn ang="0">
                <a:pos x="170" y="176"/>
              </a:cxn>
              <a:cxn ang="0">
                <a:pos x="114" y="175"/>
              </a:cxn>
              <a:cxn ang="0">
                <a:pos x="106" y="170"/>
              </a:cxn>
              <a:cxn ang="0">
                <a:pos x="91" y="162"/>
              </a:cxn>
              <a:cxn ang="0">
                <a:pos x="68" y="161"/>
              </a:cxn>
              <a:cxn ang="0">
                <a:pos x="68" y="96"/>
              </a:cxn>
              <a:cxn ang="0">
                <a:pos x="106" y="68"/>
              </a:cxn>
              <a:cxn ang="0">
                <a:pos x="126" y="26"/>
              </a:cxn>
              <a:cxn ang="0">
                <a:pos x="130" y="14"/>
              </a:cxn>
              <a:cxn ang="0">
                <a:pos x="142" y="26"/>
              </a:cxn>
              <a:cxn ang="0">
                <a:pos x="143" y="35"/>
              </a:cxn>
              <a:cxn ang="0">
                <a:pos x="133" y="70"/>
              </a:cxn>
              <a:cxn ang="0">
                <a:pos x="126" y="80"/>
              </a:cxn>
              <a:cxn ang="0">
                <a:pos x="170" y="80"/>
              </a:cxn>
              <a:cxn ang="0">
                <a:pos x="193" y="94"/>
              </a:cxn>
              <a:cxn ang="0">
                <a:pos x="186" y="165"/>
              </a:cxn>
              <a:cxn ang="0">
                <a:pos x="186" y="165"/>
              </a:cxn>
              <a:cxn ang="0">
                <a:pos x="186" y="165"/>
              </a:cxn>
            </a:cxnLst>
            <a:rect l="0" t="0" r="r" b="b"/>
            <a:pathLst>
              <a:path w="215" h="192">
                <a:moveTo>
                  <a:pt x="205" y="90"/>
                </a:moveTo>
                <a:cubicBezTo>
                  <a:pt x="199" y="75"/>
                  <a:pt x="187" y="67"/>
                  <a:pt x="170" y="67"/>
                </a:cubicBezTo>
                <a:cubicBezTo>
                  <a:pt x="149" y="67"/>
                  <a:pt x="149" y="67"/>
                  <a:pt x="149" y="67"/>
                </a:cubicBezTo>
                <a:cubicBezTo>
                  <a:pt x="153" y="59"/>
                  <a:pt x="156" y="48"/>
                  <a:pt x="156" y="35"/>
                </a:cubicBezTo>
                <a:cubicBezTo>
                  <a:pt x="156" y="31"/>
                  <a:pt x="156" y="27"/>
                  <a:pt x="155" y="23"/>
                </a:cubicBezTo>
                <a:cubicBezTo>
                  <a:pt x="153" y="8"/>
                  <a:pt x="142" y="0"/>
                  <a:pt x="126" y="1"/>
                </a:cubicBezTo>
                <a:cubicBezTo>
                  <a:pt x="120" y="2"/>
                  <a:pt x="118" y="8"/>
                  <a:pt x="113" y="21"/>
                </a:cubicBezTo>
                <a:cubicBezTo>
                  <a:pt x="109" y="33"/>
                  <a:pt x="103" y="48"/>
                  <a:pt x="95" y="61"/>
                </a:cubicBezTo>
                <a:cubicBezTo>
                  <a:pt x="88" y="70"/>
                  <a:pt x="77" y="78"/>
                  <a:pt x="68" y="82"/>
                </a:cubicBezTo>
                <a:cubicBezTo>
                  <a:pt x="68" y="81"/>
                  <a:pt x="68" y="81"/>
                  <a:pt x="68" y="81"/>
                </a:cubicBezTo>
                <a:cubicBezTo>
                  <a:pt x="0" y="81"/>
                  <a:pt x="0" y="81"/>
                  <a:pt x="0" y="81"/>
                </a:cubicBezTo>
                <a:cubicBezTo>
                  <a:pt x="0" y="179"/>
                  <a:pt x="0" y="179"/>
                  <a:pt x="0" y="179"/>
                </a:cubicBezTo>
                <a:cubicBezTo>
                  <a:pt x="68" y="179"/>
                  <a:pt x="68" y="179"/>
                  <a:pt x="68" y="179"/>
                </a:cubicBezTo>
                <a:cubicBezTo>
                  <a:pt x="68" y="174"/>
                  <a:pt x="68" y="174"/>
                  <a:pt x="68" y="174"/>
                </a:cubicBezTo>
                <a:cubicBezTo>
                  <a:pt x="79" y="174"/>
                  <a:pt x="85" y="174"/>
                  <a:pt x="86" y="174"/>
                </a:cubicBezTo>
                <a:cubicBezTo>
                  <a:pt x="99" y="181"/>
                  <a:pt x="99" y="181"/>
                  <a:pt x="99" y="181"/>
                </a:cubicBezTo>
                <a:cubicBezTo>
                  <a:pt x="108" y="187"/>
                  <a:pt x="108" y="187"/>
                  <a:pt x="108" y="187"/>
                </a:cubicBezTo>
                <a:cubicBezTo>
                  <a:pt x="116" y="191"/>
                  <a:pt x="155" y="192"/>
                  <a:pt x="172" y="189"/>
                </a:cubicBezTo>
                <a:cubicBezTo>
                  <a:pt x="193" y="186"/>
                  <a:pt x="198" y="169"/>
                  <a:pt x="198" y="169"/>
                </a:cubicBezTo>
                <a:cubicBezTo>
                  <a:pt x="200" y="163"/>
                  <a:pt x="215" y="112"/>
                  <a:pt x="205" y="90"/>
                </a:cubicBezTo>
                <a:close/>
                <a:moveTo>
                  <a:pt x="186" y="165"/>
                </a:moveTo>
                <a:cubicBezTo>
                  <a:pt x="186" y="165"/>
                  <a:pt x="182" y="175"/>
                  <a:pt x="170" y="176"/>
                </a:cubicBezTo>
                <a:cubicBezTo>
                  <a:pt x="152" y="179"/>
                  <a:pt x="119" y="177"/>
                  <a:pt x="114" y="175"/>
                </a:cubicBezTo>
                <a:cubicBezTo>
                  <a:pt x="114" y="175"/>
                  <a:pt x="106" y="170"/>
                  <a:pt x="106" y="170"/>
                </a:cubicBezTo>
                <a:cubicBezTo>
                  <a:pt x="91" y="162"/>
                  <a:pt x="91" y="162"/>
                  <a:pt x="91" y="162"/>
                </a:cubicBezTo>
                <a:cubicBezTo>
                  <a:pt x="87" y="161"/>
                  <a:pt x="79" y="161"/>
                  <a:pt x="68" y="161"/>
                </a:cubicBezTo>
                <a:cubicBezTo>
                  <a:pt x="68" y="96"/>
                  <a:pt x="68" y="96"/>
                  <a:pt x="68" y="96"/>
                </a:cubicBezTo>
                <a:cubicBezTo>
                  <a:pt x="79" y="92"/>
                  <a:pt x="96" y="83"/>
                  <a:pt x="106" y="68"/>
                </a:cubicBezTo>
                <a:cubicBezTo>
                  <a:pt x="115" y="54"/>
                  <a:pt x="121" y="38"/>
                  <a:pt x="126" y="26"/>
                </a:cubicBezTo>
                <a:cubicBezTo>
                  <a:pt x="126" y="26"/>
                  <a:pt x="129" y="16"/>
                  <a:pt x="130" y="14"/>
                </a:cubicBezTo>
                <a:cubicBezTo>
                  <a:pt x="137" y="14"/>
                  <a:pt x="141" y="18"/>
                  <a:pt x="142" y="26"/>
                </a:cubicBezTo>
                <a:cubicBezTo>
                  <a:pt x="143" y="29"/>
                  <a:pt x="143" y="32"/>
                  <a:pt x="143" y="35"/>
                </a:cubicBezTo>
                <a:cubicBezTo>
                  <a:pt x="143" y="54"/>
                  <a:pt x="133" y="70"/>
                  <a:pt x="133" y="70"/>
                </a:cubicBezTo>
                <a:cubicBezTo>
                  <a:pt x="126" y="80"/>
                  <a:pt x="126" y="80"/>
                  <a:pt x="126" y="80"/>
                </a:cubicBezTo>
                <a:cubicBezTo>
                  <a:pt x="170" y="80"/>
                  <a:pt x="170" y="80"/>
                  <a:pt x="170" y="80"/>
                </a:cubicBezTo>
                <a:cubicBezTo>
                  <a:pt x="181" y="80"/>
                  <a:pt x="189" y="84"/>
                  <a:pt x="193" y="94"/>
                </a:cubicBezTo>
                <a:cubicBezTo>
                  <a:pt x="199" y="110"/>
                  <a:pt x="190" y="151"/>
                  <a:pt x="186" y="165"/>
                </a:cubicBezTo>
                <a:close/>
                <a:moveTo>
                  <a:pt x="186" y="165"/>
                </a:moveTo>
                <a:cubicBezTo>
                  <a:pt x="186" y="165"/>
                  <a:pt x="186" y="165"/>
                  <a:pt x="186" y="16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ppt_x"/>
                                          </p:val>
                                        </p:tav>
                                        <p:tav tm="100000">
                                          <p:val>
                                            <p:strVal val="#ppt_x"/>
                                          </p:val>
                                        </p:tav>
                                      </p:tavLst>
                                    </p:anim>
                                    <p:anim calcmode="lin" valueType="num">
                                      <p:cBhvr additive="base">
                                        <p:cTn id="8" dur="500" fill="hold"/>
                                        <p:tgtEl>
                                          <p:spTgt spid="39"/>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53"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500" fill="hold"/>
                                        <p:tgtEl>
                                          <p:spTgt spid="2"/>
                                        </p:tgtEl>
                                        <p:attrNameLst>
                                          <p:attrName>ppt_w</p:attrName>
                                        </p:attrNameLst>
                                      </p:cBhvr>
                                      <p:tavLst>
                                        <p:tav tm="0">
                                          <p:val>
                                            <p:fltVal val="0"/>
                                          </p:val>
                                        </p:tav>
                                        <p:tav tm="100000">
                                          <p:val>
                                            <p:strVal val="#ppt_w"/>
                                          </p:val>
                                        </p:tav>
                                      </p:tavLst>
                                    </p:anim>
                                    <p:anim calcmode="lin" valueType="num">
                                      <p:cBhvr>
                                        <p:cTn id="17" dur="500" fill="hold"/>
                                        <p:tgtEl>
                                          <p:spTgt spid="2"/>
                                        </p:tgtEl>
                                        <p:attrNameLst>
                                          <p:attrName>ppt_h</p:attrName>
                                        </p:attrNameLst>
                                      </p:cBhvr>
                                      <p:tavLst>
                                        <p:tav tm="0">
                                          <p:val>
                                            <p:fltVal val="0"/>
                                          </p:val>
                                        </p:tav>
                                        <p:tav tm="100000">
                                          <p:val>
                                            <p:strVal val="#ppt_h"/>
                                          </p:val>
                                        </p:tav>
                                      </p:tavLst>
                                    </p:anim>
                                    <p:animEffect transition="in" filter="fade">
                                      <p:cBhvr>
                                        <p:cTn id="18" dur="500"/>
                                        <p:tgtEl>
                                          <p:spTgt spid="2"/>
                                        </p:tgtEl>
                                      </p:cBhvr>
                                    </p:animEffect>
                                  </p:childTnLst>
                                </p:cTn>
                              </p:par>
                            </p:childTnLst>
                          </p:cTn>
                        </p:par>
                        <p:par>
                          <p:cTn id="19" fill="hold">
                            <p:stCondLst>
                              <p:cond delay="1000"/>
                            </p:stCondLst>
                            <p:childTnLst>
                              <p:par>
                                <p:cTn id="20" presetID="53" presetClass="entr" presetSubtype="0" fill="hold" grpId="0" nodeType="afterEffect">
                                  <p:stCondLst>
                                    <p:cond delay="0"/>
                                  </p:stCondLst>
                                  <p:childTnLst>
                                    <p:set>
                                      <p:cBhvr>
                                        <p:cTn id="21" dur="1" fill="hold">
                                          <p:stCondLst>
                                            <p:cond delay="0"/>
                                          </p:stCondLst>
                                        </p:cTn>
                                        <p:tgtEl>
                                          <p:spTgt spid="62"/>
                                        </p:tgtEl>
                                        <p:attrNameLst>
                                          <p:attrName>style.visibility</p:attrName>
                                        </p:attrNameLst>
                                      </p:cBhvr>
                                      <p:to>
                                        <p:strVal val="visible"/>
                                      </p:to>
                                    </p:set>
                                    <p:anim calcmode="lin" valueType="num">
                                      <p:cBhvr>
                                        <p:cTn id="22" dur="500" fill="hold"/>
                                        <p:tgtEl>
                                          <p:spTgt spid="62"/>
                                        </p:tgtEl>
                                        <p:attrNameLst>
                                          <p:attrName>ppt_w</p:attrName>
                                        </p:attrNameLst>
                                      </p:cBhvr>
                                      <p:tavLst>
                                        <p:tav tm="0">
                                          <p:val>
                                            <p:fltVal val="0"/>
                                          </p:val>
                                        </p:tav>
                                        <p:tav tm="100000">
                                          <p:val>
                                            <p:strVal val="#ppt_w"/>
                                          </p:val>
                                        </p:tav>
                                      </p:tavLst>
                                    </p:anim>
                                    <p:anim calcmode="lin" valueType="num">
                                      <p:cBhvr>
                                        <p:cTn id="23" dur="500" fill="hold"/>
                                        <p:tgtEl>
                                          <p:spTgt spid="62"/>
                                        </p:tgtEl>
                                        <p:attrNameLst>
                                          <p:attrName>ppt_h</p:attrName>
                                        </p:attrNameLst>
                                      </p:cBhvr>
                                      <p:tavLst>
                                        <p:tav tm="0">
                                          <p:val>
                                            <p:fltVal val="0"/>
                                          </p:val>
                                        </p:tav>
                                        <p:tav tm="100000">
                                          <p:val>
                                            <p:strVal val="#ppt_h"/>
                                          </p:val>
                                        </p:tav>
                                      </p:tavLst>
                                    </p:anim>
                                    <p:animEffect transition="in" filter="fade">
                                      <p:cBhvr>
                                        <p:cTn id="24" dur="500"/>
                                        <p:tgtEl>
                                          <p:spTgt spid="62"/>
                                        </p:tgtEl>
                                      </p:cBhvr>
                                    </p:animEffect>
                                  </p:childTnLst>
                                </p:cTn>
                              </p:par>
                            </p:childTnLst>
                          </p:cTn>
                        </p:par>
                        <p:par>
                          <p:cTn id="25" fill="hold">
                            <p:stCondLst>
                              <p:cond delay="1500"/>
                            </p:stCondLst>
                            <p:childTnLst>
                              <p:par>
                                <p:cTn id="26" presetID="2" presetClass="entr" presetSubtype="4" accel="50000" decel="50000" fill="hold" grpId="0" nodeType="afterEffect">
                                  <p:stCondLst>
                                    <p:cond delay="0"/>
                                  </p:stCondLst>
                                  <p:childTnLst>
                                    <p:set>
                                      <p:cBhvr>
                                        <p:cTn id="27" dur="1" fill="hold">
                                          <p:stCondLst>
                                            <p:cond delay="0"/>
                                          </p:stCondLst>
                                        </p:cTn>
                                        <p:tgtEl>
                                          <p:spTgt spid="82"/>
                                        </p:tgtEl>
                                        <p:attrNameLst>
                                          <p:attrName>style.visibility</p:attrName>
                                        </p:attrNameLst>
                                      </p:cBhvr>
                                      <p:to>
                                        <p:strVal val="visible"/>
                                      </p:to>
                                    </p:set>
                                    <p:anim calcmode="lin" valueType="num">
                                      <p:cBhvr additive="base">
                                        <p:cTn id="28" dur="500" fill="hold"/>
                                        <p:tgtEl>
                                          <p:spTgt spid="82"/>
                                        </p:tgtEl>
                                        <p:attrNameLst>
                                          <p:attrName>ppt_x</p:attrName>
                                        </p:attrNameLst>
                                      </p:cBhvr>
                                      <p:tavLst>
                                        <p:tav tm="0">
                                          <p:val>
                                            <p:strVal val="#ppt_x"/>
                                          </p:val>
                                        </p:tav>
                                        <p:tav tm="100000">
                                          <p:val>
                                            <p:strVal val="#ppt_x"/>
                                          </p:val>
                                        </p:tav>
                                      </p:tavLst>
                                    </p:anim>
                                    <p:anim calcmode="lin" valueType="num">
                                      <p:cBhvr additive="base">
                                        <p:cTn id="29" dur="500" fill="hold"/>
                                        <p:tgtEl>
                                          <p:spTgt spid="82"/>
                                        </p:tgtEl>
                                        <p:attrNameLst>
                                          <p:attrName>ppt_y</p:attrName>
                                        </p:attrNameLst>
                                      </p:cBhvr>
                                      <p:tavLst>
                                        <p:tav tm="0">
                                          <p:val>
                                            <p:strVal val="1+#ppt_h/2"/>
                                          </p:val>
                                        </p:tav>
                                        <p:tav tm="100000">
                                          <p:val>
                                            <p:strVal val="#ppt_y"/>
                                          </p:val>
                                        </p:tav>
                                      </p:tavLst>
                                    </p:anim>
                                  </p:childTnLst>
                                </p:cTn>
                              </p:par>
                            </p:childTnLst>
                          </p:cTn>
                        </p:par>
                        <p:par>
                          <p:cTn id="30" fill="hold">
                            <p:stCondLst>
                              <p:cond delay="2000"/>
                            </p:stCondLst>
                            <p:childTnLst>
                              <p:par>
                                <p:cTn id="31" presetID="53" presetClass="entr" presetSubtype="0" fill="hold" grpId="0" nodeType="afterEffect">
                                  <p:stCondLst>
                                    <p:cond delay="0"/>
                                  </p:stCondLst>
                                  <p:childTnLst>
                                    <p:set>
                                      <p:cBhvr>
                                        <p:cTn id="32" dur="1" fill="hold">
                                          <p:stCondLst>
                                            <p:cond delay="0"/>
                                          </p:stCondLst>
                                        </p:cTn>
                                        <p:tgtEl>
                                          <p:spTgt spid="79"/>
                                        </p:tgtEl>
                                        <p:attrNameLst>
                                          <p:attrName>style.visibility</p:attrName>
                                        </p:attrNameLst>
                                      </p:cBhvr>
                                      <p:to>
                                        <p:strVal val="visible"/>
                                      </p:to>
                                    </p:set>
                                    <p:anim calcmode="lin" valueType="num">
                                      <p:cBhvr>
                                        <p:cTn id="33" dur="500" fill="hold"/>
                                        <p:tgtEl>
                                          <p:spTgt spid="79"/>
                                        </p:tgtEl>
                                        <p:attrNameLst>
                                          <p:attrName>ppt_w</p:attrName>
                                        </p:attrNameLst>
                                      </p:cBhvr>
                                      <p:tavLst>
                                        <p:tav tm="0">
                                          <p:val>
                                            <p:fltVal val="0"/>
                                          </p:val>
                                        </p:tav>
                                        <p:tav tm="100000">
                                          <p:val>
                                            <p:strVal val="#ppt_w"/>
                                          </p:val>
                                        </p:tav>
                                      </p:tavLst>
                                    </p:anim>
                                    <p:anim calcmode="lin" valueType="num">
                                      <p:cBhvr>
                                        <p:cTn id="34" dur="500" fill="hold"/>
                                        <p:tgtEl>
                                          <p:spTgt spid="79"/>
                                        </p:tgtEl>
                                        <p:attrNameLst>
                                          <p:attrName>ppt_h</p:attrName>
                                        </p:attrNameLst>
                                      </p:cBhvr>
                                      <p:tavLst>
                                        <p:tav tm="0">
                                          <p:val>
                                            <p:fltVal val="0"/>
                                          </p:val>
                                        </p:tav>
                                        <p:tav tm="100000">
                                          <p:val>
                                            <p:strVal val="#ppt_h"/>
                                          </p:val>
                                        </p:tav>
                                      </p:tavLst>
                                    </p:anim>
                                    <p:animEffect transition="in" filter="fade">
                                      <p:cBhvr>
                                        <p:cTn id="35" dur="500"/>
                                        <p:tgtEl>
                                          <p:spTgt spid="79"/>
                                        </p:tgtEl>
                                      </p:cBhvr>
                                    </p:animEffect>
                                  </p:childTnLst>
                                </p:cTn>
                              </p:par>
                            </p:childTnLst>
                          </p:cTn>
                        </p:par>
                        <p:par>
                          <p:cTn id="36" fill="hold">
                            <p:stCondLst>
                              <p:cond delay="2500"/>
                            </p:stCondLst>
                            <p:childTnLst>
                              <p:par>
                                <p:cTn id="37" presetID="53" presetClass="entr" presetSubtype="0" fill="hold" grpId="0" nodeType="after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p:cTn id="39" dur="500" fill="hold"/>
                                        <p:tgtEl>
                                          <p:spTgt spid="61"/>
                                        </p:tgtEl>
                                        <p:attrNameLst>
                                          <p:attrName>ppt_w</p:attrName>
                                        </p:attrNameLst>
                                      </p:cBhvr>
                                      <p:tavLst>
                                        <p:tav tm="0">
                                          <p:val>
                                            <p:fltVal val="0"/>
                                          </p:val>
                                        </p:tav>
                                        <p:tav tm="100000">
                                          <p:val>
                                            <p:strVal val="#ppt_w"/>
                                          </p:val>
                                        </p:tav>
                                      </p:tavLst>
                                    </p:anim>
                                    <p:anim calcmode="lin" valueType="num">
                                      <p:cBhvr>
                                        <p:cTn id="40" dur="500" fill="hold"/>
                                        <p:tgtEl>
                                          <p:spTgt spid="61"/>
                                        </p:tgtEl>
                                        <p:attrNameLst>
                                          <p:attrName>ppt_h</p:attrName>
                                        </p:attrNameLst>
                                      </p:cBhvr>
                                      <p:tavLst>
                                        <p:tav tm="0">
                                          <p:val>
                                            <p:fltVal val="0"/>
                                          </p:val>
                                        </p:tav>
                                        <p:tav tm="100000">
                                          <p:val>
                                            <p:strVal val="#ppt_h"/>
                                          </p:val>
                                        </p:tav>
                                      </p:tavLst>
                                    </p:anim>
                                    <p:animEffect transition="in" filter="fade">
                                      <p:cBhvr>
                                        <p:cTn id="41" dur="500"/>
                                        <p:tgtEl>
                                          <p:spTgt spid="61"/>
                                        </p:tgtEl>
                                      </p:cBhvr>
                                    </p:animEffect>
                                  </p:childTnLst>
                                </p:cTn>
                              </p:par>
                            </p:childTnLst>
                          </p:cTn>
                        </p:par>
                        <p:par>
                          <p:cTn id="42" fill="hold">
                            <p:stCondLst>
                              <p:cond delay="3000"/>
                            </p:stCondLst>
                            <p:childTnLst>
                              <p:par>
                                <p:cTn id="43" presetID="2" presetClass="entr" presetSubtype="1" accel="50000" decel="50000" fill="hold" grpId="0" nodeType="afterEffect">
                                  <p:stCondLst>
                                    <p:cond delay="0"/>
                                  </p:stCondLst>
                                  <p:childTnLst>
                                    <p:set>
                                      <p:cBhvr>
                                        <p:cTn id="44" dur="1" fill="hold">
                                          <p:stCondLst>
                                            <p:cond delay="0"/>
                                          </p:stCondLst>
                                        </p:cTn>
                                        <p:tgtEl>
                                          <p:spTgt spid="41"/>
                                        </p:tgtEl>
                                        <p:attrNameLst>
                                          <p:attrName>style.visibility</p:attrName>
                                        </p:attrNameLst>
                                      </p:cBhvr>
                                      <p:to>
                                        <p:strVal val="visible"/>
                                      </p:to>
                                    </p:set>
                                    <p:anim calcmode="lin" valueType="num">
                                      <p:cBhvr additive="base">
                                        <p:cTn id="45" dur="500" fill="hold"/>
                                        <p:tgtEl>
                                          <p:spTgt spid="41"/>
                                        </p:tgtEl>
                                        <p:attrNameLst>
                                          <p:attrName>ppt_x</p:attrName>
                                        </p:attrNameLst>
                                      </p:cBhvr>
                                      <p:tavLst>
                                        <p:tav tm="0">
                                          <p:val>
                                            <p:strVal val="#ppt_x"/>
                                          </p:val>
                                        </p:tav>
                                        <p:tav tm="100000">
                                          <p:val>
                                            <p:strVal val="#ppt_x"/>
                                          </p:val>
                                        </p:tav>
                                      </p:tavLst>
                                    </p:anim>
                                    <p:anim calcmode="lin" valueType="num">
                                      <p:cBhvr additive="base">
                                        <p:cTn id="46" dur="500" fill="hold"/>
                                        <p:tgtEl>
                                          <p:spTgt spid="41"/>
                                        </p:tgtEl>
                                        <p:attrNameLst>
                                          <p:attrName>ppt_y</p:attrName>
                                        </p:attrNameLst>
                                      </p:cBhvr>
                                      <p:tavLst>
                                        <p:tav tm="0">
                                          <p:val>
                                            <p:strVal val="0-#ppt_h/2"/>
                                          </p:val>
                                        </p:tav>
                                        <p:tav tm="100000">
                                          <p:val>
                                            <p:strVal val="#ppt_y"/>
                                          </p:val>
                                        </p:tav>
                                      </p:tavLst>
                                    </p:anim>
                                  </p:childTnLst>
                                </p:cTn>
                              </p:par>
                              <p:par>
                                <p:cTn id="47" presetID="2" presetClass="entr" presetSubtype="4" accel="50000" decel="50000" fill="hold" grpId="0" nodeType="withEffect">
                                  <p:stCondLst>
                                    <p:cond delay="0"/>
                                  </p:stCondLst>
                                  <p:childTnLst>
                                    <p:set>
                                      <p:cBhvr>
                                        <p:cTn id="48" dur="1" fill="hold">
                                          <p:stCondLst>
                                            <p:cond delay="0"/>
                                          </p:stCondLst>
                                        </p:cTn>
                                        <p:tgtEl>
                                          <p:spTgt spid="88"/>
                                        </p:tgtEl>
                                        <p:attrNameLst>
                                          <p:attrName>style.visibility</p:attrName>
                                        </p:attrNameLst>
                                      </p:cBhvr>
                                      <p:to>
                                        <p:strVal val="visible"/>
                                      </p:to>
                                    </p:set>
                                    <p:anim calcmode="lin" valueType="num">
                                      <p:cBhvr additive="base">
                                        <p:cTn id="49" dur="500" fill="hold"/>
                                        <p:tgtEl>
                                          <p:spTgt spid="88"/>
                                        </p:tgtEl>
                                        <p:attrNameLst>
                                          <p:attrName>ppt_x</p:attrName>
                                        </p:attrNameLst>
                                      </p:cBhvr>
                                      <p:tavLst>
                                        <p:tav tm="0">
                                          <p:val>
                                            <p:strVal val="#ppt_x"/>
                                          </p:val>
                                        </p:tav>
                                        <p:tav tm="100000">
                                          <p:val>
                                            <p:strVal val="#ppt_x"/>
                                          </p:val>
                                        </p:tav>
                                      </p:tavLst>
                                    </p:anim>
                                    <p:anim calcmode="lin" valueType="num">
                                      <p:cBhvr additive="base">
                                        <p:cTn id="50" dur="500" fill="hold"/>
                                        <p:tgtEl>
                                          <p:spTgt spid="88"/>
                                        </p:tgtEl>
                                        <p:attrNameLst>
                                          <p:attrName>ppt_y</p:attrName>
                                        </p:attrNameLst>
                                      </p:cBhvr>
                                      <p:tavLst>
                                        <p:tav tm="0">
                                          <p:val>
                                            <p:strVal val="1+#ppt_h/2"/>
                                          </p:val>
                                        </p:tav>
                                        <p:tav tm="100000">
                                          <p:val>
                                            <p:strVal val="#ppt_y"/>
                                          </p:val>
                                        </p:tav>
                                      </p:tavLst>
                                    </p:anim>
                                  </p:childTnLst>
                                </p:cTn>
                              </p:par>
                            </p:childTnLst>
                          </p:cTn>
                        </p:par>
                        <p:par>
                          <p:cTn id="51" fill="hold">
                            <p:stCondLst>
                              <p:cond delay="3500"/>
                            </p:stCondLst>
                            <p:childTnLst>
                              <p:par>
                                <p:cTn id="52" presetID="53" presetClass="entr" presetSubtype="0" fill="hold" nodeType="afterEffect">
                                  <p:stCondLst>
                                    <p:cond delay="0"/>
                                  </p:stCondLst>
                                  <p:childTnLst>
                                    <p:set>
                                      <p:cBhvr>
                                        <p:cTn id="53" dur="1" fill="hold">
                                          <p:stCondLst>
                                            <p:cond delay="0"/>
                                          </p:stCondLst>
                                        </p:cTn>
                                        <p:tgtEl>
                                          <p:spTgt spid="3"/>
                                        </p:tgtEl>
                                        <p:attrNameLst>
                                          <p:attrName>style.visibility</p:attrName>
                                        </p:attrNameLst>
                                      </p:cBhvr>
                                      <p:to>
                                        <p:strVal val="visible"/>
                                      </p:to>
                                    </p:set>
                                    <p:anim calcmode="lin" valueType="num">
                                      <p:cBhvr>
                                        <p:cTn id="54" dur="500" fill="hold"/>
                                        <p:tgtEl>
                                          <p:spTgt spid="3"/>
                                        </p:tgtEl>
                                        <p:attrNameLst>
                                          <p:attrName>ppt_w</p:attrName>
                                        </p:attrNameLst>
                                      </p:cBhvr>
                                      <p:tavLst>
                                        <p:tav tm="0">
                                          <p:val>
                                            <p:fltVal val="0"/>
                                          </p:val>
                                        </p:tav>
                                        <p:tav tm="100000">
                                          <p:val>
                                            <p:strVal val="#ppt_w"/>
                                          </p:val>
                                        </p:tav>
                                      </p:tavLst>
                                    </p:anim>
                                    <p:anim calcmode="lin" valueType="num">
                                      <p:cBhvr>
                                        <p:cTn id="55" dur="500" fill="hold"/>
                                        <p:tgtEl>
                                          <p:spTgt spid="3"/>
                                        </p:tgtEl>
                                        <p:attrNameLst>
                                          <p:attrName>ppt_h</p:attrName>
                                        </p:attrNameLst>
                                      </p:cBhvr>
                                      <p:tavLst>
                                        <p:tav tm="0">
                                          <p:val>
                                            <p:fltVal val="0"/>
                                          </p:val>
                                        </p:tav>
                                        <p:tav tm="100000">
                                          <p:val>
                                            <p:strVal val="#ppt_h"/>
                                          </p:val>
                                        </p:tav>
                                      </p:tavLst>
                                    </p:anim>
                                    <p:animEffect transition="in" filter="fade">
                                      <p:cBhvr>
                                        <p:cTn id="56" dur="500"/>
                                        <p:tgtEl>
                                          <p:spTgt spid="3"/>
                                        </p:tgtEl>
                                      </p:cBhvr>
                                    </p:animEffect>
                                  </p:childTnLst>
                                </p:cTn>
                              </p:par>
                            </p:childTnLst>
                          </p:cTn>
                        </p:par>
                        <p:par>
                          <p:cTn id="57" fill="hold">
                            <p:stCondLst>
                              <p:cond delay="4000"/>
                            </p:stCondLst>
                            <p:childTnLst>
                              <p:par>
                                <p:cTn id="58" presetID="53" presetClass="entr" presetSubtype="0" fill="hold" grpId="0" nodeType="afterEffect">
                                  <p:stCondLst>
                                    <p:cond delay="0"/>
                                  </p:stCondLst>
                                  <p:childTnLst>
                                    <p:set>
                                      <p:cBhvr>
                                        <p:cTn id="59" dur="1" fill="hold">
                                          <p:stCondLst>
                                            <p:cond delay="0"/>
                                          </p:stCondLst>
                                        </p:cTn>
                                        <p:tgtEl>
                                          <p:spTgt spid="63"/>
                                        </p:tgtEl>
                                        <p:attrNameLst>
                                          <p:attrName>style.visibility</p:attrName>
                                        </p:attrNameLst>
                                      </p:cBhvr>
                                      <p:to>
                                        <p:strVal val="visible"/>
                                      </p:to>
                                    </p:set>
                                    <p:anim calcmode="lin" valueType="num">
                                      <p:cBhvr>
                                        <p:cTn id="60" dur="500" fill="hold"/>
                                        <p:tgtEl>
                                          <p:spTgt spid="63"/>
                                        </p:tgtEl>
                                        <p:attrNameLst>
                                          <p:attrName>ppt_w</p:attrName>
                                        </p:attrNameLst>
                                      </p:cBhvr>
                                      <p:tavLst>
                                        <p:tav tm="0">
                                          <p:val>
                                            <p:fltVal val="0"/>
                                          </p:val>
                                        </p:tav>
                                        <p:tav tm="100000">
                                          <p:val>
                                            <p:strVal val="#ppt_w"/>
                                          </p:val>
                                        </p:tav>
                                      </p:tavLst>
                                    </p:anim>
                                    <p:anim calcmode="lin" valueType="num">
                                      <p:cBhvr>
                                        <p:cTn id="61" dur="500" fill="hold"/>
                                        <p:tgtEl>
                                          <p:spTgt spid="63"/>
                                        </p:tgtEl>
                                        <p:attrNameLst>
                                          <p:attrName>ppt_h</p:attrName>
                                        </p:attrNameLst>
                                      </p:cBhvr>
                                      <p:tavLst>
                                        <p:tav tm="0">
                                          <p:val>
                                            <p:fltVal val="0"/>
                                          </p:val>
                                        </p:tav>
                                        <p:tav tm="100000">
                                          <p:val>
                                            <p:strVal val="#ppt_h"/>
                                          </p:val>
                                        </p:tav>
                                      </p:tavLst>
                                    </p:anim>
                                    <p:animEffect transition="in" filter="fade">
                                      <p:cBhvr>
                                        <p:cTn id="62" dur="500"/>
                                        <p:tgtEl>
                                          <p:spTgt spid="63"/>
                                        </p:tgtEl>
                                      </p:cBhvr>
                                    </p:animEffect>
                                  </p:childTnLst>
                                </p:cTn>
                              </p:par>
                            </p:childTnLst>
                          </p:cTn>
                        </p:par>
                        <p:par>
                          <p:cTn id="63" fill="hold">
                            <p:stCondLst>
                              <p:cond delay="4500"/>
                            </p:stCondLst>
                            <p:childTnLst>
                              <p:par>
                                <p:cTn id="64" presetID="2" presetClass="entr" presetSubtype="4" accel="50000" decel="50000" fill="hold" grpId="0" nodeType="afterEffect">
                                  <p:stCondLst>
                                    <p:cond delay="0"/>
                                  </p:stCondLst>
                                  <p:childTnLst>
                                    <p:set>
                                      <p:cBhvr>
                                        <p:cTn id="65" dur="1" fill="hold">
                                          <p:stCondLst>
                                            <p:cond delay="0"/>
                                          </p:stCondLst>
                                        </p:cTn>
                                        <p:tgtEl>
                                          <p:spTgt spid="83"/>
                                        </p:tgtEl>
                                        <p:attrNameLst>
                                          <p:attrName>style.visibility</p:attrName>
                                        </p:attrNameLst>
                                      </p:cBhvr>
                                      <p:to>
                                        <p:strVal val="visible"/>
                                      </p:to>
                                    </p:set>
                                    <p:anim calcmode="lin" valueType="num">
                                      <p:cBhvr additive="base">
                                        <p:cTn id="66" dur="500" fill="hold"/>
                                        <p:tgtEl>
                                          <p:spTgt spid="83"/>
                                        </p:tgtEl>
                                        <p:attrNameLst>
                                          <p:attrName>ppt_x</p:attrName>
                                        </p:attrNameLst>
                                      </p:cBhvr>
                                      <p:tavLst>
                                        <p:tav tm="0">
                                          <p:val>
                                            <p:strVal val="#ppt_x"/>
                                          </p:val>
                                        </p:tav>
                                        <p:tav tm="100000">
                                          <p:val>
                                            <p:strVal val="#ppt_x"/>
                                          </p:val>
                                        </p:tav>
                                      </p:tavLst>
                                    </p:anim>
                                    <p:anim calcmode="lin" valueType="num">
                                      <p:cBhvr additive="base">
                                        <p:cTn id="67" dur="500" fill="hold"/>
                                        <p:tgtEl>
                                          <p:spTgt spid="83"/>
                                        </p:tgtEl>
                                        <p:attrNameLst>
                                          <p:attrName>ppt_y</p:attrName>
                                        </p:attrNameLst>
                                      </p:cBhvr>
                                      <p:tavLst>
                                        <p:tav tm="0">
                                          <p:val>
                                            <p:strVal val="1+#ppt_h/2"/>
                                          </p:val>
                                        </p:tav>
                                        <p:tav tm="100000">
                                          <p:val>
                                            <p:strVal val="#ppt_y"/>
                                          </p:val>
                                        </p:tav>
                                      </p:tavLst>
                                    </p:anim>
                                  </p:childTnLst>
                                </p:cTn>
                              </p:par>
                            </p:childTnLst>
                          </p:cTn>
                        </p:par>
                        <p:par>
                          <p:cTn id="68" fill="hold">
                            <p:stCondLst>
                              <p:cond delay="5000"/>
                            </p:stCondLst>
                            <p:childTnLst>
                              <p:par>
                                <p:cTn id="69" presetID="53" presetClass="entr" presetSubtype="0" fill="hold" nodeType="after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500" fill="hold"/>
                                        <p:tgtEl>
                                          <p:spTgt spid="7"/>
                                        </p:tgtEl>
                                        <p:attrNameLst>
                                          <p:attrName>ppt_w</p:attrName>
                                        </p:attrNameLst>
                                      </p:cBhvr>
                                      <p:tavLst>
                                        <p:tav tm="0">
                                          <p:val>
                                            <p:fltVal val="0"/>
                                          </p:val>
                                        </p:tav>
                                        <p:tav tm="100000">
                                          <p:val>
                                            <p:strVal val="#ppt_w"/>
                                          </p:val>
                                        </p:tav>
                                      </p:tavLst>
                                    </p:anim>
                                    <p:anim calcmode="lin" valueType="num">
                                      <p:cBhvr>
                                        <p:cTn id="72" dur="500" fill="hold"/>
                                        <p:tgtEl>
                                          <p:spTgt spid="7"/>
                                        </p:tgtEl>
                                        <p:attrNameLst>
                                          <p:attrName>ppt_h</p:attrName>
                                        </p:attrNameLst>
                                      </p:cBhvr>
                                      <p:tavLst>
                                        <p:tav tm="0">
                                          <p:val>
                                            <p:fltVal val="0"/>
                                          </p:val>
                                        </p:tav>
                                        <p:tav tm="100000">
                                          <p:val>
                                            <p:strVal val="#ppt_h"/>
                                          </p:val>
                                        </p:tav>
                                      </p:tavLst>
                                    </p:anim>
                                    <p:animEffect transition="in" filter="fade">
                                      <p:cBhvr>
                                        <p:cTn id="73" dur="500"/>
                                        <p:tgtEl>
                                          <p:spTgt spid="7"/>
                                        </p:tgtEl>
                                      </p:cBhvr>
                                    </p:animEffect>
                                  </p:childTnLst>
                                </p:cTn>
                              </p:par>
                            </p:childTnLst>
                          </p:cTn>
                        </p:par>
                        <p:par>
                          <p:cTn id="74" fill="hold">
                            <p:stCondLst>
                              <p:cond delay="5500"/>
                            </p:stCondLst>
                            <p:childTnLst>
                              <p:par>
                                <p:cTn id="75" presetID="53" presetClass="entr" presetSubtype="0" fill="hold" grpId="0" nodeType="afterEffect">
                                  <p:stCondLst>
                                    <p:cond delay="0"/>
                                  </p:stCondLst>
                                  <p:childTnLst>
                                    <p:set>
                                      <p:cBhvr>
                                        <p:cTn id="76" dur="1" fill="hold">
                                          <p:stCondLst>
                                            <p:cond delay="0"/>
                                          </p:stCondLst>
                                        </p:cTn>
                                        <p:tgtEl>
                                          <p:spTgt spid="65"/>
                                        </p:tgtEl>
                                        <p:attrNameLst>
                                          <p:attrName>style.visibility</p:attrName>
                                        </p:attrNameLst>
                                      </p:cBhvr>
                                      <p:to>
                                        <p:strVal val="visible"/>
                                      </p:to>
                                    </p:set>
                                    <p:anim calcmode="lin" valueType="num">
                                      <p:cBhvr>
                                        <p:cTn id="77" dur="500" fill="hold"/>
                                        <p:tgtEl>
                                          <p:spTgt spid="65"/>
                                        </p:tgtEl>
                                        <p:attrNameLst>
                                          <p:attrName>ppt_w</p:attrName>
                                        </p:attrNameLst>
                                      </p:cBhvr>
                                      <p:tavLst>
                                        <p:tav tm="0">
                                          <p:val>
                                            <p:fltVal val="0"/>
                                          </p:val>
                                        </p:tav>
                                        <p:tav tm="100000">
                                          <p:val>
                                            <p:strVal val="#ppt_w"/>
                                          </p:val>
                                        </p:tav>
                                      </p:tavLst>
                                    </p:anim>
                                    <p:anim calcmode="lin" valueType="num">
                                      <p:cBhvr>
                                        <p:cTn id="78" dur="500" fill="hold"/>
                                        <p:tgtEl>
                                          <p:spTgt spid="65"/>
                                        </p:tgtEl>
                                        <p:attrNameLst>
                                          <p:attrName>ppt_h</p:attrName>
                                        </p:attrNameLst>
                                      </p:cBhvr>
                                      <p:tavLst>
                                        <p:tav tm="0">
                                          <p:val>
                                            <p:fltVal val="0"/>
                                          </p:val>
                                        </p:tav>
                                        <p:tav tm="100000">
                                          <p:val>
                                            <p:strVal val="#ppt_h"/>
                                          </p:val>
                                        </p:tav>
                                      </p:tavLst>
                                    </p:anim>
                                    <p:animEffect transition="in" filter="fade">
                                      <p:cBhvr>
                                        <p:cTn id="79" dur="500"/>
                                        <p:tgtEl>
                                          <p:spTgt spid="65"/>
                                        </p:tgtEl>
                                      </p:cBhvr>
                                    </p:animEffect>
                                  </p:childTnLst>
                                </p:cTn>
                              </p:par>
                            </p:childTnLst>
                          </p:cTn>
                        </p:par>
                        <p:par>
                          <p:cTn id="80" fill="hold">
                            <p:stCondLst>
                              <p:cond delay="6000"/>
                            </p:stCondLst>
                            <p:childTnLst>
                              <p:par>
                                <p:cTn id="81" presetID="2" presetClass="entr" presetSubtype="1" accel="50000" decel="50000" fill="hold" grpId="0" nodeType="afterEffect">
                                  <p:stCondLst>
                                    <p:cond delay="0"/>
                                  </p:stCondLst>
                                  <p:childTnLst>
                                    <p:set>
                                      <p:cBhvr>
                                        <p:cTn id="82" dur="1" fill="hold">
                                          <p:stCondLst>
                                            <p:cond delay="0"/>
                                          </p:stCondLst>
                                        </p:cTn>
                                        <p:tgtEl>
                                          <p:spTgt spid="42"/>
                                        </p:tgtEl>
                                        <p:attrNameLst>
                                          <p:attrName>style.visibility</p:attrName>
                                        </p:attrNameLst>
                                      </p:cBhvr>
                                      <p:to>
                                        <p:strVal val="visible"/>
                                      </p:to>
                                    </p:set>
                                    <p:anim calcmode="lin" valueType="num">
                                      <p:cBhvr additive="base">
                                        <p:cTn id="83" dur="500" fill="hold"/>
                                        <p:tgtEl>
                                          <p:spTgt spid="42"/>
                                        </p:tgtEl>
                                        <p:attrNameLst>
                                          <p:attrName>ppt_x</p:attrName>
                                        </p:attrNameLst>
                                      </p:cBhvr>
                                      <p:tavLst>
                                        <p:tav tm="0">
                                          <p:val>
                                            <p:strVal val="#ppt_x"/>
                                          </p:val>
                                        </p:tav>
                                        <p:tav tm="100000">
                                          <p:val>
                                            <p:strVal val="#ppt_x"/>
                                          </p:val>
                                        </p:tav>
                                      </p:tavLst>
                                    </p:anim>
                                    <p:anim calcmode="lin" valueType="num">
                                      <p:cBhvr additive="base">
                                        <p:cTn id="84" dur="500" fill="hold"/>
                                        <p:tgtEl>
                                          <p:spTgt spid="42"/>
                                        </p:tgtEl>
                                        <p:attrNameLst>
                                          <p:attrName>ppt_y</p:attrName>
                                        </p:attrNameLst>
                                      </p:cBhvr>
                                      <p:tavLst>
                                        <p:tav tm="0">
                                          <p:val>
                                            <p:strVal val="0-#ppt_h/2"/>
                                          </p:val>
                                        </p:tav>
                                        <p:tav tm="100000">
                                          <p:val>
                                            <p:strVal val="#ppt_y"/>
                                          </p:val>
                                        </p:tav>
                                      </p:tavLst>
                                    </p:anim>
                                  </p:childTnLst>
                                </p:cTn>
                              </p:par>
                              <p:par>
                                <p:cTn id="85" presetID="2" presetClass="entr" presetSubtype="4" accel="50000" decel="50000" fill="hold" grpId="0" nodeType="withEffect">
                                  <p:stCondLst>
                                    <p:cond delay="0"/>
                                  </p:stCondLst>
                                  <p:childTnLst>
                                    <p:set>
                                      <p:cBhvr>
                                        <p:cTn id="86" dur="1" fill="hold">
                                          <p:stCondLst>
                                            <p:cond delay="0"/>
                                          </p:stCondLst>
                                        </p:cTn>
                                        <p:tgtEl>
                                          <p:spTgt spid="89"/>
                                        </p:tgtEl>
                                        <p:attrNameLst>
                                          <p:attrName>style.visibility</p:attrName>
                                        </p:attrNameLst>
                                      </p:cBhvr>
                                      <p:to>
                                        <p:strVal val="visible"/>
                                      </p:to>
                                    </p:set>
                                    <p:anim calcmode="lin" valueType="num">
                                      <p:cBhvr additive="base">
                                        <p:cTn id="87" dur="500" fill="hold"/>
                                        <p:tgtEl>
                                          <p:spTgt spid="89"/>
                                        </p:tgtEl>
                                        <p:attrNameLst>
                                          <p:attrName>ppt_x</p:attrName>
                                        </p:attrNameLst>
                                      </p:cBhvr>
                                      <p:tavLst>
                                        <p:tav tm="0">
                                          <p:val>
                                            <p:strVal val="#ppt_x"/>
                                          </p:val>
                                        </p:tav>
                                        <p:tav tm="100000">
                                          <p:val>
                                            <p:strVal val="#ppt_x"/>
                                          </p:val>
                                        </p:tav>
                                      </p:tavLst>
                                    </p:anim>
                                    <p:anim calcmode="lin" valueType="num">
                                      <p:cBhvr additive="base">
                                        <p:cTn id="88" dur="500" fill="hold"/>
                                        <p:tgtEl>
                                          <p:spTgt spid="89"/>
                                        </p:tgtEl>
                                        <p:attrNameLst>
                                          <p:attrName>ppt_y</p:attrName>
                                        </p:attrNameLst>
                                      </p:cBhvr>
                                      <p:tavLst>
                                        <p:tav tm="0">
                                          <p:val>
                                            <p:strVal val="1+#ppt_h/2"/>
                                          </p:val>
                                        </p:tav>
                                        <p:tav tm="100000">
                                          <p:val>
                                            <p:strVal val="#ppt_y"/>
                                          </p:val>
                                        </p:tav>
                                      </p:tavLst>
                                    </p:anim>
                                  </p:childTnLst>
                                </p:cTn>
                              </p:par>
                            </p:childTnLst>
                          </p:cTn>
                        </p:par>
                        <p:par>
                          <p:cTn id="89" fill="hold">
                            <p:stCondLst>
                              <p:cond delay="6500"/>
                            </p:stCondLst>
                            <p:childTnLst>
                              <p:par>
                                <p:cTn id="90" presetID="53" presetClass="entr" presetSubtype="0" fill="hold" nodeType="afterEffect">
                                  <p:stCondLst>
                                    <p:cond delay="0"/>
                                  </p:stCondLst>
                                  <p:childTnLst>
                                    <p:set>
                                      <p:cBhvr>
                                        <p:cTn id="91" dur="1" fill="hold">
                                          <p:stCondLst>
                                            <p:cond delay="0"/>
                                          </p:stCondLst>
                                        </p:cTn>
                                        <p:tgtEl>
                                          <p:spTgt spid="4"/>
                                        </p:tgtEl>
                                        <p:attrNameLst>
                                          <p:attrName>style.visibility</p:attrName>
                                        </p:attrNameLst>
                                      </p:cBhvr>
                                      <p:to>
                                        <p:strVal val="visible"/>
                                      </p:to>
                                    </p:set>
                                    <p:anim calcmode="lin" valueType="num">
                                      <p:cBhvr>
                                        <p:cTn id="92" dur="500" fill="hold"/>
                                        <p:tgtEl>
                                          <p:spTgt spid="4"/>
                                        </p:tgtEl>
                                        <p:attrNameLst>
                                          <p:attrName>ppt_w</p:attrName>
                                        </p:attrNameLst>
                                      </p:cBhvr>
                                      <p:tavLst>
                                        <p:tav tm="0">
                                          <p:val>
                                            <p:fltVal val="0"/>
                                          </p:val>
                                        </p:tav>
                                        <p:tav tm="100000">
                                          <p:val>
                                            <p:strVal val="#ppt_w"/>
                                          </p:val>
                                        </p:tav>
                                      </p:tavLst>
                                    </p:anim>
                                    <p:anim calcmode="lin" valueType="num">
                                      <p:cBhvr>
                                        <p:cTn id="93" dur="500" fill="hold"/>
                                        <p:tgtEl>
                                          <p:spTgt spid="4"/>
                                        </p:tgtEl>
                                        <p:attrNameLst>
                                          <p:attrName>ppt_h</p:attrName>
                                        </p:attrNameLst>
                                      </p:cBhvr>
                                      <p:tavLst>
                                        <p:tav tm="0">
                                          <p:val>
                                            <p:fltVal val="0"/>
                                          </p:val>
                                        </p:tav>
                                        <p:tav tm="100000">
                                          <p:val>
                                            <p:strVal val="#ppt_h"/>
                                          </p:val>
                                        </p:tav>
                                      </p:tavLst>
                                    </p:anim>
                                    <p:animEffect transition="in" filter="fade">
                                      <p:cBhvr>
                                        <p:cTn id="94" dur="500"/>
                                        <p:tgtEl>
                                          <p:spTgt spid="4"/>
                                        </p:tgtEl>
                                      </p:cBhvr>
                                    </p:animEffect>
                                  </p:childTnLst>
                                </p:cTn>
                              </p:par>
                            </p:childTnLst>
                          </p:cTn>
                        </p:par>
                        <p:par>
                          <p:cTn id="95" fill="hold">
                            <p:stCondLst>
                              <p:cond delay="7000"/>
                            </p:stCondLst>
                            <p:childTnLst>
                              <p:par>
                                <p:cTn id="96" presetID="53" presetClass="entr" presetSubtype="0" fill="hold" grpId="0" nodeType="afterEffect">
                                  <p:stCondLst>
                                    <p:cond delay="0"/>
                                  </p:stCondLst>
                                  <p:childTnLst>
                                    <p:set>
                                      <p:cBhvr>
                                        <p:cTn id="97" dur="1" fill="hold">
                                          <p:stCondLst>
                                            <p:cond delay="0"/>
                                          </p:stCondLst>
                                        </p:cTn>
                                        <p:tgtEl>
                                          <p:spTgt spid="66"/>
                                        </p:tgtEl>
                                        <p:attrNameLst>
                                          <p:attrName>style.visibility</p:attrName>
                                        </p:attrNameLst>
                                      </p:cBhvr>
                                      <p:to>
                                        <p:strVal val="visible"/>
                                      </p:to>
                                    </p:set>
                                    <p:anim calcmode="lin" valueType="num">
                                      <p:cBhvr>
                                        <p:cTn id="98" dur="500" fill="hold"/>
                                        <p:tgtEl>
                                          <p:spTgt spid="66"/>
                                        </p:tgtEl>
                                        <p:attrNameLst>
                                          <p:attrName>ppt_w</p:attrName>
                                        </p:attrNameLst>
                                      </p:cBhvr>
                                      <p:tavLst>
                                        <p:tav tm="0">
                                          <p:val>
                                            <p:fltVal val="0"/>
                                          </p:val>
                                        </p:tav>
                                        <p:tav tm="100000">
                                          <p:val>
                                            <p:strVal val="#ppt_w"/>
                                          </p:val>
                                        </p:tav>
                                      </p:tavLst>
                                    </p:anim>
                                    <p:anim calcmode="lin" valueType="num">
                                      <p:cBhvr>
                                        <p:cTn id="99" dur="500" fill="hold"/>
                                        <p:tgtEl>
                                          <p:spTgt spid="66"/>
                                        </p:tgtEl>
                                        <p:attrNameLst>
                                          <p:attrName>ppt_h</p:attrName>
                                        </p:attrNameLst>
                                      </p:cBhvr>
                                      <p:tavLst>
                                        <p:tav tm="0">
                                          <p:val>
                                            <p:fltVal val="0"/>
                                          </p:val>
                                        </p:tav>
                                        <p:tav tm="100000">
                                          <p:val>
                                            <p:strVal val="#ppt_h"/>
                                          </p:val>
                                        </p:tav>
                                      </p:tavLst>
                                    </p:anim>
                                    <p:animEffect transition="in" filter="fade">
                                      <p:cBhvr>
                                        <p:cTn id="100" dur="500"/>
                                        <p:tgtEl>
                                          <p:spTgt spid="66"/>
                                        </p:tgtEl>
                                      </p:cBhvr>
                                    </p:animEffect>
                                  </p:childTnLst>
                                </p:cTn>
                              </p:par>
                            </p:childTnLst>
                          </p:cTn>
                        </p:par>
                        <p:par>
                          <p:cTn id="101" fill="hold">
                            <p:stCondLst>
                              <p:cond delay="7500"/>
                            </p:stCondLst>
                            <p:childTnLst>
                              <p:par>
                                <p:cTn id="102" presetID="2" presetClass="entr" presetSubtype="4" accel="50000" decel="50000" fill="hold" grpId="0" nodeType="afterEffect">
                                  <p:stCondLst>
                                    <p:cond delay="0"/>
                                  </p:stCondLst>
                                  <p:childTnLst>
                                    <p:set>
                                      <p:cBhvr>
                                        <p:cTn id="103" dur="1" fill="hold">
                                          <p:stCondLst>
                                            <p:cond delay="0"/>
                                          </p:stCondLst>
                                        </p:cTn>
                                        <p:tgtEl>
                                          <p:spTgt spid="84"/>
                                        </p:tgtEl>
                                        <p:attrNameLst>
                                          <p:attrName>style.visibility</p:attrName>
                                        </p:attrNameLst>
                                      </p:cBhvr>
                                      <p:to>
                                        <p:strVal val="visible"/>
                                      </p:to>
                                    </p:set>
                                    <p:anim calcmode="lin" valueType="num">
                                      <p:cBhvr additive="base">
                                        <p:cTn id="104" dur="500" fill="hold"/>
                                        <p:tgtEl>
                                          <p:spTgt spid="84"/>
                                        </p:tgtEl>
                                        <p:attrNameLst>
                                          <p:attrName>ppt_x</p:attrName>
                                        </p:attrNameLst>
                                      </p:cBhvr>
                                      <p:tavLst>
                                        <p:tav tm="0">
                                          <p:val>
                                            <p:strVal val="#ppt_x"/>
                                          </p:val>
                                        </p:tav>
                                        <p:tav tm="100000">
                                          <p:val>
                                            <p:strVal val="#ppt_x"/>
                                          </p:val>
                                        </p:tav>
                                      </p:tavLst>
                                    </p:anim>
                                    <p:anim calcmode="lin" valueType="num">
                                      <p:cBhvr additive="base">
                                        <p:cTn id="105" dur="500" fill="hold"/>
                                        <p:tgtEl>
                                          <p:spTgt spid="84"/>
                                        </p:tgtEl>
                                        <p:attrNameLst>
                                          <p:attrName>ppt_y</p:attrName>
                                        </p:attrNameLst>
                                      </p:cBhvr>
                                      <p:tavLst>
                                        <p:tav tm="0">
                                          <p:val>
                                            <p:strVal val="1+#ppt_h/2"/>
                                          </p:val>
                                        </p:tav>
                                        <p:tav tm="100000">
                                          <p:val>
                                            <p:strVal val="#ppt_y"/>
                                          </p:val>
                                        </p:tav>
                                      </p:tavLst>
                                    </p:anim>
                                  </p:childTnLst>
                                </p:cTn>
                              </p:par>
                            </p:childTnLst>
                          </p:cTn>
                        </p:par>
                        <p:par>
                          <p:cTn id="106" fill="hold">
                            <p:stCondLst>
                              <p:cond delay="8000"/>
                            </p:stCondLst>
                            <p:childTnLst>
                              <p:par>
                                <p:cTn id="107" presetID="53" presetClass="entr" presetSubtype="0" fill="hold" grpId="0" nodeType="afterEffect">
                                  <p:stCondLst>
                                    <p:cond delay="0"/>
                                  </p:stCondLst>
                                  <p:childTnLst>
                                    <p:set>
                                      <p:cBhvr>
                                        <p:cTn id="108" dur="1" fill="hold">
                                          <p:stCondLst>
                                            <p:cond delay="0"/>
                                          </p:stCondLst>
                                        </p:cTn>
                                        <p:tgtEl>
                                          <p:spTgt spid="64"/>
                                        </p:tgtEl>
                                        <p:attrNameLst>
                                          <p:attrName>style.visibility</p:attrName>
                                        </p:attrNameLst>
                                      </p:cBhvr>
                                      <p:to>
                                        <p:strVal val="visible"/>
                                      </p:to>
                                    </p:set>
                                    <p:anim calcmode="lin" valueType="num">
                                      <p:cBhvr>
                                        <p:cTn id="109" dur="500" fill="hold"/>
                                        <p:tgtEl>
                                          <p:spTgt spid="64"/>
                                        </p:tgtEl>
                                        <p:attrNameLst>
                                          <p:attrName>ppt_w</p:attrName>
                                        </p:attrNameLst>
                                      </p:cBhvr>
                                      <p:tavLst>
                                        <p:tav tm="0">
                                          <p:val>
                                            <p:fltVal val="0"/>
                                          </p:val>
                                        </p:tav>
                                        <p:tav tm="100000">
                                          <p:val>
                                            <p:strVal val="#ppt_w"/>
                                          </p:val>
                                        </p:tav>
                                      </p:tavLst>
                                    </p:anim>
                                    <p:anim calcmode="lin" valueType="num">
                                      <p:cBhvr>
                                        <p:cTn id="110" dur="500" fill="hold"/>
                                        <p:tgtEl>
                                          <p:spTgt spid="64"/>
                                        </p:tgtEl>
                                        <p:attrNameLst>
                                          <p:attrName>ppt_h</p:attrName>
                                        </p:attrNameLst>
                                      </p:cBhvr>
                                      <p:tavLst>
                                        <p:tav tm="0">
                                          <p:val>
                                            <p:fltVal val="0"/>
                                          </p:val>
                                        </p:tav>
                                        <p:tav tm="100000">
                                          <p:val>
                                            <p:strVal val="#ppt_h"/>
                                          </p:val>
                                        </p:tav>
                                      </p:tavLst>
                                    </p:anim>
                                    <p:animEffect transition="in" filter="fade">
                                      <p:cBhvr>
                                        <p:cTn id="111" dur="500"/>
                                        <p:tgtEl>
                                          <p:spTgt spid="64"/>
                                        </p:tgtEl>
                                      </p:cBhvr>
                                    </p:animEffect>
                                  </p:childTnLst>
                                </p:cTn>
                              </p:par>
                            </p:childTnLst>
                          </p:cTn>
                        </p:par>
                        <p:par>
                          <p:cTn id="112" fill="hold">
                            <p:stCondLst>
                              <p:cond delay="8500"/>
                            </p:stCondLst>
                            <p:childTnLst>
                              <p:par>
                                <p:cTn id="113" presetID="53" presetClass="entr" presetSubtype="0" fill="hold" grpId="0" nodeType="afterEffect">
                                  <p:stCondLst>
                                    <p:cond delay="0"/>
                                  </p:stCondLst>
                                  <p:childTnLst>
                                    <p:set>
                                      <p:cBhvr>
                                        <p:cTn id="114" dur="1" fill="hold">
                                          <p:stCondLst>
                                            <p:cond delay="0"/>
                                          </p:stCondLst>
                                        </p:cTn>
                                        <p:tgtEl>
                                          <p:spTgt spid="68"/>
                                        </p:tgtEl>
                                        <p:attrNameLst>
                                          <p:attrName>style.visibility</p:attrName>
                                        </p:attrNameLst>
                                      </p:cBhvr>
                                      <p:to>
                                        <p:strVal val="visible"/>
                                      </p:to>
                                    </p:set>
                                    <p:anim calcmode="lin" valueType="num">
                                      <p:cBhvr>
                                        <p:cTn id="115" dur="500" fill="hold"/>
                                        <p:tgtEl>
                                          <p:spTgt spid="68"/>
                                        </p:tgtEl>
                                        <p:attrNameLst>
                                          <p:attrName>ppt_w</p:attrName>
                                        </p:attrNameLst>
                                      </p:cBhvr>
                                      <p:tavLst>
                                        <p:tav tm="0">
                                          <p:val>
                                            <p:fltVal val="0"/>
                                          </p:val>
                                        </p:tav>
                                        <p:tav tm="100000">
                                          <p:val>
                                            <p:strVal val="#ppt_w"/>
                                          </p:val>
                                        </p:tav>
                                      </p:tavLst>
                                    </p:anim>
                                    <p:anim calcmode="lin" valueType="num">
                                      <p:cBhvr>
                                        <p:cTn id="116" dur="500" fill="hold"/>
                                        <p:tgtEl>
                                          <p:spTgt spid="68"/>
                                        </p:tgtEl>
                                        <p:attrNameLst>
                                          <p:attrName>ppt_h</p:attrName>
                                        </p:attrNameLst>
                                      </p:cBhvr>
                                      <p:tavLst>
                                        <p:tav tm="0">
                                          <p:val>
                                            <p:fltVal val="0"/>
                                          </p:val>
                                        </p:tav>
                                        <p:tav tm="100000">
                                          <p:val>
                                            <p:strVal val="#ppt_h"/>
                                          </p:val>
                                        </p:tav>
                                      </p:tavLst>
                                    </p:anim>
                                    <p:animEffect transition="in" filter="fade">
                                      <p:cBhvr>
                                        <p:cTn id="117" dur="500"/>
                                        <p:tgtEl>
                                          <p:spTgt spid="68"/>
                                        </p:tgtEl>
                                      </p:cBhvr>
                                    </p:animEffect>
                                  </p:childTnLst>
                                </p:cTn>
                              </p:par>
                            </p:childTnLst>
                          </p:cTn>
                        </p:par>
                        <p:par>
                          <p:cTn id="118" fill="hold">
                            <p:stCondLst>
                              <p:cond delay="9000"/>
                            </p:stCondLst>
                            <p:childTnLst>
                              <p:par>
                                <p:cTn id="119" presetID="2" presetClass="entr" presetSubtype="1" accel="50000" decel="50000" fill="hold" grpId="0" nodeType="afterEffect">
                                  <p:stCondLst>
                                    <p:cond delay="0"/>
                                  </p:stCondLst>
                                  <p:childTnLst>
                                    <p:set>
                                      <p:cBhvr>
                                        <p:cTn id="120" dur="1" fill="hold">
                                          <p:stCondLst>
                                            <p:cond delay="0"/>
                                          </p:stCondLst>
                                        </p:cTn>
                                        <p:tgtEl>
                                          <p:spTgt spid="43"/>
                                        </p:tgtEl>
                                        <p:attrNameLst>
                                          <p:attrName>style.visibility</p:attrName>
                                        </p:attrNameLst>
                                      </p:cBhvr>
                                      <p:to>
                                        <p:strVal val="visible"/>
                                      </p:to>
                                    </p:set>
                                    <p:anim calcmode="lin" valueType="num">
                                      <p:cBhvr additive="base">
                                        <p:cTn id="121" dur="500" fill="hold"/>
                                        <p:tgtEl>
                                          <p:spTgt spid="43"/>
                                        </p:tgtEl>
                                        <p:attrNameLst>
                                          <p:attrName>ppt_x</p:attrName>
                                        </p:attrNameLst>
                                      </p:cBhvr>
                                      <p:tavLst>
                                        <p:tav tm="0">
                                          <p:val>
                                            <p:strVal val="#ppt_x"/>
                                          </p:val>
                                        </p:tav>
                                        <p:tav tm="100000">
                                          <p:val>
                                            <p:strVal val="#ppt_x"/>
                                          </p:val>
                                        </p:tav>
                                      </p:tavLst>
                                    </p:anim>
                                    <p:anim calcmode="lin" valueType="num">
                                      <p:cBhvr additive="base">
                                        <p:cTn id="122" dur="500" fill="hold"/>
                                        <p:tgtEl>
                                          <p:spTgt spid="43"/>
                                        </p:tgtEl>
                                        <p:attrNameLst>
                                          <p:attrName>ppt_y</p:attrName>
                                        </p:attrNameLst>
                                      </p:cBhvr>
                                      <p:tavLst>
                                        <p:tav tm="0">
                                          <p:val>
                                            <p:strVal val="0-#ppt_h/2"/>
                                          </p:val>
                                        </p:tav>
                                        <p:tav tm="100000">
                                          <p:val>
                                            <p:strVal val="#ppt_y"/>
                                          </p:val>
                                        </p:tav>
                                      </p:tavLst>
                                    </p:anim>
                                  </p:childTnLst>
                                </p:cTn>
                              </p:par>
                              <p:par>
                                <p:cTn id="123" presetID="2" presetClass="entr" presetSubtype="4" accel="50000" decel="50000" fill="hold" grpId="0" nodeType="withEffect">
                                  <p:stCondLst>
                                    <p:cond delay="0"/>
                                  </p:stCondLst>
                                  <p:childTnLst>
                                    <p:set>
                                      <p:cBhvr>
                                        <p:cTn id="124" dur="1" fill="hold">
                                          <p:stCondLst>
                                            <p:cond delay="0"/>
                                          </p:stCondLst>
                                        </p:cTn>
                                        <p:tgtEl>
                                          <p:spTgt spid="90"/>
                                        </p:tgtEl>
                                        <p:attrNameLst>
                                          <p:attrName>style.visibility</p:attrName>
                                        </p:attrNameLst>
                                      </p:cBhvr>
                                      <p:to>
                                        <p:strVal val="visible"/>
                                      </p:to>
                                    </p:set>
                                    <p:anim calcmode="lin" valueType="num">
                                      <p:cBhvr additive="base">
                                        <p:cTn id="125" dur="500" fill="hold"/>
                                        <p:tgtEl>
                                          <p:spTgt spid="90"/>
                                        </p:tgtEl>
                                        <p:attrNameLst>
                                          <p:attrName>ppt_x</p:attrName>
                                        </p:attrNameLst>
                                      </p:cBhvr>
                                      <p:tavLst>
                                        <p:tav tm="0">
                                          <p:val>
                                            <p:strVal val="#ppt_x"/>
                                          </p:val>
                                        </p:tav>
                                        <p:tav tm="100000">
                                          <p:val>
                                            <p:strVal val="#ppt_x"/>
                                          </p:val>
                                        </p:tav>
                                      </p:tavLst>
                                    </p:anim>
                                    <p:anim calcmode="lin" valueType="num">
                                      <p:cBhvr additive="base">
                                        <p:cTn id="126" dur="500" fill="hold"/>
                                        <p:tgtEl>
                                          <p:spTgt spid="90"/>
                                        </p:tgtEl>
                                        <p:attrNameLst>
                                          <p:attrName>ppt_y</p:attrName>
                                        </p:attrNameLst>
                                      </p:cBhvr>
                                      <p:tavLst>
                                        <p:tav tm="0">
                                          <p:val>
                                            <p:strVal val="1+#ppt_h/2"/>
                                          </p:val>
                                        </p:tav>
                                        <p:tav tm="100000">
                                          <p:val>
                                            <p:strVal val="#ppt_y"/>
                                          </p:val>
                                        </p:tav>
                                      </p:tavLst>
                                    </p:anim>
                                  </p:childTnLst>
                                </p:cTn>
                              </p:par>
                            </p:childTnLst>
                          </p:cTn>
                        </p:par>
                        <p:par>
                          <p:cTn id="127" fill="hold">
                            <p:stCondLst>
                              <p:cond delay="9500"/>
                            </p:stCondLst>
                            <p:childTnLst>
                              <p:par>
                                <p:cTn id="128" presetID="53" presetClass="entr" presetSubtype="0" fill="hold" nodeType="afterEffect">
                                  <p:stCondLst>
                                    <p:cond delay="0"/>
                                  </p:stCondLst>
                                  <p:childTnLst>
                                    <p:set>
                                      <p:cBhvr>
                                        <p:cTn id="129" dur="1" fill="hold">
                                          <p:stCondLst>
                                            <p:cond delay="0"/>
                                          </p:stCondLst>
                                        </p:cTn>
                                        <p:tgtEl>
                                          <p:spTgt spid="6"/>
                                        </p:tgtEl>
                                        <p:attrNameLst>
                                          <p:attrName>style.visibility</p:attrName>
                                        </p:attrNameLst>
                                      </p:cBhvr>
                                      <p:to>
                                        <p:strVal val="visible"/>
                                      </p:to>
                                    </p:set>
                                    <p:anim calcmode="lin" valueType="num">
                                      <p:cBhvr>
                                        <p:cTn id="130" dur="500" fill="hold"/>
                                        <p:tgtEl>
                                          <p:spTgt spid="6"/>
                                        </p:tgtEl>
                                        <p:attrNameLst>
                                          <p:attrName>ppt_w</p:attrName>
                                        </p:attrNameLst>
                                      </p:cBhvr>
                                      <p:tavLst>
                                        <p:tav tm="0">
                                          <p:val>
                                            <p:fltVal val="0"/>
                                          </p:val>
                                        </p:tav>
                                        <p:tav tm="100000">
                                          <p:val>
                                            <p:strVal val="#ppt_w"/>
                                          </p:val>
                                        </p:tav>
                                      </p:tavLst>
                                    </p:anim>
                                    <p:anim calcmode="lin" valueType="num">
                                      <p:cBhvr>
                                        <p:cTn id="131" dur="500" fill="hold"/>
                                        <p:tgtEl>
                                          <p:spTgt spid="6"/>
                                        </p:tgtEl>
                                        <p:attrNameLst>
                                          <p:attrName>ppt_h</p:attrName>
                                        </p:attrNameLst>
                                      </p:cBhvr>
                                      <p:tavLst>
                                        <p:tav tm="0">
                                          <p:val>
                                            <p:fltVal val="0"/>
                                          </p:val>
                                        </p:tav>
                                        <p:tav tm="100000">
                                          <p:val>
                                            <p:strVal val="#ppt_h"/>
                                          </p:val>
                                        </p:tav>
                                      </p:tavLst>
                                    </p:anim>
                                    <p:animEffect transition="in" filter="fade">
                                      <p:cBhvr>
                                        <p:cTn id="132" dur="500"/>
                                        <p:tgtEl>
                                          <p:spTgt spid="6"/>
                                        </p:tgtEl>
                                      </p:cBhvr>
                                    </p:animEffect>
                                  </p:childTnLst>
                                </p:cTn>
                              </p:par>
                            </p:childTnLst>
                          </p:cTn>
                        </p:par>
                        <p:par>
                          <p:cTn id="133" fill="hold">
                            <p:stCondLst>
                              <p:cond delay="10000"/>
                            </p:stCondLst>
                            <p:childTnLst>
                              <p:par>
                                <p:cTn id="134" presetID="53" presetClass="entr" presetSubtype="0" fill="hold" grpId="0" nodeType="afterEffect">
                                  <p:stCondLst>
                                    <p:cond delay="0"/>
                                  </p:stCondLst>
                                  <p:childTnLst>
                                    <p:set>
                                      <p:cBhvr>
                                        <p:cTn id="135" dur="1" fill="hold">
                                          <p:stCondLst>
                                            <p:cond delay="0"/>
                                          </p:stCondLst>
                                        </p:cTn>
                                        <p:tgtEl>
                                          <p:spTgt spid="72"/>
                                        </p:tgtEl>
                                        <p:attrNameLst>
                                          <p:attrName>style.visibility</p:attrName>
                                        </p:attrNameLst>
                                      </p:cBhvr>
                                      <p:to>
                                        <p:strVal val="visible"/>
                                      </p:to>
                                    </p:set>
                                    <p:anim calcmode="lin" valueType="num">
                                      <p:cBhvr>
                                        <p:cTn id="136" dur="500" fill="hold"/>
                                        <p:tgtEl>
                                          <p:spTgt spid="72"/>
                                        </p:tgtEl>
                                        <p:attrNameLst>
                                          <p:attrName>ppt_w</p:attrName>
                                        </p:attrNameLst>
                                      </p:cBhvr>
                                      <p:tavLst>
                                        <p:tav tm="0">
                                          <p:val>
                                            <p:fltVal val="0"/>
                                          </p:val>
                                        </p:tav>
                                        <p:tav tm="100000">
                                          <p:val>
                                            <p:strVal val="#ppt_w"/>
                                          </p:val>
                                        </p:tav>
                                      </p:tavLst>
                                    </p:anim>
                                    <p:anim calcmode="lin" valueType="num">
                                      <p:cBhvr>
                                        <p:cTn id="137" dur="500" fill="hold"/>
                                        <p:tgtEl>
                                          <p:spTgt spid="72"/>
                                        </p:tgtEl>
                                        <p:attrNameLst>
                                          <p:attrName>ppt_h</p:attrName>
                                        </p:attrNameLst>
                                      </p:cBhvr>
                                      <p:tavLst>
                                        <p:tav tm="0">
                                          <p:val>
                                            <p:fltVal val="0"/>
                                          </p:val>
                                        </p:tav>
                                        <p:tav tm="100000">
                                          <p:val>
                                            <p:strVal val="#ppt_h"/>
                                          </p:val>
                                        </p:tav>
                                      </p:tavLst>
                                    </p:anim>
                                    <p:animEffect transition="in" filter="fade">
                                      <p:cBhvr>
                                        <p:cTn id="138" dur="500"/>
                                        <p:tgtEl>
                                          <p:spTgt spid="72"/>
                                        </p:tgtEl>
                                      </p:cBhvr>
                                    </p:animEffect>
                                  </p:childTnLst>
                                </p:cTn>
                              </p:par>
                            </p:childTnLst>
                          </p:cTn>
                        </p:par>
                        <p:par>
                          <p:cTn id="139" fill="hold">
                            <p:stCondLst>
                              <p:cond delay="10500"/>
                            </p:stCondLst>
                            <p:childTnLst>
                              <p:par>
                                <p:cTn id="140" presetID="2" presetClass="entr" presetSubtype="4" accel="50000" decel="50000" fill="hold" grpId="0" nodeType="afterEffect">
                                  <p:stCondLst>
                                    <p:cond delay="0"/>
                                  </p:stCondLst>
                                  <p:childTnLst>
                                    <p:set>
                                      <p:cBhvr>
                                        <p:cTn id="141" dur="1" fill="hold">
                                          <p:stCondLst>
                                            <p:cond delay="0"/>
                                          </p:stCondLst>
                                        </p:cTn>
                                        <p:tgtEl>
                                          <p:spTgt spid="85"/>
                                        </p:tgtEl>
                                        <p:attrNameLst>
                                          <p:attrName>style.visibility</p:attrName>
                                        </p:attrNameLst>
                                      </p:cBhvr>
                                      <p:to>
                                        <p:strVal val="visible"/>
                                      </p:to>
                                    </p:set>
                                    <p:anim calcmode="lin" valueType="num">
                                      <p:cBhvr additive="base">
                                        <p:cTn id="142" dur="500" fill="hold"/>
                                        <p:tgtEl>
                                          <p:spTgt spid="85"/>
                                        </p:tgtEl>
                                        <p:attrNameLst>
                                          <p:attrName>ppt_x</p:attrName>
                                        </p:attrNameLst>
                                      </p:cBhvr>
                                      <p:tavLst>
                                        <p:tav tm="0">
                                          <p:val>
                                            <p:strVal val="#ppt_x"/>
                                          </p:val>
                                        </p:tav>
                                        <p:tav tm="100000">
                                          <p:val>
                                            <p:strVal val="#ppt_x"/>
                                          </p:val>
                                        </p:tav>
                                      </p:tavLst>
                                    </p:anim>
                                    <p:anim calcmode="lin" valueType="num">
                                      <p:cBhvr additive="base">
                                        <p:cTn id="143" dur="500" fill="hold"/>
                                        <p:tgtEl>
                                          <p:spTgt spid="85"/>
                                        </p:tgtEl>
                                        <p:attrNameLst>
                                          <p:attrName>ppt_y</p:attrName>
                                        </p:attrNameLst>
                                      </p:cBhvr>
                                      <p:tavLst>
                                        <p:tav tm="0">
                                          <p:val>
                                            <p:strVal val="1+#ppt_h/2"/>
                                          </p:val>
                                        </p:tav>
                                        <p:tav tm="100000">
                                          <p:val>
                                            <p:strVal val="#ppt_y"/>
                                          </p:val>
                                        </p:tav>
                                      </p:tavLst>
                                    </p:anim>
                                  </p:childTnLst>
                                </p:cTn>
                              </p:par>
                            </p:childTnLst>
                          </p:cTn>
                        </p:par>
                        <p:par>
                          <p:cTn id="144" fill="hold">
                            <p:stCondLst>
                              <p:cond delay="11000"/>
                            </p:stCondLst>
                            <p:childTnLst>
                              <p:par>
                                <p:cTn id="145" presetID="53" presetClass="entr" presetSubtype="0" fill="hold" nodeType="afterEffect">
                                  <p:stCondLst>
                                    <p:cond delay="0"/>
                                  </p:stCondLst>
                                  <p:childTnLst>
                                    <p:set>
                                      <p:cBhvr>
                                        <p:cTn id="146" dur="1" fill="hold">
                                          <p:stCondLst>
                                            <p:cond delay="0"/>
                                          </p:stCondLst>
                                        </p:cTn>
                                        <p:tgtEl>
                                          <p:spTgt spid="8"/>
                                        </p:tgtEl>
                                        <p:attrNameLst>
                                          <p:attrName>style.visibility</p:attrName>
                                        </p:attrNameLst>
                                      </p:cBhvr>
                                      <p:to>
                                        <p:strVal val="visible"/>
                                      </p:to>
                                    </p:set>
                                    <p:anim calcmode="lin" valueType="num">
                                      <p:cBhvr>
                                        <p:cTn id="147" dur="500" fill="hold"/>
                                        <p:tgtEl>
                                          <p:spTgt spid="8"/>
                                        </p:tgtEl>
                                        <p:attrNameLst>
                                          <p:attrName>ppt_w</p:attrName>
                                        </p:attrNameLst>
                                      </p:cBhvr>
                                      <p:tavLst>
                                        <p:tav tm="0">
                                          <p:val>
                                            <p:fltVal val="0"/>
                                          </p:val>
                                        </p:tav>
                                        <p:tav tm="100000">
                                          <p:val>
                                            <p:strVal val="#ppt_w"/>
                                          </p:val>
                                        </p:tav>
                                      </p:tavLst>
                                    </p:anim>
                                    <p:anim calcmode="lin" valueType="num">
                                      <p:cBhvr>
                                        <p:cTn id="148" dur="500" fill="hold"/>
                                        <p:tgtEl>
                                          <p:spTgt spid="8"/>
                                        </p:tgtEl>
                                        <p:attrNameLst>
                                          <p:attrName>ppt_h</p:attrName>
                                        </p:attrNameLst>
                                      </p:cBhvr>
                                      <p:tavLst>
                                        <p:tav tm="0">
                                          <p:val>
                                            <p:fltVal val="0"/>
                                          </p:val>
                                        </p:tav>
                                        <p:tav tm="100000">
                                          <p:val>
                                            <p:strVal val="#ppt_h"/>
                                          </p:val>
                                        </p:tav>
                                      </p:tavLst>
                                    </p:anim>
                                    <p:animEffect transition="in" filter="fade">
                                      <p:cBhvr>
                                        <p:cTn id="149" dur="500"/>
                                        <p:tgtEl>
                                          <p:spTgt spid="8"/>
                                        </p:tgtEl>
                                      </p:cBhvr>
                                    </p:animEffect>
                                  </p:childTnLst>
                                </p:cTn>
                              </p:par>
                            </p:childTnLst>
                          </p:cTn>
                        </p:par>
                        <p:par>
                          <p:cTn id="150" fill="hold">
                            <p:stCondLst>
                              <p:cond delay="11500"/>
                            </p:stCondLst>
                            <p:childTnLst>
                              <p:par>
                                <p:cTn id="151" presetID="53" presetClass="entr" presetSubtype="0" fill="hold" grpId="0" nodeType="afterEffect">
                                  <p:stCondLst>
                                    <p:cond delay="0"/>
                                  </p:stCondLst>
                                  <p:childTnLst>
                                    <p:set>
                                      <p:cBhvr>
                                        <p:cTn id="152" dur="1" fill="hold">
                                          <p:stCondLst>
                                            <p:cond delay="0"/>
                                          </p:stCondLst>
                                        </p:cTn>
                                        <p:tgtEl>
                                          <p:spTgt spid="74"/>
                                        </p:tgtEl>
                                        <p:attrNameLst>
                                          <p:attrName>style.visibility</p:attrName>
                                        </p:attrNameLst>
                                      </p:cBhvr>
                                      <p:to>
                                        <p:strVal val="visible"/>
                                      </p:to>
                                    </p:set>
                                    <p:anim calcmode="lin" valueType="num">
                                      <p:cBhvr>
                                        <p:cTn id="153" dur="500" fill="hold"/>
                                        <p:tgtEl>
                                          <p:spTgt spid="74"/>
                                        </p:tgtEl>
                                        <p:attrNameLst>
                                          <p:attrName>ppt_w</p:attrName>
                                        </p:attrNameLst>
                                      </p:cBhvr>
                                      <p:tavLst>
                                        <p:tav tm="0">
                                          <p:val>
                                            <p:fltVal val="0"/>
                                          </p:val>
                                        </p:tav>
                                        <p:tav tm="100000">
                                          <p:val>
                                            <p:strVal val="#ppt_w"/>
                                          </p:val>
                                        </p:tav>
                                      </p:tavLst>
                                    </p:anim>
                                    <p:anim calcmode="lin" valueType="num">
                                      <p:cBhvr>
                                        <p:cTn id="154" dur="500" fill="hold"/>
                                        <p:tgtEl>
                                          <p:spTgt spid="74"/>
                                        </p:tgtEl>
                                        <p:attrNameLst>
                                          <p:attrName>ppt_h</p:attrName>
                                        </p:attrNameLst>
                                      </p:cBhvr>
                                      <p:tavLst>
                                        <p:tav tm="0">
                                          <p:val>
                                            <p:fltVal val="0"/>
                                          </p:val>
                                        </p:tav>
                                        <p:tav tm="100000">
                                          <p:val>
                                            <p:strVal val="#ppt_h"/>
                                          </p:val>
                                        </p:tav>
                                      </p:tavLst>
                                    </p:anim>
                                    <p:animEffect transition="in" filter="fade">
                                      <p:cBhvr>
                                        <p:cTn id="155" dur="500"/>
                                        <p:tgtEl>
                                          <p:spTgt spid="74"/>
                                        </p:tgtEl>
                                      </p:cBhvr>
                                    </p:animEffect>
                                  </p:childTnLst>
                                </p:cTn>
                              </p:par>
                            </p:childTnLst>
                          </p:cTn>
                        </p:par>
                        <p:par>
                          <p:cTn id="156" fill="hold">
                            <p:stCondLst>
                              <p:cond delay="12000"/>
                            </p:stCondLst>
                            <p:childTnLst>
                              <p:par>
                                <p:cTn id="157" presetID="2" presetClass="entr" presetSubtype="1" accel="50000" decel="50000" fill="hold" grpId="0" nodeType="afterEffect">
                                  <p:stCondLst>
                                    <p:cond delay="0"/>
                                  </p:stCondLst>
                                  <p:childTnLst>
                                    <p:set>
                                      <p:cBhvr>
                                        <p:cTn id="158" dur="1" fill="hold">
                                          <p:stCondLst>
                                            <p:cond delay="0"/>
                                          </p:stCondLst>
                                        </p:cTn>
                                        <p:tgtEl>
                                          <p:spTgt spid="44"/>
                                        </p:tgtEl>
                                        <p:attrNameLst>
                                          <p:attrName>style.visibility</p:attrName>
                                        </p:attrNameLst>
                                      </p:cBhvr>
                                      <p:to>
                                        <p:strVal val="visible"/>
                                      </p:to>
                                    </p:set>
                                    <p:anim calcmode="lin" valueType="num">
                                      <p:cBhvr additive="base">
                                        <p:cTn id="159" dur="500" fill="hold"/>
                                        <p:tgtEl>
                                          <p:spTgt spid="44"/>
                                        </p:tgtEl>
                                        <p:attrNameLst>
                                          <p:attrName>ppt_x</p:attrName>
                                        </p:attrNameLst>
                                      </p:cBhvr>
                                      <p:tavLst>
                                        <p:tav tm="0">
                                          <p:val>
                                            <p:strVal val="#ppt_x"/>
                                          </p:val>
                                        </p:tav>
                                        <p:tav tm="100000">
                                          <p:val>
                                            <p:strVal val="#ppt_x"/>
                                          </p:val>
                                        </p:tav>
                                      </p:tavLst>
                                    </p:anim>
                                    <p:anim calcmode="lin" valueType="num">
                                      <p:cBhvr additive="base">
                                        <p:cTn id="160" dur="500" fill="hold"/>
                                        <p:tgtEl>
                                          <p:spTgt spid="44"/>
                                        </p:tgtEl>
                                        <p:attrNameLst>
                                          <p:attrName>ppt_y</p:attrName>
                                        </p:attrNameLst>
                                      </p:cBhvr>
                                      <p:tavLst>
                                        <p:tav tm="0">
                                          <p:val>
                                            <p:strVal val="0-#ppt_h/2"/>
                                          </p:val>
                                        </p:tav>
                                        <p:tav tm="100000">
                                          <p:val>
                                            <p:strVal val="#ppt_y"/>
                                          </p:val>
                                        </p:tav>
                                      </p:tavLst>
                                    </p:anim>
                                  </p:childTnLst>
                                </p:cTn>
                              </p:par>
                              <p:par>
                                <p:cTn id="161" presetID="2" presetClass="entr" presetSubtype="4" accel="50000" decel="50000" fill="hold" grpId="0" nodeType="withEffect">
                                  <p:stCondLst>
                                    <p:cond delay="0"/>
                                  </p:stCondLst>
                                  <p:childTnLst>
                                    <p:set>
                                      <p:cBhvr>
                                        <p:cTn id="162" dur="1" fill="hold">
                                          <p:stCondLst>
                                            <p:cond delay="0"/>
                                          </p:stCondLst>
                                        </p:cTn>
                                        <p:tgtEl>
                                          <p:spTgt spid="91"/>
                                        </p:tgtEl>
                                        <p:attrNameLst>
                                          <p:attrName>style.visibility</p:attrName>
                                        </p:attrNameLst>
                                      </p:cBhvr>
                                      <p:to>
                                        <p:strVal val="visible"/>
                                      </p:to>
                                    </p:set>
                                    <p:anim calcmode="lin" valueType="num">
                                      <p:cBhvr additive="base">
                                        <p:cTn id="163" dur="500" fill="hold"/>
                                        <p:tgtEl>
                                          <p:spTgt spid="91"/>
                                        </p:tgtEl>
                                        <p:attrNameLst>
                                          <p:attrName>ppt_x</p:attrName>
                                        </p:attrNameLst>
                                      </p:cBhvr>
                                      <p:tavLst>
                                        <p:tav tm="0">
                                          <p:val>
                                            <p:strVal val="#ppt_x"/>
                                          </p:val>
                                        </p:tav>
                                        <p:tav tm="100000">
                                          <p:val>
                                            <p:strVal val="#ppt_x"/>
                                          </p:val>
                                        </p:tav>
                                      </p:tavLst>
                                    </p:anim>
                                    <p:anim calcmode="lin" valueType="num">
                                      <p:cBhvr additive="base">
                                        <p:cTn id="164" dur="500" fill="hold"/>
                                        <p:tgtEl>
                                          <p:spTgt spid="91"/>
                                        </p:tgtEl>
                                        <p:attrNameLst>
                                          <p:attrName>ppt_y</p:attrName>
                                        </p:attrNameLst>
                                      </p:cBhvr>
                                      <p:tavLst>
                                        <p:tav tm="0">
                                          <p:val>
                                            <p:strVal val="1+#ppt_h/2"/>
                                          </p:val>
                                        </p:tav>
                                        <p:tav tm="100000">
                                          <p:val>
                                            <p:strVal val="#ppt_y"/>
                                          </p:val>
                                        </p:tav>
                                      </p:tavLst>
                                    </p:anim>
                                  </p:childTnLst>
                                </p:cTn>
                              </p:par>
                            </p:childTnLst>
                          </p:cTn>
                        </p:par>
                        <p:par>
                          <p:cTn id="165" fill="hold">
                            <p:stCondLst>
                              <p:cond delay="12500"/>
                            </p:stCondLst>
                            <p:childTnLst>
                              <p:par>
                                <p:cTn id="166" presetID="53" presetClass="entr" presetSubtype="0" fill="hold" nodeType="afterEffect">
                                  <p:stCondLst>
                                    <p:cond delay="0"/>
                                  </p:stCondLst>
                                  <p:childTnLst>
                                    <p:set>
                                      <p:cBhvr>
                                        <p:cTn id="167" dur="1" fill="hold">
                                          <p:stCondLst>
                                            <p:cond delay="0"/>
                                          </p:stCondLst>
                                        </p:cTn>
                                        <p:tgtEl>
                                          <p:spTgt spid="5"/>
                                        </p:tgtEl>
                                        <p:attrNameLst>
                                          <p:attrName>style.visibility</p:attrName>
                                        </p:attrNameLst>
                                      </p:cBhvr>
                                      <p:to>
                                        <p:strVal val="visible"/>
                                      </p:to>
                                    </p:set>
                                    <p:anim calcmode="lin" valueType="num">
                                      <p:cBhvr>
                                        <p:cTn id="168" dur="500" fill="hold"/>
                                        <p:tgtEl>
                                          <p:spTgt spid="5"/>
                                        </p:tgtEl>
                                        <p:attrNameLst>
                                          <p:attrName>ppt_w</p:attrName>
                                        </p:attrNameLst>
                                      </p:cBhvr>
                                      <p:tavLst>
                                        <p:tav tm="0">
                                          <p:val>
                                            <p:fltVal val="0"/>
                                          </p:val>
                                        </p:tav>
                                        <p:tav tm="100000">
                                          <p:val>
                                            <p:strVal val="#ppt_w"/>
                                          </p:val>
                                        </p:tav>
                                      </p:tavLst>
                                    </p:anim>
                                    <p:anim calcmode="lin" valueType="num">
                                      <p:cBhvr>
                                        <p:cTn id="169" dur="500" fill="hold"/>
                                        <p:tgtEl>
                                          <p:spTgt spid="5"/>
                                        </p:tgtEl>
                                        <p:attrNameLst>
                                          <p:attrName>ppt_h</p:attrName>
                                        </p:attrNameLst>
                                      </p:cBhvr>
                                      <p:tavLst>
                                        <p:tav tm="0">
                                          <p:val>
                                            <p:fltVal val="0"/>
                                          </p:val>
                                        </p:tav>
                                        <p:tav tm="100000">
                                          <p:val>
                                            <p:strVal val="#ppt_h"/>
                                          </p:val>
                                        </p:tav>
                                      </p:tavLst>
                                    </p:anim>
                                    <p:animEffect transition="in" filter="fade">
                                      <p:cBhvr>
                                        <p:cTn id="170" dur="500"/>
                                        <p:tgtEl>
                                          <p:spTgt spid="5"/>
                                        </p:tgtEl>
                                      </p:cBhvr>
                                    </p:animEffect>
                                  </p:childTnLst>
                                </p:cTn>
                              </p:par>
                            </p:childTnLst>
                          </p:cTn>
                        </p:par>
                        <p:par>
                          <p:cTn id="171" fill="hold">
                            <p:stCondLst>
                              <p:cond delay="13000"/>
                            </p:stCondLst>
                            <p:childTnLst>
                              <p:par>
                                <p:cTn id="172" presetID="53" presetClass="entr" presetSubtype="0" fill="hold" grpId="0" nodeType="afterEffect">
                                  <p:stCondLst>
                                    <p:cond delay="0"/>
                                  </p:stCondLst>
                                  <p:childTnLst>
                                    <p:set>
                                      <p:cBhvr>
                                        <p:cTn id="173" dur="1" fill="hold">
                                          <p:stCondLst>
                                            <p:cond delay="0"/>
                                          </p:stCondLst>
                                        </p:cTn>
                                        <p:tgtEl>
                                          <p:spTgt spid="69"/>
                                        </p:tgtEl>
                                        <p:attrNameLst>
                                          <p:attrName>style.visibility</p:attrName>
                                        </p:attrNameLst>
                                      </p:cBhvr>
                                      <p:to>
                                        <p:strVal val="visible"/>
                                      </p:to>
                                    </p:set>
                                    <p:anim calcmode="lin" valueType="num">
                                      <p:cBhvr>
                                        <p:cTn id="174" dur="500" fill="hold"/>
                                        <p:tgtEl>
                                          <p:spTgt spid="69"/>
                                        </p:tgtEl>
                                        <p:attrNameLst>
                                          <p:attrName>ppt_w</p:attrName>
                                        </p:attrNameLst>
                                      </p:cBhvr>
                                      <p:tavLst>
                                        <p:tav tm="0">
                                          <p:val>
                                            <p:fltVal val="0"/>
                                          </p:val>
                                        </p:tav>
                                        <p:tav tm="100000">
                                          <p:val>
                                            <p:strVal val="#ppt_w"/>
                                          </p:val>
                                        </p:tav>
                                      </p:tavLst>
                                    </p:anim>
                                    <p:anim calcmode="lin" valueType="num">
                                      <p:cBhvr>
                                        <p:cTn id="175" dur="500" fill="hold"/>
                                        <p:tgtEl>
                                          <p:spTgt spid="69"/>
                                        </p:tgtEl>
                                        <p:attrNameLst>
                                          <p:attrName>ppt_h</p:attrName>
                                        </p:attrNameLst>
                                      </p:cBhvr>
                                      <p:tavLst>
                                        <p:tav tm="0">
                                          <p:val>
                                            <p:fltVal val="0"/>
                                          </p:val>
                                        </p:tav>
                                        <p:tav tm="100000">
                                          <p:val>
                                            <p:strVal val="#ppt_h"/>
                                          </p:val>
                                        </p:tav>
                                      </p:tavLst>
                                    </p:anim>
                                    <p:animEffect transition="in" filter="fade">
                                      <p:cBhvr>
                                        <p:cTn id="176" dur="500"/>
                                        <p:tgtEl>
                                          <p:spTgt spid="69"/>
                                        </p:tgtEl>
                                      </p:cBhvr>
                                    </p:animEffect>
                                  </p:childTnLst>
                                </p:cTn>
                              </p:par>
                            </p:childTnLst>
                          </p:cTn>
                        </p:par>
                        <p:par>
                          <p:cTn id="177" fill="hold">
                            <p:stCondLst>
                              <p:cond delay="13500"/>
                            </p:stCondLst>
                            <p:childTnLst>
                              <p:par>
                                <p:cTn id="178" presetID="2" presetClass="entr" presetSubtype="4" accel="50000" decel="50000" fill="hold" grpId="0" nodeType="afterEffect">
                                  <p:stCondLst>
                                    <p:cond delay="0"/>
                                  </p:stCondLst>
                                  <p:childTnLst>
                                    <p:set>
                                      <p:cBhvr>
                                        <p:cTn id="179" dur="1" fill="hold">
                                          <p:stCondLst>
                                            <p:cond delay="0"/>
                                          </p:stCondLst>
                                        </p:cTn>
                                        <p:tgtEl>
                                          <p:spTgt spid="86"/>
                                        </p:tgtEl>
                                        <p:attrNameLst>
                                          <p:attrName>style.visibility</p:attrName>
                                        </p:attrNameLst>
                                      </p:cBhvr>
                                      <p:to>
                                        <p:strVal val="visible"/>
                                      </p:to>
                                    </p:set>
                                    <p:anim calcmode="lin" valueType="num">
                                      <p:cBhvr additive="base">
                                        <p:cTn id="180" dur="500" fill="hold"/>
                                        <p:tgtEl>
                                          <p:spTgt spid="86"/>
                                        </p:tgtEl>
                                        <p:attrNameLst>
                                          <p:attrName>ppt_x</p:attrName>
                                        </p:attrNameLst>
                                      </p:cBhvr>
                                      <p:tavLst>
                                        <p:tav tm="0">
                                          <p:val>
                                            <p:strVal val="#ppt_x"/>
                                          </p:val>
                                        </p:tav>
                                        <p:tav tm="100000">
                                          <p:val>
                                            <p:strVal val="#ppt_x"/>
                                          </p:val>
                                        </p:tav>
                                      </p:tavLst>
                                    </p:anim>
                                    <p:anim calcmode="lin" valueType="num">
                                      <p:cBhvr additive="base">
                                        <p:cTn id="181" dur="500" fill="hold"/>
                                        <p:tgtEl>
                                          <p:spTgt spid="86"/>
                                        </p:tgtEl>
                                        <p:attrNameLst>
                                          <p:attrName>ppt_y</p:attrName>
                                        </p:attrNameLst>
                                      </p:cBhvr>
                                      <p:tavLst>
                                        <p:tav tm="0">
                                          <p:val>
                                            <p:strVal val="1+#ppt_h/2"/>
                                          </p:val>
                                        </p:tav>
                                        <p:tav tm="100000">
                                          <p:val>
                                            <p:strVal val="#ppt_y"/>
                                          </p:val>
                                        </p:tav>
                                      </p:tavLst>
                                    </p:anim>
                                  </p:childTnLst>
                                </p:cTn>
                              </p:par>
                            </p:childTnLst>
                          </p:cTn>
                        </p:par>
                        <p:par>
                          <p:cTn id="182" fill="hold">
                            <p:stCondLst>
                              <p:cond delay="14000"/>
                            </p:stCondLst>
                            <p:childTnLst>
                              <p:par>
                                <p:cTn id="183" presetID="53" presetClass="entr" presetSubtype="0" fill="hold" grpId="0" nodeType="afterEffect">
                                  <p:stCondLst>
                                    <p:cond delay="0"/>
                                  </p:stCondLst>
                                  <p:childTnLst>
                                    <p:set>
                                      <p:cBhvr>
                                        <p:cTn id="184" dur="1" fill="hold">
                                          <p:stCondLst>
                                            <p:cond delay="0"/>
                                          </p:stCondLst>
                                        </p:cTn>
                                        <p:tgtEl>
                                          <p:spTgt spid="60"/>
                                        </p:tgtEl>
                                        <p:attrNameLst>
                                          <p:attrName>style.visibility</p:attrName>
                                        </p:attrNameLst>
                                      </p:cBhvr>
                                      <p:to>
                                        <p:strVal val="visible"/>
                                      </p:to>
                                    </p:set>
                                    <p:anim calcmode="lin" valueType="num">
                                      <p:cBhvr>
                                        <p:cTn id="185" dur="500" fill="hold"/>
                                        <p:tgtEl>
                                          <p:spTgt spid="60"/>
                                        </p:tgtEl>
                                        <p:attrNameLst>
                                          <p:attrName>ppt_w</p:attrName>
                                        </p:attrNameLst>
                                      </p:cBhvr>
                                      <p:tavLst>
                                        <p:tav tm="0">
                                          <p:val>
                                            <p:fltVal val="0"/>
                                          </p:val>
                                        </p:tav>
                                        <p:tav tm="100000">
                                          <p:val>
                                            <p:strVal val="#ppt_w"/>
                                          </p:val>
                                        </p:tav>
                                      </p:tavLst>
                                    </p:anim>
                                    <p:anim calcmode="lin" valueType="num">
                                      <p:cBhvr>
                                        <p:cTn id="186" dur="500" fill="hold"/>
                                        <p:tgtEl>
                                          <p:spTgt spid="60"/>
                                        </p:tgtEl>
                                        <p:attrNameLst>
                                          <p:attrName>ppt_h</p:attrName>
                                        </p:attrNameLst>
                                      </p:cBhvr>
                                      <p:tavLst>
                                        <p:tav tm="0">
                                          <p:val>
                                            <p:fltVal val="0"/>
                                          </p:val>
                                        </p:tav>
                                        <p:tav tm="100000">
                                          <p:val>
                                            <p:strVal val="#ppt_h"/>
                                          </p:val>
                                        </p:tav>
                                      </p:tavLst>
                                    </p:anim>
                                    <p:animEffect transition="in" filter="fade">
                                      <p:cBhvr>
                                        <p:cTn id="187" dur="500"/>
                                        <p:tgtEl>
                                          <p:spTgt spid="60"/>
                                        </p:tgtEl>
                                      </p:cBhvr>
                                    </p:animEffect>
                                  </p:childTnLst>
                                </p:cTn>
                              </p:par>
                            </p:childTnLst>
                          </p:cTn>
                        </p:par>
                        <p:par>
                          <p:cTn id="188" fill="hold">
                            <p:stCondLst>
                              <p:cond delay="14500"/>
                            </p:stCondLst>
                            <p:childTnLst>
                              <p:par>
                                <p:cTn id="189" presetID="53" presetClass="entr" presetSubtype="0" fill="hold" grpId="0" nodeType="afterEffect">
                                  <p:stCondLst>
                                    <p:cond delay="0"/>
                                  </p:stCondLst>
                                  <p:childTnLst>
                                    <p:set>
                                      <p:cBhvr>
                                        <p:cTn id="190" dur="1" fill="hold">
                                          <p:stCondLst>
                                            <p:cond delay="0"/>
                                          </p:stCondLst>
                                        </p:cTn>
                                        <p:tgtEl>
                                          <p:spTgt spid="71"/>
                                        </p:tgtEl>
                                        <p:attrNameLst>
                                          <p:attrName>style.visibility</p:attrName>
                                        </p:attrNameLst>
                                      </p:cBhvr>
                                      <p:to>
                                        <p:strVal val="visible"/>
                                      </p:to>
                                    </p:set>
                                    <p:anim calcmode="lin" valueType="num">
                                      <p:cBhvr>
                                        <p:cTn id="191" dur="500" fill="hold"/>
                                        <p:tgtEl>
                                          <p:spTgt spid="71"/>
                                        </p:tgtEl>
                                        <p:attrNameLst>
                                          <p:attrName>ppt_w</p:attrName>
                                        </p:attrNameLst>
                                      </p:cBhvr>
                                      <p:tavLst>
                                        <p:tav tm="0">
                                          <p:val>
                                            <p:fltVal val="0"/>
                                          </p:val>
                                        </p:tav>
                                        <p:tav tm="100000">
                                          <p:val>
                                            <p:strVal val="#ppt_w"/>
                                          </p:val>
                                        </p:tav>
                                      </p:tavLst>
                                    </p:anim>
                                    <p:anim calcmode="lin" valueType="num">
                                      <p:cBhvr>
                                        <p:cTn id="192" dur="500" fill="hold"/>
                                        <p:tgtEl>
                                          <p:spTgt spid="71"/>
                                        </p:tgtEl>
                                        <p:attrNameLst>
                                          <p:attrName>ppt_h</p:attrName>
                                        </p:attrNameLst>
                                      </p:cBhvr>
                                      <p:tavLst>
                                        <p:tav tm="0">
                                          <p:val>
                                            <p:fltVal val="0"/>
                                          </p:val>
                                        </p:tav>
                                        <p:tav tm="100000">
                                          <p:val>
                                            <p:strVal val="#ppt_h"/>
                                          </p:val>
                                        </p:tav>
                                      </p:tavLst>
                                    </p:anim>
                                    <p:animEffect transition="in" filter="fade">
                                      <p:cBhvr>
                                        <p:cTn id="193"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90" grpId="0" animBg="1"/>
      <p:bldP spid="89" grpId="0" animBg="1"/>
      <p:bldP spid="88" grpId="0" animBg="1"/>
      <p:bldP spid="87" grpId="0" animBg="1"/>
      <p:bldP spid="39" grpId="0" animBg="1"/>
      <p:bldP spid="61" grpId="0"/>
      <p:bldP spid="41" grpId="0" animBg="1"/>
      <p:bldP spid="65" grpId="0"/>
      <p:bldP spid="42" grpId="0" animBg="1"/>
      <p:bldP spid="68" grpId="0"/>
      <p:bldP spid="44" grpId="0" animBg="1"/>
      <p:bldP spid="71" grpId="0"/>
      <p:bldP spid="43" grpId="0" animBg="1"/>
      <p:bldP spid="74" grpId="0"/>
      <p:bldP spid="82" grpId="0"/>
      <p:bldP spid="83" grpId="0"/>
      <p:bldP spid="84" grpId="0"/>
      <p:bldP spid="85" grpId="0"/>
      <p:bldP spid="86" grpId="0"/>
      <p:bldP spid="62" grpId="0" animBg="1"/>
      <p:bldP spid="63" grpId="0" animBg="1"/>
      <p:bldP spid="66" grpId="0" animBg="1"/>
      <p:bldP spid="69" grpId="0" animBg="1"/>
      <p:bldP spid="72" grpId="0" animBg="1"/>
      <p:bldP spid="60" grpId="0" animBg="1"/>
      <p:bldP spid="64" grpId="0" animBg="1"/>
      <p:bldP spid="79"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354387"/>
            <a:ext cx="1914307" cy="523220"/>
          </a:xfrm>
          <a:prstGeom prst="rect">
            <a:avLst/>
          </a:prstGeom>
          <a:noFill/>
        </p:spPr>
        <p:txBody>
          <a:bodyPr wrap="none" rtlCol="0">
            <a:spAutoFit/>
          </a:bodyPr>
          <a:lstStyle/>
          <a:p>
            <a:r>
              <a:rPr lang="en-US" sz="2800" b="1" cap="all" dirty="0">
                <a:solidFill>
                  <a:schemeClr val="tx1">
                    <a:lumMod val="50000"/>
                    <a:lumOff val="50000"/>
                  </a:schemeClr>
                </a:solidFill>
              </a:rPr>
              <a:t>Marketing</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354387"/>
            <a:ext cx="30067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Marketing Infographic</a:t>
            </a:r>
            <a:endParaRPr lang="en-US" dirty="0"/>
          </a:p>
        </p:txBody>
      </p:sp>
      <p:sp>
        <p:nvSpPr>
          <p:cNvPr id="8" name="Text Placeholder 7"/>
          <p:cNvSpPr>
            <a:spLocks noGrp="1"/>
          </p:cNvSpPr>
          <p:nvPr>
            <p:ph type="body" sz="half" idx="2"/>
          </p:nvPr>
        </p:nvSpPr>
        <p:spPr/>
        <p:txBody>
          <a:bodyPr/>
          <a:lstStyle/>
          <a:p>
            <a:r>
              <a:rPr lang="en-US"/>
              <a:t>Marketing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239</a:t>
            </a:fld>
            <a:endParaRPr lang="en-US" dirty="0"/>
          </a:p>
        </p:txBody>
      </p:sp>
      <p:grpSp>
        <p:nvGrpSpPr>
          <p:cNvPr id="2" name="Group 180"/>
          <p:cNvGrpSpPr/>
          <p:nvPr/>
        </p:nvGrpSpPr>
        <p:grpSpPr>
          <a:xfrm>
            <a:off x="914400" y="2956817"/>
            <a:ext cx="2182197" cy="1811491"/>
            <a:chOff x="914400" y="3061139"/>
            <a:chExt cx="2182197" cy="1811491"/>
          </a:xfrm>
        </p:grpSpPr>
        <p:sp>
          <p:nvSpPr>
            <p:cNvPr id="6" name="Freeform 18"/>
            <p:cNvSpPr>
              <a:spLocks/>
            </p:cNvSpPr>
            <p:nvPr/>
          </p:nvSpPr>
          <p:spPr bwMode="auto">
            <a:xfrm>
              <a:off x="937330" y="3909559"/>
              <a:ext cx="2094298" cy="963071"/>
            </a:xfrm>
            <a:custGeom>
              <a:avLst/>
              <a:gdLst/>
              <a:ahLst/>
              <a:cxnLst>
                <a:cxn ang="0">
                  <a:pos x="0" y="152"/>
                </a:cxn>
                <a:cxn ang="0">
                  <a:pos x="707" y="0"/>
                </a:cxn>
                <a:cxn ang="0">
                  <a:pos x="1096" y="302"/>
                </a:cxn>
                <a:cxn ang="0">
                  <a:pos x="290" y="504"/>
                </a:cxn>
                <a:cxn ang="0">
                  <a:pos x="0" y="152"/>
                </a:cxn>
              </a:cxnLst>
              <a:rect l="0" t="0" r="r" b="b"/>
              <a:pathLst>
                <a:path w="1096" h="504">
                  <a:moveTo>
                    <a:pt x="0" y="152"/>
                  </a:moveTo>
                  <a:lnTo>
                    <a:pt x="707" y="0"/>
                  </a:lnTo>
                  <a:lnTo>
                    <a:pt x="1096" y="302"/>
                  </a:lnTo>
                  <a:lnTo>
                    <a:pt x="290" y="504"/>
                  </a:lnTo>
                  <a:lnTo>
                    <a:pt x="0"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9"/>
            <p:cNvSpPr>
              <a:spLocks/>
            </p:cNvSpPr>
            <p:nvPr/>
          </p:nvSpPr>
          <p:spPr bwMode="auto">
            <a:xfrm>
              <a:off x="2288305" y="3061139"/>
              <a:ext cx="808292" cy="1425498"/>
            </a:xfrm>
            <a:custGeom>
              <a:avLst/>
              <a:gdLst/>
              <a:ahLst/>
              <a:cxnLst>
                <a:cxn ang="0">
                  <a:pos x="0" y="0"/>
                </a:cxn>
                <a:cxn ang="0">
                  <a:pos x="423" y="255"/>
                </a:cxn>
                <a:cxn ang="0">
                  <a:pos x="394" y="744"/>
                </a:cxn>
                <a:cxn ang="0">
                  <a:pos x="389" y="746"/>
                </a:cxn>
                <a:cxn ang="0">
                  <a:pos x="0" y="444"/>
                </a:cxn>
                <a:cxn ang="0">
                  <a:pos x="0" y="0"/>
                </a:cxn>
              </a:cxnLst>
              <a:rect l="0" t="0" r="r" b="b"/>
              <a:pathLst>
                <a:path w="423" h="746">
                  <a:moveTo>
                    <a:pt x="0" y="0"/>
                  </a:moveTo>
                  <a:lnTo>
                    <a:pt x="423" y="255"/>
                  </a:lnTo>
                  <a:lnTo>
                    <a:pt x="394" y="744"/>
                  </a:lnTo>
                  <a:lnTo>
                    <a:pt x="389" y="746"/>
                  </a:lnTo>
                  <a:lnTo>
                    <a:pt x="0" y="444"/>
                  </a:lnTo>
                  <a:lnTo>
                    <a:pt x="0" y="0"/>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
            <p:cNvSpPr>
              <a:spLocks/>
            </p:cNvSpPr>
            <p:nvPr/>
          </p:nvSpPr>
          <p:spPr bwMode="auto">
            <a:xfrm>
              <a:off x="914400" y="3061139"/>
              <a:ext cx="1373906" cy="1138870"/>
            </a:xfrm>
            <a:custGeom>
              <a:avLst/>
              <a:gdLst/>
              <a:ahLst/>
              <a:cxnLst>
                <a:cxn ang="0">
                  <a:pos x="719" y="0"/>
                </a:cxn>
                <a:cxn ang="0">
                  <a:pos x="719" y="444"/>
                </a:cxn>
                <a:cxn ang="0">
                  <a:pos x="12" y="596"/>
                </a:cxn>
                <a:cxn ang="0">
                  <a:pos x="0" y="118"/>
                </a:cxn>
                <a:cxn ang="0">
                  <a:pos x="719" y="0"/>
                </a:cxn>
              </a:cxnLst>
              <a:rect l="0" t="0" r="r" b="b"/>
              <a:pathLst>
                <a:path w="719" h="596">
                  <a:moveTo>
                    <a:pt x="719" y="0"/>
                  </a:moveTo>
                  <a:lnTo>
                    <a:pt x="719" y="444"/>
                  </a:lnTo>
                  <a:lnTo>
                    <a:pt x="12" y="596"/>
                  </a:lnTo>
                  <a:lnTo>
                    <a:pt x="0" y="118"/>
                  </a:lnTo>
                  <a:lnTo>
                    <a:pt x="719" y="0"/>
                  </a:lnTo>
                  <a:close/>
                </a:path>
              </a:pathLst>
            </a:custGeom>
            <a:solidFill>
              <a:schemeClr val="tx2">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184"/>
          <p:cNvGrpSpPr/>
          <p:nvPr/>
        </p:nvGrpSpPr>
        <p:grpSpPr>
          <a:xfrm>
            <a:off x="1065442" y="1076778"/>
            <a:ext cx="2866191" cy="2590800"/>
            <a:chOff x="1065442" y="1181100"/>
            <a:chExt cx="2866191" cy="2590800"/>
          </a:xfrm>
        </p:grpSpPr>
        <p:grpSp>
          <p:nvGrpSpPr>
            <p:cNvPr id="4" name="Group 189"/>
            <p:cNvGrpSpPr/>
            <p:nvPr/>
          </p:nvGrpSpPr>
          <p:grpSpPr>
            <a:xfrm>
              <a:off x="2183915" y="1199683"/>
              <a:ext cx="395845" cy="464439"/>
              <a:chOff x="4913463" y="1279524"/>
              <a:chExt cx="395845" cy="464439"/>
            </a:xfrm>
          </p:grpSpPr>
          <p:grpSp>
            <p:nvGrpSpPr>
              <p:cNvPr id="5" name="Group 149"/>
              <p:cNvGrpSpPr/>
              <p:nvPr/>
            </p:nvGrpSpPr>
            <p:grpSpPr>
              <a:xfrm>
                <a:off x="4913463" y="1279524"/>
                <a:ext cx="395845" cy="464439"/>
                <a:chOff x="4951413" y="1201738"/>
                <a:chExt cx="439738" cy="515938"/>
              </a:xfrm>
              <a:solidFill>
                <a:schemeClr val="accent4"/>
              </a:solidFill>
            </p:grpSpPr>
            <p:sp>
              <p:nvSpPr>
                <p:cNvPr id="31" name="Oval 13"/>
                <p:cNvSpPr>
                  <a:spLocks noChangeArrowheads="1"/>
                </p:cNvSpPr>
                <p:nvPr/>
              </p:nvSpPr>
              <p:spPr bwMode="auto">
                <a:xfrm>
                  <a:off x="4951413" y="1201738"/>
                  <a:ext cx="439738" cy="4413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14"/>
                <p:cNvSpPr>
                  <a:spLocks/>
                </p:cNvSpPr>
                <p:nvPr/>
              </p:nvSpPr>
              <p:spPr bwMode="auto">
                <a:xfrm>
                  <a:off x="5064125" y="1611313"/>
                  <a:ext cx="112713" cy="106363"/>
                </a:xfrm>
                <a:custGeom>
                  <a:avLst/>
                  <a:gdLst/>
                  <a:ahLst/>
                  <a:cxnLst>
                    <a:cxn ang="0">
                      <a:pos x="0" y="0"/>
                    </a:cxn>
                    <a:cxn ang="0">
                      <a:pos x="5" y="67"/>
                    </a:cxn>
                    <a:cxn ang="0">
                      <a:pos x="71" y="12"/>
                    </a:cxn>
                    <a:cxn ang="0">
                      <a:pos x="0" y="0"/>
                    </a:cxn>
                  </a:cxnLst>
                  <a:rect l="0" t="0" r="r" b="b"/>
                  <a:pathLst>
                    <a:path w="71" h="67">
                      <a:moveTo>
                        <a:pt x="0" y="0"/>
                      </a:moveTo>
                      <a:lnTo>
                        <a:pt x="5" y="67"/>
                      </a:lnTo>
                      <a:lnTo>
                        <a:pt x="71"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48"/>
              <p:cNvGrpSpPr/>
              <p:nvPr/>
            </p:nvGrpSpPr>
            <p:grpSpPr>
              <a:xfrm>
                <a:off x="5042077" y="1345260"/>
                <a:ext cx="142904" cy="275805"/>
                <a:chOff x="5094288" y="1274763"/>
                <a:chExt cx="158750" cy="306387"/>
              </a:xfrm>
            </p:grpSpPr>
            <p:sp>
              <p:nvSpPr>
                <p:cNvPr id="21" name="Freeform 15"/>
                <p:cNvSpPr>
                  <a:spLocks/>
                </p:cNvSpPr>
                <p:nvPr/>
              </p:nvSpPr>
              <p:spPr bwMode="auto">
                <a:xfrm>
                  <a:off x="5097463" y="1317625"/>
                  <a:ext cx="55563" cy="236538"/>
                </a:xfrm>
                <a:custGeom>
                  <a:avLst/>
                  <a:gdLst/>
                  <a:ahLst/>
                  <a:cxnLst>
                    <a:cxn ang="0">
                      <a:pos x="35" y="119"/>
                    </a:cxn>
                    <a:cxn ang="0">
                      <a:pos x="24" y="149"/>
                    </a:cxn>
                    <a:cxn ang="0">
                      <a:pos x="11" y="149"/>
                    </a:cxn>
                    <a:cxn ang="0">
                      <a:pos x="0" y="119"/>
                    </a:cxn>
                    <a:cxn ang="0">
                      <a:pos x="0" y="0"/>
                    </a:cxn>
                    <a:cxn ang="0">
                      <a:pos x="35" y="0"/>
                    </a:cxn>
                    <a:cxn ang="0">
                      <a:pos x="35" y="119"/>
                    </a:cxn>
                  </a:cxnLst>
                  <a:rect l="0" t="0" r="r" b="b"/>
                  <a:pathLst>
                    <a:path w="35" h="149">
                      <a:moveTo>
                        <a:pt x="35" y="119"/>
                      </a:moveTo>
                      <a:lnTo>
                        <a:pt x="24" y="149"/>
                      </a:lnTo>
                      <a:lnTo>
                        <a:pt x="11" y="149"/>
                      </a:lnTo>
                      <a:lnTo>
                        <a:pt x="0" y="119"/>
                      </a:lnTo>
                      <a:lnTo>
                        <a:pt x="0" y="0"/>
                      </a:lnTo>
                      <a:lnTo>
                        <a:pt x="35" y="0"/>
                      </a:lnTo>
                      <a:lnTo>
                        <a:pt x="35" y="119"/>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6"/>
                <p:cNvSpPr>
                  <a:spLocks/>
                </p:cNvSpPr>
                <p:nvPr/>
              </p:nvSpPr>
              <p:spPr bwMode="auto">
                <a:xfrm>
                  <a:off x="5097463" y="1274763"/>
                  <a:ext cx="55563" cy="68263"/>
                </a:xfrm>
                <a:custGeom>
                  <a:avLst/>
                  <a:gdLst/>
                  <a:ahLst/>
                  <a:cxnLst>
                    <a:cxn ang="0">
                      <a:pos x="44" y="32"/>
                    </a:cxn>
                    <a:cxn ang="0">
                      <a:pos x="22" y="54"/>
                    </a:cxn>
                    <a:cxn ang="0">
                      <a:pos x="22" y="54"/>
                    </a:cxn>
                    <a:cxn ang="0">
                      <a:pos x="0" y="32"/>
                    </a:cxn>
                    <a:cxn ang="0">
                      <a:pos x="0" y="12"/>
                    </a:cxn>
                    <a:cxn ang="0">
                      <a:pos x="22" y="2"/>
                    </a:cxn>
                    <a:cxn ang="0">
                      <a:pos x="22" y="2"/>
                    </a:cxn>
                    <a:cxn ang="0">
                      <a:pos x="44" y="12"/>
                    </a:cxn>
                    <a:cxn ang="0">
                      <a:pos x="44" y="32"/>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2"/>
                        <a:pt x="22" y="2"/>
                      </a:cubicBezTo>
                      <a:cubicBezTo>
                        <a:pt x="22" y="2"/>
                        <a:pt x="22" y="2"/>
                        <a:pt x="22" y="2"/>
                      </a:cubicBezTo>
                      <a:cubicBezTo>
                        <a:pt x="34" y="2"/>
                        <a:pt x="44" y="0"/>
                        <a:pt x="44" y="12"/>
                      </a:cubicBezTo>
                      <a:lnTo>
                        <a:pt x="44"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7"/>
                <p:cNvSpPr>
                  <a:spLocks noChangeArrowheads="1"/>
                </p:cNvSpPr>
                <p:nvPr/>
              </p:nvSpPr>
              <p:spPr bwMode="auto">
                <a:xfrm>
                  <a:off x="5094288" y="1303338"/>
                  <a:ext cx="61913" cy="571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8"/>
                <p:cNvSpPr>
                  <a:spLocks/>
                </p:cNvSpPr>
                <p:nvPr/>
              </p:nvSpPr>
              <p:spPr bwMode="auto">
                <a:xfrm>
                  <a:off x="5114925" y="1546225"/>
                  <a:ext cx="20638" cy="34925"/>
                </a:xfrm>
                <a:custGeom>
                  <a:avLst/>
                  <a:gdLst/>
                  <a:ahLst/>
                  <a:cxnLst>
                    <a:cxn ang="0">
                      <a:pos x="0" y="5"/>
                    </a:cxn>
                    <a:cxn ang="0">
                      <a:pos x="6" y="21"/>
                    </a:cxn>
                    <a:cxn ang="0">
                      <a:pos x="17" y="6"/>
                    </a:cxn>
                    <a:cxn ang="0">
                      <a:pos x="0" y="5"/>
                    </a:cxn>
                  </a:cxnLst>
                  <a:rect l="0" t="0" r="r" b="b"/>
                  <a:pathLst>
                    <a:path w="17" h="27">
                      <a:moveTo>
                        <a:pt x="0" y="5"/>
                      </a:moveTo>
                      <a:cubicBezTo>
                        <a:pt x="0" y="5"/>
                        <a:pt x="4" y="18"/>
                        <a:pt x="6" y="21"/>
                      </a:cubicBezTo>
                      <a:cubicBezTo>
                        <a:pt x="8" y="25"/>
                        <a:pt x="11" y="27"/>
                        <a:pt x="17" y="6"/>
                      </a:cubicBezTo>
                      <a:cubicBezTo>
                        <a:pt x="17" y="6"/>
                        <a:pt x="10" y="0"/>
                        <a:pt x="0"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19"/>
                <p:cNvSpPr>
                  <a:spLocks/>
                </p:cNvSpPr>
                <p:nvPr/>
              </p:nvSpPr>
              <p:spPr bwMode="auto">
                <a:xfrm>
                  <a:off x="5181600" y="1317625"/>
                  <a:ext cx="55563" cy="236538"/>
                </a:xfrm>
                <a:custGeom>
                  <a:avLst/>
                  <a:gdLst/>
                  <a:ahLst/>
                  <a:cxnLst>
                    <a:cxn ang="0">
                      <a:pos x="35" y="119"/>
                    </a:cxn>
                    <a:cxn ang="0">
                      <a:pos x="24" y="149"/>
                    </a:cxn>
                    <a:cxn ang="0">
                      <a:pos x="11" y="149"/>
                    </a:cxn>
                    <a:cxn ang="0">
                      <a:pos x="0" y="119"/>
                    </a:cxn>
                    <a:cxn ang="0">
                      <a:pos x="0" y="0"/>
                    </a:cxn>
                    <a:cxn ang="0">
                      <a:pos x="35" y="0"/>
                    </a:cxn>
                    <a:cxn ang="0">
                      <a:pos x="35" y="119"/>
                    </a:cxn>
                  </a:cxnLst>
                  <a:rect l="0" t="0" r="r" b="b"/>
                  <a:pathLst>
                    <a:path w="35" h="149">
                      <a:moveTo>
                        <a:pt x="35" y="119"/>
                      </a:moveTo>
                      <a:lnTo>
                        <a:pt x="24" y="149"/>
                      </a:lnTo>
                      <a:lnTo>
                        <a:pt x="11" y="149"/>
                      </a:lnTo>
                      <a:lnTo>
                        <a:pt x="0" y="119"/>
                      </a:lnTo>
                      <a:lnTo>
                        <a:pt x="0" y="0"/>
                      </a:lnTo>
                      <a:lnTo>
                        <a:pt x="35" y="0"/>
                      </a:lnTo>
                      <a:lnTo>
                        <a:pt x="35" y="119"/>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0"/>
                <p:cNvSpPr>
                  <a:spLocks/>
                </p:cNvSpPr>
                <p:nvPr/>
              </p:nvSpPr>
              <p:spPr bwMode="auto">
                <a:xfrm>
                  <a:off x="5181600" y="1274763"/>
                  <a:ext cx="55563" cy="68263"/>
                </a:xfrm>
                <a:custGeom>
                  <a:avLst/>
                  <a:gdLst/>
                  <a:ahLst/>
                  <a:cxnLst>
                    <a:cxn ang="0">
                      <a:pos x="44" y="32"/>
                    </a:cxn>
                    <a:cxn ang="0">
                      <a:pos x="22" y="54"/>
                    </a:cxn>
                    <a:cxn ang="0">
                      <a:pos x="22" y="54"/>
                    </a:cxn>
                    <a:cxn ang="0">
                      <a:pos x="0" y="32"/>
                    </a:cxn>
                    <a:cxn ang="0">
                      <a:pos x="0" y="12"/>
                    </a:cxn>
                    <a:cxn ang="0">
                      <a:pos x="22" y="2"/>
                    </a:cxn>
                    <a:cxn ang="0">
                      <a:pos x="22" y="2"/>
                    </a:cxn>
                    <a:cxn ang="0">
                      <a:pos x="44" y="12"/>
                    </a:cxn>
                    <a:cxn ang="0">
                      <a:pos x="44" y="32"/>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2"/>
                        <a:pt x="22" y="2"/>
                      </a:cubicBezTo>
                      <a:cubicBezTo>
                        <a:pt x="22" y="2"/>
                        <a:pt x="22" y="2"/>
                        <a:pt x="22" y="2"/>
                      </a:cubicBezTo>
                      <a:cubicBezTo>
                        <a:pt x="34" y="2"/>
                        <a:pt x="44" y="0"/>
                        <a:pt x="44" y="12"/>
                      </a:cubicBezTo>
                      <a:lnTo>
                        <a:pt x="44"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Rectangle 21"/>
                <p:cNvSpPr>
                  <a:spLocks noChangeArrowheads="1"/>
                </p:cNvSpPr>
                <p:nvPr/>
              </p:nvSpPr>
              <p:spPr bwMode="auto">
                <a:xfrm>
                  <a:off x="5178425" y="1303338"/>
                  <a:ext cx="61913" cy="571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22"/>
                <p:cNvSpPr>
                  <a:spLocks/>
                </p:cNvSpPr>
                <p:nvPr/>
              </p:nvSpPr>
              <p:spPr bwMode="auto">
                <a:xfrm>
                  <a:off x="5197475" y="1546225"/>
                  <a:ext cx="22225" cy="34925"/>
                </a:xfrm>
                <a:custGeom>
                  <a:avLst/>
                  <a:gdLst/>
                  <a:ahLst/>
                  <a:cxnLst>
                    <a:cxn ang="0">
                      <a:pos x="0" y="5"/>
                    </a:cxn>
                    <a:cxn ang="0">
                      <a:pos x="6" y="21"/>
                    </a:cxn>
                    <a:cxn ang="0">
                      <a:pos x="17" y="6"/>
                    </a:cxn>
                    <a:cxn ang="0">
                      <a:pos x="0" y="5"/>
                    </a:cxn>
                  </a:cxnLst>
                  <a:rect l="0" t="0" r="r" b="b"/>
                  <a:pathLst>
                    <a:path w="17" h="27">
                      <a:moveTo>
                        <a:pt x="0" y="5"/>
                      </a:moveTo>
                      <a:cubicBezTo>
                        <a:pt x="0" y="5"/>
                        <a:pt x="5" y="18"/>
                        <a:pt x="6" y="21"/>
                      </a:cubicBezTo>
                      <a:cubicBezTo>
                        <a:pt x="8" y="25"/>
                        <a:pt x="11" y="27"/>
                        <a:pt x="17" y="6"/>
                      </a:cubicBezTo>
                      <a:cubicBezTo>
                        <a:pt x="17" y="6"/>
                        <a:pt x="10" y="0"/>
                        <a:pt x="0"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23"/>
                <p:cNvSpPr>
                  <a:spLocks/>
                </p:cNvSpPr>
                <p:nvPr/>
              </p:nvSpPr>
              <p:spPr bwMode="auto">
                <a:xfrm>
                  <a:off x="5233988" y="1312863"/>
                  <a:ext cx="19050" cy="120650"/>
                </a:xfrm>
                <a:custGeom>
                  <a:avLst/>
                  <a:gdLst/>
                  <a:ahLst/>
                  <a:cxnLst>
                    <a:cxn ang="0">
                      <a:pos x="1" y="1"/>
                    </a:cxn>
                    <a:cxn ang="0">
                      <a:pos x="14" y="11"/>
                    </a:cxn>
                    <a:cxn ang="0">
                      <a:pos x="14" y="89"/>
                    </a:cxn>
                    <a:cxn ang="0">
                      <a:pos x="10" y="95"/>
                    </a:cxn>
                    <a:cxn ang="0">
                      <a:pos x="10" y="33"/>
                    </a:cxn>
                    <a:cxn ang="0">
                      <a:pos x="5" y="26"/>
                    </a:cxn>
                    <a:cxn ang="0">
                      <a:pos x="0" y="0"/>
                    </a:cxn>
                  </a:cxnLst>
                  <a:rect l="0" t="0" r="r" b="b"/>
                  <a:pathLst>
                    <a:path w="16" h="95">
                      <a:moveTo>
                        <a:pt x="1" y="1"/>
                      </a:moveTo>
                      <a:cubicBezTo>
                        <a:pt x="1" y="1"/>
                        <a:pt x="13" y="7"/>
                        <a:pt x="14" y="11"/>
                      </a:cubicBezTo>
                      <a:cubicBezTo>
                        <a:pt x="14" y="15"/>
                        <a:pt x="14" y="89"/>
                        <a:pt x="14" y="89"/>
                      </a:cubicBezTo>
                      <a:cubicBezTo>
                        <a:pt x="14" y="89"/>
                        <a:pt x="16" y="95"/>
                        <a:pt x="10" y="95"/>
                      </a:cubicBezTo>
                      <a:cubicBezTo>
                        <a:pt x="10" y="33"/>
                        <a:pt x="10" y="33"/>
                        <a:pt x="10" y="33"/>
                      </a:cubicBezTo>
                      <a:cubicBezTo>
                        <a:pt x="5" y="26"/>
                        <a:pt x="5" y="26"/>
                        <a:pt x="5" y="26"/>
                      </a:cubicBezTo>
                      <a:cubicBezTo>
                        <a:pt x="0" y="0"/>
                        <a:pt x="0" y="0"/>
                        <a:pt x="0" y="0"/>
                      </a:cubicBezTo>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 name="Group 179"/>
            <p:cNvGrpSpPr/>
            <p:nvPr/>
          </p:nvGrpSpPr>
          <p:grpSpPr>
            <a:xfrm>
              <a:off x="1600200" y="2985927"/>
              <a:ext cx="670221" cy="785973"/>
              <a:chOff x="4379002" y="3038673"/>
              <a:chExt cx="670221" cy="785973"/>
            </a:xfrm>
          </p:grpSpPr>
          <p:grpSp>
            <p:nvGrpSpPr>
              <p:cNvPr id="13" name="Group 151"/>
              <p:cNvGrpSpPr/>
              <p:nvPr/>
            </p:nvGrpSpPr>
            <p:grpSpPr>
              <a:xfrm>
                <a:off x="4379002" y="3038673"/>
                <a:ext cx="670221" cy="785973"/>
                <a:chOff x="4357688" y="3155950"/>
                <a:chExt cx="744538" cy="873125"/>
              </a:xfrm>
              <a:solidFill>
                <a:schemeClr val="accent1"/>
              </a:solidFill>
            </p:grpSpPr>
            <p:sp>
              <p:nvSpPr>
                <p:cNvPr id="42" name="Oval 24"/>
                <p:cNvSpPr>
                  <a:spLocks noChangeArrowheads="1"/>
                </p:cNvSpPr>
                <p:nvPr/>
              </p:nvSpPr>
              <p:spPr bwMode="auto">
                <a:xfrm>
                  <a:off x="4357688" y="3155950"/>
                  <a:ext cx="744538" cy="7461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25"/>
                <p:cNvSpPr>
                  <a:spLocks/>
                </p:cNvSpPr>
                <p:nvPr/>
              </p:nvSpPr>
              <p:spPr bwMode="auto">
                <a:xfrm>
                  <a:off x="4546600" y="3851275"/>
                  <a:ext cx="192088" cy="177800"/>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52"/>
              <p:cNvGrpSpPr/>
              <p:nvPr/>
            </p:nvGrpSpPr>
            <p:grpSpPr>
              <a:xfrm>
                <a:off x="4486179" y="3178719"/>
                <a:ext cx="484446" cy="368694"/>
                <a:chOff x="4476750" y="3311525"/>
                <a:chExt cx="538163" cy="409576"/>
              </a:xfrm>
            </p:grpSpPr>
            <p:sp>
              <p:nvSpPr>
                <p:cNvPr id="36" name="Freeform 50"/>
                <p:cNvSpPr>
                  <a:spLocks/>
                </p:cNvSpPr>
                <p:nvPr/>
              </p:nvSpPr>
              <p:spPr bwMode="auto">
                <a:xfrm>
                  <a:off x="4476750" y="3311525"/>
                  <a:ext cx="517525" cy="231775"/>
                </a:xfrm>
                <a:custGeom>
                  <a:avLst/>
                  <a:gdLst/>
                  <a:ahLst/>
                  <a:cxnLst>
                    <a:cxn ang="0">
                      <a:pos x="161" y="146"/>
                    </a:cxn>
                    <a:cxn ang="0">
                      <a:pos x="0" y="74"/>
                    </a:cxn>
                    <a:cxn ang="0">
                      <a:pos x="166" y="0"/>
                    </a:cxn>
                    <a:cxn ang="0">
                      <a:pos x="326" y="71"/>
                    </a:cxn>
                    <a:cxn ang="0">
                      <a:pos x="161" y="146"/>
                    </a:cxn>
                  </a:cxnLst>
                  <a:rect l="0" t="0" r="r" b="b"/>
                  <a:pathLst>
                    <a:path w="326" h="146">
                      <a:moveTo>
                        <a:pt x="161" y="146"/>
                      </a:moveTo>
                      <a:lnTo>
                        <a:pt x="0" y="74"/>
                      </a:lnTo>
                      <a:lnTo>
                        <a:pt x="166" y="0"/>
                      </a:lnTo>
                      <a:lnTo>
                        <a:pt x="326" y="71"/>
                      </a:lnTo>
                      <a:lnTo>
                        <a:pt x="161" y="146"/>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Rectangle 51"/>
                <p:cNvSpPr>
                  <a:spLocks noChangeArrowheads="1"/>
                </p:cNvSpPr>
                <p:nvPr/>
              </p:nvSpPr>
              <p:spPr bwMode="auto">
                <a:xfrm>
                  <a:off x="4972050" y="3421063"/>
                  <a:ext cx="17463" cy="1714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Oval 52"/>
                <p:cNvSpPr>
                  <a:spLocks noChangeArrowheads="1"/>
                </p:cNvSpPr>
                <p:nvPr/>
              </p:nvSpPr>
              <p:spPr bwMode="auto">
                <a:xfrm>
                  <a:off x="4954588" y="3571875"/>
                  <a:ext cx="52388" cy="52388"/>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53"/>
                <p:cNvSpPr>
                  <a:spLocks/>
                </p:cNvSpPr>
                <p:nvPr/>
              </p:nvSpPr>
              <p:spPr bwMode="auto">
                <a:xfrm>
                  <a:off x="4948238" y="3600450"/>
                  <a:ext cx="38100" cy="112713"/>
                </a:xfrm>
                <a:custGeom>
                  <a:avLst/>
                  <a:gdLst/>
                  <a:ahLst/>
                  <a:cxnLst>
                    <a:cxn ang="0">
                      <a:pos x="16" y="5"/>
                    </a:cxn>
                    <a:cxn ang="0">
                      <a:pos x="7" y="90"/>
                    </a:cxn>
                    <a:cxn ang="0">
                      <a:pos x="30" y="90"/>
                    </a:cxn>
                    <a:cxn ang="0">
                      <a:pos x="30" y="0"/>
                    </a:cxn>
                    <a:cxn ang="0">
                      <a:pos x="16" y="5"/>
                    </a:cxn>
                  </a:cxnLst>
                  <a:rect l="0" t="0" r="r" b="b"/>
                  <a:pathLst>
                    <a:path w="30" h="90">
                      <a:moveTo>
                        <a:pt x="16" y="5"/>
                      </a:moveTo>
                      <a:cubicBezTo>
                        <a:pt x="16" y="5"/>
                        <a:pt x="0" y="38"/>
                        <a:pt x="7" y="90"/>
                      </a:cubicBezTo>
                      <a:cubicBezTo>
                        <a:pt x="30" y="90"/>
                        <a:pt x="30" y="90"/>
                        <a:pt x="30" y="90"/>
                      </a:cubicBezTo>
                      <a:cubicBezTo>
                        <a:pt x="30" y="0"/>
                        <a:pt x="30" y="0"/>
                        <a:pt x="30" y="0"/>
                      </a:cubicBezTo>
                      <a:cubicBezTo>
                        <a:pt x="30" y="0"/>
                        <a:pt x="16" y="7"/>
                        <a:pt x="16"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54"/>
                <p:cNvSpPr>
                  <a:spLocks/>
                </p:cNvSpPr>
                <p:nvPr/>
              </p:nvSpPr>
              <p:spPr bwMode="auto">
                <a:xfrm>
                  <a:off x="4976813" y="3600450"/>
                  <a:ext cx="38100" cy="112713"/>
                </a:xfrm>
                <a:custGeom>
                  <a:avLst/>
                  <a:gdLst/>
                  <a:ahLst/>
                  <a:cxnLst>
                    <a:cxn ang="0">
                      <a:pos x="14" y="5"/>
                    </a:cxn>
                    <a:cxn ang="0">
                      <a:pos x="23" y="90"/>
                    </a:cxn>
                    <a:cxn ang="0">
                      <a:pos x="0" y="90"/>
                    </a:cxn>
                    <a:cxn ang="0">
                      <a:pos x="0" y="0"/>
                    </a:cxn>
                    <a:cxn ang="0">
                      <a:pos x="14" y="5"/>
                    </a:cxn>
                  </a:cxnLst>
                  <a:rect l="0" t="0" r="r" b="b"/>
                  <a:pathLst>
                    <a:path w="30" h="90">
                      <a:moveTo>
                        <a:pt x="14" y="5"/>
                      </a:moveTo>
                      <a:cubicBezTo>
                        <a:pt x="14" y="5"/>
                        <a:pt x="30" y="38"/>
                        <a:pt x="23" y="90"/>
                      </a:cubicBezTo>
                      <a:cubicBezTo>
                        <a:pt x="0" y="90"/>
                        <a:pt x="0" y="90"/>
                        <a:pt x="0" y="90"/>
                      </a:cubicBezTo>
                      <a:cubicBezTo>
                        <a:pt x="0" y="0"/>
                        <a:pt x="0" y="0"/>
                        <a:pt x="0" y="0"/>
                      </a:cubicBezTo>
                      <a:cubicBezTo>
                        <a:pt x="0" y="0"/>
                        <a:pt x="14" y="7"/>
                        <a:pt x="14"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55"/>
                <p:cNvSpPr>
                  <a:spLocks/>
                </p:cNvSpPr>
                <p:nvPr/>
              </p:nvSpPr>
              <p:spPr bwMode="auto">
                <a:xfrm>
                  <a:off x="4579938" y="3497263"/>
                  <a:ext cx="298450" cy="223838"/>
                </a:xfrm>
                <a:custGeom>
                  <a:avLst/>
                  <a:gdLst/>
                  <a:ahLst/>
                  <a:cxnLst>
                    <a:cxn ang="0">
                      <a:pos x="236" y="0"/>
                    </a:cxn>
                    <a:cxn ang="0">
                      <a:pos x="118" y="56"/>
                    </a:cxn>
                    <a:cxn ang="0">
                      <a:pos x="0" y="0"/>
                    </a:cxn>
                    <a:cxn ang="0">
                      <a:pos x="0" y="136"/>
                    </a:cxn>
                    <a:cxn ang="0">
                      <a:pos x="115" y="177"/>
                    </a:cxn>
                    <a:cxn ang="0">
                      <a:pos x="115" y="177"/>
                    </a:cxn>
                    <a:cxn ang="0">
                      <a:pos x="118" y="177"/>
                    </a:cxn>
                    <a:cxn ang="0">
                      <a:pos x="121" y="177"/>
                    </a:cxn>
                    <a:cxn ang="0">
                      <a:pos x="121" y="177"/>
                    </a:cxn>
                    <a:cxn ang="0">
                      <a:pos x="236" y="136"/>
                    </a:cxn>
                    <a:cxn ang="0">
                      <a:pos x="236" y="0"/>
                    </a:cxn>
                  </a:cxnLst>
                  <a:rect l="0" t="0" r="r" b="b"/>
                  <a:pathLst>
                    <a:path w="236" h="177">
                      <a:moveTo>
                        <a:pt x="236" y="0"/>
                      </a:moveTo>
                      <a:cubicBezTo>
                        <a:pt x="236" y="1"/>
                        <a:pt x="137" y="47"/>
                        <a:pt x="118" y="56"/>
                      </a:cubicBezTo>
                      <a:cubicBezTo>
                        <a:pt x="99" y="47"/>
                        <a:pt x="0" y="1"/>
                        <a:pt x="0" y="0"/>
                      </a:cubicBezTo>
                      <a:cubicBezTo>
                        <a:pt x="0" y="136"/>
                        <a:pt x="0" y="136"/>
                        <a:pt x="0" y="136"/>
                      </a:cubicBezTo>
                      <a:cubicBezTo>
                        <a:pt x="32" y="170"/>
                        <a:pt x="95" y="176"/>
                        <a:pt x="115" y="177"/>
                      </a:cubicBezTo>
                      <a:cubicBezTo>
                        <a:pt x="115" y="177"/>
                        <a:pt x="115" y="177"/>
                        <a:pt x="115" y="177"/>
                      </a:cubicBezTo>
                      <a:cubicBezTo>
                        <a:pt x="115" y="177"/>
                        <a:pt x="116" y="177"/>
                        <a:pt x="118" y="177"/>
                      </a:cubicBezTo>
                      <a:cubicBezTo>
                        <a:pt x="120" y="177"/>
                        <a:pt x="121" y="177"/>
                        <a:pt x="121" y="177"/>
                      </a:cubicBezTo>
                      <a:cubicBezTo>
                        <a:pt x="121" y="177"/>
                        <a:pt x="121" y="177"/>
                        <a:pt x="121" y="177"/>
                      </a:cubicBezTo>
                      <a:cubicBezTo>
                        <a:pt x="141" y="176"/>
                        <a:pt x="204" y="170"/>
                        <a:pt x="236" y="136"/>
                      </a:cubicBezTo>
                      <a:lnTo>
                        <a:pt x="236"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5" name="Group 180"/>
            <p:cNvGrpSpPr/>
            <p:nvPr/>
          </p:nvGrpSpPr>
          <p:grpSpPr>
            <a:xfrm>
              <a:off x="2360842" y="3043822"/>
              <a:ext cx="438716" cy="508547"/>
              <a:chOff x="5217849" y="2905765"/>
              <a:chExt cx="438716" cy="508547"/>
            </a:xfrm>
          </p:grpSpPr>
          <p:grpSp>
            <p:nvGrpSpPr>
              <p:cNvPr id="16" name="Group 150"/>
              <p:cNvGrpSpPr/>
              <p:nvPr/>
            </p:nvGrpSpPr>
            <p:grpSpPr>
              <a:xfrm>
                <a:off x="5217849" y="2905765"/>
                <a:ext cx="438716" cy="508547"/>
                <a:chOff x="5289550" y="3008313"/>
                <a:chExt cx="487363" cy="564939"/>
              </a:xfrm>
              <a:solidFill>
                <a:schemeClr val="accent3"/>
              </a:solidFill>
            </p:grpSpPr>
            <p:sp>
              <p:nvSpPr>
                <p:cNvPr id="47" name="Oval 26"/>
                <p:cNvSpPr>
                  <a:spLocks noChangeArrowheads="1"/>
                </p:cNvSpPr>
                <p:nvPr/>
              </p:nvSpPr>
              <p:spPr bwMode="auto">
                <a:xfrm>
                  <a:off x="5289550" y="3008313"/>
                  <a:ext cx="487363" cy="485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27"/>
                <p:cNvSpPr>
                  <a:spLocks/>
                </p:cNvSpPr>
                <p:nvPr/>
              </p:nvSpPr>
              <p:spPr bwMode="auto">
                <a:xfrm>
                  <a:off x="5413375" y="3457364"/>
                  <a:ext cx="125413" cy="115888"/>
                </a:xfrm>
                <a:custGeom>
                  <a:avLst/>
                  <a:gdLst/>
                  <a:ahLst/>
                  <a:cxnLst>
                    <a:cxn ang="0">
                      <a:pos x="0" y="0"/>
                    </a:cxn>
                    <a:cxn ang="0">
                      <a:pos x="6" y="73"/>
                    </a:cxn>
                    <a:cxn ang="0">
                      <a:pos x="79" y="12"/>
                    </a:cxn>
                    <a:cxn ang="0">
                      <a:pos x="0" y="0"/>
                    </a:cxn>
                  </a:cxnLst>
                  <a:rect l="0" t="0" r="r" b="b"/>
                  <a:pathLst>
                    <a:path w="79" h="73">
                      <a:moveTo>
                        <a:pt x="0" y="0"/>
                      </a:moveTo>
                      <a:lnTo>
                        <a:pt x="6" y="73"/>
                      </a:lnTo>
                      <a:lnTo>
                        <a:pt x="79"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6" name="Freeform 56"/>
              <p:cNvSpPr>
                <a:spLocks noEditPoints="1"/>
              </p:cNvSpPr>
              <p:nvPr/>
            </p:nvSpPr>
            <p:spPr bwMode="auto">
              <a:xfrm>
                <a:off x="5313595" y="2975796"/>
                <a:ext cx="260086" cy="264373"/>
              </a:xfrm>
              <a:custGeom>
                <a:avLst/>
                <a:gdLst/>
                <a:ahLst/>
                <a:cxnLst>
                  <a:cxn ang="0">
                    <a:pos x="147" y="112"/>
                  </a:cxn>
                  <a:cxn ang="0">
                    <a:pos x="141" y="98"/>
                  </a:cxn>
                  <a:cxn ang="0">
                    <a:pos x="141" y="44"/>
                  </a:cxn>
                  <a:cxn ang="0">
                    <a:pos x="147" y="37"/>
                  </a:cxn>
                  <a:cxn ang="0">
                    <a:pos x="148" y="37"/>
                  </a:cxn>
                  <a:cxn ang="0">
                    <a:pos x="148" y="13"/>
                  </a:cxn>
                  <a:cxn ang="0">
                    <a:pos x="147" y="13"/>
                  </a:cxn>
                  <a:cxn ang="0">
                    <a:pos x="147" y="12"/>
                  </a:cxn>
                  <a:cxn ang="0">
                    <a:pos x="114" y="0"/>
                  </a:cxn>
                  <a:cxn ang="0">
                    <a:pos x="81" y="12"/>
                  </a:cxn>
                  <a:cxn ang="0">
                    <a:pos x="81" y="13"/>
                  </a:cxn>
                  <a:cxn ang="0">
                    <a:pos x="80" y="13"/>
                  </a:cxn>
                  <a:cxn ang="0">
                    <a:pos x="80" y="37"/>
                  </a:cxn>
                  <a:cxn ang="0">
                    <a:pos x="81" y="37"/>
                  </a:cxn>
                  <a:cxn ang="0">
                    <a:pos x="91" y="44"/>
                  </a:cxn>
                  <a:cxn ang="0">
                    <a:pos x="91" y="98"/>
                  </a:cxn>
                  <a:cxn ang="0">
                    <a:pos x="83" y="112"/>
                  </a:cxn>
                  <a:cxn ang="0">
                    <a:pos x="31" y="212"/>
                  </a:cxn>
                  <a:cxn ang="0">
                    <a:pos x="115" y="230"/>
                  </a:cxn>
                  <a:cxn ang="0">
                    <a:pos x="198" y="212"/>
                  </a:cxn>
                  <a:cxn ang="0">
                    <a:pos x="147" y="112"/>
                  </a:cxn>
                  <a:cxn ang="0">
                    <a:pos x="145" y="213"/>
                  </a:cxn>
                  <a:cxn ang="0">
                    <a:pos x="182" y="187"/>
                  </a:cxn>
                  <a:cxn ang="0">
                    <a:pos x="150" y="134"/>
                  </a:cxn>
                  <a:cxn ang="0">
                    <a:pos x="193" y="190"/>
                  </a:cxn>
                  <a:cxn ang="0">
                    <a:pos x="145" y="213"/>
                  </a:cxn>
                </a:cxnLst>
                <a:rect l="0" t="0" r="r" b="b"/>
                <a:pathLst>
                  <a:path w="229" h="231">
                    <a:moveTo>
                      <a:pt x="147" y="112"/>
                    </a:moveTo>
                    <a:cubicBezTo>
                      <a:pt x="147" y="112"/>
                      <a:pt x="141" y="109"/>
                      <a:pt x="141" y="98"/>
                    </a:cubicBezTo>
                    <a:cubicBezTo>
                      <a:pt x="141" y="89"/>
                      <a:pt x="141" y="55"/>
                      <a:pt x="141" y="44"/>
                    </a:cubicBezTo>
                    <a:cubicBezTo>
                      <a:pt x="145" y="42"/>
                      <a:pt x="147" y="40"/>
                      <a:pt x="147" y="37"/>
                    </a:cubicBezTo>
                    <a:cubicBezTo>
                      <a:pt x="148" y="37"/>
                      <a:pt x="148" y="37"/>
                      <a:pt x="148" y="37"/>
                    </a:cubicBezTo>
                    <a:cubicBezTo>
                      <a:pt x="148" y="13"/>
                      <a:pt x="148" y="13"/>
                      <a:pt x="148" y="13"/>
                    </a:cubicBezTo>
                    <a:cubicBezTo>
                      <a:pt x="147" y="13"/>
                      <a:pt x="147" y="13"/>
                      <a:pt x="147" y="13"/>
                    </a:cubicBezTo>
                    <a:cubicBezTo>
                      <a:pt x="147" y="13"/>
                      <a:pt x="147" y="13"/>
                      <a:pt x="147" y="12"/>
                    </a:cubicBezTo>
                    <a:cubicBezTo>
                      <a:pt x="147" y="5"/>
                      <a:pt x="132" y="0"/>
                      <a:pt x="114" y="0"/>
                    </a:cubicBezTo>
                    <a:cubicBezTo>
                      <a:pt x="96" y="0"/>
                      <a:pt x="81" y="5"/>
                      <a:pt x="81" y="12"/>
                    </a:cubicBezTo>
                    <a:cubicBezTo>
                      <a:pt x="81" y="13"/>
                      <a:pt x="81" y="13"/>
                      <a:pt x="81" y="13"/>
                    </a:cubicBezTo>
                    <a:cubicBezTo>
                      <a:pt x="80" y="13"/>
                      <a:pt x="80" y="13"/>
                      <a:pt x="80" y="13"/>
                    </a:cubicBezTo>
                    <a:cubicBezTo>
                      <a:pt x="80" y="37"/>
                      <a:pt x="80" y="37"/>
                      <a:pt x="80" y="37"/>
                    </a:cubicBezTo>
                    <a:cubicBezTo>
                      <a:pt x="81" y="37"/>
                      <a:pt x="81" y="37"/>
                      <a:pt x="81" y="37"/>
                    </a:cubicBezTo>
                    <a:cubicBezTo>
                      <a:pt x="82" y="40"/>
                      <a:pt x="84" y="42"/>
                      <a:pt x="91" y="44"/>
                    </a:cubicBezTo>
                    <a:cubicBezTo>
                      <a:pt x="91" y="56"/>
                      <a:pt x="91" y="89"/>
                      <a:pt x="91" y="98"/>
                    </a:cubicBezTo>
                    <a:cubicBezTo>
                      <a:pt x="91" y="109"/>
                      <a:pt x="83" y="112"/>
                      <a:pt x="83" y="112"/>
                    </a:cubicBezTo>
                    <a:cubicBezTo>
                      <a:pt x="71" y="119"/>
                      <a:pt x="0" y="190"/>
                      <a:pt x="31" y="212"/>
                    </a:cubicBezTo>
                    <a:cubicBezTo>
                      <a:pt x="59" y="231"/>
                      <a:pt x="105" y="231"/>
                      <a:pt x="115" y="230"/>
                    </a:cubicBezTo>
                    <a:cubicBezTo>
                      <a:pt x="124" y="231"/>
                      <a:pt x="170" y="231"/>
                      <a:pt x="198" y="212"/>
                    </a:cubicBezTo>
                    <a:cubicBezTo>
                      <a:pt x="229" y="190"/>
                      <a:pt x="159" y="119"/>
                      <a:pt x="147" y="112"/>
                    </a:cubicBezTo>
                    <a:close/>
                    <a:moveTo>
                      <a:pt x="145" y="213"/>
                    </a:moveTo>
                    <a:cubicBezTo>
                      <a:pt x="145" y="213"/>
                      <a:pt x="180" y="206"/>
                      <a:pt x="182" y="187"/>
                    </a:cubicBezTo>
                    <a:cubicBezTo>
                      <a:pt x="183" y="169"/>
                      <a:pt x="150" y="134"/>
                      <a:pt x="150" y="134"/>
                    </a:cubicBezTo>
                    <a:cubicBezTo>
                      <a:pt x="150" y="134"/>
                      <a:pt x="194" y="167"/>
                      <a:pt x="193" y="190"/>
                    </a:cubicBezTo>
                    <a:cubicBezTo>
                      <a:pt x="193" y="213"/>
                      <a:pt x="145" y="213"/>
                      <a:pt x="145" y="213"/>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82"/>
            <p:cNvGrpSpPr/>
            <p:nvPr/>
          </p:nvGrpSpPr>
          <p:grpSpPr>
            <a:xfrm>
              <a:off x="2208442" y="2423626"/>
              <a:ext cx="530175" cy="620204"/>
              <a:chOff x="4974912" y="2319866"/>
              <a:chExt cx="530175" cy="620204"/>
            </a:xfrm>
          </p:grpSpPr>
          <p:grpSp>
            <p:nvGrpSpPr>
              <p:cNvPr id="18" name="Group 144"/>
              <p:cNvGrpSpPr/>
              <p:nvPr/>
            </p:nvGrpSpPr>
            <p:grpSpPr>
              <a:xfrm>
                <a:off x="4974912" y="2319866"/>
                <a:ext cx="530175" cy="620204"/>
                <a:chOff x="5019675" y="2357438"/>
                <a:chExt cx="588963" cy="688975"/>
              </a:xfrm>
              <a:solidFill>
                <a:schemeClr val="accent4"/>
              </a:solidFill>
            </p:grpSpPr>
            <p:sp>
              <p:nvSpPr>
                <p:cNvPr id="54" name="Oval 28"/>
                <p:cNvSpPr>
                  <a:spLocks noChangeArrowheads="1"/>
                </p:cNvSpPr>
                <p:nvPr/>
              </p:nvSpPr>
              <p:spPr bwMode="auto">
                <a:xfrm>
                  <a:off x="5019675" y="2357438"/>
                  <a:ext cx="588963" cy="588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9"/>
                <p:cNvSpPr>
                  <a:spLocks/>
                </p:cNvSpPr>
                <p:nvPr/>
              </p:nvSpPr>
              <p:spPr bwMode="auto">
                <a:xfrm>
                  <a:off x="5168900" y="2905125"/>
                  <a:ext cx="152400" cy="141288"/>
                </a:xfrm>
                <a:custGeom>
                  <a:avLst/>
                  <a:gdLst/>
                  <a:ahLst/>
                  <a:cxnLst>
                    <a:cxn ang="0">
                      <a:pos x="0" y="0"/>
                    </a:cxn>
                    <a:cxn ang="0">
                      <a:pos x="8" y="89"/>
                    </a:cxn>
                    <a:cxn ang="0">
                      <a:pos x="96" y="15"/>
                    </a:cxn>
                    <a:cxn ang="0">
                      <a:pos x="0" y="0"/>
                    </a:cxn>
                  </a:cxnLst>
                  <a:rect l="0" t="0" r="r" b="b"/>
                  <a:pathLst>
                    <a:path w="96" h="89">
                      <a:moveTo>
                        <a:pt x="0" y="0"/>
                      </a:moveTo>
                      <a:lnTo>
                        <a:pt x="8" y="89"/>
                      </a:lnTo>
                      <a:lnTo>
                        <a:pt x="96"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43"/>
              <p:cNvGrpSpPr/>
              <p:nvPr/>
            </p:nvGrpSpPr>
            <p:grpSpPr>
              <a:xfrm>
                <a:off x="5070658" y="2422757"/>
                <a:ext cx="367264" cy="327250"/>
                <a:chOff x="5126038" y="2471738"/>
                <a:chExt cx="407988" cy="363537"/>
              </a:xfrm>
            </p:grpSpPr>
            <p:sp>
              <p:nvSpPr>
                <p:cNvPr id="52" name="Freeform 57"/>
                <p:cNvSpPr>
                  <a:spLocks noEditPoints="1"/>
                </p:cNvSpPr>
                <p:nvPr/>
              </p:nvSpPr>
              <p:spPr bwMode="auto">
                <a:xfrm>
                  <a:off x="5135563" y="2471738"/>
                  <a:ext cx="361950" cy="361950"/>
                </a:xfrm>
                <a:custGeom>
                  <a:avLst/>
                  <a:gdLst/>
                  <a:ahLst/>
                  <a:cxnLst>
                    <a:cxn ang="0">
                      <a:pos x="143" y="0"/>
                    </a:cxn>
                    <a:cxn ang="0">
                      <a:pos x="0" y="143"/>
                    </a:cxn>
                    <a:cxn ang="0">
                      <a:pos x="143" y="286"/>
                    </a:cxn>
                    <a:cxn ang="0">
                      <a:pos x="286" y="143"/>
                    </a:cxn>
                    <a:cxn ang="0">
                      <a:pos x="143" y="0"/>
                    </a:cxn>
                    <a:cxn ang="0">
                      <a:pos x="143" y="279"/>
                    </a:cxn>
                    <a:cxn ang="0">
                      <a:pos x="7" y="143"/>
                    </a:cxn>
                    <a:cxn ang="0">
                      <a:pos x="143" y="6"/>
                    </a:cxn>
                    <a:cxn ang="0">
                      <a:pos x="280" y="143"/>
                    </a:cxn>
                    <a:cxn ang="0">
                      <a:pos x="143" y="279"/>
                    </a:cxn>
                  </a:cxnLst>
                  <a:rect l="0" t="0" r="r" b="b"/>
                  <a:pathLst>
                    <a:path w="286" h="286">
                      <a:moveTo>
                        <a:pt x="143" y="0"/>
                      </a:moveTo>
                      <a:cubicBezTo>
                        <a:pt x="64" y="0"/>
                        <a:pt x="0" y="64"/>
                        <a:pt x="0" y="143"/>
                      </a:cubicBezTo>
                      <a:cubicBezTo>
                        <a:pt x="0" y="222"/>
                        <a:pt x="64" y="286"/>
                        <a:pt x="143" y="286"/>
                      </a:cubicBezTo>
                      <a:cubicBezTo>
                        <a:pt x="222" y="286"/>
                        <a:pt x="286" y="222"/>
                        <a:pt x="286" y="143"/>
                      </a:cubicBezTo>
                      <a:cubicBezTo>
                        <a:pt x="286" y="64"/>
                        <a:pt x="222" y="0"/>
                        <a:pt x="143" y="0"/>
                      </a:cubicBezTo>
                      <a:close/>
                      <a:moveTo>
                        <a:pt x="143" y="279"/>
                      </a:moveTo>
                      <a:cubicBezTo>
                        <a:pt x="68" y="279"/>
                        <a:pt x="7" y="218"/>
                        <a:pt x="7" y="143"/>
                      </a:cubicBezTo>
                      <a:cubicBezTo>
                        <a:pt x="7" y="67"/>
                        <a:pt x="68" y="6"/>
                        <a:pt x="143" y="6"/>
                      </a:cubicBezTo>
                      <a:cubicBezTo>
                        <a:pt x="219" y="6"/>
                        <a:pt x="280" y="67"/>
                        <a:pt x="280" y="143"/>
                      </a:cubicBezTo>
                      <a:cubicBezTo>
                        <a:pt x="280" y="218"/>
                        <a:pt x="219" y="279"/>
                        <a:pt x="143" y="27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8"/>
                <p:cNvSpPr>
                  <a:spLocks/>
                </p:cNvSpPr>
                <p:nvPr/>
              </p:nvSpPr>
              <p:spPr bwMode="auto">
                <a:xfrm>
                  <a:off x="5126038" y="2476500"/>
                  <a:ext cx="407988" cy="358775"/>
                </a:xfrm>
                <a:custGeom>
                  <a:avLst/>
                  <a:gdLst/>
                  <a:ahLst/>
                  <a:cxnLst>
                    <a:cxn ang="0">
                      <a:pos x="93" y="22"/>
                    </a:cxn>
                    <a:cxn ang="0">
                      <a:pos x="87" y="33"/>
                    </a:cxn>
                    <a:cxn ang="0">
                      <a:pos x="81" y="41"/>
                    </a:cxn>
                    <a:cxn ang="0">
                      <a:pos x="76" y="37"/>
                    </a:cxn>
                    <a:cxn ang="0">
                      <a:pos x="75" y="46"/>
                    </a:cxn>
                    <a:cxn ang="0">
                      <a:pos x="60" y="49"/>
                    </a:cxn>
                    <a:cxn ang="0">
                      <a:pos x="51" y="58"/>
                    </a:cxn>
                    <a:cxn ang="0">
                      <a:pos x="39" y="76"/>
                    </a:cxn>
                    <a:cxn ang="0">
                      <a:pos x="31" y="87"/>
                    </a:cxn>
                    <a:cxn ang="0">
                      <a:pos x="38" y="95"/>
                    </a:cxn>
                    <a:cxn ang="0">
                      <a:pos x="39" y="99"/>
                    </a:cxn>
                    <a:cxn ang="0">
                      <a:pos x="32" y="93"/>
                    </a:cxn>
                    <a:cxn ang="0">
                      <a:pos x="27" y="85"/>
                    </a:cxn>
                    <a:cxn ang="0">
                      <a:pos x="24" y="97"/>
                    </a:cxn>
                    <a:cxn ang="0">
                      <a:pos x="25" y="118"/>
                    </a:cxn>
                    <a:cxn ang="0">
                      <a:pos x="35" y="113"/>
                    </a:cxn>
                    <a:cxn ang="0">
                      <a:pos x="46" y="125"/>
                    </a:cxn>
                    <a:cxn ang="0">
                      <a:pos x="59" y="138"/>
                    </a:cxn>
                    <a:cxn ang="0">
                      <a:pos x="71" y="149"/>
                    </a:cxn>
                    <a:cxn ang="0">
                      <a:pos x="87" y="166"/>
                    </a:cxn>
                    <a:cxn ang="0">
                      <a:pos x="82" y="190"/>
                    </a:cxn>
                    <a:cxn ang="0">
                      <a:pos x="69" y="219"/>
                    </a:cxn>
                    <a:cxn ang="0">
                      <a:pos x="74" y="240"/>
                    </a:cxn>
                    <a:cxn ang="0">
                      <a:pos x="66" y="241"/>
                    </a:cxn>
                    <a:cxn ang="0">
                      <a:pos x="46" y="209"/>
                    </a:cxn>
                    <a:cxn ang="0">
                      <a:pos x="24" y="159"/>
                    </a:cxn>
                    <a:cxn ang="0">
                      <a:pos x="17" y="123"/>
                    </a:cxn>
                    <a:cxn ang="0">
                      <a:pos x="104" y="259"/>
                    </a:cxn>
                    <a:cxn ang="0">
                      <a:pos x="127" y="255"/>
                    </a:cxn>
                    <a:cxn ang="0">
                      <a:pos x="156" y="252"/>
                    </a:cxn>
                    <a:cxn ang="0">
                      <a:pos x="154" y="264"/>
                    </a:cxn>
                    <a:cxn ang="0">
                      <a:pos x="171" y="263"/>
                    </a:cxn>
                    <a:cxn ang="0">
                      <a:pos x="196" y="260"/>
                    </a:cxn>
                    <a:cxn ang="0">
                      <a:pos x="194" y="4"/>
                    </a:cxn>
                    <a:cxn ang="0">
                      <a:pos x="278" y="91"/>
                    </a:cxn>
                    <a:cxn ang="0">
                      <a:pos x="267" y="82"/>
                    </a:cxn>
                    <a:cxn ang="0">
                      <a:pos x="256" y="105"/>
                    </a:cxn>
                    <a:cxn ang="0">
                      <a:pos x="240" y="84"/>
                    </a:cxn>
                    <a:cxn ang="0">
                      <a:pos x="247" y="106"/>
                    </a:cxn>
                    <a:cxn ang="0">
                      <a:pos x="263" y="112"/>
                    </a:cxn>
                    <a:cxn ang="0">
                      <a:pos x="256" y="142"/>
                    </a:cxn>
                    <a:cxn ang="0">
                      <a:pos x="248" y="173"/>
                    </a:cxn>
                    <a:cxn ang="0">
                      <a:pos x="238" y="194"/>
                    </a:cxn>
                    <a:cxn ang="0">
                      <a:pos x="208" y="218"/>
                    </a:cxn>
                    <a:cxn ang="0">
                      <a:pos x="200" y="197"/>
                    </a:cxn>
                    <a:cxn ang="0">
                      <a:pos x="201" y="171"/>
                    </a:cxn>
                    <a:cxn ang="0">
                      <a:pos x="191" y="143"/>
                    </a:cxn>
                    <a:cxn ang="0">
                      <a:pos x="177" y="127"/>
                    </a:cxn>
                    <a:cxn ang="0">
                      <a:pos x="140" y="128"/>
                    </a:cxn>
                    <a:cxn ang="0">
                      <a:pos x="127" y="108"/>
                    </a:cxn>
                    <a:cxn ang="0">
                      <a:pos x="142" y="70"/>
                    </a:cxn>
                    <a:cxn ang="0">
                      <a:pos x="168" y="59"/>
                    </a:cxn>
                    <a:cxn ang="0">
                      <a:pos x="185" y="66"/>
                    </a:cxn>
                    <a:cxn ang="0">
                      <a:pos x="207" y="66"/>
                    </a:cxn>
                    <a:cxn ang="0">
                      <a:pos x="229" y="62"/>
                    </a:cxn>
                    <a:cxn ang="0">
                      <a:pos x="208" y="53"/>
                    </a:cxn>
                    <a:cxn ang="0">
                      <a:pos x="207" y="46"/>
                    </a:cxn>
                    <a:cxn ang="0">
                      <a:pos x="180" y="46"/>
                    </a:cxn>
                    <a:cxn ang="0">
                      <a:pos x="157" y="53"/>
                    </a:cxn>
                    <a:cxn ang="0">
                      <a:pos x="152" y="30"/>
                    </a:cxn>
                    <a:cxn ang="0">
                      <a:pos x="136" y="16"/>
                    </a:cxn>
                    <a:cxn ang="0">
                      <a:pos x="154" y="5"/>
                    </a:cxn>
                  </a:cxnLst>
                  <a:rect l="0" t="0" r="r" b="b"/>
                  <a:pathLst>
                    <a:path w="322" h="282">
                      <a:moveTo>
                        <a:pt x="131" y="1"/>
                      </a:moveTo>
                      <a:cubicBezTo>
                        <a:pt x="131" y="1"/>
                        <a:pt x="83" y="7"/>
                        <a:pt x="50" y="45"/>
                      </a:cubicBezTo>
                      <a:cubicBezTo>
                        <a:pt x="50" y="45"/>
                        <a:pt x="75" y="19"/>
                        <a:pt x="91" y="19"/>
                      </a:cubicBezTo>
                      <a:cubicBezTo>
                        <a:pt x="94" y="20"/>
                        <a:pt x="94" y="20"/>
                        <a:pt x="94" y="20"/>
                      </a:cubicBezTo>
                      <a:cubicBezTo>
                        <a:pt x="94" y="20"/>
                        <a:pt x="94" y="22"/>
                        <a:pt x="93" y="22"/>
                      </a:cubicBezTo>
                      <a:cubicBezTo>
                        <a:pt x="93" y="23"/>
                        <a:pt x="91" y="25"/>
                        <a:pt x="91" y="26"/>
                      </a:cubicBezTo>
                      <a:cubicBezTo>
                        <a:pt x="91" y="27"/>
                        <a:pt x="91" y="29"/>
                        <a:pt x="91" y="29"/>
                      </a:cubicBezTo>
                      <a:cubicBezTo>
                        <a:pt x="90" y="30"/>
                        <a:pt x="90" y="30"/>
                        <a:pt x="90" y="30"/>
                      </a:cubicBezTo>
                      <a:cubicBezTo>
                        <a:pt x="90" y="30"/>
                        <a:pt x="88" y="31"/>
                        <a:pt x="88" y="31"/>
                      </a:cubicBezTo>
                      <a:cubicBezTo>
                        <a:pt x="88" y="32"/>
                        <a:pt x="87" y="32"/>
                        <a:pt x="87" y="33"/>
                      </a:cubicBezTo>
                      <a:cubicBezTo>
                        <a:pt x="87" y="34"/>
                        <a:pt x="87" y="36"/>
                        <a:pt x="87" y="36"/>
                      </a:cubicBezTo>
                      <a:cubicBezTo>
                        <a:pt x="88" y="39"/>
                        <a:pt x="88" y="39"/>
                        <a:pt x="88" y="39"/>
                      </a:cubicBezTo>
                      <a:cubicBezTo>
                        <a:pt x="87" y="40"/>
                        <a:pt x="87" y="40"/>
                        <a:pt x="87" y="40"/>
                      </a:cubicBezTo>
                      <a:cubicBezTo>
                        <a:pt x="85" y="41"/>
                        <a:pt x="85" y="41"/>
                        <a:pt x="85" y="41"/>
                      </a:cubicBezTo>
                      <a:cubicBezTo>
                        <a:pt x="85" y="41"/>
                        <a:pt x="82" y="42"/>
                        <a:pt x="81" y="41"/>
                      </a:cubicBezTo>
                      <a:cubicBezTo>
                        <a:pt x="80" y="41"/>
                        <a:pt x="80" y="39"/>
                        <a:pt x="80" y="39"/>
                      </a:cubicBezTo>
                      <a:cubicBezTo>
                        <a:pt x="83" y="37"/>
                        <a:pt x="83" y="37"/>
                        <a:pt x="83" y="37"/>
                      </a:cubicBezTo>
                      <a:cubicBezTo>
                        <a:pt x="83" y="37"/>
                        <a:pt x="83" y="37"/>
                        <a:pt x="82" y="36"/>
                      </a:cubicBezTo>
                      <a:cubicBezTo>
                        <a:pt x="81" y="36"/>
                        <a:pt x="82" y="34"/>
                        <a:pt x="80" y="34"/>
                      </a:cubicBezTo>
                      <a:cubicBezTo>
                        <a:pt x="79" y="35"/>
                        <a:pt x="76" y="37"/>
                        <a:pt x="76" y="37"/>
                      </a:cubicBezTo>
                      <a:cubicBezTo>
                        <a:pt x="74" y="38"/>
                        <a:pt x="74" y="38"/>
                        <a:pt x="74" y="38"/>
                      </a:cubicBezTo>
                      <a:cubicBezTo>
                        <a:pt x="74" y="38"/>
                        <a:pt x="73" y="41"/>
                        <a:pt x="73" y="41"/>
                      </a:cubicBezTo>
                      <a:cubicBezTo>
                        <a:pt x="74" y="41"/>
                        <a:pt x="75" y="42"/>
                        <a:pt x="75" y="42"/>
                      </a:cubicBezTo>
                      <a:cubicBezTo>
                        <a:pt x="75" y="42"/>
                        <a:pt x="75" y="43"/>
                        <a:pt x="75" y="44"/>
                      </a:cubicBezTo>
                      <a:cubicBezTo>
                        <a:pt x="75" y="45"/>
                        <a:pt x="75" y="46"/>
                        <a:pt x="75" y="46"/>
                      </a:cubicBezTo>
                      <a:cubicBezTo>
                        <a:pt x="75" y="46"/>
                        <a:pt x="74" y="47"/>
                        <a:pt x="72" y="47"/>
                      </a:cubicBezTo>
                      <a:cubicBezTo>
                        <a:pt x="71" y="46"/>
                        <a:pt x="69" y="46"/>
                        <a:pt x="68" y="46"/>
                      </a:cubicBezTo>
                      <a:cubicBezTo>
                        <a:pt x="67" y="45"/>
                        <a:pt x="66" y="45"/>
                        <a:pt x="65" y="45"/>
                      </a:cubicBezTo>
                      <a:cubicBezTo>
                        <a:pt x="64" y="46"/>
                        <a:pt x="64" y="46"/>
                        <a:pt x="64" y="46"/>
                      </a:cubicBezTo>
                      <a:cubicBezTo>
                        <a:pt x="64" y="47"/>
                        <a:pt x="60" y="49"/>
                        <a:pt x="60" y="49"/>
                      </a:cubicBezTo>
                      <a:cubicBezTo>
                        <a:pt x="60" y="49"/>
                        <a:pt x="59" y="49"/>
                        <a:pt x="59" y="50"/>
                      </a:cubicBezTo>
                      <a:cubicBezTo>
                        <a:pt x="59" y="51"/>
                        <a:pt x="58" y="53"/>
                        <a:pt x="58" y="53"/>
                      </a:cubicBezTo>
                      <a:cubicBezTo>
                        <a:pt x="58" y="53"/>
                        <a:pt x="57" y="54"/>
                        <a:pt x="55" y="55"/>
                      </a:cubicBezTo>
                      <a:cubicBezTo>
                        <a:pt x="53" y="55"/>
                        <a:pt x="52" y="56"/>
                        <a:pt x="52" y="56"/>
                      </a:cubicBezTo>
                      <a:cubicBezTo>
                        <a:pt x="51" y="58"/>
                        <a:pt x="51" y="58"/>
                        <a:pt x="51" y="58"/>
                      </a:cubicBezTo>
                      <a:cubicBezTo>
                        <a:pt x="51" y="58"/>
                        <a:pt x="49" y="60"/>
                        <a:pt x="48" y="61"/>
                      </a:cubicBezTo>
                      <a:cubicBezTo>
                        <a:pt x="47" y="62"/>
                        <a:pt x="44" y="65"/>
                        <a:pt x="43" y="65"/>
                      </a:cubicBezTo>
                      <a:cubicBezTo>
                        <a:pt x="43" y="65"/>
                        <a:pt x="41" y="67"/>
                        <a:pt x="41" y="68"/>
                      </a:cubicBezTo>
                      <a:cubicBezTo>
                        <a:pt x="40" y="69"/>
                        <a:pt x="41" y="71"/>
                        <a:pt x="40" y="72"/>
                      </a:cubicBezTo>
                      <a:cubicBezTo>
                        <a:pt x="40" y="73"/>
                        <a:pt x="39" y="74"/>
                        <a:pt x="39" y="76"/>
                      </a:cubicBezTo>
                      <a:cubicBezTo>
                        <a:pt x="39" y="77"/>
                        <a:pt x="38" y="79"/>
                        <a:pt x="37" y="79"/>
                      </a:cubicBezTo>
                      <a:cubicBezTo>
                        <a:pt x="36" y="80"/>
                        <a:pt x="35" y="81"/>
                        <a:pt x="35" y="81"/>
                      </a:cubicBezTo>
                      <a:cubicBezTo>
                        <a:pt x="34" y="81"/>
                        <a:pt x="32" y="82"/>
                        <a:pt x="31" y="83"/>
                      </a:cubicBezTo>
                      <a:cubicBezTo>
                        <a:pt x="30" y="83"/>
                        <a:pt x="29" y="85"/>
                        <a:pt x="29" y="85"/>
                      </a:cubicBezTo>
                      <a:cubicBezTo>
                        <a:pt x="29" y="86"/>
                        <a:pt x="31" y="87"/>
                        <a:pt x="31" y="87"/>
                      </a:cubicBezTo>
                      <a:cubicBezTo>
                        <a:pt x="32" y="87"/>
                        <a:pt x="33" y="88"/>
                        <a:pt x="33" y="88"/>
                      </a:cubicBezTo>
                      <a:cubicBezTo>
                        <a:pt x="33" y="88"/>
                        <a:pt x="33" y="90"/>
                        <a:pt x="33" y="91"/>
                      </a:cubicBezTo>
                      <a:cubicBezTo>
                        <a:pt x="33" y="91"/>
                        <a:pt x="32" y="94"/>
                        <a:pt x="33" y="94"/>
                      </a:cubicBezTo>
                      <a:cubicBezTo>
                        <a:pt x="34" y="94"/>
                        <a:pt x="36" y="94"/>
                        <a:pt x="36" y="94"/>
                      </a:cubicBezTo>
                      <a:cubicBezTo>
                        <a:pt x="38" y="95"/>
                        <a:pt x="38" y="95"/>
                        <a:pt x="38" y="95"/>
                      </a:cubicBezTo>
                      <a:cubicBezTo>
                        <a:pt x="41" y="96"/>
                        <a:pt x="41" y="96"/>
                        <a:pt x="41" y="96"/>
                      </a:cubicBezTo>
                      <a:cubicBezTo>
                        <a:pt x="42" y="97"/>
                        <a:pt x="42" y="97"/>
                        <a:pt x="42" y="97"/>
                      </a:cubicBezTo>
                      <a:cubicBezTo>
                        <a:pt x="42" y="97"/>
                        <a:pt x="42" y="99"/>
                        <a:pt x="41" y="99"/>
                      </a:cubicBezTo>
                      <a:cubicBezTo>
                        <a:pt x="41" y="100"/>
                        <a:pt x="40" y="101"/>
                        <a:pt x="40" y="101"/>
                      </a:cubicBezTo>
                      <a:cubicBezTo>
                        <a:pt x="39" y="100"/>
                        <a:pt x="39" y="100"/>
                        <a:pt x="39" y="99"/>
                      </a:cubicBezTo>
                      <a:cubicBezTo>
                        <a:pt x="38" y="98"/>
                        <a:pt x="39" y="98"/>
                        <a:pt x="37" y="97"/>
                      </a:cubicBezTo>
                      <a:cubicBezTo>
                        <a:pt x="36" y="97"/>
                        <a:pt x="35" y="98"/>
                        <a:pt x="35" y="98"/>
                      </a:cubicBezTo>
                      <a:cubicBezTo>
                        <a:pt x="34" y="97"/>
                        <a:pt x="33" y="97"/>
                        <a:pt x="33" y="97"/>
                      </a:cubicBezTo>
                      <a:cubicBezTo>
                        <a:pt x="32" y="96"/>
                        <a:pt x="32" y="97"/>
                        <a:pt x="32" y="96"/>
                      </a:cubicBezTo>
                      <a:cubicBezTo>
                        <a:pt x="32" y="94"/>
                        <a:pt x="33" y="94"/>
                        <a:pt x="32" y="93"/>
                      </a:cubicBezTo>
                      <a:cubicBezTo>
                        <a:pt x="32" y="92"/>
                        <a:pt x="31" y="91"/>
                        <a:pt x="30" y="91"/>
                      </a:cubicBezTo>
                      <a:cubicBezTo>
                        <a:pt x="30" y="91"/>
                        <a:pt x="31" y="92"/>
                        <a:pt x="30" y="91"/>
                      </a:cubicBezTo>
                      <a:cubicBezTo>
                        <a:pt x="29" y="90"/>
                        <a:pt x="28" y="89"/>
                        <a:pt x="27" y="89"/>
                      </a:cubicBezTo>
                      <a:cubicBezTo>
                        <a:pt x="27" y="89"/>
                        <a:pt x="26" y="90"/>
                        <a:pt x="26" y="89"/>
                      </a:cubicBezTo>
                      <a:cubicBezTo>
                        <a:pt x="26" y="88"/>
                        <a:pt x="27" y="86"/>
                        <a:pt x="27" y="85"/>
                      </a:cubicBezTo>
                      <a:cubicBezTo>
                        <a:pt x="27" y="85"/>
                        <a:pt x="27" y="83"/>
                        <a:pt x="27" y="83"/>
                      </a:cubicBezTo>
                      <a:cubicBezTo>
                        <a:pt x="27" y="82"/>
                        <a:pt x="28" y="78"/>
                        <a:pt x="28" y="78"/>
                      </a:cubicBezTo>
                      <a:cubicBezTo>
                        <a:pt x="28" y="78"/>
                        <a:pt x="24" y="87"/>
                        <a:pt x="22" y="93"/>
                      </a:cubicBezTo>
                      <a:cubicBezTo>
                        <a:pt x="22" y="93"/>
                        <a:pt x="24" y="93"/>
                        <a:pt x="24" y="94"/>
                      </a:cubicBezTo>
                      <a:cubicBezTo>
                        <a:pt x="24" y="95"/>
                        <a:pt x="24" y="96"/>
                        <a:pt x="24" y="97"/>
                      </a:cubicBezTo>
                      <a:cubicBezTo>
                        <a:pt x="24" y="98"/>
                        <a:pt x="24" y="98"/>
                        <a:pt x="24" y="102"/>
                      </a:cubicBezTo>
                      <a:cubicBezTo>
                        <a:pt x="24" y="105"/>
                        <a:pt x="25" y="106"/>
                        <a:pt x="24" y="107"/>
                      </a:cubicBezTo>
                      <a:cubicBezTo>
                        <a:pt x="24" y="108"/>
                        <a:pt x="23" y="110"/>
                        <a:pt x="23" y="111"/>
                      </a:cubicBezTo>
                      <a:cubicBezTo>
                        <a:pt x="23" y="112"/>
                        <a:pt x="24" y="116"/>
                        <a:pt x="24" y="116"/>
                      </a:cubicBezTo>
                      <a:cubicBezTo>
                        <a:pt x="25" y="117"/>
                        <a:pt x="25" y="117"/>
                        <a:pt x="25" y="118"/>
                      </a:cubicBezTo>
                      <a:cubicBezTo>
                        <a:pt x="26" y="119"/>
                        <a:pt x="24" y="121"/>
                        <a:pt x="26" y="119"/>
                      </a:cubicBezTo>
                      <a:cubicBezTo>
                        <a:pt x="28" y="116"/>
                        <a:pt x="28" y="115"/>
                        <a:pt x="28" y="115"/>
                      </a:cubicBezTo>
                      <a:cubicBezTo>
                        <a:pt x="29" y="114"/>
                        <a:pt x="29" y="114"/>
                        <a:pt x="29" y="114"/>
                      </a:cubicBezTo>
                      <a:cubicBezTo>
                        <a:pt x="29" y="114"/>
                        <a:pt x="29" y="112"/>
                        <a:pt x="32" y="112"/>
                      </a:cubicBezTo>
                      <a:cubicBezTo>
                        <a:pt x="34" y="113"/>
                        <a:pt x="34" y="112"/>
                        <a:pt x="35" y="113"/>
                      </a:cubicBezTo>
                      <a:cubicBezTo>
                        <a:pt x="35" y="114"/>
                        <a:pt x="34" y="116"/>
                        <a:pt x="35" y="116"/>
                      </a:cubicBezTo>
                      <a:cubicBezTo>
                        <a:pt x="36" y="117"/>
                        <a:pt x="39" y="115"/>
                        <a:pt x="40" y="115"/>
                      </a:cubicBezTo>
                      <a:cubicBezTo>
                        <a:pt x="41" y="116"/>
                        <a:pt x="42" y="116"/>
                        <a:pt x="43" y="117"/>
                      </a:cubicBezTo>
                      <a:cubicBezTo>
                        <a:pt x="43" y="119"/>
                        <a:pt x="44" y="121"/>
                        <a:pt x="45" y="121"/>
                      </a:cubicBezTo>
                      <a:cubicBezTo>
                        <a:pt x="45" y="122"/>
                        <a:pt x="45" y="124"/>
                        <a:pt x="46" y="125"/>
                      </a:cubicBezTo>
                      <a:cubicBezTo>
                        <a:pt x="46" y="126"/>
                        <a:pt x="49" y="127"/>
                        <a:pt x="50" y="127"/>
                      </a:cubicBezTo>
                      <a:cubicBezTo>
                        <a:pt x="50" y="127"/>
                        <a:pt x="54" y="128"/>
                        <a:pt x="54" y="128"/>
                      </a:cubicBezTo>
                      <a:cubicBezTo>
                        <a:pt x="55" y="129"/>
                        <a:pt x="54" y="130"/>
                        <a:pt x="56" y="131"/>
                      </a:cubicBezTo>
                      <a:cubicBezTo>
                        <a:pt x="58" y="131"/>
                        <a:pt x="58" y="135"/>
                        <a:pt x="58" y="135"/>
                      </a:cubicBezTo>
                      <a:cubicBezTo>
                        <a:pt x="58" y="135"/>
                        <a:pt x="59" y="138"/>
                        <a:pt x="59" y="138"/>
                      </a:cubicBezTo>
                      <a:cubicBezTo>
                        <a:pt x="58" y="139"/>
                        <a:pt x="58" y="141"/>
                        <a:pt x="59" y="141"/>
                      </a:cubicBezTo>
                      <a:cubicBezTo>
                        <a:pt x="61" y="141"/>
                        <a:pt x="63" y="142"/>
                        <a:pt x="63" y="142"/>
                      </a:cubicBezTo>
                      <a:cubicBezTo>
                        <a:pt x="63" y="142"/>
                        <a:pt x="62" y="144"/>
                        <a:pt x="64" y="145"/>
                      </a:cubicBezTo>
                      <a:cubicBezTo>
                        <a:pt x="67" y="146"/>
                        <a:pt x="69" y="147"/>
                        <a:pt x="70" y="147"/>
                      </a:cubicBezTo>
                      <a:cubicBezTo>
                        <a:pt x="70" y="147"/>
                        <a:pt x="68" y="149"/>
                        <a:pt x="71" y="149"/>
                      </a:cubicBezTo>
                      <a:cubicBezTo>
                        <a:pt x="74" y="149"/>
                        <a:pt x="76" y="149"/>
                        <a:pt x="78" y="150"/>
                      </a:cubicBezTo>
                      <a:cubicBezTo>
                        <a:pt x="79" y="151"/>
                        <a:pt x="78" y="152"/>
                        <a:pt x="82" y="154"/>
                      </a:cubicBezTo>
                      <a:cubicBezTo>
                        <a:pt x="85" y="156"/>
                        <a:pt x="86" y="157"/>
                        <a:pt x="87" y="157"/>
                      </a:cubicBezTo>
                      <a:cubicBezTo>
                        <a:pt x="88" y="158"/>
                        <a:pt x="90" y="157"/>
                        <a:pt x="89" y="160"/>
                      </a:cubicBezTo>
                      <a:cubicBezTo>
                        <a:pt x="89" y="163"/>
                        <a:pt x="88" y="165"/>
                        <a:pt x="87" y="166"/>
                      </a:cubicBezTo>
                      <a:cubicBezTo>
                        <a:pt x="86" y="167"/>
                        <a:pt x="84" y="170"/>
                        <a:pt x="83" y="171"/>
                      </a:cubicBezTo>
                      <a:cubicBezTo>
                        <a:pt x="82" y="172"/>
                        <a:pt x="81" y="174"/>
                        <a:pt x="82" y="176"/>
                      </a:cubicBezTo>
                      <a:cubicBezTo>
                        <a:pt x="83" y="178"/>
                        <a:pt x="84" y="180"/>
                        <a:pt x="84" y="181"/>
                      </a:cubicBezTo>
                      <a:cubicBezTo>
                        <a:pt x="84" y="182"/>
                        <a:pt x="85" y="185"/>
                        <a:pt x="84" y="187"/>
                      </a:cubicBezTo>
                      <a:cubicBezTo>
                        <a:pt x="83" y="188"/>
                        <a:pt x="82" y="190"/>
                        <a:pt x="82" y="190"/>
                      </a:cubicBezTo>
                      <a:cubicBezTo>
                        <a:pt x="82" y="190"/>
                        <a:pt x="84" y="192"/>
                        <a:pt x="83" y="194"/>
                      </a:cubicBezTo>
                      <a:cubicBezTo>
                        <a:pt x="81" y="196"/>
                        <a:pt x="78" y="198"/>
                        <a:pt x="77" y="198"/>
                      </a:cubicBezTo>
                      <a:cubicBezTo>
                        <a:pt x="76" y="199"/>
                        <a:pt x="73" y="201"/>
                        <a:pt x="73" y="201"/>
                      </a:cubicBezTo>
                      <a:cubicBezTo>
                        <a:pt x="73" y="201"/>
                        <a:pt x="73" y="207"/>
                        <a:pt x="73" y="208"/>
                      </a:cubicBezTo>
                      <a:cubicBezTo>
                        <a:pt x="73" y="209"/>
                        <a:pt x="68" y="217"/>
                        <a:pt x="69" y="219"/>
                      </a:cubicBezTo>
                      <a:cubicBezTo>
                        <a:pt x="71" y="221"/>
                        <a:pt x="71" y="224"/>
                        <a:pt x="71" y="225"/>
                      </a:cubicBezTo>
                      <a:cubicBezTo>
                        <a:pt x="71" y="226"/>
                        <a:pt x="70" y="226"/>
                        <a:pt x="69" y="227"/>
                      </a:cubicBezTo>
                      <a:cubicBezTo>
                        <a:pt x="69" y="228"/>
                        <a:pt x="66" y="227"/>
                        <a:pt x="68" y="230"/>
                      </a:cubicBezTo>
                      <a:cubicBezTo>
                        <a:pt x="70" y="233"/>
                        <a:pt x="71" y="234"/>
                        <a:pt x="72" y="236"/>
                      </a:cubicBezTo>
                      <a:cubicBezTo>
                        <a:pt x="73" y="238"/>
                        <a:pt x="72" y="238"/>
                        <a:pt x="74" y="240"/>
                      </a:cubicBezTo>
                      <a:cubicBezTo>
                        <a:pt x="75" y="242"/>
                        <a:pt x="76" y="243"/>
                        <a:pt x="77" y="245"/>
                      </a:cubicBezTo>
                      <a:cubicBezTo>
                        <a:pt x="79" y="246"/>
                        <a:pt x="80" y="247"/>
                        <a:pt x="80" y="248"/>
                      </a:cubicBezTo>
                      <a:cubicBezTo>
                        <a:pt x="80" y="250"/>
                        <a:pt x="84" y="254"/>
                        <a:pt x="80" y="251"/>
                      </a:cubicBezTo>
                      <a:cubicBezTo>
                        <a:pt x="76" y="248"/>
                        <a:pt x="79" y="251"/>
                        <a:pt x="74" y="247"/>
                      </a:cubicBezTo>
                      <a:cubicBezTo>
                        <a:pt x="69" y="242"/>
                        <a:pt x="68" y="244"/>
                        <a:pt x="66" y="241"/>
                      </a:cubicBezTo>
                      <a:cubicBezTo>
                        <a:pt x="64" y="239"/>
                        <a:pt x="67" y="248"/>
                        <a:pt x="63" y="237"/>
                      </a:cubicBezTo>
                      <a:cubicBezTo>
                        <a:pt x="59" y="226"/>
                        <a:pt x="57" y="227"/>
                        <a:pt x="56" y="225"/>
                      </a:cubicBezTo>
                      <a:cubicBezTo>
                        <a:pt x="55" y="223"/>
                        <a:pt x="56" y="225"/>
                        <a:pt x="53" y="220"/>
                      </a:cubicBezTo>
                      <a:cubicBezTo>
                        <a:pt x="50" y="214"/>
                        <a:pt x="53" y="218"/>
                        <a:pt x="50" y="214"/>
                      </a:cubicBezTo>
                      <a:cubicBezTo>
                        <a:pt x="47" y="211"/>
                        <a:pt x="47" y="216"/>
                        <a:pt x="46" y="209"/>
                      </a:cubicBezTo>
                      <a:cubicBezTo>
                        <a:pt x="45" y="203"/>
                        <a:pt x="44" y="207"/>
                        <a:pt x="43" y="200"/>
                      </a:cubicBezTo>
                      <a:cubicBezTo>
                        <a:pt x="41" y="193"/>
                        <a:pt x="44" y="192"/>
                        <a:pt x="40" y="189"/>
                      </a:cubicBezTo>
                      <a:cubicBezTo>
                        <a:pt x="36" y="186"/>
                        <a:pt x="36" y="187"/>
                        <a:pt x="35" y="185"/>
                      </a:cubicBezTo>
                      <a:cubicBezTo>
                        <a:pt x="34" y="182"/>
                        <a:pt x="35" y="185"/>
                        <a:pt x="32" y="179"/>
                      </a:cubicBezTo>
                      <a:cubicBezTo>
                        <a:pt x="28" y="172"/>
                        <a:pt x="24" y="170"/>
                        <a:pt x="24" y="159"/>
                      </a:cubicBezTo>
                      <a:cubicBezTo>
                        <a:pt x="24" y="149"/>
                        <a:pt x="24" y="147"/>
                        <a:pt x="24" y="147"/>
                      </a:cubicBezTo>
                      <a:cubicBezTo>
                        <a:pt x="24" y="147"/>
                        <a:pt x="19" y="143"/>
                        <a:pt x="20" y="137"/>
                      </a:cubicBezTo>
                      <a:cubicBezTo>
                        <a:pt x="22" y="131"/>
                        <a:pt x="23" y="133"/>
                        <a:pt x="22" y="131"/>
                      </a:cubicBezTo>
                      <a:cubicBezTo>
                        <a:pt x="22" y="129"/>
                        <a:pt x="21" y="129"/>
                        <a:pt x="19" y="127"/>
                      </a:cubicBezTo>
                      <a:cubicBezTo>
                        <a:pt x="17" y="124"/>
                        <a:pt x="17" y="125"/>
                        <a:pt x="17" y="123"/>
                      </a:cubicBezTo>
                      <a:cubicBezTo>
                        <a:pt x="16" y="122"/>
                        <a:pt x="16" y="118"/>
                        <a:pt x="16" y="118"/>
                      </a:cubicBezTo>
                      <a:cubicBezTo>
                        <a:pt x="14" y="119"/>
                        <a:pt x="14" y="119"/>
                        <a:pt x="14" y="119"/>
                      </a:cubicBezTo>
                      <a:cubicBezTo>
                        <a:pt x="14" y="119"/>
                        <a:pt x="0" y="258"/>
                        <a:pt x="138" y="278"/>
                      </a:cubicBezTo>
                      <a:cubicBezTo>
                        <a:pt x="138" y="278"/>
                        <a:pt x="106" y="271"/>
                        <a:pt x="104" y="265"/>
                      </a:cubicBezTo>
                      <a:cubicBezTo>
                        <a:pt x="104" y="265"/>
                        <a:pt x="103" y="259"/>
                        <a:pt x="104" y="259"/>
                      </a:cubicBezTo>
                      <a:cubicBezTo>
                        <a:pt x="106" y="259"/>
                        <a:pt x="108" y="260"/>
                        <a:pt x="110" y="258"/>
                      </a:cubicBezTo>
                      <a:cubicBezTo>
                        <a:pt x="112" y="257"/>
                        <a:pt x="114" y="255"/>
                        <a:pt x="114" y="255"/>
                      </a:cubicBezTo>
                      <a:cubicBezTo>
                        <a:pt x="114" y="257"/>
                        <a:pt x="114" y="257"/>
                        <a:pt x="114" y="257"/>
                      </a:cubicBezTo>
                      <a:cubicBezTo>
                        <a:pt x="114" y="257"/>
                        <a:pt x="112" y="258"/>
                        <a:pt x="118" y="257"/>
                      </a:cubicBezTo>
                      <a:cubicBezTo>
                        <a:pt x="125" y="256"/>
                        <a:pt x="125" y="256"/>
                        <a:pt x="127" y="255"/>
                      </a:cubicBezTo>
                      <a:cubicBezTo>
                        <a:pt x="129" y="254"/>
                        <a:pt x="132" y="249"/>
                        <a:pt x="133" y="252"/>
                      </a:cubicBezTo>
                      <a:cubicBezTo>
                        <a:pt x="135" y="255"/>
                        <a:pt x="132" y="254"/>
                        <a:pt x="135" y="255"/>
                      </a:cubicBezTo>
                      <a:cubicBezTo>
                        <a:pt x="137" y="257"/>
                        <a:pt x="143" y="255"/>
                        <a:pt x="143" y="255"/>
                      </a:cubicBezTo>
                      <a:cubicBezTo>
                        <a:pt x="143" y="255"/>
                        <a:pt x="153" y="255"/>
                        <a:pt x="154" y="254"/>
                      </a:cubicBezTo>
                      <a:cubicBezTo>
                        <a:pt x="155" y="253"/>
                        <a:pt x="155" y="252"/>
                        <a:pt x="156" y="252"/>
                      </a:cubicBezTo>
                      <a:cubicBezTo>
                        <a:pt x="158" y="252"/>
                        <a:pt x="159" y="255"/>
                        <a:pt x="159" y="255"/>
                      </a:cubicBezTo>
                      <a:cubicBezTo>
                        <a:pt x="154" y="258"/>
                        <a:pt x="154" y="258"/>
                        <a:pt x="154" y="258"/>
                      </a:cubicBezTo>
                      <a:cubicBezTo>
                        <a:pt x="149" y="262"/>
                        <a:pt x="149" y="262"/>
                        <a:pt x="149" y="262"/>
                      </a:cubicBezTo>
                      <a:cubicBezTo>
                        <a:pt x="149" y="262"/>
                        <a:pt x="146" y="262"/>
                        <a:pt x="148" y="263"/>
                      </a:cubicBezTo>
                      <a:cubicBezTo>
                        <a:pt x="150" y="264"/>
                        <a:pt x="151" y="264"/>
                        <a:pt x="154" y="264"/>
                      </a:cubicBezTo>
                      <a:cubicBezTo>
                        <a:pt x="156" y="265"/>
                        <a:pt x="161" y="269"/>
                        <a:pt x="163" y="266"/>
                      </a:cubicBezTo>
                      <a:cubicBezTo>
                        <a:pt x="164" y="264"/>
                        <a:pt x="164" y="263"/>
                        <a:pt x="165" y="262"/>
                      </a:cubicBezTo>
                      <a:cubicBezTo>
                        <a:pt x="166" y="260"/>
                        <a:pt x="166" y="258"/>
                        <a:pt x="168" y="258"/>
                      </a:cubicBezTo>
                      <a:cubicBezTo>
                        <a:pt x="171" y="258"/>
                        <a:pt x="173" y="259"/>
                        <a:pt x="173" y="259"/>
                      </a:cubicBezTo>
                      <a:cubicBezTo>
                        <a:pt x="171" y="263"/>
                        <a:pt x="171" y="263"/>
                        <a:pt x="171" y="263"/>
                      </a:cubicBezTo>
                      <a:cubicBezTo>
                        <a:pt x="171" y="263"/>
                        <a:pt x="175" y="263"/>
                        <a:pt x="177" y="263"/>
                      </a:cubicBezTo>
                      <a:cubicBezTo>
                        <a:pt x="178" y="263"/>
                        <a:pt x="179" y="265"/>
                        <a:pt x="181" y="263"/>
                      </a:cubicBezTo>
                      <a:cubicBezTo>
                        <a:pt x="183" y="261"/>
                        <a:pt x="183" y="261"/>
                        <a:pt x="186" y="260"/>
                      </a:cubicBezTo>
                      <a:cubicBezTo>
                        <a:pt x="188" y="260"/>
                        <a:pt x="191" y="259"/>
                        <a:pt x="192" y="259"/>
                      </a:cubicBezTo>
                      <a:cubicBezTo>
                        <a:pt x="193" y="260"/>
                        <a:pt x="195" y="260"/>
                        <a:pt x="196" y="260"/>
                      </a:cubicBezTo>
                      <a:cubicBezTo>
                        <a:pt x="197" y="260"/>
                        <a:pt x="202" y="264"/>
                        <a:pt x="203" y="263"/>
                      </a:cubicBezTo>
                      <a:cubicBezTo>
                        <a:pt x="204" y="262"/>
                        <a:pt x="210" y="263"/>
                        <a:pt x="210" y="263"/>
                      </a:cubicBezTo>
                      <a:cubicBezTo>
                        <a:pt x="210" y="263"/>
                        <a:pt x="194" y="277"/>
                        <a:pt x="160" y="278"/>
                      </a:cubicBezTo>
                      <a:cubicBezTo>
                        <a:pt x="160" y="278"/>
                        <a:pt x="236" y="282"/>
                        <a:pt x="279" y="207"/>
                      </a:cubicBezTo>
                      <a:cubicBezTo>
                        <a:pt x="322" y="133"/>
                        <a:pt x="292" y="37"/>
                        <a:pt x="194" y="4"/>
                      </a:cubicBezTo>
                      <a:cubicBezTo>
                        <a:pt x="194" y="4"/>
                        <a:pt x="267" y="31"/>
                        <a:pt x="287" y="102"/>
                      </a:cubicBezTo>
                      <a:cubicBezTo>
                        <a:pt x="286" y="103"/>
                        <a:pt x="286" y="103"/>
                        <a:pt x="286" y="103"/>
                      </a:cubicBezTo>
                      <a:cubicBezTo>
                        <a:pt x="284" y="101"/>
                        <a:pt x="284" y="102"/>
                        <a:pt x="283" y="99"/>
                      </a:cubicBezTo>
                      <a:cubicBezTo>
                        <a:pt x="281" y="95"/>
                        <a:pt x="282" y="96"/>
                        <a:pt x="281" y="94"/>
                      </a:cubicBezTo>
                      <a:cubicBezTo>
                        <a:pt x="280" y="91"/>
                        <a:pt x="280" y="93"/>
                        <a:pt x="278" y="91"/>
                      </a:cubicBezTo>
                      <a:cubicBezTo>
                        <a:pt x="277" y="88"/>
                        <a:pt x="276" y="89"/>
                        <a:pt x="275" y="87"/>
                      </a:cubicBezTo>
                      <a:cubicBezTo>
                        <a:pt x="274" y="86"/>
                        <a:pt x="272" y="82"/>
                        <a:pt x="271" y="81"/>
                      </a:cubicBezTo>
                      <a:cubicBezTo>
                        <a:pt x="270" y="79"/>
                        <a:pt x="267" y="79"/>
                        <a:pt x="266" y="79"/>
                      </a:cubicBezTo>
                      <a:cubicBezTo>
                        <a:pt x="265" y="78"/>
                        <a:pt x="265" y="77"/>
                        <a:pt x="265" y="78"/>
                      </a:cubicBezTo>
                      <a:cubicBezTo>
                        <a:pt x="264" y="80"/>
                        <a:pt x="267" y="82"/>
                        <a:pt x="267" y="82"/>
                      </a:cubicBezTo>
                      <a:cubicBezTo>
                        <a:pt x="267" y="88"/>
                        <a:pt x="267" y="88"/>
                        <a:pt x="267" y="88"/>
                      </a:cubicBezTo>
                      <a:cubicBezTo>
                        <a:pt x="267" y="88"/>
                        <a:pt x="269" y="93"/>
                        <a:pt x="269" y="94"/>
                      </a:cubicBezTo>
                      <a:cubicBezTo>
                        <a:pt x="269" y="95"/>
                        <a:pt x="267" y="99"/>
                        <a:pt x="267" y="99"/>
                      </a:cubicBezTo>
                      <a:cubicBezTo>
                        <a:pt x="267" y="99"/>
                        <a:pt x="266" y="103"/>
                        <a:pt x="265" y="103"/>
                      </a:cubicBezTo>
                      <a:cubicBezTo>
                        <a:pt x="264" y="104"/>
                        <a:pt x="256" y="105"/>
                        <a:pt x="256" y="105"/>
                      </a:cubicBezTo>
                      <a:cubicBezTo>
                        <a:pt x="256" y="105"/>
                        <a:pt x="254" y="103"/>
                        <a:pt x="253" y="101"/>
                      </a:cubicBezTo>
                      <a:cubicBezTo>
                        <a:pt x="251" y="98"/>
                        <a:pt x="247" y="98"/>
                        <a:pt x="246" y="97"/>
                      </a:cubicBezTo>
                      <a:cubicBezTo>
                        <a:pt x="246" y="96"/>
                        <a:pt x="247" y="94"/>
                        <a:pt x="245" y="91"/>
                      </a:cubicBezTo>
                      <a:cubicBezTo>
                        <a:pt x="243" y="88"/>
                        <a:pt x="245" y="89"/>
                        <a:pt x="243" y="87"/>
                      </a:cubicBezTo>
                      <a:cubicBezTo>
                        <a:pt x="240" y="84"/>
                        <a:pt x="240" y="84"/>
                        <a:pt x="240" y="84"/>
                      </a:cubicBezTo>
                      <a:cubicBezTo>
                        <a:pt x="240" y="84"/>
                        <a:pt x="234" y="82"/>
                        <a:pt x="236" y="86"/>
                      </a:cubicBezTo>
                      <a:cubicBezTo>
                        <a:pt x="238" y="89"/>
                        <a:pt x="236" y="93"/>
                        <a:pt x="238" y="93"/>
                      </a:cubicBezTo>
                      <a:cubicBezTo>
                        <a:pt x="239" y="93"/>
                        <a:pt x="240" y="92"/>
                        <a:pt x="242" y="95"/>
                      </a:cubicBezTo>
                      <a:cubicBezTo>
                        <a:pt x="243" y="98"/>
                        <a:pt x="243" y="99"/>
                        <a:pt x="244" y="100"/>
                      </a:cubicBezTo>
                      <a:cubicBezTo>
                        <a:pt x="245" y="101"/>
                        <a:pt x="245" y="105"/>
                        <a:pt x="247" y="106"/>
                      </a:cubicBezTo>
                      <a:cubicBezTo>
                        <a:pt x="248" y="106"/>
                        <a:pt x="252" y="106"/>
                        <a:pt x="251" y="107"/>
                      </a:cubicBezTo>
                      <a:cubicBezTo>
                        <a:pt x="251" y="109"/>
                        <a:pt x="249" y="111"/>
                        <a:pt x="251" y="112"/>
                      </a:cubicBezTo>
                      <a:cubicBezTo>
                        <a:pt x="254" y="113"/>
                        <a:pt x="254" y="114"/>
                        <a:pt x="255" y="113"/>
                      </a:cubicBezTo>
                      <a:cubicBezTo>
                        <a:pt x="257" y="113"/>
                        <a:pt x="256" y="114"/>
                        <a:pt x="258" y="113"/>
                      </a:cubicBezTo>
                      <a:cubicBezTo>
                        <a:pt x="261" y="112"/>
                        <a:pt x="263" y="112"/>
                        <a:pt x="263" y="112"/>
                      </a:cubicBezTo>
                      <a:cubicBezTo>
                        <a:pt x="263" y="112"/>
                        <a:pt x="266" y="114"/>
                        <a:pt x="266" y="115"/>
                      </a:cubicBezTo>
                      <a:cubicBezTo>
                        <a:pt x="266" y="116"/>
                        <a:pt x="265" y="122"/>
                        <a:pt x="265" y="122"/>
                      </a:cubicBezTo>
                      <a:cubicBezTo>
                        <a:pt x="262" y="127"/>
                        <a:pt x="262" y="127"/>
                        <a:pt x="262" y="127"/>
                      </a:cubicBezTo>
                      <a:cubicBezTo>
                        <a:pt x="262" y="127"/>
                        <a:pt x="262" y="137"/>
                        <a:pt x="261" y="137"/>
                      </a:cubicBezTo>
                      <a:cubicBezTo>
                        <a:pt x="259" y="137"/>
                        <a:pt x="257" y="141"/>
                        <a:pt x="256" y="142"/>
                      </a:cubicBezTo>
                      <a:cubicBezTo>
                        <a:pt x="255" y="143"/>
                        <a:pt x="255" y="149"/>
                        <a:pt x="255" y="149"/>
                      </a:cubicBezTo>
                      <a:cubicBezTo>
                        <a:pt x="252" y="153"/>
                        <a:pt x="252" y="153"/>
                        <a:pt x="252" y="153"/>
                      </a:cubicBezTo>
                      <a:cubicBezTo>
                        <a:pt x="252" y="153"/>
                        <a:pt x="252" y="158"/>
                        <a:pt x="252" y="159"/>
                      </a:cubicBezTo>
                      <a:cubicBezTo>
                        <a:pt x="252" y="160"/>
                        <a:pt x="253" y="165"/>
                        <a:pt x="252" y="168"/>
                      </a:cubicBezTo>
                      <a:cubicBezTo>
                        <a:pt x="252" y="171"/>
                        <a:pt x="248" y="173"/>
                        <a:pt x="248" y="173"/>
                      </a:cubicBezTo>
                      <a:cubicBezTo>
                        <a:pt x="248" y="173"/>
                        <a:pt x="253" y="178"/>
                        <a:pt x="250" y="179"/>
                      </a:cubicBezTo>
                      <a:cubicBezTo>
                        <a:pt x="248" y="179"/>
                        <a:pt x="245" y="183"/>
                        <a:pt x="244" y="184"/>
                      </a:cubicBezTo>
                      <a:cubicBezTo>
                        <a:pt x="244" y="185"/>
                        <a:pt x="244" y="187"/>
                        <a:pt x="242" y="187"/>
                      </a:cubicBezTo>
                      <a:cubicBezTo>
                        <a:pt x="241" y="188"/>
                        <a:pt x="238" y="188"/>
                        <a:pt x="238" y="189"/>
                      </a:cubicBezTo>
                      <a:cubicBezTo>
                        <a:pt x="238" y="190"/>
                        <a:pt x="238" y="194"/>
                        <a:pt x="238" y="194"/>
                      </a:cubicBezTo>
                      <a:cubicBezTo>
                        <a:pt x="233" y="202"/>
                        <a:pt x="233" y="202"/>
                        <a:pt x="233" y="202"/>
                      </a:cubicBezTo>
                      <a:cubicBezTo>
                        <a:pt x="226" y="207"/>
                        <a:pt x="226" y="207"/>
                        <a:pt x="226" y="207"/>
                      </a:cubicBezTo>
                      <a:cubicBezTo>
                        <a:pt x="226" y="207"/>
                        <a:pt x="227" y="210"/>
                        <a:pt x="225" y="211"/>
                      </a:cubicBezTo>
                      <a:cubicBezTo>
                        <a:pt x="223" y="211"/>
                        <a:pt x="217" y="214"/>
                        <a:pt x="216" y="215"/>
                      </a:cubicBezTo>
                      <a:cubicBezTo>
                        <a:pt x="215" y="216"/>
                        <a:pt x="210" y="218"/>
                        <a:pt x="208" y="218"/>
                      </a:cubicBezTo>
                      <a:cubicBezTo>
                        <a:pt x="206" y="218"/>
                        <a:pt x="209" y="223"/>
                        <a:pt x="206" y="218"/>
                      </a:cubicBezTo>
                      <a:cubicBezTo>
                        <a:pt x="204" y="213"/>
                        <a:pt x="206" y="216"/>
                        <a:pt x="203" y="211"/>
                      </a:cubicBezTo>
                      <a:cubicBezTo>
                        <a:pt x="201" y="206"/>
                        <a:pt x="201" y="210"/>
                        <a:pt x="201" y="206"/>
                      </a:cubicBezTo>
                      <a:cubicBezTo>
                        <a:pt x="201" y="202"/>
                        <a:pt x="201" y="206"/>
                        <a:pt x="201" y="202"/>
                      </a:cubicBezTo>
                      <a:cubicBezTo>
                        <a:pt x="201" y="198"/>
                        <a:pt x="202" y="201"/>
                        <a:pt x="200" y="197"/>
                      </a:cubicBezTo>
                      <a:cubicBezTo>
                        <a:pt x="198" y="192"/>
                        <a:pt x="199" y="194"/>
                        <a:pt x="196" y="191"/>
                      </a:cubicBezTo>
                      <a:cubicBezTo>
                        <a:pt x="193" y="188"/>
                        <a:pt x="191" y="191"/>
                        <a:pt x="193" y="187"/>
                      </a:cubicBezTo>
                      <a:cubicBezTo>
                        <a:pt x="195" y="183"/>
                        <a:pt x="194" y="187"/>
                        <a:pt x="195" y="183"/>
                      </a:cubicBezTo>
                      <a:cubicBezTo>
                        <a:pt x="196" y="178"/>
                        <a:pt x="194" y="178"/>
                        <a:pt x="197" y="176"/>
                      </a:cubicBezTo>
                      <a:cubicBezTo>
                        <a:pt x="200" y="174"/>
                        <a:pt x="202" y="173"/>
                        <a:pt x="201" y="171"/>
                      </a:cubicBezTo>
                      <a:cubicBezTo>
                        <a:pt x="201" y="168"/>
                        <a:pt x="201" y="167"/>
                        <a:pt x="201" y="165"/>
                      </a:cubicBezTo>
                      <a:cubicBezTo>
                        <a:pt x="200" y="164"/>
                        <a:pt x="197" y="161"/>
                        <a:pt x="197" y="160"/>
                      </a:cubicBezTo>
                      <a:cubicBezTo>
                        <a:pt x="197" y="159"/>
                        <a:pt x="197" y="160"/>
                        <a:pt x="195" y="157"/>
                      </a:cubicBezTo>
                      <a:cubicBezTo>
                        <a:pt x="193" y="154"/>
                        <a:pt x="191" y="152"/>
                        <a:pt x="191" y="152"/>
                      </a:cubicBezTo>
                      <a:cubicBezTo>
                        <a:pt x="191" y="152"/>
                        <a:pt x="191" y="145"/>
                        <a:pt x="191" y="143"/>
                      </a:cubicBezTo>
                      <a:cubicBezTo>
                        <a:pt x="191" y="140"/>
                        <a:pt x="190" y="144"/>
                        <a:pt x="191" y="140"/>
                      </a:cubicBezTo>
                      <a:cubicBezTo>
                        <a:pt x="192" y="136"/>
                        <a:pt x="192" y="133"/>
                        <a:pt x="192" y="133"/>
                      </a:cubicBezTo>
                      <a:cubicBezTo>
                        <a:pt x="192" y="133"/>
                        <a:pt x="187" y="130"/>
                        <a:pt x="185" y="130"/>
                      </a:cubicBezTo>
                      <a:cubicBezTo>
                        <a:pt x="183" y="131"/>
                        <a:pt x="183" y="134"/>
                        <a:pt x="180" y="131"/>
                      </a:cubicBezTo>
                      <a:cubicBezTo>
                        <a:pt x="178" y="129"/>
                        <a:pt x="178" y="127"/>
                        <a:pt x="177" y="127"/>
                      </a:cubicBezTo>
                      <a:cubicBezTo>
                        <a:pt x="176" y="126"/>
                        <a:pt x="174" y="126"/>
                        <a:pt x="173" y="127"/>
                      </a:cubicBezTo>
                      <a:cubicBezTo>
                        <a:pt x="171" y="128"/>
                        <a:pt x="167" y="128"/>
                        <a:pt x="164" y="130"/>
                      </a:cubicBezTo>
                      <a:cubicBezTo>
                        <a:pt x="161" y="131"/>
                        <a:pt x="160" y="131"/>
                        <a:pt x="157" y="131"/>
                      </a:cubicBezTo>
                      <a:cubicBezTo>
                        <a:pt x="153" y="131"/>
                        <a:pt x="148" y="132"/>
                        <a:pt x="145" y="130"/>
                      </a:cubicBezTo>
                      <a:cubicBezTo>
                        <a:pt x="142" y="129"/>
                        <a:pt x="142" y="131"/>
                        <a:pt x="140" y="128"/>
                      </a:cubicBezTo>
                      <a:cubicBezTo>
                        <a:pt x="139" y="124"/>
                        <a:pt x="140" y="125"/>
                        <a:pt x="137" y="123"/>
                      </a:cubicBezTo>
                      <a:cubicBezTo>
                        <a:pt x="135" y="122"/>
                        <a:pt x="134" y="123"/>
                        <a:pt x="134" y="120"/>
                      </a:cubicBezTo>
                      <a:cubicBezTo>
                        <a:pt x="133" y="117"/>
                        <a:pt x="135" y="118"/>
                        <a:pt x="133" y="115"/>
                      </a:cubicBezTo>
                      <a:cubicBezTo>
                        <a:pt x="130" y="112"/>
                        <a:pt x="134" y="116"/>
                        <a:pt x="130" y="112"/>
                      </a:cubicBezTo>
                      <a:cubicBezTo>
                        <a:pt x="127" y="108"/>
                        <a:pt x="125" y="112"/>
                        <a:pt x="127" y="108"/>
                      </a:cubicBezTo>
                      <a:cubicBezTo>
                        <a:pt x="128" y="105"/>
                        <a:pt x="129" y="107"/>
                        <a:pt x="129" y="103"/>
                      </a:cubicBezTo>
                      <a:cubicBezTo>
                        <a:pt x="129" y="99"/>
                        <a:pt x="135" y="105"/>
                        <a:pt x="131" y="97"/>
                      </a:cubicBezTo>
                      <a:cubicBezTo>
                        <a:pt x="128" y="89"/>
                        <a:pt x="127" y="91"/>
                        <a:pt x="130" y="85"/>
                      </a:cubicBezTo>
                      <a:cubicBezTo>
                        <a:pt x="134" y="79"/>
                        <a:pt x="138" y="77"/>
                        <a:pt x="138" y="76"/>
                      </a:cubicBezTo>
                      <a:cubicBezTo>
                        <a:pt x="139" y="74"/>
                        <a:pt x="140" y="71"/>
                        <a:pt x="142" y="70"/>
                      </a:cubicBezTo>
                      <a:cubicBezTo>
                        <a:pt x="143" y="69"/>
                        <a:pt x="142" y="68"/>
                        <a:pt x="145" y="68"/>
                      </a:cubicBezTo>
                      <a:cubicBezTo>
                        <a:pt x="148" y="69"/>
                        <a:pt x="151" y="67"/>
                        <a:pt x="153" y="65"/>
                      </a:cubicBezTo>
                      <a:cubicBezTo>
                        <a:pt x="155" y="63"/>
                        <a:pt x="158" y="61"/>
                        <a:pt x="159" y="60"/>
                      </a:cubicBezTo>
                      <a:cubicBezTo>
                        <a:pt x="160" y="60"/>
                        <a:pt x="160" y="61"/>
                        <a:pt x="163" y="60"/>
                      </a:cubicBezTo>
                      <a:cubicBezTo>
                        <a:pt x="166" y="59"/>
                        <a:pt x="166" y="59"/>
                        <a:pt x="168" y="59"/>
                      </a:cubicBezTo>
                      <a:cubicBezTo>
                        <a:pt x="170" y="59"/>
                        <a:pt x="166" y="60"/>
                        <a:pt x="172" y="59"/>
                      </a:cubicBezTo>
                      <a:cubicBezTo>
                        <a:pt x="178" y="58"/>
                        <a:pt x="176" y="58"/>
                        <a:pt x="178" y="58"/>
                      </a:cubicBezTo>
                      <a:cubicBezTo>
                        <a:pt x="179" y="58"/>
                        <a:pt x="178" y="58"/>
                        <a:pt x="180" y="58"/>
                      </a:cubicBezTo>
                      <a:cubicBezTo>
                        <a:pt x="183" y="59"/>
                        <a:pt x="182" y="54"/>
                        <a:pt x="183" y="59"/>
                      </a:cubicBezTo>
                      <a:cubicBezTo>
                        <a:pt x="183" y="63"/>
                        <a:pt x="181" y="66"/>
                        <a:pt x="185" y="66"/>
                      </a:cubicBezTo>
                      <a:cubicBezTo>
                        <a:pt x="189" y="66"/>
                        <a:pt x="185" y="66"/>
                        <a:pt x="189" y="66"/>
                      </a:cubicBezTo>
                      <a:cubicBezTo>
                        <a:pt x="193" y="66"/>
                        <a:pt x="192" y="67"/>
                        <a:pt x="194" y="68"/>
                      </a:cubicBezTo>
                      <a:cubicBezTo>
                        <a:pt x="196" y="69"/>
                        <a:pt x="197" y="70"/>
                        <a:pt x="200" y="70"/>
                      </a:cubicBezTo>
                      <a:cubicBezTo>
                        <a:pt x="202" y="70"/>
                        <a:pt x="198" y="75"/>
                        <a:pt x="202" y="70"/>
                      </a:cubicBezTo>
                      <a:cubicBezTo>
                        <a:pt x="207" y="66"/>
                        <a:pt x="199" y="65"/>
                        <a:pt x="207" y="66"/>
                      </a:cubicBezTo>
                      <a:cubicBezTo>
                        <a:pt x="214" y="67"/>
                        <a:pt x="215" y="68"/>
                        <a:pt x="217" y="68"/>
                      </a:cubicBezTo>
                      <a:cubicBezTo>
                        <a:pt x="218" y="67"/>
                        <a:pt x="218" y="68"/>
                        <a:pt x="221" y="67"/>
                      </a:cubicBezTo>
                      <a:cubicBezTo>
                        <a:pt x="225" y="65"/>
                        <a:pt x="225" y="65"/>
                        <a:pt x="226" y="66"/>
                      </a:cubicBezTo>
                      <a:cubicBezTo>
                        <a:pt x="228" y="66"/>
                        <a:pt x="228" y="69"/>
                        <a:pt x="229" y="66"/>
                      </a:cubicBezTo>
                      <a:cubicBezTo>
                        <a:pt x="230" y="63"/>
                        <a:pt x="233" y="64"/>
                        <a:pt x="229" y="62"/>
                      </a:cubicBezTo>
                      <a:cubicBezTo>
                        <a:pt x="225" y="61"/>
                        <a:pt x="224" y="63"/>
                        <a:pt x="223" y="60"/>
                      </a:cubicBezTo>
                      <a:cubicBezTo>
                        <a:pt x="222" y="58"/>
                        <a:pt x="226" y="58"/>
                        <a:pt x="222" y="58"/>
                      </a:cubicBezTo>
                      <a:cubicBezTo>
                        <a:pt x="219" y="57"/>
                        <a:pt x="219" y="57"/>
                        <a:pt x="216" y="56"/>
                      </a:cubicBezTo>
                      <a:cubicBezTo>
                        <a:pt x="213" y="55"/>
                        <a:pt x="210" y="59"/>
                        <a:pt x="209" y="56"/>
                      </a:cubicBezTo>
                      <a:cubicBezTo>
                        <a:pt x="208" y="53"/>
                        <a:pt x="203" y="58"/>
                        <a:pt x="208" y="53"/>
                      </a:cubicBezTo>
                      <a:cubicBezTo>
                        <a:pt x="214" y="48"/>
                        <a:pt x="212" y="46"/>
                        <a:pt x="215" y="47"/>
                      </a:cubicBezTo>
                      <a:cubicBezTo>
                        <a:pt x="219" y="48"/>
                        <a:pt x="218" y="51"/>
                        <a:pt x="220" y="49"/>
                      </a:cubicBezTo>
                      <a:cubicBezTo>
                        <a:pt x="222" y="47"/>
                        <a:pt x="227" y="46"/>
                        <a:pt x="222" y="43"/>
                      </a:cubicBezTo>
                      <a:cubicBezTo>
                        <a:pt x="218" y="40"/>
                        <a:pt x="221" y="41"/>
                        <a:pt x="217" y="40"/>
                      </a:cubicBezTo>
                      <a:cubicBezTo>
                        <a:pt x="213" y="38"/>
                        <a:pt x="209" y="47"/>
                        <a:pt x="207" y="46"/>
                      </a:cubicBezTo>
                      <a:cubicBezTo>
                        <a:pt x="205" y="44"/>
                        <a:pt x="204" y="43"/>
                        <a:pt x="202" y="44"/>
                      </a:cubicBezTo>
                      <a:cubicBezTo>
                        <a:pt x="201" y="45"/>
                        <a:pt x="201" y="48"/>
                        <a:pt x="201" y="51"/>
                      </a:cubicBezTo>
                      <a:cubicBezTo>
                        <a:pt x="201" y="54"/>
                        <a:pt x="203" y="54"/>
                        <a:pt x="199" y="52"/>
                      </a:cubicBezTo>
                      <a:cubicBezTo>
                        <a:pt x="195" y="50"/>
                        <a:pt x="203" y="51"/>
                        <a:pt x="194" y="48"/>
                      </a:cubicBezTo>
                      <a:cubicBezTo>
                        <a:pt x="184" y="44"/>
                        <a:pt x="181" y="45"/>
                        <a:pt x="180" y="46"/>
                      </a:cubicBezTo>
                      <a:cubicBezTo>
                        <a:pt x="179" y="48"/>
                        <a:pt x="177" y="47"/>
                        <a:pt x="176" y="48"/>
                      </a:cubicBezTo>
                      <a:cubicBezTo>
                        <a:pt x="175" y="49"/>
                        <a:pt x="179" y="52"/>
                        <a:pt x="175" y="49"/>
                      </a:cubicBezTo>
                      <a:cubicBezTo>
                        <a:pt x="171" y="47"/>
                        <a:pt x="167" y="51"/>
                        <a:pt x="167" y="51"/>
                      </a:cubicBezTo>
                      <a:cubicBezTo>
                        <a:pt x="167" y="51"/>
                        <a:pt x="165" y="50"/>
                        <a:pt x="164" y="51"/>
                      </a:cubicBezTo>
                      <a:cubicBezTo>
                        <a:pt x="162" y="53"/>
                        <a:pt x="159" y="54"/>
                        <a:pt x="157" y="53"/>
                      </a:cubicBezTo>
                      <a:cubicBezTo>
                        <a:pt x="155" y="52"/>
                        <a:pt x="151" y="54"/>
                        <a:pt x="154" y="49"/>
                      </a:cubicBezTo>
                      <a:cubicBezTo>
                        <a:pt x="158" y="44"/>
                        <a:pt x="155" y="47"/>
                        <a:pt x="161" y="45"/>
                      </a:cubicBezTo>
                      <a:cubicBezTo>
                        <a:pt x="166" y="42"/>
                        <a:pt x="175" y="42"/>
                        <a:pt x="167" y="40"/>
                      </a:cubicBezTo>
                      <a:cubicBezTo>
                        <a:pt x="160" y="39"/>
                        <a:pt x="171" y="39"/>
                        <a:pt x="162" y="34"/>
                      </a:cubicBezTo>
                      <a:cubicBezTo>
                        <a:pt x="152" y="30"/>
                        <a:pt x="152" y="36"/>
                        <a:pt x="152" y="30"/>
                      </a:cubicBezTo>
                      <a:cubicBezTo>
                        <a:pt x="153" y="23"/>
                        <a:pt x="152" y="23"/>
                        <a:pt x="150" y="23"/>
                      </a:cubicBezTo>
                      <a:cubicBezTo>
                        <a:pt x="148" y="24"/>
                        <a:pt x="142" y="25"/>
                        <a:pt x="139" y="25"/>
                      </a:cubicBezTo>
                      <a:cubicBezTo>
                        <a:pt x="137" y="26"/>
                        <a:pt x="140" y="28"/>
                        <a:pt x="136" y="25"/>
                      </a:cubicBezTo>
                      <a:cubicBezTo>
                        <a:pt x="131" y="22"/>
                        <a:pt x="130" y="26"/>
                        <a:pt x="131" y="22"/>
                      </a:cubicBezTo>
                      <a:cubicBezTo>
                        <a:pt x="133" y="19"/>
                        <a:pt x="133" y="18"/>
                        <a:pt x="136" y="16"/>
                      </a:cubicBezTo>
                      <a:cubicBezTo>
                        <a:pt x="138" y="13"/>
                        <a:pt x="138" y="5"/>
                        <a:pt x="144" y="8"/>
                      </a:cubicBezTo>
                      <a:cubicBezTo>
                        <a:pt x="151" y="11"/>
                        <a:pt x="148" y="10"/>
                        <a:pt x="154" y="11"/>
                      </a:cubicBezTo>
                      <a:cubicBezTo>
                        <a:pt x="159" y="11"/>
                        <a:pt x="161" y="10"/>
                        <a:pt x="161" y="9"/>
                      </a:cubicBezTo>
                      <a:cubicBezTo>
                        <a:pt x="161" y="8"/>
                        <a:pt x="155" y="5"/>
                        <a:pt x="155" y="5"/>
                      </a:cubicBezTo>
                      <a:cubicBezTo>
                        <a:pt x="155" y="5"/>
                        <a:pt x="153" y="6"/>
                        <a:pt x="154" y="5"/>
                      </a:cubicBezTo>
                      <a:cubicBezTo>
                        <a:pt x="155" y="4"/>
                        <a:pt x="156" y="2"/>
                        <a:pt x="156" y="2"/>
                      </a:cubicBezTo>
                      <a:cubicBezTo>
                        <a:pt x="154" y="0"/>
                        <a:pt x="154" y="0"/>
                        <a:pt x="154" y="0"/>
                      </a:cubicBezTo>
                      <a:cubicBezTo>
                        <a:pt x="154" y="0"/>
                        <a:pt x="136" y="0"/>
                        <a:pt x="131"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0" name="Group 181"/>
            <p:cNvGrpSpPr/>
            <p:nvPr/>
          </p:nvGrpSpPr>
          <p:grpSpPr>
            <a:xfrm>
              <a:off x="2741842" y="2129430"/>
              <a:ext cx="448719" cy="491590"/>
              <a:chOff x="5632271" y="2338443"/>
              <a:chExt cx="448719" cy="491590"/>
            </a:xfrm>
          </p:grpSpPr>
          <p:grpSp>
            <p:nvGrpSpPr>
              <p:cNvPr id="33" name="Group 145"/>
              <p:cNvGrpSpPr/>
              <p:nvPr/>
            </p:nvGrpSpPr>
            <p:grpSpPr>
              <a:xfrm>
                <a:off x="5660852" y="2338443"/>
                <a:ext cx="420138" cy="491590"/>
                <a:chOff x="5781675" y="2378075"/>
                <a:chExt cx="466725" cy="546100"/>
              </a:xfrm>
              <a:solidFill>
                <a:schemeClr val="accent6"/>
              </a:solidFill>
            </p:grpSpPr>
            <p:sp>
              <p:nvSpPr>
                <p:cNvPr id="59" name="Oval 32"/>
                <p:cNvSpPr>
                  <a:spLocks noChangeArrowheads="1"/>
                </p:cNvSpPr>
                <p:nvPr/>
              </p:nvSpPr>
              <p:spPr bwMode="auto">
                <a:xfrm>
                  <a:off x="5781675" y="2378075"/>
                  <a:ext cx="466725" cy="466725"/>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
                <p:cNvSpPr>
                  <a:spLocks/>
                </p:cNvSpPr>
                <p:nvPr/>
              </p:nvSpPr>
              <p:spPr bwMode="auto">
                <a:xfrm>
                  <a:off x="5899150" y="2813050"/>
                  <a:ext cx="120650" cy="111125"/>
                </a:xfrm>
                <a:custGeom>
                  <a:avLst/>
                  <a:gdLst/>
                  <a:ahLst/>
                  <a:cxnLst>
                    <a:cxn ang="0">
                      <a:pos x="0" y="0"/>
                    </a:cxn>
                    <a:cxn ang="0">
                      <a:pos x="7" y="70"/>
                    </a:cxn>
                    <a:cxn ang="0">
                      <a:pos x="76" y="11"/>
                    </a:cxn>
                    <a:cxn ang="0">
                      <a:pos x="0" y="0"/>
                    </a:cxn>
                  </a:cxnLst>
                  <a:rect l="0" t="0" r="r" b="b"/>
                  <a:pathLst>
                    <a:path w="76" h="70">
                      <a:moveTo>
                        <a:pt x="0" y="0"/>
                      </a:moveTo>
                      <a:lnTo>
                        <a:pt x="7" y="70"/>
                      </a:lnTo>
                      <a:lnTo>
                        <a:pt x="76" y="11"/>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8" name="Freeform 59"/>
              <p:cNvSpPr>
                <a:spLocks noEditPoints="1"/>
              </p:cNvSpPr>
              <p:nvPr/>
            </p:nvSpPr>
            <p:spPr bwMode="auto">
              <a:xfrm>
                <a:off x="5632271" y="2412753"/>
                <a:ext cx="398703" cy="262944"/>
              </a:xfrm>
              <a:custGeom>
                <a:avLst/>
                <a:gdLst/>
                <a:ahLst/>
                <a:cxnLst>
                  <a:cxn ang="0">
                    <a:pos x="333" y="51"/>
                  </a:cxn>
                  <a:cxn ang="0">
                    <a:pos x="259" y="0"/>
                  </a:cxn>
                  <a:cxn ang="0">
                    <a:pos x="170" y="225"/>
                  </a:cxn>
                  <a:cxn ang="0">
                    <a:pos x="269" y="133"/>
                  </a:cxn>
                  <a:cxn ang="0">
                    <a:pos x="333" y="51"/>
                  </a:cxn>
                  <a:cxn ang="0">
                    <a:pos x="140" y="41"/>
                  </a:cxn>
                  <a:cxn ang="0">
                    <a:pos x="155" y="56"/>
                  </a:cxn>
                  <a:cxn ang="0">
                    <a:pos x="140" y="71"/>
                  </a:cxn>
                  <a:cxn ang="0">
                    <a:pos x="125" y="56"/>
                  </a:cxn>
                  <a:cxn ang="0">
                    <a:pos x="140" y="41"/>
                  </a:cxn>
                  <a:cxn ang="0">
                    <a:pos x="105" y="101"/>
                  </a:cxn>
                  <a:cxn ang="0">
                    <a:pos x="125" y="81"/>
                  </a:cxn>
                  <a:cxn ang="0">
                    <a:pos x="145" y="101"/>
                  </a:cxn>
                  <a:cxn ang="0">
                    <a:pos x="125" y="121"/>
                  </a:cxn>
                  <a:cxn ang="0">
                    <a:pos x="105" y="101"/>
                  </a:cxn>
                  <a:cxn ang="0">
                    <a:pos x="139" y="174"/>
                  </a:cxn>
                  <a:cxn ang="0">
                    <a:pos x="116" y="151"/>
                  </a:cxn>
                  <a:cxn ang="0">
                    <a:pos x="139" y="128"/>
                  </a:cxn>
                  <a:cxn ang="0">
                    <a:pos x="162" y="151"/>
                  </a:cxn>
                  <a:cxn ang="0">
                    <a:pos x="139" y="174"/>
                  </a:cxn>
                  <a:cxn ang="0">
                    <a:pos x="180" y="213"/>
                  </a:cxn>
                  <a:cxn ang="0">
                    <a:pos x="155" y="188"/>
                  </a:cxn>
                  <a:cxn ang="0">
                    <a:pos x="180" y="163"/>
                  </a:cxn>
                  <a:cxn ang="0">
                    <a:pos x="205" y="188"/>
                  </a:cxn>
                  <a:cxn ang="0">
                    <a:pos x="180" y="213"/>
                  </a:cxn>
                  <a:cxn ang="0">
                    <a:pos x="282" y="98"/>
                  </a:cxn>
                  <a:cxn ang="0">
                    <a:pos x="252" y="68"/>
                  </a:cxn>
                  <a:cxn ang="0">
                    <a:pos x="282" y="38"/>
                  </a:cxn>
                  <a:cxn ang="0">
                    <a:pos x="312" y="68"/>
                  </a:cxn>
                  <a:cxn ang="0">
                    <a:pos x="282" y="98"/>
                  </a:cxn>
                </a:cxnLst>
                <a:rect l="0" t="0" r="r" b="b"/>
                <a:pathLst>
                  <a:path w="349" h="230">
                    <a:moveTo>
                      <a:pt x="333" y="51"/>
                    </a:moveTo>
                    <a:cubicBezTo>
                      <a:pt x="317" y="6"/>
                      <a:pt x="259" y="0"/>
                      <a:pt x="259" y="0"/>
                    </a:cubicBezTo>
                    <a:cubicBezTo>
                      <a:pt x="0" y="4"/>
                      <a:pt x="103" y="220"/>
                      <a:pt x="170" y="225"/>
                    </a:cubicBezTo>
                    <a:cubicBezTo>
                      <a:pt x="237" y="230"/>
                      <a:pt x="227" y="150"/>
                      <a:pt x="269" y="133"/>
                    </a:cubicBezTo>
                    <a:cubicBezTo>
                      <a:pt x="312" y="116"/>
                      <a:pt x="349" y="96"/>
                      <a:pt x="333" y="51"/>
                    </a:cubicBezTo>
                    <a:close/>
                    <a:moveTo>
                      <a:pt x="140" y="41"/>
                    </a:moveTo>
                    <a:cubicBezTo>
                      <a:pt x="148" y="41"/>
                      <a:pt x="155" y="48"/>
                      <a:pt x="155" y="56"/>
                    </a:cubicBezTo>
                    <a:cubicBezTo>
                      <a:pt x="155" y="65"/>
                      <a:pt x="148" y="71"/>
                      <a:pt x="140" y="71"/>
                    </a:cubicBezTo>
                    <a:cubicBezTo>
                      <a:pt x="131" y="71"/>
                      <a:pt x="125" y="65"/>
                      <a:pt x="125" y="56"/>
                    </a:cubicBezTo>
                    <a:cubicBezTo>
                      <a:pt x="125" y="48"/>
                      <a:pt x="131" y="41"/>
                      <a:pt x="140" y="41"/>
                    </a:cubicBezTo>
                    <a:close/>
                    <a:moveTo>
                      <a:pt x="105" y="101"/>
                    </a:moveTo>
                    <a:cubicBezTo>
                      <a:pt x="105" y="90"/>
                      <a:pt x="114" y="81"/>
                      <a:pt x="125" y="81"/>
                    </a:cubicBezTo>
                    <a:cubicBezTo>
                      <a:pt x="136" y="81"/>
                      <a:pt x="145" y="90"/>
                      <a:pt x="145" y="101"/>
                    </a:cubicBezTo>
                    <a:cubicBezTo>
                      <a:pt x="145" y="112"/>
                      <a:pt x="136" y="121"/>
                      <a:pt x="125" y="121"/>
                    </a:cubicBezTo>
                    <a:cubicBezTo>
                      <a:pt x="114" y="121"/>
                      <a:pt x="105" y="112"/>
                      <a:pt x="105" y="101"/>
                    </a:cubicBezTo>
                    <a:close/>
                    <a:moveTo>
                      <a:pt x="139" y="174"/>
                    </a:moveTo>
                    <a:cubicBezTo>
                      <a:pt x="126" y="174"/>
                      <a:pt x="116" y="164"/>
                      <a:pt x="116" y="151"/>
                    </a:cubicBezTo>
                    <a:cubicBezTo>
                      <a:pt x="116" y="138"/>
                      <a:pt x="126" y="128"/>
                      <a:pt x="139" y="128"/>
                    </a:cubicBezTo>
                    <a:cubicBezTo>
                      <a:pt x="151" y="128"/>
                      <a:pt x="162" y="138"/>
                      <a:pt x="162" y="151"/>
                    </a:cubicBezTo>
                    <a:cubicBezTo>
                      <a:pt x="162" y="164"/>
                      <a:pt x="151" y="174"/>
                      <a:pt x="139" y="174"/>
                    </a:cubicBezTo>
                    <a:close/>
                    <a:moveTo>
                      <a:pt x="180" y="213"/>
                    </a:moveTo>
                    <a:cubicBezTo>
                      <a:pt x="166" y="213"/>
                      <a:pt x="155" y="202"/>
                      <a:pt x="155" y="188"/>
                    </a:cubicBezTo>
                    <a:cubicBezTo>
                      <a:pt x="155" y="175"/>
                      <a:pt x="166" y="163"/>
                      <a:pt x="180" y="163"/>
                    </a:cubicBezTo>
                    <a:cubicBezTo>
                      <a:pt x="194" y="163"/>
                      <a:pt x="205" y="175"/>
                      <a:pt x="205" y="188"/>
                    </a:cubicBezTo>
                    <a:cubicBezTo>
                      <a:pt x="205" y="202"/>
                      <a:pt x="194" y="213"/>
                      <a:pt x="180" y="213"/>
                    </a:cubicBezTo>
                    <a:close/>
                    <a:moveTo>
                      <a:pt x="282" y="98"/>
                    </a:moveTo>
                    <a:cubicBezTo>
                      <a:pt x="265" y="98"/>
                      <a:pt x="252" y="84"/>
                      <a:pt x="252" y="68"/>
                    </a:cubicBezTo>
                    <a:cubicBezTo>
                      <a:pt x="252" y="51"/>
                      <a:pt x="265" y="38"/>
                      <a:pt x="282" y="38"/>
                    </a:cubicBezTo>
                    <a:cubicBezTo>
                      <a:pt x="298" y="38"/>
                      <a:pt x="312" y="51"/>
                      <a:pt x="312" y="68"/>
                    </a:cubicBezTo>
                    <a:cubicBezTo>
                      <a:pt x="312" y="84"/>
                      <a:pt x="298" y="98"/>
                      <a:pt x="282" y="9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 name="Group 190"/>
            <p:cNvGrpSpPr/>
            <p:nvPr/>
          </p:nvGrpSpPr>
          <p:grpSpPr>
            <a:xfrm>
              <a:off x="2532601" y="1604101"/>
              <a:ext cx="503023" cy="588765"/>
              <a:chOff x="5262149" y="1683942"/>
              <a:chExt cx="503023" cy="588765"/>
            </a:xfrm>
          </p:grpSpPr>
          <p:grpSp>
            <p:nvGrpSpPr>
              <p:cNvPr id="35" name="Group 146"/>
              <p:cNvGrpSpPr/>
              <p:nvPr/>
            </p:nvGrpSpPr>
            <p:grpSpPr>
              <a:xfrm>
                <a:off x="5262149" y="1683944"/>
                <a:ext cx="503023" cy="588766"/>
                <a:chOff x="5338763" y="1651000"/>
                <a:chExt cx="558800" cy="654050"/>
              </a:xfrm>
              <a:solidFill>
                <a:schemeClr val="accent3"/>
              </a:solidFill>
            </p:grpSpPr>
            <p:sp>
              <p:nvSpPr>
                <p:cNvPr id="69" name="Oval 48"/>
                <p:cNvSpPr>
                  <a:spLocks noChangeArrowheads="1"/>
                </p:cNvSpPr>
                <p:nvPr/>
              </p:nvSpPr>
              <p:spPr bwMode="auto">
                <a:xfrm>
                  <a:off x="5338763" y="1651000"/>
                  <a:ext cx="558800" cy="5588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49"/>
                <p:cNvSpPr>
                  <a:spLocks/>
                </p:cNvSpPr>
                <p:nvPr/>
              </p:nvSpPr>
              <p:spPr bwMode="auto">
                <a:xfrm>
                  <a:off x="5480050" y="2171700"/>
                  <a:ext cx="142875" cy="133350"/>
                </a:xfrm>
                <a:custGeom>
                  <a:avLst/>
                  <a:gdLst/>
                  <a:ahLst/>
                  <a:cxnLst>
                    <a:cxn ang="0">
                      <a:pos x="0" y="0"/>
                    </a:cxn>
                    <a:cxn ang="0">
                      <a:pos x="7" y="84"/>
                    </a:cxn>
                    <a:cxn ang="0">
                      <a:pos x="90" y="14"/>
                    </a:cxn>
                    <a:cxn ang="0">
                      <a:pos x="0" y="0"/>
                    </a:cxn>
                  </a:cxnLst>
                  <a:rect l="0" t="0" r="r" b="b"/>
                  <a:pathLst>
                    <a:path w="90" h="84">
                      <a:moveTo>
                        <a:pt x="0" y="0"/>
                      </a:moveTo>
                      <a:lnTo>
                        <a:pt x="7" y="84"/>
                      </a:lnTo>
                      <a:lnTo>
                        <a:pt x="90"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4" name="Group 147"/>
              <p:cNvGrpSpPr/>
              <p:nvPr/>
            </p:nvGrpSpPr>
            <p:grpSpPr>
              <a:xfrm>
                <a:off x="5403626" y="1752531"/>
                <a:ext cx="235792" cy="347256"/>
                <a:chOff x="5495925" y="1727200"/>
                <a:chExt cx="261938" cy="385763"/>
              </a:xfrm>
            </p:grpSpPr>
            <p:sp>
              <p:nvSpPr>
                <p:cNvPr id="64" name="Oval 60"/>
                <p:cNvSpPr>
                  <a:spLocks noChangeArrowheads="1"/>
                </p:cNvSpPr>
                <p:nvPr/>
              </p:nvSpPr>
              <p:spPr bwMode="auto">
                <a:xfrm>
                  <a:off x="5586413" y="1757363"/>
                  <a:ext cx="88900" cy="88900"/>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1"/>
                <p:cNvSpPr>
                  <a:spLocks/>
                </p:cNvSpPr>
                <p:nvPr/>
              </p:nvSpPr>
              <p:spPr bwMode="auto">
                <a:xfrm>
                  <a:off x="5618163" y="1824038"/>
                  <a:ext cx="139700" cy="288925"/>
                </a:xfrm>
                <a:custGeom>
                  <a:avLst/>
                  <a:gdLst/>
                  <a:ahLst/>
                  <a:cxnLst>
                    <a:cxn ang="0">
                      <a:pos x="0" y="6"/>
                    </a:cxn>
                    <a:cxn ang="0">
                      <a:pos x="73" y="198"/>
                    </a:cxn>
                    <a:cxn ang="0">
                      <a:pos x="107" y="229"/>
                    </a:cxn>
                    <a:cxn ang="0">
                      <a:pos x="24" y="0"/>
                    </a:cxn>
                    <a:cxn ang="0">
                      <a:pos x="0" y="6"/>
                    </a:cxn>
                  </a:cxnLst>
                  <a:rect l="0" t="0" r="r" b="b"/>
                  <a:pathLst>
                    <a:path w="110" h="229">
                      <a:moveTo>
                        <a:pt x="0" y="6"/>
                      </a:moveTo>
                      <a:cubicBezTo>
                        <a:pt x="0" y="8"/>
                        <a:pt x="73" y="198"/>
                        <a:pt x="73" y="198"/>
                      </a:cubicBezTo>
                      <a:cubicBezTo>
                        <a:pt x="73" y="198"/>
                        <a:pt x="103" y="229"/>
                        <a:pt x="107" y="229"/>
                      </a:cubicBezTo>
                      <a:cubicBezTo>
                        <a:pt x="110" y="229"/>
                        <a:pt x="24" y="0"/>
                        <a:pt x="24" y="0"/>
                      </a:cubicBezTo>
                      <a:lnTo>
                        <a:pt x="0" y="6"/>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62"/>
                <p:cNvSpPr>
                  <a:spLocks/>
                </p:cNvSpPr>
                <p:nvPr/>
              </p:nvSpPr>
              <p:spPr bwMode="auto">
                <a:xfrm>
                  <a:off x="5495925" y="1824038"/>
                  <a:ext cx="149225" cy="285750"/>
                </a:xfrm>
                <a:custGeom>
                  <a:avLst/>
                  <a:gdLst/>
                  <a:ahLst/>
                  <a:cxnLst>
                    <a:cxn ang="0">
                      <a:pos x="93" y="8"/>
                    </a:cxn>
                    <a:cxn ang="0">
                      <a:pos x="25" y="155"/>
                    </a:cxn>
                    <a:cxn ang="0">
                      <a:pos x="0" y="180"/>
                    </a:cxn>
                    <a:cxn ang="0">
                      <a:pos x="8" y="146"/>
                    </a:cxn>
                    <a:cxn ang="0">
                      <a:pos x="73" y="0"/>
                    </a:cxn>
                    <a:cxn ang="0">
                      <a:pos x="94" y="6"/>
                    </a:cxn>
                    <a:cxn ang="0">
                      <a:pos x="93" y="8"/>
                    </a:cxn>
                  </a:cxnLst>
                  <a:rect l="0" t="0" r="r" b="b"/>
                  <a:pathLst>
                    <a:path w="94" h="180">
                      <a:moveTo>
                        <a:pt x="93" y="8"/>
                      </a:moveTo>
                      <a:lnTo>
                        <a:pt x="25" y="155"/>
                      </a:lnTo>
                      <a:lnTo>
                        <a:pt x="0" y="180"/>
                      </a:lnTo>
                      <a:lnTo>
                        <a:pt x="8" y="146"/>
                      </a:lnTo>
                      <a:lnTo>
                        <a:pt x="73" y="0"/>
                      </a:lnTo>
                      <a:lnTo>
                        <a:pt x="94" y="6"/>
                      </a:lnTo>
                      <a:lnTo>
                        <a:pt x="93" y="8"/>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3"/>
                <p:cNvSpPr>
                  <a:spLocks/>
                </p:cNvSpPr>
                <p:nvPr/>
              </p:nvSpPr>
              <p:spPr bwMode="auto">
                <a:xfrm>
                  <a:off x="5495925" y="1824038"/>
                  <a:ext cx="149225" cy="285750"/>
                </a:xfrm>
                <a:custGeom>
                  <a:avLst/>
                  <a:gdLst/>
                  <a:ahLst/>
                  <a:cxnLst>
                    <a:cxn ang="0">
                      <a:pos x="93" y="8"/>
                    </a:cxn>
                    <a:cxn ang="0">
                      <a:pos x="25" y="155"/>
                    </a:cxn>
                    <a:cxn ang="0">
                      <a:pos x="0" y="180"/>
                    </a:cxn>
                    <a:cxn ang="0">
                      <a:pos x="8" y="146"/>
                    </a:cxn>
                    <a:cxn ang="0">
                      <a:pos x="73" y="0"/>
                    </a:cxn>
                    <a:cxn ang="0">
                      <a:pos x="94" y="6"/>
                    </a:cxn>
                  </a:cxnLst>
                  <a:rect l="0" t="0" r="r" b="b"/>
                  <a:pathLst>
                    <a:path w="94" h="180">
                      <a:moveTo>
                        <a:pt x="93" y="8"/>
                      </a:moveTo>
                      <a:lnTo>
                        <a:pt x="25" y="155"/>
                      </a:lnTo>
                      <a:lnTo>
                        <a:pt x="0" y="180"/>
                      </a:lnTo>
                      <a:lnTo>
                        <a:pt x="8" y="146"/>
                      </a:lnTo>
                      <a:lnTo>
                        <a:pt x="73" y="0"/>
                      </a:lnTo>
                      <a:lnTo>
                        <a:pt x="94" y="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64"/>
                <p:cNvSpPr>
                  <a:spLocks/>
                </p:cNvSpPr>
                <p:nvPr/>
              </p:nvSpPr>
              <p:spPr bwMode="auto">
                <a:xfrm>
                  <a:off x="5626100" y="1727200"/>
                  <a:ext cx="15875" cy="47625"/>
                </a:xfrm>
                <a:custGeom>
                  <a:avLst/>
                  <a:gdLst/>
                  <a:ahLst/>
                  <a:cxnLst>
                    <a:cxn ang="0">
                      <a:pos x="13" y="32"/>
                    </a:cxn>
                    <a:cxn ang="0">
                      <a:pos x="7" y="38"/>
                    </a:cxn>
                    <a:cxn ang="0">
                      <a:pos x="7" y="38"/>
                    </a:cxn>
                    <a:cxn ang="0">
                      <a:pos x="0" y="32"/>
                    </a:cxn>
                    <a:cxn ang="0">
                      <a:pos x="0" y="6"/>
                    </a:cxn>
                    <a:cxn ang="0">
                      <a:pos x="7" y="0"/>
                    </a:cxn>
                    <a:cxn ang="0">
                      <a:pos x="7" y="0"/>
                    </a:cxn>
                    <a:cxn ang="0">
                      <a:pos x="13" y="6"/>
                    </a:cxn>
                    <a:cxn ang="0">
                      <a:pos x="13" y="32"/>
                    </a:cxn>
                  </a:cxnLst>
                  <a:rect l="0" t="0" r="r" b="b"/>
                  <a:pathLst>
                    <a:path w="13" h="38">
                      <a:moveTo>
                        <a:pt x="13" y="32"/>
                      </a:moveTo>
                      <a:cubicBezTo>
                        <a:pt x="13" y="35"/>
                        <a:pt x="10" y="38"/>
                        <a:pt x="7" y="38"/>
                      </a:cubicBezTo>
                      <a:cubicBezTo>
                        <a:pt x="7" y="38"/>
                        <a:pt x="7" y="38"/>
                        <a:pt x="7" y="38"/>
                      </a:cubicBezTo>
                      <a:cubicBezTo>
                        <a:pt x="3" y="38"/>
                        <a:pt x="0" y="35"/>
                        <a:pt x="0" y="32"/>
                      </a:cubicBezTo>
                      <a:cubicBezTo>
                        <a:pt x="0" y="6"/>
                        <a:pt x="0" y="6"/>
                        <a:pt x="0" y="6"/>
                      </a:cubicBezTo>
                      <a:cubicBezTo>
                        <a:pt x="0" y="2"/>
                        <a:pt x="3" y="0"/>
                        <a:pt x="7" y="0"/>
                      </a:cubicBezTo>
                      <a:cubicBezTo>
                        <a:pt x="7" y="0"/>
                        <a:pt x="7" y="0"/>
                        <a:pt x="7" y="0"/>
                      </a:cubicBezTo>
                      <a:cubicBezTo>
                        <a:pt x="10" y="0"/>
                        <a:pt x="13" y="2"/>
                        <a:pt x="13" y="6"/>
                      </a:cubicBezTo>
                      <a:lnTo>
                        <a:pt x="13"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5" name="Group 191"/>
            <p:cNvGrpSpPr/>
            <p:nvPr/>
          </p:nvGrpSpPr>
          <p:grpSpPr>
            <a:xfrm>
              <a:off x="1906867" y="1737826"/>
              <a:ext cx="530175" cy="620204"/>
              <a:chOff x="4479035" y="1763969"/>
              <a:chExt cx="530175" cy="620204"/>
            </a:xfrm>
          </p:grpSpPr>
          <p:grpSp>
            <p:nvGrpSpPr>
              <p:cNvPr id="49" name="Group 140"/>
              <p:cNvGrpSpPr/>
              <p:nvPr/>
            </p:nvGrpSpPr>
            <p:grpSpPr>
              <a:xfrm>
                <a:off x="4479035" y="1763969"/>
                <a:ext cx="530175" cy="620204"/>
                <a:chOff x="4468813" y="1739900"/>
                <a:chExt cx="588963" cy="688975"/>
              </a:xfrm>
              <a:solidFill>
                <a:schemeClr val="accent2"/>
              </a:solidFill>
            </p:grpSpPr>
            <p:sp>
              <p:nvSpPr>
                <p:cNvPr id="79" name="Oval 30"/>
                <p:cNvSpPr>
                  <a:spLocks noChangeArrowheads="1"/>
                </p:cNvSpPr>
                <p:nvPr/>
              </p:nvSpPr>
              <p:spPr bwMode="auto">
                <a:xfrm>
                  <a:off x="4468813" y="1739900"/>
                  <a:ext cx="588963" cy="588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
                <p:cNvSpPr>
                  <a:spLocks/>
                </p:cNvSpPr>
                <p:nvPr/>
              </p:nvSpPr>
              <p:spPr bwMode="auto">
                <a:xfrm>
                  <a:off x="4618038" y="2289175"/>
                  <a:ext cx="150813" cy="139700"/>
                </a:xfrm>
                <a:custGeom>
                  <a:avLst/>
                  <a:gdLst/>
                  <a:ahLst/>
                  <a:cxnLst>
                    <a:cxn ang="0">
                      <a:pos x="0" y="0"/>
                    </a:cxn>
                    <a:cxn ang="0">
                      <a:pos x="8" y="88"/>
                    </a:cxn>
                    <a:cxn ang="0">
                      <a:pos x="95" y="15"/>
                    </a:cxn>
                    <a:cxn ang="0">
                      <a:pos x="0" y="0"/>
                    </a:cxn>
                  </a:cxnLst>
                  <a:rect l="0" t="0" r="r" b="b"/>
                  <a:pathLst>
                    <a:path w="95" h="88">
                      <a:moveTo>
                        <a:pt x="0" y="0"/>
                      </a:moveTo>
                      <a:lnTo>
                        <a:pt x="8" y="88"/>
                      </a:lnTo>
                      <a:lnTo>
                        <a:pt x="95"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0" name="Group 139"/>
              <p:cNvGrpSpPr/>
              <p:nvPr/>
            </p:nvGrpSpPr>
            <p:grpSpPr>
              <a:xfrm>
                <a:off x="4534767" y="1825418"/>
                <a:ext cx="394416" cy="392987"/>
                <a:chOff x="4530725" y="1808163"/>
                <a:chExt cx="438150" cy="436563"/>
              </a:xfrm>
            </p:grpSpPr>
            <p:sp>
              <p:nvSpPr>
                <p:cNvPr id="74" name="Freeform 65"/>
                <p:cNvSpPr>
                  <a:spLocks noEditPoints="1"/>
                </p:cNvSpPr>
                <p:nvPr/>
              </p:nvSpPr>
              <p:spPr bwMode="auto">
                <a:xfrm>
                  <a:off x="4668838" y="1808163"/>
                  <a:ext cx="160338" cy="436563"/>
                </a:xfrm>
                <a:custGeom>
                  <a:avLst/>
                  <a:gdLst/>
                  <a:ahLst/>
                  <a:cxnLst>
                    <a:cxn ang="0">
                      <a:pos x="64" y="0"/>
                    </a:cxn>
                    <a:cxn ang="0">
                      <a:pos x="0" y="172"/>
                    </a:cxn>
                    <a:cxn ang="0">
                      <a:pos x="64" y="345"/>
                    </a:cxn>
                    <a:cxn ang="0">
                      <a:pos x="127" y="172"/>
                    </a:cxn>
                    <a:cxn ang="0">
                      <a:pos x="64" y="0"/>
                    </a:cxn>
                    <a:cxn ang="0">
                      <a:pos x="64" y="317"/>
                    </a:cxn>
                    <a:cxn ang="0">
                      <a:pos x="10" y="172"/>
                    </a:cxn>
                    <a:cxn ang="0">
                      <a:pos x="64" y="28"/>
                    </a:cxn>
                    <a:cxn ang="0">
                      <a:pos x="117" y="172"/>
                    </a:cxn>
                    <a:cxn ang="0">
                      <a:pos x="64" y="317"/>
                    </a:cxn>
                  </a:cxnLst>
                  <a:rect l="0" t="0" r="r" b="b"/>
                  <a:pathLst>
                    <a:path w="127" h="345">
                      <a:moveTo>
                        <a:pt x="64" y="0"/>
                      </a:moveTo>
                      <a:cubicBezTo>
                        <a:pt x="29" y="0"/>
                        <a:pt x="0" y="77"/>
                        <a:pt x="0" y="172"/>
                      </a:cubicBezTo>
                      <a:cubicBezTo>
                        <a:pt x="0" y="268"/>
                        <a:pt x="29" y="345"/>
                        <a:pt x="64" y="345"/>
                      </a:cubicBezTo>
                      <a:cubicBezTo>
                        <a:pt x="99" y="345"/>
                        <a:pt x="127" y="268"/>
                        <a:pt x="127" y="172"/>
                      </a:cubicBezTo>
                      <a:cubicBezTo>
                        <a:pt x="127" y="77"/>
                        <a:pt x="99" y="0"/>
                        <a:pt x="64" y="0"/>
                      </a:cubicBezTo>
                      <a:close/>
                      <a:moveTo>
                        <a:pt x="64" y="317"/>
                      </a:moveTo>
                      <a:cubicBezTo>
                        <a:pt x="34" y="317"/>
                        <a:pt x="10" y="252"/>
                        <a:pt x="10" y="172"/>
                      </a:cubicBezTo>
                      <a:cubicBezTo>
                        <a:pt x="10" y="92"/>
                        <a:pt x="34" y="28"/>
                        <a:pt x="64" y="28"/>
                      </a:cubicBezTo>
                      <a:cubicBezTo>
                        <a:pt x="93" y="28"/>
                        <a:pt x="117" y="92"/>
                        <a:pt x="117" y="172"/>
                      </a:cubicBezTo>
                      <a:cubicBezTo>
                        <a:pt x="117" y="252"/>
                        <a:pt x="93" y="317"/>
                        <a:pt x="64" y="31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66"/>
                <p:cNvSpPr>
                  <a:spLocks noEditPoints="1"/>
                </p:cNvSpPr>
                <p:nvPr/>
              </p:nvSpPr>
              <p:spPr bwMode="auto">
                <a:xfrm>
                  <a:off x="4530725" y="1946275"/>
                  <a:ext cx="438150" cy="160338"/>
                </a:xfrm>
                <a:custGeom>
                  <a:avLst/>
                  <a:gdLst/>
                  <a:ahLst/>
                  <a:cxnLst>
                    <a:cxn ang="0">
                      <a:pos x="346" y="63"/>
                    </a:cxn>
                    <a:cxn ang="0">
                      <a:pos x="173" y="0"/>
                    </a:cxn>
                    <a:cxn ang="0">
                      <a:pos x="0" y="63"/>
                    </a:cxn>
                    <a:cxn ang="0">
                      <a:pos x="173" y="127"/>
                    </a:cxn>
                    <a:cxn ang="0">
                      <a:pos x="346" y="63"/>
                    </a:cxn>
                    <a:cxn ang="0">
                      <a:pos x="28" y="63"/>
                    </a:cxn>
                    <a:cxn ang="0">
                      <a:pos x="173" y="10"/>
                    </a:cxn>
                    <a:cxn ang="0">
                      <a:pos x="317" y="63"/>
                    </a:cxn>
                    <a:cxn ang="0">
                      <a:pos x="173" y="117"/>
                    </a:cxn>
                    <a:cxn ang="0">
                      <a:pos x="28" y="63"/>
                    </a:cxn>
                  </a:cxnLst>
                  <a:rect l="0" t="0" r="r" b="b"/>
                  <a:pathLst>
                    <a:path w="346" h="127">
                      <a:moveTo>
                        <a:pt x="346" y="63"/>
                      </a:moveTo>
                      <a:cubicBezTo>
                        <a:pt x="346" y="28"/>
                        <a:pt x="268" y="0"/>
                        <a:pt x="173" y="0"/>
                      </a:cubicBezTo>
                      <a:cubicBezTo>
                        <a:pt x="77" y="0"/>
                        <a:pt x="0" y="28"/>
                        <a:pt x="0" y="63"/>
                      </a:cubicBezTo>
                      <a:cubicBezTo>
                        <a:pt x="0" y="99"/>
                        <a:pt x="77" y="127"/>
                        <a:pt x="173" y="127"/>
                      </a:cubicBezTo>
                      <a:cubicBezTo>
                        <a:pt x="268" y="127"/>
                        <a:pt x="346" y="99"/>
                        <a:pt x="346" y="63"/>
                      </a:cubicBezTo>
                      <a:close/>
                      <a:moveTo>
                        <a:pt x="28" y="63"/>
                      </a:moveTo>
                      <a:cubicBezTo>
                        <a:pt x="28" y="34"/>
                        <a:pt x="93" y="10"/>
                        <a:pt x="173" y="10"/>
                      </a:cubicBezTo>
                      <a:cubicBezTo>
                        <a:pt x="253" y="10"/>
                        <a:pt x="317" y="34"/>
                        <a:pt x="317" y="63"/>
                      </a:cubicBezTo>
                      <a:cubicBezTo>
                        <a:pt x="317" y="93"/>
                        <a:pt x="253" y="117"/>
                        <a:pt x="173" y="117"/>
                      </a:cubicBezTo>
                      <a:cubicBezTo>
                        <a:pt x="93" y="117"/>
                        <a:pt x="28" y="93"/>
                        <a:pt x="28" y="63"/>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67"/>
                <p:cNvSpPr>
                  <a:spLocks noEditPoints="1"/>
                </p:cNvSpPr>
                <p:nvPr/>
              </p:nvSpPr>
              <p:spPr bwMode="auto">
                <a:xfrm>
                  <a:off x="4562475" y="1839913"/>
                  <a:ext cx="373063" cy="373063"/>
                </a:xfrm>
                <a:custGeom>
                  <a:avLst/>
                  <a:gdLst/>
                  <a:ahLst/>
                  <a:cxnLst>
                    <a:cxn ang="0">
                      <a:pos x="269" y="25"/>
                    </a:cxn>
                    <a:cxn ang="0">
                      <a:pos x="102" y="102"/>
                    </a:cxn>
                    <a:cxn ang="0">
                      <a:pos x="25" y="270"/>
                    </a:cxn>
                    <a:cxn ang="0">
                      <a:pos x="192" y="192"/>
                    </a:cxn>
                    <a:cxn ang="0">
                      <a:pos x="269" y="25"/>
                    </a:cxn>
                    <a:cxn ang="0">
                      <a:pos x="44" y="250"/>
                    </a:cxn>
                    <a:cxn ang="0">
                      <a:pos x="109" y="110"/>
                    </a:cxn>
                    <a:cxn ang="0">
                      <a:pos x="249" y="45"/>
                    </a:cxn>
                    <a:cxn ang="0">
                      <a:pos x="184" y="185"/>
                    </a:cxn>
                    <a:cxn ang="0">
                      <a:pos x="44" y="250"/>
                    </a:cxn>
                  </a:cxnLst>
                  <a:rect l="0" t="0" r="r" b="b"/>
                  <a:pathLst>
                    <a:path w="294" h="294">
                      <a:moveTo>
                        <a:pt x="269" y="25"/>
                      </a:moveTo>
                      <a:cubicBezTo>
                        <a:pt x="244" y="0"/>
                        <a:pt x="169" y="35"/>
                        <a:pt x="102" y="102"/>
                      </a:cubicBezTo>
                      <a:cubicBezTo>
                        <a:pt x="34" y="170"/>
                        <a:pt x="0" y="245"/>
                        <a:pt x="25" y="270"/>
                      </a:cubicBezTo>
                      <a:cubicBezTo>
                        <a:pt x="49" y="294"/>
                        <a:pt x="124" y="260"/>
                        <a:pt x="192" y="192"/>
                      </a:cubicBezTo>
                      <a:cubicBezTo>
                        <a:pt x="259" y="125"/>
                        <a:pt x="294" y="50"/>
                        <a:pt x="269" y="25"/>
                      </a:cubicBezTo>
                      <a:close/>
                      <a:moveTo>
                        <a:pt x="44" y="250"/>
                      </a:moveTo>
                      <a:cubicBezTo>
                        <a:pt x="24" y="229"/>
                        <a:pt x="53" y="166"/>
                        <a:pt x="109" y="110"/>
                      </a:cubicBezTo>
                      <a:cubicBezTo>
                        <a:pt x="166" y="53"/>
                        <a:pt x="228" y="24"/>
                        <a:pt x="249" y="45"/>
                      </a:cubicBezTo>
                      <a:cubicBezTo>
                        <a:pt x="270" y="66"/>
                        <a:pt x="241" y="129"/>
                        <a:pt x="184" y="185"/>
                      </a:cubicBezTo>
                      <a:cubicBezTo>
                        <a:pt x="128" y="242"/>
                        <a:pt x="65" y="271"/>
                        <a:pt x="44" y="250"/>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68"/>
                <p:cNvSpPr>
                  <a:spLocks noEditPoints="1"/>
                </p:cNvSpPr>
                <p:nvPr/>
              </p:nvSpPr>
              <p:spPr bwMode="auto">
                <a:xfrm>
                  <a:off x="4562475" y="1839913"/>
                  <a:ext cx="373063" cy="373063"/>
                </a:xfrm>
                <a:custGeom>
                  <a:avLst/>
                  <a:gdLst/>
                  <a:ahLst/>
                  <a:cxnLst>
                    <a:cxn ang="0">
                      <a:pos x="269" y="270"/>
                    </a:cxn>
                    <a:cxn ang="0">
                      <a:pos x="192" y="102"/>
                    </a:cxn>
                    <a:cxn ang="0">
                      <a:pos x="25" y="25"/>
                    </a:cxn>
                    <a:cxn ang="0">
                      <a:pos x="102" y="192"/>
                    </a:cxn>
                    <a:cxn ang="0">
                      <a:pos x="269" y="270"/>
                    </a:cxn>
                    <a:cxn ang="0">
                      <a:pos x="44" y="45"/>
                    </a:cxn>
                    <a:cxn ang="0">
                      <a:pos x="184" y="110"/>
                    </a:cxn>
                    <a:cxn ang="0">
                      <a:pos x="249" y="250"/>
                    </a:cxn>
                    <a:cxn ang="0">
                      <a:pos x="109" y="185"/>
                    </a:cxn>
                    <a:cxn ang="0">
                      <a:pos x="44" y="45"/>
                    </a:cxn>
                  </a:cxnLst>
                  <a:rect l="0" t="0" r="r" b="b"/>
                  <a:pathLst>
                    <a:path w="294" h="294">
                      <a:moveTo>
                        <a:pt x="269" y="270"/>
                      </a:moveTo>
                      <a:cubicBezTo>
                        <a:pt x="294" y="245"/>
                        <a:pt x="259" y="170"/>
                        <a:pt x="192" y="102"/>
                      </a:cubicBezTo>
                      <a:cubicBezTo>
                        <a:pt x="124" y="35"/>
                        <a:pt x="49" y="0"/>
                        <a:pt x="25" y="25"/>
                      </a:cubicBezTo>
                      <a:cubicBezTo>
                        <a:pt x="0" y="50"/>
                        <a:pt x="34" y="125"/>
                        <a:pt x="102" y="192"/>
                      </a:cubicBezTo>
                      <a:cubicBezTo>
                        <a:pt x="169" y="260"/>
                        <a:pt x="244" y="294"/>
                        <a:pt x="269" y="270"/>
                      </a:cubicBezTo>
                      <a:close/>
                      <a:moveTo>
                        <a:pt x="44" y="45"/>
                      </a:moveTo>
                      <a:cubicBezTo>
                        <a:pt x="65" y="24"/>
                        <a:pt x="128" y="53"/>
                        <a:pt x="184" y="110"/>
                      </a:cubicBezTo>
                      <a:cubicBezTo>
                        <a:pt x="241" y="166"/>
                        <a:pt x="270" y="229"/>
                        <a:pt x="249" y="250"/>
                      </a:cubicBezTo>
                      <a:cubicBezTo>
                        <a:pt x="228" y="271"/>
                        <a:pt x="166" y="242"/>
                        <a:pt x="109" y="185"/>
                      </a:cubicBezTo>
                      <a:cubicBezTo>
                        <a:pt x="53" y="129"/>
                        <a:pt x="24" y="66"/>
                        <a:pt x="44" y="4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Oval 69"/>
                <p:cNvSpPr>
                  <a:spLocks noChangeArrowheads="1"/>
                </p:cNvSpPr>
                <p:nvPr/>
              </p:nvSpPr>
              <p:spPr bwMode="auto">
                <a:xfrm>
                  <a:off x="4714875" y="1993900"/>
                  <a:ext cx="68263" cy="66675"/>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1" name="Group 188"/>
            <p:cNvGrpSpPr/>
            <p:nvPr/>
          </p:nvGrpSpPr>
          <p:grpSpPr>
            <a:xfrm>
              <a:off x="2935591" y="1181100"/>
              <a:ext cx="420138" cy="491590"/>
              <a:chOff x="4033173" y="1286669"/>
              <a:chExt cx="420138" cy="491590"/>
            </a:xfrm>
          </p:grpSpPr>
          <p:grpSp>
            <p:nvGrpSpPr>
              <p:cNvPr id="56" name="Group 153"/>
              <p:cNvGrpSpPr/>
              <p:nvPr/>
            </p:nvGrpSpPr>
            <p:grpSpPr>
              <a:xfrm>
                <a:off x="4033173" y="1286669"/>
                <a:ext cx="420138" cy="491590"/>
                <a:chOff x="3973513" y="1209675"/>
                <a:chExt cx="466725" cy="546100"/>
              </a:xfrm>
              <a:solidFill>
                <a:schemeClr val="accent6"/>
              </a:solidFill>
            </p:grpSpPr>
            <p:sp>
              <p:nvSpPr>
                <p:cNvPr id="87" name="Oval 34"/>
                <p:cNvSpPr>
                  <a:spLocks noChangeArrowheads="1"/>
                </p:cNvSpPr>
                <p:nvPr/>
              </p:nvSpPr>
              <p:spPr bwMode="auto">
                <a:xfrm>
                  <a:off x="3973513" y="1209675"/>
                  <a:ext cx="466725" cy="466725"/>
                </a:xfrm>
                <a:prstGeom prst="ellipse">
                  <a:avLst/>
                </a:pr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5"/>
                <p:cNvSpPr>
                  <a:spLocks/>
                </p:cNvSpPr>
                <p:nvPr/>
              </p:nvSpPr>
              <p:spPr bwMode="auto">
                <a:xfrm>
                  <a:off x="4202113" y="1644650"/>
                  <a:ext cx="119063" cy="111125"/>
                </a:xfrm>
                <a:custGeom>
                  <a:avLst/>
                  <a:gdLst/>
                  <a:ahLst/>
                  <a:cxnLst>
                    <a:cxn ang="0">
                      <a:pos x="75" y="0"/>
                    </a:cxn>
                    <a:cxn ang="0">
                      <a:pos x="69" y="70"/>
                    </a:cxn>
                    <a:cxn ang="0">
                      <a:pos x="0" y="12"/>
                    </a:cxn>
                    <a:cxn ang="0">
                      <a:pos x="75" y="0"/>
                    </a:cxn>
                  </a:cxnLst>
                  <a:rect l="0" t="0" r="r" b="b"/>
                  <a:pathLst>
                    <a:path w="75" h="70">
                      <a:moveTo>
                        <a:pt x="75" y="0"/>
                      </a:moveTo>
                      <a:lnTo>
                        <a:pt x="69" y="70"/>
                      </a:lnTo>
                      <a:lnTo>
                        <a:pt x="0" y="12"/>
                      </a:lnTo>
                      <a:lnTo>
                        <a:pt x="75"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Group 154"/>
              <p:cNvGrpSpPr/>
              <p:nvPr/>
            </p:nvGrpSpPr>
            <p:grpSpPr>
              <a:xfrm>
                <a:off x="4173220" y="1398134"/>
                <a:ext cx="142904" cy="255799"/>
                <a:chOff x="4129088" y="1333500"/>
                <a:chExt cx="158750" cy="284163"/>
              </a:xfrm>
            </p:grpSpPr>
            <p:sp>
              <p:nvSpPr>
                <p:cNvPr id="84" name="Freeform 70"/>
                <p:cNvSpPr>
                  <a:spLocks noEditPoints="1"/>
                </p:cNvSpPr>
                <p:nvPr/>
              </p:nvSpPr>
              <p:spPr bwMode="auto">
                <a:xfrm>
                  <a:off x="4129088" y="1333500"/>
                  <a:ext cx="158750" cy="158750"/>
                </a:xfrm>
                <a:custGeom>
                  <a:avLst/>
                  <a:gdLst/>
                  <a:ahLst/>
                  <a:cxnLst>
                    <a:cxn ang="0">
                      <a:pos x="63" y="0"/>
                    </a:cxn>
                    <a:cxn ang="0">
                      <a:pos x="0" y="63"/>
                    </a:cxn>
                    <a:cxn ang="0">
                      <a:pos x="63" y="126"/>
                    </a:cxn>
                    <a:cxn ang="0">
                      <a:pos x="126" y="63"/>
                    </a:cxn>
                    <a:cxn ang="0">
                      <a:pos x="63" y="0"/>
                    </a:cxn>
                    <a:cxn ang="0">
                      <a:pos x="63" y="114"/>
                    </a:cxn>
                    <a:cxn ang="0">
                      <a:pos x="12" y="63"/>
                    </a:cxn>
                    <a:cxn ang="0">
                      <a:pos x="63" y="12"/>
                    </a:cxn>
                    <a:cxn ang="0">
                      <a:pos x="115" y="63"/>
                    </a:cxn>
                    <a:cxn ang="0">
                      <a:pos x="63" y="114"/>
                    </a:cxn>
                  </a:cxnLst>
                  <a:rect l="0" t="0" r="r" b="b"/>
                  <a:pathLst>
                    <a:path w="126" h="126">
                      <a:moveTo>
                        <a:pt x="63" y="0"/>
                      </a:moveTo>
                      <a:cubicBezTo>
                        <a:pt x="29" y="0"/>
                        <a:pt x="0" y="28"/>
                        <a:pt x="0" y="63"/>
                      </a:cubicBezTo>
                      <a:cubicBezTo>
                        <a:pt x="0" y="98"/>
                        <a:pt x="29" y="126"/>
                        <a:pt x="63" y="126"/>
                      </a:cubicBezTo>
                      <a:cubicBezTo>
                        <a:pt x="98" y="126"/>
                        <a:pt x="126" y="98"/>
                        <a:pt x="126" y="63"/>
                      </a:cubicBezTo>
                      <a:cubicBezTo>
                        <a:pt x="126" y="28"/>
                        <a:pt x="98" y="0"/>
                        <a:pt x="63" y="0"/>
                      </a:cubicBezTo>
                      <a:close/>
                      <a:moveTo>
                        <a:pt x="63" y="114"/>
                      </a:moveTo>
                      <a:cubicBezTo>
                        <a:pt x="35" y="114"/>
                        <a:pt x="12" y="91"/>
                        <a:pt x="12" y="63"/>
                      </a:cubicBezTo>
                      <a:cubicBezTo>
                        <a:pt x="12" y="35"/>
                        <a:pt x="35" y="12"/>
                        <a:pt x="63" y="12"/>
                      </a:cubicBezTo>
                      <a:cubicBezTo>
                        <a:pt x="92" y="12"/>
                        <a:pt x="115" y="35"/>
                        <a:pt x="115" y="63"/>
                      </a:cubicBezTo>
                      <a:cubicBezTo>
                        <a:pt x="115" y="91"/>
                        <a:pt x="92" y="114"/>
                        <a:pt x="63" y="114"/>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71"/>
                <p:cNvSpPr>
                  <a:spLocks noChangeArrowheads="1"/>
                </p:cNvSpPr>
                <p:nvPr/>
              </p:nvSpPr>
              <p:spPr bwMode="auto">
                <a:xfrm>
                  <a:off x="4198938" y="1484313"/>
                  <a:ext cx="20638" cy="7778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72"/>
                <p:cNvSpPr>
                  <a:spLocks/>
                </p:cNvSpPr>
                <p:nvPr/>
              </p:nvSpPr>
              <p:spPr bwMode="auto">
                <a:xfrm>
                  <a:off x="4192588" y="1509713"/>
                  <a:ext cx="33338" cy="107950"/>
                </a:xfrm>
                <a:custGeom>
                  <a:avLst/>
                  <a:gdLst/>
                  <a:ahLst/>
                  <a:cxnLst>
                    <a:cxn ang="0">
                      <a:pos x="27" y="71"/>
                    </a:cxn>
                    <a:cxn ang="0">
                      <a:pos x="13" y="85"/>
                    </a:cxn>
                    <a:cxn ang="0">
                      <a:pos x="13" y="85"/>
                    </a:cxn>
                    <a:cxn ang="0">
                      <a:pos x="0" y="71"/>
                    </a:cxn>
                    <a:cxn ang="0">
                      <a:pos x="0" y="13"/>
                    </a:cxn>
                    <a:cxn ang="0">
                      <a:pos x="13" y="0"/>
                    </a:cxn>
                    <a:cxn ang="0">
                      <a:pos x="13" y="0"/>
                    </a:cxn>
                    <a:cxn ang="0">
                      <a:pos x="27" y="13"/>
                    </a:cxn>
                    <a:cxn ang="0">
                      <a:pos x="27" y="71"/>
                    </a:cxn>
                  </a:cxnLst>
                  <a:rect l="0" t="0" r="r" b="b"/>
                  <a:pathLst>
                    <a:path w="27" h="85">
                      <a:moveTo>
                        <a:pt x="27" y="71"/>
                      </a:moveTo>
                      <a:cubicBezTo>
                        <a:pt x="27" y="79"/>
                        <a:pt x="21" y="85"/>
                        <a:pt x="13" y="85"/>
                      </a:cubicBezTo>
                      <a:cubicBezTo>
                        <a:pt x="13" y="85"/>
                        <a:pt x="13" y="85"/>
                        <a:pt x="13" y="85"/>
                      </a:cubicBezTo>
                      <a:cubicBezTo>
                        <a:pt x="6" y="85"/>
                        <a:pt x="0" y="79"/>
                        <a:pt x="0" y="71"/>
                      </a:cubicBezTo>
                      <a:cubicBezTo>
                        <a:pt x="0" y="13"/>
                        <a:pt x="0" y="13"/>
                        <a:pt x="0" y="13"/>
                      </a:cubicBezTo>
                      <a:cubicBezTo>
                        <a:pt x="0" y="6"/>
                        <a:pt x="6" y="0"/>
                        <a:pt x="13" y="0"/>
                      </a:cubicBezTo>
                      <a:cubicBezTo>
                        <a:pt x="13" y="0"/>
                        <a:pt x="13" y="0"/>
                        <a:pt x="13" y="0"/>
                      </a:cubicBezTo>
                      <a:cubicBezTo>
                        <a:pt x="21" y="0"/>
                        <a:pt x="27" y="6"/>
                        <a:pt x="27" y="13"/>
                      </a:cubicBezTo>
                      <a:lnTo>
                        <a:pt x="27" y="7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61" name="Group 192"/>
            <p:cNvGrpSpPr/>
            <p:nvPr/>
          </p:nvGrpSpPr>
          <p:grpSpPr>
            <a:xfrm>
              <a:off x="1268154" y="1943100"/>
              <a:ext cx="484446" cy="568759"/>
              <a:chOff x="3847398" y="1964034"/>
              <a:chExt cx="484446" cy="568759"/>
            </a:xfrm>
          </p:grpSpPr>
          <p:grpSp>
            <p:nvGrpSpPr>
              <p:cNvPr id="62" name="Group 138"/>
              <p:cNvGrpSpPr/>
              <p:nvPr/>
            </p:nvGrpSpPr>
            <p:grpSpPr>
              <a:xfrm>
                <a:off x="3847398" y="1964034"/>
                <a:ext cx="484446" cy="568759"/>
                <a:chOff x="3767138" y="1962150"/>
                <a:chExt cx="538163" cy="631826"/>
              </a:xfrm>
              <a:solidFill>
                <a:schemeClr val="accent1"/>
              </a:solidFill>
            </p:grpSpPr>
            <p:sp>
              <p:nvSpPr>
                <p:cNvPr id="94" name="Oval 46"/>
                <p:cNvSpPr>
                  <a:spLocks noChangeArrowheads="1"/>
                </p:cNvSpPr>
                <p:nvPr/>
              </p:nvSpPr>
              <p:spPr bwMode="auto">
                <a:xfrm>
                  <a:off x="3767138" y="1962150"/>
                  <a:ext cx="538163" cy="539750"/>
                </a:xfrm>
                <a:prstGeom prst="ellipse">
                  <a:avLst/>
                </a:pr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47"/>
                <p:cNvSpPr>
                  <a:spLocks/>
                </p:cNvSpPr>
                <p:nvPr/>
              </p:nvSpPr>
              <p:spPr bwMode="auto">
                <a:xfrm>
                  <a:off x="4030663" y="2465388"/>
                  <a:ext cx="138113" cy="128588"/>
                </a:xfrm>
                <a:custGeom>
                  <a:avLst/>
                  <a:gdLst/>
                  <a:ahLst/>
                  <a:cxnLst>
                    <a:cxn ang="0">
                      <a:pos x="87" y="0"/>
                    </a:cxn>
                    <a:cxn ang="0">
                      <a:pos x="80" y="81"/>
                    </a:cxn>
                    <a:cxn ang="0">
                      <a:pos x="0" y="13"/>
                    </a:cxn>
                    <a:cxn ang="0">
                      <a:pos x="87" y="0"/>
                    </a:cxn>
                  </a:cxnLst>
                  <a:rect l="0" t="0" r="r" b="b"/>
                  <a:pathLst>
                    <a:path w="87" h="81">
                      <a:moveTo>
                        <a:pt x="87" y="0"/>
                      </a:moveTo>
                      <a:lnTo>
                        <a:pt x="80" y="81"/>
                      </a:lnTo>
                      <a:lnTo>
                        <a:pt x="0" y="13"/>
                      </a:lnTo>
                      <a:lnTo>
                        <a:pt x="87"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Group 137"/>
              <p:cNvGrpSpPr/>
              <p:nvPr/>
            </p:nvGrpSpPr>
            <p:grpSpPr>
              <a:xfrm>
                <a:off x="4003147" y="2066925"/>
                <a:ext cx="218643" cy="275805"/>
                <a:chOff x="3940175" y="2076450"/>
                <a:chExt cx="242888" cy="306388"/>
              </a:xfrm>
            </p:grpSpPr>
            <p:sp>
              <p:nvSpPr>
                <p:cNvPr id="92" name="Freeform 73"/>
                <p:cNvSpPr>
                  <a:spLocks noEditPoints="1"/>
                </p:cNvSpPr>
                <p:nvPr/>
              </p:nvSpPr>
              <p:spPr bwMode="auto">
                <a:xfrm>
                  <a:off x="4021138" y="2078038"/>
                  <a:ext cx="161925" cy="304800"/>
                </a:xfrm>
                <a:custGeom>
                  <a:avLst/>
                  <a:gdLst/>
                  <a:ahLst/>
                  <a:cxnLst>
                    <a:cxn ang="0">
                      <a:pos x="0" y="0"/>
                    </a:cxn>
                    <a:cxn ang="0">
                      <a:pos x="0" y="192"/>
                    </a:cxn>
                    <a:cxn ang="0">
                      <a:pos x="102" y="192"/>
                    </a:cxn>
                    <a:cxn ang="0">
                      <a:pos x="0" y="0"/>
                    </a:cxn>
                    <a:cxn ang="0">
                      <a:pos x="15" y="74"/>
                    </a:cxn>
                    <a:cxn ang="0">
                      <a:pos x="69" y="167"/>
                    </a:cxn>
                    <a:cxn ang="0">
                      <a:pos x="15" y="167"/>
                    </a:cxn>
                    <a:cxn ang="0">
                      <a:pos x="15" y="74"/>
                    </a:cxn>
                  </a:cxnLst>
                  <a:rect l="0" t="0" r="r" b="b"/>
                  <a:pathLst>
                    <a:path w="102" h="192">
                      <a:moveTo>
                        <a:pt x="0" y="0"/>
                      </a:moveTo>
                      <a:lnTo>
                        <a:pt x="0" y="192"/>
                      </a:lnTo>
                      <a:lnTo>
                        <a:pt x="102" y="192"/>
                      </a:lnTo>
                      <a:lnTo>
                        <a:pt x="0" y="0"/>
                      </a:lnTo>
                      <a:close/>
                      <a:moveTo>
                        <a:pt x="15" y="74"/>
                      </a:moveTo>
                      <a:lnTo>
                        <a:pt x="69" y="167"/>
                      </a:lnTo>
                      <a:lnTo>
                        <a:pt x="15" y="167"/>
                      </a:lnTo>
                      <a:lnTo>
                        <a:pt x="15" y="74"/>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Rectangle 74"/>
                <p:cNvSpPr>
                  <a:spLocks noChangeArrowheads="1"/>
                </p:cNvSpPr>
                <p:nvPr/>
              </p:nvSpPr>
              <p:spPr bwMode="auto">
                <a:xfrm>
                  <a:off x="3940175" y="2076450"/>
                  <a:ext cx="39688" cy="30003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71" name="Group 187"/>
            <p:cNvGrpSpPr/>
            <p:nvPr/>
          </p:nvGrpSpPr>
          <p:grpSpPr>
            <a:xfrm>
              <a:off x="3301426" y="1759862"/>
              <a:ext cx="420138" cy="491591"/>
              <a:chOff x="3434404" y="1506741"/>
              <a:chExt cx="420138" cy="491591"/>
            </a:xfrm>
          </p:grpSpPr>
          <p:grpSp>
            <p:nvGrpSpPr>
              <p:cNvPr id="72" name="Group 132"/>
              <p:cNvGrpSpPr/>
              <p:nvPr/>
            </p:nvGrpSpPr>
            <p:grpSpPr>
              <a:xfrm>
                <a:off x="3434404" y="1506739"/>
                <a:ext cx="420138" cy="491590"/>
                <a:chOff x="3308350" y="1454150"/>
                <a:chExt cx="466725" cy="546101"/>
              </a:xfrm>
              <a:solidFill>
                <a:schemeClr val="accent2"/>
              </a:solidFill>
            </p:grpSpPr>
            <p:sp>
              <p:nvSpPr>
                <p:cNvPr id="99" name="Oval 36"/>
                <p:cNvSpPr>
                  <a:spLocks noChangeArrowheads="1"/>
                </p:cNvSpPr>
                <p:nvPr/>
              </p:nvSpPr>
              <p:spPr bwMode="auto">
                <a:xfrm>
                  <a:off x="3308350" y="1454150"/>
                  <a:ext cx="466725" cy="4651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37"/>
                <p:cNvSpPr>
                  <a:spLocks/>
                </p:cNvSpPr>
                <p:nvPr/>
              </p:nvSpPr>
              <p:spPr bwMode="auto">
                <a:xfrm>
                  <a:off x="3536950" y="1887538"/>
                  <a:ext cx="120650" cy="112713"/>
                </a:xfrm>
                <a:custGeom>
                  <a:avLst/>
                  <a:gdLst/>
                  <a:ahLst/>
                  <a:cxnLst>
                    <a:cxn ang="0">
                      <a:pos x="76" y="0"/>
                    </a:cxn>
                    <a:cxn ang="0">
                      <a:pos x="70" y="71"/>
                    </a:cxn>
                    <a:cxn ang="0">
                      <a:pos x="0" y="12"/>
                    </a:cxn>
                    <a:cxn ang="0">
                      <a:pos x="76" y="0"/>
                    </a:cxn>
                  </a:cxnLst>
                  <a:rect l="0" t="0" r="r" b="b"/>
                  <a:pathLst>
                    <a:path w="76" h="71">
                      <a:moveTo>
                        <a:pt x="76" y="0"/>
                      </a:moveTo>
                      <a:lnTo>
                        <a:pt x="70" y="71"/>
                      </a:lnTo>
                      <a:lnTo>
                        <a:pt x="0" y="12"/>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8" name="Freeform 75"/>
              <p:cNvSpPr>
                <a:spLocks noEditPoints="1"/>
              </p:cNvSpPr>
              <p:nvPr/>
            </p:nvSpPr>
            <p:spPr bwMode="auto">
              <a:xfrm>
                <a:off x="3530151" y="1589625"/>
                <a:ext cx="247225" cy="250083"/>
              </a:xfrm>
              <a:custGeom>
                <a:avLst/>
                <a:gdLst/>
                <a:ahLst/>
                <a:cxnLst>
                  <a:cxn ang="0">
                    <a:pos x="139" y="105"/>
                  </a:cxn>
                  <a:cxn ang="0">
                    <a:pos x="134" y="93"/>
                  </a:cxn>
                  <a:cxn ang="0">
                    <a:pos x="134" y="42"/>
                  </a:cxn>
                  <a:cxn ang="0">
                    <a:pos x="139" y="35"/>
                  </a:cxn>
                  <a:cxn ang="0">
                    <a:pos x="140" y="35"/>
                  </a:cxn>
                  <a:cxn ang="0">
                    <a:pos x="140" y="12"/>
                  </a:cxn>
                  <a:cxn ang="0">
                    <a:pos x="139" y="12"/>
                  </a:cxn>
                  <a:cxn ang="0">
                    <a:pos x="139" y="12"/>
                  </a:cxn>
                  <a:cxn ang="0">
                    <a:pos x="108" y="0"/>
                  </a:cxn>
                  <a:cxn ang="0">
                    <a:pos x="77" y="12"/>
                  </a:cxn>
                  <a:cxn ang="0">
                    <a:pos x="77" y="12"/>
                  </a:cxn>
                  <a:cxn ang="0">
                    <a:pos x="76" y="12"/>
                  </a:cxn>
                  <a:cxn ang="0">
                    <a:pos x="76" y="35"/>
                  </a:cxn>
                  <a:cxn ang="0">
                    <a:pos x="77" y="35"/>
                  </a:cxn>
                  <a:cxn ang="0">
                    <a:pos x="86" y="42"/>
                  </a:cxn>
                  <a:cxn ang="0">
                    <a:pos x="86" y="93"/>
                  </a:cxn>
                  <a:cxn ang="0">
                    <a:pos x="79" y="105"/>
                  </a:cxn>
                  <a:cxn ang="0">
                    <a:pos x="29" y="200"/>
                  </a:cxn>
                  <a:cxn ang="0">
                    <a:pos x="108" y="218"/>
                  </a:cxn>
                  <a:cxn ang="0">
                    <a:pos x="187" y="200"/>
                  </a:cxn>
                  <a:cxn ang="0">
                    <a:pos x="139" y="105"/>
                  </a:cxn>
                  <a:cxn ang="0">
                    <a:pos x="137" y="201"/>
                  </a:cxn>
                  <a:cxn ang="0">
                    <a:pos x="172" y="177"/>
                  </a:cxn>
                  <a:cxn ang="0">
                    <a:pos x="142" y="126"/>
                  </a:cxn>
                  <a:cxn ang="0">
                    <a:pos x="183" y="179"/>
                  </a:cxn>
                  <a:cxn ang="0">
                    <a:pos x="137" y="201"/>
                  </a:cxn>
                </a:cxnLst>
                <a:rect l="0" t="0" r="r" b="b"/>
                <a:pathLst>
                  <a:path w="217" h="219">
                    <a:moveTo>
                      <a:pt x="139" y="105"/>
                    </a:moveTo>
                    <a:cubicBezTo>
                      <a:pt x="139" y="105"/>
                      <a:pt x="134" y="103"/>
                      <a:pt x="134" y="93"/>
                    </a:cubicBezTo>
                    <a:cubicBezTo>
                      <a:pt x="134" y="84"/>
                      <a:pt x="134" y="52"/>
                      <a:pt x="134" y="42"/>
                    </a:cubicBezTo>
                    <a:cubicBezTo>
                      <a:pt x="137" y="40"/>
                      <a:pt x="139" y="37"/>
                      <a:pt x="139" y="35"/>
                    </a:cubicBezTo>
                    <a:cubicBezTo>
                      <a:pt x="140" y="35"/>
                      <a:pt x="140" y="35"/>
                      <a:pt x="140" y="35"/>
                    </a:cubicBezTo>
                    <a:cubicBezTo>
                      <a:pt x="140" y="12"/>
                      <a:pt x="140" y="12"/>
                      <a:pt x="140" y="12"/>
                    </a:cubicBezTo>
                    <a:cubicBezTo>
                      <a:pt x="139" y="12"/>
                      <a:pt x="139" y="12"/>
                      <a:pt x="139" y="12"/>
                    </a:cubicBezTo>
                    <a:cubicBezTo>
                      <a:pt x="139" y="12"/>
                      <a:pt x="139" y="12"/>
                      <a:pt x="139" y="12"/>
                    </a:cubicBezTo>
                    <a:cubicBezTo>
                      <a:pt x="139" y="5"/>
                      <a:pt x="125" y="0"/>
                      <a:pt x="108" y="0"/>
                    </a:cubicBezTo>
                    <a:cubicBezTo>
                      <a:pt x="91" y="0"/>
                      <a:pt x="77" y="5"/>
                      <a:pt x="77" y="12"/>
                    </a:cubicBezTo>
                    <a:cubicBezTo>
                      <a:pt x="77" y="12"/>
                      <a:pt x="77" y="12"/>
                      <a:pt x="77" y="12"/>
                    </a:cubicBezTo>
                    <a:cubicBezTo>
                      <a:pt x="76" y="12"/>
                      <a:pt x="76" y="12"/>
                      <a:pt x="76" y="12"/>
                    </a:cubicBezTo>
                    <a:cubicBezTo>
                      <a:pt x="76" y="35"/>
                      <a:pt x="76" y="35"/>
                      <a:pt x="76" y="35"/>
                    </a:cubicBezTo>
                    <a:cubicBezTo>
                      <a:pt x="77" y="35"/>
                      <a:pt x="77" y="35"/>
                      <a:pt x="77" y="35"/>
                    </a:cubicBezTo>
                    <a:cubicBezTo>
                      <a:pt x="77" y="38"/>
                      <a:pt x="79" y="40"/>
                      <a:pt x="86" y="42"/>
                    </a:cubicBezTo>
                    <a:cubicBezTo>
                      <a:pt x="86" y="53"/>
                      <a:pt x="86" y="85"/>
                      <a:pt x="86" y="93"/>
                    </a:cubicBezTo>
                    <a:cubicBezTo>
                      <a:pt x="86" y="103"/>
                      <a:pt x="79" y="105"/>
                      <a:pt x="79" y="105"/>
                    </a:cubicBezTo>
                    <a:cubicBezTo>
                      <a:pt x="67" y="112"/>
                      <a:pt x="0" y="180"/>
                      <a:pt x="29" y="200"/>
                    </a:cubicBezTo>
                    <a:cubicBezTo>
                      <a:pt x="56" y="219"/>
                      <a:pt x="100" y="218"/>
                      <a:pt x="108" y="218"/>
                    </a:cubicBezTo>
                    <a:cubicBezTo>
                      <a:pt x="117" y="218"/>
                      <a:pt x="161" y="219"/>
                      <a:pt x="187" y="200"/>
                    </a:cubicBezTo>
                    <a:cubicBezTo>
                      <a:pt x="217" y="180"/>
                      <a:pt x="150" y="112"/>
                      <a:pt x="139" y="105"/>
                    </a:cubicBezTo>
                    <a:close/>
                    <a:moveTo>
                      <a:pt x="137" y="201"/>
                    </a:moveTo>
                    <a:cubicBezTo>
                      <a:pt x="137" y="201"/>
                      <a:pt x="170" y="195"/>
                      <a:pt x="172" y="177"/>
                    </a:cubicBezTo>
                    <a:cubicBezTo>
                      <a:pt x="173" y="159"/>
                      <a:pt x="142" y="126"/>
                      <a:pt x="142" y="126"/>
                    </a:cubicBezTo>
                    <a:cubicBezTo>
                      <a:pt x="142" y="126"/>
                      <a:pt x="183" y="158"/>
                      <a:pt x="183" y="179"/>
                    </a:cubicBezTo>
                    <a:cubicBezTo>
                      <a:pt x="182" y="201"/>
                      <a:pt x="137" y="201"/>
                      <a:pt x="137" y="20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3" name="Group 186"/>
            <p:cNvGrpSpPr/>
            <p:nvPr/>
          </p:nvGrpSpPr>
          <p:grpSpPr>
            <a:xfrm>
              <a:off x="1450565" y="1527710"/>
              <a:ext cx="454435" cy="491590"/>
              <a:chOff x="3130019" y="2054064"/>
              <a:chExt cx="454435" cy="491590"/>
            </a:xfrm>
          </p:grpSpPr>
          <p:grpSp>
            <p:nvGrpSpPr>
              <p:cNvPr id="81" name="Group 133"/>
              <p:cNvGrpSpPr/>
              <p:nvPr/>
            </p:nvGrpSpPr>
            <p:grpSpPr>
              <a:xfrm>
                <a:off x="3164316" y="2054064"/>
                <a:ext cx="420138" cy="491590"/>
                <a:chOff x="3008313" y="2062163"/>
                <a:chExt cx="466725" cy="546100"/>
              </a:xfrm>
              <a:solidFill>
                <a:schemeClr val="accent6"/>
              </a:solidFill>
            </p:grpSpPr>
            <p:sp>
              <p:nvSpPr>
                <p:cNvPr id="104" name="Oval 38"/>
                <p:cNvSpPr>
                  <a:spLocks noChangeArrowheads="1"/>
                </p:cNvSpPr>
                <p:nvPr/>
              </p:nvSpPr>
              <p:spPr bwMode="auto">
                <a:xfrm>
                  <a:off x="3008313" y="2062163"/>
                  <a:ext cx="466725" cy="465138"/>
                </a:xfrm>
                <a:prstGeom prst="ellipse">
                  <a:avLst/>
                </a:pr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9"/>
                <p:cNvSpPr>
                  <a:spLocks/>
                </p:cNvSpPr>
                <p:nvPr/>
              </p:nvSpPr>
              <p:spPr bwMode="auto">
                <a:xfrm>
                  <a:off x="3236913" y="2495550"/>
                  <a:ext cx="120650" cy="112713"/>
                </a:xfrm>
                <a:custGeom>
                  <a:avLst/>
                  <a:gdLst/>
                  <a:ahLst/>
                  <a:cxnLst>
                    <a:cxn ang="0">
                      <a:pos x="76" y="0"/>
                    </a:cxn>
                    <a:cxn ang="0">
                      <a:pos x="69" y="71"/>
                    </a:cxn>
                    <a:cxn ang="0">
                      <a:pos x="0" y="12"/>
                    </a:cxn>
                    <a:cxn ang="0">
                      <a:pos x="76" y="0"/>
                    </a:cxn>
                  </a:cxnLst>
                  <a:rect l="0" t="0" r="r" b="b"/>
                  <a:pathLst>
                    <a:path w="76" h="71">
                      <a:moveTo>
                        <a:pt x="76" y="0"/>
                      </a:moveTo>
                      <a:lnTo>
                        <a:pt x="69" y="71"/>
                      </a:lnTo>
                      <a:lnTo>
                        <a:pt x="0" y="12"/>
                      </a:lnTo>
                      <a:lnTo>
                        <a:pt x="76"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3" name="Freeform 76"/>
              <p:cNvSpPr>
                <a:spLocks noEditPoints="1"/>
              </p:cNvSpPr>
              <p:nvPr/>
            </p:nvSpPr>
            <p:spPr bwMode="auto">
              <a:xfrm>
                <a:off x="3130019" y="2151239"/>
                <a:ext cx="398703" cy="261515"/>
              </a:xfrm>
              <a:custGeom>
                <a:avLst/>
                <a:gdLst/>
                <a:ahLst/>
                <a:cxnLst>
                  <a:cxn ang="0">
                    <a:pos x="333" y="51"/>
                  </a:cxn>
                  <a:cxn ang="0">
                    <a:pos x="259" y="0"/>
                  </a:cxn>
                  <a:cxn ang="0">
                    <a:pos x="170" y="224"/>
                  </a:cxn>
                  <a:cxn ang="0">
                    <a:pos x="269" y="132"/>
                  </a:cxn>
                  <a:cxn ang="0">
                    <a:pos x="333" y="51"/>
                  </a:cxn>
                  <a:cxn ang="0">
                    <a:pos x="140" y="41"/>
                  </a:cxn>
                  <a:cxn ang="0">
                    <a:pos x="155" y="56"/>
                  </a:cxn>
                  <a:cxn ang="0">
                    <a:pos x="140" y="71"/>
                  </a:cxn>
                  <a:cxn ang="0">
                    <a:pos x="125" y="56"/>
                  </a:cxn>
                  <a:cxn ang="0">
                    <a:pos x="140" y="41"/>
                  </a:cxn>
                  <a:cxn ang="0">
                    <a:pos x="105" y="101"/>
                  </a:cxn>
                  <a:cxn ang="0">
                    <a:pos x="125" y="81"/>
                  </a:cxn>
                  <a:cxn ang="0">
                    <a:pos x="145" y="101"/>
                  </a:cxn>
                  <a:cxn ang="0">
                    <a:pos x="125" y="121"/>
                  </a:cxn>
                  <a:cxn ang="0">
                    <a:pos x="105" y="101"/>
                  </a:cxn>
                  <a:cxn ang="0">
                    <a:pos x="139" y="174"/>
                  </a:cxn>
                  <a:cxn ang="0">
                    <a:pos x="116" y="151"/>
                  </a:cxn>
                  <a:cxn ang="0">
                    <a:pos x="139" y="127"/>
                  </a:cxn>
                  <a:cxn ang="0">
                    <a:pos x="161" y="151"/>
                  </a:cxn>
                  <a:cxn ang="0">
                    <a:pos x="139" y="174"/>
                  </a:cxn>
                  <a:cxn ang="0">
                    <a:pos x="180" y="213"/>
                  </a:cxn>
                  <a:cxn ang="0">
                    <a:pos x="155" y="188"/>
                  </a:cxn>
                  <a:cxn ang="0">
                    <a:pos x="180" y="163"/>
                  </a:cxn>
                  <a:cxn ang="0">
                    <a:pos x="205" y="188"/>
                  </a:cxn>
                  <a:cxn ang="0">
                    <a:pos x="180" y="213"/>
                  </a:cxn>
                  <a:cxn ang="0">
                    <a:pos x="281" y="97"/>
                  </a:cxn>
                  <a:cxn ang="0">
                    <a:pos x="251" y="67"/>
                  </a:cxn>
                  <a:cxn ang="0">
                    <a:pos x="281" y="37"/>
                  </a:cxn>
                  <a:cxn ang="0">
                    <a:pos x="311" y="67"/>
                  </a:cxn>
                  <a:cxn ang="0">
                    <a:pos x="281" y="97"/>
                  </a:cxn>
                </a:cxnLst>
                <a:rect l="0" t="0" r="r" b="b"/>
                <a:pathLst>
                  <a:path w="349" h="229">
                    <a:moveTo>
                      <a:pt x="333" y="51"/>
                    </a:moveTo>
                    <a:cubicBezTo>
                      <a:pt x="316" y="6"/>
                      <a:pt x="259" y="0"/>
                      <a:pt x="259" y="0"/>
                    </a:cubicBezTo>
                    <a:cubicBezTo>
                      <a:pt x="0" y="4"/>
                      <a:pt x="103" y="219"/>
                      <a:pt x="170" y="224"/>
                    </a:cubicBezTo>
                    <a:cubicBezTo>
                      <a:pt x="236" y="229"/>
                      <a:pt x="226" y="149"/>
                      <a:pt x="269" y="132"/>
                    </a:cubicBezTo>
                    <a:cubicBezTo>
                      <a:pt x="311" y="116"/>
                      <a:pt x="349" y="96"/>
                      <a:pt x="333" y="51"/>
                    </a:cubicBezTo>
                    <a:close/>
                    <a:moveTo>
                      <a:pt x="140" y="41"/>
                    </a:moveTo>
                    <a:cubicBezTo>
                      <a:pt x="148" y="41"/>
                      <a:pt x="155" y="47"/>
                      <a:pt x="155" y="56"/>
                    </a:cubicBezTo>
                    <a:cubicBezTo>
                      <a:pt x="155" y="64"/>
                      <a:pt x="148" y="71"/>
                      <a:pt x="140" y="71"/>
                    </a:cubicBezTo>
                    <a:cubicBezTo>
                      <a:pt x="131" y="71"/>
                      <a:pt x="125" y="64"/>
                      <a:pt x="125" y="56"/>
                    </a:cubicBezTo>
                    <a:cubicBezTo>
                      <a:pt x="125" y="47"/>
                      <a:pt x="131" y="41"/>
                      <a:pt x="140" y="41"/>
                    </a:cubicBezTo>
                    <a:close/>
                    <a:moveTo>
                      <a:pt x="105" y="101"/>
                    </a:moveTo>
                    <a:cubicBezTo>
                      <a:pt x="105" y="90"/>
                      <a:pt x="114" y="81"/>
                      <a:pt x="125" y="81"/>
                    </a:cubicBezTo>
                    <a:cubicBezTo>
                      <a:pt x="136" y="81"/>
                      <a:pt x="145" y="90"/>
                      <a:pt x="145" y="101"/>
                    </a:cubicBezTo>
                    <a:cubicBezTo>
                      <a:pt x="145" y="112"/>
                      <a:pt x="136" y="121"/>
                      <a:pt x="125" y="121"/>
                    </a:cubicBezTo>
                    <a:cubicBezTo>
                      <a:pt x="114" y="121"/>
                      <a:pt x="105" y="112"/>
                      <a:pt x="105" y="101"/>
                    </a:cubicBezTo>
                    <a:close/>
                    <a:moveTo>
                      <a:pt x="139" y="174"/>
                    </a:moveTo>
                    <a:cubicBezTo>
                      <a:pt x="126" y="174"/>
                      <a:pt x="116" y="163"/>
                      <a:pt x="116" y="151"/>
                    </a:cubicBezTo>
                    <a:cubicBezTo>
                      <a:pt x="116" y="138"/>
                      <a:pt x="126" y="127"/>
                      <a:pt x="139" y="127"/>
                    </a:cubicBezTo>
                    <a:cubicBezTo>
                      <a:pt x="151" y="127"/>
                      <a:pt x="161" y="138"/>
                      <a:pt x="161" y="151"/>
                    </a:cubicBezTo>
                    <a:cubicBezTo>
                      <a:pt x="161" y="163"/>
                      <a:pt x="151" y="174"/>
                      <a:pt x="139" y="174"/>
                    </a:cubicBezTo>
                    <a:close/>
                    <a:moveTo>
                      <a:pt x="180" y="213"/>
                    </a:moveTo>
                    <a:cubicBezTo>
                      <a:pt x="166" y="213"/>
                      <a:pt x="155" y="202"/>
                      <a:pt x="155" y="188"/>
                    </a:cubicBezTo>
                    <a:cubicBezTo>
                      <a:pt x="155" y="174"/>
                      <a:pt x="166" y="163"/>
                      <a:pt x="180" y="163"/>
                    </a:cubicBezTo>
                    <a:cubicBezTo>
                      <a:pt x="193" y="163"/>
                      <a:pt x="205" y="174"/>
                      <a:pt x="205" y="188"/>
                    </a:cubicBezTo>
                    <a:cubicBezTo>
                      <a:pt x="205" y="202"/>
                      <a:pt x="193" y="213"/>
                      <a:pt x="180" y="213"/>
                    </a:cubicBezTo>
                    <a:close/>
                    <a:moveTo>
                      <a:pt x="281" y="97"/>
                    </a:moveTo>
                    <a:cubicBezTo>
                      <a:pt x="265" y="97"/>
                      <a:pt x="251" y="84"/>
                      <a:pt x="251" y="67"/>
                    </a:cubicBezTo>
                    <a:cubicBezTo>
                      <a:pt x="251" y="51"/>
                      <a:pt x="265" y="37"/>
                      <a:pt x="281" y="37"/>
                    </a:cubicBezTo>
                    <a:cubicBezTo>
                      <a:pt x="298" y="37"/>
                      <a:pt x="311" y="51"/>
                      <a:pt x="311" y="67"/>
                    </a:cubicBezTo>
                    <a:cubicBezTo>
                      <a:pt x="311" y="84"/>
                      <a:pt x="298" y="97"/>
                      <a:pt x="281" y="9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2" name="Group 185"/>
            <p:cNvGrpSpPr/>
            <p:nvPr/>
          </p:nvGrpSpPr>
          <p:grpSpPr>
            <a:xfrm>
              <a:off x="3511495" y="1307685"/>
              <a:ext cx="420138" cy="491590"/>
              <a:chOff x="3164316" y="2615677"/>
              <a:chExt cx="420138" cy="491590"/>
            </a:xfrm>
          </p:grpSpPr>
          <p:grpSp>
            <p:nvGrpSpPr>
              <p:cNvPr id="83" name="Group 134"/>
              <p:cNvGrpSpPr/>
              <p:nvPr/>
            </p:nvGrpSpPr>
            <p:grpSpPr>
              <a:xfrm>
                <a:off x="3164316" y="2615677"/>
                <a:ext cx="420138" cy="491590"/>
                <a:chOff x="3008313" y="2686050"/>
                <a:chExt cx="466725" cy="546100"/>
              </a:xfrm>
              <a:solidFill>
                <a:schemeClr val="accent3"/>
              </a:solidFill>
            </p:grpSpPr>
            <p:sp>
              <p:nvSpPr>
                <p:cNvPr id="109" name="Oval 42"/>
                <p:cNvSpPr>
                  <a:spLocks noChangeArrowheads="1"/>
                </p:cNvSpPr>
                <p:nvPr/>
              </p:nvSpPr>
              <p:spPr bwMode="auto">
                <a:xfrm>
                  <a:off x="3008313" y="2686050"/>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43"/>
                <p:cNvSpPr>
                  <a:spLocks/>
                </p:cNvSpPr>
                <p:nvPr/>
              </p:nvSpPr>
              <p:spPr bwMode="auto">
                <a:xfrm>
                  <a:off x="3236913" y="3121025"/>
                  <a:ext cx="120650" cy="111125"/>
                </a:xfrm>
                <a:custGeom>
                  <a:avLst/>
                  <a:gdLst/>
                  <a:ahLst/>
                  <a:cxnLst>
                    <a:cxn ang="0">
                      <a:pos x="76" y="0"/>
                    </a:cxn>
                    <a:cxn ang="0">
                      <a:pos x="69" y="70"/>
                    </a:cxn>
                    <a:cxn ang="0">
                      <a:pos x="0" y="11"/>
                    </a:cxn>
                    <a:cxn ang="0">
                      <a:pos x="76" y="0"/>
                    </a:cxn>
                  </a:cxnLst>
                  <a:rect l="0" t="0" r="r" b="b"/>
                  <a:pathLst>
                    <a:path w="76" h="70">
                      <a:moveTo>
                        <a:pt x="76" y="0"/>
                      </a:moveTo>
                      <a:lnTo>
                        <a:pt x="69" y="70"/>
                      </a:lnTo>
                      <a:lnTo>
                        <a:pt x="0" y="11"/>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8" name="Freeform 77"/>
              <p:cNvSpPr>
                <a:spLocks/>
              </p:cNvSpPr>
              <p:nvPr/>
            </p:nvSpPr>
            <p:spPr bwMode="auto">
              <a:xfrm>
                <a:off x="3270065" y="2715710"/>
                <a:ext cx="222931" cy="205782"/>
              </a:xfrm>
              <a:custGeom>
                <a:avLst/>
                <a:gdLst/>
                <a:ahLst/>
                <a:cxnLst>
                  <a:cxn ang="0">
                    <a:pos x="96" y="181"/>
                  </a:cxn>
                  <a:cxn ang="0">
                    <a:pos x="0" y="180"/>
                  </a:cxn>
                  <a:cxn ang="0">
                    <a:pos x="0" y="36"/>
                  </a:cxn>
                  <a:cxn ang="0">
                    <a:pos x="98" y="36"/>
                  </a:cxn>
                  <a:cxn ang="0">
                    <a:pos x="196" y="36"/>
                  </a:cxn>
                  <a:cxn ang="0">
                    <a:pos x="196" y="180"/>
                  </a:cxn>
                  <a:cxn ang="0">
                    <a:pos x="96" y="181"/>
                  </a:cxn>
                </a:cxnLst>
                <a:rect l="0" t="0" r="r" b="b"/>
                <a:pathLst>
                  <a:path w="196" h="181">
                    <a:moveTo>
                      <a:pt x="96" y="181"/>
                    </a:moveTo>
                    <a:cubicBezTo>
                      <a:pt x="96" y="181"/>
                      <a:pt x="62" y="147"/>
                      <a:pt x="0" y="180"/>
                    </a:cubicBezTo>
                    <a:cubicBezTo>
                      <a:pt x="0" y="36"/>
                      <a:pt x="0" y="36"/>
                      <a:pt x="0" y="36"/>
                    </a:cubicBezTo>
                    <a:cubicBezTo>
                      <a:pt x="0" y="36"/>
                      <a:pt x="63" y="0"/>
                      <a:pt x="98" y="36"/>
                    </a:cubicBezTo>
                    <a:cubicBezTo>
                      <a:pt x="196" y="36"/>
                      <a:pt x="196" y="36"/>
                      <a:pt x="196" y="36"/>
                    </a:cubicBezTo>
                    <a:cubicBezTo>
                      <a:pt x="196" y="180"/>
                      <a:pt x="196" y="180"/>
                      <a:pt x="196" y="180"/>
                    </a:cubicBezTo>
                    <a:lnTo>
                      <a:pt x="96" y="18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9" name="Group 184"/>
            <p:cNvGrpSpPr/>
            <p:nvPr/>
          </p:nvGrpSpPr>
          <p:grpSpPr>
            <a:xfrm>
              <a:off x="1065442" y="2492965"/>
              <a:ext cx="585907" cy="685941"/>
              <a:chOff x="3680200" y="2572806"/>
              <a:chExt cx="585907" cy="685941"/>
            </a:xfrm>
          </p:grpSpPr>
          <p:grpSp>
            <p:nvGrpSpPr>
              <p:cNvPr id="90" name="Group 136"/>
              <p:cNvGrpSpPr/>
              <p:nvPr/>
            </p:nvGrpSpPr>
            <p:grpSpPr>
              <a:xfrm>
                <a:off x="3680200" y="2572806"/>
                <a:ext cx="585907" cy="685941"/>
                <a:chOff x="3581400" y="2638425"/>
                <a:chExt cx="650875" cy="762001"/>
              </a:xfrm>
              <a:solidFill>
                <a:schemeClr val="accent2"/>
              </a:solidFill>
            </p:grpSpPr>
            <p:sp>
              <p:nvSpPr>
                <p:cNvPr id="118" name="Oval 44"/>
                <p:cNvSpPr>
                  <a:spLocks noChangeArrowheads="1"/>
                </p:cNvSpPr>
                <p:nvPr/>
              </p:nvSpPr>
              <p:spPr bwMode="auto">
                <a:xfrm>
                  <a:off x="3581400" y="2638425"/>
                  <a:ext cx="650875" cy="6508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45"/>
                <p:cNvSpPr>
                  <a:spLocks/>
                </p:cNvSpPr>
                <p:nvPr/>
              </p:nvSpPr>
              <p:spPr bwMode="auto">
                <a:xfrm>
                  <a:off x="3898900" y="3243263"/>
                  <a:ext cx="168275" cy="157163"/>
                </a:xfrm>
                <a:custGeom>
                  <a:avLst/>
                  <a:gdLst/>
                  <a:ahLst/>
                  <a:cxnLst>
                    <a:cxn ang="0">
                      <a:pos x="106" y="0"/>
                    </a:cxn>
                    <a:cxn ang="0">
                      <a:pos x="97" y="99"/>
                    </a:cxn>
                    <a:cxn ang="0">
                      <a:pos x="0" y="17"/>
                    </a:cxn>
                    <a:cxn ang="0">
                      <a:pos x="106" y="0"/>
                    </a:cxn>
                  </a:cxnLst>
                  <a:rect l="0" t="0" r="r" b="b"/>
                  <a:pathLst>
                    <a:path w="106" h="99">
                      <a:moveTo>
                        <a:pt x="106" y="0"/>
                      </a:moveTo>
                      <a:lnTo>
                        <a:pt x="97" y="99"/>
                      </a:lnTo>
                      <a:lnTo>
                        <a:pt x="0" y="17"/>
                      </a:lnTo>
                      <a:lnTo>
                        <a:pt x="10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1" name="Group 135"/>
              <p:cNvGrpSpPr/>
              <p:nvPr/>
            </p:nvGrpSpPr>
            <p:grpSpPr>
              <a:xfrm>
                <a:off x="3813101" y="2709950"/>
                <a:ext cx="320105" cy="344393"/>
                <a:chOff x="3729038" y="2790825"/>
                <a:chExt cx="355600" cy="382588"/>
              </a:xfrm>
            </p:grpSpPr>
            <p:sp>
              <p:nvSpPr>
                <p:cNvPr id="114" name="Freeform 78"/>
                <p:cNvSpPr>
                  <a:spLocks/>
                </p:cNvSpPr>
                <p:nvPr/>
              </p:nvSpPr>
              <p:spPr bwMode="auto">
                <a:xfrm>
                  <a:off x="3867150" y="3111500"/>
                  <a:ext cx="82550" cy="19050"/>
                </a:xfrm>
                <a:custGeom>
                  <a:avLst/>
                  <a:gdLst/>
                  <a:ahLst/>
                  <a:cxnLst>
                    <a:cxn ang="0">
                      <a:pos x="66" y="7"/>
                    </a:cxn>
                    <a:cxn ang="0">
                      <a:pos x="55" y="15"/>
                    </a:cxn>
                    <a:cxn ang="0">
                      <a:pos x="11" y="15"/>
                    </a:cxn>
                    <a:cxn ang="0">
                      <a:pos x="0" y="7"/>
                    </a:cxn>
                    <a:cxn ang="0">
                      <a:pos x="0" y="7"/>
                    </a:cxn>
                    <a:cxn ang="0">
                      <a:pos x="11" y="0"/>
                    </a:cxn>
                    <a:cxn ang="0">
                      <a:pos x="55" y="0"/>
                    </a:cxn>
                    <a:cxn ang="0">
                      <a:pos x="66" y="7"/>
                    </a:cxn>
                  </a:cxnLst>
                  <a:rect l="0" t="0" r="r" b="b"/>
                  <a:pathLst>
                    <a:path w="66" h="15">
                      <a:moveTo>
                        <a:pt x="66" y="7"/>
                      </a:moveTo>
                      <a:cubicBezTo>
                        <a:pt x="66" y="12"/>
                        <a:pt x="61" y="15"/>
                        <a:pt x="55" y="15"/>
                      </a:cubicBezTo>
                      <a:cubicBezTo>
                        <a:pt x="11" y="15"/>
                        <a:pt x="11" y="15"/>
                        <a:pt x="11" y="15"/>
                      </a:cubicBezTo>
                      <a:cubicBezTo>
                        <a:pt x="5" y="15"/>
                        <a:pt x="0" y="12"/>
                        <a:pt x="0" y="7"/>
                      </a:cubicBezTo>
                      <a:cubicBezTo>
                        <a:pt x="0" y="7"/>
                        <a:pt x="0" y="7"/>
                        <a:pt x="0" y="7"/>
                      </a:cubicBezTo>
                      <a:cubicBezTo>
                        <a:pt x="0" y="3"/>
                        <a:pt x="5" y="0"/>
                        <a:pt x="11" y="0"/>
                      </a:cubicBezTo>
                      <a:cubicBezTo>
                        <a:pt x="55" y="0"/>
                        <a:pt x="55" y="0"/>
                        <a:pt x="55" y="0"/>
                      </a:cubicBezTo>
                      <a:cubicBezTo>
                        <a:pt x="61" y="0"/>
                        <a:pt x="66" y="3"/>
                        <a:pt x="66" y="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79"/>
                <p:cNvSpPr>
                  <a:spLocks/>
                </p:cNvSpPr>
                <p:nvPr/>
              </p:nvSpPr>
              <p:spPr bwMode="auto">
                <a:xfrm>
                  <a:off x="3867150" y="3132138"/>
                  <a:ext cx="82550" cy="20638"/>
                </a:xfrm>
                <a:custGeom>
                  <a:avLst/>
                  <a:gdLst/>
                  <a:ahLst/>
                  <a:cxnLst>
                    <a:cxn ang="0">
                      <a:pos x="66" y="8"/>
                    </a:cxn>
                    <a:cxn ang="0">
                      <a:pos x="55" y="16"/>
                    </a:cxn>
                    <a:cxn ang="0">
                      <a:pos x="11" y="16"/>
                    </a:cxn>
                    <a:cxn ang="0">
                      <a:pos x="0" y="8"/>
                    </a:cxn>
                    <a:cxn ang="0">
                      <a:pos x="0" y="8"/>
                    </a:cxn>
                    <a:cxn ang="0">
                      <a:pos x="11" y="0"/>
                    </a:cxn>
                    <a:cxn ang="0">
                      <a:pos x="55" y="0"/>
                    </a:cxn>
                    <a:cxn ang="0">
                      <a:pos x="66" y="8"/>
                    </a:cxn>
                  </a:cxnLst>
                  <a:rect l="0" t="0" r="r" b="b"/>
                  <a:pathLst>
                    <a:path w="66" h="16">
                      <a:moveTo>
                        <a:pt x="66" y="8"/>
                      </a:moveTo>
                      <a:cubicBezTo>
                        <a:pt x="66" y="13"/>
                        <a:pt x="61" y="16"/>
                        <a:pt x="55" y="16"/>
                      </a:cubicBezTo>
                      <a:cubicBezTo>
                        <a:pt x="11" y="16"/>
                        <a:pt x="11" y="16"/>
                        <a:pt x="11" y="16"/>
                      </a:cubicBezTo>
                      <a:cubicBezTo>
                        <a:pt x="5" y="16"/>
                        <a:pt x="0" y="13"/>
                        <a:pt x="0" y="8"/>
                      </a:cubicBezTo>
                      <a:cubicBezTo>
                        <a:pt x="0" y="8"/>
                        <a:pt x="0" y="8"/>
                        <a:pt x="0" y="8"/>
                      </a:cubicBezTo>
                      <a:cubicBezTo>
                        <a:pt x="0" y="4"/>
                        <a:pt x="5" y="0"/>
                        <a:pt x="11" y="0"/>
                      </a:cubicBezTo>
                      <a:cubicBezTo>
                        <a:pt x="55" y="0"/>
                        <a:pt x="55" y="0"/>
                        <a:pt x="55" y="0"/>
                      </a:cubicBezTo>
                      <a:cubicBezTo>
                        <a:pt x="61" y="0"/>
                        <a:pt x="66" y="4"/>
                        <a:pt x="66" y="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80"/>
                <p:cNvSpPr>
                  <a:spLocks/>
                </p:cNvSpPr>
                <p:nvPr/>
              </p:nvSpPr>
              <p:spPr bwMode="auto">
                <a:xfrm>
                  <a:off x="3883025" y="3154363"/>
                  <a:ext cx="50800" cy="19050"/>
                </a:xfrm>
                <a:custGeom>
                  <a:avLst/>
                  <a:gdLst/>
                  <a:ahLst/>
                  <a:cxnLst>
                    <a:cxn ang="0">
                      <a:pos x="40" y="8"/>
                    </a:cxn>
                    <a:cxn ang="0">
                      <a:pos x="33" y="16"/>
                    </a:cxn>
                    <a:cxn ang="0">
                      <a:pos x="7" y="16"/>
                    </a:cxn>
                    <a:cxn ang="0">
                      <a:pos x="0" y="8"/>
                    </a:cxn>
                    <a:cxn ang="0">
                      <a:pos x="0" y="8"/>
                    </a:cxn>
                    <a:cxn ang="0">
                      <a:pos x="7" y="0"/>
                    </a:cxn>
                    <a:cxn ang="0">
                      <a:pos x="33" y="0"/>
                    </a:cxn>
                    <a:cxn ang="0">
                      <a:pos x="40" y="8"/>
                    </a:cxn>
                  </a:cxnLst>
                  <a:rect l="0" t="0" r="r" b="b"/>
                  <a:pathLst>
                    <a:path w="40" h="16">
                      <a:moveTo>
                        <a:pt x="40" y="8"/>
                      </a:moveTo>
                      <a:cubicBezTo>
                        <a:pt x="40" y="13"/>
                        <a:pt x="37" y="16"/>
                        <a:pt x="33" y="16"/>
                      </a:cubicBezTo>
                      <a:cubicBezTo>
                        <a:pt x="7" y="16"/>
                        <a:pt x="7" y="16"/>
                        <a:pt x="7" y="16"/>
                      </a:cubicBezTo>
                      <a:cubicBezTo>
                        <a:pt x="3" y="16"/>
                        <a:pt x="0" y="13"/>
                        <a:pt x="0" y="8"/>
                      </a:cubicBezTo>
                      <a:cubicBezTo>
                        <a:pt x="0" y="8"/>
                        <a:pt x="0" y="8"/>
                        <a:pt x="0" y="8"/>
                      </a:cubicBezTo>
                      <a:cubicBezTo>
                        <a:pt x="0" y="4"/>
                        <a:pt x="3" y="0"/>
                        <a:pt x="7" y="0"/>
                      </a:cubicBezTo>
                      <a:cubicBezTo>
                        <a:pt x="33" y="0"/>
                        <a:pt x="33" y="0"/>
                        <a:pt x="33" y="0"/>
                      </a:cubicBezTo>
                      <a:cubicBezTo>
                        <a:pt x="37" y="0"/>
                        <a:pt x="40" y="4"/>
                        <a:pt x="40" y="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81"/>
                <p:cNvSpPr>
                  <a:spLocks noEditPoints="1"/>
                </p:cNvSpPr>
                <p:nvPr/>
              </p:nvSpPr>
              <p:spPr bwMode="auto">
                <a:xfrm>
                  <a:off x="3729038" y="2790825"/>
                  <a:ext cx="355600" cy="317500"/>
                </a:xfrm>
                <a:custGeom>
                  <a:avLst/>
                  <a:gdLst/>
                  <a:ahLst/>
                  <a:cxnLst>
                    <a:cxn ang="0">
                      <a:pos x="143" y="0"/>
                    </a:cxn>
                    <a:cxn ang="0">
                      <a:pos x="143" y="0"/>
                    </a:cxn>
                    <a:cxn ang="0">
                      <a:pos x="140" y="0"/>
                    </a:cxn>
                    <a:cxn ang="0">
                      <a:pos x="138" y="0"/>
                    </a:cxn>
                    <a:cxn ang="0">
                      <a:pos x="138" y="0"/>
                    </a:cxn>
                    <a:cxn ang="0">
                      <a:pos x="71" y="174"/>
                    </a:cxn>
                    <a:cxn ang="0">
                      <a:pos x="107" y="251"/>
                    </a:cxn>
                    <a:cxn ang="0">
                      <a:pos x="140" y="251"/>
                    </a:cxn>
                    <a:cxn ang="0">
                      <a:pos x="146" y="251"/>
                    </a:cxn>
                    <a:cxn ang="0">
                      <a:pos x="176" y="251"/>
                    </a:cxn>
                    <a:cxn ang="0">
                      <a:pos x="211" y="174"/>
                    </a:cxn>
                    <a:cxn ang="0">
                      <a:pos x="143" y="0"/>
                    </a:cxn>
                    <a:cxn ang="0">
                      <a:pos x="210" y="127"/>
                    </a:cxn>
                    <a:cxn ang="0">
                      <a:pos x="170" y="28"/>
                    </a:cxn>
                    <a:cxn ang="0">
                      <a:pos x="210" y="127"/>
                    </a:cxn>
                  </a:cxnLst>
                  <a:rect l="0" t="0" r="r" b="b"/>
                  <a:pathLst>
                    <a:path w="281" h="251">
                      <a:moveTo>
                        <a:pt x="143" y="0"/>
                      </a:moveTo>
                      <a:cubicBezTo>
                        <a:pt x="143" y="0"/>
                        <a:pt x="143" y="0"/>
                        <a:pt x="143" y="0"/>
                      </a:cubicBezTo>
                      <a:cubicBezTo>
                        <a:pt x="143" y="0"/>
                        <a:pt x="141" y="0"/>
                        <a:pt x="140" y="0"/>
                      </a:cubicBezTo>
                      <a:cubicBezTo>
                        <a:pt x="140" y="0"/>
                        <a:pt x="143" y="0"/>
                        <a:pt x="138" y="0"/>
                      </a:cubicBezTo>
                      <a:cubicBezTo>
                        <a:pt x="138" y="0"/>
                        <a:pt x="138" y="0"/>
                        <a:pt x="138" y="0"/>
                      </a:cubicBezTo>
                      <a:cubicBezTo>
                        <a:pt x="0" y="4"/>
                        <a:pt x="34" y="140"/>
                        <a:pt x="71" y="174"/>
                      </a:cubicBezTo>
                      <a:cubicBezTo>
                        <a:pt x="109" y="208"/>
                        <a:pt x="107" y="251"/>
                        <a:pt x="107" y="251"/>
                      </a:cubicBezTo>
                      <a:cubicBezTo>
                        <a:pt x="140" y="251"/>
                        <a:pt x="140" y="251"/>
                        <a:pt x="140" y="251"/>
                      </a:cubicBezTo>
                      <a:cubicBezTo>
                        <a:pt x="146" y="251"/>
                        <a:pt x="146" y="251"/>
                        <a:pt x="146" y="251"/>
                      </a:cubicBezTo>
                      <a:cubicBezTo>
                        <a:pt x="176" y="251"/>
                        <a:pt x="176" y="251"/>
                        <a:pt x="176" y="251"/>
                      </a:cubicBezTo>
                      <a:cubicBezTo>
                        <a:pt x="176" y="251"/>
                        <a:pt x="174" y="208"/>
                        <a:pt x="211" y="174"/>
                      </a:cubicBezTo>
                      <a:cubicBezTo>
                        <a:pt x="249" y="140"/>
                        <a:pt x="281" y="4"/>
                        <a:pt x="143" y="0"/>
                      </a:cubicBezTo>
                      <a:close/>
                      <a:moveTo>
                        <a:pt x="210" y="127"/>
                      </a:moveTo>
                      <a:cubicBezTo>
                        <a:pt x="233" y="63"/>
                        <a:pt x="170" y="28"/>
                        <a:pt x="170" y="28"/>
                      </a:cubicBezTo>
                      <a:cubicBezTo>
                        <a:pt x="264" y="43"/>
                        <a:pt x="210" y="127"/>
                        <a:pt x="210" y="12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96" name="Group 183"/>
            <p:cNvGrpSpPr/>
            <p:nvPr/>
          </p:nvGrpSpPr>
          <p:grpSpPr>
            <a:xfrm>
              <a:off x="1676605" y="2404364"/>
              <a:ext cx="418710" cy="491590"/>
              <a:chOff x="4406153" y="2484205"/>
              <a:chExt cx="418710" cy="491590"/>
            </a:xfrm>
          </p:grpSpPr>
          <p:grpSp>
            <p:nvGrpSpPr>
              <p:cNvPr id="97" name="Group 142"/>
              <p:cNvGrpSpPr/>
              <p:nvPr/>
            </p:nvGrpSpPr>
            <p:grpSpPr>
              <a:xfrm>
                <a:off x="4406153" y="2484205"/>
                <a:ext cx="418710" cy="491590"/>
                <a:chOff x="4387850" y="2540000"/>
                <a:chExt cx="465138" cy="546100"/>
              </a:xfrm>
              <a:solidFill>
                <a:schemeClr val="accent5"/>
              </a:solidFill>
            </p:grpSpPr>
            <p:sp>
              <p:nvSpPr>
                <p:cNvPr id="131" name="Oval 40"/>
                <p:cNvSpPr>
                  <a:spLocks noChangeArrowheads="1"/>
                </p:cNvSpPr>
                <p:nvPr/>
              </p:nvSpPr>
              <p:spPr bwMode="auto">
                <a:xfrm>
                  <a:off x="4387850" y="2540000"/>
                  <a:ext cx="465138"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41"/>
                <p:cNvSpPr>
                  <a:spLocks/>
                </p:cNvSpPr>
                <p:nvPr/>
              </p:nvSpPr>
              <p:spPr bwMode="auto">
                <a:xfrm>
                  <a:off x="4614863" y="2974975"/>
                  <a:ext cx="120650" cy="111125"/>
                </a:xfrm>
                <a:custGeom>
                  <a:avLst/>
                  <a:gdLst/>
                  <a:ahLst/>
                  <a:cxnLst>
                    <a:cxn ang="0">
                      <a:pos x="76" y="0"/>
                    </a:cxn>
                    <a:cxn ang="0">
                      <a:pos x="70" y="70"/>
                    </a:cxn>
                    <a:cxn ang="0">
                      <a:pos x="0" y="11"/>
                    </a:cxn>
                    <a:cxn ang="0">
                      <a:pos x="76" y="0"/>
                    </a:cxn>
                  </a:cxnLst>
                  <a:rect l="0" t="0" r="r" b="b"/>
                  <a:pathLst>
                    <a:path w="76" h="70">
                      <a:moveTo>
                        <a:pt x="76" y="0"/>
                      </a:moveTo>
                      <a:lnTo>
                        <a:pt x="70" y="70"/>
                      </a:lnTo>
                      <a:lnTo>
                        <a:pt x="0" y="11"/>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1" name="Group 141"/>
              <p:cNvGrpSpPr/>
              <p:nvPr/>
            </p:nvGrpSpPr>
            <p:grpSpPr>
              <a:xfrm>
                <a:off x="4509044" y="2544225"/>
                <a:ext cx="251512" cy="324393"/>
                <a:chOff x="4502150" y="2606675"/>
                <a:chExt cx="279401" cy="360363"/>
              </a:xfrm>
            </p:grpSpPr>
            <p:sp>
              <p:nvSpPr>
                <p:cNvPr id="123" name="Freeform 82"/>
                <p:cNvSpPr>
                  <a:spLocks/>
                </p:cNvSpPr>
                <p:nvPr/>
              </p:nvSpPr>
              <p:spPr bwMode="auto">
                <a:xfrm>
                  <a:off x="4506913" y="2606675"/>
                  <a:ext cx="274638" cy="277813"/>
                </a:xfrm>
                <a:custGeom>
                  <a:avLst/>
                  <a:gdLst/>
                  <a:ahLst/>
                  <a:cxnLst>
                    <a:cxn ang="0">
                      <a:pos x="160" y="11"/>
                    </a:cxn>
                    <a:cxn ang="0">
                      <a:pos x="204" y="97"/>
                    </a:cxn>
                    <a:cxn ang="0">
                      <a:pos x="97" y="205"/>
                    </a:cxn>
                    <a:cxn ang="0">
                      <a:pos x="11" y="162"/>
                    </a:cxn>
                    <a:cxn ang="0">
                      <a:pos x="0" y="171"/>
                    </a:cxn>
                    <a:cxn ang="0">
                      <a:pos x="97" y="219"/>
                    </a:cxn>
                    <a:cxn ang="0">
                      <a:pos x="218" y="97"/>
                    </a:cxn>
                    <a:cxn ang="0">
                      <a:pos x="169" y="0"/>
                    </a:cxn>
                    <a:cxn ang="0">
                      <a:pos x="160" y="11"/>
                    </a:cxn>
                  </a:cxnLst>
                  <a:rect l="0" t="0" r="r" b="b"/>
                  <a:pathLst>
                    <a:path w="218" h="219">
                      <a:moveTo>
                        <a:pt x="160" y="11"/>
                      </a:moveTo>
                      <a:cubicBezTo>
                        <a:pt x="187" y="30"/>
                        <a:pt x="204" y="62"/>
                        <a:pt x="204" y="97"/>
                      </a:cubicBezTo>
                      <a:cubicBezTo>
                        <a:pt x="204" y="157"/>
                        <a:pt x="156" y="205"/>
                        <a:pt x="97" y="205"/>
                      </a:cubicBezTo>
                      <a:cubicBezTo>
                        <a:pt x="62" y="205"/>
                        <a:pt x="31" y="188"/>
                        <a:pt x="11" y="162"/>
                      </a:cubicBezTo>
                      <a:cubicBezTo>
                        <a:pt x="0" y="171"/>
                        <a:pt x="0" y="171"/>
                        <a:pt x="0" y="171"/>
                      </a:cubicBezTo>
                      <a:cubicBezTo>
                        <a:pt x="22" y="200"/>
                        <a:pt x="57" y="219"/>
                        <a:pt x="97" y="219"/>
                      </a:cubicBezTo>
                      <a:cubicBezTo>
                        <a:pt x="164" y="219"/>
                        <a:pt x="218" y="165"/>
                        <a:pt x="218" y="97"/>
                      </a:cubicBezTo>
                      <a:cubicBezTo>
                        <a:pt x="218" y="57"/>
                        <a:pt x="199" y="22"/>
                        <a:pt x="169" y="0"/>
                      </a:cubicBezTo>
                      <a:lnTo>
                        <a:pt x="160" y="1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83"/>
                <p:cNvSpPr>
                  <a:spLocks noEditPoints="1"/>
                </p:cNvSpPr>
                <p:nvPr/>
              </p:nvSpPr>
              <p:spPr bwMode="auto">
                <a:xfrm>
                  <a:off x="4508500" y="2609850"/>
                  <a:ext cx="244475" cy="244475"/>
                </a:xfrm>
                <a:custGeom>
                  <a:avLst/>
                  <a:gdLst/>
                  <a:ahLst/>
                  <a:cxnLst>
                    <a:cxn ang="0">
                      <a:pos x="96" y="0"/>
                    </a:cxn>
                    <a:cxn ang="0">
                      <a:pos x="0" y="97"/>
                    </a:cxn>
                    <a:cxn ang="0">
                      <a:pos x="96" y="193"/>
                    </a:cxn>
                    <a:cxn ang="0">
                      <a:pos x="193" y="97"/>
                    </a:cxn>
                    <a:cxn ang="0">
                      <a:pos x="96" y="0"/>
                    </a:cxn>
                    <a:cxn ang="0">
                      <a:pos x="96" y="189"/>
                    </a:cxn>
                    <a:cxn ang="0">
                      <a:pos x="4" y="97"/>
                    </a:cxn>
                    <a:cxn ang="0">
                      <a:pos x="96" y="5"/>
                    </a:cxn>
                    <a:cxn ang="0">
                      <a:pos x="188" y="97"/>
                    </a:cxn>
                    <a:cxn ang="0">
                      <a:pos x="96" y="189"/>
                    </a:cxn>
                  </a:cxnLst>
                  <a:rect l="0" t="0" r="r" b="b"/>
                  <a:pathLst>
                    <a:path w="193" h="193">
                      <a:moveTo>
                        <a:pt x="96" y="0"/>
                      </a:moveTo>
                      <a:cubicBezTo>
                        <a:pt x="43" y="0"/>
                        <a:pt x="0" y="43"/>
                        <a:pt x="0" y="97"/>
                      </a:cubicBezTo>
                      <a:cubicBezTo>
                        <a:pt x="0" y="150"/>
                        <a:pt x="43" y="193"/>
                        <a:pt x="96" y="193"/>
                      </a:cubicBezTo>
                      <a:cubicBezTo>
                        <a:pt x="149" y="193"/>
                        <a:pt x="193" y="150"/>
                        <a:pt x="193" y="97"/>
                      </a:cubicBezTo>
                      <a:cubicBezTo>
                        <a:pt x="193" y="43"/>
                        <a:pt x="149" y="0"/>
                        <a:pt x="96" y="0"/>
                      </a:cubicBezTo>
                      <a:close/>
                      <a:moveTo>
                        <a:pt x="96" y="189"/>
                      </a:moveTo>
                      <a:cubicBezTo>
                        <a:pt x="46" y="189"/>
                        <a:pt x="4" y="147"/>
                        <a:pt x="4" y="97"/>
                      </a:cubicBezTo>
                      <a:cubicBezTo>
                        <a:pt x="4" y="46"/>
                        <a:pt x="46" y="5"/>
                        <a:pt x="96" y="5"/>
                      </a:cubicBezTo>
                      <a:cubicBezTo>
                        <a:pt x="147" y="5"/>
                        <a:pt x="188" y="46"/>
                        <a:pt x="188" y="97"/>
                      </a:cubicBezTo>
                      <a:cubicBezTo>
                        <a:pt x="188" y="147"/>
                        <a:pt x="147" y="189"/>
                        <a:pt x="96" y="18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84"/>
                <p:cNvSpPr>
                  <a:spLocks/>
                </p:cNvSpPr>
                <p:nvPr/>
              </p:nvSpPr>
              <p:spPr bwMode="auto">
                <a:xfrm>
                  <a:off x="4502150" y="2614613"/>
                  <a:ext cx="273050" cy="239713"/>
                </a:xfrm>
                <a:custGeom>
                  <a:avLst/>
                  <a:gdLst/>
                  <a:ahLst/>
                  <a:cxnLst>
                    <a:cxn ang="0">
                      <a:pos x="62" y="15"/>
                    </a:cxn>
                    <a:cxn ang="0">
                      <a:pos x="58" y="22"/>
                    </a:cxn>
                    <a:cxn ang="0">
                      <a:pos x="54" y="28"/>
                    </a:cxn>
                    <a:cxn ang="0">
                      <a:pos x="51" y="25"/>
                    </a:cxn>
                    <a:cxn ang="0">
                      <a:pos x="50" y="31"/>
                    </a:cxn>
                    <a:cxn ang="0">
                      <a:pos x="40" y="33"/>
                    </a:cxn>
                    <a:cxn ang="0">
                      <a:pos x="34" y="39"/>
                    </a:cxn>
                    <a:cxn ang="0">
                      <a:pos x="26" y="51"/>
                    </a:cxn>
                    <a:cxn ang="0">
                      <a:pos x="20" y="58"/>
                    </a:cxn>
                    <a:cxn ang="0">
                      <a:pos x="25" y="64"/>
                    </a:cxn>
                    <a:cxn ang="0">
                      <a:pos x="26" y="67"/>
                    </a:cxn>
                    <a:cxn ang="0">
                      <a:pos x="21" y="62"/>
                    </a:cxn>
                    <a:cxn ang="0">
                      <a:pos x="17" y="57"/>
                    </a:cxn>
                    <a:cxn ang="0">
                      <a:pos x="16" y="65"/>
                    </a:cxn>
                    <a:cxn ang="0">
                      <a:pos x="16" y="79"/>
                    </a:cxn>
                    <a:cxn ang="0">
                      <a:pos x="23" y="76"/>
                    </a:cxn>
                    <a:cxn ang="0">
                      <a:pos x="30" y="84"/>
                    </a:cxn>
                    <a:cxn ang="0">
                      <a:pos x="39" y="93"/>
                    </a:cxn>
                    <a:cxn ang="0">
                      <a:pos x="47" y="100"/>
                    </a:cxn>
                    <a:cxn ang="0">
                      <a:pos x="58" y="111"/>
                    </a:cxn>
                    <a:cxn ang="0">
                      <a:pos x="55" y="128"/>
                    </a:cxn>
                    <a:cxn ang="0">
                      <a:pos x="46" y="147"/>
                    </a:cxn>
                    <a:cxn ang="0">
                      <a:pos x="49" y="161"/>
                    </a:cxn>
                    <a:cxn ang="0">
                      <a:pos x="44" y="162"/>
                    </a:cxn>
                    <a:cxn ang="0">
                      <a:pos x="30" y="141"/>
                    </a:cxn>
                    <a:cxn ang="0">
                      <a:pos x="15" y="107"/>
                    </a:cxn>
                    <a:cxn ang="0">
                      <a:pos x="11" y="83"/>
                    </a:cxn>
                    <a:cxn ang="0">
                      <a:pos x="70" y="174"/>
                    </a:cxn>
                    <a:cxn ang="0">
                      <a:pos x="85" y="172"/>
                    </a:cxn>
                    <a:cxn ang="0">
                      <a:pos x="105" y="169"/>
                    </a:cxn>
                    <a:cxn ang="0">
                      <a:pos x="103" y="178"/>
                    </a:cxn>
                    <a:cxn ang="0">
                      <a:pos x="114" y="177"/>
                    </a:cxn>
                    <a:cxn ang="0">
                      <a:pos x="131" y="175"/>
                    </a:cxn>
                    <a:cxn ang="0">
                      <a:pos x="130" y="3"/>
                    </a:cxn>
                    <a:cxn ang="0">
                      <a:pos x="187" y="61"/>
                    </a:cxn>
                    <a:cxn ang="0">
                      <a:pos x="179" y="55"/>
                    </a:cxn>
                    <a:cxn ang="0">
                      <a:pos x="172" y="71"/>
                    </a:cxn>
                    <a:cxn ang="0">
                      <a:pos x="161" y="57"/>
                    </a:cxn>
                    <a:cxn ang="0">
                      <a:pos x="165" y="71"/>
                    </a:cxn>
                    <a:cxn ang="0">
                      <a:pos x="176" y="75"/>
                    </a:cxn>
                    <a:cxn ang="0">
                      <a:pos x="172" y="95"/>
                    </a:cxn>
                    <a:cxn ang="0">
                      <a:pos x="166" y="117"/>
                    </a:cxn>
                    <a:cxn ang="0">
                      <a:pos x="159" y="130"/>
                    </a:cxn>
                    <a:cxn ang="0">
                      <a:pos x="139" y="147"/>
                    </a:cxn>
                    <a:cxn ang="0">
                      <a:pos x="134" y="132"/>
                    </a:cxn>
                    <a:cxn ang="0">
                      <a:pos x="135" y="115"/>
                    </a:cxn>
                    <a:cxn ang="0">
                      <a:pos x="128" y="96"/>
                    </a:cxn>
                    <a:cxn ang="0">
                      <a:pos x="119" y="85"/>
                    </a:cxn>
                    <a:cxn ang="0">
                      <a:pos x="94" y="86"/>
                    </a:cxn>
                    <a:cxn ang="0">
                      <a:pos x="85" y="73"/>
                    </a:cxn>
                    <a:cxn ang="0">
                      <a:pos x="95" y="47"/>
                    </a:cxn>
                    <a:cxn ang="0">
                      <a:pos x="113" y="39"/>
                    </a:cxn>
                    <a:cxn ang="0">
                      <a:pos x="124" y="44"/>
                    </a:cxn>
                    <a:cxn ang="0">
                      <a:pos x="139" y="44"/>
                    </a:cxn>
                    <a:cxn ang="0">
                      <a:pos x="154" y="42"/>
                    </a:cxn>
                    <a:cxn ang="0">
                      <a:pos x="140" y="36"/>
                    </a:cxn>
                    <a:cxn ang="0">
                      <a:pos x="139" y="31"/>
                    </a:cxn>
                    <a:cxn ang="0">
                      <a:pos x="120" y="31"/>
                    </a:cxn>
                    <a:cxn ang="0">
                      <a:pos x="105" y="36"/>
                    </a:cxn>
                    <a:cxn ang="0">
                      <a:pos x="102" y="20"/>
                    </a:cxn>
                    <a:cxn ang="0">
                      <a:pos x="91" y="10"/>
                    </a:cxn>
                    <a:cxn ang="0">
                      <a:pos x="103" y="3"/>
                    </a:cxn>
                  </a:cxnLst>
                  <a:rect l="0" t="0" r="r" b="b"/>
                  <a:pathLst>
                    <a:path w="216" h="189">
                      <a:moveTo>
                        <a:pt x="88" y="1"/>
                      </a:moveTo>
                      <a:cubicBezTo>
                        <a:pt x="88" y="1"/>
                        <a:pt x="55" y="5"/>
                        <a:pt x="33" y="30"/>
                      </a:cubicBezTo>
                      <a:cubicBezTo>
                        <a:pt x="33" y="30"/>
                        <a:pt x="50" y="13"/>
                        <a:pt x="60" y="13"/>
                      </a:cubicBezTo>
                      <a:cubicBezTo>
                        <a:pt x="63" y="14"/>
                        <a:pt x="63" y="14"/>
                        <a:pt x="63" y="14"/>
                      </a:cubicBezTo>
                      <a:cubicBezTo>
                        <a:pt x="63" y="14"/>
                        <a:pt x="62" y="14"/>
                        <a:pt x="62" y="15"/>
                      </a:cubicBezTo>
                      <a:cubicBezTo>
                        <a:pt x="62" y="15"/>
                        <a:pt x="60" y="17"/>
                        <a:pt x="60" y="17"/>
                      </a:cubicBezTo>
                      <a:cubicBezTo>
                        <a:pt x="60" y="18"/>
                        <a:pt x="61" y="19"/>
                        <a:pt x="61" y="19"/>
                      </a:cubicBezTo>
                      <a:cubicBezTo>
                        <a:pt x="60" y="20"/>
                        <a:pt x="60" y="20"/>
                        <a:pt x="60" y="20"/>
                      </a:cubicBezTo>
                      <a:cubicBezTo>
                        <a:pt x="60" y="20"/>
                        <a:pt x="59" y="21"/>
                        <a:pt x="59" y="21"/>
                      </a:cubicBezTo>
                      <a:cubicBezTo>
                        <a:pt x="59" y="21"/>
                        <a:pt x="58" y="21"/>
                        <a:pt x="58" y="22"/>
                      </a:cubicBezTo>
                      <a:cubicBezTo>
                        <a:pt x="58" y="23"/>
                        <a:pt x="58" y="24"/>
                        <a:pt x="58" y="24"/>
                      </a:cubicBezTo>
                      <a:cubicBezTo>
                        <a:pt x="58" y="26"/>
                        <a:pt x="58" y="26"/>
                        <a:pt x="58" y="26"/>
                      </a:cubicBezTo>
                      <a:cubicBezTo>
                        <a:pt x="58" y="27"/>
                        <a:pt x="58" y="27"/>
                        <a:pt x="58" y="27"/>
                      </a:cubicBezTo>
                      <a:cubicBezTo>
                        <a:pt x="56" y="28"/>
                        <a:pt x="56" y="28"/>
                        <a:pt x="56" y="28"/>
                      </a:cubicBezTo>
                      <a:cubicBezTo>
                        <a:pt x="56" y="28"/>
                        <a:pt x="55" y="28"/>
                        <a:pt x="54" y="28"/>
                      </a:cubicBezTo>
                      <a:cubicBezTo>
                        <a:pt x="53" y="27"/>
                        <a:pt x="53" y="26"/>
                        <a:pt x="53" y="26"/>
                      </a:cubicBezTo>
                      <a:cubicBezTo>
                        <a:pt x="55" y="25"/>
                        <a:pt x="55" y="25"/>
                        <a:pt x="55" y="25"/>
                      </a:cubicBezTo>
                      <a:cubicBezTo>
                        <a:pt x="55" y="25"/>
                        <a:pt x="55" y="25"/>
                        <a:pt x="55" y="24"/>
                      </a:cubicBezTo>
                      <a:cubicBezTo>
                        <a:pt x="54" y="24"/>
                        <a:pt x="54" y="23"/>
                        <a:pt x="53" y="23"/>
                      </a:cubicBezTo>
                      <a:cubicBezTo>
                        <a:pt x="52" y="23"/>
                        <a:pt x="51" y="25"/>
                        <a:pt x="51" y="25"/>
                      </a:cubicBezTo>
                      <a:cubicBezTo>
                        <a:pt x="49" y="26"/>
                        <a:pt x="49" y="26"/>
                        <a:pt x="49" y="26"/>
                      </a:cubicBezTo>
                      <a:cubicBezTo>
                        <a:pt x="49" y="26"/>
                        <a:pt x="48" y="28"/>
                        <a:pt x="49" y="28"/>
                      </a:cubicBezTo>
                      <a:cubicBezTo>
                        <a:pt x="49" y="28"/>
                        <a:pt x="50" y="28"/>
                        <a:pt x="50" y="28"/>
                      </a:cubicBezTo>
                      <a:cubicBezTo>
                        <a:pt x="50" y="28"/>
                        <a:pt x="50" y="29"/>
                        <a:pt x="50" y="29"/>
                      </a:cubicBezTo>
                      <a:cubicBezTo>
                        <a:pt x="50" y="30"/>
                        <a:pt x="50" y="31"/>
                        <a:pt x="50" y="31"/>
                      </a:cubicBezTo>
                      <a:cubicBezTo>
                        <a:pt x="50" y="31"/>
                        <a:pt x="49" y="32"/>
                        <a:pt x="48" y="31"/>
                      </a:cubicBezTo>
                      <a:cubicBezTo>
                        <a:pt x="47" y="31"/>
                        <a:pt x="46" y="31"/>
                        <a:pt x="45" y="31"/>
                      </a:cubicBezTo>
                      <a:cubicBezTo>
                        <a:pt x="45" y="30"/>
                        <a:pt x="44" y="30"/>
                        <a:pt x="43" y="30"/>
                      </a:cubicBezTo>
                      <a:cubicBezTo>
                        <a:pt x="43" y="31"/>
                        <a:pt x="43" y="31"/>
                        <a:pt x="42" y="31"/>
                      </a:cubicBezTo>
                      <a:cubicBezTo>
                        <a:pt x="42" y="31"/>
                        <a:pt x="40" y="33"/>
                        <a:pt x="40" y="33"/>
                      </a:cubicBezTo>
                      <a:cubicBezTo>
                        <a:pt x="40" y="33"/>
                        <a:pt x="39" y="33"/>
                        <a:pt x="39" y="34"/>
                      </a:cubicBezTo>
                      <a:cubicBezTo>
                        <a:pt x="39" y="34"/>
                        <a:pt x="39" y="36"/>
                        <a:pt x="39" y="36"/>
                      </a:cubicBezTo>
                      <a:cubicBezTo>
                        <a:pt x="39" y="36"/>
                        <a:pt x="38" y="36"/>
                        <a:pt x="36" y="37"/>
                      </a:cubicBezTo>
                      <a:cubicBezTo>
                        <a:pt x="35" y="37"/>
                        <a:pt x="35" y="38"/>
                        <a:pt x="35" y="38"/>
                      </a:cubicBezTo>
                      <a:cubicBezTo>
                        <a:pt x="34" y="39"/>
                        <a:pt x="34" y="39"/>
                        <a:pt x="34" y="39"/>
                      </a:cubicBezTo>
                      <a:cubicBezTo>
                        <a:pt x="34" y="39"/>
                        <a:pt x="33" y="40"/>
                        <a:pt x="32" y="41"/>
                      </a:cubicBezTo>
                      <a:cubicBezTo>
                        <a:pt x="31" y="42"/>
                        <a:pt x="29" y="44"/>
                        <a:pt x="29" y="44"/>
                      </a:cubicBezTo>
                      <a:cubicBezTo>
                        <a:pt x="28" y="44"/>
                        <a:pt x="27" y="45"/>
                        <a:pt x="27" y="46"/>
                      </a:cubicBezTo>
                      <a:cubicBezTo>
                        <a:pt x="27" y="47"/>
                        <a:pt x="27" y="48"/>
                        <a:pt x="26" y="48"/>
                      </a:cubicBezTo>
                      <a:cubicBezTo>
                        <a:pt x="26" y="49"/>
                        <a:pt x="26" y="50"/>
                        <a:pt x="26" y="51"/>
                      </a:cubicBezTo>
                      <a:cubicBezTo>
                        <a:pt x="25" y="52"/>
                        <a:pt x="25" y="53"/>
                        <a:pt x="24" y="53"/>
                      </a:cubicBezTo>
                      <a:cubicBezTo>
                        <a:pt x="24" y="54"/>
                        <a:pt x="23" y="54"/>
                        <a:pt x="23" y="54"/>
                      </a:cubicBezTo>
                      <a:cubicBezTo>
                        <a:pt x="23" y="54"/>
                        <a:pt x="21" y="55"/>
                        <a:pt x="20" y="55"/>
                      </a:cubicBezTo>
                      <a:cubicBezTo>
                        <a:pt x="19" y="56"/>
                        <a:pt x="19" y="57"/>
                        <a:pt x="19" y="57"/>
                      </a:cubicBezTo>
                      <a:cubicBezTo>
                        <a:pt x="19" y="58"/>
                        <a:pt x="20" y="58"/>
                        <a:pt x="20" y="58"/>
                      </a:cubicBezTo>
                      <a:cubicBezTo>
                        <a:pt x="21" y="58"/>
                        <a:pt x="22" y="59"/>
                        <a:pt x="22" y="59"/>
                      </a:cubicBezTo>
                      <a:cubicBezTo>
                        <a:pt x="22" y="59"/>
                        <a:pt x="22" y="61"/>
                        <a:pt x="22" y="61"/>
                      </a:cubicBezTo>
                      <a:cubicBezTo>
                        <a:pt x="22" y="61"/>
                        <a:pt x="21" y="63"/>
                        <a:pt x="22" y="63"/>
                      </a:cubicBezTo>
                      <a:cubicBezTo>
                        <a:pt x="22" y="63"/>
                        <a:pt x="23" y="63"/>
                        <a:pt x="23" y="63"/>
                      </a:cubicBezTo>
                      <a:cubicBezTo>
                        <a:pt x="25" y="64"/>
                        <a:pt x="25" y="64"/>
                        <a:pt x="25" y="64"/>
                      </a:cubicBezTo>
                      <a:cubicBezTo>
                        <a:pt x="27" y="65"/>
                        <a:pt x="27" y="65"/>
                        <a:pt x="27" y="65"/>
                      </a:cubicBezTo>
                      <a:cubicBezTo>
                        <a:pt x="28" y="65"/>
                        <a:pt x="28" y="65"/>
                        <a:pt x="28" y="65"/>
                      </a:cubicBezTo>
                      <a:cubicBezTo>
                        <a:pt x="28" y="65"/>
                        <a:pt x="27" y="66"/>
                        <a:pt x="27" y="67"/>
                      </a:cubicBezTo>
                      <a:cubicBezTo>
                        <a:pt x="27" y="67"/>
                        <a:pt x="27" y="68"/>
                        <a:pt x="26" y="68"/>
                      </a:cubicBezTo>
                      <a:cubicBezTo>
                        <a:pt x="26" y="67"/>
                        <a:pt x="26" y="67"/>
                        <a:pt x="26" y="67"/>
                      </a:cubicBezTo>
                      <a:cubicBezTo>
                        <a:pt x="25" y="66"/>
                        <a:pt x="25" y="66"/>
                        <a:pt x="25" y="65"/>
                      </a:cubicBezTo>
                      <a:cubicBezTo>
                        <a:pt x="24" y="65"/>
                        <a:pt x="23" y="66"/>
                        <a:pt x="23" y="66"/>
                      </a:cubicBezTo>
                      <a:cubicBezTo>
                        <a:pt x="22" y="65"/>
                        <a:pt x="22" y="65"/>
                        <a:pt x="21" y="65"/>
                      </a:cubicBezTo>
                      <a:cubicBezTo>
                        <a:pt x="21" y="64"/>
                        <a:pt x="21" y="65"/>
                        <a:pt x="21" y="64"/>
                      </a:cubicBezTo>
                      <a:cubicBezTo>
                        <a:pt x="21" y="63"/>
                        <a:pt x="21" y="63"/>
                        <a:pt x="21" y="62"/>
                      </a:cubicBezTo>
                      <a:cubicBezTo>
                        <a:pt x="21" y="62"/>
                        <a:pt x="20" y="61"/>
                        <a:pt x="20" y="61"/>
                      </a:cubicBezTo>
                      <a:cubicBezTo>
                        <a:pt x="19" y="61"/>
                        <a:pt x="20" y="62"/>
                        <a:pt x="19" y="61"/>
                      </a:cubicBezTo>
                      <a:cubicBezTo>
                        <a:pt x="19" y="60"/>
                        <a:pt x="18" y="60"/>
                        <a:pt x="18" y="60"/>
                      </a:cubicBezTo>
                      <a:cubicBezTo>
                        <a:pt x="18" y="60"/>
                        <a:pt x="17" y="60"/>
                        <a:pt x="17" y="60"/>
                      </a:cubicBezTo>
                      <a:cubicBezTo>
                        <a:pt x="17" y="59"/>
                        <a:pt x="17" y="58"/>
                        <a:pt x="17" y="57"/>
                      </a:cubicBezTo>
                      <a:cubicBezTo>
                        <a:pt x="17" y="57"/>
                        <a:pt x="18" y="56"/>
                        <a:pt x="18" y="55"/>
                      </a:cubicBezTo>
                      <a:cubicBezTo>
                        <a:pt x="18" y="55"/>
                        <a:pt x="18" y="52"/>
                        <a:pt x="18" y="52"/>
                      </a:cubicBezTo>
                      <a:cubicBezTo>
                        <a:pt x="18" y="52"/>
                        <a:pt x="15" y="58"/>
                        <a:pt x="14" y="63"/>
                      </a:cubicBezTo>
                      <a:cubicBezTo>
                        <a:pt x="14" y="63"/>
                        <a:pt x="15" y="62"/>
                        <a:pt x="15" y="63"/>
                      </a:cubicBezTo>
                      <a:cubicBezTo>
                        <a:pt x="15" y="64"/>
                        <a:pt x="16" y="65"/>
                        <a:pt x="16" y="65"/>
                      </a:cubicBezTo>
                      <a:cubicBezTo>
                        <a:pt x="15" y="66"/>
                        <a:pt x="15" y="66"/>
                        <a:pt x="15" y="68"/>
                      </a:cubicBezTo>
                      <a:cubicBezTo>
                        <a:pt x="15" y="71"/>
                        <a:pt x="16" y="71"/>
                        <a:pt x="16" y="72"/>
                      </a:cubicBezTo>
                      <a:cubicBezTo>
                        <a:pt x="15" y="73"/>
                        <a:pt x="15" y="74"/>
                        <a:pt x="15" y="75"/>
                      </a:cubicBezTo>
                      <a:cubicBezTo>
                        <a:pt x="15" y="76"/>
                        <a:pt x="15" y="78"/>
                        <a:pt x="16" y="78"/>
                      </a:cubicBezTo>
                      <a:cubicBezTo>
                        <a:pt x="16" y="79"/>
                        <a:pt x="16" y="79"/>
                        <a:pt x="16" y="79"/>
                      </a:cubicBezTo>
                      <a:cubicBezTo>
                        <a:pt x="17" y="80"/>
                        <a:pt x="16" y="81"/>
                        <a:pt x="17" y="80"/>
                      </a:cubicBezTo>
                      <a:cubicBezTo>
                        <a:pt x="18" y="78"/>
                        <a:pt x="19" y="77"/>
                        <a:pt x="19" y="77"/>
                      </a:cubicBezTo>
                      <a:cubicBezTo>
                        <a:pt x="19" y="76"/>
                        <a:pt x="19" y="76"/>
                        <a:pt x="19" y="76"/>
                      </a:cubicBezTo>
                      <a:cubicBezTo>
                        <a:pt x="19" y="76"/>
                        <a:pt x="19" y="75"/>
                        <a:pt x="21" y="75"/>
                      </a:cubicBezTo>
                      <a:cubicBezTo>
                        <a:pt x="22" y="76"/>
                        <a:pt x="22" y="75"/>
                        <a:pt x="23" y="76"/>
                      </a:cubicBezTo>
                      <a:cubicBezTo>
                        <a:pt x="23" y="77"/>
                        <a:pt x="22" y="78"/>
                        <a:pt x="23" y="78"/>
                      </a:cubicBezTo>
                      <a:cubicBezTo>
                        <a:pt x="24" y="78"/>
                        <a:pt x="26" y="77"/>
                        <a:pt x="26" y="77"/>
                      </a:cubicBezTo>
                      <a:cubicBezTo>
                        <a:pt x="27" y="78"/>
                        <a:pt x="28" y="78"/>
                        <a:pt x="28" y="79"/>
                      </a:cubicBezTo>
                      <a:cubicBezTo>
                        <a:pt x="28" y="80"/>
                        <a:pt x="29" y="81"/>
                        <a:pt x="29" y="82"/>
                      </a:cubicBezTo>
                      <a:cubicBezTo>
                        <a:pt x="30" y="82"/>
                        <a:pt x="30" y="83"/>
                        <a:pt x="30" y="84"/>
                      </a:cubicBezTo>
                      <a:cubicBezTo>
                        <a:pt x="30" y="85"/>
                        <a:pt x="33" y="86"/>
                        <a:pt x="33" y="86"/>
                      </a:cubicBezTo>
                      <a:cubicBezTo>
                        <a:pt x="33" y="86"/>
                        <a:pt x="35" y="86"/>
                        <a:pt x="36" y="86"/>
                      </a:cubicBezTo>
                      <a:cubicBezTo>
                        <a:pt x="37" y="86"/>
                        <a:pt x="36" y="87"/>
                        <a:pt x="37" y="88"/>
                      </a:cubicBezTo>
                      <a:cubicBezTo>
                        <a:pt x="38" y="88"/>
                        <a:pt x="39" y="90"/>
                        <a:pt x="39" y="90"/>
                      </a:cubicBezTo>
                      <a:cubicBezTo>
                        <a:pt x="39" y="90"/>
                        <a:pt x="39" y="92"/>
                        <a:pt x="39" y="93"/>
                      </a:cubicBezTo>
                      <a:cubicBezTo>
                        <a:pt x="39" y="94"/>
                        <a:pt x="39" y="95"/>
                        <a:pt x="39" y="95"/>
                      </a:cubicBezTo>
                      <a:cubicBezTo>
                        <a:pt x="40" y="95"/>
                        <a:pt x="42" y="95"/>
                        <a:pt x="42" y="95"/>
                      </a:cubicBezTo>
                      <a:cubicBezTo>
                        <a:pt x="42" y="95"/>
                        <a:pt x="41" y="97"/>
                        <a:pt x="43" y="97"/>
                      </a:cubicBezTo>
                      <a:cubicBezTo>
                        <a:pt x="44" y="98"/>
                        <a:pt x="46" y="98"/>
                        <a:pt x="46" y="99"/>
                      </a:cubicBezTo>
                      <a:cubicBezTo>
                        <a:pt x="47" y="99"/>
                        <a:pt x="45" y="100"/>
                        <a:pt x="47" y="100"/>
                      </a:cubicBezTo>
                      <a:cubicBezTo>
                        <a:pt x="49" y="100"/>
                        <a:pt x="51" y="100"/>
                        <a:pt x="52" y="101"/>
                      </a:cubicBezTo>
                      <a:cubicBezTo>
                        <a:pt x="53" y="101"/>
                        <a:pt x="52" y="102"/>
                        <a:pt x="54" y="104"/>
                      </a:cubicBezTo>
                      <a:cubicBezTo>
                        <a:pt x="57" y="105"/>
                        <a:pt x="57" y="105"/>
                        <a:pt x="58" y="106"/>
                      </a:cubicBezTo>
                      <a:cubicBezTo>
                        <a:pt x="59" y="106"/>
                        <a:pt x="60" y="106"/>
                        <a:pt x="59" y="108"/>
                      </a:cubicBezTo>
                      <a:cubicBezTo>
                        <a:pt x="59" y="109"/>
                        <a:pt x="59" y="111"/>
                        <a:pt x="58" y="111"/>
                      </a:cubicBezTo>
                      <a:cubicBezTo>
                        <a:pt x="57" y="112"/>
                        <a:pt x="56" y="114"/>
                        <a:pt x="55" y="115"/>
                      </a:cubicBezTo>
                      <a:cubicBezTo>
                        <a:pt x="55" y="116"/>
                        <a:pt x="54" y="117"/>
                        <a:pt x="55" y="118"/>
                      </a:cubicBezTo>
                      <a:cubicBezTo>
                        <a:pt x="55" y="120"/>
                        <a:pt x="56" y="121"/>
                        <a:pt x="56" y="122"/>
                      </a:cubicBezTo>
                      <a:cubicBezTo>
                        <a:pt x="56" y="122"/>
                        <a:pt x="56" y="125"/>
                        <a:pt x="56" y="125"/>
                      </a:cubicBezTo>
                      <a:cubicBezTo>
                        <a:pt x="55" y="126"/>
                        <a:pt x="55" y="128"/>
                        <a:pt x="55" y="128"/>
                      </a:cubicBezTo>
                      <a:cubicBezTo>
                        <a:pt x="55" y="128"/>
                        <a:pt x="56" y="129"/>
                        <a:pt x="55" y="130"/>
                      </a:cubicBezTo>
                      <a:cubicBezTo>
                        <a:pt x="54" y="132"/>
                        <a:pt x="52" y="133"/>
                        <a:pt x="51" y="133"/>
                      </a:cubicBezTo>
                      <a:cubicBezTo>
                        <a:pt x="50" y="134"/>
                        <a:pt x="49" y="135"/>
                        <a:pt x="49" y="135"/>
                      </a:cubicBezTo>
                      <a:cubicBezTo>
                        <a:pt x="49" y="135"/>
                        <a:pt x="49" y="139"/>
                        <a:pt x="49" y="140"/>
                      </a:cubicBezTo>
                      <a:cubicBezTo>
                        <a:pt x="48" y="140"/>
                        <a:pt x="45" y="146"/>
                        <a:pt x="46" y="147"/>
                      </a:cubicBezTo>
                      <a:cubicBezTo>
                        <a:pt x="47" y="149"/>
                        <a:pt x="48" y="150"/>
                        <a:pt x="47" y="151"/>
                      </a:cubicBezTo>
                      <a:cubicBezTo>
                        <a:pt x="47" y="152"/>
                        <a:pt x="47" y="152"/>
                        <a:pt x="46" y="153"/>
                      </a:cubicBezTo>
                      <a:cubicBezTo>
                        <a:pt x="46" y="153"/>
                        <a:pt x="44" y="153"/>
                        <a:pt x="45" y="155"/>
                      </a:cubicBezTo>
                      <a:cubicBezTo>
                        <a:pt x="46" y="157"/>
                        <a:pt x="47" y="157"/>
                        <a:pt x="48" y="159"/>
                      </a:cubicBezTo>
                      <a:cubicBezTo>
                        <a:pt x="48" y="160"/>
                        <a:pt x="48" y="160"/>
                        <a:pt x="49" y="161"/>
                      </a:cubicBezTo>
                      <a:cubicBezTo>
                        <a:pt x="50" y="162"/>
                        <a:pt x="50" y="164"/>
                        <a:pt x="51" y="165"/>
                      </a:cubicBezTo>
                      <a:cubicBezTo>
                        <a:pt x="52" y="165"/>
                        <a:pt x="54" y="166"/>
                        <a:pt x="54" y="167"/>
                      </a:cubicBezTo>
                      <a:cubicBezTo>
                        <a:pt x="54" y="168"/>
                        <a:pt x="56" y="170"/>
                        <a:pt x="53" y="169"/>
                      </a:cubicBezTo>
                      <a:cubicBezTo>
                        <a:pt x="50" y="167"/>
                        <a:pt x="53" y="169"/>
                        <a:pt x="49" y="166"/>
                      </a:cubicBezTo>
                      <a:cubicBezTo>
                        <a:pt x="46" y="163"/>
                        <a:pt x="45" y="164"/>
                        <a:pt x="44" y="162"/>
                      </a:cubicBezTo>
                      <a:cubicBezTo>
                        <a:pt x="42" y="161"/>
                        <a:pt x="44" y="167"/>
                        <a:pt x="42" y="159"/>
                      </a:cubicBezTo>
                      <a:cubicBezTo>
                        <a:pt x="39" y="152"/>
                        <a:pt x="38" y="153"/>
                        <a:pt x="37" y="151"/>
                      </a:cubicBezTo>
                      <a:cubicBezTo>
                        <a:pt x="37" y="150"/>
                        <a:pt x="37" y="151"/>
                        <a:pt x="35" y="148"/>
                      </a:cubicBezTo>
                      <a:cubicBezTo>
                        <a:pt x="33" y="144"/>
                        <a:pt x="35" y="146"/>
                        <a:pt x="33" y="144"/>
                      </a:cubicBezTo>
                      <a:cubicBezTo>
                        <a:pt x="31" y="142"/>
                        <a:pt x="31" y="145"/>
                        <a:pt x="30" y="141"/>
                      </a:cubicBezTo>
                      <a:cubicBezTo>
                        <a:pt x="29" y="136"/>
                        <a:pt x="29" y="139"/>
                        <a:pt x="28" y="134"/>
                      </a:cubicBezTo>
                      <a:cubicBezTo>
                        <a:pt x="27" y="130"/>
                        <a:pt x="29" y="129"/>
                        <a:pt x="26" y="127"/>
                      </a:cubicBezTo>
                      <a:cubicBezTo>
                        <a:pt x="24" y="125"/>
                        <a:pt x="24" y="126"/>
                        <a:pt x="23" y="124"/>
                      </a:cubicBezTo>
                      <a:cubicBezTo>
                        <a:pt x="22" y="123"/>
                        <a:pt x="23" y="124"/>
                        <a:pt x="21" y="120"/>
                      </a:cubicBezTo>
                      <a:cubicBezTo>
                        <a:pt x="19" y="116"/>
                        <a:pt x="15" y="114"/>
                        <a:pt x="15" y="107"/>
                      </a:cubicBezTo>
                      <a:cubicBezTo>
                        <a:pt x="16" y="100"/>
                        <a:pt x="16" y="99"/>
                        <a:pt x="16" y="99"/>
                      </a:cubicBezTo>
                      <a:cubicBezTo>
                        <a:pt x="16" y="99"/>
                        <a:pt x="12" y="96"/>
                        <a:pt x="13" y="92"/>
                      </a:cubicBezTo>
                      <a:cubicBezTo>
                        <a:pt x="14" y="88"/>
                        <a:pt x="15" y="89"/>
                        <a:pt x="14" y="88"/>
                      </a:cubicBezTo>
                      <a:cubicBezTo>
                        <a:pt x="14" y="87"/>
                        <a:pt x="14" y="87"/>
                        <a:pt x="12" y="85"/>
                      </a:cubicBezTo>
                      <a:cubicBezTo>
                        <a:pt x="11" y="84"/>
                        <a:pt x="11" y="84"/>
                        <a:pt x="11" y="83"/>
                      </a:cubicBezTo>
                      <a:cubicBezTo>
                        <a:pt x="10" y="82"/>
                        <a:pt x="10" y="80"/>
                        <a:pt x="10" y="80"/>
                      </a:cubicBezTo>
                      <a:cubicBezTo>
                        <a:pt x="9" y="80"/>
                        <a:pt x="9" y="80"/>
                        <a:pt x="9" y="80"/>
                      </a:cubicBezTo>
                      <a:cubicBezTo>
                        <a:pt x="9" y="80"/>
                        <a:pt x="0" y="173"/>
                        <a:pt x="92" y="187"/>
                      </a:cubicBezTo>
                      <a:cubicBezTo>
                        <a:pt x="92" y="187"/>
                        <a:pt x="71" y="182"/>
                        <a:pt x="69" y="178"/>
                      </a:cubicBezTo>
                      <a:cubicBezTo>
                        <a:pt x="69" y="178"/>
                        <a:pt x="69" y="174"/>
                        <a:pt x="70" y="174"/>
                      </a:cubicBezTo>
                      <a:cubicBezTo>
                        <a:pt x="71" y="174"/>
                        <a:pt x="72" y="175"/>
                        <a:pt x="73" y="174"/>
                      </a:cubicBezTo>
                      <a:cubicBezTo>
                        <a:pt x="75" y="173"/>
                        <a:pt x="76" y="171"/>
                        <a:pt x="76" y="171"/>
                      </a:cubicBezTo>
                      <a:cubicBezTo>
                        <a:pt x="76" y="173"/>
                        <a:pt x="76" y="173"/>
                        <a:pt x="76" y="173"/>
                      </a:cubicBezTo>
                      <a:cubicBezTo>
                        <a:pt x="76" y="173"/>
                        <a:pt x="75" y="173"/>
                        <a:pt x="79" y="173"/>
                      </a:cubicBezTo>
                      <a:cubicBezTo>
                        <a:pt x="83" y="172"/>
                        <a:pt x="83" y="172"/>
                        <a:pt x="85" y="172"/>
                      </a:cubicBezTo>
                      <a:cubicBezTo>
                        <a:pt x="86" y="171"/>
                        <a:pt x="88" y="168"/>
                        <a:pt x="89" y="170"/>
                      </a:cubicBezTo>
                      <a:cubicBezTo>
                        <a:pt x="90" y="172"/>
                        <a:pt x="88" y="171"/>
                        <a:pt x="90" y="172"/>
                      </a:cubicBezTo>
                      <a:cubicBezTo>
                        <a:pt x="92" y="173"/>
                        <a:pt x="96" y="171"/>
                        <a:pt x="96" y="171"/>
                      </a:cubicBezTo>
                      <a:cubicBezTo>
                        <a:pt x="96" y="171"/>
                        <a:pt x="102" y="172"/>
                        <a:pt x="103" y="171"/>
                      </a:cubicBezTo>
                      <a:cubicBezTo>
                        <a:pt x="103" y="170"/>
                        <a:pt x="103" y="169"/>
                        <a:pt x="105" y="169"/>
                      </a:cubicBezTo>
                      <a:cubicBezTo>
                        <a:pt x="106" y="170"/>
                        <a:pt x="106" y="171"/>
                        <a:pt x="106" y="171"/>
                      </a:cubicBezTo>
                      <a:cubicBezTo>
                        <a:pt x="103" y="173"/>
                        <a:pt x="103" y="173"/>
                        <a:pt x="103" y="173"/>
                      </a:cubicBezTo>
                      <a:cubicBezTo>
                        <a:pt x="99" y="176"/>
                        <a:pt x="99" y="176"/>
                        <a:pt x="99" y="176"/>
                      </a:cubicBezTo>
                      <a:cubicBezTo>
                        <a:pt x="99" y="176"/>
                        <a:pt x="98" y="176"/>
                        <a:pt x="99" y="177"/>
                      </a:cubicBezTo>
                      <a:cubicBezTo>
                        <a:pt x="101" y="178"/>
                        <a:pt x="101" y="177"/>
                        <a:pt x="103" y="178"/>
                      </a:cubicBezTo>
                      <a:cubicBezTo>
                        <a:pt x="104" y="178"/>
                        <a:pt x="108" y="181"/>
                        <a:pt x="109" y="179"/>
                      </a:cubicBezTo>
                      <a:cubicBezTo>
                        <a:pt x="110" y="177"/>
                        <a:pt x="110" y="177"/>
                        <a:pt x="111" y="176"/>
                      </a:cubicBezTo>
                      <a:cubicBezTo>
                        <a:pt x="111" y="175"/>
                        <a:pt x="111" y="173"/>
                        <a:pt x="113" y="173"/>
                      </a:cubicBezTo>
                      <a:cubicBezTo>
                        <a:pt x="114" y="173"/>
                        <a:pt x="116" y="174"/>
                        <a:pt x="116" y="174"/>
                      </a:cubicBezTo>
                      <a:cubicBezTo>
                        <a:pt x="114" y="177"/>
                        <a:pt x="114" y="177"/>
                        <a:pt x="114" y="177"/>
                      </a:cubicBezTo>
                      <a:cubicBezTo>
                        <a:pt x="114" y="177"/>
                        <a:pt x="117" y="177"/>
                        <a:pt x="118" y="177"/>
                      </a:cubicBezTo>
                      <a:cubicBezTo>
                        <a:pt x="119" y="177"/>
                        <a:pt x="120" y="178"/>
                        <a:pt x="121" y="177"/>
                      </a:cubicBezTo>
                      <a:cubicBezTo>
                        <a:pt x="123" y="175"/>
                        <a:pt x="123" y="175"/>
                        <a:pt x="124" y="175"/>
                      </a:cubicBezTo>
                      <a:cubicBezTo>
                        <a:pt x="126" y="175"/>
                        <a:pt x="128" y="174"/>
                        <a:pt x="129" y="174"/>
                      </a:cubicBezTo>
                      <a:cubicBezTo>
                        <a:pt x="129" y="175"/>
                        <a:pt x="131" y="175"/>
                        <a:pt x="131" y="175"/>
                      </a:cubicBezTo>
                      <a:cubicBezTo>
                        <a:pt x="132" y="175"/>
                        <a:pt x="135" y="177"/>
                        <a:pt x="136" y="177"/>
                      </a:cubicBezTo>
                      <a:cubicBezTo>
                        <a:pt x="137" y="176"/>
                        <a:pt x="141" y="177"/>
                        <a:pt x="141" y="177"/>
                      </a:cubicBezTo>
                      <a:cubicBezTo>
                        <a:pt x="141" y="177"/>
                        <a:pt x="130" y="186"/>
                        <a:pt x="107" y="187"/>
                      </a:cubicBezTo>
                      <a:cubicBezTo>
                        <a:pt x="107" y="187"/>
                        <a:pt x="158" y="189"/>
                        <a:pt x="187" y="139"/>
                      </a:cubicBezTo>
                      <a:cubicBezTo>
                        <a:pt x="216" y="89"/>
                        <a:pt x="196" y="25"/>
                        <a:pt x="130" y="3"/>
                      </a:cubicBezTo>
                      <a:cubicBezTo>
                        <a:pt x="130" y="3"/>
                        <a:pt x="179" y="21"/>
                        <a:pt x="192" y="68"/>
                      </a:cubicBezTo>
                      <a:cubicBezTo>
                        <a:pt x="192" y="69"/>
                        <a:pt x="192" y="69"/>
                        <a:pt x="192" y="69"/>
                      </a:cubicBezTo>
                      <a:cubicBezTo>
                        <a:pt x="191" y="68"/>
                        <a:pt x="191" y="68"/>
                        <a:pt x="190" y="66"/>
                      </a:cubicBezTo>
                      <a:cubicBezTo>
                        <a:pt x="188" y="64"/>
                        <a:pt x="189" y="64"/>
                        <a:pt x="188" y="63"/>
                      </a:cubicBezTo>
                      <a:cubicBezTo>
                        <a:pt x="188" y="61"/>
                        <a:pt x="188" y="62"/>
                        <a:pt x="187" y="61"/>
                      </a:cubicBezTo>
                      <a:cubicBezTo>
                        <a:pt x="186" y="59"/>
                        <a:pt x="185" y="60"/>
                        <a:pt x="184" y="59"/>
                      </a:cubicBezTo>
                      <a:cubicBezTo>
                        <a:pt x="184" y="58"/>
                        <a:pt x="183" y="55"/>
                        <a:pt x="182" y="54"/>
                      </a:cubicBezTo>
                      <a:cubicBezTo>
                        <a:pt x="181" y="53"/>
                        <a:pt x="179" y="53"/>
                        <a:pt x="178" y="53"/>
                      </a:cubicBezTo>
                      <a:cubicBezTo>
                        <a:pt x="178" y="53"/>
                        <a:pt x="178" y="51"/>
                        <a:pt x="178" y="53"/>
                      </a:cubicBezTo>
                      <a:cubicBezTo>
                        <a:pt x="177" y="54"/>
                        <a:pt x="179" y="55"/>
                        <a:pt x="179" y="55"/>
                      </a:cubicBezTo>
                      <a:cubicBezTo>
                        <a:pt x="179" y="59"/>
                        <a:pt x="179" y="59"/>
                        <a:pt x="179" y="59"/>
                      </a:cubicBezTo>
                      <a:cubicBezTo>
                        <a:pt x="179" y="59"/>
                        <a:pt x="180" y="62"/>
                        <a:pt x="180" y="63"/>
                      </a:cubicBezTo>
                      <a:cubicBezTo>
                        <a:pt x="180" y="64"/>
                        <a:pt x="179" y="66"/>
                        <a:pt x="179" y="66"/>
                      </a:cubicBezTo>
                      <a:cubicBezTo>
                        <a:pt x="179" y="66"/>
                        <a:pt x="179" y="69"/>
                        <a:pt x="178" y="70"/>
                      </a:cubicBezTo>
                      <a:cubicBezTo>
                        <a:pt x="177" y="70"/>
                        <a:pt x="172" y="71"/>
                        <a:pt x="172" y="71"/>
                      </a:cubicBezTo>
                      <a:cubicBezTo>
                        <a:pt x="172" y="71"/>
                        <a:pt x="170" y="69"/>
                        <a:pt x="169" y="68"/>
                      </a:cubicBezTo>
                      <a:cubicBezTo>
                        <a:pt x="169" y="66"/>
                        <a:pt x="166" y="66"/>
                        <a:pt x="165" y="65"/>
                      </a:cubicBezTo>
                      <a:cubicBezTo>
                        <a:pt x="165" y="64"/>
                        <a:pt x="166" y="63"/>
                        <a:pt x="165" y="61"/>
                      </a:cubicBezTo>
                      <a:cubicBezTo>
                        <a:pt x="163" y="59"/>
                        <a:pt x="165" y="60"/>
                        <a:pt x="163" y="58"/>
                      </a:cubicBezTo>
                      <a:cubicBezTo>
                        <a:pt x="161" y="57"/>
                        <a:pt x="161" y="57"/>
                        <a:pt x="161" y="57"/>
                      </a:cubicBezTo>
                      <a:cubicBezTo>
                        <a:pt x="161" y="57"/>
                        <a:pt x="157" y="55"/>
                        <a:pt x="158" y="58"/>
                      </a:cubicBezTo>
                      <a:cubicBezTo>
                        <a:pt x="160" y="60"/>
                        <a:pt x="158" y="62"/>
                        <a:pt x="159" y="62"/>
                      </a:cubicBezTo>
                      <a:cubicBezTo>
                        <a:pt x="160" y="63"/>
                        <a:pt x="161" y="62"/>
                        <a:pt x="162" y="64"/>
                      </a:cubicBezTo>
                      <a:cubicBezTo>
                        <a:pt x="163" y="66"/>
                        <a:pt x="163" y="67"/>
                        <a:pt x="164" y="67"/>
                      </a:cubicBezTo>
                      <a:cubicBezTo>
                        <a:pt x="164" y="68"/>
                        <a:pt x="165" y="71"/>
                        <a:pt x="165" y="71"/>
                      </a:cubicBezTo>
                      <a:cubicBezTo>
                        <a:pt x="166" y="71"/>
                        <a:pt x="169" y="71"/>
                        <a:pt x="169" y="72"/>
                      </a:cubicBezTo>
                      <a:cubicBezTo>
                        <a:pt x="168" y="73"/>
                        <a:pt x="167" y="75"/>
                        <a:pt x="169" y="75"/>
                      </a:cubicBezTo>
                      <a:cubicBezTo>
                        <a:pt x="170" y="76"/>
                        <a:pt x="170" y="76"/>
                        <a:pt x="171" y="76"/>
                      </a:cubicBezTo>
                      <a:cubicBezTo>
                        <a:pt x="172" y="76"/>
                        <a:pt x="172" y="76"/>
                        <a:pt x="173" y="76"/>
                      </a:cubicBezTo>
                      <a:cubicBezTo>
                        <a:pt x="175" y="75"/>
                        <a:pt x="176" y="75"/>
                        <a:pt x="176" y="75"/>
                      </a:cubicBezTo>
                      <a:cubicBezTo>
                        <a:pt x="176" y="75"/>
                        <a:pt x="178" y="77"/>
                        <a:pt x="178" y="77"/>
                      </a:cubicBezTo>
                      <a:cubicBezTo>
                        <a:pt x="178" y="78"/>
                        <a:pt x="178" y="82"/>
                        <a:pt x="178" y="82"/>
                      </a:cubicBezTo>
                      <a:cubicBezTo>
                        <a:pt x="176" y="85"/>
                        <a:pt x="176" y="85"/>
                        <a:pt x="176" y="85"/>
                      </a:cubicBezTo>
                      <a:cubicBezTo>
                        <a:pt x="176" y="85"/>
                        <a:pt x="176" y="92"/>
                        <a:pt x="175" y="92"/>
                      </a:cubicBezTo>
                      <a:cubicBezTo>
                        <a:pt x="174" y="92"/>
                        <a:pt x="173" y="95"/>
                        <a:pt x="172" y="95"/>
                      </a:cubicBezTo>
                      <a:cubicBezTo>
                        <a:pt x="171" y="96"/>
                        <a:pt x="171" y="100"/>
                        <a:pt x="171" y="100"/>
                      </a:cubicBezTo>
                      <a:cubicBezTo>
                        <a:pt x="169" y="103"/>
                        <a:pt x="169" y="103"/>
                        <a:pt x="169" y="103"/>
                      </a:cubicBezTo>
                      <a:cubicBezTo>
                        <a:pt x="169" y="103"/>
                        <a:pt x="169" y="106"/>
                        <a:pt x="169" y="107"/>
                      </a:cubicBezTo>
                      <a:cubicBezTo>
                        <a:pt x="169" y="108"/>
                        <a:pt x="170" y="111"/>
                        <a:pt x="169" y="113"/>
                      </a:cubicBezTo>
                      <a:cubicBezTo>
                        <a:pt x="169" y="115"/>
                        <a:pt x="166" y="117"/>
                        <a:pt x="166" y="117"/>
                      </a:cubicBezTo>
                      <a:cubicBezTo>
                        <a:pt x="166" y="117"/>
                        <a:pt x="170" y="120"/>
                        <a:pt x="168" y="120"/>
                      </a:cubicBezTo>
                      <a:cubicBezTo>
                        <a:pt x="166" y="120"/>
                        <a:pt x="164" y="123"/>
                        <a:pt x="164" y="124"/>
                      </a:cubicBezTo>
                      <a:cubicBezTo>
                        <a:pt x="163" y="124"/>
                        <a:pt x="164" y="126"/>
                        <a:pt x="163" y="126"/>
                      </a:cubicBezTo>
                      <a:cubicBezTo>
                        <a:pt x="161" y="126"/>
                        <a:pt x="159" y="126"/>
                        <a:pt x="159" y="127"/>
                      </a:cubicBezTo>
                      <a:cubicBezTo>
                        <a:pt x="159" y="128"/>
                        <a:pt x="159" y="130"/>
                        <a:pt x="159" y="130"/>
                      </a:cubicBezTo>
                      <a:cubicBezTo>
                        <a:pt x="156" y="135"/>
                        <a:pt x="156" y="135"/>
                        <a:pt x="156" y="135"/>
                      </a:cubicBezTo>
                      <a:cubicBezTo>
                        <a:pt x="152" y="139"/>
                        <a:pt x="152" y="139"/>
                        <a:pt x="152" y="139"/>
                      </a:cubicBezTo>
                      <a:cubicBezTo>
                        <a:pt x="152" y="139"/>
                        <a:pt x="152" y="141"/>
                        <a:pt x="151" y="142"/>
                      </a:cubicBezTo>
                      <a:cubicBezTo>
                        <a:pt x="150" y="142"/>
                        <a:pt x="145" y="144"/>
                        <a:pt x="144" y="144"/>
                      </a:cubicBezTo>
                      <a:cubicBezTo>
                        <a:pt x="144" y="145"/>
                        <a:pt x="141" y="147"/>
                        <a:pt x="139" y="147"/>
                      </a:cubicBezTo>
                      <a:cubicBezTo>
                        <a:pt x="138" y="147"/>
                        <a:pt x="140" y="150"/>
                        <a:pt x="138" y="147"/>
                      </a:cubicBezTo>
                      <a:cubicBezTo>
                        <a:pt x="137" y="143"/>
                        <a:pt x="138" y="145"/>
                        <a:pt x="136" y="142"/>
                      </a:cubicBezTo>
                      <a:cubicBezTo>
                        <a:pt x="135" y="138"/>
                        <a:pt x="135" y="141"/>
                        <a:pt x="135" y="138"/>
                      </a:cubicBezTo>
                      <a:cubicBezTo>
                        <a:pt x="135" y="136"/>
                        <a:pt x="135" y="138"/>
                        <a:pt x="135" y="136"/>
                      </a:cubicBezTo>
                      <a:cubicBezTo>
                        <a:pt x="135" y="133"/>
                        <a:pt x="135" y="135"/>
                        <a:pt x="134" y="132"/>
                      </a:cubicBezTo>
                      <a:cubicBezTo>
                        <a:pt x="133" y="129"/>
                        <a:pt x="133" y="130"/>
                        <a:pt x="131" y="128"/>
                      </a:cubicBezTo>
                      <a:cubicBezTo>
                        <a:pt x="129" y="127"/>
                        <a:pt x="128" y="128"/>
                        <a:pt x="129" y="126"/>
                      </a:cubicBezTo>
                      <a:cubicBezTo>
                        <a:pt x="130" y="123"/>
                        <a:pt x="130" y="126"/>
                        <a:pt x="130" y="123"/>
                      </a:cubicBezTo>
                      <a:cubicBezTo>
                        <a:pt x="131" y="120"/>
                        <a:pt x="130" y="119"/>
                        <a:pt x="132" y="118"/>
                      </a:cubicBezTo>
                      <a:cubicBezTo>
                        <a:pt x="134" y="117"/>
                        <a:pt x="135" y="117"/>
                        <a:pt x="135" y="115"/>
                      </a:cubicBezTo>
                      <a:cubicBezTo>
                        <a:pt x="135" y="113"/>
                        <a:pt x="135" y="112"/>
                        <a:pt x="134" y="111"/>
                      </a:cubicBezTo>
                      <a:cubicBezTo>
                        <a:pt x="134" y="110"/>
                        <a:pt x="132" y="108"/>
                        <a:pt x="132" y="108"/>
                      </a:cubicBezTo>
                      <a:cubicBezTo>
                        <a:pt x="132" y="107"/>
                        <a:pt x="132" y="107"/>
                        <a:pt x="130" y="105"/>
                      </a:cubicBezTo>
                      <a:cubicBezTo>
                        <a:pt x="129" y="103"/>
                        <a:pt x="128" y="102"/>
                        <a:pt x="128" y="102"/>
                      </a:cubicBezTo>
                      <a:cubicBezTo>
                        <a:pt x="128" y="102"/>
                        <a:pt x="128" y="98"/>
                        <a:pt x="128" y="96"/>
                      </a:cubicBezTo>
                      <a:cubicBezTo>
                        <a:pt x="128" y="94"/>
                        <a:pt x="127" y="97"/>
                        <a:pt x="128" y="94"/>
                      </a:cubicBezTo>
                      <a:cubicBezTo>
                        <a:pt x="128" y="91"/>
                        <a:pt x="129" y="90"/>
                        <a:pt x="129" y="90"/>
                      </a:cubicBezTo>
                      <a:cubicBezTo>
                        <a:pt x="129" y="90"/>
                        <a:pt x="125" y="87"/>
                        <a:pt x="124" y="88"/>
                      </a:cubicBezTo>
                      <a:cubicBezTo>
                        <a:pt x="123" y="88"/>
                        <a:pt x="123" y="90"/>
                        <a:pt x="121" y="88"/>
                      </a:cubicBezTo>
                      <a:cubicBezTo>
                        <a:pt x="119" y="87"/>
                        <a:pt x="119" y="86"/>
                        <a:pt x="119" y="85"/>
                      </a:cubicBezTo>
                      <a:cubicBezTo>
                        <a:pt x="118" y="85"/>
                        <a:pt x="117" y="85"/>
                        <a:pt x="116" y="85"/>
                      </a:cubicBezTo>
                      <a:cubicBezTo>
                        <a:pt x="114" y="86"/>
                        <a:pt x="112" y="86"/>
                        <a:pt x="110" y="87"/>
                      </a:cubicBezTo>
                      <a:cubicBezTo>
                        <a:pt x="108" y="88"/>
                        <a:pt x="107" y="88"/>
                        <a:pt x="105" y="88"/>
                      </a:cubicBezTo>
                      <a:cubicBezTo>
                        <a:pt x="102" y="88"/>
                        <a:pt x="99" y="89"/>
                        <a:pt x="97" y="88"/>
                      </a:cubicBezTo>
                      <a:cubicBezTo>
                        <a:pt x="95" y="86"/>
                        <a:pt x="95" y="88"/>
                        <a:pt x="94" y="86"/>
                      </a:cubicBezTo>
                      <a:cubicBezTo>
                        <a:pt x="93" y="84"/>
                        <a:pt x="94" y="84"/>
                        <a:pt x="92" y="83"/>
                      </a:cubicBezTo>
                      <a:cubicBezTo>
                        <a:pt x="90" y="82"/>
                        <a:pt x="90" y="83"/>
                        <a:pt x="89" y="81"/>
                      </a:cubicBezTo>
                      <a:cubicBezTo>
                        <a:pt x="89" y="79"/>
                        <a:pt x="90" y="79"/>
                        <a:pt x="89" y="77"/>
                      </a:cubicBezTo>
                      <a:cubicBezTo>
                        <a:pt x="87" y="75"/>
                        <a:pt x="90" y="78"/>
                        <a:pt x="87" y="75"/>
                      </a:cubicBezTo>
                      <a:cubicBezTo>
                        <a:pt x="85" y="73"/>
                        <a:pt x="84" y="75"/>
                        <a:pt x="85" y="73"/>
                      </a:cubicBezTo>
                      <a:cubicBezTo>
                        <a:pt x="86" y="71"/>
                        <a:pt x="86" y="72"/>
                        <a:pt x="86" y="69"/>
                      </a:cubicBezTo>
                      <a:cubicBezTo>
                        <a:pt x="86" y="67"/>
                        <a:pt x="90" y="70"/>
                        <a:pt x="88" y="65"/>
                      </a:cubicBezTo>
                      <a:cubicBezTo>
                        <a:pt x="85" y="60"/>
                        <a:pt x="85" y="61"/>
                        <a:pt x="87" y="57"/>
                      </a:cubicBezTo>
                      <a:cubicBezTo>
                        <a:pt x="89" y="53"/>
                        <a:pt x="92" y="52"/>
                        <a:pt x="93" y="51"/>
                      </a:cubicBezTo>
                      <a:cubicBezTo>
                        <a:pt x="93" y="50"/>
                        <a:pt x="94" y="48"/>
                        <a:pt x="95" y="47"/>
                      </a:cubicBezTo>
                      <a:cubicBezTo>
                        <a:pt x="96" y="46"/>
                        <a:pt x="95" y="46"/>
                        <a:pt x="97" y="46"/>
                      </a:cubicBezTo>
                      <a:cubicBezTo>
                        <a:pt x="99" y="46"/>
                        <a:pt x="101" y="45"/>
                        <a:pt x="103" y="44"/>
                      </a:cubicBezTo>
                      <a:cubicBezTo>
                        <a:pt x="104" y="43"/>
                        <a:pt x="106" y="41"/>
                        <a:pt x="107" y="40"/>
                      </a:cubicBezTo>
                      <a:cubicBezTo>
                        <a:pt x="107" y="40"/>
                        <a:pt x="107" y="41"/>
                        <a:pt x="109" y="40"/>
                      </a:cubicBezTo>
                      <a:cubicBezTo>
                        <a:pt x="111" y="40"/>
                        <a:pt x="111" y="39"/>
                        <a:pt x="113" y="39"/>
                      </a:cubicBezTo>
                      <a:cubicBezTo>
                        <a:pt x="114" y="39"/>
                        <a:pt x="111" y="40"/>
                        <a:pt x="115" y="39"/>
                      </a:cubicBezTo>
                      <a:cubicBezTo>
                        <a:pt x="119" y="39"/>
                        <a:pt x="118" y="39"/>
                        <a:pt x="119" y="39"/>
                      </a:cubicBezTo>
                      <a:cubicBezTo>
                        <a:pt x="120" y="39"/>
                        <a:pt x="119" y="39"/>
                        <a:pt x="121" y="39"/>
                      </a:cubicBezTo>
                      <a:cubicBezTo>
                        <a:pt x="122" y="39"/>
                        <a:pt x="122" y="36"/>
                        <a:pt x="122" y="39"/>
                      </a:cubicBezTo>
                      <a:cubicBezTo>
                        <a:pt x="123" y="43"/>
                        <a:pt x="121" y="44"/>
                        <a:pt x="124" y="44"/>
                      </a:cubicBezTo>
                      <a:cubicBezTo>
                        <a:pt x="126" y="45"/>
                        <a:pt x="124" y="45"/>
                        <a:pt x="126" y="45"/>
                      </a:cubicBezTo>
                      <a:cubicBezTo>
                        <a:pt x="129" y="45"/>
                        <a:pt x="128" y="45"/>
                        <a:pt x="130" y="46"/>
                      </a:cubicBezTo>
                      <a:cubicBezTo>
                        <a:pt x="131" y="46"/>
                        <a:pt x="132" y="47"/>
                        <a:pt x="134" y="47"/>
                      </a:cubicBezTo>
                      <a:cubicBezTo>
                        <a:pt x="136" y="47"/>
                        <a:pt x="133" y="50"/>
                        <a:pt x="136" y="47"/>
                      </a:cubicBezTo>
                      <a:cubicBezTo>
                        <a:pt x="139" y="44"/>
                        <a:pt x="133" y="44"/>
                        <a:pt x="139" y="44"/>
                      </a:cubicBezTo>
                      <a:cubicBezTo>
                        <a:pt x="144" y="45"/>
                        <a:pt x="144" y="46"/>
                        <a:pt x="145" y="45"/>
                      </a:cubicBezTo>
                      <a:cubicBezTo>
                        <a:pt x="146" y="45"/>
                        <a:pt x="146" y="46"/>
                        <a:pt x="148" y="45"/>
                      </a:cubicBezTo>
                      <a:cubicBezTo>
                        <a:pt x="151" y="44"/>
                        <a:pt x="151" y="44"/>
                        <a:pt x="152" y="44"/>
                      </a:cubicBezTo>
                      <a:cubicBezTo>
                        <a:pt x="153" y="45"/>
                        <a:pt x="153" y="47"/>
                        <a:pt x="154" y="45"/>
                      </a:cubicBezTo>
                      <a:cubicBezTo>
                        <a:pt x="154" y="43"/>
                        <a:pt x="156" y="43"/>
                        <a:pt x="154" y="42"/>
                      </a:cubicBezTo>
                      <a:cubicBezTo>
                        <a:pt x="151" y="41"/>
                        <a:pt x="150" y="42"/>
                        <a:pt x="150" y="40"/>
                      </a:cubicBezTo>
                      <a:cubicBezTo>
                        <a:pt x="149" y="39"/>
                        <a:pt x="152" y="39"/>
                        <a:pt x="149" y="39"/>
                      </a:cubicBezTo>
                      <a:cubicBezTo>
                        <a:pt x="146" y="38"/>
                        <a:pt x="147" y="38"/>
                        <a:pt x="145" y="38"/>
                      </a:cubicBezTo>
                      <a:cubicBezTo>
                        <a:pt x="143" y="37"/>
                        <a:pt x="141" y="39"/>
                        <a:pt x="140" y="38"/>
                      </a:cubicBezTo>
                      <a:cubicBezTo>
                        <a:pt x="140" y="36"/>
                        <a:pt x="136" y="39"/>
                        <a:pt x="140" y="36"/>
                      </a:cubicBezTo>
                      <a:cubicBezTo>
                        <a:pt x="143" y="32"/>
                        <a:pt x="142" y="31"/>
                        <a:pt x="144" y="32"/>
                      </a:cubicBezTo>
                      <a:cubicBezTo>
                        <a:pt x="147" y="32"/>
                        <a:pt x="146" y="34"/>
                        <a:pt x="148" y="33"/>
                      </a:cubicBezTo>
                      <a:cubicBezTo>
                        <a:pt x="149" y="32"/>
                        <a:pt x="152" y="31"/>
                        <a:pt x="149" y="29"/>
                      </a:cubicBezTo>
                      <a:cubicBezTo>
                        <a:pt x="146" y="27"/>
                        <a:pt x="148" y="28"/>
                        <a:pt x="145" y="26"/>
                      </a:cubicBezTo>
                      <a:cubicBezTo>
                        <a:pt x="142" y="25"/>
                        <a:pt x="140" y="32"/>
                        <a:pt x="139" y="31"/>
                      </a:cubicBezTo>
                      <a:cubicBezTo>
                        <a:pt x="137" y="30"/>
                        <a:pt x="137" y="29"/>
                        <a:pt x="136" y="30"/>
                      </a:cubicBezTo>
                      <a:cubicBezTo>
                        <a:pt x="135" y="30"/>
                        <a:pt x="135" y="32"/>
                        <a:pt x="135" y="34"/>
                      </a:cubicBezTo>
                      <a:cubicBezTo>
                        <a:pt x="134" y="36"/>
                        <a:pt x="136" y="36"/>
                        <a:pt x="133" y="35"/>
                      </a:cubicBezTo>
                      <a:cubicBezTo>
                        <a:pt x="130" y="34"/>
                        <a:pt x="136" y="34"/>
                        <a:pt x="130" y="32"/>
                      </a:cubicBezTo>
                      <a:cubicBezTo>
                        <a:pt x="124" y="30"/>
                        <a:pt x="121" y="30"/>
                        <a:pt x="120" y="31"/>
                      </a:cubicBezTo>
                      <a:cubicBezTo>
                        <a:pt x="120" y="32"/>
                        <a:pt x="118" y="32"/>
                        <a:pt x="118" y="32"/>
                      </a:cubicBezTo>
                      <a:cubicBezTo>
                        <a:pt x="117" y="33"/>
                        <a:pt x="120" y="35"/>
                        <a:pt x="117" y="33"/>
                      </a:cubicBezTo>
                      <a:cubicBezTo>
                        <a:pt x="114" y="32"/>
                        <a:pt x="112" y="34"/>
                        <a:pt x="112" y="34"/>
                      </a:cubicBezTo>
                      <a:cubicBezTo>
                        <a:pt x="112" y="34"/>
                        <a:pt x="111" y="34"/>
                        <a:pt x="110" y="34"/>
                      </a:cubicBezTo>
                      <a:cubicBezTo>
                        <a:pt x="109" y="35"/>
                        <a:pt x="106" y="36"/>
                        <a:pt x="105" y="36"/>
                      </a:cubicBezTo>
                      <a:cubicBezTo>
                        <a:pt x="104" y="35"/>
                        <a:pt x="101" y="36"/>
                        <a:pt x="103" y="33"/>
                      </a:cubicBezTo>
                      <a:cubicBezTo>
                        <a:pt x="106" y="30"/>
                        <a:pt x="104" y="32"/>
                        <a:pt x="108" y="30"/>
                      </a:cubicBezTo>
                      <a:cubicBezTo>
                        <a:pt x="111" y="28"/>
                        <a:pt x="117" y="28"/>
                        <a:pt x="112" y="27"/>
                      </a:cubicBezTo>
                      <a:cubicBezTo>
                        <a:pt x="107" y="26"/>
                        <a:pt x="115" y="26"/>
                        <a:pt x="108" y="23"/>
                      </a:cubicBezTo>
                      <a:cubicBezTo>
                        <a:pt x="102" y="20"/>
                        <a:pt x="102" y="24"/>
                        <a:pt x="102" y="20"/>
                      </a:cubicBezTo>
                      <a:cubicBezTo>
                        <a:pt x="102" y="16"/>
                        <a:pt x="101" y="15"/>
                        <a:pt x="100" y="16"/>
                      </a:cubicBezTo>
                      <a:cubicBezTo>
                        <a:pt x="99" y="16"/>
                        <a:pt x="95" y="17"/>
                        <a:pt x="93" y="17"/>
                      </a:cubicBezTo>
                      <a:cubicBezTo>
                        <a:pt x="92" y="17"/>
                        <a:pt x="94" y="19"/>
                        <a:pt x="91" y="17"/>
                      </a:cubicBezTo>
                      <a:cubicBezTo>
                        <a:pt x="88" y="15"/>
                        <a:pt x="87" y="18"/>
                        <a:pt x="88" y="15"/>
                      </a:cubicBezTo>
                      <a:cubicBezTo>
                        <a:pt x="89" y="12"/>
                        <a:pt x="89" y="12"/>
                        <a:pt x="91" y="10"/>
                      </a:cubicBezTo>
                      <a:cubicBezTo>
                        <a:pt x="93" y="9"/>
                        <a:pt x="92" y="3"/>
                        <a:pt x="97" y="5"/>
                      </a:cubicBezTo>
                      <a:cubicBezTo>
                        <a:pt x="101" y="7"/>
                        <a:pt x="99" y="7"/>
                        <a:pt x="103" y="7"/>
                      </a:cubicBezTo>
                      <a:cubicBezTo>
                        <a:pt x="106" y="7"/>
                        <a:pt x="108" y="7"/>
                        <a:pt x="108" y="6"/>
                      </a:cubicBezTo>
                      <a:cubicBezTo>
                        <a:pt x="108" y="5"/>
                        <a:pt x="104" y="3"/>
                        <a:pt x="104" y="3"/>
                      </a:cubicBezTo>
                      <a:cubicBezTo>
                        <a:pt x="104" y="3"/>
                        <a:pt x="103" y="4"/>
                        <a:pt x="103" y="3"/>
                      </a:cubicBezTo>
                      <a:cubicBezTo>
                        <a:pt x="103" y="2"/>
                        <a:pt x="104" y="1"/>
                        <a:pt x="104" y="1"/>
                      </a:cubicBezTo>
                      <a:cubicBezTo>
                        <a:pt x="103" y="0"/>
                        <a:pt x="103" y="0"/>
                        <a:pt x="103" y="0"/>
                      </a:cubicBezTo>
                      <a:cubicBezTo>
                        <a:pt x="103" y="0"/>
                        <a:pt x="91" y="0"/>
                        <a:pt x="88"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85"/>
                <p:cNvSpPr>
                  <a:spLocks/>
                </p:cNvSpPr>
                <p:nvPr/>
              </p:nvSpPr>
              <p:spPr bwMode="auto">
                <a:xfrm>
                  <a:off x="4567238" y="2873375"/>
                  <a:ext cx="77788" cy="93663"/>
                </a:xfrm>
                <a:custGeom>
                  <a:avLst/>
                  <a:gdLst/>
                  <a:ahLst/>
                  <a:cxnLst>
                    <a:cxn ang="0">
                      <a:pos x="43" y="5"/>
                    </a:cxn>
                    <a:cxn ang="0">
                      <a:pos x="43" y="27"/>
                    </a:cxn>
                    <a:cxn ang="0">
                      <a:pos x="24" y="43"/>
                    </a:cxn>
                    <a:cxn ang="0">
                      <a:pos x="1" y="61"/>
                    </a:cxn>
                    <a:cxn ang="0">
                      <a:pos x="62" y="73"/>
                    </a:cxn>
                    <a:cxn ang="0">
                      <a:pos x="62" y="0"/>
                    </a:cxn>
                    <a:cxn ang="0">
                      <a:pos x="43" y="5"/>
                    </a:cxn>
                  </a:cxnLst>
                  <a:rect l="0" t="0" r="r" b="b"/>
                  <a:pathLst>
                    <a:path w="62" h="73">
                      <a:moveTo>
                        <a:pt x="43" y="5"/>
                      </a:moveTo>
                      <a:cubicBezTo>
                        <a:pt x="43" y="27"/>
                        <a:pt x="43" y="27"/>
                        <a:pt x="43" y="27"/>
                      </a:cubicBezTo>
                      <a:cubicBezTo>
                        <a:pt x="43" y="27"/>
                        <a:pt x="37" y="38"/>
                        <a:pt x="24" y="43"/>
                      </a:cubicBezTo>
                      <a:cubicBezTo>
                        <a:pt x="12" y="47"/>
                        <a:pt x="0" y="54"/>
                        <a:pt x="1" y="61"/>
                      </a:cubicBezTo>
                      <a:cubicBezTo>
                        <a:pt x="2" y="67"/>
                        <a:pt x="17" y="73"/>
                        <a:pt x="62" y="73"/>
                      </a:cubicBezTo>
                      <a:cubicBezTo>
                        <a:pt x="62" y="0"/>
                        <a:pt x="62" y="0"/>
                        <a:pt x="62" y="0"/>
                      </a:cubicBezTo>
                      <a:lnTo>
                        <a:pt x="43" y="5"/>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86"/>
                <p:cNvSpPr>
                  <a:spLocks/>
                </p:cNvSpPr>
                <p:nvPr/>
              </p:nvSpPr>
              <p:spPr bwMode="auto">
                <a:xfrm>
                  <a:off x="4637088" y="2873375"/>
                  <a:ext cx="74613" cy="93663"/>
                </a:xfrm>
                <a:custGeom>
                  <a:avLst/>
                  <a:gdLst/>
                  <a:ahLst/>
                  <a:cxnLst>
                    <a:cxn ang="0">
                      <a:pos x="12" y="5"/>
                    </a:cxn>
                    <a:cxn ang="0">
                      <a:pos x="12" y="27"/>
                    </a:cxn>
                    <a:cxn ang="0">
                      <a:pos x="30" y="43"/>
                    </a:cxn>
                    <a:cxn ang="0">
                      <a:pos x="57" y="61"/>
                    </a:cxn>
                    <a:cxn ang="0">
                      <a:pos x="0" y="73"/>
                    </a:cxn>
                    <a:cxn ang="0">
                      <a:pos x="0" y="0"/>
                    </a:cxn>
                    <a:cxn ang="0">
                      <a:pos x="12" y="5"/>
                    </a:cxn>
                  </a:cxnLst>
                  <a:rect l="0" t="0" r="r" b="b"/>
                  <a:pathLst>
                    <a:path w="58" h="73">
                      <a:moveTo>
                        <a:pt x="12" y="5"/>
                      </a:moveTo>
                      <a:cubicBezTo>
                        <a:pt x="12" y="27"/>
                        <a:pt x="12" y="27"/>
                        <a:pt x="12" y="27"/>
                      </a:cubicBezTo>
                      <a:cubicBezTo>
                        <a:pt x="12" y="27"/>
                        <a:pt x="17" y="38"/>
                        <a:pt x="30" y="43"/>
                      </a:cubicBezTo>
                      <a:cubicBezTo>
                        <a:pt x="43" y="47"/>
                        <a:pt x="58" y="54"/>
                        <a:pt x="57" y="61"/>
                      </a:cubicBezTo>
                      <a:cubicBezTo>
                        <a:pt x="56" y="67"/>
                        <a:pt x="32" y="73"/>
                        <a:pt x="0" y="73"/>
                      </a:cubicBezTo>
                      <a:cubicBezTo>
                        <a:pt x="0" y="0"/>
                        <a:pt x="0" y="0"/>
                        <a:pt x="0" y="0"/>
                      </a:cubicBezTo>
                      <a:lnTo>
                        <a:pt x="12" y="5"/>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87"/>
                <p:cNvSpPr>
                  <a:spLocks/>
                </p:cNvSpPr>
                <p:nvPr/>
              </p:nvSpPr>
              <p:spPr bwMode="auto">
                <a:xfrm>
                  <a:off x="4506913" y="2606675"/>
                  <a:ext cx="274638" cy="277813"/>
                </a:xfrm>
                <a:custGeom>
                  <a:avLst/>
                  <a:gdLst/>
                  <a:ahLst/>
                  <a:cxnLst>
                    <a:cxn ang="0">
                      <a:pos x="160" y="11"/>
                    </a:cxn>
                    <a:cxn ang="0">
                      <a:pos x="204" y="97"/>
                    </a:cxn>
                    <a:cxn ang="0">
                      <a:pos x="97" y="205"/>
                    </a:cxn>
                    <a:cxn ang="0">
                      <a:pos x="11" y="162"/>
                    </a:cxn>
                    <a:cxn ang="0">
                      <a:pos x="0" y="171"/>
                    </a:cxn>
                    <a:cxn ang="0">
                      <a:pos x="97" y="219"/>
                    </a:cxn>
                    <a:cxn ang="0">
                      <a:pos x="218" y="97"/>
                    </a:cxn>
                    <a:cxn ang="0">
                      <a:pos x="169" y="0"/>
                    </a:cxn>
                    <a:cxn ang="0">
                      <a:pos x="160" y="11"/>
                    </a:cxn>
                  </a:cxnLst>
                  <a:rect l="0" t="0" r="r" b="b"/>
                  <a:pathLst>
                    <a:path w="218" h="219">
                      <a:moveTo>
                        <a:pt x="160" y="11"/>
                      </a:moveTo>
                      <a:cubicBezTo>
                        <a:pt x="187" y="30"/>
                        <a:pt x="204" y="62"/>
                        <a:pt x="204" y="97"/>
                      </a:cubicBezTo>
                      <a:cubicBezTo>
                        <a:pt x="204" y="157"/>
                        <a:pt x="156" y="205"/>
                        <a:pt x="97" y="205"/>
                      </a:cubicBezTo>
                      <a:cubicBezTo>
                        <a:pt x="62" y="205"/>
                        <a:pt x="31" y="188"/>
                        <a:pt x="11" y="162"/>
                      </a:cubicBezTo>
                      <a:cubicBezTo>
                        <a:pt x="0" y="171"/>
                        <a:pt x="0" y="171"/>
                        <a:pt x="0" y="171"/>
                      </a:cubicBezTo>
                      <a:cubicBezTo>
                        <a:pt x="22" y="200"/>
                        <a:pt x="57" y="219"/>
                        <a:pt x="97" y="219"/>
                      </a:cubicBezTo>
                      <a:cubicBezTo>
                        <a:pt x="164" y="219"/>
                        <a:pt x="218" y="165"/>
                        <a:pt x="218" y="97"/>
                      </a:cubicBezTo>
                      <a:cubicBezTo>
                        <a:pt x="218" y="57"/>
                        <a:pt x="199" y="22"/>
                        <a:pt x="169" y="0"/>
                      </a:cubicBezTo>
                      <a:lnTo>
                        <a:pt x="160" y="1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88"/>
                <p:cNvSpPr>
                  <a:spLocks noEditPoints="1"/>
                </p:cNvSpPr>
                <p:nvPr/>
              </p:nvSpPr>
              <p:spPr bwMode="auto">
                <a:xfrm>
                  <a:off x="4508500" y="2609850"/>
                  <a:ext cx="244475" cy="244475"/>
                </a:xfrm>
                <a:custGeom>
                  <a:avLst/>
                  <a:gdLst/>
                  <a:ahLst/>
                  <a:cxnLst>
                    <a:cxn ang="0">
                      <a:pos x="96" y="0"/>
                    </a:cxn>
                    <a:cxn ang="0">
                      <a:pos x="0" y="97"/>
                    </a:cxn>
                    <a:cxn ang="0">
                      <a:pos x="96" y="193"/>
                    </a:cxn>
                    <a:cxn ang="0">
                      <a:pos x="193" y="97"/>
                    </a:cxn>
                    <a:cxn ang="0">
                      <a:pos x="96" y="0"/>
                    </a:cxn>
                    <a:cxn ang="0">
                      <a:pos x="96" y="189"/>
                    </a:cxn>
                    <a:cxn ang="0">
                      <a:pos x="4" y="97"/>
                    </a:cxn>
                    <a:cxn ang="0">
                      <a:pos x="96" y="5"/>
                    </a:cxn>
                    <a:cxn ang="0">
                      <a:pos x="188" y="97"/>
                    </a:cxn>
                    <a:cxn ang="0">
                      <a:pos x="96" y="189"/>
                    </a:cxn>
                  </a:cxnLst>
                  <a:rect l="0" t="0" r="r" b="b"/>
                  <a:pathLst>
                    <a:path w="193" h="193">
                      <a:moveTo>
                        <a:pt x="96" y="0"/>
                      </a:moveTo>
                      <a:cubicBezTo>
                        <a:pt x="43" y="0"/>
                        <a:pt x="0" y="43"/>
                        <a:pt x="0" y="97"/>
                      </a:cubicBezTo>
                      <a:cubicBezTo>
                        <a:pt x="0" y="150"/>
                        <a:pt x="43" y="193"/>
                        <a:pt x="96" y="193"/>
                      </a:cubicBezTo>
                      <a:cubicBezTo>
                        <a:pt x="149" y="193"/>
                        <a:pt x="193" y="150"/>
                        <a:pt x="193" y="97"/>
                      </a:cubicBezTo>
                      <a:cubicBezTo>
                        <a:pt x="193" y="43"/>
                        <a:pt x="149" y="0"/>
                        <a:pt x="96" y="0"/>
                      </a:cubicBezTo>
                      <a:close/>
                      <a:moveTo>
                        <a:pt x="96" y="189"/>
                      </a:moveTo>
                      <a:cubicBezTo>
                        <a:pt x="46" y="189"/>
                        <a:pt x="4" y="147"/>
                        <a:pt x="4" y="97"/>
                      </a:cubicBezTo>
                      <a:cubicBezTo>
                        <a:pt x="4" y="46"/>
                        <a:pt x="46" y="5"/>
                        <a:pt x="96" y="5"/>
                      </a:cubicBezTo>
                      <a:cubicBezTo>
                        <a:pt x="147" y="5"/>
                        <a:pt x="188" y="46"/>
                        <a:pt x="188" y="97"/>
                      </a:cubicBezTo>
                      <a:cubicBezTo>
                        <a:pt x="188" y="147"/>
                        <a:pt x="147" y="189"/>
                        <a:pt x="96" y="18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89"/>
                <p:cNvSpPr>
                  <a:spLocks/>
                </p:cNvSpPr>
                <p:nvPr/>
              </p:nvSpPr>
              <p:spPr bwMode="auto">
                <a:xfrm>
                  <a:off x="4502150" y="2614613"/>
                  <a:ext cx="273050" cy="239713"/>
                </a:xfrm>
                <a:custGeom>
                  <a:avLst/>
                  <a:gdLst/>
                  <a:ahLst/>
                  <a:cxnLst>
                    <a:cxn ang="0">
                      <a:pos x="62" y="15"/>
                    </a:cxn>
                    <a:cxn ang="0">
                      <a:pos x="58" y="22"/>
                    </a:cxn>
                    <a:cxn ang="0">
                      <a:pos x="54" y="28"/>
                    </a:cxn>
                    <a:cxn ang="0">
                      <a:pos x="51" y="25"/>
                    </a:cxn>
                    <a:cxn ang="0">
                      <a:pos x="50" y="31"/>
                    </a:cxn>
                    <a:cxn ang="0">
                      <a:pos x="40" y="33"/>
                    </a:cxn>
                    <a:cxn ang="0">
                      <a:pos x="34" y="39"/>
                    </a:cxn>
                    <a:cxn ang="0">
                      <a:pos x="26" y="51"/>
                    </a:cxn>
                    <a:cxn ang="0">
                      <a:pos x="20" y="58"/>
                    </a:cxn>
                    <a:cxn ang="0">
                      <a:pos x="25" y="64"/>
                    </a:cxn>
                    <a:cxn ang="0">
                      <a:pos x="26" y="67"/>
                    </a:cxn>
                    <a:cxn ang="0">
                      <a:pos x="21" y="62"/>
                    </a:cxn>
                    <a:cxn ang="0">
                      <a:pos x="17" y="57"/>
                    </a:cxn>
                    <a:cxn ang="0">
                      <a:pos x="16" y="65"/>
                    </a:cxn>
                    <a:cxn ang="0">
                      <a:pos x="16" y="79"/>
                    </a:cxn>
                    <a:cxn ang="0">
                      <a:pos x="23" y="76"/>
                    </a:cxn>
                    <a:cxn ang="0">
                      <a:pos x="30" y="84"/>
                    </a:cxn>
                    <a:cxn ang="0">
                      <a:pos x="39" y="93"/>
                    </a:cxn>
                    <a:cxn ang="0">
                      <a:pos x="47" y="100"/>
                    </a:cxn>
                    <a:cxn ang="0">
                      <a:pos x="58" y="111"/>
                    </a:cxn>
                    <a:cxn ang="0">
                      <a:pos x="55" y="128"/>
                    </a:cxn>
                    <a:cxn ang="0">
                      <a:pos x="46" y="147"/>
                    </a:cxn>
                    <a:cxn ang="0">
                      <a:pos x="49" y="161"/>
                    </a:cxn>
                    <a:cxn ang="0">
                      <a:pos x="44" y="162"/>
                    </a:cxn>
                    <a:cxn ang="0">
                      <a:pos x="30" y="141"/>
                    </a:cxn>
                    <a:cxn ang="0">
                      <a:pos x="15" y="107"/>
                    </a:cxn>
                    <a:cxn ang="0">
                      <a:pos x="11" y="83"/>
                    </a:cxn>
                    <a:cxn ang="0">
                      <a:pos x="70" y="174"/>
                    </a:cxn>
                    <a:cxn ang="0">
                      <a:pos x="85" y="172"/>
                    </a:cxn>
                    <a:cxn ang="0">
                      <a:pos x="105" y="169"/>
                    </a:cxn>
                    <a:cxn ang="0">
                      <a:pos x="103" y="178"/>
                    </a:cxn>
                    <a:cxn ang="0">
                      <a:pos x="114" y="177"/>
                    </a:cxn>
                    <a:cxn ang="0">
                      <a:pos x="131" y="175"/>
                    </a:cxn>
                    <a:cxn ang="0">
                      <a:pos x="130" y="3"/>
                    </a:cxn>
                    <a:cxn ang="0">
                      <a:pos x="187" y="61"/>
                    </a:cxn>
                    <a:cxn ang="0">
                      <a:pos x="179" y="55"/>
                    </a:cxn>
                    <a:cxn ang="0">
                      <a:pos x="172" y="71"/>
                    </a:cxn>
                    <a:cxn ang="0">
                      <a:pos x="161" y="57"/>
                    </a:cxn>
                    <a:cxn ang="0">
                      <a:pos x="165" y="71"/>
                    </a:cxn>
                    <a:cxn ang="0">
                      <a:pos x="176" y="75"/>
                    </a:cxn>
                    <a:cxn ang="0">
                      <a:pos x="172" y="95"/>
                    </a:cxn>
                    <a:cxn ang="0">
                      <a:pos x="166" y="117"/>
                    </a:cxn>
                    <a:cxn ang="0">
                      <a:pos x="159" y="130"/>
                    </a:cxn>
                    <a:cxn ang="0">
                      <a:pos x="139" y="147"/>
                    </a:cxn>
                    <a:cxn ang="0">
                      <a:pos x="134" y="132"/>
                    </a:cxn>
                    <a:cxn ang="0">
                      <a:pos x="135" y="115"/>
                    </a:cxn>
                    <a:cxn ang="0">
                      <a:pos x="128" y="96"/>
                    </a:cxn>
                    <a:cxn ang="0">
                      <a:pos x="119" y="85"/>
                    </a:cxn>
                    <a:cxn ang="0">
                      <a:pos x="94" y="86"/>
                    </a:cxn>
                    <a:cxn ang="0">
                      <a:pos x="85" y="73"/>
                    </a:cxn>
                    <a:cxn ang="0">
                      <a:pos x="95" y="47"/>
                    </a:cxn>
                    <a:cxn ang="0">
                      <a:pos x="113" y="39"/>
                    </a:cxn>
                    <a:cxn ang="0">
                      <a:pos x="124" y="44"/>
                    </a:cxn>
                    <a:cxn ang="0">
                      <a:pos x="139" y="44"/>
                    </a:cxn>
                    <a:cxn ang="0">
                      <a:pos x="154" y="42"/>
                    </a:cxn>
                    <a:cxn ang="0">
                      <a:pos x="140" y="36"/>
                    </a:cxn>
                    <a:cxn ang="0">
                      <a:pos x="139" y="31"/>
                    </a:cxn>
                    <a:cxn ang="0">
                      <a:pos x="120" y="31"/>
                    </a:cxn>
                    <a:cxn ang="0">
                      <a:pos x="105" y="36"/>
                    </a:cxn>
                    <a:cxn ang="0">
                      <a:pos x="102" y="20"/>
                    </a:cxn>
                    <a:cxn ang="0">
                      <a:pos x="91" y="10"/>
                    </a:cxn>
                    <a:cxn ang="0">
                      <a:pos x="103" y="3"/>
                    </a:cxn>
                  </a:cxnLst>
                  <a:rect l="0" t="0" r="r" b="b"/>
                  <a:pathLst>
                    <a:path w="216" h="189">
                      <a:moveTo>
                        <a:pt x="88" y="1"/>
                      </a:moveTo>
                      <a:cubicBezTo>
                        <a:pt x="88" y="1"/>
                        <a:pt x="55" y="5"/>
                        <a:pt x="33" y="30"/>
                      </a:cubicBezTo>
                      <a:cubicBezTo>
                        <a:pt x="33" y="30"/>
                        <a:pt x="50" y="13"/>
                        <a:pt x="60" y="13"/>
                      </a:cubicBezTo>
                      <a:cubicBezTo>
                        <a:pt x="63" y="14"/>
                        <a:pt x="63" y="14"/>
                        <a:pt x="63" y="14"/>
                      </a:cubicBezTo>
                      <a:cubicBezTo>
                        <a:pt x="63" y="14"/>
                        <a:pt x="62" y="14"/>
                        <a:pt x="62" y="15"/>
                      </a:cubicBezTo>
                      <a:cubicBezTo>
                        <a:pt x="62" y="15"/>
                        <a:pt x="60" y="17"/>
                        <a:pt x="60" y="17"/>
                      </a:cubicBezTo>
                      <a:cubicBezTo>
                        <a:pt x="60" y="18"/>
                        <a:pt x="61" y="19"/>
                        <a:pt x="61" y="19"/>
                      </a:cubicBezTo>
                      <a:cubicBezTo>
                        <a:pt x="60" y="20"/>
                        <a:pt x="60" y="20"/>
                        <a:pt x="60" y="20"/>
                      </a:cubicBezTo>
                      <a:cubicBezTo>
                        <a:pt x="60" y="20"/>
                        <a:pt x="59" y="21"/>
                        <a:pt x="59" y="21"/>
                      </a:cubicBezTo>
                      <a:cubicBezTo>
                        <a:pt x="59" y="21"/>
                        <a:pt x="58" y="21"/>
                        <a:pt x="58" y="22"/>
                      </a:cubicBezTo>
                      <a:cubicBezTo>
                        <a:pt x="58" y="23"/>
                        <a:pt x="58" y="24"/>
                        <a:pt x="58" y="24"/>
                      </a:cubicBezTo>
                      <a:cubicBezTo>
                        <a:pt x="58" y="26"/>
                        <a:pt x="58" y="26"/>
                        <a:pt x="58" y="26"/>
                      </a:cubicBezTo>
                      <a:cubicBezTo>
                        <a:pt x="58" y="27"/>
                        <a:pt x="58" y="27"/>
                        <a:pt x="58" y="27"/>
                      </a:cubicBezTo>
                      <a:cubicBezTo>
                        <a:pt x="56" y="28"/>
                        <a:pt x="56" y="28"/>
                        <a:pt x="56" y="28"/>
                      </a:cubicBezTo>
                      <a:cubicBezTo>
                        <a:pt x="56" y="28"/>
                        <a:pt x="55" y="28"/>
                        <a:pt x="54" y="28"/>
                      </a:cubicBezTo>
                      <a:cubicBezTo>
                        <a:pt x="53" y="27"/>
                        <a:pt x="53" y="26"/>
                        <a:pt x="53" y="26"/>
                      </a:cubicBezTo>
                      <a:cubicBezTo>
                        <a:pt x="55" y="25"/>
                        <a:pt x="55" y="25"/>
                        <a:pt x="55" y="25"/>
                      </a:cubicBezTo>
                      <a:cubicBezTo>
                        <a:pt x="55" y="25"/>
                        <a:pt x="55" y="25"/>
                        <a:pt x="55" y="24"/>
                      </a:cubicBezTo>
                      <a:cubicBezTo>
                        <a:pt x="54" y="24"/>
                        <a:pt x="54" y="23"/>
                        <a:pt x="53" y="23"/>
                      </a:cubicBezTo>
                      <a:cubicBezTo>
                        <a:pt x="52" y="23"/>
                        <a:pt x="51" y="25"/>
                        <a:pt x="51" y="25"/>
                      </a:cubicBezTo>
                      <a:cubicBezTo>
                        <a:pt x="49" y="26"/>
                        <a:pt x="49" y="26"/>
                        <a:pt x="49" y="26"/>
                      </a:cubicBezTo>
                      <a:cubicBezTo>
                        <a:pt x="49" y="26"/>
                        <a:pt x="48" y="28"/>
                        <a:pt x="49" y="28"/>
                      </a:cubicBezTo>
                      <a:cubicBezTo>
                        <a:pt x="49" y="28"/>
                        <a:pt x="50" y="28"/>
                        <a:pt x="50" y="28"/>
                      </a:cubicBezTo>
                      <a:cubicBezTo>
                        <a:pt x="50" y="28"/>
                        <a:pt x="50" y="29"/>
                        <a:pt x="50" y="29"/>
                      </a:cubicBezTo>
                      <a:cubicBezTo>
                        <a:pt x="50" y="30"/>
                        <a:pt x="50" y="31"/>
                        <a:pt x="50" y="31"/>
                      </a:cubicBezTo>
                      <a:cubicBezTo>
                        <a:pt x="50" y="31"/>
                        <a:pt x="49" y="32"/>
                        <a:pt x="48" y="31"/>
                      </a:cubicBezTo>
                      <a:cubicBezTo>
                        <a:pt x="47" y="31"/>
                        <a:pt x="46" y="31"/>
                        <a:pt x="45" y="31"/>
                      </a:cubicBezTo>
                      <a:cubicBezTo>
                        <a:pt x="45" y="30"/>
                        <a:pt x="44" y="30"/>
                        <a:pt x="43" y="30"/>
                      </a:cubicBezTo>
                      <a:cubicBezTo>
                        <a:pt x="43" y="31"/>
                        <a:pt x="43" y="31"/>
                        <a:pt x="42" y="31"/>
                      </a:cubicBezTo>
                      <a:cubicBezTo>
                        <a:pt x="42" y="31"/>
                        <a:pt x="40" y="33"/>
                        <a:pt x="40" y="33"/>
                      </a:cubicBezTo>
                      <a:cubicBezTo>
                        <a:pt x="40" y="33"/>
                        <a:pt x="39" y="33"/>
                        <a:pt x="39" y="34"/>
                      </a:cubicBezTo>
                      <a:cubicBezTo>
                        <a:pt x="39" y="34"/>
                        <a:pt x="39" y="36"/>
                        <a:pt x="39" y="36"/>
                      </a:cubicBezTo>
                      <a:cubicBezTo>
                        <a:pt x="39" y="36"/>
                        <a:pt x="38" y="36"/>
                        <a:pt x="36" y="37"/>
                      </a:cubicBezTo>
                      <a:cubicBezTo>
                        <a:pt x="35" y="37"/>
                        <a:pt x="35" y="38"/>
                        <a:pt x="35" y="38"/>
                      </a:cubicBezTo>
                      <a:cubicBezTo>
                        <a:pt x="34" y="39"/>
                        <a:pt x="34" y="39"/>
                        <a:pt x="34" y="39"/>
                      </a:cubicBezTo>
                      <a:cubicBezTo>
                        <a:pt x="34" y="39"/>
                        <a:pt x="33" y="40"/>
                        <a:pt x="32" y="41"/>
                      </a:cubicBezTo>
                      <a:cubicBezTo>
                        <a:pt x="31" y="42"/>
                        <a:pt x="29" y="44"/>
                        <a:pt x="29" y="44"/>
                      </a:cubicBezTo>
                      <a:cubicBezTo>
                        <a:pt x="28" y="44"/>
                        <a:pt x="27" y="45"/>
                        <a:pt x="27" y="46"/>
                      </a:cubicBezTo>
                      <a:cubicBezTo>
                        <a:pt x="27" y="47"/>
                        <a:pt x="27" y="48"/>
                        <a:pt x="26" y="48"/>
                      </a:cubicBezTo>
                      <a:cubicBezTo>
                        <a:pt x="26" y="49"/>
                        <a:pt x="26" y="50"/>
                        <a:pt x="26" y="51"/>
                      </a:cubicBezTo>
                      <a:cubicBezTo>
                        <a:pt x="25" y="52"/>
                        <a:pt x="25" y="53"/>
                        <a:pt x="24" y="53"/>
                      </a:cubicBezTo>
                      <a:cubicBezTo>
                        <a:pt x="24" y="54"/>
                        <a:pt x="23" y="54"/>
                        <a:pt x="23" y="54"/>
                      </a:cubicBezTo>
                      <a:cubicBezTo>
                        <a:pt x="23" y="54"/>
                        <a:pt x="21" y="55"/>
                        <a:pt x="20" y="55"/>
                      </a:cubicBezTo>
                      <a:cubicBezTo>
                        <a:pt x="19" y="56"/>
                        <a:pt x="19" y="57"/>
                        <a:pt x="19" y="57"/>
                      </a:cubicBezTo>
                      <a:cubicBezTo>
                        <a:pt x="19" y="58"/>
                        <a:pt x="20" y="58"/>
                        <a:pt x="20" y="58"/>
                      </a:cubicBezTo>
                      <a:cubicBezTo>
                        <a:pt x="21" y="58"/>
                        <a:pt x="22" y="59"/>
                        <a:pt x="22" y="59"/>
                      </a:cubicBezTo>
                      <a:cubicBezTo>
                        <a:pt x="22" y="59"/>
                        <a:pt x="22" y="61"/>
                        <a:pt x="22" y="61"/>
                      </a:cubicBezTo>
                      <a:cubicBezTo>
                        <a:pt x="22" y="61"/>
                        <a:pt x="21" y="63"/>
                        <a:pt x="22" y="63"/>
                      </a:cubicBezTo>
                      <a:cubicBezTo>
                        <a:pt x="22" y="63"/>
                        <a:pt x="23" y="63"/>
                        <a:pt x="23" y="63"/>
                      </a:cubicBezTo>
                      <a:cubicBezTo>
                        <a:pt x="25" y="64"/>
                        <a:pt x="25" y="64"/>
                        <a:pt x="25" y="64"/>
                      </a:cubicBezTo>
                      <a:cubicBezTo>
                        <a:pt x="27" y="65"/>
                        <a:pt x="27" y="65"/>
                        <a:pt x="27" y="65"/>
                      </a:cubicBezTo>
                      <a:cubicBezTo>
                        <a:pt x="28" y="65"/>
                        <a:pt x="28" y="65"/>
                        <a:pt x="28" y="65"/>
                      </a:cubicBezTo>
                      <a:cubicBezTo>
                        <a:pt x="28" y="65"/>
                        <a:pt x="27" y="66"/>
                        <a:pt x="27" y="67"/>
                      </a:cubicBezTo>
                      <a:cubicBezTo>
                        <a:pt x="27" y="67"/>
                        <a:pt x="27" y="68"/>
                        <a:pt x="26" y="68"/>
                      </a:cubicBezTo>
                      <a:cubicBezTo>
                        <a:pt x="26" y="67"/>
                        <a:pt x="26" y="67"/>
                        <a:pt x="26" y="67"/>
                      </a:cubicBezTo>
                      <a:cubicBezTo>
                        <a:pt x="25" y="66"/>
                        <a:pt x="25" y="66"/>
                        <a:pt x="25" y="65"/>
                      </a:cubicBezTo>
                      <a:cubicBezTo>
                        <a:pt x="24" y="65"/>
                        <a:pt x="23" y="66"/>
                        <a:pt x="23" y="66"/>
                      </a:cubicBezTo>
                      <a:cubicBezTo>
                        <a:pt x="22" y="65"/>
                        <a:pt x="22" y="65"/>
                        <a:pt x="21" y="65"/>
                      </a:cubicBezTo>
                      <a:cubicBezTo>
                        <a:pt x="21" y="64"/>
                        <a:pt x="21" y="65"/>
                        <a:pt x="21" y="64"/>
                      </a:cubicBezTo>
                      <a:cubicBezTo>
                        <a:pt x="21" y="63"/>
                        <a:pt x="21" y="63"/>
                        <a:pt x="21" y="62"/>
                      </a:cubicBezTo>
                      <a:cubicBezTo>
                        <a:pt x="21" y="62"/>
                        <a:pt x="20" y="61"/>
                        <a:pt x="20" y="61"/>
                      </a:cubicBezTo>
                      <a:cubicBezTo>
                        <a:pt x="19" y="61"/>
                        <a:pt x="20" y="62"/>
                        <a:pt x="19" y="61"/>
                      </a:cubicBezTo>
                      <a:cubicBezTo>
                        <a:pt x="19" y="60"/>
                        <a:pt x="18" y="60"/>
                        <a:pt x="18" y="60"/>
                      </a:cubicBezTo>
                      <a:cubicBezTo>
                        <a:pt x="18" y="60"/>
                        <a:pt x="17" y="60"/>
                        <a:pt x="17" y="60"/>
                      </a:cubicBezTo>
                      <a:cubicBezTo>
                        <a:pt x="17" y="59"/>
                        <a:pt x="17" y="58"/>
                        <a:pt x="17" y="57"/>
                      </a:cubicBezTo>
                      <a:cubicBezTo>
                        <a:pt x="17" y="57"/>
                        <a:pt x="18" y="56"/>
                        <a:pt x="18" y="55"/>
                      </a:cubicBezTo>
                      <a:cubicBezTo>
                        <a:pt x="18" y="55"/>
                        <a:pt x="18" y="52"/>
                        <a:pt x="18" y="52"/>
                      </a:cubicBezTo>
                      <a:cubicBezTo>
                        <a:pt x="18" y="52"/>
                        <a:pt x="15" y="58"/>
                        <a:pt x="14" y="63"/>
                      </a:cubicBezTo>
                      <a:cubicBezTo>
                        <a:pt x="14" y="63"/>
                        <a:pt x="15" y="62"/>
                        <a:pt x="15" y="63"/>
                      </a:cubicBezTo>
                      <a:cubicBezTo>
                        <a:pt x="15" y="64"/>
                        <a:pt x="16" y="65"/>
                        <a:pt x="16" y="65"/>
                      </a:cubicBezTo>
                      <a:cubicBezTo>
                        <a:pt x="15" y="66"/>
                        <a:pt x="15" y="66"/>
                        <a:pt x="15" y="68"/>
                      </a:cubicBezTo>
                      <a:cubicBezTo>
                        <a:pt x="15" y="71"/>
                        <a:pt x="16" y="71"/>
                        <a:pt x="16" y="72"/>
                      </a:cubicBezTo>
                      <a:cubicBezTo>
                        <a:pt x="15" y="73"/>
                        <a:pt x="15" y="74"/>
                        <a:pt x="15" y="75"/>
                      </a:cubicBezTo>
                      <a:cubicBezTo>
                        <a:pt x="15" y="76"/>
                        <a:pt x="15" y="78"/>
                        <a:pt x="16" y="78"/>
                      </a:cubicBezTo>
                      <a:cubicBezTo>
                        <a:pt x="16" y="79"/>
                        <a:pt x="16" y="79"/>
                        <a:pt x="16" y="79"/>
                      </a:cubicBezTo>
                      <a:cubicBezTo>
                        <a:pt x="17" y="80"/>
                        <a:pt x="16" y="81"/>
                        <a:pt x="17" y="80"/>
                      </a:cubicBezTo>
                      <a:cubicBezTo>
                        <a:pt x="18" y="78"/>
                        <a:pt x="19" y="77"/>
                        <a:pt x="19" y="77"/>
                      </a:cubicBezTo>
                      <a:cubicBezTo>
                        <a:pt x="19" y="76"/>
                        <a:pt x="19" y="76"/>
                        <a:pt x="19" y="76"/>
                      </a:cubicBezTo>
                      <a:cubicBezTo>
                        <a:pt x="19" y="76"/>
                        <a:pt x="19" y="75"/>
                        <a:pt x="21" y="75"/>
                      </a:cubicBezTo>
                      <a:cubicBezTo>
                        <a:pt x="22" y="76"/>
                        <a:pt x="22" y="75"/>
                        <a:pt x="23" y="76"/>
                      </a:cubicBezTo>
                      <a:cubicBezTo>
                        <a:pt x="23" y="77"/>
                        <a:pt x="22" y="78"/>
                        <a:pt x="23" y="78"/>
                      </a:cubicBezTo>
                      <a:cubicBezTo>
                        <a:pt x="24" y="78"/>
                        <a:pt x="26" y="77"/>
                        <a:pt x="26" y="77"/>
                      </a:cubicBezTo>
                      <a:cubicBezTo>
                        <a:pt x="27" y="78"/>
                        <a:pt x="28" y="78"/>
                        <a:pt x="28" y="79"/>
                      </a:cubicBezTo>
                      <a:cubicBezTo>
                        <a:pt x="28" y="80"/>
                        <a:pt x="29" y="81"/>
                        <a:pt x="29" y="82"/>
                      </a:cubicBezTo>
                      <a:cubicBezTo>
                        <a:pt x="30" y="82"/>
                        <a:pt x="30" y="83"/>
                        <a:pt x="30" y="84"/>
                      </a:cubicBezTo>
                      <a:cubicBezTo>
                        <a:pt x="30" y="85"/>
                        <a:pt x="33" y="86"/>
                        <a:pt x="33" y="86"/>
                      </a:cubicBezTo>
                      <a:cubicBezTo>
                        <a:pt x="33" y="86"/>
                        <a:pt x="35" y="86"/>
                        <a:pt x="36" y="86"/>
                      </a:cubicBezTo>
                      <a:cubicBezTo>
                        <a:pt x="37" y="86"/>
                        <a:pt x="36" y="87"/>
                        <a:pt x="37" y="88"/>
                      </a:cubicBezTo>
                      <a:cubicBezTo>
                        <a:pt x="38" y="88"/>
                        <a:pt x="39" y="90"/>
                        <a:pt x="39" y="90"/>
                      </a:cubicBezTo>
                      <a:cubicBezTo>
                        <a:pt x="39" y="90"/>
                        <a:pt x="39" y="92"/>
                        <a:pt x="39" y="93"/>
                      </a:cubicBezTo>
                      <a:cubicBezTo>
                        <a:pt x="39" y="94"/>
                        <a:pt x="39" y="95"/>
                        <a:pt x="39" y="95"/>
                      </a:cubicBezTo>
                      <a:cubicBezTo>
                        <a:pt x="40" y="95"/>
                        <a:pt x="42" y="95"/>
                        <a:pt x="42" y="95"/>
                      </a:cubicBezTo>
                      <a:cubicBezTo>
                        <a:pt x="42" y="95"/>
                        <a:pt x="41" y="97"/>
                        <a:pt x="43" y="97"/>
                      </a:cubicBezTo>
                      <a:cubicBezTo>
                        <a:pt x="44" y="98"/>
                        <a:pt x="46" y="98"/>
                        <a:pt x="46" y="99"/>
                      </a:cubicBezTo>
                      <a:cubicBezTo>
                        <a:pt x="47" y="99"/>
                        <a:pt x="45" y="100"/>
                        <a:pt x="47" y="100"/>
                      </a:cubicBezTo>
                      <a:cubicBezTo>
                        <a:pt x="49" y="100"/>
                        <a:pt x="51" y="100"/>
                        <a:pt x="52" y="101"/>
                      </a:cubicBezTo>
                      <a:cubicBezTo>
                        <a:pt x="53" y="101"/>
                        <a:pt x="52" y="102"/>
                        <a:pt x="54" y="104"/>
                      </a:cubicBezTo>
                      <a:cubicBezTo>
                        <a:pt x="57" y="105"/>
                        <a:pt x="57" y="105"/>
                        <a:pt x="58" y="106"/>
                      </a:cubicBezTo>
                      <a:cubicBezTo>
                        <a:pt x="59" y="106"/>
                        <a:pt x="60" y="106"/>
                        <a:pt x="59" y="108"/>
                      </a:cubicBezTo>
                      <a:cubicBezTo>
                        <a:pt x="59" y="109"/>
                        <a:pt x="59" y="111"/>
                        <a:pt x="58" y="111"/>
                      </a:cubicBezTo>
                      <a:cubicBezTo>
                        <a:pt x="57" y="112"/>
                        <a:pt x="56" y="114"/>
                        <a:pt x="55" y="115"/>
                      </a:cubicBezTo>
                      <a:cubicBezTo>
                        <a:pt x="55" y="116"/>
                        <a:pt x="54" y="117"/>
                        <a:pt x="55" y="118"/>
                      </a:cubicBezTo>
                      <a:cubicBezTo>
                        <a:pt x="55" y="120"/>
                        <a:pt x="56" y="121"/>
                        <a:pt x="56" y="122"/>
                      </a:cubicBezTo>
                      <a:cubicBezTo>
                        <a:pt x="56" y="122"/>
                        <a:pt x="56" y="125"/>
                        <a:pt x="56" y="125"/>
                      </a:cubicBezTo>
                      <a:cubicBezTo>
                        <a:pt x="55" y="126"/>
                        <a:pt x="55" y="128"/>
                        <a:pt x="55" y="128"/>
                      </a:cubicBezTo>
                      <a:cubicBezTo>
                        <a:pt x="55" y="128"/>
                        <a:pt x="56" y="129"/>
                        <a:pt x="55" y="130"/>
                      </a:cubicBezTo>
                      <a:cubicBezTo>
                        <a:pt x="54" y="132"/>
                        <a:pt x="52" y="133"/>
                        <a:pt x="51" y="133"/>
                      </a:cubicBezTo>
                      <a:cubicBezTo>
                        <a:pt x="50" y="134"/>
                        <a:pt x="49" y="135"/>
                        <a:pt x="49" y="135"/>
                      </a:cubicBezTo>
                      <a:cubicBezTo>
                        <a:pt x="49" y="135"/>
                        <a:pt x="49" y="139"/>
                        <a:pt x="49" y="140"/>
                      </a:cubicBezTo>
                      <a:cubicBezTo>
                        <a:pt x="48" y="140"/>
                        <a:pt x="45" y="146"/>
                        <a:pt x="46" y="147"/>
                      </a:cubicBezTo>
                      <a:cubicBezTo>
                        <a:pt x="47" y="149"/>
                        <a:pt x="48" y="150"/>
                        <a:pt x="47" y="151"/>
                      </a:cubicBezTo>
                      <a:cubicBezTo>
                        <a:pt x="47" y="152"/>
                        <a:pt x="47" y="152"/>
                        <a:pt x="46" y="153"/>
                      </a:cubicBezTo>
                      <a:cubicBezTo>
                        <a:pt x="46" y="153"/>
                        <a:pt x="44" y="153"/>
                        <a:pt x="45" y="155"/>
                      </a:cubicBezTo>
                      <a:cubicBezTo>
                        <a:pt x="46" y="157"/>
                        <a:pt x="47" y="157"/>
                        <a:pt x="48" y="159"/>
                      </a:cubicBezTo>
                      <a:cubicBezTo>
                        <a:pt x="48" y="160"/>
                        <a:pt x="48" y="160"/>
                        <a:pt x="49" y="161"/>
                      </a:cubicBezTo>
                      <a:cubicBezTo>
                        <a:pt x="50" y="162"/>
                        <a:pt x="50" y="164"/>
                        <a:pt x="51" y="165"/>
                      </a:cubicBezTo>
                      <a:cubicBezTo>
                        <a:pt x="52" y="165"/>
                        <a:pt x="54" y="166"/>
                        <a:pt x="54" y="167"/>
                      </a:cubicBezTo>
                      <a:cubicBezTo>
                        <a:pt x="54" y="168"/>
                        <a:pt x="56" y="170"/>
                        <a:pt x="53" y="169"/>
                      </a:cubicBezTo>
                      <a:cubicBezTo>
                        <a:pt x="50" y="167"/>
                        <a:pt x="53" y="169"/>
                        <a:pt x="49" y="166"/>
                      </a:cubicBezTo>
                      <a:cubicBezTo>
                        <a:pt x="46" y="163"/>
                        <a:pt x="45" y="164"/>
                        <a:pt x="44" y="162"/>
                      </a:cubicBezTo>
                      <a:cubicBezTo>
                        <a:pt x="42" y="161"/>
                        <a:pt x="44" y="167"/>
                        <a:pt x="42" y="159"/>
                      </a:cubicBezTo>
                      <a:cubicBezTo>
                        <a:pt x="39" y="152"/>
                        <a:pt x="38" y="153"/>
                        <a:pt x="37" y="151"/>
                      </a:cubicBezTo>
                      <a:cubicBezTo>
                        <a:pt x="37" y="150"/>
                        <a:pt x="37" y="151"/>
                        <a:pt x="35" y="148"/>
                      </a:cubicBezTo>
                      <a:cubicBezTo>
                        <a:pt x="33" y="144"/>
                        <a:pt x="35" y="146"/>
                        <a:pt x="33" y="144"/>
                      </a:cubicBezTo>
                      <a:cubicBezTo>
                        <a:pt x="31" y="142"/>
                        <a:pt x="31" y="145"/>
                        <a:pt x="30" y="141"/>
                      </a:cubicBezTo>
                      <a:cubicBezTo>
                        <a:pt x="29" y="136"/>
                        <a:pt x="29" y="139"/>
                        <a:pt x="28" y="134"/>
                      </a:cubicBezTo>
                      <a:cubicBezTo>
                        <a:pt x="27" y="130"/>
                        <a:pt x="29" y="129"/>
                        <a:pt x="26" y="127"/>
                      </a:cubicBezTo>
                      <a:cubicBezTo>
                        <a:pt x="24" y="125"/>
                        <a:pt x="24" y="126"/>
                        <a:pt x="23" y="124"/>
                      </a:cubicBezTo>
                      <a:cubicBezTo>
                        <a:pt x="22" y="123"/>
                        <a:pt x="23" y="124"/>
                        <a:pt x="21" y="120"/>
                      </a:cubicBezTo>
                      <a:cubicBezTo>
                        <a:pt x="19" y="116"/>
                        <a:pt x="15" y="114"/>
                        <a:pt x="15" y="107"/>
                      </a:cubicBezTo>
                      <a:cubicBezTo>
                        <a:pt x="16" y="100"/>
                        <a:pt x="16" y="99"/>
                        <a:pt x="16" y="99"/>
                      </a:cubicBezTo>
                      <a:cubicBezTo>
                        <a:pt x="16" y="99"/>
                        <a:pt x="12" y="96"/>
                        <a:pt x="13" y="92"/>
                      </a:cubicBezTo>
                      <a:cubicBezTo>
                        <a:pt x="14" y="88"/>
                        <a:pt x="15" y="89"/>
                        <a:pt x="14" y="88"/>
                      </a:cubicBezTo>
                      <a:cubicBezTo>
                        <a:pt x="14" y="87"/>
                        <a:pt x="14" y="87"/>
                        <a:pt x="12" y="85"/>
                      </a:cubicBezTo>
                      <a:cubicBezTo>
                        <a:pt x="11" y="84"/>
                        <a:pt x="11" y="84"/>
                        <a:pt x="11" y="83"/>
                      </a:cubicBezTo>
                      <a:cubicBezTo>
                        <a:pt x="10" y="82"/>
                        <a:pt x="10" y="80"/>
                        <a:pt x="10" y="80"/>
                      </a:cubicBezTo>
                      <a:cubicBezTo>
                        <a:pt x="9" y="80"/>
                        <a:pt x="9" y="80"/>
                        <a:pt x="9" y="80"/>
                      </a:cubicBezTo>
                      <a:cubicBezTo>
                        <a:pt x="9" y="80"/>
                        <a:pt x="0" y="173"/>
                        <a:pt x="92" y="187"/>
                      </a:cubicBezTo>
                      <a:cubicBezTo>
                        <a:pt x="92" y="187"/>
                        <a:pt x="71" y="182"/>
                        <a:pt x="69" y="178"/>
                      </a:cubicBezTo>
                      <a:cubicBezTo>
                        <a:pt x="69" y="178"/>
                        <a:pt x="69" y="174"/>
                        <a:pt x="70" y="174"/>
                      </a:cubicBezTo>
                      <a:cubicBezTo>
                        <a:pt x="71" y="174"/>
                        <a:pt x="72" y="175"/>
                        <a:pt x="73" y="174"/>
                      </a:cubicBezTo>
                      <a:cubicBezTo>
                        <a:pt x="75" y="173"/>
                        <a:pt x="76" y="171"/>
                        <a:pt x="76" y="171"/>
                      </a:cubicBezTo>
                      <a:cubicBezTo>
                        <a:pt x="76" y="173"/>
                        <a:pt x="76" y="173"/>
                        <a:pt x="76" y="173"/>
                      </a:cubicBezTo>
                      <a:cubicBezTo>
                        <a:pt x="76" y="173"/>
                        <a:pt x="75" y="173"/>
                        <a:pt x="79" y="173"/>
                      </a:cubicBezTo>
                      <a:cubicBezTo>
                        <a:pt x="83" y="172"/>
                        <a:pt x="83" y="172"/>
                        <a:pt x="85" y="172"/>
                      </a:cubicBezTo>
                      <a:cubicBezTo>
                        <a:pt x="86" y="171"/>
                        <a:pt x="88" y="168"/>
                        <a:pt x="89" y="170"/>
                      </a:cubicBezTo>
                      <a:cubicBezTo>
                        <a:pt x="90" y="172"/>
                        <a:pt x="88" y="171"/>
                        <a:pt x="90" y="172"/>
                      </a:cubicBezTo>
                      <a:cubicBezTo>
                        <a:pt x="92" y="173"/>
                        <a:pt x="96" y="171"/>
                        <a:pt x="96" y="171"/>
                      </a:cubicBezTo>
                      <a:cubicBezTo>
                        <a:pt x="96" y="171"/>
                        <a:pt x="102" y="172"/>
                        <a:pt x="103" y="171"/>
                      </a:cubicBezTo>
                      <a:cubicBezTo>
                        <a:pt x="103" y="170"/>
                        <a:pt x="103" y="169"/>
                        <a:pt x="105" y="169"/>
                      </a:cubicBezTo>
                      <a:cubicBezTo>
                        <a:pt x="106" y="170"/>
                        <a:pt x="106" y="171"/>
                        <a:pt x="106" y="171"/>
                      </a:cubicBezTo>
                      <a:cubicBezTo>
                        <a:pt x="103" y="173"/>
                        <a:pt x="103" y="173"/>
                        <a:pt x="103" y="173"/>
                      </a:cubicBezTo>
                      <a:cubicBezTo>
                        <a:pt x="99" y="176"/>
                        <a:pt x="99" y="176"/>
                        <a:pt x="99" y="176"/>
                      </a:cubicBezTo>
                      <a:cubicBezTo>
                        <a:pt x="99" y="176"/>
                        <a:pt x="98" y="176"/>
                        <a:pt x="99" y="177"/>
                      </a:cubicBezTo>
                      <a:cubicBezTo>
                        <a:pt x="101" y="178"/>
                        <a:pt x="101" y="177"/>
                        <a:pt x="103" y="178"/>
                      </a:cubicBezTo>
                      <a:cubicBezTo>
                        <a:pt x="104" y="178"/>
                        <a:pt x="108" y="181"/>
                        <a:pt x="109" y="179"/>
                      </a:cubicBezTo>
                      <a:cubicBezTo>
                        <a:pt x="110" y="177"/>
                        <a:pt x="110" y="177"/>
                        <a:pt x="111" y="176"/>
                      </a:cubicBezTo>
                      <a:cubicBezTo>
                        <a:pt x="111" y="175"/>
                        <a:pt x="111" y="173"/>
                        <a:pt x="113" y="173"/>
                      </a:cubicBezTo>
                      <a:cubicBezTo>
                        <a:pt x="114" y="173"/>
                        <a:pt x="116" y="174"/>
                        <a:pt x="116" y="174"/>
                      </a:cubicBezTo>
                      <a:cubicBezTo>
                        <a:pt x="114" y="177"/>
                        <a:pt x="114" y="177"/>
                        <a:pt x="114" y="177"/>
                      </a:cubicBezTo>
                      <a:cubicBezTo>
                        <a:pt x="114" y="177"/>
                        <a:pt x="117" y="177"/>
                        <a:pt x="118" y="177"/>
                      </a:cubicBezTo>
                      <a:cubicBezTo>
                        <a:pt x="119" y="177"/>
                        <a:pt x="120" y="178"/>
                        <a:pt x="121" y="177"/>
                      </a:cubicBezTo>
                      <a:cubicBezTo>
                        <a:pt x="123" y="175"/>
                        <a:pt x="123" y="175"/>
                        <a:pt x="124" y="175"/>
                      </a:cubicBezTo>
                      <a:cubicBezTo>
                        <a:pt x="126" y="175"/>
                        <a:pt x="128" y="174"/>
                        <a:pt x="129" y="174"/>
                      </a:cubicBezTo>
                      <a:cubicBezTo>
                        <a:pt x="129" y="175"/>
                        <a:pt x="131" y="175"/>
                        <a:pt x="131" y="175"/>
                      </a:cubicBezTo>
                      <a:cubicBezTo>
                        <a:pt x="132" y="175"/>
                        <a:pt x="135" y="177"/>
                        <a:pt x="136" y="177"/>
                      </a:cubicBezTo>
                      <a:cubicBezTo>
                        <a:pt x="137" y="176"/>
                        <a:pt x="141" y="177"/>
                        <a:pt x="141" y="177"/>
                      </a:cubicBezTo>
                      <a:cubicBezTo>
                        <a:pt x="141" y="177"/>
                        <a:pt x="130" y="186"/>
                        <a:pt x="107" y="187"/>
                      </a:cubicBezTo>
                      <a:cubicBezTo>
                        <a:pt x="107" y="187"/>
                        <a:pt x="158" y="189"/>
                        <a:pt x="187" y="139"/>
                      </a:cubicBezTo>
                      <a:cubicBezTo>
                        <a:pt x="216" y="89"/>
                        <a:pt x="196" y="25"/>
                        <a:pt x="130" y="3"/>
                      </a:cubicBezTo>
                      <a:cubicBezTo>
                        <a:pt x="130" y="3"/>
                        <a:pt x="179" y="21"/>
                        <a:pt x="192" y="68"/>
                      </a:cubicBezTo>
                      <a:cubicBezTo>
                        <a:pt x="192" y="69"/>
                        <a:pt x="192" y="69"/>
                        <a:pt x="192" y="69"/>
                      </a:cubicBezTo>
                      <a:cubicBezTo>
                        <a:pt x="191" y="68"/>
                        <a:pt x="191" y="68"/>
                        <a:pt x="190" y="66"/>
                      </a:cubicBezTo>
                      <a:cubicBezTo>
                        <a:pt x="188" y="64"/>
                        <a:pt x="189" y="64"/>
                        <a:pt x="188" y="63"/>
                      </a:cubicBezTo>
                      <a:cubicBezTo>
                        <a:pt x="188" y="61"/>
                        <a:pt x="188" y="62"/>
                        <a:pt x="187" y="61"/>
                      </a:cubicBezTo>
                      <a:cubicBezTo>
                        <a:pt x="186" y="59"/>
                        <a:pt x="185" y="60"/>
                        <a:pt x="184" y="59"/>
                      </a:cubicBezTo>
                      <a:cubicBezTo>
                        <a:pt x="184" y="58"/>
                        <a:pt x="183" y="55"/>
                        <a:pt x="182" y="54"/>
                      </a:cubicBezTo>
                      <a:cubicBezTo>
                        <a:pt x="181" y="53"/>
                        <a:pt x="179" y="53"/>
                        <a:pt x="178" y="53"/>
                      </a:cubicBezTo>
                      <a:cubicBezTo>
                        <a:pt x="178" y="53"/>
                        <a:pt x="178" y="51"/>
                        <a:pt x="178" y="53"/>
                      </a:cubicBezTo>
                      <a:cubicBezTo>
                        <a:pt x="177" y="54"/>
                        <a:pt x="179" y="55"/>
                        <a:pt x="179" y="55"/>
                      </a:cubicBezTo>
                      <a:cubicBezTo>
                        <a:pt x="179" y="59"/>
                        <a:pt x="179" y="59"/>
                        <a:pt x="179" y="59"/>
                      </a:cubicBezTo>
                      <a:cubicBezTo>
                        <a:pt x="179" y="59"/>
                        <a:pt x="180" y="62"/>
                        <a:pt x="180" y="63"/>
                      </a:cubicBezTo>
                      <a:cubicBezTo>
                        <a:pt x="180" y="64"/>
                        <a:pt x="179" y="66"/>
                        <a:pt x="179" y="66"/>
                      </a:cubicBezTo>
                      <a:cubicBezTo>
                        <a:pt x="179" y="66"/>
                        <a:pt x="179" y="69"/>
                        <a:pt x="178" y="70"/>
                      </a:cubicBezTo>
                      <a:cubicBezTo>
                        <a:pt x="177" y="70"/>
                        <a:pt x="172" y="71"/>
                        <a:pt x="172" y="71"/>
                      </a:cubicBezTo>
                      <a:cubicBezTo>
                        <a:pt x="172" y="71"/>
                        <a:pt x="170" y="69"/>
                        <a:pt x="169" y="68"/>
                      </a:cubicBezTo>
                      <a:cubicBezTo>
                        <a:pt x="169" y="66"/>
                        <a:pt x="166" y="66"/>
                        <a:pt x="165" y="65"/>
                      </a:cubicBezTo>
                      <a:cubicBezTo>
                        <a:pt x="165" y="64"/>
                        <a:pt x="166" y="63"/>
                        <a:pt x="165" y="61"/>
                      </a:cubicBezTo>
                      <a:cubicBezTo>
                        <a:pt x="163" y="59"/>
                        <a:pt x="165" y="60"/>
                        <a:pt x="163" y="58"/>
                      </a:cubicBezTo>
                      <a:cubicBezTo>
                        <a:pt x="161" y="57"/>
                        <a:pt x="161" y="57"/>
                        <a:pt x="161" y="57"/>
                      </a:cubicBezTo>
                      <a:cubicBezTo>
                        <a:pt x="161" y="57"/>
                        <a:pt x="157" y="55"/>
                        <a:pt x="158" y="58"/>
                      </a:cubicBezTo>
                      <a:cubicBezTo>
                        <a:pt x="160" y="60"/>
                        <a:pt x="158" y="62"/>
                        <a:pt x="159" y="62"/>
                      </a:cubicBezTo>
                      <a:cubicBezTo>
                        <a:pt x="160" y="63"/>
                        <a:pt x="161" y="62"/>
                        <a:pt x="162" y="64"/>
                      </a:cubicBezTo>
                      <a:cubicBezTo>
                        <a:pt x="163" y="66"/>
                        <a:pt x="163" y="67"/>
                        <a:pt x="164" y="67"/>
                      </a:cubicBezTo>
                      <a:cubicBezTo>
                        <a:pt x="164" y="68"/>
                        <a:pt x="165" y="71"/>
                        <a:pt x="165" y="71"/>
                      </a:cubicBezTo>
                      <a:cubicBezTo>
                        <a:pt x="166" y="71"/>
                        <a:pt x="169" y="71"/>
                        <a:pt x="169" y="72"/>
                      </a:cubicBezTo>
                      <a:cubicBezTo>
                        <a:pt x="168" y="73"/>
                        <a:pt x="167" y="75"/>
                        <a:pt x="169" y="75"/>
                      </a:cubicBezTo>
                      <a:cubicBezTo>
                        <a:pt x="170" y="76"/>
                        <a:pt x="170" y="76"/>
                        <a:pt x="171" y="76"/>
                      </a:cubicBezTo>
                      <a:cubicBezTo>
                        <a:pt x="172" y="76"/>
                        <a:pt x="172" y="76"/>
                        <a:pt x="173" y="76"/>
                      </a:cubicBezTo>
                      <a:cubicBezTo>
                        <a:pt x="175" y="75"/>
                        <a:pt x="176" y="75"/>
                        <a:pt x="176" y="75"/>
                      </a:cubicBezTo>
                      <a:cubicBezTo>
                        <a:pt x="176" y="75"/>
                        <a:pt x="178" y="77"/>
                        <a:pt x="178" y="77"/>
                      </a:cubicBezTo>
                      <a:cubicBezTo>
                        <a:pt x="178" y="78"/>
                        <a:pt x="178" y="82"/>
                        <a:pt x="178" y="82"/>
                      </a:cubicBezTo>
                      <a:cubicBezTo>
                        <a:pt x="176" y="85"/>
                        <a:pt x="176" y="85"/>
                        <a:pt x="176" y="85"/>
                      </a:cubicBezTo>
                      <a:cubicBezTo>
                        <a:pt x="176" y="85"/>
                        <a:pt x="176" y="92"/>
                        <a:pt x="175" y="92"/>
                      </a:cubicBezTo>
                      <a:cubicBezTo>
                        <a:pt x="174" y="92"/>
                        <a:pt x="173" y="95"/>
                        <a:pt x="172" y="95"/>
                      </a:cubicBezTo>
                      <a:cubicBezTo>
                        <a:pt x="171" y="96"/>
                        <a:pt x="171" y="100"/>
                        <a:pt x="171" y="100"/>
                      </a:cubicBezTo>
                      <a:cubicBezTo>
                        <a:pt x="169" y="103"/>
                        <a:pt x="169" y="103"/>
                        <a:pt x="169" y="103"/>
                      </a:cubicBezTo>
                      <a:cubicBezTo>
                        <a:pt x="169" y="103"/>
                        <a:pt x="169" y="106"/>
                        <a:pt x="169" y="107"/>
                      </a:cubicBezTo>
                      <a:cubicBezTo>
                        <a:pt x="169" y="108"/>
                        <a:pt x="170" y="111"/>
                        <a:pt x="169" y="113"/>
                      </a:cubicBezTo>
                      <a:cubicBezTo>
                        <a:pt x="169" y="115"/>
                        <a:pt x="166" y="117"/>
                        <a:pt x="166" y="117"/>
                      </a:cubicBezTo>
                      <a:cubicBezTo>
                        <a:pt x="166" y="117"/>
                        <a:pt x="170" y="120"/>
                        <a:pt x="168" y="120"/>
                      </a:cubicBezTo>
                      <a:cubicBezTo>
                        <a:pt x="166" y="120"/>
                        <a:pt x="164" y="123"/>
                        <a:pt x="164" y="124"/>
                      </a:cubicBezTo>
                      <a:cubicBezTo>
                        <a:pt x="163" y="124"/>
                        <a:pt x="164" y="126"/>
                        <a:pt x="163" y="126"/>
                      </a:cubicBezTo>
                      <a:cubicBezTo>
                        <a:pt x="161" y="126"/>
                        <a:pt x="159" y="126"/>
                        <a:pt x="159" y="127"/>
                      </a:cubicBezTo>
                      <a:cubicBezTo>
                        <a:pt x="159" y="128"/>
                        <a:pt x="159" y="130"/>
                        <a:pt x="159" y="130"/>
                      </a:cubicBezTo>
                      <a:cubicBezTo>
                        <a:pt x="156" y="135"/>
                        <a:pt x="156" y="135"/>
                        <a:pt x="156" y="135"/>
                      </a:cubicBezTo>
                      <a:cubicBezTo>
                        <a:pt x="152" y="139"/>
                        <a:pt x="152" y="139"/>
                        <a:pt x="152" y="139"/>
                      </a:cubicBezTo>
                      <a:cubicBezTo>
                        <a:pt x="152" y="139"/>
                        <a:pt x="152" y="141"/>
                        <a:pt x="151" y="142"/>
                      </a:cubicBezTo>
                      <a:cubicBezTo>
                        <a:pt x="150" y="142"/>
                        <a:pt x="145" y="144"/>
                        <a:pt x="144" y="144"/>
                      </a:cubicBezTo>
                      <a:cubicBezTo>
                        <a:pt x="144" y="145"/>
                        <a:pt x="141" y="147"/>
                        <a:pt x="139" y="147"/>
                      </a:cubicBezTo>
                      <a:cubicBezTo>
                        <a:pt x="138" y="147"/>
                        <a:pt x="140" y="150"/>
                        <a:pt x="138" y="147"/>
                      </a:cubicBezTo>
                      <a:cubicBezTo>
                        <a:pt x="137" y="143"/>
                        <a:pt x="138" y="145"/>
                        <a:pt x="136" y="142"/>
                      </a:cubicBezTo>
                      <a:cubicBezTo>
                        <a:pt x="135" y="138"/>
                        <a:pt x="135" y="141"/>
                        <a:pt x="135" y="138"/>
                      </a:cubicBezTo>
                      <a:cubicBezTo>
                        <a:pt x="135" y="136"/>
                        <a:pt x="135" y="138"/>
                        <a:pt x="135" y="136"/>
                      </a:cubicBezTo>
                      <a:cubicBezTo>
                        <a:pt x="135" y="133"/>
                        <a:pt x="135" y="135"/>
                        <a:pt x="134" y="132"/>
                      </a:cubicBezTo>
                      <a:cubicBezTo>
                        <a:pt x="133" y="129"/>
                        <a:pt x="133" y="130"/>
                        <a:pt x="131" y="128"/>
                      </a:cubicBezTo>
                      <a:cubicBezTo>
                        <a:pt x="129" y="127"/>
                        <a:pt x="128" y="128"/>
                        <a:pt x="129" y="126"/>
                      </a:cubicBezTo>
                      <a:cubicBezTo>
                        <a:pt x="130" y="123"/>
                        <a:pt x="130" y="126"/>
                        <a:pt x="130" y="123"/>
                      </a:cubicBezTo>
                      <a:cubicBezTo>
                        <a:pt x="131" y="120"/>
                        <a:pt x="130" y="119"/>
                        <a:pt x="132" y="118"/>
                      </a:cubicBezTo>
                      <a:cubicBezTo>
                        <a:pt x="134" y="117"/>
                        <a:pt x="135" y="117"/>
                        <a:pt x="135" y="115"/>
                      </a:cubicBezTo>
                      <a:cubicBezTo>
                        <a:pt x="135" y="113"/>
                        <a:pt x="135" y="112"/>
                        <a:pt x="134" y="111"/>
                      </a:cubicBezTo>
                      <a:cubicBezTo>
                        <a:pt x="134" y="110"/>
                        <a:pt x="132" y="108"/>
                        <a:pt x="132" y="108"/>
                      </a:cubicBezTo>
                      <a:cubicBezTo>
                        <a:pt x="132" y="107"/>
                        <a:pt x="132" y="107"/>
                        <a:pt x="130" y="105"/>
                      </a:cubicBezTo>
                      <a:cubicBezTo>
                        <a:pt x="129" y="103"/>
                        <a:pt x="128" y="102"/>
                        <a:pt x="128" y="102"/>
                      </a:cubicBezTo>
                      <a:cubicBezTo>
                        <a:pt x="128" y="102"/>
                        <a:pt x="128" y="98"/>
                        <a:pt x="128" y="96"/>
                      </a:cubicBezTo>
                      <a:cubicBezTo>
                        <a:pt x="128" y="94"/>
                        <a:pt x="127" y="97"/>
                        <a:pt x="128" y="94"/>
                      </a:cubicBezTo>
                      <a:cubicBezTo>
                        <a:pt x="128" y="91"/>
                        <a:pt x="129" y="90"/>
                        <a:pt x="129" y="90"/>
                      </a:cubicBezTo>
                      <a:cubicBezTo>
                        <a:pt x="129" y="90"/>
                        <a:pt x="125" y="87"/>
                        <a:pt x="124" y="88"/>
                      </a:cubicBezTo>
                      <a:cubicBezTo>
                        <a:pt x="123" y="88"/>
                        <a:pt x="123" y="90"/>
                        <a:pt x="121" y="88"/>
                      </a:cubicBezTo>
                      <a:cubicBezTo>
                        <a:pt x="119" y="87"/>
                        <a:pt x="119" y="86"/>
                        <a:pt x="119" y="85"/>
                      </a:cubicBezTo>
                      <a:cubicBezTo>
                        <a:pt x="118" y="85"/>
                        <a:pt x="117" y="85"/>
                        <a:pt x="116" y="85"/>
                      </a:cubicBezTo>
                      <a:cubicBezTo>
                        <a:pt x="114" y="86"/>
                        <a:pt x="112" y="86"/>
                        <a:pt x="110" y="87"/>
                      </a:cubicBezTo>
                      <a:cubicBezTo>
                        <a:pt x="108" y="88"/>
                        <a:pt x="107" y="88"/>
                        <a:pt x="105" y="88"/>
                      </a:cubicBezTo>
                      <a:cubicBezTo>
                        <a:pt x="102" y="88"/>
                        <a:pt x="99" y="89"/>
                        <a:pt x="97" y="88"/>
                      </a:cubicBezTo>
                      <a:cubicBezTo>
                        <a:pt x="95" y="86"/>
                        <a:pt x="95" y="88"/>
                        <a:pt x="94" y="86"/>
                      </a:cubicBezTo>
                      <a:cubicBezTo>
                        <a:pt x="93" y="84"/>
                        <a:pt x="94" y="84"/>
                        <a:pt x="92" y="83"/>
                      </a:cubicBezTo>
                      <a:cubicBezTo>
                        <a:pt x="90" y="82"/>
                        <a:pt x="90" y="83"/>
                        <a:pt x="89" y="81"/>
                      </a:cubicBezTo>
                      <a:cubicBezTo>
                        <a:pt x="89" y="79"/>
                        <a:pt x="90" y="79"/>
                        <a:pt x="89" y="77"/>
                      </a:cubicBezTo>
                      <a:cubicBezTo>
                        <a:pt x="87" y="75"/>
                        <a:pt x="90" y="78"/>
                        <a:pt x="87" y="75"/>
                      </a:cubicBezTo>
                      <a:cubicBezTo>
                        <a:pt x="85" y="73"/>
                        <a:pt x="84" y="75"/>
                        <a:pt x="85" y="73"/>
                      </a:cubicBezTo>
                      <a:cubicBezTo>
                        <a:pt x="86" y="71"/>
                        <a:pt x="86" y="72"/>
                        <a:pt x="86" y="69"/>
                      </a:cubicBezTo>
                      <a:cubicBezTo>
                        <a:pt x="86" y="67"/>
                        <a:pt x="90" y="70"/>
                        <a:pt x="88" y="65"/>
                      </a:cubicBezTo>
                      <a:cubicBezTo>
                        <a:pt x="85" y="60"/>
                        <a:pt x="85" y="61"/>
                        <a:pt x="87" y="57"/>
                      </a:cubicBezTo>
                      <a:cubicBezTo>
                        <a:pt x="89" y="53"/>
                        <a:pt x="92" y="52"/>
                        <a:pt x="93" y="51"/>
                      </a:cubicBezTo>
                      <a:cubicBezTo>
                        <a:pt x="93" y="50"/>
                        <a:pt x="94" y="48"/>
                        <a:pt x="95" y="47"/>
                      </a:cubicBezTo>
                      <a:cubicBezTo>
                        <a:pt x="96" y="46"/>
                        <a:pt x="95" y="46"/>
                        <a:pt x="97" y="46"/>
                      </a:cubicBezTo>
                      <a:cubicBezTo>
                        <a:pt x="99" y="46"/>
                        <a:pt x="101" y="45"/>
                        <a:pt x="103" y="44"/>
                      </a:cubicBezTo>
                      <a:cubicBezTo>
                        <a:pt x="104" y="43"/>
                        <a:pt x="106" y="41"/>
                        <a:pt x="107" y="40"/>
                      </a:cubicBezTo>
                      <a:cubicBezTo>
                        <a:pt x="107" y="40"/>
                        <a:pt x="107" y="41"/>
                        <a:pt x="109" y="40"/>
                      </a:cubicBezTo>
                      <a:cubicBezTo>
                        <a:pt x="111" y="40"/>
                        <a:pt x="111" y="39"/>
                        <a:pt x="113" y="39"/>
                      </a:cubicBezTo>
                      <a:cubicBezTo>
                        <a:pt x="114" y="39"/>
                        <a:pt x="111" y="40"/>
                        <a:pt x="115" y="39"/>
                      </a:cubicBezTo>
                      <a:cubicBezTo>
                        <a:pt x="119" y="39"/>
                        <a:pt x="118" y="39"/>
                        <a:pt x="119" y="39"/>
                      </a:cubicBezTo>
                      <a:cubicBezTo>
                        <a:pt x="120" y="39"/>
                        <a:pt x="119" y="39"/>
                        <a:pt x="121" y="39"/>
                      </a:cubicBezTo>
                      <a:cubicBezTo>
                        <a:pt x="122" y="39"/>
                        <a:pt x="122" y="36"/>
                        <a:pt x="122" y="39"/>
                      </a:cubicBezTo>
                      <a:cubicBezTo>
                        <a:pt x="123" y="43"/>
                        <a:pt x="121" y="44"/>
                        <a:pt x="124" y="44"/>
                      </a:cubicBezTo>
                      <a:cubicBezTo>
                        <a:pt x="126" y="45"/>
                        <a:pt x="124" y="45"/>
                        <a:pt x="126" y="45"/>
                      </a:cubicBezTo>
                      <a:cubicBezTo>
                        <a:pt x="129" y="45"/>
                        <a:pt x="128" y="45"/>
                        <a:pt x="130" y="46"/>
                      </a:cubicBezTo>
                      <a:cubicBezTo>
                        <a:pt x="131" y="46"/>
                        <a:pt x="132" y="47"/>
                        <a:pt x="134" y="47"/>
                      </a:cubicBezTo>
                      <a:cubicBezTo>
                        <a:pt x="136" y="47"/>
                        <a:pt x="133" y="50"/>
                        <a:pt x="136" y="47"/>
                      </a:cubicBezTo>
                      <a:cubicBezTo>
                        <a:pt x="139" y="44"/>
                        <a:pt x="133" y="44"/>
                        <a:pt x="139" y="44"/>
                      </a:cubicBezTo>
                      <a:cubicBezTo>
                        <a:pt x="144" y="45"/>
                        <a:pt x="144" y="46"/>
                        <a:pt x="145" y="45"/>
                      </a:cubicBezTo>
                      <a:cubicBezTo>
                        <a:pt x="146" y="45"/>
                        <a:pt x="146" y="46"/>
                        <a:pt x="148" y="45"/>
                      </a:cubicBezTo>
                      <a:cubicBezTo>
                        <a:pt x="151" y="44"/>
                        <a:pt x="151" y="44"/>
                        <a:pt x="152" y="44"/>
                      </a:cubicBezTo>
                      <a:cubicBezTo>
                        <a:pt x="153" y="45"/>
                        <a:pt x="153" y="47"/>
                        <a:pt x="154" y="45"/>
                      </a:cubicBezTo>
                      <a:cubicBezTo>
                        <a:pt x="154" y="43"/>
                        <a:pt x="156" y="43"/>
                        <a:pt x="154" y="42"/>
                      </a:cubicBezTo>
                      <a:cubicBezTo>
                        <a:pt x="151" y="41"/>
                        <a:pt x="150" y="42"/>
                        <a:pt x="150" y="40"/>
                      </a:cubicBezTo>
                      <a:cubicBezTo>
                        <a:pt x="149" y="39"/>
                        <a:pt x="152" y="39"/>
                        <a:pt x="149" y="39"/>
                      </a:cubicBezTo>
                      <a:cubicBezTo>
                        <a:pt x="146" y="38"/>
                        <a:pt x="147" y="38"/>
                        <a:pt x="145" y="38"/>
                      </a:cubicBezTo>
                      <a:cubicBezTo>
                        <a:pt x="143" y="37"/>
                        <a:pt x="141" y="39"/>
                        <a:pt x="140" y="38"/>
                      </a:cubicBezTo>
                      <a:cubicBezTo>
                        <a:pt x="140" y="36"/>
                        <a:pt x="136" y="39"/>
                        <a:pt x="140" y="36"/>
                      </a:cubicBezTo>
                      <a:cubicBezTo>
                        <a:pt x="143" y="32"/>
                        <a:pt x="142" y="31"/>
                        <a:pt x="144" y="32"/>
                      </a:cubicBezTo>
                      <a:cubicBezTo>
                        <a:pt x="147" y="32"/>
                        <a:pt x="146" y="34"/>
                        <a:pt x="148" y="33"/>
                      </a:cubicBezTo>
                      <a:cubicBezTo>
                        <a:pt x="149" y="32"/>
                        <a:pt x="152" y="31"/>
                        <a:pt x="149" y="29"/>
                      </a:cubicBezTo>
                      <a:cubicBezTo>
                        <a:pt x="146" y="27"/>
                        <a:pt x="148" y="28"/>
                        <a:pt x="145" y="26"/>
                      </a:cubicBezTo>
                      <a:cubicBezTo>
                        <a:pt x="142" y="25"/>
                        <a:pt x="140" y="32"/>
                        <a:pt x="139" y="31"/>
                      </a:cubicBezTo>
                      <a:cubicBezTo>
                        <a:pt x="137" y="30"/>
                        <a:pt x="137" y="29"/>
                        <a:pt x="136" y="30"/>
                      </a:cubicBezTo>
                      <a:cubicBezTo>
                        <a:pt x="135" y="30"/>
                        <a:pt x="135" y="32"/>
                        <a:pt x="135" y="34"/>
                      </a:cubicBezTo>
                      <a:cubicBezTo>
                        <a:pt x="134" y="36"/>
                        <a:pt x="136" y="36"/>
                        <a:pt x="133" y="35"/>
                      </a:cubicBezTo>
                      <a:cubicBezTo>
                        <a:pt x="130" y="34"/>
                        <a:pt x="136" y="34"/>
                        <a:pt x="130" y="32"/>
                      </a:cubicBezTo>
                      <a:cubicBezTo>
                        <a:pt x="124" y="30"/>
                        <a:pt x="121" y="30"/>
                        <a:pt x="120" y="31"/>
                      </a:cubicBezTo>
                      <a:cubicBezTo>
                        <a:pt x="120" y="32"/>
                        <a:pt x="118" y="32"/>
                        <a:pt x="118" y="32"/>
                      </a:cubicBezTo>
                      <a:cubicBezTo>
                        <a:pt x="117" y="33"/>
                        <a:pt x="120" y="35"/>
                        <a:pt x="117" y="33"/>
                      </a:cubicBezTo>
                      <a:cubicBezTo>
                        <a:pt x="114" y="32"/>
                        <a:pt x="112" y="34"/>
                        <a:pt x="112" y="34"/>
                      </a:cubicBezTo>
                      <a:cubicBezTo>
                        <a:pt x="112" y="34"/>
                        <a:pt x="111" y="34"/>
                        <a:pt x="110" y="34"/>
                      </a:cubicBezTo>
                      <a:cubicBezTo>
                        <a:pt x="109" y="35"/>
                        <a:pt x="106" y="36"/>
                        <a:pt x="105" y="36"/>
                      </a:cubicBezTo>
                      <a:cubicBezTo>
                        <a:pt x="104" y="35"/>
                        <a:pt x="101" y="36"/>
                        <a:pt x="103" y="33"/>
                      </a:cubicBezTo>
                      <a:cubicBezTo>
                        <a:pt x="106" y="30"/>
                        <a:pt x="104" y="32"/>
                        <a:pt x="108" y="30"/>
                      </a:cubicBezTo>
                      <a:cubicBezTo>
                        <a:pt x="111" y="28"/>
                        <a:pt x="117" y="28"/>
                        <a:pt x="112" y="27"/>
                      </a:cubicBezTo>
                      <a:cubicBezTo>
                        <a:pt x="107" y="26"/>
                        <a:pt x="115" y="26"/>
                        <a:pt x="108" y="23"/>
                      </a:cubicBezTo>
                      <a:cubicBezTo>
                        <a:pt x="102" y="20"/>
                        <a:pt x="102" y="24"/>
                        <a:pt x="102" y="20"/>
                      </a:cubicBezTo>
                      <a:cubicBezTo>
                        <a:pt x="102" y="16"/>
                        <a:pt x="101" y="15"/>
                        <a:pt x="100" y="16"/>
                      </a:cubicBezTo>
                      <a:cubicBezTo>
                        <a:pt x="99" y="16"/>
                        <a:pt x="95" y="17"/>
                        <a:pt x="93" y="17"/>
                      </a:cubicBezTo>
                      <a:cubicBezTo>
                        <a:pt x="92" y="17"/>
                        <a:pt x="94" y="19"/>
                        <a:pt x="91" y="17"/>
                      </a:cubicBezTo>
                      <a:cubicBezTo>
                        <a:pt x="88" y="15"/>
                        <a:pt x="87" y="18"/>
                        <a:pt x="88" y="15"/>
                      </a:cubicBezTo>
                      <a:cubicBezTo>
                        <a:pt x="89" y="12"/>
                        <a:pt x="89" y="12"/>
                        <a:pt x="91" y="10"/>
                      </a:cubicBezTo>
                      <a:cubicBezTo>
                        <a:pt x="93" y="9"/>
                        <a:pt x="92" y="3"/>
                        <a:pt x="97" y="5"/>
                      </a:cubicBezTo>
                      <a:cubicBezTo>
                        <a:pt x="101" y="7"/>
                        <a:pt x="99" y="7"/>
                        <a:pt x="103" y="7"/>
                      </a:cubicBezTo>
                      <a:cubicBezTo>
                        <a:pt x="106" y="7"/>
                        <a:pt x="108" y="7"/>
                        <a:pt x="108" y="6"/>
                      </a:cubicBezTo>
                      <a:cubicBezTo>
                        <a:pt x="108" y="5"/>
                        <a:pt x="104" y="3"/>
                        <a:pt x="104" y="3"/>
                      </a:cubicBezTo>
                      <a:cubicBezTo>
                        <a:pt x="104" y="3"/>
                        <a:pt x="103" y="4"/>
                        <a:pt x="103" y="3"/>
                      </a:cubicBezTo>
                      <a:cubicBezTo>
                        <a:pt x="103" y="2"/>
                        <a:pt x="104" y="1"/>
                        <a:pt x="104" y="1"/>
                      </a:cubicBezTo>
                      <a:cubicBezTo>
                        <a:pt x="103" y="0"/>
                        <a:pt x="103" y="0"/>
                        <a:pt x="103" y="0"/>
                      </a:cubicBezTo>
                      <a:cubicBezTo>
                        <a:pt x="103" y="0"/>
                        <a:pt x="91" y="0"/>
                        <a:pt x="88"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sp>
        <p:nvSpPr>
          <p:cNvPr id="133" name="Freeform 5"/>
          <p:cNvSpPr>
            <a:spLocks noEditPoints="1"/>
          </p:cNvSpPr>
          <p:nvPr/>
        </p:nvSpPr>
        <p:spPr bwMode="auto">
          <a:xfrm>
            <a:off x="7370158" y="1539762"/>
            <a:ext cx="781050" cy="757238"/>
          </a:xfrm>
          <a:custGeom>
            <a:avLst/>
            <a:gdLst/>
            <a:ahLst/>
            <a:cxnLst>
              <a:cxn ang="0">
                <a:pos x="376" y="450"/>
              </a:cxn>
              <a:cxn ang="0">
                <a:pos x="448" y="300"/>
              </a:cxn>
              <a:cxn ang="0">
                <a:pos x="465" y="155"/>
              </a:cxn>
              <a:cxn ang="0">
                <a:pos x="503" y="384"/>
              </a:cxn>
              <a:cxn ang="0">
                <a:pos x="465" y="155"/>
              </a:cxn>
              <a:cxn ang="0">
                <a:pos x="576" y="390"/>
              </a:cxn>
              <a:cxn ang="0">
                <a:pos x="395" y="456"/>
              </a:cxn>
              <a:cxn ang="0">
                <a:pos x="364" y="456"/>
              </a:cxn>
              <a:cxn ang="0">
                <a:pos x="215" y="179"/>
              </a:cxn>
              <a:cxn ang="0">
                <a:pos x="128" y="155"/>
              </a:cxn>
              <a:cxn ang="0">
                <a:pos x="85" y="100"/>
              </a:cxn>
              <a:cxn ang="0">
                <a:pos x="42" y="267"/>
              </a:cxn>
              <a:cxn ang="0">
                <a:pos x="42" y="294"/>
              </a:cxn>
              <a:cxn ang="0">
                <a:pos x="53" y="321"/>
              </a:cxn>
              <a:cxn ang="0">
                <a:pos x="9" y="503"/>
              </a:cxn>
              <a:cxn ang="0">
                <a:pos x="127" y="369"/>
              </a:cxn>
              <a:cxn ang="0">
                <a:pos x="190" y="506"/>
              </a:cxn>
              <a:cxn ang="0">
                <a:pos x="131" y="289"/>
              </a:cxn>
              <a:cxn ang="0">
                <a:pos x="130" y="277"/>
              </a:cxn>
              <a:cxn ang="0">
                <a:pos x="204" y="236"/>
              </a:cxn>
              <a:cxn ang="0">
                <a:pos x="227" y="235"/>
              </a:cxn>
              <a:cxn ang="0">
                <a:pos x="349" y="465"/>
              </a:cxn>
              <a:cxn ang="0">
                <a:pos x="392" y="551"/>
              </a:cxn>
              <a:cxn ang="0">
                <a:pos x="413" y="466"/>
              </a:cxn>
              <a:cxn ang="0">
                <a:pos x="364" y="507"/>
              </a:cxn>
              <a:cxn ang="0">
                <a:pos x="396" y="499"/>
              </a:cxn>
              <a:cxn ang="0">
                <a:pos x="396" y="193"/>
              </a:cxn>
              <a:cxn ang="0">
                <a:pos x="324" y="343"/>
              </a:cxn>
              <a:cxn ang="0">
                <a:pos x="396" y="193"/>
              </a:cxn>
              <a:cxn ang="0">
                <a:pos x="128" y="43"/>
              </a:cxn>
              <a:cxn ang="0">
                <a:pos x="41" y="43"/>
              </a:cxn>
              <a:cxn ang="0">
                <a:pos x="84" y="0"/>
              </a:cxn>
            </a:cxnLst>
            <a:rect l="0" t="0" r="r" b="b"/>
            <a:pathLst>
              <a:path w="576" h="557">
                <a:moveTo>
                  <a:pt x="493" y="393"/>
                </a:moveTo>
                <a:cubicBezTo>
                  <a:pt x="376" y="450"/>
                  <a:pt x="376" y="450"/>
                  <a:pt x="376" y="450"/>
                </a:cubicBezTo>
                <a:cubicBezTo>
                  <a:pt x="330" y="356"/>
                  <a:pt x="330" y="356"/>
                  <a:pt x="330" y="356"/>
                </a:cubicBezTo>
                <a:cubicBezTo>
                  <a:pt x="448" y="300"/>
                  <a:pt x="448" y="300"/>
                  <a:pt x="448" y="300"/>
                </a:cubicBezTo>
                <a:lnTo>
                  <a:pt x="493" y="393"/>
                </a:lnTo>
                <a:close/>
                <a:moveTo>
                  <a:pt x="465" y="155"/>
                </a:moveTo>
                <a:cubicBezTo>
                  <a:pt x="562" y="355"/>
                  <a:pt x="562" y="355"/>
                  <a:pt x="562" y="355"/>
                </a:cubicBezTo>
                <a:cubicBezTo>
                  <a:pt x="503" y="384"/>
                  <a:pt x="503" y="384"/>
                  <a:pt x="503" y="384"/>
                </a:cubicBezTo>
                <a:cubicBezTo>
                  <a:pt x="406" y="183"/>
                  <a:pt x="406" y="183"/>
                  <a:pt x="406" y="183"/>
                </a:cubicBezTo>
                <a:lnTo>
                  <a:pt x="465" y="155"/>
                </a:lnTo>
                <a:close/>
                <a:moveTo>
                  <a:pt x="413" y="466"/>
                </a:moveTo>
                <a:cubicBezTo>
                  <a:pt x="576" y="390"/>
                  <a:pt x="576" y="390"/>
                  <a:pt x="576" y="390"/>
                </a:cubicBezTo>
                <a:cubicBezTo>
                  <a:pt x="572" y="374"/>
                  <a:pt x="572" y="374"/>
                  <a:pt x="572" y="374"/>
                </a:cubicBezTo>
                <a:cubicBezTo>
                  <a:pt x="395" y="456"/>
                  <a:pt x="395" y="456"/>
                  <a:pt x="395" y="456"/>
                </a:cubicBezTo>
                <a:cubicBezTo>
                  <a:pt x="387" y="453"/>
                  <a:pt x="378" y="453"/>
                  <a:pt x="369" y="455"/>
                </a:cubicBezTo>
                <a:cubicBezTo>
                  <a:pt x="367" y="455"/>
                  <a:pt x="366" y="456"/>
                  <a:pt x="364" y="456"/>
                </a:cubicBezTo>
                <a:cubicBezTo>
                  <a:pt x="243" y="227"/>
                  <a:pt x="243" y="227"/>
                  <a:pt x="243" y="227"/>
                </a:cubicBezTo>
                <a:cubicBezTo>
                  <a:pt x="258" y="211"/>
                  <a:pt x="244" y="175"/>
                  <a:pt x="215" y="179"/>
                </a:cubicBezTo>
                <a:cubicBezTo>
                  <a:pt x="212" y="179"/>
                  <a:pt x="211" y="180"/>
                  <a:pt x="209" y="180"/>
                </a:cubicBezTo>
                <a:cubicBezTo>
                  <a:pt x="181" y="178"/>
                  <a:pt x="153" y="169"/>
                  <a:pt x="128" y="155"/>
                </a:cubicBezTo>
                <a:cubicBezTo>
                  <a:pt x="127" y="152"/>
                  <a:pt x="127" y="150"/>
                  <a:pt x="127" y="147"/>
                </a:cubicBezTo>
                <a:cubicBezTo>
                  <a:pt x="126" y="122"/>
                  <a:pt x="112" y="101"/>
                  <a:pt x="85" y="100"/>
                </a:cubicBezTo>
                <a:cubicBezTo>
                  <a:pt x="63" y="98"/>
                  <a:pt x="37" y="117"/>
                  <a:pt x="38" y="141"/>
                </a:cubicBezTo>
                <a:cubicBezTo>
                  <a:pt x="42" y="199"/>
                  <a:pt x="42" y="213"/>
                  <a:pt x="42" y="267"/>
                </a:cubicBezTo>
                <a:cubicBezTo>
                  <a:pt x="41" y="267"/>
                  <a:pt x="41" y="267"/>
                  <a:pt x="41" y="267"/>
                </a:cubicBezTo>
                <a:cubicBezTo>
                  <a:pt x="42" y="275"/>
                  <a:pt x="42" y="287"/>
                  <a:pt x="42" y="294"/>
                </a:cubicBezTo>
                <a:cubicBezTo>
                  <a:pt x="43" y="305"/>
                  <a:pt x="47" y="314"/>
                  <a:pt x="53" y="321"/>
                </a:cubicBezTo>
                <a:cubicBezTo>
                  <a:pt x="53" y="321"/>
                  <a:pt x="53" y="321"/>
                  <a:pt x="53" y="321"/>
                </a:cubicBezTo>
                <a:cubicBezTo>
                  <a:pt x="60" y="332"/>
                  <a:pt x="59" y="344"/>
                  <a:pt x="65" y="355"/>
                </a:cubicBezTo>
                <a:cubicBezTo>
                  <a:pt x="55" y="405"/>
                  <a:pt x="22" y="454"/>
                  <a:pt x="9" y="503"/>
                </a:cubicBezTo>
                <a:cubicBezTo>
                  <a:pt x="0" y="539"/>
                  <a:pt x="55" y="554"/>
                  <a:pt x="64" y="518"/>
                </a:cubicBezTo>
                <a:cubicBezTo>
                  <a:pt x="77" y="469"/>
                  <a:pt x="116" y="419"/>
                  <a:pt x="127" y="369"/>
                </a:cubicBezTo>
                <a:cubicBezTo>
                  <a:pt x="127" y="367"/>
                  <a:pt x="128" y="365"/>
                  <a:pt x="128" y="362"/>
                </a:cubicBezTo>
                <a:cubicBezTo>
                  <a:pt x="162" y="398"/>
                  <a:pt x="185" y="456"/>
                  <a:pt x="190" y="506"/>
                </a:cubicBezTo>
                <a:cubicBezTo>
                  <a:pt x="193" y="543"/>
                  <a:pt x="250" y="543"/>
                  <a:pt x="247" y="506"/>
                </a:cubicBezTo>
                <a:cubicBezTo>
                  <a:pt x="240" y="422"/>
                  <a:pt x="197" y="340"/>
                  <a:pt x="131" y="289"/>
                </a:cubicBezTo>
                <a:cubicBezTo>
                  <a:pt x="131" y="285"/>
                  <a:pt x="130" y="281"/>
                  <a:pt x="130" y="277"/>
                </a:cubicBezTo>
                <a:cubicBezTo>
                  <a:pt x="130" y="277"/>
                  <a:pt x="130" y="277"/>
                  <a:pt x="130" y="277"/>
                </a:cubicBezTo>
                <a:cubicBezTo>
                  <a:pt x="130" y="242"/>
                  <a:pt x="131" y="254"/>
                  <a:pt x="130" y="219"/>
                </a:cubicBezTo>
                <a:cubicBezTo>
                  <a:pt x="154" y="229"/>
                  <a:pt x="179" y="234"/>
                  <a:pt x="204" y="236"/>
                </a:cubicBezTo>
                <a:cubicBezTo>
                  <a:pt x="204" y="237"/>
                  <a:pt x="204" y="237"/>
                  <a:pt x="204" y="237"/>
                </a:cubicBezTo>
                <a:cubicBezTo>
                  <a:pt x="213" y="237"/>
                  <a:pt x="218" y="236"/>
                  <a:pt x="227" y="235"/>
                </a:cubicBezTo>
                <a:cubicBezTo>
                  <a:pt x="229" y="235"/>
                  <a:pt x="230" y="234"/>
                  <a:pt x="232" y="234"/>
                </a:cubicBezTo>
                <a:cubicBezTo>
                  <a:pt x="349" y="465"/>
                  <a:pt x="349" y="465"/>
                  <a:pt x="349" y="465"/>
                </a:cubicBezTo>
                <a:cubicBezTo>
                  <a:pt x="335" y="476"/>
                  <a:pt x="328" y="496"/>
                  <a:pt x="332" y="515"/>
                </a:cubicBezTo>
                <a:cubicBezTo>
                  <a:pt x="338" y="541"/>
                  <a:pt x="365" y="557"/>
                  <a:pt x="392" y="551"/>
                </a:cubicBezTo>
                <a:cubicBezTo>
                  <a:pt x="418" y="545"/>
                  <a:pt x="435" y="518"/>
                  <a:pt x="428" y="492"/>
                </a:cubicBezTo>
                <a:cubicBezTo>
                  <a:pt x="426" y="481"/>
                  <a:pt x="420" y="473"/>
                  <a:pt x="413" y="466"/>
                </a:cubicBezTo>
                <a:close/>
                <a:moveTo>
                  <a:pt x="384" y="519"/>
                </a:moveTo>
                <a:cubicBezTo>
                  <a:pt x="375" y="521"/>
                  <a:pt x="366" y="516"/>
                  <a:pt x="364" y="507"/>
                </a:cubicBezTo>
                <a:cubicBezTo>
                  <a:pt x="362" y="498"/>
                  <a:pt x="367" y="489"/>
                  <a:pt x="376" y="487"/>
                </a:cubicBezTo>
                <a:cubicBezTo>
                  <a:pt x="385" y="485"/>
                  <a:pt x="394" y="490"/>
                  <a:pt x="396" y="499"/>
                </a:cubicBezTo>
                <a:cubicBezTo>
                  <a:pt x="399" y="508"/>
                  <a:pt x="393" y="517"/>
                  <a:pt x="384" y="519"/>
                </a:cubicBezTo>
                <a:close/>
                <a:moveTo>
                  <a:pt x="396" y="193"/>
                </a:moveTo>
                <a:cubicBezTo>
                  <a:pt x="441" y="287"/>
                  <a:pt x="441" y="287"/>
                  <a:pt x="441" y="287"/>
                </a:cubicBezTo>
                <a:cubicBezTo>
                  <a:pt x="324" y="343"/>
                  <a:pt x="324" y="343"/>
                  <a:pt x="324" y="343"/>
                </a:cubicBezTo>
                <a:cubicBezTo>
                  <a:pt x="279" y="250"/>
                  <a:pt x="279" y="250"/>
                  <a:pt x="279" y="250"/>
                </a:cubicBezTo>
                <a:lnTo>
                  <a:pt x="396" y="193"/>
                </a:lnTo>
                <a:close/>
                <a:moveTo>
                  <a:pt x="84" y="0"/>
                </a:moveTo>
                <a:cubicBezTo>
                  <a:pt x="108" y="0"/>
                  <a:pt x="128" y="19"/>
                  <a:pt x="128" y="43"/>
                </a:cubicBezTo>
                <a:cubicBezTo>
                  <a:pt x="128" y="67"/>
                  <a:pt x="108" y="86"/>
                  <a:pt x="84" y="86"/>
                </a:cubicBezTo>
                <a:cubicBezTo>
                  <a:pt x="61" y="86"/>
                  <a:pt x="41" y="67"/>
                  <a:pt x="41" y="43"/>
                </a:cubicBezTo>
                <a:cubicBezTo>
                  <a:pt x="41" y="19"/>
                  <a:pt x="61" y="0"/>
                  <a:pt x="84" y="0"/>
                </a:cubicBezTo>
                <a:close/>
                <a:moveTo>
                  <a:pt x="84" y="0"/>
                </a:moveTo>
                <a:cubicBezTo>
                  <a:pt x="84" y="0"/>
                  <a:pt x="84" y="0"/>
                  <a:pt x="84" y="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2" name="Group 133"/>
          <p:cNvGrpSpPr/>
          <p:nvPr/>
        </p:nvGrpSpPr>
        <p:grpSpPr>
          <a:xfrm>
            <a:off x="5268308" y="1562857"/>
            <a:ext cx="749300" cy="750805"/>
            <a:chOff x="2436813" y="361950"/>
            <a:chExt cx="790575" cy="792163"/>
          </a:xfrm>
          <a:solidFill>
            <a:schemeClr val="accent2"/>
          </a:solidFill>
        </p:grpSpPr>
        <p:sp>
          <p:nvSpPr>
            <p:cNvPr id="135" name="Freeform 6"/>
            <p:cNvSpPr>
              <a:spLocks noEditPoints="1"/>
            </p:cNvSpPr>
            <p:nvPr/>
          </p:nvSpPr>
          <p:spPr bwMode="auto">
            <a:xfrm>
              <a:off x="2436813" y="509588"/>
              <a:ext cx="692150" cy="446088"/>
            </a:xfrm>
            <a:custGeom>
              <a:avLst/>
              <a:gdLst/>
              <a:ahLst/>
              <a:cxnLst>
                <a:cxn ang="0">
                  <a:pos x="436" y="281"/>
                </a:cxn>
                <a:cxn ang="0">
                  <a:pos x="177" y="281"/>
                </a:cxn>
                <a:cxn ang="0">
                  <a:pos x="68" y="31"/>
                </a:cxn>
                <a:cxn ang="0">
                  <a:pos x="0" y="31"/>
                </a:cxn>
                <a:cxn ang="0">
                  <a:pos x="0" y="0"/>
                </a:cxn>
                <a:cxn ang="0">
                  <a:pos x="88" y="0"/>
                </a:cxn>
                <a:cxn ang="0">
                  <a:pos x="197" y="250"/>
                </a:cxn>
                <a:cxn ang="0">
                  <a:pos x="436" y="250"/>
                </a:cxn>
                <a:cxn ang="0">
                  <a:pos x="436" y="281"/>
                </a:cxn>
                <a:cxn ang="0">
                  <a:pos x="436" y="281"/>
                </a:cxn>
                <a:cxn ang="0">
                  <a:pos x="436" y="281"/>
                </a:cxn>
              </a:cxnLst>
              <a:rect l="0" t="0" r="r" b="b"/>
              <a:pathLst>
                <a:path w="436" h="281">
                  <a:moveTo>
                    <a:pt x="436" y="281"/>
                  </a:moveTo>
                  <a:lnTo>
                    <a:pt x="177" y="281"/>
                  </a:lnTo>
                  <a:lnTo>
                    <a:pt x="68" y="31"/>
                  </a:lnTo>
                  <a:lnTo>
                    <a:pt x="0" y="31"/>
                  </a:lnTo>
                  <a:lnTo>
                    <a:pt x="0" y="0"/>
                  </a:lnTo>
                  <a:lnTo>
                    <a:pt x="88" y="0"/>
                  </a:lnTo>
                  <a:lnTo>
                    <a:pt x="197" y="250"/>
                  </a:lnTo>
                  <a:lnTo>
                    <a:pt x="436" y="250"/>
                  </a:lnTo>
                  <a:lnTo>
                    <a:pt x="436" y="281"/>
                  </a:lnTo>
                  <a:close/>
                  <a:moveTo>
                    <a:pt x="436" y="281"/>
                  </a:moveTo>
                  <a:lnTo>
                    <a:pt x="436" y="2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7"/>
            <p:cNvSpPr>
              <a:spLocks noEditPoints="1"/>
            </p:cNvSpPr>
            <p:nvPr/>
          </p:nvSpPr>
          <p:spPr bwMode="auto">
            <a:xfrm>
              <a:off x="2436813" y="509588"/>
              <a:ext cx="692150" cy="446088"/>
            </a:xfrm>
            <a:custGeom>
              <a:avLst/>
              <a:gdLst/>
              <a:ahLst/>
              <a:cxnLst>
                <a:cxn ang="0">
                  <a:pos x="436" y="281"/>
                </a:cxn>
                <a:cxn ang="0">
                  <a:pos x="177" y="281"/>
                </a:cxn>
                <a:cxn ang="0">
                  <a:pos x="68" y="31"/>
                </a:cxn>
                <a:cxn ang="0">
                  <a:pos x="0" y="31"/>
                </a:cxn>
                <a:cxn ang="0">
                  <a:pos x="0" y="0"/>
                </a:cxn>
                <a:cxn ang="0">
                  <a:pos x="88" y="0"/>
                </a:cxn>
                <a:cxn ang="0">
                  <a:pos x="197" y="250"/>
                </a:cxn>
                <a:cxn ang="0">
                  <a:pos x="436" y="250"/>
                </a:cxn>
                <a:cxn ang="0">
                  <a:pos x="436" y="281"/>
                </a:cxn>
                <a:cxn ang="0">
                  <a:pos x="436" y="281"/>
                </a:cxn>
                <a:cxn ang="0">
                  <a:pos x="436" y="281"/>
                </a:cxn>
              </a:cxnLst>
              <a:rect l="0" t="0" r="r" b="b"/>
              <a:pathLst>
                <a:path w="436" h="281">
                  <a:moveTo>
                    <a:pt x="436" y="281"/>
                  </a:moveTo>
                  <a:lnTo>
                    <a:pt x="177" y="281"/>
                  </a:lnTo>
                  <a:lnTo>
                    <a:pt x="68" y="31"/>
                  </a:lnTo>
                  <a:lnTo>
                    <a:pt x="0" y="31"/>
                  </a:lnTo>
                  <a:lnTo>
                    <a:pt x="0" y="0"/>
                  </a:lnTo>
                  <a:lnTo>
                    <a:pt x="88" y="0"/>
                  </a:lnTo>
                  <a:lnTo>
                    <a:pt x="197" y="250"/>
                  </a:lnTo>
                  <a:lnTo>
                    <a:pt x="436" y="250"/>
                  </a:lnTo>
                  <a:lnTo>
                    <a:pt x="436" y="281"/>
                  </a:lnTo>
                  <a:moveTo>
                    <a:pt x="436" y="281"/>
                  </a:moveTo>
                  <a:lnTo>
                    <a:pt x="436" y="2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8"/>
            <p:cNvSpPr>
              <a:spLocks noEditPoints="1"/>
            </p:cNvSpPr>
            <p:nvPr/>
          </p:nvSpPr>
          <p:spPr bwMode="auto">
            <a:xfrm>
              <a:off x="2733675" y="1006475"/>
              <a:ext cx="147638" cy="147638"/>
            </a:xfrm>
            <a:custGeom>
              <a:avLst/>
              <a:gdLst/>
              <a:ahLst/>
              <a:cxnLst>
                <a:cxn ang="0">
                  <a:pos x="109" y="54"/>
                </a:cxn>
                <a:cxn ang="0">
                  <a:pos x="54" y="109"/>
                </a:cxn>
                <a:cxn ang="0">
                  <a:pos x="0" y="54"/>
                </a:cxn>
                <a:cxn ang="0">
                  <a:pos x="54" y="0"/>
                </a:cxn>
                <a:cxn ang="0">
                  <a:pos x="109" y="54"/>
                </a:cxn>
                <a:cxn ang="0">
                  <a:pos x="109" y="54"/>
                </a:cxn>
                <a:cxn ang="0">
                  <a:pos x="109" y="54"/>
                </a:cxn>
              </a:cxnLst>
              <a:rect l="0" t="0" r="r" b="b"/>
              <a:pathLst>
                <a:path w="109" h="109">
                  <a:moveTo>
                    <a:pt x="109" y="54"/>
                  </a:moveTo>
                  <a:cubicBezTo>
                    <a:pt x="109" y="84"/>
                    <a:pt x="84" y="109"/>
                    <a:pt x="54" y="109"/>
                  </a:cubicBezTo>
                  <a:cubicBezTo>
                    <a:pt x="24" y="109"/>
                    <a:pt x="0" y="84"/>
                    <a:pt x="0" y="54"/>
                  </a:cubicBezTo>
                  <a:cubicBezTo>
                    <a:pt x="0" y="24"/>
                    <a:pt x="24" y="0"/>
                    <a:pt x="54" y="0"/>
                  </a:cubicBezTo>
                  <a:cubicBezTo>
                    <a:pt x="84" y="0"/>
                    <a:pt x="109" y="24"/>
                    <a:pt x="109" y="54"/>
                  </a:cubicBezTo>
                  <a:close/>
                  <a:moveTo>
                    <a:pt x="109" y="54"/>
                  </a:moveTo>
                  <a:cubicBezTo>
                    <a:pt x="109" y="54"/>
                    <a:pt x="109" y="54"/>
                    <a:pt x="109" y="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9"/>
            <p:cNvSpPr>
              <a:spLocks noEditPoints="1"/>
            </p:cNvSpPr>
            <p:nvPr/>
          </p:nvSpPr>
          <p:spPr bwMode="auto">
            <a:xfrm>
              <a:off x="2981325" y="1006475"/>
              <a:ext cx="147638" cy="147638"/>
            </a:xfrm>
            <a:custGeom>
              <a:avLst/>
              <a:gdLst/>
              <a:ahLst/>
              <a:cxnLst>
                <a:cxn ang="0">
                  <a:pos x="109" y="54"/>
                </a:cxn>
                <a:cxn ang="0">
                  <a:pos x="54" y="109"/>
                </a:cxn>
                <a:cxn ang="0">
                  <a:pos x="0" y="54"/>
                </a:cxn>
                <a:cxn ang="0">
                  <a:pos x="54" y="0"/>
                </a:cxn>
                <a:cxn ang="0">
                  <a:pos x="109" y="54"/>
                </a:cxn>
                <a:cxn ang="0">
                  <a:pos x="109" y="54"/>
                </a:cxn>
                <a:cxn ang="0">
                  <a:pos x="109" y="54"/>
                </a:cxn>
              </a:cxnLst>
              <a:rect l="0" t="0" r="r" b="b"/>
              <a:pathLst>
                <a:path w="109" h="109">
                  <a:moveTo>
                    <a:pt x="109" y="54"/>
                  </a:moveTo>
                  <a:cubicBezTo>
                    <a:pt x="109" y="84"/>
                    <a:pt x="84" y="109"/>
                    <a:pt x="54" y="109"/>
                  </a:cubicBezTo>
                  <a:cubicBezTo>
                    <a:pt x="24" y="109"/>
                    <a:pt x="0" y="84"/>
                    <a:pt x="0" y="54"/>
                  </a:cubicBezTo>
                  <a:cubicBezTo>
                    <a:pt x="0" y="24"/>
                    <a:pt x="24" y="0"/>
                    <a:pt x="54" y="0"/>
                  </a:cubicBezTo>
                  <a:cubicBezTo>
                    <a:pt x="84" y="0"/>
                    <a:pt x="109" y="24"/>
                    <a:pt x="109" y="54"/>
                  </a:cubicBezTo>
                  <a:close/>
                  <a:moveTo>
                    <a:pt x="109" y="54"/>
                  </a:moveTo>
                  <a:cubicBezTo>
                    <a:pt x="109" y="54"/>
                    <a:pt x="109" y="54"/>
                    <a:pt x="109" y="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0"/>
            <p:cNvSpPr>
              <a:spLocks noEditPoints="1"/>
            </p:cNvSpPr>
            <p:nvPr/>
          </p:nvSpPr>
          <p:spPr bwMode="auto">
            <a:xfrm>
              <a:off x="2684463" y="609600"/>
              <a:ext cx="501650" cy="247650"/>
            </a:xfrm>
            <a:custGeom>
              <a:avLst/>
              <a:gdLst/>
              <a:ahLst/>
              <a:cxnLst>
                <a:cxn ang="0">
                  <a:pos x="273" y="109"/>
                </a:cxn>
                <a:cxn ang="0">
                  <a:pos x="120" y="0"/>
                </a:cxn>
                <a:cxn ang="0">
                  <a:pos x="0" y="0"/>
                </a:cxn>
                <a:cxn ang="0">
                  <a:pos x="73" y="182"/>
                </a:cxn>
                <a:cxn ang="0">
                  <a:pos x="328" y="182"/>
                </a:cxn>
                <a:cxn ang="0">
                  <a:pos x="370" y="77"/>
                </a:cxn>
                <a:cxn ang="0">
                  <a:pos x="273" y="109"/>
                </a:cxn>
                <a:cxn ang="0">
                  <a:pos x="273" y="109"/>
                </a:cxn>
                <a:cxn ang="0">
                  <a:pos x="273" y="109"/>
                </a:cxn>
              </a:cxnLst>
              <a:rect l="0" t="0" r="r" b="b"/>
              <a:pathLst>
                <a:path w="370" h="182">
                  <a:moveTo>
                    <a:pt x="273" y="109"/>
                  </a:moveTo>
                  <a:cubicBezTo>
                    <a:pt x="202" y="109"/>
                    <a:pt x="142" y="63"/>
                    <a:pt x="120" y="0"/>
                  </a:cubicBezTo>
                  <a:cubicBezTo>
                    <a:pt x="0" y="0"/>
                    <a:pt x="0" y="0"/>
                    <a:pt x="0" y="0"/>
                  </a:cubicBezTo>
                  <a:cubicBezTo>
                    <a:pt x="73" y="182"/>
                    <a:pt x="73" y="182"/>
                    <a:pt x="73" y="182"/>
                  </a:cubicBezTo>
                  <a:cubicBezTo>
                    <a:pt x="328" y="182"/>
                    <a:pt x="328" y="182"/>
                    <a:pt x="328" y="182"/>
                  </a:cubicBezTo>
                  <a:cubicBezTo>
                    <a:pt x="370" y="77"/>
                    <a:pt x="370" y="77"/>
                    <a:pt x="370" y="77"/>
                  </a:cubicBezTo>
                  <a:cubicBezTo>
                    <a:pt x="343" y="97"/>
                    <a:pt x="309" y="109"/>
                    <a:pt x="273" y="109"/>
                  </a:cubicBezTo>
                  <a:close/>
                  <a:moveTo>
                    <a:pt x="273" y="109"/>
                  </a:moveTo>
                  <a:cubicBezTo>
                    <a:pt x="273" y="109"/>
                    <a:pt x="273" y="109"/>
                    <a:pt x="273"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1"/>
            <p:cNvSpPr>
              <a:spLocks noEditPoints="1"/>
            </p:cNvSpPr>
            <p:nvPr/>
          </p:nvSpPr>
          <p:spPr bwMode="auto">
            <a:xfrm>
              <a:off x="2881313" y="361950"/>
              <a:ext cx="346075" cy="346075"/>
            </a:xfrm>
            <a:custGeom>
              <a:avLst/>
              <a:gdLst/>
              <a:ahLst/>
              <a:cxnLst>
                <a:cxn ang="0">
                  <a:pos x="127" y="0"/>
                </a:cxn>
                <a:cxn ang="0">
                  <a:pos x="0" y="127"/>
                </a:cxn>
                <a:cxn ang="0">
                  <a:pos x="127" y="254"/>
                </a:cxn>
                <a:cxn ang="0">
                  <a:pos x="255" y="127"/>
                </a:cxn>
                <a:cxn ang="0">
                  <a:pos x="127" y="0"/>
                </a:cxn>
                <a:cxn ang="0">
                  <a:pos x="108" y="191"/>
                </a:cxn>
                <a:cxn ang="0">
                  <a:pos x="44" y="127"/>
                </a:cxn>
                <a:cxn ang="0">
                  <a:pos x="69" y="101"/>
                </a:cxn>
                <a:cxn ang="0">
                  <a:pos x="108" y="140"/>
                </a:cxn>
                <a:cxn ang="0">
                  <a:pos x="185" y="63"/>
                </a:cxn>
                <a:cxn ang="0">
                  <a:pos x="211" y="89"/>
                </a:cxn>
                <a:cxn ang="0">
                  <a:pos x="108" y="191"/>
                </a:cxn>
                <a:cxn ang="0">
                  <a:pos x="108" y="191"/>
                </a:cxn>
                <a:cxn ang="0">
                  <a:pos x="108" y="191"/>
                </a:cxn>
              </a:cxnLst>
              <a:rect l="0" t="0" r="r" b="b"/>
              <a:pathLst>
                <a:path w="255" h="254">
                  <a:moveTo>
                    <a:pt x="127" y="0"/>
                  </a:moveTo>
                  <a:cubicBezTo>
                    <a:pt x="57" y="0"/>
                    <a:pt x="0" y="57"/>
                    <a:pt x="0" y="127"/>
                  </a:cubicBezTo>
                  <a:cubicBezTo>
                    <a:pt x="0" y="197"/>
                    <a:pt x="57" y="254"/>
                    <a:pt x="127" y="254"/>
                  </a:cubicBezTo>
                  <a:cubicBezTo>
                    <a:pt x="198" y="254"/>
                    <a:pt x="255" y="197"/>
                    <a:pt x="255" y="127"/>
                  </a:cubicBezTo>
                  <a:cubicBezTo>
                    <a:pt x="255" y="57"/>
                    <a:pt x="198" y="0"/>
                    <a:pt x="127" y="0"/>
                  </a:cubicBezTo>
                  <a:close/>
                  <a:moveTo>
                    <a:pt x="108" y="191"/>
                  </a:moveTo>
                  <a:cubicBezTo>
                    <a:pt x="44" y="127"/>
                    <a:pt x="44" y="127"/>
                    <a:pt x="44" y="127"/>
                  </a:cubicBezTo>
                  <a:cubicBezTo>
                    <a:pt x="69" y="101"/>
                    <a:pt x="69" y="101"/>
                    <a:pt x="69" y="101"/>
                  </a:cubicBezTo>
                  <a:cubicBezTo>
                    <a:pt x="108" y="140"/>
                    <a:pt x="108" y="140"/>
                    <a:pt x="108" y="140"/>
                  </a:cubicBezTo>
                  <a:cubicBezTo>
                    <a:pt x="185" y="63"/>
                    <a:pt x="185" y="63"/>
                    <a:pt x="185" y="63"/>
                  </a:cubicBezTo>
                  <a:cubicBezTo>
                    <a:pt x="211" y="89"/>
                    <a:pt x="211" y="89"/>
                    <a:pt x="211" y="89"/>
                  </a:cubicBezTo>
                  <a:lnTo>
                    <a:pt x="108" y="191"/>
                  </a:lnTo>
                  <a:close/>
                  <a:moveTo>
                    <a:pt x="108" y="191"/>
                  </a:moveTo>
                  <a:cubicBezTo>
                    <a:pt x="108" y="191"/>
                    <a:pt x="108" y="191"/>
                    <a:pt x="108" y="1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6" name="Group 140"/>
          <p:cNvGrpSpPr/>
          <p:nvPr/>
        </p:nvGrpSpPr>
        <p:grpSpPr>
          <a:xfrm>
            <a:off x="6392258" y="1581866"/>
            <a:ext cx="615950" cy="712787"/>
            <a:chOff x="3605213" y="379413"/>
            <a:chExt cx="615950" cy="712787"/>
          </a:xfrm>
          <a:solidFill>
            <a:schemeClr val="accent3"/>
          </a:solidFill>
        </p:grpSpPr>
        <p:sp>
          <p:nvSpPr>
            <p:cNvPr id="142" name="Freeform 12"/>
            <p:cNvSpPr>
              <a:spLocks noEditPoints="1"/>
            </p:cNvSpPr>
            <p:nvPr/>
          </p:nvSpPr>
          <p:spPr bwMode="auto">
            <a:xfrm>
              <a:off x="3916363" y="996950"/>
              <a:ext cx="96838" cy="95250"/>
            </a:xfrm>
            <a:custGeom>
              <a:avLst/>
              <a:gdLst/>
              <a:ahLst/>
              <a:cxnLst>
                <a:cxn ang="0">
                  <a:pos x="35" y="0"/>
                </a:cxn>
                <a:cxn ang="0">
                  <a:pos x="0" y="36"/>
                </a:cxn>
                <a:cxn ang="0">
                  <a:pos x="35" y="71"/>
                </a:cxn>
                <a:cxn ang="0">
                  <a:pos x="71" y="36"/>
                </a:cxn>
                <a:cxn ang="0">
                  <a:pos x="35" y="0"/>
                </a:cxn>
                <a:cxn ang="0">
                  <a:pos x="35" y="0"/>
                </a:cxn>
                <a:cxn ang="0">
                  <a:pos x="35" y="0"/>
                </a:cxn>
              </a:cxnLst>
              <a:rect l="0" t="0" r="r" b="b"/>
              <a:pathLst>
                <a:path w="71" h="71">
                  <a:moveTo>
                    <a:pt x="35" y="0"/>
                  </a:moveTo>
                  <a:cubicBezTo>
                    <a:pt x="16" y="0"/>
                    <a:pt x="0" y="16"/>
                    <a:pt x="0" y="36"/>
                  </a:cubicBezTo>
                  <a:cubicBezTo>
                    <a:pt x="0" y="55"/>
                    <a:pt x="16" y="71"/>
                    <a:pt x="35" y="71"/>
                  </a:cubicBezTo>
                  <a:cubicBezTo>
                    <a:pt x="55" y="71"/>
                    <a:pt x="71" y="55"/>
                    <a:pt x="71" y="36"/>
                  </a:cubicBezTo>
                  <a:cubicBezTo>
                    <a:pt x="71" y="16"/>
                    <a:pt x="55" y="0"/>
                    <a:pt x="35" y="0"/>
                  </a:cubicBezTo>
                  <a:close/>
                  <a:moveTo>
                    <a:pt x="35" y="0"/>
                  </a:moveTo>
                  <a:cubicBezTo>
                    <a:pt x="35" y="0"/>
                    <a:pt x="35" y="0"/>
                    <a:pt x="3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3"/>
            <p:cNvSpPr>
              <a:spLocks noEditPoints="1"/>
            </p:cNvSpPr>
            <p:nvPr/>
          </p:nvSpPr>
          <p:spPr bwMode="auto">
            <a:xfrm>
              <a:off x="3652838" y="996950"/>
              <a:ext cx="96838" cy="95250"/>
            </a:xfrm>
            <a:custGeom>
              <a:avLst/>
              <a:gdLst/>
              <a:ahLst/>
              <a:cxnLst>
                <a:cxn ang="0">
                  <a:pos x="36" y="0"/>
                </a:cxn>
                <a:cxn ang="0">
                  <a:pos x="0" y="36"/>
                </a:cxn>
                <a:cxn ang="0">
                  <a:pos x="36" y="71"/>
                </a:cxn>
                <a:cxn ang="0">
                  <a:pos x="71" y="36"/>
                </a:cxn>
                <a:cxn ang="0">
                  <a:pos x="36" y="0"/>
                </a:cxn>
                <a:cxn ang="0">
                  <a:pos x="36" y="0"/>
                </a:cxn>
                <a:cxn ang="0">
                  <a:pos x="36" y="0"/>
                </a:cxn>
              </a:cxnLst>
              <a:rect l="0" t="0" r="r" b="b"/>
              <a:pathLst>
                <a:path w="71" h="71">
                  <a:moveTo>
                    <a:pt x="36" y="0"/>
                  </a:moveTo>
                  <a:cubicBezTo>
                    <a:pt x="16" y="0"/>
                    <a:pt x="0" y="16"/>
                    <a:pt x="0" y="36"/>
                  </a:cubicBezTo>
                  <a:cubicBezTo>
                    <a:pt x="0" y="55"/>
                    <a:pt x="16" y="71"/>
                    <a:pt x="36" y="71"/>
                  </a:cubicBezTo>
                  <a:cubicBezTo>
                    <a:pt x="55" y="71"/>
                    <a:pt x="71" y="55"/>
                    <a:pt x="71" y="36"/>
                  </a:cubicBezTo>
                  <a:cubicBezTo>
                    <a:pt x="71" y="16"/>
                    <a:pt x="55" y="0"/>
                    <a:pt x="36" y="0"/>
                  </a:cubicBezTo>
                  <a:close/>
                  <a:moveTo>
                    <a:pt x="36" y="0"/>
                  </a:moveTo>
                  <a:cubicBezTo>
                    <a:pt x="36" y="0"/>
                    <a:pt x="36" y="0"/>
                    <a:pt x="3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4"/>
            <p:cNvSpPr>
              <a:spLocks noEditPoints="1"/>
            </p:cNvSpPr>
            <p:nvPr/>
          </p:nvSpPr>
          <p:spPr bwMode="auto">
            <a:xfrm>
              <a:off x="3605213" y="504825"/>
              <a:ext cx="615950" cy="477838"/>
            </a:xfrm>
            <a:custGeom>
              <a:avLst/>
              <a:gdLst/>
              <a:ahLst/>
              <a:cxnLst>
                <a:cxn ang="0">
                  <a:pos x="453" y="13"/>
                </a:cxn>
                <a:cxn ang="0">
                  <a:pos x="432" y="3"/>
                </a:cxn>
                <a:cxn ang="0">
                  <a:pos x="348" y="35"/>
                </a:cxn>
                <a:cxn ang="0">
                  <a:pos x="338" y="45"/>
                </a:cxn>
                <a:cxn ang="0">
                  <a:pos x="326" y="86"/>
                </a:cxn>
                <a:cxn ang="0">
                  <a:pos x="28" y="86"/>
                </a:cxn>
                <a:cxn ang="0">
                  <a:pos x="13" y="82"/>
                </a:cxn>
                <a:cxn ang="0">
                  <a:pos x="2" y="102"/>
                </a:cxn>
                <a:cxn ang="0">
                  <a:pos x="49" y="263"/>
                </a:cxn>
                <a:cxn ang="0">
                  <a:pos x="64" y="274"/>
                </a:cxn>
                <a:cxn ang="0">
                  <a:pos x="268" y="274"/>
                </a:cxn>
                <a:cxn ang="0">
                  <a:pos x="255" y="318"/>
                </a:cxn>
                <a:cxn ang="0">
                  <a:pos x="62" y="318"/>
                </a:cxn>
                <a:cxn ang="0">
                  <a:pos x="46" y="335"/>
                </a:cxn>
                <a:cxn ang="0">
                  <a:pos x="62" y="351"/>
                </a:cxn>
                <a:cxn ang="0">
                  <a:pos x="267" y="351"/>
                </a:cxn>
                <a:cxn ang="0">
                  <a:pos x="282" y="339"/>
                </a:cxn>
                <a:cxn ang="0">
                  <a:pos x="304" y="263"/>
                </a:cxn>
                <a:cxn ang="0">
                  <a:pos x="367" y="62"/>
                </a:cxn>
                <a:cxn ang="0">
                  <a:pos x="444" y="33"/>
                </a:cxn>
                <a:cxn ang="0">
                  <a:pos x="454" y="18"/>
                </a:cxn>
                <a:cxn ang="0">
                  <a:pos x="453" y="13"/>
                </a:cxn>
                <a:cxn ang="0">
                  <a:pos x="277" y="242"/>
                </a:cxn>
                <a:cxn ang="0">
                  <a:pos x="76" y="242"/>
                </a:cxn>
                <a:cxn ang="0">
                  <a:pos x="68" y="214"/>
                </a:cxn>
                <a:cxn ang="0">
                  <a:pos x="286" y="214"/>
                </a:cxn>
                <a:cxn ang="0">
                  <a:pos x="277" y="242"/>
                </a:cxn>
                <a:cxn ang="0">
                  <a:pos x="294" y="188"/>
                </a:cxn>
                <a:cxn ang="0">
                  <a:pos x="61" y="188"/>
                </a:cxn>
                <a:cxn ang="0">
                  <a:pos x="53" y="163"/>
                </a:cxn>
                <a:cxn ang="0">
                  <a:pos x="302" y="163"/>
                </a:cxn>
                <a:cxn ang="0">
                  <a:pos x="294" y="188"/>
                </a:cxn>
                <a:cxn ang="0">
                  <a:pos x="310" y="137"/>
                </a:cxn>
                <a:cxn ang="0">
                  <a:pos x="46" y="137"/>
                </a:cxn>
                <a:cxn ang="0">
                  <a:pos x="39" y="112"/>
                </a:cxn>
                <a:cxn ang="0">
                  <a:pos x="318" y="112"/>
                </a:cxn>
                <a:cxn ang="0">
                  <a:pos x="310" y="137"/>
                </a:cxn>
                <a:cxn ang="0">
                  <a:pos x="310" y="137"/>
                </a:cxn>
                <a:cxn ang="0">
                  <a:pos x="310" y="137"/>
                </a:cxn>
              </a:cxnLst>
              <a:rect l="0" t="0" r="r" b="b"/>
              <a:pathLst>
                <a:path w="454" h="351">
                  <a:moveTo>
                    <a:pt x="453" y="13"/>
                  </a:moveTo>
                  <a:cubicBezTo>
                    <a:pt x="450" y="4"/>
                    <a:pt x="441" y="0"/>
                    <a:pt x="432" y="3"/>
                  </a:cubicBezTo>
                  <a:cubicBezTo>
                    <a:pt x="348" y="35"/>
                    <a:pt x="348" y="35"/>
                    <a:pt x="348" y="35"/>
                  </a:cubicBezTo>
                  <a:cubicBezTo>
                    <a:pt x="344" y="37"/>
                    <a:pt x="340" y="41"/>
                    <a:pt x="338" y="45"/>
                  </a:cubicBezTo>
                  <a:cubicBezTo>
                    <a:pt x="326" y="86"/>
                    <a:pt x="326" y="86"/>
                    <a:pt x="326" y="86"/>
                  </a:cubicBezTo>
                  <a:cubicBezTo>
                    <a:pt x="28" y="86"/>
                    <a:pt x="28" y="86"/>
                    <a:pt x="28" y="86"/>
                  </a:cubicBezTo>
                  <a:cubicBezTo>
                    <a:pt x="24" y="82"/>
                    <a:pt x="19" y="81"/>
                    <a:pt x="13" y="82"/>
                  </a:cubicBezTo>
                  <a:cubicBezTo>
                    <a:pt x="5" y="85"/>
                    <a:pt x="0" y="93"/>
                    <a:pt x="2" y="102"/>
                  </a:cubicBezTo>
                  <a:cubicBezTo>
                    <a:pt x="49" y="263"/>
                    <a:pt x="49" y="263"/>
                    <a:pt x="49" y="263"/>
                  </a:cubicBezTo>
                  <a:cubicBezTo>
                    <a:pt x="51" y="270"/>
                    <a:pt x="57" y="274"/>
                    <a:pt x="64" y="274"/>
                  </a:cubicBezTo>
                  <a:cubicBezTo>
                    <a:pt x="268" y="274"/>
                    <a:pt x="268" y="274"/>
                    <a:pt x="268" y="274"/>
                  </a:cubicBezTo>
                  <a:cubicBezTo>
                    <a:pt x="263" y="289"/>
                    <a:pt x="258" y="309"/>
                    <a:pt x="255" y="318"/>
                  </a:cubicBezTo>
                  <a:cubicBezTo>
                    <a:pt x="62" y="318"/>
                    <a:pt x="62" y="318"/>
                    <a:pt x="62" y="318"/>
                  </a:cubicBezTo>
                  <a:cubicBezTo>
                    <a:pt x="53" y="318"/>
                    <a:pt x="46" y="326"/>
                    <a:pt x="46" y="335"/>
                  </a:cubicBezTo>
                  <a:cubicBezTo>
                    <a:pt x="46" y="343"/>
                    <a:pt x="53" y="351"/>
                    <a:pt x="62" y="351"/>
                  </a:cubicBezTo>
                  <a:cubicBezTo>
                    <a:pt x="267" y="351"/>
                    <a:pt x="267" y="351"/>
                    <a:pt x="267" y="351"/>
                  </a:cubicBezTo>
                  <a:cubicBezTo>
                    <a:pt x="274" y="351"/>
                    <a:pt x="280" y="346"/>
                    <a:pt x="282" y="339"/>
                  </a:cubicBezTo>
                  <a:cubicBezTo>
                    <a:pt x="304" y="263"/>
                    <a:pt x="304" y="263"/>
                    <a:pt x="304" y="263"/>
                  </a:cubicBezTo>
                  <a:cubicBezTo>
                    <a:pt x="306" y="259"/>
                    <a:pt x="363" y="76"/>
                    <a:pt x="367" y="62"/>
                  </a:cubicBezTo>
                  <a:cubicBezTo>
                    <a:pt x="379" y="58"/>
                    <a:pt x="444" y="33"/>
                    <a:pt x="444" y="33"/>
                  </a:cubicBezTo>
                  <a:cubicBezTo>
                    <a:pt x="450" y="31"/>
                    <a:pt x="454" y="25"/>
                    <a:pt x="454" y="18"/>
                  </a:cubicBezTo>
                  <a:cubicBezTo>
                    <a:pt x="454" y="16"/>
                    <a:pt x="454" y="15"/>
                    <a:pt x="453" y="13"/>
                  </a:cubicBezTo>
                  <a:close/>
                  <a:moveTo>
                    <a:pt x="277" y="242"/>
                  </a:moveTo>
                  <a:cubicBezTo>
                    <a:pt x="76" y="242"/>
                    <a:pt x="76" y="242"/>
                    <a:pt x="76" y="242"/>
                  </a:cubicBezTo>
                  <a:cubicBezTo>
                    <a:pt x="75" y="238"/>
                    <a:pt x="72" y="227"/>
                    <a:pt x="68" y="214"/>
                  </a:cubicBezTo>
                  <a:cubicBezTo>
                    <a:pt x="286" y="214"/>
                    <a:pt x="286" y="214"/>
                    <a:pt x="286" y="214"/>
                  </a:cubicBezTo>
                  <a:lnTo>
                    <a:pt x="277" y="242"/>
                  </a:lnTo>
                  <a:close/>
                  <a:moveTo>
                    <a:pt x="294" y="188"/>
                  </a:moveTo>
                  <a:cubicBezTo>
                    <a:pt x="61" y="188"/>
                    <a:pt x="61" y="188"/>
                    <a:pt x="61" y="188"/>
                  </a:cubicBezTo>
                  <a:cubicBezTo>
                    <a:pt x="58" y="180"/>
                    <a:pt x="56" y="171"/>
                    <a:pt x="53" y="163"/>
                  </a:cubicBezTo>
                  <a:cubicBezTo>
                    <a:pt x="302" y="163"/>
                    <a:pt x="302" y="163"/>
                    <a:pt x="302" y="163"/>
                  </a:cubicBezTo>
                  <a:lnTo>
                    <a:pt x="294" y="188"/>
                  </a:lnTo>
                  <a:close/>
                  <a:moveTo>
                    <a:pt x="310" y="137"/>
                  </a:moveTo>
                  <a:cubicBezTo>
                    <a:pt x="46" y="137"/>
                    <a:pt x="46" y="137"/>
                    <a:pt x="46" y="137"/>
                  </a:cubicBezTo>
                  <a:cubicBezTo>
                    <a:pt x="43" y="127"/>
                    <a:pt x="41" y="119"/>
                    <a:pt x="39" y="112"/>
                  </a:cubicBezTo>
                  <a:cubicBezTo>
                    <a:pt x="318" y="112"/>
                    <a:pt x="318" y="112"/>
                    <a:pt x="318" y="112"/>
                  </a:cubicBezTo>
                  <a:lnTo>
                    <a:pt x="310" y="137"/>
                  </a:lnTo>
                  <a:close/>
                  <a:moveTo>
                    <a:pt x="310" y="137"/>
                  </a:moveTo>
                  <a:cubicBezTo>
                    <a:pt x="310" y="137"/>
                    <a:pt x="310" y="137"/>
                    <a:pt x="310"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5"/>
            <p:cNvSpPr>
              <a:spLocks noEditPoints="1"/>
            </p:cNvSpPr>
            <p:nvPr/>
          </p:nvSpPr>
          <p:spPr bwMode="auto">
            <a:xfrm>
              <a:off x="3732213" y="379413"/>
              <a:ext cx="247650" cy="223838"/>
            </a:xfrm>
            <a:custGeom>
              <a:avLst/>
              <a:gdLst/>
              <a:ahLst/>
              <a:cxnLst>
                <a:cxn ang="0">
                  <a:pos x="156" y="63"/>
                </a:cxn>
                <a:cxn ang="0">
                  <a:pos x="112" y="63"/>
                </a:cxn>
                <a:cxn ang="0">
                  <a:pos x="112" y="0"/>
                </a:cxn>
                <a:cxn ang="0">
                  <a:pos x="43" y="0"/>
                </a:cxn>
                <a:cxn ang="0">
                  <a:pos x="43" y="63"/>
                </a:cxn>
                <a:cxn ang="0">
                  <a:pos x="0" y="63"/>
                </a:cxn>
                <a:cxn ang="0">
                  <a:pos x="78" y="141"/>
                </a:cxn>
                <a:cxn ang="0">
                  <a:pos x="156" y="63"/>
                </a:cxn>
                <a:cxn ang="0">
                  <a:pos x="156" y="63"/>
                </a:cxn>
                <a:cxn ang="0">
                  <a:pos x="156" y="63"/>
                </a:cxn>
              </a:cxnLst>
              <a:rect l="0" t="0" r="r" b="b"/>
              <a:pathLst>
                <a:path w="156" h="141">
                  <a:moveTo>
                    <a:pt x="156" y="63"/>
                  </a:moveTo>
                  <a:lnTo>
                    <a:pt x="112" y="63"/>
                  </a:lnTo>
                  <a:lnTo>
                    <a:pt x="112" y="0"/>
                  </a:lnTo>
                  <a:lnTo>
                    <a:pt x="43" y="0"/>
                  </a:lnTo>
                  <a:lnTo>
                    <a:pt x="43" y="63"/>
                  </a:lnTo>
                  <a:lnTo>
                    <a:pt x="0" y="63"/>
                  </a:lnTo>
                  <a:lnTo>
                    <a:pt x="78" y="141"/>
                  </a:lnTo>
                  <a:lnTo>
                    <a:pt x="156" y="63"/>
                  </a:lnTo>
                  <a:close/>
                  <a:moveTo>
                    <a:pt x="156" y="63"/>
                  </a:moveTo>
                  <a:lnTo>
                    <a:pt x="156" y="6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6"/>
            <p:cNvSpPr>
              <a:spLocks noEditPoints="1"/>
            </p:cNvSpPr>
            <p:nvPr/>
          </p:nvSpPr>
          <p:spPr bwMode="auto">
            <a:xfrm>
              <a:off x="3732213" y="379413"/>
              <a:ext cx="247650" cy="223838"/>
            </a:xfrm>
            <a:custGeom>
              <a:avLst/>
              <a:gdLst/>
              <a:ahLst/>
              <a:cxnLst>
                <a:cxn ang="0">
                  <a:pos x="156" y="63"/>
                </a:cxn>
                <a:cxn ang="0">
                  <a:pos x="112" y="63"/>
                </a:cxn>
                <a:cxn ang="0">
                  <a:pos x="112" y="0"/>
                </a:cxn>
                <a:cxn ang="0">
                  <a:pos x="43" y="0"/>
                </a:cxn>
                <a:cxn ang="0">
                  <a:pos x="43" y="63"/>
                </a:cxn>
                <a:cxn ang="0">
                  <a:pos x="0" y="63"/>
                </a:cxn>
                <a:cxn ang="0">
                  <a:pos x="78" y="141"/>
                </a:cxn>
                <a:cxn ang="0">
                  <a:pos x="156" y="63"/>
                </a:cxn>
                <a:cxn ang="0">
                  <a:pos x="156" y="63"/>
                </a:cxn>
                <a:cxn ang="0">
                  <a:pos x="156" y="63"/>
                </a:cxn>
              </a:cxnLst>
              <a:rect l="0" t="0" r="r" b="b"/>
              <a:pathLst>
                <a:path w="156" h="141">
                  <a:moveTo>
                    <a:pt x="156" y="63"/>
                  </a:moveTo>
                  <a:lnTo>
                    <a:pt x="112" y="63"/>
                  </a:lnTo>
                  <a:lnTo>
                    <a:pt x="112" y="0"/>
                  </a:lnTo>
                  <a:lnTo>
                    <a:pt x="43" y="0"/>
                  </a:lnTo>
                  <a:lnTo>
                    <a:pt x="43" y="63"/>
                  </a:lnTo>
                  <a:lnTo>
                    <a:pt x="0" y="63"/>
                  </a:lnTo>
                  <a:lnTo>
                    <a:pt x="78" y="141"/>
                  </a:lnTo>
                  <a:lnTo>
                    <a:pt x="156" y="63"/>
                  </a:lnTo>
                  <a:moveTo>
                    <a:pt x="156" y="63"/>
                  </a:moveTo>
                  <a:lnTo>
                    <a:pt x="156" y="6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7" name="Group 149"/>
          <p:cNvGrpSpPr/>
          <p:nvPr/>
        </p:nvGrpSpPr>
        <p:grpSpPr>
          <a:xfrm>
            <a:off x="4265008" y="1592232"/>
            <a:ext cx="701908" cy="692055"/>
            <a:chOff x="3838575" y="1847850"/>
            <a:chExt cx="1470025" cy="1449388"/>
          </a:xfrm>
          <a:solidFill>
            <a:schemeClr val="accent1"/>
          </a:solidFill>
        </p:grpSpPr>
        <p:sp>
          <p:nvSpPr>
            <p:cNvPr id="151" name="Freeform 20"/>
            <p:cNvSpPr>
              <a:spLocks noEditPoints="1"/>
            </p:cNvSpPr>
            <p:nvPr/>
          </p:nvSpPr>
          <p:spPr bwMode="auto">
            <a:xfrm>
              <a:off x="3838575" y="1847850"/>
              <a:ext cx="1289050" cy="1289050"/>
            </a:xfrm>
            <a:custGeom>
              <a:avLst/>
              <a:gdLst/>
              <a:ahLst/>
              <a:cxnLst>
                <a:cxn ang="0">
                  <a:pos x="199" y="339"/>
                </a:cxn>
                <a:cxn ang="0">
                  <a:pos x="193" y="318"/>
                </a:cxn>
                <a:cxn ang="0">
                  <a:pos x="181" y="316"/>
                </a:cxn>
                <a:cxn ang="0">
                  <a:pos x="166" y="232"/>
                </a:cxn>
                <a:cxn ang="0">
                  <a:pos x="131" y="219"/>
                </a:cxn>
                <a:cxn ang="0">
                  <a:pos x="99" y="211"/>
                </a:cxn>
                <a:cxn ang="0">
                  <a:pos x="99" y="130"/>
                </a:cxn>
                <a:cxn ang="0">
                  <a:pos x="160" y="169"/>
                </a:cxn>
                <a:cxn ang="0">
                  <a:pos x="181" y="169"/>
                </a:cxn>
                <a:cxn ang="0">
                  <a:pos x="242" y="130"/>
                </a:cxn>
                <a:cxn ang="0">
                  <a:pos x="244" y="192"/>
                </a:cxn>
                <a:cxn ang="0">
                  <a:pos x="266" y="171"/>
                </a:cxn>
                <a:cxn ang="0">
                  <a:pos x="314" y="130"/>
                </a:cxn>
                <a:cxn ang="0">
                  <a:pos x="318" y="192"/>
                </a:cxn>
                <a:cxn ang="0">
                  <a:pos x="341" y="171"/>
                </a:cxn>
                <a:cxn ang="0">
                  <a:pos x="0" y="171"/>
                </a:cxn>
                <a:cxn ang="0">
                  <a:pos x="160" y="232"/>
                </a:cxn>
                <a:cxn ang="0">
                  <a:pos x="103" y="232"/>
                </a:cxn>
                <a:cxn ang="0">
                  <a:pos x="78" y="211"/>
                </a:cxn>
                <a:cxn ang="0">
                  <a:pos x="21" y="171"/>
                </a:cxn>
                <a:cxn ang="0">
                  <a:pos x="78" y="130"/>
                </a:cxn>
                <a:cxn ang="0">
                  <a:pos x="78" y="211"/>
                </a:cxn>
                <a:cxn ang="0">
                  <a:pos x="160" y="25"/>
                </a:cxn>
                <a:cxn ang="0">
                  <a:pos x="103" y="109"/>
                </a:cxn>
                <a:cxn ang="0">
                  <a:pos x="181" y="25"/>
                </a:cxn>
                <a:cxn ang="0">
                  <a:pos x="181" y="109"/>
                </a:cxn>
                <a:cxn ang="0">
                  <a:pos x="260" y="109"/>
                </a:cxn>
                <a:cxn ang="0">
                  <a:pos x="307" y="109"/>
                </a:cxn>
                <a:cxn ang="0">
                  <a:pos x="81" y="109"/>
                </a:cxn>
                <a:cxn ang="0">
                  <a:pos x="116" y="32"/>
                </a:cxn>
                <a:cxn ang="0">
                  <a:pos x="116" y="310"/>
                </a:cxn>
                <a:cxn ang="0">
                  <a:pos x="81" y="232"/>
                </a:cxn>
                <a:cxn ang="0">
                  <a:pos x="81" y="232"/>
                </a:cxn>
              </a:cxnLst>
              <a:rect l="0" t="0" r="r" b="b"/>
              <a:pathLst>
                <a:path w="341" h="341">
                  <a:moveTo>
                    <a:pt x="171" y="341"/>
                  </a:moveTo>
                  <a:cubicBezTo>
                    <a:pt x="180" y="341"/>
                    <a:pt x="190" y="340"/>
                    <a:pt x="199" y="339"/>
                  </a:cubicBezTo>
                  <a:cubicBezTo>
                    <a:pt x="197" y="333"/>
                    <a:pt x="197" y="333"/>
                    <a:pt x="197" y="333"/>
                  </a:cubicBezTo>
                  <a:cubicBezTo>
                    <a:pt x="193" y="318"/>
                    <a:pt x="193" y="318"/>
                    <a:pt x="193" y="318"/>
                  </a:cubicBezTo>
                  <a:cubicBezTo>
                    <a:pt x="191" y="312"/>
                    <a:pt x="191" y="312"/>
                    <a:pt x="191" y="312"/>
                  </a:cubicBezTo>
                  <a:cubicBezTo>
                    <a:pt x="188" y="314"/>
                    <a:pt x="184" y="315"/>
                    <a:pt x="181" y="316"/>
                  </a:cubicBezTo>
                  <a:cubicBezTo>
                    <a:pt x="181" y="281"/>
                    <a:pt x="181" y="281"/>
                    <a:pt x="181" y="281"/>
                  </a:cubicBezTo>
                  <a:cubicBezTo>
                    <a:pt x="166" y="232"/>
                    <a:pt x="166" y="232"/>
                    <a:pt x="166" y="232"/>
                  </a:cubicBezTo>
                  <a:cubicBezTo>
                    <a:pt x="161" y="219"/>
                    <a:pt x="161" y="219"/>
                    <a:pt x="161" y="219"/>
                  </a:cubicBezTo>
                  <a:cubicBezTo>
                    <a:pt x="131" y="219"/>
                    <a:pt x="131" y="219"/>
                    <a:pt x="131" y="219"/>
                  </a:cubicBezTo>
                  <a:cubicBezTo>
                    <a:pt x="124" y="219"/>
                    <a:pt x="118" y="216"/>
                    <a:pt x="113" y="211"/>
                  </a:cubicBezTo>
                  <a:cubicBezTo>
                    <a:pt x="99" y="211"/>
                    <a:pt x="99" y="211"/>
                    <a:pt x="99" y="211"/>
                  </a:cubicBezTo>
                  <a:cubicBezTo>
                    <a:pt x="97" y="198"/>
                    <a:pt x="96" y="184"/>
                    <a:pt x="96" y="171"/>
                  </a:cubicBezTo>
                  <a:cubicBezTo>
                    <a:pt x="96" y="157"/>
                    <a:pt x="97" y="143"/>
                    <a:pt x="99" y="130"/>
                  </a:cubicBezTo>
                  <a:cubicBezTo>
                    <a:pt x="160" y="130"/>
                    <a:pt x="160" y="130"/>
                    <a:pt x="160" y="130"/>
                  </a:cubicBezTo>
                  <a:cubicBezTo>
                    <a:pt x="160" y="169"/>
                    <a:pt x="160" y="169"/>
                    <a:pt x="160" y="169"/>
                  </a:cubicBezTo>
                  <a:cubicBezTo>
                    <a:pt x="180" y="169"/>
                    <a:pt x="180" y="169"/>
                    <a:pt x="180" y="169"/>
                  </a:cubicBezTo>
                  <a:cubicBezTo>
                    <a:pt x="180" y="169"/>
                    <a:pt x="181" y="169"/>
                    <a:pt x="181" y="169"/>
                  </a:cubicBezTo>
                  <a:cubicBezTo>
                    <a:pt x="181" y="130"/>
                    <a:pt x="181" y="130"/>
                    <a:pt x="181" y="130"/>
                  </a:cubicBezTo>
                  <a:cubicBezTo>
                    <a:pt x="242" y="130"/>
                    <a:pt x="242" y="130"/>
                    <a:pt x="242" y="130"/>
                  </a:cubicBezTo>
                  <a:cubicBezTo>
                    <a:pt x="244" y="143"/>
                    <a:pt x="245" y="157"/>
                    <a:pt x="245" y="171"/>
                  </a:cubicBezTo>
                  <a:cubicBezTo>
                    <a:pt x="245" y="178"/>
                    <a:pt x="245" y="185"/>
                    <a:pt x="244" y="192"/>
                  </a:cubicBezTo>
                  <a:cubicBezTo>
                    <a:pt x="265" y="192"/>
                    <a:pt x="265" y="192"/>
                    <a:pt x="265" y="192"/>
                  </a:cubicBezTo>
                  <a:cubicBezTo>
                    <a:pt x="266" y="185"/>
                    <a:pt x="266" y="178"/>
                    <a:pt x="266" y="171"/>
                  </a:cubicBezTo>
                  <a:cubicBezTo>
                    <a:pt x="266" y="157"/>
                    <a:pt x="265" y="143"/>
                    <a:pt x="264" y="130"/>
                  </a:cubicBezTo>
                  <a:cubicBezTo>
                    <a:pt x="314" y="130"/>
                    <a:pt x="314" y="130"/>
                    <a:pt x="314" y="130"/>
                  </a:cubicBezTo>
                  <a:cubicBezTo>
                    <a:pt x="318" y="143"/>
                    <a:pt x="320" y="157"/>
                    <a:pt x="320" y="171"/>
                  </a:cubicBezTo>
                  <a:cubicBezTo>
                    <a:pt x="320" y="178"/>
                    <a:pt x="319" y="185"/>
                    <a:pt x="318" y="192"/>
                  </a:cubicBezTo>
                  <a:cubicBezTo>
                    <a:pt x="340" y="192"/>
                    <a:pt x="340" y="192"/>
                    <a:pt x="340" y="192"/>
                  </a:cubicBezTo>
                  <a:cubicBezTo>
                    <a:pt x="341" y="185"/>
                    <a:pt x="341" y="178"/>
                    <a:pt x="341" y="171"/>
                  </a:cubicBezTo>
                  <a:cubicBezTo>
                    <a:pt x="341" y="76"/>
                    <a:pt x="265" y="0"/>
                    <a:pt x="171" y="0"/>
                  </a:cubicBezTo>
                  <a:cubicBezTo>
                    <a:pt x="76" y="0"/>
                    <a:pt x="0" y="76"/>
                    <a:pt x="0" y="171"/>
                  </a:cubicBezTo>
                  <a:cubicBezTo>
                    <a:pt x="0" y="265"/>
                    <a:pt x="76" y="341"/>
                    <a:pt x="171" y="341"/>
                  </a:cubicBezTo>
                  <a:close/>
                  <a:moveTo>
                    <a:pt x="160" y="232"/>
                  </a:moveTo>
                  <a:cubicBezTo>
                    <a:pt x="160" y="316"/>
                    <a:pt x="160" y="316"/>
                    <a:pt x="160" y="316"/>
                  </a:cubicBezTo>
                  <a:cubicBezTo>
                    <a:pt x="135" y="309"/>
                    <a:pt x="114" y="276"/>
                    <a:pt x="103" y="232"/>
                  </a:cubicBezTo>
                  <a:lnTo>
                    <a:pt x="160" y="232"/>
                  </a:lnTo>
                  <a:close/>
                  <a:moveTo>
                    <a:pt x="78" y="211"/>
                  </a:moveTo>
                  <a:cubicBezTo>
                    <a:pt x="27" y="211"/>
                    <a:pt x="27" y="211"/>
                    <a:pt x="27" y="211"/>
                  </a:cubicBezTo>
                  <a:cubicBezTo>
                    <a:pt x="23" y="198"/>
                    <a:pt x="21" y="185"/>
                    <a:pt x="21" y="171"/>
                  </a:cubicBezTo>
                  <a:cubicBezTo>
                    <a:pt x="21" y="157"/>
                    <a:pt x="23" y="143"/>
                    <a:pt x="27" y="130"/>
                  </a:cubicBezTo>
                  <a:cubicBezTo>
                    <a:pt x="78" y="130"/>
                    <a:pt x="78" y="130"/>
                    <a:pt x="78" y="130"/>
                  </a:cubicBezTo>
                  <a:cubicBezTo>
                    <a:pt x="76" y="143"/>
                    <a:pt x="75" y="157"/>
                    <a:pt x="75" y="171"/>
                  </a:cubicBezTo>
                  <a:cubicBezTo>
                    <a:pt x="75" y="184"/>
                    <a:pt x="76" y="198"/>
                    <a:pt x="78" y="211"/>
                  </a:cubicBezTo>
                  <a:close/>
                  <a:moveTo>
                    <a:pt x="103" y="109"/>
                  </a:moveTo>
                  <a:cubicBezTo>
                    <a:pt x="114" y="65"/>
                    <a:pt x="135" y="32"/>
                    <a:pt x="160" y="25"/>
                  </a:cubicBezTo>
                  <a:cubicBezTo>
                    <a:pt x="160" y="109"/>
                    <a:pt x="160" y="109"/>
                    <a:pt x="160" y="109"/>
                  </a:cubicBezTo>
                  <a:lnTo>
                    <a:pt x="103" y="109"/>
                  </a:lnTo>
                  <a:close/>
                  <a:moveTo>
                    <a:pt x="181" y="109"/>
                  </a:moveTo>
                  <a:cubicBezTo>
                    <a:pt x="181" y="25"/>
                    <a:pt x="181" y="25"/>
                    <a:pt x="181" y="25"/>
                  </a:cubicBezTo>
                  <a:cubicBezTo>
                    <a:pt x="206" y="32"/>
                    <a:pt x="227" y="65"/>
                    <a:pt x="238" y="109"/>
                  </a:cubicBezTo>
                  <a:lnTo>
                    <a:pt x="181" y="109"/>
                  </a:lnTo>
                  <a:close/>
                  <a:moveTo>
                    <a:pt x="307" y="109"/>
                  </a:moveTo>
                  <a:cubicBezTo>
                    <a:pt x="260" y="109"/>
                    <a:pt x="260" y="109"/>
                    <a:pt x="260" y="109"/>
                  </a:cubicBezTo>
                  <a:cubicBezTo>
                    <a:pt x="253" y="77"/>
                    <a:pt x="241" y="51"/>
                    <a:pt x="225" y="32"/>
                  </a:cubicBezTo>
                  <a:cubicBezTo>
                    <a:pt x="262" y="46"/>
                    <a:pt x="291" y="74"/>
                    <a:pt x="307" y="109"/>
                  </a:cubicBezTo>
                  <a:close/>
                  <a:moveTo>
                    <a:pt x="116" y="32"/>
                  </a:moveTo>
                  <a:cubicBezTo>
                    <a:pt x="100" y="51"/>
                    <a:pt x="88" y="77"/>
                    <a:pt x="81" y="109"/>
                  </a:cubicBezTo>
                  <a:cubicBezTo>
                    <a:pt x="34" y="109"/>
                    <a:pt x="34" y="109"/>
                    <a:pt x="34" y="109"/>
                  </a:cubicBezTo>
                  <a:cubicBezTo>
                    <a:pt x="50" y="74"/>
                    <a:pt x="80" y="46"/>
                    <a:pt x="116" y="32"/>
                  </a:cubicBezTo>
                  <a:close/>
                  <a:moveTo>
                    <a:pt x="81" y="232"/>
                  </a:moveTo>
                  <a:cubicBezTo>
                    <a:pt x="88" y="264"/>
                    <a:pt x="100" y="291"/>
                    <a:pt x="116" y="310"/>
                  </a:cubicBezTo>
                  <a:cubicBezTo>
                    <a:pt x="80" y="295"/>
                    <a:pt x="50" y="267"/>
                    <a:pt x="34" y="232"/>
                  </a:cubicBezTo>
                  <a:lnTo>
                    <a:pt x="81" y="232"/>
                  </a:lnTo>
                  <a:close/>
                  <a:moveTo>
                    <a:pt x="81" y="232"/>
                  </a:moveTo>
                  <a:cubicBezTo>
                    <a:pt x="81" y="232"/>
                    <a:pt x="81" y="232"/>
                    <a:pt x="81" y="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21"/>
            <p:cNvSpPr>
              <a:spLocks noEditPoints="1"/>
            </p:cNvSpPr>
            <p:nvPr/>
          </p:nvSpPr>
          <p:spPr bwMode="auto">
            <a:xfrm>
              <a:off x="4295775" y="2540000"/>
              <a:ext cx="1012825" cy="604838"/>
            </a:xfrm>
            <a:custGeom>
              <a:avLst/>
              <a:gdLst/>
              <a:ahLst/>
              <a:cxnLst>
                <a:cxn ang="0">
                  <a:pos x="195" y="24"/>
                </a:cxn>
                <a:cxn ang="0">
                  <a:pos x="74" y="24"/>
                </a:cxn>
                <a:cxn ang="0">
                  <a:pos x="74" y="24"/>
                </a:cxn>
                <a:cxn ang="0">
                  <a:pos x="69" y="8"/>
                </a:cxn>
                <a:cxn ang="0">
                  <a:pos x="60" y="1"/>
                </a:cxn>
                <a:cxn ang="0">
                  <a:pos x="59" y="0"/>
                </a:cxn>
                <a:cxn ang="0">
                  <a:pos x="10" y="0"/>
                </a:cxn>
                <a:cxn ang="0">
                  <a:pos x="0" y="11"/>
                </a:cxn>
                <a:cxn ang="0">
                  <a:pos x="10" y="21"/>
                </a:cxn>
                <a:cxn ang="0">
                  <a:pos x="51" y="21"/>
                </a:cxn>
                <a:cxn ang="0">
                  <a:pos x="53" y="28"/>
                </a:cxn>
                <a:cxn ang="0">
                  <a:pos x="59" y="49"/>
                </a:cxn>
                <a:cxn ang="0">
                  <a:pos x="60" y="51"/>
                </a:cxn>
                <a:cxn ang="0">
                  <a:pos x="82" y="120"/>
                </a:cxn>
                <a:cxn ang="0">
                  <a:pos x="86" y="132"/>
                </a:cxn>
                <a:cxn ang="0">
                  <a:pos x="89" y="142"/>
                </a:cxn>
                <a:cxn ang="0">
                  <a:pos x="92" y="153"/>
                </a:cxn>
                <a:cxn ang="0">
                  <a:pos x="92" y="153"/>
                </a:cxn>
                <a:cxn ang="0">
                  <a:pos x="101" y="160"/>
                </a:cxn>
                <a:cxn ang="0">
                  <a:pos x="116" y="156"/>
                </a:cxn>
                <a:cxn ang="0">
                  <a:pos x="131" y="160"/>
                </a:cxn>
                <a:cxn ang="0">
                  <a:pos x="194" y="160"/>
                </a:cxn>
                <a:cxn ang="0">
                  <a:pos x="209" y="156"/>
                </a:cxn>
                <a:cxn ang="0">
                  <a:pos x="224" y="160"/>
                </a:cxn>
                <a:cxn ang="0">
                  <a:pos x="231" y="160"/>
                </a:cxn>
                <a:cxn ang="0">
                  <a:pos x="241" y="150"/>
                </a:cxn>
                <a:cxn ang="0">
                  <a:pos x="231" y="139"/>
                </a:cxn>
                <a:cxn ang="0">
                  <a:pos x="110" y="139"/>
                </a:cxn>
                <a:cxn ang="0">
                  <a:pos x="106" y="126"/>
                </a:cxn>
                <a:cxn ang="0">
                  <a:pos x="105" y="125"/>
                </a:cxn>
                <a:cxn ang="0">
                  <a:pos x="102" y="115"/>
                </a:cxn>
                <a:cxn ang="0">
                  <a:pos x="235" y="115"/>
                </a:cxn>
                <a:cxn ang="0">
                  <a:pos x="255" y="99"/>
                </a:cxn>
                <a:cxn ang="0">
                  <a:pos x="267" y="44"/>
                </a:cxn>
                <a:cxn ang="0">
                  <a:pos x="264" y="30"/>
                </a:cxn>
                <a:cxn ang="0">
                  <a:pos x="251" y="24"/>
                </a:cxn>
                <a:cxn ang="0">
                  <a:pos x="195" y="24"/>
                </a:cxn>
                <a:cxn ang="0">
                  <a:pos x="235" y="94"/>
                </a:cxn>
                <a:cxn ang="0">
                  <a:pos x="183" y="94"/>
                </a:cxn>
                <a:cxn ang="0">
                  <a:pos x="154" y="94"/>
                </a:cxn>
                <a:cxn ang="0">
                  <a:pos x="97" y="94"/>
                </a:cxn>
                <a:cxn ang="0">
                  <a:pos x="97" y="94"/>
                </a:cxn>
                <a:cxn ang="0">
                  <a:pos x="97" y="94"/>
                </a:cxn>
                <a:cxn ang="0">
                  <a:pos x="92" y="80"/>
                </a:cxn>
                <a:cxn ang="0">
                  <a:pos x="238" y="80"/>
                </a:cxn>
                <a:cxn ang="0">
                  <a:pos x="235" y="94"/>
                </a:cxn>
                <a:cxn ang="0">
                  <a:pos x="245" y="45"/>
                </a:cxn>
                <a:cxn ang="0">
                  <a:pos x="242" y="59"/>
                </a:cxn>
                <a:cxn ang="0">
                  <a:pos x="85" y="59"/>
                </a:cxn>
                <a:cxn ang="0">
                  <a:pos x="82" y="49"/>
                </a:cxn>
                <a:cxn ang="0">
                  <a:pos x="81" y="45"/>
                </a:cxn>
                <a:cxn ang="0">
                  <a:pos x="245" y="45"/>
                </a:cxn>
                <a:cxn ang="0">
                  <a:pos x="245" y="45"/>
                </a:cxn>
                <a:cxn ang="0">
                  <a:pos x="245" y="45"/>
                </a:cxn>
              </a:cxnLst>
              <a:rect l="0" t="0" r="r" b="b"/>
              <a:pathLst>
                <a:path w="268" h="160">
                  <a:moveTo>
                    <a:pt x="195" y="24"/>
                  </a:moveTo>
                  <a:cubicBezTo>
                    <a:pt x="74" y="24"/>
                    <a:pt x="74" y="24"/>
                    <a:pt x="74" y="24"/>
                  </a:cubicBezTo>
                  <a:cubicBezTo>
                    <a:pt x="74" y="24"/>
                    <a:pt x="74" y="24"/>
                    <a:pt x="74" y="24"/>
                  </a:cubicBezTo>
                  <a:cubicBezTo>
                    <a:pt x="69" y="8"/>
                    <a:pt x="69" y="8"/>
                    <a:pt x="69" y="8"/>
                  </a:cubicBezTo>
                  <a:cubicBezTo>
                    <a:pt x="67" y="4"/>
                    <a:pt x="64" y="1"/>
                    <a:pt x="60" y="1"/>
                  </a:cubicBezTo>
                  <a:cubicBezTo>
                    <a:pt x="60" y="0"/>
                    <a:pt x="59" y="0"/>
                    <a:pt x="59" y="0"/>
                  </a:cubicBezTo>
                  <a:cubicBezTo>
                    <a:pt x="10" y="0"/>
                    <a:pt x="10" y="0"/>
                    <a:pt x="10" y="0"/>
                  </a:cubicBezTo>
                  <a:cubicBezTo>
                    <a:pt x="4" y="0"/>
                    <a:pt x="0" y="5"/>
                    <a:pt x="0" y="11"/>
                  </a:cubicBezTo>
                  <a:cubicBezTo>
                    <a:pt x="0" y="17"/>
                    <a:pt x="4" y="21"/>
                    <a:pt x="10" y="21"/>
                  </a:cubicBezTo>
                  <a:cubicBezTo>
                    <a:pt x="51" y="21"/>
                    <a:pt x="51" y="21"/>
                    <a:pt x="51" y="21"/>
                  </a:cubicBezTo>
                  <a:cubicBezTo>
                    <a:pt x="53" y="28"/>
                    <a:pt x="53" y="28"/>
                    <a:pt x="53" y="28"/>
                  </a:cubicBezTo>
                  <a:cubicBezTo>
                    <a:pt x="59" y="49"/>
                    <a:pt x="59" y="49"/>
                    <a:pt x="59" y="49"/>
                  </a:cubicBezTo>
                  <a:cubicBezTo>
                    <a:pt x="60" y="51"/>
                    <a:pt x="60" y="51"/>
                    <a:pt x="60" y="51"/>
                  </a:cubicBezTo>
                  <a:cubicBezTo>
                    <a:pt x="82" y="120"/>
                    <a:pt x="82" y="120"/>
                    <a:pt x="82" y="120"/>
                  </a:cubicBezTo>
                  <a:cubicBezTo>
                    <a:pt x="86" y="132"/>
                    <a:pt x="86" y="132"/>
                    <a:pt x="86" y="132"/>
                  </a:cubicBezTo>
                  <a:cubicBezTo>
                    <a:pt x="89" y="142"/>
                    <a:pt x="89" y="142"/>
                    <a:pt x="89" y="142"/>
                  </a:cubicBezTo>
                  <a:cubicBezTo>
                    <a:pt x="92" y="153"/>
                    <a:pt x="92" y="153"/>
                    <a:pt x="92" y="153"/>
                  </a:cubicBezTo>
                  <a:cubicBezTo>
                    <a:pt x="92" y="153"/>
                    <a:pt x="92" y="153"/>
                    <a:pt x="92" y="153"/>
                  </a:cubicBezTo>
                  <a:cubicBezTo>
                    <a:pt x="93" y="157"/>
                    <a:pt x="97" y="160"/>
                    <a:pt x="101" y="160"/>
                  </a:cubicBezTo>
                  <a:cubicBezTo>
                    <a:pt x="106" y="157"/>
                    <a:pt x="111" y="156"/>
                    <a:pt x="116" y="156"/>
                  </a:cubicBezTo>
                  <a:cubicBezTo>
                    <a:pt x="122" y="156"/>
                    <a:pt x="127" y="157"/>
                    <a:pt x="131" y="160"/>
                  </a:cubicBezTo>
                  <a:cubicBezTo>
                    <a:pt x="194" y="160"/>
                    <a:pt x="194" y="160"/>
                    <a:pt x="194" y="160"/>
                  </a:cubicBezTo>
                  <a:cubicBezTo>
                    <a:pt x="198" y="157"/>
                    <a:pt x="203" y="156"/>
                    <a:pt x="209" y="156"/>
                  </a:cubicBezTo>
                  <a:cubicBezTo>
                    <a:pt x="214" y="156"/>
                    <a:pt x="220" y="157"/>
                    <a:pt x="224" y="160"/>
                  </a:cubicBezTo>
                  <a:cubicBezTo>
                    <a:pt x="231" y="160"/>
                    <a:pt x="231" y="160"/>
                    <a:pt x="231" y="160"/>
                  </a:cubicBezTo>
                  <a:cubicBezTo>
                    <a:pt x="237" y="160"/>
                    <a:pt x="241" y="155"/>
                    <a:pt x="241" y="150"/>
                  </a:cubicBezTo>
                  <a:cubicBezTo>
                    <a:pt x="241" y="144"/>
                    <a:pt x="237" y="139"/>
                    <a:pt x="231" y="139"/>
                  </a:cubicBezTo>
                  <a:cubicBezTo>
                    <a:pt x="110" y="139"/>
                    <a:pt x="110" y="139"/>
                    <a:pt x="110" y="139"/>
                  </a:cubicBezTo>
                  <a:cubicBezTo>
                    <a:pt x="106" y="126"/>
                    <a:pt x="106" y="126"/>
                    <a:pt x="106" y="126"/>
                  </a:cubicBezTo>
                  <a:cubicBezTo>
                    <a:pt x="105" y="125"/>
                    <a:pt x="105" y="125"/>
                    <a:pt x="105" y="125"/>
                  </a:cubicBezTo>
                  <a:cubicBezTo>
                    <a:pt x="102" y="115"/>
                    <a:pt x="102" y="115"/>
                    <a:pt x="102" y="115"/>
                  </a:cubicBezTo>
                  <a:cubicBezTo>
                    <a:pt x="235" y="115"/>
                    <a:pt x="235" y="115"/>
                    <a:pt x="235" y="115"/>
                  </a:cubicBezTo>
                  <a:cubicBezTo>
                    <a:pt x="245" y="115"/>
                    <a:pt x="253" y="108"/>
                    <a:pt x="255" y="99"/>
                  </a:cubicBezTo>
                  <a:cubicBezTo>
                    <a:pt x="267" y="44"/>
                    <a:pt x="267" y="44"/>
                    <a:pt x="267" y="44"/>
                  </a:cubicBezTo>
                  <a:cubicBezTo>
                    <a:pt x="268" y="39"/>
                    <a:pt x="267" y="34"/>
                    <a:pt x="264" y="30"/>
                  </a:cubicBezTo>
                  <a:cubicBezTo>
                    <a:pt x="261" y="26"/>
                    <a:pt x="256" y="24"/>
                    <a:pt x="251" y="24"/>
                  </a:cubicBezTo>
                  <a:lnTo>
                    <a:pt x="195" y="24"/>
                  </a:lnTo>
                  <a:close/>
                  <a:moveTo>
                    <a:pt x="235" y="94"/>
                  </a:moveTo>
                  <a:cubicBezTo>
                    <a:pt x="183" y="94"/>
                    <a:pt x="183" y="94"/>
                    <a:pt x="183" y="94"/>
                  </a:cubicBezTo>
                  <a:cubicBezTo>
                    <a:pt x="154" y="94"/>
                    <a:pt x="154" y="94"/>
                    <a:pt x="154" y="94"/>
                  </a:cubicBezTo>
                  <a:cubicBezTo>
                    <a:pt x="97" y="94"/>
                    <a:pt x="97" y="94"/>
                    <a:pt x="97" y="94"/>
                  </a:cubicBezTo>
                  <a:cubicBezTo>
                    <a:pt x="97" y="94"/>
                    <a:pt x="97" y="94"/>
                    <a:pt x="97" y="94"/>
                  </a:cubicBezTo>
                  <a:cubicBezTo>
                    <a:pt x="97" y="94"/>
                    <a:pt x="97" y="94"/>
                    <a:pt x="97" y="94"/>
                  </a:cubicBezTo>
                  <a:cubicBezTo>
                    <a:pt x="92" y="80"/>
                    <a:pt x="92" y="80"/>
                    <a:pt x="92" y="80"/>
                  </a:cubicBezTo>
                  <a:cubicBezTo>
                    <a:pt x="238" y="80"/>
                    <a:pt x="238" y="80"/>
                    <a:pt x="238" y="80"/>
                  </a:cubicBezTo>
                  <a:lnTo>
                    <a:pt x="235" y="94"/>
                  </a:lnTo>
                  <a:close/>
                  <a:moveTo>
                    <a:pt x="245" y="45"/>
                  </a:moveTo>
                  <a:cubicBezTo>
                    <a:pt x="242" y="59"/>
                    <a:pt x="242" y="59"/>
                    <a:pt x="242" y="59"/>
                  </a:cubicBezTo>
                  <a:cubicBezTo>
                    <a:pt x="85" y="59"/>
                    <a:pt x="85" y="59"/>
                    <a:pt x="85" y="59"/>
                  </a:cubicBezTo>
                  <a:cubicBezTo>
                    <a:pt x="82" y="49"/>
                    <a:pt x="82" y="49"/>
                    <a:pt x="82" y="49"/>
                  </a:cubicBezTo>
                  <a:cubicBezTo>
                    <a:pt x="81" y="45"/>
                    <a:pt x="81" y="45"/>
                    <a:pt x="81" y="45"/>
                  </a:cubicBezTo>
                  <a:lnTo>
                    <a:pt x="245" y="45"/>
                  </a:lnTo>
                  <a:close/>
                  <a:moveTo>
                    <a:pt x="245" y="45"/>
                  </a:moveTo>
                  <a:cubicBezTo>
                    <a:pt x="245" y="45"/>
                    <a:pt x="245" y="45"/>
                    <a:pt x="245"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22"/>
            <p:cNvSpPr>
              <a:spLocks noEditPoints="1"/>
            </p:cNvSpPr>
            <p:nvPr/>
          </p:nvSpPr>
          <p:spPr bwMode="auto">
            <a:xfrm>
              <a:off x="4678363" y="3182938"/>
              <a:ext cx="112713" cy="114300"/>
            </a:xfrm>
            <a:custGeom>
              <a:avLst/>
              <a:gdLst/>
              <a:ahLst/>
              <a:cxnLst>
                <a:cxn ang="0">
                  <a:pos x="5" y="4"/>
                </a:cxn>
                <a:cxn ang="0">
                  <a:pos x="0" y="15"/>
                </a:cxn>
                <a:cxn ang="0">
                  <a:pos x="15" y="30"/>
                </a:cxn>
                <a:cxn ang="0">
                  <a:pos x="30" y="15"/>
                </a:cxn>
                <a:cxn ang="0">
                  <a:pos x="26" y="4"/>
                </a:cxn>
                <a:cxn ang="0">
                  <a:pos x="15" y="0"/>
                </a:cxn>
                <a:cxn ang="0">
                  <a:pos x="5" y="4"/>
                </a:cxn>
                <a:cxn ang="0">
                  <a:pos x="5" y="4"/>
                </a:cxn>
                <a:cxn ang="0">
                  <a:pos x="5" y="4"/>
                </a:cxn>
              </a:cxnLst>
              <a:rect l="0" t="0" r="r" b="b"/>
              <a:pathLst>
                <a:path w="30" h="30">
                  <a:moveTo>
                    <a:pt x="5" y="4"/>
                  </a:moveTo>
                  <a:cubicBezTo>
                    <a:pt x="2" y="7"/>
                    <a:pt x="0" y="11"/>
                    <a:pt x="0" y="15"/>
                  </a:cubicBezTo>
                  <a:cubicBezTo>
                    <a:pt x="0" y="23"/>
                    <a:pt x="7" y="30"/>
                    <a:pt x="15" y="30"/>
                  </a:cubicBezTo>
                  <a:cubicBezTo>
                    <a:pt x="23" y="30"/>
                    <a:pt x="30" y="23"/>
                    <a:pt x="30" y="15"/>
                  </a:cubicBezTo>
                  <a:cubicBezTo>
                    <a:pt x="30" y="11"/>
                    <a:pt x="28" y="7"/>
                    <a:pt x="26" y="4"/>
                  </a:cubicBezTo>
                  <a:cubicBezTo>
                    <a:pt x="23" y="2"/>
                    <a:pt x="19" y="0"/>
                    <a:pt x="15" y="0"/>
                  </a:cubicBezTo>
                  <a:cubicBezTo>
                    <a:pt x="11" y="0"/>
                    <a:pt x="7" y="1"/>
                    <a:pt x="5" y="4"/>
                  </a:cubicBezTo>
                  <a:close/>
                  <a:moveTo>
                    <a:pt x="5" y="4"/>
                  </a:moveTo>
                  <a:cubicBezTo>
                    <a:pt x="5" y="4"/>
                    <a:pt x="5" y="4"/>
                    <a:pt x="5"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23"/>
            <p:cNvSpPr>
              <a:spLocks noEditPoints="1"/>
            </p:cNvSpPr>
            <p:nvPr/>
          </p:nvSpPr>
          <p:spPr bwMode="auto">
            <a:xfrm>
              <a:off x="5029200" y="3182938"/>
              <a:ext cx="112713" cy="114300"/>
            </a:xfrm>
            <a:custGeom>
              <a:avLst/>
              <a:gdLst/>
              <a:ahLst/>
              <a:cxnLst>
                <a:cxn ang="0">
                  <a:pos x="4" y="4"/>
                </a:cxn>
                <a:cxn ang="0">
                  <a:pos x="0" y="15"/>
                </a:cxn>
                <a:cxn ang="0">
                  <a:pos x="15" y="30"/>
                </a:cxn>
                <a:cxn ang="0">
                  <a:pos x="30" y="15"/>
                </a:cxn>
                <a:cxn ang="0">
                  <a:pos x="25" y="4"/>
                </a:cxn>
                <a:cxn ang="0">
                  <a:pos x="15" y="0"/>
                </a:cxn>
                <a:cxn ang="0">
                  <a:pos x="4" y="4"/>
                </a:cxn>
                <a:cxn ang="0">
                  <a:pos x="4" y="4"/>
                </a:cxn>
                <a:cxn ang="0">
                  <a:pos x="4" y="4"/>
                </a:cxn>
              </a:cxnLst>
              <a:rect l="0" t="0" r="r" b="b"/>
              <a:pathLst>
                <a:path w="30" h="30">
                  <a:moveTo>
                    <a:pt x="4" y="4"/>
                  </a:moveTo>
                  <a:cubicBezTo>
                    <a:pt x="2" y="7"/>
                    <a:pt x="0" y="11"/>
                    <a:pt x="0" y="15"/>
                  </a:cubicBezTo>
                  <a:cubicBezTo>
                    <a:pt x="0" y="23"/>
                    <a:pt x="7" y="30"/>
                    <a:pt x="15" y="30"/>
                  </a:cubicBezTo>
                  <a:cubicBezTo>
                    <a:pt x="23" y="30"/>
                    <a:pt x="30" y="23"/>
                    <a:pt x="30" y="15"/>
                  </a:cubicBezTo>
                  <a:cubicBezTo>
                    <a:pt x="30" y="11"/>
                    <a:pt x="28" y="7"/>
                    <a:pt x="25" y="4"/>
                  </a:cubicBezTo>
                  <a:cubicBezTo>
                    <a:pt x="23" y="2"/>
                    <a:pt x="19" y="0"/>
                    <a:pt x="15" y="0"/>
                  </a:cubicBezTo>
                  <a:cubicBezTo>
                    <a:pt x="11" y="0"/>
                    <a:pt x="7" y="1"/>
                    <a:pt x="4" y="4"/>
                  </a:cubicBezTo>
                  <a:close/>
                  <a:moveTo>
                    <a:pt x="4" y="4"/>
                  </a:moveTo>
                  <a:cubicBezTo>
                    <a:pt x="4" y="4"/>
                    <a:pt x="4" y="4"/>
                    <a:pt x="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56" name="Rectangle 155"/>
          <p:cNvSpPr/>
          <p:nvPr/>
        </p:nvSpPr>
        <p:spPr>
          <a:xfrm>
            <a:off x="4233120" y="2711717"/>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01</a:t>
            </a:r>
          </a:p>
        </p:txBody>
      </p:sp>
      <p:sp>
        <p:nvSpPr>
          <p:cNvPr id="157" name="Rounded Rectangle 156"/>
          <p:cNvSpPr/>
          <p:nvPr/>
        </p:nvSpPr>
        <p:spPr>
          <a:xfrm rot="10800000" flipV="1">
            <a:off x="4233123" y="2900411"/>
            <a:ext cx="3841883" cy="13966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158" name="Rounded Rectangle 157"/>
          <p:cNvSpPr/>
          <p:nvPr/>
        </p:nvSpPr>
        <p:spPr>
          <a:xfrm flipV="1">
            <a:off x="4233132" y="2900411"/>
            <a:ext cx="2926780" cy="13966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nvGrpSpPr>
          <p:cNvPr id="111" name="Group 33"/>
          <p:cNvGrpSpPr/>
          <p:nvPr/>
        </p:nvGrpSpPr>
        <p:grpSpPr>
          <a:xfrm>
            <a:off x="6977566" y="2603426"/>
            <a:ext cx="345641" cy="288035"/>
            <a:chOff x="6703460" y="2542946"/>
            <a:chExt cx="345641" cy="288035"/>
          </a:xfrm>
        </p:grpSpPr>
        <p:sp>
          <p:nvSpPr>
            <p:cNvPr id="160" name="Down Arrow Callout 159"/>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Rectangle 160"/>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80%</a:t>
              </a:r>
            </a:p>
          </p:txBody>
        </p:sp>
      </p:grpSp>
      <p:sp>
        <p:nvSpPr>
          <p:cNvPr id="162" name="Rectangle 161"/>
          <p:cNvSpPr/>
          <p:nvPr/>
        </p:nvSpPr>
        <p:spPr>
          <a:xfrm>
            <a:off x="4233120" y="3211817"/>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02</a:t>
            </a:r>
          </a:p>
        </p:txBody>
      </p:sp>
      <p:sp>
        <p:nvSpPr>
          <p:cNvPr id="163" name="Rounded Rectangle 162"/>
          <p:cNvSpPr/>
          <p:nvPr/>
        </p:nvSpPr>
        <p:spPr>
          <a:xfrm rot="10800000" flipV="1">
            <a:off x="4233120" y="3395328"/>
            <a:ext cx="3841888" cy="13966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164" name="Rounded Rectangle 163"/>
          <p:cNvSpPr/>
          <p:nvPr/>
        </p:nvSpPr>
        <p:spPr>
          <a:xfrm flipV="1">
            <a:off x="4233129" y="3395328"/>
            <a:ext cx="3511835" cy="13966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sp>
        <p:nvSpPr>
          <p:cNvPr id="165" name="Rectangle 164"/>
          <p:cNvSpPr/>
          <p:nvPr/>
        </p:nvSpPr>
        <p:spPr>
          <a:xfrm>
            <a:off x="4233120" y="3711916"/>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03</a:t>
            </a:r>
          </a:p>
        </p:txBody>
      </p:sp>
      <p:sp>
        <p:nvSpPr>
          <p:cNvPr id="166" name="Rounded Rectangle 165"/>
          <p:cNvSpPr/>
          <p:nvPr/>
        </p:nvSpPr>
        <p:spPr>
          <a:xfrm rot="10800000" flipV="1">
            <a:off x="4233120" y="3890245"/>
            <a:ext cx="3841888" cy="13966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167" name="Rounded Rectangle 166"/>
          <p:cNvSpPr/>
          <p:nvPr/>
        </p:nvSpPr>
        <p:spPr>
          <a:xfrm flipV="1">
            <a:off x="4233130" y="3895846"/>
            <a:ext cx="2752052" cy="13406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sp>
        <p:nvSpPr>
          <p:cNvPr id="168" name="Rectangle 167"/>
          <p:cNvSpPr/>
          <p:nvPr/>
        </p:nvSpPr>
        <p:spPr>
          <a:xfrm>
            <a:off x="4233120" y="4192966"/>
            <a:ext cx="637995" cy="153888"/>
          </a:xfrm>
          <a:prstGeom prst="rect">
            <a:avLst/>
          </a:prstGeom>
        </p:spPr>
        <p:txBody>
          <a:bodyPr wrap="none" lIns="0" tIns="0" rIns="0" bIns="0" anchor="ctr">
            <a:spAutoFit/>
          </a:bodyPr>
          <a:lstStyle/>
          <a:p>
            <a:r>
              <a:rPr lang="en-US" sz="1000" b="1" dirty="0">
                <a:solidFill>
                  <a:schemeClr val="tx2">
                    <a:lumMod val="50000"/>
                    <a:lumOff val="50000"/>
                  </a:schemeClr>
                </a:solidFill>
              </a:rPr>
              <a:t>Feature 04</a:t>
            </a:r>
          </a:p>
        </p:txBody>
      </p:sp>
      <p:sp>
        <p:nvSpPr>
          <p:cNvPr id="169" name="Rounded Rectangle 168"/>
          <p:cNvSpPr/>
          <p:nvPr/>
        </p:nvSpPr>
        <p:spPr>
          <a:xfrm rot="10800000" flipV="1">
            <a:off x="4233120" y="4385161"/>
            <a:ext cx="3841888" cy="13966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endParaRPr lang="en-US" sz="1800" dirty="0">
              <a:latin typeface="FontAwesome" pitchFamily="2" charset="0"/>
            </a:endParaRPr>
          </a:p>
        </p:txBody>
      </p:sp>
      <p:sp>
        <p:nvSpPr>
          <p:cNvPr id="170" name="Rounded Rectangle 169"/>
          <p:cNvSpPr/>
          <p:nvPr/>
        </p:nvSpPr>
        <p:spPr>
          <a:xfrm flipV="1">
            <a:off x="4233129" y="4375636"/>
            <a:ext cx="3339014" cy="149192"/>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endParaRPr lang="en-US" sz="1200" dirty="0">
              <a:solidFill>
                <a:schemeClr val="bg1"/>
              </a:solidFill>
            </a:endParaRPr>
          </a:p>
        </p:txBody>
      </p:sp>
      <p:grpSp>
        <p:nvGrpSpPr>
          <p:cNvPr id="112" name="Group 34"/>
          <p:cNvGrpSpPr/>
          <p:nvPr/>
        </p:nvGrpSpPr>
        <p:grpSpPr>
          <a:xfrm>
            <a:off x="7572143" y="3094001"/>
            <a:ext cx="345641" cy="288035"/>
            <a:chOff x="6703460" y="2542946"/>
            <a:chExt cx="345641" cy="288035"/>
          </a:xfrm>
        </p:grpSpPr>
        <p:sp>
          <p:nvSpPr>
            <p:cNvPr id="172" name="Down Arrow Callout 171"/>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Rectangle 172"/>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50%</a:t>
              </a:r>
            </a:p>
          </p:txBody>
        </p:sp>
      </p:grpSp>
      <p:grpSp>
        <p:nvGrpSpPr>
          <p:cNvPr id="113" name="Group 37"/>
          <p:cNvGrpSpPr/>
          <p:nvPr/>
        </p:nvGrpSpPr>
        <p:grpSpPr>
          <a:xfrm>
            <a:off x="6802502" y="3603625"/>
            <a:ext cx="345641" cy="288035"/>
            <a:chOff x="6703460" y="2542946"/>
            <a:chExt cx="345641" cy="288035"/>
          </a:xfrm>
        </p:grpSpPr>
        <p:sp>
          <p:nvSpPr>
            <p:cNvPr id="175" name="Down Arrow Callout 174"/>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Rectangle 175"/>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60%</a:t>
              </a:r>
            </a:p>
          </p:txBody>
        </p:sp>
      </p:grpSp>
      <p:grpSp>
        <p:nvGrpSpPr>
          <p:cNvPr id="120" name="Group 40"/>
          <p:cNvGrpSpPr/>
          <p:nvPr/>
        </p:nvGrpSpPr>
        <p:grpSpPr>
          <a:xfrm>
            <a:off x="7399323" y="4087601"/>
            <a:ext cx="345641" cy="288035"/>
            <a:chOff x="6703460" y="2542946"/>
            <a:chExt cx="345641" cy="288035"/>
          </a:xfrm>
        </p:grpSpPr>
        <p:sp>
          <p:nvSpPr>
            <p:cNvPr id="178" name="Down Arrow Callout 177"/>
            <p:cNvSpPr/>
            <p:nvPr/>
          </p:nvSpPr>
          <p:spPr>
            <a:xfrm>
              <a:off x="6703460" y="2542946"/>
              <a:ext cx="345641" cy="288035"/>
            </a:xfrm>
            <a:prstGeom prst="downArrowCallout">
              <a:avLst>
                <a:gd name="adj1" fmla="val 25000"/>
                <a:gd name="adj2" fmla="val 25000"/>
                <a:gd name="adj3" fmla="val 25000"/>
                <a:gd name="adj4" fmla="val 75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Rectangle 178"/>
            <p:cNvSpPr/>
            <p:nvPr/>
          </p:nvSpPr>
          <p:spPr>
            <a:xfrm>
              <a:off x="6748842" y="2565806"/>
              <a:ext cx="254877" cy="153888"/>
            </a:xfrm>
            <a:prstGeom prst="rect">
              <a:avLst/>
            </a:prstGeom>
          </p:spPr>
          <p:txBody>
            <a:bodyPr wrap="none" lIns="0" tIns="0" rIns="0" bIns="0" anchor="ctr">
              <a:spAutoFit/>
            </a:bodyPr>
            <a:lstStyle/>
            <a:p>
              <a:pPr algn="ctr"/>
              <a:r>
                <a:rPr lang="en-US" sz="1000" b="1" dirty="0">
                  <a:solidFill>
                    <a:schemeClr val="bg1"/>
                  </a:solidFill>
                </a:rPr>
                <a:t>70%</a:t>
              </a:r>
            </a:p>
          </p:txBody>
        </p:sp>
      </p:grpSp>
      <p:grpSp>
        <p:nvGrpSpPr>
          <p:cNvPr id="121" name="Group 181"/>
          <p:cNvGrpSpPr/>
          <p:nvPr/>
        </p:nvGrpSpPr>
        <p:grpSpPr>
          <a:xfrm>
            <a:off x="907784" y="3182298"/>
            <a:ext cx="2182197" cy="1586010"/>
            <a:chOff x="907784" y="3286620"/>
            <a:chExt cx="2182197" cy="1586010"/>
          </a:xfrm>
        </p:grpSpPr>
        <p:sp>
          <p:nvSpPr>
            <p:cNvPr id="183" name="Freeform 21"/>
            <p:cNvSpPr>
              <a:spLocks/>
            </p:cNvSpPr>
            <p:nvPr/>
          </p:nvSpPr>
          <p:spPr bwMode="auto">
            <a:xfrm>
              <a:off x="907784" y="3286620"/>
              <a:ext cx="577078" cy="1586010"/>
            </a:xfrm>
            <a:custGeom>
              <a:avLst/>
              <a:gdLst/>
              <a:ahLst/>
              <a:cxnLst>
                <a:cxn ang="0">
                  <a:pos x="302" y="301"/>
                </a:cxn>
                <a:cxn ang="0">
                  <a:pos x="302" y="830"/>
                </a:cxn>
                <a:cxn ang="0">
                  <a:pos x="12" y="478"/>
                </a:cxn>
                <a:cxn ang="0">
                  <a:pos x="0" y="0"/>
                </a:cxn>
                <a:cxn ang="0">
                  <a:pos x="302" y="301"/>
                </a:cxn>
              </a:cxnLst>
              <a:rect l="0" t="0" r="r" b="b"/>
              <a:pathLst>
                <a:path w="302" h="830">
                  <a:moveTo>
                    <a:pt x="302" y="301"/>
                  </a:moveTo>
                  <a:lnTo>
                    <a:pt x="302" y="830"/>
                  </a:lnTo>
                  <a:lnTo>
                    <a:pt x="12" y="478"/>
                  </a:lnTo>
                  <a:lnTo>
                    <a:pt x="0" y="0"/>
                  </a:lnTo>
                  <a:lnTo>
                    <a:pt x="302" y="301"/>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22"/>
            <p:cNvSpPr>
              <a:spLocks noEditPoints="1"/>
            </p:cNvSpPr>
            <p:nvPr/>
          </p:nvSpPr>
          <p:spPr bwMode="auto">
            <a:xfrm>
              <a:off x="1484862" y="3548407"/>
              <a:ext cx="1605119" cy="1324223"/>
            </a:xfrm>
            <a:custGeom>
              <a:avLst/>
              <a:gdLst/>
              <a:ahLst/>
              <a:cxnLst>
                <a:cxn ang="0">
                  <a:pos x="264" y="108"/>
                </a:cxn>
                <a:cxn ang="0">
                  <a:pos x="188" y="122"/>
                </a:cxn>
                <a:cxn ang="0">
                  <a:pos x="180" y="128"/>
                </a:cxn>
                <a:cxn ang="0">
                  <a:pos x="179" y="137"/>
                </a:cxn>
                <a:cxn ang="0">
                  <a:pos x="184" y="145"/>
                </a:cxn>
                <a:cxn ang="0">
                  <a:pos x="193" y="147"/>
                </a:cxn>
                <a:cxn ang="0">
                  <a:pos x="269" y="132"/>
                </a:cxn>
                <a:cxn ang="0">
                  <a:pos x="277" y="127"/>
                </a:cxn>
                <a:cxn ang="0">
                  <a:pos x="279" y="118"/>
                </a:cxn>
                <a:cxn ang="0">
                  <a:pos x="273" y="109"/>
                </a:cxn>
                <a:cxn ang="0">
                  <a:pos x="264" y="108"/>
                </a:cxn>
                <a:cxn ang="0">
                  <a:pos x="0" y="86"/>
                </a:cxn>
                <a:cxn ang="0">
                  <a:pos x="443" y="0"/>
                </a:cxn>
                <a:cxn ang="0">
                  <a:pos x="428" y="257"/>
                </a:cxn>
                <a:cxn ang="0">
                  <a:pos x="0" y="364"/>
                </a:cxn>
                <a:cxn ang="0">
                  <a:pos x="0" y="86"/>
                </a:cxn>
              </a:cxnLst>
              <a:rect l="0" t="0" r="r" b="b"/>
              <a:pathLst>
                <a:path w="443" h="364">
                  <a:moveTo>
                    <a:pt x="264" y="108"/>
                  </a:moveTo>
                  <a:cubicBezTo>
                    <a:pt x="188" y="122"/>
                    <a:pt x="188" y="122"/>
                    <a:pt x="188" y="122"/>
                  </a:cubicBezTo>
                  <a:cubicBezTo>
                    <a:pt x="185" y="123"/>
                    <a:pt x="182" y="125"/>
                    <a:pt x="180" y="128"/>
                  </a:cubicBezTo>
                  <a:cubicBezTo>
                    <a:pt x="178" y="130"/>
                    <a:pt x="178" y="134"/>
                    <a:pt x="179" y="137"/>
                  </a:cubicBezTo>
                  <a:cubicBezTo>
                    <a:pt x="179" y="140"/>
                    <a:pt x="181" y="143"/>
                    <a:pt x="184" y="145"/>
                  </a:cubicBezTo>
                  <a:cubicBezTo>
                    <a:pt x="187" y="147"/>
                    <a:pt x="190" y="147"/>
                    <a:pt x="193" y="147"/>
                  </a:cubicBezTo>
                  <a:cubicBezTo>
                    <a:pt x="269" y="132"/>
                    <a:pt x="269" y="132"/>
                    <a:pt x="269" y="132"/>
                  </a:cubicBezTo>
                  <a:cubicBezTo>
                    <a:pt x="272" y="131"/>
                    <a:pt x="275" y="130"/>
                    <a:pt x="277" y="127"/>
                  </a:cubicBezTo>
                  <a:cubicBezTo>
                    <a:pt x="279" y="124"/>
                    <a:pt x="279" y="121"/>
                    <a:pt x="279" y="118"/>
                  </a:cubicBezTo>
                  <a:cubicBezTo>
                    <a:pt x="278" y="114"/>
                    <a:pt x="276" y="111"/>
                    <a:pt x="273" y="109"/>
                  </a:cubicBezTo>
                  <a:cubicBezTo>
                    <a:pt x="271" y="108"/>
                    <a:pt x="267" y="107"/>
                    <a:pt x="264" y="108"/>
                  </a:cubicBezTo>
                  <a:close/>
                  <a:moveTo>
                    <a:pt x="0" y="86"/>
                  </a:moveTo>
                  <a:cubicBezTo>
                    <a:pt x="443" y="0"/>
                    <a:pt x="443" y="0"/>
                    <a:pt x="443" y="0"/>
                  </a:cubicBezTo>
                  <a:cubicBezTo>
                    <a:pt x="428" y="257"/>
                    <a:pt x="428" y="257"/>
                    <a:pt x="428" y="257"/>
                  </a:cubicBezTo>
                  <a:cubicBezTo>
                    <a:pt x="0" y="364"/>
                    <a:pt x="0" y="364"/>
                    <a:pt x="0" y="364"/>
                  </a:cubicBezTo>
                  <a:lnTo>
                    <a:pt x="0" y="8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121"/>
                                        </p:tgtEl>
                                        <p:attrNameLst>
                                          <p:attrName>style.visibility</p:attrName>
                                        </p:attrNameLst>
                                      </p:cBhvr>
                                      <p:to>
                                        <p:strVal val="visible"/>
                                      </p:to>
                                    </p:set>
                                    <p:animEffect transition="in" filter="fade">
                                      <p:cBhvr>
                                        <p:cTn id="10" dur="1000"/>
                                        <p:tgtEl>
                                          <p:spTgt spid="121"/>
                                        </p:tgtEl>
                                      </p:cBhvr>
                                    </p:animEffect>
                                  </p:childTnLst>
                                </p:cTn>
                              </p:par>
                            </p:childTnLst>
                          </p:cTn>
                        </p:par>
                        <p:par>
                          <p:cTn id="11" fill="hold">
                            <p:stCondLst>
                              <p:cond delay="1000"/>
                            </p:stCondLst>
                            <p:childTnLst>
                              <p:par>
                                <p:cTn id="12" presetID="22" presetClass="entr" presetSubtype="4"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down)">
                                      <p:cBhvr>
                                        <p:cTn id="14" dur="500"/>
                                        <p:tgtEl>
                                          <p:spTgt spid="3"/>
                                        </p:tgtEl>
                                      </p:cBhvr>
                                    </p:animEffect>
                                  </p:childTnLst>
                                </p:cTn>
                              </p:par>
                            </p:childTnLst>
                          </p:cTn>
                        </p:par>
                        <p:par>
                          <p:cTn id="15" fill="hold">
                            <p:stCondLst>
                              <p:cond delay="1500"/>
                            </p:stCondLst>
                            <p:childTnLst>
                              <p:par>
                                <p:cTn id="16" presetID="53" presetClass="entr" presetSubtype="0" fill="hold" nodeType="afterEffect">
                                  <p:stCondLst>
                                    <p:cond delay="0"/>
                                  </p:stCondLst>
                                  <p:childTnLst>
                                    <p:set>
                                      <p:cBhvr>
                                        <p:cTn id="17" dur="1" fill="hold">
                                          <p:stCondLst>
                                            <p:cond delay="0"/>
                                          </p:stCondLst>
                                        </p:cTn>
                                        <p:tgtEl>
                                          <p:spTgt spid="107"/>
                                        </p:tgtEl>
                                        <p:attrNameLst>
                                          <p:attrName>style.visibility</p:attrName>
                                        </p:attrNameLst>
                                      </p:cBhvr>
                                      <p:to>
                                        <p:strVal val="visible"/>
                                      </p:to>
                                    </p:set>
                                    <p:anim calcmode="lin" valueType="num">
                                      <p:cBhvr>
                                        <p:cTn id="18" dur="500" fill="hold"/>
                                        <p:tgtEl>
                                          <p:spTgt spid="107"/>
                                        </p:tgtEl>
                                        <p:attrNameLst>
                                          <p:attrName>ppt_w</p:attrName>
                                        </p:attrNameLst>
                                      </p:cBhvr>
                                      <p:tavLst>
                                        <p:tav tm="0">
                                          <p:val>
                                            <p:fltVal val="0"/>
                                          </p:val>
                                        </p:tav>
                                        <p:tav tm="100000">
                                          <p:val>
                                            <p:strVal val="#ppt_w"/>
                                          </p:val>
                                        </p:tav>
                                      </p:tavLst>
                                    </p:anim>
                                    <p:anim calcmode="lin" valueType="num">
                                      <p:cBhvr>
                                        <p:cTn id="19" dur="500" fill="hold"/>
                                        <p:tgtEl>
                                          <p:spTgt spid="107"/>
                                        </p:tgtEl>
                                        <p:attrNameLst>
                                          <p:attrName>ppt_h</p:attrName>
                                        </p:attrNameLst>
                                      </p:cBhvr>
                                      <p:tavLst>
                                        <p:tav tm="0">
                                          <p:val>
                                            <p:fltVal val="0"/>
                                          </p:val>
                                        </p:tav>
                                        <p:tav tm="100000">
                                          <p:val>
                                            <p:strVal val="#ppt_h"/>
                                          </p:val>
                                        </p:tav>
                                      </p:tavLst>
                                    </p:anim>
                                    <p:animEffect transition="in" filter="fade">
                                      <p:cBhvr>
                                        <p:cTn id="20" dur="500"/>
                                        <p:tgtEl>
                                          <p:spTgt spid="107"/>
                                        </p:tgtEl>
                                      </p:cBhvr>
                                    </p:animEffect>
                                  </p:childTnLst>
                                </p:cTn>
                              </p:par>
                            </p:childTnLst>
                          </p:cTn>
                        </p:par>
                        <p:par>
                          <p:cTn id="21" fill="hold">
                            <p:stCondLst>
                              <p:cond delay="2000"/>
                            </p:stCondLst>
                            <p:childTnLst>
                              <p:par>
                                <p:cTn id="22" presetID="53" presetClass="entr" presetSubtype="0" fill="hold" nodeType="afterEffect">
                                  <p:stCondLst>
                                    <p:cond delay="0"/>
                                  </p:stCondLst>
                                  <p:childTnLst>
                                    <p:set>
                                      <p:cBhvr>
                                        <p:cTn id="23" dur="1" fill="hold">
                                          <p:stCondLst>
                                            <p:cond delay="0"/>
                                          </p:stCondLst>
                                        </p:cTn>
                                        <p:tgtEl>
                                          <p:spTgt spid="102"/>
                                        </p:tgtEl>
                                        <p:attrNameLst>
                                          <p:attrName>style.visibility</p:attrName>
                                        </p:attrNameLst>
                                      </p:cBhvr>
                                      <p:to>
                                        <p:strVal val="visible"/>
                                      </p:to>
                                    </p:set>
                                    <p:anim calcmode="lin" valueType="num">
                                      <p:cBhvr>
                                        <p:cTn id="24" dur="500" fill="hold"/>
                                        <p:tgtEl>
                                          <p:spTgt spid="102"/>
                                        </p:tgtEl>
                                        <p:attrNameLst>
                                          <p:attrName>ppt_w</p:attrName>
                                        </p:attrNameLst>
                                      </p:cBhvr>
                                      <p:tavLst>
                                        <p:tav tm="0">
                                          <p:val>
                                            <p:fltVal val="0"/>
                                          </p:val>
                                        </p:tav>
                                        <p:tav tm="100000">
                                          <p:val>
                                            <p:strVal val="#ppt_w"/>
                                          </p:val>
                                        </p:tav>
                                      </p:tavLst>
                                    </p:anim>
                                    <p:anim calcmode="lin" valueType="num">
                                      <p:cBhvr>
                                        <p:cTn id="25" dur="500" fill="hold"/>
                                        <p:tgtEl>
                                          <p:spTgt spid="102"/>
                                        </p:tgtEl>
                                        <p:attrNameLst>
                                          <p:attrName>ppt_h</p:attrName>
                                        </p:attrNameLst>
                                      </p:cBhvr>
                                      <p:tavLst>
                                        <p:tav tm="0">
                                          <p:val>
                                            <p:fltVal val="0"/>
                                          </p:val>
                                        </p:tav>
                                        <p:tav tm="100000">
                                          <p:val>
                                            <p:strVal val="#ppt_h"/>
                                          </p:val>
                                        </p:tav>
                                      </p:tavLst>
                                    </p:anim>
                                    <p:animEffect transition="in" filter="fade">
                                      <p:cBhvr>
                                        <p:cTn id="26" dur="500"/>
                                        <p:tgtEl>
                                          <p:spTgt spid="102"/>
                                        </p:tgtEl>
                                      </p:cBhvr>
                                    </p:animEffect>
                                  </p:childTnLst>
                                </p:cTn>
                              </p:par>
                            </p:childTnLst>
                          </p:cTn>
                        </p:par>
                        <p:par>
                          <p:cTn id="27" fill="hold">
                            <p:stCondLst>
                              <p:cond delay="2500"/>
                            </p:stCondLst>
                            <p:childTnLst>
                              <p:par>
                                <p:cTn id="28" presetID="53" presetClass="entr" presetSubtype="0" fill="hold" nodeType="afterEffect">
                                  <p:stCondLst>
                                    <p:cond delay="0"/>
                                  </p:stCondLst>
                                  <p:childTnLst>
                                    <p:set>
                                      <p:cBhvr>
                                        <p:cTn id="29" dur="1" fill="hold">
                                          <p:stCondLst>
                                            <p:cond delay="0"/>
                                          </p:stCondLst>
                                        </p:cTn>
                                        <p:tgtEl>
                                          <p:spTgt spid="106"/>
                                        </p:tgtEl>
                                        <p:attrNameLst>
                                          <p:attrName>style.visibility</p:attrName>
                                        </p:attrNameLst>
                                      </p:cBhvr>
                                      <p:to>
                                        <p:strVal val="visible"/>
                                      </p:to>
                                    </p:set>
                                    <p:anim calcmode="lin" valueType="num">
                                      <p:cBhvr>
                                        <p:cTn id="30" dur="500" fill="hold"/>
                                        <p:tgtEl>
                                          <p:spTgt spid="106"/>
                                        </p:tgtEl>
                                        <p:attrNameLst>
                                          <p:attrName>ppt_w</p:attrName>
                                        </p:attrNameLst>
                                      </p:cBhvr>
                                      <p:tavLst>
                                        <p:tav tm="0">
                                          <p:val>
                                            <p:fltVal val="0"/>
                                          </p:val>
                                        </p:tav>
                                        <p:tav tm="100000">
                                          <p:val>
                                            <p:strVal val="#ppt_w"/>
                                          </p:val>
                                        </p:tav>
                                      </p:tavLst>
                                    </p:anim>
                                    <p:anim calcmode="lin" valueType="num">
                                      <p:cBhvr>
                                        <p:cTn id="31" dur="500" fill="hold"/>
                                        <p:tgtEl>
                                          <p:spTgt spid="106"/>
                                        </p:tgtEl>
                                        <p:attrNameLst>
                                          <p:attrName>ppt_h</p:attrName>
                                        </p:attrNameLst>
                                      </p:cBhvr>
                                      <p:tavLst>
                                        <p:tav tm="0">
                                          <p:val>
                                            <p:fltVal val="0"/>
                                          </p:val>
                                        </p:tav>
                                        <p:tav tm="100000">
                                          <p:val>
                                            <p:strVal val="#ppt_h"/>
                                          </p:val>
                                        </p:tav>
                                      </p:tavLst>
                                    </p:anim>
                                    <p:animEffect transition="in" filter="fade">
                                      <p:cBhvr>
                                        <p:cTn id="32" dur="500"/>
                                        <p:tgtEl>
                                          <p:spTgt spid="106"/>
                                        </p:tgtEl>
                                      </p:cBhvr>
                                    </p:animEffect>
                                  </p:childTnLst>
                                </p:cTn>
                              </p:par>
                            </p:childTnLst>
                          </p:cTn>
                        </p:par>
                        <p:par>
                          <p:cTn id="33" fill="hold">
                            <p:stCondLst>
                              <p:cond delay="3000"/>
                            </p:stCondLst>
                            <p:childTnLst>
                              <p:par>
                                <p:cTn id="34" presetID="53" presetClass="entr" presetSubtype="0" fill="hold" grpId="0" nodeType="afterEffect">
                                  <p:stCondLst>
                                    <p:cond delay="0"/>
                                  </p:stCondLst>
                                  <p:childTnLst>
                                    <p:set>
                                      <p:cBhvr>
                                        <p:cTn id="35" dur="1" fill="hold">
                                          <p:stCondLst>
                                            <p:cond delay="0"/>
                                          </p:stCondLst>
                                        </p:cTn>
                                        <p:tgtEl>
                                          <p:spTgt spid="133"/>
                                        </p:tgtEl>
                                        <p:attrNameLst>
                                          <p:attrName>style.visibility</p:attrName>
                                        </p:attrNameLst>
                                      </p:cBhvr>
                                      <p:to>
                                        <p:strVal val="visible"/>
                                      </p:to>
                                    </p:set>
                                    <p:anim calcmode="lin" valueType="num">
                                      <p:cBhvr>
                                        <p:cTn id="36" dur="500" fill="hold"/>
                                        <p:tgtEl>
                                          <p:spTgt spid="133"/>
                                        </p:tgtEl>
                                        <p:attrNameLst>
                                          <p:attrName>ppt_w</p:attrName>
                                        </p:attrNameLst>
                                      </p:cBhvr>
                                      <p:tavLst>
                                        <p:tav tm="0">
                                          <p:val>
                                            <p:fltVal val="0"/>
                                          </p:val>
                                        </p:tav>
                                        <p:tav tm="100000">
                                          <p:val>
                                            <p:strVal val="#ppt_w"/>
                                          </p:val>
                                        </p:tav>
                                      </p:tavLst>
                                    </p:anim>
                                    <p:anim calcmode="lin" valueType="num">
                                      <p:cBhvr>
                                        <p:cTn id="37" dur="500" fill="hold"/>
                                        <p:tgtEl>
                                          <p:spTgt spid="133"/>
                                        </p:tgtEl>
                                        <p:attrNameLst>
                                          <p:attrName>ppt_h</p:attrName>
                                        </p:attrNameLst>
                                      </p:cBhvr>
                                      <p:tavLst>
                                        <p:tav tm="0">
                                          <p:val>
                                            <p:fltVal val="0"/>
                                          </p:val>
                                        </p:tav>
                                        <p:tav tm="100000">
                                          <p:val>
                                            <p:strVal val="#ppt_h"/>
                                          </p:val>
                                        </p:tav>
                                      </p:tavLst>
                                    </p:anim>
                                    <p:animEffect transition="in" filter="fade">
                                      <p:cBhvr>
                                        <p:cTn id="38" dur="500"/>
                                        <p:tgtEl>
                                          <p:spTgt spid="133"/>
                                        </p:tgtEl>
                                      </p:cBhvr>
                                    </p:animEffect>
                                  </p:childTnLst>
                                </p:cTn>
                              </p:par>
                            </p:childTnLst>
                          </p:cTn>
                        </p:par>
                        <p:par>
                          <p:cTn id="39" fill="hold">
                            <p:stCondLst>
                              <p:cond delay="3500"/>
                            </p:stCondLst>
                            <p:childTnLst>
                              <p:par>
                                <p:cTn id="40" presetID="18" presetClass="entr" presetSubtype="6" fill="hold" grpId="0" nodeType="afterEffect">
                                  <p:stCondLst>
                                    <p:cond delay="0"/>
                                  </p:stCondLst>
                                  <p:childTnLst>
                                    <p:set>
                                      <p:cBhvr>
                                        <p:cTn id="41" dur="1" fill="hold">
                                          <p:stCondLst>
                                            <p:cond delay="0"/>
                                          </p:stCondLst>
                                        </p:cTn>
                                        <p:tgtEl>
                                          <p:spTgt spid="156"/>
                                        </p:tgtEl>
                                        <p:attrNameLst>
                                          <p:attrName>style.visibility</p:attrName>
                                        </p:attrNameLst>
                                      </p:cBhvr>
                                      <p:to>
                                        <p:strVal val="visible"/>
                                      </p:to>
                                    </p:set>
                                    <p:animEffect transition="in" filter="strips(downRight)">
                                      <p:cBhvr>
                                        <p:cTn id="42" dur="500"/>
                                        <p:tgtEl>
                                          <p:spTgt spid="156"/>
                                        </p:tgtEl>
                                      </p:cBhvr>
                                    </p:animEffect>
                                  </p:childTnLst>
                                </p:cTn>
                              </p:par>
                            </p:childTnLst>
                          </p:cTn>
                        </p:par>
                        <p:par>
                          <p:cTn id="43" fill="hold">
                            <p:stCondLst>
                              <p:cond delay="4000"/>
                            </p:stCondLst>
                            <p:childTnLst>
                              <p:par>
                                <p:cTn id="44" presetID="22" presetClass="entr" presetSubtype="8" fill="hold" grpId="0" nodeType="afterEffect">
                                  <p:stCondLst>
                                    <p:cond delay="0"/>
                                  </p:stCondLst>
                                  <p:childTnLst>
                                    <p:set>
                                      <p:cBhvr>
                                        <p:cTn id="45" dur="1" fill="hold">
                                          <p:stCondLst>
                                            <p:cond delay="0"/>
                                          </p:stCondLst>
                                        </p:cTn>
                                        <p:tgtEl>
                                          <p:spTgt spid="157"/>
                                        </p:tgtEl>
                                        <p:attrNameLst>
                                          <p:attrName>style.visibility</p:attrName>
                                        </p:attrNameLst>
                                      </p:cBhvr>
                                      <p:to>
                                        <p:strVal val="visible"/>
                                      </p:to>
                                    </p:set>
                                    <p:animEffect transition="in" filter="wipe(left)">
                                      <p:cBhvr>
                                        <p:cTn id="46" dur="500"/>
                                        <p:tgtEl>
                                          <p:spTgt spid="157"/>
                                        </p:tgtEl>
                                      </p:cBhvr>
                                    </p:animEffect>
                                  </p:childTnLst>
                                </p:cTn>
                              </p:par>
                            </p:childTnLst>
                          </p:cTn>
                        </p:par>
                        <p:par>
                          <p:cTn id="47" fill="hold">
                            <p:stCondLst>
                              <p:cond delay="4500"/>
                            </p:stCondLst>
                            <p:childTnLst>
                              <p:par>
                                <p:cTn id="48" presetID="22" presetClass="entr" presetSubtype="8" fill="hold" grpId="0" nodeType="afterEffect">
                                  <p:stCondLst>
                                    <p:cond delay="0"/>
                                  </p:stCondLst>
                                  <p:childTnLst>
                                    <p:set>
                                      <p:cBhvr>
                                        <p:cTn id="49" dur="1" fill="hold">
                                          <p:stCondLst>
                                            <p:cond delay="0"/>
                                          </p:stCondLst>
                                        </p:cTn>
                                        <p:tgtEl>
                                          <p:spTgt spid="158"/>
                                        </p:tgtEl>
                                        <p:attrNameLst>
                                          <p:attrName>style.visibility</p:attrName>
                                        </p:attrNameLst>
                                      </p:cBhvr>
                                      <p:to>
                                        <p:strVal val="visible"/>
                                      </p:to>
                                    </p:set>
                                    <p:animEffect transition="in" filter="wipe(left)">
                                      <p:cBhvr>
                                        <p:cTn id="50" dur="500"/>
                                        <p:tgtEl>
                                          <p:spTgt spid="158"/>
                                        </p:tgtEl>
                                      </p:cBhvr>
                                    </p:animEffect>
                                  </p:childTnLst>
                                </p:cTn>
                              </p:par>
                              <p:par>
                                <p:cTn id="51" presetID="47" presetClass="entr" presetSubtype="0" fill="hold" nodeType="withEffect">
                                  <p:stCondLst>
                                    <p:cond delay="0"/>
                                  </p:stCondLst>
                                  <p:childTnLst>
                                    <p:set>
                                      <p:cBhvr>
                                        <p:cTn id="52" dur="1" fill="hold">
                                          <p:stCondLst>
                                            <p:cond delay="0"/>
                                          </p:stCondLst>
                                        </p:cTn>
                                        <p:tgtEl>
                                          <p:spTgt spid="111"/>
                                        </p:tgtEl>
                                        <p:attrNameLst>
                                          <p:attrName>style.visibility</p:attrName>
                                        </p:attrNameLst>
                                      </p:cBhvr>
                                      <p:to>
                                        <p:strVal val="visible"/>
                                      </p:to>
                                    </p:set>
                                    <p:animEffect transition="in" filter="fade">
                                      <p:cBhvr>
                                        <p:cTn id="53" dur="500"/>
                                        <p:tgtEl>
                                          <p:spTgt spid="111"/>
                                        </p:tgtEl>
                                      </p:cBhvr>
                                    </p:animEffect>
                                    <p:anim calcmode="lin" valueType="num">
                                      <p:cBhvr>
                                        <p:cTn id="54" dur="500" fill="hold"/>
                                        <p:tgtEl>
                                          <p:spTgt spid="111"/>
                                        </p:tgtEl>
                                        <p:attrNameLst>
                                          <p:attrName>ppt_x</p:attrName>
                                        </p:attrNameLst>
                                      </p:cBhvr>
                                      <p:tavLst>
                                        <p:tav tm="0">
                                          <p:val>
                                            <p:strVal val="#ppt_x"/>
                                          </p:val>
                                        </p:tav>
                                        <p:tav tm="100000">
                                          <p:val>
                                            <p:strVal val="#ppt_x"/>
                                          </p:val>
                                        </p:tav>
                                      </p:tavLst>
                                    </p:anim>
                                    <p:anim calcmode="lin" valueType="num">
                                      <p:cBhvr>
                                        <p:cTn id="55" dur="500" fill="hold"/>
                                        <p:tgtEl>
                                          <p:spTgt spid="111"/>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18" presetClass="entr" presetSubtype="6" fill="hold" grpId="0" nodeType="afterEffect">
                                  <p:stCondLst>
                                    <p:cond delay="0"/>
                                  </p:stCondLst>
                                  <p:childTnLst>
                                    <p:set>
                                      <p:cBhvr>
                                        <p:cTn id="58" dur="1" fill="hold">
                                          <p:stCondLst>
                                            <p:cond delay="0"/>
                                          </p:stCondLst>
                                        </p:cTn>
                                        <p:tgtEl>
                                          <p:spTgt spid="162"/>
                                        </p:tgtEl>
                                        <p:attrNameLst>
                                          <p:attrName>style.visibility</p:attrName>
                                        </p:attrNameLst>
                                      </p:cBhvr>
                                      <p:to>
                                        <p:strVal val="visible"/>
                                      </p:to>
                                    </p:set>
                                    <p:animEffect transition="in" filter="strips(downRight)">
                                      <p:cBhvr>
                                        <p:cTn id="59" dur="500"/>
                                        <p:tgtEl>
                                          <p:spTgt spid="162"/>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163"/>
                                        </p:tgtEl>
                                        <p:attrNameLst>
                                          <p:attrName>style.visibility</p:attrName>
                                        </p:attrNameLst>
                                      </p:cBhvr>
                                      <p:to>
                                        <p:strVal val="visible"/>
                                      </p:to>
                                    </p:set>
                                    <p:animEffect transition="in" filter="wipe(left)">
                                      <p:cBhvr>
                                        <p:cTn id="62" dur="500"/>
                                        <p:tgtEl>
                                          <p:spTgt spid="163"/>
                                        </p:tgtEl>
                                      </p:cBhvr>
                                    </p:animEffect>
                                  </p:childTnLst>
                                </p:cTn>
                              </p:par>
                            </p:childTnLst>
                          </p:cTn>
                        </p:par>
                        <p:par>
                          <p:cTn id="63" fill="hold">
                            <p:stCondLst>
                              <p:cond delay="5500"/>
                            </p:stCondLst>
                            <p:childTnLst>
                              <p:par>
                                <p:cTn id="64" presetID="22" presetClass="entr" presetSubtype="8" fill="hold" grpId="0" nodeType="afterEffect">
                                  <p:stCondLst>
                                    <p:cond delay="0"/>
                                  </p:stCondLst>
                                  <p:childTnLst>
                                    <p:set>
                                      <p:cBhvr>
                                        <p:cTn id="65" dur="1" fill="hold">
                                          <p:stCondLst>
                                            <p:cond delay="0"/>
                                          </p:stCondLst>
                                        </p:cTn>
                                        <p:tgtEl>
                                          <p:spTgt spid="164"/>
                                        </p:tgtEl>
                                        <p:attrNameLst>
                                          <p:attrName>style.visibility</p:attrName>
                                        </p:attrNameLst>
                                      </p:cBhvr>
                                      <p:to>
                                        <p:strVal val="visible"/>
                                      </p:to>
                                    </p:set>
                                    <p:animEffect transition="in" filter="wipe(left)">
                                      <p:cBhvr>
                                        <p:cTn id="66" dur="500"/>
                                        <p:tgtEl>
                                          <p:spTgt spid="164"/>
                                        </p:tgtEl>
                                      </p:cBhvr>
                                    </p:animEffect>
                                  </p:childTnLst>
                                </p:cTn>
                              </p:par>
                              <p:par>
                                <p:cTn id="67" presetID="47" presetClass="entr" presetSubtype="0" fill="hold" nodeType="withEffect">
                                  <p:stCondLst>
                                    <p:cond delay="0"/>
                                  </p:stCondLst>
                                  <p:childTnLst>
                                    <p:set>
                                      <p:cBhvr>
                                        <p:cTn id="68" dur="1" fill="hold">
                                          <p:stCondLst>
                                            <p:cond delay="0"/>
                                          </p:stCondLst>
                                        </p:cTn>
                                        <p:tgtEl>
                                          <p:spTgt spid="112"/>
                                        </p:tgtEl>
                                        <p:attrNameLst>
                                          <p:attrName>style.visibility</p:attrName>
                                        </p:attrNameLst>
                                      </p:cBhvr>
                                      <p:to>
                                        <p:strVal val="visible"/>
                                      </p:to>
                                    </p:set>
                                    <p:animEffect transition="in" filter="fade">
                                      <p:cBhvr>
                                        <p:cTn id="69" dur="500"/>
                                        <p:tgtEl>
                                          <p:spTgt spid="112"/>
                                        </p:tgtEl>
                                      </p:cBhvr>
                                    </p:animEffect>
                                    <p:anim calcmode="lin" valueType="num">
                                      <p:cBhvr>
                                        <p:cTn id="70" dur="500" fill="hold"/>
                                        <p:tgtEl>
                                          <p:spTgt spid="112"/>
                                        </p:tgtEl>
                                        <p:attrNameLst>
                                          <p:attrName>ppt_x</p:attrName>
                                        </p:attrNameLst>
                                      </p:cBhvr>
                                      <p:tavLst>
                                        <p:tav tm="0">
                                          <p:val>
                                            <p:strVal val="#ppt_x"/>
                                          </p:val>
                                        </p:tav>
                                        <p:tav tm="100000">
                                          <p:val>
                                            <p:strVal val="#ppt_x"/>
                                          </p:val>
                                        </p:tav>
                                      </p:tavLst>
                                    </p:anim>
                                    <p:anim calcmode="lin" valueType="num">
                                      <p:cBhvr>
                                        <p:cTn id="71" dur="500" fill="hold"/>
                                        <p:tgtEl>
                                          <p:spTgt spid="112"/>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18" presetClass="entr" presetSubtype="6" fill="hold" grpId="0" nodeType="afterEffect">
                                  <p:stCondLst>
                                    <p:cond delay="0"/>
                                  </p:stCondLst>
                                  <p:childTnLst>
                                    <p:set>
                                      <p:cBhvr>
                                        <p:cTn id="74" dur="1" fill="hold">
                                          <p:stCondLst>
                                            <p:cond delay="0"/>
                                          </p:stCondLst>
                                        </p:cTn>
                                        <p:tgtEl>
                                          <p:spTgt spid="165"/>
                                        </p:tgtEl>
                                        <p:attrNameLst>
                                          <p:attrName>style.visibility</p:attrName>
                                        </p:attrNameLst>
                                      </p:cBhvr>
                                      <p:to>
                                        <p:strVal val="visible"/>
                                      </p:to>
                                    </p:set>
                                    <p:animEffect transition="in" filter="strips(downRight)">
                                      <p:cBhvr>
                                        <p:cTn id="75" dur="500"/>
                                        <p:tgtEl>
                                          <p:spTgt spid="165"/>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166"/>
                                        </p:tgtEl>
                                        <p:attrNameLst>
                                          <p:attrName>style.visibility</p:attrName>
                                        </p:attrNameLst>
                                      </p:cBhvr>
                                      <p:to>
                                        <p:strVal val="visible"/>
                                      </p:to>
                                    </p:set>
                                    <p:animEffect transition="in" filter="wipe(left)">
                                      <p:cBhvr>
                                        <p:cTn id="78" dur="500"/>
                                        <p:tgtEl>
                                          <p:spTgt spid="166"/>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167"/>
                                        </p:tgtEl>
                                        <p:attrNameLst>
                                          <p:attrName>style.visibility</p:attrName>
                                        </p:attrNameLst>
                                      </p:cBhvr>
                                      <p:to>
                                        <p:strVal val="visible"/>
                                      </p:to>
                                    </p:set>
                                    <p:animEffect transition="in" filter="wipe(left)">
                                      <p:cBhvr>
                                        <p:cTn id="81" dur="500"/>
                                        <p:tgtEl>
                                          <p:spTgt spid="167"/>
                                        </p:tgtEl>
                                      </p:cBhvr>
                                    </p:animEffect>
                                  </p:childTnLst>
                                </p:cTn>
                              </p:par>
                              <p:par>
                                <p:cTn id="82" presetID="47" presetClass="entr" presetSubtype="0" fill="hold" nodeType="withEffect">
                                  <p:stCondLst>
                                    <p:cond delay="0"/>
                                  </p:stCondLst>
                                  <p:childTnLst>
                                    <p:set>
                                      <p:cBhvr>
                                        <p:cTn id="83" dur="1" fill="hold">
                                          <p:stCondLst>
                                            <p:cond delay="0"/>
                                          </p:stCondLst>
                                        </p:cTn>
                                        <p:tgtEl>
                                          <p:spTgt spid="113"/>
                                        </p:tgtEl>
                                        <p:attrNameLst>
                                          <p:attrName>style.visibility</p:attrName>
                                        </p:attrNameLst>
                                      </p:cBhvr>
                                      <p:to>
                                        <p:strVal val="visible"/>
                                      </p:to>
                                    </p:set>
                                    <p:animEffect transition="in" filter="fade">
                                      <p:cBhvr>
                                        <p:cTn id="84" dur="500"/>
                                        <p:tgtEl>
                                          <p:spTgt spid="113"/>
                                        </p:tgtEl>
                                      </p:cBhvr>
                                    </p:animEffect>
                                    <p:anim calcmode="lin" valueType="num">
                                      <p:cBhvr>
                                        <p:cTn id="85" dur="500" fill="hold"/>
                                        <p:tgtEl>
                                          <p:spTgt spid="113"/>
                                        </p:tgtEl>
                                        <p:attrNameLst>
                                          <p:attrName>ppt_x</p:attrName>
                                        </p:attrNameLst>
                                      </p:cBhvr>
                                      <p:tavLst>
                                        <p:tav tm="0">
                                          <p:val>
                                            <p:strVal val="#ppt_x"/>
                                          </p:val>
                                        </p:tav>
                                        <p:tav tm="100000">
                                          <p:val>
                                            <p:strVal val="#ppt_x"/>
                                          </p:val>
                                        </p:tav>
                                      </p:tavLst>
                                    </p:anim>
                                    <p:anim calcmode="lin" valueType="num">
                                      <p:cBhvr>
                                        <p:cTn id="86" dur="500" fill="hold"/>
                                        <p:tgtEl>
                                          <p:spTgt spid="113"/>
                                        </p:tgtEl>
                                        <p:attrNameLst>
                                          <p:attrName>ppt_y</p:attrName>
                                        </p:attrNameLst>
                                      </p:cBhvr>
                                      <p:tavLst>
                                        <p:tav tm="0">
                                          <p:val>
                                            <p:strVal val="#ppt_y-.1"/>
                                          </p:val>
                                        </p:tav>
                                        <p:tav tm="100000">
                                          <p:val>
                                            <p:strVal val="#ppt_y"/>
                                          </p:val>
                                        </p:tav>
                                      </p:tavLst>
                                    </p:anim>
                                  </p:childTnLst>
                                </p:cTn>
                              </p:par>
                            </p:childTnLst>
                          </p:cTn>
                        </p:par>
                        <p:par>
                          <p:cTn id="87" fill="hold">
                            <p:stCondLst>
                              <p:cond delay="6500"/>
                            </p:stCondLst>
                            <p:childTnLst>
                              <p:par>
                                <p:cTn id="88" presetID="18" presetClass="entr" presetSubtype="6" fill="hold" grpId="0" nodeType="afterEffect">
                                  <p:stCondLst>
                                    <p:cond delay="0"/>
                                  </p:stCondLst>
                                  <p:childTnLst>
                                    <p:set>
                                      <p:cBhvr>
                                        <p:cTn id="89" dur="1" fill="hold">
                                          <p:stCondLst>
                                            <p:cond delay="0"/>
                                          </p:stCondLst>
                                        </p:cTn>
                                        <p:tgtEl>
                                          <p:spTgt spid="168"/>
                                        </p:tgtEl>
                                        <p:attrNameLst>
                                          <p:attrName>style.visibility</p:attrName>
                                        </p:attrNameLst>
                                      </p:cBhvr>
                                      <p:to>
                                        <p:strVal val="visible"/>
                                      </p:to>
                                    </p:set>
                                    <p:animEffect transition="in" filter="strips(downRight)">
                                      <p:cBhvr>
                                        <p:cTn id="90" dur="500"/>
                                        <p:tgtEl>
                                          <p:spTgt spid="168"/>
                                        </p:tgtEl>
                                      </p:cBhvr>
                                    </p:animEffect>
                                  </p:childTnLst>
                                </p:cTn>
                              </p:par>
                              <p:par>
                                <p:cTn id="91" presetID="22" presetClass="entr" presetSubtype="8" fill="hold" grpId="0" nodeType="withEffect">
                                  <p:stCondLst>
                                    <p:cond delay="0"/>
                                  </p:stCondLst>
                                  <p:childTnLst>
                                    <p:set>
                                      <p:cBhvr>
                                        <p:cTn id="92" dur="1" fill="hold">
                                          <p:stCondLst>
                                            <p:cond delay="0"/>
                                          </p:stCondLst>
                                        </p:cTn>
                                        <p:tgtEl>
                                          <p:spTgt spid="169"/>
                                        </p:tgtEl>
                                        <p:attrNameLst>
                                          <p:attrName>style.visibility</p:attrName>
                                        </p:attrNameLst>
                                      </p:cBhvr>
                                      <p:to>
                                        <p:strVal val="visible"/>
                                      </p:to>
                                    </p:set>
                                    <p:animEffect transition="in" filter="wipe(left)">
                                      <p:cBhvr>
                                        <p:cTn id="93" dur="500"/>
                                        <p:tgtEl>
                                          <p:spTgt spid="169"/>
                                        </p:tgtEl>
                                      </p:cBhvr>
                                    </p:animEffect>
                                  </p:childTnLst>
                                </p:cTn>
                              </p:par>
                              <p:par>
                                <p:cTn id="94" presetID="22" presetClass="entr" presetSubtype="8" fill="hold" grpId="0" nodeType="withEffect">
                                  <p:stCondLst>
                                    <p:cond delay="0"/>
                                  </p:stCondLst>
                                  <p:childTnLst>
                                    <p:set>
                                      <p:cBhvr>
                                        <p:cTn id="95" dur="1" fill="hold">
                                          <p:stCondLst>
                                            <p:cond delay="0"/>
                                          </p:stCondLst>
                                        </p:cTn>
                                        <p:tgtEl>
                                          <p:spTgt spid="170"/>
                                        </p:tgtEl>
                                        <p:attrNameLst>
                                          <p:attrName>style.visibility</p:attrName>
                                        </p:attrNameLst>
                                      </p:cBhvr>
                                      <p:to>
                                        <p:strVal val="visible"/>
                                      </p:to>
                                    </p:set>
                                    <p:animEffect transition="in" filter="wipe(left)">
                                      <p:cBhvr>
                                        <p:cTn id="96" dur="500"/>
                                        <p:tgtEl>
                                          <p:spTgt spid="170"/>
                                        </p:tgtEl>
                                      </p:cBhvr>
                                    </p:animEffect>
                                  </p:childTnLst>
                                </p:cTn>
                              </p:par>
                              <p:par>
                                <p:cTn id="97" presetID="47" presetClass="entr" presetSubtype="0" fill="hold" nodeType="withEffect">
                                  <p:stCondLst>
                                    <p:cond delay="0"/>
                                  </p:stCondLst>
                                  <p:childTnLst>
                                    <p:set>
                                      <p:cBhvr>
                                        <p:cTn id="98" dur="1" fill="hold">
                                          <p:stCondLst>
                                            <p:cond delay="0"/>
                                          </p:stCondLst>
                                        </p:cTn>
                                        <p:tgtEl>
                                          <p:spTgt spid="120"/>
                                        </p:tgtEl>
                                        <p:attrNameLst>
                                          <p:attrName>style.visibility</p:attrName>
                                        </p:attrNameLst>
                                      </p:cBhvr>
                                      <p:to>
                                        <p:strVal val="visible"/>
                                      </p:to>
                                    </p:set>
                                    <p:animEffect transition="in" filter="fade">
                                      <p:cBhvr>
                                        <p:cTn id="99" dur="500"/>
                                        <p:tgtEl>
                                          <p:spTgt spid="120"/>
                                        </p:tgtEl>
                                      </p:cBhvr>
                                    </p:animEffect>
                                    <p:anim calcmode="lin" valueType="num">
                                      <p:cBhvr>
                                        <p:cTn id="100" dur="500" fill="hold"/>
                                        <p:tgtEl>
                                          <p:spTgt spid="120"/>
                                        </p:tgtEl>
                                        <p:attrNameLst>
                                          <p:attrName>ppt_x</p:attrName>
                                        </p:attrNameLst>
                                      </p:cBhvr>
                                      <p:tavLst>
                                        <p:tav tm="0">
                                          <p:val>
                                            <p:strVal val="#ppt_x"/>
                                          </p:val>
                                        </p:tav>
                                        <p:tav tm="100000">
                                          <p:val>
                                            <p:strVal val="#ppt_x"/>
                                          </p:val>
                                        </p:tav>
                                      </p:tavLst>
                                    </p:anim>
                                    <p:anim calcmode="lin" valueType="num">
                                      <p:cBhvr>
                                        <p:cTn id="101" dur="500" fill="hold"/>
                                        <p:tgtEl>
                                          <p:spTgt spid="1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56" grpId="0"/>
      <p:bldP spid="157" grpId="0" animBg="1"/>
      <p:bldP spid="158" grpId="0" animBg="1"/>
      <p:bldP spid="162" grpId="0"/>
      <p:bldP spid="163" grpId="0" animBg="1"/>
      <p:bldP spid="164" grpId="0" animBg="1"/>
      <p:bldP spid="165" grpId="0"/>
      <p:bldP spid="166" grpId="0" animBg="1"/>
      <p:bldP spid="167" grpId="0" animBg="1"/>
      <p:bldP spid="168" grpId="0"/>
      <p:bldP spid="169" grpId="0" animBg="1"/>
      <p:bldP spid="170"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240</a:t>
            </a:fld>
            <a:endParaRPr lang="en-US" dirty="0"/>
          </a:p>
        </p:txBody>
      </p:sp>
      <p:grpSp>
        <p:nvGrpSpPr>
          <p:cNvPr id="2" name="Group 135"/>
          <p:cNvGrpSpPr/>
          <p:nvPr/>
        </p:nvGrpSpPr>
        <p:grpSpPr>
          <a:xfrm>
            <a:off x="668227" y="2599154"/>
            <a:ext cx="1697718" cy="1684552"/>
            <a:chOff x="668227" y="2599154"/>
            <a:chExt cx="1697718" cy="1684552"/>
          </a:xfrm>
        </p:grpSpPr>
        <p:grpSp>
          <p:nvGrpSpPr>
            <p:cNvPr id="3" name="Group 18"/>
            <p:cNvGrpSpPr/>
            <p:nvPr/>
          </p:nvGrpSpPr>
          <p:grpSpPr>
            <a:xfrm>
              <a:off x="668227" y="3385724"/>
              <a:ext cx="1071537" cy="897982"/>
              <a:chOff x="740552" y="2960555"/>
              <a:chExt cx="1374982" cy="1152278"/>
            </a:xfrm>
            <a:solidFill>
              <a:schemeClr val="accent1">
                <a:lumMod val="50000"/>
              </a:schemeClr>
            </a:solidFill>
          </p:grpSpPr>
          <p:sp>
            <p:nvSpPr>
              <p:cNvPr id="2053" name="Freeform 5"/>
              <p:cNvSpPr>
                <a:spLocks/>
              </p:cNvSpPr>
              <p:nvPr/>
            </p:nvSpPr>
            <p:spPr bwMode="auto">
              <a:xfrm rot="302944">
                <a:off x="1231620" y="3353537"/>
                <a:ext cx="883914" cy="759296"/>
              </a:xfrm>
              <a:custGeom>
                <a:avLst/>
                <a:gdLst/>
                <a:ahLst/>
                <a:cxnLst>
                  <a:cxn ang="0">
                    <a:pos x="0" y="92"/>
                  </a:cxn>
                  <a:cxn ang="0">
                    <a:pos x="160" y="287"/>
                  </a:cxn>
                  <a:cxn ang="0">
                    <a:pos x="342" y="456"/>
                  </a:cxn>
                  <a:cxn ang="0">
                    <a:pos x="453" y="412"/>
                  </a:cxn>
                  <a:cxn ang="0">
                    <a:pos x="531" y="364"/>
                  </a:cxn>
                  <a:cxn ang="0">
                    <a:pos x="457" y="277"/>
                  </a:cxn>
                  <a:cxn ang="0">
                    <a:pos x="390" y="200"/>
                  </a:cxn>
                  <a:cxn ang="0">
                    <a:pos x="304" y="76"/>
                  </a:cxn>
                  <a:cxn ang="0">
                    <a:pos x="285" y="0"/>
                  </a:cxn>
                  <a:cxn ang="0">
                    <a:pos x="0" y="92"/>
                  </a:cxn>
                </a:cxnLst>
                <a:rect l="0" t="0" r="r" b="b"/>
                <a:pathLst>
                  <a:path w="531" h="456">
                    <a:moveTo>
                      <a:pt x="0" y="92"/>
                    </a:moveTo>
                    <a:cubicBezTo>
                      <a:pt x="0" y="92"/>
                      <a:pt x="84" y="198"/>
                      <a:pt x="160" y="287"/>
                    </a:cubicBezTo>
                    <a:cubicBezTo>
                      <a:pt x="237" y="376"/>
                      <a:pt x="342" y="456"/>
                      <a:pt x="342" y="456"/>
                    </a:cubicBezTo>
                    <a:cubicBezTo>
                      <a:pt x="342" y="456"/>
                      <a:pt x="383" y="445"/>
                      <a:pt x="453" y="412"/>
                    </a:cubicBezTo>
                    <a:cubicBezTo>
                      <a:pt x="524" y="380"/>
                      <a:pt x="531" y="364"/>
                      <a:pt x="531" y="364"/>
                    </a:cubicBezTo>
                    <a:cubicBezTo>
                      <a:pt x="531" y="364"/>
                      <a:pt x="510" y="279"/>
                      <a:pt x="457" y="277"/>
                    </a:cubicBezTo>
                    <a:cubicBezTo>
                      <a:pt x="449" y="243"/>
                      <a:pt x="432" y="201"/>
                      <a:pt x="390" y="200"/>
                    </a:cubicBezTo>
                    <a:cubicBezTo>
                      <a:pt x="386" y="163"/>
                      <a:pt x="358" y="88"/>
                      <a:pt x="304" y="76"/>
                    </a:cubicBezTo>
                    <a:cubicBezTo>
                      <a:pt x="307" y="35"/>
                      <a:pt x="285" y="0"/>
                      <a:pt x="285" y="0"/>
                    </a:cubicBezTo>
                    <a:lnTo>
                      <a:pt x="0" y="92"/>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4" name="Freeform 6"/>
              <p:cNvSpPr>
                <a:spLocks/>
              </p:cNvSpPr>
              <p:nvPr/>
            </p:nvSpPr>
            <p:spPr bwMode="auto">
              <a:xfrm rot="302944">
                <a:off x="1750957" y="3345328"/>
                <a:ext cx="210111" cy="218805"/>
              </a:xfrm>
              <a:custGeom>
                <a:avLst/>
                <a:gdLst/>
                <a:ahLst/>
                <a:cxnLst>
                  <a:cxn ang="0">
                    <a:pos x="77" y="0"/>
                  </a:cxn>
                  <a:cxn ang="0">
                    <a:pos x="126" y="108"/>
                  </a:cxn>
                  <a:cxn ang="0">
                    <a:pos x="94" y="126"/>
                  </a:cxn>
                  <a:cxn ang="0">
                    <a:pos x="22" y="58"/>
                  </a:cxn>
                  <a:cxn ang="0">
                    <a:pos x="0" y="2"/>
                  </a:cxn>
                  <a:cxn ang="0">
                    <a:pos x="77" y="0"/>
                  </a:cxn>
                </a:cxnLst>
                <a:rect l="0" t="0" r="r" b="b"/>
                <a:pathLst>
                  <a:path w="126" h="131">
                    <a:moveTo>
                      <a:pt x="77" y="0"/>
                    </a:moveTo>
                    <a:cubicBezTo>
                      <a:pt x="126" y="108"/>
                      <a:pt x="126" y="108"/>
                      <a:pt x="126" y="108"/>
                    </a:cubicBezTo>
                    <a:cubicBezTo>
                      <a:pt x="126" y="108"/>
                      <a:pt x="113" y="122"/>
                      <a:pt x="94" y="126"/>
                    </a:cubicBezTo>
                    <a:cubicBezTo>
                      <a:pt x="75" y="131"/>
                      <a:pt x="34" y="82"/>
                      <a:pt x="22" y="58"/>
                    </a:cubicBezTo>
                    <a:cubicBezTo>
                      <a:pt x="11" y="34"/>
                      <a:pt x="0" y="2"/>
                      <a:pt x="0" y="2"/>
                    </a:cubicBezTo>
                    <a:lnTo>
                      <a:pt x="77"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5" name="Freeform 7"/>
              <p:cNvSpPr>
                <a:spLocks/>
              </p:cNvSpPr>
              <p:nvPr/>
            </p:nvSpPr>
            <p:spPr bwMode="auto">
              <a:xfrm rot="302944">
                <a:off x="740552" y="2960555"/>
                <a:ext cx="389792" cy="521654"/>
              </a:xfrm>
              <a:custGeom>
                <a:avLst/>
                <a:gdLst/>
                <a:ahLst/>
                <a:cxnLst>
                  <a:cxn ang="0">
                    <a:pos x="41" y="54"/>
                  </a:cxn>
                  <a:cxn ang="0">
                    <a:pos x="44" y="101"/>
                  </a:cxn>
                  <a:cxn ang="0">
                    <a:pos x="16" y="213"/>
                  </a:cxn>
                  <a:cxn ang="0">
                    <a:pos x="112" y="276"/>
                  </a:cxn>
                  <a:cxn ang="0">
                    <a:pos x="142" y="313"/>
                  </a:cxn>
                  <a:cxn ang="0">
                    <a:pos x="235" y="301"/>
                  </a:cxn>
                  <a:cxn ang="0">
                    <a:pos x="176" y="150"/>
                  </a:cxn>
                  <a:cxn ang="0">
                    <a:pos x="117" y="0"/>
                  </a:cxn>
                  <a:cxn ang="0">
                    <a:pos x="41" y="54"/>
                  </a:cxn>
                </a:cxnLst>
                <a:rect l="0" t="0" r="r" b="b"/>
                <a:pathLst>
                  <a:path w="235" h="313">
                    <a:moveTo>
                      <a:pt x="41" y="54"/>
                    </a:moveTo>
                    <a:cubicBezTo>
                      <a:pt x="41" y="54"/>
                      <a:pt x="39" y="70"/>
                      <a:pt x="44" y="101"/>
                    </a:cubicBezTo>
                    <a:cubicBezTo>
                      <a:pt x="13" y="128"/>
                      <a:pt x="0" y="172"/>
                      <a:pt x="16" y="213"/>
                    </a:cubicBezTo>
                    <a:cubicBezTo>
                      <a:pt x="32" y="253"/>
                      <a:pt x="71" y="277"/>
                      <a:pt x="112" y="276"/>
                    </a:cubicBezTo>
                    <a:cubicBezTo>
                      <a:pt x="130" y="302"/>
                      <a:pt x="142" y="313"/>
                      <a:pt x="142" y="313"/>
                    </a:cubicBezTo>
                    <a:cubicBezTo>
                      <a:pt x="235" y="301"/>
                      <a:pt x="235" y="301"/>
                      <a:pt x="235" y="301"/>
                    </a:cubicBezTo>
                    <a:cubicBezTo>
                      <a:pt x="176" y="150"/>
                      <a:pt x="176" y="150"/>
                      <a:pt x="176" y="150"/>
                    </a:cubicBezTo>
                    <a:cubicBezTo>
                      <a:pt x="117" y="0"/>
                      <a:pt x="117" y="0"/>
                      <a:pt x="117" y="0"/>
                    </a:cubicBezTo>
                    <a:lnTo>
                      <a:pt x="41" y="5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56" name="Freeform 8"/>
            <p:cNvSpPr>
              <a:spLocks/>
            </p:cNvSpPr>
            <p:nvPr/>
          </p:nvSpPr>
          <p:spPr bwMode="auto">
            <a:xfrm rot="302944">
              <a:off x="831092" y="2605982"/>
              <a:ext cx="1408177" cy="1253468"/>
            </a:xfrm>
            <a:custGeom>
              <a:avLst/>
              <a:gdLst/>
              <a:ahLst/>
              <a:cxnLst>
                <a:cxn ang="0">
                  <a:pos x="564" y="256"/>
                </a:cxn>
                <a:cxn ang="0">
                  <a:pos x="164" y="559"/>
                </a:cxn>
                <a:cxn ang="0">
                  <a:pos x="20" y="629"/>
                </a:cxn>
                <a:cxn ang="0">
                  <a:pos x="60" y="805"/>
                </a:cxn>
                <a:cxn ang="0">
                  <a:pos x="151" y="962"/>
                </a:cxn>
                <a:cxn ang="0">
                  <a:pos x="303" y="916"/>
                </a:cxn>
                <a:cxn ang="0">
                  <a:pos x="803" y="866"/>
                </a:cxn>
                <a:cxn ang="0">
                  <a:pos x="1086" y="954"/>
                </a:cxn>
                <a:cxn ang="0">
                  <a:pos x="899" y="477"/>
                </a:cxn>
                <a:cxn ang="0">
                  <a:pos x="712" y="0"/>
                </a:cxn>
                <a:cxn ang="0">
                  <a:pos x="564" y="256"/>
                </a:cxn>
              </a:cxnLst>
              <a:rect l="0" t="0" r="r" b="b"/>
              <a:pathLst>
                <a:path w="1086" h="967">
                  <a:moveTo>
                    <a:pt x="564" y="256"/>
                  </a:moveTo>
                  <a:cubicBezTo>
                    <a:pt x="463" y="422"/>
                    <a:pt x="259" y="518"/>
                    <a:pt x="164" y="559"/>
                  </a:cubicBezTo>
                  <a:cubicBezTo>
                    <a:pt x="69" y="601"/>
                    <a:pt x="41" y="603"/>
                    <a:pt x="20" y="629"/>
                  </a:cubicBezTo>
                  <a:cubicBezTo>
                    <a:pt x="0" y="655"/>
                    <a:pt x="60" y="805"/>
                    <a:pt x="60" y="805"/>
                  </a:cubicBezTo>
                  <a:cubicBezTo>
                    <a:pt x="60" y="805"/>
                    <a:pt x="118" y="956"/>
                    <a:pt x="151" y="962"/>
                  </a:cubicBezTo>
                  <a:cubicBezTo>
                    <a:pt x="183" y="967"/>
                    <a:pt x="205" y="950"/>
                    <a:pt x="303" y="916"/>
                  </a:cubicBezTo>
                  <a:cubicBezTo>
                    <a:pt x="401" y="882"/>
                    <a:pt x="616" y="813"/>
                    <a:pt x="803" y="866"/>
                  </a:cubicBezTo>
                  <a:cubicBezTo>
                    <a:pt x="990" y="920"/>
                    <a:pt x="1086" y="954"/>
                    <a:pt x="1086" y="954"/>
                  </a:cubicBezTo>
                  <a:cubicBezTo>
                    <a:pt x="899" y="477"/>
                    <a:pt x="899" y="477"/>
                    <a:pt x="899" y="477"/>
                  </a:cubicBezTo>
                  <a:cubicBezTo>
                    <a:pt x="712" y="0"/>
                    <a:pt x="712" y="0"/>
                    <a:pt x="712" y="0"/>
                  </a:cubicBezTo>
                  <a:cubicBezTo>
                    <a:pt x="712" y="0"/>
                    <a:pt x="665" y="90"/>
                    <a:pt x="564" y="256"/>
                  </a:cubicBezTo>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7" name="Freeform 9"/>
            <p:cNvSpPr>
              <a:spLocks/>
            </p:cNvSpPr>
            <p:nvPr/>
          </p:nvSpPr>
          <p:spPr bwMode="auto">
            <a:xfrm rot="302944">
              <a:off x="924741" y="3324927"/>
              <a:ext cx="1282829" cy="538653"/>
            </a:xfrm>
            <a:custGeom>
              <a:avLst/>
              <a:gdLst/>
              <a:ahLst/>
              <a:cxnLst>
                <a:cxn ang="0">
                  <a:pos x="381" y="84"/>
                </a:cxn>
                <a:cxn ang="0">
                  <a:pos x="0" y="336"/>
                </a:cxn>
                <a:cxn ang="0">
                  <a:pos x="55" y="411"/>
                </a:cxn>
                <a:cxn ang="0">
                  <a:pos x="207" y="365"/>
                </a:cxn>
                <a:cxn ang="0">
                  <a:pos x="707" y="315"/>
                </a:cxn>
                <a:cxn ang="0">
                  <a:pos x="990" y="403"/>
                </a:cxn>
                <a:cxn ang="0">
                  <a:pos x="836" y="10"/>
                </a:cxn>
                <a:cxn ang="0">
                  <a:pos x="381" y="84"/>
                </a:cxn>
              </a:cxnLst>
              <a:rect l="0" t="0" r="r" b="b"/>
              <a:pathLst>
                <a:path w="990" h="416">
                  <a:moveTo>
                    <a:pt x="381" y="84"/>
                  </a:moveTo>
                  <a:cubicBezTo>
                    <a:pt x="227" y="144"/>
                    <a:pt x="96" y="233"/>
                    <a:pt x="0" y="336"/>
                  </a:cubicBezTo>
                  <a:cubicBezTo>
                    <a:pt x="18" y="373"/>
                    <a:pt x="39" y="408"/>
                    <a:pt x="55" y="411"/>
                  </a:cubicBezTo>
                  <a:cubicBezTo>
                    <a:pt x="87" y="416"/>
                    <a:pt x="109" y="399"/>
                    <a:pt x="207" y="365"/>
                  </a:cubicBezTo>
                  <a:cubicBezTo>
                    <a:pt x="305" y="331"/>
                    <a:pt x="520" y="262"/>
                    <a:pt x="707" y="315"/>
                  </a:cubicBezTo>
                  <a:cubicBezTo>
                    <a:pt x="894" y="369"/>
                    <a:pt x="990" y="403"/>
                    <a:pt x="990" y="403"/>
                  </a:cubicBezTo>
                  <a:cubicBezTo>
                    <a:pt x="836" y="10"/>
                    <a:pt x="836" y="10"/>
                    <a:pt x="836" y="10"/>
                  </a:cubicBezTo>
                  <a:cubicBezTo>
                    <a:pt x="695" y="0"/>
                    <a:pt x="537" y="23"/>
                    <a:pt x="381" y="84"/>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134"/>
            <p:cNvGrpSpPr/>
            <p:nvPr/>
          </p:nvGrpSpPr>
          <p:grpSpPr>
            <a:xfrm>
              <a:off x="1727918" y="2599154"/>
              <a:ext cx="638027" cy="1307672"/>
              <a:chOff x="1727918" y="2599154"/>
              <a:chExt cx="638027" cy="1307672"/>
            </a:xfrm>
          </p:grpSpPr>
          <p:sp>
            <p:nvSpPr>
              <p:cNvPr id="2058" name="Freeform 10"/>
              <p:cNvSpPr>
                <a:spLocks/>
              </p:cNvSpPr>
              <p:nvPr/>
            </p:nvSpPr>
            <p:spPr bwMode="auto">
              <a:xfrm rot="302944">
                <a:off x="1727918" y="2599154"/>
                <a:ext cx="638027" cy="1307672"/>
              </a:xfrm>
              <a:custGeom>
                <a:avLst/>
                <a:gdLst/>
                <a:ahLst/>
                <a:cxnLst>
                  <a:cxn ang="0">
                    <a:pos x="481" y="878"/>
                  </a:cxn>
                  <a:cxn ang="0">
                    <a:pos x="432" y="991"/>
                  </a:cxn>
                  <a:cxn ang="0">
                    <a:pos x="320" y="941"/>
                  </a:cxn>
                  <a:cxn ang="0">
                    <a:pos x="140" y="544"/>
                  </a:cxn>
                  <a:cxn ang="0">
                    <a:pos x="2" y="130"/>
                  </a:cxn>
                  <a:cxn ang="0">
                    <a:pos x="51" y="17"/>
                  </a:cxn>
                  <a:cxn ang="0">
                    <a:pos x="164" y="67"/>
                  </a:cxn>
                  <a:cxn ang="0">
                    <a:pos x="344" y="464"/>
                  </a:cxn>
                  <a:cxn ang="0">
                    <a:pos x="481" y="878"/>
                  </a:cxn>
                </a:cxnLst>
                <a:rect l="0" t="0" r="r" b="b"/>
                <a:pathLst>
                  <a:path w="492" h="1008">
                    <a:moveTo>
                      <a:pt x="481" y="878"/>
                    </a:moveTo>
                    <a:cubicBezTo>
                      <a:pt x="492" y="933"/>
                      <a:pt x="477" y="973"/>
                      <a:pt x="432" y="991"/>
                    </a:cubicBezTo>
                    <a:cubicBezTo>
                      <a:pt x="387" y="1008"/>
                      <a:pt x="349" y="990"/>
                      <a:pt x="320" y="941"/>
                    </a:cubicBezTo>
                    <a:cubicBezTo>
                      <a:pt x="320" y="941"/>
                      <a:pt x="279" y="900"/>
                      <a:pt x="140" y="544"/>
                    </a:cubicBezTo>
                    <a:cubicBezTo>
                      <a:pt x="0" y="188"/>
                      <a:pt x="2" y="130"/>
                      <a:pt x="2" y="130"/>
                    </a:cubicBezTo>
                    <a:cubicBezTo>
                      <a:pt x="0" y="73"/>
                      <a:pt x="7" y="35"/>
                      <a:pt x="51" y="17"/>
                    </a:cubicBezTo>
                    <a:cubicBezTo>
                      <a:pt x="96" y="0"/>
                      <a:pt x="128" y="17"/>
                      <a:pt x="164" y="67"/>
                    </a:cubicBezTo>
                    <a:cubicBezTo>
                      <a:pt x="164" y="67"/>
                      <a:pt x="216" y="136"/>
                      <a:pt x="344" y="464"/>
                    </a:cubicBezTo>
                    <a:cubicBezTo>
                      <a:pt x="472" y="792"/>
                      <a:pt x="481" y="878"/>
                      <a:pt x="481" y="878"/>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9" name="Freeform 11"/>
              <p:cNvSpPr>
                <a:spLocks/>
              </p:cNvSpPr>
              <p:nvPr/>
            </p:nvSpPr>
            <p:spPr bwMode="auto">
              <a:xfrm rot="302944">
                <a:off x="1877643" y="2669161"/>
                <a:ext cx="442666" cy="1131509"/>
              </a:xfrm>
              <a:custGeom>
                <a:avLst/>
                <a:gdLst/>
                <a:ahLst/>
                <a:cxnLst>
                  <a:cxn ang="0">
                    <a:pos x="214" y="419"/>
                  </a:cxn>
                  <a:cxn ang="0">
                    <a:pos x="342" y="872"/>
                  </a:cxn>
                  <a:cxn ang="0">
                    <a:pos x="128" y="453"/>
                  </a:cxn>
                  <a:cxn ang="0">
                    <a:pos x="0" y="0"/>
                  </a:cxn>
                  <a:cxn ang="0">
                    <a:pos x="214" y="419"/>
                  </a:cxn>
                </a:cxnLst>
                <a:rect l="0" t="0" r="r" b="b"/>
                <a:pathLst>
                  <a:path w="342" h="872">
                    <a:moveTo>
                      <a:pt x="214" y="419"/>
                    </a:moveTo>
                    <a:cubicBezTo>
                      <a:pt x="309" y="660"/>
                      <a:pt x="342" y="872"/>
                      <a:pt x="342" y="872"/>
                    </a:cubicBezTo>
                    <a:cubicBezTo>
                      <a:pt x="342" y="872"/>
                      <a:pt x="222" y="694"/>
                      <a:pt x="128" y="453"/>
                    </a:cubicBezTo>
                    <a:cubicBezTo>
                      <a:pt x="33" y="212"/>
                      <a:pt x="0" y="0"/>
                      <a:pt x="0" y="0"/>
                    </a:cubicBezTo>
                    <a:cubicBezTo>
                      <a:pt x="0" y="0"/>
                      <a:pt x="120" y="178"/>
                      <a:pt x="214" y="419"/>
                    </a:cubicBezTo>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 name="Group 133"/>
          <p:cNvGrpSpPr/>
          <p:nvPr/>
        </p:nvGrpSpPr>
        <p:grpSpPr>
          <a:xfrm>
            <a:off x="2311702" y="2608708"/>
            <a:ext cx="478863" cy="988285"/>
            <a:chOff x="2311702" y="2608708"/>
            <a:chExt cx="478863" cy="988285"/>
          </a:xfrm>
        </p:grpSpPr>
        <p:sp>
          <p:nvSpPr>
            <p:cNvPr id="2060" name="Freeform 12"/>
            <p:cNvSpPr>
              <a:spLocks/>
            </p:cNvSpPr>
            <p:nvPr/>
          </p:nvSpPr>
          <p:spPr bwMode="auto">
            <a:xfrm rot="302944">
              <a:off x="2350400" y="3045633"/>
              <a:ext cx="423469" cy="177293"/>
            </a:xfrm>
            <a:custGeom>
              <a:avLst/>
              <a:gdLst/>
              <a:ahLst/>
              <a:cxnLst>
                <a:cxn ang="0">
                  <a:pos x="324" y="13"/>
                </a:cxn>
                <a:cxn ang="0">
                  <a:pos x="313" y="34"/>
                </a:cxn>
                <a:cxn ang="0">
                  <a:pos x="24" y="133"/>
                </a:cxn>
                <a:cxn ang="0">
                  <a:pos x="3" y="122"/>
                </a:cxn>
                <a:cxn ang="0">
                  <a:pos x="13" y="101"/>
                </a:cxn>
                <a:cxn ang="0">
                  <a:pos x="302" y="3"/>
                </a:cxn>
                <a:cxn ang="0">
                  <a:pos x="324" y="13"/>
                </a:cxn>
              </a:cxnLst>
              <a:rect l="0" t="0" r="r" b="b"/>
              <a:pathLst>
                <a:path w="326" h="136">
                  <a:moveTo>
                    <a:pt x="324" y="13"/>
                  </a:moveTo>
                  <a:cubicBezTo>
                    <a:pt x="326" y="22"/>
                    <a:pt x="322" y="31"/>
                    <a:pt x="313" y="34"/>
                  </a:cubicBezTo>
                  <a:cubicBezTo>
                    <a:pt x="24" y="133"/>
                    <a:pt x="24" y="133"/>
                    <a:pt x="24" y="133"/>
                  </a:cubicBezTo>
                  <a:cubicBezTo>
                    <a:pt x="15" y="136"/>
                    <a:pt x="5" y="131"/>
                    <a:pt x="3" y="122"/>
                  </a:cubicBezTo>
                  <a:cubicBezTo>
                    <a:pt x="0" y="114"/>
                    <a:pt x="4" y="104"/>
                    <a:pt x="13" y="101"/>
                  </a:cubicBezTo>
                  <a:cubicBezTo>
                    <a:pt x="302" y="3"/>
                    <a:pt x="302" y="3"/>
                    <a:pt x="302" y="3"/>
                  </a:cubicBezTo>
                  <a:cubicBezTo>
                    <a:pt x="311" y="0"/>
                    <a:pt x="321" y="4"/>
                    <a:pt x="324" y="13"/>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1" name="Freeform 13"/>
            <p:cNvSpPr>
              <a:spLocks/>
            </p:cNvSpPr>
            <p:nvPr/>
          </p:nvSpPr>
          <p:spPr bwMode="auto">
            <a:xfrm rot="302944">
              <a:off x="2311702" y="2608708"/>
              <a:ext cx="223592" cy="404272"/>
            </a:xfrm>
            <a:custGeom>
              <a:avLst/>
              <a:gdLst/>
              <a:ahLst/>
              <a:cxnLst>
                <a:cxn ang="0">
                  <a:pos x="161" y="4"/>
                </a:cxn>
                <a:cxn ang="0">
                  <a:pos x="169" y="26"/>
                </a:cxn>
                <a:cxn ang="0">
                  <a:pos x="34" y="301"/>
                </a:cxn>
                <a:cxn ang="0">
                  <a:pos x="12" y="308"/>
                </a:cxn>
                <a:cxn ang="0">
                  <a:pos x="4" y="286"/>
                </a:cxn>
                <a:cxn ang="0">
                  <a:pos x="139" y="12"/>
                </a:cxn>
                <a:cxn ang="0">
                  <a:pos x="161" y="4"/>
                </a:cxn>
              </a:cxnLst>
              <a:rect l="0" t="0" r="r" b="b"/>
              <a:pathLst>
                <a:path w="173" h="312">
                  <a:moveTo>
                    <a:pt x="161" y="4"/>
                  </a:moveTo>
                  <a:cubicBezTo>
                    <a:pt x="169" y="8"/>
                    <a:pt x="173" y="18"/>
                    <a:pt x="169" y="26"/>
                  </a:cubicBezTo>
                  <a:cubicBezTo>
                    <a:pt x="34" y="301"/>
                    <a:pt x="34" y="301"/>
                    <a:pt x="34" y="301"/>
                  </a:cubicBezTo>
                  <a:cubicBezTo>
                    <a:pt x="30" y="309"/>
                    <a:pt x="20" y="312"/>
                    <a:pt x="12" y="308"/>
                  </a:cubicBezTo>
                  <a:cubicBezTo>
                    <a:pt x="3" y="304"/>
                    <a:pt x="0" y="294"/>
                    <a:pt x="4" y="286"/>
                  </a:cubicBezTo>
                  <a:cubicBezTo>
                    <a:pt x="139" y="12"/>
                    <a:pt x="139" y="12"/>
                    <a:pt x="139" y="12"/>
                  </a:cubicBezTo>
                  <a:cubicBezTo>
                    <a:pt x="143" y="3"/>
                    <a:pt x="153" y="0"/>
                    <a:pt x="161" y="4"/>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2" name="Freeform 14"/>
            <p:cNvSpPr>
              <a:spLocks/>
            </p:cNvSpPr>
            <p:nvPr/>
          </p:nvSpPr>
          <p:spPr bwMode="auto">
            <a:xfrm rot="302944">
              <a:off x="2386293" y="3372272"/>
              <a:ext cx="404272" cy="224721"/>
            </a:xfrm>
            <a:custGeom>
              <a:avLst/>
              <a:gdLst/>
              <a:ahLst/>
              <a:cxnLst>
                <a:cxn ang="0">
                  <a:pos x="308" y="161"/>
                </a:cxn>
                <a:cxn ang="0">
                  <a:pos x="300" y="139"/>
                </a:cxn>
                <a:cxn ang="0">
                  <a:pos x="26" y="4"/>
                </a:cxn>
                <a:cxn ang="0">
                  <a:pos x="4" y="11"/>
                </a:cxn>
                <a:cxn ang="0">
                  <a:pos x="11" y="34"/>
                </a:cxn>
                <a:cxn ang="0">
                  <a:pos x="286" y="169"/>
                </a:cxn>
                <a:cxn ang="0">
                  <a:pos x="308" y="161"/>
                </a:cxn>
              </a:cxnLst>
              <a:rect l="0" t="0" r="r" b="b"/>
              <a:pathLst>
                <a:path w="312" h="173">
                  <a:moveTo>
                    <a:pt x="308" y="161"/>
                  </a:moveTo>
                  <a:cubicBezTo>
                    <a:pt x="312" y="153"/>
                    <a:pt x="309" y="143"/>
                    <a:pt x="300" y="139"/>
                  </a:cubicBezTo>
                  <a:cubicBezTo>
                    <a:pt x="26" y="4"/>
                    <a:pt x="26" y="4"/>
                    <a:pt x="26" y="4"/>
                  </a:cubicBezTo>
                  <a:cubicBezTo>
                    <a:pt x="18" y="0"/>
                    <a:pt x="8" y="3"/>
                    <a:pt x="4" y="11"/>
                  </a:cubicBezTo>
                  <a:cubicBezTo>
                    <a:pt x="0" y="20"/>
                    <a:pt x="3" y="30"/>
                    <a:pt x="11" y="34"/>
                  </a:cubicBezTo>
                  <a:cubicBezTo>
                    <a:pt x="286" y="169"/>
                    <a:pt x="286" y="169"/>
                    <a:pt x="286" y="169"/>
                  </a:cubicBezTo>
                  <a:cubicBezTo>
                    <a:pt x="294" y="173"/>
                    <a:pt x="304" y="169"/>
                    <a:pt x="308" y="161"/>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8" name="Rectangle 57"/>
          <p:cNvSpPr/>
          <p:nvPr/>
        </p:nvSpPr>
        <p:spPr>
          <a:xfrm>
            <a:off x="7673070" y="3686623"/>
            <a:ext cx="593111" cy="430887"/>
          </a:xfrm>
          <a:prstGeom prst="rect">
            <a:avLst/>
          </a:prstGeom>
        </p:spPr>
        <p:txBody>
          <a:bodyPr wrap="none" lIns="0" tIns="0" rIns="0" bIns="0">
            <a:spAutoFit/>
          </a:bodyPr>
          <a:lstStyle/>
          <a:p>
            <a:r>
              <a:rPr lang="en-US" sz="2800" b="1" dirty="0">
                <a:solidFill>
                  <a:schemeClr val="accent2"/>
                </a:solidFill>
              </a:rPr>
              <a:t>80%</a:t>
            </a:r>
            <a:endParaRPr lang="en-US" sz="1800" b="1" dirty="0">
              <a:solidFill>
                <a:schemeClr val="accent2"/>
              </a:solidFill>
            </a:endParaRPr>
          </a:p>
        </p:txBody>
      </p:sp>
      <p:sp>
        <p:nvSpPr>
          <p:cNvPr id="59" name="Rectangle 58"/>
          <p:cNvSpPr/>
          <p:nvPr/>
        </p:nvSpPr>
        <p:spPr>
          <a:xfrm>
            <a:off x="7673070" y="3100270"/>
            <a:ext cx="593111" cy="430887"/>
          </a:xfrm>
          <a:prstGeom prst="rect">
            <a:avLst/>
          </a:prstGeom>
        </p:spPr>
        <p:txBody>
          <a:bodyPr wrap="none" lIns="0" tIns="0" rIns="0" bIns="0">
            <a:spAutoFit/>
          </a:bodyPr>
          <a:lstStyle/>
          <a:p>
            <a:r>
              <a:rPr lang="en-US" sz="2800" b="1" dirty="0">
                <a:solidFill>
                  <a:schemeClr val="accent1"/>
                </a:solidFill>
              </a:rPr>
              <a:t>50%</a:t>
            </a:r>
            <a:endParaRPr lang="en-US" sz="1800" b="1" dirty="0">
              <a:solidFill>
                <a:schemeClr val="accent1"/>
              </a:solidFill>
            </a:endParaRPr>
          </a:p>
        </p:txBody>
      </p:sp>
      <p:grpSp>
        <p:nvGrpSpPr>
          <p:cNvPr id="6" name="Group 87"/>
          <p:cNvGrpSpPr/>
          <p:nvPr/>
        </p:nvGrpSpPr>
        <p:grpSpPr>
          <a:xfrm>
            <a:off x="5418887" y="3682876"/>
            <a:ext cx="2083804" cy="438380"/>
            <a:chOff x="609600" y="2841943"/>
            <a:chExt cx="2660838" cy="559774"/>
          </a:xfrm>
        </p:grpSpPr>
        <p:grpSp>
          <p:nvGrpSpPr>
            <p:cNvPr id="9" name="Group 184"/>
            <p:cNvGrpSpPr/>
            <p:nvPr/>
          </p:nvGrpSpPr>
          <p:grpSpPr>
            <a:xfrm>
              <a:off x="609600" y="2841943"/>
              <a:ext cx="260742" cy="559774"/>
              <a:chOff x="6213475" y="1668463"/>
              <a:chExt cx="227013" cy="487362"/>
            </a:xfrm>
            <a:solidFill>
              <a:schemeClr val="accent1"/>
            </a:solidFill>
          </p:grpSpPr>
          <p:sp>
            <p:nvSpPr>
              <p:cNvPr id="8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184"/>
            <p:cNvGrpSpPr/>
            <p:nvPr/>
          </p:nvGrpSpPr>
          <p:grpSpPr>
            <a:xfrm>
              <a:off x="876277" y="2841943"/>
              <a:ext cx="260742" cy="559774"/>
              <a:chOff x="6213475" y="1668463"/>
              <a:chExt cx="227013" cy="487362"/>
            </a:xfrm>
            <a:solidFill>
              <a:schemeClr val="accent1"/>
            </a:solidFill>
          </p:grpSpPr>
          <p:sp>
            <p:nvSpPr>
              <p:cNvPr id="87"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84"/>
            <p:cNvGrpSpPr/>
            <p:nvPr/>
          </p:nvGrpSpPr>
          <p:grpSpPr>
            <a:xfrm>
              <a:off x="1142954" y="2841943"/>
              <a:ext cx="260742" cy="559774"/>
              <a:chOff x="6213475" y="1668463"/>
              <a:chExt cx="227013" cy="487362"/>
            </a:xfrm>
            <a:solidFill>
              <a:schemeClr val="accent1"/>
            </a:solidFill>
          </p:grpSpPr>
          <p:sp>
            <p:nvSpPr>
              <p:cNvPr id="85"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84"/>
            <p:cNvGrpSpPr/>
            <p:nvPr/>
          </p:nvGrpSpPr>
          <p:grpSpPr>
            <a:xfrm>
              <a:off x="1409631" y="2841943"/>
              <a:ext cx="260742" cy="559774"/>
              <a:chOff x="6213475" y="1668463"/>
              <a:chExt cx="227013" cy="487362"/>
            </a:xfrm>
            <a:solidFill>
              <a:schemeClr val="accent1"/>
            </a:solidFill>
          </p:grpSpPr>
          <p:sp>
            <p:nvSpPr>
              <p:cNvPr id="83"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84"/>
            <p:cNvGrpSpPr/>
            <p:nvPr/>
          </p:nvGrpSpPr>
          <p:grpSpPr>
            <a:xfrm>
              <a:off x="1676308" y="2841943"/>
              <a:ext cx="260742" cy="559774"/>
              <a:chOff x="6213475" y="1668463"/>
              <a:chExt cx="227013" cy="487362"/>
            </a:xfrm>
            <a:solidFill>
              <a:schemeClr val="accent1"/>
            </a:solidFill>
          </p:grpSpPr>
          <p:sp>
            <p:nvSpPr>
              <p:cNvPr id="8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84"/>
            <p:cNvGrpSpPr/>
            <p:nvPr/>
          </p:nvGrpSpPr>
          <p:grpSpPr>
            <a:xfrm>
              <a:off x="1942985" y="2841943"/>
              <a:ext cx="260742" cy="559774"/>
              <a:chOff x="6213475" y="1668463"/>
              <a:chExt cx="227013" cy="487362"/>
            </a:xfrm>
            <a:solidFill>
              <a:schemeClr val="accent1"/>
            </a:solidFill>
          </p:grpSpPr>
          <p:sp>
            <p:nvSpPr>
              <p:cNvPr id="7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84"/>
            <p:cNvGrpSpPr/>
            <p:nvPr/>
          </p:nvGrpSpPr>
          <p:grpSpPr>
            <a:xfrm>
              <a:off x="2209662" y="2841943"/>
              <a:ext cx="260742" cy="559774"/>
              <a:chOff x="6213475" y="1668463"/>
              <a:chExt cx="227013" cy="487362"/>
            </a:xfrm>
            <a:solidFill>
              <a:schemeClr val="accent1"/>
            </a:solidFill>
          </p:grpSpPr>
          <p:sp>
            <p:nvSpPr>
              <p:cNvPr id="77"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84"/>
            <p:cNvGrpSpPr/>
            <p:nvPr/>
          </p:nvGrpSpPr>
          <p:grpSpPr>
            <a:xfrm>
              <a:off x="2476339" y="2841943"/>
              <a:ext cx="260742" cy="559774"/>
              <a:chOff x="6213475" y="1668463"/>
              <a:chExt cx="227013" cy="487362"/>
            </a:xfrm>
            <a:solidFill>
              <a:schemeClr val="accent1"/>
            </a:solidFill>
          </p:grpSpPr>
          <p:sp>
            <p:nvSpPr>
              <p:cNvPr id="75"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84"/>
            <p:cNvGrpSpPr/>
            <p:nvPr/>
          </p:nvGrpSpPr>
          <p:grpSpPr>
            <a:xfrm>
              <a:off x="2743016" y="2841943"/>
              <a:ext cx="260742" cy="559774"/>
              <a:chOff x="6213475" y="1668463"/>
              <a:chExt cx="227013" cy="487362"/>
            </a:xfrm>
            <a:solidFill>
              <a:schemeClr val="bg1">
                <a:lumMod val="75000"/>
              </a:schemeClr>
            </a:solidFill>
          </p:grpSpPr>
          <p:sp>
            <p:nvSpPr>
              <p:cNvPr id="73"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84"/>
            <p:cNvGrpSpPr/>
            <p:nvPr/>
          </p:nvGrpSpPr>
          <p:grpSpPr>
            <a:xfrm>
              <a:off x="3009696" y="2841943"/>
              <a:ext cx="260742" cy="559774"/>
              <a:chOff x="6213475" y="1668463"/>
              <a:chExt cx="227013" cy="487362"/>
            </a:xfrm>
            <a:solidFill>
              <a:schemeClr val="bg1">
                <a:lumMod val="75000"/>
              </a:schemeClr>
            </a:solidFill>
          </p:grpSpPr>
          <p:sp>
            <p:nvSpPr>
              <p:cNvPr id="71"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Group 90"/>
          <p:cNvGrpSpPr/>
          <p:nvPr/>
        </p:nvGrpSpPr>
        <p:grpSpPr>
          <a:xfrm>
            <a:off x="5439876" y="3083740"/>
            <a:ext cx="2015264" cy="463946"/>
            <a:chOff x="5932686" y="2855964"/>
            <a:chExt cx="2449314" cy="563870"/>
          </a:xfrm>
        </p:grpSpPr>
        <p:grpSp>
          <p:nvGrpSpPr>
            <p:cNvPr id="20" name="Group 179"/>
            <p:cNvGrpSpPr/>
            <p:nvPr/>
          </p:nvGrpSpPr>
          <p:grpSpPr>
            <a:xfrm>
              <a:off x="5932686" y="2855964"/>
              <a:ext cx="220321" cy="563870"/>
              <a:chOff x="5054600" y="1652588"/>
              <a:chExt cx="187325" cy="479424"/>
            </a:xfrm>
            <a:solidFill>
              <a:schemeClr val="accent4"/>
            </a:solidFill>
          </p:grpSpPr>
          <p:sp>
            <p:nvSpPr>
              <p:cNvPr id="12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179"/>
            <p:cNvGrpSpPr/>
            <p:nvPr/>
          </p:nvGrpSpPr>
          <p:grpSpPr>
            <a:xfrm>
              <a:off x="6180352" y="2855964"/>
              <a:ext cx="220321" cy="563870"/>
              <a:chOff x="5054600" y="1652588"/>
              <a:chExt cx="187325" cy="479424"/>
            </a:xfrm>
            <a:solidFill>
              <a:schemeClr val="accent4"/>
            </a:solidFill>
          </p:grpSpPr>
          <p:sp>
            <p:nvSpPr>
              <p:cNvPr id="11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179"/>
            <p:cNvGrpSpPr/>
            <p:nvPr/>
          </p:nvGrpSpPr>
          <p:grpSpPr>
            <a:xfrm>
              <a:off x="6428018" y="2855964"/>
              <a:ext cx="220321" cy="563870"/>
              <a:chOff x="5054600" y="1652588"/>
              <a:chExt cx="187325" cy="479424"/>
            </a:xfrm>
            <a:solidFill>
              <a:schemeClr val="accent4"/>
            </a:solidFill>
          </p:grpSpPr>
          <p:sp>
            <p:nvSpPr>
              <p:cNvPr id="11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179"/>
            <p:cNvGrpSpPr/>
            <p:nvPr/>
          </p:nvGrpSpPr>
          <p:grpSpPr>
            <a:xfrm>
              <a:off x="6675684" y="2855964"/>
              <a:ext cx="220321" cy="563870"/>
              <a:chOff x="5054600" y="1652588"/>
              <a:chExt cx="187325" cy="479424"/>
            </a:xfrm>
            <a:solidFill>
              <a:schemeClr val="accent4"/>
            </a:solidFill>
          </p:grpSpPr>
          <p:sp>
            <p:nvSpPr>
              <p:cNvPr id="11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179"/>
            <p:cNvGrpSpPr/>
            <p:nvPr/>
          </p:nvGrpSpPr>
          <p:grpSpPr>
            <a:xfrm>
              <a:off x="6923350" y="2855964"/>
              <a:ext cx="220321" cy="563870"/>
              <a:chOff x="5054600" y="1652588"/>
              <a:chExt cx="187325" cy="479424"/>
            </a:xfrm>
            <a:solidFill>
              <a:schemeClr val="accent4"/>
            </a:solidFill>
          </p:grpSpPr>
          <p:sp>
            <p:nvSpPr>
              <p:cNvPr id="11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 name="Group 179"/>
            <p:cNvGrpSpPr/>
            <p:nvPr/>
          </p:nvGrpSpPr>
          <p:grpSpPr>
            <a:xfrm>
              <a:off x="7171017" y="2855964"/>
              <a:ext cx="220321" cy="563870"/>
              <a:chOff x="5054600" y="1652588"/>
              <a:chExt cx="187325" cy="479424"/>
            </a:xfrm>
            <a:solidFill>
              <a:schemeClr val="bg1">
                <a:lumMod val="75000"/>
              </a:schemeClr>
            </a:solidFill>
          </p:grpSpPr>
          <p:sp>
            <p:nvSpPr>
              <p:cNvPr id="11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 name="Group 179"/>
            <p:cNvGrpSpPr/>
            <p:nvPr/>
          </p:nvGrpSpPr>
          <p:grpSpPr>
            <a:xfrm>
              <a:off x="7418683" y="2855964"/>
              <a:ext cx="220321" cy="563870"/>
              <a:chOff x="5054600" y="1652588"/>
              <a:chExt cx="187325" cy="479424"/>
            </a:xfrm>
            <a:solidFill>
              <a:schemeClr val="bg1">
                <a:lumMod val="75000"/>
              </a:schemeClr>
            </a:solidFill>
          </p:grpSpPr>
          <p:sp>
            <p:nvSpPr>
              <p:cNvPr id="10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0" name="Group 179"/>
            <p:cNvGrpSpPr/>
            <p:nvPr/>
          </p:nvGrpSpPr>
          <p:grpSpPr>
            <a:xfrm>
              <a:off x="7666349" y="2855964"/>
              <a:ext cx="220321" cy="563870"/>
              <a:chOff x="5054600" y="1652588"/>
              <a:chExt cx="187325" cy="479424"/>
            </a:xfrm>
            <a:solidFill>
              <a:schemeClr val="bg1">
                <a:lumMod val="75000"/>
              </a:schemeClr>
            </a:solidFill>
          </p:grpSpPr>
          <p:sp>
            <p:nvSpPr>
              <p:cNvPr id="10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3" name="Group 179"/>
            <p:cNvGrpSpPr/>
            <p:nvPr/>
          </p:nvGrpSpPr>
          <p:grpSpPr>
            <a:xfrm>
              <a:off x="7914015" y="2855964"/>
              <a:ext cx="220321" cy="563870"/>
              <a:chOff x="5054600" y="1652588"/>
              <a:chExt cx="187325" cy="479424"/>
            </a:xfrm>
            <a:solidFill>
              <a:schemeClr val="bg1">
                <a:lumMod val="75000"/>
              </a:schemeClr>
            </a:solidFill>
          </p:grpSpPr>
          <p:sp>
            <p:nvSpPr>
              <p:cNvPr id="10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6" name="Group 179"/>
            <p:cNvGrpSpPr/>
            <p:nvPr/>
          </p:nvGrpSpPr>
          <p:grpSpPr>
            <a:xfrm>
              <a:off x="8161679" y="2855964"/>
              <a:ext cx="220321" cy="563870"/>
              <a:chOff x="5054600" y="1652588"/>
              <a:chExt cx="187325" cy="479424"/>
            </a:xfrm>
            <a:solidFill>
              <a:schemeClr val="bg1">
                <a:lumMod val="75000"/>
              </a:schemeClr>
            </a:solidFill>
          </p:grpSpPr>
          <p:sp>
            <p:nvSpPr>
              <p:cNvPr id="10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22" name="TextBox 121"/>
          <p:cNvSpPr txBox="1"/>
          <p:nvPr/>
        </p:nvSpPr>
        <p:spPr>
          <a:xfrm>
            <a:off x="6435349" y="1715848"/>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123" name="TextBox 122"/>
          <p:cNvSpPr txBox="1"/>
          <p:nvPr/>
        </p:nvSpPr>
        <p:spPr>
          <a:xfrm>
            <a:off x="5405925" y="1409423"/>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124" name="Rectangle 123"/>
          <p:cNvSpPr/>
          <p:nvPr/>
        </p:nvSpPr>
        <p:spPr>
          <a:xfrm>
            <a:off x="5388154" y="1688595"/>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125" name="TextBox 124"/>
          <p:cNvSpPr txBox="1"/>
          <p:nvPr/>
        </p:nvSpPr>
        <p:spPr>
          <a:xfrm>
            <a:off x="5405925" y="2309434"/>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grpSp>
        <p:nvGrpSpPr>
          <p:cNvPr id="49" name="Group 136"/>
          <p:cNvGrpSpPr/>
          <p:nvPr/>
        </p:nvGrpSpPr>
        <p:grpSpPr>
          <a:xfrm>
            <a:off x="2596466" y="1335884"/>
            <a:ext cx="2624949" cy="2496098"/>
            <a:chOff x="2596466" y="1335884"/>
            <a:chExt cx="2624949" cy="2496098"/>
          </a:xfrm>
        </p:grpSpPr>
        <p:grpSp>
          <p:nvGrpSpPr>
            <p:cNvPr id="52" name="Group 131"/>
            <p:cNvGrpSpPr/>
            <p:nvPr/>
          </p:nvGrpSpPr>
          <p:grpSpPr>
            <a:xfrm>
              <a:off x="2596466" y="1335884"/>
              <a:ext cx="2356534" cy="2496098"/>
              <a:chOff x="2596466" y="1335884"/>
              <a:chExt cx="2356534" cy="2496098"/>
            </a:xfrm>
          </p:grpSpPr>
          <p:grpSp>
            <p:nvGrpSpPr>
              <p:cNvPr id="55" name="Group 20"/>
              <p:cNvGrpSpPr/>
              <p:nvPr/>
            </p:nvGrpSpPr>
            <p:grpSpPr>
              <a:xfrm>
                <a:off x="2927747" y="3090087"/>
                <a:ext cx="470510" cy="457042"/>
                <a:chOff x="6299532" y="3384456"/>
                <a:chExt cx="469021" cy="455593"/>
              </a:xfrm>
            </p:grpSpPr>
            <p:sp>
              <p:nvSpPr>
                <p:cNvPr id="22" name="Oval 21"/>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Group 23"/>
              <p:cNvGrpSpPr/>
              <p:nvPr/>
            </p:nvGrpSpPr>
            <p:grpSpPr>
              <a:xfrm>
                <a:off x="2596466" y="2120722"/>
                <a:ext cx="375334" cy="364588"/>
                <a:chOff x="630683" y="4190009"/>
                <a:chExt cx="469021" cy="455593"/>
              </a:xfrm>
            </p:grpSpPr>
            <p:sp>
              <p:nvSpPr>
                <p:cNvPr id="25" name="Oval 24"/>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1" name="Group 26"/>
              <p:cNvGrpSpPr/>
              <p:nvPr/>
            </p:nvGrpSpPr>
            <p:grpSpPr>
              <a:xfrm>
                <a:off x="3188041" y="2234246"/>
                <a:ext cx="600326" cy="583142"/>
                <a:chOff x="3425803" y="3384456"/>
                <a:chExt cx="469021" cy="455593"/>
              </a:xfrm>
            </p:grpSpPr>
            <p:sp>
              <p:nvSpPr>
                <p:cNvPr id="28" name="Oval 27"/>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2" name="Group 30"/>
              <p:cNvGrpSpPr/>
              <p:nvPr/>
            </p:nvGrpSpPr>
            <p:grpSpPr>
              <a:xfrm>
                <a:off x="3508869" y="1335884"/>
                <a:ext cx="600326" cy="583142"/>
                <a:chOff x="630683" y="3352451"/>
                <a:chExt cx="469021" cy="455593"/>
              </a:xfrm>
            </p:grpSpPr>
            <p:sp>
              <p:nvSpPr>
                <p:cNvPr id="32" name="Oval 31"/>
                <p:cNvSpPr>
                  <a:spLocks noChangeAspect="1"/>
                </p:cNvSpPr>
                <p:nvPr/>
              </p:nvSpPr>
              <p:spPr>
                <a:xfrm>
                  <a:off x="630683" y="335245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reeform 117"/>
                <p:cNvSpPr>
                  <a:spLocks/>
                </p:cNvSpPr>
                <p:nvPr/>
              </p:nvSpPr>
              <p:spPr bwMode="auto">
                <a:xfrm>
                  <a:off x="730012" y="344506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Group 33"/>
              <p:cNvGrpSpPr/>
              <p:nvPr/>
            </p:nvGrpSpPr>
            <p:grpSpPr>
              <a:xfrm>
                <a:off x="3119861" y="1771326"/>
                <a:ext cx="463094" cy="449838"/>
                <a:chOff x="3428938" y="4190009"/>
                <a:chExt cx="469021" cy="455593"/>
              </a:xfrm>
            </p:grpSpPr>
            <p:sp>
              <p:nvSpPr>
                <p:cNvPr id="35" name="Oval 34"/>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48" name="Group 36"/>
              <p:cNvGrpSpPr/>
              <p:nvPr/>
            </p:nvGrpSpPr>
            <p:grpSpPr>
              <a:xfrm>
                <a:off x="3398257" y="2858749"/>
                <a:ext cx="463094" cy="449838"/>
                <a:chOff x="6299532" y="4190009"/>
                <a:chExt cx="469021" cy="455593"/>
              </a:xfrm>
            </p:grpSpPr>
            <p:sp>
              <p:nvSpPr>
                <p:cNvPr id="38" name="Oval 37"/>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49" name="Group 39"/>
              <p:cNvGrpSpPr/>
              <p:nvPr/>
            </p:nvGrpSpPr>
            <p:grpSpPr>
              <a:xfrm>
                <a:off x="2725808" y="2592656"/>
                <a:ext cx="375334" cy="364588"/>
                <a:chOff x="7501792" y="3621100"/>
                <a:chExt cx="469021" cy="455593"/>
              </a:xfrm>
            </p:grpSpPr>
            <p:sp>
              <p:nvSpPr>
                <p:cNvPr id="41" name="Oval 40"/>
                <p:cNvSpPr>
                  <a:spLocks noChangeAspect="1"/>
                </p:cNvSpPr>
                <p:nvPr/>
              </p:nvSpPr>
              <p:spPr>
                <a:xfrm>
                  <a:off x="7501792" y="3621100"/>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42" name="Freeform 135"/>
                <p:cNvSpPr>
                  <a:spLocks noEditPoints="1"/>
                </p:cNvSpPr>
                <p:nvPr/>
              </p:nvSpPr>
              <p:spPr bwMode="auto">
                <a:xfrm>
                  <a:off x="7610890" y="3731421"/>
                  <a:ext cx="250825" cy="23495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50" name="Group 42"/>
              <p:cNvGrpSpPr/>
              <p:nvPr/>
            </p:nvGrpSpPr>
            <p:grpSpPr>
              <a:xfrm>
                <a:off x="3702160" y="3248840"/>
                <a:ext cx="600326" cy="583142"/>
                <a:chOff x="7501792" y="2878680"/>
                <a:chExt cx="469021" cy="455593"/>
              </a:xfrm>
            </p:grpSpPr>
            <p:sp>
              <p:nvSpPr>
                <p:cNvPr id="44" name="Oval 43"/>
                <p:cNvSpPr>
                  <a:spLocks noChangeAspect="1"/>
                </p:cNvSpPr>
                <p:nvPr/>
              </p:nvSpPr>
              <p:spPr>
                <a:xfrm>
                  <a:off x="7501792" y="2878680"/>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53"/>
                <p:cNvSpPr>
                  <a:spLocks/>
                </p:cNvSpPr>
                <p:nvPr/>
              </p:nvSpPr>
              <p:spPr bwMode="auto">
                <a:xfrm>
                  <a:off x="7580281" y="2990787"/>
                  <a:ext cx="312043" cy="23137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51" name="Group 285"/>
              <p:cNvGrpSpPr/>
              <p:nvPr/>
            </p:nvGrpSpPr>
            <p:grpSpPr>
              <a:xfrm>
                <a:off x="3919773" y="2549004"/>
                <a:ext cx="536768" cy="536768"/>
                <a:chOff x="5548002" y="1784606"/>
                <a:chExt cx="443469" cy="443470"/>
              </a:xfrm>
            </p:grpSpPr>
            <p:sp>
              <p:nvSpPr>
                <p:cNvPr id="47" name="Oval 46"/>
                <p:cNvSpPr>
                  <a:spLocks noChangeAspect="1"/>
                </p:cNvSpPr>
                <p:nvPr/>
              </p:nvSpPr>
              <p:spPr>
                <a:xfrm>
                  <a:off x="5548002" y="1784606"/>
                  <a:ext cx="443469" cy="4434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48" name="Freeform 154"/>
                <p:cNvSpPr>
                  <a:spLocks/>
                </p:cNvSpPr>
                <p:nvPr/>
              </p:nvSpPr>
              <p:spPr bwMode="auto">
                <a:xfrm>
                  <a:off x="5660199" y="1919029"/>
                  <a:ext cx="219075" cy="174625"/>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52" name="Group 287"/>
              <p:cNvGrpSpPr/>
              <p:nvPr/>
            </p:nvGrpSpPr>
            <p:grpSpPr>
              <a:xfrm>
                <a:off x="4416232" y="2187382"/>
                <a:ext cx="536768" cy="536768"/>
                <a:chOff x="5914348" y="1371372"/>
                <a:chExt cx="443469" cy="443470"/>
              </a:xfrm>
            </p:grpSpPr>
            <p:sp>
              <p:nvSpPr>
                <p:cNvPr id="50" name="Oval 49"/>
                <p:cNvSpPr>
                  <a:spLocks noChangeAspect="1"/>
                </p:cNvSpPr>
                <p:nvPr/>
              </p:nvSpPr>
              <p:spPr>
                <a:xfrm>
                  <a:off x="5914348" y="1371372"/>
                  <a:ext cx="443469" cy="4434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51" name="Freeform 78"/>
                <p:cNvSpPr>
                  <a:spLocks/>
                </p:cNvSpPr>
                <p:nvPr/>
              </p:nvSpPr>
              <p:spPr bwMode="auto">
                <a:xfrm>
                  <a:off x="6075757" y="1478013"/>
                  <a:ext cx="120650" cy="230188"/>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63" name="Group 289"/>
              <p:cNvGrpSpPr/>
              <p:nvPr/>
            </p:nvGrpSpPr>
            <p:grpSpPr>
              <a:xfrm>
                <a:off x="4379844" y="3071965"/>
                <a:ext cx="536768" cy="536768"/>
                <a:chOff x="4744821" y="2611074"/>
                <a:chExt cx="443469" cy="443470"/>
              </a:xfrm>
            </p:grpSpPr>
            <p:sp>
              <p:nvSpPr>
                <p:cNvPr id="53" name="Oval 52"/>
                <p:cNvSpPr>
                  <a:spLocks noChangeAspect="1"/>
                </p:cNvSpPr>
                <p:nvPr/>
              </p:nvSpPr>
              <p:spPr>
                <a:xfrm>
                  <a:off x="4744821" y="2611074"/>
                  <a:ext cx="443469" cy="4434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54" name="Freeform 141"/>
                <p:cNvSpPr>
                  <a:spLocks noEditPoints="1"/>
                </p:cNvSpPr>
                <p:nvPr/>
              </p:nvSpPr>
              <p:spPr bwMode="auto">
                <a:xfrm>
                  <a:off x="4849874" y="2748672"/>
                  <a:ext cx="233363" cy="168275"/>
                </a:xfrm>
                <a:custGeom>
                  <a:avLst/>
                  <a:gdLst/>
                  <a:ahLst/>
                  <a:cxnLst>
                    <a:cxn ang="0">
                      <a:pos x="67" y="41"/>
                    </a:cxn>
                    <a:cxn ang="0">
                      <a:pos x="59" y="48"/>
                    </a:cxn>
                    <a:cxn ang="0">
                      <a:pos x="34" y="49"/>
                    </a:cxn>
                    <a:cxn ang="0">
                      <a:pos x="8" y="48"/>
                    </a:cxn>
                    <a:cxn ang="0">
                      <a:pos x="1" y="41"/>
                    </a:cxn>
                    <a:cxn ang="0">
                      <a:pos x="0" y="25"/>
                    </a:cxn>
                    <a:cxn ang="0">
                      <a:pos x="1" y="8"/>
                    </a:cxn>
                    <a:cxn ang="0">
                      <a:pos x="8" y="1"/>
                    </a:cxn>
                    <a:cxn ang="0">
                      <a:pos x="34" y="0"/>
                    </a:cxn>
                    <a:cxn ang="0">
                      <a:pos x="59" y="1"/>
                    </a:cxn>
                    <a:cxn ang="0">
                      <a:pos x="67" y="8"/>
                    </a:cxn>
                    <a:cxn ang="0">
                      <a:pos x="68" y="25"/>
                    </a:cxn>
                    <a:cxn ang="0">
                      <a:pos x="67" y="41"/>
                    </a:cxn>
                    <a:cxn ang="0">
                      <a:pos x="47" y="23"/>
                    </a:cxn>
                    <a:cxn ang="0">
                      <a:pos x="28" y="11"/>
                    </a:cxn>
                    <a:cxn ang="0">
                      <a:pos x="25" y="10"/>
                    </a:cxn>
                    <a:cxn ang="0">
                      <a:pos x="24" y="13"/>
                    </a:cxn>
                    <a:cxn ang="0">
                      <a:pos x="24" y="37"/>
                    </a:cxn>
                    <a:cxn ang="0">
                      <a:pos x="25" y="39"/>
                    </a:cxn>
                    <a:cxn ang="0">
                      <a:pos x="26" y="39"/>
                    </a:cxn>
                    <a:cxn ang="0">
                      <a:pos x="28" y="39"/>
                    </a:cxn>
                    <a:cxn ang="0">
                      <a:pos x="47" y="27"/>
                    </a:cxn>
                    <a:cxn ang="0">
                      <a:pos x="48" y="25"/>
                    </a:cxn>
                    <a:cxn ang="0">
                      <a:pos x="47" y="23"/>
                    </a:cxn>
                  </a:cxnLst>
                  <a:rect l="0" t="0" r="r" b="b"/>
                  <a:pathLst>
                    <a:path w="68" h="49">
                      <a:moveTo>
                        <a:pt x="67" y="41"/>
                      </a:moveTo>
                      <a:cubicBezTo>
                        <a:pt x="66" y="45"/>
                        <a:pt x="63" y="48"/>
                        <a:pt x="59" y="48"/>
                      </a:cubicBezTo>
                      <a:cubicBezTo>
                        <a:pt x="51" y="49"/>
                        <a:pt x="42" y="49"/>
                        <a:pt x="34" y="49"/>
                      </a:cubicBezTo>
                      <a:cubicBezTo>
                        <a:pt x="25" y="49"/>
                        <a:pt x="17" y="49"/>
                        <a:pt x="8" y="48"/>
                      </a:cubicBezTo>
                      <a:cubicBezTo>
                        <a:pt x="5" y="48"/>
                        <a:pt x="2" y="45"/>
                        <a:pt x="1" y="41"/>
                      </a:cubicBezTo>
                      <a:cubicBezTo>
                        <a:pt x="0" y="36"/>
                        <a:pt x="0" y="30"/>
                        <a:pt x="0" y="25"/>
                      </a:cubicBezTo>
                      <a:cubicBezTo>
                        <a:pt x="0" y="19"/>
                        <a:pt x="0" y="14"/>
                        <a:pt x="1" y="8"/>
                      </a:cubicBezTo>
                      <a:cubicBezTo>
                        <a:pt x="2" y="5"/>
                        <a:pt x="5" y="2"/>
                        <a:pt x="8" y="1"/>
                      </a:cubicBezTo>
                      <a:cubicBezTo>
                        <a:pt x="17" y="0"/>
                        <a:pt x="25" y="0"/>
                        <a:pt x="34" y="0"/>
                      </a:cubicBezTo>
                      <a:cubicBezTo>
                        <a:pt x="42" y="0"/>
                        <a:pt x="51" y="0"/>
                        <a:pt x="59" y="1"/>
                      </a:cubicBezTo>
                      <a:cubicBezTo>
                        <a:pt x="63" y="2"/>
                        <a:pt x="66" y="5"/>
                        <a:pt x="67" y="8"/>
                      </a:cubicBezTo>
                      <a:cubicBezTo>
                        <a:pt x="68" y="14"/>
                        <a:pt x="68" y="19"/>
                        <a:pt x="68" y="25"/>
                      </a:cubicBezTo>
                      <a:cubicBezTo>
                        <a:pt x="68" y="30"/>
                        <a:pt x="68" y="36"/>
                        <a:pt x="67" y="41"/>
                      </a:cubicBezTo>
                      <a:close/>
                      <a:moveTo>
                        <a:pt x="47" y="23"/>
                      </a:moveTo>
                      <a:cubicBezTo>
                        <a:pt x="28" y="11"/>
                        <a:pt x="28" y="11"/>
                        <a:pt x="28" y="11"/>
                      </a:cubicBezTo>
                      <a:cubicBezTo>
                        <a:pt x="27" y="10"/>
                        <a:pt x="26" y="10"/>
                        <a:pt x="25" y="10"/>
                      </a:cubicBezTo>
                      <a:cubicBezTo>
                        <a:pt x="25" y="11"/>
                        <a:pt x="24" y="12"/>
                        <a:pt x="24" y="13"/>
                      </a:cubicBezTo>
                      <a:cubicBezTo>
                        <a:pt x="24" y="37"/>
                        <a:pt x="24" y="37"/>
                        <a:pt x="24" y="37"/>
                      </a:cubicBezTo>
                      <a:cubicBezTo>
                        <a:pt x="24" y="38"/>
                        <a:pt x="25" y="39"/>
                        <a:pt x="25" y="39"/>
                      </a:cubicBezTo>
                      <a:cubicBezTo>
                        <a:pt x="26" y="39"/>
                        <a:pt x="26" y="39"/>
                        <a:pt x="26" y="39"/>
                      </a:cubicBezTo>
                      <a:cubicBezTo>
                        <a:pt x="27" y="39"/>
                        <a:pt x="27" y="39"/>
                        <a:pt x="28" y="39"/>
                      </a:cubicBezTo>
                      <a:cubicBezTo>
                        <a:pt x="47" y="27"/>
                        <a:pt x="47" y="27"/>
                        <a:pt x="47" y="27"/>
                      </a:cubicBezTo>
                      <a:cubicBezTo>
                        <a:pt x="48" y="26"/>
                        <a:pt x="48" y="26"/>
                        <a:pt x="48" y="25"/>
                      </a:cubicBezTo>
                      <a:cubicBezTo>
                        <a:pt x="48" y="24"/>
                        <a:pt x="48" y="23"/>
                        <a:pt x="47" y="2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64" name="Group 291"/>
              <p:cNvGrpSpPr/>
              <p:nvPr/>
            </p:nvGrpSpPr>
            <p:grpSpPr>
              <a:xfrm>
                <a:off x="3806632" y="1885950"/>
                <a:ext cx="536768" cy="536768"/>
                <a:chOff x="5192675" y="2208635"/>
                <a:chExt cx="443469" cy="443470"/>
              </a:xfrm>
            </p:grpSpPr>
            <p:sp>
              <p:nvSpPr>
                <p:cNvPr id="56" name="Oval 55"/>
                <p:cNvSpPr>
                  <a:spLocks noChangeAspect="1"/>
                </p:cNvSpPr>
                <p:nvPr/>
              </p:nvSpPr>
              <p:spPr>
                <a:xfrm>
                  <a:off x="5192675" y="2208635"/>
                  <a:ext cx="443469" cy="4434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57" name="Freeform 117"/>
                <p:cNvSpPr>
                  <a:spLocks noEditPoints="1"/>
                </p:cNvSpPr>
                <p:nvPr/>
              </p:nvSpPr>
              <p:spPr bwMode="auto">
                <a:xfrm>
                  <a:off x="5319953" y="2339089"/>
                  <a:ext cx="188913" cy="182563"/>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65" name="Group 125"/>
              <p:cNvGrpSpPr/>
              <p:nvPr/>
            </p:nvGrpSpPr>
            <p:grpSpPr>
              <a:xfrm>
                <a:off x="4320740" y="1768387"/>
                <a:ext cx="375334" cy="364588"/>
                <a:chOff x="630683" y="4190009"/>
                <a:chExt cx="469021" cy="455593"/>
              </a:xfrm>
            </p:grpSpPr>
            <p:sp>
              <p:nvSpPr>
                <p:cNvPr id="127" name="Oval 126"/>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066" name="Group 128"/>
            <p:cNvGrpSpPr/>
            <p:nvPr/>
          </p:nvGrpSpPr>
          <p:grpSpPr>
            <a:xfrm>
              <a:off x="4750905" y="2657889"/>
              <a:ext cx="470510" cy="457042"/>
              <a:chOff x="6299532" y="3384456"/>
              <a:chExt cx="469021" cy="455593"/>
            </a:xfrm>
          </p:grpSpPr>
          <p:sp>
            <p:nvSpPr>
              <p:cNvPr id="130" name="Oval 129"/>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23"/>
                                        </p:tgtEl>
                                        <p:attrNameLst>
                                          <p:attrName>style.visibility</p:attrName>
                                        </p:attrNameLst>
                                      </p:cBhvr>
                                      <p:to>
                                        <p:strVal val="visible"/>
                                      </p:to>
                                    </p:set>
                                    <p:animEffect transition="in" filter="wipe(left)">
                                      <p:cBhvr>
                                        <p:cTn id="19" dur="500"/>
                                        <p:tgtEl>
                                          <p:spTgt spid="12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24"/>
                                        </p:tgtEl>
                                        <p:attrNameLst>
                                          <p:attrName>style.visibility</p:attrName>
                                        </p:attrNameLst>
                                      </p:cBhvr>
                                      <p:to>
                                        <p:strVal val="visible"/>
                                      </p:to>
                                    </p:set>
                                    <p:animEffect transition="in" filter="wipe(down)">
                                      <p:cBhvr>
                                        <p:cTn id="23" dur="500"/>
                                        <p:tgtEl>
                                          <p:spTgt spid="12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22"/>
                                        </p:tgtEl>
                                        <p:attrNameLst>
                                          <p:attrName>style.visibility</p:attrName>
                                        </p:attrNameLst>
                                      </p:cBhvr>
                                      <p:to>
                                        <p:strVal val="visible"/>
                                      </p:to>
                                    </p:set>
                                    <p:animEffect transition="in" filter="wipe(left)">
                                      <p:cBhvr>
                                        <p:cTn id="27" dur="500"/>
                                        <p:tgtEl>
                                          <p:spTgt spid="122"/>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25"/>
                                        </p:tgtEl>
                                        <p:attrNameLst>
                                          <p:attrName>style.visibility</p:attrName>
                                        </p:attrNameLst>
                                      </p:cBhvr>
                                      <p:to>
                                        <p:strVal val="visible"/>
                                      </p:to>
                                    </p:set>
                                    <p:animEffect transition="in" filter="wipe(left)">
                                      <p:cBhvr>
                                        <p:cTn id="31" dur="500"/>
                                        <p:tgtEl>
                                          <p:spTgt spid="125"/>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500"/>
                                        <p:tgtEl>
                                          <p:spTgt spid="19"/>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59"/>
                                        </p:tgtEl>
                                        <p:attrNameLst>
                                          <p:attrName>style.visibility</p:attrName>
                                        </p:attrNameLst>
                                      </p:cBhvr>
                                      <p:to>
                                        <p:strVal val="visible"/>
                                      </p:to>
                                    </p:set>
                                    <p:animEffect transition="in" filter="wipe(down)">
                                      <p:cBhvr>
                                        <p:cTn id="39" dur="500"/>
                                        <p:tgtEl>
                                          <p:spTgt spid="59"/>
                                        </p:tgtEl>
                                      </p:cBhvr>
                                    </p:animEffect>
                                  </p:childTnLst>
                                </p:cTn>
                              </p:par>
                            </p:childTnLst>
                          </p:cTn>
                        </p:par>
                        <p:par>
                          <p:cTn id="40" fill="hold">
                            <p:stCondLst>
                              <p:cond delay="4500"/>
                            </p:stCondLst>
                            <p:childTnLst>
                              <p:par>
                                <p:cTn id="41" presetID="22" presetClass="entr" presetSubtype="4"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ipe(down)">
                                      <p:cBhvr>
                                        <p:cTn id="43" dur="500"/>
                                        <p:tgtEl>
                                          <p:spTgt spid="6"/>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wipe(down)">
                                      <p:cBhvr>
                                        <p:cTn id="47"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122" grpId="0"/>
      <p:bldP spid="123" grpId="0"/>
      <p:bldP spid="124" grpId="0"/>
      <p:bldP spid="125"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Shopping Cart Infographic</a:t>
            </a:r>
            <a:endParaRPr lang="en-US" dirty="0"/>
          </a:p>
        </p:txBody>
      </p:sp>
      <p:sp>
        <p:nvSpPr>
          <p:cNvPr id="8" name="Text Placeholder 7"/>
          <p:cNvSpPr>
            <a:spLocks noGrp="1"/>
          </p:cNvSpPr>
          <p:nvPr>
            <p:ph type="body" sz="half" idx="2"/>
          </p:nvPr>
        </p:nvSpPr>
        <p:spPr/>
        <p:txBody>
          <a:bodyPr/>
          <a:lstStyle/>
          <a:p>
            <a:r>
              <a:rPr lang="en-US"/>
              <a:t>Shopping Cart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241</a:t>
            </a:fld>
            <a:endParaRPr lang="en-US" dirty="0"/>
          </a:p>
        </p:txBody>
      </p:sp>
      <p:grpSp>
        <p:nvGrpSpPr>
          <p:cNvPr id="2" name="Group 190"/>
          <p:cNvGrpSpPr/>
          <p:nvPr/>
        </p:nvGrpSpPr>
        <p:grpSpPr>
          <a:xfrm>
            <a:off x="2895600" y="1235075"/>
            <a:ext cx="2525713" cy="2703512"/>
            <a:chOff x="609600" y="1146175"/>
            <a:chExt cx="2525713" cy="2703512"/>
          </a:xfrm>
        </p:grpSpPr>
        <p:grpSp>
          <p:nvGrpSpPr>
            <p:cNvPr id="3" name="Group 75"/>
            <p:cNvGrpSpPr/>
            <p:nvPr/>
          </p:nvGrpSpPr>
          <p:grpSpPr>
            <a:xfrm>
              <a:off x="1220788" y="1762125"/>
              <a:ext cx="466725" cy="473075"/>
              <a:chOff x="3941763" y="1931988"/>
              <a:chExt cx="466725" cy="473075"/>
            </a:xfrm>
          </p:grpSpPr>
          <p:sp>
            <p:nvSpPr>
              <p:cNvPr id="1049" name="Freeform 25"/>
              <p:cNvSpPr>
                <a:spLocks/>
              </p:cNvSpPr>
              <p:nvPr/>
            </p:nvSpPr>
            <p:spPr bwMode="auto">
              <a:xfrm>
                <a:off x="3941763" y="1931988"/>
                <a:ext cx="466725" cy="473075"/>
              </a:xfrm>
              <a:custGeom>
                <a:avLst/>
                <a:gdLst/>
                <a:ahLst/>
                <a:cxnLst>
                  <a:cxn ang="0">
                    <a:pos x="320" y="295"/>
                  </a:cxn>
                  <a:cxn ang="0">
                    <a:pos x="289" y="325"/>
                  </a:cxn>
                  <a:cxn ang="0">
                    <a:pos x="30" y="325"/>
                  </a:cxn>
                  <a:cxn ang="0">
                    <a:pos x="0" y="295"/>
                  </a:cxn>
                  <a:cxn ang="0">
                    <a:pos x="0" y="30"/>
                  </a:cxn>
                  <a:cxn ang="0">
                    <a:pos x="30" y="0"/>
                  </a:cxn>
                  <a:cxn ang="0">
                    <a:pos x="289" y="0"/>
                  </a:cxn>
                  <a:cxn ang="0">
                    <a:pos x="320" y="30"/>
                  </a:cxn>
                  <a:cxn ang="0">
                    <a:pos x="320" y="295"/>
                  </a:cxn>
                </a:cxnLst>
                <a:rect l="0" t="0" r="r" b="b"/>
                <a:pathLst>
                  <a:path w="320" h="325">
                    <a:moveTo>
                      <a:pt x="320" y="295"/>
                    </a:moveTo>
                    <a:cubicBezTo>
                      <a:pt x="320" y="311"/>
                      <a:pt x="306" y="325"/>
                      <a:pt x="289" y="325"/>
                    </a:cubicBezTo>
                    <a:cubicBezTo>
                      <a:pt x="30" y="325"/>
                      <a:pt x="30" y="325"/>
                      <a:pt x="30" y="325"/>
                    </a:cubicBezTo>
                    <a:cubicBezTo>
                      <a:pt x="13" y="325"/>
                      <a:pt x="0" y="311"/>
                      <a:pt x="0" y="295"/>
                    </a:cubicBezTo>
                    <a:cubicBezTo>
                      <a:pt x="0" y="30"/>
                      <a:pt x="0" y="30"/>
                      <a:pt x="0" y="30"/>
                    </a:cubicBezTo>
                    <a:cubicBezTo>
                      <a:pt x="0" y="14"/>
                      <a:pt x="13" y="0"/>
                      <a:pt x="30" y="0"/>
                    </a:cubicBezTo>
                    <a:cubicBezTo>
                      <a:pt x="289" y="0"/>
                      <a:pt x="289" y="0"/>
                      <a:pt x="289" y="0"/>
                    </a:cubicBezTo>
                    <a:cubicBezTo>
                      <a:pt x="306" y="0"/>
                      <a:pt x="320" y="14"/>
                      <a:pt x="320" y="30"/>
                    </a:cubicBezTo>
                    <a:lnTo>
                      <a:pt x="320" y="295"/>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42"/>
              <p:cNvSpPr>
                <a:spLocks noEditPoints="1"/>
              </p:cNvSpPr>
              <p:nvPr/>
            </p:nvSpPr>
            <p:spPr bwMode="auto">
              <a:xfrm>
                <a:off x="4049713" y="2060575"/>
                <a:ext cx="250825" cy="215900"/>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73"/>
            <p:cNvGrpSpPr/>
            <p:nvPr/>
          </p:nvGrpSpPr>
          <p:grpSpPr>
            <a:xfrm>
              <a:off x="1724025" y="1703387"/>
              <a:ext cx="708025" cy="703263"/>
              <a:chOff x="4445000" y="1873250"/>
              <a:chExt cx="708025" cy="703263"/>
            </a:xfrm>
          </p:grpSpPr>
          <p:sp>
            <p:nvSpPr>
              <p:cNvPr id="1037" name="Freeform 13"/>
              <p:cNvSpPr>
                <a:spLocks/>
              </p:cNvSpPr>
              <p:nvPr/>
            </p:nvSpPr>
            <p:spPr bwMode="auto">
              <a:xfrm>
                <a:off x="4445000" y="1873250"/>
                <a:ext cx="708025" cy="703263"/>
              </a:xfrm>
              <a:custGeom>
                <a:avLst/>
                <a:gdLst/>
                <a:ahLst/>
                <a:cxnLst>
                  <a:cxn ang="0">
                    <a:pos x="122" y="0"/>
                  </a:cxn>
                  <a:cxn ang="0">
                    <a:pos x="85" y="30"/>
                  </a:cxn>
                  <a:cxn ang="0">
                    <a:pos x="5" y="356"/>
                  </a:cxn>
                  <a:cxn ang="0">
                    <a:pos x="33" y="403"/>
                  </a:cxn>
                  <a:cxn ang="0">
                    <a:pos x="355" y="481"/>
                  </a:cxn>
                  <a:cxn ang="0">
                    <a:pos x="364" y="482"/>
                  </a:cxn>
                  <a:cxn ang="0">
                    <a:pos x="401" y="453"/>
                  </a:cxn>
                  <a:cxn ang="0">
                    <a:pos x="481" y="126"/>
                  </a:cxn>
                  <a:cxn ang="0">
                    <a:pos x="453" y="80"/>
                  </a:cxn>
                  <a:cxn ang="0">
                    <a:pos x="131" y="1"/>
                  </a:cxn>
                  <a:cxn ang="0">
                    <a:pos x="122" y="0"/>
                  </a:cxn>
                </a:cxnLst>
                <a:rect l="0" t="0" r="r" b="b"/>
                <a:pathLst>
                  <a:path w="486" h="482">
                    <a:moveTo>
                      <a:pt x="122" y="0"/>
                    </a:moveTo>
                    <a:cubicBezTo>
                      <a:pt x="105" y="0"/>
                      <a:pt x="89" y="12"/>
                      <a:pt x="85" y="30"/>
                    </a:cubicBezTo>
                    <a:cubicBezTo>
                      <a:pt x="5" y="356"/>
                      <a:pt x="5" y="356"/>
                      <a:pt x="5" y="356"/>
                    </a:cubicBezTo>
                    <a:cubicBezTo>
                      <a:pt x="0" y="377"/>
                      <a:pt x="13" y="398"/>
                      <a:pt x="33" y="403"/>
                    </a:cubicBezTo>
                    <a:cubicBezTo>
                      <a:pt x="355" y="481"/>
                      <a:pt x="355" y="481"/>
                      <a:pt x="355" y="481"/>
                    </a:cubicBezTo>
                    <a:cubicBezTo>
                      <a:pt x="358" y="482"/>
                      <a:pt x="361" y="482"/>
                      <a:pt x="364" y="482"/>
                    </a:cubicBezTo>
                    <a:cubicBezTo>
                      <a:pt x="381" y="482"/>
                      <a:pt x="397" y="470"/>
                      <a:pt x="401" y="453"/>
                    </a:cubicBezTo>
                    <a:cubicBezTo>
                      <a:pt x="481" y="126"/>
                      <a:pt x="481" y="126"/>
                      <a:pt x="481" y="126"/>
                    </a:cubicBezTo>
                    <a:cubicBezTo>
                      <a:pt x="486" y="105"/>
                      <a:pt x="473" y="85"/>
                      <a:pt x="453" y="80"/>
                    </a:cubicBezTo>
                    <a:cubicBezTo>
                      <a:pt x="131" y="1"/>
                      <a:pt x="131" y="1"/>
                      <a:pt x="131" y="1"/>
                    </a:cubicBezTo>
                    <a:cubicBezTo>
                      <a:pt x="128" y="1"/>
                      <a:pt x="125" y="0"/>
                      <a:pt x="122" y="0"/>
                    </a:cubicBezTo>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56"/>
              <p:cNvSpPr>
                <a:spLocks noEditPoints="1"/>
              </p:cNvSpPr>
              <p:nvPr/>
            </p:nvSpPr>
            <p:spPr bwMode="auto">
              <a:xfrm rot="852496">
                <a:off x="4595813" y="2033588"/>
                <a:ext cx="423339" cy="366713"/>
              </a:xfrm>
              <a:custGeom>
                <a:avLst/>
                <a:gdLst/>
                <a:ahLst/>
                <a:cxnLst>
                  <a:cxn ang="0">
                    <a:pos x="67" y="63"/>
                  </a:cxn>
                  <a:cxn ang="0">
                    <a:pos x="0" y="57"/>
                  </a:cxn>
                  <a:cxn ang="0">
                    <a:pos x="7" y="0"/>
                  </a:cxn>
                  <a:cxn ang="0">
                    <a:pos x="73" y="6"/>
                  </a:cxn>
                  <a:cxn ang="0">
                    <a:pos x="15" y="7"/>
                  </a:cxn>
                  <a:cxn ang="0">
                    <a:pos x="8" y="4"/>
                  </a:cxn>
                  <a:cxn ang="0">
                    <a:pos x="5" y="12"/>
                  </a:cxn>
                  <a:cxn ang="0">
                    <a:pos x="13" y="14"/>
                  </a:cxn>
                  <a:cxn ang="0">
                    <a:pos x="15" y="7"/>
                  </a:cxn>
                  <a:cxn ang="0">
                    <a:pos x="13" y="19"/>
                  </a:cxn>
                  <a:cxn ang="0">
                    <a:pos x="5" y="21"/>
                  </a:cxn>
                  <a:cxn ang="0">
                    <a:pos x="8" y="29"/>
                  </a:cxn>
                  <a:cxn ang="0">
                    <a:pos x="15" y="26"/>
                  </a:cxn>
                  <a:cxn ang="0">
                    <a:pos x="15" y="36"/>
                  </a:cxn>
                  <a:cxn ang="0">
                    <a:pos x="8" y="34"/>
                  </a:cxn>
                  <a:cxn ang="0">
                    <a:pos x="5" y="41"/>
                  </a:cxn>
                  <a:cxn ang="0">
                    <a:pos x="13" y="43"/>
                  </a:cxn>
                  <a:cxn ang="0">
                    <a:pos x="15" y="36"/>
                  </a:cxn>
                  <a:cxn ang="0">
                    <a:pos x="13" y="48"/>
                  </a:cxn>
                  <a:cxn ang="0">
                    <a:pos x="5" y="51"/>
                  </a:cxn>
                  <a:cxn ang="0">
                    <a:pos x="8" y="58"/>
                  </a:cxn>
                  <a:cxn ang="0">
                    <a:pos x="15" y="55"/>
                  </a:cxn>
                  <a:cxn ang="0">
                    <a:pos x="54" y="7"/>
                  </a:cxn>
                  <a:cxn ang="0">
                    <a:pos x="22" y="4"/>
                  </a:cxn>
                  <a:cxn ang="0">
                    <a:pos x="20" y="26"/>
                  </a:cxn>
                  <a:cxn ang="0">
                    <a:pos x="51" y="29"/>
                  </a:cxn>
                  <a:cxn ang="0">
                    <a:pos x="54" y="7"/>
                  </a:cxn>
                  <a:cxn ang="0">
                    <a:pos x="51" y="34"/>
                  </a:cxn>
                  <a:cxn ang="0">
                    <a:pos x="20" y="36"/>
                  </a:cxn>
                  <a:cxn ang="0">
                    <a:pos x="22" y="58"/>
                  </a:cxn>
                  <a:cxn ang="0">
                    <a:pos x="54" y="55"/>
                  </a:cxn>
                  <a:cxn ang="0">
                    <a:pos x="68" y="7"/>
                  </a:cxn>
                  <a:cxn ang="0">
                    <a:pos x="61" y="4"/>
                  </a:cxn>
                  <a:cxn ang="0">
                    <a:pos x="59" y="12"/>
                  </a:cxn>
                  <a:cxn ang="0">
                    <a:pos x="66" y="14"/>
                  </a:cxn>
                  <a:cxn ang="0">
                    <a:pos x="68" y="7"/>
                  </a:cxn>
                  <a:cxn ang="0">
                    <a:pos x="66" y="19"/>
                  </a:cxn>
                  <a:cxn ang="0">
                    <a:pos x="59" y="21"/>
                  </a:cxn>
                  <a:cxn ang="0">
                    <a:pos x="61" y="29"/>
                  </a:cxn>
                  <a:cxn ang="0">
                    <a:pos x="68" y="26"/>
                  </a:cxn>
                  <a:cxn ang="0">
                    <a:pos x="68" y="36"/>
                  </a:cxn>
                  <a:cxn ang="0">
                    <a:pos x="61" y="34"/>
                  </a:cxn>
                  <a:cxn ang="0">
                    <a:pos x="59" y="41"/>
                  </a:cxn>
                  <a:cxn ang="0">
                    <a:pos x="66" y="43"/>
                  </a:cxn>
                  <a:cxn ang="0">
                    <a:pos x="68" y="36"/>
                  </a:cxn>
                  <a:cxn ang="0">
                    <a:pos x="66" y="48"/>
                  </a:cxn>
                  <a:cxn ang="0">
                    <a:pos x="59" y="51"/>
                  </a:cxn>
                  <a:cxn ang="0">
                    <a:pos x="61" y="58"/>
                  </a:cxn>
                  <a:cxn ang="0">
                    <a:pos x="68" y="55"/>
                  </a:cxn>
                </a:cxnLst>
                <a:rect l="0" t="0" r="r" b="b"/>
                <a:pathLst>
                  <a:path w="73" h="63">
                    <a:moveTo>
                      <a:pt x="73" y="57"/>
                    </a:moveTo>
                    <a:cubicBezTo>
                      <a:pt x="73" y="60"/>
                      <a:pt x="71" y="63"/>
                      <a:pt x="67" y="63"/>
                    </a:cubicBezTo>
                    <a:cubicBezTo>
                      <a:pt x="7" y="63"/>
                      <a:pt x="7" y="63"/>
                      <a:pt x="7" y="63"/>
                    </a:cubicBezTo>
                    <a:cubicBezTo>
                      <a:pt x="3" y="63"/>
                      <a:pt x="0" y="60"/>
                      <a:pt x="0" y="57"/>
                    </a:cubicBezTo>
                    <a:cubicBezTo>
                      <a:pt x="0" y="6"/>
                      <a:pt x="0" y="6"/>
                      <a:pt x="0" y="6"/>
                    </a:cubicBezTo>
                    <a:cubicBezTo>
                      <a:pt x="0" y="2"/>
                      <a:pt x="3" y="0"/>
                      <a:pt x="7" y="0"/>
                    </a:cubicBezTo>
                    <a:cubicBezTo>
                      <a:pt x="67" y="0"/>
                      <a:pt x="67" y="0"/>
                      <a:pt x="67" y="0"/>
                    </a:cubicBezTo>
                    <a:cubicBezTo>
                      <a:pt x="71" y="0"/>
                      <a:pt x="73" y="2"/>
                      <a:pt x="73" y="6"/>
                    </a:cubicBezTo>
                    <a:lnTo>
                      <a:pt x="73" y="57"/>
                    </a:lnTo>
                    <a:close/>
                    <a:moveTo>
                      <a:pt x="15" y="7"/>
                    </a:moveTo>
                    <a:cubicBezTo>
                      <a:pt x="15" y="6"/>
                      <a:pt x="14" y="4"/>
                      <a:pt x="13" y="4"/>
                    </a:cubicBezTo>
                    <a:cubicBezTo>
                      <a:pt x="8" y="4"/>
                      <a:pt x="8" y="4"/>
                      <a:pt x="8" y="4"/>
                    </a:cubicBezTo>
                    <a:cubicBezTo>
                      <a:pt x="6" y="4"/>
                      <a:pt x="5" y="6"/>
                      <a:pt x="5" y="7"/>
                    </a:cubicBezTo>
                    <a:cubicBezTo>
                      <a:pt x="5" y="12"/>
                      <a:pt x="5" y="12"/>
                      <a:pt x="5" y="12"/>
                    </a:cubicBezTo>
                    <a:cubicBezTo>
                      <a:pt x="5" y="13"/>
                      <a:pt x="6" y="14"/>
                      <a:pt x="8" y="14"/>
                    </a:cubicBezTo>
                    <a:cubicBezTo>
                      <a:pt x="13" y="14"/>
                      <a:pt x="13" y="14"/>
                      <a:pt x="13" y="14"/>
                    </a:cubicBezTo>
                    <a:cubicBezTo>
                      <a:pt x="14" y="14"/>
                      <a:pt x="15" y="13"/>
                      <a:pt x="15" y="12"/>
                    </a:cubicBezTo>
                    <a:lnTo>
                      <a:pt x="15" y="7"/>
                    </a:lnTo>
                    <a:close/>
                    <a:moveTo>
                      <a:pt x="15" y="21"/>
                    </a:moveTo>
                    <a:cubicBezTo>
                      <a:pt x="15" y="20"/>
                      <a:pt x="14" y="19"/>
                      <a:pt x="13" y="19"/>
                    </a:cubicBezTo>
                    <a:cubicBezTo>
                      <a:pt x="8" y="19"/>
                      <a:pt x="8" y="19"/>
                      <a:pt x="8" y="19"/>
                    </a:cubicBezTo>
                    <a:cubicBezTo>
                      <a:pt x="6" y="19"/>
                      <a:pt x="5" y="20"/>
                      <a:pt x="5" y="21"/>
                    </a:cubicBezTo>
                    <a:cubicBezTo>
                      <a:pt x="5" y="26"/>
                      <a:pt x="5" y="26"/>
                      <a:pt x="5" y="26"/>
                    </a:cubicBezTo>
                    <a:cubicBezTo>
                      <a:pt x="5" y="28"/>
                      <a:pt x="6" y="29"/>
                      <a:pt x="8" y="29"/>
                    </a:cubicBezTo>
                    <a:cubicBezTo>
                      <a:pt x="13" y="29"/>
                      <a:pt x="13" y="29"/>
                      <a:pt x="13" y="29"/>
                    </a:cubicBezTo>
                    <a:cubicBezTo>
                      <a:pt x="14" y="29"/>
                      <a:pt x="15" y="28"/>
                      <a:pt x="15" y="26"/>
                    </a:cubicBezTo>
                    <a:lnTo>
                      <a:pt x="15" y="21"/>
                    </a:lnTo>
                    <a:close/>
                    <a:moveTo>
                      <a:pt x="15" y="36"/>
                    </a:moveTo>
                    <a:cubicBezTo>
                      <a:pt x="15" y="35"/>
                      <a:pt x="14" y="34"/>
                      <a:pt x="13" y="34"/>
                    </a:cubicBezTo>
                    <a:cubicBezTo>
                      <a:pt x="8" y="34"/>
                      <a:pt x="8" y="34"/>
                      <a:pt x="8" y="34"/>
                    </a:cubicBezTo>
                    <a:cubicBezTo>
                      <a:pt x="6" y="34"/>
                      <a:pt x="5" y="35"/>
                      <a:pt x="5" y="36"/>
                    </a:cubicBezTo>
                    <a:cubicBezTo>
                      <a:pt x="5" y="41"/>
                      <a:pt x="5" y="41"/>
                      <a:pt x="5" y="41"/>
                    </a:cubicBezTo>
                    <a:cubicBezTo>
                      <a:pt x="5" y="42"/>
                      <a:pt x="6" y="43"/>
                      <a:pt x="8" y="43"/>
                    </a:cubicBezTo>
                    <a:cubicBezTo>
                      <a:pt x="13" y="43"/>
                      <a:pt x="13" y="43"/>
                      <a:pt x="13" y="43"/>
                    </a:cubicBezTo>
                    <a:cubicBezTo>
                      <a:pt x="14" y="43"/>
                      <a:pt x="15" y="42"/>
                      <a:pt x="15" y="41"/>
                    </a:cubicBezTo>
                    <a:lnTo>
                      <a:pt x="15" y="36"/>
                    </a:lnTo>
                    <a:close/>
                    <a:moveTo>
                      <a:pt x="15" y="51"/>
                    </a:moveTo>
                    <a:cubicBezTo>
                      <a:pt x="15" y="49"/>
                      <a:pt x="14" y="48"/>
                      <a:pt x="13" y="48"/>
                    </a:cubicBezTo>
                    <a:cubicBezTo>
                      <a:pt x="8" y="48"/>
                      <a:pt x="8" y="48"/>
                      <a:pt x="8" y="48"/>
                    </a:cubicBezTo>
                    <a:cubicBezTo>
                      <a:pt x="6" y="48"/>
                      <a:pt x="5" y="49"/>
                      <a:pt x="5" y="51"/>
                    </a:cubicBezTo>
                    <a:cubicBezTo>
                      <a:pt x="5" y="55"/>
                      <a:pt x="5" y="55"/>
                      <a:pt x="5" y="55"/>
                    </a:cubicBezTo>
                    <a:cubicBezTo>
                      <a:pt x="5" y="57"/>
                      <a:pt x="6" y="58"/>
                      <a:pt x="8" y="58"/>
                    </a:cubicBezTo>
                    <a:cubicBezTo>
                      <a:pt x="13" y="58"/>
                      <a:pt x="13" y="58"/>
                      <a:pt x="13" y="58"/>
                    </a:cubicBezTo>
                    <a:cubicBezTo>
                      <a:pt x="14" y="58"/>
                      <a:pt x="15" y="57"/>
                      <a:pt x="15" y="55"/>
                    </a:cubicBezTo>
                    <a:lnTo>
                      <a:pt x="15" y="51"/>
                    </a:lnTo>
                    <a:close/>
                    <a:moveTo>
                      <a:pt x="54" y="7"/>
                    </a:moveTo>
                    <a:cubicBezTo>
                      <a:pt x="54" y="6"/>
                      <a:pt x="53" y="4"/>
                      <a:pt x="51" y="4"/>
                    </a:cubicBezTo>
                    <a:cubicBezTo>
                      <a:pt x="22" y="4"/>
                      <a:pt x="22" y="4"/>
                      <a:pt x="22" y="4"/>
                    </a:cubicBezTo>
                    <a:cubicBezTo>
                      <a:pt x="21" y="4"/>
                      <a:pt x="20" y="6"/>
                      <a:pt x="20" y="7"/>
                    </a:cubicBezTo>
                    <a:cubicBezTo>
                      <a:pt x="20" y="26"/>
                      <a:pt x="20" y="26"/>
                      <a:pt x="20" y="26"/>
                    </a:cubicBezTo>
                    <a:cubicBezTo>
                      <a:pt x="20" y="28"/>
                      <a:pt x="21" y="29"/>
                      <a:pt x="22" y="29"/>
                    </a:cubicBezTo>
                    <a:cubicBezTo>
                      <a:pt x="51" y="29"/>
                      <a:pt x="51" y="29"/>
                      <a:pt x="51" y="29"/>
                    </a:cubicBezTo>
                    <a:cubicBezTo>
                      <a:pt x="53" y="29"/>
                      <a:pt x="54" y="28"/>
                      <a:pt x="54" y="26"/>
                    </a:cubicBezTo>
                    <a:lnTo>
                      <a:pt x="54" y="7"/>
                    </a:lnTo>
                    <a:close/>
                    <a:moveTo>
                      <a:pt x="54" y="36"/>
                    </a:moveTo>
                    <a:cubicBezTo>
                      <a:pt x="54" y="35"/>
                      <a:pt x="53" y="34"/>
                      <a:pt x="51" y="34"/>
                    </a:cubicBezTo>
                    <a:cubicBezTo>
                      <a:pt x="22" y="34"/>
                      <a:pt x="22" y="34"/>
                      <a:pt x="22" y="34"/>
                    </a:cubicBezTo>
                    <a:cubicBezTo>
                      <a:pt x="21" y="34"/>
                      <a:pt x="20" y="35"/>
                      <a:pt x="20" y="36"/>
                    </a:cubicBezTo>
                    <a:cubicBezTo>
                      <a:pt x="20" y="55"/>
                      <a:pt x="20" y="55"/>
                      <a:pt x="20" y="55"/>
                    </a:cubicBezTo>
                    <a:cubicBezTo>
                      <a:pt x="20" y="57"/>
                      <a:pt x="21" y="58"/>
                      <a:pt x="22" y="58"/>
                    </a:cubicBezTo>
                    <a:cubicBezTo>
                      <a:pt x="51" y="58"/>
                      <a:pt x="51" y="58"/>
                      <a:pt x="51" y="58"/>
                    </a:cubicBezTo>
                    <a:cubicBezTo>
                      <a:pt x="53" y="58"/>
                      <a:pt x="54" y="57"/>
                      <a:pt x="54" y="55"/>
                    </a:cubicBezTo>
                    <a:lnTo>
                      <a:pt x="54" y="36"/>
                    </a:lnTo>
                    <a:close/>
                    <a:moveTo>
                      <a:pt x="68" y="7"/>
                    </a:moveTo>
                    <a:cubicBezTo>
                      <a:pt x="68" y="6"/>
                      <a:pt x="67" y="4"/>
                      <a:pt x="66" y="4"/>
                    </a:cubicBezTo>
                    <a:cubicBezTo>
                      <a:pt x="61" y="4"/>
                      <a:pt x="61" y="4"/>
                      <a:pt x="61" y="4"/>
                    </a:cubicBezTo>
                    <a:cubicBezTo>
                      <a:pt x="60" y="4"/>
                      <a:pt x="59" y="6"/>
                      <a:pt x="59" y="7"/>
                    </a:cubicBezTo>
                    <a:cubicBezTo>
                      <a:pt x="59" y="12"/>
                      <a:pt x="59" y="12"/>
                      <a:pt x="59" y="12"/>
                    </a:cubicBezTo>
                    <a:cubicBezTo>
                      <a:pt x="59" y="13"/>
                      <a:pt x="60" y="14"/>
                      <a:pt x="61" y="14"/>
                    </a:cubicBezTo>
                    <a:cubicBezTo>
                      <a:pt x="66" y="14"/>
                      <a:pt x="66" y="14"/>
                      <a:pt x="66" y="14"/>
                    </a:cubicBezTo>
                    <a:cubicBezTo>
                      <a:pt x="67" y="14"/>
                      <a:pt x="68" y="13"/>
                      <a:pt x="68" y="12"/>
                    </a:cubicBezTo>
                    <a:lnTo>
                      <a:pt x="68" y="7"/>
                    </a:lnTo>
                    <a:close/>
                    <a:moveTo>
                      <a:pt x="68" y="21"/>
                    </a:moveTo>
                    <a:cubicBezTo>
                      <a:pt x="68" y="20"/>
                      <a:pt x="67" y="19"/>
                      <a:pt x="66" y="19"/>
                    </a:cubicBezTo>
                    <a:cubicBezTo>
                      <a:pt x="61" y="19"/>
                      <a:pt x="61" y="19"/>
                      <a:pt x="61" y="19"/>
                    </a:cubicBezTo>
                    <a:cubicBezTo>
                      <a:pt x="60" y="19"/>
                      <a:pt x="59" y="20"/>
                      <a:pt x="59" y="21"/>
                    </a:cubicBezTo>
                    <a:cubicBezTo>
                      <a:pt x="59" y="26"/>
                      <a:pt x="59" y="26"/>
                      <a:pt x="59" y="26"/>
                    </a:cubicBezTo>
                    <a:cubicBezTo>
                      <a:pt x="59" y="28"/>
                      <a:pt x="60" y="29"/>
                      <a:pt x="61" y="29"/>
                    </a:cubicBezTo>
                    <a:cubicBezTo>
                      <a:pt x="66" y="29"/>
                      <a:pt x="66" y="29"/>
                      <a:pt x="66" y="29"/>
                    </a:cubicBezTo>
                    <a:cubicBezTo>
                      <a:pt x="67" y="29"/>
                      <a:pt x="68" y="28"/>
                      <a:pt x="68" y="26"/>
                    </a:cubicBezTo>
                    <a:lnTo>
                      <a:pt x="68" y="21"/>
                    </a:lnTo>
                    <a:close/>
                    <a:moveTo>
                      <a:pt x="68" y="36"/>
                    </a:moveTo>
                    <a:cubicBezTo>
                      <a:pt x="68" y="35"/>
                      <a:pt x="67" y="34"/>
                      <a:pt x="66" y="34"/>
                    </a:cubicBezTo>
                    <a:cubicBezTo>
                      <a:pt x="61" y="34"/>
                      <a:pt x="61" y="34"/>
                      <a:pt x="61" y="34"/>
                    </a:cubicBezTo>
                    <a:cubicBezTo>
                      <a:pt x="60" y="34"/>
                      <a:pt x="59" y="35"/>
                      <a:pt x="59" y="36"/>
                    </a:cubicBezTo>
                    <a:cubicBezTo>
                      <a:pt x="59" y="41"/>
                      <a:pt x="59" y="41"/>
                      <a:pt x="59" y="41"/>
                    </a:cubicBezTo>
                    <a:cubicBezTo>
                      <a:pt x="59" y="42"/>
                      <a:pt x="60" y="43"/>
                      <a:pt x="61" y="43"/>
                    </a:cubicBezTo>
                    <a:cubicBezTo>
                      <a:pt x="66" y="43"/>
                      <a:pt x="66" y="43"/>
                      <a:pt x="66" y="43"/>
                    </a:cubicBezTo>
                    <a:cubicBezTo>
                      <a:pt x="67" y="43"/>
                      <a:pt x="68" y="42"/>
                      <a:pt x="68" y="41"/>
                    </a:cubicBezTo>
                    <a:lnTo>
                      <a:pt x="68" y="36"/>
                    </a:lnTo>
                    <a:close/>
                    <a:moveTo>
                      <a:pt x="68" y="51"/>
                    </a:moveTo>
                    <a:cubicBezTo>
                      <a:pt x="68" y="49"/>
                      <a:pt x="67" y="48"/>
                      <a:pt x="66" y="48"/>
                    </a:cubicBezTo>
                    <a:cubicBezTo>
                      <a:pt x="61" y="48"/>
                      <a:pt x="61" y="48"/>
                      <a:pt x="61" y="48"/>
                    </a:cubicBezTo>
                    <a:cubicBezTo>
                      <a:pt x="60" y="48"/>
                      <a:pt x="59" y="49"/>
                      <a:pt x="59" y="51"/>
                    </a:cubicBezTo>
                    <a:cubicBezTo>
                      <a:pt x="59" y="55"/>
                      <a:pt x="59" y="55"/>
                      <a:pt x="59" y="55"/>
                    </a:cubicBezTo>
                    <a:cubicBezTo>
                      <a:pt x="59" y="57"/>
                      <a:pt x="60" y="58"/>
                      <a:pt x="61" y="58"/>
                    </a:cubicBezTo>
                    <a:cubicBezTo>
                      <a:pt x="66" y="58"/>
                      <a:pt x="66" y="58"/>
                      <a:pt x="66" y="58"/>
                    </a:cubicBezTo>
                    <a:cubicBezTo>
                      <a:pt x="67" y="58"/>
                      <a:pt x="68" y="57"/>
                      <a:pt x="68" y="55"/>
                    </a:cubicBezTo>
                    <a:lnTo>
                      <a:pt x="68"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74"/>
            <p:cNvGrpSpPr/>
            <p:nvPr/>
          </p:nvGrpSpPr>
          <p:grpSpPr>
            <a:xfrm>
              <a:off x="785813" y="1160462"/>
              <a:ext cx="439738" cy="444500"/>
              <a:chOff x="3506788" y="1330325"/>
              <a:chExt cx="439738" cy="444500"/>
            </a:xfrm>
          </p:grpSpPr>
          <p:sp>
            <p:nvSpPr>
              <p:cNvPr id="1041" name="Freeform 17"/>
              <p:cNvSpPr>
                <a:spLocks/>
              </p:cNvSpPr>
              <p:nvPr/>
            </p:nvSpPr>
            <p:spPr bwMode="auto">
              <a:xfrm>
                <a:off x="3506788" y="1330325"/>
                <a:ext cx="439738" cy="444500"/>
              </a:xfrm>
              <a:custGeom>
                <a:avLst/>
                <a:gdLst/>
                <a:ahLst/>
                <a:cxnLst>
                  <a:cxn ang="0">
                    <a:pos x="301" y="277"/>
                  </a:cxn>
                  <a:cxn ang="0">
                    <a:pos x="273" y="305"/>
                  </a:cxn>
                  <a:cxn ang="0">
                    <a:pos x="28" y="305"/>
                  </a:cxn>
                  <a:cxn ang="0">
                    <a:pos x="0" y="277"/>
                  </a:cxn>
                  <a:cxn ang="0">
                    <a:pos x="0" y="29"/>
                  </a:cxn>
                  <a:cxn ang="0">
                    <a:pos x="28" y="0"/>
                  </a:cxn>
                  <a:cxn ang="0">
                    <a:pos x="273" y="0"/>
                  </a:cxn>
                  <a:cxn ang="0">
                    <a:pos x="301" y="29"/>
                  </a:cxn>
                  <a:cxn ang="0">
                    <a:pos x="301" y="277"/>
                  </a:cxn>
                </a:cxnLst>
                <a:rect l="0" t="0" r="r" b="b"/>
                <a:pathLst>
                  <a:path w="301" h="305">
                    <a:moveTo>
                      <a:pt x="301" y="277"/>
                    </a:moveTo>
                    <a:cubicBezTo>
                      <a:pt x="301" y="292"/>
                      <a:pt x="288" y="305"/>
                      <a:pt x="273" y="305"/>
                    </a:cubicBezTo>
                    <a:cubicBezTo>
                      <a:pt x="28" y="305"/>
                      <a:pt x="28" y="305"/>
                      <a:pt x="28" y="305"/>
                    </a:cubicBezTo>
                    <a:cubicBezTo>
                      <a:pt x="13" y="305"/>
                      <a:pt x="0" y="292"/>
                      <a:pt x="0" y="277"/>
                    </a:cubicBezTo>
                    <a:cubicBezTo>
                      <a:pt x="0" y="29"/>
                      <a:pt x="0" y="29"/>
                      <a:pt x="0" y="29"/>
                    </a:cubicBezTo>
                    <a:cubicBezTo>
                      <a:pt x="0" y="13"/>
                      <a:pt x="13" y="0"/>
                      <a:pt x="28" y="0"/>
                    </a:cubicBezTo>
                    <a:cubicBezTo>
                      <a:pt x="273" y="0"/>
                      <a:pt x="273" y="0"/>
                      <a:pt x="273" y="0"/>
                    </a:cubicBezTo>
                    <a:cubicBezTo>
                      <a:pt x="288" y="0"/>
                      <a:pt x="301" y="13"/>
                      <a:pt x="301" y="29"/>
                    </a:cubicBezTo>
                    <a:lnTo>
                      <a:pt x="301" y="27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86"/>
              <p:cNvSpPr>
                <a:spLocks noEditPoints="1"/>
              </p:cNvSpPr>
              <p:nvPr/>
            </p:nvSpPr>
            <p:spPr bwMode="auto">
              <a:xfrm>
                <a:off x="3628041" y="1386650"/>
                <a:ext cx="197233" cy="331851"/>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72"/>
            <p:cNvGrpSpPr/>
            <p:nvPr/>
          </p:nvGrpSpPr>
          <p:grpSpPr>
            <a:xfrm>
              <a:off x="609600" y="1689100"/>
              <a:ext cx="523875" cy="528638"/>
              <a:chOff x="3330575" y="1858963"/>
              <a:chExt cx="523875" cy="528638"/>
            </a:xfrm>
          </p:grpSpPr>
          <p:sp>
            <p:nvSpPr>
              <p:cNvPr id="1045" name="Freeform 21"/>
              <p:cNvSpPr>
                <a:spLocks/>
              </p:cNvSpPr>
              <p:nvPr/>
            </p:nvSpPr>
            <p:spPr bwMode="auto">
              <a:xfrm>
                <a:off x="3330575" y="1858963"/>
                <a:ext cx="523875" cy="528638"/>
              </a:xfrm>
              <a:custGeom>
                <a:avLst/>
                <a:gdLst/>
                <a:ahLst/>
                <a:cxnLst>
                  <a:cxn ang="0">
                    <a:pos x="359" y="330"/>
                  </a:cxn>
                  <a:cxn ang="0">
                    <a:pos x="325" y="363"/>
                  </a:cxn>
                  <a:cxn ang="0">
                    <a:pos x="34" y="363"/>
                  </a:cxn>
                  <a:cxn ang="0">
                    <a:pos x="0" y="330"/>
                  </a:cxn>
                  <a:cxn ang="0">
                    <a:pos x="0" y="34"/>
                  </a:cxn>
                  <a:cxn ang="0">
                    <a:pos x="34" y="0"/>
                  </a:cxn>
                  <a:cxn ang="0">
                    <a:pos x="325" y="0"/>
                  </a:cxn>
                  <a:cxn ang="0">
                    <a:pos x="359" y="34"/>
                  </a:cxn>
                  <a:cxn ang="0">
                    <a:pos x="359" y="330"/>
                  </a:cxn>
                </a:cxnLst>
                <a:rect l="0" t="0" r="r" b="b"/>
                <a:pathLst>
                  <a:path w="359" h="363">
                    <a:moveTo>
                      <a:pt x="359" y="330"/>
                    </a:moveTo>
                    <a:cubicBezTo>
                      <a:pt x="359" y="348"/>
                      <a:pt x="344" y="363"/>
                      <a:pt x="325" y="363"/>
                    </a:cubicBezTo>
                    <a:cubicBezTo>
                      <a:pt x="34" y="363"/>
                      <a:pt x="34" y="363"/>
                      <a:pt x="34" y="363"/>
                    </a:cubicBezTo>
                    <a:cubicBezTo>
                      <a:pt x="15" y="363"/>
                      <a:pt x="0" y="348"/>
                      <a:pt x="0" y="330"/>
                    </a:cubicBezTo>
                    <a:cubicBezTo>
                      <a:pt x="0" y="34"/>
                      <a:pt x="0" y="34"/>
                      <a:pt x="0" y="34"/>
                    </a:cubicBezTo>
                    <a:cubicBezTo>
                      <a:pt x="0" y="15"/>
                      <a:pt x="15" y="0"/>
                      <a:pt x="34" y="0"/>
                    </a:cubicBezTo>
                    <a:cubicBezTo>
                      <a:pt x="325" y="0"/>
                      <a:pt x="325" y="0"/>
                      <a:pt x="325" y="0"/>
                    </a:cubicBezTo>
                    <a:cubicBezTo>
                      <a:pt x="344" y="0"/>
                      <a:pt x="359" y="15"/>
                      <a:pt x="359" y="34"/>
                    </a:cubicBezTo>
                    <a:lnTo>
                      <a:pt x="359" y="33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22"/>
              <p:cNvSpPr>
                <a:spLocks noEditPoints="1"/>
              </p:cNvSpPr>
              <p:nvPr/>
            </p:nvSpPr>
            <p:spPr bwMode="auto">
              <a:xfrm>
                <a:off x="3419565" y="1987551"/>
                <a:ext cx="345895" cy="271462"/>
              </a:xfrm>
              <a:custGeom>
                <a:avLst/>
                <a:gdLst/>
                <a:ahLst/>
                <a:cxnLst>
                  <a:cxn ang="0">
                    <a:pos x="57" y="37"/>
                  </a:cxn>
                  <a:cxn ang="0">
                    <a:pos x="38" y="56"/>
                  </a:cxn>
                  <a:cxn ang="0">
                    <a:pos x="34" y="57"/>
                  </a:cxn>
                  <a:cxn ang="0">
                    <a:pos x="31" y="56"/>
                  </a:cxn>
                  <a:cxn ang="0">
                    <a:pos x="4" y="28"/>
                  </a:cxn>
                  <a:cxn ang="0">
                    <a:pos x="0" y="20"/>
                  </a:cxn>
                  <a:cxn ang="0">
                    <a:pos x="0" y="4"/>
                  </a:cxn>
                  <a:cxn ang="0">
                    <a:pos x="5" y="0"/>
                  </a:cxn>
                  <a:cxn ang="0">
                    <a:pos x="21" y="0"/>
                  </a:cxn>
                  <a:cxn ang="0">
                    <a:pos x="29" y="3"/>
                  </a:cxn>
                  <a:cxn ang="0">
                    <a:pos x="57" y="30"/>
                  </a:cxn>
                  <a:cxn ang="0">
                    <a:pos x="58" y="34"/>
                  </a:cxn>
                  <a:cxn ang="0">
                    <a:pos x="57" y="37"/>
                  </a:cxn>
                  <a:cxn ang="0">
                    <a:pos x="13" y="7"/>
                  </a:cxn>
                  <a:cxn ang="0">
                    <a:pos x="8" y="12"/>
                  </a:cxn>
                  <a:cxn ang="0">
                    <a:pos x="13" y="17"/>
                  </a:cxn>
                  <a:cxn ang="0">
                    <a:pos x="17" y="12"/>
                  </a:cxn>
                  <a:cxn ang="0">
                    <a:pos x="13" y="7"/>
                  </a:cxn>
                  <a:cxn ang="0">
                    <a:pos x="71" y="37"/>
                  </a:cxn>
                  <a:cxn ang="0">
                    <a:pos x="52" y="56"/>
                  </a:cxn>
                  <a:cxn ang="0">
                    <a:pos x="49" y="57"/>
                  </a:cxn>
                  <a:cxn ang="0">
                    <a:pos x="45" y="55"/>
                  </a:cxn>
                  <a:cxn ang="0">
                    <a:pos x="63" y="37"/>
                  </a:cxn>
                  <a:cxn ang="0">
                    <a:pos x="64" y="34"/>
                  </a:cxn>
                  <a:cxn ang="0">
                    <a:pos x="63" y="30"/>
                  </a:cxn>
                  <a:cxn ang="0">
                    <a:pos x="35" y="3"/>
                  </a:cxn>
                  <a:cxn ang="0">
                    <a:pos x="27" y="0"/>
                  </a:cxn>
                  <a:cxn ang="0">
                    <a:pos x="36" y="0"/>
                  </a:cxn>
                  <a:cxn ang="0">
                    <a:pos x="44" y="3"/>
                  </a:cxn>
                  <a:cxn ang="0">
                    <a:pos x="71" y="30"/>
                  </a:cxn>
                  <a:cxn ang="0">
                    <a:pos x="73" y="34"/>
                  </a:cxn>
                  <a:cxn ang="0">
                    <a:pos x="71" y="37"/>
                  </a:cxn>
                </a:cxnLst>
                <a:rect l="0" t="0" r="r" b="b"/>
                <a:pathLst>
                  <a:path w="73" h="57">
                    <a:moveTo>
                      <a:pt x="57" y="37"/>
                    </a:moveTo>
                    <a:cubicBezTo>
                      <a:pt x="38" y="56"/>
                      <a:pt x="38" y="56"/>
                      <a:pt x="38" y="56"/>
                    </a:cubicBezTo>
                    <a:cubicBezTo>
                      <a:pt x="37" y="57"/>
                      <a:pt x="36" y="57"/>
                      <a:pt x="34" y="57"/>
                    </a:cubicBezTo>
                    <a:cubicBezTo>
                      <a:pt x="33" y="57"/>
                      <a:pt x="32" y="57"/>
                      <a:pt x="31" y="56"/>
                    </a:cubicBezTo>
                    <a:cubicBezTo>
                      <a:pt x="4" y="28"/>
                      <a:pt x="4" y="28"/>
                      <a:pt x="4" y="28"/>
                    </a:cubicBezTo>
                    <a:cubicBezTo>
                      <a:pt x="2" y="27"/>
                      <a:pt x="0" y="23"/>
                      <a:pt x="0" y="20"/>
                    </a:cubicBezTo>
                    <a:cubicBezTo>
                      <a:pt x="0" y="4"/>
                      <a:pt x="0" y="4"/>
                      <a:pt x="0" y="4"/>
                    </a:cubicBezTo>
                    <a:cubicBezTo>
                      <a:pt x="0" y="2"/>
                      <a:pt x="3" y="0"/>
                      <a:pt x="5" y="0"/>
                    </a:cubicBezTo>
                    <a:cubicBezTo>
                      <a:pt x="21" y="0"/>
                      <a:pt x="21" y="0"/>
                      <a:pt x="21" y="0"/>
                    </a:cubicBezTo>
                    <a:cubicBezTo>
                      <a:pt x="24" y="0"/>
                      <a:pt x="27" y="1"/>
                      <a:pt x="29" y="3"/>
                    </a:cubicBezTo>
                    <a:cubicBezTo>
                      <a:pt x="57" y="30"/>
                      <a:pt x="57" y="30"/>
                      <a:pt x="57" y="30"/>
                    </a:cubicBezTo>
                    <a:cubicBezTo>
                      <a:pt x="57" y="31"/>
                      <a:pt x="58" y="32"/>
                      <a:pt x="58" y="34"/>
                    </a:cubicBezTo>
                    <a:cubicBezTo>
                      <a:pt x="58" y="35"/>
                      <a:pt x="57" y="36"/>
                      <a:pt x="57" y="37"/>
                    </a:cubicBezTo>
                    <a:close/>
                    <a:moveTo>
                      <a:pt x="13" y="7"/>
                    </a:moveTo>
                    <a:cubicBezTo>
                      <a:pt x="10" y="7"/>
                      <a:pt x="8" y="9"/>
                      <a:pt x="8" y="12"/>
                    </a:cubicBezTo>
                    <a:cubicBezTo>
                      <a:pt x="8" y="14"/>
                      <a:pt x="10" y="17"/>
                      <a:pt x="13" y="17"/>
                    </a:cubicBezTo>
                    <a:cubicBezTo>
                      <a:pt x="15" y="17"/>
                      <a:pt x="17" y="14"/>
                      <a:pt x="17" y="12"/>
                    </a:cubicBezTo>
                    <a:cubicBezTo>
                      <a:pt x="17" y="9"/>
                      <a:pt x="15" y="7"/>
                      <a:pt x="13" y="7"/>
                    </a:cubicBezTo>
                    <a:close/>
                    <a:moveTo>
                      <a:pt x="71" y="37"/>
                    </a:moveTo>
                    <a:cubicBezTo>
                      <a:pt x="52" y="56"/>
                      <a:pt x="52" y="56"/>
                      <a:pt x="52" y="56"/>
                    </a:cubicBezTo>
                    <a:cubicBezTo>
                      <a:pt x="52" y="57"/>
                      <a:pt x="50" y="57"/>
                      <a:pt x="49" y="57"/>
                    </a:cubicBezTo>
                    <a:cubicBezTo>
                      <a:pt x="47" y="57"/>
                      <a:pt x="46" y="56"/>
                      <a:pt x="45" y="55"/>
                    </a:cubicBezTo>
                    <a:cubicBezTo>
                      <a:pt x="63" y="37"/>
                      <a:pt x="63" y="37"/>
                      <a:pt x="63" y="37"/>
                    </a:cubicBezTo>
                    <a:cubicBezTo>
                      <a:pt x="63" y="36"/>
                      <a:pt x="64" y="35"/>
                      <a:pt x="64" y="34"/>
                    </a:cubicBezTo>
                    <a:cubicBezTo>
                      <a:pt x="64" y="32"/>
                      <a:pt x="63" y="31"/>
                      <a:pt x="63" y="30"/>
                    </a:cubicBezTo>
                    <a:cubicBezTo>
                      <a:pt x="35" y="3"/>
                      <a:pt x="35" y="3"/>
                      <a:pt x="35" y="3"/>
                    </a:cubicBezTo>
                    <a:cubicBezTo>
                      <a:pt x="34" y="1"/>
                      <a:pt x="30" y="0"/>
                      <a:pt x="27" y="0"/>
                    </a:cubicBezTo>
                    <a:cubicBezTo>
                      <a:pt x="36" y="0"/>
                      <a:pt x="36" y="0"/>
                      <a:pt x="36" y="0"/>
                    </a:cubicBezTo>
                    <a:cubicBezTo>
                      <a:pt x="38" y="0"/>
                      <a:pt x="42" y="1"/>
                      <a:pt x="44" y="3"/>
                    </a:cubicBezTo>
                    <a:cubicBezTo>
                      <a:pt x="71" y="30"/>
                      <a:pt x="71" y="30"/>
                      <a:pt x="71" y="30"/>
                    </a:cubicBezTo>
                    <a:cubicBezTo>
                      <a:pt x="72" y="31"/>
                      <a:pt x="73" y="32"/>
                      <a:pt x="73" y="34"/>
                    </a:cubicBezTo>
                    <a:cubicBezTo>
                      <a:pt x="73" y="35"/>
                      <a:pt x="72" y="36"/>
                      <a:pt x="71" y="3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 name="Group 77"/>
            <p:cNvGrpSpPr/>
            <p:nvPr/>
          </p:nvGrpSpPr>
          <p:grpSpPr>
            <a:xfrm>
              <a:off x="1703388" y="2332037"/>
              <a:ext cx="501650" cy="508000"/>
              <a:chOff x="4424363" y="2663825"/>
              <a:chExt cx="501650" cy="508000"/>
            </a:xfrm>
          </p:grpSpPr>
          <p:sp>
            <p:nvSpPr>
              <p:cNvPr id="1056" name="Freeform 32"/>
              <p:cNvSpPr>
                <a:spLocks/>
              </p:cNvSpPr>
              <p:nvPr/>
            </p:nvSpPr>
            <p:spPr bwMode="auto">
              <a:xfrm>
                <a:off x="4424363" y="2663825"/>
                <a:ext cx="501650" cy="508000"/>
              </a:xfrm>
              <a:custGeom>
                <a:avLst/>
                <a:gdLst/>
                <a:ahLst/>
                <a:cxnLst>
                  <a:cxn ang="0">
                    <a:pos x="344" y="317"/>
                  </a:cxn>
                  <a:cxn ang="0">
                    <a:pos x="312" y="349"/>
                  </a:cxn>
                  <a:cxn ang="0">
                    <a:pos x="32" y="349"/>
                  </a:cxn>
                  <a:cxn ang="0">
                    <a:pos x="0" y="317"/>
                  </a:cxn>
                  <a:cxn ang="0">
                    <a:pos x="0" y="33"/>
                  </a:cxn>
                  <a:cxn ang="0">
                    <a:pos x="32" y="0"/>
                  </a:cxn>
                  <a:cxn ang="0">
                    <a:pos x="312" y="0"/>
                  </a:cxn>
                  <a:cxn ang="0">
                    <a:pos x="344" y="33"/>
                  </a:cxn>
                  <a:cxn ang="0">
                    <a:pos x="344" y="317"/>
                  </a:cxn>
                </a:cxnLst>
                <a:rect l="0" t="0" r="r" b="b"/>
                <a:pathLst>
                  <a:path w="344" h="349">
                    <a:moveTo>
                      <a:pt x="344" y="317"/>
                    </a:moveTo>
                    <a:cubicBezTo>
                      <a:pt x="344" y="335"/>
                      <a:pt x="330" y="349"/>
                      <a:pt x="312" y="349"/>
                    </a:cubicBezTo>
                    <a:cubicBezTo>
                      <a:pt x="32" y="349"/>
                      <a:pt x="32" y="349"/>
                      <a:pt x="32" y="349"/>
                    </a:cubicBezTo>
                    <a:cubicBezTo>
                      <a:pt x="14" y="349"/>
                      <a:pt x="0" y="335"/>
                      <a:pt x="0" y="317"/>
                    </a:cubicBezTo>
                    <a:cubicBezTo>
                      <a:pt x="0" y="33"/>
                      <a:pt x="0" y="33"/>
                      <a:pt x="0" y="33"/>
                    </a:cubicBezTo>
                    <a:cubicBezTo>
                      <a:pt x="0" y="15"/>
                      <a:pt x="14" y="0"/>
                      <a:pt x="32" y="0"/>
                    </a:cubicBezTo>
                    <a:cubicBezTo>
                      <a:pt x="312" y="0"/>
                      <a:pt x="312" y="0"/>
                      <a:pt x="312" y="0"/>
                    </a:cubicBezTo>
                    <a:cubicBezTo>
                      <a:pt x="330" y="0"/>
                      <a:pt x="344" y="15"/>
                      <a:pt x="344" y="33"/>
                    </a:cubicBezTo>
                    <a:lnTo>
                      <a:pt x="344" y="3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26"/>
              <p:cNvSpPr>
                <a:spLocks noEditPoints="1"/>
              </p:cNvSpPr>
              <p:nvPr/>
            </p:nvSpPr>
            <p:spPr bwMode="auto">
              <a:xfrm>
                <a:off x="4533901" y="2838450"/>
                <a:ext cx="282575" cy="158750"/>
              </a:xfrm>
              <a:custGeom>
                <a:avLst/>
                <a:gdLst/>
                <a:ahLst/>
                <a:cxnLst>
                  <a:cxn ang="0">
                    <a:pos x="66" y="46"/>
                  </a:cxn>
                  <a:cxn ang="0">
                    <a:pos x="50" y="30"/>
                  </a:cxn>
                  <a:cxn ang="0">
                    <a:pos x="55" y="18"/>
                  </a:cxn>
                  <a:cxn ang="0">
                    <a:pos x="53" y="14"/>
                  </a:cxn>
                  <a:cxn ang="0">
                    <a:pos x="40" y="31"/>
                  </a:cxn>
                  <a:cxn ang="0">
                    <a:pos x="39" y="32"/>
                  </a:cxn>
                  <a:cxn ang="0">
                    <a:pos x="32" y="32"/>
                  </a:cxn>
                  <a:cxn ang="0">
                    <a:pos x="16" y="46"/>
                  </a:cxn>
                  <a:cxn ang="0">
                    <a:pos x="0" y="30"/>
                  </a:cxn>
                  <a:cxn ang="0">
                    <a:pos x="16" y="14"/>
                  </a:cxn>
                  <a:cxn ang="0">
                    <a:pos x="23" y="16"/>
                  </a:cxn>
                  <a:cxn ang="0">
                    <a:pos x="28" y="9"/>
                  </a:cxn>
                  <a:cxn ang="0">
                    <a:pos x="20" y="9"/>
                  </a:cxn>
                  <a:cxn ang="0">
                    <a:pos x="18" y="7"/>
                  </a:cxn>
                  <a:cxn ang="0">
                    <a:pos x="20" y="4"/>
                  </a:cxn>
                  <a:cxn ang="0">
                    <a:pos x="34" y="4"/>
                  </a:cxn>
                  <a:cxn ang="0">
                    <a:pos x="34" y="9"/>
                  </a:cxn>
                  <a:cxn ang="0">
                    <a:pos x="50" y="9"/>
                  </a:cxn>
                  <a:cxn ang="0">
                    <a:pos x="47" y="4"/>
                  </a:cxn>
                  <a:cxn ang="0">
                    <a:pos x="39" y="4"/>
                  </a:cxn>
                  <a:cxn ang="0">
                    <a:pos x="36" y="2"/>
                  </a:cxn>
                  <a:cxn ang="0">
                    <a:pos x="39" y="0"/>
                  </a:cxn>
                  <a:cxn ang="0">
                    <a:pos x="48" y="0"/>
                  </a:cxn>
                  <a:cxn ang="0">
                    <a:pos x="50" y="1"/>
                  </a:cxn>
                  <a:cxn ang="0">
                    <a:pos x="59" y="15"/>
                  </a:cxn>
                  <a:cxn ang="0">
                    <a:pos x="66" y="14"/>
                  </a:cxn>
                  <a:cxn ang="0">
                    <a:pos x="82" y="30"/>
                  </a:cxn>
                  <a:cxn ang="0">
                    <a:pos x="66" y="46"/>
                  </a:cxn>
                  <a:cxn ang="0">
                    <a:pos x="16" y="32"/>
                  </a:cxn>
                  <a:cxn ang="0">
                    <a:pos x="14" y="28"/>
                  </a:cxn>
                  <a:cxn ang="0">
                    <a:pos x="21" y="19"/>
                  </a:cxn>
                  <a:cxn ang="0">
                    <a:pos x="16" y="18"/>
                  </a:cxn>
                  <a:cxn ang="0">
                    <a:pos x="4" y="30"/>
                  </a:cxn>
                  <a:cxn ang="0">
                    <a:pos x="16" y="41"/>
                  </a:cxn>
                  <a:cxn ang="0">
                    <a:pos x="27" y="32"/>
                  </a:cxn>
                  <a:cxn ang="0">
                    <a:pos x="16" y="32"/>
                  </a:cxn>
                  <a:cxn ang="0">
                    <a:pos x="27" y="27"/>
                  </a:cxn>
                  <a:cxn ang="0">
                    <a:pos x="24" y="22"/>
                  </a:cxn>
                  <a:cxn ang="0">
                    <a:pos x="20" y="27"/>
                  </a:cxn>
                  <a:cxn ang="0">
                    <a:pos x="27" y="27"/>
                  </a:cxn>
                  <a:cxn ang="0">
                    <a:pos x="48" y="14"/>
                  </a:cxn>
                  <a:cxn ang="0">
                    <a:pos x="31" y="14"/>
                  </a:cxn>
                  <a:cxn ang="0">
                    <a:pos x="27" y="18"/>
                  </a:cxn>
                  <a:cxn ang="0">
                    <a:pos x="32" y="27"/>
                  </a:cxn>
                  <a:cxn ang="0">
                    <a:pos x="37" y="27"/>
                  </a:cxn>
                  <a:cxn ang="0">
                    <a:pos x="48" y="14"/>
                  </a:cxn>
                  <a:cxn ang="0">
                    <a:pos x="66" y="18"/>
                  </a:cxn>
                  <a:cxn ang="0">
                    <a:pos x="62" y="19"/>
                  </a:cxn>
                  <a:cxn ang="0">
                    <a:pos x="68" y="28"/>
                  </a:cxn>
                  <a:cxn ang="0">
                    <a:pos x="67" y="31"/>
                  </a:cxn>
                  <a:cxn ang="0">
                    <a:pos x="66" y="32"/>
                  </a:cxn>
                  <a:cxn ang="0">
                    <a:pos x="64" y="31"/>
                  </a:cxn>
                  <a:cxn ang="0">
                    <a:pos x="58" y="22"/>
                  </a:cxn>
                  <a:cxn ang="0">
                    <a:pos x="55" y="30"/>
                  </a:cxn>
                  <a:cxn ang="0">
                    <a:pos x="66" y="41"/>
                  </a:cxn>
                  <a:cxn ang="0">
                    <a:pos x="77" y="30"/>
                  </a:cxn>
                  <a:cxn ang="0">
                    <a:pos x="66" y="18"/>
                  </a:cxn>
                </a:cxnLst>
                <a:rect l="0" t="0" r="r" b="b"/>
                <a:pathLst>
                  <a:path w="82" h="46">
                    <a:moveTo>
                      <a:pt x="66" y="46"/>
                    </a:moveTo>
                    <a:cubicBezTo>
                      <a:pt x="57" y="46"/>
                      <a:pt x="50" y="38"/>
                      <a:pt x="50" y="30"/>
                    </a:cubicBezTo>
                    <a:cubicBezTo>
                      <a:pt x="50" y="25"/>
                      <a:pt x="52" y="21"/>
                      <a:pt x="55" y="18"/>
                    </a:cubicBezTo>
                    <a:cubicBezTo>
                      <a:pt x="53" y="14"/>
                      <a:pt x="53" y="14"/>
                      <a:pt x="53" y="14"/>
                    </a:cubicBezTo>
                    <a:cubicBezTo>
                      <a:pt x="40" y="31"/>
                      <a:pt x="40" y="31"/>
                      <a:pt x="40" y="31"/>
                    </a:cubicBezTo>
                    <a:cubicBezTo>
                      <a:pt x="40" y="32"/>
                      <a:pt x="39" y="32"/>
                      <a:pt x="39" y="32"/>
                    </a:cubicBezTo>
                    <a:cubicBezTo>
                      <a:pt x="32" y="32"/>
                      <a:pt x="32" y="32"/>
                      <a:pt x="32" y="32"/>
                    </a:cubicBezTo>
                    <a:cubicBezTo>
                      <a:pt x="30" y="40"/>
                      <a:pt x="24" y="46"/>
                      <a:pt x="16" y="46"/>
                    </a:cubicBezTo>
                    <a:cubicBezTo>
                      <a:pt x="7" y="46"/>
                      <a:pt x="0" y="38"/>
                      <a:pt x="0" y="30"/>
                    </a:cubicBezTo>
                    <a:cubicBezTo>
                      <a:pt x="0" y="21"/>
                      <a:pt x="7" y="14"/>
                      <a:pt x="16" y="14"/>
                    </a:cubicBezTo>
                    <a:cubicBezTo>
                      <a:pt x="19" y="14"/>
                      <a:pt x="21" y="14"/>
                      <a:pt x="23" y="16"/>
                    </a:cubicBezTo>
                    <a:cubicBezTo>
                      <a:pt x="28" y="9"/>
                      <a:pt x="28" y="9"/>
                      <a:pt x="28" y="9"/>
                    </a:cubicBezTo>
                    <a:cubicBezTo>
                      <a:pt x="20" y="9"/>
                      <a:pt x="20" y="9"/>
                      <a:pt x="20" y="9"/>
                    </a:cubicBezTo>
                    <a:cubicBezTo>
                      <a:pt x="19" y="9"/>
                      <a:pt x="18" y="8"/>
                      <a:pt x="18" y="7"/>
                    </a:cubicBezTo>
                    <a:cubicBezTo>
                      <a:pt x="18" y="6"/>
                      <a:pt x="19" y="4"/>
                      <a:pt x="20" y="4"/>
                    </a:cubicBezTo>
                    <a:cubicBezTo>
                      <a:pt x="34" y="4"/>
                      <a:pt x="34" y="4"/>
                      <a:pt x="34" y="4"/>
                    </a:cubicBezTo>
                    <a:cubicBezTo>
                      <a:pt x="34" y="9"/>
                      <a:pt x="34" y="9"/>
                      <a:pt x="34" y="9"/>
                    </a:cubicBezTo>
                    <a:cubicBezTo>
                      <a:pt x="50" y="9"/>
                      <a:pt x="50" y="9"/>
                      <a:pt x="50" y="9"/>
                    </a:cubicBezTo>
                    <a:cubicBezTo>
                      <a:pt x="47" y="4"/>
                      <a:pt x="47" y="4"/>
                      <a:pt x="47" y="4"/>
                    </a:cubicBezTo>
                    <a:cubicBezTo>
                      <a:pt x="39" y="4"/>
                      <a:pt x="39" y="4"/>
                      <a:pt x="39" y="4"/>
                    </a:cubicBezTo>
                    <a:cubicBezTo>
                      <a:pt x="37" y="4"/>
                      <a:pt x="36" y="3"/>
                      <a:pt x="36" y="2"/>
                    </a:cubicBezTo>
                    <a:cubicBezTo>
                      <a:pt x="36" y="1"/>
                      <a:pt x="37" y="0"/>
                      <a:pt x="39" y="0"/>
                    </a:cubicBezTo>
                    <a:cubicBezTo>
                      <a:pt x="48" y="0"/>
                      <a:pt x="48" y="0"/>
                      <a:pt x="48" y="0"/>
                    </a:cubicBezTo>
                    <a:cubicBezTo>
                      <a:pt x="48" y="0"/>
                      <a:pt x="49" y="0"/>
                      <a:pt x="50" y="1"/>
                    </a:cubicBezTo>
                    <a:cubicBezTo>
                      <a:pt x="59" y="15"/>
                      <a:pt x="59" y="15"/>
                      <a:pt x="59" y="15"/>
                    </a:cubicBezTo>
                    <a:cubicBezTo>
                      <a:pt x="61" y="14"/>
                      <a:pt x="64" y="14"/>
                      <a:pt x="66" y="14"/>
                    </a:cubicBezTo>
                    <a:cubicBezTo>
                      <a:pt x="75" y="14"/>
                      <a:pt x="82" y="21"/>
                      <a:pt x="82" y="30"/>
                    </a:cubicBezTo>
                    <a:cubicBezTo>
                      <a:pt x="82" y="38"/>
                      <a:pt x="75" y="46"/>
                      <a:pt x="66" y="46"/>
                    </a:cubicBezTo>
                    <a:close/>
                    <a:moveTo>
                      <a:pt x="16" y="32"/>
                    </a:moveTo>
                    <a:cubicBezTo>
                      <a:pt x="14" y="32"/>
                      <a:pt x="13" y="30"/>
                      <a:pt x="14" y="28"/>
                    </a:cubicBezTo>
                    <a:cubicBezTo>
                      <a:pt x="21" y="19"/>
                      <a:pt x="21" y="19"/>
                      <a:pt x="21" y="19"/>
                    </a:cubicBezTo>
                    <a:cubicBezTo>
                      <a:pt x="19" y="19"/>
                      <a:pt x="18" y="18"/>
                      <a:pt x="16" y="18"/>
                    </a:cubicBezTo>
                    <a:cubicBezTo>
                      <a:pt x="9" y="18"/>
                      <a:pt x="4" y="23"/>
                      <a:pt x="4" y="30"/>
                    </a:cubicBezTo>
                    <a:cubicBezTo>
                      <a:pt x="4" y="36"/>
                      <a:pt x="9" y="41"/>
                      <a:pt x="16" y="41"/>
                    </a:cubicBezTo>
                    <a:cubicBezTo>
                      <a:pt x="21" y="41"/>
                      <a:pt x="26" y="37"/>
                      <a:pt x="27" y="32"/>
                    </a:cubicBezTo>
                    <a:lnTo>
                      <a:pt x="16" y="32"/>
                    </a:lnTo>
                    <a:close/>
                    <a:moveTo>
                      <a:pt x="27" y="27"/>
                    </a:moveTo>
                    <a:cubicBezTo>
                      <a:pt x="27" y="25"/>
                      <a:pt x="26" y="23"/>
                      <a:pt x="24" y="22"/>
                    </a:cubicBezTo>
                    <a:cubicBezTo>
                      <a:pt x="20" y="27"/>
                      <a:pt x="20" y="27"/>
                      <a:pt x="20" y="27"/>
                    </a:cubicBezTo>
                    <a:lnTo>
                      <a:pt x="27" y="27"/>
                    </a:lnTo>
                    <a:close/>
                    <a:moveTo>
                      <a:pt x="48" y="14"/>
                    </a:moveTo>
                    <a:cubicBezTo>
                      <a:pt x="31" y="14"/>
                      <a:pt x="31" y="14"/>
                      <a:pt x="31" y="14"/>
                    </a:cubicBezTo>
                    <a:cubicBezTo>
                      <a:pt x="27" y="18"/>
                      <a:pt x="27" y="18"/>
                      <a:pt x="27" y="18"/>
                    </a:cubicBezTo>
                    <a:cubicBezTo>
                      <a:pt x="29" y="21"/>
                      <a:pt x="31" y="24"/>
                      <a:pt x="32" y="27"/>
                    </a:cubicBezTo>
                    <a:cubicBezTo>
                      <a:pt x="37" y="27"/>
                      <a:pt x="37" y="27"/>
                      <a:pt x="37" y="27"/>
                    </a:cubicBezTo>
                    <a:lnTo>
                      <a:pt x="48" y="14"/>
                    </a:lnTo>
                    <a:close/>
                    <a:moveTo>
                      <a:pt x="66" y="18"/>
                    </a:moveTo>
                    <a:cubicBezTo>
                      <a:pt x="64" y="18"/>
                      <a:pt x="63" y="19"/>
                      <a:pt x="62" y="19"/>
                    </a:cubicBezTo>
                    <a:cubicBezTo>
                      <a:pt x="68" y="28"/>
                      <a:pt x="68" y="28"/>
                      <a:pt x="68" y="28"/>
                    </a:cubicBezTo>
                    <a:cubicBezTo>
                      <a:pt x="69" y="29"/>
                      <a:pt x="68" y="31"/>
                      <a:pt x="67" y="31"/>
                    </a:cubicBezTo>
                    <a:cubicBezTo>
                      <a:pt x="67" y="32"/>
                      <a:pt x="66" y="32"/>
                      <a:pt x="66" y="32"/>
                    </a:cubicBezTo>
                    <a:cubicBezTo>
                      <a:pt x="65" y="32"/>
                      <a:pt x="65" y="32"/>
                      <a:pt x="64" y="31"/>
                    </a:cubicBezTo>
                    <a:cubicBezTo>
                      <a:pt x="58" y="22"/>
                      <a:pt x="58" y="22"/>
                      <a:pt x="58" y="22"/>
                    </a:cubicBezTo>
                    <a:cubicBezTo>
                      <a:pt x="56" y="24"/>
                      <a:pt x="55" y="26"/>
                      <a:pt x="55" y="30"/>
                    </a:cubicBezTo>
                    <a:cubicBezTo>
                      <a:pt x="55" y="36"/>
                      <a:pt x="60" y="41"/>
                      <a:pt x="66" y="41"/>
                    </a:cubicBezTo>
                    <a:cubicBezTo>
                      <a:pt x="72" y="41"/>
                      <a:pt x="77" y="36"/>
                      <a:pt x="77" y="30"/>
                    </a:cubicBezTo>
                    <a:cubicBezTo>
                      <a:pt x="77" y="23"/>
                      <a:pt x="72" y="18"/>
                      <a:pt x="66" y="1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79"/>
            <p:cNvGrpSpPr/>
            <p:nvPr/>
          </p:nvGrpSpPr>
          <p:grpSpPr>
            <a:xfrm>
              <a:off x="614363" y="2100262"/>
              <a:ext cx="577850" cy="576263"/>
              <a:chOff x="3335338" y="2432050"/>
              <a:chExt cx="577850" cy="576263"/>
            </a:xfrm>
          </p:grpSpPr>
          <p:sp>
            <p:nvSpPr>
              <p:cNvPr id="1061" name="Freeform 37"/>
              <p:cNvSpPr>
                <a:spLocks/>
              </p:cNvSpPr>
              <p:nvPr/>
            </p:nvSpPr>
            <p:spPr bwMode="auto">
              <a:xfrm>
                <a:off x="3335338" y="2432050"/>
                <a:ext cx="577850" cy="576263"/>
              </a:xfrm>
              <a:custGeom>
                <a:avLst/>
                <a:gdLst/>
                <a:ahLst/>
                <a:cxnLst>
                  <a:cxn ang="0">
                    <a:pos x="388" y="224"/>
                  </a:cxn>
                  <a:cxn ang="0">
                    <a:pos x="378" y="263"/>
                  </a:cxn>
                  <a:cxn ang="0">
                    <a:pos x="174" y="388"/>
                  </a:cxn>
                  <a:cxn ang="0">
                    <a:pos x="136" y="379"/>
                  </a:cxn>
                  <a:cxn ang="0">
                    <a:pos x="8" y="172"/>
                  </a:cxn>
                  <a:cxn ang="0">
                    <a:pos x="17" y="133"/>
                  </a:cxn>
                  <a:cxn ang="0">
                    <a:pos x="222" y="8"/>
                  </a:cxn>
                  <a:cxn ang="0">
                    <a:pos x="260" y="17"/>
                  </a:cxn>
                  <a:cxn ang="0">
                    <a:pos x="388" y="224"/>
                  </a:cxn>
                </a:cxnLst>
                <a:rect l="0" t="0" r="r" b="b"/>
                <a:pathLst>
                  <a:path w="396" h="396">
                    <a:moveTo>
                      <a:pt x="388" y="224"/>
                    </a:moveTo>
                    <a:cubicBezTo>
                      <a:pt x="396" y="237"/>
                      <a:pt x="392" y="255"/>
                      <a:pt x="378" y="263"/>
                    </a:cubicBezTo>
                    <a:cubicBezTo>
                      <a:pt x="174" y="388"/>
                      <a:pt x="174" y="388"/>
                      <a:pt x="174" y="388"/>
                    </a:cubicBezTo>
                    <a:cubicBezTo>
                      <a:pt x="161" y="396"/>
                      <a:pt x="144" y="392"/>
                      <a:pt x="136" y="379"/>
                    </a:cubicBezTo>
                    <a:cubicBezTo>
                      <a:pt x="8" y="172"/>
                      <a:pt x="8" y="172"/>
                      <a:pt x="8" y="172"/>
                    </a:cubicBezTo>
                    <a:cubicBezTo>
                      <a:pt x="0" y="158"/>
                      <a:pt x="4" y="141"/>
                      <a:pt x="17" y="133"/>
                    </a:cubicBezTo>
                    <a:cubicBezTo>
                      <a:pt x="222" y="8"/>
                      <a:pt x="222" y="8"/>
                      <a:pt x="222" y="8"/>
                    </a:cubicBezTo>
                    <a:cubicBezTo>
                      <a:pt x="235" y="0"/>
                      <a:pt x="252" y="4"/>
                      <a:pt x="260" y="17"/>
                    </a:cubicBezTo>
                    <a:lnTo>
                      <a:pt x="388" y="22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250"/>
              <p:cNvSpPr>
                <a:spLocks noEditPoints="1"/>
              </p:cNvSpPr>
              <p:nvPr/>
            </p:nvSpPr>
            <p:spPr bwMode="auto">
              <a:xfrm>
                <a:off x="3507582" y="2603500"/>
                <a:ext cx="233363" cy="233363"/>
              </a:xfrm>
              <a:custGeom>
                <a:avLst/>
                <a:gdLst/>
                <a:ahLst/>
                <a:cxnLst>
                  <a:cxn ang="0">
                    <a:pos x="68" y="34"/>
                  </a:cxn>
                  <a:cxn ang="0">
                    <a:pos x="34" y="68"/>
                  </a:cxn>
                  <a:cxn ang="0">
                    <a:pos x="0" y="34"/>
                  </a:cxn>
                  <a:cxn ang="0">
                    <a:pos x="34" y="0"/>
                  </a:cxn>
                  <a:cxn ang="0">
                    <a:pos x="68" y="34"/>
                  </a:cxn>
                  <a:cxn ang="0">
                    <a:pos x="63" y="34"/>
                  </a:cxn>
                  <a:cxn ang="0">
                    <a:pos x="63" y="34"/>
                  </a:cxn>
                  <a:cxn ang="0">
                    <a:pos x="59" y="37"/>
                  </a:cxn>
                  <a:cxn ang="0">
                    <a:pos x="50" y="28"/>
                  </a:cxn>
                  <a:cxn ang="0">
                    <a:pos x="52" y="16"/>
                  </a:cxn>
                  <a:cxn ang="0">
                    <a:pos x="57" y="17"/>
                  </a:cxn>
                  <a:cxn ang="0">
                    <a:pos x="43" y="6"/>
                  </a:cxn>
                  <a:cxn ang="0">
                    <a:pos x="45" y="11"/>
                  </a:cxn>
                  <a:cxn ang="0">
                    <a:pos x="34" y="17"/>
                  </a:cxn>
                  <a:cxn ang="0">
                    <a:pos x="23" y="11"/>
                  </a:cxn>
                  <a:cxn ang="0">
                    <a:pos x="25" y="6"/>
                  </a:cxn>
                  <a:cxn ang="0">
                    <a:pos x="10" y="17"/>
                  </a:cxn>
                  <a:cxn ang="0">
                    <a:pos x="15" y="16"/>
                  </a:cxn>
                  <a:cxn ang="0">
                    <a:pos x="18" y="28"/>
                  </a:cxn>
                  <a:cxn ang="0">
                    <a:pos x="8" y="37"/>
                  </a:cxn>
                  <a:cxn ang="0">
                    <a:pos x="5" y="34"/>
                  </a:cxn>
                  <a:cxn ang="0">
                    <a:pos x="5" y="34"/>
                  </a:cxn>
                  <a:cxn ang="0">
                    <a:pos x="10" y="51"/>
                  </a:cxn>
                  <a:cxn ang="0">
                    <a:pos x="11" y="46"/>
                  </a:cxn>
                  <a:cxn ang="0">
                    <a:pos x="24" y="47"/>
                  </a:cxn>
                  <a:cxn ang="0">
                    <a:pos x="29" y="59"/>
                  </a:cxn>
                  <a:cxn ang="0">
                    <a:pos x="25" y="61"/>
                  </a:cxn>
                  <a:cxn ang="0">
                    <a:pos x="34" y="63"/>
                  </a:cxn>
                  <a:cxn ang="0">
                    <a:pos x="43" y="61"/>
                  </a:cxn>
                  <a:cxn ang="0">
                    <a:pos x="38" y="59"/>
                  </a:cxn>
                  <a:cxn ang="0">
                    <a:pos x="44" y="47"/>
                  </a:cxn>
                  <a:cxn ang="0">
                    <a:pos x="56" y="46"/>
                  </a:cxn>
                  <a:cxn ang="0">
                    <a:pos x="57" y="51"/>
                  </a:cxn>
                  <a:cxn ang="0">
                    <a:pos x="63" y="34"/>
                  </a:cxn>
                  <a:cxn ang="0">
                    <a:pos x="34" y="23"/>
                  </a:cxn>
                  <a:cxn ang="0">
                    <a:pos x="45" y="31"/>
                  </a:cxn>
                  <a:cxn ang="0">
                    <a:pos x="41" y="43"/>
                  </a:cxn>
                  <a:cxn ang="0">
                    <a:pos x="27" y="43"/>
                  </a:cxn>
                  <a:cxn ang="0">
                    <a:pos x="23" y="31"/>
                  </a:cxn>
                  <a:cxn ang="0">
                    <a:pos x="34" y="23"/>
                  </a:cxn>
                </a:cxnLst>
                <a:rect l="0" t="0" r="r" b="b"/>
                <a:pathLst>
                  <a:path w="68" h="68">
                    <a:moveTo>
                      <a:pt x="68" y="34"/>
                    </a:moveTo>
                    <a:cubicBezTo>
                      <a:pt x="68" y="52"/>
                      <a:pt x="53" y="68"/>
                      <a:pt x="34" y="68"/>
                    </a:cubicBezTo>
                    <a:cubicBezTo>
                      <a:pt x="15" y="68"/>
                      <a:pt x="0" y="52"/>
                      <a:pt x="0" y="34"/>
                    </a:cubicBezTo>
                    <a:cubicBezTo>
                      <a:pt x="0" y="15"/>
                      <a:pt x="15" y="0"/>
                      <a:pt x="34" y="0"/>
                    </a:cubicBezTo>
                    <a:cubicBezTo>
                      <a:pt x="53" y="0"/>
                      <a:pt x="68" y="15"/>
                      <a:pt x="68" y="34"/>
                    </a:cubicBezTo>
                    <a:close/>
                    <a:moveTo>
                      <a:pt x="63" y="34"/>
                    </a:moveTo>
                    <a:cubicBezTo>
                      <a:pt x="63" y="34"/>
                      <a:pt x="63" y="34"/>
                      <a:pt x="63" y="34"/>
                    </a:cubicBezTo>
                    <a:cubicBezTo>
                      <a:pt x="59" y="37"/>
                      <a:pt x="59" y="37"/>
                      <a:pt x="59" y="37"/>
                    </a:cubicBezTo>
                    <a:cubicBezTo>
                      <a:pt x="50" y="28"/>
                      <a:pt x="50" y="28"/>
                      <a:pt x="50" y="28"/>
                    </a:cubicBezTo>
                    <a:cubicBezTo>
                      <a:pt x="52" y="16"/>
                      <a:pt x="52" y="16"/>
                      <a:pt x="52" y="16"/>
                    </a:cubicBezTo>
                    <a:cubicBezTo>
                      <a:pt x="57" y="17"/>
                      <a:pt x="57" y="17"/>
                      <a:pt x="57" y="17"/>
                    </a:cubicBezTo>
                    <a:cubicBezTo>
                      <a:pt x="54" y="12"/>
                      <a:pt x="49" y="8"/>
                      <a:pt x="43" y="6"/>
                    </a:cubicBezTo>
                    <a:cubicBezTo>
                      <a:pt x="45" y="11"/>
                      <a:pt x="45" y="11"/>
                      <a:pt x="45" y="11"/>
                    </a:cubicBezTo>
                    <a:cubicBezTo>
                      <a:pt x="34" y="17"/>
                      <a:pt x="34" y="17"/>
                      <a:pt x="34" y="17"/>
                    </a:cubicBezTo>
                    <a:cubicBezTo>
                      <a:pt x="23" y="11"/>
                      <a:pt x="23" y="11"/>
                      <a:pt x="23" y="11"/>
                    </a:cubicBezTo>
                    <a:cubicBezTo>
                      <a:pt x="25" y="6"/>
                      <a:pt x="25" y="6"/>
                      <a:pt x="25" y="6"/>
                    </a:cubicBezTo>
                    <a:cubicBezTo>
                      <a:pt x="19" y="8"/>
                      <a:pt x="14" y="12"/>
                      <a:pt x="10" y="17"/>
                    </a:cubicBezTo>
                    <a:cubicBezTo>
                      <a:pt x="15" y="16"/>
                      <a:pt x="15" y="16"/>
                      <a:pt x="15" y="16"/>
                    </a:cubicBezTo>
                    <a:cubicBezTo>
                      <a:pt x="18" y="28"/>
                      <a:pt x="18" y="28"/>
                      <a:pt x="18" y="28"/>
                    </a:cubicBezTo>
                    <a:cubicBezTo>
                      <a:pt x="8" y="37"/>
                      <a:pt x="8" y="37"/>
                      <a:pt x="8" y="37"/>
                    </a:cubicBezTo>
                    <a:cubicBezTo>
                      <a:pt x="5" y="34"/>
                      <a:pt x="5" y="34"/>
                      <a:pt x="5" y="34"/>
                    </a:cubicBezTo>
                    <a:cubicBezTo>
                      <a:pt x="5" y="34"/>
                      <a:pt x="5" y="34"/>
                      <a:pt x="5" y="34"/>
                    </a:cubicBezTo>
                    <a:cubicBezTo>
                      <a:pt x="5" y="40"/>
                      <a:pt x="7" y="46"/>
                      <a:pt x="10" y="51"/>
                    </a:cubicBezTo>
                    <a:cubicBezTo>
                      <a:pt x="11" y="46"/>
                      <a:pt x="11" y="46"/>
                      <a:pt x="11" y="46"/>
                    </a:cubicBezTo>
                    <a:cubicBezTo>
                      <a:pt x="24" y="47"/>
                      <a:pt x="24" y="47"/>
                      <a:pt x="24" y="47"/>
                    </a:cubicBezTo>
                    <a:cubicBezTo>
                      <a:pt x="29" y="59"/>
                      <a:pt x="29" y="59"/>
                      <a:pt x="29" y="59"/>
                    </a:cubicBezTo>
                    <a:cubicBezTo>
                      <a:pt x="25" y="61"/>
                      <a:pt x="25" y="61"/>
                      <a:pt x="25" y="61"/>
                    </a:cubicBezTo>
                    <a:cubicBezTo>
                      <a:pt x="28" y="62"/>
                      <a:pt x="31" y="63"/>
                      <a:pt x="34" y="63"/>
                    </a:cubicBezTo>
                    <a:cubicBezTo>
                      <a:pt x="37" y="63"/>
                      <a:pt x="40" y="62"/>
                      <a:pt x="43" y="61"/>
                    </a:cubicBezTo>
                    <a:cubicBezTo>
                      <a:pt x="38" y="59"/>
                      <a:pt x="38" y="59"/>
                      <a:pt x="38" y="59"/>
                    </a:cubicBezTo>
                    <a:cubicBezTo>
                      <a:pt x="44" y="47"/>
                      <a:pt x="44" y="47"/>
                      <a:pt x="44" y="47"/>
                    </a:cubicBezTo>
                    <a:cubicBezTo>
                      <a:pt x="56" y="46"/>
                      <a:pt x="56" y="46"/>
                      <a:pt x="56" y="46"/>
                    </a:cubicBezTo>
                    <a:cubicBezTo>
                      <a:pt x="57" y="51"/>
                      <a:pt x="57" y="51"/>
                      <a:pt x="57" y="51"/>
                    </a:cubicBezTo>
                    <a:cubicBezTo>
                      <a:pt x="61" y="46"/>
                      <a:pt x="63" y="40"/>
                      <a:pt x="63" y="34"/>
                    </a:cubicBezTo>
                    <a:close/>
                    <a:moveTo>
                      <a:pt x="34" y="23"/>
                    </a:moveTo>
                    <a:cubicBezTo>
                      <a:pt x="45" y="31"/>
                      <a:pt x="45" y="31"/>
                      <a:pt x="45" y="31"/>
                    </a:cubicBezTo>
                    <a:cubicBezTo>
                      <a:pt x="41" y="43"/>
                      <a:pt x="41" y="43"/>
                      <a:pt x="41" y="43"/>
                    </a:cubicBezTo>
                    <a:cubicBezTo>
                      <a:pt x="27" y="43"/>
                      <a:pt x="27" y="43"/>
                      <a:pt x="27" y="43"/>
                    </a:cubicBezTo>
                    <a:cubicBezTo>
                      <a:pt x="23" y="31"/>
                      <a:pt x="23" y="31"/>
                      <a:pt x="23" y="31"/>
                    </a:cubicBezTo>
                    <a:lnTo>
                      <a:pt x="34" y="2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116"/>
            <p:cNvGrpSpPr/>
            <p:nvPr/>
          </p:nvGrpSpPr>
          <p:grpSpPr>
            <a:xfrm>
              <a:off x="1404938" y="3030537"/>
              <a:ext cx="511175" cy="514350"/>
              <a:chOff x="4125913" y="3362325"/>
              <a:chExt cx="511175" cy="514350"/>
            </a:xfrm>
          </p:grpSpPr>
          <p:sp>
            <p:nvSpPr>
              <p:cNvPr id="1073" name="Freeform 49"/>
              <p:cNvSpPr>
                <a:spLocks/>
              </p:cNvSpPr>
              <p:nvPr/>
            </p:nvSpPr>
            <p:spPr bwMode="auto">
              <a:xfrm>
                <a:off x="4125913" y="3362325"/>
                <a:ext cx="511175" cy="514350"/>
              </a:xfrm>
              <a:custGeom>
                <a:avLst/>
                <a:gdLst/>
                <a:ahLst/>
                <a:cxnLst>
                  <a:cxn ang="0">
                    <a:pos x="346" y="247"/>
                  </a:cxn>
                  <a:cxn ang="0">
                    <a:pos x="328" y="280"/>
                  </a:cxn>
                  <a:cxn ang="0">
                    <a:pos x="107" y="348"/>
                  </a:cxn>
                  <a:cxn ang="0">
                    <a:pos x="74" y="330"/>
                  </a:cxn>
                  <a:cxn ang="0">
                    <a:pos x="5" y="106"/>
                  </a:cxn>
                  <a:cxn ang="0">
                    <a:pos x="22" y="72"/>
                  </a:cxn>
                  <a:cxn ang="0">
                    <a:pos x="243" y="4"/>
                  </a:cxn>
                  <a:cxn ang="0">
                    <a:pos x="277" y="22"/>
                  </a:cxn>
                  <a:cxn ang="0">
                    <a:pos x="346" y="247"/>
                  </a:cxn>
                </a:cxnLst>
                <a:rect l="0" t="0" r="r" b="b"/>
                <a:pathLst>
                  <a:path w="350" h="353">
                    <a:moveTo>
                      <a:pt x="346" y="247"/>
                    </a:moveTo>
                    <a:cubicBezTo>
                      <a:pt x="350" y="261"/>
                      <a:pt x="342" y="276"/>
                      <a:pt x="328" y="280"/>
                    </a:cubicBezTo>
                    <a:cubicBezTo>
                      <a:pt x="107" y="348"/>
                      <a:pt x="107" y="348"/>
                      <a:pt x="107" y="348"/>
                    </a:cubicBezTo>
                    <a:cubicBezTo>
                      <a:pt x="93" y="353"/>
                      <a:pt x="78" y="345"/>
                      <a:pt x="74" y="330"/>
                    </a:cubicBezTo>
                    <a:cubicBezTo>
                      <a:pt x="5" y="106"/>
                      <a:pt x="5" y="106"/>
                      <a:pt x="5" y="106"/>
                    </a:cubicBezTo>
                    <a:cubicBezTo>
                      <a:pt x="0" y="92"/>
                      <a:pt x="8" y="77"/>
                      <a:pt x="22" y="72"/>
                    </a:cubicBezTo>
                    <a:cubicBezTo>
                      <a:pt x="243" y="4"/>
                      <a:pt x="243" y="4"/>
                      <a:pt x="243" y="4"/>
                    </a:cubicBezTo>
                    <a:cubicBezTo>
                      <a:pt x="257" y="0"/>
                      <a:pt x="272" y="8"/>
                      <a:pt x="277" y="22"/>
                    </a:cubicBezTo>
                    <a:lnTo>
                      <a:pt x="346" y="24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 name="Group 80"/>
              <p:cNvGrpSpPr/>
              <p:nvPr/>
            </p:nvGrpSpPr>
            <p:grpSpPr>
              <a:xfrm>
                <a:off x="4259263" y="3439319"/>
                <a:ext cx="244475" cy="360363"/>
                <a:chOff x="4914900" y="1211263"/>
                <a:chExt cx="244475" cy="360363"/>
              </a:xfrm>
              <a:solidFill>
                <a:schemeClr val="bg1"/>
              </a:solidFill>
            </p:grpSpPr>
            <p:sp>
              <p:nvSpPr>
                <p:cNvPr id="82" name="Freeform 38"/>
                <p:cNvSpPr>
                  <a:spLocks noEditPoints="1"/>
                </p:cNvSpPr>
                <p:nvPr/>
              </p:nvSpPr>
              <p:spPr bwMode="auto">
                <a:xfrm>
                  <a:off x="5013325" y="1314451"/>
                  <a:ext cx="23813" cy="20638"/>
                </a:xfrm>
                <a:custGeom>
                  <a:avLst/>
                  <a:gdLst/>
                  <a:ahLst/>
                  <a:cxnLst>
                    <a:cxn ang="0">
                      <a:pos x="8" y="3"/>
                    </a:cxn>
                    <a:cxn ang="0">
                      <a:pos x="4" y="7"/>
                    </a:cxn>
                    <a:cxn ang="0">
                      <a:pos x="0" y="3"/>
                    </a:cxn>
                    <a:cxn ang="0">
                      <a:pos x="4" y="0"/>
                    </a:cxn>
                    <a:cxn ang="0">
                      <a:pos x="8" y="3"/>
                    </a:cxn>
                    <a:cxn ang="0">
                      <a:pos x="8" y="3"/>
                    </a:cxn>
                    <a:cxn ang="0">
                      <a:pos x="8" y="3"/>
                    </a:cxn>
                  </a:cxnLst>
                  <a:rect l="0" t="0" r="r" b="b"/>
                  <a:pathLst>
                    <a:path w="8" h="7">
                      <a:moveTo>
                        <a:pt x="8" y="3"/>
                      </a:moveTo>
                      <a:cubicBezTo>
                        <a:pt x="8" y="6"/>
                        <a:pt x="6" y="7"/>
                        <a:pt x="4" y="7"/>
                      </a:cubicBezTo>
                      <a:cubicBezTo>
                        <a:pt x="2" y="7"/>
                        <a:pt x="0" y="6"/>
                        <a:pt x="0" y="3"/>
                      </a:cubicBezTo>
                      <a:cubicBezTo>
                        <a:pt x="0" y="1"/>
                        <a:pt x="2" y="0"/>
                        <a:pt x="4" y="0"/>
                      </a:cubicBezTo>
                      <a:cubicBezTo>
                        <a:pt x="6" y="0"/>
                        <a:pt x="8" y="1"/>
                        <a:pt x="8" y="3"/>
                      </a:cubicBezTo>
                      <a:close/>
                      <a:moveTo>
                        <a:pt x="8" y="3"/>
                      </a:moveTo>
                      <a:cubicBezTo>
                        <a:pt x="8" y="3"/>
                        <a:pt x="8" y="3"/>
                        <a:pt x="8"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9"/>
                <p:cNvSpPr>
                  <a:spLocks noEditPoints="1"/>
                </p:cNvSpPr>
                <p:nvPr/>
              </p:nvSpPr>
              <p:spPr bwMode="auto">
                <a:xfrm>
                  <a:off x="5013325" y="1449388"/>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40"/>
                <p:cNvSpPr>
                  <a:spLocks noEditPoints="1"/>
                </p:cNvSpPr>
                <p:nvPr/>
              </p:nvSpPr>
              <p:spPr bwMode="auto">
                <a:xfrm>
                  <a:off x="4946650" y="1381126"/>
                  <a:ext cx="23813" cy="20638"/>
                </a:xfrm>
                <a:custGeom>
                  <a:avLst/>
                  <a:gdLst/>
                  <a:ahLst/>
                  <a:cxnLst>
                    <a:cxn ang="0">
                      <a:pos x="8" y="3"/>
                    </a:cxn>
                    <a:cxn ang="0">
                      <a:pos x="4" y="7"/>
                    </a:cxn>
                    <a:cxn ang="0">
                      <a:pos x="0" y="3"/>
                    </a:cxn>
                    <a:cxn ang="0">
                      <a:pos x="4" y="0"/>
                    </a:cxn>
                    <a:cxn ang="0">
                      <a:pos x="8" y="3"/>
                    </a:cxn>
                    <a:cxn ang="0">
                      <a:pos x="8" y="3"/>
                    </a:cxn>
                    <a:cxn ang="0">
                      <a:pos x="8" y="3"/>
                    </a:cxn>
                  </a:cxnLst>
                  <a:rect l="0" t="0" r="r" b="b"/>
                  <a:pathLst>
                    <a:path w="8" h="7">
                      <a:moveTo>
                        <a:pt x="8" y="3"/>
                      </a:moveTo>
                      <a:cubicBezTo>
                        <a:pt x="8" y="6"/>
                        <a:pt x="6" y="7"/>
                        <a:pt x="4" y="7"/>
                      </a:cubicBezTo>
                      <a:cubicBezTo>
                        <a:pt x="2" y="7"/>
                        <a:pt x="0" y="6"/>
                        <a:pt x="0" y="3"/>
                      </a:cubicBezTo>
                      <a:cubicBezTo>
                        <a:pt x="0" y="1"/>
                        <a:pt x="2" y="0"/>
                        <a:pt x="4" y="0"/>
                      </a:cubicBezTo>
                      <a:cubicBezTo>
                        <a:pt x="6" y="0"/>
                        <a:pt x="8" y="1"/>
                        <a:pt x="8" y="3"/>
                      </a:cubicBezTo>
                      <a:close/>
                      <a:moveTo>
                        <a:pt x="8" y="3"/>
                      </a:moveTo>
                      <a:cubicBezTo>
                        <a:pt x="8" y="3"/>
                        <a:pt x="8" y="3"/>
                        <a:pt x="8"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41"/>
                <p:cNvSpPr>
                  <a:spLocks noEditPoints="1"/>
                </p:cNvSpPr>
                <p:nvPr/>
              </p:nvSpPr>
              <p:spPr bwMode="auto">
                <a:xfrm>
                  <a:off x="5081588" y="1381126"/>
                  <a:ext cx="22225" cy="20638"/>
                </a:xfrm>
                <a:custGeom>
                  <a:avLst/>
                  <a:gdLst/>
                  <a:ahLst/>
                  <a:cxnLst>
                    <a:cxn ang="0">
                      <a:pos x="8" y="3"/>
                    </a:cxn>
                    <a:cxn ang="0">
                      <a:pos x="4" y="7"/>
                    </a:cxn>
                    <a:cxn ang="0">
                      <a:pos x="0" y="3"/>
                    </a:cxn>
                    <a:cxn ang="0">
                      <a:pos x="4" y="0"/>
                    </a:cxn>
                    <a:cxn ang="0">
                      <a:pos x="8" y="3"/>
                    </a:cxn>
                    <a:cxn ang="0">
                      <a:pos x="8" y="3"/>
                    </a:cxn>
                    <a:cxn ang="0">
                      <a:pos x="8" y="3"/>
                    </a:cxn>
                  </a:cxnLst>
                  <a:rect l="0" t="0" r="r" b="b"/>
                  <a:pathLst>
                    <a:path w="8" h="7">
                      <a:moveTo>
                        <a:pt x="8" y="3"/>
                      </a:moveTo>
                      <a:cubicBezTo>
                        <a:pt x="8" y="6"/>
                        <a:pt x="6" y="7"/>
                        <a:pt x="4" y="7"/>
                      </a:cubicBezTo>
                      <a:cubicBezTo>
                        <a:pt x="2" y="7"/>
                        <a:pt x="0" y="6"/>
                        <a:pt x="0" y="3"/>
                      </a:cubicBezTo>
                      <a:cubicBezTo>
                        <a:pt x="0" y="1"/>
                        <a:pt x="2" y="0"/>
                        <a:pt x="4" y="0"/>
                      </a:cubicBezTo>
                      <a:cubicBezTo>
                        <a:pt x="6" y="0"/>
                        <a:pt x="8" y="1"/>
                        <a:pt x="8" y="3"/>
                      </a:cubicBezTo>
                      <a:close/>
                      <a:moveTo>
                        <a:pt x="8" y="3"/>
                      </a:moveTo>
                      <a:cubicBezTo>
                        <a:pt x="8" y="3"/>
                        <a:pt x="8" y="3"/>
                        <a:pt x="8"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42"/>
                <p:cNvSpPr>
                  <a:spLocks noEditPoints="1"/>
                </p:cNvSpPr>
                <p:nvPr/>
              </p:nvSpPr>
              <p:spPr bwMode="auto">
                <a:xfrm>
                  <a:off x="4967288" y="1428751"/>
                  <a:ext cx="20638" cy="22225"/>
                </a:xfrm>
                <a:custGeom>
                  <a:avLst/>
                  <a:gdLst/>
                  <a:ahLst/>
                  <a:cxnLst>
                    <a:cxn ang="0">
                      <a:pos x="7" y="4"/>
                    </a:cxn>
                    <a:cxn ang="0">
                      <a:pos x="4" y="8"/>
                    </a:cxn>
                    <a:cxn ang="0">
                      <a:pos x="0" y="4"/>
                    </a:cxn>
                    <a:cxn ang="0">
                      <a:pos x="4" y="0"/>
                    </a:cxn>
                    <a:cxn ang="0">
                      <a:pos x="7" y="4"/>
                    </a:cxn>
                    <a:cxn ang="0">
                      <a:pos x="7" y="4"/>
                    </a:cxn>
                    <a:cxn ang="0">
                      <a:pos x="7" y="4"/>
                    </a:cxn>
                  </a:cxnLst>
                  <a:rect l="0" t="0" r="r" b="b"/>
                  <a:pathLst>
                    <a:path w="7" h="8">
                      <a:moveTo>
                        <a:pt x="7" y="4"/>
                      </a:moveTo>
                      <a:cubicBezTo>
                        <a:pt x="7" y="6"/>
                        <a:pt x="6" y="8"/>
                        <a:pt x="4" y="8"/>
                      </a:cubicBezTo>
                      <a:cubicBezTo>
                        <a:pt x="2" y="8"/>
                        <a:pt x="0" y="6"/>
                        <a:pt x="0" y="4"/>
                      </a:cubicBezTo>
                      <a:cubicBezTo>
                        <a:pt x="0" y="2"/>
                        <a:pt x="2" y="0"/>
                        <a:pt x="4"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43"/>
                <p:cNvSpPr>
                  <a:spLocks noEditPoints="1"/>
                </p:cNvSpPr>
                <p:nvPr/>
              </p:nvSpPr>
              <p:spPr bwMode="auto">
                <a:xfrm>
                  <a:off x="4967288" y="1331913"/>
                  <a:ext cx="20638" cy="23813"/>
                </a:xfrm>
                <a:custGeom>
                  <a:avLst/>
                  <a:gdLst/>
                  <a:ahLst/>
                  <a:cxnLst>
                    <a:cxn ang="0">
                      <a:pos x="7" y="4"/>
                    </a:cxn>
                    <a:cxn ang="0">
                      <a:pos x="4" y="8"/>
                    </a:cxn>
                    <a:cxn ang="0">
                      <a:pos x="0" y="4"/>
                    </a:cxn>
                    <a:cxn ang="0">
                      <a:pos x="4" y="0"/>
                    </a:cxn>
                    <a:cxn ang="0">
                      <a:pos x="7" y="4"/>
                    </a:cxn>
                    <a:cxn ang="0">
                      <a:pos x="7" y="4"/>
                    </a:cxn>
                    <a:cxn ang="0">
                      <a:pos x="7" y="4"/>
                    </a:cxn>
                  </a:cxnLst>
                  <a:rect l="0" t="0" r="r" b="b"/>
                  <a:pathLst>
                    <a:path w="7" h="8">
                      <a:moveTo>
                        <a:pt x="7" y="4"/>
                      </a:moveTo>
                      <a:cubicBezTo>
                        <a:pt x="7" y="6"/>
                        <a:pt x="6" y="8"/>
                        <a:pt x="4" y="8"/>
                      </a:cubicBezTo>
                      <a:cubicBezTo>
                        <a:pt x="2" y="8"/>
                        <a:pt x="0" y="6"/>
                        <a:pt x="0" y="4"/>
                      </a:cubicBezTo>
                      <a:cubicBezTo>
                        <a:pt x="0" y="2"/>
                        <a:pt x="2" y="0"/>
                        <a:pt x="4"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4"/>
                <p:cNvSpPr>
                  <a:spLocks noEditPoints="1"/>
                </p:cNvSpPr>
                <p:nvPr/>
              </p:nvSpPr>
              <p:spPr bwMode="auto">
                <a:xfrm>
                  <a:off x="5060950" y="1428751"/>
                  <a:ext cx="22225" cy="22225"/>
                </a:xfrm>
                <a:custGeom>
                  <a:avLst/>
                  <a:gdLst/>
                  <a:ahLst/>
                  <a:cxnLst>
                    <a:cxn ang="0">
                      <a:pos x="8" y="4"/>
                    </a:cxn>
                    <a:cxn ang="0">
                      <a:pos x="4" y="8"/>
                    </a:cxn>
                    <a:cxn ang="0">
                      <a:pos x="0" y="4"/>
                    </a:cxn>
                    <a:cxn ang="0">
                      <a:pos x="4" y="0"/>
                    </a:cxn>
                    <a:cxn ang="0">
                      <a:pos x="8" y="4"/>
                    </a:cxn>
                    <a:cxn ang="0">
                      <a:pos x="8" y="4"/>
                    </a:cxn>
                    <a:cxn ang="0">
                      <a:pos x="8" y="4"/>
                    </a:cxn>
                  </a:cxnLst>
                  <a:rect l="0" t="0" r="r" b="b"/>
                  <a:pathLst>
                    <a:path w="8" h="8">
                      <a:moveTo>
                        <a:pt x="8" y="4"/>
                      </a:moveTo>
                      <a:cubicBezTo>
                        <a:pt x="8" y="6"/>
                        <a:pt x="6" y="8"/>
                        <a:pt x="4" y="8"/>
                      </a:cubicBezTo>
                      <a:cubicBezTo>
                        <a:pt x="2" y="8"/>
                        <a:pt x="0" y="6"/>
                        <a:pt x="0" y="4"/>
                      </a:cubicBezTo>
                      <a:cubicBezTo>
                        <a:pt x="0" y="2"/>
                        <a:pt x="2" y="0"/>
                        <a:pt x="4" y="0"/>
                      </a:cubicBezTo>
                      <a:cubicBezTo>
                        <a:pt x="6" y="0"/>
                        <a:pt x="8" y="2"/>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5"/>
                <p:cNvSpPr>
                  <a:spLocks noEditPoints="1"/>
                </p:cNvSpPr>
                <p:nvPr/>
              </p:nvSpPr>
              <p:spPr bwMode="auto">
                <a:xfrm>
                  <a:off x="4914900" y="1211263"/>
                  <a:ext cx="244475" cy="360363"/>
                </a:xfrm>
                <a:custGeom>
                  <a:avLst/>
                  <a:gdLst/>
                  <a:ahLst/>
                  <a:cxnLst>
                    <a:cxn ang="0">
                      <a:pos x="76" y="54"/>
                    </a:cxn>
                    <a:cxn ang="0">
                      <a:pos x="76" y="54"/>
                    </a:cxn>
                    <a:cxn ang="0">
                      <a:pos x="67" y="36"/>
                    </a:cxn>
                    <a:cxn ang="0">
                      <a:pos x="61" y="6"/>
                    </a:cxn>
                    <a:cxn ang="0">
                      <a:pos x="54" y="0"/>
                    </a:cxn>
                    <a:cxn ang="0">
                      <a:pos x="23" y="0"/>
                    </a:cxn>
                    <a:cxn ang="0">
                      <a:pos x="15" y="6"/>
                    </a:cxn>
                    <a:cxn ang="0">
                      <a:pos x="10" y="35"/>
                    </a:cxn>
                    <a:cxn ang="0">
                      <a:pos x="0" y="61"/>
                    </a:cxn>
                    <a:cxn ang="0">
                      <a:pos x="10" y="87"/>
                    </a:cxn>
                    <a:cxn ang="0">
                      <a:pos x="15" y="117"/>
                    </a:cxn>
                    <a:cxn ang="0">
                      <a:pos x="23" y="123"/>
                    </a:cxn>
                    <a:cxn ang="0">
                      <a:pos x="53" y="123"/>
                    </a:cxn>
                    <a:cxn ang="0">
                      <a:pos x="61" y="117"/>
                    </a:cxn>
                    <a:cxn ang="0">
                      <a:pos x="66" y="87"/>
                    </a:cxn>
                    <a:cxn ang="0">
                      <a:pos x="76" y="69"/>
                    </a:cxn>
                    <a:cxn ang="0">
                      <a:pos x="76" y="69"/>
                    </a:cxn>
                    <a:cxn ang="0">
                      <a:pos x="84" y="61"/>
                    </a:cxn>
                    <a:cxn ang="0">
                      <a:pos x="76" y="54"/>
                    </a:cxn>
                    <a:cxn ang="0">
                      <a:pos x="23" y="8"/>
                    </a:cxn>
                    <a:cxn ang="0">
                      <a:pos x="54" y="8"/>
                    </a:cxn>
                    <a:cxn ang="0">
                      <a:pos x="58" y="28"/>
                    </a:cxn>
                    <a:cxn ang="0">
                      <a:pos x="38" y="23"/>
                    </a:cxn>
                    <a:cxn ang="0">
                      <a:pos x="19" y="28"/>
                    </a:cxn>
                    <a:cxn ang="0">
                      <a:pos x="23" y="8"/>
                    </a:cxn>
                    <a:cxn ang="0">
                      <a:pos x="53" y="115"/>
                    </a:cxn>
                    <a:cxn ang="0">
                      <a:pos x="23" y="115"/>
                    </a:cxn>
                    <a:cxn ang="0">
                      <a:pos x="19" y="95"/>
                    </a:cxn>
                    <a:cxn ang="0">
                      <a:pos x="38" y="100"/>
                    </a:cxn>
                    <a:cxn ang="0">
                      <a:pos x="57" y="95"/>
                    </a:cxn>
                    <a:cxn ang="0">
                      <a:pos x="53" y="115"/>
                    </a:cxn>
                    <a:cxn ang="0">
                      <a:pos x="38" y="92"/>
                    </a:cxn>
                    <a:cxn ang="0">
                      <a:pos x="7" y="61"/>
                    </a:cxn>
                    <a:cxn ang="0">
                      <a:pos x="38" y="31"/>
                    </a:cxn>
                    <a:cxn ang="0">
                      <a:pos x="69" y="61"/>
                    </a:cxn>
                    <a:cxn ang="0">
                      <a:pos x="38" y="92"/>
                    </a:cxn>
                    <a:cxn ang="0">
                      <a:pos x="38" y="92"/>
                    </a:cxn>
                    <a:cxn ang="0">
                      <a:pos x="38" y="92"/>
                    </a:cxn>
                  </a:cxnLst>
                  <a:rect l="0" t="0" r="r" b="b"/>
                  <a:pathLst>
                    <a:path w="84" h="123">
                      <a:moveTo>
                        <a:pt x="76" y="54"/>
                      </a:moveTo>
                      <a:cubicBezTo>
                        <a:pt x="76" y="54"/>
                        <a:pt x="76" y="54"/>
                        <a:pt x="76" y="54"/>
                      </a:cubicBezTo>
                      <a:cubicBezTo>
                        <a:pt x="74" y="47"/>
                        <a:pt x="71" y="41"/>
                        <a:pt x="67" y="36"/>
                      </a:cubicBezTo>
                      <a:cubicBezTo>
                        <a:pt x="61" y="6"/>
                        <a:pt x="61" y="6"/>
                        <a:pt x="61" y="6"/>
                      </a:cubicBezTo>
                      <a:cubicBezTo>
                        <a:pt x="61" y="3"/>
                        <a:pt x="57" y="0"/>
                        <a:pt x="54" y="0"/>
                      </a:cubicBezTo>
                      <a:cubicBezTo>
                        <a:pt x="23" y="0"/>
                        <a:pt x="23" y="0"/>
                        <a:pt x="23" y="0"/>
                      </a:cubicBezTo>
                      <a:cubicBezTo>
                        <a:pt x="19" y="0"/>
                        <a:pt x="16" y="3"/>
                        <a:pt x="15" y="6"/>
                      </a:cubicBezTo>
                      <a:cubicBezTo>
                        <a:pt x="10" y="35"/>
                        <a:pt x="10" y="35"/>
                        <a:pt x="10" y="35"/>
                      </a:cubicBezTo>
                      <a:cubicBezTo>
                        <a:pt x="4" y="42"/>
                        <a:pt x="0" y="51"/>
                        <a:pt x="0" y="61"/>
                      </a:cubicBezTo>
                      <a:cubicBezTo>
                        <a:pt x="0" y="71"/>
                        <a:pt x="3" y="80"/>
                        <a:pt x="10" y="87"/>
                      </a:cubicBezTo>
                      <a:cubicBezTo>
                        <a:pt x="15" y="117"/>
                        <a:pt x="15" y="117"/>
                        <a:pt x="15" y="117"/>
                      </a:cubicBezTo>
                      <a:cubicBezTo>
                        <a:pt x="16" y="120"/>
                        <a:pt x="19" y="123"/>
                        <a:pt x="23" y="123"/>
                      </a:cubicBezTo>
                      <a:cubicBezTo>
                        <a:pt x="53" y="123"/>
                        <a:pt x="53" y="123"/>
                        <a:pt x="53" y="123"/>
                      </a:cubicBezTo>
                      <a:cubicBezTo>
                        <a:pt x="57" y="123"/>
                        <a:pt x="60" y="120"/>
                        <a:pt x="61" y="117"/>
                      </a:cubicBezTo>
                      <a:cubicBezTo>
                        <a:pt x="66" y="87"/>
                        <a:pt x="66" y="87"/>
                        <a:pt x="66" y="87"/>
                      </a:cubicBezTo>
                      <a:cubicBezTo>
                        <a:pt x="71" y="82"/>
                        <a:pt x="74" y="76"/>
                        <a:pt x="76" y="69"/>
                      </a:cubicBezTo>
                      <a:cubicBezTo>
                        <a:pt x="76" y="69"/>
                        <a:pt x="76" y="69"/>
                        <a:pt x="76" y="69"/>
                      </a:cubicBezTo>
                      <a:cubicBezTo>
                        <a:pt x="81" y="69"/>
                        <a:pt x="84" y="66"/>
                        <a:pt x="84" y="61"/>
                      </a:cubicBezTo>
                      <a:cubicBezTo>
                        <a:pt x="84" y="57"/>
                        <a:pt x="81" y="54"/>
                        <a:pt x="76" y="54"/>
                      </a:cubicBezTo>
                      <a:close/>
                      <a:moveTo>
                        <a:pt x="23" y="8"/>
                      </a:moveTo>
                      <a:cubicBezTo>
                        <a:pt x="54" y="8"/>
                        <a:pt x="54" y="8"/>
                        <a:pt x="54" y="8"/>
                      </a:cubicBezTo>
                      <a:cubicBezTo>
                        <a:pt x="58" y="28"/>
                        <a:pt x="58" y="28"/>
                        <a:pt x="58" y="28"/>
                      </a:cubicBezTo>
                      <a:cubicBezTo>
                        <a:pt x="52" y="25"/>
                        <a:pt x="45" y="23"/>
                        <a:pt x="38" y="23"/>
                      </a:cubicBezTo>
                      <a:cubicBezTo>
                        <a:pt x="31" y="23"/>
                        <a:pt x="25" y="25"/>
                        <a:pt x="19" y="28"/>
                      </a:cubicBezTo>
                      <a:lnTo>
                        <a:pt x="23" y="8"/>
                      </a:lnTo>
                      <a:close/>
                      <a:moveTo>
                        <a:pt x="53" y="115"/>
                      </a:moveTo>
                      <a:cubicBezTo>
                        <a:pt x="23" y="115"/>
                        <a:pt x="23" y="115"/>
                        <a:pt x="23" y="115"/>
                      </a:cubicBezTo>
                      <a:cubicBezTo>
                        <a:pt x="19" y="95"/>
                        <a:pt x="19" y="95"/>
                        <a:pt x="19" y="95"/>
                      </a:cubicBezTo>
                      <a:cubicBezTo>
                        <a:pt x="24" y="98"/>
                        <a:pt x="31" y="100"/>
                        <a:pt x="38" y="100"/>
                      </a:cubicBezTo>
                      <a:cubicBezTo>
                        <a:pt x="45" y="100"/>
                        <a:pt x="51" y="98"/>
                        <a:pt x="57" y="95"/>
                      </a:cubicBezTo>
                      <a:lnTo>
                        <a:pt x="53" y="115"/>
                      </a:lnTo>
                      <a:close/>
                      <a:moveTo>
                        <a:pt x="38" y="92"/>
                      </a:moveTo>
                      <a:cubicBezTo>
                        <a:pt x="21" y="92"/>
                        <a:pt x="7" y="78"/>
                        <a:pt x="7" y="61"/>
                      </a:cubicBezTo>
                      <a:cubicBezTo>
                        <a:pt x="7" y="45"/>
                        <a:pt x="21" y="31"/>
                        <a:pt x="38" y="31"/>
                      </a:cubicBezTo>
                      <a:cubicBezTo>
                        <a:pt x="55" y="31"/>
                        <a:pt x="69" y="45"/>
                        <a:pt x="69" y="61"/>
                      </a:cubicBezTo>
                      <a:cubicBezTo>
                        <a:pt x="69" y="78"/>
                        <a:pt x="55" y="92"/>
                        <a:pt x="38" y="92"/>
                      </a:cubicBezTo>
                      <a:close/>
                      <a:moveTo>
                        <a:pt x="38" y="92"/>
                      </a:moveTo>
                      <a:cubicBezTo>
                        <a:pt x="38" y="92"/>
                        <a:pt x="38" y="92"/>
                        <a:pt x="38" y="9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6"/>
                <p:cNvSpPr>
                  <a:spLocks noEditPoints="1"/>
                </p:cNvSpPr>
                <p:nvPr/>
              </p:nvSpPr>
              <p:spPr bwMode="auto">
                <a:xfrm>
                  <a:off x="5013325" y="1335088"/>
                  <a:ext cx="68263" cy="66675"/>
                </a:xfrm>
                <a:custGeom>
                  <a:avLst/>
                  <a:gdLst/>
                  <a:ahLst/>
                  <a:cxnLst>
                    <a:cxn ang="0">
                      <a:pos x="23" y="0"/>
                    </a:cxn>
                    <a:cxn ang="0">
                      <a:pos x="21" y="0"/>
                    </a:cxn>
                    <a:cxn ang="0">
                      <a:pos x="1" y="17"/>
                    </a:cxn>
                    <a:cxn ang="0">
                      <a:pos x="0" y="20"/>
                    </a:cxn>
                    <a:cxn ang="0">
                      <a:pos x="1" y="22"/>
                    </a:cxn>
                    <a:cxn ang="0">
                      <a:pos x="4" y="23"/>
                    </a:cxn>
                    <a:cxn ang="0">
                      <a:pos x="7" y="22"/>
                    </a:cxn>
                    <a:cxn ang="0">
                      <a:pos x="14" y="14"/>
                    </a:cxn>
                    <a:cxn ang="0">
                      <a:pos x="23" y="2"/>
                    </a:cxn>
                    <a:cxn ang="0">
                      <a:pos x="23" y="0"/>
                    </a:cxn>
                    <a:cxn ang="0">
                      <a:pos x="23" y="0"/>
                    </a:cxn>
                    <a:cxn ang="0">
                      <a:pos x="23" y="0"/>
                    </a:cxn>
                  </a:cxnLst>
                  <a:rect l="0" t="0" r="r" b="b"/>
                  <a:pathLst>
                    <a:path w="23" h="23">
                      <a:moveTo>
                        <a:pt x="23" y="0"/>
                      </a:moveTo>
                      <a:cubicBezTo>
                        <a:pt x="22" y="0"/>
                        <a:pt x="22" y="0"/>
                        <a:pt x="21" y="0"/>
                      </a:cubicBezTo>
                      <a:cubicBezTo>
                        <a:pt x="1" y="17"/>
                        <a:pt x="1" y="17"/>
                        <a:pt x="1" y="17"/>
                      </a:cubicBezTo>
                      <a:cubicBezTo>
                        <a:pt x="1" y="18"/>
                        <a:pt x="0" y="18"/>
                        <a:pt x="0" y="20"/>
                      </a:cubicBezTo>
                      <a:cubicBezTo>
                        <a:pt x="0" y="21"/>
                        <a:pt x="0" y="21"/>
                        <a:pt x="1" y="22"/>
                      </a:cubicBezTo>
                      <a:cubicBezTo>
                        <a:pt x="2" y="23"/>
                        <a:pt x="3" y="23"/>
                        <a:pt x="4" y="23"/>
                      </a:cubicBezTo>
                      <a:cubicBezTo>
                        <a:pt x="5" y="23"/>
                        <a:pt x="6" y="23"/>
                        <a:pt x="7" y="22"/>
                      </a:cubicBezTo>
                      <a:cubicBezTo>
                        <a:pt x="14" y="14"/>
                        <a:pt x="14" y="14"/>
                        <a:pt x="14" y="14"/>
                      </a:cubicBezTo>
                      <a:cubicBezTo>
                        <a:pt x="23" y="2"/>
                        <a:pt x="23" y="2"/>
                        <a:pt x="23" y="2"/>
                      </a:cubicBezTo>
                      <a:cubicBezTo>
                        <a:pt x="23" y="2"/>
                        <a:pt x="23" y="1"/>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 name="Group 111"/>
            <p:cNvGrpSpPr/>
            <p:nvPr/>
          </p:nvGrpSpPr>
          <p:grpSpPr>
            <a:xfrm>
              <a:off x="2443163" y="1873250"/>
              <a:ext cx="692150" cy="698500"/>
              <a:chOff x="5164138" y="2043113"/>
              <a:chExt cx="692150" cy="698500"/>
            </a:xfrm>
          </p:grpSpPr>
          <p:sp>
            <p:nvSpPr>
              <p:cNvPr id="1067" name="Freeform 43"/>
              <p:cNvSpPr>
                <a:spLocks/>
              </p:cNvSpPr>
              <p:nvPr/>
            </p:nvSpPr>
            <p:spPr bwMode="auto">
              <a:xfrm>
                <a:off x="5164138" y="2043113"/>
                <a:ext cx="692150" cy="698500"/>
              </a:xfrm>
              <a:custGeom>
                <a:avLst/>
                <a:gdLst/>
                <a:ahLst/>
                <a:cxnLst>
                  <a:cxn ang="0">
                    <a:pos x="369" y="449"/>
                  </a:cxn>
                  <a:cxn ang="0">
                    <a:pos x="324" y="472"/>
                  </a:cxn>
                  <a:cxn ang="0">
                    <a:pos x="29" y="375"/>
                  </a:cxn>
                  <a:cxn ang="0">
                    <a:pos x="6" y="329"/>
                  </a:cxn>
                  <a:cxn ang="0">
                    <a:pos x="105" y="29"/>
                  </a:cxn>
                  <a:cxn ang="0">
                    <a:pos x="151" y="6"/>
                  </a:cxn>
                  <a:cxn ang="0">
                    <a:pos x="446" y="104"/>
                  </a:cxn>
                  <a:cxn ang="0">
                    <a:pos x="469" y="149"/>
                  </a:cxn>
                  <a:cxn ang="0">
                    <a:pos x="369" y="449"/>
                  </a:cxn>
                </a:cxnLst>
                <a:rect l="0" t="0" r="r" b="b"/>
                <a:pathLst>
                  <a:path w="475" h="479">
                    <a:moveTo>
                      <a:pt x="369" y="449"/>
                    </a:moveTo>
                    <a:cubicBezTo>
                      <a:pt x="363" y="468"/>
                      <a:pt x="343" y="479"/>
                      <a:pt x="324" y="472"/>
                    </a:cubicBezTo>
                    <a:cubicBezTo>
                      <a:pt x="29" y="375"/>
                      <a:pt x="29" y="375"/>
                      <a:pt x="29" y="375"/>
                    </a:cubicBezTo>
                    <a:cubicBezTo>
                      <a:pt x="10" y="368"/>
                      <a:pt x="0" y="348"/>
                      <a:pt x="6" y="329"/>
                    </a:cubicBezTo>
                    <a:cubicBezTo>
                      <a:pt x="105" y="29"/>
                      <a:pt x="105" y="29"/>
                      <a:pt x="105" y="29"/>
                    </a:cubicBezTo>
                    <a:cubicBezTo>
                      <a:pt x="111" y="10"/>
                      <a:pt x="132" y="0"/>
                      <a:pt x="151" y="6"/>
                    </a:cubicBezTo>
                    <a:cubicBezTo>
                      <a:pt x="446" y="104"/>
                      <a:pt x="446" y="104"/>
                      <a:pt x="446" y="104"/>
                    </a:cubicBezTo>
                    <a:cubicBezTo>
                      <a:pt x="465" y="110"/>
                      <a:pt x="475" y="130"/>
                      <a:pt x="469" y="149"/>
                    </a:cubicBezTo>
                    <a:lnTo>
                      <a:pt x="369" y="449"/>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90"/>
              <p:cNvGrpSpPr/>
              <p:nvPr/>
            </p:nvGrpSpPr>
            <p:grpSpPr>
              <a:xfrm>
                <a:off x="5307013" y="2188369"/>
                <a:ext cx="406400" cy="407988"/>
                <a:chOff x="5530850" y="1882776"/>
                <a:chExt cx="406400" cy="407988"/>
              </a:xfrm>
              <a:solidFill>
                <a:schemeClr val="bg1"/>
              </a:solidFill>
            </p:grpSpPr>
            <p:sp>
              <p:nvSpPr>
                <p:cNvPr id="92" name="Freeform 81"/>
                <p:cNvSpPr>
                  <a:spLocks noEditPoints="1"/>
                </p:cNvSpPr>
                <p:nvPr/>
              </p:nvSpPr>
              <p:spPr bwMode="auto">
                <a:xfrm>
                  <a:off x="5530850" y="1882776"/>
                  <a:ext cx="406400" cy="407988"/>
                </a:xfrm>
                <a:custGeom>
                  <a:avLst/>
                  <a:gdLst/>
                  <a:ahLst/>
                  <a:cxnLst>
                    <a:cxn ang="0">
                      <a:pos x="93" y="12"/>
                    </a:cxn>
                    <a:cxn ang="0">
                      <a:pos x="13" y="46"/>
                    </a:cxn>
                    <a:cxn ang="0">
                      <a:pos x="47" y="126"/>
                    </a:cxn>
                    <a:cxn ang="0">
                      <a:pos x="127" y="92"/>
                    </a:cxn>
                    <a:cxn ang="0">
                      <a:pos x="93" y="12"/>
                    </a:cxn>
                    <a:cxn ang="0">
                      <a:pos x="50" y="119"/>
                    </a:cxn>
                    <a:cxn ang="0">
                      <a:pos x="20" y="49"/>
                    </a:cxn>
                    <a:cxn ang="0">
                      <a:pos x="90" y="19"/>
                    </a:cxn>
                    <a:cxn ang="0">
                      <a:pos x="120" y="89"/>
                    </a:cxn>
                    <a:cxn ang="0">
                      <a:pos x="50" y="119"/>
                    </a:cxn>
                    <a:cxn ang="0">
                      <a:pos x="50" y="119"/>
                    </a:cxn>
                    <a:cxn ang="0">
                      <a:pos x="50" y="119"/>
                    </a:cxn>
                  </a:cxnLst>
                  <a:rect l="0" t="0" r="r" b="b"/>
                  <a:pathLst>
                    <a:path w="139" h="139">
                      <a:moveTo>
                        <a:pt x="93" y="12"/>
                      </a:moveTo>
                      <a:cubicBezTo>
                        <a:pt x="61" y="0"/>
                        <a:pt x="25" y="15"/>
                        <a:pt x="13" y="46"/>
                      </a:cubicBezTo>
                      <a:cubicBezTo>
                        <a:pt x="0" y="78"/>
                        <a:pt x="16" y="114"/>
                        <a:pt x="47" y="126"/>
                      </a:cubicBezTo>
                      <a:cubicBezTo>
                        <a:pt x="78" y="139"/>
                        <a:pt x="114" y="124"/>
                        <a:pt x="127" y="92"/>
                      </a:cubicBezTo>
                      <a:cubicBezTo>
                        <a:pt x="139" y="61"/>
                        <a:pt x="124" y="25"/>
                        <a:pt x="93" y="12"/>
                      </a:cubicBezTo>
                      <a:close/>
                      <a:moveTo>
                        <a:pt x="50" y="119"/>
                      </a:moveTo>
                      <a:cubicBezTo>
                        <a:pt x="22" y="108"/>
                        <a:pt x="9" y="77"/>
                        <a:pt x="20" y="49"/>
                      </a:cubicBezTo>
                      <a:cubicBezTo>
                        <a:pt x="31" y="22"/>
                        <a:pt x="62" y="8"/>
                        <a:pt x="90" y="19"/>
                      </a:cubicBezTo>
                      <a:cubicBezTo>
                        <a:pt x="117" y="30"/>
                        <a:pt x="131" y="62"/>
                        <a:pt x="120" y="89"/>
                      </a:cubicBezTo>
                      <a:cubicBezTo>
                        <a:pt x="109" y="117"/>
                        <a:pt x="77" y="130"/>
                        <a:pt x="50" y="119"/>
                      </a:cubicBezTo>
                      <a:close/>
                      <a:moveTo>
                        <a:pt x="50" y="119"/>
                      </a:moveTo>
                      <a:cubicBezTo>
                        <a:pt x="50" y="119"/>
                        <a:pt x="50" y="119"/>
                        <a:pt x="50" y="1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82"/>
                <p:cNvSpPr>
                  <a:spLocks noEditPoints="1"/>
                </p:cNvSpPr>
                <p:nvPr/>
              </p:nvSpPr>
              <p:spPr bwMode="auto">
                <a:xfrm>
                  <a:off x="5710238" y="2062163"/>
                  <a:ext cx="49213" cy="49213"/>
                </a:xfrm>
                <a:custGeom>
                  <a:avLst/>
                  <a:gdLst/>
                  <a:ahLst/>
                  <a:cxnLst>
                    <a:cxn ang="0">
                      <a:pos x="12" y="1"/>
                    </a:cxn>
                    <a:cxn ang="0">
                      <a:pos x="2" y="5"/>
                    </a:cxn>
                    <a:cxn ang="0">
                      <a:pos x="6" y="15"/>
                    </a:cxn>
                    <a:cxn ang="0">
                      <a:pos x="16" y="11"/>
                    </a:cxn>
                    <a:cxn ang="0">
                      <a:pos x="12" y="1"/>
                    </a:cxn>
                    <a:cxn ang="0">
                      <a:pos x="7" y="12"/>
                    </a:cxn>
                    <a:cxn ang="0">
                      <a:pos x="5" y="7"/>
                    </a:cxn>
                    <a:cxn ang="0">
                      <a:pos x="10" y="5"/>
                    </a:cxn>
                    <a:cxn ang="0">
                      <a:pos x="12" y="10"/>
                    </a:cxn>
                    <a:cxn ang="0">
                      <a:pos x="7" y="12"/>
                    </a:cxn>
                    <a:cxn ang="0">
                      <a:pos x="7" y="12"/>
                    </a:cxn>
                    <a:cxn ang="0">
                      <a:pos x="7" y="12"/>
                    </a:cxn>
                  </a:cxnLst>
                  <a:rect l="0" t="0" r="r" b="b"/>
                  <a:pathLst>
                    <a:path w="17" h="17">
                      <a:moveTo>
                        <a:pt x="12" y="1"/>
                      </a:moveTo>
                      <a:cubicBezTo>
                        <a:pt x="8" y="0"/>
                        <a:pt x="3" y="1"/>
                        <a:pt x="2" y="5"/>
                      </a:cubicBezTo>
                      <a:cubicBezTo>
                        <a:pt x="0" y="9"/>
                        <a:pt x="2" y="14"/>
                        <a:pt x="6" y="15"/>
                      </a:cubicBezTo>
                      <a:cubicBezTo>
                        <a:pt x="10" y="17"/>
                        <a:pt x="14" y="15"/>
                        <a:pt x="16" y="11"/>
                      </a:cubicBezTo>
                      <a:cubicBezTo>
                        <a:pt x="17" y="7"/>
                        <a:pt x="16" y="3"/>
                        <a:pt x="12" y="1"/>
                      </a:cubicBezTo>
                      <a:close/>
                      <a:moveTo>
                        <a:pt x="7" y="12"/>
                      </a:moveTo>
                      <a:cubicBezTo>
                        <a:pt x="5" y="11"/>
                        <a:pt x="4" y="9"/>
                        <a:pt x="5" y="7"/>
                      </a:cubicBezTo>
                      <a:cubicBezTo>
                        <a:pt x="6" y="5"/>
                        <a:pt x="8" y="4"/>
                        <a:pt x="10" y="5"/>
                      </a:cubicBezTo>
                      <a:cubicBezTo>
                        <a:pt x="12" y="5"/>
                        <a:pt x="13" y="8"/>
                        <a:pt x="12" y="10"/>
                      </a:cubicBezTo>
                      <a:cubicBezTo>
                        <a:pt x="12" y="12"/>
                        <a:pt x="9" y="13"/>
                        <a:pt x="7" y="12"/>
                      </a:cubicBezTo>
                      <a:close/>
                      <a:moveTo>
                        <a:pt x="7" y="12"/>
                      </a:moveTo>
                      <a:cubicBezTo>
                        <a:pt x="7" y="12"/>
                        <a:pt x="7" y="12"/>
                        <a:pt x="7" y="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83"/>
                <p:cNvSpPr>
                  <a:spLocks noEditPoints="1"/>
                </p:cNvSpPr>
                <p:nvPr/>
              </p:nvSpPr>
              <p:spPr bwMode="auto">
                <a:xfrm>
                  <a:off x="5659438" y="2008188"/>
                  <a:ext cx="152400" cy="152400"/>
                </a:xfrm>
                <a:custGeom>
                  <a:avLst/>
                  <a:gdLst/>
                  <a:ahLst/>
                  <a:cxnLst>
                    <a:cxn ang="0">
                      <a:pos x="34" y="5"/>
                    </a:cxn>
                    <a:cxn ang="0">
                      <a:pos x="4" y="18"/>
                    </a:cxn>
                    <a:cxn ang="0">
                      <a:pos x="17" y="48"/>
                    </a:cxn>
                    <a:cxn ang="0">
                      <a:pos x="47" y="35"/>
                    </a:cxn>
                    <a:cxn ang="0">
                      <a:pos x="34" y="5"/>
                    </a:cxn>
                    <a:cxn ang="0">
                      <a:pos x="20" y="41"/>
                    </a:cxn>
                    <a:cxn ang="0">
                      <a:pos x="12" y="21"/>
                    </a:cxn>
                    <a:cxn ang="0">
                      <a:pos x="31" y="12"/>
                    </a:cxn>
                    <a:cxn ang="0">
                      <a:pos x="40" y="32"/>
                    </a:cxn>
                    <a:cxn ang="0">
                      <a:pos x="20" y="41"/>
                    </a:cxn>
                    <a:cxn ang="0">
                      <a:pos x="20" y="41"/>
                    </a:cxn>
                    <a:cxn ang="0">
                      <a:pos x="20" y="41"/>
                    </a:cxn>
                  </a:cxnLst>
                  <a:rect l="0" t="0" r="r" b="b"/>
                  <a:pathLst>
                    <a:path w="52" h="52">
                      <a:moveTo>
                        <a:pt x="34" y="5"/>
                      </a:moveTo>
                      <a:cubicBezTo>
                        <a:pt x="23" y="0"/>
                        <a:pt x="9" y="6"/>
                        <a:pt x="4" y="18"/>
                      </a:cubicBezTo>
                      <a:cubicBezTo>
                        <a:pt x="0" y="30"/>
                        <a:pt x="5" y="43"/>
                        <a:pt x="17" y="48"/>
                      </a:cubicBezTo>
                      <a:cubicBezTo>
                        <a:pt x="29" y="52"/>
                        <a:pt x="42" y="47"/>
                        <a:pt x="47" y="35"/>
                      </a:cubicBezTo>
                      <a:cubicBezTo>
                        <a:pt x="52" y="23"/>
                        <a:pt x="46" y="10"/>
                        <a:pt x="34" y="5"/>
                      </a:cubicBezTo>
                      <a:close/>
                      <a:moveTo>
                        <a:pt x="20" y="41"/>
                      </a:moveTo>
                      <a:cubicBezTo>
                        <a:pt x="12" y="37"/>
                        <a:pt x="8" y="28"/>
                        <a:pt x="12" y="21"/>
                      </a:cubicBezTo>
                      <a:cubicBezTo>
                        <a:pt x="15" y="13"/>
                        <a:pt x="24" y="9"/>
                        <a:pt x="31" y="12"/>
                      </a:cubicBezTo>
                      <a:cubicBezTo>
                        <a:pt x="39" y="15"/>
                        <a:pt x="43" y="24"/>
                        <a:pt x="40" y="32"/>
                      </a:cubicBezTo>
                      <a:cubicBezTo>
                        <a:pt x="37" y="40"/>
                        <a:pt x="28" y="44"/>
                        <a:pt x="20" y="41"/>
                      </a:cubicBezTo>
                      <a:close/>
                      <a:moveTo>
                        <a:pt x="20" y="41"/>
                      </a:moveTo>
                      <a:cubicBezTo>
                        <a:pt x="20" y="41"/>
                        <a:pt x="20" y="41"/>
                        <a:pt x="20"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84"/>
                <p:cNvSpPr>
                  <a:spLocks noEditPoints="1"/>
                </p:cNvSpPr>
                <p:nvPr/>
              </p:nvSpPr>
              <p:spPr bwMode="auto">
                <a:xfrm>
                  <a:off x="5762625" y="2111376"/>
                  <a:ext cx="58738" cy="58738"/>
                </a:xfrm>
                <a:custGeom>
                  <a:avLst/>
                  <a:gdLst/>
                  <a:ahLst/>
                  <a:cxnLst>
                    <a:cxn ang="0">
                      <a:pos x="19" y="3"/>
                    </a:cxn>
                    <a:cxn ang="0">
                      <a:pos x="18" y="0"/>
                    </a:cxn>
                    <a:cxn ang="0">
                      <a:pos x="16" y="1"/>
                    </a:cxn>
                    <a:cxn ang="0">
                      <a:pos x="1" y="16"/>
                    </a:cxn>
                    <a:cxn ang="0">
                      <a:pos x="0" y="18"/>
                    </a:cxn>
                    <a:cxn ang="0">
                      <a:pos x="3" y="19"/>
                    </a:cxn>
                    <a:cxn ang="0">
                      <a:pos x="3" y="19"/>
                    </a:cxn>
                    <a:cxn ang="0">
                      <a:pos x="19" y="3"/>
                    </a:cxn>
                    <a:cxn ang="0">
                      <a:pos x="19" y="3"/>
                    </a:cxn>
                    <a:cxn ang="0">
                      <a:pos x="19" y="3"/>
                    </a:cxn>
                  </a:cxnLst>
                  <a:rect l="0" t="0" r="r" b="b"/>
                  <a:pathLst>
                    <a:path w="20" h="20">
                      <a:moveTo>
                        <a:pt x="19" y="3"/>
                      </a:moveTo>
                      <a:cubicBezTo>
                        <a:pt x="20" y="2"/>
                        <a:pt x="19" y="1"/>
                        <a:pt x="18" y="0"/>
                      </a:cubicBezTo>
                      <a:cubicBezTo>
                        <a:pt x="17" y="0"/>
                        <a:pt x="16" y="0"/>
                        <a:pt x="16" y="1"/>
                      </a:cubicBezTo>
                      <a:cubicBezTo>
                        <a:pt x="13" y="8"/>
                        <a:pt x="8" y="13"/>
                        <a:pt x="1" y="16"/>
                      </a:cubicBezTo>
                      <a:cubicBezTo>
                        <a:pt x="0" y="16"/>
                        <a:pt x="0" y="17"/>
                        <a:pt x="0" y="18"/>
                      </a:cubicBezTo>
                      <a:cubicBezTo>
                        <a:pt x="1" y="19"/>
                        <a:pt x="2" y="20"/>
                        <a:pt x="3" y="19"/>
                      </a:cubicBezTo>
                      <a:cubicBezTo>
                        <a:pt x="3" y="19"/>
                        <a:pt x="3" y="19"/>
                        <a:pt x="3" y="19"/>
                      </a:cubicBezTo>
                      <a:cubicBezTo>
                        <a:pt x="10" y="16"/>
                        <a:pt x="16" y="10"/>
                        <a:pt x="19" y="3"/>
                      </a:cubicBezTo>
                      <a:close/>
                      <a:moveTo>
                        <a:pt x="19" y="3"/>
                      </a:moveTo>
                      <a:cubicBezTo>
                        <a:pt x="19" y="3"/>
                        <a:pt x="19" y="3"/>
                        <a:pt x="1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85"/>
                <p:cNvSpPr>
                  <a:spLocks noEditPoints="1"/>
                </p:cNvSpPr>
                <p:nvPr/>
              </p:nvSpPr>
              <p:spPr bwMode="auto">
                <a:xfrm>
                  <a:off x="5780088" y="2125663"/>
                  <a:ext cx="82550" cy="85725"/>
                </a:xfrm>
                <a:custGeom>
                  <a:avLst/>
                  <a:gdLst/>
                  <a:ahLst/>
                  <a:cxnLst>
                    <a:cxn ang="0">
                      <a:pos x="26" y="1"/>
                    </a:cxn>
                    <a:cxn ang="0">
                      <a:pos x="24" y="2"/>
                    </a:cxn>
                    <a:cxn ang="0">
                      <a:pos x="1" y="25"/>
                    </a:cxn>
                    <a:cxn ang="0">
                      <a:pos x="0" y="28"/>
                    </a:cxn>
                    <a:cxn ang="0">
                      <a:pos x="3" y="29"/>
                    </a:cxn>
                    <a:cxn ang="0">
                      <a:pos x="3" y="28"/>
                    </a:cxn>
                    <a:cxn ang="0">
                      <a:pos x="28" y="3"/>
                    </a:cxn>
                    <a:cxn ang="0">
                      <a:pos x="26" y="1"/>
                    </a:cxn>
                    <a:cxn ang="0">
                      <a:pos x="26" y="1"/>
                    </a:cxn>
                    <a:cxn ang="0">
                      <a:pos x="26" y="1"/>
                    </a:cxn>
                  </a:cxnLst>
                  <a:rect l="0" t="0" r="r" b="b"/>
                  <a:pathLst>
                    <a:path w="28" h="29">
                      <a:moveTo>
                        <a:pt x="26" y="1"/>
                      </a:moveTo>
                      <a:cubicBezTo>
                        <a:pt x="25" y="0"/>
                        <a:pt x="24" y="1"/>
                        <a:pt x="24" y="2"/>
                      </a:cubicBezTo>
                      <a:cubicBezTo>
                        <a:pt x="20" y="13"/>
                        <a:pt x="11" y="21"/>
                        <a:pt x="1" y="25"/>
                      </a:cubicBezTo>
                      <a:cubicBezTo>
                        <a:pt x="0" y="25"/>
                        <a:pt x="0" y="27"/>
                        <a:pt x="0" y="28"/>
                      </a:cubicBezTo>
                      <a:cubicBezTo>
                        <a:pt x="1" y="29"/>
                        <a:pt x="2" y="29"/>
                        <a:pt x="3" y="29"/>
                      </a:cubicBezTo>
                      <a:cubicBezTo>
                        <a:pt x="3" y="29"/>
                        <a:pt x="3" y="29"/>
                        <a:pt x="3" y="28"/>
                      </a:cubicBezTo>
                      <a:cubicBezTo>
                        <a:pt x="14" y="24"/>
                        <a:pt x="23" y="15"/>
                        <a:pt x="28" y="3"/>
                      </a:cubicBezTo>
                      <a:cubicBezTo>
                        <a:pt x="28" y="2"/>
                        <a:pt x="27" y="1"/>
                        <a:pt x="26" y="1"/>
                      </a:cubicBezTo>
                      <a:close/>
                      <a:moveTo>
                        <a:pt x="26" y="1"/>
                      </a:moveTo>
                      <a:cubicBezTo>
                        <a:pt x="26" y="1"/>
                        <a:pt x="26" y="1"/>
                        <a:pt x="26"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86"/>
                <p:cNvSpPr>
                  <a:spLocks noEditPoints="1"/>
                </p:cNvSpPr>
                <p:nvPr/>
              </p:nvSpPr>
              <p:spPr bwMode="auto">
                <a:xfrm>
                  <a:off x="5770563" y="2120901"/>
                  <a:ext cx="71438" cy="69850"/>
                </a:xfrm>
                <a:custGeom>
                  <a:avLst/>
                  <a:gdLst/>
                  <a:ahLst/>
                  <a:cxnLst>
                    <a:cxn ang="0">
                      <a:pos x="22" y="0"/>
                    </a:cxn>
                    <a:cxn ang="0">
                      <a:pos x="20" y="1"/>
                    </a:cxn>
                    <a:cxn ang="0">
                      <a:pos x="1" y="20"/>
                    </a:cxn>
                    <a:cxn ang="0">
                      <a:pos x="1" y="20"/>
                    </a:cxn>
                    <a:cxn ang="0">
                      <a:pos x="0" y="23"/>
                    </a:cxn>
                    <a:cxn ang="0">
                      <a:pos x="3" y="24"/>
                    </a:cxn>
                    <a:cxn ang="0">
                      <a:pos x="3" y="23"/>
                    </a:cxn>
                    <a:cxn ang="0">
                      <a:pos x="23" y="3"/>
                    </a:cxn>
                    <a:cxn ang="0">
                      <a:pos x="22" y="0"/>
                    </a:cxn>
                    <a:cxn ang="0">
                      <a:pos x="22" y="0"/>
                    </a:cxn>
                    <a:cxn ang="0">
                      <a:pos x="22" y="0"/>
                    </a:cxn>
                  </a:cxnLst>
                  <a:rect l="0" t="0" r="r" b="b"/>
                  <a:pathLst>
                    <a:path w="24" h="24">
                      <a:moveTo>
                        <a:pt x="22" y="0"/>
                      </a:moveTo>
                      <a:cubicBezTo>
                        <a:pt x="21" y="0"/>
                        <a:pt x="20" y="0"/>
                        <a:pt x="20" y="1"/>
                      </a:cubicBezTo>
                      <a:cubicBezTo>
                        <a:pt x="16" y="10"/>
                        <a:pt x="10" y="17"/>
                        <a:pt x="1" y="20"/>
                      </a:cubicBezTo>
                      <a:cubicBezTo>
                        <a:pt x="1" y="20"/>
                        <a:pt x="1" y="20"/>
                        <a:pt x="1" y="20"/>
                      </a:cubicBezTo>
                      <a:cubicBezTo>
                        <a:pt x="0" y="20"/>
                        <a:pt x="0" y="22"/>
                        <a:pt x="0" y="23"/>
                      </a:cubicBezTo>
                      <a:cubicBezTo>
                        <a:pt x="1" y="24"/>
                        <a:pt x="2" y="24"/>
                        <a:pt x="3" y="24"/>
                      </a:cubicBezTo>
                      <a:cubicBezTo>
                        <a:pt x="3" y="24"/>
                        <a:pt x="3" y="23"/>
                        <a:pt x="3" y="23"/>
                      </a:cubicBezTo>
                      <a:cubicBezTo>
                        <a:pt x="12" y="20"/>
                        <a:pt x="19" y="12"/>
                        <a:pt x="23" y="3"/>
                      </a:cubicBezTo>
                      <a:cubicBezTo>
                        <a:pt x="24" y="2"/>
                        <a:pt x="23" y="0"/>
                        <a:pt x="22" y="0"/>
                      </a:cubicBezTo>
                      <a:close/>
                      <a:moveTo>
                        <a:pt x="22" y="0"/>
                      </a:moveTo>
                      <a:cubicBezTo>
                        <a:pt x="22" y="0"/>
                        <a:pt x="22" y="0"/>
                        <a:pt x="2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87"/>
                <p:cNvSpPr>
                  <a:spLocks noEditPoints="1"/>
                </p:cNvSpPr>
                <p:nvPr/>
              </p:nvSpPr>
              <p:spPr bwMode="auto">
                <a:xfrm>
                  <a:off x="5651500" y="2003426"/>
                  <a:ext cx="58738" cy="58738"/>
                </a:xfrm>
                <a:custGeom>
                  <a:avLst/>
                  <a:gdLst/>
                  <a:ahLst/>
                  <a:cxnLst>
                    <a:cxn ang="0">
                      <a:pos x="19" y="1"/>
                    </a:cxn>
                    <a:cxn ang="0">
                      <a:pos x="17" y="0"/>
                    </a:cxn>
                    <a:cxn ang="0">
                      <a:pos x="17" y="0"/>
                    </a:cxn>
                    <a:cxn ang="0">
                      <a:pos x="0" y="17"/>
                    </a:cxn>
                    <a:cxn ang="0">
                      <a:pos x="1" y="19"/>
                    </a:cxn>
                    <a:cxn ang="0">
                      <a:pos x="4" y="18"/>
                    </a:cxn>
                    <a:cxn ang="0">
                      <a:pos x="18" y="4"/>
                    </a:cxn>
                    <a:cxn ang="0">
                      <a:pos x="19" y="1"/>
                    </a:cxn>
                    <a:cxn ang="0">
                      <a:pos x="19" y="1"/>
                    </a:cxn>
                    <a:cxn ang="0">
                      <a:pos x="19" y="1"/>
                    </a:cxn>
                  </a:cxnLst>
                  <a:rect l="0" t="0" r="r" b="b"/>
                  <a:pathLst>
                    <a:path w="20" h="20">
                      <a:moveTo>
                        <a:pt x="19" y="1"/>
                      </a:moveTo>
                      <a:cubicBezTo>
                        <a:pt x="19" y="0"/>
                        <a:pt x="18" y="0"/>
                        <a:pt x="17" y="0"/>
                      </a:cubicBezTo>
                      <a:cubicBezTo>
                        <a:pt x="17" y="0"/>
                        <a:pt x="17" y="0"/>
                        <a:pt x="17" y="0"/>
                      </a:cubicBezTo>
                      <a:cubicBezTo>
                        <a:pt x="9" y="3"/>
                        <a:pt x="3" y="9"/>
                        <a:pt x="0" y="17"/>
                      </a:cubicBezTo>
                      <a:cubicBezTo>
                        <a:pt x="0" y="18"/>
                        <a:pt x="0" y="19"/>
                        <a:pt x="1" y="19"/>
                      </a:cubicBezTo>
                      <a:cubicBezTo>
                        <a:pt x="2" y="20"/>
                        <a:pt x="3" y="19"/>
                        <a:pt x="4" y="18"/>
                      </a:cubicBezTo>
                      <a:cubicBezTo>
                        <a:pt x="7" y="11"/>
                        <a:pt x="12" y="6"/>
                        <a:pt x="18" y="4"/>
                      </a:cubicBezTo>
                      <a:cubicBezTo>
                        <a:pt x="19" y="3"/>
                        <a:pt x="20" y="2"/>
                        <a:pt x="19" y="1"/>
                      </a:cubicBezTo>
                      <a:close/>
                      <a:moveTo>
                        <a:pt x="19" y="1"/>
                      </a:moveTo>
                      <a:cubicBezTo>
                        <a:pt x="19" y="1"/>
                        <a:pt x="19" y="1"/>
                        <a:pt x="19"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88"/>
                <p:cNvSpPr>
                  <a:spLocks noEditPoints="1"/>
                </p:cNvSpPr>
                <p:nvPr/>
              </p:nvSpPr>
              <p:spPr bwMode="auto">
                <a:xfrm>
                  <a:off x="5610225" y="1962151"/>
                  <a:ext cx="82550" cy="82550"/>
                </a:xfrm>
                <a:custGeom>
                  <a:avLst/>
                  <a:gdLst/>
                  <a:ahLst/>
                  <a:cxnLst>
                    <a:cxn ang="0">
                      <a:pos x="27" y="1"/>
                    </a:cxn>
                    <a:cxn ang="0">
                      <a:pos x="25" y="0"/>
                    </a:cxn>
                    <a:cxn ang="0">
                      <a:pos x="25" y="0"/>
                    </a:cxn>
                    <a:cxn ang="0">
                      <a:pos x="0" y="25"/>
                    </a:cxn>
                    <a:cxn ang="0">
                      <a:pos x="1" y="28"/>
                    </a:cxn>
                    <a:cxn ang="0">
                      <a:pos x="4" y="27"/>
                    </a:cxn>
                    <a:cxn ang="0">
                      <a:pos x="26" y="3"/>
                    </a:cxn>
                    <a:cxn ang="0">
                      <a:pos x="27" y="1"/>
                    </a:cxn>
                    <a:cxn ang="0">
                      <a:pos x="27" y="1"/>
                    </a:cxn>
                    <a:cxn ang="0">
                      <a:pos x="27" y="1"/>
                    </a:cxn>
                  </a:cxnLst>
                  <a:rect l="0" t="0" r="r" b="b"/>
                  <a:pathLst>
                    <a:path w="28" h="28">
                      <a:moveTo>
                        <a:pt x="27" y="1"/>
                      </a:moveTo>
                      <a:cubicBezTo>
                        <a:pt x="27" y="0"/>
                        <a:pt x="26" y="0"/>
                        <a:pt x="25" y="0"/>
                      </a:cubicBezTo>
                      <a:cubicBezTo>
                        <a:pt x="25" y="0"/>
                        <a:pt x="25" y="0"/>
                        <a:pt x="25" y="0"/>
                      </a:cubicBezTo>
                      <a:cubicBezTo>
                        <a:pt x="14" y="5"/>
                        <a:pt x="5" y="13"/>
                        <a:pt x="0" y="25"/>
                      </a:cubicBezTo>
                      <a:cubicBezTo>
                        <a:pt x="0" y="26"/>
                        <a:pt x="0" y="27"/>
                        <a:pt x="1" y="28"/>
                      </a:cubicBezTo>
                      <a:cubicBezTo>
                        <a:pt x="2" y="28"/>
                        <a:pt x="3" y="28"/>
                        <a:pt x="4" y="27"/>
                      </a:cubicBezTo>
                      <a:cubicBezTo>
                        <a:pt x="8" y="16"/>
                        <a:pt x="16" y="8"/>
                        <a:pt x="26" y="3"/>
                      </a:cubicBezTo>
                      <a:cubicBezTo>
                        <a:pt x="27" y="3"/>
                        <a:pt x="28" y="2"/>
                        <a:pt x="27" y="1"/>
                      </a:cubicBezTo>
                      <a:close/>
                      <a:moveTo>
                        <a:pt x="27" y="1"/>
                      </a:moveTo>
                      <a:cubicBezTo>
                        <a:pt x="27" y="1"/>
                        <a:pt x="27" y="1"/>
                        <a:pt x="27"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89"/>
                <p:cNvSpPr>
                  <a:spLocks noEditPoints="1"/>
                </p:cNvSpPr>
                <p:nvPr/>
              </p:nvSpPr>
              <p:spPr bwMode="auto">
                <a:xfrm>
                  <a:off x="5630863" y="1982788"/>
                  <a:ext cx="69850" cy="69850"/>
                </a:xfrm>
                <a:custGeom>
                  <a:avLst/>
                  <a:gdLst/>
                  <a:ahLst/>
                  <a:cxnLst>
                    <a:cxn ang="0">
                      <a:pos x="22" y="4"/>
                    </a:cxn>
                    <a:cxn ang="0">
                      <a:pos x="23" y="1"/>
                    </a:cxn>
                    <a:cxn ang="0">
                      <a:pos x="21" y="0"/>
                    </a:cxn>
                    <a:cxn ang="0">
                      <a:pos x="21" y="0"/>
                    </a:cxn>
                    <a:cxn ang="0">
                      <a:pos x="0" y="21"/>
                    </a:cxn>
                    <a:cxn ang="0">
                      <a:pos x="1" y="24"/>
                    </a:cxn>
                    <a:cxn ang="0">
                      <a:pos x="4" y="22"/>
                    </a:cxn>
                    <a:cxn ang="0">
                      <a:pos x="22" y="4"/>
                    </a:cxn>
                    <a:cxn ang="0">
                      <a:pos x="22" y="4"/>
                    </a:cxn>
                    <a:cxn ang="0">
                      <a:pos x="22" y="4"/>
                    </a:cxn>
                  </a:cxnLst>
                  <a:rect l="0" t="0" r="r" b="b"/>
                  <a:pathLst>
                    <a:path w="24" h="24">
                      <a:moveTo>
                        <a:pt x="22" y="4"/>
                      </a:moveTo>
                      <a:cubicBezTo>
                        <a:pt x="23" y="3"/>
                        <a:pt x="24" y="2"/>
                        <a:pt x="23" y="1"/>
                      </a:cubicBezTo>
                      <a:cubicBezTo>
                        <a:pt x="23" y="0"/>
                        <a:pt x="22" y="0"/>
                        <a:pt x="21" y="0"/>
                      </a:cubicBezTo>
                      <a:cubicBezTo>
                        <a:pt x="21" y="0"/>
                        <a:pt x="21" y="0"/>
                        <a:pt x="21" y="0"/>
                      </a:cubicBezTo>
                      <a:cubicBezTo>
                        <a:pt x="12" y="4"/>
                        <a:pt x="4" y="11"/>
                        <a:pt x="0" y="21"/>
                      </a:cubicBezTo>
                      <a:cubicBezTo>
                        <a:pt x="0" y="22"/>
                        <a:pt x="0" y="23"/>
                        <a:pt x="1" y="24"/>
                      </a:cubicBezTo>
                      <a:cubicBezTo>
                        <a:pt x="2" y="24"/>
                        <a:pt x="3" y="23"/>
                        <a:pt x="4" y="22"/>
                      </a:cubicBezTo>
                      <a:cubicBezTo>
                        <a:pt x="7" y="14"/>
                        <a:pt x="14" y="7"/>
                        <a:pt x="22" y="4"/>
                      </a:cubicBezTo>
                      <a:close/>
                      <a:moveTo>
                        <a:pt x="22" y="4"/>
                      </a:moveTo>
                      <a:cubicBezTo>
                        <a:pt x="22" y="4"/>
                        <a:pt x="22" y="4"/>
                        <a:pt x="2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112"/>
            <p:cNvGrpSpPr/>
            <p:nvPr/>
          </p:nvGrpSpPr>
          <p:grpSpPr>
            <a:xfrm>
              <a:off x="1398588" y="1146175"/>
              <a:ext cx="520700" cy="525463"/>
              <a:chOff x="4119563" y="1316038"/>
              <a:chExt cx="520700" cy="525463"/>
            </a:xfrm>
          </p:grpSpPr>
          <p:sp>
            <p:nvSpPr>
              <p:cNvPr id="1032" name="Freeform 8"/>
              <p:cNvSpPr>
                <a:spLocks/>
              </p:cNvSpPr>
              <p:nvPr/>
            </p:nvSpPr>
            <p:spPr bwMode="auto">
              <a:xfrm>
                <a:off x="4119563" y="1316038"/>
                <a:ext cx="520700" cy="525463"/>
              </a:xfrm>
              <a:custGeom>
                <a:avLst/>
                <a:gdLst/>
                <a:ahLst/>
                <a:cxnLst>
                  <a:cxn ang="0">
                    <a:pos x="353" y="276"/>
                  </a:cxn>
                  <a:cxn ang="0">
                    <a:pos x="330" y="310"/>
                  </a:cxn>
                  <a:cxn ang="0">
                    <a:pos x="84" y="357"/>
                  </a:cxn>
                  <a:cxn ang="0">
                    <a:pos x="50" y="334"/>
                  </a:cxn>
                  <a:cxn ang="0">
                    <a:pos x="3" y="84"/>
                  </a:cxn>
                  <a:cxn ang="0">
                    <a:pos x="26" y="50"/>
                  </a:cxn>
                  <a:cxn ang="0">
                    <a:pos x="272" y="3"/>
                  </a:cxn>
                  <a:cxn ang="0">
                    <a:pos x="306" y="26"/>
                  </a:cxn>
                  <a:cxn ang="0">
                    <a:pos x="353" y="276"/>
                  </a:cxn>
                </a:cxnLst>
                <a:rect l="0" t="0" r="r" b="b"/>
                <a:pathLst>
                  <a:path w="356" h="360">
                    <a:moveTo>
                      <a:pt x="353" y="276"/>
                    </a:moveTo>
                    <a:cubicBezTo>
                      <a:pt x="356" y="292"/>
                      <a:pt x="346" y="307"/>
                      <a:pt x="330" y="310"/>
                    </a:cubicBezTo>
                    <a:cubicBezTo>
                      <a:pt x="84" y="357"/>
                      <a:pt x="84" y="357"/>
                      <a:pt x="84" y="357"/>
                    </a:cubicBezTo>
                    <a:cubicBezTo>
                      <a:pt x="69" y="360"/>
                      <a:pt x="53" y="350"/>
                      <a:pt x="50" y="334"/>
                    </a:cubicBezTo>
                    <a:cubicBezTo>
                      <a:pt x="3" y="84"/>
                      <a:pt x="3" y="84"/>
                      <a:pt x="3" y="84"/>
                    </a:cubicBezTo>
                    <a:cubicBezTo>
                      <a:pt x="0" y="69"/>
                      <a:pt x="10" y="53"/>
                      <a:pt x="26" y="50"/>
                    </a:cubicBezTo>
                    <a:cubicBezTo>
                      <a:pt x="272" y="3"/>
                      <a:pt x="272" y="3"/>
                      <a:pt x="272" y="3"/>
                    </a:cubicBezTo>
                    <a:cubicBezTo>
                      <a:pt x="287" y="0"/>
                      <a:pt x="303" y="11"/>
                      <a:pt x="306" y="26"/>
                    </a:cubicBezTo>
                    <a:lnTo>
                      <a:pt x="353" y="27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91"/>
              <p:cNvSpPr>
                <a:spLocks noEditPoints="1"/>
              </p:cNvSpPr>
              <p:nvPr/>
            </p:nvSpPr>
            <p:spPr bwMode="auto">
              <a:xfrm>
                <a:off x="4217988" y="1468203"/>
                <a:ext cx="323851" cy="221132"/>
              </a:xfrm>
              <a:custGeom>
                <a:avLst/>
                <a:gdLst/>
                <a:ahLst/>
                <a:cxnLst>
                  <a:cxn ang="0">
                    <a:pos x="115" y="4"/>
                  </a:cxn>
                  <a:cxn ang="0">
                    <a:pos x="112" y="4"/>
                  </a:cxn>
                  <a:cxn ang="0">
                    <a:pos x="107" y="6"/>
                  </a:cxn>
                  <a:cxn ang="0">
                    <a:pos x="96" y="16"/>
                  </a:cxn>
                  <a:cxn ang="0">
                    <a:pos x="96" y="12"/>
                  </a:cxn>
                  <a:cxn ang="0">
                    <a:pos x="85" y="0"/>
                  </a:cxn>
                  <a:cxn ang="0">
                    <a:pos x="12" y="0"/>
                  </a:cxn>
                  <a:cxn ang="0">
                    <a:pos x="0" y="12"/>
                  </a:cxn>
                  <a:cxn ang="0">
                    <a:pos x="0" y="73"/>
                  </a:cxn>
                  <a:cxn ang="0">
                    <a:pos x="12" y="84"/>
                  </a:cxn>
                  <a:cxn ang="0">
                    <a:pos x="85" y="84"/>
                  </a:cxn>
                  <a:cxn ang="0">
                    <a:pos x="96" y="73"/>
                  </a:cxn>
                  <a:cxn ang="0">
                    <a:pos x="96" y="68"/>
                  </a:cxn>
                  <a:cxn ang="0">
                    <a:pos x="107" y="78"/>
                  </a:cxn>
                  <a:cxn ang="0">
                    <a:pos x="112" y="81"/>
                  </a:cxn>
                  <a:cxn ang="0">
                    <a:pos x="115" y="81"/>
                  </a:cxn>
                  <a:cxn ang="0">
                    <a:pos x="123" y="73"/>
                  </a:cxn>
                  <a:cxn ang="0">
                    <a:pos x="123" y="12"/>
                  </a:cxn>
                  <a:cxn ang="0">
                    <a:pos x="115" y="4"/>
                  </a:cxn>
                  <a:cxn ang="0">
                    <a:pos x="12" y="77"/>
                  </a:cxn>
                  <a:cxn ang="0">
                    <a:pos x="8" y="73"/>
                  </a:cxn>
                  <a:cxn ang="0">
                    <a:pos x="8" y="12"/>
                  </a:cxn>
                  <a:cxn ang="0">
                    <a:pos x="12" y="8"/>
                  </a:cxn>
                  <a:cxn ang="0">
                    <a:pos x="85" y="8"/>
                  </a:cxn>
                  <a:cxn ang="0">
                    <a:pos x="89" y="12"/>
                  </a:cxn>
                  <a:cxn ang="0">
                    <a:pos x="89" y="73"/>
                  </a:cxn>
                  <a:cxn ang="0">
                    <a:pos x="85" y="77"/>
                  </a:cxn>
                  <a:cxn ang="0">
                    <a:pos x="12" y="77"/>
                  </a:cxn>
                  <a:cxn ang="0">
                    <a:pos x="115" y="73"/>
                  </a:cxn>
                  <a:cxn ang="0">
                    <a:pos x="112" y="73"/>
                  </a:cxn>
                  <a:cxn ang="0">
                    <a:pos x="96" y="58"/>
                  </a:cxn>
                  <a:cxn ang="0">
                    <a:pos x="96" y="58"/>
                  </a:cxn>
                  <a:cxn ang="0">
                    <a:pos x="92" y="54"/>
                  </a:cxn>
                  <a:cxn ang="0">
                    <a:pos x="92" y="31"/>
                  </a:cxn>
                  <a:cxn ang="0">
                    <a:pos x="112" y="12"/>
                  </a:cxn>
                  <a:cxn ang="0">
                    <a:pos x="115" y="12"/>
                  </a:cxn>
                  <a:cxn ang="0">
                    <a:pos x="115" y="73"/>
                  </a:cxn>
                  <a:cxn ang="0">
                    <a:pos x="115" y="73"/>
                  </a:cxn>
                  <a:cxn ang="0">
                    <a:pos x="115" y="73"/>
                  </a:cxn>
                </a:cxnLst>
                <a:rect l="0" t="0" r="r" b="b"/>
                <a:pathLst>
                  <a:path w="123" h="84">
                    <a:moveTo>
                      <a:pt x="115" y="4"/>
                    </a:moveTo>
                    <a:cubicBezTo>
                      <a:pt x="112" y="4"/>
                      <a:pt x="112" y="4"/>
                      <a:pt x="112" y="4"/>
                    </a:cubicBezTo>
                    <a:cubicBezTo>
                      <a:pt x="110" y="4"/>
                      <a:pt x="108" y="5"/>
                      <a:pt x="107" y="6"/>
                    </a:cubicBezTo>
                    <a:cubicBezTo>
                      <a:pt x="96" y="16"/>
                      <a:pt x="96" y="16"/>
                      <a:pt x="96" y="16"/>
                    </a:cubicBezTo>
                    <a:cubicBezTo>
                      <a:pt x="96" y="12"/>
                      <a:pt x="96" y="12"/>
                      <a:pt x="96" y="12"/>
                    </a:cubicBezTo>
                    <a:cubicBezTo>
                      <a:pt x="96" y="5"/>
                      <a:pt x="91" y="0"/>
                      <a:pt x="85" y="0"/>
                    </a:cubicBezTo>
                    <a:cubicBezTo>
                      <a:pt x="12" y="0"/>
                      <a:pt x="12" y="0"/>
                      <a:pt x="12" y="0"/>
                    </a:cubicBezTo>
                    <a:cubicBezTo>
                      <a:pt x="6" y="0"/>
                      <a:pt x="0" y="5"/>
                      <a:pt x="0" y="12"/>
                    </a:cubicBezTo>
                    <a:cubicBezTo>
                      <a:pt x="0" y="73"/>
                      <a:pt x="0" y="73"/>
                      <a:pt x="0" y="73"/>
                    </a:cubicBezTo>
                    <a:cubicBezTo>
                      <a:pt x="0" y="79"/>
                      <a:pt x="6" y="84"/>
                      <a:pt x="12" y="84"/>
                    </a:cubicBezTo>
                    <a:cubicBezTo>
                      <a:pt x="85" y="84"/>
                      <a:pt x="85" y="84"/>
                      <a:pt x="85" y="84"/>
                    </a:cubicBezTo>
                    <a:cubicBezTo>
                      <a:pt x="91" y="84"/>
                      <a:pt x="96" y="79"/>
                      <a:pt x="96" y="73"/>
                    </a:cubicBezTo>
                    <a:cubicBezTo>
                      <a:pt x="96" y="68"/>
                      <a:pt x="96" y="68"/>
                      <a:pt x="96" y="68"/>
                    </a:cubicBezTo>
                    <a:cubicBezTo>
                      <a:pt x="107" y="78"/>
                      <a:pt x="107" y="78"/>
                      <a:pt x="107" y="78"/>
                    </a:cubicBezTo>
                    <a:cubicBezTo>
                      <a:pt x="108" y="80"/>
                      <a:pt x="110" y="81"/>
                      <a:pt x="112" y="81"/>
                    </a:cubicBezTo>
                    <a:cubicBezTo>
                      <a:pt x="115" y="81"/>
                      <a:pt x="115" y="81"/>
                      <a:pt x="115" y="81"/>
                    </a:cubicBezTo>
                    <a:cubicBezTo>
                      <a:pt x="120" y="81"/>
                      <a:pt x="123" y="77"/>
                      <a:pt x="123" y="73"/>
                    </a:cubicBezTo>
                    <a:cubicBezTo>
                      <a:pt x="123" y="12"/>
                      <a:pt x="123" y="12"/>
                      <a:pt x="123" y="12"/>
                    </a:cubicBezTo>
                    <a:cubicBezTo>
                      <a:pt x="123" y="7"/>
                      <a:pt x="120" y="4"/>
                      <a:pt x="115" y="4"/>
                    </a:cubicBezTo>
                    <a:close/>
                    <a:moveTo>
                      <a:pt x="12" y="77"/>
                    </a:moveTo>
                    <a:cubicBezTo>
                      <a:pt x="10" y="77"/>
                      <a:pt x="8" y="75"/>
                      <a:pt x="8" y="73"/>
                    </a:cubicBezTo>
                    <a:cubicBezTo>
                      <a:pt x="8" y="12"/>
                      <a:pt x="8" y="12"/>
                      <a:pt x="8" y="12"/>
                    </a:cubicBezTo>
                    <a:cubicBezTo>
                      <a:pt x="8" y="9"/>
                      <a:pt x="10" y="8"/>
                      <a:pt x="12" y="8"/>
                    </a:cubicBezTo>
                    <a:cubicBezTo>
                      <a:pt x="85" y="8"/>
                      <a:pt x="85" y="8"/>
                      <a:pt x="85" y="8"/>
                    </a:cubicBezTo>
                    <a:cubicBezTo>
                      <a:pt x="87" y="8"/>
                      <a:pt x="89" y="9"/>
                      <a:pt x="89" y="12"/>
                    </a:cubicBezTo>
                    <a:cubicBezTo>
                      <a:pt x="89" y="73"/>
                      <a:pt x="89" y="73"/>
                      <a:pt x="89" y="73"/>
                    </a:cubicBezTo>
                    <a:cubicBezTo>
                      <a:pt x="89" y="75"/>
                      <a:pt x="87" y="77"/>
                      <a:pt x="85" y="77"/>
                    </a:cubicBezTo>
                    <a:lnTo>
                      <a:pt x="12" y="77"/>
                    </a:lnTo>
                    <a:close/>
                    <a:moveTo>
                      <a:pt x="115" y="73"/>
                    </a:moveTo>
                    <a:cubicBezTo>
                      <a:pt x="112" y="73"/>
                      <a:pt x="112" y="73"/>
                      <a:pt x="112" y="73"/>
                    </a:cubicBezTo>
                    <a:cubicBezTo>
                      <a:pt x="96" y="58"/>
                      <a:pt x="96" y="58"/>
                      <a:pt x="96" y="58"/>
                    </a:cubicBezTo>
                    <a:cubicBezTo>
                      <a:pt x="96" y="58"/>
                      <a:pt x="96" y="58"/>
                      <a:pt x="96" y="58"/>
                    </a:cubicBezTo>
                    <a:cubicBezTo>
                      <a:pt x="92" y="54"/>
                      <a:pt x="92" y="54"/>
                      <a:pt x="92" y="54"/>
                    </a:cubicBezTo>
                    <a:cubicBezTo>
                      <a:pt x="92" y="31"/>
                      <a:pt x="92" y="31"/>
                      <a:pt x="92" y="31"/>
                    </a:cubicBezTo>
                    <a:cubicBezTo>
                      <a:pt x="112" y="12"/>
                      <a:pt x="112" y="12"/>
                      <a:pt x="112" y="12"/>
                    </a:cubicBezTo>
                    <a:cubicBezTo>
                      <a:pt x="115" y="12"/>
                      <a:pt x="115" y="12"/>
                      <a:pt x="115" y="12"/>
                    </a:cubicBezTo>
                    <a:lnTo>
                      <a:pt x="115" y="73"/>
                    </a:lnTo>
                    <a:close/>
                    <a:moveTo>
                      <a:pt x="115" y="73"/>
                    </a:moveTo>
                    <a:cubicBezTo>
                      <a:pt x="115" y="73"/>
                      <a:pt x="115" y="73"/>
                      <a:pt x="115"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 name="Group 113"/>
            <p:cNvGrpSpPr/>
            <p:nvPr/>
          </p:nvGrpSpPr>
          <p:grpSpPr>
            <a:xfrm>
              <a:off x="1127125" y="2147887"/>
              <a:ext cx="571500" cy="573088"/>
              <a:chOff x="3848100" y="2479675"/>
              <a:chExt cx="571500" cy="573088"/>
            </a:xfrm>
          </p:grpSpPr>
          <p:sp>
            <p:nvSpPr>
              <p:cNvPr id="1063" name="Freeform 39"/>
              <p:cNvSpPr>
                <a:spLocks/>
              </p:cNvSpPr>
              <p:nvPr/>
            </p:nvSpPr>
            <p:spPr bwMode="auto">
              <a:xfrm>
                <a:off x="3848100" y="2479675"/>
                <a:ext cx="571500" cy="573088"/>
              </a:xfrm>
              <a:custGeom>
                <a:avLst/>
                <a:gdLst/>
                <a:ahLst/>
                <a:cxnLst>
                  <a:cxn ang="0">
                    <a:pos x="385" y="254"/>
                  </a:cxn>
                  <a:cxn ang="0">
                    <a:pos x="370" y="291"/>
                  </a:cxn>
                  <a:cxn ang="0">
                    <a:pos x="141" y="387"/>
                  </a:cxn>
                  <a:cxn ang="0">
                    <a:pos x="104" y="371"/>
                  </a:cxn>
                  <a:cxn ang="0">
                    <a:pos x="7" y="139"/>
                  </a:cxn>
                  <a:cxn ang="0">
                    <a:pos x="22" y="101"/>
                  </a:cxn>
                  <a:cxn ang="0">
                    <a:pos x="251" y="6"/>
                  </a:cxn>
                  <a:cxn ang="0">
                    <a:pos x="288" y="21"/>
                  </a:cxn>
                  <a:cxn ang="0">
                    <a:pos x="385" y="254"/>
                  </a:cxn>
                </a:cxnLst>
                <a:rect l="0" t="0" r="r" b="b"/>
                <a:pathLst>
                  <a:path w="391" h="393">
                    <a:moveTo>
                      <a:pt x="385" y="254"/>
                    </a:moveTo>
                    <a:cubicBezTo>
                      <a:pt x="391" y="268"/>
                      <a:pt x="384" y="285"/>
                      <a:pt x="370" y="291"/>
                    </a:cubicBezTo>
                    <a:cubicBezTo>
                      <a:pt x="141" y="387"/>
                      <a:pt x="141" y="387"/>
                      <a:pt x="141" y="387"/>
                    </a:cubicBezTo>
                    <a:cubicBezTo>
                      <a:pt x="127" y="393"/>
                      <a:pt x="110" y="386"/>
                      <a:pt x="104" y="371"/>
                    </a:cubicBezTo>
                    <a:cubicBezTo>
                      <a:pt x="7" y="139"/>
                      <a:pt x="7" y="139"/>
                      <a:pt x="7" y="139"/>
                    </a:cubicBezTo>
                    <a:cubicBezTo>
                      <a:pt x="0" y="124"/>
                      <a:pt x="7" y="107"/>
                      <a:pt x="22" y="101"/>
                    </a:cubicBezTo>
                    <a:cubicBezTo>
                      <a:pt x="251" y="6"/>
                      <a:pt x="251" y="6"/>
                      <a:pt x="251" y="6"/>
                    </a:cubicBezTo>
                    <a:cubicBezTo>
                      <a:pt x="265" y="0"/>
                      <a:pt x="282" y="7"/>
                      <a:pt x="288" y="21"/>
                    </a:cubicBezTo>
                    <a:lnTo>
                      <a:pt x="385" y="254"/>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92"/>
              <p:cNvSpPr>
                <a:spLocks noEditPoints="1"/>
              </p:cNvSpPr>
              <p:nvPr/>
            </p:nvSpPr>
            <p:spPr bwMode="auto">
              <a:xfrm>
                <a:off x="3954463" y="2631282"/>
                <a:ext cx="358775" cy="269875"/>
              </a:xfrm>
              <a:custGeom>
                <a:avLst/>
                <a:gdLst/>
                <a:ahLst/>
                <a:cxnLst>
                  <a:cxn ang="0">
                    <a:pos x="101" y="2"/>
                  </a:cxn>
                  <a:cxn ang="0">
                    <a:pos x="27" y="0"/>
                  </a:cxn>
                  <a:cxn ang="0">
                    <a:pos x="2" y="22"/>
                  </a:cxn>
                  <a:cxn ang="0">
                    <a:pos x="2" y="32"/>
                  </a:cxn>
                  <a:cxn ang="0">
                    <a:pos x="61" y="92"/>
                  </a:cxn>
                  <a:cxn ang="0">
                    <a:pos x="121" y="32"/>
                  </a:cxn>
                  <a:cxn ang="0">
                    <a:pos x="120" y="22"/>
                  </a:cxn>
                  <a:cxn ang="0">
                    <a:pos x="86" y="14"/>
                  </a:cxn>
                  <a:cxn ang="0">
                    <a:pos x="93" y="8"/>
                  </a:cxn>
                  <a:cxn ang="0">
                    <a:pos x="76" y="27"/>
                  </a:cxn>
                  <a:cxn ang="0">
                    <a:pos x="93" y="27"/>
                  </a:cxn>
                  <a:cxn ang="0">
                    <a:pos x="73" y="25"/>
                  </a:cxn>
                  <a:cxn ang="0">
                    <a:pos x="75" y="9"/>
                  </a:cxn>
                  <a:cxn ang="0">
                    <a:pos x="70" y="27"/>
                  </a:cxn>
                  <a:cxn ang="0">
                    <a:pos x="61" y="20"/>
                  </a:cxn>
                  <a:cxn ang="0">
                    <a:pos x="70" y="8"/>
                  </a:cxn>
                  <a:cxn ang="0">
                    <a:pos x="53" y="8"/>
                  </a:cxn>
                  <a:cxn ang="0">
                    <a:pos x="58" y="17"/>
                  </a:cxn>
                  <a:cxn ang="0">
                    <a:pos x="40" y="16"/>
                  </a:cxn>
                  <a:cxn ang="0">
                    <a:pos x="58" y="17"/>
                  </a:cxn>
                  <a:cxn ang="0">
                    <a:pos x="30" y="27"/>
                  </a:cxn>
                  <a:cxn ang="0">
                    <a:pos x="47" y="27"/>
                  </a:cxn>
                  <a:cxn ang="0">
                    <a:pos x="37" y="14"/>
                  </a:cxn>
                  <a:cxn ang="0">
                    <a:pos x="43" y="8"/>
                  </a:cxn>
                  <a:cxn ang="0">
                    <a:pos x="34" y="17"/>
                  </a:cxn>
                  <a:cxn ang="0">
                    <a:pos x="8" y="27"/>
                  </a:cxn>
                  <a:cxn ang="0">
                    <a:pos x="11" y="31"/>
                  </a:cxn>
                  <a:cxn ang="0">
                    <a:pos x="49" y="71"/>
                  </a:cxn>
                  <a:cxn ang="0">
                    <a:pos x="29" y="31"/>
                  </a:cxn>
                  <a:cxn ang="0">
                    <a:pos x="57" y="78"/>
                  </a:cxn>
                  <a:cxn ang="0">
                    <a:pos x="52" y="31"/>
                  </a:cxn>
                  <a:cxn ang="0">
                    <a:pos x="61" y="79"/>
                  </a:cxn>
                  <a:cxn ang="0">
                    <a:pos x="65" y="78"/>
                  </a:cxn>
                  <a:cxn ang="0">
                    <a:pos x="94" y="31"/>
                  </a:cxn>
                  <a:cxn ang="0">
                    <a:pos x="74" y="71"/>
                  </a:cxn>
                  <a:cxn ang="0">
                    <a:pos x="112" y="31"/>
                  </a:cxn>
                  <a:cxn ang="0">
                    <a:pos x="99" y="27"/>
                  </a:cxn>
                  <a:cxn ang="0">
                    <a:pos x="97" y="9"/>
                  </a:cxn>
                  <a:cxn ang="0">
                    <a:pos x="99" y="27"/>
                  </a:cxn>
                  <a:cxn ang="0">
                    <a:pos x="99" y="27"/>
                  </a:cxn>
                </a:cxnLst>
                <a:rect l="0" t="0" r="r" b="b"/>
                <a:pathLst>
                  <a:path w="123" h="92">
                    <a:moveTo>
                      <a:pt x="120" y="22"/>
                    </a:moveTo>
                    <a:cubicBezTo>
                      <a:pt x="101" y="2"/>
                      <a:pt x="101" y="2"/>
                      <a:pt x="101" y="2"/>
                    </a:cubicBezTo>
                    <a:cubicBezTo>
                      <a:pt x="100" y="1"/>
                      <a:pt x="98" y="0"/>
                      <a:pt x="96" y="0"/>
                    </a:cubicBezTo>
                    <a:cubicBezTo>
                      <a:pt x="27" y="0"/>
                      <a:pt x="27" y="0"/>
                      <a:pt x="27" y="0"/>
                    </a:cubicBezTo>
                    <a:cubicBezTo>
                      <a:pt x="25" y="0"/>
                      <a:pt x="23" y="1"/>
                      <a:pt x="22" y="2"/>
                    </a:cubicBezTo>
                    <a:cubicBezTo>
                      <a:pt x="2" y="22"/>
                      <a:pt x="2" y="22"/>
                      <a:pt x="2" y="22"/>
                    </a:cubicBezTo>
                    <a:cubicBezTo>
                      <a:pt x="1" y="23"/>
                      <a:pt x="0" y="25"/>
                      <a:pt x="0" y="27"/>
                    </a:cubicBezTo>
                    <a:cubicBezTo>
                      <a:pt x="0" y="29"/>
                      <a:pt x="1" y="31"/>
                      <a:pt x="2" y="32"/>
                    </a:cubicBezTo>
                    <a:cubicBezTo>
                      <a:pt x="56" y="90"/>
                      <a:pt x="56" y="90"/>
                      <a:pt x="56" y="90"/>
                    </a:cubicBezTo>
                    <a:cubicBezTo>
                      <a:pt x="57" y="91"/>
                      <a:pt x="59" y="92"/>
                      <a:pt x="61" y="92"/>
                    </a:cubicBezTo>
                    <a:cubicBezTo>
                      <a:pt x="64" y="92"/>
                      <a:pt x="66" y="91"/>
                      <a:pt x="67" y="90"/>
                    </a:cubicBezTo>
                    <a:cubicBezTo>
                      <a:pt x="121" y="32"/>
                      <a:pt x="121" y="32"/>
                      <a:pt x="121" y="32"/>
                    </a:cubicBezTo>
                    <a:cubicBezTo>
                      <a:pt x="122" y="31"/>
                      <a:pt x="123" y="29"/>
                      <a:pt x="123" y="27"/>
                    </a:cubicBezTo>
                    <a:cubicBezTo>
                      <a:pt x="123" y="25"/>
                      <a:pt x="122" y="23"/>
                      <a:pt x="120" y="22"/>
                    </a:cubicBezTo>
                    <a:close/>
                    <a:moveTo>
                      <a:pt x="93" y="8"/>
                    </a:moveTo>
                    <a:cubicBezTo>
                      <a:pt x="86" y="14"/>
                      <a:pt x="86" y="14"/>
                      <a:pt x="86" y="14"/>
                    </a:cubicBezTo>
                    <a:cubicBezTo>
                      <a:pt x="79" y="8"/>
                      <a:pt x="79" y="8"/>
                      <a:pt x="79" y="8"/>
                    </a:cubicBezTo>
                    <a:lnTo>
                      <a:pt x="93" y="8"/>
                    </a:lnTo>
                    <a:close/>
                    <a:moveTo>
                      <a:pt x="93" y="27"/>
                    </a:moveTo>
                    <a:cubicBezTo>
                      <a:pt x="76" y="27"/>
                      <a:pt x="76" y="27"/>
                      <a:pt x="76" y="27"/>
                    </a:cubicBezTo>
                    <a:cubicBezTo>
                      <a:pt x="85" y="19"/>
                      <a:pt x="85" y="19"/>
                      <a:pt x="85" y="19"/>
                    </a:cubicBezTo>
                    <a:lnTo>
                      <a:pt x="93" y="27"/>
                    </a:lnTo>
                    <a:close/>
                    <a:moveTo>
                      <a:pt x="83" y="16"/>
                    </a:moveTo>
                    <a:cubicBezTo>
                      <a:pt x="73" y="25"/>
                      <a:pt x="73" y="25"/>
                      <a:pt x="73" y="25"/>
                    </a:cubicBezTo>
                    <a:cubicBezTo>
                      <a:pt x="64" y="17"/>
                      <a:pt x="64" y="17"/>
                      <a:pt x="64" y="17"/>
                    </a:cubicBezTo>
                    <a:cubicBezTo>
                      <a:pt x="75" y="9"/>
                      <a:pt x="75" y="9"/>
                      <a:pt x="75" y="9"/>
                    </a:cubicBezTo>
                    <a:lnTo>
                      <a:pt x="83" y="16"/>
                    </a:lnTo>
                    <a:close/>
                    <a:moveTo>
                      <a:pt x="70" y="27"/>
                    </a:moveTo>
                    <a:cubicBezTo>
                      <a:pt x="53" y="27"/>
                      <a:pt x="53" y="27"/>
                      <a:pt x="53" y="27"/>
                    </a:cubicBezTo>
                    <a:cubicBezTo>
                      <a:pt x="61" y="20"/>
                      <a:pt x="61" y="20"/>
                      <a:pt x="61" y="20"/>
                    </a:cubicBezTo>
                    <a:lnTo>
                      <a:pt x="70" y="27"/>
                    </a:lnTo>
                    <a:close/>
                    <a:moveTo>
                      <a:pt x="70" y="8"/>
                    </a:moveTo>
                    <a:cubicBezTo>
                      <a:pt x="61" y="15"/>
                      <a:pt x="61" y="15"/>
                      <a:pt x="61" y="15"/>
                    </a:cubicBezTo>
                    <a:cubicBezTo>
                      <a:pt x="53" y="8"/>
                      <a:pt x="53" y="8"/>
                      <a:pt x="53" y="8"/>
                    </a:cubicBezTo>
                    <a:lnTo>
                      <a:pt x="70" y="8"/>
                    </a:lnTo>
                    <a:close/>
                    <a:moveTo>
                      <a:pt x="58" y="17"/>
                    </a:moveTo>
                    <a:cubicBezTo>
                      <a:pt x="50" y="25"/>
                      <a:pt x="50" y="25"/>
                      <a:pt x="50" y="25"/>
                    </a:cubicBezTo>
                    <a:cubicBezTo>
                      <a:pt x="40" y="16"/>
                      <a:pt x="40" y="16"/>
                      <a:pt x="40" y="16"/>
                    </a:cubicBezTo>
                    <a:cubicBezTo>
                      <a:pt x="48" y="9"/>
                      <a:pt x="48" y="9"/>
                      <a:pt x="48" y="9"/>
                    </a:cubicBezTo>
                    <a:lnTo>
                      <a:pt x="58" y="17"/>
                    </a:lnTo>
                    <a:close/>
                    <a:moveTo>
                      <a:pt x="47" y="27"/>
                    </a:moveTo>
                    <a:cubicBezTo>
                      <a:pt x="30" y="27"/>
                      <a:pt x="30" y="27"/>
                      <a:pt x="30" y="27"/>
                    </a:cubicBezTo>
                    <a:cubicBezTo>
                      <a:pt x="37" y="19"/>
                      <a:pt x="37" y="19"/>
                      <a:pt x="37" y="19"/>
                    </a:cubicBezTo>
                    <a:lnTo>
                      <a:pt x="47" y="27"/>
                    </a:lnTo>
                    <a:close/>
                    <a:moveTo>
                      <a:pt x="43" y="8"/>
                    </a:moveTo>
                    <a:cubicBezTo>
                      <a:pt x="37" y="14"/>
                      <a:pt x="37" y="14"/>
                      <a:pt x="37" y="14"/>
                    </a:cubicBezTo>
                    <a:cubicBezTo>
                      <a:pt x="30" y="8"/>
                      <a:pt x="30" y="8"/>
                      <a:pt x="30" y="8"/>
                    </a:cubicBezTo>
                    <a:lnTo>
                      <a:pt x="43" y="8"/>
                    </a:lnTo>
                    <a:close/>
                    <a:moveTo>
                      <a:pt x="26" y="9"/>
                    </a:moveTo>
                    <a:cubicBezTo>
                      <a:pt x="34" y="17"/>
                      <a:pt x="34" y="17"/>
                      <a:pt x="34" y="17"/>
                    </a:cubicBezTo>
                    <a:cubicBezTo>
                      <a:pt x="24" y="27"/>
                      <a:pt x="24" y="27"/>
                      <a:pt x="24" y="27"/>
                    </a:cubicBezTo>
                    <a:cubicBezTo>
                      <a:pt x="8" y="27"/>
                      <a:pt x="8" y="27"/>
                      <a:pt x="8" y="27"/>
                    </a:cubicBezTo>
                    <a:lnTo>
                      <a:pt x="26" y="9"/>
                    </a:lnTo>
                    <a:close/>
                    <a:moveTo>
                      <a:pt x="11" y="31"/>
                    </a:moveTo>
                    <a:cubicBezTo>
                      <a:pt x="25" y="31"/>
                      <a:pt x="25" y="31"/>
                      <a:pt x="25" y="31"/>
                    </a:cubicBezTo>
                    <a:cubicBezTo>
                      <a:pt x="49" y="71"/>
                      <a:pt x="49" y="71"/>
                      <a:pt x="49" y="71"/>
                    </a:cubicBezTo>
                    <a:lnTo>
                      <a:pt x="11" y="31"/>
                    </a:lnTo>
                    <a:close/>
                    <a:moveTo>
                      <a:pt x="29" y="31"/>
                    </a:moveTo>
                    <a:cubicBezTo>
                      <a:pt x="48" y="31"/>
                      <a:pt x="48" y="31"/>
                      <a:pt x="48" y="31"/>
                    </a:cubicBezTo>
                    <a:cubicBezTo>
                      <a:pt x="57" y="78"/>
                      <a:pt x="57" y="78"/>
                      <a:pt x="57" y="78"/>
                    </a:cubicBezTo>
                    <a:lnTo>
                      <a:pt x="29" y="31"/>
                    </a:lnTo>
                    <a:close/>
                    <a:moveTo>
                      <a:pt x="52" y="31"/>
                    </a:moveTo>
                    <a:cubicBezTo>
                      <a:pt x="71" y="31"/>
                      <a:pt x="71" y="31"/>
                      <a:pt x="71" y="31"/>
                    </a:cubicBezTo>
                    <a:cubicBezTo>
                      <a:pt x="61" y="79"/>
                      <a:pt x="61" y="79"/>
                      <a:pt x="61" y="79"/>
                    </a:cubicBezTo>
                    <a:lnTo>
                      <a:pt x="52" y="31"/>
                    </a:lnTo>
                    <a:close/>
                    <a:moveTo>
                      <a:pt x="65" y="78"/>
                    </a:moveTo>
                    <a:cubicBezTo>
                      <a:pt x="75" y="31"/>
                      <a:pt x="75" y="31"/>
                      <a:pt x="75" y="31"/>
                    </a:cubicBezTo>
                    <a:cubicBezTo>
                      <a:pt x="94" y="31"/>
                      <a:pt x="94" y="31"/>
                      <a:pt x="94" y="31"/>
                    </a:cubicBezTo>
                    <a:lnTo>
                      <a:pt x="65" y="78"/>
                    </a:lnTo>
                    <a:close/>
                    <a:moveTo>
                      <a:pt x="74" y="71"/>
                    </a:moveTo>
                    <a:cubicBezTo>
                      <a:pt x="98" y="31"/>
                      <a:pt x="98" y="31"/>
                      <a:pt x="98" y="31"/>
                    </a:cubicBezTo>
                    <a:cubicBezTo>
                      <a:pt x="112" y="31"/>
                      <a:pt x="112" y="31"/>
                      <a:pt x="112" y="31"/>
                    </a:cubicBezTo>
                    <a:lnTo>
                      <a:pt x="74" y="71"/>
                    </a:lnTo>
                    <a:close/>
                    <a:moveTo>
                      <a:pt x="99" y="27"/>
                    </a:moveTo>
                    <a:cubicBezTo>
                      <a:pt x="88" y="17"/>
                      <a:pt x="88" y="17"/>
                      <a:pt x="88" y="17"/>
                    </a:cubicBezTo>
                    <a:cubicBezTo>
                      <a:pt x="97" y="9"/>
                      <a:pt x="97" y="9"/>
                      <a:pt x="97" y="9"/>
                    </a:cubicBezTo>
                    <a:cubicBezTo>
                      <a:pt x="115" y="27"/>
                      <a:pt x="115" y="27"/>
                      <a:pt x="115" y="27"/>
                    </a:cubicBezTo>
                    <a:lnTo>
                      <a:pt x="99" y="27"/>
                    </a:lnTo>
                    <a:close/>
                    <a:moveTo>
                      <a:pt x="99" y="27"/>
                    </a:moveTo>
                    <a:cubicBezTo>
                      <a:pt x="99" y="27"/>
                      <a:pt x="99" y="27"/>
                      <a:pt x="99" y="2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7" name="Group 110"/>
            <p:cNvGrpSpPr/>
            <p:nvPr/>
          </p:nvGrpSpPr>
          <p:grpSpPr>
            <a:xfrm>
              <a:off x="2101850" y="1157287"/>
              <a:ext cx="625475" cy="617538"/>
              <a:chOff x="4822825" y="1327150"/>
              <a:chExt cx="625475" cy="617538"/>
            </a:xfrm>
          </p:grpSpPr>
          <p:sp>
            <p:nvSpPr>
              <p:cNvPr id="1039" name="Freeform 15"/>
              <p:cNvSpPr>
                <a:spLocks/>
              </p:cNvSpPr>
              <p:nvPr/>
            </p:nvSpPr>
            <p:spPr bwMode="auto">
              <a:xfrm>
                <a:off x="4822825" y="1327150"/>
                <a:ext cx="625475" cy="617538"/>
              </a:xfrm>
              <a:custGeom>
                <a:avLst/>
                <a:gdLst/>
                <a:ahLst/>
                <a:cxnLst>
                  <a:cxn ang="0">
                    <a:pos x="118" y="0"/>
                  </a:cxn>
                  <a:cxn ang="0">
                    <a:pos x="87" y="24"/>
                  </a:cxn>
                  <a:cxn ang="0">
                    <a:pos x="5" y="302"/>
                  </a:cxn>
                  <a:cxn ang="0">
                    <a:pos x="28" y="343"/>
                  </a:cxn>
                  <a:cxn ang="0">
                    <a:pos x="301" y="423"/>
                  </a:cxn>
                  <a:cxn ang="0">
                    <a:pos x="310" y="424"/>
                  </a:cxn>
                  <a:cxn ang="0">
                    <a:pos x="342" y="401"/>
                  </a:cxn>
                  <a:cxn ang="0">
                    <a:pos x="424" y="122"/>
                  </a:cxn>
                  <a:cxn ang="0">
                    <a:pos x="401" y="81"/>
                  </a:cxn>
                  <a:cxn ang="0">
                    <a:pos x="128" y="1"/>
                  </a:cxn>
                  <a:cxn ang="0">
                    <a:pos x="118" y="0"/>
                  </a:cxn>
                </a:cxnLst>
                <a:rect l="0" t="0" r="r" b="b"/>
                <a:pathLst>
                  <a:path w="429" h="424">
                    <a:moveTo>
                      <a:pt x="118" y="0"/>
                    </a:moveTo>
                    <a:cubicBezTo>
                      <a:pt x="104" y="0"/>
                      <a:pt x="91" y="9"/>
                      <a:pt x="87" y="24"/>
                    </a:cubicBezTo>
                    <a:cubicBezTo>
                      <a:pt x="5" y="302"/>
                      <a:pt x="5" y="302"/>
                      <a:pt x="5" y="302"/>
                    </a:cubicBezTo>
                    <a:cubicBezTo>
                      <a:pt x="0" y="319"/>
                      <a:pt x="10" y="338"/>
                      <a:pt x="28" y="343"/>
                    </a:cubicBezTo>
                    <a:cubicBezTo>
                      <a:pt x="301" y="423"/>
                      <a:pt x="301" y="423"/>
                      <a:pt x="301" y="423"/>
                    </a:cubicBezTo>
                    <a:cubicBezTo>
                      <a:pt x="304" y="424"/>
                      <a:pt x="307" y="424"/>
                      <a:pt x="310" y="424"/>
                    </a:cubicBezTo>
                    <a:cubicBezTo>
                      <a:pt x="325" y="424"/>
                      <a:pt x="338" y="415"/>
                      <a:pt x="342" y="401"/>
                    </a:cubicBezTo>
                    <a:cubicBezTo>
                      <a:pt x="424" y="122"/>
                      <a:pt x="424" y="122"/>
                      <a:pt x="424" y="122"/>
                    </a:cubicBezTo>
                    <a:cubicBezTo>
                      <a:pt x="429" y="105"/>
                      <a:pt x="419" y="86"/>
                      <a:pt x="401" y="81"/>
                    </a:cubicBezTo>
                    <a:cubicBezTo>
                      <a:pt x="128" y="1"/>
                      <a:pt x="128" y="1"/>
                      <a:pt x="128" y="1"/>
                    </a:cubicBezTo>
                    <a:cubicBezTo>
                      <a:pt x="124" y="0"/>
                      <a:pt x="121" y="0"/>
                      <a:pt x="118" y="0"/>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8" name="Group 102"/>
              <p:cNvGrpSpPr/>
              <p:nvPr/>
            </p:nvGrpSpPr>
            <p:grpSpPr>
              <a:xfrm>
                <a:off x="4976841" y="1486694"/>
                <a:ext cx="317443" cy="298451"/>
                <a:chOff x="2266950" y="2713038"/>
                <a:chExt cx="371475" cy="349250"/>
              </a:xfrm>
              <a:solidFill>
                <a:schemeClr val="bg1"/>
              </a:solidFill>
            </p:grpSpPr>
            <p:sp>
              <p:nvSpPr>
                <p:cNvPr id="104" name="Freeform 122"/>
                <p:cNvSpPr>
                  <a:spLocks noEditPoints="1"/>
                </p:cNvSpPr>
                <p:nvPr/>
              </p:nvSpPr>
              <p:spPr bwMode="auto">
                <a:xfrm>
                  <a:off x="2447925" y="2903538"/>
                  <a:ext cx="44450" cy="44450"/>
                </a:xfrm>
                <a:custGeom>
                  <a:avLst/>
                  <a:gdLst/>
                  <a:ahLst/>
                  <a:cxnLst>
                    <a:cxn ang="0">
                      <a:pos x="15" y="7"/>
                    </a:cxn>
                    <a:cxn ang="0">
                      <a:pos x="7" y="15"/>
                    </a:cxn>
                    <a:cxn ang="0">
                      <a:pos x="0" y="7"/>
                    </a:cxn>
                    <a:cxn ang="0">
                      <a:pos x="7" y="0"/>
                    </a:cxn>
                    <a:cxn ang="0">
                      <a:pos x="15" y="7"/>
                    </a:cxn>
                    <a:cxn ang="0">
                      <a:pos x="15" y="7"/>
                    </a:cxn>
                    <a:cxn ang="0">
                      <a:pos x="15" y="7"/>
                    </a:cxn>
                  </a:cxnLst>
                  <a:rect l="0" t="0" r="r" b="b"/>
                  <a:pathLst>
                    <a:path w="15" h="15">
                      <a:moveTo>
                        <a:pt x="15" y="7"/>
                      </a:moveTo>
                      <a:cubicBezTo>
                        <a:pt x="15" y="12"/>
                        <a:pt x="11" y="15"/>
                        <a:pt x="7" y="15"/>
                      </a:cubicBezTo>
                      <a:cubicBezTo>
                        <a:pt x="3" y="15"/>
                        <a:pt x="0" y="12"/>
                        <a:pt x="0" y="7"/>
                      </a:cubicBezTo>
                      <a:cubicBezTo>
                        <a:pt x="0" y="3"/>
                        <a:pt x="3" y="0"/>
                        <a:pt x="7" y="0"/>
                      </a:cubicBezTo>
                      <a:cubicBezTo>
                        <a:pt x="11" y="0"/>
                        <a:pt x="15" y="3"/>
                        <a:pt x="15" y="7"/>
                      </a:cubicBezTo>
                      <a:close/>
                      <a:moveTo>
                        <a:pt x="15" y="7"/>
                      </a:moveTo>
                      <a:cubicBezTo>
                        <a:pt x="15" y="7"/>
                        <a:pt x="15" y="7"/>
                        <a:pt x="15"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23"/>
                <p:cNvSpPr>
                  <a:spLocks noEditPoints="1"/>
                </p:cNvSpPr>
                <p:nvPr/>
              </p:nvSpPr>
              <p:spPr bwMode="auto">
                <a:xfrm>
                  <a:off x="2266950" y="2713038"/>
                  <a:ext cx="371475" cy="349250"/>
                </a:xfrm>
                <a:custGeom>
                  <a:avLst/>
                  <a:gdLst/>
                  <a:ahLst/>
                  <a:cxnLst>
                    <a:cxn ang="0">
                      <a:pos x="111" y="46"/>
                    </a:cxn>
                    <a:cxn ang="0">
                      <a:pos x="100" y="0"/>
                    </a:cxn>
                    <a:cxn ang="0">
                      <a:pos x="0" y="21"/>
                    </a:cxn>
                    <a:cxn ang="0">
                      <a:pos x="21" y="119"/>
                    </a:cxn>
                    <a:cxn ang="0">
                      <a:pos x="111" y="97"/>
                    </a:cxn>
                    <a:cxn ang="0">
                      <a:pos x="111" y="46"/>
                    </a:cxn>
                    <a:cxn ang="0">
                      <a:pos x="100" y="7"/>
                    </a:cxn>
                    <a:cxn ang="0">
                      <a:pos x="104" y="35"/>
                    </a:cxn>
                    <a:cxn ang="0">
                      <a:pos x="100" y="15"/>
                    </a:cxn>
                    <a:cxn ang="0">
                      <a:pos x="16" y="11"/>
                    </a:cxn>
                    <a:cxn ang="0">
                      <a:pos x="12" y="30"/>
                    </a:cxn>
                    <a:cxn ang="0">
                      <a:pos x="21" y="7"/>
                    </a:cxn>
                    <a:cxn ang="0">
                      <a:pos x="16" y="19"/>
                    </a:cxn>
                    <a:cxn ang="0">
                      <a:pos x="96" y="15"/>
                    </a:cxn>
                    <a:cxn ang="0">
                      <a:pos x="96" y="23"/>
                    </a:cxn>
                    <a:cxn ang="0">
                      <a:pos x="16" y="26"/>
                    </a:cxn>
                    <a:cxn ang="0">
                      <a:pos x="96" y="23"/>
                    </a:cxn>
                    <a:cxn ang="0">
                      <a:pos x="96" y="34"/>
                    </a:cxn>
                    <a:cxn ang="0">
                      <a:pos x="16" y="33"/>
                    </a:cxn>
                    <a:cxn ang="0">
                      <a:pos x="96" y="30"/>
                    </a:cxn>
                    <a:cxn ang="0">
                      <a:pos x="90" y="111"/>
                    </a:cxn>
                    <a:cxn ang="0">
                      <a:pos x="8" y="97"/>
                    </a:cxn>
                    <a:cxn ang="0">
                      <a:pos x="21" y="42"/>
                    </a:cxn>
                    <a:cxn ang="0">
                      <a:pos x="104" y="46"/>
                    </a:cxn>
                    <a:cxn ang="0">
                      <a:pos x="69" y="53"/>
                    </a:cxn>
                    <a:cxn ang="0">
                      <a:pos x="69" y="92"/>
                    </a:cxn>
                    <a:cxn ang="0">
                      <a:pos x="104" y="97"/>
                    </a:cxn>
                    <a:cxn ang="0">
                      <a:pos x="69" y="84"/>
                    </a:cxn>
                    <a:cxn ang="0">
                      <a:pos x="69" y="61"/>
                    </a:cxn>
                    <a:cxn ang="0">
                      <a:pos x="110" y="58"/>
                    </a:cxn>
                    <a:cxn ang="0">
                      <a:pos x="111" y="56"/>
                    </a:cxn>
                    <a:cxn ang="0">
                      <a:pos x="109" y="84"/>
                    </a:cxn>
                    <a:cxn ang="0">
                      <a:pos x="109" y="84"/>
                    </a:cxn>
                  </a:cxnLst>
                  <a:rect l="0" t="0" r="r" b="b"/>
                  <a:pathLst>
                    <a:path w="127" h="119">
                      <a:moveTo>
                        <a:pt x="111" y="46"/>
                      </a:moveTo>
                      <a:cubicBezTo>
                        <a:pt x="111" y="46"/>
                        <a:pt x="111" y="46"/>
                        <a:pt x="111" y="46"/>
                      </a:cubicBezTo>
                      <a:cubicBezTo>
                        <a:pt x="111" y="11"/>
                        <a:pt x="111" y="11"/>
                        <a:pt x="111" y="11"/>
                      </a:cubicBezTo>
                      <a:cubicBezTo>
                        <a:pt x="111" y="5"/>
                        <a:pt x="106" y="0"/>
                        <a:pt x="100" y="0"/>
                      </a:cubicBezTo>
                      <a:cubicBezTo>
                        <a:pt x="21" y="0"/>
                        <a:pt x="21" y="0"/>
                        <a:pt x="21" y="0"/>
                      </a:cubicBezTo>
                      <a:cubicBezTo>
                        <a:pt x="10" y="0"/>
                        <a:pt x="0" y="9"/>
                        <a:pt x="0" y="21"/>
                      </a:cubicBezTo>
                      <a:cubicBezTo>
                        <a:pt x="0" y="97"/>
                        <a:pt x="0" y="97"/>
                        <a:pt x="0" y="97"/>
                      </a:cubicBezTo>
                      <a:cubicBezTo>
                        <a:pt x="0" y="109"/>
                        <a:pt x="10" y="119"/>
                        <a:pt x="21" y="119"/>
                      </a:cubicBezTo>
                      <a:cubicBezTo>
                        <a:pt x="90" y="119"/>
                        <a:pt x="90" y="119"/>
                        <a:pt x="90" y="119"/>
                      </a:cubicBezTo>
                      <a:cubicBezTo>
                        <a:pt x="102" y="119"/>
                        <a:pt x="111" y="109"/>
                        <a:pt x="111" y="97"/>
                      </a:cubicBezTo>
                      <a:cubicBezTo>
                        <a:pt x="111" y="92"/>
                        <a:pt x="111" y="92"/>
                        <a:pt x="111" y="92"/>
                      </a:cubicBezTo>
                      <a:cubicBezTo>
                        <a:pt x="127" y="80"/>
                        <a:pt x="127" y="57"/>
                        <a:pt x="111" y="46"/>
                      </a:cubicBezTo>
                      <a:close/>
                      <a:moveTo>
                        <a:pt x="21" y="7"/>
                      </a:moveTo>
                      <a:cubicBezTo>
                        <a:pt x="100" y="7"/>
                        <a:pt x="100" y="7"/>
                        <a:pt x="100" y="7"/>
                      </a:cubicBezTo>
                      <a:cubicBezTo>
                        <a:pt x="102" y="7"/>
                        <a:pt x="104" y="9"/>
                        <a:pt x="104" y="11"/>
                      </a:cubicBezTo>
                      <a:cubicBezTo>
                        <a:pt x="104" y="35"/>
                        <a:pt x="104" y="35"/>
                        <a:pt x="104" y="35"/>
                      </a:cubicBezTo>
                      <a:cubicBezTo>
                        <a:pt x="103" y="34"/>
                        <a:pt x="101" y="34"/>
                        <a:pt x="100" y="34"/>
                      </a:cubicBezTo>
                      <a:cubicBezTo>
                        <a:pt x="100" y="15"/>
                        <a:pt x="100" y="15"/>
                        <a:pt x="100" y="15"/>
                      </a:cubicBezTo>
                      <a:cubicBezTo>
                        <a:pt x="100" y="13"/>
                        <a:pt x="98" y="11"/>
                        <a:pt x="96" y="11"/>
                      </a:cubicBezTo>
                      <a:cubicBezTo>
                        <a:pt x="16" y="11"/>
                        <a:pt x="16" y="11"/>
                        <a:pt x="16" y="11"/>
                      </a:cubicBezTo>
                      <a:cubicBezTo>
                        <a:pt x="13" y="11"/>
                        <a:pt x="12" y="13"/>
                        <a:pt x="12" y="15"/>
                      </a:cubicBezTo>
                      <a:cubicBezTo>
                        <a:pt x="12" y="30"/>
                        <a:pt x="12" y="30"/>
                        <a:pt x="12" y="30"/>
                      </a:cubicBezTo>
                      <a:cubicBezTo>
                        <a:pt x="9" y="28"/>
                        <a:pt x="8" y="24"/>
                        <a:pt x="8" y="21"/>
                      </a:cubicBezTo>
                      <a:cubicBezTo>
                        <a:pt x="8" y="13"/>
                        <a:pt x="14" y="7"/>
                        <a:pt x="21" y="7"/>
                      </a:cubicBezTo>
                      <a:close/>
                      <a:moveTo>
                        <a:pt x="96" y="19"/>
                      </a:moveTo>
                      <a:cubicBezTo>
                        <a:pt x="16" y="19"/>
                        <a:pt x="16" y="19"/>
                        <a:pt x="16" y="19"/>
                      </a:cubicBezTo>
                      <a:cubicBezTo>
                        <a:pt x="16" y="15"/>
                        <a:pt x="16" y="15"/>
                        <a:pt x="16" y="15"/>
                      </a:cubicBezTo>
                      <a:cubicBezTo>
                        <a:pt x="96" y="15"/>
                        <a:pt x="96" y="15"/>
                        <a:pt x="96" y="15"/>
                      </a:cubicBezTo>
                      <a:lnTo>
                        <a:pt x="96" y="19"/>
                      </a:lnTo>
                      <a:close/>
                      <a:moveTo>
                        <a:pt x="96" y="23"/>
                      </a:moveTo>
                      <a:cubicBezTo>
                        <a:pt x="96" y="26"/>
                        <a:pt x="96" y="26"/>
                        <a:pt x="96" y="26"/>
                      </a:cubicBezTo>
                      <a:cubicBezTo>
                        <a:pt x="16" y="26"/>
                        <a:pt x="16" y="26"/>
                        <a:pt x="16" y="26"/>
                      </a:cubicBezTo>
                      <a:cubicBezTo>
                        <a:pt x="16" y="23"/>
                        <a:pt x="16" y="23"/>
                        <a:pt x="16" y="23"/>
                      </a:cubicBezTo>
                      <a:lnTo>
                        <a:pt x="96" y="23"/>
                      </a:lnTo>
                      <a:close/>
                      <a:moveTo>
                        <a:pt x="96" y="30"/>
                      </a:moveTo>
                      <a:cubicBezTo>
                        <a:pt x="96" y="34"/>
                        <a:pt x="96" y="34"/>
                        <a:pt x="96" y="34"/>
                      </a:cubicBezTo>
                      <a:cubicBezTo>
                        <a:pt x="21" y="34"/>
                        <a:pt x="21" y="34"/>
                        <a:pt x="21" y="34"/>
                      </a:cubicBezTo>
                      <a:cubicBezTo>
                        <a:pt x="19" y="34"/>
                        <a:pt x="17" y="34"/>
                        <a:pt x="16" y="33"/>
                      </a:cubicBezTo>
                      <a:cubicBezTo>
                        <a:pt x="16" y="30"/>
                        <a:pt x="16" y="30"/>
                        <a:pt x="16" y="30"/>
                      </a:cubicBezTo>
                      <a:lnTo>
                        <a:pt x="96" y="30"/>
                      </a:lnTo>
                      <a:close/>
                      <a:moveTo>
                        <a:pt x="104" y="97"/>
                      </a:moveTo>
                      <a:cubicBezTo>
                        <a:pt x="104" y="105"/>
                        <a:pt x="98" y="111"/>
                        <a:pt x="90" y="111"/>
                      </a:cubicBezTo>
                      <a:cubicBezTo>
                        <a:pt x="21" y="111"/>
                        <a:pt x="21" y="111"/>
                        <a:pt x="21" y="111"/>
                      </a:cubicBezTo>
                      <a:cubicBezTo>
                        <a:pt x="14" y="111"/>
                        <a:pt x="8" y="105"/>
                        <a:pt x="8" y="97"/>
                      </a:cubicBezTo>
                      <a:cubicBezTo>
                        <a:pt x="8" y="37"/>
                        <a:pt x="8" y="37"/>
                        <a:pt x="8" y="37"/>
                      </a:cubicBezTo>
                      <a:cubicBezTo>
                        <a:pt x="11" y="40"/>
                        <a:pt x="16" y="42"/>
                        <a:pt x="21" y="42"/>
                      </a:cubicBezTo>
                      <a:cubicBezTo>
                        <a:pt x="100" y="42"/>
                        <a:pt x="100" y="42"/>
                        <a:pt x="100" y="42"/>
                      </a:cubicBezTo>
                      <a:cubicBezTo>
                        <a:pt x="102" y="42"/>
                        <a:pt x="104" y="44"/>
                        <a:pt x="104" y="46"/>
                      </a:cubicBezTo>
                      <a:cubicBezTo>
                        <a:pt x="104" y="53"/>
                        <a:pt x="104" y="53"/>
                        <a:pt x="104" y="53"/>
                      </a:cubicBezTo>
                      <a:cubicBezTo>
                        <a:pt x="69" y="53"/>
                        <a:pt x="69" y="53"/>
                        <a:pt x="69" y="53"/>
                      </a:cubicBezTo>
                      <a:cubicBezTo>
                        <a:pt x="59" y="53"/>
                        <a:pt x="50" y="62"/>
                        <a:pt x="50" y="72"/>
                      </a:cubicBezTo>
                      <a:cubicBezTo>
                        <a:pt x="50" y="83"/>
                        <a:pt x="59" y="92"/>
                        <a:pt x="69" y="92"/>
                      </a:cubicBezTo>
                      <a:cubicBezTo>
                        <a:pt x="104" y="92"/>
                        <a:pt x="104" y="92"/>
                        <a:pt x="104" y="92"/>
                      </a:cubicBezTo>
                      <a:lnTo>
                        <a:pt x="104" y="97"/>
                      </a:lnTo>
                      <a:close/>
                      <a:moveTo>
                        <a:pt x="109" y="84"/>
                      </a:moveTo>
                      <a:cubicBezTo>
                        <a:pt x="69" y="84"/>
                        <a:pt x="69" y="84"/>
                        <a:pt x="69" y="84"/>
                      </a:cubicBezTo>
                      <a:cubicBezTo>
                        <a:pt x="63" y="84"/>
                        <a:pt x="58" y="79"/>
                        <a:pt x="58" y="72"/>
                      </a:cubicBezTo>
                      <a:cubicBezTo>
                        <a:pt x="58" y="66"/>
                        <a:pt x="63" y="61"/>
                        <a:pt x="69" y="61"/>
                      </a:cubicBezTo>
                      <a:cubicBezTo>
                        <a:pt x="104" y="61"/>
                        <a:pt x="104" y="61"/>
                        <a:pt x="104" y="61"/>
                      </a:cubicBezTo>
                      <a:cubicBezTo>
                        <a:pt x="106" y="61"/>
                        <a:pt x="108" y="60"/>
                        <a:pt x="110" y="58"/>
                      </a:cubicBezTo>
                      <a:cubicBezTo>
                        <a:pt x="110" y="57"/>
                        <a:pt x="111" y="57"/>
                        <a:pt x="111" y="56"/>
                      </a:cubicBezTo>
                      <a:cubicBezTo>
                        <a:pt x="111" y="56"/>
                        <a:pt x="111" y="56"/>
                        <a:pt x="111" y="56"/>
                      </a:cubicBezTo>
                      <a:cubicBezTo>
                        <a:pt x="114" y="59"/>
                        <a:pt x="115" y="64"/>
                        <a:pt x="115" y="69"/>
                      </a:cubicBezTo>
                      <a:cubicBezTo>
                        <a:pt x="115" y="75"/>
                        <a:pt x="113" y="80"/>
                        <a:pt x="109" y="84"/>
                      </a:cubicBezTo>
                      <a:close/>
                      <a:moveTo>
                        <a:pt x="109" y="84"/>
                      </a:moveTo>
                      <a:cubicBezTo>
                        <a:pt x="109" y="84"/>
                        <a:pt x="109" y="84"/>
                        <a:pt x="109"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9" name="Group 115"/>
            <p:cNvGrpSpPr/>
            <p:nvPr/>
          </p:nvGrpSpPr>
          <p:grpSpPr>
            <a:xfrm>
              <a:off x="1944688" y="3433762"/>
              <a:ext cx="411163" cy="415925"/>
              <a:chOff x="4665663" y="3765550"/>
              <a:chExt cx="411163" cy="415925"/>
            </a:xfrm>
          </p:grpSpPr>
          <p:sp>
            <p:nvSpPr>
              <p:cNvPr id="1047" name="Freeform 23"/>
              <p:cNvSpPr>
                <a:spLocks/>
              </p:cNvSpPr>
              <p:nvPr/>
            </p:nvSpPr>
            <p:spPr bwMode="auto">
              <a:xfrm>
                <a:off x="4665663" y="3765550"/>
                <a:ext cx="411163" cy="415925"/>
              </a:xfrm>
              <a:custGeom>
                <a:avLst/>
                <a:gdLst/>
                <a:ahLst/>
                <a:cxnLst>
                  <a:cxn ang="0">
                    <a:pos x="281" y="258"/>
                  </a:cxn>
                  <a:cxn ang="0">
                    <a:pos x="255" y="285"/>
                  </a:cxn>
                  <a:cxn ang="0">
                    <a:pos x="27" y="285"/>
                  </a:cxn>
                  <a:cxn ang="0">
                    <a:pos x="0" y="258"/>
                  </a:cxn>
                  <a:cxn ang="0">
                    <a:pos x="0" y="26"/>
                  </a:cxn>
                  <a:cxn ang="0">
                    <a:pos x="27" y="0"/>
                  </a:cxn>
                  <a:cxn ang="0">
                    <a:pos x="255" y="0"/>
                  </a:cxn>
                  <a:cxn ang="0">
                    <a:pos x="281" y="26"/>
                  </a:cxn>
                  <a:cxn ang="0">
                    <a:pos x="281" y="258"/>
                  </a:cxn>
                </a:cxnLst>
                <a:rect l="0" t="0" r="r" b="b"/>
                <a:pathLst>
                  <a:path w="281" h="285">
                    <a:moveTo>
                      <a:pt x="281" y="258"/>
                    </a:moveTo>
                    <a:cubicBezTo>
                      <a:pt x="281" y="273"/>
                      <a:pt x="270" y="285"/>
                      <a:pt x="255" y="285"/>
                    </a:cubicBezTo>
                    <a:cubicBezTo>
                      <a:pt x="27" y="285"/>
                      <a:pt x="27" y="285"/>
                      <a:pt x="27" y="285"/>
                    </a:cubicBezTo>
                    <a:cubicBezTo>
                      <a:pt x="12" y="285"/>
                      <a:pt x="0" y="273"/>
                      <a:pt x="0" y="258"/>
                    </a:cubicBezTo>
                    <a:cubicBezTo>
                      <a:pt x="0" y="26"/>
                      <a:pt x="0" y="26"/>
                      <a:pt x="0" y="26"/>
                    </a:cubicBezTo>
                    <a:cubicBezTo>
                      <a:pt x="0" y="11"/>
                      <a:pt x="12" y="0"/>
                      <a:pt x="27" y="0"/>
                    </a:cubicBezTo>
                    <a:cubicBezTo>
                      <a:pt x="255" y="0"/>
                      <a:pt x="255" y="0"/>
                      <a:pt x="255" y="0"/>
                    </a:cubicBezTo>
                    <a:cubicBezTo>
                      <a:pt x="270" y="0"/>
                      <a:pt x="281" y="11"/>
                      <a:pt x="281" y="26"/>
                    </a:cubicBezTo>
                    <a:lnTo>
                      <a:pt x="281" y="25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 name="Group 105"/>
              <p:cNvGrpSpPr/>
              <p:nvPr/>
            </p:nvGrpSpPr>
            <p:grpSpPr>
              <a:xfrm>
                <a:off x="4738120" y="3861593"/>
                <a:ext cx="266249" cy="223838"/>
                <a:chOff x="4856163" y="2736851"/>
                <a:chExt cx="358775" cy="301625"/>
              </a:xfrm>
              <a:solidFill>
                <a:schemeClr val="bg1"/>
              </a:solidFill>
            </p:grpSpPr>
            <p:sp>
              <p:nvSpPr>
                <p:cNvPr id="107" name="Freeform 128"/>
                <p:cNvSpPr>
                  <a:spLocks noEditPoints="1"/>
                </p:cNvSpPr>
                <p:nvPr/>
              </p:nvSpPr>
              <p:spPr bwMode="auto">
                <a:xfrm>
                  <a:off x="4946650" y="2814638"/>
                  <a:ext cx="177800" cy="179388"/>
                </a:xfrm>
                <a:custGeom>
                  <a:avLst/>
                  <a:gdLst/>
                  <a:ahLst/>
                  <a:cxnLst>
                    <a:cxn ang="0">
                      <a:pos x="31" y="0"/>
                    </a:cxn>
                    <a:cxn ang="0">
                      <a:pos x="0" y="30"/>
                    </a:cxn>
                    <a:cxn ang="0">
                      <a:pos x="31" y="61"/>
                    </a:cxn>
                    <a:cxn ang="0">
                      <a:pos x="61" y="30"/>
                    </a:cxn>
                    <a:cxn ang="0">
                      <a:pos x="31" y="0"/>
                    </a:cxn>
                    <a:cxn ang="0">
                      <a:pos x="48" y="45"/>
                    </a:cxn>
                    <a:cxn ang="0">
                      <a:pos x="16" y="48"/>
                    </a:cxn>
                    <a:cxn ang="0">
                      <a:pos x="13" y="15"/>
                    </a:cxn>
                    <a:cxn ang="0">
                      <a:pos x="46" y="13"/>
                    </a:cxn>
                    <a:cxn ang="0">
                      <a:pos x="48" y="45"/>
                    </a:cxn>
                    <a:cxn ang="0">
                      <a:pos x="48" y="45"/>
                    </a:cxn>
                    <a:cxn ang="0">
                      <a:pos x="48" y="45"/>
                    </a:cxn>
                  </a:cxnLst>
                  <a:rect l="0" t="0" r="r" b="b"/>
                  <a:pathLst>
                    <a:path w="61" h="61">
                      <a:moveTo>
                        <a:pt x="31" y="0"/>
                      </a:moveTo>
                      <a:cubicBezTo>
                        <a:pt x="14" y="0"/>
                        <a:pt x="0" y="13"/>
                        <a:pt x="0" y="30"/>
                      </a:cubicBezTo>
                      <a:cubicBezTo>
                        <a:pt x="0" y="47"/>
                        <a:pt x="14" y="61"/>
                        <a:pt x="31" y="61"/>
                      </a:cubicBezTo>
                      <a:cubicBezTo>
                        <a:pt x="48" y="61"/>
                        <a:pt x="61" y="47"/>
                        <a:pt x="61" y="30"/>
                      </a:cubicBezTo>
                      <a:cubicBezTo>
                        <a:pt x="61" y="13"/>
                        <a:pt x="48" y="0"/>
                        <a:pt x="31" y="0"/>
                      </a:cubicBezTo>
                      <a:close/>
                      <a:moveTo>
                        <a:pt x="48" y="45"/>
                      </a:moveTo>
                      <a:cubicBezTo>
                        <a:pt x="40" y="55"/>
                        <a:pt x="25" y="56"/>
                        <a:pt x="16" y="48"/>
                      </a:cubicBezTo>
                      <a:cubicBezTo>
                        <a:pt x="6" y="39"/>
                        <a:pt x="5" y="25"/>
                        <a:pt x="13" y="15"/>
                      </a:cubicBezTo>
                      <a:cubicBezTo>
                        <a:pt x="22" y="6"/>
                        <a:pt x="36" y="5"/>
                        <a:pt x="46" y="13"/>
                      </a:cubicBezTo>
                      <a:cubicBezTo>
                        <a:pt x="55" y="21"/>
                        <a:pt x="57" y="36"/>
                        <a:pt x="48" y="45"/>
                      </a:cubicBezTo>
                      <a:close/>
                      <a:moveTo>
                        <a:pt x="48" y="45"/>
                      </a:moveTo>
                      <a:cubicBezTo>
                        <a:pt x="48" y="45"/>
                        <a:pt x="48" y="45"/>
                        <a:pt x="48"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29"/>
                <p:cNvSpPr>
                  <a:spLocks noEditPoints="1"/>
                </p:cNvSpPr>
                <p:nvPr/>
              </p:nvSpPr>
              <p:spPr bwMode="auto">
                <a:xfrm>
                  <a:off x="4989513" y="2859088"/>
                  <a:ext cx="53975" cy="50800"/>
                </a:xfrm>
                <a:custGeom>
                  <a:avLst/>
                  <a:gdLst/>
                  <a:ahLst/>
                  <a:cxnLst>
                    <a:cxn ang="0">
                      <a:pos x="16" y="0"/>
                    </a:cxn>
                    <a:cxn ang="0">
                      <a:pos x="0" y="15"/>
                    </a:cxn>
                    <a:cxn ang="0">
                      <a:pos x="2" y="17"/>
                    </a:cxn>
                    <a:cxn ang="0">
                      <a:pos x="4" y="15"/>
                    </a:cxn>
                    <a:cxn ang="0">
                      <a:pos x="16" y="4"/>
                    </a:cxn>
                    <a:cxn ang="0">
                      <a:pos x="18" y="2"/>
                    </a:cxn>
                    <a:cxn ang="0">
                      <a:pos x="16" y="0"/>
                    </a:cxn>
                    <a:cxn ang="0">
                      <a:pos x="16" y="0"/>
                    </a:cxn>
                    <a:cxn ang="0">
                      <a:pos x="16" y="0"/>
                    </a:cxn>
                  </a:cxnLst>
                  <a:rect l="0" t="0" r="r" b="b"/>
                  <a:pathLst>
                    <a:path w="18" h="17">
                      <a:moveTo>
                        <a:pt x="16" y="0"/>
                      </a:moveTo>
                      <a:cubicBezTo>
                        <a:pt x="7" y="0"/>
                        <a:pt x="0" y="7"/>
                        <a:pt x="0" y="15"/>
                      </a:cubicBezTo>
                      <a:cubicBezTo>
                        <a:pt x="0" y="16"/>
                        <a:pt x="1" y="17"/>
                        <a:pt x="2" y="17"/>
                      </a:cubicBezTo>
                      <a:cubicBezTo>
                        <a:pt x="3" y="17"/>
                        <a:pt x="4" y="16"/>
                        <a:pt x="4" y="15"/>
                      </a:cubicBezTo>
                      <a:cubicBezTo>
                        <a:pt x="4" y="9"/>
                        <a:pt x="9" y="4"/>
                        <a:pt x="16" y="4"/>
                      </a:cubicBezTo>
                      <a:cubicBezTo>
                        <a:pt x="17" y="4"/>
                        <a:pt x="18" y="3"/>
                        <a:pt x="18" y="2"/>
                      </a:cubicBezTo>
                      <a:cubicBezTo>
                        <a:pt x="18" y="1"/>
                        <a:pt x="17" y="0"/>
                        <a:pt x="16" y="0"/>
                      </a:cubicBezTo>
                      <a:close/>
                      <a:moveTo>
                        <a:pt x="16" y="0"/>
                      </a:moveTo>
                      <a:cubicBezTo>
                        <a:pt x="16" y="0"/>
                        <a:pt x="16" y="0"/>
                        <a:pt x="1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30"/>
                <p:cNvSpPr>
                  <a:spLocks noEditPoints="1"/>
                </p:cNvSpPr>
                <p:nvPr/>
              </p:nvSpPr>
              <p:spPr bwMode="auto">
                <a:xfrm>
                  <a:off x="4856163" y="2736851"/>
                  <a:ext cx="358775" cy="301625"/>
                </a:xfrm>
                <a:custGeom>
                  <a:avLst/>
                  <a:gdLst/>
                  <a:ahLst/>
                  <a:cxnLst>
                    <a:cxn ang="0">
                      <a:pos x="114" y="23"/>
                    </a:cxn>
                    <a:cxn ang="0">
                      <a:pos x="97" y="20"/>
                    </a:cxn>
                    <a:cxn ang="0">
                      <a:pos x="92" y="7"/>
                    </a:cxn>
                    <a:cxn ang="0">
                      <a:pos x="81" y="0"/>
                    </a:cxn>
                    <a:cxn ang="0">
                      <a:pos x="43" y="0"/>
                    </a:cxn>
                    <a:cxn ang="0">
                      <a:pos x="32" y="7"/>
                    </a:cxn>
                    <a:cxn ang="0">
                      <a:pos x="27" y="20"/>
                    </a:cxn>
                    <a:cxn ang="0">
                      <a:pos x="10" y="23"/>
                    </a:cxn>
                    <a:cxn ang="0">
                      <a:pos x="0" y="34"/>
                    </a:cxn>
                    <a:cxn ang="0">
                      <a:pos x="0" y="92"/>
                    </a:cxn>
                    <a:cxn ang="0">
                      <a:pos x="12" y="103"/>
                    </a:cxn>
                    <a:cxn ang="0">
                      <a:pos x="112" y="103"/>
                    </a:cxn>
                    <a:cxn ang="0">
                      <a:pos x="123" y="92"/>
                    </a:cxn>
                    <a:cxn ang="0">
                      <a:pos x="123" y="34"/>
                    </a:cxn>
                    <a:cxn ang="0">
                      <a:pos x="114" y="23"/>
                    </a:cxn>
                    <a:cxn ang="0">
                      <a:pos x="115" y="92"/>
                    </a:cxn>
                    <a:cxn ang="0">
                      <a:pos x="112" y="96"/>
                    </a:cxn>
                    <a:cxn ang="0">
                      <a:pos x="12" y="96"/>
                    </a:cxn>
                    <a:cxn ang="0">
                      <a:pos x="8" y="92"/>
                    </a:cxn>
                    <a:cxn ang="0">
                      <a:pos x="8" y="34"/>
                    </a:cxn>
                    <a:cxn ang="0">
                      <a:pos x="11" y="30"/>
                    </a:cxn>
                    <a:cxn ang="0">
                      <a:pos x="32" y="27"/>
                    </a:cxn>
                    <a:cxn ang="0">
                      <a:pos x="39" y="10"/>
                    </a:cxn>
                    <a:cxn ang="0">
                      <a:pos x="43" y="7"/>
                    </a:cxn>
                    <a:cxn ang="0">
                      <a:pos x="81" y="7"/>
                    </a:cxn>
                    <a:cxn ang="0">
                      <a:pos x="85" y="10"/>
                    </a:cxn>
                    <a:cxn ang="0">
                      <a:pos x="91" y="27"/>
                    </a:cxn>
                    <a:cxn ang="0">
                      <a:pos x="112" y="30"/>
                    </a:cxn>
                    <a:cxn ang="0">
                      <a:pos x="115" y="34"/>
                    </a:cxn>
                    <a:cxn ang="0">
                      <a:pos x="115" y="92"/>
                    </a:cxn>
                    <a:cxn ang="0">
                      <a:pos x="115" y="92"/>
                    </a:cxn>
                    <a:cxn ang="0">
                      <a:pos x="115" y="92"/>
                    </a:cxn>
                  </a:cxnLst>
                  <a:rect l="0" t="0" r="r" b="b"/>
                  <a:pathLst>
                    <a:path w="123" h="103">
                      <a:moveTo>
                        <a:pt x="114" y="23"/>
                      </a:moveTo>
                      <a:cubicBezTo>
                        <a:pt x="97" y="20"/>
                        <a:pt x="97" y="20"/>
                        <a:pt x="97" y="20"/>
                      </a:cubicBezTo>
                      <a:cubicBezTo>
                        <a:pt x="92" y="7"/>
                        <a:pt x="92" y="7"/>
                        <a:pt x="92" y="7"/>
                      </a:cubicBezTo>
                      <a:cubicBezTo>
                        <a:pt x="90" y="3"/>
                        <a:pt x="86" y="0"/>
                        <a:pt x="81" y="0"/>
                      </a:cubicBezTo>
                      <a:cubicBezTo>
                        <a:pt x="43" y="0"/>
                        <a:pt x="43" y="0"/>
                        <a:pt x="43" y="0"/>
                      </a:cubicBezTo>
                      <a:cubicBezTo>
                        <a:pt x="38" y="0"/>
                        <a:pt x="34" y="3"/>
                        <a:pt x="32" y="7"/>
                      </a:cubicBezTo>
                      <a:cubicBezTo>
                        <a:pt x="27" y="20"/>
                        <a:pt x="27" y="20"/>
                        <a:pt x="27" y="20"/>
                      </a:cubicBezTo>
                      <a:cubicBezTo>
                        <a:pt x="10" y="23"/>
                        <a:pt x="10" y="23"/>
                        <a:pt x="10" y="23"/>
                      </a:cubicBezTo>
                      <a:cubicBezTo>
                        <a:pt x="4" y="24"/>
                        <a:pt x="0" y="29"/>
                        <a:pt x="0" y="34"/>
                      </a:cubicBezTo>
                      <a:cubicBezTo>
                        <a:pt x="0" y="92"/>
                        <a:pt x="0" y="92"/>
                        <a:pt x="0" y="92"/>
                      </a:cubicBezTo>
                      <a:cubicBezTo>
                        <a:pt x="0" y="98"/>
                        <a:pt x="6" y="103"/>
                        <a:pt x="12" y="103"/>
                      </a:cubicBezTo>
                      <a:cubicBezTo>
                        <a:pt x="112" y="103"/>
                        <a:pt x="112" y="103"/>
                        <a:pt x="112" y="103"/>
                      </a:cubicBezTo>
                      <a:cubicBezTo>
                        <a:pt x="118" y="103"/>
                        <a:pt x="123" y="98"/>
                        <a:pt x="123" y="92"/>
                      </a:cubicBezTo>
                      <a:cubicBezTo>
                        <a:pt x="123" y="34"/>
                        <a:pt x="123" y="34"/>
                        <a:pt x="123" y="34"/>
                      </a:cubicBezTo>
                      <a:cubicBezTo>
                        <a:pt x="123" y="29"/>
                        <a:pt x="119" y="24"/>
                        <a:pt x="114" y="23"/>
                      </a:cubicBezTo>
                      <a:close/>
                      <a:moveTo>
                        <a:pt x="115" y="92"/>
                      </a:moveTo>
                      <a:cubicBezTo>
                        <a:pt x="115" y="94"/>
                        <a:pt x="114" y="96"/>
                        <a:pt x="112" y="96"/>
                      </a:cubicBezTo>
                      <a:cubicBezTo>
                        <a:pt x="12" y="96"/>
                        <a:pt x="12" y="96"/>
                        <a:pt x="12" y="96"/>
                      </a:cubicBezTo>
                      <a:cubicBezTo>
                        <a:pt x="10" y="96"/>
                        <a:pt x="8" y="94"/>
                        <a:pt x="8" y="92"/>
                      </a:cubicBezTo>
                      <a:cubicBezTo>
                        <a:pt x="8" y="34"/>
                        <a:pt x="8" y="34"/>
                        <a:pt x="8" y="34"/>
                      </a:cubicBezTo>
                      <a:cubicBezTo>
                        <a:pt x="8" y="32"/>
                        <a:pt x="9" y="31"/>
                        <a:pt x="11" y="30"/>
                      </a:cubicBezTo>
                      <a:cubicBezTo>
                        <a:pt x="32" y="27"/>
                        <a:pt x="32" y="27"/>
                        <a:pt x="32" y="27"/>
                      </a:cubicBezTo>
                      <a:cubicBezTo>
                        <a:pt x="39" y="10"/>
                        <a:pt x="39" y="10"/>
                        <a:pt x="39" y="10"/>
                      </a:cubicBezTo>
                      <a:cubicBezTo>
                        <a:pt x="40" y="8"/>
                        <a:pt x="41" y="7"/>
                        <a:pt x="43" y="7"/>
                      </a:cubicBezTo>
                      <a:cubicBezTo>
                        <a:pt x="81" y="7"/>
                        <a:pt x="81" y="7"/>
                        <a:pt x="81" y="7"/>
                      </a:cubicBezTo>
                      <a:cubicBezTo>
                        <a:pt x="83" y="7"/>
                        <a:pt x="84" y="8"/>
                        <a:pt x="85" y="10"/>
                      </a:cubicBezTo>
                      <a:cubicBezTo>
                        <a:pt x="91" y="27"/>
                        <a:pt x="91" y="27"/>
                        <a:pt x="91" y="27"/>
                      </a:cubicBezTo>
                      <a:cubicBezTo>
                        <a:pt x="112" y="30"/>
                        <a:pt x="112" y="30"/>
                        <a:pt x="112" y="30"/>
                      </a:cubicBezTo>
                      <a:cubicBezTo>
                        <a:pt x="114" y="31"/>
                        <a:pt x="115" y="32"/>
                        <a:pt x="115" y="34"/>
                      </a:cubicBezTo>
                      <a:lnTo>
                        <a:pt x="115" y="92"/>
                      </a:lnTo>
                      <a:close/>
                      <a:moveTo>
                        <a:pt x="115" y="92"/>
                      </a:moveTo>
                      <a:cubicBezTo>
                        <a:pt x="115" y="92"/>
                        <a:pt x="115" y="92"/>
                        <a:pt x="115" y="9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1" name="Group 114"/>
            <p:cNvGrpSpPr/>
            <p:nvPr/>
          </p:nvGrpSpPr>
          <p:grpSpPr>
            <a:xfrm>
              <a:off x="2243138" y="2366962"/>
              <a:ext cx="420688" cy="422275"/>
              <a:chOff x="4964113" y="2698750"/>
              <a:chExt cx="420688" cy="422275"/>
            </a:xfrm>
          </p:grpSpPr>
          <p:sp>
            <p:nvSpPr>
              <p:cNvPr id="1069" name="Freeform 45"/>
              <p:cNvSpPr>
                <a:spLocks/>
              </p:cNvSpPr>
              <p:nvPr/>
            </p:nvSpPr>
            <p:spPr bwMode="auto">
              <a:xfrm>
                <a:off x="4964113" y="2698750"/>
                <a:ext cx="420688" cy="422275"/>
              </a:xfrm>
              <a:custGeom>
                <a:avLst/>
                <a:gdLst/>
                <a:ahLst/>
                <a:cxnLst>
                  <a:cxn ang="0">
                    <a:pos x="236" y="271"/>
                  </a:cxn>
                  <a:cxn ang="0">
                    <a:pos x="208" y="287"/>
                  </a:cxn>
                  <a:cxn ang="0">
                    <a:pos x="19" y="239"/>
                  </a:cxn>
                  <a:cxn ang="0">
                    <a:pos x="3" y="212"/>
                  </a:cxn>
                  <a:cxn ang="0">
                    <a:pos x="51" y="19"/>
                  </a:cxn>
                  <a:cxn ang="0">
                    <a:pos x="79" y="3"/>
                  </a:cxn>
                  <a:cxn ang="0">
                    <a:pos x="268" y="51"/>
                  </a:cxn>
                  <a:cxn ang="0">
                    <a:pos x="285" y="78"/>
                  </a:cxn>
                  <a:cxn ang="0">
                    <a:pos x="236" y="271"/>
                  </a:cxn>
                </a:cxnLst>
                <a:rect l="0" t="0" r="r" b="b"/>
                <a:pathLst>
                  <a:path w="288" h="290">
                    <a:moveTo>
                      <a:pt x="236" y="271"/>
                    </a:moveTo>
                    <a:cubicBezTo>
                      <a:pt x="233" y="283"/>
                      <a:pt x="221" y="290"/>
                      <a:pt x="208" y="287"/>
                    </a:cubicBezTo>
                    <a:cubicBezTo>
                      <a:pt x="19" y="239"/>
                      <a:pt x="19" y="239"/>
                      <a:pt x="19" y="239"/>
                    </a:cubicBezTo>
                    <a:cubicBezTo>
                      <a:pt x="7" y="236"/>
                      <a:pt x="0" y="224"/>
                      <a:pt x="3" y="212"/>
                    </a:cubicBezTo>
                    <a:cubicBezTo>
                      <a:pt x="51" y="19"/>
                      <a:pt x="51" y="19"/>
                      <a:pt x="51" y="19"/>
                    </a:cubicBezTo>
                    <a:cubicBezTo>
                      <a:pt x="54" y="7"/>
                      <a:pt x="67" y="0"/>
                      <a:pt x="79" y="3"/>
                    </a:cubicBezTo>
                    <a:cubicBezTo>
                      <a:pt x="268" y="51"/>
                      <a:pt x="268" y="51"/>
                      <a:pt x="268" y="51"/>
                    </a:cubicBezTo>
                    <a:cubicBezTo>
                      <a:pt x="280" y="54"/>
                      <a:pt x="288" y="66"/>
                      <a:pt x="285" y="78"/>
                    </a:cubicBezTo>
                    <a:lnTo>
                      <a:pt x="236" y="27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52"/>
              <p:cNvSpPr>
                <a:spLocks noEditPoints="1"/>
              </p:cNvSpPr>
              <p:nvPr/>
            </p:nvSpPr>
            <p:spPr bwMode="auto">
              <a:xfrm>
                <a:off x="5026517" y="2796381"/>
                <a:ext cx="295881" cy="227012"/>
              </a:xfrm>
              <a:custGeom>
                <a:avLst/>
                <a:gdLst/>
                <a:ahLst/>
                <a:cxnLst>
                  <a:cxn ang="0">
                    <a:pos x="113" y="3"/>
                  </a:cxn>
                  <a:cxn ang="0">
                    <a:pos x="12" y="3"/>
                  </a:cxn>
                  <a:cxn ang="0">
                    <a:pos x="6" y="84"/>
                  </a:cxn>
                  <a:cxn ang="0">
                    <a:pos x="37" y="92"/>
                  </a:cxn>
                  <a:cxn ang="0">
                    <a:pos x="63" y="96"/>
                  </a:cxn>
                  <a:cxn ang="0">
                    <a:pos x="89" y="92"/>
                  </a:cxn>
                  <a:cxn ang="0">
                    <a:pos x="120" y="84"/>
                  </a:cxn>
                  <a:cxn ang="0">
                    <a:pos x="112" y="82"/>
                  </a:cxn>
                  <a:cxn ang="0">
                    <a:pos x="13" y="11"/>
                  </a:cxn>
                  <a:cxn ang="0">
                    <a:pos x="112" y="82"/>
                  </a:cxn>
                  <a:cxn ang="0">
                    <a:pos x="53" y="34"/>
                  </a:cxn>
                  <a:cxn ang="0">
                    <a:pos x="37" y="37"/>
                  </a:cxn>
                  <a:cxn ang="0">
                    <a:pos x="34" y="46"/>
                  </a:cxn>
                  <a:cxn ang="0">
                    <a:pos x="34" y="34"/>
                  </a:cxn>
                  <a:cxn ang="0">
                    <a:pos x="53" y="30"/>
                  </a:cxn>
                  <a:cxn ang="0">
                    <a:pos x="103" y="31"/>
                  </a:cxn>
                  <a:cxn ang="0">
                    <a:pos x="103" y="20"/>
                  </a:cxn>
                  <a:cxn ang="0">
                    <a:pos x="103" y="31"/>
                  </a:cxn>
                  <a:cxn ang="0">
                    <a:pos x="105" y="25"/>
                  </a:cxn>
                  <a:cxn ang="0">
                    <a:pos x="101" y="25"/>
                  </a:cxn>
                  <a:cxn ang="0">
                    <a:pos x="113" y="60"/>
                  </a:cxn>
                  <a:cxn ang="0">
                    <a:pos x="99" y="62"/>
                  </a:cxn>
                  <a:cxn ang="0">
                    <a:pos x="99" y="58"/>
                  </a:cxn>
                  <a:cxn ang="0">
                    <a:pos x="113" y="60"/>
                  </a:cxn>
                  <a:cxn ang="0">
                    <a:pos x="111" y="50"/>
                  </a:cxn>
                  <a:cxn ang="0">
                    <a:pos x="97" y="48"/>
                  </a:cxn>
                  <a:cxn ang="0">
                    <a:pos x="111" y="46"/>
                  </a:cxn>
                  <a:cxn ang="0">
                    <a:pos x="109" y="71"/>
                  </a:cxn>
                  <a:cxn ang="0">
                    <a:pos x="96" y="73"/>
                  </a:cxn>
                  <a:cxn ang="0">
                    <a:pos x="96" y="69"/>
                  </a:cxn>
                  <a:cxn ang="0">
                    <a:pos x="109" y="71"/>
                  </a:cxn>
                  <a:cxn ang="0">
                    <a:pos x="55" y="15"/>
                  </a:cxn>
                  <a:cxn ang="0">
                    <a:pos x="21" y="21"/>
                  </a:cxn>
                  <a:cxn ang="0">
                    <a:pos x="24" y="74"/>
                  </a:cxn>
                  <a:cxn ang="0">
                    <a:pos x="87" y="74"/>
                  </a:cxn>
                  <a:cxn ang="0">
                    <a:pos x="89" y="21"/>
                  </a:cxn>
                  <a:cxn ang="0">
                    <a:pos x="86" y="70"/>
                  </a:cxn>
                  <a:cxn ang="0">
                    <a:pos x="25" y="22"/>
                  </a:cxn>
                  <a:cxn ang="0">
                    <a:pos x="86" y="70"/>
                  </a:cxn>
                  <a:cxn ang="0">
                    <a:pos x="86" y="70"/>
                  </a:cxn>
                </a:cxnLst>
                <a:rect l="0" t="0" r="r" b="b"/>
                <a:pathLst>
                  <a:path w="126" h="96">
                    <a:moveTo>
                      <a:pt x="120" y="9"/>
                    </a:moveTo>
                    <a:cubicBezTo>
                      <a:pt x="119" y="6"/>
                      <a:pt x="116" y="4"/>
                      <a:pt x="113" y="3"/>
                    </a:cubicBezTo>
                    <a:cubicBezTo>
                      <a:pt x="97" y="1"/>
                      <a:pt x="80" y="0"/>
                      <a:pt x="63" y="0"/>
                    </a:cubicBezTo>
                    <a:cubicBezTo>
                      <a:pt x="46" y="0"/>
                      <a:pt x="29" y="1"/>
                      <a:pt x="12" y="3"/>
                    </a:cubicBezTo>
                    <a:cubicBezTo>
                      <a:pt x="9" y="4"/>
                      <a:pt x="7" y="6"/>
                      <a:pt x="6" y="9"/>
                    </a:cubicBezTo>
                    <a:cubicBezTo>
                      <a:pt x="0" y="34"/>
                      <a:pt x="0" y="59"/>
                      <a:pt x="6" y="84"/>
                    </a:cubicBezTo>
                    <a:cubicBezTo>
                      <a:pt x="7" y="87"/>
                      <a:pt x="9" y="89"/>
                      <a:pt x="12" y="89"/>
                    </a:cubicBezTo>
                    <a:cubicBezTo>
                      <a:pt x="21" y="90"/>
                      <a:pt x="29" y="91"/>
                      <a:pt x="37" y="92"/>
                    </a:cubicBezTo>
                    <a:cubicBezTo>
                      <a:pt x="36" y="92"/>
                      <a:pt x="36" y="92"/>
                      <a:pt x="36" y="92"/>
                    </a:cubicBezTo>
                    <a:cubicBezTo>
                      <a:pt x="36" y="95"/>
                      <a:pt x="48" y="96"/>
                      <a:pt x="63" y="96"/>
                    </a:cubicBezTo>
                    <a:cubicBezTo>
                      <a:pt x="78" y="96"/>
                      <a:pt x="90" y="95"/>
                      <a:pt x="90" y="92"/>
                    </a:cubicBezTo>
                    <a:cubicBezTo>
                      <a:pt x="90" y="92"/>
                      <a:pt x="89" y="92"/>
                      <a:pt x="89" y="92"/>
                    </a:cubicBezTo>
                    <a:cubicBezTo>
                      <a:pt x="97" y="91"/>
                      <a:pt x="105" y="90"/>
                      <a:pt x="113" y="89"/>
                    </a:cubicBezTo>
                    <a:cubicBezTo>
                      <a:pt x="116" y="89"/>
                      <a:pt x="119" y="87"/>
                      <a:pt x="120" y="84"/>
                    </a:cubicBezTo>
                    <a:cubicBezTo>
                      <a:pt x="126" y="59"/>
                      <a:pt x="126" y="34"/>
                      <a:pt x="120" y="9"/>
                    </a:cubicBezTo>
                    <a:close/>
                    <a:moveTo>
                      <a:pt x="112" y="82"/>
                    </a:moveTo>
                    <a:cubicBezTo>
                      <a:pt x="79" y="86"/>
                      <a:pt x="46" y="86"/>
                      <a:pt x="13" y="82"/>
                    </a:cubicBezTo>
                    <a:cubicBezTo>
                      <a:pt x="8" y="58"/>
                      <a:pt x="8" y="35"/>
                      <a:pt x="13" y="11"/>
                    </a:cubicBezTo>
                    <a:cubicBezTo>
                      <a:pt x="46" y="7"/>
                      <a:pt x="79" y="7"/>
                      <a:pt x="112" y="11"/>
                    </a:cubicBezTo>
                    <a:cubicBezTo>
                      <a:pt x="118" y="35"/>
                      <a:pt x="118" y="58"/>
                      <a:pt x="112" y="82"/>
                    </a:cubicBezTo>
                    <a:close/>
                    <a:moveTo>
                      <a:pt x="55" y="32"/>
                    </a:moveTo>
                    <a:cubicBezTo>
                      <a:pt x="55" y="33"/>
                      <a:pt x="54" y="34"/>
                      <a:pt x="53" y="34"/>
                    </a:cubicBezTo>
                    <a:cubicBezTo>
                      <a:pt x="39" y="35"/>
                      <a:pt x="39" y="35"/>
                      <a:pt x="39" y="35"/>
                    </a:cubicBezTo>
                    <a:cubicBezTo>
                      <a:pt x="38" y="35"/>
                      <a:pt x="37" y="36"/>
                      <a:pt x="37" y="37"/>
                    </a:cubicBezTo>
                    <a:cubicBezTo>
                      <a:pt x="36" y="45"/>
                      <a:pt x="36" y="45"/>
                      <a:pt x="36" y="45"/>
                    </a:cubicBezTo>
                    <a:cubicBezTo>
                      <a:pt x="36" y="46"/>
                      <a:pt x="35" y="46"/>
                      <a:pt x="34" y="46"/>
                    </a:cubicBezTo>
                    <a:cubicBezTo>
                      <a:pt x="33" y="46"/>
                      <a:pt x="32" y="46"/>
                      <a:pt x="32" y="45"/>
                    </a:cubicBezTo>
                    <a:cubicBezTo>
                      <a:pt x="34" y="34"/>
                      <a:pt x="34" y="34"/>
                      <a:pt x="34" y="34"/>
                    </a:cubicBezTo>
                    <a:cubicBezTo>
                      <a:pt x="34" y="33"/>
                      <a:pt x="35" y="32"/>
                      <a:pt x="36" y="32"/>
                    </a:cubicBezTo>
                    <a:cubicBezTo>
                      <a:pt x="53" y="30"/>
                      <a:pt x="53" y="30"/>
                      <a:pt x="53" y="30"/>
                    </a:cubicBezTo>
                    <a:cubicBezTo>
                      <a:pt x="54" y="30"/>
                      <a:pt x="55" y="31"/>
                      <a:pt x="55" y="32"/>
                    </a:cubicBezTo>
                    <a:close/>
                    <a:moveTo>
                      <a:pt x="103" y="31"/>
                    </a:moveTo>
                    <a:cubicBezTo>
                      <a:pt x="106" y="31"/>
                      <a:pt x="109" y="29"/>
                      <a:pt x="109" y="25"/>
                    </a:cubicBezTo>
                    <a:cubicBezTo>
                      <a:pt x="109" y="22"/>
                      <a:pt x="106" y="20"/>
                      <a:pt x="103" y="20"/>
                    </a:cubicBezTo>
                    <a:cubicBezTo>
                      <a:pt x="100" y="20"/>
                      <a:pt x="97" y="22"/>
                      <a:pt x="97" y="25"/>
                    </a:cubicBezTo>
                    <a:cubicBezTo>
                      <a:pt x="97" y="29"/>
                      <a:pt x="100" y="31"/>
                      <a:pt x="103" y="31"/>
                    </a:cubicBezTo>
                    <a:close/>
                    <a:moveTo>
                      <a:pt x="103" y="23"/>
                    </a:moveTo>
                    <a:cubicBezTo>
                      <a:pt x="104" y="23"/>
                      <a:pt x="105" y="24"/>
                      <a:pt x="105" y="25"/>
                    </a:cubicBezTo>
                    <a:cubicBezTo>
                      <a:pt x="105" y="26"/>
                      <a:pt x="104" y="27"/>
                      <a:pt x="103" y="27"/>
                    </a:cubicBezTo>
                    <a:cubicBezTo>
                      <a:pt x="102" y="27"/>
                      <a:pt x="101" y="26"/>
                      <a:pt x="101" y="25"/>
                    </a:cubicBezTo>
                    <a:cubicBezTo>
                      <a:pt x="101" y="24"/>
                      <a:pt x="102" y="23"/>
                      <a:pt x="103" y="23"/>
                    </a:cubicBezTo>
                    <a:close/>
                    <a:moveTo>
                      <a:pt x="113" y="60"/>
                    </a:moveTo>
                    <a:cubicBezTo>
                      <a:pt x="113" y="61"/>
                      <a:pt x="112" y="62"/>
                      <a:pt x="111" y="62"/>
                    </a:cubicBezTo>
                    <a:cubicBezTo>
                      <a:pt x="99" y="62"/>
                      <a:pt x="99" y="62"/>
                      <a:pt x="99" y="62"/>
                    </a:cubicBezTo>
                    <a:cubicBezTo>
                      <a:pt x="98" y="62"/>
                      <a:pt x="97" y="61"/>
                      <a:pt x="97" y="60"/>
                    </a:cubicBezTo>
                    <a:cubicBezTo>
                      <a:pt x="97" y="59"/>
                      <a:pt x="98" y="58"/>
                      <a:pt x="99" y="58"/>
                    </a:cubicBezTo>
                    <a:cubicBezTo>
                      <a:pt x="111" y="58"/>
                      <a:pt x="111" y="58"/>
                      <a:pt x="111" y="58"/>
                    </a:cubicBezTo>
                    <a:cubicBezTo>
                      <a:pt x="112" y="58"/>
                      <a:pt x="113" y="59"/>
                      <a:pt x="113" y="60"/>
                    </a:cubicBezTo>
                    <a:close/>
                    <a:moveTo>
                      <a:pt x="113" y="48"/>
                    </a:moveTo>
                    <a:cubicBezTo>
                      <a:pt x="113" y="49"/>
                      <a:pt x="112" y="50"/>
                      <a:pt x="111" y="50"/>
                    </a:cubicBezTo>
                    <a:cubicBezTo>
                      <a:pt x="99" y="50"/>
                      <a:pt x="99" y="50"/>
                      <a:pt x="99" y="50"/>
                    </a:cubicBezTo>
                    <a:cubicBezTo>
                      <a:pt x="98" y="50"/>
                      <a:pt x="97" y="49"/>
                      <a:pt x="97" y="48"/>
                    </a:cubicBezTo>
                    <a:cubicBezTo>
                      <a:pt x="97" y="47"/>
                      <a:pt x="98" y="46"/>
                      <a:pt x="99" y="46"/>
                    </a:cubicBezTo>
                    <a:cubicBezTo>
                      <a:pt x="111" y="46"/>
                      <a:pt x="111" y="46"/>
                      <a:pt x="111" y="46"/>
                    </a:cubicBezTo>
                    <a:cubicBezTo>
                      <a:pt x="112" y="46"/>
                      <a:pt x="113" y="47"/>
                      <a:pt x="113" y="48"/>
                    </a:cubicBezTo>
                    <a:close/>
                    <a:moveTo>
                      <a:pt x="109" y="71"/>
                    </a:moveTo>
                    <a:cubicBezTo>
                      <a:pt x="109" y="72"/>
                      <a:pt x="108" y="73"/>
                      <a:pt x="107" y="73"/>
                    </a:cubicBezTo>
                    <a:cubicBezTo>
                      <a:pt x="96" y="73"/>
                      <a:pt x="96" y="73"/>
                      <a:pt x="96" y="73"/>
                    </a:cubicBezTo>
                    <a:cubicBezTo>
                      <a:pt x="94" y="73"/>
                      <a:pt x="94" y="72"/>
                      <a:pt x="94" y="71"/>
                    </a:cubicBezTo>
                    <a:cubicBezTo>
                      <a:pt x="94" y="70"/>
                      <a:pt x="94" y="69"/>
                      <a:pt x="96" y="69"/>
                    </a:cubicBezTo>
                    <a:cubicBezTo>
                      <a:pt x="107" y="69"/>
                      <a:pt x="107" y="69"/>
                      <a:pt x="107" y="69"/>
                    </a:cubicBezTo>
                    <a:cubicBezTo>
                      <a:pt x="108" y="69"/>
                      <a:pt x="109" y="70"/>
                      <a:pt x="109" y="71"/>
                    </a:cubicBezTo>
                    <a:close/>
                    <a:moveTo>
                      <a:pt x="87" y="18"/>
                    </a:moveTo>
                    <a:cubicBezTo>
                      <a:pt x="76" y="16"/>
                      <a:pt x="66" y="15"/>
                      <a:pt x="55" y="15"/>
                    </a:cubicBezTo>
                    <a:cubicBezTo>
                      <a:pt x="45" y="15"/>
                      <a:pt x="34" y="16"/>
                      <a:pt x="24" y="18"/>
                    </a:cubicBezTo>
                    <a:cubicBezTo>
                      <a:pt x="23" y="18"/>
                      <a:pt x="21" y="19"/>
                      <a:pt x="21" y="21"/>
                    </a:cubicBezTo>
                    <a:cubicBezTo>
                      <a:pt x="16" y="37"/>
                      <a:pt x="16" y="55"/>
                      <a:pt x="21" y="71"/>
                    </a:cubicBezTo>
                    <a:cubicBezTo>
                      <a:pt x="21" y="73"/>
                      <a:pt x="23" y="74"/>
                      <a:pt x="24" y="74"/>
                    </a:cubicBezTo>
                    <a:cubicBezTo>
                      <a:pt x="34" y="76"/>
                      <a:pt x="45" y="77"/>
                      <a:pt x="55" y="77"/>
                    </a:cubicBezTo>
                    <a:cubicBezTo>
                      <a:pt x="66" y="77"/>
                      <a:pt x="76" y="76"/>
                      <a:pt x="87" y="74"/>
                    </a:cubicBezTo>
                    <a:cubicBezTo>
                      <a:pt x="88" y="74"/>
                      <a:pt x="89" y="73"/>
                      <a:pt x="89" y="71"/>
                    </a:cubicBezTo>
                    <a:cubicBezTo>
                      <a:pt x="95" y="55"/>
                      <a:pt x="95" y="37"/>
                      <a:pt x="89" y="21"/>
                    </a:cubicBezTo>
                    <a:cubicBezTo>
                      <a:pt x="89" y="19"/>
                      <a:pt x="88" y="18"/>
                      <a:pt x="87" y="18"/>
                    </a:cubicBezTo>
                    <a:close/>
                    <a:moveTo>
                      <a:pt x="86" y="70"/>
                    </a:moveTo>
                    <a:cubicBezTo>
                      <a:pt x="65" y="74"/>
                      <a:pt x="45" y="74"/>
                      <a:pt x="25" y="70"/>
                    </a:cubicBezTo>
                    <a:cubicBezTo>
                      <a:pt x="19" y="54"/>
                      <a:pt x="19" y="38"/>
                      <a:pt x="25" y="22"/>
                    </a:cubicBezTo>
                    <a:cubicBezTo>
                      <a:pt x="45" y="18"/>
                      <a:pt x="65" y="18"/>
                      <a:pt x="86" y="22"/>
                    </a:cubicBezTo>
                    <a:cubicBezTo>
                      <a:pt x="91" y="38"/>
                      <a:pt x="91" y="54"/>
                      <a:pt x="86" y="70"/>
                    </a:cubicBezTo>
                    <a:close/>
                    <a:moveTo>
                      <a:pt x="86" y="70"/>
                    </a:moveTo>
                    <a:cubicBezTo>
                      <a:pt x="86" y="70"/>
                      <a:pt x="86" y="70"/>
                      <a:pt x="86" y="7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2" name="Group 118"/>
            <p:cNvGrpSpPr/>
            <p:nvPr/>
          </p:nvGrpSpPr>
          <p:grpSpPr>
            <a:xfrm>
              <a:off x="1217613" y="2713037"/>
              <a:ext cx="398463" cy="401638"/>
              <a:chOff x="3938588" y="3044825"/>
              <a:chExt cx="398463" cy="401638"/>
            </a:xfrm>
          </p:grpSpPr>
          <p:sp>
            <p:nvSpPr>
              <p:cNvPr id="1075" name="Freeform 51"/>
              <p:cNvSpPr>
                <a:spLocks/>
              </p:cNvSpPr>
              <p:nvPr/>
            </p:nvSpPr>
            <p:spPr bwMode="auto">
              <a:xfrm>
                <a:off x="3938588" y="3044825"/>
                <a:ext cx="398463" cy="401638"/>
              </a:xfrm>
              <a:custGeom>
                <a:avLst/>
                <a:gdLst/>
                <a:ahLst/>
                <a:cxnLst>
                  <a:cxn ang="0">
                    <a:pos x="270" y="197"/>
                  </a:cxn>
                  <a:cxn ang="0">
                    <a:pos x="255" y="223"/>
                  </a:cxn>
                  <a:cxn ang="0">
                    <a:pos x="78" y="271"/>
                  </a:cxn>
                  <a:cxn ang="0">
                    <a:pos x="52" y="257"/>
                  </a:cxn>
                  <a:cxn ang="0">
                    <a:pos x="3" y="77"/>
                  </a:cxn>
                  <a:cxn ang="0">
                    <a:pos x="18" y="51"/>
                  </a:cxn>
                  <a:cxn ang="0">
                    <a:pos x="195" y="3"/>
                  </a:cxn>
                  <a:cxn ang="0">
                    <a:pos x="221" y="18"/>
                  </a:cxn>
                  <a:cxn ang="0">
                    <a:pos x="270" y="197"/>
                  </a:cxn>
                </a:cxnLst>
                <a:rect l="0" t="0" r="r" b="b"/>
                <a:pathLst>
                  <a:path w="273" h="275">
                    <a:moveTo>
                      <a:pt x="270" y="197"/>
                    </a:moveTo>
                    <a:cubicBezTo>
                      <a:pt x="273" y="209"/>
                      <a:pt x="267" y="220"/>
                      <a:pt x="255" y="223"/>
                    </a:cubicBezTo>
                    <a:cubicBezTo>
                      <a:pt x="78" y="271"/>
                      <a:pt x="78" y="271"/>
                      <a:pt x="78" y="271"/>
                    </a:cubicBezTo>
                    <a:cubicBezTo>
                      <a:pt x="67" y="275"/>
                      <a:pt x="55" y="268"/>
                      <a:pt x="52" y="257"/>
                    </a:cubicBezTo>
                    <a:cubicBezTo>
                      <a:pt x="3" y="77"/>
                      <a:pt x="3" y="77"/>
                      <a:pt x="3" y="77"/>
                    </a:cubicBezTo>
                    <a:cubicBezTo>
                      <a:pt x="0" y="66"/>
                      <a:pt x="7" y="54"/>
                      <a:pt x="18" y="51"/>
                    </a:cubicBezTo>
                    <a:cubicBezTo>
                      <a:pt x="195" y="3"/>
                      <a:pt x="195" y="3"/>
                      <a:pt x="195" y="3"/>
                    </a:cubicBezTo>
                    <a:cubicBezTo>
                      <a:pt x="206" y="0"/>
                      <a:pt x="218" y="6"/>
                      <a:pt x="221" y="18"/>
                    </a:cubicBezTo>
                    <a:lnTo>
                      <a:pt x="270" y="19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61"/>
              <p:cNvSpPr>
                <a:spLocks noEditPoints="1"/>
              </p:cNvSpPr>
              <p:nvPr/>
            </p:nvSpPr>
            <p:spPr bwMode="auto">
              <a:xfrm>
                <a:off x="4021561" y="3144838"/>
                <a:ext cx="232517" cy="201613"/>
              </a:xfrm>
              <a:custGeom>
                <a:avLst/>
                <a:gdLst/>
                <a:ahLst/>
                <a:cxnLst>
                  <a:cxn ang="0">
                    <a:pos x="73" y="19"/>
                  </a:cxn>
                  <a:cxn ang="0">
                    <a:pos x="73" y="53"/>
                  </a:cxn>
                  <a:cxn ang="0">
                    <a:pos x="64" y="63"/>
                  </a:cxn>
                  <a:cxn ang="0">
                    <a:pos x="10" y="63"/>
                  </a:cxn>
                  <a:cxn ang="0">
                    <a:pos x="0" y="53"/>
                  </a:cxn>
                  <a:cxn ang="0">
                    <a:pos x="0" y="19"/>
                  </a:cxn>
                  <a:cxn ang="0">
                    <a:pos x="10" y="9"/>
                  </a:cxn>
                  <a:cxn ang="0">
                    <a:pos x="19" y="9"/>
                  </a:cxn>
                  <a:cxn ang="0">
                    <a:pos x="21" y="4"/>
                  </a:cxn>
                  <a:cxn ang="0">
                    <a:pos x="27" y="0"/>
                  </a:cxn>
                  <a:cxn ang="0">
                    <a:pos x="47" y="0"/>
                  </a:cxn>
                  <a:cxn ang="0">
                    <a:pos x="53" y="4"/>
                  </a:cxn>
                  <a:cxn ang="0">
                    <a:pos x="55" y="9"/>
                  </a:cxn>
                  <a:cxn ang="0">
                    <a:pos x="64" y="9"/>
                  </a:cxn>
                  <a:cxn ang="0">
                    <a:pos x="73" y="19"/>
                  </a:cxn>
                  <a:cxn ang="0">
                    <a:pos x="54" y="36"/>
                  </a:cxn>
                  <a:cxn ang="0">
                    <a:pos x="37" y="19"/>
                  </a:cxn>
                  <a:cxn ang="0">
                    <a:pos x="20" y="36"/>
                  </a:cxn>
                  <a:cxn ang="0">
                    <a:pos x="37" y="53"/>
                  </a:cxn>
                  <a:cxn ang="0">
                    <a:pos x="54" y="36"/>
                  </a:cxn>
                  <a:cxn ang="0">
                    <a:pos x="48" y="36"/>
                  </a:cxn>
                  <a:cxn ang="0">
                    <a:pos x="37" y="47"/>
                  </a:cxn>
                  <a:cxn ang="0">
                    <a:pos x="26" y="36"/>
                  </a:cxn>
                  <a:cxn ang="0">
                    <a:pos x="37" y="25"/>
                  </a:cxn>
                  <a:cxn ang="0">
                    <a:pos x="48" y="36"/>
                  </a:cxn>
                </a:cxnLst>
                <a:rect l="0" t="0" r="r" b="b"/>
                <a:pathLst>
                  <a:path w="73" h="63">
                    <a:moveTo>
                      <a:pt x="73" y="19"/>
                    </a:moveTo>
                    <a:cubicBezTo>
                      <a:pt x="73" y="53"/>
                      <a:pt x="73" y="53"/>
                      <a:pt x="73" y="53"/>
                    </a:cubicBezTo>
                    <a:cubicBezTo>
                      <a:pt x="73" y="58"/>
                      <a:pt x="69" y="63"/>
                      <a:pt x="64" y="63"/>
                    </a:cubicBezTo>
                    <a:cubicBezTo>
                      <a:pt x="10" y="63"/>
                      <a:pt x="10" y="63"/>
                      <a:pt x="10" y="63"/>
                    </a:cubicBezTo>
                    <a:cubicBezTo>
                      <a:pt x="5" y="63"/>
                      <a:pt x="0" y="58"/>
                      <a:pt x="0" y="53"/>
                    </a:cubicBezTo>
                    <a:cubicBezTo>
                      <a:pt x="0" y="19"/>
                      <a:pt x="0" y="19"/>
                      <a:pt x="0" y="19"/>
                    </a:cubicBezTo>
                    <a:cubicBezTo>
                      <a:pt x="0" y="14"/>
                      <a:pt x="5" y="9"/>
                      <a:pt x="10" y="9"/>
                    </a:cubicBezTo>
                    <a:cubicBezTo>
                      <a:pt x="19" y="9"/>
                      <a:pt x="19" y="9"/>
                      <a:pt x="19" y="9"/>
                    </a:cubicBezTo>
                    <a:cubicBezTo>
                      <a:pt x="21" y="4"/>
                      <a:pt x="21" y="4"/>
                      <a:pt x="21" y="4"/>
                    </a:cubicBezTo>
                    <a:cubicBezTo>
                      <a:pt x="22" y="2"/>
                      <a:pt x="25" y="0"/>
                      <a:pt x="27" y="0"/>
                    </a:cubicBezTo>
                    <a:cubicBezTo>
                      <a:pt x="47" y="0"/>
                      <a:pt x="47" y="0"/>
                      <a:pt x="47" y="0"/>
                    </a:cubicBezTo>
                    <a:cubicBezTo>
                      <a:pt x="49" y="0"/>
                      <a:pt x="52" y="2"/>
                      <a:pt x="53" y="4"/>
                    </a:cubicBezTo>
                    <a:cubicBezTo>
                      <a:pt x="55" y="9"/>
                      <a:pt x="55" y="9"/>
                      <a:pt x="55" y="9"/>
                    </a:cubicBezTo>
                    <a:cubicBezTo>
                      <a:pt x="64" y="9"/>
                      <a:pt x="64" y="9"/>
                      <a:pt x="64" y="9"/>
                    </a:cubicBezTo>
                    <a:cubicBezTo>
                      <a:pt x="69" y="9"/>
                      <a:pt x="73" y="14"/>
                      <a:pt x="73" y="19"/>
                    </a:cubicBezTo>
                    <a:close/>
                    <a:moveTo>
                      <a:pt x="54" y="36"/>
                    </a:moveTo>
                    <a:cubicBezTo>
                      <a:pt x="54" y="27"/>
                      <a:pt x="46" y="19"/>
                      <a:pt x="37" y="19"/>
                    </a:cubicBezTo>
                    <a:cubicBezTo>
                      <a:pt x="28" y="19"/>
                      <a:pt x="20" y="27"/>
                      <a:pt x="20" y="36"/>
                    </a:cubicBezTo>
                    <a:cubicBezTo>
                      <a:pt x="20" y="46"/>
                      <a:pt x="28" y="53"/>
                      <a:pt x="37" y="53"/>
                    </a:cubicBezTo>
                    <a:cubicBezTo>
                      <a:pt x="46" y="53"/>
                      <a:pt x="54" y="46"/>
                      <a:pt x="54" y="36"/>
                    </a:cubicBezTo>
                    <a:close/>
                    <a:moveTo>
                      <a:pt x="48" y="36"/>
                    </a:moveTo>
                    <a:cubicBezTo>
                      <a:pt x="48" y="42"/>
                      <a:pt x="43" y="47"/>
                      <a:pt x="37" y="47"/>
                    </a:cubicBezTo>
                    <a:cubicBezTo>
                      <a:pt x="31" y="47"/>
                      <a:pt x="26" y="42"/>
                      <a:pt x="26" y="36"/>
                    </a:cubicBezTo>
                    <a:cubicBezTo>
                      <a:pt x="26" y="30"/>
                      <a:pt x="31" y="25"/>
                      <a:pt x="37" y="25"/>
                    </a:cubicBezTo>
                    <a:cubicBezTo>
                      <a:pt x="43" y="25"/>
                      <a:pt x="48" y="30"/>
                      <a:pt x="48" y="3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3" name="Group 120"/>
            <p:cNvGrpSpPr/>
            <p:nvPr/>
          </p:nvGrpSpPr>
          <p:grpSpPr>
            <a:xfrm>
              <a:off x="1849438" y="2821782"/>
              <a:ext cx="522288" cy="525463"/>
              <a:chOff x="4570413" y="3153570"/>
              <a:chExt cx="522288" cy="525463"/>
            </a:xfrm>
          </p:grpSpPr>
          <p:sp>
            <p:nvSpPr>
              <p:cNvPr id="1065" name="Freeform 41"/>
              <p:cNvSpPr>
                <a:spLocks/>
              </p:cNvSpPr>
              <p:nvPr/>
            </p:nvSpPr>
            <p:spPr bwMode="auto">
              <a:xfrm>
                <a:off x="4570413" y="3153570"/>
                <a:ext cx="522288" cy="525463"/>
              </a:xfrm>
              <a:custGeom>
                <a:avLst/>
                <a:gdLst/>
                <a:ahLst/>
                <a:cxnLst>
                  <a:cxn ang="0">
                    <a:pos x="281" y="338"/>
                  </a:cxn>
                  <a:cxn ang="0">
                    <a:pos x="246" y="356"/>
                  </a:cxn>
                  <a:cxn ang="0">
                    <a:pos x="22" y="285"/>
                  </a:cxn>
                  <a:cxn ang="0">
                    <a:pos x="4" y="250"/>
                  </a:cxn>
                  <a:cxn ang="0">
                    <a:pos x="77" y="22"/>
                  </a:cxn>
                  <a:cxn ang="0">
                    <a:pos x="111" y="5"/>
                  </a:cxn>
                  <a:cxn ang="0">
                    <a:pos x="335" y="76"/>
                  </a:cxn>
                  <a:cxn ang="0">
                    <a:pos x="353" y="110"/>
                  </a:cxn>
                  <a:cxn ang="0">
                    <a:pos x="281" y="338"/>
                  </a:cxn>
                </a:cxnLst>
                <a:rect l="0" t="0" r="r" b="b"/>
                <a:pathLst>
                  <a:path w="358" h="361">
                    <a:moveTo>
                      <a:pt x="281" y="338"/>
                    </a:moveTo>
                    <a:cubicBezTo>
                      <a:pt x="276" y="353"/>
                      <a:pt x="261" y="361"/>
                      <a:pt x="246" y="356"/>
                    </a:cubicBezTo>
                    <a:cubicBezTo>
                      <a:pt x="22" y="285"/>
                      <a:pt x="22" y="285"/>
                      <a:pt x="22" y="285"/>
                    </a:cubicBezTo>
                    <a:cubicBezTo>
                      <a:pt x="7" y="280"/>
                      <a:pt x="0" y="265"/>
                      <a:pt x="4" y="250"/>
                    </a:cubicBezTo>
                    <a:cubicBezTo>
                      <a:pt x="77" y="22"/>
                      <a:pt x="77" y="22"/>
                      <a:pt x="77" y="22"/>
                    </a:cubicBezTo>
                    <a:cubicBezTo>
                      <a:pt x="81" y="8"/>
                      <a:pt x="97" y="0"/>
                      <a:pt x="111" y="5"/>
                    </a:cubicBezTo>
                    <a:cubicBezTo>
                      <a:pt x="335" y="76"/>
                      <a:pt x="335" y="76"/>
                      <a:pt x="335" y="76"/>
                    </a:cubicBezTo>
                    <a:cubicBezTo>
                      <a:pt x="350" y="81"/>
                      <a:pt x="358" y="96"/>
                      <a:pt x="353" y="110"/>
                    </a:cubicBezTo>
                    <a:lnTo>
                      <a:pt x="281" y="33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22"/>
              <p:cNvSpPr>
                <a:spLocks noEditPoints="1"/>
              </p:cNvSpPr>
              <p:nvPr/>
            </p:nvSpPr>
            <p:spPr bwMode="auto">
              <a:xfrm>
                <a:off x="4714876" y="3314701"/>
                <a:ext cx="233363" cy="203200"/>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4" name="Group 67"/>
          <p:cNvGrpSpPr/>
          <p:nvPr/>
        </p:nvGrpSpPr>
        <p:grpSpPr>
          <a:xfrm>
            <a:off x="2997200" y="2667000"/>
            <a:ext cx="1703388" cy="1898650"/>
            <a:chOff x="3508375" y="2909888"/>
            <a:chExt cx="1703388" cy="1898650"/>
          </a:xfrm>
          <a:solidFill>
            <a:schemeClr val="tx1">
              <a:lumMod val="75000"/>
              <a:lumOff val="25000"/>
            </a:schemeClr>
          </a:solidFill>
        </p:grpSpPr>
        <p:sp>
          <p:nvSpPr>
            <p:cNvPr id="1077" name="Freeform 53"/>
            <p:cNvSpPr>
              <a:spLocks noEditPoints="1"/>
            </p:cNvSpPr>
            <p:nvPr/>
          </p:nvSpPr>
          <p:spPr bwMode="auto">
            <a:xfrm>
              <a:off x="4070350" y="3349625"/>
              <a:ext cx="1141413" cy="893763"/>
            </a:xfrm>
            <a:custGeom>
              <a:avLst/>
              <a:gdLst/>
              <a:ahLst/>
              <a:cxnLst>
                <a:cxn ang="0">
                  <a:pos x="771" y="608"/>
                </a:cxn>
                <a:cxn ang="0">
                  <a:pos x="13" y="612"/>
                </a:cxn>
                <a:cxn ang="0">
                  <a:pos x="3" y="601"/>
                </a:cxn>
                <a:cxn ang="0">
                  <a:pos x="0" y="14"/>
                </a:cxn>
                <a:cxn ang="0">
                  <a:pos x="10" y="3"/>
                </a:cxn>
                <a:cxn ang="0">
                  <a:pos x="768" y="0"/>
                </a:cxn>
                <a:cxn ang="0">
                  <a:pos x="779" y="10"/>
                </a:cxn>
                <a:cxn ang="0">
                  <a:pos x="782" y="598"/>
                </a:cxn>
                <a:cxn ang="0">
                  <a:pos x="771" y="608"/>
                </a:cxn>
                <a:cxn ang="0">
                  <a:pos x="24" y="591"/>
                </a:cxn>
                <a:cxn ang="0">
                  <a:pos x="761" y="587"/>
                </a:cxn>
                <a:cxn ang="0">
                  <a:pos x="758" y="21"/>
                </a:cxn>
                <a:cxn ang="0">
                  <a:pos x="21" y="25"/>
                </a:cxn>
                <a:cxn ang="0">
                  <a:pos x="24" y="591"/>
                </a:cxn>
              </a:cxnLst>
              <a:rect l="0" t="0" r="r" b="b"/>
              <a:pathLst>
                <a:path w="782" h="612">
                  <a:moveTo>
                    <a:pt x="771" y="608"/>
                  </a:moveTo>
                  <a:cubicBezTo>
                    <a:pt x="13" y="612"/>
                    <a:pt x="13" y="612"/>
                    <a:pt x="13" y="612"/>
                  </a:cubicBezTo>
                  <a:cubicBezTo>
                    <a:pt x="7" y="612"/>
                    <a:pt x="3" y="607"/>
                    <a:pt x="3" y="601"/>
                  </a:cubicBezTo>
                  <a:cubicBezTo>
                    <a:pt x="0" y="14"/>
                    <a:pt x="0" y="14"/>
                    <a:pt x="0" y="14"/>
                  </a:cubicBezTo>
                  <a:cubicBezTo>
                    <a:pt x="0" y="8"/>
                    <a:pt x="4" y="3"/>
                    <a:pt x="10" y="3"/>
                  </a:cubicBezTo>
                  <a:cubicBezTo>
                    <a:pt x="768" y="0"/>
                    <a:pt x="768" y="0"/>
                    <a:pt x="768" y="0"/>
                  </a:cubicBezTo>
                  <a:cubicBezTo>
                    <a:pt x="774" y="0"/>
                    <a:pt x="779" y="4"/>
                    <a:pt x="779" y="10"/>
                  </a:cubicBezTo>
                  <a:cubicBezTo>
                    <a:pt x="782" y="598"/>
                    <a:pt x="782" y="598"/>
                    <a:pt x="782" y="598"/>
                  </a:cubicBezTo>
                  <a:cubicBezTo>
                    <a:pt x="782" y="604"/>
                    <a:pt x="777" y="608"/>
                    <a:pt x="771" y="608"/>
                  </a:cubicBezTo>
                  <a:close/>
                  <a:moveTo>
                    <a:pt x="24" y="591"/>
                  </a:moveTo>
                  <a:cubicBezTo>
                    <a:pt x="761" y="587"/>
                    <a:pt x="761" y="587"/>
                    <a:pt x="761" y="587"/>
                  </a:cubicBezTo>
                  <a:cubicBezTo>
                    <a:pt x="758" y="21"/>
                    <a:pt x="758" y="21"/>
                    <a:pt x="758" y="21"/>
                  </a:cubicBezTo>
                  <a:cubicBezTo>
                    <a:pt x="21" y="25"/>
                    <a:pt x="21" y="25"/>
                    <a:pt x="21" y="25"/>
                  </a:cubicBezTo>
                  <a:lnTo>
                    <a:pt x="24" y="5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8" name="Freeform 54"/>
            <p:cNvSpPr>
              <a:spLocks/>
            </p:cNvSpPr>
            <p:nvPr/>
          </p:nvSpPr>
          <p:spPr bwMode="auto">
            <a:xfrm>
              <a:off x="3508375" y="2909888"/>
              <a:ext cx="1649413" cy="1498600"/>
            </a:xfrm>
            <a:custGeom>
              <a:avLst/>
              <a:gdLst/>
              <a:ahLst/>
              <a:cxnLst>
                <a:cxn ang="0">
                  <a:pos x="1098" y="959"/>
                </a:cxn>
                <a:cxn ang="0">
                  <a:pos x="289" y="963"/>
                </a:cxn>
                <a:cxn ang="0">
                  <a:pos x="342" y="910"/>
                </a:cxn>
                <a:cxn ang="0">
                  <a:pos x="351" y="887"/>
                </a:cxn>
                <a:cxn ang="0">
                  <a:pos x="348" y="314"/>
                </a:cxn>
                <a:cxn ang="0">
                  <a:pos x="339" y="291"/>
                </a:cxn>
                <a:cxn ang="0">
                  <a:pos x="58" y="12"/>
                </a:cxn>
                <a:cxn ang="0">
                  <a:pos x="13" y="13"/>
                </a:cxn>
                <a:cxn ang="0">
                  <a:pos x="13" y="58"/>
                </a:cxn>
                <a:cxn ang="0">
                  <a:pos x="285" y="327"/>
                </a:cxn>
                <a:cxn ang="0">
                  <a:pos x="287" y="874"/>
                </a:cxn>
                <a:cxn ang="0">
                  <a:pos x="190" y="973"/>
                </a:cxn>
                <a:cxn ang="0">
                  <a:pos x="183" y="1008"/>
                </a:cxn>
                <a:cxn ang="0">
                  <a:pos x="212" y="1027"/>
                </a:cxn>
                <a:cxn ang="0">
                  <a:pos x="309" y="1027"/>
                </a:cxn>
                <a:cxn ang="0">
                  <a:pos x="417" y="981"/>
                </a:cxn>
                <a:cxn ang="0">
                  <a:pos x="526" y="1026"/>
                </a:cxn>
                <a:cxn ang="0">
                  <a:pos x="853" y="1024"/>
                </a:cxn>
                <a:cxn ang="0">
                  <a:pos x="961" y="978"/>
                </a:cxn>
                <a:cxn ang="0">
                  <a:pos x="1069" y="1023"/>
                </a:cxn>
                <a:cxn ang="0">
                  <a:pos x="1099" y="1023"/>
                </a:cxn>
                <a:cxn ang="0">
                  <a:pos x="1130" y="991"/>
                </a:cxn>
                <a:cxn ang="0">
                  <a:pos x="1098" y="959"/>
                </a:cxn>
              </a:cxnLst>
              <a:rect l="0" t="0" r="r" b="b"/>
              <a:pathLst>
                <a:path w="1130" h="1028">
                  <a:moveTo>
                    <a:pt x="1098" y="959"/>
                  </a:moveTo>
                  <a:cubicBezTo>
                    <a:pt x="289" y="963"/>
                    <a:pt x="289" y="963"/>
                    <a:pt x="289" y="963"/>
                  </a:cubicBezTo>
                  <a:cubicBezTo>
                    <a:pt x="342" y="910"/>
                    <a:pt x="342" y="910"/>
                    <a:pt x="342" y="910"/>
                  </a:cubicBezTo>
                  <a:cubicBezTo>
                    <a:pt x="348" y="904"/>
                    <a:pt x="351" y="896"/>
                    <a:pt x="351" y="887"/>
                  </a:cubicBezTo>
                  <a:cubicBezTo>
                    <a:pt x="348" y="314"/>
                    <a:pt x="348" y="314"/>
                    <a:pt x="348" y="314"/>
                  </a:cubicBezTo>
                  <a:cubicBezTo>
                    <a:pt x="348" y="305"/>
                    <a:pt x="345" y="297"/>
                    <a:pt x="339" y="291"/>
                  </a:cubicBezTo>
                  <a:cubicBezTo>
                    <a:pt x="58" y="12"/>
                    <a:pt x="58" y="12"/>
                    <a:pt x="58" y="12"/>
                  </a:cubicBezTo>
                  <a:cubicBezTo>
                    <a:pt x="45" y="0"/>
                    <a:pt x="25" y="0"/>
                    <a:pt x="13" y="13"/>
                  </a:cubicBezTo>
                  <a:cubicBezTo>
                    <a:pt x="0" y="25"/>
                    <a:pt x="0" y="45"/>
                    <a:pt x="13" y="58"/>
                  </a:cubicBezTo>
                  <a:cubicBezTo>
                    <a:pt x="285" y="327"/>
                    <a:pt x="285" y="327"/>
                    <a:pt x="285" y="327"/>
                  </a:cubicBezTo>
                  <a:cubicBezTo>
                    <a:pt x="287" y="874"/>
                    <a:pt x="287" y="874"/>
                    <a:pt x="287" y="874"/>
                  </a:cubicBezTo>
                  <a:cubicBezTo>
                    <a:pt x="190" y="973"/>
                    <a:pt x="190" y="973"/>
                    <a:pt x="190" y="973"/>
                  </a:cubicBezTo>
                  <a:cubicBezTo>
                    <a:pt x="181" y="982"/>
                    <a:pt x="178" y="996"/>
                    <a:pt x="183" y="1008"/>
                  </a:cubicBezTo>
                  <a:cubicBezTo>
                    <a:pt x="188" y="1020"/>
                    <a:pt x="200" y="1028"/>
                    <a:pt x="212" y="1027"/>
                  </a:cubicBezTo>
                  <a:cubicBezTo>
                    <a:pt x="309" y="1027"/>
                    <a:pt x="309" y="1027"/>
                    <a:pt x="309" y="1027"/>
                  </a:cubicBezTo>
                  <a:cubicBezTo>
                    <a:pt x="337" y="999"/>
                    <a:pt x="375" y="981"/>
                    <a:pt x="417" y="981"/>
                  </a:cubicBezTo>
                  <a:cubicBezTo>
                    <a:pt x="460" y="981"/>
                    <a:pt x="498" y="998"/>
                    <a:pt x="526" y="1026"/>
                  </a:cubicBezTo>
                  <a:cubicBezTo>
                    <a:pt x="853" y="1024"/>
                    <a:pt x="853" y="1024"/>
                    <a:pt x="853" y="1024"/>
                  </a:cubicBezTo>
                  <a:cubicBezTo>
                    <a:pt x="880" y="996"/>
                    <a:pt x="919" y="979"/>
                    <a:pt x="961" y="978"/>
                  </a:cubicBezTo>
                  <a:cubicBezTo>
                    <a:pt x="1003" y="978"/>
                    <a:pt x="1042" y="995"/>
                    <a:pt x="1069" y="1023"/>
                  </a:cubicBezTo>
                  <a:cubicBezTo>
                    <a:pt x="1099" y="1023"/>
                    <a:pt x="1099" y="1023"/>
                    <a:pt x="1099" y="1023"/>
                  </a:cubicBezTo>
                  <a:cubicBezTo>
                    <a:pt x="1116" y="1023"/>
                    <a:pt x="1130" y="1009"/>
                    <a:pt x="1130" y="991"/>
                  </a:cubicBezTo>
                  <a:cubicBezTo>
                    <a:pt x="1130" y="973"/>
                    <a:pt x="1116" y="959"/>
                    <a:pt x="1098" y="9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9" name="Freeform 55"/>
            <p:cNvSpPr>
              <a:spLocks noEditPoints="1"/>
            </p:cNvSpPr>
            <p:nvPr/>
          </p:nvSpPr>
          <p:spPr bwMode="auto">
            <a:xfrm>
              <a:off x="4691063" y="4360863"/>
              <a:ext cx="444500" cy="442913"/>
            </a:xfrm>
            <a:custGeom>
              <a:avLst/>
              <a:gdLst/>
              <a:ahLst/>
              <a:cxnLst>
                <a:cxn ang="0">
                  <a:pos x="153" y="304"/>
                </a:cxn>
                <a:cxn ang="0">
                  <a:pos x="1" y="153"/>
                </a:cxn>
                <a:cxn ang="0">
                  <a:pos x="152" y="0"/>
                </a:cxn>
                <a:cxn ang="0">
                  <a:pos x="304" y="151"/>
                </a:cxn>
                <a:cxn ang="0">
                  <a:pos x="153" y="304"/>
                </a:cxn>
                <a:cxn ang="0">
                  <a:pos x="152" y="92"/>
                </a:cxn>
                <a:cxn ang="0">
                  <a:pos x="93" y="152"/>
                </a:cxn>
                <a:cxn ang="0">
                  <a:pos x="153" y="212"/>
                </a:cxn>
                <a:cxn ang="0">
                  <a:pos x="213" y="152"/>
                </a:cxn>
                <a:cxn ang="0">
                  <a:pos x="152" y="92"/>
                </a:cxn>
              </a:cxnLst>
              <a:rect l="0" t="0" r="r" b="b"/>
              <a:pathLst>
                <a:path w="305" h="304">
                  <a:moveTo>
                    <a:pt x="153" y="304"/>
                  </a:moveTo>
                  <a:cubicBezTo>
                    <a:pt x="70" y="304"/>
                    <a:pt x="1" y="237"/>
                    <a:pt x="1" y="153"/>
                  </a:cubicBezTo>
                  <a:cubicBezTo>
                    <a:pt x="0" y="69"/>
                    <a:pt x="68" y="1"/>
                    <a:pt x="152" y="0"/>
                  </a:cubicBezTo>
                  <a:cubicBezTo>
                    <a:pt x="236" y="0"/>
                    <a:pt x="304" y="68"/>
                    <a:pt x="304" y="151"/>
                  </a:cubicBezTo>
                  <a:cubicBezTo>
                    <a:pt x="305" y="235"/>
                    <a:pt x="237" y="303"/>
                    <a:pt x="153" y="304"/>
                  </a:cubicBezTo>
                  <a:close/>
                  <a:moveTo>
                    <a:pt x="152" y="92"/>
                  </a:moveTo>
                  <a:cubicBezTo>
                    <a:pt x="119" y="92"/>
                    <a:pt x="92" y="119"/>
                    <a:pt x="93" y="152"/>
                  </a:cubicBezTo>
                  <a:cubicBezTo>
                    <a:pt x="93" y="185"/>
                    <a:pt x="120" y="212"/>
                    <a:pt x="153" y="212"/>
                  </a:cubicBezTo>
                  <a:cubicBezTo>
                    <a:pt x="186" y="212"/>
                    <a:pt x="213" y="185"/>
                    <a:pt x="213" y="152"/>
                  </a:cubicBezTo>
                  <a:cubicBezTo>
                    <a:pt x="212" y="119"/>
                    <a:pt x="185" y="92"/>
                    <a:pt x="152" y="9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0" name="Freeform 56"/>
            <p:cNvSpPr>
              <a:spLocks noEditPoints="1"/>
            </p:cNvSpPr>
            <p:nvPr/>
          </p:nvSpPr>
          <p:spPr bwMode="auto">
            <a:xfrm>
              <a:off x="3897313" y="4365625"/>
              <a:ext cx="442913" cy="442913"/>
            </a:xfrm>
            <a:custGeom>
              <a:avLst/>
              <a:gdLst/>
              <a:ahLst/>
              <a:cxnLst>
                <a:cxn ang="0">
                  <a:pos x="153" y="304"/>
                </a:cxn>
                <a:cxn ang="0">
                  <a:pos x="0" y="153"/>
                </a:cxn>
                <a:cxn ang="0">
                  <a:pos x="151" y="0"/>
                </a:cxn>
                <a:cxn ang="0">
                  <a:pos x="304" y="151"/>
                </a:cxn>
                <a:cxn ang="0">
                  <a:pos x="153" y="304"/>
                </a:cxn>
                <a:cxn ang="0">
                  <a:pos x="152" y="92"/>
                </a:cxn>
                <a:cxn ang="0">
                  <a:pos x="92" y="152"/>
                </a:cxn>
                <a:cxn ang="0">
                  <a:pos x="152" y="212"/>
                </a:cxn>
                <a:cxn ang="0">
                  <a:pos x="212" y="151"/>
                </a:cxn>
                <a:cxn ang="0">
                  <a:pos x="152" y="92"/>
                </a:cxn>
              </a:cxnLst>
              <a:rect l="0" t="0" r="r" b="b"/>
              <a:pathLst>
                <a:path w="304" h="304">
                  <a:moveTo>
                    <a:pt x="153" y="304"/>
                  </a:moveTo>
                  <a:cubicBezTo>
                    <a:pt x="69" y="304"/>
                    <a:pt x="1" y="236"/>
                    <a:pt x="0" y="153"/>
                  </a:cubicBezTo>
                  <a:cubicBezTo>
                    <a:pt x="0" y="69"/>
                    <a:pt x="68" y="0"/>
                    <a:pt x="151" y="0"/>
                  </a:cubicBezTo>
                  <a:cubicBezTo>
                    <a:pt x="235" y="0"/>
                    <a:pt x="304" y="67"/>
                    <a:pt x="304" y="151"/>
                  </a:cubicBezTo>
                  <a:cubicBezTo>
                    <a:pt x="304" y="235"/>
                    <a:pt x="237" y="303"/>
                    <a:pt x="153" y="304"/>
                  </a:cubicBezTo>
                  <a:close/>
                  <a:moveTo>
                    <a:pt x="152" y="92"/>
                  </a:moveTo>
                  <a:cubicBezTo>
                    <a:pt x="119" y="92"/>
                    <a:pt x="92" y="119"/>
                    <a:pt x="92" y="152"/>
                  </a:cubicBezTo>
                  <a:cubicBezTo>
                    <a:pt x="92" y="185"/>
                    <a:pt x="119" y="212"/>
                    <a:pt x="152" y="212"/>
                  </a:cubicBezTo>
                  <a:cubicBezTo>
                    <a:pt x="185" y="212"/>
                    <a:pt x="212" y="185"/>
                    <a:pt x="212" y="151"/>
                  </a:cubicBezTo>
                  <a:cubicBezTo>
                    <a:pt x="212" y="118"/>
                    <a:pt x="185" y="92"/>
                    <a:pt x="152" y="9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1" name="Freeform 57"/>
            <p:cNvSpPr>
              <a:spLocks/>
            </p:cNvSpPr>
            <p:nvPr/>
          </p:nvSpPr>
          <p:spPr bwMode="auto">
            <a:xfrm>
              <a:off x="4256088" y="3384550"/>
              <a:ext cx="15875" cy="825500"/>
            </a:xfrm>
            <a:custGeom>
              <a:avLst/>
              <a:gdLst/>
              <a:ahLst/>
              <a:cxnLst>
                <a:cxn ang="0">
                  <a:pos x="10" y="520"/>
                </a:cxn>
                <a:cxn ang="0">
                  <a:pos x="2" y="520"/>
                </a:cxn>
                <a:cxn ang="0">
                  <a:pos x="0" y="0"/>
                </a:cxn>
                <a:cxn ang="0">
                  <a:pos x="8" y="0"/>
                </a:cxn>
                <a:cxn ang="0">
                  <a:pos x="10" y="520"/>
                </a:cxn>
              </a:cxnLst>
              <a:rect l="0" t="0" r="r" b="b"/>
              <a:pathLst>
                <a:path w="10" h="520">
                  <a:moveTo>
                    <a:pt x="10" y="520"/>
                  </a:moveTo>
                  <a:lnTo>
                    <a:pt x="2" y="520"/>
                  </a:lnTo>
                  <a:lnTo>
                    <a:pt x="0" y="0"/>
                  </a:lnTo>
                  <a:lnTo>
                    <a:pt x="8" y="0"/>
                  </a:lnTo>
                  <a:lnTo>
                    <a:pt x="10" y="5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2" name="Freeform 58"/>
            <p:cNvSpPr>
              <a:spLocks/>
            </p:cNvSpPr>
            <p:nvPr/>
          </p:nvSpPr>
          <p:spPr bwMode="auto">
            <a:xfrm>
              <a:off x="4449763" y="3384550"/>
              <a:ext cx="17463" cy="825500"/>
            </a:xfrm>
            <a:custGeom>
              <a:avLst/>
              <a:gdLst/>
              <a:ahLst/>
              <a:cxnLst>
                <a:cxn ang="0">
                  <a:pos x="11" y="519"/>
                </a:cxn>
                <a:cxn ang="0">
                  <a:pos x="3" y="520"/>
                </a:cxn>
                <a:cxn ang="0">
                  <a:pos x="0" y="0"/>
                </a:cxn>
                <a:cxn ang="0">
                  <a:pos x="8" y="0"/>
                </a:cxn>
                <a:cxn ang="0">
                  <a:pos x="11" y="519"/>
                </a:cxn>
              </a:cxnLst>
              <a:rect l="0" t="0" r="r" b="b"/>
              <a:pathLst>
                <a:path w="11" h="520">
                  <a:moveTo>
                    <a:pt x="11" y="519"/>
                  </a:moveTo>
                  <a:lnTo>
                    <a:pt x="3" y="520"/>
                  </a:lnTo>
                  <a:lnTo>
                    <a:pt x="0" y="0"/>
                  </a:lnTo>
                  <a:lnTo>
                    <a:pt x="8" y="0"/>
                  </a:lnTo>
                  <a:lnTo>
                    <a:pt x="11" y="5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3" name="Freeform 59"/>
            <p:cNvSpPr>
              <a:spLocks/>
            </p:cNvSpPr>
            <p:nvPr/>
          </p:nvSpPr>
          <p:spPr bwMode="auto">
            <a:xfrm>
              <a:off x="4632325" y="3384550"/>
              <a:ext cx="17463" cy="823913"/>
            </a:xfrm>
            <a:custGeom>
              <a:avLst/>
              <a:gdLst/>
              <a:ahLst/>
              <a:cxnLst>
                <a:cxn ang="0">
                  <a:pos x="11" y="519"/>
                </a:cxn>
                <a:cxn ang="0">
                  <a:pos x="3" y="519"/>
                </a:cxn>
                <a:cxn ang="0">
                  <a:pos x="0" y="0"/>
                </a:cxn>
                <a:cxn ang="0">
                  <a:pos x="8" y="0"/>
                </a:cxn>
                <a:cxn ang="0">
                  <a:pos x="11" y="519"/>
                </a:cxn>
              </a:cxnLst>
              <a:rect l="0" t="0" r="r" b="b"/>
              <a:pathLst>
                <a:path w="11" h="519">
                  <a:moveTo>
                    <a:pt x="11" y="519"/>
                  </a:moveTo>
                  <a:lnTo>
                    <a:pt x="3" y="519"/>
                  </a:lnTo>
                  <a:lnTo>
                    <a:pt x="0" y="0"/>
                  </a:lnTo>
                  <a:lnTo>
                    <a:pt x="8" y="0"/>
                  </a:lnTo>
                  <a:lnTo>
                    <a:pt x="11" y="5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Freeform 60"/>
            <p:cNvSpPr>
              <a:spLocks/>
            </p:cNvSpPr>
            <p:nvPr/>
          </p:nvSpPr>
          <p:spPr bwMode="auto">
            <a:xfrm>
              <a:off x="4813300" y="3382963"/>
              <a:ext cx="17463" cy="823913"/>
            </a:xfrm>
            <a:custGeom>
              <a:avLst/>
              <a:gdLst/>
              <a:ahLst/>
              <a:cxnLst>
                <a:cxn ang="0">
                  <a:pos x="11" y="519"/>
                </a:cxn>
                <a:cxn ang="0">
                  <a:pos x="3" y="519"/>
                </a:cxn>
                <a:cxn ang="0">
                  <a:pos x="0" y="0"/>
                </a:cxn>
                <a:cxn ang="0">
                  <a:pos x="9" y="0"/>
                </a:cxn>
                <a:cxn ang="0">
                  <a:pos x="11" y="519"/>
                </a:cxn>
              </a:cxnLst>
              <a:rect l="0" t="0" r="r" b="b"/>
              <a:pathLst>
                <a:path w="11" h="519">
                  <a:moveTo>
                    <a:pt x="11" y="519"/>
                  </a:moveTo>
                  <a:lnTo>
                    <a:pt x="3" y="519"/>
                  </a:lnTo>
                  <a:lnTo>
                    <a:pt x="0" y="0"/>
                  </a:lnTo>
                  <a:lnTo>
                    <a:pt x="9" y="0"/>
                  </a:lnTo>
                  <a:lnTo>
                    <a:pt x="11" y="5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5" name="Freeform 61"/>
            <p:cNvSpPr>
              <a:spLocks/>
            </p:cNvSpPr>
            <p:nvPr/>
          </p:nvSpPr>
          <p:spPr bwMode="auto">
            <a:xfrm>
              <a:off x="4991100" y="3382963"/>
              <a:ext cx="17463" cy="823913"/>
            </a:xfrm>
            <a:custGeom>
              <a:avLst/>
              <a:gdLst/>
              <a:ahLst/>
              <a:cxnLst>
                <a:cxn ang="0">
                  <a:pos x="11" y="519"/>
                </a:cxn>
                <a:cxn ang="0">
                  <a:pos x="3" y="519"/>
                </a:cxn>
                <a:cxn ang="0">
                  <a:pos x="0" y="0"/>
                </a:cxn>
                <a:cxn ang="0">
                  <a:pos x="9" y="0"/>
                </a:cxn>
                <a:cxn ang="0">
                  <a:pos x="11" y="519"/>
                </a:cxn>
              </a:cxnLst>
              <a:rect l="0" t="0" r="r" b="b"/>
              <a:pathLst>
                <a:path w="11" h="519">
                  <a:moveTo>
                    <a:pt x="11" y="519"/>
                  </a:moveTo>
                  <a:lnTo>
                    <a:pt x="3" y="519"/>
                  </a:lnTo>
                  <a:lnTo>
                    <a:pt x="0" y="0"/>
                  </a:lnTo>
                  <a:lnTo>
                    <a:pt x="9" y="0"/>
                  </a:lnTo>
                  <a:lnTo>
                    <a:pt x="11" y="5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22" name="Rectangle 121"/>
          <p:cNvSpPr/>
          <p:nvPr/>
        </p:nvSpPr>
        <p:spPr>
          <a:xfrm>
            <a:off x="7809416" y="3826217"/>
            <a:ext cx="593111" cy="430887"/>
          </a:xfrm>
          <a:prstGeom prst="rect">
            <a:avLst/>
          </a:prstGeom>
        </p:spPr>
        <p:txBody>
          <a:bodyPr wrap="none" lIns="0" tIns="0" rIns="0" bIns="0">
            <a:spAutoFit/>
          </a:bodyPr>
          <a:lstStyle/>
          <a:p>
            <a:r>
              <a:rPr lang="en-US" sz="2800" b="1" dirty="0">
                <a:solidFill>
                  <a:schemeClr val="accent2"/>
                </a:solidFill>
              </a:rPr>
              <a:t>80%</a:t>
            </a:r>
            <a:endParaRPr lang="en-US" sz="1800" b="1" dirty="0">
              <a:solidFill>
                <a:schemeClr val="accent2"/>
              </a:solidFill>
            </a:endParaRPr>
          </a:p>
        </p:txBody>
      </p:sp>
      <p:sp>
        <p:nvSpPr>
          <p:cNvPr id="123" name="Rectangle 122"/>
          <p:cNvSpPr/>
          <p:nvPr/>
        </p:nvSpPr>
        <p:spPr>
          <a:xfrm>
            <a:off x="7809416" y="3239864"/>
            <a:ext cx="593111" cy="430887"/>
          </a:xfrm>
          <a:prstGeom prst="rect">
            <a:avLst/>
          </a:prstGeom>
        </p:spPr>
        <p:txBody>
          <a:bodyPr wrap="none" lIns="0" tIns="0" rIns="0" bIns="0">
            <a:spAutoFit/>
          </a:bodyPr>
          <a:lstStyle/>
          <a:p>
            <a:r>
              <a:rPr lang="en-US" sz="2800" b="1" dirty="0">
                <a:solidFill>
                  <a:schemeClr val="accent1"/>
                </a:solidFill>
              </a:rPr>
              <a:t>50%</a:t>
            </a:r>
            <a:endParaRPr lang="en-US" sz="1800" b="1" dirty="0">
              <a:solidFill>
                <a:schemeClr val="accent1"/>
              </a:solidFill>
            </a:endParaRPr>
          </a:p>
        </p:txBody>
      </p:sp>
      <p:grpSp>
        <p:nvGrpSpPr>
          <p:cNvPr id="25" name="Group 87"/>
          <p:cNvGrpSpPr/>
          <p:nvPr/>
        </p:nvGrpSpPr>
        <p:grpSpPr>
          <a:xfrm>
            <a:off x="5555233" y="3822470"/>
            <a:ext cx="2083804" cy="438380"/>
            <a:chOff x="609600" y="2841943"/>
            <a:chExt cx="2660838" cy="559774"/>
          </a:xfrm>
        </p:grpSpPr>
        <p:grpSp>
          <p:nvGrpSpPr>
            <p:cNvPr id="26" name="Group 184"/>
            <p:cNvGrpSpPr/>
            <p:nvPr/>
          </p:nvGrpSpPr>
          <p:grpSpPr>
            <a:xfrm>
              <a:off x="609600" y="2841943"/>
              <a:ext cx="260742" cy="559774"/>
              <a:chOff x="6213475" y="1668463"/>
              <a:chExt cx="227013" cy="487362"/>
            </a:xfrm>
            <a:solidFill>
              <a:schemeClr val="accent1"/>
            </a:solidFill>
          </p:grpSpPr>
          <p:sp>
            <p:nvSpPr>
              <p:cNvPr id="153"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184"/>
            <p:cNvGrpSpPr/>
            <p:nvPr/>
          </p:nvGrpSpPr>
          <p:grpSpPr>
            <a:xfrm>
              <a:off x="876277" y="2841943"/>
              <a:ext cx="260742" cy="559774"/>
              <a:chOff x="6213475" y="1668463"/>
              <a:chExt cx="227013" cy="487362"/>
            </a:xfrm>
            <a:solidFill>
              <a:schemeClr val="accent1"/>
            </a:solidFill>
          </p:grpSpPr>
          <p:sp>
            <p:nvSpPr>
              <p:cNvPr id="15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84"/>
            <p:cNvGrpSpPr/>
            <p:nvPr/>
          </p:nvGrpSpPr>
          <p:grpSpPr>
            <a:xfrm>
              <a:off x="1142954" y="2841943"/>
              <a:ext cx="260742" cy="559774"/>
              <a:chOff x="6213475" y="1668463"/>
              <a:chExt cx="227013" cy="487362"/>
            </a:xfrm>
            <a:solidFill>
              <a:schemeClr val="accent1"/>
            </a:solidFill>
          </p:grpSpPr>
          <p:sp>
            <p:nvSpPr>
              <p:cNvPr id="14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184"/>
            <p:cNvGrpSpPr/>
            <p:nvPr/>
          </p:nvGrpSpPr>
          <p:grpSpPr>
            <a:xfrm>
              <a:off x="1409631" y="2841943"/>
              <a:ext cx="260742" cy="559774"/>
              <a:chOff x="6213475" y="1668463"/>
              <a:chExt cx="227013" cy="487362"/>
            </a:xfrm>
            <a:solidFill>
              <a:schemeClr val="accent1"/>
            </a:solidFill>
          </p:grpSpPr>
          <p:sp>
            <p:nvSpPr>
              <p:cNvPr id="147"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184"/>
            <p:cNvGrpSpPr/>
            <p:nvPr/>
          </p:nvGrpSpPr>
          <p:grpSpPr>
            <a:xfrm>
              <a:off x="1676308" y="2841943"/>
              <a:ext cx="260742" cy="559774"/>
              <a:chOff x="6213475" y="1668463"/>
              <a:chExt cx="227013" cy="487362"/>
            </a:xfrm>
            <a:solidFill>
              <a:schemeClr val="accent1"/>
            </a:solidFill>
          </p:grpSpPr>
          <p:sp>
            <p:nvSpPr>
              <p:cNvPr id="145"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4" name="Group 184"/>
            <p:cNvGrpSpPr/>
            <p:nvPr/>
          </p:nvGrpSpPr>
          <p:grpSpPr>
            <a:xfrm>
              <a:off x="1942985" y="2841943"/>
              <a:ext cx="260742" cy="559774"/>
              <a:chOff x="6213475" y="1668463"/>
              <a:chExt cx="227013" cy="487362"/>
            </a:xfrm>
            <a:solidFill>
              <a:schemeClr val="accent1"/>
            </a:solidFill>
          </p:grpSpPr>
          <p:sp>
            <p:nvSpPr>
              <p:cNvPr id="143"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5" name="Group 184"/>
            <p:cNvGrpSpPr/>
            <p:nvPr/>
          </p:nvGrpSpPr>
          <p:grpSpPr>
            <a:xfrm>
              <a:off x="2209662" y="2841943"/>
              <a:ext cx="260742" cy="559774"/>
              <a:chOff x="6213475" y="1668463"/>
              <a:chExt cx="227013" cy="487362"/>
            </a:xfrm>
            <a:solidFill>
              <a:schemeClr val="accent1"/>
            </a:solidFill>
          </p:grpSpPr>
          <p:sp>
            <p:nvSpPr>
              <p:cNvPr id="14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Group 184"/>
            <p:cNvGrpSpPr/>
            <p:nvPr/>
          </p:nvGrpSpPr>
          <p:grpSpPr>
            <a:xfrm>
              <a:off x="2476339" y="2841943"/>
              <a:ext cx="260742" cy="559774"/>
              <a:chOff x="6213475" y="1668463"/>
              <a:chExt cx="227013" cy="487362"/>
            </a:xfrm>
            <a:solidFill>
              <a:schemeClr val="accent1"/>
            </a:solidFill>
          </p:grpSpPr>
          <p:sp>
            <p:nvSpPr>
              <p:cNvPr id="13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7" name="Group 184"/>
            <p:cNvGrpSpPr/>
            <p:nvPr/>
          </p:nvGrpSpPr>
          <p:grpSpPr>
            <a:xfrm>
              <a:off x="2743016" y="2841943"/>
              <a:ext cx="260742" cy="559774"/>
              <a:chOff x="6213475" y="1668463"/>
              <a:chExt cx="227013" cy="487362"/>
            </a:xfrm>
            <a:solidFill>
              <a:schemeClr val="bg1">
                <a:lumMod val="75000"/>
              </a:schemeClr>
            </a:solidFill>
          </p:grpSpPr>
          <p:sp>
            <p:nvSpPr>
              <p:cNvPr id="137"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8" name="Group 184"/>
            <p:cNvGrpSpPr/>
            <p:nvPr/>
          </p:nvGrpSpPr>
          <p:grpSpPr>
            <a:xfrm>
              <a:off x="3009696" y="2841943"/>
              <a:ext cx="260742" cy="559774"/>
              <a:chOff x="6213475" y="1668463"/>
              <a:chExt cx="227013" cy="487362"/>
            </a:xfrm>
            <a:solidFill>
              <a:schemeClr val="bg1">
                <a:lumMod val="75000"/>
              </a:schemeClr>
            </a:solidFill>
          </p:grpSpPr>
          <p:sp>
            <p:nvSpPr>
              <p:cNvPr id="135"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73" name="Group 154"/>
          <p:cNvGrpSpPr/>
          <p:nvPr/>
        </p:nvGrpSpPr>
        <p:grpSpPr>
          <a:xfrm>
            <a:off x="5576222" y="3223334"/>
            <a:ext cx="2015264" cy="463946"/>
            <a:chOff x="5932686" y="2855964"/>
            <a:chExt cx="2449314" cy="563870"/>
          </a:xfrm>
        </p:grpSpPr>
        <p:grpSp>
          <p:nvGrpSpPr>
            <p:cNvPr id="74" name="Group 179"/>
            <p:cNvGrpSpPr/>
            <p:nvPr/>
          </p:nvGrpSpPr>
          <p:grpSpPr>
            <a:xfrm>
              <a:off x="5932686" y="2855964"/>
              <a:ext cx="220321" cy="563870"/>
              <a:chOff x="5054600" y="1652588"/>
              <a:chExt cx="187325" cy="479424"/>
            </a:xfrm>
            <a:solidFill>
              <a:schemeClr val="accent4"/>
            </a:solidFill>
          </p:grpSpPr>
          <p:sp>
            <p:nvSpPr>
              <p:cNvPr id="18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5" name="Group 179"/>
            <p:cNvGrpSpPr/>
            <p:nvPr/>
          </p:nvGrpSpPr>
          <p:grpSpPr>
            <a:xfrm>
              <a:off x="6180352" y="2855964"/>
              <a:ext cx="220321" cy="563870"/>
              <a:chOff x="5054600" y="1652588"/>
              <a:chExt cx="187325" cy="479424"/>
            </a:xfrm>
            <a:solidFill>
              <a:schemeClr val="accent4"/>
            </a:solidFill>
          </p:grpSpPr>
          <p:sp>
            <p:nvSpPr>
              <p:cNvPr id="18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6" name="Group 179"/>
            <p:cNvGrpSpPr/>
            <p:nvPr/>
          </p:nvGrpSpPr>
          <p:grpSpPr>
            <a:xfrm>
              <a:off x="6428018" y="2855964"/>
              <a:ext cx="220321" cy="563870"/>
              <a:chOff x="5054600" y="1652588"/>
              <a:chExt cx="187325" cy="479424"/>
            </a:xfrm>
            <a:solidFill>
              <a:schemeClr val="accent4"/>
            </a:solidFill>
          </p:grpSpPr>
          <p:sp>
            <p:nvSpPr>
              <p:cNvPr id="18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8" name="Group 179"/>
            <p:cNvGrpSpPr/>
            <p:nvPr/>
          </p:nvGrpSpPr>
          <p:grpSpPr>
            <a:xfrm>
              <a:off x="6675684" y="2855964"/>
              <a:ext cx="220321" cy="563870"/>
              <a:chOff x="5054600" y="1652588"/>
              <a:chExt cx="187325" cy="479424"/>
            </a:xfrm>
            <a:solidFill>
              <a:schemeClr val="accent4"/>
            </a:solidFill>
          </p:grpSpPr>
          <p:sp>
            <p:nvSpPr>
              <p:cNvPr id="17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0" name="Group 179"/>
            <p:cNvGrpSpPr/>
            <p:nvPr/>
          </p:nvGrpSpPr>
          <p:grpSpPr>
            <a:xfrm>
              <a:off x="6923350" y="2855964"/>
              <a:ext cx="220321" cy="563870"/>
              <a:chOff x="5054600" y="1652588"/>
              <a:chExt cx="187325" cy="479424"/>
            </a:xfrm>
            <a:solidFill>
              <a:schemeClr val="accent4"/>
            </a:solidFill>
          </p:grpSpPr>
          <p:sp>
            <p:nvSpPr>
              <p:cNvPr id="17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Group 179"/>
            <p:cNvGrpSpPr/>
            <p:nvPr/>
          </p:nvGrpSpPr>
          <p:grpSpPr>
            <a:xfrm>
              <a:off x="7171017" y="2855964"/>
              <a:ext cx="220321" cy="563870"/>
              <a:chOff x="5054600" y="1652588"/>
              <a:chExt cx="187325" cy="479424"/>
            </a:xfrm>
            <a:solidFill>
              <a:schemeClr val="bg1">
                <a:lumMod val="75000"/>
              </a:schemeClr>
            </a:solidFill>
          </p:grpSpPr>
          <p:sp>
            <p:nvSpPr>
              <p:cNvPr id="17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1" name="Group 179"/>
            <p:cNvGrpSpPr/>
            <p:nvPr/>
          </p:nvGrpSpPr>
          <p:grpSpPr>
            <a:xfrm>
              <a:off x="7418683" y="2855964"/>
              <a:ext cx="220321" cy="563870"/>
              <a:chOff x="5054600" y="1652588"/>
              <a:chExt cx="187325" cy="479424"/>
            </a:xfrm>
            <a:solidFill>
              <a:schemeClr val="bg1">
                <a:lumMod val="75000"/>
              </a:schemeClr>
            </a:solidFill>
          </p:grpSpPr>
          <p:sp>
            <p:nvSpPr>
              <p:cNvPr id="17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Group 179"/>
            <p:cNvGrpSpPr/>
            <p:nvPr/>
          </p:nvGrpSpPr>
          <p:grpSpPr>
            <a:xfrm>
              <a:off x="7666349" y="2855964"/>
              <a:ext cx="220321" cy="563870"/>
              <a:chOff x="5054600" y="1652588"/>
              <a:chExt cx="187325" cy="479424"/>
            </a:xfrm>
            <a:solidFill>
              <a:schemeClr val="bg1">
                <a:lumMod val="75000"/>
              </a:schemeClr>
            </a:solidFill>
          </p:grpSpPr>
          <p:sp>
            <p:nvSpPr>
              <p:cNvPr id="17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6" name="Group 179"/>
            <p:cNvGrpSpPr/>
            <p:nvPr/>
          </p:nvGrpSpPr>
          <p:grpSpPr>
            <a:xfrm>
              <a:off x="7914015" y="2855964"/>
              <a:ext cx="220321" cy="563870"/>
              <a:chOff x="5054600" y="1652588"/>
              <a:chExt cx="187325" cy="479424"/>
            </a:xfrm>
            <a:solidFill>
              <a:schemeClr val="bg1">
                <a:lumMod val="75000"/>
              </a:schemeClr>
            </a:solidFill>
          </p:grpSpPr>
          <p:sp>
            <p:nvSpPr>
              <p:cNvPr id="16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1" name="Group 179"/>
            <p:cNvGrpSpPr/>
            <p:nvPr/>
          </p:nvGrpSpPr>
          <p:grpSpPr>
            <a:xfrm>
              <a:off x="8161679" y="2855964"/>
              <a:ext cx="220321" cy="563870"/>
              <a:chOff x="5054600" y="1652588"/>
              <a:chExt cx="187325" cy="479424"/>
            </a:xfrm>
            <a:solidFill>
              <a:schemeClr val="bg1">
                <a:lumMod val="75000"/>
              </a:schemeClr>
            </a:solidFill>
          </p:grpSpPr>
          <p:sp>
            <p:nvSpPr>
              <p:cNvPr id="16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86" name="TextBox 185"/>
          <p:cNvSpPr txBox="1"/>
          <p:nvPr/>
        </p:nvSpPr>
        <p:spPr>
          <a:xfrm>
            <a:off x="6571695" y="1855442"/>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187" name="TextBox 186"/>
          <p:cNvSpPr txBox="1"/>
          <p:nvPr/>
        </p:nvSpPr>
        <p:spPr>
          <a:xfrm>
            <a:off x="5542271" y="1549017"/>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188" name="Rectangle 187"/>
          <p:cNvSpPr/>
          <p:nvPr/>
        </p:nvSpPr>
        <p:spPr>
          <a:xfrm>
            <a:off x="5524500" y="1828189"/>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189" name="TextBox 188"/>
          <p:cNvSpPr txBox="1"/>
          <p:nvPr/>
        </p:nvSpPr>
        <p:spPr>
          <a:xfrm>
            <a:off x="5542271" y="2449028"/>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grpSp>
        <p:nvGrpSpPr>
          <p:cNvPr id="112" name="Group 104"/>
          <p:cNvGrpSpPr/>
          <p:nvPr/>
        </p:nvGrpSpPr>
        <p:grpSpPr>
          <a:xfrm>
            <a:off x="665838" y="1593850"/>
            <a:ext cx="2153562" cy="488979"/>
            <a:chOff x="1315499" y="1113763"/>
            <a:chExt cx="2153562" cy="488979"/>
          </a:xfrm>
        </p:grpSpPr>
        <p:sp>
          <p:nvSpPr>
            <p:cNvPr id="197" name="Text Placeholder 3"/>
            <p:cNvSpPr txBox="1">
              <a:spLocks/>
            </p:cNvSpPr>
            <p:nvPr/>
          </p:nvSpPr>
          <p:spPr>
            <a:xfrm>
              <a:off x="1315499" y="11137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1"/>
                  </a:solidFill>
                  <a:effectLst/>
                  <a:uLnTx/>
                  <a:uFillTx/>
                  <a:latin typeface="+mn-lt"/>
                  <a:ea typeface="+mn-ea"/>
                  <a:cs typeface="+mn-cs"/>
                </a:rPr>
                <a:t>Title Goes</a:t>
              </a:r>
              <a:r>
                <a:rPr kumimoji="0" lang="en-US" sz="1200" b="1" i="0" u="none" strike="noStrike" kern="1200" cap="none" spc="0" normalizeH="0" noProof="0" dirty="0">
                  <a:solidFill>
                    <a:schemeClr val="accent1"/>
                  </a:solidFill>
                  <a:effectLst/>
                  <a:uLnTx/>
                  <a:uFillTx/>
                  <a:latin typeface="+mn-lt"/>
                  <a:ea typeface="+mn-ea"/>
                  <a:cs typeface="+mn-cs"/>
                </a:rPr>
                <a:t> Here</a:t>
              </a:r>
              <a:endParaRPr kumimoji="0" lang="en-US" sz="1200" b="1" i="0" u="none" strike="noStrike" kern="1200" cap="none" spc="0" normalizeH="0" baseline="0" noProof="0" dirty="0">
                <a:solidFill>
                  <a:schemeClr val="accent1"/>
                </a:solidFill>
                <a:effectLst/>
                <a:uLnTx/>
                <a:uFillTx/>
                <a:latin typeface="+mn-lt"/>
                <a:ea typeface="+mn-ea"/>
                <a:cs typeface="+mn-cs"/>
              </a:endParaRPr>
            </a:p>
          </p:txBody>
        </p:sp>
        <p:sp>
          <p:nvSpPr>
            <p:cNvPr id="198" name="Text Placeholder 3"/>
            <p:cNvSpPr txBox="1">
              <a:spLocks/>
            </p:cNvSpPr>
            <p:nvPr/>
          </p:nvSpPr>
          <p:spPr>
            <a:xfrm>
              <a:off x="1315499" y="1294965"/>
              <a:ext cx="215356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a:t>
              </a:r>
              <a:br>
                <a:rPr lang="en-US" sz="1000" dirty="0">
                  <a:solidFill>
                    <a:schemeClr val="tx1">
                      <a:lumMod val="50000"/>
                      <a:lumOff val="50000"/>
                    </a:schemeClr>
                  </a:solidFill>
                </a:rPr>
              </a:br>
              <a:r>
                <a:rPr lang="en-US" sz="1000" dirty="0">
                  <a:solidFill>
                    <a:schemeClr val="tx1">
                      <a:lumMod val="50000"/>
                      <a:lumOff val="50000"/>
                    </a:schemeClr>
                  </a:solidFill>
                </a:rPr>
                <a:t> Lorem Ipsum available majority</a:t>
              </a:r>
            </a:p>
          </p:txBody>
        </p:sp>
      </p:grpSp>
      <p:grpSp>
        <p:nvGrpSpPr>
          <p:cNvPr id="113" name="Group 104"/>
          <p:cNvGrpSpPr/>
          <p:nvPr/>
        </p:nvGrpSpPr>
        <p:grpSpPr>
          <a:xfrm>
            <a:off x="665838" y="2226483"/>
            <a:ext cx="2153562" cy="488979"/>
            <a:chOff x="1315499" y="1113763"/>
            <a:chExt cx="2153562" cy="488979"/>
          </a:xfrm>
        </p:grpSpPr>
        <p:sp>
          <p:nvSpPr>
            <p:cNvPr id="213" name="Text Placeholder 3"/>
            <p:cNvSpPr txBox="1">
              <a:spLocks/>
            </p:cNvSpPr>
            <p:nvPr/>
          </p:nvSpPr>
          <p:spPr>
            <a:xfrm>
              <a:off x="1315499" y="11137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2"/>
                  </a:solidFill>
                  <a:effectLst/>
                  <a:uLnTx/>
                  <a:uFillTx/>
                  <a:latin typeface="+mn-lt"/>
                  <a:ea typeface="+mn-ea"/>
                  <a:cs typeface="+mn-cs"/>
                </a:rPr>
                <a:t>Title Goes</a:t>
              </a:r>
              <a:r>
                <a:rPr kumimoji="0" lang="en-US" sz="1200" b="1" i="0" u="none" strike="noStrike" kern="1200" cap="none" spc="0" normalizeH="0" noProof="0" dirty="0">
                  <a:solidFill>
                    <a:schemeClr val="accent2"/>
                  </a:solidFill>
                  <a:effectLst/>
                  <a:uLnTx/>
                  <a:uFillTx/>
                  <a:latin typeface="+mn-lt"/>
                  <a:ea typeface="+mn-ea"/>
                  <a:cs typeface="+mn-cs"/>
                </a:rPr>
                <a:t> Here</a:t>
              </a:r>
              <a:endParaRPr kumimoji="0" lang="en-US" sz="1200" b="1" i="0" u="none" strike="noStrike" kern="1200" cap="none" spc="0" normalizeH="0" baseline="0" noProof="0" dirty="0">
                <a:solidFill>
                  <a:schemeClr val="accent2"/>
                </a:solidFill>
                <a:effectLst/>
                <a:uLnTx/>
                <a:uFillTx/>
                <a:latin typeface="+mn-lt"/>
                <a:ea typeface="+mn-ea"/>
                <a:cs typeface="+mn-cs"/>
              </a:endParaRPr>
            </a:p>
          </p:txBody>
        </p:sp>
        <p:sp>
          <p:nvSpPr>
            <p:cNvPr id="214" name="Text Placeholder 3"/>
            <p:cNvSpPr txBox="1">
              <a:spLocks/>
            </p:cNvSpPr>
            <p:nvPr/>
          </p:nvSpPr>
          <p:spPr>
            <a:xfrm>
              <a:off x="1315499" y="1294965"/>
              <a:ext cx="215356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a:t>
              </a:r>
              <a:br>
                <a:rPr lang="en-US" sz="1000" dirty="0">
                  <a:solidFill>
                    <a:schemeClr val="tx1">
                      <a:lumMod val="50000"/>
                      <a:lumOff val="50000"/>
                    </a:schemeClr>
                  </a:solidFill>
                </a:rPr>
              </a:br>
              <a:r>
                <a:rPr lang="en-US" sz="1000" dirty="0">
                  <a:solidFill>
                    <a:schemeClr val="tx1">
                      <a:lumMod val="50000"/>
                      <a:lumOff val="50000"/>
                    </a:schemeClr>
                  </a:solidFill>
                </a:rPr>
                <a:t> Lorem Ipsum available majority</a:t>
              </a:r>
            </a:p>
          </p:txBody>
        </p:sp>
      </p:grpSp>
      <p:grpSp>
        <p:nvGrpSpPr>
          <p:cNvPr id="114" name="Group 104"/>
          <p:cNvGrpSpPr/>
          <p:nvPr/>
        </p:nvGrpSpPr>
        <p:grpSpPr>
          <a:xfrm>
            <a:off x="665838" y="2898775"/>
            <a:ext cx="2153562" cy="488979"/>
            <a:chOff x="1315499" y="1113763"/>
            <a:chExt cx="2153562" cy="488979"/>
          </a:xfrm>
        </p:grpSpPr>
        <p:sp>
          <p:nvSpPr>
            <p:cNvPr id="216" name="Text Placeholder 3"/>
            <p:cNvSpPr txBox="1">
              <a:spLocks/>
            </p:cNvSpPr>
            <p:nvPr/>
          </p:nvSpPr>
          <p:spPr>
            <a:xfrm>
              <a:off x="1315499" y="11137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3"/>
                  </a:solidFill>
                  <a:effectLst/>
                  <a:uLnTx/>
                  <a:uFillTx/>
                  <a:latin typeface="+mn-lt"/>
                  <a:ea typeface="+mn-ea"/>
                  <a:cs typeface="+mn-cs"/>
                </a:rPr>
                <a:t>Title Goes</a:t>
              </a:r>
              <a:r>
                <a:rPr kumimoji="0" lang="en-US" sz="1200" b="1" i="0" u="none" strike="noStrike" kern="1200" cap="none" spc="0" normalizeH="0" noProof="0" dirty="0">
                  <a:solidFill>
                    <a:schemeClr val="accent3"/>
                  </a:solidFill>
                  <a:effectLst/>
                  <a:uLnTx/>
                  <a:uFillTx/>
                  <a:latin typeface="+mn-lt"/>
                  <a:ea typeface="+mn-ea"/>
                  <a:cs typeface="+mn-cs"/>
                </a:rPr>
                <a:t> Here</a:t>
              </a:r>
              <a:endParaRPr kumimoji="0" lang="en-US" sz="1200" b="1" i="0" u="none" strike="noStrike" kern="1200" cap="none" spc="0" normalizeH="0" baseline="0" noProof="0" dirty="0">
                <a:solidFill>
                  <a:schemeClr val="accent3"/>
                </a:solidFill>
                <a:effectLst/>
                <a:uLnTx/>
                <a:uFillTx/>
                <a:latin typeface="+mn-lt"/>
                <a:ea typeface="+mn-ea"/>
                <a:cs typeface="+mn-cs"/>
              </a:endParaRPr>
            </a:p>
          </p:txBody>
        </p:sp>
        <p:sp>
          <p:nvSpPr>
            <p:cNvPr id="217" name="Text Placeholder 3"/>
            <p:cNvSpPr txBox="1">
              <a:spLocks/>
            </p:cNvSpPr>
            <p:nvPr/>
          </p:nvSpPr>
          <p:spPr>
            <a:xfrm>
              <a:off x="1315499" y="1294965"/>
              <a:ext cx="215356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a:t>
              </a:r>
              <a:br>
                <a:rPr lang="en-US" sz="1000" dirty="0">
                  <a:solidFill>
                    <a:schemeClr val="tx1">
                      <a:lumMod val="50000"/>
                      <a:lumOff val="50000"/>
                    </a:schemeClr>
                  </a:solidFill>
                </a:rPr>
              </a:br>
              <a:r>
                <a:rPr lang="en-US" sz="1000" dirty="0">
                  <a:solidFill>
                    <a:schemeClr val="tx1">
                      <a:lumMod val="50000"/>
                      <a:lumOff val="50000"/>
                    </a:schemeClr>
                  </a:solidFill>
                </a:rPr>
                <a:t> Lorem Ipsum available majority</a:t>
              </a:r>
            </a:p>
          </p:txBody>
        </p:sp>
      </p:grpSp>
      <p:grpSp>
        <p:nvGrpSpPr>
          <p:cNvPr id="115" name="Group 104"/>
          <p:cNvGrpSpPr/>
          <p:nvPr/>
        </p:nvGrpSpPr>
        <p:grpSpPr>
          <a:xfrm>
            <a:off x="665838" y="3620324"/>
            <a:ext cx="2153562" cy="488979"/>
            <a:chOff x="1315499" y="1113763"/>
            <a:chExt cx="2153562" cy="488979"/>
          </a:xfrm>
        </p:grpSpPr>
        <p:sp>
          <p:nvSpPr>
            <p:cNvPr id="219" name="Text Placeholder 3"/>
            <p:cNvSpPr txBox="1">
              <a:spLocks/>
            </p:cNvSpPr>
            <p:nvPr/>
          </p:nvSpPr>
          <p:spPr>
            <a:xfrm>
              <a:off x="1315499" y="111376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4"/>
                  </a:solidFill>
                  <a:effectLst/>
                  <a:uLnTx/>
                  <a:uFillTx/>
                  <a:latin typeface="+mn-lt"/>
                  <a:ea typeface="+mn-ea"/>
                  <a:cs typeface="+mn-cs"/>
                </a:rPr>
                <a:t>Title Goes Here</a:t>
              </a:r>
            </a:p>
          </p:txBody>
        </p:sp>
        <p:sp>
          <p:nvSpPr>
            <p:cNvPr id="220" name="Text Placeholder 3"/>
            <p:cNvSpPr txBox="1">
              <a:spLocks/>
            </p:cNvSpPr>
            <p:nvPr/>
          </p:nvSpPr>
          <p:spPr>
            <a:xfrm>
              <a:off x="1315499" y="1294965"/>
              <a:ext cx="215356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a:t>
              </a:r>
              <a:br>
                <a:rPr lang="en-US" sz="1000" dirty="0">
                  <a:solidFill>
                    <a:schemeClr val="tx1">
                      <a:lumMod val="50000"/>
                      <a:lumOff val="50000"/>
                    </a:schemeClr>
                  </a:solidFill>
                </a:rPr>
              </a:br>
              <a:r>
                <a:rPr lang="en-US" sz="1000" dirty="0">
                  <a:solidFill>
                    <a:schemeClr val="tx1">
                      <a:lumMod val="50000"/>
                      <a:lumOff val="50000"/>
                    </a:schemeClr>
                  </a:solidFill>
                </a:rPr>
                <a:t> Lorem Ipsum available majority</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0-#ppt_w/2"/>
                                          </p:val>
                                        </p:tav>
                                        <p:tav tm="100000">
                                          <p:val>
                                            <p:strVal val="#ppt_x"/>
                                          </p:val>
                                        </p:tav>
                                      </p:tavLst>
                                    </p:anim>
                                    <p:anim calcmode="lin" valueType="num">
                                      <p:cBhvr additive="base">
                                        <p:cTn id="8" dur="500" fill="hold"/>
                                        <p:tgtEl>
                                          <p:spTgt spid="2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down)">
                                      <p:cBhvr>
                                        <p:cTn id="12" dur="500"/>
                                        <p:tgtEl>
                                          <p:spTgt spid="2"/>
                                        </p:tgtEl>
                                      </p:cBhvr>
                                    </p:animEffect>
                                  </p:childTnLst>
                                </p:cTn>
                              </p:par>
                            </p:childTnLst>
                          </p:cTn>
                        </p:par>
                        <p:par>
                          <p:cTn id="13" fill="hold">
                            <p:stCondLst>
                              <p:cond delay="1000"/>
                            </p:stCondLst>
                            <p:childTnLst>
                              <p:par>
                                <p:cTn id="14" presetID="2" presetClass="entr" presetSubtype="8" accel="50000" decel="50000" fill="hold" nodeType="afterEffect">
                                  <p:stCondLst>
                                    <p:cond delay="0"/>
                                  </p:stCondLst>
                                  <p:childTnLst>
                                    <p:set>
                                      <p:cBhvr>
                                        <p:cTn id="15" dur="1" fill="hold">
                                          <p:stCondLst>
                                            <p:cond delay="0"/>
                                          </p:stCondLst>
                                        </p:cTn>
                                        <p:tgtEl>
                                          <p:spTgt spid="112"/>
                                        </p:tgtEl>
                                        <p:attrNameLst>
                                          <p:attrName>style.visibility</p:attrName>
                                        </p:attrNameLst>
                                      </p:cBhvr>
                                      <p:to>
                                        <p:strVal val="visible"/>
                                      </p:to>
                                    </p:set>
                                    <p:anim calcmode="lin" valueType="num">
                                      <p:cBhvr additive="base">
                                        <p:cTn id="16" dur="500" fill="hold"/>
                                        <p:tgtEl>
                                          <p:spTgt spid="112"/>
                                        </p:tgtEl>
                                        <p:attrNameLst>
                                          <p:attrName>ppt_x</p:attrName>
                                        </p:attrNameLst>
                                      </p:cBhvr>
                                      <p:tavLst>
                                        <p:tav tm="0">
                                          <p:val>
                                            <p:strVal val="0-#ppt_w/2"/>
                                          </p:val>
                                        </p:tav>
                                        <p:tav tm="100000">
                                          <p:val>
                                            <p:strVal val="#ppt_x"/>
                                          </p:val>
                                        </p:tav>
                                      </p:tavLst>
                                    </p:anim>
                                    <p:anim calcmode="lin" valueType="num">
                                      <p:cBhvr additive="base">
                                        <p:cTn id="17" dur="500" fill="hold"/>
                                        <p:tgtEl>
                                          <p:spTgt spid="11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8" accel="50000" decel="50000" fill="hold" nodeType="afterEffect">
                                  <p:stCondLst>
                                    <p:cond delay="0"/>
                                  </p:stCondLst>
                                  <p:childTnLst>
                                    <p:set>
                                      <p:cBhvr>
                                        <p:cTn id="20" dur="1" fill="hold">
                                          <p:stCondLst>
                                            <p:cond delay="0"/>
                                          </p:stCondLst>
                                        </p:cTn>
                                        <p:tgtEl>
                                          <p:spTgt spid="113"/>
                                        </p:tgtEl>
                                        <p:attrNameLst>
                                          <p:attrName>style.visibility</p:attrName>
                                        </p:attrNameLst>
                                      </p:cBhvr>
                                      <p:to>
                                        <p:strVal val="visible"/>
                                      </p:to>
                                    </p:set>
                                    <p:anim calcmode="lin" valueType="num">
                                      <p:cBhvr additive="base">
                                        <p:cTn id="21" dur="500" fill="hold"/>
                                        <p:tgtEl>
                                          <p:spTgt spid="113"/>
                                        </p:tgtEl>
                                        <p:attrNameLst>
                                          <p:attrName>ppt_x</p:attrName>
                                        </p:attrNameLst>
                                      </p:cBhvr>
                                      <p:tavLst>
                                        <p:tav tm="0">
                                          <p:val>
                                            <p:strVal val="0-#ppt_w/2"/>
                                          </p:val>
                                        </p:tav>
                                        <p:tav tm="100000">
                                          <p:val>
                                            <p:strVal val="#ppt_x"/>
                                          </p:val>
                                        </p:tav>
                                      </p:tavLst>
                                    </p:anim>
                                    <p:anim calcmode="lin" valueType="num">
                                      <p:cBhvr additive="base">
                                        <p:cTn id="22" dur="500" fill="hold"/>
                                        <p:tgtEl>
                                          <p:spTgt spid="11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accel="50000" decel="50000" fill="hold" nodeType="afterEffect">
                                  <p:stCondLst>
                                    <p:cond delay="0"/>
                                  </p:stCondLst>
                                  <p:childTnLst>
                                    <p:set>
                                      <p:cBhvr>
                                        <p:cTn id="25" dur="1" fill="hold">
                                          <p:stCondLst>
                                            <p:cond delay="0"/>
                                          </p:stCondLst>
                                        </p:cTn>
                                        <p:tgtEl>
                                          <p:spTgt spid="114"/>
                                        </p:tgtEl>
                                        <p:attrNameLst>
                                          <p:attrName>style.visibility</p:attrName>
                                        </p:attrNameLst>
                                      </p:cBhvr>
                                      <p:to>
                                        <p:strVal val="visible"/>
                                      </p:to>
                                    </p:set>
                                    <p:anim calcmode="lin" valueType="num">
                                      <p:cBhvr additive="base">
                                        <p:cTn id="26" dur="500" fill="hold"/>
                                        <p:tgtEl>
                                          <p:spTgt spid="114"/>
                                        </p:tgtEl>
                                        <p:attrNameLst>
                                          <p:attrName>ppt_x</p:attrName>
                                        </p:attrNameLst>
                                      </p:cBhvr>
                                      <p:tavLst>
                                        <p:tav tm="0">
                                          <p:val>
                                            <p:strVal val="0-#ppt_w/2"/>
                                          </p:val>
                                        </p:tav>
                                        <p:tav tm="100000">
                                          <p:val>
                                            <p:strVal val="#ppt_x"/>
                                          </p:val>
                                        </p:tav>
                                      </p:tavLst>
                                    </p:anim>
                                    <p:anim calcmode="lin" valueType="num">
                                      <p:cBhvr additive="base">
                                        <p:cTn id="27" dur="500" fill="hold"/>
                                        <p:tgtEl>
                                          <p:spTgt spid="114"/>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8" accel="50000" decel="50000" fill="hold" nodeType="afterEffect">
                                  <p:stCondLst>
                                    <p:cond delay="0"/>
                                  </p:stCondLst>
                                  <p:childTnLst>
                                    <p:set>
                                      <p:cBhvr>
                                        <p:cTn id="30" dur="1" fill="hold">
                                          <p:stCondLst>
                                            <p:cond delay="0"/>
                                          </p:stCondLst>
                                        </p:cTn>
                                        <p:tgtEl>
                                          <p:spTgt spid="115"/>
                                        </p:tgtEl>
                                        <p:attrNameLst>
                                          <p:attrName>style.visibility</p:attrName>
                                        </p:attrNameLst>
                                      </p:cBhvr>
                                      <p:to>
                                        <p:strVal val="visible"/>
                                      </p:to>
                                    </p:set>
                                    <p:anim calcmode="lin" valueType="num">
                                      <p:cBhvr additive="base">
                                        <p:cTn id="31" dur="500" fill="hold"/>
                                        <p:tgtEl>
                                          <p:spTgt spid="115"/>
                                        </p:tgtEl>
                                        <p:attrNameLst>
                                          <p:attrName>ppt_x</p:attrName>
                                        </p:attrNameLst>
                                      </p:cBhvr>
                                      <p:tavLst>
                                        <p:tav tm="0">
                                          <p:val>
                                            <p:strVal val="0-#ppt_w/2"/>
                                          </p:val>
                                        </p:tav>
                                        <p:tav tm="100000">
                                          <p:val>
                                            <p:strVal val="#ppt_x"/>
                                          </p:val>
                                        </p:tav>
                                      </p:tavLst>
                                    </p:anim>
                                    <p:anim calcmode="lin" valueType="num">
                                      <p:cBhvr additive="base">
                                        <p:cTn id="32" dur="500" fill="hold"/>
                                        <p:tgtEl>
                                          <p:spTgt spid="115"/>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187"/>
                                        </p:tgtEl>
                                        <p:attrNameLst>
                                          <p:attrName>style.visibility</p:attrName>
                                        </p:attrNameLst>
                                      </p:cBhvr>
                                      <p:to>
                                        <p:strVal val="visible"/>
                                      </p:to>
                                    </p:set>
                                    <p:animEffect transition="in" filter="wipe(left)">
                                      <p:cBhvr>
                                        <p:cTn id="36" dur="500"/>
                                        <p:tgtEl>
                                          <p:spTgt spid="187"/>
                                        </p:tgtEl>
                                      </p:cBhvr>
                                    </p:animEffect>
                                  </p:childTnLst>
                                </p:cTn>
                              </p:par>
                            </p:childTnLst>
                          </p:cTn>
                        </p:par>
                        <p:par>
                          <p:cTn id="37" fill="hold">
                            <p:stCondLst>
                              <p:cond delay="3500"/>
                            </p:stCondLst>
                            <p:childTnLst>
                              <p:par>
                                <p:cTn id="38" presetID="22" presetClass="entr" presetSubtype="4" fill="hold" grpId="0" nodeType="afterEffect">
                                  <p:stCondLst>
                                    <p:cond delay="0"/>
                                  </p:stCondLst>
                                  <p:childTnLst>
                                    <p:set>
                                      <p:cBhvr>
                                        <p:cTn id="39" dur="1" fill="hold">
                                          <p:stCondLst>
                                            <p:cond delay="0"/>
                                          </p:stCondLst>
                                        </p:cTn>
                                        <p:tgtEl>
                                          <p:spTgt spid="188"/>
                                        </p:tgtEl>
                                        <p:attrNameLst>
                                          <p:attrName>style.visibility</p:attrName>
                                        </p:attrNameLst>
                                      </p:cBhvr>
                                      <p:to>
                                        <p:strVal val="visible"/>
                                      </p:to>
                                    </p:set>
                                    <p:animEffect transition="in" filter="wipe(down)">
                                      <p:cBhvr>
                                        <p:cTn id="40" dur="500"/>
                                        <p:tgtEl>
                                          <p:spTgt spid="188"/>
                                        </p:tgtEl>
                                      </p:cBhvr>
                                    </p:animEffect>
                                  </p:childTnLst>
                                </p:cTn>
                              </p:par>
                            </p:childTnLst>
                          </p:cTn>
                        </p:par>
                        <p:par>
                          <p:cTn id="41" fill="hold">
                            <p:stCondLst>
                              <p:cond delay="4000"/>
                            </p:stCondLst>
                            <p:childTnLst>
                              <p:par>
                                <p:cTn id="42" presetID="22" presetClass="entr" presetSubtype="8" fill="hold" grpId="0" nodeType="afterEffect">
                                  <p:stCondLst>
                                    <p:cond delay="0"/>
                                  </p:stCondLst>
                                  <p:childTnLst>
                                    <p:set>
                                      <p:cBhvr>
                                        <p:cTn id="43" dur="1" fill="hold">
                                          <p:stCondLst>
                                            <p:cond delay="0"/>
                                          </p:stCondLst>
                                        </p:cTn>
                                        <p:tgtEl>
                                          <p:spTgt spid="186"/>
                                        </p:tgtEl>
                                        <p:attrNameLst>
                                          <p:attrName>style.visibility</p:attrName>
                                        </p:attrNameLst>
                                      </p:cBhvr>
                                      <p:to>
                                        <p:strVal val="visible"/>
                                      </p:to>
                                    </p:set>
                                    <p:animEffect transition="in" filter="wipe(left)">
                                      <p:cBhvr>
                                        <p:cTn id="44" dur="500"/>
                                        <p:tgtEl>
                                          <p:spTgt spid="186"/>
                                        </p:tgtEl>
                                      </p:cBhvr>
                                    </p:animEffect>
                                  </p:childTnLst>
                                </p:cTn>
                              </p:par>
                            </p:childTnLst>
                          </p:cTn>
                        </p:par>
                        <p:par>
                          <p:cTn id="45" fill="hold">
                            <p:stCondLst>
                              <p:cond delay="4500"/>
                            </p:stCondLst>
                            <p:childTnLst>
                              <p:par>
                                <p:cTn id="46" presetID="22" presetClass="entr" presetSubtype="8" fill="hold" grpId="0" nodeType="afterEffect">
                                  <p:stCondLst>
                                    <p:cond delay="0"/>
                                  </p:stCondLst>
                                  <p:childTnLst>
                                    <p:set>
                                      <p:cBhvr>
                                        <p:cTn id="47" dur="1" fill="hold">
                                          <p:stCondLst>
                                            <p:cond delay="0"/>
                                          </p:stCondLst>
                                        </p:cTn>
                                        <p:tgtEl>
                                          <p:spTgt spid="189"/>
                                        </p:tgtEl>
                                        <p:attrNameLst>
                                          <p:attrName>style.visibility</p:attrName>
                                        </p:attrNameLst>
                                      </p:cBhvr>
                                      <p:to>
                                        <p:strVal val="visible"/>
                                      </p:to>
                                    </p:set>
                                    <p:animEffect transition="in" filter="wipe(left)">
                                      <p:cBhvr>
                                        <p:cTn id="48" dur="500"/>
                                        <p:tgtEl>
                                          <p:spTgt spid="189"/>
                                        </p:tgtEl>
                                      </p:cBhvr>
                                    </p:animEffect>
                                  </p:childTnLst>
                                </p:cTn>
                              </p:par>
                            </p:childTnLst>
                          </p:cTn>
                        </p:par>
                        <p:par>
                          <p:cTn id="49" fill="hold">
                            <p:stCondLst>
                              <p:cond delay="5000"/>
                            </p:stCondLst>
                            <p:childTnLst>
                              <p:par>
                                <p:cTn id="50" presetID="22" presetClass="entr" presetSubtype="4" fill="hold" nodeType="afterEffect">
                                  <p:stCondLst>
                                    <p:cond delay="0"/>
                                  </p:stCondLst>
                                  <p:childTnLst>
                                    <p:set>
                                      <p:cBhvr>
                                        <p:cTn id="51" dur="1" fill="hold">
                                          <p:stCondLst>
                                            <p:cond delay="0"/>
                                          </p:stCondLst>
                                        </p:cTn>
                                        <p:tgtEl>
                                          <p:spTgt spid="73"/>
                                        </p:tgtEl>
                                        <p:attrNameLst>
                                          <p:attrName>style.visibility</p:attrName>
                                        </p:attrNameLst>
                                      </p:cBhvr>
                                      <p:to>
                                        <p:strVal val="visible"/>
                                      </p:to>
                                    </p:set>
                                    <p:animEffect transition="in" filter="wipe(down)">
                                      <p:cBhvr>
                                        <p:cTn id="52" dur="500"/>
                                        <p:tgtEl>
                                          <p:spTgt spid="73"/>
                                        </p:tgtEl>
                                      </p:cBhvr>
                                    </p:animEffect>
                                  </p:childTnLst>
                                </p:cTn>
                              </p:par>
                            </p:childTnLst>
                          </p:cTn>
                        </p:par>
                        <p:par>
                          <p:cTn id="53" fill="hold">
                            <p:stCondLst>
                              <p:cond delay="5500"/>
                            </p:stCondLst>
                            <p:childTnLst>
                              <p:par>
                                <p:cTn id="54" presetID="22" presetClass="entr" presetSubtype="4" fill="hold" grpId="0" nodeType="afterEffect">
                                  <p:stCondLst>
                                    <p:cond delay="0"/>
                                  </p:stCondLst>
                                  <p:childTnLst>
                                    <p:set>
                                      <p:cBhvr>
                                        <p:cTn id="55" dur="1" fill="hold">
                                          <p:stCondLst>
                                            <p:cond delay="0"/>
                                          </p:stCondLst>
                                        </p:cTn>
                                        <p:tgtEl>
                                          <p:spTgt spid="123"/>
                                        </p:tgtEl>
                                        <p:attrNameLst>
                                          <p:attrName>style.visibility</p:attrName>
                                        </p:attrNameLst>
                                      </p:cBhvr>
                                      <p:to>
                                        <p:strVal val="visible"/>
                                      </p:to>
                                    </p:set>
                                    <p:animEffect transition="in" filter="wipe(down)">
                                      <p:cBhvr>
                                        <p:cTn id="56" dur="500"/>
                                        <p:tgtEl>
                                          <p:spTgt spid="123"/>
                                        </p:tgtEl>
                                      </p:cBhvr>
                                    </p:animEffect>
                                  </p:childTnLst>
                                </p:cTn>
                              </p:par>
                            </p:childTnLst>
                          </p:cTn>
                        </p:par>
                        <p:par>
                          <p:cTn id="57" fill="hold">
                            <p:stCondLst>
                              <p:cond delay="6000"/>
                            </p:stCondLst>
                            <p:childTnLst>
                              <p:par>
                                <p:cTn id="58" presetID="22" presetClass="entr" presetSubtype="4" fill="hold" nodeType="after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wipe(down)">
                                      <p:cBhvr>
                                        <p:cTn id="60" dur="500"/>
                                        <p:tgtEl>
                                          <p:spTgt spid="25"/>
                                        </p:tgtEl>
                                      </p:cBhvr>
                                    </p:animEffect>
                                  </p:childTnLst>
                                </p:cTn>
                              </p:par>
                            </p:childTnLst>
                          </p:cTn>
                        </p:par>
                        <p:par>
                          <p:cTn id="61" fill="hold">
                            <p:stCondLst>
                              <p:cond delay="6500"/>
                            </p:stCondLst>
                            <p:childTnLst>
                              <p:par>
                                <p:cTn id="62" presetID="22" presetClass="entr" presetSubtype="4" fill="hold" grpId="0" nodeType="afterEffect">
                                  <p:stCondLst>
                                    <p:cond delay="0"/>
                                  </p:stCondLst>
                                  <p:childTnLst>
                                    <p:set>
                                      <p:cBhvr>
                                        <p:cTn id="63" dur="1" fill="hold">
                                          <p:stCondLst>
                                            <p:cond delay="0"/>
                                          </p:stCondLst>
                                        </p:cTn>
                                        <p:tgtEl>
                                          <p:spTgt spid="122"/>
                                        </p:tgtEl>
                                        <p:attrNameLst>
                                          <p:attrName>style.visibility</p:attrName>
                                        </p:attrNameLst>
                                      </p:cBhvr>
                                      <p:to>
                                        <p:strVal val="visible"/>
                                      </p:to>
                                    </p:set>
                                    <p:animEffect transition="in" filter="wipe(down)">
                                      <p:cBhvr>
                                        <p:cTn id="64"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23" grpId="0"/>
      <p:bldP spid="186" grpId="0"/>
      <p:bldP spid="187" grpId="0"/>
      <p:bldP spid="188" grpId="0"/>
      <p:bldP spid="189"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Shopping Cart Infographic</a:t>
            </a:r>
            <a:endParaRPr lang="en-US" dirty="0"/>
          </a:p>
        </p:txBody>
      </p:sp>
      <p:sp>
        <p:nvSpPr>
          <p:cNvPr id="8" name="Text Placeholder 7"/>
          <p:cNvSpPr>
            <a:spLocks noGrp="1"/>
          </p:cNvSpPr>
          <p:nvPr>
            <p:ph type="body" sz="half" idx="2"/>
          </p:nvPr>
        </p:nvSpPr>
        <p:spPr/>
        <p:txBody>
          <a:bodyPr/>
          <a:lstStyle/>
          <a:p>
            <a:r>
              <a:rPr lang="en-US"/>
              <a:t>Shopping Cart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242</a:t>
            </a:fld>
            <a:endParaRPr lang="en-US" dirty="0"/>
          </a:p>
        </p:txBody>
      </p:sp>
      <p:grpSp>
        <p:nvGrpSpPr>
          <p:cNvPr id="2" name="Group 254"/>
          <p:cNvGrpSpPr/>
          <p:nvPr/>
        </p:nvGrpSpPr>
        <p:grpSpPr>
          <a:xfrm>
            <a:off x="476019" y="1959731"/>
            <a:ext cx="3711469" cy="2174629"/>
            <a:chOff x="476019" y="1959731"/>
            <a:chExt cx="3711469" cy="2174629"/>
          </a:xfrm>
        </p:grpSpPr>
        <p:grpSp>
          <p:nvGrpSpPr>
            <p:cNvPr id="3" name="Group 193"/>
            <p:cNvGrpSpPr/>
            <p:nvPr/>
          </p:nvGrpSpPr>
          <p:grpSpPr>
            <a:xfrm>
              <a:off x="2295622" y="3835730"/>
              <a:ext cx="1497787" cy="298630"/>
              <a:chOff x="3758670" y="3599638"/>
              <a:chExt cx="2293093" cy="457200"/>
            </a:xfrm>
          </p:grpSpPr>
          <p:sp>
            <p:nvSpPr>
              <p:cNvPr id="190" name="Oval 189"/>
              <p:cNvSpPr/>
              <p:nvPr/>
            </p:nvSpPr>
            <p:spPr bwMode="auto">
              <a:xfrm>
                <a:off x="3758670" y="3599638"/>
                <a:ext cx="457200" cy="457200"/>
              </a:xfrm>
              <a:prstGeom prst="ellipse">
                <a:avLst/>
              </a:prstGeom>
              <a:noFill/>
              <a:ln w="76200">
                <a:solidFill>
                  <a:schemeClr val="tx1">
                    <a:lumMod val="75000"/>
                    <a:lumOff val="2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1" name="Oval 190"/>
              <p:cNvSpPr/>
              <p:nvPr/>
            </p:nvSpPr>
            <p:spPr bwMode="auto">
              <a:xfrm>
                <a:off x="5594563" y="3599638"/>
                <a:ext cx="457200" cy="457200"/>
              </a:xfrm>
              <a:prstGeom prst="ellipse">
                <a:avLst/>
              </a:prstGeom>
              <a:noFill/>
              <a:ln w="76200">
                <a:solidFill>
                  <a:schemeClr val="tx1">
                    <a:lumMod val="75000"/>
                    <a:lumOff val="2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164" name="Rounded Rectangle 163"/>
            <p:cNvSpPr/>
            <p:nvPr/>
          </p:nvSpPr>
          <p:spPr bwMode="auto">
            <a:xfrm>
              <a:off x="1806545" y="3590636"/>
              <a:ext cx="2380943" cy="167864"/>
            </a:xfrm>
            <a:prstGeom prst="roundRect">
              <a:avLst>
                <a:gd name="adj" fmla="val 50000"/>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65" name="Rounded Rectangle 164"/>
            <p:cNvSpPr/>
            <p:nvPr/>
          </p:nvSpPr>
          <p:spPr bwMode="auto">
            <a:xfrm rot="3852951">
              <a:off x="563332" y="2818767"/>
              <a:ext cx="1861088" cy="143015"/>
            </a:xfrm>
            <a:prstGeom prst="roundRect">
              <a:avLst>
                <a:gd name="adj" fmla="val 50000"/>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4" name="Group 202"/>
            <p:cNvGrpSpPr/>
            <p:nvPr/>
          </p:nvGrpSpPr>
          <p:grpSpPr>
            <a:xfrm>
              <a:off x="476019" y="1984320"/>
              <a:ext cx="700083" cy="275243"/>
              <a:chOff x="537453" y="2067340"/>
              <a:chExt cx="770109" cy="302774"/>
            </a:xfrm>
          </p:grpSpPr>
          <p:sp>
            <p:nvSpPr>
              <p:cNvPr id="192" name="Rounded Rectangle 191"/>
              <p:cNvSpPr/>
              <p:nvPr/>
            </p:nvSpPr>
            <p:spPr bwMode="auto">
              <a:xfrm>
                <a:off x="705310" y="2133965"/>
                <a:ext cx="602252" cy="175212"/>
              </a:xfrm>
              <a:prstGeom prst="roundRect">
                <a:avLst>
                  <a:gd name="adj" fmla="val 50000"/>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3" name="Oval 192"/>
              <p:cNvSpPr/>
              <p:nvPr/>
            </p:nvSpPr>
            <p:spPr bwMode="auto">
              <a:xfrm>
                <a:off x="537453" y="2067340"/>
                <a:ext cx="302774" cy="302774"/>
              </a:xfrm>
              <a:prstGeom prst="ellipse">
                <a:avLst/>
              </a:prstGeom>
              <a:noFill/>
              <a:ln w="76200">
                <a:solidFill>
                  <a:schemeClr val="tx1">
                    <a:lumMod val="75000"/>
                    <a:lumOff val="2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grpSp>
        <p:nvGrpSpPr>
          <p:cNvPr id="5" name="Group 259"/>
          <p:cNvGrpSpPr/>
          <p:nvPr/>
        </p:nvGrpSpPr>
        <p:grpSpPr>
          <a:xfrm>
            <a:off x="1233395" y="2019742"/>
            <a:ext cx="3550022" cy="346356"/>
            <a:chOff x="1233395" y="2019742"/>
            <a:chExt cx="3550022" cy="346356"/>
          </a:xfrm>
        </p:grpSpPr>
        <p:sp>
          <p:nvSpPr>
            <p:cNvPr id="204" name="Trapezoid 203"/>
            <p:cNvSpPr/>
            <p:nvPr/>
          </p:nvSpPr>
          <p:spPr bwMode="auto">
            <a:xfrm rot="10800000">
              <a:off x="1233395" y="2019742"/>
              <a:ext cx="3550022" cy="346356"/>
            </a:xfrm>
            <a:prstGeom prst="trapezoid">
              <a:avLst>
                <a:gd name="adj" fmla="val 49166"/>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6" name="Text Placeholder 3"/>
            <p:cNvSpPr txBox="1">
              <a:spLocks/>
            </p:cNvSpPr>
            <p:nvPr/>
          </p:nvSpPr>
          <p:spPr>
            <a:xfrm>
              <a:off x="2536954" y="209435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bg1"/>
                  </a:solidFill>
                  <a:effectLst/>
                  <a:uLnTx/>
                  <a:uFillTx/>
                  <a:latin typeface="+mn-lt"/>
                  <a:ea typeface="+mn-ea"/>
                  <a:cs typeface="+mn-cs"/>
                </a:rPr>
                <a:t>Title Goes</a:t>
              </a:r>
              <a:r>
                <a:rPr kumimoji="0" lang="en-US" sz="1200" b="1" i="0" u="none" strike="noStrike" kern="1200" cap="none" spc="0" normalizeH="0" noProof="0" dirty="0">
                  <a:solidFill>
                    <a:schemeClr val="bg1"/>
                  </a:solidFill>
                  <a:effectLst/>
                  <a:uLnTx/>
                  <a:uFillTx/>
                  <a:latin typeface="+mn-lt"/>
                  <a:ea typeface="+mn-ea"/>
                  <a:cs typeface="+mn-cs"/>
                </a:rPr>
                <a:t> Here</a:t>
              </a:r>
              <a:endParaRPr kumimoji="0" lang="en-US" sz="1200" b="1" i="0" u="none" strike="noStrike" kern="1200" cap="none" spc="0" normalizeH="0" baseline="0" noProof="0" dirty="0">
                <a:solidFill>
                  <a:schemeClr val="bg1"/>
                </a:solidFill>
                <a:effectLst/>
                <a:uLnTx/>
                <a:uFillTx/>
                <a:latin typeface="+mn-lt"/>
                <a:ea typeface="+mn-ea"/>
                <a:cs typeface="+mn-cs"/>
              </a:endParaRPr>
            </a:p>
          </p:txBody>
        </p:sp>
      </p:grpSp>
      <p:grpSp>
        <p:nvGrpSpPr>
          <p:cNvPr id="6" name="Group 257"/>
          <p:cNvGrpSpPr/>
          <p:nvPr/>
        </p:nvGrpSpPr>
        <p:grpSpPr>
          <a:xfrm>
            <a:off x="1406450" y="2404259"/>
            <a:ext cx="3181131" cy="346356"/>
            <a:chOff x="1406450" y="2404259"/>
            <a:chExt cx="3181131" cy="346356"/>
          </a:xfrm>
        </p:grpSpPr>
        <p:sp>
          <p:nvSpPr>
            <p:cNvPr id="201" name="Trapezoid 200"/>
            <p:cNvSpPr/>
            <p:nvPr/>
          </p:nvSpPr>
          <p:spPr bwMode="auto">
            <a:xfrm rot="10800000">
              <a:off x="1406450" y="2404259"/>
              <a:ext cx="3181131" cy="346356"/>
            </a:xfrm>
            <a:prstGeom prst="trapezoid">
              <a:avLst>
                <a:gd name="adj" fmla="val 49166"/>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7" name="Text Placeholder 3"/>
            <p:cNvSpPr txBox="1">
              <a:spLocks/>
            </p:cNvSpPr>
            <p:nvPr/>
          </p:nvSpPr>
          <p:spPr>
            <a:xfrm>
              <a:off x="2536954" y="2478623"/>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bg1"/>
                  </a:solidFill>
                  <a:effectLst/>
                  <a:uLnTx/>
                  <a:uFillTx/>
                  <a:latin typeface="+mn-lt"/>
                  <a:ea typeface="+mn-ea"/>
                  <a:cs typeface="+mn-cs"/>
                </a:rPr>
                <a:t>Title Goes</a:t>
              </a:r>
              <a:r>
                <a:rPr kumimoji="0" lang="en-US" sz="1200" b="1" i="0" u="none" strike="noStrike" kern="1200" cap="none" spc="0" normalizeH="0" noProof="0" dirty="0">
                  <a:solidFill>
                    <a:schemeClr val="bg1"/>
                  </a:solidFill>
                  <a:effectLst/>
                  <a:uLnTx/>
                  <a:uFillTx/>
                  <a:latin typeface="+mn-lt"/>
                  <a:ea typeface="+mn-ea"/>
                  <a:cs typeface="+mn-cs"/>
                </a:rPr>
                <a:t> Here</a:t>
              </a:r>
              <a:endParaRPr kumimoji="0" lang="en-US" sz="1200" b="1" i="0" u="none" strike="noStrike" kern="1200" cap="none" spc="0" normalizeH="0" baseline="0" noProof="0" dirty="0">
                <a:solidFill>
                  <a:schemeClr val="bg1"/>
                </a:solidFill>
                <a:effectLst/>
                <a:uLnTx/>
                <a:uFillTx/>
                <a:latin typeface="+mn-lt"/>
                <a:ea typeface="+mn-ea"/>
                <a:cs typeface="+mn-cs"/>
              </a:endParaRPr>
            </a:p>
          </p:txBody>
        </p:sp>
      </p:grpSp>
      <p:grpSp>
        <p:nvGrpSpPr>
          <p:cNvPr id="9" name="Group 256"/>
          <p:cNvGrpSpPr/>
          <p:nvPr/>
        </p:nvGrpSpPr>
        <p:grpSpPr>
          <a:xfrm>
            <a:off x="1614264" y="2790152"/>
            <a:ext cx="2765504" cy="346356"/>
            <a:chOff x="1614264" y="2790152"/>
            <a:chExt cx="2765504" cy="346356"/>
          </a:xfrm>
        </p:grpSpPr>
        <p:sp>
          <p:nvSpPr>
            <p:cNvPr id="200" name="Trapezoid 199"/>
            <p:cNvSpPr/>
            <p:nvPr/>
          </p:nvSpPr>
          <p:spPr bwMode="auto">
            <a:xfrm rot="10800000">
              <a:off x="1614264" y="2790152"/>
              <a:ext cx="2765504" cy="346356"/>
            </a:xfrm>
            <a:prstGeom prst="trapezoid">
              <a:avLst>
                <a:gd name="adj" fmla="val 49166"/>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8" name="Text Placeholder 3"/>
            <p:cNvSpPr txBox="1">
              <a:spLocks/>
            </p:cNvSpPr>
            <p:nvPr/>
          </p:nvSpPr>
          <p:spPr>
            <a:xfrm>
              <a:off x="2536954" y="287262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bg1"/>
                  </a:solidFill>
                  <a:effectLst/>
                  <a:uLnTx/>
                  <a:uFillTx/>
                  <a:latin typeface="+mn-lt"/>
                  <a:ea typeface="+mn-ea"/>
                  <a:cs typeface="+mn-cs"/>
                </a:rPr>
                <a:t>Title Goes</a:t>
              </a:r>
              <a:r>
                <a:rPr kumimoji="0" lang="en-US" sz="1200" b="1" i="0" u="none" strike="noStrike" kern="1200" cap="none" spc="0" normalizeH="0" noProof="0" dirty="0">
                  <a:solidFill>
                    <a:schemeClr val="bg1"/>
                  </a:solidFill>
                  <a:effectLst/>
                  <a:uLnTx/>
                  <a:uFillTx/>
                  <a:latin typeface="+mn-lt"/>
                  <a:ea typeface="+mn-ea"/>
                  <a:cs typeface="+mn-cs"/>
                </a:rPr>
                <a:t> Here</a:t>
              </a:r>
              <a:endParaRPr kumimoji="0" lang="en-US" sz="1200" b="1" i="0" u="none" strike="noStrike" kern="1200" cap="none" spc="0" normalizeH="0" baseline="0" noProof="0" dirty="0">
                <a:solidFill>
                  <a:schemeClr val="bg1"/>
                </a:solidFill>
                <a:effectLst/>
                <a:uLnTx/>
                <a:uFillTx/>
                <a:latin typeface="+mn-lt"/>
                <a:ea typeface="+mn-ea"/>
                <a:cs typeface="+mn-cs"/>
              </a:endParaRPr>
            </a:p>
          </p:txBody>
        </p:sp>
      </p:grpSp>
      <p:grpSp>
        <p:nvGrpSpPr>
          <p:cNvPr id="10" name="Group 255"/>
          <p:cNvGrpSpPr/>
          <p:nvPr/>
        </p:nvGrpSpPr>
        <p:grpSpPr>
          <a:xfrm>
            <a:off x="1806545" y="3176046"/>
            <a:ext cx="2380942" cy="346356"/>
            <a:chOff x="1806545" y="3176046"/>
            <a:chExt cx="2380942" cy="346356"/>
          </a:xfrm>
        </p:grpSpPr>
        <p:sp>
          <p:nvSpPr>
            <p:cNvPr id="199" name="Trapezoid 198"/>
            <p:cNvSpPr/>
            <p:nvPr/>
          </p:nvSpPr>
          <p:spPr bwMode="auto">
            <a:xfrm rot="10800000">
              <a:off x="1806545" y="3176046"/>
              <a:ext cx="2380942" cy="346356"/>
            </a:xfrm>
            <a:prstGeom prst="trapezoid">
              <a:avLst>
                <a:gd name="adj" fmla="val 49166"/>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9" name="Text Placeholder 3"/>
            <p:cNvSpPr txBox="1">
              <a:spLocks/>
            </p:cNvSpPr>
            <p:nvPr/>
          </p:nvSpPr>
          <p:spPr>
            <a:xfrm>
              <a:off x="2536954" y="3266619"/>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bg1"/>
                  </a:solidFill>
                  <a:effectLst/>
                  <a:uLnTx/>
                  <a:uFillTx/>
                  <a:latin typeface="+mn-lt"/>
                  <a:ea typeface="+mn-ea"/>
                  <a:cs typeface="+mn-cs"/>
                </a:rPr>
                <a:t>Title Goes</a:t>
              </a:r>
              <a:r>
                <a:rPr kumimoji="0" lang="en-US" sz="1200" b="1" i="0" u="none" strike="noStrike" kern="1200" cap="none" spc="0" normalizeH="0" noProof="0" dirty="0">
                  <a:solidFill>
                    <a:schemeClr val="bg1"/>
                  </a:solidFill>
                  <a:effectLst/>
                  <a:uLnTx/>
                  <a:uFillTx/>
                  <a:latin typeface="+mn-lt"/>
                  <a:ea typeface="+mn-ea"/>
                  <a:cs typeface="+mn-cs"/>
                </a:rPr>
                <a:t> Here</a:t>
              </a:r>
              <a:endParaRPr kumimoji="0" lang="en-US" sz="1200" b="1" i="0" u="none" strike="noStrike" kern="1200" cap="none" spc="0" normalizeH="0" baseline="0" noProof="0" dirty="0">
                <a:solidFill>
                  <a:schemeClr val="bg1"/>
                </a:solidFill>
                <a:effectLst/>
                <a:uLnTx/>
                <a:uFillTx/>
                <a:latin typeface="+mn-lt"/>
                <a:ea typeface="+mn-ea"/>
                <a:cs typeface="+mn-cs"/>
              </a:endParaRPr>
            </a:p>
          </p:txBody>
        </p:sp>
      </p:grpSp>
      <p:grpSp>
        <p:nvGrpSpPr>
          <p:cNvPr id="11" name="Group 226"/>
          <p:cNvGrpSpPr/>
          <p:nvPr/>
        </p:nvGrpSpPr>
        <p:grpSpPr>
          <a:xfrm>
            <a:off x="2969382" y="1413336"/>
            <a:ext cx="2134394" cy="457200"/>
            <a:chOff x="3047206" y="1277144"/>
            <a:chExt cx="2134394" cy="457200"/>
          </a:xfrm>
        </p:grpSpPr>
        <p:cxnSp>
          <p:nvCxnSpPr>
            <p:cNvPr id="224" name="Straight Connector 223"/>
            <p:cNvCxnSpPr/>
            <p:nvPr/>
          </p:nvCxnSpPr>
          <p:spPr>
            <a:xfrm rot="5400000" flipH="1" flipV="1">
              <a:off x="2819400" y="1504950"/>
              <a:ext cx="457200" cy="1588"/>
            </a:xfrm>
            <a:prstGeom prst="line">
              <a:avLst/>
            </a:prstGeom>
            <a:ln w="28575">
              <a:solidFill>
                <a:schemeClr val="tx1">
                  <a:lumMod val="75000"/>
                  <a:lumOff val="2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3048794" y="1277144"/>
              <a:ext cx="2132806" cy="1588"/>
            </a:xfrm>
            <a:prstGeom prst="line">
              <a:avLst/>
            </a:prstGeom>
            <a:ln w="28575">
              <a:solidFill>
                <a:schemeClr val="tx1">
                  <a:lumMod val="75000"/>
                  <a:lumOff val="2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2" name="Group 227"/>
          <p:cNvGrpSpPr/>
          <p:nvPr/>
        </p:nvGrpSpPr>
        <p:grpSpPr>
          <a:xfrm flipV="1">
            <a:off x="2969382" y="3968984"/>
            <a:ext cx="2134394" cy="457200"/>
            <a:chOff x="3047206" y="1277144"/>
            <a:chExt cx="2134394" cy="457200"/>
          </a:xfrm>
        </p:grpSpPr>
        <p:cxnSp>
          <p:nvCxnSpPr>
            <p:cNvPr id="229" name="Straight Connector 228"/>
            <p:cNvCxnSpPr/>
            <p:nvPr/>
          </p:nvCxnSpPr>
          <p:spPr>
            <a:xfrm rot="5400000" flipH="1" flipV="1">
              <a:off x="2819400" y="1504950"/>
              <a:ext cx="457200" cy="1588"/>
            </a:xfrm>
            <a:prstGeom prst="line">
              <a:avLst/>
            </a:prstGeom>
            <a:ln w="28575">
              <a:solidFill>
                <a:schemeClr val="tx1">
                  <a:lumMod val="75000"/>
                  <a:lumOff val="2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3048794" y="1277144"/>
              <a:ext cx="2132806" cy="1588"/>
            </a:xfrm>
            <a:prstGeom prst="line">
              <a:avLst/>
            </a:prstGeom>
            <a:ln w="28575">
              <a:solidFill>
                <a:schemeClr val="tx1">
                  <a:lumMod val="75000"/>
                  <a:lumOff val="2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3" name="Group 38"/>
          <p:cNvGrpSpPr/>
          <p:nvPr/>
        </p:nvGrpSpPr>
        <p:grpSpPr>
          <a:xfrm>
            <a:off x="5122957" y="1657350"/>
            <a:ext cx="2621652" cy="518900"/>
            <a:chOff x="885153" y="1438589"/>
            <a:chExt cx="2621652" cy="518900"/>
          </a:xfrm>
        </p:grpSpPr>
        <p:sp>
          <p:nvSpPr>
            <p:cNvPr id="232" name="TextBox 231"/>
            <p:cNvSpPr txBox="1"/>
            <p:nvPr/>
          </p:nvSpPr>
          <p:spPr>
            <a:xfrm>
              <a:off x="2107384" y="1438589"/>
              <a:ext cx="1399421" cy="184666"/>
            </a:xfrm>
            <a:prstGeom prst="rect">
              <a:avLst/>
            </a:prstGeom>
            <a:noFill/>
          </p:spPr>
          <p:txBody>
            <a:bodyPr wrap="none" lIns="0" tIns="0" rIns="0" bIns="0" rtlCol="0" anchor="ctr">
              <a:spAutoFit/>
            </a:bodyPr>
            <a:lstStyle/>
            <a:p>
              <a:pPr algn="r"/>
              <a:r>
                <a:rPr lang="en-US" sz="1200" b="1" dirty="0">
                  <a:solidFill>
                    <a:schemeClr val="accent1"/>
                  </a:solidFill>
                  <a:latin typeface="+mj-lt"/>
                </a:rPr>
                <a:t>Worldwide Business</a:t>
              </a:r>
            </a:p>
          </p:txBody>
        </p:sp>
        <p:sp>
          <p:nvSpPr>
            <p:cNvPr id="233" name="TextBox 232"/>
            <p:cNvSpPr txBox="1"/>
            <p:nvPr/>
          </p:nvSpPr>
          <p:spPr>
            <a:xfrm>
              <a:off x="885153" y="1649712"/>
              <a:ext cx="2621652"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4" name="Group 39"/>
          <p:cNvGrpSpPr/>
          <p:nvPr/>
        </p:nvGrpSpPr>
        <p:grpSpPr>
          <a:xfrm>
            <a:off x="5122956" y="2898488"/>
            <a:ext cx="2621653" cy="511531"/>
            <a:chOff x="885153" y="2455515"/>
            <a:chExt cx="2621653" cy="511531"/>
          </a:xfrm>
        </p:grpSpPr>
        <p:sp>
          <p:nvSpPr>
            <p:cNvPr id="235" name="TextBox 234"/>
            <p:cNvSpPr txBox="1"/>
            <p:nvPr/>
          </p:nvSpPr>
          <p:spPr>
            <a:xfrm>
              <a:off x="1876551" y="2455515"/>
              <a:ext cx="1630255" cy="184666"/>
            </a:xfrm>
            <a:prstGeom prst="rect">
              <a:avLst/>
            </a:prstGeom>
            <a:noFill/>
          </p:spPr>
          <p:txBody>
            <a:bodyPr wrap="square" lIns="0" tIns="0" rIns="0" bIns="0" rtlCol="0" anchor="ctr">
              <a:spAutoFit/>
            </a:bodyPr>
            <a:lstStyle/>
            <a:p>
              <a:pPr algn="r"/>
              <a:r>
                <a:rPr lang="en-US" sz="1200" b="1" dirty="0">
                  <a:solidFill>
                    <a:schemeClr val="accent3"/>
                  </a:solidFill>
                </a:rPr>
                <a:t>Business To Go</a:t>
              </a:r>
            </a:p>
          </p:txBody>
        </p:sp>
        <p:sp>
          <p:nvSpPr>
            <p:cNvPr id="236" name="TextBox 235"/>
            <p:cNvSpPr txBox="1"/>
            <p:nvPr/>
          </p:nvSpPr>
          <p:spPr>
            <a:xfrm>
              <a:off x="885153" y="2659269"/>
              <a:ext cx="262165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5" name="Group 32"/>
          <p:cNvGrpSpPr/>
          <p:nvPr/>
        </p:nvGrpSpPr>
        <p:grpSpPr>
          <a:xfrm>
            <a:off x="5094685" y="2281604"/>
            <a:ext cx="2649925" cy="511530"/>
            <a:chOff x="5638262" y="1447392"/>
            <a:chExt cx="2649925" cy="511530"/>
          </a:xfrm>
        </p:grpSpPr>
        <p:sp>
          <p:nvSpPr>
            <p:cNvPr id="238" name="TextBox 237"/>
            <p:cNvSpPr txBox="1"/>
            <p:nvPr/>
          </p:nvSpPr>
          <p:spPr>
            <a:xfrm>
              <a:off x="6906398" y="1447392"/>
              <a:ext cx="1381789" cy="184666"/>
            </a:xfrm>
            <a:prstGeom prst="rect">
              <a:avLst/>
            </a:prstGeom>
            <a:noFill/>
          </p:spPr>
          <p:txBody>
            <a:bodyPr wrap="none" lIns="0" tIns="0" rIns="0" bIns="0" rtlCol="0" anchor="ctr">
              <a:spAutoFit/>
            </a:bodyPr>
            <a:lstStyle/>
            <a:p>
              <a:pPr algn="r"/>
              <a:r>
                <a:rPr lang="en-US" sz="1200" b="1" dirty="0">
                  <a:solidFill>
                    <a:schemeClr val="accent2"/>
                  </a:solidFill>
                  <a:latin typeface="+mj-lt"/>
                </a:rPr>
                <a:t>Market Assessment</a:t>
              </a:r>
            </a:p>
          </p:txBody>
        </p:sp>
        <p:sp>
          <p:nvSpPr>
            <p:cNvPr id="239" name="TextBox 238"/>
            <p:cNvSpPr txBox="1"/>
            <p:nvPr/>
          </p:nvSpPr>
          <p:spPr>
            <a:xfrm>
              <a:off x="5638262" y="1651145"/>
              <a:ext cx="264992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6" name="Group 239"/>
          <p:cNvGrpSpPr>
            <a:grpSpLocks noChangeAspect="1"/>
          </p:cNvGrpSpPr>
          <p:nvPr/>
        </p:nvGrpSpPr>
        <p:grpSpPr>
          <a:xfrm>
            <a:off x="7879018" y="1657351"/>
            <a:ext cx="501355" cy="486999"/>
            <a:chOff x="6595471" y="1469840"/>
            <a:chExt cx="723797" cy="703075"/>
          </a:xfrm>
        </p:grpSpPr>
        <p:sp>
          <p:nvSpPr>
            <p:cNvPr id="241" name="Oval 240"/>
            <p:cNvSpPr/>
            <p:nvPr/>
          </p:nvSpPr>
          <p:spPr>
            <a:xfrm>
              <a:off x="6595471" y="1469840"/>
              <a:ext cx="723797" cy="7030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accent1">
                    <a:lumMod val="50000"/>
                  </a:schemeClr>
                </a:solidFill>
                <a:latin typeface="FontAwesome" pitchFamily="2" charset="0"/>
              </a:endParaRPr>
            </a:p>
          </p:txBody>
        </p:sp>
        <p:sp>
          <p:nvSpPr>
            <p:cNvPr id="242" name="Freeform 5"/>
            <p:cNvSpPr>
              <a:spLocks noEditPoints="1"/>
            </p:cNvSpPr>
            <p:nvPr/>
          </p:nvSpPr>
          <p:spPr bwMode="auto">
            <a:xfrm>
              <a:off x="6772184" y="1636192"/>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242"/>
          <p:cNvGrpSpPr>
            <a:grpSpLocks noChangeAspect="1"/>
          </p:cNvGrpSpPr>
          <p:nvPr/>
        </p:nvGrpSpPr>
        <p:grpSpPr>
          <a:xfrm>
            <a:off x="7879015" y="2921368"/>
            <a:ext cx="501361" cy="487004"/>
            <a:chOff x="6595471" y="2476529"/>
            <a:chExt cx="723797" cy="703077"/>
          </a:xfrm>
        </p:grpSpPr>
        <p:sp>
          <p:nvSpPr>
            <p:cNvPr id="244" name="Oval 243"/>
            <p:cNvSpPr/>
            <p:nvPr/>
          </p:nvSpPr>
          <p:spPr>
            <a:xfrm>
              <a:off x="6595471" y="2476529"/>
              <a:ext cx="723797" cy="70307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50000"/>
                  </a:schemeClr>
                </a:solidFill>
              </a:endParaRPr>
            </a:p>
          </p:txBody>
        </p:sp>
        <p:sp>
          <p:nvSpPr>
            <p:cNvPr id="245" name="Freeform 245"/>
            <p:cNvSpPr>
              <a:spLocks/>
            </p:cNvSpPr>
            <p:nvPr/>
          </p:nvSpPr>
          <p:spPr bwMode="auto">
            <a:xfrm>
              <a:off x="6791563" y="2662261"/>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245"/>
          <p:cNvGrpSpPr>
            <a:grpSpLocks noChangeAspect="1"/>
          </p:cNvGrpSpPr>
          <p:nvPr/>
        </p:nvGrpSpPr>
        <p:grpSpPr>
          <a:xfrm>
            <a:off x="7879015" y="2289356"/>
            <a:ext cx="501361" cy="487004"/>
            <a:chOff x="8049780" y="1468406"/>
            <a:chExt cx="723797" cy="703077"/>
          </a:xfrm>
        </p:grpSpPr>
        <p:sp>
          <p:nvSpPr>
            <p:cNvPr id="247" name="Oval 246"/>
            <p:cNvSpPr/>
            <p:nvPr/>
          </p:nvSpPr>
          <p:spPr>
            <a:xfrm>
              <a:off x="8049780" y="1468406"/>
              <a:ext cx="723797" cy="70307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accent2">
                    <a:lumMod val="50000"/>
                  </a:schemeClr>
                </a:solidFill>
                <a:latin typeface="FontAwesome" pitchFamily="2" charset="0"/>
              </a:endParaRPr>
            </a:p>
          </p:txBody>
        </p:sp>
        <p:sp>
          <p:nvSpPr>
            <p:cNvPr id="248" name="Freeform 217"/>
            <p:cNvSpPr>
              <a:spLocks noEditPoints="1"/>
            </p:cNvSpPr>
            <p:nvPr/>
          </p:nvSpPr>
          <p:spPr bwMode="auto">
            <a:xfrm>
              <a:off x="8222238" y="1677864"/>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36"/>
          <p:cNvGrpSpPr/>
          <p:nvPr/>
        </p:nvGrpSpPr>
        <p:grpSpPr>
          <a:xfrm>
            <a:off x="5094686" y="3515373"/>
            <a:ext cx="2649923" cy="544139"/>
            <a:chOff x="5638262" y="2422907"/>
            <a:chExt cx="2649923" cy="544139"/>
          </a:xfrm>
        </p:grpSpPr>
        <p:sp>
          <p:nvSpPr>
            <p:cNvPr id="250" name="TextBox 249"/>
            <p:cNvSpPr txBox="1"/>
            <p:nvPr/>
          </p:nvSpPr>
          <p:spPr>
            <a:xfrm>
              <a:off x="7114787" y="2422907"/>
              <a:ext cx="1173398" cy="184666"/>
            </a:xfrm>
            <a:prstGeom prst="rect">
              <a:avLst/>
            </a:prstGeom>
            <a:noFill/>
          </p:spPr>
          <p:txBody>
            <a:bodyPr wrap="none" lIns="0" tIns="0" rIns="0" bIns="0" rtlCol="0" anchor="ctr">
              <a:spAutoFit/>
            </a:bodyPr>
            <a:lstStyle/>
            <a:p>
              <a:pPr algn="r"/>
              <a:r>
                <a:rPr lang="en-US" sz="1200" b="1" dirty="0">
                  <a:solidFill>
                    <a:schemeClr val="accent4"/>
                  </a:solidFill>
                </a:rPr>
                <a:t>Regulatory Support</a:t>
              </a:r>
            </a:p>
          </p:txBody>
        </p:sp>
        <p:sp>
          <p:nvSpPr>
            <p:cNvPr id="251" name="TextBox 250"/>
            <p:cNvSpPr txBox="1"/>
            <p:nvPr/>
          </p:nvSpPr>
          <p:spPr>
            <a:xfrm>
              <a:off x="5638262" y="2659269"/>
              <a:ext cx="264992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20" name="Group 251"/>
          <p:cNvGrpSpPr>
            <a:grpSpLocks noChangeAspect="1"/>
          </p:cNvGrpSpPr>
          <p:nvPr/>
        </p:nvGrpSpPr>
        <p:grpSpPr>
          <a:xfrm>
            <a:off x="7879015" y="3553380"/>
            <a:ext cx="501361" cy="487004"/>
            <a:chOff x="8049780" y="2476530"/>
            <a:chExt cx="723797" cy="703077"/>
          </a:xfrm>
        </p:grpSpPr>
        <p:sp>
          <p:nvSpPr>
            <p:cNvPr id="253" name="Oval 252"/>
            <p:cNvSpPr/>
            <p:nvPr/>
          </p:nvSpPr>
          <p:spPr>
            <a:xfrm>
              <a:off x="8049780" y="2476530"/>
              <a:ext cx="723797" cy="70307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4">
                    <a:lumMod val="50000"/>
                  </a:schemeClr>
                </a:solidFill>
                <a:latin typeface="FontAwesome" pitchFamily="2" charset="0"/>
              </a:endParaRPr>
            </a:p>
          </p:txBody>
        </p:sp>
        <p:sp>
          <p:nvSpPr>
            <p:cNvPr id="254" name="Freeform 56"/>
            <p:cNvSpPr>
              <a:spLocks noEditPoints="1"/>
            </p:cNvSpPr>
            <p:nvPr/>
          </p:nvSpPr>
          <p:spPr bwMode="auto">
            <a:xfrm>
              <a:off x="8238857" y="2655247"/>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500" fill="hold"/>
                                        <p:tgtEl>
                                          <p:spTgt spid="10"/>
                                        </p:tgtEl>
                                        <p:attrNameLst>
                                          <p:attrName>ppt_x</p:attrName>
                                        </p:attrNameLst>
                                      </p:cBhvr>
                                      <p:tavLst>
                                        <p:tav tm="0">
                                          <p:val>
                                            <p:strVal val="#ppt_x"/>
                                          </p:val>
                                        </p:tav>
                                        <p:tav tm="100000">
                                          <p:val>
                                            <p:strVal val="#ppt_x"/>
                                          </p:val>
                                        </p:tav>
                                      </p:tavLst>
                                    </p:anim>
                                    <p:anim calcmode="lin" valueType="num">
                                      <p:cBhvr additive="base">
                                        <p:cTn id="13" dur="500" fill="hold"/>
                                        <p:tgtEl>
                                          <p:spTgt spid="10"/>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2" presetClass="entr" presetSubtype="8" fill="hold"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wipe(left)">
                                      <p:cBhvr>
                                        <p:cTn id="32" dur="500"/>
                                        <p:tgtEl>
                                          <p:spTgt spid="11"/>
                                        </p:tgtEl>
                                      </p:cBhvr>
                                    </p:animEffect>
                                  </p:childTnLst>
                                </p:cTn>
                              </p:par>
                            </p:childTnLst>
                          </p:cTn>
                        </p:par>
                        <p:par>
                          <p:cTn id="33" fill="hold">
                            <p:stCondLst>
                              <p:cond delay="3000"/>
                            </p:stCondLst>
                            <p:childTnLst>
                              <p:par>
                                <p:cTn id="34" presetID="22" presetClass="entr" presetSubtype="8" fill="hold" nodeType="after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wipe(left)">
                                      <p:cBhvr>
                                        <p:cTn id="36" dur="500"/>
                                        <p:tgtEl>
                                          <p:spTgt spid="12"/>
                                        </p:tgtEl>
                                      </p:cBhvr>
                                    </p:animEffect>
                                  </p:childTnLst>
                                </p:cTn>
                              </p:par>
                            </p:childTnLst>
                          </p:cTn>
                        </p:par>
                        <p:par>
                          <p:cTn id="37" fill="hold">
                            <p:stCondLst>
                              <p:cond delay="3500"/>
                            </p:stCondLst>
                            <p:childTnLst>
                              <p:par>
                                <p:cTn id="38" presetID="53" presetClass="entr" presetSubtype="0" fill="hold" nodeType="afterEffect">
                                  <p:stCondLst>
                                    <p:cond delay="0"/>
                                  </p:stCondLst>
                                  <p:childTnLst>
                                    <p:set>
                                      <p:cBhvr>
                                        <p:cTn id="39" dur="1" fill="hold">
                                          <p:stCondLst>
                                            <p:cond delay="0"/>
                                          </p:stCondLst>
                                        </p:cTn>
                                        <p:tgtEl>
                                          <p:spTgt spid="16"/>
                                        </p:tgtEl>
                                        <p:attrNameLst>
                                          <p:attrName>style.visibility</p:attrName>
                                        </p:attrNameLst>
                                      </p:cBhvr>
                                      <p:to>
                                        <p:strVal val="visible"/>
                                      </p:to>
                                    </p:set>
                                    <p:anim calcmode="lin" valueType="num">
                                      <p:cBhvr>
                                        <p:cTn id="40" dur="500" fill="hold"/>
                                        <p:tgtEl>
                                          <p:spTgt spid="16"/>
                                        </p:tgtEl>
                                        <p:attrNameLst>
                                          <p:attrName>ppt_w</p:attrName>
                                        </p:attrNameLst>
                                      </p:cBhvr>
                                      <p:tavLst>
                                        <p:tav tm="0">
                                          <p:val>
                                            <p:fltVal val="0"/>
                                          </p:val>
                                        </p:tav>
                                        <p:tav tm="100000">
                                          <p:val>
                                            <p:strVal val="#ppt_w"/>
                                          </p:val>
                                        </p:tav>
                                      </p:tavLst>
                                    </p:anim>
                                    <p:anim calcmode="lin" valueType="num">
                                      <p:cBhvr>
                                        <p:cTn id="41" dur="500" fill="hold"/>
                                        <p:tgtEl>
                                          <p:spTgt spid="16"/>
                                        </p:tgtEl>
                                        <p:attrNameLst>
                                          <p:attrName>ppt_h</p:attrName>
                                        </p:attrNameLst>
                                      </p:cBhvr>
                                      <p:tavLst>
                                        <p:tav tm="0">
                                          <p:val>
                                            <p:fltVal val="0"/>
                                          </p:val>
                                        </p:tav>
                                        <p:tav tm="100000">
                                          <p:val>
                                            <p:strVal val="#ppt_h"/>
                                          </p:val>
                                        </p:tav>
                                      </p:tavLst>
                                    </p:anim>
                                    <p:animEffect transition="in" filter="fade">
                                      <p:cBhvr>
                                        <p:cTn id="42" dur="500"/>
                                        <p:tgtEl>
                                          <p:spTgt spid="16"/>
                                        </p:tgtEl>
                                      </p:cBhvr>
                                    </p:animEffect>
                                  </p:childTnLst>
                                </p:cTn>
                              </p:par>
                            </p:childTnLst>
                          </p:cTn>
                        </p:par>
                        <p:par>
                          <p:cTn id="43" fill="hold">
                            <p:stCondLst>
                              <p:cond delay="4000"/>
                            </p:stCondLst>
                            <p:childTnLst>
                              <p:par>
                                <p:cTn id="44" presetID="22" presetClass="entr" presetSubtype="2"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right)">
                                      <p:cBhvr>
                                        <p:cTn id="46" dur="500"/>
                                        <p:tgtEl>
                                          <p:spTgt spid="13"/>
                                        </p:tgtEl>
                                      </p:cBhvr>
                                    </p:animEffect>
                                  </p:childTnLst>
                                </p:cTn>
                              </p:par>
                            </p:childTnLst>
                          </p:cTn>
                        </p:par>
                        <p:par>
                          <p:cTn id="47" fill="hold">
                            <p:stCondLst>
                              <p:cond delay="4500"/>
                            </p:stCondLst>
                            <p:childTnLst>
                              <p:par>
                                <p:cTn id="48" presetID="53" presetClass="entr" presetSubtype="0" fill="hold" nodeType="after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p:cTn id="50" dur="500" fill="hold"/>
                                        <p:tgtEl>
                                          <p:spTgt spid="18"/>
                                        </p:tgtEl>
                                        <p:attrNameLst>
                                          <p:attrName>ppt_w</p:attrName>
                                        </p:attrNameLst>
                                      </p:cBhvr>
                                      <p:tavLst>
                                        <p:tav tm="0">
                                          <p:val>
                                            <p:fltVal val="0"/>
                                          </p:val>
                                        </p:tav>
                                        <p:tav tm="100000">
                                          <p:val>
                                            <p:strVal val="#ppt_w"/>
                                          </p:val>
                                        </p:tav>
                                      </p:tavLst>
                                    </p:anim>
                                    <p:anim calcmode="lin" valueType="num">
                                      <p:cBhvr>
                                        <p:cTn id="51" dur="500" fill="hold"/>
                                        <p:tgtEl>
                                          <p:spTgt spid="18"/>
                                        </p:tgtEl>
                                        <p:attrNameLst>
                                          <p:attrName>ppt_h</p:attrName>
                                        </p:attrNameLst>
                                      </p:cBhvr>
                                      <p:tavLst>
                                        <p:tav tm="0">
                                          <p:val>
                                            <p:fltVal val="0"/>
                                          </p:val>
                                        </p:tav>
                                        <p:tav tm="100000">
                                          <p:val>
                                            <p:strVal val="#ppt_h"/>
                                          </p:val>
                                        </p:tav>
                                      </p:tavLst>
                                    </p:anim>
                                    <p:animEffect transition="in" filter="fade">
                                      <p:cBhvr>
                                        <p:cTn id="52" dur="500"/>
                                        <p:tgtEl>
                                          <p:spTgt spid="18"/>
                                        </p:tgtEl>
                                      </p:cBhvr>
                                    </p:animEffect>
                                  </p:childTnLst>
                                </p:cTn>
                              </p:par>
                            </p:childTnLst>
                          </p:cTn>
                        </p:par>
                        <p:par>
                          <p:cTn id="53" fill="hold">
                            <p:stCondLst>
                              <p:cond delay="5000"/>
                            </p:stCondLst>
                            <p:childTnLst>
                              <p:par>
                                <p:cTn id="54" presetID="22" presetClass="entr" presetSubtype="2" fill="hold" nodeType="after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wipe(right)">
                                      <p:cBhvr>
                                        <p:cTn id="56" dur="500"/>
                                        <p:tgtEl>
                                          <p:spTgt spid="15"/>
                                        </p:tgtEl>
                                      </p:cBhvr>
                                    </p:animEffect>
                                  </p:childTnLst>
                                </p:cTn>
                              </p:par>
                            </p:childTnLst>
                          </p:cTn>
                        </p:par>
                        <p:par>
                          <p:cTn id="57" fill="hold">
                            <p:stCondLst>
                              <p:cond delay="5500"/>
                            </p:stCondLst>
                            <p:childTnLst>
                              <p:par>
                                <p:cTn id="58" presetID="53" presetClass="entr" presetSubtype="0" fill="hold" nodeType="afterEffect">
                                  <p:stCondLst>
                                    <p:cond delay="0"/>
                                  </p:stCondLst>
                                  <p:childTnLst>
                                    <p:set>
                                      <p:cBhvr>
                                        <p:cTn id="59" dur="1" fill="hold">
                                          <p:stCondLst>
                                            <p:cond delay="0"/>
                                          </p:stCondLst>
                                        </p:cTn>
                                        <p:tgtEl>
                                          <p:spTgt spid="17"/>
                                        </p:tgtEl>
                                        <p:attrNameLst>
                                          <p:attrName>style.visibility</p:attrName>
                                        </p:attrNameLst>
                                      </p:cBhvr>
                                      <p:to>
                                        <p:strVal val="visible"/>
                                      </p:to>
                                    </p:set>
                                    <p:anim calcmode="lin" valueType="num">
                                      <p:cBhvr>
                                        <p:cTn id="60" dur="500" fill="hold"/>
                                        <p:tgtEl>
                                          <p:spTgt spid="17"/>
                                        </p:tgtEl>
                                        <p:attrNameLst>
                                          <p:attrName>ppt_w</p:attrName>
                                        </p:attrNameLst>
                                      </p:cBhvr>
                                      <p:tavLst>
                                        <p:tav tm="0">
                                          <p:val>
                                            <p:fltVal val="0"/>
                                          </p:val>
                                        </p:tav>
                                        <p:tav tm="100000">
                                          <p:val>
                                            <p:strVal val="#ppt_w"/>
                                          </p:val>
                                        </p:tav>
                                      </p:tavLst>
                                    </p:anim>
                                    <p:anim calcmode="lin" valueType="num">
                                      <p:cBhvr>
                                        <p:cTn id="61" dur="500" fill="hold"/>
                                        <p:tgtEl>
                                          <p:spTgt spid="17"/>
                                        </p:tgtEl>
                                        <p:attrNameLst>
                                          <p:attrName>ppt_h</p:attrName>
                                        </p:attrNameLst>
                                      </p:cBhvr>
                                      <p:tavLst>
                                        <p:tav tm="0">
                                          <p:val>
                                            <p:fltVal val="0"/>
                                          </p:val>
                                        </p:tav>
                                        <p:tav tm="100000">
                                          <p:val>
                                            <p:strVal val="#ppt_h"/>
                                          </p:val>
                                        </p:tav>
                                      </p:tavLst>
                                    </p:anim>
                                    <p:animEffect transition="in" filter="fade">
                                      <p:cBhvr>
                                        <p:cTn id="62" dur="500"/>
                                        <p:tgtEl>
                                          <p:spTgt spid="17"/>
                                        </p:tgtEl>
                                      </p:cBhvr>
                                    </p:animEffect>
                                  </p:childTnLst>
                                </p:cTn>
                              </p:par>
                            </p:childTnLst>
                          </p:cTn>
                        </p:par>
                        <p:par>
                          <p:cTn id="63" fill="hold">
                            <p:stCondLst>
                              <p:cond delay="6000"/>
                            </p:stCondLst>
                            <p:childTnLst>
                              <p:par>
                                <p:cTn id="64" presetID="22" presetClass="entr" presetSubtype="2" fill="hold" nodeType="after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wipe(right)">
                                      <p:cBhvr>
                                        <p:cTn id="66" dur="500"/>
                                        <p:tgtEl>
                                          <p:spTgt spid="14"/>
                                        </p:tgtEl>
                                      </p:cBhvr>
                                    </p:animEffect>
                                  </p:childTnLst>
                                </p:cTn>
                              </p:par>
                            </p:childTnLst>
                          </p:cTn>
                        </p:par>
                        <p:par>
                          <p:cTn id="67" fill="hold">
                            <p:stCondLst>
                              <p:cond delay="6500"/>
                            </p:stCondLst>
                            <p:childTnLst>
                              <p:par>
                                <p:cTn id="68" presetID="53" presetClass="entr" presetSubtype="0" fill="hold" nodeType="after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p:cTn id="70" dur="500" fill="hold"/>
                                        <p:tgtEl>
                                          <p:spTgt spid="20"/>
                                        </p:tgtEl>
                                        <p:attrNameLst>
                                          <p:attrName>ppt_w</p:attrName>
                                        </p:attrNameLst>
                                      </p:cBhvr>
                                      <p:tavLst>
                                        <p:tav tm="0">
                                          <p:val>
                                            <p:fltVal val="0"/>
                                          </p:val>
                                        </p:tav>
                                        <p:tav tm="100000">
                                          <p:val>
                                            <p:strVal val="#ppt_w"/>
                                          </p:val>
                                        </p:tav>
                                      </p:tavLst>
                                    </p:anim>
                                    <p:anim calcmode="lin" valueType="num">
                                      <p:cBhvr>
                                        <p:cTn id="71" dur="500" fill="hold"/>
                                        <p:tgtEl>
                                          <p:spTgt spid="20"/>
                                        </p:tgtEl>
                                        <p:attrNameLst>
                                          <p:attrName>ppt_h</p:attrName>
                                        </p:attrNameLst>
                                      </p:cBhvr>
                                      <p:tavLst>
                                        <p:tav tm="0">
                                          <p:val>
                                            <p:fltVal val="0"/>
                                          </p:val>
                                        </p:tav>
                                        <p:tav tm="100000">
                                          <p:val>
                                            <p:strVal val="#ppt_h"/>
                                          </p:val>
                                        </p:tav>
                                      </p:tavLst>
                                    </p:anim>
                                    <p:animEffect transition="in" filter="fade">
                                      <p:cBhvr>
                                        <p:cTn id="72" dur="500"/>
                                        <p:tgtEl>
                                          <p:spTgt spid="20"/>
                                        </p:tgtEl>
                                      </p:cBhvr>
                                    </p:animEffect>
                                  </p:childTnLst>
                                </p:cTn>
                              </p:par>
                            </p:childTnLst>
                          </p:cTn>
                        </p:par>
                        <p:par>
                          <p:cTn id="73" fill="hold">
                            <p:stCondLst>
                              <p:cond delay="7000"/>
                            </p:stCondLst>
                            <p:childTnLst>
                              <p:par>
                                <p:cTn id="74" presetID="22" presetClass="entr" presetSubtype="2" fill="hold" nodeType="after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wipe(right)">
                                      <p:cBhvr>
                                        <p:cTn id="7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Shopping Infographic</a:t>
            </a:r>
            <a:endParaRPr lang="en-US" dirty="0"/>
          </a:p>
        </p:txBody>
      </p:sp>
      <p:sp>
        <p:nvSpPr>
          <p:cNvPr id="8" name="Text Placeholder 7"/>
          <p:cNvSpPr>
            <a:spLocks noGrp="1"/>
          </p:cNvSpPr>
          <p:nvPr>
            <p:ph type="body" sz="half" idx="2"/>
          </p:nvPr>
        </p:nvSpPr>
        <p:spPr/>
        <p:txBody>
          <a:bodyPr/>
          <a:lstStyle/>
          <a:p>
            <a:r>
              <a:rPr lang="en-US"/>
              <a:t>Shopping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243</a:t>
            </a:fld>
            <a:endParaRPr lang="en-US" dirty="0"/>
          </a:p>
        </p:txBody>
      </p:sp>
      <p:grpSp>
        <p:nvGrpSpPr>
          <p:cNvPr id="2" name="Group 75"/>
          <p:cNvGrpSpPr/>
          <p:nvPr/>
        </p:nvGrpSpPr>
        <p:grpSpPr>
          <a:xfrm>
            <a:off x="1942180" y="1626272"/>
            <a:ext cx="2127636" cy="2491574"/>
            <a:chOff x="2449513" y="2783681"/>
            <a:chExt cx="1327150" cy="1554163"/>
          </a:xfrm>
        </p:grpSpPr>
        <p:sp>
          <p:nvSpPr>
            <p:cNvPr id="77" name="Freeform 33"/>
            <p:cNvSpPr>
              <a:spLocks/>
            </p:cNvSpPr>
            <p:nvPr/>
          </p:nvSpPr>
          <p:spPr bwMode="auto">
            <a:xfrm>
              <a:off x="3387725" y="2783681"/>
              <a:ext cx="388938" cy="1554163"/>
            </a:xfrm>
            <a:custGeom>
              <a:avLst/>
              <a:gdLst/>
              <a:ahLst/>
              <a:cxnLst>
                <a:cxn ang="0">
                  <a:pos x="0" y="979"/>
                </a:cxn>
                <a:cxn ang="0">
                  <a:pos x="245" y="858"/>
                </a:cxn>
                <a:cxn ang="0">
                  <a:pos x="224" y="757"/>
                </a:cxn>
                <a:cxn ang="0">
                  <a:pos x="170" y="27"/>
                </a:cxn>
                <a:cxn ang="0">
                  <a:pos x="86" y="21"/>
                </a:cxn>
                <a:cxn ang="0">
                  <a:pos x="16" y="0"/>
                </a:cxn>
                <a:cxn ang="0">
                  <a:pos x="0" y="979"/>
                </a:cxn>
              </a:cxnLst>
              <a:rect l="0" t="0" r="r" b="b"/>
              <a:pathLst>
                <a:path w="245" h="979">
                  <a:moveTo>
                    <a:pt x="0" y="979"/>
                  </a:moveTo>
                  <a:lnTo>
                    <a:pt x="245" y="858"/>
                  </a:lnTo>
                  <a:lnTo>
                    <a:pt x="224" y="757"/>
                  </a:lnTo>
                  <a:lnTo>
                    <a:pt x="170" y="27"/>
                  </a:lnTo>
                  <a:lnTo>
                    <a:pt x="86" y="21"/>
                  </a:lnTo>
                  <a:lnTo>
                    <a:pt x="16" y="0"/>
                  </a:lnTo>
                  <a:lnTo>
                    <a:pt x="0" y="979"/>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4"/>
            <p:cNvSpPr>
              <a:spLocks/>
            </p:cNvSpPr>
            <p:nvPr/>
          </p:nvSpPr>
          <p:spPr bwMode="auto">
            <a:xfrm>
              <a:off x="2449513" y="2783681"/>
              <a:ext cx="968375" cy="1554163"/>
            </a:xfrm>
            <a:custGeom>
              <a:avLst/>
              <a:gdLst/>
              <a:ahLst/>
              <a:cxnLst>
                <a:cxn ang="0">
                  <a:pos x="607" y="0"/>
                </a:cxn>
                <a:cxn ang="0">
                  <a:pos x="610" y="823"/>
                </a:cxn>
                <a:cxn ang="0">
                  <a:pos x="591" y="979"/>
                </a:cxn>
                <a:cxn ang="0">
                  <a:pos x="0" y="842"/>
                </a:cxn>
                <a:cxn ang="0">
                  <a:pos x="25" y="730"/>
                </a:cxn>
                <a:cxn ang="0">
                  <a:pos x="55" y="45"/>
                </a:cxn>
                <a:cxn ang="0">
                  <a:pos x="607" y="0"/>
                </a:cxn>
              </a:cxnLst>
              <a:rect l="0" t="0" r="r" b="b"/>
              <a:pathLst>
                <a:path w="610" h="979">
                  <a:moveTo>
                    <a:pt x="607" y="0"/>
                  </a:moveTo>
                  <a:lnTo>
                    <a:pt x="610" y="823"/>
                  </a:lnTo>
                  <a:lnTo>
                    <a:pt x="591" y="979"/>
                  </a:lnTo>
                  <a:lnTo>
                    <a:pt x="0" y="842"/>
                  </a:lnTo>
                  <a:lnTo>
                    <a:pt x="25" y="730"/>
                  </a:lnTo>
                  <a:lnTo>
                    <a:pt x="55" y="45"/>
                  </a:lnTo>
                  <a:lnTo>
                    <a:pt x="607"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5"/>
            <p:cNvSpPr>
              <a:spLocks/>
            </p:cNvSpPr>
            <p:nvPr/>
          </p:nvSpPr>
          <p:spPr bwMode="auto">
            <a:xfrm>
              <a:off x="3387725" y="2783681"/>
              <a:ext cx="182563" cy="1554163"/>
            </a:xfrm>
            <a:custGeom>
              <a:avLst/>
              <a:gdLst/>
              <a:ahLst/>
              <a:cxnLst>
                <a:cxn ang="0">
                  <a:pos x="0" y="979"/>
                </a:cxn>
                <a:cxn ang="0">
                  <a:pos x="115" y="829"/>
                </a:cxn>
                <a:cxn ang="0">
                  <a:pos x="92" y="21"/>
                </a:cxn>
                <a:cxn ang="0">
                  <a:pos x="16" y="0"/>
                </a:cxn>
                <a:cxn ang="0">
                  <a:pos x="19" y="823"/>
                </a:cxn>
                <a:cxn ang="0">
                  <a:pos x="0" y="979"/>
                </a:cxn>
              </a:cxnLst>
              <a:rect l="0" t="0" r="r" b="b"/>
              <a:pathLst>
                <a:path w="115" h="979">
                  <a:moveTo>
                    <a:pt x="0" y="979"/>
                  </a:moveTo>
                  <a:lnTo>
                    <a:pt x="115" y="829"/>
                  </a:lnTo>
                  <a:lnTo>
                    <a:pt x="92" y="21"/>
                  </a:lnTo>
                  <a:lnTo>
                    <a:pt x="16" y="0"/>
                  </a:lnTo>
                  <a:lnTo>
                    <a:pt x="19" y="823"/>
                  </a:lnTo>
                  <a:lnTo>
                    <a:pt x="0" y="979"/>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6"/>
            <p:cNvSpPr>
              <a:spLocks/>
            </p:cNvSpPr>
            <p:nvPr/>
          </p:nvSpPr>
          <p:spPr bwMode="auto">
            <a:xfrm>
              <a:off x="2536825" y="2783681"/>
              <a:ext cx="881063" cy="1306513"/>
            </a:xfrm>
            <a:custGeom>
              <a:avLst/>
              <a:gdLst/>
              <a:ahLst/>
              <a:cxnLst>
                <a:cxn ang="0">
                  <a:pos x="580" y="861"/>
                </a:cxn>
                <a:cxn ang="0">
                  <a:pos x="0" y="47"/>
                </a:cxn>
                <a:cxn ang="0">
                  <a:pos x="577" y="0"/>
                </a:cxn>
                <a:cxn ang="0">
                  <a:pos x="580" y="861"/>
                </a:cxn>
              </a:cxnLst>
              <a:rect l="0" t="0" r="r" b="b"/>
              <a:pathLst>
                <a:path w="580" h="861">
                  <a:moveTo>
                    <a:pt x="580" y="861"/>
                  </a:moveTo>
                  <a:cubicBezTo>
                    <a:pt x="580" y="861"/>
                    <a:pt x="541" y="345"/>
                    <a:pt x="0" y="47"/>
                  </a:cubicBezTo>
                  <a:cubicBezTo>
                    <a:pt x="577" y="0"/>
                    <a:pt x="577" y="0"/>
                    <a:pt x="577" y="0"/>
                  </a:cubicBezTo>
                  <a:lnTo>
                    <a:pt x="580" y="861"/>
                  </a:ln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80"/>
            <p:cNvGrpSpPr/>
            <p:nvPr/>
          </p:nvGrpSpPr>
          <p:grpSpPr>
            <a:xfrm>
              <a:off x="2628900" y="2850356"/>
              <a:ext cx="622300" cy="952952"/>
              <a:chOff x="2628900" y="2850356"/>
              <a:chExt cx="622300" cy="952952"/>
            </a:xfrm>
          </p:grpSpPr>
          <p:grpSp>
            <p:nvGrpSpPr>
              <p:cNvPr id="4" name="Group 81"/>
              <p:cNvGrpSpPr/>
              <p:nvPr/>
            </p:nvGrpSpPr>
            <p:grpSpPr>
              <a:xfrm>
                <a:off x="2628900" y="2850356"/>
                <a:ext cx="622300" cy="138113"/>
                <a:chOff x="2628900" y="2850356"/>
                <a:chExt cx="622300" cy="138113"/>
              </a:xfrm>
            </p:grpSpPr>
            <p:sp>
              <p:nvSpPr>
                <p:cNvPr id="84" name="Freeform 37"/>
                <p:cNvSpPr>
                  <a:spLocks/>
                </p:cNvSpPr>
                <p:nvPr/>
              </p:nvSpPr>
              <p:spPr bwMode="auto">
                <a:xfrm>
                  <a:off x="2628900" y="2909094"/>
                  <a:ext cx="53975" cy="79375"/>
                </a:xfrm>
                <a:custGeom>
                  <a:avLst/>
                  <a:gdLst/>
                  <a:ahLst/>
                  <a:cxnLst>
                    <a:cxn ang="0">
                      <a:pos x="36" y="25"/>
                    </a:cxn>
                    <a:cxn ang="0">
                      <a:pos x="19" y="52"/>
                    </a:cxn>
                    <a:cxn ang="0">
                      <a:pos x="0" y="26"/>
                    </a:cxn>
                    <a:cxn ang="0">
                      <a:pos x="18" y="0"/>
                    </a:cxn>
                    <a:cxn ang="0">
                      <a:pos x="36" y="25"/>
                    </a:cxn>
                  </a:cxnLst>
                  <a:rect l="0" t="0" r="r" b="b"/>
                  <a:pathLst>
                    <a:path w="36" h="52">
                      <a:moveTo>
                        <a:pt x="36" y="25"/>
                      </a:moveTo>
                      <a:cubicBezTo>
                        <a:pt x="36" y="40"/>
                        <a:pt x="28" y="52"/>
                        <a:pt x="19" y="52"/>
                      </a:cubicBezTo>
                      <a:cubicBezTo>
                        <a:pt x="9" y="52"/>
                        <a:pt x="1" y="40"/>
                        <a:pt x="0" y="26"/>
                      </a:cubicBezTo>
                      <a:cubicBezTo>
                        <a:pt x="0" y="12"/>
                        <a:pt x="8" y="0"/>
                        <a:pt x="18" y="0"/>
                      </a:cubicBezTo>
                      <a:cubicBezTo>
                        <a:pt x="27" y="0"/>
                        <a:pt x="36" y="11"/>
                        <a:pt x="36" y="25"/>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2641600" y="2928144"/>
                  <a:ext cx="28575" cy="41275"/>
                </a:xfrm>
                <a:custGeom>
                  <a:avLst/>
                  <a:gdLst/>
                  <a:ahLst/>
                  <a:cxnLst>
                    <a:cxn ang="0">
                      <a:pos x="18" y="14"/>
                    </a:cxn>
                    <a:cxn ang="0">
                      <a:pos x="9" y="27"/>
                    </a:cxn>
                    <a:cxn ang="0">
                      <a:pos x="0" y="14"/>
                    </a:cxn>
                    <a:cxn ang="0">
                      <a:pos x="9" y="1"/>
                    </a:cxn>
                    <a:cxn ang="0">
                      <a:pos x="18" y="14"/>
                    </a:cxn>
                  </a:cxnLst>
                  <a:rect l="0" t="0" r="r" b="b"/>
                  <a:pathLst>
                    <a:path w="18" h="27">
                      <a:moveTo>
                        <a:pt x="18" y="14"/>
                      </a:moveTo>
                      <a:cubicBezTo>
                        <a:pt x="18" y="21"/>
                        <a:pt x="14" y="27"/>
                        <a:pt x="9" y="27"/>
                      </a:cubicBezTo>
                      <a:cubicBezTo>
                        <a:pt x="4" y="27"/>
                        <a:pt x="0" y="21"/>
                        <a:pt x="0" y="14"/>
                      </a:cubicBezTo>
                      <a:cubicBezTo>
                        <a:pt x="0" y="7"/>
                        <a:pt x="4" y="1"/>
                        <a:pt x="9" y="1"/>
                      </a:cubicBezTo>
                      <a:cubicBezTo>
                        <a:pt x="14" y="0"/>
                        <a:pt x="18" y="6"/>
                        <a:pt x="18" y="14"/>
                      </a:cubicBez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3171825" y="2850356"/>
                  <a:ext cx="79375" cy="114300"/>
                </a:xfrm>
                <a:custGeom>
                  <a:avLst/>
                  <a:gdLst/>
                  <a:ahLst/>
                  <a:cxnLst>
                    <a:cxn ang="0">
                      <a:pos x="51" y="37"/>
                    </a:cxn>
                    <a:cxn ang="0">
                      <a:pos x="26" y="75"/>
                    </a:cxn>
                    <a:cxn ang="0">
                      <a:pos x="0" y="38"/>
                    </a:cxn>
                    <a:cxn ang="0">
                      <a:pos x="25" y="0"/>
                    </a:cxn>
                    <a:cxn ang="0">
                      <a:pos x="51" y="37"/>
                    </a:cxn>
                  </a:cxnLst>
                  <a:rect l="0" t="0" r="r" b="b"/>
                  <a:pathLst>
                    <a:path w="52" h="75">
                      <a:moveTo>
                        <a:pt x="51" y="37"/>
                      </a:moveTo>
                      <a:cubicBezTo>
                        <a:pt x="52" y="58"/>
                        <a:pt x="41" y="75"/>
                        <a:pt x="26" y="75"/>
                      </a:cubicBezTo>
                      <a:cubicBezTo>
                        <a:pt x="12" y="75"/>
                        <a:pt x="0" y="59"/>
                        <a:pt x="0" y="38"/>
                      </a:cubicBezTo>
                      <a:cubicBezTo>
                        <a:pt x="0" y="17"/>
                        <a:pt x="11" y="0"/>
                        <a:pt x="25" y="0"/>
                      </a:cubicBezTo>
                      <a:cubicBezTo>
                        <a:pt x="39" y="0"/>
                        <a:pt x="51" y="16"/>
                        <a:pt x="51" y="37"/>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40"/>
                <p:cNvSpPr>
                  <a:spLocks/>
                </p:cNvSpPr>
                <p:nvPr/>
              </p:nvSpPr>
              <p:spPr bwMode="auto">
                <a:xfrm>
                  <a:off x="3190875" y="2877344"/>
                  <a:ext cx="39688" cy="58738"/>
                </a:xfrm>
                <a:custGeom>
                  <a:avLst/>
                  <a:gdLst/>
                  <a:ahLst/>
                  <a:cxnLst>
                    <a:cxn ang="0">
                      <a:pos x="27" y="19"/>
                    </a:cxn>
                    <a:cxn ang="0">
                      <a:pos x="14" y="39"/>
                    </a:cxn>
                    <a:cxn ang="0">
                      <a:pos x="1" y="20"/>
                    </a:cxn>
                    <a:cxn ang="0">
                      <a:pos x="13" y="0"/>
                    </a:cxn>
                    <a:cxn ang="0">
                      <a:pos x="27" y="19"/>
                    </a:cxn>
                  </a:cxnLst>
                  <a:rect l="0" t="0" r="r" b="b"/>
                  <a:pathLst>
                    <a:path w="27" h="39">
                      <a:moveTo>
                        <a:pt x="27" y="19"/>
                      </a:moveTo>
                      <a:cubicBezTo>
                        <a:pt x="27" y="30"/>
                        <a:pt x="21" y="38"/>
                        <a:pt x="14" y="39"/>
                      </a:cubicBezTo>
                      <a:cubicBezTo>
                        <a:pt x="7" y="39"/>
                        <a:pt x="1" y="30"/>
                        <a:pt x="1" y="20"/>
                      </a:cubicBezTo>
                      <a:cubicBezTo>
                        <a:pt x="0" y="9"/>
                        <a:pt x="6" y="0"/>
                        <a:pt x="13" y="0"/>
                      </a:cubicBezTo>
                      <a:cubicBezTo>
                        <a:pt x="21" y="0"/>
                        <a:pt x="27" y="8"/>
                        <a:pt x="27" y="19"/>
                      </a:cubicBez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83" name="Freeform 41"/>
              <p:cNvSpPr>
                <a:spLocks/>
              </p:cNvSpPr>
              <p:nvPr/>
            </p:nvSpPr>
            <p:spPr bwMode="auto">
              <a:xfrm>
                <a:off x="2641600" y="2900019"/>
                <a:ext cx="585788" cy="903289"/>
              </a:xfrm>
              <a:custGeom>
                <a:avLst/>
                <a:gdLst/>
                <a:ahLst/>
                <a:cxnLst>
                  <a:cxn ang="0">
                    <a:pos x="176" y="595"/>
                  </a:cxn>
                  <a:cxn ang="0">
                    <a:pos x="149" y="589"/>
                  </a:cxn>
                  <a:cxn ang="0">
                    <a:pos x="0" y="35"/>
                  </a:cxn>
                  <a:cxn ang="0">
                    <a:pos x="8" y="25"/>
                  </a:cxn>
                  <a:cxn ang="0">
                    <a:pos x="8" y="25"/>
                  </a:cxn>
                  <a:cxn ang="0">
                    <a:pos x="17" y="35"/>
                  </a:cxn>
                  <a:cxn ang="0">
                    <a:pos x="156" y="573"/>
                  </a:cxn>
                  <a:cxn ang="0">
                    <a:pos x="207" y="567"/>
                  </a:cxn>
                  <a:cxn ang="0">
                    <a:pos x="365" y="10"/>
                  </a:cxn>
                  <a:cxn ang="0">
                    <a:pos x="373" y="1"/>
                  </a:cxn>
                  <a:cxn ang="0">
                    <a:pos x="382" y="8"/>
                  </a:cxn>
                  <a:cxn ang="0">
                    <a:pos x="345" y="290"/>
                  </a:cxn>
                  <a:cxn ang="0">
                    <a:pos x="217" y="581"/>
                  </a:cxn>
                  <a:cxn ang="0">
                    <a:pos x="176" y="595"/>
                  </a:cxn>
                </a:cxnLst>
                <a:rect l="0" t="0" r="r" b="b"/>
                <a:pathLst>
                  <a:path w="386" h="595">
                    <a:moveTo>
                      <a:pt x="176" y="595"/>
                    </a:moveTo>
                    <a:cubicBezTo>
                      <a:pt x="167" y="595"/>
                      <a:pt x="158" y="593"/>
                      <a:pt x="149" y="589"/>
                    </a:cubicBezTo>
                    <a:cubicBezTo>
                      <a:pt x="1" y="523"/>
                      <a:pt x="0" y="55"/>
                      <a:pt x="0" y="35"/>
                    </a:cubicBezTo>
                    <a:cubicBezTo>
                      <a:pt x="0" y="30"/>
                      <a:pt x="4" y="25"/>
                      <a:pt x="8" y="25"/>
                    </a:cubicBezTo>
                    <a:cubicBezTo>
                      <a:pt x="8" y="25"/>
                      <a:pt x="8" y="25"/>
                      <a:pt x="8" y="25"/>
                    </a:cubicBezTo>
                    <a:cubicBezTo>
                      <a:pt x="13" y="25"/>
                      <a:pt x="17" y="30"/>
                      <a:pt x="17" y="35"/>
                    </a:cubicBezTo>
                    <a:cubicBezTo>
                      <a:pt x="17" y="40"/>
                      <a:pt x="18" y="511"/>
                      <a:pt x="156" y="573"/>
                    </a:cubicBezTo>
                    <a:cubicBezTo>
                      <a:pt x="173" y="581"/>
                      <a:pt x="190" y="579"/>
                      <a:pt x="207" y="567"/>
                    </a:cubicBezTo>
                    <a:cubicBezTo>
                      <a:pt x="311" y="491"/>
                      <a:pt x="373" y="83"/>
                      <a:pt x="365" y="10"/>
                    </a:cubicBezTo>
                    <a:cubicBezTo>
                      <a:pt x="365" y="5"/>
                      <a:pt x="368" y="1"/>
                      <a:pt x="373" y="1"/>
                    </a:cubicBezTo>
                    <a:cubicBezTo>
                      <a:pt x="377" y="0"/>
                      <a:pt x="382" y="4"/>
                      <a:pt x="382" y="8"/>
                    </a:cubicBezTo>
                    <a:cubicBezTo>
                      <a:pt x="386" y="46"/>
                      <a:pt x="372" y="171"/>
                      <a:pt x="345" y="290"/>
                    </a:cubicBezTo>
                    <a:cubicBezTo>
                      <a:pt x="320" y="398"/>
                      <a:pt x="278" y="536"/>
                      <a:pt x="217" y="581"/>
                    </a:cubicBezTo>
                    <a:cubicBezTo>
                      <a:pt x="204" y="590"/>
                      <a:pt x="190" y="595"/>
                      <a:pt x="176" y="59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 name="Group 51"/>
          <p:cNvGrpSpPr/>
          <p:nvPr/>
        </p:nvGrpSpPr>
        <p:grpSpPr>
          <a:xfrm>
            <a:off x="1293751" y="2265082"/>
            <a:ext cx="1628422" cy="1906968"/>
            <a:chOff x="2449513" y="2783681"/>
            <a:chExt cx="1327150" cy="1554163"/>
          </a:xfrm>
        </p:grpSpPr>
        <p:sp>
          <p:nvSpPr>
            <p:cNvPr id="53" name="Freeform 33"/>
            <p:cNvSpPr>
              <a:spLocks/>
            </p:cNvSpPr>
            <p:nvPr/>
          </p:nvSpPr>
          <p:spPr bwMode="auto">
            <a:xfrm>
              <a:off x="3387725" y="2783681"/>
              <a:ext cx="388938" cy="1554163"/>
            </a:xfrm>
            <a:custGeom>
              <a:avLst/>
              <a:gdLst/>
              <a:ahLst/>
              <a:cxnLst>
                <a:cxn ang="0">
                  <a:pos x="0" y="979"/>
                </a:cxn>
                <a:cxn ang="0">
                  <a:pos x="245" y="858"/>
                </a:cxn>
                <a:cxn ang="0">
                  <a:pos x="224" y="757"/>
                </a:cxn>
                <a:cxn ang="0">
                  <a:pos x="170" y="27"/>
                </a:cxn>
                <a:cxn ang="0">
                  <a:pos x="86" y="21"/>
                </a:cxn>
                <a:cxn ang="0">
                  <a:pos x="16" y="0"/>
                </a:cxn>
                <a:cxn ang="0">
                  <a:pos x="0" y="979"/>
                </a:cxn>
              </a:cxnLst>
              <a:rect l="0" t="0" r="r" b="b"/>
              <a:pathLst>
                <a:path w="245" h="979">
                  <a:moveTo>
                    <a:pt x="0" y="979"/>
                  </a:moveTo>
                  <a:lnTo>
                    <a:pt x="245" y="858"/>
                  </a:lnTo>
                  <a:lnTo>
                    <a:pt x="224" y="757"/>
                  </a:lnTo>
                  <a:lnTo>
                    <a:pt x="170" y="27"/>
                  </a:lnTo>
                  <a:lnTo>
                    <a:pt x="86" y="21"/>
                  </a:lnTo>
                  <a:lnTo>
                    <a:pt x="16" y="0"/>
                  </a:lnTo>
                  <a:lnTo>
                    <a:pt x="0" y="979"/>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4"/>
            <p:cNvSpPr>
              <a:spLocks/>
            </p:cNvSpPr>
            <p:nvPr/>
          </p:nvSpPr>
          <p:spPr bwMode="auto">
            <a:xfrm>
              <a:off x="2449513" y="2783681"/>
              <a:ext cx="968375" cy="1554163"/>
            </a:xfrm>
            <a:custGeom>
              <a:avLst/>
              <a:gdLst/>
              <a:ahLst/>
              <a:cxnLst>
                <a:cxn ang="0">
                  <a:pos x="607" y="0"/>
                </a:cxn>
                <a:cxn ang="0">
                  <a:pos x="610" y="823"/>
                </a:cxn>
                <a:cxn ang="0">
                  <a:pos x="591" y="979"/>
                </a:cxn>
                <a:cxn ang="0">
                  <a:pos x="0" y="842"/>
                </a:cxn>
                <a:cxn ang="0">
                  <a:pos x="25" y="730"/>
                </a:cxn>
                <a:cxn ang="0">
                  <a:pos x="55" y="45"/>
                </a:cxn>
                <a:cxn ang="0">
                  <a:pos x="607" y="0"/>
                </a:cxn>
              </a:cxnLst>
              <a:rect l="0" t="0" r="r" b="b"/>
              <a:pathLst>
                <a:path w="610" h="979">
                  <a:moveTo>
                    <a:pt x="607" y="0"/>
                  </a:moveTo>
                  <a:lnTo>
                    <a:pt x="610" y="823"/>
                  </a:lnTo>
                  <a:lnTo>
                    <a:pt x="591" y="979"/>
                  </a:lnTo>
                  <a:lnTo>
                    <a:pt x="0" y="842"/>
                  </a:lnTo>
                  <a:lnTo>
                    <a:pt x="25" y="730"/>
                  </a:lnTo>
                  <a:lnTo>
                    <a:pt x="55" y="45"/>
                  </a:lnTo>
                  <a:lnTo>
                    <a:pt x="607"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5"/>
            <p:cNvSpPr>
              <a:spLocks/>
            </p:cNvSpPr>
            <p:nvPr/>
          </p:nvSpPr>
          <p:spPr bwMode="auto">
            <a:xfrm>
              <a:off x="3387725" y="2783681"/>
              <a:ext cx="182563" cy="1554163"/>
            </a:xfrm>
            <a:custGeom>
              <a:avLst/>
              <a:gdLst/>
              <a:ahLst/>
              <a:cxnLst>
                <a:cxn ang="0">
                  <a:pos x="0" y="979"/>
                </a:cxn>
                <a:cxn ang="0">
                  <a:pos x="115" y="829"/>
                </a:cxn>
                <a:cxn ang="0">
                  <a:pos x="92" y="21"/>
                </a:cxn>
                <a:cxn ang="0">
                  <a:pos x="16" y="0"/>
                </a:cxn>
                <a:cxn ang="0">
                  <a:pos x="19" y="823"/>
                </a:cxn>
                <a:cxn ang="0">
                  <a:pos x="0" y="979"/>
                </a:cxn>
              </a:cxnLst>
              <a:rect l="0" t="0" r="r" b="b"/>
              <a:pathLst>
                <a:path w="115" h="979">
                  <a:moveTo>
                    <a:pt x="0" y="979"/>
                  </a:moveTo>
                  <a:lnTo>
                    <a:pt x="115" y="829"/>
                  </a:lnTo>
                  <a:lnTo>
                    <a:pt x="92" y="21"/>
                  </a:lnTo>
                  <a:lnTo>
                    <a:pt x="16" y="0"/>
                  </a:lnTo>
                  <a:lnTo>
                    <a:pt x="19" y="823"/>
                  </a:lnTo>
                  <a:lnTo>
                    <a:pt x="0" y="979"/>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6"/>
            <p:cNvSpPr>
              <a:spLocks/>
            </p:cNvSpPr>
            <p:nvPr/>
          </p:nvSpPr>
          <p:spPr bwMode="auto">
            <a:xfrm>
              <a:off x="2536825" y="2783681"/>
              <a:ext cx="881063" cy="1306513"/>
            </a:xfrm>
            <a:custGeom>
              <a:avLst/>
              <a:gdLst/>
              <a:ahLst/>
              <a:cxnLst>
                <a:cxn ang="0">
                  <a:pos x="580" y="861"/>
                </a:cxn>
                <a:cxn ang="0">
                  <a:pos x="0" y="47"/>
                </a:cxn>
                <a:cxn ang="0">
                  <a:pos x="577" y="0"/>
                </a:cxn>
                <a:cxn ang="0">
                  <a:pos x="580" y="861"/>
                </a:cxn>
              </a:cxnLst>
              <a:rect l="0" t="0" r="r" b="b"/>
              <a:pathLst>
                <a:path w="580" h="861">
                  <a:moveTo>
                    <a:pt x="580" y="861"/>
                  </a:moveTo>
                  <a:cubicBezTo>
                    <a:pt x="580" y="861"/>
                    <a:pt x="541" y="345"/>
                    <a:pt x="0" y="47"/>
                  </a:cubicBezTo>
                  <a:cubicBezTo>
                    <a:pt x="577" y="0"/>
                    <a:pt x="577" y="0"/>
                    <a:pt x="577" y="0"/>
                  </a:cubicBezTo>
                  <a:lnTo>
                    <a:pt x="580" y="86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56"/>
            <p:cNvGrpSpPr/>
            <p:nvPr/>
          </p:nvGrpSpPr>
          <p:grpSpPr>
            <a:xfrm>
              <a:off x="2628900" y="2850356"/>
              <a:ext cx="622300" cy="952952"/>
              <a:chOff x="2628900" y="2850356"/>
              <a:chExt cx="622300" cy="952952"/>
            </a:xfrm>
          </p:grpSpPr>
          <p:grpSp>
            <p:nvGrpSpPr>
              <p:cNvPr id="9" name="Group 57"/>
              <p:cNvGrpSpPr/>
              <p:nvPr/>
            </p:nvGrpSpPr>
            <p:grpSpPr>
              <a:xfrm>
                <a:off x="2628900" y="2850356"/>
                <a:ext cx="622300" cy="138113"/>
                <a:chOff x="2628900" y="2850356"/>
                <a:chExt cx="622300" cy="138113"/>
              </a:xfrm>
            </p:grpSpPr>
            <p:sp>
              <p:nvSpPr>
                <p:cNvPr id="60" name="Freeform 37"/>
                <p:cNvSpPr>
                  <a:spLocks/>
                </p:cNvSpPr>
                <p:nvPr/>
              </p:nvSpPr>
              <p:spPr bwMode="auto">
                <a:xfrm>
                  <a:off x="2628900" y="2909094"/>
                  <a:ext cx="53975" cy="79375"/>
                </a:xfrm>
                <a:custGeom>
                  <a:avLst/>
                  <a:gdLst/>
                  <a:ahLst/>
                  <a:cxnLst>
                    <a:cxn ang="0">
                      <a:pos x="36" y="25"/>
                    </a:cxn>
                    <a:cxn ang="0">
                      <a:pos x="19" y="52"/>
                    </a:cxn>
                    <a:cxn ang="0">
                      <a:pos x="0" y="26"/>
                    </a:cxn>
                    <a:cxn ang="0">
                      <a:pos x="18" y="0"/>
                    </a:cxn>
                    <a:cxn ang="0">
                      <a:pos x="36" y="25"/>
                    </a:cxn>
                  </a:cxnLst>
                  <a:rect l="0" t="0" r="r" b="b"/>
                  <a:pathLst>
                    <a:path w="36" h="52">
                      <a:moveTo>
                        <a:pt x="36" y="25"/>
                      </a:moveTo>
                      <a:cubicBezTo>
                        <a:pt x="36" y="40"/>
                        <a:pt x="28" y="52"/>
                        <a:pt x="19" y="52"/>
                      </a:cubicBezTo>
                      <a:cubicBezTo>
                        <a:pt x="9" y="52"/>
                        <a:pt x="1" y="40"/>
                        <a:pt x="0" y="26"/>
                      </a:cubicBezTo>
                      <a:cubicBezTo>
                        <a:pt x="0" y="12"/>
                        <a:pt x="8" y="0"/>
                        <a:pt x="18" y="0"/>
                      </a:cubicBezTo>
                      <a:cubicBezTo>
                        <a:pt x="27" y="0"/>
                        <a:pt x="36" y="11"/>
                        <a:pt x="36" y="25"/>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8"/>
                <p:cNvSpPr>
                  <a:spLocks/>
                </p:cNvSpPr>
                <p:nvPr/>
              </p:nvSpPr>
              <p:spPr bwMode="auto">
                <a:xfrm>
                  <a:off x="2641600" y="2928144"/>
                  <a:ext cx="28575" cy="41275"/>
                </a:xfrm>
                <a:custGeom>
                  <a:avLst/>
                  <a:gdLst/>
                  <a:ahLst/>
                  <a:cxnLst>
                    <a:cxn ang="0">
                      <a:pos x="18" y="14"/>
                    </a:cxn>
                    <a:cxn ang="0">
                      <a:pos x="9" y="27"/>
                    </a:cxn>
                    <a:cxn ang="0">
                      <a:pos x="0" y="14"/>
                    </a:cxn>
                    <a:cxn ang="0">
                      <a:pos x="9" y="1"/>
                    </a:cxn>
                    <a:cxn ang="0">
                      <a:pos x="18" y="14"/>
                    </a:cxn>
                  </a:cxnLst>
                  <a:rect l="0" t="0" r="r" b="b"/>
                  <a:pathLst>
                    <a:path w="18" h="27">
                      <a:moveTo>
                        <a:pt x="18" y="14"/>
                      </a:moveTo>
                      <a:cubicBezTo>
                        <a:pt x="18" y="21"/>
                        <a:pt x="14" y="27"/>
                        <a:pt x="9" y="27"/>
                      </a:cubicBezTo>
                      <a:cubicBezTo>
                        <a:pt x="4" y="27"/>
                        <a:pt x="0" y="21"/>
                        <a:pt x="0" y="14"/>
                      </a:cubicBezTo>
                      <a:cubicBezTo>
                        <a:pt x="0" y="7"/>
                        <a:pt x="4" y="1"/>
                        <a:pt x="9" y="1"/>
                      </a:cubicBezTo>
                      <a:cubicBezTo>
                        <a:pt x="14" y="0"/>
                        <a:pt x="18" y="6"/>
                        <a:pt x="18" y="14"/>
                      </a:cubicBez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9"/>
                <p:cNvSpPr>
                  <a:spLocks/>
                </p:cNvSpPr>
                <p:nvPr/>
              </p:nvSpPr>
              <p:spPr bwMode="auto">
                <a:xfrm>
                  <a:off x="3171825" y="2850356"/>
                  <a:ext cx="79375" cy="114300"/>
                </a:xfrm>
                <a:custGeom>
                  <a:avLst/>
                  <a:gdLst/>
                  <a:ahLst/>
                  <a:cxnLst>
                    <a:cxn ang="0">
                      <a:pos x="51" y="37"/>
                    </a:cxn>
                    <a:cxn ang="0">
                      <a:pos x="26" y="75"/>
                    </a:cxn>
                    <a:cxn ang="0">
                      <a:pos x="0" y="38"/>
                    </a:cxn>
                    <a:cxn ang="0">
                      <a:pos x="25" y="0"/>
                    </a:cxn>
                    <a:cxn ang="0">
                      <a:pos x="51" y="37"/>
                    </a:cxn>
                  </a:cxnLst>
                  <a:rect l="0" t="0" r="r" b="b"/>
                  <a:pathLst>
                    <a:path w="52" h="75">
                      <a:moveTo>
                        <a:pt x="51" y="37"/>
                      </a:moveTo>
                      <a:cubicBezTo>
                        <a:pt x="52" y="58"/>
                        <a:pt x="41" y="75"/>
                        <a:pt x="26" y="75"/>
                      </a:cubicBezTo>
                      <a:cubicBezTo>
                        <a:pt x="12" y="75"/>
                        <a:pt x="0" y="59"/>
                        <a:pt x="0" y="38"/>
                      </a:cubicBezTo>
                      <a:cubicBezTo>
                        <a:pt x="0" y="17"/>
                        <a:pt x="11" y="0"/>
                        <a:pt x="25" y="0"/>
                      </a:cubicBezTo>
                      <a:cubicBezTo>
                        <a:pt x="39" y="0"/>
                        <a:pt x="51" y="16"/>
                        <a:pt x="51" y="37"/>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40"/>
                <p:cNvSpPr>
                  <a:spLocks/>
                </p:cNvSpPr>
                <p:nvPr/>
              </p:nvSpPr>
              <p:spPr bwMode="auto">
                <a:xfrm>
                  <a:off x="3190875" y="2877344"/>
                  <a:ext cx="39688" cy="58738"/>
                </a:xfrm>
                <a:custGeom>
                  <a:avLst/>
                  <a:gdLst/>
                  <a:ahLst/>
                  <a:cxnLst>
                    <a:cxn ang="0">
                      <a:pos x="27" y="19"/>
                    </a:cxn>
                    <a:cxn ang="0">
                      <a:pos x="14" y="39"/>
                    </a:cxn>
                    <a:cxn ang="0">
                      <a:pos x="1" y="20"/>
                    </a:cxn>
                    <a:cxn ang="0">
                      <a:pos x="13" y="0"/>
                    </a:cxn>
                    <a:cxn ang="0">
                      <a:pos x="27" y="19"/>
                    </a:cxn>
                  </a:cxnLst>
                  <a:rect l="0" t="0" r="r" b="b"/>
                  <a:pathLst>
                    <a:path w="27" h="39">
                      <a:moveTo>
                        <a:pt x="27" y="19"/>
                      </a:moveTo>
                      <a:cubicBezTo>
                        <a:pt x="27" y="30"/>
                        <a:pt x="21" y="38"/>
                        <a:pt x="14" y="39"/>
                      </a:cubicBezTo>
                      <a:cubicBezTo>
                        <a:pt x="7" y="39"/>
                        <a:pt x="1" y="30"/>
                        <a:pt x="1" y="20"/>
                      </a:cubicBezTo>
                      <a:cubicBezTo>
                        <a:pt x="0" y="9"/>
                        <a:pt x="6" y="0"/>
                        <a:pt x="13" y="0"/>
                      </a:cubicBezTo>
                      <a:cubicBezTo>
                        <a:pt x="21" y="0"/>
                        <a:pt x="27" y="8"/>
                        <a:pt x="27" y="19"/>
                      </a:cubicBez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9" name="Freeform 41"/>
              <p:cNvSpPr>
                <a:spLocks/>
              </p:cNvSpPr>
              <p:nvPr/>
            </p:nvSpPr>
            <p:spPr bwMode="auto">
              <a:xfrm>
                <a:off x="2641600" y="2900019"/>
                <a:ext cx="585788" cy="903289"/>
              </a:xfrm>
              <a:custGeom>
                <a:avLst/>
                <a:gdLst/>
                <a:ahLst/>
                <a:cxnLst>
                  <a:cxn ang="0">
                    <a:pos x="176" y="595"/>
                  </a:cxn>
                  <a:cxn ang="0">
                    <a:pos x="149" y="589"/>
                  </a:cxn>
                  <a:cxn ang="0">
                    <a:pos x="0" y="35"/>
                  </a:cxn>
                  <a:cxn ang="0">
                    <a:pos x="8" y="25"/>
                  </a:cxn>
                  <a:cxn ang="0">
                    <a:pos x="8" y="25"/>
                  </a:cxn>
                  <a:cxn ang="0">
                    <a:pos x="17" y="35"/>
                  </a:cxn>
                  <a:cxn ang="0">
                    <a:pos x="156" y="573"/>
                  </a:cxn>
                  <a:cxn ang="0">
                    <a:pos x="207" y="567"/>
                  </a:cxn>
                  <a:cxn ang="0">
                    <a:pos x="365" y="10"/>
                  </a:cxn>
                  <a:cxn ang="0">
                    <a:pos x="373" y="1"/>
                  </a:cxn>
                  <a:cxn ang="0">
                    <a:pos x="382" y="8"/>
                  </a:cxn>
                  <a:cxn ang="0">
                    <a:pos x="345" y="290"/>
                  </a:cxn>
                  <a:cxn ang="0">
                    <a:pos x="217" y="581"/>
                  </a:cxn>
                  <a:cxn ang="0">
                    <a:pos x="176" y="595"/>
                  </a:cxn>
                </a:cxnLst>
                <a:rect l="0" t="0" r="r" b="b"/>
                <a:pathLst>
                  <a:path w="386" h="595">
                    <a:moveTo>
                      <a:pt x="176" y="595"/>
                    </a:moveTo>
                    <a:cubicBezTo>
                      <a:pt x="167" y="595"/>
                      <a:pt x="158" y="593"/>
                      <a:pt x="149" y="589"/>
                    </a:cubicBezTo>
                    <a:cubicBezTo>
                      <a:pt x="1" y="523"/>
                      <a:pt x="0" y="55"/>
                      <a:pt x="0" y="35"/>
                    </a:cubicBezTo>
                    <a:cubicBezTo>
                      <a:pt x="0" y="30"/>
                      <a:pt x="4" y="25"/>
                      <a:pt x="8" y="25"/>
                    </a:cubicBezTo>
                    <a:cubicBezTo>
                      <a:pt x="8" y="25"/>
                      <a:pt x="8" y="25"/>
                      <a:pt x="8" y="25"/>
                    </a:cubicBezTo>
                    <a:cubicBezTo>
                      <a:pt x="13" y="25"/>
                      <a:pt x="17" y="30"/>
                      <a:pt x="17" y="35"/>
                    </a:cubicBezTo>
                    <a:cubicBezTo>
                      <a:pt x="17" y="40"/>
                      <a:pt x="18" y="511"/>
                      <a:pt x="156" y="573"/>
                    </a:cubicBezTo>
                    <a:cubicBezTo>
                      <a:pt x="173" y="581"/>
                      <a:pt x="190" y="579"/>
                      <a:pt x="207" y="567"/>
                    </a:cubicBezTo>
                    <a:cubicBezTo>
                      <a:pt x="311" y="491"/>
                      <a:pt x="373" y="83"/>
                      <a:pt x="365" y="10"/>
                    </a:cubicBezTo>
                    <a:cubicBezTo>
                      <a:pt x="365" y="5"/>
                      <a:pt x="368" y="1"/>
                      <a:pt x="373" y="1"/>
                    </a:cubicBezTo>
                    <a:cubicBezTo>
                      <a:pt x="377" y="0"/>
                      <a:pt x="382" y="4"/>
                      <a:pt x="382" y="8"/>
                    </a:cubicBezTo>
                    <a:cubicBezTo>
                      <a:pt x="386" y="46"/>
                      <a:pt x="372" y="171"/>
                      <a:pt x="345" y="290"/>
                    </a:cubicBezTo>
                    <a:cubicBezTo>
                      <a:pt x="320" y="398"/>
                      <a:pt x="278" y="536"/>
                      <a:pt x="217" y="581"/>
                    </a:cubicBezTo>
                    <a:cubicBezTo>
                      <a:pt x="204" y="590"/>
                      <a:pt x="190" y="595"/>
                      <a:pt x="176" y="59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0" name="Group 50"/>
          <p:cNvGrpSpPr/>
          <p:nvPr/>
        </p:nvGrpSpPr>
        <p:grpSpPr>
          <a:xfrm>
            <a:off x="692796" y="2706729"/>
            <a:ext cx="1318631" cy="1544187"/>
            <a:chOff x="2449513" y="2783681"/>
            <a:chExt cx="1327150" cy="1554163"/>
          </a:xfrm>
        </p:grpSpPr>
        <p:sp>
          <p:nvSpPr>
            <p:cNvPr id="4129" name="Freeform 33"/>
            <p:cNvSpPr>
              <a:spLocks/>
            </p:cNvSpPr>
            <p:nvPr/>
          </p:nvSpPr>
          <p:spPr bwMode="auto">
            <a:xfrm>
              <a:off x="3387725" y="2783681"/>
              <a:ext cx="388938" cy="1554163"/>
            </a:xfrm>
            <a:custGeom>
              <a:avLst/>
              <a:gdLst/>
              <a:ahLst/>
              <a:cxnLst>
                <a:cxn ang="0">
                  <a:pos x="0" y="979"/>
                </a:cxn>
                <a:cxn ang="0">
                  <a:pos x="245" y="858"/>
                </a:cxn>
                <a:cxn ang="0">
                  <a:pos x="224" y="757"/>
                </a:cxn>
                <a:cxn ang="0">
                  <a:pos x="170" y="27"/>
                </a:cxn>
                <a:cxn ang="0">
                  <a:pos x="86" y="21"/>
                </a:cxn>
                <a:cxn ang="0">
                  <a:pos x="16" y="0"/>
                </a:cxn>
                <a:cxn ang="0">
                  <a:pos x="0" y="979"/>
                </a:cxn>
              </a:cxnLst>
              <a:rect l="0" t="0" r="r" b="b"/>
              <a:pathLst>
                <a:path w="245" h="979">
                  <a:moveTo>
                    <a:pt x="0" y="979"/>
                  </a:moveTo>
                  <a:lnTo>
                    <a:pt x="245" y="858"/>
                  </a:lnTo>
                  <a:lnTo>
                    <a:pt x="224" y="757"/>
                  </a:lnTo>
                  <a:lnTo>
                    <a:pt x="170" y="27"/>
                  </a:lnTo>
                  <a:lnTo>
                    <a:pt x="86" y="21"/>
                  </a:lnTo>
                  <a:lnTo>
                    <a:pt x="16" y="0"/>
                  </a:lnTo>
                  <a:lnTo>
                    <a:pt x="0" y="97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0" name="Freeform 34"/>
            <p:cNvSpPr>
              <a:spLocks/>
            </p:cNvSpPr>
            <p:nvPr/>
          </p:nvSpPr>
          <p:spPr bwMode="auto">
            <a:xfrm>
              <a:off x="2449513" y="2783681"/>
              <a:ext cx="968375" cy="1554163"/>
            </a:xfrm>
            <a:custGeom>
              <a:avLst/>
              <a:gdLst/>
              <a:ahLst/>
              <a:cxnLst>
                <a:cxn ang="0">
                  <a:pos x="607" y="0"/>
                </a:cxn>
                <a:cxn ang="0">
                  <a:pos x="610" y="823"/>
                </a:cxn>
                <a:cxn ang="0">
                  <a:pos x="591" y="979"/>
                </a:cxn>
                <a:cxn ang="0">
                  <a:pos x="0" y="842"/>
                </a:cxn>
                <a:cxn ang="0">
                  <a:pos x="25" y="730"/>
                </a:cxn>
                <a:cxn ang="0">
                  <a:pos x="55" y="45"/>
                </a:cxn>
                <a:cxn ang="0">
                  <a:pos x="607" y="0"/>
                </a:cxn>
              </a:cxnLst>
              <a:rect l="0" t="0" r="r" b="b"/>
              <a:pathLst>
                <a:path w="610" h="979">
                  <a:moveTo>
                    <a:pt x="607" y="0"/>
                  </a:moveTo>
                  <a:lnTo>
                    <a:pt x="610" y="823"/>
                  </a:lnTo>
                  <a:lnTo>
                    <a:pt x="591" y="979"/>
                  </a:lnTo>
                  <a:lnTo>
                    <a:pt x="0" y="842"/>
                  </a:lnTo>
                  <a:lnTo>
                    <a:pt x="25" y="730"/>
                  </a:lnTo>
                  <a:lnTo>
                    <a:pt x="55" y="45"/>
                  </a:lnTo>
                  <a:lnTo>
                    <a:pt x="607"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1" name="Freeform 35"/>
            <p:cNvSpPr>
              <a:spLocks/>
            </p:cNvSpPr>
            <p:nvPr/>
          </p:nvSpPr>
          <p:spPr bwMode="auto">
            <a:xfrm>
              <a:off x="3387725" y="2783681"/>
              <a:ext cx="182563" cy="1554163"/>
            </a:xfrm>
            <a:custGeom>
              <a:avLst/>
              <a:gdLst/>
              <a:ahLst/>
              <a:cxnLst>
                <a:cxn ang="0">
                  <a:pos x="0" y="979"/>
                </a:cxn>
                <a:cxn ang="0">
                  <a:pos x="115" y="829"/>
                </a:cxn>
                <a:cxn ang="0">
                  <a:pos x="92" y="21"/>
                </a:cxn>
                <a:cxn ang="0">
                  <a:pos x="16" y="0"/>
                </a:cxn>
                <a:cxn ang="0">
                  <a:pos x="19" y="823"/>
                </a:cxn>
                <a:cxn ang="0">
                  <a:pos x="0" y="979"/>
                </a:cxn>
              </a:cxnLst>
              <a:rect l="0" t="0" r="r" b="b"/>
              <a:pathLst>
                <a:path w="115" h="979">
                  <a:moveTo>
                    <a:pt x="0" y="979"/>
                  </a:moveTo>
                  <a:lnTo>
                    <a:pt x="115" y="829"/>
                  </a:lnTo>
                  <a:lnTo>
                    <a:pt x="92" y="21"/>
                  </a:lnTo>
                  <a:lnTo>
                    <a:pt x="16" y="0"/>
                  </a:lnTo>
                  <a:lnTo>
                    <a:pt x="19" y="823"/>
                  </a:lnTo>
                  <a:lnTo>
                    <a:pt x="0" y="97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2" name="Freeform 36"/>
            <p:cNvSpPr>
              <a:spLocks/>
            </p:cNvSpPr>
            <p:nvPr/>
          </p:nvSpPr>
          <p:spPr bwMode="auto">
            <a:xfrm>
              <a:off x="2536825" y="2783681"/>
              <a:ext cx="881063" cy="1306513"/>
            </a:xfrm>
            <a:custGeom>
              <a:avLst/>
              <a:gdLst/>
              <a:ahLst/>
              <a:cxnLst>
                <a:cxn ang="0">
                  <a:pos x="580" y="861"/>
                </a:cxn>
                <a:cxn ang="0">
                  <a:pos x="0" y="47"/>
                </a:cxn>
                <a:cxn ang="0">
                  <a:pos x="577" y="0"/>
                </a:cxn>
                <a:cxn ang="0">
                  <a:pos x="580" y="861"/>
                </a:cxn>
              </a:cxnLst>
              <a:rect l="0" t="0" r="r" b="b"/>
              <a:pathLst>
                <a:path w="580" h="861">
                  <a:moveTo>
                    <a:pt x="580" y="861"/>
                  </a:moveTo>
                  <a:cubicBezTo>
                    <a:pt x="580" y="861"/>
                    <a:pt x="541" y="345"/>
                    <a:pt x="0" y="47"/>
                  </a:cubicBezTo>
                  <a:cubicBezTo>
                    <a:pt x="577" y="0"/>
                    <a:pt x="577" y="0"/>
                    <a:pt x="577" y="0"/>
                  </a:cubicBezTo>
                  <a:lnTo>
                    <a:pt x="580" y="861"/>
                  </a:lnTo>
                  <a:close/>
                </a:path>
              </a:pathLst>
            </a:custGeom>
            <a:solidFill>
              <a:schemeClr val="accent1">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1" name="Group 48"/>
            <p:cNvGrpSpPr/>
            <p:nvPr/>
          </p:nvGrpSpPr>
          <p:grpSpPr>
            <a:xfrm>
              <a:off x="2628900" y="2850356"/>
              <a:ext cx="622300" cy="946151"/>
              <a:chOff x="2628900" y="2850356"/>
              <a:chExt cx="622300" cy="946151"/>
            </a:xfrm>
          </p:grpSpPr>
          <p:grpSp>
            <p:nvGrpSpPr>
              <p:cNvPr id="12" name="Group 46"/>
              <p:cNvGrpSpPr/>
              <p:nvPr/>
            </p:nvGrpSpPr>
            <p:grpSpPr>
              <a:xfrm>
                <a:off x="2628900" y="2850356"/>
                <a:ext cx="622300" cy="138113"/>
                <a:chOff x="2628900" y="2850356"/>
                <a:chExt cx="622300" cy="138113"/>
              </a:xfrm>
            </p:grpSpPr>
            <p:sp>
              <p:nvSpPr>
                <p:cNvPr id="4133" name="Freeform 37"/>
                <p:cNvSpPr>
                  <a:spLocks/>
                </p:cNvSpPr>
                <p:nvPr/>
              </p:nvSpPr>
              <p:spPr bwMode="auto">
                <a:xfrm>
                  <a:off x="2628900" y="2909094"/>
                  <a:ext cx="53975" cy="79375"/>
                </a:xfrm>
                <a:custGeom>
                  <a:avLst/>
                  <a:gdLst/>
                  <a:ahLst/>
                  <a:cxnLst>
                    <a:cxn ang="0">
                      <a:pos x="36" y="25"/>
                    </a:cxn>
                    <a:cxn ang="0">
                      <a:pos x="19" y="52"/>
                    </a:cxn>
                    <a:cxn ang="0">
                      <a:pos x="0" y="26"/>
                    </a:cxn>
                    <a:cxn ang="0">
                      <a:pos x="18" y="0"/>
                    </a:cxn>
                    <a:cxn ang="0">
                      <a:pos x="36" y="25"/>
                    </a:cxn>
                  </a:cxnLst>
                  <a:rect l="0" t="0" r="r" b="b"/>
                  <a:pathLst>
                    <a:path w="36" h="52">
                      <a:moveTo>
                        <a:pt x="36" y="25"/>
                      </a:moveTo>
                      <a:cubicBezTo>
                        <a:pt x="36" y="40"/>
                        <a:pt x="28" y="52"/>
                        <a:pt x="19" y="52"/>
                      </a:cubicBezTo>
                      <a:cubicBezTo>
                        <a:pt x="9" y="52"/>
                        <a:pt x="1" y="40"/>
                        <a:pt x="0" y="26"/>
                      </a:cubicBezTo>
                      <a:cubicBezTo>
                        <a:pt x="0" y="12"/>
                        <a:pt x="8" y="0"/>
                        <a:pt x="18" y="0"/>
                      </a:cubicBezTo>
                      <a:cubicBezTo>
                        <a:pt x="27" y="0"/>
                        <a:pt x="36" y="11"/>
                        <a:pt x="36" y="25"/>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4" name="Freeform 38"/>
                <p:cNvSpPr>
                  <a:spLocks/>
                </p:cNvSpPr>
                <p:nvPr/>
              </p:nvSpPr>
              <p:spPr bwMode="auto">
                <a:xfrm>
                  <a:off x="2641600" y="2928144"/>
                  <a:ext cx="28575" cy="41275"/>
                </a:xfrm>
                <a:custGeom>
                  <a:avLst/>
                  <a:gdLst/>
                  <a:ahLst/>
                  <a:cxnLst>
                    <a:cxn ang="0">
                      <a:pos x="18" y="14"/>
                    </a:cxn>
                    <a:cxn ang="0">
                      <a:pos x="9" y="27"/>
                    </a:cxn>
                    <a:cxn ang="0">
                      <a:pos x="0" y="14"/>
                    </a:cxn>
                    <a:cxn ang="0">
                      <a:pos x="9" y="1"/>
                    </a:cxn>
                    <a:cxn ang="0">
                      <a:pos x="18" y="14"/>
                    </a:cxn>
                  </a:cxnLst>
                  <a:rect l="0" t="0" r="r" b="b"/>
                  <a:pathLst>
                    <a:path w="18" h="27">
                      <a:moveTo>
                        <a:pt x="18" y="14"/>
                      </a:moveTo>
                      <a:cubicBezTo>
                        <a:pt x="18" y="21"/>
                        <a:pt x="14" y="27"/>
                        <a:pt x="9" y="27"/>
                      </a:cubicBezTo>
                      <a:cubicBezTo>
                        <a:pt x="4" y="27"/>
                        <a:pt x="0" y="21"/>
                        <a:pt x="0" y="14"/>
                      </a:cubicBezTo>
                      <a:cubicBezTo>
                        <a:pt x="0" y="7"/>
                        <a:pt x="4" y="1"/>
                        <a:pt x="9" y="1"/>
                      </a:cubicBezTo>
                      <a:cubicBezTo>
                        <a:pt x="14" y="0"/>
                        <a:pt x="18" y="6"/>
                        <a:pt x="18" y="14"/>
                      </a:cubicBez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5" name="Freeform 39"/>
                <p:cNvSpPr>
                  <a:spLocks/>
                </p:cNvSpPr>
                <p:nvPr/>
              </p:nvSpPr>
              <p:spPr bwMode="auto">
                <a:xfrm>
                  <a:off x="3171825" y="2850356"/>
                  <a:ext cx="79375" cy="114300"/>
                </a:xfrm>
                <a:custGeom>
                  <a:avLst/>
                  <a:gdLst/>
                  <a:ahLst/>
                  <a:cxnLst>
                    <a:cxn ang="0">
                      <a:pos x="51" y="37"/>
                    </a:cxn>
                    <a:cxn ang="0">
                      <a:pos x="26" y="75"/>
                    </a:cxn>
                    <a:cxn ang="0">
                      <a:pos x="0" y="38"/>
                    </a:cxn>
                    <a:cxn ang="0">
                      <a:pos x="25" y="0"/>
                    </a:cxn>
                    <a:cxn ang="0">
                      <a:pos x="51" y="37"/>
                    </a:cxn>
                  </a:cxnLst>
                  <a:rect l="0" t="0" r="r" b="b"/>
                  <a:pathLst>
                    <a:path w="52" h="75">
                      <a:moveTo>
                        <a:pt x="51" y="37"/>
                      </a:moveTo>
                      <a:cubicBezTo>
                        <a:pt x="52" y="58"/>
                        <a:pt x="41" y="75"/>
                        <a:pt x="26" y="75"/>
                      </a:cubicBezTo>
                      <a:cubicBezTo>
                        <a:pt x="12" y="75"/>
                        <a:pt x="0" y="59"/>
                        <a:pt x="0" y="38"/>
                      </a:cubicBezTo>
                      <a:cubicBezTo>
                        <a:pt x="0" y="17"/>
                        <a:pt x="11" y="0"/>
                        <a:pt x="25" y="0"/>
                      </a:cubicBezTo>
                      <a:cubicBezTo>
                        <a:pt x="39" y="0"/>
                        <a:pt x="51" y="16"/>
                        <a:pt x="51" y="37"/>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6" name="Freeform 40"/>
                <p:cNvSpPr>
                  <a:spLocks/>
                </p:cNvSpPr>
                <p:nvPr/>
              </p:nvSpPr>
              <p:spPr bwMode="auto">
                <a:xfrm>
                  <a:off x="3190875" y="2877344"/>
                  <a:ext cx="39688" cy="58738"/>
                </a:xfrm>
                <a:custGeom>
                  <a:avLst/>
                  <a:gdLst/>
                  <a:ahLst/>
                  <a:cxnLst>
                    <a:cxn ang="0">
                      <a:pos x="27" y="19"/>
                    </a:cxn>
                    <a:cxn ang="0">
                      <a:pos x="14" y="39"/>
                    </a:cxn>
                    <a:cxn ang="0">
                      <a:pos x="1" y="20"/>
                    </a:cxn>
                    <a:cxn ang="0">
                      <a:pos x="13" y="0"/>
                    </a:cxn>
                    <a:cxn ang="0">
                      <a:pos x="27" y="19"/>
                    </a:cxn>
                  </a:cxnLst>
                  <a:rect l="0" t="0" r="r" b="b"/>
                  <a:pathLst>
                    <a:path w="27" h="39">
                      <a:moveTo>
                        <a:pt x="27" y="19"/>
                      </a:moveTo>
                      <a:cubicBezTo>
                        <a:pt x="27" y="30"/>
                        <a:pt x="21" y="38"/>
                        <a:pt x="14" y="39"/>
                      </a:cubicBezTo>
                      <a:cubicBezTo>
                        <a:pt x="7" y="39"/>
                        <a:pt x="1" y="30"/>
                        <a:pt x="1" y="20"/>
                      </a:cubicBezTo>
                      <a:cubicBezTo>
                        <a:pt x="0" y="9"/>
                        <a:pt x="6" y="0"/>
                        <a:pt x="13" y="0"/>
                      </a:cubicBezTo>
                      <a:cubicBezTo>
                        <a:pt x="21" y="0"/>
                        <a:pt x="27" y="8"/>
                        <a:pt x="27" y="19"/>
                      </a:cubicBez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8" name="Freeform 41"/>
              <p:cNvSpPr>
                <a:spLocks/>
              </p:cNvSpPr>
              <p:nvPr/>
            </p:nvSpPr>
            <p:spPr bwMode="auto">
              <a:xfrm>
                <a:off x="2643188" y="2893219"/>
                <a:ext cx="585788" cy="903288"/>
              </a:xfrm>
              <a:custGeom>
                <a:avLst/>
                <a:gdLst/>
                <a:ahLst/>
                <a:cxnLst>
                  <a:cxn ang="0">
                    <a:pos x="176" y="595"/>
                  </a:cxn>
                  <a:cxn ang="0">
                    <a:pos x="149" y="589"/>
                  </a:cxn>
                  <a:cxn ang="0">
                    <a:pos x="0" y="35"/>
                  </a:cxn>
                  <a:cxn ang="0">
                    <a:pos x="8" y="25"/>
                  </a:cxn>
                  <a:cxn ang="0">
                    <a:pos x="8" y="25"/>
                  </a:cxn>
                  <a:cxn ang="0">
                    <a:pos x="17" y="35"/>
                  </a:cxn>
                  <a:cxn ang="0">
                    <a:pos x="156" y="573"/>
                  </a:cxn>
                  <a:cxn ang="0">
                    <a:pos x="207" y="567"/>
                  </a:cxn>
                  <a:cxn ang="0">
                    <a:pos x="365" y="10"/>
                  </a:cxn>
                  <a:cxn ang="0">
                    <a:pos x="373" y="1"/>
                  </a:cxn>
                  <a:cxn ang="0">
                    <a:pos x="382" y="8"/>
                  </a:cxn>
                  <a:cxn ang="0">
                    <a:pos x="345" y="290"/>
                  </a:cxn>
                  <a:cxn ang="0">
                    <a:pos x="217" y="581"/>
                  </a:cxn>
                  <a:cxn ang="0">
                    <a:pos x="176" y="595"/>
                  </a:cxn>
                </a:cxnLst>
                <a:rect l="0" t="0" r="r" b="b"/>
                <a:pathLst>
                  <a:path w="386" h="595">
                    <a:moveTo>
                      <a:pt x="176" y="595"/>
                    </a:moveTo>
                    <a:cubicBezTo>
                      <a:pt x="167" y="595"/>
                      <a:pt x="158" y="593"/>
                      <a:pt x="149" y="589"/>
                    </a:cubicBezTo>
                    <a:cubicBezTo>
                      <a:pt x="1" y="523"/>
                      <a:pt x="0" y="55"/>
                      <a:pt x="0" y="35"/>
                    </a:cubicBezTo>
                    <a:cubicBezTo>
                      <a:pt x="0" y="30"/>
                      <a:pt x="4" y="25"/>
                      <a:pt x="8" y="25"/>
                    </a:cubicBezTo>
                    <a:cubicBezTo>
                      <a:pt x="8" y="25"/>
                      <a:pt x="8" y="25"/>
                      <a:pt x="8" y="25"/>
                    </a:cubicBezTo>
                    <a:cubicBezTo>
                      <a:pt x="13" y="25"/>
                      <a:pt x="17" y="30"/>
                      <a:pt x="17" y="35"/>
                    </a:cubicBezTo>
                    <a:cubicBezTo>
                      <a:pt x="17" y="40"/>
                      <a:pt x="18" y="511"/>
                      <a:pt x="156" y="573"/>
                    </a:cubicBezTo>
                    <a:cubicBezTo>
                      <a:pt x="173" y="581"/>
                      <a:pt x="190" y="579"/>
                      <a:pt x="207" y="567"/>
                    </a:cubicBezTo>
                    <a:cubicBezTo>
                      <a:pt x="311" y="491"/>
                      <a:pt x="373" y="83"/>
                      <a:pt x="365" y="10"/>
                    </a:cubicBezTo>
                    <a:cubicBezTo>
                      <a:pt x="365" y="5"/>
                      <a:pt x="368" y="1"/>
                      <a:pt x="373" y="1"/>
                    </a:cubicBezTo>
                    <a:cubicBezTo>
                      <a:pt x="377" y="0"/>
                      <a:pt x="382" y="4"/>
                      <a:pt x="382" y="8"/>
                    </a:cubicBezTo>
                    <a:cubicBezTo>
                      <a:pt x="386" y="46"/>
                      <a:pt x="372" y="171"/>
                      <a:pt x="345" y="290"/>
                    </a:cubicBezTo>
                    <a:cubicBezTo>
                      <a:pt x="320" y="398"/>
                      <a:pt x="278" y="536"/>
                      <a:pt x="217" y="581"/>
                    </a:cubicBezTo>
                    <a:cubicBezTo>
                      <a:pt x="204" y="590"/>
                      <a:pt x="190" y="595"/>
                      <a:pt x="176" y="59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 name="Group 63"/>
          <p:cNvGrpSpPr/>
          <p:nvPr/>
        </p:nvGrpSpPr>
        <p:grpSpPr>
          <a:xfrm flipH="1">
            <a:off x="3087151" y="2436889"/>
            <a:ext cx="1637249" cy="1917303"/>
            <a:chOff x="2449513" y="2783681"/>
            <a:chExt cx="1327150" cy="1554163"/>
          </a:xfrm>
        </p:grpSpPr>
        <p:sp>
          <p:nvSpPr>
            <p:cNvPr id="65" name="Freeform 33"/>
            <p:cNvSpPr>
              <a:spLocks/>
            </p:cNvSpPr>
            <p:nvPr/>
          </p:nvSpPr>
          <p:spPr bwMode="auto">
            <a:xfrm>
              <a:off x="3387725" y="2783681"/>
              <a:ext cx="388938" cy="1554163"/>
            </a:xfrm>
            <a:custGeom>
              <a:avLst/>
              <a:gdLst/>
              <a:ahLst/>
              <a:cxnLst>
                <a:cxn ang="0">
                  <a:pos x="0" y="979"/>
                </a:cxn>
                <a:cxn ang="0">
                  <a:pos x="245" y="858"/>
                </a:cxn>
                <a:cxn ang="0">
                  <a:pos x="224" y="757"/>
                </a:cxn>
                <a:cxn ang="0">
                  <a:pos x="170" y="27"/>
                </a:cxn>
                <a:cxn ang="0">
                  <a:pos x="86" y="21"/>
                </a:cxn>
                <a:cxn ang="0">
                  <a:pos x="16" y="0"/>
                </a:cxn>
                <a:cxn ang="0">
                  <a:pos x="0" y="979"/>
                </a:cxn>
              </a:cxnLst>
              <a:rect l="0" t="0" r="r" b="b"/>
              <a:pathLst>
                <a:path w="245" h="979">
                  <a:moveTo>
                    <a:pt x="0" y="979"/>
                  </a:moveTo>
                  <a:lnTo>
                    <a:pt x="245" y="858"/>
                  </a:lnTo>
                  <a:lnTo>
                    <a:pt x="224" y="757"/>
                  </a:lnTo>
                  <a:lnTo>
                    <a:pt x="170" y="27"/>
                  </a:lnTo>
                  <a:lnTo>
                    <a:pt x="86" y="21"/>
                  </a:lnTo>
                  <a:lnTo>
                    <a:pt x="16" y="0"/>
                  </a:lnTo>
                  <a:lnTo>
                    <a:pt x="0" y="979"/>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4"/>
            <p:cNvSpPr>
              <a:spLocks/>
            </p:cNvSpPr>
            <p:nvPr/>
          </p:nvSpPr>
          <p:spPr bwMode="auto">
            <a:xfrm>
              <a:off x="2449513" y="2783681"/>
              <a:ext cx="968375" cy="1554163"/>
            </a:xfrm>
            <a:custGeom>
              <a:avLst/>
              <a:gdLst/>
              <a:ahLst/>
              <a:cxnLst>
                <a:cxn ang="0">
                  <a:pos x="607" y="0"/>
                </a:cxn>
                <a:cxn ang="0">
                  <a:pos x="610" y="823"/>
                </a:cxn>
                <a:cxn ang="0">
                  <a:pos x="591" y="979"/>
                </a:cxn>
                <a:cxn ang="0">
                  <a:pos x="0" y="842"/>
                </a:cxn>
                <a:cxn ang="0">
                  <a:pos x="25" y="730"/>
                </a:cxn>
                <a:cxn ang="0">
                  <a:pos x="55" y="45"/>
                </a:cxn>
                <a:cxn ang="0">
                  <a:pos x="607" y="0"/>
                </a:cxn>
              </a:cxnLst>
              <a:rect l="0" t="0" r="r" b="b"/>
              <a:pathLst>
                <a:path w="610" h="979">
                  <a:moveTo>
                    <a:pt x="607" y="0"/>
                  </a:moveTo>
                  <a:lnTo>
                    <a:pt x="610" y="823"/>
                  </a:lnTo>
                  <a:lnTo>
                    <a:pt x="591" y="979"/>
                  </a:lnTo>
                  <a:lnTo>
                    <a:pt x="0" y="842"/>
                  </a:lnTo>
                  <a:lnTo>
                    <a:pt x="25" y="730"/>
                  </a:lnTo>
                  <a:lnTo>
                    <a:pt x="55" y="45"/>
                  </a:lnTo>
                  <a:lnTo>
                    <a:pt x="607"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35"/>
            <p:cNvSpPr>
              <a:spLocks/>
            </p:cNvSpPr>
            <p:nvPr/>
          </p:nvSpPr>
          <p:spPr bwMode="auto">
            <a:xfrm>
              <a:off x="3387725" y="2783681"/>
              <a:ext cx="182563" cy="1554163"/>
            </a:xfrm>
            <a:custGeom>
              <a:avLst/>
              <a:gdLst/>
              <a:ahLst/>
              <a:cxnLst>
                <a:cxn ang="0">
                  <a:pos x="0" y="979"/>
                </a:cxn>
                <a:cxn ang="0">
                  <a:pos x="115" y="829"/>
                </a:cxn>
                <a:cxn ang="0">
                  <a:pos x="92" y="21"/>
                </a:cxn>
                <a:cxn ang="0">
                  <a:pos x="16" y="0"/>
                </a:cxn>
                <a:cxn ang="0">
                  <a:pos x="19" y="823"/>
                </a:cxn>
                <a:cxn ang="0">
                  <a:pos x="0" y="979"/>
                </a:cxn>
              </a:cxnLst>
              <a:rect l="0" t="0" r="r" b="b"/>
              <a:pathLst>
                <a:path w="115" h="979">
                  <a:moveTo>
                    <a:pt x="0" y="979"/>
                  </a:moveTo>
                  <a:lnTo>
                    <a:pt x="115" y="829"/>
                  </a:lnTo>
                  <a:lnTo>
                    <a:pt x="92" y="21"/>
                  </a:lnTo>
                  <a:lnTo>
                    <a:pt x="16" y="0"/>
                  </a:lnTo>
                  <a:lnTo>
                    <a:pt x="19" y="823"/>
                  </a:lnTo>
                  <a:lnTo>
                    <a:pt x="0" y="979"/>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36"/>
            <p:cNvSpPr>
              <a:spLocks/>
            </p:cNvSpPr>
            <p:nvPr/>
          </p:nvSpPr>
          <p:spPr bwMode="auto">
            <a:xfrm>
              <a:off x="2536825" y="2783681"/>
              <a:ext cx="881063" cy="1306513"/>
            </a:xfrm>
            <a:custGeom>
              <a:avLst/>
              <a:gdLst/>
              <a:ahLst/>
              <a:cxnLst>
                <a:cxn ang="0">
                  <a:pos x="580" y="861"/>
                </a:cxn>
                <a:cxn ang="0">
                  <a:pos x="0" y="47"/>
                </a:cxn>
                <a:cxn ang="0">
                  <a:pos x="577" y="0"/>
                </a:cxn>
                <a:cxn ang="0">
                  <a:pos x="580" y="861"/>
                </a:cxn>
              </a:cxnLst>
              <a:rect l="0" t="0" r="r" b="b"/>
              <a:pathLst>
                <a:path w="580" h="861">
                  <a:moveTo>
                    <a:pt x="580" y="861"/>
                  </a:moveTo>
                  <a:cubicBezTo>
                    <a:pt x="580" y="861"/>
                    <a:pt x="541" y="345"/>
                    <a:pt x="0" y="47"/>
                  </a:cubicBezTo>
                  <a:cubicBezTo>
                    <a:pt x="577" y="0"/>
                    <a:pt x="577" y="0"/>
                    <a:pt x="577" y="0"/>
                  </a:cubicBezTo>
                  <a:lnTo>
                    <a:pt x="580" y="861"/>
                  </a:lnTo>
                  <a:close/>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68"/>
            <p:cNvGrpSpPr/>
            <p:nvPr/>
          </p:nvGrpSpPr>
          <p:grpSpPr>
            <a:xfrm>
              <a:off x="2628900" y="2850356"/>
              <a:ext cx="622300" cy="950773"/>
              <a:chOff x="2628900" y="2850356"/>
              <a:chExt cx="622300" cy="950773"/>
            </a:xfrm>
          </p:grpSpPr>
          <p:grpSp>
            <p:nvGrpSpPr>
              <p:cNvPr id="15" name="Group 69"/>
              <p:cNvGrpSpPr/>
              <p:nvPr/>
            </p:nvGrpSpPr>
            <p:grpSpPr>
              <a:xfrm>
                <a:off x="2628900" y="2850356"/>
                <a:ext cx="622300" cy="138113"/>
                <a:chOff x="2628900" y="2850356"/>
                <a:chExt cx="622300" cy="138113"/>
              </a:xfrm>
            </p:grpSpPr>
            <p:sp>
              <p:nvSpPr>
                <p:cNvPr id="72" name="Freeform 37"/>
                <p:cNvSpPr>
                  <a:spLocks/>
                </p:cNvSpPr>
                <p:nvPr/>
              </p:nvSpPr>
              <p:spPr bwMode="auto">
                <a:xfrm>
                  <a:off x="2628900" y="2909094"/>
                  <a:ext cx="53975" cy="79375"/>
                </a:xfrm>
                <a:custGeom>
                  <a:avLst/>
                  <a:gdLst/>
                  <a:ahLst/>
                  <a:cxnLst>
                    <a:cxn ang="0">
                      <a:pos x="36" y="25"/>
                    </a:cxn>
                    <a:cxn ang="0">
                      <a:pos x="19" y="52"/>
                    </a:cxn>
                    <a:cxn ang="0">
                      <a:pos x="0" y="26"/>
                    </a:cxn>
                    <a:cxn ang="0">
                      <a:pos x="18" y="0"/>
                    </a:cxn>
                    <a:cxn ang="0">
                      <a:pos x="36" y="25"/>
                    </a:cxn>
                  </a:cxnLst>
                  <a:rect l="0" t="0" r="r" b="b"/>
                  <a:pathLst>
                    <a:path w="36" h="52">
                      <a:moveTo>
                        <a:pt x="36" y="25"/>
                      </a:moveTo>
                      <a:cubicBezTo>
                        <a:pt x="36" y="40"/>
                        <a:pt x="28" y="52"/>
                        <a:pt x="19" y="52"/>
                      </a:cubicBezTo>
                      <a:cubicBezTo>
                        <a:pt x="9" y="52"/>
                        <a:pt x="1" y="40"/>
                        <a:pt x="0" y="26"/>
                      </a:cubicBezTo>
                      <a:cubicBezTo>
                        <a:pt x="0" y="12"/>
                        <a:pt x="8" y="0"/>
                        <a:pt x="18" y="0"/>
                      </a:cubicBezTo>
                      <a:cubicBezTo>
                        <a:pt x="27" y="0"/>
                        <a:pt x="36" y="11"/>
                        <a:pt x="36" y="25"/>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38"/>
                <p:cNvSpPr>
                  <a:spLocks/>
                </p:cNvSpPr>
                <p:nvPr/>
              </p:nvSpPr>
              <p:spPr bwMode="auto">
                <a:xfrm>
                  <a:off x="2641600" y="2928144"/>
                  <a:ext cx="28575" cy="41275"/>
                </a:xfrm>
                <a:custGeom>
                  <a:avLst/>
                  <a:gdLst/>
                  <a:ahLst/>
                  <a:cxnLst>
                    <a:cxn ang="0">
                      <a:pos x="18" y="14"/>
                    </a:cxn>
                    <a:cxn ang="0">
                      <a:pos x="9" y="27"/>
                    </a:cxn>
                    <a:cxn ang="0">
                      <a:pos x="0" y="14"/>
                    </a:cxn>
                    <a:cxn ang="0">
                      <a:pos x="9" y="1"/>
                    </a:cxn>
                    <a:cxn ang="0">
                      <a:pos x="18" y="14"/>
                    </a:cxn>
                  </a:cxnLst>
                  <a:rect l="0" t="0" r="r" b="b"/>
                  <a:pathLst>
                    <a:path w="18" h="27">
                      <a:moveTo>
                        <a:pt x="18" y="14"/>
                      </a:moveTo>
                      <a:cubicBezTo>
                        <a:pt x="18" y="21"/>
                        <a:pt x="14" y="27"/>
                        <a:pt x="9" y="27"/>
                      </a:cubicBezTo>
                      <a:cubicBezTo>
                        <a:pt x="4" y="27"/>
                        <a:pt x="0" y="21"/>
                        <a:pt x="0" y="14"/>
                      </a:cubicBezTo>
                      <a:cubicBezTo>
                        <a:pt x="0" y="7"/>
                        <a:pt x="4" y="1"/>
                        <a:pt x="9" y="1"/>
                      </a:cubicBezTo>
                      <a:cubicBezTo>
                        <a:pt x="14" y="0"/>
                        <a:pt x="18" y="6"/>
                        <a:pt x="18" y="14"/>
                      </a:cubicBez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39"/>
                <p:cNvSpPr>
                  <a:spLocks/>
                </p:cNvSpPr>
                <p:nvPr/>
              </p:nvSpPr>
              <p:spPr bwMode="auto">
                <a:xfrm>
                  <a:off x="3171825" y="2850356"/>
                  <a:ext cx="79375" cy="114300"/>
                </a:xfrm>
                <a:custGeom>
                  <a:avLst/>
                  <a:gdLst/>
                  <a:ahLst/>
                  <a:cxnLst>
                    <a:cxn ang="0">
                      <a:pos x="51" y="37"/>
                    </a:cxn>
                    <a:cxn ang="0">
                      <a:pos x="26" y="75"/>
                    </a:cxn>
                    <a:cxn ang="0">
                      <a:pos x="0" y="38"/>
                    </a:cxn>
                    <a:cxn ang="0">
                      <a:pos x="25" y="0"/>
                    </a:cxn>
                    <a:cxn ang="0">
                      <a:pos x="51" y="37"/>
                    </a:cxn>
                  </a:cxnLst>
                  <a:rect l="0" t="0" r="r" b="b"/>
                  <a:pathLst>
                    <a:path w="52" h="75">
                      <a:moveTo>
                        <a:pt x="51" y="37"/>
                      </a:moveTo>
                      <a:cubicBezTo>
                        <a:pt x="52" y="58"/>
                        <a:pt x="41" y="75"/>
                        <a:pt x="26" y="75"/>
                      </a:cubicBezTo>
                      <a:cubicBezTo>
                        <a:pt x="12" y="75"/>
                        <a:pt x="0" y="59"/>
                        <a:pt x="0" y="38"/>
                      </a:cubicBezTo>
                      <a:cubicBezTo>
                        <a:pt x="0" y="17"/>
                        <a:pt x="11" y="0"/>
                        <a:pt x="25" y="0"/>
                      </a:cubicBezTo>
                      <a:cubicBezTo>
                        <a:pt x="39" y="0"/>
                        <a:pt x="51" y="16"/>
                        <a:pt x="51" y="37"/>
                      </a:cubicBez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40"/>
                <p:cNvSpPr>
                  <a:spLocks/>
                </p:cNvSpPr>
                <p:nvPr/>
              </p:nvSpPr>
              <p:spPr bwMode="auto">
                <a:xfrm>
                  <a:off x="3190875" y="2877344"/>
                  <a:ext cx="39688" cy="58738"/>
                </a:xfrm>
                <a:custGeom>
                  <a:avLst/>
                  <a:gdLst/>
                  <a:ahLst/>
                  <a:cxnLst>
                    <a:cxn ang="0">
                      <a:pos x="27" y="19"/>
                    </a:cxn>
                    <a:cxn ang="0">
                      <a:pos x="14" y="39"/>
                    </a:cxn>
                    <a:cxn ang="0">
                      <a:pos x="1" y="20"/>
                    </a:cxn>
                    <a:cxn ang="0">
                      <a:pos x="13" y="0"/>
                    </a:cxn>
                    <a:cxn ang="0">
                      <a:pos x="27" y="19"/>
                    </a:cxn>
                  </a:cxnLst>
                  <a:rect l="0" t="0" r="r" b="b"/>
                  <a:pathLst>
                    <a:path w="27" h="39">
                      <a:moveTo>
                        <a:pt x="27" y="19"/>
                      </a:moveTo>
                      <a:cubicBezTo>
                        <a:pt x="27" y="30"/>
                        <a:pt x="21" y="38"/>
                        <a:pt x="14" y="39"/>
                      </a:cubicBezTo>
                      <a:cubicBezTo>
                        <a:pt x="7" y="39"/>
                        <a:pt x="1" y="30"/>
                        <a:pt x="1" y="20"/>
                      </a:cubicBezTo>
                      <a:cubicBezTo>
                        <a:pt x="0" y="9"/>
                        <a:pt x="6" y="0"/>
                        <a:pt x="13" y="0"/>
                      </a:cubicBezTo>
                      <a:cubicBezTo>
                        <a:pt x="21" y="0"/>
                        <a:pt x="27" y="8"/>
                        <a:pt x="27" y="19"/>
                      </a:cubicBez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1" name="Freeform 41"/>
              <p:cNvSpPr>
                <a:spLocks/>
              </p:cNvSpPr>
              <p:nvPr/>
            </p:nvSpPr>
            <p:spPr bwMode="auto">
              <a:xfrm>
                <a:off x="2643188" y="2897841"/>
                <a:ext cx="585788" cy="903288"/>
              </a:xfrm>
              <a:custGeom>
                <a:avLst/>
                <a:gdLst/>
                <a:ahLst/>
                <a:cxnLst>
                  <a:cxn ang="0">
                    <a:pos x="176" y="595"/>
                  </a:cxn>
                  <a:cxn ang="0">
                    <a:pos x="149" y="589"/>
                  </a:cxn>
                  <a:cxn ang="0">
                    <a:pos x="0" y="35"/>
                  </a:cxn>
                  <a:cxn ang="0">
                    <a:pos x="8" y="25"/>
                  </a:cxn>
                  <a:cxn ang="0">
                    <a:pos x="8" y="25"/>
                  </a:cxn>
                  <a:cxn ang="0">
                    <a:pos x="17" y="35"/>
                  </a:cxn>
                  <a:cxn ang="0">
                    <a:pos x="156" y="573"/>
                  </a:cxn>
                  <a:cxn ang="0">
                    <a:pos x="207" y="567"/>
                  </a:cxn>
                  <a:cxn ang="0">
                    <a:pos x="365" y="10"/>
                  </a:cxn>
                  <a:cxn ang="0">
                    <a:pos x="373" y="1"/>
                  </a:cxn>
                  <a:cxn ang="0">
                    <a:pos x="382" y="8"/>
                  </a:cxn>
                  <a:cxn ang="0">
                    <a:pos x="345" y="290"/>
                  </a:cxn>
                  <a:cxn ang="0">
                    <a:pos x="217" y="581"/>
                  </a:cxn>
                  <a:cxn ang="0">
                    <a:pos x="176" y="595"/>
                  </a:cxn>
                </a:cxnLst>
                <a:rect l="0" t="0" r="r" b="b"/>
                <a:pathLst>
                  <a:path w="386" h="595">
                    <a:moveTo>
                      <a:pt x="176" y="595"/>
                    </a:moveTo>
                    <a:cubicBezTo>
                      <a:pt x="167" y="595"/>
                      <a:pt x="158" y="593"/>
                      <a:pt x="149" y="589"/>
                    </a:cubicBezTo>
                    <a:cubicBezTo>
                      <a:pt x="1" y="523"/>
                      <a:pt x="0" y="55"/>
                      <a:pt x="0" y="35"/>
                    </a:cubicBezTo>
                    <a:cubicBezTo>
                      <a:pt x="0" y="30"/>
                      <a:pt x="4" y="25"/>
                      <a:pt x="8" y="25"/>
                    </a:cubicBezTo>
                    <a:cubicBezTo>
                      <a:pt x="8" y="25"/>
                      <a:pt x="8" y="25"/>
                      <a:pt x="8" y="25"/>
                    </a:cubicBezTo>
                    <a:cubicBezTo>
                      <a:pt x="13" y="25"/>
                      <a:pt x="17" y="30"/>
                      <a:pt x="17" y="35"/>
                    </a:cubicBezTo>
                    <a:cubicBezTo>
                      <a:pt x="17" y="40"/>
                      <a:pt x="18" y="511"/>
                      <a:pt x="156" y="573"/>
                    </a:cubicBezTo>
                    <a:cubicBezTo>
                      <a:pt x="173" y="581"/>
                      <a:pt x="190" y="579"/>
                      <a:pt x="207" y="567"/>
                    </a:cubicBezTo>
                    <a:cubicBezTo>
                      <a:pt x="311" y="491"/>
                      <a:pt x="373" y="83"/>
                      <a:pt x="365" y="10"/>
                    </a:cubicBezTo>
                    <a:cubicBezTo>
                      <a:pt x="365" y="5"/>
                      <a:pt x="368" y="1"/>
                      <a:pt x="373" y="1"/>
                    </a:cubicBezTo>
                    <a:cubicBezTo>
                      <a:pt x="377" y="0"/>
                      <a:pt x="382" y="4"/>
                      <a:pt x="382" y="8"/>
                    </a:cubicBezTo>
                    <a:cubicBezTo>
                      <a:pt x="386" y="46"/>
                      <a:pt x="372" y="171"/>
                      <a:pt x="345" y="290"/>
                    </a:cubicBezTo>
                    <a:cubicBezTo>
                      <a:pt x="320" y="398"/>
                      <a:pt x="278" y="536"/>
                      <a:pt x="217" y="581"/>
                    </a:cubicBezTo>
                    <a:cubicBezTo>
                      <a:pt x="204" y="590"/>
                      <a:pt x="190" y="595"/>
                      <a:pt x="176" y="59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89" name="TextBox 88"/>
          <p:cNvSpPr txBox="1"/>
          <p:nvPr/>
        </p:nvSpPr>
        <p:spPr>
          <a:xfrm>
            <a:off x="5564734" y="1419610"/>
            <a:ext cx="247828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65000"/>
                    <a:lumOff val="35000"/>
                  </a:schemeClr>
                </a:solidFill>
              </a:rPr>
              <a:t>There are many variations of passages of Lorem Ipsum available .</a:t>
            </a:r>
          </a:p>
        </p:txBody>
      </p:sp>
      <p:sp>
        <p:nvSpPr>
          <p:cNvPr id="90" name="TextBox 89"/>
          <p:cNvSpPr txBox="1"/>
          <p:nvPr/>
        </p:nvSpPr>
        <p:spPr>
          <a:xfrm>
            <a:off x="5564733" y="2207672"/>
            <a:ext cx="2478281"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65000"/>
                    <a:lumOff val="35000"/>
                  </a:schemeClr>
                </a:solidFill>
              </a:rPr>
              <a:t>There are many variations of passages</a:t>
            </a:r>
            <a:r>
              <a:rPr lang="ar-IQ" sz="1000" dirty="0">
                <a:solidFill>
                  <a:schemeClr val="tx1">
                    <a:lumMod val="65000"/>
                    <a:lumOff val="35000"/>
                  </a:schemeClr>
                </a:solidFill>
              </a:rPr>
              <a:t> </a:t>
            </a:r>
            <a:r>
              <a:rPr lang="en-US" sz="1000" dirty="0">
                <a:solidFill>
                  <a:schemeClr val="tx1">
                    <a:lumMod val="65000"/>
                    <a:lumOff val="35000"/>
                  </a:schemeClr>
                </a:solidFill>
              </a:rPr>
              <a:t>of Lorem Ipsum available.</a:t>
            </a:r>
          </a:p>
        </p:txBody>
      </p:sp>
      <p:sp>
        <p:nvSpPr>
          <p:cNvPr id="91" name="TextBox 90"/>
          <p:cNvSpPr txBox="1"/>
          <p:nvPr/>
        </p:nvSpPr>
        <p:spPr>
          <a:xfrm>
            <a:off x="5564734" y="2990232"/>
            <a:ext cx="247828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65000"/>
                    <a:lumOff val="35000"/>
                  </a:schemeClr>
                </a:solidFill>
              </a:rPr>
              <a:t>There are many variations of passages of Lorem Ipsum available</a:t>
            </a:r>
          </a:p>
        </p:txBody>
      </p:sp>
      <p:sp>
        <p:nvSpPr>
          <p:cNvPr id="92" name="TextBox 91"/>
          <p:cNvSpPr txBox="1"/>
          <p:nvPr/>
        </p:nvSpPr>
        <p:spPr>
          <a:xfrm>
            <a:off x="5564734" y="3772792"/>
            <a:ext cx="2478280"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65000"/>
                    <a:lumOff val="35000"/>
                  </a:schemeClr>
                </a:solidFill>
              </a:rPr>
              <a:t>There are many variations of passages of Lorem Ipsum available</a:t>
            </a:r>
          </a:p>
        </p:txBody>
      </p:sp>
      <p:sp>
        <p:nvSpPr>
          <p:cNvPr id="93" name="Text Placeholder 3"/>
          <p:cNvSpPr txBox="1">
            <a:spLocks/>
          </p:cNvSpPr>
          <p:nvPr/>
        </p:nvSpPr>
        <p:spPr>
          <a:xfrm>
            <a:off x="7947644" y="1529322"/>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1"/>
                </a:solidFill>
                <a:effectLst/>
                <a:uLnTx/>
                <a:uFillTx/>
                <a:latin typeface="+mn-lt"/>
                <a:ea typeface="+mn-ea"/>
                <a:cs typeface="+mn-cs"/>
              </a:rPr>
              <a:t>20%</a:t>
            </a:r>
          </a:p>
        </p:txBody>
      </p:sp>
      <p:sp>
        <p:nvSpPr>
          <p:cNvPr id="94" name="Text Placeholder 3"/>
          <p:cNvSpPr txBox="1">
            <a:spLocks/>
          </p:cNvSpPr>
          <p:nvPr/>
        </p:nvSpPr>
        <p:spPr>
          <a:xfrm>
            <a:off x="7946842" y="3930628"/>
            <a:ext cx="511358"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4"/>
                </a:solidFill>
                <a:effectLst/>
                <a:uLnTx/>
                <a:uFillTx/>
                <a:latin typeface="+mn-lt"/>
                <a:ea typeface="+mn-ea"/>
                <a:cs typeface="+mn-cs"/>
              </a:rPr>
              <a:t>25%</a:t>
            </a:r>
          </a:p>
        </p:txBody>
      </p:sp>
      <p:sp>
        <p:nvSpPr>
          <p:cNvPr id="95" name="Text Placeholder 3"/>
          <p:cNvSpPr txBox="1">
            <a:spLocks/>
          </p:cNvSpPr>
          <p:nvPr/>
        </p:nvSpPr>
        <p:spPr>
          <a:xfrm>
            <a:off x="7946842" y="2329757"/>
            <a:ext cx="511358"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2"/>
                </a:solidFill>
                <a:effectLst/>
                <a:uLnTx/>
                <a:uFillTx/>
                <a:latin typeface="+mn-lt"/>
                <a:ea typeface="+mn-ea"/>
                <a:cs typeface="+mn-cs"/>
              </a:rPr>
              <a:t>15%</a:t>
            </a:r>
          </a:p>
        </p:txBody>
      </p:sp>
      <p:sp>
        <p:nvSpPr>
          <p:cNvPr id="96" name="Text Placeholder 3"/>
          <p:cNvSpPr txBox="1">
            <a:spLocks/>
          </p:cNvSpPr>
          <p:nvPr/>
        </p:nvSpPr>
        <p:spPr>
          <a:xfrm>
            <a:off x="7947644" y="3130192"/>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3"/>
                </a:solidFill>
                <a:effectLst/>
                <a:uLnTx/>
                <a:uFillTx/>
                <a:latin typeface="+mn-lt"/>
                <a:ea typeface="+mn-ea"/>
                <a:cs typeface="+mn-cs"/>
              </a:rPr>
              <a:t>40%</a:t>
            </a:r>
          </a:p>
        </p:txBody>
      </p:sp>
      <p:grpSp>
        <p:nvGrpSpPr>
          <p:cNvPr id="16" name="Group 18"/>
          <p:cNvGrpSpPr/>
          <p:nvPr/>
        </p:nvGrpSpPr>
        <p:grpSpPr>
          <a:xfrm>
            <a:off x="5048663" y="1472375"/>
            <a:ext cx="493370" cy="479245"/>
            <a:chOff x="860271" y="1518068"/>
            <a:chExt cx="493370" cy="479245"/>
          </a:xfrm>
        </p:grpSpPr>
        <p:sp>
          <p:nvSpPr>
            <p:cNvPr id="98" name="Rounded Rectangle 97"/>
            <p:cNvSpPr/>
            <p:nvPr/>
          </p:nvSpPr>
          <p:spPr>
            <a:xfrm>
              <a:off x="860271" y="151806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99" name="Freeform 6"/>
            <p:cNvSpPr>
              <a:spLocks noEditPoints="1"/>
            </p:cNvSpPr>
            <p:nvPr/>
          </p:nvSpPr>
          <p:spPr bwMode="auto">
            <a:xfrm>
              <a:off x="997419" y="1671965"/>
              <a:ext cx="219075" cy="171450"/>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21"/>
          <p:cNvGrpSpPr/>
          <p:nvPr/>
        </p:nvGrpSpPr>
        <p:grpSpPr>
          <a:xfrm>
            <a:off x="5028551" y="2260437"/>
            <a:ext cx="493370" cy="479245"/>
            <a:chOff x="840159" y="2185414"/>
            <a:chExt cx="493370" cy="479245"/>
          </a:xfrm>
        </p:grpSpPr>
        <p:sp>
          <p:nvSpPr>
            <p:cNvPr id="101" name="Rounded Rectangle 100"/>
            <p:cNvSpPr/>
            <p:nvPr/>
          </p:nvSpPr>
          <p:spPr>
            <a:xfrm>
              <a:off x="840159" y="2185414"/>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102" name="Freeform 100"/>
            <p:cNvSpPr>
              <a:spLocks noEditPoints="1"/>
            </p:cNvSpPr>
            <p:nvPr/>
          </p:nvSpPr>
          <p:spPr bwMode="auto">
            <a:xfrm>
              <a:off x="971750" y="2314705"/>
              <a:ext cx="230188" cy="220663"/>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24"/>
          <p:cNvGrpSpPr/>
          <p:nvPr/>
        </p:nvGrpSpPr>
        <p:grpSpPr>
          <a:xfrm>
            <a:off x="5028551" y="3042997"/>
            <a:ext cx="493370" cy="479245"/>
            <a:chOff x="840159" y="2852760"/>
            <a:chExt cx="493370" cy="479245"/>
          </a:xfrm>
        </p:grpSpPr>
        <p:sp>
          <p:nvSpPr>
            <p:cNvPr id="104" name="Rounded Rectangle 103"/>
            <p:cNvSpPr/>
            <p:nvPr/>
          </p:nvSpPr>
          <p:spPr>
            <a:xfrm>
              <a:off x="840159" y="2852760"/>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105" name="Freeform 144"/>
            <p:cNvSpPr>
              <a:spLocks noEditPoints="1"/>
            </p:cNvSpPr>
            <p:nvPr/>
          </p:nvSpPr>
          <p:spPr bwMode="auto">
            <a:xfrm>
              <a:off x="955869" y="2990792"/>
              <a:ext cx="261950" cy="203180"/>
            </a:xfrm>
            <a:custGeom>
              <a:avLst/>
              <a:gdLst/>
              <a:ahLst/>
              <a:cxnLst>
                <a:cxn ang="0">
                  <a:pos x="67" y="55"/>
                </a:cxn>
                <a:cxn ang="0">
                  <a:pos x="65" y="56"/>
                </a:cxn>
                <a:cxn ang="0">
                  <a:pos x="8" y="56"/>
                </a:cxn>
                <a:cxn ang="0">
                  <a:pos x="6" y="55"/>
                </a:cxn>
                <a:cxn ang="0">
                  <a:pos x="0" y="36"/>
                </a:cxn>
                <a:cxn ang="0">
                  <a:pos x="36" y="0"/>
                </a:cxn>
                <a:cxn ang="0">
                  <a:pos x="72" y="36"/>
                </a:cxn>
                <a:cxn ang="0">
                  <a:pos x="67" y="55"/>
                </a:cxn>
                <a:cxn ang="0">
                  <a:pos x="11" y="30"/>
                </a:cxn>
                <a:cxn ang="0">
                  <a:pos x="6" y="36"/>
                </a:cxn>
                <a:cxn ang="0">
                  <a:pos x="11" y="41"/>
                </a:cxn>
                <a:cxn ang="0">
                  <a:pos x="16" y="36"/>
                </a:cxn>
                <a:cxn ang="0">
                  <a:pos x="11" y="30"/>
                </a:cxn>
                <a:cxn ang="0">
                  <a:pos x="18" y="12"/>
                </a:cxn>
                <a:cxn ang="0">
                  <a:pos x="13" y="18"/>
                </a:cxn>
                <a:cxn ang="0">
                  <a:pos x="18" y="23"/>
                </a:cxn>
                <a:cxn ang="0">
                  <a:pos x="24" y="18"/>
                </a:cxn>
                <a:cxn ang="0">
                  <a:pos x="18" y="12"/>
                </a:cxn>
                <a:cxn ang="0">
                  <a:pos x="45" y="22"/>
                </a:cxn>
                <a:cxn ang="0">
                  <a:pos x="43" y="18"/>
                </a:cxn>
                <a:cxn ang="0">
                  <a:pos x="40" y="20"/>
                </a:cxn>
                <a:cxn ang="0">
                  <a:pos x="36" y="36"/>
                </a:cxn>
                <a:cxn ang="0">
                  <a:pos x="29" y="41"/>
                </a:cxn>
                <a:cxn ang="0">
                  <a:pos x="34" y="51"/>
                </a:cxn>
                <a:cxn ang="0">
                  <a:pos x="44" y="45"/>
                </a:cxn>
                <a:cxn ang="0">
                  <a:pos x="41" y="37"/>
                </a:cxn>
                <a:cxn ang="0">
                  <a:pos x="45" y="22"/>
                </a:cxn>
                <a:cxn ang="0">
                  <a:pos x="36" y="5"/>
                </a:cxn>
                <a:cxn ang="0">
                  <a:pos x="31" y="10"/>
                </a:cxn>
                <a:cxn ang="0">
                  <a:pos x="36" y="15"/>
                </a:cxn>
                <a:cxn ang="0">
                  <a:pos x="42" y="10"/>
                </a:cxn>
                <a:cxn ang="0">
                  <a:pos x="36" y="5"/>
                </a:cxn>
                <a:cxn ang="0">
                  <a:pos x="54" y="12"/>
                </a:cxn>
                <a:cxn ang="0">
                  <a:pos x="49" y="18"/>
                </a:cxn>
                <a:cxn ang="0">
                  <a:pos x="54" y="23"/>
                </a:cxn>
                <a:cxn ang="0">
                  <a:pos x="60" y="18"/>
                </a:cxn>
                <a:cxn ang="0">
                  <a:pos x="54" y="12"/>
                </a:cxn>
                <a:cxn ang="0">
                  <a:pos x="62" y="30"/>
                </a:cxn>
                <a:cxn ang="0">
                  <a:pos x="57" y="36"/>
                </a:cxn>
                <a:cxn ang="0">
                  <a:pos x="62" y="41"/>
                </a:cxn>
                <a:cxn ang="0">
                  <a:pos x="67" y="36"/>
                </a:cxn>
                <a:cxn ang="0">
                  <a:pos x="62" y="30"/>
                </a:cxn>
              </a:cxnLst>
              <a:rect l="0" t="0" r="r" b="b"/>
              <a:pathLst>
                <a:path w="72" h="56">
                  <a:moveTo>
                    <a:pt x="67" y="55"/>
                  </a:moveTo>
                  <a:cubicBezTo>
                    <a:pt x="66" y="56"/>
                    <a:pt x="66" y="56"/>
                    <a:pt x="65" y="56"/>
                  </a:cubicBezTo>
                  <a:cubicBezTo>
                    <a:pt x="8" y="56"/>
                    <a:pt x="8" y="56"/>
                    <a:pt x="8" y="56"/>
                  </a:cubicBezTo>
                  <a:cubicBezTo>
                    <a:pt x="7" y="56"/>
                    <a:pt x="7" y="56"/>
                    <a:pt x="6" y="55"/>
                  </a:cubicBezTo>
                  <a:cubicBezTo>
                    <a:pt x="2" y="49"/>
                    <a:pt x="0" y="42"/>
                    <a:pt x="0" y="36"/>
                  </a:cubicBezTo>
                  <a:cubicBezTo>
                    <a:pt x="0" y="16"/>
                    <a:pt x="17" y="0"/>
                    <a:pt x="36" y="0"/>
                  </a:cubicBezTo>
                  <a:cubicBezTo>
                    <a:pt x="56" y="0"/>
                    <a:pt x="72" y="16"/>
                    <a:pt x="72" y="36"/>
                  </a:cubicBezTo>
                  <a:cubicBezTo>
                    <a:pt x="72" y="42"/>
                    <a:pt x="70" y="49"/>
                    <a:pt x="67" y="55"/>
                  </a:cubicBezTo>
                  <a:close/>
                  <a:moveTo>
                    <a:pt x="11" y="30"/>
                  </a:moveTo>
                  <a:cubicBezTo>
                    <a:pt x="8" y="30"/>
                    <a:pt x="6" y="33"/>
                    <a:pt x="6" y="36"/>
                  </a:cubicBezTo>
                  <a:cubicBezTo>
                    <a:pt x="6" y="38"/>
                    <a:pt x="8" y="41"/>
                    <a:pt x="11" y="41"/>
                  </a:cubicBezTo>
                  <a:cubicBezTo>
                    <a:pt x="14" y="41"/>
                    <a:pt x="16" y="38"/>
                    <a:pt x="16" y="36"/>
                  </a:cubicBezTo>
                  <a:cubicBezTo>
                    <a:pt x="16" y="33"/>
                    <a:pt x="14" y="30"/>
                    <a:pt x="11" y="30"/>
                  </a:cubicBezTo>
                  <a:close/>
                  <a:moveTo>
                    <a:pt x="18" y="12"/>
                  </a:moveTo>
                  <a:cubicBezTo>
                    <a:pt x="16" y="12"/>
                    <a:pt x="13" y="15"/>
                    <a:pt x="13" y="18"/>
                  </a:cubicBezTo>
                  <a:cubicBezTo>
                    <a:pt x="13" y="20"/>
                    <a:pt x="16" y="23"/>
                    <a:pt x="18" y="23"/>
                  </a:cubicBezTo>
                  <a:cubicBezTo>
                    <a:pt x="21" y="23"/>
                    <a:pt x="24" y="20"/>
                    <a:pt x="24" y="18"/>
                  </a:cubicBezTo>
                  <a:cubicBezTo>
                    <a:pt x="24" y="15"/>
                    <a:pt x="21" y="12"/>
                    <a:pt x="18" y="12"/>
                  </a:cubicBezTo>
                  <a:close/>
                  <a:moveTo>
                    <a:pt x="45" y="22"/>
                  </a:moveTo>
                  <a:cubicBezTo>
                    <a:pt x="45" y="20"/>
                    <a:pt x="44" y="19"/>
                    <a:pt x="43" y="18"/>
                  </a:cubicBezTo>
                  <a:cubicBezTo>
                    <a:pt x="42" y="18"/>
                    <a:pt x="40" y="19"/>
                    <a:pt x="40" y="20"/>
                  </a:cubicBezTo>
                  <a:cubicBezTo>
                    <a:pt x="36" y="36"/>
                    <a:pt x="36" y="36"/>
                    <a:pt x="36" y="36"/>
                  </a:cubicBezTo>
                  <a:cubicBezTo>
                    <a:pt x="33" y="36"/>
                    <a:pt x="30" y="38"/>
                    <a:pt x="29" y="41"/>
                  </a:cubicBezTo>
                  <a:cubicBezTo>
                    <a:pt x="28" y="45"/>
                    <a:pt x="30" y="50"/>
                    <a:pt x="34" y="51"/>
                  </a:cubicBezTo>
                  <a:cubicBezTo>
                    <a:pt x="39" y="52"/>
                    <a:pt x="43" y="49"/>
                    <a:pt x="44" y="45"/>
                  </a:cubicBezTo>
                  <a:cubicBezTo>
                    <a:pt x="45" y="42"/>
                    <a:pt x="43" y="39"/>
                    <a:pt x="41" y="37"/>
                  </a:cubicBezTo>
                  <a:lnTo>
                    <a:pt x="45" y="22"/>
                  </a:lnTo>
                  <a:close/>
                  <a:moveTo>
                    <a:pt x="36" y="5"/>
                  </a:moveTo>
                  <a:cubicBezTo>
                    <a:pt x="34" y="5"/>
                    <a:pt x="31" y="7"/>
                    <a:pt x="31" y="10"/>
                  </a:cubicBezTo>
                  <a:cubicBezTo>
                    <a:pt x="31" y="13"/>
                    <a:pt x="34" y="15"/>
                    <a:pt x="36" y="15"/>
                  </a:cubicBezTo>
                  <a:cubicBezTo>
                    <a:pt x="39" y="15"/>
                    <a:pt x="42" y="13"/>
                    <a:pt x="42" y="10"/>
                  </a:cubicBezTo>
                  <a:cubicBezTo>
                    <a:pt x="42" y="7"/>
                    <a:pt x="39" y="5"/>
                    <a:pt x="36" y="5"/>
                  </a:cubicBezTo>
                  <a:close/>
                  <a:moveTo>
                    <a:pt x="54" y="12"/>
                  </a:moveTo>
                  <a:cubicBezTo>
                    <a:pt x="52" y="12"/>
                    <a:pt x="49" y="15"/>
                    <a:pt x="49" y="18"/>
                  </a:cubicBezTo>
                  <a:cubicBezTo>
                    <a:pt x="49" y="20"/>
                    <a:pt x="52" y="23"/>
                    <a:pt x="54" y="23"/>
                  </a:cubicBezTo>
                  <a:cubicBezTo>
                    <a:pt x="57" y="23"/>
                    <a:pt x="60" y="20"/>
                    <a:pt x="60" y="18"/>
                  </a:cubicBezTo>
                  <a:cubicBezTo>
                    <a:pt x="60" y="15"/>
                    <a:pt x="57" y="12"/>
                    <a:pt x="54" y="12"/>
                  </a:cubicBezTo>
                  <a:close/>
                  <a:moveTo>
                    <a:pt x="62" y="30"/>
                  </a:moveTo>
                  <a:cubicBezTo>
                    <a:pt x="59" y="30"/>
                    <a:pt x="57" y="33"/>
                    <a:pt x="57" y="36"/>
                  </a:cubicBezTo>
                  <a:cubicBezTo>
                    <a:pt x="57" y="38"/>
                    <a:pt x="59" y="41"/>
                    <a:pt x="62" y="41"/>
                  </a:cubicBezTo>
                  <a:cubicBezTo>
                    <a:pt x="65" y="41"/>
                    <a:pt x="67" y="38"/>
                    <a:pt x="67" y="36"/>
                  </a:cubicBezTo>
                  <a:cubicBezTo>
                    <a:pt x="67" y="33"/>
                    <a:pt x="65" y="30"/>
                    <a:pt x="62"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27"/>
          <p:cNvGrpSpPr/>
          <p:nvPr/>
        </p:nvGrpSpPr>
        <p:grpSpPr>
          <a:xfrm>
            <a:off x="5028551" y="3825557"/>
            <a:ext cx="493370" cy="479245"/>
            <a:chOff x="840159" y="3520106"/>
            <a:chExt cx="493370" cy="479245"/>
          </a:xfrm>
        </p:grpSpPr>
        <p:sp>
          <p:nvSpPr>
            <p:cNvPr id="107" name="Rounded Rectangle 106"/>
            <p:cNvSpPr/>
            <p:nvPr/>
          </p:nvSpPr>
          <p:spPr>
            <a:xfrm>
              <a:off x="840159" y="3520106"/>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108" name="Freeform 152"/>
            <p:cNvSpPr>
              <a:spLocks noEditPoints="1"/>
            </p:cNvSpPr>
            <p:nvPr/>
          </p:nvSpPr>
          <p:spPr bwMode="auto">
            <a:xfrm>
              <a:off x="955869" y="3638690"/>
              <a:ext cx="261950" cy="24207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accel="50000" decel="50000"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500" fill="hold"/>
                                        <p:tgtEl>
                                          <p:spTgt spid="13"/>
                                        </p:tgtEl>
                                        <p:attrNameLst>
                                          <p:attrName>ppt_x</p:attrName>
                                        </p:attrNameLst>
                                      </p:cBhvr>
                                      <p:tavLst>
                                        <p:tav tm="0">
                                          <p:val>
                                            <p:strVal val="#ppt_x"/>
                                          </p:val>
                                        </p:tav>
                                        <p:tav tm="100000">
                                          <p:val>
                                            <p:strVal val="#ppt_x"/>
                                          </p:val>
                                        </p:tav>
                                      </p:tavLst>
                                    </p:anim>
                                    <p:anim calcmode="lin" valueType="num">
                                      <p:cBhvr additive="base">
                                        <p:cTn id="23" dur="500" fill="hold"/>
                                        <p:tgtEl>
                                          <p:spTgt spid="1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p:cTn id="27" dur="500" fill="hold"/>
                                        <p:tgtEl>
                                          <p:spTgt spid="16"/>
                                        </p:tgtEl>
                                        <p:attrNameLst>
                                          <p:attrName>ppt_w</p:attrName>
                                        </p:attrNameLst>
                                      </p:cBhvr>
                                      <p:tavLst>
                                        <p:tav tm="0">
                                          <p:val>
                                            <p:fltVal val="0"/>
                                          </p:val>
                                        </p:tav>
                                        <p:tav tm="100000">
                                          <p:val>
                                            <p:strVal val="#ppt_w"/>
                                          </p:val>
                                        </p:tav>
                                      </p:tavLst>
                                    </p:anim>
                                    <p:anim calcmode="lin" valueType="num">
                                      <p:cBhvr>
                                        <p:cTn id="28" dur="500" fill="hold"/>
                                        <p:tgtEl>
                                          <p:spTgt spid="16"/>
                                        </p:tgtEl>
                                        <p:attrNameLst>
                                          <p:attrName>ppt_h</p:attrName>
                                        </p:attrNameLst>
                                      </p:cBhvr>
                                      <p:tavLst>
                                        <p:tav tm="0">
                                          <p:val>
                                            <p:fltVal val="0"/>
                                          </p:val>
                                        </p:tav>
                                        <p:tav tm="100000">
                                          <p:val>
                                            <p:strVal val="#ppt_h"/>
                                          </p:val>
                                        </p:tav>
                                      </p:tavLst>
                                    </p:anim>
                                    <p:animEffect transition="in" filter="fade">
                                      <p:cBhvr>
                                        <p:cTn id="29" dur="500"/>
                                        <p:tgtEl>
                                          <p:spTgt spid="16"/>
                                        </p:tgtEl>
                                      </p:cBhvr>
                                    </p:animEffect>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89"/>
                                        </p:tgtEl>
                                        <p:attrNameLst>
                                          <p:attrName>style.visibility</p:attrName>
                                        </p:attrNameLst>
                                      </p:cBhvr>
                                      <p:to>
                                        <p:strVal val="visible"/>
                                      </p:to>
                                    </p:set>
                                    <p:animEffect transition="in" filter="wipe(left)">
                                      <p:cBhvr>
                                        <p:cTn id="33" dur="500"/>
                                        <p:tgtEl>
                                          <p:spTgt spid="89"/>
                                        </p:tgtEl>
                                      </p:cBhvr>
                                    </p:animEffect>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93"/>
                                        </p:tgtEl>
                                        <p:attrNameLst>
                                          <p:attrName>style.visibility</p:attrName>
                                        </p:attrNameLst>
                                      </p:cBhvr>
                                      <p:to>
                                        <p:strVal val="visible"/>
                                      </p:to>
                                    </p:set>
                                    <p:anim calcmode="lin" valueType="num">
                                      <p:cBhvr>
                                        <p:cTn id="37" dur="500" fill="hold"/>
                                        <p:tgtEl>
                                          <p:spTgt spid="93"/>
                                        </p:tgtEl>
                                        <p:attrNameLst>
                                          <p:attrName>ppt_w</p:attrName>
                                        </p:attrNameLst>
                                      </p:cBhvr>
                                      <p:tavLst>
                                        <p:tav tm="0">
                                          <p:val>
                                            <p:fltVal val="0"/>
                                          </p:val>
                                        </p:tav>
                                        <p:tav tm="100000">
                                          <p:val>
                                            <p:strVal val="#ppt_w"/>
                                          </p:val>
                                        </p:tav>
                                      </p:tavLst>
                                    </p:anim>
                                    <p:anim calcmode="lin" valueType="num">
                                      <p:cBhvr>
                                        <p:cTn id="38" dur="500" fill="hold"/>
                                        <p:tgtEl>
                                          <p:spTgt spid="93"/>
                                        </p:tgtEl>
                                        <p:attrNameLst>
                                          <p:attrName>ppt_h</p:attrName>
                                        </p:attrNameLst>
                                      </p:cBhvr>
                                      <p:tavLst>
                                        <p:tav tm="0">
                                          <p:val>
                                            <p:fltVal val="0"/>
                                          </p:val>
                                        </p:tav>
                                        <p:tav tm="100000">
                                          <p:val>
                                            <p:strVal val="#ppt_h"/>
                                          </p:val>
                                        </p:tav>
                                      </p:tavLst>
                                    </p:anim>
                                    <p:animEffect transition="in" filter="fade">
                                      <p:cBhvr>
                                        <p:cTn id="39" dur="500"/>
                                        <p:tgtEl>
                                          <p:spTgt spid="93"/>
                                        </p:tgtEl>
                                      </p:cBhvr>
                                    </p:animEffect>
                                  </p:childTnLst>
                                </p:cTn>
                              </p:par>
                            </p:childTnLst>
                          </p:cTn>
                        </p:par>
                        <p:par>
                          <p:cTn id="40" fill="hold">
                            <p:stCondLst>
                              <p:cond delay="3500"/>
                            </p:stCondLst>
                            <p:childTnLst>
                              <p:par>
                                <p:cTn id="41" presetID="53" presetClass="entr" presetSubtype="0" fill="hold"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90"/>
                                        </p:tgtEl>
                                        <p:attrNameLst>
                                          <p:attrName>style.visibility</p:attrName>
                                        </p:attrNameLst>
                                      </p:cBhvr>
                                      <p:to>
                                        <p:strVal val="visible"/>
                                      </p:to>
                                    </p:set>
                                    <p:animEffect transition="in" filter="wipe(left)">
                                      <p:cBhvr>
                                        <p:cTn id="49" dur="500"/>
                                        <p:tgtEl>
                                          <p:spTgt spid="90"/>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95"/>
                                        </p:tgtEl>
                                        <p:attrNameLst>
                                          <p:attrName>style.visibility</p:attrName>
                                        </p:attrNameLst>
                                      </p:cBhvr>
                                      <p:to>
                                        <p:strVal val="visible"/>
                                      </p:to>
                                    </p:set>
                                    <p:anim calcmode="lin" valueType="num">
                                      <p:cBhvr>
                                        <p:cTn id="53" dur="500" fill="hold"/>
                                        <p:tgtEl>
                                          <p:spTgt spid="95"/>
                                        </p:tgtEl>
                                        <p:attrNameLst>
                                          <p:attrName>ppt_w</p:attrName>
                                        </p:attrNameLst>
                                      </p:cBhvr>
                                      <p:tavLst>
                                        <p:tav tm="0">
                                          <p:val>
                                            <p:fltVal val="0"/>
                                          </p:val>
                                        </p:tav>
                                        <p:tav tm="100000">
                                          <p:val>
                                            <p:strVal val="#ppt_w"/>
                                          </p:val>
                                        </p:tav>
                                      </p:tavLst>
                                    </p:anim>
                                    <p:anim calcmode="lin" valueType="num">
                                      <p:cBhvr>
                                        <p:cTn id="54" dur="500" fill="hold"/>
                                        <p:tgtEl>
                                          <p:spTgt spid="95"/>
                                        </p:tgtEl>
                                        <p:attrNameLst>
                                          <p:attrName>ppt_h</p:attrName>
                                        </p:attrNameLst>
                                      </p:cBhvr>
                                      <p:tavLst>
                                        <p:tav tm="0">
                                          <p:val>
                                            <p:fltVal val="0"/>
                                          </p:val>
                                        </p:tav>
                                        <p:tav tm="100000">
                                          <p:val>
                                            <p:strVal val="#ppt_h"/>
                                          </p:val>
                                        </p:tav>
                                      </p:tavLst>
                                    </p:anim>
                                    <p:animEffect transition="in" filter="fade">
                                      <p:cBhvr>
                                        <p:cTn id="55" dur="500"/>
                                        <p:tgtEl>
                                          <p:spTgt spid="95"/>
                                        </p:tgtEl>
                                      </p:cBhvr>
                                    </p:animEffect>
                                  </p:childTnLst>
                                </p:cTn>
                              </p:par>
                            </p:childTnLst>
                          </p:cTn>
                        </p:par>
                        <p:par>
                          <p:cTn id="56" fill="hold">
                            <p:stCondLst>
                              <p:cond delay="5000"/>
                            </p:stCondLst>
                            <p:childTnLst>
                              <p:par>
                                <p:cTn id="57" presetID="53" presetClass="entr" presetSubtype="0"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anim calcmode="lin" valueType="num">
                                      <p:cBhvr>
                                        <p:cTn id="59" dur="500" fill="hold"/>
                                        <p:tgtEl>
                                          <p:spTgt spid="18"/>
                                        </p:tgtEl>
                                        <p:attrNameLst>
                                          <p:attrName>ppt_w</p:attrName>
                                        </p:attrNameLst>
                                      </p:cBhvr>
                                      <p:tavLst>
                                        <p:tav tm="0">
                                          <p:val>
                                            <p:fltVal val="0"/>
                                          </p:val>
                                        </p:tav>
                                        <p:tav tm="100000">
                                          <p:val>
                                            <p:strVal val="#ppt_w"/>
                                          </p:val>
                                        </p:tav>
                                      </p:tavLst>
                                    </p:anim>
                                    <p:anim calcmode="lin" valueType="num">
                                      <p:cBhvr>
                                        <p:cTn id="60" dur="500" fill="hold"/>
                                        <p:tgtEl>
                                          <p:spTgt spid="18"/>
                                        </p:tgtEl>
                                        <p:attrNameLst>
                                          <p:attrName>ppt_h</p:attrName>
                                        </p:attrNameLst>
                                      </p:cBhvr>
                                      <p:tavLst>
                                        <p:tav tm="0">
                                          <p:val>
                                            <p:fltVal val="0"/>
                                          </p:val>
                                        </p:tav>
                                        <p:tav tm="100000">
                                          <p:val>
                                            <p:strVal val="#ppt_h"/>
                                          </p:val>
                                        </p:tav>
                                      </p:tavLst>
                                    </p:anim>
                                    <p:animEffect transition="in" filter="fade">
                                      <p:cBhvr>
                                        <p:cTn id="61" dur="500"/>
                                        <p:tgtEl>
                                          <p:spTgt spid="18"/>
                                        </p:tgtEl>
                                      </p:cBhvr>
                                    </p:animEffect>
                                  </p:childTnLst>
                                </p:cTn>
                              </p:par>
                            </p:childTnLst>
                          </p:cTn>
                        </p:par>
                        <p:par>
                          <p:cTn id="62" fill="hold">
                            <p:stCondLst>
                              <p:cond delay="5500"/>
                            </p:stCondLst>
                            <p:childTnLst>
                              <p:par>
                                <p:cTn id="63" presetID="22" presetClass="entr" presetSubtype="8" fill="hold" grpId="0" nodeType="afterEffect">
                                  <p:stCondLst>
                                    <p:cond delay="0"/>
                                  </p:stCondLst>
                                  <p:childTnLst>
                                    <p:set>
                                      <p:cBhvr>
                                        <p:cTn id="64" dur="1" fill="hold">
                                          <p:stCondLst>
                                            <p:cond delay="0"/>
                                          </p:stCondLst>
                                        </p:cTn>
                                        <p:tgtEl>
                                          <p:spTgt spid="91"/>
                                        </p:tgtEl>
                                        <p:attrNameLst>
                                          <p:attrName>style.visibility</p:attrName>
                                        </p:attrNameLst>
                                      </p:cBhvr>
                                      <p:to>
                                        <p:strVal val="visible"/>
                                      </p:to>
                                    </p:set>
                                    <p:animEffect transition="in" filter="wipe(left)">
                                      <p:cBhvr>
                                        <p:cTn id="65" dur="500"/>
                                        <p:tgtEl>
                                          <p:spTgt spid="91"/>
                                        </p:tgtEl>
                                      </p:cBhvr>
                                    </p:animEffect>
                                  </p:childTnLst>
                                </p:cTn>
                              </p:par>
                            </p:childTnLst>
                          </p:cTn>
                        </p:par>
                        <p:par>
                          <p:cTn id="66" fill="hold">
                            <p:stCondLst>
                              <p:cond delay="6000"/>
                            </p:stCondLst>
                            <p:childTnLst>
                              <p:par>
                                <p:cTn id="67" presetID="53" presetClass="entr" presetSubtype="0" fill="hold" grpId="0" nodeType="afterEffect">
                                  <p:stCondLst>
                                    <p:cond delay="0"/>
                                  </p:stCondLst>
                                  <p:childTnLst>
                                    <p:set>
                                      <p:cBhvr>
                                        <p:cTn id="68" dur="1" fill="hold">
                                          <p:stCondLst>
                                            <p:cond delay="0"/>
                                          </p:stCondLst>
                                        </p:cTn>
                                        <p:tgtEl>
                                          <p:spTgt spid="96"/>
                                        </p:tgtEl>
                                        <p:attrNameLst>
                                          <p:attrName>style.visibility</p:attrName>
                                        </p:attrNameLst>
                                      </p:cBhvr>
                                      <p:to>
                                        <p:strVal val="visible"/>
                                      </p:to>
                                    </p:set>
                                    <p:anim calcmode="lin" valueType="num">
                                      <p:cBhvr>
                                        <p:cTn id="69" dur="500" fill="hold"/>
                                        <p:tgtEl>
                                          <p:spTgt spid="96"/>
                                        </p:tgtEl>
                                        <p:attrNameLst>
                                          <p:attrName>ppt_w</p:attrName>
                                        </p:attrNameLst>
                                      </p:cBhvr>
                                      <p:tavLst>
                                        <p:tav tm="0">
                                          <p:val>
                                            <p:fltVal val="0"/>
                                          </p:val>
                                        </p:tav>
                                        <p:tav tm="100000">
                                          <p:val>
                                            <p:strVal val="#ppt_w"/>
                                          </p:val>
                                        </p:tav>
                                      </p:tavLst>
                                    </p:anim>
                                    <p:anim calcmode="lin" valueType="num">
                                      <p:cBhvr>
                                        <p:cTn id="70" dur="500" fill="hold"/>
                                        <p:tgtEl>
                                          <p:spTgt spid="96"/>
                                        </p:tgtEl>
                                        <p:attrNameLst>
                                          <p:attrName>ppt_h</p:attrName>
                                        </p:attrNameLst>
                                      </p:cBhvr>
                                      <p:tavLst>
                                        <p:tav tm="0">
                                          <p:val>
                                            <p:fltVal val="0"/>
                                          </p:val>
                                        </p:tav>
                                        <p:tav tm="100000">
                                          <p:val>
                                            <p:strVal val="#ppt_h"/>
                                          </p:val>
                                        </p:tav>
                                      </p:tavLst>
                                    </p:anim>
                                    <p:animEffect transition="in" filter="fade">
                                      <p:cBhvr>
                                        <p:cTn id="71" dur="500"/>
                                        <p:tgtEl>
                                          <p:spTgt spid="96"/>
                                        </p:tgtEl>
                                      </p:cBhvr>
                                    </p:animEffect>
                                  </p:childTnLst>
                                </p:cTn>
                              </p:par>
                            </p:childTnLst>
                          </p:cTn>
                        </p:par>
                        <p:par>
                          <p:cTn id="72" fill="hold">
                            <p:stCondLst>
                              <p:cond delay="6500"/>
                            </p:stCondLst>
                            <p:childTnLst>
                              <p:par>
                                <p:cTn id="73" presetID="53" presetClass="entr" presetSubtype="0" fill="hold" nodeType="after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p:cTn id="75" dur="500" fill="hold"/>
                                        <p:tgtEl>
                                          <p:spTgt spid="19"/>
                                        </p:tgtEl>
                                        <p:attrNameLst>
                                          <p:attrName>ppt_w</p:attrName>
                                        </p:attrNameLst>
                                      </p:cBhvr>
                                      <p:tavLst>
                                        <p:tav tm="0">
                                          <p:val>
                                            <p:fltVal val="0"/>
                                          </p:val>
                                        </p:tav>
                                        <p:tav tm="100000">
                                          <p:val>
                                            <p:strVal val="#ppt_w"/>
                                          </p:val>
                                        </p:tav>
                                      </p:tavLst>
                                    </p:anim>
                                    <p:anim calcmode="lin" valueType="num">
                                      <p:cBhvr>
                                        <p:cTn id="76" dur="500" fill="hold"/>
                                        <p:tgtEl>
                                          <p:spTgt spid="19"/>
                                        </p:tgtEl>
                                        <p:attrNameLst>
                                          <p:attrName>ppt_h</p:attrName>
                                        </p:attrNameLst>
                                      </p:cBhvr>
                                      <p:tavLst>
                                        <p:tav tm="0">
                                          <p:val>
                                            <p:fltVal val="0"/>
                                          </p:val>
                                        </p:tav>
                                        <p:tav tm="100000">
                                          <p:val>
                                            <p:strVal val="#ppt_h"/>
                                          </p:val>
                                        </p:tav>
                                      </p:tavLst>
                                    </p:anim>
                                    <p:animEffect transition="in" filter="fade">
                                      <p:cBhvr>
                                        <p:cTn id="77" dur="500"/>
                                        <p:tgtEl>
                                          <p:spTgt spid="19"/>
                                        </p:tgtEl>
                                      </p:cBhvr>
                                    </p:animEffect>
                                  </p:childTnLst>
                                </p:cTn>
                              </p:par>
                            </p:childTnLst>
                          </p:cTn>
                        </p:par>
                        <p:par>
                          <p:cTn id="78" fill="hold">
                            <p:stCondLst>
                              <p:cond delay="7000"/>
                            </p:stCondLst>
                            <p:childTnLst>
                              <p:par>
                                <p:cTn id="79" presetID="22" presetClass="entr" presetSubtype="8" fill="hold" grpId="0" nodeType="afterEffect">
                                  <p:stCondLst>
                                    <p:cond delay="0"/>
                                  </p:stCondLst>
                                  <p:childTnLst>
                                    <p:set>
                                      <p:cBhvr>
                                        <p:cTn id="80" dur="1" fill="hold">
                                          <p:stCondLst>
                                            <p:cond delay="0"/>
                                          </p:stCondLst>
                                        </p:cTn>
                                        <p:tgtEl>
                                          <p:spTgt spid="92"/>
                                        </p:tgtEl>
                                        <p:attrNameLst>
                                          <p:attrName>style.visibility</p:attrName>
                                        </p:attrNameLst>
                                      </p:cBhvr>
                                      <p:to>
                                        <p:strVal val="visible"/>
                                      </p:to>
                                    </p:set>
                                    <p:animEffect transition="in" filter="wipe(left)">
                                      <p:cBhvr>
                                        <p:cTn id="81" dur="500"/>
                                        <p:tgtEl>
                                          <p:spTgt spid="92"/>
                                        </p:tgtEl>
                                      </p:cBhvr>
                                    </p:animEffect>
                                  </p:childTnLst>
                                </p:cTn>
                              </p:par>
                            </p:childTnLst>
                          </p:cTn>
                        </p:par>
                        <p:par>
                          <p:cTn id="82" fill="hold">
                            <p:stCondLst>
                              <p:cond delay="7500"/>
                            </p:stCondLst>
                            <p:childTnLst>
                              <p:par>
                                <p:cTn id="83" presetID="53" presetClass="entr" presetSubtype="0" fill="hold" grpId="0" nodeType="afterEffect">
                                  <p:stCondLst>
                                    <p:cond delay="0"/>
                                  </p:stCondLst>
                                  <p:childTnLst>
                                    <p:set>
                                      <p:cBhvr>
                                        <p:cTn id="84" dur="1" fill="hold">
                                          <p:stCondLst>
                                            <p:cond delay="0"/>
                                          </p:stCondLst>
                                        </p:cTn>
                                        <p:tgtEl>
                                          <p:spTgt spid="94"/>
                                        </p:tgtEl>
                                        <p:attrNameLst>
                                          <p:attrName>style.visibility</p:attrName>
                                        </p:attrNameLst>
                                      </p:cBhvr>
                                      <p:to>
                                        <p:strVal val="visible"/>
                                      </p:to>
                                    </p:set>
                                    <p:anim calcmode="lin" valueType="num">
                                      <p:cBhvr>
                                        <p:cTn id="85" dur="500" fill="hold"/>
                                        <p:tgtEl>
                                          <p:spTgt spid="94"/>
                                        </p:tgtEl>
                                        <p:attrNameLst>
                                          <p:attrName>ppt_w</p:attrName>
                                        </p:attrNameLst>
                                      </p:cBhvr>
                                      <p:tavLst>
                                        <p:tav tm="0">
                                          <p:val>
                                            <p:fltVal val="0"/>
                                          </p:val>
                                        </p:tav>
                                        <p:tav tm="100000">
                                          <p:val>
                                            <p:strVal val="#ppt_w"/>
                                          </p:val>
                                        </p:tav>
                                      </p:tavLst>
                                    </p:anim>
                                    <p:anim calcmode="lin" valueType="num">
                                      <p:cBhvr>
                                        <p:cTn id="86" dur="500" fill="hold"/>
                                        <p:tgtEl>
                                          <p:spTgt spid="94"/>
                                        </p:tgtEl>
                                        <p:attrNameLst>
                                          <p:attrName>ppt_h</p:attrName>
                                        </p:attrNameLst>
                                      </p:cBhvr>
                                      <p:tavLst>
                                        <p:tav tm="0">
                                          <p:val>
                                            <p:fltVal val="0"/>
                                          </p:val>
                                        </p:tav>
                                        <p:tav tm="100000">
                                          <p:val>
                                            <p:strVal val="#ppt_h"/>
                                          </p:val>
                                        </p:tav>
                                      </p:tavLst>
                                    </p:anim>
                                    <p:animEffect transition="in" filter="fade">
                                      <p:cBhvr>
                                        <p:cTn id="87"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P spid="92" grpId="0"/>
      <p:bldP spid="93" grpId="0"/>
      <p:bldP spid="94" grpId="0"/>
      <p:bldP spid="95" grpId="0"/>
      <p:bldP spid="96"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Flower Infographic</a:t>
            </a:r>
            <a:endParaRPr lang="en-US" dirty="0"/>
          </a:p>
        </p:txBody>
      </p:sp>
      <p:sp>
        <p:nvSpPr>
          <p:cNvPr id="8" name="Text Placeholder 7"/>
          <p:cNvSpPr>
            <a:spLocks noGrp="1"/>
          </p:cNvSpPr>
          <p:nvPr>
            <p:ph type="body" sz="half" idx="2"/>
          </p:nvPr>
        </p:nvSpPr>
        <p:spPr/>
        <p:txBody>
          <a:bodyPr/>
          <a:lstStyle/>
          <a:p>
            <a:r>
              <a:rPr lang="en-US"/>
              <a:t>Flower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244</a:t>
            </a:fld>
            <a:endParaRPr lang="en-US" dirty="0"/>
          </a:p>
        </p:txBody>
      </p:sp>
      <p:grpSp>
        <p:nvGrpSpPr>
          <p:cNvPr id="2" name="Group 24"/>
          <p:cNvGrpSpPr/>
          <p:nvPr/>
        </p:nvGrpSpPr>
        <p:grpSpPr>
          <a:xfrm rot="2668843">
            <a:off x="1068156" y="3472731"/>
            <a:ext cx="2362200" cy="609600"/>
            <a:chOff x="2819400" y="1962150"/>
            <a:chExt cx="2362200" cy="609600"/>
          </a:xfrm>
        </p:grpSpPr>
        <p:sp>
          <p:nvSpPr>
            <p:cNvPr id="26" name="Rectangle 25"/>
            <p:cNvSpPr/>
            <p:nvPr/>
          </p:nvSpPr>
          <p:spPr bwMode="auto">
            <a:xfrm>
              <a:off x="2819400" y="1962150"/>
              <a:ext cx="2362200" cy="609600"/>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7" name="Text Placeholder 3"/>
            <p:cNvSpPr txBox="1">
              <a:spLocks/>
            </p:cNvSpPr>
            <p:nvPr/>
          </p:nvSpPr>
          <p:spPr>
            <a:xfrm>
              <a:off x="4114800" y="2327017"/>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8" name="Text Placeholder 3"/>
            <p:cNvSpPr txBox="1">
              <a:spLocks/>
            </p:cNvSpPr>
            <p:nvPr/>
          </p:nvSpPr>
          <p:spPr>
            <a:xfrm>
              <a:off x="4574863" y="2036861"/>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05</a:t>
              </a:r>
              <a:endParaRPr kumimoji="0" lang="en-US" sz="2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3" name="Group 20"/>
          <p:cNvGrpSpPr/>
          <p:nvPr/>
        </p:nvGrpSpPr>
        <p:grpSpPr>
          <a:xfrm rot="1248799">
            <a:off x="1402828" y="3162566"/>
            <a:ext cx="2362200" cy="609600"/>
            <a:chOff x="2819400" y="1962150"/>
            <a:chExt cx="2362200" cy="609600"/>
          </a:xfrm>
        </p:grpSpPr>
        <p:sp>
          <p:nvSpPr>
            <p:cNvPr id="22" name="Rectangle 21"/>
            <p:cNvSpPr/>
            <p:nvPr/>
          </p:nvSpPr>
          <p:spPr bwMode="auto">
            <a:xfrm>
              <a:off x="2819400" y="1962150"/>
              <a:ext cx="2362200" cy="60960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3" name="Text Placeholder 3"/>
            <p:cNvSpPr txBox="1">
              <a:spLocks/>
            </p:cNvSpPr>
            <p:nvPr/>
          </p:nvSpPr>
          <p:spPr>
            <a:xfrm>
              <a:off x="4114800" y="2327017"/>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4" name="Text Placeholder 3"/>
            <p:cNvSpPr txBox="1">
              <a:spLocks/>
            </p:cNvSpPr>
            <p:nvPr/>
          </p:nvSpPr>
          <p:spPr>
            <a:xfrm>
              <a:off x="4574863" y="2036861"/>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04</a:t>
              </a:r>
              <a:endParaRPr kumimoji="0" lang="en-US" sz="2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4" name="Group 16"/>
          <p:cNvGrpSpPr/>
          <p:nvPr/>
        </p:nvGrpSpPr>
        <p:grpSpPr>
          <a:xfrm>
            <a:off x="1656522" y="2664740"/>
            <a:ext cx="2362200" cy="609600"/>
            <a:chOff x="2819400" y="1962150"/>
            <a:chExt cx="2362200" cy="609600"/>
          </a:xfrm>
        </p:grpSpPr>
        <p:sp>
          <p:nvSpPr>
            <p:cNvPr id="18" name="Rectangle 17"/>
            <p:cNvSpPr/>
            <p:nvPr/>
          </p:nvSpPr>
          <p:spPr bwMode="auto">
            <a:xfrm>
              <a:off x="2819400" y="1962150"/>
              <a:ext cx="2362200" cy="6096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Text Placeholder 3"/>
            <p:cNvSpPr txBox="1">
              <a:spLocks/>
            </p:cNvSpPr>
            <p:nvPr/>
          </p:nvSpPr>
          <p:spPr>
            <a:xfrm>
              <a:off x="4114800" y="2327017"/>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20" name="Text Placeholder 3"/>
            <p:cNvSpPr txBox="1">
              <a:spLocks/>
            </p:cNvSpPr>
            <p:nvPr/>
          </p:nvSpPr>
          <p:spPr>
            <a:xfrm>
              <a:off x="4574863" y="2036861"/>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03</a:t>
              </a:r>
              <a:endParaRPr kumimoji="0" lang="en-US" sz="2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2" name="Group 12"/>
          <p:cNvGrpSpPr/>
          <p:nvPr/>
        </p:nvGrpSpPr>
        <p:grpSpPr>
          <a:xfrm rot="20080915">
            <a:off x="1417157" y="2200954"/>
            <a:ext cx="2362200" cy="609600"/>
            <a:chOff x="2819400" y="1962150"/>
            <a:chExt cx="2362200" cy="609600"/>
          </a:xfrm>
        </p:grpSpPr>
        <p:sp>
          <p:nvSpPr>
            <p:cNvPr id="14" name="Rectangle 13"/>
            <p:cNvSpPr/>
            <p:nvPr/>
          </p:nvSpPr>
          <p:spPr bwMode="auto">
            <a:xfrm>
              <a:off x="2819400" y="1962150"/>
              <a:ext cx="2362200" cy="6096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 name="Text Placeholder 3"/>
            <p:cNvSpPr txBox="1">
              <a:spLocks/>
            </p:cNvSpPr>
            <p:nvPr/>
          </p:nvSpPr>
          <p:spPr>
            <a:xfrm>
              <a:off x="4114800" y="2327017"/>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16" name="Text Placeholder 3"/>
            <p:cNvSpPr txBox="1">
              <a:spLocks/>
            </p:cNvSpPr>
            <p:nvPr/>
          </p:nvSpPr>
          <p:spPr>
            <a:xfrm>
              <a:off x="4574863" y="2036861"/>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02</a:t>
              </a:r>
              <a:endParaRPr kumimoji="0" lang="en-US" sz="2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3" name="Group 11"/>
          <p:cNvGrpSpPr/>
          <p:nvPr/>
        </p:nvGrpSpPr>
        <p:grpSpPr>
          <a:xfrm rot="18648251">
            <a:off x="1121881" y="1846747"/>
            <a:ext cx="2362200" cy="609600"/>
            <a:chOff x="2819400" y="1962150"/>
            <a:chExt cx="2362200" cy="609600"/>
          </a:xfrm>
        </p:grpSpPr>
        <p:sp>
          <p:nvSpPr>
            <p:cNvPr id="9" name="Rectangle 8"/>
            <p:cNvSpPr/>
            <p:nvPr/>
          </p:nvSpPr>
          <p:spPr bwMode="auto">
            <a:xfrm>
              <a:off x="2819400" y="1962150"/>
              <a:ext cx="2362200" cy="6096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Text Placeholder 3"/>
            <p:cNvSpPr txBox="1">
              <a:spLocks/>
            </p:cNvSpPr>
            <p:nvPr/>
          </p:nvSpPr>
          <p:spPr>
            <a:xfrm>
              <a:off x="4114800" y="2327017"/>
              <a:ext cx="920126"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bg1"/>
                </a:solidFill>
                <a:effectLst/>
                <a:uLnTx/>
                <a:uFillTx/>
                <a:latin typeface="+mn-lt"/>
                <a:ea typeface="+mn-ea"/>
                <a:cs typeface="+mn-cs"/>
              </a:endParaRPr>
            </a:p>
          </p:txBody>
        </p:sp>
        <p:sp>
          <p:nvSpPr>
            <p:cNvPr id="11" name="Text Placeholder 3"/>
            <p:cNvSpPr txBox="1">
              <a:spLocks/>
            </p:cNvSpPr>
            <p:nvPr/>
          </p:nvSpPr>
          <p:spPr>
            <a:xfrm>
              <a:off x="4574863" y="2036861"/>
              <a:ext cx="460063" cy="307777"/>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01</a:t>
              </a:r>
              <a:endParaRPr kumimoji="0" lang="en-US" sz="2800" b="1" i="0" u="none" strike="noStrike" kern="1200" cap="none" spc="0" normalizeH="0" baseline="0" noProof="0" dirty="0">
                <a:ln>
                  <a:noFill/>
                </a:ln>
                <a:solidFill>
                  <a:schemeClr val="bg1"/>
                </a:solidFill>
                <a:effectLst/>
                <a:uLnTx/>
                <a:uFillTx/>
                <a:latin typeface="+mn-lt"/>
                <a:ea typeface="+mn-ea"/>
                <a:cs typeface="+mn-cs"/>
              </a:endParaRPr>
            </a:p>
          </p:txBody>
        </p:sp>
      </p:grpSp>
      <p:sp>
        <p:nvSpPr>
          <p:cNvPr id="6" name="Oval 5"/>
          <p:cNvSpPr/>
          <p:nvPr/>
        </p:nvSpPr>
        <p:spPr bwMode="auto">
          <a:xfrm>
            <a:off x="781878" y="2207540"/>
            <a:ext cx="1524000" cy="1524000"/>
          </a:xfrm>
          <a:prstGeom prst="ellipse">
            <a:avLst/>
          </a:prstGeom>
          <a:solidFill>
            <a:schemeClr val="tx1">
              <a:lumMod val="50000"/>
              <a:lumOff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7" name="Group 57"/>
          <p:cNvGrpSpPr/>
          <p:nvPr/>
        </p:nvGrpSpPr>
        <p:grpSpPr>
          <a:xfrm>
            <a:off x="1010478" y="2436140"/>
            <a:ext cx="1066800" cy="1066800"/>
            <a:chOff x="1010478" y="2436140"/>
            <a:chExt cx="1066800" cy="1066800"/>
          </a:xfrm>
        </p:grpSpPr>
        <p:sp>
          <p:nvSpPr>
            <p:cNvPr id="5" name="Oval 4"/>
            <p:cNvSpPr/>
            <p:nvPr/>
          </p:nvSpPr>
          <p:spPr bwMode="auto">
            <a:xfrm>
              <a:off x="1010478" y="2436140"/>
              <a:ext cx="1066800" cy="1066800"/>
            </a:xfrm>
            <a:prstGeom prst="ellipse">
              <a:avLst/>
            </a:prstGeom>
            <a:solidFill>
              <a:schemeClr val="tx1">
                <a:lumMod val="75000"/>
                <a:lumOff val="2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9" name="Freeform 5"/>
            <p:cNvSpPr>
              <a:spLocks noEditPoints="1"/>
            </p:cNvSpPr>
            <p:nvPr/>
          </p:nvSpPr>
          <p:spPr bwMode="auto">
            <a:xfrm>
              <a:off x="1214841" y="2640503"/>
              <a:ext cx="658074" cy="658074"/>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2" name="Freeform 45"/>
          <p:cNvSpPr>
            <a:spLocks noEditPoints="1"/>
          </p:cNvSpPr>
          <p:nvPr/>
        </p:nvSpPr>
        <p:spPr bwMode="auto">
          <a:xfrm>
            <a:off x="8032932" y="139374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5"/>
          <p:cNvSpPr>
            <a:spLocks noEditPoints="1"/>
          </p:cNvSpPr>
          <p:nvPr/>
        </p:nvSpPr>
        <p:spPr bwMode="auto">
          <a:xfrm>
            <a:off x="8032932" y="212639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45"/>
          <p:cNvSpPr>
            <a:spLocks noEditPoints="1"/>
          </p:cNvSpPr>
          <p:nvPr/>
        </p:nvSpPr>
        <p:spPr bwMode="auto">
          <a:xfrm>
            <a:off x="8032932" y="285904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45"/>
          <p:cNvSpPr>
            <a:spLocks noEditPoints="1"/>
          </p:cNvSpPr>
          <p:nvPr/>
        </p:nvSpPr>
        <p:spPr bwMode="auto">
          <a:xfrm>
            <a:off x="8032932" y="359170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45"/>
          <p:cNvSpPr>
            <a:spLocks noEditPoints="1"/>
          </p:cNvSpPr>
          <p:nvPr/>
        </p:nvSpPr>
        <p:spPr bwMode="auto">
          <a:xfrm>
            <a:off x="8032932" y="432435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1" name="Group 42"/>
          <p:cNvGrpSpPr/>
          <p:nvPr/>
        </p:nvGrpSpPr>
        <p:grpSpPr>
          <a:xfrm>
            <a:off x="4343400" y="1192930"/>
            <a:ext cx="3582491" cy="637913"/>
            <a:chOff x="-450666" y="1923738"/>
            <a:chExt cx="3582491" cy="637913"/>
          </a:xfrm>
        </p:grpSpPr>
        <p:sp>
          <p:nvSpPr>
            <p:cNvPr id="44"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5" name="TextBox 4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grpSp>
        <p:nvGrpSpPr>
          <p:cNvPr id="25" name="Group 45"/>
          <p:cNvGrpSpPr/>
          <p:nvPr/>
        </p:nvGrpSpPr>
        <p:grpSpPr>
          <a:xfrm>
            <a:off x="4343400" y="1926797"/>
            <a:ext cx="3582491" cy="637913"/>
            <a:chOff x="-450666" y="1923738"/>
            <a:chExt cx="3582491" cy="637913"/>
          </a:xfrm>
        </p:grpSpPr>
        <p:sp>
          <p:nvSpPr>
            <p:cNvPr id="47"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8" name="TextBox 47"/>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grpSp>
        <p:nvGrpSpPr>
          <p:cNvPr id="31" name="Group 48"/>
          <p:cNvGrpSpPr/>
          <p:nvPr/>
        </p:nvGrpSpPr>
        <p:grpSpPr>
          <a:xfrm>
            <a:off x="4343400" y="2660664"/>
            <a:ext cx="3582491" cy="637913"/>
            <a:chOff x="-450666" y="1923738"/>
            <a:chExt cx="3582491" cy="637913"/>
          </a:xfrm>
        </p:grpSpPr>
        <p:sp>
          <p:nvSpPr>
            <p:cNvPr id="50"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1" name="TextBox 50"/>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grpSp>
        <p:nvGrpSpPr>
          <p:cNvPr id="35" name="Group 51"/>
          <p:cNvGrpSpPr/>
          <p:nvPr/>
        </p:nvGrpSpPr>
        <p:grpSpPr>
          <a:xfrm>
            <a:off x="4343400" y="3394530"/>
            <a:ext cx="3582491" cy="637913"/>
            <a:chOff x="-450666" y="1923738"/>
            <a:chExt cx="3582491" cy="637913"/>
          </a:xfrm>
        </p:grpSpPr>
        <p:sp>
          <p:nvSpPr>
            <p:cNvPr id="53"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4" name="TextBox 53"/>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4"/>
                  </a:solidFill>
                </a:rPr>
                <a:t>Keyword Here</a:t>
              </a:r>
            </a:p>
          </p:txBody>
        </p:sp>
      </p:grpSp>
      <p:grpSp>
        <p:nvGrpSpPr>
          <p:cNvPr id="36" name="Group 54"/>
          <p:cNvGrpSpPr/>
          <p:nvPr/>
        </p:nvGrpSpPr>
        <p:grpSpPr>
          <a:xfrm>
            <a:off x="4343400" y="4125843"/>
            <a:ext cx="3582491" cy="637913"/>
            <a:chOff x="-450666" y="1923738"/>
            <a:chExt cx="3582491" cy="637913"/>
          </a:xfrm>
        </p:grpSpPr>
        <p:sp>
          <p:nvSpPr>
            <p:cNvPr id="56" name="Footer Text"/>
            <p:cNvSpPr txBox="1"/>
            <p:nvPr/>
          </p:nvSpPr>
          <p:spPr>
            <a:xfrm>
              <a:off x="-450666" y="2099986"/>
              <a:ext cx="3582491" cy="461665"/>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57" name="TextBox 56"/>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5"/>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17"/>
                                        </p:tgtEl>
                                        <p:attrNameLst>
                                          <p:attrName>style.visibility</p:attrName>
                                        </p:attrNameLst>
                                      </p:cBhvr>
                                      <p:to>
                                        <p:strVal val="visible"/>
                                      </p:to>
                                    </p:set>
                                    <p:anim calcmode="lin" valueType="num">
                                      <p:cBhvr>
                                        <p:cTn id="13" dur="500" fill="hold"/>
                                        <p:tgtEl>
                                          <p:spTgt spid="17"/>
                                        </p:tgtEl>
                                        <p:attrNameLst>
                                          <p:attrName>ppt_w</p:attrName>
                                        </p:attrNameLst>
                                      </p:cBhvr>
                                      <p:tavLst>
                                        <p:tav tm="0">
                                          <p:val>
                                            <p:fltVal val="0"/>
                                          </p:val>
                                        </p:tav>
                                        <p:tav tm="100000">
                                          <p:val>
                                            <p:strVal val="#ppt_w"/>
                                          </p:val>
                                        </p:tav>
                                      </p:tavLst>
                                    </p:anim>
                                    <p:anim calcmode="lin" valueType="num">
                                      <p:cBhvr>
                                        <p:cTn id="14" dur="500" fill="hold"/>
                                        <p:tgtEl>
                                          <p:spTgt spid="17"/>
                                        </p:tgtEl>
                                        <p:attrNameLst>
                                          <p:attrName>ppt_h</p:attrName>
                                        </p:attrNameLst>
                                      </p:cBhvr>
                                      <p:tavLst>
                                        <p:tav tm="0">
                                          <p:val>
                                            <p:fltVal val="0"/>
                                          </p:val>
                                        </p:tav>
                                        <p:tav tm="100000">
                                          <p:val>
                                            <p:strVal val="#ppt_h"/>
                                          </p:val>
                                        </p:tav>
                                      </p:tavLst>
                                    </p:anim>
                                    <p:animEffect transition="in" filter="fade">
                                      <p:cBhvr>
                                        <p:cTn id="15" dur="500"/>
                                        <p:tgtEl>
                                          <p:spTgt spid="17"/>
                                        </p:tgtEl>
                                      </p:cBhvr>
                                    </p:animEffect>
                                  </p:childTnLst>
                                </p:cTn>
                              </p:par>
                            </p:childTnLst>
                          </p:cTn>
                        </p:par>
                        <p:par>
                          <p:cTn id="16" fill="hold">
                            <p:stCondLst>
                              <p:cond delay="1000"/>
                            </p:stCondLst>
                            <p:childTnLst>
                              <p:par>
                                <p:cTn id="17" presetID="17" presetClass="entr" presetSubtype="8"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500" fill="hold"/>
                                        <p:tgtEl>
                                          <p:spTgt spid="13"/>
                                        </p:tgtEl>
                                        <p:attrNameLst>
                                          <p:attrName>ppt_x</p:attrName>
                                        </p:attrNameLst>
                                      </p:cBhvr>
                                      <p:tavLst>
                                        <p:tav tm="0">
                                          <p:val>
                                            <p:strVal val="#ppt_x-#ppt_w/2"/>
                                          </p:val>
                                        </p:tav>
                                        <p:tav tm="100000">
                                          <p:val>
                                            <p:strVal val="#ppt_x"/>
                                          </p:val>
                                        </p:tav>
                                      </p:tavLst>
                                    </p:anim>
                                    <p:anim calcmode="lin" valueType="num">
                                      <p:cBhvr>
                                        <p:cTn id="20" dur="500" fill="hold"/>
                                        <p:tgtEl>
                                          <p:spTgt spid="13"/>
                                        </p:tgtEl>
                                        <p:attrNameLst>
                                          <p:attrName>ppt_y</p:attrName>
                                        </p:attrNameLst>
                                      </p:cBhvr>
                                      <p:tavLst>
                                        <p:tav tm="0">
                                          <p:val>
                                            <p:strVal val="#ppt_y"/>
                                          </p:val>
                                        </p:tav>
                                        <p:tav tm="100000">
                                          <p:val>
                                            <p:strVal val="#ppt_y"/>
                                          </p:val>
                                        </p:tav>
                                      </p:tavLst>
                                    </p:anim>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strVal val="#ppt_h"/>
                                          </p:val>
                                        </p:tav>
                                        <p:tav tm="100000">
                                          <p:val>
                                            <p:strVal val="#ppt_h"/>
                                          </p:val>
                                        </p:tav>
                                      </p:tavLst>
                                    </p:anim>
                                  </p:childTnLst>
                                </p:cTn>
                              </p:par>
                            </p:childTnLst>
                          </p:cTn>
                        </p:par>
                        <p:par>
                          <p:cTn id="23" fill="hold">
                            <p:stCondLst>
                              <p:cond delay="1500"/>
                            </p:stCondLst>
                            <p:childTnLst>
                              <p:par>
                                <p:cTn id="24" presetID="17" presetClass="entr" presetSubtype="8"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 calcmode="lin" valueType="num">
                                      <p:cBhvr>
                                        <p:cTn id="26" dur="500" fill="hold"/>
                                        <p:tgtEl>
                                          <p:spTgt spid="12"/>
                                        </p:tgtEl>
                                        <p:attrNameLst>
                                          <p:attrName>ppt_x</p:attrName>
                                        </p:attrNameLst>
                                      </p:cBhvr>
                                      <p:tavLst>
                                        <p:tav tm="0">
                                          <p:val>
                                            <p:strVal val="#ppt_x-#ppt_w/2"/>
                                          </p:val>
                                        </p:tav>
                                        <p:tav tm="100000">
                                          <p:val>
                                            <p:strVal val="#ppt_x"/>
                                          </p:val>
                                        </p:tav>
                                      </p:tavLst>
                                    </p:anim>
                                    <p:anim calcmode="lin" valueType="num">
                                      <p:cBhvr>
                                        <p:cTn id="27" dur="500" fill="hold"/>
                                        <p:tgtEl>
                                          <p:spTgt spid="12"/>
                                        </p:tgtEl>
                                        <p:attrNameLst>
                                          <p:attrName>ppt_y</p:attrName>
                                        </p:attrNameLst>
                                      </p:cBhvr>
                                      <p:tavLst>
                                        <p:tav tm="0">
                                          <p:val>
                                            <p:strVal val="#ppt_y"/>
                                          </p:val>
                                        </p:tav>
                                        <p:tav tm="100000">
                                          <p:val>
                                            <p:strVal val="#ppt_y"/>
                                          </p:val>
                                        </p:tav>
                                      </p:tavLst>
                                    </p:anim>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strVal val="#ppt_h"/>
                                          </p:val>
                                        </p:tav>
                                        <p:tav tm="100000">
                                          <p:val>
                                            <p:strVal val="#ppt_h"/>
                                          </p:val>
                                        </p:tav>
                                      </p:tavLst>
                                    </p:anim>
                                  </p:childTnLst>
                                </p:cTn>
                              </p:par>
                            </p:childTnLst>
                          </p:cTn>
                        </p:par>
                        <p:par>
                          <p:cTn id="30" fill="hold">
                            <p:stCondLst>
                              <p:cond delay="2000"/>
                            </p:stCondLst>
                            <p:childTnLst>
                              <p:par>
                                <p:cTn id="31" presetID="17" presetClass="entr" presetSubtype="8" fill="hold"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ppt_x</p:attrName>
                                        </p:attrNameLst>
                                      </p:cBhvr>
                                      <p:tavLst>
                                        <p:tav tm="0">
                                          <p:val>
                                            <p:strVal val="#ppt_x-#ppt_w/2"/>
                                          </p:val>
                                        </p:tav>
                                        <p:tav tm="100000">
                                          <p:val>
                                            <p:strVal val="#ppt_x"/>
                                          </p:val>
                                        </p:tav>
                                      </p:tavLst>
                                    </p:anim>
                                    <p:anim calcmode="lin" valueType="num">
                                      <p:cBhvr>
                                        <p:cTn id="34" dur="500" fill="hold"/>
                                        <p:tgtEl>
                                          <p:spTgt spid="4"/>
                                        </p:tgtEl>
                                        <p:attrNameLst>
                                          <p:attrName>ppt_y</p:attrName>
                                        </p:attrNameLst>
                                      </p:cBhvr>
                                      <p:tavLst>
                                        <p:tav tm="0">
                                          <p:val>
                                            <p:strVal val="#ppt_y"/>
                                          </p:val>
                                        </p:tav>
                                        <p:tav tm="100000">
                                          <p:val>
                                            <p:strVal val="#ppt_y"/>
                                          </p:val>
                                        </p:tav>
                                      </p:tavLst>
                                    </p:anim>
                                    <p:anim calcmode="lin" valueType="num">
                                      <p:cBhvr>
                                        <p:cTn id="35" dur="500" fill="hold"/>
                                        <p:tgtEl>
                                          <p:spTgt spid="4"/>
                                        </p:tgtEl>
                                        <p:attrNameLst>
                                          <p:attrName>ppt_w</p:attrName>
                                        </p:attrNameLst>
                                      </p:cBhvr>
                                      <p:tavLst>
                                        <p:tav tm="0">
                                          <p:val>
                                            <p:fltVal val="0"/>
                                          </p:val>
                                        </p:tav>
                                        <p:tav tm="100000">
                                          <p:val>
                                            <p:strVal val="#ppt_w"/>
                                          </p:val>
                                        </p:tav>
                                      </p:tavLst>
                                    </p:anim>
                                    <p:anim calcmode="lin" valueType="num">
                                      <p:cBhvr>
                                        <p:cTn id="36" dur="500" fill="hold"/>
                                        <p:tgtEl>
                                          <p:spTgt spid="4"/>
                                        </p:tgtEl>
                                        <p:attrNameLst>
                                          <p:attrName>ppt_h</p:attrName>
                                        </p:attrNameLst>
                                      </p:cBhvr>
                                      <p:tavLst>
                                        <p:tav tm="0">
                                          <p:val>
                                            <p:strVal val="#ppt_h"/>
                                          </p:val>
                                        </p:tav>
                                        <p:tav tm="100000">
                                          <p:val>
                                            <p:strVal val="#ppt_h"/>
                                          </p:val>
                                        </p:tav>
                                      </p:tavLst>
                                    </p:anim>
                                  </p:childTnLst>
                                </p:cTn>
                              </p:par>
                            </p:childTnLst>
                          </p:cTn>
                        </p:par>
                        <p:par>
                          <p:cTn id="37" fill="hold">
                            <p:stCondLst>
                              <p:cond delay="2500"/>
                            </p:stCondLst>
                            <p:childTnLst>
                              <p:par>
                                <p:cTn id="38" presetID="17" presetClass="entr" presetSubtype="8"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 calcmode="lin" valueType="num">
                                      <p:cBhvr>
                                        <p:cTn id="40" dur="500" fill="hold"/>
                                        <p:tgtEl>
                                          <p:spTgt spid="3"/>
                                        </p:tgtEl>
                                        <p:attrNameLst>
                                          <p:attrName>ppt_x</p:attrName>
                                        </p:attrNameLst>
                                      </p:cBhvr>
                                      <p:tavLst>
                                        <p:tav tm="0">
                                          <p:val>
                                            <p:strVal val="#ppt_x-#ppt_w/2"/>
                                          </p:val>
                                        </p:tav>
                                        <p:tav tm="100000">
                                          <p:val>
                                            <p:strVal val="#ppt_x"/>
                                          </p:val>
                                        </p:tav>
                                      </p:tavLst>
                                    </p:anim>
                                    <p:anim calcmode="lin" valueType="num">
                                      <p:cBhvr>
                                        <p:cTn id="41" dur="500" fill="hold"/>
                                        <p:tgtEl>
                                          <p:spTgt spid="3"/>
                                        </p:tgtEl>
                                        <p:attrNameLst>
                                          <p:attrName>ppt_y</p:attrName>
                                        </p:attrNameLst>
                                      </p:cBhvr>
                                      <p:tavLst>
                                        <p:tav tm="0">
                                          <p:val>
                                            <p:strVal val="#ppt_y"/>
                                          </p:val>
                                        </p:tav>
                                        <p:tav tm="100000">
                                          <p:val>
                                            <p:strVal val="#ppt_y"/>
                                          </p:val>
                                        </p:tav>
                                      </p:tavLst>
                                    </p:anim>
                                    <p:anim calcmode="lin" valueType="num">
                                      <p:cBhvr>
                                        <p:cTn id="42" dur="500" fill="hold"/>
                                        <p:tgtEl>
                                          <p:spTgt spid="3"/>
                                        </p:tgtEl>
                                        <p:attrNameLst>
                                          <p:attrName>ppt_w</p:attrName>
                                        </p:attrNameLst>
                                      </p:cBhvr>
                                      <p:tavLst>
                                        <p:tav tm="0">
                                          <p:val>
                                            <p:fltVal val="0"/>
                                          </p:val>
                                        </p:tav>
                                        <p:tav tm="100000">
                                          <p:val>
                                            <p:strVal val="#ppt_w"/>
                                          </p:val>
                                        </p:tav>
                                      </p:tavLst>
                                    </p:anim>
                                    <p:anim calcmode="lin" valueType="num">
                                      <p:cBhvr>
                                        <p:cTn id="43" dur="500" fill="hold"/>
                                        <p:tgtEl>
                                          <p:spTgt spid="3"/>
                                        </p:tgtEl>
                                        <p:attrNameLst>
                                          <p:attrName>ppt_h</p:attrName>
                                        </p:attrNameLst>
                                      </p:cBhvr>
                                      <p:tavLst>
                                        <p:tav tm="0">
                                          <p:val>
                                            <p:strVal val="#ppt_h"/>
                                          </p:val>
                                        </p:tav>
                                        <p:tav tm="100000">
                                          <p:val>
                                            <p:strVal val="#ppt_h"/>
                                          </p:val>
                                        </p:tav>
                                      </p:tavLst>
                                    </p:anim>
                                  </p:childTnLst>
                                </p:cTn>
                              </p:par>
                            </p:childTnLst>
                          </p:cTn>
                        </p:par>
                        <p:par>
                          <p:cTn id="44" fill="hold">
                            <p:stCondLst>
                              <p:cond delay="3000"/>
                            </p:stCondLst>
                            <p:childTnLst>
                              <p:par>
                                <p:cTn id="45" presetID="17" presetClass="entr" presetSubtype="8" fill="hold" nodeType="after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p:cTn id="47" dur="500" fill="hold"/>
                                        <p:tgtEl>
                                          <p:spTgt spid="2"/>
                                        </p:tgtEl>
                                        <p:attrNameLst>
                                          <p:attrName>ppt_x</p:attrName>
                                        </p:attrNameLst>
                                      </p:cBhvr>
                                      <p:tavLst>
                                        <p:tav tm="0">
                                          <p:val>
                                            <p:strVal val="#ppt_x-#ppt_w/2"/>
                                          </p:val>
                                        </p:tav>
                                        <p:tav tm="100000">
                                          <p:val>
                                            <p:strVal val="#ppt_x"/>
                                          </p:val>
                                        </p:tav>
                                      </p:tavLst>
                                    </p:anim>
                                    <p:anim calcmode="lin" valueType="num">
                                      <p:cBhvr>
                                        <p:cTn id="48" dur="500" fill="hold"/>
                                        <p:tgtEl>
                                          <p:spTgt spid="2"/>
                                        </p:tgtEl>
                                        <p:attrNameLst>
                                          <p:attrName>ppt_y</p:attrName>
                                        </p:attrNameLst>
                                      </p:cBhvr>
                                      <p:tavLst>
                                        <p:tav tm="0">
                                          <p:val>
                                            <p:strVal val="#ppt_y"/>
                                          </p:val>
                                        </p:tav>
                                        <p:tav tm="100000">
                                          <p:val>
                                            <p:strVal val="#ppt_y"/>
                                          </p:val>
                                        </p:tav>
                                      </p:tavLst>
                                    </p:anim>
                                    <p:anim calcmode="lin" valueType="num">
                                      <p:cBhvr>
                                        <p:cTn id="49" dur="500" fill="hold"/>
                                        <p:tgtEl>
                                          <p:spTgt spid="2"/>
                                        </p:tgtEl>
                                        <p:attrNameLst>
                                          <p:attrName>ppt_w</p:attrName>
                                        </p:attrNameLst>
                                      </p:cBhvr>
                                      <p:tavLst>
                                        <p:tav tm="0">
                                          <p:val>
                                            <p:fltVal val="0"/>
                                          </p:val>
                                        </p:tav>
                                        <p:tav tm="100000">
                                          <p:val>
                                            <p:strVal val="#ppt_w"/>
                                          </p:val>
                                        </p:tav>
                                      </p:tavLst>
                                    </p:anim>
                                    <p:anim calcmode="lin" valueType="num">
                                      <p:cBhvr>
                                        <p:cTn id="50" dur="500" fill="hold"/>
                                        <p:tgtEl>
                                          <p:spTgt spid="2"/>
                                        </p:tgtEl>
                                        <p:attrNameLst>
                                          <p:attrName>ppt_h</p:attrName>
                                        </p:attrNameLst>
                                      </p:cBhvr>
                                      <p:tavLst>
                                        <p:tav tm="0">
                                          <p:val>
                                            <p:strVal val="#ppt_h"/>
                                          </p:val>
                                        </p:tav>
                                        <p:tav tm="100000">
                                          <p:val>
                                            <p:strVal val="#ppt_h"/>
                                          </p:val>
                                        </p:tav>
                                      </p:tavLst>
                                    </p:anim>
                                  </p:childTnLst>
                                </p:cTn>
                              </p:par>
                            </p:childTnLst>
                          </p:cTn>
                        </p:par>
                        <p:par>
                          <p:cTn id="51" fill="hold">
                            <p:stCondLst>
                              <p:cond delay="3500"/>
                            </p:stCondLst>
                            <p:childTnLst>
                              <p:par>
                                <p:cTn id="52" presetID="53" presetClass="entr" presetSubtype="0" fill="hold" grpId="0" nodeType="afterEffect">
                                  <p:stCondLst>
                                    <p:cond delay="0"/>
                                  </p:stCondLst>
                                  <p:childTnLst>
                                    <p:set>
                                      <p:cBhvr>
                                        <p:cTn id="53" dur="1" fill="hold">
                                          <p:stCondLst>
                                            <p:cond delay="0"/>
                                          </p:stCondLst>
                                        </p:cTn>
                                        <p:tgtEl>
                                          <p:spTgt spid="32"/>
                                        </p:tgtEl>
                                        <p:attrNameLst>
                                          <p:attrName>style.visibility</p:attrName>
                                        </p:attrNameLst>
                                      </p:cBhvr>
                                      <p:to>
                                        <p:strVal val="visible"/>
                                      </p:to>
                                    </p:set>
                                    <p:anim calcmode="lin" valueType="num">
                                      <p:cBhvr>
                                        <p:cTn id="54" dur="500" fill="hold"/>
                                        <p:tgtEl>
                                          <p:spTgt spid="32"/>
                                        </p:tgtEl>
                                        <p:attrNameLst>
                                          <p:attrName>ppt_w</p:attrName>
                                        </p:attrNameLst>
                                      </p:cBhvr>
                                      <p:tavLst>
                                        <p:tav tm="0">
                                          <p:val>
                                            <p:fltVal val="0"/>
                                          </p:val>
                                        </p:tav>
                                        <p:tav tm="100000">
                                          <p:val>
                                            <p:strVal val="#ppt_w"/>
                                          </p:val>
                                        </p:tav>
                                      </p:tavLst>
                                    </p:anim>
                                    <p:anim calcmode="lin" valueType="num">
                                      <p:cBhvr>
                                        <p:cTn id="55" dur="500" fill="hold"/>
                                        <p:tgtEl>
                                          <p:spTgt spid="32"/>
                                        </p:tgtEl>
                                        <p:attrNameLst>
                                          <p:attrName>ppt_h</p:attrName>
                                        </p:attrNameLst>
                                      </p:cBhvr>
                                      <p:tavLst>
                                        <p:tav tm="0">
                                          <p:val>
                                            <p:fltVal val="0"/>
                                          </p:val>
                                        </p:tav>
                                        <p:tav tm="100000">
                                          <p:val>
                                            <p:strVal val="#ppt_h"/>
                                          </p:val>
                                        </p:tav>
                                      </p:tavLst>
                                    </p:anim>
                                    <p:animEffect transition="in" filter="fade">
                                      <p:cBhvr>
                                        <p:cTn id="56" dur="500"/>
                                        <p:tgtEl>
                                          <p:spTgt spid="32"/>
                                        </p:tgtEl>
                                      </p:cBhvr>
                                    </p:animEffect>
                                  </p:childTnLst>
                                </p:cTn>
                              </p:par>
                              <p:par>
                                <p:cTn id="57" presetID="2" presetClass="entr" presetSubtype="4" accel="50000" decel="50000" fill="hold" nodeType="withEffect">
                                  <p:stCondLst>
                                    <p:cond delay="0"/>
                                  </p:stCondLst>
                                  <p:childTnLst>
                                    <p:set>
                                      <p:cBhvr>
                                        <p:cTn id="58" dur="1" fill="hold">
                                          <p:stCondLst>
                                            <p:cond delay="0"/>
                                          </p:stCondLst>
                                        </p:cTn>
                                        <p:tgtEl>
                                          <p:spTgt spid="21"/>
                                        </p:tgtEl>
                                        <p:attrNameLst>
                                          <p:attrName>style.visibility</p:attrName>
                                        </p:attrNameLst>
                                      </p:cBhvr>
                                      <p:to>
                                        <p:strVal val="visible"/>
                                      </p:to>
                                    </p:set>
                                    <p:anim calcmode="lin" valueType="num">
                                      <p:cBhvr additive="base">
                                        <p:cTn id="59" dur="500" fill="hold"/>
                                        <p:tgtEl>
                                          <p:spTgt spid="21"/>
                                        </p:tgtEl>
                                        <p:attrNameLst>
                                          <p:attrName>ppt_x</p:attrName>
                                        </p:attrNameLst>
                                      </p:cBhvr>
                                      <p:tavLst>
                                        <p:tav tm="0">
                                          <p:val>
                                            <p:strVal val="#ppt_x"/>
                                          </p:val>
                                        </p:tav>
                                        <p:tav tm="100000">
                                          <p:val>
                                            <p:strVal val="#ppt_x"/>
                                          </p:val>
                                        </p:tav>
                                      </p:tavLst>
                                    </p:anim>
                                    <p:anim calcmode="lin" valueType="num">
                                      <p:cBhvr additive="base">
                                        <p:cTn id="60" dur="500" fill="hold"/>
                                        <p:tgtEl>
                                          <p:spTgt spid="21"/>
                                        </p:tgtEl>
                                        <p:attrNameLst>
                                          <p:attrName>ppt_y</p:attrName>
                                        </p:attrNameLst>
                                      </p:cBhvr>
                                      <p:tavLst>
                                        <p:tav tm="0">
                                          <p:val>
                                            <p:strVal val="1+#ppt_h/2"/>
                                          </p:val>
                                        </p:tav>
                                        <p:tav tm="100000">
                                          <p:val>
                                            <p:strVal val="#ppt_y"/>
                                          </p:val>
                                        </p:tav>
                                      </p:tavLst>
                                    </p:anim>
                                  </p:childTnLst>
                                </p:cTn>
                              </p:par>
                            </p:childTnLst>
                          </p:cTn>
                        </p:par>
                        <p:par>
                          <p:cTn id="61" fill="hold">
                            <p:stCondLst>
                              <p:cond delay="4000"/>
                            </p:stCondLst>
                            <p:childTnLst>
                              <p:par>
                                <p:cTn id="62" presetID="53" presetClass="entr" presetSubtype="0" fill="hold" grpId="0" nodeType="afterEffect">
                                  <p:stCondLst>
                                    <p:cond delay="0"/>
                                  </p:stCondLst>
                                  <p:childTnLst>
                                    <p:set>
                                      <p:cBhvr>
                                        <p:cTn id="63" dur="1" fill="hold">
                                          <p:stCondLst>
                                            <p:cond delay="0"/>
                                          </p:stCondLst>
                                        </p:cTn>
                                        <p:tgtEl>
                                          <p:spTgt spid="33"/>
                                        </p:tgtEl>
                                        <p:attrNameLst>
                                          <p:attrName>style.visibility</p:attrName>
                                        </p:attrNameLst>
                                      </p:cBhvr>
                                      <p:to>
                                        <p:strVal val="visible"/>
                                      </p:to>
                                    </p:set>
                                    <p:anim calcmode="lin" valueType="num">
                                      <p:cBhvr>
                                        <p:cTn id="64" dur="500" fill="hold"/>
                                        <p:tgtEl>
                                          <p:spTgt spid="33"/>
                                        </p:tgtEl>
                                        <p:attrNameLst>
                                          <p:attrName>ppt_w</p:attrName>
                                        </p:attrNameLst>
                                      </p:cBhvr>
                                      <p:tavLst>
                                        <p:tav tm="0">
                                          <p:val>
                                            <p:fltVal val="0"/>
                                          </p:val>
                                        </p:tav>
                                        <p:tav tm="100000">
                                          <p:val>
                                            <p:strVal val="#ppt_w"/>
                                          </p:val>
                                        </p:tav>
                                      </p:tavLst>
                                    </p:anim>
                                    <p:anim calcmode="lin" valueType="num">
                                      <p:cBhvr>
                                        <p:cTn id="65" dur="500" fill="hold"/>
                                        <p:tgtEl>
                                          <p:spTgt spid="33"/>
                                        </p:tgtEl>
                                        <p:attrNameLst>
                                          <p:attrName>ppt_h</p:attrName>
                                        </p:attrNameLst>
                                      </p:cBhvr>
                                      <p:tavLst>
                                        <p:tav tm="0">
                                          <p:val>
                                            <p:fltVal val="0"/>
                                          </p:val>
                                        </p:tav>
                                        <p:tav tm="100000">
                                          <p:val>
                                            <p:strVal val="#ppt_h"/>
                                          </p:val>
                                        </p:tav>
                                      </p:tavLst>
                                    </p:anim>
                                    <p:animEffect transition="in" filter="fade">
                                      <p:cBhvr>
                                        <p:cTn id="66" dur="500"/>
                                        <p:tgtEl>
                                          <p:spTgt spid="33"/>
                                        </p:tgtEl>
                                      </p:cBhvr>
                                    </p:animEffect>
                                  </p:childTnLst>
                                </p:cTn>
                              </p:par>
                              <p:par>
                                <p:cTn id="67" presetID="2" presetClass="entr" presetSubtype="4" accel="50000" decel="50000" fill="hold" nodeType="withEffect">
                                  <p:stCondLst>
                                    <p:cond delay="0"/>
                                  </p:stCondLst>
                                  <p:childTnLst>
                                    <p:set>
                                      <p:cBhvr>
                                        <p:cTn id="68" dur="1" fill="hold">
                                          <p:stCondLst>
                                            <p:cond delay="0"/>
                                          </p:stCondLst>
                                        </p:cTn>
                                        <p:tgtEl>
                                          <p:spTgt spid="25"/>
                                        </p:tgtEl>
                                        <p:attrNameLst>
                                          <p:attrName>style.visibility</p:attrName>
                                        </p:attrNameLst>
                                      </p:cBhvr>
                                      <p:to>
                                        <p:strVal val="visible"/>
                                      </p:to>
                                    </p:set>
                                    <p:anim calcmode="lin" valueType="num">
                                      <p:cBhvr additive="base">
                                        <p:cTn id="69" dur="500" fill="hold"/>
                                        <p:tgtEl>
                                          <p:spTgt spid="25"/>
                                        </p:tgtEl>
                                        <p:attrNameLst>
                                          <p:attrName>ppt_x</p:attrName>
                                        </p:attrNameLst>
                                      </p:cBhvr>
                                      <p:tavLst>
                                        <p:tav tm="0">
                                          <p:val>
                                            <p:strVal val="#ppt_x"/>
                                          </p:val>
                                        </p:tav>
                                        <p:tav tm="100000">
                                          <p:val>
                                            <p:strVal val="#ppt_x"/>
                                          </p:val>
                                        </p:tav>
                                      </p:tavLst>
                                    </p:anim>
                                    <p:anim calcmode="lin" valueType="num">
                                      <p:cBhvr additive="base">
                                        <p:cTn id="70" dur="500" fill="hold"/>
                                        <p:tgtEl>
                                          <p:spTgt spid="25"/>
                                        </p:tgtEl>
                                        <p:attrNameLst>
                                          <p:attrName>ppt_y</p:attrName>
                                        </p:attrNameLst>
                                      </p:cBhvr>
                                      <p:tavLst>
                                        <p:tav tm="0">
                                          <p:val>
                                            <p:strVal val="1+#ppt_h/2"/>
                                          </p:val>
                                        </p:tav>
                                        <p:tav tm="100000">
                                          <p:val>
                                            <p:strVal val="#ppt_y"/>
                                          </p:val>
                                        </p:tav>
                                      </p:tavLst>
                                    </p:anim>
                                  </p:childTnLst>
                                </p:cTn>
                              </p:par>
                            </p:childTnLst>
                          </p:cTn>
                        </p:par>
                        <p:par>
                          <p:cTn id="71" fill="hold">
                            <p:stCondLst>
                              <p:cond delay="4500"/>
                            </p:stCondLst>
                            <p:childTnLst>
                              <p:par>
                                <p:cTn id="72" presetID="53" presetClass="entr" presetSubtype="0" fill="hold" grpId="0" nodeType="afterEffect">
                                  <p:stCondLst>
                                    <p:cond delay="0"/>
                                  </p:stCondLst>
                                  <p:childTnLst>
                                    <p:set>
                                      <p:cBhvr>
                                        <p:cTn id="73" dur="1" fill="hold">
                                          <p:stCondLst>
                                            <p:cond delay="0"/>
                                          </p:stCondLst>
                                        </p:cTn>
                                        <p:tgtEl>
                                          <p:spTgt spid="34"/>
                                        </p:tgtEl>
                                        <p:attrNameLst>
                                          <p:attrName>style.visibility</p:attrName>
                                        </p:attrNameLst>
                                      </p:cBhvr>
                                      <p:to>
                                        <p:strVal val="visible"/>
                                      </p:to>
                                    </p:set>
                                    <p:anim calcmode="lin" valueType="num">
                                      <p:cBhvr>
                                        <p:cTn id="74" dur="500" fill="hold"/>
                                        <p:tgtEl>
                                          <p:spTgt spid="34"/>
                                        </p:tgtEl>
                                        <p:attrNameLst>
                                          <p:attrName>ppt_w</p:attrName>
                                        </p:attrNameLst>
                                      </p:cBhvr>
                                      <p:tavLst>
                                        <p:tav tm="0">
                                          <p:val>
                                            <p:fltVal val="0"/>
                                          </p:val>
                                        </p:tav>
                                        <p:tav tm="100000">
                                          <p:val>
                                            <p:strVal val="#ppt_w"/>
                                          </p:val>
                                        </p:tav>
                                      </p:tavLst>
                                    </p:anim>
                                    <p:anim calcmode="lin" valueType="num">
                                      <p:cBhvr>
                                        <p:cTn id="75" dur="500" fill="hold"/>
                                        <p:tgtEl>
                                          <p:spTgt spid="34"/>
                                        </p:tgtEl>
                                        <p:attrNameLst>
                                          <p:attrName>ppt_h</p:attrName>
                                        </p:attrNameLst>
                                      </p:cBhvr>
                                      <p:tavLst>
                                        <p:tav tm="0">
                                          <p:val>
                                            <p:fltVal val="0"/>
                                          </p:val>
                                        </p:tav>
                                        <p:tav tm="100000">
                                          <p:val>
                                            <p:strVal val="#ppt_h"/>
                                          </p:val>
                                        </p:tav>
                                      </p:tavLst>
                                    </p:anim>
                                    <p:animEffect transition="in" filter="fade">
                                      <p:cBhvr>
                                        <p:cTn id="76" dur="500"/>
                                        <p:tgtEl>
                                          <p:spTgt spid="34"/>
                                        </p:tgtEl>
                                      </p:cBhvr>
                                    </p:animEffect>
                                  </p:childTnLst>
                                </p:cTn>
                              </p:par>
                              <p:par>
                                <p:cTn id="77" presetID="2" presetClass="entr" presetSubtype="4" accel="50000" decel="50000" fill="hold" nodeType="withEffect">
                                  <p:stCondLst>
                                    <p:cond delay="0"/>
                                  </p:stCondLst>
                                  <p:childTnLst>
                                    <p:set>
                                      <p:cBhvr>
                                        <p:cTn id="78" dur="1" fill="hold">
                                          <p:stCondLst>
                                            <p:cond delay="0"/>
                                          </p:stCondLst>
                                        </p:cTn>
                                        <p:tgtEl>
                                          <p:spTgt spid="31"/>
                                        </p:tgtEl>
                                        <p:attrNameLst>
                                          <p:attrName>style.visibility</p:attrName>
                                        </p:attrNameLst>
                                      </p:cBhvr>
                                      <p:to>
                                        <p:strVal val="visible"/>
                                      </p:to>
                                    </p:set>
                                    <p:anim calcmode="lin" valueType="num">
                                      <p:cBhvr additive="base">
                                        <p:cTn id="79" dur="500" fill="hold"/>
                                        <p:tgtEl>
                                          <p:spTgt spid="31"/>
                                        </p:tgtEl>
                                        <p:attrNameLst>
                                          <p:attrName>ppt_x</p:attrName>
                                        </p:attrNameLst>
                                      </p:cBhvr>
                                      <p:tavLst>
                                        <p:tav tm="0">
                                          <p:val>
                                            <p:strVal val="#ppt_x"/>
                                          </p:val>
                                        </p:tav>
                                        <p:tav tm="100000">
                                          <p:val>
                                            <p:strVal val="#ppt_x"/>
                                          </p:val>
                                        </p:tav>
                                      </p:tavLst>
                                    </p:anim>
                                    <p:anim calcmode="lin" valueType="num">
                                      <p:cBhvr additive="base">
                                        <p:cTn id="80" dur="500" fill="hold"/>
                                        <p:tgtEl>
                                          <p:spTgt spid="31"/>
                                        </p:tgtEl>
                                        <p:attrNameLst>
                                          <p:attrName>ppt_y</p:attrName>
                                        </p:attrNameLst>
                                      </p:cBhvr>
                                      <p:tavLst>
                                        <p:tav tm="0">
                                          <p:val>
                                            <p:strVal val="1+#ppt_h/2"/>
                                          </p:val>
                                        </p:tav>
                                        <p:tav tm="100000">
                                          <p:val>
                                            <p:strVal val="#ppt_y"/>
                                          </p:val>
                                        </p:tav>
                                      </p:tavLst>
                                    </p:anim>
                                  </p:childTnLst>
                                </p:cTn>
                              </p:par>
                            </p:childTnLst>
                          </p:cTn>
                        </p:par>
                        <p:par>
                          <p:cTn id="81" fill="hold">
                            <p:stCondLst>
                              <p:cond delay="5000"/>
                            </p:stCondLst>
                            <p:childTnLst>
                              <p:par>
                                <p:cTn id="82" presetID="53" presetClass="entr" presetSubtype="0" fill="hold" grpId="0" nodeType="afterEffect">
                                  <p:stCondLst>
                                    <p:cond delay="0"/>
                                  </p:stCondLst>
                                  <p:childTnLst>
                                    <p:set>
                                      <p:cBhvr>
                                        <p:cTn id="83" dur="1" fill="hold">
                                          <p:stCondLst>
                                            <p:cond delay="0"/>
                                          </p:stCondLst>
                                        </p:cTn>
                                        <p:tgtEl>
                                          <p:spTgt spid="37"/>
                                        </p:tgtEl>
                                        <p:attrNameLst>
                                          <p:attrName>style.visibility</p:attrName>
                                        </p:attrNameLst>
                                      </p:cBhvr>
                                      <p:to>
                                        <p:strVal val="visible"/>
                                      </p:to>
                                    </p:set>
                                    <p:anim calcmode="lin" valueType="num">
                                      <p:cBhvr>
                                        <p:cTn id="84" dur="500" fill="hold"/>
                                        <p:tgtEl>
                                          <p:spTgt spid="37"/>
                                        </p:tgtEl>
                                        <p:attrNameLst>
                                          <p:attrName>ppt_w</p:attrName>
                                        </p:attrNameLst>
                                      </p:cBhvr>
                                      <p:tavLst>
                                        <p:tav tm="0">
                                          <p:val>
                                            <p:fltVal val="0"/>
                                          </p:val>
                                        </p:tav>
                                        <p:tav tm="100000">
                                          <p:val>
                                            <p:strVal val="#ppt_w"/>
                                          </p:val>
                                        </p:tav>
                                      </p:tavLst>
                                    </p:anim>
                                    <p:anim calcmode="lin" valueType="num">
                                      <p:cBhvr>
                                        <p:cTn id="85" dur="500" fill="hold"/>
                                        <p:tgtEl>
                                          <p:spTgt spid="37"/>
                                        </p:tgtEl>
                                        <p:attrNameLst>
                                          <p:attrName>ppt_h</p:attrName>
                                        </p:attrNameLst>
                                      </p:cBhvr>
                                      <p:tavLst>
                                        <p:tav tm="0">
                                          <p:val>
                                            <p:fltVal val="0"/>
                                          </p:val>
                                        </p:tav>
                                        <p:tav tm="100000">
                                          <p:val>
                                            <p:strVal val="#ppt_h"/>
                                          </p:val>
                                        </p:tav>
                                      </p:tavLst>
                                    </p:anim>
                                    <p:animEffect transition="in" filter="fade">
                                      <p:cBhvr>
                                        <p:cTn id="86" dur="500"/>
                                        <p:tgtEl>
                                          <p:spTgt spid="37"/>
                                        </p:tgtEl>
                                      </p:cBhvr>
                                    </p:animEffect>
                                  </p:childTnLst>
                                </p:cTn>
                              </p:par>
                              <p:par>
                                <p:cTn id="87" presetID="2" presetClass="entr" presetSubtype="4" accel="50000" decel="50000" fill="hold" nodeType="with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additive="base">
                                        <p:cTn id="89" dur="500" fill="hold"/>
                                        <p:tgtEl>
                                          <p:spTgt spid="35"/>
                                        </p:tgtEl>
                                        <p:attrNameLst>
                                          <p:attrName>ppt_x</p:attrName>
                                        </p:attrNameLst>
                                      </p:cBhvr>
                                      <p:tavLst>
                                        <p:tav tm="0">
                                          <p:val>
                                            <p:strVal val="#ppt_x"/>
                                          </p:val>
                                        </p:tav>
                                        <p:tav tm="100000">
                                          <p:val>
                                            <p:strVal val="#ppt_x"/>
                                          </p:val>
                                        </p:tav>
                                      </p:tavLst>
                                    </p:anim>
                                    <p:anim calcmode="lin" valueType="num">
                                      <p:cBhvr additive="base">
                                        <p:cTn id="90" dur="500" fill="hold"/>
                                        <p:tgtEl>
                                          <p:spTgt spid="35"/>
                                        </p:tgtEl>
                                        <p:attrNameLst>
                                          <p:attrName>ppt_y</p:attrName>
                                        </p:attrNameLst>
                                      </p:cBhvr>
                                      <p:tavLst>
                                        <p:tav tm="0">
                                          <p:val>
                                            <p:strVal val="1+#ppt_h/2"/>
                                          </p:val>
                                        </p:tav>
                                        <p:tav tm="100000">
                                          <p:val>
                                            <p:strVal val="#ppt_y"/>
                                          </p:val>
                                        </p:tav>
                                      </p:tavLst>
                                    </p:anim>
                                  </p:childTnLst>
                                </p:cTn>
                              </p:par>
                            </p:childTnLst>
                          </p:cTn>
                        </p:par>
                        <p:par>
                          <p:cTn id="91" fill="hold">
                            <p:stCondLst>
                              <p:cond delay="5500"/>
                            </p:stCondLst>
                            <p:childTnLst>
                              <p:par>
                                <p:cTn id="92" presetID="53" presetClass="entr" presetSubtype="0" fill="hold" grpId="0" nodeType="afterEffect">
                                  <p:stCondLst>
                                    <p:cond delay="0"/>
                                  </p:stCondLst>
                                  <p:childTnLst>
                                    <p:set>
                                      <p:cBhvr>
                                        <p:cTn id="93" dur="1" fill="hold">
                                          <p:stCondLst>
                                            <p:cond delay="0"/>
                                          </p:stCondLst>
                                        </p:cTn>
                                        <p:tgtEl>
                                          <p:spTgt spid="39"/>
                                        </p:tgtEl>
                                        <p:attrNameLst>
                                          <p:attrName>style.visibility</p:attrName>
                                        </p:attrNameLst>
                                      </p:cBhvr>
                                      <p:to>
                                        <p:strVal val="visible"/>
                                      </p:to>
                                    </p:set>
                                    <p:anim calcmode="lin" valueType="num">
                                      <p:cBhvr>
                                        <p:cTn id="94" dur="500" fill="hold"/>
                                        <p:tgtEl>
                                          <p:spTgt spid="39"/>
                                        </p:tgtEl>
                                        <p:attrNameLst>
                                          <p:attrName>ppt_w</p:attrName>
                                        </p:attrNameLst>
                                      </p:cBhvr>
                                      <p:tavLst>
                                        <p:tav tm="0">
                                          <p:val>
                                            <p:fltVal val="0"/>
                                          </p:val>
                                        </p:tav>
                                        <p:tav tm="100000">
                                          <p:val>
                                            <p:strVal val="#ppt_w"/>
                                          </p:val>
                                        </p:tav>
                                      </p:tavLst>
                                    </p:anim>
                                    <p:anim calcmode="lin" valueType="num">
                                      <p:cBhvr>
                                        <p:cTn id="95" dur="500" fill="hold"/>
                                        <p:tgtEl>
                                          <p:spTgt spid="39"/>
                                        </p:tgtEl>
                                        <p:attrNameLst>
                                          <p:attrName>ppt_h</p:attrName>
                                        </p:attrNameLst>
                                      </p:cBhvr>
                                      <p:tavLst>
                                        <p:tav tm="0">
                                          <p:val>
                                            <p:fltVal val="0"/>
                                          </p:val>
                                        </p:tav>
                                        <p:tav tm="100000">
                                          <p:val>
                                            <p:strVal val="#ppt_h"/>
                                          </p:val>
                                        </p:tav>
                                      </p:tavLst>
                                    </p:anim>
                                    <p:animEffect transition="in" filter="fade">
                                      <p:cBhvr>
                                        <p:cTn id="96" dur="500"/>
                                        <p:tgtEl>
                                          <p:spTgt spid="39"/>
                                        </p:tgtEl>
                                      </p:cBhvr>
                                    </p:animEffect>
                                  </p:childTnLst>
                                </p:cTn>
                              </p:par>
                              <p:par>
                                <p:cTn id="97" presetID="2" presetClass="entr" presetSubtype="4" accel="50000" decel="50000" fill="hold" nodeType="withEffect">
                                  <p:stCondLst>
                                    <p:cond delay="0"/>
                                  </p:stCondLst>
                                  <p:childTnLst>
                                    <p:set>
                                      <p:cBhvr>
                                        <p:cTn id="98" dur="1" fill="hold">
                                          <p:stCondLst>
                                            <p:cond delay="0"/>
                                          </p:stCondLst>
                                        </p:cTn>
                                        <p:tgtEl>
                                          <p:spTgt spid="36"/>
                                        </p:tgtEl>
                                        <p:attrNameLst>
                                          <p:attrName>style.visibility</p:attrName>
                                        </p:attrNameLst>
                                      </p:cBhvr>
                                      <p:to>
                                        <p:strVal val="visible"/>
                                      </p:to>
                                    </p:set>
                                    <p:anim calcmode="lin" valueType="num">
                                      <p:cBhvr additive="base">
                                        <p:cTn id="99" dur="500" fill="hold"/>
                                        <p:tgtEl>
                                          <p:spTgt spid="36"/>
                                        </p:tgtEl>
                                        <p:attrNameLst>
                                          <p:attrName>ppt_x</p:attrName>
                                        </p:attrNameLst>
                                      </p:cBhvr>
                                      <p:tavLst>
                                        <p:tav tm="0">
                                          <p:val>
                                            <p:strVal val="#ppt_x"/>
                                          </p:val>
                                        </p:tav>
                                        <p:tav tm="100000">
                                          <p:val>
                                            <p:strVal val="#ppt_x"/>
                                          </p:val>
                                        </p:tav>
                                      </p:tavLst>
                                    </p:anim>
                                    <p:anim calcmode="lin" valueType="num">
                                      <p:cBhvr additive="base">
                                        <p:cTn id="100"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2" grpId="0" animBg="1"/>
      <p:bldP spid="33" grpId="0" animBg="1"/>
      <p:bldP spid="34" grpId="0" animBg="1"/>
      <p:bldP spid="37" grpId="0" animBg="1"/>
      <p:bldP spid="39"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17"/>
          <p:cNvGrpSpPr/>
          <p:nvPr/>
        </p:nvGrpSpPr>
        <p:grpSpPr>
          <a:xfrm>
            <a:off x="-4112608" y="1090529"/>
            <a:ext cx="8165579" cy="8165579"/>
            <a:chOff x="-4112608" y="1090529"/>
            <a:chExt cx="8165579" cy="8165579"/>
          </a:xfrm>
        </p:grpSpPr>
        <p:sp>
          <p:nvSpPr>
            <p:cNvPr id="62" name="Pie 61"/>
            <p:cNvSpPr/>
            <p:nvPr/>
          </p:nvSpPr>
          <p:spPr bwMode="auto">
            <a:xfrm rot="7200000">
              <a:off x="-4112608" y="1090529"/>
              <a:ext cx="8165579" cy="8165579"/>
            </a:xfrm>
            <a:prstGeom prst="pie">
              <a:avLst>
                <a:gd name="adj1" fmla="val 12568294"/>
                <a:gd name="adj2" fmla="val 13548642"/>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9" name="Text Placeholder 3"/>
            <p:cNvSpPr txBox="1">
              <a:spLocks/>
            </p:cNvSpPr>
            <p:nvPr/>
          </p:nvSpPr>
          <p:spPr>
            <a:xfrm rot="20363858">
              <a:off x="2018502" y="3931736"/>
              <a:ext cx="1381789"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Title Goes Here</a:t>
              </a:r>
            </a:p>
          </p:txBody>
        </p:sp>
      </p:grpSp>
      <p:grpSp>
        <p:nvGrpSpPr>
          <p:cNvPr id="3" name="Group 115"/>
          <p:cNvGrpSpPr/>
          <p:nvPr/>
        </p:nvGrpSpPr>
        <p:grpSpPr>
          <a:xfrm>
            <a:off x="-4175528" y="1054310"/>
            <a:ext cx="8300445" cy="8300445"/>
            <a:chOff x="-4175528" y="1011739"/>
            <a:chExt cx="8300445" cy="8300445"/>
          </a:xfrm>
        </p:grpSpPr>
        <p:sp>
          <p:nvSpPr>
            <p:cNvPr id="55" name="Pie 54"/>
            <p:cNvSpPr/>
            <p:nvPr/>
          </p:nvSpPr>
          <p:spPr bwMode="auto">
            <a:xfrm rot="5919666">
              <a:off x="-4175528" y="1011739"/>
              <a:ext cx="8300445" cy="8300445"/>
            </a:xfrm>
            <a:prstGeom prst="pie">
              <a:avLst>
                <a:gd name="adj1" fmla="val 11387563"/>
                <a:gd name="adj2" fmla="val 12768997"/>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6" name="Text Placeholder 3"/>
            <p:cNvSpPr txBox="1">
              <a:spLocks/>
            </p:cNvSpPr>
            <p:nvPr/>
          </p:nvSpPr>
          <p:spPr>
            <a:xfrm rot="18182583">
              <a:off x="786971" y="2508187"/>
              <a:ext cx="1381789"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Title Goes Here</a:t>
              </a:r>
            </a:p>
          </p:txBody>
        </p:sp>
      </p:grpSp>
      <p:grpSp>
        <p:nvGrpSpPr>
          <p:cNvPr id="4" name="Group 116"/>
          <p:cNvGrpSpPr/>
          <p:nvPr/>
        </p:nvGrpSpPr>
        <p:grpSpPr>
          <a:xfrm>
            <a:off x="-3684889" y="1560818"/>
            <a:ext cx="7310145" cy="7310145"/>
            <a:chOff x="-3684889" y="1518247"/>
            <a:chExt cx="7310145" cy="7310145"/>
          </a:xfrm>
        </p:grpSpPr>
        <p:sp>
          <p:nvSpPr>
            <p:cNvPr id="60" name="Pie 59"/>
            <p:cNvSpPr/>
            <p:nvPr/>
          </p:nvSpPr>
          <p:spPr bwMode="auto">
            <a:xfrm rot="7200000">
              <a:off x="-3684889" y="1518247"/>
              <a:ext cx="7310145" cy="7310145"/>
            </a:xfrm>
            <a:prstGeom prst="pie">
              <a:avLst>
                <a:gd name="adj1" fmla="val 11488877"/>
                <a:gd name="adj2" fmla="val 12534014"/>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8" name="Text Placeholder 3"/>
            <p:cNvSpPr txBox="1">
              <a:spLocks/>
            </p:cNvSpPr>
            <p:nvPr/>
          </p:nvSpPr>
          <p:spPr>
            <a:xfrm rot="19280389">
              <a:off x="1436136" y="3291770"/>
              <a:ext cx="1381789"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Title Goes Here</a:t>
              </a:r>
            </a:p>
          </p:txBody>
        </p:sp>
      </p:grpSp>
      <p:grpSp>
        <p:nvGrpSpPr>
          <p:cNvPr id="5" name="Group 118"/>
          <p:cNvGrpSpPr/>
          <p:nvPr/>
        </p:nvGrpSpPr>
        <p:grpSpPr>
          <a:xfrm>
            <a:off x="-4678017" y="524289"/>
            <a:ext cx="9296400" cy="9296400"/>
            <a:chOff x="-4678017" y="525117"/>
            <a:chExt cx="9296400" cy="9296400"/>
          </a:xfrm>
        </p:grpSpPr>
        <p:sp>
          <p:nvSpPr>
            <p:cNvPr id="63" name="Pie 62"/>
            <p:cNvSpPr/>
            <p:nvPr/>
          </p:nvSpPr>
          <p:spPr bwMode="auto">
            <a:xfrm rot="7200000">
              <a:off x="-4678017" y="525117"/>
              <a:ext cx="9296400" cy="9296400"/>
            </a:xfrm>
            <a:prstGeom prst="pie">
              <a:avLst>
                <a:gd name="adj1" fmla="val 13534935"/>
                <a:gd name="adj2" fmla="val 14384112"/>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0" name="Text Placeholder 3"/>
            <p:cNvSpPr txBox="1">
              <a:spLocks/>
            </p:cNvSpPr>
            <p:nvPr/>
          </p:nvSpPr>
          <p:spPr>
            <a:xfrm rot="21023787">
              <a:off x="2565051" y="4652944"/>
              <a:ext cx="1381789"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Title Goes Here</a:t>
              </a:r>
            </a:p>
          </p:txBody>
        </p:sp>
      </p:grpSp>
      <p:grpSp>
        <p:nvGrpSpPr>
          <p:cNvPr id="6" name="Group 114"/>
          <p:cNvGrpSpPr/>
          <p:nvPr/>
        </p:nvGrpSpPr>
        <p:grpSpPr>
          <a:xfrm>
            <a:off x="-3652012" y="1538795"/>
            <a:ext cx="7291889" cy="7291889"/>
            <a:chOff x="-3652012" y="1496224"/>
            <a:chExt cx="7291889" cy="7291889"/>
          </a:xfrm>
        </p:grpSpPr>
        <p:sp>
          <p:nvSpPr>
            <p:cNvPr id="61" name="Pie 60"/>
            <p:cNvSpPr/>
            <p:nvPr/>
          </p:nvSpPr>
          <p:spPr bwMode="auto">
            <a:xfrm rot="3039657">
              <a:off x="-3652012" y="1496224"/>
              <a:ext cx="7291889" cy="7291889"/>
            </a:xfrm>
            <a:prstGeom prst="pie">
              <a:avLst>
                <a:gd name="adj1" fmla="val 13165336"/>
                <a:gd name="adj2" fmla="val 14271491"/>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1" name="Text Placeholder 3"/>
            <p:cNvSpPr txBox="1">
              <a:spLocks/>
            </p:cNvSpPr>
            <p:nvPr/>
          </p:nvSpPr>
          <p:spPr>
            <a:xfrm rot="16740446">
              <a:off x="-290374" y="2362929"/>
              <a:ext cx="1381789" cy="27699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Title Goes Here</a:t>
              </a:r>
            </a:p>
          </p:txBody>
        </p:sp>
      </p:grpSp>
      <p:sp>
        <p:nvSpPr>
          <p:cNvPr id="7" name="Title 6"/>
          <p:cNvSpPr>
            <a:spLocks noGrp="1"/>
          </p:cNvSpPr>
          <p:nvPr>
            <p:ph type="title"/>
          </p:nvPr>
        </p:nvSpPr>
        <p:spPr/>
        <p:txBody>
          <a:bodyPr/>
          <a:lstStyle/>
          <a:p>
            <a:r>
              <a:rPr lang="en-US"/>
              <a:t>Flower Infographic</a:t>
            </a:r>
            <a:endParaRPr lang="en-US" dirty="0"/>
          </a:p>
        </p:txBody>
      </p:sp>
      <p:sp>
        <p:nvSpPr>
          <p:cNvPr id="8" name="Text Placeholder 7"/>
          <p:cNvSpPr>
            <a:spLocks noGrp="1"/>
          </p:cNvSpPr>
          <p:nvPr>
            <p:ph type="body" sz="half" idx="2"/>
          </p:nvPr>
        </p:nvSpPr>
        <p:spPr/>
        <p:txBody>
          <a:bodyPr/>
          <a:lstStyle/>
          <a:p>
            <a:r>
              <a:rPr lang="en-US"/>
              <a:t>Flower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245</a:t>
            </a:fld>
            <a:endParaRPr lang="en-US" dirty="0"/>
          </a:p>
        </p:txBody>
      </p:sp>
      <p:sp>
        <p:nvSpPr>
          <p:cNvPr id="52" name="Pie 51"/>
          <p:cNvSpPr/>
          <p:nvPr/>
        </p:nvSpPr>
        <p:spPr bwMode="auto">
          <a:xfrm rot="5400000">
            <a:off x="-1811529" y="3370636"/>
            <a:ext cx="3603180" cy="3603180"/>
          </a:xfrm>
          <a:prstGeom prst="pie">
            <a:avLst>
              <a:gd name="adj1" fmla="val 10799999"/>
              <a:gd name="adj2" fmla="val 16200000"/>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3" name="Freeform 65"/>
          <p:cNvSpPr>
            <a:spLocks noEditPoints="1"/>
          </p:cNvSpPr>
          <p:nvPr/>
        </p:nvSpPr>
        <p:spPr bwMode="auto">
          <a:xfrm>
            <a:off x="2013952" y="1143828"/>
            <a:ext cx="448128" cy="408354"/>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00"/>
          <p:cNvSpPr>
            <a:spLocks noEditPoints="1"/>
          </p:cNvSpPr>
          <p:nvPr/>
        </p:nvSpPr>
        <p:spPr bwMode="auto">
          <a:xfrm>
            <a:off x="2962297" y="2478396"/>
            <a:ext cx="384488" cy="368580"/>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01"/>
          <p:cNvSpPr>
            <a:spLocks noEditPoints="1"/>
          </p:cNvSpPr>
          <p:nvPr/>
        </p:nvSpPr>
        <p:spPr bwMode="auto">
          <a:xfrm>
            <a:off x="425395" y="1126880"/>
            <a:ext cx="440172" cy="291680"/>
          </a:xfrm>
          <a:custGeom>
            <a:avLst/>
            <a:gdLst/>
            <a:ahLst/>
            <a:cxnLst>
              <a:cxn ang="0">
                <a:pos x="77" y="43"/>
              </a:cxn>
              <a:cxn ang="0">
                <a:pos x="77" y="47"/>
              </a:cxn>
              <a:cxn ang="0">
                <a:pos x="70" y="51"/>
              </a:cxn>
              <a:cxn ang="0">
                <a:pos x="6" y="51"/>
              </a:cxn>
              <a:cxn ang="0">
                <a:pos x="0" y="47"/>
              </a:cxn>
              <a:cxn ang="0">
                <a:pos x="0" y="43"/>
              </a:cxn>
              <a:cxn ang="0">
                <a:pos x="6" y="43"/>
              </a:cxn>
              <a:cxn ang="0">
                <a:pos x="70" y="43"/>
              </a:cxn>
              <a:cxn ang="0">
                <a:pos x="77" y="43"/>
              </a:cxn>
              <a:cxn ang="0">
                <a:pos x="10" y="34"/>
              </a:cxn>
              <a:cxn ang="0">
                <a:pos x="10" y="6"/>
              </a:cxn>
              <a:cxn ang="0">
                <a:pos x="16" y="0"/>
              </a:cxn>
              <a:cxn ang="0">
                <a:pos x="60" y="0"/>
              </a:cxn>
              <a:cxn ang="0">
                <a:pos x="67" y="6"/>
              </a:cxn>
              <a:cxn ang="0">
                <a:pos x="67" y="34"/>
              </a:cxn>
              <a:cxn ang="0">
                <a:pos x="60" y="41"/>
              </a:cxn>
              <a:cxn ang="0">
                <a:pos x="16" y="41"/>
              </a:cxn>
              <a:cxn ang="0">
                <a:pos x="10" y="34"/>
              </a:cxn>
              <a:cxn ang="0">
                <a:pos x="15" y="34"/>
              </a:cxn>
              <a:cxn ang="0">
                <a:pos x="16" y="36"/>
              </a:cxn>
              <a:cxn ang="0">
                <a:pos x="60" y="36"/>
              </a:cxn>
              <a:cxn ang="0">
                <a:pos x="61" y="34"/>
              </a:cxn>
              <a:cxn ang="0">
                <a:pos x="61" y="6"/>
              </a:cxn>
              <a:cxn ang="0">
                <a:pos x="60" y="5"/>
              </a:cxn>
              <a:cxn ang="0">
                <a:pos x="16" y="5"/>
              </a:cxn>
              <a:cxn ang="0">
                <a:pos x="15" y="6"/>
              </a:cxn>
              <a:cxn ang="0">
                <a:pos x="15" y="34"/>
              </a:cxn>
              <a:cxn ang="0">
                <a:pos x="42" y="47"/>
              </a:cxn>
              <a:cxn ang="0">
                <a:pos x="42" y="46"/>
              </a:cxn>
              <a:cxn ang="0">
                <a:pos x="35" y="46"/>
              </a:cxn>
              <a:cxn ang="0">
                <a:pos x="34" y="47"/>
              </a:cxn>
              <a:cxn ang="0">
                <a:pos x="35" y="47"/>
              </a:cxn>
              <a:cxn ang="0">
                <a:pos x="42" y="47"/>
              </a:cxn>
              <a:cxn ang="0">
                <a:pos x="42" y="47"/>
              </a:cxn>
            </a:cxnLst>
            <a:rect l="0" t="0" r="r" b="b"/>
            <a:pathLst>
              <a:path w="77" h="51">
                <a:moveTo>
                  <a:pt x="77" y="43"/>
                </a:moveTo>
                <a:cubicBezTo>
                  <a:pt x="77" y="47"/>
                  <a:pt x="77" y="47"/>
                  <a:pt x="77" y="47"/>
                </a:cubicBezTo>
                <a:cubicBezTo>
                  <a:pt x="77" y="49"/>
                  <a:pt x="74" y="51"/>
                  <a:pt x="70" y="51"/>
                </a:cubicBezTo>
                <a:cubicBezTo>
                  <a:pt x="6" y="51"/>
                  <a:pt x="6" y="51"/>
                  <a:pt x="6" y="51"/>
                </a:cubicBezTo>
                <a:cubicBezTo>
                  <a:pt x="3" y="51"/>
                  <a:pt x="0" y="49"/>
                  <a:pt x="0" y="47"/>
                </a:cubicBezTo>
                <a:cubicBezTo>
                  <a:pt x="0" y="43"/>
                  <a:pt x="0" y="43"/>
                  <a:pt x="0" y="43"/>
                </a:cubicBezTo>
                <a:cubicBezTo>
                  <a:pt x="6" y="43"/>
                  <a:pt x="6" y="43"/>
                  <a:pt x="6" y="43"/>
                </a:cubicBezTo>
                <a:cubicBezTo>
                  <a:pt x="70" y="43"/>
                  <a:pt x="70" y="43"/>
                  <a:pt x="70" y="43"/>
                </a:cubicBezTo>
                <a:lnTo>
                  <a:pt x="77" y="43"/>
                </a:lnTo>
                <a:close/>
                <a:moveTo>
                  <a:pt x="10" y="34"/>
                </a:moveTo>
                <a:cubicBezTo>
                  <a:pt x="10" y="6"/>
                  <a:pt x="10" y="6"/>
                  <a:pt x="10" y="6"/>
                </a:cubicBezTo>
                <a:cubicBezTo>
                  <a:pt x="10" y="2"/>
                  <a:pt x="13" y="0"/>
                  <a:pt x="16" y="0"/>
                </a:cubicBezTo>
                <a:cubicBezTo>
                  <a:pt x="60" y="0"/>
                  <a:pt x="60" y="0"/>
                  <a:pt x="60" y="0"/>
                </a:cubicBezTo>
                <a:cubicBezTo>
                  <a:pt x="64" y="0"/>
                  <a:pt x="67" y="2"/>
                  <a:pt x="67" y="6"/>
                </a:cubicBezTo>
                <a:cubicBezTo>
                  <a:pt x="67" y="34"/>
                  <a:pt x="67" y="34"/>
                  <a:pt x="67" y="34"/>
                </a:cubicBezTo>
                <a:cubicBezTo>
                  <a:pt x="67" y="38"/>
                  <a:pt x="64" y="41"/>
                  <a:pt x="60" y="41"/>
                </a:cubicBezTo>
                <a:cubicBezTo>
                  <a:pt x="16" y="41"/>
                  <a:pt x="16" y="41"/>
                  <a:pt x="16" y="41"/>
                </a:cubicBezTo>
                <a:cubicBezTo>
                  <a:pt x="13" y="41"/>
                  <a:pt x="10" y="38"/>
                  <a:pt x="10" y="34"/>
                </a:cubicBezTo>
                <a:close/>
                <a:moveTo>
                  <a:pt x="15" y="34"/>
                </a:moveTo>
                <a:cubicBezTo>
                  <a:pt x="15" y="35"/>
                  <a:pt x="16" y="36"/>
                  <a:pt x="16" y="36"/>
                </a:cubicBezTo>
                <a:cubicBezTo>
                  <a:pt x="60" y="36"/>
                  <a:pt x="60" y="36"/>
                  <a:pt x="60" y="36"/>
                </a:cubicBezTo>
                <a:cubicBezTo>
                  <a:pt x="61" y="36"/>
                  <a:pt x="61" y="35"/>
                  <a:pt x="61" y="34"/>
                </a:cubicBezTo>
                <a:cubicBezTo>
                  <a:pt x="61" y="6"/>
                  <a:pt x="61" y="6"/>
                  <a:pt x="61" y="6"/>
                </a:cubicBezTo>
                <a:cubicBezTo>
                  <a:pt x="61" y="5"/>
                  <a:pt x="61" y="5"/>
                  <a:pt x="60" y="5"/>
                </a:cubicBezTo>
                <a:cubicBezTo>
                  <a:pt x="16" y="5"/>
                  <a:pt x="16" y="5"/>
                  <a:pt x="16" y="5"/>
                </a:cubicBezTo>
                <a:cubicBezTo>
                  <a:pt x="16" y="5"/>
                  <a:pt x="15" y="5"/>
                  <a:pt x="15" y="6"/>
                </a:cubicBezTo>
                <a:lnTo>
                  <a:pt x="15" y="34"/>
                </a:lnTo>
                <a:close/>
                <a:moveTo>
                  <a:pt x="42" y="47"/>
                </a:moveTo>
                <a:cubicBezTo>
                  <a:pt x="42" y="46"/>
                  <a:pt x="42" y="46"/>
                  <a:pt x="42" y="46"/>
                </a:cubicBezTo>
                <a:cubicBezTo>
                  <a:pt x="35" y="46"/>
                  <a:pt x="35" y="46"/>
                  <a:pt x="35" y="46"/>
                </a:cubicBezTo>
                <a:cubicBezTo>
                  <a:pt x="35" y="46"/>
                  <a:pt x="34" y="46"/>
                  <a:pt x="34" y="47"/>
                </a:cubicBezTo>
                <a:cubicBezTo>
                  <a:pt x="34" y="47"/>
                  <a:pt x="35" y="47"/>
                  <a:pt x="35" y="47"/>
                </a:cubicBezTo>
                <a:cubicBezTo>
                  <a:pt x="42" y="47"/>
                  <a:pt x="42" y="47"/>
                  <a:pt x="42" y="47"/>
                </a:cubicBezTo>
                <a:cubicBezTo>
                  <a:pt x="42" y="47"/>
                  <a:pt x="42" y="47"/>
                  <a:pt x="42" y="47"/>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22"/>
          <p:cNvSpPr>
            <a:spLocks/>
          </p:cNvSpPr>
          <p:nvPr/>
        </p:nvSpPr>
        <p:spPr bwMode="auto">
          <a:xfrm>
            <a:off x="3960264" y="3347906"/>
            <a:ext cx="384488" cy="363274"/>
          </a:xfrm>
          <a:custGeom>
            <a:avLst/>
            <a:gdLst/>
            <a:ahLst/>
            <a:cxnLst>
              <a:cxn ang="0">
                <a:pos x="60" y="52"/>
              </a:cxn>
              <a:cxn ang="0">
                <a:pos x="49" y="48"/>
              </a:cxn>
              <a:cxn ang="0">
                <a:pos x="45" y="53"/>
              </a:cxn>
              <a:cxn ang="0">
                <a:pos x="46" y="62"/>
              </a:cxn>
              <a:cxn ang="0">
                <a:pos x="46" y="62"/>
              </a:cxn>
              <a:cxn ang="0">
                <a:pos x="45" y="62"/>
              </a:cxn>
              <a:cxn ang="0">
                <a:pos x="32" y="63"/>
              </a:cxn>
              <a:cxn ang="0">
                <a:pos x="26" y="59"/>
              </a:cxn>
              <a:cxn ang="0">
                <a:pos x="31" y="48"/>
              </a:cxn>
              <a:cxn ang="0">
                <a:pos x="23" y="41"/>
              </a:cxn>
              <a:cxn ang="0">
                <a:pos x="15" y="48"/>
              </a:cxn>
              <a:cxn ang="0">
                <a:pos x="19" y="58"/>
              </a:cxn>
              <a:cxn ang="0">
                <a:pos x="17" y="62"/>
              </a:cxn>
              <a:cxn ang="0">
                <a:pos x="13" y="63"/>
              </a:cxn>
              <a:cxn ang="0">
                <a:pos x="3" y="62"/>
              </a:cxn>
              <a:cxn ang="0">
                <a:pos x="0" y="62"/>
              </a:cxn>
              <a:cxn ang="0">
                <a:pos x="0" y="62"/>
              </a:cxn>
              <a:cxn ang="0">
                <a:pos x="0" y="62"/>
              </a:cxn>
              <a:cxn ang="0">
                <a:pos x="0" y="21"/>
              </a:cxn>
              <a:cxn ang="0">
                <a:pos x="3" y="21"/>
              </a:cxn>
              <a:cxn ang="0">
                <a:pos x="13" y="22"/>
              </a:cxn>
              <a:cxn ang="0">
                <a:pos x="17" y="21"/>
              </a:cxn>
              <a:cxn ang="0">
                <a:pos x="19" y="17"/>
              </a:cxn>
              <a:cxn ang="0">
                <a:pos x="15" y="7"/>
              </a:cxn>
              <a:cxn ang="0">
                <a:pos x="23" y="0"/>
              </a:cxn>
              <a:cxn ang="0">
                <a:pos x="31" y="7"/>
              </a:cxn>
              <a:cxn ang="0">
                <a:pos x="26" y="18"/>
              </a:cxn>
              <a:cxn ang="0">
                <a:pos x="32" y="22"/>
              </a:cxn>
              <a:cxn ang="0">
                <a:pos x="46" y="21"/>
              </a:cxn>
              <a:cxn ang="0">
                <a:pos x="46" y="21"/>
              </a:cxn>
              <a:cxn ang="0">
                <a:pos x="46" y="24"/>
              </a:cxn>
              <a:cxn ang="0">
                <a:pos x="45" y="34"/>
              </a:cxn>
              <a:cxn ang="0">
                <a:pos x="46" y="38"/>
              </a:cxn>
              <a:cxn ang="0">
                <a:pos x="50" y="40"/>
              </a:cxn>
              <a:cxn ang="0">
                <a:pos x="60" y="36"/>
              </a:cxn>
              <a:cxn ang="0">
                <a:pos x="67" y="44"/>
              </a:cxn>
              <a:cxn ang="0">
                <a:pos x="60" y="52"/>
              </a:cxn>
            </a:cxnLst>
            <a:rect l="0" t="0" r="r" b="b"/>
            <a:pathLst>
              <a:path w="67" h="63">
                <a:moveTo>
                  <a:pt x="60" y="52"/>
                </a:moveTo>
                <a:cubicBezTo>
                  <a:pt x="55" y="52"/>
                  <a:pt x="54" y="48"/>
                  <a:pt x="49" y="48"/>
                </a:cubicBezTo>
                <a:cubicBezTo>
                  <a:pt x="46" y="48"/>
                  <a:pt x="45" y="50"/>
                  <a:pt x="45" y="53"/>
                </a:cubicBezTo>
                <a:cubicBezTo>
                  <a:pt x="45" y="56"/>
                  <a:pt x="46" y="59"/>
                  <a:pt x="46" y="62"/>
                </a:cubicBezTo>
                <a:cubicBezTo>
                  <a:pt x="46" y="62"/>
                  <a:pt x="46" y="62"/>
                  <a:pt x="46" y="62"/>
                </a:cubicBezTo>
                <a:cubicBezTo>
                  <a:pt x="46" y="62"/>
                  <a:pt x="45" y="62"/>
                  <a:pt x="45" y="62"/>
                </a:cubicBezTo>
                <a:cubicBezTo>
                  <a:pt x="41" y="62"/>
                  <a:pt x="36" y="63"/>
                  <a:pt x="32" y="63"/>
                </a:cubicBezTo>
                <a:cubicBezTo>
                  <a:pt x="29" y="63"/>
                  <a:pt x="26" y="62"/>
                  <a:pt x="26" y="59"/>
                </a:cubicBezTo>
                <a:cubicBezTo>
                  <a:pt x="26" y="54"/>
                  <a:pt x="31" y="53"/>
                  <a:pt x="31" y="48"/>
                </a:cubicBezTo>
                <a:cubicBezTo>
                  <a:pt x="31" y="44"/>
                  <a:pt x="27" y="41"/>
                  <a:pt x="23" y="41"/>
                </a:cubicBezTo>
                <a:cubicBezTo>
                  <a:pt x="19" y="41"/>
                  <a:pt x="15" y="44"/>
                  <a:pt x="15" y="48"/>
                </a:cubicBezTo>
                <a:cubicBezTo>
                  <a:pt x="15" y="53"/>
                  <a:pt x="19" y="56"/>
                  <a:pt x="19" y="58"/>
                </a:cubicBezTo>
                <a:cubicBezTo>
                  <a:pt x="19" y="60"/>
                  <a:pt x="18" y="61"/>
                  <a:pt x="17" y="62"/>
                </a:cubicBezTo>
                <a:cubicBezTo>
                  <a:pt x="16" y="63"/>
                  <a:pt x="14" y="63"/>
                  <a:pt x="13" y="63"/>
                </a:cubicBezTo>
                <a:cubicBezTo>
                  <a:pt x="9" y="63"/>
                  <a:pt x="6" y="63"/>
                  <a:pt x="3" y="62"/>
                </a:cubicBezTo>
                <a:cubicBezTo>
                  <a:pt x="2" y="62"/>
                  <a:pt x="1" y="62"/>
                  <a:pt x="0" y="62"/>
                </a:cubicBezTo>
                <a:cubicBezTo>
                  <a:pt x="0" y="62"/>
                  <a:pt x="0" y="62"/>
                  <a:pt x="0" y="62"/>
                </a:cubicBezTo>
                <a:cubicBezTo>
                  <a:pt x="0" y="62"/>
                  <a:pt x="0" y="62"/>
                  <a:pt x="0" y="62"/>
                </a:cubicBezTo>
                <a:cubicBezTo>
                  <a:pt x="0" y="21"/>
                  <a:pt x="0" y="21"/>
                  <a:pt x="0" y="21"/>
                </a:cubicBezTo>
                <a:cubicBezTo>
                  <a:pt x="0" y="21"/>
                  <a:pt x="2" y="21"/>
                  <a:pt x="3" y="21"/>
                </a:cubicBezTo>
                <a:cubicBezTo>
                  <a:pt x="6" y="22"/>
                  <a:pt x="9" y="22"/>
                  <a:pt x="13" y="22"/>
                </a:cubicBezTo>
                <a:cubicBezTo>
                  <a:pt x="14" y="22"/>
                  <a:pt x="16" y="22"/>
                  <a:pt x="17" y="21"/>
                </a:cubicBezTo>
                <a:cubicBezTo>
                  <a:pt x="18" y="20"/>
                  <a:pt x="19" y="19"/>
                  <a:pt x="19" y="17"/>
                </a:cubicBezTo>
                <a:cubicBezTo>
                  <a:pt x="19" y="15"/>
                  <a:pt x="15" y="12"/>
                  <a:pt x="15" y="7"/>
                </a:cubicBezTo>
                <a:cubicBezTo>
                  <a:pt x="15" y="3"/>
                  <a:pt x="19" y="0"/>
                  <a:pt x="23" y="0"/>
                </a:cubicBezTo>
                <a:cubicBezTo>
                  <a:pt x="27" y="0"/>
                  <a:pt x="31" y="3"/>
                  <a:pt x="31" y="7"/>
                </a:cubicBezTo>
                <a:cubicBezTo>
                  <a:pt x="31" y="12"/>
                  <a:pt x="26" y="13"/>
                  <a:pt x="26" y="18"/>
                </a:cubicBezTo>
                <a:cubicBezTo>
                  <a:pt x="26" y="21"/>
                  <a:pt x="29" y="22"/>
                  <a:pt x="32" y="22"/>
                </a:cubicBezTo>
                <a:cubicBezTo>
                  <a:pt x="37" y="22"/>
                  <a:pt x="41" y="21"/>
                  <a:pt x="46" y="21"/>
                </a:cubicBezTo>
                <a:cubicBezTo>
                  <a:pt x="46" y="21"/>
                  <a:pt x="46" y="21"/>
                  <a:pt x="46" y="21"/>
                </a:cubicBezTo>
                <a:cubicBezTo>
                  <a:pt x="46" y="21"/>
                  <a:pt x="46" y="23"/>
                  <a:pt x="46" y="24"/>
                </a:cubicBezTo>
                <a:cubicBezTo>
                  <a:pt x="45" y="27"/>
                  <a:pt x="45" y="30"/>
                  <a:pt x="45" y="34"/>
                </a:cubicBezTo>
                <a:cubicBezTo>
                  <a:pt x="45" y="35"/>
                  <a:pt x="45" y="37"/>
                  <a:pt x="46" y="38"/>
                </a:cubicBezTo>
                <a:cubicBezTo>
                  <a:pt x="47" y="39"/>
                  <a:pt x="48" y="40"/>
                  <a:pt x="50" y="40"/>
                </a:cubicBezTo>
                <a:cubicBezTo>
                  <a:pt x="52" y="40"/>
                  <a:pt x="55" y="36"/>
                  <a:pt x="60" y="36"/>
                </a:cubicBezTo>
                <a:cubicBezTo>
                  <a:pt x="64" y="36"/>
                  <a:pt x="67" y="40"/>
                  <a:pt x="67" y="44"/>
                </a:cubicBezTo>
                <a:cubicBezTo>
                  <a:pt x="67" y="49"/>
                  <a:pt x="64" y="52"/>
                  <a:pt x="60" y="52"/>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48"/>
          <p:cNvSpPr>
            <a:spLocks noEditPoints="1"/>
          </p:cNvSpPr>
          <p:nvPr/>
        </p:nvSpPr>
        <p:spPr bwMode="auto">
          <a:xfrm>
            <a:off x="4688056" y="4466225"/>
            <a:ext cx="368580" cy="355320"/>
          </a:xfrm>
          <a:custGeom>
            <a:avLst/>
            <a:gdLst/>
            <a:ahLst/>
            <a:cxnLst>
              <a:cxn ang="0">
                <a:pos x="16" y="54"/>
              </a:cxn>
              <a:cxn ang="0">
                <a:pos x="14" y="57"/>
              </a:cxn>
              <a:cxn ang="0">
                <a:pos x="2" y="57"/>
              </a:cxn>
              <a:cxn ang="0">
                <a:pos x="0" y="54"/>
              </a:cxn>
              <a:cxn ang="0">
                <a:pos x="0" y="29"/>
              </a:cxn>
              <a:cxn ang="0">
                <a:pos x="2" y="26"/>
              </a:cxn>
              <a:cxn ang="0">
                <a:pos x="14" y="26"/>
              </a:cxn>
              <a:cxn ang="0">
                <a:pos x="16" y="29"/>
              </a:cxn>
              <a:cxn ang="0">
                <a:pos x="16" y="54"/>
              </a:cxn>
              <a:cxn ang="0">
                <a:pos x="7" y="47"/>
              </a:cxn>
              <a:cxn ang="0">
                <a:pos x="5" y="49"/>
              </a:cxn>
              <a:cxn ang="0">
                <a:pos x="7" y="52"/>
              </a:cxn>
              <a:cxn ang="0">
                <a:pos x="10" y="49"/>
              </a:cxn>
              <a:cxn ang="0">
                <a:pos x="7" y="47"/>
              </a:cxn>
              <a:cxn ang="0">
                <a:pos x="62" y="35"/>
              </a:cxn>
              <a:cxn ang="0">
                <a:pos x="62" y="38"/>
              </a:cxn>
              <a:cxn ang="0">
                <a:pos x="61" y="43"/>
              </a:cxn>
              <a:cxn ang="0">
                <a:pos x="61" y="48"/>
              </a:cxn>
              <a:cxn ang="0">
                <a:pos x="59" y="52"/>
              </a:cxn>
              <a:cxn ang="0">
                <a:pos x="57" y="59"/>
              </a:cxn>
              <a:cxn ang="0">
                <a:pos x="49" y="62"/>
              </a:cxn>
              <a:cxn ang="0">
                <a:pos x="47" y="62"/>
              </a:cxn>
              <a:cxn ang="0">
                <a:pos x="44" y="62"/>
              </a:cxn>
              <a:cxn ang="0">
                <a:pos x="43" y="62"/>
              </a:cxn>
              <a:cxn ang="0">
                <a:pos x="28" y="59"/>
              </a:cxn>
              <a:cxn ang="0">
                <a:pos x="22" y="57"/>
              </a:cxn>
              <a:cxn ang="0">
                <a:pos x="19" y="54"/>
              </a:cxn>
              <a:cxn ang="0">
                <a:pos x="19" y="29"/>
              </a:cxn>
              <a:cxn ang="0">
                <a:pos x="21" y="26"/>
              </a:cxn>
              <a:cxn ang="0">
                <a:pos x="29" y="19"/>
              </a:cxn>
              <a:cxn ang="0">
                <a:pos x="33" y="14"/>
              </a:cxn>
              <a:cxn ang="0">
                <a:pos x="35" y="8"/>
              </a:cxn>
              <a:cxn ang="0">
                <a:pos x="38" y="1"/>
              </a:cxn>
              <a:cxn ang="0">
                <a:pos x="40" y="0"/>
              </a:cxn>
              <a:cxn ang="0">
                <a:pos x="49" y="11"/>
              </a:cxn>
              <a:cxn ang="0">
                <a:pos x="46" y="18"/>
              </a:cxn>
              <a:cxn ang="0">
                <a:pos x="45" y="21"/>
              </a:cxn>
              <a:cxn ang="0">
                <a:pos x="56" y="21"/>
              </a:cxn>
              <a:cxn ang="0">
                <a:pos x="64" y="29"/>
              </a:cxn>
              <a:cxn ang="0">
                <a:pos x="62" y="35"/>
              </a:cxn>
            </a:cxnLst>
            <a:rect l="0" t="0" r="r" b="b"/>
            <a:pathLst>
              <a:path w="64" h="62">
                <a:moveTo>
                  <a:pt x="16" y="54"/>
                </a:moveTo>
                <a:cubicBezTo>
                  <a:pt x="16" y="56"/>
                  <a:pt x="15" y="57"/>
                  <a:pt x="14" y="57"/>
                </a:cubicBezTo>
                <a:cubicBezTo>
                  <a:pt x="2" y="57"/>
                  <a:pt x="2" y="57"/>
                  <a:pt x="2" y="57"/>
                </a:cubicBezTo>
                <a:cubicBezTo>
                  <a:pt x="1" y="57"/>
                  <a:pt x="0" y="56"/>
                  <a:pt x="0" y="54"/>
                </a:cubicBezTo>
                <a:cubicBezTo>
                  <a:pt x="0" y="29"/>
                  <a:pt x="0" y="29"/>
                  <a:pt x="0" y="29"/>
                </a:cubicBezTo>
                <a:cubicBezTo>
                  <a:pt x="0" y="27"/>
                  <a:pt x="1" y="26"/>
                  <a:pt x="2" y="26"/>
                </a:cubicBezTo>
                <a:cubicBezTo>
                  <a:pt x="14" y="26"/>
                  <a:pt x="14" y="26"/>
                  <a:pt x="14" y="26"/>
                </a:cubicBezTo>
                <a:cubicBezTo>
                  <a:pt x="15" y="26"/>
                  <a:pt x="16" y="27"/>
                  <a:pt x="16" y="29"/>
                </a:cubicBezTo>
                <a:lnTo>
                  <a:pt x="16" y="54"/>
                </a:lnTo>
                <a:close/>
                <a:moveTo>
                  <a:pt x="7" y="47"/>
                </a:moveTo>
                <a:cubicBezTo>
                  <a:pt x="6" y="47"/>
                  <a:pt x="5" y="48"/>
                  <a:pt x="5" y="49"/>
                </a:cubicBezTo>
                <a:cubicBezTo>
                  <a:pt x="5" y="51"/>
                  <a:pt x="6" y="52"/>
                  <a:pt x="7" y="52"/>
                </a:cubicBezTo>
                <a:cubicBezTo>
                  <a:pt x="9" y="52"/>
                  <a:pt x="10" y="51"/>
                  <a:pt x="10" y="49"/>
                </a:cubicBezTo>
                <a:cubicBezTo>
                  <a:pt x="10" y="48"/>
                  <a:pt x="9" y="47"/>
                  <a:pt x="7" y="47"/>
                </a:cubicBezTo>
                <a:close/>
                <a:moveTo>
                  <a:pt x="62" y="35"/>
                </a:moveTo>
                <a:cubicBezTo>
                  <a:pt x="62" y="36"/>
                  <a:pt x="62" y="37"/>
                  <a:pt x="62" y="38"/>
                </a:cubicBezTo>
                <a:cubicBezTo>
                  <a:pt x="62" y="40"/>
                  <a:pt x="62" y="42"/>
                  <a:pt x="61" y="43"/>
                </a:cubicBezTo>
                <a:cubicBezTo>
                  <a:pt x="61" y="45"/>
                  <a:pt x="61" y="46"/>
                  <a:pt x="61" y="48"/>
                </a:cubicBezTo>
                <a:cubicBezTo>
                  <a:pt x="60" y="49"/>
                  <a:pt x="60" y="51"/>
                  <a:pt x="59" y="52"/>
                </a:cubicBezTo>
                <a:cubicBezTo>
                  <a:pt x="59" y="55"/>
                  <a:pt x="58" y="57"/>
                  <a:pt x="57" y="59"/>
                </a:cubicBezTo>
                <a:cubicBezTo>
                  <a:pt x="55" y="61"/>
                  <a:pt x="52" y="62"/>
                  <a:pt x="49" y="62"/>
                </a:cubicBezTo>
                <a:cubicBezTo>
                  <a:pt x="48" y="62"/>
                  <a:pt x="48" y="62"/>
                  <a:pt x="47" y="62"/>
                </a:cubicBezTo>
                <a:cubicBezTo>
                  <a:pt x="44" y="62"/>
                  <a:pt x="44" y="62"/>
                  <a:pt x="44" y="62"/>
                </a:cubicBezTo>
                <a:cubicBezTo>
                  <a:pt x="43" y="62"/>
                  <a:pt x="43" y="62"/>
                  <a:pt x="43" y="62"/>
                </a:cubicBezTo>
                <a:cubicBezTo>
                  <a:pt x="38" y="62"/>
                  <a:pt x="32" y="60"/>
                  <a:pt x="28" y="59"/>
                </a:cubicBezTo>
                <a:cubicBezTo>
                  <a:pt x="25" y="58"/>
                  <a:pt x="23" y="57"/>
                  <a:pt x="22" y="57"/>
                </a:cubicBezTo>
                <a:cubicBezTo>
                  <a:pt x="20" y="57"/>
                  <a:pt x="19" y="56"/>
                  <a:pt x="19" y="54"/>
                </a:cubicBezTo>
                <a:cubicBezTo>
                  <a:pt x="19" y="29"/>
                  <a:pt x="19" y="29"/>
                  <a:pt x="19" y="29"/>
                </a:cubicBezTo>
                <a:cubicBezTo>
                  <a:pt x="19" y="27"/>
                  <a:pt x="20" y="26"/>
                  <a:pt x="21" y="26"/>
                </a:cubicBezTo>
                <a:cubicBezTo>
                  <a:pt x="23" y="26"/>
                  <a:pt x="27" y="21"/>
                  <a:pt x="29" y="19"/>
                </a:cubicBezTo>
                <a:cubicBezTo>
                  <a:pt x="30" y="17"/>
                  <a:pt x="31" y="15"/>
                  <a:pt x="33" y="14"/>
                </a:cubicBezTo>
                <a:cubicBezTo>
                  <a:pt x="34" y="13"/>
                  <a:pt x="35" y="10"/>
                  <a:pt x="35" y="8"/>
                </a:cubicBezTo>
                <a:cubicBezTo>
                  <a:pt x="36" y="5"/>
                  <a:pt x="36" y="3"/>
                  <a:pt x="38" y="1"/>
                </a:cubicBezTo>
                <a:cubicBezTo>
                  <a:pt x="38" y="1"/>
                  <a:pt x="39" y="0"/>
                  <a:pt x="40" y="0"/>
                </a:cubicBezTo>
                <a:cubicBezTo>
                  <a:pt x="49" y="0"/>
                  <a:pt x="49" y="8"/>
                  <a:pt x="49" y="11"/>
                </a:cubicBezTo>
                <a:cubicBezTo>
                  <a:pt x="49" y="14"/>
                  <a:pt x="47" y="16"/>
                  <a:pt x="46" y="18"/>
                </a:cubicBezTo>
                <a:cubicBezTo>
                  <a:pt x="46" y="19"/>
                  <a:pt x="46" y="20"/>
                  <a:pt x="45" y="21"/>
                </a:cubicBezTo>
                <a:cubicBezTo>
                  <a:pt x="56" y="21"/>
                  <a:pt x="56" y="21"/>
                  <a:pt x="56" y="21"/>
                </a:cubicBezTo>
                <a:cubicBezTo>
                  <a:pt x="60" y="21"/>
                  <a:pt x="64" y="25"/>
                  <a:pt x="64" y="29"/>
                </a:cubicBezTo>
                <a:cubicBezTo>
                  <a:pt x="64" y="31"/>
                  <a:pt x="63" y="33"/>
                  <a:pt x="62" y="35"/>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45"/>
          <p:cNvSpPr>
            <a:spLocks noEditPoints="1"/>
          </p:cNvSpPr>
          <p:nvPr/>
        </p:nvSpPr>
        <p:spPr bwMode="auto">
          <a:xfrm>
            <a:off x="8032932" y="137238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9" name="Group 82"/>
          <p:cNvGrpSpPr/>
          <p:nvPr/>
        </p:nvGrpSpPr>
        <p:grpSpPr>
          <a:xfrm>
            <a:off x="4702570" y="1276350"/>
            <a:ext cx="3223321" cy="484025"/>
            <a:chOff x="-91496" y="1923738"/>
            <a:chExt cx="3223321" cy="484025"/>
          </a:xfrm>
        </p:grpSpPr>
        <p:sp>
          <p:nvSpPr>
            <p:cNvPr id="84" name="Footer Text"/>
            <p:cNvSpPr txBox="1"/>
            <p:nvPr/>
          </p:nvSpPr>
          <p:spPr>
            <a:xfrm>
              <a:off x="-91496" y="2099986"/>
              <a:ext cx="322332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85" name="TextBox 8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sp>
        <p:nvSpPr>
          <p:cNvPr id="98" name="Freeform 45"/>
          <p:cNvSpPr>
            <a:spLocks noEditPoints="1"/>
          </p:cNvSpPr>
          <p:nvPr/>
        </p:nvSpPr>
        <p:spPr bwMode="auto">
          <a:xfrm>
            <a:off x="8032932" y="204840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0" name="Group 98"/>
          <p:cNvGrpSpPr/>
          <p:nvPr/>
        </p:nvGrpSpPr>
        <p:grpSpPr>
          <a:xfrm>
            <a:off x="4702570" y="1954375"/>
            <a:ext cx="3223321" cy="484025"/>
            <a:chOff x="-91496" y="1923738"/>
            <a:chExt cx="3223321" cy="484025"/>
          </a:xfrm>
        </p:grpSpPr>
        <p:sp>
          <p:nvSpPr>
            <p:cNvPr id="100" name="Footer Text"/>
            <p:cNvSpPr txBox="1"/>
            <p:nvPr/>
          </p:nvSpPr>
          <p:spPr>
            <a:xfrm>
              <a:off x="-91496" y="2099986"/>
              <a:ext cx="322332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101" name="TextBox 100"/>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sp>
        <p:nvSpPr>
          <p:cNvPr id="102" name="Freeform 45"/>
          <p:cNvSpPr>
            <a:spLocks noEditPoints="1"/>
          </p:cNvSpPr>
          <p:nvPr/>
        </p:nvSpPr>
        <p:spPr bwMode="auto">
          <a:xfrm>
            <a:off x="8032932" y="273394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1" name="Group 102"/>
          <p:cNvGrpSpPr/>
          <p:nvPr/>
        </p:nvGrpSpPr>
        <p:grpSpPr>
          <a:xfrm>
            <a:off x="4702570" y="2640175"/>
            <a:ext cx="3223321" cy="484025"/>
            <a:chOff x="-91496" y="1923738"/>
            <a:chExt cx="3223321" cy="484025"/>
          </a:xfrm>
        </p:grpSpPr>
        <p:sp>
          <p:nvSpPr>
            <p:cNvPr id="104" name="Footer Text"/>
            <p:cNvSpPr txBox="1"/>
            <p:nvPr/>
          </p:nvSpPr>
          <p:spPr>
            <a:xfrm>
              <a:off x="-91496" y="2099986"/>
              <a:ext cx="322332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105" name="TextBox 10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3"/>
                  </a:solidFill>
                </a:rPr>
                <a:t>Keyword Here</a:t>
              </a:r>
            </a:p>
          </p:txBody>
        </p:sp>
      </p:grpSp>
      <p:sp>
        <p:nvSpPr>
          <p:cNvPr id="106" name="Freeform 45"/>
          <p:cNvSpPr>
            <a:spLocks noEditPoints="1"/>
          </p:cNvSpPr>
          <p:nvPr/>
        </p:nvSpPr>
        <p:spPr bwMode="auto">
          <a:xfrm>
            <a:off x="8032932" y="341695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2" name="Group 106"/>
          <p:cNvGrpSpPr/>
          <p:nvPr/>
        </p:nvGrpSpPr>
        <p:grpSpPr>
          <a:xfrm>
            <a:off x="4702570" y="3324968"/>
            <a:ext cx="3223321" cy="484025"/>
            <a:chOff x="-91496" y="1923738"/>
            <a:chExt cx="3223321" cy="484025"/>
          </a:xfrm>
        </p:grpSpPr>
        <p:sp>
          <p:nvSpPr>
            <p:cNvPr id="108" name="Footer Text"/>
            <p:cNvSpPr txBox="1"/>
            <p:nvPr/>
          </p:nvSpPr>
          <p:spPr>
            <a:xfrm>
              <a:off x="-91496" y="2099986"/>
              <a:ext cx="322332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109" name="TextBox 108"/>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4"/>
                  </a:solidFill>
                </a:rPr>
                <a:t>Keyword Here</a:t>
              </a:r>
            </a:p>
          </p:txBody>
        </p:sp>
      </p:grpSp>
      <p:sp>
        <p:nvSpPr>
          <p:cNvPr id="110" name="Freeform 45"/>
          <p:cNvSpPr>
            <a:spLocks noEditPoints="1"/>
          </p:cNvSpPr>
          <p:nvPr/>
        </p:nvSpPr>
        <p:spPr bwMode="auto">
          <a:xfrm>
            <a:off x="8032932" y="405486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Group 110"/>
          <p:cNvGrpSpPr/>
          <p:nvPr/>
        </p:nvGrpSpPr>
        <p:grpSpPr>
          <a:xfrm>
            <a:off x="4702570" y="3977880"/>
            <a:ext cx="3223321" cy="484025"/>
            <a:chOff x="-91496" y="1923738"/>
            <a:chExt cx="3223321" cy="484025"/>
          </a:xfrm>
        </p:grpSpPr>
        <p:sp>
          <p:nvSpPr>
            <p:cNvPr id="112" name="Footer Text"/>
            <p:cNvSpPr txBox="1"/>
            <p:nvPr/>
          </p:nvSpPr>
          <p:spPr>
            <a:xfrm>
              <a:off x="-91496" y="2099986"/>
              <a:ext cx="3223321" cy="307777"/>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a:t>
              </a:r>
            </a:p>
          </p:txBody>
        </p:sp>
        <p:sp>
          <p:nvSpPr>
            <p:cNvPr id="113" name="TextBox 112"/>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5"/>
                  </a:solidFill>
                </a:rPr>
                <a:t>Keyword Here</a:t>
              </a:r>
            </a:p>
          </p:txBody>
        </p:sp>
      </p:grpSp>
      <p:sp>
        <p:nvSpPr>
          <p:cNvPr id="114" name="Freeform 5"/>
          <p:cNvSpPr>
            <a:spLocks noEditPoints="1"/>
          </p:cNvSpPr>
          <p:nvPr/>
        </p:nvSpPr>
        <p:spPr bwMode="auto">
          <a:xfrm>
            <a:off x="162339" y="3965349"/>
            <a:ext cx="995038" cy="995038"/>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fltVal val="0"/>
                                          </p:val>
                                        </p:tav>
                                        <p:tav tm="100000">
                                          <p:val>
                                            <p:strVal val="#ppt_h"/>
                                          </p:val>
                                        </p:tav>
                                      </p:tavLst>
                                    </p:anim>
                                    <p:animEffect transition="in" filter="fade">
                                      <p:cBhvr>
                                        <p:cTn id="9" dur="500"/>
                                        <p:tgtEl>
                                          <p:spTgt spid="52"/>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14"/>
                                        </p:tgtEl>
                                        <p:attrNameLst>
                                          <p:attrName>style.visibility</p:attrName>
                                        </p:attrNameLst>
                                      </p:cBhvr>
                                      <p:to>
                                        <p:strVal val="visible"/>
                                      </p:to>
                                    </p:set>
                                    <p:anim calcmode="lin" valueType="num">
                                      <p:cBhvr>
                                        <p:cTn id="13" dur="500" fill="hold"/>
                                        <p:tgtEl>
                                          <p:spTgt spid="114"/>
                                        </p:tgtEl>
                                        <p:attrNameLst>
                                          <p:attrName>ppt_w</p:attrName>
                                        </p:attrNameLst>
                                      </p:cBhvr>
                                      <p:tavLst>
                                        <p:tav tm="0">
                                          <p:val>
                                            <p:fltVal val="0"/>
                                          </p:val>
                                        </p:tav>
                                        <p:tav tm="100000">
                                          <p:val>
                                            <p:strVal val="#ppt_w"/>
                                          </p:val>
                                        </p:tav>
                                      </p:tavLst>
                                    </p:anim>
                                    <p:anim calcmode="lin" valueType="num">
                                      <p:cBhvr>
                                        <p:cTn id="14" dur="500" fill="hold"/>
                                        <p:tgtEl>
                                          <p:spTgt spid="114"/>
                                        </p:tgtEl>
                                        <p:attrNameLst>
                                          <p:attrName>ppt_h</p:attrName>
                                        </p:attrNameLst>
                                      </p:cBhvr>
                                      <p:tavLst>
                                        <p:tav tm="0">
                                          <p:val>
                                            <p:fltVal val="0"/>
                                          </p:val>
                                        </p:tav>
                                        <p:tav tm="100000">
                                          <p:val>
                                            <p:strVal val="#ppt_h"/>
                                          </p:val>
                                        </p:tav>
                                      </p:tavLst>
                                    </p:anim>
                                    <p:animEffect transition="in" filter="fade">
                                      <p:cBhvr>
                                        <p:cTn id="15" dur="500"/>
                                        <p:tgtEl>
                                          <p:spTgt spid="114"/>
                                        </p:tgtEl>
                                      </p:cBhvr>
                                    </p:animEffect>
                                  </p:childTnLst>
                                </p:cTn>
                              </p:par>
                            </p:childTnLst>
                          </p:cTn>
                        </p:par>
                        <p:par>
                          <p:cTn id="16" fill="hold">
                            <p:stCondLst>
                              <p:cond delay="1000"/>
                            </p:stCondLst>
                            <p:childTnLst>
                              <p:par>
                                <p:cTn id="17" presetID="9"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75"/>
                                        </p:tgtEl>
                                        <p:attrNameLst>
                                          <p:attrName>style.visibility</p:attrName>
                                        </p:attrNameLst>
                                      </p:cBhvr>
                                      <p:to>
                                        <p:strVal val="visible"/>
                                      </p:to>
                                    </p:set>
                                    <p:anim calcmode="lin" valueType="num">
                                      <p:cBhvr>
                                        <p:cTn id="23" dur="500" fill="hold"/>
                                        <p:tgtEl>
                                          <p:spTgt spid="75"/>
                                        </p:tgtEl>
                                        <p:attrNameLst>
                                          <p:attrName>ppt_w</p:attrName>
                                        </p:attrNameLst>
                                      </p:cBhvr>
                                      <p:tavLst>
                                        <p:tav tm="0">
                                          <p:val>
                                            <p:fltVal val="0"/>
                                          </p:val>
                                        </p:tav>
                                        <p:tav tm="100000">
                                          <p:val>
                                            <p:strVal val="#ppt_w"/>
                                          </p:val>
                                        </p:tav>
                                      </p:tavLst>
                                    </p:anim>
                                    <p:anim calcmode="lin" valueType="num">
                                      <p:cBhvr>
                                        <p:cTn id="24" dur="500" fill="hold"/>
                                        <p:tgtEl>
                                          <p:spTgt spid="75"/>
                                        </p:tgtEl>
                                        <p:attrNameLst>
                                          <p:attrName>ppt_h</p:attrName>
                                        </p:attrNameLst>
                                      </p:cBhvr>
                                      <p:tavLst>
                                        <p:tav tm="0">
                                          <p:val>
                                            <p:fltVal val="0"/>
                                          </p:val>
                                        </p:tav>
                                        <p:tav tm="100000">
                                          <p:val>
                                            <p:strVal val="#ppt_h"/>
                                          </p:val>
                                        </p:tav>
                                      </p:tavLst>
                                    </p:anim>
                                    <p:animEffect transition="in" filter="fade">
                                      <p:cBhvr>
                                        <p:cTn id="25" dur="500"/>
                                        <p:tgtEl>
                                          <p:spTgt spid="75"/>
                                        </p:tgtEl>
                                      </p:cBhvr>
                                    </p:animEffect>
                                  </p:childTnLst>
                                </p:cTn>
                              </p:par>
                            </p:childTnLst>
                          </p:cTn>
                        </p:par>
                        <p:par>
                          <p:cTn id="26" fill="hold">
                            <p:stCondLst>
                              <p:cond delay="2000"/>
                            </p:stCondLst>
                            <p:childTnLst>
                              <p:par>
                                <p:cTn id="27" presetID="9"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dissolve">
                                      <p:cBhvr>
                                        <p:cTn id="29" dur="500"/>
                                        <p:tgtEl>
                                          <p:spTgt spid="3"/>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73"/>
                                        </p:tgtEl>
                                        <p:attrNameLst>
                                          <p:attrName>style.visibility</p:attrName>
                                        </p:attrNameLst>
                                      </p:cBhvr>
                                      <p:to>
                                        <p:strVal val="visible"/>
                                      </p:to>
                                    </p:set>
                                    <p:anim calcmode="lin" valueType="num">
                                      <p:cBhvr>
                                        <p:cTn id="33" dur="500" fill="hold"/>
                                        <p:tgtEl>
                                          <p:spTgt spid="73"/>
                                        </p:tgtEl>
                                        <p:attrNameLst>
                                          <p:attrName>ppt_w</p:attrName>
                                        </p:attrNameLst>
                                      </p:cBhvr>
                                      <p:tavLst>
                                        <p:tav tm="0">
                                          <p:val>
                                            <p:fltVal val="0"/>
                                          </p:val>
                                        </p:tav>
                                        <p:tav tm="100000">
                                          <p:val>
                                            <p:strVal val="#ppt_w"/>
                                          </p:val>
                                        </p:tav>
                                      </p:tavLst>
                                    </p:anim>
                                    <p:anim calcmode="lin" valueType="num">
                                      <p:cBhvr>
                                        <p:cTn id="34" dur="500" fill="hold"/>
                                        <p:tgtEl>
                                          <p:spTgt spid="73"/>
                                        </p:tgtEl>
                                        <p:attrNameLst>
                                          <p:attrName>ppt_h</p:attrName>
                                        </p:attrNameLst>
                                      </p:cBhvr>
                                      <p:tavLst>
                                        <p:tav tm="0">
                                          <p:val>
                                            <p:fltVal val="0"/>
                                          </p:val>
                                        </p:tav>
                                        <p:tav tm="100000">
                                          <p:val>
                                            <p:strVal val="#ppt_h"/>
                                          </p:val>
                                        </p:tav>
                                      </p:tavLst>
                                    </p:anim>
                                    <p:animEffect transition="in" filter="fade">
                                      <p:cBhvr>
                                        <p:cTn id="35" dur="500"/>
                                        <p:tgtEl>
                                          <p:spTgt spid="73"/>
                                        </p:tgtEl>
                                      </p:cBhvr>
                                    </p:animEffect>
                                  </p:childTnLst>
                                </p:cTn>
                              </p:par>
                            </p:childTnLst>
                          </p:cTn>
                        </p:par>
                        <p:par>
                          <p:cTn id="36" fill="hold">
                            <p:stCondLst>
                              <p:cond delay="3000"/>
                            </p:stCondLst>
                            <p:childTnLst>
                              <p:par>
                                <p:cTn id="37" presetID="9" presetClass="entr" presetSubtype="0"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dissolve">
                                      <p:cBhvr>
                                        <p:cTn id="39" dur="500"/>
                                        <p:tgtEl>
                                          <p:spTgt spid="4"/>
                                        </p:tgtEl>
                                      </p:cBhvr>
                                    </p:animEffect>
                                  </p:childTnLst>
                                </p:cTn>
                              </p:par>
                            </p:childTnLst>
                          </p:cTn>
                        </p:par>
                        <p:par>
                          <p:cTn id="40" fill="hold">
                            <p:stCondLst>
                              <p:cond delay="3500"/>
                            </p:stCondLst>
                            <p:childTnLst>
                              <p:par>
                                <p:cTn id="41" presetID="53" presetClass="entr" presetSubtype="0" fill="hold" grpId="0" nodeType="afterEffect">
                                  <p:stCondLst>
                                    <p:cond delay="0"/>
                                  </p:stCondLst>
                                  <p:childTnLst>
                                    <p:set>
                                      <p:cBhvr>
                                        <p:cTn id="42" dur="1" fill="hold">
                                          <p:stCondLst>
                                            <p:cond delay="0"/>
                                          </p:stCondLst>
                                        </p:cTn>
                                        <p:tgtEl>
                                          <p:spTgt spid="74"/>
                                        </p:tgtEl>
                                        <p:attrNameLst>
                                          <p:attrName>style.visibility</p:attrName>
                                        </p:attrNameLst>
                                      </p:cBhvr>
                                      <p:to>
                                        <p:strVal val="visible"/>
                                      </p:to>
                                    </p:set>
                                    <p:anim calcmode="lin" valueType="num">
                                      <p:cBhvr>
                                        <p:cTn id="43" dur="500" fill="hold"/>
                                        <p:tgtEl>
                                          <p:spTgt spid="74"/>
                                        </p:tgtEl>
                                        <p:attrNameLst>
                                          <p:attrName>ppt_w</p:attrName>
                                        </p:attrNameLst>
                                      </p:cBhvr>
                                      <p:tavLst>
                                        <p:tav tm="0">
                                          <p:val>
                                            <p:fltVal val="0"/>
                                          </p:val>
                                        </p:tav>
                                        <p:tav tm="100000">
                                          <p:val>
                                            <p:strVal val="#ppt_w"/>
                                          </p:val>
                                        </p:tav>
                                      </p:tavLst>
                                    </p:anim>
                                    <p:anim calcmode="lin" valueType="num">
                                      <p:cBhvr>
                                        <p:cTn id="44" dur="500" fill="hold"/>
                                        <p:tgtEl>
                                          <p:spTgt spid="74"/>
                                        </p:tgtEl>
                                        <p:attrNameLst>
                                          <p:attrName>ppt_h</p:attrName>
                                        </p:attrNameLst>
                                      </p:cBhvr>
                                      <p:tavLst>
                                        <p:tav tm="0">
                                          <p:val>
                                            <p:fltVal val="0"/>
                                          </p:val>
                                        </p:tav>
                                        <p:tav tm="100000">
                                          <p:val>
                                            <p:strVal val="#ppt_h"/>
                                          </p:val>
                                        </p:tav>
                                      </p:tavLst>
                                    </p:anim>
                                    <p:animEffect transition="in" filter="fade">
                                      <p:cBhvr>
                                        <p:cTn id="45" dur="500"/>
                                        <p:tgtEl>
                                          <p:spTgt spid="74"/>
                                        </p:tgtEl>
                                      </p:cBhvr>
                                    </p:animEffect>
                                  </p:childTnLst>
                                </p:cTn>
                              </p:par>
                            </p:childTnLst>
                          </p:cTn>
                        </p:par>
                        <p:par>
                          <p:cTn id="46" fill="hold">
                            <p:stCondLst>
                              <p:cond delay="4000"/>
                            </p:stCondLst>
                            <p:childTnLst>
                              <p:par>
                                <p:cTn id="47" presetID="9" presetClass="entr" presetSubtype="0" fill="hold" nodeType="after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dissolve">
                                      <p:cBhvr>
                                        <p:cTn id="49" dur="500"/>
                                        <p:tgtEl>
                                          <p:spTgt spid="2"/>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76"/>
                                        </p:tgtEl>
                                        <p:attrNameLst>
                                          <p:attrName>style.visibility</p:attrName>
                                        </p:attrNameLst>
                                      </p:cBhvr>
                                      <p:to>
                                        <p:strVal val="visible"/>
                                      </p:to>
                                    </p:set>
                                    <p:anim calcmode="lin" valueType="num">
                                      <p:cBhvr>
                                        <p:cTn id="53" dur="500" fill="hold"/>
                                        <p:tgtEl>
                                          <p:spTgt spid="76"/>
                                        </p:tgtEl>
                                        <p:attrNameLst>
                                          <p:attrName>ppt_w</p:attrName>
                                        </p:attrNameLst>
                                      </p:cBhvr>
                                      <p:tavLst>
                                        <p:tav tm="0">
                                          <p:val>
                                            <p:fltVal val="0"/>
                                          </p:val>
                                        </p:tav>
                                        <p:tav tm="100000">
                                          <p:val>
                                            <p:strVal val="#ppt_w"/>
                                          </p:val>
                                        </p:tav>
                                      </p:tavLst>
                                    </p:anim>
                                    <p:anim calcmode="lin" valueType="num">
                                      <p:cBhvr>
                                        <p:cTn id="54" dur="500" fill="hold"/>
                                        <p:tgtEl>
                                          <p:spTgt spid="76"/>
                                        </p:tgtEl>
                                        <p:attrNameLst>
                                          <p:attrName>ppt_h</p:attrName>
                                        </p:attrNameLst>
                                      </p:cBhvr>
                                      <p:tavLst>
                                        <p:tav tm="0">
                                          <p:val>
                                            <p:fltVal val="0"/>
                                          </p:val>
                                        </p:tav>
                                        <p:tav tm="100000">
                                          <p:val>
                                            <p:strVal val="#ppt_h"/>
                                          </p:val>
                                        </p:tav>
                                      </p:tavLst>
                                    </p:anim>
                                    <p:animEffect transition="in" filter="fade">
                                      <p:cBhvr>
                                        <p:cTn id="55" dur="500"/>
                                        <p:tgtEl>
                                          <p:spTgt spid="76"/>
                                        </p:tgtEl>
                                      </p:cBhvr>
                                    </p:animEffect>
                                  </p:childTnLst>
                                </p:cTn>
                              </p:par>
                            </p:childTnLst>
                          </p:cTn>
                        </p:par>
                        <p:par>
                          <p:cTn id="56" fill="hold">
                            <p:stCondLst>
                              <p:cond delay="5000"/>
                            </p:stCondLst>
                            <p:childTnLst>
                              <p:par>
                                <p:cTn id="57" presetID="9" presetClass="entr" presetSubtype="0" fill="hold" nodeType="afterEffect">
                                  <p:stCondLst>
                                    <p:cond delay="0"/>
                                  </p:stCondLst>
                                  <p:childTnLst>
                                    <p:set>
                                      <p:cBhvr>
                                        <p:cTn id="58" dur="1" fill="hold">
                                          <p:stCondLst>
                                            <p:cond delay="0"/>
                                          </p:stCondLst>
                                        </p:cTn>
                                        <p:tgtEl>
                                          <p:spTgt spid="5"/>
                                        </p:tgtEl>
                                        <p:attrNameLst>
                                          <p:attrName>style.visibility</p:attrName>
                                        </p:attrNameLst>
                                      </p:cBhvr>
                                      <p:to>
                                        <p:strVal val="visible"/>
                                      </p:to>
                                    </p:set>
                                    <p:animEffect transition="in" filter="dissolve">
                                      <p:cBhvr>
                                        <p:cTn id="59" dur="500"/>
                                        <p:tgtEl>
                                          <p:spTgt spid="5"/>
                                        </p:tgtEl>
                                      </p:cBhvr>
                                    </p:animEffect>
                                  </p:childTnLst>
                                </p:cTn>
                              </p:par>
                            </p:childTnLst>
                          </p:cTn>
                        </p:par>
                        <p:par>
                          <p:cTn id="60" fill="hold">
                            <p:stCondLst>
                              <p:cond delay="5500"/>
                            </p:stCondLst>
                            <p:childTnLst>
                              <p:par>
                                <p:cTn id="61" presetID="53" presetClass="entr" presetSubtype="0" fill="hold" grpId="0" nodeType="afterEffect">
                                  <p:stCondLst>
                                    <p:cond delay="0"/>
                                  </p:stCondLst>
                                  <p:childTnLst>
                                    <p:set>
                                      <p:cBhvr>
                                        <p:cTn id="62" dur="1" fill="hold">
                                          <p:stCondLst>
                                            <p:cond delay="0"/>
                                          </p:stCondLst>
                                        </p:cTn>
                                        <p:tgtEl>
                                          <p:spTgt spid="77"/>
                                        </p:tgtEl>
                                        <p:attrNameLst>
                                          <p:attrName>style.visibility</p:attrName>
                                        </p:attrNameLst>
                                      </p:cBhvr>
                                      <p:to>
                                        <p:strVal val="visible"/>
                                      </p:to>
                                    </p:set>
                                    <p:anim calcmode="lin" valueType="num">
                                      <p:cBhvr>
                                        <p:cTn id="63" dur="500" fill="hold"/>
                                        <p:tgtEl>
                                          <p:spTgt spid="77"/>
                                        </p:tgtEl>
                                        <p:attrNameLst>
                                          <p:attrName>ppt_w</p:attrName>
                                        </p:attrNameLst>
                                      </p:cBhvr>
                                      <p:tavLst>
                                        <p:tav tm="0">
                                          <p:val>
                                            <p:fltVal val="0"/>
                                          </p:val>
                                        </p:tav>
                                        <p:tav tm="100000">
                                          <p:val>
                                            <p:strVal val="#ppt_w"/>
                                          </p:val>
                                        </p:tav>
                                      </p:tavLst>
                                    </p:anim>
                                    <p:anim calcmode="lin" valueType="num">
                                      <p:cBhvr>
                                        <p:cTn id="64" dur="500" fill="hold"/>
                                        <p:tgtEl>
                                          <p:spTgt spid="77"/>
                                        </p:tgtEl>
                                        <p:attrNameLst>
                                          <p:attrName>ppt_h</p:attrName>
                                        </p:attrNameLst>
                                      </p:cBhvr>
                                      <p:tavLst>
                                        <p:tav tm="0">
                                          <p:val>
                                            <p:fltVal val="0"/>
                                          </p:val>
                                        </p:tav>
                                        <p:tav tm="100000">
                                          <p:val>
                                            <p:strVal val="#ppt_h"/>
                                          </p:val>
                                        </p:tav>
                                      </p:tavLst>
                                    </p:anim>
                                    <p:animEffect transition="in" filter="fade">
                                      <p:cBhvr>
                                        <p:cTn id="65" dur="500"/>
                                        <p:tgtEl>
                                          <p:spTgt spid="77"/>
                                        </p:tgtEl>
                                      </p:cBhvr>
                                    </p:animEffect>
                                  </p:childTnLst>
                                </p:cTn>
                              </p:par>
                            </p:childTnLst>
                          </p:cTn>
                        </p:par>
                        <p:par>
                          <p:cTn id="66" fill="hold">
                            <p:stCondLst>
                              <p:cond delay="6000"/>
                            </p:stCondLst>
                            <p:childTnLst>
                              <p:par>
                                <p:cTn id="67" presetID="53" presetClass="entr" presetSubtype="0" fill="hold" grpId="0" nodeType="afterEffect">
                                  <p:stCondLst>
                                    <p:cond delay="0"/>
                                  </p:stCondLst>
                                  <p:childTnLst>
                                    <p:set>
                                      <p:cBhvr>
                                        <p:cTn id="68" dur="1" fill="hold">
                                          <p:stCondLst>
                                            <p:cond delay="0"/>
                                          </p:stCondLst>
                                        </p:cTn>
                                        <p:tgtEl>
                                          <p:spTgt spid="78"/>
                                        </p:tgtEl>
                                        <p:attrNameLst>
                                          <p:attrName>style.visibility</p:attrName>
                                        </p:attrNameLst>
                                      </p:cBhvr>
                                      <p:to>
                                        <p:strVal val="visible"/>
                                      </p:to>
                                    </p:set>
                                    <p:anim calcmode="lin" valueType="num">
                                      <p:cBhvr>
                                        <p:cTn id="69" dur="500" fill="hold"/>
                                        <p:tgtEl>
                                          <p:spTgt spid="78"/>
                                        </p:tgtEl>
                                        <p:attrNameLst>
                                          <p:attrName>ppt_w</p:attrName>
                                        </p:attrNameLst>
                                      </p:cBhvr>
                                      <p:tavLst>
                                        <p:tav tm="0">
                                          <p:val>
                                            <p:fltVal val="0"/>
                                          </p:val>
                                        </p:tav>
                                        <p:tav tm="100000">
                                          <p:val>
                                            <p:strVal val="#ppt_w"/>
                                          </p:val>
                                        </p:tav>
                                      </p:tavLst>
                                    </p:anim>
                                    <p:anim calcmode="lin" valueType="num">
                                      <p:cBhvr>
                                        <p:cTn id="70" dur="500" fill="hold"/>
                                        <p:tgtEl>
                                          <p:spTgt spid="78"/>
                                        </p:tgtEl>
                                        <p:attrNameLst>
                                          <p:attrName>ppt_h</p:attrName>
                                        </p:attrNameLst>
                                      </p:cBhvr>
                                      <p:tavLst>
                                        <p:tav tm="0">
                                          <p:val>
                                            <p:fltVal val="0"/>
                                          </p:val>
                                        </p:tav>
                                        <p:tav tm="100000">
                                          <p:val>
                                            <p:strVal val="#ppt_h"/>
                                          </p:val>
                                        </p:tav>
                                      </p:tavLst>
                                    </p:anim>
                                    <p:animEffect transition="in" filter="fade">
                                      <p:cBhvr>
                                        <p:cTn id="71" dur="500"/>
                                        <p:tgtEl>
                                          <p:spTgt spid="78"/>
                                        </p:tgtEl>
                                      </p:cBhvr>
                                    </p:animEffect>
                                  </p:childTnLst>
                                </p:cTn>
                              </p:par>
                              <p:par>
                                <p:cTn id="72" presetID="2" presetClass="entr" presetSubtype="4" accel="50000" decel="50000" fill="hold"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additive="base">
                                        <p:cTn id="74" dur="500" fill="hold"/>
                                        <p:tgtEl>
                                          <p:spTgt spid="9"/>
                                        </p:tgtEl>
                                        <p:attrNameLst>
                                          <p:attrName>ppt_x</p:attrName>
                                        </p:attrNameLst>
                                      </p:cBhvr>
                                      <p:tavLst>
                                        <p:tav tm="0">
                                          <p:val>
                                            <p:strVal val="#ppt_x"/>
                                          </p:val>
                                        </p:tav>
                                        <p:tav tm="100000">
                                          <p:val>
                                            <p:strVal val="#ppt_x"/>
                                          </p:val>
                                        </p:tav>
                                      </p:tavLst>
                                    </p:anim>
                                    <p:anim calcmode="lin" valueType="num">
                                      <p:cBhvr additive="base">
                                        <p:cTn id="75" dur="500" fill="hold"/>
                                        <p:tgtEl>
                                          <p:spTgt spid="9"/>
                                        </p:tgtEl>
                                        <p:attrNameLst>
                                          <p:attrName>ppt_y</p:attrName>
                                        </p:attrNameLst>
                                      </p:cBhvr>
                                      <p:tavLst>
                                        <p:tav tm="0">
                                          <p:val>
                                            <p:strVal val="1+#ppt_h/2"/>
                                          </p:val>
                                        </p:tav>
                                        <p:tav tm="100000">
                                          <p:val>
                                            <p:strVal val="#ppt_y"/>
                                          </p:val>
                                        </p:tav>
                                      </p:tavLst>
                                    </p:anim>
                                  </p:childTnLst>
                                </p:cTn>
                              </p:par>
                            </p:childTnLst>
                          </p:cTn>
                        </p:par>
                        <p:par>
                          <p:cTn id="76" fill="hold">
                            <p:stCondLst>
                              <p:cond delay="6500"/>
                            </p:stCondLst>
                            <p:childTnLst>
                              <p:par>
                                <p:cTn id="77" presetID="53" presetClass="entr" presetSubtype="0" fill="hold" grpId="0" nodeType="afterEffect">
                                  <p:stCondLst>
                                    <p:cond delay="0"/>
                                  </p:stCondLst>
                                  <p:childTnLst>
                                    <p:set>
                                      <p:cBhvr>
                                        <p:cTn id="78" dur="1" fill="hold">
                                          <p:stCondLst>
                                            <p:cond delay="0"/>
                                          </p:stCondLst>
                                        </p:cTn>
                                        <p:tgtEl>
                                          <p:spTgt spid="98"/>
                                        </p:tgtEl>
                                        <p:attrNameLst>
                                          <p:attrName>style.visibility</p:attrName>
                                        </p:attrNameLst>
                                      </p:cBhvr>
                                      <p:to>
                                        <p:strVal val="visible"/>
                                      </p:to>
                                    </p:set>
                                    <p:anim calcmode="lin" valueType="num">
                                      <p:cBhvr>
                                        <p:cTn id="79" dur="500" fill="hold"/>
                                        <p:tgtEl>
                                          <p:spTgt spid="98"/>
                                        </p:tgtEl>
                                        <p:attrNameLst>
                                          <p:attrName>ppt_w</p:attrName>
                                        </p:attrNameLst>
                                      </p:cBhvr>
                                      <p:tavLst>
                                        <p:tav tm="0">
                                          <p:val>
                                            <p:fltVal val="0"/>
                                          </p:val>
                                        </p:tav>
                                        <p:tav tm="100000">
                                          <p:val>
                                            <p:strVal val="#ppt_w"/>
                                          </p:val>
                                        </p:tav>
                                      </p:tavLst>
                                    </p:anim>
                                    <p:anim calcmode="lin" valueType="num">
                                      <p:cBhvr>
                                        <p:cTn id="80" dur="500" fill="hold"/>
                                        <p:tgtEl>
                                          <p:spTgt spid="98"/>
                                        </p:tgtEl>
                                        <p:attrNameLst>
                                          <p:attrName>ppt_h</p:attrName>
                                        </p:attrNameLst>
                                      </p:cBhvr>
                                      <p:tavLst>
                                        <p:tav tm="0">
                                          <p:val>
                                            <p:fltVal val="0"/>
                                          </p:val>
                                        </p:tav>
                                        <p:tav tm="100000">
                                          <p:val>
                                            <p:strVal val="#ppt_h"/>
                                          </p:val>
                                        </p:tav>
                                      </p:tavLst>
                                    </p:anim>
                                    <p:animEffect transition="in" filter="fade">
                                      <p:cBhvr>
                                        <p:cTn id="81" dur="500"/>
                                        <p:tgtEl>
                                          <p:spTgt spid="98"/>
                                        </p:tgtEl>
                                      </p:cBhvr>
                                    </p:animEffect>
                                  </p:childTnLst>
                                </p:cTn>
                              </p:par>
                              <p:par>
                                <p:cTn id="82" presetID="2" presetClass="entr" presetSubtype="4" accel="50000" decel="50000" fill="hold" nodeType="withEffect">
                                  <p:stCondLst>
                                    <p:cond delay="0"/>
                                  </p:stCondLst>
                                  <p:childTnLst>
                                    <p:set>
                                      <p:cBhvr>
                                        <p:cTn id="83" dur="1" fill="hold">
                                          <p:stCondLst>
                                            <p:cond delay="0"/>
                                          </p:stCondLst>
                                        </p:cTn>
                                        <p:tgtEl>
                                          <p:spTgt spid="10"/>
                                        </p:tgtEl>
                                        <p:attrNameLst>
                                          <p:attrName>style.visibility</p:attrName>
                                        </p:attrNameLst>
                                      </p:cBhvr>
                                      <p:to>
                                        <p:strVal val="visible"/>
                                      </p:to>
                                    </p:set>
                                    <p:anim calcmode="lin" valueType="num">
                                      <p:cBhvr additive="base">
                                        <p:cTn id="84" dur="500" fill="hold"/>
                                        <p:tgtEl>
                                          <p:spTgt spid="10"/>
                                        </p:tgtEl>
                                        <p:attrNameLst>
                                          <p:attrName>ppt_x</p:attrName>
                                        </p:attrNameLst>
                                      </p:cBhvr>
                                      <p:tavLst>
                                        <p:tav tm="0">
                                          <p:val>
                                            <p:strVal val="#ppt_x"/>
                                          </p:val>
                                        </p:tav>
                                        <p:tav tm="100000">
                                          <p:val>
                                            <p:strVal val="#ppt_x"/>
                                          </p:val>
                                        </p:tav>
                                      </p:tavLst>
                                    </p:anim>
                                    <p:anim calcmode="lin" valueType="num">
                                      <p:cBhvr additive="base">
                                        <p:cTn id="85" dur="500" fill="hold"/>
                                        <p:tgtEl>
                                          <p:spTgt spid="10"/>
                                        </p:tgtEl>
                                        <p:attrNameLst>
                                          <p:attrName>ppt_y</p:attrName>
                                        </p:attrNameLst>
                                      </p:cBhvr>
                                      <p:tavLst>
                                        <p:tav tm="0">
                                          <p:val>
                                            <p:strVal val="1+#ppt_h/2"/>
                                          </p:val>
                                        </p:tav>
                                        <p:tav tm="100000">
                                          <p:val>
                                            <p:strVal val="#ppt_y"/>
                                          </p:val>
                                        </p:tav>
                                      </p:tavLst>
                                    </p:anim>
                                  </p:childTnLst>
                                </p:cTn>
                              </p:par>
                            </p:childTnLst>
                          </p:cTn>
                        </p:par>
                        <p:par>
                          <p:cTn id="86" fill="hold">
                            <p:stCondLst>
                              <p:cond delay="7000"/>
                            </p:stCondLst>
                            <p:childTnLst>
                              <p:par>
                                <p:cTn id="87" presetID="53" presetClass="entr" presetSubtype="0" fill="hold" grpId="0" nodeType="afterEffect">
                                  <p:stCondLst>
                                    <p:cond delay="0"/>
                                  </p:stCondLst>
                                  <p:childTnLst>
                                    <p:set>
                                      <p:cBhvr>
                                        <p:cTn id="88" dur="1" fill="hold">
                                          <p:stCondLst>
                                            <p:cond delay="0"/>
                                          </p:stCondLst>
                                        </p:cTn>
                                        <p:tgtEl>
                                          <p:spTgt spid="102"/>
                                        </p:tgtEl>
                                        <p:attrNameLst>
                                          <p:attrName>style.visibility</p:attrName>
                                        </p:attrNameLst>
                                      </p:cBhvr>
                                      <p:to>
                                        <p:strVal val="visible"/>
                                      </p:to>
                                    </p:set>
                                    <p:anim calcmode="lin" valueType="num">
                                      <p:cBhvr>
                                        <p:cTn id="89" dur="500" fill="hold"/>
                                        <p:tgtEl>
                                          <p:spTgt spid="102"/>
                                        </p:tgtEl>
                                        <p:attrNameLst>
                                          <p:attrName>ppt_w</p:attrName>
                                        </p:attrNameLst>
                                      </p:cBhvr>
                                      <p:tavLst>
                                        <p:tav tm="0">
                                          <p:val>
                                            <p:fltVal val="0"/>
                                          </p:val>
                                        </p:tav>
                                        <p:tav tm="100000">
                                          <p:val>
                                            <p:strVal val="#ppt_w"/>
                                          </p:val>
                                        </p:tav>
                                      </p:tavLst>
                                    </p:anim>
                                    <p:anim calcmode="lin" valueType="num">
                                      <p:cBhvr>
                                        <p:cTn id="90" dur="500" fill="hold"/>
                                        <p:tgtEl>
                                          <p:spTgt spid="102"/>
                                        </p:tgtEl>
                                        <p:attrNameLst>
                                          <p:attrName>ppt_h</p:attrName>
                                        </p:attrNameLst>
                                      </p:cBhvr>
                                      <p:tavLst>
                                        <p:tav tm="0">
                                          <p:val>
                                            <p:fltVal val="0"/>
                                          </p:val>
                                        </p:tav>
                                        <p:tav tm="100000">
                                          <p:val>
                                            <p:strVal val="#ppt_h"/>
                                          </p:val>
                                        </p:tav>
                                      </p:tavLst>
                                    </p:anim>
                                    <p:animEffect transition="in" filter="fade">
                                      <p:cBhvr>
                                        <p:cTn id="91" dur="500"/>
                                        <p:tgtEl>
                                          <p:spTgt spid="102"/>
                                        </p:tgtEl>
                                      </p:cBhvr>
                                    </p:animEffect>
                                  </p:childTnLst>
                                </p:cTn>
                              </p:par>
                              <p:par>
                                <p:cTn id="92" presetID="2" presetClass="entr" presetSubtype="4" accel="50000" decel="50000" fill="hold" nodeType="withEffect">
                                  <p:stCondLst>
                                    <p:cond delay="0"/>
                                  </p:stCondLst>
                                  <p:childTnLst>
                                    <p:set>
                                      <p:cBhvr>
                                        <p:cTn id="93" dur="1" fill="hold">
                                          <p:stCondLst>
                                            <p:cond delay="0"/>
                                          </p:stCondLst>
                                        </p:cTn>
                                        <p:tgtEl>
                                          <p:spTgt spid="11"/>
                                        </p:tgtEl>
                                        <p:attrNameLst>
                                          <p:attrName>style.visibility</p:attrName>
                                        </p:attrNameLst>
                                      </p:cBhvr>
                                      <p:to>
                                        <p:strVal val="visible"/>
                                      </p:to>
                                    </p:set>
                                    <p:anim calcmode="lin" valueType="num">
                                      <p:cBhvr additive="base">
                                        <p:cTn id="94" dur="500" fill="hold"/>
                                        <p:tgtEl>
                                          <p:spTgt spid="11"/>
                                        </p:tgtEl>
                                        <p:attrNameLst>
                                          <p:attrName>ppt_x</p:attrName>
                                        </p:attrNameLst>
                                      </p:cBhvr>
                                      <p:tavLst>
                                        <p:tav tm="0">
                                          <p:val>
                                            <p:strVal val="#ppt_x"/>
                                          </p:val>
                                        </p:tav>
                                        <p:tav tm="100000">
                                          <p:val>
                                            <p:strVal val="#ppt_x"/>
                                          </p:val>
                                        </p:tav>
                                      </p:tavLst>
                                    </p:anim>
                                    <p:anim calcmode="lin" valueType="num">
                                      <p:cBhvr additive="base">
                                        <p:cTn id="95" dur="500" fill="hold"/>
                                        <p:tgtEl>
                                          <p:spTgt spid="11"/>
                                        </p:tgtEl>
                                        <p:attrNameLst>
                                          <p:attrName>ppt_y</p:attrName>
                                        </p:attrNameLst>
                                      </p:cBhvr>
                                      <p:tavLst>
                                        <p:tav tm="0">
                                          <p:val>
                                            <p:strVal val="1+#ppt_h/2"/>
                                          </p:val>
                                        </p:tav>
                                        <p:tav tm="100000">
                                          <p:val>
                                            <p:strVal val="#ppt_y"/>
                                          </p:val>
                                        </p:tav>
                                      </p:tavLst>
                                    </p:anim>
                                  </p:childTnLst>
                                </p:cTn>
                              </p:par>
                            </p:childTnLst>
                          </p:cTn>
                        </p:par>
                        <p:par>
                          <p:cTn id="96" fill="hold">
                            <p:stCondLst>
                              <p:cond delay="7500"/>
                            </p:stCondLst>
                            <p:childTnLst>
                              <p:par>
                                <p:cTn id="97" presetID="53" presetClass="entr" presetSubtype="0" fill="hold" grpId="0" nodeType="afterEffect">
                                  <p:stCondLst>
                                    <p:cond delay="0"/>
                                  </p:stCondLst>
                                  <p:childTnLst>
                                    <p:set>
                                      <p:cBhvr>
                                        <p:cTn id="98" dur="1" fill="hold">
                                          <p:stCondLst>
                                            <p:cond delay="0"/>
                                          </p:stCondLst>
                                        </p:cTn>
                                        <p:tgtEl>
                                          <p:spTgt spid="106"/>
                                        </p:tgtEl>
                                        <p:attrNameLst>
                                          <p:attrName>style.visibility</p:attrName>
                                        </p:attrNameLst>
                                      </p:cBhvr>
                                      <p:to>
                                        <p:strVal val="visible"/>
                                      </p:to>
                                    </p:set>
                                    <p:anim calcmode="lin" valueType="num">
                                      <p:cBhvr>
                                        <p:cTn id="99" dur="500" fill="hold"/>
                                        <p:tgtEl>
                                          <p:spTgt spid="106"/>
                                        </p:tgtEl>
                                        <p:attrNameLst>
                                          <p:attrName>ppt_w</p:attrName>
                                        </p:attrNameLst>
                                      </p:cBhvr>
                                      <p:tavLst>
                                        <p:tav tm="0">
                                          <p:val>
                                            <p:fltVal val="0"/>
                                          </p:val>
                                        </p:tav>
                                        <p:tav tm="100000">
                                          <p:val>
                                            <p:strVal val="#ppt_w"/>
                                          </p:val>
                                        </p:tav>
                                      </p:tavLst>
                                    </p:anim>
                                    <p:anim calcmode="lin" valueType="num">
                                      <p:cBhvr>
                                        <p:cTn id="100" dur="500" fill="hold"/>
                                        <p:tgtEl>
                                          <p:spTgt spid="106"/>
                                        </p:tgtEl>
                                        <p:attrNameLst>
                                          <p:attrName>ppt_h</p:attrName>
                                        </p:attrNameLst>
                                      </p:cBhvr>
                                      <p:tavLst>
                                        <p:tav tm="0">
                                          <p:val>
                                            <p:fltVal val="0"/>
                                          </p:val>
                                        </p:tav>
                                        <p:tav tm="100000">
                                          <p:val>
                                            <p:strVal val="#ppt_h"/>
                                          </p:val>
                                        </p:tav>
                                      </p:tavLst>
                                    </p:anim>
                                    <p:animEffect transition="in" filter="fade">
                                      <p:cBhvr>
                                        <p:cTn id="101" dur="500"/>
                                        <p:tgtEl>
                                          <p:spTgt spid="106"/>
                                        </p:tgtEl>
                                      </p:cBhvr>
                                    </p:animEffect>
                                  </p:childTnLst>
                                </p:cTn>
                              </p:par>
                              <p:par>
                                <p:cTn id="102" presetID="2" presetClass="entr" presetSubtype="4" accel="50000" decel="50000" fill="hold" nodeType="withEffect">
                                  <p:stCondLst>
                                    <p:cond delay="0"/>
                                  </p:stCondLst>
                                  <p:childTnLst>
                                    <p:set>
                                      <p:cBhvr>
                                        <p:cTn id="103" dur="1" fill="hold">
                                          <p:stCondLst>
                                            <p:cond delay="0"/>
                                          </p:stCondLst>
                                        </p:cTn>
                                        <p:tgtEl>
                                          <p:spTgt spid="12"/>
                                        </p:tgtEl>
                                        <p:attrNameLst>
                                          <p:attrName>style.visibility</p:attrName>
                                        </p:attrNameLst>
                                      </p:cBhvr>
                                      <p:to>
                                        <p:strVal val="visible"/>
                                      </p:to>
                                    </p:set>
                                    <p:anim calcmode="lin" valueType="num">
                                      <p:cBhvr additive="base">
                                        <p:cTn id="104" dur="500" fill="hold"/>
                                        <p:tgtEl>
                                          <p:spTgt spid="12"/>
                                        </p:tgtEl>
                                        <p:attrNameLst>
                                          <p:attrName>ppt_x</p:attrName>
                                        </p:attrNameLst>
                                      </p:cBhvr>
                                      <p:tavLst>
                                        <p:tav tm="0">
                                          <p:val>
                                            <p:strVal val="#ppt_x"/>
                                          </p:val>
                                        </p:tav>
                                        <p:tav tm="100000">
                                          <p:val>
                                            <p:strVal val="#ppt_x"/>
                                          </p:val>
                                        </p:tav>
                                      </p:tavLst>
                                    </p:anim>
                                    <p:anim calcmode="lin" valueType="num">
                                      <p:cBhvr additive="base">
                                        <p:cTn id="105" dur="500" fill="hold"/>
                                        <p:tgtEl>
                                          <p:spTgt spid="12"/>
                                        </p:tgtEl>
                                        <p:attrNameLst>
                                          <p:attrName>ppt_y</p:attrName>
                                        </p:attrNameLst>
                                      </p:cBhvr>
                                      <p:tavLst>
                                        <p:tav tm="0">
                                          <p:val>
                                            <p:strVal val="1+#ppt_h/2"/>
                                          </p:val>
                                        </p:tav>
                                        <p:tav tm="100000">
                                          <p:val>
                                            <p:strVal val="#ppt_y"/>
                                          </p:val>
                                        </p:tav>
                                      </p:tavLst>
                                    </p:anim>
                                  </p:childTnLst>
                                </p:cTn>
                              </p:par>
                            </p:childTnLst>
                          </p:cTn>
                        </p:par>
                        <p:par>
                          <p:cTn id="106" fill="hold">
                            <p:stCondLst>
                              <p:cond delay="8000"/>
                            </p:stCondLst>
                            <p:childTnLst>
                              <p:par>
                                <p:cTn id="107" presetID="53" presetClass="entr" presetSubtype="0" fill="hold" grpId="0" nodeType="afterEffect">
                                  <p:stCondLst>
                                    <p:cond delay="0"/>
                                  </p:stCondLst>
                                  <p:childTnLst>
                                    <p:set>
                                      <p:cBhvr>
                                        <p:cTn id="108" dur="1" fill="hold">
                                          <p:stCondLst>
                                            <p:cond delay="0"/>
                                          </p:stCondLst>
                                        </p:cTn>
                                        <p:tgtEl>
                                          <p:spTgt spid="110"/>
                                        </p:tgtEl>
                                        <p:attrNameLst>
                                          <p:attrName>style.visibility</p:attrName>
                                        </p:attrNameLst>
                                      </p:cBhvr>
                                      <p:to>
                                        <p:strVal val="visible"/>
                                      </p:to>
                                    </p:set>
                                    <p:anim calcmode="lin" valueType="num">
                                      <p:cBhvr>
                                        <p:cTn id="109" dur="500" fill="hold"/>
                                        <p:tgtEl>
                                          <p:spTgt spid="110"/>
                                        </p:tgtEl>
                                        <p:attrNameLst>
                                          <p:attrName>ppt_w</p:attrName>
                                        </p:attrNameLst>
                                      </p:cBhvr>
                                      <p:tavLst>
                                        <p:tav tm="0">
                                          <p:val>
                                            <p:fltVal val="0"/>
                                          </p:val>
                                        </p:tav>
                                        <p:tav tm="100000">
                                          <p:val>
                                            <p:strVal val="#ppt_w"/>
                                          </p:val>
                                        </p:tav>
                                      </p:tavLst>
                                    </p:anim>
                                    <p:anim calcmode="lin" valueType="num">
                                      <p:cBhvr>
                                        <p:cTn id="110" dur="500" fill="hold"/>
                                        <p:tgtEl>
                                          <p:spTgt spid="110"/>
                                        </p:tgtEl>
                                        <p:attrNameLst>
                                          <p:attrName>ppt_h</p:attrName>
                                        </p:attrNameLst>
                                      </p:cBhvr>
                                      <p:tavLst>
                                        <p:tav tm="0">
                                          <p:val>
                                            <p:fltVal val="0"/>
                                          </p:val>
                                        </p:tav>
                                        <p:tav tm="100000">
                                          <p:val>
                                            <p:strVal val="#ppt_h"/>
                                          </p:val>
                                        </p:tav>
                                      </p:tavLst>
                                    </p:anim>
                                    <p:animEffect transition="in" filter="fade">
                                      <p:cBhvr>
                                        <p:cTn id="111" dur="500"/>
                                        <p:tgtEl>
                                          <p:spTgt spid="110"/>
                                        </p:tgtEl>
                                      </p:cBhvr>
                                    </p:animEffect>
                                  </p:childTnLst>
                                </p:cTn>
                              </p:par>
                              <p:par>
                                <p:cTn id="112" presetID="2" presetClass="entr" presetSubtype="4" accel="50000" decel="50000" fill="hold" nodeType="withEffect">
                                  <p:stCondLst>
                                    <p:cond delay="0"/>
                                  </p:stCondLst>
                                  <p:childTnLst>
                                    <p:set>
                                      <p:cBhvr>
                                        <p:cTn id="113" dur="1" fill="hold">
                                          <p:stCondLst>
                                            <p:cond delay="0"/>
                                          </p:stCondLst>
                                        </p:cTn>
                                        <p:tgtEl>
                                          <p:spTgt spid="13"/>
                                        </p:tgtEl>
                                        <p:attrNameLst>
                                          <p:attrName>style.visibility</p:attrName>
                                        </p:attrNameLst>
                                      </p:cBhvr>
                                      <p:to>
                                        <p:strVal val="visible"/>
                                      </p:to>
                                    </p:set>
                                    <p:anim calcmode="lin" valueType="num">
                                      <p:cBhvr additive="base">
                                        <p:cTn id="114" dur="500" fill="hold"/>
                                        <p:tgtEl>
                                          <p:spTgt spid="13"/>
                                        </p:tgtEl>
                                        <p:attrNameLst>
                                          <p:attrName>ppt_x</p:attrName>
                                        </p:attrNameLst>
                                      </p:cBhvr>
                                      <p:tavLst>
                                        <p:tav tm="0">
                                          <p:val>
                                            <p:strVal val="#ppt_x"/>
                                          </p:val>
                                        </p:tav>
                                        <p:tav tm="100000">
                                          <p:val>
                                            <p:strVal val="#ppt_x"/>
                                          </p:val>
                                        </p:tav>
                                      </p:tavLst>
                                    </p:anim>
                                    <p:anim calcmode="lin" valueType="num">
                                      <p:cBhvr additive="base">
                                        <p:cTn id="115"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73" grpId="0" animBg="1"/>
      <p:bldP spid="74" grpId="0" animBg="1"/>
      <p:bldP spid="75" grpId="0" animBg="1"/>
      <p:bldP spid="76" grpId="0" animBg="1"/>
      <p:bldP spid="77" grpId="0" animBg="1"/>
      <p:bldP spid="78" grpId="0" animBg="1"/>
      <p:bldP spid="98" grpId="0" animBg="1"/>
      <p:bldP spid="102" grpId="0" animBg="1"/>
      <p:bldP spid="106" grpId="0" animBg="1"/>
      <p:bldP spid="110" grpId="0" animBg="1"/>
      <p:bldP spid="114"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Product Delivery Infographic</a:t>
            </a:r>
            <a:endParaRPr lang="en-US" dirty="0"/>
          </a:p>
        </p:txBody>
      </p:sp>
      <p:sp>
        <p:nvSpPr>
          <p:cNvPr id="8" name="Text Placeholder 7"/>
          <p:cNvSpPr>
            <a:spLocks noGrp="1"/>
          </p:cNvSpPr>
          <p:nvPr>
            <p:ph type="body" sz="half" idx="2"/>
          </p:nvPr>
        </p:nvSpPr>
        <p:spPr/>
        <p:txBody>
          <a:bodyPr/>
          <a:lstStyle/>
          <a:p>
            <a:r>
              <a:rPr lang="en-US"/>
              <a:t>Product Delivery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246</a:t>
            </a:fld>
            <a:endParaRPr lang="en-US" dirty="0"/>
          </a:p>
        </p:txBody>
      </p:sp>
      <p:grpSp>
        <p:nvGrpSpPr>
          <p:cNvPr id="2" name="Group 15"/>
          <p:cNvGrpSpPr/>
          <p:nvPr/>
        </p:nvGrpSpPr>
        <p:grpSpPr>
          <a:xfrm flipH="1">
            <a:off x="1447801" y="2901205"/>
            <a:ext cx="6248400" cy="1880345"/>
            <a:chOff x="1147763" y="2566988"/>
            <a:chExt cx="7153275" cy="2152650"/>
          </a:xfrm>
          <a:solidFill>
            <a:schemeClr val="tx1">
              <a:lumMod val="75000"/>
              <a:lumOff val="25000"/>
            </a:schemeClr>
          </a:solidFill>
        </p:grpSpPr>
        <p:sp>
          <p:nvSpPr>
            <p:cNvPr id="1029" name="Freeform 5"/>
            <p:cNvSpPr>
              <a:spLocks noEditPoints="1"/>
            </p:cNvSpPr>
            <p:nvPr/>
          </p:nvSpPr>
          <p:spPr bwMode="auto">
            <a:xfrm>
              <a:off x="6091238" y="2566988"/>
              <a:ext cx="2209800" cy="1781175"/>
            </a:xfrm>
            <a:custGeom>
              <a:avLst/>
              <a:gdLst/>
              <a:ahLst/>
              <a:cxnLst>
                <a:cxn ang="0">
                  <a:pos x="450" y="317"/>
                </a:cxn>
                <a:cxn ang="0">
                  <a:pos x="424" y="317"/>
                </a:cxn>
                <a:cxn ang="0">
                  <a:pos x="424" y="176"/>
                </a:cxn>
                <a:cxn ang="0">
                  <a:pos x="410" y="130"/>
                </a:cxn>
                <a:cxn ang="0">
                  <a:pos x="347" y="36"/>
                </a:cxn>
                <a:cxn ang="0">
                  <a:pos x="278" y="0"/>
                </a:cxn>
                <a:cxn ang="0">
                  <a:pos x="180" y="0"/>
                </a:cxn>
                <a:cxn ang="0">
                  <a:pos x="160" y="20"/>
                </a:cxn>
                <a:cxn ang="0">
                  <a:pos x="160" y="300"/>
                </a:cxn>
                <a:cxn ang="0">
                  <a:pos x="144" y="317"/>
                </a:cxn>
                <a:cxn ang="0">
                  <a:pos x="0" y="317"/>
                </a:cxn>
                <a:cxn ang="0">
                  <a:pos x="28" y="369"/>
                </a:cxn>
                <a:cxn ang="0">
                  <a:pos x="197" y="369"/>
                </a:cxn>
                <a:cxn ang="0">
                  <a:pos x="281" y="296"/>
                </a:cxn>
                <a:cxn ang="0">
                  <a:pos x="366" y="369"/>
                </a:cxn>
                <a:cxn ang="0">
                  <a:pos x="450" y="369"/>
                </a:cxn>
                <a:cxn ang="0">
                  <a:pos x="460" y="358"/>
                </a:cxn>
                <a:cxn ang="0">
                  <a:pos x="460" y="327"/>
                </a:cxn>
                <a:cxn ang="0">
                  <a:pos x="450" y="317"/>
                </a:cxn>
                <a:cxn ang="0">
                  <a:pos x="346" y="148"/>
                </a:cxn>
                <a:cxn ang="0">
                  <a:pos x="217" y="148"/>
                </a:cxn>
                <a:cxn ang="0">
                  <a:pos x="207" y="138"/>
                </a:cxn>
                <a:cxn ang="0">
                  <a:pos x="207" y="66"/>
                </a:cxn>
                <a:cxn ang="0">
                  <a:pos x="217" y="56"/>
                </a:cxn>
                <a:cxn ang="0">
                  <a:pos x="296" y="56"/>
                </a:cxn>
                <a:cxn ang="0">
                  <a:pos x="304" y="60"/>
                </a:cxn>
                <a:cxn ang="0">
                  <a:pos x="355" y="132"/>
                </a:cxn>
                <a:cxn ang="0">
                  <a:pos x="346" y="148"/>
                </a:cxn>
                <a:cxn ang="0">
                  <a:pos x="346" y="148"/>
                </a:cxn>
                <a:cxn ang="0">
                  <a:pos x="346" y="148"/>
                </a:cxn>
              </a:cxnLst>
              <a:rect l="0" t="0" r="r" b="b"/>
              <a:pathLst>
                <a:path w="460" h="369">
                  <a:moveTo>
                    <a:pt x="450" y="317"/>
                  </a:moveTo>
                  <a:cubicBezTo>
                    <a:pt x="424" y="317"/>
                    <a:pt x="424" y="317"/>
                    <a:pt x="424" y="317"/>
                  </a:cubicBezTo>
                  <a:cubicBezTo>
                    <a:pt x="424" y="176"/>
                    <a:pt x="424" y="176"/>
                    <a:pt x="424" y="176"/>
                  </a:cubicBezTo>
                  <a:cubicBezTo>
                    <a:pt x="424" y="159"/>
                    <a:pt x="419" y="143"/>
                    <a:pt x="410" y="130"/>
                  </a:cubicBezTo>
                  <a:cubicBezTo>
                    <a:pt x="347" y="36"/>
                    <a:pt x="347" y="36"/>
                    <a:pt x="347" y="36"/>
                  </a:cubicBezTo>
                  <a:cubicBezTo>
                    <a:pt x="332" y="13"/>
                    <a:pt x="306" y="0"/>
                    <a:pt x="278" y="0"/>
                  </a:cubicBezTo>
                  <a:cubicBezTo>
                    <a:pt x="180" y="0"/>
                    <a:pt x="180" y="0"/>
                    <a:pt x="180" y="0"/>
                  </a:cubicBezTo>
                  <a:cubicBezTo>
                    <a:pt x="169" y="0"/>
                    <a:pt x="160" y="9"/>
                    <a:pt x="160" y="20"/>
                  </a:cubicBezTo>
                  <a:cubicBezTo>
                    <a:pt x="160" y="300"/>
                    <a:pt x="160" y="300"/>
                    <a:pt x="160" y="300"/>
                  </a:cubicBezTo>
                  <a:cubicBezTo>
                    <a:pt x="160" y="309"/>
                    <a:pt x="152" y="317"/>
                    <a:pt x="144" y="317"/>
                  </a:cubicBezTo>
                  <a:cubicBezTo>
                    <a:pt x="0" y="317"/>
                    <a:pt x="0" y="317"/>
                    <a:pt x="0" y="317"/>
                  </a:cubicBezTo>
                  <a:cubicBezTo>
                    <a:pt x="15" y="330"/>
                    <a:pt x="25" y="348"/>
                    <a:pt x="28" y="369"/>
                  </a:cubicBezTo>
                  <a:cubicBezTo>
                    <a:pt x="197" y="369"/>
                    <a:pt x="197" y="369"/>
                    <a:pt x="197" y="369"/>
                  </a:cubicBezTo>
                  <a:cubicBezTo>
                    <a:pt x="203" y="328"/>
                    <a:pt x="239" y="296"/>
                    <a:pt x="281" y="296"/>
                  </a:cubicBezTo>
                  <a:cubicBezTo>
                    <a:pt x="324" y="296"/>
                    <a:pt x="360" y="328"/>
                    <a:pt x="366" y="369"/>
                  </a:cubicBezTo>
                  <a:cubicBezTo>
                    <a:pt x="450" y="369"/>
                    <a:pt x="450" y="369"/>
                    <a:pt x="450" y="369"/>
                  </a:cubicBezTo>
                  <a:cubicBezTo>
                    <a:pt x="455" y="369"/>
                    <a:pt x="460" y="364"/>
                    <a:pt x="460" y="358"/>
                  </a:cubicBezTo>
                  <a:cubicBezTo>
                    <a:pt x="460" y="327"/>
                    <a:pt x="460" y="327"/>
                    <a:pt x="460" y="327"/>
                  </a:cubicBezTo>
                  <a:cubicBezTo>
                    <a:pt x="460" y="321"/>
                    <a:pt x="455" y="317"/>
                    <a:pt x="450" y="317"/>
                  </a:cubicBezTo>
                  <a:close/>
                  <a:moveTo>
                    <a:pt x="346" y="148"/>
                  </a:moveTo>
                  <a:cubicBezTo>
                    <a:pt x="217" y="148"/>
                    <a:pt x="217" y="148"/>
                    <a:pt x="217" y="148"/>
                  </a:cubicBezTo>
                  <a:cubicBezTo>
                    <a:pt x="211" y="148"/>
                    <a:pt x="207" y="144"/>
                    <a:pt x="207" y="138"/>
                  </a:cubicBezTo>
                  <a:cubicBezTo>
                    <a:pt x="207" y="66"/>
                    <a:pt x="207" y="66"/>
                    <a:pt x="207" y="66"/>
                  </a:cubicBezTo>
                  <a:cubicBezTo>
                    <a:pt x="207" y="60"/>
                    <a:pt x="211" y="56"/>
                    <a:pt x="217" y="56"/>
                  </a:cubicBezTo>
                  <a:cubicBezTo>
                    <a:pt x="296" y="56"/>
                    <a:pt x="296" y="56"/>
                    <a:pt x="296" y="56"/>
                  </a:cubicBezTo>
                  <a:cubicBezTo>
                    <a:pt x="299" y="56"/>
                    <a:pt x="302" y="57"/>
                    <a:pt x="304" y="60"/>
                  </a:cubicBezTo>
                  <a:cubicBezTo>
                    <a:pt x="355" y="132"/>
                    <a:pt x="355" y="132"/>
                    <a:pt x="355" y="132"/>
                  </a:cubicBezTo>
                  <a:cubicBezTo>
                    <a:pt x="360" y="139"/>
                    <a:pt x="355" y="148"/>
                    <a:pt x="346" y="148"/>
                  </a:cubicBezTo>
                  <a:close/>
                  <a:moveTo>
                    <a:pt x="346" y="148"/>
                  </a:moveTo>
                  <a:cubicBezTo>
                    <a:pt x="346" y="148"/>
                    <a:pt x="346" y="148"/>
                    <a:pt x="346"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noEditPoints="1"/>
            </p:cNvSpPr>
            <p:nvPr/>
          </p:nvSpPr>
          <p:spPr bwMode="auto">
            <a:xfrm>
              <a:off x="7134225" y="4097338"/>
              <a:ext cx="619125" cy="622300"/>
            </a:xfrm>
            <a:custGeom>
              <a:avLst/>
              <a:gdLst/>
              <a:ahLst/>
              <a:cxnLst>
                <a:cxn ang="0">
                  <a:pos x="64" y="0"/>
                </a:cxn>
                <a:cxn ang="0">
                  <a:pos x="0" y="64"/>
                </a:cxn>
                <a:cxn ang="0">
                  <a:pos x="64" y="129"/>
                </a:cxn>
                <a:cxn ang="0">
                  <a:pos x="129" y="64"/>
                </a:cxn>
                <a:cxn ang="0">
                  <a:pos x="64" y="0"/>
                </a:cxn>
                <a:cxn ang="0">
                  <a:pos x="64" y="96"/>
                </a:cxn>
                <a:cxn ang="0">
                  <a:pos x="32" y="64"/>
                </a:cxn>
                <a:cxn ang="0">
                  <a:pos x="64" y="32"/>
                </a:cxn>
                <a:cxn ang="0">
                  <a:pos x="97" y="64"/>
                </a:cxn>
                <a:cxn ang="0">
                  <a:pos x="64" y="96"/>
                </a:cxn>
                <a:cxn ang="0">
                  <a:pos x="64" y="96"/>
                </a:cxn>
                <a:cxn ang="0">
                  <a:pos x="64" y="96"/>
                </a:cxn>
              </a:cxnLst>
              <a:rect l="0" t="0" r="r" b="b"/>
              <a:pathLst>
                <a:path w="129" h="129">
                  <a:moveTo>
                    <a:pt x="64" y="0"/>
                  </a:moveTo>
                  <a:cubicBezTo>
                    <a:pt x="29" y="0"/>
                    <a:pt x="0" y="29"/>
                    <a:pt x="0" y="64"/>
                  </a:cubicBezTo>
                  <a:cubicBezTo>
                    <a:pt x="0" y="100"/>
                    <a:pt x="29" y="129"/>
                    <a:pt x="64" y="129"/>
                  </a:cubicBezTo>
                  <a:cubicBezTo>
                    <a:pt x="100" y="129"/>
                    <a:pt x="129" y="100"/>
                    <a:pt x="129" y="64"/>
                  </a:cubicBezTo>
                  <a:cubicBezTo>
                    <a:pt x="129" y="29"/>
                    <a:pt x="100" y="0"/>
                    <a:pt x="64" y="0"/>
                  </a:cubicBezTo>
                  <a:close/>
                  <a:moveTo>
                    <a:pt x="64" y="96"/>
                  </a:moveTo>
                  <a:cubicBezTo>
                    <a:pt x="47" y="96"/>
                    <a:pt x="32" y="82"/>
                    <a:pt x="32" y="64"/>
                  </a:cubicBezTo>
                  <a:cubicBezTo>
                    <a:pt x="32" y="46"/>
                    <a:pt x="47" y="32"/>
                    <a:pt x="64" y="32"/>
                  </a:cubicBezTo>
                  <a:cubicBezTo>
                    <a:pt x="82" y="32"/>
                    <a:pt x="97" y="46"/>
                    <a:pt x="97" y="64"/>
                  </a:cubicBezTo>
                  <a:cubicBezTo>
                    <a:pt x="97" y="82"/>
                    <a:pt x="82" y="96"/>
                    <a:pt x="64" y="96"/>
                  </a:cubicBezTo>
                  <a:close/>
                  <a:moveTo>
                    <a:pt x="64" y="96"/>
                  </a:moveTo>
                  <a:cubicBezTo>
                    <a:pt x="64" y="96"/>
                    <a:pt x="64" y="96"/>
                    <a:pt x="64" y="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1" name="Freeform 7"/>
            <p:cNvSpPr>
              <a:spLocks noEditPoints="1"/>
            </p:cNvSpPr>
            <p:nvPr/>
          </p:nvSpPr>
          <p:spPr bwMode="auto">
            <a:xfrm>
              <a:off x="3160713" y="4097338"/>
              <a:ext cx="2397125" cy="255588"/>
            </a:xfrm>
            <a:custGeom>
              <a:avLst/>
              <a:gdLst/>
              <a:ahLst/>
              <a:cxnLst>
                <a:cxn ang="0">
                  <a:pos x="10" y="0"/>
                </a:cxn>
                <a:cxn ang="0">
                  <a:pos x="0" y="11"/>
                </a:cxn>
                <a:cxn ang="0">
                  <a:pos x="0" y="42"/>
                </a:cxn>
                <a:cxn ang="0">
                  <a:pos x="10" y="52"/>
                </a:cxn>
                <a:cxn ang="0">
                  <a:pos x="470" y="53"/>
                </a:cxn>
                <a:cxn ang="0">
                  <a:pos x="499" y="1"/>
                </a:cxn>
                <a:cxn ang="0">
                  <a:pos x="10" y="0"/>
                </a:cxn>
                <a:cxn ang="0">
                  <a:pos x="10" y="0"/>
                </a:cxn>
                <a:cxn ang="0">
                  <a:pos x="10" y="0"/>
                </a:cxn>
              </a:cxnLst>
              <a:rect l="0" t="0" r="r" b="b"/>
              <a:pathLst>
                <a:path w="499" h="53">
                  <a:moveTo>
                    <a:pt x="10" y="0"/>
                  </a:moveTo>
                  <a:cubicBezTo>
                    <a:pt x="5" y="0"/>
                    <a:pt x="0" y="5"/>
                    <a:pt x="0" y="11"/>
                  </a:cubicBezTo>
                  <a:cubicBezTo>
                    <a:pt x="0" y="42"/>
                    <a:pt x="0" y="42"/>
                    <a:pt x="0" y="42"/>
                  </a:cubicBezTo>
                  <a:cubicBezTo>
                    <a:pt x="0" y="48"/>
                    <a:pt x="4" y="52"/>
                    <a:pt x="10" y="52"/>
                  </a:cubicBezTo>
                  <a:cubicBezTo>
                    <a:pt x="470" y="53"/>
                    <a:pt x="470" y="53"/>
                    <a:pt x="470" y="53"/>
                  </a:cubicBezTo>
                  <a:cubicBezTo>
                    <a:pt x="473" y="32"/>
                    <a:pt x="484" y="14"/>
                    <a:pt x="499" y="1"/>
                  </a:cubicBezTo>
                  <a:cubicBezTo>
                    <a:pt x="10" y="0"/>
                    <a:pt x="10" y="0"/>
                    <a:pt x="10" y="0"/>
                  </a:cubicBezTo>
                  <a:close/>
                  <a:moveTo>
                    <a:pt x="10" y="0"/>
                  </a:moveTo>
                  <a:cubicBezTo>
                    <a:pt x="10" y="0"/>
                    <a:pt x="10" y="0"/>
                    <a:pt x="1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2" name="Freeform 8"/>
            <p:cNvSpPr>
              <a:spLocks noEditPoints="1"/>
            </p:cNvSpPr>
            <p:nvPr/>
          </p:nvSpPr>
          <p:spPr bwMode="auto">
            <a:xfrm>
              <a:off x="5514975" y="4097338"/>
              <a:ext cx="619125" cy="622300"/>
            </a:xfrm>
            <a:custGeom>
              <a:avLst/>
              <a:gdLst/>
              <a:ahLst/>
              <a:cxnLst>
                <a:cxn ang="0">
                  <a:pos x="64" y="0"/>
                </a:cxn>
                <a:cxn ang="0">
                  <a:pos x="0" y="64"/>
                </a:cxn>
                <a:cxn ang="0">
                  <a:pos x="64" y="129"/>
                </a:cxn>
                <a:cxn ang="0">
                  <a:pos x="129" y="64"/>
                </a:cxn>
                <a:cxn ang="0">
                  <a:pos x="64" y="0"/>
                </a:cxn>
                <a:cxn ang="0">
                  <a:pos x="64" y="96"/>
                </a:cxn>
                <a:cxn ang="0">
                  <a:pos x="32" y="64"/>
                </a:cxn>
                <a:cxn ang="0">
                  <a:pos x="64" y="32"/>
                </a:cxn>
                <a:cxn ang="0">
                  <a:pos x="96" y="64"/>
                </a:cxn>
                <a:cxn ang="0">
                  <a:pos x="64" y="96"/>
                </a:cxn>
                <a:cxn ang="0">
                  <a:pos x="64" y="96"/>
                </a:cxn>
                <a:cxn ang="0">
                  <a:pos x="64" y="96"/>
                </a:cxn>
              </a:cxnLst>
              <a:rect l="0" t="0" r="r" b="b"/>
              <a:pathLst>
                <a:path w="129" h="129">
                  <a:moveTo>
                    <a:pt x="64" y="0"/>
                  </a:moveTo>
                  <a:cubicBezTo>
                    <a:pt x="28" y="0"/>
                    <a:pt x="0" y="29"/>
                    <a:pt x="0" y="64"/>
                  </a:cubicBezTo>
                  <a:cubicBezTo>
                    <a:pt x="0" y="100"/>
                    <a:pt x="28" y="129"/>
                    <a:pt x="64" y="129"/>
                  </a:cubicBezTo>
                  <a:cubicBezTo>
                    <a:pt x="100" y="129"/>
                    <a:pt x="129" y="100"/>
                    <a:pt x="129" y="64"/>
                  </a:cubicBezTo>
                  <a:cubicBezTo>
                    <a:pt x="129" y="29"/>
                    <a:pt x="100" y="0"/>
                    <a:pt x="64" y="0"/>
                  </a:cubicBezTo>
                  <a:close/>
                  <a:moveTo>
                    <a:pt x="64" y="96"/>
                  </a:moveTo>
                  <a:cubicBezTo>
                    <a:pt x="46" y="96"/>
                    <a:pt x="32" y="82"/>
                    <a:pt x="32" y="64"/>
                  </a:cubicBezTo>
                  <a:cubicBezTo>
                    <a:pt x="32" y="46"/>
                    <a:pt x="46" y="32"/>
                    <a:pt x="64" y="32"/>
                  </a:cubicBezTo>
                  <a:cubicBezTo>
                    <a:pt x="82" y="32"/>
                    <a:pt x="96" y="46"/>
                    <a:pt x="96" y="64"/>
                  </a:cubicBezTo>
                  <a:cubicBezTo>
                    <a:pt x="96" y="82"/>
                    <a:pt x="82" y="96"/>
                    <a:pt x="64" y="96"/>
                  </a:cubicBezTo>
                  <a:close/>
                  <a:moveTo>
                    <a:pt x="64" y="96"/>
                  </a:moveTo>
                  <a:cubicBezTo>
                    <a:pt x="64" y="96"/>
                    <a:pt x="64" y="96"/>
                    <a:pt x="64" y="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3" name="Freeform 9"/>
            <p:cNvSpPr>
              <a:spLocks noEditPoints="1"/>
            </p:cNvSpPr>
            <p:nvPr/>
          </p:nvSpPr>
          <p:spPr bwMode="auto">
            <a:xfrm>
              <a:off x="1147763" y="4097338"/>
              <a:ext cx="744538" cy="255588"/>
            </a:xfrm>
            <a:custGeom>
              <a:avLst/>
              <a:gdLst/>
              <a:ahLst/>
              <a:cxnLst>
                <a:cxn ang="0">
                  <a:pos x="10" y="0"/>
                </a:cxn>
                <a:cxn ang="0">
                  <a:pos x="0" y="11"/>
                </a:cxn>
                <a:cxn ang="0">
                  <a:pos x="0" y="42"/>
                </a:cxn>
                <a:cxn ang="0">
                  <a:pos x="10" y="52"/>
                </a:cxn>
                <a:cxn ang="0">
                  <a:pos x="126" y="53"/>
                </a:cxn>
                <a:cxn ang="0">
                  <a:pos x="155" y="1"/>
                </a:cxn>
                <a:cxn ang="0">
                  <a:pos x="10" y="0"/>
                </a:cxn>
                <a:cxn ang="0">
                  <a:pos x="10" y="0"/>
                </a:cxn>
                <a:cxn ang="0">
                  <a:pos x="10" y="0"/>
                </a:cxn>
              </a:cxnLst>
              <a:rect l="0" t="0" r="r" b="b"/>
              <a:pathLst>
                <a:path w="155" h="53">
                  <a:moveTo>
                    <a:pt x="10" y="0"/>
                  </a:moveTo>
                  <a:cubicBezTo>
                    <a:pt x="5" y="0"/>
                    <a:pt x="0" y="5"/>
                    <a:pt x="0" y="11"/>
                  </a:cubicBezTo>
                  <a:cubicBezTo>
                    <a:pt x="0" y="42"/>
                    <a:pt x="0" y="42"/>
                    <a:pt x="0" y="42"/>
                  </a:cubicBezTo>
                  <a:cubicBezTo>
                    <a:pt x="0" y="48"/>
                    <a:pt x="4" y="52"/>
                    <a:pt x="10" y="52"/>
                  </a:cubicBezTo>
                  <a:cubicBezTo>
                    <a:pt x="126" y="53"/>
                    <a:pt x="126" y="53"/>
                    <a:pt x="126" y="53"/>
                  </a:cubicBezTo>
                  <a:cubicBezTo>
                    <a:pt x="129" y="32"/>
                    <a:pt x="140" y="14"/>
                    <a:pt x="155" y="1"/>
                  </a:cubicBezTo>
                  <a:cubicBezTo>
                    <a:pt x="10" y="0"/>
                    <a:pt x="10" y="0"/>
                    <a:pt x="10" y="0"/>
                  </a:cubicBezTo>
                  <a:close/>
                  <a:moveTo>
                    <a:pt x="10" y="0"/>
                  </a:moveTo>
                  <a:cubicBezTo>
                    <a:pt x="10" y="0"/>
                    <a:pt x="10" y="0"/>
                    <a:pt x="1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4" name="Freeform 10"/>
            <p:cNvSpPr>
              <a:spLocks noEditPoints="1"/>
            </p:cNvSpPr>
            <p:nvPr/>
          </p:nvSpPr>
          <p:spPr bwMode="auto">
            <a:xfrm>
              <a:off x="3011488" y="4097338"/>
              <a:ext cx="2397125" cy="255588"/>
            </a:xfrm>
            <a:custGeom>
              <a:avLst/>
              <a:gdLst/>
              <a:ahLst/>
              <a:cxnLst>
                <a:cxn ang="0">
                  <a:pos x="488" y="0"/>
                </a:cxn>
                <a:cxn ang="0">
                  <a:pos x="0" y="1"/>
                </a:cxn>
                <a:cxn ang="0">
                  <a:pos x="29" y="53"/>
                </a:cxn>
                <a:cxn ang="0">
                  <a:pos x="489" y="52"/>
                </a:cxn>
                <a:cxn ang="0">
                  <a:pos x="499" y="42"/>
                </a:cxn>
                <a:cxn ang="0">
                  <a:pos x="499" y="11"/>
                </a:cxn>
                <a:cxn ang="0">
                  <a:pos x="488" y="0"/>
                </a:cxn>
                <a:cxn ang="0">
                  <a:pos x="488" y="0"/>
                </a:cxn>
                <a:cxn ang="0">
                  <a:pos x="488" y="0"/>
                </a:cxn>
              </a:cxnLst>
              <a:rect l="0" t="0" r="r" b="b"/>
              <a:pathLst>
                <a:path w="499" h="53">
                  <a:moveTo>
                    <a:pt x="488" y="0"/>
                  </a:moveTo>
                  <a:cubicBezTo>
                    <a:pt x="0" y="1"/>
                    <a:pt x="0" y="1"/>
                    <a:pt x="0" y="1"/>
                  </a:cubicBezTo>
                  <a:cubicBezTo>
                    <a:pt x="15" y="14"/>
                    <a:pt x="26" y="32"/>
                    <a:pt x="29" y="53"/>
                  </a:cubicBezTo>
                  <a:cubicBezTo>
                    <a:pt x="489" y="52"/>
                    <a:pt x="489" y="52"/>
                    <a:pt x="489" y="52"/>
                  </a:cubicBezTo>
                  <a:cubicBezTo>
                    <a:pt x="494" y="52"/>
                    <a:pt x="499" y="48"/>
                    <a:pt x="499" y="42"/>
                  </a:cubicBezTo>
                  <a:cubicBezTo>
                    <a:pt x="499" y="11"/>
                    <a:pt x="499" y="11"/>
                    <a:pt x="499" y="11"/>
                  </a:cubicBezTo>
                  <a:cubicBezTo>
                    <a:pt x="499" y="5"/>
                    <a:pt x="494" y="0"/>
                    <a:pt x="488" y="0"/>
                  </a:cubicBezTo>
                  <a:close/>
                  <a:moveTo>
                    <a:pt x="488" y="0"/>
                  </a:moveTo>
                  <a:cubicBezTo>
                    <a:pt x="488" y="0"/>
                    <a:pt x="488" y="0"/>
                    <a:pt x="4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5" name="Freeform 11"/>
            <p:cNvSpPr>
              <a:spLocks noEditPoints="1"/>
            </p:cNvSpPr>
            <p:nvPr/>
          </p:nvSpPr>
          <p:spPr bwMode="auto">
            <a:xfrm>
              <a:off x="2482850" y="4092575"/>
              <a:ext cx="625475" cy="627063"/>
            </a:xfrm>
            <a:custGeom>
              <a:avLst/>
              <a:gdLst/>
              <a:ahLst/>
              <a:cxnLst>
                <a:cxn ang="0">
                  <a:pos x="65" y="1"/>
                </a:cxn>
                <a:cxn ang="0">
                  <a:pos x="1" y="65"/>
                </a:cxn>
                <a:cxn ang="0">
                  <a:pos x="65" y="129"/>
                </a:cxn>
                <a:cxn ang="0">
                  <a:pos x="130" y="65"/>
                </a:cxn>
                <a:cxn ang="0">
                  <a:pos x="65" y="1"/>
                </a:cxn>
                <a:cxn ang="0">
                  <a:pos x="65" y="97"/>
                </a:cxn>
                <a:cxn ang="0">
                  <a:pos x="33" y="65"/>
                </a:cxn>
                <a:cxn ang="0">
                  <a:pos x="65" y="33"/>
                </a:cxn>
                <a:cxn ang="0">
                  <a:pos x="97" y="65"/>
                </a:cxn>
                <a:cxn ang="0">
                  <a:pos x="65" y="97"/>
                </a:cxn>
                <a:cxn ang="0">
                  <a:pos x="65" y="97"/>
                </a:cxn>
                <a:cxn ang="0">
                  <a:pos x="65" y="97"/>
                </a:cxn>
              </a:cxnLst>
              <a:rect l="0" t="0" r="r" b="b"/>
              <a:pathLst>
                <a:path w="130" h="130">
                  <a:moveTo>
                    <a:pt x="65" y="1"/>
                  </a:moveTo>
                  <a:cubicBezTo>
                    <a:pt x="30" y="0"/>
                    <a:pt x="1" y="29"/>
                    <a:pt x="1" y="65"/>
                  </a:cubicBezTo>
                  <a:cubicBezTo>
                    <a:pt x="0" y="100"/>
                    <a:pt x="29" y="129"/>
                    <a:pt x="65" y="129"/>
                  </a:cubicBezTo>
                  <a:cubicBezTo>
                    <a:pt x="100" y="130"/>
                    <a:pt x="129" y="101"/>
                    <a:pt x="130" y="65"/>
                  </a:cubicBezTo>
                  <a:cubicBezTo>
                    <a:pt x="130" y="30"/>
                    <a:pt x="101" y="1"/>
                    <a:pt x="65" y="1"/>
                  </a:cubicBezTo>
                  <a:close/>
                  <a:moveTo>
                    <a:pt x="65" y="97"/>
                  </a:moveTo>
                  <a:cubicBezTo>
                    <a:pt x="47" y="97"/>
                    <a:pt x="33" y="83"/>
                    <a:pt x="33" y="65"/>
                  </a:cubicBezTo>
                  <a:cubicBezTo>
                    <a:pt x="33" y="47"/>
                    <a:pt x="47" y="33"/>
                    <a:pt x="65" y="33"/>
                  </a:cubicBezTo>
                  <a:cubicBezTo>
                    <a:pt x="83" y="33"/>
                    <a:pt x="97" y="47"/>
                    <a:pt x="97" y="65"/>
                  </a:cubicBezTo>
                  <a:cubicBezTo>
                    <a:pt x="97" y="83"/>
                    <a:pt x="83" y="97"/>
                    <a:pt x="65" y="97"/>
                  </a:cubicBezTo>
                  <a:close/>
                  <a:moveTo>
                    <a:pt x="65" y="97"/>
                  </a:moveTo>
                  <a:cubicBezTo>
                    <a:pt x="65" y="97"/>
                    <a:pt x="65" y="97"/>
                    <a:pt x="65"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Freeform 12"/>
            <p:cNvSpPr>
              <a:spLocks noEditPoints="1"/>
            </p:cNvSpPr>
            <p:nvPr/>
          </p:nvSpPr>
          <p:spPr bwMode="auto">
            <a:xfrm>
              <a:off x="1811338" y="4092575"/>
              <a:ext cx="619125" cy="627063"/>
            </a:xfrm>
            <a:custGeom>
              <a:avLst/>
              <a:gdLst/>
              <a:ahLst/>
              <a:cxnLst>
                <a:cxn ang="0">
                  <a:pos x="65" y="1"/>
                </a:cxn>
                <a:cxn ang="0">
                  <a:pos x="0" y="65"/>
                </a:cxn>
                <a:cxn ang="0">
                  <a:pos x="64" y="129"/>
                </a:cxn>
                <a:cxn ang="0">
                  <a:pos x="129" y="65"/>
                </a:cxn>
                <a:cxn ang="0">
                  <a:pos x="65" y="1"/>
                </a:cxn>
                <a:cxn ang="0">
                  <a:pos x="64" y="97"/>
                </a:cxn>
                <a:cxn ang="0">
                  <a:pos x="32" y="65"/>
                </a:cxn>
                <a:cxn ang="0">
                  <a:pos x="65" y="33"/>
                </a:cxn>
                <a:cxn ang="0">
                  <a:pos x="97" y="65"/>
                </a:cxn>
                <a:cxn ang="0">
                  <a:pos x="64" y="97"/>
                </a:cxn>
                <a:cxn ang="0">
                  <a:pos x="64" y="97"/>
                </a:cxn>
                <a:cxn ang="0">
                  <a:pos x="64" y="97"/>
                </a:cxn>
              </a:cxnLst>
              <a:rect l="0" t="0" r="r" b="b"/>
              <a:pathLst>
                <a:path w="129" h="130">
                  <a:moveTo>
                    <a:pt x="65" y="1"/>
                  </a:moveTo>
                  <a:cubicBezTo>
                    <a:pt x="29" y="0"/>
                    <a:pt x="0" y="29"/>
                    <a:pt x="0" y="65"/>
                  </a:cubicBezTo>
                  <a:cubicBezTo>
                    <a:pt x="0" y="100"/>
                    <a:pt x="29" y="129"/>
                    <a:pt x="64" y="129"/>
                  </a:cubicBezTo>
                  <a:cubicBezTo>
                    <a:pt x="100" y="130"/>
                    <a:pt x="129" y="101"/>
                    <a:pt x="129" y="65"/>
                  </a:cubicBezTo>
                  <a:cubicBezTo>
                    <a:pt x="129" y="30"/>
                    <a:pt x="101" y="1"/>
                    <a:pt x="65" y="1"/>
                  </a:cubicBezTo>
                  <a:close/>
                  <a:moveTo>
                    <a:pt x="64" y="97"/>
                  </a:moveTo>
                  <a:cubicBezTo>
                    <a:pt x="47" y="97"/>
                    <a:pt x="32" y="83"/>
                    <a:pt x="32" y="65"/>
                  </a:cubicBezTo>
                  <a:cubicBezTo>
                    <a:pt x="33" y="47"/>
                    <a:pt x="47" y="33"/>
                    <a:pt x="65" y="33"/>
                  </a:cubicBezTo>
                  <a:cubicBezTo>
                    <a:pt x="83" y="33"/>
                    <a:pt x="97" y="47"/>
                    <a:pt x="97" y="65"/>
                  </a:cubicBezTo>
                  <a:cubicBezTo>
                    <a:pt x="97" y="83"/>
                    <a:pt x="82" y="97"/>
                    <a:pt x="64" y="97"/>
                  </a:cubicBezTo>
                  <a:close/>
                  <a:moveTo>
                    <a:pt x="64" y="97"/>
                  </a:moveTo>
                  <a:cubicBezTo>
                    <a:pt x="64" y="97"/>
                    <a:pt x="64" y="97"/>
                    <a:pt x="64"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35"/>
          <p:cNvGrpSpPr/>
          <p:nvPr/>
        </p:nvGrpSpPr>
        <p:grpSpPr>
          <a:xfrm>
            <a:off x="2803976" y="2583356"/>
            <a:ext cx="1092041" cy="1532581"/>
            <a:chOff x="2803976" y="2583356"/>
            <a:chExt cx="1092041" cy="1532581"/>
          </a:xfrm>
        </p:grpSpPr>
        <p:sp>
          <p:nvSpPr>
            <p:cNvPr id="20" name="Flowchart: Alternate Process 24"/>
            <p:cNvSpPr/>
            <p:nvPr/>
          </p:nvSpPr>
          <p:spPr>
            <a:xfrm rot="16200000">
              <a:off x="2583706" y="2803626"/>
              <a:ext cx="1532581" cy="1092041"/>
            </a:xfrm>
            <a:prstGeom prst="roundRect">
              <a:avLst>
                <a:gd name="adj" fmla="val 620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Text Placeholder 3"/>
            <p:cNvSpPr txBox="1">
              <a:spLocks/>
            </p:cNvSpPr>
            <p:nvPr/>
          </p:nvSpPr>
          <p:spPr>
            <a:xfrm>
              <a:off x="2893592" y="2872593"/>
              <a:ext cx="912809"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a:t>
              </a:r>
            </a:p>
          </p:txBody>
        </p:sp>
      </p:grpSp>
      <p:sp>
        <p:nvSpPr>
          <p:cNvPr id="28" name="Freeform 27"/>
          <p:cNvSpPr/>
          <p:nvPr/>
        </p:nvSpPr>
        <p:spPr>
          <a:xfrm>
            <a:off x="1596768" y="1281055"/>
            <a:ext cx="6248402" cy="852487"/>
          </a:xfrm>
          <a:custGeom>
            <a:avLst/>
            <a:gdLst>
              <a:gd name="connsiteX0" fmla="*/ 0 w 7029450"/>
              <a:gd name="connsiteY0" fmla="*/ 519112 h 642937"/>
              <a:gd name="connsiteX1" fmla="*/ 1495425 w 7029450"/>
              <a:gd name="connsiteY1" fmla="*/ 80962 h 642937"/>
              <a:gd name="connsiteX2" fmla="*/ 3429000 w 7029450"/>
              <a:gd name="connsiteY2" fmla="*/ 633412 h 642937"/>
              <a:gd name="connsiteX3" fmla="*/ 5372100 w 7029450"/>
              <a:gd name="connsiteY3" fmla="*/ 23812 h 642937"/>
              <a:gd name="connsiteX4" fmla="*/ 7029450 w 7029450"/>
              <a:gd name="connsiteY4" fmla="*/ 490537 h 642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9450" h="642937">
                <a:moveTo>
                  <a:pt x="0" y="519112"/>
                </a:moveTo>
                <a:cubicBezTo>
                  <a:pt x="461962" y="290512"/>
                  <a:pt x="923925" y="61912"/>
                  <a:pt x="1495425" y="80962"/>
                </a:cubicBezTo>
                <a:cubicBezTo>
                  <a:pt x="2066925" y="100012"/>
                  <a:pt x="2782888" y="642937"/>
                  <a:pt x="3429000" y="633412"/>
                </a:cubicBezTo>
                <a:cubicBezTo>
                  <a:pt x="4075112" y="623887"/>
                  <a:pt x="4772025" y="47624"/>
                  <a:pt x="5372100" y="23812"/>
                </a:cubicBezTo>
                <a:cubicBezTo>
                  <a:pt x="5972175" y="0"/>
                  <a:pt x="6500812" y="245268"/>
                  <a:pt x="7029450" y="490537"/>
                </a:cubicBezTo>
              </a:path>
            </a:pathLst>
          </a:cu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 name="Group 34"/>
          <p:cNvGrpSpPr/>
          <p:nvPr/>
        </p:nvGrpSpPr>
        <p:grpSpPr>
          <a:xfrm>
            <a:off x="4027715" y="2583356"/>
            <a:ext cx="1092043" cy="1532586"/>
            <a:chOff x="4027715" y="2583356"/>
            <a:chExt cx="1092043" cy="1532586"/>
          </a:xfrm>
        </p:grpSpPr>
        <p:sp>
          <p:nvSpPr>
            <p:cNvPr id="19" name="Flowchart: Alternate Process 24"/>
            <p:cNvSpPr/>
            <p:nvPr/>
          </p:nvSpPr>
          <p:spPr>
            <a:xfrm rot="16200000">
              <a:off x="3807444" y="2803627"/>
              <a:ext cx="1532586" cy="1092043"/>
            </a:xfrm>
            <a:prstGeom prst="roundRect">
              <a:avLst>
                <a:gd name="adj" fmla="val 620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Text Placeholder 3"/>
            <p:cNvSpPr txBox="1">
              <a:spLocks/>
            </p:cNvSpPr>
            <p:nvPr/>
          </p:nvSpPr>
          <p:spPr>
            <a:xfrm>
              <a:off x="4117333" y="2872595"/>
              <a:ext cx="912809"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a:t>
              </a:r>
            </a:p>
          </p:txBody>
        </p:sp>
      </p:grpSp>
      <p:grpSp>
        <p:nvGrpSpPr>
          <p:cNvPr id="5" name="Group 33"/>
          <p:cNvGrpSpPr/>
          <p:nvPr/>
        </p:nvGrpSpPr>
        <p:grpSpPr>
          <a:xfrm>
            <a:off x="5251454" y="2583356"/>
            <a:ext cx="1092046" cy="1532581"/>
            <a:chOff x="5251454" y="2583356"/>
            <a:chExt cx="1092046" cy="1532581"/>
          </a:xfrm>
        </p:grpSpPr>
        <p:sp>
          <p:nvSpPr>
            <p:cNvPr id="17" name="Flowchart: Alternate Process 24"/>
            <p:cNvSpPr/>
            <p:nvPr/>
          </p:nvSpPr>
          <p:spPr>
            <a:xfrm rot="16200000">
              <a:off x="5031186" y="2803624"/>
              <a:ext cx="1532581" cy="1092046"/>
            </a:xfrm>
            <a:prstGeom prst="roundRect">
              <a:avLst>
                <a:gd name="adj" fmla="val 620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 Placeholder 3"/>
            <p:cNvSpPr txBox="1">
              <a:spLocks/>
            </p:cNvSpPr>
            <p:nvPr/>
          </p:nvSpPr>
          <p:spPr>
            <a:xfrm>
              <a:off x="5341072" y="2872594"/>
              <a:ext cx="912809"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a:t>
              </a:r>
            </a:p>
          </p:txBody>
        </p:sp>
      </p:grpSp>
      <p:grpSp>
        <p:nvGrpSpPr>
          <p:cNvPr id="6" name="Group 32"/>
          <p:cNvGrpSpPr/>
          <p:nvPr/>
        </p:nvGrpSpPr>
        <p:grpSpPr>
          <a:xfrm>
            <a:off x="6475194" y="2583351"/>
            <a:ext cx="1092044" cy="1532586"/>
            <a:chOff x="6475194" y="2583351"/>
            <a:chExt cx="1092044" cy="1532586"/>
          </a:xfrm>
        </p:grpSpPr>
        <p:sp>
          <p:nvSpPr>
            <p:cNvPr id="18" name="Flowchart: Alternate Process 24"/>
            <p:cNvSpPr/>
            <p:nvPr/>
          </p:nvSpPr>
          <p:spPr>
            <a:xfrm rot="16200000">
              <a:off x="6254923" y="2803622"/>
              <a:ext cx="1532586" cy="1092044"/>
            </a:xfrm>
            <a:prstGeom prst="roundRect">
              <a:avLst>
                <a:gd name="adj" fmla="val 620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Text Placeholder 3"/>
            <p:cNvSpPr txBox="1">
              <a:spLocks/>
            </p:cNvSpPr>
            <p:nvPr/>
          </p:nvSpPr>
          <p:spPr>
            <a:xfrm>
              <a:off x="6564812" y="2872590"/>
              <a:ext cx="912809"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bg1"/>
                  </a:solidFill>
                </a:rPr>
                <a:t>Title Goes Here</a:t>
              </a:r>
              <a:br>
                <a:rPr lang="en-US" sz="1000" dirty="0">
                  <a:solidFill>
                    <a:schemeClr val="bg1"/>
                  </a:solidFill>
                </a:rPr>
              </a:br>
              <a:r>
                <a:rPr lang="en-US" sz="1000" dirty="0">
                  <a:solidFill>
                    <a:schemeClr val="bg1"/>
                  </a:solidFill>
                </a:rPr>
                <a:t>passages of Lorem Ipsum available, but the majority have suffered</a:t>
              </a:r>
            </a:p>
          </p:txBody>
        </p:sp>
      </p:grpSp>
      <p:sp>
        <p:nvSpPr>
          <p:cNvPr id="57" name="Rectangle 56"/>
          <p:cNvSpPr/>
          <p:nvPr/>
        </p:nvSpPr>
        <p:spPr>
          <a:xfrm>
            <a:off x="2873391" y="1918098"/>
            <a:ext cx="628378" cy="215444"/>
          </a:xfrm>
          <a:prstGeom prst="rect">
            <a:avLst/>
          </a:prstGeom>
        </p:spPr>
        <p:txBody>
          <a:bodyPr wrap="none" lIns="0" tIns="0" rIns="0" bIns="0">
            <a:spAutoFit/>
          </a:bodyPr>
          <a:lstStyle/>
          <a:p>
            <a:pPr algn="ctr"/>
            <a:r>
              <a:rPr lang="en-US" sz="1400" b="1" dirty="0">
                <a:solidFill>
                  <a:schemeClr val="accent2"/>
                </a:solidFill>
              </a:rPr>
              <a:t>Add Item</a:t>
            </a:r>
          </a:p>
        </p:txBody>
      </p:sp>
      <p:sp>
        <p:nvSpPr>
          <p:cNvPr id="58" name="Rectangle 57"/>
          <p:cNvSpPr/>
          <p:nvPr/>
        </p:nvSpPr>
        <p:spPr>
          <a:xfrm>
            <a:off x="5103723" y="2238932"/>
            <a:ext cx="620363" cy="215444"/>
          </a:xfrm>
          <a:prstGeom prst="rect">
            <a:avLst/>
          </a:prstGeom>
        </p:spPr>
        <p:txBody>
          <a:bodyPr wrap="none" lIns="0" tIns="0" rIns="0" bIns="0">
            <a:spAutoFit/>
          </a:bodyPr>
          <a:lstStyle/>
          <a:p>
            <a:pPr algn="ctr"/>
            <a:r>
              <a:rPr lang="en-US" sz="1400" b="1" dirty="0">
                <a:solidFill>
                  <a:schemeClr val="accent3"/>
                </a:solidFill>
              </a:rPr>
              <a:t>Payment</a:t>
            </a:r>
          </a:p>
        </p:txBody>
      </p:sp>
      <p:sp>
        <p:nvSpPr>
          <p:cNvPr id="59" name="Rectangle 58"/>
          <p:cNvSpPr/>
          <p:nvPr/>
        </p:nvSpPr>
        <p:spPr>
          <a:xfrm>
            <a:off x="7438441" y="2293262"/>
            <a:ext cx="569067" cy="215444"/>
          </a:xfrm>
          <a:prstGeom prst="rect">
            <a:avLst/>
          </a:prstGeom>
        </p:spPr>
        <p:txBody>
          <a:bodyPr wrap="none" lIns="0" tIns="0" rIns="0" bIns="0">
            <a:spAutoFit/>
          </a:bodyPr>
          <a:lstStyle/>
          <a:p>
            <a:pPr algn="ctr"/>
            <a:r>
              <a:rPr lang="en-US" sz="1400" b="1" dirty="0">
                <a:solidFill>
                  <a:schemeClr val="accent4"/>
                </a:solidFill>
              </a:rPr>
              <a:t>Delivery</a:t>
            </a:r>
          </a:p>
        </p:txBody>
      </p:sp>
      <p:sp>
        <p:nvSpPr>
          <p:cNvPr id="60" name="Rectangle 59"/>
          <p:cNvSpPr/>
          <p:nvPr/>
        </p:nvSpPr>
        <p:spPr>
          <a:xfrm>
            <a:off x="1079383" y="2508706"/>
            <a:ext cx="843180" cy="215444"/>
          </a:xfrm>
          <a:prstGeom prst="rect">
            <a:avLst/>
          </a:prstGeom>
        </p:spPr>
        <p:txBody>
          <a:bodyPr wrap="none" lIns="0" tIns="0" rIns="0" bIns="0">
            <a:spAutoFit/>
          </a:bodyPr>
          <a:lstStyle/>
          <a:p>
            <a:pPr algn="ctr"/>
            <a:r>
              <a:rPr lang="en-US" sz="1400" b="1" dirty="0">
                <a:solidFill>
                  <a:schemeClr val="accent1"/>
                </a:solidFill>
              </a:rPr>
              <a:t>Search Item</a:t>
            </a:r>
          </a:p>
        </p:txBody>
      </p:sp>
      <p:grpSp>
        <p:nvGrpSpPr>
          <p:cNvPr id="9" name="Group 63"/>
          <p:cNvGrpSpPr/>
          <p:nvPr/>
        </p:nvGrpSpPr>
        <p:grpSpPr>
          <a:xfrm>
            <a:off x="1183745" y="1739515"/>
            <a:ext cx="717824" cy="717824"/>
            <a:chOff x="1034776" y="1670601"/>
            <a:chExt cx="717824" cy="717824"/>
          </a:xfrm>
        </p:grpSpPr>
        <p:sp>
          <p:nvSpPr>
            <p:cNvPr id="40" name="Freeform 39"/>
            <p:cNvSpPr/>
            <p:nvPr/>
          </p:nvSpPr>
          <p:spPr>
            <a:xfrm>
              <a:off x="1034776" y="1670601"/>
              <a:ext cx="717824" cy="71782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sp>
          <p:nvSpPr>
            <p:cNvPr id="63" name="Freeform 105"/>
            <p:cNvSpPr>
              <a:spLocks noEditPoints="1"/>
            </p:cNvSpPr>
            <p:nvPr/>
          </p:nvSpPr>
          <p:spPr bwMode="auto">
            <a:xfrm>
              <a:off x="1214341" y="1852764"/>
              <a:ext cx="358694" cy="353498"/>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grpSp>
        <p:nvGrpSpPr>
          <p:cNvPr id="10" name="Group 65"/>
          <p:cNvGrpSpPr/>
          <p:nvPr/>
        </p:nvGrpSpPr>
        <p:grpSpPr>
          <a:xfrm>
            <a:off x="2827684" y="1090159"/>
            <a:ext cx="717824" cy="717824"/>
            <a:chOff x="2678715" y="1021245"/>
            <a:chExt cx="717824" cy="717824"/>
          </a:xfrm>
        </p:grpSpPr>
        <p:sp>
          <p:nvSpPr>
            <p:cNvPr id="45" name="Freeform 44"/>
            <p:cNvSpPr/>
            <p:nvPr/>
          </p:nvSpPr>
          <p:spPr>
            <a:xfrm>
              <a:off x="2678715" y="1021245"/>
              <a:ext cx="717824" cy="71782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65" name="Freeform 144"/>
            <p:cNvSpPr>
              <a:spLocks noEditPoints="1"/>
            </p:cNvSpPr>
            <p:nvPr/>
          </p:nvSpPr>
          <p:spPr bwMode="auto">
            <a:xfrm>
              <a:off x="2845540" y="1213581"/>
              <a:ext cx="384175" cy="333153"/>
            </a:xfrm>
            <a:custGeom>
              <a:avLst/>
              <a:gdLst/>
              <a:ahLst/>
              <a:cxnLst>
                <a:cxn ang="0">
                  <a:pos x="59" y="26"/>
                </a:cxn>
                <a:cxn ang="0">
                  <a:pos x="57" y="28"/>
                </a:cxn>
                <a:cxn ang="0">
                  <a:pos x="20" y="32"/>
                </a:cxn>
                <a:cxn ang="0">
                  <a:pos x="20" y="35"/>
                </a:cxn>
                <a:cxn ang="0">
                  <a:pos x="19" y="37"/>
                </a:cxn>
                <a:cxn ang="0">
                  <a:pos x="52" y="37"/>
                </a:cxn>
                <a:cxn ang="0">
                  <a:pos x="55" y="39"/>
                </a:cxn>
                <a:cxn ang="0">
                  <a:pos x="52" y="42"/>
                </a:cxn>
                <a:cxn ang="0">
                  <a:pos x="16" y="42"/>
                </a:cxn>
                <a:cxn ang="0">
                  <a:pos x="13" y="39"/>
                </a:cxn>
                <a:cxn ang="0">
                  <a:pos x="16" y="34"/>
                </a:cxn>
                <a:cxn ang="0">
                  <a:pos x="9" y="5"/>
                </a:cxn>
                <a:cxn ang="0">
                  <a:pos x="2" y="5"/>
                </a:cxn>
                <a:cxn ang="0">
                  <a:pos x="0" y="3"/>
                </a:cxn>
                <a:cxn ang="0">
                  <a:pos x="2" y="0"/>
                </a:cxn>
                <a:cxn ang="0">
                  <a:pos x="11" y="0"/>
                </a:cxn>
                <a:cxn ang="0">
                  <a:pos x="14" y="5"/>
                </a:cxn>
                <a:cxn ang="0">
                  <a:pos x="57" y="5"/>
                </a:cxn>
                <a:cxn ang="0">
                  <a:pos x="59" y="7"/>
                </a:cxn>
                <a:cxn ang="0">
                  <a:pos x="59" y="26"/>
                </a:cxn>
                <a:cxn ang="0">
                  <a:pos x="18" y="51"/>
                </a:cxn>
                <a:cxn ang="0">
                  <a:pos x="13" y="46"/>
                </a:cxn>
                <a:cxn ang="0">
                  <a:pos x="18" y="42"/>
                </a:cxn>
                <a:cxn ang="0">
                  <a:pos x="23" y="46"/>
                </a:cxn>
                <a:cxn ang="0">
                  <a:pos x="18" y="51"/>
                </a:cxn>
                <a:cxn ang="0">
                  <a:pos x="50" y="51"/>
                </a:cxn>
                <a:cxn ang="0">
                  <a:pos x="45" y="46"/>
                </a:cxn>
                <a:cxn ang="0">
                  <a:pos x="50" y="42"/>
                </a:cxn>
                <a:cxn ang="0">
                  <a:pos x="55" y="46"/>
                </a:cxn>
                <a:cxn ang="0">
                  <a:pos x="50" y="51"/>
                </a:cxn>
              </a:cxnLst>
              <a:rect l="0" t="0" r="r" b="b"/>
              <a:pathLst>
                <a:path w="59" h="51">
                  <a:moveTo>
                    <a:pt x="59" y="26"/>
                  </a:moveTo>
                  <a:cubicBezTo>
                    <a:pt x="59" y="27"/>
                    <a:pt x="58" y="28"/>
                    <a:pt x="57" y="28"/>
                  </a:cubicBezTo>
                  <a:cubicBezTo>
                    <a:pt x="20" y="32"/>
                    <a:pt x="20" y="32"/>
                    <a:pt x="20" y="32"/>
                  </a:cubicBezTo>
                  <a:cubicBezTo>
                    <a:pt x="20" y="33"/>
                    <a:pt x="20" y="34"/>
                    <a:pt x="20" y="35"/>
                  </a:cubicBezTo>
                  <a:cubicBezTo>
                    <a:pt x="20" y="36"/>
                    <a:pt x="20" y="36"/>
                    <a:pt x="19" y="37"/>
                  </a:cubicBezTo>
                  <a:cubicBezTo>
                    <a:pt x="52" y="37"/>
                    <a:pt x="52" y="37"/>
                    <a:pt x="52" y="37"/>
                  </a:cubicBezTo>
                  <a:cubicBezTo>
                    <a:pt x="54" y="37"/>
                    <a:pt x="55" y="38"/>
                    <a:pt x="55" y="39"/>
                  </a:cubicBezTo>
                  <a:cubicBezTo>
                    <a:pt x="55" y="41"/>
                    <a:pt x="54" y="42"/>
                    <a:pt x="52" y="42"/>
                  </a:cubicBezTo>
                  <a:cubicBezTo>
                    <a:pt x="16" y="42"/>
                    <a:pt x="16" y="42"/>
                    <a:pt x="16" y="42"/>
                  </a:cubicBezTo>
                  <a:cubicBezTo>
                    <a:pt x="15" y="42"/>
                    <a:pt x="13" y="41"/>
                    <a:pt x="13" y="39"/>
                  </a:cubicBezTo>
                  <a:cubicBezTo>
                    <a:pt x="13" y="38"/>
                    <a:pt x="15" y="35"/>
                    <a:pt x="16" y="34"/>
                  </a:cubicBezTo>
                  <a:cubicBezTo>
                    <a:pt x="9" y="5"/>
                    <a:pt x="9" y="5"/>
                    <a:pt x="9" y="5"/>
                  </a:cubicBezTo>
                  <a:cubicBezTo>
                    <a:pt x="2" y="5"/>
                    <a:pt x="2" y="5"/>
                    <a:pt x="2" y="5"/>
                  </a:cubicBezTo>
                  <a:cubicBezTo>
                    <a:pt x="1" y="5"/>
                    <a:pt x="0" y="4"/>
                    <a:pt x="0" y="3"/>
                  </a:cubicBezTo>
                  <a:cubicBezTo>
                    <a:pt x="0" y="2"/>
                    <a:pt x="1" y="0"/>
                    <a:pt x="2" y="0"/>
                  </a:cubicBezTo>
                  <a:cubicBezTo>
                    <a:pt x="11" y="0"/>
                    <a:pt x="11" y="0"/>
                    <a:pt x="11" y="0"/>
                  </a:cubicBezTo>
                  <a:cubicBezTo>
                    <a:pt x="14" y="0"/>
                    <a:pt x="14" y="3"/>
                    <a:pt x="14" y="5"/>
                  </a:cubicBezTo>
                  <a:cubicBezTo>
                    <a:pt x="57" y="5"/>
                    <a:pt x="57" y="5"/>
                    <a:pt x="57" y="5"/>
                  </a:cubicBezTo>
                  <a:cubicBezTo>
                    <a:pt x="58" y="5"/>
                    <a:pt x="59" y="6"/>
                    <a:pt x="59" y="7"/>
                  </a:cubicBezTo>
                  <a:lnTo>
                    <a:pt x="59" y="26"/>
                  </a:lnTo>
                  <a:close/>
                  <a:moveTo>
                    <a:pt x="18" y="51"/>
                  </a:moveTo>
                  <a:cubicBezTo>
                    <a:pt x="16" y="51"/>
                    <a:pt x="13" y="49"/>
                    <a:pt x="13" y="46"/>
                  </a:cubicBezTo>
                  <a:cubicBezTo>
                    <a:pt x="13" y="44"/>
                    <a:pt x="16" y="42"/>
                    <a:pt x="18" y="42"/>
                  </a:cubicBezTo>
                  <a:cubicBezTo>
                    <a:pt x="21" y="42"/>
                    <a:pt x="23" y="44"/>
                    <a:pt x="23" y="46"/>
                  </a:cubicBezTo>
                  <a:cubicBezTo>
                    <a:pt x="23" y="49"/>
                    <a:pt x="21" y="51"/>
                    <a:pt x="18" y="51"/>
                  </a:cubicBezTo>
                  <a:close/>
                  <a:moveTo>
                    <a:pt x="50" y="51"/>
                  </a:moveTo>
                  <a:cubicBezTo>
                    <a:pt x="47" y="51"/>
                    <a:pt x="45" y="49"/>
                    <a:pt x="45" y="46"/>
                  </a:cubicBezTo>
                  <a:cubicBezTo>
                    <a:pt x="45" y="44"/>
                    <a:pt x="47" y="42"/>
                    <a:pt x="50" y="42"/>
                  </a:cubicBezTo>
                  <a:cubicBezTo>
                    <a:pt x="53" y="42"/>
                    <a:pt x="55" y="44"/>
                    <a:pt x="55" y="46"/>
                  </a:cubicBezTo>
                  <a:cubicBezTo>
                    <a:pt x="55" y="49"/>
                    <a:pt x="53" y="51"/>
                    <a:pt x="50"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70"/>
          <p:cNvGrpSpPr/>
          <p:nvPr/>
        </p:nvGrpSpPr>
        <p:grpSpPr>
          <a:xfrm>
            <a:off x="5059714" y="1449071"/>
            <a:ext cx="717824" cy="717824"/>
            <a:chOff x="4910745" y="1380157"/>
            <a:chExt cx="717824" cy="717824"/>
          </a:xfrm>
        </p:grpSpPr>
        <p:sp>
          <p:nvSpPr>
            <p:cNvPr id="50" name="Freeform 49"/>
            <p:cNvSpPr/>
            <p:nvPr/>
          </p:nvSpPr>
          <p:spPr>
            <a:xfrm>
              <a:off x="4910745" y="1380157"/>
              <a:ext cx="717824" cy="71782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82880"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grpSp>
          <p:nvGrpSpPr>
            <p:cNvPr id="12" name="Group 66"/>
            <p:cNvGrpSpPr/>
            <p:nvPr/>
          </p:nvGrpSpPr>
          <p:grpSpPr>
            <a:xfrm>
              <a:off x="5071407" y="1502826"/>
              <a:ext cx="415552" cy="434383"/>
              <a:chOff x="4313238" y="2295525"/>
              <a:chExt cx="525463" cy="549275"/>
            </a:xfrm>
            <a:solidFill>
              <a:schemeClr val="bg1"/>
            </a:solidFill>
          </p:grpSpPr>
          <p:sp>
            <p:nvSpPr>
              <p:cNvPr id="68" name="Freeform 5"/>
              <p:cNvSpPr>
                <a:spLocks noEditPoints="1"/>
              </p:cNvSpPr>
              <p:nvPr/>
            </p:nvSpPr>
            <p:spPr bwMode="auto">
              <a:xfrm>
                <a:off x="4356101" y="2295525"/>
                <a:ext cx="482600" cy="365125"/>
              </a:xfrm>
              <a:custGeom>
                <a:avLst/>
                <a:gdLst/>
                <a:ahLst/>
                <a:cxnLst>
                  <a:cxn ang="0">
                    <a:pos x="121" y="67"/>
                  </a:cxn>
                  <a:cxn ang="0">
                    <a:pos x="58" y="4"/>
                  </a:cxn>
                  <a:cxn ang="0">
                    <a:pos x="49" y="0"/>
                  </a:cxn>
                  <a:cxn ang="0">
                    <a:pos x="40" y="4"/>
                  </a:cxn>
                  <a:cxn ang="0">
                    <a:pos x="5" y="38"/>
                  </a:cxn>
                  <a:cxn ang="0">
                    <a:pos x="5" y="56"/>
                  </a:cxn>
                  <a:cxn ang="0">
                    <a:pos x="11" y="62"/>
                  </a:cxn>
                  <a:cxn ang="0">
                    <a:pos x="24" y="62"/>
                  </a:cxn>
                  <a:cxn ang="0">
                    <a:pos x="12" y="50"/>
                  </a:cxn>
                  <a:cxn ang="0">
                    <a:pos x="11" y="47"/>
                  </a:cxn>
                  <a:cxn ang="0">
                    <a:pos x="12" y="45"/>
                  </a:cxn>
                  <a:cxn ang="0">
                    <a:pos x="16" y="40"/>
                  </a:cxn>
                  <a:cxn ang="0">
                    <a:pos x="38" y="62"/>
                  </a:cxn>
                  <a:cxn ang="0">
                    <a:pos x="59" y="62"/>
                  </a:cxn>
                  <a:cxn ang="0">
                    <a:pos x="27" y="30"/>
                  </a:cxn>
                  <a:cxn ang="0">
                    <a:pos x="46" y="10"/>
                  </a:cxn>
                  <a:cxn ang="0">
                    <a:pos x="49" y="9"/>
                  </a:cxn>
                  <a:cxn ang="0">
                    <a:pos x="51" y="10"/>
                  </a:cxn>
                  <a:cxn ang="0">
                    <a:pos x="114" y="73"/>
                  </a:cxn>
                  <a:cxn ang="0">
                    <a:pos x="115" y="76"/>
                  </a:cxn>
                  <a:cxn ang="0">
                    <a:pos x="114" y="78"/>
                  </a:cxn>
                  <a:cxn ang="0">
                    <a:pos x="111" y="82"/>
                  </a:cxn>
                  <a:cxn ang="0">
                    <a:pos x="111" y="95"/>
                  </a:cxn>
                  <a:cxn ang="0">
                    <a:pos x="121" y="85"/>
                  </a:cxn>
                  <a:cxn ang="0">
                    <a:pos x="121" y="67"/>
                  </a:cxn>
                  <a:cxn ang="0">
                    <a:pos x="121" y="67"/>
                  </a:cxn>
                  <a:cxn ang="0">
                    <a:pos x="121" y="67"/>
                  </a:cxn>
                </a:cxnLst>
                <a:rect l="0" t="0" r="r" b="b"/>
                <a:pathLst>
                  <a:path w="126" h="95">
                    <a:moveTo>
                      <a:pt x="121" y="67"/>
                    </a:moveTo>
                    <a:cubicBezTo>
                      <a:pt x="58" y="4"/>
                      <a:pt x="58" y="4"/>
                      <a:pt x="58" y="4"/>
                    </a:cubicBezTo>
                    <a:cubicBezTo>
                      <a:pt x="55" y="1"/>
                      <a:pt x="52" y="0"/>
                      <a:pt x="49" y="0"/>
                    </a:cubicBezTo>
                    <a:cubicBezTo>
                      <a:pt x="46" y="0"/>
                      <a:pt x="42" y="1"/>
                      <a:pt x="40" y="4"/>
                    </a:cubicBezTo>
                    <a:cubicBezTo>
                      <a:pt x="5" y="38"/>
                      <a:pt x="5" y="38"/>
                      <a:pt x="5" y="38"/>
                    </a:cubicBezTo>
                    <a:cubicBezTo>
                      <a:pt x="0" y="43"/>
                      <a:pt x="0" y="51"/>
                      <a:pt x="5" y="56"/>
                    </a:cubicBezTo>
                    <a:cubicBezTo>
                      <a:pt x="11" y="62"/>
                      <a:pt x="11" y="62"/>
                      <a:pt x="11" y="62"/>
                    </a:cubicBezTo>
                    <a:cubicBezTo>
                      <a:pt x="24" y="62"/>
                      <a:pt x="24" y="62"/>
                      <a:pt x="24" y="62"/>
                    </a:cubicBezTo>
                    <a:cubicBezTo>
                      <a:pt x="12" y="50"/>
                      <a:pt x="12" y="50"/>
                      <a:pt x="12" y="50"/>
                    </a:cubicBezTo>
                    <a:cubicBezTo>
                      <a:pt x="11" y="49"/>
                      <a:pt x="11" y="48"/>
                      <a:pt x="11" y="47"/>
                    </a:cubicBezTo>
                    <a:cubicBezTo>
                      <a:pt x="11" y="47"/>
                      <a:pt x="11" y="46"/>
                      <a:pt x="12" y="45"/>
                    </a:cubicBezTo>
                    <a:cubicBezTo>
                      <a:pt x="16" y="40"/>
                      <a:pt x="16" y="40"/>
                      <a:pt x="16" y="40"/>
                    </a:cubicBezTo>
                    <a:cubicBezTo>
                      <a:pt x="38" y="62"/>
                      <a:pt x="38" y="62"/>
                      <a:pt x="38" y="62"/>
                    </a:cubicBezTo>
                    <a:cubicBezTo>
                      <a:pt x="59" y="62"/>
                      <a:pt x="59" y="62"/>
                      <a:pt x="59" y="62"/>
                    </a:cubicBezTo>
                    <a:cubicBezTo>
                      <a:pt x="27" y="30"/>
                      <a:pt x="27" y="30"/>
                      <a:pt x="27" y="30"/>
                    </a:cubicBezTo>
                    <a:cubicBezTo>
                      <a:pt x="46" y="10"/>
                      <a:pt x="46" y="10"/>
                      <a:pt x="46" y="10"/>
                    </a:cubicBezTo>
                    <a:cubicBezTo>
                      <a:pt x="47" y="10"/>
                      <a:pt x="48" y="9"/>
                      <a:pt x="49" y="9"/>
                    </a:cubicBezTo>
                    <a:cubicBezTo>
                      <a:pt x="49" y="9"/>
                      <a:pt x="50" y="9"/>
                      <a:pt x="51" y="10"/>
                    </a:cubicBezTo>
                    <a:cubicBezTo>
                      <a:pt x="114" y="73"/>
                      <a:pt x="114" y="73"/>
                      <a:pt x="114" y="73"/>
                    </a:cubicBezTo>
                    <a:cubicBezTo>
                      <a:pt x="115" y="74"/>
                      <a:pt x="115" y="75"/>
                      <a:pt x="115" y="76"/>
                    </a:cubicBezTo>
                    <a:cubicBezTo>
                      <a:pt x="115" y="76"/>
                      <a:pt x="115" y="77"/>
                      <a:pt x="114" y="78"/>
                    </a:cubicBezTo>
                    <a:cubicBezTo>
                      <a:pt x="111" y="82"/>
                      <a:pt x="111" y="82"/>
                      <a:pt x="111" y="82"/>
                    </a:cubicBezTo>
                    <a:cubicBezTo>
                      <a:pt x="111" y="95"/>
                      <a:pt x="111" y="95"/>
                      <a:pt x="111" y="95"/>
                    </a:cubicBezTo>
                    <a:cubicBezTo>
                      <a:pt x="121" y="85"/>
                      <a:pt x="121" y="85"/>
                      <a:pt x="121" y="85"/>
                    </a:cubicBezTo>
                    <a:cubicBezTo>
                      <a:pt x="126" y="80"/>
                      <a:pt x="126" y="72"/>
                      <a:pt x="121" y="67"/>
                    </a:cubicBezTo>
                    <a:close/>
                    <a:moveTo>
                      <a:pt x="121" y="67"/>
                    </a:moveTo>
                    <a:cubicBezTo>
                      <a:pt x="121" y="67"/>
                      <a:pt x="121" y="67"/>
                      <a:pt x="121"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6"/>
              <p:cNvSpPr>
                <a:spLocks noEditPoints="1"/>
              </p:cNvSpPr>
              <p:nvPr/>
            </p:nvSpPr>
            <p:spPr bwMode="auto">
              <a:xfrm>
                <a:off x="4313238" y="2555875"/>
                <a:ext cx="441325" cy="180975"/>
              </a:xfrm>
              <a:custGeom>
                <a:avLst/>
                <a:gdLst/>
                <a:ahLst/>
                <a:cxnLst>
                  <a:cxn ang="0">
                    <a:pos x="102" y="0"/>
                  </a:cxn>
                  <a:cxn ang="0">
                    <a:pos x="13" y="0"/>
                  </a:cxn>
                  <a:cxn ang="0">
                    <a:pos x="0" y="13"/>
                  </a:cxn>
                  <a:cxn ang="0">
                    <a:pos x="0" y="47"/>
                  </a:cxn>
                  <a:cxn ang="0">
                    <a:pos x="115" y="47"/>
                  </a:cxn>
                  <a:cxn ang="0">
                    <a:pos x="115" y="13"/>
                  </a:cxn>
                  <a:cxn ang="0">
                    <a:pos x="102" y="0"/>
                  </a:cxn>
                  <a:cxn ang="0">
                    <a:pos x="31" y="35"/>
                  </a:cxn>
                  <a:cxn ang="0">
                    <a:pos x="25" y="33"/>
                  </a:cxn>
                  <a:cxn ang="0">
                    <a:pos x="18" y="35"/>
                  </a:cxn>
                  <a:cxn ang="0">
                    <a:pos x="9" y="26"/>
                  </a:cxn>
                  <a:cxn ang="0">
                    <a:pos x="18" y="17"/>
                  </a:cxn>
                  <a:cxn ang="0">
                    <a:pos x="25" y="19"/>
                  </a:cxn>
                  <a:cxn ang="0">
                    <a:pos x="31" y="17"/>
                  </a:cxn>
                  <a:cxn ang="0">
                    <a:pos x="40" y="26"/>
                  </a:cxn>
                  <a:cxn ang="0">
                    <a:pos x="31" y="35"/>
                  </a:cxn>
                  <a:cxn ang="0">
                    <a:pos x="31" y="35"/>
                  </a:cxn>
                  <a:cxn ang="0">
                    <a:pos x="31" y="35"/>
                  </a:cxn>
                </a:cxnLst>
                <a:rect l="0" t="0" r="r" b="b"/>
                <a:pathLst>
                  <a:path w="115" h="47">
                    <a:moveTo>
                      <a:pt x="102" y="0"/>
                    </a:moveTo>
                    <a:cubicBezTo>
                      <a:pt x="13" y="0"/>
                      <a:pt x="13" y="0"/>
                      <a:pt x="13" y="0"/>
                    </a:cubicBezTo>
                    <a:cubicBezTo>
                      <a:pt x="6" y="0"/>
                      <a:pt x="0" y="6"/>
                      <a:pt x="0" y="13"/>
                    </a:cubicBezTo>
                    <a:cubicBezTo>
                      <a:pt x="0" y="47"/>
                      <a:pt x="0" y="47"/>
                      <a:pt x="0" y="47"/>
                    </a:cubicBezTo>
                    <a:cubicBezTo>
                      <a:pt x="115" y="47"/>
                      <a:pt x="115" y="47"/>
                      <a:pt x="115" y="47"/>
                    </a:cubicBezTo>
                    <a:cubicBezTo>
                      <a:pt x="115" y="13"/>
                      <a:pt x="115" y="13"/>
                      <a:pt x="115" y="13"/>
                    </a:cubicBezTo>
                    <a:cubicBezTo>
                      <a:pt x="115" y="6"/>
                      <a:pt x="109" y="0"/>
                      <a:pt x="102" y="0"/>
                    </a:cubicBezTo>
                    <a:close/>
                    <a:moveTo>
                      <a:pt x="31" y="35"/>
                    </a:moveTo>
                    <a:cubicBezTo>
                      <a:pt x="29" y="35"/>
                      <a:pt x="26" y="34"/>
                      <a:pt x="25" y="33"/>
                    </a:cubicBezTo>
                    <a:cubicBezTo>
                      <a:pt x="23" y="34"/>
                      <a:pt x="21" y="35"/>
                      <a:pt x="18" y="35"/>
                    </a:cubicBezTo>
                    <a:cubicBezTo>
                      <a:pt x="13" y="35"/>
                      <a:pt x="9" y="31"/>
                      <a:pt x="9" y="26"/>
                    </a:cubicBezTo>
                    <a:cubicBezTo>
                      <a:pt x="9" y="21"/>
                      <a:pt x="13" y="17"/>
                      <a:pt x="18" y="17"/>
                    </a:cubicBezTo>
                    <a:cubicBezTo>
                      <a:pt x="21" y="17"/>
                      <a:pt x="23" y="18"/>
                      <a:pt x="25" y="19"/>
                    </a:cubicBezTo>
                    <a:cubicBezTo>
                      <a:pt x="26" y="18"/>
                      <a:pt x="29" y="17"/>
                      <a:pt x="31" y="17"/>
                    </a:cubicBezTo>
                    <a:cubicBezTo>
                      <a:pt x="36" y="17"/>
                      <a:pt x="40" y="21"/>
                      <a:pt x="40" y="26"/>
                    </a:cubicBezTo>
                    <a:cubicBezTo>
                      <a:pt x="40" y="31"/>
                      <a:pt x="36" y="35"/>
                      <a:pt x="31" y="35"/>
                    </a:cubicBezTo>
                    <a:close/>
                    <a:moveTo>
                      <a:pt x="31" y="35"/>
                    </a:moveTo>
                    <a:cubicBezTo>
                      <a:pt x="31" y="35"/>
                      <a:pt x="31" y="35"/>
                      <a:pt x="31"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
              <p:cNvSpPr>
                <a:spLocks noEditPoints="1"/>
              </p:cNvSpPr>
              <p:nvPr/>
            </p:nvSpPr>
            <p:spPr bwMode="auto">
              <a:xfrm>
                <a:off x="4313238" y="2790825"/>
                <a:ext cx="441325" cy="53975"/>
              </a:xfrm>
              <a:custGeom>
                <a:avLst/>
                <a:gdLst/>
                <a:ahLst/>
                <a:cxnLst>
                  <a:cxn ang="0">
                    <a:pos x="0" y="1"/>
                  </a:cxn>
                  <a:cxn ang="0">
                    <a:pos x="13" y="14"/>
                  </a:cxn>
                  <a:cxn ang="0">
                    <a:pos x="102" y="14"/>
                  </a:cxn>
                  <a:cxn ang="0">
                    <a:pos x="115" y="1"/>
                  </a:cxn>
                  <a:cxn ang="0">
                    <a:pos x="115" y="0"/>
                  </a:cxn>
                  <a:cxn ang="0">
                    <a:pos x="0" y="0"/>
                  </a:cxn>
                  <a:cxn ang="0">
                    <a:pos x="0" y="1"/>
                  </a:cxn>
                  <a:cxn ang="0">
                    <a:pos x="0" y="1"/>
                  </a:cxn>
                  <a:cxn ang="0">
                    <a:pos x="0" y="1"/>
                  </a:cxn>
                </a:cxnLst>
                <a:rect l="0" t="0" r="r" b="b"/>
                <a:pathLst>
                  <a:path w="115" h="14">
                    <a:moveTo>
                      <a:pt x="0" y="1"/>
                    </a:moveTo>
                    <a:cubicBezTo>
                      <a:pt x="0" y="8"/>
                      <a:pt x="6" y="14"/>
                      <a:pt x="13" y="14"/>
                    </a:cubicBezTo>
                    <a:cubicBezTo>
                      <a:pt x="102" y="14"/>
                      <a:pt x="102" y="14"/>
                      <a:pt x="102" y="14"/>
                    </a:cubicBezTo>
                    <a:cubicBezTo>
                      <a:pt x="109" y="14"/>
                      <a:pt x="115" y="8"/>
                      <a:pt x="115" y="1"/>
                    </a:cubicBezTo>
                    <a:cubicBezTo>
                      <a:pt x="115" y="0"/>
                      <a:pt x="115" y="0"/>
                      <a:pt x="115" y="0"/>
                    </a:cubicBezTo>
                    <a:cubicBezTo>
                      <a:pt x="0" y="0"/>
                      <a:pt x="0" y="0"/>
                      <a:pt x="0" y="0"/>
                    </a:cubicBezTo>
                    <a:lnTo>
                      <a:pt x="0" y="1"/>
                    </a:lnTo>
                    <a:close/>
                    <a:moveTo>
                      <a:pt x="0" y="1"/>
                    </a:moveTo>
                    <a:cubicBezTo>
                      <a:pt x="0" y="1"/>
                      <a:pt x="0" y="1"/>
                      <a:pt x="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 name="Group 72"/>
          <p:cNvGrpSpPr/>
          <p:nvPr/>
        </p:nvGrpSpPr>
        <p:grpSpPr>
          <a:xfrm>
            <a:off x="7359376" y="1537420"/>
            <a:ext cx="717824" cy="717824"/>
            <a:chOff x="7210407" y="1468506"/>
            <a:chExt cx="717824" cy="717824"/>
          </a:xfrm>
        </p:grpSpPr>
        <p:sp>
          <p:nvSpPr>
            <p:cNvPr id="55" name="Freeform 54"/>
            <p:cNvSpPr/>
            <p:nvPr/>
          </p:nvSpPr>
          <p:spPr>
            <a:xfrm>
              <a:off x="7210407" y="1468506"/>
              <a:ext cx="717824" cy="71782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91440"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72" name="Freeform 11"/>
            <p:cNvSpPr>
              <a:spLocks noEditPoints="1"/>
            </p:cNvSpPr>
            <p:nvPr/>
          </p:nvSpPr>
          <p:spPr bwMode="auto">
            <a:xfrm>
              <a:off x="7352165" y="1581610"/>
              <a:ext cx="434309" cy="491616"/>
            </a:xfrm>
            <a:custGeom>
              <a:avLst/>
              <a:gdLst/>
              <a:ahLst/>
              <a:cxnLst>
                <a:cxn ang="0">
                  <a:pos x="224" y="95"/>
                </a:cxn>
                <a:cxn ang="0">
                  <a:pos x="1117" y="1918"/>
                </a:cxn>
                <a:cxn ang="0">
                  <a:pos x="432" y="318"/>
                </a:cxn>
                <a:cxn ang="0">
                  <a:pos x="189" y="398"/>
                </a:cxn>
                <a:cxn ang="0">
                  <a:pos x="48" y="445"/>
                </a:cxn>
                <a:cxn ang="0">
                  <a:pos x="1299" y="2030"/>
                </a:cxn>
                <a:cxn ang="0">
                  <a:pos x="1372" y="2162"/>
                </a:cxn>
                <a:cxn ang="0">
                  <a:pos x="2282" y="1784"/>
                </a:cxn>
                <a:cxn ang="0">
                  <a:pos x="1301" y="2180"/>
                </a:cxn>
                <a:cxn ang="0">
                  <a:pos x="747" y="2363"/>
                </a:cxn>
                <a:cxn ang="0">
                  <a:pos x="1301" y="2180"/>
                </a:cxn>
                <a:cxn ang="0">
                  <a:pos x="978" y="2133"/>
                </a:cxn>
                <a:cxn ang="0">
                  <a:pos x="1069" y="2410"/>
                </a:cxn>
                <a:cxn ang="0">
                  <a:pos x="1964" y="619"/>
                </a:cxn>
                <a:cxn ang="0">
                  <a:pos x="2242" y="1582"/>
                </a:cxn>
                <a:cxn ang="0">
                  <a:pos x="1244" y="1873"/>
                </a:cxn>
                <a:cxn ang="0">
                  <a:pos x="966" y="910"/>
                </a:cxn>
                <a:cxn ang="0">
                  <a:pos x="1964" y="619"/>
                </a:cxn>
                <a:cxn ang="0">
                  <a:pos x="1514" y="973"/>
                </a:cxn>
                <a:cxn ang="0">
                  <a:pos x="1462" y="1356"/>
                </a:cxn>
                <a:cxn ang="0">
                  <a:pos x="1649" y="1576"/>
                </a:cxn>
                <a:cxn ang="0">
                  <a:pos x="1644" y="1173"/>
                </a:cxn>
                <a:cxn ang="0">
                  <a:pos x="1838" y="1151"/>
                </a:cxn>
                <a:cxn ang="0">
                  <a:pos x="1362" y="19"/>
                </a:cxn>
                <a:cxn ang="0">
                  <a:pos x="1166" y="59"/>
                </a:cxn>
                <a:cxn ang="0">
                  <a:pos x="1164" y="60"/>
                </a:cxn>
                <a:cxn ang="0">
                  <a:pos x="1149" y="307"/>
                </a:cxn>
                <a:cxn ang="0">
                  <a:pos x="978" y="121"/>
                </a:cxn>
                <a:cxn ang="0">
                  <a:pos x="890" y="151"/>
                </a:cxn>
                <a:cxn ang="0">
                  <a:pos x="724" y="205"/>
                </a:cxn>
                <a:cxn ang="0">
                  <a:pos x="902" y="821"/>
                </a:cxn>
                <a:cxn ang="0">
                  <a:pos x="1540" y="635"/>
                </a:cxn>
                <a:cxn ang="0">
                  <a:pos x="1555" y="605"/>
                </a:cxn>
              </a:cxnLst>
              <a:rect l="0" t="0" r="r" b="b"/>
              <a:pathLst>
                <a:path w="2295" h="2599">
                  <a:moveTo>
                    <a:pt x="48" y="445"/>
                  </a:moveTo>
                  <a:cubicBezTo>
                    <a:pt x="0" y="300"/>
                    <a:pt x="79" y="143"/>
                    <a:pt x="224" y="95"/>
                  </a:cubicBezTo>
                  <a:cubicBezTo>
                    <a:pt x="369" y="48"/>
                    <a:pt x="525" y="126"/>
                    <a:pt x="573" y="271"/>
                  </a:cubicBezTo>
                  <a:cubicBezTo>
                    <a:pt x="1117" y="1918"/>
                    <a:pt x="1117" y="1918"/>
                    <a:pt x="1117" y="1918"/>
                  </a:cubicBezTo>
                  <a:cubicBezTo>
                    <a:pt x="1066" y="1905"/>
                    <a:pt x="1012" y="1902"/>
                    <a:pt x="958" y="1912"/>
                  </a:cubicBezTo>
                  <a:cubicBezTo>
                    <a:pt x="432" y="318"/>
                    <a:pt x="432" y="318"/>
                    <a:pt x="432" y="318"/>
                  </a:cubicBezTo>
                  <a:cubicBezTo>
                    <a:pt x="410" y="251"/>
                    <a:pt x="338" y="214"/>
                    <a:pt x="270" y="236"/>
                  </a:cubicBezTo>
                  <a:cubicBezTo>
                    <a:pt x="203" y="258"/>
                    <a:pt x="167" y="331"/>
                    <a:pt x="189" y="398"/>
                  </a:cubicBezTo>
                  <a:cubicBezTo>
                    <a:pt x="202" y="437"/>
                    <a:pt x="181" y="479"/>
                    <a:pt x="142" y="492"/>
                  </a:cubicBezTo>
                  <a:cubicBezTo>
                    <a:pt x="103" y="505"/>
                    <a:pt x="61" y="483"/>
                    <a:pt x="48" y="445"/>
                  </a:cubicBezTo>
                  <a:close/>
                  <a:moveTo>
                    <a:pt x="2189" y="1736"/>
                  </a:moveTo>
                  <a:cubicBezTo>
                    <a:pt x="1299" y="2030"/>
                    <a:pt x="1299" y="2030"/>
                    <a:pt x="1299" y="2030"/>
                  </a:cubicBezTo>
                  <a:cubicBezTo>
                    <a:pt x="1330" y="2066"/>
                    <a:pt x="1355" y="2109"/>
                    <a:pt x="1371" y="2157"/>
                  </a:cubicBezTo>
                  <a:cubicBezTo>
                    <a:pt x="1372" y="2159"/>
                    <a:pt x="1372" y="2160"/>
                    <a:pt x="1372" y="2162"/>
                  </a:cubicBezTo>
                  <a:cubicBezTo>
                    <a:pt x="2235" y="1877"/>
                    <a:pt x="2235" y="1877"/>
                    <a:pt x="2235" y="1877"/>
                  </a:cubicBezTo>
                  <a:cubicBezTo>
                    <a:pt x="2274" y="1865"/>
                    <a:pt x="2295" y="1823"/>
                    <a:pt x="2282" y="1784"/>
                  </a:cubicBezTo>
                  <a:cubicBezTo>
                    <a:pt x="2270" y="1745"/>
                    <a:pt x="2228" y="1724"/>
                    <a:pt x="2189" y="1736"/>
                  </a:cubicBezTo>
                  <a:close/>
                  <a:moveTo>
                    <a:pt x="1301" y="2180"/>
                  </a:moveTo>
                  <a:cubicBezTo>
                    <a:pt x="1351" y="2333"/>
                    <a:pt x="1268" y="2498"/>
                    <a:pt x="1115" y="2548"/>
                  </a:cubicBezTo>
                  <a:cubicBezTo>
                    <a:pt x="962" y="2599"/>
                    <a:pt x="797" y="2516"/>
                    <a:pt x="747" y="2363"/>
                  </a:cubicBezTo>
                  <a:cubicBezTo>
                    <a:pt x="697" y="2210"/>
                    <a:pt x="780" y="2045"/>
                    <a:pt x="932" y="1995"/>
                  </a:cubicBezTo>
                  <a:cubicBezTo>
                    <a:pt x="1085" y="1944"/>
                    <a:pt x="1250" y="2027"/>
                    <a:pt x="1301" y="2180"/>
                  </a:cubicBezTo>
                  <a:close/>
                  <a:moveTo>
                    <a:pt x="1162" y="2226"/>
                  </a:moveTo>
                  <a:cubicBezTo>
                    <a:pt x="1137" y="2149"/>
                    <a:pt x="1055" y="2108"/>
                    <a:pt x="978" y="2133"/>
                  </a:cubicBezTo>
                  <a:cubicBezTo>
                    <a:pt x="902" y="2158"/>
                    <a:pt x="860" y="2241"/>
                    <a:pt x="885" y="2317"/>
                  </a:cubicBezTo>
                  <a:cubicBezTo>
                    <a:pt x="911" y="2394"/>
                    <a:pt x="993" y="2435"/>
                    <a:pt x="1069" y="2410"/>
                  </a:cubicBezTo>
                  <a:cubicBezTo>
                    <a:pt x="1146" y="2385"/>
                    <a:pt x="1187" y="2302"/>
                    <a:pt x="1162" y="2226"/>
                  </a:cubicBezTo>
                  <a:close/>
                  <a:moveTo>
                    <a:pt x="1964" y="619"/>
                  </a:moveTo>
                  <a:cubicBezTo>
                    <a:pt x="2266" y="1535"/>
                    <a:pt x="2266" y="1535"/>
                    <a:pt x="2266" y="1535"/>
                  </a:cubicBezTo>
                  <a:cubicBezTo>
                    <a:pt x="2272" y="1555"/>
                    <a:pt x="2262" y="1576"/>
                    <a:pt x="2242" y="1582"/>
                  </a:cubicBezTo>
                  <a:cubicBezTo>
                    <a:pt x="1291" y="1896"/>
                    <a:pt x="1291" y="1896"/>
                    <a:pt x="1291" y="1896"/>
                  </a:cubicBezTo>
                  <a:cubicBezTo>
                    <a:pt x="1272" y="1903"/>
                    <a:pt x="1251" y="1892"/>
                    <a:pt x="1244" y="1873"/>
                  </a:cubicBezTo>
                  <a:cubicBezTo>
                    <a:pt x="942" y="956"/>
                    <a:pt x="942" y="956"/>
                    <a:pt x="942" y="956"/>
                  </a:cubicBezTo>
                  <a:cubicBezTo>
                    <a:pt x="936" y="937"/>
                    <a:pt x="946" y="916"/>
                    <a:pt x="966" y="910"/>
                  </a:cubicBezTo>
                  <a:cubicBezTo>
                    <a:pt x="1917" y="596"/>
                    <a:pt x="1917" y="596"/>
                    <a:pt x="1917" y="596"/>
                  </a:cubicBezTo>
                  <a:cubicBezTo>
                    <a:pt x="1936" y="589"/>
                    <a:pt x="1957" y="600"/>
                    <a:pt x="1964" y="619"/>
                  </a:cubicBezTo>
                  <a:close/>
                  <a:moveTo>
                    <a:pt x="1838" y="1151"/>
                  </a:moveTo>
                  <a:cubicBezTo>
                    <a:pt x="1514" y="973"/>
                    <a:pt x="1514" y="973"/>
                    <a:pt x="1514" y="973"/>
                  </a:cubicBezTo>
                  <a:cubicBezTo>
                    <a:pt x="1360" y="1309"/>
                    <a:pt x="1360" y="1309"/>
                    <a:pt x="1360" y="1309"/>
                  </a:cubicBezTo>
                  <a:cubicBezTo>
                    <a:pt x="1462" y="1356"/>
                    <a:pt x="1462" y="1356"/>
                    <a:pt x="1462" y="1356"/>
                  </a:cubicBezTo>
                  <a:cubicBezTo>
                    <a:pt x="1529" y="1211"/>
                    <a:pt x="1529" y="1211"/>
                    <a:pt x="1529" y="1211"/>
                  </a:cubicBezTo>
                  <a:cubicBezTo>
                    <a:pt x="1649" y="1576"/>
                    <a:pt x="1649" y="1576"/>
                    <a:pt x="1649" y="1576"/>
                  </a:cubicBezTo>
                  <a:cubicBezTo>
                    <a:pt x="1764" y="1538"/>
                    <a:pt x="1764" y="1538"/>
                    <a:pt x="1764" y="1538"/>
                  </a:cubicBezTo>
                  <a:cubicBezTo>
                    <a:pt x="1644" y="1173"/>
                    <a:pt x="1644" y="1173"/>
                    <a:pt x="1644" y="1173"/>
                  </a:cubicBezTo>
                  <a:cubicBezTo>
                    <a:pt x="1784" y="1250"/>
                    <a:pt x="1784" y="1250"/>
                    <a:pt x="1784" y="1250"/>
                  </a:cubicBezTo>
                  <a:lnTo>
                    <a:pt x="1838" y="1151"/>
                  </a:lnTo>
                  <a:close/>
                  <a:moveTo>
                    <a:pt x="1555" y="605"/>
                  </a:moveTo>
                  <a:cubicBezTo>
                    <a:pt x="1362" y="19"/>
                    <a:pt x="1362" y="19"/>
                    <a:pt x="1362" y="19"/>
                  </a:cubicBezTo>
                  <a:cubicBezTo>
                    <a:pt x="1358" y="7"/>
                    <a:pt x="1345" y="0"/>
                    <a:pt x="1332" y="4"/>
                  </a:cubicBezTo>
                  <a:cubicBezTo>
                    <a:pt x="1166" y="59"/>
                    <a:pt x="1166" y="59"/>
                    <a:pt x="1166" y="59"/>
                  </a:cubicBezTo>
                  <a:cubicBezTo>
                    <a:pt x="1166" y="60"/>
                    <a:pt x="1166" y="60"/>
                    <a:pt x="1166" y="60"/>
                  </a:cubicBezTo>
                  <a:cubicBezTo>
                    <a:pt x="1164" y="60"/>
                    <a:pt x="1164" y="60"/>
                    <a:pt x="1164" y="60"/>
                  </a:cubicBezTo>
                  <a:cubicBezTo>
                    <a:pt x="1077" y="88"/>
                    <a:pt x="1077" y="88"/>
                    <a:pt x="1077" y="88"/>
                  </a:cubicBezTo>
                  <a:cubicBezTo>
                    <a:pt x="1149" y="307"/>
                    <a:pt x="1149" y="307"/>
                    <a:pt x="1149" y="307"/>
                  </a:cubicBezTo>
                  <a:cubicBezTo>
                    <a:pt x="1050" y="339"/>
                    <a:pt x="1050" y="339"/>
                    <a:pt x="1050" y="339"/>
                  </a:cubicBezTo>
                  <a:cubicBezTo>
                    <a:pt x="978" y="121"/>
                    <a:pt x="978" y="121"/>
                    <a:pt x="978" y="121"/>
                  </a:cubicBezTo>
                  <a:cubicBezTo>
                    <a:pt x="891" y="150"/>
                    <a:pt x="891" y="150"/>
                    <a:pt x="891" y="150"/>
                  </a:cubicBezTo>
                  <a:cubicBezTo>
                    <a:pt x="890" y="151"/>
                    <a:pt x="890" y="151"/>
                    <a:pt x="890" y="151"/>
                  </a:cubicBezTo>
                  <a:cubicBezTo>
                    <a:pt x="889" y="151"/>
                    <a:pt x="889" y="151"/>
                    <a:pt x="889" y="151"/>
                  </a:cubicBezTo>
                  <a:cubicBezTo>
                    <a:pt x="724" y="205"/>
                    <a:pt x="724" y="205"/>
                    <a:pt x="724" y="205"/>
                  </a:cubicBezTo>
                  <a:cubicBezTo>
                    <a:pt x="711" y="209"/>
                    <a:pt x="705" y="222"/>
                    <a:pt x="709" y="235"/>
                  </a:cubicBezTo>
                  <a:cubicBezTo>
                    <a:pt x="902" y="821"/>
                    <a:pt x="902" y="821"/>
                    <a:pt x="902" y="821"/>
                  </a:cubicBezTo>
                  <a:cubicBezTo>
                    <a:pt x="906" y="833"/>
                    <a:pt x="920" y="840"/>
                    <a:pt x="932" y="836"/>
                  </a:cubicBezTo>
                  <a:cubicBezTo>
                    <a:pt x="1540" y="635"/>
                    <a:pt x="1540" y="635"/>
                    <a:pt x="1540" y="635"/>
                  </a:cubicBezTo>
                  <a:cubicBezTo>
                    <a:pt x="1553" y="631"/>
                    <a:pt x="1559" y="617"/>
                    <a:pt x="1555" y="605"/>
                  </a:cubicBezTo>
                  <a:close/>
                  <a:moveTo>
                    <a:pt x="1555" y="605"/>
                  </a:moveTo>
                  <a:cubicBezTo>
                    <a:pt x="1555" y="605"/>
                    <a:pt x="1555" y="605"/>
                    <a:pt x="1555" y="60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ipe(left)">
                                      <p:cBhvr>
                                        <p:cTn id="12" dur="500"/>
                                        <p:tgtEl>
                                          <p:spTgt spid="28"/>
                                        </p:tgtEl>
                                      </p:cBhvr>
                                    </p:animEffect>
                                  </p:childTnLst>
                                </p:cTn>
                              </p:par>
                            </p:childTnLst>
                          </p:cTn>
                        </p:par>
                        <p:par>
                          <p:cTn id="13" fill="hold">
                            <p:stCondLst>
                              <p:cond delay="1000"/>
                            </p:stCondLst>
                            <p:childTnLst>
                              <p:par>
                                <p:cTn id="14" presetID="12" presetClass="entr" presetSubtype="4"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slide(fromBottom)">
                                      <p:cBhvr>
                                        <p:cTn id="16" dur="500"/>
                                        <p:tgtEl>
                                          <p:spTgt spid="3"/>
                                        </p:tgtEl>
                                      </p:cBhvr>
                                    </p:animEffect>
                                  </p:childTnLst>
                                </p:cTn>
                              </p:par>
                              <p:par>
                                <p:cTn id="17" presetID="53"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p:cTn id="19" dur="500" fill="hold"/>
                                        <p:tgtEl>
                                          <p:spTgt spid="9"/>
                                        </p:tgtEl>
                                        <p:attrNameLst>
                                          <p:attrName>ppt_w</p:attrName>
                                        </p:attrNameLst>
                                      </p:cBhvr>
                                      <p:tavLst>
                                        <p:tav tm="0">
                                          <p:val>
                                            <p:fltVal val="0"/>
                                          </p:val>
                                        </p:tav>
                                        <p:tav tm="100000">
                                          <p:val>
                                            <p:strVal val="#ppt_w"/>
                                          </p:val>
                                        </p:tav>
                                      </p:tavLst>
                                    </p:anim>
                                    <p:anim calcmode="lin" valueType="num">
                                      <p:cBhvr>
                                        <p:cTn id="20" dur="500" fill="hold"/>
                                        <p:tgtEl>
                                          <p:spTgt spid="9"/>
                                        </p:tgtEl>
                                        <p:attrNameLst>
                                          <p:attrName>ppt_h</p:attrName>
                                        </p:attrNameLst>
                                      </p:cBhvr>
                                      <p:tavLst>
                                        <p:tav tm="0">
                                          <p:val>
                                            <p:fltVal val="0"/>
                                          </p:val>
                                        </p:tav>
                                        <p:tav tm="100000">
                                          <p:val>
                                            <p:strVal val="#ppt_h"/>
                                          </p:val>
                                        </p:tav>
                                      </p:tavLst>
                                    </p:anim>
                                    <p:animEffect transition="in" filter="fade">
                                      <p:cBhvr>
                                        <p:cTn id="21" dur="500"/>
                                        <p:tgtEl>
                                          <p:spTgt spid="9"/>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60"/>
                                        </p:tgtEl>
                                        <p:attrNameLst>
                                          <p:attrName>style.visibility</p:attrName>
                                        </p:attrNameLst>
                                      </p:cBhvr>
                                      <p:to>
                                        <p:strVal val="visible"/>
                                      </p:to>
                                    </p:set>
                                    <p:anim calcmode="lin" valueType="num">
                                      <p:cBhvr>
                                        <p:cTn id="25" dur="500" fill="hold"/>
                                        <p:tgtEl>
                                          <p:spTgt spid="60"/>
                                        </p:tgtEl>
                                        <p:attrNameLst>
                                          <p:attrName>ppt_w</p:attrName>
                                        </p:attrNameLst>
                                      </p:cBhvr>
                                      <p:tavLst>
                                        <p:tav tm="0">
                                          <p:val>
                                            <p:fltVal val="0"/>
                                          </p:val>
                                        </p:tav>
                                        <p:tav tm="100000">
                                          <p:val>
                                            <p:strVal val="#ppt_w"/>
                                          </p:val>
                                        </p:tav>
                                      </p:tavLst>
                                    </p:anim>
                                    <p:anim calcmode="lin" valueType="num">
                                      <p:cBhvr>
                                        <p:cTn id="26" dur="500" fill="hold"/>
                                        <p:tgtEl>
                                          <p:spTgt spid="60"/>
                                        </p:tgtEl>
                                        <p:attrNameLst>
                                          <p:attrName>ppt_h</p:attrName>
                                        </p:attrNameLst>
                                      </p:cBhvr>
                                      <p:tavLst>
                                        <p:tav tm="0">
                                          <p:val>
                                            <p:fltVal val="0"/>
                                          </p:val>
                                        </p:tav>
                                        <p:tav tm="100000">
                                          <p:val>
                                            <p:strVal val="#ppt_h"/>
                                          </p:val>
                                        </p:tav>
                                      </p:tavLst>
                                    </p:anim>
                                    <p:animEffect transition="in" filter="fade">
                                      <p:cBhvr>
                                        <p:cTn id="27" dur="500"/>
                                        <p:tgtEl>
                                          <p:spTgt spid="60"/>
                                        </p:tgtEl>
                                      </p:cBhvr>
                                    </p:animEffect>
                                  </p:childTnLst>
                                </p:cTn>
                              </p:par>
                            </p:childTnLst>
                          </p:cTn>
                        </p:par>
                        <p:par>
                          <p:cTn id="28" fill="hold">
                            <p:stCondLst>
                              <p:cond delay="2000"/>
                            </p:stCondLst>
                            <p:childTnLst>
                              <p:par>
                                <p:cTn id="29" presetID="12" presetClass="entr" presetSubtype="4"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slide(fromBottom)">
                                      <p:cBhvr>
                                        <p:cTn id="31" dur="500"/>
                                        <p:tgtEl>
                                          <p:spTgt spid="4"/>
                                        </p:tgtEl>
                                      </p:cBhvr>
                                    </p:animEffect>
                                  </p:childTnLst>
                                </p:cTn>
                              </p:par>
                              <p:par>
                                <p:cTn id="32" presetID="53" presetClass="entr" presetSubtype="0" fill="hold"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p:cTn id="34" dur="500" fill="hold"/>
                                        <p:tgtEl>
                                          <p:spTgt spid="10"/>
                                        </p:tgtEl>
                                        <p:attrNameLst>
                                          <p:attrName>ppt_w</p:attrName>
                                        </p:attrNameLst>
                                      </p:cBhvr>
                                      <p:tavLst>
                                        <p:tav tm="0">
                                          <p:val>
                                            <p:fltVal val="0"/>
                                          </p:val>
                                        </p:tav>
                                        <p:tav tm="100000">
                                          <p:val>
                                            <p:strVal val="#ppt_w"/>
                                          </p:val>
                                        </p:tav>
                                      </p:tavLst>
                                    </p:anim>
                                    <p:anim calcmode="lin" valueType="num">
                                      <p:cBhvr>
                                        <p:cTn id="35" dur="500" fill="hold"/>
                                        <p:tgtEl>
                                          <p:spTgt spid="10"/>
                                        </p:tgtEl>
                                        <p:attrNameLst>
                                          <p:attrName>ppt_h</p:attrName>
                                        </p:attrNameLst>
                                      </p:cBhvr>
                                      <p:tavLst>
                                        <p:tav tm="0">
                                          <p:val>
                                            <p:fltVal val="0"/>
                                          </p:val>
                                        </p:tav>
                                        <p:tav tm="100000">
                                          <p:val>
                                            <p:strVal val="#ppt_h"/>
                                          </p:val>
                                        </p:tav>
                                      </p:tavLst>
                                    </p:anim>
                                    <p:animEffect transition="in" filter="fade">
                                      <p:cBhvr>
                                        <p:cTn id="36" dur="500"/>
                                        <p:tgtEl>
                                          <p:spTgt spid="10"/>
                                        </p:tgtEl>
                                      </p:cBhvr>
                                    </p:animEffect>
                                  </p:childTnLst>
                                </p:cTn>
                              </p:par>
                            </p:childTnLst>
                          </p:cTn>
                        </p:par>
                        <p:par>
                          <p:cTn id="37" fill="hold">
                            <p:stCondLst>
                              <p:cond delay="2500"/>
                            </p:stCondLst>
                            <p:childTnLst>
                              <p:par>
                                <p:cTn id="38" presetID="53" presetClass="entr" presetSubtype="0" fill="hold" grpId="0" nodeType="afterEffect">
                                  <p:stCondLst>
                                    <p:cond delay="0"/>
                                  </p:stCondLst>
                                  <p:childTnLst>
                                    <p:set>
                                      <p:cBhvr>
                                        <p:cTn id="39" dur="1" fill="hold">
                                          <p:stCondLst>
                                            <p:cond delay="0"/>
                                          </p:stCondLst>
                                        </p:cTn>
                                        <p:tgtEl>
                                          <p:spTgt spid="57"/>
                                        </p:tgtEl>
                                        <p:attrNameLst>
                                          <p:attrName>style.visibility</p:attrName>
                                        </p:attrNameLst>
                                      </p:cBhvr>
                                      <p:to>
                                        <p:strVal val="visible"/>
                                      </p:to>
                                    </p:set>
                                    <p:anim calcmode="lin" valueType="num">
                                      <p:cBhvr>
                                        <p:cTn id="40" dur="500" fill="hold"/>
                                        <p:tgtEl>
                                          <p:spTgt spid="57"/>
                                        </p:tgtEl>
                                        <p:attrNameLst>
                                          <p:attrName>ppt_w</p:attrName>
                                        </p:attrNameLst>
                                      </p:cBhvr>
                                      <p:tavLst>
                                        <p:tav tm="0">
                                          <p:val>
                                            <p:fltVal val="0"/>
                                          </p:val>
                                        </p:tav>
                                        <p:tav tm="100000">
                                          <p:val>
                                            <p:strVal val="#ppt_w"/>
                                          </p:val>
                                        </p:tav>
                                      </p:tavLst>
                                    </p:anim>
                                    <p:anim calcmode="lin" valueType="num">
                                      <p:cBhvr>
                                        <p:cTn id="41" dur="500" fill="hold"/>
                                        <p:tgtEl>
                                          <p:spTgt spid="57"/>
                                        </p:tgtEl>
                                        <p:attrNameLst>
                                          <p:attrName>ppt_h</p:attrName>
                                        </p:attrNameLst>
                                      </p:cBhvr>
                                      <p:tavLst>
                                        <p:tav tm="0">
                                          <p:val>
                                            <p:fltVal val="0"/>
                                          </p:val>
                                        </p:tav>
                                        <p:tav tm="100000">
                                          <p:val>
                                            <p:strVal val="#ppt_h"/>
                                          </p:val>
                                        </p:tav>
                                      </p:tavLst>
                                    </p:anim>
                                    <p:animEffect transition="in" filter="fade">
                                      <p:cBhvr>
                                        <p:cTn id="42" dur="500"/>
                                        <p:tgtEl>
                                          <p:spTgt spid="57"/>
                                        </p:tgtEl>
                                      </p:cBhvr>
                                    </p:animEffect>
                                  </p:childTnLst>
                                </p:cTn>
                              </p:par>
                            </p:childTnLst>
                          </p:cTn>
                        </p:par>
                        <p:par>
                          <p:cTn id="43" fill="hold">
                            <p:stCondLst>
                              <p:cond delay="3000"/>
                            </p:stCondLst>
                            <p:childTnLst>
                              <p:par>
                                <p:cTn id="44" presetID="12" presetClass="entr" presetSubtype="4" fill="hold" nodeType="afterEffect">
                                  <p:stCondLst>
                                    <p:cond delay="0"/>
                                  </p:stCondLst>
                                  <p:childTnLst>
                                    <p:set>
                                      <p:cBhvr>
                                        <p:cTn id="45" dur="1" fill="hold">
                                          <p:stCondLst>
                                            <p:cond delay="0"/>
                                          </p:stCondLst>
                                        </p:cTn>
                                        <p:tgtEl>
                                          <p:spTgt spid="5"/>
                                        </p:tgtEl>
                                        <p:attrNameLst>
                                          <p:attrName>style.visibility</p:attrName>
                                        </p:attrNameLst>
                                      </p:cBhvr>
                                      <p:to>
                                        <p:strVal val="visible"/>
                                      </p:to>
                                    </p:set>
                                    <p:animEffect transition="in" filter="slide(fromBottom)">
                                      <p:cBhvr>
                                        <p:cTn id="46" dur="500"/>
                                        <p:tgtEl>
                                          <p:spTgt spid="5"/>
                                        </p:tgtEl>
                                      </p:cBhvr>
                                    </p:animEffect>
                                  </p:childTnLst>
                                </p:cTn>
                              </p:par>
                              <p:par>
                                <p:cTn id="47" presetID="53" presetClass="entr" presetSubtype="0"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p:cTn id="49" dur="500" fill="hold"/>
                                        <p:tgtEl>
                                          <p:spTgt spid="11"/>
                                        </p:tgtEl>
                                        <p:attrNameLst>
                                          <p:attrName>ppt_w</p:attrName>
                                        </p:attrNameLst>
                                      </p:cBhvr>
                                      <p:tavLst>
                                        <p:tav tm="0">
                                          <p:val>
                                            <p:fltVal val="0"/>
                                          </p:val>
                                        </p:tav>
                                        <p:tav tm="100000">
                                          <p:val>
                                            <p:strVal val="#ppt_w"/>
                                          </p:val>
                                        </p:tav>
                                      </p:tavLst>
                                    </p:anim>
                                    <p:anim calcmode="lin" valueType="num">
                                      <p:cBhvr>
                                        <p:cTn id="50" dur="500" fill="hold"/>
                                        <p:tgtEl>
                                          <p:spTgt spid="11"/>
                                        </p:tgtEl>
                                        <p:attrNameLst>
                                          <p:attrName>ppt_h</p:attrName>
                                        </p:attrNameLst>
                                      </p:cBhvr>
                                      <p:tavLst>
                                        <p:tav tm="0">
                                          <p:val>
                                            <p:fltVal val="0"/>
                                          </p:val>
                                        </p:tav>
                                        <p:tav tm="100000">
                                          <p:val>
                                            <p:strVal val="#ppt_h"/>
                                          </p:val>
                                        </p:tav>
                                      </p:tavLst>
                                    </p:anim>
                                    <p:animEffect transition="in" filter="fade">
                                      <p:cBhvr>
                                        <p:cTn id="51" dur="500"/>
                                        <p:tgtEl>
                                          <p:spTgt spid="11"/>
                                        </p:tgtEl>
                                      </p:cBhvr>
                                    </p:animEffect>
                                  </p:childTnLst>
                                </p:cTn>
                              </p:par>
                            </p:childTnLst>
                          </p:cTn>
                        </p:par>
                        <p:par>
                          <p:cTn id="52" fill="hold">
                            <p:stCondLst>
                              <p:cond delay="3500"/>
                            </p:stCondLst>
                            <p:childTnLst>
                              <p:par>
                                <p:cTn id="53" presetID="53" presetClass="entr" presetSubtype="0"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 calcmode="lin" valueType="num">
                                      <p:cBhvr>
                                        <p:cTn id="55" dur="500" fill="hold"/>
                                        <p:tgtEl>
                                          <p:spTgt spid="58"/>
                                        </p:tgtEl>
                                        <p:attrNameLst>
                                          <p:attrName>ppt_w</p:attrName>
                                        </p:attrNameLst>
                                      </p:cBhvr>
                                      <p:tavLst>
                                        <p:tav tm="0">
                                          <p:val>
                                            <p:fltVal val="0"/>
                                          </p:val>
                                        </p:tav>
                                        <p:tav tm="100000">
                                          <p:val>
                                            <p:strVal val="#ppt_w"/>
                                          </p:val>
                                        </p:tav>
                                      </p:tavLst>
                                    </p:anim>
                                    <p:anim calcmode="lin" valueType="num">
                                      <p:cBhvr>
                                        <p:cTn id="56" dur="500" fill="hold"/>
                                        <p:tgtEl>
                                          <p:spTgt spid="58"/>
                                        </p:tgtEl>
                                        <p:attrNameLst>
                                          <p:attrName>ppt_h</p:attrName>
                                        </p:attrNameLst>
                                      </p:cBhvr>
                                      <p:tavLst>
                                        <p:tav tm="0">
                                          <p:val>
                                            <p:fltVal val="0"/>
                                          </p:val>
                                        </p:tav>
                                        <p:tav tm="100000">
                                          <p:val>
                                            <p:strVal val="#ppt_h"/>
                                          </p:val>
                                        </p:tav>
                                      </p:tavLst>
                                    </p:anim>
                                    <p:animEffect transition="in" filter="fade">
                                      <p:cBhvr>
                                        <p:cTn id="57" dur="500"/>
                                        <p:tgtEl>
                                          <p:spTgt spid="58"/>
                                        </p:tgtEl>
                                      </p:cBhvr>
                                    </p:animEffect>
                                  </p:childTnLst>
                                </p:cTn>
                              </p:par>
                            </p:childTnLst>
                          </p:cTn>
                        </p:par>
                        <p:par>
                          <p:cTn id="58" fill="hold">
                            <p:stCondLst>
                              <p:cond delay="4000"/>
                            </p:stCondLst>
                            <p:childTnLst>
                              <p:par>
                                <p:cTn id="59" presetID="12" presetClass="entr" presetSubtype="4" fill="hold"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slide(fromBottom)">
                                      <p:cBhvr>
                                        <p:cTn id="61" dur="500"/>
                                        <p:tgtEl>
                                          <p:spTgt spid="6"/>
                                        </p:tgtEl>
                                      </p:cBhvr>
                                    </p:animEffect>
                                  </p:childTnLst>
                                </p:cTn>
                              </p:par>
                              <p:par>
                                <p:cTn id="62" presetID="53" presetClass="entr" presetSubtype="0" fill="hold" nodeType="withEffect">
                                  <p:stCondLst>
                                    <p:cond delay="0"/>
                                  </p:stCondLst>
                                  <p:childTnLst>
                                    <p:set>
                                      <p:cBhvr>
                                        <p:cTn id="63" dur="1" fill="hold">
                                          <p:stCondLst>
                                            <p:cond delay="0"/>
                                          </p:stCondLst>
                                        </p:cTn>
                                        <p:tgtEl>
                                          <p:spTgt spid="13"/>
                                        </p:tgtEl>
                                        <p:attrNameLst>
                                          <p:attrName>style.visibility</p:attrName>
                                        </p:attrNameLst>
                                      </p:cBhvr>
                                      <p:to>
                                        <p:strVal val="visible"/>
                                      </p:to>
                                    </p:set>
                                    <p:anim calcmode="lin" valueType="num">
                                      <p:cBhvr>
                                        <p:cTn id="64" dur="500" fill="hold"/>
                                        <p:tgtEl>
                                          <p:spTgt spid="13"/>
                                        </p:tgtEl>
                                        <p:attrNameLst>
                                          <p:attrName>ppt_w</p:attrName>
                                        </p:attrNameLst>
                                      </p:cBhvr>
                                      <p:tavLst>
                                        <p:tav tm="0">
                                          <p:val>
                                            <p:fltVal val="0"/>
                                          </p:val>
                                        </p:tav>
                                        <p:tav tm="100000">
                                          <p:val>
                                            <p:strVal val="#ppt_w"/>
                                          </p:val>
                                        </p:tav>
                                      </p:tavLst>
                                    </p:anim>
                                    <p:anim calcmode="lin" valueType="num">
                                      <p:cBhvr>
                                        <p:cTn id="65" dur="500" fill="hold"/>
                                        <p:tgtEl>
                                          <p:spTgt spid="13"/>
                                        </p:tgtEl>
                                        <p:attrNameLst>
                                          <p:attrName>ppt_h</p:attrName>
                                        </p:attrNameLst>
                                      </p:cBhvr>
                                      <p:tavLst>
                                        <p:tav tm="0">
                                          <p:val>
                                            <p:fltVal val="0"/>
                                          </p:val>
                                        </p:tav>
                                        <p:tav tm="100000">
                                          <p:val>
                                            <p:strVal val="#ppt_h"/>
                                          </p:val>
                                        </p:tav>
                                      </p:tavLst>
                                    </p:anim>
                                    <p:animEffect transition="in" filter="fade">
                                      <p:cBhvr>
                                        <p:cTn id="66" dur="500"/>
                                        <p:tgtEl>
                                          <p:spTgt spid="13"/>
                                        </p:tgtEl>
                                      </p:cBhvr>
                                    </p:animEffect>
                                  </p:childTnLst>
                                </p:cTn>
                              </p:par>
                            </p:childTnLst>
                          </p:cTn>
                        </p:par>
                        <p:par>
                          <p:cTn id="67" fill="hold">
                            <p:stCondLst>
                              <p:cond delay="4500"/>
                            </p:stCondLst>
                            <p:childTnLst>
                              <p:par>
                                <p:cTn id="68" presetID="53" presetClass="entr" presetSubtype="0" fill="hold" grpId="0" nodeType="afterEffect">
                                  <p:stCondLst>
                                    <p:cond delay="0"/>
                                  </p:stCondLst>
                                  <p:childTnLst>
                                    <p:set>
                                      <p:cBhvr>
                                        <p:cTn id="69" dur="1" fill="hold">
                                          <p:stCondLst>
                                            <p:cond delay="0"/>
                                          </p:stCondLst>
                                        </p:cTn>
                                        <p:tgtEl>
                                          <p:spTgt spid="59"/>
                                        </p:tgtEl>
                                        <p:attrNameLst>
                                          <p:attrName>style.visibility</p:attrName>
                                        </p:attrNameLst>
                                      </p:cBhvr>
                                      <p:to>
                                        <p:strVal val="visible"/>
                                      </p:to>
                                    </p:set>
                                    <p:anim calcmode="lin" valueType="num">
                                      <p:cBhvr>
                                        <p:cTn id="70" dur="500" fill="hold"/>
                                        <p:tgtEl>
                                          <p:spTgt spid="59"/>
                                        </p:tgtEl>
                                        <p:attrNameLst>
                                          <p:attrName>ppt_w</p:attrName>
                                        </p:attrNameLst>
                                      </p:cBhvr>
                                      <p:tavLst>
                                        <p:tav tm="0">
                                          <p:val>
                                            <p:fltVal val="0"/>
                                          </p:val>
                                        </p:tav>
                                        <p:tav tm="100000">
                                          <p:val>
                                            <p:strVal val="#ppt_w"/>
                                          </p:val>
                                        </p:tav>
                                      </p:tavLst>
                                    </p:anim>
                                    <p:anim calcmode="lin" valueType="num">
                                      <p:cBhvr>
                                        <p:cTn id="71" dur="500" fill="hold"/>
                                        <p:tgtEl>
                                          <p:spTgt spid="59"/>
                                        </p:tgtEl>
                                        <p:attrNameLst>
                                          <p:attrName>ppt_h</p:attrName>
                                        </p:attrNameLst>
                                      </p:cBhvr>
                                      <p:tavLst>
                                        <p:tav tm="0">
                                          <p:val>
                                            <p:fltVal val="0"/>
                                          </p:val>
                                        </p:tav>
                                        <p:tav tm="100000">
                                          <p:val>
                                            <p:strVal val="#ppt_h"/>
                                          </p:val>
                                        </p:tav>
                                      </p:tavLst>
                                    </p:anim>
                                    <p:animEffect transition="in" filter="fade">
                                      <p:cBhvr>
                                        <p:cTn id="7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57" grpId="0"/>
      <p:bldP spid="58" grpId="0"/>
      <p:bldP spid="59" grpId="0"/>
      <p:bldP spid="60"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0"/>
          <p:cNvGrpSpPr/>
          <p:nvPr/>
        </p:nvGrpSpPr>
        <p:grpSpPr>
          <a:xfrm>
            <a:off x="6099176" y="692150"/>
            <a:ext cx="3071812" cy="817563"/>
            <a:chOff x="6099176" y="600076"/>
            <a:chExt cx="3071812" cy="817563"/>
          </a:xfrm>
        </p:grpSpPr>
        <p:sp>
          <p:nvSpPr>
            <p:cNvPr id="2051" name="AutoShape 3"/>
            <p:cNvSpPr>
              <a:spLocks noChangeAspect="1" noChangeArrowheads="1" noTextEdit="1"/>
            </p:cNvSpPr>
            <p:nvPr/>
          </p:nvSpPr>
          <p:spPr bwMode="auto">
            <a:xfrm>
              <a:off x="6107113" y="604838"/>
              <a:ext cx="3063875" cy="8096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3" name="Freeform 5"/>
            <p:cNvSpPr>
              <a:spLocks/>
            </p:cNvSpPr>
            <p:nvPr/>
          </p:nvSpPr>
          <p:spPr bwMode="auto">
            <a:xfrm>
              <a:off x="7294563" y="654051"/>
              <a:ext cx="1874838" cy="592138"/>
            </a:xfrm>
            <a:custGeom>
              <a:avLst/>
              <a:gdLst/>
              <a:ahLst/>
              <a:cxnLst>
                <a:cxn ang="0">
                  <a:pos x="1181" y="347"/>
                </a:cxn>
                <a:cxn ang="0">
                  <a:pos x="1176" y="0"/>
                </a:cxn>
                <a:cxn ang="0">
                  <a:pos x="0" y="26"/>
                </a:cxn>
                <a:cxn ang="0">
                  <a:pos x="5" y="373"/>
                </a:cxn>
                <a:cxn ang="0">
                  <a:pos x="1181" y="347"/>
                </a:cxn>
              </a:cxnLst>
              <a:rect l="0" t="0" r="r" b="b"/>
              <a:pathLst>
                <a:path w="1181" h="373">
                  <a:moveTo>
                    <a:pt x="1181" y="347"/>
                  </a:moveTo>
                  <a:lnTo>
                    <a:pt x="1176" y="0"/>
                  </a:lnTo>
                  <a:lnTo>
                    <a:pt x="0" y="26"/>
                  </a:lnTo>
                  <a:lnTo>
                    <a:pt x="5" y="373"/>
                  </a:lnTo>
                  <a:lnTo>
                    <a:pt x="1181" y="347"/>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4" name="Freeform 6"/>
            <p:cNvSpPr>
              <a:spLocks/>
            </p:cNvSpPr>
            <p:nvPr/>
          </p:nvSpPr>
          <p:spPr bwMode="auto">
            <a:xfrm>
              <a:off x="6259513" y="857251"/>
              <a:ext cx="198438" cy="560388"/>
            </a:xfrm>
            <a:custGeom>
              <a:avLst/>
              <a:gdLst/>
              <a:ahLst/>
              <a:cxnLst>
                <a:cxn ang="0">
                  <a:pos x="51" y="374"/>
                </a:cxn>
                <a:cxn ang="0">
                  <a:pos x="51" y="374"/>
                </a:cxn>
                <a:cxn ang="0">
                  <a:pos x="3" y="319"/>
                </a:cxn>
                <a:cxn ang="0">
                  <a:pos x="29" y="50"/>
                </a:cxn>
                <a:cxn ang="0">
                  <a:pos x="84" y="2"/>
                </a:cxn>
                <a:cxn ang="0">
                  <a:pos x="132" y="57"/>
                </a:cxn>
                <a:cxn ang="0">
                  <a:pos x="106" y="326"/>
                </a:cxn>
                <a:cxn ang="0">
                  <a:pos x="51" y="374"/>
                </a:cxn>
              </a:cxnLst>
              <a:rect l="0" t="0" r="r" b="b"/>
              <a:pathLst>
                <a:path w="134" h="376">
                  <a:moveTo>
                    <a:pt x="51" y="374"/>
                  </a:moveTo>
                  <a:cubicBezTo>
                    <a:pt x="51" y="374"/>
                    <a:pt x="51" y="374"/>
                    <a:pt x="51" y="374"/>
                  </a:cubicBezTo>
                  <a:cubicBezTo>
                    <a:pt x="22" y="372"/>
                    <a:pt x="0" y="347"/>
                    <a:pt x="3" y="319"/>
                  </a:cubicBezTo>
                  <a:cubicBezTo>
                    <a:pt x="29" y="50"/>
                    <a:pt x="29" y="50"/>
                    <a:pt x="29" y="50"/>
                  </a:cubicBezTo>
                  <a:cubicBezTo>
                    <a:pt x="32" y="22"/>
                    <a:pt x="56" y="0"/>
                    <a:pt x="84" y="2"/>
                  </a:cubicBezTo>
                  <a:cubicBezTo>
                    <a:pt x="113" y="4"/>
                    <a:pt x="134" y="29"/>
                    <a:pt x="132" y="57"/>
                  </a:cubicBezTo>
                  <a:cubicBezTo>
                    <a:pt x="106" y="326"/>
                    <a:pt x="106" y="326"/>
                    <a:pt x="106" y="326"/>
                  </a:cubicBezTo>
                  <a:cubicBezTo>
                    <a:pt x="103" y="354"/>
                    <a:pt x="79" y="376"/>
                    <a:pt x="51" y="374"/>
                  </a:cubicBezTo>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5" name="Freeform 7"/>
            <p:cNvSpPr>
              <a:spLocks/>
            </p:cNvSpPr>
            <p:nvPr/>
          </p:nvSpPr>
          <p:spPr bwMode="auto">
            <a:xfrm>
              <a:off x="6423026" y="835026"/>
              <a:ext cx="182563" cy="563563"/>
            </a:xfrm>
            <a:custGeom>
              <a:avLst/>
              <a:gdLst/>
              <a:ahLst/>
              <a:cxnLst>
                <a:cxn ang="0">
                  <a:pos x="74" y="375"/>
                </a:cxn>
                <a:cxn ang="0">
                  <a:pos x="74" y="375"/>
                </a:cxn>
                <a:cxn ang="0">
                  <a:pos x="18" y="329"/>
                </a:cxn>
                <a:cxn ang="0">
                  <a:pos x="2" y="59"/>
                </a:cxn>
                <a:cxn ang="0">
                  <a:pos x="48" y="3"/>
                </a:cxn>
                <a:cxn ang="0">
                  <a:pos x="105" y="49"/>
                </a:cxn>
                <a:cxn ang="0">
                  <a:pos x="121" y="319"/>
                </a:cxn>
                <a:cxn ang="0">
                  <a:pos x="74" y="375"/>
                </a:cxn>
              </a:cxnLst>
              <a:rect l="0" t="0" r="r" b="b"/>
              <a:pathLst>
                <a:path w="123" h="378">
                  <a:moveTo>
                    <a:pt x="74" y="375"/>
                  </a:moveTo>
                  <a:cubicBezTo>
                    <a:pt x="74" y="375"/>
                    <a:pt x="74" y="375"/>
                    <a:pt x="74" y="375"/>
                  </a:cubicBezTo>
                  <a:cubicBezTo>
                    <a:pt x="46" y="378"/>
                    <a:pt x="20" y="357"/>
                    <a:pt x="18" y="329"/>
                  </a:cubicBezTo>
                  <a:cubicBezTo>
                    <a:pt x="2" y="59"/>
                    <a:pt x="2" y="59"/>
                    <a:pt x="2" y="59"/>
                  </a:cubicBezTo>
                  <a:cubicBezTo>
                    <a:pt x="0" y="31"/>
                    <a:pt x="20" y="5"/>
                    <a:pt x="48" y="3"/>
                  </a:cubicBezTo>
                  <a:cubicBezTo>
                    <a:pt x="77" y="0"/>
                    <a:pt x="102" y="21"/>
                    <a:pt x="105" y="49"/>
                  </a:cubicBezTo>
                  <a:cubicBezTo>
                    <a:pt x="121" y="319"/>
                    <a:pt x="121" y="319"/>
                    <a:pt x="121" y="319"/>
                  </a:cubicBezTo>
                  <a:cubicBezTo>
                    <a:pt x="123" y="348"/>
                    <a:pt x="103" y="373"/>
                    <a:pt x="74" y="375"/>
                  </a:cubicBezTo>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6" name="Freeform 8"/>
            <p:cNvSpPr>
              <a:spLocks/>
            </p:cNvSpPr>
            <p:nvPr/>
          </p:nvSpPr>
          <p:spPr bwMode="auto">
            <a:xfrm>
              <a:off x="6256338" y="700088"/>
              <a:ext cx="735013" cy="554038"/>
            </a:xfrm>
            <a:custGeom>
              <a:avLst/>
              <a:gdLst/>
              <a:ahLst/>
              <a:cxnLst>
                <a:cxn ang="0">
                  <a:pos x="463" y="107"/>
                </a:cxn>
                <a:cxn ang="0">
                  <a:pos x="169" y="0"/>
                </a:cxn>
                <a:cxn ang="0">
                  <a:pos x="0" y="186"/>
                </a:cxn>
                <a:cxn ang="0">
                  <a:pos x="6" y="349"/>
                </a:cxn>
                <a:cxn ang="0">
                  <a:pos x="402" y="262"/>
                </a:cxn>
                <a:cxn ang="0">
                  <a:pos x="463" y="107"/>
                </a:cxn>
              </a:cxnLst>
              <a:rect l="0" t="0" r="r" b="b"/>
              <a:pathLst>
                <a:path w="463" h="349">
                  <a:moveTo>
                    <a:pt x="463" y="107"/>
                  </a:moveTo>
                  <a:lnTo>
                    <a:pt x="169" y="0"/>
                  </a:lnTo>
                  <a:lnTo>
                    <a:pt x="0" y="186"/>
                  </a:lnTo>
                  <a:lnTo>
                    <a:pt x="6" y="349"/>
                  </a:lnTo>
                  <a:lnTo>
                    <a:pt x="402" y="262"/>
                  </a:lnTo>
                  <a:lnTo>
                    <a:pt x="463" y="107"/>
                  </a:lnTo>
                  <a:close/>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7" name="Freeform 9"/>
            <p:cNvSpPr>
              <a:spLocks/>
            </p:cNvSpPr>
            <p:nvPr/>
          </p:nvSpPr>
          <p:spPr bwMode="auto">
            <a:xfrm>
              <a:off x="6456363" y="788988"/>
              <a:ext cx="303213" cy="555625"/>
            </a:xfrm>
            <a:custGeom>
              <a:avLst/>
              <a:gdLst/>
              <a:ahLst/>
              <a:cxnLst>
                <a:cxn ang="0">
                  <a:pos x="165" y="362"/>
                </a:cxn>
                <a:cxn ang="0">
                  <a:pos x="165" y="362"/>
                </a:cxn>
                <a:cxn ang="0">
                  <a:pos x="98" y="333"/>
                </a:cxn>
                <a:cxn ang="0">
                  <a:pos x="9" y="77"/>
                </a:cxn>
                <a:cxn ang="0">
                  <a:pos x="39" y="11"/>
                </a:cxn>
                <a:cxn ang="0">
                  <a:pos x="105" y="40"/>
                </a:cxn>
                <a:cxn ang="0">
                  <a:pos x="195" y="296"/>
                </a:cxn>
                <a:cxn ang="0">
                  <a:pos x="165" y="362"/>
                </a:cxn>
              </a:cxnLst>
              <a:rect l="0" t="0" r="r" b="b"/>
              <a:pathLst>
                <a:path w="204" h="372">
                  <a:moveTo>
                    <a:pt x="165" y="362"/>
                  </a:moveTo>
                  <a:cubicBezTo>
                    <a:pt x="165" y="362"/>
                    <a:pt x="165" y="362"/>
                    <a:pt x="165" y="362"/>
                  </a:cubicBezTo>
                  <a:cubicBezTo>
                    <a:pt x="139" y="372"/>
                    <a:pt x="108" y="359"/>
                    <a:pt x="98" y="333"/>
                  </a:cubicBezTo>
                  <a:cubicBezTo>
                    <a:pt x="9" y="77"/>
                    <a:pt x="9" y="77"/>
                    <a:pt x="9" y="77"/>
                  </a:cubicBezTo>
                  <a:cubicBezTo>
                    <a:pt x="0" y="51"/>
                    <a:pt x="12" y="21"/>
                    <a:pt x="39" y="11"/>
                  </a:cubicBezTo>
                  <a:cubicBezTo>
                    <a:pt x="65" y="0"/>
                    <a:pt x="95" y="14"/>
                    <a:pt x="105" y="40"/>
                  </a:cubicBezTo>
                  <a:cubicBezTo>
                    <a:pt x="195" y="296"/>
                    <a:pt x="195" y="296"/>
                    <a:pt x="195" y="296"/>
                  </a:cubicBezTo>
                  <a:cubicBezTo>
                    <a:pt x="204" y="322"/>
                    <a:pt x="191" y="352"/>
                    <a:pt x="165" y="362"/>
                  </a:cubicBezTo>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8" name="Freeform 10"/>
            <p:cNvSpPr>
              <a:spLocks/>
            </p:cNvSpPr>
            <p:nvPr/>
          </p:nvSpPr>
          <p:spPr bwMode="auto">
            <a:xfrm>
              <a:off x="6437313" y="600076"/>
              <a:ext cx="642938" cy="363538"/>
            </a:xfrm>
            <a:custGeom>
              <a:avLst/>
              <a:gdLst/>
              <a:ahLst/>
              <a:cxnLst>
                <a:cxn ang="0">
                  <a:pos x="428" y="191"/>
                </a:cxn>
                <a:cxn ang="0">
                  <a:pos x="428" y="191"/>
                </a:cxn>
                <a:cxn ang="0">
                  <a:pos x="368" y="234"/>
                </a:cxn>
                <a:cxn ang="0">
                  <a:pos x="47" y="106"/>
                </a:cxn>
                <a:cxn ang="0">
                  <a:pos x="5" y="46"/>
                </a:cxn>
                <a:cxn ang="0">
                  <a:pos x="65" y="4"/>
                </a:cxn>
                <a:cxn ang="0">
                  <a:pos x="386" y="132"/>
                </a:cxn>
                <a:cxn ang="0">
                  <a:pos x="428" y="191"/>
                </a:cxn>
              </a:cxnLst>
              <a:rect l="0" t="0" r="r" b="b"/>
              <a:pathLst>
                <a:path w="433" h="244">
                  <a:moveTo>
                    <a:pt x="428" y="191"/>
                  </a:moveTo>
                  <a:cubicBezTo>
                    <a:pt x="428" y="191"/>
                    <a:pt x="428" y="191"/>
                    <a:pt x="428" y="191"/>
                  </a:cubicBezTo>
                  <a:cubicBezTo>
                    <a:pt x="423" y="219"/>
                    <a:pt x="395" y="244"/>
                    <a:pt x="368" y="234"/>
                  </a:cubicBezTo>
                  <a:cubicBezTo>
                    <a:pt x="47" y="106"/>
                    <a:pt x="47" y="106"/>
                    <a:pt x="47" y="106"/>
                  </a:cubicBezTo>
                  <a:cubicBezTo>
                    <a:pt x="21" y="96"/>
                    <a:pt x="0" y="74"/>
                    <a:pt x="5" y="46"/>
                  </a:cubicBezTo>
                  <a:cubicBezTo>
                    <a:pt x="10" y="18"/>
                    <a:pt x="37" y="0"/>
                    <a:pt x="65" y="4"/>
                  </a:cubicBezTo>
                  <a:cubicBezTo>
                    <a:pt x="386" y="132"/>
                    <a:pt x="386" y="132"/>
                    <a:pt x="386" y="132"/>
                  </a:cubicBezTo>
                  <a:cubicBezTo>
                    <a:pt x="412" y="142"/>
                    <a:pt x="433" y="163"/>
                    <a:pt x="428" y="191"/>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9" name="Freeform 11"/>
            <p:cNvSpPr>
              <a:spLocks/>
            </p:cNvSpPr>
            <p:nvPr/>
          </p:nvSpPr>
          <p:spPr bwMode="auto">
            <a:xfrm>
              <a:off x="6189663" y="600076"/>
              <a:ext cx="411163" cy="401638"/>
            </a:xfrm>
            <a:custGeom>
              <a:avLst/>
              <a:gdLst/>
              <a:ahLst/>
              <a:cxnLst>
                <a:cxn ang="0">
                  <a:pos x="18" y="244"/>
                </a:cxn>
                <a:cxn ang="0">
                  <a:pos x="18" y="244"/>
                </a:cxn>
                <a:cxn ang="0">
                  <a:pos x="23" y="172"/>
                </a:cxn>
                <a:cxn ang="0">
                  <a:pos x="186" y="20"/>
                </a:cxn>
                <a:cxn ang="0">
                  <a:pos x="259" y="25"/>
                </a:cxn>
                <a:cxn ang="0">
                  <a:pos x="254" y="97"/>
                </a:cxn>
                <a:cxn ang="0">
                  <a:pos x="91" y="249"/>
                </a:cxn>
                <a:cxn ang="0">
                  <a:pos x="18" y="244"/>
                </a:cxn>
              </a:cxnLst>
              <a:rect l="0" t="0" r="r" b="b"/>
              <a:pathLst>
                <a:path w="277" h="269">
                  <a:moveTo>
                    <a:pt x="18" y="244"/>
                  </a:moveTo>
                  <a:cubicBezTo>
                    <a:pt x="18" y="244"/>
                    <a:pt x="18" y="244"/>
                    <a:pt x="18" y="244"/>
                  </a:cubicBezTo>
                  <a:cubicBezTo>
                    <a:pt x="0" y="223"/>
                    <a:pt x="3" y="191"/>
                    <a:pt x="23" y="172"/>
                  </a:cubicBezTo>
                  <a:cubicBezTo>
                    <a:pt x="186" y="20"/>
                    <a:pt x="186" y="20"/>
                    <a:pt x="186" y="20"/>
                  </a:cubicBezTo>
                  <a:cubicBezTo>
                    <a:pt x="206" y="0"/>
                    <a:pt x="240" y="3"/>
                    <a:pt x="259" y="25"/>
                  </a:cubicBezTo>
                  <a:cubicBezTo>
                    <a:pt x="277" y="46"/>
                    <a:pt x="275" y="79"/>
                    <a:pt x="254" y="97"/>
                  </a:cubicBezTo>
                  <a:cubicBezTo>
                    <a:pt x="91" y="249"/>
                    <a:pt x="91" y="249"/>
                    <a:pt x="91" y="249"/>
                  </a:cubicBezTo>
                  <a:cubicBezTo>
                    <a:pt x="71" y="269"/>
                    <a:pt x="37" y="266"/>
                    <a:pt x="18" y="244"/>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0" name="Freeform 12"/>
            <p:cNvSpPr>
              <a:spLocks/>
            </p:cNvSpPr>
            <p:nvPr/>
          </p:nvSpPr>
          <p:spPr bwMode="auto">
            <a:xfrm>
              <a:off x="6099176" y="842963"/>
              <a:ext cx="250825" cy="560388"/>
            </a:xfrm>
            <a:custGeom>
              <a:avLst/>
              <a:gdLst/>
              <a:ahLst/>
              <a:cxnLst>
                <a:cxn ang="0">
                  <a:pos x="48" y="372"/>
                </a:cxn>
                <a:cxn ang="0">
                  <a:pos x="48" y="372"/>
                </a:cxn>
                <a:cxn ang="0">
                  <a:pos x="6" y="312"/>
                </a:cxn>
                <a:cxn ang="0">
                  <a:pos x="61" y="47"/>
                </a:cxn>
                <a:cxn ang="0">
                  <a:pos x="121" y="5"/>
                </a:cxn>
                <a:cxn ang="0">
                  <a:pos x="163" y="65"/>
                </a:cxn>
                <a:cxn ang="0">
                  <a:pos x="108" y="330"/>
                </a:cxn>
                <a:cxn ang="0">
                  <a:pos x="48" y="372"/>
                </a:cxn>
              </a:cxnLst>
              <a:rect l="0" t="0" r="r" b="b"/>
              <a:pathLst>
                <a:path w="168" h="376">
                  <a:moveTo>
                    <a:pt x="48" y="372"/>
                  </a:moveTo>
                  <a:cubicBezTo>
                    <a:pt x="48" y="372"/>
                    <a:pt x="48" y="372"/>
                    <a:pt x="48" y="372"/>
                  </a:cubicBezTo>
                  <a:cubicBezTo>
                    <a:pt x="20" y="367"/>
                    <a:pt x="0" y="339"/>
                    <a:pt x="6" y="312"/>
                  </a:cubicBezTo>
                  <a:cubicBezTo>
                    <a:pt x="61" y="47"/>
                    <a:pt x="61" y="47"/>
                    <a:pt x="61" y="47"/>
                  </a:cubicBezTo>
                  <a:cubicBezTo>
                    <a:pt x="67" y="19"/>
                    <a:pt x="93" y="0"/>
                    <a:pt x="121" y="5"/>
                  </a:cubicBezTo>
                  <a:cubicBezTo>
                    <a:pt x="149" y="10"/>
                    <a:pt x="168" y="37"/>
                    <a:pt x="163" y="65"/>
                  </a:cubicBezTo>
                  <a:cubicBezTo>
                    <a:pt x="108" y="330"/>
                    <a:pt x="108" y="330"/>
                    <a:pt x="108" y="330"/>
                  </a:cubicBezTo>
                  <a:cubicBezTo>
                    <a:pt x="102" y="357"/>
                    <a:pt x="76" y="376"/>
                    <a:pt x="48" y="372"/>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1" name="Freeform 13"/>
            <p:cNvSpPr>
              <a:spLocks/>
            </p:cNvSpPr>
            <p:nvPr/>
          </p:nvSpPr>
          <p:spPr bwMode="auto">
            <a:xfrm>
              <a:off x="6469063" y="652463"/>
              <a:ext cx="560388" cy="560388"/>
            </a:xfrm>
            <a:custGeom>
              <a:avLst/>
              <a:gdLst/>
              <a:ahLst/>
              <a:cxnLst>
                <a:cxn ang="0">
                  <a:pos x="0" y="129"/>
                </a:cxn>
                <a:cxn ang="0">
                  <a:pos x="157" y="282"/>
                </a:cxn>
                <a:cxn ang="0">
                  <a:pos x="377" y="269"/>
                </a:cxn>
                <a:cxn ang="0">
                  <a:pos x="282" y="91"/>
                </a:cxn>
                <a:cxn ang="0">
                  <a:pos x="0" y="129"/>
                </a:cxn>
              </a:cxnLst>
              <a:rect l="0" t="0" r="r" b="b"/>
              <a:pathLst>
                <a:path w="377" h="376">
                  <a:moveTo>
                    <a:pt x="0" y="129"/>
                  </a:moveTo>
                  <a:cubicBezTo>
                    <a:pt x="47" y="140"/>
                    <a:pt x="236" y="189"/>
                    <a:pt x="157" y="282"/>
                  </a:cubicBezTo>
                  <a:cubicBezTo>
                    <a:pt x="77" y="376"/>
                    <a:pt x="377" y="269"/>
                    <a:pt x="377" y="269"/>
                  </a:cubicBezTo>
                  <a:cubicBezTo>
                    <a:pt x="282" y="91"/>
                    <a:pt x="282" y="91"/>
                    <a:pt x="282" y="91"/>
                  </a:cubicBezTo>
                  <a:cubicBezTo>
                    <a:pt x="282" y="91"/>
                    <a:pt x="116" y="0"/>
                    <a:pt x="0" y="129"/>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2" name="Freeform 14"/>
            <p:cNvSpPr>
              <a:spLocks/>
            </p:cNvSpPr>
            <p:nvPr/>
          </p:nvSpPr>
          <p:spPr bwMode="auto">
            <a:xfrm>
              <a:off x="6900863" y="787401"/>
              <a:ext cx="295275" cy="392113"/>
            </a:xfrm>
            <a:custGeom>
              <a:avLst/>
              <a:gdLst/>
              <a:ahLst/>
              <a:cxnLst>
                <a:cxn ang="0">
                  <a:pos x="0" y="1"/>
                </a:cxn>
                <a:cxn ang="0">
                  <a:pos x="34" y="246"/>
                </a:cxn>
                <a:cxn ang="0">
                  <a:pos x="186" y="247"/>
                </a:cxn>
                <a:cxn ang="0">
                  <a:pos x="178" y="0"/>
                </a:cxn>
                <a:cxn ang="0">
                  <a:pos x="0" y="1"/>
                </a:cxn>
              </a:cxnLst>
              <a:rect l="0" t="0" r="r" b="b"/>
              <a:pathLst>
                <a:path w="186" h="247">
                  <a:moveTo>
                    <a:pt x="0" y="1"/>
                  </a:moveTo>
                  <a:lnTo>
                    <a:pt x="34" y="246"/>
                  </a:lnTo>
                  <a:lnTo>
                    <a:pt x="186" y="247"/>
                  </a:lnTo>
                  <a:lnTo>
                    <a:pt x="178" y="0"/>
                  </a:lnTo>
                  <a:lnTo>
                    <a:pt x="0" y="1"/>
                  </a:lnTo>
                  <a:close/>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 name="Title 6"/>
          <p:cNvSpPr>
            <a:spLocks noGrp="1"/>
          </p:cNvSpPr>
          <p:nvPr>
            <p:ph type="title"/>
          </p:nvPr>
        </p:nvSpPr>
        <p:spPr/>
        <p:txBody>
          <a:bodyPr/>
          <a:lstStyle/>
          <a:p>
            <a:r>
              <a:rPr lang="en-US"/>
              <a:t>Marketing Stage Infographic</a:t>
            </a:r>
            <a:endParaRPr lang="en-US" dirty="0"/>
          </a:p>
        </p:txBody>
      </p:sp>
      <p:sp>
        <p:nvSpPr>
          <p:cNvPr id="8" name="Text Placeholder 7"/>
          <p:cNvSpPr>
            <a:spLocks noGrp="1"/>
          </p:cNvSpPr>
          <p:nvPr>
            <p:ph type="body" sz="half" idx="2"/>
          </p:nvPr>
        </p:nvSpPr>
        <p:spPr/>
        <p:txBody>
          <a:bodyPr/>
          <a:lstStyle/>
          <a:p>
            <a:r>
              <a:rPr lang="en-US"/>
              <a:t>Marketing Stage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247</a:t>
            </a:fld>
            <a:endParaRPr lang="en-US" dirty="0"/>
          </a:p>
        </p:txBody>
      </p:sp>
      <p:cxnSp>
        <p:nvCxnSpPr>
          <p:cNvPr id="9" name="Elbow Connector 8"/>
          <p:cNvCxnSpPr/>
          <p:nvPr/>
        </p:nvCxnSpPr>
        <p:spPr>
          <a:xfrm rot="16200000" flipV="1">
            <a:off x="2171893" y="2380180"/>
            <a:ext cx="1461805" cy="1446336"/>
          </a:xfrm>
          <a:prstGeom prst="bentConnector3">
            <a:avLst>
              <a:gd name="adj1" fmla="val 33575"/>
            </a:avLst>
          </a:prstGeom>
          <a:ln w="241300">
            <a:tailEnd type="triangle"/>
          </a:ln>
        </p:spPr>
        <p:style>
          <a:lnRef idx="1">
            <a:schemeClr val="accent1"/>
          </a:lnRef>
          <a:fillRef idx="0">
            <a:schemeClr val="accent1"/>
          </a:fillRef>
          <a:effectRef idx="0">
            <a:schemeClr val="accent1"/>
          </a:effectRef>
          <a:fontRef idx="minor">
            <a:schemeClr val="tx1"/>
          </a:fontRef>
        </p:style>
      </p:cxnSp>
      <p:cxnSp>
        <p:nvCxnSpPr>
          <p:cNvPr id="15" name="Elbow Connector 14"/>
          <p:cNvCxnSpPr/>
          <p:nvPr/>
        </p:nvCxnSpPr>
        <p:spPr>
          <a:xfrm rot="16200000" flipV="1">
            <a:off x="2548108" y="2276188"/>
            <a:ext cx="1863146" cy="1252978"/>
          </a:xfrm>
          <a:prstGeom prst="bentConnector3">
            <a:avLst>
              <a:gd name="adj1" fmla="val 50000"/>
            </a:avLst>
          </a:prstGeom>
          <a:ln w="2413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flipH="1" flipV="1">
            <a:off x="5510302" y="2380180"/>
            <a:ext cx="1461805" cy="1446336"/>
          </a:xfrm>
          <a:prstGeom prst="bentConnector3">
            <a:avLst>
              <a:gd name="adj1" fmla="val 33575"/>
            </a:avLst>
          </a:prstGeom>
          <a:ln w="241300">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2" name="Elbow Connector 21"/>
          <p:cNvCxnSpPr/>
          <p:nvPr/>
        </p:nvCxnSpPr>
        <p:spPr>
          <a:xfrm rot="5400000" flipH="1" flipV="1">
            <a:off x="4732747" y="2276188"/>
            <a:ext cx="1863146" cy="1252978"/>
          </a:xfrm>
          <a:prstGeom prst="bentConnector3">
            <a:avLst>
              <a:gd name="adj1" fmla="val 50000"/>
            </a:avLst>
          </a:prstGeom>
          <a:ln w="2413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23" name="Up Arrow 22"/>
          <p:cNvSpPr/>
          <p:nvPr/>
        </p:nvSpPr>
        <p:spPr bwMode="auto">
          <a:xfrm>
            <a:off x="4335100" y="1831036"/>
            <a:ext cx="516676" cy="2003214"/>
          </a:xfrm>
          <a:prstGeom prst="upArrow">
            <a:avLst>
              <a:gd name="adj1" fmla="val 50000"/>
              <a:gd name="adj2" fmla="val 140009"/>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3" name="Group 26"/>
          <p:cNvGrpSpPr/>
          <p:nvPr/>
        </p:nvGrpSpPr>
        <p:grpSpPr>
          <a:xfrm>
            <a:off x="1865244" y="1736213"/>
            <a:ext cx="622180" cy="622180"/>
            <a:chOff x="1028276" y="1427062"/>
            <a:chExt cx="839890" cy="839890"/>
          </a:xfrm>
        </p:grpSpPr>
        <p:sp>
          <p:nvSpPr>
            <p:cNvPr id="28" name="Oval 27"/>
            <p:cNvSpPr/>
            <p:nvPr/>
          </p:nvSpPr>
          <p:spPr>
            <a:xfrm>
              <a:off x="1028276" y="1427062"/>
              <a:ext cx="839890" cy="8398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Freeform 42"/>
            <p:cNvSpPr>
              <a:spLocks noEditPoints="1"/>
            </p:cNvSpPr>
            <p:nvPr/>
          </p:nvSpPr>
          <p:spPr bwMode="auto">
            <a:xfrm>
              <a:off x="1296250" y="1716194"/>
              <a:ext cx="303948" cy="261626"/>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0"/>
          <p:cNvGrpSpPr/>
          <p:nvPr/>
        </p:nvGrpSpPr>
        <p:grpSpPr>
          <a:xfrm>
            <a:off x="5985577" y="1246618"/>
            <a:ext cx="622180" cy="622180"/>
            <a:chOff x="7237312" y="1427062"/>
            <a:chExt cx="839890" cy="839890"/>
          </a:xfrm>
        </p:grpSpPr>
        <p:sp>
          <p:nvSpPr>
            <p:cNvPr id="32" name="Oval 31"/>
            <p:cNvSpPr/>
            <p:nvPr/>
          </p:nvSpPr>
          <p:spPr>
            <a:xfrm>
              <a:off x="7237312" y="1427062"/>
              <a:ext cx="839890" cy="83989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3" name="Freeform 86"/>
            <p:cNvSpPr>
              <a:spLocks noEditPoints="1"/>
            </p:cNvSpPr>
            <p:nvPr/>
          </p:nvSpPr>
          <p:spPr bwMode="auto">
            <a:xfrm>
              <a:off x="7553190" y="1671898"/>
              <a:ext cx="208150" cy="350218"/>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33"/>
          <p:cNvGrpSpPr/>
          <p:nvPr/>
        </p:nvGrpSpPr>
        <p:grpSpPr>
          <a:xfrm>
            <a:off x="2538434" y="1328218"/>
            <a:ext cx="622180" cy="622180"/>
            <a:chOff x="1028276" y="2372969"/>
            <a:chExt cx="839890" cy="839890"/>
          </a:xfrm>
        </p:grpSpPr>
        <p:sp>
          <p:nvSpPr>
            <p:cNvPr id="35" name="Oval 34"/>
            <p:cNvSpPr/>
            <p:nvPr/>
          </p:nvSpPr>
          <p:spPr>
            <a:xfrm>
              <a:off x="1028276" y="2372969"/>
              <a:ext cx="839890" cy="8398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6" name="Freeform 178"/>
            <p:cNvSpPr>
              <a:spLocks noEditPoints="1"/>
            </p:cNvSpPr>
            <p:nvPr/>
          </p:nvSpPr>
          <p:spPr bwMode="auto">
            <a:xfrm>
              <a:off x="1296248" y="2678452"/>
              <a:ext cx="303952" cy="228924"/>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6"/>
          <p:cNvGrpSpPr/>
          <p:nvPr/>
        </p:nvGrpSpPr>
        <p:grpSpPr>
          <a:xfrm>
            <a:off x="6659141" y="1731215"/>
            <a:ext cx="622180" cy="622180"/>
            <a:chOff x="7237311" y="2372969"/>
            <a:chExt cx="839890" cy="839890"/>
          </a:xfrm>
        </p:grpSpPr>
        <p:sp>
          <p:nvSpPr>
            <p:cNvPr id="38" name="Oval 37"/>
            <p:cNvSpPr/>
            <p:nvPr/>
          </p:nvSpPr>
          <p:spPr>
            <a:xfrm>
              <a:off x="7237311" y="2372969"/>
              <a:ext cx="839890" cy="83989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9" name="Freeform 83"/>
            <p:cNvSpPr>
              <a:spLocks noEditPoints="1"/>
            </p:cNvSpPr>
            <p:nvPr/>
          </p:nvSpPr>
          <p:spPr bwMode="auto">
            <a:xfrm>
              <a:off x="7551520" y="2634300"/>
              <a:ext cx="211486" cy="31722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39"/>
          <p:cNvGrpSpPr/>
          <p:nvPr/>
        </p:nvGrpSpPr>
        <p:grpSpPr>
          <a:xfrm>
            <a:off x="4290313" y="1205326"/>
            <a:ext cx="622180" cy="622180"/>
            <a:chOff x="1028277" y="3364715"/>
            <a:chExt cx="839890" cy="839890"/>
          </a:xfrm>
        </p:grpSpPr>
        <p:sp>
          <p:nvSpPr>
            <p:cNvPr id="41" name="Oval 40"/>
            <p:cNvSpPr/>
            <p:nvPr/>
          </p:nvSpPr>
          <p:spPr>
            <a:xfrm>
              <a:off x="1028277" y="3364715"/>
              <a:ext cx="839890" cy="8398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42" name="Freeform 41"/>
            <p:cNvSpPr>
              <a:spLocks noEditPoints="1"/>
            </p:cNvSpPr>
            <p:nvPr/>
          </p:nvSpPr>
          <p:spPr bwMode="auto">
            <a:xfrm>
              <a:off x="1308756" y="3634610"/>
              <a:ext cx="278940" cy="300100"/>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25"/>
          <p:cNvGrpSpPr/>
          <p:nvPr/>
        </p:nvGrpSpPr>
        <p:grpSpPr>
          <a:xfrm>
            <a:off x="733994" y="4160886"/>
            <a:ext cx="1349152" cy="702040"/>
            <a:chOff x="764014" y="1593667"/>
            <a:chExt cx="1408928" cy="702040"/>
          </a:xfrm>
        </p:grpSpPr>
        <p:sp>
          <p:nvSpPr>
            <p:cNvPr id="44"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45"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2" name="Group 25"/>
          <p:cNvGrpSpPr/>
          <p:nvPr/>
        </p:nvGrpSpPr>
        <p:grpSpPr>
          <a:xfrm>
            <a:off x="2301253" y="4160886"/>
            <a:ext cx="1349152" cy="702040"/>
            <a:chOff x="764014" y="1593667"/>
            <a:chExt cx="1408928" cy="702040"/>
          </a:xfrm>
        </p:grpSpPr>
        <p:sp>
          <p:nvSpPr>
            <p:cNvPr id="47"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48"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3" name="Group 25"/>
          <p:cNvGrpSpPr/>
          <p:nvPr/>
        </p:nvGrpSpPr>
        <p:grpSpPr>
          <a:xfrm>
            <a:off x="3868512" y="4160886"/>
            <a:ext cx="1349152" cy="702040"/>
            <a:chOff x="764014" y="1593667"/>
            <a:chExt cx="1408928" cy="702040"/>
          </a:xfrm>
        </p:grpSpPr>
        <p:sp>
          <p:nvSpPr>
            <p:cNvPr id="50"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51"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4" name="Group 25"/>
          <p:cNvGrpSpPr/>
          <p:nvPr/>
        </p:nvGrpSpPr>
        <p:grpSpPr>
          <a:xfrm>
            <a:off x="5435771" y="4160886"/>
            <a:ext cx="1349152" cy="702040"/>
            <a:chOff x="764014" y="1593667"/>
            <a:chExt cx="1408928" cy="702040"/>
          </a:xfrm>
        </p:grpSpPr>
        <p:sp>
          <p:nvSpPr>
            <p:cNvPr id="53"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54"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6" name="Group 25"/>
          <p:cNvGrpSpPr/>
          <p:nvPr/>
        </p:nvGrpSpPr>
        <p:grpSpPr>
          <a:xfrm>
            <a:off x="7003031" y="4160886"/>
            <a:ext cx="1349152" cy="702040"/>
            <a:chOff x="764014" y="1593667"/>
            <a:chExt cx="1408928" cy="702040"/>
          </a:xfrm>
        </p:grpSpPr>
        <p:sp>
          <p:nvSpPr>
            <p:cNvPr id="56"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5"/>
                </a:solidFill>
                <a:effectLst/>
                <a:uLnTx/>
                <a:uFillTx/>
                <a:latin typeface="+mn-lt"/>
                <a:ea typeface="+mn-ea"/>
                <a:cs typeface="+mn-cs"/>
              </a:endParaRPr>
            </a:p>
          </p:txBody>
        </p:sp>
        <p:sp>
          <p:nvSpPr>
            <p:cNvPr id="57"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
        <p:nvSpPr>
          <p:cNvPr id="58" name="Rounded Rectangle 57"/>
          <p:cNvSpPr/>
          <p:nvPr/>
        </p:nvSpPr>
        <p:spPr bwMode="auto">
          <a:xfrm>
            <a:off x="3297158" y="3719926"/>
            <a:ext cx="2549685" cy="364760"/>
          </a:xfrm>
          <a:prstGeom prst="roundRect">
            <a:avLst/>
          </a:prstGeom>
          <a:solidFill>
            <a:schemeClr val="bg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lumMod val="95000"/>
                  </a:schemeClr>
                </a:solidFill>
              </a:rPr>
              <a:t>Title Goes Here</a:t>
            </a:r>
          </a:p>
        </p:txBody>
      </p:sp>
      <p:grpSp>
        <p:nvGrpSpPr>
          <p:cNvPr id="17" name="Group 73"/>
          <p:cNvGrpSpPr/>
          <p:nvPr/>
        </p:nvGrpSpPr>
        <p:grpSpPr>
          <a:xfrm>
            <a:off x="6223001" y="836612"/>
            <a:ext cx="1085850" cy="628650"/>
            <a:chOff x="6223001" y="744538"/>
            <a:chExt cx="1085850" cy="628650"/>
          </a:xfrm>
        </p:grpSpPr>
        <p:sp>
          <p:nvSpPr>
            <p:cNvPr id="72" name="Freeform 15"/>
            <p:cNvSpPr>
              <a:spLocks/>
            </p:cNvSpPr>
            <p:nvPr/>
          </p:nvSpPr>
          <p:spPr bwMode="auto">
            <a:xfrm>
              <a:off x="6223001" y="757238"/>
              <a:ext cx="1030288" cy="615950"/>
            </a:xfrm>
            <a:custGeom>
              <a:avLst/>
              <a:gdLst/>
              <a:ahLst/>
              <a:cxnLst>
                <a:cxn ang="0">
                  <a:pos x="436" y="65"/>
                </a:cxn>
                <a:cxn ang="0">
                  <a:pos x="677" y="169"/>
                </a:cxn>
                <a:cxn ang="0">
                  <a:pos x="517" y="347"/>
                </a:cxn>
                <a:cxn ang="0">
                  <a:pos x="284" y="346"/>
                </a:cxn>
                <a:cxn ang="0">
                  <a:pos x="90" y="404"/>
                </a:cxn>
                <a:cxn ang="0">
                  <a:pos x="12" y="369"/>
                </a:cxn>
                <a:cxn ang="0">
                  <a:pos x="47" y="291"/>
                </a:cxn>
                <a:cxn ang="0">
                  <a:pos x="329" y="206"/>
                </a:cxn>
                <a:cxn ang="0">
                  <a:pos x="436" y="65"/>
                </a:cxn>
              </a:cxnLst>
              <a:rect l="0" t="0" r="r" b="b"/>
              <a:pathLst>
                <a:path w="693" h="413">
                  <a:moveTo>
                    <a:pt x="436" y="65"/>
                  </a:moveTo>
                  <a:cubicBezTo>
                    <a:pt x="522" y="0"/>
                    <a:pt x="661" y="94"/>
                    <a:pt x="677" y="169"/>
                  </a:cubicBezTo>
                  <a:cubicBezTo>
                    <a:pt x="693" y="245"/>
                    <a:pt x="625" y="342"/>
                    <a:pt x="517" y="347"/>
                  </a:cubicBezTo>
                  <a:cubicBezTo>
                    <a:pt x="395" y="352"/>
                    <a:pt x="412" y="307"/>
                    <a:pt x="284" y="346"/>
                  </a:cubicBezTo>
                  <a:cubicBezTo>
                    <a:pt x="90" y="404"/>
                    <a:pt x="90" y="404"/>
                    <a:pt x="90" y="404"/>
                  </a:cubicBezTo>
                  <a:cubicBezTo>
                    <a:pt x="58" y="413"/>
                    <a:pt x="24" y="400"/>
                    <a:pt x="12" y="369"/>
                  </a:cubicBezTo>
                  <a:cubicBezTo>
                    <a:pt x="0" y="337"/>
                    <a:pt x="16" y="302"/>
                    <a:pt x="47" y="291"/>
                  </a:cubicBezTo>
                  <a:cubicBezTo>
                    <a:pt x="329" y="206"/>
                    <a:pt x="329" y="206"/>
                    <a:pt x="329" y="206"/>
                  </a:cubicBezTo>
                  <a:cubicBezTo>
                    <a:pt x="347" y="161"/>
                    <a:pt x="382" y="106"/>
                    <a:pt x="436" y="65"/>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6"/>
            <p:cNvSpPr>
              <a:spLocks/>
            </p:cNvSpPr>
            <p:nvPr/>
          </p:nvSpPr>
          <p:spPr bwMode="auto">
            <a:xfrm>
              <a:off x="7143751" y="744538"/>
              <a:ext cx="165100" cy="504825"/>
            </a:xfrm>
            <a:custGeom>
              <a:avLst/>
              <a:gdLst/>
              <a:ahLst/>
              <a:cxnLst>
                <a:cxn ang="0">
                  <a:pos x="0" y="3"/>
                </a:cxn>
                <a:cxn ang="0">
                  <a:pos x="6" y="318"/>
                </a:cxn>
                <a:cxn ang="0">
                  <a:pos x="104" y="315"/>
                </a:cxn>
                <a:cxn ang="0">
                  <a:pos x="96" y="0"/>
                </a:cxn>
                <a:cxn ang="0">
                  <a:pos x="0" y="3"/>
                </a:cxn>
              </a:cxnLst>
              <a:rect l="0" t="0" r="r" b="b"/>
              <a:pathLst>
                <a:path w="104" h="318">
                  <a:moveTo>
                    <a:pt x="0" y="3"/>
                  </a:moveTo>
                  <a:lnTo>
                    <a:pt x="6" y="318"/>
                  </a:lnTo>
                  <a:lnTo>
                    <a:pt x="104" y="315"/>
                  </a:lnTo>
                  <a:lnTo>
                    <a:pt x="96" y="0"/>
                  </a:lnTo>
                  <a:lnTo>
                    <a:pt x="0" y="3"/>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500" fill="hold"/>
                                        <p:tgtEl>
                                          <p:spTgt spid="58"/>
                                        </p:tgtEl>
                                        <p:attrNameLst>
                                          <p:attrName>ppt_w</p:attrName>
                                        </p:attrNameLst>
                                      </p:cBhvr>
                                      <p:tavLst>
                                        <p:tav tm="0">
                                          <p:val>
                                            <p:fltVal val="0"/>
                                          </p:val>
                                        </p:tav>
                                        <p:tav tm="100000">
                                          <p:val>
                                            <p:strVal val="#ppt_w"/>
                                          </p:val>
                                        </p:tav>
                                      </p:tavLst>
                                    </p:anim>
                                    <p:anim calcmode="lin" valueType="num">
                                      <p:cBhvr>
                                        <p:cTn id="8" dur="500" fill="hold"/>
                                        <p:tgtEl>
                                          <p:spTgt spid="58"/>
                                        </p:tgtEl>
                                        <p:attrNameLst>
                                          <p:attrName>ppt_h</p:attrName>
                                        </p:attrNameLst>
                                      </p:cBhvr>
                                      <p:tavLst>
                                        <p:tav tm="0">
                                          <p:val>
                                            <p:fltVal val="0"/>
                                          </p:val>
                                        </p:tav>
                                        <p:tav tm="100000">
                                          <p:val>
                                            <p:strVal val="#ppt_h"/>
                                          </p:val>
                                        </p:tav>
                                      </p:tavLst>
                                    </p:anim>
                                    <p:animEffect transition="in" filter="fade">
                                      <p:cBhvr>
                                        <p:cTn id="9" dur="500"/>
                                        <p:tgtEl>
                                          <p:spTgt spid="58"/>
                                        </p:tgtEl>
                                      </p:cBhvr>
                                    </p:animEffect>
                                  </p:childTnLst>
                                </p:cTn>
                              </p:par>
                            </p:childTnLst>
                          </p:cTn>
                        </p:par>
                        <p:par>
                          <p:cTn id="10" fill="hold">
                            <p:stCondLst>
                              <p:cond delay="500"/>
                            </p:stCondLst>
                            <p:childTnLst>
                              <p:par>
                                <p:cTn id="11" presetID="18" presetClass="entr" presetSubtype="9"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strips(upLeft)">
                                      <p:cBhvr>
                                        <p:cTn id="13" dur="1000"/>
                                        <p:tgtEl>
                                          <p:spTgt spid="9"/>
                                        </p:tgtEl>
                                      </p:cBhvr>
                                    </p:animEffect>
                                  </p:childTnLst>
                                </p:cTn>
                              </p:par>
                            </p:childTnLst>
                          </p:cTn>
                        </p:par>
                        <p:par>
                          <p:cTn id="14" fill="hold">
                            <p:stCondLst>
                              <p:cond delay="1500"/>
                            </p:stCondLst>
                            <p:childTnLst>
                              <p:par>
                                <p:cTn id="15" presetID="53"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fltVal val="0"/>
                                          </p:val>
                                        </p:tav>
                                        <p:tav tm="100000">
                                          <p:val>
                                            <p:strVal val="#ppt_w"/>
                                          </p:val>
                                        </p:tav>
                                      </p:tavLst>
                                    </p:anim>
                                    <p:anim calcmode="lin" valueType="num">
                                      <p:cBhvr>
                                        <p:cTn id="18" dur="500" fill="hold"/>
                                        <p:tgtEl>
                                          <p:spTgt spid="3"/>
                                        </p:tgtEl>
                                        <p:attrNameLst>
                                          <p:attrName>ppt_h</p:attrName>
                                        </p:attrNameLst>
                                      </p:cBhvr>
                                      <p:tavLst>
                                        <p:tav tm="0">
                                          <p:val>
                                            <p:fltVal val="0"/>
                                          </p:val>
                                        </p:tav>
                                        <p:tav tm="100000">
                                          <p:val>
                                            <p:strVal val="#ppt_h"/>
                                          </p:val>
                                        </p:tav>
                                      </p:tavLst>
                                    </p:anim>
                                    <p:animEffect transition="in" filter="fade">
                                      <p:cBhvr>
                                        <p:cTn id="19" dur="500"/>
                                        <p:tgtEl>
                                          <p:spTgt spid="3"/>
                                        </p:tgtEl>
                                      </p:cBhvr>
                                    </p:animEffect>
                                  </p:childTnLst>
                                </p:cTn>
                              </p:par>
                            </p:childTnLst>
                          </p:cTn>
                        </p:par>
                        <p:par>
                          <p:cTn id="20" fill="hold">
                            <p:stCondLst>
                              <p:cond delay="2000"/>
                            </p:stCondLst>
                            <p:childTnLst>
                              <p:par>
                                <p:cTn id="21" presetID="18" presetClass="entr" presetSubtype="9"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strips(upLeft)">
                                      <p:cBhvr>
                                        <p:cTn id="23" dur="1000"/>
                                        <p:tgtEl>
                                          <p:spTgt spid="15"/>
                                        </p:tgtEl>
                                      </p:cBhvr>
                                    </p:animEffect>
                                  </p:childTnLst>
                                </p:cTn>
                              </p:par>
                            </p:childTnLst>
                          </p:cTn>
                        </p:par>
                        <p:par>
                          <p:cTn id="24" fill="hold">
                            <p:stCondLst>
                              <p:cond delay="3000"/>
                            </p:stCondLst>
                            <p:childTnLst>
                              <p:par>
                                <p:cTn id="25" presetID="53"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Effect transition="in" filter="fade">
                                      <p:cBhvr>
                                        <p:cTn id="29" dur="500"/>
                                        <p:tgtEl>
                                          <p:spTgt spid="5"/>
                                        </p:tgtEl>
                                      </p:cBhvr>
                                    </p:animEffect>
                                  </p:childTnLst>
                                </p:cTn>
                              </p:par>
                            </p:childTnLst>
                          </p:cTn>
                        </p:par>
                        <p:par>
                          <p:cTn id="30" fill="hold">
                            <p:stCondLst>
                              <p:cond delay="3500"/>
                            </p:stCondLst>
                            <p:childTnLst>
                              <p:par>
                                <p:cTn id="31" presetID="18" presetClass="entr" presetSubtype="9"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strips(upLeft)">
                                      <p:cBhvr>
                                        <p:cTn id="33" dur="1000"/>
                                        <p:tgtEl>
                                          <p:spTgt spid="23"/>
                                        </p:tgtEl>
                                      </p:cBhvr>
                                    </p:animEffect>
                                  </p:childTnLst>
                                </p:cTn>
                              </p:par>
                            </p:childTnLst>
                          </p:cTn>
                        </p:par>
                        <p:par>
                          <p:cTn id="34" fill="hold">
                            <p:stCondLst>
                              <p:cond delay="4500"/>
                            </p:stCondLst>
                            <p:childTnLst>
                              <p:par>
                                <p:cTn id="35" presetID="53" presetClass="entr" presetSubtype="0" fill="hold" nodeType="after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500" fill="hold"/>
                                        <p:tgtEl>
                                          <p:spTgt spid="10"/>
                                        </p:tgtEl>
                                        <p:attrNameLst>
                                          <p:attrName>ppt_w</p:attrName>
                                        </p:attrNameLst>
                                      </p:cBhvr>
                                      <p:tavLst>
                                        <p:tav tm="0">
                                          <p:val>
                                            <p:fltVal val="0"/>
                                          </p:val>
                                        </p:tav>
                                        <p:tav tm="100000">
                                          <p:val>
                                            <p:strVal val="#ppt_w"/>
                                          </p:val>
                                        </p:tav>
                                      </p:tavLst>
                                    </p:anim>
                                    <p:anim calcmode="lin" valueType="num">
                                      <p:cBhvr>
                                        <p:cTn id="38" dur="500" fill="hold"/>
                                        <p:tgtEl>
                                          <p:spTgt spid="10"/>
                                        </p:tgtEl>
                                        <p:attrNameLst>
                                          <p:attrName>ppt_h</p:attrName>
                                        </p:attrNameLst>
                                      </p:cBhvr>
                                      <p:tavLst>
                                        <p:tav tm="0">
                                          <p:val>
                                            <p:fltVal val="0"/>
                                          </p:val>
                                        </p:tav>
                                        <p:tav tm="100000">
                                          <p:val>
                                            <p:strVal val="#ppt_h"/>
                                          </p:val>
                                        </p:tav>
                                      </p:tavLst>
                                    </p:anim>
                                    <p:animEffect transition="in" filter="fade">
                                      <p:cBhvr>
                                        <p:cTn id="39" dur="500"/>
                                        <p:tgtEl>
                                          <p:spTgt spid="10"/>
                                        </p:tgtEl>
                                      </p:cBhvr>
                                    </p:animEffect>
                                  </p:childTnLst>
                                </p:cTn>
                              </p:par>
                            </p:childTnLst>
                          </p:cTn>
                        </p:par>
                        <p:par>
                          <p:cTn id="40" fill="hold">
                            <p:stCondLst>
                              <p:cond delay="5000"/>
                            </p:stCondLst>
                            <p:childTnLst>
                              <p:par>
                                <p:cTn id="41" presetID="18" presetClass="entr" presetSubtype="3" fill="hold"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strips(upRight)">
                                      <p:cBhvr>
                                        <p:cTn id="43" dur="1000"/>
                                        <p:tgtEl>
                                          <p:spTgt spid="22"/>
                                        </p:tgtEl>
                                      </p:cBhvr>
                                    </p:animEffect>
                                  </p:childTnLst>
                                </p:cTn>
                              </p:par>
                            </p:childTnLst>
                          </p:cTn>
                        </p:par>
                        <p:par>
                          <p:cTn id="44" fill="hold">
                            <p:stCondLst>
                              <p:cond delay="6000"/>
                            </p:stCondLst>
                            <p:childTnLst>
                              <p:par>
                                <p:cTn id="45" presetID="53" presetClass="entr" presetSubtype="0"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500" fill="hold"/>
                                        <p:tgtEl>
                                          <p:spTgt spid="4"/>
                                        </p:tgtEl>
                                        <p:attrNameLst>
                                          <p:attrName>ppt_w</p:attrName>
                                        </p:attrNameLst>
                                      </p:cBhvr>
                                      <p:tavLst>
                                        <p:tav tm="0">
                                          <p:val>
                                            <p:fltVal val="0"/>
                                          </p:val>
                                        </p:tav>
                                        <p:tav tm="100000">
                                          <p:val>
                                            <p:strVal val="#ppt_w"/>
                                          </p:val>
                                        </p:tav>
                                      </p:tavLst>
                                    </p:anim>
                                    <p:anim calcmode="lin" valueType="num">
                                      <p:cBhvr>
                                        <p:cTn id="48" dur="500" fill="hold"/>
                                        <p:tgtEl>
                                          <p:spTgt spid="4"/>
                                        </p:tgtEl>
                                        <p:attrNameLst>
                                          <p:attrName>ppt_h</p:attrName>
                                        </p:attrNameLst>
                                      </p:cBhvr>
                                      <p:tavLst>
                                        <p:tav tm="0">
                                          <p:val>
                                            <p:fltVal val="0"/>
                                          </p:val>
                                        </p:tav>
                                        <p:tav tm="100000">
                                          <p:val>
                                            <p:strVal val="#ppt_h"/>
                                          </p:val>
                                        </p:tav>
                                      </p:tavLst>
                                    </p:anim>
                                    <p:animEffect transition="in" filter="fade">
                                      <p:cBhvr>
                                        <p:cTn id="49" dur="500"/>
                                        <p:tgtEl>
                                          <p:spTgt spid="4"/>
                                        </p:tgtEl>
                                      </p:cBhvr>
                                    </p:animEffect>
                                  </p:childTnLst>
                                </p:cTn>
                              </p:par>
                              <p:par>
                                <p:cTn id="50" presetID="10" presetClass="entr" presetSubtype="0" fill="hold" nodeType="with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1000"/>
                                        <p:tgtEl>
                                          <p:spTgt spid="2"/>
                                        </p:tgtEl>
                                      </p:cBhvr>
                                    </p:animEffect>
                                  </p:childTnLst>
                                </p:cTn>
                              </p:par>
                              <p:par>
                                <p:cTn id="53" presetID="10" presetClass="entr" presetSubtype="0" fill="hold" nodeType="with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1000"/>
                                        <p:tgtEl>
                                          <p:spTgt spid="17"/>
                                        </p:tgtEl>
                                      </p:cBhvr>
                                    </p:animEffect>
                                  </p:childTnLst>
                                </p:cTn>
                              </p:par>
                            </p:childTnLst>
                          </p:cTn>
                        </p:par>
                        <p:par>
                          <p:cTn id="56" fill="hold">
                            <p:stCondLst>
                              <p:cond delay="7000"/>
                            </p:stCondLst>
                            <p:childTnLst>
                              <p:par>
                                <p:cTn id="57" presetID="18" presetClass="entr" presetSubtype="3" fill="hold" nodeType="after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strips(upRight)">
                                      <p:cBhvr>
                                        <p:cTn id="59" dur="1000"/>
                                        <p:tgtEl>
                                          <p:spTgt spid="21"/>
                                        </p:tgtEl>
                                      </p:cBhvr>
                                    </p:animEffect>
                                  </p:childTnLst>
                                </p:cTn>
                              </p:par>
                            </p:childTnLst>
                          </p:cTn>
                        </p:par>
                        <p:par>
                          <p:cTn id="60" fill="hold">
                            <p:stCondLst>
                              <p:cond delay="8000"/>
                            </p:stCondLst>
                            <p:childTnLst>
                              <p:par>
                                <p:cTn id="61" presetID="53" presetClass="entr" presetSubtype="0"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500" fill="hold"/>
                                        <p:tgtEl>
                                          <p:spTgt spid="6"/>
                                        </p:tgtEl>
                                        <p:attrNameLst>
                                          <p:attrName>ppt_w</p:attrName>
                                        </p:attrNameLst>
                                      </p:cBhvr>
                                      <p:tavLst>
                                        <p:tav tm="0">
                                          <p:val>
                                            <p:fltVal val="0"/>
                                          </p:val>
                                        </p:tav>
                                        <p:tav tm="100000">
                                          <p:val>
                                            <p:strVal val="#ppt_w"/>
                                          </p:val>
                                        </p:tav>
                                      </p:tavLst>
                                    </p:anim>
                                    <p:anim calcmode="lin" valueType="num">
                                      <p:cBhvr>
                                        <p:cTn id="64" dur="500" fill="hold"/>
                                        <p:tgtEl>
                                          <p:spTgt spid="6"/>
                                        </p:tgtEl>
                                        <p:attrNameLst>
                                          <p:attrName>ppt_h</p:attrName>
                                        </p:attrNameLst>
                                      </p:cBhvr>
                                      <p:tavLst>
                                        <p:tav tm="0">
                                          <p:val>
                                            <p:fltVal val="0"/>
                                          </p:val>
                                        </p:tav>
                                        <p:tav tm="100000">
                                          <p:val>
                                            <p:strVal val="#ppt_h"/>
                                          </p:val>
                                        </p:tav>
                                      </p:tavLst>
                                    </p:anim>
                                    <p:animEffect transition="in" filter="fade">
                                      <p:cBhvr>
                                        <p:cTn id="65" dur="500"/>
                                        <p:tgtEl>
                                          <p:spTgt spid="6"/>
                                        </p:tgtEl>
                                      </p:cBhvr>
                                    </p:animEffect>
                                  </p:childTnLst>
                                </p:cTn>
                              </p:par>
                            </p:childTnLst>
                          </p:cTn>
                        </p:par>
                        <p:par>
                          <p:cTn id="66" fill="hold">
                            <p:stCondLst>
                              <p:cond delay="8500"/>
                            </p:stCondLst>
                            <p:childTnLst>
                              <p:par>
                                <p:cTn id="67" presetID="2" presetClass="entr" presetSubtype="4" accel="50000" decel="50000" fill="hold" nodeType="afterEffect">
                                  <p:stCondLst>
                                    <p:cond delay="0"/>
                                  </p:stCondLst>
                                  <p:childTnLst>
                                    <p:set>
                                      <p:cBhvr>
                                        <p:cTn id="68" dur="1" fill="hold">
                                          <p:stCondLst>
                                            <p:cond delay="0"/>
                                          </p:stCondLst>
                                        </p:cTn>
                                        <p:tgtEl>
                                          <p:spTgt spid="11"/>
                                        </p:tgtEl>
                                        <p:attrNameLst>
                                          <p:attrName>style.visibility</p:attrName>
                                        </p:attrNameLst>
                                      </p:cBhvr>
                                      <p:to>
                                        <p:strVal val="visible"/>
                                      </p:to>
                                    </p:set>
                                    <p:anim calcmode="lin" valueType="num">
                                      <p:cBhvr additive="base">
                                        <p:cTn id="69" dur="500" fill="hold"/>
                                        <p:tgtEl>
                                          <p:spTgt spid="11"/>
                                        </p:tgtEl>
                                        <p:attrNameLst>
                                          <p:attrName>ppt_x</p:attrName>
                                        </p:attrNameLst>
                                      </p:cBhvr>
                                      <p:tavLst>
                                        <p:tav tm="0">
                                          <p:val>
                                            <p:strVal val="#ppt_x"/>
                                          </p:val>
                                        </p:tav>
                                        <p:tav tm="100000">
                                          <p:val>
                                            <p:strVal val="#ppt_x"/>
                                          </p:val>
                                        </p:tav>
                                      </p:tavLst>
                                    </p:anim>
                                    <p:anim calcmode="lin" valueType="num">
                                      <p:cBhvr additive="base">
                                        <p:cTn id="70" dur="500" fill="hold"/>
                                        <p:tgtEl>
                                          <p:spTgt spid="11"/>
                                        </p:tgtEl>
                                        <p:attrNameLst>
                                          <p:attrName>ppt_y</p:attrName>
                                        </p:attrNameLst>
                                      </p:cBhvr>
                                      <p:tavLst>
                                        <p:tav tm="0">
                                          <p:val>
                                            <p:strVal val="1+#ppt_h/2"/>
                                          </p:val>
                                        </p:tav>
                                        <p:tav tm="100000">
                                          <p:val>
                                            <p:strVal val="#ppt_y"/>
                                          </p:val>
                                        </p:tav>
                                      </p:tavLst>
                                    </p:anim>
                                  </p:childTnLst>
                                </p:cTn>
                              </p:par>
                            </p:childTnLst>
                          </p:cTn>
                        </p:par>
                        <p:par>
                          <p:cTn id="71" fill="hold">
                            <p:stCondLst>
                              <p:cond delay="9000"/>
                            </p:stCondLst>
                            <p:childTnLst>
                              <p:par>
                                <p:cTn id="72" presetID="2" presetClass="entr" presetSubtype="4" accel="50000" decel="50000" fill="hold" nodeType="after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 fill="hold"/>
                                        <p:tgtEl>
                                          <p:spTgt spid="12"/>
                                        </p:tgtEl>
                                        <p:attrNameLst>
                                          <p:attrName>ppt_x</p:attrName>
                                        </p:attrNameLst>
                                      </p:cBhvr>
                                      <p:tavLst>
                                        <p:tav tm="0">
                                          <p:val>
                                            <p:strVal val="#ppt_x"/>
                                          </p:val>
                                        </p:tav>
                                        <p:tav tm="100000">
                                          <p:val>
                                            <p:strVal val="#ppt_x"/>
                                          </p:val>
                                        </p:tav>
                                      </p:tavLst>
                                    </p:anim>
                                    <p:anim calcmode="lin" valueType="num">
                                      <p:cBhvr additive="base">
                                        <p:cTn id="75" dur="500" fill="hold"/>
                                        <p:tgtEl>
                                          <p:spTgt spid="12"/>
                                        </p:tgtEl>
                                        <p:attrNameLst>
                                          <p:attrName>ppt_y</p:attrName>
                                        </p:attrNameLst>
                                      </p:cBhvr>
                                      <p:tavLst>
                                        <p:tav tm="0">
                                          <p:val>
                                            <p:strVal val="1+#ppt_h/2"/>
                                          </p:val>
                                        </p:tav>
                                        <p:tav tm="100000">
                                          <p:val>
                                            <p:strVal val="#ppt_y"/>
                                          </p:val>
                                        </p:tav>
                                      </p:tavLst>
                                    </p:anim>
                                  </p:childTnLst>
                                </p:cTn>
                              </p:par>
                            </p:childTnLst>
                          </p:cTn>
                        </p:par>
                        <p:par>
                          <p:cTn id="76" fill="hold">
                            <p:stCondLst>
                              <p:cond delay="9500"/>
                            </p:stCondLst>
                            <p:childTnLst>
                              <p:par>
                                <p:cTn id="77" presetID="2" presetClass="entr" presetSubtype="4" accel="50000" decel="50000" fill="hold" nodeType="afterEffect">
                                  <p:stCondLst>
                                    <p:cond delay="0"/>
                                  </p:stCondLst>
                                  <p:childTnLst>
                                    <p:set>
                                      <p:cBhvr>
                                        <p:cTn id="78" dur="1" fill="hold">
                                          <p:stCondLst>
                                            <p:cond delay="0"/>
                                          </p:stCondLst>
                                        </p:cTn>
                                        <p:tgtEl>
                                          <p:spTgt spid="13"/>
                                        </p:tgtEl>
                                        <p:attrNameLst>
                                          <p:attrName>style.visibility</p:attrName>
                                        </p:attrNameLst>
                                      </p:cBhvr>
                                      <p:to>
                                        <p:strVal val="visible"/>
                                      </p:to>
                                    </p:set>
                                    <p:anim calcmode="lin" valueType="num">
                                      <p:cBhvr additive="base">
                                        <p:cTn id="79" dur="500" fill="hold"/>
                                        <p:tgtEl>
                                          <p:spTgt spid="13"/>
                                        </p:tgtEl>
                                        <p:attrNameLst>
                                          <p:attrName>ppt_x</p:attrName>
                                        </p:attrNameLst>
                                      </p:cBhvr>
                                      <p:tavLst>
                                        <p:tav tm="0">
                                          <p:val>
                                            <p:strVal val="#ppt_x"/>
                                          </p:val>
                                        </p:tav>
                                        <p:tav tm="100000">
                                          <p:val>
                                            <p:strVal val="#ppt_x"/>
                                          </p:val>
                                        </p:tav>
                                      </p:tavLst>
                                    </p:anim>
                                    <p:anim calcmode="lin" valueType="num">
                                      <p:cBhvr additive="base">
                                        <p:cTn id="80" dur="500" fill="hold"/>
                                        <p:tgtEl>
                                          <p:spTgt spid="13"/>
                                        </p:tgtEl>
                                        <p:attrNameLst>
                                          <p:attrName>ppt_y</p:attrName>
                                        </p:attrNameLst>
                                      </p:cBhvr>
                                      <p:tavLst>
                                        <p:tav tm="0">
                                          <p:val>
                                            <p:strVal val="1+#ppt_h/2"/>
                                          </p:val>
                                        </p:tav>
                                        <p:tav tm="100000">
                                          <p:val>
                                            <p:strVal val="#ppt_y"/>
                                          </p:val>
                                        </p:tav>
                                      </p:tavLst>
                                    </p:anim>
                                  </p:childTnLst>
                                </p:cTn>
                              </p:par>
                            </p:childTnLst>
                          </p:cTn>
                        </p:par>
                        <p:par>
                          <p:cTn id="81" fill="hold">
                            <p:stCondLst>
                              <p:cond delay="10000"/>
                            </p:stCondLst>
                            <p:childTnLst>
                              <p:par>
                                <p:cTn id="82" presetID="2" presetClass="entr" presetSubtype="4" accel="50000" decel="50000" fill="hold" nodeType="afterEffect">
                                  <p:stCondLst>
                                    <p:cond delay="0"/>
                                  </p:stCondLst>
                                  <p:childTnLst>
                                    <p:set>
                                      <p:cBhvr>
                                        <p:cTn id="83" dur="1" fill="hold">
                                          <p:stCondLst>
                                            <p:cond delay="0"/>
                                          </p:stCondLst>
                                        </p:cTn>
                                        <p:tgtEl>
                                          <p:spTgt spid="14"/>
                                        </p:tgtEl>
                                        <p:attrNameLst>
                                          <p:attrName>style.visibility</p:attrName>
                                        </p:attrNameLst>
                                      </p:cBhvr>
                                      <p:to>
                                        <p:strVal val="visible"/>
                                      </p:to>
                                    </p:set>
                                    <p:anim calcmode="lin" valueType="num">
                                      <p:cBhvr additive="base">
                                        <p:cTn id="84" dur="500" fill="hold"/>
                                        <p:tgtEl>
                                          <p:spTgt spid="14"/>
                                        </p:tgtEl>
                                        <p:attrNameLst>
                                          <p:attrName>ppt_x</p:attrName>
                                        </p:attrNameLst>
                                      </p:cBhvr>
                                      <p:tavLst>
                                        <p:tav tm="0">
                                          <p:val>
                                            <p:strVal val="#ppt_x"/>
                                          </p:val>
                                        </p:tav>
                                        <p:tav tm="100000">
                                          <p:val>
                                            <p:strVal val="#ppt_x"/>
                                          </p:val>
                                        </p:tav>
                                      </p:tavLst>
                                    </p:anim>
                                    <p:anim calcmode="lin" valueType="num">
                                      <p:cBhvr additive="base">
                                        <p:cTn id="85" dur="500" fill="hold"/>
                                        <p:tgtEl>
                                          <p:spTgt spid="14"/>
                                        </p:tgtEl>
                                        <p:attrNameLst>
                                          <p:attrName>ppt_y</p:attrName>
                                        </p:attrNameLst>
                                      </p:cBhvr>
                                      <p:tavLst>
                                        <p:tav tm="0">
                                          <p:val>
                                            <p:strVal val="1+#ppt_h/2"/>
                                          </p:val>
                                        </p:tav>
                                        <p:tav tm="100000">
                                          <p:val>
                                            <p:strVal val="#ppt_y"/>
                                          </p:val>
                                        </p:tav>
                                      </p:tavLst>
                                    </p:anim>
                                  </p:childTnLst>
                                </p:cTn>
                              </p:par>
                            </p:childTnLst>
                          </p:cTn>
                        </p:par>
                        <p:par>
                          <p:cTn id="86" fill="hold">
                            <p:stCondLst>
                              <p:cond delay="10500"/>
                            </p:stCondLst>
                            <p:childTnLst>
                              <p:par>
                                <p:cTn id="87" presetID="2" presetClass="entr" presetSubtype="4" accel="50000" decel="50000" fill="hold" nodeType="afterEffect">
                                  <p:stCondLst>
                                    <p:cond delay="0"/>
                                  </p:stCondLst>
                                  <p:childTnLst>
                                    <p:set>
                                      <p:cBhvr>
                                        <p:cTn id="88" dur="1" fill="hold">
                                          <p:stCondLst>
                                            <p:cond delay="0"/>
                                          </p:stCondLst>
                                        </p:cTn>
                                        <p:tgtEl>
                                          <p:spTgt spid="16"/>
                                        </p:tgtEl>
                                        <p:attrNameLst>
                                          <p:attrName>style.visibility</p:attrName>
                                        </p:attrNameLst>
                                      </p:cBhvr>
                                      <p:to>
                                        <p:strVal val="visible"/>
                                      </p:to>
                                    </p:set>
                                    <p:anim calcmode="lin" valueType="num">
                                      <p:cBhvr additive="base">
                                        <p:cTn id="89" dur="500" fill="hold"/>
                                        <p:tgtEl>
                                          <p:spTgt spid="16"/>
                                        </p:tgtEl>
                                        <p:attrNameLst>
                                          <p:attrName>ppt_x</p:attrName>
                                        </p:attrNameLst>
                                      </p:cBhvr>
                                      <p:tavLst>
                                        <p:tav tm="0">
                                          <p:val>
                                            <p:strVal val="#ppt_x"/>
                                          </p:val>
                                        </p:tav>
                                        <p:tav tm="100000">
                                          <p:val>
                                            <p:strVal val="#ppt_x"/>
                                          </p:val>
                                        </p:tav>
                                      </p:tavLst>
                                    </p:anim>
                                    <p:anim calcmode="lin" valueType="num">
                                      <p:cBhvr additive="base">
                                        <p:cTn id="9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58"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Integrated Blocks Infographic</a:t>
            </a:r>
            <a:endParaRPr lang="en-US" dirty="0"/>
          </a:p>
        </p:txBody>
      </p:sp>
      <p:sp>
        <p:nvSpPr>
          <p:cNvPr id="37" name="Text Placeholder 36"/>
          <p:cNvSpPr>
            <a:spLocks noGrp="1"/>
          </p:cNvSpPr>
          <p:nvPr>
            <p:ph type="body" sz="half" idx="2"/>
          </p:nvPr>
        </p:nvSpPr>
        <p:spPr/>
        <p:txBody>
          <a:bodyPr/>
          <a:lstStyle/>
          <a:p>
            <a:r>
              <a:rPr lang="en-US"/>
              <a:t>Integrated Blocks Infographic</a:t>
            </a:r>
            <a:endParaRPr lang="en-US" dirty="0"/>
          </a:p>
        </p:txBody>
      </p:sp>
      <p:sp>
        <p:nvSpPr>
          <p:cNvPr id="258" name="Slide Number Placeholder 257"/>
          <p:cNvSpPr>
            <a:spLocks noGrp="1"/>
          </p:cNvSpPr>
          <p:nvPr>
            <p:ph type="sldNum" sz="quarter" idx="12"/>
          </p:nvPr>
        </p:nvSpPr>
        <p:spPr/>
        <p:txBody>
          <a:bodyPr/>
          <a:lstStyle/>
          <a:p>
            <a:fld id="{C136B7D2-B98C-44FD-8D04-7EC62A564975}" type="slidenum">
              <a:rPr lang="en-US" smtClean="0"/>
              <a:pPr/>
              <a:t>248</a:t>
            </a:fld>
            <a:endParaRPr lang="en-US" dirty="0"/>
          </a:p>
        </p:txBody>
      </p:sp>
      <p:sp>
        <p:nvSpPr>
          <p:cNvPr id="215" name="Arc 214"/>
          <p:cNvSpPr/>
          <p:nvPr/>
        </p:nvSpPr>
        <p:spPr>
          <a:xfrm rot="14400000">
            <a:off x="440578" y="1319249"/>
            <a:ext cx="3282547" cy="3282547"/>
          </a:xfrm>
          <a:prstGeom prst="arc">
            <a:avLst>
              <a:gd name="adj1" fmla="val 1896041"/>
              <a:gd name="adj2" fmla="val 12863711"/>
            </a:avLst>
          </a:prstGeom>
          <a:ln w="19050">
            <a:solidFill>
              <a:schemeClr val="tx1">
                <a:lumMod val="75000"/>
                <a:lumOff val="2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08" name="Freeform 130"/>
          <p:cNvSpPr>
            <a:spLocks noEditPoints="1"/>
          </p:cNvSpPr>
          <p:nvPr/>
        </p:nvSpPr>
        <p:spPr bwMode="auto">
          <a:xfrm>
            <a:off x="967624" y="1894562"/>
            <a:ext cx="2031088" cy="1955348"/>
          </a:xfrm>
          <a:custGeom>
            <a:avLst/>
            <a:gdLst/>
            <a:ahLst/>
            <a:cxnLst>
              <a:cxn ang="0">
                <a:pos x="275" y="12"/>
              </a:cxn>
              <a:cxn ang="0">
                <a:pos x="297" y="7"/>
              </a:cxn>
              <a:cxn ang="0">
                <a:pos x="237" y="26"/>
              </a:cxn>
              <a:cxn ang="0">
                <a:pos x="731" y="474"/>
              </a:cxn>
              <a:cxn ang="0">
                <a:pos x="724" y="482"/>
              </a:cxn>
              <a:cxn ang="0">
                <a:pos x="470" y="13"/>
              </a:cxn>
              <a:cxn ang="0">
                <a:pos x="454" y="10"/>
              </a:cxn>
              <a:cxn ang="0">
                <a:pos x="470" y="32"/>
              </a:cxn>
              <a:cxn ang="0">
                <a:pos x="475" y="26"/>
              </a:cxn>
              <a:cxn ang="0">
                <a:pos x="432" y="9"/>
              </a:cxn>
              <a:cxn ang="0">
                <a:pos x="423" y="8"/>
              </a:cxn>
              <a:cxn ang="0">
                <a:pos x="397" y="9"/>
              </a:cxn>
              <a:cxn ang="0">
                <a:pos x="386" y="10"/>
              </a:cxn>
              <a:cxn ang="0">
                <a:pos x="390" y="18"/>
              </a:cxn>
              <a:cxn ang="0">
                <a:pos x="538" y="408"/>
              </a:cxn>
              <a:cxn ang="0">
                <a:pos x="730" y="264"/>
              </a:cxn>
              <a:cxn ang="0">
                <a:pos x="478" y="71"/>
              </a:cxn>
              <a:cxn ang="0">
                <a:pos x="418" y="50"/>
              </a:cxn>
              <a:cxn ang="0">
                <a:pos x="363" y="88"/>
              </a:cxn>
              <a:cxn ang="0">
                <a:pos x="418" y="83"/>
              </a:cxn>
              <a:cxn ang="0">
                <a:pos x="389" y="134"/>
              </a:cxn>
              <a:cxn ang="0">
                <a:pos x="366" y="141"/>
              </a:cxn>
              <a:cxn ang="0">
                <a:pos x="283" y="212"/>
              </a:cxn>
              <a:cxn ang="0">
                <a:pos x="375" y="215"/>
              </a:cxn>
              <a:cxn ang="0">
                <a:pos x="451" y="261"/>
              </a:cxn>
              <a:cxn ang="0">
                <a:pos x="492" y="285"/>
              </a:cxn>
              <a:cxn ang="0">
                <a:pos x="500" y="23"/>
              </a:cxn>
              <a:cxn ang="0">
                <a:pos x="512" y="40"/>
              </a:cxn>
              <a:cxn ang="0">
                <a:pos x="514" y="62"/>
              </a:cxn>
              <a:cxn ang="0">
                <a:pos x="671" y="360"/>
              </a:cxn>
              <a:cxn ang="0">
                <a:pos x="733" y="432"/>
              </a:cxn>
              <a:cxn ang="0">
                <a:pos x="314" y="123"/>
              </a:cxn>
              <a:cxn ang="0">
                <a:pos x="291" y="165"/>
              </a:cxn>
              <a:cxn ang="0">
                <a:pos x="288" y="153"/>
              </a:cxn>
              <a:cxn ang="0">
                <a:pos x="460" y="297"/>
              </a:cxn>
              <a:cxn ang="0">
                <a:pos x="364" y="533"/>
              </a:cxn>
              <a:cxn ang="0">
                <a:pos x="48" y="434"/>
              </a:cxn>
              <a:cxn ang="0">
                <a:pos x="126" y="647"/>
              </a:cxn>
              <a:cxn ang="0">
                <a:pos x="166" y="674"/>
              </a:cxn>
              <a:cxn ang="0">
                <a:pos x="11" y="348"/>
              </a:cxn>
              <a:cxn ang="0">
                <a:pos x="290" y="70"/>
              </a:cxn>
              <a:cxn ang="0">
                <a:pos x="88" y="161"/>
              </a:cxn>
              <a:cxn ang="0">
                <a:pos x="351" y="3"/>
              </a:cxn>
              <a:cxn ang="0">
                <a:pos x="352" y="1"/>
              </a:cxn>
              <a:cxn ang="0">
                <a:pos x="347" y="1"/>
              </a:cxn>
              <a:cxn ang="0">
                <a:pos x="341" y="2"/>
              </a:cxn>
              <a:cxn ang="0">
                <a:pos x="322" y="4"/>
              </a:cxn>
              <a:cxn ang="0">
                <a:pos x="281" y="13"/>
              </a:cxn>
              <a:cxn ang="0">
                <a:pos x="270" y="17"/>
              </a:cxn>
              <a:cxn ang="0">
                <a:pos x="242" y="33"/>
              </a:cxn>
              <a:cxn ang="0">
                <a:pos x="175" y="96"/>
              </a:cxn>
              <a:cxn ang="0">
                <a:pos x="299" y="35"/>
              </a:cxn>
              <a:cxn ang="0">
                <a:pos x="351" y="0"/>
              </a:cxn>
              <a:cxn ang="0">
                <a:pos x="330" y="2"/>
              </a:cxn>
              <a:cxn ang="0">
                <a:pos x="271" y="14"/>
              </a:cxn>
              <a:cxn ang="0">
                <a:pos x="319" y="3"/>
              </a:cxn>
              <a:cxn ang="0">
                <a:pos x="186" y="52"/>
              </a:cxn>
              <a:cxn ang="0">
                <a:pos x="208" y="42"/>
              </a:cxn>
              <a:cxn ang="0">
                <a:pos x="179" y="53"/>
              </a:cxn>
              <a:cxn ang="0">
                <a:pos x="193" y="48"/>
              </a:cxn>
              <a:cxn ang="0">
                <a:pos x="108" y="138"/>
              </a:cxn>
              <a:cxn ang="0">
                <a:pos x="86" y="134"/>
              </a:cxn>
              <a:cxn ang="0">
                <a:pos x="66" y="186"/>
              </a:cxn>
            </a:cxnLst>
            <a:rect l="0" t="0" r="r" b="b"/>
            <a:pathLst>
              <a:path w="746" h="719">
                <a:moveTo>
                  <a:pt x="713" y="218"/>
                </a:moveTo>
                <a:cubicBezTo>
                  <a:pt x="709" y="210"/>
                  <a:pt x="709" y="210"/>
                  <a:pt x="709" y="210"/>
                </a:cubicBezTo>
                <a:cubicBezTo>
                  <a:pt x="711" y="213"/>
                  <a:pt x="712" y="216"/>
                  <a:pt x="713" y="218"/>
                </a:cubicBezTo>
                <a:cubicBezTo>
                  <a:pt x="713" y="218"/>
                  <a:pt x="713" y="218"/>
                  <a:pt x="713" y="218"/>
                </a:cubicBezTo>
                <a:moveTo>
                  <a:pt x="709" y="210"/>
                </a:moveTo>
                <a:cubicBezTo>
                  <a:pt x="706" y="203"/>
                  <a:pt x="701" y="194"/>
                  <a:pt x="697" y="187"/>
                </a:cubicBezTo>
                <a:cubicBezTo>
                  <a:pt x="697" y="186"/>
                  <a:pt x="697" y="186"/>
                  <a:pt x="697" y="186"/>
                </a:cubicBezTo>
                <a:cubicBezTo>
                  <a:pt x="702" y="195"/>
                  <a:pt x="704" y="199"/>
                  <a:pt x="709" y="210"/>
                </a:cubicBezTo>
                <a:cubicBezTo>
                  <a:pt x="709" y="210"/>
                  <a:pt x="709" y="210"/>
                  <a:pt x="709" y="210"/>
                </a:cubicBezTo>
                <a:moveTo>
                  <a:pt x="696" y="186"/>
                </a:moveTo>
                <a:cubicBezTo>
                  <a:pt x="697" y="186"/>
                  <a:pt x="697" y="186"/>
                  <a:pt x="697" y="186"/>
                </a:cubicBezTo>
                <a:cubicBezTo>
                  <a:pt x="697" y="187"/>
                  <a:pt x="697" y="187"/>
                  <a:pt x="697" y="187"/>
                </a:cubicBezTo>
                <a:cubicBezTo>
                  <a:pt x="697" y="186"/>
                  <a:pt x="697" y="186"/>
                  <a:pt x="696" y="186"/>
                </a:cubicBezTo>
                <a:moveTo>
                  <a:pt x="746" y="352"/>
                </a:moveTo>
                <a:cubicBezTo>
                  <a:pt x="745" y="351"/>
                  <a:pt x="745" y="350"/>
                  <a:pt x="745" y="348"/>
                </a:cubicBezTo>
                <a:cubicBezTo>
                  <a:pt x="745" y="350"/>
                  <a:pt x="745" y="351"/>
                  <a:pt x="746" y="352"/>
                </a:cubicBezTo>
                <a:cubicBezTo>
                  <a:pt x="746" y="352"/>
                  <a:pt x="746" y="352"/>
                  <a:pt x="746" y="352"/>
                </a:cubicBezTo>
                <a:moveTo>
                  <a:pt x="745" y="347"/>
                </a:moveTo>
                <a:cubicBezTo>
                  <a:pt x="745" y="346"/>
                  <a:pt x="745" y="344"/>
                  <a:pt x="745" y="343"/>
                </a:cubicBezTo>
                <a:cubicBezTo>
                  <a:pt x="745" y="345"/>
                  <a:pt x="745" y="347"/>
                  <a:pt x="745" y="348"/>
                </a:cubicBezTo>
                <a:cubicBezTo>
                  <a:pt x="745" y="348"/>
                  <a:pt x="745" y="348"/>
                  <a:pt x="745" y="347"/>
                </a:cubicBezTo>
                <a:moveTo>
                  <a:pt x="743" y="327"/>
                </a:moveTo>
                <a:cubicBezTo>
                  <a:pt x="743" y="321"/>
                  <a:pt x="743" y="321"/>
                  <a:pt x="743" y="321"/>
                </a:cubicBezTo>
                <a:cubicBezTo>
                  <a:pt x="743" y="324"/>
                  <a:pt x="743" y="326"/>
                  <a:pt x="743" y="329"/>
                </a:cubicBezTo>
                <a:cubicBezTo>
                  <a:pt x="743" y="328"/>
                  <a:pt x="743" y="327"/>
                  <a:pt x="743" y="327"/>
                </a:cubicBezTo>
                <a:moveTo>
                  <a:pt x="309" y="4"/>
                </a:moveTo>
                <a:cubicBezTo>
                  <a:pt x="309" y="5"/>
                  <a:pt x="309" y="5"/>
                  <a:pt x="309" y="5"/>
                </a:cubicBezTo>
                <a:cubicBezTo>
                  <a:pt x="313" y="4"/>
                  <a:pt x="313" y="4"/>
                  <a:pt x="313" y="4"/>
                </a:cubicBezTo>
                <a:cubicBezTo>
                  <a:pt x="313" y="4"/>
                  <a:pt x="313" y="4"/>
                  <a:pt x="313" y="4"/>
                </a:cubicBezTo>
                <a:cubicBezTo>
                  <a:pt x="312" y="4"/>
                  <a:pt x="311" y="4"/>
                  <a:pt x="309" y="4"/>
                </a:cubicBezTo>
                <a:moveTo>
                  <a:pt x="307" y="5"/>
                </a:moveTo>
                <a:cubicBezTo>
                  <a:pt x="304" y="5"/>
                  <a:pt x="304" y="5"/>
                  <a:pt x="304" y="5"/>
                </a:cubicBezTo>
                <a:cubicBezTo>
                  <a:pt x="305" y="5"/>
                  <a:pt x="305" y="5"/>
                  <a:pt x="305" y="5"/>
                </a:cubicBezTo>
                <a:cubicBezTo>
                  <a:pt x="306" y="5"/>
                  <a:pt x="306" y="5"/>
                  <a:pt x="307" y="5"/>
                </a:cubicBezTo>
                <a:moveTo>
                  <a:pt x="259" y="17"/>
                </a:moveTo>
                <a:cubicBezTo>
                  <a:pt x="259" y="17"/>
                  <a:pt x="258" y="17"/>
                  <a:pt x="258" y="17"/>
                </a:cubicBezTo>
                <a:cubicBezTo>
                  <a:pt x="258" y="17"/>
                  <a:pt x="259" y="17"/>
                  <a:pt x="259" y="17"/>
                </a:cubicBezTo>
                <a:moveTo>
                  <a:pt x="266" y="15"/>
                </a:moveTo>
                <a:cubicBezTo>
                  <a:pt x="267" y="14"/>
                  <a:pt x="267" y="14"/>
                  <a:pt x="268" y="14"/>
                </a:cubicBezTo>
                <a:cubicBezTo>
                  <a:pt x="268" y="14"/>
                  <a:pt x="268" y="14"/>
                  <a:pt x="268" y="14"/>
                </a:cubicBezTo>
                <a:cubicBezTo>
                  <a:pt x="267" y="14"/>
                  <a:pt x="267" y="14"/>
                  <a:pt x="267" y="14"/>
                </a:cubicBezTo>
                <a:cubicBezTo>
                  <a:pt x="267" y="14"/>
                  <a:pt x="267" y="14"/>
                  <a:pt x="267" y="14"/>
                </a:cubicBezTo>
                <a:cubicBezTo>
                  <a:pt x="266" y="15"/>
                  <a:pt x="266" y="15"/>
                  <a:pt x="266" y="15"/>
                </a:cubicBezTo>
                <a:cubicBezTo>
                  <a:pt x="266" y="15"/>
                  <a:pt x="266" y="15"/>
                  <a:pt x="266" y="15"/>
                </a:cubicBezTo>
                <a:moveTo>
                  <a:pt x="269" y="14"/>
                </a:moveTo>
                <a:cubicBezTo>
                  <a:pt x="269" y="14"/>
                  <a:pt x="269" y="14"/>
                  <a:pt x="269" y="14"/>
                </a:cubicBezTo>
                <a:cubicBezTo>
                  <a:pt x="269" y="14"/>
                  <a:pt x="269" y="14"/>
                  <a:pt x="268" y="14"/>
                </a:cubicBezTo>
                <a:cubicBezTo>
                  <a:pt x="267" y="14"/>
                  <a:pt x="267" y="14"/>
                  <a:pt x="266" y="15"/>
                </a:cubicBezTo>
                <a:cubicBezTo>
                  <a:pt x="269" y="14"/>
                  <a:pt x="269" y="14"/>
                  <a:pt x="269" y="14"/>
                </a:cubicBezTo>
                <a:moveTo>
                  <a:pt x="267" y="14"/>
                </a:moveTo>
                <a:cubicBezTo>
                  <a:pt x="268" y="14"/>
                  <a:pt x="268" y="14"/>
                  <a:pt x="268" y="14"/>
                </a:cubicBezTo>
                <a:cubicBezTo>
                  <a:pt x="269" y="14"/>
                  <a:pt x="269" y="14"/>
                  <a:pt x="270" y="13"/>
                </a:cubicBezTo>
                <a:cubicBezTo>
                  <a:pt x="269" y="14"/>
                  <a:pt x="268" y="14"/>
                  <a:pt x="268" y="14"/>
                </a:cubicBezTo>
                <a:cubicBezTo>
                  <a:pt x="267" y="14"/>
                  <a:pt x="267" y="14"/>
                  <a:pt x="267" y="14"/>
                </a:cubicBezTo>
                <a:cubicBezTo>
                  <a:pt x="267" y="14"/>
                  <a:pt x="267" y="14"/>
                  <a:pt x="267" y="14"/>
                </a:cubicBezTo>
                <a:moveTo>
                  <a:pt x="270" y="13"/>
                </a:moveTo>
                <a:cubicBezTo>
                  <a:pt x="274" y="12"/>
                  <a:pt x="274" y="12"/>
                  <a:pt x="274" y="12"/>
                </a:cubicBezTo>
                <a:cubicBezTo>
                  <a:pt x="274" y="12"/>
                  <a:pt x="274" y="12"/>
                  <a:pt x="274" y="12"/>
                </a:cubicBezTo>
                <a:cubicBezTo>
                  <a:pt x="275" y="12"/>
                  <a:pt x="275" y="12"/>
                  <a:pt x="275" y="12"/>
                </a:cubicBezTo>
                <a:cubicBezTo>
                  <a:pt x="275" y="12"/>
                  <a:pt x="275" y="12"/>
                  <a:pt x="275" y="12"/>
                </a:cubicBezTo>
                <a:cubicBezTo>
                  <a:pt x="273" y="13"/>
                  <a:pt x="272" y="13"/>
                  <a:pt x="270" y="13"/>
                </a:cubicBezTo>
                <a:cubicBezTo>
                  <a:pt x="269" y="14"/>
                  <a:pt x="269" y="14"/>
                  <a:pt x="268" y="14"/>
                </a:cubicBezTo>
                <a:cubicBezTo>
                  <a:pt x="270" y="13"/>
                  <a:pt x="270" y="13"/>
                  <a:pt x="270" y="13"/>
                </a:cubicBezTo>
                <a:moveTo>
                  <a:pt x="279" y="11"/>
                </a:moveTo>
                <a:cubicBezTo>
                  <a:pt x="279" y="11"/>
                  <a:pt x="279" y="11"/>
                  <a:pt x="279" y="11"/>
                </a:cubicBezTo>
                <a:cubicBezTo>
                  <a:pt x="280" y="11"/>
                  <a:pt x="281" y="11"/>
                  <a:pt x="281" y="10"/>
                </a:cubicBezTo>
                <a:cubicBezTo>
                  <a:pt x="284" y="10"/>
                  <a:pt x="284" y="10"/>
                  <a:pt x="284" y="10"/>
                </a:cubicBezTo>
                <a:cubicBezTo>
                  <a:pt x="284" y="10"/>
                  <a:pt x="284" y="10"/>
                  <a:pt x="284" y="10"/>
                </a:cubicBezTo>
                <a:cubicBezTo>
                  <a:pt x="283" y="10"/>
                  <a:pt x="283" y="10"/>
                  <a:pt x="283" y="10"/>
                </a:cubicBezTo>
                <a:cubicBezTo>
                  <a:pt x="282" y="10"/>
                  <a:pt x="281" y="10"/>
                  <a:pt x="280" y="11"/>
                </a:cubicBezTo>
                <a:cubicBezTo>
                  <a:pt x="280" y="11"/>
                  <a:pt x="280" y="11"/>
                  <a:pt x="280" y="11"/>
                </a:cubicBezTo>
                <a:cubicBezTo>
                  <a:pt x="279" y="11"/>
                  <a:pt x="279" y="11"/>
                  <a:pt x="279" y="11"/>
                </a:cubicBezTo>
                <a:moveTo>
                  <a:pt x="286" y="9"/>
                </a:moveTo>
                <a:cubicBezTo>
                  <a:pt x="287" y="9"/>
                  <a:pt x="287" y="9"/>
                  <a:pt x="287" y="9"/>
                </a:cubicBezTo>
                <a:cubicBezTo>
                  <a:pt x="289" y="9"/>
                  <a:pt x="289" y="9"/>
                  <a:pt x="289" y="9"/>
                </a:cubicBezTo>
                <a:cubicBezTo>
                  <a:pt x="290" y="8"/>
                  <a:pt x="290" y="8"/>
                  <a:pt x="290" y="8"/>
                </a:cubicBezTo>
                <a:cubicBezTo>
                  <a:pt x="288" y="9"/>
                  <a:pt x="288" y="9"/>
                  <a:pt x="288" y="9"/>
                </a:cubicBezTo>
                <a:cubicBezTo>
                  <a:pt x="287" y="9"/>
                  <a:pt x="287" y="9"/>
                  <a:pt x="287" y="9"/>
                </a:cubicBezTo>
                <a:cubicBezTo>
                  <a:pt x="286" y="9"/>
                  <a:pt x="286" y="9"/>
                  <a:pt x="286" y="9"/>
                </a:cubicBezTo>
                <a:cubicBezTo>
                  <a:pt x="286" y="9"/>
                  <a:pt x="286" y="9"/>
                  <a:pt x="286" y="9"/>
                </a:cubicBezTo>
                <a:moveTo>
                  <a:pt x="293" y="8"/>
                </a:moveTo>
                <a:cubicBezTo>
                  <a:pt x="294" y="7"/>
                  <a:pt x="294" y="7"/>
                  <a:pt x="294" y="7"/>
                </a:cubicBezTo>
                <a:cubicBezTo>
                  <a:pt x="298" y="7"/>
                  <a:pt x="298" y="7"/>
                  <a:pt x="298" y="7"/>
                </a:cubicBezTo>
                <a:cubicBezTo>
                  <a:pt x="298" y="7"/>
                  <a:pt x="298" y="7"/>
                  <a:pt x="298" y="7"/>
                </a:cubicBezTo>
                <a:cubicBezTo>
                  <a:pt x="296" y="7"/>
                  <a:pt x="296" y="7"/>
                  <a:pt x="296" y="7"/>
                </a:cubicBezTo>
                <a:cubicBezTo>
                  <a:pt x="293" y="8"/>
                  <a:pt x="293" y="8"/>
                  <a:pt x="293" y="8"/>
                </a:cubicBezTo>
                <a:cubicBezTo>
                  <a:pt x="292" y="8"/>
                  <a:pt x="292" y="8"/>
                  <a:pt x="292" y="8"/>
                </a:cubicBezTo>
                <a:cubicBezTo>
                  <a:pt x="292" y="8"/>
                  <a:pt x="291" y="8"/>
                  <a:pt x="291" y="8"/>
                </a:cubicBezTo>
                <a:cubicBezTo>
                  <a:pt x="293" y="8"/>
                  <a:pt x="293" y="8"/>
                  <a:pt x="293" y="8"/>
                </a:cubicBezTo>
                <a:moveTo>
                  <a:pt x="298" y="7"/>
                </a:moveTo>
                <a:cubicBezTo>
                  <a:pt x="298" y="7"/>
                  <a:pt x="298" y="7"/>
                  <a:pt x="298" y="7"/>
                </a:cubicBezTo>
                <a:cubicBezTo>
                  <a:pt x="298" y="7"/>
                  <a:pt x="298" y="7"/>
                  <a:pt x="298" y="7"/>
                </a:cubicBezTo>
                <a:cubicBezTo>
                  <a:pt x="298" y="7"/>
                  <a:pt x="298" y="7"/>
                  <a:pt x="298" y="7"/>
                </a:cubicBezTo>
                <a:moveTo>
                  <a:pt x="309" y="5"/>
                </a:moveTo>
                <a:cubicBezTo>
                  <a:pt x="314" y="4"/>
                  <a:pt x="314" y="4"/>
                  <a:pt x="314" y="4"/>
                </a:cubicBezTo>
                <a:cubicBezTo>
                  <a:pt x="315" y="4"/>
                  <a:pt x="315" y="4"/>
                  <a:pt x="315" y="4"/>
                </a:cubicBezTo>
                <a:cubicBezTo>
                  <a:pt x="314" y="4"/>
                  <a:pt x="313" y="4"/>
                  <a:pt x="312" y="4"/>
                </a:cubicBezTo>
                <a:cubicBezTo>
                  <a:pt x="311" y="4"/>
                  <a:pt x="311" y="4"/>
                  <a:pt x="311" y="4"/>
                </a:cubicBezTo>
                <a:cubicBezTo>
                  <a:pt x="308" y="5"/>
                  <a:pt x="308" y="5"/>
                  <a:pt x="308" y="5"/>
                </a:cubicBezTo>
                <a:cubicBezTo>
                  <a:pt x="309" y="5"/>
                  <a:pt x="309" y="5"/>
                  <a:pt x="309" y="5"/>
                </a:cubicBezTo>
                <a:moveTo>
                  <a:pt x="315" y="4"/>
                </a:moveTo>
                <a:cubicBezTo>
                  <a:pt x="315" y="4"/>
                  <a:pt x="315" y="4"/>
                  <a:pt x="315" y="4"/>
                </a:cubicBezTo>
                <a:cubicBezTo>
                  <a:pt x="315" y="4"/>
                  <a:pt x="315" y="4"/>
                  <a:pt x="315" y="4"/>
                </a:cubicBezTo>
                <a:cubicBezTo>
                  <a:pt x="315" y="4"/>
                  <a:pt x="315" y="4"/>
                  <a:pt x="315" y="4"/>
                </a:cubicBezTo>
                <a:moveTo>
                  <a:pt x="295" y="7"/>
                </a:moveTo>
                <a:cubicBezTo>
                  <a:pt x="295" y="7"/>
                  <a:pt x="295" y="7"/>
                  <a:pt x="295" y="7"/>
                </a:cubicBezTo>
                <a:cubicBezTo>
                  <a:pt x="295" y="7"/>
                  <a:pt x="295" y="7"/>
                  <a:pt x="294" y="8"/>
                </a:cubicBezTo>
                <a:cubicBezTo>
                  <a:pt x="295" y="7"/>
                  <a:pt x="295" y="7"/>
                  <a:pt x="295" y="7"/>
                </a:cubicBezTo>
                <a:moveTo>
                  <a:pt x="295" y="7"/>
                </a:moveTo>
                <a:cubicBezTo>
                  <a:pt x="296" y="7"/>
                  <a:pt x="296" y="7"/>
                  <a:pt x="296" y="7"/>
                </a:cubicBezTo>
                <a:cubicBezTo>
                  <a:pt x="298" y="7"/>
                  <a:pt x="298" y="7"/>
                  <a:pt x="298" y="7"/>
                </a:cubicBezTo>
                <a:cubicBezTo>
                  <a:pt x="301" y="6"/>
                  <a:pt x="301" y="6"/>
                  <a:pt x="301" y="6"/>
                </a:cubicBezTo>
                <a:cubicBezTo>
                  <a:pt x="300" y="6"/>
                  <a:pt x="300" y="6"/>
                  <a:pt x="300" y="6"/>
                </a:cubicBezTo>
                <a:cubicBezTo>
                  <a:pt x="303" y="6"/>
                  <a:pt x="303" y="6"/>
                  <a:pt x="303" y="6"/>
                </a:cubicBezTo>
                <a:cubicBezTo>
                  <a:pt x="305" y="5"/>
                  <a:pt x="305" y="5"/>
                  <a:pt x="305" y="5"/>
                </a:cubicBezTo>
                <a:cubicBezTo>
                  <a:pt x="305" y="5"/>
                  <a:pt x="305" y="5"/>
                  <a:pt x="305" y="5"/>
                </a:cubicBezTo>
                <a:cubicBezTo>
                  <a:pt x="305" y="5"/>
                  <a:pt x="305" y="5"/>
                  <a:pt x="305" y="5"/>
                </a:cubicBezTo>
                <a:cubicBezTo>
                  <a:pt x="302" y="6"/>
                  <a:pt x="300" y="6"/>
                  <a:pt x="297" y="7"/>
                </a:cubicBezTo>
                <a:cubicBezTo>
                  <a:pt x="296" y="7"/>
                  <a:pt x="296" y="7"/>
                  <a:pt x="295" y="7"/>
                </a:cubicBezTo>
                <a:cubicBezTo>
                  <a:pt x="295" y="7"/>
                  <a:pt x="295" y="7"/>
                  <a:pt x="295" y="7"/>
                </a:cubicBezTo>
                <a:moveTo>
                  <a:pt x="2" y="405"/>
                </a:moveTo>
                <a:cubicBezTo>
                  <a:pt x="2" y="405"/>
                  <a:pt x="2" y="405"/>
                  <a:pt x="2" y="405"/>
                </a:cubicBezTo>
                <a:cubicBezTo>
                  <a:pt x="2" y="406"/>
                  <a:pt x="2" y="406"/>
                  <a:pt x="2" y="406"/>
                </a:cubicBezTo>
                <a:cubicBezTo>
                  <a:pt x="2" y="405"/>
                  <a:pt x="2" y="405"/>
                  <a:pt x="2" y="405"/>
                </a:cubicBezTo>
                <a:moveTo>
                  <a:pt x="2" y="404"/>
                </a:moveTo>
                <a:cubicBezTo>
                  <a:pt x="2" y="403"/>
                  <a:pt x="2" y="402"/>
                  <a:pt x="1" y="401"/>
                </a:cubicBezTo>
                <a:cubicBezTo>
                  <a:pt x="2" y="401"/>
                  <a:pt x="2" y="401"/>
                  <a:pt x="2" y="402"/>
                </a:cubicBezTo>
                <a:cubicBezTo>
                  <a:pt x="2" y="405"/>
                  <a:pt x="2" y="405"/>
                  <a:pt x="2" y="405"/>
                </a:cubicBezTo>
                <a:cubicBezTo>
                  <a:pt x="2" y="404"/>
                  <a:pt x="2" y="404"/>
                  <a:pt x="2" y="404"/>
                </a:cubicBezTo>
                <a:moveTo>
                  <a:pt x="1" y="383"/>
                </a:moveTo>
                <a:cubicBezTo>
                  <a:pt x="1" y="385"/>
                  <a:pt x="1" y="386"/>
                  <a:pt x="1" y="388"/>
                </a:cubicBezTo>
                <a:cubicBezTo>
                  <a:pt x="1" y="392"/>
                  <a:pt x="1" y="395"/>
                  <a:pt x="1" y="398"/>
                </a:cubicBezTo>
                <a:cubicBezTo>
                  <a:pt x="1" y="399"/>
                  <a:pt x="1" y="399"/>
                  <a:pt x="1" y="399"/>
                </a:cubicBezTo>
                <a:cubicBezTo>
                  <a:pt x="1" y="394"/>
                  <a:pt x="1" y="388"/>
                  <a:pt x="1" y="383"/>
                </a:cubicBezTo>
                <a:moveTo>
                  <a:pt x="23" y="243"/>
                </a:moveTo>
                <a:cubicBezTo>
                  <a:pt x="24" y="240"/>
                  <a:pt x="26" y="236"/>
                  <a:pt x="27" y="232"/>
                </a:cubicBezTo>
                <a:cubicBezTo>
                  <a:pt x="26" y="235"/>
                  <a:pt x="25" y="237"/>
                  <a:pt x="25" y="239"/>
                </a:cubicBezTo>
                <a:cubicBezTo>
                  <a:pt x="23" y="243"/>
                  <a:pt x="23" y="243"/>
                  <a:pt x="23" y="243"/>
                </a:cubicBezTo>
                <a:cubicBezTo>
                  <a:pt x="23" y="243"/>
                  <a:pt x="23" y="243"/>
                  <a:pt x="23" y="243"/>
                </a:cubicBezTo>
                <a:moveTo>
                  <a:pt x="33" y="217"/>
                </a:moveTo>
                <a:cubicBezTo>
                  <a:pt x="33" y="218"/>
                  <a:pt x="33" y="218"/>
                  <a:pt x="33" y="219"/>
                </a:cubicBezTo>
                <a:cubicBezTo>
                  <a:pt x="31" y="224"/>
                  <a:pt x="29" y="228"/>
                  <a:pt x="27" y="232"/>
                </a:cubicBezTo>
                <a:cubicBezTo>
                  <a:pt x="26" y="236"/>
                  <a:pt x="24" y="240"/>
                  <a:pt x="23" y="243"/>
                </a:cubicBezTo>
                <a:cubicBezTo>
                  <a:pt x="27" y="232"/>
                  <a:pt x="29" y="227"/>
                  <a:pt x="33" y="217"/>
                </a:cubicBezTo>
                <a:moveTo>
                  <a:pt x="33" y="217"/>
                </a:moveTo>
                <a:cubicBezTo>
                  <a:pt x="33" y="217"/>
                  <a:pt x="33" y="217"/>
                  <a:pt x="33" y="217"/>
                </a:cubicBezTo>
                <a:cubicBezTo>
                  <a:pt x="33" y="218"/>
                  <a:pt x="33" y="218"/>
                  <a:pt x="33" y="218"/>
                </a:cubicBezTo>
                <a:cubicBezTo>
                  <a:pt x="33" y="219"/>
                  <a:pt x="33" y="219"/>
                  <a:pt x="33" y="219"/>
                </a:cubicBezTo>
                <a:cubicBezTo>
                  <a:pt x="33" y="218"/>
                  <a:pt x="33" y="218"/>
                  <a:pt x="33" y="217"/>
                </a:cubicBezTo>
                <a:moveTo>
                  <a:pt x="47" y="190"/>
                </a:moveTo>
                <a:cubicBezTo>
                  <a:pt x="47" y="190"/>
                  <a:pt x="48" y="189"/>
                  <a:pt x="48" y="188"/>
                </a:cubicBezTo>
                <a:cubicBezTo>
                  <a:pt x="48" y="189"/>
                  <a:pt x="48" y="189"/>
                  <a:pt x="47" y="190"/>
                </a:cubicBezTo>
                <a:cubicBezTo>
                  <a:pt x="47" y="190"/>
                  <a:pt x="47" y="190"/>
                  <a:pt x="47" y="190"/>
                </a:cubicBezTo>
                <a:cubicBezTo>
                  <a:pt x="47" y="190"/>
                  <a:pt x="47" y="190"/>
                  <a:pt x="47" y="190"/>
                </a:cubicBezTo>
                <a:moveTo>
                  <a:pt x="47" y="190"/>
                </a:moveTo>
                <a:cubicBezTo>
                  <a:pt x="47" y="190"/>
                  <a:pt x="48" y="189"/>
                  <a:pt x="48" y="188"/>
                </a:cubicBezTo>
                <a:cubicBezTo>
                  <a:pt x="48" y="189"/>
                  <a:pt x="47" y="190"/>
                  <a:pt x="47" y="190"/>
                </a:cubicBezTo>
                <a:cubicBezTo>
                  <a:pt x="52" y="181"/>
                  <a:pt x="55" y="177"/>
                  <a:pt x="59" y="170"/>
                </a:cubicBezTo>
                <a:cubicBezTo>
                  <a:pt x="55" y="176"/>
                  <a:pt x="52" y="182"/>
                  <a:pt x="48" y="188"/>
                </a:cubicBezTo>
                <a:cubicBezTo>
                  <a:pt x="48" y="189"/>
                  <a:pt x="47" y="190"/>
                  <a:pt x="47" y="190"/>
                </a:cubicBezTo>
                <a:cubicBezTo>
                  <a:pt x="47" y="190"/>
                  <a:pt x="47" y="190"/>
                  <a:pt x="47" y="190"/>
                </a:cubicBezTo>
                <a:moveTo>
                  <a:pt x="135" y="87"/>
                </a:moveTo>
                <a:cubicBezTo>
                  <a:pt x="136" y="86"/>
                  <a:pt x="136" y="85"/>
                  <a:pt x="137" y="85"/>
                </a:cubicBezTo>
                <a:cubicBezTo>
                  <a:pt x="138" y="84"/>
                  <a:pt x="139" y="83"/>
                  <a:pt x="140" y="82"/>
                </a:cubicBezTo>
                <a:cubicBezTo>
                  <a:pt x="140" y="82"/>
                  <a:pt x="140" y="82"/>
                  <a:pt x="140" y="82"/>
                </a:cubicBezTo>
                <a:cubicBezTo>
                  <a:pt x="138" y="83"/>
                  <a:pt x="138" y="83"/>
                  <a:pt x="138" y="83"/>
                </a:cubicBezTo>
                <a:cubicBezTo>
                  <a:pt x="134" y="87"/>
                  <a:pt x="134" y="87"/>
                  <a:pt x="134" y="87"/>
                </a:cubicBezTo>
                <a:cubicBezTo>
                  <a:pt x="134" y="87"/>
                  <a:pt x="134" y="87"/>
                  <a:pt x="134" y="87"/>
                </a:cubicBezTo>
                <a:cubicBezTo>
                  <a:pt x="135" y="87"/>
                  <a:pt x="135" y="87"/>
                  <a:pt x="135" y="87"/>
                </a:cubicBezTo>
                <a:moveTo>
                  <a:pt x="140" y="81"/>
                </a:moveTo>
                <a:cubicBezTo>
                  <a:pt x="141" y="81"/>
                  <a:pt x="141" y="81"/>
                  <a:pt x="141" y="81"/>
                </a:cubicBezTo>
                <a:cubicBezTo>
                  <a:pt x="143" y="79"/>
                  <a:pt x="143" y="79"/>
                  <a:pt x="143" y="79"/>
                </a:cubicBezTo>
                <a:cubicBezTo>
                  <a:pt x="140" y="81"/>
                  <a:pt x="137" y="83"/>
                  <a:pt x="137" y="84"/>
                </a:cubicBezTo>
                <a:cubicBezTo>
                  <a:pt x="137" y="84"/>
                  <a:pt x="139" y="82"/>
                  <a:pt x="140" y="81"/>
                </a:cubicBezTo>
                <a:moveTo>
                  <a:pt x="231" y="28"/>
                </a:moveTo>
                <a:cubicBezTo>
                  <a:pt x="233" y="28"/>
                  <a:pt x="233" y="28"/>
                  <a:pt x="233" y="28"/>
                </a:cubicBezTo>
                <a:cubicBezTo>
                  <a:pt x="237" y="26"/>
                  <a:pt x="237" y="26"/>
                  <a:pt x="237" y="26"/>
                </a:cubicBezTo>
                <a:cubicBezTo>
                  <a:pt x="237" y="26"/>
                  <a:pt x="237" y="26"/>
                  <a:pt x="237" y="26"/>
                </a:cubicBezTo>
                <a:cubicBezTo>
                  <a:pt x="236" y="25"/>
                  <a:pt x="236" y="25"/>
                  <a:pt x="236" y="25"/>
                </a:cubicBezTo>
                <a:cubicBezTo>
                  <a:pt x="231" y="28"/>
                  <a:pt x="231" y="28"/>
                  <a:pt x="231" y="28"/>
                </a:cubicBezTo>
                <a:cubicBezTo>
                  <a:pt x="228" y="29"/>
                  <a:pt x="228" y="29"/>
                  <a:pt x="228" y="29"/>
                </a:cubicBezTo>
                <a:cubicBezTo>
                  <a:pt x="228" y="30"/>
                  <a:pt x="228" y="30"/>
                  <a:pt x="228" y="30"/>
                </a:cubicBezTo>
                <a:cubicBezTo>
                  <a:pt x="231" y="28"/>
                  <a:pt x="231" y="28"/>
                  <a:pt x="231" y="28"/>
                </a:cubicBezTo>
                <a:moveTo>
                  <a:pt x="695" y="448"/>
                </a:moveTo>
                <a:cubicBezTo>
                  <a:pt x="695" y="447"/>
                  <a:pt x="695" y="446"/>
                  <a:pt x="695" y="445"/>
                </a:cubicBezTo>
                <a:cubicBezTo>
                  <a:pt x="695" y="445"/>
                  <a:pt x="695" y="444"/>
                  <a:pt x="695" y="444"/>
                </a:cubicBezTo>
                <a:cubicBezTo>
                  <a:pt x="695" y="443"/>
                  <a:pt x="696" y="443"/>
                  <a:pt x="696" y="443"/>
                </a:cubicBezTo>
                <a:cubicBezTo>
                  <a:pt x="696" y="443"/>
                  <a:pt x="696" y="440"/>
                  <a:pt x="694" y="436"/>
                </a:cubicBezTo>
                <a:cubicBezTo>
                  <a:pt x="694" y="436"/>
                  <a:pt x="694" y="436"/>
                  <a:pt x="694" y="433"/>
                </a:cubicBezTo>
                <a:cubicBezTo>
                  <a:pt x="694" y="432"/>
                  <a:pt x="694" y="432"/>
                  <a:pt x="694" y="432"/>
                </a:cubicBezTo>
                <a:cubicBezTo>
                  <a:pt x="693" y="433"/>
                  <a:pt x="693" y="433"/>
                  <a:pt x="693" y="433"/>
                </a:cubicBezTo>
                <a:cubicBezTo>
                  <a:pt x="692" y="435"/>
                  <a:pt x="692" y="435"/>
                  <a:pt x="692" y="435"/>
                </a:cubicBezTo>
                <a:cubicBezTo>
                  <a:pt x="692" y="435"/>
                  <a:pt x="692" y="437"/>
                  <a:pt x="692" y="438"/>
                </a:cubicBezTo>
                <a:cubicBezTo>
                  <a:pt x="692" y="438"/>
                  <a:pt x="692" y="438"/>
                  <a:pt x="692" y="439"/>
                </a:cubicBezTo>
                <a:cubicBezTo>
                  <a:pt x="692" y="439"/>
                  <a:pt x="692" y="439"/>
                  <a:pt x="692" y="439"/>
                </a:cubicBezTo>
                <a:cubicBezTo>
                  <a:pt x="692" y="440"/>
                  <a:pt x="692" y="441"/>
                  <a:pt x="692" y="441"/>
                </a:cubicBezTo>
                <a:cubicBezTo>
                  <a:pt x="691" y="444"/>
                  <a:pt x="691" y="444"/>
                  <a:pt x="691" y="444"/>
                </a:cubicBezTo>
                <a:cubicBezTo>
                  <a:pt x="690" y="447"/>
                  <a:pt x="690" y="449"/>
                  <a:pt x="690" y="450"/>
                </a:cubicBezTo>
                <a:cubicBezTo>
                  <a:pt x="690" y="451"/>
                  <a:pt x="691" y="453"/>
                  <a:pt x="691" y="453"/>
                </a:cubicBezTo>
                <a:cubicBezTo>
                  <a:pt x="692" y="453"/>
                  <a:pt x="692" y="453"/>
                  <a:pt x="694" y="453"/>
                </a:cubicBezTo>
                <a:cubicBezTo>
                  <a:pt x="694" y="451"/>
                  <a:pt x="695" y="449"/>
                  <a:pt x="695" y="448"/>
                </a:cubicBezTo>
                <a:moveTo>
                  <a:pt x="711" y="529"/>
                </a:moveTo>
                <a:cubicBezTo>
                  <a:pt x="714" y="522"/>
                  <a:pt x="714" y="522"/>
                  <a:pt x="714" y="522"/>
                </a:cubicBezTo>
                <a:cubicBezTo>
                  <a:pt x="714" y="522"/>
                  <a:pt x="715" y="520"/>
                  <a:pt x="715" y="520"/>
                </a:cubicBezTo>
                <a:cubicBezTo>
                  <a:pt x="714" y="521"/>
                  <a:pt x="713" y="521"/>
                  <a:pt x="712" y="522"/>
                </a:cubicBezTo>
                <a:cubicBezTo>
                  <a:pt x="712" y="522"/>
                  <a:pt x="712" y="522"/>
                  <a:pt x="711" y="523"/>
                </a:cubicBezTo>
                <a:cubicBezTo>
                  <a:pt x="712" y="523"/>
                  <a:pt x="712" y="523"/>
                  <a:pt x="712" y="523"/>
                </a:cubicBezTo>
                <a:cubicBezTo>
                  <a:pt x="711" y="524"/>
                  <a:pt x="711" y="525"/>
                  <a:pt x="711" y="525"/>
                </a:cubicBezTo>
                <a:cubicBezTo>
                  <a:pt x="711" y="525"/>
                  <a:pt x="711" y="525"/>
                  <a:pt x="711" y="525"/>
                </a:cubicBezTo>
                <a:cubicBezTo>
                  <a:pt x="711" y="526"/>
                  <a:pt x="711" y="526"/>
                  <a:pt x="710" y="527"/>
                </a:cubicBezTo>
                <a:cubicBezTo>
                  <a:pt x="710" y="528"/>
                  <a:pt x="710" y="528"/>
                  <a:pt x="710" y="528"/>
                </a:cubicBezTo>
                <a:cubicBezTo>
                  <a:pt x="710" y="528"/>
                  <a:pt x="710" y="528"/>
                  <a:pt x="710" y="528"/>
                </a:cubicBezTo>
                <a:cubicBezTo>
                  <a:pt x="710" y="528"/>
                  <a:pt x="711" y="527"/>
                  <a:pt x="711" y="527"/>
                </a:cubicBezTo>
                <a:cubicBezTo>
                  <a:pt x="711" y="527"/>
                  <a:pt x="711" y="526"/>
                  <a:pt x="712" y="527"/>
                </a:cubicBezTo>
                <a:cubicBezTo>
                  <a:pt x="711" y="527"/>
                  <a:pt x="711" y="528"/>
                  <a:pt x="711" y="529"/>
                </a:cubicBezTo>
                <a:cubicBezTo>
                  <a:pt x="711" y="528"/>
                  <a:pt x="711" y="528"/>
                  <a:pt x="711" y="528"/>
                </a:cubicBezTo>
                <a:cubicBezTo>
                  <a:pt x="711" y="528"/>
                  <a:pt x="711" y="528"/>
                  <a:pt x="711" y="528"/>
                </a:cubicBezTo>
                <a:cubicBezTo>
                  <a:pt x="711" y="529"/>
                  <a:pt x="710" y="530"/>
                  <a:pt x="710" y="531"/>
                </a:cubicBezTo>
                <a:cubicBezTo>
                  <a:pt x="710" y="531"/>
                  <a:pt x="710" y="531"/>
                  <a:pt x="710" y="531"/>
                </a:cubicBezTo>
                <a:cubicBezTo>
                  <a:pt x="710" y="531"/>
                  <a:pt x="710" y="531"/>
                  <a:pt x="710" y="531"/>
                </a:cubicBezTo>
                <a:cubicBezTo>
                  <a:pt x="710" y="530"/>
                  <a:pt x="710" y="530"/>
                  <a:pt x="711" y="529"/>
                </a:cubicBezTo>
                <a:moveTo>
                  <a:pt x="712" y="517"/>
                </a:moveTo>
                <a:cubicBezTo>
                  <a:pt x="712" y="517"/>
                  <a:pt x="712" y="516"/>
                  <a:pt x="712" y="516"/>
                </a:cubicBezTo>
                <a:cubicBezTo>
                  <a:pt x="712" y="515"/>
                  <a:pt x="712" y="515"/>
                  <a:pt x="712" y="515"/>
                </a:cubicBezTo>
                <a:cubicBezTo>
                  <a:pt x="713" y="515"/>
                  <a:pt x="713" y="514"/>
                  <a:pt x="713" y="514"/>
                </a:cubicBezTo>
                <a:cubicBezTo>
                  <a:pt x="713" y="514"/>
                  <a:pt x="713" y="515"/>
                  <a:pt x="712" y="515"/>
                </a:cubicBezTo>
                <a:cubicBezTo>
                  <a:pt x="712" y="515"/>
                  <a:pt x="712" y="516"/>
                  <a:pt x="712" y="516"/>
                </a:cubicBezTo>
                <a:cubicBezTo>
                  <a:pt x="712" y="517"/>
                  <a:pt x="712" y="517"/>
                  <a:pt x="712" y="517"/>
                </a:cubicBezTo>
                <a:moveTo>
                  <a:pt x="728" y="487"/>
                </a:moveTo>
                <a:cubicBezTo>
                  <a:pt x="734" y="465"/>
                  <a:pt x="734" y="465"/>
                  <a:pt x="734" y="465"/>
                </a:cubicBezTo>
                <a:cubicBezTo>
                  <a:pt x="733" y="469"/>
                  <a:pt x="733" y="469"/>
                  <a:pt x="733" y="469"/>
                </a:cubicBezTo>
                <a:cubicBezTo>
                  <a:pt x="732" y="471"/>
                  <a:pt x="732" y="473"/>
                  <a:pt x="731" y="475"/>
                </a:cubicBezTo>
                <a:cubicBezTo>
                  <a:pt x="731" y="476"/>
                  <a:pt x="731" y="476"/>
                  <a:pt x="731" y="476"/>
                </a:cubicBezTo>
                <a:cubicBezTo>
                  <a:pt x="731" y="475"/>
                  <a:pt x="731" y="475"/>
                  <a:pt x="731" y="474"/>
                </a:cubicBezTo>
                <a:cubicBezTo>
                  <a:pt x="731" y="473"/>
                  <a:pt x="731" y="473"/>
                  <a:pt x="731" y="473"/>
                </a:cubicBezTo>
                <a:cubicBezTo>
                  <a:pt x="731" y="474"/>
                  <a:pt x="731" y="474"/>
                  <a:pt x="731" y="474"/>
                </a:cubicBezTo>
                <a:cubicBezTo>
                  <a:pt x="728" y="480"/>
                  <a:pt x="727" y="486"/>
                  <a:pt x="725" y="493"/>
                </a:cubicBezTo>
                <a:cubicBezTo>
                  <a:pt x="725" y="493"/>
                  <a:pt x="725" y="493"/>
                  <a:pt x="725" y="493"/>
                </a:cubicBezTo>
                <a:cubicBezTo>
                  <a:pt x="725" y="494"/>
                  <a:pt x="725" y="494"/>
                  <a:pt x="725" y="494"/>
                </a:cubicBezTo>
                <a:cubicBezTo>
                  <a:pt x="723" y="498"/>
                  <a:pt x="723" y="498"/>
                  <a:pt x="722" y="501"/>
                </a:cubicBezTo>
                <a:cubicBezTo>
                  <a:pt x="722" y="504"/>
                  <a:pt x="721" y="504"/>
                  <a:pt x="721" y="504"/>
                </a:cubicBezTo>
                <a:cubicBezTo>
                  <a:pt x="722" y="504"/>
                  <a:pt x="722" y="504"/>
                  <a:pt x="722" y="504"/>
                </a:cubicBezTo>
                <a:cubicBezTo>
                  <a:pt x="728" y="487"/>
                  <a:pt x="728" y="487"/>
                  <a:pt x="728" y="487"/>
                </a:cubicBezTo>
                <a:moveTo>
                  <a:pt x="714" y="506"/>
                </a:moveTo>
                <a:cubicBezTo>
                  <a:pt x="715" y="505"/>
                  <a:pt x="715" y="503"/>
                  <a:pt x="716" y="502"/>
                </a:cubicBezTo>
                <a:cubicBezTo>
                  <a:pt x="716" y="501"/>
                  <a:pt x="716" y="501"/>
                  <a:pt x="716" y="501"/>
                </a:cubicBezTo>
                <a:cubicBezTo>
                  <a:pt x="716" y="500"/>
                  <a:pt x="716" y="500"/>
                  <a:pt x="716" y="500"/>
                </a:cubicBezTo>
                <a:cubicBezTo>
                  <a:pt x="716" y="500"/>
                  <a:pt x="716" y="500"/>
                  <a:pt x="716" y="500"/>
                </a:cubicBezTo>
                <a:cubicBezTo>
                  <a:pt x="716" y="500"/>
                  <a:pt x="716" y="499"/>
                  <a:pt x="716" y="496"/>
                </a:cubicBezTo>
                <a:cubicBezTo>
                  <a:pt x="718" y="491"/>
                  <a:pt x="718" y="491"/>
                  <a:pt x="718" y="491"/>
                </a:cubicBezTo>
                <a:cubicBezTo>
                  <a:pt x="715" y="496"/>
                  <a:pt x="715" y="502"/>
                  <a:pt x="715" y="503"/>
                </a:cubicBezTo>
                <a:cubicBezTo>
                  <a:pt x="715" y="503"/>
                  <a:pt x="715" y="503"/>
                  <a:pt x="715" y="504"/>
                </a:cubicBezTo>
                <a:cubicBezTo>
                  <a:pt x="714" y="505"/>
                  <a:pt x="714" y="506"/>
                  <a:pt x="714" y="506"/>
                </a:cubicBezTo>
                <a:cubicBezTo>
                  <a:pt x="714" y="506"/>
                  <a:pt x="714" y="506"/>
                  <a:pt x="714" y="506"/>
                </a:cubicBezTo>
                <a:moveTo>
                  <a:pt x="719" y="481"/>
                </a:moveTo>
                <a:cubicBezTo>
                  <a:pt x="719" y="480"/>
                  <a:pt x="719" y="480"/>
                  <a:pt x="719" y="480"/>
                </a:cubicBezTo>
                <a:cubicBezTo>
                  <a:pt x="719" y="480"/>
                  <a:pt x="719" y="480"/>
                  <a:pt x="719" y="481"/>
                </a:cubicBezTo>
                <a:cubicBezTo>
                  <a:pt x="719" y="481"/>
                  <a:pt x="719" y="481"/>
                  <a:pt x="719" y="481"/>
                </a:cubicBezTo>
                <a:moveTo>
                  <a:pt x="719" y="485"/>
                </a:moveTo>
                <a:cubicBezTo>
                  <a:pt x="719" y="484"/>
                  <a:pt x="719" y="484"/>
                  <a:pt x="719" y="484"/>
                </a:cubicBezTo>
                <a:cubicBezTo>
                  <a:pt x="719" y="483"/>
                  <a:pt x="719" y="482"/>
                  <a:pt x="719" y="482"/>
                </a:cubicBezTo>
                <a:cubicBezTo>
                  <a:pt x="720" y="479"/>
                  <a:pt x="720" y="479"/>
                  <a:pt x="720" y="479"/>
                </a:cubicBezTo>
                <a:cubicBezTo>
                  <a:pt x="719" y="478"/>
                  <a:pt x="719" y="478"/>
                  <a:pt x="719" y="478"/>
                </a:cubicBezTo>
                <a:cubicBezTo>
                  <a:pt x="719" y="479"/>
                  <a:pt x="719" y="479"/>
                  <a:pt x="719" y="479"/>
                </a:cubicBezTo>
                <a:cubicBezTo>
                  <a:pt x="719" y="480"/>
                  <a:pt x="719" y="480"/>
                  <a:pt x="719" y="482"/>
                </a:cubicBezTo>
                <a:cubicBezTo>
                  <a:pt x="719" y="485"/>
                  <a:pt x="719" y="485"/>
                  <a:pt x="718" y="486"/>
                </a:cubicBezTo>
                <a:cubicBezTo>
                  <a:pt x="719" y="485"/>
                  <a:pt x="719" y="485"/>
                  <a:pt x="719" y="485"/>
                </a:cubicBezTo>
                <a:moveTo>
                  <a:pt x="720" y="475"/>
                </a:moveTo>
                <a:cubicBezTo>
                  <a:pt x="720" y="475"/>
                  <a:pt x="720" y="474"/>
                  <a:pt x="720" y="474"/>
                </a:cubicBezTo>
                <a:cubicBezTo>
                  <a:pt x="720" y="473"/>
                  <a:pt x="720" y="473"/>
                  <a:pt x="720" y="473"/>
                </a:cubicBezTo>
                <a:cubicBezTo>
                  <a:pt x="720" y="472"/>
                  <a:pt x="720" y="471"/>
                  <a:pt x="720" y="471"/>
                </a:cubicBezTo>
                <a:cubicBezTo>
                  <a:pt x="720" y="470"/>
                  <a:pt x="720" y="470"/>
                  <a:pt x="720" y="470"/>
                </a:cubicBezTo>
                <a:cubicBezTo>
                  <a:pt x="720" y="470"/>
                  <a:pt x="720" y="471"/>
                  <a:pt x="720" y="471"/>
                </a:cubicBezTo>
                <a:cubicBezTo>
                  <a:pt x="720" y="472"/>
                  <a:pt x="720" y="472"/>
                  <a:pt x="719" y="473"/>
                </a:cubicBezTo>
                <a:cubicBezTo>
                  <a:pt x="719" y="474"/>
                  <a:pt x="719" y="474"/>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19" y="475"/>
                  <a:pt x="719" y="475"/>
                  <a:pt x="719" y="475"/>
                </a:cubicBezTo>
                <a:cubicBezTo>
                  <a:pt x="720" y="475"/>
                  <a:pt x="720" y="475"/>
                  <a:pt x="720" y="475"/>
                </a:cubicBezTo>
                <a:moveTo>
                  <a:pt x="721" y="502"/>
                </a:moveTo>
                <a:cubicBezTo>
                  <a:pt x="721" y="502"/>
                  <a:pt x="723" y="495"/>
                  <a:pt x="723" y="494"/>
                </a:cubicBezTo>
                <a:cubicBezTo>
                  <a:pt x="722" y="495"/>
                  <a:pt x="722" y="495"/>
                  <a:pt x="721" y="497"/>
                </a:cubicBezTo>
                <a:cubicBezTo>
                  <a:pt x="721" y="497"/>
                  <a:pt x="721" y="497"/>
                  <a:pt x="721" y="497"/>
                </a:cubicBezTo>
                <a:cubicBezTo>
                  <a:pt x="723" y="492"/>
                  <a:pt x="723" y="492"/>
                  <a:pt x="723" y="492"/>
                </a:cubicBezTo>
                <a:cubicBezTo>
                  <a:pt x="723" y="492"/>
                  <a:pt x="723" y="492"/>
                  <a:pt x="723" y="492"/>
                </a:cubicBezTo>
                <a:cubicBezTo>
                  <a:pt x="722" y="491"/>
                  <a:pt x="722" y="491"/>
                  <a:pt x="722" y="491"/>
                </a:cubicBezTo>
                <a:cubicBezTo>
                  <a:pt x="723" y="490"/>
                  <a:pt x="723" y="489"/>
                  <a:pt x="723" y="488"/>
                </a:cubicBezTo>
                <a:cubicBezTo>
                  <a:pt x="724" y="486"/>
                  <a:pt x="724" y="484"/>
                  <a:pt x="725" y="482"/>
                </a:cubicBezTo>
                <a:cubicBezTo>
                  <a:pt x="724" y="482"/>
                  <a:pt x="724" y="482"/>
                  <a:pt x="724" y="482"/>
                </a:cubicBezTo>
                <a:cubicBezTo>
                  <a:pt x="724" y="482"/>
                  <a:pt x="724" y="482"/>
                  <a:pt x="724" y="482"/>
                </a:cubicBezTo>
                <a:cubicBezTo>
                  <a:pt x="724" y="480"/>
                  <a:pt x="725" y="477"/>
                  <a:pt x="726" y="474"/>
                </a:cubicBezTo>
                <a:cubicBezTo>
                  <a:pt x="725" y="475"/>
                  <a:pt x="725" y="475"/>
                  <a:pt x="725" y="475"/>
                </a:cubicBezTo>
                <a:cubicBezTo>
                  <a:pt x="725" y="475"/>
                  <a:pt x="725" y="475"/>
                  <a:pt x="725" y="475"/>
                </a:cubicBezTo>
                <a:cubicBezTo>
                  <a:pt x="725" y="475"/>
                  <a:pt x="724" y="474"/>
                  <a:pt x="725" y="473"/>
                </a:cubicBezTo>
                <a:cubicBezTo>
                  <a:pt x="725" y="472"/>
                  <a:pt x="725" y="472"/>
                  <a:pt x="725" y="472"/>
                </a:cubicBezTo>
                <a:cubicBezTo>
                  <a:pt x="725" y="471"/>
                  <a:pt x="725" y="464"/>
                  <a:pt x="725" y="461"/>
                </a:cubicBezTo>
                <a:cubicBezTo>
                  <a:pt x="725" y="461"/>
                  <a:pt x="725" y="461"/>
                  <a:pt x="725" y="457"/>
                </a:cubicBezTo>
                <a:cubicBezTo>
                  <a:pt x="725" y="457"/>
                  <a:pt x="724" y="458"/>
                  <a:pt x="724" y="458"/>
                </a:cubicBezTo>
                <a:cubicBezTo>
                  <a:pt x="724" y="458"/>
                  <a:pt x="723" y="456"/>
                  <a:pt x="723" y="455"/>
                </a:cubicBezTo>
                <a:cubicBezTo>
                  <a:pt x="722" y="455"/>
                  <a:pt x="722" y="456"/>
                  <a:pt x="722" y="458"/>
                </a:cubicBezTo>
                <a:cubicBezTo>
                  <a:pt x="722" y="461"/>
                  <a:pt x="722" y="461"/>
                  <a:pt x="722" y="465"/>
                </a:cubicBezTo>
                <a:cubicBezTo>
                  <a:pt x="723" y="468"/>
                  <a:pt x="721" y="470"/>
                  <a:pt x="721" y="473"/>
                </a:cubicBezTo>
                <a:cubicBezTo>
                  <a:pt x="721" y="473"/>
                  <a:pt x="721" y="473"/>
                  <a:pt x="721" y="473"/>
                </a:cubicBezTo>
                <a:cubicBezTo>
                  <a:pt x="722" y="474"/>
                  <a:pt x="722" y="474"/>
                  <a:pt x="722" y="474"/>
                </a:cubicBezTo>
                <a:cubicBezTo>
                  <a:pt x="722" y="475"/>
                  <a:pt x="721" y="478"/>
                  <a:pt x="721" y="481"/>
                </a:cubicBezTo>
                <a:cubicBezTo>
                  <a:pt x="721" y="481"/>
                  <a:pt x="720" y="481"/>
                  <a:pt x="720" y="482"/>
                </a:cubicBezTo>
                <a:cubicBezTo>
                  <a:pt x="720" y="485"/>
                  <a:pt x="720" y="488"/>
                  <a:pt x="719" y="491"/>
                </a:cubicBezTo>
                <a:cubicBezTo>
                  <a:pt x="719" y="494"/>
                  <a:pt x="718" y="497"/>
                  <a:pt x="717" y="500"/>
                </a:cubicBezTo>
                <a:cubicBezTo>
                  <a:pt x="716" y="506"/>
                  <a:pt x="715" y="512"/>
                  <a:pt x="713" y="517"/>
                </a:cubicBezTo>
                <a:cubicBezTo>
                  <a:pt x="714" y="516"/>
                  <a:pt x="715" y="515"/>
                  <a:pt x="715" y="514"/>
                </a:cubicBezTo>
                <a:cubicBezTo>
                  <a:pt x="715" y="514"/>
                  <a:pt x="716" y="513"/>
                  <a:pt x="716" y="513"/>
                </a:cubicBezTo>
                <a:cubicBezTo>
                  <a:pt x="716" y="513"/>
                  <a:pt x="718" y="508"/>
                  <a:pt x="719" y="506"/>
                </a:cubicBezTo>
                <a:cubicBezTo>
                  <a:pt x="719" y="506"/>
                  <a:pt x="719" y="506"/>
                  <a:pt x="719" y="505"/>
                </a:cubicBezTo>
                <a:cubicBezTo>
                  <a:pt x="720" y="503"/>
                  <a:pt x="720" y="503"/>
                  <a:pt x="720" y="503"/>
                </a:cubicBezTo>
                <a:cubicBezTo>
                  <a:pt x="720" y="504"/>
                  <a:pt x="720" y="504"/>
                  <a:pt x="720" y="504"/>
                </a:cubicBezTo>
                <a:cubicBezTo>
                  <a:pt x="720" y="503"/>
                  <a:pt x="720" y="503"/>
                  <a:pt x="721" y="502"/>
                </a:cubicBezTo>
                <a:moveTo>
                  <a:pt x="482" y="16"/>
                </a:moveTo>
                <a:cubicBezTo>
                  <a:pt x="480" y="15"/>
                  <a:pt x="479" y="15"/>
                  <a:pt x="479" y="15"/>
                </a:cubicBezTo>
                <a:cubicBezTo>
                  <a:pt x="479" y="15"/>
                  <a:pt x="479" y="15"/>
                  <a:pt x="479" y="15"/>
                </a:cubicBezTo>
                <a:cubicBezTo>
                  <a:pt x="478" y="15"/>
                  <a:pt x="478" y="15"/>
                  <a:pt x="478" y="15"/>
                </a:cubicBezTo>
                <a:cubicBezTo>
                  <a:pt x="478" y="15"/>
                  <a:pt x="478" y="15"/>
                  <a:pt x="478" y="15"/>
                </a:cubicBezTo>
                <a:cubicBezTo>
                  <a:pt x="478" y="15"/>
                  <a:pt x="478" y="15"/>
                  <a:pt x="478" y="15"/>
                </a:cubicBezTo>
                <a:cubicBezTo>
                  <a:pt x="479" y="15"/>
                  <a:pt x="479" y="15"/>
                  <a:pt x="479" y="15"/>
                </a:cubicBezTo>
                <a:cubicBezTo>
                  <a:pt x="480" y="15"/>
                  <a:pt x="480" y="15"/>
                  <a:pt x="481" y="15"/>
                </a:cubicBezTo>
                <a:cubicBezTo>
                  <a:pt x="481" y="15"/>
                  <a:pt x="481" y="15"/>
                  <a:pt x="481" y="15"/>
                </a:cubicBezTo>
                <a:cubicBezTo>
                  <a:pt x="481" y="16"/>
                  <a:pt x="482" y="16"/>
                  <a:pt x="482" y="16"/>
                </a:cubicBezTo>
                <a:cubicBezTo>
                  <a:pt x="483" y="16"/>
                  <a:pt x="483" y="16"/>
                  <a:pt x="483" y="16"/>
                </a:cubicBezTo>
                <a:cubicBezTo>
                  <a:pt x="483" y="16"/>
                  <a:pt x="483" y="16"/>
                  <a:pt x="483" y="16"/>
                </a:cubicBezTo>
                <a:cubicBezTo>
                  <a:pt x="483" y="16"/>
                  <a:pt x="482" y="16"/>
                  <a:pt x="482" y="16"/>
                </a:cubicBezTo>
                <a:moveTo>
                  <a:pt x="492" y="21"/>
                </a:moveTo>
                <a:cubicBezTo>
                  <a:pt x="492" y="20"/>
                  <a:pt x="488" y="19"/>
                  <a:pt x="488" y="19"/>
                </a:cubicBezTo>
                <a:cubicBezTo>
                  <a:pt x="488" y="19"/>
                  <a:pt x="488" y="19"/>
                  <a:pt x="488" y="19"/>
                </a:cubicBezTo>
                <a:cubicBezTo>
                  <a:pt x="489" y="20"/>
                  <a:pt x="490" y="20"/>
                  <a:pt x="490" y="20"/>
                </a:cubicBezTo>
                <a:cubicBezTo>
                  <a:pt x="491" y="20"/>
                  <a:pt x="491" y="20"/>
                  <a:pt x="491" y="21"/>
                </a:cubicBezTo>
                <a:cubicBezTo>
                  <a:pt x="491" y="20"/>
                  <a:pt x="491" y="20"/>
                  <a:pt x="491" y="20"/>
                </a:cubicBezTo>
                <a:cubicBezTo>
                  <a:pt x="491" y="20"/>
                  <a:pt x="492" y="21"/>
                  <a:pt x="492" y="21"/>
                </a:cubicBezTo>
                <a:cubicBezTo>
                  <a:pt x="492" y="21"/>
                  <a:pt x="492" y="21"/>
                  <a:pt x="492" y="21"/>
                </a:cubicBezTo>
                <a:moveTo>
                  <a:pt x="476" y="14"/>
                </a:moveTo>
                <a:cubicBezTo>
                  <a:pt x="475" y="14"/>
                  <a:pt x="475" y="14"/>
                  <a:pt x="474" y="14"/>
                </a:cubicBezTo>
                <a:cubicBezTo>
                  <a:pt x="474" y="13"/>
                  <a:pt x="473" y="13"/>
                  <a:pt x="473" y="13"/>
                </a:cubicBezTo>
                <a:cubicBezTo>
                  <a:pt x="473" y="13"/>
                  <a:pt x="473" y="13"/>
                  <a:pt x="473" y="13"/>
                </a:cubicBezTo>
                <a:cubicBezTo>
                  <a:pt x="469" y="12"/>
                  <a:pt x="468" y="12"/>
                  <a:pt x="467" y="12"/>
                </a:cubicBezTo>
                <a:cubicBezTo>
                  <a:pt x="468" y="12"/>
                  <a:pt x="469" y="12"/>
                  <a:pt x="469" y="12"/>
                </a:cubicBezTo>
                <a:cubicBezTo>
                  <a:pt x="469" y="12"/>
                  <a:pt x="469" y="12"/>
                  <a:pt x="469" y="12"/>
                </a:cubicBezTo>
                <a:cubicBezTo>
                  <a:pt x="467" y="12"/>
                  <a:pt x="465" y="11"/>
                  <a:pt x="463" y="11"/>
                </a:cubicBezTo>
                <a:cubicBezTo>
                  <a:pt x="463" y="11"/>
                  <a:pt x="463" y="11"/>
                  <a:pt x="463" y="11"/>
                </a:cubicBezTo>
                <a:cubicBezTo>
                  <a:pt x="465" y="12"/>
                  <a:pt x="468" y="12"/>
                  <a:pt x="470" y="13"/>
                </a:cubicBezTo>
                <a:cubicBezTo>
                  <a:pt x="470" y="13"/>
                  <a:pt x="470" y="13"/>
                  <a:pt x="470" y="13"/>
                </a:cubicBezTo>
                <a:cubicBezTo>
                  <a:pt x="482" y="17"/>
                  <a:pt x="482" y="17"/>
                  <a:pt x="483" y="17"/>
                </a:cubicBezTo>
                <a:cubicBezTo>
                  <a:pt x="482" y="16"/>
                  <a:pt x="480" y="16"/>
                  <a:pt x="479" y="15"/>
                </a:cubicBezTo>
                <a:cubicBezTo>
                  <a:pt x="480" y="16"/>
                  <a:pt x="480" y="16"/>
                  <a:pt x="480" y="16"/>
                </a:cubicBezTo>
                <a:cubicBezTo>
                  <a:pt x="480" y="16"/>
                  <a:pt x="480" y="16"/>
                  <a:pt x="480" y="16"/>
                </a:cubicBezTo>
                <a:cubicBezTo>
                  <a:pt x="479" y="15"/>
                  <a:pt x="479" y="15"/>
                  <a:pt x="478" y="15"/>
                </a:cubicBezTo>
                <a:cubicBezTo>
                  <a:pt x="479" y="15"/>
                  <a:pt x="479" y="15"/>
                  <a:pt x="479" y="15"/>
                </a:cubicBezTo>
                <a:cubicBezTo>
                  <a:pt x="478" y="15"/>
                  <a:pt x="478" y="15"/>
                  <a:pt x="478" y="15"/>
                </a:cubicBezTo>
                <a:cubicBezTo>
                  <a:pt x="478" y="15"/>
                  <a:pt x="478" y="15"/>
                  <a:pt x="478" y="15"/>
                </a:cubicBezTo>
                <a:cubicBezTo>
                  <a:pt x="478" y="15"/>
                  <a:pt x="477" y="14"/>
                  <a:pt x="476" y="14"/>
                </a:cubicBezTo>
                <a:moveTo>
                  <a:pt x="460" y="10"/>
                </a:moveTo>
                <a:cubicBezTo>
                  <a:pt x="455" y="9"/>
                  <a:pt x="455" y="9"/>
                  <a:pt x="455" y="9"/>
                </a:cubicBezTo>
                <a:cubicBezTo>
                  <a:pt x="455" y="9"/>
                  <a:pt x="456" y="9"/>
                  <a:pt x="457" y="10"/>
                </a:cubicBezTo>
                <a:cubicBezTo>
                  <a:pt x="457" y="10"/>
                  <a:pt x="457" y="10"/>
                  <a:pt x="455" y="9"/>
                </a:cubicBezTo>
                <a:cubicBezTo>
                  <a:pt x="454" y="9"/>
                  <a:pt x="454" y="9"/>
                  <a:pt x="453" y="9"/>
                </a:cubicBezTo>
                <a:cubicBezTo>
                  <a:pt x="453" y="9"/>
                  <a:pt x="453" y="9"/>
                  <a:pt x="453" y="9"/>
                </a:cubicBezTo>
                <a:cubicBezTo>
                  <a:pt x="454" y="9"/>
                  <a:pt x="455" y="9"/>
                  <a:pt x="456" y="10"/>
                </a:cubicBezTo>
                <a:cubicBezTo>
                  <a:pt x="455" y="10"/>
                  <a:pt x="455" y="10"/>
                  <a:pt x="455" y="10"/>
                </a:cubicBezTo>
                <a:cubicBezTo>
                  <a:pt x="456" y="10"/>
                  <a:pt x="457" y="10"/>
                  <a:pt x="458" y="10"/>
                </a:cubicBezTo>
                <a:cubicBezTo>
                  <a:pt x="457" y="10"/>
                  <a:pt x="457" y="10"/>
                  <a:pt x="457" y="10"/>
                </a:cubicBezTo>
                <a:cubicBezTo>
                  <a:pt x="458" y="11"/>
                  <a:pt x="459" y="11"/>
                  <a:pt x="460" y="11"/>
                </a:cubicBezTo>
                <a:cubicBezTo>
                  <a:pt x="461" y="11"/>
                  <a:pt x="461" y="11"/>
                  <a:pt x="461" y="11"/>
                </a:cubicBezTo>
                <a:cubicBezTo>
                  <a:pt x="462" y="11"/>
                  <a:pt x="462" y="11"/>
                  <a:pt x="466" y="13"/>
                </a:cubicBezTo>
                <a:cubicBezTo>
                  <a:pt x="467" y="13"/>
                  <a:pt x="467" y="13"/>
                  <a:pt x="467" y="13"/>
                </a:cubicBezTo>
                <a:cubicBezTo>
                  <a:pt x="468" y="13"/>
                  <a:pt x="469" y="13"/>
                  <a:pt x="470" y="13"/>
                </a:cubicBezTo>
                <a:cubicBezTo>
                  <a:pt x="470" y="13"/>
                  <a:pt x="470" y="13"/>
                  <a:pt x="470" y="13"/>
                </a:cubicBezTo>
                <a:cubicBezTo>
                  <a:pt x="471" y="13"/>
                  <a:pt x="471" y="13"/>
                  <a:pt x="471" y="13"/>
                </a:cubicBezTo>
                <a:cubicBezTo>
                  <a:pt x="471" y="13"/>
                  <a:pt x="471" y="13"/>
                  <a:pt x="471" y="13"/>
                </a:cubicBezTo>
                <a:cubicBezTo>
                  <a:pt x="470" y="13"/>
                  <a:pt x="470" y="13"/>
                  <a:pt x="469" y="13"/>
                </a:cubicBezTo>
                <a:cubicBezTo>
                  <a:pt x="468" y="12"/>
                  <a:pt x="467" y="12"/>
                  <a:pt x="466" y="12"/>
                </a:cubicBezTo>
                <a:cubicBezTo>
                  <a:pt x="464" y="12"/>
                  <a:pt x="462" y="11"/>
                  <a:pt x="460" y="10"/>
                </a:cubicBezTo>
                <a:moveTo>
                  <a:pt x="445" y="7"/>
                </a:moveTo>
                <a:cubicBezTo>
                  <a:pt x="444" y="7"/>
                  <a:pt x="444" y="7"/>
                  <a:pt x="444" y="7"/>
                </a:cubicBezTo>
                <a:cubicBezTo>
                  <a:pt x="444" y="7"/>
                  <a:pt x="444" y="7"/>
                  <a:pt x="444" y="7"/>
                </a:cubicBezTo>
                <a:cubicBezTo>
                  <a:pt x="443" y="7"/>
                  <a:pt x="443" y="7"/>
                  <a:pt x="443" y="7"/>
                </a:cubicBezTo>
                <a:cubicBezTo>
                  <a:pt x="440" y="6"/>
                  <a:pt x="439" y="6"/>
                  <a:pt x="438" y="6"/>
                </a:cubicBezTo>
                <a:cubicBezTo>
                  <a:pt x="440" y="6"/>
                  <a:pt x="441" y="6"/>
                  <a:pt x="442" y="7"/>
                </a:cubicBezTo>
                <a:cubicBezTo>
                  <a:pt x="442" y="7"/>
                  <a:pt x="442" y="7"/>
                  <a:pt x="442" y="7"/>
                </a:cubicBezTo>
                <a:cubicBezTo>
                  <a:pt x="444" y="7"/>
                  <a:pt x="445" y="7"/>
                  <a:pt x="447" y="8"/>
                </a:cubicBezTo>
                <a:cubicBezTo>
                  <a:pt x="447" y="8"/>
                  <a:pt x="447" y="8"/>
                  <a:pt x="447" y="8"/>
                </a:cubicBezTo>
                <a:cubicBezTo>
                  <a:pt x="450" y="9"/>
                  <a:pt x="450" y="9"/>
                  <a:pt x="450" y="9"/>
                </a:cubicBezTo>
                <a:cubicBezTo>
                  <a:pt x="450" y="9"/>
                  <a:pt x="450" y="9"/>
                  <a:pt x="450" y="9"/>
                </a:cubicBezTo>
                <a:cubicBezTo>
                  <a:pt x="450" y="9"/>
                  <a:pt x="450" y="9"/>
                  <a:pt x="450" y="9"/>
                </a:cubicBezTo>
                <a:cubicBezTo>
                  <a:pt x="451" y="9"/>
                  <a:pt x="452" y="9"/>
                  <a:pt x="452" y="9"/>
                </a:cubicBezTo>
                <a:cubicBezTo>
                  <a:pt x="454" y="9"/>
                  <a:pt x="454" y="9"/>
                  <a:pt x="454" y="9"/>
                </a:cubicBezTo>
                <a:cubicBezTo>
                  <a:pt x="454" y="9"/>
                  <a:pt x="453" y="9"/>
                  <a:pt x="452" y="9"/>
                </a:cubicBezTo>
                <a:cubicBezTo>
                  <a:pt x="453" y="9"/>
                  <a:pt x="453" y="9"/>
                  <a:pt x="453" y="9"/>
                </a:cubicBezTo>
                <a:cubicBezTo>
                  <a:pt x="452" y="9"/>
                  <a:pt x="452" y="9"/>
                  <a:pt x="451" y="9"/>
                </a:cubicBezTo>
                <a:cubicBezTo>
                  <a:pt x="451" y="8"/>
                  <a:pt x="451" y="8"/>
                  <a:pt x="451" y="8"/>
                </a:cubicBezTo>
                <a:cubicBezTo>
                  <a:pt x="451" y="8"/>
                  <a:pt x="451" y="8"/>
                  <a:pt x="449" y="8"/>
                </a:cubicBezTo>
                <a:cubicBezTo>
                  <a:pt x="448" y="8"/>
                  <a:pt x="447" y="7"/>
                  <a:pt x="446" y="7"/>
                </a:cubicBezTo>
                <a:cubicBezTo>
                  <a:pt x="446" y="7"/>
                  <a:pt x="446" y="7"/>
                  <a:pt x="446" y="7"/>
                </a:cubicBezTo>
                <a:cubicBezTo>
                  <a:pt x="446" y="7"/>
                  <a:pt x="445" y="7"/>
                  <a:pt x="445" y="7"/>
                </a:cubicBezTo>
                <a:moveTo>
                  <a:pt x="459" y="11"/>
                </a:moveTo>
                <a:cubicBezTo>
                  <a:pt x="458" y="10"/>
                  <a:pt x="458" y="10"/>
                  <a:pt x="458" y="10"/>
                </a:cubicBezTo>
                <a:cubicBezTo>
                  <a:pt x="457" y="10"/>
                  <a:pt x="457" y="10"/>
                  <a:pt x="457" y="10"/>
                </a:cubicBezTo>
                <a:cubicBezTo>
                  <a:pt x="456" y="10"/>
                  <a:pt x="456" y="10"/>
                  <a:pt x="456" y="10"/>
                </a:cubicBezTo>
                <a:cubicBezTo>
                  <a:pt x="456" y="10"/>
                  <a:pt x="456" y="10"/>
                  <a:pt x="456" y="10"/>
                </a:cubicBezTo>
                <a:cubicBezTo>
                  <a:pt x="455" y="10"/>
                  <a:pt x="454" y="10"/>
                  <a:pt x="454" y="10"/>
                </a:cubicBezTo>
                <a:cubicBezTo>
                  <a:pt x="454" y="10"/>
                  <a:pt x="454" y="10"/>
                  <a:pt x="454" y="10"/>
                </a:cubicBezTo>
                <a:cubicBezTo>
                  <a:pt x="453" y="9"/>
                  <a:pt x="453" y="9"/>
                  <a:pt x="453" y="9"/>
                </a:cubicBezTo>
                <a:cubicBezTo>
                  <a:pt x="454" y="10"/>
                  <a:pt x="454" y="10"/>
                  <a:pt x="454" y="10"/>
                </a:cubicBezTo>
                <a:cubicBezTo>
                  <a:pt x="454" y="10"/>
                  <a:pt x="454" y="10"/>
                  <a:pt x="454" y="10"/>
                </a:cubicBezTo>
                <a:cubicBezTo>
                  <a:pt x="454" y="10"/>
                  <a:pt x="454" y="10"/>
                  <a:pt x="454" y="10"/>
                </a:cubicBezTo>
                <a:cubicBezTo>
                  <a:pt x="457" y="10"/>
                  <a:pt x="457" y="10"/>
                  <a:pt x="458" y="11"/>
                </a:cubicBezTo>
                <a:cubicBezTo>
                  <a:pt x="458" y="11"/>
                  <a:pt x="458" y="11"/>
                  <a:pt x="458" y="11"/>
                </a:cubicBezTo>
                <a:cubicBezTo>
                  <a:pt x="458" y="11"/>
                  <a:pt x="459" y="11"/>
                  <a:pt x="460" y="11"/>
                </a:cubicBezTo>
                <a:cubicBezTo>
                  <a:pt x="460" y="11"/>
                  <a:pt x="460" y="11"/>
                  <a:pt x="460" y="11"/>
                </a:cubicBezTo>
                <a:cubicBezTo>
                  <a:pt x="460" y="11"/>
                  <a:pt x="459" y="11"/>
                  <a:pt x="459" y="11"/>
                </a:cubicBezTo>
                <a:moveTo>
                  <a:pt x="440" y="6"/>
                </a:moveTo>
                <a:cubicBezTo>
                  <a:pt x="440" y="6"/>
                  <a:pt x="437" y="6"/>
                  <a:pt x="436" y="6"/>
                </a:cubicBezTo>
                <a:cubicBezTo>
                  <a:pt x="437" y="6"/>
                  <a:pt x="437" y="6"/>
                  <a:pt x="437" y="6"/>
                </a:cubicBezTo>
                <a:cubicBezTo>
                  <a:pt x="437" y="6"/>
                  <a:pt x="436" y="6"/>
                  <a:pt x="436" y="6"/>
                </a:cubicBezTo>
                <a:cubicBezTo>
                  <a:pt x="437" y="6"/>
                  <a:pt x="437" y="6"/>
                  <a:pt x="437" y="6"/>
                </a:cubicBezTo>
                <a:cubicBezTo>
                  <a:pt x="438" y="6"/>
                  <a:pt x="439" y="6"/>
                  <a:pt x="440" y="6"/>
                </a:cubicBezTo>
                <a:cubicBezTo>
                  <a:pt x="440" y="7"/>
                  <a:pt x="441" y="7"/>
                  <a:pt x="442" y="7"/>
                </a:cubicBezTo>
                <a:cubicBezTo>
                  <a:pt x="442" y="7"/>
                  <a:pt x="442" y="7"/>
                  <a:pt x="442" y="7"/>
                </a:cubicBezTo>
                <a:cubicBezTo>
                  <a:pt x="441" y="7"/>
                  <a:pt x="441" y="7"/>
                  <a:pt x="440" y="6"/>
                </a:cubicBezTo>
                <a:moveTo>
                  <a:pt x="487" y="60"/>
                </a:moveTo>
                <a:cubicBezTo>
                  <a:pt x="487" y="59"/>
                  <a:pt x="487" y="59"/>
                  <a:pt x="486" y="59"/>
                </a:cubicBezTo>
                <a:cubicBezTo>
                  <a:pt x="485" y="59"/>
                  <a:pt x="485" y="59"/>
                  <a:pt x="485" y="59"/>
                </a:cubicBezTo>
                <a:cubicBezTo>
                  <a:pt x="484" y="58"/>
                  <a:pt x="484" y="58"/>
                  <a:pt x="484" y="58"/>
                </a:cubicBezTo>
                <a:cubicBezTo>
                  <a:pt x="483" y="58"/>
                  <a:pt x="482" y="58"/>
                  <a:pt x="480" y="58"/>
                </a:cubicBezTo>
                <a:cubicBezTo>
                  <a:pt x="481" y="58"/>
                  <a:pt x="481" y="58"/>
                  <a:pt x="481" y="58"/>
                </a:cubicBezTo>
                <a:cubicBezTo>
                  <a:pt x="482" y="59"/>
                  <a:pt x="482" y="59"/>
                  <a:pt x="482" y="59"/>
                </a:cubicBezTo>
                <a:cubicBezTo>
                  <a:pt x="483" y="60"/>
                  <a:pt x="483" y="61"/>
                  <a:pt x="484" y="62"/>
                </a:cubicBezTo>
                <a:cubicBezTo>
                  <a:pt x="485" y="62"/>
                  <a:pt x="485" y="62"/>
                  <a:pt x="486" y="62"/>
                </a:cubicBezTo>
                <a:cubicBezTo>
                  <a:pt x="487" y="62"/>
                  <a:pt x="486" y="62"/>
                  <a:pt x="486" y="61"/>
                </a:cubicBezTo>
                <a:cubicBezTo>
                  <a:pt x="486" y="61"/>
                  <a:pt x="486" y="61"/>
                  <a:pt x="486" y="61"/>
                </a:cubicBezTo>
                <a:cubicBezTo>
                  <a:pt x="486" y="61"/>
                  <a:pt x="486" y="61"/>
                  <a:pt x="486" y="61"/>
                </a:cubicBezTo>
                <a:cubicBezTo>
                  <a:pt x="487" y="61"/>
                  <a:pt x="487" y="61"/>
                  <a:pt x="487" y="61"/>
                </a:cubicBezTo>
                <a:cubicBezTo>
                  <a:pt x="487" y="61"/>
                  <a:pt x="487" y="61"/>
                  <a:pt x="487" y="61"/>
                </a:cubicBezTo>
                <a:cubicBezTo>
                  <a:pt x="487" y="60"/>
                  <a:pt x="487" y="60"/>
                  <a:pt x="487" y="60"/>
                </a:cubicBezTo>
                <a:moveTo>
                  <a:pt x="473" y="23"/>
                </a:moveTo>
                <a:cubicBezTo>
                  <a:pt x="471" y="22"/>
                  <a:pt x="471" y="22"/>
                  <a:pt x="468" y="21"/>
                </a:cubicBezTo>
                <a:cubicBezTo>
                  <a:pt x="468" y="21"/>
                  <a:pt x="468" y="21"/>
                  <a:pt x="468" y="21"/>
                </a:cubicBezTo>
                <a:cubicBezTo>
                  <a:pt x="468" y="21"/>
                  <a:pt x="468" y="21"/>
                  <a:pt x="468" y="21"/>
                </a:cubicBezTo>
                <a:cubicBezTo>
                  <a:pt x="468" y="21"/>
                  <a:pt x="468" y="21"/>
                  <a:pt x="467" y="21"/>
                </a:cubicBezTo>
                <a:cubicBezTo>
                  <a:pt x="468" y="22"/>
                  <a:pt x="469" y="22"/>
                  <a:pt x="470" y="23"/>
                </a:cubicBezTo>
                <a:cubicBezTo>
                  <a:pt x="470" y="23"/>
                  <a:pt x="470" y="23"/>
                  <a:pt x="470" y="23"/>
                </a:cubicBezTo>
                <a:cubicBezTo>
                  <a:pt x="469" y="23"/>
                  <a:pt x="469" y="23"/>
                  <a:pt x="469" y="23"/>
                </a:cubicBezTo>
                <a:cubicBezTo>
                  <a:pt x="469" y="23"/>
                  <a:pt x="470" y="23"/>
                  <a:pt x="470" y="23"/>
                </a:cubicBezTo>
                <a:cubicBezTo>
                  <a:pt x="469" y="23"/>
                  <a:pt x="469" y="23"/>
                  <a:pt x="469" y="23"/>
                </a:cubicBezTo>
                <a:cubicBezTo>
                  <a:pt x="469" y="24"/>
                  <a:pt x="469" y="24"/>
                  <a:pt x="469" y="24"/>
                </a:cubicBezTo>
                <a:cubicBezTo>
                  <a:pt x="469" y="24"/>
                  <a:pt x="469" y="24"/>
                  <a:pt x="469" y="24"/>
                </a:cubicBezTo>
                <a:cubicBezTo>
                  <a:pt x="469" y="24"/>
                  <a:pt x="469" y="24"/>
                  <a:pt x="469" y="24"/>
                </a:cubicBezTo>
                <a:cubicBezTo>
                  <a:pt x="468" y="24"/>
                  <a:pt x="468" y="24"/>
                  <a:pt x="467" y="24"/>
                </a:cubicBezTo>
                <a:cubicBezTo>
                  <a:pt x="467" y="24"/>
                  <a:pt x="467" y="24"/>
                  <a:pt x="467" y="24"/>
                </a:cubicBezTo>
                <a:cubicBezTo>
                  <a:pt x="467" y="24"/>
                  <a:pt x="467" y="24"/>
                  <a:pt x="467" y="24"/>
                </a:cubicBezTo>
                <a:cubicBezTo>
                  <a:pt x="466" y="24"/>
                  <a:pt x="466" y="24"/>
                  <a:pt x="466" y="24"/>
                </a:cubicBezTo>
                <a:cubicBezTo>
                  <a:pt x="466" y="24"/>
                  <a:pt x="466" y="24"/>
                  <a:pt x="466" y="24"/>
                </a:cubicBezTo>
                <a:cubicBezTo>
                  <a:pt x="466" y="25"/>
                  <a:pt x="466" y="25"/>
                  <a:pt x="468" y="26"/>
                </a:cubicBezTo>
                <a:cubicBezTo>
                  <a:pt x="467" y="26"/>
                  <a:pt x="466" y="26"/>
                  <a:pt x="466" y="26"/>
                </a:cubicBezTo>
                <a:cubicBezTo>
                  <a:pt x="466" y="26"/>
                  <a:pt x="466" y="26"/>
                  <a:pt x="467" y="27"/>
                </a:cubicBezTo>
                <a:cubicBezTo>
                  <a:pt x="467" y="27"/>
                  <a:pt x="467" y="27"/>
                  <a:pt x="467" y="27"/>
                </a:cubicBezTo>
                <a:cubicBezTo>
                  <a:pt x="467" y="27"/>
                  <a:pt x="467" y="27"/>
                  <a:pt x="466" y="28"/>
                </a:cubicBezTo>
                <a:cubicBezTo>
                  <a:pt x="466" y="28"/>
                  <a:pt x="466" y="28"/>
                  <a:pt x="469" y="30"/>
                </a:cubicBezTo>
                <a:cubicBezTo>
                  <a:pt x="468" y="30"/>
                  <a:pt x="467" y="29"/>
                  <a:pt x="467" y="30"/>
                </a:cubicBezTo>
                <a:cubicBezTo>
                  <a:pt x="468" y="30"/>
                  <a:pt x="469" y="31"/>
                  <a:pt x="470" y="32"/>
                </a:cubicBezTo>
                <a:cubicBezTo>
                  <a:pt x="470" y="33"/>
                  <a:pt x="470" y="33"/>
                  <a:pt x="470" y="33"/>
                </a:cubicBezTo>
                <a:cubicBezTo>
                  <a:pt x="471" y="33"/>
                  <a:pt x="471" y="33"/>
                  <a:pt x="472" y="34"/>
                </a:cubicBezTo>
                <a:cubicBezTo>
                  <a:pt x="471" y="34"/>
                  <a:pt x="471" y="33"/>
                  <a:pt x="470" y="34"/>
                </a:cubicBezTo>
                <a:cubicBezTo>
                  <a:pt x="470" y="34"/>
                  <a:pt x="470" y="34"/>
                  <a:pt x="470" y="35"/>
                </a:cubicBezTo>
                <a:cubicBezTo>
                  <a:pt x="470" y="35"/>
                  <a:pt x="472" y="37"/>
                  <a:pt x="472" y="36"/>
                </a:cubicBezTo>
                <a:cubicBezTo>
                  <a:pt x="472" y="36"/>
                  <a:pt x="472" y="36"/>
                  <a:pt x="474" y="37"/>
                </a:cubicBezTo>
                <a:cubicBezTo>
                  <a:pt x="474" y="37"/>
                  <a:pt x="474" y="37"/>
                  <a:pt x="474" y="37"/>
                </a:cubicBezTo>
                <a:cubicBezTo>
                  <a:pt x="475" y="37"/>
                  <a:pt x="475" y="37"/>
                  <a:pt x="475" y="37"/>
                </a:cubicBezTo>
                <a:cubicBezTo>
                  <a:pt x="474" y="38"/>
                  <a:pt x="473" y="37"/>
                  <a:pt x="473" y="38"/>
                </a:cubicBezTo>
                <a:cubicBezTo>
                  <a:pt x="473" y="38"/>
                  <a:pt x="474" y="39"/>
                  <a:pt x="475" y="39"/>
                </a:cubicBezTo>
                <a:cubicBezTo>
                  <a:pt x="474" y="39"/>
                  <a:pt x="473" y="39"/>
                  <a:pt x="473" y="40"/>
                </a:cubicBezTo>
                <a:cubicBezTo>
                  <a:pt x="474" y="41"/>
                  <a:pt x="475" y="41"/>
                  <a:pt x="475" y="42"/>
                </a:cubicBezTo>
                <a:cubicBezTo>
                  <a:pt x="475" y="42"/>
                  <a:pt x="475" y="42"/>
                  <a:pt x="476" y="43"/>
                </a:cubicBezTo>
                <a:cubicBezTo>
                  <a:pt x="475" y="43"/>
                  <a:pt x="475" y="43"/>
                  <a:pt x="475" y="43"/>
                </a:cubicBezTo>
                <a:cubicBezTo>
                  <a:pt x="475" y="43"/>
                  <a:pt x="475" y="43"/>
                  <a:pt x="476" y="44"/>
                </a:cubicBezTo>
                <a:cubicBezTo>
                  <a:pt x="476" y="44"/>
                  <a:pt x="476" y="44"/>
                  <a:pt x="476" y="44"/>
                </a:cubicBezTo>
                <a:cubicBezTo>
                  <a:pt x="477" y="46"/>
                  <a:pt x="478" y="46"/>
                  <a:pt x="479" y="47"/>
                </a:cubicBezTo>
                <a:cubicBezTo>
                  <a:pt x="479" y="47"/>
                  <a:pt x="480" y="47"/>
                  <a:pt x="480" y="47"/>
                </a:cubicBezTo>
                <a:cubicBezTo>
                  <a:pt x="480" y="47"/>
                  <a:pt x="480" y="47"/>
                  <a:pt x="480" y="47"/>
                </a:cubicBezTo>
                <a:cubicBezTo>
                  <a:pt x="480" y="47"/>
                  <a:pt x="480" y="47"/>
                  <a:pt x="480" y="47"/>
                </a:cubicBezTo>
                <a:cubicBezTo>
                  <a:pt x="481" y="47"/>
                  <a:pt x="481" y="47"/>
                  <a:pt x="482" y="48"/>
                </a:cubicBezTo>
                <a:cubicBezTo>
                  <a:pt x="482" y="47"/>
                  <a:pt x="482" y="47"/>
                  <a:pt x="481" y="47"/>
                </a:cubicBezTo>
                <a:cubicBezTo>
                  <a:pt x="484" y="48"/>
                  <a:pt x="485" y="48"/>
                  <a:pt x="486" y="49"/>
                </a:cubicBezTo>
                <a:cubicBezTo>
                  <a:pt x="486" y="50"/>
                  <a:pt x="486" y="50"/>
                  <a:pt x="486" y="50"/>
                </a:cubicBezTo>
                <a:cubicBezTo>
                  <a:pt x="487" y="51"/>
                  <a:pt x="487" y="51"/>
                  <a:pt x="487" y="51"/>
                </a:cubicBezTo>
                <a:cubicBezTo>
                  <a:pt x="488" y="51"/>
                  <a:pt x="488" y="51"/>
                  <a:pt x="488" y="51"/>
                </a:cubicBezTo>
                <a:cubicBezTo>
                  <a:pt x="488" y="51"/>
                  <a:pt x="489" y="51"/>
                  <a:pt x="490" y="51"/>
                </a:cubicBezTo>
                <a:cubicBezTo>
                  <a:pt x="492" y="51"/>
                  <a:pt x="494" y="52"/>
                  <a:pt x="495" y="52"/>
                </a:cubicBezTo>
                <a:cubicBezTo>
                  <a:pt x="495" y="52"/>
                  <a:pt x="496" y="52"/>
                  <a:pt x="496" y="52"/>
                </a:cubicBezTo>
                <a:cubicBezTo>
                  <a:pt x="496" y="52"/>
                  <a:pt x="496" y="52"/>
                  <a:pt x="497" y="52"/>
                </a:cubicBezTo>
                <a:cubicBezTo>
                  <a:pt x="496" y="52"/>
                  <a:pt x="496" y="51"/>
                  <a:pt x="495" y="51"/>
                </a:cubicBezTo>
                <a:cubicBezTo>
                  <a:pt x="495" y="51"/>
                  <a:pt x="495" y="51"/>
                  <a:pt x="487" y="46"/>
                </a:cubicBezTo>
                <a:cubicBezTo>
                  <a:pt x="486" y="45"/>
                  <a:pt x="484" y="44"/>
                  <a:pt x="483" y="43"/>
                </a:cubicBezTo>
                <a:cubicBezTo>
                  <a:pt x="483" y="43"/>
                  <a:pt x="483" y="43"/>
                  <a:pt x="483" y="43"/>
                </a:cubicBezTo>
                <a:cubicBezTo>
                  <a:pt x="483" y="42"/>
                  <a:pt x="483" y="42"/>
                  <a:pt x="481" y="41"/>
                </a:cubicBezTo>
                <a:cubicBezTo>
                  <a:pt x="480" y="40"/>
                  <a:pt x="480" y="40"/>
                  <a:pt x="480" y="40"/>
                </a:cubicBezTo>
                <a:cubicBezTo>
                  <a:pt x="480" y="40"/>
                  <a:pt x="480" y="40"/>
                  <a:pt x="480" y="40"/>
                </a:cubicBezTo>
                <a:cubicBezTo>
                  <a:pt x="480" y="39"/>
                  <a:pt x="480" y="39"/>
                  <a:pt x="479" y="39"/>
                </a:cubicBezTo>
                <a:cubicBezTo>
                  <a:pt x="479" y="38"/>
                  <a:pt x="479" y="38"/>
                  <a:pt x="479" y="38"/>
                </a:cubicBezTo>
                <a:cubicBezTo>
                  <a:pt x="479" y="38"/>
                  <a:pt x="479" y="38"/>
                  <a:pt x="479" y="38"/>
                </a:cubicBezTo>
                <a:cubicBezTo>
                  <a:pt x="479" y="38"/>
                  <a:pt x="479" y="38"/>
                  <a:pt x="479" y="38"/>
                </a:cubicBezTo>
                <a:cubicBezTo>
                  <a:pt x="479" y="37"/>
                  <a:pt x="479" y="37"/>
                  <a:pt x="479" y="37"/>
                </a:cubicBezTo>
                <a:cubicBezTo>
                  <a:pt x="479" y="37"/>
                  <a:pt x="479" y="37"/>
                  <a:pt x="479" y="37"/>
                </a:cubicBezTo>
                <a:cubicBezTo>
                  <a:pt x="479" y="37"/>
                  <a:pt x="479" y="37"/>
                  <a:pt x="478" y="36"/>
                </a:cubicBezTo>
                <a:cubicBezTo>
                  <a:pt x="478" y="35"/>
                  <a:pt x="477" y="35"/>
                  <a:pt x="477" y="35"/>
                </a:cubicBezTo>
                <a:cubicBezTo>
                  <a:pt x="477" y="35"/>
                  <a:pt x="477" y="35"/>
                  <a:pt x="477" y="35"/>
                </a:cubicBezTo>
                <a:cubicBezTo>
                  <a:pt x="477" y="34"/>
                  <a:pt x="475" y="33"/>
                  <a:pt x="474" y="32"/>
                </a:cubicBezTo>
                <a:cubicBezTo>
                  <a:pt x="475" y="32"/>
                  <a:pt x="475" y="32"/>
                  <a:pt x="476" y="32"/>
                </a:cubicBezTo>
                <a:cubicBezTo>
                  <a:pt x="475" y="31"/>
                  <a:pt x="475" y="31"/>
                  <a:pt x="475" y="31"/>
                </a:cubicBezTo>
                <a:cubicBezTo>
                  <a:pt x="476" y="31"/>
                  <a:pt x="476" y="31"/>
                  <a:pt x="476" y="31"/>
                </a:cubicBezTo>
                <a:cubicBezTo>
                  <a:pt x="475" y="31"/>
                  <a:pt x="475" y="31"/>
                  <a:pt x="475" y="31"/>
                </a:cubicBezTo>
                <a:cubicBezTo>
                  <a:pt x="475" y="30"/>
                  <a:pt x="475" y="30"/>
                  <a:pt x="475" y="30"/>
                </a:cubicBezTo>
                <a:cubicBezTo>
                  <a:pt x="475" y="30"/>
                  <a:pt x="475" y="30"/>
                  <a:pt x="475" y="30"/>
                </a:cubicBezTo>
                <a:cubicBezTo>
                  <a:pt x="475" y="29"/>
                  <a:pt x="473" y="29"/>
                  <a:pt x="472" y="28"/>
                </a:cubicBezTo>
                <a:cubicBezTo>
                  <a:pt x="473" y="27"/>
                  <a:pt x="473" y="28"/>
                  <a:pt x="474" y="28"/>
                </a:cubicBezTo>
                <a:cubicBezTo>
                  <a:pt x="474" y="27"/>
                  <a:pt x="473" y="27"/>
                  <a:pt x="473" y="27"/>
                </a:cubicBezTo>
                <a:cubicBezTo>
                  <a:pt x="473" y="27"/>
                  <a:pt x="473" y="27"/>
                  <a:pt x="473" y="27"/>
                </a:cubicBezTo>
                <a:cubicBezTo>
                  <a:pt x="473" y="26"/>
                  <a:pt x="473" y="26"/>
                  <a:pt x="473" y="26"/>
                </a:cubicBezTo>
                <a:cubicBezTo>
                  <a:pt x="474" y="26"/>
                  <a:pt x="474" y="26"/>
                  <a:pt x="475" y="26"/>
                </a:cubicBezTo>
                <a:cubicBezTo>
                  <a:pt x="475" y="26"/>
                  <a:pt x="474" y="26"/>
                  <a:pt x="474" y="26"/>
                </a:cubicBezTo>
                <a:cubicBezTo>
                  <a:pt x="475" y="25"/>
                  <a:pt x="475" y="25"/>
                  <a:pt x="475" y="25"/>
                </a:cubicBezTo>
                <a:cubicBezTo>
                  <a:pt x="474" y="25"/>
                  <a:pt x="474" y="25"/>
                  <a:pt x="474" y="25"/>
                </a:cubicBezTo>
                <a:cubicBezTo>
                  <a:pt x="475" y="25"/>
                  <a:pt x="475" y="25"/>
                  <a:pt x="476" y="25"/>
                </a:cubicBezTo>
                <a:cubicBezTo>
                  <a:pt x="475" y="24"/>
                  <a:pt x="475" y="24"/>
                  <a:pt x="473" y="23"/>
                </a:cubicBezTo>
                <a:cubicBezTo>
                  <a:pt x="473" y="23"/>
                  <a:pt x="473" y="23"/>
                  <a:pt x="473" y="23"/>
                </a:cubicBezTo>
                <a:cubicBezTo>
                  <a:pt x="474" y="23"/>
                  <a:pt x="474" y="23"/>
                  <a:pt x="474" y="23"/>
                </a:cubicBezTo>
                <a:cubicBezTo>
                  <a:pt x="474" y="23"/>
                  <a:pt x="473" y="23"/>
                  <a:pt x="473" y="23"/>
                </a:cubicBezTo>
                <a:moveTo>
                  <a:pt x="504" y="38"/>
                </a:moveTo>
                <a:cubicBezTo>
                  <a:pt x="503" y="37"/>
                  <a:pt x="501" y="36"/>
                  <a:pt x="501" y="36"/>
                </a:cubicBezTo>
                <a:cubicBezTo>
                  <a:pt x="500" y="36"/>
                  <a:pt x="500" y="36"/>
                  <a:pt x="500" y="36"/>
                </a:cubicBezTo>
                <a:cubicBezTo>
                  <a:pt x="500" y="36"/>
                  <a:pt x="500" y="36"/>
                  <a:pt x="500" y="36"/>
                </a:cubicBezTo>
                <a:cubicBezTo>
                  <a:pt x="501" y="37"/>
                  <a:pt x="501" y="37"/>
                  <a:pt x="501" y="37"/>
                </a:cubicBezTo>
                <a:cubicBezTo>
                  <a:pt x="502" y="38"/>
                  <a:pt x="502" y="38"/>
                  <a:pt x="502" y="38"/>
                </a:cubicBezTo>
                <a:cubicBezTo>
                  <a:pt x="503" y="39"/>
                  <a:pt x="503" y="39"/>
                  <a:pt x="503" y="39"/>
                </a:cubicBezTo>
                <a:cubicBezTo>
                  <a:pt x="504" y="39"/>
                  <a:pt x="504" y="39"/>
                  <a:pt x="504" y="39"/>
                </a:cubicBezTo>
                <a:cubicBezTo>
                  <a:pt x="504" y="39"/>
                  <a:pt x="504" y="39"/>
                  <a:pt x="504" y="39"/>
                </a:cubicBezTo>
                <a:cubicBezTo>
                  <a:pt x="504" y="39"/>
                  <a:pt x="504" y="39"/>
                  <a:pt x="504" y="39"/>
                </a:cubicBezTo>
                <a:cubicBezTo>
                  <a:pt x="504" y="38"/>
                  <a:pt x="504" y="38"/>
                  <a:pt x="504" y="38"/>
                </a:cubicBezTo>
                <a:cubicBezTo>
                  <a:pt x="504" y="38"/>
                  <a:pt x="504" y="38"/>
                  <a:pt x="504" y="38"/>
                </a:cubicBezTo>
                <a:cubicBezTo>
                  <a:pt x="504" y="38"/>
                  <a:pt x="504" y="38"/>
                  <a:pt x="504" y="38"/>
                </a:cubicBezTo>
                <a:cubicBezTo>
                  <a:pt x="505" y="38"/>
                  <a:pt x="505" y="38"/>
                  <a:pt x="505" y="38"/>
                </a:cubicBezTo>
                <a:cubicBezTo>
                  <a:pt x="505" y="38"/>
                  <a:pt x="504" y="38"/>
                  <a:pt x="504" y="38"/>
                </a:cubicBezTo>
                <a:moveTo>
                  <a:pt x="428" y="7"/>
                </a:moveTo>
                <a:cubicBezTo>
                  <a:pt x="428" y="7"/>
                  <a:pt x="428" y="7"/>
                  <a:pt x="428" y="7"/>
                </a:cubicBezTo>
                <a:cubicBezTo>
                  <a:pt x="428" y="7"/>
                  <a:pt x="427" y="6"/>
                  <a:pt x="426" y="6"/>
                </a:cubicBezTo>
                <a:cubicBezTo>
                  <a:pt x="426" y="6"/>
                  <a:pt x="426" y="6"/>
                  <a:pt x="426" y="6"/>
                </a:cubicBezTo>
                <a:cubicBezTo>
                  <a:pt x="426" y="6"/>
                  <a:pt x="426" y="6"/>
                  <a:pt x="426" y="6"/>
                </a:cubicBezTo>
                <a:cubicBezTo>
                  <a:pt x="426" y="6"/>
                  <a:pt x="426" y="6"/>
                  <a:pt x="426" y="6"/>
                </a:cubicBezTo>
                <a:cubicBezTo>
                  <a:pt x="427" y="7"/>
                  <a:pt x="427" y="7"/>
                  <a:pt x="427" y="7"/>
                </a:cubicBezTo>
                <a:cubicBezTo>
                  <a:pt x="426" y="7"/>
                  <a:pt x="426" y="7"/>
                  <a:pt x="426" y="7"/>
                </a:cubicBezTo>
                <a:cubicBezTo>
                  <a:pt x="426" y="7"/>
                  <a:pt x="427" y="7"/>
                  <a:pt x="427" y="7"/>
                </a:cubicBezTo>
                <a:cubicBezTo>
                  <a:pt x="427" y="7"/>
                  <a:pt x="427" y="7"/>
                  <a:pt x="427" y="7"/>
                </a:cubicBezTo>
                <a:cubicBezTo>
                  <a:pt x="427" y="7"/>
                  <a:pt x="431" y="8"/>
                  <a:pt x="431" y="8"/>
                </a:cubicBezTo>
                <a:cubicBezTo>
                  <a:pt x="431" y="8"/>
                  <a:pt x="431" y="8"/>
                  <a:pt x="431" y="8"/>
                </a:cubicBezTo>
                <a:cubicBezTo>
                  <a:pt x="431" y="8"/>
                  <a:pt x="431" y="8"/>
                  <a:pt x="429" y="7"/>
                </a:cubicBezTo>
                <a:cubicBezTo>
                  <a:pt x="429" y="7"/>
                  <a:pt x="429" y="7"/>
                  <a:pt x="429" y="7"/>
                </a:cubicBezTo>
                <a:cubicBezTo>
                  <a:pt x="428" y="7"/>
                  <a:pt x="428" y="7"/>
                  <a:pt x="428" y="7"/>
                </a:cubicBezTo>
                <a:moveTo>
                  <a:pt x="431" y="8"/>
                </a:moveTo>
                <a:cubicBezTo>
                  <a:pt x="430" y="8"/>
                  <a:pt x="430" y="8"/>
                  <a:pt x="429" y="8"/>
                </a:cubicBezTo>
                <a:cubicBezTo>
                  <a:pt x="429" y="8"/>
                  <a:pt x="429" y="8"/>
                  <a:pt x="428" y="8"/>
                </a:cubicBezTo>
                <a:cubicBezTo>
                  <a:pt x="427" y="7"/>
                  <a:pt x="426" y="7"/>
                  <a:pt x="425" y="7"/>
                </a:cubicBezTo>
                <a:cubicBezTo>
                  <a:pt x="424" y="6"/>
                  <a:pt x="424" y="6"/>
                  <a:pt x="424" y="6"/>
                </a:cubicBezTo>
                <a:cubicBezTo>
                  <a:pt x="424" y="6"/>
                  <a:pt x="424" y="6"/>
                  <a:pt x="424" y="6"/>
                </a:cubicBezTo>
                <a:cubicBezTo>
                  <a:pt x="424" y="6"/>
                  <a:pt x="424" y="6"/>
                  <a:pt x="424" y="7"/>
                </a:cubicBezTo>
                <a:cubicBezTo>
                  <a:pt x="425" y="7"/>
                  <a:pt x="425" y="7"/>
                  <a:pt x="426" y="7"/>
                </a:cubicBezTo>
                <a:cubicBezTo>
                  <a:pt x="425" y="7"/>
                  <a:pt x="425" y="7"/>
                  <a:pt x="425" y="7"/>
                </a:cubicBezTo>
                <a:cubicBezTo>
                  <a:pt x="425" y="7"/>
                  <a:pt x="426" y="7"/>
                  <a:pt x="426" y="7"/>
                </a:cubicBezTo>
                <a:cubicBezTo>
                  <a:pt x="426" y="7"/>
                  <a:pt x="426" y="7"/>
                  <a:pt x="426" y="7"/>
                </a:cubicBezTo>
                <a:cubicBezTo>
                  <a:pt x="427" y="8"/>
                  <a:pt x="427" y="8"/>
                  <a:pt x="428" y="8"/>
                </a:cubicBezTo>
                <a:cubicBezTo>
                  <a:pt x="428" y="8"/>
                  <a:pt x="429" y="8"/>
                  <a:pt x="430" y="9"/>
                </a:cubicBezTo>
                <a:cubicBezTo>
                  <a:pt x="430" y="8"/>
                  <a:pt x="430" y="8"/>
                  <a:pt x="430" y="8"/>
                </a:cubicBezTo>
                <a:cubicBezTo>
                  <a:pt x="429" y="8"/>
                  <a:pt x="429" y="8"/>
                  <a:pt x="429" y="8"/>
                </a:cubicBezTo>
                <a:cubicBezTo>
                  <a:pt x="430" y="8"/>
                  <a:pt x="430" y="8"/>
                  <a:pt x="430" y="8"/>
                </a:cubicBezTo>
                <a:cubicBezTo>
                  <a:pt x="430" y="8"/>
                  <a:pt x="430" y="8"/>
                  <a:pt x="430" y="8"/>
                </a:cubicBezTo>
                <a:cubicBezTo>
                  <a:pt x="430" y="8"/>
                  <a:pt x="430" y="8"/>
                  <a:pt x="431" y="8"/>
                </a:cubicBezTo>
                <a:cubicBezTo>
                  <a:pt x="431" y="8"/>
                  <a:pt x="431" y="8"/>
                  <a:pt x="431" y="8"/>
                </a:cubicBezTo>
                <a:moveTo>
                  <a:pt x="433" y="10"/>
                </a:moveTo>
                <a:cubicBezTo>
                  <a:pt x="433" y="10"/>
                  <a:pt x="432" y="9"/>
                  <a:pt x="432" y="9"/>
                </a:cubicBezTo>
                <a:cubicBezTo>
                  <a:pt x="432" y="9"/>
                  <a:pt x="432" y="9"/>
                  <a:pt x="432" y="9"/>
                </a:cubicBezTo>
                <a:cubicBezTo>
                  <a:pt x="432" y="9"/>
                  <a:pt x="432" y="9"/>
                  <a:pt x="432" y="9"/>
                </a:cubicBezTo>
                <a:cubicBezTo>
                  <a:pt x="432" y="9"/>
                  <a:pt x="432" y="9"/>
                  <a:pt x="432" y="9"/>
                </a:cubicBezTo>
                <a:cubicBezTo>
                  <a:pt x="432" y="9"/>
                  <a:pt x="432" y="9"/>
                  <a:pt x="432" y="9"/>
                </a:cubicBezTo>
                <a:cubicBezTo>
                  <a:pt x="432" y="10"/>
                  <a:pt x="432" y="10"/>
                  <a:pt x="432" y="10"/>
                </a:cubicBezTo>
                <a:cubicBezTo>
                  <a:pt x="432" y="10"/>
                  <a:pt x="432" y="10"/>
                  <a:pt x="432" y="10"/>
                </a:cubicBezTo>
                <a:cubicBezTo>
                  <a:pt x="432" y="10"/>
                  <a:pt x="432" y="10"/>
                  <a:pt x="432" y="10"/>
                </a:cubicBezTo>
                <a:cubicBezTo>
                  <a:pt x="432" y="10"/>
                  <a:pt x="432" y="10"/>
                  <a:pt x="432" y="10"/>
                </a:cubicBezTo>
                <a:cubicBezTo>
                  <a:pt x="432" y="10"/>
                  <a:pt x="432" y="10"/>
                  <a:pt x="432" y="10"/>
                </a:cubicBezTo>
                <a:cubicBezTo>
                  <a:pt x="433" y="10"/>
                  <a:pt x="433" y="10"/>
                  <a:pt x="433" y="10"/>
                </a:cubicBezTo>
                <a:cubicBezTo>
                  <a:pt x="434" y="10"/>
                  <a:pt x="434" y="10"/>
                  <a:pt x="434" y="10"/>
                </a:cubicBezTo>
                <a:cubicBezTo>
                  <a:pt x="434" y="10"/>
                  <a:pt x="434" y="10"/>
                  <a:pt x="434" y="10"/>
                </a:cubicBezTo>
                <a:cubicBezTo>
                  <a:pt x="433" y="10"/>
                  <a:pt x="433" y="10"/>
                  <a:pt x="433" y="10"/>
                </a:cubicBezTo>
                <a:cubicBezTo>
                  <a:pt x="433" y="10"/>
                  <a:pt x="433" y="10"/>
                  <a:pt x="433" y="10"/>
                </a:cubicBezTo>
                <a:moveTo>
                  <a:pt x="430" y="9"/>
                </a:moveTo>
                <a:cubicBezTo>
                  <a:pt x="429" y="9"/>
                  <a:pt x="429" y="9"/>
                  <a:pt x="429" y="9"/>
                </a:cubicBezTo>
                <a:cubicBezTo>
                  <a:pt x="428" y="8"/>
                  <a:pt x="428" y="8"/>
                  <a:pt x="428" y="8"/>
                </a:cubicBezTo>
                <a:cubicBezTo>
                  <a:pt x="428" y="8"/>
                  <a:pt x="428" y="8"/>
                  <a:pt x="427" y="8"/>
                </a:cubicBezTo>
                <a:cubicBezTo>
                  <a:pt x="427" y="8"/>
                  <a:pt x="427" y="8"/>
                  <a:pt x="427" y="8"/>
                </a:cubicBezTo>
                <a:cubicBezTo>
                  <a:pt x="428" y="9"/>
                  <a:pt x="428" y="9"/>
                  <a:pt x="428" y="9"/>
                </a:cubicBezTo>
                <a:cubicBezTo>
                  <a:pt x="428" y="9"/>
                  <a:pt x="428" y="9"/>
                  <a:pt x="428" y="9"/>
                </a:cubicBezTo>
                <a:cubicBezTo>
                  <a:pt x="429" y="9"/>
                  <a:pt x="429" y="10"/>
                  <a:pt x="430" y="10"/>
                </a:cubicBezTo>
                <a:cubicBezTo>
                  <a:pt x="431" y="10"/>
                  <a:pt x="431" y="10"/>
                  <a:pt x="431" y="10"/>
                </a:cubicBezTo>
                <a:cubicBezTo>
                  <a:pt x="430" y="9"/>
                  <a:pt x="429" y="9"/>
                  <a:pt x="429" y="9"/>
                </a:cubicBezTo>
                <a:cubicBezTo>
                  <a:pt x="430" y="10"/>
                  <a:pt x="431" y="10"/>
                  <a:pt x="432" y="10"/>
                </a:cubicBezTo>
                <a:cubicBezTo>
                  <a:pt x="431" y="10"/>
                  <a:pt x="431" y="10"/>
                  <a:pt x="431" y="10"/>
                </a:cubicBezTo>
                <a:cubicBezTo>
                  <a:pt x="432" y="10"/>
                  <a:pt x="432" y="10"/>
                  <a:pt x="432" y="10"/>
                </a:cubicBezTo>
                <a:cubicBezTo>
                  <a:pt x="431" y="10"/>
                  <a:pt x="430" y="9"/>
                  <a:pt x="429" y="9"/>
                </a:cubicBezTo>
                <a:cubicBezTo>
                  <a:pt x="430" y="9"/>
                  <a:pt x="430" y="9"/>
                  <a:pt x="430" y="9"/>
                </a:cubicBezTo>
                <a:moveTo>
                  <a:pt x="425" y="7"/>
                </a:moveTo>
                <a:cubicBezTo>
                  <a:pt x="424" y="7"/>
                  <a:pt x="424" y="7"/>
                  <a:pt x="424" y="7"/>
                </a:cubicBezTo>
                <a:cubicBezTo>
                  <a:pt x="423" y="7"/>
                  <a:pt x="423" y="7"/>
                  <a:pt x="423" y="6"/>
                </a:cubicBezTo>
                <a:cubicBezTo>
                  <a:pt x="422" y="6"/>
                  <a:pt x="422" y="6"/>
                  <a:pt x="422" y="6"/>
                </a:cubicBezTo>
                <a:cubicBezTo>
                  <a:pt x="422" y="7"/>
                  <a:pt x="422" y="7"/>
                  <a:pt x="422" y="7"/>
                </a:cubicBezTo>
                <a:cubicBezTo>
                  <a:pt x="422" y="7"/>
                  <a:pt x="422" y="7"/>
                  <a:pt x="419" y="6"/>
                </a:cubicBezTo>
                <a:cubicBezTo>
                  <a:pt x="419" y="5"/>
                  <a:pt x="418" y="5"/>
                  <a:pt x="418" y="5"/>
                </a:cubicBezTo>
                <a:cubicBezTo>
                  <a:pt x="418" y="5"/>
                  <a:pt x="418" y="5"/>
                  <a:pt x="418" y="5"/>
                </a:cubicBezTo>
                <a:cubicBezTo>
                  <a:pt x="418" y="5"/>
                  <a:pt x="418" y="5"/>
                  <a:pt x="418" y="5"/>
                </a:cubicBezTo>
                <a:cubicBezTo>
                  <a:pt x="418" y="5"/>
                  <a:pt x="418" y="5"/>
                  <a:pt x="418" y="5"/>
                </a:cubicBezTo>
                <a:cubicBezTo>
                  <a:pt x="418" y="6"/>
                  <a:pt x="418" y="6"/>
                  <a:pt x="418" y="6"/>
                </a:cubicBezTo>
                <a:cubicBezTo>
                  <a:pt x="419" y="6"/>
                  <a:pt x="420" y="6"/>
                  <a:pt x="421" y="7"/>
                </a:cubicBezTo>
                <a:cubicBezTo>
                  <a:pt x="420" y="6"/>
                  <a:pt x="420" y="6"/>
                  <a:pt x="420" y="6"/>
                </a:cubicBezTo>
                <a:cubicBezTo>
                  <a:pt x="420" y="6"/>
                  <a:pt x="420" y="6"/>
                  <a:pt x="420" y="6"/>
                </a:cubicBezTo>
                <a:cubicBezTo>
                  <a:pt x="420" y="6"/>
                  <a:pt x="420" y="6"/>
                  <a:pt x="420" y="6"/>
                </a:cubicBezTo>
                <a:cubicBezTo>
                  <a:pt x="420" y="6"/>
                  <a:pt x="420" y="6"/>
                  <a:pt x="420" y="6"/>
                </a:cubicBezTo>
                <a:cubicBezTo>
                  <a:pt x="420" y="7"/>
                  <a:pt x="421" y="7"/>
                  <a:pt x="421" y="7"/>
                </a:cubicBezTo>
                <a:cubicBezTo>
                  <a:pt x="421" y="7"/>
                  <a:pt x="421" y="7"/>
                  <a:pt x="421" y="7"/>
                </a:cubicBezTo>
                <a:cubicBezTo>
                  <a:pt x="422" y="7"/>
                  <a:pt x="422" y="7"/>
                  <a:pt x="422" y="7"/>
                </a:cubicBezTo>
                <a:cubicBezTo>
                  <a:pt x="423" y="7"/>
                  <a:pt x="423" y="8"/>
                  <a:pt x="424"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3" y="8"/>
                </a:cubicBezTo>
                <a:cubicBezTo>
                  <a:pt x="423" y="8"/>
                  <a:pt x="423" y="8"/>
                  <a:pt x="424" y="9"/>
                </a:cubicBezTo>
                <a:cubicBezTo>
                  <a:pt x="424" y="9"/>
                  <a:pt x="424" y="9"/>
                  <a:pt x="424" y="9"/>
                </a:cubicBezTo>
                <a:cubicBezTo>
                  <a:pt x="425" y="9"/>
                  <a:pt x="425" y="9"/>
                  <a:pt x="425" y="9"/>
                </a:cubicBezTo>
                <a:cubicBezTo>
                  <a:pt x="425" y="9"/>
                  <a:pt x="425" y="9"/>
                  <a:pt x="425" y="9"/>
                </a:cubicBezTo>
                <a:cubicBezTo>
                  <a:pt x="425" y="9"/>
                  <a:pt x="425" y="9"/>
                  <a:pt x="425" y="9"/>
                </a:cubicBezTo>
                <a:cubicBezTo>
                  <a:pt x="425" y="9"/>
                  <a:pt x="424" y="9"/>
                  <a:pt x="423" y="8"/>
                </a:cubicBezTo>
                <a:cubicBezTo>
                  <a:pt x="424" y="8"/>
                  <a:pt x="424" y="8"/>
                  <a:pt x="424" y="8"/>
                </a:cubicBezTo>
                <a:cubicBezTo>
                  <a:pt x="424" y="8"/>
                  <a:pt x="424" y="8"/>
                  <a:pt x="424" y="8"/>
                </a:cubicBezTo>
                <a:cubicBezTo>
                  <a:pt x="424" y="8"/>
                  <a:pt x="424" y="8"/>
                  <a:pt x="424" y="8"/>
                </a:cubicBezTo>
                <a:cubicBezTo>
                  <a:pt x="424" y="8"/>
                  <a:pt x="424" y="8"/>
                  <a:pt x="424" y="8"/>
                </a:cubicBezTo>
                <a:cubicBezTo>
                  <a:pt x="424" y="8"/>
                  <a:pt x="424" y="8"/>
                  <a:pt x="424" y="8"/>
                </a:cubicBezTo>
                <a:cubicBezTo>
                  <a:pt x="424" y="8"/>
                  <a:pt x="424" y="8"/>
                  <a:pt x="423" y="8"/>
                </a:cubicBezTo>
                <a:cubicBezTo>
                  <a:pt x="423" y="7"/>
                  <a:pt x="423" y="7"/>
                  <a:pt x="423" y="7"/>
                </a:cubicBezTo>
                <a:cubicBezTo>
                  <a:pt x="424" y="8"/>
                  <a:pt x="424" y="8"/>
                  <a:pt x="425" y="8"/>
                </a:cubicBezTo>
                <a:cubicBezTo>
                  <a:pt x="425" y="8"/>
                  <a:pt x="425" y="8"/>
                  <a:pt x="425" y="8"/>
                </a:cubicBezTo>
                <a:cubicBezTo>
                  <a:pt x="422" y="7"/>
                  <a:pt x="422" y="7"/>
                  <a:pt x="422" y="7"/>
                </a:cubicBezTo>
                <a:cubicBezTo>
                  <a:pt x="423" y="7"/>
                  <a:pt x="423" y="7"/>
                  <a:pt x="423" y="7"/>
                </a:cubicBezTo>
                <a:cubicBezTo>
                  <a:pt x="425" y="7"/>
                  <a:pt x="425" y="7"/>
                  <a:pt x="425" y="7"/>
                </a:cubicBezTo>
                <a:cubicBezTo>
                  <a:pt x="425" y="7"/>
                  <a:pt x="425" y="7"/>
                  <a:pt x="425" y="7"/>
                </a:cubicBezTo>
                <a:moveTo>
                  <a:pt x="421" y="8"/>
                </a:moveTo>
                <a:cubicBezTo>
                  <a:pt x="420" y="8"/>
                  <a:pt x="420" y="8"/>
                  <a:pt x="419" y="7"/>
                </a:cubicBezTo>
                <a:cubicBezTo>
                  <a:pt x="419" y="7"/>
                  <a:pt x="419" y="7"/>
                  <a:pt x="419" y="7"/>
                </a:cubicBezTo>
                <a:cubicBezTo>
                  <a:pt x="418" y="7"/>
                  <a:pt x="417" y="7"/>
                  <a:pt x="417" y="7"/>
                </a:cubicBezTo>
                <a:cubicBezTo>
                  <a:pt x="416" y="6"/>
                  <a:pt x="416" y="6"/>
                  <a:pt x="416" y="6"/>
                </a:cubicBezTo>
                <a:cubicBezTo>
                  <a:pt x="416" y="6"/>
                  <a:pt x="416" y="6"/>
                  <a:pt x="416" y="6"/>
                </a:cubicBezTo>
                <a:cubicBezTo>
                  <a:pt x="416" y="6"/>
                  <a:pt x="416" y="6"/>
                  <a:pt x="416" y="6"/>
                </a:cubicBezTo>
                <a:cubicBezTo>
                  <a:pt x="416" y="6"/>
                  <a:pt x="416" y="6"/>
                  <a:pt x="416" y="6"/>
                </a:cubicBezTo>
                <a:cubicBezTo>
                  <a:pt x="416" y="7"/>
                  <a:pt x="416" y="7"/>
                  <a:pt x="416" y="7"/>
                </a:cubicBezTo>
                <a:cubicBezTo>
                  <a:pt x="416" y="7"/>
                  <a:pt x="417" y="7"/>
                  <a:pt x="417" y="7"/>
                </a:cubicBezTo>
                <a:cubicBezTo>
                  <a:pt x="417" y="7"/>
                  <a:pt x="417" y="7"/>
                  <a:pt x="416" y="7"/>
                </a:cubicBezTo>
                <a:cubicBezTo>
                  <a:pt x="416" y="7"/>
                  <a:pt x="416" y="7"/>
                  <a:pt x="416" y="7"/>
                </a:cubicBezTo>
                <a:cubicBezTo>
                  <a:pt x="417" y="7"/>
                  <a:pt x="417" y="7"/>
                  <a:pt x="417" y="7"/>
                </a:cubicBezTo>
                <a:cubicBezTo>
                  <a:pt x="416" y="7"/>
                  <a:pt x="416" y="7"/>
                  <a:pt x="416" y="7"/>
                </a:cubicBezTo>
                <a:cubicBezTo>
                  <a:pt x="416" y="7"/>
                  <a:pt x="416" y="7"/>
                  <a:pt x="415" y="7"/>
                </a:cubicBezTo>
                <a:cubicBezTo>
                  <a:pt x="416" y="8"/>
                  <a:pt x="416" y="8"/>
                  <a:pt x="416" y="8"/>
                </a:cubicBezTo>
                <a:cubicBezTo>
                  <a:pt x="416" y="8"/>
                  <a:pt x="415" y="7"/>
                  <a:pt x="415" y="7"/>
                </a:cubicBezTo>
                <a:cubicBezTo>
                  <a:pt x="414" y="7"/>
                  <a:pt x="414" y="7"/>
                  <a:pt x="414" y="7"/>
                </a:cubicBezTo>
                <a:cubicBezTo>
                  <a:pt x="416" y="8"/>
                  <a:pt x="417" y="9"/>
                  <a:pt x="417" y="8"/>
                </a:cubicBezTo>
                <a:cubicBezTo>
                  <a:pt x="417" y="8"/>
                  <a:pt x="417" y="8"/>
                  <a:pt x="417" y="8"/>
                </a:cubicBezTo>
                <a:cubicBezTo>
                  <a:pt x="417" y="8"/>
                  <a:pt x="417" y="8"/>
                  <a:pt x="417" y="8"/>
                </a:cubicBezTo>
                <a:cubicBezTo>
                  <a:pt x="417" y="8"/>
                  <a:pt x="417" y="8"/>
                  <a:pt x="417" y="8"/>
                </a:cubicBezTo>
                <a:cubicBezTo>
                  <a:pt x="417" y="8"/>
                  <a:pt x="418" y="8"/>
                  <a:pt x="418" y="8"/>
                </a:cubicBezTo>
                <a:cubicBezTo>
                  <a:pt x="418" y="8"/>
                  <a:pt x="418" y="8"/>
                  <a:pt x="418" y="8"/>
                </a:cubicBezTo>
                <a:cubicBezTo>
                  <a:pt x="419" y="8"/>
                  <a:pt x="419" y="8"/>
                  <a:pt x="420" y="9"/>
                </a:cubicBezTo>
                <a:cubicBezTo>
                  <a:pt x="419" y="9"/>
                  <a:pt x="419" y="9"/>
                  <a:pt x="419" y="9"/>
                </a:cubicBezTo>
                <a:cubicBezTo>
                  <a:pt x="420" y="9"/>
                  <a:pt x="420" y="9"/>
                  <a:pt x="420" y="9"/>
                </a:cubicBezTo>
                <a:cubicBezTo>
                  <a:pt x="421" y="9"/>
                  <a:pt x="421" y="10"/>
                  <a:pt x="422" y="10"/>
                </a:cubicBezTo>
                <a:cubicBezTo>
                  <a:pt x="424" y="10"/>
                  <a:pt x="424" y="10"/>
                  <a:pt x="424" y="10"/>
                </a:cubicBezTo>
                <a:cubicBezTo>
                  <a:pt x="424" y="10"/>
                  <a:pt x="423" y="9"/>
                  <a:pt x="421" y="9"/>
                </a:cubicBezTo>
                <a:cubicBezTo>
                  <a:pt x="421" y="9"/>
                  <a:pt x="421" y="9"/>
                  <a:pt x="421" y="9"/>
                </a:cubicBezTo>
                <a:cubicBezTo>
                  <a:pt x="421" y="9"/>
                  <a:pt x="421" y="9"/>
                  <a:pt x="422" y="9"/>
                </a:cubicBezTo>
                <a:cubicBezTo>
                  <a:pt x="422" y="9"/>
                  <a:pt x="422" y="9"/>
                  <a:pt x="422" y="9"/>
                </a:cubicBezTo>
                <a:cubicBezTo>
                  <a:pt x="422" y="9"/>
                  <a:pt x="422" y="9"/>
                  <a:pt x="422" y="9"/>
                </a:cubicBezTo>
                <a:cubicBezTo>
                  <a:pt x="422" y="8"/>
                  <a:pt x="421" y="8"/>
                  <a:pt x="421" y="8"/>
                </a:cubicBezTo>
                <a:moveTo>
                  <a:pt x="399" y="10"/>
                </a:moveTo>
                <a:cubicBezTo>
                  <a:pt x="399" y="9"/>
                  <a:pt x="399" y="9"/>
                  <a:pt x="399" y="9"/>
                </a:cubicBezTo>
                <a:cubicBezTo>
                  <a:pt x="398" y="9"/>
                  <a:pt x="398" y="9"/>
                  <a:pt x="398" y="9"/>
                </a:cubicBezTo>
                <a:cubicBezTo>
                  <a:pt x="397" y="9"/>
                  <a:pt x="397" y="9"/>
                  <a:pt x="397" y="9"/>
                </a:cubicBezTo>
                <a:cubicBezTo>
                  <a:pt x="397" y="9"/>
                  <a:pt x="397" y="9"/>
                  <a:pt x="397" y="9"/>
                </a:cubicBezTo>
                <a:cubicBezTo>
                  <a:pt x="397" y="9"/>
                  <a:pt x="397" y="9"/>
                  <a:pt x="397" y="9"/>
                </a:cubicBezTo>
                <a:cubicBezTo>
                  <a:pt x="396" y="8"/>
                  <a:pt x="395" y="8"/>
                  <a:pt x="395" y="8"/>
                </a:cubicBezTo>
                <a:cubicBezTo>
                  <a:pt x="395" y="9"/>
                  <a:pt x="395" y="9"/>
                  <a:pt x="394" y="9"/>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4" y="8"/>
                  <a:pt x="394" y="8"/>
                  <a:pt x="394" y="8"/>
                </a:cubicBezTo>
                <a:cubicBezTo>
                  <a:pt x="393" y="8"/>
                  <a:pt x="393" y="8"/>
                  <a:pt x="393" y="8"/>
                </a:cubicBezTo>
                <a:cubicBezTo>
                  <a:pt x="393" y="8"/>
                  <a:pt x="393" y="8"/>
                  <a:pt x="393" y="8"/>
                </a:cubicBezTo>
                <a:cubicBezTo>
                  <a:pt x="393" y="9"/>
                  <a:pt x="393" y="9"/>
                  <a:pt x="393" y="9"/>
                </a:cubicBezTo>
                <a:cubicBezTo>
                  <a:pt x="393" y="9"/>
                  <a:pt x="393" y="9"/>
                  <a:pt x="393" y="9"/>
                </a:cubicBezTo>
                <a:cubicBezTo>
                  <a:pt x="393" y="9"/>
                  <a:pt x="392" y="8"/>
                  <a:pt x="392" y="8"/>
                </a:cubicBezTo>
                <a:cubicBezTo>
                  <a:pt x="392" y="8"/>
                  <a:pt x="390" y="8"/>
                  <a:pt x="389" y="8"/>
                </a:cubicBezTo>
                <a:cubicBezTo>
                  <a:pt x="389" y="8"/>
                  <a:pt x="388" y="9"/>
                  <a:pt x="390" y="9"/>
                </a:cubicBezTo>
                <a:cubicBezTo>
                  <a:pt x="390" y="9"/>
                  <a:pt x="390" y="9"/>
                  <a:pt x="390" y="9"/>
                </a:cubicBezTo>
                <a:cubicBezTo>
                  <a:pt x="391" y="9"/>
                  <a:pt x="391" y="9"/>
                  <a:pt x="391" y="9"/>
                </a:cubicBezTo>
                <a:cubicBezTo>
                  <a:pt x="391" y="9"/>
                  <a:pt x="391" y="9"/>
                  <a:pt x="392" y="9"/>
                </a:cubicBezTo>
                <a:cubicBezTo>
                  <a:pt x="392" y="9"/>
                  <a:pt x="392" y="10"/>
                  <a:pt x="393" y="10"/>
                </a:cubicBezTo>
                <a:cubicBezTo>
                  <a:pt x="392" y="10"/>
                  <a:pt x="391" y="10"/>
                  <a:pt x="391" y="10"/>
                </a:cubicBezTo>
                <a:cubicBezTo>
                  <a:pt x="391" y="10"/>
                  <a:pt x="391" y="10"/>
                  <a:pt x="391" y="10"/>
                </a:cubicBezTo>
                <a:cubicBezTo>
                  <a:pt x="391" y="11"/>
                  <a:pt x="392" y="11"/>
                  <a:pt x="392" y="11"/>
                </a:cubicBezTo>
                <a:cubicBezTo>
                  <a:pt x="393" y="11"/>
                  <a:pt x="393" y="11"/>
                  <a:pt x="394" y="11"/>
                </a:cubicBezTo>
                <a:cubicBezTo>
                  <a:pt x="394" y="11"/>
                  <a:pt x="394" y="11"/>
                  <a:pt x="394" y="11"/>
                </a:cubicBezTo>
                <a:cubicBezTo>
                  <a:pt x="395" y="11"/>
                  <a:pt x="395" y="11"/>
                  <a:pt x="395" y="11"/>
                </a:cubicBezTo>
                <a:cubicBezTo>
                  <a:pt x="396" y="12"/>
                  <a:pt x="396" y="12"/>
                  <a:pt x="396" y="12"/>
                </a:cubicBezTo>
                <a:cubicBezTo>
                  <a:pt x="397" y="12"/>
                  <a:pt x="397" y="11"/>
                  <a:pt x="397" y="11"/>
                </a:cubicBezTo>
                <a:cubicBezTo>
                  <a:pt x="398" y="11"/>
                  <a:pt x="398" y="11"/>
                  <a:pt x="399" y="11"/>
                </a:cubicBezTo>
                <a:cubicBezTo>
                  <a:pt x="398" y="11"/>
                  <a:pt x="398" y="11"/>
                  <a:pt x="398" y="11"/>
                </a:cubicBezTo>
                <a:cubicBezTo>
                  <a:pt x="398" y="10"/>
                  <a:pt x="398" y="10"/>
                  <a:pt x="398" y="10"/>
                </a:cubicBezTo>
                <a:cubicBezTo>
                  <a:pt x="398" y="10"/>
                  <a:pt x="399" y="10"/>
                  <a:pt x="399" y="10"/>
                </a:cubicBezTo>
                <a:moveTo>
                  <a:pt x="390" y="11"/>
                </a:moveTo>
                <a:cubicBezTo>
                  <a:pt x="390" y="11"/>
                  <a:pt x="390" y="11"/>
                  <a:pt x="390" y="11"/>
                </a:cubicBezTo>
                <a:cubicBezTo>
                  <a:pt x="390" y="11"/>
                  <a:pt x="390" y="11"/>
                  <a:pt x="390" y="11"/>
                </a:cubicBezTo>
                <a:cubicBezTo>
                  <a:pt x="390" y="11"/>
                  <a:pt x="390" y="11"/>
                  <a:pt x="390" y="11"/>
                </a:cubicBezTo>
                <a:cubicBezTo>
                  <a:pt x="390" y="11"/>
                  <a:pt x="390" y="11"/>
                  <a:pt x="390" y="11"/>
                </a:cubicBezTo>
                <a:moveTo>
                  <a:pt x="401" y="18"/>
                </a:moveTo>
                <a:cubicBezTo>
                  <a:pt x="401" y="17"/>
                  <a:pt x="401" y="17"/>
                  <a:pt x="401" y="17"/>
                </a:cubicBezTo>
                <a:cubicBezTo>
                  <a:pt x="401" y="17"/>
                  <a:pt x="401" y="17"/>
                  <a:pt x="399" y="17"/>
                </a:cubicBezTo>
                <a:cubicBezTo>
                  <a:pt x="398" y="16"/>
                  <a:pt x="398" y="16"/>
                  <a:pt x="398" y="16"/>
                </a:cubicBezTo>
                <a:cubicBezTo>
                  <a:pt x="398" y="15"/>
                  <a:pt x="397" y="15"/>
                  <a:pt x="396" y="15"/>
                </a:cubicBezTo>
                <a:cubicBezTo>
                  <a:pt x="396" y="15"/>
                  <a:pt x="396" y="14"/>
                  <a:pt x="395" y="14"/>
                </a:cubicBezTo>
                <a:cubicBezTo>
                  <a:pt x="395" y="14"/>
                  <a:pt x="395" y="14"/>
                  <a:pt x="394" y="13"/>
                </a:cubicBezTo>
                <a:cubicBezTo>
                  <a:pt x="394" y="13"/>
                  <a:pt x="394" y="13"/>
                  <a:pt x="393" y="13"/>
                </a:cubicBezTo>
                <a:cubicBezTo>
                  <a:pt x="393" y="13"/>
                  <a:pt x="393" y="12"/>
                  <a:pt x="392" y="12"/>
                </a:cubicBezTo>
                <a:cubicBezTo>
                  <a:pt x="392" y="12"/>
                  <a:pt x="392" y="12"/>
                  <a:pt x="392" y="12"/>
                </a:cubicBezTo>
                <a:cubicBezTo>
                  <a:pt x="392" y="12"/>
                  <a:pt x="392" y="12"/>
                  <a:pt x="391" y="12"/>
                </a:cubicBezTo>
                <a:cubicBezTo>
                  <a:pt x="390" y="12"/>
                  <a:pt x="390" y="12"/>
                  <a:pt x="390" y="12"/>
                </a:cubicBezTo>
                <a:cubicBezTo>
                  <a:pt x="390" y="11"/>
                  <a:pt x="390" y="11"/>
                  <a:pt x="390" y="11"/>
                </a:cubicBezTo>
                <a:cubicBezTo>
                  <a:pt x="389" y="11"/>
                  <a:pt x="389" y="11"/>
                  <a:pt x="389" y="11"/>
                </a:cubicBezTo>
                <a:cubicBezTo>
                  <a:pt x="389" y="10"/>
                  <a:pt x="389" y="10"/>
                  <a:pt x="389" y="10"/>
                </a:cubicBezTo>
                <a:cubicBezTo>
                  <a:pt x="388" y="10"/>
                  <a:pt x="387" y="9"/>
                  <a:pt x="387" y="9"/>
                </a:cubicBezTo>
                <a:cubicBezTo>
                  <a:pt x="387" y="9"/>
                  <a:pt x="387" y="9"/>
                  <a:pt x="387" y="9"/>
                </a:cubicBezTo>
                <a:cubicBezTo>
                  <a:pt x="386" y="9"/>
                  <a:pt x="386" y="9"/>
                  <a:pt x="386" y="10"/>
                </a:cubicBezTo>
                <a:cubicBezTo>
                  <a:pt x="386" y="10"/>
                  <a:pt x="386" y="10"/>
                  <a:pt x="386" y="10"/>
                </a:cubicBezTo>
                <a:cubicBezTo>
                  <a:pt x="386" y="11"/>
                  <a:pt x="387" y="11"/>
                  <a:pt x="387" y="11"/>
                </a:cubicBezTo>
                <a:cubicBezTo>
                  <a:pt x="386" y="12"/>
                  <a:pt x="386" y="12"/>
                  <a:pt x="386" y="12"/>
                </a:cubicBezTo>
                <a:cubicBezTo>
                  <a:pt x="385" y="11"/>
                  <a:pt x="385" y="11"/>
                  <a:pt x="385" y="11"/>
                </a:cubicBezTo>
                <a:cubicBezTo>
                  <a:pt x="385" y="11"/>
                  <a:pt x="385" y="11"/>
                  <a:pt x="385" y="11"/>
                </a:cubicBezTo>
                <a:cubicBezTo>
                  <a:pt x="385" y="10"/>
                  <a:pt x="385" y="10"/>
                  <a:pt x="385" y="10"/>
                </a:cubicBezTo>
                <a:cubicBezTo>
                  <a:pt x="385" y="10"/>
                  <a:pt x="385" y="10"/>
                  <a:pt x="385" y="10"/>
                </a:cubicBezTo>
                <a:cubicBezTo>
                  <a:pt x="385" y="10"/>
                  <a:pt x="385" y="10"/>
                  <a:pt x="385" y="10"/>
                </a:cubicBezTo>
                <a:cubicBezTo>
                  <a:pt x="385" y="9"/>
                  <a:pt x="385" y="9"/>
                  <a:pt x="385" y="9"/>
                </a:cubicBezTo>
                <a:cubicBezTo>
                  <a:pt x="384" y="10"/>
                  <a:pt x="384" y="10"/>
                  <a:pt x="384" y="10"/>
                </a:cubicBezTo>
                <a:cubicBezTo>
                  <a:pt x="383" y="10"/>
                  <a:pt x="383" y="10"/>
                  <a:pt x="383" y="10"/>
                </a:cubicBezTo>
                <a:cubicBezTo>
                  <a:pt x="383" y="10"/>
                  <a:pt x="383" y="10"/>
                  <a:pt x="383" y="10"/>
                </a:cubicBezTo>
                <a:cubicBezTo>
                  <a:pt x="383" y="9"/>
                  <a:pt x="383" y="9"/>
                  <a:pt x="383" y="9"/>
                </a:cubicBezTo>
                <a:cubicBezTo>
                  <a:pt x="383" y="9"/>
                  <a:pt x="383" y="9"/>
                  <a:pt x="383" y="9"/>
                </a:cubicBezTo>
                <a:cubicBezTo>
                  <a:pt x="383" y="9"/>
                  <a:pt x="383" y="9"/>
                  <a:pt x="382" y="10"/>
                </a:cubicBezTo>
                <a:cubicBezTo>
                  <a:pt x="382" y="10"/>
                  <a:pt x="381" y="10"/>
                  <a:pt x="381" y="10"/>
                </a:cubicBezTo>
                <a:cubicBezTo>
                  <a:pt x="378" y="10"/>
                  <a:pt x="380" y="11"/>
                  <a:pt x="380" y="11"/>
                </a:cubicBezTo>
                <a:cubicBezTo>
                  <a:pt x="380" y="11"/>
                  <a:pt x="381" y="11"/>
                  <a:pt x="381" y="11"/>
                </a:cubicBezTo>
                <a:cubicBezTo>
                  <a:pt x="381" y="11"/>
                  <a:pt x="381" y="12"/>
                  <a:pt x="381" y="12"/>
                </a:cubicBezTo>
                <a:cubicBezTo>
                  <a:pt x="380" y="13"/>
                  <a:pt x="381" y="13"/>
                  <a:pt x="381" y="14"/>
                </a:cubicBezTo>
                <a:cubicBezTo>
                  <a:pt x="380" y="14"/>
                  <a:pt x="380" y="12"/>
                  <a:pt x="379" y="12"/>
                </a:cubicBezTo>
                <a:cubicBezTo>
                  <a:pt x="379" y="13"/>
                  <a:pt x="379" y="13"/>
                  <a:pt x="379" y="14"/>
                </a:cubicBezTo>
                <a:cubicBezTo>
                  <a:pt x="380" y="15"/>
                  <a:pt x="381" y="15"/>
                  <a:pt x="381" y="15"/>
                </a:cubicBezTo>
                <a:cubicBezTo>
                  <a:pt x="381" y="14"/>
                  <a:pt x="381" y="14"/>
                  <a:pt x="381" y="14"/>
                </a:cubicBezTo>
                <a:cubicBezTo>
                  <a:pt x="381" y="14"/>
                  <a:pt x="381" y="14"/>
                  <a:pt x="381" y="14"/>
                </a:cubicBezTo>
                <a:cubicBezTo>
                  <a:pt x="382" y="15"/>
                  <a:pt x="382" y="15"/>
                  <a:pt x="382" y="15"/>
                </a:cubicBezTo>
                <a:cubicBezTo>
                  <a:pt x="382" y="15"/>
                  <a:pt x="382" y="15"/>
                  <a:pt x="383" y="15"/>
                </a:cubicBezTo>
                <a:cubicBezTo>
                  <a:pt x="383" y="15"/>
                  <a:pt x="383" y="15"/>
                  <a:pt x="383" y="15"/>
                </a:cubicBezTo>
                <a:cubicBezTo>
                  <a:pt x="384" y="15"/>
                  <a:pt x="384" y="14"/>
                  <a:pt x="384" y="14"/>
                </a:cubicBezTo>
                <a:cubicBezTo>
                  <a:pt x="384" y="14"/>
                  <a:pt x="384" y="14"/>
                  <a:pt x="385" y="14"/>
                </a:cubicBezTo>
                <a:cubicBezTo>
                  <a:pt x="385" y="14"/>
                  <a:pt x="385" y="14"/>
                  <a:pt x="385" y="14"/>
                </a:cubicBezTo>
                <a:cubicBezTo>
                  <a:pt x="385" y="13"/>
                  <a:pt x="385" y="13"/>
                  <a:pt x="385" y="13"/>
                </a:cubicBezTo>
                <a:cubicBezTo>
                  <a:pt x="385" y="13"/>
                  <a:pt x="385" y="13"/>
                  <a:pt x="385" y="13"/>
                </a:cubicBezTo>
                <a:cubicBezTo>
                  <a:pt x="385" y="13"/>
                  <a:pt x="385" y="13"/>
                  <a:pt x="385" y="14"/>
                </a:cubicBezTo>
                <a:cubicBezTo>
                  <a:pt x="386" y="14"/>
                  <a:pt x="386" y="14"/>
                  <a:pt x="387" y="14"/>
                </a:cubicBezTo>
                <a:cubicBezTo>
                  <a:pt x="387" y="14"/>
                  <a:pt x="387" y="14"/>
                  <a:pt x="387" y="14"/>
                </a:cubicBezTo>
                <a:cubicBezTo>
                  <a:pt x="388" y="14"/>
                  <a:pt x="388" y="14"/>
                  <a:pt x="388" y="14"/>
                </a:cubicBezTo>
                <a:cubicBezTo>
                  <a:pt x="388" y="15"/>
                  <a:pt x="388" y="15"/>
                  <a:pt x="388" y="15"/>
                </a:cubicBezTo>
                <a:cubicBezTo>
                  <a:pt x="388" y="15"/>
                  <a:pt x="388" y="15"/>
                  <a:pt x="388" y="15"/>
                </a:cubicBezTo>
                <a:cubicBezTo>
                  <a:pt x="388" y="15"/>
                  <a:pt x="388" y="15"/>
                  <a:pt x="387" y="15"/>
                </a:cubicBezTo>
                <a:cubicBezTo>
                  <a:pt x="387" y="15"/>
                  <a:pt x="387" y="15"/>
                  <a:pt x="387" y="15"/>
                </a:cubicBezTo>
                <a:cubicBezTo>
                  <a:pt x="387" y="15"/>
                  <a:pt x="383" y="15"/>
                  <a:pt x="383" y="16"/>
                </a:cubicBezTo>
                <a:cubicBezTo>
                  <a:pt x="383" y="17"/>
                  <a:pt x="383" y="17"/>
                  <a:pt x="383" y="17"/>
                </a:cubicBezTo>
                <a:cubicBezTo>
                  <a:pt x="384" y="17"/>
                  <a:pt x="384" y="17"/>
                  <a:pt x="384" y="17"/>
                </a:cubicBezTo>
                <a:cubicBezTo>
                  <a:pt x="384" y="17"/>
                  <a:pt x="384" y="17"/>
                  <a:pt x="384" y="17"/>
                </a:cubicBezTo>
                <a:cubicBezTo>
                  <a:pt x="385" y="17"/>
                  <a:pt x="385" y="17"/>
                  <a:pt x="386" y="17"/>
                </a:cubicBezTo>
                <a:cubicBezTo>
                  <a:pt x="386" y="17"/>
                  <a:pt x="387" y="16"/>
                  <a:pt x="387" y="16"/>
                </a:cubicBezTo>
                <a:cubicBezTo>
                  <a:pt x="387" y="16"/>
                  <a:pt x="387" y="16"/>
                  <a:pt x="387" y="16"/>
                </a:cubicBezTo>
                <a:cubicBezTo>
                  <a:pt x="387" y="16"/>
                  <a:pt x="387" y="16"/>
                  <a:pt x="388" y="16"/>
                </a:cubicBezTo>
                <a:cubicBezTo>
                  <a:pt x="387" y="17"/>
                  <a:pt x="387" y="17"/>
                  <a:pt x="387" y="17"/>
                </a:cubicBezTo>
                <a:cubicBezTo>
                  <a:pt x="386" y="18"/>
                  <a:pt x="386" y="18"/>
                  <a:pt x="386" y="18"/>
                </a:cubicBezTo>
                <a:cubicBezTo>
                  <a:pt x="386" y="18"/>
                  <a:pt x="386" y="18"/>
                  <a:pt x="386" y="18"/>
                </a:cubicBezTo>
                <a:cubicBezTo>
                  <a:pt x="383" y="17"/>
                  <a:pt x="383" y="18"/>
                  <a:pt x="384" y="19"/>
                </a:cubicBezTo>
                <a:cubicBezTo>
                  <a:pt x="384" y="19"/>
                  <a:pt x="384" y="19"/>
                  <a:pt x="385" y="19"/>
                </a:cubicBezTo>
                <a:cubicBezTo>
                  <a:pt x="386" y="19"/>
                  <a:pt x="386" y="19"/>
                  <a:pt x="388" y="22"/>
                </a:cubicBezTo>
                <a:cubicBezTo>
                  <a:pt x="388" y="22"/>
                  <a:pt x="388" y="22"/>
                  <a:pt x="388" y="22"/>
                </a:cubicBezTo>
                <a:cubicBezTo>
                  <a:pt x="388" y="21"/>
                  <a:pt x="388" y="21"/>
                  <a:pt x="388" y="21"/>
                </a:cubicBezTo>
                <a:cubicBezTo>
                  <a:pt x="388" y="21"/>
                  <a:pt x="389" y="21"/>
                  <a:pt x="389" y="20"/>
                </a:cubicBezTo>
                <a:cubicBezTo>
                  <a:pt x="389" y="19"/>
                  <a:pt x="389" y="19"/>
                  <a:pt x="389" y="18"/>
                </a:cubicBezTo>
                <a:cubicBezTo>
                  <a:pt x="390" y="18"/>
                  <a:pt x="390" y="18"/>
                  <a:pt x="390" y="18"/>
                </a:cubicBezTo>
                <a:cubicBezTo>
                  <a:pt x="390" y="17"/>
                  <a:pt x="390" y="17"/>
                  <a:pt x="390" y="16"/>
                </a:cubicBezTo>
                <a:cubicBezTo>
                  <a:pt x="391" y="16"/>
                  <a:pt x="391" y="16"/>
                  <a:pt x="391" y="16"/>
                </a:cubicBezTo>
                <a:cubicBezTo>
                  <a:pt x="391" y="15"/>
                  <a:pt x="391" y="14"/>
                  <a:pt x="391" y="14"/>
                </a:cubicBezTo>
                <a:cubicBezTo>
                  <a:pt x="391" y="14"/>
                  <a:pt x="392" y="14"/>
                  <a:pt x="393" y="14"/>
                </a:cubicBezTo>
                <a:cubicBezTo>
                  <a:pt x="393" y="14"/>
                  <a:pt x="393" y="14"/>
                  <a:pt x="393" y="14"/>
                </a:cubicBezTo>
                <a:cubicBezTo>
                  <a:pt x="393" y="14"/>
                  <a:pt x="393" y="15"/>
                  <a:pt x="393" y="15"/>
                </a:cubicBezTo>
                <a:cubicBezTo>
                  <a:pt x="395" y="15"/>
                  <a:pt x="395" y="17"/>
                  <a:pt x="395" y="17"/>
                </a:cubicBezTo>
                <a:cubicBezTo>
                  <a:pt x="394" y="17"/>
                  <a:pt x="394" y="18"/>
                  <a:pt x="395" y="18"/>
                </a:cubicBezTo>
                <a:cubicBezTo>
                  <a:pt x="395" y="18"/>
                  <a:pt x="395" y="18"/>
                  <a:pt x="395" y="18"/>
                </a:cubicBezTo>
                <a:cubicBezTo>
                  <a:pt x="396" y="18"/>
                  <a:pt x="396" y="17"/>
                  <a:pt x="397" y="17"/>
                </a:cubicBezTo>
                <a:cubicBezTo>
                  <a:pt x="397" y="18"/>
                  <a:pt x="397" y="18"/>
                  <a:pt x="398" y="19"/>
                </a:cubicBezTo>
                <a:cubicBezTo>
                  <a:pt x="398" y="19"/>
                  <a:pt x="398" y="19"/>
                  <a:pt x="399" y="19"/>
                </a:cubicBezTo>
                <a:cubicBezTo>
                  <a:pt x="399" y="19"/>
                  <a:pt x="399" y="19"/>
                  <a:pt x="399" y="19"/>
                </a:cubicBezTo>
                <a:cubicBezTo>
                  <a:pt x="399" y="18"/>
                  <a:pt x="399" y="18"/>
                  <a:pt x="399" y="18"/>
                </a:cubicBezTo>
                <a:cubicBezTo>
                  <a:pt x="400" y="18"/>
                  <a:pt x="400" y="18"/>
                  <a:pt x="401" y="18"/>
                </a:cubicBezTo>
                <a:cubicBezTo>
                  <a:pt x="401" y="18"/>
                  <a:pt x="401" y="18"/>
                  <a:pt x="401" y="18"/>
                </a:cubicBezTo>
                <a:moveTo>
                  <a:pt x="609" y="325"/>
                </a:moveTo>
                <a:cubicBezTo>
                  <a:pt x="608" y="313"/>
                  <a:pt x="607" y="300"/>
                  <a:pt x="605" y="288"/>
                </a:cubicBezTo>
                <a:cubicBezTo>
                  <a:pt x="590" y="288"/>
                  <a:pt x="575" y="288"/>
                  <a:pt x="558" y="288"/>
                </a:cubicBezTo>
                <a:cubicBezTo>
                  <a:pt x="537" y="287"/>
                  <a:pt x="514" y="287"/>
                  <a:pt x="492" y="287"/>
                </a:cubicBezTo>
                <a:cubicBezTo>
                  <a:pt x="492" y="287"/>
                  <a:pt x="490" y="292"/>
                  <a:pt x="489" y="294"/>
                </a:cubicBezTo>
                <a:cubicBezTo>
                  <a:pt x="488" y="294"/>
                  <a:pt x="488" y="294"/>
                  <a:pt x="488" y="294"/>
                </a:cubicBezTo>
                <a:cubicBezTo>
                  <a:pt x="488" y="295"/>
                  <a:pt x="488" y="295"/>
                  <a:pt x="488" y="295"/>
                </a:cubicBezTo>
                <a:cubicBezTo>
                  <a:pt x="487" y="295"/>
                  <a:pt x="487" y="295"/>
                  <a:pt x="487" y="295"/>
                </a:cubicBezTo>
                <a:cubicBezTo>
                  <a:pt x="486" y="295"/>
                  <a:pt x="486" y="295"/>
                  <a:pt x="484" y="295"/>
                </a:cubicBezTo>
                <a:cubicBezTo>
                  <a:pt x="484" y="295"/>
                  <a:pt x="484" y="295"/>
                  <a:pt x="484" y="295"/>
                </a:cubicBezTo>
                <a:cubicBezTo>
                  <a:pt x="483" y="295"/>
                  <a:pt x="483" y="295"/>
                  <a:pt x="483" y="295"/>
                </a:cubicBezTo>
                <a:cubicBezTo>
                  <a:pt x="482" y="296"/>
                  <a:pt x="482" y="296"/>
                  <a:pt x="482" y="296"/>
                </a:cubicBezTo>
                <a:cubicBezTo>
                  <a:pt x="482" y="296"/>
                  <a:pt x="482" y="296"/>
                  <a:pt x="482" y="296"/>
                </a:cubicBezTo>
                <a:cubicBezTo>
                  <a:pt x="481" y="296"/>
                  <a:pt x="481" y="296"/>
                  <a:pt x="480" y="296"/>
                </a:cubicBezTo>
                <a:cubicBezTo>
                  <a:pt x="480" y="295"/>
                  <a:pt x="479" y="295"/>
                  <a:pt x="479" y="295"/>
                </a:cubicBezTo>
                <a:cubicBezTo>
                  <a:pt x="479" y="295"/>
                  <a:pt x="478" y="294"/>
                  <a:pt x="478" y="294"/>
                </a:cubicBezTo>
                <a:cubicBezTo>
                  <a:pt x="478" y="294"/>
                  <a:pt x="475" y="294"/>
                  <a:pt x="473" y="294"/>
                </a:cubicBezTo>
                <a:cubicBezTo>
                  <a:pt x="473" y="294"/>
                  <a:pt x="473" y="294"/>
                  <a:pt x="473" y="294"/>
                </a:cubicBezTo>
                <a:cubicBezTo>
                  <a:pt x="472" y="294"/>
                  <a:pt x="472" y="294"/>
                  <a:pt x="472" y="294"/>
                </a:cubicBezTo>
                <a:cubicBezTo>
                  <a:pt x="471" y="294"/>
                  <a:pt x="471" y="294"/>
                  <a:pt x="471" y="294"/>
                </a:cubicBezTo>
                <a:cubicBezTo>
                  <a:pt x="473" y="295"/>
                  <a:pt x="474" y="295"/>
                  <a:pt x="477" y="296"/>
                </a:cubicBezTo>
                <a:cubicBezTo>
                  <a:pt x="478" y="296"/>
                  <a:pt x="478" y="297"/>
                  <a:pt x="478" y="297"/>
                </a:cubicBezTo>
                <a:cubicBezTo>
                  <a:pt x="478" y="298"/>
                  <a:pt x="478" y="298"/>
                  <a:pt x="478" y="298"/>
                </a:cubicBezTo>
                <a:cubicBezTo>
                  <a:pt x="478" y="299"/>
                  <a:pt x="478" y="299"/>
                  <a:pt x="479" y="300"/>
                </a:cubicBezTo>
                <a:cubicBezTo>
                  <a:pt x="479" y="300"/>
                  <a:pt x="479" y="301"/>
                  <a:pt x="479" y="301"/>
                </a:cubicBezTo>
                <a:cubicBezTo>
                  <a:pt x="479" y="302"/>
                  <a:pt x="479" y="302"/>
                  <a:pt x="479" y="302"/>
                </a:cubicBezTo>
                <a:cubicBezTo>
                  <a:pt x="479" y="303"/>
                  <a:pt x="479" y="303"/>
                  <a:pt x="479" y="303"/>
                </a:cubicBezTo>
                <a:cubicBezTo>
                  <a:pt x="479" y="306"/>
                  <a:pt x="482" y="308"/>
                  <a:pt x="483" y="311"/>
                </a:cubicBezTo>
                <a:cubicBezTo>
                  <a:pt x="485" y="314"/>
                  <a:pt x="486" y="314"/>
                  <a:pt x="487" y="315"/>
                </a:cubicBezTo>
                <a:cubicBezTo>
                  <a:pt x="488" y="315"/>
                  <a:pt x="488" y="315"/>
                  <a:pt x="489" y="315"/>
                </a:cubicBezTo>
                <a:cubicBezTo>
                  <a:pt x="491" y="316"/>
                  <a:pt x="491" y="313"/>
                  <a:pt x="492" y="312"/>
                </a:cubicBezTo>
                <a:cubicBezTo>
                  <a:pt x="492" y="313"/>
                  <a:pt x="493" y="313"/>
                  <a:pt x="493" y="313"/>
                </a:cubicBezTo>
                <a:cubicBezTo>
                  <a:pt x="495" y="316"/>
                  <a:pt x="498" y="318"/>
                  <a:pt x="499" y="321"/>
                </a:cubicBezTo>
                <a:cubicBezTo>
                  <a:pt x="505" y="332"/>
                  <a:pt x="505" y="332"/>
                  <a:pt x="505" y="332"/>
                </a:cubicBezTo>
                <a:cubicBezTo>
                  <a:pt x="505" y="333"/>
                  <a:pt x="505" y="333"/>
                  <a:pt x="505" y="333"/>
                </a:cubicBezTo>
                <a:cubicBezTo>
                  <a:pt x="504" y="335"/>
                  <a:pt x="504" y="337"/>
                  <a:pt x="505" y="339"/>
                </a:cubicBezTo>
                <a:cubicBezTo>
                  <a:pt x="506" y="341"/>
                  <a:pt x="509" y="340"/>
                  <a:pt x="510" y="341"/>
                </a:cubicBezTo>
                <a:cubicBezTo>
                  <a:pt x="511" y="342"/>
                  <a:pt x="516" y="352"/>
                  <a:pt x="516" y="352"/>
                </a:cubicBezTo>
                <a:cubicBezTo>
                  <a:pt x="518" y="356"/>
                  <a:pt x="514" y="362"/>
                  <a:pt x="519" y="364"/>
                </a:cubicBezTo>
                <a:cubicBezTo>
                  <a:pt x="519" y="364"/>
                  <a:pt x="525" y="368"/>
                  <a:pt x="527" y="373"/>
                </a:cubicBezTo>
                <a:cubicBezTo>
                  <a:pt x="527" y="376"/>
                  <a:pt x="528" y="376"/>
                  <a:pt x="529" y="377"/>
                </a:cubicBezTo>
                <a:cubicBezTo>
                  <a:pt x="531" y="379"/>
                  <a:pt x="531" y="379"/>
                  <a:pt x="538" y="397"/>
                </a:cubicBezTo>
                <a:cubicBezTo>
                  <a:pt x="538" y="401"/>
                  <a:pt x="538" y="404"/>
                  <a:pt x="538" y="408"/>
                </a:cubicBezTo>
                <a:cubicBezTo>
                  <a:pt x="539" y="414"/>
                  <a:pt x="547" y="415"/>
                  <a:pt x="549" y="412"/>
                </a:cubicBezTo>
                <a:cubicBezTo>
                  <a:pt x="553" y="408"/>
                  <a:pt x="553" y="408"/>
                  <a:pt x="555" y="407"/>
                </a:cubicBezTo>
                <a:cubicBezTo>
                  <a:pt x="557" y="407"/>
                  <a:pt x="559" y="407"/>
                  <a:pt x="561" y="407"/>
                </a:cubicBezTo>
                <a:cubicBezTo>
                  <a:pt x="561" y="407"/>
                  <a:pt x="561" y="407"/>
                  <a:pt x="561" y="407"/>
                </a:cubicBezTo>
                <a:cubicBezTo>
                  <a:pt x="562" y="408"/>
                  <a:pt x="562" y="408"/>
                  <a:pt x="563" y="408"/>
                </a:cubicBezTo>
                <a:cubicBezTo>
                  <a:pt x="563" y="408"/>
                  <a:pt x="563" y="408"/>
                  <a:pt x="563" y="408"/>
                </a:cubicBezTo>
                <a:cubicBezTo>
                  <a:pt x="564" y="408"/>
                  <a:pt x="564" y="407"/>
                  <a:pt x="565" y="406"/>
                </a:cubicBezTo>
                <a:cubicBezTo>
                  <a:pt x="569" y="400"/>
                  <a:pt x="577" y="402"/>
                  <a:pt x="582" y="397"/>
                </a:cubicBezTo>
                <a:cubicBezTo>
                  <a:pt x="583" y="396"/>
                  <a:pt x="583" y="396"/>
                  <a:pt x="586" y="396"/>
                </a:cubicBezTo>
                <a:cubicBezTo>
                  <a:pt x="587" y="395"/>
                  <a:pt x="587" y="395"/>
                  <a:pt x="587" y="395"/>
                </a:cubicBezTo>
                <a:cubicBezTo>
                  <a:pt x="587" y="392"/>
                  <a:pt x="587" y="392"/>
                  <a:pt x="588" y="391"/>
                </a:cubicBezTo>
                <a:cubicBezTo>
                  <a:pt x="589" y="391"/>
                  <a:pt x="589" y="391"/>
                  <a:pt x="591" y="390"/>
                </a:cubicBezTo>
                <a:cubicBezTo>
                  <a:pt x="593" y="389"/>
                  <a:pt x="593" y="389"/>
                  <a:pt x="601" y="389"/>
                </a:cubicBezTo>
                <a:cubicBezTo>
                  <a:pt x="601" y="389"/>
                  <a:pt x="601" y="385"/>
                  <a:pt x="603" y="382"/>
                </a:cubicBezTo>
                <a:cubicBezTo>
                  <a:pt x="605" y="382"/>
                  <a:pt x="606" y="382"/>
                  <a:pt x="608" y="382"/>
                </a:cubicBezTo>
                <a:cubicBezTo>
                  <a:pt x="609" y="379"/>
                  <a:pt x="610" y="376"/>
                  <a:pt x="610" y="376"/>
                </a:cubicBezTo>
                <a:cubicBezTo>
                  <a:pt x="611" y="365"/>
                  <a:pt x="610" y="354"/>
                  <a:pt x="610" y="342"/>
                </a:cubicBezTo>
                <a:cubicBezTo>
                  <a:pt x="609" y="343"/>
                  <a:pt x="609" y="343"/>
                  <a:pt x="609" y="343"/>
                </a:cubicBezTo>
                <a:cubicBezTo>
                  <a:pt x="608" y="342"/>
                  <a:pt x="609" y="340"/>
                  <a:pt x="608" y="339"/>
                </a:cubicBezTo>
                <a:cubicBezTo>
                  <a:pt x="607" y="339"/>
                  <a:pt x="607" y="339"/>
                  <a:pt x="607" y="338"/>
                </a:cubicBezTo>
                <a:cubicBezTo>
                  <a:pt x="607" y="335"/>
                  <a:pt x="606" y="333"/>
                  <a:pt x="606" y="331"/>
                </a:cubicBezTo>
                <a:cubicBezTo>
                  <a:pt x="606" y="330"/>
                  <a:pt x="606" y="330"/>
                  <a:pt x="605" y="329"/>
                </a:cubicBezTo>
                <a:cubicBezTo>
                  <a:pt x="602" y="331"/>
                  <a:pt x="602" y="331"/>
                  <a:pt x="601" y="340"/>
                </a:cubicBezTo>
                <a:cubicBezTo>
                  <a:pt x="600" y="340"/>
                  <a:pt x="599" y="340"/>
                  <a:pt x="597" y="340"/>
                </a:cubicBezTo>
                <a:cubicBezTo>
                  <a:pt x="596" y="340"/>
                  <a:pt x="596" y="340"/>
                  <a:pt x="596" y="340"/>
                </a:cubicBezTo>
                <a:cubicBezTo>
                  <a:pt x="595" y="340"/>
                  <a:pt x="594" y="339"/>
                  <a:pt x="593" y="339"/>
                </a:cubicBezTo>
                <a:cubicBezTo>
                  <a:pt x="592" y="339"/>
                  <a:pt x="592" y="339"/>
                  <a:pt x="592" y="339"/>
                </a:cubicBezTo>
                <a:cubicBezTo>
                  <a:pt x="589" y="341"/>
                  <a:pt x="589" y="341"/>
                  <a:pt x="588" y="343"/>
                </a:cubicBezTo>
                <a:cubicBezTo>
                  <a:pt x="588" y="343"/>
                  <a:pt x="584" y="342"/>
                  <a:pt x="584" y="337"/>
                </a:cubicBezTo>
                <a:cubicBezTo>
                  <a:pt x="584" y="337"/>
                  <a:pt x="584" y="336"/>
                  <a:pt x="585" y="336"/>
                </a:cubicBezTo>
                <a:cubicBezTo>
                  <a:pt x="586" y="335"/>
                  <a:pt x="586" y="335"/>
                  <a:pt x="587" y="335"/>
                </a:cubicBezTo>
                <a:cubicBezTo>
                  <a:pt x="587" y="335"/>
                  <a:pt x="588" y="335"/>
                  <a:pt x="588" y="335"/>
                </a:cubicBezTo>
                <a:cubicBezTo>
                  <a:pt x="594" y="338"/>
                  <a:pt x="594" y="334"/>
                  <a:pt x="594" y="334"/>
                </a:cubicBezTo>
                <a:cubicBezTo>
                  <a:pt x="593" y="334"/>
                  <a:pt x="593" y="334"/>
                  <a:pt x="593" y="334"/>
                </a:cubicBezTo>
                <a:cubicBezTo>
                  <a:pt x="592" y="333"/>
                  <a:pt x="592" y="333"/>
                  <a:pt x="591" y="333"/>
                </a:cubicBezTo>
                <a:cubicBezTo>
                  <a:pt x="591" y="333"/>
                  <a:pt x="590" y="333"/>
                  <a:pt x="590" y="334"/>
                </a:cubicBezTo>
                <a:cubicBezTo>
                  <a:pt x="589" y="334"/>
                  <a:pt x="589" y="334"/>
                  <a:pt x="588" y="334"/>
                </a:cubicBezTo>
                <a:cubicBezTo>
                  <a:pt x="585" y="333"/>
                  <a:pt x="582" y="333"/>
                  <a:pt x="580" y="332"/>
                </a:cubicBezTo>
                <a:cubicBezTo>
                  <a:pt x="579" y="332"/>
                  <a:pt x="578" y="332"/>
                  <a:pt x="578" y="332"/>
                </a:cubicBezTo>
                <a:cubicBezTo>
                  <a:pt x="578" y="330"/>
                  <a:pt x="578" y="327"/>
                  <a:pt x="577" y="325"/>
                </a:cubicBezTo>
                <a:cubicBezTo>
                  <a:pt x="576" y="324"/>
                  <a:pt x="576" y="324"/>
                  <a:pt x="570" y="321"/>
                </a:cubicBezTo>
                <a:cubicBezTo>
                  <a:pt x="568" y="316"/>
                  <a:pt x="565" y="311"/>
                  <a:pt x="565" y="305"/>
                </a:cubicBezTo>
                <a:cubicBezTo>
                  <a:pt x="566" y="301"/>
                  <a:pt x="571" y="303"/>
                  <a:pt x="572" y="303"/>
                </a:cubicBezTo>
                <a:cubicBezTo>
                  <a:pt x="572" y="304"/>
                  <a:pt x="572" y="304"/>
                  <a:pt x="576" y="308"/>
                </a:cubicBezTo>
                <a:cubicBezTo>
                  <a:pt x="578" y="310"/>
                  <a:pt x="578" y="310"/>
                  <a:pt x="580" y="314"/>
                </a:cubicBezTo>
                <a:cubicBezTo>
                  <a:pt x="581" y="317"/>
                  <a:pt x="584" y="317"/>
                  <a:pt x="586" y="319"/>
                </a:cubicBezTo>
                <a:cubicBezTo>
                  <a:pt x="589" y="323"/>
                  <a:pt x="590" y="323"/>
                  <a:pt x="598" y="324"/>
                </a:cubicBezTo>
                <a:cubicBezTo>
                  <a:pt x="599" y="324"/>
                  <a:pt x="599" y="324"/>
                  <a:pt x="599" y="324"/>
                </a:cubicBezTo>
                <a:cubicBezTo>
                  <a:pt x="599" y="324"/>
                  <a:pt x="600" y="324"/>
                  <a:pt x="600" y="324"/>
                </a:cubicBezTo>
                <a:cubicBezTo>
                  <a:pt x="601" y="324"/>
                  <a:pt x="602" y="324"/>
                  <a:pt x="604" y="323"/>
                </a:cubicBezTo>
                <a:cubicBezTo>
                  <a:pt x="604" y="323"/>
                  <a:pt x="605" y="323"/>
                  <a:pt x="605" y="323"/>
                </a:cubicBezTo>
                <a:cubicBezTo>
                  <a:pt x="607" y="323"/>
                  <a:pt x="607" y="323"/>
                  <a:pt x="609" y="325"/>
                </a:cubicBezTo>
                <a:cubicBezTo>
                  <a:pt x="609" y="325"/>
                  <a:pt x="609" y="325"/>
                  <a:pt x="609" y="325"/>
                </a:cubicBezTo>
                <a:moveTo>
                  <a:pt x="680" y="160"/>
                </a:moveTo>
                <a:cubicBezTo>
                  <a:pt x="671" y="147"/>
                  <a:pt x="657" y="130"/>
                  <a:pt x="646" y="118"/>
                </a:cubicBezTo>
                <a:cubicBezTo>
                  <a:pt x="649" y="120"/>
                  <a:pt x="614" y="121"/>
                  <a:pt x="550" y="121"/>
                </a:cubicBezTo>
                <a:cubicBezTo>
                  <a:pt x="577" y="168"/>
                  <a:pt x="596" y="225"/>
                  <a:pt x="605" y="288"/>
                </a:cubicBezTo>
                <a:cubicBezTo>
                  <a:pt x="690" y="289"/>
                  <a:pt x="736" y="287"/>
                  <a:pt x="736" y="284"/>
                </a:cubicBezTo>
                <a:cubicBezTo>
                  <a:pt x="730" y="264"/>
                  <a:pt x="730" y="264"/>
                  <a:pt x="730" y="264"/>
                </a:cubicBezTo>
                <a:cubicBezTo>
                  <a:pt x="718" y="228"/>
                  <a:pt x="718" y="227"/>
                  <a:pt x="709" y="210"/>
                </a:cubicBezTo>
                <a:cubicBezTo>
                  <a:pt x="693" y="178"/>
                  <a:pt x="690" y="173"/>
                  <a:pt x="680" y="160"/>
                </a:cubicBezTo>
                <a:moveTo>
                  <a:pt x="415" y="119"/>
                </a:moveTo>
                <a:cubicBezTo>
                  <a:pt x="416" y="119"/>
                  <a:pt x="418" y="119"/>
                  <a:pt x="420" y="119"/>
                </a:cubicBezTo>
                <a:cubicBezTo>
                  <a:pt x="419" y="119"/>
                  <a:pt x="419" y="119"/>
                  <a:pt x="419" y="119"/>
                </a:cubicBezTo>
                <a:cubicBezTo>
                  <a:pt x="418" y="119"/>
                  <a:pt x="418" y="119"/>
                  <a:pt x="418" y="119"/>
                </a:cubicBezTo>
                <a:cubicBezTo>
                  <a:pt x="418" y="119"/>
                  <a:pt x="418" y="119"/>
                  <a:pt x="418" y="119"/>
                </a:cubicBezTo>
                <a:cubicBezTo>
                  <a:pt x="418" y="119"/>
                  <a:pt x="418" y="119"/>
                  <a:pt x="417" y="118"/>
                </a:cubicBezTo>
                <a:cubicBezTo>
                  <a:pt x="417" y="117"/>
                  <a:pt x="417" y="117"/>
                  <a:pt x="417" y="117"/>
                </a:cubicBezTo>
                <a:cubicBezTo>
                  <a:pt x="417" y="117"/>
                  <a:pt x="417" y="117"/>
                  <a:pt x="417" y="117"/>
                </a:cubicBezTo>
                <a:cubicBezTo>
                  <a:pt x="416" y="117"/>
                  <a:pt x="416" y="117"/>
                  <a:pt x="415" y="117"/>
                </a:cubicBezTo>
                <a:cubicBezTo>
                  <a:pt x="415" y="117"/>
                  <a:pt x="415" y="117"/>
                  <a:pt x="415" y="117"/>
                </a:cubicBezTo>
                <a:cubicBezTo>
                  <a:pt x="414" y="118"/>
                  <a:pt x="414" y="118"/>
                  <a:pt x="414" y="118"/>
                </a:cubicBezTo>
                <a:cubicBezTo>
                  <a:pt x="414" y="118"/>
                  <a:pt x="414" y="118"/>
                  <a:pt x="414" y="118"/>
                </a:cubicBezTo>
                <a:cubicBezTo>
                  <a:pt x="415" y="119"/>
                  <a:pt x="415" y="119"/>
                  <a:pt x="415" y="119"/>
                </a:cubicBezTo>
                <a:moveTo>
                  <a:pt x="416" y="52"/>
                </a:moveTo>
                <a:cubicBezTo>
                  <a:pt x="416" y="51"/>
                  <a:pt x="416" y="50"/>
                  <a:pt x="415" y="50"/>
                </a:cubicBezTo>
                <a:cubicBezTo>
                  <a:pt x="415" y="50"/>
                  <a:pt x="415" y="50"/>
                  <a:pt x="415" y="50"/>
                </a:cubicBezTo>
                <a:cubicBezTo>
                  <a:pt x="415" y="50"/>
                  <a:pt x="415" y="50"/>
                  <a:pt x="415" y="50"/>
                </a:cubicBezTo>
                <a:cubicBezTo>
                  <a:pt x="414" y="50"/>
                  <a:pt x="414" y="50"/>
                  <a:pt x="413" y="50"/>
                </a:cubicBezTo>
                <a:cubicBezTo>
                  <a:pt x="414" y="50"/>
                  <a:pt x="414" y="50"/>
                  <a:pt x="414" y="50"/>
                </a:cubicBezTo>
                <a:cubicBezTo>
                  <a:pt x="414" y="51"/>
                  <a:pt x="414" y="51"/>
                  <a:pt x="414" y="51"/>
                </a:cubicBezTo>
                <a:cubicBezTo>
                  <a:pt x="414" y="51"/>
                  <a:pt x="414" y="52"/>
                  <a:pt x="414" y="52"/>
                </a:cubicBezTo>
                <a:cubicBezTo>
                  <a:pt x="415" y="52"/>
                  <a:pt x="415" y="52"/>
                  <a:pt x="416" y="52"/>
                </a:cubicBezTo>
                <a:moveTo>
                  <a:pt x="550" y="121"/>
                </a:moveTo>
                <a:cubicBezTo>
                  <a:pt x="537" y="99"/>
                  <a:pt x="522" y="79"/>
                  <a:pt x="507" y="62"/>
                </a:cubicBezTo>
                <a:cubicBezTo>
                  <a:pt x="507" y="63"/>
                  <a:pt x="507" y="63"/>
                  <a:pt x="507" y="63"/>
                </a:cubicBezTo>
                <a:cubicBezTo>
                  <a:pt x="506" y="64"/>
                  <a:pt x="506" y="64"/>
                  <a:pt x="506" y="64"/>
                </a:cubicBezTo>
                <a:cubicBezTo>
                  <a:pt x="505" y="63"/>
                  <a:pt x="504" y="63"/>
                  <a:pt x="504" y="63"/>
                </a:cubicBezTo>
                <a:cubicBezTo>
                  <a:pt x="504" y="63"/>
                  <a:pt x="504" y="63"/>
                  <a:pt x="503" y="63"/>
                </a:cubicBezTo>
                <a:cubicBezTo>
                  <a:pt x="503" y="64"/>
                  <a:pt x="504" y="65"/>
                  <a:pt x="504" y="65"/>
                </a:cubicBezTo>
                <a:cubicBezTo>
                  <a:pt x="504" y="65"/>
                  <a:pt x="503" y="65"/>
                  <a:pt x="503" y="65"/>
                </a:cubicBezTo>
                <a:cubicBezTo>
                  <a:pt x="501" y="64"/>
                  <a:pt x="501" y="64"/>
                  <a:pt x="498" y="61"/>
                </a:cubicBezTo>
                <a:cubicBezTo>
                  <a:pt x="497" y="62"/>
                  <a:pt x="497" y="62"/>
                  <a:pt x="497" y="62"/>
                </a:cubicBezTo>
                <a:cubicBezTo>
                  <a:pt x="497" y="62"/>
                  <a:pt x="497" y="62"/>
                  <a:pt x="496" y="62"/>
                </a:cubicBezTo>
                <a:cubicBezTo>
                  <a:pt x="496" y="63"/>
                  <a:pt x="496" y="63"/>
                  <a:pt x="496" y="63"/>
                </a:cubicBezTo>
                <a:cubicBezTo>
                  <a:pt x="495" y="63"/>
                  <a:pt x="495" y="63"/>
                  <a:pt x="495" y="63"/>
                </a:cubicBezTo>
                <a:cubicBezTo>
                  <a:pt x="494" y="63"/>
                  <a:pt x="494" y="63"/>
                  <a:pt x="494" y="63"/>
                </a:cubicBezTo>
                <a:cubicBezTo>
                  <a:pt x="494" y="64"/>
                  <a:pt x="493" y="64"/>
                  <a:pt x="493" y="64"/>
                </a:cubicBezTo>
                <a:cubicBezTo>
                  <a:pt x="492" y="65"/>
                  <a:pt x="492" y="65"/>
                  <a:pt x="492" y="65"/>
                </a:cubicBezTo>
                <a:cubicBezTo>
                  <a:pt x="490" y="65"/>
                  <a:pt x="490" y="65"/>
                  <a:pt x="490" y="67"/>
                </a:cubicBezTo>
                <a:cubicBezTo>
                  <a:pt x="489" y="67"/>
                  <a:pt x="489" y="67"/>
                  <a:pt x="488" y="67"/>
                </a:cubicBezTo>
                <a:cubicBezTo>
                  <a:pt x="487" y="68"/>
                  <a:pt x="487" y="68"/>
                  <a:pt x="487" y="68"/>
                </a:cubicBezTo>
                <a:cubicBezTo>
                  <a:pt x="490" y="70"/>
                  <a:pt x="490" y="70"/>
                  <a:pt x="490" y="70"/>
                </a:cubicBezTo>
                <a:cubicBezTo>
                  <a:pt x="489" y="72"/>
                  <a:pt x="489" y="72"/>
                  <a:pt x="486" y="73"/>
                </a:cubicBezTo>
                <a:cubicBezTo>
                  <a:pt x="486" y="73"/>
                  <a:pt x="486" y="73"/>
                  <a:pt x="486" y="73"/>
                </a:cubicBezTo>
                <a:cubicBezTo>
                  <a:pt x="480" y="69"/>
                  <a:pt x="480" y="69"/>
                  <a:pt x="480" y="68"/>
                </a:cubicBezTo>
                <a:cubicBezTo>
                  <a:pt x="481" y="68"/>
                  <a:pt x="482" y="68"/>
                  <a:pt x="483" y="68"/>
                </a:cubicBezTo>
                <a:cubicBezTo>
                  <a:pt x="483" y="67"/>
                  <a:pt x="482" y="66"/>
                  <a:pt x="482" y="65"/>
                </a:cubicBezTo>
                <a:cubicBezTo>
                  <a:pt x="481" y="65"/>
                  <a:pt x="481" y="65"/>
                  <a:pt x="480" y="65"/>
                </a:cubicBezTo>
                <a:cubicBezTo>
                  <a:pt x="479" y="64"/>
                  <a:pt x="479" y="64"/>
                  <a:pt x="477" y="63"/>
                </a:cubicBezTo>
                <a:cubicBezTo>
                  <a:pt x="477" y="63"/>
                  <a:pt x="477" y="63"/>
                  <a:pt x="476" y="63"/>
                </a:cubicBezTo>
                <a:cubicBezTo>
                  <a:pt x="476" y="63"/>
                  <a:pt x="476" y="63"/>
                  <a:pt x="476" y="63"/>
                </a:cubicBezTo>
                <a:cubicBezTo>
                  <a:pt x="475" y="62"/>
                  <a:pt x="475" y="62"/>
                  <a:pt x="473" y="62"/>
                </a:cubicBezTo>
                <a:cubicBezTo>
                  <a:pt x="472" y="62"/>
                  <a:pt x="472" y="62"/>
                  <a:pt x="472" y="62"/>
                </a:cubicBezTo>
                <a:cubicBezTo>
                  <a:pt x="471" y="63"/>
                  <a:pt x="471" y="63"/>
                  <a:pt x="472" y="63"/>
                </a:cubicBezTo>
                <a:cubicBezTo>
                  <a:pt x="472" y="64"/>
                  <a:pt x="472" y="64"/>
                  <a:pt x="473" y="64"/>
                </a:cubicBezTo>
                <a:cubicBezTo>
                  <a:pt x="475" y="65"/>
                  <a:pt x="476" y="67"/>
                  <a:pt x="476" y="68"/>
                </a:cubicBezTo>
                <a:cubicBezTo>
                  <a:pt x="476" y="69"/>
                  <a:pt x="476" y="70"/>
                  <a:pt x="478" y="71"/>
                </a:cubicBezTo>
                <a:cubicBezTo>
                  <a:pt x="479" y="71"/>
                  <a:pt x="479" y="71"/>
                  <a:pt x="481" y="73"/>
                </a:cubicBezTo>
                <a:cubicBezTo>
                  <a:pt x="481" y="73"/>
                  <a:pt x="481" y="73"/>
                  <a:pt x="481" y="73"/>
                </a:cubicBezTo>
                <a:cubicBezTo>
                  <a:pt x="481" y="75"/>
                  <a:pt x="482" y="76"/>
                  <a:pt x="483" y="77"/>
                </a:cubicBezTo>
                <a:cubicBezTo>
                  <a:pt x="480" y="77"/>
                  <a:pt x="480" y="77"/>
                  <a:pt x="480" y="76"/>
                </a:cubicBezTo>
                <a:cubicBezTo>
                  <a:pt x="479" y="75"/>
                  <a:pt x="479" y="75"/>
                  <a:pt x="479" y="75"/>
                </a:cubicBezTo>
                <a:cubicBezTo>
                  <a:pt x="479" y="75"/>
                  <a:pt x="479" y="75"/>
                  <a:pt x="474" y="75"/>
                </a:cubicBezTo>
                <a:cubicBezTo>
                  <a:pt x="474" y="76"/>
                  <a:pt x="474" y="77"/>
                  <a:pt x="474" y="77"/>
                </a:cubicBezTo>
                <a:cubicBezTo>
                  <a:pt x="471" y="78"/>
                  <a:pt x="471" y="78"/>
                  <a:pt x="471" y="80"/>
                </a:cubicBezTo>
                <a:cubicBezTo>
                  <a:pt x="470" y="80"/>
                  <a:pt x="470" y="80"/>
                  <a:pt x="470" y="80"/>
                </a:cubicBezTo>
                <a:cubicBezTo>
                  <a:pt x="470" y="80"/>
                  <a:pt x="470" y="80"/>
                  <a:pt x="470" y="80"/>
                </a:cubicBezTo>
                <a:cubicBezTo>
                  <a:pt x="471" y="82"/>
                  <a:pt x="474" y="83"/>
                  <a:pt x="475" y="85"/>
                </a:cubicBezTo>
                <a:cubicBezTo>
                  <a:pt x="474" y="85"/>
                  <a:pt x="474" y="85"/>
                  <a:pt x="474" y="85"/>
                </a:cubicBezTo>
                <a:cubicBezTo>
                  <a:pt x="471" y="85"/>
                  <a:pt x="471" y="85"/>
                  <a:pt x="470" y="85"/>
                </a:cubicBezTo>
                <a:cubicBezTo>
                  <a:pt x="470" y="85"/>
                  <a:pt x="470" y="85"/>
                  <a:pt x="469" y="85"/>
                </a:cubicBezTo>
                <a:cubicBezTo>
                  <a:pt x="464" y="84"/>
                  <a:pt x="462" y="82"/>
                  <a:pt x="462" y="81"/>
                </a:cubicBezTo>
                <a:cubicBezTo>
                  <a:pt x="461" y="82"/>
                  <a:pt x="461" y="82"/>
                  <a:pt x="460" y="83"/>
                </a:cubicBezTo>
                <a:cubicBezTo>
                  <a:pt x="460" y="84"/>
                  <a:pt x="460" y="85"/>
                  <a:pt x="463" y="85"/>
                </a:cubicBezTo>
                <a:cubicBezTo>
                  <a:pt x="463" y="86"/>
                  <a:pt x="463" y="86"/>
                  <a:pt x="463" y="86"/>
                </a:cubicBezTo>
                <a:cubicBezTo>
                  <a:pt x="464" y="87"/>
                  <a:pt x="464" y="87"/>
                  <a:pt x="464" y="87"/>
                </a:cubicBezTo>
                <a:cubicBezTo>
                  <a:pt x="466" y="87"/>
                  <a:pt x="467" y="87"/>
                  <a:pt x="468" y="88"/>
                </a:cubicBezTo>
                <a:cubicBezTo>
                  <a:pt x="468" y="89"/>
                  <a:pt x="468" y="89"/>
                  <a:pt x="468" y="89"/>
                </a:cubicBezTo>
                <a:cubicBezTo>
                  <a:pt x="467" y="89"/>
                  <a:pt x="466" y="89"/>
                  <a:pt x="465" y="89"/>
                </a:cubicBezTo>
                <a:cubicBezTo>
                  <a:pt x="464" y="90"/>
                  <a:pt x="464" y="90"/>
                  <a:pt x="464" y="90"/>
                </a:cubicBezTo>
                <a:cubicBezTo>
                  <a:pt x="455" y="83"/>
                  <a:pt x="455" y="83"/>
                  <a:pt x="455" y="83"/>
                </a:cubicBezTo>
                <a:cubicBezTo>
                  <a:pt x="454" y="83"/>
                  <a:pt x="453" y="83"/>
                  <a:pt x="453" y="83"/>
                </a:cubicBezTo>
                <a:cubicBezTo>
                  <a:pt x="452" y="80"/>
                  <a:pt x="452" y="80"/>
                  <a:pt x="452" y="80"/>
                </a:cubicBezTo>
                <a:cubicBezTo>
                  <a:pt x="450" y="75"/>
                  <a:pt x="443" y="75"/>
                  <a:pt x="441" y="70"/>
                </a:cubicBezTo>
                <a:cubicBezTo>
                  <a:pt x="443" y="71"/>
                  <a:pt x="452" y="74"/>
                  <a:pt x="452" y="74"/>
                </a:cubicBezTo>
                <a:cubicBezTo>
                  <a:pt x="454" y="74"/>
                  <a:pt x="455" y="75"/>
                  <a:pt x="457" y="75"/>
                </a:cubicBezTo>
                <a:cubicBezTo>
                  <a:pt x="459" y="75"/>
                  <a:pt x="460" y="76"/>
                  <a:pt x="462" y="76"/>
                </a:cubicBezTo>
                <a:cubicBezTo>
                  <a:pt x="463" y="76"/>
                  <a:pt x="463" y="76"/>
                  <a:pt x="464" y="76"/>
                </a:cubicBezTo>
                <a:cubicBezTo>
                  <a:pt x="464" y="76"/>
                  <a:pt x="464" y="76"/>
                  <a:pt x="464" y="76"/>
                </a:cubicBezTo>
                <a:cubicBezTo>
                  <a:pt x="477" y="72"/>
                  <a:pt x="464" y="66"/>
                  <a:pt x="464" y="66"/>
                </a:cubicBezTo>
                <a:cubicBezTo>
                  <a:pt x="454" y="62"/>
                  <a:pt x="454" y="62"/>
                  <a:pt x="454" y="62"/>
                </a:cubicBezTo>
                <a:cubicBezTo>
                  <a:pt x="453" y="61"/>
                  <a:pt x="452" y="61"/>
                  <a:pt x="451" y="61"/>
                </a:cubicBezTo>
                <a:cubicBezTo>
                  <a:pt x="450" y="60"/>
                  <a:pt x="450" y="60"/>
                  <a:pt x="447" y="60"/>
                </a:cubicBezTo>
                <a:cubicBezTo>
                  <a:pt x="446" y="60"/>
                  <a:pt x="446" y="60"/>
                  <a:pt x="446" y="60"/>
                </a:cubicBezTo>
                <a:cubicBezTo>
                  <a:pt x="445" y="60"/>
                  <a:pt x="444" y="59"/>
                  <a:pt x="443" y="58"/>
                </a:cubicBezTo>
                <a:cubicBezTo>
                  <a:pt x="442" y="58"/>
                  <a:pt x="441" y="58"/>
                  <a:pt x="441" y="58"/>
                </a:cubicBezTo>
                <a:cubicBezTo>
                  <a:pt x="441" y="59"/>
                  <a:pt x="441" y="59"/>
                  <a:pt x="441" y="59"/>
                </a:cubicBezTo>
                <a:cubicBezTo>
                  <a:pt x="440" y="60"/>
                  <a:pt x="440" y="60"/>
                  <a:pt x="440" y="60"/>
                </a:cubicBezTo>
                <a:cubicBezTo>
                  <a:pt x="439" y="59"/>
                  <a:pt x="439" y="59"/>
                  <a:pt x="439" y="59"/>
                </a:cubicBezTo>
                <a:cubicBezTo>
                  <a:pt x="439" y="59"/>
                  <a:pt x="439" y="58"/>
                  <a:pt x="439" y="58"/>
                </a:cubicBezTo>
                <a:cubicBezTo>
                  <a:pt x="439" y="57"/>
                  <a:pt x="439" y="57"/>
                  <a:pt x="439" y="57"/>
                </a:cubicBezTo>
                <a:cubicBezTo>
                  <a:pt x="438" y="57"/>
                  <a:pt x="437" y="57"/>
                  <a:pt x="436" y="55"/>
                </a:cubicBezTo>
                <a:cubicBezTo>
                  <a:pt x="436" y="55"/>
                  <a:pt x="435" y="55"/>
                  <a:pt x="435" y="55"/>
                </a:cubicBezTo>
                <a:cubicBezTo>
                  <a:pt x="434" y="56"/>
                  <a:pt x="434" y="56"/>
                  <a:pt x="434" y="56"/>
                </a:cubicBezTo>
                <a:cubicBezTo>
                  <a:pt x="432" y="56"/>
                  <a:pt x="431" y="55"/>
                  <a:pt x="429" y="54"/>
                </a:cubicBezTo>
                <a:cubicBezTo>
                  <a:pt x="428" y="54"/>
                  <a:pt x="428" y="54"/>
                  <a:pt x="428" y="54"/>
                </a:cubicBezTo>
                <a:cubicBezTo>
                  <a:pt x="428" y="54"/>
                  <a:pt x="429" y="54"/>
                  <a:pt x="429" y="54"/>
                </a:cubicBezTo>
                <a:cubicBezTo>
                  <a:pt x="429" y="53"/>
                  <a:pt x="429" y="53"/>
                  <a:pt x="430" y="52"/>
                </a:cubicBezTo>
                <a:cubicBezTo>
                  <a:pt x="429" y="52"/>
                  <a:pt x="427" y="50"/>
                  <a:pt x="423" y="50"/>
                </a:cubicBezTo>
                <a:cubicBezTo>
                  <a:pt x="423" y="50"/>
                  <a:pt x="423" y="51"/>
                  <a:pt x="423" y="51"/>
                </a:cubicBezTo>
                <a:cubicBezTo>
                  <a:pt x="423" y="51"/>
                  <a:pt x="423" y="51"/>
                  <a:pt x="422" y="51"/>
                </a:cubicBezTo>
                <a:cubicBezTo>
                  <a:pt x="422" y="51"/>
                  <a:pt x="421" y="51"/>
                  <a:pt x="421" y="50"/>
                </a:cubicBezTo>
                <a:cubicBezTo>
                  <a:pt x="422" y="49"/>
                  <a:pt x="422" y="49"/>
                  <a:pt x="422" y="49"/>
                </a:cubicBezTo>
                <a:cubicBezTo>
                  <a:pt x="422" y="49"/>
                  <a:pt x="422" y="49"/>
                  <a:pt x="422" y="49"/>
                </a:cubicBezTo>
                <a:cubicBezTo>
                  <a:pt x="418" y="48"/>
                  <a:pt x="418" y="48"/>
                  <a:pt x="418" y="48"/>
                </a:cubicBezTo>
                <a:cubicBezTo>
                  <a:pt x="418" y="49"/>
                  <a:pt x="418" y="50"/>
                  <a:pt x="418" y="50"/>
                </a:cubicBezTo>
                <a:cubicBezTo>
                  <a:pt x="418" y="51"/>
                  <a:pt x="418" y="51"/>
                  <a:pt x="418" y="52"/>
                </a:cubicBezTo>
                <a:cubicBezTo>
                  <a:pt x="418" y="52"/>
                  <a:pt x="418" y="52"/>
                  <a:pt x="418" y="52"/>
                </a:cubicBezTo>
                <a:cubicBezTo>
                  <a:pt x="418" y="50"/>
                  <a:pt x="418" y="50"/>
                  <a:pt x="417" y="49"/>
                </a:cubicBezTo>
                <a:cubicBezTo>
                  <a:pt x="416" y="49"/>
                  <a:pt x="416" y="49"/>
                  <a:pt x="415" y="49"/>
                </a:cubicBezTo>
                <a:cubicBezTo>
                  <a:pt x="415" y="48"/>
                  <a:pt x="415" y="48"/>
                  <a:pt x="415" y="48"/>
                </a:cubicBezTo>
                <a:cubicBezTo>
                  <a:pt x="414" y="48"/>
                  <a:pt x="414" y="48"/>
                  <a:pt x="414" y="48"/>
                </a:cubicBezTo>
                <a:cubicBezTo>
                  <a:pt x="414" y="48"/>
                  <a:pt x="414" y="48"/>
                  <a:pt x="414" y="48"/>
                </a:cubicBezTo>
                <a:cubicBezTo>
                  <a:pt x="413" y="48"/>
                  <a:pt x="412" y="49"/>
                  <a:pt x="411" y="49"/>
                </a:cubicBezTo>
                <a:cubicBezTo>
                  <a:pt x="411" y="50"/>
                  <a:pt x="411" y="50"/>
                  <a:pt x="410" y="51"/>
                </a:cubicBezTo>
                <a:cubicBezTo>
                  <a:pt x="410" y="51"/>
                  <a:pt x="410" y="51"/>
                  <a:pt x="410" y="51"/>
                </a:cubicBezTo>
                <a:cubicBezTo>
                  <a:pt x="409" y="50"/>
                  <a:pt x="409" y="50"/>
                  <a:pt x="409" y="50"/>
                </a:cubicBezTo>
                <a:cubicBezTo>
                  <a:pt x="409" y="50"/>
                  <a:pt x="409" y="50"/>
                  <a:pt x="409" y="49"/>
                </a:cubicBezTo>
                <a:cubicBezTo>
                  <a:pt x="409" y="49"/>
                  <a:pt x="408" y="49"/>
                  <a:pt x="407" y="49"/>
                </a:cubicBezTo>
                <a:cubicBezTo>
                  <a:pt x="406" y="49"/>
                  <a:pt x="405" y="49"/>
                  <a:pt x="404" y="50"/>
                </a:cubicBezTo>
                <a:cubicBezTo>
                  <a:pt x="405" y="52"/>
                  <a:pt x="405" y="52"/>
                  <a:pt x="407" y="52"/>
                </a:cubicBezTo>
                <a:cubicBezTo>
                  <a:pt x="408" y="53"/>
                  <a:pt x="408" y="53"/>
                  <a:pt x="408" y="54"/>
                </a:cubicBezTo>
                <a:cubicBezTo>
                  <a:pt x="408" y="54"/>
                  <a:pt x="407" y="54"/>
                  <a:pt x="407" y="54"/>
                </a:cubicBezTo>
                <a:cubicBezTo>
                  <a:pt x="406" y="53"/>
                  <a:pt x="406" y="53"/>
                  <a:pt x="404" y="53"/>
                </a:cubicBezTo>
                <a:cubicBezTo>
                  <a:pt x="402" y="53"/>
                  <a:pt x="402" y="53"/>
                  <a:pt x="402" y="53"/>
                </a:cubicBezTo>
                <a:cubicBezTo>
                  <a:pt x="402" y="55"/>
                  <a:pt x="402" y="55"/>
                  <a:pt x="402" y="56"/>
                </a:cubicBezTo>
                <a:cubicBezTo>
                  <a:pt x="401" y="55"/>
                  <a:pt x="401" y="54"/>
                  <a:pt x="401" y="54"/>
                </a:cubicBezTo>
                <a:cubicBezTo>
                  <a:pt x="399" y="54"/>
                  <a:pt x="398" y="52"/>
                  <a:pt x="396" y="52"/>
                </a:cubicBezTo>
                <a:cubicBezTo>
                  <a:pt x="396" y="52"/>
                  <a:pt x="396" y="53"/>
                  <a:pt x="396" y="53"/>
                </a:cubicBezTo>
                <a:cubicBezTo>
                  <a:pt x="397" y="56"/>
                  <a:pt x="395" y="57"/>
                  <a:pt x="394" y="57"/>
                </a:cubicBezTo>
                <a:cubicBezTo>
                  <a:pt x="394" y="57"/>
                  <a:pt x="393" y="56"/>
                  <a:pt x="393" y="55"/>
                </a:cubicBezTo>
                <a:cubicBezTo>
                  <a:pt x="393" y="56"/>
                  <a:pt x="393" y="56"/>
                  <a:pt x="393" y="56"/>
                </a:cubicBezTo>
                <a:cubicBezTo>
                  <a:pt x="392" y="56"/>
                  <a:pt x="392" y="56"/>
                  <a:pt x="391" y="56"/>
                </a:cubicBezTo>
                <a:cubicBezTo>
                  <a:pt x="391" y="57"/>
                  <a:pt x="391" y="57"/>
                  <a:pt x="391" y="57"/>
                </a:cubicBezTo>
                <a:cubicBezTo>
                  <a:pt x="391" y="58"/>
                  <a:pt x="392" y="58"/>
                  <a:pt x="392" y="59"/>
                </a:cubicBezTo>
                <a:cubicBezTo>
                  <a:pt x="392" y="59"/>
                  <a:pt x="392" y="60"/>
                  <a:pt x="392" y="60"/>
                </a:cubicBezTo>
                <a:cubicBezTo>
                  <a:pt x="391" y="60"/>
                  <a:pt x="391" y="60"/>
                  <a:pt x="391" y="60"/>
                </a:cubicBezTo>
                <a:cubicBezTo>
                  <a:pt x="391" y="60"/>
                  <a:pt x="391" y="60"/>
                  <a:pt x="388" y="59"/>
                </a:cubicBezTo>
                <a:cubicBezTo>
                  <a:pt x="389" y="59"/>
                  <a:pt x="389" y="58"/>
                  <a:pt x="389" y="57"/>
                </a:cubicBezTo>
                <a:cubicBezTo>
                  <a:pt x="388" y="57"/>
                  <a:pt x="388" y="57"/>
                  <a:pt x="388" y="57"/>
                </a:cubicBezTo>
                <a:cubicBezTo>
                  <a:pt x="388" y="58"/>
                  <a:pt x="388" y="58"/>
                  <a:pt x="388" y="59"/>
                </a:cubicBezTo>
                <a:cubicBezTo>
                  <a:pt x="385" y="59"/>
                  <a:pt x="385" y="59"/>
                  <a:pt x="384" y="59"/>
                </a:cubicBezTo>
                <a:cubicBezTo>
                  <a:pt x="385" y="60"/>
                  <a:pt x="385" y="60"/>
                  <a:pt x="385" y="60"/>
                </a:cubicBezTo>
                <a:cubicBezTo>
                  <a:pt x="384" y="61"/>
                  <a:pt x="384" y="61"/>
                  <a:pt x="384" y="61"/>
                </a:cubicBezTo>
                <a:cubicBezTo>
                  <a:pt x="382" y="61"/>
                  <a:pt x="382" y="61"/>
                  <a:pt x="381" y="62"/>
                </a:cubicBezTo>
                <a:cubicBezTo>
                  <a:pt x="380" y="62"/>
                  <a:pt x="380" y="62"/>
                  <a:pt x="380" y="62"/>
                </a:cubicBezTo>
                <a:cubicBezTo>
                  <a:pt x="380" y="64"/>
                  <a:pt x="380" y="64"/>
                  <a:pt x="380" y="64"/>
                </a:cubicBezTo>
                <a:cubicBezTo>
                  <a:pt x="379" y="64"/>
                  <a:pt x="379" y="64"/>
                  <a:pt x="379" y="64"/>
                </a:cubicBezTo>
                <a:cubicBezTo>
                  <a:pt x="378" y="65"/>
                  <a:pt x="378" y="65"/>
                  <a:pt x="378" y="65"/>
                </a:cubicBezTo>
                <a:cubicBezTo>
                  <a:pt x="379" y="65"/>
                  <a:pt x="379" y="65"/>
                  <a:pt x="379" y="65"/>
                </a:cubicBezTo>
                <a:cubicBezTo>
                  <a:pt x="382" y="63"/>
                  <a:pt x="382" y="63"/>
                  <a:pt x="383" y="63"/>
                </a:cubicBezTo>
                <a:cubicBezTo>
                  <a:pt x="386" y="61"/>
                  <a:pt x="388" y="62"/>
                  <a:pt x="390" y="62"/>
                </a:cubicBezTo>
                <a:cubicBezTo>
                  <a:pt x="390" y="62"/>
                  <a:pt x="390" y="63"/>
                  <a:pt x="390" y="63"/>
                </a:cubicBezTo>
                <a:cubicBezTo>
                  <a:pt x="389" y="63"/>
                  <a:pt x="389" y="63"/>
                  <a:pt x="386" y="64"/>
                </a:cubicBezTo>
                <a:cubicBezTo>
                  <a:pt x="386" y="65"/>
                  <a:pt x="385" y="66"/>
                  <a:pt x="385" y="68"/>
                </a:cubicBezTo>
                <a:cubicBezTo>
                  <a:pt x="384" y="68"/>
                  <a:pt x="383" y="69"/>
                  <a:pt x="383" y="69"/>
                </a:cubicBezTo>
                <a:cubicBezTo>
                  <a:pt x="382" y="71"/>
                  <a:pt x="379" y="72"/>
                  <a:pt x="379" y="72"/>
                </a:cubicBezTo>
                <a:cubicBezTo>
                  <a:pt x="378" y="74"/>
                  <a:pt x="377" y="76"/>
                  <a:pt x="377" y="78"/>
                </a:cubicBezTo>
                <a:cubicBezTo>
                  <a:pt x="376" y="78"/>
                  <a:pt x="376" y="78"/>
                  <a:pt x="376" y="78"/>
                </a:cubicBezTo>
                <a:cubicBezTo>
                  <a:pt x="376" y="78"/>
                  <a:pt x="375" y="79"/>
                  <a:pt x="371" y="81"/>
                </a:cubicBezTo>
                <a:cubicBezTo>
                  <a:pt x="370" y="82"/>
                  <a:pt x="370" y="82"/>
                  <a:pt x="370" y="82"/>
                </a:cubicBezTo>
                <a:cubicBezTo>
                  <a:pt x="371" y="82"/>
                  <a:pt x="371" y="82"/>
                  <a:pt x="371" y="82"/>
                </a:cubicBezTo>
                <a:cubicBezTo>
                  <a:pt x="372" y="82"/>
                  <a:pt x="373" y="82"/>
                  <a:pt x="373" y="82"/>
                </a:cubicBezTo>
                <a:cubicBezTo>
                  <a:pt x="372" y="86"/>
                  <a:pt x="367" y="86"/>
                  <a:pt x="365" y="89"/>
                </a:cubicBezTo>
                <a:cubicBezTo>
                  <a:pt x="364" y="89"/>
                  <a:pt x="363" y="89"/>
                  <a:pt x="363" y="88"/>
                </a:cubicBezTo>
                <a:cubicBezTo>
                  <a:pt x="362" y="88"/>
                  <a:pt x="361" y="88"/>
                  <a:pt x="361" y="88"/>
                </a:cubicBezTo>
                <a:cubicBezTo>
                  <a:pt x="361" y="90"/>
                  <a:pt x="361" y="90"/>
                  <a:pt x="361" y="90"/>
                </a:cubicBezTo>
                <a:cubicBezTo>
                  <a:pt x="361" y="90"/>
                  <a:pt x="361" y="91"/>
                  <a:pt x="361" y="91"/>
                </a:cubicBezTo>
                <a:cubicBezTo>
                  <a:pt x="360" y="91"/>
                  <a:pt x="360" y="92"/>
                  <a:pt x="359"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8" y="92"/>
                  <a:pt x="358" y="92"/>
                  <a:pt x="358" y="92"/>
                </a:cubicBezTo>
                <a:cubicBezTo>
                  <a:pt x="356" y="92"/>
                  <a:pt x="355" y="93"/>
                  <a:pt x="353" y="94"/>
                </a:cubicBezTo>
                <a:cubicBezTo>
                  <a:pt x="352" y="97"/>
                  <a:pt x="349" y="97"/>
                  <a:pt x="347" y="98"/>
                </a:cubicBezTo>
                <a:cubicBezTo>
                  <a:pt x="347" y="99"/>
                  <a:pt x="347" y="100"/>
                  <a:pt x="347" y="100"/>
                </a:cubicBezTo>
                <a:cubicBezTo>
                  <a:pt x="347" y="100"/>
                  <a:pt x="347" y="100"/>
                  <a:pt x="346" y="105"/>
                </a:cubicBezTo>
                <a:cubicBezTo>
                  <a:pt x="345" y="105"/>
                  <a:pt x="345" y="105"/>
                  <a:pt x="345" y="105"/>
                </a:cubicBezTo>
                <a:cubicBezTo>
                  <a:pt x="344" y="106"/>
                  <a:pt x="344" y="107"/>
                  <a:pt x="344" y="108"/>
                </a:cubicBezTo>
                <a:cubicBezTo>
                  <a:pt x="345" y="108"/>
                  <a:pt x="346" y="108"/>
                  <a:pt x="346" y="108"/>
                </a:cubicBezTo>
                <a:cubicBezTo>
                  <a:pt x="347" y="108"/>
                  <a:pt x="347" y="108"/>
                  <a:pt x="347" y="108"/>
                </a:cubicBezTo>
                <a:cubicBezTo>
                  <a:pt x="348" y="108"/>
                  <a:pt x="348" y="108"/>
                  <a:pt x="348" y="108"/>
                </a:cubicBezTo>
                <a:cubicBezTo>
                  <a:pt x="348" y="109"/>
                  <a:pt x="347" y="110"/>
                  <a:pt x="347" y="110"/>
                </a:cubicBezTo>
                <a:cubicBezTo>
                  <a:pt x="346" y="112"/>
                  <a:pt x="346" y="112"/>
                  <a:pt x="345" y="112"/>
                </a:cubicBezTo>
                <a:cubicBezTo>
                  <a:pt x="345" y="113"/>
                  <a:pt x="345" y="113"/>
                  <a:pt x="345" y="114"/>
                </a:cubicBezTo>
                <a:cubicBezTo>
                  <a:pt x="346" y="114"/>
                  <a:pt x="346" y="114"/>
                  <a:pt x="348" y="114"/>
                </a:cubicBezTo>
                <a:cubicBezTo>
                  <a:pt x="348" y="116"/>
                  <a:pt x="348" y="116"/>
                  <a:pt x="347" y="117"/>
                </a:cubicBezTo>
                <a:cubicBezTo>
                  <a:pt x="352" y="117"/>
                  <a:pt x="357" y="117"/>
                  <a:pt x="362" y="117"/>
                </a:cubicBezTo>
                <a:cubicBezTo>
                  <a:pt x="363" y="116"/>
                  <a:pt x="363" y="116"/>
                  <a:pt x="366" y="115"/>
                </a:cubicBezTo>
                <a:cubicBezTo>
                  <a:pt x="366" y="114"/>
                  <a:pt x="366" y="114"/>
                  <a:pt x="366" y="113"/>
                </a:cubicBezTo>
                <a:cubicBezTo>
                  <a:pt x="368" y="113"/>
                  <a:pt x="368" y="115"/>
                  <a:pt x="369" y="116"/>
                </a:cubicBezTo>
                <a:cubicBezTo>
                  <a:pt x="369" y="116"/>
                  <a:pt x="369" y="117"/>
                  <a:pt x="369" y="117"/>
                </a:cubicBezTo>
                <a:cubicBezTo>
                  <a:pt x="378" y="118"/>
                  <a:pt x="387" y="118"/>
                  <a:pt x="395" y="118"/>
                </a:cubicBezTo>
                <a:cubicBezTo>
                  <a:pt x="396" y="118"/>
                  <a:pt x="397" y="118"/>
                  <a:pt x="398" y="117"/>
                </a:cubicBezTo>
                <a:cubicBezTo>
                  <a:pt x="398" y="116"/>
                  <a:pt x="399" y="115"/>
                  <a:pt x="401" y="114"/>
                </a:cubicBezTo>
                <a:cubicBezTo>
                  <a:pt x="401" y="113"/>
                  <a:pt x="401" y="112"/>
                  <a:pt x="401" y="112"/>
                </a:cubicBezTo>
                <a:cubicBezTo>
                  <a:pt x="401" y="112"/>
                  <a:pt x="400" y="111"/>
                  <a:pt x="400" y="111"/>
                </a:cubicBezTo>
                <a:cubicBezTo>
                  <a:pt x="399" y="111"/>
                  <a:pt x="398" y="111"/>
                  <a:pt x="396" y="111"/>
                </a:cubicBezTo>
                <a:cubicBezTo>
                  <a:pt x="396" y="109"/>
                  <a:pt x="396" y="109"/>
                  <a:pt x="396" y="107"/>
                </a:cubicBezTo>
                <a:cubicBezTo>
                  <a:pt x="395" y="107"/>
                  <a:pt x="394" y="107"/>
                  <a:pt x="394" y="107"/>
                </a:cubicBezTo>
                <a:cubicBezTo>
                  <a:pt x="394" y="104"/>
                  <a:pt x="394" y="101"/>
                  <a:pt x="393" y="99"/>
                </a:cubicBezTo>
                <a:cubicBezTo>
                  <a:pt x="394" y="99"/>
                  <a:pt x="394" y="99"/>
                  <a:pt x="397" y="94"/>
                </a:cubicBezTo>
                <a:cubicBezTo>
                  <a:pt x="402" y="93"/>
                  <a:pt x="405" y="88"/>
                  <a:pt x="405" y="88"/>
                </a:cubicBezTo>
                <a:cubicBezTo>
                  <a:pt x="406" y="87"/>
                  <a:pt x="406" y="87"/>
                  <a:pt x="408" y="87"/>
                </a:cubicBezTo>
                <a:cubicBezTo>
                  <a:pt x="409" y="86"/>
                  <a:pt x="409" y="86"/>
                  <a:pt x="409" y="86"/>
                </a:cubicBezTo>
                <a:cubicBezTo>
                  <a:pt x="408" y="83"/>
                  <a:pt x="410" y="80"/>
                  <a:pt x="410" y="77"/>
                </a:cubicBezTo>
                <a:cubicBezTo>
                  <a:pt x="411" y="77"/>
                  <a:pt x="411" y="77"/>
                  <a:pt x="413" y="77"/>
                </a:cubicBezTo>
                <a:cubicBezTo>
                  <a:pt x="413" y="77"/>
                  <a:pt x="413" y="77"/>
                  <a:pt x="413" y="77"/>
                </a:cubicBezTo>
                <a:cubicBezTo>
                  <a:pt x="413" y="77"/>
                  <a:pt x="413" y="77"/>
                  <a:pt x="413" y="77"/>
                </a:cubicBezTo>
                <a:cubicBezTo>
                  <a:pt x="413" y="77"/>
                  <a:pt x="413" y="77"/>
                  <a:pt x="413" y="77"/>
                </a:cubicBezTo>
                <a:cubicBezTo>
                  <a:pt x="413" y="77"/>
                  <a:pt x="413" y="77"/>
                  <a:pt x="413" y="77"/>
                </a:cubicBezTo>
                <a:cubicBezTo>
                  <a:pt x="413" y="77"/>
                  <a:pt x="413" y="77"/>
                  <a:pt x="413" y="77"/>
                </a:cubicBezTo>
                <a:cubicBezTo>
                  <a:pt x="413" y="77"/>
                  <a:pt x="413" y="77"/>
                  <a:pt x="413" y="77"/>
                </a:cubicBezTo>
                <a:cubicBezTo>
                  <a:pt x="414" y="77"/>
                  <a:pt x="414" y="77"/>
                  <a:pt x="414" y="77"/>
                </a:cubicBezTo>
                <a:cubicBezTo>
                  <a:pt x="414" y="77"/>
                  <a:pt x="414" y="77"/>
                  <a:pt x="414" y="77"/>
                </a:cubicBezTo>
                <a:cubicBezTo>
                  <a:pt x="415" y="79"/>
                  <a:pt x="415" y="79"/>
                  <a:pt x="416" y="79"/>
                </a:cubicBezTo>
                <a:cubicBezTo>
                  <a:pt x="417" y="78"/>
                  <a:pt x="417" y="78"/>
                  <a:pt x="417" y="78"/>
                </a:cubicBezTo>
                <a:cubicBezTo>
                  <a:pt x="419" y="79"/>
                  <a:pt x="419" y="79"/>
                  <a:pt x="420" y="80"/>
                </a:cubicBezTo>
                <a:cubicBezTo>
                  <a:pt x="420" y="82"/>
                  <a:pt x="420" y="82"/>
                  <a:pt x="420" y="83"/>
                </a:cubicBezTo>
                <a:cubicBezTo>
                  <a:pt x="420" y="83"/>
                  <a:pt x="419" y="83"/>
                  <a:pt x="418" y="83"/>
                </a:cubicBezTo>
                <a:cubicBezTo>
                  <a:pt x="419" y="86"/>
                  <a:pt x="419" y="86"/>
                  <a:pt x="409" y="95"/>
                </a:cubicBezTo>
                <a:cubicBezTo>
                  <a:pt x="409" y="97"/>
                  <a:pt x="408" y="100"/>
                  <a:pt x="409" y="103"/>
                </a:cubicBezTo>
                <a:cubicBezTo>
                  <a:pt x="409" y="104"/>
                  <a:pt x="409" y="104"/>
                  <a:pt x="409" y="104"/>
                </a:cubicBezTo>
                <a:cubicBezTo>
                  <a:pt x="409" y="105"/>
                  <a:pt x="410" y="106"/>
                  <a:pt x="410" y="106"/>
                </a:cubicBezTo>
                <a:cubicBezTo>
                  <a:pt x="411" y="108"/>
                  <a:pt x="419" y="112"/>
                  <a:pt x="419" y="112"/>
                </a:cubicBezTo>
                <a:cubicBezTo>
                  <a:pt x="420" y="112"/>
                  <a:pt x="420" y="112"/>
                  <a:pt x="420" y="112"/>
                </a:cubicBezTo>
                <a:cubicBezTo>
                  <a:pt x="423" y="111"/>
                  <a:pt x="426" y="111"/>
                  <a:pt x="429" y="110"/>
                </a:cubicBezTo>
                <a:cubicBezTo>
                  <a:pt x="429" y="109"/>
                  <a:pt x="429" y="109"/>
                  <a:pt x="429" y="109"/>
                </a:cubicBezTo>
                <a:cubicBezTo>
                  <a:pt x="432" y="109"/>
                  <a:pt x="434" y="109"/>
                  <a:pt x="436" y="109"/>
                </a:cubicBezTo>
                <a:cubicBezTo>
                  <a:pt x="436" y="109"/>
                  <a:pt x="437" y="108"/>
                  <a:pt x="438" y="108"/>
                </a:cubicBezTo>
                <a:cubicBezTo>
                  <a:pt x="438" y="108"/>
                  <a:pt x="438" y="108"/>
                  <a:pt x="438" y="108"/>
                </a:cubicBezTo>
                <a:cubicBezTo>
                  <a:pt x="439" y="109"/>
                  <a:pt x="439" y="109"/>
                  <a:pt x="440" y="110"/>
                </a:cubicBezTo>
                <a:cubicBezTo>
                  <a:pt x="442" y="111"/>
                  <a:pt x="443" y="111"/>
                  <a:pt x="445" y="111"/>
                </a:cubicBezTo>
                <a:cubicBezTo>
                  <a:pt x="445" y="111"/>
                  <a:pt x="445" y="111"/>
                  <a:pt x="445" y="111"/>
                </a:cubicBezTo>
                <a:cubicBezTo>
                  <a:pt x="445" y="112"/>
                  <a:pt x="445" y="112"/>
                  <a:pt x="445" y="112"/>
                </a:cubicBezTo>
                <a:cubicBezTo>
                  <a:pt x="439" y="112"/>
                  <a:pt x="438" y="112"/>
                  <a:pt x="437" y="116"/>
                </a:cubicBezTo>
                <a:cubicBezTo>
                  <a:pt x="432" y="118"/>
                  <a:pt x="428" y="114"/>
                  <a:pt x="424" y="116"/>
                </a:cubicBezTo>
                <a:cubicBezTo>
                  <a:pt x="422" y="116"/>
                  <a:pt x="422" y="116"/>
                  <a:pt x="421" y="116"/>
                </a:cubicBezTo>
                <a:cubicBezTo>
                  <a:pt x="421" y="117"/>
                  <a:pt x="420" y="118"/>
                  <a:pt x="420" y="118"/>
                </a:cubicBezTo>
                <a:cubicBezTo>
                  <a:pt x="453" y="120"/>
                  <a:pt x="485" y="121"/>
                  <a:pt x="515" y="121"/>
                </a:cubicBezTo>
                <a:cubicBezTo>
                  <a:pt x="528" y="121"/>
                  <a:pt x="539" y="121"/>
                  <a:pt x="550" y="121"/>
                </a:cubicBezTo>
                <a:moveTo>
                  <a:pt x="362" y="117"/>
                </a:moveTo>
                <a:cubicBezTo>
                  <a:pt x="357" y="117"/>
                  <a:pt x="352" y="117"/>
                  <a:pt x="347" y="117"/>
                </a:cubicBezTo>
                <a:cubicBezTo>
                  <a:pt x="347" y="117"/>
                  <a:pt x="347" y="117"/>
                  <a:pt x="347" y="117"/>
                </a:cubicBezTo>
                <a:cubicBezTo>
                  <a:pt x="346" y="118"/>
                  <a:pt x="346" y="118"/>
                  <a:pt x="346" y="118"/>
                </a:cubicBezTo>
                <a:cubicBezTo>
                  <a:pt x="346" y="118"/>
                  <a:pt x="346" y="118"/>
                  <a:pt x="346" y="119"/>
                </a:cubicBezTo>
                <a:cubicBezTo>
                  <a:pt x="346" y="119"/>
                  <a:pt x="346" y="119"/>
                  <a:pt x="346" y="119"/>
                </a:cubicBezTo>
                <a:cubicBezTo>
                  <a:pt x="349" y="119"/>
                  <a:pt x="349" y="119"/>
                  <a:pt x="349" y="119"/>
                </a:cubicBezTo>
                <a:cubicBezTo>
                  <a:pt x="349" y="120"/>
                  <a:pt x="349" y="120"/>
                  <a:pt x="349" y="120"/>
                </a:cubicBezTo>
                <a:cubicBezTo>
                  <a:pt x="349" y="120"/>
                  <a:pt x="349" y="120"/>
                  <a:pt x="350" y="121"/>
                </a:cubicBezTo>
                <a:cubicBezTo>
                  <a:pt x="351" y="121"/>
                  <a:pt x="352" y="121"/>
                  <a:pt x="352" y="121"/>
                </a:cubicBezTo>
                <a:cubicBezTo>
                  <a:pt x="353" y="121"/>
                  <a:pt x="353" y="121"/>
                  <a:pt x="354" y="122"/>
                </a:cubicBezTo>
                <a:cubicBezTo>
                  <a:pt x="354" y="122"/>
                  <a:pt x="354" y="122"/>
                  <a:pt x="355" y="122"/>
                </a:cubicBezTo>
                <a:cubicBezTo>
                  <a:pt x="355" y="122"/>
                  <a:pt x="356" y="121"/>
                  <a:pt x="357" y="121"/>
                </a:cubicBezTo>
                <a:cubicBezTo>
                  <a:pt x="357" y="120"/>
                  <a:pt x="357" y="120"/>
                  <a:pt x="357" y="120"/>
                </a:cubicBezTo>
                <a:cubicBezTo>
                  <a:pt x="359" y="120"/>
                  <a:pt x="359" y="120"/>
                  <a:pt x="359" y="120"/>
                </a:cubicBezTo>
                <a:cubicBezTo>
                  <a:pt x="359" y="120"/>
                  <a:pt x="360" y="119"/>
                  <a:pt x="360" y="119"/>
                </a:cubicBezTo>
                <a:cubicBezTo>
                  <a:pt x="360" y="118"/>
                  <a:pt x="360" y="118"/>
                  <a:pt x="360" y="118"/>
                </a:cubicBezTo>
                <a:cubicBezTo>
                  <a:pt x="361" y="118"/>
                  <a:pt x="361" y="118"/>
                  <a:pt x="362" y="117"/>
                </a:cubicBezTo>
                <a:moveTo>
                  <a:pt x="395" y="118"/>
                </a:moveTo>
                <a:cubicBezTo>
                  <a:pt x="387" y="118"/>
                  <a:pt x="378" y="118"/>
                  <a:pt x="369" y="118"/>
                </a:cubicBezTo>
                <a:cubicBezTo>
                  <a:pt x="369" y="119"/>
                  <a:pt x="371" y="119"/>
                  <a:pt x="371" y="121"/>
                </a:cubicBezTo>
                <a:cubicBezTo>
                  <a:pt x="371" y="121"/>
                  <a:pt x="371" y="121"/>
                  <a:pt x="371" y="121"/>
                </a:cubicBezTo>
                <a:cubicBezTo>
                  <a:pt x="371" y="122"/>
                  <a:pt x="370" y="122"/>
                  <a:pt x="370" y="122"/>
                </a:cubicBezTo>
                <a:cubicBezTo>
                  <a:pt x="370" y="122"/>
                  <a:pt x="370" y="124"/>
                  <a:pt x="371" y="125"/>
                </a:cubicBezTo>
                <a:cubicBezTo>
                  <a:pt x="372" y="125"/>
                  <a:pt x="372" y="125"/>
                  <a:pt x="372" y="125"/>
                </a:cubicBezTo>
                <a:cubicBezTo>
                  <a:pt x="372" y="125"/>
                  <a:pt x="373" y="126"/>
                  <a:pt x="373" y="127"/>
                </a:cubicBezTo>
                <a:cubicBezTo>
                  <a:pt x="373" y="127"/>
                  <a:pt x="373" y="128"/>
                  <a:pt x="373" y="128"/>
                </a:cubicBezTo>
                <a:cubicBezTo>
                  <a:pt x="373" y="129"/>
                  <a:pt x="373" y="129"/>
                  <a:pt x="373" y="129"/>
                </a:cubicBezTo>
                <a:cubicBezTo>
                  <a:pt x="373" y="131"/>
                  <a:pt x="374" y="131"/>
                  <a:pt x="375" y="132"/>
                </a:cubicBezTo>
                <a:cubicBezTo>
                  <a:pt x="376" y="133"/>
                  <a:pt x="376" y="133"/>
                  <a:pt x="376" y="134"/>
                </a:cubicBezTo>
                <a:cubicBezTo>
                  <a:pt x="376" y="135"/>
                  <a:pt x="375" y="135"/>
                  <a:pt x="375" y="136"/>
                </a:cubicBezTo>
                <a:cubicBezTo>
                  <a:pt x="375" y="137"/>
                  <a:pt x="375" y="137"/>
                  <a:pt x="375" y="137"/>
                </a:cubicBezTo>
                <a:cubicBezTo>
                  <a:pt x="375" y="137"/>
                  <a:pt x="376" y="138"/>
                  <a:pt x="376" y="138"/>
                </a:cubicBezTo>
                <a:cubicBezTo>
                  <a:pt x="378" y="139"/>
                  <a:pt x="380" y="139"/>
                  <a:pt x="382" y="139"/>
                </a:cubicBezTo>
                <a:cubicBezTo>
                  <a:pt x="382" y="136"/>
                  <a:pt x="383" y="134"/>
                  <a:pt x="385" y="135"/>
                </a:cubicBezTo>
                <a:cubicBezTo>
                  <a:pt x="385" y="135"/>
                  <a:pt x="386" y="135"/>
                  <a:pt x="386" y="135"/>
                </a:cubicBezTo>
                <a:cubicBezTo>
                  <a:pt x="387" y="135"/>
                  <a:pt x="387" y="135"/>
                  <a:pt x="387" y="135"/>
                </a:cubicBezTo>
                <a:cubicBezTo>
                  <a:pt x="388" y="136"/>
                  <a:pt x="388" y="135"/>
                  <a:pt x="389" y="134"/>
                </a:cubicBezTo>
                <a:cubicBezTo>
                  <a:pt x="389" y="134"/>
                  <a:pt x="390" y="134"/>
                  <a:pt x="391" y="134"/>
                </a:cubicBezTo>
                <a:cubicBezTo>
                  <a:pt x="391" y="133"/>
                  <a:pt x="391" y="132"/>
                  <a:pt x="391" y="131"/>
                </a:cubicBezTo>
                <a:cubicBezTo>
                  <a:pt x="392" y="131"/>
                  <a:pt x="394" y="131"/>
                  <a:pt x="395" y="131"/>
                </a:cubicBezTo>
                <a:cubicBezTo>
                  <a:pt x="395" y="130"/>
                  <a:pt x="395" y="130"/>
                  <a:pt x="395" y="129"/>
                </a:cubicBezTo>
                <a:cubicBezTo>
                  <a:pt x="394" y="129"/>
                  <a:pt x="394" y="129"/>
                  <a:pt x="393" y="129"/>
                </a:cubicBezTo>
                <a:cubicBezTo>
                  <a:pt x="391" y="129"/>
                  <a:pt x="391" y="129"/>
                  <a:pt x="391" y="129"/>
                </a:cubicBezTo>
                <a:cubicBezTo>
                  <a:pt x="391" y="128"/>
                  <a:pt x="391" y="128"/>
                  <a:pt x="391" y="128"/>
                </a:cubicBezTo>
                <a:cubicBezTo>
                  <a:pt x="390" y="128"/>
                  <a:pt x="390" y="128"/>
                  <a:pt x="390" y="128"/>
                </a:cubicBezTo>
                <a:cubicBezTo>
                  <a:pt x="392" y="125"/>
                  <a:pt x="392" y="125"/>
                  <a:pt x="392" y="123"/>
                </a:cubicBezTo>
                <a:cubicBezTo>
                  <a:pt x="393" y="120"/>
                  <a:pt x="393" y="120"/>
                  <a:pt x="393" y="120"/>
                </a:cubicBezTo>
                <a:cubicBezTo>
                  <a:pt x="394" y="119"/>
                  <a:pt x="395" y="119"/>
                  <a:pt x="395" y="118"/>
                </a:cubicBezTo>
                <a:moveTo>
                  <a:pt x="605" y="288"/>
                </a:moveTo>
                <a:cubicBezTo>
                  <a:pt x="596" y="225"/>
                  <a:pt x="577" y="168"/>
                  <a:pt x="550" y="121"/>
                </a:cubicBezTo>
                <a:cubicBezTo>
                  <a:pt x="539" y="121"/>
                  <a:pt x="528" y="121"/>
                  <a:pt x="515" y="121"/>
                </a:cubicBezTo>
                <a:cubicBezTo>
                  <a:pt x="485" y="121"/>
                  <a:pt x="453" y="120"/>
                  <a:pt x="420" y="119"/>
                </a:cubicBezTo>
                <a:cubicBezTo>
                  <a:pt x="418" y="119"/>
                  <a:pt x="416" y="119"/>
                  <a:pt x="415"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6" y="119"/>
                  <a:pt x="416" y="119"/>
                  <a:pt x="416" y="119"/>
                </a:cubicBezTo>
                <a:cubicBezTo>
                  <a:pt x="415" y="120"/>
                  <a:pt x="414" y="120"/>
                  <a:pt x="412" y="121"/>
                </a:cubicBezTo>
                <a:cubicBezTo>
                  <a:pt x="412" y="121"/>
                  <a:pt x="412" y="122"/>
                  <a:pt x="413" y="123"/>
                </a:cubicBezTo>
                <a:cubicBezTo>
                  <a:pt x="415" y="124"/>
                  <a:pt x="415" y="124"/>
                  <a:pt x="418" y="124"/>
                </a:cubicBezTo>
                <a:cubicBezTo>
                  <a:pt x="418" y="123"/>
                  <a:pt x="420" y="122"/>
                  <a:pt x="420" y="121"/>
                </a:cubicBezTo>
                <a:cubicBezTo>
                  <a:pt x="423" y="122"/>
                  <a:pt x="424" y="125"/>
                  <a:pt x="426" y="126"/>
                </a:cubicBezTo>
                <a:cubicBezTo>
                  <a:pt x="426" y="126"/>
                  <a:pt x="426" y="127"/>
                  <a:pt x="426" y="127"/>
                </a:cubicBezTo>
                <a:cubicBezTo>
                  <a:pt x="425" y="128"/>
                  <a:pt x="424" y="129"/>
                  <a:pt x="423" y="130"/>
                </a:cubicBezTo>
                <a:cubicBezTo>
                  <a:pt x="423" y="131"/>
                  <a:pt x="422" y="131"/>
                  <a:pt x="421" y="131"/>
                </a:cubicBezTo>
                <a:cubicBezTo>
                  <a:pt x="421" y="131"/>
                  <a:pt x="420" y="131"/>
                  <a:pt x="420" y="131"/>
                </a:cubicBezTo>
                <a:cubicBezTo>
                  <a:pt x="419" y="130"/>
                  <a:pt x="419" y="129"/>
                  <a:pt x="419" y="129"/>
                </a:cubicBezTo>
                <a:cubicBezTo>
                  <a:pt x="418" y="128"/>
                  <a:pt x="417" y="128"/>
                  <a:pt x="417" y="128"/>
                </a:cubicBezTo>
                <a:cubicBezTo>
                  <a:pt x="417" y="127"/>
                  <a:pt x="417" y="126"/>
                  <a:pt x="417" y="126"/>
                </a:cubicBezTo>
                <a:cubicBezTo>
                  <a:pt x="416" y="126"/>
                  <a:pt x="416" y="126"/>
                  <a:pt x="415" y="126"/>
                </a:cubicBezTo>
                <a:cubicBezTo>
                  <a:pt x="415" y="127"/>
                  <a:pt x="414" y="128"/>
                  <a:pt x="413" y="128"/>
                </a:cubicBezTo>
                <a:cubicBezTo>
                  <a:pt x="412" y="133"/>
                  <a:pt x="410" y="141"/>
                  <a:pt x="410" y="141"/>
                </a:cubicBezTo>
                <a:cubicBezTo>
                  <a:pt x="411" y="141"/>
                  <a:pt x="411" y="141"/>
                  <a:pt x="412" y="142"/>
                </a:cubicBezTo>
                <a:cubicBezTo>
                  <a:pt x="411" y="143"/>
                  <a:pt x="411" y="143"/>
                  <a:pt x="411" y="143"/>
                </a:cubicBezTo>
                <a:cubicBezTo>
                  <a:pt x="404" y="141"/>
                  <a:pt x="404" y="141"/>
                  <a:pt x="402" y="143"/>
                </a:cubicBezTo>
                <a:cubicBezTo>
                  <a:pt x="403" y="144"/>
                  <a:pt x="404" y="145"/>
                  <a:pt x="404" y="146"/>
                </a:cubicBezTo>
                <a:cubicBezTo>
                  <a:pt x="404" y="147"/>
                  <a:pt x="404" y="147"/>
                  <a:pt x="404" y="147"/>
                </a:cubicBezTo>
                <a:cubicBezTo>
                  <a:pt x="403" y="147"/>
                  <a:pt x="403" y="147"/>
                  <a:pt x="403" y="147"/>
                </a:cubicBezTo>
                <a:cubicBezTo>
                  <a:pt x="401" y="145"/>
                  <a:pt x="399" y="144"/>
                  <a:pt x="397" y="142"/>
                </a:cubicBezTo>
                <a:cubicBezTo>
                  <a:pt x="383" y="149"/>
                  <a:pt x="379" y="151"/>
                  <a:pt x="379" y="144"/>
                </a:cubicBezTo>
                <a:cubicBezTo>
                  <a:pt x="377" y="144"/>
                  <a:pt x="377" y="144"/>
                  <a:pt x="377" y="144"/>
                </a:cubicBezTo>
                <a:cubicBezTo>
                  <a:pt x="376" y="145"/>
                  <a:pt x="375" y="145"/>
                  <a:pt x="374" y="145"/>
                </a:cubicBezTo>
                <a:cubicBezTo>
                  <a:pt x="373" y="145"/>
                  <a:pt x="372" y="145"/>
                  <a:pt x="372" y="145"/>
                </a:cubicBezTo>
                <a:cubicBezTo>
                  <a:pt x="371" y="145"/>
                  <a:pt x="370" y="145"/>
                  <a:pt x="370" y="145"/>
                </a:cubicBezTo>
                <a:cubicBezTo>
                  <a:pt x="370" y="145"/>
                  <a:pt x="370" y="146"/>
                  <a:pt x="370" y="147"/>
                </a:cubicBezTo>
                <a:cubicBezTo>
                  <a:pt x="369" y="148"/>
                  <a:pt x="368" y="148"/>
                  <a:pt x="368" y="148"/>
                </a:cubicBezTo>
                <a:cubicBezTo>
                  <a:pt x="367" y="148"/>
                  <a:pt x="367" y="147"/>
                  <a:pt x="366" y="147"/>
                </a:cubicBezTo>
                <a:cubicBezTo>
                  <a:pt x="366" y="146"/>
                  <a:pt x="365" y="145"/>
                  <a:pt x="364" y="145"/>
                </a:cubicBezTo>
                <a:cubicBezTo>
                  <a:pt x="363" y="145"/>
                  <a:pt x="363" y="145"/>
                  <a:pt x="362" y="145"/>
                </a:cubicBezTo>
                <a:cubicBezTo>
                  <a:pt x="362" y="144"/>
                  <a:pt x="362" y="144"/>
                  <a:pt x="362" y="143"/>
                </a:cubicBezTo>
                <a:cubicBezTo>
                  <a:pt x="362" y="143"/>
                  <a:pt x="363" y="142"/>
                  <a:pt x="363" y="141"/>
                </a:cubicBezTo>
                <a:cubicBezTo>
                  <a:pt x="364" y="141"/>
                  <a:pt x="365" y="141"/>
                  <a:pt x="366" y="141"/>
                </a:cubicBezTo>
                <a:cubicBezTo>
                  <a:pt x="368" y="142"/>
                  <a:pt x="370" y="143"/>
                  <a:pt x="372" y="143"/>
                </a:cubicBezTo>
                <a:cubicBezTo>
                  <a:pt x="372" y="142"/>
                  <a:pt x="374" y="140"/>
                  <a:pt x="374" y="135"/>
                </a:cubicBezTo>
                <a:cubicBezTo>
                  <a:pt x="373" y="134"/>
                  <a:pt x="373" y="134"/>
                  <a:pt x="372" y="134"/>
                </a:cubicBezTo>
                <a:cubicBezTo>
                  <a:pt x="369" y="135"/>
                  <a:pt x="369" y="135"/>
                  <a:pt x="368" y="136"/>
                </a:cubicBezTo>
                <a:cubicBezTo>
                  <a:pt x="367" y="137"/>
                  <a:pt x="367" y="137"/>
                  <a:pt x="367" y="137"/>
                </a:cubicBezTo>
                <a:cubicBezTo>
                  <a:pt x="366" y="137"/>
                  <a:pt x="366" y="137"/>
                  <a:pt x="366" y="137"/>
                </a:cubicBezTo>
                <a:cubicBezTo>
                  <a:pt x="366" y="136"/>
                  <a:pt x="366" y="136"/>
                  <a:pt x="366" y="135"/>
                </a:cubicBezTo>
                <a:cubicBezTo>
                  <a:pt x="366" y="135"/>
                  <a:pt x="367" y="134"/>
                  <a:pt x="367" y="134"/>
                </a:cubicBezTo>
                <a:cubicBezTo>
                  <a:pt x="367" y="132"/>
                  <a:pt x="367" y="132"/>
                  <a:pt x="367" y="131"/>
                </a:cubicBezTo>
                <a:cubicBezTo>
                  <a:pt x="367" y="132"/>
                  <a:pt x="366" y="132"/>
                  <a:pt x="366" y="132"/>
                </a:cubicBezTo>
                <a:cubicBezTo>
                  <a:pt x="365" y="125"/>
                  <a:pt x="365" y="125"/>
                  <a:pt x="364" y="124"/>
                </a:cubicBezTo>
                <a:cubicBezTo>
                  <a:pt x="360" y="128"/>
                  <a:pt x="360" y="128"/>
                  <a:pt x="359" y="128"/>
                </a:cubicBezTo>
                <a:cubicBezTo>
                  <a:pt x="358" y="129"/>
                  <a:pt x="358" y="129"/>
                  <a:pt x="358" y="130"/>
                </a:cubicBezTo>
                <a:cubicBezTo>
                  <a:pt x="358" y="131"/>
                  <a:pt x="358" y="131"/>
                  <a:pt x="358" y="131"/>
                </a:cubicBezTo>
                <a:cubicBezTo>
                  <a:pt x="357" y="132"/>
                  <a:pt x="356" y="132"/>
                  <a:pt x="355" y="133"/>
                </a:cubicBezTo>
                <a:cubicBezTo>
                  <a:pt x="353" y="136"/>
                  <a:pt x="357" y="138"/>
                  <a:pt x="356" y="141"/>
                </a:cubicBezTo>
                <a:cubicBezTo>
                  <a:pt x="356" y="142"/>
                  <a:pt x="356" y="142"/>
                  <a:pt x="356" y="142"/>
                </a:cubicBezTo>
                <a:cubicBezTo>
                  <a:pt x="355" y="144"/>
                  <a:pt x="355" y="144"/>
                  <a:pt x="355" y="144"/>
                </a:cubicBezTo>
                <a:cubicBezTo>
                  <a:pt x="356" y="145"/>
                  <a:pt x="356" y="147"/>
                  <a:pt x="356" y="148"/>
                </a:cubicBezTo>
                <a:cubicBezTo>
                  <a:pt x="356" y="149"/>
                  <a:pt x="356" y="150"/>
                  <a:pt x="356" y="150"/>
                </a:cubicBezTo>
                <a:cubicBezTo>
                  <a:pt x="356" y="150"/>
                  <a:pt x="355" y="150"/>
                  <a:pt x="355" y="150"/>
                </a:cubicBezTo>
                <a:cubicBezTo>
                  <a:pt x="354" y="150"/>
                  <a:pt x="354" y="150"/>
                  <a:pt x="353" y="150"/>
                </a:cubicBezTo>
                <a:cubicBezTo>
                  <a:pt x="351" y="151"/>
                  <a:pt x="351" y="151"/>
                  <a:pt x="350" y="150"/>
                </a:cubicBezTo>
                <a:cubicBezTo>
                  <a:pt x="346" y="150"/>
                  <a:pt x="346" y="150"/>
                  <a:pt x="337" y="156"/>
                </a:cubicBezTo>
                <a:cubicBezTo>
                  <a:pt x="336" y="155"/>
                  <a:pt x="336" y="155"/>
                  <a:pt x="335" y="155"/>
                </a:cubicBezTo>
                <a:cubicBezTo>
                  <a:pt x="335" y="155"/>
                  <a:pt x="335" y="155"/>
                  <a:pt x="334" y="155"/>
                </a:cubicBezTo>
                <a:cubicBezTo>
                  <a:pt x="334" y="155"/>
                  <a:pt x="333" y="155"/>
                  <a:pt x="333" y="155"/>
                </a:cubicBezTo>
                <a:cubicBezTo>
                  <a:pt x="332" y="155"/>
                  <a:pt x="332" y="156"/>
                  <a:pt x="332" y="157"/>
                </a:cubicBezTo>
                <a:cubicBezTo>
                  <a:pt x="334" y="158"/>
                  <a:pt x="334" y="158"/>
                  <a:pt x="334" y="158"/>
                </a:cubicBezTo>
                <a:cubicBezTo>
                  <a:pt x="334" y="159"/>
                  <a:pt x="334" y="160"/>
                  <a:pt x="333" y="161"/>
                </a:cubicBezTo>
                <a:cubicBezTo>
                  <a:pt x="330" y="161"/>
                  <a:pt x="330" y="161"/>
                  <a:pt x="325" y="165"/>
                </a:cubicBezTo>
                <a:cubicBezTo>
                  <a:pt x="324" y="165"/>
                  <a:pt x="324" y="165"/>
                  <a:pt x="324" y="165"/>
                </a:cubicBezTo>
                <a:cubicBezTo>
                  <a:pt x="323" y="165"/>
                  <a:pt x="322" y="165"/>
                  <a:pt x="322" y="165"/>
                </a:cubicBezTo>
                <a:cubicBezTo>
                  <a:pt x="320" y="167"/>
                  <a:pt x="320" y="169"/>
                  <a:pt x="319" y="171"/>
                </a:cubicBezTo>
                <a:cubicBezTo>
                  <a:pt x="317" y="171"/>
                  <a:pt x="316" y="171"/>
                  <a:pt x="314" y="172"/>
                </a:cubicBezTo>
                <a:cubicBezTo>
                  <a:pt x="314" y="173"/>
                  <a:pt x="313" y="174"/>
                  <a:pt x="313" y="175"/>
                </a:cubicBezTo>
                <a:cubicBezTo>
                  <a:pt x="312" y="175"/>
                  <a:pt x="311" y="175"/>
                  <a:pt x="310" y="175"/>
                </a:cubicBezTo>
                <a:cubicBezTo>
                  <a:pt x="309" y="174"/>
                  <a:pt x="309" y="174"/>
                  <a:pt x="309" y="174"/>
                </a:cubicBezTo>
                <a:cubicBezTo>
                  <a:pt x="308" y="174"/>
                  <a:pt x="307" y="174"/>
                  <a:pt x="307" y="174"/>
                </a:cubicBezTo>
                <a:cubicBezTo>
                  <a:pt x="306" y="173"/>
                  <a:pt x="306" y="173"/>
                  <a:pt x="306" y="173"/>
                </a:cubicBezTo>
                <a:cubicBezTo>
                  <a:pt x="305" y="172"/>
                  <a:pt x="305" y="172"/>
                  <a:pt x="304" y="172"/>
                </a:cubicBezTo>
                <a:cubicBezTo>
                  <a:pt x="303" y="173"/>
                  <a:pt x="303" y="174"/>
                  <a:pt x="303" y="175"/>
                </a:cubicBezTo>
                <a:cubicBezTo>
                  <a:pt x="303" y="175"/>
                  <a:pt x="304" y="176"/>
                  <a:pt x="304" y="176"/>
                </a:cubicBezTo>
                <a:cubicBezTo>
                  <a:pt x="304" y="176"/>
                  <a:pt x="303" y="177"/>
                  <a:pt x="303" y="178"/>
                </a:cubicBezTo>
                <a:cubicBezTo>
                  <a:pt x="303" y="179"/>
                  <a:pt x="303" y="179"/>
                  <a:pt x="303" y="179"/>
                </a:cubicBezTo>
                <a:cubicBezTo>
                  <a:pt x="303" y="179"/>
                  <a:pt x="303" y="180"/>
                  <a:pt x="303" y="180"/>
                </a:cubicBezTo>
                <a:cubicBezTo>
                  <a:pt x="301" y="180"/>
                  <a:pt x="298" y="180"/>
                  <a:pt x="296" y="180"/>
                </a:cubicBezTo>
                <a:cubicBezTo>
                  <a:pt x="295" y="179"/>
                  <a:pt x="295" y="179"/>
                  <a:pt x="295" y="178"/>
                </a:cubicBezTo>
                <a:cubicBezTo>
                  <a:pt x="289" y="179"/>
                  <a:pt x="289" y="179"/>
                  <a:pt x="288" y="180"/>
                </a:cubicBezTo>
                <a:cubicBezTo>
                  <a:pt x="288" y="182"/>
                  <a:pt x="289" y="182"/>
                  <a:pt x="289" y="182"/>
                </a:cubicBezTo>
                <a:cubicBezTo>
                  <a:pt x="290" y="183"/>
                  <a:pt x="291" y="184"/>
                  <a:pt x="292" y="184"/>
                </a:cubicBezTo>
                <a:cubicBezTo>
                  <a:pt x="294" y="184"/>
                  <a:pt x="294" y="184"/>
                  <a:pt x="295" y="184"/>
                </a:cubicBezTo>
                <a:cubicBezTo>
                  <a:pt x="298" y="187"/>
                  <a:pt x="298" y="187"/>
                  <a:pt x="298" y="188"/>
                </a:cubicBezTo>
                <a:cubicBezTo>
                  <a:pt x="299" y="191"/>
                  <a:pt x="299" y="193"/>
                  <a:pt x="299" y="195"/>
                </a:cubicBezTo>
                <a:cubicBezTo>
                  <a:pt x="300" y="196"/>
                  <a:pt x="301" y="197"/>
                  <a:pt x="302" y="199"/>
                </a:cubicBezTo>
                <a:cubicBezTo>
                  <a:pt x="302" y="201"/>
                  <a:pt x="302" y="201"/>
                  <a:pt x="297" y="213"/>
                </a:cubicBezTo>
                <a:cubicBezTo>
                  <a:pt x="296" y="214"/>
                  <a:pt x="294" y="215"/>
                  <a:pt x="293" y="215"/>
                </a:cubicBezTo>
                <a:cubicBezTo>
                  <a:pt x="292" y="215"/>
                  <a:pt x="292" y="215"/>
                  <a:pt x="292" y="215"/>
                </a:cubicBezTo>
                <a:cubicBezTo>
                  <a:pt x="289" y="214"/>
                  <a:pt x="286" y="214"/>
                  <a:pt x="283" y="212"/>
                </a:cubicBezTo>
                <a:cubicBezTo>
                  <a:pt x="279" y="211"/>
                  <a:pt x="276" y="211"/>
                  <a:pt x="273" y="211"/>
                </a:cubicBezTo>
                <a:cubicBezTo>
                  <a:pt x="269" y="210"/>
                  <a:pt x="269" y="210"/>
                  <a:pt x="268" y="209"/>
                </a:cubicBezTo>
                <a:cubicBezTo>
                  <a:pt x="268" y="209"/>
                  <a:pt x="268" y="209"/>
                  <a:pt x="268" y="209"/>
                </a:cubicBezTo>
                <a:cubicBezTo>
                  <a:pt x="267" y="210"/>
                  <a:pt x="267" y="210"/>
                  <a:pt x="266" y="210"/>
                </a:cubicBezTo>
                <a:cubicBezTo>
                  <a:pt x="264" y="212"/>
                  <a:pt x="262" y="212"/>
                  <a:pt x="260" y="212"/>
                </a:cubicBezTo>
                <a:cubicBezTo>
                  <a:pt x="260" y="213"/>
                  <a:pt x="260" y="213"/>
                  <a:pt x="260" y="213"/>
                </a:cubicBezTo>
                <a:cubicBezTo>
                  <a:pt x="262" y="217"/>
                  <a:pt x="258" y="221"/>
                  <a:pt x="260" y="225"/>
                </a:cubicBezTo>
                <a:cubicBezTo>
                  <a:pt x="259" y="227"/>
                  <a:pt x="259" y="229"/>
                  <a:pt x="259" y="232"/>
                </a:cubicBezTo>
                <a:cubicBezTo>
                  <a:pt x="254" y="239"/>
                  <a:pt x="254" y="239"/>
                  <a:pt x="255" y="241"/>
                </a:cubicBezTo>
                <a:cubicBezTo>
                  <a:pt x="256" y="243"/>
                  <a:pt x="256" y="244"/>
                  <a:pt x="256" y="244"/>
                </a:cubicBezTo>
                <a:cubicBezTo>
                  <a:pt x="255" y="245"/>
                  <a:pt x="255" y="245"/>
                  <a:pt x="255" y="245"/>
                </a:cubicBezTo>
                <a:cubicBezTo>
                  <a:pt x="254" y="247"/>
                  <a:pt x="254" y="247"/>
                  <a:pt x="254" y="251"/>
                </a:cubicBezTo>
                <a:cubicBezTo>
                  <a:pt x="255" y="251"/>
                  <a:pt x="256" y="251"/>
                  <a:pt x="257" y="251"/>
                </a:cubicBezTo>
                <a:cubicBezTo>
                  <a:pt x="259" y="251"/>
                  <a:pt x="260" y="250"/>
                  <a:pt x="262" y="253"/>
                </a:cubicBezTo>
                <a:cubicBezTo>
                  <a:pt x="263" y="253"/>
                  <a:pt x="264" y="252"/>
                  <a:pt x="265" y="252"/>
                </a:cubicBezTo>
                <a:cubicBezTo>
                  <a:pt x="266" y="252"/>
                  <a:pt x="266" y="252"/>
                  <a:pt x="269" y="254"/>
                </a:cubicBezTo>
                <a:cubicBezTo>
                  <a:pt x="270" y="255"/>
                  <a:pt x="270" y="257"/>
                  <a:pt x="271" y="258"/>
                </a:cubicBezTo>
                <a:cubicBezTo>
                  <a:pt x="271" y="258"/>
                  <a:pt x="272" y="258"/>
                  <a:pt x="272" y="258"/>
                </a:cubicBezTo>
                <a:cubicBezTo>
                  <a:pt x="271" y="257"/>
                  <a:pt x="271" y="257"/>
                  <a:pt x="271" y="257"/>
                </a:cubicBezTo>
                <a:cubicBezTo>
                  <a:pt x="281" y="254"/>
                  <a:pt x="289" y="246"/>
                  <a:pt x="301" y="246"/>
                </a:cubicBezTo>
                <a:cubicBezTo>
                  <a:pt x="303" y="244"/>
                  <a:pt x="303" y="243"/>
                  <a:pt x="303" y="242"/>
                </a:cubicBezTo>
                <a:cubicBezTo>
                  <a:pt x="302" y="241"/>
                  <a:pt x="301" y="240"/>
                  <a:pt x="301" y="239"/>
                </a:cubicBezTo>
                <a:cubicBezTo>
                  <a:pt x="301" y="238"/>
                  <a:pt x="301" y="238"/>
                  <a:pt x="304" y="232"/>
                </a:cubicBezTo>
                <a:cubicBezTo>
                  <a:pt x="306" y="229"/>
                  <a:pt x="320" y="226"/>
                  <a:pt x="320" y="226"/>
                </a:cubicBezTo>
                <a:cubicBezTo>
                  <a:pt x="322" y="224"/>
                  <a:pt x="322" y="223"/>
                  <a:pt x="322" y="222"/>
                </a:cubicBezTo>
                <a:cubicBezTo>
                  <a:pt x="322" y="222"/>
                  <a:pt x="322" y="222"/>
                  <a:pt x="322" y="221"/>
                </a:cubicBezTo>
                <a:cubicBezTo>
                  <a:pt x="322" y="216"/>
                  <a:pt x="322" y="212"/>
                  <a:pt x="329"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0" y="214"/>
                  <a:pt x="330" y="214"/>
                  <a:pt x="330" y="214"/>
                </a:cubicBezTo>
                <a:cubicBezTo>
                  <a:pt x="331" y="214"/>
                  <a:pt x="331" y="214"/>
                  <a:pt x="331" y="214"/>
                </a:cubicBezTo>
                <a:cubicBezTo>
                  <a:pt x="334" y="216"/>
                  <a:pt x="334" y="216"/>
                  <a:pt x="336" y="216"/>
                </a:cubicBezTo>
                <a:cubicBezTo>
                  <a:pt x="337" y="216"/>
                  <a:pt x="337" y="216"/>
                  <a:pt x="338" y="216"/>
                </a:cubicBezTo>
                <a:cubicBezTo>
                  <a:pt x="338" y="216"/>
                  <a:pt x="339" y="216"/>
                  <a:pt x="340" y="216"/>
                </a:cubicBezTo>
                <a:cubicBezTo>
                  <a:pt x="340" y="214"/>
                  <a:pt x="340" y="214"/>
                  <a:pt x="342" y="212"/>
                </a:cubicBezTo>
                <a:cubicBezTo>
                  <a:pt x="344" y="212"/>
                  <a:pt x="344" y="212"/>
                  <a:pt x="345" y="212"/>
                </a:cubicBezTo>
                <a:cubicBezTo>
                  <a:pt x="346" y="212"/>
                  <a:pt x="348" y="212"/>
                  <a:pt x="351" y="208"/>
                </a:cubicBezTo>
                <a:cubicBezTo>
                  <a:pt x="358" y="209"/>
                  <a:pt x="357" y="217"/>
                  <a:pt x="362" y="220"/>
                </a:cubicBezTo>
                <a:cubicBezTo>
                  <a:pt x="363" y="220"/>
                  <a:pt x="364" y="221"/>
                  <a:pt x="364" y="223"/>
                </a:cubicBezTo>
                <a:cubicBezTo>
                  <a:pt x="380" y="233"/>
                  <a:pt x="388" y="241"/>
                  <a:pt x="387" y="246"/>
                </a:cubicBezTo>
                <a:cubicBezTo>
                  <a:pt x="385" y="247"/>
                  <a:pt x="373" y="249"/>
                  <a:pt x="369" y="249"/>
                </a:cubicBezTo>
                <a:cubicBezTo>
                  <a:pt x="369" y="249"/>
                  <a:pt x="368" y="250"/>
                  <a:pt x="368" y="250"/>
                </a:cubicBezTo>
                <a:cubicBezTo>
                  <a:pt x="371" y="252"/>
                  <a:pt x="373" y="255"/>
                  <a:pt x="377" y="256"/>
                </a:cubicBezTo>
                <a:cubicBezTo>
                  <a:pt x="379" y="256"/>
                  <a:pt x="382" y="256"/>
                  <a:pt x="384" y="256"/>
                </a:cubicBezTo>
                <a:cubicBezTo>
                  <a:pt x="384" y="255"/>
                  <a:pt x="384" y="253"/>
                  <a:pt x="384" y="252"/>
                </a:cubicBezTo>
                <a:cubicBezTo>
                  <a:pt x="389" y="250"/>
                  <a:pt x="392" y="245"/>
                  <a:pt x="396" y="242"/>
                </a:cubicBezTo>
                <a:cubicBezTo>
                  <a:pt x="396" y="240"/>
                  <a:pt x="396" y="240"/>
                  <a:pt x="396" y="239"/>
                </a:cubicBezTo>
                <a:cubicBezTo>
                  <a:pt x="393" y="239"/>
                  <a:pt x="393" y="239"/>
                  <a:pt x="392" y="239"/>
                </a:cubicBezTo>
                <a:cubicBezTo>
                  <a:pt x="391" y="239"/>
                  <a:pt x="391" y="238"/>
                  <a:pt x="391" y="238"/>
                </a:cubicBezTo>
                <a:cubicBezTo>
                  <a:pt x="393" y="236"/>
                  <a:pt x="394" y="236"/>
                  <a:pt x="395" y="236"/>
                </a:cubicBezTo>
                <a:cubicBezTo>
                  <a:pt x="398" y="237"/>
                  <a:pt x="398" y="237"/>
                  <a:pt x="400" y="239"/>
                </a:cubicBezTo>
                <a:cubicBezTo>
                  <a:pt x="400" y="239"/>
                  <a:pt x="400" y="239"/>
                  <a:pt x="400" y="234"/>
                </a:cubicBezTo>
                <a:cubicBezTo>
                  <a:pt x="396" y="231"/>
                  <a:pt x="391" y="230"/>
                  <a:pt x="389" y="226"/>
                </a:cubicBezTo>
                <a:cubicBezTo>
                  <a:pt x="388" y="226"/>
                  <a:pt x="385" y="226"/>
                  <a:pt x="380" y="221"/>
                </a:cubicBezTo>
                <a:cubicBezTo>
                  <a:pt x="381" y="219"/>
                  <a:pt x="381" y="219"/>
                  <a:pt x="375" y="215"/>
                </a:cubicBezTo>
                <a:cubicBezTo>
                  <a:pt x="375" y="214"/>
                  <a:pt x="374" y="214"/>
                  <a:pt x="374" y="214"/>
                </a:cubicBezTo>
                <a:cubicBezTo>
                  <a:pt x="374" y="213"/>
                  <a:pt x="373" y="212"/>
                  <a:pt x="373" y="211"/>
                </a:cubicBezTo>
                <a:cubicBezTo>
                  <a:pt x="372" y="210"/>
                  <a:pt x="370" y="210"/>
                  <a:pt x="369" y="210"/>
                </a:cubicBezTo>
                <a:cubicBezTo>
                  <a:pt x="369" y="209"/>
                  <a:pt x="369" y="209"/>
                  <a:pt x="369" y="208"/>
                </a:cubicBezTo>
                <a:cubicBezTo>
                  <a:pt x="370" y="207"/>
                  <a:pt x="370" y="207"/>
                  <a:pt x="370" y="207"/>
                </a:cubicBezTo>
                <a:cubicBezTo>
                  <a:pt x="371" y="206"/>
                  <a:pt x="371" y="205"/>
                  <a:pt x="371" y="205"/>
                </a:cubicBezTo>
                <a:cubicBezTo>
                  <a:pt x="371" y="204"/>
                  <a:pt x="371" y="203"/>
                  <a:pt x="371" y="202"/>
                </a:cubicBezTo>
                <a:cubicBezTo>
                  <a:pt x="374" y="201"/>
                  <a:pt x="375" y="202"/>
                  <a:pt x="376" y="205"/>
                </a:cubicBezTo>
                <a:cubicBezTo>
                  <a:pt x="384" y="206"/>
                  <a:pt x="386" y="216"/>
                  <a:pt x="394" y="217"/>
                </a:cubicBezTo>
                <a:cubicBezTo>
                  <a:pt x="394" y="218"/>
                  <a:pt x="394" y="218"/>
                  <a:pt x="395" y="218"/>
                </a:cubicBezTo>
                <a:cubicBezTo>
                  <a:pt x="398" y="222"/>
                  <a:pt x="404" y="223"/>
                  <a:pt x="406" y="228"/>
                </a:cubicBezTo>
                <a:cubicBezTo>
                  <a:pt x="404" y="234"/>
                  <a:pt x="404" y="234"/>
                  <a:pt x="406" y="236"/>
                </a:cubicBezTo>
                <a:cubicBezTo>
                  <a:pt x="407" y="239"/>
                  <a:pt x="407" y="242"/>
                  <a:pt x="411" y="242"/>
                </a:cubicBezTo>
                <a:cubicBezTo>
                  <a:pt x="413" y="244"/>
                  <a:pt x="413" y="246"/>
                  <a:pt x="413" y="247"/>
                </a:cubicBezTo>
                <a:cubicBezTo>
                  <a:pt x="412" y="247"/>
                  <a:pt x="411" y="247"/>
                  <a:pt x="410" y="247"/>
                </a:cubicBezTo>
                <a:cubicBezTo>
                  <a:pt x="410" y="247"/>
                  <a:pt x="409" y="246"/>
                  <a:pt x="409" y="246"/>
                </a:cubicBezTo>
                <a:cubicBezTo>
                  <a:pt x="409" y="246"/>
                  <a:pt x="408" y="247"/>
                  <a:pt x="408" y="247"/>
                </a:cubicBezTo>
                <a:cubicBezTo>
                  <a:pt x="411" y="251"/>
                  <a:pt x="411" y="251"/>
                  <a:pt x="414" y="252"/>
                </a:cubicBezTo>
                <a:cubicBezTo>
                  <a:pt x="414" y="252"/>
                  <a:pt x="414" y="251"/>
                  <a:pt x="414" y="251"/>
                </a:cubicBezTo>
                <a:cubicBezTo>
                  <a:pt x="416" y="252"/>
                  <a:pt x="417" y="252"/>
                  <a:pt x="419" y="254"/>
                </a:cubicBezTo>
                <a:cubicBezTo>
                  <a:pt x="418" y="256"/>
                  <a:pt x="418" y="257"/>
                  <a:pt x="419" y="258"/>
                </a:cubicBezTo>
                <a:cubicBezTo>
                  <a:pt x="421" y="259"/>
                  <a:pt x="421" y="259"/>
                  <a:pt x="422" y="259"/>
                </a:cubicBezTo>
                <a:cubicBezTo>
                  <a:pt x="423" y="259"/>
                  <a:pt x="424" y="259"/>
                  <a:pt x="424" y="259"/>
                </a:cubicBezTo>
                <a:cubicBezTo>
                  <a:pt x="425" y="258"/>
                  <a:pt x="426" y="257"/>
                  <a:pt x="426" y="256"/>
                </a:cubicBezTo>
                <a:cubicBezTo>
                  <a:pt x="426" y="255"/>
                  <a:pt x="426" y="255"/>
                  <a:pt x="426" y="254"/>
                </a:cubicBezTo>
                <a:cubicBezTo>
                  <a:pt x="426" y="254"/>
                  <a:pt x="426" y="253"/>
                  <a:pt x="426" y="253"/>
                </a:cubicBezTo>
                <a:cubicBezTo>
                  <a:pt x="426" y="252"/>
                  <a:pt x="427" y="252"/>
                  <a:pt x="427" y="251"/>
                </a:cubicBezTo>
                <a:cubicBezTo>
                  <a:pt x="428" y="252"/>
                  <a:pt x="430" y="252"/>
                  <a:pt x="430" y="253"/>
                </a:cubicBezTo>
                <a:cubicBezTo>
                  <a:pt x="431" y="253"/>
                  <a:pt x="432" y="253"/>
                  <a:pt x="432" y="253"/>
                </a:cubicBezTo>
                <a:cubicBezTo>
                  <a:pt x="432" y="253"/>
                  <a:pt x="433" y="252"/>
                  <a:pt x="433" y="252"/>
                </a:cubicBezTo>
                <a:cubicBezTo>
                  <a:pt x="433" y="251"/>
                  <a:pt x="433" y="249"/>
                  <a:pt x="433" y="248"/>
                </a:cubicBezTo>
                <a:cubicBezTo>
                  <a:pt x="435" y="248"/>
                  <a:pt x="436" y="248"/>
                  <a:pt x="437" y="248"/>
                </a:cubicBezTo>
                <a:cubicBezTo>
                  <a:pt x="436" y="246"/>
                  <a:pt x="435" y="246"/>
                  <a:pt x="433" y="245"/>
                </a:cubicBezTo>
                <a:cubicBezTo>
                  <a:pt x="433" y="246"/>
                  <a:pt x="432" y="247"/>
                  <a:pt x="432" y="248"/>
                </a:cubicBezTo>
                <a:cubicBezTo>
                  <a:pt x="429" y="248"/>
                  <a:pt x="429" y="247"/>
                  <a:pt x="427" y="241"/>
                </a:cubicBezTo>
                <a:cubicBezTo>
                  <a:pt x="424" y="240"/>
                  <a:pt x="424" y="240"/>
                  <a:pt x="422" y="238"/>
                </a:cubicBezTo>
                <a:cubicBezTo>
                  <a:pt x="422" y="237"/>
                  <a:pt x="422" y="237"/>
                  <a:pt x="422" y="236"/>
                </a:cubicBezTo>
                <a:cubicBezTo>
                  <a:pt x="424" y="236"/>
                  <a:pt x="424" y="236"/>
                  <a:pt x="424" y="236"/>
                </a:cubicBezTo>
                <a:cubicBezTo>
                  <a:pt x="425" y="236"/>
                  <a:pt x="426" y="237"/>
                  <a:pt x="427" y="237"/>
                </a:cubicBezTo>
                <a:cubicBezTo>
                  <a:pt x="429" y="237"/>
                  <a:pt x="429" y="237"/>
                  <a:pt x="430" y="237"/>
                </a:cubicBezTo>
                <a:cubicBezTo>
                  <a:pt x="430" y="237"/>
                  <a:pt x="430" y="238"/>
                  <a:pt x="431" y="238"/>
                </a:cubicBezTo>
                <a:cubicBezTo>
                  <a:pt x="431" y="237"/>
                  <a:pt x="431" y="235"/>
                  <a:pt x="431" y="234"/>
                </a:cubicBezTo>
                <a:cubicBezTo>
                  <a:pt x="433" y="232"/>
                  <a:pt x="433" y="232"/>
                  <a:pt x="442" y="236"/>
                </a:cubicBezTo>
                <a:cubicBezTo>
                  <a:pt x="442" y="236"/>
                  <a:pt x="443" y="237"/>
                  <a:pt x="443" y="238"/>
                </a:cubicBezTo>
                <a:cubicBezTo>
                  <a:pt x="443" y="238"/>
                  <a:pt x="443" y="238"/>
                  <a:pt x="444" y="238"/>
                </a:cubicBezTo>
                <a:cubicBezTo>
                  <a:pt x="445" y="240"/>
                  <a:pt x="445" y="240"/>
                  <a:pt x="445" y="240"/>
                </a:cubicBezTo>
                <a:cubicBezTo>
                  <a:pt x="444" y="240"/>
                  <a:pt x="443" y="241"/>
                  <a:pt x="443" y="241"/>
                </a:cubicBezTo>
                <a:cubicBezTo>
                  <a:pt x="443" y="244"/>
                  <a:pt x="448" y="245"/>
                  <a:pt x="447" y="249"/>
                </a:cubicBezTo>
                <a:cubicBezTo>
                  <a:pt x="447" y="250"/>
                  <a:pt x="447" y="251"/>
                  <a:pt x="447" y="251"/>
                </a:cubicBezTo>
                <a:cubicBezTo>
                  <a:pt x="447" y="252"/>
                  <a:pt x="447" y="252"/>
                  <a:pt x="447" y="253"/>
                </a:cubicBezTo>
                <a:cubicBezTo>
                  <a:pt x="447" y="254"/>
                  <a:pt x="448" y="255"/>
                  <a:pt x="449" y="256"/>
                </a:cubicBezTo>
                <a:cubicBezTo>
                  <a:pt x="449" y="256"/>
                  <a:pt x="449" y="256"/>
                  <a:pt x="449" y="256"/>
                </a:cubicBezTo>
                <a:cubicBezTo>
                  <a:pt x="450" y="257"/>
                  <a:pt x="450" y="257"/>
                  <a:pt x="450" y="257"/>
                </a:cubicBezTo>
                <a:cubicBezTo>
                  <a:pt x="450" y="257"/>
                  <a:pt x="450" y="257"/>
                  <a:pt x="450" y="257"/>
                </a:cubicBezTo>
                <a:cubicBezTo>
                  <a:pt x="451" y="258"/>
                  <a:pt x="451" y="258"/>
                  <a:pt x="451" y="258"/>
                </a:cubicBezTo>
                <a:cubicBezTo>
                  <a:pt x="452" y="258"/>
                  <a:pt x="452" y="258"/>
                  <a:pt x="452" y="258"/>
                </a:cubicBezTo>
                <a:cubicBezTo>
                  <a:pt x="452" y="259"/>
                  <a:pt x="452" y="259"/>
                  <a:pt x="452" y="260"/>
                </a:cubicBezTo>
                <a:cubicBezTo>
                  <a:pt x="452" y="261"/>
                  <a:pt x="452" y="261"/>
                  <a:pt x="452" y="261"/>
                </a:cubicBezTo>
                <a:cubicBezTo>
                  <a:pt x="451" y="261"/>
                  <a:pt x="451" y="261"/>
                  <a:pt x="451" y="261"/>
                </a:cubicBezTo>
                <a:cubicBezTo>
                  <a:pt x="451" y="262"/>
                  <a:pt x="451" y="262"/>
                  <a:pt x="451" y="262"/>
                </a:cubicBezTo>
                <a:cubicBezTo>
                  <a:pt x="451" y="263"/>
                  <a:pt x="451" y="264"/>
                  <a:pt x="452" y="265"/>
                </a:cubicBezTo>
                <a:cubicBezTo>
                  <a:pt x="452" y="266"/>
                  <a:pt x="452" y="266"/>
                  <a:pt x="452" y="266"/>
                </a:cubicBezTo>
                <a:cubicBezTo>
                  <a:pt x="453" y="266"/>
                  <a:pt x="453" y="266"/>
                  <a:pt x="453" y="266"/>
                </a:cubicBezTo>
                <a:cubicBezTo>
                  <a:pt x="454" y="265"/>
                  <a:pt x="454" y="265"/>
                  <a:pt x="454" y="265"/>
                </a:cubicBezTo>
                <a:cubicBezTo>
                  <a:pt x="454" y="263"/>
                  <a:pt x="454" y="263"/>
                  <a:pt x="454" y="263"/>
                </a:cubicBezTo>
                <a:cubicBezTo>
                  <a:pt x="454" y="262"/>
                  <a:pt x="454" y="261"/>
                  <a:pt x="454" y="261"/>
                </a:cubicBezTo>
                <a:cubicBezTo>
                  <a:pt x="455" y="259"/>
                  <a:pt x="455" y="259"/>
                  <a:pt x="455" y="259"/>
                </a:cubicBezTo>
                <a:cubicBezTo>
                  <a:pt x="456" y="259"/>
                  <a:pt x="456" y="259"/>
                  <a:pt x="456" y="259"/>
                </a:cubicBezTo>
                <a:cubicBezTo>
                  <a:pt x="456" y="260"/>
                  <a:pt x="456" y="260"/>
                  <a:pt x="456" y="260"/>
                </a:cubicBezTo>
                <a:cubicBezTo>
                  <a:pt x="457" y="260"/>
                  <a:pt x="457" y="260"/>
                  <a:pt x="457" y="260"/>
                </a:cubicBezTo>
                <a:cubicBezTo>
                  <a:pt x="457" y="261"/>
                  <a:pt x="457" y="261"/>
                  <a:pt x="457" y="261"/>
                </a:cubicBezTo>
                <a:cubicBezTo>
                  <a:pt x="458" y="261"/>
                  <a:pt x="459" y="262"/>
                  <a:pt x="459" y="262"/>
                </a:cubicBezTo>
                <a:cubicBezTo>
                  <a:pt x="460" y="263"/>
                  <a:pt x="460" y="263"/>
                  <a:pt x="460" y="263"/>
                </a:cubicBezTo>
                <a:cubicBezTo>
                  <a:pt x="460" y="264"/>
                  <a:pt x="460" y="264"/>
                  <a:pt x="460" y="264"/>
                </a:cubicBezTo>
                <a:cubicBezTo>
                  <a:pt x="461" y="264"/>
                  <a:pt x="461" y="264"/>
                  <a:pt x="461" y="264"/>
                </a:cubicBezTo>
                <a:cubicBezTo>
                  <a:pt x="462" y="264"/>
                  <a:pt x="462" y="264"/>
                  <a:pt x="462" y="264"/>
                </a:cubicBezTo>
                <a:cubicBezTo>
                  <a:pt x="462" y="264"/>
                  <a:pt x="464" y="264"/>
                  <a:pt x="464" y="265"/>
                </a:cubicBezTo>
                <a:cubicBezTo>
                  <a:pt x="466" y="265"/>
                  <a:pt x="466" y="265"/>
                  <a:pt x="466" y="265"/>
                </a:cubicBezTo>
                <a:cubicBezTo>
                  <a:pt x="467" y="265"/>
                  <a:pt x="467" y="265"/>
                  <a:pt x="467" y="265"/>
                </a:cubicBezTo>
                <a:cubicBezTo>
                  <a:pt x="467" y="264"/>
                  <a:pt x="467" y="264"/>
                  <a:pt x="467" y="264"/>
                </a:cubicBezTo>
                <a:cubicBezTo>
                  <a:pt x="467" y="264"/>
                  <a:pt x="467" y="264"/>
                  <a:pt x="467" y="264"/>
                </a:cubicBezTo>
                <a:cubicBezTo>
                  <a:pt x="467" y="263"/>
                  <a:pt x="467" y="263"/>
                  <a:pt x="467" y="263"/>
                </a:cubicBezTo>
                <a:cubicBezTo>
                  <a:pt x="467" y="262"/>
                  <a:pt x="467" y="261"/>
                  <a:pt x="468" y="260"/>
                </a:cubicBezTo>
                <a:cubicBezTo>
                  <a:pt x="468" y="259"/>
                  <a:pt x="468" y="259"/>
                  <a:pt x="468" y="259"/>
                </a:cubicBezTo>
                <a:cubicBezTo>
                  <a:pt x="469" y="259"/>
                  <a:pt x="469" y="259"/>
                  <a:pt x="469" y="259"/>
                </a:cubicBezTo>
                <a:cubicBezTo>
                  <a:pt x="470" y="259"/>
                  <a:pt x="471" y="259"/>
                  <a:pt x="472" y="260"/>
                </a:cubicBezTo>
                <a:cubicBezTo>
                  <a:pt x="474" y="261"/>
                  <a:pt x="474" y="261"/>
                  <a:pt x="474" y="261"/>
                </a:cubicBezTo>
                <a:cubicBezTo>
                  <a:pt x="476" y="263"/>
                  <a:pt x="476" y="263"/>
                  <a:pt x="476" y="263"/>
                </a:cubicBezTo>
                <a:cubicBezTo>
                  <a:pt x="477" y="263"/>
                  <a:pt x="477" y="263"/>
                  <a:pt x="477" y="263"/>
                </a:cubicBezTo>
                <a:cubicBezTo>
                  <a:pt x="477" y="264"/>
                  <a:pt x="477" y="264"/>
                  <a:pt x="477" y="264"/>
                </a:cubicBezTo>
                <a:cubicBezTo>
                  <a:pt x="478" y="264"/>
                  <a:pt x="478" y="264"/>
                  <a:pt x="478" y="264"/>
                </a:cubicBezTo>
                <a:cubicBezTo>
                  <a:pt x="478" y="264"/>
                  <a:pt x="478" y="264"/>
                  <a:pt x="478" y="264"/>
                </a:cubicBezTo>
                <a:cubicBezTo>
                  <a:pt x="481" y="264"/>
                  <a:pt x="484" y="264"/>
                  <a:pt x="486" y="265"/>
                </a:cubicBezTo>
                <a:cubicBezTo>
                  <a:pt x="486" y="264"/>
                  <a:pt x="486" y="263"/>
                  <a:pt x="486" y="263"/>
                </a:cubicBezTo>
                <a:cubicBezTo>
                  <a:pt x="486" y="262"/>
                  <a:pt x="486" y="262"/>
                  <a:pt x="486" y="262"/>
                </a:cubicBezTo>
                <a:cubicBezTo>
                  <a:pt x="486" y="261"/>
                  <a:pt x="486" y="261"/>
                  <a:pt x="486" y="260"/>
                </a:cubicBezTo>
                <a:cubicBezTo>
                  <a:pt x="486" y="260"/>
                  <a:pt x="487" y="260"/>
                  <a:pt x="487" y="260"/>
                </a:cubicBezTo>
                <a:cubicBezTo>
                  <a:pt x="488" y="259"/>
                  <a:pt x="488" y="259"/>
                  <a:pt x="488" y="259"/>
                </a:cubicBezTo>
                <a:cubicBezTo>
                  <a:pt x="489" y="259"/>
                  <a:pt x="489" y="259"/>
                  <a:pt x="489" y="259"/>
                </a:cubicBezTo>
                <a:cubicBezTo>
                  <a:pt x="490" y="260"/>
                  <a:pt x="491" y="261"/>
                  <a:pt x="492" y="261"/>
                </a:cubicBezTo>
                <a:cubicBezTo>
                  <a:pt x="493" y="262"/>
                  <a:pt x="494" y="262"/>
                  <a:pt x="494" y="262"/>
                </a:cubicBezTo>
                <a:cubicBezTo>
                  <a:pt x="494" y="261"/>
                  <a:pt x="494" y="261"/>
                  <a:pt x="494" y="261"/>
                </a:cubicBezTo>
                <a:cubicBezTo>
                  <a:pt x="495" y="261"/>
                  <a:pt x="495" y="261"/>
                  <a:pt x="495" y="261"/>
                </a:cubicBezTo>
                <a:cubicBezTo>
                  <a:pt x="495" y="260"/>
                  <a:pt x="495" y="260"/>
                  <a:pt x="495" y="260"/>
                </a:cubicBezTo>
                <a:cubicBezTo>
                  <a:pt x="496" y="260"/>
                  <a:pt x="496" y="260"/>
                  <a:pt x="496" y="260"/>
                </a:cubicBezTo>
                <a:cubicBezTo>
                  <a:pt x="497" y="262"/>
                  <a:pt x="497" y="262"/>
                  <a:pt x="497" y="262"/>
                </a:cubicBezTo>
                <a:cubicBezTo>
                  <a:pt x="497" y="263"/>
                  <a:pt x="497" y="263"/>
                  <a:pt x="497" y="263"/>
                </a:cubicBezTo>
                <a:cubicBezTo>
                  <a:pt x="497" y="264"/>
                  <a:pt x="497" y="265"/>
                  <a:pt x="497" y="266"/>
                </a:cubicBezTo>
                <a:cubicBezTo>
                  <a:pt x="496" y="268"/>
                  <a:pt x="496" y="270"/>
                  <a:pt x="497" y="273"/>
                </a:cubicBezTo>
                <a:cubicBezTo>
                  <a:pt x="497" y="273"/>
                  <a:pt x="497" y="273"/>
                  <a:pt x="497" y="273"/>
                </a:cubicBezTo>
                <a:cubicBezTo>
                  <a:pt x="497" y="274"/>
                  <a:pt x="498" y="274"/>
                  <a:pt x="498" y="275"/>
                </a:cubicBezTo>
                <a:cubicBezTo>
                  <a:pt x="498" y="275"/>
                  <a:pt x="497" y="276"/>
                  <a:pt x="497" y="277"/>
                </a:cubicBezTo>
                <a:cubicBezTo>
                  <a:pt x="497" y="277"/>
                  <a:pt x="497" y="277"/>
                  <a:pt x="497" y="277"/>
                </a:cubicBezTo>
                <a:cubicBezTo>
                  <a:pt x="497" y="278"/>
                  <a:pt x="497" y="278"/>
                  <a:pt x="497" y="278"/>
                </a:cubicBezTo>
                <a:cubicBezTo>
                  <a:pt x="496" y="280"/>
                  <a:pt x="496" y="280"/>
                  <a:pt x="496" y="280"/>
                </a:cubicBezTo>
                <a:cubicBezTo>
                  <a:pt x="496" y="280"/>
                  <a:pt x="496" y="280"/>
                  <a:pt x="496" y="280"/>
                </a:cubicBezTo>
                <a:cubicBezTo>
                  <a:pt x="494" y="284"/>
                  <a:pt x="494" y="284"/>
                  <a:pt x="493" y="284"/>
                </a:cubicBezTo>
                <a:cubicBezTo>
                  <a:pt x="492" y="285"/>
                  <a:pt x="492" y="285"/>
                  <a:pt x="492" y="285"/>
                </a:cubicBezTo>
                <a:cubicBezTo>
                  <a:pt x="492" y="285"/>
                  <a:pt x="492" y="285"/>
                  <a:pt x="492" y="285"/>
                </a:cubicBezTo>
                <a:cubicBezTo>
                  <a:pt x="492" y="286"/>
                  <a:pt x="492" y="286"/>
                  <a:pt x="492" y="286"/>
                </a:cubicBezTo>
                <a:cubicBezTo>
                  <a:pt x="514" y="287"/>
                  <a:pt x="537" y="287"/>
                  <a:pt x="558" y="288"/>
                </a:cubicBezTo>
                <a:cubicBezTo>
                  <a:pt x="575" y="288"/>
                  <a:pt x="590" y="288"/>
                  <a:pt x="605" y="288"/>
                </a:cubicBezTo>
                <a:moveTo>
                  <a:pt x="554" y="46"/>
                </a:moveTo>
                <a:cubicBezTo>
                  <a:pt x="531" y="34"/>
                  <a:pt x="531" y="34"/>
                  <a:pt x="531" y="34"/>
                </a:cubicBezTo>
                <a:cubicBezTo>
                  <a:pt x="531" y="34"/>
                  <a:pt x="531" y="34"/>
                  <a:pt x="531" y="34"/>
                </a:cubicBezTo>
                <a:cubicBezTo>
                  <a:pt x="532" y="34"/>
                  <a:pt x="532" y="34"/>
                  <a:pt x="532" y="34"/>
                </a:cubicBezTo>
                <a:cubicBezTo>
                  <a:pt x="533" y="35"/>
                  <a:pt x="533" y="35"/>
                  <a:pt x="533" y="35"/>
                </a:cubicBezTo>
                <a:cubicBezTo>
                  <a:pt x="532" y="35"/>
                  <a:pt x="532" y="35"/>
                  <a:pt x="532" y="35"/>
                </a:cubicBezTo>
                <a:cubicBezTo>
                  <a:pt x="533" y="35"/>
                  <a:pt x="533" y="35"/>
                  <a:pt x="533" y="35"/>
                </a:cubicBezTo>
                <a:cubicBezTo>
                  <a:pt x="534" y="35"/>
                  <a:pt x="534" y="35"/>
                  <a:pt x="534" y="35"/>
                </a:cubicBezTo>
                <a:cubicBezTo>
                  <a:pt x="533" y="35"/>
                  <a:pt x="533" y="35"/>
                  <a:pt x="533" y="35"/>
                </a:cubicBezTo>
                <a:cubicBezTo>
                  <a:pt x="532" y="35"/>
                  <a:pt x="530" y="34"/>
                  <a:pt x="529" y="33"/>
                </a:cubicBezTo>
                <a:cubicBezTo>
                  <a:pt x="530" y="33"/>
                  <a:pt x="530" y="34"/>
                  <a:pt x="531" y="34"/>
                </a:cubicBezTo>
                <a:cubicBezTo>
                  <a:pt x="531" y="34"/>
                  <a:pt x="530" y="34"/>
                  <a:pt x="529" y="33"/>
                </a:cubicBezTo>
                <a:cubicBezTo>
                  <a:pt x="528" y="33"/>
                  <a:pt x="528" y="33"/>
                  <a:pt x="525" y="31"/>
                </a:cubicBezTo>
                <a:cubicBezTo>
                  <a:pt x="524" y="31"/>
                  <a:pt x="524" y="31"/>
                  <a:pt x="524" y="31"/>
                </a:cubicBezTo>
                <a:cubicBezTo>
                  <a:pt x="523" y="31"/>
                  <a:pt x="523" y="31"/>
                  <a:pt x="523" y="31"/>
                </a:cubicBezTo>
                <a:cubicBezTo>
                  <a:pt x="525" y="32"/>
                  <a:pt x="527" y="32"/>
                  <a:pt x="529" y="33"/>
                </a:cubicBezTo>
                <a:cubicBezTo>
                  <a:pt x="529" y="33"/>
                  <a:pt x="529" y="33"/>
                  <a:pt x="529" y="33"/>
                </a:cubicBezTo>
                <a:cubicBezTo>
                  <a:pt x="529" y="34"/>
                  <a:pt x="529" y="34"/>
                  <a:pt x="529" y="34"/>
                </a:cubicBezTo>
                <a:cubicBezTo>
                  <a:pt x="530" y="34"/>
                  <a:pt x="531" y="34"/>
                  <a:pt x="532" y="35"/>
                </a:cubicBezTo>
                <a:cubicBezTo>
                  <a:pt x="532" y="35"/>
                  <a:pt x="532" y="35"/>
                  <a:pt x="533" y="35"/>
                </a:cubicBezTo>
                <a:cubicBezTo>
                  <a:pt x="533" y="35"/>
                  <a:pt x="534" y="36"/>
                  <a:pt x="534" y="36"/>
                </a:cubicBezTo>
                <a:cubicBezTo>
                  <a:pt x="534" y="36"/>
                  <a:pt x="534" y="36"/>
                  <a:pt x="534" y="36"/>
                </a:cubicBezTo>
                <a:cubicBezTo>
                  <a:pt x="535" y="37"/>
                  <a:pt x="535" y="37"/>
                  <a:pt x="535" y="37"/>
                </a:cubicBezTo>
                <a:cubicBezTo>
                  <a:pt x="535" y="37"/>
                  <a:pt x="535" y="37"/>
                  <a:pt x="535" y="37"/>
                </a:cubicBezTo>
                <a:cubicBezTo>
                  <a:pt x="536" y="37"/>
                  <a:pt x="536" y="37"/>
                  <a:pt x="536" y="37"/>
                </a:cubicBezTo>
                <a:cubicBezTo>
                  <a:pt x="535" y="37"/>
                  <a:pt x="535" y="37"/>
                  <a:pt x="535" y="37"/>
                </a:cubicBezTo>
                <a:cubicBezTo>
                  <a:pt x="535" y="37"/>
                  <a:pt x="529" y="34"/>
                  <a:pt x="526" y="32"/>
                </a:cubicBezTo>
                <a:cubicBezTo>
                  <a:pt x="526" y="32"/>
                  <a:pt x="526" y="32"/>
                  <a:pt x="526" y="32"/>
                </a:cubicBezTo>
                <a:cubicBezTo>
                  <a:pt x="525" y="32"/>
                  <a:pt x="524" y="31"/>
                  <a:pt x="524" y="31"/>
                </a:cubicBezTo>
                <a:cubicBezTo>
                  <a:pt x="523" y="31"/>
                  <a:pt x="523" y="31"/>
                  <a:pt x="522" y="30"/>
                </a:cubicBezTo>
                <a:cubicBezTo>
                  <a:pt x="522" y="30"/>
                  <a:pt x="522" y="30"/>
                  <a:pt x="522" y="30"/>
                </a:cubicBezTo>
                <a:cubicBezTo>
                  <a:pt x="521" y="30"/>
                  <a:pt x="521" y="30"/>
                  <a:pt x="517" y="28"/>
                </a:cubicBezTo>
                <a:cubicBezTo>
                  <a:pt x="517" y="28"/>
                  <a:pt x="517" y="28"/>
                  <a:pt x="517" y="28"/>
                </a:cubicBezTo>
                <a:cubicBezTo>
                  <a:pt x="516" y="27"/>
                  <a:pt x="514" y="27"/>
                  <a:pt x="513" y="26"/>
                </a:cubicBezTo>
                <a:cubicBezTo>
                  <a:pt x="513" y="26"/>
                  <a:pt x="513" y="26"/>
                  <a:pt x="513" y="26"/>
                </a:cubicBezTo>
                <a:cubicBezTo>
                  <a:pt x="511" y="25"/>
                  <a:pt x="509" y="25"/>
                  <a:pt x="507" y="24"/>
                </a:cubicBezTo>
                <a:cubicBezTo>
                  <a:pt x="507" y="24"/>
                  <a:pt x="507" y="24"/>
                  <a:pt x="507" y="24"/>
                </a:cubicBezTo>
                <a:cubicBezTo>
                  <a:pt x="504" y="23"/>
                  <a:pt x="502" y="22"/>
                  <a:pt x="499" y="21"/>
                </a:cubicBezTo>
                <a:cubicBezTo>
                  <a:pt x="498" y="21"/>
                  <a:pt x="498" y="21"/>
                  <a:pt x="498" y="21"/>
                </a:cubicBezTo>
                <a:cubicBezTo>
                  <a:pt x="498" y="21"/>
                  <a:pt x="498" y="21"/>
                  <a:pt x="498" y="21"/>
                </a:cubicBezTo>
                <a:cubicBezTo>
                  <a:pt x="498" y="21"/>
                  <a:pt x="499" y="21"/>
                  <a:pt x="499" y="21"/>
                </a:cubicBezTo>
                <a:cubicBezTo>
                  <a:pt x="499" y="21"/>
                  <a:pt x="498" y="21"/>
                  <a:pt x="497" y="21"/>
                </a:cubicBezTo>
                <a:cubicBezTo>
                  <a:pt x="498" y="21"/>
                  <a:pt x="499" y="21"/>
                  <a:pt x="500" y="22"/>
                </a:cubicBezTo>
                <a:cubicBezTo>
                  <a:pt x="500" y="22"/>
                  <a:pt x="500" y="22"/>
                  <a:pt x="500" y="22"/>
                </a:cubicBezTo>
                <a:cubicBezTo>
                  <a:pt x="499" y="22"/>
                  <a:pt x="499" y="22"/>
                  <a:pt x="499" y="22"/>
                </a:cubicBezTo>
                <a:cubicBezTo>
                  <a:pt x="499" y="21"/>
                  <a:pt x="498" y="21"/>
                  <a:pt x="498" y="21"/>
                </a:cubicBezTo>
                <a:cubicBezTo>
                  <a:pt x="497" y="21"/>
                  <a:pt x="496" y="20"/>
                  <a:pt x="494" y="20"/>
                </a:cubicBezTo>
                <a:cubicBezTo>
                  <a:pt x="494" y="20"/>
                  <a:pt x="494" y="20"/>
                  <a:pt x="494" y="20"/>
                </a:cubicBezTo>
                <a:cubicBezTo>
                  <a:pt x="494" y="20"/>
                  <a:pt x="493" y="20"/>
                  <a:pt x="489" y="18"/>
                </a:cubicBezTo>
                <a:cubicBezTo>
                  <a:pt x="489" y="18"/>
                  <a:pt x="488" y="18"/>
                  <a:pt x="487" y="17"/>
                </a:cubicBezTo>
                <a:cubicBezTo>
                  <a:pt x="486" y="18"/>
                  <a:pt x="486" y="18"/>
                  <a:pt x="486" y="18"/>
                </a:cubicBezTo>
                <a:cubicBezTo>
                  <a:pt x="497" y="21"/>
                  <a:pt x="497" y="21"/>
                  <a:pt x="499" y="22"/>
                </a:cubicBezTo>
                <a:cubicBezTo>
                  <a:pt x="498" y="22"/>
                  <a:pt x="498" y="22"/>
                  <a:pt x="498" y="22"/>
                </a:cubicBezTo>
                <a:cubicBezTo>
                  <a:pt x="498" y="22"/>
                  <a:pt x="499" y="23"/>
                  <a:pt x="500" y="23"/>
                </a:cubicBezTo>
                <a:cubicBezTo>
                  <a:pt x="500" y="23"/>
                  <a:pt x="500" y="23"/>
                  <a:pt x="500" y="23"/>
                </a:cubicBezTo>
                <a:cubicBezTo>
                  <a:pt x="500" y="23"/>
                  <a:pt x="500" y="23"/>
                  <a:pt x="500" y="23"/>
                </a:cubicBezTo>
                <a:cubicBezTo>
                  <a:pt x="500" y="23"/>
                  <a:pt x="500" y="23"/>
                  <a:pt x="500" y="23"/>
                </a:cubicBezTo>
                <a:cubicBezTo>
                  <a:pt x="500" y="23"/>
                  <a:pt x="500" y="23"/>
                  <a:pt x="500" y="23"/>
                </a:cubicBezTo>
                <a:cubicBezTo>
                  <a:pt x="500" y="23"/>
                  <a:pt x="500" y="23"/>
                  <a:pt x="500" y="23"/>
                </a:cubicBezTo>
                <a:cubicBezTo>
                  <a:pt x="500" y="23"/>
                  <a:pt x="500" y="23"/>
                  <a:pt x="500" y="23"/>
                </a:cubicBezTo>
                <a:cubicBezTo>
                  <a:pt x="501" y="24"/>
                  <a:pt x="501" y="24"/>
                  <a:pt x="502" y="24"/>
                </a:cubicBezTo>
                <a:cubicBezTo>
                  <a:pt x="502" y="24"/>
                  <a:pt x="503" y="24"/>
                  <a:pt x="503" y="25"/>
                </a:cubicBezTo>
                <a:cubicBezTo>
                  <a:pt x="503" y="24"/>
                  <a:pt x="503" y="24"/>
                  <a:pt x="500" y="24"/>
                </a:cubicBezTo>
                <a:cubicBezTo>
                  <a:pt x="499" y="24"/>
                  <a:pt x="499" y="24"/>
                  <a:pt x="499" y="24"/>
                </a:cubicBezTo>
                <a:cubicBezTo>
                  <a:pt x="498" y="23"/>
                  <a:pt x="498" y="23"/>
                  <a:pt x="498" y="23"/>
                </a:cubicBezTo>
                <a:cubicBezTo>
                  <a:pt x="500" y="24"/>
                  <a:pt x="501" y="25"/>
                  <a:pt x="502" y="25"/>
                </a:cubicBezTo>
                <a:cubicBezTo>
                  <a:pt x="502" y="25"/>
                  <a:pt x="502" y="25"/>
                  <a:pt x="502" y="25"/>
                </a:cubicBezTo>
                <a:cubicBezTo>
                  <a:pt x="503" y="26"/>
                  <a:pt x="504" y="26"/>
                  <a:pt x="504" y="27"/>
                </a:cubicBezTo>
                <a:cubicBezTo>
                  <a:pt x="504" y="27"/>
                  <a:pt x="504" y="27"/>
                  <a:pt x="504" y="27"/>
                </a:cubicBezTo>
                <a:cubicBezTo>
                  <a:pt x="506" y="29"/>
                  <a:pt x="506" y="29"/>
                  <a:pt x="515" y="34"/>
                </a:cubicBezTo>
                <a:cubicBezTo>
                  <a:pt x="516" y="34"/>
                  <a:pt x="516" y="34"/>
                  <a:pt x="517" y="34"/>
                </a:cubicBezTo>
                <a:cubicBezTo>
                  <a:pt x="517" y="35"/>
                  <a:pt x="517" y="35"/>
                  <a:pt x="517" y="35"/>
                </a:cubicBezTo>
                <a:cubicBezTo>
                  <a:pt x="517" y="35"/>
                  <a:pt x="517" y="35"/>
                  <a:pt x="517" y="35"/>
                </a:cubicBezTo>
                <a:cubicBezTo>
                  <a:pt x="517" y="35"/>
                  <a:pt x="517" y="35"/>
                  <a:pt x="517" y="35"/>
                </a:cubicBezTo>
                <a:cubicBezTo>
                  <a:pt x="516" y="35"/>
                  <a:pt x="516" y="35"/>
                  <a:pt x="515" y="35"/>
                </a:cubicBezTo>
                <a:cubicBezTo>
                  <a:pt x="515" y="36"/>
                  <a:pt x="515" y="36"/>
                  <a:pt x="514" y="36"/>
                </a:cubicBezTo>
                <a:cubicBezTo>
                  <a:pt x="515" y="36"/>
                  <a:pt x="515" y="36"/>
                  <a:pt x="515" y="36"/>
                </a:cubicBezTo>
                <a:cubicBezTo>
                  <a:pt x="515" y="37"/>
                  <a:pt x="515" y="37"/>
                  <a:pt x="515" y="37"/>
                </a:cubicBezTo>
                <a:cubicBezTo>
                  <a:pt x="515" y="37"/>
                  <a:pt x="515" y="37"/>
                  <a:pt x="514" y="37"/>
                </a:cubicBezTo>
                <a:cubicBezTo>
                  <a:pt x="515" y="37"/>
                  <a:pt x="524" y="42"/>
                  <a:pt x="525" y="43"/>
                </a:cubicBezTo>
                <a:cubicBezTo>
                  <a:pt x="526" y="43"/>
                  <a:pt x="526" y="43"/>
                  <a:pt x="526" y="43"/>
                </a:cubicBezTo>
                <a:cubicBezTo>
                  <a:pt x="526" y="43"/>
                  <a:pt x="527" y="43"/>
                  <a:pt x="530" y="44"/>
                </a:cubicBezTo>
                <a:cubicBezTo>
                  <a:pt x="530" y="45"/>
                  <a:pt x="531" y="45"/>
                  <a:pt x="531" y="45"/>
                </a:cubicBezTo>
                <a:cubicBezTo>
                  <a:pt x="532" y="46"/>
                  <a:pt x="532" y="46"/>
                  <a:pt x="532" y="46"/>
                </a:cubicBezTo>
                <a:cubicBezTo>
                  <a:pt x="531" y="46"/>
                  <a:pt x="531" y="46"/>
                  <a:pt x="524" y="43"/>
                </a:cubicBezTo>
                <a:cubicBezTo>
                  <a:pt x="524" y="43"/>
                  <a:pt x="523" y="43"/>
                  <a:pt x="523" y="43"/>
                </a:cubicBezTo>
                <a:cubicBezTo>
                  <a:pt x="522" y="43"/>
                  <a:pt x="521" y="42"/>
                  <a:pt x="520" y="42"/>
                </a:cubicBezTo>
                <a:cubicBezTo>
                  <a:pt x="519" y="41"/>
                  <a:pt x="519" y="41"/>
                  <a:pt x="519" y="41"/>
                </a:cubicBezTo>
                <a:cubicBezTo>
                  <a:pt x="519" y="42"/>
                  <a:pt x="519" y="42"/>
                  <a:pt x="519" y="42"/>
                </a:cubicBezTo>
                <a:cubicBezTo>
                  <a:pt x="520" y="43"/>
                  <a:pt x="520" y="43"/>
                  <a:pt x="520" y="43"/>
                </a:cubicBezTo>
                <a:cubicBezTo>
                  <a:pt x="522" y="43"/>
                  <a:pt x="522" y="43"/>
                  <a:pt x="524" y="45"/>
                </a:cubicBezTo>
                <a:cubicBezTo>
                  <a:pt x="524" y="45"/>
                  <a:pt x="524" y="45"/>
                  <a:pt x="522" y="44"/>
                </a:cubicBezTo>
                <a:cubicBezTo>
                  <a:pt x="521" y="44"/>
                  <a:pt x="521" y="44"/>
                  <a:pt x="521" y="44"/>
                </a:cubicBezTo>
                <a:cubicBezTo>
                  <a:pt x="523" y="46"/>
                  <a:pt x="525" y="47"/>
                  <a:pt x="526" y="47"/>
                </a:cubicBezTo>
                <a:cubicBezTo>
                  <a:pt x="526" y="47"/>
                  <a:pt x="526" y="47"/>
                  <a:pt x="526" y="47"/>
                </a:cubicBezTo>
                <a:cubicBezTo>
                  <a:pt x="526" y="47"/>
                  <a:pt x="526" y="47"/>
                  <a:pt x="526" y="47"/>
                </a:cubicBezTo>
                <a:cubicBezTo>
                  <a:pt x="526" y="47"/>
                  <a:pt x="526" y="47"/>
                  <a:pt x="526" y="47"/>
                </a:cubicBezTo>
                <a:cubicBezTo>
                  <a:pt x="526" y="47"/>
                  <a:pt x="526" y="47"/>
                  <a:pt x="526" y="47"/>
                </a:cubicBezTo>
                <a:cubicBezTo>
                  <a:pt x="527" y="47"/>
                  <a:pt x="527" y="47"/>
                  <a:pt x="527" y="47"/>
                </a:cubicBezTo>
                <a:cubicBezTo>
                  <a:pt x="527" y="47"/>
                  <a:pt x="527" y="47"/>
                  <a:pt x="527" y="47"/>
                </a:cubicBezTo>
                <a:cubicBezTo>
                  <a:pt x="527" y="47"/>
                  <a:pt x="527" y="47"/>
                  <a:pt x="527" y="47"/>
                </a:cubicBezTo>
                <a:cubicBezTo>
                  <a:pt x="527" y="47"/>
                  <a:pt x="527" y="47"/>
                  <a:pt x="527" y="47"/>
                </a:cubicBezTo>
                <a:cubicBezTo>
                  <a:pt x="530" y="48"/>
                  <a:pt x="533" y="50"/>
                  <a:pt x="533" y="50"/>
                </a:cubicBezTo>
                <a:cubicBezTo>
                  <a:pt x="530" y="48"/>
                  <a:pt x="526" y="48"/>
                  <a:pt x="523" y="46"/>
                </a:cubicBezTo>
                <a:cubicBezTo>
                  <a:pt x="522" y="46"/>
                  <a:pt x="521" y="45"/>
                  <a:pt x="521" y="45"/>
                </a:cubicBezTo>
                <a:cubicBezTo>
                  <a:pt x="515" y="41"/>
                  <a:pt x="515" y="41"/>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2" y="40"/>
                  <a:pt x="512" y="40"/>
                  <a:pt x="512" y="40"/>
                </a:cubicBezTo>
                <a:cubicBezTo>
                  <a:pt x="517" y="43"/>
                  <a:pt x="517" y="43"/>
                  <a:pt x="517" y="43"/>
                </a:cubicBezTo>
                <a:cubicBezTo>
                  <a:pt x="518" y="44"/>
                  <a:pt x="518" y="44"/>
                  <a:pt x="519" y="44"/>
                </a:cubicBezTo>
                <a:cubicBezTo>
                  <a:pt x="518" y="44"/>
                  <a:pt x="518" y="44"/>
                  <a:pt x="518" y="44"/>
                </a:cubicBezTo>
                <a:cubicBezTo>
                  <a:pt x="519" y="46"/>
                  <a:pt x="521" y="47"/>
                  <a:pt x="521" y="47"/>
                </a:cubicBezTo>
                <a:cubicBezTo>
                  <a:pt x="521" y="48"/>
                  <a:pt x="521" y="48"/>
                  <a:pt x="521" y="48"/>
                </a:cubicBezTo>
                <a:cubicBezTo>
                  <a:pt x="530" y="53"/>
                  <a:pt x="530" y="53"/>
                  <a:pt x="532" y="54"/>
                </a:cubicBezTo>
                <a:cubicBezTo>
                  <a:pt x="532" y="55"/>
                  <a:pt x="532" y="55"/>
                  <a:pt x="532" y="55"/>
                </a:cubicBezTo>
                <a:cubicBezTo>
                  <a:pt x="534" y="56"/>
                  <a:pt x="537" y="58"/>
                  <a:pt x="539" y="60"/>
                </a:cubicBezTo>
                <a:cubicBezTo>
                  <a:pt x="540" y="60"/>
                  <a:pt x="541" y="60"/>
                  <a:pt x="541" y="60"/>
                </a:cubicBezTo>
                <a:cubicBezTo>
                  <a:pt x="541" y="59"/>
                  <a:pt x="540" y="59"/>
                  <a:pt x="540" y="58"/>
                </a:cubicBezTo>
                <a:cubicBezTo>
                  <a:pt x="540" y="58"/>
                  <a:pt x="540" y="58"/>
                  <a:pt x="540" y="58"/>
                </a:cubicBezTo>
                <a:cubicBezTo>
                  <a:pt x="546" y="60"/>
                  <a:pt x="550" y="65"/>
                  <a:pt x="556" y="67"/>
                </a:cubicBezTo>
                <a:cubicBezTo>
                  <a:pt x="557" y="68"/>
                  <a:pt x="558" y="68"/>
                  <a:pt x="559" y="69"/>
                </a:cubicBezTo>
                <a:cubicBezTo>
                  <a:pt x="558" y="70"/>
                  <a:pt x="558" y="70"/>
                  <a:pt x="558" y="70"/>
                </a:cubicBezTo>
                <a:cubicBezTo>
                  <a:pt x="555" y="68"/>
                  <a:pt x="555" y="68"/>
                  <a:pt x="553" y="67"/>
                </a:cubicBezTo>
                <a:cubicBezTo>
                  <a:pt x="553" y="66"/>
                  <a:pt x="553" y="66"/>
                  <a:pt x="552" y="66"/>
                </a:cubicBezTo>
                <a:cubicBezTo>
                  <a:pt x="552" y="66"/>
                  <a:pt x="546" y="61"/>
                  <a:pt x="544" y="62"/>
                </a:cubicBezTo>
                <a:cubicBezTo>
                  <a:pt x="543" y="62"/>
                  <a:pt x="543" y="62"/>
                  <a:pt x="543" y="62"/>
                </a:cubicBezTo>
                <a:cubicBezTo>
                  <a:pt x="544" y="64"/>
                  <a:pt x="554" y="73"/>
                  <a:pt x="554" y="73"/>
                </a:cubicBezTo>
                <a:cubicBezTo>
                  <a:pt x="553" y="73"/>
                  <a:pt x="553" y="73"/>
                  <a:pt x="553" y="73"/>
                </a:cubicBezTo>
                <a:cubicBezTo>
                  <a:pt x="553" y="73"/>
                  <a:pt x="553" y="74"/>
                  <a:pt x="553" y="75"/>
                </a:cubicBezTo>
                <a:cubicBezTo>
                  <a:pt x="553" y="75"/>
                  <a:pt x="554" y="76"/>
                  <a:pt x="554" y="76"/>
                </a:cubicBezTo>
                <a:cubicBezTo>
                  <a:pt x="554" y="76"/>
                  <a:pt x="554" y="76"/>
                  <a:pt x="554" y="76"/>
                </a:cubicBezTo>
                <a:cubicBezTo>
                  <a:pt x="553" y="76"/>
                  <a:pt x="553" y="76"/>
                  <a:pt x="551" y="76"/>
                </a:cubicBezTo>
                <a:cubicBezTo>
                  <a:pt x="550" y="75"/>
                  <a:pt x="549" y="75"/>
                  <a:pt x="548" y="75"/>
                </a:cubicBezTo>
                <a:cubicBezTo>
                  <a:pt x="547" y="75"/>
                  <a:pt x="547" y="75"/>
                  <a:pt x="547" y="75"/>
                </a:cubicBezTo>
                <a:cubicBezTo>
                  <a:pt x="547" y="74"/>
                  <a:pt x="546" y="74"/>
                  <a:pt x="546" y="73"/>
                </a:cubicBezTo>
                <a:cubicBezTo>
                  <a:pt x="547" y="73"/>
                  <a:pt x="548" y="74"/>
                  <a:pt x="550" y="74"/>
                </a:cubicBezTo>
                <a:cubicBezTo>
                  <a:pt x="550" y="73"/>
                  <a:pt x="550" y="72"/>
                  <a:pt x="547" y="68"/>
                </a:cubicBezTo>
                <a:cubicBezTo>
                  <a:pt x="547" y="68"/>
                  <a:pt x="547" y="68"/>
                  <a:pt x="533" y="57"/>
                </a:cubicBezTo>
                <a:cubicBezTo>
                  <a:pt x="532" y="56"/>
                  <a:pt x="532" y="56"/>
                  <a:pt x="531" y="56"/>
                </a:cubicBezTo>
                <a:cubicBezTo>
                  <a:pt x="527" y="52"/>
                  <a:pt x="527" y="52"/>
                  <a:pt x="520" y="48"/>
                </a:cubicBezTo>
                <a:cubicBezTo>
                  <a:pt x="518" y="47"/>
                  <a:pt x="516" y="45"/>
                  <a:pt x="515" y="44"/>
                </a:cubicBezTo>
                <a:cubicBezTo>
                  <a:pt x="515" y="44"/>
                  <a:pt x="515" y="44"/>
                  <a:pt x="516" y="44"/>
                </a:cubicBezTo>
                <a:cubicBezTo>
                  <a:pt x="510" y="41"/>
                  <a:pt x="510" y="41"/>
                  <a:pt x="510" y="41"/>
                </a:cubicBezTo>
                <a:cubicBezTo>
                  <a:pt x="509" y="41"/>
                  <a:pt x="508" y="40"/>
                  <a:pt x="507" y="40"/>
                </a:cubicBezTo>
                <a:cubicBezTo>
                  <a:pt x="506" y="40"/>
                  <a:pt x="506" y="40"/>
                  <a:pt x="506" y="40"/>
                </a:cubicBezTo>
                <a:cubicBezTo>
                  <a:pt x="505" y="40"/>
                  <a:pt x="505" y="40"/>
                  <a:pt x="505" y="40"/>
                </a:cubicBezTo>
                <a:cubicBezTo>
                  <a:pt x="506" y="41"/>
                  <a:pt x="506" y="41"/>
                  <a:pt x="506" y="41"/>
                </a:cubicBezTo>
                <a:cubicBezTo>
                  <a:pt x="505" y="41"/>
                  <a:pt x="505" y="41"/>
                  <a:pt x="505" y="41"/>
                </a:cubicBezTo>
                <a:cubicBezTo>
                  <a:pt x="506" y="43"/>
                  <a:pt x="513" y="48"/>
                  <a:pt x="513" y="48"/>
                </a:cubicBezTo>
                <a:cubicBezTo>
                  <a:pt x="512" y="48"/>
                  <a:pt x="512" y="48"/>
                  <a:pt x="512" y="48"/>
                </a:cubicBezTo>
                <a:cubicBezTo>
                  <a:pt x="512" y="49"/>
                  <a:pt x="512" y="49"/>
                  <a:pt x="512" y="49"/>
                </a:cubicBezTo>
                <a:cubicBezTo>
                  <a:pt x="513" y="50"/>
                  <a:pt x="513" y="50"/>
                  <a:pt x="513" y="50"/>
                </a:cubicBezTo>
                <a:cubicBezTo>
                  <a:pt x="514" y="50"/>
                  <a:pt x="514" y="50"/>
                  <a:pt x="514" y="50"/>
                </a:cubicBezTo>
                <a:cubicBezTo>
                  <a:pt x="514" y="51"/>
                  <a:pt x="515" y="51"/>
                  <a:pt x="515" y="51"/>
                </a:cubicBezTo>
                <a:cubicBezTo>
                  <a:pt x="516" y="51"/>
                  <a:pt x="519" y="53"/>
                  <a:pt x="520" y="54"/>
                </a:cubicBezTo>
                <a:cubicBezTo>
                  <a:pt x="521" y="56"/>
                  <a:pt x="523" y="57"/>
                  <a:pt x="530" y="60"/>
                </a:cubicBezTo>
                <a:cubicBezTo>
                  <a:pt x="532" y="62"/>
                  <a:pt x="532" y="62"/>
                  <a:pt x="535" y="65"/>
                </a:cubicBezTo>
                <a:cubicBezTo>
                  <a:pt x="535" y="65"/>
                  <a:pt x="534" y="65"/>
                  <a:pt x="534" y="65"/>
                </a:cubicBezTo>
                <a:cubicBezTo>
                  <a:pt x="533" y="65"/>
                  <a:pt x="533" y="65"/>
                  <a:pt x="516" y="57"/>
                </a:cubicBezTo>
                <a:cubicBezTo>
                  <a:pt x="515" y="57"/>
                  <a:pt x="515" y="57"/>
                  <a:pt x="514" y="57"/>
                </a:cubicBezTo>
                <a:cubicBezTo>
                  <a:pt x="513" y="57"/>
                  <a:pt x="512" y="56"/>
                  <a:pt x="511" y="56"/>
                </a:cubicBezTo>
                <a:cubicBezTo>
                  <a:pt x="510" y="56"/>
                  <a:pt x="510" y="56"/>
                  <a:pt x="509" y="56"/>
                </a:cubicBezTo>
                <a:cubicBezTo>
                  <a:pt x="507" y="55"/>
                  <a:pt x="505" y="54"/>
                  <a:pt x="503" y="53"/>
                </a:cubicBezTo>
                <a:cubicBezTo>
                  <a:pt x="502" y="53"/>
                  <a:pt x="502" y="52"/>
                  <a:pt x="501" y="52"/>
                </a:cubicBezTo>
                <a:cubicBezTo>
                  <a:pt x="500" y="52"/>
                  <a:pt x="500" y="52"/>
                  <a:pt x="500" y="52"/>
                </a:cubicBezTo>
                <a:cubicBezTo>
                  <a:pt x="500" y="53"/>
                  <a:pt x="500" y="53"/>
                  <a:pt x="500" y="53"/>
                </a:cubicBezTo>
                <a:cubicBezTo>
                  <a:pt x="504" y="57"/>
                  <a:pt x="511" y="56"/>
                  <a:pt x="514" y="62"/>
                </a:cubicBezTo>
                <a:cubicBezTo>
                  <a:pt x="514" y="62"/>
                  <a:pt x="514" y="62"/>
                  <a:pt x="514" y="62"/>
                </a:cubicBezTo>
                <a:cubicBezTo>
                  <a:pt x="514" y="63"/>
                  <a:pt x="514" y="64"/>
                  <a:pt x="514" y="65"/>
                </a:cubicBezTo>
                <a:cubicBezTo>
                  <a:pt x="514" y="65"/>
                  <a:pt x="514" y="65"/>
                  <a:pt x="514" y="65"/>
                </a:cubicBezTo>
                <a:cubicBezTo>
                  <a:pt x="510" y="61"/>
                  <a:pt x="510" y="61"/>
                  <a:pt x="510" y="61"/>
                </a:cubicBezTo>
                <a:cubicBezTo>
                  <a:pt x="509" y="61"/>
                  <a:pt x="509" y="61"/>
                  <a:pt x="509" y="61"/>
                </a:cubicBezTo>
                <a:cubicBezTo>
                  <a:pt x="509" y="61"/>
                  <a:pt x="509" y="61"/>
                  <a:pt x="509" y="61"/>
                </a:cubicBezTo>
                <a:cubicBezTo>
                  <a:pt x="509" y="62"/>
                  <a:pt x="509" y="62"/>
                  <a:pt x="509" y="62"/>
                </a:cubicBezTo>
                <a:cubicBezTo>
                  <a:pt x="508" y="63"/>
                  <a:pt x="508" y="63"/>
                  <a:pt x="508" y="63"/>
                </a:cubicBezTo>
                <a:cubicBezTo>
                  <a:pt x="508" y="63"/>
                  <a:pt x="508" y="63"/>
                  <a:pt x="508" y="63"/>
                </a:cubicBezTo>
                <a:cubicBezTo>
                  <a:pt x="507" y="62"/>
                  <a:pt x="507" y="62"/>
                  <a:pt x="507" y="62"/>
                </a:cubicBezTo>
                <a:cubicBezTo>
                  <a:pt x="522" y="79"/>
                  <a:pt x="537" y="99"/>
                  <a:pt x="550" y="121"/>
                </a:cubicBezTo>
                <a:cubicBezTo>
                  <a:pt x="614" y="121"/>
                  <a:pt x="649" y="120"/>
                  <a:pt x="646" y="118"/>
                </a:cubicBezTo>
                <a:cubicBezTo>
                  <a:pt x="644" y="116"/>
                  <a:pt x="644" y="116"/>
                  <a:pt x="644" y="116"/>
                </a:cubicBezTo>
                <a:cubicBezTo>
                  <a:pt x="617" y="89"/>
                  <a:pt x="617" y="89"/>
                  <a:pt x="602" y="77"/>
                </a:cubicBezTo>
                <a:cubicBezTo>
                  <a:pt x="573" y="57"/>
                  <a:pt x="569" y="54"/>
                  <a:pt x="554" y="46"/>
                </a:cubicBezTo>
                <a:moveTo>
                  <a:pt x="624" y="357"/>
                </a:moveTo>
                <a:cubicBezTo>
                  <a:pt x="624" y="357"/>
                  <a:pt x="624" y="357"/>
                  <a:pt x="624" y="357"/>
                </a:cubicBezTo>
                <a:cubicBezTo>
                  <a:pt x="624" y="356"/>
                  <a:pt x="624" y="354"/>
                  <a:pt x="623" y="354"/>
                </a:cubicBezTo>
                <a:cubicBezTo>
                  <a:pt x="623" y="353"/>
                  <a:pt x="622" y="353"/>
                  <a:pt x="621" y="353"/>
                </a:cubicBezTo>
                <a:cubicBezTo>
                  <a:pt x="620" y="352"/>
                  <a:pt x="620" y="352"/>
                  <a:pt x="620" y="352"/>
                </a:cubicBezTo>
                <a:cubicBezTo>
                  <a:pt x="619" y="351"/>
                  <a:pt x="620" y="349"/>
                  <a:pt x="619" y="348"/>
                </a:cubicBezTo>
                <a:cubicBezTo>
                  <a:pt x="618" y="346"/>
                  <a:pt x="616" y="345"/>
                  <a:pt x="615" y="345"/>
                </a:cubicBezTo>
                <a:cubicBezTo>
                  <a:pt x="613" y="345"/>
                  <a:pt x="615" y="341"/>
                  <a:pt x="614" y="340"/>
                </a:cubicBezTo>
                <a:cubicBezTo>
                  <a:pt x="612" y="338"/>
                  <a:pt x="612" y="338"/>
                  <a:pt x="612" y="338"/>
                </a:cubicBezTo>
                <a:cubicBezTo>
                  <a:pt x="612" y="338"/>
                  <a:pt x="611" y="338"/>
                  <a:pt x="610" y="338"/>
                </a:cubicBezTo>
                <a:cubicBezTo>
                  <a:pt x="611" y="341"/>
                  <a:pt x="611" y="341"/>
                  <a:pt x="610" y="342"/>
                </a:cubicBezTo>
                <a:cubicBezTo>
                  <a:pt x="610" y="354"/>
                  <a:pt x="611" y="365"/>
                  <a:pt x="610" y="376"/>
                </a:cubicBezTo>
                <a:cubicBezTo>
                  <a:pt x="611" y="376"/>
                  <a:pt x="611" y="376"/>
                  <a:pt x="611" y="376"/>
                </a:cubicBezTo>
                <a:cubicBezTo>
                  <a:pt x="612" y="376"/>
                  <a:pt x="612" y="376"/>
                  <a:pt x="612" y="376"/>
                </a:cubicBezTo>
                <a:cubicBezTo>
                  <a:pt x="613" y="376"/>
                  <a:pt x="613" y="376"/>
                  <a:pt x="613" y="376"/>
                </a:cubicBezTo>
                <a:cubicBezTo>
                  <a:pt x="614" y="375"/>
                  <a:pt x="614" y="374"/>
                  <a:pt x="614" y="374"/>
                </a:cubicBezTo>
                <a:cubicBezTo>
                  <a:pt x="614" y="373"/>
                  <a:pt x="614" y="373"/>
                  <a:pt x="614" y="372"/>
                </a:cubicBezTo>
                <a:cubicBezTo>
                  <a:pt x="614" y="372"/>
                  <a:pt x="614" y="372"/>
                  <a:pt x="614" y="372"/>
                </a:cubicBezTo>
                <a:cubicBezTo>
                  <a:pt x="614" y="370"/>
                  <a:pt x="616" y="368"/>
                  <a:pt x="617" y="368"/>
                </a:cubicBezTo>
                <a:cubicBezTo>
                  <a:pt x="618" y="368"/>
                  <a:pt x="618" y="368"/>
                  <a:pt x="618" y="368"/>
                </a:cubicBezTo>
                <a:cubicBezTo>
                  <a:pt x="618" y="368"/>
                  <a:pt x="618" y="369"/>
                  <a:pt x="619" y="369"/>
                </a:cubicBezTo>
                <a:cubicBezTo>
                  <a:pt x="620" y="366"/>
                  <a:pt x="619" y="362"/>
                  <a:pt x="620" y="359"/>
                </a:cubicBezTo>
                <a:cubicBezTo>
                  <a:pt x="620" y="358"/>
                  <a:pt x="620" y="358"/>
                  <a:pt x="622" y="358"/>
                </a:cubicBezTo>
                <a:cubicBezTo>
                  <a:pt x="622" y="358"/>
                  <a:pt x="623" y="358"/>
                  <a:pt x="624" y="357"/>
                </a:cubicBezTo>
                <a:moveTo>
                  <a:pt x="743" y="321"/>
                </a:moveTo>
                <a:cubicBezTo>
                  <a:pt x="741" y="310"/>
                  <a:pt x="738" y="295"/>
                  <a:pt x="736" y="284"/>
                </a:cubicBezTo>
                <a:cubicBezTo>
                  <a:pt x="736" y="287"/>
                  <a:pt x="690" y="289"/>
                  <a:pt x="605" y="288"/>
                </a:cubicBezTo>
                <a:cubicBezTo>
                  <a:pt x="607" y="300"/>
                  <a:pt x="608" y="313"/>
                  <a:pt x="609" y="325"/>
                </a:cubicBezTo>
                <a:cubicBezTo>
                  <a:pt x="610" y="327"/>
                  <a:pt x="610" y="330"/>
                  <a:pt x="612" y="331"/>
                </a:cubicBezTo>
                <a:cubicBezTo>
                  <a:pt x="614" y="331"/>
                  <a:pt x="616" y="331"/>
                  <a:pt x="618" y="331"/>
                </a:cubicBezTo>
                <a:cubicBezTo>
                  <a:pt x="621" y="330"/>
                  <a:pt x="621" y="334"/>
                  <a:pt x="623" y="334"/>
                </a:cubicBezTo>
                <a:cubicBezTo>
                  <a:pt x="625" y="334"/>
                  <a:pt x="627" y="334"/>
                  <a:pt x="628" y="334"/>
                </a:cubicBezTo>
                <a:cubicBezTo>
                  <a:pt x="629" y="335"/>
                  <a:pt x="629" y="335"/>
                  <a:pt x="630" y="335"/>
                </a:cubicBezTo>
                <a:cubicBezTo>
                  <a:pt x="637" y="335"/>
                  <a:pt x="637" y="335"/>
                  <a:pt x="637" y="335"/>
                </a:cubicBezTo>
                <a:cubicBezTo>
                  <a:pt x="643" y="334"/>
                  <a:pt x="643" y="334"/>
                  <a:pt x="643" y="334"/>
                </a:cubicBezTo>
                <a:cubicBezTo>
                  <a:pt x="644" y="334"/>
                  <a:pt x="646" y="334"/>
                  <a:pt x="647" y="334"/>
                </a:cubicBezTo>
                <a:cubicBezTo>
                  <a:pt x="648" y="334"/>
                  <a:pt x="655" y="341"/>
                  <a:pt x="656" y="346"/>
                </a:cubicBezTo>
                <a:cubicBezTo>
                  <a:pt x="656" y="346"/>
                  <a:pt x="656" y="346"/>
                  <a:pt x="657" y="346"/>
                </a:cubicBezTo>
                <a:cubicBezTo>
                  <a:pt x="657" y="347"/>
                  <a:pt x="657" y="347"/>
                  <a:pt x="658" y="349"/>
                </a:cubicBezTo>
                <a:cubicBezTo>
                  <a:pt x="659" y="349"/>
                  <a:pt x="659" y="349"/>
                  <a:pt x="660" y="349"/>
                </a:cubicBezTo>
                <a:cubicBezTo>
                  <a:pt x="661" y="349"/>
                  <a:pt x="661" y="349"/>
                  <a:pt x="664" y="351"/>
                </a:cubicBezTo>
                <a:cubicBezTo>
                  <a:pt x="657" y="352"/>
                  <a:pt x="661" y="356"/>
                  <a:pt x="661" y="356"/>
                </a:cubicBezTo>
                <a:cubicBezTo>
                  <a:pt x="664" y="358"/>
                  <a:pt x="663" y="363"/>
                  <a:pt x="668" y="363"/>
                </a:cubicBezTo>
                <a:cubicBezTo>
                  <a:pt x="670" y="360"/>
                  <a:pt x="670" y="360"/>
                  <a:pt x="671" y="360"/>
                </a:cubicBezTo>
                <a:cubicBezTo>
                  <a:pt x="671" y="359"/>
                  <a:pt x="671" y="358"/>
                  <a:pt x="672" y="358"/>
                </a:cubicBezTo>
                <a:cubicBezTo>
                  <a:pt x="672" y="358"/>
                  <a:pt x="672" y="357"/>
                  <a:pt x="673" y="357"/>
                </a:cubicBezTo>
                <a:cubicBezTo>
                  <a:pt x="676" y="360"/>
                  <a:pt x="676" y="371"/>
                  <a:pt x="676" y="372"/>
                </a:cubicBezTo>
                <a:cubicBezTo>
                  <a:pt x="676" y="373"/>
                  <a:pt x="676" y="374"/>
                  <a:pt x="676" y="375"/>
                </a:cubicBezTo>
                <a:cubicBezTo>
                  <a:pt x="674" y="389"/>
                  <a:pt x="682" y="401"/>
                  <a:pt x="681" y="415"/>
                </a:cubicBezTo>
                <a:cubicBezTo>
                  <a:pt x="681" y="416"/>
                  <a:pt x="681" y="416"/>
                  <a:pt x="681" y="416"/>
                </a:cubicBezTo>
                <a:cubicBezTo>
                  <a:pt x="680" y="424"/>
                  <a:pt x="683" y="431"/>
                  <a:pt x="683" y="439"/>
                </a:cubicBezTo>
                <a:cubicBezTo>
                  <a:pt x="684" y="439"/>
                  <a:pt x="684" y="440"/>
                  <a:pt x="684" y="441"/>
                </a:cubicBezTo>
                <a:cubicBezTo>
                  <a:pt x="684" y="441"/>
                  <a:pt x="685" y="441"/>
                  <a:pt x="685" y="441"/>
                </a:cubicBezTo>
                <a:cubicBezTo>
                  <a:pt x="690" y="437"/>
                  <a:pt x="690" y="437"/>
                  <a:pt x="696" y="409"/>
                </a:cubicBezTo>
                <a:cubicBezTo>
                  <a:pt x="696" y="407"/>
                  <a:pt x="697" y="405"/>
                  <a:pt x="697" y="402"/>
                </a:cubicBezTo>
                <a:cubicBezTo>
                  <a:pt x="697" y="395"/>
                  <a:pt x="697" y="395"/>
                  <a:pt x="698" y="394"/>
                </a:cubicBezTo>
                <a:cubicBezTo>
                  <a:pt x="705" y="394"/>
                  <a:pt x="710" y="372"/>
                  <a:pt x="710" y="371"/>
                </a:cubicBezTo>
                <a:cubicBezTo>
                  <a:pt x="710" y="371"/>
                  <a:pt x="710" y="371"/>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3" y="367"/>
                  <a:pt x="713" y="367"/>
                  <a:pt x="713" y="367"/>
                </a:cubicBezTo>
                <a:cubicBezTo>
                  <a:pt x="714" y="367"/>
                  <a:pt x="714" y="367"/>
                  <a:pt x="714" y="367"/>
                </a:cubicBezTo>
                <a:cubicBezTo>
                  <a:pt x="715" y="366"/>
                  <a:pt x="715" y="366"/>
                  <a:pt x="715" y="358"/>
                </a:cubicBezTo>
                <a:cubicBezTo>
                  <a:pt x="716" y="357"/>
                  <a:pt x="716" y="357"/>
                  <a:pt x="717" y="357"/>
                </a:cubicBezTo>
                <a:cubicBezTo>
                  <a:pt x="718" y="358"/>
                  <a:pt x="718" y="358"/>
                  <a:pt x="718" y="358"/>
                </a:cubicBezTo>
                <a:cubicBezTo>
                  <a:pt x="718" y="358"/>
                  <a:pt x="718" y="358"/>
                  <a:pt x="718" y="358"/>
                </a:cubicBezTo>
                <a:cubicBezTo>
                  <a:pt x="719" y="357"/>
                  <a:pt x="720" y="355"/>
                  <a:pt x="721" y="354"/>
                </a:cubicBezTo>
                <a:cubicBezTo>
                  <a:pt x="721" y="353"/>
                  <a:pt x="722" y="353"/>
                  <a:pt x="723" y="353"/>
                </a:cubicBezTo>
                <a:cubicBezTo>
                  <a:pt x="723" y="352"/>
                  <a:pt x="723" y="351"/>
                  <a:pt x="723" y="350"/>
                </a:cubicBezTo>
                <a:cubicBezTo>
                  <a:pt x="724" y="350"/>
                  <a:pt x="724" y="350"/>
                  <a:pt x="724" y="350"/>
                </a:cubicBezTo>
                <a:cubicBezTo>
                  <a:pt x="725" y="353"/>
                  <a:pt x="726" y="358"/>
                  <a:pt x="727" y="365"/>
                </a:cubicBezTo>
                <a:cubicBezTo>
                  <a:pt x="728" y="369"/>
                  <a:pt x="728" y="369"/>
                  <a:pt x="728" y="370"/>
                </a:cubicBezTo>
                <a:cubicBezTo>
                  <a:pt x="728" y="371"/>
                  <a:pt x="728" y="371"/>
                  <a:pt x="728" y="372"/>
                </a:cubicBezTo>
                <a:cubicBezTo>
                  <a:pt x="728" y="373"/>
                  <a:pt x="728" y="373"/>
                  <a:pt x="728" y="375"/>
                </a:cubicBezTo>
                <a:cubicBezTo>
                  <a:pt x="728" y="376"/>
                  <a:pt x="728" y="376"/>
                  <a:pt x="728" y="376"/>
                </a:cubicBezTo>
                <a:cubicBezTo>
                  <a:pt x="729" y="376"/>
                  <a:pt x="729" y="376"/>
                  <a:pt x="729" y="376"/>
                </a:cubicBezTo>
                <a:cubicBezTo>
                  <a:pt x="732" y="381"/>
                  <a:pt x="727" y="387"/>
                  <a:pt x="730" y="392"/>
                </a:cubicBezTo>
                <a:cubicBezTo>
                  <a:pt x="731" y="392"/>
                  <a:pt x="731" y="392"/>
                  <a:pt x="731" y="392"/>
                </a:cubicBezTo>
                <a:cubicBezTo>
                  <a:pt x="731" y="391"/>
                  <a:pt x="732" y="391"/>
                  <a:pt x="733" y="389"/>
                </a:cubicBezTo>
                <a:cubicBezTo>
                  <a:pt x="733" y="389"/>
                  <a:pt x="733" y="388"/>
                  <a:pt x="733" y="388"/>
                </a:cubicBezTo>
                <a:cubicBezTo>
                  <a:pt x="733" y="387"/>
                  <a:pt x="733" y="387"/>
                  <a:pt x="733" y="387"/>
                </a:cubicBezTo>
                <a:cubicBezTo>
                  <a:pt x="733" y="386"/>
                  <a:pt x="733" y="386"/>
                  <a:pt x="733" y="385"/>
                </a:cubicBezTo>
                <a:cubicBezTo>
                  <a:pt x="737" y="389"/>
                  <a:pt x="735" y="403"/>
                  <a:pt x="731" y="428"/>
                </a:cubicBezTo>
                <a:cubicBezTo>
                  <a:pt x="731" y="429"/>
                  <a:pt x="731" y="430"/>
                  <a:pt x="731" y="430"/>
                </a:cubicBezTo>
                <a:cubicBezTo>
                  <a:pt x="730" y="436"/>
                  <a:pt x="731" y="442"/>
                  <a:pt x="730" y="448"/>
                </a:cubicBezTo>
                <a:cubicBezTo>
                  <a:pt x="730" y="449"/>
                  <a:pt x="730" y="449"/>
                  <a:pt x="730" y="449"/>
                </a:cubicBezTo>
                <a:cubicBezTo>
                  <a:pt x="729" y="453"/>
                  <a:pt x="729" y="456"/>
                  <a:pt x="729" y="459"/>
                </a:cubicBezTo>
                <a:cubicBezTo>
                  <a:pt x="728" y="462"/>
                  <a:pt x="728" y="464"/>
                  <a:pt x="727" y="467"/>
                </a:cubicBezTo>
                <a:cubicBezTo>
                  <a:pt x="726" y="470"/>
                  <a:pt x="725" y="476"/>
                  <a:pt x="726" y="480"/>
                </a:cubicBezTo>
                <a:cubicBezTo>
                  <a:pt x="726" y="480"/>
                  <a:pt x="726" y="480"/>
                  <a:pt x="726" y="480"/>
                </a:cubicBezTo>
                <a:cubicBezTo>
                  <a:pt x="727" y="478"/>
                  <a:pt x="727" y="476"/>
                  <a:pt x="727" y="476"/>
                </a:cubicBezTo>
                <a:cubicBezTo>
                  <a:pt x="728" y="473"/>
                  <a:pt x="731" y="459"/>
                  <a:pt x="731" y="459"/>
                </a:cubicBezTo>
                <a:cubicBezTo>
                  <a:pt x="731" y="458"/>
                  <a:pt x="731" y="458"/>
                  <a:pt x="731" y="458"/>
                </a:cubicBezTo>
                <a:cubicBezTo>
                  <a:pt x="731" y="457"/>
                  <a:pt x="731" y="457"/>
                  <a:pt x="732" y="457"/>
                </a:cubicBezTo>
                <a:cubicBezTo>
                  <a:pt x="732" y="456"/>
                  <a:pt x="732" y="456"/>
                  <a:pt x="732" y="455"/>
                </a:cubicBezTo>
                <a:cubicBezTo>
                  <a:pt x="732" y="455"/>
                  <a:pt x="732" y="454"/>
                  <a:pt x="732" y="454"/>
                </a:cubicBezTo>
                <a:cubicBezTo>
                  <a:pt x="732" y="453"/>
                  <a:pt x="733" y="452"/>
                  <a:pt x="733" y="451"/>
                </a:cubicBezTo>
                <a:cubicBezTo>
                  <a:pt x="732" y="450"/>
                  <a:pt x="732" y="438"/>
                  <a:pt x="733" y="434"/>
                </a:cubicBezTo>
                <a:cubicBezTo>
                  <a:pt x="733" y="433"/>
                  <a:pt x="733" y="433"/>
                  <a:pt x="733" y="432"/>
                </a:cubicBezTo>
                <a:cubicBezTo>
                  <a:pt x="733" y="431"/>
                  <a:pt x="733" y="431"/>
                  <a:pt x="733" y="430"/>
                </a:cubicBezTo>
                <a:cubicBezTo>
                  <a:pt x="733" y="428"/>
                  <a:pt x="733" y="426"/>
                  <a:pt x="733" y="424"/>
                </a:cubicBezTo>
                <a:cubicBezTo>
                  <a:pt x="734" y="421"/>
                  <a:pt x="737" y="408"/>
                  <a:pt x="737" y="407"/>
                </a:cubicBezTo>
                <a:cubicBezTo>
                  <a:pt x="738" y="410"/>
                  <a:pt x="737" y="412"/>
                  <a:pt x="737" y="414"/>
                </a:cubicBezTo>
                <a:cubicBezTo>
                  <a:pt x="738" y="414"/>
                  <a:pt x="738" y="414"/>
                  <a:pt x="738" y="414"/>
                </a:cubicBezTo>
                <a:cubicBezTo>
                  <a:pt x="738" y="413"/>
                  <a:pt x="738" y="413"/>
                  <a:pt x="738" y="413"/>
                </a:cubicBezTo>
                <a:cubicBezTo>
                  <a:pt x="739" y="417"/>
                  <a:pt x="739" y="417"/>
                  <a:pt x="737" y="440"/>
                </a:cubicBezTo>
                <a:cubicBezTo>
                  <a:pt x="742" y="419"/>
                  <a:pt x="742" y="419"/>
                  <a:pt x="743" y="409"/>
                </a:cubicBezTo>
                <a:cubicBezTo>
                  <a:pt x="743" y="407"/>
                  <a:pt x="744" y="406"/>
                  <a:pt x="744" y="404"/>
                </a:cubicBezTo>
                <a:cubicBezTo>
                  <a:pt x="745" y="395"/>
                  <a:pt x="745" y="395"/>
                  <a:pt x="744" y="385"/>
                </a:cubicBezTo>
                <a:cubicBezTo>
                  <a:pt x="743" y="379"/>
                  <a:pt x="743" y="364"/>
                  <a:pt x="744" y="355"/>
                </a:cubicBezTo>
                <a:cubicBezTo>
                  <a:pt x="745" y="355"/>
                  <a:pt x="745" y="356"/>
                  <a:pt x="745" y="356"/>
                </a:cubicBezTo>
                <a:cubicBezTo>
                  <a:pt x="745" y="357"/>
                  <a:pt x="745" y="357"/>
                  <a:pt x="745" y="357"/>
                </a:cubicBezTo>
                <a:cubicBezTo>
                  <a:pt x="745" y="360"/>
                  <a:pt x="745" y="362"/>
                  <a:pt x="745" y="364"/>
                </a:cubicBezTo>
                <a:cubicBezTo>
                  <a:pt x="745" y="368"/>
                  <a:pt x="745" y="371"/>
                  <a:pt x="745" y="374"/>
                </a:cubicBezTo>
                <a:cubicBezTo>
                  <a:pt x="745" y="375"/>
                  <a:pt x="745" y="375"/>
                  <a:pt x="746" y="375"/>
                </a:cubicBezTo>
                <a:cubicBezTo>
                  <a:pt x="746" y="365"/>
                  <a:pt x="746" y="365"/>
                  <a:pt x="745" y="364"/>
                </a:cubicBezTo>
                <a:cubicBezTo>
                  <a:pt x="745" y="361"/>
                  <a:pt x="745" y="359"/>
                  <a:pt x="745" y="356"/>
                </a:cubicBezTo>
                <a:cubicBezTo>
                  <a:pt x="745" y="356"/>
                  <a:pt x="745" y="356"/>
                  <a:pt x="745" y="356"/>
                </a:cubicBezTo>
                <a:cubicBezTo>
                  <a:pt x="745" y="355"/>
                  <a:pt x="745" y="354"/>
                  <a:pt x="745" y="353"/>
                </a:cubicBezTo>
                <a:cubicBezTo>
                  <a:pt x="745" y="352"/>
                  <a:pt x="745" y="352"/>
                  <a:pt x="745" y="352"/>
                </a:cubicBezTo>
                <a:cubicBezTo>
                  <a:pt x="745" y="343"/>
                  <a:pt x="744" y="330"/>
                  <a:pt x="743" y="321"/>
                </a:cubicBezTo>
                <a:moveTo>
                  <a:pt x="299" y="117"/>
                </a:moveTo>
                <a:cubicBezTo>
                  <a:pt x="299" y="117"/>
                  <a:pt x="299" y="117"/>
                  <a:pt x="299" y="117"/>
                </a:cubicBezTo>
                <a:cubicBezTo>
                  <a:pt x="297" y="117"/>
                  <a:pt x="297" y="117"/>
                  <a:pt x="297" y="117"/>
                </a:cubicBezTo>
                <a:cubicBezTo>
                  <a:pt x="297" y="118"/>
                  <a:pt x="296" y="118"/>
                  <a:pt x="296" y="118"/>
                </a:cubicBezTo>
                <a:cubicBezTo>
                  <a:pt x="295" y="119"/>
                  <a:pt x="295" y="119"/>
                  <a:pt x="295" y="119"/>
                </a:cubicBezTo>
                <a:cubicBezTo>
                  <a:pt x="295" y="119"/>
                  <a:pt x="295" y="119"/>
                  <a:pt x="295" y="119"/>
                </a:cubicBezTo>
                <a:cubicBezTo>
                  <a:pt x="294" y="119"/>
                  <a:pt x="294" y="119"/>
                  <a:pt x="294" y="119"/>
                </a:cubicBezTo>
                <a:cubicBezTo>
                  <a:pt x="293" y="120"/>
                  <a:pt x="293" y="120"/>
                  <a:pt x="292" y="121"/>
                </a:cubicBezTo>
                <a:cubicBezTo>
                  <a:pt x="292" y="121"/>
                  <a:pt x="292" y="122"/>
                  <a:pt x="292" y="122"/>
                </a:cubicBezTo>
                <a:cubicBezTo>
                  <a:pt x="292" y="123"/>
                  <a:pt x="292" y="123"/>
                  <a:pt x="292" y="123"/>
                </a:cubicBezTo>
                <a:cubicBezTo>
                  <a:pt x="294" y="122"/>
                  <a:pt x="294" y="122"/>
                  <a:pt x="294" y="122"/>
                </a:cubicBezTo>
                <a:cubicBezTo>
                  <a:pt x="295" y="120"/>
                  <a:pt x="295" y="120"/>
                  <a:pt x="295" y="120"/>
                </a:cubicBezTo>
                <a:cubicBezTo>
                  <a:pt x="295" y="120"/>
                  <a:pt x="295" y="120"/>
                  <a:pt x="295" y="120"/>
                </a:cubicBezTo>
                <a:cubicBezTo>
                  <a:pt x="296" y="121"/>
                  <a:pt x="297" y="120"/>
                  <a:pt x="297" y="120"/>
                </a:cubicBezTo>
                <a:cubicBezTo>
                  <a:pt x="297" y="119"/>
                  <a:pt x="297" y="119"/>
                  <a:pt x="297" y="119"/>
                </a:cubicBezTo>
                <a:cubicBezTo>
                  <a:pt x="297" y="119"/>
                  <a:pt x="298" y="119"/>
                  <a:pt x="298" y="118"/>
                </a:cubicBezTo>
                <a:cubicBezTo>
                  <a:pt x="298" y="118"/>
                  <a:pt x="298" y="118"/>
                  <a:pt x="298" y="118"/>
                </a:cubicBezTo>
                <a:cubicBezTo>
                  <a:pt x="298" y="118"/>
                  <a:pt x="299" y="117"/>
                  <a:pt x="299" y="117"/>
                </a:cubicBezTo>
                <a:moveTo>
                  <a:pt x="324" y="158"/>
                </a:moveTo>
                <a:cubicBezTo>
                  <a:pt x="324" y="157"/>
                  <a:pt x="324" y="156"/>
                  <a:pt x="324" y="156"/>
                </a:cubicBezTo>
                <a:cubicBezTo>
                  <a:pt x="323" y="155"/>
                  <a:pt x="323" y="153"/>
                  <a:pt x="323" y="153"/>
                </a:cubicBezTo>
                <a:cubicBezTo>
                  <a:pt x="323" y="152"/>
                  <a:pt x="322" y="152"/>
                  <a:pt x="322" y="151"/>
                </a:cubicBezTo>
                <a:cubicBezTo>
                  <a:pt x="321" y="152"/>
                  <a:pt x="321" y="152"/>
                  <a:pt x="321" y="152"/>
                </a:cubicBezTo>
                <a:cubicBezTo>
                  <a:pt x="321" y="152"/>
                  <a:pt x="321" y="153"/>
                  <a:pt x="319" y="154"/>
                </a:cubicBezTo>
                <a:cubicBezTo>
                  <a:pt x="318" y="155"/>
                  <a:pt x="318" y="155"/>
                  <a:pt x="318" y="149"/>
                </a:cubicBezTo>
                <a:cubicBezTo>
                  <a:pt x="317" y="149"/>
                  <a:pt x="316" y="149"/>
                  <a:pt x="315" y="149"/>
                </a:cubicBezTo>
                <a:cubicBezTo>
                  <a:pt x="316" y="145"/>
                  <a:pt x="317" y="144"/>
                  <a:pt x="314" y="143"/>
                </a:cubicBezTo>
                <a:cubicBezTo>
                  <a:pt x="314" y="143"/>
                  <a:pt x="314" y="143"/>
                  <a:pt x="314" y="142"/>
                </a:cubicBezTo>
                <a:cubicBezTo>
                  <a:pt x="313" y="142"/>
                  <a:pt x="313" y="142"/>
                  <a:pt x="313" y="142"/>
                </a:cubicBezTo>
                <a:cubicBezTo>
                  <a:pt x="313" y="141"/>
                  <a:pt x="313" y="140"/>
                  <a:pt x="312" y="139"/>
                </a:cubicBezTo>
                <a:cubicBezTo>
                  <a:pt x="312" y="139"/>
                  <a:pt x="312" y="139"/>
                  <a:pt x="312" y="139"/>
                </a:cubicBezTo>
                <a:cubicBezTo>
                  <a:pt x="312" y="138"/>
                  <a:pt x="311" y="135"/>
                  <a:pt x="310" y="135"/>
                </a:cubicBezTo>
                <a:cubicBezTo>
                  <a:pt x="306" y="135"/>
                  <a:pt x="306" y="135"/>
                  <a:pt x="306" y="134"/>
                </a:cubicBezTo>
                <a:cubicBezTo>
                  <a:pt x="307" y="131"/>
                  <a:pt x="307" y="131"/>
                  <a:pt x="310" y="131"/>
                </a:cubicBezTo>
                <a:cubicBezTo>
                  <a:pt x="310" y="131"/>
                  <a:pt x="310" y="130"/>
                  <a:pt x="310" y="130"/>
                </a:cubicBezTo>
                <a:cubicBezTo>
                  <a:pt x="310" y="128"/>
                  <a:pt x="312" y="128"/>
                  <a:pt x="313" y="127"/>
                </a:cubicBezTo>
                <a:cubicBezTo>
                  <a:pt x="313" y="126"/>
                  <a:pt x="313" y="125"/>
                  <a:pt x="314" y="123"/>
                </a:cubicBezTo>
                <a:cubicBezTo>
                  <a:pt x="311" y="123"/>
                  <a:pt x="308" y="123"/>
                  <a:pt x="305" y="123"/>
                </a:cubicBezTo>
                <a:cubicBezTo>
                  <a:pt x="307" y="120"/>
                  <a:pt x="307" y="120"/>
                  <a:pt x="307" y="120"/>
                </a:cubicBezTo>
                <a:cubicBezTo>
                  <a:pt x="308" y="119"/>
                  <a:pt x="310" y="119"/>
                  <a:pt x="310" y="118"/>
                </a:cubicBezTo>
                <a:cubicBezTo>
                  <a:pt x="310" y="117"/>
                  <a:pt x="310" y="117"/>
                  <a:pt x="309" y="117"/>
                </a:cubicBezTo>
                <a:cubicBezTo>
                  <a:pt x="309" y="117"/>
                  <a:pt x="309" y="117"/>
                  <a:pt x="309" y="117"/>
                </a:cubicBezTo>
                <a:cubicBezTo>
                  <a:pt x="308" y="117"/>
                  <a:pt x="308" y="117"/>
                  <a:pt x="307" y="117"/>
                </a:cubicBezTo>
                <a:cubicBezTo>
                  <a:pt x="306" y="117"/>
                  <a:pt x="304" y="116"/>
                  <a:pt x="303" y="117"/>
                </a:cubicBezTo>
                <a:cubicBezTo>
                  <a:pt x="303" y="118"/>
                  <a:pt x="302" y="119"/>
                  <a:pt x="301" y="120"/>
                </a:cubicBezTo>
                <a:cubicBezTo>
                  <a:pt x="301" y="121"/>
                  <a:pt x="301" y="122"/>
                  <a:pt x="300" y="123"/>
                </a:cubicBezTo>
                <a:cubicBezTo>
                  <a:pt x="298" y="124"/>
                  <a:pt x="298" y="124"/>
                  <a:pt x="298" y="124"/>
                </a:cubicBezTo>
                <a:cubicBezTo>
                  <a:pt x="297" y="123"/>
                  <a:pt x="297" y="123"/>
                  <a:pt x="297" y="122"/>
                </a:cubicBezTo>
                <a:cubicBezTo>
                  <a:pt x="296" y="123"/>
                  <a:pt x="296" y="123"/>
                  <a:pt x="296" y="123"/>
                </a:cubicBezTo>
                <a:cubicBezTo>
                  <a:pt x="294" y="123"/>
                  <a:pt x="294" y="126"/>
                  <a:pt x="294" y="126"/>
                </a:cubicBezTo>
                <a:cubicBezTo>
                  <a:pt x="295" y="127"/>
                  <a:pt x="296" y="126"/>
                  <a:pt x="297" y="127"/>
                </a:cubicBezTo>
                <a:cubicBezTo>
                  <a:pt x="296" y="128"/>
                  <a:pt x="296" y="128"/>
                  <a:pt x="296" y="128"/>
                </a:cubicBezTo>
                <a:cubicBezTo>
                  <a:pt x="296" y="128"/>
                  <a:pt x="296" y="128"/>
                  <a:pt x="296" y="129"/>
                </a:cubicBezTo>
                <a:cubicBezTo>
                  <a:pt x="295" y="130"/>
                  <a:pt x="296" y="131"/>
                  <a:pt x="294" y="131"/>
                </a:cubicBezTo>
                <a:cubicBezTo>
                  <a:pt x="292" y="132"/>
                  <a:pt x="292" y="133"/>
                  <a:pt x="292" y="133"/>
                </a:cubicBezTo>
                <a:cubicBezTo>
                  <a:pt x="292" y="134"/>
                  <a:pt x="292" y="134"/>
                  <a:pt x="292" y="134"/>
                </a:cubicBezTo>
                <a:cubicBezTo>
                  <a:pt x="292" y="134"/>
                  <a:pt x="293" y="134"/>
                  <a:pt x="294" y="134"/>
                </a:cubicBezTo>
                <a:cubicBezTo>
                  <a:pt x="294" y="134"/>
                  <a:pt x="294" y="133"/>
                  <a:pt x="295" y="134"/>
                </a:cubicBezTo>
                <a:cubicBezTo>
                  <a:pt x="295" y="135"/>
                  <a:pt x="295" y="135"/>
                  <a:pt x="296" y="135"/>
                </a:cubicBezTo>
                <a:cubicBezTo>
                  <a:pt x="296" y="136"/>
                  <a:pt x="297" y="136"/>
                  <a:pt x="297" y="135"/>
                </a:cubicBezTo>
                <a:cubicBezTo>
                  <a:pt x="297" y="135"/>
                  <a:pt x="297" y="135"/>
                  <a:pt x="298" y="134"/>
                </a:cubicBezTo>
                <a:cubicBezTo>
                  <a:pt x="299" y="135"/>
                  <a:pt x="299" y="135"/>
                  <a:pt x="299" y="135"/>
                </a:cubicBezTo>
                <a:cubicBezTo>
                  <a:pt x="298" y="136"/>
                  <a:pt x="299" y="137"/>
                  <a:pt x="299" y="138"/>
                </a:cubicBezTo>
                <a:cubicBezTo>
                  <a:pt x="298" y="139"/>
                  <a:pt x="297" y="138"/>
                  <a:pt x="296" y="139"/>
                </a:cubicBezTo>
                <a:cubicBezTo>
                  <a:pt x="296" y="140"/>
                  <a:pt x="296" y="140"/>
                  <a:pt x="296" y="141"/>
                </a:cubicBezTo>
                <a:cubicBezTo>
                  <a:pt x="298" y="141"/>
                  <a:pt x="299" y="141"/>
                  <a:pt x="301" y="141"/>
                </a:cubicBezTo>
                <a:cubicBezTo>
                  <a:pt x="302" y="140"/>
                  <a:pt x="302" y="140"/>
                  <a:pt x="302" y="140"/>
                </a:cubicBezTo>
                <a:cubicBezTo>
                  <a:pt x="304" y="142"/>
                  <a:pt x="301" y="145"/>
                  <a:pt x="304" y="146"/>
                </a:cubicBezTo>
                <a:cubicBezTo>
                  <a:pt x="304" y="146"/>
                  <a:pt x="304" y="146"/>
                  <a:pt x="304" y="146"/>
                </a:cubicBezTo>
                <a:cubicBezTo>
                  <a:pt x="304" y="147"/>
                  <a:pt x="303" y="148"/>
                  <a:pt x="303" y="149"/>
                </a:cubicBezTo>
                <a:cubicBezTo>
                  <a:pt x="304" y="150"/>
                  <a:pt x="303" y="151"/>
                  <a:pt x="302" y="151"/>
                </a:cubicBezTo>
                <a:cubicBezTo>
                  <a:pt x="300" y="152"/>
                  <a:pt x="299" y="150"/>
                  <a:pt x="297" y="150"/>
                </a:cubicBezTo>
                <a:cubicBezTo>
                  <a:pt x="297" y="150"/>
                  <a:pt x="297" y="150"/>
                  <a:pt x="297" y="150"/>
                </a:cubicBezTo>
                <a:cubicBezTo>
                  <a:pt x="296" y="150"/>
                  <a:pt x="296" y="150"/>
                  <a:pt x="295" y="151"/>
                </a:cubicBezTo>
                <a:cubicBezTo>
                  <a:pt x="295" y="152"/>
                  <a:pt x="295" y="152"/>
                  <a:pt x="295" y="152"/>
                </a:cubicBezTo>
                <a:cubicBezTo>
                  <a:pt x="294" y="152"/>
                  <a:pt x="294" y="152"/>
                  <a:pt x="293" y="152"/>
                </a:cubicBezTo>
                <a:cubicBezTo>
                  <a:pt x="292" y="153"/>
                  <a:pt x="292" y="153"/>
                  <a:pt x="292" y="153"/>
                </a:cubicBezTo>
                <a:cubicBezTo>
                  <a:pt x="294" y="154"/>
                  <a:pt x="295" y="153"/>
                  <a:pt x="297" y="154"/>
                </a:cubicBezTo>
                <a:cubicBezTo>
                  <a:pt x="297" y="154"/>
                  <a:pt x="297" y="155"/>
                  <a:pt x="296" y="156"/>
                </a:cubicBezTo>
                <a:cubicBezTo>
                  <a:pt x="296" y="156"/>
                  <a:pt x="296" y="156"/>
                  <a:pt x="295" y="156"/>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2" y="157"/>
                  <a:pt x="292" y="157"/>
                  <a:pt x="292" y="157"/>
                </a:cubicBezTo>
                <a:cubicBezTo>
                  <a:pt x="291" y="159"/>
                  <a:pt x="291" y="159"/>
                  <a:pt x="291" y="160"/>
                </a:cubicBezTo>
                <a:cubicBezTo>
                  <a:pt x="293" y="161"/>
                  <a:pt x="295" y="159"/>
                  <a:pt x="296" y="160"/>
                </a:cubicBezTo>
                <a:cubicBezTo>
                  <a:pt x="298" y="161"/>
                  <a:pt x="299" y="160"/>
                  <a:pt x="301" y="161"/>
                </a:cubicBezTo>
                <a:cubicBezTo>
                  <a:pt x="301" y="162"/>
                  <a:pt x="301" y="162"/>
                  <a:pt x="300" y="163"/>
                </a:cubicBezTo>
                <a:cubicBezTo>
                  <a:pt x="300" y="163"/>
                  <a:pt x="299" y="163"/>
                  <a:pt x="296" y="163"/>
                </a:cubicBezTo>
                <a:cubicBezTo>
                  <a:pt x="295" y="163"/>
                  <a:pt x="295" y="164"/>
                  <a:pt x="294" y="165"/>
                </a:cubicBezTo>
                <a:cubicBezTo>
                  <a:pt x="293" y="165"/>
                  <a:pt x="292" y="165"/>
                  <a:pt x="291" y="165"/>
                </a:cubicBezTo>
                <a:cubicBezTo>
                  <a:pt x="291" y="168"/>
                  <a:pt x="291" y="168"/>
                  <a:pt x="287" y="169"/>
                </a:cubicBezTo>
                <a:cubicBezTo>
                  <a:pt x="288" y="170"/>
                  <a:pt x="288" y="170"/>
                  <a:pt x="291" y="169"/>
                </a:cubicBezTo>
                <a:cubicBezTo>
                  <a:pt x="292" y="169"/>
                  <a:pt x="292" y="169"/>
                  <a:pt x="293" y="168"/>
                </a:cubicBezTo>
                <a:cubicBezTo>
                  <a:pt x="293" y="168"/>
                  <a:pt x="293" y="168"/>
                  <a:pt x="295" y="169"/>
                </a:cubicBezTo>
                <a:cubicBezTo>
                  <a:pt x="296" y="169"/>
                  <a:pt x="296" y="169"/>
                  <a:pt x="297" y="169"/>
                </a:cubicBezTo>
                <a:cubicBezTo>
                  <a:pt x="298" y="167"/>
                  <a:pt x="298" y="167"/>
                  <a:pt x="298" y="166"/>
                </a:cubicBezTo>
                <a:cubicBezTo>
                  <a:pt x="300" y="167"/>
                  <a:pt x="302" y="166"/>
                  <a:pt x="304" y="167"/>
                </a:cubicBezTo>
                <a:cubicBezTo>
                  <a:pt x="306" y="167"/>
                  <a:pt x="306" y="165"/>
                  <a:pt x="307" y="165"/>
                </a:cubicBezTo>
                <a:cubicBezTo>
                  <a:pt x="309" y="165"/>
                  <a:pt x="309" y="167"/>
                  <a:pt x="310" y="167"/>
                </a:cubicBezTo>
                <a:cubicBezTo>
                  <a:pt x="311" y="167"/>
                  <a:pt x="311" y="167"/>
                  <a:pt x="311" y="167"/>
                </a:cubicBezTo>
                <a:cubicBezTo>
                  <a:pt x="312" y="167"/>
                  <a:pt x="314" y="167"/>
                  <a:pt x="316" y="166"/>
                </a:cubicBezTo>
                <a:cubicBezTo>
                  <a:pt x="317" y="165"/>
                  <a:pt x="317" y="165"/>
                  <a:pt x="317" y="165"/>
                </a:cubicBezTo>
                <a:cubicBezTo>
                  <a:pt x="319" y="165"/>
                  <a:pt x="319" y="165"/>
                  <a:pt x="320" y="165"/>
                </a:cubicBezTo>
                <a:cubicBezTo>
                  <a:pt x="320" y="164"/>
                  <a:pt x="320" y="164"/>
                  <a:pt x="320" y="164"/>
                </a:cubicBezTo>
                <a:cubicBezTo>
                  <a:pt x="320" y="163"/>
                  <a:pt x="319" y="162"/>
                  <a:pt x="319" y="161"/>
                </a:cubicBezTo>
                <a:cubicBezTo>
                  <a:pt x="319" y="161"/>
                  <a:pt x="319" y="161"/>
                  <a:pt x="319" y="161"/>
                </a:cubicBezTo>
                <a:cubicBezTo>
                  <a:pt x="319" y="160"/>
                  <a:pt x="319" y="159"/>
                  <a:pt x="321" y="160"/>
                </a:cubicBezTo>
                <a:cubicBezTo>
                  <a:pt x="321" y="160"/>
                  <a:pt x="321" y="160"/>
                  <a:pt x="322" y="158"/>
                </a:cubicBezTo>
                <a:cubicBezTo>
                  <a:pt x="323" y="158"/>
                  <a:pt x="323" y="158"/>
                  <a:pt x="324" y="158"/>
                </a:cubicBezTo>
                <a:moveTo>
                  <a:pt x="281" y="142"/>
                </a:moveTo>
                <a:cubicBezTo>
                  <a:pt x="281" y="142"/>
                  <a:pt x="281" y="142"/>
                  <a:pt x="281" y="142"/>
                </a:cubicBezTo>
                <a:cubicBezTo>
                  <a:pt x="281" y="142"/>
                  <a:pt x="281" y="142"/>
                  <a:pt x="281" y="142"/>
                </a:cubicBezTo>
                <a:cubicBezTo>
                  <a:pt x="281" y="142"/>
                  <a:pt x="281" y="142"/>
                  <a:pt x="281" y="142"/>
                </a:cubicBezTo>
                <a:moveTo>
                  <a:pt x="293" y="143"/>
                </a:moveTo>
                <a:cubicBezTo>
                  <a:pt x="293" y="143"/>
                  <a:pt x="294" y="142"/>
                  <a:pt x="293" y="141"/>
                </a:cubicBezTo>
                <a:cubicBezTo>
                  <a:pt x="292" y="140"/>
                  <a:pt x="293" y="139"/>
                  <a:pt x="293" y="139"/>
                </a:cubicBezTo>
                <a:cubicBezTo>
                  <a:pt x="293" y="139"/>
                  <a:pt x="293" y="138"/>
                  <a:pt x="292" y="138"/>
                </a:cubicBezTo>
                <a:cubicBezTo>
                  <a:pt x="292" y="138"/>
                  <a:pt x="291" y="138"/>
                  <a:pt x="291" y="138"/>
                </a:cubicBezTo>
                <a:cubicBezTo>
                  <a:pt x="291" y="137"/>
                  <a:pt x="291" y="137"/>
                  <a:pt x="291" y="137"/>
                </a:cubicBezTo>
                <a:cubicBezTo>
                  <a:pt x="290" y="137"/>
                  <a:pt x="290" y="137"/>
                  <a:pt x="290" y="137"/>
                </a:cubicBezTo>
                <a:cubicBezTo>
                  <a:pt x="289" y="137"/>
                  <a:pt x="288" y="138"/>
                  <a:pt x="288" y="138"/>
                </a:cubicBezTo>
                <a:cubicBezTo>
                  <a:pt x="287" y="138"/>
                  <a:pt x="287" y="138"/>
                  <a:pt x="287" y="139"/>
                </a:cubicBezTo>
                <a:cubicBezTo>
                  <a:pt x="287" y="139"/>
                  <a:pt x="286" y="139"/>
                  <a:pt x="286" y="139"/>
                </a:cubicBezTo>
                <a:cubicBezTo>
                  <a:pt x="285" y="139"/>
                  <a:pt x="285" y="139"/>
                  <a:pt x="285" y="139"/>
                </a:cubicBezTo>
                <a:cubicBezTo>
                  <a:pt x="285" y="138"/>
                  <a:pt x="285" y="138"/>
                  <a:pt x="285" y="137"/>
                </a:cubicBezTo>
                <a:cubicBezTo>
                  <a:pt x="284" y="137"/>
                  <a:pt x="284" y="137"/>
                  <a:pt x="282" y="137"/>
                </a:cubicBezTo>
                <a:cubicBezTo>
                  <a:pt x="282" y="139"/>
                  <a:pt x="281" y="140"/>
                  <a:pt x="281" y="142"/>
                </a:cubicBezTo>
                <a:cubicBezTo>
                  <a:pt x="280" y="142"/>
                  <a:pt x="280" y="143"/>
                  <a:pt x="279" y="142"/>
                </a:cubicBezTo>
                <a:cubicBezTo>
                  <a:pt x="278" y="142"/>
                  <a:pt x="278" y="143"/>
                  <a:pt x="277" y="143"/>
                </a:cubicBezTo>
                <a:cubicBezTo>
                  <a:pt x="277" y="143"/>
                  <a:pt x="277" y="143"/>
                  <a:pt x="276" y="142"/>
                </a:cubicBezTo>
                <a:cubicBezTo>
                  <a:pt x="275" y="142"/>
                  <a:pt x="275" y="142"/>
                  <a:pt x="275" y="142"/>
                </a:cubicBezTo>
                <a:cubicBezTo>
                  <a:pt x="274" y="145"/>
                  <a:pt x="273" y="147"/>
                  <a:pt x="273" y="149"/>
                </a:cubicBezTo>
                <a:cubicBezTo>
                  <a:pt x="274" y="149"/>
                  <a:pt x="274" y="149"/>
                  <a:pt x="276" y="149"/>
                </a:cubicBezTo>
                <a:cubicBezTo>
                  <a:pt x="275" y="150"/>
                  <a:pt x="275" y="151"/>
                  <a:pt x="275" y="152"/>
                </a:cubicBezTo>
                <a:cubicBezTo>
                  <a:pt x="272" y="153"/>
                  <a:pt x="272" y="153"/>
                  <a:pt x="271" y="154"/>
                </a:cubicBezTo>
                <a:cubicBezTo>
                  <a:pt x="271" y="154"/>
                  <a:pt x="271" y="154"/>
                  <a:pt x="271" y="154"/>
                </a:cubicBezTo>
                <a:cubicBezTo>
                  <a:pt x="271" y="155"/>
                  <a:pt x="271" y="156"/>
                  <a:pt x="270" y="156"/>
                </a:cubicBezTo>
                <a:cubicBezTo>
                  <a:pt x="270" y="157"/>
                  <a:pt x="269" y="157"/>
                  <a:pt x="269" y="157"/>
                </a:cubicBezTo>
                <a:cubicBezTo>
                  <a:pt x="269" y="158"/>
                  <a:pt x="269" y="158"/>
                  <a:pt x="269" y="158"/>
                </a:cubicBezTo>
                <a:cubicBezTo>
                  <a:pt x="269" y="158"/>
                  <a:pt x="268" y="159"/>
                  <a:pt x="269" y="159"/>
                </a:cubicBezTo>
                <a:cubicBezTo>
                  <a:pt x="270" y="160"/>
                  <a:pt x="271" y="160"/>
                  <a:pt x="271" y="160"/>
                </a:cubicBezTo>
                <a:cubicBezTo>
                  <a:pt x="273" y="159"/>
                  <a:pt x="274" y="160"/>
                  <a:pt x="274" y="160"/>
                </a:cubicBezTo>
                <a:cubicBezTo>
                  <a:pt x="275" y="160"/>
                  <a:pt x="277" y="159"/>
                  <a:pt x="277" y="159"/>
                </a:cubicBezTo>
                <a:cubicBezTo>
                  <a:pt x="277" y="159"/>
                  <a:pt x="277" y="159"/>
                  <a:pt x="277" y="158"/>
                </a:cubicBezTo>
                <a:cubicBezTo>
                  <a:pt x="278" y="157"/>
                  <a:pt x="278" y="157"/>
                  <a:pt x="278" y="157"/>
                </a:cubicBezTo>
                <a:cubicBezTo>
                  <a:pt x="281" y="157"/>
                  <a:pt x="284" y="157"/>
                  <a:pt x="286" y="157"/>
                </a:cubicBezTo>
                <a:cubicBezTo>
                  <a:pt x="286" y="157"/>
                  <a:pt x="287" y="156"/>
                  <a:pt x="287" y="156"/>
                </a:cubicBezTo>
                <a:cubicBezTo>
                  <a:pt x="287" y="155"/>
                  <a:pt x="286" y="155"/>
                  <a:pt x="286" y="154"/>
                </a:cubicBezTo>
                <a:cubicBezTo>
                  <a:pt x="287" y="153"/>
                  <a:pt x="287" y="154"/>
                  <a:pt x="288" y="153"/>
                </a:cubicBezTo>
                <a:cubicBezTo>
                  <a:pt x="288" y="152"/>
                  <a:pt x="288" y="152"/>
                  <a:pt x="289" y="150"/>
                </a:cubicBezTo>
                <a:cubicBezTo>
                  <a:pt x="289" y="149"/>
                  <a:pt x="290" y="148"/>
                  <a:pt x="290" y="147"/>
                </a:cubicBezTo>
                <a:cubicBezTo>
                  <a:pt x="290" y="146"/>
                  <a:pt x="290" y="145"/>
                  <a:pt x="290" y="145"/>
                </a:cubicBezTo>
                <a:cubicBezTo>
                  <a:pt x="292" y="145"/>
                  <a:pt x="293" y="144"/>
                  <a:pt x="293" y="143"/>
                </a:cubicBezTo>
                <a:moveTo>
                  <a:pt x="544" y="571"/>
                </a:moveTo>
                <a:cubicBezTo>
                  <a:pt x="544" y="571"/>
                  <a:pt x="544" y="570"/>
                  <a:pt x="545" y="570"/>
                </a:cubicBezTo>
                <a:cubicBezTo>
                  <a:pt x="548" y="559"/>
                  <a:pt x="548" y="559"/>
                  <a:pt x="548" y="559"/>
                </a:cubicBezTo>
                <a:cubicBezTo>
                  <a:pt x="547" y="558"/>
                  <a:pt x="547" y="556"/>
                  <a:pt x="543" y="555"/>
                </a:cubicBezTo>
                <a:cubicBezTo>
                  <a:pt x="542" y="559"/>
                  <a:pt x="542" y="559"/>
                  <a:pt x="542" y="559"/>
                </a:cubicBezTo>
                <a:cubicBezTo>
                  <a:pt x="541" y="560"/>
                  <a:pt x="541" y="560"/>
                  <a:pt x="535" y="564"/>
                </a:cubicBezTo>
                <a:cubicBezTo>
                  <a:pt x="535" y="564"/>
                  <a:pt x="533" y="567"/>
                  <a:pt x="533" y="567"/>
                </a:cubicBezTo>
                <a:cubicBezTo>
                  <a:pt x="533" y="568"/>
                  <a:pt x="533" y="568"/>
                  <a:pt x="533" y="568"/>
                </a:cubicBezTo>
                <a:cubicBezTo>
                  <a:pt x="532" y="569"/>
                  <a:pt x="531" y="568"/>
                  <a:pt x="531" y="569"/>
                </a:cubicBezTo>
                <a:cubicBezTo>
                  <a:pt x="530" y="570"/>
                  <a:pt x="530" y="571"/>
                  <a:pt x="528" y="572"/>
                </a:cubicBezTo>
                <a:cubicBezTo>
                  <a:pt x="525" y="575"/>
                  <a:pt x="522" y="572"/>
                  <a:pt x="518" y="573"/>
                </a:cubicBezTo>
                <a:cubicBezTo>
                  <a:pt x="517" y="574"/>
                  <a:pt x="516" y="574"/>
                  <a:pt x="516" y="575"/>
                </a:cubicBezTo>
                <a:cubicBezTo>
                  <a:pt x="515" y="576"/>
                  <a:pt x="515" y="577"/>
                  <a:pt x="514" y="579"/>
                </a:cubicBezTo>
                <a:cubicBezTo>
                  <a:pt x="513" y="580"/>
                  <a:pt x="512" y="581"/>
                  <a:pt x="511" y="582"/>
                </a:cubicBezTo>
                <a:cubicBezTo>
                  <a:pt x="511" y="582"/>
                  <a:pt x="509" y="588"/>
                  <a:pt x="510" y="589"/>
                </a:cubicBezTo>
                <a:cubicBezTo>
                  <a:pt x="510" y="590"/>
                  <a:pt x="510" y="590"/>
                  <a:pt x="510" y="591"/>
                </a:cubicBezTo>
                <a:cubicBezTo>
                  <a:pt x="510" y="591"/>
                  <a:pt x="509" y="594"/>
                  <a:pt x="509" y="594"/>
                </a:cubicBezTo>
                <a:cubicBezTo>
                  <a:pt x="509" y="595"/>
                  <a:pt x="508" y="595"/>
                  <a:pt x="508" y="594"/>
                </a:cubicBezTo>
                <a:cubicBezTo>
                  <a:pt x="507" y="594"/>
                  <a:pt x="507" y="594"/>
                  <a:pt x="504" y="597"/>
                </a:cubicBezTo>
                <a:cubicBezTo>
                  <a:pt x="503" y="599"/>
                  <a:pt x="503" y="601"/>
                  <a:pt x="501" y="603"/>
                </a:cubicBezTo>
                <a:cubicBezTo>
                  <a:pt x="501" y="603"/>
                  <a:pt x="501" y="603"/>
                  <a:pt x="500" y="604"/>
                </a:cubicBezTo>
                <a:cubicBezTo>
                  <a:pt x="500" y="604"/>
                  <a:pt x="500" y="604"/>
                  <a:pt x="500" y="605"/>
                </a:cubicBezTo>
                <a:cubicBezTo>
                  <a:pt x="500" y="606"/>
                  <a:pt x="500" y="608"/>
                  <a:pt x="500" y="609"/>
                </a:cubicBezTo>
                <a:cubicBezTo>
                  <a:pt x="499" y="610"/>
                  <a:pt x="499" y="610"/>
                  <a:pt x="499" y="611"/>
                </a:cubicBezTo>
                <a:cubicBezTo>
                  <a:pt x="498" y="614"/>
                  <a:pt x="498" y="614"/>
                  <a:pt x="497" y="616"/>
                </a:cubicBezTo>
                <a:cubicBezTo>
                  <a:pt x="499" y="617"/>
                  <a:pt x="501" y="616"/>
                  <a:pt x="503" y="616"/>
                </a:cubicBezTo>
                <a:cubicBezTo>
                  <a:pt x="503" y="617"/>
                  <a:pt x="503" y="617"/>
                  <a:pt x="503" y="618"/>
                </a:cubicBezTo>
                <a:cubicBezTo>
                  <a:pt x="505" y="619"/>
                  <a:pt x="510" y="620"/>
                  <a:pt x="515" y="615"/>
                </a:cubicBezTo>
                <a:cubicBezTo>
                  <a:pt x="517" y="612"/>
                  <a:pt x="517" y="609"/>
                  <a:pt x="519" y="606"/>
                </a:cubicBezTo>
                <a:cubicBezTo>
                  <a:pt x="521" y="604"/>
                  <a:pt x="523" y="603"/>
                  <a:pt x="524" y="601"/>
                </a:cubicBezTo>
                <a:cubicBezTo>
                  <a:pt x="526" y="599"/>
                  <a:pt x="526" y="596"/>
                  <a:pt x="528" y="593"/>
                </a:cubicBezTo>
                <a:cubicBezTo>
                  <a:pt x="529" y="592"/>
                  <a:pt x="531" y="592"/>
                  <a:pt x="532" y="591"/>
                </a:cubicBezTo>
                <a:cubicBezTo>
                  <a:pt x="533" y="590"/>
                  <a:pt x="534" y="591"/>
                  <a:pt x="535" y="590"/>
                </a:cubicBezTo>
                <a:cubicBezTo>
                  <a:pt x="536" y="588"/>
                  <a:pt x="535" y="585"/>
                  <a:pt x="536" y="583"/>
                </a:cubicBezTo>
                <a:cubicBezTo>
                  <a:pt x="537" y="582"/>
                  <a:pt x="539" y="581"/>
                  <a:pt x="539" y="579"/>
                </a:cubicBezTo>
                <a:cubicBezTo>
                  <a:pt x="539" y="579"/>
                  <a:pt x="540" y="578"/>
                  <a:pt x="540" y="577"/>
                </a:cubicBezTo>
                <a:cubicBezTo>
                  <a:pt x="540" y="577"/>
                  <a:pt x="540" y="576"/>
                  <a:pt x="540" y="575"/>
                </a:cubicBezTo>
                <a:cubicBezTo>
                  <a:pt x="540" y="575"/>
                  <a:pt x="541" y="575"/>
                  <a:pt x="541" y="574"/>
                </a:cubicBezTo>
                <a:cubicBezTo>
                  <a:pt x="541" y="573"/>
                  <a:pt x="543" y="572"/>
                  <a:pt x="544" y="571"/>
                </a:cubicBezTo>
                <a:moveTo>
                  <a:pt x="577" y="426"/>
                </a:moveTo>
                <a:cubicBezTo>
                  <a:pt x="577" y="425"/>
                  <a:pt x="577" y="423"/>
                  <a:pt x="575" y="421"/>
                </a:cubicBezTo>
                <a:cubicBezTo>
                  <a:pt x="568" y="420"/>
                  <a:pt x="563" y="428"/>
                  <a:pt x="556" y="426"/>
                </a:cubicBezTo>
                <a:cubicBezTo>
                  <a:pt x="555" y="426"/>
                  <a:pt x="554" y="426"/>
                  <a:pt x="552" y="426"/>
                </a:cubicBezTo>
                <a:cubicBezTo>
                  <a:pt x="546" y="427"/>
                  <a:pt x="544" y="426"/>
                  <a:pt x="541" y="425"/>
                </a:cubicBezTo>
                <a:cubicBezTo>
                  <a:pt x="539" y="419"/>
                  <a:pt x="539" y="419"/>
                  <a:pt x="539" y="417"/>
                </a:cubicBezTo>
                <a:cubicBezTo>
                  <a:pt x="538" y="417"/>
                  <a:pt x="537" y="416"/>
                  <a:pt x="537" y="416"/>
                </a:cubicBezTo>
                <a:cubicBezTo>
                  <a:pt x="536" y="414"/>
                  <a:pt x="536" y="412"/>
                  <a:pt x="536" y="411"/>
                </a:cubicBezTo>
                <a:cubicBezTo>
                  <a:pt x="519" y="396"/>
                  <a:pt x="504" y="384"/>
                  <a:pt x="507" y="371"/>
                </a:cubicBezTo>
                <a:cubicBezTo>
                  <a:pt x="507" y="371"/>
                  <a:pt x="507" y="370"/>
                  <a:pt x="507" y="367"/>
                </a:cubicBezTo>
                <a:cubicBezTo>
                  <a:pt x="507" y="365"/>
                  <a:pt x="507" y="364"/>
                  <a:pt x="506" y="362"/>
                </a:cubicBezTo>
                <a:cubicBezTo>
                  <a:pt x="506" y="362"/>
                  <a:pt x="477" y="309"/>
                  <a:pt x="477" y="300"/>
                </a:cubicBezTo>
                <a:cubicBezTo>
                  <a:pt x="474" y="297"/>
                  <a:pt x="470" y="297"/>
                  <a:pt x="468" y="295"/>
                </a:cubicBezTo>
                <a:cubicBezTo>
                  <a:pt x="467" y="295"/>
                  <a:pt x="467" y="295"/>
                  <a:pt x="465" y="295"/>
                </a:cubicBezTo>
                <a:cubicBezTo>
                  <a:pt x="464" y="295"/>
                  <a:pt x="462" y="296"/>
                  <a:pt x="461" y="297"/>
                </a:cubicBezTo>
                <a:cubicBezTo>
                  <a:pt x="460" y="297"/>
                  <a:pt x="460" y="297"/>
                  <a:pt x="460" y="297"/>
                </a:cubicBezTo>
                <a:cubicBezTo>
                  <a:pt x="443" y="293"/>
                  <a:pt x="427" y="284"/>
                  <a:pt x="410" y="284"/>
                </a:cubicBezTo>
                <a:cubicBezTo>
                  <a:pt x="409" y="297"/>
                  <a:pt x="409" y="297"/>
                  <a:pt x="408" y="299"/>
                </a:cubicBezTo>
                <a:cubicBezTo>
                  <a:pt x="408" y="299"/>
                  <a:pt x="407" y="299"/>
                  <a:pt x="406" y="299"/>
                </a:cubicBezTo>
                <a:cubicBezTo>
                  <a:pt x="405" y="299"/>
                  <a:pt x="405" y="299"/>
                  <a:pt x="403" y="299"/>
                </a:cubicBezTo>
                <a:cubicBezTo>
                  <a:pt x="399" y="298"/>
                  <a:pt x="397" y="294"/>
                  <a:pt x="394" y="293"/>
                </a:cubicBezTo>
                <a:cubicBezTo>
                  <a:pt x="390" y="293"/>
                  <a:pt x="386" y="293"/>
                  <a:pt x="381" y="291"/>
                </a:cubicBezTo>
                <a:cubicBezTo>
                  <a:pt x="379" y="283"/>
                  <a:pt x="367" y="283"/>
                  <a:pt x="367" y="283"/>
                </a:cubicBezTo>
                <a:cubicBezTo>
                  <a:pt x="361" y="283"/>
                  <a:pt x="361" y="283"/>
                  <a:pt x="354" y="261"/>
                </a:cubicBezTo>
                <a:cubicBezTo>
                  <a:pt x="355" y="260"/>
                  <a:pt x="355" y="260"/>
                  <a:pt x="360" y="258"/>
                </a:cubicBezTo>
                <a:cubicBezTo>
                  <a:pt x="360" y="258"/>
                  <a:pt x="359" y="257"/>
                  <a:pt x="359" y="256"/>
                </a:cubicBezTo>
                <a:cubicBezTo>
                  <a:pt x="357" y="255"/>
                  <a:pt x="355" y="254"/>
                  <a:pt x="353" y="254"/>
                </a:cubicBezTo>
                <a:cubicBezTo>
                  <a:pt x="337" y="254"/>
                  <a:pt x="337" y="254"/>
                  <a:pt x="329" y="258"/>
                </a:cubicBezTo>
                <a:cubicBezTo>
                  <a:pt x="325" y="255"/>
                  <a:pt x="318" y="249"/>
                  <a:pt x="310" y="257"/>
                </a:cubicBezTo>
                <a:cubicBezTo>
                  <a:pt x="306" y="257"/>
                  <a:pt x="303" y="257"/>
                  <a:pt x="299" y="257"/>
                </a:cubicBezTo>
                <a:cubicBezTo>
                  <a:pt x="299" y="258"/>
                  <a:pt x="299" y="258"/>
                  <a:pt x="285" y="264"/>
                </a:cubicBezTo>
                <a:cubicBezTo>
                  <a:pt x="285" y="264"/>
                  <a:pt x="285" y="264"/>
                  <a:pt x="284" y="264"/>
                </a:cubicBezTo>
                <a:cubicBezTo>
                  <a:pt x="279" y="263"/>
                  <a:pt x="274" y="265"/>
                  <a:pt x="270" y="261"/>
                </a:cubicBezTo>
                <a:cubicBezTo>
                  <a:pt x="270" y="261"/>
                  <a:pt x="268" y="260"/>
                  <a:pt x="268" y="260"/>
                </a:cubicBezTo>
                <a:cubicBezTo>
                  <a:pt x="266" y="263"/>
                  <a:pt x="265" y="269"/>
                  <a:pt x="265" y="269"/>
                </a:cubicBezTo>
                <a:cubicBezTo>
                  <a:pt x="263" y="270"/>
                  <a:pt x="262" y="271"/>
                  <a:pt x="257" y="270"/>
                </a:cubicBezTo>
                <a:cubicBezTo>
                  <a:pt x="256" y="273"/>
                  <a:pt x="256" y="276"/>
                  <a:pt x="255" y="280"/>
                </a:cubicBezTo>
                <a:cubicBezTo>
                  <a:pt x="253" y="280"/>
                  <a:pt x="250" y="279"/>
                  <a:pt x="247" y="281"/>
                </a:cubicBezTo>
                <a:cubicBezTo>
                  <a:pt x="246" y="286"/>
                  <a:pt x="244" y="291"/>
                  <a:pt x="243" y="297"/>
                </a:cubicBezTo>
                <a:cubicBezTo>
                  <a:pt x="243" y="298"/>
                  <a:pt x="243" y="299"/>
                  <a:pt x="243" y="301"/>
                </a:cubicBezTo>
                <a:cubicBezTo>
                  <a:pt x="240" y="301"/>
                  <a:pt x="238" y="301"/>
                  <a:pt x="236" y="301"/>
                </a:cubicBezTo>
                <a:cubicBezTo>
                  <a:pt x="235" y="307"/>
                  <a:pt x="227" y="311"/>
                  <a:pt x="224" y="311"/>
                </a:cubicBezTo>
                <a:cubicBezTo>
                  <a:pt x="220" y="319"/>
                  <a:pt x="213" y="326"/>
                  <a:pt x="211" y="334"/>
                </a:cubicBezTo>
                <a:cubicBezTo>
                  <a:pt x="210" y="334"/>
                  <a:pt x="210" y="334"/>
                  <a:pt x="209" y="334"/>
                </a:cubicBezTo>
                <a:cubicBezTo>
                  <a:pt x="209" y="334"/>
                  <a:pt x="209" y="334"/>
                  <a:pt x="207" y="335"/>
                </a:cubicBezTo>
                <a:cubicBezTo>
                  <a:pt x="207" y="335"/>
                  <a:pt x="206" y="335"/>
                  <a:pt x="205" y="335"/>
                </a:cubicBezTo>
                <a:cubicBezTo>
                  <a:pt x="204" y="348"/>
                  <a:pt x="204" y="349"/>
                  <a:pt x="198" y="351"/>
                </a:cubicBezTo>
                <a:cubicBezTo>
                  <a:pt x="198" y="351"/>
                  <a:pt x="198" y="352"/>
                  <a:pt x="197" y="353"/>
                </a:cubicBezTo>
                <a:cubicBezTo>
                  <a:pt x="197" y="354"/>
                  <a:pt x="197" y="356"/>
                  <a:pt x="198" y="357"/>
                </a:cubicBezTo>
                <a:cubicBezTo>
                  <a:pt x="206" y="359"/>
                  <a:pt x="206" y="359"/>
                  <a:pt x="207" y="361"/>
                </a:cubicBezTo>
                <a:cubicBezTo>
                  <a:pt x="204" y="366"/>
                  <a:pt x="204" y="366"/>
                  <a:pt x="204" y="381"/>
                </a:cubicBezTo>
                <a:cubicBezTo>
                  <a:pt x="204" y="382"/>
                  <a:pt x="204" y="383"/>
                  <a:pt x="204" y="386"/>
                </a:cubicBezTo>
                <a:cubicBezTo>
                  <a:pt x="204" y="386"/>
                  <a:pt x="204" y="386"/>
                  <a:pt x="200" y="390"/>
                </a:cubicBezTo>
                <a:cubicBezTo>
                  <a:pt x="200" y="393"/>
                  <a:pt x="201" y="396"/>
                  <a:pt x="202" y="399"/>
                </a:cubicBezTo>
                <a:cubicBezTo>
                  <a:pt x="202" y="402"/>
                  <a:pt x="202" y="402"/>
                  <a:pt x="202" y="402"/>
                </a:cubicBezTo>
                <a:cubicBezTo>
                  <a:pt x="202" y="413"/>
                  <a:pt x="220" y="423"/>
                  <a:pt x="220" y="424"/>
                </a:cubicBezTo>
                <a:cubicBezTo>
                  <a:pt x="220" y="430"/>
                  <a:pt x="220" y="435"/>
                  <a:pt x="234" y="438"/>
                </a:cubicBezTo>
                <a:cubicBezTo>
                  <a:pt x="235" y="441"/>
                  <a:pt x="235" y="441"/>
                  <a:pt x="235" y="445"/>
                </a:cubicBezTo>
                <a:cubicBezTo>
                  <a:pt x="247" y="456"/>
                  <a:pt x="255" y="455"/>
                  <a:pt x="255" y="455"/>
                </a:cubicBezTo>
                <a:cubicBezTo>
                  <a:pt x="255" y="454"/>
                  <a:pt x="256" y="452"/>
                  <a:pt x="257" y="451"/>
                </a:cubicBezTo>
                <a:cubicBezTo>
                  <a:pt x="260" y="450"/>
                  <a:pt x="262" y="451"/>
                  <a:pt x="265" y="451"/>
                </a:cubicBezTo>
                <a:cubicBezTo>
                  <a:pt x="266" y="451"/>
                  <a:pt x="266" y="451"/>
                  <a:pt x="268" y="451"/>
                </a:cubicBezTo>
                <a:cubicBezTo>
                  <a:pt x="270" y="451"/>
                  <a:pt x="273" y="451"/>
                  <a:pt x="275" y="451"/>
                </a:cubicBezTo>
                <a:cubicBezTo>
                  <a:pt x="277" y="456"/>
                  <a:pt x="281" y="455"/>
                  <a:pt x="290" y="453"/>
                </a:cubicBezTo>
                <a:cubicBezTo>
                  <a:pt x="293" y="447"/>
                  <a:pt x="295" y="447"/>
                  <a:pt x="305" y="449"/>
                </a:cubicBezTo>
                <a:cubicBezTo>
                  <a:pt x="305" y="449"/>
                  <a:pt x="306" y="449"/>
                  <a:pt x="306" y="449"/>
                </a:cubicBezTo>
                <a:cubicBezTo>
                  <a:pt x="312" y="443"/>
                  <a:pt x="317" y="446"/>
                  <a:pt x="319" y="446"/>
                </a:cubicBezTo>
                <a:cubicBezTo>
                  <a:pt x="321" y="456"/>
                  <a:pt x="323" y="457"/>
                  <a:pt x="327" y="458"/>
                </a:cubicBezTo>
                <a:cubicBezTo>
                  <a:pt x="334" y="458"/>
                  <a:pt x="341" y="458"/>
                  <a:pt x="347" y="459"/>
                </a:cubicBezTo>
                <a:cubicBezTo>
                  <a:pt x="347" y="461"/>
                  <a:pt x="347" y="463"/>
                  <a:pt x="347" y="467"/>
                </a:cubicBezTo>
                <a:cubicBezTo>
                  <a:pt x="347" y="467"/>
                  <a:pt x="345" y="485"/>
                  <a:pt x="343" y="489"/>
                </a:cubicBezTo>
                <a:cubicBezTo>
                  <a:pt x="342" y="489"/>
                  <a:pt x="341" y="489"/>
                  <a:pt x="341" y="489"/>
                </a:cubicBezTo>
                <a:cubicBezTo>
                  <a:pt x="340" y="490"/>
                  <a:pt x="340" y="491"/>
                  <a:pt x="340" y="491"/>
                </a:cubicBezTo>
                <a:cubicBezTo>
                  <a:pt x="355" y="500"/>
                  <a:pt x="356" y="518"/>
                  <a:pt x="365" y="531"/>
                </a:cubicBezTo>
                <a:cubicBezTo>
                  <a:pt x="364" y="532"/>
                  <a:pt x="364" y="533"/>
                  <a:pt x="364" y="533"/>
                </a:cubicBezTo>
                <a:cubicBezTo>
                  <a:pt x="364" y="534"/>
                  <a:pt x="364" y="535"/>
                  <a:pt x="364" y="536"/>
                </a:cubicBezTo>
                <a:cubicBezTo>
                  <a:pt x="364" y="540"/>
                  <a:pt x="365" y="540"/>
                  <a:pt x="367" y="541"/>
                </a:cubicBezTo>
                <a:cubicBezTo>
                  <a:pt x="367" y="553"/>
                  <a:pt x="357" y="562"/>
                  <a:pt x="356" y="574"/>
                </a:cubicBezTo>
                <a:cubicBezTo>
                  <a:pt x="356" y="580"/>
                  <a:pt x="357" y="580"/>
                  <a:pt x="361" y="583"/>
                </a:cubicBezTo>
                <a:cubicBezTo>
                  <a:pt x="361" y="589"/>
                  <a:pt x="361" y="591"/>
                  <a:pt x="366" y="594"/>
                </a:cubicBezTo>
                <a:cubicBezTo>
                  <a:pt x="368" y="603"/>
                  <a:pt x="368" y="603"/>
                  <a:pt x="370" y="604"/>
                </a:cubicBezTo>
                <a:cubicBezTo>
                  <a:pt x="370" y="607"/>
                  <a:pt x="369" y="610"/>
                  <a:pt x="369" y="613"/>
                </a:cubicBezTo>
                <a:cubicBezTo>
                  <a:pt x="369" y="614"/>
                  <a:pt x="375" y="632"/>
                  <a:pt x="382" y="639"/>
                </a:cubicBezTo>
                <a:cubicBezTo>
                  <a:pt x="381" y="642"/>
                  <a:pt x="381" y="642"/>
                  <a:pt x="383" y="645"/>
                </a:cubicBezTo>
                <a:cubicBezTo>
                  <a:pt x="383" y="646"/>
                  <a:pt x="383" y="646"/>
                  <a:pt x="383" y="647"/>
                </a:cubicBezTo>
                <a:cubicBezTo>
                  <a:pt x="382" y="648"/>
                  <a:pt x="380" y="649"/>
                  <a:pt x="380" y="650"/>
                </a:cubicBezTo>
                <a:cubicBezTo>
                  <a:pt x="380" y="650"/>
                  <a:pt x="381" y="651"/>
                  <a:pt x="381" y="651"/>
                </a:cubicBezTo>
                <a:cubicBezTo>
                  <a:pt x="382" y="651"/>
                  <a:pt x="383" y="651"/>
                  <a:pt x="383" y="651"/>
                </a:cubicBezTo>
                <a:cubicBezTo>
                  <a:pt x="383" y="654"/>
                  <a:pt x="383" y="654"/>
                  <a:pt x="386" y="656"/>
                </a:cubicBezTo>
                <a:cubicBezTo>
                  <a:pt x="389" y="656"/>
                  <a:pt x="391" y="656"/>
                  <a:pt x="394" y="656"/>
                </a:cubicBezTo>
                <a:cubicBezTo>
                  <a:pt x="398" y="655"/>
                  <a:pt x="398" y="655"/>
                  <a:pt x="401" y="654"/>
                </a:cubicBezTo>
                <a:cubicBezTo>
                  <a:pt x="404" y="654"/>
                  <a:pt x="408" y="654"/>
                  <a:pt x="412" y="653"/>
                </a:cubicBezTo>
                <a:cubicBezTo>
                  <a:pt x="413" y="653"/>
                  <a:pt x="413" y="652"/>
                  <a:pt x="413" y="651"/>
                </a:cubicBezTo>
                <a:cubicBezTo>
                  <a:pt x="422" y="650"/>
                  <a:pt x="422" y="650"/>
                  <a:pt x="424" y="647"/>
                </a:cubicBezTo>
                <a:cubicBezTo>
                  <a:pt x="424" y="647"/>
                  <a:pt x="451" y="634"/>
                  <a:pt x="448" y="620"/>
                </a:cubicBezTo>
                <a:cubicBezTo>
                  <a:pt x="448" y="619"/>
                  <a:pt x="460" y="612"/>
                  <a:pt x="465" y="610"/>
                </a:cubicBezTo>
                <a:cubicBezTo>
                  <a:pt x="466" y="606"/>
                  <a:pt x="466" y="606"/>
                  <a:pt x="464" y="592"/>
                </a:cubicBezTo>
                <a:cubicBezTo>
                  <a:pt x="476" y="582"/>
                  <a:pt x="492" y="578"/>
                  <a:pt x="500" y="564"/>
                </a:cubicBezTo>
                <a:cubicBezTo>
                  <a:pt x="500" y="563"/>
                  <a:pt x="501" y="562"/>
                  <a:pt x="501" y="560"/>
                </a:cubicBezTo>
                <a:cubicBezTo>
                  <a:pt x="502" y="558"/>
                  <a:pt x="502" y="557"/>
                  <a:pt x="501" y="555"/>
                </a:cubicBezTo>
                <a:cubicBezTo>
                  <a:pt x="502" y="551"/>
                  <a:pt x="503" y="547"/>
                  <a:pt x="503" y="542"/>
                </a:cubicBezTo>
                <a:cubicBezTo>
                  <a:pt x="499" y="535"/>
                  <a:pt x="505" y="528"/>
                  <a:pt x="502" y="521"/>
                </a:cubicBezTo>
                <a:cubicBezTo>
                  <a:pt x="502" y="519"/>
                  <a:pt x="502" y="519"/>
                  <a:pt x="502" y="519"/>
                </a:cubicBezTo>
                <a:cubicBezTo>
                  <a:pt x="515" y="479"/>
                  <a:pt x="568" y="470"/>
                  <a:pt x="577" y="426"/>
                </a:cubicBezTo>
                <a:moveTo>
                  <a:pt x="133" y="516"/>
                </a:moveTo>
                <a:cubicBezTo>
                  <a:pt x="132" y="514"/>
                  <a:pt x="129" y="503"/>
                  <a:pt x="124" y="501"/>
                </a:cubicBezTo>
                <a:cubicBezTo>
                  <a:pt x="123" y="501"/>
                  <a:pt x="122" y="501"/>
                  <a:pt x="120" y="501"/>
                </a:cubicBezTo>
                <a:cubicBezTo>
                  <a:pt x="114" y="498"/>
                  <a:pt x="113" y="486"/>
                  <a:pt x="105" y="490"/>
                </a:cubicBezTo>
                <a:cubicBezTo>
                  <a:pt x="103" y="490"/>
                  <a:pt x="101" y="490"/>
                  <a:pt x="99" y="489"/>
                </a:cubicBezTo>
                <a:cubicBezTo>
                  <a:pt x="96" y="486"/>
                  <a:pt x="96" y="486"/>
                  <a:pt x="93" y="486"/>
                </a:cubicBezTo>
                <a:cubicBezTo>
                  <a:pt x="93" y="487"/>
                  <a:pt x="93" y="489"/>
                  <a:pt x="93" y="490"/>
                </a:cubicBezTo>
                <a:cubicBezTo>
                  <a:pt x="89" y="489"/>
                  <a:pt x="89" y="488"/>
                  <a:pt x="89" y="486"/>
                </a:cubicBezTo>
                <a:cubicBezTo>
                  <a:pt x="89" y="486"/>
                  <a:pt x="90" y="485"/>
                  <a:pt x="90" y="485"/>
                </a:cubicBezTo>
                <a:cubicBezTo>
                  <a:pt x="83" y="478"/>
                  <a:pt x="82" y="478"/>
                  <a:pt x="80" y="478"/>
                </a:cubicBezTo>
                <a:cubicBezTo>
                  <a:pt x="80" y="478"/>
                  <a:pt x="80" y="478"/>
                  <a:pt x="79" y="477"/>
                </a:cubicBezTo>
                <a:cubicBezTo>
                  <a:pt x="77" y="475"/>
                  <a:pt x="77" y="475"/>
                  <a:pt x="74" y="476"/>
                </a:cubicBezTo>
                <a:cubicBezTo>
                  <a:pt x="75" y="477"/>
                  <a:pt x="75" y="479"/>
                  <a:pt x="76" y="481"/>
                </a:cubicBezTo>
                <a:cubicBezTo>
                  <a:pt x="75" y="481"/>
                  <a:pt x="74" y="481"/>
                  <a:pt x="73" y="481"/>
                </a:cubicBezTo>
                <a:cubicBezTo>
                  <a:pt x="73" y="480"/>
                  <a:pt x="73" y="479"/>
                  <a:pt x="72" y="478"/>
                </a:cubicBezTo>
                <a:cubicBezTo>
                  <a:pt x="72" y="477"/>
                  <a:pt x="73" y="476"/>
                  <a:pt x="73" y="475"/>
                </a:cubicBezTo>
                <a:cubicBezTo>
                  <a:pt x="73" y="475"/>
                  <a:pt x="73" y="474"/>
                  <a:pt x="73" y="474"/>
                </a:cubicBezTo>
                <a:cubicBezTo>
                  <a:pt x="73" y="472"/>
                  <a:pt x="73" y="472"/>
                  <a:pt x="68" y="470"/>
                </a:cubicBezTo>
                <a:cubicBezTo>
                  <a:pt x="68" y="470"/>
                  <a:pt x="68" y="470"/>
                  <a:pt x="68" y="470"/>
                </a:cubicBezTo>
                <a:cubicBezTo>
                  <a:pt x="68" y="470"/>
                  <a:pt x="67" y="470"/>
                  <a:pt x="66" y="470"/>
                </a:cubicBezTo>
                <a:cubicBezTo>
                  <a:pt x="67" y="474"/>
                  <a:pt x="67" y="474"/>
                  <a:pt x="67" y="475"/>
                </a:cubicBezTo>
                <a:cubicBezTo>
                  <a:pt x="66" y="475"/>
                  <a:pt x="65" y="475"/>
                  <a:pt x="65" y="475"/>
                </a:cubicBezTo>
                <a:cubicBezTo>
                  <a:pt x="65" y="474"/>
                  <a:pt x="64" y="473"/>
                  <a:pt x="64" y="472"/>
                </a:cubicBezTo>
                <a:cubicBezTo>
                  <a:pt x="65" y="471"/>
                  <a:pt x="66" y="470"/>
                  <a:pt x="66" y="469"/>
                </a:cubicBezTo>
                <a:cubicBezTo>
                  <a:pt x="65" y="461"/>
                  <a:pt x="65" y="461"/>
                  <a:pt x="64" y="459"/>
                </a:cubicBezTo>
                <a:cubicBezTo>
                  <a:pt x="64" y="459"/>
                  <a:pt x="63" y="459"/>
                  <a:pt x="62" y="459"/>
                </a:cubicBezTo>
                <a:cubicBezTo>
                  <a:pt x="62" y="457"/>
                  <a:pt x="62" y="454"/>
                  <a:pt x="61" y="451"/>
                </a:cubicBezTo>
                <a:cubicBezTo>
                  <a:pt x="59" y="446"/>
                  <a:pt x="55" y="442"/>
                  <a:pt x="52" y="437"/>
                </a:cubicBezTo>
                <a:cubicBezTo>
                  <a:pt x="51" y="437"/>
                  <a:pt x="50" y="436"/>
                  <a:pt x="49" y="436"/>
                </a:cubicBezTo>
                <a:cubicBezTo>
                  <a:pt x="49" y="435"/>
                  <a:pt x="48" y="435"/>
                  <a:pt x="48" y="434"/>
                </a:cubicBezTo>
                <a:cubicBezTo>
                  <a:pt x="47" y="435"/>
                  <a:pt x="45" y="435"/>
                  <a:pt x="45" y="435"/>
                </a:cubicBezTo>
                <a:cubicBezTo>
                  <a:pt x="44" y="435"/>
                  <a:pt x="44" y="435"/>
                  <a:pt x="44" y="435"/>
                </a:cubicBezTo>
                <a:cubicBezTo>
                  <a:pt x="44" y="435"/>
                  <a:pt x="34" y="422"/>
                  <a:pt x="32" y="419"/>
                </a:cubicBezTo>
                <a:cubicBezTo>
                  <a:pt x="32" y="419"/>
                  <a:pt x="32" y="418"/>
                  <a:pt x="31" y="417"/>
                </a:cubicBezTo>
                <a:cubicBezTo>
                  <a:pt x="30" y="415"/>
                  <a:pt x="30" y="415"/>
                  <a:pt x="30" y="412"/>
                </a:cubicBezTo>
                <a:cubicBezTo>
                  <a:pt x="30" y="412"/>
                  <a:pt x="30" y="412"/>
                  <a:pt x="29" y="412"/>
                </a:cubicBezTo>
                <a:cubicBezTo>
                  <a:pt x="29" y="412"/>
                  <a:pt x="28" y="413"/>
                  <a:pt x="28" y="413"/>
                </a:cubicBezTo>
                <a:cubicBezTo>
                  <a:pt x="27" y="412"/>
                  <a:pt x="27" y="412"/>
                  <a:pt x="26" y="408"/>
                </a:cubicBezTo>
                <a:cubicBezTo>
                  <a:pt x="26" y="408"/>
                  <a:pt x="27" y="407"/>
                  <a:pt x="27" y="407"/>
                </a:cubicBezTo>
                <a:cubicBezTo>
                  <a:pt x="26" y="406"/>
                  <a:pt x="26" y="405"/>
                  <a:pt x="25" y="404"/>
                </a:cubicBezTo>
                <a:cubicBezTo>
                  <a:pt x="24" y="406"/>
                  <a:pt x="24" y="406"/>
                  <a:pt x="24" y="406"/>
                </a:cubicBezTo>
                <a:cubicBezTo>
                  <a:pt x="24" y="406"/>
                  <a:pt x="24" y="406"/>
                  <a:pt x="24" y="406"/>
                </a:cubicBezTo>
                <a:cubicBezTo>
                  <a:pt x="23" y="405"/>
                  <a:pt x="22" y="405"/>
                  <a:pt x="22" y="405"/>
                </a:cubicBezTo>
                <a:cubicBezTo>
                  <a:pt x="22" y="406"/>
                  <a:pt x="22" y="407"/>
                  <a:pt x="22" y="409"/>
                </a:cubicBezTo>
                <a:cubicBezTo>
                  <a:pt x="21" y="409"/>
                  <a:pt x="21" y="409"/>
                  <a:pt x="21" y="410"/>
                </a:cubicBezTo>
                <a:cubicBezTo>
                  <a:pt x="20" y="406"/>
                  <a:pt x="20" y="406"/>
                  <a:pt x="18" y="405"/>
                </a:cubicBezTo>
                <a:cubicBezTo>
                  <a:pt x="18" y="405"/>
                  <a:pt x="17" y="405"/>
                  <a:pt x="16" y="405"/>
                </a:cubicBezTo>
                <a:cubicBezTo>
                  <a:pt x="16" y="404"/>
                  <a:pt x="15" y="404"/>
                  <a:pt x="15" y="403"/>
                </a:cubicBezTo>
                <a:cubicBezTo>
                  <a:pt x="15" y="402"/>
                  <a:pt x="15" y="401"/>
                  <a:pt x="14" y="399"/>
                </a:cubicBezTo>
                <a:cubicBezTo>
                  <a:pt x="13" y="398"/>
                  <a:pt x="12" y="397"/>
                  <a:pt x="12" y="396"/>
                </a:cubicBezTo>
                <a:cubicBezTo>
                  <a:pt x="12" y="396"/>
                  <a:pt x="12" y="409"/>
                  <a:pt x="11" y="413"/>
                </a:cubicBezTo>
                <a:cubicBezTo>
                  <a:pt x="9" y="402"/>
                  <a:pt x="10" y="396"/>
                  <a:pt x="10" y="393"/>
                </a:cubicBezTo>
                <a:cubicBezTo>
                  <a:pt x="10" y="392"/>
                  <a:pt x="10" y="392"/>
                  <a:pt x="10" y="392"/>
                </a:cubicBezTo>
                <a:cubicBezTo>
                  <a:pt x="10" y="392"/>
                  <a:pt x="10" y="392"/>
                  <a:pt x="9" y="392"/>
                </a:cubicBezTo>
                <a:cubicBezTo>
                  <a:pt x="9" y="394"/>
                  <a:pt x="9" y="394"/>
                  <a:pt x="9" y="397"/>
                </a:cubicBezTo>
                <a:cubicBezTo>
                  <a:pt x="8" y="397"/>
                  <a:pt x="8" y="397"/>
                  <a:pt x="7" y="398"/>
                </a:cubicBezTo>
                <a:cubicBezTo>
                  <a:pt x="7" y="399"/>
                  <a:pt x="6" y="401"/>
                  <a:pt x="6" y="401"/>
                </a:cubicBezTo>
                <a:cubicBezTo>
                  <a:pt x="6" y="404"/>
                  <a:pt x="6" y="406"/>
                  <a:pt x="6" y="410"/>
                </a:cubicBezTo>
                <a:cubicBezTo>
                  <a:pt x="2" y="424"/>
                  <a:pt x="12" y="436"/>
                  <a:pt x="10" y="449"/>
                </a:cubicBezTo>
                <a:cubicBezTo>
                  <a:pt x="11" y="454"/>
                  <a:pt x="11" y="454"/>
                  <a:pt x="11" y="456"/>
                </a:cubicBezTo>
                <a:cubicBezTo>
                  <a:pt x="12" y="461"/>
                  <a:pt x="12" y="461"/>
                  <a:pt x="13" y="465"/>
                </a:cubicBezTo>
                <a:cubicBezTo>
                  <a:pt x="13" y="465"/>
                  <a:pt x="13" y="465"/>
                  <a:pt x="13" y="466"/>
                </a:cubicBezTo>
                <a:cubicBezTo>
                  <a:pt x="16" y="475"/>
                  <a:pt x="16" y="475"/>
                  <a:pt x="16" y="476"/>
                </a:cubicBezTo>
                <a:cubicBezTo>
                  <a:pt x="17" y="477"/>
                  <a:pt x="17" y="478"/>
                  <a:pt x="17" y="479"/>
                </a:cubicBezTo>
                <a:cubicBezTo>
                  <a:pt x="17" y="479"/>
                  <a:pt x="18" y="484"/>
                  <a:pt x="21" y="492"/>
                </a:cubicBezTo>
                <a:cubicBezTo>
                  <a:pt x="21" y="493"/>
                  <a:pt x="21" y="493"/>
                  <a:pt x="22" y="494"/>
                </a:cubicBezTo>
                <a:cubicBezTo>
                  <a:pt x="25" y="502"/>
                  <a:pt x="28" y="509"/>
                  <a:pt x="32" y="517"/>
                </a:cubicBezTo>
                <a:cubicBezTo>
                  <a:pt x="32" y="518"/>
                  <a:pt x="32" y="519"/>
                  <a:pt x="33" y="520"/>
                </a:cubicBezTo>
                <a:cubicBezTo>
                  <a:pt x="38" y="531"/>
                  <a:pt x="50" y="555"/>
                  <a:pt x="61" y="564"/>
                </a:cubicBezTo>
                <a:cubicBezTo>
                  <a:pt x="64" y="567"/>
                  <a:pt x="66" y="571"/>
                  <a:pt x="68" y="575"/>
                </a:cubicBezTo>
                <a:cubicBezTo>
                  <a:pt x="69" y="576"/>
                  <a:pt x="70" y="577"/>
                  <a:pt x="70" y="578"/>
                </a:cubicBezTo>
                <a:cubicBezTo>
                  <a:pt x="70" y="579"/>
                  <a:pt x="70" y="579"/>
                  <a:pt x="70" y="579"/>
                </a:cubicBezTo>
                <a:cubicBezTo>
                  <a:pt x="71" y="579"/>
                  <a:pt x="71" y="579"/>
                  <a:pt x="72" y="580"/>
                </a:cubicBezTo>
                <a:cubicBezTo>
                  <a:pt x="72" y="581"/>
                  <a:pt x="72" y="581"/>
                  <a:pt x="73" y="582"/>
                </a:cubicBezTo>
                <a:cubicBezTo>
                  <a:pt x="73" y="582"/>
                  <a:pt x="73" y="582"/>
                  <a:pt x="73" y="583"/>
                </a:cubicBezTo>
                <a:cubicBezTo>
                  <a:pt x="75" y="586"/>
                  <a:pt x="75" y="586"/>
                  <a:pt x="76" y="587"/>
                </a:cubicBezTo>
                <a:cubicBezTo>
                  <a:pt x="76" y="587"/>
                  <a:pt x="76" y="587"/>
                  <a:pt x="76" y="587"/>
                </a:cubicBezTo>
                <a:cubicBezTo>
                  <a:pt x="77" y="588"/>
                  <a:pt x="77" y="588"/>
                  <a:pt x="78" y="590"/>
                </a:cubicBezTo>
                <a:cubicBezTo>
                  <a:pt x="78" y="590"/>
                  <a:pt x="79" y="591"/>
                  <a:pt x="79" y="591"/>
                </a:cubicBezTo>
                <a:cubicBezTo>
                  <a:pt x="79" y="592"/>
                  <a:pt x="79" y="592"/>
                  <a:pt x="79" y="592"/>
                </a:cubicBezTo>
                <a:cubicBezTo>
                  <a:pt x="79" y="592"/>
                  <a:pt x="80" y="592"/>
                  <a:pt x="80" y="592"/>
                </a:cubicBezTo>
                <a:cubicBezTo>
                  <a:pt x="81" y="594"/>
                  <a:pt x="81" y="595"/>
                  <a:pt x="83" y="597"/>
                </a:cubicBezTo>
                <a:cubicBezTo>
                  <a:pt x="83" y="597"/>
                  <a:pt x="84" y="598"/>
                  <a:pt x="84" y="598"/>
                </a:cubicBezTo>
                <a:cubicBezTo>
                  <a:pt x="84" y="598"/>
                  <a:pt x="84" y="599"/>
                  <a:pt x="85" y="599"/>
                </a:cubicBezTo>
                <a:cubicBezTo>
                  <a:pt x="87" y="602"/>
                  <a:pt x="89" y="606"/>
                  <a:pt x="92" y="609"/>
                </a:cubicBezTo>
                <a:cubicBezTo>
                  <a:pt x="92" y="609"/>
                  <a:pt x="100" y="619"/>
                  <a:pt x="102" y="622"/>
                </a:cubicBezTo>
                <a:cubicBezTo>
                  <a:pt x="103" y="622"/>
                  <a:pt x="103" y="623"/>
                  <a:pt x="103" y="623"/>
                </a:cubicBezTo>
                <a:cubicBezTo>
                  <a:pt x="110" y="630"/>
                  <a:pt x="117" y="637"/>
                  <a:pt x="123" y="644"/>
                </a:cubicBezTo>
                <a:cubicBezTo>
                  <a:pt x="124" y="645"/>
                  <a:pt x="124" y="645"/>
                  <a:pt x="126" y="647"/>
                </a:cubicBezTo>
                <a:cubicBezTo>
                  <a:pt x="126" y="647"/>
                  <a:pt x="127" y="648"/>
                  <a:pt x="127" y="648"/>
                </a:cubicBezTo>
                <a:cubicBezTo>
                  <a:pt x="148" y="666"/>
                  <a:pt x="148" y="666"/>
                  <a:pt x="152" y="669"/>
                </a:cubicBezTo>
                <a:cubicBezTo>
                  <a:pt x="156" y="672"/>
                  <a:pt x="160" y="675"/>
                  <a:pt x="165" y="678"/>
                </a:cubicBezTo>
                <a:cubicBezTo>
                  <a:pt x="165" y="678"/>
                  <a:pt x="165" y="678"/>
                  <a:pt x="165" y="678"/>
                </a:cubicBezTo>
                <a:cubicBezTo>
                  <a:pt x="156" y="672"/>
                  <a:pt x="156" y="672"/>
                  <a:pt x="156" y="672"/>
                </a:cubicBezTo>
                <a:cubicBezTo>
                  <a:pt x="157" y="672"/>
                  <a:pt x="157" y="672"/>
                  <a:pt x="157" y="672"/>
                </a:cubicBezTo>
                <a:cubicBezTo>
                  <a:pt x="158" y="673"/>
                  <a:pt x="159" y="674"/>
                  <a:pt x="161" y="675"/>
                </a:cubicBezTo>
                <a:cubicBezTo>
                  <a:pt x="161" y="675"/>
                  <a:pt x="161" y="676"/>
                  <a:pt x="162" y="676"/>
                </a:cubicBezTo>
                <a:cubicBezTo>
                  <a:pt x="163" y="677"/>
                  <a:pt x="165" y="678"/>
                  <a:pt x="167" y="680"/>
                </a:cubicBezTo>
                <a:cubicBezTo>
                  <a:pt x="169" y="681"/>
                  <a:pt x="169" y="681"/>
                  <a:pt x="178" y="687"/>
                </a:cubicBezTo>
                <a:cubicBezTo>
                  <a:pt x="177" y="686"/>
                  <a:pt x="175" y="685"/>
                  <a:pt x="174" y="685"/>
                </a:cubicBezTo>
                <a:cubicBezTo>
                  <a:pt x="174" y="684"/>
                  <a:pt x="174" y="684"/>
                  <a:pt x="173" y="684"/>
                </a:cubicBezTo>
                <a:cubicBezTo>
                  <a:pt x="172" y="683"/>
                  <a:pt x="172" y="683"/>
                  <a:pt x="171" y="683"/>
                </a:cubicBezTo>
                <a:cubicBezTo>
                  <a:pt x="172" y="683"/>
                  <a:pt x="172" y="683"/>
                  <a:pt x="172" y="683"/>
                </a:cubicBezTo>
                <a:cubicBezTo>
                  <a:pt x="173" y="684"/>
                  <a:pt x="174" y="684"/>
                  <a:pt x="175" y="685"/>
                </a:cubicBezTo>
                <a:cubicBezTo>
                  <a:pt x="177" y="686"/>
                  <a:pt x="180" y="688"/>
                  <a:pt x="182" y="689"/>
                </a:cubicBezTo>
                <a:cubicBezTo>
                  <a:pt x="181" y="689"/>
                  <a:pt x="179" y="688"/>
                  <a:pt x="178" y="687"/>
                </a:cubicBezTo>
                <a:cubicBezTo>
                  <a:pt x="179" y="688"/>
                  <a:pt x="180" y="688"/>
                  <a:pt x="181" y="689"/>
                </a:cubicBezTo>
                <a:cubicBezTo>
                  <a:pt x="186" y="692"/>
                  <a:pt x="191" y="695"/>
                  <a:pt x="196" y="698"/>
                </a:cubicBezTo>
                <a:cubicBezTo>
                  <a:pt x="197" y="698"/>
                  <a:pt x="197" y="698"/>
                  <a:pt x="198" y="699"/>
                </a:cubicBezTo>
                <a:cubicBezTo>
                  <a:pt x="199" y="700"/>
                  <a:pt x="201" y="700"/>
                  <a:pt x="202" y="701"/>
                </a:cubicBezTo>
                <a:cubicBezTo>
                  <a:pt x="203" y="701"/>
                  <a:pt x="203" y="701"/>
                  <a:pt x="203" y="702"/>
                </a:cubicBezTo>
                <a:cubicBezTo>
                  <a:pt x="207" y="703"/>
                  <a:pt x="210" y="705"/>
                  <a:pt x="213" y="706"/>
                </a:cubicBezTo>
                <a:cubicBezTo>
                  <a:pt x="214" y="707"/>
                  <a:pt x="214" y="707"/>
                  <a:pt x="214" y="707"/>
                </a:cubicBezTo>
                <a:cubicBezTo>
                  <a:pt x="215" y="707"/>
                  <a:pt x="215" y="707"/>
                  <a:pt x="215" y="707"/>
                </a:cubicBezTo>
                <a:cubicBezTo>
                  <a:pt x="215" y="708"/>
                  <a:pt x="215" y="708"/>
                  <a:pt x="215" y="708"/>
                </a:cubicBezTo>
                <a:cubicBezTo>
                  <a:pt x="219" y="709"/>
                  <a:pt x="219" y="709"/>
                  <a:pt x="220" y="710"/>
                </a:cubicBezTo>
                <a:cubicBezTo>
                  <a:pt x="221" y="710"/>
                  <a:pt x="221" y="710"/>
                  <a:pt x="221" y="710"/>
                </a:cubicBezTo>
                <a:cubicBezTo>
                  <a:pt x="228" y="713"/>
                  <a:pt x="237" y="717"/>
                  <a:pt x="237" y="717"/>
                </a:cubicBezTo>
                <a:cubicBezTo>
                  <a:pt x="237" y="717"/>
                  <a:pt x="238" y="717"/>
                  <a:pt x="238" y="717"/>
                </a:cubicBezTo>
                <a:cubicBezTo>
                  <a:pt x="240" y="718"/>
                  <a:pt x="240" y="718"/>
                  <a:pt x="243" y="719"/>
                </a:cubicBezTo>
                <a:cubicBezTo>
                  <a:pt x="243" y="719"/>
                  <a:pt x="243" y="719"/>
                  <a:pt x="245" y="719"/>
                </a:cubicBezTo>
                <a:cubicBezTo>
                  <a:pt x="245" y="719"/>
                  <a:pt x="245" y="719"/>
                  <a:pt x="245" y="719"/>
                </a:cubicBezTo>
                <a:cubicBezTo>
                  <a:pt x="241" y="717"/>
                  <a:pt x="241" y="717"/>
                  <a:pt x="239" y="717"/>
                </a:cubicBezTo>
                <a:cubicBezTo>
                  <a:pt x="238" y="717"/>
                  <a:pt x="238" y="716"/>
                  <a:pt x="236" y="716"/>
                </a:cubicBezTo>
                <a:cubicBezTo>
                  <a:pt x="236" y="716"/>
                  <a:pt x="230" y="713"/>
                  <a:pt x="227" y="712"/>
                </a:cubicBezTo>
                <a:cubicBezTo>
                  <a:pt x="226" y="712"/>
                  <a:pt x="226" y="712"/>
                  <a:pt x="225" y="711"/>
                </a:cubicBezTo>
                <a:cubicBezTo>
                  <a:pt x="218" y="708"/>
                  <a:pt x="218" y="708"/>
                  <a:pt x="217" y="707"/>
                </a:cubicBezTo>
                <a:cubicBezTo>
                  <a:pt x="217" y="707"/>
                  <a:pt x="216" y="707"/>
                  <a:pt x="215" y="706"/>
                </a:cubicBezTo>
                <a:cubicBezTo>
                  <a:pt x="214" y="706"/>
                  <a:pt x="212" y="705"/>
                  <a:pt x="210" y="704"/>
                </a:cubicBezTo>
                <a:cubicBezTo>
                  <a:pt x="210" y="704"/>
                  <a:pt x="209" y="704"/>
                  <a:pt x="209" y="703"/>
                </a:cubicBezTo>
                <a:cubicBezTo>
                  <a:pt x="209" y="703"/>
                  <a:pt x="209" y="704"/>
                  <a:pt x="208" y="703"/>
                </a:cubicBezTo>
                <a:cubicBezTo>
                  <a:pt x="203" y="700"/>
                  <a:pt x="196" y="695"/>
                  <a:pt x="196" y="695"/>
                </a:cubicBezTo>
                <a:cubicBezTo>
                  <a:pt x="195" y="695"/>
                  <a:pt x="194" y="694"/>
                  <a:pt x="194" y="694"/>
                </a:cubicBezTo>
                <a:cubicBezTo>
                  <a:pt x="193" y="694"/>
                  <a:pt x="193" y="694"/>
                  <a:pt x="192" y="693"/>
                </a:cubicBezTo>
                <a:cubicBezTo>
                  <a:pt x="190" y="692"/>
                  <a:pt x="187" y="691"/>
                  <a:pt x="184" y="689"/>
                </a:cubicBezTo>
                <a:cubicBezTo>
                  <a:pt x="184" y="689"/>
                  <a:pt x="184" y="689"/>
                  <a:pt x="183" y="688"/>
                </a:cubicBezTo>
                <a:cubicBezTo>
                  <a:pt x="182" y="688"/>
                  <a:pt x="181" y="687"/>
                  <a:pt x="180" y="686"/>
                </a:cubicBezTo>
                <a:cubicBezTo>
                  <a:pt x="181" y="686"/>
                  <a:pt x="181" y="686"/>
                  <a:pt x="182" y="686"/>
                </a:cubicBezTo>
                <a:cubicBezTo>
                  <a:pt x="180" y="685"/>
                  <a:pt x="178" y="684"/>
                  <a:pt x="176" y="682"/>
                </a:cubicBezTo>
                <a:cubicBezTo>
                  <a:pt x="173" y="680"/>
                  <a:pt x="171" y="678"/>
                  <a:pt x="168" y="676"/>
                </a:cubicBezTo>
                <a:cubicBezTo>
                  <a:pt x="168" y="675"/>
                  <a:pt x="168" y="675"/>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6" y="674"/>
                </a:cubicBezTo>
                <a:cubicBezTo>
                  <a:pt x="166" y="674"/>
                  <a:pt x="166" y="674"/>
                  <a:pt x="167" y="675"/>
                </a:cubicBezTo>
                <a:cubicBezTo>
                  <a:pt x="165" y="675"/>
                  <a:pt x="165" y="675"/>
                  <a:pt x="161" y="671"/>
                </a:cubicBezTo>
                <a:cubicBezTo>
                  <a:pt x="160" y="671"/>
                  <a:pt x="159" y="670"/>
                  <a:pt x="158" y="669"/>
                </a:cubicBezTo>
                <a:cubicBezTo>
                  <a:pt x="158" y="669"/>
                  <a:pt x="158" y="669"/>
                  <a:pt x="160" y="670"/>
                </a:cubicBezTo>
                <a:cubicBezTo>
                  <a:pt x="161" y="670"/>
                  <a:pt x="161" y="671"/>
                  <a:pt x="162" y="671"/>
                </a:cubicBezTo>
                <a:cubicBezTo>
                  <a:pt x="162" y="671"/>
                  <a:pt x="163" y="671"/>
                  <a:pt x="163" y="671"/>
                </a:cubicBezTo>
                <a:cubicBezTo>
                  <a:pt x="162" y="670"/>
                  <a:pt x="162" y="670"/>
                  <a:pt x="161" y="670"/>
                </a:cubicBezTo>
                <a:cubicBezTo>
                  <a:pt x="161" y="669"/>
                  <a:pt x="161" y="669"/>
                  <a:pt x="159" y="668"/>
                </a:cubicBezTo>
                <a:cubicBezTo>
                  <a:pt x="158" y="667"/>
                  <a:pt x="158" y="667"/>
                  <a:pt x="154" y="663"/>
                </a:cubicBezTo>
                <a:cubicBezTo>
                  <a:pt x="153" y="663"/>
                  <a:pt x="153" y="662"/>
                  <a:pt x="152" y="662"/>
                </a:cubicBezTo>
                <a:cubicBezTo>
                  <a:pt x="152" y="662"/>
                  <a:pt x="153" y="662"/>
                  <a:pt x="153" y="662"/>
                </a:cubicBezTo>
                <a:cubicBezTo>
                  <a:pt x="154" y="662"/>
                  <a:pt x="154" y="662"/>
                  <a:pt x="154" y="661"/>
                </a:cubicBezTo>
                <a:cubicBezTo>
                  <a:pt x="155" y="661"/>
                  <a:pt x="155" y="661"/>
                  <a:pt x="157" y="662"/>
                </a:cubicBezTo>
                <a:cubicBezTo>
                  <a:pt x="155" y="660"/>
                  <a:pt x="153" y="657"/>
                  <a:pt x="152" y="655"/>
                </a:cubicBezTo>
                <a:cubicBezTo>
                  <a:pt x="151" y="653"/>
                  <a:pt x="151" y="653"/>
                  <a:pt x="151" y="653"/>
                </a:cubicBezTo>
                <a:cubicBezTo>
                  <a:pt x="150" y="653"/>
                  <a:pt x="149" y="652"/>
                  <a:pt x="148" y="651"/>
                </a:cubicBezTo>
                <a:cubicBezTo>
                  <a:pt x="148" y="651"/>
                  <a:pt x="148" y="651"/>
                  <a:pt x="147" y="651"/>
                </a:cubicBezTo>
                <a:cubicBezTo>
                  <a:pt x="147" y="650"/>
                  <a:pt x="146" y="650"/>
                  <a:pt x="145" y="648"/>
                </a:cubicBezTo>
                <a:cubicBezTo>
                  <a:pt x="142" y="646"/>
                  <a:pt x="139" y="645"/>
                  <a:pt x="137" y="643"/>
                </a:cubicBezTo>
                <a:cubicBezTo>
                  <a:pt x="138" y="643"/>
                  <a:pt x="138" y="643"/>
                  <a:pt x="139" y="643"/>
                </a:cubicBezTo>
                <a:cubicBezTo>
                  <a:pt x="145" y="646"/>
                  <a:pt x="145" y="646"/>
                  <a:pt x="146" y="644"/>
                </a:cubicBezTo>
                <a:cubicBezTo>
                  <a:pt x="137" y="630"/>
                  <a:pt x="137" y="628"/>
                  <a:pt x="137" y="627"/>
                </a:cubicBezTo>
                <a:cubicBezTo>
                  <a:pt x="138" y="628"/>
                  <a:pt x="139" y="630"/>
                  <a:pt x="140" y="631"/>
                </a:cubicBezTo>
                <a:cubicBezTo>
                  <a:pt x="137" y="619"/>
                  <a:pt x="125" y="611"/>
                  <a:pt x="127" y="597"/>
                </a:cubicBezTo>
                <a:cubicBezTo>
                  <a:pt x="128" y="597"/>
                  <a:pt x="129" y="597"/>
                  <a:pt x="130" y="597"/>
                </a:cubicBezTo>
                <a:cubicBezTo>
                  <a:pt x="130" y="596"/>
                  <a:pt x="131" y="594"/>
                  <a:pt x="131" y="593"/>
                </a:cubicBezTo>
                <a:cubicBezTo>
                  <a:pt x="133" y="594"/>
                  <a:pt x="136" y="594"/>
                  <a:pt x="138" y="594"/>
                </a:cubicBezTo>
                <a:cubicBezTo>
                  <a:pt x="138" y="593"/>
                  <a:pt x="138" y="592"/>
                  <a:pt x="137" y="591"/>
                </a:cubicBezTo>
                <a:cubicBezTo>
                  <a:pt x="138" y="590"/>
                  <a:pt x="138" y="590"/>
                  <a:pt x="138" y="590"/>
                </a:cubicBezTo>
                <a:cubicBezTo>
                  <a:pt x="137" y="585"/>
                  <a:pt x="137" y="585"/>
                  <a:pt x="137" y="584"/>
                </a:cubicBezTo>
                <a:cubicBezTo>
                  <a:pt x="137" y="583"/>
                  <a:pt x="138" y="583"/>
                  <a:pt x="138" y="583"/>
                </a:cubicBezTo>
                <a:cubicBezTo>
                  <a:pt x="136" y="579"/>
                  <a:pt x="136" y="578"/>
                  <a:pt x="136" y="575"/>
                </a:cubicBezTo>
                <a:cubicBezTo>
                  <a:pt x="136" y="575"/>
                  <a:pt x="136" y="575"/>
                  <a:pt x="136" y="575"/>
                </a:cubicBezTo>
                <a:cubicBezTo>
                  <a:pt x="136" y="572"/>
                  <a:pt x="134" y="569"/>
                  <a:pt x="133" y="566"/>
                </a:cubicBezTo>
                <a:cubicBezTo>
                  <a:pt x="133" y="566"/>
                  <a:pt x="133" y="566"/>
                  <a:pt x="133" y="564"/>
                </a:cubicBezTo>
                <a:cubicBezTo>
                  <a:pt x="133" y="561"/>
                  <a:pt x="132" y="559"/>
                  <a:pt x="131" y="557"/>
                </a:cubicBezTo>
                <a:cubicBezTo>
                  <a:pt x="131" y="557"/>
                  <a:pt x="131" y="556"/>
                  <a:pt x="130" y="555"/>
                </a:cubicBezTo>
                <a:cubicBezTo>
                  <a:pt x="130" y="554"/>
                  <a:pt x="130" y="554"/>
                  <a:pt x="129" y="553"/>
                </a:cubicBezTo>
                <a:cubicBezTo>
                  <a:pt x="129" y="552"/>
                  <a:pt x="129" y="552"/>
                  <a:pt x="128" y="550"/>
                </a:cubicBezTo>
                <a:cubicBezTo>
                  <a:pt x="127" y="548"/>
                  <a:pt x="126" y="545"/>
                  <a:pt x="126" y="543"/>
                </a:cubicBezTo>
                <a:cubicBezTo>
                  <a:pt x="126" y="543"/>
                  <a:pt x="126" y="543"/>
                  <a:pt x="129" y="535"/>
                </a:cubicBezTo>
                <a:cubicBezTo>
                  <a:pt x="129" y="534"/>
                  <a:pt x="130" y="534"/>
                  <a:pt x="130" y="534"/>
                </a:cubicBezTo>
                <a:cubicBezTo>
                  <a:pt x="130" y="533"/>
                  <a:pt x="131" y="533"/>
                  <a:pt x="131" y="532"/>
                </a:cubicBezTo>
                <a:cubicBezTo>
                  <a:pt x="131" y="532"/>
                  <a:pt x="132" y="525"/>
                  <a:pt x="133" y="522"/>
                </a:cubicBezTo>
                <a:cubicBezTo>
                  <a:pt x="134" y="519"/>
                  <a:pt x="134" y="519"/>
                  <a:pt x="133" y="516"/>
                </a:cubicBezTo>
                <a:moveTo>
                  <a:pt x="19" y="357"/>
                </a:moveTo>
                <a:cubicBezTo>
                  <a:pt x="20" y="357"/>
                  <a:pt x="20" y="357"/>
                  <a:pt x="20" y="357"/>
                </a:cubicBezTo>
                <a:cubicBezTo>
                  <a:pt x="19" y="357"/>
                  <a:pt x="19" y="356"/>
                  <a:pt x="19" y="356"/>
                </a:cubicBezTo>
                <a:cubicBezTo>
                  <a:pt x="19" y="355"/>
                  <a:pt x="19" y="353"/>
                  <a:pt x="19" y="352"/>
                </a:cubicBezTo>
                <a:cubicBezTo>
                  <a:pt x="17" y="353"/>
                  <a:pt x="17" y="353"/>
                  <a:pt x="17" y="353"/>
                </a:cubicBezTo>
                <a:cubicBezTo>
                  <a:pt x="16" y="353"/>
                  <a:pt x="16" y="353"/>
                  <a:pt x="16" y="353"/>
                </a:cubicBezTo>
                <a:cubicBezTo>
                  <a:pt x="16" y="352"/>
                  <a:pt x="16" y="352"/>
                  <a:pt x="15" y="351"/>
                </a:cubicBezTo>
                <a:cubicBezTo>
                  <a:pt x="15" y="351"/>
                  <a:pt x="15" y="351"/>
                  <a:pt x="15" y="351"/>
                </a:cubicBezTo>
                <a:cubicBezTo>
                  <a:pt x="14" y="352"/>
                  <a:pt x="14" y="353"/>
                  <a:pt x="14" y="353"/>
                </a:cubicBezTo>
                <a:cubicBezTo>
                  <a:pt x="13" y="353"/>
                  <a:pt x="13" y="353"/>
                  <a:pt x="13" y="353"/>
                </a:cubicBezTo>
                <a:cubicBezTo>
                  <a:pt x="13" y="353"/>
                  <a:pt x="13" y="353"/>
                  <a:pt x="12" y="352"/>
                </a:cubicBezTo>
                <a:cubicBezTo>
                  <a:pt x="12" y="351"/>
                  <a:pt x="12" y="351"/>
                  <a:pt x="12" y="351"/>
                </a:cubicBezTo>
                <a:cubicBezTo>
                  <a:pt x="12" y="350"/>
                  <a:pt x="12" y="350"/>
                  <a:pt x="11" y="349"/>
                </a:cubicBezTo>
                <a:cubicBezTo>
                  <a:pt x="11" y="348"/>
                  <a:pt x="11" y="348"/>
                  <a:pt x="11" y="348"/>
                </a:cubicBezTo>
                <a:cubicBezTo>
                  <a:pt x="11" y="348"/>
                  <a:pt x="11" y="348"/>
                  <a:pt x="11" y="348"/>
                </a:cubicBezTo>
                <a:cubicBezTo>
                  <a:pt x="10" y="348"/>
                  <a:pt x="10" y="348"/>
                  <a:pt x="10" y="348"/>
                </a:cubicBezTo>
                <a:cubicBezTo>
                  <a:pt x="10" y="348"/>
                  <a:pt x="10" y="347"/>
                  <a:pt x="9" y="347"/>
                </a:cubicBezTo>
                <a:cubicBezTo>
                  <a:pt x="9" y="347"/>
                  <a:pt x="9" y="347"/>
                  <a:pt x="8" y="348"/>
                </a:cubicBezTo>
                <a:cubicBezTo>
                  <a:pt x="8" y="350"/>
                  <a:pt x="8" y="353"/>
                  <a:pt x="8" y="355"/>
                </a:cubicBezTo>
                <a:cubicBezTo>
                  <a:pt x="8" y="359"/>
                  <a:pt x="8" y="360"/>
                  <a:pt x="8" y="360"/>
                </a:cubicBezTo>
                <a:cubicBezTo>
                  <a:pt x="9" y="360"/>
                  <a:pt x="9" y="360"/>
                  <a:pt x="9" y="360"/>
                </a:cubicBezTo>
                <a:cubicBezTo>
                  <a:pt x="9" y="360"/>
                  <a:pt x="9" y="360"/>
                  <a:pt x="10" y="358"/>
                </a:cubicBezTo>
                <a:cubicBezTo>
                  <a:pt x="10" y="357"/>
                  <a:pt x="11" y="357"/>
                  <a:pt x="11" y="357"/>
                </a:cubicBezTo>
                <a:cubicBezTo>
                  <a:pt x="11" y="357"/>
                  <a:pt x="11" y="357"/>
                  <a:pt x="12" y="358"/>
                </a:cubicBezTo>
                <a:cubicBezTo>
                  <a:pt x="12" y="358"/>
                  <a:pt x="12" y="358"/>
                  <a:pt x="12" y="358"/>
                </a:cubicBezTo>
                <a:cubicBezTo>
                  <a:pt x="12" y="358"/>
                  <a:pt x="12" y="358"/>
                  <a:pt x="12" y="358"/>
                </a:cubicBezTo>
                <a:cubicBezTo>
                  <a:pt x="12" y="357"/>
                  <a:pt x="12" y="357"/>
                  <a:pt x="13" y="358"/>
                </a:cubicBezTo>
                <a:cubicBezTo>
                  <a:pt x="14" y="358"/>
                  <a:pt x="15" y="357"/>
                  <a:pt x="15" y="357"/>
                </a:cubicBezTo>
                <a:cubicBezTo>
                  <a:pt x="16" y="357"/>
                  <a:pt x="16" y="357"/>
                  <a:pt x="16" y="357"/>
                </a:cubicBezTo>
                <a:cubicBezTo>
                  <a:pt x="17" y="358"/>
                  <a:pt x="18" y="358"/>
                  <a:pt x="18" y="358"/>
                </a:cubicBezTo>
                <a:cubicBezTo>
                  <a:pt x="19" y="358"/>
                  <a:pt x="19" y="358"/>
                  <a:pt x="19" y="358"/>
                </a:cubicBezTo>
                <a:cubicBezTo>
                  <a:pt x="19" y="358"/>
                  <a:pt x="19" y="358"/>
                  <a:pt x="19" y="357"/>
                </a:cubicBezTo>
                <a:moveTo>
                  <a:pt x="4" y="358"/>
                </a:moveTo>
                <a:cubicBezTo>
                  <a:pt x="4" y="357"/>
                  <a:pt x="4" y="355"/>
                  <a:pt x="4" y="355"/>
                </a:cubicBezTo>
                <a:cubicBezTo>
                  <a:pt x="4" y="354"/>
                  <a:pt x="4" y="354"/>
                  <a:pt x="4" y="354"/>
                </a:cubicBezTo>
                <a:cubicBezTo>
                  <a:pt x="4" y="354"/>
                  <a:pt x="4" y="353"/>
                  <a:pt x="4" y="353"/>
                </a:cubicBezTo>
                <a:cubicBezTo>
                  <a:pt x="4" y="353"/>
                  <a:pt x="4" y="353"/>
                  <a:pt x="4" y="353"/>
                </a:cubicBezTo>
                <a:cubicBezTo>
                  <a:pt x="3" y="353"/>
                  <a:pt x="3" y="352"/>
                  <a:pt x="3" y="352"/>
                </a:cubicBezTo>
                <a:cubicBezTo>
                  <a:pt x="3" y="356"/>
                  <a:pt x="3" y="356"/>
                  <a:pt x="3" y="356"/>
                </a:cubicBezTo>
                <a:cubicBezTo>
                  <a:pt x="3" y="356"/>
                  <a:pt x="3" y="356"/>
                  <a:pt x="3" y="356"/>
                </a:cubicBezTo>
                <a:cubicBezTo>
                  <a:pt x="3" y="356"/>
                  <a:pt x="3" y="356"/>
                  <a:pt x="3" y="356"/>
                </a:cubicBezTo>
                <a:cubicBezTo>
                  <a:pt x="3" y="356"/>
                  <a:pt x="4" y="357"/>
                  <a:pt x="4" y="357"/>
                </a:cubicBezTo>
                <a:cubicBezTo>
                  <a:pt x="4" y="358"/>
                  <a:pt x="4" y="359"/>
                  <a:pt x="4" y="360"/>
                </a:cubicBezTo>
                <a:cubicBezTo>
                  <a:pt x="4" y="360"/>
                  <a:pt x="4" y="360"/>
                  <a:pt x="4" y="360"/>
                </a:cubicBezTo>
                <a:cubicBezTo>
                  <a:pt x="4" y="360"/>
                  <a:pt x="4" y="360"/>
                  <a:pt x="4" y="358"/>
                </a:cubicBezTo>
                <a:moveTo>
                  <a:pt x="4" y="343"/>
                </a:moveTo>
                <a:cubicBezTo>
                  <a:pt x="5" y="343"/>
                  <a:pt x="6" y="343"/>
                  <a:pt x="7" y="343"/>
                </a:cubicBezTo>
                <a:cubicBezTo>
                  <a:pt x="7" y="342"/>
                  <a:pt x="7" y="336"/>
                  <a:pt x="6" y="335"/>
                </a:cubicBezTo>
                <a:cubicBezTo>
                  <a:pt x="6" y="335"/>
                  <a:pt x="6" y="335"/>
                  <a:pt x="6" y="335"/>
                </a:cubicBezTo>
                <a:cubicBezTo>
                  <a:pt x="5" y="335"/>
                  <a:pt x="5" y="335"/>
                  <a:pt x="5" y="335"/>
                </a:cubicBezTo>
                <a:cubicBezTo>
                  <a:pt x="5" y="335"/>
                  <a:pt x="5" y="335"/>
                  <a:pt x="5" y="335"/>
                </a:cubicBezTo>
                <a:cubicBezTo>
                  <a:pt x="5" y="335"/>
                  <a:pt x="5" y="335"/>
                  <a:pt x="4" y="327"/>
                </a:cubicBezTo>
                <a:cubicBezTo>
                  <a:pt x="4" y="325"/>
                  <a:pt x="4" y="325"/>
                  <a:pt x="4" y="324"/>
                </a:cubicBezTo>
                <a:cubicBezTo>
                  <a:pt x="5" y="323"/>
                  <a:pt x="5" y="323"/>
                  <a:pt x="4" y="323"/>
                </a:cubicBezTo>
                <a:cubicBezTo>
                  <a:pt x="4" y="323"/>
                  <a:pt x="4" y="323"/>
                  <a:pt x="4" y="323"/>
                </a:cubicBezTo>
                <a:cubicBezTo>
                  <a:pt x="4" y="323"/>
                  <a:pt x="4" y="323"/>
                  <a:pt x="4" y="323"/>
                </a:cubicBezTo>
                <a:cubicBezTo>
                  <a:pt x="4" y="323"/>
                  <a:pt x="4" y="323"/>
                  <a:pt x="4" y="323"/>
                </a:cubicBezTo>
                <a:cubicBezTo>
                  <a:pt x="4" y="323"/>
                  <a:pt x="4" y="323"/>
                  <a:pt x="4" y="324"/>
                </a:cubicBezTo>
                <a:cubicBezTo>
                  <a:pt x="4" y="323"/>
                  <a:pt x="4" y="323"/>
                  <a:pt x="4" y="323"/>
                </a:cubicBezTo>
                <a:cubicBezTo>
                  <a:pt x="4" y="323"/>
                  <a:pt x="4" y="323"/>
                  <a:pt x="4" y="323"/>
                </a:cubicBezTo>
                <a:cubicBezTo>
                  <a:pt x="3" y="323"/>
                  <a:pt x="3" y="323"/>
                  <a:pt x="3" y="323"/>
                </a:cubicBezTo>
                <a:cubicBezTo>
                  <a:pt x="3" y="323"/>
                  <a:pt x="2" y="331"/>
                  <a:pt x="3" y="332"/>
                </a:cubicBezTo>
                <a:cubicBezTo>
                  <a:pt x="3" y="331"/>
                  <a:pt x="3" y="330"/>
                  <a:pt x="3" y="329"/>
                </a:cubicBezTo>
                <a:cubicBezTo>
                  <a:pt x="4" y="329"/>
                  <a:pt x="3" y="332"/>
                  <a:pt x="3" y="334"/>
                </a:cubicBezTo>
                <a:cubicBezTo>
                  <a:pt x="3" y="335"/>
                  <a:pt x="3" y="337"/>
                  <a:pt x="4" y="337"/>
                </a:cubicBezTo>
                <a:cubicBezTo>
                  <a:pt x="4" y="337"/>
                  <a:pt x="4" y="337"/>
                  <a:pt x="4" y="337"/>
                </a:cubicBezTo>
                <a:cubicBezTo>
                  <a:pt x="4" y="337"/>
                  <a:pt x="4" y="337"/>
                  <a:pt x="4" y="339"/>
                </a:cubicBezTo>
                <a:cubicBezTo>
                  <a:pt x="4" y="339"/>
                  <a:pt x="4" y="342"/>
                  <a:pt x="4" y="343"/>
                </a:cubicBezTo>
                <a:moveTo>
                  <a:pt x="287" y="80"/>
                </a:moveTo>
                <a:cubicBezTo>
                  <a:pt x="287" y="79"/>
                  <a:pt x="288" y="78"/>
                  <a:pt x="289" y="77"/>
                </a:cubicBezTo>
                <a:cubicBezTo>
                  <a:pt x="289" y="76"/>
                  <a:pt x="289" y="76"/>
                  <a:pt x="289" y="75"/>
                </a:cubicBezTo>
                <a:cubicBezTo>
                  <a:pt x="288" y="75"/>
                  <a:pt x="288" y="75"/>
                  <a:pt x="287" y="74"/>
                </a:cubicBezTo>
                <a:cubicBezTo>
                  <a:pt x="289" y="71"/>
                  <a:pt x="289" y="71"/>
                  <a:pt x="290" y="70"/>
                </a:cubicBezTo>
                <a:cubicBezTo>
                  <a:pt x="289" y="70"/>
                  <a:pt x="288" y="70"/>
                  <a:pt x="287" y="70"/>
                </a:cubicBezTo>
                <a:cubicBezTo>
                  <a:pt x="286" y="70"/>
                  <a:pt x="286" y="70"/>
                  <a:pt x="286" y="70"/>
                </a:cubicBezTo>
                <a:cubicBezTo>
                  <a:pt x="284" y="70"/>
                  <a:pt x="282" y="72"/>
                  <a:pt x="280" y="72"/>
                </a:cubicBezTo>
                <a:cubicBezTo>
                  <a:pt x="279" y="72"/>
                  <a:pt x="279" y="72"/>
                  <a:pt x="278" y="72"/>
                </a:cubicBezTo>
                <a:cubicBezTo>
                  <a:pt x="278" y="71"/>
                  <a:pt x="277" y="71"/>
                  <a:pt x="276" y="71"/>
                </a:cubicBezTo>
                <a:cubicBezTo>
                  <a:pt x="274" y="71"/>
                  <a:pt x="272" y="73"/>
                  <a:pt x="270" y="73"/>
                </a:cubicBezTo>
                <a:cubicBezTo>
                  <a:pt x="270" y="73"/>
                  <a:pt x="269" y="73"/>
                  <a:pt x="268" y="73"/>
                </a:cubicBezTo>
                <a:cubicBezTo>
                  <a:pt x="268" y="72"/>
                  <a:pt x="269" y="72"/>
                  <a:pt x="269" y="71"/>
                </a:cubicBezTo>
                <a:cubicBezTo>
                  <a:pt x="269" y="71"/>
                  <a:pt x="270" y="70"/>
                  <a:pt x="270" y="70"/>
                </a:cubicBezTo>
                <a:cubicBezTo>
                  <a:pt x="270" y="69"/>
                  <a:pt x="270" y="69"/>
                  <a:pt x="270" y="68"/>
                </a:cubicBezTo>
                <a:cubicBezTo>
                  <a:pt x="269" y="69"/>
                  <a:pt x="269" y="69"/>
                  <a:pt x="269" y="69"/>
                </a:cubicBezTo>
                <a:cubicBezTo>
                  <a:pt x="268" y="69"/>
                  <a:pt x="268" y="70"/>
                  <a:pt x="268" y="70"/>
                </a:cubicBezTo>
                <a:cubicBezTo>
                  <a:pt x="268" y="70"/>
                  <a:pt x="262" y="67"/>
                  <a:pt x="258" y="73"/>
                </a:cubicBezTo>
                <a:cubicBezTo>
                  <a:pt x="259" y="73"/>
                  <a:pt x="260" y="73"/>
                  <a:pt x="261" y="73"/>
                </a:cubicBezTo>
                <a:cubicBezTo>
                  <a:pt x="263" y="73"/>
                  <a:pt x="263" y="73"/>
                  <a:pt x="263" y="73"/>
                </a:cubicBezTo>
                <a:cubicBezTo>
                  <a:pt x="263" y="75"/>
                  <a:pt x="263" y="75"/>
                  <a:pt x="263" y="75"/>
                </a:cubicBezTo>
                <a:cubicBezTo>
                  <a:pt x="264" y="76"/>
                  <a:pt x="262" y="76"/>
                  <a:pt x="262" y="77"/>
                </a:cubicBezTo>
                <a:cubicBezTo>
                  <a:pt x="260" y="76"/>
                  <a:pt x="257" y="76"/>
                  <a:pt x="256" y="76"/>
                </a:cubicBezTo>
                <a:cubicBezTo>
                  <a:pt x="255" y="77"/>
                  <a:pt x="255" y="78"/>
                  <a:pt x="254" y="79"/>
                </a:cubicBezTo>
                <a:cubicBezTo>
                  <a:pt x="255" y="78"/>
                  <a:pt x="255" y="78"/>
                  <a:pt x="256" y="78"/>
                </a:cubicBezTo>
                <a:cubicBezTo>
                  <a:pt x="257" y="78"/>
                  <a:pt x="258" y="78"/>
                  <a:pt x="258" y="78"/>
                </a:cubicBezTo>
                <a:cubicBezTo>
                  <a:pt x="259" y="79"/>
                  <a:pt x="259" y="79"/>
                  <a:pt x="259" y="79"/>
                </a:cubicBezTo>
                <a:cubicBezTo>
                  <a:pt x="258" y="80"/>
                  <a:pt x="257" y="81"/>
                  <a:pt x="256" y="82"/>
                </a:cubicBezTo>
                <a:cubicBezTo>
                  <a:pt x="256" y="83"/>
                  <a:pt x="256" y="83"/>
                  <a:pt x="256" y="83"/>
                </a:cubicBezTo>
                <a:cubicBezTo>
                  <a:pt x="256" y="83"/>
                  <a:pt x="257" y="83"/>
                  <a:pt x="257" y="83"/>
                </a:cubicBezTo>
                <a:cubicBezTo>
                  <a:pt x="259" y="83"/>
                  <a:pt x="260" y="83"/>
                  <a:pt x="261" y="83"/>
                </a:cubicBezTo>
                <a:cubicBezTo>
                  <a:pt x="262" y="83"/>
                  <a:pt x="262" y="83"/>
                  <a:pt x="263" y="83"/>
                </a:cubicBezTo>
                <a:cubicBezTo>
                  <a:pt x="264" y="83"/>
                  <a:pt x="264" y="83"/>
                  <a:pt x="264" y="84"/>
                </a:cubicBezTo>
                <a:cubicBezTo>
                  <a:pt x="264" y="84"/>
                  <a:pt x="264" y="86"/>
                  <a:pt x="266" y="86"/>
                </a:cubicBezTo>
                <a:cubicBezTo>
                  <a:pt x="267" y="86"/>
                  <a:pt x="268" y="86"/>
                  <a:pt x="269" y="86"/>
                </a:cubicBezTo>
                <a:cubicBezTo>
                  <a:pt x="270" y="85"/>
                  <a:pt x="270" y="85"/>
                  <a:pt x="272" y="83"/>
                </a:cubicBezTo>
                <a:cubicBezTo>
                  <a:pt x="273" y="83"/>
                  <a:pt x="275" y="82"/>
                  <a:pt x="275" y="82"/>
                </a:cubicBezTo>
                <a:cubicBezTo>
                  <a:pt x="276" y="82"/>
                  <a:pt x="277" y="82"/>
                  <a:pt x="277" y="81"/>
                </a:cubicBezTo>
                <a:cubicBezTo>
                  <a:pt x="278" y="80"/>
                  <a:pt x="279" y="80"/>
                  <a:pt x="281" y="80"/>
                </a:cubicBezTo>
                <a:cubicBezTo>
                  <a:pt x="282" y="79"/>
                  <a:pt x="282" y="79"/>
                  <a:pt x="287" y="80"/>
                </a:cubicBezTo>
                <a:moveTo>
                  <a:pt x="103" y="171"/>
                </a:moveTo>
                <a:cubicBezTo>
                  <a:pt x="104" y="170"/>
                  <a:pt x="104" y="170"/>
                  <a:pt x="104" y="170"/>
                </a:cubicBezTo>
                <a:cubicBezTo>
                  <a:pt x="104" y="169"/>
                  <a:pt x="104" y="169"/>
                  <a:pt x="104" y="168"/>
                </a:cubicBezTo>
                <a:cubicBezTo>
                  <a:pt x="104" y="168"/>
                  <a:pt x="104" y="168"/>
                  <a:pt x="104" y="168"/>
                </a:cubicBezTo>
                <a:cubicBezTo>
                  <a:pt x="103" y="168"/>
                  <a:pt x="103" y="164"/>
                  <a:pt x="103" y="164"/>
                </a:cubicBezTo>
                <a:cubicBezTo>
                  <a:pt x="103" y="163"/>
                  <a:pt x="103" y="163"/>
                  <a:pt x="101" y="162"/>
                </a:cubicBezTo>
                <a:cubicBezTo>
                  <a:pt x="101" y="162"/>
                  <a:pt x="101" y="162"/>
                  <a:pt x="101" y="161"/>
                </a:cubicBezTo>
                <a:cubicBezTo>
                  <a:pt x="104" y="158"/>
                  <a:pt x="104" y="158"/>
                  <a:pt x="104" y="158"/>
                </a:cubicBezTo>
                <a:cubicBezTo>
                  <a:pt x="105" y="157"/>
                  <a:pt x="106" y="157"/>
                  <a:pt x="106" y="157"/>
                </a:cubicBezTo>
                <a:cubicBezTo>
                  <a:pt x="108" y="155"/>
                  <a:pt x="108" y="154"/>
                  <a:pt x="108" y="153"/>
                </a:cubicBezTo>
                <a:cubicBezTo>
                  <a:pt x="108" y="152"/>
                  <a:pt x="108" y="152"/>
                  <a:pt x="108" y="152"/>
                </a:cubicBezTo>
                <a:cubicBezTo>
                  <a:pt x="108" y="152"/>
                  <a:pt x="106" y="153"/>
                  <a:pt x="106" y="153"/>
                </a:cubicBezTo>
                <a:cubicBezTo>
                  <a:pt x="104" y="155"/>
                  <a:pt x="104" y="157"/>
                  <a:pt x="102" y="158"/>
                </a:cubicBezTo>
                <a:cubicBezTo>
                  <a:pt x="99" y="162"/>
                  <a:pt x="95" y="165"/>
                  <a:pt x="92" y="168"/>
                </a:cubicBezTo>
                <a:cubicBezTo>
                  <a:pt x="90" y="170"/>
                  <a:pt x="90" y="170"/>
                  <a:pt x="88" y="174"/>
                </a:cubicBezTo>
                <a:cubicBezTo>
                  <a:pt x="90" y="175"/>
                  <a:pt x="92" y="175"/>
                  <a:pt x="94" y="175"/>
                </a:cubicBezTo>
                <a:cubicBezTo>
                  <a:pt x="95" y="175"/>
                  <a:pt x="95" y="175"/>
                  <a:pt x="95" y="177"/>
                </a:cubicBezTo>
                <a:cubicBezTo>
                  <a:pt x="94" y="180"/>
                  <a:pt x="95" y="181"/>
                  <a:pt x="95" y="182"/>
                </a:cubicBezTo>
                <a:cubicBezTo>
                  <a:pt x="96" y="181"/>
                  <a:pt x="96" y="181"/>
                  <a:pt x="96" y="181"/>
                </a:cubicBezTo>
                <a:cubicBezTo>
                  <a:pt x="97" y="181"/>
                  <a:pt x="97" y="180"/>
                  <a:pt x="99" y="176"/>
                </a:cubicBezTo>
                <a:cubicBezTo>
                  <a:pt x="101" y="173"/>
                  <a:pt x="101" y="173"/>
                  <a:pt x="103" y="171"/>
                </a:cubicBezTo>
                <a:moveTo>
                  <a:pt x="89" y="162"/>
                </a:moveTo>
                <a:cubicBezTo>
                  <a:pt x="89" y="162"/>
                  <a:pt x="89" y="162"/>
                  <a:pt x="89" y="162"/>
                </a:cubicBezTo>
                <a:cubicBezTo>
                  <a:pt x="89" y="162"/>
                  <a:pt x="89" y="161"/>
                  <a:pt x="88" y="161"/>
                </a:cubicBezTo>
                <a:cubicBezTo>
                  <a:pt x="88" y="161"/>
                  <a:pt x="88" y="161"/>
                  <a:pt x="88" y="161"/>
                </a:cubicBezTo>
                <a:cubicBezTo>
                  <a:pt x="88" y="160"/>
                  <a:pt x="88" y="160"/>
                  <a:pt x="88" y="159"/>
                </a:cubicBezTo>
                <a:cubicBezTo>
                  <a:pt x="88" y="158"/>
                  <a:pt x="88" y="158"/>
                  <a:pt x="88" y="158"/>
                </a:cubicBezTo>
                <a:cubicBezTo>
                  <a:pt x="88" y="158"/>
                  <a:pt x="88" y="158"/>
                  <a:pt x="88" y="158"/>
                </a:cubicBezTo>
                <a:cubicBezTo>
                  <a:pt x="87" y="158"/>
                  <a:pt x="87" y="159"/>
                  <a:pt x="86" y="159"/>
                </a:cubicBezTo>
                <a:cubicBezTo>
                  <a:pt x="86" y="159"/>
                  <a:pt x="86" y="160"/>
                  <a:pt x="86" y="160"/>
                </a:cubicBezTo>
                <a:cubicBezTo>
                  <a:pt x="86" y="161"/>
                  <a:pt x="86" y="161"/>
                  <a:pt x="86" y="162"/>
                </a:cubicBezTo>
                <a:cubicBezTo>
                  <a:pt x="85" y="165"/>
                  <a:pt x="85" y="165"/>
                  <a:pt x="85" y="165"/>
                </a:cubicBezTo>
                <a:cubicBezTo>
                  <a:pt x="85" y="166"/>
                  <a:pt x="85" y="166"/>
                  <a:pt x="89" y="162"/>
                </a:cubicBezTo>
                <a:moveTo>
                  <a:pt x="363" y="4"/>
                </a:moveTo>
                <a:cubicBezTo>
                  <a:pt x="363" y="3"/>
                  <a:pt x="363" y="3"/>
                  <a:pt x="363" y="3"/>
                </a:cubicBezTo>
                <a:cubicBezTo>
                  <a:pt x="363" y="3"/>
                  <a:pt x="363"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1" y="3"/>
                </a:cubicBezTo>
                <a:cubicBezTo>
                  <a:pt x="361" y="3"/>
                  <a:pt x="356"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4" y="4"/>
                </a:cubicBezTo>
                <a:cubicBezTo>
                  <a:pt x="354" y="4"/>
                  <a:pt x="354" y="4"/>
                  <a:pt x="353" y="4"/>
                </a:cubicBezTo>
                <a:cubicBezTo>
                  <a:pt x="351" y="5"/>
                  <a:pt x="349" y="5"/>
                  <a:pt x="348" y="6"/>
                </a:cubicBezTo>
                <a:cubicBezTo>
                  <a:pt x="350" y="5"/>
                  <a:pt x="352" y="5"/>
                  <a:pt x="354" y="4"/>
                </a:cubicBezTo>
                <a:cubicBezTo>
                  <a:pt x="354" y="4"/>
                  <a:pt x="355" y="4"/>
                  <a:pt x="355" y="4"/>
                </a:cubicBezTo>
                <a:cubicBezTo>
                  <a:pt x="358" y="3"/>
                  <a:pt x="358" y="3"/>
                  <a:pt x="360" y="3"/>
                </a:cubicBezTo>
                <a:cubicBezTo>
                  <a:pt x="359" y="3"/>
                  <a:pt x="359" y="3"/>
                  <a:pt x="359" y="3"/>
                </a:cubicBezTo>
                <a:cubicBezTo>
                  <a:pt x="357" y="3"/>
                  <a:pt x="354" y="3"/>
                  <a:pt x="352" y="4"/>
                </a:cubicBezTo>
                <a:cubicBezTo>
                  <a:pt x="354" y="3"/>
                  <a:pt x="354" y="3"/>
                  <a:pt x="355" y="3"/>
                </a:cubicBezTo>
                <a:cubicBezTo>
                  <a:pt x="355" y="3"/>
                  <a:pt x="355" y="3"/>
                  <a:pt x="356" y="3"/>
                </a:cubicBezTo>
                <a:cubicBezTo>
                  <a:pt x="357" y="3"/>
                  <a:pt x="357" y="3"/>
                  <a:pt x="357" y="3"/>
                </a:cubicBezTo>
                <a:cubicBezTo>
                  <a:pt x="357" y="3"/>
                  <a:pt x="357" y="3"/>
                  <a:pt x="357" y="3"/>
                </a:cubicBezTo>
                <a:cubicBezTo>
                  <a:pt x="357" y="3"/>
                  <a:pt x="356" y="3"/>
                  <a:pt x="356" y="3"/>
                </a:cubicBezTo>
                <a:cubicBezTo>
                  <a:pt x="355" y="3"/>
                  <a:pt x="355" y="3"/>
                  <a:pt x="354" y="3"/>
                </a:cubicBezTo>
                <a:cubicBezTo>
                  <a:pt x="354" y="3"/>
                  <a:pt x="353"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2" y="3"/>
                </a:cubicBezTo>
                <a:cubicBezTo>
                  <a:pt x="352" y="3"/>
                  <a:pt x="352"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1" y="3"/>
                  <a:pt x="351" y="3"/>
                </a:cubicBezTo>
                <a:cubicBezTo>
                  <a:pt x="351" y="3"/>
                  <a:pt x="350" y="3"/>
                  <a:pt x="350" y="3"/>
                </a:cubicBezTo>
                <a:cubicBezTo>
                  <a:pt x="351" y="3"/>
                  <a:pt x="353" y="2"/>
                  <a:pt x="355" y="2"/>
                </a:cubicBezTo>
                <a:cubicBezTo>
                  <a:pt x="356" y="2"/>
                  <a:pt x="356" y="2"/>
                  <a:pt x="358" y="2"/>
                </a:cubicBezTo>
                <a:cubicBezTo>
                  <a:pt x="359" y="2"/>
                  <a:pt x="359" y="2"/>
                  <a:pt x="359" y="2"/>
                </a:cubicBezTo>
                <a:cubicBezTo>
                  <a:pt x="359" y="2"/>
                  <a:pt x="360" y="2"/>
                  <a:pt x="361" y="2"/>
                </a:cubicBezTo>
                <a:cubicBezTo>
                  <a:pt x="362" y="2"/>
                  <a:pt x="362" y="2"/>
                  <a:pt x="364" y="2"/>
                </a:cubicBezTo>
                <a:cubicBezTo>
                  <a:pt x="364" y="2"/>
                  <a:pt x="365" y="2"/>
                  <a:pt x="365" y="1"/>
                </a:cubicBezTo>
                <a:cubicBezTo>
                  <a:pt x="365" y="1"/>
                  <a:pt x="365" y="1"/>
                  <a:pt x="365" y="1"/>
                </a:cubicBezTo>
                <a:cubicBezTo>
                  <a:pt x="365" y="1"/>
                  <a:pt x="365" y="1"/>
                  <a:pt x="365" y="1"/>
                </a:cubicBezTo>
                <a:cubicBezTo>
                  <a:pt x="366" y="1"/>
                  <a:pt x="366" y="1"/>
                  <a:pt x="366" y="1"/>
                </a:cubicBezTo>
                <a:cubicBezTo>
                  <a:pt x="366" y="1"/>
                  <a:pt x="366" y="1"/>
                  <a:pt x="366" y="1"/>
                </a:cubicBezTo>
                <a:cubicBezTo>
                  <a:pt x="366" y="1"/>
                  <a:pt x="365" y="1"/>
                  <a:pt x="366" y="1"/>
                </a:cubicBezTo>
                <a:cubicBezTo>
                  <a:pt x="366" y="1"/>
                  <a:pt x="366" y="1"/>
                  <a:pt x="366" y="1"/>
                </a:cubicBezTo>
                <a:cubicBezTo>
                  <a:pt x="365" y="1"/>
                  <a:pt x="365" y="1"/>
                  <a:pt x="365" y="1"/>
                </a:cubicBezTo>
                <a:cubicBezTo>
                  <a:pt x="365" y="1"/>
                  <a:pt x="365" y="1"/>
                  <a:pt x="365" y="1"/>
                </a:cubicBezTo>
                <a:cubicBezTo>
                  <a:pt x="365" y="1"/>
                  <a:pt x="365" y="1"/>
                  <a:pt x="365" y="1"/>
                </a:cubicBezTo>
                <a:cubicBezTo>
                  <a:pt x="364" y="1"/>
                  <a:pt x="364" y="1"/>
                  <a:pt x="364" y="1"/>
                </a:cubicBezTo>
                <a:cubicBezTo>
                  <a:pt x="363" y="1"/>
                  <a:pt x="363" y="1"/>
                  <a:pt x="363" y="1"/>
                </a:cubicBezTo>
                <a:cubicBezTo>
                  <a:pt x="364" y="1"/>
                  <a:pt x="364" y="1"/>
                  <a:pt x="364" y="1"/>
                </a:cubicBezTo>
                <a:cubicBezTo>
                  <a:pt x="364" y="1"/>
                  <a:pt x="364" y="1"/>
                  <a:pt x="365" y="1"/>
                </a:cubicBezTo>
                <a:cubicBezTo>
                  <a:pt x="365" y="1"/>
                  <a:pt x="366" y="1"/>
                  <a:pt x="366" y="1"/>
                </a:cubicBezTo>
                <a:cubicBezTo>
                  <a:pt x="367" y="1"/>
                  <a:pt x="367" y="1"/>
                  <a:pt x="368" y="1"/>
                </a:cubicBezTo>
                <a:cubicBezTo>
                  <a:pt x="369" y="1"/>
                  <a:pt x="370" y="0"/>
                  <a:pt x="370" y="0"/>
                </a:cubicBezTo>
                <a:cubicBezTo>
                  <a:pt x="370" y="0"/>
                  <a:pt x="370" y="0"/>
                  <a:pt x="370" y="0"/>
                </a:cubicBezTo>
                <a:cubicBezTo>
                  <a:pt x="370" y="0"/>
                  <a:pt x="370" y="0"/>
                  <a:pt x="370" y="0"/>
                </a:cubicBezTo>
                <a:cubicBezTo>
                  <a:pt x="370" y="0"/>
                  <a:pt x="370" y="0"/>
                  <a:pt x="369" y="0"/>
                </a:cubicBezTo>
                <a:cubicBezTo>
                  <a:pt x="369" y="0"/>
                  <a:pt x="368" y="0"/>
                  <a:pt x="367" y="0"/>
                </a:cubicBezTo>
                <a:cubicBezTo>
                  <a:pt x="367" y="0"/>
                  <a:pt x="367" y="0"/>
                  <a:pt x="367" y="0"/>
                </a:cubicBezTo>
                <a:cubicBezTo>
                  <a:pt x="367" y="0"/>
                  <a:pt x="367" y="0"/>
                  <a:pt x="367" y="0"/>
                </a:cubicBezTo>
                <a:cubicBezTo>
                  <a:pt x="365" y="0"/>
                  <a:pt x="363" y="1"/>
                  <a:pt x="362" y="1"/>
                </a:cubicBezTo>
                <a:cubicBezTo>
                  <a:pt x="361" y="1"/>
                  <a:pt x="361" y="1"/>
                  <a:pt x="362" y="0"/>
                </a:cubicBezTo>
                <a:cubicBezTo>
                  <a:pt x="362" y="0"/>
                  <a:pt x="363" y="0"/>
                  <a:pt x="363" y="0"/>
                </a:cubicBezTo>
                <a:cubicBezTo>
                  <a:pt x="363" y="0"/>
                  <a:pt x="362" y="0"/>
                  <a:pt x="361" y="0"/>
                </a:cubicBezTo>
                <a:cubicBezTo>
                  <a:pt x="361" y="0"/>
                  <a:pt x="361" y="0"/>
                  <a:pt x="361" y="0"/>
                </a:cubicBezTo>
                <a:cubicBezTo>
                  <a:pt x="360" y="0"/>
                  <a:pt x="360" y="0"/>
                  <a:pt x="360" y="0"/>
                </a:cubicBezTo>
                <a:cubicBezTo>
                  <a:pt x="360" y="0"/>
                  <a:pt x="360" y="0"/>
                  <a:pt x="360" y="0"/>
                </a:cubicBezTo>
                <a:cubicBezTo>
                  <a:pt x="359" y="0"/>
                  <a:pt x="359" y="1"/>
                  <a:pt x="358" y="1"/>
                </a:cubicBezTo>
                <a:cubicBezTo>
                  <a:pt x="357" y="1"/>
                  <a:pt x="357" y="1"/>
                  <a:pt x="357" y="1"/>
                </a:cubicBezTo>
                <a:cubicBezTo>
                  <a:pt x="357" y="1"/>
                  <a:pt x="357" y="1"/>
                  <a:pt x="357" y="1"/>
                </a:cubicBezTo>
                <a:cubicBezTo>
                  <a:pt x="357" y="1"/>
                  <a:pt x="357" y="1"/>
                  <a:pt x="357" y="1"/>
                </a:cubicBezTo>
                <a:cubicBezTo>
                  <a:pt x="356" y="1"/>
                  <a:pt x="356" y="1"/>
                  <a:pt x="356" y="1"/>
                </a:cubicBezTo>
                <a:cubicBezTo>
                  <a:pt x="356" y="1"/>
                  <a:pt x="356" y="1"/>
                  <a:pt x="356" y="1"/>
                </a:cubicBezTo>
                <a:cubicBezTo>
                  <a:pt x="355" y="1"/>
                  <a:pt x="354" y="1"/>
                  <a:pt x="353" y="1"/>
                </a:cubicBezTo>
                <a:cubicBezTo>
                  <a:pt x="353" y="1"/>
                  <a:pt x="353" y="1"/>
                  <a:pt x="353" y="1"/>
                </a:cubicBezTo>
                <a:cubicBezTo>
                  <a:pt x="354" y="1"/>
                  <a:pt x="354" y="1"/>
                  <a:pt x="354" y="1"/>
                </a:cubicBezTo>
                <a:cubicBezTo>
                  <a:pt x="354" y="1"/>
                  <a:pt x="354" y="1"/>
                  <a:pt x="354" y="1"/>
                </a:cubicBezTo>
                <a:cubicBezTo>
                  <a:pt x="354" y="1"/>
                  <a:pt x="354" y="1"/>
                  <a:pt x="354" y="1"/>
                </a:cubicBezTo>
                <a:cubicBezTo>
                  <a:pt x="354" y="1"/>
                  <a:pt x="354" y="1"/>
                  <a:pt x="354" y="1"/>
                </a:cubicBezTo>
                <a:cubicBezTo>
                  <a:pt x="354" y="1"/>
                  <a:pt x="354" y="1"/>
                  <a:pt x="354" y="1"/>
                </a:cubicBezTo>
                <a:cubicBezTo>
                  <a:pt x="355" y="1"/>
                  <a:pt x="355" y="1"/>
                  <a:pt x="355" y="1"/>
                </a:cubicBezTo>
                <a:cubicBezTo>
                  <a:pt x="355" y="1"/>
                  <a:pt x="355" y="1"/>
                  <a:pt x="355" y="1"/>
                </a:cubicBezTo>
                <a:cubicBezTo>
                  <a:pt x="355" y="1"/>
                  <a:pt x="355" y="1"/>
                  <a:pt x="355" y="1"/>
                </a:cubicBezTo>
                <a:cubicBezTo>
                  <a:pt x="355" y="1"/>
                  <a:pt x="355" y="1"/>
                  <a:pt x="355" y="1"/>
                </a:cubicBezTo>
                <a:cubicBezTo>
                  <a:pt x="355" y="1"/>
                  <a:pt x="355" y="1"/>
                  <a:pt x="355" y="1"/>
                </a:cubicBezTo>
                <a:cubicBezTo>
                  <a:pt x="355" y="1"/>
                  <a:pt x="355" y="1"/>
                  <a:pt x="355" y="1"/>
                </a:cubicBezTo>
                <a:cubicBezTo>
                  <a:pt x="355" y="1"/>
                  <a:pt x="355" y="1"/>
                  <a:pt x="355" y="1"/>
                </a:cubicBezTo>
                <a:cubicBezTo>
                  <a:pt x="354" y="1"/>
                  <a:pt x="354" y="1"/>
                  <a:pt x="354" y="1"/>
                </a:cubicBezTo>
                <a:cubicBezTo>
                  <a:pt x="352" y="1"/>
                  <a:pt x="352" y="1"/>
                  <a:pt x="352" y="1"/>
                </a:cubicBezTo>
                <a:cubicBezTo>
                  <a:pt x="352" y="1"/>
                  <a:pt x="352" y="1"/>
                  <a:pt x="352" y="1"/>
                </a:cubicBezTo>
                <a:cubicBezTo>
                  <a:pt x="351" y="1"/>
                  <a:pt x="351" y="1"/>
                  <a:pt x="351" y="1"/>
                </a:cubicBezTo>
                <a:cubicBezTo>
                  <a:pt x="351" y="1"/>
                  <a:pt x="351" y="1"/>
                  <a:pt x="351" y="1"/>
                </a:cubicBezTo>
                <a:cubicBezTo>
                  <a:pt x="350" y="1"/>
                  <a:pt x="350" y="1"/>
                  <a:pt x="350" y="1"/>
                </a:cubicBezTo>
                <a:cubicBezTo>
                  <a:pt x="350" y="2"/>
                  <a:pt x="350" y="2"/>
                  <a:pt x="350" y="2"/>
                </a:cubicBezTo>
                <a:cubicBezTo>
                  <a:pt x="350" y="2"/>
                  <a:pt x="350" y="2"/>
                  <a:pt x="350" y="2"/>
                </a:cubicBezTo>
                <a:cubicBezTo>
                  <a:pt x="350" y="2"/>
                  <a:pt x="350" y="2"/>
                  <a:pt x="350" y="2"/>
                </a:cubicBezTo>
                <a:cubicBezTo>
                  <a:pt x="350" y="2"/>
                  <a:pt x="350" y="2"/>
                  <a:pt x="350" y="2"/>
                </a:cubicBezTo>
                <a:cubicBezTo>
                  <a:pt x="349" y="2"/>
                  <a:pt x="349" y="2"/>
                  <a:pt x="349" y="2"/>
                </a:cubicBezTo>
                <a:cubicBezTo>
                  <a:pt x="348" y="2"/>
                  <a:pt x="348" y="2"/>
                  <a:pt x="348" y="2"/>
                </a:cubicBezTo>
                <a:cubicBezTo>
                  <a:pt x="347" y="2"/>
                  <a:pt x="347" y="2"/>
                  <a:pt x="347" y="2"/>
                </a:cubicBezTo>
                <a:cubicBezTo>
                  <a:pt x="347" y="2"/>
                  <a:pt x="347" y="2"/>
                  <a:pt x="347" y="2"/>
                </a:cubicBezTo>
                <a:cubicBezTo>
                  <a:pt x="346" y="2"/>
                  <a:pt x="346" y="2"/>
                  <a:pt x="346" y="2"/>
                </a:cubicBezTo>
                <a:cubicBezTo>
                  <a:pt x="344" y="2"/>
                  <a:pt x="344" y="2"/>
                  <a:pt x="344" y="2"/>
                </a:cubicBezTo>
                <a:cubicBezTo>
                  <a:pt x="345" y="2"/>
                  <a:pt x="345" y="2"/>
                  <a:pt x="345" y="2"/>
                </a:cubicBezTo>
                <a:cubicBezTo>
                  <a:pt x="345" y="2"/>
                  <a:pt x="345" y="2"/>
                  <a:pt x="345" y="2"/>
                </a:cubicBezTo>
                <a:cubicBezTo>
                  <a:pt x="345" y="2"/>
                  <a:pt x="345" y="2"/>
                  <a:pt x="345" y="2"/>
                </a:cubicBezTo>
                <a:cubicBezTo>
                  <a:pt x="346" y="2"/>
                  <a:pt x="346" y="2"/>
                  <a:pt x="346" y="2"/>
                </a:cubicBezTo>
                <a:cubicBezTo>
                  <a:pt x="346" y="2"/>
                  <a:pt x="346" y="2"/>
                  <a:pt x="346" y="2"/>
                </a:cubicBezTo>
                <a:cubicBezTo>
                  <a:pt x="346" y="2"/>
                  <a:pt x="346" y="2"/>
                  <a:pt x="346" y="2"/>
                </a:cubicBezTo>
                <a:cubicBezTo>
                  <a:pt x="346" y="2"/>
                  <a:pt x="347" y="2"/>
                  <a:pt x="347" y="2"/>
                </a:cubicBezTo>
                <a:cubicBezTo>
                  <a:pt x="347" y="2"/>
                  <a:pt x="347" y="2"/>
                  <a:pt x="347" y="2"/>
                </a:cubicBezTo>
                <a:cubicBezTo>
                  <a:pt x="348" y="2"/>
                  <a:pt x="348" y="2"/>
                  <a:pt x="348" y="2"/>
                </a:cubicBezTo>
                <a:cubicBezTo>
                  <a:pt x="348" y="2"/>
                  <a:pt x="348" y="2"/>
                  <a:pt x="348" y="2"/>
                </a:cubicBezTo>
                <a:cubicBezTo>
                  <a:pt x="349" y="2"/>
                  <a:pt x="349" y="2"/>
                  <a:pt x="349" y="2"/>
                </a:cubicBezTo>
                <a:cubicBezTo>
                  <a:pt x="349" y="2"/>
                  <a:pt x="349" y="2"/>
                  <a:pt x="349" y="2"/>
                </a:cubicBezTo>
                <a:cubicBezTo>
                  <a:pt x="350" y="1"/>
                  <a:pt x="350" y="1"/>
                  <a:pt x="350" y="1"/>
                </a:cubicBezTo>
                <a:cubicBezTo>
                  <a:pt x="350" y="1"/>
                  <a:pt x="350" y="1"/>
                  <a:pt x="350" y="1"/>
                </a:cubicBezTo>
                <a:cubicBezTo>
                  <a:pt x="350" y="1"/>
                  <a:pt x="350" y="1"/>
                  <a:pt x="350" y="1"/>
                </a:cubicBezTo>
                <a:cubicBezTo>
                  <a:pt x="350" y="1"/>
                  <a:pt x="350" y="1"/>
                  <a:pt x="350" y="1"/>
                </a:cubicBezTo>
                <a:cubicBezTo>
                  <a:pt x="350" y="1"/>
                  <a:pt x="350" y="1"/>
                  <a:pt x="350" y="1"/>
                </a:cubicBezTo>
                <a:cubicBezTo>
                  <a:pt x="350" y="1"/>
                  <a:pt x="350" y="1"/>
                  <a:pt x="350" y="1"/>
                </a:cubicBezTo>
                <a:cubicBezTo>
                  <a:pt x="351" y="1"/>
                  <a:pt x="351" y="1"/>
                  <a:pt x="351" y="1"/>
                </a:cubicBezTo>
                <a:cubicBezTo>
                  <a:pt x="351" y="1"/>
                  <a:pt x="350" y="1"/>
                  <a:pt x="350" y="1"/>
                </a:cubicBezTo>
                <a:cubicBezTo>
                  <a:pt x="349" y="1"/>
                  <a:pt x="348" y="1"/>
                  <a:pt x="348" y="2"/>
                </a:cubicBezTo>
                <a:cubicBezTo>
                  <a:pt x="348" y="2"/>
                  <a:pt x="348" y="2"/>
                  <a:pt x="348" y="2"/>
                </a:cubicBezTo>
                <a:cubicBezTo>
                  <a:pt x="347" y="2"/>
                  <a:pt x="347" y="2"/>
                  <a:pt x="347" y="2"/>
                </a:cubicBezTo>
                <a:cubicBezTo>
                  <a:pt x="346" y="2"/>
                  <a:pt x="346" y="2"/>
                  <a:pt x="346" y="2"/>
                </a:cubicBezTo>
                <a:cubicBezTo>
                  <a:pt x="346" y="2"/>
                  <a:pt x="346" y="2"/>
                  <a:pt x="346" y="2"/>
                </a:cubicBezTo>
                <a:cubicBezTo>
                  <a:pt x="345" y="2"/>
                  <a:pt x="345" y="2"/>
                  <a:pt x="345" y="2"/>
                </a:cubicBezTo>
                <a:cubicBezTo>
                  <a:pt x="345" y="2"/>
                  <a:pt x="344" y="2"/>
                  <a:pt x="344" y="2"/>
                </a:cubicBezTo>
                <a:cubicBezTo>
                  <a:pt x="343" y="2"/>
                  <a:pt x="343" y="2"/>
                  <a:pt x="343" y="2"/>
                </a:cubicBezTo>
                <a:cubicBezTo>
                  <a:pt x="343" y="2"/>
                  <a:pt x="342" y="2"/>
                  <a:pt x="341" y="2"/>
                </a:cubicBezTo>
                <a:cubicBezTo>
                  <a:pt x="341" y="3"/>
                  <a:pt x="341" y="3"/>
                  <a:pt x="341" y="3"/>
                </a:cubicBezTo>
                <a:cubicBezTo>
                  <a:pt x="341" y="3"/>
                  <a:pt x="341" y="3"/>
                  <a:pt x="341" y="3"/>
                </a:cubicBezTo>
                <a:cubicBezTo>
                  <a:pt x="341" y="3"/>
                  <a:pt x="341" y="3"/>
                  <a:pt x="341" y="3"/>
                </a:cubicBezTo>
                <a:cubicBezTo>
                  <a:pt x="341" y="3"/>
                  <a:pt x="341" y="3"/>
                  <a:pt x="341" y="3"/>
                </a:cubicBezTo>
                <a:cubicBezTo>
                  <a:pt x="341" y="2"/>
                  <a:pt x="341" y="2"/>
                  <a:pt x="341" y="2"/>
                </a:cubicBezTo>
                <a:cubicBezTo>
                  <a:pt x="341" y="2"/>
                  <a:pt x="341" y="2"/>
                  <a:pt x="341" y="2"/>
                </a:cubicBezTo>
                <a:cubicBezTo>
                  <a:pt x="342" y="2"/>
                  <a:pt x="342" y="2"/>
                  <a:pt x="342" y="2"/>
                </a:cubicBezTo>
                <a:cubicBezTo>
                  <a:pt x="342" y="2"/>
                  <a:pt x="342" y="2"/>
                  <a:pt x="342" y="2"/>
                </a:cubicBezTo>
                <a:cubicBezTo>
                  <a:pt x="343" y="2"/>
                  <a:pt x="343" y="2"/>
                  <a:pt x="343" y="2"/>
                </a:cubicBezTo>
                <a:cubicBezTo>
                  <a:pt x="343" y="2"/>
                  <a:pt x="343" y="2"/>
                  <a:pt x="343" y="2"/>
                </a:cubicBezTo>
                <a:cubicBezTo>
                  <a:pt x="344" y="2"/>
                  <a:pt x="344" y="2"/>
                  <a:pt x="344" y="2"/>
                </a:cubicBezTo>
                <a:cubicBezTo>
                  <a:pt x="345" y="2"/>
                  <a:pt x="345" y="2"/>
                  <a:pt x="345" y="2"/>
                </a:cubicBezTo>
                <a:cubicBezTo>
                  <a:pt x="345" y="2"/>
                  <a:pt x="345" y="2"/>
                  <a:pt x="345" y="2"/>
                </a:cubicBezTo>
                <a:cubicBezTo>
                  <a:pt x="346" y="2"/>
                  <a:pt x="346" y="2"/>
                  <a:pt x="346" y="2"/>
                </a:cubicBezTo>
                <a:cubicBezTo>
                  <a:pt x="346" y="2"/>
                  <a:pt x="346" y="2"/>
                  <a:pt x="346" y="2"/>
                </a:cubicBezTo>
                <a:cubicBezTo>
                  <a:pt x="346" y="2"/>
                  <a:pt x="346" y="2"/>
                  <a:pt x="346" y="2"/>
                </a:cubicBezTo>
                <a:cubicBezTo>
                  <a:pt x="347" y="1"/>
                  <a:pt x="347" y="1"/>
                  <a:pt x="347" y="1"/>
                </a:cubicBezTo>
                <a:cubicBezTo>
                  <a:pt x="348" y="1"/>
                  <a:pt x="348" y="1"/>
                  <a:pt x="348" y="1"/>
                </a:cubicBezTo>
                <a:cubicBezTo>
                  <a:pt x="348" y="1"/>
                  <a:pt x="348" y="1"/>
                  <a:pt x="348" y="1"/>
                </a:cubicBezTo>
                <a:cubicBezTo>
                  <a:pt x="349" y="1"/>
                  <a:pt x="349" y="1"/>
                  <a:pt x="349" y="1"/>
                </a:cubicBezTo>
                <a:cubicBezTo>
                  <a:pt x="349" y="1"/>
                  <a:pt x="349" y="1"/>
                  <a:pt x="349" y="1"/>
                </a:cubicBezTo>
                <a:cubicBezTo>
                  <a:pt x="348" y="1"/>
                  <a:pt x="348" y="1"/>
                  <a:pt x="348" y="1"/>
                </a:cubicBezTo>
                <a:cubicBezTo>
                  <a:pt x="348" y="1"/>
                  <a:pt x="348" y="1"/>
                  <a:pt x="346" y="1"/>
                </a:cubicBezTo>
                <a:cubicBezTo>
                  <a:pt x="345" y="2"/>
                  <a:pt x="344" y="2"/>
                  <a:pt x="343" y="2"/>
                </a:cubicBezTo>
                <a:cubicBezTo>
                  <a:pt x="342" y="2"/>
                  <a:pt x="342" y="2"/>
                  <a:pt x="342" y="2"/>
                </a:cubicBezTo>
                <a:cubicBezTo>
                  <a:pt x="342" y="2"/>
                  <a:pt x="342" y="2"/>
                  <a:pt x="342" y="2"/>
                </a:cubicBezTo>
                <a:cubicBezTo>
                  <a:pt x="341" y="2"/>
                  <a:pt x="341" y="2"/>
                  <a:pt x="341" y="2"/>
                </a:cubicBezTo>
                <a:cubicBezTo>
                  <a:pt x="340" y="2"/>
                  <a:pt x="339" y="2"/>
                  <a:pt x="338" y="3"/>
                </a:cubicBezTo>
                <a:cubicBezTo>
                  <a:pt x="338" y="3"/>
                  <a:pt x="338" y="3"/>
                  <a:pt x="338" y="3"/>
                </a:cubicBezTo>
                <a:cubicBezTo>
                  <a:pt x="337" y="3"/>
                  <a:pt x="337" y="3"/>
                  <a:pt x="337" y="3"/>
                </a:cubicBezTo>
                <a:cubicBezTo>
                  <a:pt x="338" y="2"/>
                  <a:pt x="338" y="2"/>
                  <a:pt x="338" y="2"/>
                </a:cubicBezTo>
                <a:cubicBezTo>
                  <a:pt x="339" y="2"/>
                  <a:pt x="339" y="2"/>
                  <a:pt x="339" y="2"/>
                </a:cubicBezTo>
                <a:cubicBezTo>
                  <a:pt x="339" y="2"/>
                  <a:pt x="340" y="2"/>
                  <a:pt x="340" y="2"/>
                </a:cubicBezTo>
                <a:cubicBezTo>
                  <a:pt x="341" y="2"/>
                  <a:pt x="341" y="2"/>
                  <a:pt x="342" y="2"/>
                </a:cubicBezTo>
                <a:cubicBezTo>
                  <a:pt x="343" y="2"/>
                  <a:pt x="343" y="2"/>
                  <a:pt x="343" y="2"/>
                </a:cubicBezTo>
                <a:cubicBezTo>
                  <a:pt x="343" y="2"/>
                  <a:pt x="343" y="2"/>
                  <a:pt x="343" y="2"/>
                </a:cubicBezTo>
                <a:cubicBezTo>
                  <a:pt x="344" y="2"/>
                  <a:pt x="344" y="2"/>
                  <a:pt x="344" y="2"/>
                </a:cubicBezTo>
                <a:cubicBezTo>
                  <a:pt x="344" y="2"/>
                  <a:pt x="344" y="2"/>
                  <a:pt x="344" y="2"/>
                </a:cubicBezTo>
                <a:cubicBezTo>
                  <a:pt x="345" y="2"/>
                  <a:pt x="345" y="2"/>
                  <a:pt x="345" y="2"/>
                </a:cubicBezTo>
                <a:cubicBezTo>
                  <a:pt x="346" y="2"/>
                  <a:pt x="346" y="2"/>
                  <a:pt x="346" y="2"/>
                </a:cubicBezTo>
                <a:cubicBezTo>
                  <a:pt x="346" y="1"/>
                  <a:pt x="346" y="1"/>
                  <a:pt x="346" y="1"/>
                </a:cubicBezTo>
                <a:cubicBezTo>
                  <a:pt x="347" y="1"/>
                  <a:pt x="347" y="1"/>
                  <a:pt x="348" y="1"/>
                </a:cubicBezTo>
                <a:cubicBezTo>
                  <a:pt x="348" y="1"/>
                  <a:pt x="348" y="1"/>
                  <a:pt x="348" y="1"/>
                </a:cubicBezTo>
                <a:cubicBezTo>
                  <a:pt x="349" y="1"/>
                  <a:pt x="349" y="1"/>
                  <a:pt x="349" y="1"/>
                </a:cubicBezTo>
                <a:cubicBezTo>
                  <a:pt x="349" y="1"/>
                  <a:pt x="349" y="1"/>
                  <a:pt x="349" y="1"/>
                </a:cubicBezTo>
                <a:cubicBezTo>
                  <a:pt x="349" y="1"/>
                  <a:pt x="349" y="1"/>
                  <a:pt x="349" y="1"/>
                </a:cubicBezTo>
                <a:cubicBezTo>
                  <a:pt x="349" y="1"/>
                  <a:pt x="349" y="1"/>
                  <a:pt x="349" y="1"/>
                </a:cubicBezTo>
                <a:cubicBezTo>
                  <a:pt x="348" y="1"/>
                  <a:pt x="348" y="1"/>
                  <a:pt x="348" y="1"/>
                </a:cubicBezTo>
                <a:cubicBezTo>
                  <a:pt x="347" y="1"/>
                  <a:pt x="347" y="1"/>
                  <a:pt x="347" y="1"/>
                </a:cubicBezTo>
                <a:cubicBezTo>
                  <a:pt x="347" y="1"/>
                  <a:pt x="347" y="1"/>
                  <a:pt x="347" y="1"/>
                </a:cubicBezTo>
                <a:cubicBezTo>
                  <a:pt x="346" y="1"/>
                  <a:pt x="346" y="1"/>
                  <a:pt x="346" y="1"/>
                </a:cubicBezTo>
                <a:cubicBezTo>
                  <a:pt x="346" y="1"/>
                  <a:pt x="346" y="1"/>
                  <a:pt x="346" y="1"/>
                </a:cubicBezTo>
                <a:cubicBezTo>
                  <a:pt x="346" y="1"/>
                  <a:pt x="346" y="1"/>
                  <a:pt x="346" y="1"/>
                </a:cubicBezTo>
                <a:cubicBezTo>
                  <a:pt x="346" y="1"/>
                  <a:pt x="346" y="1"/>
                  <a:pt x="346" y="1"/>
                </a:cubicBezTo>
                <a:cubicBezTo>
                  <a:pt x="345" y="1"/>
                  <a:pt x="345" y="1"/>
                  <a:pt x="345" y="1"/>
                </a:cubicBezTo>
                <a:cubicBezTo>
                  <a:pt x="345" y="1"/>
                  <a:pt x="345" y="1"/>
                  <a:pt x="345" y="1"/>
                </a:cubicBezTo>
                <a:cubicBezTo>
                  <a:pt x="345" y="1"/>
                  <a:pt x="345" y="1"/>
                  <a:pt x="345" y="1"/>
                </a:cubicBezTo>
                <a:cubicBezTo>
                  <a:pt x="345" y="1"/>
                  <a:pt x="345" y="1"/>
                  <a:pt x="345" y="1"/>
                </a:cubicBezTo>
                <a:cubicBezTo>
                  <a:pt x="345" y="1"/>
                  <a:pt x="345" y="1"/>
                  <a:pt x="345" y="1"/>
                </a:cubicBezTo>
                <a:cubicBezTo>
                  <a:pt x="344" y="1"/>
                  <a:pt x="344" y="1"/>
                  <a:pt x="344" y="1"/>
                </a:cubicBezTo>
                <a:cubicBezTo>
                  <a:pt x="344" y="1"/>
                  <a:pt x="344" y="1"/>
                  <a:pt x="344" y="1"/>
                </a:cubicBezTo>
                <a:cubicBezTo>
                  <a:pt x="343" y="1"/>
                  <a:pt x="343" y="1"/>
                  <a:pt x="343" y="1"/>
                </a:cubicBezTo>
                <a:cubicBezTo>
                  <a:pt x="343" y="1"/>
                  <a:pt x="343" y="1"/>
                  <a:pt x="343" y="1"/>
                </a:cubicBezTo>
                <a:cubicBezTo>
                  <a:pt x="343" y="2"/>
                  <a:pt x="343" y="2"/>
                  <a:pt x="343" y="2"/>
                </a:cubicBezTo>
                <a:cubicBezTo>
                  <a:pt x="342" y="2"/>
                  <a:pt x="342" y="2"/>
                  <a:pt x="342"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1" y="2"/>
                  <a:pt x="341" y="2"/>
                  <a:pt x="341" y="2"/>
                </a:cubicBezTo>
                <a:cubicBezTo>
                  <a:pt x="340" y="2"/>
                  <a:pt x="340" y="2"/>
                  <a:pt x="340" y="2"/>
                </a:cubicBezTo>
                <a:cubicBezTo>
                  <a:pt x="340" y="2"/>
                  <a:pt x="340" y="2"/>
                  <a:pt x="340" y="2"/>
                </a:cubicBezTo>
                <a:cubicBezTo>
                  <a:pt x="339" y="2"/>
                  <a:pt x="339" y="2"/>
                  <a:pt x="339"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8" y="2"/>
                  <a:pt x="338" y="2"/>
                  <a:pt x="338" y="2"/>
                </a:cubicBezTo>
                <a:cubicBezTo>
                  <a:pt x="337" y="2"/>
                  <a:pt x="337" y="2"/>
                  <a:pt x="337" y="2"/>
                </a:cubicBezTo>
                <a:cubicBezTo>
                  <a:pt x="336" y="2"/>
                  <a:pt x="336" y="2"/>
                  <a:pt x="336" y="2"/>
                </a:cubicBezTo>
                <a:cubicBezTo>
                  <a:pt x="335" y="3"/>
                  <a:pt x="335" y="3"/>
                  <a:pt x="335" y="3"/>
                </a:cubicBezTo>
                <a:cubicBezTo>
                  <a:pt x="335" y="3"/>
                  <a:pt x="335" y="3"/>
                  <a:pt x="335" y="3"/>
                </a:cubicBezTo>
                <a:cubicBezTo>
                  <a:pt x="335" y="3"/>
                  <a:pt x="335" y="3"/>
                  <a:pt x="335" y="3"/>
                </a:cubicBezTo>
                <a:cubicBezTo>
                  <a:pt x="335" y="3"/>
                  <a:pt x="335" y="3"/>
                  <a:pt x="335" y="3"/>
                </a:cubicBezTo>
                <a:cubicBezTo>
                  <a:pt x="335" y="3"/>
                  <a:pt x="335" y="3"/>
                  <a:pt x="335" y="3"/>
                </a:cubicBezTo>
                <a:cubicBezTo>
                  <a:pt x="336" y="3"/>
                  <a:pt x="336" y="3"/>
                  <a:pt x="336" y="3"/>
                </a:cubicBezTo>
                <a:cubicBezTo>
                  <a:pt x="336" y="2"/>
                  <a:pt x="336" y="2"/>
                  <a:pt x="336" y="2"/>
                </a:cubicBezTo>
                <a:cubicBezTo>
                  <a:pt x="336" y="2"/>
                  <a:pt x="336" y="2"/>
                  <a:pt x="336" y="2"/>
                </a:cubicBezTo>
                <a:cubicBezTo>
                  <a:pt x="337" y="2"/>
                  <a:pt x="337" y="2"/>
                  <a:pt x="337" y="2"/>
                </a:cubicBezTo>
                <a:cubicBezTo>
                  <a:pt x="337" y="2"/>
                  <a:pt x="337" y="2"/>
                  <a:pt x="337" y="2"/>
                </a:cubicBezTo>
                <a:cubicBezTo>
                  <a:pt x="337" y="2"/>
                  <a:pt x="337" y="2"/>
                  <a:pt x="337" y="2"/>
                </a:cubicBezTo>
                <a:cubicBezTo>
                  <a:pt x="337" y="2"/>
                  <a:pt x="337" y="2"/>
                  <a:pt x="337" y="2"/>
                </a:cubicBezTo>
                <a:cubicBezTo>
                  <a:pt x="338" y="2"/>
                  <a:pt x="338" y="2"/>
                  <a:pt x="338" y="2"/>
                </a:cubicBezTo>
                <a:cubicBezTo>
                  <a:pt x="339" y="2"/>
                  <a:pt x="339" y="2"/>
                  <a:pt x="339" y="2"/>
                </a:cubicBezTo>
                <a:cubicBezTo>
                  <a:pt x="340" y="2"/>
                  <a:pt x="340" y="2"/>
                  <a:pt x="340" y="2"/>
                </a:cubicBezTo>
                <a:cubicBezTo>
                  <a:pt x="340" y="2"/>
                  <a:pt x="340" y="2"/>
                  <a:pt x="340" y="2"/>
                </a:cubicBezTo>
                <a:cubicBezTo>
                  <a:pt x="341" y="2"/>
                  <a:pt x="341" y="2"/>
                  <a:pt x="341" y="2"/>
                </a:cubicBezTo>
                <a:cubicBezTo>
                  <a:pt x="341" y="2"/>
                  <a:pt x="341" y="2"/>
                  <a:pt x="341" y="2"/>
                </a:cubicBezTo>
                <a:cubicBezTo>
                  <a:pt x="341" y="2"/>
                  <a:pt x="341" y="2"/>
                  <a:pt x="341" y="2"/>
                </a:cubicBezTo>
                <a:cubicBezTo>
                  <a:pt x="340" y="2"/>
                  <a:pt x="340" y="2"/>
                  <a:pt x="340" y="2"/>
                </a:cubicBezTo>
                <a:cubicBezTo>
                  <a:pt x="340" y="2"/>
                  <a:pt x="340" y="2"/>
                  <a:pt x="340" y="2"/>
                </a:cubicBezTo>
                <a:cubicBezTo>
                  <a:pt x="339" y="2"/>
                  <a:pt x="339" y="2"/>
                  <a:pt x="339" y="2"/>
                </a:cubicBezTo>
                <a:cubicBezTo>
                  <a:pt x="339" y="2"/>
                  <a:pt x="339" y="2"/>
                  <a:pt x="339" y="2"/>
                </a:cubicBezTo>
                <a:cubicBezTo>
                  <a:pt x="338" y="2"/>
                  <a:pt x="338" y="2"/>
                  <a:pt x="338" y="2"/>
                </a:cubicBezTo>
                <a:cubicBezTo>
                  <a:pt x="337" y="2"/>
                  <a:pt x="336" y="2"/>
                  <a:pt x="336" y="2"/>
                </a:cubicBezTo>
                <a:cubicBezTo>
                  <a:pt x="335" y="2"/>
                  <a:pt x="335" y="2"/>
                  <a:pt x="335" y="2"/>
                </a:cubicBezTo>
                <a:cubicBezTo>
                  <a:pt x="335" y="2"/>
                  <a:pt x="335" y="2"/>
                  <a:pt x="335" y="2"/>
                </a:cubicBezTo>
                <a:cubicBezTo>
                  <a:pt x="334" y="2"/>
                  <a:pt x="334" y="2"/>
                  <a:pt x="334" y="2"/>
                </a:cubicBezTo>
                <a:cubicBezTo>
                  <a:pt x="332" y="3"/>
                  <a:pt x="331" y="3"/>
                  <a:pt x="329" y="3"/>
                </a:cubicBezTo>
                <a:cubicBezTo>
                  <a:pt x="329" y="3"/>
                  <a:pt x="329" y="3"/>
                  <a:pt x="329" y="3"/>
                </a:cubicBezTo>
                <a:cubicBezTo>
                  <a:pt x="330" y="3"/>
                  <a:pt x="330" y="3"/>
                  <a:pt x="330" y="3"/>
                </a:cubicBezTo>
                <a:cubicBezTo>
                  <a:pt x="330" y="3"/>
                  <a:pt x="330" y="3"/>
                  <a:pt x="330" y="3"/>
                </a:cubicBezTo>
                <a:cubicBezTo>
                  <a:pt x="330" y="3"/>
                  <a:pt x="330" y="3"/>
                  <a:pt x="330" y="3"/>
                </a:cubicBezTo>
                <a:cubicBezTo>
                  <a:pt x="330" y="3"/>
                  <a:pt x="329" y="3"/>
                  <a:pt x="328" y="3"/>
                </a:cubicBezTo>
                <a:cubicBezTo>
                  <a:pt x="327" y="3"/>
                  <a:pt x="326" y="3"/>
                  <a:pt x="325" y="3"/>
                </a:cubicBezTo>
                <a:cubicBezTo>
                  <a:pt x="325" y="3"/>
                  <a:pt x="324" y="4"/>
                  <a:pt x="323" y="4"/>
                </a:cubicBezTo>
                <a:cubicBezTo>
                  <a:pt x="323" y="4"/>
                  <a:pt x="323" y="4"/>
                  <a:pt x="323" y="4"/>
                </a:cubicBezTo>
                <a:cubicBezTo>
                  <a:pt x="323" y="4"/>
                  <a:pt x="323" y="4"/>
                  <a:pt x="323" y="4"/>
                </a:cubicBezTo>
                <a:cubicBezTo>
                  <a:pt x="323" y="4"/>
                  <a:pt x="323" y="4"/>
                  <a:pt x="323" y="4"/>
                </a:cubicBezTo>
                <a:cubicBezTo>
                  <a:pt x="322" y="4"/>
                  <a:pt x="322" y="4"/>
                  <a:pt x="322" y="4"/>
                </a:cubicBezTo>
                <a:cubicBezTo>
                  <a:pt x="322" y="4"/>
                  <a:pt x="322" y="4"/>
                  <a:pt x="322" y="4"/>
                </a:cubicBezTo>
                <a:cubicBezTo>
                  <a:pt x="322" y="4"/>
                  <a:pt x="322" y="4"/>
                  <a:pt x="322" y="4"/>
                </a:cubicBezTo>
                <a:cubicBezTo>
                  <a:pt x="321" y="4"/>
                  <a:pt x="321" y="4"/>
                  <a:pt x="321" y="4"/>
                </a:cubicBezTo>
                <a:cubicBezTo>
                  <a:pt x="321" y="4"/>
                  <a:pt x="321" y="4"/>
                  <a:pt x="321" y="4"/>
                </a:cubicBezTo>
                <a:cubicBezTo>
                  <a:pt x="320" y="4"/>
                  <a:pt x="320" y="4"/>
                  <a:pt x="320" y="4"/>
                </a:cubicBezTo>
                <a:cubicBezTo>
                  <a:pt x="320" y="4"/>
                  <a:pt x="320" y="4"/>
                  <a:pt x="320" y="4"/>
                </a:cubicBezTo>
                <a:cubicBezTo>
                  <a:pt x="320" y="4"/>
                  <a:pt x="320" y="4"/>
                  <a:pt x="320" y="4"/>
                </a:cubicBezTo>
                <a:cubicBezTo>
                  <a:pt x="319" y="4"/>
                  <a:pt x="319" y="4"/>
                  <a:pt x="319" y="4"/>
                </a:cubicBezTo>
                <a:cubicBezTo>
                  <a:pt x="319" y="4"/>
                  <a:pt x="318" y="4"/>
                  <a:pt x="317" y="5"/>
                </a:cubicBezTo>
                <a:cubicBezTo>
                  <a:pt x="317" y="5"/>
                  <a:pt x="317" y="5"/>
                  <a:pt x="317" y="5"/>
                </a:cubicBezTo>
                <a:cubicBezTo>
                  <a:pt x="316" y="5"/>
                  <a:pt x="315" y="5"/>
                  <a:pt x="315" y="5"/>
                </a:cubicBezTo>
                <a:cubicBezTo>
                  <a:pt x="315" y="5"/>
                  <a:pt x="315" y="5"/>
                  <a:pt x="314" y="5"/>
                </a:cubicBezTo>
                <a:cubicBezTo>
                  <a:pt x="314" y="5"/>
                  <a:pt x="314" y="5"/>
                  <a:pt x="314" y="5"/>
                </a:cubicBezTo>
                <a:cubicBezTo>
                  <a:pt x="313" y="5"/>
                  <a:pt x="313" y="5"/>
                  <a:pt x="313" y="5"/>
                </a:cubicBezTo>
                <a:cubicBezTo>
                  <a:pt x="313" y="5"/>
                  <a:pt x="313" y="5"/>
                  <a:pt x="314" y="5"/>
                </a:cubicBezTo>
                <a:cubicBezTo>
                  <a:pt x="314" y="5"/>
                  <a:pt x="314" y="5"/>
                  <a:pt x="314" y="5"/>
                </a:cubicBezTo>
                <a:cubicBezTo>
                  <a:pt x="315" y="5"/>
                  <a:pt x="315" y="5"/>
                  <a:pt x="315" y="5"/>
                </a:cubicBezTo>
                <a:cubicBezTo>
                  <a:pt x="314" y="5"/>
                  <a:pt x="313" y="6"/>
                  <a:pt x="312" y="6"/>
                </a:cubicBezTo>
                <a:cubicBezTo>
                  <a:pt x="311" y="6"/>
                  <a:pt x="311" y="6"/>
                  <a:pt x="311" y="6"/>
                </a:cubicBezTo>
                <a:cubicBezTo>
                  <a:pt x="311" y="6"/>
                  <a:pt x="311" y="6"/>
                  <a:pt x="311" y="6"/>
                </a:cubicBezTo>
                <a:cubicBezTo>
                  <a:pt x="310" y="6"/>
                  <a:pt x="310" y="6"/>
                  <a:pt x="310" y="6"/>
                </a:cubicBezTo>
                <a:cubicBezTo>
                  <a:pt x="309" y="6"/>
                  <a:pt x="308" y="6"/>
                  <a:pt x="307" y="7"/>
                </a:cubicBezTo>
                <a:cubicBezTo>
                  <a:pt x="306" y="7"/>
                  <a:pt x="305" y="7"/>
                  <a:pt x="305" y="7"/>
                </a:cubicBezTo>
                <a:cubicBezTo>
                  <a:pt x="304" y="7"/>
                  <a:pt x="304" y="7"/>
                  <a:pt x="304" y="7"/>
                </a:cubicBezTo>
                <a:cubicBezTo>
                  <a:pt x="303" y="7"/>
                  <a:pt x="303" y="7"/>
                  <a:pt x="303" y="7"/>
                </a:cubicBezTo>
                <a:cubicBezTo>
                  <a:pt x="303" y="7"/>
                  <a:pt x="303" y="7"/>
                  <a:pt x="303" y="7"/>
                </a:cubicBezTo>
                <a:cubicBezTo>
                  <a:pt x="303" y="7"/>
                  <a:pt x="303" y="7"/>
                  <a:pt x="303" y="7"/>
                </a:cubicBezTo>
                <a:cubicBezTo>
                  <a:pt x="302" y="8"/>
                  <a:pt x="302" y="8"/>
                  <a:pt x="302" y="8"/>
                </a:cubicBezTo>
                <a:cubicBezTo>
                  <a:pt x="302" y="8"/>
                  <a:pt x="302" y="8"/>
                  <a:pt x="302" y="8"/>
                </a:cubicBezTo>
                <a:cubicBezTo>
                  <a:pt x="302" y="7"/>
                  <a:pt x="302" y="7"/>
                  <a:pt x="302" y="7"/>
                </a:cubicBezTo>
                <a:cubicBezTo>
                  <a:pt x="302" y="7"/>
                  <a:pt x="302" y="7"/>
                  <a:pt x="302" y="7"/>
                </a:cubicBezTo>
                <a:cubicBezTo>
                  <a:pt x="301" y="8"/>
                  <a:pt x="301" y="8"/>
                  <a:pt x="301" y="8"/>
                </a:cubicBezTo>
                <a:cubicBezTo>
                  <a:pt x="300" y="8"/>
                  <a:pt x="300" y="8"/>
                  <a:pt x="300" y="8"/>
                </a:cubicBezTo>
                <a:cubicBezTo>
                  <a:pt x="300" y="8"/>
                  <a:pt x="300" y="8"/>
                  <a:pt x="299" y="8"/>
                </a:cubicBezTo>
                <a:cubicBezTo>
                  <a:pt x="299" y="8"/>
                  <a:pt x="298" y="8"/>
                  <a:pt x="298" y="8"/>
                </a:cubicBezTo>
                <a:cubicBezTo>
                  <a:pt x="298" y="8"/>
                  <a:pt x="298" y="8"/>
                  <a:pt x="298" y="8"/>
                </a:cubicBezTo>
                <a:cubicBezTo>
                  <a:pt x="298" y="8"/>
                  <a:pt x="298" y="8"/>
                  <a:pt x="297" y="8"/>
                </a:cubicBezTo>
                <a:cubicBezTo>
                  <a:pt x="296" y="8"/>
                  <a:pt x="296" y="8"/>
                  <a:pt x="296" y="8"/>
                </a:cubicBezTo>
                <a:cubicBezTo>
                  <a:pt x="295" y="8"/>
                  <a:pt x="295" y="8"/>
                  <a:pt x="295" y="8"/>
                </a:cubicBezTo>
                <a:cubicBezTo>
                  <a:pt x="295" y="8"/>
                  <a:pt x="295" y="8"/>
                  <a:pt x="295" y="8"/>
                </a:cubicBezTo>
                <a:cubicBezTo>
                  <a:pt x="295" y="9"/>
                  <a:pt x="295" y="9"/>
                  <a:pt x="295" y="9"/>
                </a:cubicBezTo>
                <a:cubicBezTo>
                  <a:pt x="294" y="9"/>
                  <a:pt x="294" y="9"/>
                  <a:pt x="294" y="9"/>
                </a:cubicBezTo>
                <a:cubicBezTo>
                  <a:pt x="294" y="9"/>
                  <a:pt x="294" y="9"/>
                  <a:pt x="294" y="9"/>
                </a:cubicBezTo>
                <a:cubicBezTo>
                  <a:pt x="293" y="9"/>
                  <a:pt x="293" y="9"/>
                  <a:pt x="293" y="9"/>
                </a:cubicBezTo>
                <a:cubicBezTo>
                  <a:pt x="292" y="9"/>
                  <a:pt x="292" y="9"/>
                  <a:pt x="292" y="9"/>
                </a:cubicBezTo>
                <a:cubicBezTo>
                  <a:pt x="292" y="9"/>
                  <a:pt x="292" y="9"/>
                  <a:pt x="292" y="9"/>
                </a:cubicBezTo>
                <a:cubicBezTo>
                  <a:pt x="292" y="9"/>
                  <a:pt x="292" y="9"/>
                  <a:pt x="292" y="9"/>
                </a:cubicBezTo>
                <a:cubicBezTo>
                  <a:pt x="289" y="10"/>
                  <a:pt x="287" y="11"/>
                  <a:pt x="284" y="11"/>
                </a:cubicBezTo>
                <a:cubicBezTo>
                  <a:pt x="284" y="11"/>
                  <a:pt x="284" y="11"/>
                  <a:pt x="284" y="11"/>
                </a:cubicBezTo>
                <a:cubicBezTo>
                  <a:pt x="283" y="12"/>
                  <a:pt x="283" y="12"/>
                  <a:pt x="283" y="12"/>
                </a:cubicBezTo>
                <a:cubicBezTo>
                  <a:pt x="283" y="12"/>
                  <a:pt x="283" y="12"/>
                  <a:pt x="283" y="12"/>
                </a:cubicBezTo>
                <a:cubicBezTo>
                  <a:pt x="282" y="12"/>
                  <a:pt x="282" y="12"/>
                  <a:pt x="282" y="12"/>
                </a:cubicBezTo>
                <a:cubicBezTo>
                  <a:pt x="282" y="12"/>
                  <a:pt x="282" y="12"/>
                  <a:pt x="282" y="12"/>
                </a:cubicBezTo>
                <a:cubicBezTo>
                  <a:pt x="283" y="12"/>
                  <a:pt x="283" y="12"/>
                  <a:pt x="283" y="12"/>
                </a:cubicBezTo>
                <a:cubicBezTo>
                  <a:pt x="284" y="12"/>
                  <a:pt x="284" y="12"/>
                  <a:pt x="284" y="12"/>
                </a:cubicBezTo>
                <a:cubicBezTo>
                  <a:pt x="284" y="12"/>
                  <a:pt x="284" y="12"/>
                  <a:pt x="285" y="12"/>
                </a:cubicBezTo>
                <a:cubicBezTo>
                  <a:pt x="285" y="12"/>
                  <a:pt x="285" y="12"/>
                  <a:pt x="285" y="12"/>
                </a:cubicBezTo>
                <a:cubicBezTo>
                  <a:pt x="285" y="12"/>
                  <a:pt x="285" y="12"/>
                  <a:pt x="285" y="12"/>
                </a:cubicBezTo>
                <a:cubicBezTo>
                  <a:pt x="284" y="12"/>
                  <a:pt x="283" y="12"/>
                  <a:pt x="282" y="13"/>
                </a:cubicBezTo>
                <a:cubicBezTo>
                  <a:pt x="282" y="13"/>
                  <a:pt x="282" y="13"/>
                  <a:pt x="281" y="13"/>
                </a:cubicBezTo>
                <a:cubicBezTo>
                  <a:pt x="281" y="13"/>
                  <a:pt x="281" y="13"/>
                  <a:pt x="281" y="13"/>
                </a:cubicBezTo>
                <a:cubicBezTo>
                  <a:pt x="280" y="13"/>
                  <a:pt x="280" y="13"/>
                  <a:pt x="279" y="13"/>
                </a:cubicBezTo>
                <a:cubicBezTo>
                  <a:pt x="279" y="13"/>
                  <a:pt x="279" y="13"/>
                  <a:pt x="279" y="13"/>
                </a:cubicBezTo>
                <a:cubicBezTo>
                  <a:pt x="279" y="13"/>
                  <a:pt x="279" y="13"/>
                  <a:pt x="279" y="13"/>
                </a:cubicBezTo>
                <a:cubicBezTo>
                  <a:pt x="279" y="13"/>
                  <a:pt x="279" y="13"/>
                  <a:pt x="279" y="13"/>
                </a:cubicBezTo>
                <a:cubicBezTo>
                  <a:pt x="279" y="13"/>
                  <a:pt x="279" y="13"/>
                  <a:pt x="279"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80" y="13"/>
                  <a:pt x="280" y="13"/>
                  <a:pt x="280" y="13"/>
                </a:cubicBezTo>
                <a:cubicBezTo>
                  <a:pt x="279" y="13"/>
                  <a:pt x="279" y="13"/>
                  <a:pt x="279" y="13"/>
                </a:cubicBezTo>
                <a:cubicBezTo>
                  <a:pt x="278" y="13"/>
                  <a:pt x="278" y="13"/>
                  <a:pt x="278" y="13"/>
                </a:cubicBezTo>
                <a:cubicBezTo>
                  <a:pt x="278" y="13"/>
                  <a:pt x="278" y="13"/>
                  <a:pt x="278" y="13"/>
                </a:cubicBezTo>
                <a:cubicBezTo>
                  <a:pt x="279" y="13"/>
                  <a:pt x="279" y="13"/>
                  <a:pt x="279" y="13"/>
                </a:cubicBezTo>
                <a:cubicBezTo>
                  <a:pt x="279" y="13"/>
                  <a:pt x="279" y="13"/>
                  <a:pt x="279" y="13"/>
                </a:cubicBezTo>
                <a:cubicBezTo>
                  <a:pt x="278" y="13"/>
                  <a:pt x="278" y="13"/>
                  <a:pt x="277" y="13"/>
                </a:cubicBezTo>
                <a:cubicBezTo>
                  <a:pt x="277" y="13"/>
                  <a:pt x="277" y="13"/>
                  <a:pt x="277" y="13"/>
                </a:cubicBezTo>
                <a:cubicBezTo>
                  <a:pt x="276" y="14"/>
                  <a:pt x="275" y="14"/>
                  <a:pt x="274" y="14"/>
                </a:cubicBezTo>
                <a:cubicBezTo>
                  <a:pt x="274" y="14"/>
                  <a:pt x="274" y="14"/>
                  <a:pt x="274" y="14"/>
                </a:cubicBezTo>
                <a:cubicBezTo>
                  <a:pt x="273" y="15"/>
                  <a:pt x="273" y="15"/>
                  <a:pt x="271" y="15"/>
                </a:cubicBezTo>
                <a:cubicBezTo>
                  <a:pt x="271" y="16"/>
                  <a:pt x="271" y="16"/>
                  <a:pt x="271" y="16"/>
                </a:cubicBezTo>
                <a:cubicBezTo>
                  <a:pt x="270" y="16"/>
                  <a:pt x="270" y="16"/>
                  <a:pt x="270" y="16"/>
                </a:cubicBezTo>
                <a:cubicBezTo>
                  <a:pt x="270" y="16"/>
                  <a:pt x="270" y="16"/>
                  <a:pt x="270" y="16"/>
                </a:cubicBezTo>
                <a:cubicBezTo>
                  <a:pt x="269" y="16"/>
                  <a:pt x="269" y="16"/>
                  <a:pt x="269" y="16"/>
                </a:cubicBezTo>
                <a:cubicBezTo>
                  <a:pt x="269" y="16"/>
                  <a:pt x="269" y="16"/>
                  <a:pt x="269" y="16"/>
                </a:cubicBezTo>
                <a:cubicBezTo>
                  <a:pt x="268" y="16"/>
                  <a:pt x="268" y="16"/>
                  <a:pt x="268" y="16"/>
                </a:cubicBezTo>
                <a:cubicBezTo>
                  <a:pt x="268" y="17"/>
                  <a:pt x="268" y="17"/>
                  <a:pt x="268" y="17"/>
                </a:cubicBezTo>
                <a:cubicBezTo>
                  <a:pt x="267" y="17"/>
                  <a:pt x="267" y="17"/>
                  <a:pt x="267" y="17"/>
                </a:cubicBezTo>
                <a:cubicBezTo>
                  <a:pt x="267" y="17"/>
                  <a:pt x="267" y="17"/>
                  <a:pt x="267" y="17"/>
                </a:cubicBezTo>
                <a:cubicBezTo>
                  <a:pt x="267" y="17"/>
                  <a:pt x="267" y="17"/>
                  <a:pt x="267" y="17"/>
                </a:cubicBezTo>
                <a:cubicBezTo>
                  <a:pt x="266" y="17"/>
                  <a:pt x="266" y="17"/>
                  <a:pt x="266" y="17"/>
                </a:cubicBezTo>
                <a:cubicBezTo>
                  <a:pt x="266" y="17"/>
                  <a:pt x="266" y="17"/>
                  <a:pt x="266" y="17"/>
                </a:cubicBezTo>
                <a:cubicBezTo>
                  <a:pt x="266" y="17"/>
                  <a:pt x="266" y="17"/>
                  <a:pt x="266" y="17"/>
                </a:cubicBezTo>
                <a:cubicBezTo>
                  <a:pt x="265" y="18"/>
                  <a:pt x="265" y="18"/>
                  <a:pt x="265" y="18"/>
                </a:cubicBezTo>
                <a:cubicBezTo>
                  <a:pt x="265" y="18"/>
                  <a:pt x="265" y="18"/>
                  <a:pt x="265" y="18"/>
                </a:cubicBezTo>
                <a:cubicBezTo>
                  <a:pt x="265" y="18"/>
                  <a:pt x="265" y="18"/>
                  <a:pt x="265" y="18"/>
                </a:cubicBezTo>
                <a:cubicBezTo>
                  <a:pt x="265" y="18"/>
                  <a:pt x="265" y="18"/>
                  <a:pt x="265" y="18"/>
                </a:cubicBezTo>
                <a:cubicBezTo>
                  <a:pt x="265" y="18"/>
                  <a:pt x="265" y="18"/>
                  <a:pt x="265" y="18"/>
                </a:cubicBezTo>
                <a:cubicBezTo>
                  <a:pt x="266" y="18"/>
                  <a:pt x="266" y="18"/>
                  <a:pt x="266" y="18"/>
                </a:cubicBezTo>
                <a:cubicBezTo>
                  <a:pt x="266" y="17"/>
                  <a:pt x="267" y="17"/>
                  <a:pt x="268" y="17"/>
                </a:cubicBezTo>
                <a:cubicBezTo>
                  <a:pt x="268" y="17"/>
                  <a:pt x="268" y="17"/>
                  <a:pt x="268" y="17"/>
                </a:cubicBezTo>
                <a:cubicBezTo>
                  <a:pt x="268" y="17"/>
                  <a:pt x="268" y="17"/>
                  <a:pt x="268" y="17"/>
                </a:cubicBezTo>
                <a:cubicBezTo>
                  <a:pt x="268" y="17"/>
                  <a:pt x="268" y="17"/>
                  <a:pt x="268" y="17"/>
                </a:cubicBezTo>
                <a:cubicBezTo>
                  <a:pt x="268" y="17"/>
                  <a:pt x="268" y="17"/>
                  <a:pt x="268" y="17"/>
                </a:cubicBezTo>
                <a:cubicBezTo>
                  <a:pt x="268" y="17"/>
                  <a:pt x="268" y="17"/>
                  <a:pt x="268" y="17"/>
                </a:cubicBezTo>
                <a:cubicBezTo>
                  <a:pt x="268" y="17"/>
                  <a:pt x="268" y="17"/>
                  <a:pt x="269" y="17"/>
                </a:cubicBezTo>
                <a:cubicBezTo>
                  <a:pt x="269" y="17"/>
                  <a:pt x="269" y="17"/>
                  <a:pt x="269" y="17"/>
                </a:cubicBezTo>
                <a:cubicBezTo>
                  <a:pt x="269" y="17"/>
                  <a:pt x="269" y="17"/>
                  <a:pt x="269" y="17"/>
                </a:cubicBezTo>
                <a:cubicBezTo>
                  <a:pt x="269" y="17"/>
                  <a:pt x="269" y="17"/>
                  <a:pt x="269" y="17"/>
                </a:cubicBezTo>
                <a:cubicBezTo>
                  <a:pt x="269" y="17"/>
                  <a:pt x="269" y="17"/>
                  <a:pt x="269"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0" y="17"/>
                  <a:pt x="270" y="17"/>
                  <a:pt x="270" y="17"/>
                </a:cubicBezTo>
                <a:cubicBezTo>
                  <a:pt x="271" y="17"/>
                  <a:pt x="271" y="17"/>
                  <a:pt x="271" y="17"/>
                </a:cubicBezTo>
                <a:cubicBezTo>
                  <a:pt x="271" y="17"/>
                  <a:pt x="271" y="17"/>
                  <a:pt x="271" y="17"/>
                </a:cubicBezTo>
                <a:cubicBezTo>
                  <a:pt x="272" y="16"/>
                  <a:pt x="272" y="16"/>
                  <a:pt x="272" y="16"/>
                </a:cubicBezTo>
                <a:cubicBezTo>
                  <a:pt x="271" y="17"/>
                  <a:pt x="271" y="17"/>
                  <a:pt x="271" y="17"/>
                </a:cubicBezTo>
                <a:cubicBezTo>
                  <a:pt x="271" y="17"/>
                  <a:pt x="271" y="17"/>
                  <a:pt x="271" y="17"/>
                </a:cubicBezTo>
                <a:cubicBezTo>
                  <a:pt x="271" y="17"/>
                  <a:pt x="271" y="17"/>
                  <a:pt x="271" y="17"/>
                </a:cubicBezTo>
                <a:cubicBezTo>
                  <a:pt x="271" y="17"/>
                  <a:pt x="271" y="17"/>
                  <a:pt x="271" y="17"/>
                </a:cubicBezTo>
                <a:cubicBezTo>
                  <a:pt x="271" y="18"/>
                  <a:pt x="271" y="18"/>
                  <a:pt x="271" y="18"/>
                </a:cubicBezTo>
                <a:cubicBezTo>
                  <a:pt x="270" y="18"/>
                  <a:pt x="270" y="18"/>
                  <a:pt x="270" y="18"/>
                </a:cubicBezTo>
                <a:cubicBezTo>
                  <a:pt x="270" y="18"/>
                  <a:pt x="270" y="18"/>
                  <a:pt x="270" y="18"/>
                </a:cubicBezTo>
                <a:cubicBezTo>
                  <a:pt x="270" y="18"/>
                  <a:pt x="270" y="18"/>
                  <a:pt x="270" y="18"/>
                </a:cubicBezTo>
                <a:cubicBezTo>
                  <a:pt x="270" y="18"/>
                  <a:pt x="270" y="18"/>
                  <a:pt x="270" y="18"/>
                </a:cubicBezTo>
                <a:cubicBezTo>
                  <a:pt x="270" y="18"/>
                  <a:pt x="270" y="18"/>
                  <a:pt x="270" y="18"/>
                </a:cubicBezTo>
                <a:cubicBezTo>
                  <a:pt x="270" y="18"/>
                  <a:pt x="270" y="18"/>
                  <a:pt x="270" y="18"/>
                </a:cubicBezTo>
                <a:cubicBezTo>
                  <a:pt x="269" y="19"/>
                  <a:pt x="269" y="19"/>
                  <a:pt x="269" y="19"/>
                </a:cubicBezTo>
                <a:cubicBezTo>
                  <a:pt x="270" y="19"/>
                  <a:pt x="270" y="19"/>
                  <a:pt x="270" y="19"/>
                </a:cubicBezTo>
                <a:cubicBezTo>
                  <a:pt x="270" y="19"/>
                  <a:pt x="270" y="19"/>
                  <a:pt x="270" y="19"/>
                </a:cubicBezTo>
                <a:cubicBezTo>
                  <a:pt x="268" y="19"/>
                  <a:pt x="268" y="19"/>
                  <a:pt x="268" y="19"/>
                </a:cubicBezTo>
                <a:cubicBezTo>
                  <a:pt x="268" y="19"/>
                  <a:pt x="268" y="19"/>
                  <a:pt x="268" y="19"/>
                </a:cubicBezTo>
                <a:cubicBezTo>
                  <a:pt x="268" y="20"/>
                  <a:pt x="268" y="20"/>
                  <a:pt x="268" y="20"/>
                </a:cubicBezTo>
                <a:cubicBezTo>
                  <a:pt x="267" y="20"/>
                  <a:pt x="267" y="20"/>
                  <a:pt x="267" y="20"/>
                </a:cubicBezTo>
                <a:cubicBezTo>
                  <a:pt x="266" y="21"/>
                  <a:pt x="264" y="21"/>
                  <a:pt x="263" y="22"/>
                </a:cubicBezTo>
                <a:cubicBezTo>
                  <a:pt x="262" y="22"/>
                  <a:pt x="262" y="22"/>
                  <a:pt x="262" y="22"/>
                </a:cubicBezTo>
                <a:cubicBezTo>
                  <a:pt x="262" y="22"/>
                  <a:pt x="262" y="22"/>
                  <a:pt x="262" y="22"/>
                </a:cubicBezTo>
                <a:cubicBezTo>
                  <a:pt x="261" y="22"/>
                  <a:pt x="261" y="22"/>
                  <a:pt x="261" y="22"/>
                </a:cubicBezTo>
                <a:cubicBezTo>
                  <a:pt x="261" y="22"/>
                  <a:pt x="261" y="22"/>
                  <a:pt x="261" y="22"/>
                </a:cubicBezTo>
                <a:cubicBezTo>
                  <a:pt x="261" y="22"/>
                  <a:pt x="261" y="22"/>
                  <a:pt x="261" y="22"/>
                </a:cubicBezTo>
                <a:cubicBezTo>
                  <a:pt x="261" y="23"/>
                  <a:pt x="261" y="23"/>
                  <a:pt x="261" y="23"/>
                </a:cubicBezTo>
                <a:cubicBezTo>
                  <a:pt x="261" y="23"/>
                  <a:pt x="261" y="23"/>
                  <a:pt x="261" y="23"/>
                </a:cubicBezTo>
                <a:cubicBezTo>
                  <a:pt x="261" y="23"/>
                  <a:pt x="261" y="23"/>
                  <a:pt x="261" y="23"/>
                </a:cubicBezTo>
                <a:cubicBezTo>
                  <a:pt x="260" y="23"/>
                  <a:pt x="260" y="23"/>
                  <a:pt x="259" y="24"/>
                </a:cubicBezTo>
                <a:cubicBezTo>
                  <a:pt x="259" y="24"/>
                  <a:pt x="259" y="24"/>
                  <a:pt x="259" y="24"/>
                </a:cubicBezTo>
                <a:cubicBezTo>
                  <a:pt x="259" y="24"/>
                  <a:pt x="258" y="24"/>
                  <a:pt x="258" y="24"/>
                </a:cubicBezTo>
                <a:cubicBezTo>
                  <a:pt x="257" y="25"/>
                  <a:pt x="257" y="25"/>
                  <a:pt x="257" y="25"/>
                </a:cubicBezTo>
                <a:cubicBezTo>
                  <a:pt x="257" y="25"/>
                  <a:pt x="257" y="25"/>
                  <a:pt x="257" y="25"/>
                </a:cubicBezTo>
                <a:cubicBezTo>
                  <a:pt x="256" y="25"/>
                  <a:pt x="256" y="25"/>
                  <a:pt x="256" y="25"/>
                </a:cubicBezTo>
                <a:cubicBezTo>
                  <a:pt x="256" y="26"/>
                  <a:pt x="255" y="26"/>
                  <a:pt x="254" y="26"/>
                </a:cubicBezTo>
                <a:cubicBezTo>
                  <a:pt x="254" y="27"/>
                  <a:pt x="253" y="27"/>
                  <a:pt x="252" y="27"/>
                </a:cubicBezTo>
                <a:cubicBezTo>
                  <a:pt x="252" y="28"/>
                  <a:pt x="252" y="28"/>
                  <a:pt x="252" y="28"/>
                </a:cubicBezTo>
                <a:cubicBezTo>
                  <a:pt x="251" y="28"/>
                  <a:pt x="251" y="28"/>
                  <a:pt x="251" y="28"/>
                </a:cubicBezTo>
                <a:cubicBezTo>
                  <a:pt x="251" y="28"/>
                  <a:pt x="251" y="28"/>
                  <a:pt x="250" y="29"/>
                </a:cubicBezTo>
                <a:cubicBezTo>
                  <a:pt x="249" y="29"/>
                  <a:pt x="249" y="29"/>
                  <a:pt x="247" y="30"/>
                </a:cubicBezTo>
                <a:cubicBezTo>
                  <a:pt x="246" y="31"/>
                  <a:pt x="245" y="31"/>
                  <a:pt x="244" y="32"/>
                </a:cubicBezTo>
                <a:cubicBezTo>
                  <a:pt x="243" y="32"/>
                  <a:pt x="242" y="32"/>
                  <a:pt x="242" y="33"/>
                </a:cubicBezTo>
                <a:cubicBezTo>
                  <a:pt x="242" y="33"/>
                  <a:pt x="242" y="33"/>
                  <a:pt x="242" y="33"/>
                </a:cubicBezTo>
                <a:cubicBezTo>
                  <a:pt x="242" y="33"/>
                  <a:pt x="241" y="33"/>
                  <a:pt x="240" y="34"/>
                </a:cubicBezTo>
                <a:cubicBezTo>
                  <a:pt x="239" y="34"/>
                  <a:pt x="239" y="34"/>
                  <a:pt x="239" y="34"/>
                </a:cubicBezTo>
                <a:cubicBezTo>
                  <a:pt x="238" y="35"/>
                  <a:pt x="237" y="35"/>
                  <a:pt x="235" y="36"/>
                </a:cubicBezTo>
                <a:cubicBezTo>
                  <a:pt x="235" y="36"/>
                  <a:pt x="235" y="36"/>
                  <a:pt x="235" y="36"/>
                </a:cubicBezTo>
                <a:cubicBezTo>
                  <a:pt x="234" y="36"/>
                  <a:pt x="233" y="37"/>
                  <a:pt x="233" y="37"/>
                </a:cubicBezTo>
                <a:cubicBezTo>
                  <a:pt x="232" y="38"/>
                  <a:pt x="232" y="38"/>
                  <a:pt x="232" y="38"/>
                </a:cubicBezTo>
                <a:cubicBezTo>
                  <a:pt x="232" y="38"/>
                  <a:pt x="232" y="38"/>
                  <a:pt x="232" y="38"/>
                </a:cubicBezTo>
                <a:cubicBezTo>
                  <a:pt x="233" y="38"/>
                  <a:pt x="233" y="38"/>
                  <a:pt x="234" y="38"/>
                </a:cubicBezTo>
                <a:cubicBezTo>
                  <a:pt x="235" y="37"/>
                  <a:pt x="235" y="37"/>
                  <a:pt x="237" y="38"/>
                </a:cubicBezTo>
                <a:cubicBezTo>
                  <a:pt x="234" y="39"/>
                  <a:pt x="234" y="39"/>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3" y="40"/>
                  <a:pt x="233" y="40"/>
                  <a:pt x="233" y="40"/>
                </a:cubicBezTo>
                <a:cubicBezTo>
                  <a:pt x="232" y="42"/>
                  <a:pt x="232" y="42"/>
                  <a:pt x="231" y="43"/>
                </a:cubicBezTo>
                <a:cubicBezTo>
                  <a:pt x="230" y="43"/>
                  <a:pt x="230" y="43"/>
                  <a:pt x="230" y="43"/>
                </a:cubicBezTo>
                <a:cubicBezTo>
                  <a:pt x="230" y="43"/>
                  <a:pt x="230" y="43"/>
                  <a:pt x="229" y="43"/>
                </a:cubicBezTo>
                <a:cubicBezTo>
                  <a:pt x="229" y="43"/>
                  <a:pt x="229" y="43"/>
                  <a:pt x="229" y="43"/>
                </a:cubicBezTo>
                <a:cubicBezTo>
                  <a:pt x="229" y="43"/>
                  <a:pt x="229" y="43"/>
                  <a:pt x="228" y="42"/>
                </a:cubicBezTo>
                <a:cubicBezTo>
                  <a:pt x="229" y="42"/>
                  <a:pt x="229" y="42"/>
                  <a:pt x="229" y="42"/>
                </a:cubicBezTo>
                <a:cubicBezTo>
                  <a:pt x="219" y="46"/>
                  <a:pt x="219" y="46"/>
                  <a:pt x="219" y="46"/>
                </a:cubicBezTo>
                <a:cubicBezTo>
                  <a:pt x="219" y="47"/>
                  <a:pt x="219" y="47"/>
                  <a:pt x="217" y="49"/>
                </a:cubicBezTo>
                <a:cubicBezTo>
                  <a:pt x="220" y="48"/>
                  <a:pt x="220" y="48"/>
                  <a:pt x="221" y="48"/>
                </a:cubicBezTo>
                <a:cubicBezTo>
                  <a:pt x="222" y="47"/>
                  <a:pt x="223" y="46"/>
                  <a:pt x="224" y="46"/>
                </a:cubicBezTo>
                <a:cubicBezTo>
                  <a:pt x="224" y="45"/>
                  <a:pt x="224" y="45"/>
                  <a:pt x="224" y="45"/>
                </a:cubicBezTo>
                <a:cubicBezTo>
                  <a:pt x="225" y="44"/>
                  <a:pt x="225" y="44"/>
                  <a:pt x="225" y="44"/>
                </a:cubicBezTo>
                <a:cubicBezTo>
                  <a:pt x="225" y="44"/>
                  <a:pt x="225" y="44"/>
                  <a:pt x="226" y="44"/>
                </a:cubicBezTo>
                <a:cubicBezTo>
                  <a:pt x="226" y="45"/>
                  <a:pt x="226" y="45"/>
                  <a:pt x="226" y="45"/>
                </a:cubicBezTo>
                <a:cubicBezTo>
                  <a:pt x="226" y="45"/>
                  <a:pt x="226" y="45"/>
                  <a:pt x="227" y="46"/>
                </a:cubicBezTo>
                <a:cubicBezTo>
                  <a:pt x="226" y="46"/>
                  <a:pt x="226" y="46"/>
                  <a:pt x="226" y="46"/>
                </a:cubicBezTo>
                <a:cubicBezTo>
                  <a:pt x="226" y="46"/>
                  <a:pt x="225" y="47"/>
                  <a:pt x="225" y="47"/>
                </a:cubicBezTo>
                <a:cubicBezTo>
                  <a:pt x="224" y="47"/>
                  <a:pt x="223" y="48"/>
                  <a:pt x="222" y="48"/>
                </a:cubicBezTo>
                <a:cubicBezTo>
                  <a:pt x="222" y="48"/>
                  <a:pt x="222" y="48"/>
                  <a:pt x="221" y="49"/>
                </a:cubicBezTo>
                <a:cubicBezTo>
                  <a:pt x="221" y="49"/>
                  <a:pt x="220" y="50"/>
                  <a:pt x="220" y="50"/>
                </a:cubicBezTo>
                <a:cubicBezTo>
                  <a:pt x="219" y="51"/>
                  <a:pt x="218" y="52"/>
                  <a:pt x="217" y="52"/>
                </a:cubicBezTo>
                <a:cubicBezTo>
                  <a:pt x="217" y="52"/>
                  <a:pt x="216" y="52"/>
                  <a:pt x="215" y="52"/>
                </a:cubicBezTo>
                <a:cubicBezTo>
                  <a:pt x="215" y="52"/>
                  <a:pt x="214" y="53"/>
                  <a:pt x="213" y="53"/>
                </a:cubicBezTo>
                <a:cubicBezTo>
                  <a:pt x="213" y="53"/>
                  <a:pt x="213" y="53"/>
                  <a:pt x="213" y="53"/>
                </a:cubicBezTo>
                <a:cubicBezTo>
                  <a:pt x="213" y="53"/>
                  <a:pt x="213" y="53"/>
                  <a:pt x="212" y="53"/>
                </a:cubicBezTo>
                <a:cubicBezTo>
                  <a:pt x="211" y="54"/>
                  <a:pt x="209" y="55"/>
                  <a:pt x="208" y="55"/>
                </a:cubicBezTo>
                <a:cubicBezTo>
                  <a:pt x="206" y="56"/>
                  <a:pt x="204" y="56"/>
                  <a:pt x="203" y="58"/>
                </a:cubicBezTo>
                <a:cubicBezTo>
                  <a:pt x="203" y="58"/>
                  <a:pt x="203" y="58"/>
                  <a:pt x="202" y="59"/>
                </a:cubicBezTo>
                <a:cubicBezTo>
                  <a:pt x="193" y="66"/>
                  <a:pt x="193" y="66"/>
                  <a:pt x="193" y="67"/>
                </a:cubicBezTo>
                <a:cubicBezTo>
                  <a:pt x="194" y="67"/>
                  <a:pt x="194" y="67"/>
                  <a:pt x="195" y="67"/>
                </a:cubicBezTo>
                <a:cubicBezTo>
                  <a:pt x="195" y="67"/>
                  <a:pt x="195" y="67"/>
                  <a:pt x="195" y="67"/>
                </a:cubicBezTo>
                <a:cubicBezTo>
                  <a:pt x="195" y="68"/>
                  <a:pt x="194" y="68"/>
                  <a:pt x="194" y="69"/>
                </a:cubicBezTo>
                <a:cubicBezTo>
                  <a:pt x="193" y="69"/>
                  <a:pt x="193" y="68"/>
                  <a:pt x="193" y="69"/>
                </a:cubicBezTo>
                <a:cubicBezTo>
                  <a:pt x="187" y="73"/>
                  <a:pt x="187" y="73"/>
                  <a:pt x="186" y="74"/>
                </a:cubicBezTo>
                <a:cubicBezTo>
                  <a:pt x="188" y="74"/>
                  <a:pt x="189" y="72"/>
                  <a:pt x="191" y="73"/>
                </a:cubicBezTo>
                <a:cubicBezTo>
                  <a:pt x="190" y="73"/>
                  <a:pt x="189" y="74"/>
                  <a:pt x="187" y="76"/>
                </a:cubicBezTo>
                <a:cubicBezTo>
                  <a:pt x="182" y="79"/>
                  <a:pt x="178" y="81"/>
                  <a:pt x="173" y="94"/>
                </a:cubicBezTo>
                <a:cubicBezTo>
                  <a:pt x="173" y="95"/>
                  <a:pt x="173" y="95"/>
                  <a:pt x="173" y="95"/>
                </a:cubicBezTo>
                <a:cubicBezTo>
                  <a:pt x="173" y="95"/>
                  <a:pt x="173" y="96"/>
                  <a:pt x="173" y="97"/>
                </a:cubicBezTo>
                <a:cubicBezTo>
                  <a:pt x="174" y="97"/>
                  <a:pt x="174" y="97"/>
                  <a:pt x="175" y="96"/>
                </a:cubicBezTo>
                <a:cubicBezTo>
                  <a:pt x="175" y="96"/>
                  <a:pt x="175" y="96"/>
                  <a:pt x="176" y="96"/>
                </a:cubicBezTo>
                <a:cubicBezTo>
                  <a:pt x="176" y="96"/>
                  <a:pt x="176" y="96"/>
                  <a:pt x="177" y="97"/>
                </a:cubicBezTo>
                <a:cubicBezTo>
                  <a:pt x="176" y="97"/>
                  <a:pt x="176" y="98"/>
                  <a:pt x="175" y="99"/>
                </a:cubicBezTo>
                <a:cubicBezTo>
                  <a:pt x="176" y="99"/>
                  <a:pt x="176" y="100"/>
                  <a:pt x="177" y="100"/>
                </a:cubicBezTo>
                <a:cubicBezTo>
                  <a:pt x="176" y="101"/>
                  <a:pt x="176" y="102"/>
                  <a:pt x="176" y="102"/>
                </a:cubicBezTo>
                <a:cubicBezTo>
                  <a:pt x="177" y="102"/>
                  <a:pt x="180" y="102"/>
                  <a:pt x="182" y="100"/>
                </a:cubicBezTo>
                <a:cubicBezTo>
                  <a:pt x="182" y="100"/>
                  <a:pt x="182" y="99"/>
                  <a:pt x="183" y="99"/>
                </a:cubicBezTo>
                <a:cubicBezTo>
                  <a:pt x="194" y="85"/>
                  <a:pt x="196" y="85"/>
                  <a:pt x="197" y="85"/>
                </a:cubicBezTo>
                <a:cubicBezTo>
                  <a:pt x="197" y="85"/>
                  <a:pt x="198" y="85"/>
                  <a:pt x="198" y="85"/>
                </a:cubicBezTo>
                <a:cubicBezTo>
                  <a:pt x="201" y="85"/>
                  <a:pt x="203" y="82"/>
                  <a:pt x="205" y="81"/>
                </a:cubicBezTo>
                <a:cubicBezTo>
                  <a:pt x="206" y="80"/>
                  <a:pt x="208" y="79"/>
                  <a:pt x="209" y="77"/>
                </a:cubicBezTo>
                <a:cubicBezTo>
                  <a:pt x="211" y="76"/>
                  <a:pt x="211" y="76"/>
                  <a:pt x="220" y="70"/>
                </a:cubicBezTo>
                <a:cubicBezTo>
                  <a:pt x="221" y="70"/>
                  <a:pt x="222" y="70"/>
                  <a:pt x="223" y="70"/>
                </a:cubicBezTo>
                <a:cubicBezTo>
                  <a:pt x="224" y="68"/>
                  <a:pt x="224" y="68"/>
                  <a:pt x="225" y="67"/>
                </a:cubicBezTo>
                <a:cubicBezTo>
                  <a:pt x="226" y="67"/>
                  <a:pt x="226" y="67"/>
                  <a:pt x="227" y="68"/>
                </a:cubicBezTo>
                <a:cubicBezTo>
                  <a:pt x="225" y="69"/>
                  <a:pt x="225" y="69"/>
                  <a:pt x="225" y="70"/>
                </a:cubicBezTo>
                <a:cubicBezTo>
                  <a:pt x="228" y="71"/>
                  <a:pt x="229" y="68"/>
                  <a:pt x="232" y="67"/>
                </a:cubicBezTo>
                <a:cubicBezTo>
                  <a:pt x="232" y="67"/>
                  <a:pt x="232" y="67"/>
                  <a:pt x="233" y="67"/>
                </a:cubicBezTo>
                <a:cubicBezTo>
                  <a:pt x="234" y="67"/>
                  <a:pt x="234" y="67"/>
                  <a:pt x="235" y="66"/>
                </a:cubicBezTo>
                <a:cubicBezTo>
                  <a:pt x="237" y="65"/>
                  <a:pt x="239" y="64"/>
                  <a:pt x="241" y="63"/>
                </a:cubicBezTo>
                <a:cubicBezTo>
                  <a:pt x="242" y="63"/>
                  <a:pt x="242" y="63"/>
                  <a:pt x="245" y="61"/>
                </a:cubicBezTo>
                <a:cubicBezTo>
                  <a:pt x="247" y="61"/>
                  <a:pt x="247" y="61"/>
                  <a:pt x="247" y="61"/>
                </a:cubicBezTo>
                <a:cubicBezTo>
                  <a:pt x="247" y="60"/>
                  <a:pt x="247" y="60"/>
                  <a:pt x="248" y="60"/>
                </a:cubicBezTo>
                <a:cubicBezTo>
                  <a:pt x="251" y="58"/>
                  <a:pt x="251" y="58"/>
                  <a:pt x="252" y="57"/>
                </a:cubicBezTo>
                <a:cubicBezTo>
                  <a:pt x="252" y="56"/>
                  <a:pt x="252" y="56"/>
                  <a:pt x="252" y="56"/>
                </a:cubicBezTo>
                <a:cubicBezTo>
                  <a:pt x="252" y="56"/>
                  <a:pt x="252" y="56"/>
                  <a:pt x="253" y="57"/>
                </a:cubicBezTo>
                <a:cubicBezTo>
                  <a:pt x="253" y="57"/>
                  <a:pt x="253" y="57"/>
                  <a:pt x="253" y="57"/>
                </a:cubicBezTo>
                <a:cubicBezTo>
                  <a:pt x="253" y="57"/>
                  <a:pt x="253" y="57"/>
                  <a:pt x="253" y="57"/>
                </a:cubicBezTo>
                <a:cubicBezTo>
                  <a:pt x="253" y="57"/>
                  <a:pt x="253" y="57"/>
                  <a:pt x="253" y="57"/>
                </a:cubicBezTo>
                <a:cubicBezTo>
                  <a:pt x="253" y="57"/>
                  <a:pt x="253" y="57"/>
                  <a:pt x="253" y="57"/>
                </a:cubicBezTo>
                <a:cubicBezTo>
                  <a:pt x="253" y="57"/>
                  <a:pt x="253" y="57"/>
                  <a:pt x="253" y="57"/>
                </a:cubicBezTo>
                <a:cubicBezTo>
                  <a:pt x="253" y="57"/>
                  <a:pt x="253" y="57"/>
                  <a:pt x="253" y="57"/>
                </a:cubicBezTo>
                <a:cubicBezTo>
                  <a:pt x="253" y="58"/>
                  <a:pt x="254" y="58"/>
                  <a:pt x="255" y="58"/>
                </a:cubicBezTo>
                <a:cubicBezTo>
                  <a:pt x="255" y="59"/>
                  <a:pt x="255" y="59"/>
                  <a:pt x="255" y="59"/>
                </a:cubicBezTo>
                <a:cubicBezTo>
                  <a:pt x="263" y="59"/>
                  <a:pt x="269" y="53"/>
                  <a:pt x="276" y="51"/>
                </a:cubicBezTo>
                <a:cubicBezTo>
                  <a:pt x="277" y="51"/>
                  <a:pt x="278" y="51"/>
                  <a:pt x="280" y="51"/>
                </a:cubicBezTo>
                <a:cubicBezTo>
                  <a:pt x="283" y="50"/>
                  <a:pt x="283" y="50"/>
                  <a:pt x="284" y="49"/>
                </a:cubicBezTo>
                <a:cubicBezTo>
                  <a:pt x="283" y="49"/>
                  <a:pt x="283" y="49"/>
                  <a:pt x="283" y="49"/>
                </a:cubicBezTo>
                <a:cubicBezTo>
                  <a:pt x="283" y="49"/>
                  <a:pt x="282" y="49"/>
                  <a:pt x="281" y="50"/>
                </a:cubicBezTo>
                <a:cubicBezTo>
                  <a:pt x="280" y="50"/>
                  <a:pt x="280" y="50"/>
                  <a:pt x="280" y="50"/>
                </a:cubicBezTo>
                <a:cubicBezTo>
                  <a:pt x="280" y="50"/>
                  <a:pt x="280" y="50"/>
                  <a:pt x="279" y="50"/>
                </a:cubicBezTo>
                <a:cubicBezTo>
                  <a:pt x="279" y="49"/>
                  <a:pt x="279" y="49"/>
                  <a:pt x="279" y="49"/>
                </a:cubicBezTo>
                <a:cubicBezTo>
                  <a:pt x="279" y="49"/>
                  <a:pt x="278" y="49"/>
                  <a:pt x="278" y="49"/>
                </a:cubicBezTo>
                <a:cubicBezTo>
                  <a:pt x="277" y="48"/>
                  <a:pt x="277" y="48"/>
                  <a:pt x="276" y="48"/>
                </a:cubicBezTo>
                <a:cubicBezTo>
                  <a:pt x="276" y="47"/>
                  <a:pt x="276" y="47"/>
                  <a:pt x="276" y="47"/>
                </a:cubicBezTo>
                <a:cubicBezTo>
                  <a:pt x="277" y="46"/>
                  <a:pt x="277" y="46"/>
                  <a:pt x="277" y="46"/>
                </a:cubicBezTo>
                <a:cubicBezTo>
                  <a:pt x="277" y="46"/>
                  <a:pt x="278" y="46"/>
                  <a:pt x="279" y="45"/>
                </a:cubicBezTo>
                <a:cubicBezTo>
                  <a:pt x="280" y="45"/>
                  <a:pt x="280" y="45"/>
                  <a:pt x="280" y="45"/>
                </a:cubicBezTo>
                <a:cubicBezTo>
                  <a:pt x="281" y="45"/>
                  <a:pt x="283" y="44"/>
                  <a:pt x="285" y="44"/>
                </a:cubicBezTo>
                <a:cubicBezTo>
                  <a:pt x="283" y="46"/>
                  <a:pt x="283" y="46"/>
                  <a:pt x="283" y="47"/>
                </a:cubicBezTo>
                <a:cubicBezTo>
                  <a:pt x="283" y="48"/>
                  <a:pt x="283" y="48"/>
                  <a:pt x="283" y="48"/>
                </a:cubicBezTo>
                <a:cubicBezTo>
                  <a:pt x="284" y="47"/>
                  <a:pt x="284" y="47"/>
                  <a:pt x="284" y="47"/>
                </a:cubicBezTo>
                <a:cubicBezTo>
                  <a:pt x="286" y="45"/>
                  <a:pt x="293" y="46"/>
                  <a:pt x="291" y="42"/>
                </a:cubicBezTo>
                <a:cubicBezTo>
                  <a:pt x="293" y="38"/>
                  <a:pt x="293" y="38"/>
                  <a:pt x="293" y="37"/>
                </a:cubicBezTo>
                <a:cubicBezTo>
                  <a:pt x="294" y="37"/>
                  <a:pt x="294" y="37"/>
                  <a:pt x="294" y="37"/>
                </a:cubicBezTo>
                <a:cubicBezTo>
                  <a:pt x="294" y="38"/>
                  <a:pt x="294" y="38"/>
                  <a:pt x="294" y="38"/>
                </a:cubicBezTo>
                <a:cubicBezTo>
                  <a:pt x="295" y="38"/>
                  <a:pt x="295" y="38"/>
                  <a:pt x="296" y="38"/>
                </a:cubicBezTo>
                <a:cubicBezTo>
                  <a:pt x="297" y="38"/>
                  <a:pt x="297" y="38"/>
                  <a:pt x="298" y="36"/>
                </a:cubicBezTo>
                <a:cubicBezTo>
                  <a:pt x="299" y="36"/>
                  <a:pt x="299" y="36"/>
                  <a:pt x="299" y="35"/>
                </a:cubicBezTo>
                <a:cubicBezTo>
                  <a:pt x="300" y="35"/>
                  <a:pt x="301" y="34"/>
                  <a:pt x="301" y="34"/>
                </a:cubicBezTo>
                <a:cubicBezTo>
                  <a:pt x="300" y="34"/>
                  <a:pt x="300" y="34"/>
                  <a:pt x="298" y="34"/>
                </a:cubicBezTo>
                <a:cubicBezTo>
                  <a:pt x="297" y="34"/>
                  <a:pt x="297" y="34"/>
                  <a:pt x="296" y="34"/>
                </a:cubicBezTo>
                <a:cubicBezTo>
                  <a:pt x="297" y="34"/>
                  <a:pt x="297" y="34"/>
                  <a:pt x="299" y="33"/>
                </a:cubicBezTo>
                <a:cubicBezTo>
                  <a:pt x="299" y="33"/>
                  <a:pt x="299" y="32"/>
                  <a:pt x="299" y="32"/>
                </a:cubicBezTo>
                <a:cubicBezTo>
                  <a:pt x="300" y="32"/>
                  <a:pt x="300" y="32"/>
                  <a:pt x="300" y="32"/>
                </a:cubicBezTo>
                <a:cubicBezTo>
                  <a:pt x="301" y="32"/>
                  <a:pt x="301" y="32"/>
                  <a:pt x="302" y="32"/>
                </a:cubicBezTo>
                <a:cubicBezTo>
                  <a:pt x="301" y="32"/>
                  <a:pt x="301" y="33"/>
                  <a:pt x="300" y="33"/>
                </a:cubicBezTo>
                <a:cubicBezTo>
                  <a:pt x="300" y="33"/>
                  <a:pt x="301" y="33"/>
                  <a:pt x="302" y="33"/>
                </a:cubicBezTo>
                <a:cubicBezTo>
                  <a:pt x="303" y="33"/>
                  <a:pt x="303" y="32"/>
                  <a:pt x="304" y="32"/>
                </a:cubicBezTo>
                <a:cubicBezTo>
                  <a:pt x="304" y="32"/>
                  <a:pt x="304" y="32"/>
                  <a:pt x="305" y="33"/>
                </a:cubicBezTo>
                <a:cubicBezTo>
                  <a:pt x="308" y="32"/>
                  <a:pt x="309" y="31"/>
                  <a:pt x="309" y="30"/>
                </a:cubicBezTo>
                <a:cubicBezTo>
                  <a:pt x="308" y="30"/>
                  <a:pt x="307" y="30"/>
                  <a:pt x="307" y="30"/>
                </a:cubicBezTo>
                <a:cubicBezTo>
                  <a:pt x="307" y="30"/>
                  <a:pt x="307" y="30"/>
                  <a:pt x="311" y="29"/>
                </a:cubicBezTo>
                <a:cubicBezTo>
                  <a:pt x="311" y="29"/>
                  <a:pt x="312" y="29"/>
                  <a:pt x="313" y="29"/>
                </a:cubicBezTo>
                <a:cubicBezTo>
                  <a:pt x="313" y="29"/>
                  <a:pt x="313" y="29"/>
                  <a:pt x="313" y="29"/>
                </a:cubicBezTo>
                <a:cubicBezTo>
                  <a:pt x="314" y="29"/>
                  <a:pt x="315" y="28"/>
                  <a:pt x="315" y="28"/>
                </a:cubicBezTo>
                <a:cubicBezTo>
                  <a:pt x="315" y="27"/>
                  <a:pt x="315" y="27"/>
                  <a:pt x="315" y="27"/>
                </a:cubicBezTo>
                <a:cubicBezTo>
                  <a:pt x="316" y="26"/>
                  <a:pt x="316" y="26"/>
                  <a:pt x="318" y="24"/>
                </a:cubicBezTo>
                <a:cubicBezTo>
                  <a:pt x="318" y="24"/>
                  <a:pt x="319" y="24"/>
                  <a:pt x="320" y="24"/>
                </a:cubicBezTo>
                <a:cubicBezTo>
                  <a:pt x="320" y="24"/>
                  <a:pt x="321" y="23"/>
                  <a:pt x="322" y="22"/>
                </a:cubicBezTo>
                <a:cubicBezTo>
                  <a:pt x="322" y="22"/>
                  <a:pt x="323" y="21"/>
                  <a:pt x="324" y="20"/>
                </a:cubicBezTo>
                <a:cubicBezTo>
                  <a:pt x="323" y="20"/>
                  <a:pt x="323" y="20"/>
                  <a:pt x="322" y="20"/>
                </a:cubicBezTo>
                <a:cubicBezTo>
                  <a:pt x="323" y="20"/>
                  <a:pt x="323" y="20"/>
                  <a:pt x="323" y="19"/>
                </a:cubicBezTo>
                <a:cubicBezTo>
                  <a:pt x="323" y="19"/>
                  <a:pt x="323" y="19"/>
                  <a:pt x="323" y="19"/>
                </a:cubicBezTo>
                <a:cubicBezTo>
                  <a:pt x="324" y="19"/>
                  <a:pt x="324" y="19"/>
                  <a:pt x="324" y="19"/>
                </a:cubicBezTo>
                <a:cubicBezTo>
                  <a:pt x="325" y="18"/>
                  <a:pt x="325" y="18"/>
                  <a:pt x="327" y="18"/>
                </a:cubicBezTo>
                <a:cubicBezTo>
                  <a:pt x="327" y="18"/>
                  <a:pt x="327" y="18"/>
                  <a:pt x="328" y="19"/>
                </a:cubicBezTo>
                <a:cubicBezTo>
                  <a:pt x="327" y="19"/>
                  <a:pt x="327" y="19"/>
                  <a:pt x="327" y="19"/>
                </a:cubicBezTo>
                <a:cubicBezTo>
                  <a:pt x="325" y="20"/>
                  <a:pt x="325" y="20"/>
                  <a:pt x="324" y="21"/>
                </a:cubicBezTo>
                <a:cubicBezTo>
                  <a:pt x="324" y="21"/>
                  <a:pt x="324" y="21"/>
                  <a:pt x="324" y="21"/>
                </a:cubicBezTo>
                <a:cubicBezTo>
                  <a:pt x="326" y="20"/>
                  <a:pt x="327" y="19"/>
                  <a:pt x="330" y="18"/>
                </a:cubicBezTo>
                <a:cubicBezTo>
                  <a:pt x="330" y="18"/>
                  <a:pt x="330" y="17"/>
                  <a:pt x="331" y="17"/>
                </a:cubicBezTo>
                <a:cubicBezTo>
                  <a:pt x="331" y="17"/>
                  <a:pt x="331" y="17"/>
                  <a:pt x="331" y="16"/>
                </a:cubicBezTo>
                <a:cubicBezTo>
                  <a:pt x="331" y="16"/>
                  <a:pt x="330" y="16"/>
                  <a:pt x="330" y="16"/>
                </a:cubicBezTo>
                <a:cubicBezTo>
                  <a:pt x="330" y="16"/>
                  <a:pt x="330" y="16"/>
                  <a:pt x="329" y="16"/>
                </a:cubicBezTo>
                <a:cubicBezTo>
                  <a:pt x="330" y="16"/>
                  <a:pt x="330" y="16"/>
                  <a:pt x="331" y="15"/>
                </a:cubicBezTo>
                <a:cubicBezTo>
                  <a:pt x="332" y="15"/>
                  <a:pt x="332" y="15"/>
                  <a:pt x="332" y="15"/>
                </a:cubicBezTo>
                <a:cubicBezTo>
                  <a:pt x="333" y="15"/>
                  <a:pt x="333" y="15"/>
                  <a:pt x="334" y="14"/>
                </a:cubicBezTo>
                <a:cubicBezTo>
                  <a:pt x="333" y="14"/>
                  <a:pt x="333" y="14"/>
                  <a:pt x="330" y="15"/>
                </a:cubicBezTo>
                <a:cubicBezTo>
                  <a:pt x="331" y="14"/>
                  <a:pt x="332" y="14"/>
                  <a:pt x="333" y="13"/>
                </a:cubicBezTo>
                <a:cubicBezTo>
                  <a:pt x="333" y="13"/>
                  <a:pt x="333" y="13"/>
                  <a:pt x="338" y="11"/>
                </a:cubicBezTo>
                <a:cubicBezTo>
                  <a:pt x="339" y="11"/>
                  <a:pt x="339" y="11"/>
                  <a:pt x="339" y="11"/>
                </a:cubicBezTo>
                <a:cubicBezTo>
                  <a:pt x="340" y="10"/>
                  <a:pt x="340" y="10"/>
                  <a:pt x="342" y="10"/>
                </a:cubicBezTo>
                <a:cubicBezTo>
                  <a:pt x="342" y="10"/>
                  <a:pt x="342" y="10"/>
                  <a:pt x="343" y="10"/>
                </a:cubicBezTo>
                <a:cubicBezTo>
                  <a:pt x="343" y="10"/>
                  <a:pt x="346" y="8"/>
                  <a:pt x="353" y="6"/>
                </a:cubicBezTo>
                <a:cubicBezTo>
                  <a:pt x="354" y="6"/>
                  <a:pt x="354" y="6"/>
                  <a:pt x="354" y="6"/>
                </a:cubicBezTo>
                <a:cubicBezTo>
                  <a:pt x="354" y="6"/>
                  <a:pt x="353" y="6"/>
                  <a:pt x="352" y="6"/>
                </a:cubicBezTo>
                <a:cubicBezTo>
                  <a:pt x="352" y="6"/>
                  <a:pt x="352" y="6"/>
                  <a:pt x="352" y="6"/>
                </a:cubicBezTo>
                <a:cubicBezTo>
                  <a:pt x="353" y="6"/>
                  <a:pt x="354" y="6"/>
                  <a:pt x="354" y="6"/>
                </a:cubicBezTo>
                <a:cubicBezTo>
                  <a:pt x="355" y="6"/>
                  <a:pt x="355" y="6"/>
                  <a:pt x="355" y="6"/>
                </a:cubicBezTo>
                <a:cubicBezTo>
                  <a:pt x="356" y="5"/>
                  <a:pt x="358" y="5"/>
                  <a:pt x="359" y="5"/>
                </a:cubicBezTo>
                <a:cubicBezTo>
                  <a:pt x="359" y="5"/>
                  <a:pt x="359" y="5"/>
                  <a:pt x="360" y="5"/>
                </a:cubicBezTo>
                <a:cubicBezTo>
                  <a:pt x="361" y="5"/>
                  <a:pt x="361" y="5"/>
                  <a:pt x="363" y="4"/>
                </a:cubicBezTo>
                <a:moveTo>
                  <a:pt x="346" y="1"/>
                </a:moveTo>
                <a:cubicBezTo>
                  <a:pt x="347" y="1"/>
                  <a:pt x="348" y="1"/>
                  <a:pt x="349" y="1"/>
                </a:cubicBezTo>
                <a:cubicBezTo>
                  <a:pt x="347" y="1"/>
                  <a:pt x="347" y="1"/>
                  <a:pt x="347" y="1"/>
                </a:cubicBezTo>
                <a:cubicBezTo>
                  <a:pt x="348" y="1"/>
                  <a:pt x="348" y="1"/>
                  <a:pt x="348" y="1"/>
                </a:cubicBezTo>
                <a:cubicBezTo>
                  <a:pt x="351" y="0"/>
                  <a:pt x="351" y="0"/>
                  <a:pt x="351" y="0"/>
                </a:cubicBezTo>
                <a:cubicBezTo>
                  <a:pt x="354" y="0"/>
                  <a:pt x="354" y="0"/>
                  <a:pt x="354" y="0"/>
                </a:cubicBezTo>
                <a:cubicBezTo>
                  <a:pt x="352" y="0"/>
                  <a:pt x="352" y="0"/>
                  <a:pt x="352" y="0"/>
                </a:cubicBezTo>
                <a:cubicBezTo>
                  <a:pt x="352" y="0"/>
                  <a:pt x="352" y="0"/>
                  <a:pt x="352" y="0"/>
                </a:cubicBezTo>
                <a:cubicBezTo>
                  <a:pt x="350" y="0"/>
                  <a:pt x="350" y="0"/>
                  <a:pt x="350" y="0"/>
                </a:cubicBezTo>
                <a:cubicBezTo>
                  <a:pt x="353" y="0"/>
                  <a:pt x="353" y="0"/>
                  <a:pt x="353" y="0"/>
                </a:cubicBezTo>
                <a:cubicBezTo>
                  <a:pt x="353" y="0"/>
                  <a:pt x="353" y="0"/>
                  <a:pt x="353" y="0"/>
                </a:cubicBezTo>
                <a:cubicBezTo>
                  <a:pt x="353" y="0"/>
                  <a:pt x="354" y="0"/>
                  <a:pt x="355" y="0"/>
                </a:cubicBezTo>
                <a:cubicBezTo>
                  <a:pt x="355" y="0"/>
                  <a:pt x="356" y="0"/>
                  <a:pt x="356" y="0"/>
                </a:cubicBezTo>
                <a:cubicBezTo>
                  <a:pt x="355" y="0"/>
                  <a:pt x="353" y="0"/>
                  <a:pt x="352" y="0"/>
                </a:cubicBezTo>
                <a:cubicBezTo>
                  <a:pt x="353" y="0"/>
                  <a:pt x="353" y="0"/>
                  <a:pt x="354" y="0"/>
                </a:cubicBezTo>
                <a:cubicBezTo>
                  <a:pt x="353" y="0"/>
                  <a:pt x="352" y="0"/>
                  <a:pt x="351" y="0"/>
                </a:cubicBezTo>
                <a:cubicBezTo>
                  <a:pt x="352" y="0"/>
                  <a:pt x="353" y="0"/>
                  <a:pt x="355" y="0"/>
                </a:cubicBezTo>
                <a:cubicBezTo>
                  <a:pt x="355" y="0"/>
                  <a:pt x="355" y="0"/>
                  <a:pt x="355" y="0"/>
                </a:cubicBezTo>
                <a:cubicBezTo>
                  <a:pt x="354" y="0"/>
                  <a:pt x="352" y="0"/>
                  <a:pt x="349" y="0"/>
                </a:cubicBezTo>
                <a:cubicBezTo>
                  <a:pt x="349" y="0"/>
                  <a:pt x="349" y="0"/>
                  <a:pt x="349" y="0"/>
                </a:cubicBezTo>
                <a:cubicBezTo>
                  <a:pt x="350" y="0"/>
                  <a:pt x="351" y="0"/>
                  <a:pt x="352" y="0"/>
                </a:cubicBezTo>
                <a:cubicBezTo>
                  <a:pt x="352" y="0"/>
                  <a:pt x="352" y="0"/>
                  <a:pt x="352" y="0"/>
                </a:cubicBezTo>
                <a:cubicBezTo>
                  <a:pt x="349" y="0"/>
                  <a:pt x="349" y="0"/>
                  <a:pt x="349" y="0"/>
                </a:cubicBezTo>
                <a:cubicBezTo>
                  <a:pt x="349" y="0"/>
                  <a:pt x="349" y="0"/>
                  <a:pt x="349" y="0"/>
                </a:cubicBezTo>
                <a:cubicBezTo>
                  <a:pt x="350" y="0"/>
                  <a:pt x="350" y="0"/>
                  <a:pt x="350" y="0"/>
                </a:cubicBezTo>
                <a:cubicBezTo>
                  <a:pt x="349" y="0"/>
                  <a:pt x="348" y="0"/>
                  <a:pt x="347" y="0"/>
                </a:cubicBezTo>
                <a:cubicBezTo>
                  <a:pt x="344" y="0"/>
                  <a:pt x="344" y="0"/>
                  <a:pt x="344" y="0"/>
                </a:cubicBezTo>
                <a:cubicBezTo>
                  <a:pt x="344" y="0"/>
                  <a:pt x="344" y="0"/>
                  <a:pt x="344" y="0"/>
                </a:cubicBezTo>
                <a:cubicBezTo>
                  <a:pt x="341" y="1"/>
                  <a:pt x="339" y="1"/>
                  <a:pt x="336" y="1"/>
                </a:cubicBezTo>
                <a:cubicBezTo>
                  <a:pt x="337" y="1"/>
                  <a:pt x="339" y="1"/>
                  <a:pt x="340" y="1"/>
                </a:cubicBezTo>
                <a:cubicBezTo>
                  <a:pt x="340" y="1"/>
                  <a:pt x="340" y="1"/>
                  <a:pt x="340" y="1"/>
                </a:cubicBezTo>
                <a:cubicBezTo>
                  <a:pt x="341" y="1"/>
                  <a:pt x="343" y="1"/>
                  <a:pt x="345" y="0"/>
                </a:cubicBezTo>
                <a:cubicBezTo>
                  <a:pt x="344" y="0"/>
                  <a:pt x="344" y="0"/>
                  <a:pt x="344" y="0"/>
                </a:cubicBezTo>
                <a:cubicBezTo>
                  <a:pt x="346" y="0"/>
                  <a:pt x="346" y="0"/>
                  <a:pt x="346" y="0"/>
                </a:cubicBezTo>
                <a:cubicBezTo>
                  <a:pt x="346" y="0"/>
                  <a:pt x="346" y="0"/>
                  <a:pt x="346" y="0"/>
                </a:cubicBezTo>
                <a:cubicBezTo>
                  <a:pt x="343" y="0"/>
                  <a:pt x="341" y="1"/>
                  <a:pt x="339" y="1"/>
                </a:cubicBezTo>
                <a:cubicBezTo>
                  <a:pt x="339" y="1"/>
                  <a:pt x="339" y="1"/>
                  <a:pt x="339" y="1"/>
                </a:cubicBezTo>
                <a:cubicBezTo>
                  <a:pt x="341" y="1"/>
                  <a:pt x="341" y="1"/>
                  <a:pt x="341" y="1"/>
                </a:cubicBezTo>
                <a:cubicBezTo>
                  <a:pt x="341" y="1"/>
                  <a:pt x="341" y="1"/>
                  <a:pt x="341" y="1"/>
                </a:cubicBezTo>
                <a:cubicBezTo>
                  <a:pt x="341" y="1"/>
                  <a:pt x="341" y="1"/>
                  <a:pt x="337" y="1"/>
                </a:cubicBezTo>
                <a:cubicBezTo>
                  <a:pt x="337" y="1"/>
                  <a:pt x="337" y="1"/>
                  <a:pt x="337" y="1"/>
                </a:cubicBezTo>
                <a:cubicBezTo>
                  <a:pt x="337" y="1"/>
                  <a:pt x="337" y="1"/>
                  <a:pt x="337" y="1"/>
                </a:cubicBezTo>
                <a:cubicBezTo>
                  <a:pt x="335" y="1"/>
                  <a:pt x="335" y="1"/>
                  <a:pt x="335" y="1"/>
                </a:cubicBezTo>
                <a:cubicBezTo>
                  <a:pt x="335" y="1"/>
                  <a:pt x="335" y="1"/>
                  <a:pt x="335" y="1"/>
                </a:cubicBezTo>
                <a:cubicBezTo>
                  <a:pt x="332" y="1"/>
                  <a:pt x="332" y="1"/>
                  <a:pt x="332" y="1"/>
                </a:cubicBezTo>
                <a:cubicBezTo>
                  <a:pt x="332" y="1"/>
                  <a:pt x="332" y="1"/>
                  <a:pt x="332" y="1"/>
                </a:cubicBezTo>
                <a:cubicBezTo>
                  <a:pt x="331" y="2"/>
                  <a:pt x="331" y="2"/>
                  <a:pt x="331" y="2"/>
                </a:cubicBezTo>
                <a:cubicBezTo>
                  <a:pt x="327" y="2"/>
                  <a:pt x="327" y="2"/>
                  <a:pt x="327" y="2"/>
                </a:cubicBezTo>
                <a:cubicBezTo>
                  <a:pt x="321" y="3"/>
                  <a:pt x="321" y="3"/>
                  <a:pt x="320" y="3"/>
                </a:cubicBezTo>
                <a:cubicBezTo>
                  <a:pt x="324" y="2"/>
                  <a:pt x="324" y="2"/>
                  <a:pt x="324" y="2"/>
                </a:cubicBezTo>
                <a:cubicBezTo>
                  <a:pt x="326" y="2"/>
                  <a:pt x="326" y="2"/>
                  <a:pt x="326" y="2"/>
                </a:cubicBezTo>
                <a:cubicBezTo>
                  <a:pt x="327" y="2"/>
                  <a:pt x="327" y="2"/>
                  <a:pt x="327" y="2"/>
                </a:cubicBezTo>
                <a:cubicBezTo>
                  <a:pt x="324" y="2"/>
                  <a:pt x="324" y="2"/>
                  <a:pt x="324" y="2"/>
                </a:cubicBezTo>
                <a:cubicBezTo>
                  <a:pt x="320" y="3"/>
                  <a:pt x="320" y="3"/>
                  <a:pt x="320" y="3"/>
                </a:cubicBezTo>
                <a:cubicBezTo>
                  <a:pt x="316" y="4"/>
                  <a:pt x="316" y="4"/>
                  <a:pt x="316" y="4"/>
                </a:cubicBezTo>
                <a:cubicBezTo>
                  <a:pt x="317" y="4"/>
                  <a:pt x="317" y="4"/>
                  <a:pt x="317" y="4"/>
                </a:cubicBezTo>
                <a:cubicBezTo>
                  <a:pt x="316" y="4"/>
                  <a:pt x="316" y="4"/>
                  <a:pt x="316" y="4"/>
                </a:cubicBezTo>
                <a:cubicBezTo>
                  <a:pt x="318" y="3"/>
                  <a:pt x="319" y="3"/>
                  <a:pt x="321" y="3"/>
                </a:cubicBezTo>
                <a:cubicBezTo>
                  <a:pt x="320" y="3"/>
                  <a:pt x="320" y="3"/>
                  <a:pt x="320" y="3"/>
                </a:cubicBezTo>
                <a:cubicBezTo>
                  <a:pt x="320" y="3"/>
                  <a:pt x="320" y="3"/>
                  <a:pt x="320" y="3"/>
                </a:cubicBezTo>
                <a:cubicBezTo>
                  <a:pt x="323" y="3"/>
                  <a:pt x="323" y="3"/>
                  <a:pt x="323" y="3"/>
                </a:cubicBezTo>
                <a:cubicBezTo>
                  <a:pt x="326" y="2"/>
                  <a:pt x="326" y="2"/>
                  <a:pt x="326" y="2"/>
                </a:cubicBezTo>
                <a:cubicBezTo>
                  <a:pt x="328" y="2"/>
                  <a:pt x="329" y="2"/>
                  <a:pt x="331" y="2"/>
                </a:cubicBezTo>
                <a:cubicBezTo>
                  <a:pt x="330" y="2"/>
                  <a:pt x="330" y="2"/>
                  <a:pt x="330" y="2"/>
                </a:cubicBezTo>
                <a:cubicBezTo>
                  <a:pt x="330" y="2"/>
                  <a:pt x="330" y="2"/>
                  <a:pt x="330" y="2"/>
                </a:cubicBezTo>
                <a:cubicBezTo>
                  <a:pt x="328" y="2"/>
                  <a:pt x="326" y="3"/>
                  <a:pt x="324" y="3"/>
                </a:cubicBezTo>
                <a:cubicBezTo>
                  <a:pt x="324" y="3"/>
                  <a:pt x="324" y="3"/>
                  <a:pt x="324" y="3"/>
                </a:cubicBezTo>
                <a:cubicBezTo>
                  <a:pt x="323" y="3"/>
                  <a:pt x="323" y="3"/>
                  <a:pt x="323" y="3"/>
                </a:cubicBezTo>
                <a:cubicBezTo>
                  <a:pt x="323" y="3"/>
                  <a:pt x="323" y="3"/>
                  <a:pt x="323" y="3"/>
                </a:cubicBezTo>
                <a:cubicBezTo>
                  <a:pt x="321" y="3"/>
                  <a:pt x="321" y="3"/>
                  <a:pt x="321" y="3"/>
                </a:cubicBezTo>
                <a:cubicBezTo>
                  <a:pt x="321" y="3"/>
                  <a:pt x="321" y="3"/>
                  <a:pt x="321" y="3"/>
                </a:cubicBezTo>
                <a:cubicBezTo>
                  <a:pt x="320" y="3"/>
                  <a:pt x="320" y="3"/>
                  <a:pt x="320" y="3"/>
                </a:cubicBezTo>
                <a:cubicBezTo>
                  <a:pt x="319" y="3"/>
                  <a:pt x="319" y="3"/>
                  <a:pt x="319" y="3"/>
                </a:cubicBezTo>
                <a:cubicBezTo>
                  <a:pt x="318" y="3"/>
                  <a:pt x="317" y="4"/>
                  <a:pt x="317" y="4"/>
                </a:cubicBezTo>
                <a:cubicBezTo>
                  <a:pt x="317" y="4"/>
                  <a:pt x="317" y="4"/>
                  <a:pt x="317" y="4"/>
                </a:cubicBezTo>
                <a:cubicBezTo>
                  <a:pt x="316" y="4"/>
                  <a:pt x="316" y="4"/>
                  <a:pt x="316" y="4"/>
                </a:cubicBezTo>
                <a:cubicBezTo>
                  <a:pt x="315" y="4"/>
                  <a:pt x="314" y="4"/>
                  <a:pt x="313" y="4"/>
                </a:cubicBezTo>
                <a:cubicBezTo>
                  <a:pt x="312" y="4"/>
                  <a:pt x="312" y="4"/>
                  <a:pt x="312" y="4"/>
                </a:cubicBezTo>
                <a:cubicBezTo>
                  <a:pt x="310" y="5"/>
                  <a:pt x="310" y="5"/>
                  <a:pt x="310" y="5"/>
                </a:cubicBezTo>
                <a:cubicBezTo>
                  <a:pt x="307" y="5"/>
                  <a:pt x="307" y="5"/>
                  <a:pt x="307" y="5"/>
                </a:cubicBezTo>
                <a:cubicBezTo>
                  <a:pt x="306" y="5"/>
                  <a:pt x="306" y="5"/>
                  <a:pt x="306" y="5"/>
                </a:cubicBezTo>
                <a:cubicBezTo>
                  <a:pt x="306" y="6"/>
                  <a:pt x="306" y="6"/>
                  <a:pt x="306" y="6"/>
                </a:cubicBezTo>
                <a:cubicBezTo>
                  <a:pt x="308" y="4"/>
                  <a:pt x="311" y="5"/>
                  <a:pt x="314" y="4"/>
                </a:cubicBezTo>
                <a:cubicBezTo>
                  <a:pt x="315" y="4"/>
                  <a:pt x="315" y="4"/>
                  <a:pt x="315" y="4"/>
                </a:cubicBezTo>
                <a:cubicBezTo>
                  <a:pt x="312" y="4"/>
                  <a:pt x="312" y="4"/>
                  <a:pt x="312" y="4"/>
                </a:cubicBezTo>
                <a:cubicBezTo>
                  <a:pt x="309" y="5"/>
                  <a:pt x="309" y="5"/>
                  <a:pt x="309" y="5"/>
                </a:cubicBezTo>
                <a:cubicBezTo>
                  <a:pt x="305" y="5"/>
                  <a:pt x="305" y="5"/>
                  <a:pt x="305" y="5"/>
                </a:cubicBezTo>
                <a:cubicBezTo>
                  <a:pt x="300" y="6"/>
                  <a:pt x="300" y="6"/>
                  <a:pt x="300" y="6"/>
                </a:cubicBezTo>
                <a:cubicBezTo>
                  <a:pt x="298" y="7"/>
                  <a:pt x="298" y="7"/>
                  <a:pt x="298" y="7"/>
                </a:cubicBezTo>
                <a:cubicBezTo>
                  <a:pt x="297" y="7"/>
                  <a:pt x="296" y="7"/>
                  <a:pt x="294" y="8"/>
                </a:cubicBezTo>
                <a:cubicBezTo>
                  <a:pt x="293" y="8"/>
                  <a:pt x="292" y="8"/>
                  <a:pt x="291" y="9"/>
                </a:cubicBezTo>
                <a:cubicBezTo>
                  <a:pt x="296" y="7"/>
                  <a:pt x="296" y="7"/>
                  <a:pt x="296" y="7"/>
                </a:cubicBezTo>
                <a:cubicBezTo>
                  <a:pt x="297" y="7"/>
                  <a:pt x="297" y="7"/>
                  <a:pt x="297" y="7"/>
                </a:cubicBezTo>
                <a:cubicBezTo>
                  <a:pt x="296" y="7"/>
                  <a:pt x="296" y="7"/>
                  <a:pt x="296" y="7"/>
                </a:cubicBezTo>
                <a:cubicBezTo>
                  <a:pt x="295" y="7"/>
                  <a:pt x="295" y="7"/>
                  <a:pt x="295" y="7"/>
                </a:cubicBezTo>
                <a:cubicBezTo>
                  <a:pt x="293" y="8"/>
                  <a:pt x="293" y="8"/>
                  <a:pt x="293" y="8"/>
                </a:cubicBezTo>
                <a:cubicBezTo>
                  <a:pt x="292" y="8"/>
                  <a:pt x="291" y="8"/>
                  <a:pt x="290" y="9"/>
                </a:cubicBezTo>
                <a:cubicBezTo>
                  <a:pt x="287" y="9"/>
                  <a:pt x="287" y="9"/>
                  <a:pt x="287" y="9"/>
                </a:cubicBezTo>
                <a:cubicBezTo>
                  <a:pt x="286" y="9"/>
                  <a:pt x="286" y="9"/>
                  <a:pt x="286" y="9"/>
                </a:cubicBezTo>
                <a:cubicBezTo>
                  <a:pt x="286" y="9"/>
                  <a:pt x="286" y="9"/>
                  <a:pt x="286" y="9"/>
                </a:cubicBezTo>
                <a:cubicBezTo>
                  <a:pt x="287" y="9"/>
                  <a:pt x="287" y="9"/>
                  <a:pt x="287" y="9"/>
                </a:cubicBezTo>
                <a:cubicBezTo>
                  <a:pt x="284" y="10"/>
                  <a:pt x="284" y="10"/>
                  <a:pt x="284" y="10"/>
                </a:cubicBezTo>
                <a:cubicBezTo>
                  <a:pt x="281" y="11"/>
                  <a:pt x="281" y="11"/>
                  <a:pt x="281" y="11"/>
                </a:cubicBezTo>
                <a:cubicBezTo>
                  <a:pt x="281" y="11"/>
                  <a:pt x="281" y="11"/>
                  <a:pt x="281" y="11"/>
                </a:cubicBezTo>
                <a:cubicBezTo>
                  <a:pt x="282" y="11"/>
                  <a:pt x="284" y="10"/>
                  <a:pt x="285" y="10"/>
                </a:cubicBezTo>
                <a:cubicBezTo>
                  <a:pt x="282" y="11"/>
                  <a:pt x="282" y="11"/>
                  <a:pt x="282" y="11"/>
                </a:cubicBezTo>
                <a:cubicBezTo>
                  <a:pt x="278" y="11"/>
                  <a:pt x="278" y="11"/>
                  <a:pt x="278" y="11"/>
                </a:cubicBezTo>
                <a:cubicBezTo>
                  <a:pt x="278" y="12"/>
                  <a:pt x="278" y="12"/>
                  <a:pt x="278" y="12"/>
                </a:cubicBezTo>
                <a:cubicBezTo>
                  <a:pt x="280" y="11"/>
                  <a:pt x="282" y="11"/>
                  <a:pt x="283" y="10"/>
                </a:cubicBezTo>
                <a:cubicBezTo>
                  <a:pt x="280" y="11"/>
                  <a:pt x="277" y="12"/>
                  <a:pt x="274" y="12"/>
                </a:cubicBezTo>
                <a:cubicBezTo>
                  <a:pt x="271" y="13"/>
                  <a:pt x="271" y="13"/>
                  <a:pt x="271" y="13"/>
                </a:cubicBezTo>
                <a:cubicBezTo>
                  <a:pt x="267" y="14"/>
                  <a:pt x="267" y="14"/>
                  <a:pt x="267" y="14"/>
                </a:cubicBezTo>
                <a:cubicBezTo>
                  <a:pt x="265" y="15"/>
                  <a:pt x="265" y="15"/>
                  <a:pt x="265" y="15"/>
                </a:cubicBezTo>
                <a:cubicBezTo>
                  <a:pt x="265" y="15"/>
                  <a:pt x="266" y="15"/>
                  <a:pt x="267" y="15"/>
                </a:cubicBezTo>
                <a:cubicBezTo>
                  <a:pt x="266" y="15"/>
                  <a:pt x="265" y="15"/>
                  <a:pt x="265" y="15"/>
                </a:cubicBezTo>
                <a:cubicBezTo>
                  <a:pt x="266" y="15"/>
                  <a:pt x="267" y="15"/>
                  <a:pt x="267" y="14"/>
                </a:cubicBezTo>
                <a:cubicBezTo>
                  <a:pt x="266" y="15"/>
                  <a:pt x="266" y="15"/>
                  <a:pt x="266" y="15"/>
                </a:cubicBezTo>
                <a:cubicBezTo>
                  <a:pt x="266" y="15"/>
                  <a:pt x="266" y="15"/>
                  <a:pt x="267" y="15"/>
                </a:cubicBezTo>
                <a:cubicBezTo>
                  <a:pt x="267" y="15"/>
                  <a:pt x="267" y="15"/>
                  <a:pt x="267" y="15"/>
                </a:cubicBezTo>
                <a:cubicBezTo>
                  <a:pt x="264" y="16"/>
                  <a:pt x="264" y="16"/>
                  <a:pt x="263" y="16"/>
                </a:cubicBezTo>
                <a:cubicBezTo>
                  <a:pt x="264" y="16"/>
                  <a:pt x="264" y="16"/>
                  <a:pt x="264" y="16"/>
                </a:cubicBezTo>
                <a:cubicBezTo>
                  <a:pt x="264" y="16"/>
                  <a:pt x="264" y="16"/>
                  <a:pt x="264" y="16"/>
                </a:cubicBezTo>
                <a:cubicBezTo>
                  <a:pt x="268" y="15"/>
                  <a:pt x="268" y="15"/>
                  <a:pt x="271" y="14"/>
                </a:cubicBezTo>
                <a:cubicBezTo>
                  <a:pt x="274" y="13"/>
                  <a:pt x="274" y="13"/>
                  <a:pt x="274" y="13"/>
                </a:cubicBezTo>
                <a:cubicBezTo>
                  <a:pt x="272" y="14"/>
                  <a:pt x="272" y="14"/>
                  <a:pt x="272" y="14"/>
                </a:cubicBezTo>
                <a:cubicBezTo>
                  <a:pt x="276" y="12"/>
                  <a:pt x="276" y="12"/>
                  <a:pt x="276" y="12"/>
                </a:cubicBezTo>
                <a:cubicBezTo>
                  <a:pt x="277" y="12"/>
                  <a:pt x="277" y="12"/>
                  <a:pt x="277" y="12"/>
                </a:cubicBezTo>
                <a:cubicBezTo>
                  <a:pt x="281" y="11"/>
                  <a:pt x="281" y="11"/>
                  <a:pt x="281" y="11"/>
                </a:cubicBezTo>
                <a:cubicBezTo>
                  <a:pt x="285" y="10"/>
                  <a:pt x="285" y="10"/>
                  <a:pt x="285" y="10"/>
                </a:cubicBezTo>
                <a:cubicBezTo>
                  <a:pt x="285" y="10"/>
                  <a:pt x="285" y="10"/>
                  <a:pt x="285" y="10"/>
                </a:cubicBezTo>
                <a:cubicBezTo>
                  <a:pt x="285" y="10"/>
                  <a:pt x="285" y="10"/>
                  <a:pt x="285" y="10"/>
                </a:cubicBezTo>
                <a:cubicBezTo>
                  <a:pt x="288" y="10"/>
                  <a:pt x="291" y="9"/>
                  <a:pt x="293" y="8"/>
                </a:cubicBezTo>
                <a:cubicBezTo>
                  <a:pt x="294" y="8"/>
                  <a:pt x="294" y="8"/>
                  <a:pt x="294" y="8"/>
                </a:cubicBezTo>
                <a:cubicBezTo>
                  <a:pt x="294" y="8"/>
                  <a:pt x="299" y="7"/>
                  <a:pt x="300" y="7"/>
                </a:cubicBezTo>
                <a:cubicBezTo>
                  <a:pt x="297" y="7"/>
                  <a:pt x="297" y="7"/>
                  <a:pt x="297" y="7"/>
                </a:cubicBezTo>
                <a:cubicBezTo>
                  <a:pt x="296" y="8"/>
                  <a:pt x="296" y="8"/>
                  <a:pt x="296" y="8"/>
                </a:cubicBezTo>
                <a:cubicBezTo>
                  <a:pt x="299" y="7"/>
                  <a:pt x="299" y="7"/>
                  <a:pt x="299" y="7"/>
                </a:cubicBezTo>
                <a:cubicBezTo>
                  <a:pt x="300" y="7"/>
                  <a:pt x="302" y="6"/>
                  <a:pt x="304" y="6"/>
                </a:cubicBezTo>
                <a:cubicBezTo>
                  <a:pt x="304" y="6"/>
                  <a:pt x="304" y="6"/>
                  <a:pt x="304" y="6"/>
                </a:cubicBezTo>
                <a:cubicBezTo>
                  <a:pt x="302" y="7"/>
                  <a:pt x="302" y="7"/>
                  <a:pt x="302" y="7"/>
                </a:cubicBezTo>
                <a:cubicBezTo>
                  <a:pt x="301" y="7"/>
                  <a:pt x="301" y="7"/>
                  <a:pt x="301" y="7"/>
                </a:cubicBezTo>
                <a:cubicBezTo>
                  <a:pt x="302" y="7"/>
                  <a:pt x="304" y="6"/>
                  <a:pt x="305" y="6"/>
                </a:cubicBezTo>
                <a:cubicBezTo>
                  <a:pt x="309" y="5"/>
                  <a:pt x="309" y="5"/>
                  <a:pt x="309" y="5"/>
                </a:cubicBezTo>
                <a:cubicBezTo>
                  <a:pt x="309" y="5"/>
                  <a:pt x="309" y="5"/>
                  <a:pt x="309" y="5"/>
                </a:cubicBezTo>
                <a:cubicBezTo>
                  <a:pt x="307" y="6"/>
                  <a:pt x="307" y="6"/>
                  <a:pt x="307" y="6"/>
                </a:cubicBezTo>
                <a:cubicBezTo>
                  <a:pt x="307" y="6"/>
                  <a:pt x="307" y="6"/>
                  <a:pt x="307" y="6"/>
                </a:cubicBezTo>
                <a:cubicBezTo>
                  <a:pt x="309" y="6"/>
                  <a:pt x="309" y="6"/>
                  <a:pt x="309" y="6"/>
                </a:cubicBezTo>
                <a:cubicBezTo>
                  <a:pt x="314" y="5"/>
                  <a:pt x="314" y="5"/>
                  <a:pt x="314" y="5"/>
                </a:cubicBezTo>
                <a:cubicBezTo>
                  <a:pt x="315" y="4"/>
                  <a:pt x="315" y="4"/>
                  <a:pt x="315" y="4"/>
                </a:cubicBezTo>
                <a:cubicBezTo>
                  <a:pt x="315" y="5"/>
                  <a:pt x="315" y="5"/>
                  <a:pt x="315" y="5"/>
                </a:cubicBezTo>
                <a:cubicBezTo>
                  <a:pt x="315" y="5"/>
                  <a:pt x="315" y="5"/>
                  <a:pt x="315" y="5"/>
                </a:cubicBezTo>
                <a:cubicBezTo>
                  <a:pt x="318" y="4"/>
                  <a:pt x="318" y="4"/>
                  <a:pt x="318" y="4"/>
                </a:cubicBezTo>
                <a:cubicBezTo>
                  <a:pt x="320" y="4"/>
                  <a:pt x="320" y="4"/>
                  <a:pt x="320" y="4"/>
                </a:cubicBezTo>
                <a:cubicBezTo>
                  <a:pt x="323" y="3"/>
                  <a:pt x="327" y="3"/>
                  <a:pt x="330" y="3"/>
                </a:cubicBezTo>
                <a:cubicBezTo>
                  <a:pt x="331" y="3"/>
                  <a:pt x="331" y="3"/>
                  <a:pt x="331" y="3"/>
                </a:cubicBezTo>
                <a:cubicBezTo>
                  <a:pt x="332" y="2"/>
                  <a:pt x="332" y="2"/>
                  <a:pt x="332" y="2"/>
                </a:cubicBezTo>
                <a:cubicBezTo>
                  <a:pt x="333" y="2"/>
                  <a:pt x="334" y="2"/>
                  <a:pt x="335" y="2"/>
                </a:cubicBezTo>
                <a:cubicBezTo>
                  <a:pt x="333" y="2"/>
                  <a:pt x="333" y="2"/>
                  <a:pt x="332" y="2"/>
                </a:cubicBezTo>
                <a:cubicBezTo>
                  <a:pt x="333" y="2"/>
                  <a:pt x="333" y="2"/>
                  <a:pt x="333" y="2"/>
                </a:cubicBezTo>
                <a:cubicBezTo>
                  <a:pt x="332" y="2"/>
                  <a:pt x="332" y="2"/>
                  <a:pt x="332" y="2"/>
                </a:cubicBezTo>
                <a:cubicBezTo>
                  <a:pt x="335" y="2"/>
                  <a:pt x="335" y="2"/>
                  <a:pt x="335" y="2"/>
                </a:cubicBezTo>
                <a:cubicBezTo>
                  <a:pt x="337" y="2"/>
                  <a:pt x="337" y="2"/>
                  <a:pt x="337" y="2"/>
                </a:cubicBezTo>
                <a:cubicBezTo>
                  <a:pt x="337" y="2"/>
                  <a:pt x="337" y="2"/>
                  <a:pt x="337" y="2"/>
                </a:cubicBezTo>
                <a:cubicBezTo>
                  <a:pt x="337" y="2"/>
                  <a:pt x="337" y="2"/>
                  <a:pt x="337" y="2"/>
                </a:cubicBezTo>
                <a:cubicBezTo>
                  <a:pt x="338" y="2"/>
                  <a:pt x="340" y="2"/>
                  <a:pt x="341" y="1"/>
                </a:cubicBezTo>
                <a:cubicBezTo>
                  <a:pt x="342" y="1"/>
                  <a:pt x="342" y="1"/>
                  <a:pt x="346" y="1"/>
                </a:cubicBezTo>
                <a:moveTo>
                  <a:pt x="300" y="6"/>
                </a:moveTo>
                <a:cubicBezTo>
                  <a:pt x="301" y="6"/>
                  <a:pt x="303" y="6"/>
                  <a:pt x="304" y="6"/>
                </a:cubicBezTo>
                <a:cubicBezTo>
                  <a:pt x="305" y="5"/>
                  <a:pt x="306" y="5"/>
                  <a:pt x="308" y="5"/>
                </a:cubicBezTo>
                <a:cubicBezTo>
                  <a:pt x="311" y="4"/>
                  <a:pt x="311" y="4"/>
                  <a:pt x="311" y="4"/>
                </a:cubicBezTo>
                <a:cubicBezTo>
                  <a:pt x="311" y="4"/>
                  <a:pt x="312" y="4"/>
                  <a:pt x="313" y="4"/>
                </a:cubicBezTo>
                <a:cubicBezTo>
                  <a:pt x="314" y="4"/>
                  <a:pt x="315" y="4"/>
                  <a:pt x="315" y="4"/>
                </a:cubicBezTo>
                <a:cubicBezTo>
                  <a:pt x="315" y="4"/>
                  <a:pt x="314" y="4"/>
                  <a:pt x="313" y="4"/>
                </a:cubicBezTo>
                <a:cubicBezTo>
                  <a:pt x="313" y="4"/>
                  <a:pt x="319" y="3"/>
                  <a:pt x="324" y="2"/>
                </a:cubicBezTo>
                <a:cubicBezTo>
                  <a:pt x="326" y="2"/>
                  <a:pt x="328" y="2"/>
                  <a:pt x="331" y="2"/>
                </a:cubicBezTo>
                <a:cubicBezTo>
                  <a:pt x="330" y="2"/>
                  <a:pt x="329" y="2"/>
                  <a:pt x="328" y="2"/>
                </a:cubicBezTo>
                <a:cubicBezTo>
                  <a:pt x="328" y="2"/>
                  <a:pt x="328" y="2"/>
                  <a:pt x="328" y="2"/>
                </a:cubicBezTo>
                <a:cubicBezTo>
                  <a:pt x="327" y="2"/>
                  <a:pt x="326" y="2"/>
                  <a:pt x="325" y="2"/>
                </a:cubicBezTo>
                <a:cubicBezTo>
                  <a:pt x="325" y="2"/>
                  <a:pt x="325" y="2"/>
                  <a:pt x="325" y="2"/>
                </a:cubicBezTo>
                <a:cubicBezTo>
                  <a:pt x="323" y="2"/>
                  <a:pt x="321" y="3"/>
                  <a:pt x="319" y="3"/>
                </a:cubicBezTo>
                <a:cubicBezTo>
                  <a:pt x="319" y="3"/>
                  <a:pt x="319" y="3"/>
                  <a:pt x="319" y="3"/>
                </a:cubicBezTo>
                <a:cubicBezTo>
                  <a:pt x="319" y="3"/>
                  <a:pt x="319" y="3"/>
                  <a:pt x="319" y="3"/>
                </a:cubicBezTo>
                <a:cubicBezTo>
                  <a:pt x="315" y="4"/>
                  <a:pt x="315" y="4"/>
                  <a:pt x="315" y="4"/>
                </a:cubicBezTo>
                <a:cubicBezTo>
                  <a:pt x="313" y="4"/>
                  <a:pt x="313" y="4"/>
                  <a:pt x="313" y="4"/>
                </a:cubicBezTo>
                <a:cubicBezTo>
                  <a:pt x="309" y="5"/>
                  <a:pt x="309" y="5"/>
                  <a:pt x="309" y="5"/>
                </a:cubicBezTo>
                <a:cubicBezTo>
                  <a:pt x="309" y="5"/>
                  <a:pt x="309" y="5"/>
                  <a:pt x="309" y="5"/>
                </a:cubicBezTo>
                <a:cubicBezTo>
                  <a:pt x="308" y="5"/>
                  <a:pt x="308" y="5"/>
                  <a:pt x="307" y="5"/>
                </a:cubicBezTo>
                <a:cubicBezTo>
                  <a:pt x="304" y="5"/>
                  <a:pt x="304" y="5"/>
                  <a:pt x="304" y="5"/>
                </a:cubicBezTo>
                <a:cubicBezTo>
                  <a:pt x="303" y="6"/>
                  <a:pt x="303" y="6"/>
                  <a:pt x="303" y="6"/>
                </a:cubicBezTo>
                <a:cubicBezTo>
                  <a:pt x="303" y="6"/>
                  <a:pt x="303" y="6"/>
                  <a:pt x="303" y="6"/>
                </a:cubicBezTo>
                <a:cubicBezTo>
                  <a:pt x="304" y="5"/>
                  <a:pt x="304" y="5"/>
                  <a:pt x="304" y="5"/>
                </a:cubicBezTo>
                <a:cubicBezTo>
                  <a:pt x="304" y="5"/>
                  <a:pt x="304" y="5"/>
                  <a:pt x="304" y="5"/>
                </a:cubicBezTo>
                <a:cubicBezTo>
                  <a:pt x="303" y="6"/>
                  <a:pt x="301" y="6"/>
                  <a:pt x="300" y="6"/>
                </a:cubicBezTo>
                <a:cubicBezTo>
                  <a:pt x="300" y="6"/>
                  <a:pt x="300" y="6"/>
                  <a:pt x="300" y="6"/>
                </a:cubicBezTo>
                <a:cubicBezTo>
                  <a:pt x="298" y="7"/>
                  <a:pt x="298" y="7"/>
                  <a:pt x="298" y="7"/>
                </a:cubicBezTo>
                <a:cubicBezTo>
                  <a:pt x="295" y="7"/>
                  <a:pt x="295" y="7"/>
                  <a:pt x="295" y="7"/>
                </a:cubicBezTo>
                <a:cubicBezTo>
                  <a:pt x="291" y="8"/>
                  <a:pt x="291" y="8"/>
                  <a:pt x="291" y="8"/>
                </a:cubicBezTo>
                <a:cubicBezTo>
                  <a:pt x="289" y="9"/>
                  <a:pt x="289" y="9"/>
                  <a:pt x="289" y="9"/>
                </a:cubicBezTo>
                <a:cubicBezTo>
                  <a:pt x="290" y="8"/>
                  <a:pt x="290" y="8"/>
                  <a:pt x="290" y="8"/>
                </a:cubicBezTo>
                <a:cubicBezTo>
                  <a:pt x="288" y="9"/>
                  <a:pt x="288" y="9"/>
                  <a:pt x="288" y="9"/>
                </a:cubicBezTo>
                <a:cubicBezTo>
                  <a:pt x="291" y="8"/>
                  <a:pt x="291" y="8"/>
                  <a:pt x="291" y="8"/>
                </a:cubicBezTo>
                <a:cubicBezTo>
                  <a:pt x="291" y="8"/>
                  <a:pt x="291" y="8"/>
                  <a:pt x="291" y="8"/>
                </a:cubicBezTo>
                <a:cubicBezTo>
                  <a:pt x="292" y="8"/>
                  <a:pt x="293" y="8"/>
                  <a:pt x="294" y="8"/>
                </a:cubicBezTo>
                <a:cubicBezTo>
                  <a:pt x="297" y="7"/>
                  <a:pt x="297" y="7"/>
                  <a:pt x="297" y="7"/>
                </a:cubicBezTo>
                <a:cubicBezTo>
                  <a:pt x="296" y="7"/>
                  <a:pt x="296" y="7"/>
                  <a:pt x="295" y="7"/>
                </a:cubicBezTo>
                <a:cubicBezTo>
                  <a:pt x="296" y="7"/>
                  <a:pt x="297" y="7"/>
                  <a:pt x="298" y="7"/>
                </a:cubicBezTo>
                <a:cubicBezTo>
                  <a:pt x="297" y="7"/>
                  <a:pt x="297" y="7"/>
                  <a:pt x="297" y="7"/>
                </a:cubicBezTo>
                <a:cubicBezTo>
                  <a:pt x="298" y="7"/>
                  <a:pt x="299" y="7"/>
                  <a:pt x="300" y="6"/>
                </a:cubicBezTo>
                <a:moveTo>
                  <a:pt x="275" y="12"/>
                </a:moveTo>
                <a:cubicBezTo>
                  <a:pt x="277" y="11"/>
                  <a:pt x="280" y="11"/>
                  <a:pt x="282" y="10"/>
                </a:cubicBezTo>
                <a:cubicBezTo>
                  <a:pt x="281" y="11"/>
                  <a:pt x="281" y="11"/>
                  <a:pt x="281" y="11"/>
                </a:cubicBezTo>
                <a:cubicBezTo>
                  <a:pt x="277" y="12"/>
                  <a:pt x="277" y="12"/>
                  <a:pt x="277" y="12"/>
                </a:cubicBezTo>
                <a:cubicBezTo>
                  <a:pt x="275" y="12"/>
                  <a:pt x="275" y="12"/>
                  <a:pt x="275" y="12"/>
                </a:cubicBezTo>
                <a:moveTo>
                  <a:pt x="251" y="20"/>
                </a:moveTo>
                <a:cubicBezTo>
                  <a:pt x="251" y="20"/>
                  <a:pt x="251" y="20"/>
                  <a:pt x="251" y="20"/>
                </a:cubicBezTo>
                <a:cubicBezTo>
                  <a:pt x="256" y="18"/>
                  <a:pt x="256" y="18"/>
                  <a:pt x="256" y="18"/>
                </a:cubicBezTo>
                <a:cubicBezTo>
                  <a:pt x="258" y="18"/>
                  <a:pt x="258" y="18"/>
                  <a:pt x="258" y="18"/>
                </a:cubicBezTo>
                <a:cubicBezTo>
                  <a:pt x="259" y="17"/>
                  <a:pt x="259" y="17"/>
                  <a:pt x="259" y="17"/>
                </a:cubicBezTo>
                <a:cubicBezTo>
                  <a:pt x="257" y="18"/>
                  <a:pt x="257" y="18"/>
                  <a:pt x="257" y="18"/>
                </a:cubicBezTo>
                <a:cubicBezTo>
                  <a:pt x="255" y="18"/>
                  <a:pt x="255" y="18"/>
                  <a:pt x="255" y="18"/>
                </a:cubicBezTo>
                <a:cubicBezTo>
                  <a:pt x="255" y="18"/>
                  <a:pt x="255" y="18"/>
                  <a:pt x="255" y="18"/>
                </a:cubicBezTo>
                <a:cubicBezTo>
                  <a:pt x="256" y="18"/>
                  <a:pt x="256" y="18"/>
                  <a:pt x="256" y="18"/>
                </a:cubicBezTo>
                <a:cubicBezTo>
                  <a:pt x="256" y="18"/>
                  <a:pt x="256" y="18"/>
                  <a:pt x="256" y="18"/>
                </a:cubicBezTo>
                <a:cubicBezTo>
                  <a:pt x="260" y="16"/>
                  <a:pt x="260" y="16"/>
                  <a:pt x="260" y="16"/>
                </a:cubicBezTo>
                <a:cubicBezTo>
                  <a:pt x="265" y="15"/>
                  <a:pt x="265" y="15"/>
                  <a:pt x="265" y="15"/>
                </a:cubicBezTo>
                <a:cubicBezTo>
                  <a:pt x="269" y="14"/>
                  <a:pt x="269" y="14"/>
                  <a:pt x="269" y="14"/>
                </a:cubicBezTo>
                <a:cubicBezTo>
                  <a:pt x="269" y="14"/>
                  <a:pt x="269" y="14"/>
                  <a:pt x="269" y="14"/>
                </a:cubicBezTo>
                <a:cubicBezTo>
                  <a:pt x="266" y="15"/>
                  <a:pt x="266" y="15"/>
                  <a:pt x="266" y="15"/>
                </a:cubicBezTo>
                <a:cubicBezTo>
                  <a:pt x="245" y="21"/>
                  <a:pt x="245" y="21"/>
                  <a:pt x="245" y="21"/>
                </a:cubicBezTo>
                <a:cubicBezTo>
                  <a:pt x="246" y="21"/>
                  <a:pt x="246" y="21"/>
                  <a:pt x="246" y="21"/>
                </a:cubicBezTo>
                <a:cubicBezTo>
                  <a:pt x="246" y="21"/>
                  <a:pt x="247" y="21"/>
                  <a:pt x="248" y="21"/>
                </a:cubicBezTo>
                <a:cubicBezTo>
                  <a:pt x="244" y="22"/>
                  <a:pt x="244" y="22"/>
                  <a:pt x="244" y="22"/>
                </a:cubicBezTo>
                <a:cubicBezTo>
                  <a:pt x="244" y="22"/>
                  <a:pt x="244" y="22"/>
                  <a:pt x="244" y="22"/>
                </a:cubicBezTo>
                <a:cubicBezTo>
                  <a:pt x="244" y="22"/>
                  <a:pt x="244" y="22"/>
                  <a:pt x="244" y="22"/>
                </a:cubicBezTo>
                <a:cubicBezTo>
                  <a:pt x="245" y="22"/>
                  <a:pt x="245" y="22"/>
                  <a:pt x="245" y="22"/>
                </a:cubicBezTo>
                <a:cubicBezTo>
                  <a:pt x="247" y="21"/>
                  <a:pt x="247" y="21"/>
                  <a:pt x="247" y="21"/>
                </a:cubicBezTo>
                <a:cubicBezTo>
                  <a:pt x="245" y="22"/>
                  <a:pt x="245" y="22"/>
                  <a:pt x="245" y="22"/>
                </a:cubicBezTo>
                <a:cubicBezTo>
                  <a:pt x="247" y="22"/>
                  <a:pt x="249" y="21"/>
                  <a:pt x="251" y="20"/>
                </a:cubicBezTo>
                <a:moveTo>
                  <a:pt x="179" y="56"/>
                </a:moveTo>
                <a:cubicBezTo>
                  <a:pt x="182" y="54"/>
                  <a:pt x="182" y="54"/>
                  <a:pt x="182" y="54"/>
                </a:cubicBezTo>
                <a:cubicBezTo>
                  <a:pt x="186" y="52"/>
                  <a:pt x="186" y="52"/>
                  <a:pt x="186" y="52"/>
                </a:cubicBezTo>
                <a:cubicBezTo>
                  <a:pt x="185" y="52"/>
                  <a:pt x="185" y="52"/>
                  <a:pt x="180" y="54"/>
                </a:cubicBezTo>
                <a:cubicBezTo>
                  <a:pt x="177" y="56"/>
                  <a:pt x="177" y="56"/>
                  <a:pt x="177" y="56"/>
                </a:cubicBezTo>
                <a:cubicBezTo>
                  <a:pt x="177" y="57"/>
                  <a:pt x="177" y="57"/>
                  <a:pt x="177" y="57"/>
                </a:cubicBezTo>
                <a:cubicBezTo>
                  <a:pt x="179" y="56"/>
                  <a:pt x="179" y="56"/>
                  <a:pt x="179" y="56"/>
                </a:cubicBezTo>
                <a:moveTo>
                  <a:pt x="156" y="69"/>
                </a:moveTo>
                <a:cubicBezTo>
                  <a:pt x="154" y="70"/>
                  <a:pt x="154" y="70"/>
                  <a:pt x="154" y="70"/>
                </a:cubicBezTo>
                <a:cubicBezTo>
                  <a:pt x="153" y="71"/>
                  <a:pt x="153" y="71"/>
                  <a:pt x="153" y="71"/>
                </a:cubicBezTo>
                <a:cubicBezTo>
                  <a:pt x="160" y="66"/>
                  <a:pt x="160" y="66"/>
                  <a:pt x="160" y="66"/>
                </a:cubicBezTo>
                <a:cubicBezTo>
                  <a:pt x="159" y="66"/>
                  <a:pt x="159" y="66"/>
                  <a:pt x="159" y="66"/>
                </a:cubicBezTo>
                <a:cubicBezTo>
                  <a:pt x="156" y="69"/>
                  <a:pt x="156" y="69"/>
                  <a:pt x="156" y="69"/>
                </a:cubicBezTo>
                <a:close/>
                <a:moveTo>
                  <a:pt x="6" y="417"/>
                </a:moveTo>
                <a:cubicBezTo>
                  <a:pt x="5" y="413"/>
                  <a:pt x="5" y="413"/>
                  <a:pt x="5" y="413"/>
                </a:cubicBezTo>
                <a:cubicBezTo>
                  <a:pt x="5" y="409"/>
                  <a:pt x="5" y="409"/>
                  <a:pt x="5" y="409"/>
                </a:cubicBezTo>
                <a:cubicBezTo>
                  <a:pt x="4" y="409"/>
                  <a:pt x="4" y="409"/>
                  <a:pt x="4" y="409"/>
                </a:cubicBezTo>
                <a:cubicBezTo>
                  <a:pt x="3" y="408"/>
                  <a:pt x="3" y="408"/>
                  <a:pt x="3" y="408"/>
                </a:cubicBezTo>
                <a:cubicBezTo>
                  <a:pt x="2" y="407"/>
                  <a:pt x="2" y="407"/>
                  <a:pt x="2" y="407"/>
                </a:cubicBezTo>
                <a:cubicBezTo>
                  <a:pt x="2" y="405"/>
                  <a:pt x="2" y="405"/>
                  <a:pt x="2" y="405"/>
                </a:cubicBezTo>
                <a:cubicBezTo>
                  <a:pt x="1" y="398"/>
                  <a:pt x="1" y="398"/>
                  <a:pt x="1" y="398"/>
                </a:cubicBezTo>
                <a:cubicBezTo>
                  <a:pt x="1" y="394"/>
                  <a:pt x="1" y="394"/>
                  <a:pt x="1" y="394"/>
                </a:cubicBezTo>
                <a:cubicBezTo>
                  <a:pt x="1" y="392"/>
                  <a:pt x="1" y="389"/>
                  <a:pt x="1" y="387"/>
                </a:cubicBezTo>
                <a:cubicBezTo>
                  <a:pt x="1" y="379"/>
                  <a:pt x="1" y="379"/>
                  <a:pt x="1" y="379"/>
                </a:cubicBezTo>
                <a:cubicBezTo>
                  <a:pt x="1" y="378"/>
                  <a:pt x="1" y="376"/>
                  <a:pt x="1" y="374"/>
                </a:cubicBezTo>
                <a:cubicBezTo>
                  <a:pt x="0" y="370"/>
                  <a:pt x="0" y="370"/>
                  <a:pt x="0" y="370"/>
                </a:cubicBezTo>
                <a:cubicBezTo>
                  <a:pt x="0" y="367"/>
                  <a:pt x="0" y="367"/>
                  <a:pt x="0" y="367"/>
                </a:cubicBezTo>
                <a:cubicBezTo>
                  <a:pt x="0" y="367"/>
                  <a:pt x="0" y="367"/>
                  <a:pt x="0" y="367"/>
                </a:cubicBezTo>
                <a:cubicBezTo>
                  <a:pt x="0" y="376"/>
                  <a:pt x="1" y="389"/>
                  <a:pt x="1" y="399"/>
                </a:cubicBezTo>
                <a:cubicBezTo>
                  <a:pt x="2" y="405"/>
                  <a:pt x="2" y="405"/>
                  <a:pt x="2" y="405"/>
                </a:cubicBezTo>
                <a:cubicBezTo>
                  <a:pt x="2" y="405"/>
                  <a:pt x="2" y="405"/>
                  <a:pt x="2" y="405"/>
                </a:cubicBezTo>
                <a:cubicBezTo>
                  <a:pt x="2" y="407"/>
                  <a:pt x="2" y="407"/>
                  <a:pt x="2" y="407"/>
                </a:cubicBezTo>
                <a:cubicBezTo>
                  <a:pt x="3" y="414"/>
                  <a:pt x="3" y="414"/>
                  <a:pt x="3" y="414"/>
                </a:cubicBezTo>
                <a:cubicBezTo>
                  <a:pt x="3" y="414"/>
                  <a:pt x="3" y="414"/>
                  <a:pt x="3" y="414"/>
                </a:cubicBezTo>
                <a:cubicBezTo>
                  <a:pt x="4" y="419"/>
                  <a:pt x="4" y="419"/>
                  <a:pt x="4" y="419"/>
                </a:cubicBezTo>
                <a:cubicBezTo>
                  <a:pt x="5" y="421"/>
                  <a:pt x="5" y="421"/>
                  <a:pt x="5" y="421"/>
                </a:cubicBezTo>
                <a:cubicBezTo>
                  <a:pt x="4" y="416"/>
                  <a:pt x="4" y="416"/>
                  <a:pt x="4" y="416"/>
                </a:cubicBezTo>
                <a:cubicBezTo>
                  <a:pt x="4" y="413"/>
                  <a:pt x="4" y="413"/>
                  <a:pt x="4" y="413"/>
                </a:cubicBezTo>
                <a:cubicBezTo>
                  <a:pt x="5" y="414"/>
                  <a:pt x="5" y="414"/>
                  <a:pt x="5" y="414"/>
                </a:cubicBezTo>
                <a:cubicBezTo>
                  <a:pt x="5" y="417"/>
                  <a:pt x="5" y="417"/>
                  <a:pt x="5" y="417"/>
                </a:cubicBezTo>
                <a:cubicBezTo>
                  <a:pt x="6" y="417"/>
                  <a:pt x="6" y="417"/>
                  <a:pt x="6" y="417"/>
                </a:cubicBezTo>
                <a:moveTo>
                  <a:pt x="182" y="64"/>
                </a:moveTo>
                <a:cubicBezTo>
                  <a:pt x="185" y="62"/>
                  <a:pt x="185" y="62"/>
                  <a:pt x="185" y="62"/>
                </a:cubicBezTo>
                <a:cubicBezTo>
                  <a:pt x="189" y="60"/>
                  <a:pt x="189" y="60"/>
                  <a:pt x="189" y="60"/>
                </a:cubicBezTo>
                <a:cubicBezTo>
                  <a:pt x="188" y="60"/>
                  <a:pt x="187" y="60"/>
                  <a:pt x="187" y="60"/>
                </a:cubicBezTo>
                <a:cubicBezTo>
                  <a:pt x="187" y="59"/>
                  <a:pt x="188" y="59"/>
                  <a:pt x="189" y="58"/>
                </a:cubicBezTo>
                <a:cubicBezTo>
                  <a:pt x="191" y="56"/>
                  <a:pt x="191" y="56"/>
                  <a:pt x="191" y="56"/>
                </a:cubicBezTo>
                <a:cubicBezTo>
                  <a:pt x="191" y="56"/>
                  <a:pt x="191" y="56"/>
                  <a:pt x="191" y="56"/>
                </a:cubicBezTo>
                <a:cubicBezTo>
                  <a:pt x="192" y="54"/>
                  <a:pt x="192" y="54"/>
                  <a:pt x="192" y="54"/>
                </a:cubicBezTo>
                <a:cubicBezTo>
                  <a:pt x="191" y="54"/>
                  <a:pt x="191" y="54"/>
                  <a:pt x="191" y="54"/>
                </a:cubicBezTo>
                <a:cubicBezTo>
                  <a:pt x="193" y="52"/>
                  <a:pt x="193" y="52"/>
                  <a:pt x="193" y="52"/>
                </a:cubicBezTo>
                <a:cubicBezTo>
                  <a:pt x="196" y="51"/>
                  <a:pt x="196" y="51"/>
                  <a:pt x="196" y="51"/>
                </a:cubicBezTo>
                <a:cubicBezTo>
                  <a:pt x="195" y="51"/>
                  <a:pt x="195" y="51"/>
                  <a:pt x="194" y="51"/>
                </a:cubicBezTo>
                <a:cubicBezTo>
                  <a:pt x="194" y="51"/>
                  <a:pt x="194" y="51"/>
                  <a:pt x="194" y="51"/>
                </a:cubicBezTo>
                <a:cubicBezTo>
                  <a:pt x="196" y="50"/>
                  <a:pt x="197" y="49"/>
                  <a:pt x="199" y="48"/>
                </a:cubicBezTo>
                <a:cubicBezTo>
                  <a:pt x="199" y="48"/>
                  <a:pt x="199" y="48"/>
                  <a:pt x="199" y="48"/>
                </a:cubicBezTo>
                <a:cubicBezTo>
                  <a:pt x="202" y="47"/>
                  <a:pt x="202" y="47"/>
                  <a:pt x="202" y="47"/>
                </a:cubicBezTo>
                <a:cubicBezTo>
                  <a:pt x="202" y="46"/>
                  <a:pt x="202" y="46"/>
                  <a:pt x="202" y="46"/>
                </a:cubicBezTo>
                <a:cubicBezTo>
                  <a:pt x="204" y="45"/>
                  <a:pt x="204" y="45"/>
                  <a:pt x="204" y="45"/>
                </a:cubicBezTo>
                <a:cubicBezTo>
                  <a:pt x="205" y="45"/>
                  <a:pt x="205" y="45"/>
                  <a:pt x="205" y="45"/>
                </a:cubicBezTo>
                <a:cubicBezTo>
                  <a:pt x="208" y="43"/>
                  <a:pt x="208" y="43"/>
                  <a:pt x="208" y="43"/>
                </a:cubicBezTo>
                <a:cubicBezTo>
                  <a:pt x="208" y="42"/>
                  <a:pt x="208" y="42"/>
                  <a:pt x="208" y="42"/>
                </a:cubicBezTo>
                <a:cubicBezTo>
                  <a:pt x="211" y="41"/>
                  <a:pt x="211" y="41"/>
                  <a:pt x="211" y="41"/>
                </a:cubicBezTo>
                <a:cubicBezTo>
                  <a:pt x="213" y="39"/>
                  <a:pt x="213" y="39"/>
                  <a:pt x="213" y="39"/>
                </a:cubicBezTo>
                <a:cubicBezTo>
                  <a:pt x="212" y="39"/>
                  <a:pt x="212" y="39"/>
                  <a:pt x="212" y="39"/>
                </a:cubicBezTo>
                <a:cubicBezTo>
                  <a:pt x="214" y="38"/>
                  <a:pt x="214" y="38"/>
                  <a:pt x="214" y="38"/>
                </a:cubicBezTo>
                <a:cubicBezTo>
                  <a:pt x="214" y="38"/>
                  <a:pt x="214" y="38"/>
                  <a:pt x="214" y="38"/>
                </a:cubicBezTo>
                <a:cubicBezTo>
                  <a:pt x="214" y="38"/>
                  <a:pt x="214" y="38"/>
                  <a:pt x="214" y="38"/>
                </a:cubicBezTo>
                <a:cubicBezTo>
                  <a:pt x="217" y="37"/>
                  <a:pt x="217" y="37"/>
                  <a:pt x="217" y="37"/>
                </a:cubicBezTo>
                <a:cubicBezTo>
                  <a:pt x="218" y="36"/>
                  <a:pt x="218" y="36"/>
                  <a:pt x="218" y="36"/>
                </a:cubicBezTo>
                <a:cubicBezTo>
                  <a:pt x="216" y="36"/>
                  <a:pt x="216" y="36"/>
                  <a:pt x="216" y="36"/>
                </a:cubicBezTo>
                <a:cubicBezTo>
                  <a:pt x="220" y="34"/>
                  <a:pt x="220" y="34"/>
                  <a:pt x="220" y="34"/>
                </a:cubicBezTo>
                <a:cubicBezTo>
                  <a:pt x="222" y="33"/>
                  <a:pt x="222" y="33"/>
                  <a:pt x="222" y="33"/>
                </a:cubicBezTo>
                <a:cubicBezTo>
                  <a:pt x="222" y="33"/>
                  <a:pt x="222" y="33"/>
                  <a:pt x="222" y="33"/>
                </a:cubicBezTo>
                <a:cubicBezTo>
                  <a:pt x="225" y="31"/>
                  <a:pt x="225" y="31"/>
                  <a:pt x="225" y="31"/>
                </a:cubicBezTo>
                <a:cubicBezTo>
                  <a:pt x="227" y="30"/>
                  <a:pt x="227" y="30"/>
                  <a:pt x="227" y="30"/>
                </a:cubicBezTo>
                <a:cubicBezTo>
                  <a:pt x="226" y="30"/>
                  <a:pt x="226" y="30"/>
                  <a:pt x="226" y="30"/>
                </a:cubicBezTo>
                <a:cubicBezTo>
                  <a:pt x="224" y="31"/>
                  <a:pt x="224" y="31"/>
                  <a:pt x="224" y="31"/>
                </a:cubicBezTo>
                <a:cubicBezTo>
                  <a:pt x="223" y="31"/>
                  <a:pt x="223" y="31"/>
                  <a:pt x="223" y="31"/>
                </a:cubicBezTo>
                <a:cubicBezTo>
                  <a:pt x="223" y="31"/>
                  <a:pt x="223" y="31"/>
                  <a:pt x="223" y="31"/>
                </a:cubicBezTo>
                <a:cubicBezTo>
                  <a:pt x="220" y="32"/>
                  <a:pt x="220" y="32"/>
                  <a:pt x="220" y="32"/>
                </a:cubicBezTo>
                <a:cubicBezTo>
                  <a:pt x="220" y="32"/>
                  <a:pt x="220" y="32"/>
                  <a:pt x="220" y="32"/>
                </a:cubicBezTo>
                <a:cubicBezTo>
                  <a:pt x="224" y="31"/>
                  <a:pt x="224" y="31"/>
                  <a:pt x="224" y="31"/>
                </a:cubicBezTo>
                <a:cubicBezTo>
                  <a:pt x="227" y="29"/>
                  <a:pt x="227" y="29"/>
                  <a:pt x="227" y="29"/>
                </a:cubicBezTo>
                <a:cubicBezTo>
                  <a:pt x="232" y="27"/>
                  <a:pt x="232" y="27"/>
                  <a:pt x="232" y="27"/>
                </a:cubicBezTo>
                <a:cubicBezTo>
                  <a:pt x="237" y="25"/>
                  <a:pt x="237" y="25"/>
                  <a:pt x="237" y="25"/>
                </a:cubicBezTo>
                <a:cubicBezTo>
                  <a:pt x="237" y="25"/>
                  <a:pt x="237" y="25"/>
                  <a:pt x="237" y="25"/>
                </a:cubicBezTo>
                <a:cubicBezTo>
                  <a:pt x="233" y="26"/>
                  <a:pt x="233" y="26"/>
                  <a:pt x="233" y="26"/>
                </a:cubicBezTo>
                <a:cubicBezTo>
                  <a:pt x="233" y="26"/>
                  <a:pt x="233" y="26"/>
                  <a:pt x="233" y="26"/>
                </a:cubicBezTo>
                <a:cubicBezTo>
                  <a:pt x="231" y="27"/>
                  <a:pt x="231" y="27"/>
                  <a:pt x="231" y="27"/>
                </a:cubicBezTo>
                <a:cubicBezTo>
                  <a:pt x="226" y="29"/>
                  <a:pt x="226" y="29"/>
                  <a:pt x="226" y="29"/>
                </a:cubicBezTo>
                <a:cubicBezTo>
                  <a:pt x="221" y="31"/>
                  <a:pt x="221" y="31"/>
                  <a:pt x="221" y="31"/>
                </a:cubicBezTo>
                <a:cubicBezTo>
                  <a:pt x="218" y="33"/>
                  <a:pt x="218" y="33"/>
                  <a:pt x="218" y="33"/>
                </a:cubicBezTo>
                <a:cubicBezTo>
                  <a:pt x="213" y="35"/>
                  <a:pt x="213" y="35"/>
                  <a:pt x="213" y="35"/>
                </a:cubicBezTo>
                <a:cubicBezTo>
                  <a:pt x="212" y="36"/>
                  <a:pt x="212" y="36"/>
                  <a:pt x="212" y="36"/>
                </a:cubicBezTo>
                <a:cubicBezTo>
                  <a:pt x="217" y="33"/>
                  <a:pt x="217" y="33"/>
                  <a:pt x="217" y="33"/>
                </a:cubicBezTo>
                <a:cubicBezTo>
                  <a:pt x="224" y="30"/>
                  <a:pt x="224" y="30"/>
                  <a:pt x="224" y="30"/>
                </a:cubicBezTo>
                <a:cubicBezTo>
                  <a:pt x="228" y="28"/>
                  <a:pt x="228" y="28"/>
                  <a:pt x="228" y="28"/>
                </a:cubicBezTo>
                <a:cubicBezTo>
                  <a:pt x="233" y="26"/>
                  <a:pt x="233" y="26"/>
                  <a:pt x="233" y="26"/>
                </a:cubicBezTo>
                <a:cubicBezTo>
                  <a:pt x="237" y="25"/>
                  <a:pt x="237" y="25"/>
                  <a:pt x="237" y="25"/>
                </a:cubicBezTo>
                <a:cubicBezTo>
                  <a:pt x="237" y="25"/>
                  <a:pt x="237" y="25"/>
                  <a:pt x="237" y="25"/>
                </a:cubicBezTo>
                <a:cubicBezTo>
                  <a:pt x="236" y="25"/>
                  <a:pt x="236" y="25"/>
                  <a:pt x="236" y="25"/>
                </a:cubicBezTo>
                <a:cubicBezTo>
                  <a:pt x="231" y="27"/>
                  <a:pt x="231" y="27"/>
                  <a:pt x="231" y="27"/>
                </a:cubicBezTo>
                <a:cubicBezTo>
                  <a:pt x="224" y="30"/>
                  <a:pt x="224" y="30"/>
                  <a:pt x="224" y="30"/>
                </a:cubicBezTo>
                <a:cubicBezTo>
                  <a:pt x="213" y="35"/>
                  <a:pt x="213" y="35"/>
                  <a:pt x="213" y="35"/>
                </a:cubicBezTo>
                <a:cubicBezTo>
                  <a:pt x="212" y="35"/>
                  <a:pt x="212" y="35"/>
                  <a:pt x="212" y="35"/>
                </a:cubicBezTo>
                <a:cubicBezTo>
                  <a:pt x="212" y="36"/>
                  <a:pt x="212" y="36"/>
                  <a:pt x="212" y="36"/>
                </a:cubicBezTo>
                <a:cubicBezTo>
                  <a:pt x="208" y="37"/>
                  <a:pt x="208" y="37"/>
                  <a:pt x="208" y="37"/>
                </a:cubicBezTo>
                <a:cubicBezTo>
                  <a:pt x="209" y="37"/>
                  <a:pt x="209" y="37"/>
                  <a:pt x="209" y="37"/>
                </a:cubicBezTo>
                <a:cubicBezTo>
                  <a:pt x="208" y="37"/>
                  <a:pt x="208" y="37"/>
                  <a:pt x="208" y="37"/>
                </a:cubicBezTo>
                <a:cubicBezTo>
                  <a:pt x="206" y="38"/>
                  <a:pt x="206" y="38"/>
                  <a:pt x="206" y="38"/>
                </a:cubicBezTo>
                <a:cubicBezTo>
                  <a:pt x="203" y="40"/>
                  <a:pt x="203" y="40"/>
                  <a:pt x="203" y="40"/>
                </a:cubicBezTo>
                <a:cubicBezTo>
                  <a:pt x="203" y="40"/>
                  <a:pt x="203" y="40"/>
                  <a:pt x="203" y="40"/>
                </a:cubicBezTo>
                <a:cubicBezTo>
                  <a:pt x="204" y="39"/>
                  <a:pt x="204" y="39"/>
                  <a:pt x="204" y="39"/>
                </a:cubicBezTo>
                <a:cubicBezTo>
                  <a:pt x="201" y="41"/>
                  <a:pt x="201" y="41"/>
                  <a:pt x="201" y="41"/>
                </a:cubicBezTo>
                <a:cubicBezTo>
                  <a:pt x="199" y="42"/>
                  <a:pt x="199" y="42"/>
                  <a:pt x="199" y="42"/>
                </a:cubicBezTo>
                <a:cubicBezTo>
                  <a:pt x="198" y="43"/>
                  <a:pt x="198" y="43"/>
                  <a:pt x="198" y="43"/>
                </a:cubicBezTo>
                <a:cubicBezTo>
                  <a:pt x="194" y="45"/>
                  <a:pt x="194" y="45"/>
                  <a:pt x="194" y="45"/>
                </a:cubicBezTo>
                <a:cubicBezTo>
                  <a:pt x="191" y="46"/>
                  <a:pt x="191" y="46"/>
                  <a:pt x="191" y="46"/>
                </a:cubicBezTo>
                <a:cubicBezTo>
                  <a:pt x="184" y="50"/>
                  <a:pt x="184" y="50"/>
                  <a:pt x="184" y="50"/>
                </a:cubicBezTo>
                <a:cubicBezTo>
                  <a:pt x="179" y="53"/>
                  <a:pt x="179" y="53"/>
                  <a:pt x="179" y="53"/>
                </a:cubicBezTo>
                <a:cubicBezTo>
                  <a:pt x="176" y="55"/>
                  <a:pt x="176" y="55"/>
                  <a:pt x="176" y="55"/>
                </a:cubicBezTo>
                <a:cubicBezTo>
                  <a:pt x="177" y="54"/>
                  <a:pt x="177" y="54"/>
                  <a:pt x="177" y="54"/>
                </a:cubicBezTo>
                <a:cubicBezTo>
                  <a:pt x="183" y="51"/>
                  <a:pt x="183" y="51"/>
                  <a:pt x="183" y="51"/>
                </a:cubicBezTo>
                <a:cubicBezTo>
                  <a:pt x="187" y="49"/>
                  <a:pt x="187" y="49"/>
                  <a:pt x="187" y="49"/>
                </a:cubicBezTo>
                <a:cubicBezTo>
                  <a:pt x="191" y="46"/>
                  <a:pt x="191" y="46"/>
                  <a:pt x="191" y="46"/>
                </a:cubicBezTo>
                <a:cubicBezTo>
                  <a:pt x="182" y="51"/>
                  <a:pt x="171" y="59"/>
                  <a:pt x="162" y="64"/>
                </a:cubicBezTo>
                <a:cubicBezTo>
                  <a:pt x="162" y="64"/>
                  <a:pt x="162" y="64"/>
                  <a:pt x="162" y="64"/>
                </a:cubicBezTo>
                <a:cubicBezTo>
                  <a:pt x="163" y="64"/>
                  <a:pt x="163" y="64"/>
                  <a:pt x="163" y="64"/>
                </a:cubicBezTo>
                <a:cubicBezTo>
                  <a:pt x="167" y="61"/>
                  <a:pt x="167" y="61"/>
                  <a:pt x="167" y="61"/>
                </a:cubicBezTo>
                <a:cubicBezTo>
                  <a:pt x="170" y="59"/>
                  <a:pt x="170" y="59"/>
                  <a:pt x="170" y="59"/>
                </a:cubicBezTo>
                <a:cubicBezTo>
                  <a:pt x="170" y="59"/>
                  <a:pt x="170" y="59"/>
                  <a:pt x="170" y="59"/>
                </a:cubicBezTo>
                <a:cubicBezTo>
                  <a:pt x="167" y="61"/>
                  <a:pt x="167" y="61"/>
                  <a:pt x="167" y="61"/>
                </a:cubicBezTo>
                <a:cubicBezTo>
                  <a:pt x="164" y="63"/>
                  <a:pt x="164" y="63"/>
                  <a:pt x="164" y="63"/>
                </a:cubicBezTo>
                <a:cubicBezTo>
                  <a:pt x="159" y="67"/>
                  <a:pt x="159" y="67"/>
                  <a:pt x="159" y="67"/>
                </a:cubicBezTo>
                <a:cubicBezTo>
                  <a:pt x="156" y="68"/>
                  <a:pt x="154" y="70"/>
                  <a:pt x="152" y="71"/>
                </a:cubicBezTo>
                <a:cubicBezTo>
                  <a:pt x="151" y="72"/>
                  <a:pt x="151" y="72"/>
                  <a:pt x="151" y="72"/>
                </a:cubicBezTo>
                <a:cubicBezTo>
                  <a:pt x="148" y="75"/>
                  <a:pt x="148" y="75"/>
                  <a:pt x="148" y="75"/>
                </a:cubicBezTo>
                <a:cubicBezTo>
                  <a:pt x="147" y="75"/>
                  <a:pt x="147" y="75"/>
                  <a:pt x="147" y="75"/>
                </a:cubicBezTo>
                <a:cubicBezTo>
                  <a:pt x="147" y="76"/>
                  <a:pt x="146" y="76"/>
                  <a:pt x="145" y="77"/>
                </a:cubicBezTo>
                <a:cubicBezTo>
                  <a:pt x="145" y="77"/>
                  <a:pt x="145" y="77"/>
                  <a:pt x="145" y="77"/>
                </a:cubicBezTo>
                <a:cubicBezTo>
                  <a:pt x="149" y="74"/>
                  <a:pt x="149" y="74"/>
                  <a:pt x="149" y="74"/>
                </a:cubicBezTo>
                <a:cubicBezTo>
                  <a:pt x="149" y="74"/>
                  <a:pt x="149" y="74"/>
                  <a:pt x="149" y="74"/>
                </a:cubicBezTo>
                <a:cubicBezTo>
                  <a:pt x="148" y="75"/>
                  <a:pt x="148" y="75"/>
                  <a:pt x="148" y="75"/>
                </a:cubicBezTo>
                <a:cubicBezTo>
                  <a:pt x="147" y="76"/>
                  <a:pt x="147" y="76"/>
                  <a:pt x="147" y="76"/>
                </a:cubicBezTo>
                <a:cubicBezTo>
                  <a:pt x="147" y="76"/>
                  <a:pt x="147" y="76"/>
                  <a:pt x="147" y="76"/>
                </a:cubicBezTo>
                <a:cubicBezTo>
                  <a:pt x="151" y="73"/>
                  <a:pt x="151" y="73"/>
                  <a:pt x="151" y="73"/>
                </a:cubicBezTo>
                <a:cubicBezTo>
                  <a:pt x="151" y="73"/>
                  <a:pt x="151" y="73"/>
                  <a:pt x="151" y="73"/>
                </a:cubicBezTo>
                <a:cubicBezTo>
                  <a:pt x="156" y="69"/>
                  <a:pt x="156" y="69"/>
                  <a:pt x="156" y="69"/>
                </a:cubicBezTo>
                <a:cubicBezTo>
                  <a:pt x="156" y="69"/>
                  <a:pt x="156" y="69"/>
                  <a:pt x="156" y="69"/>
                </a:cubicBezTo>
                <a:cubicBezTo>
                  <a:pt x="160" y="66"/>
                  <a:pt x="160" y="66"/>
                  <a:pt x="160" y="66"/>
                </a:cubicBezTo>
                <a:cubicBezTo>
                  <a:pt x="161" y="65"/>
                  <a:pt x="161" y="65"/>
                  <a:pt x="161" y="65"/>
                </a:cubicBezTo>
                <a:cubicBezTo>
                  <a:pt x="162" y="65"/>
                  <a:pt x="163" y="64"/>
                  <a:pt x="164" y="63"/>
                </a:cubicBezTo>
                <a:cubicBezTo>
                  <a:pt x="163" y="64"/>
                  <a:pt x="163" y="64"/>
                  <a:pt x="163" y="64"/>
                </a:cubicBezTo>
                <a:cubicBezTo>
                  <a:pt x="165" y="63"/>
                  <a:pt x="165" y="63"/>
                  <a:pt x="165" y="63"/>
                </a:cubicBezTo>
                <a:cubicBezTo>
                  <a:pt x="167" y="61"/>
                  <a:pt x="167" y="61"/>
                  <a:pt x="167" y="61"/>
                </a:cubicBezTo>
                <a:cubicBezTo>
                  <a:pt x="167" y="61"/>
                  <a:pt x="167" y="61"/>
                  <a:pt x="167" y="61"/>
                </a:cubicBezTo>
                <a:cubicBezTo>
                  <a:pt x="170" y="59"/>
                  <a:pt x="170" y="59"/>
                  <a:pt x="170" y="59"/>
                </a:cubicBezTo>
                <a:cubicBezTo>
                  <a:pt x="174" y="57"/>
                  <a:pt x="174" y="57"/>
                  <a:pt x="174" y="57"/>
                </a:cubicBezTo>
                <a:cubicBezTo>
                  <a:pt x="177" y="55"/>
                  <a:pt x="177" y="55"/>
                  <a:pt x="177" y="55"/>
                </a:cubicBezTo>
                <a:cubicBezTo>
                  <a:pt x="180" y="54"/>
                  <a:pt x="180" y="54"/>
                  <a:pt x="180" y="54"/>
                </a:cubicBezTo>
                <a:cubicBezTo>
                  <a:pt x="185" y="50"/>
                  <a:pt x="185" y="50"/>
                  <a:pt x="185" y="50"/>
                </a:cubicBezTo>
                <a:cubicBezTo>
                  <a:pt x="186" y="50"/>
                  <a:pt x="186" y="50"/>
                  <a:pt x="186" y="50"/>
                </a:cubicBezTo>
                <a:cubicBezTo>
                  <a:pt x="190" y="48"/>
                  <a:pt x="190" y="48"/>
                  <a:pt x="190" y="48"/>
                </a:cubicBezTo>
                <a:cubicBezTo>
                  <a:pt x="194" y="45"/>
                  <a:pt x="194" y="45"/>
                  <a:pt x="194" y="45"/>
                </a:cubicBezTo>
                <a:cubicBezTo>
                  <a:pt x="196" y="44"/>
                  <a:pt x="196" y="44"/>
                  <a:pt x="196" y="44"/>
                </a:cubicBezTo>
                <a:cubicBezTo>
                  <a:pt x="199" y="42"/>
                  <a:pt x="199" y="42"/>
                  <a:pt x="199" y="42"/>
                </a:cubicBezTo>
                <a:cubicBezTo>
                  <a:pt x="199" y="43"/>
                  <a:pt x="199" y="43"/>
                  <a:pt x="199" y="43"/>
                </a:cubicBezTo>
                <a:cubicBezTo>
                  <a:pt x="201" y="41"/>
                  <a:pt x="201" y="41"/>
                  <a:pt x="201" y="41"/>
                </a:cubicBezTo>
                <a:cubicBezTo>
                  <a:pt x="201" y="42"/>
                  <a:pt x="201" y="42"/>
                  <a:pt x="201" y="42"/>
                </a:cubicBezTo>
                <a:cubicBezTo>
                  <a:pt x="198" y="43"/>
                  <a:pt x="198" y="43"/>
                  <a:pt x="198" y="43"/>
                </a:cubicBezTo>
                <a:cubicBezTo>
                  <a:pt x="199" y="43"/>
                  <a:pt x="199" y="43"/>
                  <a:pt x="199" y="43"/>
                </a:cubicBezTo>
                <a:cubicBezTo>
                  <a:pt x="200" y="43"/>
                  <a:pt x="200" y="43"/>
                  <a:pt x="200" y="43"/>
                </a:cubicBezTo>
                <a:cubicBezTo>
                  <a:pt x="204" y="40"/>
                  <a:pt x="204" y="40"/>
                  <a:pt x="204" y="40"/>
                </a:cubicBezTo>
                <a:cubicBezTo>
                  <a:pt x="205" y="40"/>
                  <a:pt x="205" y="40"/>
                  <a:pt x="205" y="40"/>
                </a:cubicBezTo>
                <a:cubicBezTo>
                  <a:pt x="201" y="43"/>
                  <a:pt x="201" y="43"/>
                  <a:pt x="201" y="43"/>
                </a:cubicBezTo>
                <a:cubicBezTo>
                  <a:pt x="200" y="43"/>
                  <a:pt x="200" y="43"/>
                  <a:pt x="200" y="43"/>
                </a:cubicBezTo>
                <a:cubicBezTo>
                  <a:pt x="196" y="45"/>
                  <a:pt x="196" y="45"/>
                  <a:pt x="196" y="45"/>
                </a:cubicBezTo>
                <a:cubicBezTo>
                  <a:pt x="196" y="46"/>
                  <a:pt x="196" y="46"/>
                  <a:pt x="196" y="46"/>
                </a:cubicBezTo>
                <a:cubicBezTo>
                  <a:pt x="193" y="48"/>
                  <a:pt x="193" y="48"/>
                  <a:pt x="193" y="48"/>
                </a:cubicBezTo>
                <a:cubicBezTo>
                  <a:pt x="192" y="49"/>
                  <a:pt x="192" y="49"/>
                  <a:pt x="192" y="49"/>
                </a:cubicBezTo>
                <a:cubicBezTo>
                  <a:pt x="188" y="51"/>
                  <a:pt x="188" y="51"/>
                  <a:pt x="188" y="51"/>
                </a:cubicBezTo>
                <a:cubicBezTo>
                  <a:pt x="187" y="52"/>
                  <a:pt x="187" y="52"/>
                  <a:pt x="187" y="52"/>
                </a:cubicBezTo>
                <a:cubicBezTo>
                  <a:pt x="184" y="54"/>
                  <a:pt x="184" y="54"/>
                  <a:pt x="184" y="54"/>
                </a:cubicBezTo>
                <a:cubicBezTo>
                  <a:pt x="179" y="57"/>
                  <a:pt x="179" y="57"/>
                  <a:pt x="179" y="57"/>
                </a:cubicBezTo>
                <a:cubicBezTo>
                  <a:pt x="174" y="60"/>
                  <a:pt x="174" y="60"/>
                  <a:pt x="174" y="60"/>
                </a:cubicBezTo>
                <a:cubicBezTo>
                  <a:pt x="169" y="63"/>
                  <a:pt x="169" y="63"/>
                  <a:pt x="169" y="63"/>
                </a:cubicBezTo>
                <a:cubicBezTo>
                  <a:pt x="165" y="66"/>
                  <a:pt x="165" y="66"/>
                  <a:pt x="165" y="66"/>
                </a:cubicBezTo>
                <a:cubicBezTo>
                  <a:pt x="163" y="67"/>
                  <a:pt x="163" y="67"/>
                  <a:pt x="163" y="67"/>
                </a:cubicBezTo>
                <a:cubicBezTo>
                  <a:pt x="163" y="66"/>
                  <a:pt x="163" y="66"/>
                  <a:pt x="163" y="66"/>
                </a:cubicBezTo>
                <a:cubicBezTo>
                  <a:pt x="163" y="66"/>
                  <a:pt x="163" y="66"/>
                  <a:pt x="163" y="66"/>
                </a:cubicBezTo>
                <a:cubicBezTo>
                  <a:pt x="159" y="68"/>
                  <a:pt x="159" y="68"/>
                  <a:pt x="159" y="68"/>
                </a:cubicBezTo>
                <a:cubicBezTo>
                  <a:pt x="157" y="69"/>
                  <a:pt x="156" y="70"/>
                  <a:pt x="155" y="71"/>
                </a:cubicBezTo>
                <a:cubicBezTo>
                  <a:pt x="154" y="72"/>
                  <a:pt x="154" y="72"/>
                  <a:pt x="154" y="72"/>
                </a:cubicBezTo>
                <a:cubicBezTo>
                  <a:pt x="155" y="72"/>
                  <a:pt x="155" y="72"/>
                  <a:pt x="155" y="72"/>
                </a:cubicBezTo>
                <a:cubicBezTo>
                  <a:pt x="158" y="70"/>
                  <a:pt x="158" y="70"/>
                  <a:pt x="158" y="70"/>
                </a:cubicBezTo>
                <a:cubicBezTo>
                  <a:pt x="159" y="70"/>
                  <a:pt x="159" y="70"/>
                  <a:pt x="159" y="70"/>
                </a:cubicBezTo>
                <a:cubicBezTo>
                  <a:pt x="159" y="70"/>
                  <a:pt x="159" y="70"/>
                  <a:pt x="159" y="70"/>
                </a:cubicBezTo>
                <a:cubicBezTo>
                  <a:pt x="158" y="72"/>
                  <a:pt x="158" y="72"/>
                  <a:pt x="158" y="72"/>
                </a:cubicBezTo>
                <a:cubicBezTo>
                  <a:pt x="153" y="76"/>
                  <a:pt x="153" y="76"/>
                  <a:pt x="153" y="76"/>
                </a:cubicBezTo>
                <a:cubicBezTo>
                  <a:pt x="151" y="78"/>
                  <a:pt x="151" y="78"/>
                  <a:pt x="151" y="78"/>
                </a:cubicBezTo>
                <a:cubicBezTo>
                  <a:pt x="148" y="81"/>
                  <a:pt x="148" y="81"/>
                  <a:pt x="148" y="81"/>
                </a:cubicBezTo>
                <a:cubicBezTo>
                  <a:pt x="148" y="81"/>
                  <a:pt x="149" y="81"/>
                  <a:pt x="149" y="81"/>
                </a:cubicBezTo>
                <a:cubicBezTo>
                  <a:pt x="145" y="85"/>
                  <a:pt x="145" y="85"/>
                  <a:pt x="145" y="85"/>
                </a:cubicBezTo>
                <a:cubicBezTo>
                  <a:pt x="147" y="85"/>
                  <a:pt x="147" y="85"/>
                  <a:pt x="147" y="85"/>
                </a:cubicBezTo>
                <a:cubicBezTo>
                  <a:pt x="146" y="87"/>
                  <a:pt x="146" y="87"/>
                  <a:pt x="146" y="87"/>
                </a:cubicBezTo>
                <a:cubicBezTo>
                  <a:pt x="149" y="85"/>
                  <a:pt x="149" y="85"/>
                  <a:pt x="149" y="85"/>
                </a:cubicBezTo>
                <a:cubicBezTo>
                  <a:pt x="153" y="80"/>
                  <a:pt x="153" y="80"/>
                  <a:pt x="153" y="80"/>
                </a:cubicBezTo>
                <a:cubicBezTo>
                  <a:pt x="154" y="78"/>
                  <a:pt x="154" y="78"/>
                  <a:pt x="154" y="78"/>
                </a:cubicBezTo>
                <a:cubicBezTo>
                  <a:pt x="157" y="76"/>
                  <a:pt x="157" y="76"/>
                  <a:pt x="157" y="76"/>
                </a:cubicBezTo>
                <a:cubicBezTo>
                  <a:pt x="155" y="78"/>
                  <a:pt x="155" y="78"/>
                  <a:pt x="155" y="78"/>
                </a:cubicBezTo>
                <a:cubicBezTo>
                  <a:pt x="153" y="82"/>
                  <a:pt x="153" y="82"/>
                  <a:pt x="153" y="82"/>
                </a:cubicBezTo>
                <a:cubicBezTo>
                  <a:pt x="152" y="84"/>
                  <a:pt x="152" y="84"/>
                  <a:pt x="152" y="84"/>
                </a:cubicBezTo>
                <a:cubicBezTo>
                  <a:pt x="153" y="83"/>
                  <a:pt x="155" y="82"/>
                  <a:pt x="156" y="80"/>
                </a:cubicBezTo>
                <a:cubicBezTo>
                  <a:pt x="160" y="78"/>
                  <a:pt x="160" y="78"/>
                  <a:pt x="160" y="78"/>
                </a:cubicBezTo>
                <a:cubicBezTo>
                  <a:pt x="161" y="76"/>
                  <a:pt x="161" y="76"/>
                  <a:pt x="161" y="76"/>
                </a:cubicBezTo>
                <a:cubicBezTo>
                  <a:pt x="167" y="71"/>
                  <a:pt x="167" y="71"/>
                  <a:pt x="167" y="71"/>
                </a:cubicBezTo>
                <a:cubicBezTo>
                  <a:pt x="168" y="69"/>
                  <a:pt x="168" y="69"/>
                  <a:pt x="168" y="69"/>
                </a:cubicBezTo>
                <a:cubicBezTo>
                  <a:pt x="174" y="64"/>
                  <a:pt x="174" y="64"/>
                  <a:pt x="174" y="64"/>
                </a:cubicBezTo>
                <a:cubicBezTo>
                  <a:pt x="176" y="62"/>
                  <a:pt x="176" y="62"/>
                  <a:pt x="176" y="62"/>
                </a:cubicBezTo>
                <a:cubicBezTo>
                  <a:pt x="179" y="61"/>
                  <a:pt x="179" y="61"/>
                  <a:pt x="179" y="61"/>
                </a:cubicBezTo>
                <a:cubicBezTo>
                  <a:pt x="174" y="66"/>
                  <a:pt x="174" y="66"/>
                  <a:pt x="174" y="66"/>
                </a:cubicBezTo>
                <a:cubicBezTo>
                  <a:pt x="170" y="70"/>
                  <a:pt x="170" y="70"/>
                  <a:pt x="170" y="70"/>
                </a:cubicBezTo>
                <a:cubicBezTo>
                  <a:pt x="171" y="70"/>
                  <a:pt x="171" y="70"/>
                  <a:pt x="171" y="70"/>
                </a:cubicBezTo>
                <a:cubicBezTo>
                  <a:pt x="176" y="67"/>
                  <a:pt x="176" y="67"/>
                  <a:pt x="176" y="67"/>
                </a:cubicBezTo>
                <a:cubicBezTo>
                  <a:pt x="179" y="65"/>
                  <a:pt x="179" y="65"/>
                  <a:pt x="179" y="65"/>
                </a:cubicBezTo>
                <a:cubicBezTo>
                  <a:pt x="182" y="64"/>
                  <a:pt x="182" y="64"/>
                  <a:pt x="182" y="64"/>
                </a:cubicBezTo>
                <a:cubicBezTo>
                  <a:pt x="182" y="64"/>
                  <a:pt x="182" y="64"/>
                  <a:pt x="182" y="64"/>
                </a:cubicBezTo>
                <a:moveTo>
                  <a:pt x="110" y="148"/>
                </a:moveTo>
                <a:cubicBezTo>
                  <a:pt x="112" y="146"/>
                  <a:pt x="112" y="146"/>
                  <a:pt x="112" y="146"/>
                </a:cubicBezTo>
                <a:cubicBezTo>
                  <a:pt x="113" y="144"/>
                  <a:pt x="113" y="144"/>
                  <a:pt x="113" y="144"/>
                </a:cubicBezTo>
                <a:cubicBezTo>
                  <a:pt x="115" y="143"/>
                  <a:pt x="115" y="143"/>
                  <a:pt x="115" y="143"/>
                </a:cubicBezTo>
                <a:cubicBezTo>
                  <a:pt x="118" y="139"/>
                  <a:pt x="118" y="139"/>
                  <a:pt x="118" y="139"/>
                </a:cubicBezTo>
                <a:cubicBezTo>
                  <a:pt x="116" y="138"/>
                  <a:pt x="116" y="138"/>
                  <a:pt x="116" y="138"/>
                </a:cubicBezTo>
                <a:cubicBezTo>
                  <a:pt x="117" y="135"/>
                  <a:pt x="117" y="135"/>
                  <a:pt x="117" y="135"/>
                </a:cubicBezTo>
                <a:cubicBezTo>
                  <a:pt x="116" y="135"/>
                  <a:pt x="115" y="135"/>
                  <a:pt x="115" y="135"/>
                </a:cubicBezTo>
                <a:cubicBezTo>
                  <a:pt x="111" y="137"/>
                  <a:pt x="111" y="137"/>
                  <a:pt x="111" y="137"/>
                </a:cubicBezTo>
                <a:cubicBezTo>
                  <a:pt x="108" y="139"/>
                  <a:pt x="108" y="139"/>
                  <a:pt x="108" y="139"/>
                </a:cubicBezTo>
                <a:cubicBezTo>
                  <a:pt x="108" y="138"/>
                  <a:pt x="108" y="138"/>
                  <a:pt x="108" y="138"/>
                </a:cubicBezTo>
                <a:cubicBezTo>
                  <a:pt x="111" y="135"/>
                  <a:pt x="111" y="135"/>
                  <a:pt x="111" y="135"/>
                </a:cubicBezTo>
                <a:cubicBezTo>
                  <a:pt x="114" y="134"/>
                  <a:pt x="114" y="134"/>
                  <a:pt x="114" y="134"/>
                </a:cubicBezTo>
                <a:cubicBezTo>
                  <a:pt x="118" y="133"/>
                  <a:pt x="118" y="133"/>
                  <a:pt x="118" y="133"/>
                </a:cubicBezTo>
                <a:cubicBezTo>
                  <a:pt x="121" y="131"/>
                  <a:pt x="121" y="131"/>
                  <a:pt x="121" y="131"/>
                </a:cubicBezTo>
                <a:cubicBezTo>
                  <a:pt x="119" y="130"/>
                  <a:pt x="119" y="130"/>
                  <a:pt x="119" y="130"/>
                </a:cubicBezTo>
                <a:cubicBezTo>
                  <a:pt x="119" y="128"/>
                  <a:pt x="119" y="128"/>
                  <a:pt x="119" y="128"/>
                </a:cubicBezTo>
                <a:cubicBezTo>
                  <a:pt x="118" y="127"/>
                  <a:pt x="118" y="127"/>
                  <a:pt x="118" y="127"/>
                </a:cubicBezTo>
                <a:cubicBezTo>
                  <a:pt x="119" y="124"/>
                  <a:pt x="119" y="124"/>
                  <a:pt x="119" y="124"/>
                </a:cubicBezTo>
                <a:cubicBezTo>
                  <a:pt x="120" y="121"/>
                  <a:pt x="120" y="121"/>
                  <a:pt x="120" y="121"/>
                </a:cubicBezTo>
                <a:cubicBezTo>
                  <a:pt x="122" y="119"/>
                  <a:pt x="122" y="119"/>
                  <a:pt x="122" y="119"/>
                </a:cubicBezTo>
                <a:cubicBezTo>
                  <a:pt x="123" y="118"/>
                  <a:pt x="123" y="118"/>
                  <a:pt x="123" y="118"/>
                </a:cubicBezTo>
                <a:cubicBezTo>
                  <a:pt x="125" y="116"/>
                  <a:pt x="125" y="116"/>
                  <a:pt x="125" y="116"/>
                </a:cubicBezTo>
                <a:cubicBezTo>
                  <a:pt x="127" y="112"/>
                  <a:pt x="127" y="112"/>
                  <a:pt x="127" y="112"/>
                </a:cubicBezTo>
                <a:cubicBezTo>
                  <a:pt x="130" y="108"/>
                  <a:pt x="130" y="108"/>
                  <a:pt x="130" y="108"/>
                </a:cubicBezTo>
                <a:cubicBezTo>
                  <a:pt x="136" y="100"/>
                  <a:pt x="136" y="100"/>
                  <a:pt x="136" y="100"/>
                </a:cubicBezTo>
                <a:cubicBezTo>
                  <a:pt x="139" y="96"/>
                  <a:pt x="139" y="96"/>
                  <a:pt x="139" y="96"/>
                </a:cubicBezTo>
                <a:cubicBezTo>
                  <a:pt x="133" y="101"/>
                  <a:pt x="133" y="101"/>
                  <a:pt x="133" y="101"/>
                </a:cubicBezTo>
                <a:cubicBezTo>
                  <a:pt x="132" y="102"/>
                  <a:pt x="130" y="103"/>
                  <a:pt x="129" y="104"/>
                </a:cubicBezTo>
                <a:cubicBezTo>
                  <a:pt x="126" y="106"/>
                  <a:pt x="126" y="106"/>
                  <a:pt x="126" y="106"/>
                </a:cubicBezTo>
                <a:cubicBezTo>
                  <a:pt x="123" y="108"/>
                  <a:pt x="123" y="108"/>
                  <a:pt x="123" y="108"/>
                </a:cubicBezTo>
                <a:cubicBezTo>
                  <a:pt x="122" y="108"/>
                  <a:pt x="122" y="108"/>
                  <a:pt x="122" y="108"/>
                </a:cubicBezTo>
                <a:cubicBezTo>
                  <a:pt x="124" y="105"/>
                  <a:pt x="124" y="105"/>
                  <a:pt x="124" y="105"/>
                </a:cubicBezTo>
                <a:cubicBezTo>
                  <a:pt x="125" y="103"/>
                  <a:pt x="125" y="103"/>
                  <a:pt x="125" y="103"/>
                </a:cubicBezTo>
                <a:cubicBezTo>
                  <a:pt x="123" y="104"/>
                  <a:pt x="123" y="104"/>
                  <a:pt x="123" y="104"/>
                </a:cubicBezTo>
                <a:cubicBezTo>
                  <a:pt x="128" y="100"/>
                  <a:pt x="128" y="100"/>
                  <a:pt x="128" y="100"/>
                </a:cubicBezTo>
                <a:cubicBezTo>
                  <a:pt x="130" y="98"/>
                  <a:pt x="132" y="96"/>
                  <a:pt x="134" y="94"/>
                </a:cubicBezTo>
                <a:cubicBezTo>
                  <a:pt x="137" y="91"/>
                  <a:pt x="137" y="91"/>
                  <a:pt x="137" y="91"/>
                </a:cubicBezTo>
                <a:cubicBezTo>
                  <a:pt x="137" y="91"/>
                  <a:pt x="137" y="91"/>
                  <a:pt x="137" y="91"/>
                </a:cubicBezTo>
                <a:cubicBezTo>
                  <a:pt x="138" y="89"/>
                  <a:pt x="138" y="89"/>
                  <a:pt x="138" y="89"/>
                </a:cubicBezTo>
                <a:cubicBezTo>
                  <a:pt x="141" y="85"/>
                  <a:pt x="141" y="85"/>
                  <a:pt x="141" y="85"/>
                </a:cubicBezTo>
                <a:cubicBezTo>
                  <a:pt x="144" y="82"/>
                  <a:pt x="144" y="82"/>
                  <a:pt x="144" y="82"/>
                </a:cubicBezTo>
                <a:cubicBezTo>
                  <a:pt x="142" y="83"/>
                  <a:pt x="142" y="83"/>
                  <a:pt x="142" y="83"/>
                </a:cubicBezTo>
                <a:cubicBezTo>
                  <a:pt x="141" y="83"/>
                  <a:pt x="141" y="83"/>
                  <a:pt x="141" y="83"/>
                </a:cubicBezTo>
                <a:cubicBezTo>
                  <a:pt x="142" y="82"/>
                  <a:pt x="142" y="82"/>
                  <a:pt x="142" y="82"/>
                </a:cubicBezTo>
                <a:cubicBezTo>
                  <a:pt x="142" y="82"/>
                  <a:pt x="142" y="82"/>
                  <a:pt x="142" y="82"/>
                </a:cubicBezTo>
                <a:cubicBezTo>
                  <a:pt x="139" y="84"/>
                  <a:pt x="139" y="84"/>
                  <a:pt x="139" y="84"/>
                </a:cubicBezTo>
                <a:cubicBezTo>
                  <a:pt x="135" y="87"/>
                  <a:pt x="135" y="87"/>
                  <a:pt x="135" y="87"/>
                </a:cubicBezTo>
                <a:cubicBezTo>
                  <a:pt x="131" y="91"/>
                  <a:pt x="131" y="91"/>
                  <a:pt x="131" y="91"/>
                </a:cubicBezTo>
                <a:cubicBezTo>
                  <a:pt x="127" y="94"/>
                  <a:pt x="127" y="94"/>
                  <a:pt x="127" y="94"/>
                </a:cubicBezTo>
                <a:cubicBezTo>
                  <a:pt x="123" y="98"/>
                  <a:pt x="123" y="98"/>
                  <a:pt x="123" y="98"/>
                </a:cubicBezTo>
                <a:cubicBezTo>
                  <a:pt x="123" y="97"/>
                  <a:pt x="123" y="97"/>
                  <a:pt x="123" y="97"/>
                </a:cubicBezTo>
                <a:cubicBezTo>
                  <a:pt x="119" y="101"/>
                  <a:pt x="119" y="101"/>
                  <a:pt x="119" y="101"/>
                </a:cubicBezTo>
                <a:cubicBezTo>
                  <a:pt x="117" y="103"/>
                  <a:pt x="117" y="103"/>
                  <a:pt x="117" y="103"/>
                </a:cubicBezTo>
                <a:cubicBezTo>
                  <a:pt x="115" y="105"/>
                  <a:pt x="115" y="105"/>
                  <a:pt x="115" y="105"/>
                </a:cubicBezTo>
                <a:cubicBezTo>
                  <a:pt x="113" y="108"/>
                  <a:pt x="113" y="108"/>
                  <a:pt x="113" y="108"/>
                </a:cubicBezTo>
                <a:cubicBezTo>
                  <a:pt x="109" y="113"/>
                  <a:pt x="109" y="113"/>
                  <a:pt x="109" y="113"/>
                </a:cubicBezTo>
                <a:cubicBezTo>
                  <a:pt x="107" y="115"/>
                  <a:pt x="105" y="116"/>
                  <a:pt x="103" y="118"/>
                </a:cubicBezTo>
                <a:cubicBezTo>
                  <a:pt x="99" y="122"/>
                  <a:pt x="99" y="122"/>
                  <a:pt x="99" y="122"/>
                </a:cubicBezTo>
                <a:cubicBezTo>
                  <a:pt x="96" y="125"/>
                  <a:pt x="96" y="125"/>
                  <a:pt x="96" y="125"/>
                </a:cubicBezTo>
                <a:cubicBezTo>
                  <a:pt x="95" y="126"/>
                  <a:pt x="95" y="126"/>
                  <a:pt x="95" y="126"/>
                </a:cubicBezTo>
                <a:cubicBezTo>
                  <a:pt x="91" y="131"/>
                  <a:pt x="91" y="131"/>
                  <a:pt x="91" y="131"/>
                </a:cubicBezTo>
                <a:cubicBezTo>
                  <a:pt x="89" y="133"/>
                  <a:pt x="87" y="135"/>
                  <a:pt x="85" y="137"/>
                </a:cubicBezTo>
                <a:cubicBezTo>
                  <a:pt x="83" y="141"/>
                  <a:pt x="83" y="141"/>
                  <a:pt x="83" y="141"/>
                </a:cubicBezTo>
                <a:cubicBezTo>
                  <a:pt x="80" y="144"/>
                  <a:pt x="80" y="144"/>
                  <a:pt x="80" y="144"/>
                </a:cubicBezTo>
                <a:cubicBezTo>
                  <a:pt x="77" y="148"/>
                  <a:pt x="77" y="148"/>
                  <a:pt x="77" y="148"/>
                </a:cubicBezTo>
                <a:cubicBezTo>
                  <a:pt x="76" y="148"/>
                  <a:pt x="76" y="148"/>
                  <a:pt x="76" y="148"/>
                </a:cubicBezTo>
                <a:cubicBezTo>
                  <a:pt x="80" y="143"/>
                  <a:pt x="80" y="143"/>
                  <a:pt x="80" y="143"/>
                </a:cubicBezTo>
                <a:cubicBezTo>
                  <a:pt x="83" y="138"/>
                  <a:pt x="83" y="138"/>
                  <a:pt x="83" y="138"/>
                </a:cubicBezTo>
                <a:cubicBezTo>
                  <a:pt x="84" y="137"/>
                  <a:pt x="85" y="135"/>
                  <a:pt x="86" y="134"/>
                </a:cubicBezTo>
                <a:cubicBezTo>
                  <a:pt x="91" y="128"/>
                  <a:pt x="91" y="128"/>
                  <a:pt x="91" y="128"/>
                </a:cubicBezTo>
                <a:cubicBezTo>
                  <a:pt x="95" y="124"/>
                  <a:pt x="95" y="124"/>
                  <a:pt x="95" y="124"/>
                </a:cubicBezTo>
                <a:cubicBezTo>
                  <a:pt x="96" y="123"/>
                  <a:pt x="96" y="123"/>
                  <a:pt x="96" y="123"/>
                </a:cubicBezTo>
                <a:cubicBezTo>
                  <a:pt x="96" y="122"/>
                  <a:pt x="96" y="122"/>
                  <a:pt x="96" y="122"/>
                </a:cubicBezTo>
                <a:cubicBezTo>
                  <a:pt x="97" y="121"/>
                  <a:pt x="97" y="121"/>
                  <a:pt x="97" y="121"/>
                </a:cubicBezTo>
                <a:cubicBezTo>
                  <a:pt x="99" y="119"/>
                  <a:pt x="99" y="119"/>
                  <a:pt x="99" y="119"/>
                </a:cubicBezTo>
                <a:cubicBezTo>
                  <a:pt x="92" y="126"/>
                  <a:pt x="85" y="135"/>
                  <a:pt x="79" y="142"/>
                </a:cubicBezTo>
                <a:cubicBezTo>
                  <a:pt x="67" y="158"/>
                  <a:pt x="67" y="158"/>
                  <a:pt x="47" y="190"/>
                </a:cubicBezTo>
                <a:cubicBezTo>
                  <a:pt x="37" y="208"/>
                  <a:pt x="37" y="208"/>
                  <a:pt x="23" y="243"/>
                </a:cubicBezTo>
                <a:cubicBezTo>
                  <a:pt x="19" y="253"/>
                  <a:pt x="15" y="267"/>
                  <a:pt x="12" y="277"/>
                </a:cubicBezTo>
                <a:cubicBezTo>
                  <a:pt x="11" y="280"/>
                  <a:pt x="11" y="280"/>
                  <a:pt x="11" y="280"/>
                </a:cubicBezTo>
                <a:cubicBezTo>
                  <a:pt x="11" y="280"/>
                  <a:pt x="11" y="280"/>
                  <a:pt x="11" y="280"/>
                </a:cubicBezTo>
                <a:cubicBezTo>
                  <a:pt x="12" y="278"/>
                  <a:pt x="12" y="278"/>
                  <a:pt x="12" y="278"/>
                </a:cubicBezTo>
                <a:cubicBezTo>
                  <a:pt x="12" y="277"/>
                  <a:pt x="12" y="277"/>
                  <a:pt x="12" y="277"/>
                </a:cubicBezTo>
                <a:cubicBezTo>
                  <a:pt x="11" y="281"/>
                  <a:pt x="11" y="281"/>
                  <a:pt x="11" y="281"/>
                </a:cubicBezTo>
                <a:cubicBezTo>
                  <a:pt x="10" y="286"/>
                  <a:pt x="10" y="286"/>
                  <a:pt x="10" y="286"/>
                </a:cubicBezTo>
                <a:cubicBezTo>
                  <a:pt x="10" y="288"/>
                  <a:pt x="10" y="289"/>
                  <a:pt x="9" y="291"/>
                </a:cubicBezTo>
                <a:cubicBezTo>
                  <a:pt x="9" y="294"/>
                  <a:pt x="9" y="294"/>
                  <a:pt x="9" y="294"/>
                </a:cubicBezTo>
                <a:cubicBezTo>
                  <a:pt x="8" y="297"/>
                  <a:pt x="8" y="297"/>
                  <a:pt x="8" y="297"/>
                </a:cubicBezTo>
                <a:cubicBezTo>
                  <a:pt x="8" y="300"/>
                  <a:pt x="8" y="300"/>
                  <a:pt x="8" y="300"/>
                </a:cubicBezTo>
                <a:cubicBezTo>
                  <a:pt x="7" y="304"/>
                  <a:pt x="7" y="304"/>
                  <a:pt x="7" y="304"/>
                </a:cubicBezTo>
                <a:cubicBezTo>
                  <a:pt x="7" y="306"/>
                  <a:pt x="7" y="306"/>
                  <a:pt x="7" y="306"/>
                </a:cubicBezTo>
                <a:cubicBezTo>
                  <a:pt x="6" y="310"/>
                  <a:pt x="6" y="310"/>
                  <a:pt x="6" y="310"/>
                </a:cubicBezTo>
                <a:cubicBezTo>
                  <a:pt x="6" y="311"/>
                  <a:pt x="6" y="311"/>
                  <a:pt x="6" y="311"/>
                </a:cubicBezTo>
                <a:cubicBezTo>
                  <a:pt x="7" y="308"/>
                  <a:pt x="7" y="308"/>
                  <a:pt x="7" y="308"/>
                </a:cubicBezTo>
                <a:cubicBezTo>
                  <a:pt x="8" y="304"/>
                  <a:pt x="8" y="304"/>
                  <a:pt x="8" y="304"/>
                </a:cubicBezTo>
                <a:cubicBezTo>
                  <a:pt x="9" y="298"/>
                  <a:pt x="9" y="298"/>
                  <a:pt x="9" y="298"/>
                </a:cubicBezTo>
                <a:cubicBezTo>
                  <a:pt x="10" y="291"/>
                  <a:pt x="10" y="291"/>
                  <a:pt x="10" y="291"/>
                </a:cubicBezTo>
                <a:cubicBezTo>
                  <a:pt x="12" y="283"/>
                  <a:pt x="12" y="283"/>
                  <a:pt x="12" y="283"/>
                </a:cubicBezTo>
                <a:cubicBezTo>
                  <a:pt x="12" y="280"/>
                  <a:pt x="13" y="277"/>
                  <a:pt x="14" y="274"/>
                </a:cubicBezTo>
                <a:cubicBezTo>
                  <a:pt x="15" y="272"/>
                  <a:pt x="15" y="270"/>
                  <a:pt x="16" y="268"/>
                </a:cubicBezTo>
                <a:cubicBezTo>
                  <a:pt x="18" y="262"/>
                  <a:pt x="18" y="262"/>
                  <a:pt x="18" y="262"/>
                </a:cubicBezTo>
                <a:cubicBezTo>
                  <a:pt x="19" y="260"/>
                  <a:pt x="19" y="260"/>
                  <a:pt x="19" y="260"/>
                </a:cubicBezTo>
                <a:cubicBezTo>
                  <a:pt x="21" y="255"/>
                  <a:pt x="21" y="255"/>
                  <a:pt x="21" y="255"/>
                </a:cubicBezTo>
                <a:cubicBezTo>
                  <a:pt x="23" y="252"/>
                  <a:pt x="23" y="252"/>
                  <a:pt x="23" y="252"/>
                </a:cubicBezTo>
                <a:cubicBezTo>
                  <a:pt x="24" y="250"/>
                  <a:pt x="24" y="250"/>
                  <a:pt x="24" y="250"/>
                </a:cubicBezTo>
                <a:cubicBezTo>
                  <a:pt x="26" y="246"/>
                  <a:pt x="26" y="246"/>
                  <a:pt x="26" y="246"/>
                </a:cubicBezTo>
                <a:cubicBezTo>
                  <a:pt x="27" y="244"/>
                  <a:pt x="27" y="244"/>
                  <a:pt x="27" y="244"/>
                </a:cubicBezTo>
                <a:cubicBezTo>
                  <a:pt x="29" y="237"/>
                  <a:pt x="29" y="237"/>
                  <a:pt x="29" y="237"/>
                </a:cubicBezTo>
                <a:cubicBezTo>
                  <a:pt x="30" y="235"/>
                  <a:pt x="30" y="235"/>
                  <a:pt x="30" y="235"/>
                </a:cubicBezTo>
                <a:cubicBezTo>
                  <a:pt x="31" y="231"/>
                  <a:pt x="31" y="231"/>
                  <a:pt x="31" y="231"/>
                </a:cubicBezTo>
                <a:cubicBezTo>
                  <a:pt x="32" y="228"/>
                  <a:pt x="32" y="228"/>
                  <a:pt x="32" y="228"/>
                </a:cubicBezTo>
                <a:cubicBezTo>
                  <a:pt x="34" y="226"/>
                  <a:pt x="34" y="226"/>
                  <a:pt x="34" y="226"/>
                </a:cubicBezTo>
                <a:cubicBezTo>
                  <a:pt x="32" y="231"/>
                  <a:pt x="32" y="231"/>
                  <a:pt x="32" y="231"/>
                </a:cubicBezTo>
                <a:cubicBezTo>
                  <a:pt x="35" y="226"/>
                  <a:pt x="35" y="226"/>
                  <a:pt x="35" y="226"/>
                </a:cubicBezTo>
                <a:cubicBezTo>
                  <a:pt x="37" y="223"/>
                  <a:pt x="37" y="223"/>
                  <a:pt x="37" y="223"/>
                </a:cubicBezTo>
                <a:cubicBezTo>
                  <a:pt x="38" y="220"/>
                  <a:pt x="38" y="220"/>
                  <a:pt x="38" y="220"/>
                </a:cubicBezTo>
                <a:cubicBezTo>
                  <a:pt x="42" y="212"/>
                  <a:pt x="42" y="212"/>
                  <a:pt x="42" y="212"/>
                </a:cubicBezTo>
                <a:cubicBezTo>
                  <a:pt x="43" y="212"/>
                  <a:pt x="43" y="212"/>
                  <a:pt x="44" y="212"/>
                </a:cubicBezTo>
                <a:cubicBezTo>
                  <a:pt x="46" y="210"/>
                  <a:pt x="46" y="210"/>
                  <a:pt x="46" y="210"/>
                </a:cubicBezTo>
                <a:cubicBezTo>
                  <a:pt x="48" y="209"/>
                  <a:pt x="48" y="209"/>
                  <a:pt x="48" y="209"/>
                </a:cubicBezTo>
                <a:cubicBezTo>
                  <a:pt x="49" y="206"/>
                  <a:pt x="49" y="206"/>
                  <a:pt x="49" y="206"/>
                </a:cubicBezTo>
                <a:cubicBezTo>
                  <a:pt x="52" y="199"/>
                  <a:pt x="52" y="199"/>
                  <a:pt x="52" y="199"/>
                </a:cubicBezTo>
                <a:cubicBezTo>
                  <a:pt x="56" y="194"/>
                  <a:pt x="56" y="194"/>
                  <a:pt x="56" y="194"/>
                </a:cubicBezTo>
                <a:cubicBezTo>
                  <a:pt x="56" y="194"/>
                  <a:pt x="57" y="194"/>
                  <a:pt x="57" y="194"/>
                </a:cubicBezTo>
                <a:cubicBezTo>
                  <a:pt x="59" y="192"/>
                  <a:pt x="59" y="192"/>
                  <a:pt x="59" y="192"/>
                </a:cubicBezTo>
                <a:cubicBezTo>
                  <a:pt x="60" y="192"/>
                  <a:pt x="60" y="192"/>
                  <a:pt x="60" y="192"/>
                </a:cubicBezTo>
                <a:cubicBezTo>
                  <a:pt x="63" y="189"/>
                  <a:pt x="63" y="189"/>
                  <a:pt x="63" y="189"/>
                </a:cubicBezTo>
                <a:cubicBezTo>
                  <a:pt x="66" y="186"/>
                  <a:pt x="66" y="186"/>
                  <a:pt x="66" y="186"/>
                </a:cubicBezTo>
                <a:cubicBezTo>
                  <a:pt x="68" y="186"/>
                  <a:pt x="69" y="186"/>
                  <a:pt x="70" y="187"/>
                </a:cubicBezTo>
                <a:cubicBezTo>
                  <a:pt x="70" y="188"/>
                  <a:pt x="69" y="188"/>
                  <a:pt x="69" y="189"/>
                </a:cubicBezTo>
                <a:cubicBezTo>
                  <a:pt x="68" y="189"/>
                  <a:pt x="67" y="189"/>
                  <a:pt x="66" y="189"/>
                </a:cubicBezTo>
                <a:cubicBezTo>
                  <a:pt x="63" y="192"/>
                  <a:pt x="63" y="192"/>
                  <a:pt x="61" y="196"/>
                </a:cubicBezTo>
                <a:cubicBezTo>
                  <a:pt x="61" y="197"/>
                  <a:pt x="61" y="197"/>
                  <a:pt x="61" y="197"/>
                </a:cubicBezTo>
                <a:cubicBezTo>
                  <a:pt x="64" y="195"/>
                  <a:pt x="64" y="195"/>
                  <a:pt x="64" y="195"/>
                </a:cubicBezTo>
                <a:cubicBezTo>
                  <a:pt x="66" y="193"/>
                  <a:pt x="66" y="193"/>
                  <a:pt x="66" y="193"/>
                </a:cubicBezTo>
                <a:cubicBezTo>
                  <a:pt x="68" y="192"/>
                  <a:pt x="68" y="192"/>
                  <a:pt x="68" y="192"/>
                </a:cubicBezTo>
                <a:cubicBezTo>
                  <a:pt x="71" y="190"/>
                  <a:pt x="71" y="190"/>
                  <a:pt x="71" y="190"/>
                </a:cubicBezTo>
                <a:cubicBezTo>
                  <a:pt x="73" y="189"/>
                  <a:pt x="73" y="189"/>
                  <a:pt x="73" y="189"/>
                </a:cubicBezTo>
                <a:cubicBezTo>
                  <a:pt x="77" y="185"/>
                  <a:pt x="77" y="185"/>
                  <a:pt x="77" y="185"/>
                </a:cubicBezTo>
                <a:cubicBezTo>
                  <a:pt x="80" y="182"/>
                  <a:pt x="80" y="182"/>
                  <a:pt x="80" y="182"/>
                </a:cubicBezTo>
                <a:cubicBezTo>
                  <a:pt x="83" y="178"/>
                  <a:pt x="83" y="178"/>
                  <a:pt x="83" y="178"/>
                </a:cubicBezTo>
                <a:cubicBezTo>
                  <a:pt x="80" y="179"/>
                  <a:pt x="80" y="179"/>
                  <a:pt x="80" y="179"/>
                </a:cubicBezTo>
                <a:cubicBezTo>
                  <a:pt x="75" y="184"/>
                  <a:pt x="75" y="184"/>
                  <a:pt x="75" y="184"/>
                </a:cubicBezTo>
                <a:cubicBezTo>
                  <a:pt x="73" y="184"/>
                  <a:pt x="73" y="184"/>
                  <a:pt x="73" y="184"/>
                </a:cubicBezTo>
                <a:cubicBezTo>
                  <a:pt x="73" y="182"/>
                  <a:pt x="73" y="182"/>
                  <a:pt x="73" y="182"/>
                </a:cubicBezTo>
                <a:cubicBezTo>
                  <a:pt x="73" y="178"/>
                  <a:pt x="73" y="178"/>
                  <a:pt x="73" y="178"/>
                </a:cubicBezTo>
                <a:cubicBezTo>
                  <a:pt x="76" y="171"/>
                  <a:pt x="76" y="171"/>
                  <a:pt x="76" y="171"/>
                </a:cubicBezTo>
                <a:cubicBezTo>
                  <a:pt x="80" y="168"/>
                  <a:pt x="80" y="168"/>
                  <a:pt x="80" y="168"/>
                </a:cubicBezTo>
                <a:cubicBezTo>
                  <a:pt x="83" y="163"/>
                  <a:pt x="83" y="163"/>
                  <a:pt x="83" y="163"/>
                </a:cubicBezTo>
                <a:cubicBezTo>
                  <a:pt x="81" y="162"/>
                  <a:pt x="81" y="162"/>
                  <a:pt x="81" y="162"/>
                </a:cubicBezTo>
                <a:cubicBezTo>
                  <a:pt x="78" y="164"/>
                  <a:pt x="78" y="164"/>
                  <a:pt x="78" y="164"/>
                </a:cubicBezTo>
                <a:cubicBezTo>
                  <a:pt x="73" y="168"/>
                  <a:pt x="73" y="168"/>
                  <a:pt x="73" y="168"/>
                </a:cubicBezTo>
                <a:cubicBezTo>
                  <a:pt x="67" y="174"/>
                  <a:pt x="67" y="174"/>
                  <a:pt x="67" y="174"/>
                </a:cubicBezTo>
                <a:cubicBezTo>
                  <a:pt x="63" y="178"/>
                  <a:pt x="63" y="178"/>
                  <a:pt x="63" y="178"/>
                </a:cubicBezTo>
                <a:cubicBezTo>
                  <a:pt x="66" y="175"/>
                  <a:pt x="66" y="175"/>
                  <a:pt x="66" y="175"/>
                </a:cubicBezTo>
                <a:cubicBezTo>
                  <a:pt x="69" y="171"/>
                  <a:pt x="69" y="171"/>
                  <a:pt x="69" y="171"/>
                </a:cubicBezTo>
                <a:cubicBezTo>
                  <a:pt x="71" y="169"/>
                  <a:pt x="71" y="169"/>
                  <a:pt x="71" y="169"/>
                </a:cubicBezTo>
                <a:cubicBezTo>
                  <a:pt x="71" y="167"/>
                  <a:pt x="71" y="167"/>
                  <a:pt x="71" y="167"/>
                </a:cubicBezTo>
                <a:cubicBezTo>
                  <a:pt x="71" y="167"/>
                  <a:pt x="72" y="167"/>
                  <a:pt x="72" y="167"/>
                </a:cubicBezTo>
                <a:cubicBezTo>
                  <a:pt x="75" y="164"/>
                  <a:pt x="75" y="164"/>
                  <a:pt x="75" y="164"/>
                </a:cubicBezTo>
                <a:cubicBezTo>
                  <a:pt x="78" y="161"/>
                  <a:pt x="78" y="161"/>
                  <a:pt x="78" y="161"/>
                </a:cubicBezTo>
                <a:cubicBezTo>
                  <a:pt x="80" y="161"/>
                  <a:pt x="80" y="161"/>
                  <a:pt x="80" y="161"/>
                </a:cubicBezTo>
                <a:cubicBezTo>
                  <a:pt x="83" y="157"/>
                  <a:pt x="83" y="157"/>
                  <a:pt x="83" y="157"/>
                </a:cubicBezTo>
                <a:cubicBezTo>
                  <a:pt x="85" y="156"/>
                  <a:pt x="85" y="156"/>
                  <a:pt x="85" y="156"/>
                </a:cubicBezTo>
                <a:cubicBezTo>
                  <a:pt x="86" y="156"/>
                  <a:pt x="87" y="156"/>
                  <a:pt x="87" y="156"/>
                </a:cubicBezTo>
                <a:cubicBezTo>
                  <a:pt x="92" y="156"/>
                  <a:pt x="92" y="156"/>
                  <a:pt x="92" y="156"/>
                </a:cubicBezTo>
                <a:cubicBezTo>
                  <a:pt x="93" y="157"/>
                  <a:pt x="93" y="157"/>
                  <a:pt x="93" y="157"/>
                </a:cubicBezTo>
                <a:cubicBezTo>
                  <a:pt x="95" y="157"/>
                  <a:pt x="95" y="157"/>
                  <a:pt x="95" y="157"/>
                </a:cubicBezTo>
                <a:cubicBezTo>
                  <a:pt x="99" y="154"/>
                  <a:pt x="99" y="154"/>
                  <a:pt x="99" y="154"/>
                </a:cubicBezTo>
                <a:cubicBezTo>
                  <a:pt x="104" y="150"/>
                  <a:pt x="104" y="150"/>
                  <a:pt x="104" y="150"/>
                </a:cubicBezTo>
                <a:cubicBezTo>
                  <a:pt x="107" y="150"/>
                  <a:pt x="107" y="150"/>
                  <a:pt x="107" y="150"/>
                </a:cubicBezTo>
                <a:cubicBezTo>
                  <a:pt x="110" y="148"/>
                  <a:pt x="110" y="148"/>
                  <a:pt x="110" y="148"/>
                </a:cubicBezTo>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 name="Group 232"/>
          <p:cNvGrpSpPr/>
          <p:nvPr/>
        </p:nvGrpSpPr>
        <p:grpSpPr>
          <a:xfrm>
            <a:off x="2323742" y="1123950"/>
            <a:ext cx="674970" cy="674966"/>
            <a:chOff x="864537" y="1822859"/>
            <a:chExt cx="971309" cy="971307"/>
          </a:xfrm>
        </p:grpSpPr>
        <p:sp>
          <p:nvSpPr>
            <p:cNvPr id="234" name="Oval 233"/>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01</a:t>
              </a:r>
            </a:p>
          </p:txBody>
        </p:sp>
        <p:sp>
          <p:nvSpPr>
            <p:cNvPr id="235" name="Oval 234"/>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C000"/>
                </a:solidFill>
              </a:endParaRPr>
            </a:p>
          </p:txBody>
        </p:sp>
      </p:grpSp>
      <p:grpSp>
        <p:nvGrpSpPr>
          <p:cNvPr id="3" name="Group 232"/>
          <p:cNvGrpSpPr/>
          <p:nvPr/>
        </p:nvGrpSpPr>
        <p:grpSpPr>
          <a:xfrm>
            <a:off x="2323742" y="4181196"/>
            <a:ext cx="674970" cy="674966"/>
            <a:chOff x="864537" y="1822859"/>
            <a:chExt cx="971309" cy="971307"/>
          </a:xfrm>
        </p:grpSpPr>
        <p:sp>
          <p:nvSpPr>
            <p:cNvPr id="44" name="Oval 43"/>
            <p:cNvSpPr/>
            <p:nvPr/>
          </p:nvSpPr>
          <p:spPr>
            <a:xfrm>
              <a:off x="932451" y="1890773"/>
              <a:ext cx="835480" cy="8354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01</a:t>
              </a:r>
            </a:p>
          </p:txBody>
        </p:sp>
        <p:sp>
          <p:nvSpPr>
            <p:cNvPr id="45" name="Oval 44"/>
            <p:cNvSpPr/>
            <p:nvPr/>
          </p:nvSpPr>
          <p:spPr>
            <a:xfrm>
              <a:off x="864537" y="1822859"/>
              <a:ext cx="971309" cy="971307"/>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C000"/>
                </a:solidFill>
              </a:endParaRPr>
            </a:p>
          </p:txBody>
        </p:sp>
      </p:grpSp>
      <p:grpSp>
        <p:nvGrpSpPr>
          <p:cNvPr id="4" name="Group 232"/>
          <p:cNvGrpSpPr/>
          <p:nvPr/>
        </p:nvGrpSpPr>
        <p:grpSpPr>
          <a:xfrm>
            <a:off x="3363630" y="2682005"/>
            <a:ext cx="674970" cy="674966"/>
            <a:chOff x="864537" y="1822859"/>
            <a:chExt cx="971309" cy="971307"/>
          </a:xfrm>
        </p:grpSpPr>
        <p:sp>
          <p:nvSpPr>
            <p:cNvPr id="47" name="Oval 46"/>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01</a:t>
              </a:r>
            </a:p>
          </p:txBody>
        </p:sp>
        <p:sp>
          <p:nvSpPr>
            <p:cNvPr id="48" name="Oval 47"/>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C000"/>
                </a:solidFill>
              </a:endParaRPr>
            </a:p>
          </p:txBody>
        </p:sp>
      </p:grpSp>
      <p:grpSp>
        <p:nvGrpSpPr>
          <p:cNvPr id="5" name="Group 232"/>
          <p:cNvGrpSpPr/>
          <p:nvPr/>
        </p:nvGrpSpPr>
        <p:grpSpPr>
          <a:xfrm>
            <a:off x="3072120" y="1724188"/>
            <a:ext cx="674970" cy="674966"/>
            <a:chOff x="864537" y="1822859"/>
            <a:chExt cx="971309" cy="971307"/>
          </a:xfrm>
        </p:grpSpPr>
        <p:sp>
          <p:nvSpPr>
            <p:cNvPr id="50" name="Oval 49"/>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01</a:t>
              </a:r>
            </a:p>
          </p:txBody>
        </p:sp>
        <p:sp>
          <p:nvSpPr>
            <p:cNvPr id="51" name="Oval 50"/>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C000"/>
                </a:solidFill>
              </a:endParaRPr>
            </a:p>
          </p:txBody>
        </p:sp>
      </p:grpSp>
      <p:grpSp>
        <p:nvGrpSpPr>
          <p:cNvPr id="6" name="Group 232"/>
          <p:cNvGrpSpPr/>
          <p:nvPr/>
        </p:nvGrpSpPr>
        <p:grpSpPr>
          <a:xfrm>
            <a:off x="3072120" y="3553423"/>
            <a:ext cx="674970" cy="674966"/>
            <a:chOff x="864537" y="1822859"/>
            <a:chExt cx="971309" cy="971307"/>
          </a:xfrm>
        </p:grpSpPr>
        <p:sp>
          <p:nvSpPr>
            <p:cNvPr id="53" name="Oval 52"/>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01</a:t>
              </a:r>
            </a:p>
          </p:txBody>
        </p:sp>
        <p:sp>
          <p:nvSpPr>
            <p:cNvPr id="54" name="Oval 53"/>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rgbClr val="FFC000"/>
                </a:solidFill>
              </a:endParaRPr>
            </a:p>
          </p:txBody>
        </p:sp>
      </p:grpSp>
      <p:grpSp>
        <p:nvGrpSpPr>
          <p:cNvPr id="7" name="Group 38"/>
          <p:cNvGrpSpPr/>
          <p:nvPr/>
        </p:nvGrpSpPr>
        <p:grpSpPr>
          <a:xfrm>
            <a:off x="4959481" y="1117470"/>
            <a:ext cx="2621652" cy="518900"/>
            <a:chOff x="885153" y="1438589"/>
            <a:chExt cx="2621652" cy="518900"/>
          </a:xfrm>
        </p:grpSpPr>
        <p:sp>
          <p:nvSpPr>
            <p:cNvPr id="23" name="TextBox 22"/>
            <p:cNvSpPr txBox="1"/>
            <p:nvPr/>
          </p:nvSpPr>
          <p:spPr>
            <a:xfrm>
              <a:off x="1759595" y="1438589"/>
              <a:ext cx="1747210" cy="215444"/>
            </a:xfrm>
            <a:prstGeom prst="rect">
              <a:avLst/>
            </a:prstGeom>
            <a:noFill/>
          </p:spPr>
          <p:txBody>
            <a:bodyPr wrap="none" lIns="0" tIns="0" rIns="0" bIns="0" rtlCol="0" anchor="ctr">
              <a:spAutoFit/>
            </a:bodyPr>
            <a:lstStyle/>
            <a:p>
              <a:pPr algn="r"/>
              <a:r>
                <a:rPr lang="en-US" sz="1400" b="1" dirty="0">
                  <a:solidFill>
                    <a:schemeClr val="accent1"/>
                  </a:solidFill>
                  <a:latin typeface="+mj-lt"/>
                </a:rPr>
                <a:t>Worldwide Business</a:t>
              </a:r>
            </a:p>
          </p:txBody>
        </p:sp>
        <p:sp>
          <p:nvSpPr>
            <p:cNvPr id="24" name="TextBox 23"/>
            <p:cNvSpPr txBox="1"/>
            <p:nvPr/>
          </p:nvSpPr>
          <p:spPr>
            <a:xfrm>
              <a:off x="885153" y="1649712"/>
              <a:ext cx="2621652"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8" name="Group 39"/>
          <p:cNvGrpSpPr/>
          <p:nvPr/>
        </p:nvGrpSpPr>
        <p:grpSpPr>
          <a:xfrm>
            <a:off x="4959480" y="2358608"/>
            <a:ext cx="2621653" cy="511531"/>
            <a:chOff x="885153" y="2455515"/>
            <a:chExt cx="2621653" cy="511531"/>
          </a:xfrm>
        </p:grpSpPr>
        <p:sp>
          <p:nvSpPr>
            <p:cNvPr id="27" name="TextBox 26"/>
            <p:cNvSpPr txBox="1"/>
            <p:nvPr/>
          </p:nvSpPr>
          <p:spPr>
            <a:xfrm>
              <a:off x="1876551" y="2455515"/>
              <a:ext cx="1630255" cy="215444"/>
            </a:xfrm>
            <a:prstGeom prst="rect">
              <a:avLst/>
            </a:prstGeom>
            <a:noFill/>
          </p:spPr>
          <p:txBody>
            <a:bodyPr wrap="square" lIns="0" tIns="0" rIns="0" bIns="0" rtlCol="0" anchor="ctr">
              <a:spAutoFit/>
            </a:bodyPr>
            <a:lstStyle/>
            <a:p>
              <a:pPr algn="r"/>
              <a:r>
                <a:rPr lang="en-US" sz="1400" b="1" dirty="0">
                  <a:solidFill>
                    <a:schemeClr val="accent3"/>
                  </a:solidFill>
                </a:rPr>
                <a:t>Business To Go</a:t>
              </a:r>
            </a:p>
          </p:txBody>
        </p:sp>
        <p:sp>
          <p:nvSpPr>
            <p:cNvPr id="28" name="TextBox 27"/>
            <p:cNvSpPr txBox="1"/>
            <p:nvPr/>
          </p:nvSpPr>
          <p:spPr>
            <a:xfrm>
              <a:off x="885153" y="2659269"/>
              <a:ext cx="262165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9" name="Group 40"/>
          <p:cNvGrpSpPr/>
          <p:nvPr/>
        </p:nvGrpSpPr>
        <p:grpSpPr>
          <a:xfrm>
            <a:off x="4959480" y="3624986"/>
            <a:ext cx="2621653" cy="521056"/>
            <a:chOff x="885152" y="3463637"/>
            <a:chExt cx="2621653" cy="521056"/>
          </a:xfrm>
        </p:grpSpPr>
        <p:sp>
          <p:nvSpPr>
            <p:cNvPr id="31" name="TextBox 30"/>
            <p:cNvSpPr txBox="1"/>
            <p:nvPr/>
          </p:nvSpPr>
          <p:spPr>
            <a:xfrm>
              <a:off x="1935862" y="3463637"/>
              <a:ext cx="1570943" cy="215444"/>
            </a:xfrm>
            <a:prstGeom prst="rect">
              <a:avLst/>
            </a:prstGeom>
            <a:noFill/>
          </p:spPr>
          <p:txBody>
            <a:bodyPr wrap="none" lIns="0" tIns="0" rIns="0" bIns="0" rtlCol="0" anchor="ctr">
              <a:spAutoFit/>
            </a:bodyPr>
            <a:lstStyle/>
            <a:p>
              <a:pPr algn="r"/>
              <a:r>
                <a:rPr lang="en-US" sz="1400" b="1" dirty="0">
                  <a:solidFill>
                    <a:schemeClr val="accent5"/>
                  </a:solidFill>
                </a:rPr>
                <a:t>Creative Solutions</a:t>
              </a:r>
            </a:p>
          </p:txBody>
        </p:sp>
        <p:sp>
          <p:nvSpPr>
            <p:cNvPr id="32" name="TextBox 31"/>
            <p:cNvSpPr txBox="1"/>
            <p:nvPr/>
          </p:nvSpPr>
          <p:spPr>
            <a:xfrm>
              <a:off x="885152" y="3676916"/>
              <a:ext cx="262165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0" name="Group 32"/>
          <p:cNvGrpSpPr/>
          <p:nvPr/>
        </p:nvGrpSpPr>
        <p:grpSpPr>
          <a:xfrm>
            <a:off x="4931209" y="1741724"/>
            <a:ext cx="2649924" cy="511530"/>
            <a:chOff x="5638262" y="1447392"/>
            <a:chExt cx="2649924" cy="511530"/>
          </a:xfrm>
        </p:grpSpPr>
        <p:sp>
          <p:nvSpPr>
            <p:cNvPr id="35" name="TextBox 34"/>
            <p:cNvSpPr txBox="1"/>
            <p:nvPr/>
          </p:nvSpPr>
          <p:spPr>
            <a:xfrm>
              <a:off x="6678771" y="1447392"/>
              <a:ext cx="1609415" cy="215444"/>
            </a:xfrm>
            <a:prstGeom prst="rect">
              <a:avLst/>
            </a:prstGeom>
            <a:noFill/>
          </p:spPr>
          <p:txBody>
            <a:bodyPr wrap="none" lIns="0" tIns="0" rIns="0" bIns="0" rtlCol="0" anchor="ctr">
              <a:spAutoFit/>
            </a:bodyPr>
            <a:lstStyle/>
            <a:p>
              <a:pPr algn="r"/>
              <a:r>
                <a:rPr lang="en-US" sz="1400" b="1" dirty="0">
                  <a:solidFill>
                    <a:schemeClr val="accent2"/>
                  </a:solidFill>
                  <a:latin typeface="+mj-lt"/>
                </a:rPr>
                <a:t>Market Assessment</a:t>
              </a:r>
            </a:p>
          </p:txBody>
        </p:sp>
        <p:sp>
          <p:nvSpPr>
            <p:cNvPr id="38" name="TextBox 37"/>
            <p:cNvSpPr txBox="1"/>
            <p:nvPr/>
          </p:nvSpPr>
          <p:spPr>
            <a:xfrm>
              <a:off x="5638262" y="1651145"/>
              <a:ext cx="264992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1" name="Group 37"/>
          <p:cNvGrpSpPr/>
          <p:nvPr/>
        </p:nvGrpSpPr>
        <p:grpSpPr>
          <a:xfrm>
            <a:off x="4931209" y="4251398"/>
            <a:ext cx="2649924" cy="511531"/>
            <a:chOff x="5638262" y="3454112"/>
            <a:chExt cx="2649924" cy="511531"/>
          </a:xfrm>
        </p:grpSpPr>
        <p:sp>
          <p:nvSpPr>
            <p:cNvPr id="57" name="TextBox 56"/>
            <p:cNvSpPr txBox="1"/>
            <p:nvPr/>
          </p:nvSpPr>
          <p:spPr>
            <a:xfrm>
              <a:off x="6736479" y="3454112"/>
              <a:ext cx="1551707" cy="215444"/>
            </a:xfrm>
            <a:prstGeom prst="rect">
              <a:avLst/>
            </a:prstGeom>
            <a:noFill/>
          </p:spPr>
          <p:txBody>
            <a:bodyPr wrap="none" lIns="0" tIns="0" rIns="0" bIns="0" rtlCol="0" anchor="ctr">
              <a:spAutoFit/>
            </a:bodyPr>
            <a:lstStyle/>
            <a:p>
              <a:pPr algn="r"/>
              <a:r>
                <a:rPr lang="en-US" sz="1400" b="1" dirty="0">
                  <a:solidFill>
                    <a:schemeClr val="accent6"/>
                  </a:solidFill>
                </a:rPr>
                <a:t>Program Management</a:t>
              </a:r>
            </a:p>
          </p:txBody>
        </p:sp>
        <p:sp>
          <p:nvSpPr>
            <p:cNvPr id="58" name="TextBox 57"/>
            <p:cNvSpPr txBox="1"/>
            <p:nvPr/>
          </p:nvSpPr>
          <p:spPr>
            <a:xfrm>
              <a:off x="5638262" y="3657866"/>
              <a:ext cx="264992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2" name="Group 66"/>
          <p:cNvGrpSpPr>
            <a:grpSpLocks noChangeAspect="1"/>
          </p:cNvGrpSpPr>
          <p:nvPr/>
        </p:nvGrpSpPr>
        <p:grpSpPr>
          <a:xfrm>
            <a:off x="7715542" y="1117471"/>
            <a:ext cx="501355" cy="486999"/>
            <a:chOff x="6595471" y="1469840"/>
            <a:chExt cx="723797" cy="703075"/>
          </a:xfrm>
        </p:grpSpPr>
        <p:sp>
          <p:nvSpPr>
            <p:cNvPr id="25" name="Oval 24"/>
            <p:cNvSpPr/>
            <p:nvPr/>
          </p:nvSpPr>
          <p:spPr>
            <a:xfrm>
              <a:off x="6595471" y="1469840"/>
              <a:ext cx="723797" cy="7030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accent1">
                    <a:lumMod val="50000"/>
                  </a:schemeClr>
                </a:solidFill>
                <a:latin typeface="FontAwesome" pitchFamily="2" charset="0"/>
              </a:endParaRPr>
            </a:p>
          </p:txBody>
        </p:sp>
        <p:sp>
          <p:nvSpPr>
            <p:cNvPr id="62" name="Freeform 5"/>
            <p:cNvSpPr>
              <a:spLocks noEditPoints="1"/>
            </p:cNvSpPr>
            <p:nvPr/>
          </p:nvSpPr>
          <p:spPr bwMode="auto">
            <a:xfrm>
              <a:off x="6772184" y="1636192"/>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68"/>
          <p:cNvGrpSpPr>
            <a:grpSpLocks noChangeAspect="1"/>
          </p:cNvGrpSpPr>
          <p:nvPr/>
        </p:nvGrpSpPr>
        <p:grpSpPr>
          <a:xfrm>
            <a:off x="7715539" y="2381488"/>
            <a:ext cx="501361" cy="487004"/>
            <a:chOff x="6595471" y="2476529"/>
            <a:chExt cx="723797" cy="703077"/>
          </a:xfrm>
        </p:grpSpPr>
        <p:sp>
          <p:nvSpPr>
            <p:cNvPr id="29" name="Oval 28"/>
            <p:cNvSpPr/>
            <p:nvPr/>
          </p:nvSpPr>
          <p:spPr>
            <a:xfrm>
              <a:off x="6595471" y="2476529"/>
              <a:ext cx="723797" cy="70307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50000"/>
                  </a:schemeClr>
                </a:solidFill>
              </a:endParaRPr>
            </a:p>
          </p:txBody>
        </p:sp>
        <p:sp>
          <p:nvSpPr>
            <p:cNvPr id="63" name="Freeform 245"/>
            <p:cNvSpPr>
              <a:spLocks/>
            </p:cNvSpPr>
            <p:nvPr/>
          </p:nvSpPr>
          <p:spPr bwMode="auto">
            <a:xfrm>
              <a:off x="6791563" y="2662261"/>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69"/>
          <p:cNvGrpSpPr>
            <a:grpSpLocks noChangeAspect="1"/>
          </p:cNvGrpSpPr>
          <p:nvPr/>
        </p:nvGrpSpPr>
        <p:grpSpPr>
          <a:xfrm>
            <a:off x="7715539" y="3645512"/>
            <a:ext cx="501361" cy="487004"/>
            <a:chOff x="6595471" y="3484651"/>
            <a:chExt cx="723797" cy="703077"/>
          </a:xfrm>
        </p:grpSpPr>
        <p:sp>
          <p:nvSpPr>
            <p:cNvPr id="33" name="Oval 32"/>
            <p:cNvSpPr/>
            <p:nvPr/>
          </p:nvSpPr>
          <p:spPr>
            <a:xfrm>
              <a:off x="6595471" y="3484651"/>
              <a:ext cx="723797" cy="70307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5">
                    <a:lumMod val="50000"/>
                  </a:schemeClr>
                </a:solidFill>
              </a:endParaRPr>
            </a:p>
          </p:txBody>
        </p:sp>
        <p:sp>
          <p:nvSpPr>
            <p:cNvPr id="64" name="Freeform 63"/>
            <p:cNvSpPr>
              <a:spLocks noEditPoints="1"/>
            </p:cNvSpPr>
            <p:nvPr/>
          </p:nvSpPr>
          <p:spPr bwMode="auto">
            <a:xfrm>
              <a:off x="6809049" y="3619502"/>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67"/>
          <p:cNvGrpSpPr>
            <a:grpSpLocks noChangeAspect="1"/>
          </p:cNvGrpSpPr>
          <p:nvPr/>
        </p:nvGrpSpPr>
        <p:grpSpPr>
          <a:xfrm>
            <a:off x="7715539" y="1749476"/>
            <a:ext cx="501361" cy="487004"/>
            <a:chOff x="8049780" y="1468406"/>
            <a:chExt cx="723797" cy="703077"/>
          </a:xfrm>
        </p:grpSpPr>
        <p:sp>
          <p:nvSpPr>
            <p:cNvPr id="39" name="Oval 38"/>
            <p:cNvSpPr/>
            <p:nvPr/>
          </p:nvSpPr>
          <p:spPr>
            <a:xfrm>
              <a:off x="8049780" y="1468406"/>
              <a:ext cx="723797" cy="70307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accent2">
                    <a:lumMod val="50000"/>
                  </a:schemeClr>
                </a:solidFill>
                <a:latin typeface="FontAwesome" pitchFamily="2" charset="0"/>
              </a:endParaRPr>
            </a:p>
          </p:txBody>
        </p:sp>
        <p:sp>
          <p:nvSpPr>
            <p:cNvPr id="65" name="Freeform 217"/>
            <p:cNvSpPr>
              <a:spLocks noEditPoints="1"/>
            </p:cNvSpPr>
            <p:nvPr/>
          </p:nvSpPr>
          <p:spPr bwMode="auto">
            <a:xfrm>
              <a:off x="8222238" y="1677864"/>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71"/>
          <p:cNvGrpSpPr>
            <a:grpSpLocks noChangeAspect="1"/>
          </p:cNvGrpSpPr>
          <p:nvPr/>
        </p:nvGrpSpPr>
        <p:grpSpPr>
          <a:xfrm>
            <a:off x="7715539" y="4277526"/>
            <a:ext cx="501361" cy="487004"/>
            <a:chOff x="8049780" y="3484651"/>
            <a:chExt cx="723797" cy="703078"/>
          </a:xfrm>
        </p:grpSpPr>
        <p:sp>
          <p:nvSpPr>
            <p:cNvPr id="59" name="Oval 58"/>
            <p:cNvSpPr/>
            <p:nvPr/>
          </p:nvSpPr>
          <p:spPr>
            <a:xfrm>
              <a:off x="8049780" y="3484651"/>
              <a:ext cx="723797" cy="70307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6">
                    <a:lumMod val="50000"/>
                  </a:schemeClr>
                </a:solidFill>
              </a:endParaRPr>
            </a:p>
          </p:txBody>
        </p:sp>
        <p:sp>
          <p:nvSpPr>
            <p:cNvPr id="66" name="Freeform 135"/>
            <p:cNvSpPr>
              <a:spLocks noEditPoints="1"/>
            </p:cNvSpPr>
            <p:nvPr/>
          </p:nvSpPr>
          <p:spPr bwMode="auto">
            <a:xfrm>
              <a:off x="8259998" y="3694110"/>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36"/>
          <p:cNvGrpSpPr/>
          <p:nvPr/>
        </p:nvGrpSpPr>
        <p:grpSpPr>
          <a:xfrm>
            <a:off x="4931210" y="2975493"/>
            <a:ext cx="2649923" cy="544139"/>
            <a:chOff x="5638262" y="2422907"/>
            <a:chExt cx="2649923" cy="544139"/>
          </a:xfrm>
        </p:grpSpPr>
        <p:sp>
          <p:nvSpPr>
            <p:cNvPr id="74" name="TextBox 73"/>
            <p:cNvSpPr txBox="1"/>
            <p:nvPr/>
          </p:nvSpPr>
          <p:spPr>
            <a:xfrm>
              <a:off x="6925633" y="2422907"/>
              <a:ext cx="1362552" cy="215444"/>
            </a:xfrm>
            <a:prstGeom prst="rect">
              <a:avLst/>
            </a:prstGeom>
            <a:noFill/>
          </p:spPr>
          <p:txBody>
            <a:bodyPr wrap="none" lIns="0" tIns="0" rIns="0" bIns="0" rtlCol="0" anchor="ctr">
              <a:spAutoFit/>
            </a:bodyPr>
            <a:lstStyle/>
            <a:p>
              <a:pPr algn="r"/>
              <a:r>
                <a:rPr lang="en-US" sz="1400" b="1" dirty="0">
                  <a:solidFill>
                    <a:schemeClr val="accent4"/>
                  </a:solidFill>
                </a:rPr>
                <a:t>Regulatory Support</a:t>
              </a:r>
            </a:p>
          </p:txBody>
        </p:sp>
        <p:sp>
          <p:nvSpPr>
            <p:cNvPr id="75" name="TextBox 74"/>
            <p:cNvSpPr txBox="1"/>
            <p:nvPr/>
          </p:nvSpPr>
          <p:spPr>
            <a:xfrm>
              <a:off x="5638262" y="2659269"/>
              <a:ext cx="2649923"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18" name="Group 75"/>
          <p:cNvGrpSpPr>
            <a:grpSpLocks noChangeAspect="1"/>
          </p:cNvGrpSpPr>
          <p:nvPr/>
        </p:nvGrpSpPr>
        <p:grpSpPr>
          <a:xfrm>
            <a:off x="7715539" y="3013500"/>
            <a:ext cx="501361" cy="487004"/>
            <a:chOff x="8049780" y="2476530"/>
            <a:chExt cx="723797" cy="703077"/>
          </a:xfrm>
        </p:grpSpPr>
        <p:sp>
          <p:nvSpPr>
            <p:cNvPr id="77" name="Oval 76"/>
            <p:cNvSpPr/>
            <p:nvPr/>
          </p:nvSpPr>
          <p:spPr>
            <a:xfrm>
              <a:off x="8049780" y="2476530"/>
              <a:ext cx="723797" cy="70307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4">
                    <a:lumMod val="50000"/>
                  </a:schemeClr>
                </a:solidFill>
                <a:latin typeface="FontAwesome" pitchFamily="2" charset="0"/>
              </a:endParaRPr>
            </a:p>
          </p:txBody>
        </p:sp>
        <p:sp>
          <p:nvSpPr>
            <p:cNvPr id="78" name="Freeform 56"/>
            <p:cNvSpPr>
              <a:spLocks noEditPoints="1"/>
            </p:cNvSpPr>
            <p:nvPr/>
          </p:nvSpPr>
          <p:spPr bwMode="auto">
            <a:xfrm>
              <a:off x="8238857" y="2655247"/>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208"/>
                                        </p:tgtEl>
                                        <p:attrNameLst>
                                          <p:attrName>style.visibility</p:attrName>
                                        </p:attrNameLst>
                                      </p:cBhvr>
                                      <p:to>
                                        <p:strVal val="visible"/>
                                      </p:to>
                                    </p:set>
                                    <p:anim calcmode="lin" valueType="num">
                                      <p:cBhvr>
                                        <p:cTn id="7" dur="500" fill="hold"/>
                                        <p:tgtEl>
                                          <p:spTgt spid="208"/>
                                        </p:tgtEl>
                                        <p:attrNameLst>
                                          <p:attrName>ppt_w</p:attrName>
                                        </p:attrNameLst>
                                      </p:cBhvr>
                                      <p:tavLst>
                                        <p:tav tm="0">
                                          <p:val>
                                            <p:fltVal val="0"/>
                                          </p:val>
                                        </p:tav>
                                        <p:tav tm="100000">
                                          <p:val>
                                            <p:strVal val="#ppt_w"/>
                                          </p:val>
                                        </p:tav>
                                      </p:tavLst>
                                    </p:anim>
                                    <p:anim calcmode="lin" valueType="num">
                                      <p:cBhvr>
                                        <p:cTn id="8" dur="500" fill="hold"/>
                                        <p:tgtEl>
                                          <p:spTgt spid="208"/>
                                        </p:tgtEl>
                                        <p:attrNameLst>
                                          <p:attrName>ppt_h</p:attrName>
                                        </p:attrNameLst>
                                      </p:cBhvr>
                                      <p:tavLst>
                                        <p:tav tm="0">
                                          <p:val>
                                            <p:fltVal val="0"/>
                                          </p:val>
                                        </p:tav>
                                        <p:tav tm="100000">
                                          <p:val>
                                            <p:strVal val="#ppt_h"/>
                                          </p:val>
                                        </p:tav>
                                      </p:tavLst>
                                    </p:anim>
                                    <p:animEffect transition="in" filter="fade">
                                      <p:cBhvr>
                                        <p:cTn id="9" dur="500"/>
                                        <p:tgtEl>
                                          <p:spTgt spid="208"/>
                                        </p:tgtEl>
                                      </p:cBhvr>
                                    </p:animEffect>
                                  </p:childTnLst>
                                </p:cTn>
                              </p:par>
                            </p:childTnLst>
                          </p:cTn>
                        </p:par>
                        <p:par>
                          <p:cTn id="10" fill="hold">
                            <p:stCondLst>
                              <p:cond delay="500"/>
                            </p:stCondLst>
                            <p:childTnLst>
                              <p:par>
                                <p:cTn id="11" presetID="16" presetClass="entr" presetSubtype="42" fill="hold" grpId="0" nodeType="afterEffect">
                                  <p:stCondLst>
                                    <p:cond delay="0"/>
                                  </p:stCondLst>
                                  <p:childTnLst>
                                    <p:set>
                                      <p:cBhvr>
                                        <p:cTn id="12" dur="1" fill="hold">
                                          <p:stCondLst>
                                            <p:cond delay="0"/>
                                          </p:stCondLst>
                                        </p:cTn>
                                        <p:tgtEl>
                                          <p:spTgt spid="215"/>
                                        </p:tgtEl>
                                        <p:attrNameLst>
                                          <p:attrName>style.visibility</p:attrName>
                                        </p:attrNameLst>
                                      </p:cBhvr>
                                      <p:to>
                                        <p:strVal val="visible"/>
                                      </p:to>
                                    </p:set>
                                    <p:animEffect transition="in" filter="barn(outHorizontal)">
                                      <p:cBhvr>
                                        <p:cTn id="13" dur="500"/>
                                        <p:tgtEl>
                                          <p:spTgt spid="215"/>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500" fill="hold"/>
                                        <p:tgtEl>
                                          <p:spTgt spid="5"/>
                                        </p:tgtEl>
                                        <p:attrNameLst>
                                          <p:attrName>ppt_w</p:attrName>
                                        </p:attrNameLst>
                                      </p:cBhvr>
                                      <p:tavLst>
                                        <p:tav tm="0">
                                          <p:val>
                                            <p:fltVal val="0"/>
                                          </p:val>
                                        </p:tav>
                                        <p:tav tm="100000">
                                          <p:val>
                                            <p:strVal val="#ppt_w"/>
                                          </p:val>
                                        </p:tav>
                                      </p:tavLst>
                                    </p:anim>
                                    <p:anim calcmode="lin" valueType="num">
                                      <p:cBhvr>
                                        <p:cTn id="24" dur="500" fill="hold"/>
                                        <p:tgtEl>
                                          <p:spTgt spid="5"/>
                                        </p:tgtEl>
                                        <p:attrNameLst>
                                          <p:attrName>ppt_h</p:attrName>
                                        </p:attrNameLst>
                                      </p:cBhvr>
                                      <p:tavLst>
                                        <p:tav tm="0">
                                          <p:val>
                                            <p:fltVal val="0"/>
                                          </p:val>
                                        </p:tav>
                                        <p:tav tm="100000">
                                          <p:val>
                                            <p:strVal val="#ppt_h"/>
                                          </p:val>
                                        </p:tav>
                                      </p:tavLst>
                                    </p:anim>
                                    <p:animEffect transition="in" filter="fade">
                                      <p:cBhvr>
                                        <p:cTn id="25" dur="500"/>
                                        <p:tgtEl>
                                          <p:spTgt spid="5"/>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p:cTn id="29" dur="500" fill="hold"/>
                                        <p:tgtEl>
                                          <p:spTgt spid="4"/>
                                        </p:tgtEl>
                                        <p:attrNameLst>
                                          <p:attrName>ppt_w</p:attrName>
                                        </p:attrNameLst>
                                      </p:cBhvr>
                                      <p:tavLst>
                                        <p:tav tm="0">
                                          <p:val>
                                            <p:fltVal val="0"/>
                                          </p:val>
                                        </p:tav>
                                        <p:tav tm="100000">
                                          <p:val>
                                            <p:strVal val="#ppt_w"/>
                                          </p:val>
                                        </p:tav>
                                      </p:tavLst>
                                    </p:anim>
                                    <p:anim calcmode="lin" valueType="num">
                                      <p:cBhvr>
                                        <p:cTn id="30" dur="500" fill="hold"/>
                                        <p:tgtEl>
                                          <p:spTgt spid="4"/>
                                        </p:tgtEl>
                                        <p:attrNameLst>
                                          <p:attrName>ppt_h</p:attrName>
                                        </p:attrNameLst>
                                      </p:cBhvr>
                                      <p:tavLst>
                                        <p:tav tm="0">
                                          <p:val>
                                            <p:fltVal val="0"/>
                                          </p:val>
                                        </p:tav>
                                        <p:tav tm="100000">
                                          <p:val>
                                            <p:strVal val="#ppt_h"/>
                                          </p:val>
                                        </p:tav>
                                      </p:tavLst>
                                    </p:anim>
                                    <p:animEffect transition="in" filter="fade">
                                      <p:cBhvr>
                                        <p:cTn id="31" dur="500"/>
                                        <p:tgtEl>
                                          <p:spTgt spid="4"/>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par>
                          <p:cTn id="38" fill="hold">
                            <p:stCondLst>
                              <p:cond delay="3000"/>
                            </p:stCondLst>
                            <p:childTnLst>
                              <p:par>
                                <p:cTn id="39" presetID="53" presetClass="entr" presetSubtype="0" fill="hold" nodeType="after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p:cTn id="41" dur="500" fill="hold"/>
                                        <p:tgtEl>
                                          <p:spTgt spid="3"/>
                                        </p:tgtEl>
                                        <p:attrNameLst>
                                          <p:attrName>ppt_w</p:attrName>
                                        </p:attrNameLst>
                                      </p:cBhvr>
                                      <p:tavLst>
                                        <p:tav tm="0">
                                          <p:val>
                                            <p:fltVal val="0"/>
                                          </p:val>
                                        </p:tav>
                                        <p:tav tm="100000">
                                          <p:val>
                                            <p:strVal val="#ppt_w"/>
                                          </p:val>
                                        </p:tav>
                                      </p:tavLst>
                                    </p:anim>
                                    <p:anim calcmode="lin" valueType="num">
                                      <p:cBhvr>
                                        <p:cTn id="42" dur="500" fill="hold"/>
                                        <p:tgtEl>
                                          <p:spTgt spid="3"/>
                                        </p:tgtEl>
                                        <p:attrNameLst>
                                          <p:attrName>ppt_h</p:attrName>
                                        </p:attrNameLst>
                                      </p:cBhvr>
                                      <p:tavLst>
                                        <p:tav tm="0">
                                          <p:val>
                                            <p:fltVal val="0"/>
                                          </p:val>
                                        </p:tav>
                                        <p:tav tm="100000">
                                          <p:val>
                                            <p:strVal val="#ppt_h"/>
                                          </p:val>
                                        </p:tav>
                                      </p:tavLst>
                                    </p:anim>
                                    <p:animEffect transition="in" filter="fade">
                                      <p:cBhvr>
                                        <p:cTn id="43" dur="500"/>
                                        <p:tgtEl>
                                          <p:spTgt spid="3"/>
                                        </p:tgtEl>
                                      </p:cBhvr>
                                    </p:animEffect>
                                  </p:childTnLst>
                                </p:cTn>
                              </p:par>
                            </p:childTnLst>
                          </p:cTn>
                        </p:par>
                        <p:par>
                          <p:cTn id="44" fill="hold">
                            <p:stCondLst>
                              <p:cond delay="3500"/>
                            </p:stCondLst>
                            <p:childTnLst>
                              <p:par>
                                <p:cTn id="45" presetID="53" presetClass="entr" presetSubtype="0"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500" fill="hold"/>
                                        <p:tgtEl>
                                          <p:spTgt spid="12"/>
                                        </p:tgtEl>
                                        <p:attrNameLst>
                                          <p:attrName>ppt_w</p:attrName>
                                        </p:attrNameLst>
                                      </p:cBhvr>
                                      <p:tavLst>
                                        <p:tav tm="0">
                                          <p:val>
                                            <p:fltVal val="0"/>
                                          </p:val>
                                        </p:tav>
                                        <p:tav tm="100000">
                                          <p:val>
                                            <p:strVal val="#ppt_w"/>
                                          </p:val>
                                        </p:tav>
                                      </p:tavLst>
                                    </p:anim>
                                    <p:anim calcmode="lin" valueType="num">
                                      <p:cBhvr>
                                        <p:cTn id="48" dur="500" fill="hold"/>
                                        <p:tgtEl>
                                          <p:spTgt spid="12"/>
                                        </p:tgtEl>
                                        <p:attrNameLst>
                                          <p:attrName>ppt_h</p:attrName>
                                        </p:attrNameLst>
                                      </p:cBhvr>
                                      <p:tavLst>
                                        <p:tav tm="0">
                                          <p:val>
                                            <p:fltVal val="0"/>
                                          </p:val>
                                        </p:tav>
                                        <p:tav tm="100000">
                                          <p:val>
                                            <p:strVal val="#ppt_h"/>
                                          </p:val>
                                        </p:tav>
                                      </p:tavLst>
                                    </p:anim>
                                    <p:animEffect transition="in" filter="fade">
                                      <p:cBhvr>
                                        <p:cTn id="49" dur="500"/>
                                        <p:tgtEl>
                                          <p:spTgt spid="12"/>
                                        </p:tgtEl>
                                      </p:cBhvr>
                                    </p:animEffect>
                                  </p:childTnLst>
                                </p:cTn>
                              </p:par>
                            </p:childTnLst>
                          </p:cTn>
                        </p:par>
                        <p:par>
                          <p:cTn id="50" fill="hold">
                            <p:stCondLst>
                              <p:cond delay="4000"/>
                            </p:stCondLst>
                            <p:childTnLst>
                              <p:par>
                                <p:cTn id="51" presetID="22" presetClass="entr" presetSubtype="2" fill="hold" nodeType="after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wipe(right)">
                                      <p:cBhvr>
                                        <p:cTn id="53" dur="500"/>
                                        <p:tgtEl>
                                          <p:spTgt spid="7"/>
                                        </p:tgtEl>
                                      </p:cBhvr>
                                    </p:animEffect>
                                  </p:childTnLst>
                                </p:cTn>
                              </p:par>
                            </p:childTnLst>
                          </p:cTn>
                        </p:par>
                        <p:par>
                          <p:cTn id="54" fill="hold">
                            <p:stCondLst>
                              <p:cond delay="4500"/>
                            </p:stCondLst>
                            <p:childTnLst>
                              <p:par>
                                <p:cTn id="55" presetID="53" presetClass="entr" presetSubtype="0" fill="hold"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p:cTn id="57" dur="500" fill="hold"/>
                                        <p:tgtEl>
                                          <p:spTgt spid="15"/>
                                        </p:tgtEl>
                                        <p:attrNameLst>
                                          <p:attrName>ppt_w</p:attrName>
                                        </p:attrNameLst>
                                      </p:cBhvr>
                                      <p:tavLst>
                                        <p:tav tm="0">
                                          <p:val>
                                            <p:fltVal val="0"/>
                                          </p:val>
                                        </p:tav>
                                        <p:tav tm="100000">
                                          <p:val>
                                            <p:strVal val="#ppt_w"/>
                                          </p:val>
                                        </p:tav>
                                      </p:tavLst>
                                    </p:anim>
                                    <p:anim calcmode="lin" valueType="num">
                                      <p:cBhvr>
                                        <p:cTn id="58" dur="500" fill="hold"/>
                                        <p:tgtEl>
                                          <p:spTgt spid="15"/>
                                        </p:tgtEl>
                                        <p:attrNameLst>
                                          <p:attrName>ppt_h</p:attrName>
                                        </p:attrNameLst>
                                      </p:cBhvr>
                                      <p:tavLst>
                                        <p:tav tm="0">
                                          <p:val>
                                            <p:fltVal val="0"/>
                                          </p:val>
                                        </p:tav>
                                        <p:tav tm="100000">
                                          <p:val>
                                            <p:strVal val="#ppt_h"/>
                                          </p:val>
                                        </p:tav>
                                      </p:tavLst>
                                    </p:anim>
                                    <p:animEffect transition="in" filter="fade">
                                      <p:cBhvr>
                                        <p:cTn id="59" dur="500"/>
                                        <p:tgtEl>
                                          <p:spTgt spid="15"/>
                                        </p:tgtEl>
                                      </p:cBhvr>
                                    </p:animEffect>
                                  </p:childTnLst>
                                </p:cTn>
                              </p:par>
                            </p:childTnLst>
                          </p:cTn>
                        </p:par>
                        <p:par>
                          <p:cTn id="60" fill="hold">
                            <p:stCondLst>
                              <p:cond delay="5000"/>
                            </p:stCondLst>
                            <p:childTnLst>
                              <p:par>
                                <p:cTn id="61" presetID="22" presetClass="entr" presetSubtype="2" fill="hold" nodeType="after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right)">
                                      <p:cBhvr>
                                        <p:cTn id="63" dur="500"/>
                                        <p:tgtEl>
                                          <p:spTgt spid="10"/>
                                        </p:tgtEl>
                                      </p:cBhvr>
                                    </p:animEffect>
                                  </p:childTnLst>
                                </p:cTn>
                              </p:par>
                            </p:childTnLst>
                          </p:cTn>
                        </p:par>
                        <p:par>
                          <p:cTn id="64" fill="hold">
                            <p:stCondLst>
                              <p:cond delay="5500"/>
                            </p:stCondLst>
                            <p:childTnLst>
                              <p:par>
                                <p:cTn id="65" presetID="53" presetClass="entr" presetSubtype="0" fill="hold" nodeType="after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p:cTn id="67" dur="500" fill="hold"/>
                                        <p:tgtEl>
                                          <p:spTgt spid="13"/>
                                        </p:tgtEl>
                                        <p:attrNameLst>
                                          <p:attrName>ppt_w</p:attrName>
                                        </p:attrNameLst>
                                      </p:cBhvr>
                                      <p:tavLst>
                                        <p:tav tm="0">
                                          <p:val>
                                            <p:fltVal val="0"/>
                                          </p:val>
                                        </p:tav>
                                        <p:tav tm="100000">
                                          <p:val>
                                            <p:strVal val="#ppt_w"/>
                                          </p:val>
                                        </p:tav>
                                      </p:tavLst>
                                    </p:anim>
                                    <p:anim calcmode="lin" valueType="num">
                                      <p:cBhvr>
                                        <p:cTn id="68" dur="500" fill="hold"/>
                                        <p:tgtEl>
                                          <p:spTgt spid="13"/>
                                        </p:tgtEl>
                                        <p:attrNameLst>
                                          <p:attrName>ppt_h</p:attrName>
                                        </p:attrNameLst>
                                      </p:cBhvr>
                                      <p:tavLst>
                                        <p:tav tm="0">
                                          <p:val>
                                            <p:fltVal val="0"/>
                                          </p:val>
                                        </p:tav>
                                        <p:tav tm="100000">
                                          <p:val>
                                            <p:strVal val="#ppt_h"/>
                                          </p:val>
                                        </p:tav>
                                      </p:tavLst>
                                    </p:anim>
                                    <p:animEffect transition="in" filter="fade">
                                      <p:cBhvr>
                                        <p:cTn id="69" dur="500"/>
                                        <p:tgtEl>
                                          <p:spTgt spid="13"/>
                                        </p:tgtEl>
                                      </p:cBhvr>
                                    </p:animEffect>
                                  </p:childTnLst>
                                </p:cTn>
                              </p:par>
                            </p:childTnLst>
                          </p:cTn>
                        </p:par>
                        <p:par>
                          <p:cTn id="70" fill="hold">
                            <p:stCondLst>
                              <p:cond delay="6000"/>
                            </p:stCondLst>
                            <p:childTnLst>
                              <p:par>
                                <p:cTn id="71" presetID="22" presetClass="entr" presetSubtype="2" fill="hold" nodeType="afterEffect">
                                  <p:stCondLst>
                                    <p:cond delay="0"/>
                                  </p:stCondLst>
                                  <p:childTnLst>
                                    <p:set>
                                      <p:cBhvr>
                                        <p:cTn id="72" dur="1" fill="hold">
                                          <p:stCondLst>
                                            <p:cond delay="0"/>
                                          </p:stCondLst>
                                        </p:cTn>
                                        <p:tgtEl>
                                          <p:spTgt spid="8"/>
                                        </p:tgtEl>
                                        <p:attrNameLst>
                                          <p:attrName>style.visibility</p:attrName>
                                        </p:attrNameLst>
                                      </p:cBhvr>
                                      <p:to>
                                        <p:strVal val="visible"/>
                                      </p:to>
                                    </p:set>
                                    <p:animEffect transition="in" filter="wipe(right)">
                                      <p:cBhvr>
                                        <p:cTn id="73" dur="500"/>
                                        <p:tgtEl>
                                          <p:spTgt spid="8"/>
                                        </p:tgtEl>
                                      </p:cBhvr>
                                    </p:animEffect>
                                  </p:childTnLst>
                                </p:cTn>
                              </p:par>
                            </p:childTnLst>
                          </p:cTn>
                        </p:par>
                        <p:par>
                          <p:cTn id="74" fill="hold">
                            <p:stCondLst>
                              <p:cond delay="6500"/>
                            </p:stCondLst>
                            <p:childTnLst>
                              <p:par>
                                <p:cTn id="75" presetID="53" presetClass="entr" presetSubtype="0" fill="hold" nodeType="after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p:cTn id="77" dur="500" fill="hold"/>
                                        <p:tgtEl>
                                          <p:spTgt spid="18"/>
                                        </p:tgtEl>
                                        <p:attrNameLst>
                                          <p:attrName>ppt_w</p:attrName>
                                        </p:attrNameLst>
                                      </p:cBhvr>
                                      <p:tavLst>
                                        <p:tav tm="0">
                                          <p:val>
                                            <p:fltVal val="0"/>
                                          </p:val>
                                        </p:tav>
                                        <p:tav tm="100000">
                                          <p:val>
                                            <p:strVal val="#ppt_w"/>
                                          </p:val>
                                        </p:tav>
                                      </p:tavLst>
                                    </p:anim>
                                    <p:anim calcmode="lin" valueType="num">
                                      <p:cBhvr>
                                        <p:cTn id="78" dur="500" fill="hold"/>
                                        <p:tgtEl>
                                          <p:spTgt spid="18"/>
                                        </p:tgtEl>
                                        <p:attrNameLst>
                                          <p:attrName>ppt_h</p:attrName>
                                        </p:attrNameLst>
                                      </p:cBhvr>
                                      <p:tavLst>
                                        <p:tav tm="0">
                                          <p:val>
                                            <p:fltVal val="0"/>
                                          </p:val>
                                        </p:tav>
                                        <p:tav tm="100000">
                                          <p:val>
                                            <p:strVal val="#ppt_h"/>
                                          </p:val>
                                        </p:tav>
                                      </p:tavLst>
                                    </p:anim>
                                    <p:animEffect transition="in" filter="fade">
                                      <p:cBhvr>
                                        <p:cTn id="79" dur="500"/>
                                        <p:tgtEl>
                                          <p:spTgt spid="18"/>
                                        </p:tgtEl>
                                      </p:cBhvr>
                                    </p:animEffect>
                                  </p:childTnLst>
                                </p:cTn>
                              </p:par>
                            </p:childTnLst>
                          </p:cTn>
                        </p:par>
                        <p:par>
                          <p:cTn id="80" fill="hold">
                            <p:stCondLst>
                              <p:cond delay="7000"/>
                            </p:stCondLst>
                            <p:childTnLst>
                              <p:par>
                                <p:cTn id="81" presetID="22" presetClass="entr" presetSubtype="2" fill="hold" nodeType="afterEffect">
                                  <p:stCondLst>
                                    <p:cond delay="0"/>
                                  </p:stCondLst>
                                  <p:childTnLst>
                                    <p:set>
                                      <p:cBhvr>
                                        <p:cTn id="82" dur="1" fill="hold">
                                          <p:stCondLst>
                                            <p:cond delay="0"/>
                                          </p:stCondLst>
                                        </p:cTn>
                                        <p:tgtEl>
                                          <p:spTgt spid="17"/>
                                        </p:tgtEl>
                                        <p:attrNameLst>
                                          <p:attrName>style.visibility</p:attrName>
                                        </p:attrNameLst>
                                      </p:cBhvr>
                                      <p:to>
                                        <p:strVal val="visible"/>
                                      </p:to>
                                    </p:set>
                                    <p:animEffect transition="in" filter="wipe(right)">
                                      <p:cBhvr>
                                        <p:cTn id="83" dur="500"/>
                                        <p:tgtEl>
                                          <p:spTgt spid="17"/>
                                        </p:tgtEl>
                                      </p:cBhvr>
                                    </p:animEffect>
                                  </p:childTnLst>
                                </p:cTn>
                              </p:par>
                            </p:childTnLst>
                          </p:cTn>
                        </p:par>
                        <p:par>
                          <p:cTn id="84" fill="hold">
                            <p:stCondLst>
                              <p:cond delay="7500"/>
                            </p:stCondLst>
                            <p:childTnLst>
                              <p:par>
                                <p:cTn id="85" presetID="53" presetClass="entr" presetSubtype="0" fill="hold" nodeType="afterEffect">
                                  <p:stCondLst>
                                    <p:cond delay="0"/>
                                  </p:stCondLst>
                                  <p:childTnLst>
                                    <p:set>
                                      <p:cBhvr>
                                        <p:cTn id="86" dur="1" fill="hold">
                                          <p:stCondLst>
                                            <p:cond delay="0"/>
                                          </p:stCondLst>
                                        </p:cTn>
                                        <p:tgtEl>
                                          <p:spTgt spid="14"/>
                                        </p:tgtEl>
                                        <p:attrNameLst>
                                          <p:attrName>style.visibility</p:attrName>
                                        </p:attrNameLst>
                                      </p:cBhvr>
                                      <p:to>
                                        <p:strVal val="visible"/>
                                      </p:to>
                                    </p:set>
                                    <p:anim calcmode="lin" valueType="num">
                                      <p:cBhvr>
                                        <p:cTn id="87" dur="500" fill="hold"/>
                                        <p:tgtEl>
                                          <p:spTgt spid="14"/>
                                        </p:tgtEl>
                                        <p:attrNameLst>
                                          <p:attrName>ppt_w</p:attrName>
                                        </p:attrNameLst>
                                      </p:cBhvr>
                                      <p:tavLst>
                                        <p:tav tm="0">
                                          <p:val>
                                            <p:fltVal val="0"/>
                                          </p:val>
                                        </p:tav>
                                        <p:tav tm="100000">
                                          <p:val>
                                            <p:strVal val="#ppt_w"/>
                                          </p:val>
                                        </p:tav>
                                      </p:tavLst>
                                    </p:anim>
                                    <p:anim calcmode="lin" valueType="num">
                                      <p:cBhvr>
                                        <p:cTn id="88" dur="500" fill="hold"/>
                                        <p:tgtEl>
                                          <p:spTgt spid="14"/>
                                        </p:tgtEl>
                                        <p:attrNameLst>
                                          <p:attrName>ppt_h</p:attrName>
                                        </p:attrNameLst>
                                      </p:cBhvr>
                                      <p:tavLst>
                                        <p:tav tm="0">
                                          <p:val>
                                            <p:fltVal val="0"/>
                                          </p:val>
                                        </p:tav>
                                        <p:tav tm="100000">
                                          <p:val>
                                            <p:strVal val="#ppt_h"/>
                                          </p:val>
                                        </p:tav>
                                      </p:tavLst>
                                    </p:anim>
                                    <p:animEffect transition="in" filter="fade">
                                      <p:cBhvr>
                                        <p:cTn id="89" dur="500"/>
                                        <p:tgtEl>
                                          <p:spTgt spid="14"/>
                                        </p:tgtEl>
                                      </p:cBhvr>
                                    </p:animEffect>
                                  </p:childTnLst>
                                </p:cTn>
                              </p:par>
                            </p:childTnLst>
                          </p:cTn>
                        </p:par>
                        <p:par>
                          <p:cTn id="90" fill="hold">
                            <p:stCondLst>
                              <p:cond delay="8000"/>
                            </p:stCondLst>
                            <p:childTnLst>
                              <p:par>
                                <p:cTn id="91" presetID="22" presetClass="entr" presetSubtype="2" fill="hold" nodeType="afterEffect">
                                  <p:stCondLst>
                                    <p:cond delay="0"/>
                                  </p:stCondLst>
                                  <p:childTnLst>
                                    <p:set>
                                      <p:cBhvr>
                                        <p:cTn id="92" dur="1" fill="hold">
                                          <p:stCondLst>
                                            <p:cond delay="0"/>
                                          </p:stCondLst>
                                        </p:cTn>
                                        <p:tgtEl>
                                          <p:spTgt spid="9"/>
                                        </p:tgtEl>
                                        <p:attrNameLst>
                                          <p:attrName>style.visibility</p:attrName>
                                        </p:attrNameLst>
                                      </p:cBhvr>
                                      <p:to>
                                        <p:strVal val="visible"/>
                                      </p:to>
                                    </p:set>
                                    <p:animEffect transition="in" filter="wipe(right)">
                                      <p:cBhvr>
                                        <p:cTn id="93" dur="500"/>
                                        <p:tgtEl>
                                          <p:spTgt spid="9"/>
                                        </p:tgtEl>
                                      </p:cBhvr>
                                    </p:animEffect>
                                  </p:childTnLst>
                                </p:cTn>
                              </p:par>
                            </p:childTnLst>
                          </p:cTn>
                        </p:par>
                        <p:par>
                          <p:cTn id="94" fill="hold">
                            <p:stCondLst>
                              <p:cond delay="8500"/>
                            </p:stCondLst>
                            <p:childTnLst>
                              <p:par>
                                <p:cTn id="95" presetID="53" presetClass="entr" presetSubtype="0" fill="hold" nodeType="after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p:cTn id="97" dur="500" fill="hold"/>
                                        <p:tgtEl>
                                          <p:spTgt spid="16"/>
                                        </p:tgtEl>
                                        <p:attrNameLst>
                                          <p:attrName>ppt_w</p:attrName>
                                        </p:attrNameLst>
                                      </p:cBhvr>
                                      <p:tavLst>
                                        <p:tav tm="0">
                                          <p:val>
                                            <p:fltVal val="0"/>
                                          </p:val>
                                        </p:tav>
                                        <p:tav tm="100000">
                                          <p:val>
                                            <p:strVal val="#ppt_w"/>
                                          </p:val>
                                        </p:tav>
                                      </p:tavLst>
                                    </p:anim>
                                    <p:anim calcmode="lin" valueType="num">
                                      <p:cBhvr>
                                        <p:cTn id="98" dur="500" fill="hold"/>
                                        <p:tgtEl>
                                          <p:spTgt spid="16"/>
                                        </p:tgtEl>
                                        <p:attrNameLst>
                                          <p:attrName>ppt_h</p:attrName>
                                        </p:attrNameLst>
                                      </p:cBhvr>
                                      <p:tavLst>
                                        <p:tav tm="0">
                                          <p:val>
                                            <p:fltVal val="0"/>
                                          </p:val>
                                        </p:tav>
                                        <p:tav tm="100000">
                                          <p:val>
                                            <p:strVal val="#ppt_h"/>
                                          </p:val>
                                        </p:tav>
                                      </p:tavLst>
                                    </p:anim>
                                    <p:animEffect transition="in" filter="fade">
                                      <p:cBhvr>
                                        <p:cTn id="99" dur="500"/>
                                        <p:tgtEl>
                                          <p:spTgt spid="16"/>
                                        </p:tgtEl>
                                      </p:cBhvr>
                                    </p:animEffect>
                                  </p:childTnLst>
                                </p:cTn>
                              </p:par>
                            </p:childTnLst>
                          </p:cTn>
                        </p:par>
                        <p:par>
                          <p:cTn id="100" fill="hold">
                            <p:stCondLst>
                              <p:cond delay="9000"/>
                            </p:stCondLst>
                            <p:childTnLst>
                              <p:par>
                                <p:cTn id="101" presetID="22" presetClass="entr" presetSubtype="2" fill="hold" nodeType="afterEffect">
                                  <p:stCondLst>
                                    <p:cond delay="0"/>
                                  </p:stCondLst>
                                  <p:childTnLst>
                                    <p:set>
                                      <p:cBhvr>
                                        <p:cTn id="102" dur="1" fill="hold">
                                          <p:stCondLst>
                                            <p:cond delay="0"/>
                                          </p:stCondLst>
                                        </p:cTn>
                                        <p:tgtEl>
                                          <p:spTgt spid="11"/>
                                        </p:tgtEl>
                                        <p:attrNameLst>
                                          <p:attrName>style.visibility</p:attrName>
                                        </p:attrNameLst>
                                      </p:cBhvr>
                                      <p:to>
                                        <p:strVal val="visible"/>
                                      </p:to>
                                    </p:set>
                                    <p:animEffect transition="in" filter="wipe(right)">
                                      <p:cBhvr>
                                        <p:cTn id="10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08"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921125"/>
            <a:ext cx="3902030" cy="523220"/>
          </a:xfrm>
          <a:prstGeom prst="rect">
            <a:avLst/>
          </a:prstGeom>
          <a:noFill/>
        </p:spPr>
        <p:txBody>
          <a:bodyPr wrap="none" rtlCol="0">
            <a:spAutoFit/>
          </a:bodyPr>
          <a:lstStyle/>
          <a:p>
            <a:r>
              <a:rPr lang="en-US" sz="2800" b="1" cap="all" dirty="0">
                <a:solidFill>
                  <a:schemeClr val="tx1">
                    <a:lumMod val="50000"/>
                    <a:lumOff val="50000"/>
                  </a:schemeClr>
                </a:solidFill>
              </a:rPr>
              <a:t>Security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921125"/>
            <a:ext cx="30067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5" name="Oval 5"/>
          <p:cNvSpPr>
            <a:spLocks noChangeArrowheads="1"/>
          </p:cNvSpPr>
          <p:nvPr/>
        </p:nvSpPr>
        <p:spPr bwMode="auto">
          <a:xfrm>
            <a:off x="3300228" y="1727015"/>
            <a:ext cx="2543546" cy="2543546"/>
          </a:xfrm>
          <a:prstGeom prst="ellipse">
            <a:avLst/>
          </a:pr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59"/>
          <p:cNvGrpSpPr/>
          <p:nvPr/>
        </p:nvGrpSpPr>
        <p:grpSpPr>
          <a:xfrm>
            <a:off x="3580092" y="2285505"/>
            <a:ext cx="1982579" cy="1603648"/>
            <a:chOff x="3580092" y="2285505"/>
            <a:chExt cx="1982579" cy="1603648"/>
          </a:xfrm>
        </p:grpSpPr>
        <p:sp>
          <p:nvSpPr>
            <p:cNvPr id="5126" name="Freeform 6"/>
            <p:cNvSpPr>
              <a:spLocks/>
            </p:cNvSpPr>
            <p:nvPr/>
          </p:nvSpPr>
          <p:spPr bwMode="auto">
            <a:xfrm>
              <a:off x="3700211" y="2344945"/>
              <a:ext cx="1757202" cy="1461239"/>
            </a:xfrm>
            <a:custGeom>
              <a:avLst/>
              <a:gdLst/>
              <a:ahLst/>
              <a:cxnLst>
                <a:cxn ang="0">
                  <a:pos x="1000" y="0"/>
                </a:cxn>
                <a:cxn ang="0">
                  <a:pos x="678" y="0"/>
                </a:cxn>
                <a:cxn ang="0">
                  <a:pos x="678" y="0"/>
                </a:cxn>
                <a:cxn ang="0">
                  <a:pos x="356" y="0"/>
                </a:cxn>
                <a:cxn ang="0">
                  <a:pos x="239" y="95"/>
                </a:cxn>
                <a:cxn ang="0">
                  <a:pos x="678" y="1128"/>
                </a:cxn>
                <a:cxn ang="0">
                  <a:pos x="678" y="1128"/>
                </a:cxn>
                <a:cxn ang="0">
                  <a:pos x="1117" y="95"/>
                </a:cxn>
                <a:cxn ang="0">
                  <a:pos x="1000" y="0"/>
                </a:cxn>
              </a:cxnLst>
              <a:rect l="0" t="0" r="r" b="b"/>
              <a:pathLst>
                <a:path w="1356" h="1128">
                  <a:moveTo>
                    <a:pt x="1000" y="0"/>
                  </a:moveTo>
                  <a:cubicBezTo>
                    <a:pt x="678" y="0"/>
                    <a:pt x="678" y="0"/>
                    <a:pt x="678" y="0"/>
                  </a:cubicBezTo>
                  <a:cubicBezTo>
                    <a:pt x="678" y="0"/>
                    <a:pt x="678" y="0"/>
                    <a:pt x="678" y="0"/>
                  </a:cubicBezTo>
                  <a:cubicBezTo>
                    <a:pt x="356" y="0"/>
                    <a:pt x="356" y="0"/>
                    <a:pt x="356" y="0"/>
                  </a:cubicBezTo>
                  <a:cubicBezTo>
                    <a:pt x="356" y="0"/>
                    <a:pt x="306" y="87"/>
                    <a:pt x="239" y="95"/>
                  </a:cubicBezTo>
                  <a:cubicBezTo>
                    <a:pt x="0" y="923"/>
                    <a:pt x="678" y="1128"/>
                    <a:pt x="678" y="1128"/>
                  </a:cubicBezTo>
                  <a:cubicBezTo>
                    <a:pt x="678" y="1128"/>
                    <a:pt x="678" y="1128"/>
                    <a:pt x="678" y="1128"/>
                  </a:cubicBezTo>
                  <a:cubicBezTo>
                    <a:pt x="678" y="1128"/>
                    <a:pt x="1356" y="923"/>
                    <a:pt x="1117" y="95"/>
                  </a:cubicBezTo>
                  <a:cubicBezTo>
                    <a:pt x="1049" y="87"/>
                    <a:pt x="1000" y="0"/>
                    <a:pt x="1000" y="0"/>
                  </a:cubicBezTo>
                </a:path>
              </a:pathLst>
            </a:custGeom>
            <a:solidFill>
              <a:schemeClr val="tx1">
                <a:lumMod val="25000"/>
                <a:lumOff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8" name="Freeform 8"/>
            <p:cNvSpPr>
              <a:spLocks noEditPoints="1"/>
            </p:cNvSpPr>
            <p:nvPr/>
          </p:nvSpPr>
          <p:spPr bwMode="auto">
            <a:xfrm>
              <a:off x="3580092" y="2285505"/>
              <a:ext cx="1982579" cy="1603648"/>
            </a:xfrm>
            <a:custGeom>
              <a:avLst/>
              <a:gdLst/>
              <a:ahLst/>
              <a:cxnLst>
                <a:cxn ang="0">
                  <a:pos x="1268" y="121"/>
                </a:cxn>
                <a:cxn ang="0">
                  <a:pos x="1262" y="101"/>
                </a:cxn>
                <a:cxn ang="0">
                  <a:pos x="1239" y="98"/>
                </a:cxn>
                <a:cxn ang="0">
                  <a:pos x="1141" y="16"/>
                </a:cxn>
                <a:cxn ang="0">
                  <a:pos x="1131" y="0"/>
                </a:cxn>
                <a:cxn ang="0">
                  <a:pos x="401" y="0"/>
                </a:cxn>
                <a:cxn ang="0">
                  <a:pos x="391" y="16"/>
                </a:cxn>
                <a:cxn ang="0">
                  <a:pos x="293" y="98"/>
                </a:cxn>
                <a:cxn ang="0">
                  <a:pos x="270" y="101"/>
                </a:cxn>
                <a:cxn ang="0">
                  <a:pos x="264" y="121"/>
                </a:cxn>
                <a:cxn ang="0">
                  <a:pos x="756" y="1235"/>
                </a:cxn>
                <a:cxn ang="0">
                  <a:pos x="766" y="1238"/>
                </a:cxn>
                <a:cxn ang="0">
                  <a:pos x="776" y="1235"/>
                </a:cxn>
                <a:cxn ang="0">
                  <a:pos x="1268" y="121"/>
                </a:cxn>
                <a:cxn ang="0">
                  <a:pos x="766" y="1174"/>
                </a:cxn>
                <a:cxn ang="0">
                  <a:pos x="326" y="154"/>
                </a:cxn>
                <a:cxn ang="0">
                  <a:pos x="442" y="60"/>
                </a:cxn>
                <a:cxn ang="0">
                  <a:pos x="1090" y="60"/>
                </a:cxn>
                <a:cxn ang="0">
                  <a:pos x="1207" y="154"/>
                </a:cxn>
                <a:cxn ang="0">
                  <a:pos x="766" y="1174"/>
                </a:cxn>
              </a:cxnLst>
              <a:rect l="0" t="0" r="r" b="b"/>
              <a:pathLst>
                <a:path w="1530" h="1238">
                  <a:moveTo>
                    <a:pt x="1268" y="121"/>
                  </a:moveTo>
                  <a:cubicBezTo>
                    <a:pt x="1262" y="101"/>
                    <a:pt x="1262" y="101"/>
                    <a:pt x="1262" y="101"/>
                  </a:cubicBezTo>
                  <a:cubicBezTo>
                    <a:pt x="1239" y="98"/>
                    <a:pt x="1239" y="98"/>
                    <a:pt x="1239" y="98"/>
                  </a:cubicBezTo>
                  <a:cubicBezTo>
                    <a:pt x="1195" y="93"/>
                    <a:pt x="1153" y="36"/>
                    <a:pt x="1141" y="16"/>
                  </a:cubicBezTo>
                  <a:cubicBezTo>
                    <a:pt x="1131" y="0"/>
                    <a:pt x="1131" y="0"/>
                    <a:pt x="1131" y="0"/>
                  </a:cubicBezTo>
                  <a:cubicBezTo>
                    <a:pt x="401" y="0"/>
                    <a:pt x="401" y="0"/>
                    <a:pt x="401" y="0"/>
                  </a:cubicBezTo>
                  <a:cubicBezTo>
                    <a:pt x="391" y="16"/>
                    <a:pt x="391" y="16"/>
                    <a:pt x="391" y="16"/>
                  </a:cubicBezTo>
                  <a:cubicBezTo>
                    <a:pt x="380" y="36"/>
                    <a:pt x="337" y="93"/>
                    <a:pt x="293" y="98"/>
                  </a:cubicBezTo>
                  <a:cubicBezTo>
                    <a:pt x="270" y="101"/>
                    <a:pt x="270" y="101"/>
                    <a:pt x="270" y="101"/>
                  </a:cubicBezTo>
                  <a:cubicBezTo>
                    <a:pt x="264" y="121"/>
                    <a:pt x="264" y="121"/>
                    <a:pt x="264" y="121"/>
                  </a:cubicBezTo>
                  <a:cubicBezTo>
                    <a:pt x="0" y="1012"/>
                    <a:pt x="749" y="1233"/>
                    <a:pt x="756" y="1235"/>
                  </a:cubicBezTo>
                  <a:cubicBezTo>
                    <a:pt x="766" y="1238"/>
                    <a:pt x="766" y="1238"/>
                    <a:pt x="766" y="1238"/>
                  </a:cubicBezTo>
                  <a:cubicBezTo>
                    <a:pt x="776" y="1235"/>
                    <a:pt x="776" y="1235"/>
                    <a:pt x="776" y="1235"/>
                  </a:cubicBezTo>
                  <a:cubicBezTo>
                    <a:pt x="784" y="1233"/>
                    <a:pt x="1530" y="1005"/>
                    <a:pt x="1268" y="121"/>
                  </a:cubicBezTo>
                  <a:moveTo>
                    <a:pt x="766" y="1174"/>
                  </a:moveTo>
                  <a:cubicBezTo>
                    <a:pt x="676" y="1143"/>
                    <a:pt x="109" y="917"/>
                    <a:pt x="326" y="154"/>
                  </a:cubicBezTo>
                  <a:cubicBezTo>
                    <a:pt x="382" y="137"/>
                    <a:pt x="423" y="87"/>
                    <a:pt x="442" y="60"/>
                  </a:cubicBezTo>
                  <a:cubicBezTo>
                    <a:pt x="1090" y="60"/>
                    <a:pt x="1090" y="60"/>
                    <a:pt x="1090" y="60"/>
                  </a:cubicBezTo>
                  <a:cubicBezTo>
                    <a:pt x="1109" y="87"/>
                    <a:pt x="1150" y="137"/>
                    <a:pt x="1207" y="154"/>
                  </a:cubicBezTo>
                  <a:cubicBezTo>
                    <a:pt x="1423" y="917"/>
                    <a:pt x="856" y="1143"/>
                    <a:pt x="766" y="1174"/>
                  </a:cubicBezTo>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1" name="Arc 40"/>
          <p:cNvSpPr/>
          <p:nvPr/>
        </p:nvSpPr>
        <p:spPr>
          <a:xfrm rot="10800000">
            <a:off x="3017057" y="1446814"/>
            <a:ext cx="3109888" cy="3109886"/>
          </a:xfrm>
          <a:prstGeom prst="arc">
            <a:avLst>
              <a:gd name="adj1" fmla="val 16200000"/>
              <a:gd name="adj2" fmla="val 16185280"/>
            </a:avLst>
          </a:prstGeom>
          <a:ln w="190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Title 6"/>
          <p:cNvSpPr>
            <a:spLocks noGrp="1"/>
          </p:cNvSpPr>
          <p:nvPr>
            <p:ph type="title"/>
          </p:nvPr>
        </p:nvSpPr>
        <p:spPr/>
        <p:txBody>
          <a:bodyPr/>
          <a:lstStyle/>
          <a:p>
            <a:r>
              <a:rPr lang="en-US"/>
              <a:t>Security Infographic</a:t>
            </a:r>
            <a:endParaRPr lang="en-US" dirty="0"/>
          </a:p>
        </p:txBody>
      </p:sp>
      <p:sp>
        <p:nvSpPr>
          <p:cNvPr id="8" name="Text Placeholder 7"/>
          <p:cNvSpPr>
            <a:spLocks noGrp="1"/>
          </p:cNvSpPr>
          <p:nvPr>
            <p:ph type="body" sz="half" idx="2"/>
          </p:nvPr>
        </p:nvSpPr>
        <p:spPr/>
        <p:txBody>
          <a:bodyPr/>
          <a:lstStyle/>
          <a:p>
            <a:r>
              <a:rPr lang="en-US"/>
              <a:t>Security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250</a:t>
            </a:fld>
            <a:endParaRPr lang="en-US" dirty="0"/>
          </a:p>
        </p:txBody>
      </p:sp>
      <p:sp>
        <p:nvSpPr>
          <p:cNvPr id="5127" name="Freeform 7"/>
          <p:cNvSpPr>
            <a:spLocks/>
          </p:cNvSpPr>
          <p:nvPr/>
        </p:nvSpPr>
        <p:spPr bwMode="auto">
          <a:xfrm>
            <a:off x="3773273" y="2414292"/>
            <a:ext cx="1598695" cy="1318830"/>
          </a:xfrm>
          <a:custGeom>
            <a:avLst/>
            <a:gdLst/>
            <a:ahLst/>
            <a:cxnLst>
              <a:cxn ang="0">
                <a:pos x="910" y="0"/>
              </a:cxn>
              <a:cxn ang="0">
                <a:pos x="617" y="0"/>
              </a:cxn>
              <a:cxn ang="0">
                <a:pos x="617" y="0"/>
              </a:cxn>
              <a:cxn ang="0">
                <a:pos x="324" y="0"/>
              </a:cxn>
              <a:cxn ang="0">
                <a:pos x="218" y="85"/>
              </a:cxn>
              <a:cxn ang="0">
                <a:pos x="617" y="1018"/>
              </a:cxn>
              <a:cxn ang="0">
                <a:pos x="617" y="1018"/>
              </a:cxn>
              <a:cxn ang="0">
                <a:pos x="1016" y="85"/>
              </a:cxn>
              <a:cxn ang="0">
                <a:pos x="910" y="0"/>
              </a:cxn>
            </a:cxnLst>
            <a:rect l="0" t="0" r="r" b="b"/>
            <a:pathLst>
              <a:path w="1234" h="1018">
                <a:moveTo>
                  <a:pt x="910" y="0"/>
                </a:moveTo>
                <a:cubicBezTo>
                  <a:pt x="617" y="0"/>
                  <a:pt x="617" y="0"/>
                  <a:pt x="617" y="0"/>
                </a:cubicBezTo>
                <a:cubicBezTo>
                  <a:pt x="617" y="0"/>
                  <a:pt x="617" y="0"/>
                  <a:pt x="617" y="0"/>
                </a:cubicBezTo>
                <a:cubicBezTo>
                  <a:pt x="324" y="0"/>
                  <a:pt x="324" y="0"/>
                  <a:pt x="324" y="0"/>
                </a:cubicBezTo>
                <a:cubicBezTo>
                  <a:pt x="324" y="0"/>
                  <a:pt x="279" y="78"/>
                  <a:pt x="218" y="85"/>
                </a:cubicBezTo>
                <a:cubicBezTo>
                  <a:pt x="0" y="833"/>
                  <a:pt x="617" y="1018"/>
                  <a:pt x="617" y="1018"/>
                </a:cubicBezTo>
                <a:cubicBezTo>
                  <a:pt x="617" y="1018"/>
                  <a:pt x="617" y="1018"/>
                  <a:pt x="617" y="1018"/>
                </a:cubicBezTo>
                <a:cubicBezTo>
                  <a:pt x="617" y="1018"/>
                  <a:pt x="1234" y="833"/>
                  <a:pt x="1016" y="85"/>
                </a:cubicBezTo>
                <a:cubicBezTo>
                  <a:pt x="955" y="78"/>
                  <a:pt x="910" y="0"/>
                  <a:pt x="910" y="0"/>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9" name="Freeform 9"/>
          <p:cNvSpPr>
            <a:spLocks noEditPoints="1"/>
          </p:cNvSpPr>
          <p:nvPr/>
        </p:nvSpPr>
        <p:spPr bwMode="auto">
          <a:xfrm>
            <a:off x="4300805" y="2663198"/>
            <a:ext cx="554775" cy="619169"/>
          </a:xfrm>
          <a:custGeom>
            <a:avLst/>
            <a:gdLst/>
            <a:ahLst/>
            <a:cxnLst>
              <a:cxn ang="0">
                <a:pos x="374" y="158"/>
              </a:cxn>
              <a:cxn ang="0">
                <a:pos x="352" y="158"/>
              </a:cxn>
              <a:cxn ang="0">
                <a:pos x="209" y="0"/>
              </a:cxn>
              <a:cxn ang="0">
                <a:pos x="67" y="158"/>
              </a:cxn>
              <a:cxn ang="0">
                <a:pos x="44" y="158"/>
              </a:cxn>
              <a:cxn ang="0">
                <a:pos x="0" y="203"/>
              </a:cxn>
              <a:cxn ang="0">
                <a:pos x="0" y="414"/>
              </a:cxn>
              <a:cxn ang="0">
                <a:pos x="44" y="478"/>
              </a:cxn>
              <a:cxn ang="0">
                <a:pos x="374" y="478"/>
              </a:cxn>
              <a:cxn ang="0">
                <a:pos x="428" y="414"/>
              </a:cxn>
              <a:cxn ang="0">
                <a:pos x="428" y="203"/>
              </a:cxn>
              <a:cxn ang="0">
                <a:pos x="374" y="158"/>
              </a:cxn>
              <a:cxn ang="0">
                <a:pos x="247" y="414"/>
              </a:cxn>
              <a:cxn ang="0">
                <a:pos x="172" y="414"/>
              </a:cxn>
              <a:cxn ang="0">
                <a:pos x="186" y="309"/>
              </a:cxn>
              <a:cxn ang="0">
                <a:pos x="161" y="265"/>
              </a:cxn>
              <a:cxn ang="0">
                <a:pos x="210" y="216"/>
              </a:cxn>
              <a:cxn ang="0">
                <a:pos x="258" y="264"/>
              </a:cxn>
              <a:cxn ang="0">
                <a:pos x="232" y="310"/>
              </a:cxn>
              <a:cxn ang="0">
                <a:pos x="247" y="414"/>
              </a:cxn>
              <a:cxn ang="0">
                <a:pos x="112" y="158"/>
              </a:cxn>
              <a:cxn ang="0">
                <a:pos x="209" y="45"/>
              </a:cxn>
              <a:cxn ang="0">
                <a:pos x="307" y="158"/>
              </a:cxn>
              <a:cxn ang="0">
                <a:pos x="112" y="158"/>
              </a:cxn>
            </a:cxnLst>
            <a:rect l="0" t="0" r="r" b="b"/>
            <a:pathLst>
              <a:path w="428" h="478">
                <a:moveTo>
                  <a:pt x="374" y="158"/>
                </a:moveTo>
                <a:cubicBezTo>
                  <a:pt x="352" y="158"/>
                  <a:pt x="352" y="158"/>
                  <a:pt x="352" y="158"/>
                </a:cubicBezTo>
                <a:cubicBezTo>
                  <a:pt x="352" y="58"/>
                  <a:pt x="292" y="0"/>
                  <a:pt x="209" y="0"/>
                </a:cubicBezTo>
                <a:cubicBezTo>
                  <a:pt x="127" y="0"/>
                  <a:pt x="67" y="58"/>
                  <a:pt x="67" y="158"/>
                </a:cubicBezTo>
                <a:cubicBezTo>
                  <a:pt x="44" y="158"/>
                  <a:pt x="44" y="158"/>
                  <a:pt x="44" y="158"/>
                </a:cubicBezTo>
                <a:cubicBezTo>
                  <a:pt x="11" y="158"/>
                  <a:pt x="0" y="170"/>
                  <a:pt x="0" y="203"/>
                </a:cubicBezTo>
                <a:cubicBezTo>
                  <a:pt x="0" y="414"/>
                  <a:pt x="0" y="414"/>
                  <a:pt x="0" y="414"/>
                </a:cubicBezTo>
                <a:cubicBezTo>
                  <a:pt x="0" y="447"/>
                  <a:pt x="11" y="478"/>
                  <a:pt x="44" y="478"/>
                </a:cubicBezTo>
                <a:cubicBezTo>
                  <a:pt x="374" y="478"/>
                  <a:pt x="374" y="478"/>
                  <a:pt x="374" y="478"/>
                </a:cubicBezTo>
                <a:cubicBezTo>
                  <a:pt x="407" y="478"/>
                  <a:pt x="428" y="447"/>
                  <a:pt x="428" y="414"/>
                </a:cubicBezTo>
                <a:cubicBezTo>
                  <a:pt x="428" y="203"/>
                  <a:pt x="428" y="203"/>
                  <a:pt x="428" y="203"/>
                </a:cubicBezTo>
                <a:cubicBezTo>
                  <a:pt x="428" y="170"/>
                  <a:pt x="407" y="158"/>
                  <a:pt x="374" y="158"/>
                </a:cubicBezTo>
                <a:moveTo>
                  <a:pt x="247" y="414"/>
                </a:moveTo>
                <a:cubicBezTo>
                  <a:pt x="172" y="414"/>
                  <a:pt x="172" y="414"/>
                  <a:pt x="172" y="414"/>
                </a:cubicBezTo>
                <a:cubicBezTo>
                  <a:pt x="186" y="309"/>
                  <a:pt x="186" y="309"/>
                  <a:pt x="186" y="309"/>
                </a:cubicBezTo>
                <a:cubicBezTo>
                  <a:pt x="171" y="301"/>
                  <a:pt x="161" y="283"/>
                  <a:pt x="161" y="265"/>
                </a:cubicBezTo>
                <a:cubicBezTo>
                  <a:pt x="161" y="238"/>
                  <a:pt x="183" y="216"/>
                  <a:pt x="210" y="216"/>
                </a:cubicBezTo>
                <a:cubicBezTo>
                  <a:pt x="236" y="216"/>
                  <a:pt x="258" y="237"/>
                  <a:pt x="258" y="264"/>
                </a:cubicBezTo>
                <a:cubicBezTo>
                  <a:pt x="258" y="282"/>
                  <a:pt x="248" y="302"/>
                  <a:pt x="232" y="310"/>
                </a:cubicBezTo>
                <a:lnTo>
                  <a:pt x="247" y="414"/>
                </a:lnTo>
                <a:close/>
                <a:moveTo>
                  <a:pt x="112" y="158"/>
                </a:moveTo>
                <a:cubicBezTo>
                  <a:pt x="112" y="66"/>
                  <a:pt x="161" y="45"/>
                  <a:pt x="209" y="45"/>
                </a:cubicBezTo>
                <a:cubicBezTo>
                  <a:pt x="258" y="45"/>
                  <a:pt x="307" y="66"/>
                  <a:pt x="307" y="158"/>
                </a:cubicBezTo>
                <a:lnTo>
                  <a:pt x="112" y="15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71"/>
          <p:cNvGrpSpPr/>
          <p:nvPr/>
        </p:nvGrpSpPr>
        <p:grpSpPr>
          <a:xfrm>
            <a:off x="4160694" y="1114425"/>
            <a:ext cx="822613" cy="822613"/>
            <a:chOff x="4160694" y="1208495"/>
            <a:chExt cx="822613" cy="822613"/>
          </a:xfrm>
        </p:grpSpPr>
        <p:sp>
          <p:nvSpPr>
            <p:cNvPr id="23" name="Freeform 22"/>
            <p:cNvSpPr/>
            <p:nvPr/>
          </p:nvSpPr>
          <p:spPr>
            <a:xfrm>
              <a:off x="4160694" y="1208495"/>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2"/>
            </a:solidFill>
            <a:ln w="19050">
              <a:solidFill>
                <a:schemeClr val="accent2">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24" name="Freeform 62"/>
            <p:cNvSpPr>
              <a:spLocks noEditPoints="1"/>
            </p:cNvSpPr>
            <p:nvPr/>
          </p:nvSpPr>
          <p:spPr bwMode="auto">
            <a:xfrm>
              <a:off x="4406792" y="1453272"/>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72"/>
          <p:cNvGrpSpPr/>
          <p:nvPr/>
        </p:nvGrpSpPr>
        <p:grpSpPr>
          <a:xfrm>
            <a:off x="2758787" y="1786331"/>
            <a:ext cx="822613" cy="822613"/>
            <a:chOff x="2728576" y="1786331"/>
            <a:chExt cx="822613" cy="822613"/>
          </a:xfrm>
        </p:grpSpPr>
        <p:sp>
          <p:nvSpPr>
            <p:cNvPr id="26" name="Freeform 25"/>
            <p:cNvSpPr/>
            <p:nvPr/>
          </p:nvSpPr>
          <p:spPr>
            <a:xfrm>
              <a:off x="2728576" y="1786331"/>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1"/>
            </a:solidFill>
            <a:ln w="19050">
              <a:solidFill>
                <a:schemeClr val="accent1">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4000" kern="1200" dirty="0"/>
            </a:p>
          </p:txBody>
        </p:sp>
        <p:sp>
          <p:nvSpPr>
            <p:cNvPr id="27" name="Freeform 66"/>
            <p:cNvSpPr>
              <a:spLocks noEditPoints="1"/>
            </p:cNvSpPr>
            <p:nvPr/>
          </p:nvSpPr>
          <p:spPr bwMode="auto">
            <a:xfrm>
              <a:off x="2932219" y="2033861"/>
              <a:ext cx="422299" cy="32755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73"/>
          <p:cNvGrpSpPr/>
          <p:nvPr/>
        </p:nvGrpSpPr>
        <p:grpSpPr>
          <a:xfrm>
            <a:off x="2758787" y="3447948"/>
            <a:ext cx="822613" cy="822613"/>
            <a:chOff x="2728576" y="3447948"/>
            <a:chExt cx="822613" cy="822613"/>
          </a:xfrm>
        </p:grpSpPr>
        <p:sp>
          <p:nvSpPr>
            <p:cNvPr id="29" name="Freeform 28"/>
            <p:cNvSpPr/>
            <p:nvPr/>
          </p:nvSpPr>
          <p:spPr>
            <a:xfrm>
              <a:off x="2728576" y="3447948"/>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6"/>
            </a:solidFill>
            <a:ln w="19050">
              <a:solidFill>
                <a:schemeClr val="accent6">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kern="1200" dirty="0">
                <a:solidFill>
                  <a:schemeClr val="bg1"/>
                </a:solidFill>
              </a:endParaRPr>
            </a:p>
          </p:txBody>
        </p:sp>
        <p:sp>
          <p:nvSpPr>
            <p:cNvPr id="31" name="Freeform 6"/>
            <p:cNvSpPr>
              <a:spLocks noEditPoints="1"/>
            </p:cNvSpPr>
            <p:nvPr/>
          </p:nvSpPr>
          <p:spPr bwMode="auto">
            <a:xfrm>
              <a:off x="2957111" y="3716216"/>
              <a:ext cx="365543" cy="286077"/>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77"/>
          <p:cNvGrpSpPr/>
          <p:nvPr/>
        </p:nvGrpSpPr>
        <p:grpSpPr>
          <a:xfrm>
            <a:off x="5573678" y="1786331"/>
            <a:ext cx="822613" cy="822613"/>
            <a:chOff x="5573678" y="1786331"/>
            <a:chExt cx="822613" cy="822613"/>
          </a:xfrm>
        </p:grpSpPr>
        <p:sp>
          <p:nvSpPr>
            <p:cNvPr id="33" name="Freeform 32"/>
            <p:cNvSpPr/>
            <p:nvPr/>
          </p:nvSpPr>
          <p:spPr>
            <a:xfrm>
              <a:off x="5573678" y="1786331"/>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3"/>
            </a:solidFill>
            <a:ln w="19050">
              <a:solidFill>
                <a:schemeClr val="accent3">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34" name="Freeform 57"/>
            <p:cNvSpPr>
              <a:spLocks noEditPoints="1"/>
            </p:cNvSpPr>
            <p:nvPr/>
          </p:nvSpPr>
          <p:spPr bwMode="auto">
            <a:xfrm>
              <a:off x="5843023" y="2071785"/>
              <a:ext cx="283922" cy="25170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76"/>
          <p:cNvGrpSpPr/>
          <p:nvPr/>
        </p:nvGrpSpPr>
        <p:grpSpPr>
          <a:xfrm>
            <a:off x="5573678" y="3447948"/>
            <a:ext cx="822613" cy="822613"/>
            <a:chOff x="5573678" y="3447948"/>
            <a:chExt cx="822613" cy="822613"/>
          </a:xfrm>
        </p:grpSpPr>
        <p:sp>
          <p:nvSpPr>
            <p:cNvPr id="36" name="Freeform 35"/>
            <p:cNvSpPr/>
            <p:nvPr/>
          </p:nvSpPr>
          <p:spPr>
            <a:xfrm>
              <a:off x="5573678" y="3447948"/>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4"/>
            </a:solidFill>
            <a:ln w="19050">
              <a:solidFill>
                <a:schemeClr val="accent4">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p>
          </p:txBody>
        </p:sp>
        <p:sp>
          <p:nvSpPr>
            <p:cNvPr id="37" name="Freeform 131"/>
            <p:cNvSpPr>
              <a:spLocks/>
            </p:cNvSpPr>
            <p:nvPr/>
          </p:nvSpPr>
          <p:spPr bwMode="auto">
            <a:xfrm>
              <a:off x="5824314" y="3688432"/>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75"/>
          <p:cNvGrpSpPr/>
          <p:nvPr/>
        </p:nvGrpSpPr>
        <p:grpSpPr>
          <a:xfrm>
            <a:off x="4160694" y="4063712"/>
            <a:ext cx="822613" cy="822613"/>
            <a:chOff x="4160694" y="3979236"/>
            <a:chExt cx="822613" cy="822613"/>
          </a:xfrm>
        </p:grpSpPr>
        <p:sp>
          <p:nvSpPr>
            <p:cNvPr id="39" name="Freeform 38"/>
            <p:cNvSpPr/>
            <p:nvPr/>
          </p:nvSpPr>
          <p:spPr>
            <a:xfrm>
              <a:off x="4160694" y="3979236"/>
              <a:ext cx="822613" cy="822613"/>
            </a:xfrm>
            <a:custGeom>
              <a:avLst/>
              <a:gdLst>
                <a:gd name="connsiteX0" fmla="*/ 0 w 661361"/>
                <a:gd name="connsiteY0" fmla="*/ 330681 h 661361"/>
                <a:gd name="connsiteX1" fmla="*/ 96855 w 661361"/>
                <a:gd name="connsiteY1" fmla="*/ 96854 h 661361"/>
                <a:gd name="connsiteX2" fmla="*/ 330682 w 661361"/>
                <a:gd name="connsiteY2" fmla="*/ 0 h 661361"/>
                <a:gd name="connsiteX3" fmla="*/ 564509 w 661361"/>
                <a:gd name="connsiteY3" fmla="*/ 96855 h 661361"/>
                <a:gd name="connsiteX4" fmla="*/ 661363 w 661361"/>
                <a:gd name="connsiteY4" fmla="*/ 330682 h 661361"/>
                <a:gd name="connsiteX5" fmla="*/ 564509 w 661361"/>
                <a:gd name="connsiteY5" fmla="*/ 564509 h 661361"/>
                <a:gd name="connsiteX6" fmla="*/ 330682 w 661361"/>
                <a:gd name="connsiteY6" fmla="*/ 661363 h 661361"/>
                <a:gd name="connsiteX7" fmla="*/ 96855 w 661361"/>
                <a:gd name="connsiteY7" fmla="*/ 564509 h 661361"/>
                <a:gd name="connsiteX8" fmla="*/ 1 w 661361"/>
                <a:gd name="connsiteY8" fmla="*/ 330682 h 661361"/>
                <a:gd name="connsiteX9" fmla="*/ 0 w 661361"/>
                <a:gd name="connsiteY9" fmla="*/ 330681 h 6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1361" h="661361">
                  <a:moveTo>
                    <a:pt x="0" y="330681"/>
                  </a:moveTo>
                  <a:cubicBezTo>
                    <a:pt x="0" y="242979"/>
                    <a:pt x="34840" y="158869"/>
                    <a:pt x="96855" y="96854"/>
                  </a:cubicBezTo>
                  <a:cubicBezTo>
                    <a:pt x="158870" y="34839"/>
                    <a:pt x="242980" y="0"/>
                    <a:pt x="330682" y="0"/>
                  </a:cubicBezTo>
                  <a:cubicBezTo>
                    <a:pt x="418384" y="0"/>
                    <a:pt x="502494" y="34840"/>
                    <a:pt x="564509" y="96855"/>
                  </a:cubicBezTo>
                  <a:cubicBezTo>
                    <a:pt x="626524" y="158870"/>
                    <a:pt x="661363" y="242980"/>
                    <a:pt x="661363" y="330682"/>
                  </a:cubicBezTo>
                  <a:cubicBezTo>
                    <a:pt x="661363" y="418384"/>
                    <a:pt x="626523" y="502494"/>
                    <a:pt x="564509" y="564509"/>
                  </a:cubicBezTo>
                  <a:cubicBezTo>
                    <a:pt x="502494" y="626524"/>
                    <a:pt x="418384" y="661363"/>
                    <a:pt x="330682" y="661363"/>
                  </a:cubicBezTo>
                  <a:cubicBezTo>
                    <a:pt x="242980" y="661363"/>
                    <a:pt x="158870" y="626523"/>
                    <a:pt x="96855" y="564509"/>
                  </a:cubicBezTo>
                  <a:cubicBezTo>
                    <a:pt x="34840" y="502494"/>
                    <a:pt x="1" y="418384"/>
                    <a:pt x="1" y="330682"/>
                  </a:cubicBezTo>
                  <a:lnTo>
                    <a:pt x="0" y="330681"/>
                  </a:lnTo>
                  <a:close/>
                </a:path>
              </a:pathLst>
            </a:custGeom>
            <a:solidFill>
              <a:schemeClr val="accent5"/>
            </a:solidFill>
            <a:ln w="19050">
              <a:solidFill>
                <a:schemeClr val="accent5">
                  <a:lumMod val="75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6379" tIns="106379" rIns="106379" bIns="106379" numCol="1" spcCol="1270" anchor="ctr" anchorCtr="0">
              <a:noAutofit/>
            </a:bodyPr>
            <a:lstStyle/>
            <a:p>
              <a:pPr lvl="0" algn="ctr" defTabSz="666750">
                <a:lnSpc>
                  <a:spcPct val="90000"/>
                </a:lnSpc>
                <a:spcBef>
                  <a:spcPct val="0"/>
                </a:spcBef>
                <a:spcAft>
                  <a:spcPct val="35000"/>
                </a:spcAft>
              </a:pPr>
              <a:endParaRPr lang="en-US" sz="2400" kern="1200" dirty="0">
                <a:solidFill>
                  <a:schemeClr val="bg1"/>
                </a:solidFill>
              </a:endParaRPr>
            </a:p>
          </p:txBody>
        </p:sp>
        <p:sp>
          <p:nvSpPr>
            <p:cNvPr id="40" name="Freeform 5"/>
            <p:cNvSpPr>
              <a:spLocks noEditPoints="1"/>
            </p:cNvSpPr>
            <p:nvPr/>
          </p:nvSpPr>
          <p:spPr bwMode="auto">
            <a:xfrm>
              <a:off x="4388138" y="4206680"/>
              <a:ext cx="367725" cy="367725"/>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69"/>
          <p:cNvGrpSpPr/>
          <p:nvPr/>
        </p:nvGrpSpPr>
        <p:grpSpPr>
          <a:xfrm>
            <a:off x="6511185" y="1804281"/>
            <a:ext cx="1947726" cy="666108"/>
            <a:chOff x="5603652" y="1679341"/>
            <a:chExt cx="1947726" cy="666108"/>
          </a:xfrm>
        </p:grpSpPr>
        <p:sp>
          <p:nvSpPr>
            <p:cNvPr id="43" name="Text Placeholder 3"/>
            <p:cNvSpPr txBox="1">
              <a:spLocks/>
            </p:cNvSpPr>
            <p:nvPr/>
          </p:nvSpPr>
          <p:spPr>
            <a:xfrm>
              <a:off x="5603652" y="1679341"/>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44"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2" name="Group 72"/>
          <p:cNvGrpSpPr/>
          <p:nvPr/>
        </p:nvGrpSpPr>
        <p:grpSpPr>
          <a:xfrm>
            <a:off x="667497" y="3511851"/>
            <a:ext cx="1947726" cy="668069"/>
            <a:chOff x="5603652" y="1677380"/>
            <a:chExt cx="1947726" cy="668069"/>
          </a:xfrm>
        </p:grpSpPr>
        <p:sp>
          <p:nvSpPr>
            <p:cNvPr id="46" name="Text Placeholder 3"/>
            <p:cNvSpPr txBox="1">
              <a:spLocks/>
            </p:cNvSpPr>
            <p:nvPr/>
          </p:nvSpPr>
          <p:spPr>
            <a:xfrm>
              <a:off x="6894147" y="1677380"/>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n-lt"/>
                  <a:ea typeface="+mn-ea"/>
                  <a:cs typeface="+mn-cs"/>
                </a:rPr>
                <a:t>KEY WORD</a:t>
              </a:r>
            </a:p>
          </p:txBody>
        </p:sp>
        <p:sp>
          <p:nvSpPr>
            <p:cNvPr id="47"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3" name="Group 75"/>
          <p:cNvGrpSpPr/>
          <p:nvPr/>
        </p:nvGrpSpPr>
        <p:grpSpPr>
          <a:xfrm>
            <a:off x="1981200" y="1054677"/>
            <a:ext cx="1947726" cy="483645"/>
            <a:chOff x="5603652" y="1707916"/>
            <a:chExt cx="1947726" cy="483645"/>
          </a:xfrm>
        </p:grpSpPr>
        <p:sp>
          <p:nvSpPr>
            <p:cNvPr id="49" name="Text Placeholder 3"/>
            <p:cNvSpPr txBox="1">
              <a:spLocks/>
            </p:cNvSpPr>
            <p:nvPr/>
          </p:nvSpPr>
          <p:spPr>
            <a:xfrm>
              <a:off x="6707749" y="1707916"/>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50"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grpSp>
        <p:nvGrpSpPr>
          <p:cNvPr id="14" name="Group 72"/>
          <p:cNvGrpSpPr/>
          <p:nvPr/>
        </p:nvGrpSpPr>
        <p:grpSpPr>
          <a:xfrm>
            <a:off x="657225" y="1838877"/>
            <a:ext cx="1947726" cy="632444"/>
            <a:chOff x="5603652" y="1713005"/>
            <a:chExt cx="1947726" cy="632444"/>
          </a:xfrm>
        </p:grpSpPr>
        <p:sp>
          <p:nvSpPr>
            <p:cNvPr id="52" name="Text Placeholder 3"/>
            <p:cNvSpPr txBox="1">
              <a:spLocks/>
            </p:cNvSpPr>
            <p:nvPr/>
          </p:nvSpPr>
          <p:spPr>
            <a:xfrm>
              <a:off x="6707749" y="171300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KEY WORD</a:t>
              </a:r>
            </a:p>
          </p:txBody>
        </p:sp>
        <p:sp>
          <p:nvSpPr>
            <p:cNvPr id="5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5" name="Group 69"/>
          <p:cNvGrpSpPr/>
          <p:nvPr/>
        </p:nvGrpSpPr>
        <p:grpSpPr>
          <a:xfrm>
            <a:off x="6485726" y="3547162"/>
            <a:ext cx="1947726" cy="649993"/>
            <a:chOff x="5603652" y="1695456"/>
            <a:chExt cx="1947726" cy="649993"/>
          </a:xfrm>
        </p:grpSpPr>
        <p:sp>
          <p:nvSpPr>
            <p:cNvPr id="55" name="Text Placeholder 3"/>
            <p:cNvSpPr txBox="1">
              <a:spLocks/>
            </p:cNvSpPr>
            <p:nvPr/>
          </p:nvSpPr>
          <p:spPr>
            <a:xfrm>
              <a:off x="5603652" y="169545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56"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6" name="Group 75"/>
          <p:cNvGrpSpPr/>
          <p:nvPr/>
        </p:nvGrpSpPr>
        <p:grpSpPr>
          <a:xfrm>
            <a:off x="5185257" y="4450305"/>
            <a:ext cx="1947726" cy="483645"/>
            <a:chOff x="5603652" y="1707916"/>
            <a:chExt cx="1947726" cy="483645"/>
          </a:xfrm>
        </p:grpSpPr>
        <p:sp>
          <p:nvSpPr>
            <p:cNvPr id="58" name="Text Placeholder 3"/>
            <p:cNvSpPr txBox="1">
              <a:spLocks/>
            </p:cNvSpPr>
            <p:nvPr/>
          </p:nvSpPr>
          <p:spPr>
            <a:xfrm>
              <a:off x="5603652" y="1707916"/>
              <a:ext cx="657231"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n-lt"/>
                  <a:ea typeface="+mn-ea"/>
                  <a:cs typeface="+mn-cs"/>
                </a:rPr>
                <a:t>KEY WORD</a:t>
              </a:r>
            </a:p>
          </p:txBody>
        </p:sp>
        <p:sp>
          <p:nvSpPr>
            <p:cNvPr id="59" name="Text Placeholder 3"/>
            <p:cNvSpPr txBox="1">
              <a:spLocks/>
            </p:cNvSpPr>
            <p:nvPr/>
          </p:nvSpPr>
          <p:spPr>
            <a:xfrm>
              <a:off x="5603652" y="1883784"/>
              <a:ext cx="194772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125"/>
                                        </p:tgtEl>
                                        <p:attrNameLst>
                                          <p:attrName>style.visibility</p:attrName>
                                        </p:attrNameLst>
                                      </p:cBhvr>
                                      <p:to>
                                        <p:strVal val="visible"/>
                                      </p:to>
                                    </p:set>
                                    <p:anim calcmode="lin" valueType="num">
                                      <p:cBhvr>
                                        <p:cTn id="7" dur="500" fill="hold"/>
                                        <p:tgtEl>
                                          <p:spTgt spid="5125"/>
                                        </p:tgtEl>
                                        <p:attrNameLst>
                                          <p:attrName>ppt_w</p:attrName>
                                        </p:attrNameLst>
                                      </p:cBhvr>
                                      <p:tavLst>
                                        <p:tav tm="0">
                                          <p:val>
                                            <p:fltVal val="0"/>
                                          </p:val>
                                        </p:tav>
                                        <p:tav tm="100000">
                                          <p:val>
                                            <p:strVal val="#ppt_w"/>
                                          </p:val>
                                        </p:tav>
                                      </p:tavLst>
                                    </p:anim>
                                    <p:anim calcmode="lin" valueType="num">
                                      <p:cBhvr>
                                        <p:cTn id="8" dur="500" fill="hold"/>
                                        <p:tgtEl>
                                          <p:spTgt spid="5125"/>
                                        </p:tgtEl>
                                        <p:attrNameLst>
                                          <p:attrName>ppt_h</p:attrName>
                                        </p:attrNameLst>
                                      </p:cBhvr>
                                      <p:tavLst>
                                        <p:tav tm="0">
                                          <p:val>
                                            <p:fltVal val="0"/>
                                          </p:val>
                                        </p:tav>
                                        <p:tav tm="100000">
                                          <p:val>
                                            <p:strVal val="#ppt_h"/>
                                          </p:val>
                                        </p:tav>
                                      </p:tavLst>
                                    </p:anim>
                                    <p:animEffect transition="in" filter="fade">
                                      <p:cBhvr>
                                        <p:cTn id="9" dur="500"/>
                                        <p:tgtEl>
                                          <p:spTgt spid="5125"/>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5127"/>
                                        </p:tgtEl>
                                        <p:attrNameLst>
                                          <p:attrName>style.visibility</p:attrName>
                                        </p:attrNameLst>
                                      </p:cBhvr>
                                      <p:to>
                                        <p:strVal val="visible"/>
                                      </p:to>
                                    </p:set>
                                    <p:anim calcmode="lin" valueType="num">
                                      <p:cBhvr>
                                        <p:cTn id="19" dur="500" fill="hold"/>
                                        <p:tgtEl>
                                          <p:spTgt spid="5127"/>
                                        </p:tgtEl>
                                        <p:attrNameLst>
                                          <p:attrName>ppt_w</p:attrName>
                                        </p:attrNameLst>
                                      </p:cBhvr>
                                      <p:tavLst>
                                        <p:tav tm="0">
                                          <p:val>
                                            <p:fltVal val="0"/>
                                          </p:val>
                                        </p:tav>
                                        <p:tav tm="100000">
                                          <p:val>
                                            <p:strVal val="#ppt_w"/>
                                          </p:val>
                                        </p:tav>
                                      </p:tavLst>
                                    </p:anim>
                                    <p:anim calcmode="lin" valueType="num">
                                      <p:cBhvr>
                                        <p:cTn id="20" dur="500" fill="hold"/>
                                        <p:tgtEl>
                                          <p:spTgt spid="5127"/>
                                        </p:tgtEl>
                                        <p:attrNameLst>
                                          <p:attrName>ppt_h</p:attrName>
                                        </p:attrNameLst>
                                      </p:cBhvr>
                                      <p:tavLst>
                                        <p:tav tm="0">
                                          <p:val>
                                            <p:fltVal val="0"/>
                                          </p:val>
                                        </p:tav>
                                        <p:tav tm="100000">
                                          <p:val>
                                            <p:strVal val="#ppt_h"/>
                                          </p:val>
                                        </p:tav>
                                      </p:tavLst>
                                    </p:anim>
                                    <p:animEffect transition="in" filter="fade">
                                      <p:cBhvr>
                                        <p:cTn id="21" dur="500"/>
                                        <p:tgtEl>
                                          <p:spTgt spid="512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5129"/>
                                        </p:tgtEl>
                                        <p:attrNameLst>
                                          <p:attrName>style.visibility</p:attrName>
                                        </p:attrNameLst>
                                      </p:cBhvr>
                                      <p:to>
                                        <p:strVal val="visible"/>
                                      </p:to>
                                    </p:set>
                                    <p:anim calcmode="lin" valueType="num">
                                      <p:cBhvr>
                                        <p:cTn id="25" dur="500" fill="hold"/>
                                        <p:tgtEl>
                                          <p:spTgt spid="5129"/>
                                        </p:tgtEl>
                                        <p:attrNameLst>
                                          <p:attrName>ppt_w</p:attrName>
                                        </p:attrNameLst>
                                      </p:cBhvr>
                                      <p:tavLst>
                                        <p:tav tm="0">
                                          <p:val>
                                            <p:fltVal val="0"/>
                                          </p:val>
                                        </p:tav>
                                        <p:tav tm="100000">
                                          <p:val>
                                            <p:strVal val="#ppt_w"/>
                                          </p:val>
                                        </p:tav>
                                      </p:tavLst>
                                    </p:anim>
                                    <p:anim calcmode="lin" valueType="num">
                                      <p:cBhvr>
                                        <p:cTn id="26" dur="500" fill="hold"/>
                                        <p:tgtEl>
                                          <p:spTgt spid="5129"/>
                                        </p:tgtEl>
                                        <p:attrNameLst>
                                          <p:attrName>ppt_h</p:attrName>
                                        </p:attrNameLst>
                                      </p:cBhvr>
                                      <p:tavLst>
                                        <p:tav tm="0">
                                          <p:val>
                                            <p:fltVal val="0"/>
                                          </p:val>
                                        </p:tav>
                                        <p:tav tm="100000">
                                          <p:val>
                                            <p:strVal val="#ppt_h"/>
                                          </p:val>
                                        </p:tav>
                                      </p:tavLst>
                                    </p:anim>
                                    <p:animEffect transition="in" filter="fade">
                                      <p:cBhvr>
                                        <p:cTn id="27" dur="500"/>
                                        <p:tgtEl>
                                          <p:spTgt spid="5129"/>
                                        </p:tgtEl>
                                      </p:cBhvr>
                                    </p:animEffect>
                                  </p:childTnLst>
                                </p:cTn>
                              </p:par>
                            </p:childTnLst>
                          </p:cTn>
                        </p:par>
                        <p:par>
                          <p:cTn id="28" fill="hold">
                            <p:stCondLst>
                              <p:cond delay="2000"/>
                            </p:stCondLst>
                            <p:childTnLst>
                              <p:par>
                                <p:cTn id="29" presetID="20" presetClass="entr" presetSubtype="0" fill="hold" grpId="0" nodeType="after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wedge">
                                      <p:cBhvr>
                                        <p:cTn id="31" dur="1000"/>
                                        <p:tgtEl>
                                          <p:spTgt spid="41"/>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500" fill="hold"/>
                                        <p:tgtEl>
                                          <p:spTgt spid="4"/>
                                        </p:tgtEl>
                                        <p:attrNameLst>
                                          <p:attrName>ppt_w</p:attrName>
                                        </p:attrNameLst>
                                      </p:cBhvr>
                                      <p:tavLst>
                                        <p:tav tm="0">
                                          <p:val>
                                            <p:fltVal val="0"/>
                                          </p:val>
                                        </p:tav>
                                        <p:tav tm="100000">
                                          <p:val>
                                            <p:strVal val="#ppt_w"/>
                                          </p:val>
                                        </p:tav>
                                      </p:tavLst>
                                    </p:anim>
                                    <p:anim calcmode="lin" valueType="num">
                                      <p:cBhvr>
                                        <p:cTn id="36" dur="500" fill="hold"/>
                                        <p:tgtEl>
                                          <p:spTgt spid="4"/>
                                        </p:tgtEl>
                                        <p:attrNameLst>
                                          <p:attrName>ppt_h</p:attrName>
                                        </p:attrNameLst>
                                      </p:cBhvr>
                                      <p:tavLst>
                                        <p:tav tm="0">
                                          <p:val>
                                            <p:fltVal val="0"/>
                                          </p:val>
                                        </p:tav>
                                        <p:tav tm="100000">
                                          <p:val>
                                            <p:strVal val="#ppt_h"/>
                                          </p:val>
                                        </p:tav>
                                      </p:tavLst>
                                    </p:anim>
                                    <p:animEffect transition="in" filter="fade">
                                      <p:cBhvr>
                                        <p:cTn id="37" dur="500"/>
                                        <p:tgtEl>
                                          <p:spTgt spid="4"/>
                                        </p:tgtEl>
                                      </p:cBhvr>
                                    </p:animEffect>
                                  </p:childTnLst>
                                </p:cTn>
                              </p:par>
                            </p:childTnLst>
                          </p:cTn>
                        </p:par>
                        <p:par>
                          <p:cTn id="38" fill="hold">
                            <p:stCondLst>
                              <p:cond delay="3500"/>
                            </p:stCondLst>
                            <p:childTnLst>
                              <p:par>
                                <p:cTn id="39" presetID="22" presetClass="entr" presetSubtype="2" fill="hold"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wipe(right)">
                                      <p:cBhvr>
                                        <p:cTn id="41" dur="500"/>
                                        <p:tgtEl>
                                          <p:spTgt spid="14"/>
                                        </p:tgtEl>
                                      </p:cBhvr>
                                    </p:animEffect>
                                  </p:childTnLst>
                                </p:cTn>
                              </p:par>
                            </p:childTnLst>
                          </p:cTn>
                        </p:par>
                        <p:par>
                          <p:cTn id="42" fill="hold">
                            <p:stCondLst>
                              <p:cond delay="4000"/>
                            </p:stCondLst>
                            <p:childTnLst>
                              <p:par>
                                <p:cTn id="43" presetID="53" presetClass="entr" presetSubtype="0" fill="hold" nodeType="afterEffect">
                                  <p:stCondLst>
                                    <p:cond delay="0"/>
                                  </p:stCondLst>
                                  <p:childTnLst>
                                    <p:set>
                                      <p:cBhvr>
                                        <p:cTn id="44" dur="1" fill="hold">
                                          <p:stCondLst>
                                            <p:cond delay="0"/>
                                          </p:stCondLst>
                                        </p:cTn>
                                        <p:tgtEl>
                                          <p:spTgt spid="3"/>
                                        </p:tgtEl>
                                        <p:attrNameLst>
                                          <p:attrName>style.visibility</p:attrName>
                                        </p:attrNameLst>
                                      </p:cBhvr>
                                      <p:to>
                                        <p:strVal val="visible"/>
                                      </p:to>
                                    </p:set>
                                    <p:anim calcmode="lin" valueType="num">
                                      <p:cBhvr>
                                        <p:cTn id="45" dur="500" fill="hold"/>
                                        <p:tgtEl>
                                          <p:spTgt spid="3"/>
                                        </p:tgtEl>
                                        <p:attrNameLst>
                                          <p:attrName>ppt_w</p:attrName>
                                        </p:attrNameLst>
                                      </p:cBhvr>
                                      <p:tavLst>
                                        <p:tav tm="0">
                                          <p:val>
                                            <p:fltVal val="0"/>
                                          </p:val>
                                        </p:tav>
                                        <p:tav tm="100000">
                                          <p:val>
                                            <p:strVal val="#ppt_w"/>
                                          </p:val>
                                        </p:tav>
                                      </p:tavLst>
                                    </p:anim>
                                    <p:anim calcmode="lin" valueType="num">
                                      <p:cBhvr>
                                        <p:cTn id="46" dur="500" fill="hold"/>
                                        <p:tgtEl>
                                          <p:spTgt spid="3"/>
                                        </p:tgtEl>
                                        <p:attrNameLst>
                                          <p:attrName>ppt_h</p:attrName>
                                        </p:attrNameLst>
                                      </p:cBhvr>
                                      <p:tavLst>
                                        <p:tav tm="0">
                                          <p:val>
                                            <p:fltVal val="0"/>
                                          </p:val>
                                        </p:tav>
                                        <p:tav tm="100000">
                                          <p:val>
                                            <p:strVal val="#ppt_h"/>
                                          </p:val>
                                        </p:tav>
                                      </p:tavLst>
                                    </p:anim>
                                    <p:animEffect transition="in" filter="fade">
                                      <p:cBhvr>
                                        <p:cTn id="47" dur="500"/>
                                        <p:tgtEl>
                                          <p:spTgt spid="3"/>
                                        </p:tgtEl>
                                      </p:cBhvr>
                                    </p:animEffect>
                                  </p:childTnLst>
                                </p:cTn>
                              </p:par>
                            </p:childTnLst>
                          </p:cTn>
                        </p:par>
                        <p:par>
                          <p:cTn id="48" fill="hold">
                            <p:stCondLst>
                              <p:cond delay="4500"/>
                            </p:stCondLst>
                            <p:childTnLst>
                              <p:par>
                                <p:cTn id="49" presetID="22" presetClass="entr" presetSubtype="2"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500"/>
                                        <p:tgtEl>
                                          <p:spTgt spid="13"/>
                                        </p:tgtEl>
                                      </p:cBhvr>
                                    </p:animEffect>
                                  </p:childTnLst>
                                </p:cTn>
                              </p:par>
                            </p:childTnLst>
                          </p:cTn>
                        </p:par>
                        <p:par>
                          <p:cTn id="52" fill="hold">
                            <p:stCondLst>
                              <p:cond delay="5000"/>
                            </p:stCondLst>
                            <p:childTnLst>
                              <p:par>
                                <p:cTn id="53" presetID="53" presetClass="entr" presetSubtype="0" fill="hold" nodeType="after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500" fill="hold"/>
                                        <p:tgtEl>
                                          <p:spTgt spid="6"/>
                                        </p:tgtEl>
                                        <p:attrNameLst>
                                          <p:attrName>ppt_w</p:attrName>
                                        </p:attrNameLst>
                                      </p:cBhvr>
                                      <p:tavLst>
                                        <p:tav tm="0">
                                          <p:val>
                                            <p:fltVal val="0"/>
                                          </p:val>
                                        </p:tav>
                                        <p:tav tm="100000">
                                          <p:val>
                                            <p:strVal val="#ppt_w"/>
                                          </p:val>
                                        </p:tav>
                                      </p:tavLst>
                                    </p:anim>
                                    <p:anim calcmode="lin" valueType="num">
                                      <p:cBhvr>
                                        <p:cTn id="56" dur="500" fill="hold"/>
                                        <p:tgtEl>
                                          <p:spTgt spid="6"/>
                                        </p:tgtEl>
                                        <p:attrNameLst>
                                          <p:attrName>ppt_h</p:attrName>
                                        </p:attrNameLst>
                                      </p:cBhvr>
                                      <p:tavLst>
                                        <p:tav tm="0">
                                          <p:val>
                                            <p:fltVal val="0"/>
                                          </p:val>
                                        </p:tav>
                                        <p:tav tm="100000">
                                          <p:val>
                                            <p:strVal val="#ppt_h"/>
                                          </p:val>
                                        </p:tav>
                                      </p:tavLst>
                                    </p:anim>
                                    <p:animEffect transition="in" filter="fade">
                                      <p:cBhvr>
                                        <p:cTn id="57" dur="500"/>
                                        <p:tgtEl>
                                          <p:spTgt spid="6"/>
                                        </p:tgtEl>
                                      </p:cBhvr>
                                    </p:animEffect>
                                  </p:childTnLst>
                                </p:cTn>
                              </p:par>
                            </p:childTnLst>
                          </p:cTn>
                        </p:par>
                        <p:par>
                          <p:cTn id="58" fill="hold">
                            <p:stCondLst>
                              <p:cond delay="5500"/>
                            </p:stCondLst>
                            <p:childTnLst>
                              <p:par>
                                <p:cTn id="59" presetID="22" presetClass="entr" presetSubtype="8" fill="hold" nodeType="afterEffect">
                                  <p:stCondLst>
                                    <p:cond delay="0"/>
                                  </p:stCondLst>
                                  <p:childTnLst>
                                    <p:set>
                                      <p:cBhvr>
                                        <p:cTn id="60" dur="1" fill="hold">
                                          <p:stCondLst>
                                            <p:cond delay="0"/>
                                          </p:stCondLst>
                                        </p:cTn>
                                        <p:tgtEl>
                                          <p:spTgt spid="11"/>
                                        </p:tgtEl>
                                        <p:attrNameLst>
                                          <p:attrName>style.visibility</p:attrName>
                                        </p:attrNameLst>
                                      </p:cBhvr>
                                      <p:to>
                                        <p:strVal val="visible"/>
                                      </p:to>
                                    </p:set>
                                    <p:animEffect transition="in" filter="wipe(left)">
                                      <p:cBhvr>
                                        <p:cTn id="61" dur="500"/>
                                        <p:tgtEl>
                                          <p:spTgt spid="11"/>
                                        </p:tgtEl>
                                      </p:cBhvr>
                                    </p:animEffect>
                                  </p:childTnLst>
                                </p:cTn>
                              </p:par>
                            </p:childTnLst>
                          </p:cTn>
                        </p:par>
                        <p:par>
                          <p:cTn id="62" fill="hold">
                            <p:stCondLst>
                              <p:cond delay="6000"/>
                            </p:stCondLst>
                            <p:childTnLst>
                              <p:par>
                                <p:cTn id="63" presetID="53" presetClass="entr" presetSubtype="0"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p:cTn id="65" dur="500" fill="hold"/>
                                        <p:tgtEl>
                                          <p:spTgt spid="9"/>
                                        </p:tgtEl>
                                        <p:attrNameLst>
                                          <p:attrName>ppt_w</p:attrName>
                                        </p:attrNameLst>
                                      </p:cBhvr>
                                      <p:tavLst>
                                        <p:tav tm="0">
                                          <p:val>
                                            <p:fltVal val="0"/>
                                          </p:val>
                                        </p:tav>
                                        <p:tav tm="100000">
                                          <p:val>
                                            <p:strVal val="#ppt_w"/>
                                          </p:val>
                                        </p:tav>
                                      </p:tavLst>
                                    </p:anim>
                                    <p:anim calcmode="lin" valueType="num">
                                      <p:cBhvr>
                                        <p:cTn id="66" dur="500" fill="hold"/>
                                        <p:tgtEl>
                                          <p:spTgt spid="9"/>
                                        </p:tgtEl>
                                        <p:attrNameLst>
                                          <p:attrName>ppt_h</p:attrName>
                                        </p:attrNameLst>
                                      </p:cBhvr>
                                      <p:tavLst>
                                        <p:tav tm="0">
                                          <p:val>
                                            <p:fltVal val="0"/>
                                          </p:val>
                                        </p:tav>
                                        <p:tav tm="100000">
                                          <p:val>
                                            <p:strVal val="#ppt_h"/>
                                          </p:val>
                                        </p:tav>
                                      </p:tavLst>
                                    </p:anim>
                                    <p:animEffect transition="in" filter="fade">
                                      <p:cBhvr>
                                        <p:cTn id="67" dur="500"/>
                                        <p:tgtEl>
                                          <p:spTgt spid="9"/>
                                        </p:tgtEl>
                                      </p:cBhvr>
                                    </p:animEffect>
                                  </p:childTnLst>
                                </p:cTn>
                              </p:par>
                            </p:childTnLst>
                          </p:cTn>
                        </p:par>
                        <p:par>
                          <p:cTn id="68" fill="hold">
                            <p:stCondLst>
                              <p:cond delay="6500"/>
                            </p:stCondLst>
                            <p:childTnLst>
                              <p:par>
                                <p:cTn id="69" presetID="22" presetClass="entr" presetSubtype="8" fill="hold" nodeType="afterEffect">
                                  <p:stCondLst>
                                    <p:cond delay="0"/>
                                  </p:stCondLst>
                                  <p:childTnLst>
                                    <p:set>
                                      <p:cBhvr>
                                        <p:cTn id="70" dur="1" fill="hold">
                                          <p:stCondLst>
                                            <p:cond delay="0"/>
                                          </p:stCondLst>
                                        </p:cTn>
                                        <p:tgtEl>
                                          <p:spTgt spid="15"/>
                                        </p:tgtEl>
                                        <p:attrNameLst>
                                          <p:attrName>style.visibility</p:attrName>
                                        </p:attrNameLst>
                                      </p:cBhvr>
                                      <p:to>
                                        <p:strVal val="visible"/>
                                      </p:to>
                                    </p:set>
                                    <p:animEffect transition="in" filter="wipe(left)">
                                      <p:cBhvr>
                                        <p:cTn id="71" dur="500"/>
                                        <p:tgtEl>
                                          <p:spTgt spid="15"/>
                                        </p:tgtEl>
                                      </p:cBhvr>
                                    </p:animEffect>
                                  </p:childTnLst>
                                </p:cTn>
                              </p:par>
                            </p:childTnLst>
                          </p:cTn>
                        </p:par>
                        <p:par>
                          <p:cTn id="72" fill="hold">
                            <p:stCondLst>
                              <p:cond delay="7000"/>
                            </p:stCondLst>
                            <p:childTnLst>
                              <p:par>
                                <p:cTn id="73" presetID="53" presetClass="entr" presetSubtype="0" fill="hold" nodeType="after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p:cTn id="75" dur="500" fill="hold"/>
                                        <p:tgtEl>
                                          <p:spTgt spid="10"/>
                                        </p:tgtEl>
                                        <p:attrNameLst>
                                          <p:attrName>ppt_w</p:attrName>
                                        </p:attrNameLst>
                                      </p:cBhvr>
                                      <p:tavLst>
                                        <p:tav tm="0">
                                          <p:val>
                                            <p:fltVal val="0"/>
                                          </p:val>
                                        </p:tav>
                                        <p:tav tm="100000">
                                          <p:val>
                                            <p:strVal val="#ppt_w"/>
                                          </p:val>
                                        </p:tav>
                                      </p:tavLst>
                                    </p:anim>
                                    <p:anim calcmode="lin" valueType="num">
                                      <p:cBhvr>
                                        <p:cTn id="76" dur="500" fill="hold"/>
                                        <p:tgtEl>
                                          <p:spTgt spid="10"/>
                                        </p:tgtEl>
                                        <p:attrNameLst>
                                          <p:attrName>ppt_h</p:attrName>
                                        </p:attrNameLst>
                                      </p:cBhvr>
                                      <p:tavLst>
                                        <p:tav tm="0">
                                          <p:val>
                                            <p:fltVal val="0"/>
                                          </p:val>
                                        </p:tav>
                                        <p:tav tm="100000">
                                          <p:val>
                                            <p:strVal val="#ppt_h"/>
                                          </p:val>
                                        </p:tav>
                                      </p:tavLst>
                                    </p:anim>
                                    <p:animEffect transition="in" filter="fade">
                                      <p:cBhvr>
                                        <p:cTn id="77" dur="500"/>
                                        <p:tgtEl>
                                          <p:spTgt spid="10"/>
                                        </p:tgtEl>
                                      </p:cBhvr>
                                    </p:animEffect>
                                  </p:childTnLst>
                                </p:cTn>
                              </p:par>
                            </p:childTnLst>
                          </p:cTn>
                        </p:par>
                        <p:par>
                          <p:cTn id="78" fill="hold">
                            <p:stCondLst>
                              <p:cond delay="7500"/>
                            </p:stCondLst>
                            <p:childTnLst>
                              <p:par>
                                <p:cTn id="79" presetID="22" presetClass="entr" presetSubtype="8" fill="hold" nodeType="afterEffect">
                                  <p:stCondLst>
                                    <p:cond delay="0"/>
                                  </p:stCondLst>
                                  <p:childTnLst>
                                    <p:set>
                                      <p:cBhvr>
                                        <p:cTn id="80" dur="1" fill="hold">
                                          <p:stCondLst>
                                            <p:cond delay="0"/>
                                          </p:stCondLst>
                                        </p:cTn>
                                        <p:tgtEl>
                                          <p:spTgt spid="16"/>
                                        </p:tgtEl>
                                        <p:attrNameLst>
                                          <p:attrName>style.visibility</p:attrName>
                                        </p:attrNameLst>
                                      </p:cBhvr>
                                      <p:to>
                                        <p:strVal val="visible"/>
                                      </p:to>
                                    </p:set>
                                    <p:animEffect transition="in" filter="wipe(left)">
                                      <p:cBhvr>
                                        <p:cTn id="81" dur="500"/>
                                        <p:tgtEl>
                                          <p:spTgt spid="16"/>
                                        </p:tgtEl>
                                      </p:cBhvr>
                                    </p:animEffect>
                                  </p:childTnLst>
                                </p:cTn>
                              </p:par>
                            </p:childTnLst>
                          </p:cTn>
                        </p:par>
                        <p:par>
                          <p:cTn id="82" fill="hold">
                            <p:stCondLst>
                              <p:cond delay="8000"/>
                            </p:stCondLst>
                            <p:childTnLst>
                              <p:par>
                                <p:cTn id="83" presetID="53" presetClass="entr" presetSubtype="0" fill="hold" nodeType="afterEffect">
                                  <p:stCondLst>
                                    <p:cond delay="0"/>
                                  </p:stCondLst>
                                  <p:childTnLst>
                                    <p:set>
                                      <p:cBhvr>
                                        <p:cTn id="84" dur="1" fill="hold">
                                          <p:stCondLst>
                                            <p:cond delay="0"/>
                                          </p:stCondLst>
                                        </p:cTn>
                                        <p:tgtEl>
                                          <p:spTgt spid="5"/>
                                        </p:tgtEl>
                                        <p:attrNameLst>
                                          <p:attrName>style.visibility</p:attrName>
                                        </p:attrNameLst>
                                      </p:cBhvr>
                                      <p:to>
                                        <p:strVal val="visible"/>
                                      </p:to>
                                    </p:set>
                                    <p:anim calcmode="lin" valueType="num">
                                      <p:cBhvr>
                                        <p:cTn id="85" dur="500" fill="hold"/>
                                        <p:tgtEl>
                                          <p:spTgt spid="5"/>
                                        </p:tgtEl>
                                        <p:attrNameLst>
                                          <p:attrName>ppt_w</p:attrName>
                                        </p:attrNameLst>
                                      </p:cBhvr>
                                      <p:tavLst>
                                        <p:tav tm="0">
                                          <p:val>
                                            <p:fltVal val="0"/>
                                          </p:val>
                                        </p:tav>
                                        <p:tav tm="100000">
                                          <p:val>
                                            <p:strVal val="#ppt_w"/>
                                          </p:val>
                                        </p:tav>
                                      </p:tavLst>
                                    </p:anim>
                                    <p:anim calcmode="lin" valueType="num">
                                      <p:cBhvr>
                                        <p:cTn id="86" dur="500" fill="hold"/>
                                        <p:tgtEl>
                                          <p:spTgt spid="5"/>
                                        </p:tgtEl>
                                        <p:attrNameLst>
                                          <p:attrName>ppt_h</p:attrName>
                                        </p:attrNameLst>
                                      </p:cBhvr>
                                      <p:tavLst>
                                        <p:tav tm="0">
                                          <p:val>
                                            <p:fltVal val="0"/>
                                          </p:val>
                                        </p:tav>
                                        <p:tav tm="100000">
                                          <p:val>
                                            <p:strVal val="#ppt_h"/>
                                          </p:val>
                                        </p:tav>
                                      </p:tavLst>
                                    </p:anim>
                                    <p:animEffect transition="in" filter="fade">
                                      <p:cBhvr>
                                        <p:cTn id="87" dur="500"/>
                                        <p:tgtEl>
                                          <p:spTgt spid="5"/>
                                        </p:tgtEl>
                                      </p:cBhvr>
                                    </p:animEffect>
                                  </p:childTnLst>
                                </p:cTn>
                              </p:par>
                            </p:childTnLst>
                          </p:cTn>
                        </p:par>
                        <p:par>
                          <p:cTn id="88" fill="hold">
                            <p:stCondLst>
                              <p:cond delay="8500"/>
                            </p:stCondLst>
                            <p:childTnLst>
                              <p:par>
                                <p:cTn id="89" presetID="22" presetClass="entr" presetSubtype="2" fill="hold"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wipe(right)">
                                      <p:cBhvr>
                                        <p:cTn id="9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5" grpId="0" animBg="1"/>
      <p:bldP spid="41" grpId="0" animBg="1"/>
      <p:bldP spid="5127" grpId="0" animBg="1"/>
      <p:bldP spid="5129"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Security Infographic</a:t>
            </a:r>
            <a:endParaRPr lang="en-US" dirty="0"/>
          </a:p>
        </p:txBody>
      </p:sp>
      <p:sp>
        <p:nvSpPr>
          <p:cNvPr id="8" name="Text Placeholder 7"/>
          <p:cNvSpPr>
            <a:spLocks noGrp="1"/>
          </p:cNvSpPr>
          <p:nvPr>
            <p:ph type="body" sz="half" idx="2"/>
          </p:nvPr>
        </p:nvSpPr>
        <p:spPr/>
        <p:txBody>
          <a:bodyPr/>
          <a:lstStyle/>
          <a:p>
            <a:r>
              <a:rPr lang="en-US"/>
              <a:t>Security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251</a:t>
            </a:fld>
            <a:endParaRPr lang="en-US" dirty="0"/>
          </a:p>
        </p:txBody>
      </p:sp>
      <p:grpSp>
        <p:nvGrpSpPr>
          <p:cNvPr id="2" name="Group 51"/>
          <p:cNvGrpSpPr/>
          <p:nvPr/>
        </p:nvGrpSpPr>
        <p:grpSpPr>
          <a:xfrm>
            <a:off x="3124200" y="1219200"/>
            <a:ext cx="2895600" cy="1374228"/>
            <a:chOff x="3124200" y="1219200"/>
            <a:chExt cx="2895600" cy="1374228"/>
          </a:xfrm>
        </p:grpSpPr>
        <p:sp>
          <p:nvSpPr>
            <p:cNvPr id="5" name="U-Turn Arrow 4"/>
            <p:cNvSpPr/>
            <p:nvPr/>
          </p:nvSpPr>
          <p:spPr bwMode="auto">
            <a:xfrm>
              <a:off x="3638550" y="1219200"/>
              <a:ext cx="2133600" cy="1219200"/>
            </a:xfrm>
            <a:prstGeom prst="uturnArrow">
              <a:avLst>
                <a:gd name="adj1" fmla="val 18135"/>
                <a:gd name="adj2" fmla="val 25000"/>
                <a:gd name="adj3" fmla="val 0"/>
                <a:gd name="adj4" fmla="val 79534"/>
                <a:gd name="adj5" fmla="val 100000"/>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Rounded Rectangle 5"/>
            <p:cNvSpPr/>
            <p:nvPr/>
          </p:nvSpPr>
          <p:spPr bwMode="auto">
            <a:xfrm>
              <a:off x="3124200" y="2435772"/>
              <a:ext cx="2895600" cy="157656"/>
            </a:xfrm>
            <a:prstGeom prst="roundRect">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grpSp>
      <p:sp>
        <p:nvSpPr>
          <p:cNvPr id="9" name="Rounded Rectangle 8"/>
          <p:cNvSpPr/>
          <p:nvPr/>
        </p:nvSpPr>
        <p:spPr bwMode="auto">
          <a:xfrm>
            <a:off x="3124200" y="4104861"/>
            <a:ext cx="2895600" cy="157656"/>
          </a:xfrm>
          <a:prstGeom prst="roundRect">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grpSp>
        <p:nvGrpSpPr>
          <p:cNvPr id="3" name="Group 26"/>
          <p:cNvGrpSpPr/>
          <p:nvPr/>
        </p:nvGrpSpPr>
        <p:grpSpPr>
          <a:xfrm>
            <a:off x="3307590" y="2603368"/>
            <a:ext cx="2528821" cy="285095"/>
            <a:chOff x="3307590" y="2889118"/>
            <a:chExt cx="2528821" cy="285095"/>
          </a:xfrm>
        </p:grpSpPr>
        <p:sp>
          <p:nvSpPr>
            <p:cNvPr id="11" name="Round Same Side Corner Rectangle 10"/>
            <p:cNvSpPr/>
            <p:nvPr/>
          </p:nvSpPr>
          <p:spPr bwMode="auto">
            <a:xfrm>
              <a:off x="3307590" y="2889118"/>
              <a:ext cx="2528821" cy="285095"/>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12" name="TextBox 11"/>
            <p:cNvSpPr txBox="1"/>
            <p:nvPr/>
          </p:nvSpPr>
          <p:spPr>
            <a:xfrm>
              <a:off x="4111938" y="2947027"/>
              <a:ext cx="839974" cy="169277"/>
            </a:xfrm>
            <a:prstGeom prst="rect">
              <a:avLst/>
            </a:prstGeom>
            <a:noFill/>
          </p:spPr>
          <p:txBody>
            <a:bodyPr wrap="none" lIns="0" tIns="0" rIns="0" bIns="0" rtlCol="0" anchor="ctr">
              <a:spAutoFit/>
            </a:bodyPr>
            <a:lstStyle/>
            <a:p>
              <a:pPr algn="ctr"/>
              <a:r>
                <a:rPr lang="en-US" sz="1100" b="1" dirty="0">
                  <a:solidFill>
                    <a:schemeClr val="bg1"/>
                  </a:solidFill>
                </a:rPr>
                <a:t>Title Goes Here</a:t>
              </a:r>
            </a:p>
          </p:txBody>
        </p:sp>
      </p:grpSp>
      <p:grpSp>
        <p:nvGrpSpPr>
          <p:cNvPr id="4" name="Group 27"/>
          <p:cNvGrpSpPr/>
          <p:nvPr/>
        </p:nvGrpSpPr>
        <p:grpSpPr>
          <a:xfrm>
            <a:off x="3307590" y="2882342"/>
            <a:ext cx="2528821" cy="285095"/>
            <a:chOff x="3307590" y="3168092"/>
            <a:chExt cx="2528821" cy="285095"/>
          </a:xfrm>
        </p:grpSpPr>
        <p:sp>
          <p:nvSpPr>
            <p:cNvPr id="14" name="Rectangle 13"/>
            <p:cNvSpPr/>
            <p:nvPr/>
          </p:nvSpPr>
          <p:spPr bwMode="auto">
            <a:xfrm>
              <a:off x="3307590" y="3168092"/>
              <a:ext cx="2528821" cy="285095"/>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15" name="TextBox 14"/>
            <p:cNvSpPr txBox="1"/>
            <p:nvPr/>
          </p:nvSpPr>
          <p:spPr>
            <a:xfrm>
              <a:off x="4111938" y="3226001"/>
              <a:ext cx="839974" cy="169277"/>
            </a:xfrm>
            <a:prstGeom prst="rect">
              <a:avLst/>
            </a:prstGeom>
            <a:noFill/>
          </p:spPr>
          <p:txBody>
            <a:bodyPr wrap="none" lIns="0" tIns="0" rIns="0" bIns="0" rtlCol="0" anchor="ctr">
              <a:spAutoFit/>
            </a:bodyPr>
            <a:lstStyle/>
            <a:p>
              <a:pPr algn="ctr"/>
              <a:r>
                <a:rPr lang="en-US" sz="1100" b="1" dirty="0">
                  <a:solidFill>
                    <a:schemeClr val="bg1"/>
                  </a:solidFill>
                </a:rPr>
                <a:t>Title Goes Here</a:t>
              </a:r>
            </a:p>
          </p:txBody>
        </p:sp>
      </p:grpSp>
      <p:grpSp>
        <p:nvGrpSpPr>
          <p:cNvPr id="10" name="Group 28"/>
          <p:cNvGrpSpPr/>
          <p:nvPr/>
        </p:nvGrpSpPr>
        <p:grpSpPr>
          <a:xfrm>
            <a:off x="3307590" y="3204739"/>
            <a:ext cx="2528821" cy="285095"/>
            <a:chOff x="3307590" y="3490489"/>
            <a:chExt cx="2528821" cy="285095"/>
          </a:xfrm>
        </p:grpSpPr>
        <p:sp>
          <p:nvSpPr>
            <p:cNvPr id="17" name="Rectangle 16"/>
            <p:cNvSpPr/>
            <p:nvPr/>
          </p:nvSpPr>
          <p:spPr bwMode="auto">
            <a:xfrm>
              <a:off x="3307590" y="3490489"/>
              <a:ext cx="2528821" cy="285095"/>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18" name="TextBox 17"/>
            <p:cNvSpPr txBox="1"/>
            <p:nvPr/>
          </p:nvSpPr>
          <p:spPr>
            <a:xfrm>
              <a:off x="4111938" y="3548398"/>
              <a:ext cx="839974" cy="169277"/>
            </a:xfrm>
            <a:prstGeom prst="rect">
              <a:avLst/>
            </a:prstGeom>
            <a:noFill/>
          </p:spPr>
          <p:txBody>
            <a:bodyPr wrap="none" lIns="0" tIns="0" rIns="0" bIns="0" rtlCol="0" anchor="ctr">
              <a:spAutoFit/>
            </a:bodyPr>
            <a:lstStyle/>
            <a:p>
              <a:pPr algn="ctr"/>
              <a:r>
                <a:rPr lang="en-US" sz="1100" b="1" dirty="0">
                  <a:solidFill>
                    <a:schemeClr val="bg1"/>
                  </a:solidFill>
                </a:rPr>
                <a:t>Title Goes Here</a:t>
              </a:r>
            </a:p>
          </p:txBody>
        </p:sp>
      </p:grpSp>
      <p:grpSp>
        <p:nvGrpSpPr>
          <p:cNvPr id="13" name="Group 30"/>
          <p:cNvGrpSpPr/>
          <p:nvPr/>
        </p:nvGrpSpPr>
        <p:grpSpPr>
          <a:xfrm>
            <a:off x="3307590" y="3505425"/>
            <a:ext cx="2528821" cy="285095"/>
            <a:chOff x="3307590" y="3791175"/>
            <a:chExt cx="2528821" cy="285095"/>
          </a:xfrm>
        </p:grpSpPr>
        <p:sp>
          <p:nvSpPr>
            <p:cNvPr id="20" name="Rectangle 19"/>
            <p:cNvSpPr/>
            <p:nvPr/>
          </p:nvSpPr>
          <p:spPr bwMode="auto">
            <a:xfrm>
              <a:off x="3307590" y="3791175"/>
              <a:ext cx="2528821" cy="285095"/>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21" name="TextBox 20"/>
            <p:cNvSpPr txBox="1"/>
            <p:nvPr/>
          </p:nvSpPr>
          <p:spPr>
            <a:xfrm>
              <a:off x="4111938" y="3849084"/>
              <a:ext cx="839974" cy="169277"/>
            </a:xfrm>
            <a:prstGeom prst="rect">
              <a:avLst/>
            </a:prstGeom>
            <a:noFill/>
          </p:spPr>
          <p:txBody>
            <a:bodyPr wrap="none" lIns="0" tIns="0" rIns="0" bIns="0" rtlCol="0" anchor="ctr">
              <a:spAutoFit/>
            </a:bodyPr>
            <a:lstStyle/>
            <a:p>
              <a:pPr algn="ctr"/>
              <a:r>
                <a:rPr lang="en-US" sz="1100" b="1" dirty="0">
                  <a:solidFill>
                    <a:schemeClr val="bg1"/>
                  </a:solidFill>
                </a:rPr>
                <a:t>Title Goes Here</a:t>
              </a:r>
            </a:p>
          </p:txBody>
        </p:sp>
      </p:grpSp>
      <p:grpSp>
        <p:nvGrpSpPr>
          <p:cNvPr id="16" name="Group 31"/>
          <p:cNvGrpSpPr/>
          <p:nvPr/>
        </p:nvGrpSpPr>
        <p:grpSpPr>
          <a:xfrm>
            <a:off x="3307590" y="3806111"/>
            <a:ext cx="2528821" cy="285095"/>
            <a:chOff x="3307590" y="4091861"/>
            <a:chExt cx="2528821" cy="285095"/>
          </a:xfrm>
        </p:grpSpPr>
        <p:sp>
          <p:nvSpPr>
            <p:cNvPr id="23" name="Round Same Side Corner Rectangle 22"/>
            <p:cNvSpPr/>
            <p:nvPr/>
          </p:nvSpPr>
          <p:spPr bwMode="auto">
            <a:xfrm rot="10800000">
              <a:off x="3307590" y="4091861"/>
              <a:ext cx="2528821" cy="285095"/>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24" name="TextBox 23"/>
            <p:cNvSpPr txBox="1"/>
            <p:nvPr/>
          </p:nvSpPr>
          <p:spPr>
            <a:xfrm>
              <a:off x="4111938" y="4149771"/>
              <a:ext cx="839974" cy="169277"/>
            </a:xfrm>
            <a:prstGeom prst="rect">
              <a:avLst/>
            </a:prstGeom>
            <a:noFill/>
          </p:spPr>
          <p:txBody>
            <a:bodyPr wrap="none" lIns="0" tIns="0" rIns="0" bIns="0" rtlCol="0" anchor="ctr">
              <a:spAutoFit/>
            </a:bodyPr>
            <a:lstStyle/>
            <a:p>
              <a:pPr algn="ctr"/>
              <a:r>
                <a:rPr lang="en-US" sz="1100" b="1" dirty="0">
                  <a:solidFill>
                    <a:schemeClr val="bg1"/>
                  </a:solidFill>
                </a:rPr>
                <a:t>Title Goes Here</a:t>
              </a:r>
            </a:p>
          </p:txBody>
        </p:sp>
      </p:grpSp>
      <p:cxnSp>
        <p:nvCxnSpPr>
          <p:cNvPr id="33" name="Shape 32"/>
          <p:cNvCxnSpPr/>
          <p:nvPr/>
        </p:nvCxnSpPr>
        <p:spPr>
          <a:xfrm rot="5400000">
            <a:off x="5862047" y="1605554"/>
            <a:ext cx="1153708" cy="1143000"/>
          </a:xfrm>
          <a:prstGeom prst="bentConnector3">
            <a:avLst>
              <a:gd name="adj1" fmla="val 100000"/>
            </a:avLst>
          </a:prstGeom>
          <a:ln w="19050">
            <a:solidFill>
              <a:schemeClr val="accent1"/>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9" name="Shape 32"/>
          <p:cNvCxnSpPr/>
          <p:nvPr/>
        </p:nvCxnSpPr>
        <p:spPr>
          <a:xfrm rot="16200000" flipH="1">
            <a:off x="2128246" y="1877966"/>
            <a:ext cx="1153708" cy="1143000"/>
          </a:xfrm>
          <a:prstGeom prst="bentConnector3">
            <a:avLst>
              <a:gd name="adj1" fmla="val 100000"/>
            </a:avLst>
          </a:prstGeom>
          <a:ln w="19050">
            <a:solidFill>
              <a:schemeClr val="accent2"/>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0" name="Text Placeholder 3"/>
          <p:cNvSpPr txBox="1">
            <a:spLocks/>
          </p:cNvSpPr>
          <p:nvPr/>
        </p:nvSpPr>
        <p:spPr>
          <a:xfrm>
            <a:off x="6170250" y="885825"/>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1"/>
                </a:solidFill>
                <a:cs typeface="+mj-cs"/>
              </a:rPr>
              <a:t>Title Goes here</a:t>
            </a:r>
            <a:br>
              <a:rPr lang="en-US" sz="1100" dirty="0">
                <a:solidFill>
                  <a:schemeClr val="tx1">
                    <a:lumMod val="75000"/>
                    <a:lumOff val="25000"/>
                  </a:schemeClr>
                </a:solidFill>
                <a:cs typeface="+mj-cs"/>
              </a:rPr>
            </a:br>
            <a:r>
              <a:rPr lang="en-US" sz="1100" dirty="0">
                <a:solidFill>
                  <a:schemeClr val="tx1">
                    <a:lumMod val="50000"/>
                    <a:lumOff val="50000"/>
                  </a:schemeClr>
                </a:solidFill>
                <a:cs typeface="+mj-cs"/>
              </a:rPr>
              <a:t>There are many variations of passages but the majority have alteration in.</a:t>
            </a:r>
          </a:p>
        </p:txBody>
      </p:sp>
      <p:sp>
        <p:nvSpPr>
          <p:cNvPr id="42" name="Text Placeholder 3"/>
          <p:cNvSpPr txBox="1">
            <a:spLocks/>
          </p:cNvSpPr>
          <p:nvPr/>
        </p:nvSpPr>
        <p:spPr>
          <a:xfrm>
            <a:off x="1293449" y="1114425"/>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2"/>
                </a:solidFill>
                <a:cs typeface="+mj-cs"/>
              </a:rPr>
              <a:t>Title Goes here</a:t>
            </a:r>
            <a:br>
              <a:rPr lang="en-US" sz="1100" dirty="0">
                <a:solidFill>
                  <a:schemeClr val="tx1">
                    <a:lumMod val="75000"/>
                    <a:lumOff val="25000"/>
                  </a:schemeClr>
                </a:solidFill>
                <a:cs typeface="+mj-cs"/>
              </a:rPr>
            </a:br>
            <a:r>
              <a:rPr lang="en-US" sz="1100" dirty="0">
                <a:solidFill>
                  <a:schemeClr val="tx1">
                    <a:lumMod val="50000"/>
                    <a:lumOff val="50000"/>
                  </a:schemeClr>
                </a:solidFill>
                <a:cs typeface="+mj-cs"/>
              </a:rPr>
              <a:t>There are many variations of passages but the majority have alteration in.</a:t>
            </a:r>
          </a:p>
        </p:txBody>
      </p:sp>
      <p:cxnSp>
        <p:nvCxnSpPr>
          <p:cNvPr id="44" name="Shape 32"/>
          <p:cNvCxnSpPr/>
          <p:nvPr/>
        </p:nvCxnSpPr>
        <p:spPr>
          <a:xfrm rot="10800000" flipV="1">
            <a:off x="5867402" y="2509451"/>
            <a:ext cx="1983151" cy="813250"/>
          </a:xfrm>
          <a:prstGeom prst="bentConnector3">
            <a:avLst>
              <a:gd name="adj1" fmla="val 1010"/>
            </a:avLst>
          </a:prstGeom>
          <a:ln w="19050">
            <a:solidFill>
              <a:schemeClr val="accent3"/>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8" name="Text Placeholder 3"/>
          <p:cNvSpPr txBox="1">
            <a:spLocks/>
          </p:cNvSpPr>
          <p:nvPr/>
        </p:nvSpPr>
        <p:spPr>
          <a:xfrm>
            <a:off x="7006499" y="1743075"/>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3"/>
                </a:solidFill>
                <a:cs typeface="+mj-cs"/>
              </a:rPr>
              <a:t>Title Goes here</a:t>
            </a:r>
            <a:br>
              <a:rPr lang="en-US" sz="1100" dirty="0">
                <a:solidFill>
                  <a:schemeClr val="tx1">
                    <a:lumMod val="75000"/>
                    <a:lumOff val="25000"/>
                  </a:schemeClr>
                </a:solidFill>
                <a:cs typeface="+mj-cs"/>
              </a:rPr>
            </a:br>
            <a:r>
              <a:rPr lang="en-US" sz="1100" dirty="0">
                <a:solidFill>
                  <a:schemeClr val="tx1">
                    <a:lumMod val="50000"/>
                    <a:lumOff val="50000"/>
                  </a:schemeClr>
                </a:solidFill>
                <a:cs typeface="+mj-cs"/>
              </a:rPr>
              <a:t>There are many variations of passages but the majority have alteration in.</a:t>
            </a:r>
          </a:p>
        </p:txBody>
      </p:sp>
      <p:cxnSp>
        <p:nvCxnSpPr>
          <p:cNvPr id="49" name="Shape 32"/>
          <p:cNvCxnSpPr/>
          <p:nvPr/>
        </p:nvCxnSpPr>
        <p:spPr>
          <a:xfrm rot="10800000" flipH="1" flipV="1">
            <a:off x="1293449" y="2846498"/>
            <a:ext cx="1983151" cy="813250"/>
          </a:xfrm>
          <a:prstGeom prst="bentConnector3">
            <a:avLst>
              <a:gd name="adj1" fmla="val 1010"/>
            </a:avLst>
          </a:prstGeom>
          <a:ln w="19050">
            <a:solidFill>
              <a:schemeClr val="accent4"/>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0" name="Text Placeholder 3"/>
          <p:cNvSpPr txBox="1">
            <a:spLocks/>
          </p:cNvSpPr>
          <p:nvPr/>
        </p:nvSpPr>
        <p:spPr>
          <a:xfrm>
            <a:off x="453297" y="2082161"/>
            <a:ext cx="1680301" cy="69249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4"/>
                </a:solidFill>
                <a:cs typeface="+mj-cs"/>
              </a:rPr>
              <a:t>Title Goes here</a:t>
            </a:r>
            <a:br>
              <a:rPr lang="en-US" sz="1100" dirty="0">
                <a:solidFill>
                  <a:schemeClr val="tx1">
                    <a:lumMod val="75000"/>
                    <a:lumOff val="25000"/>
                  </a:schemeClr>
                </a:solidFill>
                <a:cs typeface="+mj-cs"/>
              </a:rPr>
            </a:br>
            <a:r>
              <a:rPr lang="en-US" sz="1100" dirty="0">
                <a:solidFill>
                  <a:schemeClr val="tx1">
                    <a:lumMod val="50000"/>
                    <a:lumOff val="50000"/>
                  </a:schemeClr>
                </a:solidFill>
                <a:cs typeface="+mj-cs"/>
              </a:rPr>
              <a:t>There are many variations of passages but the majority have alteration in.</a:t>
            </a:r>
          </a:p>
        </p:txBody>
      </p:sp>
      <p:sp>
        <p:nvSpPr>
          <p:cNvPr id="51" name="Text Placeholder 3"/>
          <p:cNvSpPr txBox="1">
            <a:spLocks/>
          </p:cNvSpPr>
          <p:nvPr/>
        </p:nvSpPr>
        <p:spPr>
          <a:xfrm>
            <a:off x="3352800" y="4336703"/>
            <a:ext cx="2438400" cy="52322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5"/>
                </a:solidFill>
                <a:cs typeface="+mj-cs"/>
              </a:rPr>
              <a:t>Title Goes here</a:t>
            </a:r>
            <a:br>
              <a:rPr lang="en-US" sz="1100" dirty="0">
                <a:solidFill>
                  <a:schemeClr val="tx1">
                    <a:lumMod val="75000"/>
                    <a:lumOff val="25000"/>
                  </a:schemeClr>
                </a:solidFill>
                <a:cs typeface="+mj-cs"/>
              </a:rPr>
            </a:br>
            <a:r>
              <a:rPr lang="en-US" sz="1100" dirty="0">
                <a:solidFill>
                  <a:schemeClr val="tx1">
                    <a:lumMod val="50000"/>
                    <a:lumOff val="50000"/>
                  </a:schemeClr>
                </a:solidFill>
                <a:cs typeface="+mj-cs"/>
              </a:rPr>
              <a:t>There are many variations of passages but the majority have alteration in.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18" presetClass="entr" presetSubtype="3" fill="hold" nodeType="after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strips(upRight)">
                                      <p:cBhvr>
                                        <p:cTn id="17" dur="500"/>
                                        <p:tgtEl>
                                          <p:spTgt spid="33"/>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wipe(down)">
                                      <p:cBhvr>
                                        <p:cTn id="21" dur="500"/>
                                        <p:tgtEl>
                                          <p:spTgt spid="40"/>
                                        </p:tgtEl>
                                      </p:cBhvr>
                                    </p:animEffect>
                                  </p:childTnLst>
                                </p:cTn>
                              </p:par>
                            </p:childTnLst>
                          </p:cTn>
                        </p:par>
                        <p:par>
                          <p:cTn id="22" fill="hold">
                            <p:stCondLst>
                              <p:cond delay="2000"/>
                            </p:stCondLst>
                            <p:childTnLst>
                              <p:par>
                                <p:cTn id="23" presetID="2" presetClass="entr" presetSubtype="4" accel="50000" decel="5000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18" presetClass="entr" presetSubtype="9"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strips(upLeft)">
                                      <p:cBhvr>
                                        <p:cTn id="30" dur="500"/>
                                        <p:tgtEl>
                                          <p:spTgt spid="39"/>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wipe(down)">
                                      <p:cBhvr>
                                        <p:cTn id="34" dur="500"/>
                                        <p:tgtEl>
                                          <p:spTgt spid="42"/>
                                        </p:tgtEl>
                                      </p:cBhvr>
                                    </p:animEffect>
                                  </p:childTnLst>
                                </p:cTn>
                              </p:par>
                            </p:childTnLst>
                          </p:cTn>
                        </p:par>
                        <p:par>
                          <p:cTn id="35" fill="hold">
                            <p:stCondLst>
                              <p:cond delay="3500"/>
                            </p:stCondLst>
                            <p:childTnLst>
                              <p:par>
                                <p:cTn id="36" presetID="2" presetClass="entr" presetSubtype="4" accel="50000" decel="5000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500" fill="hold"/>
                                        <p:tgtEl>
                                          <p:spTgt spid="10"/>
                                        </p:tgtEl>
                                        <p:attrNameLst>
                                          <p:attrName>ppt_x</p:attrName>
                                        </p:attrNameLst>
                                      </p:cBhvr>
                                      <p:tavLst>
                                        <p:tav tm="0">
                                          <p:val>
                                            <p:strVal val="#ppt_x"/>
                                          </p:val>
                                        </p:tav>
                                        <p:tav tm="100000">
                                          <p:val>
                                            <p:strVal val="#ppt_x"/>
                                          </p:val>
                                        </p:tav>
                                      </p:tavLst>
                                    </p:anim>
                                    <p:anim calcmode="lin" valueType="num">
                                      <p:cBhvr additive="base">
                                        <p:cTn id="39" dur="500" fill="hold"/>
                                        <p:tgtEl>
                                          <p:spTgt spid="10"/>
                                        </p:tgtEl>
                                        <p:attrNameLst>
                                          <p:attrName>ppt_y</p:attrName>
                                        </p:attrNameLst>
                                      </p:cBhvr>
                                      <p:tavLst>
                                        <p:tav tm="0">
                                          <p:val>
                                            <p:strVal val="1+#ppt_h/2"/>
                                          </p:val>
                                        </p:tav>
                                        <p:tav tm="100000">
                                          <p:val>
                                            <p:strVal val="#ppt_y"/>
                                          </p:val>
                                        </p:tav>
                                      </p:tavLst>
                                    </p:anim>
                                  </p:childTnLst>
                                </p:cTn>
                              </p:par>
                            </p:childTnLst>
                          </p:cTn>
                        </p:par>
                        <p:par>
                          <p:cTn id="40" fill="hold">
                            <p:stCondLst>
                              <p:cond delay="4000"/>
                            </p:stCondLst>
                            <p:childTnLst>
                              <p:par>
                                <p:cTn id="41" presetID="18" presetClass="entr" presetSubtype="3" fill="hold" nodeType="afterEffect">
                                  <p:stCondLst>
                                    <p:cond delay="0"/>
                                  </p:stCondLst>
                                  <p:childTnLst>
                                    <p:set>
                                      <p:cBhvr>
                                        <p:cTn id="42" dur="1" fill="hold">
                                          <p:stCondLst>
                                            <p:cond delay="0"/>
                                          </p:stCondLst>
                                        </p:cTn>
                                        <p:tgtEl>
                                          <p:spTgt spid="44"/>
                                        </p:tgtEl>
                                        <p:attrNameLst>
                                          <p:attrName>style.visibility</p:attrName>
                                        </p:attrNameLst>
                                      </p:cBhvr>
                                      <p:to>
                                        <p:strVal val="visible"/>
                                      </p:to>
                                    </p:set>
                                    <p:animEffect transition="in" filter="strips(upRight)">
                                      <p:cBhvr>
                                        <p:cTn id="43" dur="500"/>
                                        <p:tgtEl>
                                          <p:spTgt spid="44"/>
                                        </p:tgtEl>
                                      </p:cBhvr>
                                    </p:animEffect>
                                  </p:childTnLst>
                                </p:cTn>
                              </p:par>
                            </p:childTnLst>
                          </p:cTn>
                        </p:par>
                        <p:par>
                          <p:cTn id="44" fill="hold">
                            <p:stCondLst>
                              <p:cond delay="4500"/>
                            </p:stCondLst>
                            <p:childTnLst>
                              <p:par>
                                <p:cTn id="45" presetID="22" presetClass="entr" presetSubtype="4"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wipe(down)">
                                      <p:cBhvr>
                                        <p:cTn id="47" dur="500"/>
                                        <p:tgtEl>
                                          <p:spTgt spid="48"/>
                                        </p:tgtEl>
                                      </p:cBhvr>
                                    </p:animEffect>
                                  </p:childTnLst>
                                </p:cTn>
                              </p:par>
                            </p:childTnLst>
                          </p:cTn>
                        </p:par>
                        <p:par>
                          <p:cTn id="48" fill="hold">
                            <p:stCondLst>
                              <p:cond delay="5000"/>
                            </p:stCondLst>
                            <p:childTnLst>
                              <p:par>
                                <p:cTn id="49" presetID="2" presetClass="entr" presetSubtype="4" accel="50000" decel="50000"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500" fill="hold"/>
                                        <p:tgtEl>
                                          <p:spTgt spid="13"/>
                                        </p:tgtEl>
                                        <p:attrNameLst>
                                          <p:attrName>ppt_x</p:attrName>
                                        </p:attrNameLst>
                                      </p:cBhvr>
                                      <p:tavLst>
                                        <p:tav tm="0">
                                          <p:val>
                                            <p:strVal val="#ppt_x"/>
                                          </p:val>
                                        </p:tav>
                                        <p:tav tm="100000">
                                          <p:val>
                                            <p:strVal val="#ppt_x"/>
                                          </p:val>
                                        </p:tav>
                                      </p:tavLst>
                                    </p:anim>
                                    <p:anim calcmode="lin" valueType="num">
                                      <p:cBhvr additive="base">
                                        <p:cTn id="52" dur="500" fill="hold"/>
                                        <p:tgtEl>
                                          <p:spTgt spid="13"/>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18" presetClass="entr" presetSubtype="9" fill="hold" nodeType="afterEffect">
                                  <p:stCondLst>
                                    <p:cond delay="0"/>
                                  </p:stCondLst>
                                  <p:childTnLst>
                                    <p:set>
                                      <p:cBhvr>
                                        <p:cTn id="55" dur="1" fill="hold">
                                          <p:stCondLst>
                                            <p:cond delay="0"/>
                                          </p:stCondLst>
                                        </p:cTn>
                                        <p:tgtEl>
                                          <p:spTgt spid="49"/>
                                        </p:tgtEl>
                                        <p:attrNameLst>
                                          <p:attrName>style.visibility</p:attrName>
                                        </p:attrNameLst>
                                      </p:cBhvr>
                                      <p:to>
                                        <p:strVal val="visible"/>
                                      </p:to>
                                    </p:set>
                                    <p:animEffect transition="in" filter="strips(upLeft)">
                                      <p:cBhvr>
                                        <p:cTn id="56" dur="500"/>
                                        <p:tgtEl>
                                          <p:spTgt spid="49"/>
                                        </p:tgtEl>
                                      </p:cBhvr>
                                    </p:animEffect>
                                  </p:childTnLst>
                                </p:cTn>
                              </p:par>
                            </p:childTnLst>
                          </p:cTn>
                        </p:par>
                        <p:par>
                          <p:cTn id="57" fill="hold">
                            <p:stCondLst>
                              <p:cond delay="6000"/>
                            </p:stCondLst>
                            <p:childTnLst>
                              <p:par>
                                <p:cTn id="58" presetID="22" presetClass="entr" presetSubtype="4" fill="hold" grpId="0" nodeType="afterEffect">
                                  <p:stCondLst>
                                    <p:cond delay="0"/>
                                  </p:stCondLst>
                                  <p:childTnLst>
                                    <p:set>
                                      <p:cBhvr>
                                        <p:cTn id="59" dur="1" fill="hold">
                                          <p:stCondLst>
                                            <p:cond delay="0"/>
                                          </p:stCondLst>
                                        </p:cTn>
                                        <p:tgtEl>
                                          <p:spTgt spid="50"/>
                                        </p:tgtEl>
                                        <p:attrNameLst>
                                          <p:attrName>style.visibility</p:attrName>
                                        </p:attrNameLst>
                                      </p:cBhvr>
                                      <p:to>
                                        <p:strVal val="visible"/>
                                      </p:to>
                                    </p:set>
                                    <p:animEffect transition="in" filter="wipe(down)">
                                      <p:cBhvr>
                                        <p:cTn id="60" dur="500"/>
                                        <p:tgtEl>
                                          <p:spTgt spid="50"/>
                                        </p:tgtEl>
                                      </p:cBhvr>
                                    </p:animEffect>
                                  </p:childTnLst>
                                </p:cTn>
                              </p:par>
                            </p:childTnLst>
                          </p:cTn>
                        </p:par>
                        <p:par>
                          <p:cTn id="61" fill="hold">
                            <p:stCondLst>
                              <p:cond delay="6500"/>
                            </p:stCondLst>
                            <p:childTnLst>
                              <p:par>
                                <p:cTn id="62" presetID="2" presetClass="entr" presetSubtype="4" accel="50000" decel="50000" fill="hold"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additive="base">
                                        <p:cTn id="64" dur="500" fill="hold"/>
                                        <p:tgtEl>
                                          <p:spTgt spid="16"/>
                                        </p:tgtEl>
                                        <p:attrNameLst>
                                          <p:attrName>ppt_x</p:attrName>
                                        </p:attrNameLst>
                                      </p:cBhvr>
                                      <p:tavLst>
                                        <p:tav tm="0">
                                          <p:val>
                                            <p:strVal val="#ppt_x"/>
                                          </p:val>
                                        </p:tav>
                                        <p:tav tm="100000">
                                          <p:val>
                                            <p:strVal val="#ppt_x"/>
                                          </p:val>
                                        </p:tav>
                                      </p:tavLst>
                                    </p:anim>
                                    <p:anim calcmode="lin" valueType="num">
                                      <p:cBhvr additive="base">
                                        <p:cTn id="65" dur="500" fill="hold"/>
                                        <p:tgtEl>
                                          <p:spTgt spid="16"/>
                                        </p:tgtEl>
                                        <p:attrNameLst>
                                          <p:attrName>ppt_y</p:attrName>
                                        </p:attrNameLst>
                                      </p:cBhvr>
                                      <p:tavLst>
                                        <p:tav tm="0">
                                          <p:val>
                                            <p:strVal val="1+#ppt_h/2"/>
                                          </p:val>
                                        </p:tav>
                                        <p:tav tm="100000">
                                          <p:val>
                                            <p:strVal val="#ppt_y"/>
                                          </p:val>
                                        </p:tav>
                                      </p:tavLst>
                                    </p:anim>
                                  </p:childTnLst>
                                </p:cTn>
                              </p:par>
                            </p:childTnLst>
                          </p:cTn>
                        </p:par>
                        <p:par>
                          <p:cTn id="66" fill="hold">
                            <p:stCondLst>
                              <p:cond delay="7000"/>
                            </p:stCondLst>
                            <p:childTnLst>
                              <p:par>
                                <p:cTn id="67" presetID="2" presetClass="entr" presetSubtype="4" accel="50000" decel="50000" fill="hold" grpId="0" nodeType="after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additive="base">
                                        <p:cTn id="69" dur="500" fill="hold"/>
                                        <p:tgtEl>
                                          <p:spTgt spid="9"/>
                                        </p:tgtEl>
                                        <p:attrNameLst>
                                          <p:attrName>ppt_x</p:attrName>
                                        </p:attrNameLst>
                                      </p:cBhvr>
                                      <p:tavLst>
                                        <p:tav tm="0">
                                          <p:val>
                                            <p:strVal val="#ppt_x"/>
                                          </p:val>
                                        </p:tav>
                                        <p:tav tm="100000">
                                          <p:val>
                                            <p:strVal val="#ppt_x"/>
                                          </p:val>
                                        </p:tav>
                                      </p:tavLst>
                                    </p:anim>
                                    <p:anim calcmode="lin" valueType="num">
                                      <p:cBhvr additive="base">
                                        <p:cTn id="70" dur="500" fill="hold"/>
                                        <p:tgtEl>
                                          <p:spTgt spid="9"/>
                                        </p:tgtEl>
                                        <p:attrNameLst>
                                          <p:attrName>ppt_y</p:attrName>
                                        </p:attrNameLst>
                                      </p:cBhvr>
                                      <p:tavLst>
                                        <p:tav tm="0">
                                          <p:val>
                                            <p:strVal val="1+#ppt_h/2"/>
                                          </p:val>
                                        </p:tav>
                                        <p:tav tm="100000">
                                          <p:val>
                                            <p:strVal val="#ppt_y"/>
                                          </p:val>
                                        </p:tav>
                                      </p:tavLst>
                                    </p:anim>
                                  </p:childTnLst>
                                </p:cTn>
                              </p:par>
                            </p:childTnLst>
                          </p:cTn>
                        </p:par>
                        <p:par>
                          <p:cTn id="71" fill="hold">
                            <p:stCondLst>
                              <p:cond delay="7500"/>
                            </p:stCondLst>
                            <p:childTnLst>
                              <p:par>
                                <p:cTn id="72" presetID="22" presetClass="entr" presetSubtype="4" fill="hold" grpId="0" nodeType="afterEffect">
                                  <p:stCondLst>
                                    <p:cond delay="0"/>
                                  </p:stCondLst>
                                  <p:childTnLst>
                                    <p:set>
                                      <p:cBhvr>
                                        <p:cTn id="73" dur="1" fill="hold">
                                          <p:stCondLst>
                                            <p:cond delay="0"/>
                                          </p:stCondLst>
                                        </p:cTn>
                                        <p:tgtEl>
                                          <p:spTgt spid="51"/>
                                        </p:tgtEl>
                                        <p:attrNameLst>
                                          <p:attrName>style.visibility</p:attrName>
                                        </p:attrNameLst>
                                      </p:cBhvr>
                                      <p:to>
                                        <p:strVal val="visible"/>
                                      </p:to>
                                    </p:set>
                                    <p:animEffect transition="in" filter="wipe(down)">
                                      <p:cBhvr>
                                        <p:cTn id="74"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0" grpId="0"/>
      <p:bldP spid="42" grpId="0"/>
      <p:bldP spid="48" grpId="0"/>
      <p:bldP spid="50" grpId="0"/>
      <p:bldP spid="51"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6553200" y="1194443"/>
            <a:ext cx="3071812" cy="817563"/>
            <a:chOff x="6099176" y="600076"/>
            <a:chExt cx="3071812" cy="817563"/>
          </a:xfrm>
        </p:grpSpPr>
        <p:sp>
          <p:nvSpPr>
            <p:cNvPr id="53" name="AutoShape 3"/>
            <p:cNvSpPr>
              <a:spLocks noChangeAspect="1" noChangeArrowheads="1" noTextEdit="1"/>
            </p:cNvSpPr>
            <p:nvPr/>
          </p:nvSpPr>
          <p:spPr bwMode="auto">
            <a:xfrm>
              <a:off x="6107113" y="604838"/>
              <a:ext cx="3063875" cy="8096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
            <p:cNvSpPr>
              <a:spLocks/>
            </p:cNvSpPr>
            <p:nvPr/>
          </p:nvSpPr>
          <p:spPr bwMode="auto">
            <a:xfrm>
              <a:off x="7294563" y="615951"/>
              <a:ext cx="1395413" cy="592138"/>
            </a:xfrm>
            <a:custGeom>
              <a:avLst/>
              <a:gdLst/>
              <a:ahLst/>
              <a:cxnLst>
                <a:cxn ang="0">
                  <a:pos x="1181" y="347"/>
                </a:cxn>
                <a:cxn ang="0">
                  <a:pos x="1176" y="0"/>
                </a:cxn>
                <a:cxn ang="0">
                  <a:pos x="0" y="26"/>
                </a:cxn>
                <a:cxn ang="0">
                  <a:pos x="5" y="373"/>
                </a:cxn>
                <a:cxn ang="0">
                  <a:pos x="1181" y="347"/>
                </a:cxn>
              </a:cxnLst>
              <a:rect l="0" t="0" r="r" b="b"/>
              <a:pathLst>
                <a:path w="1181" h="373">
                  <a:moveTo>
                    <a:pt x="1181" y="347"/>
                  </a:moveTo>
                  <a:lnTo>
                    <a:pt x="1176" y="0"/>
                  </a:lnTo>
                  <a:lnTo>
                    <a:pt x="0" y="26"/>
                  </a:lnTo>
                  <a:lnTo>
                    <a:pt x="5" y="373"/>
                  </a:lnTo>
                  <a:lnTo>
                    <a:pt x="1181" y="347"/>
                  </a:lnTo>
                  <a:close/>
                </a:path>
              </a:pathLst>
            </a:custGeom>
            <a:solidFill>
              <a:schemeClr val="tx1">
                <a:lumMod val="75000"/>
                <a:lumOff val="2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6"/>
            <p:cNvSpPr>
              <a:spLocks/>
            </p:cNvSpPr>
            <p:nvPr/>
          </p:nvSpPr>
          <p:spPr bwMode="auto">
            <a:xfrm>
              <a:off x="6259513" y="857251"/>
              <a:ext cx="198438" cy="560388"/>
            </a:xfrm>
            <a:custGeom>
              <a:avLst/>
              <a:gdLst/>
              <a:ahLst/>
              <a:cxnLst>
                <a:cxn ang="0">
                  <a:pos x="51" y="374"/>
                </a:cxn>
                <a:cxn ang="0">
                  <a:pos x="51" y="374"/>
                </a:cxn>
                <a:cxn ang="0">
                  <a:pos x="3" y="319"/>
                </a:cxn>
                <a:cxn ang="0">
                  <a:pos x="29" y="50"/>
                </a:cxn>
                <a:cxn ang="0">
                  <a:pos x="84" y="2"/>
                </a:cxn>
                <a:cxn ang="0">
                  <a:pos x="132" y="57"/>
                </a:cxn>
                <a:cxn ang="0">
                  <a:pos x="106" y="326"/>
                </a:cxn>
                <a:cxn ang="0">
                  <a:pos x="51" y="374"/>
                </a:cxn>
              </a:cxnLst>
              <a:rect l="0" t="0" r="r" b="b"/>
              <a:pathLst>
                <a:path w="134" h="376">
                  <a:moveTo>
                    <a:pt x="51" y="374"/>
                  </a:moveTo>
                  <a:cubicBezTo>
                    <a:pt x="51" y="374"/>
                    <a:pt x="51" y="374"/>
                    <a:pt x="51" y="374"/>
                  </a:cubicBezTo>
                  <a:cubicBezTo>
                    <a:pt x="22" y="372"/>
                    <a:pt x="0" y="347"/>
                    <a:pt x="3" y="319"/>
                  </a:cubicBezTo>
                  <a:cubicBezTo>
                    <a:pt x="29" y="50"/>
                    <a:pt x="29" y="50"/>
                    <a:pt x="29" y="50"/>
                  </a:cubicBezTo>
                  <a:cubicBezTo>
                    <a:pt x="32" y="22"/>
                    <a:pt x="56" y="0"/>
                    <a:pt x="84" y="2"/>
                  </a:cubicBezTo>
                  <a:cubicBezTo>
                    <a:pt x="113" y="4"/>
                    <a:pt x="134" y="29"/>
                    <a:pt x="132" y="57"/>
                  </a:cubicBezTo>
                  <a:cubicBezTo>
                    <a:pt x="106" y="326"/>
                    <a:pt x="106" y="326"/>
                    <a:pt x="106" y="326"/>
                  </a:cubicBezTo>
                  <a:cubicBezTo>
                    <a:pt x="103" y="354"/>
                    <a:pt x="79" y="376"/>
                    <a:pt x="51" y="374"/>
                  </a:cubicBezTo>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7"/>
            <p:cNvSpPr>
              <a:spLocks/>
            </p:cNvSpPr>
            <p:nvPr/>
          </p:nvSpPr>
          <p:spPr bwMode="auto">
            <a:xfrm>
              <a:off x="6423026" y="835026"/>
              <a:ext cx="182563" cy="563563"/>
            </a:xfrm>
            <a:custGeom>
              <a:avLst/>
              <a:gdLst/>
              <a:ahLst/>
              <a:cxnLst>
                <a:cxn ang="0">
                  <a:pos x="74" y="375"/>
                </a:cxn>
                <a:cxn ang="0">
                  <a:pos x="74" y="375"/>
                </a:cxn>
                <a:cxn ang="0">
                  <a:pos x="18" y="329"/>
                </a:cxn>
                <a:cxn ang="0">
                  <a:pos x="2" y="59"/>
                </a:cxn>
                <a:cxn ang="0">
                  <a:pos x="48" y="3"/>
                </a:cxn>
                <a:cxn ang="0">
                  <a:pos x="105" y="49"/>
                </a:cxn>
                <a:cxn ang="0">
                  <a:pos x="121" y="319"/>
                </a:cxn>
                <a:cxn ang="0">
                  <a:pos x="74" y="375"/>
                </a:cxn>
              </a:cxnLst>
              <a:rect l="0" t="0" r="r" b="b"/>
              <a:pathLst>
                <a:path w="123" h="378">
                  <a:moveTo>
                    <a:pt x="74" y="375"/>
                  </a:moveTo>
                  <a:cubicBezTo>
                    <a:pt x="74" y="375"/>
                    <a:pt x="74" y="375"/>
                    <a:pt x="74" y="375"/>
                  </a:cubicBezTo>
                  <a:cubicBezTo>
                    <a:pt x="46" y="378"/>
                    <a:pt x="20" y="357"/>
                    <a:pt x="18" y="329"/>
                  </a:cubicBezTo>
                  <a:cubicBezTo>
                    <a:pt x="2" y="59"/>
                    <a:pt x="2" y="59"/>
                    <a:pt x="2" y="59"/>
                  </a:cubicBezTo>
                  <a:cubicBezTo>
                    <a:pt x="0" y="31"/>
                    <a:pt x="20" y="5"/>
                    <a:pt x="48" y="3"/>
                  </a:cubicBezTo>
                  <a:cubicBezTo>
                    <a:pt x="77" y="0"/>
                    <a:pt x="102" y="21"/>
                    <a:pt x="105" y="49"/>
                  </a:cubicBezTo>
                  <a:cubicBezTo>
                    <a:pt x="121" y="319"/>
                    <a:pt x="121" y="319"/>
                    <a:pt x="121" y="319"/>
                  </a:cubicBezTo>
                  <a:cubicBezTo>
                    <a:pt x="123" y="348"/>
                    <a:pt x="103" y="373"/>
                    <a:pt x="74" y="375"/>
                  </a:cubicBezTo>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8"/>
            <p:cNvSpPr>
              <a:spLocks/>
            </p:cNvSpPr>
            <p:nvPr/>
          </p:nvSpPr>
          <p:spPr bwMode="auto">
            <a:xfrm>
              <a:off x="6256338" y="700088"/>
              <a:ext cx="735013" cy="554038"/>
            </a:xfrm>
            <a:custGeom>
              <a:avLst/>
              <a:gdLst/>
              <a:ahLst/>
              <a:cxnLst>
                <a:cxn ang="0">
                  <a:pos x="463" y="107"/>
                </a:cxn>
                <a:cxn ang="0">
                  <a:pos x="169" y="0"/>
                </a:cxn>
                <a:cxn ang="0">
                  <a:pos x="0" y="186"/>
                </a:cxn>
                <a:cxn ang="0">
                  <a:pos x="6" y="349"/>
                </a:cxn>
                <a:cxn ang="0">
                  <a:pos x="402" y="262"/>
                </a:cxn>
                <a:cxn ang="0">
                  <a:pos x="463" y="107"/>
                </a:cxn>
              </a:cxnLst>
              <a:rect l="0" t="0" r="r" b="b"/>
              <a:pathLst>
                <a:path w="463" h="349">
                  <a:moveTo>
                    <a:pt x="463" y="107"/>
                  </a:moveTo>
                  <a:lnTo>
                    <a:pt x="169" y="0"/>
                  </a:lnTo>
                  <a:lnTo>
                    <a:pt x="0" y="186"/>
                  </a:lnTo>
                  <a:lnTo>
                    <a:pt x="6" y="349"/>
                  </a:lnTo>
                  <a:lnTo>
                    <a:pt x="402" y="262"/>
                  </a:lnTo>
                  <a:lnTo>
                    <a:pt x="463" y="107"/>
                  </a:lnTo>
                  <a:close/>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9"/>
            <p:cNvSpPr>
              <a:spLocks/>
            </p:cNvSpPr>
            <p:nvPr/>
          </p:nvSpPr>
          <p:spPr bwMode="auto">
            <a:xfrm>
              <a:off x="6456363" y="788988"/>
              <a:ext cx="303213" cy="555625"/>
            </a:xfrm>
            <a:custGeom>
              <a:avLst/>
              <a:gdLst/>
              <a:ahLst/>
              <a:cxnLst>
                <a:cxn ang="0">
                  <a:pos x="165" y="362"/>
                </a:cxn>
                <a:cxn ang="0">
                  <a:pos x="165" y="362"/>
                </a:cxn>
                <a:cxn ang="0">
                  <a:pos x="98" y="333"/>
                </a:cxn>
                <a:cxn ang="0">
                  <a:pos x="9" y="77"/>
                </a:cxn>
                <a:cxn ang="0">
                  <a:pos x="39" y="11"/>
                </a:cxn>
                <a:cxn ang="0">
                  <a:pos x="105" y="40"/>
                </a:cxn>
                <a:cxn ang="0">
                  <a:pos x="195" y="296"/>
                </a:cxn>
                <a:cxn ang="0">
                  <a:pos x="165" y="362"/>
                </a:cxn>
              </a:cxnLst>
              <a:rect l="0" t="0" r="r" b="b"/>
              <a:pathLst>
                <a:path w="204" h="372">
                  <a:moveTo>
                    <a:pt x="165" y="362"/>
                  </a:moveTo>
                  <a:cubicBezTo>
                    <a:pt x="165" y="362"/>
                    <a:pt x="165" y="362"/>
                    <a:pt x="165" y="362"/>
                  </a:cubicBezTo>
                  <a:cubicBezTo>
                    <a:pt x="139" y="372"/>
                    <a:pt x="108" y="359"/>
                    <a:pt x="98" y="333"/>
                  </a:cubicBezTo>
                  <a:cubicBezTo>
                    <a:pt x="9" y="77"/>
                    <a:pt x="9" y="77"/>
                    <a:pt x="9" y="77"/>
                  </a:cubicBezTo>
                  <a:cubicBezTo>
                    <a:pt x="0" y="51"/>
                    <a:pt x="12" y="21"/>
                    <a:pt x="39" y="11"/>
                  </a:cubicBezTo>
                  <a:cubicBezTo>
                    <a:pt x="65" y="0"/>
                    <a:pt x="95" y="14"/>
                    <a:pt x="105" y="40"/>
                  </a:cubicBezTo>
                  <a:cubicBezTo>
                    <a:pt x="195" y="296"/>
                    <a:pt x="195" y="296"/>
                    <a:pt x="195" y="296"/>
                  </a:cubicBezTo>
                  <a:cubicBezTo>
                    <a:pt x="204" y="322"/>
                    <a:pt x="191" y="352"/>
                    <a:pt x="165" y="362"/>
                  </a:cubicBezTo>
                </a:path>
              </a:pathLst>
            </a:custGeom>
            <a:solidFill>
              <a:srgbClr val="D4B19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0"/>
            <p:cNvSpPr>
              <a:spLocks/>
            </p:cNvSpPr>
            <p:nvPr/>
          </p:nvSpPr>
          <p:spPr bwMode="auto">
            <a:xfrm>
              <a:off x="6437313" y="600076"/>
              <a:ext cx="642938" cy="363538"/>
            </a:xfrm>
            <a:custGeom>
              <a:avLst/>
              <a:gdLst/>
              <a:ahLst/>
              <a:cxnLst>
                <a:cxn ang="0">
                  <a:pos x="428" y="191"/>
                </a:cxn>
                <a:cxn ang="0">
                  <a:pos x="428" y="191"/>
                </a:cxn>
                <a:cxn ang="0">
                  <a:pos x="368" y="234"/>
                </a:cxn>
                <a:cxn ang="0">
                  <a:pos x="47" y="106"/>
                </a:cxn>
                <a:cxn ang="0">
                  <a:pos x="5" y="46"/>
                </a:cxn>
                <a:cxn ang="0">
                  <a:pos x="65" y="4"/>
                </a:cxn>
                <a:cxn ang="0">
                  <a:pos x="386" y="132"/>
                </a:cxn>
                <a:cxn ang="0">
                  <a:pos x="428" y="191"/>
                </a:cxn>
              </a:cxnLst>
              <a:rect l="0" t="0" r="r" b="b"/>
              <a:pathLst>
                <a:path w="433" h="244">
                  <a:moveTo>
                    <a:pt x="428" y="191"/>
                  </a:moveTo>
                  <a:cubicBezTo>
                    <a:pt x="428" y="191"/>
                    <a:pt x="428" y="191"/>
                    <a:pt x="428" y="191"/>
                  </a:cubicBezTo>
                  <a:cubicBezTo>
                    <a:pt x="423" y="219"/>
                    <a:pt x="395" y="244"/>
                    <a:pt x="368" y="234"/>
                  </a:cubicBezTo>
                  <a:cubicBezTo>
                    <a:pt x="47" y="106"/>
                    <a:pt x="47" y="106"/>
                    <a:pt x="47" y="106"/>
                  </a:cubicBezTo>
                  <a:cubicBezTo>
                    <a:pt x="21" y="96"/>
                    <a:pt x="0" y="74"/>
                    <a:pt x="5" y="46"/>
                  </a:cubicBezTo>
                  <a:cubicBezTo>
                    <a:pt x="10" y="18"/>
                    <a:pt x="37" y="0"/>
                    <a:pt x="65" y="4"/>
                  </a:cubicBezTo>
                  <a:cubicBezTo>
                    <a:pt x="386" y="132"/>
                    <a:pt x="386" y="132"/>
                    <a:pt x="386" y="132"/>
                  </a:cubicBezTo>
                  <a:cubicBezTo>
                    <a:pt x="412" y="142"/>
                    <a:pt x="433" y="163"/>
                    <a:pt x="428" y="191"/>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1"/>
            <p:cNvSpPr>
              <a:spLocks/>
            </p:cNvSpPr>
            <p:nvPr/>
          </p:nvSpPr>
          <p:spPr bwMode="auto">
            <a:xfrm>
              <a:off x="6189663" y="600076"/>
              <a:ext cx="411163" cy="401638"/>
            </a:xfrm>
            <a:custGeom>
              <a:avLst/>
              <a:gdLst/>
              <a:ahLst/>
              <a:cxnLst>
                <a:cxn ang="0">
                  <a:pos x="18" y="244"/>
                </a:cxn>
                <a:cxn ang="0">
                  <a:pos x="18" y="244"/>
                </a:cxn>
                <a:cxn ang="0">
                  <a:pos x="23" y="172"/>
                </a:cxn>
                <a:cxn ang="0">
                  <a:pos x="186" y="20"/>
                </a:cxn>
                <a:cxn ang="0">
                  <a:pos x="259" y="25"/>
                </a:cxn>
                <a:cxn ang="0">
                  <a:pos x="254" y="97"/>
                </a:cxn>
                <a:cxn ang="0">
                  <a:pos x="91" y="249"/>
                </a:cxn>
                <a:cxn ang="0">
                  <a:pos x="18" y="244"/>
                </a:cxn>
              </a:cxnLst>
              <a:rect l="0" t="0" r="r" b="b"/>
              <a:pathLst>
                <a:path w="277" h="269">
                  <a:moveTo>
                    <a:pt x="18" y="244"/>
                  </a:moveTo>
                  <a:cubicBezTo>
                    <a:pt x="18" y="244"/>
                    <a:pt x="18" y="244"/>
                    <a:pt x="18" y="244"/>
                  </a:cubicBezTo>
                  <a:cubicBezTo>
                    <a:pt x="0" y="223"/>
                    <a:pt x="3" y="191"/>
                    <a:pt x="23" y="172"/>
                  </a:cubicBezTo>
                  <a:cubicBezTo>
                    <a:pt x="186" y="20"/>
                    <a:pt x="186" y="20"/>
                    <a:pt x="186" y="20"/>
                  </a:cubicBezTo>
                  <a:cubicBezTo>
                    <a:pt x="206" y="0"/>
                    <a:pt x="240" y="3"/>
                    <a:pt x="259" y="25"/>
                  </a:cubicBezTo>
                  <a:cubicBezTo>
                    <a:pt x="277" y="46"/>
                    <a:pt x="275" y="79"/>
                    <a:pt x="254" y="97"/>
                  </a:cubicBezTo>
                  <a:cubicBezTo>
                    <a:pt x="91" y="249"/>
                    <a:pt x="91" y="249"/>
                    <a:pt x="91" y="249"/>
                  </a:cubicBezTo>
                  <a:cubicBezTo>
                    <a:pt x="71" y="269"/>
                    <a:pt x="37" y="266"/>
                    <a:pt x="18" y="244"/>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2"/>
            <p:cNvSpPr>
              <a:spLocks/>
            </p:cNvSpPr>
            <p:nvPr/>
          </p:nvSpPr>
          <p:spPr bwMode="auto">
            <a:xfrm>
              <a:off x="6099176" y="842963"/>
              <a:ext cx="250825" cy="560388"/>
            </a:xfrm>
            <a:custGeom>
              <a:avLst/>
              <a:gdLst/>
              <a:ahLst/>
              <a:cxnLst>
                <a:cxn ang="0">
                  <a:pos x="48" y="372"/>
                </a:cxn>
                <a:cxn ang="0">
                  <a:pos x="48" y="372"/>
                </a:cxn>
                <a:cxn ang="0">
                  <a:pos x="6" y="312"/>
                </a:cxn>
                <a:cxn ang="0">
                  <a:pos x="61" y="47"/>
                </a:cxn>
                <a:cxn ang="0">
                  <a:pos x="121" y="5"/>
                </a:cxn>
                <a:cxn ang="0">
                  <a:pos x="163" y="65"/>
                </a:cxn>
                <a:cxn ang="0">
                  <a:pos x="108" y="330"/>
                </a:cxn>
                <a:cxn ang="0">
                  <a:pos x="48" y="372"/>
                </a:cxn>
              </a:cxnLst>
              <a:rect l="0" t="0" r="r" b="b"/>
              <a:pathLst>
                <a:path w="168" h="376">
                  <a:moveTo>
                    <a:pt x="48" y="372"/>
                  </a:moveTo>
                  <a:cubicBezTo>
                    <a:pt x="48" y="372"/>
                    <a:pt x="48" y="372"/>
                    <a:pt x="48" y="372"/>
                  </a:cubicBezTo>
                  <a:cubicBezTo>
                    <a:pt x="20" y="367"/>
                    <a:pt x="0" y="339"/>
                    <a:pt x="6" y="312"/>
                  </a:cubicBezTo>
                  <a:cubicBezTo>
                    <a:pt x="61" y="47"/>
                    <a:pt x="61" y="47"/>
                    <a:pt x="61" y="47"/>
                  </a:cubicBezTo>
                  <a:cubicBezTo>
                    <a:pt x="67" y="19"/>
                    <a:pt x="93" y="0"/>
                    <a:pt x="121" y="5"/>
                  </a:cubicBezTo>
                  <a:cubicBezTo>
                    <a:pt x="149" y="10"/>
                    <a:pt x="168" y="37"/>
                    <a:pt x="163" y="65"/>
                  </a:cubicBezTo>
                  <a:cubicBezTo>
                    <a:pt x="108" y="330"/>
                    <a:pt x="108" y="330"/>
                    <a:pt x="108" y="330"/>
                  </a:cubicBezTo>
                  <a:cubicBezTo>
                    <a:pt x="102" y="357"/>
                    <a:pt x="76" y="376"/>
                    <a:pt x="48" y="372"/>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3"/>
            <p:cNvSpPr>
              <a:spLocks/>
            </p:cNvSpPr>
            <p:nvPr/>
          </p:nvSpPr>
          <p:spPr bwMode="auto">
            <a:xfrm>
              <a:off x="6469063" y="652463"/>
              <a:ext cx="560388" cy="560388"/>
            </a:xfrm>
            <a:custGeom>
              <a:avLst/>
              <a:gdLst/>
              <a:ahLst/>
              <a:cxnLst>
                <a:cxn ang="0">
                  <a:pos x="0" y="129"/>
                </a:cxn>
                <a:cxn ang="0">
                  <a:pos x="157" y="282"/>
                </a:cxn>
                <a:cxn ang="0">
                  <a:pos x="377" y="269"/>
                </a:cxn>
                <a:cxn ang="0">
                  <a:pos x="282" y="91"/>
                </a:cxn>
                <a:cxn ang="0">
                  <a:pos x="0" y="129"/>
                </a:cxn>
              </a:cxnLst>
              <a:rect l="0" t="0" r="r" b="b"/>
              <a:pathLst>
                <a:path w="377" h="376">
                  <a:moveTo>
                    <a:pt x="0" y="129"/>
                  </a:moveTo>
                  <a:cubicBezTo>
                    <a:pt x="47" y="140"/>
                    <a:pt x="236" y="189"/>
                    <a:pt x="157" y="282"/>
                  </a:cubicBezTo>
                  <a:cubicBezTo>
                    <a:pt x="77" y="376"/>
                    <a:pt x="377" y="269"/>
                    <a:pt x="377" y="269"/>
                  </a:cubicBezTo>
                  <a:cubicBezTo>
                    <a:pt x="282" y="91"/>
                    <a:pt x="282" y="91"/>
                    <a:pt x="282" y="91"/>
                  </a:cubicBezTo>
                  <a:cubicBezTo>
                    <a:pt x="282" y="91"/>
                    <a:pt x="116" y="0"/>
                    <a:pt x="0" y="129"/>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4"/>
            <p:cNvSpPr>
              <a:spLocks/>
            </p:cNvSpPr>
            <p:nvPr/>
          </p:nvSpPr>
          <p:spPr bwMode="auto">
            <a:xfrm>
              <a:off x="6900863" y="787401"/>
              <a:ext cx="295275" cy="392113"/>
            </a:xfrm>
            <a:custGeom>
              <a:avLst/>
              <a:gdLst/>
              <a:ahLst/>
              <a:cxnLst>
                <a:cxn ang="0">
                  <a:pos x="0" y="1"/>
                </a:cxn>
                <a:cxn ang="0">
                  <a:pos x="34" y="246"/>
                </a:cxn>
                <a:cxn ang="0">
                  <a:pos x="186" y="247"/>
                </a:cxn>
                <a:cxn ang="0">
                  <a:pos x="178" y="0"/>
                </a:cxn>
                <a:cxn ang="0">
                  <a:pos x="0" y="1"/>
                </a:cxn>
              </a:cxnLst>
              <a:rect l="0" t="0" r="r" b="b"/>
              <a:pathLst>
                <a:path w="186" h="247">
                  <a:moveTo>
                    <a:pt x="0" y="1"/>
                  </a:moveTo>
                  <a:lnTo>
                    <a:pt x="34" y="246"/>
                  </a:lnTo>
                  <a:lnTo>
                    <a:pt x="186" y="247"/>
                  </a:lnTo>
                  <a:lnTo>
                    <a:pt x="178" y="0"/>
                  </a:lnTo>
                  <a:lnTo>
                    <a:pt x="0" y="1"/>
                  </a:lnTo>
                  <a:close/>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 name="Title 6"/>
          <p:cNvSpPr>
            <a:spLocks noGrp="1"/>
          </p:cNvSpPr>
          <p:nvPr>
            <p:ph type="title"/>
          </p:nvPr>
        </p:nvSpPr>
        <p:spPr/>
        <p:txBody>
          <a:bodyPr/>
          <a:lstStyle/>
          <a:p>
            <a:r>
              <a:rPr lang="en-US"/>
              <a:t>Security Infographic</a:t>
            </a:r>
            <a:endParaRPr lang="en-US" dirty="0"/>
          </a:p>
        </p:txBody>
      </p:sp>
      <p:sp>
        <p:nvSpPr>
          <p:cNvPr id="8" name="Text Placeholder 7"/>
          <p:cNvSpPr>
            <a:spLocks noGrp="1"/>
          </p:cNvSpPr>
          <p:nvPr>
            <p:ph type="body" sz="half" idx="2"/>
          </p:nvPr>
        </p:nvSpPr>
        <p:spPr/>
        <p:txBody>
          <a:bodyPr/>
          <a:lstStyle/>
          <a:p>
            <a:r>
              <a:rPr lang="en-US"/>
              <a:t>Security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252</a:t>
            </a:fld>
            <a:endParaRPr lang="en-US" dirty="0"/>
          </a:p>
        </p:txBody>
      </p:sp>
      <p:grpSp>
        <p:nvGrpSpPr>
          <p:cNvPr id="3" name="Group 84"/>
          <p:cNvGrpSpPr/>
          <p:nvPr/>
        </p:nvGrpSpPr>
        <p:grpSpPr>
          <a:xfrm>
            <a:off x="533400" y="1280088"/>
            <a:ext cx="2222309" cy="2823960"/>
            <a:chOff x="533400" y="1280088"/>
            <a:chExt cx="2222309" cy="2823960"/>
          </a:xfrm>
        </p:grpSpPr>
        <p:grpSp>
          <p:nvGrpSpPr>
            <p:cNvPr id="4" name="Group 51"/>
            <p:cNvGrpSpPr/>
            <p:nvPr/>
          </p:nvGrpSpPr>
          <p:grpSpPr>
            <a:xfrm>
              <a:off x="533400" y="1280088"/>
              <a:ext cx="2222309" cy="1173973"/>
              <a:chOff x="3124200" y="1405863"/>
              <a:chExt cx="2248039" cy="1187565"/>
            </a:xfrm>
          </p:grpSpPr>
          <p:sp>
            <p:nvSpPr>
              <p:cNvPr id="5" name="U-Turn Arrow 4"/>
              <p:cNvSpPr/>
              <p:nvPr/>
            </p:nvSpPr>
            <p:spPr bwMode="auto">
              <a:xfrm>
                <a:off x="3432193" y="1405863"/>
                <a:ext cx="1816283" cy="1037875"/>
              </a:xfrm>
              <a:prstGeom prst="uturnArrow">
                <a:avLst>
                  <a:gd name="adj1" fmla="val 18135"/>
                  <a:gd name="adj2" fmla="val 25000"/>
                  <a:gd name="adj3" fmla="val 0"/>
                  <a:gd name="adj4" fmla="val 79534"/>
                  <a:gd name="adj5" fmla="val 100000"/>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Rounded Rectangle 5"/>
              <p:cNvSpPr/>
              <p:nvPr/>
            </p:nvSpPr>
            <p:spPr bwMode="auto">
              <a:xfrm>
                <a:off x="3124200" y="2435772"/>
                <a:ext cx="2248039" cy="157656"/>
              </a:xfrm>
              <a:prstGeom prst="roundRect">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grpSp>
        <p:sp>
          <p:nvSpPr>
            <p:cNvPr id="9" name="Rounded Rectangle 8"/>
            <p:cNvSpPr/>
            <p:nvPr/>
          </p:nvSpPr>
          <p:spPr bwMode="auto">
            <a:xfrm>
              <a:off x="533400" y="3948196"/>
              <a:ext cx="2222309" cy="155852"/>
            </a:xfrm>
            <a:prstGeom prst="roundRect">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grpSp>
          <p:nvGrpSpPr>
            <p:cNvPr id="10" name="Group 82"/>
            <p:cNvGrpSpPr/>
            <p:nvPr/>
          </p:nvGrpSpPr>
          <p:grpSpPr>
            <a:xfrm>
              <a:off x="714692" y="2463888"/>
              <a:ext cx="1940814" cy="1484309"/>
              <a:chOff x="772345" y="2580887"/>
              <a:chExt cx="1742256" cy="1053502"/>
            </a:xfrm>
          </p:grpSpPr>
          <p:sp>
            <p:nvSpPr>
              <p:cNvPr id="11" name="Round Same Side Corner Rectangle 10"/>
              <p:cNvSpPr/>
              <p:nvPr/>
            </p:nvSpPr>
            <p:spPr bwMode="auto">
              <a:xfrm>
                <a:off x="772345" y="2580887"/>
                <a:ext cx="1742256" cy="252999"/>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14" name="Rectangle 13"/>
              <p:cNvSpPr/>
              <p:nvPr/>
            </p:nvSpPr>
            <p:spPr bwMode="auto">
              <a:xfrm>
                <a:off x="772345" y="2847721"/>
                <a:ext cx="1742256" cy="252999"/>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17" name="Rectangle 16"/>
              <p:cNvSpPr/>
              <p:nvPr/>
            </p:nvSpPr>
            <p:spPr bwMode="auto">
              <a:xfrm>
                <a:off x="772345" y="3114555"/>
                <a:ext cx="1742256" cy="252999"/>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sp>
            <p:nvSpPr>
              <p:cNvPr id="20" name="Rectangle 19"/>
              <p:cNvSpPr/>
              <p:nvPr/>
            </p:nvSpPr>
            <p:spPr bwMode="auto">
              <a:xfrm>
                <a:off x="772345" y="3381390"/>
                <a:ext cx="1742256" cy="252999"/>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100"/>
              </a:p>
            </p:txBody>
          </p:sp>
        </p:grpSp>
        <p:grpSp>
          <p:nvGrpSpPr>
            <p:cNvPr id="12" name="Group 36"/>
            <p:cNvGrpSpPr/>
            <p:nvPr/>
          </p:nvGrpSpPr>
          <p:grpSpPr>
            <a:xfrm>
              <a:off x="1368278" y="2681464"/>
              <a:ext cx="572688" cy="1030838"/>
              <a:chOff x="3886200" y="1962150"/>
              <a:chExt cx="762000" cy="1371600"/>
            </a:xfrm>
            <a:solidFill>
              <a:schemeClr val="tx1">
                <a:lumMod val="90000"/>
                <a:lumOff val="10000"/>
              </a:schemeClr>
            </a:solidFill>
          </p:grpSpPr>
          <p:sp>
            <p:nvSpPr>
              <p:cNvPr id="35" name="Trapezoid 34"/>
              <p:cNvSpPr/>
              <p:nvPr/>
            </p:nvSpPr>
            <p:spPr bwMode="auto">
              <a:xfrm>
                <a:off x="3924300" y="2470119"/>
                <a:ext cx="685800" cy="863631"/>
              </a:xfrm>
              <a:prstGeom prst="trapezoid">
                <a:avLst/>
              </a:prstGeom>
              <a:solidFill>
                <a:schemeClr val="tx1">
                  <a:lumMod val="10000"/>
                  <a:lumOff val="90000"/>
                </a:schemeClr>
              </a:solidFill>
              <a:ln w="9525">
                <a:noFill/>
                <a:round/>
                <a:headEnd/>
                <a:tailEnd/>
              </a:ln>
              <a:effectLst>
                <a:innerShdw blurRad="63500" dist="50800" dir="13500000">
                  <a:prstClr val="black">
                    <a:alpha val="50000"/>
                  </a:prstClr>
                </a:inn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36" name="Oval 35"/>
              <p:cNvSpPr/>
              <p:nvPr/>
            </p:nvSpPr>
            <p:spPr bwMode="auto">
              <a:xfrm>
                <a:off x="3886200" y="1962150"/>
                <a:ext cx="762000" cy="762000"/>
              </a:xfrm>
              <a:prstGeom prst="ellipse">
                <a:avLst/>
              </a:prstGeom>
              <a:solidFill>
                <a:schemeClr val="tx1">
                  <a:lumMod val="10000"/>
                  <a:lumOff val="90000"/>
                </a:schemeClr>
              </a:solidFill>
              <a:ln w="9525">
                <a:noFill/>
                <a:round/>
                <a:headEnd/>
                <a:tailEnd/>
              </a:ln>
              <a:effectLst>
                <a:innerShdw blurRad="63500" dist="50800" dir="13500000">
                  <a:prstClr val="black">
                    <a:alpha val="50000"/>
                  </a:prstClr>
                </a:innerShdw>
              </a:effectLst>
            </p:spPr>
            <p:txBody>
              <a:bodyPr vert="horz" wrap="square" lIns="91440" tIns="45720" rIns="91440" bIns="45720" numCol="1" rtlCol="0" anchor="t" anchorCtr="0" compatLnSpc="1">
                <a:prstTxWarp prst="textNoShape">
                  <a:avLst/>
                </a:prstTxWarp>
              </a:bodyPr>
              <a:lstStyle/>
              <a:p>
                <a:pPr algn="ctr"/>
                <a:endParaRPr lang="en-US"/>
              </a:p>
            </p:txBody>
          </p:sp>
        </p:grpSp>
      </p:grpSp>
      <p:sp>
        <p:nvSpPr>
          <p:cNvPr id="38" name="Freeform 9"/>
          <p:cNvSpPr>
            <a:spLocks noEditPoints="1"/>
          </p:cNvSpPr>
          <p:nvPr/>
        </p:nvSpPr>
        <p:spPr bwMode="auto">
          <a:xfrm rot="2024094">
            <a:off x="3477074" y="1991626"/>
            <a:ext cx="550060" cy="1269962"/>
          </a:xfrm>
          <a:custGeom>
            <a:avLst/>
            <a:gdLst/>
            <a:ahLst/>
            <a:cxnLst>
              <a:cxn ang="0">
                <a:pos x="0" y="84"/>
              </a:cxn>
              <a:cxn ang="0">
                <a:pos x="50" y="134"/>
              </a:cxn>
              <a:cxn ang="0">
                <a:pos x="61" y="133"/>
              </a:cxn>
              <a:cxn ang="0">
                <a:pos x="61" y="148"/>
              </a:cxn>
              <a:cxn ang="0">
                <a:pos x="73" y="154"/>
              </a:cxn>
              <a:cxn ang="0">
                <a:pos x="73" y="278"/>
              </a:cxn>
              <a:cxn ang="0">
                <a:pos x="61" y="284"/>
              </a:cxn>
              <a:cxn ang="0">
                <a:pos x="61" y="377"/>
              </a:cxn>
              <a:cxn ang="0">
                <a:pos x="75" y="392"/>
              </a:cxn>
              <a:cxn ang="0">
                <a:pos x="93" y="392"/>
              </a:cxn>
              <a:cxn ang="0">
                <a:pos x="107" y="377"/>
              </a:cxn>
              <a:cxn ang="0">
                <a:pos x="107" y="357"/>
              </a:cxn>
              <a:cxn ang="0">
                <a:pos x="143" y="357"/>
              </a:cxn>
              <a:cxn ang="0">
                <a:pos x="157" y="343"/>
              </a:cxn>
              <a:cxn ang="0">
                <a:pos x="143" y="329"/>
              </a:cxn>
              <a:cxn ang="0">
                <a:pos x="107" y="329"/>
              </a:cxn>
              <a:cxn ang="0">
                <a:pos x="107" y="321"/>
              </a:cxn>
              <a:cxn ang="0">
                <a:pos x="143" y="321"/>
              </a:cxn>
              <a:cxn ang="0">
                <a:pos x="157" y="307"/>
              </a:cxn>
              <a:cxn ang="0">
                <a:pos x="143" y="293"/>
              </a:cxn>
              <a:cxn ang="0">
                <a:pos x="107" y="293"/>
              </a:cxn>
              <a:cxn ang="0">
                <a:pos x="107" y="283"/>
              </a:cxn>
              <a:cxn ang="0">
                <a:pos x="95" y="277"/>
              </a:cxn>
              <a:cxn ang="0">
                <a:pos x="95" y="156"/>
              </a:cxn>
              <a:cxn ang="0">
                <a:pos x="107" y="150"/>
              </a:cxn>
              <a:cxn ang="0">
                <a:pos x="107" y="133"/>
              </a:cxn>
              <a:cxn ang="0">
                <a:pos x="117" y="134"/>
              </a:cxn>
              <a:cxn ang="0">
                <a:pos x="168" y="84"/>
              </a:cxn>
              <a:cxn ang="0">
                <a:pos x="132" y="36"/>
              </a:cxn>
              <a:cxn ang="0">
                <a:pos x="84" y="0"/>
              </a:cxn>
              <a:cxn ang="0">
                <a:pos x="36" y="36"/>
              </a:cxn>
              <a:cxn ang="0">
                <a:pos x="0" y="84"/>
              </a:cxn>
              <a:cxn ang="0">
                <a:pos x="84" y="31"/>
              </a:cxn>
              <a:cxn ang="0">
                <a:pos x="107" y="54"/>
              </a:cxn>
              <a:cxn ang="0">
                <a:pos x="106" y="62"/>
              </a:cxn>
              <a:cxn ang="0">
                <a:pos x="129" y="87"/>
              </a:cxn>
              <a:cxn ang="0">
                <a:pos x="105" y="111"/>
              </a:cxn>
              <a:cxn ang="0">
                <a:pos x="84" y="100"/>
              </a:cxn>
              <a:cxn ang="0">
                <a:pos x="63" y="111"/>
              </a:cxn>
              <a:cxn ang="0">
                <a:pos x="38" y="87"/>
              </a:cxn>
              <a:cxn ang="0">
                <a:pos x="62" y="62"/>
              </a:cxn>
              <a:cxn ang="0">
                <a:pos x="61" y="54"/>
              </a:cxn>
              <a:cxn ang="0">
                <a:pos x="84" y="31"/>
              </a:cxn>
              <a:cxn ang="0">
                <a:pos x="84" y="31"/>
              </a:cxn>
              <a:cxn ang="0">
                <a:pos x="84" y="31"/>
              </a:cxn>
            </a:cxnLst>
            <a:rect l="0" t="0" r="r" b="b"/>
            <a:pathLst>
              <a:path w="168" h="392">
                <a:moveTo>
                  <a:pt x="0" y="84"/>
                </a:moveTo>
                <a:cubicBezTo>
                  <a:pt x="0" y="112"/>
                  <a:pt x="23" y="134"/>
                  <a:pt x="50" y="134"/>
                </a:cubicBezTo>
                <a:cubicBezTo>
                  <a:pt x="54" y="134"/>
                  <a:pt x="57" y="134"/>
                  <a:pt x="61" y="133"/>
                </a:cubicBezTo>
                <a:cubicBezTo>
                  <a:pt x="61" y="148"/>
                  <a:pt x="61" y="148"/>
                  <a:pt x="61" y="148"/>
                </a:cubicBezTo>
                <a:cubicBezTo>
                  <a:pt x="73" y="154"/>
                  <a:pt x="73" y="154"/>
                  <a:pt x="73" y="154"/>
                </a:cubicBezTo>
                <a:cubicBezTo>
                  <a:pt x="73" y="278"/>
                  <a:pt x="73" y="278"/>
                  <a:pt x="73" y="278"/>
                </a:cubicBezTo>
                <a:cubicBezTo>
                  <a:pt x="61" y="284"/>
                  <a:pt x="61" y="284"/>
                  <a:pt x="61" y="284"/>
                </a:cubicBezTo>
                <a:cubicBezTo>
                  <a:pt x="61" y="377"/>
                  <a:pt x="61" y="377"/>
                  <a:pt x="61" y="377"/>
                </a:cubicBezTo>
                <a:cubicBezTo>
                  <a:pt x="61" y="385"/>
                  <a:pt x="67" y="392"/>
                  <a:pt x="75" y="392"/>
                </a:cubicBezTo>
                <a:cubicBezTo>
                  <a:pt x="93" y="392"/>
                  <a:pt x="93" y="392"/>
                  <a:pt x="93" y="392"/>
                </a:cubicBezTo>
                <a:cubicBezTo>
                  <a:pt x="101" y="392"/>
                  <a:pt x="107" y="385"/>
                  <a:pt x="107" y="377"/>
                </a:cubicBezTo>
                <a:cubicBezTo>
                  <a:pt x="107" y="357"/>
                  <a:pt x="107" y="357"/>
                  <a:pt x="107" y="357"/>
                </a:cubicBezTo>
                <a:cubicBezTo>
                  <a:pt x="143" y="357"/>
                  <a:pt x="143" y="357"/>
                  <a:pt x="143" y="357"/>
                </a:cubicBezTo>
                <a:cubicBezTo>
                  <a:pt x="150" y="357"/>
                  <a:pt x="157" y="350"/>
                  <a:pt x="157" y="343"/>
                </a:cubicBezTo>
                <a:cubicBezTo>
                  <a:pt x="157" y="335"/>
                  <a:pt x="150" y="329"/>
                  <a:pt x="143" y="329"/>
                </a:cubicBezTo>
                <a:cubicBezTo>
                  <a:pt x="107" y="329"/>
                  <a:pt x="107" y="329"/>
                  <a:pt x="107" y="329"/>
                </a:cubicBezTo>
                <a:cubicBezTo>
                  <a:pt x="107" y="321"/>
                  <a:pt x="107" y="321"/>
                  <a:pt x="107" y="321"/>
                </a:cubicBezTo>
                <a:cubicBezTo>
                  <a:pt x="143" y="321"/>
                  <a:pt x="143" y="321"/>
                  <a:pt x="143" y="321"/>
                </a:cubicBezTo>
                <a:cubicBezTo>
                  <a:pt x="150" y="321"/>
                  <a:pt x="157" y="314"/>
                  <a:pt x="157" y="307"/>
                </a:cubicBezTo>
                <a:cubicBezTo>
                  <a:pt x="157" y="299"/>
                  <a:pt x="150" y="293"/>
                  <a:pt x="143" y="293"/>
                </a:cubicBezTo>
                <a:cubicBezTo>
                  <a:pt x="107" y="293"/>
                  <a:pt x="107" y="293"/>
                  <a:pt x="107" y="293"/>
                </a:cubicBezTo>
                <a:cubicBezTo>
                  <a:pt x="107" y="283"/>
                  <a:pt x="107" y="283"/>
                  <a:pt x="107" y="283"/>
                </a:cubicBezTo>
                <a:cubicBezTo>
                  <a:pt x="95" y="277"/>
                  <a:pt x="95" y="277"/>
                  <a:pt x="95" y="277"/>
                </a:cubicBezTo>
                <a:cubicBezTo>
                  <a:pt x="95" y="156"/>
                  <a:pt x="95" y="156"/>
                  <a:pt x="95" y="156"/>
                </a:cubicBezTo>
                <a:cubicBezTo>
                  <a:pt x="107" y="150"/>
                  <a:pt x="107" y="150"/>
                  <a:pt x="107" y="150"/>
                </a:cubicBezTo>
                <a:cubicBezTo>
                  <a:pt x="107" y="133"/>
                  <a:pt x="107" y="133"/>
                  <a:pt x="107" y="133"/>
                </a:cubicBezTo>
                <a:cubicBezTo>
                  <a:pt x="110" y="134"/>
                  <a:pt x="114" y="134"/>
                  <a:pt x="117" y="134"/>
                </a:cubicBezTo>
                <a:cubicBezTo>
                  <a:pt x="145" y="134"/>
                  <a:pt x="168" y="112"/>
                  <a:pt x="168" y="84"/>
                </a:cubicBezTo>
                <a:cubicBezTo>
                  <a:pt x="168" y="61"/>
                  <a:pt x="153" y="42"/>
                  <a:pt x="132" y="36"/>
                </a:cubicBezTo>
                <a:cubicBezTo>
                  <a:pt x="126" y="15"/>
                  <a:pt x="107" y="0"/>
                  <a:pt x="84" y="0"/>
                </a:cubicBezTo>
                <a:cubicBezTo>
                  <a:pt x="61" y="0"/>
                  <a:pt x="42" y="15"/>
                  <a:pt x="36" y="36"/>
                </a:cubicBezTo>
                <a:cubicBezTo>
                  <a:pt x="15" y="42"/>
                  <a:pt x="0" y="61"/>
                  <a:pt x="0" y="84"/>
                </a:cubicBezTo>
                <a:close/>
                <a:moveTo>
                  <a:pt x="84" y="31"/>
                </a:moveTo>
                <a:cubicBezTo>
                  <a:pt x="97" y="31"/>
                  <a:pt x="107" y="41"/>
                  <a:pt x="107" y="54"/>
                </a:cubicBezTo>
                <a:cubicBezTo>
                  <a:pt x="107" y="57"/>
                  <a:pt x="106" y="59"/>
                  <a:pt x="106" y="62"/>
                </a:cubicBezTo>
                <a:cubicBezTo>
                  <a:pt x="119" y="62"/>
                  <a:pt x="129" y="73"/>
                  <a:pt x="129" y="87"/>
                </a:cubicBezTo>
                <a:cubicBezTo>
                  <a:pt x="129" y="100"/>
                  <a:pt x="118" y="111"/>
                  <a:pt x="105" y="111"/>
                </a:cubicBezTo>
                <a:cubicBezTo>
                  <a:pt x="96" y="111"/>
                  <a:pt x="88" y="107"/>
                  <a:pt x="84" y="100"/>
                </a:cubicBezTo>
                <a:cubicBezTo>
                  <a:pt x="79" y="107"/>
                  <a:pt x="72" y="111"/>
                  <a:pt x="63" y="111"/>
                </a:cubicBezTo>
                <a:cubicBezTo>
                  <a:pt x="49" y="111"/>
                  <a:pt x="38" y="100"/>
                  <a:pt x="38" y="87"/>
                </a:cubicBezTo>
                <a:cubicBezTo>
                  <a:pt x="38" y="73"/>
                  <a:pt x="49" y="62"/>
                  <a:pt x="62" y="62"/>
                </a:cubicBezTo>
                <a:cubicBezTo>
                  <a:pt x="61" y="59"/>
                  <a:pt x="61" y="57"/>
                  <a:pt x="61" y="54"/>
                </a:cubicBezTo>
                <a:cubicBezTo>
                  <a:pt x="61" y="41"/>
                  <a:pt x="71" y="31"/>
                  <a:pt x="84" y="31"/>
                </a:cubicBezTo>
                <a:close/>
                <a:moveTo>
                  <a:pt x="84" y="31"/>
                </a:moveTo>
                <a:cubicBezTo>
                  <a:pt x="84" y="31"/>
                  <a:pt x="84" y="31"/>
                  <a:pt x="84" y="31"/>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9"/>
          <p:cNvSpPr>
            <a:spLocks noEditPoints="1"/>
          </p:cNvSpPr>
          <p:nvPr/>
        </p:nvSpPr>
        <p:spPr bwMode="auto">
          <a:xfrm rot="2024094">
            <a:off x="4909413" y="1991626"/>
            <a:ext cx="550060" cy="1269962"/>
          </a:xfrm>
          <a:custGeom>
            <a:avLst/>
            <a:gdLst/>
            <a:ahLst/>
            <a:cxnLst>
              <a:cxn ang="0">
                <a:pos x="0" y="84"/>
              </a:cxn>
              <a:cxn ang="0">
                <a:pos x="50" y="134"/>
              </a:cxn>
              <a:cxn ang="0">
                <a:pos x="61" y="133"/>
              </a:cxn>
              <a:cxn ang="0">
                <a:pos x="61" y="148"/>
              </a:cxn>
              <a:cxn ang="0">
                <a:pos x="73" y="154"/>
              </a:cxn>
              <a:cxn ang="0">
                <a:pos x="73" y="278"/>
              </a:cxn>
              <a:cxn ang="0">
                <a:pos x="61" y="284"/>
              </a:cxn>
              <a:cxn ang="0">
                <a:pos x="61" y="377"/>
              </a:cxn>
              <a:cxn ang="0">
                <a:pos x="75" y="392"/>
              </a:cxn>
              <a:cxn ang="0">
                <a:pos x="93" y="392"/>
              </a:cxn>
              <a:cxn ang="0">
                <a:pos x="107" y="377"/>
              </a:cxn>
              <a:cxn ang="0">
                <a:pos x="107" y="357"/>
              </a:cxn>
              <a:cxn ang="0">
                <a:pos x="143" y="357"/>
              </a:cxn>
              <a:cxn ang="0">
                <a:pos x="157" y="343"/>
              </a:cxn>
              <a:cxn ang="0">
                <a:pos x="143" y="329"/>
              </a:cxn>
              <a:cxn ang="0">
                <a:pos x="107" y="329"/>
              </a:cxn>
              <a:cxn ang="0">
                <a:pos x="107" y="321"/>
              </a:cxn>
              <a:cxn ang="0">
                <a:pos x="143" y="321"/>
              </a:cxn>
              <a:cxn ang="0">
                <a:pos x="157" y="307"/>
              </a:cxn>
              <a:cxn ang="0">
                <a:pos x="143" y="293"/>
              </a:cxn>
              <a:cxn ang="0">
                <a:pos x="107" y="293"/>
              </a:cxn>
              <a:cxn ang="0">
                <a:pos x="107" y="283"/>
              </a:cxn>
              <a:cxn ang="0">
                <a:pos x="95" y="277"/>
              </a:cxn>
              <a:cxn ang="0">
                <a:pos x="95" y="156"/>
              </a:cxn>
              <a:cxn ang="0">
                <a:pos x="107" y="150"/>
              </a:cxn>
              <a:cxn ang="0">
                <a:pos x="107" y="133"/>
              </a:cxn>
              <a:cxn ang="0">
                <a:pos x="117" y="134"/>
              </a:cxn>
              <a:cxn ang="0">
                <a:pos x="168" y="84"/>
              </a:cxn>
              <a:cxn ang="0">
                <a:pos x="132" y="36"/>
              </a:cxn>
              <a:cxn ang="0">
                <a:pos x="84" y="0"/>
              </a:cxn>
              <a:cxn ang="0">
                <a:pos x="36" y="36"/>
              </a:cxn>
              <a:cxn ang="0">
                <a:pos x="0" y="84"/>
              </a:cxn>
              <a:cxn ang="0">
                <a:pos x="84" y="31"/>
              </a:cxn>
              <a:cxn ang="0">
                <a:pos x="107" y="54"/>
              </a:cxn>
              <a:cxn ang="0">
                <a:pos x="106" y="62"/>
              </a:cxn>
              <a:cxn ang="0">
                <a:pos x="129" y="87"/>
              </a:cxn>
              <a:cxn ang="0">
                <a:pos x="105" y="111"/>
              </a:cxn>
              <a:cxn ang="0">
                <a:pos x="84" y="100"/>
              </a:cxn>
              <a:cxn ang="0">
                <a:pos x="63" y="111"/>
              </a:cxn>
              <a:cxn ang="0">
                <a:pos x="38" y="87"/>
              </a:cxn>
              <a:cxn ang="0">
                <a:pos x="62" y="62"/>
              </a:cxn>
              <a:cxn ang="0">
                <a:pos x="61" y="54"/>
              </a:cxn>
              <a:cxn ang="0">
                <a:pos x="84" y="31"/>
              </a:cxn>
              <a:cxn ang="0">
                <a:pos x="84" y="31"/>
              </a:cxn>
              <a:cxn ang="0">
                <a:pos x="84" y="31"/>
              </a:cxn>
            </a:cxnLst>
            <a:rect l="0" t="0" r="r" b="b"/>
            <a:pathLst>
              <a:path w="168" h="392">
                <a:moveTo>
                  <a:pt x="0" y="84"/>
                </a:moveTo>
                <a:cubicBezTo>
                  <a:pt x="0" y="112"/>
                  <a:pt x="23" y="134"/>
                  <a:pt x="50" y="134"/>
                </a:cubicBezTo>
                <a:cubicBezTo>
                  <a:pt x="54" y="134"/>
                  <a:pt x="57" y="134"/>
                  <a:pt x="61" y="133"/>
                </a:cubicBezTo>
                <a:cubicBezTo>
                  <a:pt x="61" y="148"/>
                  <a:pt x="61" y="148"/>
                  <a:pt x="61" y="148"/>
                </a:cubicBezTo>
                <a:cubicBezTo>
                  <a:pt x="73" y="154"/>
                  <a:pt x="73" y="154"/>
                  <a:pt x="73" y="154"/>
                </a:cubicBezTo>
                <a:cubicBezTo>
                  <a:pt x="73" y="278"/>
                  <a:pt x="73" y="278"/>
                  <a:pt x="73" y="278"/>
                </a:cubicBezTo>
                <a:cubicBezTo>
                  <a:pt x="61" y="284"/>
                  <a:pt x="61" y="284"/>
                  <a:pt x="61" y="284"/>
                </a:cubicBezTo>
                <a:cubicBezTo>
                  <a:pt x="61" y="377"/>
                  <a:pt x="61" y="377"/>
                  <a:pt x="61" y="377"/>
                </a:cubicBezTo>
                <a:cubicBezTo>
                  <a:pt x="61" y="385"/>
                  <a:pt x="67" y="392"/>
                  <a:pt x="75" y="392"/>
                </a:cubicBezTo>
                <a:cubicBezTo>
                  <a:pt x="93" y="392"/>
                  <a:pt x="93" y="392"/>
                  <a:pt x="93" y="392"/>
                </a:cubicBezTo>
                <a:cubicBezTo>
                  <a:pt x="101" y="392"/>
                  <a:pt x="107" y="385"/>
                  <a:pt x="107" y="377"/>
                </a:cubicBezTo>
                <a:cubicBezTo>
                  <a:pt x="107" y="357"/>
                  <a:pt x="107" y="357"/>
                  <a:pt x="107" y="357"/>
                </a:cubicBezTo>
                <a:cubicBezTo>
                  <a:pt x="143" y="357"/>
                  <a:pt x="143" y="357"/>
                  <a:pt x="143" y="357"/>
                </a:cubicBezTo>
                <a:cubicBezTo>
                  <a:pt x="150" y="357"/>
                  <a:pt x="157" y="350"/>
                  <a:pt x="157" y="343"/>
                </a:cubicBezTo>
                <a:cubicBezTo>
                  <a:pt x="157" y="335"/>
                  <a:pt x="150" y="329"/>
                  <a:pt x="143" y="329"/>
                </a:cubicBezTo>
                <a:cubicBezTo>
                  <a:pt x="107" y="329"/>
                  <a:pt x="107" y="329"/>
                  <a:pt x="107" y="329"/>
                </a:cubicBezTo>
                <a:cubicBezTo>
                  <a:pt x="107" y="321"/>
                  <a:pt x="107" y="321"/>
                  <a:pt x="107" y="321"/>
                </a:cubicBezTo>
                <a:cubicBezTo>
                  <a:pt x="143" y="321"/>
                  <a:pt x="143" y="321"/>
                  <a:pt x="143" y="321"/>
                </a:cubicBezTo>
                <a:cubicBezTo>
                  <a:pt x="150" y="321"/>
                  <a:pt x="157" y="314"/>
                  <a:pt x="157" y="307"/>
                </a:cubicBezTo>
                <a:cubicBezTo>
                  <a:pt x="157" y="299"/>
                  <a:pt x="150" y="293"/>
                  <a:pt x="143" y="293"/>
                </a:cubicBezTo>
                <a:cubicBezTo>
                  <a:pt x="107" y="293"/>
                  <a:pt x="107" y="293"/>
                  <a:pt x="107" y="293"/>
                </a:cubicBezTo>
                <a:cubicBezTo>
                  <a:pt x="107" y="283"/>
                  <a:pt x="107" y="283"/>
                  <a:pt x="107" y="283"/>
                </a:cubicBezTo>
                <a:cubicBezTo>
                  <a:pt x="95" y="277"/>
                  <a:pt x="95" y="277"/>
                  <a:pt x="95" y="277"/>
                </a:cubicBezTo>
                <a:cubicBezTo>
                  <a:pt x="95" y="156"/>
                  <a:pt x="95" y="156"/>
                  <a:pt x="95" y="156"/>
                </a:cubicBezTo>
                <a:cubicBezTo>
                  <a:pt x="107" y="150"/>
                  <a:pt x="107" y="150"/>
                  <a:pt x="107" y="150"/>
                </a:cubicBezTo>
                <a:cubicBezTo>
                  <a:pt x="107" y="133"/>
                  <a:pt x="107" y="133"/>
                  <a:pt x="107" y="133"/>
                </a:cubicBezTo>
                <a:cubicBezTo>
                  <a:pt x="110" y="134"/>
                  <a:pt x="114" y="134"/>
                  <a:pt x="117" y="134"/>
                </a:cubicBezTo>
                <a:cubicBezTo>
                  <a:pt x="145" y="134"/>
                  <a:pt x="168" y="112"/>
                  <a:pt x="168" y="84"/>
                </a:cubicBezTo>
                <a:cubicBezTo>
                  <a:pt x="168" y="61"/>
                  <a:pt x="153" y="42"/>
                  <a:pt x="132" y="36"/>
                </a:cubicBezTo>
                <a:cubicBezTo>
                  <a:pt x="126" y="15"/>
                  <a:pt x="107" y="0"/>
                  <a:pt x="84" y="0"/>
                </a:cubicBezTo>
                <a:cubicBezTo>
                  <a:pt x="61" y="0"/>
                  <a:pt x="42" y="15"/>
                  <a:pt x="36" y="36"/>
                </a:cubicBezTo>
                <a:cubicBezTo>
                  <a:pt x="15" y="42"/>
                  <a:pt x="0" y="61"/>
                  <a:pt x="0" y="84"/>
                </a:cubicBezTo>
                <a:close/>
                <a:moveTo>
                  <a:pt x="84" y="31"/>
                </a:moveTo>
                <a:cubicBezTo>
                  <a:pt x="97" y="31"/>
                  <a:pt x="107" y="41"/>
                  <a:pt x="107" y="54"/>
                </a:cubicBezTo>
                <a:cubicBezTo>
                  <a:pt x="107" y="57"/>
                  <a:pt x="106" y="59"/>
                  <a:pt x="106" y="62"/>
                </a:cubicBezTo>
                <a:cubicBezTo>
                  <a:pt x="119" y="62"/>
                  <a:pt x="129" y="73"/>
                  <a:pt x="129" y="87"/>
                </a:cubicBezTo>
                <a:cubicBezTo>
                  <a:pt x="129" y="100"/>
                  <a:pt x="118" y="111"/>
                  <a:pt x="105" y="111"/>
                </a:cubicBezTo>
                <a:cubicBezTo>
                  <a:pt x="96" y="111"/>
                  <a:pt x="88" y="107"/>
                  <a:pt x="84" y="100"/>
                </a:cubicBezTo>
                <a:cubicBezTo>
                  <a:pt x="79" y="107"/>
                  <a:pt x="72" y="111"/>
                  <a:pt x="63" y="111"/>
                </a:cubicBezTo>
                <a:cubicBezTo>
                  <a:pt x="49" y="111"/>
                  <a:pt x="38" y="100"/>
                  <a:pt x="38" y="87"/>
                </a:cubicBezTo>
                <a:cubicBezTo>
                  <a:pt x="38" y="73"/>
                  <a:pt x="49" y="62"/>
                  <a:pt x="62" y="62"/>
                </a:cubicBezTo>
                <a:cubicBezTo>
                  <a:pt x="61" y="59"/>
                  <a:pt x="61" y="57"/>
                  <a:pt x="61" y="54"/>
                </a:cubicBezTo>
                <a:cubicBezTo>
                  <a:pt x="61" y="41"/>
                  <a:pt x="71" y="31"/>
                  <a:pt x="84" y="31"/>
                </a:cubicBezTo>
                <a:close/>
                <a:moveTo>
                  <a:pt x="84" y="31"/>
                </a:moveTo>
                <a:cubicBezTo>
                  <a:pt x="84" y="31"/>
                  <a:pt x="84" y="31"/>
                  <a:pt x="84" y="3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9"/>
          <p:cNvSpPr>
            <a:spLocks noEditPoints="1"/>
          </p:cNvSpPr>
          <p:nvPr/>
        </p:nvSpPr>
        <p:spPr bwMode="auto">
          <a:xfrm rot="2024094">
            <a:off x="6331813" y="1676824"/>
            <a:ext cx="550060" cy="1269962"/>
          </a:xfrm>
          <a:custGeom>
            <a:avLst/>
            <a:gdLst/>
            <a:ahLst/>
            <a:cxnLst>
              <a:cxn ang="0">
                <a:pos x="0" y="84"/>
              </a:cxn>
              <a:cxn ang="0">
                <a:pos x="50" y="134"/>
              </a:cxn>
              <a:cxn ang="0">
                <a:pos x="61" y="133"/>
              </a:cxn>
              <a:cxn ang="0">
                <a:pos x="61" y="148"/>
              </a:cxn>
              <a:cxn ang="0">
                <a:pos x="73" y="154"/>
              </a:cxn>
              <a:cxn ang="0">
                <a:pos x="73" y="278"/>
              </a:cxn>
              <a:cxn ang="0">
                <a:pos x="61" y="284"/>
              </a:cxn>
              <a:cxn ang="0">
                <a:pos x="61" y="377"/>
              </a:cxn>
              <a:cxn ang="0">
                <a:pos x="75" y="392"/>
              </a:cxn>
              <a:cxn ang="0">
                <a:pos x="93" y="392"/>
              </a:cxn>
              <a:cxn ang="0">
                <a:pos x="107" y="377"/>
              </a:cxn>
              <a:cxn ang="0">
                <a:pos x="107" y="357"/>
              </a:cxn>
              <a:cxn ang="0">
                <a:pos x="143" y="357"/>
              </a:cxn>
              <a:cxn ang="0">
                <a:pos x="157" y="343"/>
              </a:cxn>
              <a:cxn ang="0">
                <a:pos x="143" y="329"/>
              </a:cxn>
              <a:cxn ang="0">
                <a:pos x="107" y="329"/>
              </a:cxn>
              <a:cxn ang="0">
                <a:pos x="107" y="321"/>
              </a:cxn>
              <a:cxn ang="0">
                <a:pos x="143" y="321"/>
              </a:cxn>
              <a:cxn ang="0">
                <a:pos x="157" y="307"/>
              </a:cxn>
              <a:cxn ang="0">
                <a:pos x="143" y="293"/>
              </a:cxn>
              <a:cxn ang="0">
                <a:pos x="107" y="293"/>
              </a:cxn>
              <a:cxn ang="0">
                <a:pos x="107" y="283"/>
              </a:cxn>
              <a:cxn ang="0">
                <a:pos x="95" y="277"/>
              </a:cxn>
              <a:cxn ang="0">
                <a:pos x="95" y="156"/>
              </a:cxn>
              <a:cxn ang="0">
                <a:pos x="107" y="150"/>
              </a:cxn>
              <a:cxn ang="0">
                <a:pos x="107" y="133"/>
              </a:cxn>
              <a:cxn ang="0">
                <a:pos x="117" y="134"/>
              </a:cxn>
              <a:cxn ang="0">
                <a:pos x="168" y="84"/>
              </a:cxn>
              <a:cxn ang="0">
                <a:pos x="132" y="36"/>
              </a:cxn>
              <a:cxn ang="0">
                <a:pos x="84" y="0"/>
              </a:cxn>
              <a:cxn ang="0">
                <a:pos x="36" y="36"/>
              </a:cxn>
              <a:cxn ang="0">
                <a:pos x="0" y="84"/>
              </a:cxn>
              <a:cxn ang="0">
                <a:pos x="84" y="31"/>
              </a:cxn>
              <a:cxn ang="0">
                <a:pos x="107" y="54"/>
              </a:cxn>
              <a:cxn ang="0">
                <a:pos x="106" y="62"/>
              </a:cxn>
              <a:cxn ang="0">
                <a:pos x="129" y="87"/>
              </a:cxn>
              <a:cxn ang="0">
                <a:pos x="105" y="111"/>
              </a:cxn>
              <a:cxn ang="0">
                <a:pos x="84" y="100"/>
              </a:cxn>
              <a:cxn ang="0">
                <a:pos x="63" y="111"/>
              </a:cxn>
              <a:cxn ang="0">
                <a:pos x="38" y="87"/>
              </a:cxn>
              <a:cxn ang="0">
                <a:pos x="62" y="62"/>
              </a:cxn>
              <a:cxn ang="0">
                <a:pos x="61" y="54"/>
              </a:cxn>
              <a:cxn ang="0">
                <a:pos x="84" y="31"/>
              </a:cxn>
              <a:cxn ang="0">
                <a:pos x="84" y="31"/>
              </a:cxn>
              <a:cxn ang="0">
                <a:pos x="84" y="31"/>
              </a:cxn>
            </a:cxnLst>
            <a:rect l="0" t="0" r="r" b="b"/>
            <a:pathLst>
              <a:path w="168" h="392">
                <a:moveTo>
                  <a:pt x="0" y="84"/>
                </a:moveTo>
                <a:cubicBezTo>
                  <a:pt x="0" y="112"/>
                  <a:pt x="23" y="134"/>
                  <a:pt x="50" y="134"/>
                </a:cubicBezTo>
                <a:cubicBezTo>
                  <a:pt x="54" y="134"/>
                  <a:pt x="57" y="134"/>
                  <a:pt x="61" y="133"/>
                </a:cubicBezTo>
                <a:cubicBezTo>
                  <a:pt x="61" y="148"/>
                  <a:pt x="61" y="148"/>
                  <a:pt x="61" y="148"/>
                </a:cubicBezTo>
                <a:cubicBezTo>
                  <a:pt x="73" y="154"/>
                  <a:pt x="73" y="154"/>
                  <a:pt x="73" y="154"/>
                </a:cubicBezTo>
                <a:cubicBezTo>
                  <a:pt x="73" y="278"/>
                  <a:pt x="73" y="278"/>
                  <a:pt x="73" y="278"/>
                </a:cubicBezTo>
                <a:cubicBezTo>
                  <a:pt x="61" y="284"/>
                  <a:pt x="61" y="284"/>
                  <a:pt x="61" y="284"/>
                </a:cubicBezTo>
                <a:cubicBezTo>
                  <a:pt x="61" y="377"/>
                  <a:pt x="61" y="377"/>
                  <a:pt x="61" y="377"/>
                </a:cubicBezTo>
                <a:cubicBezTo>
                  <a:pt x="61" y="385"/>
                  <a:pt x="67" y="392"/>
                  <a:pt x="75" y="392"/>
                </a:cubicBezTo>
                <a:cubicBezTo>
                  <a:pt x="93" y="392"/>
                  <a:pt x="93" y="392"/>
                  <a:pt x="93" y="392"/>
                </a:cubicBezTo>
                <a:cubicBezTo>
                  <a:pt x="101" y="392"/>
                  <a:pt x="107" y="385"/>
                  <a:pt x="107" y="377"/>
                </a:cubicBezTo>
                <a:cubicBezTo>
                  <a:pt x="107" y="357"/>
                  <a:pt x="107" y="357"/>
                  <a:pt x="107" y="357"/>
                </a:cubicBezTo>
                <a:cubicBezTo>
                  <a:pt x="143" y="357"/>
                  <a:pt x="143" y="357"/>
                  <a:pt x="143" y="357"/>
                </a:cubicBezTo>
                <a:cubicBezTo>
                  <a:pt x="150" y="357"/>
                  <a:pt x="157" y="350"/>
                  <a:pt x="157" y="343"/>
                </a:cubicBezTo>
                <a:cubicBezTo>
                  <a:pt x="157" y="335"/>
                  <a:pt x="150" y="329"/>
                  <a:pt x="143" y="329"/>
                </a:cubicBezTo>
                <a:cubicBezTo>
                  <a:pt x="107" y="329"/>
                  <a:pt x="107" y="329"/>
                  <a:pt x="107" y="329"/>
                </a:cubicBezTo>
                <a:cubicBezTo>
                  <a:pt x="107" y="321"/>
                  <a:pt x="107" y="321"/>
                  <a:pt x="107" y="321"/>
                </a:cubicBezTo>
                <a:cubicBezTo>
                  <a:pt x="143" y="321"/>
                  <a:pt x="143" y="321"/>
                  <a:pt x="143" y="321"/>
                </a:cubicBezTo>
                <a:cubicBezTo>
                  <a:pt x="150" y="321"/>
                  <a:pt x="157" y="314"/>
                  <a:pt x="157" y="307"/>
                </a:cubicBezTo>
                <a:cubicBezTo>
                  <a:pt x="157" y="299"/>
                  <a:pt x="150" y="293"/>
                  <a:pt x="143" y="293"/>
                </a:cubicBezTo>
                <a:cubicBezTo>
                  <a:pt x="107" y="293"/>
                  <a:pt x="107" y="293"/>
                  <a:pt x="107" y="293"/>
                </a:cubicBezTo>
                <a:cubicBezTo>
                  <a:pt x="107" y="283"/>
                  <a:pt x="107" y="283"/>
                  <a:pt x="107" y="283"/>
                </a:cubicBezTo>
                <a:cubicBezTo>
                  <a:pt x="95" y="277"/>
                  <a:pt x="95" y="277"/>
                  <a:pt x="95" y="277"/>
                </a:cubicBezTo>
                <a:cubicBezTo>
                  <a:pt x="95" y="156"/>
                  <a:pt x="95" y="156"/>
                  <a:pt x="95" y="156"/>
                </a:cubicBezTo>
                <a:cubicBezTo>
                  <a:pt x="107" y="150"/>
                  <a:pt x="107" y="150"/>
                  <a:pt x="107" y="150"/>
                </a:cubicBezTo>
                <a:cubicBezTo>
                  <a:pt x="107" y="133"/>
                  <a:pt x="107" y="133"/>
                  <a:pt x="107" y="133"/>
                </a:cubicBezTo>
                <a:cubicBezTo>
                  <a:pt x="110" y="134"/>
                  <a:pt x="114" y="134"/>
                  <a:pt x="117" y="134"/>
                </a:cubicBezTo>
                <a:cubicBezTo>
                  <a:pt x="145" y="134"/>
                  <a:pt x="168" y="112"/>
                  <a:pt x="168" y="84"/>
                </a:cubicBezTo>
                <a:cubicBezTo>
                  <a:pt x="168" y="61"/>
                  <a:pt x="153" y="42"/>
                  <a:pt x="132" y="36"/>
                </a:cubicBezTo>
                <a:cubicBezTo>
                  <a:pt x="126" y="15"/>
                  <a:pt x="107" y="0"/>
                  <a:pt x="84" y="0"/>
                </a:cubicBezTo>
                <a:cubicBezTo>
                  <a:pt x="61" y="0"/>
                  <a:pt x="42" y="15"/>
                  <a:pt x="36" y="36"/>
                </a:cubicBezTo>
                <a:cubicBezTo>
                  <a:pt x="15" y="42"/>
                  <a:pt x="0" y="61"/>
                  <a:pt x="0" y="84"/>
                </a:cubicBezTo>
                <a:close/>
                <a:moveTo>
                  <a:pt x="84" y="31"/>
                </a:moveTo>
                <a:cubicBezTo>
                  <a:pt x="97" y="31"/>
                  <a:pt x="107" y="41"/>
                  <a:pt x="107" y="54"/>
                </a:cubicBezTo>
                <a:cubicBezTo>
                  <a:pt x="107" y="57"/>
                  <a:pt x="106" y="59"/>
                  <a:pt x="106" y="62"/>
                </a:cubicBezTo>
                <a:cubicBezTo>
                  <a:pt x="119" y="62"/>
                  <a:pt x="129" y="73"/>
                  <a:pt x="129" y="87"/>
                </a:cubicBezTo>
                <a:cubicBezTo>
                  <a:pt x="129" y="100"/>
                  <a:pt x="118" y="111"/>
                  <a:pt x="105" y="111"/>
                </a:cubicBezTo>
                <a:cubicBezTo>
                  <a:pt x="96" y="111"/>
                  <a:pt x="88" y="107"/>
                  <a:pt x="84" y="100"/>
                </a:cubicBezTo>
                <a:cubicBezTo>
                  <a:pt x="79" y="107"/>
                  <a:pt x="72" y="111"/>
                  <a:pt x="63" y="111"/>
                </a:cubicBezTo>
                <a:cubicBezTo>
                  <a:pt x="49" y="111"/>
                  <a:pt x="38" y="100"/>
                  <a:pt x="38" y="87"/>
                </a:cubicBezTo>
                <a:cubicBezTo>
                  <a:pt x="38" y="73"/>
                  <a:pt x="49" y="62"/>
                  <a:pt x="62" y="62"/>
                </a:cubicBezTo>
                <a:cubicBezTo>
                  <a:pt x="61" y="59"/>
                  <a:pt x="61" y="57"/>
                  <a:pt x="61" y="54"/>
                </a:cubicBezTo>
                <a:cubicBezTo>
                  <a:pt x="61" y="41"/>
                  <a:pt x="71" y="31"/>
                  <a:pt x="84" y="31"/>
                </a:cubicBezTo>
                <a:close/>
                <a:moveTo>
                  <a:pt x="84" y="31"/>
                </a:moveTo>
                <a:cubicBezTo>
                  <a:pt x="84" y="31"/>
                  <a:pt x="84" y="31"/>
                  <a:pt x="84" y="31"/>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9"/>
          <p:cNvSpPr>
            <a:spLocks noEditPoints="1"/>
          </p:cNvSpPr>
          <p:nvPr/>
        </p:nvSpPr>
        <p:spPr bwMode="auto">
          <a:xfrm rot="2024094">
            <a:off x="7754213" y="1991626"/>
            <a:ext cx="550060" cy="1269962"/>
          </a:xfrm>
          <a:custGeom>
            <a:avLst/>
            <a:gdLst/>
            <a:ahLst/>
            <a:cxnLst>
              <a:cxn ang="0">
                <a:pos x="0" y="84"/>
              </a:cxn>
              <a:cxn ang="0">
                <a:pos x="50" y="134"/>
              </a:cxn>
              <a:cxn ang="0">
                <a:pos x="61" y="133"/>
              </a:cxn>
              <a:cxn ang="0">
                <a:pos x="61" y="148"/>
              </a:cxn>
              <a:cxn ang="0">
                <a:pos x="73" y="154"/>
              </a:cxn>
              <a:cxn ang="0">
                <a:pos x="73" y="278"/>
              </a:cxn>
              <a:cxn ang="0">
                <a:pos x="61" y="284"/>
              </a:cxn>
              <a:cxn ang="0">
                <a:pos x="61" y="377"/>
              </a:cxn>
              <a:cxn ang="0">
                <a:pos x="75" y="392"/>
              </a:cxn>
              <a:cxn ang="0">
                <a:pos x="93" y="392"/>
              </a:cxn>
              <a:cxn ang="0">
                <a:pos x="107" y="377"/>
              </a:cxn>
              <a:cxn ang="0">
                <a:pos x="107" y="357"/>
              </a:cxn>
              <a:cxn ang="0">
                <a:pos x="143" y="357"/>
              </a:cxn>
              <a:cxn ang="0">
                <a:pos x="157" y="343"/>
              </a:cxn>
              <a:cxn ang="0">
                <a:pos x="143" y="329"/>
              </a:cxn>
              <a:cxn ang="0">
                <a:pos x="107" y="329"/>
              </a:cxn>
              <a:cxn ang="0">
                <a:pos x="107" y="321"/>
              </a:cxn>
              <a:cxn ang="0">
                <a:pos x="143" y="321"/>
              </a:cxn>
              <a:cxn ang="0">
                <a:pos x="157" y="307"/>
              </a:cxn>
              <a:cxn ang="0">
                <a:pos x="143" y="293"/>
              </a:cxn>
              <a:cxn ang="0">
                <a:pos x="107" y="293"/>
              </a:cxn>
              <a:cxn ang="0">
                <a:pos x="107" y="283"/>
              </a:cxn>
              <a:cxn ang="0">
                <a:pos x="95" y="277"/>
              </a:cxn>
              <a:cxn ang="0">
                <a:pos x="95" y="156"/>
              </a:cxn>
              <a:cxn ang="0">
                <a:pos x="107" y="150"/>
              </a:cxn>
              <a:cxn ang="0">
                <a:pos x="107" y="133"/>
              </a:cxn>
              <a:cxn ang="0">
                <a:pos x="117" y="134"/>
              </a:cxn>
              <a:cxn ang="0">
                <a:pos x="168" y="84"/>
              </a:cxn>
              <a:cxn ang="0">
                <a:pos x="132" y="36"/>
              </a:cxn>
              <a:cxn ang="0">
                <a:pos x="84" y="0"/>
              </a:cxn>
              <a:cxn ang="0">
                <a:pos x="36" y="36"/>
              </a:cxn>
              <a:cxn ang="0">
                <a:pos x="0" y="84"/>
              </a:cxn>
              <a:cxn ang="0">
                <a:pos x="84" y="31"/>
              </a:cxn>
              <a:cxn ang="0">
                <a:pos x="107" y="54"/>
              </a:cxn>
              <a:cxn ang="0">
                <a:pos x="106" y="62"/>
              </a:cxn>
              <a:cxn ang="0">
                <a:pos x="129" y="87"/>
              </a:cxn>
              <a:cxn ang="0">
                <a:pos x="105" y="111"/>
              </a:cxn>
              <a:cxn ang="0">
                <a:pos x="84" y="100"/>
              </a:cxn>
              <a:cxn ang="0">
                <a:pos x="63" y="111"/>
              </a:cxn>
              <a:cxn ang="0">
                <a:pos x="38" y="87"/>
              </a:cxn>
              <a:cxn ang="0">
                <a:pos x="62" y="62"/>
              </a:cxn>
              <a:cxn ang="0">
                <a:pos x="61" y="54"/>
              </a:cxn>
              <a:cxn ang="0">
                <a:pos x="84" y="31"/>
              </a:cxn>
              <a:cxn ang="0">
                <a:pos x="84" y="31"/>
              </a:cxn>
              <a:cxn ang="0">
                <a:pos x="84" y="31"/>
              </a:cxn>
            </a:cxnLst>
            <a:rect l="0" t="0" r="r" b="b"/>
            <a:pathLst>
              <a:path w="168" h="392">
                <a:moveTo>
                  <a:pt x="0" y="84"/>
                </a:moveTo>
                <a:cubicBezTo>
                  <a:pt x="0" y="112"/>
                  <a:pt x="23" y="134"/>
                  <a:pt x="50" y="134"/>
                </a:cubicBezTo>
                <a:cubicBezTo>
                  <a:pt x="54" y="134"/>
                  <a:pt x="57" y="134"/>
                  <a:pt x="61" y="133"/>
                </a:cubicBezTo>
                <a:cubicBezTo>
                  <a:pt x="61" y="148"/>
                  <a:pt x="61" y="148"/>
                  <a:pt x="61" y="148"/>
                </a:cubicBezTo>
                <a:cubicBezTo>
                  <a:pt x="73" y="154"/>
                  <a:pt x="73" y="154"/>
                  <a:pt x="73" y="154"/>
                </a:cubicBezTo>
                <a:cubicBezTo>
                  <a:pt x="73" y="278"/>
                  <a:pt x="73" y="278"/>
                  <a:pt x="73" y="278"/>
                </a:cubicBezTo>
                <a:cubicBezTo>
                  <a:pt x="61" y="284"/>
                  <a:pt x="61" y="284"/>
                  <a:pt x="61" y="284"/>
                </a:cubicBezTo>
                <a:cubicBezTo>
                  <a:pt x="61" y="377"/>
                  <a:pt x="61" y="377"/>
                  <a:pt x="61" y="377"/>
                </a:cubicBezTo>
                <a:cubicBezTo>
                  <a:pt x="61" y="385"/>
                  <a:pt x="67" y="392"/>
                  <a:pt x="75" y="392"/>
                </a:cubicBezTo>
                <a:cubicBezTo>
                  <a:pt x="93" y="392"/>
                  <a:pt x="93" y="392"/>
                  <a:pt x="93" y="392"/>
                </a:cubicBezTo>
                <a:cubicBezTo>
                  <a:pt x="101" y="392"/>
                  <a:pt x="107" y="385"/>
                  <a:pt x="107" y="377"/>
                </a:cubicBezTo>
                <a:cubicBezTo>
                  <a:pt x="107" y="357"/>
                  <a:pt x="107" y="357"/>
                  <a:pt x="107" y="357"/>
                </a:cubicBezTo>
                <a:cubicBezTo>
                  <a:pt x="143" y="357"/>
                  <a:pt x="143" y="357"/>
                  <a:pt x="143" y="357"/>
                </a:cubicBezTo>
                <a:cubicBezTo>
                  <a:pt x="150" y="357"/>
                  <a:pt x="157" y="350"/>
                  <a:pt x="157" y="343"/>
                </a:cubicBezTo>
                <a:cubicBezTo>
                  <a:pt x="157" y="335"/>
                  <a:pt x="150" y="329"/>
                  <a:pt x="143" y="329"/>
                </a:cubicBezTo>
                <a:cubicBezTo>
                  <a:pt x="107" y="329"/>
                  <a:pt x="107" y="329"/>
                  <a:pt x="107" y="329"/>
                </a:cubicBezTo>
                <a:cubicBezTo>
                  <a:pt x="107" y="321"/>
                  <a:pt x="107" y="321"/>
                  <a:pt x="107" y="321"/>
                </a:cubicBezTo>
                <a:cubicBezTo>
                  <a:pt x="143" y="321"/>
                  <a:pt x="143" y="321"/>
                  <a:pt x="143" y="321"/>
                </a:cubicBezTo>
                <a:cubicBezTo>
                  <a:pt x="150" y="321"/>
                  <a:pt x="157" y="314"/>
                  <a:pt x="157" y="307"/>
                </a:cubicBezTo>
                <a:cubicBezTo>
                  <a:pt x="157" y="299"/>
                  <a:pt x="150" y="293"/>
                  <a:pt x="143" y="293"/>
                </a:cubicBezTo>
                <a:cubicBezTo>
                  <a:pt x="107" y="293"/>
                  <a:pt x="107" y="293"/>
                  <a:pt x="107" y="293"/>
                </a:cubicBezTo>
                <a:cubicBezTo>
                  <a:pt x="107" y="283"/>
                  <a:pt x="107" y="283"/>
                  <a:pt x="107" y="283"/>
                </a:cubicBezTo>
                <a:cubicBezTo>
                  <a:pt x="95" y="277"/>
                  <a:pt x="95" y="277"/>
                  <a:pt x="95" y="277"/>
                </a:cubicBezTo>
                <a:cubicBezTo>
                  <a:pt x="95" y="156"/>
                  <a:pt x="95" y="156"/>
                  <a:pt x="95" y="156"/>
                </a:cubicBezTo>
                <a:cubicBezTo>
                  <a:pt x="107" y="150"/>
                  <a:pt x="107" y="150"/>
                  <a:pt x="107" y="150"/>
                </a:cubicBezTo>
                <a:cubicBezTo>
                  <a:pt x="107" y="133"/>
                  <a:pt x="107" y="133"/>
                  <a:pt x="107" y="133"/>
                </a:cubicBezTo>
                <a:cubicBezTo>
                  <a:pt x="110" y="134"/>
                  <a:pt x="114" y="134"/>
                  <a:pt x="117" y="134"/>
                </a:cubicBezTo>
                <a:cubicBezTo>
                  <a:pt x="145" y="134"/>
                  <a:pt x="168" y="112"/>
                  <a:pt x="168" y="84"/>
                </a:cubicBezTo>
                <a:cubicBezTo>
                  <a:pt x="168" y="61"/>
                  <a:pt x="153" y="42"/>
                  <a:pt x="132" y="36"/>
                </a:cubicBezTo>
                <a:cubicBezTo>
                  <a:pt x="126" y="15"/>
                  <a:pt x="107" y="0"/>
                  <a:pt x="84" y="0"/>
                </a:cubicBezTo>
                <a:cubicBezTo>
                  <a:pt x="61" y="0"/>
                  <a:pt x="42" y="15"/>
                  <a:pt x="36" y="36"/>
                </a:cubicBezTo>
                <a:cubicBezTo>
                  <a:pt x="15" y="42"/>
                  <a:pt x="0" y="61"/>
                  <a:pt x="0" y="84"/>
                </a:cubicBezTo>
                <a:close/>
                <a:moveTo>
                  <a:pt x="84" y="31"/>
                </a:moveTo>
                <a:cubicBezTo>
                  <a:pt x="97" y="31"/>
                  <a:pt x="107" y="41"/>
                  <a:pt x="107" y="54"/>
                </a:cubicBezTo>
                <a:cubicBezTo>
                  <a:pt x="107" y="57"/>
                  <a:pt x="106" y="59"/>
                  <a:pt x="106" y="62"/>
                </a:cubicBezTo>
                <a:cubicBezTo>
                  <a:pt x="119" y="62"/>
                  <a:pt x="129" y="73"/>
                  <a:pt x="129" y="87"/>
                </a:cubicBezTo>
                <a:cubicBezTo>
                  <a:pt x="129" y="100"/>
                  <a:pt x="118" y="111"/>
                  <a:pt x="105" y="111"/>
                </a:cubicBezTo>
                <a:cubicBezTo>
                  <a:pt x="96" y="111"/>
                  <a:pt x="88" y="107"/>
                  <a:pt x="84" y="100"/>
                </a:cubicBezTo>
                <a:cubicBezTo>
                  <a:pt x="79" y="107"/>
                  <a:pt x="72" y="111"/>
                  <a:pt x="63" y="111"/>
                </a:cubicBezTo>
                <a:cubicBezTo>
                  <a:pt x="49" y="111"/>
                  <a:pt x="38" y="100"/>
                  <a:pt x="38" y="87"/>
                </a:cubicBezTo>
                <a:cubicBezTo>
                  <a:pt x="38" y="73"/>
                  <a:pt x="49" y="62"/>
                  <a:pt x="62" y="62"/>
                </a:cubicBezTo>
                <a:cubicBezTo>
                  <a:pt x="61" y="59"/>
                  <a:pt x="61" y="57"/>
                  <a:pt x="61" y="54"/>
                </a:cubicBezTo>
                <a:cubicBezTo>
                  <a:pt x="61" y="41"/>
                  <a:pt x="71" y="31"/>
                  <a:pt x="84" y="31"/>
                </a:cubicBezTo>
                <a:close/>
                <a:moveTo>
                  <a:pt x="84" y="31"/>
                </a:moveTo>
                <a:cubicBezTo>
                  <a:pt x="84" y="31"/>
                  <a:pt x="84" y="31"/>
                  <a:pt x="84" y="31"/>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 name="Group 63"/>
          <p:cNvGrpSpPr/>
          <p:nvPr/>
        </p:nvGrpSpPr>
        <p:grpSpPr>
          <a:xfrm>
            <a:off x="6667500" y="1267468"/>
            <a:ext cx="1085850" cy="628650"/>
            <a:chOff x="6223001" y="744538"/>
            <a:chExt cx="1085850" cy="628650"/>
          </a:xfrm>
        </p:grpSpPr>
        <p:sp>
          <p:nvSpPr>
            <p:cNvPr id="65" name="Freeform 15"/>
            <p:cNvSpPr>
              <a:spLocks/>
            </p:cNvSpPr>
            <p:nvPr/>
          </p:nvSpPr>
          <p:spPr bwMode="auto">
            <a:xfrm>
              <a:off x="6223001" y="757238"/>
              <a:ext cx="1030288" cy="615950"/>
            </a:xfrm>
            <a:custGeom>
              <a:avLst/>
              <a:gdLst/>
              <a:ahLst/>
              <a:cxnLst>
                <a:cxn ang="0">
                  <a:pos x="436" y="65"/>
                </a:cxn>
                <a:cxn ang="0">
                  <a:pos x="677" y="169"/>
                </a:cxn>
                <a:cxn ang="0">
                  <a:pos x="517" y="347"/>
                </a:cxn>
                <a:cxn ang="0">
                  <a:pos x="284" y="346"/>
                </a:cxn>
                <a:cxn ang="0">
                  <a:pos x="90" y="404"/>
                </a:cxn>
                <a:cxn ang="0">
                  <a:pos x="12" y="369"/>
                </a:cxn>
                <a:cxn ang="0">
                  <a:pos x="47" y="291"/>
                </a:cxn>
                <a:cxn ang="0">
                  <a:pos x="329" y="206"/>
                </a:cxn>
                <a:cxn ang="0">
                  <a:pos x="436" y="65"/>
                </a:cxn>
              </a:cxnLst>
              <a:rect l="0" t="0" r="r" b="b"/>
              <a:pathLst>
                <a:path w="693" h="413">
                  <a:moveTo>
                    <a:pt x="436" y="65"/>
                  </a:moveTo>
                  <a:cubicBezTo>
                    <a:pt x="522" y="0"/>
                    <a:pt x="661" y="94"/>
                    <a:pt x="677" y="169"/>
                  </a:cubicBezTo>
                  <a:cubicBezTo>
                    <a:pt x="693" y="245"/>
                    <a:pt x="625" y="342"/>
                    <a:pt x="517" y="347"/>
                  </a:cubicBezTo>
                  <a:cubicBezTo>
                    <a:pt x="395" y="352"/>
                    <a:pt x="412" y="307"/>
                    <a:pt x="284" y="346"/>
                  </a:cubicBezTo>
                  <a:cubicBezTo>
                    <a:pt x="90" y="404"/>
                    <a:pt x="90" y="404"/>
                    <a:pt x="90" y="404"/>
                  </a:cubicBezTo>
                  <a:cubicBezTo>
                    <a:pt x="58" y="413"/>
                    <a:pt x="24" y="400"/>
                    <a:pt x="12" y="369"/>
                  </a:cubicBezTo>
                  <a:cubicBezTo>
                    <a:pt x="0" y="337"/>
                    <a:pt x="16" y="302"/>
                    <a:pt x="47" y="291"/>
                  </a:cubicBezTo>
                  <a:cubicBezTo>
                    <a:pt x="329" y="206"/>
                    <a:pt x="329" y="206"/>
                    <a:pt x="329" y="206"/>
                  </a:cubicBezTo>
                  <a:cubicBezTo>
                    <a:pt x="347" y="161"/>
                    <a:pt x="382" y="106"/>
                    <a:pt x="436" y="65"/>
                  </a:cubicBezTo>
                </a:path>
              </a:pathLst>
            </a:custGeom>
            <a:solidFill>
              <a:srgbClr val="FED6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6"/>
            <p:cNvSpPr>
              <a:spLocks/>
            </p:cNvSpPr>
            <p:nvPr/>
          </p:nvSpPr>
          <p:spPr bwMode="auto">
            <a:xfrm>
              <a:off x="7143751" y="744538"/>
              <a:ext cx="165100" cy="504825"/>
            </a:xfrm>
            <a:custGeom>
              <a:avLst/>
              <a:gdLst/>
              <a:ahLst/>
              <a:cxnLst>
                <a:cxn ang="0">
                  <a:pos x="0" y="3"/>
                </a:cxn>
                <a:cxn ang="0">
                  <a:pos x="6" y="318"/>
                </a:cxn>
                <a:cxn ang="0">
                  <a:pos x="104" y="315"/>
                </a:cxn>
                <a:cxn ang="0">
                  <a:pos x="96" y="0"/>
                </a:cxn>
                <a:cxn ang="0">
                  <a:pos x="0" y="3"/>
                </a:cxn>
              </a:cxnLst>
              <a:rect l="0" t="0" r="r" b="b"/>
              <a:pathLst>
                <a:path w="104" h="318">
                  <a:moveTo>
                    <a:pt x="0" y="3"/>
                  </a:moveTo>
                  <a:lnTo>
                    <a:pt x="6" y="318"/>
                  </a:lnTo>
                  <a:lnTo>
                    <a:pt x="104" y="315"/>
                  </a:lnTo>
                  <a:lnTo>
                    <a:pt x="96" y="0"/>
                  </a:lnTo>
                  <a:lnTo>
                    <a:pt x="0" y="3"/>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 name="Group 25"/>
          <p:cNvGrpSpPr/>
          <p:nvPr/>
        </p:nvGrpSpPr>
        <p:grpSpPr>
          <a:xfrm>
            <a:off x="2831909" y="3327449"/>
            <a:ext cx="1349152" cy="702040"/>
            <a:chOff x="764014" y="1593667"/>
            <a:chExt cx="1408928" cy="702040"/>
          </a:xfrm>
        </p:grpSpPr>
        <p:sp>
          <p:nvSpPr>
            <p:cNvPr id="68"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69"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6" name="Group 25"/>
          <p:cNvGrpSpPr/>
          <p:nvPr/>
        </p:nvGrpSpPr>
        <p:grpSpPr>
          <a:xfrm>
            <a:off x="4330509" y="3327449"/>
            <a:ext cx="1349152" cy="702040"/>
            <a:chOff x="764014" y="1593667"/>
            <a:chExt cx="1408928" cy="702040"/>
          </a:xfrm>
        </p:grpSpPr>
        <p:sp>
          <p:nvSpPr>
            <p:cNvPr id="71"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72"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8" name="Group 25"/>
          <p:cNvGrpSpPr/>
          <p:nvPr/>
        </p:nvGrpSpPr>
        <p:grpSpPr>
          <a:xfrm>
            <a:off x="5829109" y="3327449"/>
            <a:ext cx="1349152" cy="702040"/>
            <a:chOff x="764014" y="1593667"/>
            <a:chExt cx="1408928" cy="702040"/>
          </a:xfrm>
        </p:grpSpPr>
        <p:sp>
          <p:nvSpPr>
            <p:cNvPr id="74"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75"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9" name="Group 25"/>
          <p:cNvGrpSpPr/>
          <p:nvPr/>
        </p:nvGrpSpPr>
        <p:grpSpPr>
          <a:xfrm>
            <a:off x="7327709" y="3327449"/>
            <a:ext cx="1349152" cy="702040"/>
            <a:chOff x="764014" y="1593667"/>
            <a:chExt cx="1408928" cy="702040"/>
          </a:xfrm>
        </p:grpSpPr>
        <p:sp>
          <p:nvSpPr>
            <p:cNvPr id="77" name="Text Placeholder 3"/>
            <p:cNvSpPr txBox="1">
              <a:spLocks/>
            </p:cNvSpPr>
            <p:nvPr/>
          </p:nvSpPr>
          <p:spPr>
            <a:xfrm>
              <a:off x="988031"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78" name="Text Placeholder 3"/>
            <p:cNvSpPr txBox="1">
              <a:spLocks/>
            </p:cNvSpPr>
            <p:nvPr/>
          </p:nvSpPr>
          <p:spPr>
            <a:xfrm>
              <a:off x="764014" y="1772487"/>
              <a:ext cx="1408928"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accel="50000" decel="5000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31" presetClass="entr" presetSubtype="0" fill="hold" grpId="0" nodeType="afterEffect">
                                  <p:stCondLst>
                                    <p:cond delay="0"/>
                                  </p:stCondLst>
                                  <p:iterate type="lt">
                                    <p:tmPct val="5000"/>
                                  </p:iterate>
                                  <p:childTnLst>
                                    <p:set>
                                      <p:cBhvr>
                                        <p:cTn id="11" dur="1" fill="hold">
                                          <p:stCondLst>
                                            <p:cond delay="0"/>
                                          </p:stCondLst>
                                        </p:cTn>
                                        <p:tgtEl>
                                          <p:spTgt spid="38"/>
                                        </p:tgtEl>
                                        <p:attrNameLst>
                                          <p:attrName>style.visibility</p:attrName>
                                        </p:attrNameLst>
                                      </p:cBhvr>
                                      <p:to>
                                        <p:strVal val="visible"/>
                                      </p:to>
                                    </p:set>
                                    <p:anim calcmode="lin" valueType="num">
                                      <p:cBhvr>
                                        <p:cTn id="12" dur="500" fill="hold"/>
                                        <p:tgtEl>
                                          <p:spTgt spid="38"/>
                                        </p:tgtEl>
                                        <p:attrNameLst>
                                          <p:attrName>ppt_w</p:attrName>
                                        </p:attrNameLst>
                                      </p:cBhvr>
                                      <p:tavLst>
                                        <p:tav tm="0">
                                          <p:val>
                                            <p:fltVal val="0"/>
                                          </p:val>
                                        </p:tav>
                                        <p:tav tm="100000">
                                          <p:val>
                                            <p:strVal val="#ppt_w"/>
                                          </p:val>
                                        </p:tav>
                                      </p:tavLst>
                                    </p:anim>
                                    <p:anim calcmode="lin" valueType="num">
                                      <p:cBhvr>
                                        <p:cTn id="13" dur="500" fill="hold"/>
                                        <p:tgtEl>
                                          <p:spTgt spid="38"/>
                                        </p:tgtEl>
                                        <p:attrNameLst>
                                          <p:attrName>ppt_h</p:attrName>
                                        </p:attrNameLst>
                                      </p:cBhvr>
                                      <p:tavLst>
                                        <p:tav tm="0">
                                          <p:val>
                                            <p:fltVal val="0"/>
                                          </p:val>
                                        </p:tav>
                                        <p:tav tm="100000">
                                          <p:val>
                                            <p:strVal val="#ppt_h"/>
                                          </p:val>
                                        </p:tav>
                                      </p:tavLst>
                                    </p:anim>
                                    <p:anim calcmode="lin" valueType="num">
                                      <p:cBhvr>
                                        <p:cTn id="14" dur="500" fill="hold"/>
                                        <p:tgtEl>
                                          <p:spTgt spid="38"/>
                                        </p:tgtEl>
                                        <p:attrNameLst>
                                          <p:attrName>style.rotation</p:attrName>
                                        </p:attrNameLst>
                                      </p:cBhvr>
                                      <p:tavLst>
                                        <p:tav tm="0">
                                          <p:val>
                                            <p:fltVal val="90"/>
                                          </p:val>
                                        </p:tav>
                                        <p:tav tm="100000">
                                          <p:val>
                                            <p:fltVal val="0"/>
                                          </p:val>
                                        </p:tav>
                                      </p:tavLst>
                                    </p:anim>
                                    <p:animEffect transition="in" filter="fade">
                                      <p:cBhvr>
                                        <p:cTn id="15" dur="500"/>
                                        <p:tgtEl>
                                          <p:spTgt spid="38"/>
                                        </p:tgtEl>
                                      </p:cBhvr>
                                    </p:animEffect>
                                  </p:childTnLst>
                                </p:cTn>
                              </p:par>
                            </p:childTnLst>
                          </p:cTn>
                        </p:par>
                        <p:par>
                          <p:cTn id="16" fill="hold">
                            <p:stCondLst>
                              <p:cond delay="1000"/>
                            </p:stCondLst>
                            <p:childTnLst>
                              <p:par>
                                <p:cTn id="17" presetID="31" presetClass="entr" presetSubtype="0" fill="hold" grpId="0" nodeType="afterEffect">
                                  <p:stCondLst>
                                    <p:cond delay="0"/>
                                  </p:stCondLst>
                                  <p:iterate type="lt">
                                    <p:tmPct val="5000"/>
                                  </p:iterate>
                                  <p:childTnLst>
                                    <p:set>
                                      <p:cBhvr>
                                        <p:cTn id="18" dur="1" fill="hold">
                                          <p:stCondLst>
                                            <p:cond delay="0"/>
                                          </p:stCondLst>
                                        </p:cTn>
                                        <p:tgtEl>
                                          <p:spTgt spid="43"/>
                                        </p:tgtEl>
                                        <p:attrNameLst>
                                          <p:attrName>style.visibility</p:attrName>
                                        </p:attrNameLst>
                                      </p:cBhvr>
                                      <p:to>
                                        <p:strVal val="visible"/>
                                      </p:to>
                                    </p:set>
                                    <p:anim calcmode="lin" valueType="num">
                                      <p:cBhvr>
                                        <p:cTn id="19" dur="500" fill="hold"/>
                                        <p:tgtEl>
                                          <p:spTgt spid="43"/>
                                        </p:tgtEl>
                                        <p:attrNameLst>
                                          <p:attrName>ppt_w</p:attrName>
                                        </p:attrNameLst>
                                      </p:cBhvr>
                                      <p:tavLst>
                                        <p:tav tm="0">
                                          <p:val>
                                            <p:fltVal val="0"/>
                                          </p:val>
                                        </p:tav>
                                        <p:tav tm="100000">
                                          <p:val>
                                            <p:strVal val="#ppt_w"/>
                                          </p:val>
                                        </p:tav>
                                      </p:tavLst>
                                    </p:anim>
                                    <p:anim calcmode="lin" valueType="num">
                                      <p:cBhvr>
                                        <p:cTn id="20" dur="500" fill="hold"/>
                                        <p:tgtEl>
                                          <p:spTgt spid="43"/>
                                        </p:tgtEl>
                                        <p:attrNameLst>
                                          <p:attrName>ppt_h</p:attrName>
                                        </p:attrNameLst>
                                      </p:cBhvr>
                                      <p:tavLst>
                                        <p:tav tm="0">
                                          <p:val>
                                            <p:fltVal val="0"/>
                                          </p:val>
                                        </p:tav>
                                        <p:tav tm="100000">
                                          <p:val>
                                            <p:strVal val="#ppt_h"/>
                                          </p:val>
                                        </p:tav>
                                      </p:tavLst>
                                    </p:anim>
                                    <p:anim calcmode="lin" valueType="num">
                                      <p:cBhvr>
                                        <p:cTn id="21" dur="500" fill="hold"/>
                                        <p:tgtEl>
                                          <p:spTgt spid="43"/>
                                        </p:tgtEl>
                                        <p:attrNameLst>
                                          <p:attrName>style.rotation</p:attrName>
                                        </p:attrNameLst>
                                      </p:cBhvr>
                                      <p:tavLst>
                                        <p:tav tm="0">
                                          <p:val>
                                            <p:fltVal val="90"/>
                                          </p:val>
                                        </p:tav>
                                        <p:tav tm="100000">
                                          <p:val>
                                            <p:fltVal val="0"/>
                                          </p:val>
                                        </p:tav>
                                      </p:tavLst>
                                    </p:anim>
                                    <p:animEffect transition="in" filter="fade">
                                      <p:cBhvr>
                                        <p:cTn id="22" dur="500"/>
                                        <p:tgtEl>
                                          <p:spTgt spid="43"/>
                                        </p:tgtEl>
                                      </p:cBhvr>
                                    </p:animEffect>
                                  </p:childTnLst>
                                </p:cTn>
                              </p:par>
                            </p:childTnLst>
                          </p:cTn>
                        </p:par>
                        <p:par>
                          <p:cTn id="23" fill="hold">
                            <p:stCondLst>
                              <p:cond delay="1500"/>
                            </p:stCondLst>
                            <p:childTnLst>
                              <p:par>
                                <p:cTn id="24" presetID="31" presetClass="entr" presetSubtype="0" fill="hold" grpId="0" nodeType="afterEffect">
                                  <p:stCondLst>
                                    <p:cond delay="0"/>
                                  </p:stCondLst>
                                  <p:iterate type="lt">
                                    <p:tmPct val="5000"/>
                                  </p:iterate>
                                  <p:childTnLst>
                                    <p:set>
                                      <p:cBhvr>
                                        <p:cTn id="25" dur="1" fill="hold">
                                          <p:stCondLst>
                                            <p:cond delay="0"/>
                                          </p:stCondLst>
                                        </p:cTn>
                                        <p:tgtEl>
                                          <p:spTgt spid="45"/>
                                        </p:tgtEl>
                                        <p:attrNameLst>
                                          <p:attrName>style.visibility</p:attrName>
                                        </p:attrNameLst>
                                      </p:cBhvr>
                                      <p:to>
                                        <p:strVal val="visible"/>
                                      </p:to>
                                    </p:set>
                                    <p:anim calcmode="lin" valueType="num">
                                      <p:cBhvr>
                                        <p:cTn id="26" dur="500" fill="hold"/>
                                        <p:tgtEl>
                                          <p:spTgt spid="45"/>
                                        </p:tgtEl>
                                        <p:attrNameLst>
                                          <p:attrName>ppt_w</p:attrName>
                                        </p:attrNameLst>
                                      </p:cBhvr>
                                      <p:tavLst>
                                        <p:tav tm="0">
                                          <p:val>
                                            <p:fltVal val="0"/>
                                          </p:val>
                                        </p:tav>
                                        <p:tav tm="100000">
                                          <p:val>
                                            <p:strVal val="#ppt_w"/>
                                          </p:val>
                                        </p:tav>
                                      </p:tavLst>
                                    </p:anim>
                                    <p:anim calcmode="lin" valueType="num">
                                      <p:cBhvr>
                                        <p:cTn id="27" dur="500" fill="hold"/>
                                        <p:tgtEl>
                                          <p:spTgt spid="45"/>
                                        </p:tgtEl>
                                        <p:attrNameLst>
                                          <p:attrName>ppt_h</p:attrName>
                                        </p:attrNameLst>
                                      </p:cBhvr>
                                      <p:tavLst>
                                        <p:tav tm="0">
                                          <p:val>
                                            <p:fltVal val="0"/>
                                          </p:val>
                                        </p:tav>
                                        <p:tav tm="100000">
                                          <p:val>
                                            <p:strVal val="#ppt_h"/>
                                          </p:val>
                                        </p:tav>
                                      </p:tavLst>
                                    </p:anim>
                                    <p:anim calcmode="lin" valueType="num">
                                      <p:cBhvr>
                                        <p:cTn id="28" dur="500" fill="hold"/>
                                        <p:tgtEl>
                                          <p:spTgt spid="45"/>
                                        </p:tgtEl>
                                        <p:attrNameLst>
                                          <p:attrName>style.rotation</p:attrName>
                                        </p:attrNameLst>
                                      </p:cBhvr>
                                      <p:tavLst>
                                        <p:tav tm="0">
                                          <p:val>
                                            <p:fltVal val="90"/>
                                          </p:val>
                                        </p:tav>
                                        <p:tav tm="100000">
                                          <p:val>
                                            <p:fltVal val="0"/>
                                          </p:val>
                                        </p:tav>
                                      </p:tavLst>
                                    </p:anim>
                                    <p:animEffect transition="in" filter="fade">
                                      <p:cBhvr>
                                        <p:cTn id="29" dur="500"/>
                                        <p:tgtEl>
                                          <p:spTgt spid="45"/>
                                        </p:tgtEl>
                                      </p:cBhvr>
                                    </p:animEffect>
                                  </p:childTnLst>
                                </p:cTn>
                              </p:par>
                              <p:par>
                                <p:cTn id="30" presetID="10" presetClass="entr" presetSubtype="0" fill="hold" nodeType="with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1000"/>
                                        <p:tgtEl>
                                          <p:spTgt spid="2"/>
                                        </p:tgtEl>
                                      </p:cBhvr>
                                    </p:animEffect>
                                  </p:childTnLst>
                                </p:cTn>
                              </p:par>
                              <p:par>
                                <p:cTn id="33" presetID="10" presetClass="entr" presetSubtype="0" fill="hold"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1000"/>
                                        <p:tgtEl>
                                          <p:spTgt spid="13"/>
                                        </p:tgtEl>
                                      </p:cBhvr>
                                    </p:animEffect>
                                  </p:childTnLst>
                                </p:cTn>
                              </p:par>
                            </p:childTnLst>
                          </p:cTn>
                        </p:par>
                        <p:par>
                          <p:cTn id="36" fill="hold">
                            <p:stCondLst>
                              <p:cond delay="2500"/>
                            </p:stCondLst>
                            <p:childTnLst>
                              <p:par>
                                <p:cTn id="37" presetID="31" presetClass="entr" presetSubtype="0" fill="hold" grpId="0" nodeType="afterEffect">
                                  <p:stCondLst>
                                    <p:cond delay="0"/>
                                  </p:stCondLst>
                                  <p:iterate type="lt">
                                    <p:tmPct val="5000"/>
                                  </p:iterate>
                                  <p:childTnLst>
                                    <p:set>
                                      <p:cBhvr>
                                        <p:cTn id="38" dur="1" fill="hold">
                                          <p:stCondLst>
                                            <p:cond delay="0"/>
                                          </p:stCondLst>
                                        </p:cTn>
                                        <p:tgtEl>
                                          <p:spTgt spid="46"/>
                                        </p:tgtEl>
                                        <p:attrNameLst>
                                          <p:attrName>style.visibility</p:attrName>
                                        </p:attrNameLst>
                                      </p:cBhvr>
                                      <p:to>
                                        <p:strVal val="visible"/>
                                      </p:to>
                                    </p:set>
                                    <p:anim calcmode="lin" valueType="num">
                                      <p:cBhvr>
                                        <p:cTn id="39" dur="500" fill="hold"/>
                                        <p:tgtEl>
                                          <p:spTgt spid="46"/>
                                        </p:tgtEl>
                                        <p:attrNameLst>
                                          <p:attrName>ppt_w</p:attrName>
                                        </p:attrNameLst>
                                      </p:cBhvr>
                                      <p:tavLst>
                                        <p:tav tm="0">
                                          <p:val>
                                            <p:fltVal val="0"/>
                                          </p:val>
                                        </p:tav>
                                        <p:tav tm="100000">
                                          <p:val>
                                            <p:strVal val="#ppt_w"/>
                                          </p:val>
                                        </p:tav>
                                      </p:tavLst>
                                    </p:anim>
                                    <p:anim calcmode="lin" valueType="num">
                                      <p:cBhvr>
                                        <p:cTn id="40" dur="500" fill="hold"/>
                                        <p:tgtEl>
                                          <p:spTgt spid="46"/>
                                        </p:tgtEl>
                                        <p:attrNameLst>
                                          <p:attrName>ppt_h</p:attrName>
                                        </p:attrNameLst>
                                      </p:cBhvr>
                                      <p:tavLst>
                                        <p:tav tm="0">
                                          <p:val>
                                            <p:fltVal val="0"/>
                                          </p:val>
                                        </p:tav>
                                        <p:tav tm="100000">
                                          <p:val>
                                            <p:strVal val="#ppt_h"/>
                                          </p:val>
                                        </p:tav>
                                      </p:tavLst>
                                    </p:anim>
                                    <p:anim calcmode="lin" valueType="num">
                                      <p:cBhvr>
                                        <p:cTn id="41" dur="500" fill="hold"/>
                                        <p:tgtEl>
                                          <p:spTgt spid="46"/>
                                        </p:tgtEl>
                                        <p:attrNameLst>
                                          <p:attrName>style.rotation</p:attrName>
                                        </p:attrNameLst>
                                      </p:cBhvr>
                                      <p:tavLst>
                                        <p:tav tm="0">
                                          <p:val>
                                            <p:fltVal val="90"/>
                                          </p:val>
                                        </p:tav>
                                        <p:tav tm="100000">
                                          <p:val>
                                            <p:fltVal val="0"/>
                                          </p:val>
                                        </p:tav>
                                      </p:tavLst>
                                    </p:anim>
                                    <p:animEffect transition="in" filter="fade">
                                      <p:cBhvr>
                                        <p:cTn id="42" dur="500"/>
                                        <p:tgtEl>
                                          <p:spTgt spid="46"/>
                                        </p:tgtEl>
                                      </p:cBhvr>
                                    </p:animEffect>
                                  </p:childTnLst>
                                </p:cTn>
                              </p:par>
                            </p:childTnLst>
                          </p:cTn>
                        </p:par>
                        <p:par>
                          <p:cTn id="43" fill="hold">
                            <p:stCondLst>
                              <p:cond delay="3000"/>
                            </p:stCondLst>
                            <p:childTnLst>
                              <p:par>
                                <p:cTn id="44" presetID="2" presetClass="entr" presetSubtype="4" accel="50000" decel="50000" fill="hold" nodeType="after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 fill="hold"/>
                                        <p:tgtEl>
                                          <p:spTgt spid="15"/>
                                        </p:tgtEl>
                                        <p:attrNameLst>
                                          <p:attrName>ppt_x</p:attrName>
                                        </p:attrNameLst>
                                      </p:cBhvr>
                                      <p:tavLst>
                                        <p:tav tm="0">
                                          <p:val>
                                            <p:strVal val="#ppt_x"/>
                                          </p:val>
                                        </p:tav>
                                        <p:tav tm="100000">
                                          <p:val>
                                            <p:strVal val="#ppt_x"/>
                                          </p:val>
                                        </p:tav>
                                      </p:tavLst>
                                    </p:anim>
                                    <p:anim calcmode="lin" valueType="num">
                                      <p:cBhvr additive="base">
                                        <p:cTn id="47" dur="500" fill="hold"/>
                                        <p:tgtEl>
                                          <p:spTgt spid="15"/>
                                        </p:tgtEl>
                                        <p:attrNameLst>
                                          <p:attrName>ppt_y</p:attrName>
                                        </p:attrNameLst>
                                      </p:cBhvr>
                                      <p:tavLst>
                                        <p:tav tm="0">
                                          <p:val>
                                            <p:strVal val="1+#ppt_h/2"/>
                                          </p:val>
                                        </p:tav>
                                        <p:tav tm="100000">
                                          <p:val>
                                            <p:strVal val="#ppt_y"/>
                                          </p:val>
                                        </p:tav>
                                      </p:tavLst>
                                    </p:anim>
                                  </p:childTnLst>
                                </p:cTn>
                              </p:par>
                            </p:childTnLst>
                          </p:cTn>
                        </p:par>
                        <p:par>
                          <p:cTn id="48" fill="hold">
                            <p:stCondLst>
                              <p:cond delay="3500"/>
                            </p:stCondLst>
                            <p:childTnLst>
                              <p:par>
                                <p:cTn id="49" presetID="2" presetClass="entr" presetSubtype="4" accel="50000" decel="50000"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500" fill="hold"/>
                                        <p:tgtEl>
                                          <p:spTgt spid="16"/>
                                        </p:tgtEl>
                                        <p:attrNameLst>
                                          <p:attrName>ppt_x</p:attrName>
                                        </p:attrNameLst>
                                      </p:cBhvr>
                                      <p:tavLst>
                                        <p:tav tm="0">
                                          <p:val>
                                            <p:strVal val="#ppt_x"/>
                                          </p:val>
                                        </p:tav>
                                        <p:tav tm="100000">
                                          <p:val>
                                            <p:strVal val="#ppt_x"/>
                                          </p:val>
                                        </p:tav>
                                      </p:tavLst>
                                    </p:anim>
                                    <p:anim calcmode="lin" valueType="num">
                                      <p:cBhvr additive="base">
                                        <p:cTn id="52" dur="500" fill="hold"/>
                                        <p:tgtEl>
                                          <p:spTgt spid="16"/>
                                        </p:tgtEl>
                                        <p:attrNameLst>
                                          <p:attrName>ppt_y</p:attrName>
                                        </p:attrNameLst>
                                      </p:cBhvr>
                                      <p:tavLst>
                                        <p:tav tm="0">
                                          <p:val>
                                            <p:strVal val="1+#ppt_h/2"/>
                                          </p:val>
                                        </p:tav>
                                        <p:tav tm="100000">
                                          <p:val>
                                            <p:strVal val="#ppt_y"/>
                                          </p:val>
                                        </p:tav>
                                      </p:tavLst>
                                    </p:anim>
                                  </p:childTnLst>
                                </p:cTn>
                              </p:par>
                            </p:childTnLst>
                          </p:cTn>
                        </p:par>
                        <p:par>
                          <p:cTn id="53" fill="hold">
                            <p:stCondLst>
                              <p:cond delay="4000"/>
                            </p:stCondLst>
                            <p:childTnLst>
                              <p:par>
                                <p:cTn id="54" presetID="2" presetClass="entr" presetSubtype="4" accel="50000" decel="50000" fill="hold" nodeType="afterEffect">
                                  <p:stCondLst>
                                    <p:cond delay="0"/>
                                  </p:stCondLst>
                                  <p:childTnLst>
                                    <p:set>
                                      <p:cBhvr>
                                        <p:cTn id="55" dur="1" fill="hold">
                                          <p:stCondLst>
                                            <p:cond delay="0"/>
                                          </p:stCondLst>
                                        </p:cTn>
                                        <p:tgtEl>
                                          <p:spTgt spid="18"/>
                                        </p:tgtEl>
                                        <p:attrNameLst>
                                          <p:attrName>style.visibility</p:attrName>
                                        </p:attrNameLst>
                                      </p:cBhvr>
                                      <p:to>
                                        <p:strVal val="visible"/>
                                      </p:to>
                                    </p:set>
                                    <p:anim calcmode="lin" valueType="num">
                                      <p:cBhvr additive="base">
                                        <p:cTn id="56" dur="500" fill="hold"/>
                                        <p:tgtEl>
                                          <p:spTgt spid="18"/>
                                        </p:tgtEl>
                                        <p:attrNameLst>
                                          <p:attrName>ppt_x</p:attrName>
                                        </p:attrNameLst>
                                      </p:cBhvr>
                                      <p:tavLst>
                                        <p:tav tm="0">
                                          <p:val>
                                            <p:strVal val="#ppt_x"/>
                                          </p:val>
                                        </p:tav>
                                        <p:tav tm="100000">
                                          <p:val>
                                            <p:strVal val="#ppt_x"/>
                                          </p:val>
                                        </p:tav>
                                      </p:tavLst>
                                    </p:anim>
                                    <p:anim calcmode="lin" valueType="num">
                                      <p:cBhvr additive="base">
                                        <p:cTn id="57" dur="500" fill="hold"/>
                                        <p:tgtEl>
                                          <p:spTgt spid="18"/>
                                        </p:tgtEl>
                                        <p:attrNameLst>
                                          <p:attrName>ppt_y</p:attrName>
                                        </p:attrNameLst>
                                      </p:cBhvr>
                                      <p:tavLst>
                                        <p:tav tm="0">
                                          <p:val>
                                            <p:strVal val="1+#ppt_h/2"/>
                                          </p:val>
                                        </p:tav>
                                        <p:tav tm="100000">
                                          <p:val>
                                            <p:strVal val="#ppt_y"/>
                                          </p:val>
                                        </p:tav>
                                      </p:tavLst>
                                    </p:anim>
                                  </p:childTnLst>
                                </p:cTn>
                              </p:par>
                            </p:childTnLst>
                          </p:cTn>
                        </p:par>
                        <p:par>
                          <p:cTn id="58" fill="hold">
                            <p:stCondLst>
                              <p:cond delay="4500"/>
                            </p:stCondLst>
                            <p:childTnLst>
                              <p:par>
                                <p:cTn id="59" presetID="2" presetClass="entr" presetSubtype="4" accel="50000" decel="50000" fill="hold" nodeType="after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ppt_x"/>
                                          </p:val>
                                        </p:tav>
                                        <p:tav tm="100000">
                                          <p:val>
                                            <p:strVal val="#ppt_x"/>
                                          </p:val>
                                        </p:tav>
                                      </p:tavLst>
                                    </p:anim>
                                    <p:anim calcmode="lin" valueType="num">
                                      <p:cBhvr additive="base">
                                        <p:cTn id="62"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3" grpId="0" animBg="1"/>
      <p:bldP spid="45" grpId="0" animBg="1"/>
      <p:bldP spid="46"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Umbrella Infographic</a:t>
            </a:r>
            <a:endParaRPr lang="en-US" dirty="0"/>
          </a:p>
        </p:txBody>
      </p:sp>
      <p:sp>
        <p:nvSpPr>
          <p:cNvPr id="8" name="Text Placeholder 7"/>
          <p:cNvSpPr>
            <a:spLocks noGrp="1"/>
          </p:cNvSpPr>
          <p:nvPr>
            <p:ph type="body" sz="half" idx="2"/>
          </p:nvPr>
        </p:nvSpPr>
        <p:spPr/>
        <p:txBody>
          <a:bodyPr/>
          <a:lstStyle/>
          <a:p>
            <a:r>
              <a:rPr lang="en-US"/>
              <a:t>Umbrella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253</a:t>
            </a:fld>
            <a:endParaRPr lang="en-US" dirty="0"/>
          </a:p>
        </p:txBody>
      </p:sp>
      <p:grpSp>
        <p:nvGrpSpPr>
          <p:cNvPr id="2" name="Group 52"/>
          <p:cNvGrpSpPr/>
          <p:nvPr/>
        </p:nvGrpSpPr>
        <p:grpSpPr>
          <a:xfrm>
            <a:off x="3160713" y="1682990"/>
            <a:ext cx="2825751" cy="2752725"/>
            <a:chOff x="3160713" y="1634350"/>
            <a:chExt cx="2825751" cy="2752725"/>
          </a:xfrm>
        </p:grpSpPr>
        <p:sp>
          <p:nvSpPr>
            <p:cNvPr id="1029" name="Freeform 5"/>
            <p:cNvSpPr>
              <a:spLocks noEditPoints="1"/>
            </p:cNvSpPr>
            <p:nvPr/>
          </p:nvSpPr>
          <p:spPr bwMode="auto">
            <a:xfrm>
              <a:off x="3160713" y="1912162"/>
              <a:ext cx="1181100" cy="1243012"/>
            </a:xfrm>
            <a:custGeom>
              <a:avLst/>
              <a:gdLst/>
              <a:ahLst/>
              <a:cxnLst>
                <a:cxn ang="0">
                  <a:pos x="85" y="294"/>
                </a:cxn>
                <a:cxn ang="0">
                  <a:pos x="0" y="330"/>
                </a:cxn>
                <a:cxn ang="0">
                  <a:pos x="314" y="0"/>
                </a:cxn>
                <a:cxn ang="0">
                  <a:pos x="167" y="327"/>
                </a:cxn>
                <a:cxn ang="0">
                  <a:pos x="85" y="294"/>
                </a:cxn>
                <a:cxn ang="0">
                  <a:pos x="85" y="294"/>
                </a:cxn>
                <a:cxn ang="0">
                  <a:pos x="85" y="294"/>
                </a:cxn>
              </a:cxnLst>
              <a:rect l="0" t="0" r="r" b="b"/>
              <a:pathLst>
                <a:path w="314" h="330">
                  <a:moveTo>
                    <a:pt x="85" y="294"/>
                  </a:moveTo>
                  <a:cubicBezTo>
                    <a:pt x="52" y="294"/>
                    <a:pt x="21" y="307"/>
                    <a:pt x="0" y="330"/>
                  </a:cubicBezTo>
                  <a:cubicBezTo>
                    <a:pt x="19" y="162"/>
                    <a:pt x="149" y="27"/>
                    <a:pt x="314" y="0"/>
                  </a:cubicBezTo>
                  <a:cubicBezTo>
                    <a:pt x="176" y="99"/>
                    <a:pt x="167" y="274"/>
                    <a:pt x="167" y="327"/>
                  </a:cubicBezTo>
                  <a:cubicBezTo>
                    <a:pt x="146" y="306"/>
                    <a:pt x="116" y="294"/>
                    <a:pt x="85" y="294"/>
                  </a:cubicBezTo>
                  <a:close/>
                  <a:moveTo>
                    <a:pt x="85" y="294"/>
                  </a:moveTo>
                  <a:cubicBezTo>
                    <a:pt x="85" y="294"/>
                    <a:pt x="85" y="294"/>
                    <a:pt x="85" y="294"/>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0" name="Freeform 6"/>
            <p:cNvSpPr>
              <a:spLocks noEditPoints="1"/>
            </p:cNvSpPr>
            <p:nvPr/>
          </p:nvSpPr>
          <p:spPr bwMode="auto">
            <a:xfrm>
              <a:off x="3886201" y="1916925"/>
              <a:ext cx="636588" cy="1238250"/>
            </a:xfrm>
            <a:custGeom>
              <a:avLst/>
              <a:gdLst/>
              <a:ahLst/>
              <a:cxnLst>
                <a:cxn ang="0">
                  <a:pos x="84" y="293"/>
                </a:cxn>
                <a:cxn ang="0">
                  <a:pos x="1" y="327"/>
                </a:cxn>
                <a:cxn ang="0">
                  <a:pos x="169" y="0"/>
                </a:cxn>
                <a:cxn ang="0">
                  <a:pos x="169" y="329"/>
                </a:cxn>
                <a:cxn ang="0">
                  <a:pos x="84" y="293"/>
                </a:cxn>
                <a:cxn ang="0">
                  <a:pos x="84" y="293"/>
                </a:cxn>
                <a:cxn ang="0">
                  <a:pos x="84" y="293"/>
                </a:cxn>
              </a:cxnLst>
              <a:rect l="0" t="0" r="r" b="b"/>
              <a:pathLst>
                <a:path w="169" h="329">
                  <a:moveTo>
                    <a:pt x="84" y="293"/>
                  </a:moveTo>
                  <a:cubicBezTo>
                    <a:pt x="52" y="293"/>
                    <a:pt x="22" y="306"/>
                    <a:pt x="1" y="327"/>
                  </a:cubicBezTo>
                  <a:cubicBezTo>
                    <a:pt x="0" y="276"/>
                    <a:pt x="8" y="87"/>
                    <a:pt x="169" y="0"/>
                  </a:cubicBezTo>
                  <a:cubicBezTo>
                    <a:pt x="169" y="329"/>
                    <a:pt x="169" y="329"/>
                    <a:pt x="169" y="329"/>
                  </a:cubicBezTo>
                  <a:cubicBezTo>
                    <a:pt x="147" y="306"/>
                    <a:pt x="117" y="293"/>
                    <a:pt x="84" y="293"/>
                  </a:cubicBezTo>
                  <a:close/>
                  <a:moveTo>
                    <a:pt x="84" y="293"/>
                  </a:moveTo>
                  <a:cubicBezTo>
                    <a:pt x="84" y="293"/>
                    <a:pt x="84" y="293"/>
                    <a:pt x="84" y="293"/>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1" name="Freeform 7"/>
            <p:cNvSpPr>
              <a:spLocks noEditPoints="1"/>
            </p:cNvSpPr>
            <p:nvPr/>
          </p:nvSpPr>
          <p:spPr bwMode="auto">
            <a:xfrm>
              <a:off x="4621213" y="1916925"/>
              <a:ext cx="635000" cy="1238250"/>
            </a:xfrm>
            <a:custGeom>
              <a:avLst/>
              <a:gdLst/>
              <a:ahLst/>
              <a:cxnLst>
                <a:cxn ang="0">
                  <a:pos x="85" y="293"/>
                </a:cxn>
                <a:cxn ang="0">
                  <a:pos x="0" y="329"/>
                </a:cxn>
                <a:cxn ang="0">
                  <a:pos x="0" y="0"/>
                </a:cxn>
                <a:cxn ang="0">
                  <a:pos x="168" y="327"/>
                </a:cxn>
                <a:cxn ang="0">
                  <a:pos x="85" y="293"/>
                </a:cxn>
                <a:cxn ang="0">
                  <a:pos x="85" y="293"/>
                </a:cxn>
                <a:cxn ang="0">
                  <a:pos x="85" y="293"/>
                </a:cxn>
              </a:cxnLst>
              <a:rect l="0" t="0" r="r" b="b"/>
              <a:pathLst>
                <a:path w="169" h="329">
                  <a:moveTo>
                    <a:pt x="85" y="293"/>
                  </a:moveTo>
                  <a:cubicBezTo>
                    <a:pt x="52" y="293"/>
                    <a:pt x="22" y="306"/>
                    <a:pt x="0" y="329"/>
                  </a:cubicBezTo>
                  <a:cubicBezTo>
                    <a:pt x="0" y="0"/>
                    <a:pt x="0" y="0"/>
                    <a:pt x="0" y="0"/>
                  </a:cubicBezTo>
                  <a:cubicBezTo>
                    <a:pt x="161" y="87"/>
                    <a:pt x="169" y="276"/>
                    <a:pt x="168" y="327"/>
                  </a:cubicBezTo>
                  <a:cubicBezTo>
                    <a:pt x="146" y="306"/>
                    <a:pt x="116" y="293"/>
                    <a:pt x="85" y="293"/>
                  </a:cubicBezTo>
                  <a:close/>
                  <a:moveTo>
                    <a:pt x="85" y="293"/>
                  </a:moveTo>
                  <a:cubicBezTo>
                    <a:pt x="85" y="293"/>
                    <a:pt x="85" y="293"/>
                    <a:pt x="85" y="293"/>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2" name="Freeform 8"/>
            <p:cNvSpPr>
              <a:spLocks noEditPoints="1"/>
            </p:cNvSpPr>
            <p:nvPr/>
          </p:nvSpPr>
          <p:spPr bwMode="auto">
            <a:xfrm>
              <a:off x="4797426" y="1912162"/>
              <a:ext cx="1189038" cy="1250950"/>
            </a:xfrm>
            <a:custGeom>
              <a:avLst/>
              <a:gdLst/>
              <a:ahLst/>
              <a:cxnLst>
                <a:cxn ang="0">
                  <a:pos x="229" y="294"/>
                </a:cxn>
                <a:cxn ang="0">
                  <a:pos x="147" y="327"/>
                </a:cxn>
                <a:cxn ang="0">
                  <a:pos x="0" y="0"/>
                </a:cxn>
                <a:cxn ang="0">
                  <a:pos x="316" y="332"/>
                </a:cxn>
                <a:cxn ang="0">
                  <a:pos x="229" y="294"/>
                </a:cxn>
                <a:cxn ang="0">
                  <a:pos x="229" y="294"/>
                </a:cxn>
                <a:cxn ang="0">
                  <a:pos x="229" y="294"/>
                </a:cxn>
              </a:cxnLst>
              <a:rect l="0" t="0" r="r" b="b"/>
              <a:pathLst>
                <a:path w="316" h="332">
                  <a:moveTo>
                    <a:pt x="229" y="294"/>
                  </a:moveTo>
                  <a:cubicBezTo>
                    <a:pt x="198" y="294"/>
                    <a:pt x="169" y="306"/>
                    <a:pt x="147" y="327"/>
                  </a:cubicBezTo>
                  <a:cubicBezTo>
                    <a:pt x="148" y="274"/>
                    <a:pt x="138" y="99"/>
                    <a:pt x="0" y="0"/>
                  </a:cubicBezTo>
                  <a:cubicBezTo>
                    <a:pt x="167" y="26"/>
                    <a:pt x="298" y="162"/>
                    <a:pt x="316" y="332"/>
                  </a:cubicBezTo>
                  <a:cubicBezTo>
                    <a:pt x="295" y="308"/>
                    <a:pt x="263" y="294"/>
                    <a:pt x="229" y="294"/>
                  </a:cubicBezTo>
                  <a:close/>
                  <a:moveTo>
                    <a:pt x="229" y="294"/>
                  </a:moveTo>
                  <a:cubicBezTo>
                    <a:pt x="229" y="294"/>
                    <a:pt x="229" y="294"/>
                    <a:pt x="229" y="294"/>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Freeform 9"/>
            <p:cNvSpPr>
              <a:spLocks noEditPoints="1"/>
            </p:cNvSpPr>
            <p:nvPr/>
          </p:nvSpPr>
          <p:spPr bwMode="auto">
            <a:xfrm>
              <a:off x="4522788" y="3336150"/>
              <a:ext cx="493713" cy="1050925"/>
            </a:xfrm>
            <a:custGeom>
              <a:avLst/>
              <a:gdLst/>
              <a:ahLst/>
              <a:cxnLst>
                <a:cxn ang="0">
                  <a:pos x="13" y="7"/>
                </a:cxn>
                <a:cxn ang="0">
                  <a:pos x="0" y="0"/>
                </a:cxn>
                <a:cxn ang="0">
                  <a:pos x="0" y="214"/>
                </a:cxn>
                <a:cxn ang="0">
                  <a:pos x="2" y="219"/>
                </a:cxn>
                <a:cxn ang="0">
                  <a:pos x="66" y="279"/>
                </a:cxn>
                <a:cxn ang="0">
                  <a:pos x="131" y="214"/>
                </a:cxn>
                <a:cxn ang="0">
                  <a:pos x="118" y="201"/>
                </a:cxn>
                <a:cxn ang="0">
                  <a:pos x="105" y="214"/>
                </a:cxn>
                <a:cxn ang="0">
                  <a:pos x="66" y="253"/>
                </a:cxn>
                <a:cxn ang="0">
                  <a:pos x="27" y="214"/>
                </a:cxn>
                <a:cxn ang="0">
                  <a:pos x="26" y="211"/>
                </a:cxn>
                <a:cxn ang="0">
                  <a:pos x="26" y="0"/>
                </a:cxn>
                <a:cxn ang="0">
                  <a:pos x="13" y="7"/>
                </a:cxn>
                <a:cxn ang="0">
                  <a:pos x="13" y="7"/>
                </a:cxn>
                <a:cxn ang="0">
                  <a:pos x="13" y="7"/>
                </a:cxn>
              </a:cxnLst>
              <a:rect l="0" t="0" r="r" b="b"/>
              <a:pathLst>
                <a:path w="131" h="279">
                  <a:moveTo>
                    <a:pt x="13" y="7"/>
                  </a:moveTo>
                  <a:cubicBezTo>
                    <a:pt x="8" y="7"/>
                    <a:pt x="3" y="4"/>
                    <a:pt x="0" y="0"/>
                  </a:cubicBezTo>
                  <a:cubicBezTo>
                    <a:pt x="0" y="214"/>
                    <a:pt x="0" y="214"/>
                    <a:pt x="0" y="214"/>
                  </a:cubicBezTo>
                  <a:cubicBezTo>
                    <a:pt x="0" y="216"/>
                    <a:pt x="1" y="218"/>
                    <a:pt x="2" y="219"/>
                  </a:cubicBezTo>
                  <a:cubicBezTo>
                    <a:pt x="4" y="253"/>
                    <a:pt x="32" y="279"/>
                    <a:pt x="66" y="279"/>
                  </a:cubicBezTo>
                  <a:cubicBezTo>
                    <a:pt x="102" y="279"/>
                    <a:pt x="131" y="250"/>
                    <a:pt x="131" y="214"/>
                  </a:cubicBezTo>
                  <a:cubicBezTo>
                    <a:pt x="131" y="207"/>
                    <a:pt x="126" y="201"/>
                    <a:pt x="118" y="201"/>
                  </a:cubicBezTo>
                  <a:cubicBezTo>
                    <a:pt x="111" y="201"/>
                    <a:pt x="105" y="207"/>
                    <a:pt x="105" y="214"/>
                  </a:cubicBezTo>
                  <a:cubicBezTo>
                    <a:pt x="105" y="236"/>
                    <a:pt x="88" y="253"/>
                    <a:pt x="66" y="253"/>
                  </a:cubicBezTo>
                  <a:cubicBezTo>
                    <a:pt x="45" y="253"/>
                    <a:pt x="27" y="236"/>
                    <a:pt x="27" y="214"/>
                  </a:cubicBezTo>
                  <a:cubicBezTo>
                    <a:pt x="27" y="213"/>
                    <a:pt x="27" y="212"/>
                    <a:pt x="26" y="211"/>
                  </a:cubicBezTo>
                  <a:cubicBezTo>
                    <a:pt x="26" y="0"/>
                    <a:pt x="26" y="0"/>
                    <a:pt x="26" y="0"/>
                  </a:cubicBezTo>
                  <a:cubicBezTo>
                    <a:pt x="24" y="4"/>
                    <a:pt x="19" y="7"/>
                    <a:pt x="13" y="7"/>
                  </a:cubicBezTo>
                  <a:close/>
                  <a:moveTo>
                    <a:pt x="13" y="7"/>
                  </a:moveTo>
                  <a:cubicBezTo>
                    <a:pt x="13" y="7"/>
                    <a:pt x="13" y="7"/>
                    <a:pt x="13" y="7"/>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4" name="Freeform 10"/>
            <p:cNvSpPr>
              <a:spLocks noEditPoints="1"/>
            </p:cNvSpPr>
            <p:nvPr/>
          </p:nvSpPr>
          <p:spPr bwMode="auto">
            <a:xfrm>
              <a:off x="4522788" y="1634350"/>
              <a:ext cx="98425" cy="198437"/>
            </a:xfrm>
            <a:custGeom>
              <a:avLst/>
              <a:gdLst/>
              <a:ahLst/>
              <a:cxnLst>
                <a:cxn ang="0">
                  <a:pos x="26" y="52"/>
                </a:cxn>
                <a:cxn ang="0">
                  <a:pos x="26" y="13"/>
                </a:cxn>
                <a:cxn ang="0">
                  <a:pos x="13" y="0"/>
                </a:cxn>
                <a:cxn ang="0">
                  <a:pos x="0" y="13"/>
                </a:cxn>
                <a:cxn ang="0">
                  <a:pos x="0" y="52"/>
                </a:cxn>
                <a:cxn ang="0">
                  <a:pos x="0" y="53"/>
                </a:cxn>
                <a:cxn ang="0">
                  <a:pos x="26" y="53"/>
                </a:cxn>
                <a:cxn ang="0">
                  <a:pos x="26" y="52"/>
                </a:cxn>
                <a:cxn ang="0">
                  <a:pos x="26" y="52"/>
                </a:cxn>
                <a:cxn ang="0">
                  <a:pos x="26" y="52"/>
                </a:cxn>
              </a:cxnLst>
              <a:rect l="0" t="0" r="r" b="b"/>
              <a:pathLst>
                <a:path w="26" h="53">
                  <a:moveTo>
                    <a:pt x="26" y="52"/>
                  </a:moveTo>
                  <a:cubicBezTo>
                    <a:pt x="26" y="13"/>
                    <a:pt x="26" y="13"/>
                    <a:pt x="26" y="13"/>
                  </a:cubicBezTo>
                  <a:cubicBezTo>
                    <a:pt x="26" y="6"/>
                    <a:pt x="20" y="0"/>
                    <a:pt x="13" y="0"/>
                  </a:cubicBezTo>
                  <a:cubicBezTo>
                    <a:pt x="6" y="0"/>
                    <a:pt x="0" y="6"/>
                    <a:pt x="0" y="13"/>
                  </a:cubicBezTo>
                  <a:cubicBezTo>
                    <a:pt x="0" y="52"/>
                    <a:pt x="0" y="52"/>
                    <a:pt x="0" y="52"/>
                  </a:cubicBezTo>
                  <a:cubicBezTo>
                    <a:pt x="0" y="52"/>
                    <a:pt x="0" y="52"/>
                    <a:pt x="0" y="53"/>
                  </a:cubicBezTo>
                  <a:cubicBezTo>
                    <a:pt x="26" y="53"/>
                    <a:pt x="26" y="53"/>
                    <a:pt x="26" y="53"/>
                  </a:cubicBezTo>
                  <a:cubicBezTo>
                    <a:pt x="26" y="52"/>
                    <a:pt x="26" y="52"/>
                    <a:pt x="26" y="52"/>
                  </a:cubicBezTo>
                  <a:close/>
                  <a:moveTo>
                    <a:pt x="26" y="52"/>
                  </a:moveTo>
                  <a:cubicBezTo>
                    <a:pt x="26" y="52"/>
                    <a:pt x="26" y="52"/>
                    <a:pt x="26" y="52"/>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17"/>
          <p:cNvGrpSpPr/>
          <p:nvPr/>
        </p:nvGrpSpPr>
        <p:grpSpPr>
          <a:xfrm>
            <a:off x="551358" y="1342651"/>
            <a:ext cx="2287091" cy="791801"/>
            <a:chOff x="844734" y="1923738"/>
            <a:chExt cx="2287091" cy="791801"/>
          </a:xfrm>
        </p:grpSpPr>
        <p:sp>
          <p:nvSpPr>
            <p:cNvPr id="19" name="Footer Text"/>
            <p:cNvSpPr txBox="1"/>
            <p:nvPr/>
          </p:nvSpPr>
          <p:spPr>
            <a:xfrm>
              <a:off x="844734" y="2099986"/>
              <a:ext cx="2287091" cy="615553"/>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20" name="TextBox 19"/>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1"/>
                  </a:solidFill>
                </a:rPr>
                <a:t>Keyword Here</a:t>
              </a:r>
            </a:p>
          </p:txBody>
        </p:sp>
      </p:grpSp>
      <p:cxnSp>
        <p:nvCxnSpPr>
          <p:cNvPr id="17" name="Elbow Connector 77"/>
          <p:cNvCxnSpPr/>
          <p:nvPr/>
        </p:nvCxnSpPr>
        <p:spPr>
          <a:xfrm flipH="1" flipV="1">
            <a:off x="2895599" y="1737081"/>
            <a:ext cx="784653" cy="796932"/>
          </a:xfrm>
          <a:prstGeom prst="bentConnector3">
            <a:avLst>
              <a:gd name="adj1" fmla="val 58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Elbow Connector 77"/>
          <p:cNvCxnSpPr/>
          <p:nvPr/>
        </p:nvCxnSpPr>
        <p:spPr>
          <a:xfrm flipH="1">
            <a:off x="3381469" y="2948221"/>
            <a:ext cx="784653" cy="796932"/>
          </a:xfrm>
          <a:prstGeom prst="bentConnector3">
            <a:avLst>
              <a:gd name="adj1" fmla="val 581"/>
            </a:avLst>
          </a:prstGeom>
          <a:ln w="1905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grpSp>
        <p:nvGrpSpPr>
          <p:cNvPr id="4" name="Group 32"/>
          <p:cNvGrpSpPr/>
          <p:nvPr/>
        </p:nvGrpSpPr>
        <p:grpSpPr>
          <a:xfrm>
            <a:off x="999128" y="3345102"/>
            <a:ext cx="2287091" cy="791801"/>
            <a:chOff x="844734" y="1923738"/>
            <a:chExt cx="2287091" cy="791801"/>
          </a:xfrm>
        </p:grpSpPr>
        <p:sp>
          <p:nvSpPr>
            <p:cNvPr id="34" name="Footer Text"/>
            <p:cNvSpPr txBox="1"/>
            <p:nvPr/>
          </p:nvSpPr>
          <p:spPr>
            <a:xfrm>
              <a:off x="844734" y="2099986"/>
              <a:ext cx="2287091" cy="615553"/>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35" name="TextBox 34"/>
            <p:cNvSpPr txBox="1"/>
            <p:nvPr/>
          </p:nvSpPr>
          <p:spPr>
            <a:xfrm>
              <a:off x="2293455" y="1923738"/>
              <a:ext cx="838370" cy="184666"/>
            </a:xfrm>
            <a:prstGeom prst="rect">
              <a:avLst/>
            </a:prstGeom>
            <a:noFill/>
          </p:spPr>
          <p:txBody>
            <a:bodyPr wrap="none" lIns="0" tIns="0" rIns="0" bIns="0" rtlCol="0" anchor="ctr">
              <a:spAutoFit/>
            </a:bodyPr>
            <a:lstStyle/>
            <a:p>
              <a:pPr algn="r"/>
              <a:r>
                <a:rPr lang="en-US" sz="1200" b="1" dirty="0">
                  <a:solidFill>
                    <a:schemeClr val="accent2"/>
                  </a:solidFill>
                </a:rPr>
                <a:t>Keyword Here</a:t>
              </a:r>
            </a:p>
          </p:txBody>
        </p:sp>
      </p:grpSp>
      <p:cxnSp>
        <p:nvCxnSpPr>
          <p:cNvPr id="37" name="Elbow Connector 77"/>
          <p:cNvCxnSpPr/>
          <p:nvPr/>
        </p:nvCxnSpPr>
        <p:spPr>
          <a:xfrm flipV="1">
            <a:off x="5416646" y="1737081"/>
            <a:ext cx="784653" cy="796932"/>
          </a:xfrm>
          <a:prstGeom prst="bentConnector3">
            <a:avLst>
              <a:gd name="adj1" fmla="val 58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38" name="Elbow Connector 77"/>
          <p:cNvCxnSpPr/>
          <p:nvPr/>
        </p:nvCxnSpPr>
        <p:spPr>
          <a:xfrm>
            <a:off x="4930776" y="2948221"/>
            <a:ext cx="784653" cy="796932"/>
          </a:xfrm>
          <a:prstGeom prst="bentConnector3">
            <a:avLst>
              <a:gd name="adj1" fmla="val 581"/>
            </a:avLst>
          </a:prstGeom>
          <a:ln w="1905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5" name="Group 38"/>
          <p:cNvGrpSpPr/>
          <p:nvPr/>
        </p:nvGrpSpPr>
        <p:grpSpPr>
          <a:xfrm>
            <a:off x="6307246" y="1342651"/>
            <a:ext cx="2287091" cy="791801"/>
            <a:chOff x="844734" y="1923738"/>
            <a:chExt cx="2287091" cy="791801"/>
          </a:xfrm>
        </p:grpSpPr>
        <p:sp>
          <p:nvSpPr>
            <p:cNvPr id="40" name="Footer Text"/>
            <p:cNvSpPr txBox="1"/>
            <p:nvPr/>
          </p:nvSpPr>
          <p:spPr>
            <a:xfrm>
              <a:off x="844734" y="2099986"/>
              <a:ext cx="2287091"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1" name="TextBox 40"/>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4"/>
                  </a:solidFill>
                </a:rPr>
                <a:t>Keyword Here</a:t>
              </a:r>
            </a:p>
          </p:txBody>
        </p:sp>
      </p:grpSp>
      <p:grpSp>
        <p:nvGrpSpPr>
          <p:cNvPr id="6" name="Group 44"/>
          <p:cNvGrpSpPr/>
          <p:nvPr/>
        </p:nvGrpSpPr>
        <p:grpSpPr>
          <a:xfrm>
            <a:off x="5867400" y="3318114"/>
            <a:ext cx="2287091" cy="791801"/>
            <a:chOff x="844734" y="1923738"/>
            <a:chExt cx="2287091" cy="791801"/>
          </a:xfrm>
        </p:grpSpPr>
        <p:sp>
          <p:nvSpPr>
            <p:cNvPr id="46" name="Footer Text"/>
            <p:cNvSpPr txBox="1"/>
            <p:nvPr/>
          </p:nvSpPr>
          <p:spPr>
            <a:xfrm>
              <a:off x="844734" y="2099986"/>
              <a:ext cx="2287091" cy="615553"/>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of the a passages lorem ipsum available, but the majority have suffered  of the alteration in some form  The humour randomized words</a:t>
              </a:r>
            </a:p>
          </p:txBody>
        </p:sp>
        <p:sp>
          <p:nvSpPr>
            <p:cNvPr id="47" name="TextBox 46"/>
            <p:cNvSpPr txBox="1"/>
            <p:nvPr/>
          </p:nvSpPr>
          <p:spPr>
            <a:xfrm>
              <a:off x="844734" y="1923738"/>
              <a:ext cx="838370" cy="184666"/>
            </a:xfrm>
            <a:prstGeom prst="rect">
              <a:avLst/>
            </a:prstGeom>
            <a:noFill/>
          </p:spPr>
          <p:txBody>
            <a:bodyPr wrap="none" lIns="0" tIns="0" rIns="0" bIns="0" rtlCol="0" anchor="ctr">
              <a:spAutoFit/>
            </a:bodyPr>
            <a:lstStyle/>
            <a:p>
              <a:r>
                <a:rPr lang="en-US" sz="1200" b="1" dirty="0">
                  <a:solidFill>
                    <a:schemeClr val="accent3"/>
                  </a:solidFill>
                </a:rPr>
                <a:t>Keyword Here</a:t>
              </a:r>
            </a:p>
          </p:txBody>
        </p:sp>
      </p:grpSp>
      <p:sp>
        <p:nvSpPr>
          <p:cNvPr id="49" name="Freeform 13"/>
          <p:cNvSpPr>
            <a:spLocks noEditPoints="1"/>
          </p:cNvSpPr>
          <p:nvPr/>
        </p:nvSpPr>
        <p:spPr bwMode="auto">
          <a:xfrm>
            <a:off x="4789393" y="2546755"/>
            <a:ext cx="253176" cy="253174"/>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2"/>
          <p:cNvSpPr>
            <a:spLocks noEditPoints="1"/>
          </p:cNvSpPr>
          <p:nvPr/>
        </p:nvSpPr>
        <p:spPr bwMode="auto">
          <a:xfrm>
            <a:off x="5416646" y="2523739"/>
            <a:ext cx="278110" cy="29920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6"/>
          <p:cNvSpPr>
            <a:spLocks noEditPoints="1"/>
          </p:cNvSpPr>
          <p:nvPr/>
        </p:nvSpPr>
        <p:spPr bwMode="auto">
          <a:xfrm>
            <a:off x="4116110" y="2557303"/>
            <a:ext cx="299206" cy="232078"/>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100"/>
          <p:cNvSpPr>
            <a:spLocks noEditPoints="1"/>
          </p:cNvSpPr>
          <p:nvPr/>
        </p:nvSpPr>
        <p:spPr bwMode="auto">
          <a:xfrm>
            <a:off x="3463925" y="2540042"/>
            <a:ext cx="278108" cy="266600"/>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p:cTn id="12" dur="500" fill="hold"/>
                                        <p:tgtEl>
                                          <p:spTgt spid="52"/>
                                        </p:tgtEl>
                                        <p:attrNameLst>
                                          <p:attrName>ppt_w</p:attrName>
                                        </p:attrNameLst>
                                      </p:cBhvr>
                                      <p:tavLst>
                                        <p:tav tm="0">
                                          <p:val>
                                            <p:fltVal val="0"/>
                                          </p:val>
                                        </p:tav>
                                        <p:tav tm="100000">
                                          <p:val>
                                            <p:strVal val="#ppt_w"/>
                                          </p:val>
                                        </p:tav>
                                      </p:tavLst>
                                    </p:anim>
                                    <p:anim calcmode="lin" valueType="num">
                                      <p:cBhvr>
                                        <p:cTn id="13" dur="500" fill="hold"/>
                                        <p:tgtEl>
                                          <p:spTgt spid="52"/>
                                        </p:tgtEl>
                                        <p:attrNameLst>
                                          <p:attrName>ppt_h</p:attrName>
                                        </p:attrNameLst>
                                      </p:cBhvr>
                                      <p:tavLst>
                                        <p:tav tm="0">
                                          <p:val>
                                            <p:fltVal val="0"/>
                                          </p:val>
                                        </p:tav>
                                        <p:tav tm="100000">
                                          <p:val>
                                            <p:strVal val="#ppt_h"/>
                                          </p:val>
                                        </p:tav>
                                      </p:tavLst>
                                    </p:anim>
                                    <p:animEffect transition="in" filter="fade">
                                      <p:cBhvr>
                                        <p:cTn id="14" dur="500"/>
                                        <p:tgtEl>
                                          <p:spTgt spid="52"/>
                                        </p:tgtEl>
                                      </p:cBhvr>
                                    </p:animEffect>
                                  </p:childTnLst>
                                </p:cTn>
                              </p:par>
                            </p:childTnLst>
                          </p:cTn>
                        </p:par>
                        <p:par>
                          <p:cTn id="15" fill="hold">
                            <p:stCondLst>
                              <p:cond delay="1000"/>
                            </p:stCondLst>
                            <p:childTnLst>
                              <p:par>
                                <p:cTn id="16" presetID="18" presetClass="entr" presetSubtype="9"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strips(upLeft)">
                                      <p:cBhvr>
                                        <p:cTn id="18" dur="500"/>
                                        <p:tgtEl>
                                          <p:spTgt spid="17"/>
                                        </p:tgtEl>
                                      </p:cBhvr>
                                    </p:animEffect>
                                  </p:childTnLst>
                                </p:cTn>
                              </p:par>
                              <p:par>
                                <p:cTn id="19" presetID="2" presetClass="entr" presetSubtype="8" accel="50000" decel="5000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53" presetClass="entr" presetSubtype="0" fill="hold" grpId="0" nodeType="afterEffect">
                                  <p:stCondLst>
                                    <p:cond delay="0"/>
                                  </p:stCondLst>
                                  <p:childTnLst>
                                    <p:set>
                                      <p:cBhvr>
                                        <p:cTn id="25" dur="1" fill="hold">
                                          <p:stCondLst>
                                            <p:cond delay="0"/>
                                          </p:stCondLst>
                                        </p:cTn>
                                        <p:tgtEl>
                                          <p:spTgt spid="51"/>
                                        </p:tgtEl>
                                        <p:attrNameLst>
                                          <p:attrName>style.visibility</p:attrName>
                                        </p:attrNameLst>
                                      </p:cBhvr>
                                      <p:to>
                                        <p:strVal val="visible"/>
                                      </p:to>
                                    </p:set>
                                    <p:anim calcmode="lin" valueType="num">
                                      <p:cBhvr>
                                        <p:cTn id="26" dur="500" fill="hold"/>
                                        <p:tgtEl>
                                          <p:spTgt spid="51"/>
                                        </p:tgtEl>
                                        <p:attrNameLst>
                                          <p:attrName>ppt_w</p:attrName>
                                        </p:attrNameLst>
                                      </p:cBhvr>
                                      <p:tavLst>
                                        <p:tav tm="0">
                                          <p:val>
                                            <p:fltVal val="0"/>
                                          </p:val>
                                        </p:tav>
                                        <p:tav tm="100000">
                                          <p:val>
                                            <p:strVal val="#ppt_w"/>
                                          </p:val>
                                        </p:tav>
                                      </p:tavLst>
                                    </p:anim>
                                    <p:anim calcmode="lin" valueType="num">
                                      <p:cBhvr>
                                        <p:cTn id="27" dur="500" fill="hold"/>
                                        <p:tgtEl>
                                          <p:spTgt spid="51"/>
                                        </p:tgtEl>
                                        <p:attrNameLst>
                                          <p:attrName>ppt_h</p:attrName>
                                        </p:attrNameLst>
                                      </p:cBhvr>
                                      <p:tavLst>
                                        <p:tav tm="0">
                                          <p:val>
                                            <p:fltVal val="0"/>
                                          </p:val>
                                        </p:tav>
                                        <p:tav tm="100000">
                                          <p:val>
                                            <p:strVal val="#ppt_h"/>
                                          </p:val>
                                        </p:tav>
                                      </p:tavLst>
                                    </p:anim>
                                    <p:animEffect transition="in" filter="fade">
                                      <p:cBhvr>
                                        <p:cTn id="28" dur="500"/>
                                        <p:tgtEl>
                                          <p:spTgt spid="51"/>
                                        </p:tgtEl>
                                      </p:cBhvr>
                                    </p:animEffect>
                                  </p:childTnLst>
                                </p:cTn>
                              </p:par>
                            </p:childTnLst>
                          </p:cTn>
                        </p:par>
                        <p:par>
                          <p:cTn id="29" fill="hold">
                            <p:stCondLst>
                              <p:cond delay="2000"/>
                            </p:stCondLst>
                            <p:childTnLst>
                              <p:par>
                                <p:cTn id="30" presetID="18" presetClass="entr" presetSubtype="12" fill="hold" nodeType="after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strips(downLeft)">
                                      <p:cBhvr>
                                        <p:cTn id="32" dur="500"/>
                                        <p:tgtEl>
                                          <p:spTgt spid="31"/>
                                        </p:tgtEl>
                                      </p:cBhvr>
                                    </p:animEffect>
                                  </p:childTnLst>
                                </p:cTn>
                              </p:par>
                              <p:par>
                                <p:cTn id="33" presetID="2" presetClass="entr" presetSubtype="8" accel="50000" decel="50000"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0-#ppt_w/2"/>
                                          </p:val>
                                        </p:tav>
                                        <p:tav tm="100000">
                                          <p:val>
                                            <p:strVal val="#ppt_x"/>
                                          </p:val>
                                        </p:tav>
                                      </p:tavLst>
                                    </p:anim>
                                    <p:anim calcmode="lin" valueType="num">
                                      <p:cBhvr additive="base">
                                        <p:cTn id="36" dur="500" fill="hold"/>
                                        <p:tgtEl>
                                          <p:spTgt spid="4"/>
                                        </p:tgtEl>
                                        <p:attrNameLst>
                                          <p:attrName>ppt_y</p:attrName>
                                        </p:attrNameLst>
                                      </p:cBhvr>
                                      <p:tavLst>
                                        <p:tav tm="0">
                                          <p:val>
                                            <p:strVal val="#ppt_y"/>
                                          </p:val>
                                        </p:tav>
                                        <p:tav tm="100000">
                                          <p:val>
                                            <p:strVal val="#ppt_y"/>
                                          </p:val>
                                        </p:tav>
                                      </p:tavLst>
                                    </p:anim>
                                  </p:childTnLst>
                                </p:cTn>
                              </p:par>
                            </p:childTnLst>
                          </p:cTn>
                        </p:par>
                        <p:par>
                          <p:cTn id="37" fill="hold">
                            <p:stCondLst>
                              <p:cond delay="2500"/>
                            </p:stCondLst>
                            <p:childTnLst>
                              <p:par>
                                <p:cTn id="38" presetID="53" presetClass="entr" presetSubtype="0" fill="hold" grpId="0" nodeType="afterEffect">
                                  <p:stCondLst>
                                    <p:cond delay="0"/>
                                  </p:stCondLst>
                                  <p:childTnLst>
                                    <p:set>
                                      <p:cBhvr>
                                        <p:cTn id="39" dur="1" fill="hold">
                                          <p:stCondLst>
                                            <p:cond delay="0"/>
                                          </p:stCondLst>
                                        </p:cTn>
                                        <p:tgtEl>
                                          <p:spTgt spid="49"/>
                                        </p:tgtEl>
                                        <p:attrNameLst>
                                          <p:attrName>style.visibility</p:attrName>
                                        </p:attrNameLst>
                                      </p:cBhvr>
                                      <p:to>
                                        <p:strVal val="visible"/>
                                      </p:to>
                                    </p:set>
                                    <p:anim calcmode="lin" valueType="num">
                                      <p:cBhvr>
                                        <p:cTn id="40" dur="500" fill="hold"/>
                                        <p:tgtEl>
                                          <p:spTgt spid="49"/>
                                        </p:tgtEl>
                                        <p:attrNameLst>
                                          <p:attrName>ppt_w</p:attrName>
                                        </p:attrNameLst>
                                      </p:cBhvr>
                                      <p:tavLst>
                                        <p:tav tm="0">
                                          <p:val>
                                            <p:fltVal val="0"/>
                                          </p:val>
                                        </p:tav>
                                        <p:tav tm="100000">
                                          <p:val>
                                            <p:strVal val="#ppt_w"/>
                                          </p:val>
                                        </p:tav>
                                      </p:tavLst>
                                    </p:anim>
                                    <p:anim calcmode="lin" valueType="num">
                                      <p:cBhvr>
                                        <p:cTn id="41" dur="500" fill="hold"/>
                                        <p:tgtEl>
                                          <p:spTgt spid="49"/>
                                        </p:tgtEl>
                                        <p:attrNameLst>
                                          <p:attrName>ppt_h</p:attrName>
                                        </p:attrNameLst>
                                      </p:cBhvr>
                                      <p:tavLst>
                                        <p:tav tm="0">
                                          <p:val>
                                            <p:fltVal val="0"/>
                                          </p:val>
                                        </p:tav>
                                        <p:tav tm="100000">
                                          <p:val>
                                            <p:strVal val="#ppt_h"/>
                                          </p:val>
                                        </p:tav>
                                      </p:tavLst>
                                    </p:anim>
                                    <p:animEffect transition="in" filter="fade">
                                      <p:cBhvr>
                                        <p:cTn id="42" dur="500"/>
                                        <p:tgtEl>
                                          <p:spTgt spid="49"/>
                                        </p:tgtEl>
                                      </p:cBhvr>
                                    </p:animEffect>
                                  </p:childTnLst>
                                </p:cTn>
                              </p:par>
                            </p:childTnLst>
                          </p:cTn>
                        </p:par>
                        <p:par>
                          <p:cTn id="43" fill="hold">
                            <p:stCondLst>
                              <p:cond delay="3000"/>
                            </p:stCondLst>
                            <p:childTnLst>
                              <p:par>
                                <p:cTn id="44" presetID="18" presetClass="entr" presetSubtype="6" fill="hold" nodeType="afterEffect">
                                  <p:stCondLst>
                                    <p:cond delay="0"/>
                                  </p:stCondLst>
                                  <p:childTnLst>
                                    <p:set>
                                      <p:cBhvr>
                                        <p:cTn id="45" dur="1" fill="hold">
                                          <p:stCondLst>
                                            <p:cond delay="0"/>
                                          </p:stCondLst>
                                        </p:cTn>
                                        <p:tgtEl>
                                          <p:spTgt spid="38"/>
                                        </p:tgtEl>
                                        <p:attrNameLst>
                                          <p:attrName>style.visibility</p:attrName>
                                        </p:attrNameLst>
                                      </p:cBhvr>
                                      <p:to>
                                        <p:strVal val="visible"/>
                                      </p:to>
                                    </p:set>
                                    <p:animEffect transition="in" filter="strips(downRight)">
                                      <p:cBhvr>
                                        <p:cTn id="46" dur="500"/>
                                        <p:tgtEl>
                                          <p:spTgt spid="38"/>
                                        </p:tgtEl>
                                      </p:cBhvr>
                                    </p:animEffect>
                                  </p:childTnLst>
                                </p:cTn>
                              </p:par>
                              <p:par>
                                <p:cTn id="47" presetID="2" presetClass="entr" presetSubtype="2" accel="50000" decel="50000"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500" fill="hold"/>
                                        <p:tgtEl>
                                          <p:spTgt spid="6"/>
                                        </p:tgtEl>
                                        <p:attrNameLst>
                                          <p:attrName>ppt_x</p:attrName>
                                        </p:attrNameLst>
                                      </p:cBhvr>
                                      <p:tavLst>
                                        <p:tav tm="0">
                                          <p:val>
                                            <p:strVal val="1+#ppt_w/2"/>
                                          </p:val>
                                        </p:tav>
                                        <p:tav tm="100000">
                                          <p:val>
                                            <p:strVal val="#ppt_x"/>
                                          </p:val>
                                        </p:tav>
                                      </p:tavLst>
                                    </p:anim>
                                    <p:anim calcmode="lin" valueType="num">
                                      <p:cBhvr additive="base">
                                        <p:cTn id="50" dur="500" fill="hold"/>
                                        <p:tgtEl>
                                          <p:spTgt spid="6"/>
                                        </p:tgtEl>
                                        <p:attrNameLst>
                                          <p:attrName>ppt_y</p:attrName>
                                        </p:attrNameLst>
                                      </p:cBhvr>
                                      <p:tavLst>
                                        <p:tav tm="0">
                                          <p:val>
                                            <p:strVal val="#ppt_y"/>
                                          </p:val>
                                        </p:tav>
                                        <p:tav tm="100000">
                                          <p:val>
                                            <p:strVal val="#ppt_y"/>
                                          </p:val>
                                        </p:tav>
                                      </p:tavLst>
                                    </p:anim>
                                  </p:childTnLst>
                                </p:cTn>
                              </p:par>
                            </p:childTnLst>
                          </p:cTn>
                        </p:par>
                        <p:par>
                          <p:cTn id="51" fill="hold">
                            <p:stCondLst>
                              <p:cond delay="3500"/>
                            </p:stCondLst>
                            <p:childTnLst>
                              <p:par>
                                <p:cTn id="52" presetID="53" presetClass="entr" presetSubtype="0" fill="hold" grpId="0" nodeType="afterEffect">
                                  <p:stCondLst>
                                    <p:cond delay="0"/>
                                  </p:stCondLst>
                                  <p:childTnLst>
                                    <p:set>
                                      <p:cBhvr>
                                        <p:cTn id="53" dur="1" fill="hold">
                                          <p:stCondLst>
                                            <p:cond delay="0"/>
                                          </p:stCondLst>
                                        </p:cTn>
                                        <p:tgtEl>
                                          <p:spTgt spid="50"/>
                                        </p:tgtEl>
                                        <p:attrNameLst>
                                          <p:attrName>style.visibility</p:attrName>
                                        </p:attrNameLst>
                                      </p:cBhvr>
                                      <p:to>
                                        <p:strVal val="visible"/>
                                      </p:to>
                                    </p:set>
                                    <p:anim calcmode="lin" valueType="num">
                                      <p:cBhvr>
                                        <p:cTn id="54" dur="500" fill="hold"/>
                                        <p:tgtEl>
                                          <p:spTgt spid="50"/>
                                        </p:tgtEl>
                                        <p:attrNameLst>
                                          <p:attrName>ppt_w</p:attrName>
                                        </p:attrNameLst>
                                      </p:cBhvr>
                                      <p:tavLst>
                                        <p:tav tm="0">
                                          <p:val>
                                            <p:fltVal val="0"/>
                                          </p:val>
                                        </p:tav>
                                        <p:tav tm="100000">
                                          <p:val>
                                            <p:strVal val="#ppt_w"/>
                                          </p:val>
                                        </p:tav>
                                      </p:tavLst>
                                    </p:anim>
                                    <p:anim calcmode="lin" valueType="num">
                                      <p:cBhvr>
                                        <p:cTn id="55" dur="500" fill="hold"/>
                                        <p:tgtEl>
                                          <p:spTgt spid="50"/>
                                        </p:tgtEl>
                                        <p:attrNameLst>
                                          <p:attrName>ppt_h</p:attrName>
                                        </p:attrNameLst>
                                      </p:cBhvr>
                                      <p:tavLst>
                                        <p:tav tm="0">
                                          <p:val>
                                            <p:fltVal val="0"/>
                                          </p:val>
                                        </p:tav>
                                        <p:tav tm="100000">
                                          <p:val>
                                            <p:strVal val="#ppt_h"/>
                                          </p:val>
                                        </p:tav>
                                      </p:tavLst>
                                    </p:anim>
                                    <p:animEffect transition="in" filter="fade">
                                      <p:cBhvr>
                                        <p:cTn id="56" dur="500"/>
                                        <p:tgtEl>
                                          <p:spTgt spid="50"/>
                                        </p:tgtEl>
                                      </p:cBhvr>
                                    </p:animEffect>
                                  </p:childTnLst>
                                </p:cTn>
                              </p:par>
                            </p:childTnLst>
                          </p:cTn>
                        </p:par>
                        <p:par>
                          <p:cTn id="57" fill="hold">
                            <p:stCondLst>
                              <p:cond delay="4000"/>
                            </p:stCondLst>
                            <p:childTnLst>
                              <p:par>
                                <p:cTn id="58" presetID="18" presetClass="entr" presetSubtype="3" fill="hold" nodeType="afterEffect">
                                  <p:stCondLst>
                                    <p:cond delay="0"/>
                                  </p:stCondLst>
                                  <p:childTnLst>
                                    <p:set>
                                      <p:cBhvr>
                                        <p:cTn id="59" dur="1" fill="hold">
                                          <p:stCondLst>
                                            <p:cond delay="0"/>
                                          </p:stCondLst>
                                        </p:cTn>
                                        <p:tgtEl>
                                          <p:spTgt spid="37"/>
                                        </p:tgtEl>
                                        <p:attrNameLst>
                                          <p:attrName>style.visibility</p:attrName>
                                        </p:attrNameLst>
                                      </p:cBhvr>
                                      <p:to>
                                        <p:strVal val="visible"/>
                                      </p:to>
                                    </p:set>
                                    <p:animEffect transition="in" filter="strips(upRight)">
                                      <p:cBhvr>
                                        <p:cTn id="60" dur="500"/>
                                        <p:tgtEl>
                                          <p:spTgt spid="37"/>
                                        </p:tgtEl>
                                      </p:cBhvr>
                                    </p:animEffect>
                                  </p:childTnLst>
                                </p:cTn>
                              </p:par>
                              <p:par>
                                <p:cTn id="61" presetID="2" presetClass="entr" presetSubtype="2" accel="50000" decel="50000"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1+#ppt_w/2"/>
                                          </p:val>
                                        </p:tav>
                                        <p:tav tm="100000">
                                          <p:val>
                                            <p:strVal val="#ppt_x"/>
                                          </p:val>
                                        </p:tav>
                                      </p:tavLst>
                                    </p:anim>
                                    <p:anim calcmode="lin" valueType="num">
                                      <p:cBhvr additive="base">
                                        <p:cTn id="64"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0" grpId="0" animBg="1"/>
      <p:bldP spid="51" grpId="0" animBg="1"/>
      <p:bldP spid="52"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Umbrella Infographic</a:t>
            </a:r>
            <a:endParaRPr lang="en-US" dirty="0"/>
          </a:p>
        </p:txBody>
      </p:sp>
      <p:sp>
        <p:nvSpPr>
          <p:cNvPr id="8" name="Text Placeholder 7"/>
          <p:cNvSpPr>
            <a:spLocks noGrp="1"/>
          </p:cNvSpPr>
          <p:nvPr>
            <p:ph type="body" sz="half" idx="2"/>
          </p:nvPr>
        </p:nvSpPr>
        <p:spPr/>
        <p:txBody>
          <a:bodyPr/>
          <a:lstStyle/>
          <a:p>
            <a:r>
              <a:rPr lang="en-US"/>
              <a:t>Umbrella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254</a:t>
            </a:fld>
            <a:endParaRPr lang="en-US" dirty="0"/>
          </a:p>
        </p:txBody>
      </p:sp>
      <p:grpSp>
        <p:nvGrpSpPr>
          <p:cNvPr id="2" name="Group 52"/>
          <p:cNvGrpSpPr/>
          <p:nvPr/>
        </p:nvGrpSpPr>
        <p:grpSpPr>
          <a:xfrm>
            <a:off x="3159125" y="1957497"/>
            <a:ext cx="2825751" cy="2752725"/>
            <a:chOff x="3160713" y="1634350"/>
            <a:chExt cx="2825751" cy="2752725"/>
          </a:xfrm>
        </p:grpSpPr>
        <p:sp>
          <p:nvSpPr>
            <p:cNvPr id="1029" name="Freeform 5"/>
            <p:cNvSpPr>
              <a:spLocks noEditPoints="1"/>
            </p:cNvSpPr>
            <p:nvPr/>
          </p:nvSpPr>
          <p:spPr bwMode="auto">
            <a:xfrm>
              <a:off x="3160713" y="1912162"/>
              <a:ext cx="1181100" cy="1243012"/>
            </a:xfrm>
            <a:custGeom>
              <a:avLst/>
              <a:gdLst/>
              <a:ahLst/>
              <a:cxnLst>
                <a:cxn ang="0">
                  <a:pos x="85" y="294"/>
                </a:cxn>
                <a:cxn ang="0">
                  <a:pos x="0" y="330"/>
                </a:cxn>
                <a:cxn ang="0">
                  <a:pos x="314" y="0"/>
                </a:cxn>
                <a:cxn ang="0">
                  <a:pos x="167" y="327"/>
                </a:cxn>
                <a:cxn ang="0">
                  <a:pos x="85" y="294"/>
                </a:cxn>
                <a:cxn ang="0">
                  <a:pos x="85" y="294"/>
                </a:cxn>
                <a:cxn ang="0">
                  <a:pos x="85" y="294"/>
                </a:cxn>
              </a:cxnLst>
              <a:rect l="0" t="0" r="r" b="b"/>
              <a:pathLst>
                <a:path w="314" h="330">
                  <a:moveTo>
                    <a:pt x="85" y="294"/>
                  </a:moveTo>
                  <a:cubicBezTo>
                    <a:pt x="52" y="294"/>
                    <a:pt x="21" y="307"/>
                    <a:pt x="0" y="330"/>
                  </a:cubicBezTo>
                  <a:cubicBezTo>
                    <a:pt x="19" y="162"/>
                    <a:pt x="149" y="27"/>
                    <a:pt x="314" y="0"/>
                  </a:cubicBezTo>
                  <a:cubicBezTo>
                    <a:pt x="176" y="99"/>
                    <a:pt x="167" y="274"/>
                    <a:pt x="167" y="327"/>
                  </a:cubicBezTo>
                  <a:cubicBezTo>
                    <a:pt x="146" y="306"/>
                    <a:pt x="116" y="294"/>
                    <a:pt x="85" y="294"/>
                  </a:cubicBezTo>
                  <a:close/>
                  <a:moveTo>
                    <a:pt x="85" y="294"/>
                  </a:moveTo>
                  <a:cubicBezTo>
                    <a:pt x="85" y="294"/>
                    <a:pt x="85" y="294"/>
                    <a:pt x="85" y="294"/>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0" name="Freeform 6"/>
            <p:cNvSpPr>
              <a:spLocks noEditPoints="1"/>
            </p:cNvSpPr>
            <p:nvPr/>
          </p:nvSpPr>
          <p:spPr bwMode="auto">
            <a:xfrm>
              <a:off x="3886201" y="1916925"/>
              <a:ext cx="636588" cy="1238250"/>
            </a:xfrm>
            <a:custGeom>
              <a:avLst/>
              <a:gdLst/>
              <a:ahLst/>
              <a:cxnLst>
                <a:cxn ang="0">
                  <a:pos x="84" y="293"/>
                </a:cxn>
                <a:cxn ang="0">
                  <a:pos x="1" y="327"/>
                </a:cxn>
                <a:cxn ang="0">
                  <a:pos x="169" y="0"/>
                </a:cxn>
                <a:cxn ang="0">
                  <a:pos x="169" y="329"/>
                </a:cxn>
                <a:cxn ang="0">
                  <a:pos x="84" y="293"/>
                </a:cxn>
                <a:cxn ang="0">
                  <a:pos x="84" y="293"/>
                </a:cxn>
                <a:cxn ang="0">
                  <a:pos x="84" y="293"/>
                </a:cxn>
              </a:cxnLst>
              <a:rect l="0" t="0" r="r" b="b"/>
              <a:pathLst>
                <a:path w="169" h="329">
                  <a:moveTo>
                    <a:pt x="84" y="293"/>
                  </a:moveTo>
                  <a:cubicBezTo>
                    <a:pt x="52" y="293"/>
                    <a:pt x="22" y="306"/>
                    <a:pt x="1" y="327"/>
                  </a:cubicBezTo>
                  <a:cubicBezTo>
                    <a:pt x="0" y="276"/>
                    <a:pt x="8" y="87"/>
                    <a:pt x="169" y="0"/>
                  </a:cubicBezTo>
                  <a:cubicBezTo>
                    <a:pt x="169" y="329"/>
                    <a:pt x="169" y="329"/>
                    <a:pt x="169" y="329"/>
                  </a:cubicBezTo>
                  <a:cubicBezTo>
                    <a:pt x="147" y="306"/>
                    <a:pt x="117" y="293"/>
                    <a:pt x="84" y="293"/>
                  </a:cubicBezTo>
                  <a:close/>
                  <a:moveTo>
                    <a:pt x="84" y="293"/>
                  </a:moveTo>
                  <a:cubicBezTo>
                    <a:pt x="84" y="293"/>
                    <a:pt x="84" y="293"/>
                    <a:pt x="84" y="293"/>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1" name="Freeform 7"/>
            <p:cNvSpPr>
              <a:spLocks noEditPoints="1"/>
            </p:cNvSpPr>
            <p:nvPr/>
          </p:nvSpPr>
          <p:spPr bwMode="auto">
            <a:xfrm>
              <a:off x="4621213" y="1916925"/>
              <a:ext cx="635000" cy="1238250"/>
            </a:xfrm>
            <a:custGeom>
              <a:avLst/>
              <a:gdLst/>
              <a:ahLst/>
              <a:cxnLst>
                <a:cxn ang="0">
                  <a:pos x="85" y="293"/>
                </a:cxn>
                <a:cxn ang="0">
                  <a:pos x="0" y="329"/>
                </a:cxn>
                <a:cxn ang="0">
                  <a:pos x="0" y="0"/>
                </a:cxn>
                <a:cxn ang="0">
                  <a:pos x="168" y="327"/>
                </a:cxn>
                <a:cxn ang="0">
                  <a:pos x="85" y="293"/>
                </a:cxn>
                <a:cxn ang="0">
                  <a:pos x="85" y="293"/>
                </a:cxn>
                <a:cxn ang="0">
                  <a:pos x="85" y="293"/>
                </a:cxn>
              </a:cxnLst>
              <a:rect l="0" t="0" r="r" b="b"/>
              <a:pathLst>
                <a:path w="169" h="329">
                  <a:moveTo>
                    <a:pt x="85" y="293"/>
                  </a:moveTo>
                  <a:cubicBezTo>
                    <a:pt x="52" y="293"/>
                    <a:pt x="22" y="306"/>
                    <a:pt x="0" y="329"/>
                  </a:cubicBezTo>
                  <a:cubicBezTo>
                    <a:pt x="0" y="0"/>
                    <a:pt x="0" y="0"/>
                    <a:pt x="0" y="0"/>
                  </a:cubicBezTo>
                  <a:cubicBezTo>
                    <a:pt x="161" y="87"/>
                    <a:pt x="169" y="276"/>
                    <a:pt x="168" y="327"/>
                  </a:cubicBezTo>
                  <a:cubicBezTo>
                    <a:pt x="146" y="306"/>
                    <a:pt x="116" y="293"/>
                    <a:pt x="85" y="293"/>
                  </a:cubicBezTo>
                  <a:close/>
                  <a:moveTo>
                    <a:pt x="85" y="293"/>
                  </a:moveTo>
                  <a:cubicBezTo>
                    <a:pt x="85" y="293"/>
                    <a:pt x="85" y="293"/>
                    <a:pt x="85" y="293"/>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2" name="Freeform 8"/>
            <p:cNvSpPr>
              <a:spLocks noEditPoints="1"/>
            </p:cNvSpPr>
            <p:nvPr/>
          </p:nvSpPr>
          <p:spPr bwMode="auto">
            <a:xfrm>
              <a:off x="4797426" y="1912162"/>
              <a:ext cx="1189038" cy="1250950"/>
            </a:xfrm>
            <a:custGeom>
              <a:avLst/>
              <a:gdLst/>
              <a:ahLst/>
              <a:cxnLst>
                <a:cxn ang="0">
                  <a:pos x="229" y="294"/>
                </a:cxn>
                <a:cxn ang="0">
                  <a:pos x="147" y="327"/>
                </a:cxn>
                <a:cxn ang="0">
                  <a:pos x="0" y="0"/>
                </a:cxn>
                <a:cxn ang="0">
                  <a:pos x="316" y="332"/>
                </a:cxn>
                <a:cxn ang="0">
                  <a:pos x="229" y="294"/>
                </a:cxn>
                <a:cxn ang="0">
                  <a:pos x="229" y="294"/>
                </a:cxn>
                <a:cxn ang="0">
                  <a:pos x="229" y="294"/>
                </a:cxn>
              </a:cxnLst>
              <a:rect l="0" t="0" r="r" b="b"/>
              <a:pathLst>
                <a:path w="316" h="332">
                  <a:moveTo>
                    <a:pt x="229" y="294"/>
                  </a:moveTo>
                  <a:cubicBezTo>
                    <a:pt x="198" y="294"/>
                    <a:pt x="169" y="306"/>
                    <a:pt x="147" y="327"/>
                  </a:cubicBezTo>
                  <a:cubicBezTo>
                    <a:pt x="148" y="274"/>
                    <a:pt x="138" y="99"/>
                    <a:pt x="0" y="0"/>
                  </a:cubicBezTo>
                  <a:cubicBezTo>
                    <a:pt x="167" y="26"/>
                    <a:pt x="298" y="162"/>
                    <a:pt x="316" y="332"/>
                  </a:cubicBezTo>
                  <a:cubicBezTo>
                    <a:pt x="295" y="308"/>
                    <a:pt x="263" y="294"/>
                    <a:pt x="229" y="294"/>
                  </a:cubicBezTo>
                  <a:close/>
                  <a:moveTo>
                    <a:pt x="229" y="294"/>
                  </a:moveTo>
                  <a:cubicBezTo>
                    <a:pt x="229" y="294"/>
                    <a:pt x="229" y="294"/>
                    <a:pt x="229" y="294"/>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Freeform 9"/>
            <p:cNvSpPr>
              <a:spLocks noEditPoints="1"/>
            </p:cNvSpPr>
            <p:nvPr/>
          </p:nvSpPr>
          <p:spPr bwMode="auto">
            <a:xfrm>
              <a:off x="4522788" y="3336150"/>
              <a:ext cx="493713" cy="1050925"/>
            </a:xfrm>
            <a:custGeom>
              <a:avLst/>
              <a:gdLst/>
              <a:ahLst/>
              <a:cxnLst>
                <a:cxn ang="0">
                  <a:pos x="13" y="7"/>
                </a:cxn>
                <a:cxn ang="0">
                  <a:pos x="0" y="0"/>
                </a:cxn>
                <a:cxn ang="0">
                  <a:pos x="0" y="214"/>
                </a:cxn>
                <a:cxn ang="0">
                  <a:pos x="2" y="219"/>
                </a:cxn>
                <a:cxn ang="0">
                  <a:pos x="66" y="279"/>
                </a:cxn>
                <a:cxn ang="0">
                  <a:pos x="131" y="214"/>
                </a:cxn>
                <a:cxn ang="0">
                  <a:pos x="118" y="201"/>
                </a:cxn>
                <a:cxn ang="0">
                  <a:pos x="105" y="214"/>
                </a:cxn>
                <a:cxn ang="0">
                  <a:pos x="66" y="253"/>
                </a:cxn>
                <a:cxn ang="0">
                  <a:pos x="27" y="214"/>
                </a:cxn>
                <a:cxn ang="0">
                  <a:pos x="26" y="211"/>
                </a:cxn>
                <a:cxn ang="0">
                  <a:pos x="26" y="0"/>
                </a:cxn>
                <a:cxn ang="0">
                  <a:pos x="13" y="7"/>
                </a:cxn>
                <a:cxn ang="0">
                  <a:pos x="13" y="7"/>
                </a:cxn>
                <a:cxn ang="0">
                  <a:pos x="13" y="7"/>
                </a:cxn>
              </a:cxnLst>
              <a:rect l="0" t="0" r="r" b="b"/>
              <a:pathLst>
                <a:path w="131" h="279">
                  <a:moveTo>
                    <a:pt x="13" y="7"/>
                  </a:moveTo>
                  <a:cubicBezTo>
                    <a:pt x="8" y="7"/>
                    <a:pt x="3" y="4"/>
                    <a:pt x="0" y="0"/>
                  </a:cubicBezTo>
                  <a:cubicBezTo>
                    <a:pt x="0" y="214"/>
                    <a:pt x="0" y="214"/>
                    <a:pt x="0" y="214"/>
                  </a:cubicBezTo>
                  <a:cubicBezTo>
                    <a:pt x="0" y="216"/>
                    <a:pt x="1" y="218"/>
                    <a:pt x="2" y="219"/>
                  </a:cubicBezTo>
                  <a:cubicBezTo>
                    <a:pt x="4" y="253"/>
                    <a:pt x="32" y="279"/>
                    <a:pt x="66" y="279"/>
                  </a:cubicBezTo>
                  <a:cubicBezTo>
                    <a:pt x="102" y="279"/>
                    <a:pt x="131" y="250"/>
                    <a:pt x="131" y="214"/>
                  </a:cubicBezTo>
                  <a:cubicBezTo>
                    <a:pt x="131" y="207"/>
                    <a:pt x="126" y="201"/>
                    <a:pt x="118" y="201"/>
                  </a:cubicBezTo>
                  <a:cubicBezTo>
                    <a:pt x="111" y="201"/>
                    <a:pt x="105" y="207"/>
                    <a:pt x="105" y="214"/>
                  </a:cubicBezTo>
                  <a:cubicBezTo>
                    <a:pt x="105" y="236"/>
                    <a:pt x="88" y="253"/>
                    <a:pt x="66" y="253"/>
                  </a:cubicBezTo>
                  <a:cubicBezTo>
                    <a:pt x="45" y="253"/>
                    <a:pt x="27" y="236"/>
                    <a:pt x="27" y="214"/>
                  </a:cubicBezTo>
                  <a:cubicBezTo>
                    <a:pt x="27" y="213"/>
                    <a:pt x="27" y="212"/>
                    <a:pt x="26" y="211"/>
                  </a:cubicBezTo>
                  <a:cubicBezTo>
                    <a:pt x="26" y="0"/>
                    <a:pt x="26" y="0"/>
                    <a:pt x="26" y="0"/>
                  </a:cubicBezTo>
                  <a:cubicBezTo>
                    <a:pt x="24" y="4"/>
                    <a:pt x="19" y="7"/>
                    <a:pt x="13" y="7"/>
                  </a:cubicBezTo>
                  <a:close/>
                  <a:moveTo>
                    <a:pt x="13" y="7"/>
                  </a:moveTo>
                  <a:cubicBezTo>
                    <a:pt x="13" y="7"/>
                    <a:pt x="13" y="7"/>
                    <a:pt x="13" y="7"/>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4" name="Freeform 10"/>
            <p:cNvSpPr>
              <a:spLocks noEditPoints="1"/>
            </p:cNvSpPr>
            <p:nvPr/>
          </p:nvSpPr>
          <p:spPr bwMode="auto">
            <a:xfrm>
              <a:off x="4522788" y="1634350"/>
              <a:ext cx="98425" cy="198437"/>
            </a:xfrm>
            <a:custGeom>
              <a:avLst/>
              <a:gdLst/>
              <a:ahLst/>
              <a:cxnLst>
                <a:cxn ang="0">
                  <a:pos x="26" y="52"/>
                </a:cxn>
                <a:cxn ang="0">
                  <a:pos x="26" y="13"/>
                </a:cxn>
                <a:cxn ang="0">
                  <a:pos x="13" y="0"/>
                </a:cxn>
                <a:cxn ang="0">
                  <a:pos x="0" y="13"/>
                </a:cxn>
                <a:cxn ang="0">
                  <a:pos x="0" y="52"/>
                </a:cxn>
                <a:cxn ang="0">
                  <a:pos x="0" y="53"/>
                </a:cxn>
                <a:cxn ang="0">
                  <a:pos x="26" y="53"/>
                </a:cxn>
                <a:cxn ang="0">
                  <a:pos x="26" y="52"/>
                </a:cxn>
                <a:cxn ang="0">
                  <a:pos x="26" y="52"/>
                </a:cxn>
                <a:cxn ang="0">
                  <a:pos x="26" y="52"/>
                </a:cxn>
              </a:cxnLst>
              <a:rect l="0" t="0" r="r" b="b"/>
              <a:pathLst>
                <a:path w="26" h="53">
                  <a:moveTo>
                    <a:pt x="26" y="52"/>
                  </a:moveTo>
                  <a:cubicBezTo>
                    <a:pt x="26" y="13"/>
                    <a:pt x="26" y="13"/>
                    <a:pt x="26" y="13"/>
                  </a:cubicBezTo>
                  <a:cubicBezTo>
                    <a:pt x="26" y="6"/>
                    <a:pt x="20" y="0"/>
                    <a:pt x="13" y="0"/>
                  </a:cubicBezTo>
                  <a:cubicBezTo>
                    <a:pt x="6" y="0"/>
                    <a:pt x="0" y="6"/>
                    <a:pt x="0" y="13"/>
                  </a:cubicBezTo>
                  <a:cubicBezTo>
                    <a:pt x="0" y="52"/>
                    <a:pt x="0" y="52"/>
                    <a:pt x="0" y="52"/>
                  </a:cubicBezTo>
                  <a:cubicBezTo>
                    <a:pt x="0" y="52"/>
                    <a:pt x="0" y="52"/>
                    <a:pt x="0" y="53"/>
                  </a:cubicBezTo>
                  <a:cubicBezTo>
                    <a:pt x="26" y="53"/>
                    <a:pt x="26" y="53"/>
                    <a:pt x="26" y="53"/>
                  </a:cubicBezTo>
                  <a:cubicBezTo>
                    <a:pt x="26" y="52"/>
                    <a:pt x="26" y="52"/>
                    <a:pt x="26" y="52"/>
                  </a:cubicBezTo>
                  <a:close/>
                  <a:moveTo>
                    <a:pt x="26" y="52"/>
                  </a:moveTo>
                  <a:cubicBezTo>
                    <a:pt x="26" y="52"/>
                    <a:pt x="26" y="52"/>
                    <a:pt x="26" y="52"/>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2" name="Pentagon 31"/>
          <p:cNvSpPr/>
          <p:nvPr/>
        </p:nvSpPr>
        <p:spPr>
          <a:xfrm>
            <a:off x="4668265" y="3707937"/>
            <a:ext cx="3738562" cy="593725"/>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Pentagon 32"/>
          <p:cNvSpPr/>
          <p:nvPr/>
        </p:nvSpPr>
        <p:spPr>
          <a:xfrm flipH="1">
            <a:off x="733998" y="3707937"/>
            <a:ext cx="3738562" cy="593725"/>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61"/>
          <p:cNvGrpSpPr/>
          <p:nvPr/>
        </p:nvGrpSpPr>
        <p:grpSpPr>
          <a:xfrm>
            <a:off x="3830531" y="1352550"/>
            <a:ext cx="589069" cy="589069"/>
            <a:chOff x="4274661" y="1198279"/>
            <a:chExt cx="589069" cy="589069"/>
          </a:xfrm>
        </p:grpSpPr>
        <p:sp>
          <p:nvSpPr>
            <p:cNvPr id="43" name="Teardrop 42"/>
            <p:cNvSpPr/>
            <p:nvPr/>
          </p:nvSpPr>
          <p:spPr>
            <a:xfrm rot="18903322">
              <a:off x="4274661" y="1198279"/>
              <a:ext cx="589069" cy="589069"/>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Freeform 13"/>
            <p:cNvSpPr>
              <a:spLocks noEditPoints="1"/>
            </p:cNvSpPr>
            <p:nvPr/>
          </p:nvSpPr>
          <p:spPr bwMode="auto">
            <a:xfrm>
              <a:off x="4442607" y="1366226"/>
              <a:ext cx="253176" cy="253174"/>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60"/>
          <p:cNvGrpSpPr/>
          <p:nvPr/>
        </p:nvGrpSpPr>
        <p:grpSpPr>
          <a:xfrm>
            <a:off x="5506931" y="1601681"/>
            <a:ext cx="589069" cy="589069"/>
            <a:chOff x="5379800" y="1368428"/>
            <a:chExt cx="589069" cy="589069"/>
          </a:xfrm>
        </p:grpSpPr>
        <p:sp>
          <p:nvSpPr>
            <p:cNvPr id="53" name="Teardrop 52"/>
            <p:cNvSpPr/>
            <p:nvPr/>
          </p:nvSpPr>
          <p:spPr>
            <a:xfrm rot="18903322">
              <a:off x="5379800" y="1368428"/>
              <a:ext cx="589069" cy="589069"/>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Freeform 52"/>
            <p:cNvSpPr>
              <a:spLocks noEditPoints="1"/>
            </p:cNvSpPr>
            <p:nvPr/>
          </p:nvSpPr>
          <p:spPr bwMode="auto">
            <a:xfrm>
              <a:off x="5535279" y="1513359"/>
              <a:ext cx="278110" cy="299206"/>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62"/>
          <p:cNvGrpSpPr/>
          <p:nvPr/>
        </p:nvGrpSpPr>
        <p:grpSpPr>
          <a:xfrm>
            <a:off x="3048000" y="1601681"/>
            <a:ext cx="589069" cy="589069"/>
            <a:chOff x="3175131" y="1368428"/>
            <a:chExt cx="589069" cy="589069"/>
          </a:xfrm>
        </p:grpSpPr>
        <p:sp>
          <p:nvSpPr>
            <p:cNvPr id="48" name="Teardrop 47"/>
            <p:cNvSpPr/>
            <p:nvPr/>
          </p:nvSpPr>
          <p:spPr>
            <a:xfrm rot="18903322">
              <a:off x="3175131" y="1368428"/>
              <a:ext cx="589069" cy="589069"/>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Freeform 66"/>
            <p:cNvSpPr>
              <a:spLocks noEditPoints="1"/>
            </p:cNvSpPr>
            <p:nvPr/>
          </p:nvSpPr>
          <p:spPr bwMode="auto">
            <a:xfrm>
              <a:off x="3320062" y="1546923"/>
              <a:ext cx="299206" cy="232078"/>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63"/>
          <p:cNvGrpSpPr/>
          <p:nvPr/>
        </p:nvGrpSpPr>
        <p:grpSpPr>
          <a:xfrm>
            <a:off x="2535131" y="2211281"/>
            <a:ext cx="589069" cy="589069"/>
            <a:chOff x="2408000" y="2211281"/>
            <a:chExt cx="589069" cy="589069"/>
          </a:xfrm>
        </p:grpSpPr>
        <p:sp>
          <p:nvSpPr>
            <p:cNvPr id="36" name="Teardrop 35"/>
            <p:cNvSpPr/>
            <p:nvPr/>
          </p:nvSpPr>
          <p:spPr>
            <a:xfrm rot="18903322">
              <a:off x="2408000" y="2211281"/>
              <a:ext cx="589069" cy="589069"/>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Freeform 100"/>
            <p:cNvSpPr>
              <a:spLocks noEditPoints="1"/>
            </p:cNvSpPr>
            <p:nvPr/>
          </p:nvSpPr>
          <p:spPr bwMode="auto">
            <a:xfrm>
              <a:off x="2563480" y="2372515"/>
              <a:ext cx="278108" cy="266600"/>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59"/>
          <p:cNvGrpSpPr/>
          <p:nvPr/>
        </p:nvGrpSpPr>
        <p:grpSpPr>
          <a:xfrm>
            <a:off x="6019800" y="2211281"/>
            <a:ext cx="589069" cy="589069"/>
            <a:chOff x="6146931" y="2211281"/>
            <a:chExt cx="589069" cy="589069"/>
          </a:xfrm>
        </p:grpSpPr>
        <p:sp>
          <p:nvSpPr>
            <p:cNvPr id="39" name="Teardrop 38"/>
            <p:cNvSpPr/>
            <p:nvPr/>
          </p:nvSpPr>
          <p:spPr>
            <a:xfrm rot="18903322">
              <a:off x="6146931" y="2211281"/>
              <a:ext cx="589069" cy="589069"/>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Freeform 40"/>
            <p:cNvSpPr>
              <a:spLocks noEditPoints="1"/>
            </p:cNvSpPr>
            <p:nvPr/>
          </p:nvSpPr>
          <p:spPr bwMode="auto">
            <a:xfrm>
              <a:off x="6309138" y="2372515"/>
              <a:ext cx="264654" cy="266600"/>
            </a:xfrm>
            <a:custGeom>
              <a:avLst/>
              <a:gdLst/>
              <a:ahLst/>
              <a:cxnLst>
                <a:cxn ang="0">
                  <a:pos x="63" y="43"/>
                </a:cxn>
                <a:cxn ang="0">
                  <a:pos x="60" y="48"/>
                </a:cxn>
                <a:cxn ang="0">
                  <a:pos x="34" y="62"/>
                </a:cxn>
                <a:cxn ang="0">
                  <a:pos x="31" y="63"/>
                </a:cxn>
                <a:cxn ang="0">
                  <a:pos x="29" y="62"/>
                </a:cxn>
                <a:cxn ang="0">
                  <a:pos x="2" y="48"/>
                </a:cxn>
                <a:cxn ang="0">
                  <a:pos x="0" y="43"/>
                </a:cxn>
                <a:cxn ang="0">
                  <a:pos x="0" y="14"/>
                </a:cxn>
                <a:cxn ang="0">
                  <a:pos x="3" y="10"/>
                </a:cxn>
                <a:cxn ang="0">
                  <a:pos x="30" y="0"/>
                </a:cxn>
                <a:cxn ang="0">
                  <a:pos x="31" y="0"/>
                </a:cxn>
                <a:cxn ang="0">
                  <a:pos x="33" y="0"/>
                </a:cxn>
                <a:cxn ang="0">
                  <a:pos x="60" y="10"/>
                </a:cxn>
                <a:cxn ang="0">
                  <a:pos x="63" y="14"/>
                </a:cxn>
                <a:cxn ang="0">
                  <a:pos x="63" y="43"/>
                </a:cxn>
                <a:cxn ang="0">
                  <a:pos x="58" y="14"/>
                </a:cxn>
                <a:cxn ang="0">
                  <a:pos x="31" y="4"/>
                </a:cxn>
                <a:cxn ang="0">
                  <a:pos x="5" y="14"/>
                </a:cxn>
                <a:cxn ang="0">
                  <a:pos x="31" y="24"/>
                </a:cxn>
                <a:cxn ang="0">
                  <a:pos x="58" y="14"/>
                </a:cxn>
                <a:cxn ang="0">
                  <a:pos x="58" y="43"/>
                </a:cxn>
                <a:cxn ang="0">
                  <a:pos x="58" y="19"/>
                </a:cxn>
                <a:cxn ang="0">
                  <a:pos x="34" y="28"/>
                </a:cxn>
                <a:cxn ang="0">
                  <a:pos x="34" y="57"/>
                </a:cxn>
                <a:cxn ang="0">
                  <a:pos x="58" y="43"/>
                </a:cxn>
              </a:cxnLst>
              <a:rect l="0" t="0" r="r" b="b"/>
              <a:pathLst>
                <a:path w="63" h="63">
                  <a:moveTo>
                    <a:pt x="63" y="43"/>
                  </a:moveTo>
                  <a:cubicBezTo>
                    <a:pt x="63" y="45"/>
                    <a:pt x="62" y="47"/>
                    <a:pt x="60" y="48"/>
                  </a:cubicBezTo>
                  <a:cubicBezTo>
                    <a:pt x="34" y="62"/>
                    <a:pt x="34" y="62"/>
                    <a:pt x="34" y="62"/>
                  </a:cubicBezTo>
                  <a:cubicBezTo>
                    <a:pt x="33" y="63"/>
                    <a:pt x="32" y="63"/>
                    <a:pt x="31" y="63"/>
                  </a:cubicBezTo>
                  <a:cubicBezTo>
                    <a:pt x="31" y="63"/>
                    <a:pt x="30" y="63"/>
                    <a:pt x="29" y="62"/>
                  </a:cubicBezTo>
                  <a:cubicBezTo>
                    <a:pt x="2" y="48"/>
                    <a:pt x="2" y="48"/>
                    <a:pt x="2" y="48"/>
                  </a:cubicBezTo>
                  <a:cubicBezTo>
                    <a:pt x="1" y="47"/>
                    <a:pt x="0" y="45"/>
                    <a:pt x="0" y="43"/>
                  </a:cubicBezTo>
                  <a:cubicBezTo>
                    <a:pt x="0" y="14"/>
                    <a:pt x="0" y="14"/>
                    <a:pt x="0" y="14"/>
                  </a:cubicBezTo>
                  <a:cubicBezTo>
                    <a:pt x="0" y="12"/>
                    <a:pt x="1" y="10"/>
                    <a:pt x="3" y="10"/>
                  </a:cubicBezTo>
                  <a:cubicBezTo>
                    <a:pt x="30" y="0"/>
                    <a:pt x="30" y="0"/>
                    <a:pt x="30" y="0"/>
                  </a:cubicBezTo>
                  <a:cubicBezTo>
                    <a:pt x="30" y="0"/>
                    <a:pt x="31" y="0"/>
                    <a:pt x="31" y="0"/>
                  </a:cubicBezTo>
                  <a:cubicBezTo>
                    <a:pt x="32" y="0"/>
                    <a:pt x="32" y="0"/>
                    <a:pt x="33" y="0"/>
                  </a:cubicBezTo>
                  <a:cubicBezTo>
                    <a:pt x="60" y="10"/>
                    <a:pt x="60" y="10"/>
                    <a:pt x="60" y="10"/>
                  </a:cubicBezTo>
                  <a:cubicBezTo>
                    <a:pt x="62" y="10"/>
                    <a:pt x="63" y="12"/>
                    <a:pt x="63" y="14"/>
                  </a:cubicBezTo>
                  <a:lnTo>
                    <a:pt x="63" y="43"/>
                  </a:lnTo>
                  <a:close/>
                  <a:moveTo>
                    <a:pt x="58" y="14"/>
                  </a:moveTo>
                  <a:cubicBezTo>
                    <a:pt x="31" y="4"/>
                    <a:pt x="31" y="4"/>
                    <a:pt x="31" y="4"/>
                  </a:cubicBezTo>
                  <a:cubicBezTo>
                    <a:pt x="5" y="14"/>
                    <a:pt x="5" y="14"/>
                    <a:pt x="5" y="14"/>
                  </a:cubicBezTo>
                  <a:cubicBezTo>
                    <a:pt x="31" y="24"/>
                    <a:pt x="31" y="24"/>
                    <a:pt x="31" y="24"/>
                  </a:cubicBezTo>
                  <a:lnTo>
                    <a:pt x="58" y="14"/>
                  </a:lnTo>
                  <a:close/>
                  <a:moveTo>
                    <a:pt x="58" y="43"/>
                  </a:moveTo>
                  <a:cubicBezTo>
                    <a:pt x="58" y="19"/>
                    <a:pt x="58" y="19"/>
                    <a:pt x="58" y="19"/>
                  </a:cubicBezTo>
                  <a:cubicBezTo>
                    <a:pt x="34" y="28"/>
                    <a:pt x="34" y="28"/>
                    <a:pt x="34" y="28"/>
                  </a:cubicBezTo>
                  <a:cubicBezTo>
                    <a:pt x="34" y="57"/>
                    <a:pt x="34" y="57"/>
                    <a:pt x="34" y="57"/>
                  </a:cubicBezTo>
                  <a:lnTo>
                    <a:pt x="58" y="43"/>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142"/>
          <p:cNvGrpSpPr/>
          <p:nvPr/>
        </p:nvGrpSpPr>
        <p:grpSpPr>
          <a:xfrm>
            <a:off x="1468214" y="3929223"/>
            <a:ext cx="545021" cy="707055"/>
            <a:chOff x="4830208" y="3281022"/>
            <a:chExt cx="545021" cy="707055"/>
          </a:xfrm>
        </p:grpSpPr>
        <p:sp>
          <p:nvSpPr>
            <p:cNvPr id="66" name="Oval 65"/>
            <p:cNvSpPr>
              <a:spLocks noChangeAspect="1"/>
            </p:cNvSpPr>
            <p:nvPr/>
          </p:nvSpPr>
          <p:spPr>
            <a:xfrm>
              <a:off x="5028538" y="3281022"/>
              <a:ext cx="200183" cy="19445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1" name="Group 127"/>
            <p:cNvGrpSpPr/>
            <p:nvPr/>
          </p:nvGrpSpPr>
          <p:grpSpPr>
            <a:xfrm>
              <a:off x="4830208" y="3475474"/>
              <a:ext cx="545021" cy="512603"/>
              <a:chOff x="943769" y="3705902"/>
              <a:chExt cx="545021" cy="512603"/>
            </a:xfrm>
          </p:grpSpPr>
          <p:sp>
            <p:nvSpPr>
              <p:cNvPr id="68" name="TextBox 67"/>
              <p:cNvSpPr txBox="1"/>
              <p:nvPr/>
            </p:nvSpPr>
            <p:spPr>
              <a:xfrm>
                <a:off x="943769" y="4056922"/>
                <a:ext cx="545021" cy="161583"/>
              </a:xfrm>
              <a:prstGeom prst="rect">
                <a:avLst/>
              </a:prstGeom>
              <a:noFill/>
            </p:spPr>
            <p:txBody>
              <a:bodyPr wrap="none" lIns="0" tIns="0" rIns="0" bIns="0" rtlCol="0" anchor="t">
                <a:spAutoFit/>
              </a:bodyPr>
              <a:lstStyle/>
              <a:p>
                <a:pPr algn="ctr"/>
                <a:r>
                  <a:rPr lang="en-US" sz="1050" b="1" dirty="0">
                    <a:solidFill>
                      <a:schemeClr val="accent1"/>
                    </a:solidFill>
                  </a:rPr>
                  <a:t>KEYWORD</a:t>
                </a:r>
              </a:p>
            </p:txBody>
          </p:sp>
          <p:cxnSp>
            <p:nvCxnSpPr>
              <p:cNvPr id="69" name="Straight Connector 68"/>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2" name="Group 142"/>
          <p:cNvGrpSpPr/>
          <p:nvPr/>
        </p:nvGrpSpPr>
        <p:grpSpPr>
          <a:xfrm>
            <a:off x="2401548" y="3929223"/>
            <a:ext cx="545021" cy="707055"/>
            <a:chOff x="4830208" y="3281022"/>
            <a:chExt cx="545021" cy="707055"/>
          </a:xfrm>
        </p:grpSpPr>
        <p:sp>
          <p:nvSpPr>
            <p:cNvPr id="71" name="Oval 70"/>
            <p:cNvSpPr>
              <a:spLocks noChangeAspect="1"/>
            </p:cNvSpPr>
            <p:nvPr/>
          </p:nvSpPr>
          <p:spPr>
            <a:xfrm>
              <a:off x="5028538" y="3281022"/>
              <a:ext cx="200183" cy="1944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3" name="Group 127"/>
            <p:cNvGrpSpPr/>
            <p:nvPr/>
          </p:nvGrpSpPr>
          <p:grpSpPr>
            <a:xfrm>
              <a:off x="4830208" y="3475474"/>
              <a:ext cx="545021" cy="512603"/>
              <a:chOff x="943769" y="3705902"/>
              <a:chExt cx="545021" cy="512603"/>
            </a:xfrm>
          </p:grpSpPr>
          <p:sp>
            <p:nvSpPr>
              <p:cNvPr id="73" name="TextBox 72"/>
              <p:cNvSpPr txBox="1"/>
              <p:nvPr/>
            </p:nvSpPr>
            <p:spPr>
              <a:xfrm>
                <a:off x="943769" y="4056922"/>
                <a:ext cx="545021" cy="161583"/>
              </a:xfrm>
              <a:prstGeom prst="rect">
                <a:avLst/>
              </a:prstGeom>
              <a:noFill/>
            </p:spPr>
            <p:txBody>
              <a:bodyPr wrap="none" lIns="0" tIns="0" rIns="0" bIns="0" rtlCol="0" anchor="t">
                <a:spAutoFit/>
              </a:bodyPr>
              <a:lstStyle/>
              <a:p>
                <a:pPr algn="ctr"/>
                <a:r>
                  <a:rPr lang="en-US" sz="1050" b="1" dirty="0">
                    <a:solidFill>
                      <a:schemeClr val="accent2"/>
                    </a:solidFill>
                  </a:rPr>
                  <a:t>KEYWORD</a:t>
                </a:r>
              </a:p>
            </p:txBody>
          </p:sp>
          <p:cxnSp>
            <p:nvCxnSpPr>
              <p:cNvPr id="74" name="Straight Connector 73"/>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4" name="Group 142"/>
          <p:cNvGrpSpPr/>
          <p:nvPr/>
        </p:nvGrpSpPr>
        <p:grpSpPr>
          <a:xfrm>
            <a:off x="3334882" y="3929223"/>
            <a:ext cx="545021" cy="707055"/>
            <a:chOff x="4830208" y="3281022"/>
            <a:chExt cx="545021" cy="707055"/>
          </a:xfrm>
        </p:grpSpPr>
        <p:sp>
          <p:nvSpPr>
            <p:cNvPr id="76" name="Oval 75"/>
            <p:cNvSpPr>
              <a:spLocks noChangeAspect="1"/>
            </p:cNvSpPr>
            <p:nvPr/>
          </p:nvSpPr>
          <p:spPr>
            <a:xfrm>
              <a:off x="5028538" y="3281022"/>
              <a:ext cx="200183" cy="1944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5" name="Group 127"/>
            <p:cNvGrpSpPr/>
            <p:nvPr/>
          </p:nvGrpSpPr>
          <p:grpSpPr>
            <a:xfrm>
              <a:off x="4830208" y="3475474"/>
              <a:ext cx="545021" cy="512603"/>
              <a:chOff x="943769" y="3705902"/>
              <a:chExt cx="545021" cy="512603"/>
            </a:xfrm>
          </p:grpSpPr>
          <p:sp>
            <p:nvSpPr>
              <p:cNvPr id="78" name="TextBox 77"/>
              <p:cNvSpPr txBox="1"/>
              <p:nvPr/>
            </p:nvSpPr>
            <p:spPr>
              <a:xfrm>
                <a:off x="943769" y="4056922"/>
                <a:ext cx="545021" cy="161583"/>
              </a:xfrm>
              <a:prstGeom prst="rect">
                <a:avLst/>
              </a:prstGeom>
              <a:noFill/>
            </p:spPr>
            <p:txBody>
              <a:bodyPr wrap="none" lIns="0" tIns="0" rIns="0" bIns="0" rtlCol="0" anchor="t">
                <a:spAutoFit/>
              </a:bodyPr>
              <a:lstStyle/>
              <a:p>
                <a:pPr algn="ctr"/>
                <a:r>
                  <a:rPr lang="en-US" sz="1050" b="1" dirty="0">
                    <a:solidFill>
                      <a:schemeClr val="accent3"/>
                    </a:solidFill>
                  </a:rPr>
                  <a:t>KEYWORD</a:t>
                </a:r>
              </a:p>
            </p:txBody>
          </p:sp>
          <p:cxnSp>
            <p:nvCxnSpPr>
              <p:cNvPr id="79" name="Straight Connector 78"/>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6" name="Group 142"/>
          <p:cNvGrpSpPr/>
          <p:nvPr/>
        </p:nvGrpSpPr>
        <p:grpSpPr>
          <a:xfrm>
            <a:off x="5254625" y="3929223"/>
            <a:ext cx="545021" cy="707055"/>
            <a:chOff x="4830208" y="3281022"/>
            <a:chExt cx="545021" cy="707055"/>
          </a:xfrm>
        </p:grpSpPr>
        <p:sp>
          <p:nvSpPr>
            <p:cNvPr id="81" name="Oval 80"/>
            <p:cNvSpPr>
              <a:spLocks noChangeAspect="1"/>
            </p:cNvSpPr>
            <p:nvPr/>
          </p:nvSpPr>
          <p:spPr>
            <a:xfrm>
              <a:off x="5028538" y="3281022"/>
              <a:ext cx="200183" cy="19445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7" name="Group 127"/>
            <p:cNvGrpSpPr/>
            <p:nvPr/>
          </p:nvGrpSpPr>
          <p:grpSpPr>
            <a:xfrm>
              <a:off x="4830208" y="3475474"/>
              <a:ext cx="545021" cy="512603"/>
              <a:chOff x="943769" y="3705902"/>
              <a:chExt cx="545021" cy="512603"/>
            </a:xfrm>
          </p:grpSpPr>
          <p:sp>
            <p:nvSpPr>
              <p:cNvPr id="83" name="TextBox 82"/>
              <p:cNvSpPr txBox="1"/>
              <p:nvPr/>
            </p:nvSpPr>
            <p:spPr>
              <a:xfrm>
                <a:off x="943769" y="4056922"/>
                <a:ext cx="545021" cy="161583"/>
              </a:xfrm>
              <a:prstGeom prst="rect">
                <a:avLst/>
              </a:prstGeom>
              <a:noFill/>
            </p:spPr>
            <p:txBody>
              <a:bodyPr wrap="none" lIns="0" tIns="0" rIns="0" bIns="0" rtlCol="0" anchor="t">
                <a:spAutoFit/>
              </a:bodyPr>
              <a:lstStyle/>
              <a:p>
                <a:pPr algn="ctr"/>
                <a:r>
                  <a:rPr lang="en-US" sz="1050" b="1" dirty="0">
                    <a:solidFill>
                      <a:schemeClr val="accent4"/>
                    </a:solidFill>
                  </a:rPr>
                  <a:t>KEYWORD</a:t>
                </a:r>
              </a:p>
            </p:txBody>
          </p:sp>
          <p:cxnSp>
            <p:nvCxnSpPr>
              <p:cNvPr id="84" name="Straight Connector 83"/>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8" name="Group 142"/>
          <p:cNvGrpSpPr/>
          <p:nvPr/>
        </p:nvGrpSpPr>
        <p:grpSpPr>
          <a:xfrm>
            <a:off x="6187959" y="3929223"/>
            <a:ext cx="545021" cy="707055"/>
            <a:chOff x="4830208" y="3281022"/>
            <a:chExt cx="545021" cy="707055"/>
          </a:xfrm>
        </p:grpSpPr>
        <p:sp>
          <p:nvSpPr>
            <p:cNvPr id="86" name="Oval 85"/>
            <p:cNvSpPr>
              <a:spLocks noChangeAspect="1"/>
            </p:cNvSpPr>
            <p:nvPr/>
          </p:nvSpPr>
          <p:spPr>
            <a:xfrm>
              <a:off x="5028538" y="3281022"/>
              <a:ext cx="200183" cy="19445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9" name="Group 127"/>
            <p:cNvGrpSpPr/>
            <p:nvPr/>
          </p:nvGrpSpPr>
          <p:grpSpPr>
            <a:xfrm>
              <a:off x="4830208" y="3475474"/>
              <a:ext cx="545021" cy="512603"/>
              <a:chOff x="943769" y="3705902"/>
              <a:chExt cx="545021" cy="512603"/>
            </a:xfrm>
          </p:grpSpPr>
          <p:sp>
            <p:nvSpPr>
              <p:cNvPr id="88" name="TextBox 87"/>
              <p:cNvSpPr txBox="1"/>
              <p:nvPr/>
            </p:nvSpPr>
            <p:spPr>
              <a:xfrm>
                <a:off x="943769" y="4056922"/>
                <a:ext cx="545021" cy="161583"/>
              </a:xfrm>
              <a:prstGeom prst="rect">
                <a:avLst/>
              </a:prstGeom>
              <a:noFill/>
            </p:spPr>
            <p:txBody>
              <a:bodyPr wrap="none" lIns="0" tIns="0" rIns="0" bIns="0" rtlCol="0" anchor="t">
                <a:spAutoFit/>
              </a:bodyPr>
              <a:lstStyle/>
              <a:p>
                <a:pPr algn="ctr"/>
                <a:r>
                  <a:rPr lang="en-US" sz="1050" b="1" dirty="0">
                    <a:solidFill>
                      <a:schemeClr val="accent5"/>
                    </a:solidFill>
                  </a:rPr>
                  <a:t>KEYWORD</a:t>
                </a:r>
              </a:p>
            </p:txBody>
          </p:sp>
          <p:cxnSp>
            <p:nvCxnSpPr>
              <p:cNvPr id="89" name="Straight Connector 88"/>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20" name="Group 142"/>
          <p:cNvGrpSpPr/>
          <p:nvPr/>
        </p:nvGrpSpPr>
        <p:grpSpPr>
          <a:xfrm>
            <a:off x="7121293" y="3929223"/>
            <a:ext cx="545021" cy="707055"/>
            <a:chOff x="4830208" y="3281022"/>
            <a:chExt cx="545021" cy="707055"/>
          </a:xfrm>
        </p:grpSpPr>
        <p:sp>
          <p:nvSpPr>
            <p:cNvPr id="91" name="Oval 90"/>
            <p:cNvSpPr>
              <a:spLocks noChangeAspect="1"/>
            </p:cNvSpPr>
            <p:nvPr/>
          </p:nvSpPr>
          <p:spPr>
            <a:xfrm>
              <a:off x="5028538" y="3281022"/>
              <a:ext cx="200183" cy="19445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21" name="Group 127"/>
            <p:cNvGrpSpPr/>
            <p:nvPr/>
          </p:nvGrpSpPr>
          <p:grpSpPr>
            <a:xfrm>
              <a:off x="4830208" y="3475474"/>
              <a:ext cx="545021" cy="512603"/>
              <a:chOff x="943769" y="3705902"/>
              <a:chExt cx="545021" cy="512603"/>
            </a:xfrm>
          </p:grpSpPr>
          <p:sp>
            <p:nvSpPr>
              <p:cNvPr id="93" name="TextBox 92"/>
              <p:cNvSpPr txBox="1"/>
              <p:nvPr/>
            </p:nvSpPr>
            <p:spPr>
              <a:xfrm>
                <a:off x="943769" y="4056922"/>
                <a:ext cx="545021" cy="161583"/>
              </a:xfrm>
              <a:prstGeom prst="rect">
                <a:avLst/>
              </a:prstGeom>
              <a:noFill/>
            </p:spPr>
            <p:txBody>
              <a:bodyPr wrap="none" lIns="0" tIns="0" rIns="0" bIns="0" rtlCol="0" anchor="t">
                <a:spAutoFit/>
              </a:bodyPr>
              <a:lstStyle/>
              <a:p>
                <a:pPr algn="ctr"/>
                <a:r>
                  <a:rPr lang="en-US" sz="1050" b="1" dirty="0">
                    <a:solidFill>
                      <a:schemeClr val="accent6"/>
                    </a:solidFill>
                  </a:rPr>
                  <a:t>KEYWORD</a:t>
                </a:r>
              </a:p>
            </p:txBody>
          </p:sp>
          <p:cxnSp>
            <p:nvCxnSpPr>
              <p:cNvPr id="94" name="Straight Connector 93"/>
              <p:cNvCxnSpPr/>
              <p:nvPr/>
            </p:nvCxnSpPr>
            <p:spPr>
              <a:xfrm>
                <a:off x="1242190"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22" name="Group 101"/>
          <p:cNvGrpSpPr/>
          <p:nvPr/>
        </p:nvGrpSpPr>
        <p:grpSpPr>
          <a:xfrm>
            <a:off x="4744931" y="1352550"/>
            <a:ext cx="589069" cy="589069"/>
            <a:chOff x="4744931" y="1198279"/>
            <a:chExt cx="589069" cy="589069"/>
          </a:xfrm>
        </p:grpSpPr>
        <p:sp>
          <p:nvSpPr>
            <p:cNvPr id="99" name="Teardrop 98"/>
            <p:cNvSpPr/>
            <p:nvPr/>
          </p:nvSpPr>
          <p:spPr>
            <a:xfrm rot="18903322">
              <a:off x="4744931" y="1198279"/>
              <a:ext cx="589069" cy="589069"/>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Freeform 71"/>
            <p:cNvSpPr>
              <a:spLocks noEditPoints="1"/>
            </p:cNvSpPr>
            <p:nvPr/>
          </p:nvSpPr>
          <p:spPr bwMode="auto">
            <a:xfrm>
              <a:off x="4905718" y="1385224"/>
              <a:ext cx="267494" cy="250644"/>
            </a:xfrm>
            <a:custGeom>
              <a:avLst/>
              <a:gdLst/>
              <a:ahLst/>
              <a:cxnLst>
                <a:cxn ang="0">
                  <a:pos x="65" y="22"/>
                </a:cxn>
                <a:cxn ang="0">
                  <a:pos x="26" y="45"/>
                </a:cxn>
                <a:cxn ang="0">
                  <a:pos x="0" y="26"/>
                </a:cxn>
                <a:cxn ang="0">
                  <a:pos x="39" y="0"/>
                </a:cxn>
                <a:cxn ang="0">
                  <a:pos x="65" y="22"/>
                </a:cxn>
                <a:cxn ang="0">
                  <a:pos x="65" y="69"/>
                </a:cxn>
                <a:cxn ang="0">
                  <a:pos x="39" y="91"/>
                </a:cxn>
                <a:cxn ang="0">
                  <a:pos x="0" y="67"/>
                </a:cxn>
                <a:cxn ang="0">
                  <a:pos x="26" y="45"/>
                </a:cxn>
                <a:cxn ang="0">
                  <a:pos x="65" y="69"/>
                </a:cxn>
                <a:cxn ang="0">
                  <a:pos x="101" y="97"/>
                </a:cxn>
                <a:cxn ang="0">
                  <a:pos x="65" y="119"/>
                </a:cxn>
                <a:cxn ang="0">
                  <a:pos x="65" y="119"/>
                </a:cxn>
                <a:cxn ang="0">
                  <a:pos x="65" y="119"/>
                </a:cxn>
                <a:cxn ang="0">
                  <a:pos x="65" y="119"/>
                </a:cxn>
                <a:cxn ang="0">
                  <a:pos x="65" y="119"/>
                </a:cxn>
                <a:cxn ang="0">
                  <a:pos x="26" y="97"/>
                </a:cxn>
                <a:cxn ang="0">
                  <a:pos x="26" y="89"/>
                </a:cxn>
                <a:cxn ang="0">
                  <a:pos x="39" y="95"/>
                </a:cxn>
                <a:cxn ang="0">
                  <a:pos x="65" y="74"/>
                </a:cxn>
                <a:cxn ang="0">
                  <a:pos x="65" y="74"/>
                </a:cxn>
                <a:cxn ang="0">
                  <a:pos x="65" y="74"/>
                </a:cxn>
                <a:cxn ang="0">
                  <a:pos x="65" y="74"/>
                </a:cxn>
                <a:cxn ang="0">
                  <a:pos x="65" y="74"/>
                </a:cxn>
                <a:cxn ang="0">
                  <a:pos x="91" y="95"/>
                </a:cxn>
                <a:cxn ang="0">
                  <a:pos x="101" y="89"/>
                </a:cxn>
                <a:cxn ang="0">
                  <a:pos x="101" y="97"/>
                </a:cxn>
                <a:cxn ang="0">
                  <a:pos x="127" y="26"/>
                </a:cxn>
                <a:cxn ang="0">
                  <a:pos x="101" y="45"/>
                </a:cxn>
                <a:cxn ang="0">
                  <a:pos x="65" y="22"/>
                </a:cxn>
                <a:cxn ang="0">
                  <a:pos x="91" y="0"/>
                </a:cxn>
                <a:cxn ang="0">
                  <a:pos x="127" y="26"/>
                </a:cxn>
                <a:cxn ang="0">
                  <a:pos x="127" y="67"/>
                </a:cxn>
                <a:cxn ang="0">
                  <a:pos x="91" y="91"/>
                </a:cxn>
                <a:cxn ang="0">
                  <a:pos x="65" y="69"/>
                </a:cxn>
                <a:cxn ang="0">
                  <a:pos x="101" y="45"/>
                </a:cxn>
                <a:cxn ang="0">
                  <a:pos x="127" y="67"/>
                </a:cxn>
              </a:cxnLst>
              <a:rect l="0" t="0" r="r" b="b"/>
              <a:pathLst>
                <a:path w="127" h="119">
                  <a:moveTo>
                    <a:pt x="65" y="22"/>
                  </a:moveTo>
                  <a:lnTo>
                    <a:pt x="26" y="45"/>
                  </a:lnTo>
                  <a:lnTo>
                    <a:pt x="0" y="26"/>
                  </a:lnTo>
                  <a:lnTo>
                    <a:pt x="39" y="0"/>
                  </a:lnTo>
                  <a:lnTo>
                    <a:pt x="65" y="22"/>
                  </a:lnTo>
                  <a:close/>
                  <a:moveTo>
                    <a:pt x="65" y="69"/>
                  </a:moveTo>
                  <a:lnTo>
                    <a:pt x="39" y="91"/>
                  </a:lnTo>
                  <a:lnTo>
                    <a:pt x="0" y="67"/>
                  </a:lnTo>
                  <a:lnTo>
                    <a:pt x="26" y="45"/>
                  </a:lnTo>
                  <a:lnTo>
                    <a:pt x="65" y="69"/>
                  </a:lnTo>
                  <a:close/>
                  <a:moveTo>
                    <a:pt x="101" y="97"/>
                  </a:moveTo>
                  <a:lnTo>
                    <a:pt x="65" y="119"/>
                  </a:lnTo>
                  <a:lnTo>
                    <a:pt x="65" y="119"/>
                  </a:lnTo>
                  <a:lnTo>
                    <a:pt x="65" y="119"/>
                  </a:lnTo>
                  <a:lnTo>
                    <a:pt x="65" y="119"/>
                  </a:lnTo>
                  <a:lnTo>
                    <a:pt x="65" y="119"/>
                  </a:lnTo>
                  <a:lnTo>
                    <a:pt x="26" y="97"/>
                  </a:lnTo>
                  <a:lnTo>
                    <a:pt x="26" y="89"/>
                  </a:lnTo>
                  <a:lnTo>
                    <a:pt x="39" y="95"/>
                  </a:lnTo>
                  <a:lnTo>
                    <a:pt x="65" y="74"/>
                  </a:lnTo>
                  <a:lnTo>
                    <a:pt x="65" y="74"/>
                  </a:lnTo>
                  <a:lnTo>
                    <a:pt x="65" y="74"/>
                  </a:lnTo>
                  <a:lnTo>
                    <a:pt x="65" y="74"/>
                  </a:lnTo>
                  <a:lnTo>
                    <a:pt x="65" y="74"/>
                  </a:lnTo>
                  <a:lnTo>
                    <a:pt x="91" y="95"/>
                  </a:lnTo>
                  <a:lnTo>
                    <a:pt x="101" y="89"/>
                  </a:lnTo>
                  <a:lnTo>
                    <a:pt x="101" y="97"/>
                  </a:lnTo>
                  <a:close/>
                  <a:moveTo>
                    <a:pt x="127" y="26"/>
                  </a:moveTo>
                  <a:lnTo>
                    <a:pt x="101" y="45"/>
                  </a:lnTo>
                  <a:lnTo>
                    <a:pt x="65" y="22"/>
                  </a:lnTo>
                  <a:lnTo>
                    <a:pt x="91" y="0"/>
                  </a:lnTo>
                  <a:lnTo>
                    <a:pt x="127" y="26"/>
                  </a:lnTo>
                  <a:close/>
                  <a:moveTo>
                    <a:pt x="127" y="67"/>
                  </a:moveTo>
                  <a:lnTo>
                    <a:pt x="91" y="91"/>
                  </a:lnTo>
                  <a:lnTo>
                    <a:pt x="65" y="69"/>
                  </a:lnTo>
                  <a:lnTo>
                    <a:pt x="101" y="45"/>
                  </a:lnTo>
                  <a:lnTo>
                    <a:pt x="127" y="6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wipe(right)">
                                      <p:cBhvr>
                                        <p:cTn id="12" dur="500"/>
                                        <p:tgtEl>
                                          <p:spTgt spid="33"/>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left)">
                                      <p:cBhvr>
                                        <p:cTn id="16" dur="500"/>
                                        <p:tgtEl>
                                          <p:spTgt spid="32"/>
                                        </p:tgtEl>
                                      </p:cBhvr>
                                    </p:animEffect>
                                  </p:childTnLst>
                                </p:cTn>
                              </p:par>
                            </p:childTnLst>
                          </p:cTn>
                        </p:par>
                        <p:par>
                          <p:cTn id="17" fill="hold">
                            <p:stCondLst>
                              <p:cond delay="1500"/>
                            </p:stCondLst>
                            <p:childTnLst>
                              <p:par>
                                <p:cTn id="18" presetID="2" presetClass="entr" presetSubtype="1" accel="50000" decel="5000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0-#ppt_h/2"/>
                                          </p:val>
                                        </p:tav>
                                        <p:tav tm="100000">
                                          <p:val>
                                            <p:strVal val="#ppt_y"/>
                                          </p:val>
                                        </p:tav>
                                      </p:tavLst>
                                    </p:anim>
                                  </p:childTnLst>
                                </p:cTn>
                              </p:par>
                              <p:par>
                                <p:cTn id="22" presetID="2" presetClass="entr" presetSubtype="4" accel="50000" decel="50000" fill="hold" nodeType="with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fill="hold"/>
                                        <p:tgtEl>
                                          <p:spTgt spid="10"/>
                                        </p:tgtEl>
                                        <p:attrNameLst>
                                          <p:attrName>ppt_x</p:attrName>
                                        </p:attrNameLst>
                                      </p:cBhvr>
                                      <p:tavLst>
                                        <p:tav tm="0">
                                          <p:val>
                                            <p:strVal val="#ppt_x"/>
                                          </p:val>
                                        </p:tav>
                                        <p:tav tm="100000">
                                          <p:val>
                                            <p:strVal val="#ppt_x"/>
                                          </p:val>
                                        </p:tav>
                                      </p:tavLst>
                                    </p:anim>
                                    <p:anim calcmode="lin" valueType="num">
                                      <p:cBhvr additive="base">
                                        <p:cTn id="25" dur="500" fill="hold"/>
                                        <p:tgtEl>
                                          <p:spTgt spid="10"/>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2" presetClass="entr" presetSubtype="1" accel="50000" decel="5000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500" fill="hold"/>
                                        <p:tgtEl>
                                          <p:spTgt spid="5"/>
                                        </p:tgtEl>
                                        <p:attrNameLst>
                                          <p:attrName>ppt_x</p:attrName>
                                        </p:attrNameLst>
                                      </p:cBhvr>
                                      <p:tavLst>
                                        <p:tav tm="0">
                                          <p:val>
                                            <p:strVal val="#ppt_x"/>
                                          </p:val>
                                        </p:tav>
                                        <p:tav tm="100000">
                                          <p:val>
                                            <p:strVal val="#ppt_x"/>
                                          </p:val>
                                        </p:tav>
                                      </p:tavLst>
                                    </p:anim>
                                    <p:anim calcmode="lin" valueType="num">
                                      <p:cBhvr additive="base">
                                        <p:cTn id="30" dur="500" fill="hold"/>
                                        <p:tgtEl>
                                          <p:spTgt spid="5"/>
                                        </p:tgtEl>
                                        <p:attrNameLst>
                                          <p:attrName>ppt_y</p:attrName>
                                        </p:attrNameLst>
                                      </p:cBhvr>
                                      <p:tavLst>
                                        <p:tav tm="0">
                                          <p:val>
                                            <p:strVal val="0-#ppt_h/2"/>
                                          </p:val>
                                        </p:tav>
                                        <p:tav tm="100000">
                                          <p:val>
                                            <p:strVal val="#ppt_y"/>
                                          </p:val>
                                        </p:tav>
                                      </p:tavLst>
                                    </p:anim>
                                  </p:childTnLst>
                                </p:cTn>
                              </p:par>
                              <p:par>
                                <p:cTn id="31" presetID="2" presetClass="entr" presetSubtype="4" accel="50000" decel="50000" fill="hold" nodeType="withEffect">
                                  <p:stCondLst>
                                    <p:cond delay="0"/>
                                  </p:stCondLst>
                                  <p:childTnLst>
                                    <p:set>
                                      <p:cBhvr>
                                        <p:cTn id="32" dur="1" fill="hold">
                                          <p:stCondLst>
                                            <p:cond delay="0"/>
                                          </p:stCondLst>
                                        </p:cTn>
                                        <p:tgtEl>
                                          <p:spTgt spid="12"/>
                                        </p:tgtEl>
                                        <p:attrNameLst>
                                          <p:attrName>style.visibility</p:attrName>
                                        </p:attrNameLst>
                                      </p:cBhvr>
                                      <p:to>
                                        <p:strVal val="visible"/>
                                      </p:to>
                                    </p:set>
                                    <p:anim calcmode="lin" valueType="num">
                                      <p:cBhvr additive="base">
                                        <p:cTn id="33" dur="500" fill="hold"/>
                                        <p:tgtEl>
                                          <p:spTgt spid="12"/>
                                        </p:tgtEl>
                                        <p:attrNameLst>
                                          <p:attrName>ppt_x</p:attrName>
                                        </p:attrNameLst>
                                      </p:cBhvr>
                                      <p:tavLst>
                                        <p:tav tm="0">
                                          <p:val>
                                            <p:strVal val="#ppt_x"/>
                                          </p:val>
                                        </p:tav>
                                        <p:tav tm="100000">
                                          <p:val>
                                            <p:strVal val="#ppt_x"/>
                                          </p:val>
                                        </p:tav>
                                      </p:tavLst>
                                    </p:anim>
                                    <p:anim calcmode="lin" valueType="num">
                                      <p:cBhvr additive="base">
                                        <p:cTn id="34" dur="500" fill="hold"/>
                                        <p:tgtEl>
                                          <p:spTgt spid="12"/>
                                        </p:tgtEl>
                                        <p:attrNameLst>
                                          <p:attrName>ppt_y</p:attrName>
                                        </p:attrNameLst>
                                      </p:cBhvr>
                                      <p:tavLst>
                                        <p:tav tm="0">
                                          <p:val>
                                            <p:strVal val="1+#ppt_h/2"/>
                                          </p:val>
                                        </p:tav>
                                        <p:tav tm="100000">
                                          <p:val>
                                            <p:strVal val="#ppt_y"/>
                                          </p:val>
                                        </p:tav>
                                      </p:tavLst>
                                    </p:anim>
                                  </p:childTnLst>
                                </p:cTn>
                              </p:par>
                            </p:childTnLst>
                          </p:cTn>
                        </p:par>
                        <p:par>
                          <p:cTn id="35" fill="hold">
                            <p:stCondLst>
                              <p:cond delay="2500"/>
                            </p:stCondLst>
                            <p:childTnLst>
                              <p:par>
                                <p:cTn id="36" presetID="2" presetClass="entr" presetSubtype="1" accel="50000" decel="50000" fill="hold" nodeType="afterEffect">
                                  <p:stCondLst>
                                    <p:cond delay="0"/>
                                  </p:stCondLst>
                                  <p:childTnLst>
                                    <p:set>
                                      <p:cBhvr>
                                        <p:cTn id="37" dur="1" fill="hold">
                                          <p:stCondLst>
                                            <p:cond delay="0"/>
                                          </p:stCondLst>
                                        </p:cTn>
                                        <p:tgtEl>
                                          <p:spTgt spid="3"/>
                                        </p:tgtEl>
                                        <p:attrNameLst>
                                          <p:attrName>style.visibility</p:attrName>
                                        </p:attrNameLst>
                                      </p:cBhvr>
                                      <p:to>
                                        <p:strVal val="visible"/>
                                      </p:to>
                                    </p:set>
                                    <p:anim calcmode="lin" valueType="num">
                                      <p:cBhvr additive="base">
                                        <p:cTn id="38" dur="500" fill="hold"/>
                                        <p:tgtEl>
                                          <p:spTgt spid="3"/>
                                        </p:tgtEl>
                                        <p:attrNameLst>
                                          <p:attrName>ppt_x</p:attrName>
                                        </p:attrNameLst>
                                      </p:cBhvr>
                                      <p:tavLst>
                                        <p:tav tm="0">
                                          <p:val>
                                            <p:strVal val="#ppt_x"/>
                                          </p:val>
                                        </p:tav>
                                        <p:tav tm="100000">
                                          <p:val>
                                            <p:strVal val="#ppt_x"/>
                                          </p:val>
                                        </p:tav>
                                      </p:tavLst>
                                    </p:anim>
                                    <p:anim calcmode="lin" valueType="num">
                                      <p:cBhvr additive="base">
                                        <p:cTn id="39" dur="500" fill="hold"/>
                                        <p:tgtEl>
                                          <p:spTgt spid="3"/>
                                        </p:tgtEl>
                                        <p:attrNameLst>
                                          <p:attrName>ppt_y</p:attrName>
                                        </p:attrNameLst>
                                      </p:cBhvr>
                                      <p:tavLst>
                                        <p:tav tm="0">
                                          <p:val>
                                            <p:strVal val="0-#ppt_h/2"/>
                                          </p:val>
                                        </p:tav>
                                        <p:tav tm="100000">
                                          <p:val>
                                            <p:strVal val="#ppt_y"/>
                                          </p:val>
                                        </p:tav>
                                      </p:tavLst>
                                    </p:anim>
                                  </p:childTnLst>
                                </p:cTn>
                              </p:par>
                              <p:par>
                                <p:cTn id="40" presetID="2" presetClass="entr" presetSubtype="4" accel="50000" decel="5000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 fill="hold"/>
                                        <p:tgtEl>
                                          <p:spTgt spid="14"/>
                                        </p:tgtEl>
                                        <p:attrNameLst>
                                          <p:attrName>ppt_x</p:attrName>
                                        </p:attrNameLst>
                                      </p:cBhvr>
                                      <p:tavLst>
                                        <p:tav tm="0">
                                          <p:val>
                                            <p:strVal val="#ppt_x"/>
                                          </p:val>
                                        </p:tav>
                                        <p:tav tm="100000">
                                          <p:val>
                                            <p:strVal val="#ppt_x"/>
                                          </p:val>
                                        </p:tav>
                                      </p:tavLst>
                                    </p:anim>
                                    <p:anim calcmode="lin" valueType="num">
                                      <p:cBhvr additive="base">
                                        <p:cTn id="43" dur="500" fill="hold"/>
                                        <p:tgtEl>
                                          <p:spTgt spid="14"/>
                                        </p:tgtEl>
                                        <p:attrNameLst>
                                          <p:attrName>ppt_y</p:attrName>
                                        </p:attrNameLst>
                                      </p:cBhvr>
                                      <p:tavLst>
                                        <p:tav tm="0">
                                          <p:val>
                                            <p:strVal val="1+#ppt_h/2"/>
                                          </p:val>
                                        </p:tav>
                                        <p:tav tm="100000">
                                          <p:val>
                                            <p:strVal val="#ppt_y"/>
                                          </p:val>
                                        </p:tav>
                                      </p:tavLst>
                                    </p:anim>
                                  </p:childTnLst>
                                </p:cTn>
                              </p:par>
                            </p:childTnLst>
                          </p:cTn>
                        </p:par>
                        <p:par>
                          <p:cTn id="44" fill="hold">
                            <p:stCondLst>
                              <p:cond delay="3000"/>
                            </p:stCondLst>
                            <p:childTnLst>
                              <p:par>
                                <p:cTn id="45" presetID="2" presetClass="entr" presetSubtype="1" accel="50000" decel="50000"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ppt_x"/>
                                          </p:val>
                                        </p:tav>
                                        <p:tav tm="100000">
                                          <p:val>
                                            <p:strVal val="#ppt_x"/>
                                          </p:val>
                                        </p:tav>
                                      </p:tavLst>
                                    </p:anim>
                                    <p:anim calcmode="lin" valueType="num">
                                      <p:cBhvr additive="base">
                                        <p:cTn id="48" dur="500" fill="hold"/>
                                        <p:tgtEl>
                                          <p:spTgt spid="22"/>
                                        </p:tgtEl>
                                        <p:attrNameLst>
                                          <p:attrName>ppt_y</p:attrName>
                                        </p:attrNameLst>
                                      </p:cBhvr>
                                      <p:tavLst>
                                        <p:tav tm="0">
                                          <p:val>
                                            <p:strVal val="0-#ppt_h/2"/>
                                          </p:val>
                                        </p:tav>
                                        <p:tav tm="100000">
                                          <p:val>
                                            <p:strVal val="#ppt_y"/>
                                          </p:val>
                                        </p:tav>
                                      </p:tavLst>
                                    </p:anim>
                                  </p:childTnLst>
                                </p:cTn>
                              </p:par>
                              <p:par>
                                <p:cTn id="49" presetID="2" presetClass="entr" presetSubtype="4" accel="50000" decel="50000" fill="hold" nodeType="withEffect">
                                  <p:stCondLst>
                                    <p:cond delay="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500" fill="hold"/>
                                        <p:tgtEl>
                                          <p:spTgt spid="16"/>
                                        </p:tgtEl>
                                        <p:attrNameLst>
                                          <p:attrName>ppt_x</p:attrName>
                                        </p:attrNameLst>
                                      </p:cBhvr>
                                      <p:tavLst>
                                        <p:tav tm="0">
                                          <p:val>
                                            <p:strVal val="#ppt_x"/>
                                          </p:val>
                                        </p:tav>
                                        <p:tav tm="100000">
                                          <p:val>
                                            <p:strVal val="#ppt_x"/>
                                          </p:val>
                                        </p:tav>
                                      </p:tavLst>
                                    </p:anim>
                                    <p:anim calcmode="lin" valueType="num">
                                      <p:cBhvr additive="base">
                                        <p:cTn id="52" dur="500" fill="hold"/>
                                        <p:tgtEl>
                                          <p:spTgt spid="16"/>
                                        </p:tgtEl>
                                        <p:attrNameLst>
                                          <p:attrName>ppt_y</p:attrName>
                                        </p:attrNameLst>
                                      </p:cBhvr>
                                      <p:tavLst>
                                        <p:tav tm="0">
                                          <p:val>
                                            <p:strVal val="1+#ppt_h/2"/>
                                          </p:val>
                                        </p:tav>
                                        <p:tav tm="100000">
                                          <p:val>
                                            <p:strVal val="#ppt_y"/>
                                          </p:val>
                                        </p:tav>
                                      </p:tavLst>
                                    </p:anim>
                                  </p:childTnLst>
                                </p:cTn>
                              </p:par>
                            </p:childTnLst>
                          </p:cTn>
                        </p:par>
                        <p:par>
                          <p:cTn id="53" fill="hold">
                            <p:stCondLst>
                              <p:cond delay="3500"/>
                            </p:stCondLst>
                            <p:childTnLst>
                              <p:par>
                                <p:cTn id="54" presetID="2" presetClass="entr" presetSubtype="1" accel="50000" decel="50000" fill="hold" nodeType="afterEffect">
                                  <p:stCondLst>
                                    <p:cond delay="0"/>
                                  </p:stCondLst>
                                  <p:childTnLst>
                                    <p:set>
                                      <p:cBhvr>
                                        <p:cTn id="55" dur="1" fill="hold">
                                          <p:stCondLst>
                                            <p:cond delay="0"/>
                                          </p:stCondLst>
                                        </p:cTn>
                                        <p:tgtEl>
                                          <p:spTgt spid="4"/>
                                        </p:tgtEl>
                                        <p:attrNameLst>
                                          <p:attrName>style.visibility</p:attrName>
                                        </p:attrNameLst>
                                      </p:cBhvr>
                                      <p:to>
                                        <p:strVal val="visible"/>
                                      </p:to>
                                    </p:set>
                                    <p:anim calcmode="lin" valueType="num">
                                      <p:cBhvr additive="base">
                                        <p:cTn id="56" dur="500" fill="hold"/>
                                        <p:tgtEl>
                                          <p:spTgt spid="4"/>
                                        </p:tgtEl>
                                        <p:attrNameLst>
                                          <p:attrName>ppt_x</p:attrName>
                                        </p:attrNameLst>
                                      </p:cBhvr>
                                      <p:tavLst>
                                        <p:tav tm="0">
                                          <p:val>
                                            <p:strVal val="#ppt_x"/>
                                          </p:val>
                                        </p:tav>
                                        <p:tav tm="100000">
                                          <p:val>
                                            <p:strVal val="#ppt_x"/>
                                          </p:val>
                                        </p:tav>
                                      </p:tavLst>
                                    </p:anim>
                                    <p:anim calcmode="lin" valueType="num">
                                      <p:cBhvr additive="base">
                                        <p:cTn id="57" dur="500" fill="hold"/>
                                        <p:tgtEl>
                                          <p:spTgt spid="4"/>
                                        </p:tgtEl>
                                        <p:attrNameLst>
                                          <p:attrName>ppt_y</p:attrName>
                                        </p:attrNameLst>
                                      </p:cBhvr>
                                      <p:tavLst>
                                        <p:tav tm="0">
                                          <p:val>
                                            <p:strVal val="0-#ppt_h/2"/>
                                          </p:val>
                                        </p:tav>
                                        <p:tav tm="100000">
                                          <p:val>
                                            <p:strVal val="#ppt_y"/>
                                          </p:val>
                                        </p:tav>
                                      </p:tavLst>
                                    </p:anim>
                                  </p:childTnLst>
                                </p:cTn>
                              </p:par>
                              <p:par>
                                <p:cTn id="58" presetID="2" presetClass="entr" presetSubtype="4" accel="50000" decel="50000" fill="hold" nodeType="withEffect">
                                  <p:stCondLst>
                                    <p:cond delay="0"/>
                                  </p:stCondLst>
                                  <p:childTnLst>
                                    <p:set>
                                      <p:cBhvr>
                                        <p:cTn id="59" dur="1" fill="hold">
                                          <p:stCondLst>
                                            <p:cond delay="0"/>
                                          </p:stCondLst>
                                        </p:cTn>
                                        <p:tgtEl>
                                          <p:spTgt spid="18"/>
                                        </p:tgtEl>
                                        <p:attrNameLst>
                                          <p:attrName>style.visibility</p:attrName>
                                        </p:attrNameLst>
                                      </p:cBhvr>
                                      <p:to>
                                        <p:strVal val="visible"/>
                                      </p:to>
                                    </p:set>
                                    <p:anim calcmode="lin" valueType="num">
                                      <p:cBhvr additive="base">
                                        <p:cTn id="60" dur="500" fill="hold"/>
                                        <p:tgtEl>
                                          <p:spTgt spid="18"/>
                                        </p:tgtEl>
                                        <p:attrNameLst>
                                          <p:attrName>ppt_x</p:attrName>
                                        </p:attrNameLst>
                                      </p:cBhvr>
                                      <p:tavLst>
                                        <p:tav tm="0">
                                          <p:val>
                                            <p:strVal val="#ppt_x"/>
                                          </p:val>
                                        </p:tav>
                                        <p:tav tm="100000">
                                          <p:val>
                                            <p:strVal val="#ppt_x"/>
                                          </p:val>
                                        </p:tav>
                                      </p:tavLst>
                                    </p:anim>
                                    <p:anim calcmode="lin" valueType="num">
                                      <p:cBhvr additive="base">
                                        <p:cTn id="61" dur="500" fill="hold"/>
                                        <p:tgtEl>
                                          <p:spTgt spid="18"/>
                                        </p:tgtEl>
                                        <p:attrNameLst>
                                          <p:attrName>ppt_y</p:attrName>
                                        </p:attrNameLst>
                                      </p:cBhvr>
                                      <p:tavLst>
                                        <p:tav tm="0">
                                          <p:val>
                                            <p:strVal val="1+#ppt_h/2"/>
                                          </p:val>
                                        </p:tav>
                                        <p:tav tm="100000">
                                          <p:val>
                                            <p:strVal val="#ppt_y"/>
                                          </p:val>
                                        </p:tav>
                                      </p:tavLst>
                                    </p:anim>
                                  </p:childTnLst>
                                </p:cTn>
                              </p:par>
                            </p:childTnLst>
                          </p:cTn>
                        </p:par>
                        <p:par>
                          <p:cTn id="62" fill="hold">
                            <p:stCondLst>
                              <p:cond delay="4000"/>
                            </p:stCondLst>
                            <p:childTnLst>
                              <p:par>
                                <p:cTn id="63" presetID="2" presetClass="entr" presetSubtype="1" accel="50000" decel="50000"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additive="base">
                                        <p:cTn id="65" dur="500" fill="hold"/>
                                        <p:tgtEl>
                                          <p:spTgt spid="9"/>
                                        </p:tgtEl>
                                        <p:attrNameLst>
                                          <p:attrName>ppt_x</p:attrName>
                                        </p:attrNameLst>
                                      </p:cBhvr>
                                      <p:tavLst>
                                        <p:tav tm="0">
                                          <p:val>
                                            <p:strVal val="#ppt_x"/>
                                          </p:val>
                                        </p:tav>
                                        <p:tav tm="100000">
                                          <p:val>
                                            <p:strVal val="#ppt_x"/>
                                          </p:val>
                                        </p:tav>
                                      </p:tavLst>
                                    </p:anim>
                                    <p:anim calcmode="lin" valueType="num">
                                      <p:cBhvr additive="base">
                                        <p:cTn id="66" dur="500" fill="hold"/>
                                        <p:tgtEl>
                                          <p:spTgt spid="9"/>
                                        </p:tgtEl>
                                        <p:attrNameLst>
                                          <p:attrName>ppt_y</p:attrName>
                                        </p:attrNameLst>
                                      </p:cBhvr>
                                      <p:tavLst>
                                        <p:tav tm="0">
                                          <p:val>
                                            <p:strVal val="0-#ppt_h/2"/>
                                          </p:val>
                                        </p:tav>
                                        <p:tav tm="100000">
                                          <p:val>
                                            <p:strVal val="#ppt_y"/>
                                          </p:val>
                                        </p:tav>
                                      </p:tavLst>
                                    </p:anim>
                                  </p:childTnLst>
                                </p:cTn>
                              </p:par>
                              <p:par>
                                <p:cTn id="67" presetID="2" presetClass="entr" presetSubtype="4" accel="50000" decel="50000" fill="hold" nodeType="withEffect">
                                  <p:stCondLst>
                                    <p:cond delay="0"/>
                                  </p:stCondLst>
                                  <p:childTnLst>
                                    <p:set>
                                      <p:cBhvr>
                                        <p:cTn id="68" dur="1" fill="hold">
                                          <p:stCondLst>
                                            <p:cond delay="0"/>
                                          </p:stCondLst>
                                        </p:cTn>
                                        <p:tgtEl>
                                          <p:spTgt spid="20"/>
                                        </p:tgtEl>
                                        <p:attrNameLst>
                                          <p:attrName>style.visibility</p:attrName>
                                        </p:attrNameLst>
                                      </p:cBhvr>
                                      <p:to>
                                        <p:strVal val="visible"/>
                                      </p:to>
                                    </p:set>
                                    <p:anim calcmode="lin" valueType="num">
                                      <p:cBhvr additive="base">
                                        <p:cTn id="69" dur="500" fill="hold"/>
                                        <p:tgtEl>
                                          <p:spTgt spid="20"/>
                                        </p:tgtEl>
                                        <p:attrNameLst>
                                          <p:attrName>ppt_x</p:attrName>
                                        </p:attrNameLst>
                                      </p:cBhvr>
                                      <p:tavLst>
                                        <p:tav tm="0">
                                          <p:val>
                                            <p:strVal val="#ppt_x"/>
                                          </p:val>
                                        </p:tav>
                                        <p:tav tm="100000">
                                          <p:val>
                                            <p:strVal val="#ppt_x"/>
                                          </p:val>
                                        </p:tav>
                                      </p:tavLst>
                                    </p:anim>
                                    <p:anim calcmode="lin" valueType="num">
                                      <p:cBhvr additive="base">
                                        <p:cTn id="7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1138893"/>
            <a:ext cx="4131259" cy="523220"/>
          </a:xfrm>
          <a:prstGeom prst="rect">
            <a:avLst/>
          </a:prstGeom>
          <a:noFill/>
        </p:spPr>
        <p:txBody>
          <a:bodyPr wrap="none" rtlCol="0">
            <a:spAutoFit/>
          </a:bodyPr>
          <a:lstStyle/>
          <a:p>
            <a:r>
              <a:rPr lang="en-US" sz="2800" b="1" cap="all" dirty="0">
                <a:solidFill>
                  <a:schemeClr val="tx1">
                    <a:lumMod val="50000"/>
                    <a:lumOff val="50000"/>
                  </a:schemeClr>
                </a:solidFill>
              </a:rPr>
              <a:t>Education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095375"/>
            <a:ext cx="3006725" cy="566738"/>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97"/>
          <p:cNvGrpSpPr/>
          <p:nvPr/>
        </p:nvGrpSpPr>
        <p:grpSpPr>
          <a:xfrm>
            <a:off x="3702295" y="1271646"/>
            <a:ext cx="1777754" cy="3572525"/>
            <a:chOff x="3702295" y="1271646"/>
            <a:chExt cx="1777754" cy="3572525"/>
          </a:xfrm>
        </p:grpSpPr>
        <p:grpSp>
          <p:nvGrpSpPr>
            <p:cNvPr id="3" name="Group 96"/>
            <p:cNvGrpSpPr/>
            <p:nvPr/>
          </p:nvGrpSpPr>
          <p:grpSpPr>
            <a:xfrm>
              <a:off x="4107979" y="4055348"/>
              <a:ext cx="966386" cy="788823"/>
              <a:chOff x="4107979" y="4055348"/>
              <a:chExt cx="966386" cy="788823"/>
            </a:xfrm>
          </p:grpSpPr>
          <p:sp>
            <p:nvSpPr>
              <p:cNvPr id="37" name="Isosceles Triangle 36"/>
              <p:cNvSpPr/>
              <p:nvPr/>
            </p:nvSpPr>
            <p:spPr bwMode="auto">
              <a:xfrm rot="10800000">
                <a:off x="4107979" y="4055348"/>
                <a:ext cx="966386" cy="785648"/>
              </a:xfrm>
              <a:prstGeom prst="triangle">
                <a:avLst/>
              </a:prstGeom>
              <a:gradFill>
                <a:gsLst>
                  <a:gs pos="0">
                    <a:schemeClr val="tx1">
                      <a:lumMod val="50000"/>
                      <a:lumOff val="50000"/>
                    </a:schemeClr>
                  </a:gs>
                  <a:gs pos="50000">
                    <a:schemeClr val="bg1">
                      <a:lumMod val="85000"/>
                    </a:schemeClr>
                  </a:gs>
                </a:gsLst>
                <a:lin ang="0" scaled="0"/>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8" name="Isosceles Triangle 37"/>
              <p:cNvSpPr/>
              <p:nvPr/>
            </p:nvSpPr>
            <p:spPr bwMode="auto">
              <a:xfrm rot="10800000">
                <a:off x="4472566" y="4640971"/>
                <a:ext cx="237212" cy="203200"/>
              </a:xfrm>
              <a:prstGeom prst="triangle">
                <a:avLst/>
              </a:prstGeom>
              <a:solidFill>
                <a:schemeClr val="tx1">
                  <a:lumMod val="90000"/>
                  <a:lumOff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grpSp>
          <p:nvGrpSpPr>
            <p:cNvPr id="4" name="Group 92"/>
            <p:cNvGrpSpPr/>
            <p:nvPr/>
          </p:nvGrpSpPr>
          <p:grpSpPr>
            <a:xfrm>
              <a:off x="3702295" y="1284998"/>
              <a:ext cx="643627" cy="2895596"/>
              <a:chOff x="3702295" y="1284998"/>
              <a:chExt cx="643627" cy="2895596"/>
            </a:xfrm>
          </p:grpSpPr>
          <p:sp>
            <p:nvSpPr>
              <p:cNvPr id="19" name="Pentagon 18"/>
              <p:cNvSpPr/>
              <p:nvPr/>
            </p:nvSpPr>
            <p:spPr>
              <a:xfrm rot="5400000" flipV="1">
                <a:off x="3767219" y="3601890"/>
                <a:ext cx="918746" cy="238661"/>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aseline="-25000" dirty="0"/>
              </a:p>
            </p:txBody>
          </p:sp>
          <p:sp>
            <p:nvSpPr>
              <p:cNvPr id="17" name="Round Same Side Corner Rectangle 16"/>
              <p:cNvSpPr/>
              <p:nvPr/>
            </p:nvSpPr>
            <p:spPr>
              <a:xfrm rot="10800000" flipV="1">
                <a:off x="3702295" y="1284998"/>
                <a:ext cx="405683" cy="1478179"/>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44"/>
              <p:cNvSpPr/>
              <p:nvPr/>
            </p:nvSpPr>
            <p:spPr>
              <a:xfrm rot="5400000" flipV="1">
                <a:off x="3773330" y="2692246"/>
                <a:ext cx="500256" cy="642325"/>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7127" h="952243">
                    <a:moveTo>
                      <a:pt x="0" y="0"/>
                    </a:moveTo>
                    <a:lnTo>
                      <a:pt x="2737127" y="596766"/>
                    </a:lnTo>
                    <a:cubicBezTo>
                      <a:pt x="2736165" y="715258"/>
                      <a:pt x="2735204" y="833751"/>
                      <a:pt x="2734242" y="952243"/>
                    </a:cubicBezTo>
                    <a:lnTo>
                      <a:pt x="0" y="605633"/>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93"/>
            <p:cNvGrpSpPr/>
            <p:nvPr/>
          </p:nvGrpSpPr>
          <p:grpSpPr>
            <a:xfrm>
              <a:off x="4137850" y="1284996"/>
              <a:ext cx="455190" cy="2895599"/>
              <a:chOff x="4137850" y="1284996"/>
              <a:chExt cx="455190" cy="2895599"/>
            </a:xfrm>
          </p:grpSpPr>
          <p:sp>
            <p:nvSpPr>
              <p:cNvPr id="22" name="Pentagon 21"/>
              <p:cNvSpPr/>
              <p:nvPr/>
            </p:nvSpPr>
            <p:spPr>
              <a:xfrm rot="5400000" flipV="1">
                <a:off x="4008345" y="3595900"/>
                <a:ext cx="917620" cy="251770"/>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aseline="-25000" dirty="0"/>
              </a:p>
            </p:txBody>
          </p:sp>
          <p:sp>
            <p:nvSpPr>
              <p:cNvPr id="21" name="Rectangle 44"/>
              <p:cNvSpPr/>
              <p:nvPr/>
            </p:nvSpPr>
            <p:spPr>
              <a:xfrm rot="5400000" flipV="1">
                <a:off x="4112928" y="2788097"/>
                <a:ext cx="503020" cy="453175"/>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 name="connsiteX0" fmla="*/ 0 w 2750715"/>
                  <a:gd name="connsiteY0" fmla="*/ 0 h 952243"/>
                  <a:gd name="connsiteX1" fmla="*/ 2750715 w 2750715"/>
                  <a:gd name="connsiteY1" fmla="*/ 429126 h 952243"/>
                  <a:gd name="connsiteX2" fmla="*/ 2734242 w 2750715"/>
                  <a:gd name="connsiteY2" fmla="*/ 952243 h 952243"/>
                  <a:gd name="connsiteX3" fmla="*/ 0 w 2750715"/>
                  <a:gd name="connsiteY3" fmla="*/ 605633 h 952243"/>
                  <a:gd name="connsiteX4" fmla="*/ 0 w 2750715"/>
                  <a:gd name="connsiteY4" fmla="*/ 0 h 952243"/>
                  <a:gd name="connsiteX0" fmla="*/ 0 w 2750715"/>
                  <a:gd name="connsiteY0" fmla="*/ 0 h 723643"/>
                  <a:gd name="connsiteX1" fmla="*/ 2750715 w 2750715"/>
                  <a:gd name="connsiteY1" fmla="*/ 429126 h 723643"/>
                  <a:gd name="connsiteX2" fmla="*/ 2747830 w 2750715"/>
                  <a:gd name="connsiteY2" fmla="*/ 723643 h 723643"/>
                  <a:gd name="connsiteX3" fmla="*/ 0 w 2750715"/>
                  <a:gd name="connsiteY3" fmla="*/ 605633 h 723643"/>
                  <a:gd name="connsiteX4" fmla="*/ 0 w 2750715"/>
                  <a:gd name="connsiteY4" fmla="*/ 0 h 723643"/>
                  <a:gd name="connsiteX0" fmla="*/ 0 w 2750715"/>
                  <a:gd name="connsiteY0" fmla="*/ 0 h 723643"/>
                  <a:gd name="connsiteX1" fmla="*/ 2750715 w 2750715"/>
                  <a:gd name="connsiteY1" fmla="*/ 391026 h 723643"/>
                  <a:gd name="connsiteX2" fmla="*/ 2747830 w 2750715"/>
                  <a:gd name="connsiteY2" fmla="*/ 723643 h 723643"/>
                  <a:gd name="connsiteX3" fmla="*/ 0 w 2750715"/>
                  <a:gd name="connsiteY3" fmla="*/ 605633 h 723643"/>
                  <a:gd name="connsiteX4" fmla="*/ 0 w 2750715"/>
                  <a:gd name="connsiteY4" fmla="*/ 0 h 723643"/>
                  <a:gd name="connsiteX0" fmla="*/ 0 w 2752254"/>
                  <a:gd name="connsiteY0" fmla="*/ 0 h 742693"/>
                  <a:gd name="connsiteX1" fmla="*/ 2750715 w 2752254"/>
                  <a:gd name="connsiteY1" fmla="*/ 391026 h 742693"/>
                  <a:gd name="connsiteX2" fmla="*/ 2752076 w 2752254"/>
                  <a:gd name="connsiteY2" fmla="*/ 742693 h 742693"/>
                  <a:gd name="connsiteX3" fmla="*/ 0 w 2752254"/>
                  <a:gd name="connsiteY3" fmla="*/ 605633 h 742693"/>
                  <a:gd name="connsiteX4" fmla="*/ 0 w 2752254"/>
                  <a:gd name="connsiteY4" fmla="*/ 0 h 742693"/>
                  <a:gd name="connsiteX0" fmla="*/ 0 w 2760622"/>
                  <a:gd name="connsiteY0" fmla="*/ 0 h 642680"/>
                  <a:gd name="connsiteX1" fmla="*/ 2750715 w 2760622"/>
                  <a:gd name="connsiteY1" fmla="*/ 391026 h 642680"/>
                  <a:gd name="connsiteX2" fmla="*/ 2760567 w 2760622"/>
                  <a:gd name="connsiteY2" fmla="*/ 642680 h 642680"/>
                  <a:gd name="connsiteX3" fmla="*/ 0 w 2760622"/>
                  <a:gd name="connsiteY3" fmla="*/ 605633 h 642680"/>
                  <a:gd name="connsiteX4" fmla="*/ 0 w 2760622"/>
                  <a:gd name="connsiteY4" fmla="*/ 0 h 642680"/>
                  <a:gd name="connsiteX0" fmla="*/ 0 w 2752252"/>
                  <a:gd name="connsiteY0" fmla="*/ 0 h 747455"/>
                  <a:gd name="connsiteX1" fmla="*/ 2750715 w 2752252"/>
                  <a:gd name="connsiteY1" fmla="*/ 391026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747455"/>
                  <a:gd name="connsiteX1" fmla="*/ 2750715 w 2752252"/>
                  <a:gd name="connsiteY1" fmla="*/ 282677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648135"/>
                  <a:gd name="connsiteX1" fmla="*/ 2750715 w 2752252"/>
                  <a:gd name="connsiteY1" fmla="*/ 282677 h 648135"/>
                  <a:gd name="connsiteX2" fmla="*/ 2752074 w 2752252"/>
                  <a:gd name="connsiteY2" fmla="*/ 648135 h 648135"/>
                  <a:gd name="connsiteX3" fmla="*/ 0 w 2752252"/>
                  <a:gd name="connsiteY3" fmla="*/ 605633 h 648135"/>
                  <a:gd name="connsiteX4" fmla="*/ 0 w 2752252"/>
                  <a:gd name="connsiteY4" fmla="*/ 0 h 648135"/>
                  <a:gd name="connsiteX0" fmla="*/ 0 w 2752252"/>
                  <a:gd name="connsiteY0" fmla="*/ 0 h 618791"/>
                  <a:gd name="connsiteX1" fmla="*/ 2750715 w 2752252"/>
                  <a:gd name="connsiteY1" fmla="*/ 282677 h 618791"/>
                  <a:gd name="connsiteX2" fmla="*/ 2752074 w 2752252"/>
                  <a:gd name="connsiteY2" fmla="*/ 618791 h 618791"/>
                  <a:gd name="connsiteX3" fmla="*/ 0 w 2752252"/>
                  <a:gd name="connsiteY3" fmla="*/ 605633 h 618791"/>
                  <a:gd name="connsiteX4" fmla="*/ 0 w 2752252"/>
                  <a:gd name="connsiteY4" fmla="*/ 0 h 618791"/>
                  <a:gd name="connsiteX0" fmla="*/ 0 w 2752252"/>
                  <a:gd name="connsiteY0" fmla="*/ 0 h 634592"/>
                  <a:gd name="connsiteX1" fmla="*/ 2750715 w 2752252"/>
                  <a:gd name="connsiteY1" fmla="*/ 282677 h 634592"/>
                  <a:gd name="connsiteX2" fmla="*/ 2752074 w 2752252"/>
                  <a:gd name="connsiteY2" fmla="*/ 634592 h 634592"/>
                  <a:gd name="connsiteX3" fmla="*/ 0 w 2752252"/>
                  <a:gd name="connsiteY3" fmla="*/ 605633 h 634592"/>
                  <a:gd name="connsiteX4" fmla="*/ 0 w 2752252"/>
                  <a:gd name="connsiteY4" fmla="*/ 0 h 634592"/>
                  <a:gd name="connsiteX0" fmla="*/ 0 w 2750715"/>
                  <a:gd name="connsiteY0" fmla="*/ 0 h 634592"/>
                  <a:gd name="connsiteX1" fmla="*/ 2750715 w 2750715"/>
                  <a:gd name="connsiteY1" fmla="*/ 282677 h 634592"/>
                  <a:gd name="connsiteX2" fmla="*/ 2747826 w 2750715"/>
                  <a:gd name="connsiteY2" fmla="*/ 634592 h 634592"/>
                  <a:gd name="connsiteX3" fmla="*/ 0 w 2750715"/>
                  <a:gd name="connsiteY3" fmla="*/ 605633 h 634592"/>
                  <a:gd name="connsiteX4" fmla="*/ 0 w 2750715"/>
                  <a:gd name="connsiteY4" fmla="*/ 0 h 634592"/>
                  <a:gd name="connsiteX0" fmla="*/ 0 w 2750715"/>
                  <a:gd name="connsiteY0" fmla="*/ 0 h 636849"/>
                  <a:gd name="connsiteX1" fmla="*/ 2750715 w 2750715"/>
                  <a:gd name="connsiteY1" fmla="*/ 282677 h 636849"/>
                  <a:gd name="connsiteX2" fmla="*/ 2743581 w 2750715"/>
                  <a:gd name="connsiteY2" fmla="*/ 636849 h 636849"/>
                  <a:gd name="connsiteX3" fmla="*/ 0 w 2750715"/>
                  <a:gd name="connsiteY3" fmla="*/ 605633 h 636849"/>
                  <a:gd name="connsiteX4" fmla="*/ 0 w 2750715"/>
                  <a:gd name="connsiteY4" fmla="*/ 0 h 636849"/>
                  <a:gd name="connsiteX0" fmla="*/ 0 w 2752252"/>
                  <a:gd name="connsiteY0" fmla="*/ 0 h 636849"/>
                  <a:gd name="connsiteX1" fmla="*/ 2750715 w 2752252"/>
                  <a:gd name="connsiteY1" fmla="*/ 282677 h 636849"/>
                  <a:gd name="connsiteX2" fmla="*/ 2752074 w 2752252"/>
                  <a:gd name="connsiteY2" fmla="*/ 636849 h 636849"/>
                  <a:gd name="connsiteX3" fmla="*/ 0 w 2752252"/>
                  <a:gd name="connsiteY3" fmla="*/ 605633 h 636849"/>
                  <a:gd name="connsiteX4" fmla="*/ 0 w 2752252"/>
                  <a:gd name="connsiteY4" fmla="*/ 0 h 636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252" h="636849">
                    <a:moveTo>
                      <a:pt x="0" y="0"/>
                    </a:moveTo>
                    <a:lnTo>
                      <a:pt x="2750715" y="282677"/>
                    </a:lnTo>
                    <a:cubicBezTo>
                      <a:pt x="2749753" y="401169"/>
                      <a:pt x="2753036" y="518357"/>
                      <a:pt x="2752074" y="636849"/>
                    </a:cubicBezTo>
                    <a:lnTo>
                      <a:pt x="0" y="605633"/>
                    </a:lnTo>
                    <a:lnTo>
                      <a:pt x="0"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ound Same Side Corner Rectangle 22"/>
              <p:cNvSpPr/>
              <p:nvPr/>
            </p:nvSpPr>
            <p:spPr>
              <a:xfrm rot="10800000" flipV="1">
                <a:off x="4137850" y="1284996"/>
                <a:ext cx="432303" cy="1478179"/>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95"/>
            <p:cNvGrpSpPr/>
            <p:nvPr/>
          </p:nvGrpSpPr>
          <p:grpSpPr>
            <a:xfrm>
              <a:off x="4835703" y="1284997"/>
              <a:ext cx="644346" cy="2895600"/>
              <a:chOff x="4835703" y="1284997"/>
              <a:chExt cx="644346" cy="2895600"/>
            </a:xfrm>
          </p:grpSpPr>
          <p:sp>
            <p:nvSpPr>
              <p:cNvPr id="27" name="Round Same Side Corner Rectangle 26"/>
              <p:cNvSpPr/>
              <p:nvPr/>
            </p:nvSpPr>
            <p:spPr>
              <a:xfrm rot="10800000" flipV="1">
                <a:off x="5074364" y="1284997"/>
                <a:ext cx="405683" cy="1478179"/>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Pentagon 25"/>
              <p:cNvSpPr/>
              <p:nvPr/>
            </p:nvSpPr>
            <p:spPr>
              <a:xfrm rot="5400000">
                <a:off x="4495453" y="3601685"/>
                <a:ext cx="919162" cy="238661"/>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aseline="-25000" dirty="0"/>
              </a:p>
            </p:txBody>
          </p:sp>
          <p:sp>
            <p:nvSpPr>
              <p:cNvPr id="25" name="Rectangle 44"/>
              <p:cNvSpPr/>
              <p:nvPr/>
            </p:nvSpPr>
            <p:spPr>
              <a:xfrm rot="5400000">
                <a:off x="4908759" y="2692200"/>
                <a:ext cx="500256" cy="642325"/>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7127" h="952243">
                    <a:moveTo>
                      <a:pt x="0" y="0"/>
                    </a:moveTo>
                    <a:lnTo>
                      <a:pt x="2737127" y="596766"/>
                    </a:lnTo>
                    <a:cubicBezTo>
                      <a:pt x="2736165" y="715258"/>
                      <a:pt x="2735204" y="833751"/>
                      <a:pt x="2734242" y="952243"/>
                    </a:cubicBezTo>
                    <a:lnTo>
                      <a:pt x="0" y="605633"/>
                    </a:lnTo>
                    <a:lnTo>
                      <a:pt x="0"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94"/>
            <p:cNvGrpSpPr/>
            <p:nvPr/>
          </p:nvGrpSpPr>
          <p:grpSpPr>
            <a:xfrm>
              <a:off x="4588095" y="1271646"/>
              <a:ext cx="455861" cy="2908949"/>
              <a:chOff x="4588095" y="1271646"/>
              <a:chExt cx="455861" cy="2908949"/>
            </a:xfrm>
          </p:grpSpPr>
          <p:sp>
            <p:nvSpPr>
              <p:cNvPr id="32" name="Round Same Side Corner Rectangle 31"/>
              <p:cNvSpPr/>
              <p:nvPr/>
            </p:nvSpPr>
            <p:spPr>
              <a:xfrm rot="10800000" flipV="1">
                <a:off x="4610673" y="1271646"/>
                <a:ext cx="433281" cy="149153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Pentagon 30"/>
              <p:cNvSpPr/>
              <p:nvPr/>
            </p:nvSpPr>
            <p:spPr>
              <a:xfrm rot="5400000">
                <a:off x="4255170" y="3595900"/>
                <a:ext cx="917620" cy="25177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aseline="-25000" dirty="0"/>
              </a:p>
            </p:txBody>
          </p:sp>
          <p:sp>
            <p:nvSpPr>
              <p:cNvPr id="29" name="Rectangle 44"/>
              <p:cNvSpPr/>
              <p:nvPr/>
            </p:nvSpPr>
            <p:spPr>
              <a:xfrm rot="5400000">
                <a:off x="4565859" y="2788099"/>
                <a:ext cx="503020" cy="453175"/>
              </a:xfrm>
              <a:custGeom>
                <a:avLst/>
                <a:gdLst>
                  <a:gd name="connsiteX0" fmla="*/ 0 w 2419494"/>
                  <a:gd name="connsiteY0" fmla="*/ 0 h 605633"/>
                  <a:gd name="connsiteX1" fmla="*/ 2419494 w 2419494"/>
                  <a:gd name="connsiteY1" fmla="*/ 0 h 605633"/>
                  <a:gd name="connsiteX2" fmla="*/ 2419494 w 2419494"/>
                  <a:gd name="connsiteY2" fmla="*/ 605633 h 605633"/>
                  <a:gd name="connsiteX3" fmla="*/ 0 w 2419494"/>
                  <a:gd name="connsiteY3" fmla="*/ 605633 h 605633"/>
                  <a:gd name="connsiteX4" fmla="*/ 0 w 2419494"/>
                  <a:gd name="connsiteY4" fmla="*/ 0 h 605633"/>
                  <a:gd name="connsiteX0" fmla="*/ 0 w 2727503"/>
                  <a:gd name="connsiteY0" fmla="*/ 0 h 1414156"/>
                  <a:gd name="connsiteX1" fmla="*/ 2419494 w 2727503"/>
                  <a:gd name="connsiteY1" fmla="*/ 0 h 1414156"/>
                  <a:gd name="connsiteX2" fmla="*/ 2727503 w 2727503"/>
                  <a:gd name="connsiteY2" fmla="*/ 1414156 h 1414156"/>
                  <a:gd name="connsiteX3" fmla="*/ 0 w 2727503"/>
                  <a:gd name="connsiteY3" fmla="*/ 605633 h 1414156"/>
                  <a:gd name="connsiteX4" fmla="*/ 0 w 2727503"/>
                  <a:gd name="connsiteY4" fmla="*/ 0 h 1414156"/>
                  <a:gd name="connsiteX0" fmla="*/ 0 w 2737127"/>
                  <a:gd name="connsiteY0" fmla="*/ 0 h 1414156"/>
                  <a:gd name="connsiteX1" fmla="*/ 2737127 w 2737127"/>
                  <a:gd name="connsiteY1" fmla="*/ 981777 h 1414156"/>
                  <a:gd name="connsiteX2" fmla="*/ 2727503 w 2737127"/>
                  <a:gd name="connsiteY2" fmla="*/ 1414156 h 1414156"/>
                  <a:gd name="connsiteX3" fmla="*/ 0 w 2737127"/>
                  <a:gd name="connsiteY3" fmla="*/ 605633 h 1414156"/>
                  <a:gd name="connsiteX4" fmla="*/ 0 w 2737127"/>
                  <a:gd name="connsiteY4" fmla="*/ 0 h 1414156"/>
                  <a:gd name="connsiteX0" fmla="*/ 0 w 2737127"/>
                  <a:gd name="connsiteY0" fmla="*/ 0 h 1414156"/>
                  <a:gd name="connsiteX1" fmla="*/ 2737127 w 2737127"/>
                  <a:gd name="connsiteY1" fmla="*/ 596766 h 1414156"/>
                  <a:gd name="connsiteX2" fmla="*/ 2727503 w 2737127"/>
                  <a:gd name="connsiteY2" fmla="*/ 1414156 h 1414156"/>
                  <a:gd name="connsiteX3" fmla="*/ 0 w 2737127"/>
                  <a:gd name="connsiteY3" fmla="*/ 605633 h 1414156"/>
                  <a:gd name="connsiteX4" fmla="*/ 0 w 2737127"/>
                  <a:gd name="connsiteY4" fmla="*/ 0 h 1414156"/>
                  <a:gd name="connsiteX0" fmla="*/ 0 w 2753637"/>
                  <a:gd name="connsiteY0" fmla="*/ 0 h 961768"/>
                  <a:gd name="connsiteX1" fmla="*/ 2737127 w 2753637"/>
                  <a:gd name="connsiteY1" fmla="*/ 596766 h 961768"/>
                  <a:gd name="connsiteX2" fmla="*/ 2753637 w 2753637"/>
                  <a:gd name="connsiteY2" fmla="*/ 961768 h 961768"/>
                  <a:gd name="connsiteX3" fmla="*/ 0 w 2753637"/>
                  <a:gd name="connsiteY3" fmla="*/ 605633 h 961768"/>
                  <a:gd name="connsiteX4" fmla="*/ 0 w 2753637"/>
                  <a:gd name="connsiteY4" fmla="*/ 0 h 961768"/>
                  <a:gd name="connsiteX0" fmla="*/ 0 w 2737127"/>
                  <a:gd name="connsiteY0" fmla="*/ 0 h 952243"/>
                  <a:gd name="connsiteX1" fmla="*/ 2737127 w 2737127"/>
                  <a:gd name="connsiteY1" fmla="*/ 596766 h 952243"/>
                  <a:gd name="connsiteX2" fmla="*/ 2734242 w 2737127"/>
                  <a:gd name="connsiteY2" fmla="*/ 952243 h 952243"/>
                  <a:gd name="connsiteX3" fmla="*/ 0 w 2737127"/>
                  <a:gd name="connsiteY3" fmla="*/ 605633 h 952243"/>
                  <a:gd name="connsiteX4" fmla="*/ 0 w 2737127"/>
                  <a:gd name="connsiteY4" fmla="*/ 0 h 952243"/>
                  <a:gd name="connsiteX0" fmla="*/ 0 w 2750715"/>
                  <a:gd name="connsiteY0" fmla="*/ 0 h 952243"/>
                  <a:gd name="connsiteX1" fmla="*/ 2750715 w 2750715"/>
                  <a:gd name="connsiteY1" fmla="*/ 429126 h 952243"/>
                  <a:gd name="connsiteX2" fmla="*/ 2734242 w 2750715"/>
                  <a:gd name="connsiteY2" fmla="*/ 952243 h 952243"/>
                  <a:gd name="connsiteX3" fmla="*/ 0 w 2750715"/>
                  <a:gd name="connsiteY3" fmla="*/ 605633 h 952243"/>
                  <a:gd name="connsiteX4" fmla="*/ 0 w 2750715"/>
                  <a:gd name="connsiteY4" fmla="*/ 0 h 952243"/>
                  <a:gd name="connsiteX0" fmla="*/ 0 w 2750715"/>
                  <a:gd name="connsiteY0" fmla="*/ 0 h 723643"/>
                  <a:gd name="connsiteX1" fmla="*/ 2750715 w 2750715"/>
                  <a:gd name="connsiteY1" fmla="*/ 429126 h 723643"/>
                  <a:gd name="connsiteX2" fmla="*/ 2747830 w 2750715"/>
                  <a:gd name="connsiteY2" fmla="*/ 723643 h 723643"/>
                  <a:gd name="connsiteX3" fmla="*/ 0 w 2750715"/>
                  <a:gd name="connsiteY3" fmla="*/ 605633 h 723643"/>
                  <a:gd name="connsiteX4" fmla="*/ 0 w 2750715"/>
                  <a:gd name="connsiteY4" fmla="*/ 0 h 723643"/>
                  <a:gd name="connsiteX0" fmla="*/ 0 w 2750715"/>
                  <a:gd name="connsiteY0" fmla="*/ 0 h 723643"/>
                  <a:gd name="connsiteX1" fmla="*/ 2750715 w 2750715"/>
                  <a:gd name="connsiteY1" fmla="*/ 391026 h 723643"/>
                  <a:gd name="connsiteX2" fmla="*/ 2747830 w 2750715"/>
                  <a:gd name="connsiteY2" fmla="*/ 723643 h 723643"/>
                  <a:gd name="connsiteX3" fmla="*/ 0 w 2750715"/>
                  <a:gd name="connsiteY3" fmla="*/ 605633 h 723643"/>
                  <a:gd name="connsiteX4" fmla="*/ 0 w 2750715"/>
                  <a:gd name="connsiteY4" fmla="*/ 0 h 723643"/>
                  <a:gd name="connsiteX0" fmla="*/ 0 w 2752254"/>
                  <a:gd name="connsiteY0" fmla="*/ 0 h 742693"/>
                  <a:gd name="connsiteX1" fmla="*/ 2750715 w 2752254"/>
                  <a:gd name="connsiteY1" fmla="*/ 391026 h 742693"/>
                  <a:gd name="connsiteX2" fmla="*/ 2752076 w 2752254"/>
                  <a:gd name="connsiteY2" fmla="*/ 742693 h 742693"/>
                  <a:gd name="connsiteX3" fmla="*/ 0 w 2752254"/>
                  <a:gd name="connsiteY3" fmla="*/ 605633 h 742693"/>
                  <a:gd name="connsiteX4" fmla="*/ 0 w 2752254"/>
                  <a:gd name="connsiteY4" fmla="*/ 0 h 742693"/>
                  <a:gd name="connsiteX0" fmla="*/ 0 w 2760622"/>
                  <a:gd name="connsiteY0" fmla="*/ 0 h 642680"/>
                  <a:gd name="connsiteX1" fmla="*/ 2750715 w 2760622"/>
                  <a:gd name="connsiteY1" fmla="*/ 391026 h 642680"/>
                  <a:gd name="connsiteX2" fmla="*/ 2760567 w 2760622"/>
                  <a:gd name="connsiteY2" fmla="*/ 642680 h 642680"/>
                  <a:gd name="connsiteX3" fmla="*/ 0 w 2760622"/>
                  <a:gd name="connsiteY3" fmla="*/ 605633 h 642680"/>
                  <a:gd name="connsiteX4" fmla="*/ 0 w 2760622"/>
                  <a:gd name="connsiteY4" fmla="*/ 0 h 642680"/>
                  <a:gd name="connsiteX0" fmla="*/ 0 w 2752252"/>
                  <a:gd name="connsiteY0" fmla="*/ 0 h 747455"/>
                  <a:gd name="connsiteX1" fmla="*/ 2750715 w 2752252"/>
                  <a:gd name="connsiteY1" fmla="*/ 391026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747455"/>
                  <a:gd name="connsiteX1" fmla="*/ 2750715 w 2752252"/>
                  <a:gd name="connsiteY1" fmla="*/ 282677 h 747455"/>
                  <a:gd name="connsiteX2" fmla="*/ 2752074 w 2752252"/>
                  <a:gd name="connsiteY2" fmla="*/ 747455 h 747455"/>
                  <a:gd name="connsiteX3" fmla="*/ 0 w 2752252"/>
                  <a:gd name="connsiteY3" fmla="*/ 605633 h 747455"/>
                  <a:gd name="connsiteX4" fmla="*/ 0 w 2752252"/>
                  <a:gd name="connsiteY4" fmla="*/ 0 h 747455"/>
                  <a:gd name="connsiteX0" fmla="*/ 0 w 2752252"/>
                  <a:gd name="connsiteY0" fmla="*/ 0 h 648135"/>
                  <a:gd name="connsiteX1" fmla="*/ 2750715 w 2752252"/>
                  <a:gd name="connsiteY1" fmla="*/ 282677 h 648135"/>
                  <a:gd name="connsiteX2" fmla="*/ 2752074 w 2752252"/>
                  <a:gd name="connsiteY2" fmla="*/ 648135 h 648135"/>
                  <a:gd name="connsiteX3" fmla="*/ 0 w 2752252"/>
                  <a:gd name="connsiteY3" fmla="*/ 605633 h 648135"/>
                  <a:gd name="connsiteX4" fmla="*/ 0 w 2752252"/>
                  <a:gd name="connsiteY4" fmla="*/ 0 h 648135"/>
                  <a:gd name="connsiteX0" fmla="*/ 0 w 2752252"/>
                  <a:gd name="connsiteY0" fmla="*/ 0 h 618791"/>
                  <a:gd name="connsiteX1" fmla="*/ 2750715 w 2752252"/>
                  <a:gd name="connsiteY1" fmla="*/ 282677 h 618791"/>
                  <a:gd name="connsiteX2" fmla="*/ 2752074 w 2752252"/>
                  <a:gd name="connsiteY2" fmla="*/ 618791 h 618791"/>
                  <a:gd name="connsiteX3" fmla="*/ 0 w 2752252"/>
                  <a:gd name="connsiteY3" fmla="*/ 605633 h 618791"/>
                  <a:gd name="connsiteX4" fmla="*/ 0 w 2752252"/>
                  <a:gd name="connsiteY4" fmla="*/ 0 h 618791"/>
                  <a:gd name="connsiteX0" fmla="*/ 0 w 2752252"/>
                  <a:gd name="connsiteY0" fmla="*/ 0 h 634592"/>
                  <a:gd name="connsiteX1" fmla="*/ 2750715 w 2752252"/>
                  <a:gd name="connsiteY1" fmla="*/ 282677 h 634592"/>
                  <a:gd name="connsiteX2" fmla="*/ 2752074 w 2752252"/>
                  <a:gd name="connsiteY2" fmla="*/ 634592 h 634592"/>
                  <a:gd name="connsiteX3" fmla="*/ 0 w 2752252"/>
                  <a:gd name="connsiteY3" fmla="*/ 605633 h 634592"/>
                  <a:gd name="connsiteX4" fmla="*/ 0 w 2752252"/>
                  <a:gd name="connsiteY4" fmla="*/ 0 h 634592"/>
                  <a:gd name="connsiteX0" fmla="*/ 0 w 2750715"/>
                  <a:gd name="connsiteY0" fmla="*/ 0 h 634592"/>
                  <a:gd name="connsiteX1" fmla="*/ 2750715 w 2750715"/>
                  <a:gd name="connsiteY1" fmla="*/ 282677 h 634592"/>
                  <a:gd name="connsiteX2" fmla="*/ 2747826 w 2750715"/>
                  <a:gd name="connsiteY2" fmla="*/ 634592 h 634592"/>
                  <a:gd name="connsiteX3" fmla="*/ 0 w 2750715"/>
                  <a:gd name="connsiteY3" fmla="*/ 605633 h 634592"/>
                  <a:gd name="connsiteX4" fmla="*/ 0 w 2750715"/>
                  <a:gd name="connsiteY4" fmla="*/ 0 h 634592"/>
                  <a:gd name="connsiteX0" fmla="*/ 0 w 2750715"/>
                  <a:gd name="connsiteY0" fmla="*/ 0 h 636849"/>
                  <a:gd name="connsiteX1" fmla="*/ 2750715 w 2750715"/>
                  <a:gd name="connsiteY1" fmla="*/ 282677 h 636849"/>
                  <a:gd name="connsiteX2" fmla="*/ 2743581 w 2750715"/>
                  <a:gd name="connsiteY2" fmla="*/ 636849 h 636849"/>
                  <a:gd name="connsiteX3" fmla="*/ 0 w 2750715"/>
                  <a:gd name="connsiteY3" fmla="*/ 605633 h 636849"/>
                  <a:gd name="connsiteX4" fmla="*/ 0 w 2750715"/>
                  <a:gd name="connsiteY4" fmla="*/ 0 h 636849"/>
                  <a:gd name="connsiteX0" fmla="*/ 0 w 2752252"/>
                  <a:gd name="connsiteY0" fmla="*/ 0 h 636849"/>
                  <a:gd name="connsiteX1" fmla="*/ 2750715 w 2752252"/>
                  <a:gd name="connsiteY1" fmla="*/ 282677 h 636849"/>
                  <a:gd name="connsiteX2" fmla="*/ 2752074 w 2752252"/>
                  <a:gd name="connsiteY2" fmla="*/ 636849 h 636849"/>
                  <a:gd name="connsiteX3" fmla="*/ 0 w 2752252"/>
                  <a:gd name="connsiteY3" fmla="*/ 605633 h 636849"/>
                  <a:gd name="connsiteX4" fmla="*/ 0 w 2752252"/>
                  <a:gd name="connsiteY4" fmla="*/ 0 h 636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252" h="636849">
                    <a:moveTo>
                      <a:pt x="0" y="0"/>
                    </a:moveTo>
                    <a:lnTo>
                      <a:pt x="2750715" y="282677"/>
                    </a:lnTo>
                    <a:cubicBezTo>
                      <a:pt x="2749753" y="401169"/>
                      <a:pt x="2753036" y="518357"/>
                      <a:pt x="2752074" y="636849"/>
                    </a:cubicBezTo>
                    <a:lnTo>
                      <a:pt x="0" y="605633"/>
                    </a:lnTo>
                    <a:lnTo>
                      <a:pt x="0" y="0"/>
                    </a:ln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50" name="Oval 49"/>
          <p:cNvSpPr/>
          <p:nvPr/>
        </p:nvSpPr>
        <p:spPr bwMode="auto">
          <a:xfrm>
            <a:off x="4729162" y="2296616"/>
            <a:ext cx="223838" cy="22383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1" name="Oval 50"/>
          <p:cNvSpPr/>
          <p:nvPr/>
        </p:nvSpPr>
        <p:spPr bwMode="auto">
          <a:xfrm>
            <a:off x="5145845" y="1697860"/>
            <a:ext cx="223838" cy="22383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 name="Title 6"/>
          <p:cNvSpPr>
            <a:spLocks noGrp="1"/>
          </p:cNvSpPr>
          <p:nvPr>
            <p:ph type="title"/>
          </p:nvPr>
        </p:nvSpPr>
        <p:spPr/>
        <p:txBody>
          <a:bodyPr/>
          <a:lstStyle/>
          <a:p>
            <a:r>
              <a:rPr lang="en-US"/>
              <a:t>Pen Infographic</a:t>
            </a:r>
            <a:endParaRPr lang="en-US" dirty="0"/>
          </a:p>
        </p:txBody>
      </p:sp>
      <p:sp>
        <p:nvSpPr>
          <p:cNvPr id="8" name="Text Placeholder 7"/>
          <p:cNvSpPr>
            <a:spLocks noGrp="1"/>
          </p:cNvSpPr>
          <p:nvPr>
            <p:ph type="body" sz="half" idx="2"/>
          </p:nvPr>
        </p:nvSpPr>
        <p:spPr/>
        <p:txBody>
          <a:bodyPr/>
          <a:lstStyle/>
          <a:p>
            <a:r>
              <a:rPr lang="en-US"/>
              <a:t>Pen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256</a:t>
            </a:fld>
            <a:endParaRPr lang="en-US" dirty="0"/>
          </a:p>
        </p:txBody>
      </p:sp>
      <p:cxnSp>
        <p:nvCxnSpPr>
          <p:cNvPr id="42" name="Straight Connector 41"/>
          <p:cNvCxnSpPr/>
          <p:nvPr/>
        </p:nvCxnSpPr>
        <p:spPr>
          <a:xfrm>
            <a:off x="5257764" y="1808871"/>
            <a:ext cx="1219236" cy="908"/>
          </a:xfrm>
          <a:prstGeom prst="line">
            <a:avLst/>
          </a:prstGeom>
          <a:ln w="12700">
            <a:solidFill>
              <a:schemeClr val="tx1">
                <a:lumMod val="75000"/>
                <a:lumOff val="2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4839865" y="2407132"/>
            <a:ext cx="1256135" cy="2807"/>
          </a:xfrm>
          <a:prstGeom prst="line">
            <a:avLst/>
          </a:prstGeom>
          <a:ln w="12700">
            <a:solidFill>
              <a:schemeClr val="tx1">
                <a:lumMod val="75000"/>
                <a:lumOff val="2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8" name="Oval 47"/>
          <p:cNvSpPr/>
          <p:nvPr/>
        </p:nvSpPr>
        <p:spPr bwMode="auto">
          <a:xfrm>
            <a:off x="3788567" y="1697860"/>
            <a:ext cx="223838" cy="22383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46" name="Straight Connector 45"/>
          <p:cNvCxnSpPr/>
          <p:nvPr/>
        </p:nvCxnSpPr>
        <p:spPr>
          <a:xfrm>
            <a:off x="2671724" y="1808871"/>
            <a:ext cx="1219236" cy="908"/>
          </a:xfrm>
          <a:prstGeom prst="line">
            <a:avLst/>
          </a:prstGeom>
          <a:ln w="12700">
            <a:solidFill>
              <a:schemeClr val="tx1">
                <a:lumMod val="75000"/>
                <a:lumOff val="2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9" name="Oval 48"/>
          <p:cNvSpPr/>
          <p:nvPr/>
        </p:nvSpPr>
        <p:spPr bwMode="auto">
          <a:xfrm>
            <a:off x="4229351" y="2296616"/>
            <a:ext cx="223838" cy="22383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47" name="Straight Connector 46"/>
          <p:cNvCxnSpPr/>
          <p:nvPr/>
        </p:nvCxnSpPr>
        <p:spPr>
          <a:xfrm>
            <a:off x="3162301" y="2407741"/>
            <a:ext cx="1178969" cy="1588"/>
          </a:xfrm>
          <a:prstGeom prst="line">
            <a:avLst/>
          </a:prstGeom>
          <a:ln w="12700">
            <a:solidFill>
              <a:schemeClr val="tx1">
                <a:lumMod val="75000"/>
                <a:lumOff val="2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0" name="Group 25"/>
          <p:cNvGrpSpPr/>
          <p:nvPr/>
        </p:nvGrpSpPr>
        <p:grpSpPr>
          <a:xfrm>
            <a:off x="762000" y="1520690"/>
            <a:ext cx="1808051" cy="486597"/>
            <a:chOff x="284784" y="1593667"/>
            <a:chExt cx="1888159" cy="486597"/>
          </a:xfrm>
        </p:grpSpPr>
        <p:sp>
          <p:nvSpPr>
            <p:cNvPr id="53" name="Text Placeholder 3"/>
            <p:cNvSpPr txBox="1">
              <a:spLocks/>
            </p:cNvSpPr>
            <p:nvPr/>
          </p:nvSpPr>
          <p:spPr>
            <a:xfrm>
              <a:off x="1212050"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4"/>
                </a:solidFill>
                <a:effectLst/>
                <a:uLnTx/>
                <a:uFillTx/>
                <a:latin typeface="+mn-lt"/>
                <a:ea typeface="+mn-ea"/>
                <a:cs typeface="+mn-cs"/>
              </a:endParaRPr>
            </a:p>
          </p:txBody>
        </p:sp>
        <p:sp>
          <p:nvSpPr>
            <p:cNvPr id="54" name="Text Placeholder 3"/>
            <p:cNvSpPr txBox="1">
              <a:spLocks/>
            </p:cNvSpPr>
            <p:nvPr/>
          </p:nvSpPr>
          <p:spPr>
            <a:xfrm>
              <a:off x="284784" y="1772487"/>
              <a:ext cx="1888159"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a:t>
              </a:r>
            </a:p>
          </p:txBody>
        </p:sp>
      </p:grpSp>
      <p:sp>
        <p:nvSpPr>
          <p:cNvPr id="55" name="Freeform 72"/>
          <p:cNvSpPr>
            <a:spLocks noEditPoints="1"/>
          </p:cNvSpPr>
          <p:nvPr/>
        </p:nvSpPr>
        <p:spPr bwMode="auto">
          <a:xfrm>
            <a:off x="2111399" y="1013610"/>
            <a:ext cx="458652" cy="458652"/>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5" name="Freeform 50"/>
          <p:cNvSpPr>
            <a:spLocks noEditPoints="1"/>
          </p:cNvSpPr>
          <p:nvPr/>
        </p:nvSpPr>
        <p:spPr bwMode="auto">
          <a:xfrm>
            <a:off x="6229350" y="2694264"/>
            <a:ext cx="460670" cy="440466"/>
          </a:xfrm>
          <a:custGeom>
            <a:avLst/>
            <a:gdLst/>
            <a:ahLst/>
            <a:cxnLst>
              <a:cxn ang="0">
                <a:pos x="122" y="44"/>
              </a:cxn>
              <a:cxn ang="0">
                <a:pos x="115" y="38"/>
              </a:cxn>
              <a:cxn ang="0">
                <a:pos x="83" y="33"/>
              </a:cxn>
              <a:cxn ang="0">
                <a:pos x="70" y="5"/>
              </a:cxn>
              <a:cxn ang="0">
                <a:pos x="62" y="0"/>
              </a:cxn>
              <a:cxn ang="0">
                <a:pos x="54" y="5"/>
              </a:cxn>
              <a:cxn ang="0">
                <a:pos x="40" y="33"/>
              </a:cxn>
              <a:cxn ang="0">
                <a:pos x="8" y="38"/>
              </a:cxn>
              <a:cxn ang="0">
                <a:pos x="1" y="44"/>
              </a:cxn>
              <a:cxn ang="0">
                <a:pos x="3" y="53"/>
              </a:cxn>
              <a:cxn ang="0">
                <a:pos x="26" y="76"/>
              </a:cxn>
              <a:cxn ang="0">
                <a:pos x="21" y="108"/>
              </a:cxn>
              <a:cxn ang="0">
                <a:pos x="24" y="117"/>
              </a:cxn>
              <a:cxn ang="0">
                <a:pos x="29" y="118"/>
              </a:cxn>
              <a:cxn ang="0">
                <a:pos x="34" y="117"/>
              </a:cxn>
              <a:cxn ang="0">
                <a:pos x="62" y="102"/>
              </a:cxn>
              <a:cxn ang="0">
                <a:pos x="89" y="117"/>
              </a:cxn>
              <a:cxn ang="0">
                <a:pos x="94" y="118"/>
              </a:cxn>
              <a:cxn ang="0">
                <a:pos x="99" y="117"/>
              </a:cxn>
              <a:cxn ang="0">
                <a:pos x="102" y="108"/>
              </a:cxn>
              <a:cxn ang="0">
                <a:pos x="97" y="76"/>
              </a:cxn>
              <a:cxn ang="0">
                <a:pos x="120" y="53"/>
              </a:cxn>
              <a:cxn ang="0">
                <a:pos x="122" y="44"/>
              </a:cxn>
              <a:cxn ang="0">
                <a:pos x="91" y="70"/>
              </a:cxn>
              <a:cxn ang="0">
                <a:pos x="88" y="77"/>
              </a:cxn>
              <a:cxn ang="0">
                <a:pos x="94" y="110"/>
              </a:cxn>
              <a:cxn ang="0">
                <a:pos x="66" y="95"/>
              </a:cxn>
              <a:cxn ang="0">
                <a:pos x="62" y="94"/>
              </a:cxn>
              <a:cxn ang="0">
                <a:pos x="57" y="95"/>
              </a:cxn>
              <a:cxn ang="0">
                <a:pos x="29" y="110"/>
              </a:cxn>
              <a:cxn ang="0">
                <a:pos x="35" y="77"/>
              </a:cxn>
              <a:cxn ang="0">
                <a:pos x="32" y="70"/>
              </a:cxn>
              <a:cxn ang="0">
                <a:pos x="9" y="47"/>
              </a:cxn>
              <a:cxn ang="0">
                <a:pos x="41" y="42"/>
              </a:cxn>
              <a:cxn ang="0">
                <a:pos x="48" y="37"/>
              </a:cxn>
              <a:cxn ang="0">
                <a:pos x="62" y="8"/>
              </a:cxn>
              <a:cxn ang="0">
                <a:pos x="75" y="37"/>
              </a:cxn>
              <a:cxn ang="0">
                <a:pos x="82" y="42"/>
              </a:cxn>
              <a:cxn ang="0">
                <a:pos x="114" y="47"/>
              </a:cxn>
              <a:cxn ang="0">
                <a:pos x="91" y="70"/>
              </a:cxn>
              <a:cxn ang="0">
                <a:pos x="91" y="70"/>
              </a:cxn>
              <a:cxn ang="0">
                <a:pos x="91" y="70"/>
              </a:cxn>
            </a:cxnLst>
            <a:rect l="0" t="0" r="r" b="b"/>
            <a:pathLst>
              <a:path w="124" h="118">
                <a:moveTo>
                  <a:pt x="122" y="44"/>
                </a:moveTo>
                <a:cubicBezTo>
                  <a:pt x="121" y="41"/>
                  <a:pt x="119" y="39"/>
                  <a:pt x="115" y="38"/>
                </a:cubicBezTo>
                <a:cubicBezTo>
                  <a:pt x="83" y="33"/>
                  <a:pt x="83" y="33"/>
                  <a:pt x="83" y="33"/>
                </a:cubicBezTo>
                <a:cubicBezTo>
                  <a:pt x="70" y="5"/>
                  <a:pt x="70" y="5"/>
                  <a:pt x="70" y="5"/>
                </a:cubicBezTo>
                <a:cubicBezTo>
                  <a:pt x="68" y="1"/>
                  <a:pt x="65" y="0"/>
                  <a:pt x="62" y="0"/>
                </a:cubicBezTo>
                <a:cubicBezTo>
                  <a:pt x="58" y="0"/>
                  <a:pt x="55" y="1"/>
                  <a:pt x="54" y="5"/>
                </a:cubicBezTo>
                <a:cubicBezTo>
                  <a:pt x="40" y="33"/>
                  <a:pt x="40" y="33"/>
                  <a:pt x="40" y="33"/>
                </a:cubicBezTo>
                <a:cubicBezTo>
                  <a:pt x="8" y="38"/>
                  <a:pt x="8" y="38"/>
                  <a:pt x="8" y="38"/>
                </a:cubicBezTo>
                <a:cubicBezTo>
                  <a:pt x="4" y="39"/>
                  <a:pt x="2" y="41"/>
                  <a:pt x="1" y="44"/>
                </a:cubicBezTo>
                <a:cubicBezTo>
                  <a:pt x="0" y="47"/>
                  <a:pt x="0" y="50"/>
                  <a:pt x="3" y="53"/>
                </a:cubicBezTo>
                <a:cubicBezTo>
                  <a:pt x="26" y="76"/>
                  <a:pt x="26" y="76"/>
                  <a:pt x="26" y="76"/>
                </a:cubicBezTo>
                <a:cubicBezTo>
                  <a:pt x="21" y="108"/>
                  <a:pt x="21" y="108"/>
                  <a:pt x="21" y="108"/>
                </a:cubicBezTo>
                <a:cubicBezTo>
                  <a:pt x="20" y="112"/>
                  <a:pt x="22" y="115"/>
                  <a:pt x="24" y="117"/>
                </a:cubicBezTo>
                <a:cubicBezTo>
                  <a:pt x="26" y="118"/>
                  <a:pt x="28" y="118"/>
                  <a:pt x="29" y="118"/>
                </a:cubicBezTo>
                <a:cubicBezTo>
                  <a:pt x="31" y="118"/>
                  <a:pt x="32" y="118"/>
                  <a:pt x="34" y="117"/>
                </a:cubicBezTo>
                <a:cubicBezTo>
                  <a:pt x="62" y="102"/>
                  <a:pt x="62" y="102"/>
                  <a:pt x="62" y="102"/>
                </a:cubicBezTo>
                <a:cubicBezTo>
                  <a:pt x="89" y="117"/>
                  <a:pt x="89" y="117"/>
                  <a:pt x="89" y="117"/>
                </a:cubicBezTo>
                <a:cubicBezTo>
                  <a:pt x="91" y="118"/>
                  <a:pt x="92" y="118"/>
                  <a:pt x="94" y="118"/>
                </a:cubicBezTo>
                <a:cubicBezTo>
                  <a:pt x="96" y="118"/>
                  <a:pt x="97" y="118"/>
                  <a:pt x="99" y="117"/>
                </a:cubicBezTo>
                <a:cubicBezTo>
                  <a:pt x="102" y="115"/>
                  <a:pt x="103" y="112"/>
                  <a:pt x="102" y="108"/>
                </a:cubicBezTo>
                <a:cubicBezTo>
                  <a:pt x="97" y="76"/>
                  <a:pt x="97" y="76"/>
                  <a:pt x="97" y="76"/>
                </a:cubicBezTo>
                <a:cubicBezTo>
                  <a:pt x="120" y="53"/>
                  <a:pt x="120" y="53"/>
                  <a:pt x="120" y="53"/>
                </a:cubicBezTo>
                <a:cubicBezTo>
                  <a:pt x="123" y="50"/>
                  <a:pt x="124" y="47"/>
                  <a:pt x="122" y="44"/>
                </a:cubicBezTo>
                <a:close/>
                <a:moveTo>
                  <a:pt x="91" y="70"/>
                </a:moveTo>
                <a:cubicBezTo>
                  <a:pt x="89" y="72"/>
                  <a:pt x="88" y="75"/>
                  <a:pt x="88" y="77"/>
                </a:cubicBezTo>
                <a:cubicBezTo>
                  <a:pt x="94" y="110"/>
                  <a:pt x="94" y="110"/>
                  <a:pt x="94" y="110"/>
                </a:cubicBezTo>
                <a:cubicBezTo>
                  <a:pt x="66" y="95"/>
                  <a:pt x="66" y="95"/>
                  <a:pt x="66" y="95"/>
                </a:cubicBezTo>
                <a:cubicBezTo>
                  <a:pt x="65" y="94"/>
                  <a:pt x="63" y="94"/>
                  <a:pt x="62" y="94"/>
                </a:cubicBezTo>
                <a:cubicBezTo>
                  <a:pt x="60" y="94"/>
                  <a:pt x="59" y="94"/>
                  <a:pt x="57" y="95"/>
                </a:cubicBezTo>
                <a:cubicBezTo>
                  <a:pt x="29" y="110"/>
                  <a:pt x="29" y="110"/>
                  <a:pt x="29" y="110"/>
                </a:cubicBezTo>
                <a:cubicBezTo>
                  <a:pt x="35" y="77"/>
                  <a:pt x="35" y="77"/>
                  <a:pt x="35" y="77"/>
                </a:cubicBezTo>
                <a:cubicBezTo>
                  <a:pt x="35" y="75"/>
                  <a:pt x="34" y="72"/>
                  <a:pt x="32" y="70"/>
                </a:cubicBezTo>
                <a:cubicBezTo>
                  <a:pt x="9" y="47"/>
                  <a:pt x="9" y="47"/>
                  <a:pt x="9" y="47"/>
                </a:cubicBezTo>
                <a:cubicBezTo>
                  <a:pt x="41" y="42"/>
                  <a:pt x="41" y="42"/>
                  <a:pt x="41" y="42"/>
                </a:cubicBezTo>
                <a:cubicBezTo>
                  <a:pt x="44" y="41"/>
                  <a:pt x="46" y="40"/>
                  <a:pt x="48" y="37"/>
                </a:cubicBezTo>
                <a:cubicBezTo>
                  <a:pt x="62" y="8"/>
                  <a:pt x="62" y="8"/>
                  <a:pt x="62" y="8"/>
                </a:cubicBezTo>
                <a:cubicBezTo>
                  <a:pt x="75" y="37"/>
                  <a:pt x="75" y="37"/>
                  <a:pt x="75" y="37"/>
                </a:cubicBezTo>
                <a:cubicBezTo>
                  <a:pt x="77" y="40"/>
                  <a:pt x="79" y="41"/>
                  <a:pt x="82" y="42"/>
                </a:cubicBezTo>
                <a:cubicBezTo>
                  <a:pt x="114" y="47"/>
                  <a:pt x="114" y="47"/>
                  <a:pt x="114" y="47"/>
                </a:cubicBezTo>
                <a:lnTo>
                  <a:pt x="91" y="70"/>
                </a:lnTo>
                <a:close/>
                <a:moveTo>
                  <a:pt x="91" y="70"/>
                </a:moveTo>
                <a:cubicBezTo>
                  <a:pt x="91" y="70"/>
                  <a:pt x="91" y="70"/>
                  <a:pt x="91" y="70"/>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11" name="Group 65"/>
          <p:cNvGrpSpPr/>
          <p:nvPr/>
        </p:nvGrpSpPr>
        <p:grpSpPr>
          <a:xfrm>
            <a:off x="6573949" y="1013610"/>
            <a:ext cx="458652" cy="458652"/>
            <a:chOff x="8780463" y="1906588"/>
            <a:chExt cx="360363" cy="360363"/>
          </a:xfrm>
          <a:solidFill>
            <a:schemeClr val="accent1"/>
          </a:solidFill>
        </p:grpSpPr>
        <p:sp>
          <p:nvSpPr>
            <p:cNvPr id="67"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8"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9"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0"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1"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2"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73" name="Freeform 144"/>
          <p:cNvSpPr>
            <a:spLocks noEditPoints="1"/>
          </p:cNvSpPr>
          <p:nvPr/>
        </p:nvSpPr>
        <p:spPr bwMode="auto">
          <a:xfrm>
            <a:off x="2579248" y="2685171"/>
            <a:ext cx="468752" cy="458652"/>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12" name="Group 25"/>
          <p:cNvGrpSpPr/>
          <p:nvPr/>
        </p:nvGrpSpPr>
        <p:grpSpPr>
          <a:xfrm>
            <a:off x="1239949" y="2165237"/>
            <a:ext cx="1808051" cy="486597"/>
            <a:chOff x="284784" y="1593667"/>
            <a:chExt cx="1888159" cy="486597"/>
          </a:xfrm>
        </p:grpSpPr>
        <p:sp>
          <p:nvSpPr>
            <p:cNvPr id="79" name="Text Placeholder 3"/>
            <p:cNvSpPr txBox="1">
              <a:spLocks/>
            </p:cNvSpPr>
            <p:nvPr/>
          </p:nvSpPr>
          <p:spPr>
            <a:xfrm>
              <a:off x="1212050"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80" name="Text Placeholder 3"/>
            <p:cNvSpPr txBox="1">
              <a:spLocks/>
            </p:cNvSpPr>
            <p:nvPr/>
          </p:nvSpPr>
          <p:spPr>
            <a:xfrm>
              <a:off x="284784" y="1772487"/>
              <a:ext cx="1888159"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a:t>
              </a:r>
            </a:p>
          </p:txBody>
        </p:sp>
      </p:grpSp>
      <p:grpSp>
        <p:nvGrpSpPr>
          <p:cNvPr id="13" name="Group 25"/>
          <p:cNvGrpSpPr/>
          <p:nvPr/>
        </p:nvGrpSpPr>
        <p:grpSpPr>
          <a:xfrm>
            <a:off x="6573949" y="1520690"/>
            <a:ext cx="1808051" cy="486597"/>
            <a:chOff x="284784" y="1593667"/>
            <a:chExt cx="1888159" cy="486597"/>
          </a:xfrm>
        </p:grpSpPr>
        <p:sp>
          <p:nvSpPr>
            <p:cNvPr id="84" name="Text Placeholder 3"/>
            <p:cNvSpPr txBox="1">
              <a:spLocks/>
            </p:cNvSpPr>
            <p:nvPr/>
          </p:nvSpPr>
          <p:spPr>
            <a:xfrm>
              <a:off x="28478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1"/>
                </a:solidFill>
                <a:effectLst/>
                <a:uLnTx/>
                <a:uFillTx/>
                <a:latin typeface="+mn-lt"/>
                <a:ea typeface="+mn-ea"/>
                <a:cs typeface="+mn-cs"/>
              </a:endParaRPr>
            </a:p>
          </p:txBody>
        </p:sp>
        <p:sp>
          <p:nvSpPr>
            <p:cNvPr id="85" name="Text Placeholder 3"/>
            <p:cNvSpPr txBox="1">
              <a:spLocks/>
            </p:cNvSpPr>
            <p:nvPr/>
          </p:nvSpPr>
          <p:spPr>
            <a:xfrm>
              <a:off x="284784" y="1772487"/>
              <a:ext cx="1888159"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a:t>
              </a:r>
            </a:p>
          </p:txBody>
        </p:sp>
      </p:grpSp>
      <p:grpSp>
        <p:nvGrpSpPr>
          <p:cNvPr id="14" name="Group 25"/>
          <p:cNvGrpSpPr/>
          <p:nvPr/>
        </p:nvGrpSpPr>
        <p:grpSpPr>
          <a:xfrm>
            <a:off x="6229350" y="2165237"/>
            <a:ext cx="1808051" cy="486597"/>
            <a:chOff x="284784" y="1593667"/>
            <a:chExt cx="1888159" cy="486597"/>
          </a:xfrm>
        </p:grpSpPr>
        <p:sp>
          <p:nvSpPr>
            <p:cNvPr id="87" name="Text Placeholder 3"/>
            <p:cNvSpPr txBox="1">
              <a:spLocks/>
            </p:cNvSpPr>
            <p:nvPr/>
          </p:nvSpPr>
          <p:spPr>
            <a:xfrm>
              <a:off x="284784" y="1593667"/>
              <a:ext cx="960893"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endParaRPr kumimoji="0" lang="en-US" sz="1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88" name="Text Placeholder 3"/>
            <p:cNvSpPr txBox="1">
              <a:spLocks/>
            </p:cNvSpPr>
            <p:nvPr/>
          </p:nvSpPr>
          <p:spPr>
            <a:xfrm>
              <a:off x="284784" y="1772487"/>
              <a:ext cx="1888159"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a:t>
              </a:r>
            </a:p>
          </p:txBody>
        </p:sp>
      </p:grpSp>
      <p:sp>
        <p:nvSpPr>
          <p:cNvPr id="89" name="Text Placeholder 3"/>
          <p:cNvSpPr txBox="1">
            <a:spLocks/>
          </p:cNvSpPr>
          <p:nvPr/>
        </p:nvSpPr>
        <p:spPr>
          <a:xfrm>
            <a:off x="1043848" y="3748965"/>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90" name="Freeform 45"/>
          <p:cNvSpPr>
            <a:spLocks noEditPoints="1"/>
          </p:cNvSpPr>
          <p:nvPr/>
        </p:nvSpPr>
        <p:spPr bwMode="auto">
          <a:xfrm>
            <a:off x="647700" y="384739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Text Placeholder 3"/>
          <p:cNvSpPr txBox="1">
            <a:spLocks/>
          </p:cNvSpPr>
          <p:nvPr/>
        </p:nvSpPr>
        <p:spPr>
          <a:xfrm>
            <a:off x="5447755" y="3748965"/>
            <a:ext cx="2651852" cy="50783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100" dirty="0">
                <a:solidFill>
                  <a:schemeClr val="tx1">
                    <a:lumMod val="75000"/>
                    <a:lumOff val="25000"/>
                  </a:schemeClr>
                </a:solidFill>
                <a:cs typeface="+mj-cs"/>
              </a:rPr>
              <a:t>There are many variations of passages but the majority have  suffered alteration in some form by injected </a:t>
            </a:r>
            <a:r>
              <a:rPr lang="en-US" sz="1100" dirty="0">
                <a:solidFill>
                  <a:schemeClr val="tx1">
                    <a:lumMod val="75000"/>
                    <a:lumOff val="25000"/>
                  </a:schemeClr>
                </a:solidFill>
              </a:rPr>
              <a:t> are many variations of </a:t>
            </a:r>
            <a:r>
              <a:rPr lang="en-US" sz="1100" dirty="0">
                <a:solidFill>
                  <a:schemeClr val="tx1">
                    <a:lumMod val="75000"/>
                    <a:lumOff val="25000"/>
                  </a:schemeClr>
                </a:solidFill>
                <a:cs typeface="+mj-cs"/>
              </a:rPr>
              <a:t>.</a:t>
            </a:r>
          </a:p>
        </p:txBody>
      </p:sp>
      <p:sp>
        <p:nvSpPr>
          <p:cNvPr id="92" name="Freeform 45"/>
          <p:cNvSpPr>
            <a:spLocks noEditPoints="1"/>
          </p:cNvSpPr>
          <p:nvPr/>
        </p:nvSpPr>
        <p:spPr bwMode="auto">
          <a:xfrm>
            <a:off x="8185332" y="384739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000"/>
                                        <p:tgtEl>
                                          <p:spTgt spid="2"/>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p:cTn id="11" dur="500" fill="hold"/>
                                        <p:tgtEl>
                                          <p:spTgt spid="48"/>
                                        </p:tgtEl>
                                        <p:attrNameLst>
                                          <p:attrName>ppt_w</p:attrName>
                                        </p:attrNameLst>
                                      </p:cBhvr>
                                      <p:tavLst>
                                        <p:tav tm="0">
                                          <p:val>
                                            <p:fltVal val="0"/>
                                          </p:val>
                                        </p:tav>
                                        <p:tav tm="100000">
                                          <p:val>
                                            <p:strVal val="#ppt_w"/>
                                          </p:val>
                                        </p:tav>
                                      </p:tavLst>
                                    </p:anim>
                                    <p:anim calcmode="lin" valueType="num">
                                      <p:cBhvr>
                                        <p:cTn id="12" dur="500" fill="hold"/>
                                        <p:tgtEl>
                                          <p:spTgt spid="48"/>
                                        </p:tgtEl>
                                        <p:attrNameLst>
                                          <p:attrName>ppt_h</p:attrName>
                                        </p:attrNameLst>
                                      </p:cBhvr>
                                      <p:tavLst>
                                        <p:tav tm="0">
                                          <p:val>
                                            <p:fltVal val="0"/>
                                          </p:val>
                                        </p:tav>
                                        <p:tav tm="100000">
                                          <p:val>
                                            <p:strVal val="#ppt_h"/>
                                          </p:val>
                                        </p:tav>
                                      </p:tavLst>
                                    </p:anim>
                                    <p:animEffect transition="in" filter="fade">
                                      <p:cBhvr>
                                        <p:cTn id="13" dur="500"/>
                                        <p:tgtEl>
                                          <p:spTgt spid="48"/>
                                        </p:tgtEl>
                                      </p:cBhvr>
                                    </p:animEffect>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wipe(right)">
                                      <p:cBhvr>
                                        <p:cTn id="17" dur="500"/>
                                        <p:tgtEl>
                                          <p:spTgt spid="46"/>
                                        </p:tgtEl>
                                      </p:cBhvr>
                                    </p:animEffect>
                                  </p:childTnLst>
                                </p:cTn>
                              </p:par>
                            </p:childTnLst>
                          </p:cTn>
                        </p:par>
                        <p:par>
                          <p:cTn id="18" fill="hold">
                            <p:stCondLst>
                              <p:cond delay="2000"/>
                            </p:stCondLst>
                            <p:childTnLst>
                              <p:par>
                                <p:cTn id="19" presetID="53" presetClass="entr" presetSubtype="0" fill="hold" grpId="0" nodeType="afterEffect">
                                  <p:stCondLst>
                                    <p:cond delay="0"/>
                                  </p:stCondLst>
                                  <p:childTnLst>
                                    <p:set>
                                      <p:cBhvr>
                                        <p:cTn id="20" dur="1" fill="hold">
                                          <p:stCondLst>
                                            <p:cond delay="0"/>
                                          </p:stCondLst>
                                        </p:cTn>
                                        <p:tgtEl>
                                          <p:spTgt spid="55"/>
                                        </p:tgtEl>
                                        <p:attrNameLst>
                                          <p:attrName>style.visibility</p:attrName>
                                        </p:attrNameLst>
                                      </p:cBhvr>
                                      <p:to>
                                        <p:strVal val="visible"/>
                                      </p:to>
                                    </p:set>
                                    <p:anim calcmode="lin" valueType="num">
                                      <p:cBhvr>
                                        <p:cTn id="21" dur="500" fill="hold"/>
                                        <p:tgtEl>
                                          <p:spTgt spid="55"/>
                                        </p:tgtEl>
                                        <p:attrNameLst>
                                          <p:attrName>ppt_w</p:attrName>
                                        </p:attrNameLst>
                                      </p:cBhvr>
                                      <p:tavLst>
                                        <p:tav tm="0">
                                          <p:val>
                                            <p:fltVal val="0"/>
                                          </p:val>
                                        </p:tav>
                                        <p:tav tm="100000">
                                          <p:val>
                                            <p:strVal val="#ppt_w"/>
                                          </p:val>
                                        </p:tav>
                                      </p:tavLst>
                                    </p:anim>
                                    <p:anim calcmode="lin" valueType="num">
                                      <p:cBhvr>
                                        <p:cTn id="22" dur="500" fill="hold"/>
                                        <p:tgtEl>
                                          <p:spTgt spid="55"/>
                                        </p:tgtEl>
                                        <p:attrNameLst>
                                          <p:attrName>ppt_h</p:attrName>
                                        </p:attrNameLst>
                                      </p:cBhvr>
                                      <p:tavLst>
                                        <p:tav tm="0">
                                          <p:val>
                                            <p:fltVal val="0"/>
                                          </p:val>
                                        </p:tav>
                                        <p:tav tm="100000">
                                          <p:val>
                                            <p:strVal val="#ppt_h"/>
                                          </p:val>
                                        </p:tav>
                                      </p:tavLst>
                                    </p:anim>
                                    <p:animEffect transition="in" filter="fade">
                                      <p:cBhvr>
                                        <p:cTn id="23" dur="500"/>
                                        <p:tgtEl>
                                          <p:spTgt spid="55"/>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par>
                          <p:cTn id="28" fill="hold">
                            <p:stCondLst>
                              <p:cond delay="3000"/>
                            </p:stCondLst>
                            <p:childTnLst>
                              <p:par>
                                <p:cTn id="29" presetID="53" presetClass="entr" presetSubtype="0" fill="hold" grpId="0" nodeType="afterEffect">
                                  <p:stCondLst>
                                    <p:cond delay="0"/>
                                  </p:stCondLst>
                                  <p:childTnLst>
                                    <p:set>
                                      <p:cBhvr>
                                        <p:cTn id="30" dur="1" fill="hold">
                                          <p:stCondLst>
                                            <p:cond delay="0"/>
                                          </p:stCondLst>
                                        </p:cTn>
                                        <p:tgtEl>
                                          <p:spTgt spid="49"/>
                                        </p:tgtEl>
                                        <p:attrNameLst>
                                          <p:attrName>style.visibility</p:attrName>
                                        </p:attrNameLst>
                                      </p:cBhvr>
                                      <p:to>
                                        <p:strVal val="visible"/>
                                      </p:to>
                                    </p:set>
                                    <p:anim calcmode="lin" valueType="num">
                                      <p:cBhvr>
                                        <p:cTn id="31" dur="500" fill="hold"/>
                                        <p:tgtEl>
                                          <p:spTgt spid="49"/>
                                        </p:tgtEl>
                                        <p:attrNameLst>
                                          <p:attrName>ppt_w</p:attrName>
                                        </p:attrNameLst>
                                      </p:cBhvr>
                                      <p:tavLst>
                                        <p:tav tm="0">
                                          <p:val>
                                            <p:fltVal val="0"/>
                                          </p:val>
                                        </p:tav>
                                        <p:tav tm="100000">
                                          <p:val>
                                            <p:strVal val="#ppt_w"/>
                                          </p:val>
                                        </p:tav>
                                      </p:tavLst>
                                    </p:anim>
                                    <p:anim calcmode="lin" valueType="num">
                                      <p:cBhvr>
                                        <p:cTn id="32" dur="500" fill="hold"/>
                                        <p:tgtEl>
                                          <p:spTgt spid="49"/>
                                        </p:tgtEl>
                                        <p:attrNameLst>
                                          <p:attrName>ppt_h</p:attrName>
                                        </p:attrNameLst>
                                      </p:cBhvr>
                                      <p:tavLst>
                                        <p:tav tm="0">
                                          <p:val>
                                            <p:fltVal val="0"/>
                                          </p:val>
                                        </p:tav>
                                        <p:tav tm="100000">
                                          <p:val>
                                            <p:strVal val="#ppt_h"/>
                                          </p:val>
                                        </p:tav>
                                      </p:tavLst>
                                    </p:anim>
                                    <p:animEffect transition="in" filter="fade">
                                      <p:cBhvr>
                                        <p:cTn id="33" dur="500"/>
                                        <p:tgtEl>
                                          <p:spTgt spid="49"/>
                                        </p:tgtEl>
                                      </p:cBhvr>
                                    </p:animEffect>
                                  </p:childTnLst>
                                </p:cTn>
                              </p:par>
                            </p:childTnLst>
                          </p:cTn>
                        </p:par>
                        <p:par>
                          <p:cTn id="34" fill="hold">
                            <p:stCondLst>
                              <p:cond delay="3500"/>
                            </p:stCondLst>
                            <p:childTnLst>
                              <p:par>
                                <p:cTn id="35" presetID="22" presetClass="entr" presetSubtype="2" fill="hold" nodeType="after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wipe(right)">
                                      <p:cBhvr>
                                        <p:cTn id="37" dur="500"/>
                                        <p:tgtEl>
                                          <p:spTgt spid="47"/>
                                        </p:tgtEl>
                                      </p:cBhvr>
                                    </p:animEffect>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73"/>
                                        </p:tgtEl>
                                        <p:attrNameLst>
                                          <p:attrName>style.visibility</p:attrName>
                                        </p:attrNameLst>
                                      </p:cBhvr>
                                      <p:to>
                                        <p:strVal val="visible"/>
                                      </p:to>
                                    </p:set>
                                    <p:anim calcmode="lin" valueType="num">
                                      <p:cBhvr>
                                        <p:cTn id="41" dur="500" fill="hold"/>
                                        <p:tgtEl>
                                          <p:spTgt spid="73"/>
                                        </p:tgtEl>
                                        <p:attrNameLst>
                                          <p:attrName>ppt_w</p:attrName>
                                        </p:attrNameLst>
                                      </p:cBhvr>
                                      <p:tavLst>
                                        <p:tav tm="0">
                                          <p:val>
                                            <p:fltVal val="0"/>
                                          </p:val>
                                        </p:tav>
                                        <p:tav tm="100000">
                                          <p:val>
                                            <p:strVal val="#ppt_w"/>
                                          </p:val>
                                        </p:tav>
                                      </p:tavLst>
                                    </p:anim>
                                    <p:anim calcmode="lin" valueType="num">
                                      <p:cBhvr>
                                        <p:cTn id="42" dur="500" fill="hold"/>
                                        <p:tgtEl>
                                          <p:spTgt spid="73"/>
                                        </p:tgtEl>
                                        <p:attrNameLst>
                                          <p:attrName>ppt_h</p:attrName>
                                        </p:attrNameLst>
                                      </p:cBhvr>
                                      <p:tavLst>
                                        <p:tav tm="0">
                                          <p:val>
                                            <p:fltVal val="0"/>
                                          </p:val>
                                        </p:tav>
                                        <p:tav tm="100000">
                                          <p:val>
                                            <p:strVal val="#ppt_h"/>
                                          </p:val>
                                        </p:tav>
                                      </p:tavLst>
                                    </p:anim>
                                    <p:animEffect transition="in" filter="fade">
                                      <p:cBhvr>
                                        <p:cTn id="43" dur="500"/>
                                        <p:tgtEl>
                                          <p:spTgt spid="73"/>
                                        </p:tgtEl>
                                      </p:cBhvr>
                                    </p:animEffect>
                                  </p:childTnLst>
                                </p:cTn>
                              </p:par>
                            </p:childTnLst>
                          </p:cTn>
                        </p:par>
                        <p:par>
                          <p:cTn id="44" fill="hold">
                            <p:stCondLst>
                              <p:cond delay="4500"/>
                            </p:stCondLst>
                            <p:childTnLst>
                              <p:par>
                                <p:cTn id="45" presetID="22" presetClass="entr" presetSubtype="2"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50"/>
                                        </p:tgtEl>
                                        <p:attrNameLst>
                                          <p:attrName>style.visibility</p:attrName>
                                        </p:attrNameLst>
                                      </p:cBhvr>
                                      <p:to>
                                        <p:strVal val="visible"/>
                                      </p:to>
                                    </p:set>
                                    <p:anim calcmode="lin" valueType="num">
                                      <p:cBhvr>
                                        <p:cTn id="51" dur="500" fill="hold"/>
                                        <p:tgtEl>
                                          <p:spTgt spid="50"/>
                                        </p:tgtEl>
                                        <p:attrNameLst>
                                          <p:attrName>ppt_w</p:attrName>
                                        </p:attrNameLst>
                                      </p:cBhvr>
                                      <p:tavLst>
                                        <p:tav tm="0">
                                          <p:val>
                                            <p:fltVal val="0"/>
                                          </p:val>
                                        </p:tav>
                                        <p:tav tm="100000">
                                          <p:val>
                                            <p:strVal val="#ppt_w"/>
                                          </p:val>
                                        </p:tav>
                                      </p:tavLst>
                                    </p:anim>
                                    <p:anim calcmode="lin" valueType="num">
                                      <p:cBhvr>
                                        <p:cTn id="52" dur="500" fill="hold"/>
                                        <p:tgtEl>
                                          <p:spTgt spid="50"/>
                                        </p:tgtEl>
                                        <p:attrNameLst>
                                          <p:attrName>ppt_h</p:attrName>
                                        </p:attrNameLst>
                                      </p:cBhvr>
                                      <p:tavLst>
                                        <p:tav tm="0">
                                          <p:val>
                                            <p:fltVal val="0"/>
                                          </p:val>
                                        </p:tav>
                                        <p:tav tm="100000">
                                          <p:val>
                                            <p:strVal val="#ppt_h"/>
                                          </p:val>
                                        </p:tav>
                                      </p:tavLst>
                                    </p:anim>
                                    <p:animEffect transition="in" filter="fade">
                                      <p:cBhvr>
                                        <p:cTn id="53" dur="500"/>
                                        <p:tgtEl>
                                          <p:spTgt spid="50"/>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43"/>
                                        </p:tgtEl>
                                        <p:attrNameLst>
                                          <p:attrName>style.visibility</p:attrName>
                                        </p:attrNameLst>
                                      </p:cBhvr>
                                      <p:to>
                                        <p:strVal val="visible"/>
                                      </p:to>
                                    </p:set>
                                    <p:animEffect transition="in" filter="wipe(left)">
                                      <p:cBhvr>
                                        <p:cTn id="57" dur="500"/>
                                        <p:tgtEl>
                                          <p:spTgt spid="43"/>
                                        </p:tgtEl>
                                      </p:cBhvr>
                                    </p:animEffect>
                                  </p:childTnLst>
                                </p:cTn>
                              </p:par>
                            </p:childTnLst>
                          </p:cTn>
                        </p:par>
                        <p:par>
                          <p:cTn id="58" fill="hold">
                            <p:stCondLst>
                              <p:cond delay="6000"/>
                            </p:stCondLst>
                            <p:childTnLst>
                              <p:par>
                                <p:cTn id="59" presetID="53" presetClass="entr" presetSubtype="0" fill="hold" grpId="0" nodeType="afterEffect">
                                  <p:stCondLst>
                                    <p:cond delay="0"/>
                                  </p:stCondLst>
                                  <p:childTnLst>
                                    <p:set>
                                      <p:cBhvr>
                                        <p:cTn id="60" dur="1" fill="hold">
                                          <p:stCondLst>
                                            <p:cond delay="0"/>
                                          </p:stCondLst>
                                        </p:cTn>
                                        <p:tgtEl>
                                          <p:spTgt spid="65"/>
                                        </p:tgtEl>
                                        <p:attrNameLst>
                                          <p:attrName>style.visibility</p:attrName>
                                        </p:attrNameLst>
                                      </p:cBhvr>
                                      <p:to>
                                        <p:strVal val="visible"/>
                                      </p:to>
                                    </p:set>
                                    <p:anim calcmode="lin" valueType="num">
                                      <p:cBhvr>
                                        <p:cTn id="61" dur="500" fill="hold"/>
                                        <p:tgtEl>
                                          <p:spTgt spid="65"/>
                                        </p:tgtEl>
                                        <p:attrNameLst>
                                          <p:attrName>ppt_w</p:attrName>
                                        </p:attrNameLst>
                                      </p:cBhvr>
                                      <p:tavLst>
                                        <p:tav tm="0">
                                          <p:val>
                                            <p:fltVal val="0"/>
                                          </p:val>
                                        </p:tav>
                                        <p:tav tm="100000">
                                          <p:val>
                                            <p:strVal val="#ppt_w"/>
                                          </p:val>
                                        </p:tav>
                                      </p:tavLst>
                                    </p:anim>
                                    <p:anim calcmode="lin" valueType="num">
                                      <p:cBhvr>
                                        <p:cTn id="62" dur="500" fill="hold"/>
                                        <p:tgtEl>
                                          <p:spTgt spid="65"/>
                                        </p:tgtEl>
                                        <p:attrNameLst>
                                          <p:attrName>ppt_h</p:attrName>
                                        </p:attrNameLst>
                                      </p:cBhvr>
                                      <p:tavLst>
                                        <p:tav tm="0">
                                          <p:val>
                                            <p:fltVal val="0"/>
                                          </p:val>
                                        </p:tav>
                                        <p:tav tm="100000">
                                          <p:val>
                                            <p:strVal val="#ppt_h"/>
                                          </p:val>
                                        </p:tav>
                                      </p:tavLst>
                                    </p:anim>
                                    <p:animEffect transition="in" filter="fade">
                                      <p:cBhvr>
                                        <p:cTn id="63" dur="500"/>
                                        <p:tgtEl>
                                          <p:spTgt spid="65"/>
                                        </p:tgtEl>
                                      </p:cBhvr>
                                    </p:animEffect>
                                  </p:childTnLst>
                                </p:cTn>
                              </p:par>
                            </p:childTnLst>
                          </p:cTn>
                        </p:par>
                        <p:par>
                          <p:cTn id="64" fill="hold">
                            <p:stCondLst>
                              <p:cond delay="6500"/>
                            </p:stCondLst>
                            <p:childTnLst>
                              <p:par>
                                <p:cTn id="65" presetID="22" presetClass="entr" presetSubtype="8" fill="hold" nodeType="after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wipe(left)">
                                      <p:cBhvr>
                                        <p:cTn id="67" dur="500"/>
                                        <p:tgtEl>
                                          <p:spTgt spid="14"/>
                                        </p:tgtEl>
                                      </p:cBhvr>
                                    </p:animEffect>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51"/>
                                        </p:tgtEl>
                                        <p:attrNameLst>
                                          <p:attrName>style.visibility</p:attrName>
                                        </p:attrNameLst>
                                      </p:cBhvr>
                                      <p:to>
                                        <p:strVal val="visible"/>
                                      </p:to>
                                    </p:set>
                                    <p:anim calcmode="lin" valueType="num">
                                      <p:cBhvr>
                                        <p:cTn id="71" dur="500" fill="hold"/>
                                        <p:tgtEl>
                                          <p:spTgt spid="51"/>
                                        </p:tgtEl>
                                        <p:attrNameLst>
                                          <p:attrName>ppt_w</p:attrName>
                                        </p:attrNameLst>
                                      </p:cBhvr>
                                      <p:tavLst>
                                        <p:tav tm="0">
                                          <p:val>
                                            <p:fltVal val="0"/>
                                          </p:val>
                                        </p:tav>
                                        <p:tav tm="100000">
                                          <p:val>
                                            <p:strVal val="#ppt_w"/>
                                          </p:val>
                                        </p:tav>
                                      </p:tavLst>
                                    </p:anim>
                                    <p:anim calcmode="lin" valueType="num">
                                      <p:cBhvr>
                                        <p:cTn id="72" dur="500" fill="hold"/>
                                        <p:tgtEl>
                                          <p:spTgt spid="51"/>
                                        </p:tgtEl>
                                        <p:attrNameLst>
                                          <p:attrName>ppt_h</p:attrName>
                                        </p:attrNameLst>
                                      </p:cBhvr>
                                      <p:tavLst>
                                        <p:tav tm="0">
                                          <p:val>
                                            <p:fltVal val="0"/>
                                          </p:val>
                                        </p:tav>
                                        <p:tav tm="100000">
                                          <p:val>
                                            <p:strVal val="#ppt_h"/>
                                          </p:val>
                                        </p:tav>
                                      </p:tavLst>
                                    </p:anim>
                                    <p:animEffect transition="in" filter="fade">
                                      <p:cBhvr>
                                        <p:cTn id="73" dur="500"/>
                                        <p:tgtEl>
                                          <p:spTgt spid="51"/>
                                        </p:tgtEl>
                                      </p:cBhvr>
                                    </p:animEffect>
                                  </p:childTnLst>
                                </p:cTn>
                              </p:par>
                            </p:childTnLst>
                          </p:cTn>
                        </p:par>
                        <p:par>
                          <p:cTn id="74" fill="hold">
                            <p:stCondLst>
                              <p:cond delay="7500"/>
                            </p:stCondLst>
                            <p:childTnLst>
                              <p:par>
                                <p:cTn id="75" presetID="22" presetClass="entr" presetSubtype="8" fill="hold" nodeType="after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wipe(left)">
                                      <p:cBhvr>
                                        <p:cTn id="77" dur="500"/>
                                        <p:tgtEl>
                                          <p:spTgt spid="42"/>
                                        </p:tgtEl>
                                      </p:cBhvr>
                                    </p:animEffect>
                                  </p:childTnLst>
                                </p:cTn>
                              </p:par>
                            </p:childTnLst>
                          </p:cTn>
                        </p:par>
                        <p:par>
                          <p:cTn id="78" fill="hold">
                            <p:stCondLst>
                              <p:cond delay="8000"/>
                            </p:stCondLst>
                            <p:childTnLst>
                              <p:par>
                                <p:cTn id="79" presetID="53" presetClass="entr" presetSubtype="0" fill="hold" nodeType="afterEffect">
                                  <p:stCondLst>
                                    <p:cond delay="0"/>
                                  </p:stCondLst>
                                  <p:childTnLst>
                                    <p:set>
                                      <p:cBhvr>
                                        <p:cTn id="80" dur="1" fill="hold">
                                          <p:stCondLst>
                                            <p:cond delay="0"/>
                                          </p:stCondLst>
                                        </p:cTn>
                                        <p:tgtEl>
                                          <p:spTgt spid="11"/>
                                        </p:tgtEl>
                                        <p:attrNameLst>
                                          <p:attrName>style.visibility</p:attrName>
                                        </p:attrNameLst>
                                      </p:cBhvr>
                                      <p:to>
                                        <p:strVal val="visible"/>
                                      </p:to>
                                    </p:set>
                                    <p:anim calcmode="lin" valueType="num">
                                      <p:cBhvr>
                                        <p:cTn id="81" dur="500" fill="hold"/>
                                        <p:tgtEl>
                                          <p:spTgt spid="11"/>
                                        </p:tgtEl>
                                        <p:attrNameLst>
                                          <p:attrName>ppt_w</p:attrName>
                                        </p:attrNameLst>
                                      </p:cBhvr>
                                      <p:tavLst>
                                        <p:tav tm="0">
                                          <p:val>
                                            <p:fltVal val="0"/>
                                          </p:val>
                                        </p:tav>
                                        <p:tav tm="100000">
                                          <p:val>
                                            <p:strVal val="#ppt_w"/>
                                          </p:val>
                                        </p:tav>
                                      </p:tavLst>
                                    </p:anim>
                                    <p:anim calcmode="lin" valueType="num">
                                      <p:cBhvr>
                                        <p:cTn id="82" dur="500" fill="hold"/>
                                        <p:tgtEl>
                                          <p:spTgt spid="11"/>
                                        </p:tgtEl>
                                        <p:attrNameLst>
                                          <p:attrName>ppt_h</p:attrName>
                                        </p:attrNameLst>
                                      </p:cBhvr>
                                      <p:tavLst>
                                        <p:tav tm="0">
                                          <p:val>
                                            <p:fltVal val="0"/>
                                          </p:val>
                                        </p:tav>
                                        <p:tav tm="100000">
                                          <p:val>
                                            <p:strVal val="#ppt_h"/>
                                          </p:val>
                                        </p:tav>
                                      </p:tavLst>
                                    </p:anim>
                                    <p:animEffect transition="in" filter="fade">
                                      <p:cBhvr>
                                        <p:cTn id="83" dur="500"/>
                                        <p:tgtEl>
                                          <p:spTgt spid="11"/>
                                        </p:tgtEl>
                                      </p:cBhvr>
                                    </p:animEffect>
                                  </p:childTnLst>
                                </p:cTn>
                              </p:par>
                            </p:childTnLst>
                          </p:cTn>
                        </p:par>
                        <p:par>
                          <p:cTn id="84" fill="hold">
                            <p:stCondLst>
                              <p:cond delay="8500"/>
                            </p:stCondLst>
                            <p:childTnLst>
                              <p:par>
                                <p:cTn id="85" presetID="22" presetClass="entr" presetSubtype="8" fill="hold" nodeType="after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wipe(left)">
                                      <p:cBhvr>
                                        <p:cTn id="87" dur="500"/>
                                        <p:tgtEl>
                                          <p:spTgt spid="13"/>
                                        </p:tgtEl>
                                      </p:cBhvr>
                                    </p:animEffect>
                                  </p:childTnLst>
                                </p:cTn>
                              </p:par>
                            </p:childTnLst>
                          </p:cTn>
                        </p:par>
                        <p:par>
                          <p:cTn id="88" fill="hold">
                            <p:stCondLst>
                              <p:cond delay="9000"/>
                            </p:stCondLst>
                            <p:childTnLst>
                              <p:par>
                                <p:cTn id="89" presetID="53" presetClass="entr" presetSubtype="0" fill="hold" grpId="0" nodeType="afterEffect">
                                  <p:stCondLst>
                                    <p:cond delay="0"/>
                                  </p:stCondLst>
                                  <p:childTnLst>
                                    <p:set>
                                      <p:cBhvr>
                                        <p:cTn id="90" dur="1" fill="hold">
                                          <p:stCondLst>
                                            <p:cond delay="0"/>
                                          </p:stCondLst>
                                        </p:cTn>
                                        <p:tgtEl>
                                          <p:spTgt spid="90"/>
                                        </p:tgtEl>
                                        <p:attrNameLst>
                                          <p:attrName>style.visibility</p:attrName>
                                        </p:attrNameLst>
                                      </p:cBhvr>
                                      <p:to>
                                        <p:strVal val="visible"/>
                                      </p:to>
                                    </p:set>
                                    <p:anim calcmode="lin" valueType="num">
                                      <p:cBhvr>
                                        <p:cTn id="91" dur="500" fill="hold"/>
                                        <p:tgtEl>
                                          <p:spTgt spid="90"/>
                                        </p:tgtEl>
                                        <p:attrNameLst>
                                          <p:attrName>ppt_w</p:attrName>
                                        </p:attrNameLst>
                                      </p:cBhvr>
                                      <p:tavLst>
                                        <p:tav tm="0">
                                          <p:val>
                                            <p:fltVal val="0"/>
                                          </p:val>
                                        </p:tav>
                                        <p:tav tm="100000">
                                          <p:val>
                                            <p:strVal val="#ppt_w"/>
                                          </p:val>
                                        </p:tav>
                                      </p:tavLst>
                                    </p:anim>
                                    <p:anim calcmode="lin" valueType="num">
                                      <p:cBhvr>
                                        <p:cTn id="92" dur="500" fill="hold"/>
                                        <p:tgtEl>
                                          <p:spTgt spid="90"/>
                                        </p:tgtEl>
                                        <p:attrNameLst>
                                          <p:attrName>ppt_h</p:attrName>
                                        </p:attrNameLst>
                                      </p:cBhvr>
                                      <p:tavLst>
                                        <p:tav tm="0">
                                          <p:val>
                                            <p:fltVal val="0"/>
                                          </p:val>
                                        </p:tav>
                                        <p:tav tm="100000">
                                          <p:val>
                                            <p:strVal val="#ppt_h"/>
                                          </p:val>
                                        </p:tav>
                                      </p:tavLst>
                                    </p:anim>
                                    <p:animEffect transition="in" filter="fade">
                                      <p:cBhvr>
                                        <p:cTn id="93" dur="500"/>
                                        <p:tgtEl>
                                          <p:spTgt spid="90"/>
                                        </p:tgtEl>
                                      </p:cBhvr>
                                    </p:animEffect>
                                  </p:childTnLst>
                                </p:cTn>
                              </p:par>
                            </p:childTnLst>
                          </p:cTn>
                        </p:par>
                        <p:par>
                          <p:cTn id="94" fill="hold">
                            <p:stCondLst>
                              <p:cond delay="9500"/>
                            </p:stCondLst>
                            <p:childTnLst>
                              <p:par>
                                <p:cTn id="95" presetID="22" presetClass="entr" presetSubtype="8" fill="hold" grpId="0" nodeType="afterEffect">
                                  <p:stCondLst>
                                    <p:cond delay="0"/>
                                  </p:stCondLst>
                                  <p:childTnLst>
                                    <p:set>
                                      <p:cBhvr>
                                        <p:cTn id="96" dur="1" fill="hold">
                                          <p:stCondLst>
                                            <p:cond delay="0"/>
                                          </p:stCondLst>
                                        </p:cTn>
                                        <p:tgtEl>
                                          <p:spTgt spid="89"/>
                                        </p:tgtEl>
                                        <p:attrNameLst>
                                          <p:attrName>style.visibility</p:attrName>
                                        </p:attrNameLst>
                                      </p:cBhvr>
                                      <p:to>
                                        <p:strVal val="visible"/>
                                      </p:to>
                                    </p:set>
                                    <p:animEffect transition="in" filter="wipe(left)">
                                      <p:cBhvr>
                                        <p:cTn id="97" dur="500"/>
                                        <p:tgtEl>
                                          <p:spTgt spid="89"/>
                                        </p:tgtEl>
                                      </p:cBhvr>
                                    </p:animEffect>
                                  </p:childTnLst>
                                </p:cTn>
                              </p:par>
                            </p:childTnLst>
                          </p:cTn>
                        </p:par>
                        <p:par>
                          <p:cTn id="98" fill="hold">
                            <p:stCondLst>
                              <p:cond delay="10000"/>
                            </p:stCondLst>
                            <p:childTnLst>
                              <p:par>
                                <p:cTn id="99" presetID="53" presetClass="entr" presetSubtype="0" fill="hold" grpId="0" nodeType="afterEffect">
                                  <p:stCondLst>
                                    <p:cond delay="0"/>
                                  </p:stCondLst>
                                  <p:childTnLst>
                                    <p:set>
                                      <p:cBhvr>
                                        <p:cTn id="100" dur="1" fill="hold">
                                          <p:stCondLst>
                                            <p:cond delay="0"/>
                                          </p:stCondLst>
                                        </p:cTn>
                                        <p:tgtEl>
                                          <p:spTgt spid="92"/>
                                        </p:tgtEl>
                                        <p:attrNameLst>
                                          <p:attrName>style.visibility</p:attrName>
                                        </p:attrNameLst>
                                      </p:cBhvr>
                                      <p:to>
                                        <p:strVal val="visible"/>
                                      </p:to>
                                    </p:set>
                                    <p:anim calcmode="lin" valueType="num">
                                      <p:cBhvr>
                                        <p:cTn id="101" dur="500" fill="hold"/>
                                        <p:tgtEl>
                                          <p:spTgt spid="92"/>
                                        </p:tgtEl>
                                        <p:attrNameLst>
                                          <p:attrName>ppt_w</p:attrName>
                                        </p:attrNameLst>
                                      </p:cBhvr>
                                      <p:tavLst>
                                        <p:tav tm="0">
                                          <p:val>
                                            <p:fltVal val="0"/>
                                          </p:val>
                                        </p:tav>
                                        <p:tav tm="100000">
                                          <p:val>
                                            <p:strVal val="#ppt_w"/>
                                          </p:val>
                                        </p:tav>
                                      </p:tavLst>
                                    </p:anim>
                                    <p:anim calcmode="lin" valueType="num">
                                      <p:cBhvr>
                                        <p:cTn id="102" dur="500" fill="hold"/>
                                        <p:tgtEl>
                                          <p:spTgt spid="92"/>
                                        </p:tgtEl>
                                        <p:attrNameLst>
                                          <p:attrName>ppt_h</p:attrName>
                                        </p:attrNameLst>
                                      </p:cBhvr>
                                      <p:tavLst>
                                        <p:tav tm="0">
                                          <p:val>
                                            <p:fltVal val="0"/>
                                          </p:val>
                                        </p:tav>
                                        <p:tav tm="100000">
                                          <p:val>
                                            <p:strVal val="#ppt_h"/>
                                          </p:val>
                                        </p:tav>
                                      </p:tavLst>
                                    </p:anim>
                                    <p:animEffect transition="in" filter="fade">
                                      <p:cBhvr>
                                        <p:cTn id="103" dur="500"/>
                                        <p:tgtEl>
                                          <p:spTgt spid="92"/>
                                        </p:tgtEl>
                                      </p:cBhvr>
                                    </p:animEffect>
                                  </p:childTnLst>
                                </p:cTn>
                              </p:par>
                            </p:childTnLst>
                          </p:cTn>
                        </p:par>
                        <p:par>
                          <p:cTn id="104" fill="hold">
                            <p:stCondLst>
                              <p:cond delay="10500"/>
                            </p:stCondLst>
                            <p:childTnLst>
                              <p:par>
                                <p:cTn id="105" presetID="22" presetClass="entr" presetSubtype="2" fill="hold" grpId="0" nodeType="afterEffect">
                                  <p:stCondLst>
                                    <p:cond delay="0"/>
                                  </p:stCondLst>
                                  <p:childTnLst>
                                    <p:set>
                                      <p:cBhvr>
                                        <p:cTn id="106" dur="1" fill="hold">
                                          <p:stCondLst>
                                            <p:cond delay="0"/>
                                          </p:stCondLst>
                                        </p:cTn>
                                        <p:tgtEl>
                                          <p:spTgt spid="91"/>
                                        </p:tgtEl>
                                        <p:attrNameLst>
                                          <p:attrName>style.visibility</p:attrName>
                                        </p:attrNameLst>
                                      </p:cBhvr>
                                      <p:to>
                                        <p:strVal val="visible"/>
                                      </p:to>
                                    </p:set>
                                    <p:animEffect transition="in" filter="wipe(right)">
                                      <p:cBhvr>
                                        <p:cTn id="10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48" grpId="0" animBg="1"/>
      <p:bldP spid="49" grpId="0" animBg="1"/>
      <p:bldP spid="55" grpId="0" animBg="1"/>
      <p:bldP spid="65" grpId="0" animBg="1"/>
      <p:bldP spid="73" grpId="0" animBg="1"/>
      <p:bldP spid="89" grpId="0"/>
      <p:bldP spid="90" grpId="0" animBg="1"/>
      <p:bldP spid="91" grpId="0"/>
      <p:bldP spid="92"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Mind Movie Infographic</a:t>
            </a:r>
            <a:endParaRPr lang="en-US" dirty="0"/>
          </a:p>
        </p:txBody>
      </p:sp>
      <p:sp>
        <p:nvSpPr>
          <p:cNvPr id="8" name="Text Placeholder 7"/>
          <p:cNvSpPr>
            <a:spLocks noGrp="1"/>
          </p:cNvSpPr>
          <p:nvPr>
            <p:ph type="body" sz="half" idx="2"/>
          </p:nvPr>
        </p:nvSpPr>
        <p:spPr/>
        <p:txBody>
          <a:bodyPr/>
          <a:lstStyle/>
          <a:p>
            <a:r>
              <a:rPr lang="en-US"/>
              <a:t>Mind Movie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257</a:t>
            </a:fld>
            <a:endParaRPr lang="en-US" dirty="0"/>
          </a:p>
        </p:txBody>
      </p:sp>
      <p:grpSp>
        <p:nvGrpSpPr>
          <p:cNvPr id="2" name="Group 62"/>
          <p:cNvGrpSpPr/>
          <p:nvPr/>
        </p:nvGrpSpPr>
        <p:grpSpPr>
          <a:xfrm>
            <a:off x="914400" y="2475780"/>
            <a:ext cx="2672120" cy="2381970"/>
            <a:chOff x="863601" y="1960563"/>
            <a:chExt cx="3252788" cy="2847975"/>
          </a:xfrm>
          <a:solidFill>
            <a:schemeClr val="bg1">
              <a:lumMod val="75000"/>
            </a:schemeClr>
          </a:solidFill>
        </p:grpSpPr>
        <p:sp>
          <p:nvSpPr>
            <p:cNvPr id="3077" name="Freeform 5"/>
            <p:cNvSpPr>
              <a:spLocks/>
            </p:cNvSpPr>
            <p:nvPr/>
          </p:nvSpPr>
          <p:spPr bwMode="auto">
            <a:xfrm>
              <a:off x="2365376" y="2852738"/>
              <a:ext cx="1751013" cy="1955800"/>
            </a:xfrm>
            <a:custGeom>
              <a:avLst/>
              <a:gdLst/>
              <a:ahLst/>
              <a:cxnLst>
                <a:cxn ang="0">
                  <a:pos x="903" y="77"/>
                </a:cxn>
                <a:cxn ang="0">
                  <a:pos x="912" y="0"/>
                </a:cxn>
                <a:cxn ang="0">
                  <a:pos x="0" y="0"/>
                </a:cxn>
                <a:cxn ang="0">
                  <a:pos x="89" y="376"/>
                </a:cxn>
                <a:cxn ang="0">
                  <a:pos x="19" y="880"/>
                </a:cxn>
                <a:cxn ang="0">
                  <a:pos x="522" y="1137"/>
                </a:cxn>
                <a:cxn ang="0">
                  <a:pos x="551" y="678"/>
                </a:cxn>
                <a:cxn ang="0">
                  <a:pos x="858" y="662"/>
                </a:cxn>
                <a:cxn ang="0">
                  <a:pos x="867" y="524"/>
                </a:cxn>
                <a:cxn ang="0">
                  <a:pos x="909" y="472"/>
                </a:cxn>
                <a:cxn ang="0">
                  <a:pos x="887" y="420"/>
                </a:cxn>
                <a:cxn ang="0">
                  <a:pos x="918" y="390"/>
                </a:cxn>
                <a:cxn ang="0">
                  <a:pos x="897" y="334"/>
                </a:cxn>
                <a:cxn ang="0">
                  <a:pos x="998" y="284"/>
                </a:cxn>
                <a:cxn ang="0">
                  <a:pos x="903" y="77"/>
                </a:cxn>
              </a:cxnLst>
              <a:rect l="0" t="0" r="r" b="b"/>
              <a:pathLst>
                <a:path w="1017" h="1137">
                  <a:moveTo>
                    <a:pt x="903" y="77"/>
                  </a:moveTo>
                  <a:cubicBezTo>
                    <a:pt x="907" y="48"/>
                    <a:pt x="910" y="23"/>
                    <a:pt x="912" y="0"/>
                  </a:cubicBezTo>
                  <a:cubicBezTo>
                    <a:pt x="0" y="0"/>
                    <a:pt x="0" y="0"/>
                    <a:pt x="0" y="0"/>
                  </a:cubicBezTo>
                  <a:cubicBezTo>
                    <a:pt x="1" y="126"/>
                    <a:pt x="42" y="262"/>
                    <a:pt x="89" y="376"/>
                  </a:cubicBezTo>
                  <a:cubicBezTo>
                    <a:pt x="151" y="527"/>
                    <a:pt x="19" y="880"/>
                    <a:pt x="19" y="880"/>
                  </a:cubicBezTo>
                  <a:cubicBezTo>
                    <a:pt x="522" y="1137"/>
                    <a:pt x="522" y="1137"/>
                    <a:pt x="522" y="1137"/>
                  </a:cubicBezTo>
                  <a:cubicBezTo>
                    <a:pt x="522" y="1137"/>
                    <a:pt x="455" y="717"/>
                    <a:pt x="551" y="678"/>
                  </a:cubicBezTo>
                  <a:cubicBezTo>
                    <a:pt x="647" y="640"/>
                    <a:pt x="795" y="701"/>
                    <a:pt x="858" y="662"/>
                  </a:cubicBezTo>
                  <a:cubicBezTo>
                    <a:pt x="921" y="624"/>
                    <a:pt x="886" y="561"/>
                    <a:pt x="867" y="524"/>
                  </a:cubicBezTo>
                  <a:cubicBezTo>
                    <a:pt x="849" y="486"/>
                    <a:pt x="903" y="496"/>
                    <a:pt x="909" y="472"/>
                  </a:cubicBezTo>
                  <a:cubicBezTo>
                    <a:pt x="914" y="448"/>
                    <a:pt x="887" y="420"/>
                    <a:pt x="887" y="420"/>
                  </a:cubicBezTo>
                  <a:cubicBezTo>
                    <a:pt x="887" y="420"/>
                    <a:pt x="915" y="412"/>
                    <a:pt x="918" y="390"/>
                  </a:cubicBezTo>
                  <a:cubicBezTo>
                    <a:pt x="921" y="369"/>
                    <a:pt x="889" y="358"/>
                    <a:pt x="897" y="334"/>
                  </a:cubicBezTo>
                  <a:cubicBezTo>
                    <a:pt x="905" y="310"/>
                    <a:pt x="979" y="333"/>
                    <a:pt x="998" y="284"/>
                  </a:cubicBezTo>
                  <a:cubicBezTo>
                    <a:pt x="1017" y="234"/>
                    <a:pt x="898" y="124"/>
                    <a:pt x="903"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8" name="Freeform 6"/>
            <p:cNvSpPr>
              <a:spLocks/>
            </p:cNvSpPr>
            <p:nvPr/>
          </p:nvSpPr>
          <p:spPr bwMode="auto">
            <a:xfrm>
              <a:off x="863601" y="1960563"/>
              <a:ext cx="1524000" cy="1308100"/>
            </a:xfrm>
            <a:custGeom>
              <a:avLst/>
              <a:gdLst/>
              <a:ahLst/>
              <a:cxnLst>
                <a:cxn ang="0">
                  <a:pos x="54" y="160"/>
                </a:cxn>
                <a:cxn ang="0">
                  <a:pos x="396" y="646"/>
                </a:cxn>
                <a:cxn ang="0">
                  <a:pos x="885" y="524"/>
                </a:cxn>
                <a:cxn ang="0">
                  <a:pos x="137" y="0"/>
                </a:cxn>
                <a:cxn ang="0">
                  <a:pos x="54" y="160"/>
                </a:cxn>
              </a:cxnLst>
              <a:rect l="0" t="0" r="r" b="b"/>
              <a:pathLst>
                <a:path w="885" h="760">
                  <a:moveTo>
                    <a:pt x="54" y="160"/>
                  </a:moveTo>
                  <a:cubicBezTo>
                    <a:pt x="42" y="251"/>
                    <a:pt x="0" y="450"/>
                    <a:pt x="396" y="646"/>
                  </a:cubicBezTo>
                  <a:cubicBezTo>
                    <a:pt x="628" y="760"/>
                    <a:pt x="783" y="674"/>
                    <a:pt x="885" y="524"/>
                  </a:cubicBezTo>
                  <a:cubicBezTo>
                    <a:pt x="137" y="0"/>
                    <a:pt x="137" y="0"/>
                    <a:pt x="137" y="0"/>
                  </a:cubicBezTo>
                  <a:cubicBezTo>
                    <a:pt x="91" y="52"/>
                    <a:pt x="63" y="92"/>
                    <a:pt x="54" y="1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80" name="Rectangle 179"/>
          <p:cNvSpPr/>
          <p:nvPr/>
        </p:nvSpPr>
        <p:spPr>
          <a:xfrm>
            <a:off x="7458580" y="3867150"/>
            <a:ext cx="593111" cy="430887"/>
          </a:xfrm>
          <a:prstGeom prst="rect">
            <a:avLst/>
          </a:prstGeom>
        </p:spPr>
        <p:txBody>
          <a:bodyPr wrap="none" lIns="0" tIns="0" rIns="0" bIns="0">
            <a:spAutoFit/>
          </a:bodyPr>
          <a:lstStyle/>
          <a:p>
            <a:r>
              <a:rPr lang="en-US" sz="2800" b="1" dirty="0">
                <a:solidFill>
                  <a:schemeClr val="accent2"/>
                </a:solidFill>
              </a:rPr>
              <a:t>80%</a:t>
            </a:r>
            <a:endParaRPr lang="en-US" sz="1800" b="1" dirty="0">
              <a:solidFill>
                <a:schemeClr val="accent2"/>
              </a:solidFill>
            </a:endParaRPr>
          </a:p>
        </p:txBody>
      </p:sp>
      <p:sp>
        <p:nvSpPr>
          <p:cNvPr id="181" name="Rectangle 180"/>
          <p:cNvSpPr/>
          <p:nvPr/>
        </p:nvSpPr>
        <p:spPr>
          <a:xfrm>
            <a:off x="7458580" y="3105150"/>
            <a:ext cx="593111" cy="430887"/>
          </a:xfrm>
          <a:prstGeom prst="rect">
            <a:avLst/>
          </a:prstGeom>
        </p:spPr>
        <p:txBody>
          <a:bodyPr wrap="none" lIns="0" tIns="0" rIns="0" bIns="0">
            <a:spAutoFit/>
          </a:bodyPr>
          <a:lstStyle/>
          <a:p>
            <a:r>
              <a:rPr lang="en-US" sz="2800" b="1" dirty="0">
                <a:solidFill>
                  <a:schemeClr val="accent1"/>
                </a:solidFill>
              </a:rPr>
              <a:t>50%</a:t>
            </a:r>
            <a:endParaRPr lang="en-US" sz="1800" b="1" dirty="0">
              <a:solidFill>
                <a:schemeClr val="accent1"/>
              </a:solidFill>
            </a:endParaRPr>
          </a:p>
        </p:txBody>
      </p:sp>
      <p:grpSp>
        <p:nvGrpSpPr>
          <p:cNvPr id="3" name="Group 87"/>
          <p:cNvGrpSpPr/>
          <p:nvPr/>
        </p:nvGrpSpPr>
        <p:grpSpPr>
          <a:xfrm>
            <a:off x="4722015" y="3784489"/>
            <a:ext cx="2566186" cy="539861"/>
            <a:chOff x="609600" y="2841943"/>
            <a:chExt cx="2660838" cy="559774"/>
          </a:xfrm>
        </p:grpSpPr>
        <p:grpSp>
          <p:nvGrpSpPr>
            <p:cNvPr id="4" name="Group 184"/>
            <p:cNvGrpSpPr/>
            <p:nvPr/>
          </p:nvGrpSpPr>
          <p:grpSpPr>
            <a:xfrm>
              <a:off x="609600" y="2841943"/>
              <a:ext cx="260742" cy="559774"/>
              <a:chOff x="6213475" y="1668463"/>
              <a:chExt cx="227013" cy="487362"/>
            </a:xfrm>
            <a:solidFill>
              <a:schemeClr val="accent1"/>
            </a:solidFill>
          </p:grpSpPr>
          <p:sp>
            <p:nvSpPr>
              <p:cNvPr id="21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184"/>
            <p:cNvGrpSpPr/>
            <p:nvPr/>
          </p:nvGrpSpPr>
          <p:grpSpPr>
            <a:xfrm>
              <a:off x="876277" y="2841943"/>
              <a:ext cx="260742" cy="559774"/>
              <a:chOff x="6213475" y="1668463"/>
              <a:chExt cx="227013" cy="487362"/>
            </a:xfrm>
            <a:solidFill>
              <a:schemeClr val="accent1"/>
            </a:solidFill>
          </p:grpSpPr>
          <p:sp>
            <p:nvSpPr>
              <p:cNvPr id="20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184"/>
            <p:cNvGrpSpPr/>
            <p:nvPr/>
          </p:nvGrpSpPr>
          <p:grpSpPr>
            <a:xfrm>
              <a:off x="1142954" y="2841943"/>
              <a:ext cx="260742" cy="559774"/>
              <a:chOff x="6213475" y="1668463"/>
              <a:chExt cx="227013" cy="487362"/>
            </a:xfrm>
            <a:solidFill>
              <a:schemeClr val="accent1"/>
            </a:solidFill>
          </p:grpSpPr>
          <p:sp>
            <p:nvSpPr>
              <p:cNvPr id="207"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184"/>
            <p:cNvGrpSpPr/>
            <p:nvPr/>
          </p:nvGrpSpPr>
          <p:grpSpPr>
            <a:xfrm>
              <a:off x="1409631" y="2841943"/>
              <a:ext cx="260742" cy="559774"/>
              <a:chOff x="6213475" y="1668463"/>
              <a:chExt cx="227013" cy="487362"/>
            </a:xfrm>
            <a:solidFill>
              <a:schemeClr val="accent1"/>
            </a:solidFill>
          </p:grpSpPr>
          <p:sp>
            <p:nvSpPr>
              <p:cNvPr id="205"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184"/>
            <p:cNvGrpSpPr/>
            <p:nvPr/>
          </p:nvGrpSpPr>
          <p:grpSpPr>
            <a:xfrm>
              <a:off x="1676308" y="2841943"/>
              <a:ext cx="260742" cy="559774"/>
              <a:chOff x="6213475" y="1668463"/>
              <a:chExt cx="227013" cy="487362"/>
            </a:xfrm>
            <a:solidFill>
              <a:schemeClr val="accent1"/>
            </a:solidFill>
          </p:grpSpPr>
          <p:sp>
            <p:nvSpPr>
              <p:cNvPr id="203"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84"/>
            <p:cNvGrpSpPr/>
            <p:nvPr/>
          </p:nvGrpSpPr>
          <p:grpSpPr>
            <a:xfrm>
              <a:off x="1942985" y="2841943"/>
              <a:ext cx="260742" cy="559774"/>
              <a:chOff x="6213475" y="1668463"/>
              <a:chExt cx="227013" cy="487362"/>
            </a:xfrm>
            <a:solidFill>
              <a:schemeClr val="accent1"/>
            </a:solidFill>
          </p:grpSpPr>
          <p:sp>
            <p:nvSpPr>
              <p:cNvPr id="20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84"/>
            <p:cNvGrpSpPr/>
            <p:nvPr/>
          </p:nvGrpSpPr>
          <p:grpSpPr>
            <a:xfrm>
              <a:off x="2209662" y="2841943"/>
              <a:ext cx="260742" cy="559774"/>
              <a:chOff x="6213475" y="1668463"/>
              <a:chExt cx="227013" cy="487362"/>
            </a:xfrm>
            <a:solidFill>
              <a:schemeClr val="accent1"/>
            </a:solidFill>
          </p:grpSpPr>
          <p:sp>
            <p:nvSpPr>
              <p:cNvPr id="19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84"/>
            <p:cNvGrpSpPr/>
            <p:nvPr/>
          </p:nvGrpSpPr>
          <p:grpSpPr>
            <a:xfrm>
              <a:off x="2476339" y="2841943"/>
              <a:ext cx="260742" cy="559774"/>
              <a:chOff x="6213475" y="1668463"/>
              <a:chExt cx="227013" cy="487362"/>
            </a:xfrm>
            <a:solidFill>
              <a:schemeClr val="accent1"/>
            </a:solidFill>
          </p:grpSpPr>
          <p:sp>
            <p:nvSpPr>
              <p:cNvPr id="197"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84"/>
            <p:cNvGrpSpPr/>
            <p:nvPr/>
          </p:nvGrpSpPr>
          <p:grpSpPr>
            <a:xfrm>
              <a:off x="2743016" y="2841943"/>
              <a:ext cx="260742" cy="559774"/>
              <a:chOff x="6213475" y="1668463"/>
              <a:chExt cx="227013" cy="487362"/>
            </a:xfrm>
            <a:solidFill>
              <a:schemeClr val="bg1">
                <a:lumMod val="75000"/>
              </a:schemeClr>
            </a:solidFill>
          </p:grpSpPr>
          <p:sp>
            <p:nvSpPr>
              <p:cNvPr id="195"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84"/>
            <p:cNvGrpSpPr/>
            <p:nvPr/>
          </p:nvGrpSpPr>
          <p:grpSpPr>
            <a:xfrm>
              <a:off x="3009696" y="2841943"/>
              <a:ext cx="260742" cy="559774"/>
              <a:chOff x="6213475" y="1668463"/>
              <a:chExt cx="227013" cy="487362"/>
            </a:xfrm>
            <a:solidFill>
              <a:schemeClr val="bg1">
                <a:lumMod val="75000"/>
              </a:schemeClr>
            </a:solidFill>
          </p:grpSpPr>
          <p:sp>
            <p:nvSpPr>
              <p:cNvPr id="193"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6" name="Group 212"/>
          <p:cNvGrpSpPr/>
          <p:nvPr/>
        </p:nvGrpSpPr>
        <p:grpSpPr>
          <a:xfrm>
            <a:off x="4758872" y="3028950"/>
            <a:ext cx="2481778" cy="571345"/>
            <a:chOff x="5932686" y="2855964"/>
            <a:chExt cx="2449314" cy="563870"/>
          </a:xfrm>
        </p:grpSpPr>
        <p:grpSp>
          <p:nvGrpSpPr>
            <p:cNvPr id="17" name="Group 179"/>
            <p:cNvGrpSpPr/>
            <p:nvPr/>
          </p:nvGrpSpPr>
          <p:grpSpPr>
            <a:xfrm>
              <a:off x="5932686" y="2855964"/>
              <a:ext cx="220321" cy="563870"/>
              <a:chOff x="5054600" y="1652588"/>
              <a:chExt cx="187325" cy="479424"/>
            </a:xfrm>
            <a:solidFill>
              <a:schemeClr val="accent4"/>
            </a:solidFill>
          </p:grpSpPr>
          <p:sp>
            <p:nvSpPr>
              <p:cNvPr id="24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79"/>
            <p:cNvGrpSpPr/>
            <p:nvPr/>
          </p:nvGrpSpPr>
          <p:grpSpPr>
            <a:xfrm>
              <a:off x="6180352" y="2855964"/>
              <a:ext cx="220321" cy="563870"/>
              <a:chOff x="5054600" y="1652588"/>
              <a:chExt cx="187325" cy="479424"/>
            </a:xfrm>
            <a:solidFill>
              <a:schemeClr val="accent4"/>
            </a:solidFill>
          </p:grpSpPr>
          <p:sp>
            <p:nvSpPr>
              <p:cNvPr id="24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79"/>
            <p:cNvGrpSpPr/>
            <p:nvPr/>
          </p:nvGrpSpPr>
          <p:grpSpPr>
            <a:xfrm>
              <a:off x="6428018" y="2855964"/>
              <a:ext cx="220321" cy="563870"/>
              <a:chOff x="5054600" y="1652588"/>
              <a:chExt cx="187325" cy="479424"/>
            </a:xfrm>
            <a:solidFill>
              <a:schemeClr val="accent4"/>
            </a:solidFill>
          </p:grpSpPr>
          <p:sp>
            <p:nvSpPr>
              <p:cNvPr id="23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79"/>
            <p:cNvGrpSpPr/>
            <p:nvPr/>
          </p:nvGrpSpPr>
          <p:grpSpPr>
            <a:xfrm>
              <a:off x="6675684" y="2855964"/>
              <a:ext cx="220321" cy="563870"/>
              <a:chOff x="5054600" y="1652588"/>
              <a:chExt cx="187325" cy="479424"/>
            </a:xfrm>
            <a:solidFill>
              <a:schemeClr val="accent4"/>
            </a:solidFill>
          </p:grpSpPr>
          <p:sp>
            <p:nvSpPr>
              <p:cNvPr id="23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179"/>
            <p:cNvGrpSpPr/>
            <p:nvPr/>
          </p:nvGrpSpPr>
          <p:grpSpPr>
            <a:xfrm>
              <a:off x="6923350" y="2855964"/>
              <a:ext cx="220321" cy="563870"/>
              <a:chOff x="5054600" y="1652588"/>
              <a:chExt cx="187325" cy="479424"/>
            </a:xfrm>
            <a:solidFill>
              <a:schemeClr val="accent4"/>
            </a:solidFill>
          </p:grpSpPr>
          <p:sp>
            <p:nvSpPr>
              <p:cNvPr id="23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179"/>
            <p:cNvGrpSpPr/>
            <p:nvPr/>
          </p:nvGrpSpPr>
          <p:grpSpPr>
            <a:xfrm>
              <a:off x="7171017" y="2855964"/>
              <a:ext cx="220321" cy="563870"/>
              <a:chOff x="5054600" y="1652588"/>
              <a:chExt cx="187325" cy="479424"/>
            </a:xfrm>
            <a:solidFill>
              <a:schemeClr val="bg1">
                <a:lumMod val="75000"/>
              </a:schemeClr>
            </a:solidFill>
          </p:grpSpPr>
          <p:sp>
            <p:nvSpPr>
              <p:cNvPr id="23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179"/>
            <p:cNvGrpSpPr/>
            <p:nvPr/>
          </p:nvGrpSpPr>
          <p:grpSpPr>
            <a:xfrm>
              <a:off x="7418683" y="2855964"/>
              <a:ext cx="220321" cy="563870"/>
              <a:chOff x="5054600" y="1652588"/>
              <a:chExt cx="187325" cy="479424"/>
            </a:xfrm>
            <a:solidFill>
              <a:schemeClr val="bg1">
                <a:lumMod val="75000"/>
              </a:schemeClr>
            </a:solidFill>
          </p:grpSpPr>
          <p:sp>
            <p:nvSpPr>
              <p:cNvPr id="23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179"/>
            <p:cNvGrpSpPr/>
            <p:nvPr/>
          </p:nvGrpSpPr>
          <p:grpSpPr>
            <a:xfrm>
              <a:off x="7666349" y="2855964"/>
              <a:ext cx="220321" cy="563870"/>
              <a:chOff x="5054600" y="1652588"/>
              <a:chExt cx="187325" cy="479424"/>
            </a:xfrm>
            <a:solidFill>
              <a:schemeClr val="bg1">
                <a:lumMod val="75000"/>
              </a:schemeClr>
            </a:solidFill>
          </p:grpSpPr>
          <p:sp>
            <p:nvSpPr>
              <p:cNvPr id="22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179"/>
            <p:cNvGrpSpPr/>
            <p:nvPr/>
          </p:nvGrpSpPr>
          <p:grpSpPr>
            <a:xfrm>
              <a:off x="7914015" y="2855964"/>
              <a:ext cx="220321" cy="563870"/>
              <a:chOff x="5054600" y="1652588"/>
              <a:chExt cx="187325" cy="479424"/>
            </a:xfrm>
            <a:solidFill>
              <a:schemeClr val="bg1">
                <a:lumMod val="75000"/>
              </a:schemeClr>
            </a:solidFill>
          </p:grpSpPr>
          <p:sp>
            <p:nvSpPr>
              <p:cNvPr id="22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Group 179"/>
            <p:cNvGrpSpPr/>
            <p:nvPr/>
          </p:nvGrpSpPr>
          <p:grpSpPr>
            <a:xfrm>
              <a:off x="8161679" y="2855964"/>
              <a:ext cx="220321" cy="563870"/>
              <a:chOff x="5054600" y="1652588"/>
              <a:chExt cx="187325" cy="479424"/>
            </a:xfrm>
            <a:solidFill>
              <a:schemeClr val="bg1">
                <a:lumMod val="75000"/>
              </a:schemeClr>
            </a:solidFill>
          </p:grpSpPr>
          <p:sp>
            <p:nvSpPr>
              <p:cNvPr id="22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44" name="TextBox 243"/>
          <p:cNvSpPr txBox="1"/>
          <p:nvPr/>
        </p:nvSpPr>
        <p:spPr>
          <a:xfrm>
            <a:off x="5757743" y="1809750"/>
            <a:ext cx="2459556"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245" name="TextBox 244"/>
          <p:cNvSpPr txBox="1"/>
          <p:nvPr/>
        </p:nvSpPr>
        <p:spPr>
          <a:xfrm>
            <a:off x="4742171" y="1409423"/>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246" name="Rectangle 245"/>
          <p:cNvSpPr/>
          <p:nvPr/>
        </p:nvSpPr>
        <p:spPr>
          <a:xfrm>
            <a:off x="4724400" y="1688595"/>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247" name="TextBox 246"/>
          <p:cNvSpPr txBox="1"/>
          <p:nvPr/>
        </p:nvSpPr>
        <p:spPr>
          <a:xfrm>
            <a:off x="4724400" y="2309434"/>
            <a:ext cx="3492899" cy="461665"/>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 which  don't believable</a:t>
            </a:r>
          </a:p>
        </p:txBody>
      </p:sp>
      <p:grpSp>
        <p:nvGrpSpPr>
          <p:cNvPr id="27" name="Group 267"/>
          <p:cNvGrpSpPr/>
          <p:nvPr/>
        </p:nvGrpSpPr>
        <p:grpSpPr>
          <a:xfrm>
            <a:off x="1291636" y="970937"/>
            <a:ext cx="3028785" cy="2195456"/>
            <a:chOff x="1291636" y="907779"/>
            <a:chExt cx="3028785" cy="2195456"/>
          </a:xfrm>
        </p:grpSpPr>
        <p:grpSp>
          <p:nvGrpSpPr>
            <p:cNvPr id="28" name="Group 63"/>
            <p:cNvGrpSpPr/>
            <p:nvPr/>
          </p:nvGrpSpPr>
          <p:grpSpPr>
            <a:xfrm>
              <a:off x="2954533" y="933760"/>
              <a:ext cx="378793" cy="444432"/>
              <a:chOff x="4913463" y="1279524"/>
              <a:chExt cx="395845" cy="464439"/>
            </a:xfrm>
          </p:grpSpPr>
          <p:grpSp>
            <p:nvGrpSpPr>
              <p:cNvPr id="29" name="Group 149"/>
              <p:cNvGrpSpPr/>
              <p:nvPr/>
            </p:nvGrpSpPr>
            <p:grpSpPr>
              <a:xfrm>
                <a:off x="4913463" y="1279524"/>
                <a:ext cx="395845" cy="464439"/>
                <a:chOff x="4951413" y="1201738"/>
                <a:chExt cx="439738" cy="515938"/>
              </a:xfrm>
              <a:solidFill>
                <a:schemeClr val="accent4"/>
              </a:solidFill>
            </p:grpSpPr>
            <p:sp>
              <p:nvSpPr>
                <p:cNvPr id="76" name="Oval 13"/>
                <p:cNvSpPr>
                  <a:spLocks noChangeArrowheads="1"/>
                </p:cNvSpPr>
                <p:nvPr/>
              </p:nvSpPr>
              <p:spPr bwMode="auto">
                <a:xfrm>
                  <a:off x="4951413" y="1201738"/>
                  <a:ext cx="439738" cy="4413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4"/>
                <p:cNvSpPr>
                  <a:spLocks/>
                </p:cNvSpPr>
                <p:nvPr/>
              </p:nvSpPr>
              <p:spPr bwMode="auto">
                <a:xfrm>
                  <a:off x="5064125" y="1611313"/>
                  <a:ext cx="112713" cy="106363"/>
                </a:xfrm>
                <a:custGeom>
                  <a:avLst/>
                  <a:gdLst/>
                  <a:ahLst/>
                  <a:cxnLst>
                    <a:cxn ang="0">
                      <a:pos x="0" y="0"/>
                    </a:cxn>
                    <a:cxn ang="0">
                      <a:pos x="5" y="67"/>
                    </a:cxn>
                    <a:cxn ang="0">
                      <a:pos x="71" y="12"/>
                    </a:cxn>
                    <a:cxn ang="0">
                      <a:pos x="0" y="0"/>
                    </a:cxn>
                  </a:cxnLst>
                  <a:rect l="0" t="0" r="r" b="b"/>
                  <a:pathLst>
                    <a:path w="71" h="67">
                      <a:moveTo>
                        <a:pt x="0" y="0"/>
                      </a:moveTo>
                      <a:lnTo>
                        <a:pt x="5" y="67"/>
                      </a:lnTo>
                      <a:lnTo>
                        <a:pt x="71"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148"/>
              <p:cNvGrpSpPr/>
              <p:nvPr/>
            </p:nvGrpSpPr>
            <p:grpSpPr>
              <a:xfrm>
                <a:off x="5042077" y="1345260"/>
                <a:ext cx="142904" cy="275805"/>
                <a:chOff x="5094288" y="1274763"/>
                <a:chExt cx="158750" cy="306387"/>
              </a:xfrm>
            </p:grpSpPr>
            <p:sp>
              <p:nvSpPr>
                <p:cNvPr id="67" name="Freeform 15"/>
                <p:cNvSpPr>
                  <a:spLocks/>
                </p:cNvSpPr>
                <p:nvPr/>
              </p:nvSpPr>
              <p:spPr bwMode="auto">
                <a:xfrm>
                  <a:off x="5097463" y="1317625"/>
                  <a:ext cx="55563" cy="236538"/>
                </a:xfrm>
                <a:custGeom>
                  <a:avLst/>
                  <a:gdLst/>
                  <a:ahLst/>
                  <a:cxnLst>
                    <a:cxn ang="0">
                      <a:pos x="35" y="119"/>
                    </a:cxn>
                    <a:cxn ang="0">
                      <a:pos x="24" y="149"/>
                    </a:cxn>
                    <a:cxn ang="0">
                      <a:pos x="11" y="149"/>
                    </a:cxn>
                    <a:cxn ang="0">
                      <a:pos x="0" y="119"/>
                    </a:cxn>
                    <a:cxn ang="0">
                      <a:pos x="0" y="0"/>
                    </a:cxn>
                    <a:cxn ang="0">
                      <a:pos x="35" y="0"/>
                    </a:cxn>
                    <a:cxn ang="0">
                      <a:pos x="35" y="119"/>
                    </a:cxn>
                  </a:cxnLst>
                  <a:rect l="0" t="0" r="r" b="b"/>
                  <a:pathLst>
                    <a:path w="35" h="149">
                      <a:moveTo>
                        <a:pt x="35" y="119"/>
                      </a:moveTo>
                      <a:lnTo>
                        <a:pt x="24" y="149"/>
                      </a:lnTo>
                      <a:lnTo>
                        <a:pt x="11" y="149"/>
                      </a:lnTo>
                      <a:lnTo>
                        <a:pt x="0" y="119"/>
                      </a:lnTo>
                      <a:lnTo>
                        <a:pt x="0" y="0"/>
                      </a:lnTo>
                      <a:lnTo>
                        <a:pt x="35" y="0"/>
                      </a:lnTo>
                      <a:lnTo>
                        <a:pt x="35" y="119"/>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16"/>
                <p:cNvSpPr>
                  <a:spLocks/>
                </p:cNvSpPr>
                <p:nvPr/>
              </p:nvSpPr>
              <p:spPr bwMode="auto">
                <a:xfrm>
                  <a:off x="5097463" y="1274763"/>
                  <a:ext cx="55563" cy="68263"/>
                </a:xfrm>
                <a:custGeom>
                  <a:avLst/>
                  <a:gdLst/>
                  <a:ahLst/>
                  <a:cxnLst>
                    <a:cxn ang="0">
                      <a:pos x="44" y="32"/>
                    </a:cxn>
                    <a:cxn ang="0">
                      <a:pos x="22" y="54"/>
                    </a:cxn>
                    <a:cxn ang="0">
                      <a:pos x="22" y="54"/>
                    </a:cxn>
                    <a:cxn ang="0">
                      <a:pos x="0" y="32"/>
                    </a:cxn>
                    <a:cxn ang="0">
                      <a:pos x="0" y="12"/>
                    </a:cxn>
                    <a:cxn ang="0">
                      <a:pos x="22" y="2"/>
                    </a:cxn>
                    <a:cxn ang="0">
                      <a:pos x="22" y="2"/>
                    </a:cxn>
                    <a:cxn ang="0">
                      <a:pos x="44" y="12"/>
                    </a:cxn>
                    <a:cxn ang="0">
                      <a:pos x="44" y="32"/>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2"/>
                        <a:pt x="22" y="2"/>
                      </a:cubicBezTo>
                      <a:cubicBezTo>
                        <a:pt x="22" y="2"/>
                        <a:pt x="22" y="2"/>
                        <a:pt x="22" y="2"/>
                      </a:cubicBezTo>
                      <a:cubicBezTo>
                        <a:pt x="34" y="2"/>
                        <a:pt x="44" y="0"/>
                        <a:pt x="44" y="12"/>
                      </a:cubicBezTo>
                      <a:lnTo>
                        <a:pt x="44"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Rectangle 17"/>
                <p:cNvSpPr>
                  <a:spLocks noChangeArrowheads="1"/>
                </p:cNvSpPr>
                <p:nvPr/>
              </p:nvSpPr>
              <p:spPr bwMode="auto">
                <a:xfrm>
                  <a:off x="5094288" y="1303338"/>
                  <a:ext cx="61913" cy="571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8"/>
                <p:cNvSpPr>
                  <a:spLocks/>
                </p:cNvSpPr>
                <p:nvPr/>
              </p:nvSpPr>
              <p:spPr bwMode="auto">
                <a:xfrm>
                  <a:off x="5114925" y="1546225"/>
                  <a:ext cx="20638" cy="34925"/>
                </a:xfrm>
                <a:custGeom>
                  <a:avLst/>
                  <a:gdLst/>
                  <a:ahLst/>
                  <a:cxnLst>
                    <a:cxn ang="0">
                      <a:pos x="0" y="5"/>
                    </a:cxn>
                    <a:cxn ang="0">
                      <a:pos x="6" y="21"/>
                    </a:cxn>
                    <a:cxn ang="0">
                      <a:pos x="17" y="6"/>
                    </a:cxn>
                    <a:cxn ang="0">
                      <a:pos x="0" y="5"/>
                    </a:cxn>
                  </a:cxnLst>
                  <a:rect l="0" t="0" r="r" b="b"/>
                  <a:pathLst>
                    <a:path w="17" h="27">
                      <a:moveTo>
                        <a:pt x="0" y="5"/>
                      </a:moveTo>
                      <a:cubicBezTo>
                        <a:pt x="0" y="5"/>
                        <a:pt x="4" y="18"/>
                        <a:pt x="6" y="21"/>
                      </a:cubicBezTo>
                      <a:cubicBezTo>
                        <a:pt x="8" y="25"/>
                        <a:pt x="11" y="27"/>
                        <a:pt x="17" y="6"/>
                      </a:cubicBezTo>
                      <a:cubicBezTo>
                        <a:pt x="17" y="6"/>
                        <a:pt x="10" y="0"/>
                        <a:pt x="0"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9"/>
                <p:cNvSpPr>
                  <a:spLocks/>
                </p:cNvSpPr>
                <p:nvPr/>
              </p:nvSpPr>
              <p:spPr bwMode="auto">
                <a:xfrm>
                  <a:off x="5181600" y="1317625"/>
                  <a:ext cx="55563" cy="236538"/>
                </a:xfrm>
                <a:custGeom>
                  <a:avLst/>
                  <a:gdLst/>
                  <a:ahLst/>
                  <a:cxnLst>
                    <a:cxn ang="0">
                      <a:pos x="35" y="119"/>
                    </a:cxn>
                    <a:cxn ang="0">
                      <a:pos x="24" y="149"/>
                    </a:cxn>
                    <a:cxn ang="0">
                      <a:pos x="11" y="149"/>
                    </a:cxn>
                    <a:cxn ang="0">
                      <a:pos x="0" y="119"/>
                    </a:cxn>
                    <a:cxn ang="0">
                      <a:pos x="0" y="0"/>
                    </a:cxn>
                    <a:cxn ang="0">
                      <a:pos x="35" y="0"/>
                    </a:cxn>
                    <a:cxn ang="0">
                      <a:pos x="35" y="119"/>
                    </a:cxn>
                  </a:cxnLst>
                  <a:rect l="0" t="0" r="r" b="b"/>
                  <a:pathLst>
                    <a:path w="35" h="149">
                      <a:moveTo>
                        <a:pt x="35" y="119"/>
                      </a:moveTo>
                      <a:lnTo>
                        <a:pt x="24" y="149"/>
                      </a:lnTo>
                      <a:lnTo>
                        <a:pt x="11" y="149"/>
                      </a:lnTo>
                      <a:lnTo>
                        <a:pt x="0" y="119"/>
                      </a:lnTo>
                      <a:lnTo>
                        <a:pt x="0" y="0"/>
                      </a:lnTo>
                      <a:lnTo>
                        <a:pt x="35" y="0"/>
                      </a:lnTo>
                      <a:lnTo>
                        <a:pt x="35" y="119"/>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20"/>
                <p:cNvSpPr>
                  <a:spLocks/>
                </p:cNvSpPr>
                <p:nvPr/>
              </p:nvSpPr>
              <p:spPr bwMode="auto">
                <a:xfrm>
                  <a:off x="5181600" y="1274763"/>
                  <a:ext cx="55563" cy="68263"/>
                </a:xfrm>
                <a:custGeom>
                  <a:avLst/>
                  <a:gdLst/>
                  <a:ahLst/>
                  <a:cxnLst>
                    <a:cxn ang="0">
                      <a:pos x="44" y="32"/>
                    </a:cxn>
                    <a:cxn ang="0">
                      <a:pos x="22" y="54"/>
                    </a:cxn>
                    <a:cxn ang="0">
                      <a:pos x="22" y="54"/>
                    </a:cxn>
                    <a:cxn ang="0">
                      <a:pos x="0" y="32"/>
                    </a:cxn>
                    <a:cxn ang="0">
                      <a:pos x="0" y="12"/>
                    </a:cxn>
                    <a:cxn ang="0">
                      <a:pos x="22" y="2"/>
                    </a:cxn>
                    <a:cxn ang="0">
                      <a:pos x="22" y="2"/>
                    </a:cxn>
                    <a:cxn ang="0">
                      <a:pos x="44" y="12"/>
                    </a:cxn>
                    <a:cxn ang="0">
                      <a:pos x="44" y="32"/>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2"/>
                        <a:pt x="22" y="2"/>
                      </a:cubicBezTo>
                      <a:cubicBezTo>
                        <a:pt x="22" y="2"/>
                        <a:pt x="22" y="2"/>
                        <a:pt x="22" y="2"/>
                      </a:cubicBezTo>
                      <a:cubicBezTo>
                        <a:pt x="34" y="2"/>
                        <a:pt x="44" y="0"/>
                        <a:pt x="44" y="12"/>
                      </a:cubicBezTo>
                      <a:lnTo>
                        <a:pt x="44"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Rectangle 21"/>
                <p:cNvSpPr>
                  <a:spLocks noChangeArrowheads="1"/>
                </p:cNvSpPr>
                <p:nvPr/>
              </p:nvSpPr>
              <p:spPr bwMode="auto">
                <a:xfrm>
                  <a:off x="5178425" y="1303338"/>
                  <a:ext cx="61913" cy="571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22"/>
                <p:cNvSpPr>
                  <a:spLocks/>
                </p:cNvSpPr>
                <p:nvPr/>
              </p:nvSpPr>
              <p:spPr bwMode="auto">
                <a:xfrm>
                  <a:off x="5197475" y="1546225"/>
                  <a:ext cx="22225" cy="34925"/>
                </a:xfrm>
                <a:custGeom>
                  <a:avLst/>
                  <a:gdLst/>
                  <a:ahLst/>
                  <a:cxnLst>
                    <a:cxn ang="0">
                      <a:pos x="0" y="5"/>
                    </a:cxn>
                    <a:cxn ang="0">
                      <a:pos x="6" y="21"/>
                    </a:cxn>
                    <a:cxn ang="0">
                      <a:pos x="17" y="6"/>
                    </a:cxn>
                    <a:cxn ang="0">
                      <a:pos x="0" y="5"/>
                    </a:cxn>
                  </a:cxnLst>
                  <a:rect l="0" t="0" r="r" b="b"/>
                  <a:pathLst>
                    <a:path w="17" h="27">
                      <a:moveTo>
                        <a:pt x="0" y="5"/>
                      </a:moveTo>
                      <a:cubicBezTo>
                        <a:pt x="0" y="5"/>
                        <a:pt x="5" y="18"/>
                        <a:pt x="6" y="21"/>
                      </a:cubicBezTo>
                      <a:cubicBezTo>
                        <a:pt x="8" y="25"/>
                        <a:pt x="11" y="27"/>
                        <a:pt x="17" y="6"/>
                      </a:cubicBezTo>
                      <a:cubicBezTo>
                        <a:pt x="17" y="6"/>
                        <a:pt x="10" y="0"/>
                        <a:pt x="0"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23"/>
                <p:cNvSpPr>
                  <a:spLocks/>
                </p:cNvSpPr>
                <p:nvPr/>
              </p:nvSpPr>
              <p:spPr bwMode="auto">
                <a:xfrm>
                  <a:off x="5233988" y="1312863"/>
                  <a:ext cx="19050" cy="120650"/>
                </a:xfrm>
                <a:custGeom>
                  <a:avLst/>
                  <a:gdLst/>
                  <a:ahLst/>
                  <a:cxnLst>
                    <a:cxn ang="0">
                      <a:pos x="1" y="1"/>
                    </a:cxn>
                    <a:cxn ang="0">
                      <a:pos x="14" y="11"/>
                    </a:cxn>
                    <a:cxn ang="0">
                      <a:pos x="14" y="89"/>
                    </a:cxn>
                    <a:cxn ang="0">
                      <a:pos x="10" y="95"/>
                    </a:cxn>
                    <a:cxn ang="0">
                      <a:pos x="10" y="33"/>
                    </a:cxn>
                    <a:cxn ang="0">
                      <a:pos x="5" y="26"/>
                    </a:cxn>
                    <a:cxn ang="0">
                      <a:pos x="0" y="0"/>
                    </a:cxn>
                  </a:cxnLst>
                  <a:rect l="0" t="0" r="r" b="b"/>
                  <a:pathLst>
                    <a:path w="16" h="95">
                      <a:moveTo>
                        <a:pt x="1" y="1"/>
                      </a:moveTo>
                      <a:cubicBezTo>
                        <a:pt x="1" y="1"/>
                        <a:pt x="13" y="7"/>
                        <a:pt x="14" y="11"/>
                      </a:cubicBezTo>
                      <a:cubicBezTo>
                        <a:pt x="14" y="15"/>
                        <a:pt x="14" y="89"/>
                        <a:pt x="14" y="89"/>
                      </a:cubicBezTo>
                      <a:cubicBezTo>
                        <a:pt x="14" y="89"/>
                        <a:pt x="16" y="95"/>
                        <a:pt x="10" y="95"/>
                      </a:cubicBezTo>
                      <a:cubicBezTo>
                        <a:pt x="10" y="33"/>
                        <a:pt x="10" y="33"/>
                        <a:pt x="10" y="33"/>
                      </a:cubicBezTo>
                      <a:cubicBezTo>
                        <a:pt x="5" y="26"/>
                        <a:pt x="5" y="26"/>
                        <a:pt x="5" y="26"/>
                      </a:cubicBezTo>
                      <a:cubicBezTo>
                        <a:pt x="0" y="0"/>
                        <a:pt x="0" y="0"/>
                        <a:pt x="0" y="0"/>
                      </a:cubicBezTo>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48" name="Group 77"/>
            <p:cNvGrpSpPr/>
            <p:nvPr/>
          </p:nvGrpSpPr>
          <p:grpSpPr>
            <a:xfrm>
              <a:off x="2360913" y="2351120"/>
              <a:ext cx="641350" cy="752115"/>
              <a:chOff x="4379002" y="3038673"/>
              <a:chExt cx="670221" cy="785973"/>
            </a:xfrm>
          </p:grpSpPr>
          <p:grpSp>
            <p:nvGrpSpPr>
              <p:cNvPr id="249" name="Group 151"/>
              <p:cNvGrpSpPr/>
              <p:nvPr/>
            </p:nvGrpSpPr>
            <p:grpSpPr>
              <a:xfrm>
                <a:off x="4379002" y="3038673"/>
                <a:ext cx="670221" cy="785973"/>
                <a:chOff x="4357688" y="3155950"/>
                <a:chExt cx="744538" cy="873125"/>
              </a:xfrm>
              <a:solidFill>
                <a:schemeClr val="accent1"/>
              </a:solidFill>
            </p:grpSpPr>
            <p:sp>
              <p:nvSpPr>
                <p:cNvPr id="87" name="Oval 24"/>
                <p:cNvSpPr>
                  <a:spLocks noChangeArrowheads="1"/>
                </p:cNvSpPr>
                <p:nvPr/>
              </p:nvSpPr>
              <p:spPr bwMode="auto">
                <a:xfrm>
                  <a:off x="4357688" y="3155950"/>
                  <a:ext cx="744538" cy="7461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25"/>
                <p:cNvSpPr>
                  <a:spLocks/>
                </p:cNvSpPr>
                <p:nvPr/>
              </p:nvSpPr>
              <p:spPr bwMode="auto">
                <a:xfrm>
                  <a:off x="4546600" y="3851275"/>
                  <a:ext cx="192088" cy="177800"/>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0" name="Group 152"/>
              <p:cNvGrpSpPr/>
              <p:nvPr/>
            </p:nvGrpSpPr>
            <p:grpSpPr>
              <a:xfrm>
                <a:off x="4486179" y="3178719"/>
                <a:ext cx="484446" cy="368694"/>
                <a:chOff x="4476750" y="3311525"/>
                <a:chExt cx="538163" cy="409576"/>
              </a:xfrm>
            </p:grpSpPr>
            <p:sp>
              <p:nvSpPr>
                <p:cNvPr id="81" name="Freeform 50"/>
                <p:cNvSpPr>
                  <a:spLocks/>
                </p:cNvSpPr>
                <p:nvPr/>
              </p:nvSpPr>
              <p:spPr bwMode="auto">
                <a:xfrm>
                  <a:off x="4476750" y="3311525"/>
                  <a:ext cx="517525" cy="231775"/>
                </a:xfrm>
                <a:custGeom>
                  <a:avLst/>
                  <a:gdLst/>
                  <a:ahLst/>
                  <a:cxnLst>
                    <a:cxn ang="0">
                      <a:pos x="161" y="146"/>
                    </a:cxn>
                    <a:cxn ang="0">
                      <a:pos x="0" y="74"/>
                    </a:cxn>
                    <a:cxn ang="0">
                      <a:pos x="166" y="0"/>
                    </a:cxn>
                    <a:cxn ang="0">
                      <a:pos x="326" y="71"/>
                    </a:cxn>
                    <a:cxn ang="0">
                      <a:pos x="161" y="146"/>
                    </a:cxn>
                  </a:cxnLst>
                  <a:rect l="0" t="0" r="r" b="b"/>
                  <a:pathLst>
                    <a:path w="326" h="146">
                      <a:moveTo>
                        <a:pt x="161" y="146"/>
                      </a:moveTo>
                      <a:lnTo>
                        <a:pt x="0" y="74"/>
                      </a:lnTo>
                      <a:lnTo>
                        <a:pt x="166" y="0"/>
                      </a:lnTo>
                      <a:lnTo>
                        <a:pt x="326" y="71"/>
                      </a:lnTo>
                      <a:lnTo>
                        <a:pt x="161" y="146"/>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51"/>
                <p:cNvSpPr>
                  <a:spLocks noChangeArrowheads="1"/>
                </p:cNvSpPr>
                <p:nvPr/>
              </p:nvSpPr>
              <p:spPr bwMode="auto">
                <a:xfrm>
                  <a:off x="4972050" y="3421063"/>
                  <a:ext cx="17463" cy="1714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Oval 52"/>
                <p:cNvSpPr>
                  <a:spLocks noChangeArrowheads="1"/>
                </p:cNvSpPr>
                <p:nvPr/>
              </p:nvSpPr>
              <p:spPr bwMode="auto">
                <a:xfrm>
                  <a:off x="4954588" y="3571875"/>
                  <a:ext cx="52388" cy="52388"/>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3"/>
                <p:cNvSpPr>
                  <a:spLocks/>
                </p:cNvSpPr>
                <p:nvPr/>
              </p:nvSpPr>
              <p:spPr bwMode="auto">
                <a:xfrm>
                  <a:off x="4948238" y="3600450"/>
                  <a:ext cx="38100" cy="112713"/>
                </a:xfrm>
                <a:custGeom>
                  <a:avLst/>
                  <a:gdLst/>
                  <a:ahLst/>
                  <a:cxnLst>
                    <a:cxn ang="0">
                      <a:pos x="16" y="5"/>
                    </a:cxn>
                    <a:cxn ang="0">
                      <a:pos x="7" y="90"/>
                    </a:cxn>
                    <a:cxn ang="0">
                      <a:pos x="30" y="90"/>
                    </a:cxn>
                    <a:cxn ang="0">
                      <a:pos x="30" y="0"/>
                    </a:cxn>
                    <a:cxn ang="0">
                      <a:pos x="16" y="5"/>
                    </a:cxn>
                  </a:cxnLst>
                  <a:rect l="0" t="0" r="r" b="b"/>
                  <a:pathLst>
                    <a:path w="30" h="90">
                      <a:moveTo>
                        <a:pt x="16" y="5"/>
                      </a:moveTo>
                      <a:cubicBezTo>
                        <a:pt x="16" y="5"/>
                        <a:pt x="0" y="38"/>
                        <a:pt x="7" y="90"/>
                      </a:cubicBezTo>
                      <a:cubicBezTo>
                        <a:pt x="30" y="90"/>
                        <a:pt x="30" y="90"/>
                        <a:pt x="30" y="90"/>
                      </a:cubicBezTo>
                      <a:cubicBezTo>
                        <a:pt x="30" y="0"/>
                        <a:pt x="30" y="0"/>
                        <a:pt x="30" y="0"/>
                      </a:cubicBezTo>
                      <a:cubicBezTo>
                        <a:pt x="30" y="0"/>
                        <a:pt x="16" y="7"/>
                        <a:pt x="16"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4"/>
                <p:cNvSpPr>
                  <a:spLocks/>
                </p:cNvSpPr>
                <p:nvPr/>
              </p:nvSpPr>
              <p:spPr bwMode="auto">
                <a:xfrm>
                  <a:off x="4976813" y="3600450"/>
                  <a:ext cx="38100" cy="112713"/>
                </a:xfrm>
                <a:custGeom>
                  <a:avLst/>
                  <a:gdLst/>
                  <a:ahLst/>
                  <a:cxnLst>
                    <a:cxn ang="0">
                      <a:pos x="14" y="5"/>
                    </a:cxn>
                    <a:cxn ang="0">
                      <a:pos x="23" y="90"/>
                    </a:cxn>
                    <a:cxn ang="0">
                      <a:pos x="0" y="90"/>
                    </a:cxn>
                    <a:cxn ang="0">
                      <a:pos x="0" y="0"/>
                    </a:cxn>
                    <a:cxn ang="0">
                      <a:pos x="14" y="5"/>
                    </a:cxn>
                  </a:cxnLst>
                  <a:rect l="0" t="0" r="r" b="b"/>
                  <a:pathLst>
                    <a:path w="30" h="90">
                      <a:moveTo>
                        <a:pt x="14" y="5"/>
                      </a:moveTo>
                      <a:cubicBezTo>
                        <a:pt x="14" y="5"/>
                        <a:pt x="30" y="38"/>
                        <a:pt x="23" y="90"/>
                      </a:cubicBezTo>
                      <a:cubicBezTo>
                        <a:pt x="0" y="90"/>
                        <a:pt x="0" y="90"/>
                        <a:pt x="0" y="90"/>
                      </a:cubicBezTo>
                      <a:cubicBezTo>
                        <a:pt x="0" y="0"/>
                        <a:pt x="0" y="0"/>
                        <a:pt x="0" y="0"/>
                      </a:cubicBezTo>
                      <a:cubicBezTo>
                        <a:pt x="0" y="0"/>
                        <a:pt x="14" y="7"/>
                        <a:pt x="14"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
                <p:cNvSpPr>
                  <a:spLocks/>
                </p:cNvSpPr>
                <p:nvPr/>
              </p:nvSpPr>
              <p:spPr bwMode="auto">
                <a:xfrm>
                  <a:off x="4579938" y="3497263"/>
                  <a:ext cx="298450" cy="223838"/>
                </a:xfrm>
                <a:custGeom>
                  <a:avLst/>
                  <a:gdLst/>
                  <a:ahLst/>
                  <a:cxnLst>
                    <a:cxn ang="0">
                      <a:pos x="236" y="0"/>
                    </a:cxn>
                    <a:cxn ang="0">
                      <a:pos x="118" y="56"/>
                    </a:cxn>
                    <a:cxn ang="0">
                      <a:pos x="0" y="0"/>
                    </a:cxn>
                    <a:cxn ang="0">
                      <a:pos x="0" y="136"/>
                    </a:cxn>
                    <a:cxn ang="0">
                      <a:pos x="115" y="177"/>
                    </a:cxn>
                    <a:cxn ang="0">
                      <a:pos x="115" y="177"/>
                    </a:cxn>
                    <a:cxn ang="0">
                      <a:pos x="118" y="177"/>
                    </a:cxn>
                    <a:cxn ang="0">
                      <a:pos x="121" y="177"/>
                    </a:cxn>
                    <a:cxn ang="0">
                      <a:pos x="121" y="177"/>
                    </a:cxn>
                    <a:cxn ang="0">
                      <a:pos x="236" y="136"/>
                    </a:cxn>
                    <a:cxn ang="0">
                      <a:pos x="236" y="0"/>
                    </a:cxn>
                  </a:cxnLst>
                  <a:rect l="0" t="0" r="r" b="b"/>
                  <a:pathLst>
                    <a:path w="236" h="177">
                      <a:moveTo>
                        <a:pt x="236" y="0"/>
                      </a:moveTo>
                      <a:cubicBezTo>
                        <a:pt x="236" y="1"/>
                        <a:pt x="137" y="47"/>
                        <a:pt x="118" y="56"/>
                      </a:cubicBezTo>
                      <a:cubicBezTo>
                        <a:pt x="99" y="47"/>
                        <a:pt x="0" y="1"/>
                        <a:pt x="0" y="0"/>
                      </a:cubicBezTo>
                      <a:cubicBezTo>
                        <a:pt x="0" y="136"/>
                        <a:pt x="0" y="136"/>
                        <a:pt x="0" y="136"/>
                      </a:cubicBezTo>
                      <a:cubicBezTo>
                        <a:pt x="32" y="170"/>
                        <a:pt x="95" y="176"/>
                        <a:pt x="115" y="177"/>
                      </a:cubicBezTo>
                      <a:cubicBezTo>
                        <a:pt x="115" y="177"/>
                        <a:pt x="115" y="177"/>
                        <a:pt x="115" y="177"/>
                      </a:cubicBezTo>
                      <a:cubicBezTo>
                        <a:pt x="115" y="177"/>
                        <a:pt x="116" y="177"/>
                        <a:pt x="118" y="177"/>
                      </a:cubicBezTo>
                      <a:cubicBezTo>
                        <a:pt x="120" y="177"/>
                        <a:pt x="121" y="177"/>
                        <a:pt x="121" y="177"/>
                      </a:cubicBezTo>
                      <a:cubicBezTo>
                        <a:pt x="121" y="177"/>
                        <a:pt x="121" y="177"/>
                        <a:pt x="121" y="177"/>
                      </a:cubicBezTo>
                      <a:cubicBezTo>
                        <a:pt x="141" y="176"/>
                        <a:pt x="204" y="170"/>
                        <a:pt x="236" y="136"/>
                      </a:cubicBezTo>
                      <a:lnTo>
                        <a:pt x="236"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51" name="Group 88"/>
            <p:cNvGrpSpPr/>
            <p:nvPr/>
          </p:nvGrpSpPr>
          <p:grpSpPr>
            <a:xfrm>
              <a:off x="3163625" y="2345615"/>
              <a:ext cx="419817" cy="490926"/>
              <a:chOff x="5217849" y="2905773"/>
              <a:chExt cx="438716" cy="513026"/>
            </a:xfrm>
          </p:grpSpPr>
          <p:grpSp>
            <p:nvGrpSpPr>
              <p:cNvPr id="256" name="Group 150"/>
              <p:cNvGrpSpPr/>
              <p:nvPr/>
            </p:nvGrpSpPr>
            <p:grpSpPr>
              <a:xfrm>
                <a:off x="5217849" y="2905773"/>
                <a:ext cx="438716" cy="513026"/>
                <a:chOff x="5289550" y="3008313"/>
                <a:chExt cx="487363" cy="569913"/>
              </a:xfrm>
              <a:solidFill>
                <a:schemeClr val="accent3"/>
              </a:solidFill>
            </p:grpSpPr>
            <p:sp>
              <p:nvSpPr>
                <p:cNvPr id="92" name="Oval 26"/>
                <p:cNvSpPr>
                  <a:spLocks noChangeArrowheads="1"/>
                </p:cNvSpPr>
                <p:nvPr/>
              </p:nvSpPr>
              <p:spPr bwMode="auto">
                <a:xfrm>
                  <a:off x="5289550" y="3008313"/>
                  <a:ext cx="487363" cy="485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27"/>
                <p:cNvSpPr>
                  <a:spLocks/>
                </p:cNvSpPr>
                <p:nvPr/>
              </p:nvSpPr>
              <p:spPr bwMode="auto">
                <a:xfrm>
                  <a:off x="5413375" y="3462338"/>
                  <a:ext cx="125413" cy="115888"/>
                </a:xfrm>
                <a:custGeom>
                  <a:avLst/>
                  <a:gdLst/>
                  <a:ahLst/>
                  <a:cxnLst>
                    <a:cxn ang="0">
                      <a:pos x="0" y="0"/>
                    </a:cxn>
                    <a:cxn ang="0">
                      <a:pos x="6" y="73"/>
                    </a:cxn>
                    <a:cxn ang="0">
                      <a:pos x="79" y="12"/>
                    </a:cxn>
                    <a:cxn ang="0">
                      <a:pos x="0" y="0"/>
                    </a:cxn>
                  </a:cxnLst>
                  <a:rect l="0" t="0" r="r" b="b"/>
                  <a:pathLst>
                    <a:path w="79" h="73">
                      <a:moveTo>
                        <a:pt x="0" y="0"/>
                      </a:moveTo>
                      <a:lnTo>
                        <a:pt x="6" y="73"/>
                      </a:lnTo>
                      <a:lnTo>
                        <a:pt x="79"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1" name="Freeform 56"/>
              <p:cNvSpPr>
                <a:spLocks noEditPoints="1"/>
              </p:cNvSpPr>
              <p:nvPr/>
            </p:nvSpPr>
            <p:spPr bwMode="auto">
              <a:xfrm>
                <a:off x="5313595" y="2975796"/>
                <a:ext cx="260086" cy="264373"/>
              </a:xfrm>
              <a:custGeom>
                <a:avLst/>
                <a:gdLst/>
                <a:ahLst/>
                <a:cxnLst>
                  <a:cxn ang="0">
                    <a:pos x="147" y="112"/>
                  </a:cxn>
                  <a:cxn ang="0">
                    <a:pos x="141" y="98"/>
                  </a:cxn>
                  <a:cxn ang="0">
                    <a:pos x="141" y="44"/>
                  </a:cxn>
                  <a:cxn ang="0">
                    <a:pos x="147" y="37"/>
                  </a:cxn>
                  <a:cxn ang="0">
                    <a:pos x="148" y="37"/>
                  </a:cxn>
                  <a:cxn ang="0">
                    <a:pos x="148" y="13"/>
                  </a:cxn>
                  <a:cxn ang="0">
                    <a:pos x="147" y="13"/>
                  </a:cxn>
                  <a:cxn ang="0">
                    <a:pos x="147" y="12"/>
                  </a:cxn>
                  <a:cxn ang="0">
                    <a:pos x="114" y="0"/>
                  </a:cxn>
                  <a:cxn ang="0">
                    <a:pos x="81" y="12"/>
                  </a:cxn>
                  <a:cxn ang="0">
                    <a:pos x="81" y="13"/>
                  </a:cxn>
                  <a:cxn ang="0">
                    <a:pos x="80" y="13"/>
                  </a:cxn>
                  <a:cxn ang="0">
                    <a:pos x="80" y="37"/>
                  </a:cxn>
                  <a:cxn ang="0">
                    <a:pos x="81" y="37"/>
                  </a:cxn>
                  <a:cxn ang="0">
                    <a:pos x="91" y="44"/>
                  </a:cxn>
                  <a:cxn ang="0">
                    <a:pos x="91" y="98"/>
                  </a:cxn>
                  <a:cxn ang="0">
                    <a:pos x="83" y="112"/>
                  </a:cxn>
                  <a:cxn ang="0">
                    <a:pos x="31" y="212"/>
                  </a:cxn>
                  <a:cxn ang="0">
                    <a:pos x="115" y="230"/>
                  </a:cxn>
                  <a:cxn ang="0">
                    <a:pos x="198" y="212"/>
                  </a:cxn>
                  <a:cxn ang="0">
                    <a:pos x="147" y="112"/>
                  </a:cxn>
                  <a:cxn ang="0">
                    <a:pos x="145" y="213"/>
                  </a:cxn>
                  <a:cxn ang="0">
                    <a:pos x="182" y="187"/>
                  </a:cxn>
                  <a:cxn ang="0">
                    <a:pos x="150" y="134"/>
                  </a:cxn>
                  <a:cxn ang="0">
                    <a:pos x="193" y="190"/>
                  </a:cxn>
                  <a:cxn ang="0">
                    <a:pos x="145" y="213"/>
                  </a:cxn>
                </a:cxnLst>
                <a:rect l="0" t="0" r="r" b="b"/>
                <a:pathLst>
                  <a:path w="229" h="231">
                    <a:moveTo>
                      <a:pt x="147" y="112"/>
                    </a:moveTo>
                    <a:cubicBezTo>
                      <a:pt x="147" y="112"/>
                      <a:pt x="141" y="109"/>
                      <a:pt x="141" y="98"/>
                    </a:cubicBezTo>
                    <a:cubicBezTo>
                      <a:pt x="141" y="89"/>
                      <a:pt x="141" y="55"/>
                      <a:pt x="141" y="44"/>
                    </a:cubicBezTo>
                    <a:cubicBezTo>
                      <a:pt x="145" y="42"/>
                      <a:pt x="147" y="40"/>
                      <a:pt x="147" y="37"/>
                    </a:cubicBezTo>
                    <a:cubicBezTo>
                      <a:pt x="148" y="37"/>
                      <a:pt x="148" y="37"/>
                      <a:pt x="148" y="37"/>
                    </a:cubicBezTo>
                    <a:cubicBezTo>
                      <a:pt x="148" y="13"/>
                      <a:pt x="148" y="13"/>
                      <a:pt x="148" y="13"/>
                    </a:cubicBezTo>
                    <a:cubicBezTo>
                      <a:pt x="147" y="13"/>
                      <a:pt x="147" y="13"/>
                      <a:pt x="147" y="13"/>
                    </a:cubicBezTo>
                    <a:cubicBezTo>
                      <a:pt x="147" y="13"/>
                      <a:pt x="147" y="13"/>
                      <a:pt x="147" y="12"/>
                    </a:cubicBezTo>
                    <a:cubicBezTo>
                      <a:pt x="147" y="5"/>
                      <a:pt x="132" y="0"/>
                      <a:pt x="114" y="0"/>
                    </a:cubicBezTo>
                    <a:cubicBezTo>
                      <a:pt x="96" y="0"/>
                      <a:pt x="81" y="5"/>
                      <a:pt x="81" y="12"/>
                    </a:cubicBezTo>
                    <a:cubicBezTo>
                      <a:pt x="81" y="13"/>
                      <a:pt x="81" y="13"/>
                      <a:pt x="81" y="13"/>
                    </a:cubicBezTo>
                    <a:cubicBezTo>
                      <a:pt x="80" y="13"/>
                      <a:pt x="80" y="13"/>
                      <a:pt x="80" y="13"/>
                    </a:cubicBezTo>
                    <a:cubicBezTo>
                      <a:pt x="80" y="37"/>
                      <a:pt x="80" y="37"/>
                      <a:pt x="80" y="37"/>
                    </a:cubicBezTo>
                    <a:cubicBezTo>
                      <a:pt x="81" y="37"/>
                      <a:pt x="81" y="37"/>
                      <a:pt x="81" y="37"/>
                    </a:cubicBezTo>
                    <a:cubicBezTo>
                      <a:pt x="82" y="40"/>
                      <a:pt x="84" y="42"/>
                      <a:pt x="91" y="44"/>
                    </a:cubicBezTo>
                    <a:cubicBezTo>
                      <a:pt x="91" y="56"/>
                      <a:pt x="91" y="89"/>
                      <a:pt x="91" y="98"/>
                    </a:cubicBezTo>
                    <a:cubicBezTo>
                      <a:pt x="91" y="109"/>
                      <a:pt x="83" y="112"/>
                      <a:pt x="83" y="112"/>
                    </a:cubicBezTo>
                    <a:cubicBezTo>
                      <a:pt x="71" y="119"/>
                      <a:pt x="0" y="190"/>
                      <a:pt x="31" y="212"/>
                    </a:cubicBezTo>
                    <a:cubicBezTo>
                      <a:pt x="59" y="231"/>
                      <a:pt x="105" y="231"/>
                      <a:pt x="115" y="230"/>
                    </a:cubicBezTo>
                    <a:cubicBezTo>
                      <a:pt x="124" y="231"/>
                      <a:pt x="170" y="231"/>
                      <a:pt x="198" y="212"/>
                    </a:cubicBezTo>
                    <a:cubicBezTo>
                      <a:pt x="229" y="190"/>
                      <a:pt x="159" y="119"/>
                      <a:pt x="147" y="112"/>
                    </a:cubicBezTo>
                    <a:close/>
                    <a:moveTo>
                      <a:pt x="145" y="213"/>
                    </a:moveTo>
                    <a:cubicBezTo>
                      <a:pt x="145" y="213"/>
                      <a:pt x="180" y="206"/>
                      <a:pt x="182" y="187"/>
                    </a:cubicBezTo>
                    <a:cubicBezTo>
                      <a:pt x="183" y="169"/>
                      <a:pt x="150" y="134"/>
                      <a:pt x="150" y="134"/>
                    </a:cubicBezTo>
                    <a:cubicBezTo>
                      <a:pt x="150" y="134"/>
                      <a:pt x="194" y="167"/>
                      <a:pt x="193" y="190"/>
                    </a:cubicBezTo>
                    <a:cubicBezTo>
                      <a:pt x="193" y="213"/>
                      <a:pt x="145" y="213"/>
                      <a:pt x="145" y="213"/>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7" name="Group 93"/>
            <p:cNvGrpSpPr/>
            <p:nvPr/>
          </p:nvGrpSpPr>
          <p:grpSpPr>
            <a:xfrm>
              <a:off x="2822904" y="1663278"/>
              <a:ext cx="507337" cy="593487"/>
              <a:chOff x="4974912" y="2319866"/>
              <a:chExt cx="530175" cy="620204"/>
            </a:xfrm>
          </p:grpSpPr>
          <p:grpSp>
            <p:nvGrpSpPr>
              <p:cNvPr id="261" name="Group 144"/>
              <p:cNvGrpSpPr/>
              <p:nvPr/>
            </p:nvGrpSpPr>
            <p:grpSpPr>
              <a:xfrm>
                <a:off x="4974912" y="2319866"/>
                <a:ext cx="530175" cy="620204"/>
                <a:chOff x="5019675" y="2357438"/>
                <a:chExt cx="588963" cy="688975"/>
              </a:xfrm>
              <a:solidFill>
                <a:schemeClr val="accent4"/>
              </a:solidFill>
            </p:grpSpPr>
            <p:sp>
              <p:nvSpPr>
                <p:cNvPr id="99" name="Oval 28"/>
                <p:cNvSpPr>
                  <a:spLocks noChangeArrowheads="1"/>
                </p:cNvSpPr>
                <p:nvPr/>
              </p:nvSpPr>
              <p:spPr bwMode="auto">
                <a:xfrm>
                  <a:off x="5019675" y="2357438"/>
                  <a:ext cx="588963" cy="588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29"/>
                <p:cNvSpPr>
                  <a:spLocks/>
                </p:cNvSpPr>
                <p:nvPr/>
              </p:nvSpPr>
              <p:spPr bwMode="auto">
                <a:xfrm>
                  <a:off x="5168900" y="2905125"/>
                  <a:ext cx="152400" cy="141288"/>
                </a:xfrm>
                <a:custGeom>
                  <a:avLst/>
                  <a:gdLst/>
                  <a:ahLst/>
                  <a:cxnLst>
                    <a:cxn ang="0">
                      <a:pos x="0" y="0"/>
                    </a:cxn>
                    <a:cxn ang="0">
                      <a:pos x="8" y="89"/>
                    </a:cxn>
                    <a:cxn ang="0">
                      <a:pos x="96" y="15"/>
                    </a:cxn>
                    <a:cxn ang="0">
                      <a:pos x="0" y="0"/>
                    </a:cxn>
                  </a:cxnLst>
                  <a:rect l="0" t="0" r="r" b="b"/>
                  <a:pathLst>
                    <a:path w="96" h="89">
                      <a:moveTo>
                        <a:pt x="0" y="0"/>
                      </a:moveTo>
                      <a:lnTo>
                        <a:pt x="8" y="89"/>
                      </a:lnTo>
                      <a:lnTo>
                        <a:pt x="96"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2" name="Group 143"/>
              <p:cNvGrpSpPr/>
              <p:nvPr/>
            </p:nvGrpSpPr>
            <p:grpSpPr>
              <a:xfrm>
                <a:off x="5070658" y="2422757"/>
                <a:ext cx="367264" cy="327250"/>
                <a:chOff x="5126038" y="2471738"/>
                <a:chExt cx="407988" cy="363537"/>
              </a:xfrm>
            </p:grpSpPr>
            <p:sp>
              <p:nvSpPr>
                <p:cNvPr id="97" name="Freeform 57"/>
                <p:cNvSpPr>
                  <a:spLocks noEditPoints="1"/>
                </p:cNvSpPr>
                <p:nvPr/>
              </p:nvSpPr>
              <p:spPr bwMode="auto">
                <a:xfrm>
                  <a:off x="5135563" y="2471738"/>
                  <a:ext cx="361950" cy="361950"/>
                </a:xfrm>
                <a:custGeom>
                  <a:avLst/>
                  <a:gdLst/>
                  <a:ahLst/>
                  <a:cxnLst>
                    <a:cxn ang="0">
                      <a:pos x="143" y="0"/>
                    </a:cxn>
                    <a:cxn ang="0">
                      <a:pos x="0" y="143"/>
                    </a:cxn>
                    <a:cxn ang="0">
                      <a:pos x="143" y="286"/>
                    </a:cxn>
                    <a:cxn ang="0">
                      <a:pos x="286" y="143"/>
                    </a:cxn>
                    <a:cxn ang="0">
                      <a:pos x="143" y="0"/>
                    </a:cxn>
                    <a:cxn ang="0">
                      <a:pos x="143" y="279"/>
                    </a:cxn>
                    <a:cxn ang="0">
                      <a:pos x="7" y="143"/>
                    </a:cxn>
                    <a:cxn ang="0">
                      <a:pos x="143" y="6"/>
                    </a:cxn>
                    <a:cxn ang="0">
                      <a:pos x="280" y="143"/>
                    </a:cxn>
                    <a:cxn ang="0">
                      <a:pos x="143" y="279"/>
                    </a:cxn>
                  </a:cxnLst>
                  <a:rect l="0" t="0" r="r" b="b"/>
                  <a:pathLst>
                    <a:path w="286" h="286">
                      <a:moveTo>
                        <a:pt x="143" y="0"/>
                      </a:moveTo>
                      <a:cubicBezTo>
                        <a:pt x="64" y="0"/>
                        <a:pt x="0" y="64"/>
                        <a:pt x="0" y="143"/>
                      </a:cubicBezTo>
                      <a:cubicBezTo>
                        <a:pt x="0" y="222"/>
                        <a:pt x="64" y="286"/>
                        <a:pt x="143" y="286"/>
                      </a:cubicBezTo>
                      <a:cubicBezTo>
                        <a:pt x="222" y="286"/>
                        <a:pt x="286" y="222"/>
                        <a:pt x="286" y="143"/>
                      </a:cubicBezTo>
                      <a:cubicBezTo>
                        <a:pt x="286" y="64"/>
                        <a:pt x="222" y="0"/>
                        <a:pt x="143" y="0"/>
                      </a:cubicBezTo>
                      <a:close/>
                      <a:moveTo>
                        <a:pt x="143" y="279"/>
                      </a:moveTo>
                      <a:cubicBezTo>
                        <a:pt x="68" y="279"/>
                        <a:pt x="7" y="218"/>
                        <a:pt x="7" y="143"/>
                      </a:cubicBezTo>
                      <a:cubicBezTo>
                        <a:pt x="7" y="67"/>
                        <a:pt x="68" y="6"/>
                        <a:pt x="143" y="6"/>
                      </a:cubicBezTo>
                      <a:cubicBezTo>
                        <a:pt x="219" y="6"/>
                        <a:pt x="280" y="67"/>
                        <a:pt x="280" y="143"/>
                      </a:cubicBezTo>
                      <a:cubicBezTo>
                        <a:pt x="280" y="218"/>
                        <a:pt x="219" y="279"/>
                        <a:pt x="143" y="27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58"/>
                <p:cNvSpPr>
                  <a:spLocks/>
                </p:cNvSpPr>
                <p:nvPr/>
              </p:nvSpPr>
              <p:spPr bwMode="auto">
                <a:xfrm>
                  <a:off x="5126038" y="2476500"/>
                  <a:ext cx="407988" cy="358775"/>
                </a:xfrm>
                <a:custGeom>
                  <a:avLst/>
                  <a:gdLst/>
                  <a:ahLst/>
                  <a:cxnLst>
                    <a:cxn ang="0">
                      <a:pos x="93" y="22"/>
                    </a:cxn>
                    <a:cxn ang="0">
                      <a:pos x="87" y="33"/>
                    </a:cxn>
                    <a:cxn ang="0">
                      <a:pos x="81" y="41"/>
                    </a:cxn>
                    <a:cxn ang="0">
                      <a:pos x="76" y="37"/>
                    </a:cxn>
                    <a:cxn ang="0">
                      <a:pos x="75" y="46"/>
                    </a:cxn>
                    <a:cxn ang="0">
                      <a:pos x="60" y="49"/>
                    </a:cxn>
                    <a:cxn ang="0">
                      <a:pos x="51" y="58"/>
                    </a:cxn>
                    <a:cxn ang="0">
                      <a:pos x="39" y="76"/>
                    </a:cxn>
                    <a:cxn ang="0">
                      <a:pos x="31" y="87"/>
                    </a:cxn>
                    <a:cxn ang="0">
                      <a:pos x="38" y="95"/>
                    </a:cxn>
                    <a:cxn ang="0">
                      <a:pos x="39" y="99"/>
                    </a:cxn>
                    <a:cxn ang="0">
                      <a:pos x="32" y="93"/>
                    </a:cxn>
                    <a:cxn ang="0">
                      <a:pos x="27" y="85"/>
                    </a:cxn>
                    <a:cxn ang="0">
                      <a:pos x="24" y="97"/>
                    </a:cxn>
                    <a:cxn ang="0">
                      <a:pos x="25" y="118"/>
                    </a:cxn>
                    <a:cxn ang="0">
                      <a:pos x="35" y="113"/>
                    </a:cxn>
                    <a:cxn ang="0">
                      <a:pos x="46" y="125"/>
                    </a:cxn>
                    <a:cxn ang="0">
                      <a:pos x="59" y="138"/>
                    </a:cxn>
                    <a:cxn ang="0">
                      <a:pos x="71" y="149"/>
                    </a:cxn>
                    <a:cxn ang="0">
                      <a:pos x="87" y="166"/>
                    </a:cxn>
                    <a:cxn ang="0">
                      <a:pos x="82" y="190"/>
                    </a:cxn>
                    <a:cxn ang="0">
                      <a:pos x="69" y="219"/>
                    </a:cxn>
                    <a:cxn ang="0">
                      <a:pos x="74" y="240"/>
                    </a:cxn>
                    <a:cxn ang="0">
                      <a:pos x="66" y="241"/>
                    </a:cxn>
                    <a:cxn ang="0">
                      <a:pos x="46" y="209"/>
                    </a:cxn>
                    <a:cxn ang="0">
                      <a:pos x="24" y="159"/>
                    </a:cxn>
                    <a:cxn ang="0">
                      <a:pos x="17" y="123"/>
                    </a:cxn>
                    <a:cxn ang="0">
                      <a:pos x="104" y="259"/>
                    </a:cxn>
                    <a:cxn ang="0">
                      <a:pos x="127" y="255"/>
                    </a:cxn>
                    <a:cxn ang="0">
                      <a:pos x="156" y="252"/>
                    </a:cxn>
                    <a:cxn ang="0">
                      <a:pos x="154" y="264"/>
                    </a:cxn>
                    <a:cxn ang="0">
                      <a:pos x="171" y="263"/>
                    </a:cxn>
                    <a:cxn ang="0">
                      <a:pos x="196" y="260"/>
                    </a:cxn>
                    <a:cxn ang="0">
                      <a:pos x="194" y="4"/>
                    </a:cxn>
                    <a:cxn ang="0">
                      <a:pos x="278" y="91"/>
                    </a:cxn>
                    <a:cxn ang="0">
                      <a:pos x="267" y="82"/>
                    </a:cxn>
                    <a:cxn ang="0">
                      <a:pos x="256" y="105"/>
                    </a:cxn>
                    <a:cxn ang="0">
                      <a:pos x="240" y="84"/>
                    </a:cxn>
                    <a:cxn ang="0">
                      <a:pos x="247" y="106"/>
                    </a:cxn>
                    <a:cxn ang="0">
                      <a:pos x="263" y="112"/>
                    </a:cxn>
                    <a:cxn ang="0">
                      <a:pos x="256" y="142"/>
                    </a:cxn>
                    <a:cxn ang="0">
                      <a:pos x="248" y="173"/>
                    </a:cxn>
                    <a:cxn ang="0">
                      <a:pos x="238" y="194"/>
                    </a:cxn>
                    <a:cxn ang="0">
                      <a:pos x="208" y="218"/>
                    </a:cxn>
                    <a:cxn ang="0">
                      <a:pos x="200" y="197"/>
                    </a:cxn>
                    <a:cxn ang="0">
                      <a:pos x="201" y="171"/>
                    </a:cxn>
                    <a:cxn ang="0">
                      <a:pos x="191" y="143"/>
                    </a:cxn>
                    <a:cxn ang="0">
                      <a:pos x="177" y="127"/>
                    </a:cxn>
                    <a:cxn ang="0">
                      <a:pos x="140" y="128"/>
                    </a:cxn>
                    <a:cxn ang="0">
                      <a:pos x="127" y="108"/>
                    </a:cxn>
                    <a:cxn ang="0">
                      <a:pos x="142" y="70"/>
                    </a:cxn>
                    <a:cxn ang="0">
                      <a:pos x="168" y="59"/>
                    </a:cxn>
                    <a:cxn ang="0">
                      <a:pos x="185" y="66"/>
                    </a:cxn>
                    <a:cxn ang="0">
                      <a:pos x="207" y="66"/>
                    </a:cxn>
                    <a:cxn ang="0">
                      <a:pos x="229" y="62"/>
                    </a:cxn>
                    <a:cxn ang="0">
                      <a:pos x="208" y="53"/>
                    </a:cxn>
                    <a:cxn ang="0">
                      <a:pos x="207" y="46"/>
                    </a:cxn>
                    <a:cxn ang="0">
                      <a:pos x="180" y="46"/>
                    </a:cxn>
                    <a:cxn ang="0">
                      <a:pos x="157" y="53"/>
                    </a:cxn>
                    <a:cxn ang="0">
                      <a:pos x="152" y="30"/>
                    </a:cxn>
                    <a:cxn ang="0">
                      <a:pos x="136" y="16"/>
                    </a:cxn>
                    <a:cxn ang="0">
                      <a:pos x="154" y="5"/>
                    </a:cxn>
                  </a:cxnLst>
                  <a:rect l="0" t="0" r="r" b="b"/>
                  <a:pathLst>
                    <a:path w="322" h="282">
                      <a:moveTo>
                        <a:pt x="131" y="1"/>
                      </a:moveTo>
                      <a:cubicBezTo>
                        <a:pt x="131" y="1"/>
                        <a:pt x="83" y="7"/>
                        <a:pt x="50" y="45"/>
                      </a:cubicBezTo>
                      <a:cubicBezTo>
                        <a:pt x="50" y="45"/>
                        <a:pt x="75" y="19"/>
                        <a:pt x="91" y="19"/>
                      </a:cubicBezTo>
                      <a:cubicBezTo>
                        <a:pt x="94" y="20"/>
                        <a:pt x="94" y="20"/>
                        <a:pt x="94" y="20"/>
                      </a:cubicBezTo>
                      <a:cubicBezTo>
                        <a:pt x="94" y="20"/>
                        <a:pt x="94" y="22"/>
                        <a:pt x="93" y="22"/>
                      </a:cubicBezTo>
                      <a:cubicBezTo>
                        <a:pt x="93" y="23"/>
                        <a:pt x="91" y="25"/>
                        <a:pt x="91" y="26"/>
                      </a:cubicBezTo>
                      <a:cubicBezTo>
                        <a:pt x="91" y="27"/>
                        <a:pt x="91" y="29"/>
                        <a:pt x="91" y="29"/>
                      </a:cubicBezTo>
                      <a:cubicBezTo>
                        <a:pt x="90" y="30"/>
                        <a:pt x="90" y="30"/>
                        <a:pt x="90" y="30"/>
                      </a:cubicBezTo>
                      <a:cubicBezTo>
                        <a:pt x="90" y="30"/>
                        <a:pt x="88" y="31"/>
                        <a:pt x="88" y="31"/>
                      </a:cubicBezTo>
                      <a:cubicBezTo>
                        <a:pt x="88" y="32"/>
                        <a:pt x="87" y="32"/>
                        <a:pt x="87" y="33"/>
                      </a:cubicBezTo>
                      <a:cubicBezTo>
                        <a:pt x="87" y="34"/>
                        <a:pt x="87" y="36"/>
                        <a:pt x="87" y="36"/>
                      </a:cubicBezTo>
                      <a:cubicBezTo>
                        <a:pt x="88" y="39"/>
                        <a:pt x="88" y="39"/>
                        <a:pt x="88" y="39"/>
                      </a:cubicBezTo>
                      <a:cubicBezTo>
                        <a:pt x="87" y="40"/>
                        <a:pt x="87" y="40"/>
                        <a:pt x="87" y="40"/>
                      </a:cubicBezTo>
                      <a:cubicBezTo>
                        <a:pt x="85" y="41"/>
                        <a:pt x="85" y="41"/>
                        <a:pt x="85" y="41"/>
                      </a:cubicBezTo>
                      <a:cubicBezTo>
                        <a:pt x="85" y="41"/>
                        <a:pt x="82" y="42"/>
                        <a:pt x="81" y="41"/>
                      </a:cubicBezTo>
                      <a:cubicBezTo>
                        <a:pt x="80" y="41"/>
                        <a:pt x="80" y="39"/>
                        <a:pt x="80" y="39"/>
                      </a:cubicBezTo>
                      <a:cubicBezTo>
                        <a:pt x="83" y="37"/>
                        <a:pt x="83" y="37"/>
                        <a:pt x="83" y="37"/>
                      </a:cubicBezTo>
                      <a:cubicBezTo>
                        <a:pt x="83" y="37"/>
                        <a:pt x="83" y="37"/>
                        <a:pt x="82" y="36"/>
                      </a:cubicBezTo>
                      <a:cubicBezTo>
                        <a:pt x="81" y="36"/>
                        <a:pt x="82" y="34"/>
                        <a:pt x="80" y="34"/>
                      </a:cubicBezTo>
                      <a:cubicBezTo>
                        <a:pt x="79" y="35"/>
                        <a:pt x="76" y="37"/>
                        <a:pt x="76" y="37"/>
                      </a:cubicBezTo>
                      <a:cubicBezTo>
                        <a:pt x="74" y="38"/>
                        <a:pt x="74" y="38"/>
                        <a:pt x="74" y="38"/>
                      </a:cubicBezTo>
                      <a:cubicBezTo>
                        <a:pt x="74" y="38"/>
                        <a:pt x="73" y="41"/>
                        <a:pt x="73" y="41"/>
                      </a:cubicBezTo>
                      <a:cubicBezTo>
                        <a:pt x="74" y="41"/>
                        <a:pt x="75" y="42"/>
                        <a:pt x="75" y="42"/>
                      </a:cubicBezTo>
                      <a:cubicBezTo>
                        <a:pt x="75" y="42"/>
                        <a:pt x="75" y="43"/>
                        <a:pt x="75" y="44"/>
                      </a:cubicBezTo>
                      <a:cubicBezTo>
                        <a:pt x="75" y="45"/>
                        <a:pt x="75" y="46"/>
                        <a:pt x="75" y="46"/>
                      </a:cubicBezTo>
                      <a:cubicBezTo>
                        <a:pt x="75" y="46"/>
                        <a:pt x="74" y="47"/>
                        <a:pt x="72" y="47"/>
                      </a:cubicBezTo>
                      <a:cubicBezTo>
                        <a:pt x="71" y="46"/>
                        <a:pt x="69" y="46"/>
                        <a:pt x="68" y="46"/>
                      </a:cubicBezTo>
                      <a:cubicBezTo>
                        <a:pt x="67" y="45"/>
                        <a:pt x="66" y="45"/>
                        <a:pt x="65" y="45"/>
                      </a:cubicBezTo>
                      <a:cubicBezTo>
                        <a:pt x="64" y="46"/>
                        <a:pt x="64" y="46"/>
                        <a:pt x="64" y="46"/>
                      </a:cubicBezTo>
                      <a:cubicBezTo>
                        <a:pt x="64" y="47"/>
                        <a:pt x="60" y="49"/>
                        <a:pt x="60" y="49"/>
                      </a:cubicBezTo>
                      <a:cubicBezTo>
                        <a:pt x="60" y="49"/>
                        <a:pt x="59" y="49"/>
                        <a:pt x="59" y="50"/>
                      </a:cubicBezTo>
                      <a:cubicBezTo>
                        <a:pt x="59" y="51"/>
                        <a:pt x="58" y="53"/>
                        <a:pt x="58" y="53"/>
                      </a:cubicBezTo>
                      <a:cubicBezTo>
                        <a:pt x="58" y="53"/>
                        <a:pt x="57" y="54"/>
                        <a:pt x="55" y="55"/>
                      </a:cubicBezTo>
                      <a:cubicBezTo>
                        <a:pt x="53" y="55"/>
                        <a:pt x="52" y="56"/>
                        <a:pt x="52" y="56"/>
                      </a:cubicBezTo>
                      <a:cubicBezTo>
                        <a:pt x="51" y="58"/>
                        <a:pt x="51" y="58"/>
                        <a:pt x="51" y="58"/>
                      </a:cubicBezTo>
                      <a:cubicBezTo>
                        <a:pt x="51" y="58"/>
                        <a:pt x="49" y="60"/>
                        <a:pt x="48" y="61"/>
                      </a:cubicBezTo>
                      <a:cubicBezTo>
                        <a:pt x="47" y="62"/>
                        <a:pt x="44" y="65"/>
                        <a:pt x="43" y="65"/>
                      </a:cubicBezTo>
                      <a:cubicBezTo>
                        <a:pt x="43" y="65"/>
                        <a:pt x="41" y="67"/>
                        <a:pt x="41" y="68"/>
                      </a:cubicBezTo>
                      <a:cubicBezTo>
                        <a:pt x="40" y="69"/>
                        <a:pt x="41" y="71"/>
                        <a:pt x="40" y="72"/>
                      </a:cubicBezTo>
                      <a:cubicBezTo>
                        <a:pt x="40" y="73"/>
                        <a:pt x="39" y="74"/>
                        <a:pt x="39" y="76"/>
                      </a:cubicBezTo>
                      <a:cubicBezTo>
                        <a:pt x="39" y="77"/>
                        <a:pt x="38" y="79"/>
                        <a:pt x="37" y="79"/>
                      </a:cubicBezTo>
                      <a:cubicBezTo>
                        <a:pt x="36" y="80"/>
                        <a:pt x="35" y="81"/>
                        <a:pt x="35" y="81"/>
                      </a:cubicBezTo>
                      <a:cubicBezTo>
                        <a:pt x="34" y="81"/>
                        <a:pt x="32" y="82"/>
                        <a:pt x="31" y="83"/>
                      </a:cubicBezTo>
                      <a:cubicBezTo>
                        <a:pt x="30" y="83"/>
                        <a:pt x="29" y="85"/>
                        <a:pt x="29" y="85"/>
                      </a:cubicBezTo>
                      <a:cubicBezTo>
                        <a:pt x="29" y="86"/>
                        <a:pt x="31" y="87"/>
                        <a:pt x="31" y="87"/>
                      </a:cubicBezTo>
                      <a:cubicBezTo>
                        <a:pt x="32" y="87"/>
                        <a:pt x="33" y="88"/>
                        <a:pt x="33" y="88"/>
                      </a:cubicBezTo>
                      <a:cubicBezTo>
                        <a:pt x="33" y="88"/>
                        <a:pt x="33" y="90"/>
                        <a:pt x="33" y="91"/>
                      </a:cubicBezTo>
                      <a:cubicBezTo>
                        <a:pt x="33" y="91"/>
                        <a:pt x="32" y="94"/>
                        <a:pt x="33" y="94"/>
                      </a:cubicBezTo>
                      <a:cubicBezTo>
                        <a:pt x="34" y="94"/>
                        <a:pt x="36" y="94"/>
                        <a:pt x="36" y="94"/>
                      </a:cubicBezTo>
                      <a:cubicBezTo>
                        <a:pt x="38" y="95"/>
                        <a:pt x="38" y="95"/>
                        <a:pt x="38" y="95"/>
                      </a:cubicBezTo>
                      <a:cubicBezTo>
                        <a:pt x="41" y="96"/>
                        <a:pt x="41" y="96"/>
                        <a:pt x="41" y="96"/>
                      </a:cubicBezTo>
                      <a:cubicBezTo>
                        <a:pt x="42" y="97"/>
                        <a:pt x="42" y="97"/>
                        <a:pt x="42" y="97"/>
                      </a:cubicBezTo>
                      <a:cubicBezTo>
                        <a:pt x="42" y="97"/>
                        <a:pt x="42" y="99"/>
                        <a:pt x="41" y="99"/>
                      </a:cubicBezTo>
                      <a:cubicBezTo>
                        <a:pt x="41" y="100"/>
                        <a:pt x="40" y="101"/>
                        <a:pt x="40" y="101"/>
                      </a:cubicBezTo>
                      <a:cubicBezTo>
                        <a:pt x="39" y="100"/>
                        <a:pt x="39" y="100"/>
                        <a:pt x="39" y="99"/>
                      </a:cubicBezTo>
                      <a:cubicBezTo>
                        <a:pt x="38" y="98"/>
                        <a:pt x="39" y="98"/>
                        <a:pt x="37" y="97"/>
                      </a:cubicBezTo>
                      <a:cubicBezTo>
                        <a:pt x="36" y="97"/>
                        <a:pt x="35" y="98"/>
                        <a:pt x="35" y="98"/>
                      </a:cubicBezTo>
                      <a:cubicBezTo>
                        <a:pt x="34" y="97"/>
                        <a:pt x="33" y="97"/>
                        <a:pt x="33" y="97"/>
                      </a:cubicBezTo>
                      <a:cubicBezTo>
                        <a:pt x="32" y="96"/>
                        <a:pt x="32" y="97"/>
                        <a:pt x="32" y="96"/>
                      </a:cubicBezTo>
                      <a:cubicBezTo>
                        <a:pt x="32" y="94"/>
                        <a:pt x="33" y="94"/>
                        <a:pt x="32" y="93"/>
                      </a:cubicBezTo>
                      <a:cubicBezTo>
                        <a:pt x="32" y="92"/>
                        <a:pt x="31" y="91"/>
                        <a:pt x="30" y="91"/>
                      </a:cubicBezTo>
                      <a:cubicBezTo>
                        <a:pt x="30" y="91"/>
                        <a:pt x="31" y="92"/>
                        <a:pt x="30" y="91"/>
                      </a:cubicBezTo>
                      <a:cubicBezTo>
                        <a:pt x="29" y="90"/>
                        <a:pt x="28" y="89"/>
                        <a:pt x="27" y="89"/>
                      </a:cubicBezTo>
                      <a:cubicBezTo>
                        <a:pt x="27" y="89"/>
                        <a:pt x="26" y="90"/>
                        <a:pt x="26" y="89"/>
                      </a:cubicBezTo>
                      <a:cubicBezTo>
                        <a:pt x="26" y="88"/>
                        <a:pt x="27" y="86"/>
                        <a:pt x="27" y="85"/>
                      </a:cubicBezTo>
                      <a:cubicBezTo>
                        <a:pt x="27" y="85"/>
                        <a:pt x="27" y="83"/>
                        <a:pt x="27" y="83"/>
                      </a:cubicBezTo>
                      <a:cubicBezTo>
                        <a:pt x="27" y="82"/>
                        <a:pt x="28" y="78"/>
                        <a:pt x="28" y="78"/>
                      </a:cubicBezTo>
                      <a:cubicBezTo>
                        <a:pt x="28" y="78"/>
                        <a:pt x="24" y="87"/>
                        <a:pt x="22" y="93"/>
                      </a:cubicBezTo>
                      <a:cubicBezTo>
                        <a:pt x="22" y="93"/>
                        <a:pt x="24" y="93"/>
                        <a:pt x="24" y="94"/>
                      </a:cubicBezTo>
                      <a:cubicBezTo>
                        <a:pt x="24" y="95"/>
                        <a:pt x="24" y="96"/>
                        <a:pt x="24" y="97"/>
                      </a:cubicBezTo>
                      <a:cubicBezTo>
                        <a:pt x="24" y="98"/>
                        <a:pt x="24" y="98"/>
                        <a:pt x="24" y="102"/>
                      </a:cubicBezTo>
                      <a:cubicBezTo>
                        <a:pt x="24" y="105"/>
                        <a:pt x="25" y="106"/>
                        <a:pt x="24" y="107"/>
                      </a:cubicBezTo>
                      <a:cubicBezTo>
                        <a:pt x="24" y="108"/>
                        <a:pt x="23" y="110"/>
                        <a:pt x="23" y="111"/>
                      </a:cubicBezTo>
                      <a:cubicBezTo>
                        <a:pt x="23" y="112"/>
                        <a:pt x="24" y="116"/>
                        <a:pt x="24" y="116"/>
                      </a:cubicBezTo>
                      <a:cubicBezTo>
                        <a:pt x="25" y="117"/>
                        <a:pt x="25" y="117"/>
                        <a:pt x="25" y="118"/>
                      </a:cubicBezTo>
                      <a:cubicBezTo>
                        <a:pt x="26" y="119"/>
                        <a:pt x="24" y="121"/>
                        <a:pt x="26" y="119"/>
                      </a:cubicBezTo>
                      <a:cubicBezTo>
                        <a:pt x="28" y="116"/>
                        <a:pt x="28" y="115"/>
                        <a:pt x="28" y="115"/>
                      </a:cubicBezTo>
                      <a:cubicBezTo>
                        <a:pt x="29" y="114"/>
                        <a:pt x="29" y="114"/>
                        <a:pt x="29" y="114"/>
                      </a:cubicBezTo>
                      <a:cubicBezTo>
                        <a:pt x="29" y="114"/>
                        <a:pt x="29" y="112"/>
                        <a:pt x="32" y="112"/>
                      </a:cubicBezTo>
                      <a:cubicBezTo>
                        <a:pt x="34" y="113"/>
                        <a:pt x="34" y="112"/>
                        <a:pt x="35" y="113"/>
                      </a:cubicBezTo>
                      <a:cubicBezTo>
                        <a:pt x="35" y="114"/>
                        <a:pt x="34" y="116"/>
                        <a:pt x="35" y="116"/>
                      </a:cubicBezTo>
                      <a:cubicBezTo>
                        <a:pt x="36" y="117"/>
                        <a:pt x="39" y="115"/>
                        <a:pt x="40" y="115"/>
                      </a:cubicBezTo>
                      <a:cubicBezTo>
                        <a:pt x="41" y="116"/>
                        <a:pt x="42" y="116"/>
                        <a:pt x="43" y="117"/>
                      </a:cubicBezTo>
                      <a:cubicBezTo>
                        <a:pt x="43" y="119"/>
                        <a:pt x="44" y="121"/>
                        <a:pt x="45" y="121"/>
                      </a:cubicBezTo>
                      <a:cubicBezTo>
                        <a:pt x="45" y="122"/>
                        <a:pt x="45" y="124"/>
                        <a:pt x="46" y="125"/>
                      </a:cubicBezTo>
                      <a:cubicBezTo>
                        <a:pt x="46" y="126"/>
                        <a:pt x="49" y="127"/>
                        <a:pt x="50" y="127"/>
                      </a:cubicBezTo>
                      <a:cubicBezTo>
                        <a:pt x="50" y="127"/>
                        <a:pt x="54" y="128"/>
                        <a:pt x="54" y="128"/>
                      </a:cubicBezTo>
                      <a:cubicBezTo>
                        <a:pt x="55" y="129"/>
                        <a:pt x="54" y="130"/>
                        <a:pt x="56" y="131"/>
                      </a:cubicBezTo>
                      <a:cubicBezTo>
                        <a:pt x="58" y="131"/>
                        <a:pt x="58" y="135"/>
                        <a:pt x="58" y="135"/>
                      </a:cubicBezTo>
                      <a:cubicBezTo>
                        <a:pt x="58" y="135"/>
                        <a:pt x="59" y="138"/>
                        <a:pt x="59" y="138"/>
                      </a:cubicBezTo>
                      <a:cubicBezTo>
                        <a:pt x="58" y="139"/>
                        <a:pt x="58" y="141"/>
                        <a:pt x="59" y="141"/>
                      </a:cubicBezTo>
                      <a:cubicBezTo>
                        <a:pt x="61" y="141"/>
                        <a:pt x="63" y="142"/>
                        <a:pt x="63" y="142"/>
                      </a:cubicBezTo>
                      <a:cubicBezTo>
                        <a:pt x="63" y="142"/>
                        <a:pt x="62" y="144"/>
                        <a:pt x="64" y="145"/>
                      </a:cubicBezTo>
                      <a:cubicBezTo>
                        <a:pt x="67" y="146"/>
                        <a:pt x="69" y="147"/>
                        <a:pt x="70" y="147"/>
                      </a:cubicBezTo>
                      <a:cubicBezTo>
                        <a:pt x="70" y="147"/>
                        <a:pt x="68" y="149"/>
                        <a:pt x="71" y="149"/>
                      </a:cubicBezTo>
                      <a:cubicBezTo>
                        <a:pt x="74" y="149"/>
                        <a:pt x="76" y="149"/>
                        <a:pt x="78" y="150"/>
                      </a:cubicBezTo>
                      <a:cubicBezTo>
                        <a:pt x="79" y="151"/>
                        <a:pt x="78" y="152"/>
                        <a:pt x="82" y="154"/>
                      </a:cubicBezTo>
                      <a:cubicBezTo>
                        <a:pt x="85" y="156"/>
                        <a:pt x="86" y="157"/>
                        <a:pt x="87" y="157"/>
                      </a:cubicBezTo>
                      <a:cubicBezTo>
                        <a:pt x="88" y="158"/>
                        <a:pt x="90" y="157"/>
                        <a:pt x="89" y="160"/>
                      </a:cubicBezTo>
                      <a:cubicBezTo>
                        <a:pt x="89" y="163"/>
                        <a:pt x="88" y="165"/>
                        <a:pt x="87" y="166"/>
                      </a:cubicBezTo>
                      <a:cubicBezTo>
                        <a:pt x="86" y="167"/>
                        <a:pt x="84" y="170"/>
                        <a:pt x="83" y="171"/>
                      </a:cubicBezTo>
                      <a:cubicBezTo>
                        <a:pt x="82" y="172"/>
                        <a:pt x="81" y="174"/>
                        <a:pt x="82" y="176"/>
                      </a:cubicBezTo>
                      <a:cubicBezTo>
                        <a:pt x="83" y="178"/>
                        <a:pt x="84" y="180"/>
                        <a:pt x="84" y="181"/>
                      </a:cubicBezTo>
                      <a:cubicBezTo>
                        <a:pt x="84" y="182"/>
                        <a:pt x="85" y="185"/>
                        <a:pt x="84" y="187"/>
                      </a:cubicBezTo>
                      <a:cubicBezTo>
                        <a:pt x="83" y="188"/>
                        <a:pt x="82" y="190"/>
                        <a:pt x="82" y="190"/>
                      </a:cubicBezTo>
                      <a:cubicBezTo>
                        <a:pt x="82" y="190"/>
                        <a:pt x="84" y="192"/>
                        <a:pt x="83" y="194"/>
                      </a:cubicBezTo>
                      <a:cubicBezTo>
                        <a:pt x="81" y="196"/>
                        <a:pt x="78" y="198"/>
                        <a:pt x="77" y="198"/>
                      </a:cubicBezTo>
                      <a:cubicBezTo>
                        <a:pt x="76" y="199"/>
                        <a:pt x="73" y="201"/>
                        <a:pt x="73" y="201"/>
                      </a:cubicBezTo>
                      <a:cubicBezTo>
                        <a:pt x="73" y="201"/>
                        <a:pt x="73" y="207"/>
                        <a:pt x="73" y="208"/>
                      </a:cubicBezTo>
                      <a:cubicBezTo>
                        <a:pt x="73" y="209"/>
                        <a:pt x="68" y="217"/>
                        <a:pt x="69" y="219"/>
                      </a:cubicBezTo>
                      <a:cubicBezTo>
                        <a:pt x="71" y="221"/>
                        <a:pt x="71" y="224"/>
                        <a:pt x="71" y="225"/>
                      </a:cubicBezTo>
                      <a:cubicBezTo>
                        <a:pt x="71" y="226"/>
                        <a:pt x="70" y="226"/>
                        <a:pt x="69" y="227"/>
                      </a:cubicBezTo>
                      <a:cubicBezTo>
                        <a:pt x="69" y="228"/>
                        <a:pt x="66" y="227"/>
                        <a:pt x="68" y="230"/>
                      </a:cubicBezTo>
                      <a:cubicBezTo>
                        <a:pt x="70" y="233"/>
                        <a:pt x="71" y="234"/>
                        <a:pt x="72" y="236"/>
                      </a:cubicBezTo>
                      <a:cubicBezTo>
                        <a:pt x="73" y="238"/>
                        <a:pt x="72" y="238"/>
                        <a:pt x="74" y="240"/>
                      </a:cubicBezTo>
                      <a:cubicBezTo>
                        <a:pt x="75" y="242"/>
                        <a:pt x="76" y="243"/>
                        <a:pt x="77" y="245"/>
                      </a:cubicBezTo>
                      <a:cubicBezTo>
                        <a:pt x="79" y="246"/>
                        <a:pt x="80" y="247"/>
                        <a:pt x="80" y="248"/>
                      </a:cubicBezTo>
                      <a:cubicBezTo>
                        <a:pt x="80" y="250"/>
                        <a:pt x="84" y="254"/>
                        <a:pt x="80" y="251"/>
                      </a:cubicBezTo>
                      <a:cubicBezTo>
                        <a:pt x="76" y="248"/>
                        <a:pt x="79" y="251"/>
                        <a:pt x="74" y="247"/>
                      </a:cubicBezTo>
                      <a:cubicBezTo>
                        <a:pt x="69" y="242"/>
                        <a:pt x="68" y="244"/>
                        <a:pt x="66" y="241"/>
                      </a:cubicBezTo>
                      <a:cubicBezTo>
                        <a:pt x="64" y="239"/>
                        <a:pt x="67" y="248"/>
                        <a:pt x="63" y="237"/>
                      </a:cubicBezTo>
                      <a:cubicBezTo>
                        <a:pt x="59" y="226"/>
                        <a:pt x="57" y="227"/>
                        <a:pt x="56" y="225"/>
                      </a:cubicBezTo>
                      <a:cubicBezTo>
                        <a:pt x="55" y="223"/>
                        <a:pt x="56" y="225"/>
                        <a:pt x="53" y="220"/>
                      </a:cubicBezTo>
                      <a:cubicBezTo>
                        <a:pt x="50" y="214"/>
                        <a:pt x="53" y="218"/>
                        <a:pt x="50" y="214"/>
                      </a:cubicBezTo>
                      <a:cubicBezTo>
                        <a:pt x="47" y="211"/>
                        <a:pt x="47" y="216"/>
                        <a:pt x="46" y="209"/>
                      </a:cubicBezTo>
                      <a:cubicBezTo>
                        <a:pt x="45" y="203"/>
                        <a:pt x="44" y="207"/>
                        <a:pt x="43" y="200"/>
                      </a:cubicBezTo>
                      <a:cubicBezTo>
                        <a:pt x="41" y="193"/>
                        <a:pt x="44" y="192"/>
                        <a:pt x="40" y="189"/>
                      </a:cubicBezTo>
                      <a:cubicBezTo>
                        <a:pt x="36" y="186"/>
                        <a:pt x="36" y="187"/>
                        <a:pt x="35" y="185"/>
                      </a:cubicBezTo>
                      <a:cubicBezTo>
                        <a:pt x="34" y="182"/>
                        <a:pt x="35" y="185"/>
                        <a:pt x="32" y="179"/>
                      </a:cubicBezTo>
                      <a:cubicBezTo>
                        <a:pt x="28" y="172"/>
                        <a:pt x="24" y="170"/>
                        <a:pt x="24" y="159"/>
                      </a:cubicBezTo>
                      <a:cubicBezTo>
                        <a:pt x="24" y="149"/>
                        <a:pt x="24" y="147"/>
                        <a:pt x="24" y="147"/>
                      </a:cubicBezTo>
                      <a:cubicBezTo>
                        <a:pt x="24" y="147"/>
                        <a:pt x="19" y="143"/>
                        <a:pt x="20" y="137"/>
                      </a:cubicBezTo>
                      <a:cubicBezTo>
                        <a:pt x="22" y="131"/>
                        <a:pt x="23" y="133"/>
                        <a:pt x="22" y="131"/>
                      </a:cubicBezTo>
                      <a:cubicBezTo>
                        <a:pt x="22" y="129"/>
                        <a:pt x="21" y="129"/>
                        <a:pt x="19" y="127"/>
                      </a:cubicBezTo>
                      <a:cubicBezTo>
                        <a:pt x="17" y="124"/>
                        <a:pt x="17" y="125"/>
                        <a:pt x="17" y="123"/>
                      </a:cubicBezTo>
                      <a:cubicBezTo>
                        <a:pt x="16" y="122"/>
                        <a:pt x="16" y="118"/>
                        <a:pt x="16" y="118"/>
                      </a:cubicBezTo>
                      <a:cubicBezTo>
                        <a:pt x="14" y="119"/>
                        <a:pt x="14" y="119"/>
                        <a:pt x="14" y="119"/>
                      </a:cubicBezTo>
                      <a:cubicBezTo>
                        <a:pt x="14" y="119"/>
                        <a:pt x="0" y="258"/>
                        <a:pt x="138" y="278"/>
                      </a:cubicBezTo>
                      <a:cubicBezTo>
                        <a:pt x="138" y="278"/>
                        <a:pt x="106" y="271"/>
                        <a:pt x="104" y="265"/>
                      </a:cubicBezTo>
                      <a:cubicBezTo>
                        <a:pt x="104" y="265"/>
                        <a:pt x="103" y="259"/>
                        <a:pt x="104" y="259"/>
                      </a:cubicBezTo>
                      <a:cubicBezTo>
                        <a:pt x="106" y="259"/>
                        <a:pt x="108" y="260"/>
                        <a:pt x="110" y="258"/>
                      </a:cubicBezTo>
                      <a:cubicBezTo>
                        <a:pt x="112" y="257"/>
                        <a:pt x="114" y="255"/>
                        <a:pt x="114" y="255"/>
                      </a:cubicBezTo>
                      <a:cubicBezTo>
                        <a:pt x="114" y="257"/>
                        <a:pt x="114" y="257"/>
                        <a:pt x="114" y="257"/>
                      </a:cubicBezTo>
                      <a:cubicBezTo>
                        <a:pt x="114" y="257"/>
                        <a:pt x="112" y="258"/>
                        <a:pt x="118" y="257"/>
                      </a:cubicBezTo>
                      <a:cubicBezTo>
                        <a:pt x="125" y="256"/>
                        <a:pt x="125" y="256"/>
                        <a:pt x="127" y="255"/>
                      </a:cubicBezTo>
                      <a:cubicBezTo>
                        <a:pt x="129" y="254"/>
                        <a:pt x="132" y="249"/>
                        <a:pt x="133" y="252"/>
                      </a:cubicBezTo>
                      <a:cubicBezTo>
                        <a:pt x="135" y="255"/>
                        <a:pt x="132" y="254"/>
                        <a:pt x="135" y="255"/>
                      </a:cubicBezTo>
                      <a:cubicBezTo>
                        <a:pt x="137" y="257"/>
                        <a:pt x="143" y="255"/>
                        <a:pt x="143" y="255"/>
                      </a:cubicBezTo>
                      <a:cubicBezTo>
                        <a:pt x="143" y="255"/>
                        <a:pt x="153" y="255"/>
                        <a:pt x="154" y="254"/>
                      </a:cubicBezTo>
                      <a:cubicBezTo>
                        <a:pt x="155" y="253"/>
                        <a:pt x="155" y="252"/>
                        <a:pt x="156" y="252"/>
                      </a:cubicBezTo>
                      <a:cubicBezTo>
                        <a:pt x="158" y="252"/>
                        <a:pt x="159" y="255"/>
                        <a:pt x="159" y="255"/>
                      </a:cubicBezTo>
                      <a:cubicBezTo>
                        <a:pt x="154" y="258"/>
                        <a:pt x="154" y="258"/>
                        <a:pt x="154" y="258"/>
                      </a:cubicBezTo>
                      <a:cubicBezTo>
                        <a:pt x="149" y="262"/>
                        <a:pt x="149" y="262"/>
                        <a:pt x="149" y="262"/>
                      </a:cubicBezTo>
                      <a:cubicBezTo>
                        <a:pt x="149" y="262"/>
                        <a:pt x="146" y="262"/>
                        <a:pt x="148" y="263"/>
                      </a:cubicBezTo>
                      <a:cubicBezTo>
                        <a:pt x="150" y="264"/>
                        <a:pt x="151" y="264"/>
                        <a:pt x="154" y="264"/>
                      </a:cubicBezTo>
                      <a:cubicBezTo>
                        <a:pt x="156" y="265"/>
                        <a:pt x="161" y="269"/>
                        <a:pt x="163" y="266"/>
                      </a:cubicBezTo>
                      <a:cubicBezTo>
                        <a:pt x="164" y="264"/>
                        <a:pt x="164" y="263"/>
                        <a:pt x="165" y="262"/>
                      </a:cubicBezTo>
                      <a:cubicBezTo>
                        <a:pt x="166" y="260"/>
                        <a:pt x="166" y="258"/>
                        <a:pt x="168" y="258"/>
                      </a:cubicBezTo>
                      <a:cubicBezTo>
                        <a:pt x="171" y="258"/>
                        <a:pt x="173" y="259"/>
                        <a:pt x="173" y="259"/>
                      </a:cubicBezTo>
                      <a:cubicBezTo>
                        <a:pt x="171" y="263"/>
                        <a:pt x="171" y="263"/>
                        <a:pt x="171" y="263"/>
                      </a:cubicBezTo>
                      <a:cubicBezTo>
                        <a:pt x="171" y="263"/>
                        <a:pt x="175" y="263"/>
                        <a:pt x="177" y="263"/>
                      </a:cubicBezTo>
                      <a:cubicBezTo>
                        <a:pt x="178" y="263"/>
                        <a:pt x="179" y="265"/>
                        <a:pt x="181" y="263"/>
                      </a:cubicBezTo>
                      <a:cubicBezTo>
                        <a:pt x="183" y="261"/>
                        <a:pt x="183" y="261"/>
                        <a:pt x="186" y="260"/>
                      </a:cubicBezTo>
                      <a:cubicBezTo>
                        <a:pt x="188" y="260"/>
                        <a:pt x="191" y="259"/>
                        <a:pt x="192" y="259"/>
                      </a:cubicBezTo>
                      <a:cubicBezTo>
                        <a:pt x="193" y="260"/>
                        <a:pt x="195" y="260"/>
                        <a:pt x="196" y="260"/>
                      </a:cubicBezTo>
                      <a:cubicBezTo>
                        <a:pt x="197" y="260"/>
                        <a:pt x="202" y="264"/>
                        <a:pt x="203" y="263"/>
                      </a:cubicBezTo>
                      <a:cubicBezTo>
                        <a:pt x="204" y="262"/>
                        <a:pt x="210" y="263"/>
                        <a:pt x="210" y="263"/>
                      </a:cubicBezTo>
                      <a:cubicBezTo>
                        <a:pt x="210" y="263"/>
                        <a:pt x="194" y="277"/>
                        <a:pt x="160" y="278"/>
                      </a:cubicBezTo>
                      <a:cubicBezTo>
                        <a:pt x="160" y="278"/>
                        <a:pt x="236" y="282"/>
                        <a:pt x="279" y="207"/>
                      </a:cubicBezTo>
                      <a:cubicBezTo>
                        <a:pt x="322" y="133"/>
                        <a:pt x="292" y="37"/>
                        <a:pt x="194" y="4"/>
                      </a:cubicBezTo>
                      <a:cubicBezTo>
                        <a:pt x="194" y="4"/>
                        <a:pt x="267" y="31"/>
                        <a:pt x="287" y="102"/>
                      </a:cubicBezTo>
                      <a:cubicBezTo>
                        <a:pt x="286" y="103"/>
                        <a:pt x="286" y="103"/>
                        <a:pt x="286" y="103"/>
                      </a:cubicBezTo>
                      <a:cubicBezTo>
                        <a:pt x="284" y="101"/>
                        <a:pt x="284" y="102"/>
                        <a:pt x="283" y="99"/>
                      </a:cubicBezTo>
                      <a:cubicBezTo>
                        <a:pt x="281" y="95"/>
                        <a:pt x="282" y="96"/>
                        <a:pt x="281" y="94"/>
                      </a:cubicBezTo>
                      <a:cubicBezTo>
                        <a:pt x="280" y="91"/>
                        <a:pt x="280" y="93"/>
                        <a:pt x="278" y="91"/>
                      </a:cubicBezTo>
                      <a:cubicBezTo>
                        <a:pt x="277" y="88"/>
                        <a:pt x="276" y="89"/>
                        <a:pt x="275" y="87"/>
                      </a:cubicBezTo>
                      <a:cubicBezTo>
                        <a:pt x="274" y="86"/>
                        <a:pt x="272" y="82"/>
                        <a:pt x="271" y="81"/>
                      </a:cubicBezTo>
                      <a:cubicBezTo>
                        <a:pt x="270" y="79"/>
                        <a:pt x="267" y="79"/>
                        <a:pt x="266" y="79"/>
                      </a:cubicBezTo>
                      <a:cubicBezTo>
                        <a:pt x="265" y="78"/>
                        <a:pt x="265" y="77"/>
                        <a:pt x="265" y="78"/>
                      </a:cubicBezTo>
                      <a:cubicBezTo>
                        <a:pt x="264" y="80"/>
                        <a:pt x="267" y="82"/>
                        <a:pt x="267" y="82"/>
                      </a:cubicBezTo>
                      <a:cubicBezTo>
                        <a:pt x="267" y="88"/>
                        <a:pt x="267" y="88"/>
                        <a:pt x="267" y="88"/>
                      </a:cubicBezTo>
                      <a:cubicBezTo>
                        <a:pt x="267" y="88"/>
                        <a:pt x="269" y="93"/>
                        <a:pt x="269" y="94"/>
                      </a:cubicBezTo>
                      <a:cubicBezTo>
                        <a:pt x="269" y="95"/>
                        <a:pt x="267" y="99"/>
                        <a:pt x="267" y="99"/>
                      </a:cubicBezTo>
                      <a:cubicBezTo>
                        <a:pt x="267" y="99"/>
                        <a:pt x="266" y="103"/>
                        <a:pt x="265" y="103"/>
                      </a:cubicBezTo>
                      <a:cubicBezTo>
                        <a:pt x="264" y="104"/>
                        <a:pt x="256" y="105"/>
                        <a:pt x="256" y="105"/>
                      </a:cubicBezTo>
                      <a:cubicBezTo>
                        <a:pt x="256" y="105"/>
                        <a:pt x="254" y="103"/>
                        <a:pt x="253" y="101"/>
                      </a:cubicBezTo>
                      <a:cubicBezTo>
                        <a:pt x="251" y="98"/>
                        <a:pt x="247" y="98"/>
                        <a:pt x="246" y="97"/>
                      </a:cubicBezTo>
                      <a:cubicBezTo>
                        <a:pt x="246" y="96"/>
                        <a:pt x="247" y="94"/>
                        <a:pt x="245" y="91"/>
                      </a:cubicBezTo>
                      <a:cubicBezTo>
                        <a:pt x="243" y="88"/>
                        <a:pt x="245" y="89"/>
                        <a:pt x="243" y="87"/>
                      </a:cubicBezTo>
                      <a:cubicBezTo>
                        <a:pt x="240" y="84"/>
                        <a:pt x="240" y="84"/>
                        <a:pt x="240" y="84"/>
                      </a:cubicBezTo>
                      <a:cubicBezTo>
                        <a:pt x="240" y="84"/>
                        <a:pt x="234" y="82"/>
                        <a:pt x="236" y="86"/>
                      </a:cubicBezTo>
                      <a:cubicBezTo>
                        <a:pt x="238" y="89"/>
                        <a:pt x="236" y="93"/>
                        <a:pt x="238" y="93"/>
                      </a:cubicBezTo>
                      <a:cubicBezTo>
                        <a:pt x="239" y="93"/>
                        <a:pt x="240" y="92"/>
                        <a:pt x="242" y="95"/>
                      </a:cubicBezTo>
                      <a:cubicBezTo>
                        <a:pt x="243" y="98"/>
                        <a:pt x="243" y="99"/>
                        <a:pt x="244" y="100"/>
                      </a:cubicBezTo>
                      <a:cubicBezTo>
                        <a:pt x="245" y="101"/>
                        <a:pt x="245" y="105"/>
                        <a:pt x="247" y="106"/>
                      </a:cubicBezTo>
                      <a:cubicBezTo>
                        <a:pt x="248" y="106"/>
                        <a:pt x="252" y="106"/>
                        <a:pt x="251" y="107"/>
                      </a:cubicBezTo>
                      <a:cubicBezTo>
                        <a:pt x="251" y="109"/>
                        <a:pt x="249" y="111"/>
                        <a:pt x="251" y="112"/>
                      </a:cubicBezTo>
                      <a:cubicBezTo>
                        <a:pt x="254" y="113"/>
                        <a:pt x="254" y="114"/>
                        <a:pt x="255" y="113"/>
                      </a:cubicBezTo>
                      <a:cubicBezTo>
                        <a:pt x="257" y="113"/>
                        <a:pt x="256" y="114"/>
                        <a:pt x="258" y="113"/>
                      </a:cubicBezTo>
                      <a:cubicBezTo>
                        <a:pt x="261" y="112"/>
                        <a:pt x="263" y="112"/>
                        <a:pt x="263" y="112"/>
                      </a:cubicBezTo>
                      <a:cubicBezTo>
                        <a:pt x="263" y="112"/>
                        <a:pt x="266" y="114"/>
                        <a:pt x="266" y="115"/>
                      </a:cubicBezTo>
                      <a:cubicBezTo>
                        <a:pt x="266" y="116"/>
                        <a:pt x="265" y="122"/>
                        <a:pt x="265" y="122"/>
                      </a:cubicBezTo>
                      <a:cubicBezTo>
                        <a:pt x="262" y="127"/>
                        <a:pt x="262" y="127"/>
                        <a:pt x="262" y="127"/>
                      </a:cubicBezTo>
                      <a:cubicBezTo>
                        <a:pt x="262" y="127"/>
                        <a:pt x="262" y="137"/>
                        <a:pt x="261" y="137"/>
                      </a:cubicBezTo>
                      <a:cubicBezTo>
                        <a:pt x="259" y="137"/>
                        <a:pt x="257" y="141"/>
                        <a:pt x="256" y="142"/>
                      </a:cubicBezTo>
                      <a:cubicBezTo>
                        <a:pt x="255" y="143"/>
                        <a:pt x="255" y="149"/>
                        <a:pt x="255" y="149"/>
                      </a:cubicBezTo>
                      <a:cubicBezTo>
                        <a:pt x="252" y="153"/>
                        <a:pt x="252" y="153"/>
                        <a:pt x="252" y="153"/>
                      </a:cubicBezTo>
                      <a:cubicBezTo>
                        <a:pt x="252" y="153"/>
                        <a:pt x="252" y="158"/>
                        <a:pt x="252" y="159"/>
                      </a:cubicBezTo>
                      <a:cubicBezTo>
                        <a:pt x="252" y="160"/>
                        <a:pt x="253" y="165"/>
                        <a:pt x="252" y="168"/>
                      </a:cubicBezTo>
                      <a:cubicBezTo>
                        <a:pt x="252" y="171"/>
                        <a:pt x="248" y="173"/>
                        <a:pt x="248" y="173"/>
                      </a:cubicBezTo>
                      <a:cubicBezTo>
                        <a:pt x="248" y="173"/>
                        <a:pt x="253" y="178"/>
                        <a:pt x="250" y="179"/>
                      </a:cubicBezTo>
                      <a:cubicBezTo>
                        <a:pt x="248" y="179"/>
                        <a:pt x="245" y="183"/>
                        <a:pt x="244" y="184"/>
                      </a:cubicBezTo>
                      <a:cubicBezTo>
                        <a:pt x="244" y="185"/>
                        <a:pt x="244" y="187"/>
                        <a:pt x="242" y="187"/>
                      </a:cubicBezTo>
                      <a:cubicBezTo>
                        <a:pt x="241" y="188"/>
                        <a:pt x="238" y="188"/>
                        <a:pt x="238" y="189"/>
                      </a:cubicBezTo>
                      <a:cubicBezTo>
                        <a:pt x="238" y="190"/>
                        <a:pt x="238" y="194"/>
                        <a:pt x="238" y="194"/>
                      </a:cubicBezTo>
                      <a:cubicBezTo>
                        <a:pt x="233" y="202"/>
                        <a:pt x="233" y="202"/>
                        <a:pt x="233" y="202"/>
                      </a:cubicBezTo>
                      <a:cubicBezTo>
                        <a:pt x="226" y="207"/>
                        <a:pt x="226" y="207"/>
                        <a:pt x="226" y="207"/>
                      </a:cubicBezTo>
                      <a:cubicBezTo>
                        <a:pt x="226" y="207"/>
                        <a:pt x="227" y="210"/>
                        <a:pt x="225" y="211"/>
                      </a:cubicBezTo>
                      <a:cubicBezTo>
                        <a:pt x="223" y="211"/>
                        <a:pt x="217" y="214"/>
                        <a:pt x="216" y="215"/>
                      </a:cubicBezTo>
                      <a:cubicBezTo>
                        <a:pt x="215" y="216"/>
                        <a:pt x="210" y="218"/>
                        <a:pt x="208" y="218"/>
                      </a:cubicBezTo>
                      <a:cubicBezTo>
                        <a:pt x="206" y="218"/>
                        <a:pt x="209" y="223"/>
                        <a:pt x="206" y="218"/>
                      </a:cubicBezTo>
                      <a:cubicBezTo>
                        <a:pt x="204" y="213"/>
                        <a:pt x="206" y="216"/>
                        <a:pt x="203" y="211"/>
                      </a:cubicBezTo>
                      <a:cubicBezTo>
                        <a:pt x="201" y="206"/>
                        <a:pt x="201" y="210"/>
                        <a:pt x="201" y="206"/>
                      </a:cubicBezTo>
                      <a:cubicBezTo>
                        <a:pt x="201" y="202"/>
                        <a:pt x="201" y="206"/>
                        <a:pt x="201" y="202"/>
                      </a:cubicBezTo>
                      <a:cubicBezTo>
                        <a:pt x="201" y="198"/>
                        <a:pt x="202" y="201"/>
                        <a:pt x="200" y="197"/>
                      </a:cubicBezTo>
                      <a:cubicBezTo>
                        <a:pt x="198" y="192"/>
                        <a:pt x="199" y="194"/>
                        <a:pt x="196" y="191"/>
                      </a:cubicBezTo>
                      <a:cubicBezTo>
                        <a:pt x="193" y="188"/>
                        <a:pt x="191" y="191"/>
                        <a:pt x="193" y="187"/>
                      </a:cubicBezTo>
                      <a:cubicBezTo>
                        <a:pt x="195" y="183"/>
                        <a:pt x="194" y="187"/>
                        <a:pt x="195" y="183"/>
                      </a:cubicBezTo>
                      <a:cubicBezTo>
                        <a:pt x="196" y="178"/>
                        <a:pt x="194" y="178"/>
                        <a:pt x="197" y="176"/>
                      </a:cubicBezTo>
                      <a:cubicBezTo>
                        <a:pt x="200" y="174"/>
                        <a:pt x="202" y="173"/>
                        <a:pt x="201" y="171"/>
                      </a:cubicBezTo>
                      <a:cubicBezTo>
                        <a:pt x="201" y="168"/>
                        <a:pt x="201" y="167"/>
                        <a:pt x="201" y="165"/>
                      </a:cubicBezTo>
                      <a:cubicBezTo>
                        <a:pt x="200" y="164"/>
                        <a:pt x="197" y="161"/>
                        <a:pt x="197" y="160"/>
                      </a:cubicBezTo>
                      <a:cubicBezTo>
                        <a:pt x="197" y="159"/>
                        <a:pt x="197" y="160"/>
                        <a:pt x="195" y="157"/>
                      </a:cubicBezTo>
                      <a:cubicBezTo>
                        <a:pt x="193" y="154"/>
                        <a:pt x="191" y="152"/>
                        <a:pt x="191" y="152"/>
                      </a:cubicBezTo>
                      <a:cubicBezTo>
                        <a:pt x="191" y="152"/>
                        <a:pt x="191" y="145"/>
                        <a:pt x="191" y="143"/>
                      </a:cubicBezTo>
                      <a:cubicBezTo>
                        <a:pt x="191" y="140"/>
                        <a:pt x="190" y="144"/>
                        <a:pt x="191" y="140"/>
                      </a:cubicBezTo>
                      <a:cubicBezTo>
                        <a:pt x="192" y="136"/>
                        <a:pt x="192" y="133"/>
                        <a:pt x="192" y="133"/>
                      </a:cubicBezTo>
                      <a:cubicBezTo>
                        <a:pt x="192" y="133"/>
                        <a:pt x="187" y="130"/>
                        <a:pt x="185" y="130"/>
                      </a:cubicBezTo>
                      <a:cubicBezTo>
                        <a:pt x="183" y="131"/>
                        <a:pt x="183" y="134"/>
                        <a:pt x="180" y="131"/>
                      </a:cubicBezTo>
                      <a:cubicBezTo>
                        <a:pt x="178" y="129"/>
                        <a:pt x="178" y="127"/>
                        <a:pt x="177" y="127"/>
                      </a:cubicBezTo>
                      <a:cubicBezTo>
                        <a:pt x="176" y="126"/>
                        <a:pt x="174" y="126"/>
                        <a:pt x="173" y="127"/>
                      </a:cubicBezTo>
                      <a:cubicBezTo>
                        <a:pt x="171" y="128"/>
                        <a:pt x="167" y="128"/>
                        <a:pt x="164" y="130"/>
                      </a:cubicBezTo>
                      <a:cubicBezTo>
                        <a:pt x="161" y="131"/>
                        <a:pt x="160" y="131"/>
                        <a:pt x="157" y="131"/>
                      </a:cubicBezTo>
                      <a:cubicBezTo>
                        <a:pt x="153" y="131"/>
                        <a:pt x="148" y="132"/>
                        <a:pt x="145" y="130"/>
                      </a:cubicBezTo>
                      <a:cubicBezTo>
                        <a:pt x="142" y="129"/>
                        <a:pt x="142" y="131"/>
                        <a:pt x="140" y="128"/>
                      </a:cubicBezTo>
                      <a:cubicBezTo>
                        <a:pt x="139" y="124"/>
                        <a:pt x="140" y="125"/>
                        <a:pt x="137" y="123"/>
                      </a:cubicBezTo>
                      <a:cubicBezTo>
                        <a:pt x="135" y="122"/>
                        <a:pt x="134" y="123"/>
                        <a:pt x="134" y="120"/>
                      </a:cubicBezTo>
                      <a:cubicBezTo>
                        <a:pt x="133" y="117"/>
                        <a:pt x="135" y="118"/>
                        <a:pt x="133" y="115"/>
                      </a:cubicBezTo>
                      <a:cubicBezTo>
                        <a:pt x="130" y="112"/>
                        <a:pt x="134" y="116"/>
                        <a:pt x="130" y="112"/>
                      </a:cubicBezTo>
                      <a:cubicBezTo>
                        <a:pt x="127" y="108"/>
                        <a:pt x="125" y="112"/>
                        <a:pt x="127" y="108"/>
                      </a:cubicBezTo>
                      <a:cubicBezTo>
                        <a:pt x="128" y="105"/>
                        <a:pt x="129" y="107"/>
                        <a:pt x="129" y="103"/>
                      </a:cubicBezTo>
                      <a:cubicBezTo>
                        <a:pt x="129" y="99"/>
                        <a:pt x="135" y="105"/>
                        <a:pt x="131" y="97"/>
                      </a:cubicBezTo>
                      <a:cubicBezTo>
                        <a:pt x="128" y="89"/>
                        <a:pt x="127" y="91"/>
                        <a:pt x="130" y="85"/>
                      </a:cubicBezTo>
                      <a:cubicBezTo>
                        <a:pt x="134" y="79"/>
                        <a:pt x="138" y="77"/>
                        <a:pt x="138" y="76"/>
                      </a:cubicBezTo>
                      <a:cubicBezTo>
                        <a:pt x="139" y="74"/>
                        <a:pt x="140" y="71"/>
                        <a:pt x="142" y="70"/>
                      </a:cubicBezTo>
                      <a:cubicBezTo>
                        <a:pt x="143" y="69"/>
                        <a:pt x="142" y="68"/>
                        <a:pt x="145" y="68"/>
                      </a:cubicBezTo>
                      <a:cubicBezTo>
                        <a:pt x="148" y="69"/>
                        <a:pt x="151" y="67"/>
                        <a:pt x="153" y="65"/>
                      </a:cubicBezTo>
                      <a:cubicBezTo>
                        <a:pt x="155" y="63"/>
                        <a:pt x="158" y="61"/>
                        <a:pt x="159" y="60"/>
                      </a:cubicBezTo>
                      <a:cubicBezTo>
                        <a:pt x="160" y="60"/>
                        <a:pt x="160" y="61"/>
                        <a:pt x="163" y="60"/>
                      </a:cubicBezTo>
                      <a:cubicBezTo>
                        <a:pt x="166" y="59"/>
                        <a:pt x="166" y="59"/>
                        <a:pt x="168" y="59"/>
                      </a:cubicBezTo>
                      <a:cubicBezTo>
                        <a:pt x="170" y="59"/>
                        <a:pt x="166" y="60"/>
                        <a:pt x="172" y="59"/>
                      </a:cubicBezTo>
                      <a:cubicBezTo>
                        <a:pt x="178" y="58"/>
                        <a:pt x="176" y="58"/>
                        <a:pt x="178" y="58"/>
                      </a:cubicBezTo>
                      <a:cubicBezTo>
                        <a:pt x="179" y="58"/>
                        <a:pt x="178" y="58"/>
                        <a:pt x="180" y="58"/>
                      </a:cubicBezTo>
                      <a:cubicBezTo>
                        <a:pt x="183" y="59"/>
                        <a:pt x="182" y="54"/>
                        <a:pt x="183" y="59"/>
                      </a:cubicBezTo>
                      <a:cubicBezTo>
                        <a:pt x="183" y="63"/>
                        <a:pt x="181" y="66"/>
                        <a:pt x="185" y="66"/>
                      </a:cubicBezTo>
                      <a:cubicBezTo>
                        <a:pt x="189" y="66"/>
                        <a:pt x="185" y="66"/>
                        <a:pt x="189" y="66"/>
                      </a:cubicBezTo>
                      <a:cubicBezTo>
                        <a:pt x="193" y="66"/>
                        <a:pt x="192" y="67"/>
                        <a:pt x="194" y="68"/>
                      </a:cubicBezTo>
                      <a:cubicBezTo>
                        <a:pt x="196" y="69"/>
                        <a:pt x="197" y="70"/>
                        <a:pt x="200" y="70"/>
                      </a:cubicBezTo>
                      <a:cubicBezTo>
                        <a:pt x="202" y="70"/>
                        <a:pt x="198" y="75"/>
                        <a:pt x="202" y="70"/>
                      </a:cubicBezTo>
                      <a:cubicBezTo>
                        <a:pt x="207" y="66"/>
                        <a:pt x="199" y="65"/>
                        <a:pt x="207" y="66"/>
                      </a:cubicBezTo>
                      <a:cubicBezTo>
                        <a:pt x="214" y="67"/>
                        <a:pt x="215" y="68"/>
                        <a:pt x="217" y="68"/>
                      </a:cubicBezTo>
                      <a:cubicBezTo>
                        <a:pt x="218" y="67"/>
                        <a:pt x="218" y="68"/>
                        <a:pt x="221" y="67"/>
                      </a:cubicBezTo>
                      <a:cubicBezTo>
                        <a:pt x="225" y="65"/>
                        <a:pt x="225" y="65"/>
                        <a:pt x="226" y="66"/>
                      </a:cubicBezTo>
                      <a:cubicBezTo>
                        <a:pt x="228" y="66"/>
                        <a:pt x="228" y="69"/>
                        <a:pt x="229" y="66"/>
                      </a:cubicBezTo>
                      <a:cubicBezTo>
                        <a:pt x="230" y="63"/>
                        <a:pt x="233" y="64"/>
                        <a:pt x="229" y="62"/>
                      </a:cubicBezTo>
                      <a:cubicBezTo>
                        <a:pt x="225" y="61"/>
                        <a:pt x="224" y="63"/>
                        <a:pt x="223" y="60"/>
                      </a:cubicBezTo>
                      <a:cubicBezTo>
                        <a:pt x="222" y="58"/>
                        <a:pt x="226" y="58"/>
                        <a:pt x="222" y="58"/>
                      </a:cubicBezTo>
                      <a:cubicBezTo>
                        <a:pt x="219" y="57"/>
                        <a:pt x="219" y="57"/>
                        <a:pt x="216" y="56"/>
                      </a:cubicBezTo>
                      <a:cubicBezTo>
                        <a:pt x="213" y="55"/>
                        <a:pt x="210" y="59"/>
                        <a:pt x="209" y="56"/>
                      </a:cubicBezTo>
                      <a:cubicBezTo>
                        <a:pt x="208" y="53"/>
                        <a:pt x="203" y="58"/>
                        <a:pt x="208" y="53"/>
                      </a:cubicBezTo>
                      <a:cubicBezTo>
                        <a:pt x="214" y="48"/>
                        <a:pt x="212" y="46"/>
                        <a:pt x="215" y="47"/>
                      </a:cubicBezTo>
                      <a:cubicBezTo>
                        <a:pt x="219" y="48"/>
                        <a:pt x="218" y="51"/>
                        <a:pt x="220" y="49"/>
                      </a:cubicBezTo>
                      <a:cubicBezTo>
                        <a:pt x="222" y="47"/>
                        <a:pt x="227" y="46"/>
                        <a:pt x="222" y="43"/>
                      </a:cubicBezTo>
                      <a:cubicBezTo>
                        <a:pt x="218" y="40"/>
                        <a:pt x="221" y="41"/>
                        <a:pt x="217" y="40"/>
                      </a:cubicBezTo>
                      <a:cubicBezTo>
                        <a:pt x="213" y="38"/>
                        <a:pt x="209" y="47"/>
                        <a:pt x="207" y="46"/>
                      </a:cubicBezTo>
                      <a:cubicBezTo>
                        <a:pt x="205" y="44"/>
                        <a:pt x="204" y="43"/>
                        <a:pt x="202" y="44"/>
                      </a:cubicBezTo>
                      <a:cubicBezTo>
                        <a:pt x="201" y="45"/>
                        <a:pt x="201" y="48"/>
                        <a:pt x="201" y="51"/>
                      </a:cubicBezTo>
                      <a:cubicBezTo>
                        <a:pt x="201" y="54"/>
                        <a:pt x="203" y="54"/>
                        <a:pt x="199" y="52"/>
                      </a:cubicBezTo>
                      <a:cubicBezTo>
                        <a:pt x="195" y="50"/>
                        <a:pt x="203" y="51"/>
                        <a:pt x="194" y="48"/>
                      </a:cubicBezTo>
                      <a:cubicBezTo>
                        <a:pt x="184" y="44"/>
                        <a:pt x="181" y="45"/>
                        <a:pt x="180" y="46"/>
                      </a:cubicBezTo>
                      <a:cubicBezTo>
                        <a:pt x="179" y="48"/>
                        <a:pt x="177" y="47"/>
                        <a:pt x="176" y="48"/>
                      </a:cubicBezTo>
                      <a:cubicBezTo>
                        <a:pt x="175" y="49"/>
                        <a:pt x="179" y="52"/>
                        <a:pt x="175" y="49"/>
                      </a:cubicBezTo>
                      <a:cubicBezTo>
                        <a:pt x="171" y="47"/>
                        <a:pt x="167" y="51"/>
                        <a:pt x="167" y="51"/>
                      </a:cubicBezTo>
                      <a:cubicBezTo>
                        <a:pt x="167" y="51"/>
                        <a:pt x="165" y="50"/>
                        <a:pt x="164" y="51"/>
                      </a:cubicBezTo>
                      <a:cubicBezTo>
                        <a:pt x="162" y="53"/>
                        <a:pt x="159" y="54"/>
                        <a:pt x="157" y="53"/>
                      </a:cubicBezTo>
                      <a:cubicBezTo>
                        <a:pt x="155" y="52"/>
                        <a:pt x="151" y="54"/>
                        <a:pt x="154" y="49"/>
                      </a:cubicBezTo>
                      <a:cubicBezTo>
                        <a:pt x="158" y="44"/>
                        <a:pt x="155" y="47"/>
                        <a:pt x="161" y="45"/>
                      </a:cubicBezTo>
                      <a:cubicBezTo>
                        <a:pt x="166" y="42"/>
                        <a:pt x="175" y="42"/>
                        <a:pt x="167" y="40"/>
                      </a:cubicBezTo>
                      <a:cubicBezTo>
                        <a:pt x="160" y="39"/>
                        <a:pt x="171" y="39"/>
                        <a:pt x="162" y="34"/>
                      </a:cubicBezTo>
                      <a:cubicBezTo>
                        <a:pt x="152" y="30"/>
                        <a:pt x="152" y="36"/>
                        <a:pt x="152" y="30"/>
                      </a:cubicBezTo>
                      <a:cubicBezTo>
                        <a:pt x="153" y="23"/>
                        <a:pt x="152" y="23"/>
                        <a:pt x="150" y="23"/>
                      </a:cubicBezTo>
                      <a:cubicBezTo>
                        <a:pt x="148" y="24"/>
                        <a:pt x="142" y="25"/>
                        <a:pt x="139" y="25"/>
                      </a:cubicBezTo>
                      <a:cubicBezTo>
                        <a:pt x="137" y="26"/>
                        <a:pt x="140" y="28"/>
                        <a:pt x="136" y="25"/>
                      </a:cubicBezTo>
                      <a:cubicBezTo>
                        <a:pt x="131" y="22"/>
                        <a:pt x="130" y="26"/>
                        <a:pt x="131" y="22"/>
                      </a:cubicBezTo>
                      <a:cubicBezTo>
                        <a:pt x="133" y="19"/>
                        <a:pt x="133" y="18"/>
                        <a:pt x="136" y="16"/>
                      </a:cubicBezTo>
                      <a:cubicBezTo>
                        <a:pt x="138" y="13"/>
                        <a:pt x="138" y="5"/>
                        <a:pt x="144" y="8"/>
                      </a:cubicBezTo>
                      <a:cubicBezTo>
                        <a:pt x="151" y="11"/>
                        <a:pt x="148" y="10"/>
                        <a:pt x="154" y="11"/>
                      </a:cubicBezTo>
                      <a:cubicBezTo>
                        <a:pt x="159" y="11"/>
                        <a:pt x="161" y="10"/>
                        <a:pt x="161" y="9"/>
                      </a:cubicBezTo>
                      <a:cubicBezTo>
                        <a:pt x="161" y="8"/>
                        <a:pt x="155" y="5"/>
                        <a:pt x="155" y="5"/>
                      </a:cubicBezTo>
                      <a:cubicBezTo>
                        <a:pt x="155" y="5"/>
                        <a:pt x="153" y="6"/>
                        <a:pt x="154" y="5"/>
                      </a:cubicBezTo>
                      <a:cubicBezTo>
                        <a:pt x="155" y="4"/>
                        <a:pt x="156" y="2"/>
                        <a:pt x="156" y="2"/>
                      </a:cubicBezTo>
                      <a:cubicBezTo>
                        <a:pt x="154" y="0"/>
                        <a:pt x="154" y="0"/>
                        <a:pt x="154" y="0"/>
                      </a:cubicBezTo>
                      <a:cubicBezTo>
                        <a:pt x="154" y="0"/>
                        <a:pt x="136" y="0"/>
                        <a:pt x="131"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63" name="Group 100"/>
            <p:cNvGrpSpPr/>
            <p:nvPr/>
          </p:nvGrpSpPr>
          <p:grpSpPr>
            <a:xfrm>
              <a:off x="3333327" y="1855706"/>
              <a:ext cx="429389" cy="470413"/>
              <a:chOff x="5632271" y="2338443"/>
              <a:chExt cx="448719" cy="491590"/>
            </a:xfrm>
          </p:grpSpPr>
          <p:grpSp>
            <p:nvGrpSpPr>
              <p:cNvPr id="264" name="Group 145"/>
              <p:cNvGrpSpPr/>
              <p:nvPr/>
            </p:nvGrpSpPr>
            <p:grpSpPr>
              <a:xfrm>
                <a:off x="5660852" y="2338443"/>
                <a:ext cx="420138" cy="491590"/>
                <a:chOff x="5781675" y="2378075"/>
                <a:chExt cx="466725" cy="546100"/>
              </a:xfrm>
              <a:solidFill>
                <a:schemeClr val="accent6"/>
              </a:solidFill>
            </p:grpSpPr>
            <p:sp>
              <p:nvSpPr>
                <p:cNvPr id="104" name="Oval 32"/>
                <p:cNvSpPr>
                  <a:spLocks noChangeArrowheads="1"/>
                </p:cNvSpPr>
                <p:nvPr/>
              </p:nvSpPr>
              <p:spPr bwMode="auto">
                <a:xfrm>
                  <a:off x="5781675" y="2378075"/>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3"/>
                <p:cNvSpPr>
                  <a:spLocks/>
                </p:cNvSpPr>
                <p:nvPr/>
              </p:nvSpPr>
              <p:spPr bwMode="auto">
                <a:xfrm>
                  <a:off x="5899150" y="2813050"/>
                  <a:ext cx="120650" cy="111125"/>
                </a:xfrm>
                <a:custGeom>
                  <a:avLst/>
                  <a:gdLst/>
                  <a:ahLst/>
                  <a:cxnLst>
                    <a:cxn ang="0">
                      <a:pos x="0" y="0"/>
                    </a:cxn>
                    <a:cxn ang="0">
                      <a:pos x="7" y="70"/>
                    </a:cxn>
                    <a:cxn ang="0">
                      <a:pos x="76" y="11"/>
                    </a:cxn>
                    <a:cxn ang="0">
                      <a:pos x="0" y="0"/>
                    </a:cxn>
                  </a:cxnLst>
                  <a:rect l="0" t="0" r="r" b="b"/>
                  <a:pathLst>
                    <a:path w="76" h="70">
                      <a:moveTo>
                        <a:pt x="0" y="0"/>
                      </a:moveTo>
                      <a:lnTo>
                        <a:pt x="7" y="70"/>
                      </a:lnTo>
                      <a:lnTo>
                        <a:pt x="76" y="11"/>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3" name="Freeform 59"/>
              <p:cNvSpPr>
                <a:spLocks noEditPoints="1"/>
              </p:cNvSpPr>
              <p:nvPr/>
            </p:nvSpPr>
            <p:spPr bwMode="auto">
              <a:xfrm>
                <a:off x="5632271" y="2412753"/>
                <a:ext cx="398703" cy="262944"/>
              </a:xfrm>
              <a:custGeom>
                <a:avLst/>
                <a:gdLst/>
                <a:ahLst/>
                <a:cxnLst>
                  <a:cxn ang="0">
                    <a:pos x="333" y="51"/>
                  </a:cxn>
                  <a:cxn ang="0">
                    <a:pos x="259" y="0"/>
                  </a:cxn>
                  <a:cxn ang="0">
                    <a:pos x="170" y="225"/>
                  </a:cxn>
                  <a:cxn ang="0">
                    <a:pos x="269" y="133"/>
                  </a:cxn>
                  <a:cxn ang="0">
                    <a:pos x="333" y="51"/>
                  </a:cxn>
                  <a:cxn ang="0">
                    <a:pos x="140" y="41"/>
                  </a:cxn>
                  <a:cxn ang="0">
                    <a:pos x="155" y="56"/>
                  </a:cxn>
                  <a:cxn ang="0">
                    <a:pos x="140" y="71"/>
                  </a:cxn>
                  <a:cxn ang="0">
                    <a:pos x="125" y="56"/>
                  </a:cxn>
                  <a:cxn ang="0">
                    <a:pos x="140" y="41"/>
                  </a:cxn>
                  <a:cxn ang="0">
                    <a:pos x="105" y="101"/>
                  </a:cxn>
                  <a:cxn ang="0">
                    <a:pos x="125" y="81"/>
                  </a:cxn>
                  <a:cxn ang="0">
                    <a:pos x="145" y="101"/>
                  </a:cxn>
                  <a:cxn ang="0">
                    <a:pos x="125" y="121"/>
                  </a:cxn>
                  <a:cxn ang="0">
                    <a:pos x="105" y="101"/>
                  </a:cxn>
                  <a:cxn ang="0">
                    <a:pos x="139" y="174"/>
                  </a:cxn>
                  <a:cxn ang="0">
                    <a:pos x="116" y="151"/>
                  </a:cxn>
                  <a:cxn ang="0">
                    <a:pos x="139" y="128"/>
                  </a:cxn>
                  <a:cxn ang="0">
                    <a:pos x="162" y="151"/>
                  </a:cxn>
                  <a:cxn ang="0">
                    <a:pos x="139" y="174"/>
                  </a:cxn>
                  <a:cxn ang="0">
                    <a:pos x="180" y="213"/>
                  </a:cxn>
                  <a:cxn ang="0">
                    <a:pos x="155" y="188"/>
                  </a:cxn>
                  <a:cxn ang="0">
                    <a:pos x="180" y="163"/>
                  </a:cxn>
                  <a:cxn ang="0">
                    <a:pos x="205" y="188"/>
                  </a:cxn>
                  <a:cxn ang="0">
                    <a:pos x="180" y="213"/>
                  </a:cxn>
                  <a:cxn ang="0">
                    <a:pos x="282" y="98"/>
                  </a:cxn>
                  <a:cxn ang="0">
                    <a:pos x="252" y="68"/>
                  </a:cxn>
                  <a:cxn ang="0">
                    <a:pos x="282" y="38"/>
                  </a:cxn>
                  <a:cxn ang="0">
                    <a:pos x="312" y="68"/>
                  </a:cxn>
                  <a:cxn ang="0">
                    <a:pos x="282" y="98"/>
                  </a:cxn>
                </a:cxnLst>
                <a:rect l="0" t="0" r="r" b="b"/>
                <a:pathLst>
                  <a:path w="349" h="230">
                    <a:moveTo>
                      <a:pt x="333" y="51"/>
                    </a:moveTo>
                    <a:cubicBezTo>
                      <a:pt x="317" y="6"/>
                      <a:pt x="259" y="0"/>
                      <a:pt x="259" y="0"/>
                    </a:cubicBezTo>
                    <a:cubicBezTo>
                      <a:pt x="0" y="4"/>
                      <a:pt x="103" y="220"/>
                      <a:pt x="170" y="225"/>
                    </a:cubicBezTo>
                    <a:cubicBezTo>
                      <a:pt x="237" y="230"/>
                      <a:pt x="227" y="150"/>
                      <a:pt x="269" y="133"/>
                    </a:cubicBezTo>
                    <a:cubicBezTo>
                      <a:pt x="312" y="116"/>
                      <a:pt x="349" y="96"/>
                      <a:pt x="333" y="51"/>
                    </a:cubicBezTo>
                    <a:close/>
                    <a:moveTo>
                      <a:pt x="140" y="41"/>
                    </a:moveTo>
                    <a:cubicBezTo>
                      <a:pt x="148" y="41"/>
                      <a:pt x="155" y="48"/>
                      <a:pt x="155" y="56"/>
                    </a:cubicBezTo>
                    <a:cubicBezTo>
                      <a:pt x="155" y="65"/>
                      <a:pt x="148" y="71"/>
                      <a:pt x="140" y="71"/>
                    </a:cubicBezTo>
                    <a:cubicBezTo>
                      <a:pt x="131" y="71"/>
                      <a:pt x="125" y="65"/>
                      <a:pt x="125" y="56"/>
                    </a:cubicBezTo>
                    <a:cubicBezTo>
                      <a:pt x="125" y="48"/>
                      <a:pt x="131" y="41"/>
                      <a:pt x="140" y="41"/>
                    </a:cubicBezTo>
                    <a:close/>
                    <a:moveTo>
                      <a:pt x="105" y="101"/>
                    </a:moveTo>
                    <a:cubicBezTo>
                      <a:pt x="105" y="90"/>
                      <a:pt x="114" y="81"/>
                      <a:pt x="125" y="81"/>
                    </a:cubicBezTo>
                    <a:cubicBezTo>
                      <a:pt x="136" y="81"/>
                      <a:pt x="145" y="90"/>
                      <a:pt x="145" y="101"/>
                    </a:cubicBezTo>
                    <a:cubicBezTo>
                      <a:pt x="145" y="112"/>
                      <a:pt x="136" y="121"/>
                      <a:pt x="125" y="121"/>
                    </a:cubicBezTo>
                    <a:cubicBezTo>
                      <a:pt x="114" y="121"/>
                      <a:pt x="105" y="112"/>
                      <a:pt x="105" y="101"/>
                    </a:cubicBezTo>
                    <a:close/>
                    <a:moveTo>
                      <a:pt x="139" y="174"/>
                    </a:moveTo>
                    <a:cubicBezTo>
                      <a:pt x="126" y="174"/>
                      <a:pt x="116" y="164"/>
                      <a:pt x="116" y="151"/>
                    </a:cubicBezTo>
                    <a:cubicBezTo>
                      <a:pt x="116" y="138"/>
                      <a:pt x="126" y="128"/>
                      <a:pt x="139" y="128"/>
                    </a:cubicBezTo>
                    <a:cubicBezTo>
                      <a:pt x="151" y="128"/>
                      <a:pt x="162" y="138"/>
                      <a:pt x="162" y="151"/>
                    </a:cubicBezTo>
                    <a:cubicBezTo>
                      <a:pt x="162" y="164"/>
                      <a:pt x="151" y="174"/>
                      <a:pt x="139" y="174"/>
                    </a:cubicBezTo>
                    <a:close/>
                    <a:moveTo>
                      <a:pt x="180" y="213"/>
                    </a:moveTo>
                    <a:cubicBezTo>
                      <a:pt x="166" y="213"/>
                      <a:pt x="155" y="202"/>
                      <a:pt x="155" y="188"/>
                    </a:cubicBezTo>
                    <a:cubicBezTo>
                      <a:pt x="155" y="175"/>
                      <a:pt x="166" y="163"/>
                      <a:pt x="180" y="163"/>
                    </a:cubicBezTo>
                    <a:cubicBezTo>
                      <a:pt x="194" y="163"/>
                      <a:pt x="205" y="175"/>
                      <a:pt x="205" y="188"/>
                    </a:cubicBezTo>
                    <a:cubicBezTo>
                      <a:pt x="205" y="202"/>
                      <a:pt x="194" y="213"/>
                      <a:pt x="180" y="213"/>
                    </a:cubicBezTo>
                    <a:close/>
                    <a:moveTo>
                      <a:pt x="282" y="98"/>
                    </a:moveTo>
                    <a:cubicBezTo>
                      <a:pt x="265" y="98"/>
                      <a:pt x="252" y="84"/>
                      <a:pt x="252" y="68"/>
                    </a:cubicBezTo>
                    <a:cubicBezTo>
                      <a:pt x="252" y="51"/>
                      <a:pt x="265" y="38"/>
                      <a:pt x="282" y="38"/>
                    </a:cubicBezTo>
                    <a:cubicBezTo>
                      <a:pt x="298" y="38"/>
                      <a:pt x="312" y="51"/>
                      <a:pt x="312" y="68"/>
                    </a:cubicBezTo>
                    <a:cubicBezTo>
                      <a:pt x="312" y="84"/>
                      <a:pt x="298" y="98"/>
                      <a:pt x="282" y="9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5" name="Group 105"/>
            <p:cNvGrpSpPr/>
            <p:nvPr/>
          </p:nvGrpSpPr>
          <p:grpSpPr>
            <a:xfrm>
              <a:off x="3212855" y="1252295"/>
              <a:ext cx="481354" cy="563402"/>
              <a:chOff x="5262149" y="1683942"/>
              <a:chExt cx="503023" cy="588765"/>
            </a:xfrm>
          </p:grpSpPr>
          <p:grpSp>
            <p:nvGrpSpPr>
              <p:cNvPr id="266" name="Group 146"/>
              <p:cNvGrpSpPr/>
              <p:nvPr/>
            </p:nvGrpSpPr>
            <p:grpSpPr>
              <a:xfrm>
                <a:off x="5262149" y="1683944"/>
                <a:ext cx="503023" cy="588766"/>
                <a:chOff x="5338763" y="1651000"/>
                <a:chExt cx="558800" cy="654050"/>
              </a:xfrm>
              <a:solidFill>
                <a:schemeClr val="accent3"/>
              </a:solidFill>
            </p:grpSpPr>
            <p:sp>
              <p:nvSpPr>
                <p:cNvPr id="114" name="Oval 48"/>
                <p:cNvSpPr>
                  <a:spLocks noChangeArrowheads="1"/>
                </p:cNvSpPr>
                <p:nvPr/>
              </p:nvSpPr>
              <p:spPr bwMode="auto">
                <a:xfrm>
                  <a:off x="5338763" y="1651000"/>
                  <a:ext cx="558800" cy="5588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49"/>
                <p:cNvSpPr>
                  <a:spLocks/>
                </p:cNvSpPr>
                <p:nvPr/>
              </p:nvSpPr>
              <p:spPr bwMode="auto">
                <a:xfrm>
                  <a:off x="5480050" y="2171700"/>
                  <a:ext cx="142875" cy="133350"/>
                </a:xfrm>
                <a:custGeom>
                  <a:avLst/>
                  <a:gdLst/>
                  <a:ahLst/>
                  <a:cxnLst>
                    <a:cxn ang="0">
                      <a:pos x="0" y="0"/>
                    </a:cxn>
                    <a:cxn ang="0">
                      <a:pos x="7" y="84"/>
                    </a:cxn>
                    <a:cxn ang="0">
                      <a:pos x="90" y="14"/>
                    </a:cxn>
                    <a:cxn ang="0">
                      <a:pos x="0" y="0"/>
                    </a:cxn>
                  </a:cxnLst>
                  <a:rect l="0" t="0" r="r" b="b"/>
                  <a:pathLst>
                    <a:path w="90" h="84">
                      <a:moveTo>
                        <a:pt x="0" y="0"/>
                      </a:moveTo>
                      <a:lnTo>
                        <a:pt x="7" y="84"/>
                      </a:lnTo>
                      <a:lnTo>
                        <a:pt x="90"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7" name="Group 147"/>
              <p:cNvGrpSpPr/>
              <p:nvPr/>
            </p:nvGrpSpPr>
            <p:grpSpPr>
              <a:xfrm>
                <a:off x="5403626" y="1752531"/>
                <a:ext cx="235792" cy="347256"/>
                <a:chOff x="5495925" y="1727200"/>
                <a:chExt cx="261938" cy="385763"/>
              </a:xfrm>
            </p:grpSpPr>
            <p:sp>
              <p:nvSpPr>
                <p:cNvPr id="109" name="Oval 60"/>
                <p:cNvSpPr>
                  <a:spLocks noChangeArrowheads="1"/>
                </p:cNvSpPr>
                <p:nvPr/>
              </p:nvSpPr>
              <p:spPr bwMode="auto">
                <a:xfrm>
                  <a:off x="5586413" y="1757363"/>
                  <a:ext cx="88900" cy="88900"/>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61"/>
                <p:cNvSpPr>
                  <a:spLocks/>
                </p:cNvSpPr>
                <p:nvPr/>
              </p:nvSpPr>
              <p:spPr bwMode="auto">
                <a:xfrm>
                  <a:off x="5618163" y="1824038"/>
                  <a:ext cx="139700" cy="288925"/>
                </a:xfrm>
                <a:custGeom>
                  <a:avLst/>
                  <a:gdLst/>
                  <a:ahLst/>
                  <a:cxnLst>
                    <a:cxn ang="0">
                      <a:pos x="0" y="6"/>
                    </a:cxn>
                    <a:cxn ang="0">
                      <a:pos x="73" y="198"/>
                    </a:cxn>
                    <a:cxn ang="0">
                      <a:pos x="107" y="229"/>
                    </a:cxn>
                    <a:cxn ang="0">
                      <a:pos x="24" y="0"/>
                    </a:cxn>
                    <a:cxn ang="0">
                      <a:pos x="0" y="6"/>
                    </a:cxn>
                  </a:cxnLst>
                  <a:rect l="0" t="0" r="r" b="b"/>
                  <a:pathLst>
                    <a:path w="110" h="229">
                      <a:moveTo>
                        <a:pt x="0" y="6"/>
                      </a:moveTo>
                      <a:cubicBezTo>
                        <a:pt x="0" y="8"/>
                        <a:pt x="73" y="198"/>
                        <a:pt x="73" y="198"/>
                      </a:cubicBezTo>
                      <a:cubicBezTo>
                        <a:pt x="73" y="198"/>
                        <a:pt x="103" y="229"/>
                        <a:pt x="107" y="229"/>
                      </a:cubicBezTo>
                      <a:cubicBezTo>
                        <a:pt x="110" y="229"/>
                        <a:pt x="24" y="0"/>
                        <a:pt x="24" y="0"/>
                      </a:cubicBezTo>
                      <a:lnTo>
                        <a:pt x="0" y="6"/>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62"/>
                <p:cNvSpPr>
                  <a:spLocks/>
                </p:cNvSpPr>
                <p:nvPr/>
              </p:nvSpPr>
              <p:spPr bwMode="auto">
                <a:xfrm>
                  <a:off x="5495925" y="1824038"/>
                  <a:ext cx="149225" cy="285750"/>
                </a:xfrm>
                <a:custGeom>
                  <a:avLst/>
                  <a:gdLst/>
                  <a:ahLst/>
                  <a:cxnLst>
                    <a:cxn ang="0">
                      <a:pos x="93" y="8"/>
                    </a:cxn>
                    <a:cxn ang="0">
                      <a:pos x="25" y="155"/>
                    </a:cxn>
                    <a:cxn ang="0">
                      <a:pos x="0" y="180"/>
                    </a:cxn>
                    <a:cxn ang="0">
                      <a:pos x="8" y="146"/>
                    </a:cxn>
                    <a:cxn ang="0">
                      <a:pos x="73" y="0"/>
                    </a:cxn>
                    <a:cxn ang="0">
                      <a:pos x="94" y="6"/>
                    </a:cxn>
                    <a:cxn ang="0">
                      <a:pos x="93" y="8"/>
                    </a:cxn>
                  </a:cxnLst>
                  <a:rect l="0" t="0" r="r" b="b"/>
                  <a:pathLst>
                    <a:path w="94" h="180">
                      <a:moveTo>
                        <a:pt x="93" y="8"/>
                      </a:moveTo>
                      <a:lnTo>
                        <a:pt x="25" y="155"/>
                      </a:lnTo>
                      <a:lnTo>
                        <a:pt x="0" y="180"/>
                      </a:lnTo>
                      <a:lnTo>
                        <a:pt x="8" y="146"/>
                      </a:lnTo>
                      <a:lnTo>
                        <a:pt x="73" y="0"/>
                      </a:lnTo>
                      <a:lnTo>
                        <a:pt x="94" y="6"/>
                      </a:lnTo>
                      <a:lnTo>
                        <a:pt x="93" y="8"/>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63"/>
                <p:cNvSpPr>
                  <a:spLocks/>
                </p:cNvSpPr>
                <p:nvPr/>
              </p:nvSpPr>
              <p:spPr bwMode="auto">
                <a:xfrm>
                  <a:off x="5495925" y="1824038"/>
                  <a:ext cx="149225" cy="285750"/>
                </a:xfrm>
                <a:custGeom>
                  <a:avLst/>
                  <a:gdLst/>
                  <a:ahLst/>
                  <a:cxnLst>
                    <a:cxn ang="0">
                      <a:pos x="93" y="8"/>
                    </a:cxn>
                    <a:cxn ang="0">
                      <a:pos x="25" y="155"/>
                    </a:cxn>
                    <a:cxn ang="0">
                      <a:pos x="0" y="180"/>
                    </a:cxn>
                    <a:cxn ang="0">
                      <a:pos x="8" y="146"/>
                    </a:cxn>
                    <a:cxn ang="0">
                      <a:pos x="73" y="0"/>
                    </a:cxn>
                    <a:cxn ang="0">
                      <a:pos x="94" y="6"/>
                    </a:cxn>
                  </a:cxnLst>
                  <a:rect l="0" t="0" r="r" b="b"/>
                  <a:pathLst>
                    <a:path w="94" h="180">
                      <a:moveTo>
                        <a:pt x="93" y="8"/>
                      </a:moveTo>
                      <a:lnTo>
                        <a:pt x="25" y="155"/>
                      </a:lnTo>
                      <a:lnTo>
                        <a:pt x="0" y="180"/>
                      </a:lnTo>
                      <a:lnTo>
                        <a:pt x="8" y="146"/>
                      </a:lnTo>
                      <a:lnTo>
                        <a:pt x="73" y="0"/>
                      </a:lnTo>
                      <a:lnTo>
                        <a:pt x="94" y="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64"/>
                <p:cNvSpPr>
                  <a:spLocks/>
                </p:cNvSpPr>
                <p:nvPr/>
              </p:nvSpPr>
              <p:spPr bwMode="auto">
                <a:xfrm>
                  <a:off x="5626100" y="1727200"/>
                  <a:ext cx="15875" cy="47625"/>
                </a:xfrm>
                <a:custGeom>
                  <a:avLst/>
                  <a:gdLst/>
                  <a:ahLst/>
                  <a:cxnLst>
                    <a:cxn ang="0">
                      <a:pos x="13" y="32"/>
                    </a:cxn>
                    <a:cxn ang="0">
                      <a:pos x="7" y="38"/>
                    </a:cxn>
                    <a:cxn ang="0">
                      <a:pos x="7" y="38"/>
                    </a:cxn>
                    <a:cxn ang="0">
                      <a:pos x="0" y="32"/>
                    </a:cxn>
                    <a:cxn ang="0">
                      <a:pos x="0" y="6"/>
                    </a:cxn>
                    <a:cxn ang="0">
                      <a:pos x="7" y="0"/>
                    </a:cxn>
                    <a:cxn ang="0">
                      <a:pos x="7" y="0"/>
                    </a:cxn>
                    <a:cxn ang="0">
                      <a:pos x="13" y="6"/>
                    </a:cxn>
                    <a:cxn ang="0">
                      <a:pos x="13" y="32"/>
                    </a:cxn>
                  </a:cxnLst>
                  <a:rect l="0" t="0" r="r" b="b"/>
                  <a:pathLst>
                    <a:path w="13" h="38">
                      <a:moveTo>
                        <a:pt x="13" y="32"/>
                      </a:moveTo>
                      <a:cubicBezTo>
                        <a:pt x="13" y="35"/>
                        <a:pt x="10" y="38"/>
                        <a:pt x="7" y="38"/>
                      </a:cubicBezTo>
                      <a:cubicBezTo>
                        <a:pt x="7" y="38"/>
                        <a:pt x="7" y="38"/>
                        <a:pt x="7" y="38"/>
                      </a:cubicBezTo>
                      <a:cubicBezTo>
                        <a:pt x="3" y="38"/>
                        <a:pt x="0" y="35"/>
                        <a:pt x="0" y="32"/>
                      </a:cubicBezTo>
                      <a:cubicBezTo>
                        <a:pt x="0" y="6"/>
                        <a:pt x="0" y="6"/>
                        <a:pt x="0" y="6"/>
                      </a:cubicBezTo>
                      <a:cubicBezTo>
                        <a:pt x="0" y="2"/>
                        <a:pt x="3" y="0"/>
                        <a:pt x="7" y="0"/>
                      </a:cubicBezTo>
                      <a:cubicBezTo>
                        <a:pt x="7" y="0"/>
                        <a:pt x="7" y="0"/>
                        <a:pt x="7" y="0"/>
                      </a:cubicBezTo>
                      <a:cubicBezTo>
                        <a:pt x="10" y="0"/>
                        <a:pt x="13" y="2"/>
                        <a:pt x="13" y="6"/>
                      </a:cubicBezTo>
                      <a:lnTo>
                        <a:pt x="13"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68" name="Group 115"/>
            <p:cNvGrpSpPr/>
            <p:nvPr/>
          </p:nvGrpSpPr>
          <p:grpSpPr>
            <a:xfrm>
              <a:off x="2456637" y="1131328"/>
              <a:ext cx="507337" cy="593487"/>
              <a:chOff x="4479035" y="1763969"/>
              <a:chExt cx="530175" cy="620204"/>
            </a:xfrm>
          </p:grpSpPr>
          <p:grpSp>
            <p:nvGrpSpPr>
              <p:cNvPr id="269" name="Group 140"/>
              <p:cNvGrpSpPr/>
              <p:nvPr/>
            </p:nvGrpSpPr>
            <p:grpSpPr>
              <a:xfrm>
                <a:off x="4479035" y="1763969"/>
                <a:ext cx="530175" cy="620204"/>
                <a:chOff x="4468813" y="1739900"/>
                <a:chExt cx="588963" cy="688975"/>
              </a:xfrm>
              <a:solidFill>
                <a:schemeClr val="accent2"/>
              </a:solidFill>
            </p:grpSpPr>
            <p:sp>
              <p:nvSpPr>
                <p:cNvPr id="124" name="Oval 30"/>
                <p:cNvSpPr>
                  <a:spLocks noChangeArrowheads="1"/>
                </p:cNvSpPr>
                <p:nvPr/>
              </p:nvSpPr>
              <p:spPr bwMode="auto">
                <a:xfrm>
                  <a:off x="4468813" y="1739900"/>
                  <a:ext cx="588963" cy="588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31"/>
                <p:cNvSpPr>
                  <a:spLocks/>
                </p:cNvSpPr>
                <p:nvPr/>
              </p:nvSpPr>
              <p:spPr bwMode="auto">
                <a:xfrm>
                  <a:off x="4618038" y="2289175"/>
                  <a:ext cx="150813" cy="139700"/>
                </a:xfrm>
                <a:custGeom>
                  <a:avLst/>
                  <a:gdLst/>
                  <a:ahLst/>
                  <a:cxnLst>
                    <a:cxn ang="0">
                      <a:pos x="0" y="0"/>
                    </a:cxn>
                    <a:cxn ang="0">
                      <a:pos x="8" y="88"/>
                    </a:cxn>
                    <a:cxn ang="0">
                      <a:pos x="95" y="15"/>
                    </a:cxn>
                    <a:cxn ang="0">
                      <a:pos x="0" y="0"/>
                    </a:cxn>
                  </a:cxnLst>
                  <a:rect l="0" t="0" r="r" b="b"/>
                  <a:pathLst>
                    <a:path w="95" h="88">
                      <a:moveTo>
                        <a:pt x="0" y="0"/>
                      </a:moveTo>
                      <a:lnTo>
                        <a:pt x="8" y="88"/>
                      </a:lnTo>
                      <a:lnTo>
                        <a:pt x="95"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0" name="Group 139"/>
              <p:cNvGrpSpPr/>
              <p:nvPr/>
            </p:nvGrpSpPr>
            <p:grpSpPr>
              <a:xfrm>
                <a:off x="4534767" y="1825418"/>
                <a:ext cx="394416" cy="392987"/>
                <a:chOff x="4530725" y="1808163"/>
                <a:chExt cx="438150" cy="436563"/>
              </a:xfrm>
            </p:grpSpPr>
            <p:sp>
              <p:nvSpPr>
                <p:cNvPr id="119" name="Freeform 65"/>
                <p:cNvSpPr>
                  <a:spLocks noEditPoints="1"/>
                </p:cNvSpPr>
                <p:nvPr/>
              </p:nvSpPr>
              <p:spPr bwMode="auto">
                <a:xfrm>
                  <a:off x="4668838" y="1808163"/>
                  <a:ext cx="160338" cy="436563"/>
                </a:xfrm>
                <a:custGeom>
                  <a:avLst/>
                  <a:gdLst/>
                  <a:ahLst/>
                  <a:cxnLst>
                    <a:cxn ang="0">
                      <a:pos x="64" y="0"/>
                    </a:cxn>
                    <a:cxn ang="0">
                      <a:pos x="0" y="172"/>
                    </a:cxn>
                    <a:cxn ang="0">
                      <a:pos x="64" y="345"/>
                    </a:cxn>
                    <a:cxn ang="0">
                      <a:pos x="127" y="172"/>
                    </a:cxn>
                    <a:cxn ang="0">
                      <a:pos x="64" y="0"/>
                    </a:cxn>
                    <a:cxn ang="0">
                      <a:pos x="64" y="317"/>
                    </a:cxn>
                    <a:cxn ang="0">
                      <a:pos x="10" y="172"/>
                    </a:cxn>
                    <a:cxn ang="0">
                      <a:pos x="64" y="28"/>
                    </a:cxn>
                    <a:cxn ang="0">
                      <a:pos x="117" y="172"/>
                    </a:cxn>
                    <a:cxn ang="0">
                      <a:pos x="64" y="317"/>
                    </a:cxn>
                  </a:cxnLst>
                  <a:rect l="0" t="0" r="r" b="b"/>
                  <a:pathLst>
                    <a:path w="127" h="345">
                      <a:moveTo>
                        <a:pt x="64" y="0"/>
                      </a:moveTo>
                      <a:cubicBezTo>
                        <a:pt x="29" y="0"/>
                        <a:pt x="0" y="77"/>
                        <a:pt x="0" y="172"/>
                      </a:cubicBezTo>
                      <a:cubicBezTo>
                        <a:pt x="0" y="268"/>
                        <a:pt x="29" y="345"/>
                        <a:pt x="64" y="345"/>
                      </a:cubicBezTo>
                      <a:cubicBezTo>
                        <a:pt x="99" y="345"/>
                        <a:pt x="127" y="268"/>
                        <a:pt x="127" y="172"/>
                      </a:cubicBezTo>
                      <a:cubicBezTo>
                        <a:pt x="127" y="77"/>
                        <a:pt x="99" y="0"/>
                        <a:pt x="64" y="0"/>
                      </a:cubicBezTo>
                      <a:close/>
                      <a:moveTo>
                        <a:pt x="64" y="317"/>
                      </a:moveTo>
                      <a:cubicBezTo>
                        <a:pt x="34" y="317"/>
                        <a:pt x="10" y="252"/>
                        <a:pt x="10" y="172"/>
                      </a:cubicBezTo>
                      <a:cubicBezTo>
                        <a:pt x="10" y="92"/>
                        <a:pt x="34" y="28"/>
                        <a:pt x="64" y="28"/>
                      </a:cubicBezTo>
                      <a:cubicBezTo>
                        <a:pt x="93" y="28"/>
                        <a:pt x="117" y="92"/>
                        <a:pt x="117" y="172"/>
                      </a:cubicBezTo>
                      <a:cubicBezTo>
                        <a:pt x="117" y="252"/>
                        <a:pt x="93" y="317"/>
                        <a:pt x="64" y="31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66"/>
                <p:cNvSpPr>
                  <a:spLocks noEditPoints="1"/>
                </p:cNvSpPr>
                <p:nvPr/>
              </p:nvSpPr>
              <p:spPr bwMode="auto">
                <a:xfrm>
                  <a:off x="4530725" y="1946275"/>
                  <a:ext cx="438150" cy="160338"/>
                </a:xfrm>
                <a:custGeom>
                  <a:avLst/>
                  <a:gdLst/>
                  <a:ahLst/>
                  <a:cxnLst>
                    <a:cxn ang="0">
                      <a:pos x="346" y="63"/>
                    </a:cxn>
                    <a:cxn ang="0">
                      <a:pos x="173" y="0"/>
                    </a:cxn>
                    <a:cxn ang="0">
                      <a:pos x="0" y="63"/>
                    </a:cxn>
                    <a:cxn ang="0">
                      <a:pos x="173" y="127"/>
                    </a:cxn>
                    <a:cxn ang="0">
                      <a:pos x="346" y="63"/>
                    </a:cxn>
                    <a:cxn ang="0">
                      <a:pos x="28" y="63"/>
                    </a:cxn>
                    <a:cxn ang="0">
                      <a:pos x="173" y="10"/>
                    </a:cxn>
                    <a:cxn ang="0">
                      <a:pos x="317" y="63"/>
                    </a:cxn>
                    <a:cxn ang="0">
                      <a:pos x="173" y="117"/>
                    </a:cxn>
                    <a:cxn ang="0">
                      <a:pos x="28" y="63"/>
                    </a:cxn>
                  </a:cxnLst>
                  <a:rect l="0" t="0" r="r" b="b"/>
                  <a:pathLst>
                    <a:path w="346" h="127">
                      <a:moveTo>
                        <a:pt x="346" y="63"/>
                      </a:moveTo>
                      <a:cubicBezTo>
                        <a:pt x="346" y="28"/>
                        <a:pt x="268" y="0"/>
                        <a:pt x="173" y="0"/>
                      </a:cubicBezTo>
                      <a:cubicBezTo>
                        <a:pt x="77" y="0"/>
                        <a:pt x="0" y="28"/>
                        <a:pt x="0" y="63"/>
                      </a:cubicBezTo>
                      <a:cubicBezTo>
                        <a:pt x="0" y="99"/>
                        <a:pt x="77" y="127"/>
                        <a:pt x="173" y="127"/>
                      </a:cubicBezTo>
                      <a:cubicBezTo>
                        <a:pt x="268" y="127"/>
                        <a:pt x="346" y="99"/>
                        <a:pt x="346" y="63"/>
                      </a:cubicBezTo>
                      <a:close/>
                      <a:moveTo>
                        <a:pt x="28" y="63"/>
                      </a:moveTo>
                      <a:cubicBezTo>
                        <a:pt x="28" y="34"/>
                        <a:pt x="93" y="10"/>
                        <a:pt x="173" y="10"/>
                      </a:cubicBezTo>
                      <a:cubicBezTo>
                        <a:pt x="253" y="10"/>
                        <a:pt x="317" y="34"/>
                        <a:pt x="317" y="63"/>
                      </a:cubicBezTo>
                      <a:cubicBezTo>
                        <a:pt x="317" y="93"/>
                        <a:pt x="253" y="117"/>
                        <a:pt x="173" y="117"/>
                      </a:cubicBezTo>
                      <a:cubicBezTo>
                        <a:pt x="93" y="117"/>
                        <a:pt x="28" y="93"/>
                        <a:pt x="28" y="63"/>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67"/>
                <p:cNvSpPr>
                  <a:spLocks noEditPoints="1"/>
                </p:cNvSpPr>
                <p:nvPr/>
              </p:nvSpPr>
              <p:spPr bwMode="auto">
                <a:xfrm>
                  <a:off x="4562475" y="1839913"/>
                  <a:ext cx="373063" cy="373063"/>
                </a:xfrm>
                <a:custGeom>
                  <a:avLst/>
                  <a:gdLst/>
                  <a:ahLst/>
                  <a:cxnLst>
                    <a:cxn ang="0">
                      <a:pos x="269" y="25"/>
                    </a:cxn>
                    <a:cxn ang="0">
                      <a:pos x="102" y="102"/>
                    </a:cxn>
                    <a:cxn ang="0">
                      <a:pos x="25" y="270"/>
                    </a:cxn>
                    <a:cxn ang="0">
                      <a:pos x="192" y="192"/>
                    </a:cxn>
                    <a:cxn ang="0">
                      <a:pos x="269" y="25"/>
                    </a:cxn>
                    <a:cxn ang="0">
                      <a:pos x="44" y="250"/>
                    </a:cxn>
                    <a:cxn ang="0">
                      <a:pos x="109" y="110"/>
                    </a:cxn>
                    <a:cxn ang="0">
                      <a:pos x="249" y="45"/>
                    </a:cxn>
                    <a:cxn ang="0">
                      <a:pos x="184" y="185"/>
                    </a:cxn>
                    <a:cxn ang="0">
                      <a:pos x="44" y="250"/>
                    </a:cxn>
                  </a:cxnLst>
                  <a:rect l="0" t="0" r="r" b="b"/>
                  <a:pathLst>
                    <a:path w="294" h="294">
                      <a:moveTo>
                        <a:pt x="269" y="25"/>
                      </a:moveTo>
                      <a:cubicBezTo>
                        <a:pt x="244" y="0"/>
                        <a:pt x="169" y="35"/>
                        <a:pt x="102" y="102"/>
                      </a:cubicBezTo>
                      <a:cubicBezTo>
                        <a:pt x="34" y="170"/>
                        <a:pt x="0" y="245"/>
                        <a:pt x="25" y="270"/>
                      </a:cubicBezTo>
                      <a:cubicBezTo>
                        <a:pt x="49" y="294"/>
                        <a:pt x="124" y="260"/>
                        <a:pt x="192" y="192"/>
                      </a:cubicBezTo>
                      <a:cubicBezTo>
                        <a:pt x="259" y="125"/>
                        <a:pt x="294" y="50"/>
                        <a:pt x="269" y="25"/>
                      </a:cubicBezTo>
                      <a:close/>
                      <a:moveTo>
                        <a:pt x="44" y="250"/>
                      </a:moveTo>
                      <a:cubicBezTo>
                        <a:pt x="24" y="229"/>
                        <a:pt x="53" y="166"/>
                        <a:pt x="109" y="110"/>
                      </a:cubicBezTo>
                      <a:cubicBezTo>
                        <a:pt x="166" y="53"/>
                        <a:pt x="228" y="24"/>
                        <a:pt x="249" y="45"/>
                      </a:cubicBezTo>
                      <a:cubicBezTo>
                        <a:pt x="270" y="66"/>
                        <a:pt x="241" y="129"/>
                        <a:pt x="184" y="185"/>
                      </a:cubicBezTo>
                      <a:cubicBezTo>
                        <a:pt x="128" y="242"/>
                        <a:pt x="65" y="271"/>
                        <a:pt x="44" y="250"/>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68"/>
                <p:cNvSpPr>
                  <a:spLocks noEditPoints="1"/>
                </p:cNvSpPr>
                <p:nvPr/>
              </p:nvSpPr>
              <p:spPr bwMode="auto">
                <a:xfrm>
                  <a:off x="4562475" y="1839913"/>
                  <a:ext cx="373063" cy="373063"/>
                </a:xfrm>
                <a:custGeom>
                  <a:avLst/>
                  <a:gdLst/>
                  <a:ahLst/>
                  <a:cxnLst>
                    <a:cxn ang="0">
                      <a:pos x="269" y="270"/>
                    </a:cxn>
                    <a:cxn ang="0">
                      <a:pos x="192" y="102"/>
                    </a:cxn>
                    <a:cxn ang="0">
                      <a:pos x="25" y="25"/>
                    </a:cxn>
                    <a:cxn ang="0">
                      <a:pos x="102" y="192"/>
                    </a:cxn>
                    <a:cxn ang="0">
                      <a:pos x="269" y="270"/>
                    </a:cxn>
                    <a:cxn ang="0">
                      <a:pos x="44" y="45"/>
                    </a:cxn>
                    <a:cxn ang="0">
                      <a:pos x="184" y="110"/>
                    </a:cxn>
                    <a:cxn ang="0">
                      <a:pos x="249" y="250"/>
                    </a:cxn>
                    <a:cxn ang="0">
                      <a:pos x="109" y="185"/>
                    </a:cxn>
                    <a:cxn ang="0">
                      <a:pos x="44" y="45"/>
                    </a:cxn>
                  </a:cxnLst>
                  <a:rect l="0" t="0" r="r" b="b"/>
                  <a:pathLst>
                    <a:path w="294" h="294">
                      <a:moveTo>
                        <a:pt x="269" y="270"/>
                      </a:moveTo>
                      <a:cubicBezTo>
                        <a:pt x="294" y="245"/>
                        <a:pt x="259" y="170"/>
                        <a:pt x="192" y="102"/>
                      </a:cubicBezTo>
                      <a:cubicBezTo>
                        <a:pt x="124" y="35"/>
                        <a:pt x="49" y="0"/>
                        <a:pt x="25" y="25"/>
                      </a:cubicBezTo>
                      <a:cubicBezTo>
                        <a:pt x="0" y="50"/>
                        <a:pt x="34" y="125"/>
                        <a:pt x="102" y="192"/>
                      </a:cubicBezTo>
                      <a:cubicBezTo>
                        <a:pt x="169" y="260"/>
                        <a:pt x="244" y="294"/>
                        <a:pt x="269" y="270"/>
                      </a:cubicBezTo>
                      <a:close/>
                      <a:moveTo>
                        <a:pt x="44" y="45"/>
                      </a:moveTo>
                      <a:cubicBezTo>
                        <a:pt x="65" y="24"/>
                        <a:pt x="128" y="53"/>
                        <a:pt x="184" y="110"/>
                      </a:cubicBezTo>
                      <a:cubicBezTo>
                        <a:pt x="241" y="166"/>
                        <a:pt x="270" y="229"/>
                        <a:pt x="249" y="250"/>
                      </a:cubicBezTo>
                      <a:cubicBezTo>
                        <a:pt x="228" y="271"/>
                        <a:pt x="166" y="242"/>
                        <a:pt x="109" y="185"/>
                      </a:cubicBezTo>
                      <a:cubicBezTo>
                        <a:pt x="53" y="129"/>
                        <a:pt x="24" y="66"/>
                        <a:pt x="44" y="4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Oval 69"/>
                <p:cNvSpPr>
                  <a:spLocks noChangeArrowheads="1"/>
                </p:cNvSpPr>
                <p:nvPr/>
              </p:nvSpPr>
              <p:spPr bwMode="auto">
                <a:xfrm>
                  <a:off x="4714875" y="1993900"/>
                  <a:ext cx="68263" cy="66675"/>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71" name="Group 125"/>
            <p:cNvGrpSpPr/>
            <p:nvPr/>
          </p:nvGrpSpPr>
          <p:grpSpPr>
            <a:xfrm>
              <a:off x="2056277" y="907779"/>
              <a:ext cx="402040" cy="470413"/>
              <a:chOff x="4033173" y="1286669"/>
              <a:chExt cx="420138" cy="491590"/>
            </a:xfrm>
          </p:grpSpPr>
          <p:grpSp>
            <p:nvGrpSpPr>
              <p:cNvPr id="272" name="Group 153"/>
              <p:cNvGrpSpPr/>
              <p:nvPr/>
            </p:nvGrpSpPr>
            <p:grpSpPr>
              <a:xfrm>
                <a:off x="4033173" y="1286669"/>
                <a:ext cx="420138" cy="491590"/>
                <a:chOff x="3973513" y="1209675"/>
                <a:chExt cx="466725" cy="546100"/>
              </a:xfrm>
              <a:solidFill>
                <a:schemeClr val="accent6"/>
              </a:solidFill>
            </p:grpSpPr>
            <p:sp>
              <p:nvSpPr>
                <p:cNvPr id="132" name="Oval 34"/>
                <p:cNvSpPr>
                  <a:spLocks noChangeArrowheads="1"/>
                </p:cNvSpPr>
                <p:nvPr/>
              </p:nvSpPr>
              <p:spPr bwMode="auto">
                <a:xfrm>
                  <a:off x="3973513" y="1209675"/>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35"/>
                <p:cNvSpPr>
                  <a:spLocks/>
                </p:cNvSpPr>
                <p:nvPr/>
              </p:nvSpPr>
              <p:spPr bwMode="auto">
                <a:xfrm>
                  <a:off x="4202113" y="1644650"/>
                  <a:ext cx="119063" cy="111125"/>
                </a:xfrm>
                <a:custGeom>
                  <a:avLst/>
                  <a:gdLst/>
                  <a:ahLst/>
                  <a:cxnLst>
                    <a:cxn ang="0">
                      <a:pos x="75" y="0"/>
                    </a:cxn>
                    <a:cxn ang="0">
                      <a:pos x="69" y="70"/>
                    </a:cxn>
                    <a:cxn ang="0">
                      <a:pos x="0" y="12"/>
                    </a:cxn>
                    <a:cxn ang="0">
                      <a:pos x="75" y="0"/>
                    </a:cxn>
                  </a:cxnLst>
                  <a:rect l="0" t="0" r="r" b="b"/>
                  <a:pathLst>
                    <a:path w="75" h="70">
                      <a:moveTo>
                        <a:pt x="75" y="0"/>
                      </a:moveTo>
                      <a:lnTo>
                        <a:pt x="69" y="70"/>
                      </a:lnTo>
                      <a:lnTo>
                        <a:pt x="0" y="12"/>
                      </a:lnTo>
                      <a:lnTo>
                        <a:pt x="7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3" name="Group 154"/>
              <p:cNvGrpSpPr/>
              <p:nvPr/>
            </p:nvGrpSpPr>
            <p:grpSpPr>
              <a:xfrm>
                <a:off x="4173220" y="1398134"/>
                <a:ext cx="142904" cy="255799"/>
                <a:chOff x="4129088" y="1333500"/>
                <a:chExt cx="158750" cy="284163"/>
              </a:xfrm>
            </p:grpSpPr>
            <p:sp>
              <p:nvSpPr>
                <p:cNvPr id="129" name="Freeform 70"/>
                <p:cNvSpPr>
                  <a:spLocks noEditPoints="1"/>
                </p:cNvSpPr>
                <p:nvPr/>
              </p:nvSpPr>
              <p:spPr bwMode="auto">
                <a:xfrm>
                  <a:off x="4129088" y="1333500"/>
                  <a:ext cx="158750" cy="158750"/>
                </a:xfrm>
                <a:custGeom>
                  <a:avLst/>
                  <a:gdLst/>
                  <a:ahLst/>
                  <a:cxnLst>
                    <a:cxn ang="0">
                      <a:pos x="63" y="0"/>
                    </a:cxn>
                    <a:cxn ang="0">
                      <a:pos x="0" y="63"/>
                    </a:cxn>
                    <a:cxn ang="0">
                      <a:pos x="63" y="126"/>
                    </a:cxn>
                    <a:cxn ang="0">
                      <a:pos x="126" y="63"/>
                    </a:cxn>
                    <a:cxn ang="0">
                      <a:pos x="63" y="0"/>
                    </a:cxn>
                    <a:cxn ang="0">
                      <a:pos x="63" y="114"/>
                    </a:cxn>
                    <a:cxn ang="0">
                      <a:pos x="12" y="63"/>
                    </a:cxn>
                    <a:cxn ang="0">
                      <a:pos x="63" y="12"/>
                    </a:cxn>
                    <a:cxn ang="0">
                      <a:pos x="115" y="63"/>
                    </a:cxn>
                    <a:cxn ang="0">
                      <a:pos x="63" y="114"/>
                    </a:cxn>
                  </a:cxnLst>
                  <a:rect l="0" t="0" r="r" b="b"/>
                  <a:pathLst>
                    <a:path w="126" h="126">
                      <a:moveTo>
                        <a:pt x="63" y="0"/>
                      </a:moveTo>
                      <a:cubicBezTo>
                        <a:pt x="29" y="0"/>
                        <a:pt x="0" y="28"/>
                        <a:pt x="0" y="63"/>
                      </a:cubicBezTo>
                      <a:cubicBezTo>
                        <a:pt x="0" y="98"/>
                        <a:pt x="29" y="126"/>
                        <a:pt x="63" y="126"/>
                      </a:cubicBezTo>
                      <a:cubicBezTo>
                        <a:pt x="98" y="126"/>
                        <a:pt x="126" y="98"/>
                        <a:pt x="126" y="63"/>
                      </a:cubicBezTo>
                      <a:cubicBezTo>
                        <a:pt x="126" y="28"/>
                        <a:pt x="98" y="0"/>
                        <a:pt x="63" y="0"/>
                      </a:cubicBezTo>
                      <a:close/>
                      <a:moveTo>
                        <a:pt x="63" y="114"/>
                      </a:moveTo>
                      <a:cubicBezTo>
                        <a:pt x="35" y="114"/>
                        <a:pt x="12" y="91"/>
                        <a:pt x="12" y="63"/>
                      </a:cubicBezTo>
                      <a:cubicBezTo>
                        <a:pt x="12" y="35"/>
                        <a:pt x="35" y="12"/>
                        <a:pt x="63" y="12"/>
                      </a:cubicBezTo>
                      <a:cubicBezTo>
                        <a:pt x="92" y="12"/>
                        <a:pt x="115" y="35"/>
                        <a:pt x="115" y="63"/>
                      </a:cubicBezTo>
                      <a:cubicBezTo>
                        <a:pt x="115" y="91"/>
                        <a:pt x="92" y="114"/>
                        <a:pt x="63" y="114"/>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Rectangle 71"/>
                <p:cNvSpPr>
                  <a:spLocks noChangeArrowheads="1"/>
                </p:cNvSpPr>
                <p:nvPr/>
              </p:nvSpPr>
              <p:spPr bwMode="auto">
                <a:xfrm>
                  <a:off x="4198938" y="1484313"/>
                  <a:ext cx="20638" cy="7778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72"/>
                <p:cNvSpPr>
                  <a:spLocks/>
                </p:cNvSpPr>
                <p:nvPr/>
              </p:nvSpPr>
              <p:spPr bwMode="auto">
                <a:xfrm>
                  <a:off x="4192588" y="1509713"/>
                  <a:ext cx="33338" cy="107950"/>
                </a:xfrm>
                <a:custGeom>
                  <a:avLst/>
                  <a:gdLst/>
                  <a:ahLst/>
                  <a:cxnLst>
                    <a:cxn ang="0">
                      <a:pos x="27" y="71"/>
                    </a:cxn>
                    <a:cxn ang="0">
                      <a:pos x="13" y="85"/>
                    </a:cxn>
                    <a:cxn ang="0">
                      <a:pos x="13" y="85"/>
                    </a:cxn>
                    <a:cxn ang="0">
                      <a:pos x="0" y="71"/>
                    </a:cxn>
                    <a:cxn ang="0">
                      <a:pos x="0" y="13"/>
                    </a:cxn>
                    <a:cxn ang="0">
                      <a:pos x="13" y="0"/>
                    </a:cxn>
                    <a:cxn ang="0">
                      <a:pos x="13" y="0"/>
                    </a:cxn>
                    <a:cxn ang="0">
                      <a:pos x="27" y="13"/>
                    </a:cxn>
                    <a:cxn ang="0">
                      <a:pos x="27" y="71"/>
                    </a:cxn>
                  </a:cxnLst>
                  <a:rect l="0" t="0" r="r" b="b"/>
                  <a:pathLst>
                    <a:path w="27" h="85">
                      <a:moveTo>
                        <a:pt x="27" y="71"/>
                      </a:moveTo>
                      <a:cubicBezTo>
                        <a:pt x="27" y="79"/>
                        <a:pt x="21" y="85"/>
                        <a:pt x="13" y="85"/>
                      </a:cubicBezTo>
                      <a:cubicBezTo>
                        <a:pt x="13" y="85"/>
                        <a:pt x="13" y="85"/>
                        <a:pt x="13" y="85"/>
                      </a:cubicBezTo>
                      <a:cubicBezTo>
                        <a:pt x="6" y="85"/>
                        <a:pt x="0" y="79"/>
                        <a:pt x="0" y="71"/>
                      </a:cubicBezTo>
                      <a:cubicBezTo>
                        <a:pt x="0" y="13"/>
                        <a:pt x="0" y="13"/>
                        <a:pt x="0" y="13"/>
                      </a:cubicBezTo>
                      <a:cubicBezTo>
                        <a:pt x="0" y="6"/>
                        <a:pt x="6" y="0"/>
                        <a:pt x="13" y="0"/>
                      </a:cubicBezTo>
                      <a:cubicBezTo>
                        <a:pt x="13" y="0"/>
                        <a:pt x="13" y="0"/>
                        <a:pt x="13" y="0"/>
                      </a:cubicBezTo>
                      <a:cubicBezTo>
                        <a:pt x="21" y="0"/>
                        <a:pt x="27" y="6"/>
                        <a:pt x="27" y="13"/>
                      </a:cubicBezTo>
                      <a:lnTo>
                        <a:pt x="27" y="7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74" name="Group 133"/>
            <p:cNvGrpSpPr/>
            <p:nvPr/>
          </p:nvGrpSpPr>
          <p:grpSpPr>
            <a:xfrm>
              <a:off x="1852209" y="1305275"/>
              <a:ext cx="463577" cy="544258"/>
              <a:chOff x="3847398" y="1964034"/>
              <a:chExt cx="484446" cy="568759"/>
            </a:xfrm>
          </p:grpSpPr>
          <p:grpSp>
            <p:nvGrpSpPr>
              <p:cNvPr id="275" name="Group 138"/>
              <p:cNvGrpSpPr/>
              <p:nvPr/>
            </p:nvGrpSpPr>
            <p:grpSpPr>
              <a:xfrm>
                <a:off x="3847398" y="1964034"/>
                <a:ext cx="484446" cy="568759"/>
                <a:chOff x="3767138" y="1962150"/>
                <a:chExt cx="538163" cy="631826"/>
              </a:xfrm>
              <a:solidFill>
                <a:schemeClr val="accent1"/>
              </a:solidFill>
            </p:grpSpPr>
            <p:sp>
              <p:nvSpPr>
                <p:cNvPr id="139" name="Oval 46"/>
                <p:cNvSpPr>
                  <a:spLocks noChangeArrowheads="1"/>
                </p:cNvSpPr>
                <p:nvPr/>
              </p:nvSpPr>
              <p:spPr bwMode="auto">
                <a:xfrm>
                  <a:off x="3767138" y="1962150"/>
                  <a:ext cx="538163" cy="5397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47"/>
                <p:cNvSpPr>
                  <a:spLocks/>
                </p:cNvSpPr>
                <p:nvPr/>
              </p:nvSpPr>
              <p:spPr bwMode="auto">
                <a:xfrm>
                  <a:off x="4030663" y="2465388"/>
                  <a:ext cx="138113" cy="128588"/>
                </a:xfrm>
                <a:custGeom>
                  <a:avLst/>
                  <a:gdLst/>
                  <a:ahLst/>
                  <a:cxnLst>
                    <a:cxn ang="0">
                      <a:pos x="87" y="0"/>
                    </a:cxn>
                    <a:cxn ang="0">
                      <a:pos x="80" y="81"/>
                    </a:cxn>
                    <a:cxn ang="0">
                      <a:pos x="0" y="13"/>
                    </a:cxn>
                    <a:cxn ang="0">
                      <a:pos x="87" y="0"/>
                    </a:cxn>
                  </a:cxnLst>
                  <a:rect l="0" t="0" r="r" b="b"/>
                  <a:pathLst>
                    <a:path w="87" h="81">
                      <a:moveTo>
                        <a:pt x="87" y="0"/>
                      </a:moveTo>
                      <a:lnTo>
                        <a:pt x="80" y="81"/>
                      </a:lnTo>
                      <a:lnTo>
                        <a:pt x="0" y="13"/>
                      </a:lnTo>
                      <a:lnTo>
                        <a:pt x="8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6" name="Group 137"/>
              <p:cNvGrpSpPr/>
              <p:nvPr/>
            </p:nvGrpSpPr>
            <p:grpSpPr>
              <a:xfrm>
                <a:off x="4003147" y="2066925"/>
                <a:ext cx="218643" cy="275805"/>
                <a:chOff x="3940175" y="2076450"/>
                <a:chExt cx="242888" cy="306388"/>
              </a:xfrm>
            </p:grpSpPr>
            <p:sp>
              <p:nvSpPr>
                <p:cNvPr id="137" name="Freeform 73"/>
                <p:cNvSpPr>
                  <a:spLocks noEditPoints="1"/>
                </p:cNvSpPr>
                <p:nvPr/>
              </p:nvSpPr>
              <p:spPr bwMode="auto">
                <a:xfrm>
                  <a:off x="4021138" y="2078038"/>
                  <a:ext cx="161925" cy="304800"/>
                </a:xfrm>
                <a:custGeom>
                  <a:avLst/>
                  <a:gdLst/>
                  <a:ahLst/>
                  <a:cxnLst>
                    <a:cxn ang="0">
                      <a:pos x="0" y="0"/>
                    </a:cxn>
                    <a:cxn ang="0">
                      <a:pos x="0" y="192"/>
                    </a:cxn>
                    <a:cxn ang="0">
                      <a:pos x="102" y="192"/>
                    </a:cxn>
                    <a:cxn ang="0">
                      <a:pos x="0" y="0"/>
                    </a:cxn>
                    <a:cxn ang="0">
                      <a:pos x="15" y="74"/>
                    </a:cxn>
                    <a:cxn ang="0">
                      <a:pos x="69" y="167"/>
                    </a:cxn>
                    <a:cxn ang="0">
                      <a:pos x="15" y="167"/>
                    </a:cxn>
                    <a:cxn ang="0">
                      <a:pos x="15" y="74"/>
                    </a:cxn>
                  </a:cxnLst>
                  <a:rect l="0" t="0" r="r" b="b"/>
                  <a:pathLst>
                    <a:path w="102" h="192">
                      <a:moveTo>
                        <a:pt x="0" y="0"/>
                      </a:moveTo>
                      <a:lnTo>
                        <a:pt x="0" y="192"/>
                      </a:lnTo>
                      <a:lnTo>
                        <a:pt x="102" y="192"/>
                      </a:lnTo>
                      <a:lnTo>
                        <a:pt x="0" y="0"/>
                      </a:lnTo>
                      <a:close/>
                      <a:moveTo>
                        <a:pt x="15" y="74"/>
                      </a:moveTo>
                      <a:lnTo>
                        <a:pt x="69" y="167"/>
                      </a:lnTo>
                      <a:lnTo>
                        <a:pt x="15" y="167"/>
                      </a:lnTo>
                      <a:lnTo>
                        <a:pt x="15" y="74"/>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Rectangle 74"/>
                <p:cNvSpPr>
                  <a:spLocks noChangeArrowheads="1"/>
                </p:cNvSpPr>
                <p:nvPr/>
              </p:nvSpPr>
              <p:spPr bwMode="auto">
                <a:xfrm>
                  <a:off x="3940175" y="2076450"/>
                  <a:ext cx="39688" cy="30003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77" name="Group 140"/>
            <p:cNvGrpSpPr/>
            <p:nvPr/>
          </p:nvGrpSpPr>
          <p:grpSpPr>
            <a:xfrm>
              <a:off x="1527195" y="950076"/>
              <a:ext cx="402040" cy="470414"/>
              <a:chOff x="3434404" y="1506741"/>
              <a:chExt cx="420138" cy="491591"/>
            </a:xfrm>
          </p:grpSpPr>
          <p:grpSp>
            <p:nvGrpSpPr>
              <p:cNvPr id="278" name="Group 132"/>
              <p:cNvGrpSpPr/>
              <p:nvPr/>
            </p:nvGrpSpPr>
            <p:grpSpPr>
              <a:xfrm>
                <a:off x="3434404" y="1506739"/>
                <a:ext cx="420138" cy="491590"/>
                <a:chOff x="3308350" y="1454150"/>
                <a:chExt cx="466725" cy="546101"/>
              </a:xfrm>
              <a:solidFill>
                <a:schemeClr val="accent2"/>
              </a:solidFill>
            </p:grpSpPr>
            <p:sp>
              <p:nvSpPr>
                <p:cNvPr id="144" name="Oval 36"/>
                <p:cNvSpPr>
                  <a:spLocks noChangeArrowheads="1"/>
                </p:cNvSpPr>
                <p:nvPr/>
              </p:nvSpPr>
              <p:spPr bwMode="auto">
                <a:xfrm>
                  <a:off x="3308350" y="1454150"/>
                  <a:ext cx="466725" cy="4651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7"/>
                <p:cNvSpPr>
                  <a:spLocks/>
                </p:cNvSpPr>
                <p:nvPr/>
              </p:nvSpPr>
              <p:spPr bwMode="auto">
                <a:xfrm>
                  <a:off x="3536950" y="1887538"/>
                  <a:ext cx="120650" cy="112713"/>
                </a:xfrm>
                <a:custGeom>
                  <a:avLst/>
                  <a:gdLst/>
                  <a:ahLst/>
                  <a:cxnLst>
                    <a:cxn ang="0">
                      <a:pos x="76" y="0"/>
                    </a:cxn>
                    <a:cxn ang="0">
                      <a:pos x="70" y="71"/>
                    </a:cxn>
                    <a:cxn ang="0">
                      <a:pos x="0" y="12"/>
                    </a:cxn>
                    <a:cxn ang="0">
                      <a:pos x="76" y="0"/>
                    </a:cxn>
                  </a:cxnLst>
                  <a:rect l="0" t="0" r="r" b="b"/>
                  <a:pathLst>
                    <a:path w="76" h="71">
                      <a:moveTo>
                        <a:pt x="76" y="0"/>
                      </a:moveTo>
                      <a:lnTo>
                        <a:pt x="70" y="71"/>
                      </a:lnTo>
                      <a:lnTo>
                        <a:pt x="0" y="12"/>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3" name="Freeform 75"/>
              <p:cNvSpPr>
                <a:spLocks noEditPoints="1"/>
              </p:cNvSpPr>
              <p:nvPr/>
            </p:nvSpPr>
            <p:spPr bwMode="auto">
              <a:xfrm>
                <a:off x="3530151" y="1589625"/>
                <a:ext cx="247225" cy="250083"/>
              </a:xfrm>
              <a:custGeom>
                <a:avLst/>
                <a:gdLst/>
                <a:ahLst/>
                <a:cxnLst>
                  <a:cxn ang="0">
                    <a:pos x="139" y="105"/>
                  </a:cxn>
                  <a:cxn ang="0">
                    <a:pos x="134" y="93"/>
                  </a:cxn>
                  <a:cxn ang="0">
                    <a:pos x="134" y="42"/>
                  </a:cxn>
                  <a:cxn ang="0">
                    <a:pos x="139" y="35"/>
                  </a:cxn>
                  <a:cxn ang="0">
                    <a:pos x="140" y="35"/>
                  </a:cxn>
                  <a:cxn ang="0">
                    <a:pos x="140" y="12"/>
                  </a:cxn>
                  <a:cxn ang="0">
                    <a:pos x="139" y="12"/>
                  </a:cxn>
                  <a:cxn ang="0">
                    <a:pos x="139" y="12"/>
                  </a:cxn>
                  <a:cxn ang="0">
                    <a:pos x="108" y="0"/>
                  </a:cxn>
                  <a:cxn ang="0">
                    <a:pos x="77" y="12"/>
                  </a:cxn>
                  <a:cxn ang="0">
                    <a:pos x="77" y="12"/>
                  </a:cxn>
                  <a:cxn ang="0">
                    <a:pos x="76" y="12"/>
                  </a:cxn>
                  <a:cxn ang="0">
                    <a:pos x="76" y="35"/>
                  </a:cxn>
                  <a:cxn ang="0">
                    <a:pos x="77" y="35"/>
                  </a:cxn>
                  <a:cxn ang="0">
                    <a:pos x="86" y="42"/>
                  </a:cxn>
                  <a:cxn ang="0">
                    <a:pos x="86" y="93"/>
                  </a:cxn>
                  <a:cxn ang="0">
                    <a:pos x="79" y="105"/>
                  </a:cxn>
                  <a:cxn ang="0">
                    <a:pos x="29" y="200"/>
                  </a:cxn>
                  <a:cxn ang="0">
                    <a:pos x="108" y="218"/>
                  </a:cxn>
                  <a:cxn ang="0">
                    <a:pos x="187" y="200"/>
                  </a:cxn>
                  <a:cxn ang="0">
                    <a:pos x="139" y="105"/>
                  </a:cxn>
                  <a:cxn ang="0">
                    <a:pos x="137" y="201"/>
                  </a:cxn>
                  <a:cxn ang="0">
                    <a:pos x="172" y="177"/>
                  </a:cxn>
                  <a:cxn ang="0">
                    <a:pos x="142" y="126"/>
                  </a:cxn>
                  <a:cxn ang="0">
                    <a:pos x="183" y="179"/>
                  </a:cxn>
                  <a:cxn ang="0">
                    <a:pos x="137" y="201"/>
                  </a:cxn>
                </a:cxnLst>
                <a:rect l="0" t="0" r="r" b="b"/>
                <a:pathLst>
                  <a:path w="217" h="219">
                    <a:moveTo>
                      <a:pt x="139" y="105"/>
                    </a:moveTo>
                    <a:cubicBezTo>
                      <a:pt x="139" y="105"/>
                      <a:pt x="134" y="103"/>
                      <a:pt x="134" y="93"/>
                    </a:cubicBezTo>
                    <a:cubicBezTo>
                      <a:pt x="134" y="84"/>
                      <a:pt x="134" y="52"/>
                      <a:pt x="134" y="42"/>
                    </a:cubicBezTo>
                    <a:cubicBezTo>
                      <a:pt x="137" y="40"/>
                      <a:pt x="139" y="37"/>
                      <a:pt x="139" y="35"/>
                    </a:cubicBezTo>
                    <a:cubicBezTo>
                      <a:pt x="140" y="35"/>
                      <a:pt x="140" y="35"/>
                      <a:pt x="140" y="35"/>
                    </a:cubicBezTo>
                    <a:cubicBezTo>
                      <a:pt x="140" y="12"/>
                      <a:pt x="140" y="12"/>
                      <a:pt x="140" y="12"/>
                    </a:cubicBezTo>
                    <a:cubicBezTo>
                      <a:pt x="139" y="12"/>
                      <a:pt x="139" y="12"/>
                      <a:pt x="139" y="12"/>
                    </a:cubicBezTo>
                    <a:cubicBezTo>
                      <a:pt x="139" y="12"/>
                      <a:pt x="139" y="12"/>
                      <a:pt x="139" y="12"/>
                    </a:cubicBezTo>
                    <a:cubicBezTo>
                      <a:pt x="139" y="5"/>
                      <a:pt x="125" y="0"/>
                      <a:pt x="108" y="0"/>
                    </a:cubicBezTo>
                    <a:cubicBezTo>
                      <a:pt x="91" y="0"/>
                      <a:pt x="77" y="5"/>
                      <a:pt x="77" y="12"/>
                    </a:cubicBezTo>
                    <a:cubicBezTo>
                      <a:pt x="77" y="12"/>
                      <a:pt x="77" y="12"/>
                      <a:pt x="77" y="12"/>
                    </a:cubicBezTo>
                    <a:cubicBezTo>
                      <a:pt x="76" y="12"/>
                      <a:pt x="76" y="12"/>
                      <a:pt x="76" y="12"/>
                    </a:cubicBezTo>
                    <a:cubicBezTo>
                      <a:pt x="76" y="35"/>
                      <a:pt x="76" y="35"/>
                      <a:pt x="76" y="35"/>
                    </a:cubicBezTo>
                    <a:cubicBezTo>
                      <a:pt x="77" y="35"/>
                      <a:pt x="77" y="35"/>
                      <a:pt x="77" y="35"/>
                    </a:cubicBezTo>
                    <a:cubicBezTo>
                      <a:pt x="77" y="38"/>
                      <a:pt x="79" y="40"/>
                      <a:pt x="86" y="42"/>
                    </a:cubicBezTo>
                    <a:cubicBezTo>
                      <a:pt x="86" y="53"/>
                      <a:pt x="86" y="85"/>
                      <a:pt x="86" y="93"/>
                    </a:cubicBezTo>
                    <a:cubicBezTo>
                      <a:pt x="86" y="103"/>
                      <a:pt x="79" y="105"/>
                      <a:pt x="79" y="105"/>
                    </a:cubicBezTo>
                    <a:cubicBezTo>
                      <a:pt x="67" y="112"/>
                      <a:pt x="0" y="180"/>
                      <a:pt x="29" y="200"/>
                    </a:cubicBezTo>
                    <a:cubicBezTo>
                      <a:pt x="56" y="219"/>
                      <a:pt x="100" y="218"/>
                      <a:pt x="108" y="218"/>
                    </a:cubicBezTo>
                    <a:cubicBezTo>
                      <a:pt x="117" y="218"/>
                      <a:pt x="161" y="219"/>
                      <a:pt x="187" y="200"/>
                    </a:cubicBezTo>
                    <a:cubicBezTo>
                      <a:pt x="217" y="180"/>
                      <a:pt x="150" y="112"/>
                      <a:pt x="139" y="105"/>
                    </a:cubicBezTo>
                    <a:close/>
                    <a:moveTo>
                      <a:pt x="137" y="201"/>
                    </a:moveTo>
                    <a:cubicBezTo>
                      <a:pt x="137" y="201"/>
                      <a:pt x="170" y="195"/>
                      <a:pt x="172" y="177"/>
                    </a:cubicBezTo>
                    <a:cubicBezTo>
                      <a:pt x="173" y="159"/>
                      <a:pt x="142" y="126"/>
                      <a:pt x="142" y="126"/>
                    </a:cubicBezTo>
                    <a:cubicBezTo>
                      <a:pt x="142" y="126"/>
                      <a:pt x="183" y="158"/>
                      <a:pt x="183" y="179"/>
                    </a:cubicBezTo>
                    <a:cubicBezTo>
                      <a:pt x="182" y="201"/>
                      <a:pt x="137" y="201"/>
                      <a:pt x="137" y="20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Group 145"/>
            <p:cNvGrpSpPr/>
            <p:nvPr/>
          </p:nvGrpSpPr>
          <p:grpSpPr>
            <a:xfrm>
              <a:off x="1291636" y="1649604"/>
              <a:ext cx="434859" cy="470413"/>
              <a:chOff x="3130019" y="2054064"/>
              <a:chExt cx="454435" cy="491590"/>
            </a:xfrm>
          </p:grpSpPr>
          <p:grpSp>
            <p:nvGrpSpPr>
              <p:cNvPr id="280" name="Group 133"/>
              <p:cNvGrpSpPr/>
              <p:nvPr/>
            </p:nvGrpSpPr>
            <p:grpSpPr>
              <a:xfrm>
                <a:off x="3164316" y="2054064"/>
                <a:ext cx="420138" cy="491590"/>
                <a:chOff x="3008313" y="2062163"/>
                <a:chExt cx="466725" cy="546100"/>
              </a:xfrm>
              <a:solidFill>
                <a:schemeClr val="accent6"/>
              </a:solidFill>
            </p:grpSpPr>
            <p:sp>
              <p:nvSpPr>
                <p:cNvPr id="149" name="Oval 38"/>
                <p:cNvSpPr>
                  <a:spLocks noChangeArrowheads="1"/>
                </p:cNvSpPr>
                <p:nvPr/>
              </p:nvSpPr>
              <p:spPr bwMode="auto">
                <a:xfrm>
                  <a:off x="3008313" y="2062163"/>
                  <a:ext cx="466725" cy="4651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39"/>
                <p:cNvSpPr>
                  <a:spLocks/>
                </p:cNvSpPr>
                <p:nvPr/>
              </p:nvSpPr>
              <p:spPr bwMode="auto">
                <a:xfrm>
                  <a:off x="3236913" y="2495550"/>
                  <a:ext cx="120650" cy="112713"/>
                </a:xfrm>
                <a:custGeom>
                  <a:avLst/>
                  <a:gdLst/>
                  <a:ahLst/>
                  <a:cxnLst>
                    <a:cxn ang="0">
                      <a:pos x="76" y="0"/>
                    </a:cxn>
                    <a:cxn ang="0">
                      <a:pos x="69" y="71"/>
                    </a:cxn>
                    <a:cxn ang="0">
                      <a:pos x="0" y="12"/>
                    </a:cxn>
                    <a:cxn ang="0">
                      <a:pos x="76" y="0"/>
                    </a:cxn>
                  </a:cxnLst>
                  <a:rect l="0" t="0" r="r" b="b"/>
                  <a:pathLst>
                    <a:path w="76" h="71">
                      <a:moveTo>
                        <a:pt x="76" y="0"/>
                      </a:moveTo>
                      <a:lnTo>
                        <a:pt x="69" y="71"/>
                      </a:lnTo>
                      <a:lnTo>
                        <a:pt x="0" y="12"/>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8" name="Freeform 76"/>
              <p:cNvSpPr>
                <a:spLocks noEditPoints="1"/>
              </p:cNvSpPr>
              <p:nvPr/>
            </p:nvSpPr>
            <p:spPr bwMode="auto">
              <a:xfrm>
                <a:off x="3130019" y="2151239"/>
                <a:ext cx="398703" cy="261515"/>
              </a:xfrm>
              <a:custGeom>
                <a:avLst/>
                <a:gdLst/>
                <a:ahLst/>
                <a:cxnLst>
                  <a:cxn ang="0">
                    <a:pos x="333" y="51"/>
                  </a:cxn>
                  <a:cxn ang="0">
                    <a:pos x="259" y="0"/>
                  </a:cxn>
                  <a:cxn ang="0">
                    <a:pos x="170" y="224"/>
                  </a:cxn>
                  <a:cxn ang="0">
                    <a:pos x="269" y="132"/>
                  </a:cxn>
                  <a:cxn ang="0">
                    <a:pos x="333" y="51"/>
                  </a:cxn>
                  <a:cxn ang="0">
                    <a:pos x="140" y="41"/>
                  </a:cxn>
                  <a:cxn ang="0">
                    <a:pos x="155" y="56"/>
                  </a:cxn>
                  <a:cxn ang="0">
                    <a:pos x="140" y="71"/>
                  </a:cxn>
                  <a:cxn ang="0">
                    <a:pos x="125" y="56"/>
                  </a:cxn>
                  <a:cxn ang="0">
                    <a:pos x="140" y="41"/>
                  </a:cxn>
                  <a:cxn ang="0">
                    <a:pos x="105" y="101"/>
                  </a:cxn>
                  <a:cxn ang="0">
                    <a:pos x="125" y="81"/>
                  </a:cxn>
                  <a:cxn ang="0">
                    <a:pos x="145" y="101"/>
                  </a:cxn>
                  <a:cxn ang="0">
                    <a:pos x="125" y="121"/>
                  </a:cxn>
                  <a:cxn ang="0">
                    <a:pos x="105" y="101"/>
                  </a:cxn>
                  <a:cxn ang="0">
                    <a:pos x="139" y="174"/>
                  </a:cxn>
                  <a:cxn ang="0">
                    <a:pos x="116" y="151"/>
                  </a:cxn>
                  <a:cxn ang="0">
                    <a:pos x="139" y="127"/>
                  </a:cxn>
                  <a:cxn ang="0">
                    <a:pos x="161" y="151"/>
                  </a:cxn>
                  <a:cxn ang="0">
                    <a:pos x="139" y="174"/>
                  </a:cxn>
                  <a:cxn ang="0">
                    <a:pos x="180" y="213"/>
                  </a:cxn>
                  <a:cxn ang="0">
                    <a:pos x="155" y="188"/>
                  </a:cxn>
                  <a:cxn ang="0">
                    <a:pos x="180" y="163"/>
                  </a:cxn>
                  <a:cxn ang="0">
                    <a:pos x="205" y="188"/>
                  </a:cxn>
                  <a:cxn ang="0">
                    <a:pos x="180" y="213"/>
                  </a:cxn>
                  <a:cxn ang="0">
                    <a:pos x="281" y="97"/>
                  </a:cxn>
                  <a:cxn ang="0">
                    <a:pos x="251" y="67"/>
                  </a:cxn>
                  <a:cxn ang="0">
                    <a:pos x="281" y="37"/>
                  </a:cxn>
                  <a:cxn ang="0">
                    <a:pos x="311" y="67"/>
                  </a:cxn>
                  <a:cxn ang="0">
                    <a:pos x="281" y="97"/>
                  </a:cxn>
                </a:cxnLst>
                <a:rect l="0" t="0" r="r" b="b"/>
                <a:pathLst>
                  <a:path w="349" h="229">
                    <a:moveTo>
                      <a:pt x="333" y="51"/>
                    </a:moveTo>
                    <a:cubicBezTo>
                      <a:pt x="316" y="6"/>
                      <a:pt x="259" y="0"/>
                      <a:pt x="259" y="0"/>
                    </a:cubicBezTo>
                    <a:cubicBezTo>
                      <a:pt x="0" y="4"/>
                      <a:pt x="103" y="219"/>
                      <a:pt x="170" y="224"/>
                    </a:cubicBezTo>
                    <a:cubicBezTo>
                      <a:pt x="236" y="229"/>
                      <a:pt x="226" y="149"/>
                      <a:pt x="269" y="132"/>
                    </a:cubicBezTo>
                    <a:cubicBezTo>
                      <a:pt x="311" y="116"/>
                      <a:pt x="349" y="96"/>
                      <a:pt x="333" y="51"/>
                    </a:cubicBezTo>
                    <a:close/>
                    <a:moveTo>
                      <a:pt x="140" y="41"/>
                    </a:moveTo>
                    <a:cubicBezTo>
                      <a:pt x="148" y="41"/>
                      <a:pt x="155" y="47"/>
                      <a:pt x="155" y="56"/>
                    </a:cubicBezTo>
                    <a:cubicBezTo>
                      <a:pt x="155" y="64"/>
                      <a:pt x="148" y="71"/>
                      <a:pt x="140" y="71"/>
                    </a:cubicBezTo>
                    <a:cubicBezTo>
                      <a:pt x="131" y="71"/>
                      <a:pt x="125" y="64"/>
                      <a:pt x="125" y="56"/>
                    </a:cubicBezTo>
                    <a:cubicBezTo>
                      <a:pt x="125" y="47"/>
                      <a:pt x="131" y="41"/>
                      <a:pt x="140" y="41"/>
                    </a:cubicBezTo>
                    <a:close/>
                    <a:moveTo>
                      <a:pt x="105" y="101"/>
                    </a:moveTo>
                    <a:cubicBezTo>
                      <a:pt x="105" y="90"/>
                      <a:pt x="114" y="81"/>
                      <a:pt x="125" y="81"/>
                    </a:cubicBezTo>
                    <a:cubicBezTo>
                      <a:pt x="136" y="81"/>
                      <a:pt x="145" y="90"/>
                      <a:pt x="145" y="101"/>
                    </a:cubicBezTo>
                    <a:cubicBezTo>
                      <a:pt x="145" y="112"/>
                      <a:pt x="136" y="121"/>
                      <a:pt x="125" y="121"/>
                    </a:cubicBezTo>
                    <a:cubicBezTo>
                      <a:pt x="114" y="121"/>
                      <a:pt x="105" y="112"/>
                      <a:pt x="105" y="101"/>
                    </a:cubicBezTo>
                    <a:close/>
                    <a:moveTo>
                      <a:pt x="139" y="174"/>
                    </a:moveTo>
                    <a:cubicBezTo>
                      <a:pt x="126" y="174"/>
                      <a:pt x="116" y="163"/>
                      <a:pt x="116" y="151"/>
                    </a:cubicBezTo>
                    <a:cubicBezTo>
                      <a:pt x="116" y="138"/>
                      <a:pt x="126" y="127"/>
                      <a:pt x="139" y="127"/>
                    </a:cubicBezTo>
                    <a:cubicBezTo>
                      <a:pt x="151" y="127"/>
                      <a:pt x="161" y="138"/>
                      <a:pt x="161" y="151"/>
                    </a:cubicBezTo>
                    <a:cubicBezTo>
                      <a:pt x="161" y="163"/>
                      <a:pt x="151" y="174"/>
                      <a:pt x="139" y="174"/>
                    </a:cubicBezTo>
                    <a:close/>
                    <a:moveTo>
                      <a:pt x="180" y="213"/>
                    </a:moveTo>
                    <a:cubicBezTo>
                      <a:pt x="166" y="213"/>
                      <a:pt x="155" y="202"/>
                      <a:pt x="155" y="188"/>
                    </a:cubicBezTo>
                    <a:cubicBezTo>
                      <a:pt x="155" y="174"/>
                      <a:pt x="166" y="163"/>
                      <a:pt x="180" y="163"/>
                    </a:cubicBezTo>
                    <a:cubicBezTo>
                      <a:pt x="193" y="163"/>
                      <a:pt x="205" y="174"/>
                      <a:pt x="205" y="188"/>
                    </a:cubicBezTo>
                    <a:cubicBezTo>
                      <a:pt x="205" y="202"/>
                      <a:pt x="193" y="213"/>
                      <a:pt x="180" y="213"/>
                    </a:cubicBezTo>
                    <a:close/>
                    <a:moveTo>
                      <a:pt x="281" y="97"/>
                    </a:moveTo>
                    <a:cubicBezTo>
                      <a:pt x="265" y="97"/>
                      <a:pt x="251" y="84"/>
                      <a:pt x="251" y="67"/>
                    </a:cubicBezTo>
                    <a:cubicBezTo>
                      <a:pt x="251" y="51"/>
                      <a:pt x="265" y="37"/>
                      <a:pt x="281" y="37"/>
                    </a:cubicBezTo>
                    <a:cubicBezTo>
                      <a:pt x="298" y="37"/>
                      <a:pt x="311" y="51"/>
                      <a:pt x="311" y="67"/>
                    </a:cubicBezTo>
                    <a:cubicBezTo>
                      <a:pt x="311" y="84"/>
                      <a:pt x="298" y="97"/>
                      <a:pt x="281" y="9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Group 150"/>
            <p:cNvGrpSpPr/>
            <p:nvPr/>
          </p:nvGrpSpPr>
          <p:grpSpPr>
            <a:xfrm>
              <a:off x="1897207" y="2584880"/>
              <a:ext cx="402040" cy="470413"/>
              <a:chOff x="3164316" y="2615677"/>
              <a:chExt cx="420138" cy="491590"/>
            </a:xfrm>
          </p:grpSpPr>
          <p:grpSp>
            <p:nvGrpSpPr>
              <p:cNvPr id="282" name="Group 134"/>
              <p:cNvGrpSpPr/>
              <p:nvPr/>
            </p:nvGrpSpPr>
            <p:grpSpPr>
              <a:xfrm>
                <a:off x="3164316" y="2615677"/>
                <a:ext cx="420138" cy="491590"/>
                <a:chOff x="3008313" y="2686050"/>
                <a:chExt cx="466725" cy="546100"/>
              </a:xfrm>
              <a:solidFill>
                <a:schemeClr val="accent3"/>
              </a:solidFill>
            </p:grpSpPr>
            <p:sp>
              <p:nvSpPr>
                <p:cNvPr id="154" name="Oval 42"/>
                <p:cNvSpPr>
                  <a:spLocks noChangeArrowheads="1"/>
                </p:cNvSpPr>
                <p:nvPr/>
              </p:nvSpPr>
              <p:spPr bwMode="auto">
                <a:xfrm>
                  <a:off x="3008313" y="2686050"/>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43"/>
                <p:cNvSpPr>
                  <a:spLocks/>
                </p:cNvSpPr>
                <p:nvPr/>
              </p:nvSpPr>
              <p:spPr bwMode="auto">
                <a:xfrm>
                  <a:off x="3236913" y="3121025"/>
                  <a:ext cx="120650" cy="111125"/>
                </a:xfrm>
                <a:custGeom>
                  <a:avLst/>
                  <a:gdLst/>
                  <a:ahLst/>
                  <a:cxnLst>
                    <a:cxn ang="0">
                      <a:pos x="76" y="0"/>
                    </a:cxn>
                    <a:cxn ang="0">
                      <a:pos x="69" y="70"/>
                    </a:cxn>
                    <a:cxn ang="0">
                      <a:pos x="0" y="11"/>
                    </a:cxn>
                    <a:cxn ang="0">
                      <a:pos x="76" y="0"/>
                    </a:cxn>
                  </a:cxnLst>
                  <a:rect l="0" t="0" r="r" b="b"/>
                  <a:pathLst>
                    <a:path w="76" h="70">
                      <a:moveTo>
                        <a:pt x="76" y="0"/>
                      </a:moveTo>
                      <a:lnTo>
                        <a:pt x="69" y="70"/>
                      </a:lnTo>
                      <a:lnTo>
                        <a:pt x="0" y="11"/>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3" name="Freeform 77"/>
              <p:cNvSpPr>
                <a:spLocks/>
              </p:cNvSpPr>
              <p:nvPr/>
            </p:nvSpPr>
            <p:spPr bwMode="auto">
              <a:xfrm>
                <a:off x="3270065" y="2715710"/>
                <a:ext cx="222931" cy="205782"/>
              </a:xfrm>
              <a:custGeom>
                <a:avLst/>
                <a:gdLst/>
                <a:ahLst/>
                <a:cxnLst>
                  <a:cxn ang="0">
                    <a:pos x="96" y="181"/>
                  </a:cxn>
                  <a:cxn ang="0">
                    <a:pos x="0" y="180"/>
                  </a:cxn>
                  <a:cxn ang="0">
                    <a:pos x="0" y="36"/>
                  </a:cxn>
                  <a:cxn ang="0">
                    <a:pos x="98" y="36"/>
                  </a:cxn>
                  <a:cxn ang="0">
                    <a:pos x="196" y="36"/>
                  </a:cxn>
                  <a:cxn ang="0">
                    <a:pos x="196" y="180"/>
                  </a:cxn>
                  <a:cxn ang="0">
                    <a:pos x="96" y="181"/>
                  </a:cxn>
                </a:cxnLst>
                <a:rect l="0" t="0" r="r" b="b"/>
                <a:pathLst>
                  <a:path w="196" h="181">
                    <a:moveTo>
                      <a:pt x="96" y="181"/>
                    </a:moveTo>
                    <a:cubicBezTo>
                      <a:pt x="96" y="181"/>
                      <a:pt x="62" y="147"/>
                      <a:pt x="0" y="180"/>
                    </a:cubicBezTo>
                    <a:cubicBezTo>
                      <a:pt x="0" y="36"/>
                      <a:pt x="0" y="36"/>
                      <a:pt x="0" y="36"/>
                    </a:cubicBezTo>
                    <a:cubicBezTo>
                      <a:pt x="0" y="36"/>
                      <a:pt x="63" y="0"/>
                      <a:pt x="98" y="36"/>
                    </a:cubicBezTo>
                    <a:cubicBezTo>
                      <a:pt x="196" y="36"/>
                      <a:pt x="196" y="36"/>
                      <a:pt x="196" y="36"/>
                    </a:cubicBezTo>
                    <a:cubicBezTo>
                      <a:pt x="196" y="180"/>
                      <a:pt x="196" y="180"/>
                      <a:pt x="196" y="180"/>
                    </a:cubicBezTo>
                    <a:lnTo>
                      <a:pt x="96" y="18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3" name="Group 155"/>
            <p:cNvGrpSpPr/>
            <p:nvPr/>
          </p:nvGrpSpPr>
          <p:grpSpPr>
            <a:xfrm>
              <a:off x="1729141" y="1888479"/>
              <a:ext cx="560668" cy="656392"/>
              <a:chOff x="3680200" y="2572806"/>
              <a:chExt cx="585907" cy="685941"/>
            </a:xfrm>
          </p:grpSpPr>
          <p:grpSp>
            <p:nvGrpSpPr>
              <p:cNvPr id="284" name="Group 136"/>
              <p:cNvGrpSpPr/>
              <p:nvPr/>
            </p:nvGrpSpPr>
            <p:grpSpPr>
              <a:xfrm>
                <a:off x="3680200" y="2572806"/>
                <a:ext cx="585907" cy="685941"/>
                <a:chOff x="3581400" y="2638425"/>
                <a:chExt cx="650875" cy="762001"/>
              </a:xfrm>
              <a:solidFill>
                <a:schemeClr val="accent2"/>
              </a:solidFill>
            </p:grpSpPr>
            <p:sp>
              <p:nvSpPr>
                <p:cNvPr id="163" name="Oval 44"/>
                <p:cNvSpPr>
                  <a:spLocks noChangeArrowheads="1"/>
                </p:cNvSpPr>
                <p:nvPr/>
              </p:nvSpPr>
              <p:spPr bwMode="auto">
                <a:xfrm>
                  <a:off x="3581400" y="2638425"/>
                  <a:ext cx="650875" cy="6508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45"/>
                <p:cNvSpPr>
                  <a:spLocks/>
                </p:cNvSpPr>
                <p:nvPr/>
              </p:nvSpPr>
              <p:spPr bwMode="auto">
                <a:xfrm>
                  <a:off x="3898900" y="3243263"/>
                  <a:ext cx="168275" cy="157163"/>
                </a:xfrm>
                <a:custGeom>
                  <a:avLst/>
                  <a:gdLst/>
                  <a:ahLst/>
                  <a:cxnLst>
                    <a:cxn ang="0">
                      <a:pos x="106" y="0"/>
                    </a:cxn>
                    <a:cxn ang="0">
                      <a:pos x="97" y="99"/>
                    </a:cxn>
                    <a:cxn ang="0">
                      <a:pos x="0" y="17"/>
                    </a:cxn>
                    <a:cxn ang="0">
                      <a:pos x="106" y="0"/>
                    </a:cxn>
                  </a:cxnLst>
                  <a:rect l="0" t="0" r="r" b="b"/>
                  <a:pathLst>
                    <a:path w="106" h="99">
                      <a:moveTo>
                        <a:pt x="106" y="0"/>
                      </a:moveTo>
                      <a:lnTo>
                        <a:pt x="97" y="99"/>
                      </a:lnTo>
                      <a:lnTo>
                        <a:pt x="0" y="17"/>
                      </a:lnTo>
                      <a:lnTo>
                        <a:pt x="10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Group 135"/>
              <p:cNvGrpSpPr/>
              <p:nvPr/>
            </p:nvGrpSpPr>
            <p:grpSpPr>
              <a:xfrm>
                <a:off x="3813101" y="2709950"/>
                <a:ext cx="320105" cy="344393"/>
                <a:chOff x="3729038" y="2790825"/>
                <a:chExt cx="355600" cy="382588"/>
              </a:xfrm>
            </p:grpSpPr>
            <p:sp>
              <p:nvSpPr>
                <p:cNvPr id="159" name="Freeform 78"/>
                <p:cNvSpPr>
                  <a:spLocks/>
                </p:cNvSpPr>
                <p:nvPr/>
              </p:nvSpPr>
              <p:spPr bwMode="auto">
                <a:xfrm>
                  <a:off x="3867150" y="3111500"/>
                  <a:ext cx="82550" cy="19050"/>
                </a:xfrm>
                <a:custGeom>
                  <a:avLst/>
                  <a:gdLst/>
                  <a:ahLst/>
                  <a:cxnLst>
                    <a:cxn ang="0">
                      <a:pos x="66" y="7"/>
                    </a:cxn>
                    <a:cxn ang="0">
                      <a:pos x="55" y="15"/>
                    </a:cxn>
                    <a:cxn ang="0">
                      <a:pos x="11" y="15"/>
                    </a:cxn>
                    <a:cxn ang="0">
                      <a:pos x="0" y="7"/>
                    </a:cxn>
                    <a:cxn ang="0">
                      <a:pos x="0" y="7"/>
                    </a:cxn>
                    <a:cxn ang="0">
                      <a:pos x="11" y="0"/>
                    </a:cxn>
                    <a:cxn ang="0">
                      <a:pos x="55" y="0"/>
                    </a:cxn>
                    <a:cxn ang="0">
                      <a:pos x="66" y="7"/>
                    </a:cxn>
                  </a:cxnLst>
                  <a:rect l="0" t="0" r="r" b="b"/>
                  <a:pathLst>
                    <a:path w="66" h="15">
                      <a:moveTo>
                        <a:pt x="66" y="7"/>
                      </a:moveTo>
                      <a:cubicBezTo>
                        <a:pt x="66" y="12"/>
                        <a:pt x="61" y="15"/>
                        <a:pt x="55" y="15"/>
                      </a:cubicBezTo>
                      <a:cubicBezTo>
                        <a:pt x="11" y="15"/>
                        <a:pt x="11" y="15"/>
                        <a:pt x="11" y="15"/>
                      </a:cubicBezTo>
                      <a:cubicBezTo>
                        <a:pt x="5" y="15"/>
                        <a:pt x="0" y="12"/>
                        <a:pt x="0" y="7"/>
                      </a:cubicBezTo>
                      <a:cubicBezTo>
                        <a:pt x="0" y="7"/>
                        <a:pt x="0" y="7"/>
                        <a:pt x="0" y="7"/>
                      </a:cubicBezTo>
                      <a:cubicBezTo>
                        <a:pt x="0" y="3"/>
                        <a:pt x="5" y="0"/>
                        <a:pt x="11" y="0"/>
                      </a:cubicBezTo>
                      <a:cubicBezTo>
                        <a:pt x="55" y="0"/>
                        <a:pt x="55" y="0"/>
                        <a:pt x="55" y="0"/>
                      </a:cubicBezTo>
                      <a:cubicBezTo>
                        <a:pt x="61" y="0"/>
                        <a:pt x="66" y="3"/>
                        <a:pt x="66" y="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79"/>
                <p:cNvSpPr>
                  <a:spLocks/>
                </p:cNvSpPr>
                <p:nvPr/>
              </p:nvSpPr>
              <p:spPr bwMode="auto">
                <a:xfrm>
                  <a:off x="3867150" y="3132138"/>
                  <a:ext cx="82550" cy="20638"/>
                </a:xfrm>
                <a:custGeom>
                  <a:avLst/>
                  <a:gdLst/>
                  <a:ahLst/>
                  <a:cxnLst>
                    <a:cxn ang="0">
                      <a:pos x="66" y="8"/>
                    </a:cxn>
                    <a:cxn ang="0">
                      <a:pos x="55" y="16"/>
                    </a:cxn>
                    <a:cxn ang="0">
                      <a:pos x="11" y="16"/>
                    </a:cxn>
                    <a:cxn ang="0">
                      <a:pos x="0" y="8"/>
                    </a:cxn>
                    <a:cxn ang="0">
                      <a:pos x="0" y="8"/>
                    </a:cxn>
                    <a:cxn ang="0">
                      <a:pos x="11" y="0"/>
                    </a:cxn>
                    <a:cxn ang="0">
                      <a:pos x="55" y="0"/>
                    </a:cxn>
                    <a:cxn ang="0">
                      <a:pos x="66" y="8"/>
                    </a:cxn>
                  </a:cxnLst>
                  <a:rect l="0" t="0" r="r" b="b"/>
                  <a:pathLst>
                    <a:path w="66" h="16">
                      <a:moveTo>
                        <a:pt x="66" y="8"/>
                      </a:moveTo>
                      <a:cubicBezTo>
                        <a:pt x="66" y="13"/>
                        <a:pt x="61" y="16"/>
                        <a:pt x="55" y="16"/>
                      </a:cubicBezTo>
                      <a:cubicBezTo>
                        <a:pt x="11" y="16"/>
                        <a:pt x="11" y="16"/>
                        <a:pt x="11" y="16"/>
                      </a:cubicBezTo>
                      <a:cubicBezTo>
                        <a:pt x="5" y="16"/>
                        <a:pt x="0" y="13"/>
                        <a:pt x="0" y="8"/>
                      </a:cubicBezTo>
                      <a:cubicBezTo>
                        <a:pt x="0" y="8"/>
                        <a:pt x="0" y="8"/>
                        <a:pt x="0" y="8"/>
                      </a:cubicBezTo>
                      <a:cubicBezTo>
                        <a:pt x="0" y="4"/>
                        <a:pt x="5" y="0"/>
                        <a:pt x="11" y="0"/>
                      </a:cubicBezTo>
                      <a:cubicBezTo>
                        <a:pt x="55" y="0"/>
                        <a:pt x="55" y="0"/>
                        <a:pt x="55" y="0"/>
                      </a:cubicBezTo>
                      <a:cubicBezTo>
                        <a:pt x="61" y="0"/>
                        <a:pt x="66" y="4"/>
                        <a:pt x="66" y="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80"/>
                <p:cNvSpPr>
                  <a:spLocks/>
                </p:cNvSpPr>
                <p:nvPr/>
              </p:nvSpPr>
              <p:spPr bwMode="auto">
                <a:xfrm>
                  <a:off x="3883025" y="3154363"/>
                  <a:ext cx="50800" cy="19050"/>
                </a:xfrm>
                <a:custGeom>
                  <a:avLst/>
                  <a:gdLst/>
                  <a:ahLst/>
                  <a:cxnLst>
                    <a:cxn ang="0">
                      <a:pos x="40" y="8"/>
                    </a:cxn>
                    <a:cxn ang="0">
                      <a:pos x="33" y="16"/>
                    </a:cxn>
                    <a:cxn ang="0">
                      <a:pos x="7" y="16"/>
                    </a:cxn>
                    <a:cxn ang="0">
                      <a:pos x="0" y="8"/>
                    </a:cxn>
                    <a:cxn ang="0">
                      <a:pos x="0" y="8"/>
                    </a:cxn>
                    <a:cxn ang="0">
                      <a:pos x="7" y="0"/>
                    </a:cxn>
                    <a:cxn ang="0">
                      <a:pos x="33" y="0"/>
                    </a:cxn>
                    <a:cxn ang="0">
                      <a:pos x="40" y="8"/>
                    </a:cxn>
                  </a:cxnLst>
                  <a:rect l="0" t="0" r="r" b="b"/>
                  <a:pathLst>
                    <a:path w="40" h="16">
                      <a:moveTo>
                        <a:pt x="40" y="8"/>
                      </a:moveTo>
                      <a:cubicBezTo>
                        <a:pt x="40" y="13"/>
                        <a:pt x="37" y="16"/>
                        <a:pt x="33" y="16"/>
                      </a:cubicBezTo>
                      <a:cubicBezTo>
                        <a:pt x="7" y="16"/>
                        <a:pt x="7" y="16"/>
                        <a:pt x="7" y="16"/>
                      </a:cubicBezTo>
                      <a:cubicBezTo>
                        <a:pt x="3" y="16"/>
                        <a:pt x="0" y="13"/>
                        <a:pt x="0" y="8"/>
                      </a:cubicBezTo>
                      <a:cubicBezTo>
                        <a:pt x="0" y="8"/>
                        <a:pt x="0" y="8"/>
                        <a:pt x="0" y="8"/>
                      </a:cubicBezTo>
                      <a:cubicBezTo>
                        <a:pt x="0" y="4"/>
                        <a:pt x="3" y="0"/>
                        <a:pt x="7" y="0"/>
                      </a:cubicBezTo>
                      <a:cubicBezTo>
                        <a:pt x="33" y="0"/>
                        <a:pt x="33" y="0"/>
                        <a:pt x="33" y="0"/>
                      </a:cubicBezTo>
                      <a:cubicBezTo>
                        <a:pt x="37" y="0"/>
                        <a:pt x="40" y="4"/>
                        <a:pt x="40" y="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81"/>
                <p:cNvSpPr>
                  <a:spLocks noEditPoints="1"/>
                </p:cNvSpPr>
                <p:nvPr/>
              </p:nvSpPr>
              <p:spPr bwMode="auto">
                <a:xfrm>
                  <a:off x="3729038" y="2790825"/>
                  <a:ext cx="355600" cy="317500"/>
                </a:xfrm>
                <a:custGeom>
                  <a:avLst/>
                  <a:gdLst/>
                  <a:ahLst/>
                  <a:cxnLst>
                    <a:cxn ang="0">
                      <a:pos x="143" y="0"/>
                    </a:cxn>
                    <a:cxn ang="0">
                      <a:pos x="143" y="0"/>
                    </a:cxn>
                    <a:cxn ang="0">
                      <a:pos x="140" y="0"/>
                    </a:cxn>
                    <a:cxn ang="0">
                      <a:pos x="138" y="0"/>
                    </a:cxn>
                    <a:cxn ang="0">
                      <a:pos x="138" y="0"/>
                    </a:cxn>
                    <a:cxn ang="0">
                      <a:pos x="71" y="174"/>
                    </a:cxn>
                    <a:cxn ang="0">
                      <a:pos x="107" y="251"/>
                    </a:cxn>
                    <a:cxn ang="0">
                      <a:pos x="140" y="251"/>
                    </a:cxn>
                    <a:cxn ang="0">
                      <a:pos x="146" y="251"/>
                    </a:cxn>
                    <a:cxn ang="0">
                      <a:pos x="176" y="251"/>
                    </a:cxn>
                    <a:cxn ang="0">
                      <a:pos x="211" y="174"/>
                    </a:cxn>
                    <a:cxn ang="0">
                      <a:pos x="143" y="0"/>
                    </a:cxn>
                    <a:cxn ang="0">
                      <a:pos x="210" y="127"/>
                    </a:cxn>
                    <a:cxn ang="0">
                      <a:pos x="170" y="28"/>
                    </a:cxn>
                    <a:cxn ang="0">
                      <a:pos x="210" y="127"/>
                    </a:cxn>
                  </a:cxnLst>
                  <a:rect l="0" t="0" r="r" b="b"/>
                  <a:pathLst>
                    <a:path w="281" h="251">
                      <a:moveTo>
                        <a:pt x="143" y="0"/>
                      </a:moveTo>
                      <a:cubicBezTo>
                        <a:pt x="143" y="0"/>
                        <a:pt x="143" y="0"/>
                        <a:pt x="143" y="0"/>
                      </a:cubicBezTo>
                      <a:cubicBezTo>
                        <a:pt x="143" y="0"/>
                        <a:pt x="141" y="0"/>
                        <a:pt x="140" y="0"/>
                      </a:cubicBezTo>
                      <a:cubicBezTo>
                        <a:pt x="140" y="0"/>
                        <a:pt x="143" y="0"/>
                        <a:pt x="138" y="0"/>
                      </a:cubicBezTo>
                      <a:cubicBezTo>
                        <a:pt x="138" y="0"/>
                        <a:pt x="138" y="0"/>
                        <a:pt x="138" y="0"/>
                      </a:cubicBezTo>
                      <a:cubicBezTo>
                        <a:pt x="0" y="4"/>
                        <a:pt x="34" y="140"/>
                        <a:pt x="71" y="174"/>
                      </a:cubicBezTo>
                      <a:cubicBezTo>
                        <a:pt x="109" y="208"/>
                        <a:pt x="107" y="251"/>
                        <a:pt x="107" y="251"/>
                      </a:cubicBezTo>
                      <a:cubicBezTo>
                        <a:pt x="140" y="251"/>
                        <a:pt x="140" y="251"/>
                        <a:pt x="140" y="251"/>
                      </a:cubicBezTo>
                      <a:cubicBezTo>
                        <a:pt x="146" y="251"/>
                        <a:pt x="146" y="251"/>
                        <a:pt x="146" y="251"/>
                      </a:cubicBezTo>
                      <a:cubicBezTo>
                        <a:pt x="176" y="251"/>
                        <a:pt x="176" y="251"/>
                        <a:pt x="176" y="251"/>
                      </a:cubicBezTo>
                      <a:cubicBezTo>
                        <a:pt x="176" y="251"/>
                        <a:pt x="174" y="208"/>
                        <a:pt x="211" y="174"/>
                      </a:cubicBezTo>
                      <a:cubicBezTo>
                        <a:pt x="249" y="140"/>
                        <a:pt x="281" y="4"/>
                        <a:pt x="143" y="0"/>
                      </a:cubicBezTo>
                      <a:close/>
                      <a:moveTo>
                        <a:pt x="210" y="127"/>
                      </a:moveTo>
                      <a:cubicBezTo>
                        <a:pt x="233" y="63"/>
                        <a:pt x="170" y="28"/>
                        <a:pt x="170" y="28"/>
                      </a:cubicBezTo>
                      <a:cubicBezTo>
                        <a:pt x="264" y="43"/>
                        <a:pt x="210" y="127"/>
                        <a:pt x="210" y="12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86" name="Group 164"/>
            <p:cNvGrpSpPr/>
            <p:nvPr/>
          </p:nvGrpSpPr>
          <p:grpSpPr>
            <a:xfrm>
              <a:off x="2386894" y="1820538"/>
              <a:ext cx="400673" cy="470413"/>
              <a:chOff x="4406153" y="2484205"/>
              <a:chExt cx="418710" cy="491590"/>
            </a:xfrm>
          </p:grpSpPr>
          <p:grpSp>
            <p:nvGrpSpPr>
              <p:cNvPr id="287" name="Group 142"/>
              <p:cNvGrpSpPr/>
              <p:nvPr/>
            </p:nvGrpSpPr>
            <p:grpSpPr>
              <a:xfrm>
                <a:off x="4406153" y="2484205"/>
                <a:ext cx="418710" cy="491590"/>
                <a:chOff x="4387850" y="2540000"/>
                <a:chExt cx="465138" cy="546100"/>
              </a:xfrm>
              <a:solidFill>
                <a:schemeClr val="accent5"/>
              </a:solidFill>
            </p:grpSpPr>
            <p:sp>
              <p:nvSpPr>
                <p:cNvPr id="176" name="Oval 40"/>
                <p:cNvSpPr>
                  <a:spLocks noChangeArrowheads="1"/>
                </p:cNvSpPr>
                <p:nvPr/>
              </p:nvSpPr>
              <p:spPr bwMode="auto">
                <a:xfrm>
                  <a:off x="4387850" y="2540000"/>
                  <a:ext cx="465138"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41"/>
                <p:cNvSpPr>
                  <a:spLocks/>
                </p:cNvSpPr>
                <p:nvPr/>
              </p:nvSpPr>
              <p:spPr bwMode="auto">
                <a:xfrm>
                  <a:off x="4614863" y="2974975"/>
                  <a:ext cx="120650" cy="111125"/>
                </a:xfrm>
                <a:custGeom>
                  <a:avLst/>
                  <a:gdLst/>
                  <a:ahLst/>
                  <a:cxnLst>
                    <a:cxn ang="0">
                      <a:pos x="76" y="0"/>
                    </a:cxn>
                    <a:cxn ang="0">
                      <a:pos x="70" y="70"/>
                    </a:cxn>
                    <a:cxn ang="0">
                      <a:pos x="0" y="11"/>
                    </a:cxn>
                    <a:cxn ang="0">
                      <a:pos x="76" y="0"/>
                    </a:cxn>
                  </a:cxnLst>
                  <a:rect l="0" t="0" r="r" b="b"/>
                  <a:pathLst>
                    <a:path w="76" h="70">
                      <a:moveTo>
                        <a:pt x="76" y="0"/>
                      </a:moveTo>
                      <a:lnTo>
                        <a:pt x="70" y="70"/>
                      </a:lnTo>
                      <a:lnTo>
                        <a:pt x="0" y="11"/>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4" name="Group 141"/>
              <p:cNvGrpSpPr/>
              <p:nvPr/>
            </p:nvGrpSpPr>
            <p:grpSpPr>
              <a:xfrm>
                <a:off x="4509044" y="2544225"/>
                <a:ext cx="251512" cy="324393"/>
                <a:chOff x="4502150" y="2606675"/>
                <a:chExt cx="279401" cy="360363"/>
              </a:xfrm>
            </p:grpSpPr>
            <p:sp>
              <p:nvSpPr>
                <p:cNvPr id="168" name="Freeform 82"/>
                <p:cNvSpPr>
                  <a:spLocks/>
                </p:cNvSpPr>
                <p:nvPr/>
              </p:nvSpPr>
              <p:spPr bwMode="auto">
                <a:xfrm>
                  <a:off x="4506913" y="2606675"/>
                  <a:ext cx="274638" cy="277813"/>
                </a:xfrm>
                <a:custGeom>
                  <a:avLst/>
                  <a:gdLst/>
                  <a:ahLst/>
                  <a:cxnLst>
                    <a:cxn ang="0">
                      <a:pos x="160" y="11"/>
                    </a:cxn>
                    <a:cxn ang="0">
                      <a:pos x="204" y="97"/>
                    </a:cxn>
                    <a:cxn ang="0">
                      <a:pos x="97" y="205"/>
                    </a:cxn>
                    <a:cxn ang="0">
                      <a:pos x="11" y="162"/>
                    </a:cxn>
                    <a:cxn ang="0">
                      <a:pos x="0" y="171"/>
                    </a:cxn>
                    <a:cxn ang="0">
                      <a:pos x="97" y="219"/>
                    </a:cxn>
                    <a:cxn ang="0">
                      <a:pos x="218" y="97"/>
                    </a:cxn>
                    <a:cxn ang="0">
                      <a:pos x="169" y="0"/>
                    </a:cxn>
                    <a:cxn ang="0">
                      <a:pos x="160" y="11"/>
                    </a:cxn>
                  </a:cxnLst>
                  <a:rect l="0" t="0" r="r" b="b"/>
                  <a:pathLst>
                    <a:path w="218" h="219">
                      <a:moveTo>
                        <a:pt x="160" y="11"/>
                      </a:moveTo>
                      <a:cubicBezTo>
                        <a:pt x="187" y="30"/>
                        <a:pt x="204" y="62"/>
                        <a:pt x="204" y="97"/>
                      </a:cubicBezTo>
                      <a:cubicBezTo>
                        <a:pt x="204" y="157"/>
                        <a:pt x="156" y="205"/>
                        <a:pt x="97" y="205"/>
                      </a:cubicBezTo>
                      <a:cubicBezTo>
                        <a:pt x="62" y="205"/>
                        <a:pt x="31" y="188"/>
                        <a:pt x="11" y="162"/>
                      </a:cubicBezTo>
                      <a:cubicBezTo>
                        <a:pt x="0" y="171"/>
                        <a:pt x="0" y="171"/>
                        <a:pt x="0" y="171"/>
                      </a:cubicBezTo>
                      <a:cubicBezTo>
                        <a:pt x="22" y="200"/>
                        <a:pt x="57" y="219"/>
                        <a:pt x="97" y="219"/>
                      </a:cubicBezTo>
                      <a:cubicBezTo>
                        <a:pt x="164" y="219"/>
                        <a:pt x="218" y="165"/>
                        <a:pt x="218" y="97"/>
                      </a:cubicBezTo>
                      <a:cubicBezTo>
                        <a:pt x="218" y="57"/>
                        <a:pt x="199" y="22"/>
                        <a:pt x="169" y="0"/>
                      </a:cubicBezTo>
                      <a:lnTo>
                        <a:pt x="160" y="1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83"/>
                <p:cNvSpPr>
                  <a:spLocks noEditPoints="1"/>
                </p:cNvSpPr>
                <p:nvPr/>
              </p:nvSpPr>
              <p:spPr bwMode="auto">
                <a:xfrm>
                  <a:off x="4508500" y="2609850"/>
                  <a:ext cx="244475" cy="244475"/>
                </a:xfrm>
                <a:custGeom>
                  <a:avLst/>
                  <a:gdLst/>
                  <a:ahLst/>
                  <a:cxnLst>
                    <a:cxn ang="0">
                      <a:pos x="96" y="0"/>
                    </a:cxn>
                    <a:cxn ang="0">
                      <a:pos x="0" y="97"/>
                    </a:cxn>
                    <a:cxn ang="0">
                      <a:pos x="96" y="193"/>
                    </a:cxn>
                    <a:cxn ang="0">
                      <a:pos x="193" y="97"/>
                    </a:cxn>
                    <a:cxn ang="0">
                      <a:pos x="96" y="0"/>
                    </a:cxn>
                    <a:cxn ang="0">
                      <a:pos x="96" y="189"/>
                    </a:cxn>
                    <a:cxn ang="0">
                      <a:pos x="4" y="97"/>
                    </a:cxn>
                    <a:cxn ang="0">
                      <a:pos x="96" y="5"/>
                    </a:cxn>
                    <a:cxn ang="0">
                      <a:pos x="188" y="97"/>
                    </a:cxn>
                    <a:cxn ang="0">
                      <a:pos x="96" y="189"/>
                    </a:cxn>
                  </a:cxnLst>
                  <a:rect l="0" t="0" r="r" b="b"/>
                  <a:pathLst>
                    <a:path w="193" h="193">
                      <a:moveTo>
                        <a:pt x="96" y="0"/>
                      </a:moveTo>
                      <a:cubicBezTo>
                        <a:pt x="43" y="0"/>
                        <a:pt x="0" y="43"/>
                        <a:pt x="0" y="97"/>
                      </a:cubicBezTo>
                      <a:cubicBezTo>
                        <a:pt x="0" y="150"/>
                        <a:pt x="43" y="193"/>
                        <a:pt x="96" y="193"/>
                      </a:cubicBezTo>
                      <a:cubicBezTo>
                        <a:pt x="149" y="193"/>
                        <a:pt x="193" y="150"/>
                        <a:pt x="193" y="97"/>
                      </a:cubicBezTo>
                      <a:cubicBezTo>
                        <a:pt x="193" y="43"/>
                        <a:pt x="149" y="0"/>
                        <a:pt x="96" y="0"/>
                      </a:cubicBezTo>
                      <a:close/>
                      <a:moveTo>
                        <a:pt x="96" y="189"/>
                      </a:moveTo>
                      <a:cubicBezTo>
                        <a:pt x="46" y="189"/>
                        <a:pt x="4" y="147"/>
                        <a:pt x="4" y="97"/>
                      </a:cubicBezTo>
                      <a:cubicBezTo>
                        <a:pt x="4" y="46"/>
                        <a:pt x="46" y="5"/>
                        <a:pt x="96" y="5"/>
                      </a:cubicBezTo>
                      <a:cubicBezTo>
                        <a:pt x="147" y="5"/>
                        <a:pt x="188" y="46"/>
                        <a:pt x="188" y="97"/>
                      </a:cubicBezTo>
                      <a:cubicBezTo>
                        <a:pt x="188" y="147"/>
                        <a:pt x="147" y="189"/>
                        <a:pt x="96" y="18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84"/>
                <p:cNvSpPr>
                  <a:spLocks/>
                </p:cNvSpPr>
                <p:nvPr/>
              </p:nvSpPr>
              <p:spPr bwMode="auto">
                <a:xfrm>
                  <a:off x="4502150" y="2614613"/>
                  <a:ext cx="273050" cy="239713"/>
                </a:xfrm>
                <a:custGeom>
                  <a:avLst/>
                  <a:gdLst/>
                  <a:ahLst/>
                  <a:cxnLst>
                    <a:cxn ang="0">
                      <a:pos x="62" y="15"/>
                    </a:cxn>
                    <a:cxn ang="0">
                      <a:pos x="58" y="22"/>
                    </a:cxn>
                    <a:cxn ang="0">
                      <a:pos x="54" y="28"/>
                    </a:cxn>
                    <a:cxn ang="0">
                      <a:pos x="51" y="25"/>
                    </a:cxn>
                    <a:cxn ang="0">
                      <a:pos x="50" y="31"/>
                    </a:cxn>
                    <a:cxn ang="0">
                      <a:pos x="40" y="33"/>
                    </a:cxn>
                    <a:cxn ang="0">
                      <a:pos x="34" y="39"/>
                    </a:cxn>
                    <a:cxn ang="0">
                      <a:pos x="26" y="51"/>
                    </a:cxn>
                    <a:cxn ang="0">
                      <a:pos x="20" y="58"/>
                    </a:cxn>
                    <a:cxn ang="0">
                      <a:pos x="25" y="64"/>
                    </a:cxn>
                    <a:cxn ang="0">
                      <a:pos x="26" y="67"/>
                    </a:cxn>
                    <a:cxn ang="0">
                      <a:pos x="21" y="62"/>
                    </a:cxn>
                    <a:cxn ang="0">
                      <a:pos x="17" y="57"/>
                    </a:cxn>
                    <a:cxn ang="0">
                      <a:pos x="16" y="65"/>
                    </a:cxn>
                    <a:cxn ang="0">
                      <a:pos x="16" y="79"/>
                    </a:cxn>
                    <a:cxn ang="0">
                      <a:pos x="23" y="76"/>
                    </a:cxn>
                    <a:cxn ang="0">
                      <a:pos x="30" y="84"/>
                    </a:cxn>
                    <a:cxn ang="0">
                      <a:pos x="39" y="93"/>
                    </a:cxn>
                    <a:cxn ang="0">
                      <a:pos x="47" y="100"/>
                    </a:cxn>
                    <a:cxn ang="0">
                      <a:pos x="58" y="111"/>
                    </a:cxn>
                    <a:cxn ang="0">
                      <a:pos x="55" y="128"/>
                    </a:cxn>
                    <a:cxn ang="0">
                      <a:pos x="46" y="147"/>
                    </a:cxn>
                    <a:cxn ang="0">
                      <a:pos x="49" y="161"/>
                    </a:cxn>
                    <a:cxn ang="0">
                      <a:pos x="44" y="162"/>
                    </a:cxn>
                    <a:cxn ang="0">
                      <a:pos x="30" y="141"/>
                    </a:cxn>
                    <a:cxn ang="0">
                      <a:pos x="15" y="107"/>
                    </a:cxn>
                    <a:cxn ang="0">
                      <a:pos x="11" y="83"/>
                    </a:cxn>
                    <a:cxn ang="0">
                      <a:pos x="70" y="174"/>
                    </a:cxn>
                    <a:cxn ang="0">
                      <a:pos x="85" y="172"/>
                    </a:cxn>
                    <a:cxn ang="0">
                      <a:pos x="105" y="169"/>
                    </a:cxn>
                    <a:cxn ang="0">
                      <a:pos x="103" y="178"/>
                    </a:cxn>
                    <a:cxn ang="0">
                      <a:pos x="114" y="177"/>
                    </a:cxn>
                    <a:cxn ang="0">
                      <a:pos x="131" y="175"/>
                    </a:cxn>
                    <a:cxn ang="0">
                      <a:pos x="130" y="3"/>
                    </a:cxn>
                    <a:cxn ang="0">
                      <a:pos x="187" y="61"/>
                    </a:cxn>
                    <a:cxn ang="0">
                      <a:pos x="179" y="55"/>
                    </a:cxn>
                    <a:cxn ang="0">
                      <a:pos x="172" y="71"/>
                    </a:cxn>
                    <a:cxn ang="0">
                      <a:pos x="161" y="57"/>
                    </a:cxn>
                    <a:cxn ang="0">
                      <a:pos x="165" y="71"/>
                    </a:cxn>
                    <a:cxn ang="0">
                      <a:pos x="176" y="75"/>
                    </a:cxn>
                    <a:cxn ang="0">
                      <a:pos x="172" y="95"/>
                    </a:cxn>
                    <a:cxn ang="0">
                      <a:pos x="166" y="117"/>
                    </a:cxn>
                    <a:cxn ang="0">
                      <a:pos x="159" y="130"/>
                    </a:cxn>
                    <a:cxn ang="0">
                      <a:pos x="139" y="147"/>
                    </a:cxn>
                    <a:cxn ang="0">
                      <a:pos x="134" y="132"/>
                    </a:cxn>
                    <a:cxn ang="0">
                      <a:pos x="135" y="115"/>
                    </a:cxn>
                    <a:cxn ang="0">
                      <a:pos x="128" y="96"/>
                    </a:cxn>
                    <a:cxn ang="0">
                      <a:pos x="119" y="85"/>
                    </a:cxn>
                    <a:cxn ang="0">
                      <a:pos x="94" y="86"/>
                    </a:cxn>
                    <a:cxn ang="0">
                      <a:pos x="85" y="73"/>
                    </a:cxn>
                    <a:cxn ang="0">
                      <a:pos x="95" y="47"/>
                    </a:cxn>
                    <a:cxn ang="0">
                      <a:pos x="113" y="39"/>
                    </a:cxn>
                    <a:cxn ang="0">
                      <a:pos x="124" y="44"/>
                    </a:cxn>
                    <a:cxn ang="0">
                      <a:pos x="139" y="44"/>
                    </a:cxn>
                    <a:cxn ang="0">
                      <a:pos x="154" y="42"/>
                    </a:cxn>
                    <a:cxn ang="0">
                      <a:pos x="140" y="36"/>
                    </a:cxn>
                    <a:cxn ang="0">
                      <a:pos x="139" y="31"/>
                    </a:cxn>
                    <a:cxn ang="0">
                      <a:pos x="120" y="31"/>
                    </a:cxn>
                    <a:cxn ang="0">
                      <a:pos x="105" y="36"/>
                    </a:cxn>
                    <a:cxn ang="0">
                      <a:pos x="102" y="20"/>
                    </a:cxn>
                    <a:cxn ang="0">
                      <a:pos x="91" y="10"/>
                    </a:cxn>
                    <a:cxn ang="0">
                      <a:pos x="103" y="3"/>
                    </a:cxn>
                  </a:cxnLst>
                  <a:rect l="0" t="0" r="r" b="b"/>
                  <a:pathLst>
                    <a:path w="216" h="189">
                      <a:moveTo>
                        <a:pt x="88" y="1"/>
                      </a:moveTo>
                      <a:cubicBezTo>
                        <a:pt x="88" y="1"/>
                        <a:pt x="55" y="5"/>
                        <a:pt x="33" y="30"/>
                      </a:cubicBezTo>
                      <a:cubicBezTo>
                        <a:pt x="33" y="30"/>
                        <a:pt x="50" y="13"/>
                        <a:pt x="60" y="13"/>
                      </a:cubicBezTo>
                      <a:cubicBezTo>
                        <a:pt x="63" y="14"/>
                        <a:pt x="63" y="14"/>
                        <a:pt x="63" y="14"/>
                      </a:cubicBezTo>
                      <a:cubicBezTo>
                        <a:pt x="63" y="14"/>
                        <a:pt x="62" y="14"/>
                        <a:pt x="62" y="15"/>
                      </a:cubicBezTo>
                      <a:cubicBezTo>
                        <a:pt x="62" y="15"/>
                        <a:pt x="60" y="17"/>
                        <a:pt x="60" y="17"/>
                      </a:cubicBezTo>
                      <a:cubicBezTo>
                        <a:pt x="60" y="18"/>
                        <a:pt x="61" y="19"/>
                        <a:pt x="61" y="19"/>
                      </a:cubicBezTo>
                      <a:cubicBezTo>
                        <a:pt x="60" y="20"/>
                        <a:pt x="60" y="20"/>
                        <a:pt x="60" y="20"/>
                      </a:cubicBezTo>
                      <a:cubicBezTo>
                        <a:pt x="60" y="20"/>
                        <a:pt x="59" y="21"/>
                        <a:pt x="59" y="21"/>
                      </a:cubicBezTo>
                      <a:cubicBezTo>
                        <a:pt x="59" y="21"/>
                        <a:pt x="58" y="21"/>
                        <a:pt x="58" y="22"/>
                      </a:cubicBezTo>
                      <a:cubicBezTo>
                        <a:pt x="58" y="23"/>
                        <a:pt x="58" y="24"/>
                        <a:pt x="58" y="24"/>
                      </a:cubicBezTo>
                      <a:cubicBezTo>
                        <a:pt x="58" y="26"/>
                        <a:pt x="58" y="26"/>
                        <a:pt x="58" y="26"/>
                      </a:cubicBezTo>
                      <a:cubicBezTo>
                        <a:pt x="58" y="27"/>
                        <a:pt x="58" y="27"/>
                        <a:pt x="58" y="27"/>
                      </a:cubicBezTo>
                      <a:cubicBezTo>
                        <a:pt x="56" y="28"/>
                        <a:pt x="56" y="28"/>
                        <a:pt x="56" y="28"/>
                      </a:cubicBezTo>
                      <a:cubicBezTo>
                        <a:pt x="56" y="28"/>
                        <a:pt x="55" y="28"/>
                        <a:pt x="54" y="28"/>
                      </a:cubicBezTo>
                      <a:cubicBezTo>
                        <a:pt x="53" y="27"/>
                        <a:pt x="53" y="26"/>
                        <a:pt x="53" y="26"/>
                      </a:cubicBezTo>
                      <a:cubicBezTo>
                        <a:pt x="55" y="25"/>
                        <a:pt x="55" y="25"/>
                        <a:pt x="55" y="25"/>
                      </a:cubicBezTo>
                      <a:cubicBezTo>
                        <a:pt x="55" y="25"/>
                        <a:pt x="55" y="25"/>
                        <a:pt x="55" y="24"/>
                      </a:cubicBezTo>
                      <a:cubicBezTo>
                        <a:pt x="54" y="24"/>
                        <a:pt x="54" y="23"/>
                        <a:pt x="53" y="23"/>
                      </a:cubicBezTo>
                      <a:cubicBezTo>
                        <a:pt x="52" y="23"/>
                        <a:pt x="51" y="25"/>
                        <a:pt x="51" y="25"/>
                      </a:cubicBezTo>
                      <a:cubicBezTo>
                        <a:pt x="49" y="26"/>
                        <a:pt x="49" y="26"/>
                        <a:pt x="49" y="26"/>
                      </a:cubicBezTo>
                      <a:cubicBezTo>
                        <a:pt x="49" y="26"/>
                        <a:pt x="48" y="28"/>
                        <a:pt x="49" y="28"/>
                      </a:cubicBezTo>
                      <a:cubicBezTo>
                        <a:pt x="49" y="28"/>
                        <a:pt x="50" y="28"/>
                        <a:pt x="50" y="28"/>
                      </a:cubicBezTo>
                      <a:cubicBezTo>
                        <a:pt x="50" y="28"/>
                        <a:pt x="50" y="29"/>
                        <a:pt x="50" y="29"/>
                      </a:cubicBezTo>
                      <a:cubicBezTo>
                        <a:pt x="50" y="30"/>
                        <a:pt x="50" y="31"/>
                        <a:pt x="50" y="31"/>
                      </a:cubicBezTo>
                      <a:cubicBezTo>
                        <a:pt x="50" y="31"/>
                        <a:pt x="49" y="32"/>
                        <a:pt x="48" y="31"/>
                      </a:cubicBezTo>
                      <a:cubicBezTo>
                        <a:pt x="47" y="31"/>
                        <a:pt x="46" y="31"/>
                        <a:pt x="45" y="31"/>
                      </a:cubicBezTo>
                      <a:cubicBezTo>
                        <a:pt x="45" y="30"/>
                        <a:pt x="44" y="30"/>
                        <a:pt x="43" y="30"/>
                      </a:cubicBezTo>
                      <a:cubicBezTo>
                        <a:pt x="43" y="31"/>
                        <a:pt x="43" y="31"/>
                        <a:pt x="42" y="31"/>
                      </a:cubicBezTo>
                      <a:cubicBezTo>
                        <a:pt x="42" y="31"/>
                        <a:pt x="40" y="33"/>
                        <a:pt x="40" y="33"/>
                      </a:cubicBezTo>
                      <a:cubicBezTo>
                        <a:pt x="40" y="33"/>
                        <a:pt x="39" y="33"/>
                        <a:pt x="39" y="34"/>
                      </a:cubicBezTo>
                      <a:cubicBezTo>
                        <a:pt x="39" y="34"/>
                        <a:pt x="39" y="36"/>
                        <a:pt x="39" y="36"/>
                      </a:cubicBezTo>
                      <a:cubicBezTo>
                        <a:pt x="39" y="36"/>
                        <a:pt x="38" y="36"/>
                        <a:pt x="36" y="37"/>
                      </a:cubicBezTo>
                      <a:cubicBezTo>
                        <a:pt x="35" y="37"/>
                        <a:pt x="35" y="38"/>
                        <a:pt x="35" y="38"/>
                      </a:cubicBezTo>
                      <a:cubicBezTo>
                        <a:pt x="34" y="39"/>
                        <a:pt x="34" y="39"/>
                        <a:pt x="34" y="39"/>
                      </a:cubicBezTo>
                      <a:cubicBezTo>
                        <a:pt x="34" y="39"/>
                        <a:pt x="33" y="40"/>
                        <a:pt x="32" y="41"/>
                      </a:cubicBezTo>
                      <a:cubicBezTo>
                        <a:pt x="31" y="42"/>
                        <a:pt x="29" y="44"/>
                        <a:pt x="29" y="44"/>
                      </a:cubicBezTo>
                      <a:cubicBezTo>
                        <a:pt x="28" y="44"/>
                        <a:pt x="27" y="45"/>
                        <a:pt x="27" y="46"/>
                      </a:cubicBezTo>
                      <a:cubicBezTo>
                        <a:pt x="27" y="47"/>
                        <a:pt x="27" y="48"/>
                        <a:pt x="26" y="48"/>
                      </a:cubicBezTo>
                      <a:cubicBezTo>
                        <a:pt x="26" y="49"/>
                        <a:pt x="26" y="50"/>
                        <a:pt x="26" y="51"/>
                      </a:cubicBezTo>
                      <a:cubicBezTo>
                        <a:pt x="25" y="52"/>
                        <a:pt x="25" y="53"/>
                        <a:pt x="24" y="53"/>
                      </a:cubicBezTo>
                      <a:cubicBezTo>
                        <a:pt x="24" y="54"/>
                        <a:pt x="23" y="54"/>
                        <a:pt x="23" y="54"/>
                      </a:cubicBezTo>
                      <a:cubicBezTo>
                        <a:pt x="23" y="54"/>
                        <a:pt x="21" y="55"/>
                        <a:pt x="20" y="55"/>
                      </a:cubicBezTo>
                      <a:cubicBezTo>
                        <a:pt x="19" y="56"/>
                        <a:pt x="19" y="57"/>
                        <a:pt x="19" y="57"/>
                      </a:cubicBezTo>
                      <a:cubicBezTo>
                        <a:pt x="19" y="58"/>
                        <a:pt x="20" y="58"/>
                        <a:pt x="20" y="58"/>
                      </a:cubicBezTo>
                      <a:cubicBezTo>
                        <a:pt x="21" y="58"/>
                        <a:pt x="22" y="59"/>
                        <a:pt x="22" y="59"/>
                      </a:cubicBezTo>
                      <a:cubicBezTo>
                        <a:pt x="22" y="59"/>
                        <a:pt x="22" y="61"/>
                        <a:pt x="22" y="61"/>
                      </a:cubicBezTo>
                      <a:cubicBezTo>
                        <a:pt x="22" y="61"/>
                        <a:pt x="21" y="63"/>
                        <a:pt x="22" y="63"/>
                      </a:cubicBezTo>
                      <a:cubicBezTo>
                        <a:pt x="22" y="63"/>
                        <a:pt x="23" y="63"/>
                        <a:pt x="23" y="63"/>
                      </a:cubicBezTo>
                      <a:cubicBezTo>
                        <a:pt x="25" y="64"/>
                        <a:pt x="25" y="64"/>
                        <a:pt x="25" y="64"/>
                      </a:cubicBezTo>
                      <a:cubicBezTo>
                        <a:pt x="27" y="65"/>
                        <a:pt x="27" y="65"/>
                        <a:pt x="27" y="65"/>
                      </a:cubicBezTo>
                      <a:cubicBezTo>
                        <a:pt x="28" y="65"/>
                        <a:pt x="28" y="65"/>
                        <a:pt x="28" y="65"/>
                      </a:cubicBezTo>
                      <a:cubicBezTo>
                        <a:pt x="28" y="65"/>
                        <a:pt x="27" y="66"/>
                        <a:pt x="27" y="67"/>
                      </a:cubicBezTo>
                      <a:cubicBezTo>
                        <a:pt x="27" y="67"/>
                        <a:pt x="27" y="68"/>
                        <a:pt x="26" y="68"/>
                      </a:cubicBezTo>
                      <a:cubicBezTo>
                        <a:pt x="26" y="67"/>
                        <a:pt x="26" y="67"/>
                        <a:pt x="26" y="67"/>
                      </a:cubicBezTo>
                      <a:cubicBezTo>
                        <a:pt x="25" y="66"/>
                        <a:pt x="25" y="66"/>
                        <a:pt x="25" y="65"/>
                      </a:cubicBezTo>
                      <a:cubicBezTo>
                        <a:pt x="24" y="65"/>
                        <a:pt x="23" y="66"/>
                        <a:pt x="23" y="66"/>
                      </a:cubicBezTo>
                      <a:cubicBezTo>
                        <a:pt x="22" y="65"/>
                        <a:pt x="22" y="65"/>
                        <a:pt x="21" y="65"/>
                      </a:cubicBezTo>
                      <a:cubicBezTo>
                        <a:pt x="21" y="64"/>
                        <a:pt x="21" y="65"/>
                        <a:pt x="21" y="64"/>
                      </a:cubicBezTo>
                      <a:cubicBezTo>
                        <a:pt x="21" y="63"/>
                        <a:pt x="21" y="63"/>
                        <a:pt x="21" y="62"/>
                      </a:cubicBezTo>
                      <a:cubicBezTo>
                        <a:pt x="21" y="62"/>
                        <a:pt x="20" y="61"/>
                        <a:pt x="20" y="61"/>
                      </a:cubicBezTo>
                      <a:cubicBezTo>
                        <a:pt x="19" y="61"/>
                        <a:pt x="20" y="62"/>
                        <a:pt x="19" y="61"/>
                      </a:cubicBezTo>
                      <a:cubicBezTo>
                        <a:pt x="19" y="60"/>
                        <a:pt x="18" y="60"/>
                        <a:pt x="18" y="60"/>
                      </a:cubicBezTo>
                      <a:cubicBezTo>
                        <a:pt x="18" y="60"/>
                        <a:pt x="17" y="60"/>
                        <a:pt x="17" y="60"/>
                      </a:cubicBezTo>
                      <a:cubicBezTo>
                        <a:pt x="17" y="59"/>
                        <a:pt x="17" y="58"/>
                        <a:pt x="17" y="57"/>
                      </a:cubicBezTo>
                      <a:cubicBezTo>
                        <a:pt x="17" y="57"/>
                        <a:pt x="18" y="56"/>
                        <a:pt x="18" y="55"/>
                      </a:cubicBezTo>
                      <a:cubicBezTo>
                        <a:pt x="18" y="55"/>
                        <a:pt x="18" y="52"/>
                        <a:pt x="18" y="52"/>
                      </a:cubicBezTo>
                      <a:cubicBezTo>
                        <a:pt x="18" y="52"/>
                        <a:pt x="15" y="58"/>
                        <a:pt x="14" y="63"/>
                      </a:cubicBezTo>
                      <a:cubicBezTo>
                        <a:pt x="14" y="63"/>
                        <a:pt x="15" y="62"/>
                        <a:pt x="15" y="63"/>
                      </a:cubicBezTo>
                      <a:cubicBezTo>
                        <a:pt x="15" y="64"/>
                        <a:pt x="16" y="65"/>
                        <a:pt x="16" y="65"/>
                      </a:cubicBezTo>
                      <a:cubicBezTo>
                        <a:pt x="15" y="66"/>
                        <a:pt x="15" y="66"/>
                        <a:pt x="15" y="68"/>
                      </a:cubicBezTo>
                      <a:cubicBezTo>
                        <a:pt x="15" y="71"/>
                        <a:pt x="16" y="71"/>
                        <a:pt x="16" y="72"/>
                      </a:cubicBezTo>
                      <a:cubicBezTo>
                        <a:pt x="15" y="73"/>
                        <a:pt x="15" y="74"/>
                        <a:pt x="15" y="75"/>
                      </a:cubicBezTo>
                      <a:cubicBezTo>
                        <a:pt x="15" y="76"/>
                        <a:pt x="15" y="78"/>
                        <a:pt x="16" y="78"/>
                      </a:cubicBezTo>
                      <a:cubicBezTo>
                        <a:pt x="16" y="79"/>
                        <a:pt x="16" y="79"/>
                        <a:pt x="16" y="79"/>
                      </a:cubicBezTo>
                      <a:cubicBezTo>
                        <a:pt x="17" y="80"/>
                        <a:pt x="16" y="81"/>
                        <a:pt x="17" y="80"/>
                      </a:cubicBezTo>
                      <a:cubicBezTo>
                        <a:pt x="18" y="78"/>
                        <a:pt x="19" y="77"/>
                        <a:pt x="19" y="77"/>
                      </a:cubicBezTo>
                      <a:cubicBezTo>
                        <a:pt x="19" y="76"/>
                        <a:pt x="19" y="76"/>
                        <a:pt x="19" y="76"/>
                      </a:cubicBezTo>
                      <a:cubicBezTo>
                        <a:pt x="19" y="76"/>
                        <a:pt x="19" y="75"/>
                        <a:pt x="21" y="75"/>
                      </a:cubicBezTo>
                      <a:cubicBezTo>
                        <a:pt x="22" y="76"/>
                        <a:pt x="22" y="75"/>
                        <a:pt x="23" y="76"/>
                      </a:cubicBezTo>
                      <a:cubicBezTo>
                        <a:pt x="23" y="77"/>
                        <a:pt x="22" y="78"/>
                        <a:pt x="23" y="78"/>
                      </a:cubicBezTo>
                      <a:cubicBezTo>
                        <a:pt x="24" y="78"/>
                        <a:pt x="26" y="77"/>
                        <a:pt x="26" y="77"/>
                      </a:cubicBezTo>
                      <a:cubicBezTo>
                        <a:pt x="27" y="78"/>
                        <a:pt x="28" y="78"/>
                        <a:pt x="28" y="79"/>
                      </a:cubicBezTo>
                      <a:cubicBezTo>
                        <a:pt x="28" y="80"/>
                        <a:pt x="29" y="81"/>
                        <a:pt x="29" y="82"/>
                      </a:cubicBezTo>
                      <a:cubicBezTo>
                        <a:pt x="30" y="82"/>
                        <a:pt x="30" y="83"/>
                        <a:pt x="30" y="84"/>
                      </a:cubicBezTo>
                      <a:cubicBezTo>
                        <a:pt x="30" y="85"/>
                        <a:pt x="33" y="86"/>
                        <a:pt x="33" y="86"/>
                      </a:cubicBezTo>
                      <a:cubicBezTo>
                        <a:pt x="33" y="86"/>
                        <a:pt x="35" y="86"/>
                        <a:pt x="36" y="86"/>
                      </a:cubicBezTo>
                      <a:cubicBezTo>
                        <a:pt x="37" y="86"/>
                        <a:pt x="36" y="87"/>
                        <a:pt x="37" y="88"/>
                      </a:cubicBezTo>
                      <a:cubicBezTo>
                        <a:pt x="38" y="88"/>
                        <a:pt x="39" y="90"/>
                        <a:pt x="39" y="90"/>
                      </a:cubicBezTo>
                      <a:cubicBezTo>
                        <a:pt x="39" y="90"/>
                        <a:pt x="39" y="92"/>
                        <a:pt x="39" y="93"/>
                      </a:cubicBezTo>
                      <a:cubicBezTo>
                        <a:pt x="39" y="94"/>
                        <a:pt x="39" y="95"/>
                        <a:pt x="39" y="95"/>
                      </a:cubicBezTo>
                      <a:cubicBezTo>
                        <a:pt x="40" y="95"/>
                        <a:pt x="42" y="95"/>
                        <a:pt x="42" y="95"/>
                      </a:cubicBezTo>
                      <a:cubicBezTo>
                        <a:pt x="42" y="95"/>
                        <a:pt x="41" y="97"/>
                        <a:pt x="43" y="97"/>
                      </a:cubicBezTo>
                      <a:cubicBezTo>
                        <a:pt x="44" y="98"/>
                        <a:pt x="46" y="98"/>
                        <a:pt x="46" y="99"/>
                      </a:cubicBezTo>
                      <a:cubicBezTo>
                        <a:pt x="47" y="99"/>
                        <a:pt x="45" y="100"/>
                        <a:pt x="47" y="100"/>
                      </a:cubicBezTo>
                      <a:cubicBezTo>
                        <a:pt x="49" y="100"/>
                        <a:pt x="51" y="100"/>
                        <a:pt x="52" y="101"/>
                      </a:cubicBezTo>
                      <a:cubicBezTo>
                        <a:pt x="53" y="101"/>
                        <a:pt x="52" y="102"/>
                        <a:pt x="54" y="104"/>
                      </a:cubicBezTo>
                      <a:cubicBezTo>
                        <a:pt x="57" y="105"/>
                        <a:pt x="57" y="105"/>
                        <a:pt x="58" y="106"/>
                      </a:cubicBezTo>
                      <a:cubicBezTo>
                        <a:pt x="59" y="106"/>
                        <a:pt x="60" y="106"/>
                        <a:pt x="59" y="108"/>
                      </a:cubicBezTo>
                      <a:cubicBezTo>
                        <a:pt x="59" y="109"/>
                        <a:pt x="59" y="111"/>
                        <a:pt x="58" y="111"/>
                      </a:cubicBezTo>
                      <a:cubicBezTo>
                        <a:pt x="57" y="112"/>
                        <a:pt x="56" y="114"/>
                        <a:pt x="55" y="115"/>
                      </a:cubicBezTo>
                      <a:cubicBezTo>
                        <a:pt x="55" y="116"/>
                        <a:pt x="54" y="117"/>
                        <a:pt x="55" y="118"/>
                      </a:cubicBezTo>
                      <a:cubicBezTo>
                        <a:pt x="55" y="120"/>
                        <a:pt x="56" y="121"/>
                        <a:pt x="56" y="122"/>
                      </a:cubicBezTo>
                      <a:cubicBezTo>
                        <a:pt x="56" y="122"/>
                        <a:pt x="56" y="125"/>
                        <a:pt x="56" y="125"/>
                      </a:cubicBezTo>
                      <a:cubicBezTo>
                        <a:pt x="55" y="126"/>
                        <a:pt x="55" y="128"/>
                        <a:pt x="55" y="128"/>
                      </a:cubicBezTo>
                      <a:cubicBezTo>
                        <a:pt x="55" y="128"/>
                        <a:pt x="56" y="129"/>
                        <a:pt x="55" y="130"/>
                      </a:cubicBezTo>
                      <a:cubicBezTo>
                        <a:pt x="54" y="132"/>
                        <a:pt x="52" y="133"/>
                        <a:pt x="51" y="133"/>
                      </a:cubicBezTo>
                      <a:cubicBezTo>
                        <a:pt x="50" y="134"/>
                        <a:pt x="49" y="135"/>
                        <a:pt x="49" y="135"/>
                      </a:cubicBezTo>
                      <a:cubicBezTo>
                        <a:pt x="49" y="135"/>
                        <a:pt x="49" y="139"/>
                        <a:pt x="49" y="140"/>
                      </a:cubicBezTo>
                      <a:cubicBezTo>
                        <a:pt x="48" y="140"/>
                        <a:pt x="45" y="146"/>
                        <a:pt x="46" y="147"/>
                      </a:cubicBezTo>
                      <a:cubicBezTo>
                        <a:pt x="47" y="149"/>
                        <a:pt x="48" y="150"/>
                        <a:pt x="47" y="151"/>
                      </a:cubicBezTo>
                      <a:cubicBezTo>
                        <a:pt x="47" y="152"/>
                        <a:pt x="47" y="152"/>
                        <a:pt x="46" y="153"/>
                      </a:cubicBezTo>
                      <a:cubicBezTo>
                        <a:pt x="46" y="153"/>
                        <a:pt x="44" y="153"/>
                        <a:pt x="45" y="155"/>
                      </a:cubicBezTo>
                      <a:cubicBezTo>
                        <a:pt x="46" y="157"/>
                        <a:pt x="47" y="157"/>
                        <a:pt x="48" y="159"/>
                      </a:cubicBezTo>
                      <a:cubicBezTo>
                        <a:pt x="48" y="160"/>
                        <a:pt x="48" y="160"/>
                        <a:pt x="49" y="161"/>
                      </a:cubicBezTo>
                      <a:cubicBezTo>
                        <a:pt x="50" y="162"/>
                        <a:pt x="50" y="164"/>
                        <a:pt x="51" y="165"/>
                      </a:cubicBezTo>
                      <a:cubicBezTo>
                        <a:pt x="52" y="165"/>
                        <a:pt x="54" y="166"/>
                        <a:pt x="54" y="167"/>
                      </a:cubicBezTo>
                      <a:cubicBezTo>
                        <a:pt x="54" y="168"/>
                        <a:pt x="56" y="170"/>
                        <a:pt x="53" y="169"/>
                      </a:cubicBezTo>
                      <a:cubicBezTo>
                        <a:pt x="50" y="167"/>
                        <a:pt x="53" y="169"/>
                        <a:pt x="49" y="166"/>
                      </a:cubicBezTo>
                      <a:cubicBezTo>
                        <a:pt x="46" y="163"/>
                        <a:pt x="45" y="164"/>
                        <a:pt x="44" y="162"/>
                      </a:cubicBezTo>
                      <a:cubicBezTo>
                        <a:pt x="42" y="161"/>
                        <a:pt x="44" y="167"/>
                        <a:pt x="42" y="159"/>
                      </a:cubicBezTo>
                      <a:cubicBezTo>
                        <a:pt x="39" y="152"/>
                        <a:pt x="38" y="153"/>
                        <a:pt x="37" y="151"/>
                      </a:cubicBezTo>
                      <a:cubicBezTo>
                        <a:pt x="37" y="150"/>
                        <a:pt x="37" y="151"/>
                        <a:pt x="35" y="148"/>
                      </a:cubicBezTo>
                      <a:cubicBezTo>
                        <a:pt x="33" y="144"/>
                        <a:pt x="35" y="146"/>
                        <a:pt x="33" y="144"/>
                      </a:cubicBezTo>
                      <a:cubicBezTo>
                        <a:pt x="31" y="142"/>
                        <a:pt x="31" y="145"/>
                        <a:pt x="30" y="141"/>
                      </a:cubicBezTo>
                      <a:cubicBezTo>
                        <a:pt x="29" y="136"/>
                        <a:pt x="29" y="139"/>
                        <a:pt x="28" y="134"/>
                      </a:cubicBezTo>
                      <a:cubicBezTo>
                        <a:pt x="27" y="130"/>
                        <a:pt x="29" y="129"/>
                        <a:pt x="26" y="127"/>
                      </a:cubicBezTo>
                      <a:cubicBezTo>
                        <a:pt x="24" y="125"/>
                        <a:pt x="24" y="126"/>
                        <a:pt x="23" y="124"/>
                      </a:cubicBezTo>
                      <a:cubicBezTo>
                        <a:pt x="22" y="123"/>
                        <a:pt x="23" y="124"/>
                        <a:pt x="21" y="120"/>
                      </a:cubicBezTo>
                      <a:cubicBezTo>
                        <a:pt x="19" y="116"/>
                        <a:pt x="15" y="114"/>
                        <a:pt x="15" y="107"/>
                      </a:cubicBezTo>
                      <a:cubicBezTo>
                        <a:pt x="16" y="100"/>
                        <a:pt x="16" y="99"/>
                        <a:pt x="16" y="99"/>
                      </a:cubicBezTo>
                      <a:cubicBezTo>
                        <a:pt x="16" y="99"/>
                        <a:pt x="12" y="96"/>
                        <a:pt x="13" y="92"/>
                      </a:cubicBezTo>
                      <a:cubicBezTo>
                        <a:pt x="14" y="88"/>
                        <a:pt x="15" y="89"/>
                        <a:pt x="14" y="88"/>
                      </a:cubicBezTo>
                      <a:cubicBezTo>
                        <a:pt x="14" y="87"/>
                        <a:pt x="14" y="87"/>
                        <a:pt x="12" y="85"/>
                      </a:cubicBezTo>
                      <a:cubicBezTo>
                        <a:pt x="11" y="84"/>
                        <a:pt x="11" y="84"/>
                        <a:pt x="11" y="83"/>
                      </a:cubicBezTo>
                      <a:cubicBezTo>
                        <a:pt x="10" y="82"/>
                        <a:pt x="10" y="80"/>
                        <a:pt x="10" y="80"/>
                      </a:cubicBezTo>
                      <a:cubicBezTo>
                        <a:pt x="9" y="80"/>
                        <a:pt x="9" y="80"/>
                        <a:pt x="9" y="80"/>
                      </a:cubicBezTo>
                      <a:cubicBezTo>
                        <a:pt x="9" y="80"/>
                        <a:pt x="0" y="173"/>
                        <a:pt x="92" y="187"/>
                      </a:cubicBezTo>
                      <a:cubicBezTo>
                        <a:pt x="92" y="187"/>
                        <a:pt x="71" y="182"/>
                        <a:pt x="69" y="178"/>
                      </a:cubicBezTo>
                      <a:cubicBezTo>
                        <a:pt x="69" y="178"/>
                        <a:pt x="69" y="174"/>
                        <a:pt x="70" y="174"/>
                      </a:cubicBezTo>
                      <a:cubicBezTo>
                        <a:pt x="71" y="174"/>
                        <a:pt x="72" y="175"/>
                        <a:pt x="73" y="174"/>
                      </a:cubicBezTo>
                      <a:cubicBezTo>
                        <a:pt x="75" y="173"/>
                        <a:pt x="76" y="171"/>
                        <a:pt x="76" y="171"/>
                      </a:cubicBezTo>
                      <a:cubicBezTo>
                        <a:pt x="76" y="173"/>
                        <a:pt x="76" y="173"/>
                        <a:pt x="76" y="173"/>
                      </a:cubicBezTo>
                      <a:cubicBezTo>
                        <a:pt x="76" y="173"/>
                        <a:pt x="75" y="173"/>
                        <a:pt x="79" y="173"/>
                      </a:cubicBezTo>
                      <a:cubicBezTo>
                        <a:pt x="83" y="172"/>
                        <a:pt x="83" y="172"/>
                        <a:pt x="85" y="172"/>
                      </a:cubicBezTo>
                      <a:cubicBezTo>
                        <a:pt x="86" y="171"/>
                        <a:pt x="88" y="168"/>
                        <a:pt x="89" y="170"/>
                      </a:cubicBezTo>
                      <a:cubicBezTo>
                        <a:pt x="90" y="172"/>
                        <a:pt x="88" y="171"/>
                        <a:pt x="90" y="172"/>
                      </a:cubicBezTo>
                      <a:cubicBezTo>
                        <a:pt x="92" y="173"/>
                        <a:pt x="96" y="171"/>
                        <a:pt x="96" y="171"/>
                      </a:cubicBezTo>
                      <a:cubicBezTo>
                        <a:pt x="96" y="171"/>
                        <a:pt x="102" y="172"/>
                        <a:pt x="103" y="171"/>
                      </a:cubicBezTo>
                      <a:cubicBezTo>
                        <a:pt x="103" y="170"/>
                        <a:pt x="103" y="169"/>
                        <a:pt x="105" y="169"/>
                      </a:cubicBezTo>
                      <a:cubicBezTo>
                        <a:pt x="106" y="170"/>
                        <a:pt x="106" y="171"/>
                        <a:pt x="106" y="171"/>
                      </a:cubicBezTo>
                      <a:cubicBezTo>
                        <a:pt x="103" y="173"/>
                        <a:pt x="103" y="173"/>
                        <a:pt x="103" y="173"/>
                      </a:cubicBezTo>
                      <a:cubicBezTo>
                        <a:pt x="99" y="176"/>
                        <a:pt x="99" y="176"/>
                        <a:pt x="99" y="176"/>
                      </a:cubicBezTo>
                      <a:cubicBezTo>
                        <a:pt x="99" y="176"/>
                        <a:pt x="98" y="176"/>
                        <a:pt x="99" y="177"/>
                      </a:cubicBezTo>
                      <a:cubicBezTo>
                        <a:pt x="101" y="178"/>
                        <a:pt x="101" y="177"/>
                        <a:pt x="103" y="178"/>
                      </a:cubicBezTo>
                      <a:cubicBezTo>
                        <a:pt x="104" y="178"/>
                        <a:pt x="108" y="181"/>
                        <a:pt x="109" y="179"/>
                      </a:cubicBezTo>
                      <a:cubicBezTo>
                        <a:pt x="110" y="177"/>
                        <a:pt x="110" y="177"/>
                        <a:pt x="111" y="176"/>
                      </a:cubicBezTo>
                      <a:cubicBezTo>
                        <a:pt x="111" y="175"/>
                        <a:pt x="111" y="173"/>
                        <a:pt x="113" y="173"/>
                      </a:cubicBezTo>
                      <a:cubicBezTo>
                        <a:pt x="114" y="173"/>
                        <a:pt x="116" y="174"/>
                        <a:pt x="116" y="174"/>
                      </a:cubicBezTo>
                      <a:cubicBezTo>
                        <a:pt x="114" y="177"/>
                        <a:pt x="114" y="177"/>
                        <a:pt x="114" y="177"/>
                      </a:cubicBezTo>
                      <a:cubicBezTo>
                        <a:pt x="114" y="177"/>
                        <a:pt x="117" y="177"/>
                        <a:pt x="118" y="177"/>
                      </a:cubicBezTo>
                      <a:cubicBezTo>
                        <a:pt x="119" y="177"/>
                        <a:pt x="120" y="178"/>
                        <a:pt x="121" y="177"/>
                      </a:cubicBezTo>
                      <a:cubicBezTo>
                        <a:pt x="123" y="175"/>
                        <a:pt x="123" y="175"/>
                        <a:pt x="124" y="175"/>
                      </a:cubicBezTo>
                      <a:cubicBezTo>
                        <a:pt x="126" y="175"/>
                        <a:pt x="128" y="174"/>
                        <a:pt x="129" y="174"/>
                      </a:cubicBezTo>
                      <a:cubicBezTo>
                        <a:pt x="129" y="175"/>
                        <a:pt x="131" y="175"/>
                        <a:pt x="131" y="175"/>
                      </a:cubicBezTo>
                      <a:cubicBezTo>
                        <a:pt x="132" y="175"/>
                        <a:pt x="135" y="177"/>
                        <a:pt x="136" y="177"/>
                      </a:cubicBezTo>
                      <a:cubicBezTo>
                        <a:pt x="137" y="176"/>
                        <a:pt x="141" y="177"/>
                        <a:pt x="141" y="177"/>
                      </a:cubicBezTo>
                      <a:cubicBezTo>
                        <a:pt x="141" y="177"/>
                        <a:pt x="130" y="186"/>
                        <a:pt x="107" y="187"/>
                      </a:cubicBezTo>
                      <a:cubicBezTo>
                        <a:pt x="107" y="187"/>
                        <a:pt x="158" y="189"/>
                        <a:pt x="187" y="139"/>
                      </a:cubicBezTo>
                      <a:cubicBezTo>
                        <a:pt x="216" y="89"/>
                        <a:pt x="196" y="25"/>
                        <a:pt x="130" y="3"/>
                      </a:cubicBezTo>
                      <a:cubicBezTo>
                        <a:pt x="130" y="3"/>
                        <a:pt x="179" y="21"/>
                        <a:pt x="192" y="68"/>
                      </a:cubicBezTo>
                      <a:cubicBezTo>
                        <a:pt x="192" y="69"/>
                        <a:pt x="192" y="69"/>
                        <a:pt x="192" y="69"/>
                      </a:cubicBezTo>
                      <a:cubicBezTo>
                        <a:pt x="191" y="68"/>
                        <a:pt x="191" y="68"/>
                        <a:pt x="190" y="66"/>
                      </a:cubicBezTo>
                      <a:cubicBezTo>
                        <a:pt x="188" y="64"/>
                        <a:pt x="189" y="64"/>
                        <a:pt x="188" y="63"/>
                      </a:cubicBezTo>
                      <a:cubicBezTo>
                        <a:pt x="188" y="61"/>
                        <a:pt x="188" y="62"/>
                        <a:pt x="187" y="61"/>
                      </a:cubicBezTo>
                      <a:cubicBezTo>
                        <a:pt x="186" y="59"/>
                        <a:pt x="185" y="60"/>
                        <a:pt x="184" y="59"/>
                      </a:cubicBezTo>
                      <a:cubicBezTo>
                        <a:pt x="184" y="58"/>
                        <a:pt x="183" y="55"/>
                        <a:pt x="182" y="54"/>
                      </a:cubicBezTo>
                      <a:cubicBezTo>
                        <a:pt x="181" y="53"/>
                        <a:pt x="179" y="53"/>
                        <a:pt x="178" y="53"/>
                      </a:cubicBezTo>
                      <a:cubicBezTo>
                        <a:pt x="178" y="53"/>
                        <a:pt x="178" y="51"/>
                        <a:pt x="178" y="53"/>
                      </a:cubicBezTo>
                      <a:cubicBezTo>
                        <a:pt x="177" y="54"/>
                        <a:pt x="179" y="55"/>
                        <a:pt x="179" y="55"/>
                      </a:cubicBezTo>
                      <a:cubicBezTo>
                        <a:pt x="179" y="59"/>
                        <a:pt x="179" y="59"/>
                        <a:pt x="179" y="59"/>
                      </a:cubicBezTo>
                      <a:cubicBezTo>
                        <a:pt x="179" y="59"/>
                        <a:pt x="180" y="62"/>
                        <a:pt x="180" y="63"/>
                      </a:cubicBezTo>
                      <a:cubicBezTo>
                        <a:pt x="180" y="64"/>
                        <a:pt x="179" y="66"/>
                        <a:pt x="179" y="66"/>
                      </a:cubicBezTo>
                      <a:cubicBezTo>
                        <a:pt x="179" y="66"/>
                        <a:pt x="179" y="69"/>
                        <a:pt x="178" y="70"/>
                      </a:cubicBezTo>
                      <a:cubicBezTo>
                        <a:pt x="177" y="70"/>
                        <a:pt x="172" y="71"/>
                        <a:pt x="172" y="71"/>
                      </a:cubicBezTo>
                      <a:cubicBezTo>
                        <a:pt x="172" y="71"/>
                        <a:pt x="170" y="69"/>
                        <a:pt x="169" y="68"/>
                      </a:cubicBezTo>
                      <a:cubicBezTo>
                        <a:pt x="169" y="66"/>
                        <a:pt x="166" y="66"/>
                        <a:pt x="165" y="65"/>
                      </a:cubicBezTo>
                      <a:cubicBezTo>
                        <a:pt x="165" y="64"/>
                        <a:pt x="166" y="63"/>
                        <a:pt x="165" y="61"/>
                      </a:cubicBezTo>
                      <a:cubicBezTo>
                        <a:pt x="163" y="59"/>
                        <a:pt x="165" y="60"/>
                        <a:pt x="163" y="58"/>
                      </a:cubicBezTo>
                      <a:cubicBezTo>
                        <a:pt x="161" y="57"/>
                        <a:pt x="161" y="57"/>
                        <a:pt x="161" y="57"/>
                      </a:cubicBezTo>
                      <a:cubicBezTo>
                        <a:pt x="161" y="57"/>
                        <a:pt x="157" y="55"/>
                        <a:pt x="158" y="58"/>
                      </a:cubicBezTo>
                      <a:cubicBezTo>
                        <a:pt x="160" y="60"/>
                        <a:pt x="158" y="62"/>
                        <a:pt x="159" y="62"/>
                      </a:cubicBezTo>
                      <a:cubicBezTo>
                        <a:pt x="160" y="63"/>
                        <a:pt x="161" y="62"/>
                        <a:pt x="162" y="64"/>
                      </a:cubicBezTo>
                      <a:cubicBezTo>
                        <a:pt x="163" y="66"/>
                        <a:pt x="163" y="67"/>
                        <a:pt x="164" y="67"/>
                      </a:cubicBezTo>
                      <a:cubicBezTo>
                        <a:pt x="164" y="68"/>
                        <a:pt x="165" y="71"/>
                        <a:pt x="165" y="71"/>
                      </a:cubicBezTo>
                      <a:cubicBezTo>
                        <a:pt x="166" y="71"/>
                        <a:pt x="169" y="71"/>
                        <a:pt x="169" y="72"/>
                      </a:cubicBezTo>
                      <a:cubicBezTo>
                        <a:pt x="168" y="73"/>
                        <a:pt x="167" y="75"/>
                        <a:pt x="169" y="75"/>
                      </a:cubicBezTo>
                      <a:cubicBezTo>
                        <a:pt x="170" y="76"/>
                        <a:pt x="170" y="76"/>
                        <a:pt x="171" y="76"/>
                      </a:cubicBezTo>
                      <a:cubicBezTo>
                        <a:pt x="172" y="76"/>
                        <a:pt x="172" y="76"/>
                        <a:pt x="173" y="76"/>
                      </a:cubicBezTo>
                      <a:cubicBezTo>
                        <a:pt x="175" y="75"/>
                        <a:pt x="176" y="75"/>
                        <a:pt x="176" y="75"/>
                      </a:cubicBezTo>
                      <a:cubicBezTo>
                        <a:pt x="176" y="75"/>
                        <a:pt x="178" y="77"/>
                        <a:pt x="178" y="77"/>
                      </a:cubicBezTo>
                      <a:cubicBezTo>
                        <a:pt x="178" y="78"/>
                        <a:pt x="178" y="82"/>
                        <a:pt x="178" y="82"/>
                      </a:cubicBezTo>
                      <a:cubicBezTo>
                        <a:pt x="176" y="85"/>
                        <a:pt x="176" y="85"/>
                        <a:pt x="176" y="85"/>
                      </a:cubicBezTo>
                      <a:cubicBezTo>
                        <a:pt x="176" y="85"/>
                        <a:pt x="176" y="92"/>
                        <a:pt x="175" y="92"/>
                      </a:cubicBezTo>
                      <a:cubicBezTo>
                        <a:pt x="174" y="92"/>
                        <a:pt x="173" y="95"/>
                        <a:pt x="172" y="95"/>
                      </a:cubicBezTo>
                      <a:cubicBezTo>
                        <a:pt x="171" y="96"/>
                        <a:pt x="171" y="100"/>
                        <a:pt x="171" y="100"/>
                      </a:cubicBezTo>
                      <a:cubicBezTo>
                        <a:pt x="169" y="103"/>
                        <a:pt x="169" y="103"/>
                        <a:pt x="169" y="103"/>
                      </a:cubicBezTo>
                      <a:cubicBezTo>
                        <a:pt x="169" y="103"/>
                        <a:pt x="169" y="106"/>
                        <a:pt x="169" y="107"/>
                      </a:cubicBezTo>
                      <a:cubicBezTo>
                        <a:pt x="169" y="108"/>
                        <a:pt x="170" y="111"/>
                        <a:pt x="169" y="113"/>
                      </a:cubicBezTo>
                      <a:cubicBezTo>
                        <a:pt x="169" y="115"/>
                        <a:pt x="166" y="117"/>
                        <a:pt x="166" y="117"/>
                      </a:cubicBezTo>
                      <a:cubicBezTo>
                        <a:pt x="166" y="117"/>
                        <a:pt x="170" y="120"/>
                        <a:pt x="168" y="120"/>
                      </a:cubicBezTo>
                      <a:cubicBezTo>
                        <a:pt x="166" y="120"/>
                        <a:pt x="164" y="123"/>
                        <a:pt x="164" y="124"/>
                      </a:cubicBezTo>
                      <a:cubicBezTo>
                        <a:pt x="163" y="124"/>
                        <a:pt x="164" y="126"/>
                        <a:pt x="163" y="126"/>
                      </a:cubicBezTo>
                      <a:cubicBezTo>
                        <a:pt x="161" y="126"/>
                        <a:pt x="159" y="126"/>
                        <a:pt x="159" y="127"/>
                      </a:cubicBezTo>
                      <a:cubicBezTo>
                        <a:pt x="159" y="128"/>
                        <a:pt x="159" y="130"/>
                        <a:pt x="159" y="130"/>
                      </a:cubicBezTo>
                      <a:cubicBezTo>
                        <a:pt x="156" y="135"/>
                        <a:pt x="156" y="135"/>
                        <a:pt x="156" y="135"/>
                      </a:cubicBezTo>
                      <a:cubicBezTo>
                        <a:pt x="152" y="139"/>
                        <a:pt x="152" y="139"/>
                        <a:pt x="152" y="139"/>
                      </a:cubicBezTo>
                      <a:cubicBezTo>
                        <a:pt x="152" y="139"/>
                        <a:pt x="152" y="141"/>
                        <a:pt x="151" y="142"/>
                      </a:cubicBezTo>
                      <a:cubicBezTo>
                        <a:pt x="150" y="142"/>
                        <a:pt x="145" y="144"/>
                        <a:pt x="144" y="144"/>
                      </a:cubicBezTo>
                      <a:cubicBezTo>
                        <a:pt x="144" y="145"/>
                        <a:pt x="141" y="147"/>
                        <a:pt x="139" y="147"/>
                      </a:cubicBezTo>
                      <a:cubicBezTo>
                        <a:pt x="138" y="147"/>
                        <a:pt x="140" y="150"/>
                        <a:pt x="138" y="147"/>
                      </a:cubicBezTo>
                      <a:cubicBezTo>
                        <a:pt x="137" y="143"/>
                        <a:pt x="138" y="145"/>
                        <a:pt x="136" y="142"/>
                      </a:cubicBezTo>
                      <a:cubicBezTo>
                        <a:pt x="135" y="138"/>
                        <a:pt x="135" y="141"/>
                        <a:pt x="135" y="138"/>
                      </a:cubicBezTo>
                      <a:cubicBezTo>
                        <a:pt x="135" y="136"/>
                        <a:pt x="135" y="138"/>
                        <a:pt x="135" y="136"/>
                      </a:cubicBezTo>
                      <a:cubicBezTo>
                        <a:pt x="135" y="133"/>
                        <a:pt x="135" y="135"/>
                        <a:pt x="134" y="132"/>
                      </a:cubicBezTo>
                      <a:cubicBezTo>
                        <a:pt x="133" y="129"/>
                        <a:pt x="133" y="130"/>
                        <a:pt x="131" y="128"/>
                      </a:cubicBezTo>
                      <a:cubicBezTo>
                        <a:pt x="129" y="127"/>
                        <a:pt x="128" y="128"/>
                        <a:pt x="129" y="126"/>
                      </a:cubicBezTo>
                      <a:cubicBezTo>
                        <a:pt x="130" y="123"/>
                        <a:pt x="130" y="126"/>
                        <a:pt x="130" y="123"/>
                      </a:cubicBezTo>
                      <a:cubicBezTo>
                        <a:pt x="131" y="120"/>
                        <a:pt x="130" y="119"/>
                        <a:pt x="132" y="118"/>
                      </a:cubicBezTo>
                      <a:cubicBezTo>
                        <a:pt x="134" y="117"/>
                        <a:pt x="135" y="117"/>
                        <a:pt x="135" y="115"/>
                      </a:cubicBezTo>
                      <a:cubicBezTo>
                        <a:pt x="135" y="113"/>
                        <a:pt x="135" y="112"/>
                        <a:pt x="134" y="111"/>
                      </a:cubicBezTo>
                      <a:cubicBezTo>
                        <a:pt x="134" y="110"/>
                        <a:pt x="132" y="108"/>
                        <a:pt x="132" y="108"/>
                      </a:cubicBezTo>
                      <a:cubicBezTo>
                        <a:pt x="132" y="107"/>
                        <a:pt x="132" y="107"/>
                        <a:pt x="130" y="105"/>
                      </a:cubicBezTo>
                      <a:cubicBezTo>
                        <a:pt x="129" y="103"/>
                        <a:pt x="128" y="102"/>
                        <a:pt x="128" y="102"/>
                      </a:cubicBezTo>
                      <a:cubicBezTo>
                        <a:pt x="128" y="102"/>
                        <a:pt x="128" y="98"/>
                        <a:pt x="128" y="96"/>
                      </a:cubicBezTo>
                      <a:cubicBezTo>
                        <a:pt x="128" y="94"/>
                        <a:pt x="127" y="97"/>
                        <a:pt x="128" y="94"/>
                      </a:cubicBezTo>
                      <a:cubicBezTo>
                        <a:pt x="128" y="91"/>
                        <a:pt x="129" y="90"/>
                        <a:pt x="129" y="90"/>
                      </a:cubicBezTo>
                      <a:cubicBezTo>
                        <a:pt x="129" y="90"/>
                        <a:pt x="125" y="87"/>
                        <a:pt x="124" y="88"/>
                      </a:cubicBezTo>
                      <a:cubicBezTo>
                        <a:pt x="123" y="88"/>
                        <a:pt x="123" y="90"/>
                        <a:pt x="121" y="88"/>
                      </a:cubicBezTo>
                      <a:cubicBezTo>
                        <a:pt x="119" y="87"/>
                        <a:pt x="119" y="86"/>
                        <a:pt x="119" y="85"/>
                      </a:cubicBezTo>
                      <a:cubicBezTo>
                        <a:pt x="118" y="85"/>
                        <a:pt x="117" y="85"/>
                        <a:pt x="116" y="85"/>
                      </a:cubicBezTo>
                      <a:cubicBezTo>
                        <a:pt x="114" y="86"/>
                        <a:pt x="112" y="86"/>
                        <a:pt x="110" y="87"/>
                      </a:cubicBezTo>
                      <a:cubicBezTo>
                        <a:pt x="108" y="88"/>
                        <a:pt x="107" y="88"/>
                        <a:pt x="105" y="88"/>
                      </a:cubicBezTo>
                      <a:cubicBezTo>
                        <a:pt x="102" y="88"/>
                        <a:pt x="99" y="89"/>
                        <a:pt x="97" y="88"/>
                      </a:cubicBezTo>
                      <a:cubicBezTo>
                        <a:pt x="95" y="86"/>
                        <a:pt x="95" y="88"/>
                        <a:pt x="94" y="86"/>
                      </a:cubicBezTo>
                      <a:cubicBezTo>
                        <a:pt x="93" y="84"/>
                        <a:pt x="94" y="84"/>
                        <a:pt x="92" y="83"/>
                      </a:cubicBezTo>
                      <a:cubicBezTo>
                        <a:pt x="90" y="82"/>
                        <a:pt x="90" y="83"/>
                        <a:pt x="89" y="81"/>
                      </a:cubicBezTo>
                      <a:cubicBezTo>
                        <a:pt x="89" y="79"/>
                        <a:pt x="90" y="79"/>
                        <a:pt x="89" y="77"/>
                      </a:cubicBezTo>
                      <a:cubicBezTo>
                        <a:pt x="87" y="75"/>
                        <a:pt x="90" y="78"/>
                        <a:pt x="87" y="75"/>
                      </a:cubicBezTo>
                      <a:cubicBezTo>
                        <a:pt x="85" y="73"/>
                        <a:pt x="84" y="75"/>
                        <a:pt x="85" y="73"/>
                      </a:cubicBezTo>
                      <a:cubicBezTo>
                        <a:pt x="86" y="71"/>
                        <a:pt x="86" y="72"/>
                        <a:pt x="86" y="69"/>
                      </a:cubicBezTo>
                      <a:cubicBezTo>
                        <a:pt x="86" y="67"/>
                        <a:pt x="90" y="70"/>
                        <a:pt x="88" y="65"/>
                      </a:cubicBezTo>
                      <a:cubicBezTo>
                        <a:pt x="85" y="60"/>
                        <a:pt x="85" y="61"/>
                        <a:pt x="87" y="57"/>
                      </a:cubicBezTo>
                      <a:cubicBezTo>
                        <a:pt x="89" y="53"/>
                        <a:pt x="92" y="52"/>
                        <a:pt x="93" y="51"/>
                      </a:cubicBezTo>
                      <a:cubicBezTo>
                        <a:pt x="93" y="50"/>
                        <a:pt x="94" y="48"/>
                        <a:pt x="95" y="47"/>
                      </a:cubicBezTo>
                      <a:cubicBezTo>
                        <a:pt x="96" y="46"/>
                        <a:pt x="95" y="46"/>
                        <a:pt x="97" y="46"/>
                      </a:cubicBezTo>
                      <a:cubicBezTo>
                        <a:pt x="99" y="46"/>
                        <a:pt x="101" y="45"/>
                        <a:pt x="103" y="44"/>
                      </a:cubicBezTo>
                      <a:cubicBezTo>
                        <a:pt x="104" y="43"/>
                        <a:pt x="106" y="41"/>
                        <a:pt x="107" y="40"/>
                      </a:cubicBezTo>
                      <a:cubicBezTo>
                        <a:pt x="107" y="40"/>
                        <a:pt x="107" y="41"/>
                        <a:pt x="109" y="40"/>
                      </a:cubicBezTo>
                      <a:cubicBezTo>
                        <a:pt x="111" y="40"/>
                        <a:pt x="111" y="39"/>
                        <a:pt x="113" y="39"/>
                      </a:cubicBezTo>
                      <a:cubicBezTo>
                        <a:pt x="114" y="39"/>
                        <a:pt x="111" y="40"/>
                        <a:pt x="115" y="39"/>
                      </a:cubicBezTo>
                      <a:cubicBezTo>
                        <a:pt x="119" y="39"/>
                        <a:pt x="118" y="39"/>
                        <a:pt x="119" y="39"/>
                      </a:cubicBezTo>
                      <a:cubicBezTo>
                        <a:pt x="120" y="39"/>
                        <a:pt x="119" y="39"/>
                        <a:pt x="121" y="39"/>
                      </a:cubicBezTo>
                      <a:cubicBezTo>
                        <a:pt x="122" y="39"/>
                        <a:pt x="122" y="36"/>
                        <a:pt x="122" y="39"/>
                      </a:cubicBezTo>
                      <a:cubicBezTo>
                        <a:pt x="123" y="43"/>
                        <a:pt x="121" y="44"/>
                        <a:pt x="124" y="44"/>
                      </a:cubicBezTo>
                      <a:cubicBezTo>
                        <a:pt x="126" y="45"/>
                        <a:pt x="124" y="45"/>
                        <a:pt x="126" y="45"/>
                      </a:cubicBezTo>
                      <a:cubicBezTo>
                        <a:pt x="129" y="45"/>
                        <a:pt x="128" y="45"/>
                        <a:pt x="130" y="46"/>
                      </a:cubicBezTo>
                      <a:cubicBezTo>
                        <a:pt x="131" y="46"/>
                        <a:pt x="132" y="47"/>
                        <a:pt x="134" y="47"/>
                      </a:cubicBezTo>
                      <a:cubicBezTo>
                        <a:pt x="136" y="47"/>
                        <a:pt x="133" y="50"/>
                        <a:pt x="136" y="47"/>
                      </a:cubicBezTo>
                      <a:cubicBezTo>
                        <a:pt x="139" y="44"/>
                        <a:pt x="133" y="44"/>
                        <a:pt x="139" y="44"/>
                      </a:cubicBezTo>
                      <a:cubicBezTo>
                        <a:pt x="144" y="45"/>
                        <a:pt x="144" y="46"/>
                        <a:pt x="145" y="45"/>
                      </a:cubicBezTo>
                      <a:cubicBezTo>
                        <a:pt x="146" y="45"/>
                        <a:pt x="146" y="46"/>
                        <a:pt x="148" y="45"/>
                      </a:cubicBezTo>
                      <a:cubicBezTo>
                        <a:pt x="151" y="44"/>
                        <a:pt x="151" y="44"/>
                        <a:pt x="152" y="44"/>
                      </a:cubicBezTo>
                      <a:cubicBezTo>
                        <a:pt x="153" y="45"/>
                        <a:pt x="153" y="47"/>
                        <a:pt x="154" y="45"/>
                      </a:cubicBezTo>
                      <a:cubicBezTo>
                        <a:pt x="154" y="43"/>
                        <a:pt x="156" y="43"/>
                        <a:pt x="154" y="42"/>
                      </a:cubicBezTo>
                      <a:cubicBezTo>
                        <a:pt x="151" y="41"/>
                        <a:pt x="150" y="42"/>
                        <a:pt x="150" y="40"/>
                      </a:cubicBezTo>
                      <a:cubicBezTo>
                        <a:pt x="149" y="39"/>
                        <a:pt x="152" y="39"/>
                        <a:pt x="149" y="39"/>
                      </a:cubicBezTo>
                      <a:cubicBezTo>
                        <a:pt x="146" y="38"/>
                        <a:pt x="147" y="38"/>
                        <a:pt x="145" y="38"/>
                      </a:cubicBezTo>
                      <a:cubicBezTo>
                        <a:pt x="143" y="37"/>
                        <a:pt x="141" y="39"/>
                        <a:pt x="140" y="38"/>
                      </a:cubicBezTo>
                      <a:cubicBezTo>
                        <a:pt x="140" y="36"/>
                        <a:pt x="136" y="39"/>
                        <a:pt x="140" y="36"/>
                      </a:cubicBezTo>
                      <a:cubicBezTo>
                        <a:pt x="143" y="32"/>
                        <a:pt x="142" y="31"/>
                        <a:pt x="144" y="32"/>
                      </a:cubicBezTo>
                      <a:cubicBezTo>
                        <a:pt x="147" y="32"/>
                        <a:pt x="146" y="34"/>
                        <a:pt x="148" y="33"/>
                      </a:cubicBezTo>
                      <a:cubicBezTo>
                        <a:pt x="149" y="32"/>
                        <a:pt x="152" y="31"/>
                        <a:pt x="149" y="29"/>
                      </a:cubicBezTo>
                      <a:cubicBezTo>
                        <a:pt x="146" y="27"/>
                        <a:pt x="148" y="28"/>
                        <a:pt x="145" y="26"/>
                      </a:cubicBezTo>
                      <a:cubicBezTo>
                        <a:pt x="142" y="25"/>
                        <a:pt x="140" y="32"/>
                        <a:pt x="139" y="31"/>
                      </a:cubicBezTo>
                      <a:cubicBezTo>
                        <a:pt x="137" y="30"/>
                        <a:pt x="137" y="29"/>
                        <a:pt x="136" y="30"/>
                      </a:cubicBezTo>
                      <a:cubicBezTo>
                        <a:pt x="135" y="30"/>
                        <a:pt x="135" y="32"/>
                        <a:pt x="135" y="34"/>
                      </a:cubicBezTo>
                      <a:cubicBezTo>
                        <a:pt x="134" y="36"/>
                        <a:pt x="136" y="36"/>
                        <a:pt x="133" y="35"/>
                      </a:cubicBezTo>
                      <a:cubicBezTo>
                        <a:pt x="130" y="34"/>
                        <a:pt x="136" y="34"/>
                        <a:pt x="130" y="32"/>
                      </a:cubicBezTo>
                      <a:cubicBezTo>
                        <a:pt x="124" y="30"/>
                        <a:pt x="121" y="30"/>
                        <a:pt x="120" y="31"/>
                      </a:cubicBezTo>
                      <a:cubicBezTo>
                        <a:pt x="120" y="32"/>
                        <a:pt x="118" y="32"/>
                        <a:pt x="118" y="32"/>
                      </a:cubicBezTo>
                      <a:cubicBezTo>
                        <a:pt x="117" y="33"/>
                        <a:pt x="120" y="35"/>
                        <a:pt x="117" y="33"/>
                      </a:cubicBezTo>
                      <a:cubicBezTo>
                        <a:pt x="114" y="32"/>
                        <a:pt x="112" y="34"/>
                        <a:pt x="112" y="34"/>
                      </a:cubicBezTo>
                      <a:cubicBezTo>
                        <a:pt x="112" y="34"/>
                        <a:pt x="111" y="34"/>
                        <a:pt x="110" y="34"/>
                      </a:cubicBezTo>
                      <a:cubicBezTo>
                        <a:pt x="109" y="35"/>
                        <a:pt x="106" y="36"/>
                        <a:pt x="105" y="36"/>
                      </a:cubicBezTo>
                      <a:cubicBezTo>
                        <a:pt x="104" y="35"/>
                        <a:pt x="101" y="36"/>
                        <a:pt x="103" y="33"/>
                      </a:cubicBezTo>
                      <a:cubicBezTo>
                        <a:pt x="106" y="30"/>
                        <a:pt x="104" y="32"/>
                        <a:pt x="108" y="30"/>
                      </a:cubicBezTo>
                      <a:cubicBezTo>
                        <a:pt x="111" y="28"/>
                        <a:pt x="117" y="28"/>
                        <a:pt x="112" y="27"/>
                      </a:cubicBezTo>
                      <a:cubicBezTo>
                        <a:pt x="107" y="26"/>
                        <a:pt x="115" y="26"/>
                        <a:pt x="108" y="23"/>
                      </a:cubicBezTo>
                      <a:cubicBezTo>
                        <a:pt x="102" y="20"/>
                        <a:pt x="102" y="24"/>
                        <a:pt x="102" y="20"/>
                      </a:cubicBezTo>
                      <a:cubicBezTo>
                        <a:pt x="102" y="16"/>
                        <a:pt x="101" y="15"/>
                        <a:pt x="100" y="16"/>
                      </a:cubicBezTo>
                      <a:cubicBezTo>
                        <a:pt x="99" y="16"/>
                        <a:pt x="95" y="17"/>
                        <a:pt x="93" y="17"/>
                      </a:cubicBezTo>
                      <a:cubicBezTo>
                        <a:pt x="92" y="17"/>
                        <a:pt x="94" y="19"/>
                        <a:pt x="91" y="17"/>
                      </a:cubicBezTo>
                      <a:cubicBezTo>
                        <a:pt x="88" y="15"/>
                        <a:pt x="87" y="18"/>
                        <a:pt x="88" y="15"/>
                      </a:cubicBezTo>
                      <a:cubicBezTo>
                        <a:pt x="89" y="12"/>
                        <a:pt x="89" y="12"/>
                        <a:pt x="91" y="10"/>
                      </a:cubicBezTo>
                      <a:cubicBezTo>
                        <a:pt x="93" y="9"/>
                        <a:pt x="92" y="3"/>
                        <a:pt x="97" y="5"/>
                      </a:cubicBezTo>
                      <a:cubicBezTo>
                        <a:pt x="101" y="7"/>
                        <a:pt x="99" y="7"/>
                        <a:pt x="103" y="7"/>
                      </a:cubicBezTo>
                      <a:cubicBezTo>
                        <a:pt x="106" y="7"/>
                        <a:pt x="108" y="7"/>
                        <a:pt x="108" y="6"/>
                      </a:cubicBezTo>
                      <a:cubicBezTo>
                        <a:pt x="108" y="5"/>
                        <a:pt x="104" y="3"/>
                        <a:pt x="104" y="3"/>
                      </a:cubicBezTo>
                      <a:cubicBezTo>
                        <a:pt x="104" y="3"/>
                        <a:pt x="103" y="4"/>
                        <a:pt x="103" y="3"/>
                      </a:cubicBezTo>
                      <a:cubicBezTo>
                        <a:pt x="103" y="2"/>
                        <a:pt x="104" y="1"/>
                        <a:pt x="104" y="1"/>
                      </a:cubicBezTo>
                      <a:cubicBezTo>
                        <a:pt x="103" y="0"/>
                        <a:pt x="103" y="0"/>
                        <a:pt x="103" y="0"/>
                      </a:cubicBezTo>
                      <a:cubicBezTo>
                        <a:pt x="103" y="0"/>
                        <a:pt x="91" y="0"/>
                        <a:pt x="88"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85"/>
                <p:cNvSpPr>
                  <a:spLocks/>
                </p:cNvSpPr>
                <p:nvPr/>
              </p:nvSpPr>
              <p:spPr bwMode="auto">
                <a:xfrm>
                  <a:off x="4567238" y="2873375"/>
                  <a:ext cx="77788" cy="93663"/>
                </a:xfrm>
                <a:custGeom>
                  <a:avLst/>
                  <a:gdLst/>
                  <a:ahLst/>
                  <a:cxnLst>
                    <a:cxn ang="0">
                      <a:pos x="43" y="5"/>
                    </a:cxn>
                    <a:cxn ang="0">
                      <a:pos x="43" y="27"/>
                    </a:cxn>
                    <a:cxn ang="0">
                      <a:pos x="24" y="43"/>
                    </a:cxn>
                    <a:cxn ang="0">
                      <a:pos x="1" y="61"/>
                    </a:cxn>
                    <a:cxn ang="0">
                      <a:pos x="62" y="73"/>
                    </a:cxn>
                    <a:cxn ang="0">
                      <a:pos x="62" y="0"/>
                    </a:cxn>
                    <a:cxn ang="0">
                      <a:pos x="43" y="5"/>
                    </a:cxn>
                  </a:cxnLst>
                  <a:rect l="0" t="0" r="r" b="b"/>
                  <a:pathLst>
                    <a:path w="62" h="73">
                      <a:moveTo>
                        <a:pt x="43" y="5"/>
                      </a:moveTo>
                      <a:cubicBezTo>
                        <a:pt x="43" y="27"/>
                        <a:pt x="43" y="27"/>
                        <a:pt x="43" y="27"/>
                      </a:cubicBezTo>
                      <a:cubicBezTo>
                        <a:pt x="43" y="27"/>
                        <a:pt x="37" y="38"/>
                        <a:pt x="24" y="43"/>
                      </a:cubicBezTo>
                      <a:cubicBezTo>
                        <a:pt x="12" y="47"/>
                        <a:pt x="0" y="54"/>
                        <a:pt x="1" y="61"/>
                      </a:cubicBezTo>
                      <a:cubicBezTo>
                        <a:pt x="2" y="67"/>
                        <a:pt x="17" y="73"/>
                        <a:pt x="62" y="73"/>
                      </a:cubicBezTo>
                      <a:cubicBezTo>
                        <a:pt x="62" y="0"/>
                        <a:pt x="62" y="0"/>
                        <a:pt x="62" y="0"/>
                      </a:cubicBezTo>
                      <a:lnTo>
                        <a:pt x="43" y="5"/>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86"/>
                <p:cNvSpPr>
                  <a:spLocks/>
                </p:cNvSpPr>
                <p:nvPr/>
              </p:nvSpPr>
              <p:spPr bwMode="auto">
                <a:xfrm>
                  <a:off x="4637088" y="2873375"/>
                  <a:ext cx="74613" cy="93663"/>
                </a:xfrm>
                <a:custGeom>
                  <a:avLst/>
                  <a:gdLst/>
                  <a:ahLst/>
                  <a:cxnLst>
                    <a:cxn ang="0">
                      <a:pos x="12" y="5"/>
                    </a:cxn>
                    <a:cxn ang="0">
                      <a:pos x="12" y="27"/>
                    </a:cxn>
                    <a:cxn ang="0">
                      <a:pos x="30" y="43"/>
                    </a:cxn>
                    <a:cxn ang="0">
                      <a:pos x="57" y="61"/>
                    </a:cxn>
                    <a:cxn ang="0">
                      <a:pos x="0" y="73"/>
                    </a:cxn>
                    <a:cxn ang="0">
                      <a:pos x="0" y="0"/>
                    </a:cxn>
                    <a:cxn ang="0">
                      <a:pos x="12" y="5"/>
                    </a:cxn>
                  </a:cxnLst>
                  <a:rect l="0" t="0" r="r" b="b"/>
                  <a:pathLst>
                    <a:path w="58" h="73">
                      <a:moveTo>
                        <a:pt x="12" y="5"/>
                      </a:moveTo>
                      <a:cubicBezTo>
                        <a:pt x="12" y="27"/>
                        <a:pt x="12" y="27"/>
                        <a:pt x="12" y="27"/>
                      </a:cubicBezTo>
                      <a:cubicBezTo>
                        <a:pt x="12" y="27"/>
                        <a:pt x="17" y="38"/>
                        <a:pt x="30" y="43"/>
                      </a:cubicBezTo>
                      <a:cubicBezTo>
                        <a:pt x="43" y="47"/>
                        <a:pt x="58" y="54"/>
                        <a:pt x="57" y="61"/>
                      </a:cubicBezTo>
                      <a:cubicBezTo>
                        <a:pt x="56" y="67"/>
                        <a:pt x="32" y="73"/>
                        <a:pt x="0" y="73"/>
                      </a:cubicBezTo>
                      <a:cubicBezTo>
                        <a:pt x="0" y="0"/>
                        <a:pt x="0" y="0"/>
                        <a:pt x="0" y="0"/>
                      </a:cubicBezTo>
                      <a:lnTo>
                        <a:pt x="12" y="5"/>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87"/>
                <p:cNvSpPr>
                  <a:spLocks/>
                </p:cNvSpPr>
                <p:nvPr/>
              </p:nvSpPr>
              <p:spPr bwMode="auto">
                <a:xfrm>
                  <a:off x="4506913" y="2606675"/>
                  <a:ext cx="274638" cy="277813"/>
                </a:xfrm>
                <a:custGeom>
                  <a:avLst/>
                  <a:gdLst/>
                  <a:ahLst/>
                  <a:cxnLst>
                    <a:cxn ang="0">
                      <a:pos x="160" y="11"/>
                    </a:cxn>
                    <a:cxn ang="0">
                      <a:pos x="204" y="97"/>
                    </a:cxn>
                    <a:cxn ang="0">
                      <a:pos x="97" y="205"/>
                    </a:cxn>
                    <a:cxn ang="0">
                      <a:pos x="11" y="162"/>
                    </a:cxn>
                    <a:cxn ang="0">
                      <a:pos x="0" y="171"/>
                    </a:cxn>
                    <a:cxn ang="0">
                      <a:pos x="97" y="219"/>
                    </a:cxn>
                    <a:cxn ang="0">
                      <a:pos x="218" y="97"/>
                    </a:cxn>
                    <a:cxn ang="0">
                      <a:pos x="169" y="0"/>
                    </a:cxn>
                    <a:cxn ang="0">
                      <a:pos x="160" y="11"/>
                    </a:cxn>
                  </a:cxnLst>
                  <a:rect l="0" t="0" r="r" b="b"/>
                  <a:pathLst>
                    <a:path w="218" h="219">
                      <a:moveTo>
                        <a:pt x="160" y="11"/>
                      </a:moveTo>
                      <a:cubicBezTo>
                        <a:pt x="187" y="30"/>
                        <a:pt x="204" y="62"/>
                        <a:pt x="204" y="97"/>
                      </a:cubicBezTo>
                      <a:cubicBezTo>
                        <a:pt x="204" y="157"/>
                        <a:pt x="156" y="205"/>
                        <a:pt x="97" y="205"/>
                      </a:cubicBezTo>
                      <a:cubicBezTo>
                        <a:pt x="62" y="205"/>
                        <a:pt x="31" y="188"/>
                        <a:pt x="11" y="162"/>
                      </a:cubicBezTo>
                      <a:cubicBezTo>
                        <a:pt x="0" y="171"/>
                        <a:pt x="0" y="171"/>
                        <a:pt x="0" y="171"/>
                      </a:cubicBezTo>
                      <a:cubicBezTo>
                        <a:pt x="22" y="200"/>
                        <a:pt x="57" y="219"/>
                        <a:pt x="97" y="219"/>
                      </a:cubicBezTo>
                      <a:cubicBezTo>
                        <a:pt x="164" y="219"/>
                        <a:pt x="218" y="165"/>
                        <a:pt x="218" y="97"/>
                      </a:cubicBezTo>
                      <a:cubicBezTo>
                        <a:pt x="218" y="57"/>
                        <a:pt x="199" y="22"/>
                        <a:pt x="169" y="0"/>
                      </a:cubicBezTo>
                      <a:lnTo>
                        <a:pt x="160" y="1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88"/>
                <p:cNvSpPr>
                  <a:spLocks noEditPoints="1"/>
                </p:cNvSpPr>
                <p:nvPr/>
              </p:nvSpPr>
              <p:spPr bwMode="auto">
                <a:xfrm>
                  <a:off x="4508500" y="2609850"/>
                  <a:ext cx="244475" cy="244475"/>
                </a:xfrm>
                <a:custGeom>
                  <a:avLst/>
                  <a:gdLst/>
                  <a:ahLst/>
                  <a:cxnLst>
                    <a:cxn ang="0">
                      <a:pos x="96" y="0"/>
                    </a:cxn>
                    <a:cxn ang="0">
                      <a:pos x="0" y="97"/>
                    </a:cxn>
                    <a:cxn ang="0">
                      <a:pos x="96" y="193"/>
                    </a:cxn>
                    <a:cxn ang="0">
                      <a:pos x="193" y="97"/>
                    </a:cxn>
                    <a:cxn ang="0">
                      <a:pos x="96" y="0"/>
                    </a:cxn>
                    <a:cxn ang="0">
                      <a:pos x="96" y="189"/>
                    </a:cxn>
                    <a:cxn ang="0">
                      <a:pos x="4" y="97"/>
                    </a:cxn>
                    <a:cxn ang="0">
                      <a:pos x="96" y="5"/>
                    </a:cxn>
                    <a:cxn ang="0">
                      <a:pos x="188" y="97"/>
                    </a:cxn>
                    <a:cxn ang="0">
                      <a:pos x="96" y="189"/>
                    </a:cxn>
                  </a:cxnLst>
                  <a:rect l="0" t="0" r="r" b="b"/>
                  <a:pathLst>
                    <a:path w="193" h="193">
                      <a:moveTo>
                        <a:pt x="96" y="0"/>
                      </a:moveTo>
                      <a:cubicBezTo>
                        <a:pt x="43" y="0"/>
                        <a:pt x="0" y="43"/>
                        <a:pt x="0" y="97"/>
                      </a:cubicBezTo>
                      <a:cubicBezTo>
                        <a:pt x="0" y="150"/>
                        <a:pt x="43" y="193"/>
                        <a:pt x="96" y="193"/>
                      </a:cubicBezTo>
                      <a:cubicBezTo>
                        <a:pt x="149" y="193"/>
                        <a:pt x="193" y="150"/>
                        <a:pt x="193" y="97"/>
                      </a:cubicBezTo>
                      <a:cubicBezTo>
                        <a:pt x="193" y="43"/>
                        <a:pt x="149" y="0"/>
                        <a:pt x="96" y="0"/>
                      </a:cubicBezTo>
                      <a:close/>
                      <a:moveTo>
                        <a:pt x="96" y="189"/>
                      </a:moveTo>
                      <a:cubicBezTo>
                        <a:pt x="46" y="189"/>
                        <a:pt x="4" y="147"/>
                        <a:pt x="4" y="97"/>
                      </a:cubicBezTo>
                      <a:cubicBezTo>
                        <a:pt x="4" y="46"/>
                        <a:pt x="46" y="5"/>
                        <a:pt x="96" y="5"/>
                      </a:cubicBezTo>
                      <a:cubicBezTo>
                        <a:pt x="147" y="5"/>
                        <a:pt x="188" y="46"/>
                        <a:pt x="188" y="97"/>
                      </a:cubicBezTo>
                      <a:cubicBezTo>
                        <a:pt x="188" y="147"/>
                        <a:pt x="147" y="189"/>
                        <a:pt x="96" y="18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89"/>
                <p:cNvSpPr>
                  <a:spLocks/>
                </p:cNvSpPr>
                <p:nvPr/>
              </p:nvSpPr>
              <p:spPr bwMode="auto">
                <a:xfrm>
                  <a:off x="4502150" y="2614613"/>
                  <a:ext cx="273050" cy="239713"/>
                </a:xfrm>
                <a:custGeom>
                  <a:avLst/>
                  <a:gdLst/>
                  <a:ahLst/>
                  <a:cxnLst>
                    <a:cxn ang="0">
                      <a:pos x="62" y="15"/>
                    </a:cxn>
                    <a:cxn ang="0">
                      <a:pos x="58" y="22"/>
                    </a:cxn>
                    <a:cxn ang="0">
                      <a:pos x="54" y="28"/>
                    </a:cxn>
                    <a:cxn ang="0">
                      <a:pos x="51" y="25"/>
                    </a:cxn>
                    <a:cxn ang="0">
                      <a:pos x="50" y="31"/>
                    </a:cxn>
                    <a:cxn ang="0">
                      <a:pos x="40" y="33"/>
                    </a:cxn>
                    <a:cxn ang="0">
                      <a:pos x="34" y="39"/>
                    </a:cxn>
                    <a:cxn ang="0">
                      <a:pos x="26" y="51"/>
                    </a:cxn>
                    <a:cxn ang="0">
                      <a:pos x="20" y="58"/>
                    </a:cxn>
                    <a:cxn ang="0">
                      <a:pos x="25" y="64"/>
                    </a:cxn>
                    <a:cxn ang="0">
                      <a:pos x="26" y="67"/>
                    </a:cxn>
                    <a:cxn ang="0">
                      <a:pos x="21" y="62"/>
                    </a:cxn>
                    <a:cxn ang="0">
                      <a:pos x="17" y="57"/>
                    </a:cxn>
                    <a:cxn ang="0">
                      <a:pos x="16" y="65"/>
                    </a:cxn>
                    <a:cxn ang="0">
                      <a:pos x="16" y="79"/>
                    </a:cxn>
                    <a:cxn ang="0">
                      <a:pos x="23" y="76"/>
                    </a:cxn>
                    <a:cxn ang="0">
                      <a:pos x="30" y="84"/>
                    </a:cxn>
                    <a:cxn ang="0">
                      <a:pos x="39" y="93"/>
                    </a:cxn>
                    <a:cxn ang="0">
                      <a:pos x="47" y="100"/>
                    </a:cxn>
                    <a:cxn ang="0">
                      <a:pos x="58" y="111"/>
                    </a:cxn>
                    <a:cxn ang="0">
                      <a:pos x="55" y="128"/>
                    </a:cxn>
                    <a:cxn ang="0">
                      <a:pos x="46" y="147"/>
                    </a:cxn>
                    <a:cxn ang="0">
                      <a:pos x="49" y="161"/>
                    </a:cxn>
                    <a:cxn ang="0">
                      <a:pos x="44" y="162"/>
                    </a:cxn>
                    <a:cxn ang="0">
                      <a:pos x="30" y="141"/>
                    </a:cxn>
                    <a:cxn ang="0">
                      <a:pos x="15" y="107"/>
                    </a:cxn>
                    <a:cxn ang="0">
                      <a:pos x="11" y="83"/>
                    </a:cxn>
                    <a:cxn ang="0">
                      <a:pos x="70" y="174"/>
                    </a:cxn>
                    <a:cxn ang="0">
                      <a:pos x="85" y="172"/>
                    </a:cxn>
                    <a:cxn ang="0">
                      <a:pos x="105" y="169"/>
                    </a:cxn>
                    <a:cxn ang="0">
                      <a:pos x="103" y="178"/>
                    </a:cxn>
                    <a:cxn ang="0">
                      <a:pos x="114" y="177"/>
                    </a:cxn>
                    <a:cxn ang="0">
                      <a:pos x="131" y="175"/>
                    </a:cxn>
                    <a:cxn ang="0">
                      <a:pos x="130" y="3"/>
                    </a:cxn>
                    <a:cxn ang="0">
                      <a:pos x="187" y="61"/>
                    </a:cxn>
                    <a:cxn ang="0">
                      <a:pos x="179" y="55"/>
                    </a:cxn>
                    <a:cxn ang="0">
                      <a:pos x="172" y="71"/>
                    </a:cxn>
                    <a:cxn ang="0">
                      <a:pos x="161" y="57"/>
                    </a:cxn>
                    <a:cxn ang="0">
                      <a:pos x="165" y="71"/>
                    </a:cxn>
                    <a:cxn ang="0">
                      <a:pos x="176" y="75"/>
                    </a:cxn>
                    <a:cxn ang="0">
                      <a:pos x="172" y="95"/>
                    </a:cxn>
                    <a:cxn ang="0">
                      <a:pos x="166" y="117"/>
                    </a:cxn>
                    <a:cxn ang="0">
                      <a:pos x="159" y="130"/>
                    </a:cxn>
                    <a:cxn ang="0">
                      <a:pos x="139" y="147"/>
                    </a:cxn>
                    <a:cxn ang="0">
                      <a:pos x="134" y="132"/>
                    </a:cxn>
                    <a:cxn ang="0">
                      <a:pos x="135" y="115"/>
                    </a:cxn>
                    <a:cxn ang="0">
                      <a:pos x="128" y="96"/>
                    </a:cxn>
                    <a:cxn ang="0">
                      <a:pos x="119" y="85"/>
                    </a:cxn>
                    <a:cxn ang="0">
                      <a:pos x="94" y="86"/>
                    </a:cxn>
                    <a:cxn ang="0">
                      <a:pos x="85" y="73"/>
                    </a:cxn>
                    <a:cxn ang="0">
                      <a:pos x="95" y="47"/>
                    </a:cxn>
                    <a:cxn ang="0">
                      <a:pos x="113" y="39"/>
                    </a:cxn>
                    <a:cxn ang="0">
                      <a:pos x="124" y="44"/>
                    </a:cxn>
                    <a:cxn ang="0">
                      <a:pos x="139" y="44"/>
                    </a:cxn>
                    <a:cxn ang="0">
                      <a:pos x="154" y="42"/>
                    </a:cxn>
                    <a:cxn ang="0">
                      <a:pos x="140" y="36"/>
                    </a:cxn>
                    <a:cxn ang="0">
                      <a:pos x="139" y="31"/>
                    </a:cxn>
                    <a:cxn ang="0">
                      <a:pos x="120" y="31"/>
                    </a:cxn>
                    <a:cxn ang="0">
                      <a:pos x="105" y="36"/>
                    </a:cxn>
                    <a:cxn ang="0">
                      <a:pos x="102" y="20"/>
                    </a:cxn>
                    <a:cxn ang="0">
                      <a:pos x="91" y="10"/>
                    </a:cxn>
                    <a:cxn ang="0">
                      <a:pos x="103" y="3"/>
                    </a:cxn>
                  </a:cxnLst>
                  <a:rect l="0" t="0" r="r" b="b"/>
                  <a:pathLst>
                    <a:path w="216" h="189">
                      <a:moveTo>
                        <a:pt x="88" y="1"/>
                      </a:moveTo>
                      <a:cubicBezTo>
                        <a:pt x="88" y="1"/>
                        <a:pt x="55" y="5"/>
                        <a:pt x="33" y="30"/>
                      </a:cubicBezTo>
                      <a:cubicBezTo>
                        <a:pt x="33" y="30"/>
                        <a:pt x="50" y="13"/>
                        <a:pt x="60" y="13"/>
                      </a:cubicBezTo>
                      <a:cubicBezTo>
                        <a:pt x="63" y="14"/>
                        <a:pt x="63" y="14"/>
                        <a:pt x="63" y="14"/>
                      </a:cubicBezTo>
                      <a:cubicBezTo>
                        <a:pt x="63" y="14"/>
                        <a:pt x="62" y="14"/>
                        <a:pt x="62" y="15"/>
                      </a:cubicBezTo>
                      <a:cubicBezTo>
                        <a:pt x="62" y="15"/>
                        <a:pt x="60" y="17"/>
                        <a:pt x="60" y="17"/>
                      </a:cubicBezTo>
                      <a:cubicBezTo>
                        <a:pt x="60" y="18"/>
                        <a:pt x="61" y="19"/>
                        <a:pt x="61" y="19"/>
                      </a:cubicBezTo>
                      <a:cubicBezTo>
                        <a:pt x="60" y="20"/>
                        <a:pt x="60" y="20"/>
                        <a:pt x="60" y="20"/>
                      </a:cubicBezTo>
                      <a:cubicBezTo>
                        <a:pt x="60" y="20"/>
                        <a:pt x="59" y="21"/>
                        <a:pt x="59" y="21"/>
                      </a:cubicBezTo>
                      <a:cubicBezTo>
                        <a:pt x="59" y="21"/>
                        <a:pt x="58" y="21"/>
                        <a:pt x="58" y="22"/>
                      </a:cubicBezTo>
                      <a:cubicBezTo>
                        <a:pt x="58" y="23"/>
                        <a:pt x="58" y="24"/>
                        <a:pt x="58" y="24"/>
                      </a:cubicBezTo>
                      <a:cubicBezTo>
                        <a:pt x="58" y="26"/>
                        <a:pt x="58" y="26"/>
                        <a:pt x="58" y="26"/>
                      </a:cubicBezTo>
                      <a:cubicBezTo>
                        <a:pt x="58" y="27"/>
                        <a:pt x="58" y="27"/>
                        <a:pt x="58" y="27"/>
                      </a:cubicBezTo>
                      <a:cubicBezTo>
                        <a:pt x="56" y="28"/>
                        <a:pt x="56" y="28"/>
                        <a:pt x="56" y="28"/>
                      </a:cubicBezTo>
                      <a:cubicBezTo>
                        <a:pt x="56" y="28"/>
                        <a:pt x="55" y="28"/>
                        <a:pt x="54" y="28"/>
                      </a:cubicBezTo>
                      <a:cubicBezTo>
                        <a:pt x="53" y="27"/>
                        <a:pt x="53" y="26"/>
                        <a:pt x="53" y="26"/>
                      </a:cubicBezTo>
                      <a:cubicBezTo>
                        <a:pt x="55" y="25"/>
                        <a:pt x="55" y="25"/>
                        <a:pt x="55" y="25"/>
                      </a:cubicBezTo>
                      <a:cubicBezTo>
                        <a:pt x="55" y="25"/>
                        <a:pt x="55" y="25"/>
                        <a:pt x="55" y="24"/>
                      </a:cubicBezTo>
                      <a:cubicBezTo>
                        <a:pt x="54" y="24"/>
                        <a:pt x="54" y="23"/>
                        <a:pt x="53" y="23"/>
                      </a:cubicBezTo>
                      <a:cubicBezTo>
                        <a:pt x="52" y="23"/>
                        <a:pt x="51" y="25"/>
                        <a:pt x="51" y="25"/>
                      </a:cubicBezTo>
                      <a:cubicBezTo>
                        <a:pt x="49" y="26"/>
                        <a:pt x="49" y="26"/>
                        <a:pt x="49" y="26"/>
                      </a:cubicBezTo>
                      <a:cubicBezTo>
                        <a:pt x="49" y="26"/>
                        <a:pt x="48" y="28"/>
                        <a:pt x="49" y="28"/>
                      </a:cubicBezTo>
                      <a:cubicBezTo>
                        <a:pt x="49" y="28"/>
                        <a:pt x="50" y="28"/>
                        <a:pt x="50" y="28"/>
                      </a:cubicBezTo>
                      <a:cubicBezTo>
                        <a:pt x="50" y="28"/>
                        <a:pt x="50" y="29"/>
                        <a:pt x="50" y="29"/>
                      </a:cubicBezTo>
                      <a:cubicBezTo>
                        <a:pt x="50" y="30"/>
                        <a:pt x="50" y="31"/>
                        <a:pt x="50" y="31"/>
                      </a:cubicBezTo>
                      <a:cubicBezTo>
                        <a:pt x="50" y="31"/>
                        <a:pt x="49" y="32"/>
                        <a:pt x="48" y="31"/>
                      </a:cubicBezTo>
                      <a:cubicBezTo>
                        <a:pt x="47" y="31"/>
                        <a:pt x="46" y="31"/>
                        <a:pt x="45" y="31"/>
                      </a:cubicBezTo>
                      <a:cubicBezTo>
                        <a:pt x="45" y="30"/>
                        <a:pt x="44" y="30"/>
                        <a:pt x="43" y="30"/>
                      </a:cubicBezTo>
                      <a:cubicBezTo>
                        <a:pt x="43" y="31"/>
                        <a:pt x="43" y="31"/>
                        <a:pt x="42" y="31"/>
                      </a:cubicBezTo>
                      <a:cubicBezTo>
                        <a:pt x="42" y="31"/>
                        <a:pt x="40" y="33"/>
                        <a:pt x="40" y="33"/>
                      </a:cubicBezTo>
                      <a:cubicBezTo>
                        <a:pt x="40" y="33"/>
                        <a:pt x="39" y="33"/>
                        <a:pt x="39" y="34"/>
                      </a:cubicBezTo>
                      <a:cubicBezTo>
                        <a:pt x="39" y="34"/>
                        <a:pt x="39" y="36"/>
                        <a:pt x="39" y="36"/>
                      </a:cubicBezTo>
                      <a:cubicBezTo>
                        <a:pt x="39" y="36"/>
                        <a:pt x="38" y="36"/>
                        <a:pt x="36" y="37"/>
                      </a:cubicBezTo>
                      <a:cubicBezTo>
                        <a:pt x="35" y="37"/>
                        <a:pt x="35" y="38"/>
                        <a:pt x="35" y="38"/>
                      </a:cubicBezTo>
                      <a:cubicBezTo>
                        <a:pt x="34" y="39"/>
                        <a:pt x="34" y="39"/>
                        <a:pt x="34" y="39"/>
                      </a:cubicBezTo>
                      <a:cubicBezTo>
                        <a:pt x="34" y="39"/>
                        <a:pt x="33" y="40"/>
                        <a:pt x="32" y="41"/>
                      </a:cubicBezTo>
                      <a:cubicBezTo>
                        <a:pt x="31" y="42"/>
                        <a:pt x="29" y="44"/>
                        <a:pt x="29" y="44"/>
                      </a:cubicBezTo>
                      <a:cubicBezTo>
                        <a:pt x="28" y="44"/>
                        <a:pt x="27" y="45"/>
                        <a:pt x="27" y="46"/>
                      </a:cubicBezTo>
                      <a:cubicBezTo>
                        <a:pt x="27" y="47"/>
                        <a:pt x="27" y="48"/>
                        <a:pt x="26" y="48"/>
                      </a:cubicBezTo>
                      <a:cubicBezTo>
                        <a:pt x="26" y="49"/>
                        <a:pt x="26" y="50"/>
                        <a:pt x="26" y="51"/>
                      </a:cubicBezTo>
                      <a:cubicBezTo>
                        <a:pt x="25" y="52"/>
                        <a:pt x="25" y="53"/>
                        <a:pt x="24" y="53"/>
                      </a:cubicBezTo>
                      <a:cubicBezTo>
                        <a:pt x="24" y="54"/>
                        <a:pt x="23" y="54"/>
                        <a:pt x="23" y="54"/>
                      </a:cubicBezTo>
                      <a:cubicBezTo>
                        <a:pt x="23" y="54"/>
                        <a:pt x="21" y="55"/>
                        <a:pt x="20" y="55"/>
                      </a:cubicBezTo>
                      <a:cubicBezTo>
                        <a:pt x="19" y="56"/>
                        <a:pt x="19" y="57"/>
                        <a:pt x="19" y="57"/>
                      </a:cubicBezTo>
                      <a:cubicBezTo>
                        <a:pt x="19" y="58"/>
                        <a:pt x="20" y="58"/>
                        <a:pt x="20" y="58"/>
                      </a:cubicBezTo>
                      <a:cubicBezTo>
                        <a:pt x="21" y="58"/>
                        <a:pt x="22" y="59"/>
                        <a:pt x="22" y="59"/>
                      </a:cubicBezTo>
                      <a:cubicBezTo>
                        <a:pt x="22" y="59"/>
                        <a:pt x="22" y="61"/>
                        <a:pt x="22" y="61"/>
                      </a:cubicBezTo>
                      <a:cubicBezTo>
                        <a:pt x="22" y="61"/>
                        <a:pt x="21" y="63"/>
                        <a:pt x="22" y="63"/>
                      </a:cubicBezTo>
                      <a:cubicBezTo>
                        <a:pt x="22" y="63"/>
                        <a:pt x="23" y="63"/>
                        <a:pt x="23" y="63"/>
                      </a:cubicBezTo>
                      <a:cubicBezTo>
                        <a:pt x="25" y="64"/>
                        <a:pt x="25" y="64"/>
                        <a:pt x="25" y="64"/>
                      </a:cubicBezTo>
                      <a:cubicBezTo>
                        <a:pt x="27" y="65"/>
                        <a:pt x="27" y="65"/>
                        <a:pt x="27" y="65"/>
                      </a:cubicBezTo>
                      <a:cubicBezTo>
                        <a:pt x="28" y="65"/>
                        <a:pt x="28" y="65"/>
                        <a:pt x="28" y="65"/>
                      </a:cubicBezTo>
                      <a:cubicBezTo>
                        <a:pt x="28" y="65"/>
                        <a:pt x="27" y="66"/>
                        <a:pt x="27" y="67"/>
                      </a:cubicBezTo>
                      <a:cubicBezTo>
                        <a:pt x="27" y="67"/>
                        <a:pt x="27" y="68"/>
                        <a:pt x="26" y="68"/>
                      </a:cubicBezTo>
                      <a:cubicBezTo>
                        <a:pt x="26" y="67"/>
                        <a:pt x="26" y="67"/>
                        <a:pt x="26" y="67"/>
                      </a:cubicBezTo>
                      <a:cubicBezTo>
                        <a:pt x="25" y="66"/>
                        <a:pt x="25" y="66"/>
                        <a:pt x="25" y="65"/>
                      </a:cubicBezTo>
                      <a:cubicBezTo>
                        <a:pt x="24" y="65"/>
                        <a:pt x="23" y="66"/>
                        <a:pt x="23" y="66"/>
                      </a:cubicBezTo>
                      <a:cubicBezTo>
                        <a:pt x="22" y="65"/>
                        <a:pt x="22" y="65"/>
                        <a:pt x="21" y="65"/>
                      </a:cubicBezTo>
                      <a:cubicBezTo>
                        <a:pt x="21" y="64"/>
                        <a:pt x="21" y="65"/>
                        <a:pt x="21" y="64"/>
                      </a:cubicBezTo>
                      <a:cubicBezTo>
                        <a:pt x="21" y="63"/>
                        <a:pt x="21" y="63"/>
                        <a:pt x="21" y="62"/>
                      </a:cubicBezTo>
                      <a:cubicBezTo>
                        <a:pt x="21" y="62"/>
                        <a:pt x="20" y="61"/>
                        <a:pt x="20" y="61"/>
                      </a:cubicBezTo>
                      <a:cubicBezTo>
                        <a:pt x="19" y="61"/>
                        <a:pt x="20" y="62"/>
                        <a:pt x="19" y="61"/>
                      </a:cubicBezTo>
                      <a:cubicBezTo>
                        <a:pt x="19" y="60"/>
                        <a:pt x="18" y="60"/>
                        <a:pt x="18" y="60"/>
                      </a:cubicBezTo>
                      <a:cubicBezTo>
                        <a:pt x="18" y="60"/>
                        <a:pt x="17" y="60"/>
                        <a:pt x="17" y="60"/>
                      </a:cubicBezTo>
                      <a:cubicBezTo>
                        <a:pt x="17" y="59"/>
                        <a:pt x="17" y="58"/>
                        <a:pt x="17" y="57"/>
                      </a:cubicBezTo>
                      <a:cubicBezTo>
                        <a:pt x="17" y="57"/>
                        <a:pt x="18" y="56"/>
                        <a:pt x="18" y="55"/>
                      </a:cubicBezTo>
                      <a:cubicBezTo>
                        <a:pt x="18" y="55"/>
                        <a:pt x="18" y="52"/>
                        <a:pt x="18" y="52"/>
                      </a:cubicBezTo>
                      <a:cubicBezTo>
                        <a:pt x="18" y="52"/>
                        <a:pt x="15" y="58"/>
                        <a:pt x="14" y="63"/>
                      </a:cubicBezTo>
                      <a:cubicBezTo>
                        <a:pt x="14" y="63"/>
                        <a:pt x="15" y="62"/>
                        <a:pt x="15" y="63"/>
                      </a:cubicBezTo>
                      <a:cubicBezTo>
                        <a:pt x="15" y="64"/>
                        <a:pt x="16" y="65"/>
                        <a:pt x="16" y="65"/>
                      </a:cubicBezTo>
                      <a:cubicBezTo>
                        <a:pt x="15" y="66"/>
                        <a:pt x="15" y="66"/>
                        <a:pt x="15" y="68"/>
                      </a:cubicBezTo>
                      <a:cubicBezTo>
                        <a:pt x="15" y="71"/>
                        <a:pt x="16" y="71"/>
                        <a:pt x="16" y="72"/>
                      </a:cubicBezTo>
                      <a:cubicBezTo>
                        <a:pt x="15" y="73"/>
                        <a:pt x="15" y="74"/>
                        <a:pt x="15" y="75"/>
                      </a:cubicBezTo>
                      <a:cubicBezTo>
                        <a:pt x="15" y="76"/>
                        <a:pt x="15" y="78"/>
                        <a:pt x="16" y="78"/>
                      </a:cubicBezTo>
                      <a:cubicBezTo>
                        <a:pt x="16" y="79"/>
                        <a:pt x="16" y="79"/>
                        <a:pt x="16" y="79"/>
                      </a:cubicBezTo>
                      <a:cubicBezTo>
                        <a:pt x="17" y="80"/>
                        <a:pt x="16" y="81"/>
                        <a:pt x="17" y="80"/>
                      </a:cubicBezTo>
                      <a:cubicBezTo>
                        <a:pt x="18" y="78"/>
                        <a:pt x="19" y="77"/>
                        <a:pt x="19" y="77"/>
                      </a:cubicBezTo>
                      <a:cubicBezTo>
                        <a:pt x="19" y="76"/>
                        <a:pt x="19" y="76"/>
                        <a:pt x="19" y="76"/>
                      </a:cubicBezTo>
                      <a:cubicBezTo>
                        <a:pt x="19" y="76"/>
                        <a:pt x="19" y="75"/>
                        <a:pt x="21" y="75"/>
                      </a:cubicBezTo>
                      <a:cubicBezTo>
                        <a:pt x="22" y="76"/>
                        <a:pt x="22" y="75"/>
                        <a:pt x="23" y="76"/>
                      </a:cubicBezTo>
                      <a:cubicBezTo>
                        <a:pt x="23" y="77"/>
                        <a:pt x="22" y="78"/>
                        <a:pt x="23" y="78"/>
                      </a:cubicBezTo>
                      <a:cubicBezTo>
                        <a:pt x="24" y="78"/>
                        <a:pt x="26" y="77"/>
                        <a:pt x="26" y="77"/>
                      </a:cubicBezTo>
                      <a:cubicBezTo>
                        <a:pt x="27" y="78"/>
                        <a:pt x="28" y="78"/>
                        <a:pt x="28" y="79"/>
                      </a:cubicBezTo>
                      <a:cubicBezTo>
                        <a:pt x="28" y="80"/>
                        <a:pt x="29" y="81"/>
                        <a:pt x="29" y="82"/>
                      </a:cubicBezTo>
                      <a:cubicBezTo>
                        <a:pt x="30" y="82"/>
                        <a:pt x="30" y="83"/>
                        <a:pt x="30" y="84"/>
                      </a:cubicBezTo>
                      <a:cubicBezTo>
                        <a:pt x="30" y="85"/>
                        <a:pt x="33" y="86"/>
                        <a:pt x="33" y="86"/>
                      </a:cubicBezTo>
                      <a:cubicBezTo>
                        <a:pt x="33" y="86"/>
                        <a:pt x="35" y="86"/>
                        <a:pt x="36" y="86"/>
                      </a:cubicBezTo>
                      <a:cubicBezTo>
                        <a:pt x="37" y="86"/>
                        <a:pt x="36" y="87"/>
                        <a:pt x="37" y="88"/>
                      </a:cubicBezTo>
                      <a:cubicBezTo>
                        <a:pt x="38" y="88"/>
                        <a:pt x="39" y="90"/>
                        <a:pt x="39" y="90"/>
                      </a:cubicBezTo>
                      <a:cubicBezTo>
                        <a:pt x="39" y="90"/>
                        <a:pt x="39" y="92"/>
                        <a:pt x="39" y="93"/>
                      </a:cubicBezTo>
                      <a:cubicBezTo>
                        <a:pt x="39" y="94"/>
                        <a:pt x="39" y="95"/>
                        <a:pt x="39" y="95"/>
                      </a:cubicBezTo>
                      <a:cubicBezTo>
                        <a:pt x="40" y="95"/>
                        <a:pt x="42" y="95"/>
                        <a:pt x="42" y="95"/>
                      </a:cubicBezTo>
                      <a:cubicBezTo>
                        <a:pt x="42" y="95"/>
                        <a:pt x="41" y="97"/>
                        <a:pt x="43" y="97"/>
                      </a:cubicBezTo>
                      <a:cubicBezTo>
                        <a:pt x="44" y="98"/>
                        <a:pt x="46" y="98"/>
                        <a:pt x="46" y="99"/>
                      </a:cubicBezTo>
                      <a:cubicBezTo>
                        <a:pt x="47" y="99"/>
                        <a:pt x="45" y="100"/>
                        <a:pt x="47" y="100"/>
                      </a:cubicBezTo>
                      <a:cubicBezTo>
                        <a:pt x="49" y="100"/>
                        <a:pt x="51" y="100"/>
                        <a:pt x="52" y="101"/>
                      </a:cubicBezTo>
                      <a:cubicBezTo>
                        <a:pt x="53" y="101"/>
                        <a:pt x="52" y="102"/>
                        <a:pt x="54" y="104"/>
                      </a:cubicBezTo>
                      <a:cubicBezTo>
                        <a:pt x="57" y="105"/>
                        <a:pt x="57" y="105"/>
                        <a:pt x="58" y="106"/>
                      </a:cubicBezTo>
                      <a:cubicBezTo>
                        <a:pt x="59" y="106"/>
                        <a:pt x="60" y="106"/>
                        <a:pt x="59" y="108"/>
                      </a:cubicBezTo>
                      <a:cubicBezTo>
                        <a:pt x="59" y="109"/>
                        <a:pt x="59" y="111"/>
                        <a:pt x="58" y="111"/>
                      </a:cubicBezTo>
                      <a:cubicBezTo>
                        <a:pt x="57" y="112"/>
                        <a:pt x="56" y="114"/>
                        <a:pt x="55" y="115"/>
                      </a:cubicBezTo>
                      <a:cubicBezTo>
                        <a:pt x="55" y="116"/>
                        <a:pt x="54" y="117"/>
                        <a:pt x="55" y="118"/>
                      </a:cubicBezTo>
                      <a:cubicBezTo>
                        <a:pt x="55" y="120"/>
                        <a:pt x="56" y="121"/>
                        <a:pt x="56" y="122"/>
                      </a:cubicBezTo>
                      <a:cubicBezTo>
                        <a:pt x="56" y="122"/>
                        <a:pt x="56" y="125"/>
                        <a:pt x="56" y="125"/>
                      </a:cubicBezTo>
                      <a:cubicBezTo>
                        <a:pt x="55" y="126"/>
                        <a:pt x="55" y="128"/>
                        <a:pt x="55" y="128"/>
                      </a:cubicBezTo>
                      <a:cubicBezTo>
                        <a:pt x="55" y="128"/>
                        <a:pt x="56" y="129"/>
                        <a:pt x="55" y="130"/>
                      </a:cubicBezTo>
                      <a:cubicBezTo>
                        <a:pt x="54" y="132"/>
                        <a:pt x="52" y="133"/>
                        <a:pt x="51" y="133"/>
                      </a:cubicBezTo>
                      <a:cubicBezTo>
                        <a:pt x="50" y="134"/>
                        <a:pt x="49" y="135"/>
                        <a:pt x="49" y="135"/>
                      </a:cubicBezTo>
                      <a:cubicBezTo>
                        <a:pt x="49" y="135"/>
                        <a:pt x="49" y="139"/>
                        <a:pt x="49" y="140"/>
                      </a:cubicBezTo>
                      <a:cubicBezTo>
                        <a:pt x="48" y="140"/>
                        <a:pt x="45" y="146"/>
                        <a:pt x="46" y="147"/>
                      </a:cubicBezTo>
                      <a:cubicBezTo>
                        <a:pt x="47" y="149"/>
                        <a:pt x="48" y="150"/>
                        <a:pt x="47" y="151"/>
                      </a:cubicBezTo>
                      <a:cubicBezTo>
                        <a:pt x="47" y="152"/>
                        <a:pt x="47" y="152"/>
                        <a:pt x="46" y="153"/>
                      </a:cubicBezTo>
                      <a:cubicBezTo>
                        <a:pt x="46" y="153"/>
                        <a:pt x="44" y="153"/>
                        <a:pt x="45" y="155"/>
                      </a:cubicBezTo>
                      <a:cubicBezTo>
                        <a:pt x="46" y="157"/>
                        <a:pt x="47" y="157"/>
                        <a:pt x="48" y="159"/>
                      </a:cubicBezTo>
                      <a:cubicBezTo>
                        <a:pt x="48" y="160"/>
                        <a:pt x="48" y="160"/>
                        <a:pt x="49" y="161"/>
                      </a:cubicBezTo>
                      <a:cubicBezTo>
                        <a:pt x="50" y="162"/>
                        <a:pt x="50" y="164"/>
                        <a:pt x="51" y="165"/>
                      </a:cubicBezTo>
                      <a:cubicBezTo>
                        <a:pt x="52" y="165"/>
                        <a:pt x="54" y="166"/>
                        <a:pt x="54" y="167"/>
                      </a:cubicBezTo>
                      <a:cubicBezTo>
                        <a:pt x="54" y="168"/>
                        <a:pt x="56" y="170"/>
                        <a:pt x="53" y="169"/>
                      </a:cubicBezTo>
                      <a:cubicBezTo>
                        <a:pt x="50" y="167"/>
                        <a:pt x="53" y="169"/>
                        <a:pt x="49" y="166"/>
                      </a:cubicBezTo>
                      <a:cubicBezTo>
                        <a:pt x="46" y="163"/>
                        <a:pt x="45" y="164"/>
                        <a:pt x="44" y="162"/>
                      </a:cubicBezTo>
                      <a:cubicBezTo>
                        <a:pt x="42" y="161"/>
                        <a:pt x="44" y="167"/>
                        <a:pt x="42" y="159"/>
                      </a:cubicBezTo>
                      <a:cubicBezTo>
                        <a:pt x="39" y="152"/>
                        <a:pt x="38" y="153"/>
                        <a:pt x="37" y="151"/>
                      </a:cubicBezTo>
                      <a:cubicBezTo>
                        <a:pt x="37" y="150"/>
                        <a:pt x="37" y="151"/>
                        <a:pt x="35" y="148"/>
                      </a:cubicBezTo>
                      <a:cubicBezTo>
                        <a:pt x="33" y="144"/>
                        <a:pt x="35" y="146"/>
                        <a:pt x="33" y="144"/>
                      </a:cubicBezTo>
                      <a:cubicBezTo>
                        <a:pt x="31" y="142"/>
                        <a:pt x="31" y="145"/>
                        <a:pt x="30" y="141"/>
                      </a:cubicBezTo>
                      <a:cubicBezTo>
                        <a:pt x="29" y="136"/>
                        <a:pt x="29" y="139"/>
                        <a:pt x="28" y="134"/>
                      </a:cubicBezTo>
                      <a:cubicBezTo>
                        <a:pt x="27" y="130"/>
                        <a:pt x="29" y="129"/>
                        <a:pt x="26" y="127"/>
                      </a:cubicBezTo>
                      <a:cubicBezTo>
                        <a:pt x="24" y="125"/>
                        <a:pt x="24" y="126"/>
                        <a:pt x="23" y="124"/>
                      </a:cubicBezTo>
                      <a:cubicBezTo>
                        <a:pt x="22" y="123"/>
                        <a:pt x="23" y="124"/>
                        <a:pt x="21" y="120"/>
                      </a:cubicBezTo>
                      <a:cubicBezTo>
                        <a:pt x="19" y="116"/>
                        <a:pt x="15" y="114"/>
                        <a:pt x="15" y="107"/>
                      </a:cubicBezTo>
                      <a:cubicBezTo>
                        <a:pt x="16" y="100"/>
                        <a:pt x="16" y="99"/>
                        <a:pt x="16" y="99"/>
                      </a:cubicBezTo>
                      <a:cubicBezTo>
                        <a:pt x="16" y="99"/>
                        <a:pt x="12" y="96"/>
                        <a:pt x="13" y="92"/>
                      </a:cubicBezTo>
                      <a:cubicBezTo>
                        <a:pt x="14" y="88"/>
                        <a:pt x="15" y="89"/>
                        <a:pt x="14" y="88"/>
                      </a:cubicBezTo>
                      <a:cubicBezTo>
                        <a:pt x="14" y="87"/>
                        <a:pt x="14" y="87"/>
                        <a:pt x="12" y="85"/>
                      </a:cubicBezTo>
                      <a:cubicBezTo>
                        <a:pt x="11" y="84"/>
                        <a:pt x="11" y="84"/>
                        <a:pt x="11" y="83"/>
                      </a:cubicBezTo>
                      <a:cubicBezTo>
                        <a:pt x="10" y="82"/>
                        <a:pt x="10" y="80"/>
                        <a:pt x="10" y="80"/>
                      </a:cubicBezTo>
                      <a:cubicBezTo>
                        <a:pt x="9" y="80"/>
                        <a:pt x="9" y="80"/>
                        <a:pt x="9" y="80"/>
                      </a:cubicBezTo>
                      <a:cubicBezTo>
                        <a:pt x="9" y="80"/>
                        <a:pt x="0" y="173"/>
                        <a:pt x="92" y="187"/>
                      </a:cubicBezTo>
                      <a:cubicBezTo>
                        <a:pt x="92" y="187"/>
                        <a:pt x="71" y="182"/>
                        <a:pt x="69" y="178"/>
                      </a:cubicBezTo>
                      <a:cubicBezTo>
                        <a:pt x="69" y="178"/>
                        <a:pt x="69" y="174"/>
                        <a:pt x="70" y="174"/>
                      </a:cubicBezTo>
                      <a:cubicBezTo>
                        <a:pt x="71" y="174"/>
                        <a:pt x="72" y="175"/>
                        <a:pt x="73" y="174"/>
                      </a:cubicBezTo>
                      <a:cubicBezTo>
                        <a:pt x="75" y="173"/>
                        <a:pt x="76" y="171"/>
                        <a:pt x="76" y="171"/>
                      </a:cubicBezTo>
                      <a:cubicBezTo>
                        <a:pt x="76" y="173"/>
                        <a:pt x="76" y="173"/>
                        <a:pt x="76" y="173"/>
                      </a:cubicBezTo>
                      <a:cubicBezTo>
                        <a:pt x="76" y="173"/>
                        <a:pt x="75" y="173"/>
                        <a:pt x="79" y="173"/>
                      </a:cubicBezTo>
                      <a:cubicBezTo>
                        <a:pt x="83" y="172"/>
                        <a:pt x="83" y="172"/>
                        <a:pt x="85" y="172"/>
                      </a:cubicBezTo>
                      <a:cubicBezTo>
                        <a:pt x="86" y="171"/>
                        <a:pt x="88" y="168"/>
                        <a:pt x="89" y="170"/>
                      </a:cubicBezTo>
                      <a:cubicBezTo>
                        <a:pt x="90" y="172"/>
                        <a:pt x="88" y="171"/>
                        <a:pt x="90" y="172"/>
                      </a:cubicBezTo>
                      <a:cubicBezTo>
                        <a:pt x="92" y="173"/>
                        <a:pt x="96" y="171"/>
                        <a:pt x="96" y="171"/>
                      </a:cubicBezTo>
                      <a:cubicBezTo>
                        <a:pt x="96" y="171"/>
                        <a:pt x="102" y="172"/>
                        <a:pt x="103" y="171"/>
                      </a:cubicBezTo>
                      <a:cubicBezTo>
                        <a:pt x="103" y="170"/>
                        <a:pt x="103" y="169"/>
                        <a:pt x="105" y="169"/>
                      </a:cubicBezTo>
                      <a:cubicBezTo>
                        <a:pt x="106" y="170"/>
                        <a:pt x="106" y="171"/>
                        <a:pt x="106" y="171"/>
                      </a:cubicBezTo>
                      <a:cubicBezTo>
                        <a:pt x="103" y="173"/>
                        <a:pt x="103" y="173"/>
                        <a:pt x="103" y="173"/>
                      </a:cubicBezTo>
                      <a:cubicBezTo>
                        <a:pt x="99" y="176"/>
                        <a:pt x="99" y="176"/>
                        <a:pt x="99" y="176"/>
                      </a:cubicBezTo>
                      <a:cubicBezTo>
                        <a:pt x="99" y="176"/>
                        <a:pt x="98" y="176"/>
                        <a:pt x="99" y="177"/>
                      </a:cubicBezTo>
                      <a:cubicBezTo>
                        <a:pt x="101" y="178"/>
                        <a:pt x="101" y="177"/>
                        <a:pt x="103" y="178"/>
                      </a:cubicBezTo>
                      <a:cubicBezTo>
                        <a:pt x="104" y="178"/>
                        <a:pt x="108" y="181"/>
                        <a:pt x="109" y="179"/>
                      </a:cubicBezTo>
                      <a:cubicBezTo>
                        <a:pt x="110" y="177"/>
                        <a:pt x="110" y="177"/>
                        <a:pt x="111" y="176"/>
                      </a:cubicBezTo>
                      <a:cubicBezTo>
                        <a:pt x="111" y="175"/>
                        <a:pt x="111" y="173"/>
                        <a:pt x="113" y="173"/>
                      </a:cubicBezTo>
                      <a:cubicBezTo>
                        <a:pt x="114" y="173"/>
                        <a:pt x="116" y="174"/>
                        <a:pt x="116" y="174"/>
                      </a:cubicBezTo>
                      <a:cubicBezTo>
                        <a:pt x="114" y="177"/>
                        <a:pt x="114" y="177"/>
                        <a:pt x="114" y="177"/>
                      </a:cubicBezTo>
                      <a:cubicBezTo>
                        <a:pt x="114" y="177"/>
                        <a:pt x="117" y="177"/>
                        <a:pt x="118" y="177"/>
                      </a:cubicBezTo>
                      <a:cubicBezTo>
                        <a:pt x="119" y="177"/>
                        <a:pt x="120" y="178"/>
                        <a:pt x="121" y="177"/>
                      </a:cubicBezTo>
                      <a:cubicBezTo>
                        <a:pt x="123" y="175"/>
                        <a:pt x="123" y="175"/>
                        <a:pt x="124" y="175"/>
                      </a:cubicBezTo>
                      <a:cubicBezTo>
                        <a:pt x="126" y="175"/>
                        <a:pt x="128" y="174"/>
                        <a:pt x="129" y="174"/>
                      </a:cubicBezTo>
                      <a:cubicBezTo>
                        <a:pt x="129" y="175"/>
                        <a:pt x="131" y="175"/>
                        <a:pt x="131" y="175"/>
                      </a:cubicBezTo>
                      <a:cubicBezTo>
                        <a:pt x="132" y="175"/>
                        <a:pt x="135" y="177"/>
                        <a:pt x="136" y="177"/>
                      </a:cubicBezTo>
                      <a:cubicBezTo>
                        <a:pt x="137" y="176"/>
                        <a:pt x="141" y="177"/>
                        <a:pt x="141" y="177"/>
                      </a:cubicBezTo>
                      <a:cubicBezTo>
                        <a:pt x="141" y="177"/>
                        <a:pt x="130" y="186"/>
                        <a:pt x="107" y="187"/>
                      </a:cubicBezTo>
                      <a:cubicBezTo>
                        <a:pt x="107" y="187"/>
                        <a:pt x="158" y="189"/>
                        <a:pt x="187" y="139"/>
                      </a:cubicBezTo>
                      <a:cubicBezTo>
                        <a:pt x="216" y="89"/>
                        <a:pt x="196" y="25"/>
                        <a:pt x="130" y="3"/>
                      </a:cubicBezTo>
                      <a:cubicBezTo>
                        <a:pt x="130" y="3"/>
                        <a:pt x="179" y="21"/>
                        <a:pt x="192" y="68"/>
                      </a:cubicBezTo>
                      <a:cubicBezTo>
                        <a:pt x="192" y="69"/>
                        <a:pt x="192" y="69"/>
                        <a:pt x="192" y="69"/>
                      </a:cubicBezTo>
                      <a:cubicBezTo>
                        <a:pt x="191" y="68"/>
                        <a:pt x="191" y="68"/>
                        <a:pt x="190" y="66"/>
                      </a:cubicBezTo>
                      <a:cubicBezTo>
                        <a:pt x="188" y="64"/>
                        <a:pt x="189" y="64"/>
                        <a:pt x="188" y="63"/>
                      </a:cubicBezTo>
                      <a:cubicBezTo>
                        <a:pt x="188" y="61"/>
                        <a:pt x="188" y="62"/>
                        <a:pt x="187" y="61"/>
                      </a:cubicBezTo>
                      <a:cubicBezTo>
                        <a:pt x="186" y="59"/>
                        <a:pt x="185" y="60"/>
                        <a:pt x="184" y="59"/>
                      </a:cubicBezTo>
                      <a:cubicBezTo>
                        <a:pt x="184" y="58"/>
                        <a:pt x="183" y="55"/>
                        <a:pt x="182" y="54"/>
                      </a:cubicBezTo>
                      <a:cubicBezTo>
                        <a:pt x="181" y="53"/>
                        <a:pt x="179" y="53"/>
                        <a:pt x="178" y="53"/>
                      </a:cubicBezTo>
                      <a:cubicBezTo>
                        <a:pt x="178" y="53"/>
                        <a:pt x="178" y="51"/>
                        <a:pt x="178" y="53"/>
                      </a:cubicBezTo>
                      <a:cubicBezTo>
                        <a:pt x="177" y="54"/>
                        <a:pt x="179" y="55"/>
                        <a:pt x="179" y="55"/>
                      </a:cubicBezTo>
                      <a:cubicBezTo>
                        <a:pt x="179" y="59"/>
                        <a:pt x="179" y="59"/>
                        <a:pt x="179" y="59"/>
                      </a:cubicBezTo>
                      <a:cubicBezTo>
                        <a:pt x="179" y="59"/>
                        <a:pt x="180" y="62"/>
                        <a:pt x="180" y="63"/>
                      </a:cubicBezTo>
                      <a:cubicBezTo>
                        <a:pt x="180" y="64"/>
                        <a:pt x="179" y="66"/>
                        <a:pt x="179" y="66"/>
                      </a:cubicBezTo>
                      <a:cubicBezTo>
                        <a:pt x="179" y="66"/>
                        <a:pt x="179" y="69"/>
                        <a:pt x="178" y="70"/>
                      </a:cubicBezTo>
                      <a:cubicBezTo>
                        <a:pt x="177" y="70"/>
                        <a:pt x="172" y="71"/>
                        <a:pt x="172" y="71"/>
                      </a:cubicBezTo>
                      <a:cubicBezTo>
                        <a:pt x="172" y="71"/>
                        <a:pt x="170" y="69"/>
                        <a:pt x="169" y="68"/>
                      </a:cubicBezTo>
                      <a:cubicBezTo>
                        <a:pt x="169" y="66"/>
                        <a:pt x="166" y="66"/>
                        <a:pt x="165" y="65"/>
                      </a:cubicBezTo>
                      <a:cubicBezTo>
                        <a:pt x="165" y="64"/>
                        <a:pt x="166" y="63"/>
                        <a:pt x="165" y="61"/>
                      </a:cubicBezTo>
                      <a:cubicBezTo>
                        <a:pt x="163" y="59"/>
                        <a:pt x="165" y="60"/>
                        <a:pt x="163" y="58"/>
                      </a:cubicBezTo>
                      <a:cubicBezTo>
                        <a:pt x="161" y="57"/>
                        <a:pt x="161" y="57"/>
                        <a:pt x="161" y="57"/>
                      </a:cubicBezTo>
                      <a:cubicBezTo>
                        <a:pt x="161" y="57"/>
                        <a:pt x="157" y="55"/>
                        <a:pt x="158" y="58"/>
                      </a:cubicBezTo>
                      <a:cubicBezTo>
                        <a:pt x="160" y="60"/>
                        <a:pt x="158" y="62"/>
                        <a:pt x="159" y="62"/>
                      </a:cubicBezTo>
                      <a:cubicBezTo>
                        <a:pt x="160" y="63"/>
                        <a:pt x="161" y="62"/>
                        <a:pt x="162" y="64"/>
                      </a:cubicBezTo>
                      <a:cubicBezTo>
                        <a:pt x="163" y="66"/>
                        <a:pt x="163" y="67"/>
                        <a:pt x="164" y="67"/>
                      </a:cubicBezTo>
                      <a:cubicBezTo>
                        <a:pt x="164" y="68"/>
                        <a:pt x="165" y="71"/>
                        <a:pt x="165" y="71"/>
                      </a:cubicBezTo>
                      <a:cubicBezTo>
                        <a:pt x="166" y="71"/>
                        <a:pt x="169" y="71"/>
                        <a:pt x="169" y="72"/>
                      </a:cubicBezTo>
                      <a:cubicBezTo>
                        <a:pt x="168" y="73"/>
                        <a:pt x="167" y="75"/>
                        <a:pt x="169" y="75"/>
                      </a:cubicBezTo>
                      <a:cubicBezTo>
                        <a:pt x="170" y="76"/>
                        <a:pt x="170" y="76"/>
                        <a:pt x="171" y="76"/>
                      </a:cubicBezTo>
                      <a:cubicBezTo>
                        <a:pt x="172" y="76"/>
                        <a:pt x="172" y="76"/>
                        <a:pt x="173" y="76"/>
                      </a:cubicBezTo>
                      <a:cubicBezTo>
                        <a:pt x="175" y="75"/>
                        <a:pt x="176" y="75"/>
                        <a:pt x="176" y="75"/>
                      </a:cubicBezTo>
                      <a:cubicBezTo>
                        <a:pt x="176" y="75"/>
                        <a:pt x="178" y="77"/>
                        <a:pt x="178" y="77"/>
                      </a:cubicBezTo>
                      <a:cubicBezTo>
                        <a:pt x="178" y="78"/>
                        <a:pt x="178" y="82"/>
                        <a:pt x="178" y="82"/>
                      </a:cubicBezTo>
                      <a:cubicBezTo>
                        <a:pt x="176" y="85"/>
                        <a:pt x="176" y="85"/>
                        <a:pt x="176" y="85"/>
                      </a:cubicBezTo>
                      <a:cubicBezTo>
                        <a:pt x="176" y="85"/>
                        <a:pt x="176" y="92"/>
                        <a:pt x="175" y="92"/>
                      </a:cubicBezTo>
                      <a:cubicBezTo>
                        <a:pt x="174" y="92"/>
                        <a:pt x="173" y="95"/>
                        <a:pt x="172" y="95"/>
                      </a:cubicBezTo>
                      <a:cubicBezTo>
                        <a:pt x="171" y="96"/>
                        <a:pt x="171" y="100"/>
                        <a:pt x="171" y="100"/>
                      </a:cubicBezTo>
                      <a:cubicBezTo>
                        <a:pt x="169" y="103"/>
                        <a:pt x="169" y="103"/>
                        <a:pt x="169" y="103"/>
                      </a:cubicBezTo>
                      <a:cubicBezTo>
                        <a:pt x="169" y="103"/>
                        <a:pt x="169" y="106"/>
                        <a:pt x="169" y="107"/>
                      </a:cubicBezTo>
                      <a:cubicBezTo>
                        <a:pt x="169" y="108"/>
                        <a:pt x="170" y="111"/>
                        <a:pt x="169" y="113"/>
                      </a:cubicBezTo>
                      <a:cubicBezTo>
                        <a:pt x="169" y="115"/>
                        <a:pt x="166" y="117"/>
                        <a:pt x="166" y="117"/>
                      </a:cubicBezTo>
                      <a:cubicBezTo>
                        <a:pt x="166" y="117"/>
                        <a:pt x="170" y="120"/>
                        <a:pt x="168" y="120"/>
                      </a:cubicBezTo>
                      <a:cubicBezTo>
                        <a:pt x="166" y="120"/>
                        <a:pt x="164" y="123"/>
                        <a:pt x="164" y="124"/>
                      </a:cubicBezTo>
                      <a:cubicBezTo>
                        <a:pt x="163" y="124"/>
                        <a:pt x="164" y="126"/>
                        <a:pt x="163" y="126"/>
                      </a:cubicBezTo>
                      <a:cubicBezTo>
                        <a:pt x="161" y="126"/>
                        <a:pt x="159" y="126"/>
                        <a:pt x="159" y="127"/>
                      </a:cubicBezTo>
                      <a:cubicBezTo>
                        <a:pt x="159" y="128"/>
                        <a:pt x="159" y="130"/>
                        <a:pt x="159" y="130"/>
                      </a:cubicBezTo>
                      <a:cubicBezTo>
                        <a:pt x="156" y="135"/>
                        <a:pt x="156" y="135"/>
                        <a:pt x="156" y="135"/>
                      </a:cubicBezTo>
                      <a:cubicBezTo>
                        <a:pt x="152" y="139"/>
                        <a:pt x="152" y="139"/>
                        <a:pt x="152" y="139"/>
                      </a:cubicBezTo>
                      <a:cubicBezTo>
                        <a:pt x="152" y="139"/>
                        <a:pt x="152" y="141"/>
                        <a:pt x="151" y="142"/>
                      </a:cubicBezTo>
                      <a:cubicBezTo>
                        <a:pt x="150" y="142"/>
                        <a:pt x="145" y="144"/>
                        <a:pt x="144" y="144"/>
                      </a:cubicBezTo>
                      <a:cubicBezTo>
                        <a:pt x="144" y="145"/>
                        <a:pt x="141" y="147"/>
                        <a:pt x="139" y="147"/>
                      </a:cubicBezTo>
                      <a:cubicBezTo>
                        <a:pt x="138" y="147"/>
                        <a:pt x="140" y="150"/>
                        <a:pt x="138" y="147"/>
                      </a:cubicBezTo>
                      <a:cubicBezTo>
                        <a:pt x="137" y="143"/>
                        <a:pt x="138" y="145"/>
                        <a:pt x="136" y="142"/>
                      </a:cubicBezTo>
                      <a:cubicBezTo>
                        <a:pt x="135" y="138"/>
                        <a:pt x="135" y="141"/>
                        <a:pt x="135" y="138"/>
                      </a:cubicBezTo>
                      <a:cubicBezTo>
                        <a:pt x="135" y="136"/>
                        <a:pt x="135" y="138"/>
                        <a:pt x="135" y="136"/>
                      </a:cubicBezTo>
                      <a:cubicBezTo>
                        <a:pt x="135" y="133"/>
                        <a:pt x="135" y="135"/>
                        <a:pt x="134" y="132"/>
                      </a:cubicBezTo>
                      <a:cubicBezTo>
                        <a:pt x="133" y="129"/>
                        <a:pt x="133" y="130"/>
                        <a:pt x="131" y="128"/>
                      </a:cubicBezTo>
                      <a:cubicBezTo>
                        <a:pt x="129" y="127"/>
                        <a:pt x="128" y="128"/>
                        <a:pt x="129" y="126"/>
                      </a:cubicBezTo>
                      <a:cubicBezTo>
                        <a:pt x="130" y="123"/>
                        <a:pt x="130" y="126"/>
                        <a:pt x="130" y="123"/>
                      </a:cubicBezTo>
                      <a:cubicBezTo>
                        <a:pt x="131" y="120"/>
                        <a:pt x="130" y="119"/>
                        <a:pt x="132" y="118"/>
                      </a:cubicBezTo>
                      <a:cubicBezTo>
                        <a:pt x="134" y="117"/>
                        <a:pt x="135" y="117"/>
                        <a:pt x="135" y="115"/>
                      </a:cubicBezTo>
                      <a:cubicBezTo>
                        <a:pt x="135" y="113"/>
                        <a:pt x="135" y="112"/>
                        <a:pt x="134" y="111"/>
                      </a:cubicBezTo>
                      <a:cubicBezTo>
                        <a:pt x="134" y="110"/>
                        <a:pt x="132" y="108"/>
                        <a:pt x="132" y="108"/>
                      </a:cubicBezTo>
                      <a:cubicBezTo>
                        <a:pt x="132" y="107"/>
                        <a:pt x="132" y="107"/>
                        <a:pt x="130" y="105"/>
                      </a:cubicBezTo>
                      <a:cubicBezTo>
                        <a:pt x="129" y="103"/>
                        <a:pt x="128" y="102"/>
                        <a:pt x="128" y="102"/>
                      </a:cubicBezTo>
                      <a:cubicBezTo>
                        <a:pt x="128" y="102"/>
                        <a:pt x="128" y="98"/>
                        <a:pt x="128" y="96"/>
                      </a:cubicBezTo>
                      <a:cubicBezTo>
                        <a:pt x="128" y="94"/>
                        <a:pt x="127" y="97"/>
                        <a:pt x="128" y="94"/>
                      </a:cubicBezTo>
                      <a:cubicBezTo>
                        <a:pt x="128" y="91"/>
                        <a:pt x="129" y="90"/>
                        <a:pt x="129" y="90"/>
                      </a:cubicBezTo>
                      <a:cubicBezTo>
                        <a:pt x="129" y="90"/>
                        <a:pt x="125" y="87"/>
                        <a:pt x="124" y="88"/>
                      </a:cubicBezTo>
                      <a:cubicBezTo>
                        <a:pt x="123" y="88"/>
                        <a:pt x="123" y="90"/>
                        <a:pt x="121" y="88"/>
                      </a:cubicBezTo>
                      <a:cubicBezTo>
                        <a:pt x="119" y="87"/>
                        <a:pt x="119" y="86"/>
                        <a:pt x="119" y="85"/>
                      </a:cubicBezTo>
                      <a:cubicBezTo>
                        <a:pt x="118" y="85"/>
                        <a:pt x="117" y="85"/>
                        <a:pt x="116" y="85"/>
                      </a:cubicBezTo>
                      <a:cubicBezTo>
                        <a:pt x="114" y="86"/>
                        <a:pt x="112" y="86"/>
                        <a:pt x="110" y="87"/>
                      </a:cubicBezTo>
                      <a:cubicBezTo>
                        <a:pt x="108" y="88"/>
                        <a:pt x="107" y="88"/>
                        <a:pt x="105" y="88"/>
                      </a:cubicBezTo>
                      <a:cubicBezTo>
                        <a:pt x="102" y="88"/>
                        <a:pt x="99" y="89"/>
                        <a:pt x="97" y="88"/>
                      </a:cubicBezTo>
                      <a:cubicBezTo>
                        <a:pt x="95" y="86"/>
                        <a:pt x="95" y="88"/>
                        <a:pt x="94" y="86"/>
                      </a:cubicBezTo>
                      <a:cubicBezTo>
                        <a:pt x="93" y="84"/>
                        <a:pt x="94" y="84"/>
                        <a:pt x="92" y="83"/>
                      </a:cubicBezTo>
                      <a:cubicBezTo>
                        <a:pt x="90" y="82"/>
                        <a:pt x="90" y="83"/>
                        <a:pt x="89" y="81"/>
                      </a:cubicBezTo>
                      <a:cubicBezTo>
                        <a:pt x="89" y="79"/>
                        <a:pt x="90" y="79"/>
                        <a:pt x="89" y="77"/>
                      </a:cubicBezTo>
                      <a:cubicBezTo>
                        <a:pt x="87" y="75"/>
                        <a:pt x="90" y="78"/>
                        <a:pt x="87" y="75"/>
                      </a:cubicBezTo>
                      <a:cubicBezTo>
                        <a:pt x="85" y="73"/>
                        <a:pt x="84" y="75"/>
                        <a:pt x="85" y="73"/>
                      </a:cubicBezTo>
                      <a:cubicBezTo>
                        <a:pt x="86" y="71"/>
                        <a:pt x="86" y="72"/>
                        <a:pt x="86" y="69"/>
                      </a:cubicBezTo>
                      <a:cubicBezTo>
                        <a:pt x="86" y="67"/>
                        <a:pt x="90" y="70"/>
                        <a:pt x="88" y="65"/>
                      </a:cubicBezTo>
                      <a:cubicBezTo>
                        <a:pt x="85" y="60"/>
                        <a:pt x="85" y="61"/>
                        <a:pt x="87" y="57"/>
                      </a:cubicBezTo>
                      <a:cubicBezTo>
                        <a:pt x="89" y="53"/>
                        <a:pt x="92" y="52"/>
                        <a:pt x="93" y="51"/>
                      </a:cubicBezTo>
                      <a:cubicBezTo>
                        <a:pt x="93" y="50"/>
                        <a:pt x="94" y="48"/>
                        <a:pt x="95" y="47"/>
                      </a:cubicBezTo>
                      <a:cubicBezTo>
                        <a:pt x="96" y="46"/>
                        <a:pt x="95" y="46"/>
                        <a:pt x="97" y="46"/>
                      </a:cubicBezTo>
                      <a:cubicBezTo>
                        <a:pt x="99" y="46"/>
                        <a:pt x="101" y="45"/>
                        <a:pt x="103" y="44"/>
                      </a:cubicBezTo>
                      <a:cubicBezTo>
                        <a:pt x="104" y="43"/>
                        <a:pt x="106" y="41"/>
                        <a:pt x="107" y="40"/>
                      </a:cubicBezTo>
                      <a:cubicBezTo>
                        <a:pt x="107" y="40"/>
                        <a:pt x="107" y="41"/>
                        <a:pt x="109" y="40"/>
                      </a:cubicBezTo>
                      <a:cubicBezTo>
                        <a:pt x="111" y="40"/>
                        <a:pt x="111" y="39"/>
                        <a:pt x="113" y="39"/>
                      </a:cubicBezTo>
                      <a:cubicBezTo>
                        <a:pt x="114" y="39"/>
                        <a:pt x="111" y="40"/>
                        <a:pt x="115" y="39"/>
                      </a:cubicBezTo>
                      <a:cubicBezTo>
                        <a:pt x="119" y="39"/>
                        <a:pt x="118" y="39"/>
                        <a:pt x="119" y="39"/>
                      </a:cubicBezTo>
                      <a:cubicBezTo>
                        <a:pt x="120" y="39"/>
                        <a:pt x="119" y="39"/>
                        <a:pt x="121" y="39"/>
                      </a:cubicBezTo>
                      <a:cubicBezTo>
                        <a:pt x="122" y="39"/>
                        <a:pt x="122" y="36"/>
                        <a:pt x="122" y="39"/>
                      </a:cubicBezTo>
                      <a:cubicBezTo>
                        <a:pt x="123" y="43"/>
                        <a:pt x="121" y="44"/>
                        <a:pt x="124" y="44"/>
                      </a:cubicBezTo>
                      <a:cubicBezTo>
                        <a:pt x="126" y="45"/>
                        <a:pt x="124" y="45"/>
                        <a:pt x="126" y="45"/>
                      </a:cubicBezTo>
                      <a:cubicBezTo>
                        <a:pt x="129" y="45"/>
                        <a:pt x="128" y="45"/>
                        <a:pt x="130" y="46"/>
                      </a:cubicBezTo>
                      <a:cubicBezTo>
                        <a:pt x="131" y="46"/>
                        <a:pt x="132" y="47"/>
                        <a:pt x="134" y="47"/>
                      </a:cubicBezTo>
                      <a:cubicBezTo>
                        <a:pt x="136" y="47"/>
                        <a:pt x="133" y="50"/>
                        <a:pt x="136" y="47"/>
                      </a:cubicBezTo>
                      <a:cubicBezTo>
                        <a:pt x="139" y="44"/>
                        <a:pt x="133" y="44"/>
                        <a:pt x="139" y="44"/>
                      </a:cubicBezTo>
                      <a:cubicBezTo>
                        <a:pt x="144" y="45"/>
                        <a:pt x="144" y="46"/>
                        <a:pt x="145" y="45"/>
                      </a:cubicBezTo>
                      <a:cubicBezTo>
                        <a:pt x="146" y="45"/>
                        <a:pt x="146" y="46"/>
                        <a:pt x="148" y="45"/>
                      </a:cubicBezTo>
                      <a:cubicBezTo>
                        <a:pt x="151" y="44"/>
                        <a:pt x="151" y="44"/>
                        <a:pt x="152" y="44"/>
                      </a:cubicBezTo>
                      <a:cubicBezTo>
                        <a:pt x="153" y="45"/>
                        <a:pt x="153" y="47"/>
                        <a:pt x="154" y="45"/>
                      </a:cubicBezTo>
                      <a:cubicBezTo>
                        <a:pt x="154" y="43"/>
                        <a:pt x="156" y="43"/>
                        <a:pt x="154" y="42"/>
                      </a:cubicBezTo>
                      <a:cubicBezTo>
                        <a:pt x="151" y="41"/>
                        <a:pt x="150" y="42"/>
                        <a:pt x="150" y="40"/>
                      </a:cubicBezTo>
                      <a:cubicBezTo>
                        <a:pt x="149" y="39"/>
                        <a:pt x="152" y="39"/>
                        <a:pt x="149" y="39"/>
                      </a:cubicBezTo>
                      <a:cubicBezTo>
                        <a:pt x="146" y="38"/>
                        <a:pt x="147" y="38"/>
                        <a:pt x="145" y="38"/>
                      </a:cubicBezTo>
                      <a:cubicBezTo>
                        <a:pt x="143" y="37"/>
                        <a:pt x="141" y="39"/>
                        <a:pt x="140" y="38"/>
                      </a:cubicBezTo>
                      <a:cubicBezTo>
                        <a:pt x="140" y="36"/>
                        <a:pt x="136" y="39"/>
                        <a:pt x="140" y="36"/>
                      </a:cubicBezTo>
                      <a:cubicBezTo>
                        <a:pt x="143" y="32"/>
                        <a:pt x="142" y="31"/>
                        <a:pt x="144" y="32"/>
                      </a:cubicBezTo>
                      <a:cubicBezTo>
                        <a:pt x="147" y="32"/>
                        <a:pt x="146" y="34"/>
                        <a:pt x="148" y="33"/>
                      </a:cubicBezTo>
                      <a:cubicBezTo>
                        <a:pt x="149" y="32"/>
                        <a:pt x="152" y="31"/>
                        <a:pt x="149" y="29"/>
                      </a:cubicBezTo>
                      <a:cubicBezTo>
                        <a:pt x="146" y="27"/>
                        <a:pt x="148" y="28"/>
                        <a:pt x="145" y="26"/>
                      </a:cubicBezTo>
                      <a:cubicBezTo>
                        <a:pt x="142" y="25"/>
                        <a:pt x="140" y="32"/>
                        <a:pt x="139" y="31"/>
                      </a:cubicBezTo>
                      <a:cubicBezTo>
                        <a:pt x="137" y="30"/>
                        <a:pt x="137" y="29"/>
                        <a:pt x="136" y="30"/>
                      </a:cubicBezTo>
                      <a:cubicBezTo>
                        <a:pt x="135" y="30"/>
                        <a:pt x="135" y="32"/>
                        <a:pt x="135" y="34"/>
                      </a:cubicBezTo>
                      <a:cubicBezTo>
                        <a:pt x="134" y="36"/>
                        <a:pt x="136" y="36"/>
                        <a:pt x="133" y="35"/>
                      </a:cubicBezTo>
                      <a:cubicBezTo>
                        <a:pt x="130" y="34"/>
                        <a:pt x="136" y="34"/>
                        <a:pt x="130" y="32"/>
                      </a:cubicBezTo>
                      <a:cubicBezTo>
                        <a:pt x="124" y="30"/>
                        <a:pt x="121" y="30"/>
                        <a:pt x="120" y="31"/>
                      </a:cubicBezTo>
                      <a:cubicBezTo>
                        <a:pt x="120" y="32"/>
                        <a:pt x="118" y="32"/>
                        <a:pt x="118" y="32"/>
                      </a:cubicBezTo>
                      <a:cubicBezTo>
                        <a:pt x="117" y="33"/>
                        <a:pt x="120" y="35"/>
                        <a:pt x="117" y="33"/>
                      </a:cubicBezTo>
                      <a:cubicBezTo>
                        <a:pt x="114" y="32"/>
                        <a:pt x="112" y="34"/>
                        <a:pt x="112" y="34"/>
                      </a:cubicBezTo>
                      <a:cubicBezTo>
                        <a:pt x="112" y="34"/>
                        <a:pt x="111" y="34"/>
                        <a:pt x="110" y="34"/>
                      </a:cubicBezTo>
                      <a:cubicBezTo>
                        <a:pt x="109" y="35"/>
                        <a:pt x="106" y="36"/>
                        <a:pt x="105" y="36"/>
                      </a:cubicBezTo>
                      <a:cubicBezTo>
                        <a:pt x="104" y="35"/>
                        <a:pt x="101" y="36"/>
                        <a:pt x="103" y="33"/>
                      </a:cubicBezTo>
                      <a:cubicBezTo>
                        <a:pt x="106" y="30"/>
                        <a:pt x="104" y="32"/>
                        <a:pt x="108" y="30"/>
                      </a:cubicBezTo>
                      <a:cubicBezTo>
                        <a:pt x="111" y="28"/>
                        <a:pt x="117" y="28"/>
                        <a:pt x="112" y="27"/>
                      </a:cubicBezTo>
                      <a:cubicBezTo>
                        <a:pt x="107" y="26"/>
                        <a:pt x="115" y="26"/>
                        <a:pt x="108" y="23"/>
                      </a:cubicBezTo>
                      <a:cubicBezTo>
                        <a:pt x="102" y="20"/>
                        <a:pt x="102" y="24"/>
                        <a:pt x="102" y="20"/>
                      </a:cubicBezTo>
                      <a:cubicBezTo>
                        <a:pt x="102" y="16"/>
                        <a:pt x="101" y="15"/>
                        <a:pt x="100" y="16"/>
                      </a:cubicBezTo>
                      <a:cubicBezTo>
                        <a:pt x="99" y="16"/>
                        <a:pt x="95" y="17"/>
                        <a:pt x="93" y="17"/>
                      </a:cubicBezTo>
                      <a:cubicBezTo>
                        <a:pt x="92" y="17"/>
                        <a:pt x="94" y="19"/>
                        <a:pt x="91" y="17"/>
                      </a:cubicBezTo>
                      <a:cubicBezTo>
                        <a:pt x="88" y="15"/>
                        <a:pt x="87" y="18"/>
                        <a:pt x="88" y="15"/>
                      </a:cubicBezTo>
                      <a:cubicBezTo>
                        <a:pt x="89" y="12"/>
                        <a:pt x="89" y="12"/>
                        <a:pt x="91" y="10"/>
                      </a:cubicBezTo>
                      <a:cubicBezTo>
                        <a:pt x="93" y="9"/>
                        <a:pt x="92" y="3"/>
                        <a:pt x="97" y="5"/>
                      </a:cubicBezTo>
                      <a:cubicBezTo>
                        <a:pt x="101" y="7"/>
                        <a:pt x="99" y="7"/>
                        <a:pt x="103" y="7"/>
                      </a:cubicBezTo>
                      <a:cubicBezTo>
                        <a:pt x="106" y="7"/>
                        <a:pt x="108" y="7"/>
                        <a:pt x="108" y="6"/>
                      </a:cubicBezTo>
                      <a:cubicBezTo>
                        <a:pt x="108" y="5"/>
                        <a:pt x="104" y="3"/>
                        <a:pt x="104" y="3"/>
                      </a:cubicBezTo>
                      <a:cubicBezTo>
                        <a:pt x="104" y="3"/>
                        <a:pt x="103" y="4"/>
                        <a:pt x="103" y="3"/>
                      </a:cubicBezTo>
                      <a:cubicBezTo>
                        <a:pt x="103" y="2"/>
                        <a:pt x="104" y="1"/>
                        <a:pt x="104" y="1"/>
                      </a:cubicBezTo>
                      <a:cubicBezTo>
                        <a:pt x="103" y="0"/>
                        <a:pt x="103" y="0"/>
                        <a:pt x="103" y="0"/>
                      </a:cubicBezTo>
                      <a:cubicBezTo>
                        <a:pt x="103" y="0"/>
                        <a:pt x="91" y="0"/>
                        <a:pt x="88"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65" name="Group 248"/>
            <p:cNvGrpSpPr/>
            <p:nvPr/>
          </p:nvGrpSpPr>
          <p:grpSpPr>
            <a:xfrm rot="3533689">
              <a:off x="3762921" y="1315639"/>
              <a:ext cx="463577" cy="544258"/>
              <a:chOff x="3847398" y="1964034"/>
              <a:chExt cx="484446" cy="568759"/>
            </a:xfrm>
          </p:grpSpPr>
          <p:grpSp>
            <p:nvGrpSpPr>
              <p:cNvPr id="66" name="Group 138"/>
              <p:cNvGrpSpPr/>
              <p:nvPr/>
            </p:nvGrpSpPr>
            <p:grpSpPr>
              <a:xfrm>
                <a:off x="3847398" y="1964034"/>
                <a:ext cx="484446" cy="568759"/>
                <a:chOff x="3767138" y="1962150"/>
                <a:chExt cx="538163" cy="631826"/>
              </a:xfrm>
              <a:solidFill>
                <a:schemeClr val="accent1"/>
              </a:solidFill>
            </p:grpSpPr>
            <p:sp>
              <p:nvSpPr>
                <p:cNvPr id="254" name="Oval 46"/>
                <p:cNvSpPr>
                  <a:spLocks noChangeArrowheads="1"/>
                </p:cNvSpPr>
                <p:nvPr/>
              </p:nvSpPr>
              <p:spPr bwMode="auto">
                <a:xfrm>
                  <a:off x="3767138" y="1962150"/>
                  <a:ext cx="538163" cy="5397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47"/>
                <p:cNvSpPr>
                  <a:spLocks/>
                </p:cNvSpPr>
                <p:nvPr/>
              </p:nvSpPr>
              <p:spPr bwMode="auto">
                <a:xfrm>
                  <a:off x="4030663" y="2465388"/>
                  <a:ext cx="138113" cy="128588"/>
                </a:xfrm>
                <a:custGeom>
                  <a:avLst/>
                  <a:gdLst/>
                  <a:ahLst/>
                  <a:cxnLst>
                    <a:cxn ang="0">
                      <a:pos x="87" y="0"/>
                    </a:cxn>
                    <a:cxn ang="0">
                      <a:pos x="80" y="81"/>
                    </a:cxn>
                    <a:cxn ang="0">
                      <a:pos x="0" y="13"/>
                    </a:cxn>
                    <a:cxn ang="0">
                      <a:pos x="87" y="0"/>
                    </a:cxn>
                  </a:cxnLst>
                  <a:rect l="0" t="0" r="r" b="b"/>
                  <a:pathLst>
                    <a:path w="87" h="81">
                      <a:moveTo>
                        <a:pt x="87" y="0"/>
                      </a:moveTo>
                      <a:lnTo>
                        <a:pt x="80" y="81"/>
                      </a:lnTo>
                      <a:lnTo>
                        <a:pt x="0" y="13"/>
                      </a:lnTo>
                      <a:lnTo>
                        <a:pt x="8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8" name="Group 137"/>
              <p:cNvGrpSpPr/>
              <p:nvPr/>
            </p:nvGrpSpPr>
            <p:grpSpPr>
              <a:xfrm>
                <a:off x="4003147" y="2066925"/>
                <a:ext cx="218643" cy="275805"/>
                <a:chOff x="3940175" y="2076450"/>
                <a:chExt cx="242888" cy="306388"/>
              </a:xfrm>
            </p:grpSpPr>
            <p:sp>
              <p:nvSpPr>
                <p:cNvPr id="252" name="Freeform 73"/>
                <p:cNvSpPr>
                  <a:spLocks noEditPoints="1"/>
                </p:cNvSpPr>
                <p:nvPr/>
              </p:nvSpPr>
              <p:spPr bwMode="auto">
                <a:xfrm>
                  <a:off x="4021138" y="2078038"/>
                  <a:ext cx="161925" cy="304800"/>
                </a:xfrm>
                <a:custGeom>
                  <a:avLst/>
                  <a:gdLst/>
                  <a:ahLst/>
                  <a:cxnLst>
                    <a:cxn ang="0">
                      <a:pos x="0" y="0"/>
                    </a:cxn>
                    <a:cxn ang="0">
                      <a:pos x="0" y="192"/>
                    </a:cxn>
                    <a:cxn ang="0">
                      <a:pos x="102" y="192"/>
                    </a:cxn>
                    <a:cxn ang="0">
                      <a:pos x="0" y="0"/>
                    </a:cxn>
                    <a:cxn ang="0">
                      <a:pos x="15" y="74"/>
                    </a:cxn>
                    <a:cxn ang="0">
                      <a:pos x="69" y="167"/>
                    </a:cxn>
                    <a:cxn ang="0">
                      <a:pos x="15" y="167"/>
                    </a:cxn>
                    <a:cxn ang="0">
                      <a:pos x="15" y="74"/>
                    </a:cxn>
                  </a:cxnLst>
                  <a:rect l="0" t="0" r="r" b="b"/>
                  <a:pathLst>
                    <a:path w="102" h="192">
                      <a:moveTo>
                        <a:pt x="0" y="0"/>
                      </a:moveTo>
                      <a:lnTo>
                        <a:pt x="0" y="192"/>
                      </a:lnTo>
                      <a:lnTo>
                        <a:pt x="102" y="192"/>
                      </a:lnTo>
                      <a:lnTo>
                        <a:pt x="0" y="0"/>
                      </a:lnTo>
                      <a:close/>
                      <a:moveTo>
                        <a:pt x="15" y="74"/>
                      </a:moveTo>
                      <a:lnTo>
                        <a:pt x="69" y="167"/>
                      </a:lnTo>
                      <a:lnTo>
                        <a:pt x="15" y="167"/>
                      </a:lnTo>
                      <a:lnTo>
                        <a:pt x="15" y="74"/>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Rectangle 74"/>
                <p:cNvSpPr>
                  <a:spLocks noChangeArrowheads="1"/>
                </p:cNvSpPr>
                <p:nvPr/>
              </p:nvSpPr>
              <p:spPr bwMode="auto">
                <a:xfrm>
                  <a:off x="3940175" y="2076450"/>
                  <a:ext cx="39688" cy="30003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79" name="Group 255"/>
            <p:cNvGrpSpPr/>
            <p:nvPr/>
          </p:nvGrpSpPr>
          <p:grpSpPr>
            <a:xfrm rot="1372763">
              <a:off x="3916221" y="1813805"/>
              <a:ext cx="404200" cy="472942"/>
              <a:chOff x="3434404" y="1506741"/>
              <a:chExt cx="420138" cy="491591"/>
            </a:xfrm>
          </p:grpSpPr>
          <p:grpSp>
            <p:nvGrpSpPr>
              <p:cNvPr id="80" name="Group 132"/>
              <p:cNvGrpSpPr/>
              <p:nvPr/>
            </p:nvGrpSpPr>
            <p:grpSpPr>
              <a:xfrm>
                <a:off x="3434404" y="1506739"/>
                <a:ext cx="420138" cy="491590"/>
                <a:chOff x="3308350" y="1454150"/>
                <a:chExt cx="466725" cy="546101"/>
              </a:xfrm>
              <a:solidFill>
                <a:schemeClr val="accent2"/>
              </a:solidFill>
            </p:grpSpPr>
            <p:sp>
              <p:nvSpPr>
                <p:cNvPr id="259" name="Oval 36"/>
                <p:cNvSpPr>
                  <a:spLocks noChangeArrowheads="1"/>
                </p:cNvSpPr>
                <p:nvPr/>
              </p:nvSpPr>
              <p:spPr bwMode="auto">
                <a:xfrm>
                  <a:off x="3308350" y="1454150"/>
                  <a:ext cx="466725" cy="4651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37"/>
                <p:cNvSpPr>
                  <a:spLocks/>
                </p:cNvSpPr>
                <p:nvPr/>
              </p:nvSpPr>
              <p:spPr bwMode="auto">
                <a:xfrm>
                  <a:off x="3536950" y="1887538"/>
                  <a:ext cx="120650" cy="112713"/>
                </a:xfrm>
                <a:custGeom>
                  <a:avLst/>
                  <a:gdLst/>
                  <a:ahLst/>
                  <a:cxnLst>
                    <a:cxn ang="0">
                      <a:pos x="76" y="0"/>
                    </a:cxn>
                    <a:cxn ang="0">
                      <a:pos x="70" y="71"/>
                    </a:cxn>
                    <a:cxn ang="0">
                      <a:pos x="0" y="12"/>
                    </a:cxn>
                    <a:cxn ang="0">
                      <a:pos x="76" y="0"/>
                    </a:cxn>
                  </a:cxnLst>
                  <a:rect l="0" t="0" r="r" b="b"/>
                  <a:pathLst>
                    <a:path w="76" h="71">
                      <a:moveTo>
                        <a:pt x="76" y="0"/>
                      </a:moveTo>
                      <a:lnTo>
                        <a:pt x="70" y="71"/>
                      </a:lnTo>
                      <a:lnTo>
                        <a:pt x="0" y="12"/>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8" name="Freeform 75"/>
              <p:cNvSpPr>
                <a:spLocks noEditPoints="1"/>
              </p:cNvSpPr>
              <p:nvPr/>
            </p:nvSpPr>
            <p:spPr bwMode="auto">
              <a:xfrm>
                <a:off x="3530151" y="1589625"/>
                <a:ext cx="247225" cy="250083"/>
              </a:xfrm>
              <a:custGeom>
                <a:avLst/>
                <a:gdLst/>
                <a:ahLst/>
                <a:cxnLst>
                  <a:cxn ang="0">
                    <a:pos x="139" y="105"/>
                  </a:cxn>
                  <a:cxn ang="0">
                    <a:pos x="134" y="93"/>
                  </a:cxn>
                  <a:cxn ang="0">
                    <a:pos x="134" y="42"/>
                  </a:cxn>
                  <a:cxn ang="0">
                    <a:pos x="139" y="35"/>
                  </a:cxn>
                  <a:cxn ang="0">
                    <a:pos x="140" y="35"/>
                  </a:cxn>
                  <a:cxn ang="0">
                    <a:pos x="140" y="12"/>
                  </a:cxn>
                  <a:cxn ang="0">
                    <a:pos x="139" y="12"/>
                  </a:cxn>
                  <a:cxn ang="0">
                    <a:pos x="139" y="12"/>
                  </a:cxn>
                  <a:cxn ang="0">
                    <a:pos x="108" y="0"/>
                  </a:cxn>
                  <a:cxn ang="0">
                    <a:pos x="77" y="12"/>
                  </a:cxn>
                  <a:cxn ang="0">
                    <a:pos x="77" y="12"/>
                  </a:cxn>
                  <a:cxn ang="0">
                    <a:pos x="76" y="12"/>
                  </a:cxn>
                  <a:cxn ang="0">
                    <a:pos x="76" y="35"/>
                  </a:cxn>
                  <a:cxn ang="0">
                    <a:pos x="77" y="35"/>
                  </a:cxn>
                  <a:cxn ang="0">
                    <a:pos x="86" y="42"/>
                  </a:cxn>
                  <a:cxn ang="0">
                    <a:pos x="86" y="93"/>
                  </a:cxn>
                  <a:cxn ang="0">
                    <a:pos x="79" y="105"/>
                  </a:cxn>
                  <a:cxn ang="0">
                    <a:pos x="29" y="200"/>
                  </a:cxn>
                  <a:cxn ang="0">
                    <a:pos x="108" y="218"/>
                  </a:cxn>
                  <a:cxn ang="0">
                    <a:pos x="187" y="200"/>
                  </a:cxn>
                  <a:cxn ang="0">
                    <a:pos x="139" y="105"/>
                  </a:cxn>
                  <a:cxn ang="0">
                    <a:pos x="137" y="201"/>
                  </a:cxn>
                  <a:cxn ang="0">
                    <a:pos x="172" y="177"/>
                  </a:cxn>
                  <a:cxn ang="0">
                    <a:pos x="142" y="126"/>
                  </a:cxn>
                  <a:cxn ang="0">
                    <a:pos x="183" y="179"/>
                  </a:cxn>
                  <a:cxn ang="0">
                    <a:pos x="137" y="201"/>
                  </a:cxn>
                </a:cxnLst>
                <a:rect l="0" t="0" r="r" b="b"/>
                <a:pathLst>
                  <a:path w="217" h="219">
                    <a:moveTo>
                      <a:pt x="139" y="105"/>
                    </a:moveTo>
                    <a:cubicBezTo>
                      <a:pt x="139" y="105"/>
                      <a:pt x="134" y="103"/>
                      <a:pt x="134" y="93"/>
                    </a:cubicBezTo>
                    <a:cubicBezTo>
                      <a:pt x="134" y="84"/>
                      <a:pt x="134" y="52"/>
                      <a:pt x="134" y="42"/>
                    </a:cubicBezTo>
                    <a:cubicBezTo>
                      <a:pt x="137" y="40"/>
                      <a:pt x="139" y="37"/>
                      <a:pt x="139" y="35"/>
                    </a:cubicBezTo>
                    <a:cubicBezTo>
                      <a:pt x="140" y="35"/>
                      <a:pt x="140" y="35"/>
                      <a:pt x="140" y="35"/>
                    </a:cubicBezTo>
                    <a:cubicBezTo>
                      <a:pt x="140" y="12"/>
                      <a:pt x="140" y="12"/>
                      <a:pt x="140" y="12"/>
                    </a:cubicBezTo>
                    <a:cubicBezTo>
                      <a:pt x="139" y="12"/>
                      <a:pt x="139" y="12"/>
                      <a:pt x="139" y="12"/>
                    </a:cubicBezTo>
                    <a:cubicBezTo>
                      <a:pt x="139" y="12"/>
                      <a:pt x="139" y="12"/>
                      <a:pt x="139" y="12"/>
                    </a:cubicBezTo>
                    <a:cubicBezTo>
                      <a:pt x="139" y="5"/>
                      <a:pt x="125" y="0"/>
                      <a:pt x="108" y="0"/>
                    </a:cubicBezTo>
                    <a:cubicBezTo>
                      <a:pt x="91" y="0"/>
                      <a:pt x="77" y="5"/>
                      <a:pt x="77" y="12"/>
                    </a:cubicBezTo>
                    <a:cubicBezTo>
                      <a:pt x="77" y="12"/>
                      <a:pt x="77" y="12"/>
                      <a:pt x="77" y="12"/>
                    </a:cubicBezTo>
                    <a:cubicBezTo>
                      <a:pt x="76" y="12"/>
                      <a:pt x="76" y="12"/>
                      <a:pt x="76" y="12"/>
                    </a:cubicBezTo>
                    <a:cubicBezTo>
                      <a:pt x="76" y="35"/>
                      <a:pt x="76" y="35"/>
                      <a:pt x="76" y="35"/>
                    </a:cubicBezTo>
                    <a:cubicBezTo>
                      <a:pt x="77" y="35"/>
                      <a:pt x="77" y="35"/>
                      <a:pt x="77" y="35"/>
                    </a:cubicBezTo>
                    <a:cubicBezTo>
                      <a:pt x="77" y="38"/>
                      <a:pt x="79" y="40"/>
                      <a:pt x="86" y="42"/>
                    </a:cubicBezTo>
                    <a:cubicBezTo>
                      <a:pt x="86" y="53"/>
                      <a:pt x="86" y="85"/>
                      <a:pt x="86" y="93"/>
                    </a:cubicBezTo>
                    <a:cubicBezTo>
                      <a:pt x="86" y="103"/>
                      <a:pt x="79" y="105"/>
                      <a:pt x="79" y="105"/>
                    </a:cubicBezTo>
                    <a:cubicBezTo>
                      <a:pt x="67" y="112"/>
                      <a:pt x="0" y="180"/>
                      <a:pt x="29" y="200"/>
                    </a:cubicBezTo>
                    <a:cubicBezTo>
                      <a:pt x="56" y="219"/>
                      <a:pt x="100" y="218"/>
                      <a:pt x="108" y="218"/>
                    </a:cubicBezTo>
                    <a:cubicBezTo>
                      <a:pt x="117" y="218"/>
                      <a:pt x="161" y="219"/>
                      <a:pt x="187" y="200"/>
                    </a:cubicBezTo>
                    <a:cubicBezTo>
                      <a:pt x="217" y="180"/>
                      <a:pt x="150" y="112"/>
                      <a:pt x="139" y="105"/>
                    </a:cubicBezTo>
                    <a:close/>
                    <a:moveTo>
                      <a:pt x="137" y="201"/>
                    </a:moveTo>
                    <a:cubicBezTo>
                      <a:pt x="137" y="201"/>
                      <a:pt x="170" y="195"/>
                      <a:pt x="172" y="177"/>
                    </a:cubicBezTo>
                    <a:cubicBezTo>
                      <a:pt x="173" y="159"/>
                      <a:pt x="142" y="126"/>
                      <a:pt x="142" y="126"/>
                    </a:cubicBezTo>
                    <a:cubicBezTo>
                      <a:pt x="142" y="126"/>
                      <a:pt x="183" y="158"/>
                      <a:pt x="183" y="179"/>
                    </a:cubicBezTo>
                    <a:cubicBezTo>
                      <a:pt x="182" y="201"/>
                      <a:pt x="137" y="201"/>
                      <a:pt x="137" y="20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down)">
                                      <p:cBhvr>
                                        <p:cTn id="11" dur="500"/>
                                        <p:tgtEl>
                                          <p:spTgt spid="27"/>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wipe(left)">
                                      <p:cBhvr>
                                        <p:cTn id="15" dur="500"/>
                                        <p:tgtEl>
                                          <p:spTgt spid="245"/>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246"/>
                                        </p:tgtEl>
                                        <p:attrNameLst>
                                          <p:attrName>style.visibility</p:attrName>
                                        </p:attrNameLst>
                                      </p:cBhvr>
                                      <p:to>
                                        <p:strVal val="visible"/>
                                      </p:to>
                                    </p:set>
                                    <p:animEffect transition="in" filter="wipe(down)">
                                      <p:cBhvr>
                                        <p:cTn id="19" dur="500"/>
                                        <p:tgtEl>
                                          <p:spTgt spid="246"/>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44"/>
                                        </p:tgtEl>
                                        <p:attrNameLst>
                                          <p:attrName>style.visibility</p:attrName>
                                        </p:attrNameLst>
                                      </p:cBhvr>
                                      <p:to>
                                        <p:strVal val="visible"/>
                                      </p:to>
                                    </p:set>
                                    <p:animEffect transition="in" filter="wipe(left)">
                                      <p:cBhvr>
                                        <p:cTn id="23" dur="500"/>
                                        <p:tgtEl>
                                          <p:spTgt spid="24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247"/>
                                        </p:tgtEl>
                                        <p:attrNameLst>
                                          <p:attrName>style.visibility</p:attrName>
                                        </p:attrNameLst>
                                      </p:cBhvr>
                                      <p:to>
                                        <p:strVal val="visible"/>
                                      </p:to>
                                    </p:set>
                                    <p:animEffect transition="in" filter="wipe(left)">
                                      <p:cBhvr>
                                        <p:cTn id="27" dur="500"/>
                                        <p:tgtEl>
                                          <p:spTgt spid="247"/>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down)">
                                      <p:cBhvr>
                                        <p:cTn id="31" dur="500"/>
                                        <p:tgtEl>
                                          <p:spTgt spid="16"/>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1"/>
                                        </p:tgtEl>
                                        <p:attrNameLst>
                                          <p:attrName>style.visibility</p:attrName>
                                        </p:attrNameLst>
                                      </p:cBhvr>
                                      <p:to>
                                        <p:strVal val="visible"/>
                                      </p:to>
                                    </p:set>
                                    <p:animEffect transition="in" filter="wipe(down)">
                                      <p:cBhvr>
                                        <p:cTn id="35" dur="500"/>
                                        <p:tgtEl>
                                          <p:spTgt spid="181"/>
                                        </p:tgtEl>
                                      </p:cBhvr>
                                    </p:animEffect>
                                  </p:childTnLst>
                                </p:cTn>
                              </p:par>
                            </p:childTnLst>
                          </p:cTn>
                        </p:par>
                        <p:par>
                          <p:cTn id="36" fill="hold">
                            <p:stCondLst>
                              <p:cond delay="4000"/>
                            </p:stCondLst>
                            <p:childTnLst>
                              <p:par>
                                <p:cTn id="37" presetID="22" presetClass="entr" presetSubtype="4"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Effect transition="in" filter="wipe(down)">
                                      <p:cBhvr>
                                        <p:cTn id="39" dur="500"/>
                                        <p:tgtEl>
                                          <p:spTgt spid="3"/>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180"/>
                                        </p:tgtEl>
                                        <p:attrNameLst>
                                          <p:attrName>style.visibility</p:attrName>
                                        </p:attrNameLst>
                                      </p:cBhvr>
                                      <p:to>
                                        <p:strVal val="visible"/>
                                      </p:to>
                                    </p:set>
                                    <p:animEffect transition="in" filter="wipe(down)">
                                      <p:cBhvr>
                                        <p:cTn id="43" dur="50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p:bldP spid="181" grpId="0"/>
      <p:bldP spid="244" grpId="0"/>
      <p:bldP spid="245" grpId="0"/>
      <p:bldP spid="246" grpId="0"/>
      <p:bldP spid="247"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Mind Movie Infographic</a:t>
            </a:r>
            <a:endParaRPr lang="en-US" dirty="0"/>
          </a:p>
        </p:txBody>
      </p:sp>
      <p:sp>
        <p:nvSpPr>
          <p:cNvPr id="8" name="Text Placeholder 7"/>
          <p:cNvSpPr>
            <a:spLocks noGrp="1"/>
          </p:cNvSpPr>
          <p:nvPr>
            <p:ph type="body" sz="half" idx="2"/>
          </p:nvPr>
        </p:nvSpPr>
        <p:spPr/>
        <p:txBody>
          <a:bodyPr/>
          <a:lstStyle/>
          <a:p>
            <a:r>
              <a:rPr lang="en-US"/>
              <a:t>Mind Movie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258</a:t>
            </a:fld>
            <a:endParaRPr lang="en-US" dirty="0"/>
          </a:p>
        </p:txBody>
      </p:sp>
      <p:cxnSp>
        <p:nvCxnSpPr>
          <p:cNvPr id="213" name="Shape 212"/>
          <p:cNvCxnSpPr/>
          <p:nvPr/>
        </p:nvCxnSpPr>
        <p:spPr>
          <a:xfrm rot="10800000">
            <a:off x="5188339" y="2910547"/>
            <a:ext cx="1912748" cy="290772"/>
          </a:xfrm>
          <a:prstGeom prst="bentConnector3">
            <a:avLst>
              <a:gd name="adj1" fmla="val -923"/>
            </a:avLst>
          </a:prstGeom>
          <a:ln w="19050">
            <a:solidFill>
              <a:schemeClr val="accent2"/>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hape 212"/>
          <p:cNvCxnSpPr/>
          <p:nvPr/>
        </p:nvCxnSpPr>
        <p:spPr>
          <a:xfrm rot="10800000">
            <a:off x="5642156" y="2368196"/>
            <a:ext cx="1790237" cy="824147"/>
          </a:xfrm>
          <a:prstGeom prst="bentConnector3">
            <a:avLst>
              <a:gd name="adj1" fmla="val 589"/>
            </a:avLst>
          </a:prstGeom>
          <a:ln w="19050">
            <a:solidFill>
              <a:schemeClr val="accent3"/>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3" name="Shape 212"/>
          <p:cNvCxnSpPr/>
          <p:nvPr/>
        </p:nvCxnSpPr>
        <p:spPr>
          <a:xfrm rot="10800000">
            <a:off x="6136991" y="1883602"/>
            <a:ext cx="1573699" cy="1326084"/>
          </a:xfrm>
          <a:prstGeom prst="bentConnector3">
            <a:avLst>
              <a:gd name="adj1" fmla="val 105"/>
            </a:avLst>
          </a:prstGeom>
          <a:ln w="19050">
            <a:solidFill>
              <a:schemeClr val="accent4"/>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90" name="Shape 212"/>
          <p:cNvCxnSpPr/>
          <p:nvPr/>
        </p:nvCxnSpPr>
        <p:spPr>
          <a:xfrm rot="16200000" flipV="1">
            <a:off x="6446717" y="1623569"/>
            <a:ext cx="1765941" cy="1371604"/>
          </a:xfrm>
          <a:prstGeom prst="bentConnector2">
            <a:avLst/>
          </a:prstGeom>
          <a:ln w="19050">
            <a:solidFill>
              <a:schemeClr val="accent1"/>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2" name="Group 363"/>
          <p:cNvGrpSpPr/>
          <p:nvPr/>
        </p:nvGrpSpPr>
        <p:grpSpPr>
          <a:xfrm>
            <a:off x="5024005" y="2059118"/>
            <a:ext cx="618152" cy="618150"/>
            <a:chOff x="2477557" y="3537459"/>
            <a:chExt cx="835480" cy="835478"/>
          </a:xfrm>
        </p:grpSpPr>
        <p:grpSp>
          <p:nvGrpSpPr>
            <p:cNvPr id="3" name="Group 225"/>
            <p:cNvGrpSpPr/>
            <p:nvPr/>
          </p:nvGrpSpPr>
          <p:grpSpPr>
            <a:xfrm>
              <a:off x="2477556" y="3537461"/>
              <a:ext cx="835479" cy="835479"/>
              <a:chOff x="864537" y="1822859"/>
              <a:chExt cx="971309" cy="971307"/>
            </a:xfrm>
          </p:grpSpPr>
          <p:sp>
            <p:nvSpPr>
              <p:cNvPr id="367" name="Oval 366"/>
              <p:cNvSpPr/>
              <p:nvPr/>
            </p:nvSpPr>
            <p:spPr>
              <a:xfrm>
                <a:off x="932451" y="1890773"/>
                <a:ext cx="835480" cy="8354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68" name="Oval 367"/>
              <p:cNvSpPr/>
              <p:nvPr/>
            </p:nvSpPr>
            <p:spPr>
              <a:xfrm>
                <a:off x="864537" y="1822859"/>
                <a:ext cx="971309" cy="971307"/>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66" name="Freeform 52"/>
            <p:cNvSpPr>
              <a:spLocks noEditPoints="1"/>
            </p:cNvSpPr>
            <p:nvPr/>
          </p:nvSpPr>
          <p:spPr bwMode="auto">
            <a:xfrm>
              <a:off x="2701961" y="3747196"/>
              <a:ext cx="386672" cy="416004"/>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68"/>
          <p:cNvGrpSpPr/>
          <p:nvPr/>
        </p:nvGrpSpPr>
        <p:grpSpPr>
          <a:xfrm>
            <a:off x="6025735" y="1117323"/>
            <a:ext cx="618152" cy="618150"/>
            <a:chOff x="1182462" y="2087458"/>
            <a:chExt cx="835480" cy="835478"/>
          </a:xfrm>
        </p:grpSpPr>
        <p:grpSp>
          <p:nvGrpSpPr>
            <p:cNvPr id="5" name="Group 225"/>
            <p:cNvGrpSpPr/>
            <p:nvPr/>
          </p:nvGrpSpPr>
          <p:grpSpPr>
            <a:xfrm>
              <a:off x="1182461" y="2087460"/>
              <a:ext cx="835479" cy="835479"/>
              <a:chOff x="864537" y="1822859"/>
              <a:chExt cx="971309" cy="971307"/>
            </a:xfrm>
          </p:grpSpPr>
          <p:sp>
            <p:nvSpPr>
              <p:cNvPr id="372" name="Oval 371"/>
              <p:cNvSpPr/>
              <p:nvPr/>
            </p:nvSpPr>
            <p:spPr>
              <a:xfrm>
                <a:off x="932451" y="1890773"/>
                <a:ext cx="835480" cy="8354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73" name="Oval 372"/>
              <p:cNvSpPr/>
              <p:nvPr/>
            </p:nvSpPr>
            <p:spPr>
              <a:xfrm>
                <a:off x="864537" y="1822859"/>
                <a:ext cx="971309" cy="971307"/>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71" name="Freeform 42"/>
            <p:cNvSpPr>
              <a:spLocks noEditPoints="1"/>
            </p:cNvSpPr>
            <p:nvPr/>
          </p:nvSpPr>
          <p:spPr bwMode="auto">
            <a:xfrm>
              <a:off x="1389532" y="2323861"/>
              <a:ext cx="421340" cy="362672"/>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73"/>
          <p:cNvGrpSpPr/>
          <p:nvPr/>
        </p:nvGrpSpPr>
        <p:grpSpPr>
          <a:xfrm>
            <a:off x="5518840" y="1574525"/>
            <a:ext cx="618152" cy="618150"/>
            <a:chOff x="5811502" y="3537459"/>
            <a:chExt cx="835480" cy="835478"/>
          </a:xfrm>
        </p:grpSpPr>
        <p:grpSp>
          <p:nvGrpSpPr>
            <p:cNvPr id="9" name="Group 225"/>
            <p:cNvGrpSpPr/>
            <p:nvPr/>
          </p:nvGrpSpPr>
          <p:grpSpPr>
            <a:xfrm>
              <a:off x="5811501" y="3537461"/>
              <a:ext cx="835479" cy="835479"/>
              <a:chOff x="864537" y="1822859"/>
              <a:chExt cx="971309" cy="971307"/>
            </a:xfrm>
          </p:grpSpPr>
          <p:sp>
            <p:nvSpPr>
              <p:cNvPr id="377" name="Oval 376"/>
              <p:cNvSpPr/>
              <p:nvPr/>
            </p:nvSpPr>
            <p:spPr>
              <a:xfrm>
                <a:off x="932451" y="1890773"/>
                <a:ext cx="835480" cy="83547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78" name="Oval 377"/>
              <p:cNvSpPr/>
              <p:nvPr/>
            </p:nvSpPr>
            <p:spPr>
              <a:xfrm>
                <a:off x="864537" y="1822859"/>
                <a:ext cx="971309" cy="971307"/>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76" name="Freeform 86"/>
            <p:cNvSpPr>
              <a:spLocks noEditPoints="1"/>
            </p:cNvSpPr>
            <p:nvPr/>
          </p:nvSpPr>
          <p:spPr bwMode="auto">
            <a:xfrm>
              <a:off x="6084972" y="3712460"/>
              <a:ext cx="288540" cy="485476"/>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378"/>
          <p:cNvGrpSpPr/>
          <p:nvPr/>
        </p:nvGrpSpPr>
        <p:grpSpPr>
          <a:xfrm>
            <a:off x="4570189" y="2601470"/>
            <a:ext cx="618152" cy="618150"/>
            <a:chOff x="1810872" y="2768050"/>
            <a:chExt cx="835480" cy="835478"/>
          </a:xfrm>
        </p:grpSpPr>
        <p:grpSp>
          <p:nvGrpSpPr>
            <p:cNvPr id="11" name="Group 225"/>
            <p:cNvGrpSpPr/>
            <p:nvPr/>
          </p:nvGrpSpPr>
          <p:grpSpPr>
            <a:xfrm>
              <a:off x="1810871" y="2768052"/>
              <a:ext cx="835479" cy="835479"/>
              <a:chOff x="864537" y="1822859"/>
              <a:chExt cx="971309" cy="971307"/>
            </a:xfrm>
          </p:grpSpPr>
          <p:sp>
            <p:nvSpPr>
              <p:cNvPr id="382" name="Oval 381"/>
              <p:cNvSpPr/>
              <p:nvPr/>
            </p:nvSpPr>
            <p:spPr>
              <a:xfrm>
                <a:off x="932451" y="1890773"/>
                <a:ext cx="835480" cy="8354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383" name="Oval 382"/>
              <p:cNvSpPr/>
              <p:nvPr/>
            </p:nvSpPr>
            <p:spPr>
              <a:xfrm>
                <a:off x="864537" y="1822859"/>
                <a:ext cx="971309" cy="971307"/>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sp>
          <p:nvSpPr>
            <p:cNvPr id="381" name="Freeform 178"/>
            <p:cNvSpPr>
              <a:spLocks noEditPoints="1"/>
            </p:cNvSpPr>
            <p:nvPr/>
          </p:nvSpPr>
          <p:spPr bwMode="auto">
            <a:xfrm>
              <a:off x="2017942" y="3027121"/>
              <a:ext cx="421340" cy="31733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91" name="Rectangle 390"/>
          <p:cNvSpPr/>
          <p:nvPr/>
        </p:nvSpPr>
        <p:spPr>
          <a:xfrm>
            <a:off x="3478409" y="3940035"/>
            <a:ext cx="593111" cy="430887"/>
          </a:xfrm>
          <a:prstGeom prst="rect">
            <a:avLst/>
          </a:prstGeom>
        </p:spPr>
        <p:txBody>
          <a:bodyPr wrap="none" lIns="0" tIns="0" rIns="0" bIns="0">
            <a:spAutoFit/>
          </a:bodyPr>
          <a:lstStyle/>
          <a:p>
            <a:r>
              <a:rPr lang="en-US" sz="2800" b="1" dirty="0">
                <a:solidFill>
                  <a:schemeClr val="accent2"/>
                </a:solidFill>
              </a:rPr>
              <a:t>80%</a:t>
            </a:r>
            <a:endParaRPr lang="en-US" sz="1800" b="1" dirty="0">
              <a:solidFill>
                <a:schemeClr val="accent2"/>
              </a:solidFill>
            </a:endParaRPr>
          </a:p>
        </p:txBody>
      </p:sp>
      <p:sp>
        <p:nvSpPr>
          <p:cNvPr id="392" name="Rectangle 391"/>
          <p:cNvSpPr/>
          <p:nvPr/>
        </p:nvSpPr>
        <p:spPr>
          <a:xfrm>
            <a:off x="3478409" y="3178035"/>
            <a:ext cx="593111" cy="430887"/>
          </a:xfrm>
          <a:prstGeom prst="rect">
            <a:avLst/>
          </a:prstGeom>
        </p:spPr>
        <p:txBody>
          <a:bodyPr wrap="none" lIns="0" tIns="0" rIns="0" bIns="0">
            <a:spAutoFit/>
          </a:bodyPr>
          <a:lstStyle/>
          <a:p>
            <a:r>
              <a:rPr lang="en-US" sz="2800" b="1" dirty="0">
                <a:solidFill>
                  <a:schemeClr val="accent1"/>
                </a:solidFill>
              </a:rPr>
              <a:t>50%</a:t>
            </a:r>
            <a:endParaRPr lang="en-US" sz="1800" b="1" dirty="0">
              <a:solidFill>
                <a:schemeClr val="accent1"/>
              </a:solidFill>
            </a:endParaRPr>
          </a:p>
        </p:txBody>
      </p:sp>
      <p:grpSp>
        <p:nvGrpSpPr>
          <p:cNvPr id="12" name="Group 87"/>
          <p:cNvGrpSpPr/>
          <p:nvPr/>
        </p:nvGrpSpPr>
        <p:grpSpPr>
          <a:xfrm>
            <a:off x="741844" y="3857374"/>
            <a:ext cx="2566186" cy="539861"/>
            <a:chOff x="609600" y="2841943"/>
            <a:chExt cx="2660838" cy="559774"/>
          </a:xfrm>
        </p:grpSpPr>
        <p:grpSp>
          <p:nvGrpSpPr>
            <p:cNvPr id="13" name="Group 184"/>
            <p:cNvGrpSpPr/>
            <p:nvPr/>
          </p:nvGrpSpPr>
          <p:grpSpPr>
            <a:xfrm>
              <a:off x="609600" y="2841943"/>
              <a:ext cx="260742" cy="559774"/>
              <a:chOff x="6213475" y="1668463"/>
              <a:chExt cx="227013" cy="487362"/>
            </a:xfrm>
            <a:solidFill>
              <a:schemeClr val="accent1"/>
            </a:solidFill>
          </p:grpSpPr>
          <p:sp>
            <p:nvSpPr>
              <p:cNvPr id="422"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84"/>
            <p:cNvGrpSpPr/>
            <p:nvPr/>
          </p:nvGrpSpPr>
          <p:grpSpPr>
            <a:xfrm>
              <a:off x="876277" y="2841943"/>
              <a:ext cx="260742" cy="559774"/>
              <a:chOff x="6213475" y="1668463"/>
              <a:chExt cx="227013" cy="487362"/>
            </a:xfrm>
            <a:solidFill>
              <a:schemeClr val="accent1"/>
            </a:solidFill>
          </p:grpSpPr>
          <p:sp>
            <p:nvSpPr>
              <p:cNvPr id="42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84"/>
            <p:cNvGrpSpPr/>
            <p:nvPr/>
          </p:nvGrpSpPr>
          <p:grpSpPr>
            <a:xfrm>
              <a:off x="1142954" y="2841943"/>
              <a:ext cx="260742" cy="559774"/>
              <a:chOff x="6213475" y="1668463"/>
              <a:chExt cx="227013" cy="487362"/>
            </a:xfrm>
            <a:solidFill>
              <a:schemeClr val="accent1"/>
            </a:solidFill>
          </p:grpSpPr>
          <p:sp>
            <p:nvSpPr>
              <p:cNvPr id="41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84"/>
            <p:cNvGrpSpPr/>
            <p:nvPr/>
          </p:nvGrpSpPr>
          <p:grpSpPr>
            <a:xfrm>
              <a:off x="1409631" y="2841943"/>
              <a:ext cx="260742" cy="559774"/>
              <a:chOff x="6213475" y="1668463"/>
              <a:chExt cx="227013" cy="487362"/>
            </a:xfrm>
            <a:solidFill>
              <a:schemeClr val="accent1"/>
            </a:solidFill>
          </p:grpSpPr>
          <p:sp>
            <p:nvSpPr>
              <p:cNvPr id="416"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84"/>
            <p:cNvGrpSpPr/>
            <p:nvPr/>
          </p:nvGrpSpPr>
          <p:grpSpPr>
            <a:xfrm>
              <a:off x="1676308" y="2841943"/>
              <a:ext cx="260742" cy="559774"/>
              <a:chOff x="6213475" y="1668463"/>
              <a:chExt cx="227013" cy="487362"/>
            </a:xfrm>
            <a:solidFill>
              <a:schemeClr val="accent1"/>
            </a:solidFill>
          </p:grpSpPr>
          <p:sp>
            <p:nvSpPr>
              <p:cNvPr id="414"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84"/>
            <p:cNvGrpSpPr/>
            <p:nvPr/>
          </p:nvGrpSpPr>
          <p:grpSpPr>
            <a:xfrm>
              <a:off x="1942985" y="2841943"/>
              <a:ext cx="260742" cy="559774"/>
              <a:chOff x="6213475" y="1668463"/>
              <a:chExt cx="227013" cy="487362"/>
            </a:xfrm>
            <a:solidFill>
              <a:schemeClr val="accent1"/>
            </a:solidFill>
          </p:grpSpPr>
          <p:sp>
            <p:nvSpPr>
              <p:cNvPr id="412"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84"/>
            <p:cNvGrpSpPr/>
            <p:nvPr/>
          </p:nvGrpSpPr>
          <p:grpSpPr>
            <a:xfrm>
              <a:off x="2209662" y="2841943"/>
              <a:ext cx="260742" cy="559774"/>
              <a:chOff x="6213475" y="1668463"/>
              <a:chExt cx="227013" cy="487362"/>
            </a:xfrm>
            <a:solidFill>
              <a:schemeClr val="accent1"/>
            </a:solidFill>
          </p:grpSpPr>
          <p:sp>
            <p:nvSpPr>
              <p:cNvPr id="41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84"/>
            <p:cNvGrpSpPr/>
            <p:nvPr/>
          </p:nvGrpSpPr>
          <p:grpSpPr>
            <a:xfrm>
              <a:off x="2476339" y="2841943"/>
              <a:ext cx="260742" cy="559774"/>
              <a:chOff x="6213475" y="1668463"/>
              <a:chExt cx="227013" cy="487362"/>
            </a:xfrm>
            <a:solidFill>
              <a:schemeClr val="accent1"/>
            </a:solidFill>
          </p:grpSpPr>
          <p:sp>
            <p:nvSpPr>
              <p:cNvPr id="40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184"/>
            <p:cNvGrpSpPr/>
            <p:nvPr/>
          </p:nvGrpSpPr>
          <p:grpSpPr>
            <a:xfrm>
              <a:off x="2743016" y="2841943"/>
              <a:ext cx="260742" cy="559774"/>
              <a:chOff x="6213475" y="1668463"/>
              <a:chExt cx="227013" cy="487362"/>
            </a:xfrm>
            <a:solidFill>
              <a:schemeClr val="bg1">
                <a:lumMod val="75000"/>
              </a:schemeClr>
            </a:solidFill>
          </p:grpSpPr>
          <p:sp>
            <p:nvSpPr>
              <p:cNvPr id="40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184"/>
            <p:cNvGrpSpPr/>
            <p:nvPr/>
          </p:nvGrpSpPr>
          <p:grpSpPr>
            <a:xfrm>
              <a:off x="3009696" y="2841943"/>
              <a:ext cx="260742" cy="559774"/>
              <a:chOff x="6213475" y="1668463"/>
              <a:chExt cx="227013" cy="487362"/>
            </a:xfrm>
            <a:solidFill>
              <a:schemeClr val="bg1">
                <a:lumMod val="75000"/>
              </a:schemeClr>
            </a:solidFill>
          </p:grpSpPr>
          <p:sp>
            <p:nvSpPr>
              <p:cNvPr id="40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3" name="Group 423"/>
          <p:cNvGrpSpPr/>
          <p:nvPr/>
        </p:nvGrpSpPr>
        <p:grpSpPr>
          <a:xfrm>
            <a:off x="778701" y="3101835"/>
            <a:ext cx="2481778" cy="571345"/>
            <a:chOff x="5932686" y="2855964"/>
            <a:chExt cx="2449314" cy="563870"/>
          </a:xfrm>
        </p:grpSpPr>
        <p:grpSp>
          <p:nvGrpSpPr>
            <p:cNvPr id="24" name="Group 179"/>
            <p:cNvGrpSpPr/>
            <p:nvPr/>
          </p:nvGrpSpPr>
          <p:grpSpPr>
            <a:xfrm>
              <a:off x="5932686" y="2855964"/>
              <a:ext cx="220321" cy="563870"/>
              <a:chOff x="5054600" y="1652588"/>
              <a:chExt cx="187325" cy="479424"/>
            </a:xfrm>
            <a:solidFill>
              <a:schemeClr val="accent4"/>
            </a:solidFill>
          </p:grpSpPr>
          <p:sp>
            <p:nvSpPr>
              <p:cNvPr id="45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179"/>
            <p:cNvGrpSpPr/>
            <p:nvPr/>
          </p:nvGrpSpPr>
          <p:grpSpPr>
            <a:xfrm>
              <a:off x="6180352" y="2855964"/>
              <a:ext cx="220321" cy="563870"/>
              <a:chOff x="5054600" y="1652588"/>
              <a:chExt cx="187325" cy="479424"/>
            </a:xfrm>
            <a:solidFill>
              <a:schemeClr val="accent4"/>
            </a:solidFill>
          </p:grpSpPr>
          <p:sp>
            <p:nvSpPr>
              <p:cNvPr id="45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Group 179"/>
            <p:cNvGrpSpPr/>
            <p:nvPr/>
          </p:nvGrpSpPr>
          <p:grpSpPr>
            <a:xfrm>
              <a:off x="6428018" y="2855964"/>
              <a:ext cx="220321" cy="563870"/>
              <a:chOff x="5054600" y="1652588"/>
              <a:chExt cx="187325" cy="479424"/>
            </a:xfrm>
            <a:solidFill>
              <a:schemeClr val="accent4"/>
            </a:solidFill>
          </p:grpSpPr>
          <p:sp>
            <p:nvSpPr>
              <p:cNvPr id="44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179"/>
            <p:cNvGrpSpPr/>
            <p:nvPr/>
          </p:nvGrpSpPr>
          <p:grpSpPr>
            <a:xfrm>
              <a:off x="6675684" y="2855964"/>
              <a:ext cx="220321" cy="563870"/>
              <a:chOff x="5054600" y="1652588"/>
              <a:chExt cx="187325" cy="479424"/>
            </a:xfrm>
            <a:solidFill>
              <a:schemeClr val="accent4"/>
            </a:solidFill>
          </p:grpSpPr>
          <p:sp>
            <p:nvSpPr>
              <p:cNvPr id="44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79"/>
            <p:cNvGrpSpPr/>
            <p:nvPr/>
          </p:nvGrpSpPr>
          <p:grpSpPr>
            <a:xfrm>
              <a:off x="6923350" y="2855964"/>
              <a:ext cx="220321" cy="563870"/>
              <a:chOff x="5054600" y="1652588"/>
              <a:chExt cx="187325" cy="479424"/>
            </a:xfrm>
            <a:solidFill>
              <a:schemeClr val="accent4"/>
            </a:solidFill>
          </p:grpSpPr>
          <p:sp>
            <p:nvSpPr>
              <p:cNvPr id="44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179"/>
            <p:cNvGrpSpPr/>
            <p:nvPr/>
          </p:nvGrpSpPr>
          <p:grpSpPr>
            <a:xfrm>
              <a:off x="7171017" y="2855964"/>
              <a:ext cx="220321" cy="563870"/>
              <a:chOff x="5054600" y="1652588"/>
              <a:chExt cx="187325" cy="479424"/>
            </a:xfrm>
            <a:solidFill>
              <a:schemeClr val="bg1">
                <a:lumMod val="75000"/>
              </a:schemeClr>
            </a:solidFill>
          </p:grpSpPr>
          <p:sp>
            <p:nvSpPr>
              <p:cNvPr id="44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179"/>
            <p:cNvGrpSpPr/>
            <p:nvPr/>
          </p:nvGrpSpPr>
          <p:grpSpPr>
            <a:xfrm>
              <a:off x="7418683" y="2855964"/>
              <a:ext cx="220321" cy="563870"/>
              <a:chOff x="5054600" y="1652588"/>
              <a:chExt cx="187325" cy="479424"/>
            </a:xfrm>
            <a:solidFill>
              <a:schemeClr val="bg1">
                <a:lumMod val="75000"/>
              </a:schemeClr>
            </a:solidFill>
          </p:grpSpPr>
          <p:sp>
            <p:nvSpPr>
              <p:cNvPr id="44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72" name="Group 179"/>
            <p:cNvGrpSpPr/>
            <p:nvPr/>
          </p:nvGrpSpPr>
          <p:grpSpPr>
            <a:xfrm>
              <a:off x="7666349" y="2855964"/>
              <a:ext cx="220321" cy="563870"/>
              <a:chOff x="5054600" y="1652588"/>
              <a:chExt cx="187325" cy="479424"/>
            </a:xfrm>
            <a:solidFill>
              <a:schemeClr val="bg1">
                <a:lumMod val="75000"/>
              </a:schemeClr>
            </a:solidFill>
          </p:grpSpPr>
          <p:sp>
            <p:nvSpPr>
              <p:cNvPr id="43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73" name="Group 179"/>
            <p:cNvGrpSpPr/>
            <p:nvPr/>
          </p:nvGrpSpPr>
          <p:grpSpPr>
            <a:xfrm>
              <a:off x="7914015" y="2855964"/>
              <a:ext cx="220321" cy="563870"/>
              <a:chOff x="5054600" y="1652588"/>
              <a:chExt cx="187325" cy="479424"/>
            </a:xfrm>
            <a:solidFill>
              <a:schemeClr val="bg1">
                <a:lumMod val="75000"/>
              </a:schemeClr>
            </a:solidFill>
          </p:grpSpPr>
          <p:sp>
            <p:nvSpPr>
              <p:cNvPr id="43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74" name="Group 179"/>
            <p:cNvGrpSpPr/>
            <p:nvPr/>
          </p:nvGrpSpPr>
          <p:grpSpPr>
            <a:xfrm>
              <a:off x="8161679" y="2855964"/>
              <a:ext cx="220321" cy="563870"/>
              <a:chOff x="5054600" y="1652588"/>
              <a:chExt cx="187325" cy="479424"/>
            </a:xfrm>
            <a:solidFill>
              <a:schemeClr val="bg1">
                <a:lumMod val="75000"/>
              </a:schemeClr>
            </a:solidFill>
          </p:grpSpPr>
          <p:sp>
            <p:nvSpPr>
              <p:cNvPr id="43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455" name="TextBox 454"/>
          <p:cNvSpPr txBox="1"/>
          <p:nvPr/>
        </p:nvSpPr>
        <p:spPr>
          <a:xfrm>
            <a:off x="1727877" y="1813062"/>
            <a:ext cx="2459556" cy="307777"/>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456" name="TextBox 455"/>
          <p:cNvSpPr txBox="1"/>
          <p:nvPr/>
        </p:nvSpPr>
        <p:spPr>
          <a:xfrm>
            <a:off x="712305" y="1412735"/>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457" name="Rectangle 456"/>
          <p:cNvSpPr/>
          <p:nvPr/>
        </p:nvSpPr>
        <p:spPr>
          <a:xfrm>
            <a:off x="694534" y="1691907"/>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458" name="TextBox 457"/>
          <p:cNvSpPr txBox="1"/>
          <p:nvPr/>
        </p:nvSpPr>
        <p:spPr>
          <a:xfrm>
            <a:off x="694534" y="2312746"/>
            <a:ext cx="3492899" cy="461665"/>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 which  don't believable</a:t>
            </a:r>
          </a:p>
        </p:txBody>
      </p:sp>
      <p:sp>
        <p:nvSpPr>
          <p:cNvPr id="3077" name="Freeform 5"/>
          <p:cNvSpPr>
            <a:spLocks/>
          </p:cNvSpPr>
          <p:nvPr/>
        </p:nvSpPr>
        <p:spPr bwMode="auto">
          <a:xfrm flipH="1">
            <a:off x="6714967" y="3134967"/>
            <a:ext cx="1438433" cy="1635779"/>
          </a:xfrm>
          <a:custGeom>
            <a:avLst/>
            <a:gdLst/>
            <a:ahLst/>
            <a:cxnLst>
              <a:cxn ang="0">
                <a:pos x="903" y="77"/>
              </a:cxn>
              <a:cxn ang="0">
                <a:pos x="912" y="0"/>
              </a:cxn>
              <a:cxn ang="0">
                <a:pos x="0" y="0"/>
              </a:cxn>
              <a:cxn ang="0">
                <a:pos x="89" y="376"/>
              </a:cxn>
              <a:cxn ang="0">
                <a:pos x="19" y="880"/>
              </a:cxn>
              <a:cxn ang="0">
                <a:pos x="522" y="1137"/>
              </a:cxn>
              <a:cxn ang="0">
                <a:pos x="551" y="678"/>
              </a:cxn>
              <a:cxn ang="0">
                <a:pos x="858" y="662"/>
              </a:cxn>
              <a:cxn ang="0">
                <a:pos x="867" y="524"/>
              </a:cxn>
              <a:cxn ang="0">
                <a:pos x="909" y="472"/>
              </a:cxn>
              <a:cxn ang="0">
                <a:pos x="887" y="420"/>
              </a:cxn>
              <a:cxn ang="0">
                <a:pos x="918" y="390"/>
              </a:cxn>
              <a:cxn ang="0">
                <a:pos x="897" y="334"/>
              </a:cxn>
              <a:cxn ang="0">
                <a:pos x="998" y="284"/>
              </a:cxn>
              <a:cxn ang="0">
                <a:pos x="903" y="77"/>
              </a:cxn>
            </a:cxnLst>
            <a:rect l="0" t="0" r="r" b="b"/>
            <a:pathLst>
              <a:path w="1017" h="1137">
                <a:moveTo>
                  <a:pt x="903" y="77"/>
                </a:moveTo>
                <a:cubicBezTo>
                  <a:pt x="907" y="48"/>
                  <a:pt x="910" y="23"/>
                  <a:pt x="912" y="0"/>
                </a:cubicBezTo>
                <a:cubicBezTo>
                  <a:pt x="0" y="0"/>
                  <a:pt x="0" y="0"/>
                  <a:pt x="0" y="0"/>
                </a:cubicBezTo>
                <a:cubicBezTo>
                  <a:pt x="1" y="126"/>
                  <a:pt x="42" y="262"/>
                  <a:pt x="89" y="376"/>
                </a:cubicBezTo>
                <a:cubicBezTo>
                  <a:pt x="151" y="527"/>
                  <a:pt x="19" y="880"/>
                  <a:pt x="19" y="880"/>
                </a:cubicBezTo>
                <a:cubicBezTo>
                  <a:pt x="522" y="1137"/>
                  <a:pt x="522" y="1137"/>
                  <a:pt x="522" y="1137"/>
                </a:cubicBezTo>
                <a:cubicBezTo>
                  <a:pt x="522" y="1137"/>
                  <a:pt x="455" y="717"/>
                  <a:pt x="551" y="678"/>
                </a:cubicBezTo>
                <a:cubicBezTo>
                  <a:pt x="647" y="640"/>
                  <a:pt x="795" y="701"/>
                  <a:pt x="858" y="662"/>
                </a:cubicBezTo>
                <a:cubicBezTo>
                  <a:pt x="921" y="624"/>
                  <a:pt x="886" y="561"/>
                  <a:pt x="867" y="524"/>
                </a:cubicBezTo>
                <a:cubicBezTo>
                  <a:pt x="849" y="486"/>
                  <a:pt x="903" y="496"/>
                  <a:pt x="909" y="472"/>
                </a:cubicBezTo>
                <a:cubicBezTo>
                  <a:pt x="914" y="448"/>
                  <a:pt x="887" y="420"/>
                  <a:pt x="887" y="420"/>
                </a:cubicBezTo>
                <a:cubicBezTo>
                  <a:pt x="887" y="420"/>
                  <a:pt x="915" y="412"/>
                  <a:pt x="918" y="390"/>
                </a:cubicBezTo>
                <a:cubicBezTo>
                  <a:pt x="921" y="369"/>
                  <a:pt x="889" y="358"/>
                  <a:pt x="897" y="334"/>
                </a:cubicBezTo>
                <a:cubicBezTo>
                  <a:pt x="905" y="310"/>
                  <a:pt x="979" y="333"/>
                  <a:pt x="998" y="284"/>
                </a:cubicBezTo>
                <a:cubicBezTo>
                  <a:pt x="1017" y="234"/>
                  <a:pt x="898" y="124"/>
                  <a:pt x="903" y="77"/>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077"/>
                                        </p:tgtEl>
                                        <p:attrNameLst>
                                          <p:attrName>style.visibility</p:attrName>
                                        </p:attrNameLst>
                                      </p:cBhvr>
                                      <p:to>
                                        <p:strVal val="visible"/>
                                      </p:to>
                                    </p:set>
                                    <p:anim calcmode="lin" valueType="num">
                                      <p:cBhvr>
                                        <p:cTn id="7" dur="500" fill="hold"/>
                                        <p:tgtEl>
                                          <p:spTgt spid="3077"/>
                                        </p:tgtEl>
                                        <p:attrNameLst>
                                          <p:attrName>ppt_w</p:attrName>
                                        </p:attrNameLst>
                                      </p:cBhvr>
                                      <p:tavLst>
                                        <p:tav tm="0">
                                          <p:val>
                                            <p:fltVal val="0"/>
                                          </p:val>
                                        </p:tav>
                                        <p:tav tm="100000">
                                          <p:val>
                                            <p:strVal val="#ppt_w"/>
                                          </p:val>
                                        </p:tav>
                                      </p:tavLst>
                                    </p:anim>
                                    <p:anim calcmode="lin" valueType="num">
                                      <p:cBhvr>
                                        <p:cTn id="8" dur="500" fill="hold"/>
                                        <p:tgtEl>
                                          <p:spTgt spid="3077"/>
                                        </p:tgtEl>
                                        <p:attrNameLst>
                                          <p:attrName>ppt_h</p:attrName>
                                        </p:attrNameLst>
                                      </p:cBhvr>
                                      <p:tavLst>
                                        <p:tav tm="0">
                                          <p:val>
                                            <p:fltVal val="0"/>
                                          </p:val>
                                        </p:tav>
                                        <p:tav tm="100000">
                                          <p:val>
                                            <p:strVal val="#ppt_h"/>
                                          </p:val>
                                        </p:tav>
                                      </p:tavLst>
                                    </p:anim>
                                    <p:animEffect transition="in" filter="fade">
                                      <p:cBhvr>
                                        <p:cTn id="9" dur="500"/>
                                        <p:tgtEl>
                                          <p:spTgt spid="3077"/>
                                        </p:tgtEl>
                                      </p:cBhvr>
                                    </p:animEffect>
                                  </p:childTnLst>
                                </p:cTn>
                              </p:par>
                            </p:childTnLst>
                          </p:cTn>
                        </p:par>
                        <p:par>
                          <p:cTn id="10" fill="hold">
                            <p:stCondLst>
                              <p:cond delay="500"/>
                            </p:stCondLst>
                            <p:childTnLst>
                              <p:par>
                                <p:cTn id="11" presetID="18" presetClass="entr" presetSubtype="9" fill="hold" nodeType="afterEffect">
                                  <p:stCondLst>
                                    <p:cond delay="0"/>
                                  </p:stCondLst>
                                  <p:childTnLst>
                                    <p:set>
                                      <p:cBhvr>
                                        <p:cTn id="12" dur="1" fill="hold">
                                          <p:stCondLst>
                                            <p:cond delay="0"/>
                                          </p:stCondLst>
                                        </p:cTn>
                                        <p:tgtEl>
                                          <p:spTgt spid="290"/>
                                        </p:tgtEl>
                                        <p:attrNameLst>
                                          <p:attrName>style.visibility</p:attrName>
                                        </p:attrNameLst>
                                      </p:cBhvr>
                                      <p:to>
                                        <p:strVal val="visible"/>
                                      </p:to>
                                    </p:set>
                                    <p:animEffect transition="in" filter="strips(upLeft)">
                                      <p:cBhvr>
                                        <p:cTn id="13" dur="500"/>
                                        <p:tgtEl>
                                          <p:spTgt spid="290"/>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fltVal val="0"/>
                                          </p:val>
                                        </p:tav>
                                        <p:tav tm="100000">
                                          <p:val>
                                            <p:strVal val="#ppt_w"/>
                                          </p:val>
                                        </p:tav>
                                      </p:tavLst>
                                    </p:anim>
                                    <p:anim calcmode="lin" valueType="num">
                                      <p:cBhvr>
                                        <p:cTn id="18" dur="500" fill="hold"/>
                                        <p:tgtEl>
                                          <p:spTgt spid="4"/>
                                        </p:tgtEl>
                                        <p:attrNameLst>
                                          <p:attrName>ppt_h</p:attrName>
                                        </p:attrNameLst>
                                      </p:cBhvr>
                                      <p:tavLst>
                                        <p:tav tm="0">
                                          <p:val>
                                            <p:fltVal val="0"/>
                                          </p:val>
                                        </p:tav>
                                        <p:tav tm="100000">
                                          <p:val>
                                            <p:strVal val="#ppt_h"/>
                                          </p:val>
                                        </p:tav>
                                      </p:tavLst>
                                    </p:anim>
                                    <p:animEffect transition="in" filter="fade">
                                      <p:cBhvr>
                                        <p:cTn id="19" dur="500"/>
                                        <p:tgtEl>
                                          <p:spTgt spid="4"/>
                                        </p:tgtEl>
                                      </p:cBhvr>
                                    </p:animEffect>
                                  </p:childTnLst>
                                </p:cTn>
                              </p:par>
                            </p:childTnLst>
                          </p:cTn>
                        </p:par>
                        <p:par>
                          <p:cTn id="20" fill="hold">
                            <p:stCondLst>
                              <p:cond delay="1500"/>
                            </p:stCondLst>
                            <p:childTnLst>
                              <p:par>
                                <p:cTn id="21" presetID="18" presetClass="entr" presetSubtype="9" fill="hold" nodeType="afterEffect">
                                  <p:stCondLst>
                                    <p:cond delay="0"/>
                                  </p:stCondLst>
                                  <p:childTnLst>
                                    <p:set>
                                      <p:cBhvr>
                                        <p:cTn id="22" dur="1" fill="hold">
                                          <p:stCondLst>
                                            <p:cond delay="0"/>
                                          </p:stCondLst>
                                        </p:cTn>
                                        <p:tgtEl>
                                          <p:spTgt spid="223"/>
                                        </p:tgtEl>
                                        <p:attrNameLst>
                                          <p:attrName>style.visibility</p:attrName>
                                        </p:attrNameLst>
                                      </p:cBhvr>
                                      <p:to>
                                        <p:strVal val="visible"/>
                                      </p:to>
                                    </p:set>
                                    <p:animEffect transition="in" filter="strips(upLeft)">
                                      <p:cBhvr>
                                        <p:cTn id="23" dur="500"/>
                                        <p:tgtEl>
                                          <p:spTgt spid="223"/>
                                        </p:tgtEl>
                                      </p:cBhvr>
                                    </p:animEffect>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500" fill="hold"/>
                                        <p:tgtEl>
                                          <p:spTgt spid="6"/>
                                        </p:tgtEl>
                                        <p:attrNameLst>
                                          <p:attrName>ppt_w</p:attrName>
                                        </p:attrNameLst>
                                      </p:cBhvr>
                                      <p:tavLst>
                                        <p:tav tm="0">
                                          <p:val>
                                            <p:fltVal val="0"/>
                                          </p:val>
                                        </p:tav>
                                        <p:tav tm="100000">
                                          <p:val>
                                            <p:strVal val="#ppt_w"/>
                                          </p:val>
                                        </p:tav>
                                      </p:tavLst>
                                    </p:anim>
                                    <p:anim calcmode="lin" valueType="num">
                                      <p:cBhvr>
                                        <p:cTn id="28" dur="500" fill="hold"/>
                                        <p:tgtEl>
                                          <p:spTgt spid="6"/>
                                        </p:tgtEl>
                                        <p:attrNameLst>
                                          <p:attrName>ppt_h</p:attrName>
                                        </p:attrNameLst>
                                      </p:cBhvr>
                                      <p:tavLst>
                                        <p:tav tm="0">
                                          <p:val>
                                            <p:fltVal val="0"/>
                                          </p:val>
                                        </p:tav>
                                        <p:tav tm="100000">
                                          <p:val>
                                            <p:strVal val="#ppt_h"/>
                                          </p:val>
                                        </p:tav>
                                      </p:tavLst>
                                    </p:anim>
                                    <p:animEffect transition="in" filter="fade">
                                      <p:cBhvr>
                                        <p:cTn id="29" dur="500"/>
                                        <p:tgtEl>
                                          <p:spTgt spid="6"/>
                                        </p:tgtEl>
                                      </p:cBhvr>
                                    </p:animEffect>
                                  </p:childTnLst>
                                </p:cTn>
                              </p:par>
                            </p:childTnLst>
                          </p:cTn>
                        </p:par>
                        <p:par>
                          <p:cTn id="30" fill="hold">
                            <p:stCondLst>
                              <p:cond delay="2500"/>
                            </p:stCondLst>
                            <p:childTnLst>
                              <p:par>
                                <p:cTn id="31" presetID="18" presetClass="entr" presetSubtype="9" fill="hold" nodeType="afterEffect">
                                  <p:stCondLst>
                                    <p:cond delay="0"/>
                                  </p:stCondLst>
                                  <p:childTnLst>
                                    <p:set>
                                      <p:cBhvr>
                                        <p:cTn id="32" dur="1" fill="hold">
                                          <p:stCondLst>
                                            <p:cond delay="0"/>
                                          </p:stCondLst>
                                        </p:cTn>
                                        <p:tgtEl>
                                          <p:spTgt spid="220"/>
                                        </p:tgtEl>
                                        <p:attrNameLst>
                                          <p:attrName>style.visibility</p:attrName>
                                        </p:attrNameLst>
                                      </p:cBhvr>
                                      <p:to>
                                        <p:strVal val="visible"/>
                                      </p:to>
                                    </p:set>
                                    <p:animEffect transition="in" filter="strips(upLeft)">
                                      <p:cBhvr>
                                        <p:cTn id="33" dur="500"/>
                                        <p:tgtEl>
                                          <p:spTgt spid="220"/>
                                        </p:tgtEl>
                                      </p:cBhvr>
                                    </p:animEffect>
                                  </p:childTnLst>
                                </p:cTn>
                              </p:par>
                            </p:childTnLst>
                          </p:cTn>
                        </p:par>
                        <p:par>
                          <p:cTn id="34" fill="hold">
                            <p:stCondLst>
                              <p:cond delay="3000"/>
                            </p:stCondLst>
                            <p:childTnLst>
                              <p:par>
                                <p:cTn id="35" presetID="53" presetClass="entr" presetSubtype="0" fill="hold" nodeType="after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 fill="hold"/>
                                        <p:tgtEl>
                                          <p:spTgt spid="2"/>
                                        </p:tgtEl>
                                        <p:attrNameLst>
                                          <p:attrName>ppt_w</p:attrName>
                                        </p:attrNameLst>
                                      </p:cBhvr>
                                      <p:tavLst>
                                        <p:tav tm="0">
                                          <p:val>
                                            <p:fltVal val="0"/>
                                          </p:val>
                                        </p:tav>
                                        <p:tav tm="100000">
                                          <p:val>
                                            <p:strVal val="#ppt_w"/>
                                          </p:val>
                                        </p:tav>
                                      </p:tavLst>
                                    </p:anim>
                                    <p:anim calcmode="lin" valueType="num">
                                      <p:cBhvr>
                                        <p:cTn id="38" dur="500" fill="hold"/>
                                        <p:tgtEl>
                                          <p:spTgt spid="2"/>
                                        </p:tgtEl>
                                        <p:attrNameLst>
                                          <p:attrName>ppt_h</p:attrName>
                                        </p:attrNameLst>
                                      </p:cBhvr>
                                      <p:tavLst>
                                        <p:tav tm="0">
                                          <p:val>
                                            <p:fltVal val="0"/>
                                          </p:val>
                                        </p:tav>
                                        <p:tav tm="100000">
                                          <p:val>
                                            <p:strVal val="#ppt_h"/>
                                          </p:val>
                                        </p:tav>
                                      </p:tavLst>
                                    </p:anim>
                                    <p:animEffect transition="in" filter="fade">
                                      <p:cBhvr>
                                        <p:cTn id="39" dur="500"/>
                                        <p:tgtEl>
                                          <p:spTgt spid="2"/>
                                        </p:tgtEl>
                                      </p:cBhvr>
                                    </p:animEffect>
                                  </p:childTnLst>
                                </p:cTn>
                              </p:par>
                            </p:childTnLst>
                          </p:cTn>
                        </p:par>
                        <p:par>
                          <p:cTn id="40" fill="hold">
                            <p:stCondLst>
                              <p:cond delay="3500"/>
                            </p:stCondLst>
                            <p:childTnLst>
                              <p:par>
                                <p:cTn id="41" presetID="18" presetClass="entr" presetSubtype="9" fill="hold" nodeType="afterEffect">
                                  <p:stCondLst>
                                    <p:cond delay="0"/>
                                  </p:stCondLst>
                                  <p:childTnLst>
                                    <p:set>
                                      <p:cBhvr>
                                        <p:cTn id="42" dur="1" fill="hold">
                                          <p:stCondLst>
                                            <p:cond delay="0"/>
                                          </p:stCondLst>
                                        </p:cTn>
                                        <p:tgtEl>
                                          <p:spTgt spid="213"/>
                                        </p:tgtEl>
                                        <p:attrNameLst>
                                          <p:attrName>style.visibility</p:attrName>
                                        </p:attrNameLst>
                                      </p:cBhvr>
                                      <p:to>
                                        <p:strVal val="visible"/>
                                      </p:to>
                                    </p:set>
                                    <p:animEffect transition="in" filter="strips(upLeft)">
                                      <p:cBhvr>
                                        <p:cTn id="43" dur="500"/>
                                        <p:tgtEl>
                                          <p:spTgt spid="213"/>
                                        </p:tgtEl>
                                      </p:cBhvr>
                                    </p:animEffect>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p:cTn id="47" dur="500" fill="hold"/>
                                        <p:tgtEl>
                                          <p:spTgt spid="10"/>
                                        </p:tgtEl>
                                        <p:attrNameLst>
                                          <p:attrName>ppt_w</p:attrName>
                                        </p:attrNameLst>
                                      </p:cBhvr>
                                      <p:tavLst>
                                        <p:tav tm="0">
                                          <p:val>
                                            <p:fltVal val="0"/>
                                          </p:val>
                                        </p:tav>
                                        <p:tav tm="100000">
                                          <p:val>
                                            <p:strVal val="#ppt_w"/>
                                          </p:val>
                                        </p:tav>
                                      </p:tavLst>
                                    </p:anim>
                                    <p:anim calcmode="lin" valueType="num">
                                      <p:cBhvr>
                                        <p:cTn id="48" dur="500" fill="hold"/>
                                        <p:tgtEl>
                                          <p:spTgt spid="10"/>
                                        </p:tgtEl>
                                        <p:attrNameLst>
                                          <p:attrName>ppt_h</p:attrName>
                                        </p:attrNameLst>
                                      </p:cBhvr>
                                      <p:tavLst>
                                        <p:tav tm="0">
                                          <p:val>
                                            <p:fltVal val="0"/>
                                          </p:val>
                                        </p:tav>
                                        <p:tav tm="100000">
                                          <p:val>
                                            <p:strVal val="#ppt_h"/>
                                          </p:val>
                                        </p:tav>
                                      </p:tavLst>
                                    </p:anim>
                                    <p:animEffect transition="in" filter="fade">
                                      <p:cBhvr>
                                        <p:cTn id="49" dur="500"/>
                                        <p:tgtEl>
                                          <p:spTgt spid="10"/>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456"/>
                                        </p:tgtEl>
                                        <p:attrNameLst>
                                          <p:attrName>style.visibility</p:attrName>
                                        </p:attrNameLst>
                                      </p:cBhvr>
                                      <p:to>
                                        <p:strVal val="visible"/>
                                      </p:to>
                                    </p:set>
                                    <p:animEffect transition="in" filter="wipe(left)">
                                      <p:cBhvr>
                                        <p:cTn id="53" dur="500"/>
                                        <p:tgtEl>
                                          <p:spTgt spid="456"/>
                                        </p:tgtEl>
                                      </p:cBhvr>
                                    </p:animEffect>
                                  </p:childTnLst>
                                </p:cTn>
                              </p:par>
                            </p:childTnLst>
                          </p:cTn>
                        </p:par>
                        <p:par>
                          <p:cTn id="54" fill="hold">
                            <p:stCondLst>
                              <p:cond delay="5000"/>
                            </p:stCondLst>
                            <p:childTnLst>
                              <p:par>
                                <p:cTn id="55" presetID="22" presetClass="entr" presetSubtype="4" fill="hold" grpId="0" nodeType="afterEffect">
                                  <p:stCondLst>
                                    <p:cond delay="0"/>
                                  </p:stCondLst>
                                  <p:childTnLst>
                                    <p:set>
                                      <p:cBhvr>
                                        <p:cTn id="56" dur="1" fill="hold">
                                          <p:stCondLst>
                                            <p:cond delay="0"/>
                                          </p:stCondLst>
                                        </p:cTn>
                                        <p:tgtEl>
                                          <p:spTgt spid="457"/>
                                        </p:tgtEl>
                                        <p:attrNameLst>
                                          <p:attrName>style.visibility</p:attrName>
                                        </p:attrNameLst>
                                      </p:cBhvr>
                                      <p:to>
                                        <p:strVal val="visible"/>
                                      </p:to>
                                    </p:set>
                                    <p:animEffect transition="in" filter="wipe(down)">
                                      <p:cBhvr>
                                        <p:cTn id="57" dur="500"/>
                                        <p:tgtEl>
                                          <p:spTgt spid="457"/>
                                        </p:tgtEl>
                                      </p:cBhvr>
                                    </p:animEffect>
                                  </p:childTnLst>
                                </p:cTn>
                              </p:par>
                            </p:childTnLst>
                          </p:cTn>
                        </p:par>
                        <p:par>
                          <p:cTn id="58" fill="hold">
                            <p:stCondLst>
                              <p:cond delay="5500"/>
                            </p:stCondLst>
                            <p:childTnLst>
                              <p:par>
                                <p:cTn id="59" presetID="22" presetClass="entr" presetSubtype="8" fill="hold" grpId="0" nodeType="afterEffect">
                                  <p:stCondLst>
                                    <p:cond delay="0"/>
                                  </p:stCondLst>
                                  <p:childTnLst>
                                    <p:set>
                                      <p:cBhvr>
                                        <p:cTn id="60" dur="1" fill="hold">
                                          <p:stCondLst>
                                            <p:cond delay="0"/>
                                          </p:stCondLst>
                                        </p:cTn>
                                        <p:tgtEl>
                                          <p:spTgt spid="455"/>
                                        </p:tgtEl>
                                        <p:attrNameLst>
                                          <p:attrName>style.visibility</p:attrName>
                                        </p:attrNameLst>
                                      </p:cBhvr>
                                      <p:to>
                                        <p:strVal val="visible"/>
                                      </p:to>
                                    </p:set>
                                    <p:animEffect transition="in" filter="wipe(left)">
                                      <p:cBhvr>
                                        <p:cTn id="61" dur="500"/>
                                        <p:tgtEl>
                                          <p:spTgt spid="455"/>
                                        </p:tgtEl>
                                      </p:cBhvr>
                                    </p:animEffect>
                                  </p:childTnLst>
                                </p:cTn>
                              </p:par>
                            </p:childTnLst>
                          </p:cTn>
                        </p:par>
                        <p:par>
                          <p:cTn id="62" fill="hold">
                            <p:stCondLst>
                              <p:cond delay="6000"/>
                            </p:stCondLst>
                            <p:childTnLst>
                              <p:par>
                                <p:cTn id="63" presetID="22" presetClass="entr" presetSubtype="8" fill="hold" grpId="0" nodeType="afterEffect">
                                  <p:stCondLst>
                                    <p:cond delay="0"/>
                                  </p:stCondLst>
                                  <p:childTnLst>
                                    <p:set>
                                      <p:cBhvr>
                                        <p:cTn id="64" dur="1" fill="hold">
                                          <p:stCondLst>
                                            <p:cond delay="0"/>
                                          </p:stCondLst>
                                        </p:cTn>
                                        <p:tgtEl>
                                          <p:spTgt spid="458"/>
                                        </p:tgtEl>
                                        <p:attrNameLst>
                                          <p:attrName>style.visibility</p:attrName>
                                        </p:attrNameLst>
                                      </p:cBhvr>
                                      <p:to>
                                        <p:strVal val="visible"/>
                                      </p:to>
                                    </p:set>
                                    <p:animEffect transition="in" filter="wipe(left)">
                                      <p:cBhvr>
                                        <p:cTn id="65" dur="500"/>
                                        <p:tgtEl>
                                          <p:spTgt spid="458"/>
                                        </p:tgtEl>
                                      </p:cBhvr>
                                    </p:animEffect>
                                  </p:childTnLst>
                                </p:cTn>
                              </p:par>
                            </p:childTnLst>
                          </p:cTn>
                        </p:par>
                        <p:par>
                          <p:cTn id="66" fill="hold">
                            <p:stCondLst>
                              <p:cond delay="6500"/>
                            </p:stCondLst>
                            <p:childTnLst>
                              <p:par>
                                <p:cTn id="67" presetID="22" presetClass="entr" presetSubtype="4" fill="hold" nodeType="after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wipe(down)">
                                      <p:cBhvr>
                                        <p:cTn id="69" dur="500"/>
                                        <p:tgtEl>
                                          <p:spTgt spid="23"/>
                                        </p:tgtEl>
                                      </p:cBhvr>
                                    </p:animEffect>
                                  </p:childTnLst>
                                </p:cTn>
                              </p:par>
                            </p:childTnLst>
                          </p:cTn>
                        </p:par>
                        <p:par>
                          <p:cTn id="70" fill="hold">
                            <p:stCondLst>
                              <p:cond delay="7000"/>
                            </p:stCondLst>
                            <p:childTnLst>
                              <p:par>
                                <p:cTn id="71" presetID="22" presetClass="entr" presetSubtype="4" fill="hold" grpId="0" nodeType="afterEffect">
                                  <p:stCondLst>
                                    <p:cond delay="0"/>
                                  </p:stCondLst>
                                  <p:childTnLst>
                                    <p:set>
                                      <p:cBhvr>
                                        <p:cTn id="72" dur="1" fill="hold">
                                          <p:stCondLst>
                                            <p:cond delay="0"/>
                                          </p:stCondLst>
                                        </p:cTn>
                                        <p:tgtEl>
                                          <p:spTgt spid="392"/>
                                        </p:tgtEl>
                                        <p:attrNameLst>
                                          <p:attrName>style.visibility</p:attrName>
                                        </p:attrNameLst>
                                      </p:cBhvr>
                                      <p:to>
                                        <p:strVal val="visible"/>
                                      </p:to>
                                    </p:set>
                                    <p:animEffect transition="in" filter="wipe(down)">
                                      <p:cBhvr>
                                        <p:cTn id="73" dur="500"/>
                                        <p:tgtEl>
                                          <p:spTgt spid="392"/>
                                        </p:tgtEl>
                                      </p:cBhvr>
                                    </p:animEffect>
                                  </p:childTnLst>
                                </p:cTn>
                              </p:par>
                            </p:childTnLst>
                          </p:cTn>
                        </p:par>
                        <p:par>
                          <p:cTn id="74" fill="hold">
                            <p:stCondLst>
                              <p:cond delay="7500"/>
                            </p:stCondLst>
                            <p:childTnLst>
                              <p:par>
                                <p:cTn id="75" presetID="22" presetClass="entr" presetSubtype="4" fill="hold" nodeType="after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wipe(down)">
                                      <p:cBhvr>
                                        <p:cTn id="77" dur="500"/>
                                        <p:tgtEl>
                                          <p:spTgt spid="12"/>
                                        </p:tgtEl>
                                      </p:cBhvr>
                                    </p:animEffect>
                                  </p:childTnLst>
                                </p:cTn>
                              </p:par>
                            </p:childTnLst>
                          </p:cTn>
                        </p:par>
                        <p:par>
                          <p:cTn id="78" fill="hold">
                            <p:stCondLst>
                              <p:cond delay="8000"/>
                            </p:stCondLst>
                            <p:childTnLst>
                              <p:par>
                                <p:cTn id="79" presetID="22" presetClass="entr" presetSubtype="4" fill="hold" grpId="0" nodeType="afterEffect">
                                  <p:stCondLst>
                                    <p:cond delay="0"/>
                                  </p:stCondLst>
                                  <p:childTnLst>
                                    <p:set>
                                      <p:cBhvr>
                                        <p:cTn id="80" dur="1" fill="hold">
                                          <p:stCondLst>
                                            <p:cond delay="0"/>
                                          </p:stCondLst>
                                        </p:cTn>
                                        <p:tgtEl>
                                          <p:spTgt spid="391"/>
                                        </p:tgtEl>
                                        <p:attrNameLst>
                                          <p:attrName>style.visibility</p:attrName>
                                        </p:attrNameLst>
                                      </p:cBhvr>
                                      <p:to>
                                        <p:strVal val="visible"/>
                                      </p:to>
                                    </p:set>
                                    <p:animEffect transition="in" filter="wipe(down)">
                                      <p:cBhvr>
                                        <p:cTn id="81" dur="500"/>
                                        <p:tgtEl>
                                          <p:spTgt spid="3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2" grpId="0"/>
      <p:bldP spid="455" grpId="0"/>
      <p:bldP spid="456" grpId="0"/>
      <p:bldP spid="457" grpId="0"/>
      <p:bldP spid="458" grpId="0"/>
      <p:bldP spid="3077"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Schedule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259</a:t>
            </a:fld>
            <a:endParaRPr lang="en-US" dirty="0"/>
          </a:p>
        </p:txBody>
      </p:sp>
      <p:grpSp>
        <p:nvGrpSpPr>
          <p:cNvPr id="2" name="Group 159"/>
          <p:cNvGrpSpPr/>
          <p:nvPr/>
        </p:nvGrpSpPr>
        <p:grpSpPr>
          <a:xfrm>
            <a:off x="589426" y="1063958"/>
            <a:ext cx="2481262" cy="3414711"/>
            <a:chOff x="589426" y="1063958"/>
            <a:chExt cx="2481262" cy="3414711"/>
          </a:xfrm>
        </p:grpSpPr>
        <p:sp>
          <p:nvSpPr>
            <p:cNvPr id="6" name="Rounded Rectangle 5"/>
            <p:cNvSpPr/>
            <p:nvPr/>
          </p:nvSpPr>
          <p:spPr>
            <a:xfrm rot="10800000">
              <a:off x="589426" y="1278269"/>
              <a:ext cx="2481262" cy="3200400"/>
            </a:xfrm>
            <a:prstGeom prst="roundRect">
              <a:avLst>
                <a:gd name="adj" fmla="val 229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lded Corner 6"/>
            <p:cNvSpPr/>
            <p:nvPr/>
          </p:nvSpPr>
          <p:spPr>
            <a:xfrm flipH="1">
              <a:off x="689121" y="1538619"/>
              <a:ext cx="2229166" cy="2847975"/>
            </a:xfrm>
            <a:prstGeom prst="foldedCorner">
              <a:avLst>
                <a:gd name="adj" fmla="val 23085"/>
              </a:avLst>
            </a:prstGeom>
            <a:solidFill>
              <a:schemeClr val="bg1">
                <a:lumMod val="95000"/>
              </a:schemeClr>
            </a:solidFill>
            <a:ln>
              <a:noFill/>
            </a:ln>
            <a:effectLst>
              <a:outerShdw blurRad="50800" dist="38100" dir="2700000" sx="98000" sy="98000" algn="tl" rotWithShape="0">
                <a:schemeClr val="tx1">
                  <a:lumMod val="75000"/>
                  <a:lumOff val="2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109"/>
            <p:cNvGrpSpPr/>
            <p:nvPr/>
          </p:nvGrpSpPr>
          <p:grpSpPr>
            <a:xfrm>
              <a:off x="758339" y="1063958"/>
              <a:ext cx="2143434" cy="428622"/>
              <a:chOff x="1017433" y="909639"/>
              <a:chExt cx="2143434" cy="428622"/>
            </a:xfrm>
          </p:grpSpPr>
          <p:grpSp>
            <p:nvGrpSpPr>
              <p:cNvPr id="4" name="Group 9"/>
              <p:cNvGrpSpPr/>
              <p:nvPr/>
            </p:nvGrpSpPr>
            <p:grpSpPr>
              <a:xfrm>
                <a:off x="1017433" y="909639"/>
                <a:ext cx="152400" cy="428622"/>
                <a:chOff x="3919541" y="1390650"/>
                <a:chExt cx="152400" cy="428622"/>
              </a:xfrm>
            </p:grpSpPr>
            <p:sp>
              <p:nvSpPr>
                <p:cNvPr id="9" name="Oval 8"/>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ounded Rectangle 7"/>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9"/>
              <p:cNvGrpSpPr/>
              <p:nvPr/>
            </p:nvGrpSpPr>
            <p:grpSpPr>
              <a:xfrm>
                <a:off x="1266312" y="909639"/>
                <a:ext cx="152400" cy="428622"/>
                <a:chOff x="3919541" y="1390650"/>
                <a:chExt cx="152400" cy="428622"/>
              </a:xfrm>
            </p:grpSpPr>
            <p:sp>
              <p:nvSpPr>
                <p:cNvPr id="84" name="Oval 83"/>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Rounded Rectangle 87"/>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p:cNvGrpSpPr/>
              <p:nvPr/>
            </p:nvGrpSpPr>
            <p:grpSpPr>
              <a:xfrm>
                <a:off x="1515191" y="909639"/>
                <a:ext cx="152400" cy="428622"/>
                <a:chOff x="3919541" y="1390650"/>
                <a:chExt cx="152400" cy="428622"/>
              </a:xfrm>
            </p:grpSpPr>
            <p:sp>
              <p:nvSpPr>
                <p:cNvPr id="90" name="Oval 89"/>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ounded Rectangle 90"/>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9"/>
              <p:cNvGrpSpPr/>
              <p:nvPr/>
            </p:nvGrpSpPr>
            <p:grpSpPr>
              <a:xfrm>
                <a:off x="1764070" y="909639"/>
                <a:ext cx="152400" cy="428622"/>
                <a:chOff x="3919541" y="1390650"/>
                <a:chExt cx="152400" cy="428622"/>
              </a:xfrm>
            </p:grpSpPr>
            <p:sp>
              <p:nvSpPr>
                <p:cNvPr id="93" name="Oval 92"/>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ounded Rectangle 93"/>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9"/>
              <p:cNvGrpSpPr/>
              <p:nvPr/>
            </p:nvGrpSpPr>
            <p:grpSpPr>
              <a:xfrm>
                <a:off x="2012949" y="909639"/>
                <a:ext cx="152400" cy="428622"/>
                <a:chOff x="3919541" y="1390650"/>
                <a:chExt cx="152400" cy="428622"/>
              </a:xfrm>
            </p:grpSpPr>
            <p:sp>
              <p:nvSpPr>
                <p:cNvPr id="96" name="Oval 95"/>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Rounded Rectangle 96"/>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 9"/>
              <p:cNvGrpSpPr/>
              <p:nvPr/>
            </p:nvGrpSpPr>
            <p:grpSpPr>
              <a:xfrm>
                <a:off x="2261828" y="909639"/>
                <a:ext cx="152400" cy="428622"/>
                <a:chOff x="3919541" y="1390650"/>
                <a:chExt cx="152400" cy="428622"/>
              </a:xfrm>
            </p:grpSpPr>
            <p:sp>
              <p:nvSpPr>
                <p:cNvPr id="99" name="Oval 98"/>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Rounded Rectangle 99"/>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9"/>
              <p:cNvGrpSpPr/>
              <p:nvPr/>
            </p:nvGrpSpPr>
            <p:grpSpPr>
              <a:xfrm>
                <a:off x="2510707" y="909639"/>
                <a:ext cx="152400" cy="428622"/>
                <a:chOff x="3919541" y="1390650"/>
                <a:chExt cx="152400" cy="428622"/>
              </a:xfrm>
            </p:grpSpPr>
            <p:sp>
              <p:nvSpPr>
                <p:cNvPr id="102" name="Oval 101"/>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ounded Rectangle 102"/>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9"/>
              <p:cNvGrpSpPr/>
              <p:nvPr/>
            </p:nvGrpSpPr>
            <p:grpSpPr>
              <a:xfrm>
                <a:off x="2759586" y="909639"/>
                <a:ext cx="152400" cy="428622"/>
                <a:chOff x="3919541" y="1390650"/>
                <a:chExt cx="152400" cy="428622"/>
              </a:xfrm>
            </p:grpSpPr>
            <p:sp>
              <p:nvSpPr>
                <p:cNvPr id="105" name="Oval 104"/>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ounded Rectangle 105"/>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9"/>
              <p:cNvGrpSpPr/>
              <p:nvPr/>
            </p:nvGrpSpPr>
            <p:grpSpPr>
              <a:xfrm>
                <a:off x="3008467" y="909639"/>
                <a:ext cx="152400" cy="428622"/>
                <a:chOff x="3919541" y="1390650"/>
                <a:chExt cx="152400" cy="428622"/>
              </a:xfrm>
            </p:grpSpPr>
            <p:sp>
              <p:nvSpPr>
                <p:cNvPr id="108" name="Oval 107"/>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Rounded Rectangle 108"/>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111" name="Trapezoid 110"/>
          <p:cNvSpPr/>
          <p:nvPr/>
        </p:nvSpPr>
        <p:spPr bwMode="auto">
          <a:xfrm rot="16200000">
            <a:off x="2085642" y="2277598"/>
            <a:ext cx="3036886" cy="1371605"/>
          </a:xfrm>
          <a:prstGeom prst="trapezoid">
            <a:avLst>
              <a:gd name="adj" fmla="val 8690"/>
            </a:avLst>
          </a:prstGeom>
          <a:solidFill>
            <a:schemeClr val="bg2">
              <a:lumMod val="85000"/>
            </a:schemeClr>
          </a:solidFill>
          <a:ln w="9525">
            <a:noFill/>
            <a:round/>
            <a:headEnd/>
            <a:tailEnd/>
          </a:ln>
          <a:effectLst>
            <a:outerShdw blurRad="76200" dir="18900000" sy="23000" kx="-1200000" algn="bl"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12" name="Trapezoid 111"/>
          <p:cNvSpPr/>
          <p:nvPr/>
        </p:nvSpPr>
        <p:spPr bwMode="auto">
          <a:xfrm rot="5400000" flipH="1">
            <a:off x="3457247" y="2277598"/>
            <a:ext cx="3036886" cy="1371605"/>
          </a:xfrm>
          <a:prstGeom prst="trapezoid">
            <a:avLst>
              <a:gd name="adj" fmla="val 8690"/>
            </a:avLst>
          </a:prstGeom>
          <a:solidFill>
            <a:schemeClr val="bg1">
              <a:lumMod val="95000"/>
            </a:schemeClr>
          </a:solidFill>
          <a:ln w="9525">
            <a:noFill/>
            <a:round/>
            <a:headEnd/>
            <a:tailEnd/>
          </a:ln>
          <a:effectLst>
            <a:outerShdw blurRad="76200" dir="18900000" sy="23000" kx="-1200000" algn="bl"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13" name="Trapezoid 112"/>
          <p:cNvSpPr/>
          <p:nvPr/>
        </p:nvSpPr>
        <p:spPr bwMode="auto">
          <a:xfrm rot="16200000">
            <a:off x="4828845" y="2277598"/>
            <a:ext cx="3036886" cy="1371605"/>
          </a:xfrm>
          <a:prstGeom prst="trapezoid">
            <a:avLst>
              <a:gd name="adj" fmla="val 8690"/>
            </a:avLst>
          </a:prstGeom>
          <a:solidFill>
            <a:schemeClr val="bg2">
              <a:lumMod val="85000"/>
            </a:schemeClr>
          </a:solidFill>
          <a:ln w="9525">
            <a:noFill/>
            <a:round/>
            <a:headEnd/>
            <a:tailEnd/>
          </a:ln>
          <a:effectLst>
            <a:outerShdw blurRad="76200" dir="18900000" sy="23000" kx="-1200000" algn="bl"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14" name="Trapezoid 113"/>
          <p:cNvSpPr/>
          <p:nvPr/>
        </p:nvSpPr>
        <p:spPr bwMode="auto">
          <a:xfrm rot="5400000" flipH="1">
            <a:off x="6200451" y="2277599"/>
            <a:ext cx="3036886" cy="1371605"/>
          </a:xfrm>
          <a:prstGeom prst="trapezoid">
            <a:avLst>
              <a:gd name="adj" fmla="val 8690"/>
            </a:avLst>
          </a:prstGeom>
          <a:solidFill>
            <a:schemeClr val="bg1">
              <a:lumMod val="95000"/>
            </a:schemeClr>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grpSp>
        <p:nvGrpSpPr>
          <p:cNvPr id="17" name="Group 109"/>
          <p:cNvGrpSpPr/>
          <p:nvPr/>
        </p:nvGrpSpPr>
        <p:grpSpPr>
          <a:xfrm flipH="1">
            <a:off x="986563" y="1928761"/>
            <a:ext cx="1688554" cy="2071832"/>
            <a:chOff x="3823109" y="2168501"/>
            <a:chExt cx="1688554" cy="2071832"/>
          </a:xfrm>
        </p:grpSpPr>
        <p:sp>
          <p:nvSpPr>
            <p:cNvPr id="116" name="Freeform 5"/>
            <p:cNvSpPr>
              <a:spLocks/>
            </p:cNvSpPr>
            <p:nvPr/>
          </p:nvSpPr>
          <p:spPr bwMode="auto">
            <a:xfrm>
              <a:off x="3823109" y="2168501"/>
              <a:ext cx="1688554" cy="2071832"/>
            </a:xfrm>
            <a:custGeom>
              <a:avLst/>
              <a:gdLst/>
              <a:ahLst/>
              <a:cxnLst>
                <a:cxn ang="0">
                  <a:pos x="169" y="528"/>
                </a:cxn>
                <a:cxn ang="0">
                  <a:pos x="121" y="430"/>
                </a:cxn>
                <a:cxn ang="0">
                  <a:pos x="54" y="428"/>
                </a:cxn>
                <a:cxn ang="0">
                  <a:pos x="46" y="390"/>
                </a:cxn>
                <a:cxn ang="0">
                  <a:pos x="28" y="376"/>
                </a:cxn>
                <a:cxn ang="0">
                  <a:pos x="42" y="366"/>
                </a:cxn>
                <a:cxn ang="0">
                  <a:pos x="24" y="356"/>
                </a:cxn>
                <a:cxn ang="0">
                  <a:pos x="19" y="332"/>
                </a:cxn>
                <a:cxn ang="0">
                  <a:pos x="9" y="305"/>
                </a:cxn>
                <a:cxn ang="0">
                  <a:pos x="49" y="233"/>
                </a:cxn>
                <a:cxn ang="0">
                  <a:pos x="133" y="58"/>
                </a:cxn>
                <a:cxn ang="0">
                  <a:pos x="404" y="174"/>
                </a:cxn>
                <a:cxn ang="0">
                  <a:pos x="336" y="387"/>
                </a:cxn>
                <a:cxn ang="0">
                  <a:pos x="347" y="534"/>
                </a:cxn>
                <a:cxn ang="0">
                  <a:pos x="168" y="534"/>
                </a:cxn>
                <a:cxn ang="0">
                  <a:pos x="169" y="528"/>
                </a:cxn>
              </a:cxnLst>
              <a:rect l="0" t="0" r="r" b="b"/>
              <a:pathLst>
                <a:path w="436" h="534">
                  <a:moveTo>
                    <a:pt x="169" y="528"/>
                  </a:moveTo>
                  <a:cubicBezTo>
                    <a:pt x="169" y="528"/>
                    <a:pt x="171" y="428"/>
                    <a:pt x="121" y="430"/>
                  </a:cubicBezTo>
                  <a:cubicBezTo>
                    <a:pt x="71" y="432"/>
                    <a:pt x="66" y="446"/>
                    <a:pt x="54" y="428"/>
                  </a:cubicBezTo>
                  <a:cubicBezTo>
                    <a:pt x="42" y="409"/>
                    <a:pt x="54" y="398"/>
                    <a:pt x="46" y="390"/>
                  </a:cubicBezTo>
                  <a:cubicBezTo>
                    <a:pt x="46" y="390"/>
                    <a:pt x="28" y="384"/>
                    <a:pt x="28" y="376"/>
                  </a:cubicBezTo>
                  <a:cubicBezTo>
                    <a:pt x="28" y="368"/>
                    <a:pt x="42" y="366"/>
                    <a:pt x="42" y="366"/>
                  </a:cubicBezTo>
                  <a:cubicBezTo>
                    <a:pt x="42" y="366"/>
                    <a:pt x="24" y="365"/>
                    <a:pt x="24" y="356"/>
                  </a:cubicBezTo>
                  <a:cubicBezTo>
                    <a:pt x="23" y="348"/>
                    <a:pt x="33" y="338"/>
                    <a:pt x="19" y="332"/>
                  </a:cubicBezTo>
                  <a:cubicBezTo>
                    <a:pt x="5" y="326"/>
                    <a:pt x="0" y="320"/>
                    <a:pt x="9" y="305"/>
                  </a:cubicBezTo>
                  <a:cubicBezTo>
                    <a:pt x="18" y="290"/>
                    <a:pt x="52" y="251"/>
                    <a:pt x="49" y="233"/>
                  </a:cubicBezTo>
                  <a:cubicBezTo>
                    <a:pt x="46" y="216"/>
                    <a:pt x="29" y="117"/>
                    <a:pt x="133" y="58"/>
                  </a:cubicBezTo>
                  <a:cubicBezTo>
                    <a:pt x="238" y="0"/>
                    <a:pt x="372" y="49"/>
                    <a:pt x="404" y="174"/>
                  </a:cubicBezTo>
                  <a:cubicBezTo>
                    <a:pt x="436" y="300"/>
                    <a:pt x="336" y="387"/>
                    <a:pt x="336" y="387"/>
                  </a:cubicBezTo>
                  <a:cubicBezTo>
                    <a:pt x="336" y="387"/>
                    <a:pt x="302" y="480"/>
                    <a:pt x="347" y="534"/>
                  </a:cubicBezTo>
                  <a:cubicBezTo>
                    <a:pt x="168" y="534"/>
                    <a:pt x="168" y="534"/>
                    <a:pt x="168" y="534"/>
                  </a:cubicBezTo>
                  <a:lnTo>
                    <a:pt x="169" y="528"/>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8" name="Group 51"/>
            <p:cNvGrpSpPr/>
            <p:nvPr/>
          </p:nvGrpSpPr>
          <p:grpSpPr>
            <a:xfrm>
              <a:off x="4104437" y="2380079"/>
              <a:ext cx="1229523" cy="1099028"/>
              <a:chOff x="5778501" y="3379787"/>
              <a:chExt cx="1630363" cy="1457326"/>
            </a:xfrm>
            <a:solidFill>
              <a:schemeClr val="bg1">
                <a:lumMod val="95000"/>
              </a:schemeClr>
            </a:solidFill>
          </p:grpSpPr>
          <p:sp>
            <p:nvSpPr>
              <p:cNvPr id="118" name="Freeform 94"/>
              <p:cNvSpPr>
                <a:spLocks/>
              </p:cNvSpPr>
              <p:nvPr/>
            </p:nvSpPr>
            <p:spPr bwMode="auto">
              <a:xfrm>
                <a:off x="6265856" y="3629025"/>
                <a:ext cx="600075" cy="434975"/>
              </a:xfrm>
              <a:custGeom>
                <a:avLst/>
                <a:gdLst/>
                <a:ahLst/>
                <a:cxnLst>
                  <a:cxn ang="0">
                    <a:pos x="241" y="389"/>
                  </a:cxn>
                  <a:cxn ang="0">
                    <a:pos x="410" y="422"/>
                  </a:cxn>
                  <a:cxn ang="0">
                    <a:pos x="517" y="385"/>
                  </a:cxn>
                  <a:cxn ang="0">
                    <a:pos x="626" y="183"/>
                  </a:cxn>
                  <a:cxn ang="0">
                    <a:pos x="473" y="18"/>
                  </a:cxn>
                  <a:cxn ang="0">
                    <a:pos x="305" y="99"/>
                  </a:cxn>
                  <a:cxn ang="0">
                    <a:pos x="286" y="112"/>
                  </a:cxn>
                  <a:cxn ang="0">
                    <a:pos x="265" y="102"/>
                  </a:cxn>
                  <a:cxn ang="0">
                    <a:pos x="115" y="81"/>
                  </a:cxn>
                  <a:cxn ang="0">
                    <a:pos x="0" y="197"/>
                  </a:cxn>
                  <a:cxn ang="0">
                    <a:pos x="15" y="207"/>
                  </a:cxn>
                  <a:cxn ang="0">
                    <a:pos x="144" y="456"/>
                  </a:cxn>
                  <a:cxn ang="0">
                    <a:pos x="241" y="389"/>
                  </a:cxn>
                </a:cxnLst>
                <a:rect l="0" t="0" r="r" b="b"/>
                <a:pathLst>
                  <a:path w="630" h="456">
                    <a:moveTo>
                      <a:pt x="241" y="389"/>
                    </a:moveTo>
                    <a:cubicBezTo>
                      <a:pt x="322" y="372"/>
                      <a:pt x="383" y="404"/>
                      <a:pt x="410" y="422"/>
                    </a:cubicBezTo>
                    <a:cubicBezTo>
                      <a:pt x="430" y="411"/>
                      <a:pt x="469" y="392"/>
                      <a:pt x="517" y="385"/>
                    </a:cubicBezTo>
                    <a:cubicBezTo>
                      <a:pt x="518" y="326"/>
                      <a:pt x="543" y="229"/>
                      <a:pt x="626" y="183"/>
                    </a:cubicBezTo>
                    <a:cubicBezTo>
                      <a:pt x="630" y="140"/>
                      <a:pt x="596" y="38"/>
                      <a:pt x="473" y="18"/>
                    </a:cubicBezTo>
                    <a:cubicBezTo>
                      <a:pt x="360" y="0"/>
                      <a:pt x="308" y="95"/>
                      <a:pt x="305" y="99"/>
                    </a:cubicBezTo>
                    <a:cubicBezTo>
                      <a:pt x="302" y="106"/>
                      <a:pt x="294" y="111"/>
                      <a:pt x="286" y="112"/>
                    </a:cubicBezTo>
                    <a:cubicBezTo>
                      <a:pt x="278" y="112"/>
                      <a:pt x="270" y="109"/>
                      <a:pt x="265" y="102"/>
                    </a:cubicBezTo>
                    <a:cubicBezTo>
                      <a:pt x="263" y="100"/>
                      <a:pt x="226" y="54"/>
                      <a:pt x="115" y="81"/>
                    </a:cubicBezTo>
                    <a:cubicBezTo>
                      <a:pt x="23" y="102"/>
                      <a:pt x="4" y="172"/>
                      <a:pt x="0" y="197"/>
                    </a:cubicBezTo>
                    <a:cubicBezTo>
                      <a:pt x="5" y="200"/>
                      <a:pt x="10" y="203"/>
                      <a:pt x="15" y="207"/>
                    </a:cubicBezTo>
                    <a:cubicBezTo>
                      <a:pt x="108" y="274"/>
                      <a:pt x="136" y="382"/>
                      <a:pt x="144" y="456"/>
                    </a:cubicBezTo>
                    <a:cubicBezTo>
                      <a:pt x="163" y="426"/>
                      <a:pt x="194" y="398"/>
                      <a:pt x="241" y="3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1"/>
                  </a:solidFill>
                </a:endParaRPr>
              </a:p>
            </p:txBody>
          </p:sp>
          <p:sp>
            <p:nvSpPr>
              <p:cNvPr id="119" name="Freeform 95"/>
              <p:cNvSpPr>
                <a:spLocks/>
              </p:cNvSpPr>
              <p:nvPr/>
            </p:nvSpPr>
            <p:spPr bwMode="auto">
              <a:xfrm>
                <a:off x="5778501" y="3379787"/>
                <a:ext cx="1630363" cy="1457326"/>
              </a:xfrm>
              <a:custGeom>
                <a:avLst/>
                <a:gdLst/>
                <a:ahLst/>
                <a:cxnLst>
                  <a:cxn ang="0">
                    <a:pos x="1586" y="533"/>
                  </a:cxn>
                  <a:cxn ang="0">
                    <a:pos x="1180" y="215"/>
                  </a:cxn>
                  <a:cxn ang="0">
                    <a:pos x="327" y="309"/>
                  </a:cxn>
                  <a:cxn ang="0">
                    <a:pos x="446" y="934"/>
                  </a:cxn>
                  <a:cxn ang="0">
                    <a:pos x="498" y="508"/>
                  </a:cxn>
                  <a:cxn ang="0">
                    <a:pos x="264" y="643"/>
                  </a:cxn>
                  <a:cxn ang="0">
                    <a:pos x="415" y="697"/>
                  </a:cxn>
                  <a:cxn ang="0">
                    <a:pos x="434" y="741"/>
                  </a:cxn>
                  <a:cxn ang="0">
                    <a:pos x="219" y="660"/>
                  </a:cxn>
                  <a:cxn ang="0">
                    <a:pos x="466" y="438"/>
                  </a:cxn>
                  <a:cxn ang="0">
                    <a:pos x="790" y="314"/>
                  </a:cxn>
                  <a:cxn ang="0">
                    <a:pos x="1145" y="323"/>
                  </a:cxn>
                  <a:cxn ang="0">
                    <a:pos x="1449" y="496"/>
                  </a:cxn>
                  <a:cxn ang="0">
                    <a:pos x="1556" y="882"/>
                  </a:cxn>
                  <a:cxn ang="0">
                    <a:pos x="1272" y="974"/>
                  </a:cxn>
                  <a:cxn ang="0">
                    <a:pos x="807" y="1047"/>
                  </a:cxn>
                  <a:cxn ang="0">
                    <a:pos x="717" y="974"/>
                  </a:cxn>
                  <a:cxn ang="0">
                    <a:pos x="760" y="954"/>
                  </a:cxn>
                  <a:cxn ang="0">
                    <a:pos x="942" y="931"/>
                  </a:cxn>
                  <a:cxn ang="0">
                    <a:pos x="1454" y="953"/>
                  </a:cxn>
                  <a:cxn ang="0">
                    <a:pos x="1460" y="727"/>
                  </a:cxn>
                  <a:cxn ang="0">
                    <a:pos x="1415" y="530"/>
                  </a:cxn>
                  <a:cxn ang="0">
                    <a:pos x="1076" y="644"/>
                  </a:cxn>
                  <a:cxn ang="0">
                    <a:pos x="1264" y="785"/>
                  </a:cxn>
                  <a:cxn ang="0">
                    <a:pos x="934" y="733"/>
                  </a:cxn>
                  <a:cxn ang="0">
                    <a:pos x="762" y="698"/>
                  </a:cxn>
                  <a:cxn ang="0">
                    <a:pos x="649" y="831"/>
                  </a:cxn>
                  <a:cxn ang="0">
                    <a:pos x="467" y="1053"/>
                  </a:cxn>
                  <a:cxn ang="0">
                    <a:pos x="817" y="1278"/>
                  </a:cxn>
                  <a:cxn ang="0">
                    <a:pos x="1161" y="1148"/>
                  </a:cxn>
                  <a:cxn ang="0">
                    <a:pos x="1107" y="1079"/>
                  </a:cxn>
                  <a:cxn ang="0">
                    <a:pos x="1206" y="1132"/>
                  </a:cxn>
                  <a:cxn ang="0">
                    <a:pos x="1176" y="1277"/>
                  </a:cxn>
                  <a:cxn ang="0">
                    <a:pos x="837" y="1335"/>
                  </a:cxn>
                  <a:cxn ang="0">
                    <a:pos x="1340" y="1413"/>
                  </a:cxn>
                  <a:cxn ang="0">
                    <a:pos x="1704" y="806"/>
                  </a:cxn>
                </a:cxnLst>
                <a:rect l="0" t="0" r="r" b="b"/>
                <a:pathLst>
                  <a:path w="1711" h="1531">
                    <a:moveTo>
                      <a:pt x="1704" y="806"/>
                    </a:moveTo>
                    <a:cubicBezTo>
                      <a:pt x="1698" y="609"/>
                      <a:pt x="1586" y="533"/>
                      <a:pt x="1586" y="533"/>
                    </a:cubicBezTo>
                    <a:cubicBezTo>
                      <a:pt x="1586" y="533"/>
                      <a:pt x="1573" y="438"/>
                      <a:pt x="1486" y="336"/>
                    </a:cubicBezTo>
                    <a:cubicBezTo>
                      <a:pt x="1352" y="188"/>
                      <a:pt x="1180" y="215"/>
                      <a:pt x="1180" y="215"/>
                    </a:cubicBezTo>
                    <a:cubicBezTo>
                      <a:pt x="959" y="0"/>
                      <a:pt x="732" y="165"/>
                      <a:pt x="732" y="165"/>
                    </a:cubicBezTo>
                    <a:cubicBezTo>
                      <a:pt x="417" y="62"/>
                      <a:pt x="327" y="309"/>
                      <a:pt x="327" y="309"/>
                    </a:cubicBezTo>
                    <a:cubicBezTo>
                      <a:pt x="147" y="328"/>
                      <a:pt x="0" y="540"/>
                      <a:pt x="132" y="766"/>
                    </a:cubicBezTo>
                    <a:cubicBezTo>
                      <a:pt x="233" y="940"/>
                      <a:pt x="382" y="942"/>
                      <a:pt x="446" y="934"/>
                    </a:cubicBezTo>
                    <a:cubicBezTo>
                      <a:pt x="466" y="879"/>
                      <a:pt x="511" y="818"/>
                      <a:pt x="608" y="791"/>
                    </a:cubicBezTo>
                    <a:cubicBezTo>
                      <a:pt x="609" y="782"/>
                      <a:pt x="621" y="597"/>
                      <a:pt x="498" y="508"/>
                    </a:cubicBezTo>
                    <a:cubicBezTo>
                      <a:pt x="424" y="455"/>
                      <a:pt x="342" y="468"/>
                      <a:pt x="297" y="503"/>
                    </a:cubicBezTo>
                    <a:cubicBezTo>
                      <a:pt x="254" y="536"/>
                      <a:pt x="242" y="587"/>
                      <a:pt x="264" y="643"/>
                    </a:cubicBezTo>
                    <a:cubicBezTo>
                      <a:pt x="275" y="671"/>
                      <a:pt x="292" y="690"/>
                      <a:pt x="316" y="700"/>
                    </a:cubicBezTo>
                    <a:cubicBezTo>
                      <a:pt x="361" y="719"/>
                      <a:pt x="415" y="697"/>
                      <a:pt x="415" y="697"/>
                    </a:cubicBezTo>
                    <a:cubicBezTo>
                      <a:pt x="427" y="692"/>
                      <a:pt x="441" y="697"/>
                      <a:pt x="447" y="710"/>
                    </a:cubicBezTo>
                    <a:cubicBezTo>
                      <a:pt x="452" y="722"/>
                      <a:pt x="446" y="736"/>
                      <a:pt x="434" y="741"/>
                    </a:cubicBezTo>
                    <a:cubicBezTo>
                      <a:pt x="431" y="742"/>
                      <a:pt x="361" y="771"/>
                      <a:pt x="297" y="744"/>
                    </a:cubicBezTo>
                    <a:cubicBezTo>
                      <a:pt x="262" y="730"/>
                      <a:pt x="235" y="701"/>
                      <a:pt x="219" y="660"/>
                    </a:cubicBezTo>
                    <a:cubicBezTo>
                      <a:pt x="189" y="584"/>
                      <a:pt x="208" y="511"/>
                      <a:pt x="268" y="465"/>
                    </a:cubicBezTo>
                    <a:cubicBezTo>
                      <a:pt x="323" y="422"/>
                      <a:pt x="398" y="413"/>
                      <a:pt x="466" y="438"/>
                    </a:cubicBezTo>
                    <a:cubicBezTo>
                      <a:pt x="478" y="387"/>
                      <a:pt x="518" y="319"/>
                      <a:pt x="614" y="296"/>
                    </a:cubicBezTo>
                    <a:cubicBezTo>
                      <a:pt x="707" y="274"/>
                      <a:pt x="762" y="295"/>
                      <a:pt x="790" y="314"/>
                    </a:cubicBezTo>
                    <a:cubicBezTo>
                      <a:pt x="824" y="270"/>
                      <a:pt x="893" y="217"/>
                      <a:pt x="992" y="233"/>
                    </a:cubicBezTo>
                    <a:cubicBezTo>
                      <a:pt x="1074" y="246"/>
                      <a:pt x="1121" y="289"/>
                      <a:pt x="1145" y="323"/>
                    </a:cubicBezTo>
                    <a:cubicBezTo>
                      <a:pt x="1168" y="355"/>
                      <a:pt x="1182" y="392"/>
                      <a:pt x="1185" y="426"/>
                    </a:cubicBezTo>
                    <a:cubicBezTo>
                      <a:pt x="1278" y="403"/>
                      <a:pt x="1386" y="432"/>
                      <a:pt x="1449" y="496"/>
                    </a:cubicBezTo>
                    <a:cubicBezTo>
                      <a:pt x="1501" y="549"/>
                      <a:pt x="1519" y="621"/>
                      <a:pt x="1500" y="699"/>
                    </a:cubicBezTo>
                    <a:cubicBezTo>
                      <a:pt x="1524" y="723"/>
                      <a:pt x="1570" y="782"/>
                      <a:pt x="1556" y="882"/>
                    </a:cubicBezTo>
                    <a:cubicBezTo>
                      <a:pt x="1549" y="935"/>
                      <a:pt x="1520" y="976"/>
                      <a:pt x="1474" y="997"/>
                    </a:cubicBezTo>
                    <a:cubicBezTo>
                      <a:pt x="1416" y="1024"/>
                      <a:pt x="1336" y="1015"/>
                      <a:pt x="1272" y="974"/>
                    </a:cubicBezTo>
                    <a:cubicBezTo>
                      <a:pt x="1180" y="916"/>
                      <a:pt x="1038" y="913"/>
                      <a:pt x="972" y="968"/>
                    </a:cubicBezTo>
                    <a:cubicBezTo>
                      <a:pt x="922" y="1010"/>
                      <a:pt x="863" y="1052"/>
                      <a:pt x="807" y="1047"/>
                    </a:cubicBezTo>
                    <a:cubicBezTo>
                      <a:pt x="803" y="1047"/>
                      <a:pt x="799" y="1046"/>
                      <a:pt x="794" y="1045"/>
                    </a:cubicBezTo>
                    <a:cubicBezTo>
                      <a:pt x="762" y="1038"/>
                      <a:pt x="735" y="1014"/>
                      <a:pt x="717" y="974"/>
                    </a:cubicBezTo>
                    <a:cubicBezTo>
                      <a:pt x="711" y="962"/>
                      <a:pt x="716" y="948"/>
                      <a:pt x="728" y="942"/>
                    </a:cubicBezTo>
                    <a:cubicBezTo>
                      <a:pt x="740" y="937"/>
                      <a:pt x="754" y="942"/>
                      <a:pt x="760" y="954"/>
                    </a:cubicBezTo>
                    <a:cubicBezTo>
                      <a:pt x="772" y="980"/>
                      <a:pt x="787" y="994"/>
                      <a:pt x="805" y="998"/>
                    </a:cubicBezTo>
                    <a:cubicBezTo>
                      <a:pt x="844" y="1007"/>
                      <a:pt x="902" y="964"/>
                      <a:pt x="942" y="931"/>
                    </a:cubicBezTo>
                    <a:cubicBezTo>
                      <a:pt x="1024" y="862"/>
                      <a:pt x="1187" y="864"/>
                      <a:pt x="1297" y="934"/>
                    </a:cubicBezTo>
                    <a:cubicBezTo>
                      <a:pt x="1348" y="966"/>
                      <a:pt x="1410" y="974"/>
                      <a:pt x="1454" y="953"/>
                    </a:cubicBezTo>
                    <a:cubicBezTo>
                      <a:pt x="1485" y="939"/>
                      <a:pt x="1504" y="912"/>
                      <a:pt x="1509" y="876"/>
                    </a:cubicBezTo>
                    <a:cubicBezTo>
                      <a:pt x="1523" y="774"/>
                      <a:pt x="1460" y="728"/>
                      <a:pt x="1460" y="727"/>
                    </a:cubicBezTo>
                    <a:cubicBezTo>
                      <a:pt x="1451" y="721"/>
                      <a:pt x="1448" y="711"/>
                      <a:pt x="1450" y="701"/>
                    </a:cubicBezTo>
                    <a:cubicBezTo>
                      <a:pt x="1470" y="633"/>
                      <a:pt x="1458" y="574"/>
                      <a:pt x="1415" y="530"/>
                    </a:cubicBezTo>
                    <a:cubicBezTo>
                      <a:pt x="1363" y="476"/>
                      <a:pt x="1272" y="453"/>
                      <a:pt x="1195" y="473"/>
                    </a:cubicBezTo>
                    <a:cubicBezTo>
                      <a:pt x="1093" y="499"/>
                      <a:pt x="1078" y="609"/>
                      <a:pt x="1076" y="644"/>
                    </a:cubicBezTo>
                    <a:cubicBezTo>
                      <a:pt x="1136" y="647"/>
                      <a:pt x="1204" y="674"/>
                      <a:pt x="1267" y="751"/>
                    </a:cubicBezTo>
                    <a:cubicBezTo>
                      <a:pt x="1275" y="762"/>
                      <a:pt x="1274" y="777"/>
                      <a:pt x="1264" y="785"/>
                    </a:cubicBezTo>
                    <a:cubicBezTo>
                      <a:pt x="1253" y="794"/>
                      <a:pt x="1238" y="792"/>
                      <a:pt x="1230" y="782"/>
                    </a:cubicBezTo>
                    <a:cubicBezTo>
                      <a:pt x="1095" y="617"/>
                      <a:pt x="941" y="728"/>
                      <a:pt x="934" y="733"/>
                    </a:cubicBezTo>
                    <a:cubicBezTo>
                      <a:pt x="925" y="740"/>
                      <a:pt x="912" y="739"/>
                      <a:pt x="904" y="732"/>
                    </a:cubicBezTo>
                    <a:cubicBezTo>
                      <a:pt x="902" y="730"/>
                      <a:pt x="845" y="681"/>
                      <a:pt x="762" y="698"/>
                    </a:cubicBezTo>
                    <a:cubicBezTo>
                      <a:pt x="683" y="714"/>
                      <a:pt x="669" y="810"/>
                      <a:pt x="669" y="811"/>
                    </a:cubicBezTo>
                    <a:cubicBezTo>
                      <a:pt x="667" y="821"/>
                      <a:pt x="659" y="829"/>
                      <a:pt x="649" y="831"/>
                    </a:cubicBezTo>
                    <a:cubicBezTo>
                      <a:pt x="466" y="864"/>
                      <a:pt x="476" y="1025"/>
                      <a:pt x="476" y="1032"/>
                    </a:cubicBezTo>
                    <a:cubicBezTo>
                      <a:pt x="477" y="1040"/>
                      <a:pt x="473" y="1048"/>
                      <a:pt x="467" y="1053"/>
                    </a:cubicBezTo>
                    <a:cubicBezTo>
                      <a:pt x="495" y="1292"/>
                      <a:pt x="815" y="1270"/>
                      <a:pt x="815" y="1270"/>
                    </a:cubicBezTo>
                    <a:cubicBezTo>
                      <a:pt x="816" y="1273"/>
                      <a:pt x="816" y="1276"/>
                      <a:pt x="817" y="1278"/>
                    </a:cubicBezTo>
                    <a:cubicBezTo>
                      <a:pt x="826" y="1282"/>
                      <a:pt x="1041" y="1363"/>
                      <a:pt x="1138" y="1248"/>
                    </a:cubicBezTo>
                    <a:cubicBezTo>
                      <a:pt x="1162" y="1208"/>
                      <a:pt x="1170" y="1174"/>
                      <a:pt x="1161" y="1148"/>
                    </a:cubicBezTo>
                    <a:cubicBezTo>
                      <a:pt x="1151" y="1120"/>
                      <a:pt x="1122" y="1110"/>
                      <a:pt x="1122" y="1110"/>
                    </a:cubicBezTo>
                    <a:cubicBezTo>
                      <a:pt x="1109" y="1106"/>
                      <a:pt x="1103" y="1092"/>
                      <a:pt x="1107" y="1079"/>
                    </a:cubicBezTo>
                    <a:cubicBezTo>
                      <a:pt x="1111" y="1067"/>
                      <a:pt x="1125" y="1060"/>
                      <a:pt x="1138" y="1064"/>
                    </a:cubicBezTo>
                    <a:cubicBezTo>
                      <a:pt x="1140" y="1065"/>
                      <a:pt x="1188" y="1082"/>
                      <a:pt x="1206" y="1132"/>
                    </a:cubicBezTo>
                    <a:cubicBezTo>
                      <a:pt x="1221" y="1172"/>
                      <a:pt x="1211" y="1220"/>
                      <a:pt x="1178" y="1274"/>
                    </a:cubicBezTo>
                    <a:cubicBezTo>
                      <a:pt x="1177" y="1275"/>
                      <a:pt x="1177" y="1276"/>
                      <a:pt x="1176" y="1277"/>
                    </a:cubicBezTo>
                    <a:cubicBezTo>
                      <a:pt x="1116" y="1350"/>
                      <a:pt x="1024" y="1363"/>
                      <a:pt x="946" y="1356"/>
                    </a:cubicBezTo>
                    <a:cubicBezTo>
                      <a:pt x="903" y="1353"/>
                      <a:pt x="864" y="1343"/>
                      <a:pt x="837" y="1335"/>
                    </a:cubicBezTo>
                    <a:cubicBezTo>
                      <a:pt x="893" y="1460"/>
                      <a:pt x="1019" y="1517"/>
                      <a:pt x="1153" y="1523"/>
                    </a:cubicBezTo>
                    <a:cubicBezTo>
                      <a:pt x="1310" y="1531"/>
                      <a:pt x="1340" y="1413"/>
                      <a:pt x="1340" y="1413"/>
                    </a:cubicBezTo>
                    <a:cubicBezTo>
                      <a:pt x="1551" y="1329"/>
                      <a:pt x="1506" y="1116"/>
                      <a:pt x="1506" y="1116"/>
                    </a:cubicBezTo>
                    <a:cubicBezTo>
                      <a:pt x="1594" y="1103"/>
                      <a:pt x="1711" y="1004"/>
                      <a:pt x="1704" y="8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1"/>
                  </a:solidFill>
                </a:endParaRPr>
              </a:p>
            </p:txBody>
          </p:sp>
        </p:grpSp>
      </p:grpSp>
      <p:grpSp>
        <p:nvGrpSpPr>
          <p:cNvPr id="19" name="Group 119"/>
          <p:cNvGrpSpPr/>
          <p:nvPr/>
        </p:nvGrpSpPr>
        <p:grpSpPr>
          <a:xfrm>
            <a:off x="3243000" y="3346375"/>
            <a:ext cx="761661" cy="630603"/>
            <a:chOff x="2897188" y="3733800"/>
            <a:chExt cx="636587" cy="527050"/>
          </a:xfrm>
          <a:solidFill>
            <a:schemeClr val="accent2"/>
          </a:solidFill>
        </p:grpSpPr>
        <p:sp>
          <p:nvSpPr>
            <p:cNvPr id="121" name="Freeform 5"/>
            <p:cNvSpPr>
              <a:spLocks noEditPoints="1"/>
            </p:cNvSpPr>
            <p:nvPr/>
          </p:nvSpPr>
          <p:spPr bwMode="auto">
            <a:xfrm>
              <a:off x="2952750" y="3838575"/>
              <a:ext cx="98425" cy="100012"/>
            </a:xfrm>
            <a:custGeom>
              <a:avLst/>
              <a:gdLst/>
              <a:ahLst/>
              <a:cxnLst>
                <a:cxn ang="0">
                  <a:pos x="59" y="30"/>
                </a:cxn>
                <a:cxn ang="0">
                  <a:pos x="29" y="60"/>
                </a:cxn>
                <a:cxn ang="0">
                  <a:pos x="0" y="30"/>
                </a:cxn>
                <a:cxn ang="0">
                  <a:pos x="29" y="0"/>
                </a:cxn>
                <a:cxn ang="0">
                  <a:pos x="59" y="30"/>
                </a:cxn>
                <a:cxn ang="0">
                  <a:pos x="59" y="30"/>
                </a:cxn>
                <a:cxn ang="0">
                  <a:pos x="59" y="30"/>
                </a:cxn>
              </a:cxnLst>
              <a:rect l="0" t="0" r="r" b="b"/>
              <a:pathLst>
                <a:path w="59" h="60">
                  <a:moveTo>
                    <a:pt x="59" y="30"/>
                  </a:moveTo>
                  <a:cubicBezTo>
                    <a:pt x="59" y="46"/>
                    <a:pt x="46" y="60"/>
                    <a:pt x="29" y="60"/>
                  </a:cubicBezTo>
                  <a:cubicBezTo>
                    <a:pt x="13" y="60"/>
                    <a:pt x="0" y="46"/>
                    <a:pt x="0" y="30"/>
                  </a:cubicBezTo>
                  <a:cubicBezTo>
                    <a:pt x="0" y="14"/>
                    <a:pt x="13" y="0"/>
                    <a:pt x="29" y="0"/>
                  </a:cubicBezTo>
                  <a:cubicBezTo>
                    <a:pt x="46" y="0"/>
                    <a:pt x="59" y="14"/>
                    <a:pt x="59" y="30"/>
                  </a:cubicBezTo>
                  <a:close/>
                  <a:moveTo>
                    <a:pt x="59" y="30"/>
                  </a:moveTo>
                  <a:cubicBezTo>
                    <a:pt x="59" y="30"/>
                    <a:pt x="59" y="30"/>
                    <a:pt x="59" y="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6"/>
            <p:cNvSpPr>
              <a:spLocks noEditPoints="1"/>
            </p:cNvSpPr>
            <p:nvPr/>
          </p:nvSpPr>
          <p:spPr bwMode="auto">
            <a:xfrm>
              <a:off x="2944813" y="3940175"/>
              <a:ext cx="193675" cy="317500"/>
            </a:xfrm>
            <a:custGeom>
              <a:avLst/>
              <a:gdLst/>
              <a:ahLst/>
              <a:cxnLst>
                <a:cxn ang="0">
                  <a:pos x="92" y="97"/>
                </a:cxn>
                <a:cxn ang="0">
                  <a:pos x="79" y="85"/>
                </a:cxn>
                <a:cxn ang="0">
                  <a:pos x="55" y="85"/>
                </a:cxn>
                <a:cxn ang="0">
                  <a:pos x="55" y="52"/>
                </a:cxn>
                <a:cxn ang="0">
                  <a:pos x="84" y="64"/>
                </a:cxn>
                <a:cxn ang="0">
                  <a:pos x="108" y="58"/>
                </a:cxn>
                <a:cxn ang="0">
                  <a:pos x="115" y="43"/>
                </a:cxn>
                <a:cxn ang="0">
                  <a:pos x="100" y="37"/>
                </a:cxn>
                <a:cxn ang="0">
                  <a:pos x="52" y="13"/>
                </a:cxn>
                <a:cxn ang="0">
                  <a:pos x="52" y="12"/>
                </a:cxn>
                <a:cxn ang="0">
                  <a:pos x="34" y="1"/>
                </a:cxn>
                <a:cxn ang="0">
                  <a:pos x="28" y="0"/>
                </a:cxn>
                <a:cxn ang="0">
                  <a:pos x="21" y="1"/>
                </a:cxn>
                <a:cxn ang="0">
                  <a:pos x="21" y="1"/>
                </a:cxn>
                <a:cxn ang="0">
                  <a:pos x="0" y="23"/>
                </a:cxn>
                <a:cxn ang="0">
                  <a:pos x="0" y="89"/>
                </a:cxn>
                <a:cxn ang="0">
                  <a:pos x="28" y="112"/>
                </a:cxn>
                <a:cxn ang="0">
                  <a:pos x="30" y="112"/>
                </a:cxn>
                <a:cxn ang="0">
                  <a:pos x="66" y="112"/>
                </a:cxn>
                <a:cxn ang="0">
                  <a:pos x="74" y="179"/>
                </a:cxn>
                <a:cxn ang="0">
                  <a:pos x="88" y="191"/>
                </a:cxn>
                <a:cxn ang="0">
                  <a:pos x="89" y="191"/>
                </a:cxn>
                <a:cxn ang="0">
                  <a:pos x="101" y="176"/>
                </a:cxn>
                <a:cxn ang="0">
                  <a:pos x="92" y="97"/>
                </a:cxn>
                <a:cxn ang="0">
                  <a:pos x="92" y="97"/>
                </a:cxn>
                <a:cxn ang="0">
                  <a:pos x="92" y="97"/>
                </a:cxn>
              </a:cxnLst>
              <a:rect l="0" t="0" r="r" b="b"/>
              <a:pathLst>
                <a:path w="117" h="191">
                  <a:moveTo>
                    <a:pt x="92" y="97"/>
                  </a:moveTo>
                  <a:cubicBezTo>
                    <a:pt x="91" y="90"/>
                    <a:pt x="85" y="85"/>
                    <a:pt x="79" y="85"/>
                  </a:cubicBezTo>
                  <a:cubicBezTo>
                    <a:pt x="55" y="85"/>
                    <a:pt x="55" y="85"/>
                    <a:pt x="55" y="85"/>
                  </a:cubicBezTo>
                  <a:cubicBezTo>
                    <a:pt x="55" y="52"/>
                    <a:pt x="55" y="52"/>
                    <a:pt x="55" y="52"/>
                  </a:cubicBezTo>
                  <a:cubicBezTo>
                    <a:pt x="63" y="59"/>
                    <a:pt x="72" y="64"/>
                    <a:pt x="84" y="64"/>
                  </a:cubicBezTo>
                  <a:cubicBezTo>
                    <a:pt x="91" y="64"/>
                    <a:pt x="99" y="62"/>
                    <a:pt x="108" y="58"/>
                  </a:cubicBezTo>
                  <a:cubicBezTo>
                    <a:pt x="114" y="56"/>
                    <a:pt x="117" y="49"/>
                    <a:pt x="115" y="43"/>
                  </a:cubicBezTo>
                  <a:cubicBezTo>
                    <a:pt x="113" y="37"/>
                    <a:pt x="106" y="34"/>
                    <a:pt x="100" y="37"/>
                  </a:cubicBezTo>
                  <a:cubicBezTo>
                    <a:pt x="77" y="46"/>
                    <a:pt x="72" y="41"/>
                    <a:pt x="52" y="13"/>
                  </a:cubicBezTo>
                  <a:cubicBezTo>
                    <a:pt x="52" y="13"/>
                    <a:pt x="52" y="13"/>
                    <a:pt x="52" y="12"/>
                  </a:cubicBezTo>
                  <a:cubicBezTo>
                    <a:pt x="48" y="6"/>
                    <a:pt x="41" y="2"/>
                    <a:pt x="34" y="1"/>
                  </a:cubicBezTo>
                  <a:cubicBezTo>
                    <a:pt x="34" y="1"/>
                    <a:pt x="31" y="0"/>
                    <a:pt x="28" y="0"/>
                  </a:cubicBezTo>
                  <a:cubicBezTo>
                    <a:pt x="25" y="0"/>
                    <a:pt x="21" y="1"/>
                    <a:pt x="21" y="1"/>
                  </a:cubicBezTo>
                  <a:cubicBezTo>
                    <a:pt x="21" y="1"/>
                    <a:pt x="21" y="1"/>
                    <a:pt x="21" y="1"/>
                  </a:cubicBezTo>
                  <a:cubicBezTo>
                    <a:pt x="11" y="3"/>
                    <a:pt x="0" y="11"/>
                    <a:pt x="0" y="23"/>
                  </a:cubicBezTo>
                  <a:cubicBezTo>
                    <a:pt x="0" y="89"/>
                    <a:pt x="0" y="89"/>
                    <a:pt x="0" y="89"/>
                  </a:cubicBezTo>
                  <a:cubicBezTo>
                    <a:pt x="0" y="103"/>
                    <a:pt x="15" y="112"/>
                    <a:pt x="28" y="112"/>
                  </a:cubicBezTo>
                  <a:cubicBezTo>
                    <a:pt x="28" y="112"/>
                    <a:pt x="29" y="112"/>
                    <a:pt x="30" y="112"/>
                  </a:cubicBezTo>
                  <a:cubicBezTo>
                    <a:pt x="66" y="112"/>
                    <a:pt x="66" y="112"/>
                    <a:pt x="66" y="112"/>
                  </a:cubicBezTo>
                  <a:cubicBezTo>
                    <a:pt x="74" y="179"/>
                    <a:pt x="74" y="179"/>
                    <a:pt x="74" y="179"/>
                  </a:cubicBezTo>
                  <a:cubicBezTo>
                    <a:pt x="75" y="186"/>
                    <a:pt x="81" y="191"/>
                    <a:pt x="88" y="191"/>
                  </a:cubicBezTo>
                  <a:cubicBezTo>
                    <a:pt x="88" y="191"/>
                    <a:pt x="89" y="191"/>
                    <a:pt x="89" y="191"/>
                  </a:cubicBezTo>
                  <a:cubicBezTo>
                    <a:pt x="97" y="190"/>
                    <a:pt x="102" y="184"/>
                    <a:pt x="101" y="176"/>
                  </a:cubicBezTo>
                  <a:lnTo>
                    <a:pt x="92" y="97"/>
                  </a:lnTo>
                  <a:close/>
                  <a:moveTo>
                    <a:pt x="92" y="97"/>
                  </a:moveTo>
                  <a:cubicBezTo>
                    <a:pt x="92" y="97"/>
                    <a:pt x="92" y="97"/>
                    <a:pt x="92"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7"/>
            <p:cNvSpPr>
              <a:spLocks noEditPoints="1"/>
            </p:cNvSpPr>
            <p:nvPr/>
          </p:nvSpPr>
          <p:spPr bwMode="auto">
            <a:xfrm>
              <a:off x="2897188" y="3960813"/>
              <a:ext cx="152400" cy="300037"/>
            </a:xfrm>
            <a:custGeom>
              <a:avLst/>
              <a:gdLst/>
              <a:ahLst/>
              <a:cxnLst>
                <a:cxn ang="0">
                  <a:pos x="92" y="114"/>
                </a:cxn>
                <a:cxn ang="0">
                  <a:pos x="80" y="103"/>
                </a:cxn>
                <a:cxn ang="0">
                  <a:pos x="23" y="103"/>
                </a:cxn>
                <a:cxn ang="0">
                  <a:pos x="23" y="11"/>
                </a:cxn>
                <a:cxn ang="0">
                  <a:pos x="12" y="0"/>
                </a:cxn>
                <a:cxn ang="0">
                  <a:pos x="0" y="11"/>
                </a:cxn>
                <a:cxn ang="0">
                  <a:pos x="0" y="114"/>
                </a:cxn>
                <a:cxn ang="0">
                  <a:pos x="6" y="124"/>
                </a:cxn>
                <a:cxn ang="0">
                  <a:pos x="2" y="138"/>
                </a:cxn>
                <a:cxn ang="0">
                  <a:pos x="2" y="170"/>
                </a:cxn>
                <a:cxn ang="0">
                  <a:pos x="12" y="180"/>
                </a:cxn>
                <a:cxn ang="0">
                  <a:pos x="22" y="170"/>
                </a:cxn>
                <a:cxn ang="0">
                  <a:pos x="22" y="138"/>
                </a:cxn>
                <a:cxn ang="0">
                  <a:pos x="30" y="130"/>
                </a:cxn>
                <a:cxn ang="0">
                  <a:pos x="62" y="130"/>
                </a:cxn>
                <a:cxn ang="0">
                  <a:pos x="70" y="138"/>
                </a:cxn>
                <a:cxn ang="0">
                  <a:pos x="70" y="170"/>
                </a:cxn>
                <a:cxn ang="0">
                  <a:pos x="79" y="180"/>
                </a:cxn>
                <a:cxn ang="0">
                  <a:pos x="89" y="170"/>
                </a:cxn>
                <a:cxn ang="0">
                  <a:pos x="89" y="138"/>
                </a:cxn>
                <a:cxn ang="0">
                  <a:pos x="86" y="125"/>
                </a:cxn>
                <a:cxn ang="0">
                  <a:pos x="92" y="114"/>
                </a:cxn>
                <a:cxn ang="0">
                  <a:pos x="92" y="114"/>
                </a:cxn>
                <a:cxn ang="0">
                  <a:pos x="92" y="114"/>
                </a:cxn>
              </a:cxnLst>
              <a:rect l="0" t="0" r="r" b="b"/>
              <a:pathLst>
                <a:path w="92" h="180">
                  <a:moveTo>
                    <a:pt x="92" y="114"/>
                  </a:moveTo>
                  <a:cubicBezTo>
                    <a:pt x="92" y="108"/>
                    <a:pt x="87" y="103"/>
                    <a:pt x="80" y="103"/>
                  </a:cubicBezTo>
                  <a:cubicBezTo>
                    <a:pt x="23" y="103"/>
                    <a:pt x="23" y="103"/>
                    <a:pt x="23" y="103"/>
                  </a:cubicBezTo>
                  <a:cubicBezTo>
                    <a:pt x="23" y="11"/>
                    <a:pt x="23" y="11"/>
                    <a:pt x="23" y="11"/>
                  </a:cubicBezTo>
                  <a:cubicBezTo>
                    <a:pt x="23" y="5"/>
                    <a:pt x="18" y="0"/>
                    <a:pt x="12" y="0"/>
                  </a:cubicBezTo>
                  <a:cubicBezTo>
                    <a:pt x="5" y="0"/>
                    <a:pt x="0" y="5"/>
                    <a:pt x="0" y="11"/>
                  </a:cubicBezTo>
                  <a:cubicBezTo>
                    <a:pt x="0" y="114"/>
                    <a:pt x="0" y="114"/>
                    <a:pt x="0" y="114"/>
                  </a:cubicBezTo>
                  <a:cubicBezTo>
                    <a:pt x="0" y="119"/>
                    <a:pt x="2" y="122"/>
                    <a:pt x="6" y="124"/>
                  </a:cubicBezTo>
                  <a:cubicBezTo>
                    <a:pt x="4" y="128"/>
                    <a:pt x="2" y="133"/>
                    <a:pt x="2" y="138"/>
                  </a:cubicBezTo>
                  <a:cubicBezTo>
                    <a:pt x="2" y="170"/>
                    <a:pt x="2" y="170"/>
                    <a:pt x="2" y="170"/>
                  </a:cubicBezTo>
                  <a:cubicBezTo>
                    <a:pt x="2" y="175"/>
                    <a:pt x="7" y="180"/>
                    <a:pt x="12" y="180"/>
                  </a:cubicBezTo>
                  <a:cubicBezTo>
                    <a:pt x="17" y="180"/>
                    <a:pt x="22" y="175"/>
                    <a:pt x="22" y="170"/>
                  </a:cubicBezTo>
                  <a:cubicBezTo>
                    <a:pt x="22" y="138"/>
                    <a:pt x="22" y="138"/>
                    <a:pt x="22" y="138"/>
                  </a:cubicBezTo>
                  <a:cubicBezTo>
                    <a:pt x="22" y="133"/>
                    <a:pt x="25" y="130"/>
                    <a:pt x="30" y="130"/>
                  </a:cubicBezTo>
                  <a:cubicBezTo>
                    <a:pt x="62" y="130"/>
                    <a:pt x="62" y="130"/>
                    <a:pt x="62" y="130"/>
                  </a:cubicBezTo>
                  <a:cubicBezTo>
                    <a:pt x="66" y="130"/>
                    <a:pt x="70" y="133"/>
                    <a:pt x="70" y="138"/>
                  </a:cubicBezTo>
                  <a:cubicBezTo>
                    <a:pt x="70" y="170"/>
                    <a:pt x="70" y="170"/>
                    <a:pt x="70" y="170"/>
                  </a:cubicBezTo>
                  <a:cubicBezTo>
                    <a:pt x="70" y="175"/>
                    <a:pt x="74" y="180"/>
                    <a:pt x="79" y="180"/>
                  </a:cubicBezTo>
                  <a:cubicBezTo>
                    <a:pt x="85" y="180"/>
                    <a:pt x="89" y="175"/>
                    <a:pt x="89" y="170"/>
                  </a:cubicBezTo>
                  <a:cubicBezTo>
                    <a:pt x="89" y="138"/>
                    <a:pt x="89" y="138"/>
                    <a:pt x="89" y="138"/>
                  </a:cubicBezTo>
                  <a:cubicBezTo>
                    <a:pt x="89" y="133"/>
                    <a:pt x="88" y="128"/>
                    <a:pt x="86" y="125"/>
                  </a:cubicBezTo>
                  <a:cubicBezTo>
                    <a:pt x="89" y="123"/>
                    <a:pt x="92" y="119"/>
                    <a:pt x="92" y="114"/>
                  </a:cubicBezTo>
                  <a:close/>
                  <a:moveTo>
                    <a:pt x="92" y="114"/>
                  </a:moveTo>
                  <a:cubicBezTo>
                    <a:pt x="92" y="114"/>
                    <a:pt x="92" y="114"/>
                    <a:pt x="92"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8"/>
            <p:cNvSpPr>
              <a:spLocks noEditPoints="1"/>
            </p:cNvSpPr>
            <p:nvPr/>
          </p:nvSpPr>
          <p:spPr bwMode="auto">
            <a:xfrm>
              <a:off x="3379788" y="3838575"/>
              <a:ext cx="98425" cy="100012"/>
            </a:xfrm>
            <a:custGeom>
              <a:avLst/>
              <a:gdLst/>
              <a:ahLst/>
              <a:cxnLst>
                <a:cxn ang="0">
                  <a:pos x="59" y="30"/>
                </a:cxn>
                <a:cxn ang="0">
                  <a:pos x="30" y="60"/>
                </a:cxn>
                <a:cxn ang="0">
                  <a:pos x="0" y="30"/>
                </a:cxn>
                <a:cxn ang="0">
                  <a:pos x="30" y="0"/>
                </a:cxn>
                <a:cxn ang="0">
                  <a:pos x="59" y="30"/>
                </a:cxn>
                <a:cxn ang="0">
                  <a:pos x="59" y="30"/>
                </a:cxn>
                <a:cxn ang="0">
                  <a:pos x="59" y="30"/>
                </a:cxn>
              </a:cxnLst>
              <a:rect l="0" t="0" r="r" b="b"/>
              <a:pathLst>
                <a:path w="59" h="60">
                  <a:moveTo>
                    <a:pt x="59" y="30"/>
                  </a:moveTo>
                  <a:cubicBezTo>
                    <a:pt x="59" y="46"/>
                    <a:pt x="46" y="60"/>
                    <a:pt x="30" y="60"/>
                  </a:cubicBezTo>
                  <a:cubicBezTo>
                    <a:pt x="13" y="60"/>
                    <a:pt x="0" y="46"/>
                    <a:pt x="0" y="30"/>
                  </a:cubicBezTo>
                  <a:cubicBezTo>
                    <a:pt x="0" y="14"/>
                    <a:pt x="13" y="0"/>
                    <a:pt x="30" y="0"/>
                  </a:cubicBezTo>
                  <a:cubicBezTo>
                    <a:pt x="46" y="0"/>
                    <a:pt x="59" y="14"/>
                    <a:pt x="59" y="30"/>
                  </a:cubicBezTo>
                  <a:close/>
                  <a:moveTo>
                    <a:pt x="59" y="30"/>
                  </a:moveTo>
                  <a:cubicBezTo>
                    <a:pt x="59" y="30"/>
                    <a:pt x="59" y="30"/>
                    <a:pt x="59" y="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9"/>
            <p:cNvSpPr>
              <a:spLocks noEditPoints="1"/>
            </p:cNvSpPr>
            <p:nvPr/>
          </p:nvSpPr>
          <p:spPr bwMode="auto">
            <a:xfrm>
              <a:off x="3292475" y="3940175"/>
              <a:ext cx="193675" cy="317500"/>
            </a:xfrm>
            <a:custGeom>
              <a:avLst/>
              <a:gdLst/>
              <a:ahLst/>
              <a:cxnLst>
                <a:cxn ang="0">
                  <a:pos x="89" y="112"/>
                </a:cxn>
                <a:cxn ang="0">
                  <a:pos x="117" y="89"/>
                </a:cxn>
                <a:cxn ang="0">
                  <a:pos x="117" y="23"/>
                </a:cxn>
                <a:cxn ang="0">
                  <a:pos x="96" y="1"/>
                </a:cxn>
                <a:cxn ang="0">
                  <a:pos x="96" y="1"/>
                </a:cxn>
                <a:cxn ang="0">
                  <a:pos x="89" y="0"/>
                </a:cxn>
                <a:cxn ang="0">
                  <a:pos x="83" y="1"/>
                </a:cxn>
                <a:cxn ang="0">
                  <a:pos x="65" y="12"/>
                </a:cxn>
                <a:cxn ang="0">
                  <a:pos x="65" y="13"/>
                </a:cxn>
                <a:cxn ang="0">
                  <a:pos x="17" y="37"/>
                </a:cxn>
                <a:cxn ang="0">
                  <a:pos x="2" y="43"/>
                </a:cxn>
                <a:cxn ang="0">
                  <a:pos x="9" y="58"/>
                </a:cxn>
                <a:cxn ang="0">
                  <a:pos x="33" y="64"/>
                </a:cxn>
                <a:cxn ang="0">
                  <a:pos x="62" y="52"/>
                </a:cxn>
                <a:cxn ang="0">
                  <a:pos x="62" y="85"/>
                </a:cxn>
                <a:cxn ang="0">
                  <a:pos x="38" y="85"/>
                </a:cxn>
                <a:cxn ang="0">
                  <a:pos x="38" y="85"/>
                </a:cxn>
                <a:cxn ang="0">
                  <a:pos x="25" y="97"/>
                </a:cxn>
                <a:cxn ang="0">
                  <a:pos x="16" y="176"/>
                </a:cxn>
                <a:cxn ang="0">
                  <a:pos x="28" y="191"/>
                </a:cxn>
                <a:cxn ang="0">
                  <a:pos x="29" y="191"/>
                </a:cxn>
                <a:cxn ang="0">
                  <a:pos x="43" y="179"/>
                </a:cxn>
                <a:cxn ang="0">
                  <a:pos x="51" y="112"/>
                </a:cxn>
                <a:cxn ang="0">
                  <a:pos x="87" y="112"/>
                </a:cxn>
                <a:cxn ang="0">
                  <a:pos x="89" y="112"/>
                </a:cxn>
                <a:cxn ang="0">
                  <a:pos x="89" y="112"/>
                </a:cxn>
                <a:cxn ang="0">
                  <a:pos x="89" y="112"/>
                </a:cxn>
              </a:cxnLst>
              <a:rect l="0" t="0" r="r" b="b"/>
              <a:pathLst>
                <a:path w="117" h="191">
                  <a:moveTo>
                    <a:pt x="89" y="112"/>
                  </a:moveTo>
                  <a:cubicBezTo>
                    <a:pt x="102" y="112"/>
                    <a:pt x="117" y="103"/>
                    <a:pt x="117" y="89"/>
                  </a:cubicBezTo>
                  <a:cubicBezTo>
                    <a:pt x="117" y="23"/>
                    <a:pt x="117" y="23"/>
                    <a:pt x="117" y="23"/>
                  </a:cubicBezTo>
                  <a:cubicBezTo>
                    <a:pt x="117" y="11"/>
                    <a:pt x="106" y="3"/>
                    <a:pt x="96" y="1"/>
                  </a:cubicBezTo>
                  <a:cubicBezTo>
                    <a:pt x="96" y="1"/>
                    <a:pt x="96" y="1"/>
                    <a:pt x="96" y="1"/>
                  </a:cubicBezTo>
                  <a:cubicBezTo>
                    <a:pt x="96" y="1"/>
                    <a:pt x="92" y="0"/>
                    <a:pt x="89" y="0"/>
                  </a:cubicBezTo>
                  <a:cubicBezTo>
                    <a:pt x="86" y="0"/>
                    <a:pt x="83" y="1"/>
                    <a:pt x="83" y="1"/>
                  </a:cubicBezTo>
                  <a:cubicBezTo>
                    <a:pt x="76" y="2"/>
                    <a:pt x="69" y="6"/>
                    <a:pt x="65" y="12"/>
                  </a:cubicBezTo>
                  <a:cubicBezTo>
                    <a:pt x="65" y="13"/>
                    <a:pt x="65" y="13"/>
                    <a:pt x="65" y="13"/>
                  </a:cubicBezTo>
                  <a:cubicBezTo>
                    <a:pt x="45" y="41"/>
                    <a:pt x="40" y="46"/>
                    <a:pt x="17" y="37"/>
                  </a:cubicBezTo>
                  <a:cubicBezTo>
                    <a:pt x="11" y="34"/>
                    <a:pt x="4" y="37"/>
                    <a:pt x="2" y="43"/>
                  </a:cubicBezTo>
                  <a:cubicBezTo>
                    <a:pt x="0" y="49"/>
                    <a:pt x="3" y="56"/>
                    <a:pt x="9" y="58"/>
                  </a:cubicBezTo>
                  <a:cubicBezTo>
                    <a:pt x="18" y="62"/>
                    <a:pt x="26" y="64"/>
                    <a:pt x="33" y="64"/>
                  </a:cubicBezTo>
                  <a:cubicBezTo>
                    <a:pt x="45" y="64"/>
                    <a:pt x="54" y="59"/>
                    <a:pt x="62" y="52"/>
                  </a:cubicBezTo>
                  <a:cubicBezTo>
                    <a:pt x="62" y="85"/>
                    <a:pt x="62" y="85"/>
                    <a:pt x="62" y="85"/>
                  </a:cubicBezTo>
                  <a:cubicBezTo>
                    <a:pt x="38" y="85"/>
                    <a:pt x="38" y="85"/>
                    <a:pt x="38" y="85"/>
                  </a:cubicBezTo>
                  <a:cubicBezTo>
                    <a:pt x="38" y="85"/>
                    <a:pt x="38" y="85"/>
                    <a:pt x="38" y="85"/>
                  </a:cubicBezTo>
                  <a:cubicBezTo>
                    <a:pt x="31" y="85"/>
                    <a:pt x="26" y="90"/>
                    <a:pt x="25" y="97"/>
                  </a:cubicBezTo>
                  <a:cubicBezTo>
                    <a:pt x="16" y="176"/>
                    <a:pt x="16" y="176"/>
                    <a:pt x="16" y="176"/>
                  </a:cubicBezTo>
                  <a:cubicBezTo>
                    <a:pt x="15" y="184"/>
                    <a:pt x="20" y="190"/>
                    <a:pt x="28" y="191"/>
                  </a:cubicBezTo>
                  <a:cubicBezTo>
                    <a:pt x="28" y="191"/>
                    <a:pt x="29" y="191"/>
                    <a:pt x="29" y="191"/>
                  </a:cubicBezTo>
                  <a:cubicBezTo>
                    <a:pt x="36" y="191"/>
                    <a:pt x="42" y="186"/>
                    <a:pt x="43" y="179"/>
                  </a:cubicBezTo>
                  <a:cubicBezTo>
                    <a:pt x="51" y="112"/>
                    <a:pt x="51" y="112"/>
                    <a:pt x="51" y="112"/>
                  </a:cubicBezTo>
                  <a:cubicBezTo>
                    <a:pt x="87" y="112"/>
                    <a:pt x="87" y="112"/>
                    <a:pt x="87" y="112"/>
                  </a:cubicBezTo>
                  <a:cubicBezTo>
                    <a:pt x="88" y="112"/>
                    <a:pt x="89" y="112"/>
                    <a:pt x="89" y="112"/>
                  </a:cubicBezTo>
                  <a:close/>
                  <a:moveTo>
                    <a:pt x="89" y="112"/>
                  </a:moveTo>
                  <a:cubicBezTo>
                    <a:pt x="89" y="112"/>
                    <a:pt x="89" y="112"/>
                    <a:pt x="89"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0"/>
            <p:cNvSpPr>
              <a:spLocks noEditPoints="1"/>
            </p:cNvSpPr>
            <p:nvPr/>
          </p:nvSpPr>
          <p:spPr bwMode="auto">
            <a:xfrm>
              <a:off x="3381375" y="3960813"/>
              <a:ext cx="152400" cy="300037"/>
            </a:xfrm>
            <a:custGeom>
              <a:avLst/>
              <a:gdLst/>
              <a:ahLst/>
              <a:cxnLst>
                <a:cxn ang="0">
                  <a:pos x="92" y="114"/>
                </a:cxn>
                <a:cxn ang="0">
                  <a:pos x="92" y="11"/>
                </a:cxn>
                <a:cxn ang="0">
                  <a:pos x="80" y="0"/>
                </a:cxn>
                <a:cxn ang="0">
                  <a:pos x="69" y="11"/>
                </a:cxn>
                <a:cxn ang="0">
                  <a:pos x="69" y="103"/>
                </a:cxn>
                <a:cxn ang="0">
                  <a:pos x="12" y="103"/>
                </a:cxn>
                <a:cxn ang="0">
                  <a:pos x="0" y="114"/>
                </a:cxn>
                <a:cxn ang="0">
                  <a:pos x="6" y="125"/>
                </a:cxn>
                <a:cxn ang="0">
                  <a:pos x="3" y="138"/>
                </a:cxn>
                <a:cxn ang="0">
                  <a:pos x="3" y="170"/>
                </a:cxn>
                <a:cxn ang="0">
                  <a:pos x="12" y="180"/>
                </a:cxn>
                <a:cxn ang="0">
                  <a:pos x="22" y="170"/>
                </a:cxn>
                <a:cxn ang="0">
                  <a:pos x="22" y="138"/>
                </a:cxn>
                <a:cxn ang="0">
                  <a:pos x="30" y="130"/>
                </a:cxn>
                <a:cxn ang="0">
                  <a:pos x="62" y="130"/>
                </a:cxn>
                <a:cxn ang="0">
                  <a:pos x="70" y="138"/>
                </a:cxn>
                <a:cxn ang="0">
                  <a:pos x="70" y="170"/>
                </a:cxn>
                <a:cxn ang="0">
                  <a:pos x="80" y="180"/>
                </a:cxn>
                <a:cxn ang="0">
                  <a:pos x="90" y="170"/>
                </a:cxn>
                <a:cxn ang="0">
                  <a:pos x="90" y="138"/>
                </a:cxn>
                <a:cxn ang="0">
                  <a:pos x="86" y="124"/>
                </a:cxn>
                <a:cxn ang="0">
                  <a:pos x="92" y="114"/>
                </a:cxn>
                <a:cxn ang="0">
                  <a:pos x="92" y="114"/>
                </a:cxn>
                <a:cxn ang="0">
                  <a:pos x="92" y="114"/>
                </a:cxn>
              </a:cxnLst>
              <a:rect l="0" t="0" r="r" b="b"/>
              <a:pathLst>
                <a:path w="92" h="180">
                  <a:moveTo>
                    <a:pt x="92" y="114"/>
                  </a:moveTo>
                  <a:cubicBezTo>
                    <a:pt x="92" y="11"/>
                    <a:pt x="92" y="11"/>
                    <a:pt x="92" y="11"/>
                  </a:cubicBezTo>
                  <a:cubicBezTo>
                    <a:pt x="92" y="5"/>
                    <a:pt x="87" y="0"/>
                    <a:pt x="80" y="0"/>
                  </a:cubicBezTo>
                  <a:cubicBezTo>
                    <a:pt x="74" y="0"/>
                    <a:pt x="69" y="5"/>
                    <a:pt x="69" y="11"/>
                  </a:cubicBezTo>
                  <a:cubicBezTo>
                    <a:pt x="69" y="103"/>
                    <a:pt x="69" y="103"/>
                    <a:pt x="69" y="103"/>
                  </a:cubicBezTo>
                  <a:cubicBezTo>
                    <a:pt x="12" y="103"/>
                    <a:pt x="12" y="103"/>
                    <a:pt x="12" y="103"/>
                  </a:cubicBezTo>
                  <a:cubicBezTo>
                    <a:pt x="5" y="103"/>
                    <a:pt x="0" y="108"/>
                    <a:pt x="0" y="114"/>
                  </a:cubicBezTo>
                  <a:cubicBezTo>
                    <a:pt x="0" y="119"/>
                    <a:pt x="3" y="123"/>
                    <a:pt x="6" y="125"/>
                  </a:cubicBezTo>
                  <a:cubicBezTo>
                    <a:pt x="4" y="128"/>
                    <a:pt x="3" y="133"/>
                    <a:pt x="3" y="138"/>
                  </a:cubicBezTo>
                  <a:cubicBezTo>
                    <a:pt x="3" y="170"/>
                    <a:pt x="3" y="170"/>
                    <a:pt x="3" y="170"/>
                  </a:cubicBezTo>
                  <a:cubicBezTo>
                    <a:pt x="3" y="175"/>
                    <a:pt x="7" y="180"/>
                    <a:pt x="12" y="180"/>
                  </a:cubicBezTo>
                  <a:cubicBezTo>
                    <a:pt x="18" y="180"/>
                    <a:pt x="22" y="175"/>
                    <a:pt x="22" y="170"/>
                  </a:cubicBezTo>
                  <a:cubicBezTo>
                    <a:pt x="22" y="138"/>
                    <a:pt x="22" y="138"/>
                    <a:pt x="22" y="138"/>
                  </a:cubicBezTo>
                  <a:cubicBezTo>
                    <a:pt x="22" y="133"/>
                    <a:pt x="26" y="130"/>
                    <a:pt x="30" y="130"/>
                  </a:cubicBezTo>
                  <a:cubicBezTo>
                    <a:pt x="62" y="130"/>
                    <a:pt x="62" y="130"/>
                    <a:pt x="62" y="130"/>
                  </a:cubicBezTo>
                  <a:cubicBezTo>
                    <a:pt x="67" y="130"/>
                    <a:pt x="70" y="133"/>
                    <a:pt x="70" y="138"/>
                  </a:cubicBezTo>
                  <a:cubicBezTo>
                    <a:pt x="70" y="170"/>
                    <a:pt x="70" y="170"/>
                    <a:pt x="70" y="170"/>
                  </a:cubicBezTo>
                  <a:cubicBezTo>
                    <a:pt x="70" y="175"/>
                    <a:pt x="75" y="180"/>
                    <a:pt x="80" y="180"/>
                  </a:cubicBezTo>
                  <a:cubicBezTo>
                    <a:pt x="85" y="180"/>
                    <a:pt x="90" y="175"/>
                    <a:pt x="90" y="170"/>
                  </a:cubicBezTo>
                  <a:cubicBezTo>
                    <a:pt x="90" y="138"/>
                    <a:pt x="90" y="138"/>
                    <a:pt x="90" y="138"/>
                  </a:cubicBezTo>
                  <a:cubicBezTo>
                    <a:pt x="90" y="133"/>
                    <a:pt x="88" y="128"/>
                    <a:pt x="86" y="124"/>
                  </a:cubicBezTo>
                  <a:cubicBezTo>
                    <a:pt x="89" y="122"/>
                    <a:pt x="92" y="119"/>
                    <a:pt x="92" y="114"/>
                  </a:cubicBezTo>
                  <a:close/>
                  <a:moveTo>
                    <a:pt x="92" y="114"/>
                  </a:moveTo>
                  <a:cubicBezTo>
                    <a:pt x="92" y="114"/>
                    <a:pt x="92" y="114"/>
                    <a:pt x="92"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1"/>
            <p:cNvSpPr>
              <a:spLocks noEditPoints="1"/>
            </p:cNvSpPr>
            <p:nvPr/>
          </p:nvSpPr>
          <p:spPr bwMode="auto">
            <a:xfrm>
              <a:off x="3087688" y="4049713"/>
              <a:ext cx="247650" cy="200025"/>
            </a:xfrm>
            <a:custGeom>
              <a:avLst/>
              <a:gdLst/>
              <a:ahLst/>
              <a:cxnLst>
                <a:cxn ang="0">
                  <a:pos x="150" y="11"/>
                </a:cxn>
                <a:cxn ang="0">
                  <a:pos x="139" y="0"/>
                </a:cxn>
                <a:cxn ang="0">
                  <a:pos x="11" y="0"/>
                </a:cxn>
                <a:cxn ang="0">
                  <a:pos x="0" y="11"/>
                </a:cxn>
                <a:cxn ang="0">
                  <a:pos x="11" y="22"/>
                </a:cxn>
                <a:cxn ang="0">
                  <a:pos x="26" y="22"/>
                </a:cxn>
                <a:cxn ang="0">
                  <a:pos x="26" y="120"/>
                </a:cxn>
                <a:cxn ang="0">
                  <a:pos x="124" y="120"/>
                </a:cxn>
                <a:cxn ang="0">
                  <a:pos x="124" y="22"/>
                </a:cxn>
                <a:cxn ang="0">
                  <a:pos x="139" y="22"/>
                </a:cxn>
                <a:cxn ang="0">
                  <a:pos x="150" y="11"/>
                </a:cxn>
                <a:cxn ang="0">
                  <a:pos x="150" y="11"/>
                </a:cxn>
                <a:cxn ang="0">
                  <a:pos x="150" y="11"/>
                </a:cxn>
              </a:cxnLst>
              <a:rect l="0" t="0" r="r" b="b"/>
              <a:pathLst>
                <a:path w="150" h="120">
                  <a:moveTo>
                    <a:pt x="150" y="11"/>
                  </a:moveTo>
                  <a:cubicBezTo>
                    <a:pt x="150" y="5"/>
                    <a:pt x="145" y="0"/>
                    <a:pt x="139" y="0"/>
                  </a:cubicBezTo>
                  <a:cubicBezTo>
                    <a:pt x="11" y="0"/>
                    <a:pt x="11" y="0"/>
                    <a:pt x="11" y="0"/>
                  </a:cubicBezTo>
                  <a:cubicBezTo>
                    <a:pt x="5" y="0"/>
                    <a:pt x="0" y="5"/>
                    <a:pt x="0" y="11"/>
                  </a:cubicBezTo>
                  <a:cubicBezTo>
                    <a:pt x="0" y="17"/>
                    <a:pt x="5" y="22"/>
                    <a:pt x="11" y="22"/>
                  </a:cubicBezTo>
                  <a:cubicBezTo>
                    <a:pt x="26" y="22"/>
                    <a:pt x="26" y="22"/>
                    <a:pt x="26" y="22"/>
                  </a:cubicBezTo>
                  <a:cubicBezTo>
                    <a:pt x="26" y="120"/>
                    <a:pt x="26" y="120"/>
                    <a:pt x="26" y="120"/>
                  </a:cubicBezTo>
                  <a:cubicBezTo>
                    <a:pt x="124" y="120"/>
                    <a:pt x="124" y="120"/>
                    <a:pt x="124" y="120"/>
                  </a:cubicBezTo>
                  <a:cubicBezTo>
                    <a:pt x="124" y="22"/>
                    <a:pt x="124" y="22"/>
                    <a:pt x="124" y="22"/>
                  </a:cubicBezTo>
                  <a:cubicBezTo>
                    <a:pt x="139" y="22"/>
                    <a:pt x="139" y="22"/>
                    <a:pt x="139" y="22"/>
                  </a:cubicBezTo>
                  <a:cubicBezTo>
                    <a:pt x="145" y="22"/>
                    <a:pt x="150" y="17"/>
                    <a:pt x="150" y="11"/>
                  </a:cubicBezTo>
                  <a:close/>
                  <a:moveTo>
                    <a:pt x="150" y="11"/>
                  </a:moveTo>
                  <a:cubicBezTo>
                    <a:pt x="150" y="11"/>
                    <a:pt x="150" y="11"/>
                    <a:pt x="150" y="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2"/>
            <p:cNvSpPr>
              <a:spLocks noEditPoints="1"/>
            </p:cNvSpPr>
            <p:nvPr/>
          </p:nvSpPr>
          <p:spPr bwMode="auto">
            <a:xfrm>
              <a:off x="3071813" y="3733800"/>
              <a:ext cx="206375" cy="153987"/>
            </a:xfrm>
            <a:custGeom>
              <a:avLst/>
              <a:gdLst/>
              <a:ahLst/>
              <a:cxnLst>
                <a:cxn ang="0">
                  <a:pos x="8" y="77"/>
                </a:cxn>
                <a:cxn ang="0">
                  <a:pos x="11" y="77"/>
                </a:cxn>
                <a:cxn ang="0">
                  <a:pos x="4" y="93"/>
                </a:cxn>
                <a:cxn ang="0">
                  <a:pos x="23" y="77"/>
                </a:cxn>
                <a:cxn ang="0">
                  <a:pos x="41" y="77"/>
                </a:cxn>
                <a:cxn ang="0">
                  <a:pos x="41" y="69"/>
                </a:cxn>
                <a:cxn ang="0">
                  <a:pos x="50" y="61"/>
                </a:cxn>
                <a:cxn ang="0">
                  <a:pos x="124" y="61"/>
                </a:cxn>
                <a:cxn ang="0">
                  <a:pos x="124" y="8"/>
                </a:cxn>
                <a:cxn ang="0">
                  <a:pos x="116" y="0"/>
                </a:cxn>
                <a:cxn ang="0">
                  <a:pos x="8" y="0"/>
                </a:cxn>
                <a:cxn ang="0">
                  <a:pos x="0" y="8"/>
                </a:cxn>
                <a:cxn ang="0">
                  <a:pos x="0" y="69"/>
                </a:cxn>
                <a:cxn ang="0">
                  <a:pos x="8" y="77"/>
                </a:cxn>
                <a:cxn ang="0">
                  <a:pos x="87" y="27"/>
                </a:cxn>
                <a:cxn ang="0">
                  <a:pos x="95" y="35"/>
                </a:cxn>
                <a:cxn ang="0">
                  <a:pos x="87" y="43"/>
                </a:cxn>
                <a:cxn ang="0">
                  <a:pos x="79" y="35"/>
                </a:cxn>
                <a:cxn ang="0">
                  <a:pos x="87" y="27"/>
                </a:cxn>
                <a:cxn ang="0">
                  <a:pos x="62" y="27"/>
                </a:cxn>
                <a:cxn ang="0">
                  <a:pos x="70" y="35"/>
                </a:cxn>
                <a:cxn ang="0">
                  <a:pos x="62" y="43"/>
                </a:cxn>
                <a:cxn ang="0">
                  <a:pos x="54" y="35"/>
                </a:cxn>
                <a:cxn ang="0">
                  <a:pos x="62" y="27"/>
                </a:cxn>
                <a:cxn ang="0">
                  <a:pos x="36" y="27"/>
                </a:cxn>
                <a:cxn ang="0">
                  <a:pos x="44" y="35"/>
                </a:cxn>
                <a:cxn ang="0">
                  <a:pos x="36" y="43"/>
                </a:cxn>
                <a:cxn ang="0">
                  <a:pos x="28" y="35"/>
                </a:cxn>
                <a:cxn ang="0">
                  <a:pos x="36" y="27"/>
                </a:cxn>
                <a:cxn ang="0">
                  <a:pos x="36" y="27"/>
                </a:cxn>
                <a:cxn ang="0">
                  <a:pos x="36" y="27"/>
                </a:cxn>
              </a:cxnLst>
              <a:rect l="0" t="0" r="r" b="b"/>
              <a:pathLst>
                <a:path w="124" h="93">
                  <a:moveTo>
                    <a:pt x="8" y="77"/>
                  </a:moveTo>
                  <a:cubicBezTo>
                    <a:pt x="11" y="77"/>
                    <a:pt x="11" y="77"/>
                    <a:pt x="11" y="77"/>
                  </a:cubicBezTo>
                  <a:cubicBezTo>
                    <a:pt x="4" y="93"/>
                    <a:pt x="4" y="93"/>
                    <a:pt x="4" y="93"/>
                  </a:cubicBezTo>
                  <a:cubicBezTo>
                    <a:pt x="23" y="77"/>
                    <a:pt x="23" y="77"/>
                    <a:pt x="23" y="77"/>
                  </a:cubicBezTo>
                  <a:cubicBezTo>
                    <a:pt x="41" y="77"/>
                    <a:pt x="41" y="77"/>
                    <a:pt x="41" y="77"/>
                  </a:cubicBezTo>
                  <a:cubicBezTo>
                    <a:pt x="41" y="69"/>
                    <a:pt x="41" y="69"/>
                    <a:pt x="41" y="69"/>
                  </a:cubicBezTo>
                  <a:cubicBezTo>
                    <a:pt x="41" y="65"/>
                    <a:pt x="45" y="61"/>
                    <a:pt x="50" y="61"/>
                  </a:cubicBezTo>
                  <a:cubicBezTo>
                    <a:pt x="124" y="61"/>
                    <a:pt x="124" y="61"/>
                    <a:pt x="124" y="61"/>
                  </a:cubicBezTo>
                  <a:cubicBezTo>
                    <a:pt x="124" y="8"/>
                    <a:pt x="124" y="8"/>
                    <a:pt x="124" y="8"/>
                  </a:cubicBezTo>
                  <a:cubicBezTo>
                    <a:pt x="124" y="4"/>
                    <a:pt x="120" y="0"/>
                    <a:pt x="116" y="0"/>
                  </a:cubicBezTo>
                  <a:cubicBezTo>
                    <a:pt x="8" y="0"/>
                    <a:pt x="8" y="0"/>
                    <a:pt x="8" y="0"/>
                  </a:cubicBezTo>
                  <a:cubicBezTo>
                    <a:pt x="3" y="0"/>
                    <a:pt x="0" y="4"/>
                    <a:pt x="0" y="8"/>
                  </a:cubicBezTo>
                  <a:cubicBezTo>
                    <a:pt x="0" y="69"/>
                    <a:pt x="0" y="69"/>
                    <a:pt x="0" y="69"/>
                  </a:cubicBezTo>
                  <a:cubicBezTo>
                    <a:pt x="0" y="73"/>
                    <a:pt x="3" y="77"/>
                    <a:pt x="8" y="77"/>
                  </a:cubicBezTo>
                  <a:close/>
                  <a:moveTo>
                    <a:pt x="87" y="27"/>
                  </a:moveTo>
                  <a:cubicBezTo>
                    <a:pt x="92" y="27"/>
                    <a:pt x="95" y="31"/>
                    <a:pt x="95" y="35"/>
                  </a:cubicBezTo>
                  <a:cubicBezTo>
                    <a:pt x="95" y="40"/>
                    <a:pt x="92" y="43"/>
                    <a:pt x="87" y="43"/>
                  </a:cubicBezTo>
                  <a:cubicBezTo>
                    <a:pt x="83" y="43"/>
                    <a:pt x="79" y="40"/>
                    <a:pt x="79" y="35"/>
                  </a:cubicBezTo>
                  <a:cubicBezTo>
                    <a:pt x="79" y="31"/>
                    <a:pt x="83" y="27"/>
                    <a:pt x="87" y="27"/>
                  </a:cubicBezTo>
                  <a:close/>
                  <a:moveTo>
                    <a:pt x="62" y="27"/>
                  </a:moveTo>
                  <a:cubicBezTo>
                    <a:pt x="67" y="27"/>
                    <a:pt x="70" y="31"/>
                    <a:pt x="70" y="35"/>
                  </a:cubicBezTo>
                  <a:cubicBezTo>
                    <a:pt x="70" y="40"/>
                    <a:pt x="67" y="43"/>
                    <a:pt x="62" y="43"/>
                  </a:cubicBezTo>
                  <a:cubicBezTo>
                    <a:pt x="58" y="43"/>
                    <a:pt x="54" y="40"/>
                    <a:pt x="54" y="35"/>
                  </a:cubicBezTo>
                  <a:cubicBezTo>
                    <a:pt x="54" y="31"/>
                    <a:pt x="58" y="27"/>
                    <a:pt x="62" y="27"/>
                  </a:cubicBezTo>
                  <a:close/>
                  <a:moveTo>
                    <a:pt x="36" y="27"/>
                  </a:moveTo>
                  <a:cubicBezTo>
                    <a:pt x="41" y="27"/>
                    <a:pt x="44" y="31"/>
                    <a:pt x="44" y="35"/>
                  </a:cubicBezTo>
                  <a:cubicBezTo>
                    <a:pt x="44" y="40"/>
                    <a:pt x="41" y="43"/>
                    <a:pt x="36" y="43"/>
                  </a:cubicBezTo>
                  <a:cubicBezTo>
                    <a:pt x="32" y="43"/>
                    <a:pt x="28" y="40"/>
                    <a:pt x="28" y="35"/>
                  </a:cubicBezTo>
                  <a:cubicBezTo>
                    <a:pt x="28" y="31"/>
                    <a:pt x="32" y="27"/>
                    <a:pt x="36" y="27"/>
                  </a:cubicBezTo>
                  <a:close/>
                  <a:moveTo>
                    <a:pt x="36" y="27"/>
                  </a:moveTo>
                  <a:cubicBezTo>
                    <a:pt x="36" y="27"/>
                    <a:pt x="36" y="27"/>
                    <a:pt x="36" y="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3"/>
            <p:cNvSpPr>
              <a:spLocks noEditPoints="1"/>
            </p:cNvSpPr>
            <p:nvPr/>
          </p:nvSpPr>
          <p:spPr bwMode="auto">
            <a:xfrm>
              <a:off x="3149600" y="3844925"/>
              <a:ext cx="207963" cy="155575"/>
            </a:xfrm>
            <a:custGeom>
              <a:avLst/>
              <a:gdLst/>
              <a:ahLst/>
              <a:cxnLst>
                <a:cxn ang="0">
                  <a:pos x="0" y="9"/>
                </a:cxn>
                <a:cxn ang="0">
                  <a:pos x="0" y="69"/>
                </a:cxn>
                <a:cxn ang="0">
                  <a:pos x="9" y="77"/>
                </a:cxn>
                <a:cxn ang="0">
                  <a:pos x="102" y="77"/>
                </a:cxn>
                <a:cxn ang="0">
                  <a:pos x="120" y="93"/>
                </a:cxn>
                <a:cxn ang="0">
                  <a:pos x="114" y="77"/>
                </a:cxn>
                <a:cxn ang="0">
                  <a:pos x="116" y="77"/>
                </a:cxn>
                <a:cxn ang="0">
                  <a:pos x="125" y="69"/>
                </a:cxn>
                <a:cxn ang="0">
                  <a:pos x="125" y="9"/>
                </a:cxn>
                <a:cxn ang="0">
                  <a:pos x="116" y="0"/>
                </a:cxn>
                <a:cxn ang="0">
                  <a:pos x="9" y="0"/>
                </a:cxn>
                <a:cxn ang="0">
                  <a:pos x="0" y="9"/>
                </a:cxn>
                <a:cxn ang="0">
                  <a:pos x="88" y="29"/>
                </a:cxn>
                <a:cxn ang="0">
                  <a:pos x="96" y="37"/>
                </a:cxn>
                <a:cxn ang="0">
                  <a:pos x="88" y="45"/>
                </a:cxn>
                <a:cxn ang="0">
                  <a:pos x="80" y="37"/>
                </a:cxn>
                <a:cxn ang="0">
                  <a:pos x="88" y="29"/>
                </a:cxn>
                <a:cxn ang="0">
                  <a:pos x="63" y="29"/>
                </a:cxn>
                <a:cxn ang="0">
                  <a:pos x="71" y="37"/>
                </a:cxn>
                <a:cxn ang="0">
                  <a:pos x="63" y="45"/>
                </a:cxn>
                <a:cxn ang="0">
                  <a:pos x="55" y="37"/>
                </a:cxn>
                <a:cxn ang="0">
                  <a:pos x="63" y="29"/>
                </a:cxn>
                <a:cxn ang="0">
                  <a:pos x="37" y="29"/>
                </a:cxn>
                <a:cxn ang="0">
                  <a:pos x="45" y="37"/>
                </a:cxn>
                <a:cxn ang="0">
                  <a:pos x="37" y="45"/>
                </a:cxn>
                <a:cxn ang="0">
                  <a:pos x="29" y="37"/>
                </a:cxn>
                <a:cxn ang="0">
                  <a:pos x="37" y="29"/>
                </a:cxn>
                <a:cxn ang="0">
                  <a:pos x="37" y="29"/>
                </a:cxn>
                <a:cxn ang="0">
                  <a:pos x="37" y="29"/>
                </a:cxn>
              </a:cxnLst>
              <a:rect l="0" t="0" r="r" b="b"/>
              <a:pathLst>
                <a:path w="125" h="93">
                  <a:moveTo>
                    <a:pt x="0" y="9"/>
                  </a:moveTo>
                  <a:cubicBezTo>
                    <a:pt x="0" y="69"/>
                    <a:pt x="0" y="69"/>
                    <a:pt x="0" y="69"/>
                  </a:cubicBezTo>
                  <a:cubicBezTo>
                    <a:pt x="0" y="74"/>
                    <a:pt x="4" y="77"/>
                    <a:pt x="9" y="77"/>
                  </a:cubicBezTo>
                  <a:cubicBezTo>
                    <a:pt x="102" y="77"/>
                    <a:pt x="102" y="77"/>
                    <a:pt x="102" y="77"/>
                  </a:cubicBezTo>
                  <a:cubicBezTo>
                    <a:pt x="120" y="93"/>
                    <a:pt x="120" y="93"/>
                    <a:pt x="120" y="93"/>
                  </a:cubicBezTo>
                  <a:cubicBezTo>
                    <a:pt x="114" y="77"/>
                    <a:pt x="114" y="77"/>
                    <a:pt x="114" y="77"/>
                  </a:cubicBezTo>
                  <a:cubicBezTo>
                    <a:pt x="116" y="77"/>
                    <a:pt x="116" y="77"/>
                    <a:pt x="116" y="77"/>
                  </a:cubicBezTo>
                  <a:cubicBezTo>
                    <a:pt x="121" y="77"/>
                    <a:pt x="125" y="74"/>
                    <a:pt x="125" y="69"/>
                  </a:cubicBezTo>
                  <a:cubicBezTo>
                    <a:pt x="125" y="9"/>
                    <a:pt x="125" y="9"/>
                    <a:pt x="125" y="9"/>
                  </a:cubicBezTo>
                  <a:cubicBezTo>
                    <a:pt x="125" y="4"/>
                    <a:pt x="121" y="0"/>
                    <a:pt x="116" y="0"/>
                  </a:cubicBezTo>
                  <a:cubicBezTo>
                    <a:pt x="9" y="0"/>
                    <a:pt x="9" y="0"/>
                    <a:pt x="9" y="0"/>
                  </a:cubicBezTo>
                  <a:cubicBezTo>
                    <a:pt x="4" y="0"/>
                    <a:pt x="0" y="4"/>
                    <a:pt x="0" y="9"/>
                  </a:cubicBezTo>
                  <a:close/>
                  <a:moveTo>
                    <a:pt x="88" y="29"/>
                  </a:moveTo>
                  <a:cubicBezTo>
                    <a:pt x="93" y="29"/>
                    <a:pt x="96" y="33"/>
                    <a:pt x="96" y="37"/>
                  </a:cubicBezTo>
                  <a:cubicBezTo>
                    <a:pt x="96" y="41"/>
                    <a:pt x="93" y="45"/>
                    <a:pt x="88" y="45"/>
                  </a:cubicBezTo>
                  <a:cubicBezTo>
                    <a:pt x="84" y="45"/>
                    <a:pt x="80" y="41"/>
                    <a:pt x="80" y="37"/>
                  </a:cubicBezTo>
                  <a:cubicBezTo>
                    <a:pt x="80" y="33"/>
                    <a:pt x="84" y="29"/>
                    <a:pt x="88" y="29"/>
                  </a:cubicBezTo>
                  <a:close/>
                  <a:moveTo>
                    <a:pt x="63" y="29"/>
                  </a:moveTo>
                  <a:cubicBezTo>
                    <a:pt x="67" y="29"/>
                    <a:pt x="71" y="33"/>
                    <a:pt x="71" y="37"/>
                  </a:cubicBezTo>
                  <a:cubicBezTo>
                    <a:pt x="71" y="41"/>
                    <a:pt x="67" y="45"/>
                    <a:pt x="63" y="45"/>
                  </a:cubicBezTo>
                  <a:cubicBezTo>
                    <a:pt x="59" y="45"/>
                    <a:pt x="55" y="41"/>
                    <a:pt x="55" y="37"/>
                  </a:cubicBezTo>
                  <a:cubicBezTo>
                    <a:pt x="55" y="33"/>
                    <a:pt x="59" y="29"/>
                    <a:pt x="63" y="29"/>
                  </a:cubicBezTo>
                  <a:close/>
                  <a:moveTo>
                    <a:pt x="37" y="29"/>
                  </a:moveTo>
                  <a:cubicBezTo>
                    <a:pt x="41" y="29"/>
                    <a:pt x="45" y="33"/>
                    <a:pt x="45" y="37"/>
                  </a:cubicBezTo>
                  <a:cubicBezTo>
                    <a:pt x="45" y="41"/>
                    <a:pt x="41" y="45"/>
                    <a:pt x="37" y="45"/>
                  </a:cubicBezTo>
                  <a:cubicBezTo>
                    <a:pt x="32" y="45"/>
                    <a:pt x="29" y="41"/>
                    <a:pt x="29" y="37"/>
                  </a:cubicBezTo>
                  <a:cubicBezTo>
                    <a:pt x="29" y="33"/>
                    <a:pt x="32" y="29"/>
                    <a:pt x="37" y="29"/>
                  </a:cubicBezTo>
                  <a:close/>
                  <a:moveTo>
                    <a:pt x="37" y="29"/>
                  </a:moveTo>
                  <a:cubicBezTo>
                    <a:pt x="37" y="29"/>
                    <a:pt x="37" y="29"/>
                    <a:pt x="37"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 name="Group 129"/>
          <p:cNvGrpSpPr/>
          <p:nvPr/>
        </p:nvGrpSpPr>
        <p:grpSpPr>
          <a:xfrm>
            <a:off x="4655979" y="3228219"/>
            <a:ext cx="763561" cy="786354"/>
            <a:chOff x="3681413" y="3632200"/>
            <a:chExt cx="638175" cy="657225"/>
          </a:xfrm>
          <a:solidFill>
            <a:schemeClr val="accent3"/>
          </a:solidFill>
        </p:grpSpPr>
        <p:sp>
          <p:nvSpPr>
            <p:cNvPr id="131" name="Freeform 14"/>
            <p:cNvSpPr>
              <a:spLocks noEditPoints="1"/>
            </p:cNvSpPr>
            <p:nvPr/>
          </p:nvSpPr>
          <p:spPr bwMode="auto">
            <a:xfrm>
              <a:off x="3976688" y="3681413"/>
              <a:ext cx="342900" cy="533400"/>
            </a:xfrm>
            <a:custGeom>
              <a:avLst/>
              <a:gdLst/>
              <a:ahLst/>
              <a:cxnLst>
                <a:cxn ang="0">
                  <a:pos x="135" y="53"/>
                </a:cxn>
                <a:cxn ang="0">
                  <a:pos x="134" y="52"/>
                </a:cxn>
                <a:cxn ang="0">
                  <a:pos x="121" y="47"/>
                </a:cxn>
                <a:cxn ang="0">
                  <a:pos x="112" y="56"/>
                </a:cxn>
                <a:cxn ang="0">
                  <a:pos x="103" y="46"/>
                </a:cxn>
                <a:cxn ang="0">
                  <a:pos x="103" y="46"/>
                </a:cxn>
                <a:cxn ang="0">
                  <a:pos x="91" y="52"/>
                </a:cxn>
                <a:cxn ang="0">
                  <a:pos x="88" y="53"/>
                </a:cxn>
                <a:cxn ang="0">
                  <a:pos x="71" y="55"/>
                </a:cxn>
                <a:cxn ang="0">
                  <a:pos x="29" y="9"/>
                </a:cxn>
                <a:cxn ang="0">
                  <a:pos x="22" y="2"/>
                </a:cxn>
                <a:cxn ang="0">
                  <a:pos x="18" y="1"/>
                </a:cxn>
                <a:cxn ang="0">
                  <a:pos x="10" y="2"/>
                </a:cxn>
                <a:cxn ang="0">
                  <a:pos x="3" y="21"/>
                </a:cxn>
                <a:cxn ang="0">
                  <a:pos x="12" y="36"/>
                </a:cxn>
                <a:cxn ang="0">
                  <a:pos x="16" y="41"/>
                </a:cxn>
                <a:cxn ang="0">
                  <a:pos x="63" y="82"/>
                </a:cxn>
                <a:cxn ang="0">
                  <a:pos x="75" y="84"/>
                </a:cxn>
                <a:cxn ang="0">
                  <a:pos x="75" y="158"/>
                </a:cxn>
                <a:cxn ang="0">
                  <a:pos x="77" y="168"/>
                </a:cxn>
                <a:cxn ang="0">
                  <a:pos x="77" y="170"/>
                </a:cxn>
                <a:cxn ang="0">
                  <a:pos x="77" y="305"/>
                </a:cxn>
                <a:cxn ang="0">
                  <a:pos x="93" y="321"/>
                </a:cxn>
                <a:cxn ang="0">
                  <a:pos x="110" y="305"/>
                </a:cxn>
                <a:cxn ang="0">
                  <a:pos x="110" y="190"/>
                </a:cxn>
                <a:cxn ang="0">
                  <a:pos x="112" y="190"/>
                </a:cxn>
                <a:cxn ang="0">
                  <a:pos x="112" y="190"/>
                </a:cxn>
                <a:cxn ang="0">
                  <a:pos x="112" y="305"/>
                </a:cxn>
                <a:cxn ang="0">
                  <a:pos x="129" y="321"/>
                </a:cxn>
                <a:cxn ang="0">
                  <a:pos x="129" y="321"/>
                </a:cxn>
                <a:cxn ang="0">
                  <a:pos x="146" y="305"/>
                </a:cxn>
                <a:cxn ang="0">
                  <a:pos x="146" y="173"/>
                </a:cxn>
                <a:cxn ang="0">
                  <a:pos x="149" y="175"/>
                </a:cxn>
                <a:cxn ang="0">
                  <a:pos x="155" y="177"/>
                </a:cxn>
                <a:cxn ang="0">
                  <a:pos x="168" y="170"/>
                </a:cxn>
                <a:cxn ang="0">
                  <a:pos x="135" y="53"/>
                </a:cxn>
                <a:cxn ang="0">
                  <a:pos x="112" y="127"/>
                </a:cxn>
                <a:cxn ang="0">
                  <a:pos x="112" y="127"/>
                </a:cxn>
                <a:cxn ang="0">
                  <a:pos x="103" y="115"/>
                </a:cxn>
                <a:cxn ang="0">
                  <a:pos x="112" y="57"/>
                </a:cxn>
                <a:cxn ang="0">
                  <a:pos x="112" y="57"/>
                </a:cxn>
                <a:cxn ang="0">
                  <a:pos x="121" y="115"/>
                </a:cxn>
                <a:cxn ang="0">
                  <a:pos x="112" y="127"/>
                </a:cxn>
                <a:cxn ang="0">
                  <a:pos x="149" y="143"/>
                </a:cxn>
                <a:cxn ang="0">
                  <a:pos x="149" y="103"/>
                </a:cxn>
                <a:cxn ang="0">
                  <a:pos x="149" y="143"/>
                </a:cxn>
                <a:cxn ang="0">
                  <a:pos x="149" y="143"/>
                </a:cxn>
                <a:cxn ang="0">
                  <a:pos x="149" y="143"/>
                </a:cxn>
              </a:cxnLst>
              <a:rect l="0" t="0" r="r" b="b"/>
              <a:pathLst>
                <a:path w="207" h="321">
                  <a:moveTo>
                    <a:pt x="135" y="53"/>
                  </a:moveTo>
                  <a:cubicBezTo>
                    <a:pt x="135" y="53"/>
                    <a:pt x="134" y="52"/>
                    <a:pt x="134" y="52"/>
                  </a:cubicBezTo>
                  <a:cubicBezTo>
                    <a:pt x="130" y="50"/>
                    <a:pt x="126" y="48"/>
                    <a:pt x="121" y="47"/>
                  </a:cubicBezTo>
                  <a:cubicBezTo>
                    <a:pt x="112" y="56"/>
                    <a:pt x="112" y="56"/>
                    <a:pt x="112" y="56"/>
                  </a:cubicBezTo>
                  <a:cubicBezTo>
                    <a:pt x="103" y="46"/>
                    <a:pt x="103" y="46"/>
                    <a:pt x="103" y="46"/>
                  </a:cubicBezTo>
                  <a:cubicBezTo>
                    <a:pt x="103" y="46"/>
                    <a:pt x="103" y="46"/>
                    <a:pt x="103" y="46"/>
                  </a:cubicBezTo>
                  <a:cubicBezTo>
                    <a:pt x="99" y="48"/>
                    <a:pt x="95" y="49"/>
                    <a:pt x="91" y="52"/>
                  </a:cubicBezTo>
                  <a:cubicBezTo>
                    <a:pt x="90" y="52"/>
                    <a:pt x="89" y="52"/>
                    <a:pt x="88" y="53"/>
                  </a:cubicBezTo>
                  <a:cubicBezTo>
                    <a:pt x="82" y="56"/>
                    <a:pt x="77" y="57"/>
                    <a:pt x="71" y="55"/>
                  </a:cubicBezTo>
                  <a:cubicBezTo>
                    <a:pt x="52" y="49"/>
                    <a:pt x="34" y="19"/>
                    <a:pt x="29" y="9"/>
                  </a:cubicBezTo>
                  <a:cubicBezTo>
                    <a:pt x="27" y="6"/>
                    <a:pt x="25" y="4"/>
                    <a:pt x="22" y="2"/>
                  </a:cubicBezTo>
                  <a:cubicBezTo>
                    <a:pt x="18" y="1"/>
                    <a:pt x="18" y="1"/>
                    <a:pt x="18" y="1"/>
                  </a:cubicBezTo>
                  <a:cubicBezTo>
                    <a:pt x="16" y="0"/>
                    <a:pt x="13" y="1"/>
                    <a:pt x="10" y="2"/>
                  </a:cubicBezTo>
                  <a:cubicBezTo>
                    <a:pt x="3" y="5"/>
                    <a:pt x="0" y="14"/>
                    <a:pt x="3" y="21"/>
                  </a:cubicBezTo>
                  <a:cubicBezTo>
                    <a:pt x="4" y="23"/>
                    <a:pt x="7" y="29"/>
                    <a:pt x="12" y="36"/>
                  </a:cubicBezTo>
                  <a:cubicBezTo>
                    <a:pt x="16" y="41"/>
                    <a:pt x="16" y="41"/>
                    <a:pt x="16" y="41"/>
                  </a:cubicBezTo>
                  <a:cubicBezTo>
                    <a:pt x="26" y="56"/>
                    <a:pt x="42" y="75"/>
                    <a:pt x="63" y="82"/>
                  </a:cubicBezTo>
                  <a:cubicBezTo>
                    <a:pt x="67" y="83"/>
                    <a:pt x="71" y="84"/>
                    <a:pt x="75" y="84"/>
                  </a:cubicBezTo>
                  <a:cubicBezTo>
                    <a:pt x="75" y="158"/>
                    <a:pt x="75" y="158"/>
                    <a:pt x="75" y="158"/>
                  </a:cubicBezTo>
                  <a:cubicBezTo>
                    <a:pt x="75" y="162"/>
                    <a:pt x="76" y="165"/>
                    <a:pt x="77" y="168"/>
                  </a:cubicBezTo>
                  <a:cubicBezTo>
                    <a:pt x="77" y="169"/>
                    <a:pt x="77" y="170"/>
                    <a:pt x="77" y="170"/>
                  </a:cubicBezTo>
                  <a:cubicBezTo>
                    <a:pt x="77" y="305"/>
                    <a:pt x="77" y="305"/>
                    <a:pt x="77" y="305"/>
                  </a:cubicBezTo>
                  <a:cubicBezTo>
                    <a:pt x="77" y="314"/>
                    <a:pt x="84" y="321"/>
                    <a:pt x="93" y="321"/>
                  </a:cubicBezTo>
                  <a:cubicBezTo>
                    <a:pt x="103" y="321"/>
                    <a:pt x="110" y="314"/>
                    <a:pt x="110" y="305"/>
                  </a:cubicBezTo>
                  <a:cubicBezTo>
                    <a:pt x="110" y="190"/>
                    <a:pt x="110" y="190"/>
                    <a:pt x="110" y="190"/>
                  </a:cubicBezTo>
                  <a:cubicBezTo>
                    <a:pt x="111" y="190"/>
                    <a:pt x="111" y="190"/>
                    <a:pt x="112" y="190"/>
                  </a:cubicBezTo>
                  <a:cubicBezTo>
                    <a:pt x="112" y="190"/>
                    <a:pt x="112" y="190"/>
                    <a:pt x="112" y="190"/>
                  </a:cubicBezTo>
                  <a:cubicBezTo>
                    <a:pt x="112" y="305"/>
                    <a:pt x="112" y="305"/>
                    <a:pt x="112" y="305"/>
                  </a:cubicBezTo>
                  <a:cubicBezTo>
                    <a:pt x="112" y="314"/>
                    <a:pt x="120" y="321"/>
                    <a:pt x="129" y="321"/>
                  </a:cubicBezTo>
                  <a:cubicBezTo>
                    <a:pt x="129" y="321"/>
                    <a:pt x="129" y="321"/>
                    <a:pt x="129" y="321"/>
                  </a:cubicBezTo>
                  <a:cubicBezTo>
                    <a:pt x="138" y="321"/>
                    <a:pt x="146" y="314"/>
                    <a:pt x="146" y="305"/>
                  </a:cubicBezTo>
                  <a:cubicBezTo>
                    <a:pt x="146" y="173"/>
                    <a:pt x="146" y="173"/>
                    <a:pt x="146" y="173"/>
                  </a:cubicBezTo>
                  <a:cubicBezTo>
                    <a:pt x="146" y="174"/>
                    <a:pt x="147" y="175"/>
                    <a:pt x="149" y="175"/>
                  </a:cubicBezTo>
                  <a:cubicBezTo>
                    <a:pt x="151" y="176"/>
                    <a:pt x="153" y="177"/>
                    <a:pt x="155" y="177"/>
                  </a:cubicBezTo>
                  <a:cubicBezTo>
                    <a:pt x="160" y="177"/>
                    <a:pt x="165" y="174"/>
                    <a:pt x="168" y="170"/>
                  </a:cubicBezTo>
                  <a:cubicBezTo>
                    <a:pt x="207" y="97"/>
                    <a:pt x="153" y="64"/>
                    <a:pt x="135" y="53"/>
                  </a:cubicBezTo>
                  <a:close/>
                  <a:moveTo>
                    <a:pt x="112" y="127"/>
                  </a:moveTo>
                  <a:cubicBezTo>
                    <a:pt x="112" y="127"/>
                    <a:pt x="112" y="127"/>
                    <a:pt x="112" y="127"/>
                  </a:cubicBezTo>
                  <a:cubicBezTo>
                    <a:pt x="103" y="115"/>
                    <a:pt x="103" y="115"/>
                    <a:pt x="103" y="115"/>
                  </a:cubicBezTo>
                  <a:cubicBezTo>
                    <a:pt x="112" y="57"/>
                    <a:pt x="112" y="57"/>
                    <a:pt x="112" y="57"/>
                  </a:cubicBezTo>
                  <a:cubicBezTo>
                    <a:pt x="112" y="57"/>
                    <a:pt x="112" y="57"/>
                    <a:pt x="112" y="57"/>
                  </a:cubicBezTo>
                  <a:cubicBezTo>
                    <a:pt x="121" y="115"/>
                    <a:pt x="121" y="115"/>
                    <a:pt x="121" y="115"/>
                  </a:cubicBezTo>
                  <a:lnTo>
                    <a:pt x="112" y="127"/>
                  </a:lnTo>
                  <a:close/>
                  <a:moveTo>
                    <a:pt x="149" y="143"/>
                  </a:moveTo>
                  <a:cubicBezTo>
                    <a:pt x="149" y="103"/>
                    <a:pt x="149" y="103"/>
                    <a:pt x="149" y="103"/>
                  </a:cubicBezTo>
                  <a:cubicBezTo>
                    <a:pt x="154" y="113"/>
                    <a:pt x="156" y="126"/>
                    <a:pt x="149" y="143"/>
                  </a:cubicBezTo>
                  <a:close/>
                  <a:moveTo>
                    <a:pt x="149" y="143"/>
                  </a:moveTo>
                  <a:cubicBezTo>
                    <a:pt x="149" y="143"/>
                    <a:pt x="149" y="143"/>
                    <a:pt x="149"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5"/>
            <p:cNvSpPr>
              <a:spLocks noEditPoints="1"/>
            </p:cNvSpPr>
            <p:nvPr/>
          </p:nvSpPr>
          <p:spPr bwMode="auto">
            <a:xfrm>
              <a:off x="4102100" y="3633788"/>
              <a:ext cx="119063" cy="120650"/>
            </a:xfrm>
            <a:custGeom>
              <a:avLst/>
              <a:gdLst/>
              <a:ahLst/>
              <a:cxnLst>
                <a:cxn ang="0">
                  <a:pos x="72" y="36"/>
                </a:cxn>
                <a:cxn ang="0">
                  <a:pos x="36" y="72"/>
                </a:cxn>
                <a:cxn ang="0">
                  <a:pos x="0" y="36"/>
                </a:cxn>
                <a:cxn ang="0">
                  <a:pos x="36" y="0"/>
                </a:cxn>
                <a:cxn ang="0">
                  <a:pos x="72" y="36"/>
                </a:cxn>
                <a:cxn ang="0">
                  <a:pos x="72" y="36"/>
                </a:cxn>
                <a:cxn ang="0">
                  <a:pos x="72" y="36"/>
                </a:cxn>
              </a:cxnLst>
              <a:rect l="0" t="0" r="r" b="b"/>
              <a:pathLst>
                <a:path w="72" h="72">
                  <a:moveTo>
                    <a:pt x="72" y="36"/>
                  </a:moveTo>
                  <a:cubicBezTo>
                    <a:pt x="72" y="56"/>
                    <a:pt x="56" y="72"/>
                    <a:pt x="36" y="72"/>
                  </a:cubicBezTo>
                  <a:cubicBezTo>
                    <a:pt x="16" y="72"/>
                    <a:pt x="0" y="56"/>
                    <a:pt x="0" y="36"/>
                  </a:cubicBezTo>
                  <a:cubicBezTo>
                    <a:pt x="0" y="16"/>
                    <a:pt x="16" y="0"/>
                    <a:pt x="36" y="0"/>
                  </a:cubicBezTo>
                  <a:cubicBezTo>
                    <a:pt x="56" y="0"/>
                    <a:pt x="72" y="16"/>
                    <a:pt x="72" y="36"/>
                  </a:cubicBezTo>
                  <a:close/>
                  <a:moveTo>
                    <a:pt x="72" y="36"/>
                  </a:moveTo>
                  <a:cubicBezTo>
                    <a:pt x="72" y="36"/>
                    <a:pt x="72" y="36"/>
                    <a:pt x="72" y="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6"/>
            <p:cNvSpPr>
              <a:spLocks noEditPoints="1"/>
            </p:cNvSpPr>
            <p:nvPr/>
          </p:nvSpPr>
          <p:spPr bwMode="auto">
            <a:xfrm>
              <a:off x="3703638" y="3632200"/>
              <a:ext cx="361950" cy="338137"/>
            </a:xfrm>
            <a:custGeom>
              <a:avLst/>
              <a:gdLst/>
              <a:ahLst/>
              <a:cxnLst>
                <a:cxn ang="0">
                  <a:pos x="197" y="203"/>
                </a:cxn>
                <a:cxn ang="0">
                  <a:pos x="20" y="203"/>
                </a:cxn>
                <a:cxn ang="0">
                  <a:pos x="0" y="182"/>
                </a:cxn>
                <a:cxn ang="0">
                  <a:pos x="0" y="20"/>
                </a:cxn>
                <a:cxn ang="0">
                  <a:pos x="20" y="0"/>
                </a:cxn>
                <a:cxn ang="0">
                  <a:pos x="197" y="0"/>
                </a:cxn>
                <a:cxn ang="0">
                  <a:pos x="218" y="20"/>
                </a:cxn>
                <a:cxn ang="0">
                  <a:pos x="218" y="182"/>
                </a:cxn>
                <a:cxn ang="0">
                  <a:pos x="197" y="203"/>
                </a:cxn>
                <a:cxn ang="0">
                  <a:pos x="20" y="13"/>
                </a:cxn>
                <a:cxn ang="0">
                  <a:pos x="13" y="20"/>
                </a:cxn>
                <a:cxn ang="0">
                  <a:pos x="13" y="182"/>
                </a:cxn>
                <a:cxn ang="0">
                  <a:pos x="20" y="189"/>
                </a:cxn>
                <a:cxn ang="0">
                  <a:pos x="197" y="189"/>
                </a:cxn>
                <a:cxn ang="0">
                  <a:pos x="204" y="182"/>
                </a:cxn>
                <a:cxn ang="0">
                  <a:pos x="204" y="20"/>
                </a:cxn>
                <a:cxn ang="0">
                  <a:pos x="197" y="13"/>
                </a:cxn>
                <a:cxn ang="0">
                  <a:pos x="20" y="13"/>
                </a:cxn>
                <a:cxn ang="0">
                  <a:pos x="20" y="13"/>
                </a:cxn>
                <a:cxn ang="0">
                  <a:pos x="20" y="13"/>
                </a:cxn>
              </a:cxnLst>
              <a:rect l="0" t="0" r="r" b="b"/>
              <a:pathLst>
                <a:path w="218" h="203">
                  <a:moveTo>
                    <a:pt x="197" y="203"/>
                  </a:moveTo>
                  <a:cubicBezTo>
                    <a:pt x="20" y="203"/>
                    <a:pt x="20" y="203"/>
                    <a:pt x="20" y="203"/>
                  </a:cubicBezTo>
                  <a:cubicBezTo>
                    <a:pt x="9" y="203"/>
                    <a:pt x="0" y="194"/>
                    <a:pt x="0" y="182"/>
                  </a:cubicBezTo>
                  <a:cubicBezTo>
                    <a:pt x="0" y="20"/>
                    <a:pt x="0" y="20"/>
                    <a:pt x="0" y="20"/>
                  </a:cubicBezTo>
                  <a:cubicBezTo>
                    <a:pt x="0" y="9"/>
                    <a:pt x="9" y="0"/>
                    <a:pt x="20" y="0"/>
                  </a:cubicBezTo>
                  <a:cubicBezTo>
                    <a:pt x="197" y="0"/>
                    <a:pt x="197" y="0"/>
                    <a:pt x="197" y="0"/>
                  </a:cubicBezTo>
                  <a:cubicBezTo>
                    <a:pt x="208" y="0"/>
                    <a:pt x="218" y="9"/>
                    <a:pt x="218" y="20"/>
                  </a:cubicBezTo>
                  <a:cubicBezTo>
                    <a:pt x="218" y="182"/>
                    <a:pt x="218" y="182"/>
                    <a:pt x="218" y="182"/>
                  </a:cubicBezTo>
                  <a:cubicBezTo>
                    <a:pt x="218" y="194"/>
                    <a:pt x="208" y="203"/>
                    <a:pt x="197" y="203"/>
                  </a:cubicBezTo>
                  <a:close/>
                  <a:moveTo>
                    <a:pt x="20" y="13"/>
                  </a:moveTo>
                  <a:cubicBezTo>
                    <a:pt x="16" y="13"/>
                    <a:pt x="13" y="16"/>
                    <a:pt x="13" y="20"/>
                  </a:cubicBezTo>
                  <a:cubicBezTo>
                    <a:pt x="13" y="182"/>
                    <a:pt x="13" y="182"/>
                    <a:pt x="13" y="182"/>
                  </a:cubicBezTo>
                  <a:cubicBezTo>
                    <a:pt x="13" y="186"/>
                    <a:pt x="16" y="189"/>
                    <a:pt x="20" y="189"/>
                  </a:cubicBezTo>
                  <a:cubicBezTo>
                    <a:pt x="197" y="189"/>
                    <a:pt x="197" y="189"/>
                    <a:pt x="197" y="189"/>
                  </a:cubicBezTo>
                  <a:cubicBezTo>
                    <a:pt x="201" y="189"/>
                    <a:pt x="204" y="186"/>
                    <a:pt x="204" y="182"/>
                  </a:cubicBezTo>
                  <a:cubicBezTo>
                    <a:pt x="204" y="20"/>
                    <a:pt x="204" y="20"/>
                    <a:pt x="204" y="20"/>
                  </a:cubicBezTo>
                  <a:cubicBezTo>
                    <a:pt x="204" y="16"/>
                    <a:pt x="201" y="13"/>
                    <a:pt x="197" y="13"/>
                  </a:cubicBezTo>
                  <a:lnTo>
                    <a:pt x="20" y="13"/>
                  </a:lnTo>
                  <a:close/>
                  <a:moveTo>
                    <a:pt x="20" y="13"/>
                  </a:moveTo>
                  <a:cubicBezTo>
                    <a:pt x="20" y="13"/>
                    <a:pt x="20" y="13"/>
                    <a:pt x="20"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7"/>
            <p:cNvSpPr>
              <a:spLocks noEditPoints="1"/>
            </p:cNvSpPr>
            <p:nvPr/>
          </p:nvSpPr>
          <p:spPr bwMode="auto">
            <a:xfrm>
              <a:off x="3743325" y="4003675"/>
              <a:ext cx="96838" cy="93662"/>
            </a:xfrm>
            <a:custGeom>
              <a:avLst/>
              <a:gdLst/>
              <a:ahLst/>
              <a:cxnLst>
                <a:cxn ang="0">
                  <a:pos x="58" y="29"/>
                </a:cxn>
                <a:cxn ang="0">
                  <a:pos x="29" y="57"/>
                </a:cxn>
                <a:cxn ang="0">
                  <a:pos x="0" y="29"/>
                </a:cxn>
                <a:cxn ang="0">
                  <a:pos x="29" y="0"/>
                </a:cxn>
                <a:cxn ang="0">
                  <a:pos x="58" y="29"/>
                </a:cxn>
                <a:cxn ang="0">
                  <a:pos x="58" y="29"/>
                </a:cxn>
                <a:cxn ang="0">
                  <a:pos x="58" y="29"/>
                </a:cxn>
              </a:cxnLst>
              <a:rect l="0" t="0" r="r" b="b"/>
              <a:pathLst>
                <a:path w="58" h="57">
                  <a:moveTo>
                    <a:pt x="58" y="29"/>
                  </a:moveTo>
                  <a:cubicBezTo>
                    <a:pt x="58" y="45"/>
                    <a:pt x="45" y="57"/>
                    <a:pt x="29" y="57"/>
                  </a:cubicBezTo>
                  <a:cubicBezTo>
                    <a:pt x="13" y="57"/>
                    <a:pt x="0" y="45"/>
                    <a:pt x="0" y="29"/>
                  </a:cubicBezTo>
                  <a:cubicBezTo>
                    <a:pt x="0" y="13"/>
                    <a:pt x="13" y="0"/>
                    <a:pt x="29" y="0"/>
                  </a:cubicBezTo>
                  <a:cubicBezTo>
                    <a:pt x="45" y="0"/>
                    <a:pt x="58" y="13"/>
                    <a:pt x="58" y="29"/>
                  </a:cubicBezTo>
                  <a:close/>
                  <a:moveTo>
                    <a:pt x="58" y="29"/>
                  </a:moveTo>
                  <a:cubicBezTo>
                    <a:pt x="58" y="29"/>
                    <a:pt x="58" y="29"/>
                    <a:pt x="58"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8"/>
            <p:cNvSpPr>
              <a:spLocks noEditPoints="1"/>
            </p:cNvSpPr>
            <p:nvPr/>
          </p:nvSpPr>
          <p:spPr bwMode="auto">
            <a:xfrm>
              <a:off x="3695700" y="4100513"/>
              <a:ext cx="192088" cy="106362"/>
            </a:xfrm>
            <a:custGeom>
              <a:avLst/>
              <a:gdLst/>
              <a:ahLst/>
              <a:cxnLst>
                <a:cxn ang="0">
                  <a:pos x="25" y="64"/>
                </a:cxn>
                <a:cxn ang="0">
                  <a:pos x="29" y="44"/>
                </a:cxn>
                <a:cxn ang="0">
                  <a:pos x="29" y="64"/>
                </a:cxn>
                <a:cxn ang="0">
                  <a:pos x="58" y="64"/>
                </a:cxn>
                <a:cxn ang="0">
                  <a:pos x="51" y="54"/>
                </a:cxn>
                <a:cxn ang="0">
                  <a:pos x="58" y="8"/>
                </a:cxn>
                <a:cxn ang="0">
                  <a:pos x="58" y="8"/>
                </a:cxn>
                <a:cxn ang="0">
                  <a:pos x="65" y="54"/>
                </a:cxn>
                <a:cxn ang="0">
                  <a:pos x="58" y="64"/>
                </a:cxn>
                <a:cxn ang="0">
                  <a:pos x="87" y="64"/>
                </a:cxn>
                <a:cxn ang="0">
                  <a:pos x="87" y="44"/>
                </a:cxn>
                <a:cxn ang="0">
                  <a:pos x="91" y="64"/>
                </a:cxn>
                <a:cxn ang="0">
                  <a:pos x="114" y="64"/>
                </a:cxn>
                <a:cxn ang="0">
                  <a:pos x="77" y="5"/>
                </a:cxn>
                <a:cxn ang="0">
                  <a:pos x="76" y="5"/>
                </a:cxn>
                <a:cxn ang="0">
                  <a:pos x="65" y="0"/>
                </a:cxn>
                <a:cxn ang="0">
                  <a:pos x="58" y="7"/>
                </a:cxn>
                <a:cxn ang="0">
                  <a:pos x="51" y="0"/>
                </a:cxn>
                <a:cxn ang="0">
                  <a:pos x="51" y="0"/>
                </a:cxn>
                <a:cxn ang="0">
                  <a:pos x="40" y="5"/>
                </a:cxn>
                <a:cxn ang="0">
                  <a:pos x="39" y="5"/>
                </a:cxn>
                <a:cxn ang="0">
                  <a:pos x="2" y="64"/>
                </a:cxn>
                <a:cxn ang="0">
                  <a:pos x="25" y="64"/>
                </a:cxn>
                <a:cxn ang="0">
                  <a:pos x="25" y="64"/>
                </a:cxn>
                <a:cxn ang="0">
                  <a:pos x="25" y="64"/>
                </a:cxn>
              </a:cxnLst>
              <a:rect l="0" t="0" r="r" b="b"/>
              <a:pathLst>
                <a:path w="116" h="64">
                  <a:moveTo>
                    <a:pt x="25" y="64"/>
                  </a:moveTo>
                  <a:cubicBezTo>
                    <a:pt x="24" y="56"/>
                    <a:pt x="26" y="49"/>
                    <a:pt x="29" y="44"/>
                  </a:cubicBezTo>
                  <a:cubicBezTo>
                    <a:pt x="29" y="64"/>
                    <a:pt x="29" y="64"/>
                    <a:pt x="29" y="64"/>
                  </a:cubicBezTo>
                  <a:cubicBezTo>
                    <a:pt x="58" y="64"/>
                    <a:pt x="58" y="64"/>
                    <a:pt x="58" y="64"/>
                  </a:cubicBezTo>
                  <a:cubicBezTo>
                    <a:pt x="51" y="54"/>
                    <a:pt x="51" y="54"/>
                    <a:pt x="51" y="54"/>
                  </a:cubicBezTo>
                  <a:cubicBezTo>
                    <a:pt x="58" y="8"/>
                    <a:pt x="58" y="8"/>
                    <a:pt x="58" y="8"/>
                  </a:cubicBezTo>
                  <a:cubicBezTo>
                    <a:pt x="58" y="8"/>
                    <a:pt x="58" y="8"/>
                    <a:pt x="58" y="8"/>
                  </a:cubicBezTo>
                  <a:cubicBezTo>
                    <a:pt x="65" y="54"/>
                    <a:pt x="65" y="54"/>
                    <a:pt x="65" y="54"/>
                  </a:cubicBezTo>
                  <a:cubicBezTo>
                    <a:pt x="58" y="64"/>
                    <a:pt x="58" y="64"/>
                    <a:pt x="58" y="64"/>
                  </a:cubicBezTo>
                  <a:cubicBezTo>
                    <a:pt x="87" y="64"/>
                    <a:pt x="87" y="64"/>
                    <a:pt x="87" y="64"/>
                  </a:cubicBezTo>
                  <a:cubicBezTo>
                    <a:pt x="87" y="44"/>
                    <a:pt x="87" y="44"/>
                    <a:pt x="87" y="44"/>
                  </a:cubicBezTo>
                  <a:cubicBezTo>
                    <a:pt x="90" y="49"/>
                    <a:pt x="92" y="56"/>
                    <a:pt x="91" y="64"/>
                  </a:cubicBezTo>
                  <a:cubicBezTo>
                    <a:pt x="114" y="64"/>
                    <a:pt x="114" y="64"/>
                    <a:pt x="114" y="64"/>
                  </a:cubicBezTo>
                  <a:cubicBezTo>
                    <a:pt x="116" y="29"/>
                    <a:pt x="88" y="12"/>
                    <a:pt x="77" y="5"/>
                  </a:cubicBezTo>
                  <a:cubicBezTo>
                    <a:pt x="77" y="5"/>
                    <a:pt x="76" y="5"/>
                    <a:pt x="76" y="5"/>
                  </a:cubicBezTo>
                  <a:cubicBezTo>
                    <a:pt x="72" y="2"/>
                    <a:pt x="69" y="1"/>
                    <a:pt x="65" y="0"/>
                  </a:cubicBezTo>
                  <a:cubicBezTo>
                    <a:pt x="58" y="7"/>
                    <a:pt x="58" y="7"/>
                    <a:pt x="58" y="7"/>
                  </a:cubicBezTo>
                  <a:cubicBezTo>
                    <a:pt x="51" y="0"/>
                    <a:pt x="51" y="0"/>
                    <a:pt x="51" y="0"/>
                  </a:cubicBezTo>
                  <a:cubicBezTo>
                    <a:pt x="51" y="0"/>
                    <a:pt x="51" y="0"/>
                    <a:pt x="51" y="0"/>
                  </a:cubicBezTo>
                  <a:cubicBezTo>
                    <a:pt x="47" y="1"/>
                    <a:pt x="44" y="2"/>
                    <a:pt x="40" y="5"/>
                  </a:cubicBezTo>
                  <a:cubicBezTo>
                    <a:pt x="40" y="5"/>
                    <a:pt x="39" y="5"/>
                    <a:pt x="39" y="5"/>
                  </a:cubicBezTo>
                  <a:cubicBezTo>
                    <a:pt x="28" y="12"/>
                    <a:pt x="0" y="29"/>
                    <a:pt x="2" y="64"/>
                  </a:cubicBezTo>
                  <a:lnTo>
                    <a:pt x="25" y="64"/>
                  </a:lnTo>
                  <a:close/>
                  <a:moveTo>
                    <a:pt x="25" y="64"/>
                  </a:moveTo>
                  <a:cubicBezTo>
                    <a:pt x="25" y="64"/>
                    <a:pt x="25" y="64"/>
                    <a:pt x="25" y="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9"/>
            <p:cNvSpPr>
              <a:spLocks noEditPoints="1"/>
            </p:cNvSpPr>
            <p:nvPr/>
          </p:nvSpPr>
          <p:spPr bwMode="auto">
            <a:xfrm>
              <a:off x="3929063" y="4003675"/>
              <a:ext cx="93663" cy="93662"/>
            </a:xfrm>
            <a:custGeom>
              <a:avLst/>
              <a:gdLst/>
              <a:ahLst/>
              <a:cxnLst>
                <a:cxn ang="0">
                  <a:pos x="57" y="29"/>
                </a:cxn>
                <a:cxn ang="0">
                  <a:pos x="28" y="57"/>
                </a:cxn>
                <a:cxn ang="0">
                  <a:pos x="0" y="29"/>
                </a:cxn>
                <a:cxn ang="0">
                  <a:pos x="28" y="0"/>
                </a:cxn>
                <a:cxn ang="0">
                  <a:pos x="57" y="29"/>
                </a:cxn>
                <a:cxn ang="0">
                  <a:pos x="57" y="29"/>
                </a:cxn>
                <a:cxn ang="0">
                  <a:pos x="57" y="29"/>
                </a:cxn>
              </a:cxnLst>
              <a:rect l="0" t="0" r="r" b="b"/>
              <a:pathLst>
                <a:path w="57" h="57">
                  <a:moveTo>
                    <a:pt x="57" y="29"/>
                  </a:moveTo>
                  <a:cubicBezTo>
                    <a:pt x="57" y="45"/>
                    <a:pt x="44" y="57"/>
                    <a:pt x="28" y="57"/>
                  </a:cubicBezTo>
                  <a:cubicBezTo>
                    <a:pt x="13" y="57"/>
                    <a:pt x="0" y="45"/>
                    <a:pt x="0" y="29"/>
                  </a:cubicBezTo>
                  <a:cubicBezTo>
                    <a:pt x="0" y="13"/>
                    <a:pt x="13" y="0"/>
                    <a:pt x="28" y="0"/>
                  </a:cubicBezTo>
                  <a:cubicBezTo>
                    <a:pt x="44" y="0"/>
                    <a:pt x="57" y="13"/>
                    <a:pt x="57" y="29"/>
                  </a:cubicBezTo>
                  <a:close/>
                  <a:moveTo>
                    <a:pt x="57" y="29"/>
                  </a:moveTo>
                  <a:cubicBezTo>
                    <a:pt x="57" y="29"/>
                    <a:pt x="57" y="29"/>
                    <a:pt x="57" y="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20"/>
            <p:cNvSpPr>
              <a:spLocks noEditPoints="1"/>
            </p:cNvSpPr>
            <p:nvPr/>
          </p:nvSpPr>
          <p:spPr bwMode="auto">
            <a:xfrm>
              <a:off x="3879850" y="4100513"/>
              <a:ext cx="192088" cy="106362"/>
            </a:xfrm>
            <a:custGeom>
              <a:avLst/>
              <a:gdLst/>
              <a:ahLst/>
              <a:cxnLst>
                <a:cxn ang="0">
                  <a:pos x="25" y="64"/>
                </a:cxn>
                <a:cxn ang="0">
                  <a:pos x="29" y="44"/>
                </a:cxn>
                <a:cxn ang="0">
                  <a:pos x="29" y="64"/>
                </a:cxn>
                <a:cxn ang="0">
                  <a:pos x="58" y="64"/>
                </a:cxn>
                <a:cxn ang="0">
                  <a:pos x="51" y="54"/>
                </a:cxn>
                <a:cxn ang="0">
                  <a:pos x="58" y="8"/>
                </a:cxn>
                <a:cxn ang="0">
                  <a:pos x="58" y="8"/>
                </a:cxn>
                <a:cxn ang="0">
                  <a:pos x="65" y="54"/>
                </a:cxn>
                <a:cxn ang="0">
                  <a:pos x="59" y="64"/>
                </a:cxn>
                <a:cxn ang="0">
                  <a:pos x="88" y="64"/>
                </a:cxn>
                <a:cxn ang="0">
                  <a:pos x="88" y="44"/>
                </a:cxn>
                <a:cxn ang="0">
                  <a:pos x="92" y="64"/>
                </a:cxn>
                <a:cxn ang="0">
                  <a:pos x="114" y="64"/>
                </a:cxn>
                <a:cxn ang="0">
                  <a:pos x="77" y="5"/>
                </a:cxn>
                <a:cxn ang="0">
                  <a:pos x="76" y="5"/>
                </a:cxn>
                <a:cxn ang="0">
                  <a:pos x="66" y="0"/>
                </a:cxn>
                <a:cxn ang="0">
                  <a:pos x="58" y="7"/>
                </a:cxn>
                <a:cxn ang="0">
                  <a:pos x="52" y="0"/>
                </a:cxn>
                <a:cxn ang="0">
                  <a:pos x="51" y="0"/>
                </a:cxn>
                <a:cxn ang="0">
                  <a:pos x="41" y="5"/>
                </a:cxn>
                <a:cxn ang="0">
                  <a:pos x="39" y="5"/>
                </a:cxn>
                <a:cxn ang="0">
                  <a:pos x="3" y="64"/>
                </a:cxn>
                <a:cxn ang="0">
                  <a:pos x="25" y="64"/>
                </a:cxn>
                <a:cxn ang="0">
                  <a:pos x="25" y="64"/>
                </a:cxn>
                <a:cxn ang="0">
                  <a:pos x="25" y="64"/>
                </a:cxn>
              </a:cxnLst>
              <a:rect l="0" t="0" r="r" b="b"/>
              <a:pathLst>
                <a:path w="116" h="64">
                  <a:moveTo>
                    <a:pt x="25" y="64"/>
                  </a:moveTo>
                  <a:cubicBezTo>
                    <a:pt x="24" y="56"/>
                    <a:pt x="26" y="49"/>
                    <a:pt x="29" y="44"/>
                  </a:cubicBezTo>
                  <a:cubicBezTo>
                    <a:pt x="29" y="64"/>
                    <a:pt x="29" y="64"/>
                    <a:pt x="29" y="64"/>
                  </a:cubicBezTo>
                  <a:cubicBezTo>
                    <a:pt x="58" y="64"/>
                    <a:pt x="58" y="64"/>
                    <a:pt x="58" y="64"/>
                  </a:cubicBezTo>
                  <a:cubicBezTo>
                    <a:pt x="51" y="54"/>
                    <a:pt x="51" y="54"/>
                    <a:pt x="51" y="54"/>
                  </a:cubicBezTo>
                  <a:cubicBezTo>
                    <a:pt x="58" y="8"/>
                    <a:pt x="58" y="8"/>
                    <a:pt x="58" y="8"/>
                  </a:cubicBezTo>
                  <a:cubicBezTo>
                    <a:pt x="58" y="8"/>
                    <a:pt x="58" y="8"/>
                    <a:pt x="58" y="8"/>
                  </a:cubicBezTo>
                  <a:cubicBezTo>
                    <a:pt x="65" y="54"/>
                    <a:pt x="65" y="54"/>
                    <a:pt x="65" y="54"/>
                  </a:cubicBezTo>
                  <a:cubicBezTo>
                    <a:pt x="59" y="64"/>
                    <a:pt x="59" y="64"/>
                    <a:pt x="59" y="64"/>
                  </a:cubicBezTo>
                  <a:cubicBezTo>
                    <a:pt x="88" y="64"/>
                    <a:pt x="88" y="64"/>
                    <a:pt x="88" y="64"/>
                  </a:cubicBezTo>
                  <a:cubicBezTo>
                    <a:pt x="88" y="44"/>
                    <a:pt x="88" y="44"/>
                    <a:pt x="88" y="44"/>
                  </a:cubicBezTo>
                  <a:cubicBezTo>
                    <a:pt x="91" y="49"/>
                    <a:pt x="92" y="56"/>
                    <a:pt x="92" y="64"/>
                  </a:cubicBezTo>
                  <a:cubicBezTo>
                    <a:pt x="114" y="64"/>
                    <a:pt x="114" y="64"/>
                    <a:pt x="114" y="64"/>
                  </a:cubicBezTo>
                  <a:cubicBezTo>
                    <a:pt x="116" y="29"/>
                    <a:pt x="88" y="12"/>
                    <a:pt x="77" y="5"/>
                  </a:cubicBezTo>
                  <a:cubicBezTo>
                    <a:pt x="77" y="5"/>
                    <a:pt x="76" y="5"/>
                    <a:pt x="76" y="5"/>
                  </a:cubicBezTo>
                  <a:cubicBezTo>
                    <a:pt x="73" y="2"/>
                    <a:pt x="69" y="1"/>
                    <a:pt x="66" y="0"/>
                  </a:cubicBezTo>
                  <a:cubicBezTo>
                    <a:pt x="58" y="7"/>
                    <a:pt x="58" y="7"/>
                    <a:pt x="58" y="7"/>
                  </a:cubicBezTo>
                  <a:cubicBezTo>
                    <a:pt x="52" y="0"/>
                    <a:pt x="52" y="0"/>
                    <a:pt x="52" y="0"/>
                  </a:cubicBezTo>
                  <a:cubicBezTo>
                    <a:pt x="51" y="0"/>
                    <a:pt x="51" y="0"/>
                    <a:pt x="51" y="0"/>
                  </a:cubicBezTo>
                  <a:cubicBezTo>
                    <a:pt x="48" y="1"/>
                    <a:pt x="44" y="2"/>
                    <a:pt x="41" y="5"/>
                  </a:cubicBezTo>
                  <a:cubicBezTo>
                    <a:pt x="40" y="5"/>
                    <a:pt x="40" y="5"/>
                    <a:pt x="39" y="5"/>
                  </a:cubicBezTo>
                  <a:cubicBezTo>
                    <a:pt x="28" y="12"/>
                    <a:pt x="0" y="29"/>
                    <a:pt x="3" y="64"/>
                  </a:cubicBezTo>
                  <a:lnTo>
                    <a:pt x="25" y="64"/>
                  </a:lnTo>
                  <a:close/>
                  <a:moveTo>
                    <a:pt x="25" y="64"/>
                  </a:moveTo>
                  <a:cubicBezTo>
                    <a:pt x="25" y="64"/>
                    <a:pt x="25" y="64"/>
                    <a:pt x="25" y="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Rectangle 21"/>
            <p:cNvSpPr>
              <a:spLocks noChangeArrowheads="1"/>
            </p:cNvSpPr>
            <p:nvPr/>
          </p:nvSpPr>
          <p:spPr bwMode="auto">
            <a:xfrm>
              <a:off x="3681413" y="4222750"/>
              <a:ext cx="542925" cy="66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22"/>
            <p:cNvSpPr>
              <a:spLocks noEditPoints="1"/>
            </p:cNvSpPr>
            <p:nvPr/>
          </p:nvSpPr>
          <p:spPr bwMode="auto">
            <a:xfrm>
              <a:off x="3795713" y="3709988"/>
              <a:ext cx="177800" cy="179387"/>
            </a:xfrm>
            <a:custGeom>
              <a:avLst/>
              <a:gdLst/>
              <a:ahLst/>
              <a:cxnLst>
                <a:cxn ang="0">
                  <a:pos x="103" y="61"/>
                </a:cxn>
                <a:cxn ang="0">
                  <a:pos x="97" y="59"/>
                </a:cxn>
                <a:cxn ang="0">
                  <a:pos x="97" y="46"/>
                </a:cxn>
                <a:cxn ang="0">
                  <a:pos x="102" y="44"/>
                </a:cxn>
                <a:cxn ang="0">
                  <a:pos x="105" y="35"/>
                </a:cxn>
                <a:cxn ang="0">
                  <a:pos x="102" y="28"/>
                </a:cxn>
                <a:cxn ang="0">
                  <a:pos x="93" y="24"/>
                </a:cxn>
                <a:cxn ang="0">
                  <a:pos x="88" y="27"/>
                </a:cxn>
                <a:cxn ang="0">
                  <a:pos x="78" y="18"/>
                </a:cxn>
                <a:cxn ang="0">
                  <a:pos x="81" y="13"/>
                </a:cxn>
                <a:cxn ang="0">
                  <a:pos x="76" y="4"/>
                </a:cxn>
                <a:cxn ang="0">
                  <a:pos x="69" y="1"/>
                </a:cxn>
                <a:cxn ang="0">
                  <a:pos x="60" y="5"/>
                </a:cxn>
                <a:cxn ang="0">
                  <a:pos x="58" y="11"/>
                </a:cxn>
                <a:cxn ang="0">
                  <a:pos x="46" y="11"/>
                </a:cxn>
                <a:cxn ang="0">
                  <a:pos x="43" y="6"/>
                </a:cxn>
                <a:cxn ang="0">
                  <a:pos x="34" y="3"/>
                </a:cxn>
                <a:cxn ang="0">
                  <a:pos x="27" y="6"/>
                </a:cxn>
                <a:cxn ang="0">
                  <a:pos x="24" y="15"/>
                </a:cxn>
                <a:cxn ang="0">
                  <a:pos x="26" y="20"/>
                </a:cxn>
                <a:cxn ang="0">
                  <a:pos x="18" y="30"/>
                </a:cxn>
                <a:cxn ang="0">
                  <a:pos x="12" y="28"/>
                </a:cxn>
                <a:cxn ang="0">
                  <a:pos x="3" y="32"/>
                </a:cxn>
                <a:cxn ang="0">
                  <a:pos x="1" y="39"/>
                </a:cxn>
                <a:cxn ang="0">
                  <a:pos x="1" y="44"/>
                </a:cxn>
                <a:cxn ang="0">
                  <a:pos x="5" y="48"/>
                </a:cxn>
                <a:cxn ang="0">
                  <a:pos x="10" y="50"/>
                </a:cxn>
                <a:cxn ang="0">
                  <a:pos x="11" y="62"/>
                </a:cxn>
                <a:cxn ang="0">
                  <a:pos x="5" y="65"/>
                </a:cxn>
                <a:cxn ang="0">
                  <a:pos x="2" y="74"/>
                </a:cxn>
                <a:cxn ang="0">
                  <a:pos x="5" y="81"/>
                </a:cxn>
                <a:cxn ang="0">
                  <a:pos x="14" y="84"/>
                </a:cxn>
                <a:cxn ang="0">
                  <a:pos x="20" y="82"/>
                </a:cxn>
                <a:cxn ang="0">
                  <a:pos x="29" y="90"/>
                </a:cxn>
                <a:cxn ang="0">
                  <a:pos x="27" y="96"/>
                </a:cxn>
                <a:cxn ang="0">
                  <a:pos x="27" y="101"/>
                </a:cxn>
                <a:cxn ang="0">
                  <a:pos x="31" y="105"/>
                </a:cxn>
                <a:cxn ang="0">
                  <a:pos x="38" y="107"/>
                </a:cxn>
                <a:cxn ang="0">
                  <a:pos x="43" y="107"/>
                </a:cxn>
                <a:cxn ang="0">
                  <a:pos x="47" y="103"/>
                </a:cxn>
                <a:cxn ang="0">
                  <a:pos x="49" y="98"/>
                </a:cxn>
                <a:cxn ang="0">
                  <a:pos x="62" y="97"/>
                </a:cxn>
                <a:cxn ang="0">
                  <a:pos x="64" y="103"/>
                </a:cxn>
                <a:cxn ang="0">
                  <a:pos x="73" y="106"/>
                </a:cxn>
                <a:cxn ang="0">
                  <a:pos x="80" y="103"/>
                </a:cxn>
                <a:cxn ang="0">
                  <a:pos x="84" y="94"/>
                </a:cxn>
                <a:cxn ang="0">
                  <a:pos x="81" y="88"/>
                </a:cxn>
                <a:cxn ang="0">
                  <a:pos x="90" y="79"/>
                </a:cxn>
                <a:cxn ang="0">
                  <a:pos x="95" y="81"/>
                </a:cxn>
                <a:cxn ang="0">
                  <a:pos x="101" y="81"/>
                </a:cxn>
                <a:cxn ang="0">
                  <a:pos x="104" y="77"/>
                </a:cxn>
                <a:cxn ang="0">
                  <a:pos x="107" y="70"/>
                </a:cxn>
                <a:cxn ang="0">
                  <a:pos x="103" y="61"/>
                </a:cxn>
                <a:cxn ang="0">
                  <a:pos x="65" y="79"/>
                </a:cxn>
                <a:cxn ang="0">
                  <a:pos x="54" y="81"/>
                </a:cxn>
                <a:cxn ang="0">
                  <a:pos x="29" y="66"/>
                </a:cxn>
                <a:cxn ang="0">
                  <a:pos x="42" y="30"/>
                </a:cxn>
                <a:cxn ang="0">
                  <a:pos x="54" y="27"/>
                </a:cxn>
                <a:cxn ang="0">
                  <a:pos x="78" y="43"/>
                </a:cxn>
                <a:cxn ang="0">
                  <a:pos x="65" y="79"/>
                </a:cxn>
                <a:cxn ang="0">
                  <a:pos x="65" y="79"/>
                </a:cxn>
                <a:cxn ang="0">
                  <a:pos x="65" y="79"/>
                </a:cxn>
              </a:cxnLst>
              <a:rect l="0" t="0" r="r" b="b"/>
              <a:pathLst>
                <a:path w="108" h="108">
                  <a:moveTo>
                    <a:pt x="103" y="61"/>
                  </a:moveTo>
                  <a:cubicBezTo>
                    <a:pt x="97" y="59"/>
                    <a:pt x="97" y="59"/>
                    <a:pt x="97" y="59"/>
                  </a:cubicBezTo>
                  <a:cubicBezTo>
                    <a:pt x="98" y="55"/>
                    <a:pt x="97" y="51"/>
                    <a:pt x="97" y="46"/>
                  </a:cubicBezTo>
                  <a:cubicBezTo>
                    <a:pt x="102" y="44"/>
                    <a:pt x="102" y="44"/>
                    <a:pt x="102" y="44"/>
                  </a:cubicBezTo>
                  <a:cubicBezTo>
                    <a:pt x="106" y="42"/>
                    <a:pt x="107" y="38"/>
                    <a:pt x="105" y="35"/>
                  </a:cubicBezTo>
                  <a:cubicBezTo>
                    <a:pt x="102" y="28"/>
                    <a:pt x="102" y="28"/>
                    <a:pt x="102" y="28"/>
                  </a:cubicBezTo>
                  <a:cubicBezTo>
                    <a:pt x="101" y="24"/>
                    <a:pt x="97" y="23"/>
                    <a:pt x="93" y="24"/>
                  </a:cubicBezTo>
                  <a:cubicBezTo>
                    <a:pt x="88" y="27"/>
                    <a:pt x="88" y="27"/>
                    <a:pt x="88" y="27"/>
                  </a:cubicBezTo>
                  <a:cubicBezTo>
                    <a:pt x="85" y="24"/>
                    <a:pt x="82" y="21"/>
                    <a:pt x="78" y="18"/>
                  </a:cubicBezTo>
                  <a:cubicBezTo>
                    <a:pt x="81" y="13"/>
                    <a:pt x="81" y="13"/>
                    <a:pt x="81" y="13"/>
                  </a:cubicBezTo>
                  <a:cubicBezTo>
                    <a:pt x="82" y="9"/>
                    <a:pt x="80" y="5"/>
                    <a:pt x="76" y="4"/>
                  </a:cubicBezTo>
                  <a:cubicBezTo>
                    <a:pt x="69" y="1"/>
                    <a:pt x="69" y="1"/>
                    <a:pt x="69" y="1"/>
                  </a:cubicBezTo>
                  <a:cubicBezTo>
                    <a:pt x="66" y="0"/>
                    <a:pt x="62" y="2"/>
                    <a:pt x="60" y="5"/>
                  </a:cubicBezTo>
                  <a:cubicBezTo>
                    <a:pt x="58" y="11"/>
                    <a:pt x="58" y="11"/>
                    <a:pt x="58" y="11"/>
                  </a:cubicBezTo>
                  <a:cubicBezTo>
                    <a:pt x="54" y="10"/>
                    <a:pt x="50" y="11"/>
                    <a:pt x="46" y="11"/>
                  </a:cubicBezTo>
                  <a:cubicBezTo>
                    <a:pt x="43" y="6"/>
                    <a:pt x="43" y="6"/>
                    <a:pt x="43" y="6"/>
                  </a:cubicBezTo>
                  <a:cubicBezTo>
                    <a:pt x="42" y="2"/>
                    <a:pt x="38" y="1"/>
                    <a:pt x="34" y="3"/>
                  </a:cubicBezTo>
                  <a:cubicBezTo>
                    <a:pt x="27" y="6"/>
                    <a:pt x="27" y="6"/>
                    <a:pt x="27" y="6"/>
                  </a:cubicBezTo>
                  <a:cubicBezTo>
                    <a:pt x="24" y="7"/>
                    <a:pt x="22" y="11"/>
                    <a:pt x="24" y="15"/>
                  </a:cubicBezTo>
                  <a:cubicBezTo>
                    <a:pt x="26" y="20"/>
                    <a:pt x="26" y="20"/>
                    <a:pt x="26" y="20"/>
                  </a:cubicBezTo>
                  <a:cubicBezTo>
                    <a:pt x="23" y="23"/>
                    <a:pt x="20" y="26"/>
                    <a:pt x="18" y="30"/>
                  </a:cubicBezTo>
                  <a:cubicBezTo>
                    <a:pt x="12" y="28"/>
                    <a:pt x="12" y="28"/>
                    <a:pt x="12" y="28"/>
                  </a:cubicBezTo>
                  <a:cubicBezTo>
                    <a:pt x="9" y="26"/>
                    <a:pt x="4" y="28"/>
                    <a:pt x="3" y="32"/>
                  </a:cubicBezTo>
                  <a:cubicBezTo>
                    <a:pt x="1" y="39"/>
                    <a:pt x="1" y="39"/>
                    <a:pt x="1" y="39"/>
                  </a:cubicBezTo>
                  <a:cubicBezTo>
                    <a:pt x="0" y="41"/>
                    <a:pt x="0" y="42"/>
                    <a:pt x="1" y="44"/>
                  </a:cubicBezTo>
                  <a:cubicBezTo>
                    <a:pt x="2" y="46"/>
                    <a:pt x="3" y="47"/>
                    <a:pt x="5" y="48"/>
                  </a:cubicBezTo>
                  <a:cubicBezTo>
                    <a:pt x="10" y="50"/>
                    <a:pt x="10" y="50"/>
                    <a:pt x="10" y="50"/>
                  </a:cubicBezTo>
                  <a:cubicBezTo>
                    <a:pt x="10" y="54"/>
                    <a:pt x="10" y="58"/>
                    <a:pt x="11" y="62"/>
                  </a:cubicBezTo>
                  <a:cubicBezTo>
                    <a:pt x="5" y="65"/>
                    <a:pt x="5" y="65"/>
                    <a:pt x="5" y="65"/>
                  </a:cubicBezTo>
                  <a:cubicBezTo>
                    <a:pt x="2" y="66"/>
                    <a:pt x="0" y="71"/>
                    <a:pt x="2" y="74"/>
                  </a:cubicBezTo>
                  <a:cubicBezTo>
                    <a:pt x="5" y="81"/>
                    <a:pt x="5" y="81"/>
                    <a:pt x="5" y="81"/>
                  </a:cubicBezTo>
                  <a:cubicBezTo>
                    <a:pt x="7" y="84"/>
                    <a:pt x="11" y="86"/>
                    <a:pt x="14" y="84"/>
                  </a:cubicBezTo>
                  <a:cubicBezTo>
                    <a:pt x="20" y="82"/>
                    <a:pt x="20" y="82"/>
                    <a:pt x="20" y="82"/>
                  </a:cubicBezTo>
                  <a:cubicBezTo>
                    <a:pt x="22" y="85"/>
                    <a:pt x="26" y="88"/>
                    <a:pt x="29" y="90"/>
                  </a:cubicBezTo>
                  <a:cubicBezTo>
                    <a:pt x="27" y="96"/>
                    <a:pt x="27" y="96"/>
                    <a:pt x="27" y="96"/>
                  </a:cubicBezTo>
                  <a:cubicBezTo>
                    <a:pt x="26" y="98"/>
                    <a:pt x="26" y="100"/>
                    <a:pt x="27" y="101"/>
                  </a:cubicBezTo>
                  <a:cubicBezTo>
                    <a:pt x="28" y="103"/>
                    <a:pt x="29" y="104"/>
                    <a:pt x="31" y="105"/>
                  </a:cubicBezTo>
                  <a:cubicBezTo>
                    <a:pt x="38" y="107"/>
                    <a:pt x="38" y="107"/>
                    <a:pt x="38" y="107"/>
                  </a:cubicBezTo>
                  <a:cubicBezTo>
                    <a:pt x="40" y="108"/>
                    <a:pt x="42" y="108"/>
                    <a:pt x="43" y="107"/>
                  </a:cubicBezTo>
                  <a:cubicBezTo>
                    <a:pt x="45" y="107"/>
                    <a:pt x="46" y="105"/>
                    <a:pt x="47" y="103"/>
                  </a:cubicBezTo>
                  <a:cubicBezTo>
                    <a:pt x="49" y="98"/>
                    <a:pt x="49" y="98"/>
                    <a:pt x="49" y="98"/>
                  </a:cubicBezTo>
                  <a:cubicBezTo>
                    <a:pt x="53" y="98"/>
                    <a:pt x="57" y="98"/>
                    <a:pt x="62" y="97"/>
                  </a:cubicBezTo>
                  <a:cubicBezTo>
                    <a:pt x="64" y="103"/>
                    <a:pt x="64" y="103"/>
                    <a:pt x="64" y="103"/>
                  </a:cubicBezTo>
                  <a:cubicBezTo>
                    <a:pt x="66" y="106"/>
                    <a:pt x="70" y="108"/>
                    <a:pt x="73" y="106"/>
                  </a:cubicBezTo>
                  <a:cubicBezTo>
                    <a:pt x="80" y="103"/>
                    <a:pt x="80" y="103"/>
                    <a:pt x="80" y="103"/>
                  </a:cubicBezTo>
                  <a:cubicBezTo>
                    <a:pt x="84" y="101"/>
                    <a:pt x="85" y="97"/>
                    <a:pt x="84" y="94"/>
                  </a:cubicBezTo>
                  <a:cubicBezTo>
                    <a:pt x="81" y="88"/>
                    <a:pt x="81" y="88"/>
                    <a:pt x="81" y="88"/>
                  </a:cubicBezTo>
                  <a:cubicBezTo>
                    <a:pt x="84" y="86"/>
                    <a:pt x="87" y="82"/>
                    <a:pt x="90" y="79"/>
                  </a:cubicBezTo>
                  <a:cubicBezTo>
                    <a:pt x="95" y="81"/>
                    <a:pt x="95" y="81"/>
                    <a:pt x="95" y="81"/>
                  </a:cubicBezTo>
                  <a:cubicBezTo>
                    <a:pt x="97" y="82"/>
                    <a:pt x="99" y="82"/>
                    <a:pt x="101" y="81"/>
                  </a:cubicBezTo>
                  <a:cubicBezTo>
                    <a:pt x="102" y="80"/>
                    <a:pt x="104" y="79"/>
                    <a:pt x="104" y="77"/>
                  </a:cubicBezTo>
                  <a:cubicBezTo>
                    <a:pt x="107" y="70"/>
                    <a:pt x="107" y="70"/>
                    <a:pt x="107" y="70"/>
                  </a:cubicBezTo>
                  <a:cubicBezTo>
                    <a:pt x="108" y="66"/>
                    <a:pt x="106" y="62"/>
                    <a:pt x="103" y="61"/>
                  </a:cubicBezTo>
                  <a:close/>
                  <a:moveTo>
                    <a:pt x="65" y="79"/>
                  </a:moveTo>
                  <a:cubicBezTo>
                    <a:pt x="61" y="81"/>
                    <a:pt x="58" y="81"/>
                    <a:pt x="54" y="81"/>
                  </a:cubicBezTo>
                  <a:cubicBezTo>
                    <a:pt x="43" y="81"/>
                    <a:pt x="33" y="75"/>
                    <a:pt x="29" y="66"/>
                  </a:cubicBezTo>
                  <a:cubicBezTo>
                    <a:pt x="23" y="52"/>
                    <a:pt x="29" y="36"/>
                    <a:pt x="42" y="30"/>
                  </a:cubicBezTo>
                  <a:cubicBezTo>
                    <a:pt x="46" y="28"/>
                    <a:pt x="50" y="27"/>
                    <a:pt x="54" y="27"/>
                  </a:cubicBezTo>
                  <a:cubicBezTo>
                    <a:pt x="64" y="27"/>
                    <a:pt x="74" y="33"/>
                    <a:pt x="78" y="43"/>
                  </a:cubicBezTo>
                  <a:cubicBezTo>
                    <a:pt x="85" y="57"/>
                    <a:pt x="79" y="73"/>
                    <a:pt x="65" y="79"/>
                  </a:cubicBezTo>
                  <a:close/>
                  <a:moveTo>
                    <a:pt x="65" y="79"/>
                  </a:moveTo>
                  <a:cubicBezTo>
                    <a:pt x="65" y="79"/>
                    <a:pt x="65" y="79"/>
                    <a:pt x="65" y="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1" name="Group 139"/>
          <p:cNvGrpSpPr/>
          <p:nvPr/>
        </p:nvGrpSpPr>
        <p:grpSpPr>
          <a:xfrm>
            <a:off x="6041674" y="3228219"/>
            <a:ext cx="710377" cy="784453"/>
            <a:chOff x="4425950" y="3640138"/>
            <a:chExt cx="593725" cy="655637"/>
          </a:xfrm>
          <a:solidFill>
            <a:schemeClr val="accent4"/>
          </a:solidFill>
        </p:grpSpPr>
        <p:sp>
          <p:nvSpPr>
            <p:cNvPr id="141" name="Freeform 23"/>
            <p:cNvSpPr>
              <a:spLocks noEditPoints="1"/>
            </p:cNvSpPr>
            <p:nvPr/>
          </p:nvSpPr>
          <p:spPr bwMode="auto">
            <a:xfrm>
              <a:off x="4495800" y="3640138"/>
              <a:ext cx="141288" cy="141287"/>
            </a:xfrm>
            <a:custGeom>
              <a:avLst/>
              <a:gdLst/>
              <a:ahLst/>
              <a:cxnLst>
                <a:cxn ang="0">
                  <a:pos x="85" y="42"/>
                </a:cxn>
                <a:cxn ang="0">
                  <a:pos x="43" y="85"/>
                </a:cxn>
                <a:cxn ang="0">
                  <a:pos x="0" y="42"/>
                </a:cxn>
                <a:cxn ang="0">
                  <a:pos x="43" y="0"/>
                </a:cxn>
                <a:cxn ang="0">
                  <a:pos x="85" y="42"/>
                </a:cxn>
                <a:cxn ang="0">
                  <a:pos x="85" y="42"/>
                </a:cxn>
                <a:cxn ang="0">
                  <a:pos x="85" y="42"/>
                </a:cxn>
              </a:cxnLst>
              <a:rect l="0" t="0" r="r" b="b"/>
              <a:pathLst>
                <a:path w="85" h="85">
                  <a:moveTo>
                    <a:pt x="85" y="42"/>
                  </a:moveTo>
                  <a:cubicBezTo>
                    <a:pt x="85" y="66"/>
                    <a:pt x="66" y="85"/>
                    <a:pt x="43" y="85"/>
                  </a:cubicBezTo>
                  <a:cubicBezTo>
                    <a:pt x="19" y="85"/>
                    <a:pt x="0" y="66"/>
                    <a:pt x="0" y="42"/>
                  </a:cubicBezTo>
                  <a:cubicBezTo>
                    <a:pt x="0" y="19"/>
                    <a:pt x="19" y="0"/>
                    <a:pt x="43" y="0"/>
                  </a:cubicBezTo>
                  <a:cubicBezTo>
                    <a:pt x="66" y="0"/>
                    <a:pt x="85" y="19"/>
                    <a:pt x="85" y="42"/>
                  </a:cubicBezTo>
                  <a:close/>
                  <a:moveTo>
                    <a:pt x="85" y="42"/>
                  </a:moveTo>
                  <a:cubicBezTo>
                    <a:pt x="85" y="42"/>
                    <a:pt x="85" y="42"/>
                    <a:pt x="85"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24"/>
            <p:cNvSpPr>
              <a:spLocks noEditPoints="1"/>
            </p:cNvSpPr>
            <p:nvPr/>
          </p:nvSpPr>
          <p:spPr bwMode="auto">
            <a:xfrm>
              <a:off x="4727575" y="3640138"/>
              <a:ext cx="141288" cy="141287"/>
            </a:xfrm>
            <a:custGeom>
              <a:avLst/>
              <a:gdLst/>
              <a:ahLst/>
              <a:cxnLst>
                <a:cxn ang="0">
                  <a:pos x="85" y="42"/>
                </a:cxn>
                <a:cxn ang="0">
                  <a:pos x="43" y="85"/>
                </a:cxn>
                <a:cxn ang="0">
                  <a:pos x="0" y="42"/>
                </a:cxn>
                <a:cxn ang="0">
                  <a:pos x="43" y="0"/>
                </a:cxn>
                <a:cxn ang="0">
                  <a:pos x="85" y="42"/>
                </a:cxn>
                <a:cxn ang="0">
                  <a:pos x="85" y="42"/>
                </a:cxn>
                <a:cxn ang="0">
                  <a:pos x="85" y="42"/>
                </a:cxn>
              </a:cxnLst>
              <a:rect l="0" t="0" r="r" b="b"/>
              <a:pathLst>
                <a:path w="85" h="85">
                  <a:moveTo>
                    <a:pt x="85" y="42"/>
                  </a:moveTo>
                  <a:cubicBezTo>
                    <a:pt x="85" y="66"/>
                    <a:pt x="66" y="85"/>
                    <a:pt x="43" y="85"/>
                  </a:cubicBezTo>
                  <a:cubicBezTo>
                    <a:pt x="19" y="85"/>
                    <a:pt x="0" y="66"/>
                    <a:pt x="0" y="42"/>
                  </a:cubicBezTo>
                  <a:cubicBezTo>
                    <a:pt x="0" y="19"/>
                    <a:pt x="19" y="0"/>
                    <a:pt x="43" y="0"/>
                  </a:cubicBezTo>
                  <a:cubicBezTo>
                    <a:pt x="66" y="0"/>
                    <a:pt x="85" y="19"/>
                    <a:pt x="85" y="42"/>
                  </a:cubicBezTo>
                  <a:close/>
                  <a:moveTo>
                    <a:pt x="85" y="42"/>
                  </a:moveTo>
                  <a:cubicBezTo>
                    <a:pt x="85" y="42"/>
                    <a:pt x="85" y="42"/>
                    <a:pt x="85"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25"/>
            <p:cNvSpPr>
              <a:spLocks noEditPoints="1"/>
            </p:cNvSpPr>
            <p:nvPr/>
          </p:nvSpPr>
          <p:spPr bwMode="auto">
            <a:xfrm>
              <a:off x="4843463" y="4206875"/>
              <a:ext cx="73025" cy="88900"/>
            </a:xfrm>
            <a:custGeom>
              <a:avLst/>
              <a:gdLst/>
              <a:ahLst/>
              <a:cxnLst>
                <a:cxn ang="0">
                  <a:pos x="0" y="0"/>
                </a:cxn>
                <a:cxn ang="0">
                  <a:pos x="0" y="30"/>
                </a:cxn>
                <a:cxn ang="0">
                  <a:pos x="22" y="53"/>
                </a:cxn>
                <a:cxn ang="0">
                  <a:pos x="22" y="53"/>
                </a:cxn>
                <a:cxn ang="0">
                  <a:pos x="44" y="30"/>
                </a:cxn>
                <a:cxn ang="0">
                  <a:pos x="44" y="0"/>
                </a:cxn>
                <a:cxn ang="0">
                  <a:pos x="0" y="0"/>
                </a:cxn>
                <a:cxn ang="0">
                  <a:pos x="0" y="0"/>
                </a:cxn>
                <a:cxn ang="0">
                  <a:pos x="0" y="0"/>
                </a:cxn>
              </a:cxnLst>
              <a:rect l="0" t="0" r="r" b="b"/>
              <a:pathLst>
                <a:path w="44" h="53">
                  <a:moveTo>
                    <a:pt x="0" y="0"/>
                  </a:moveTo>
                  <a:cubicBezTo>
                    <a:pt x="0" y="30"/>
                    <a:pt x="0" y="30"/>
                    <a:pt x="0" y="30"/>
                  </a:cubicBezTo>
                  <a:cubicBezTo>
                    <a:pt x="0" y="43"/>
                    <a:pt x="10" y="53"/>
                    <a:pt x="22" y="53"/>
                  </a:cubicBezTo>
                  <a:cubicBezTo>
                    <a:pt x="22" y="53"/>
                    <a:pt x="22" y="53"/>
                    <a:pt x="22" y="53"/>
                  </a:cubicBezTo>
                  <a:cubicBezTo>
                    <a:pt x="34" y="53"/>
                    <a:pt x="44" y="43"/>
                    <a:pt x="44" y="30"/>
                  </a:cubicBezTo>
                  <a:cubicBezTo>
                    <a:pt x="44" y="0"/>
                    <a:pt x="44" y="0"/>
                    <a:pt x="44" y="0"/>
                  </a:cubicBezTo>
                  <a:lnTo>
                    <a:pt x="0" y="0"/>
                  </a:lnTo>
                  <a:close/>
                  <a:moveTo>
                    <a:pt x="0" y="0"/>
                  </a:moveTo>
                  <a:cubicBezTo>
                    <a:pt x="0" y="0"/>
                    <a:pt x="0"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26"/>
            <p:cNvSpPr>
              <a:spLocks noEditPoints="1"/>
            </p:cNvSpPr>
            <p:nvPr/>
          </p:nvSpPr>
          <p:spPr bwMode="auto">
            <a:xfrm>
              <a:off x="4425950" y="3776663"/>
              <a:ext cx="593725" cy="519112"/>
            </a:xfrm>
            <a:custGeom>
              <a:avLst/>
              <a:gdLst/>
              <a:ahLst/>
              <a:cxnLst>
                <a:cxn ang="0">
                  <a:pos x="327" y="159"/>
                </a:cxn>
                <a:cxn ang="0">
                  <a:pos x="312" y="142"/>
                </a:cxn>
                <a:cxn ang="0">
                  <a:pos x="312" y="138"/>
                </a:cxn>
                <a:cxn ang="0">
                  <a:pos x="284" y="26"/>
                </a:cxn>
                <a:cxn ang="0">
                  <a:pos x="254" y="0"/>
                </a:cxn>
                <a:cxn ang="0">
                  <a:pos x="254" y="0"/>
                </a:cxn>
                <a:cxn ang="0">
                  <a:pos x="244" y="1"/>
                </a:cxn>
                <a:cxn ang="0">
                  <a:pos x="235" y="4"/>
                </a:cxn>
                <a:cxn ang="0">
                  <a:pos x="213" y="34"/>
                </a:cxn>
                <a:cxn ang="0">
                  <a:pos x="212" y="35"/>
                </a:cxn>
                <a:cxn ang="0">
                  <a:pos x="201" y="74"/>
                </a:cxn>
                <a:cxn ang="0">
                  <a:pos x="154" y="82"/>
                </a:cxn>
                <a:cxn ang="0">
                  <a:pos x="140" y="90"/>
                </a:cxn>
                <a:cxn ang="0">
                  <a:pos x="111" y="77"/>
                </a:cxn>
                <a:cxn ang="0">
                  <a:pos x="99" y="35"/>
                </a:cxn>
                <a:cxn ang="0">
                  <a:pos x="99" y="34"/>
                </a:cxn>
                <a:cxn ang="0">
                  <a:pos x="76" y="4"/>
                </a:cxn>
                <a:cxn ang="0">
                  <a:pos x="68" y="1"/>
                </a:cxn>
                <a:cxn ang="0">
                  <a:pos x="58" y="0"/>
                </a:cxn>
                <a:cxn ang="0">
                  <a:pos x="58" y="0"/>
                </a:cxn>
                <a:cxn ang="0">
                  <a:pos x="22" y="26"/>
                </a:cxn>
                <a:cxn ang="0">
                  <a:pos x="3" y="117"/>
                </a:cxn>
                <a:cxn ang="0">
                  <a:pos x="14" y="148"/>
                </a:cxn>
                <a:cxn ang="0">
                  <a:pos x="14" y="289"/>
                </a:cxn>
                <a:cxn ang="0">
                  <a:pos x="37" y="312"/>
                </a:cxn>
                <a:cxn ang="0">
                  <a:pos x="59" y="289"/>
                </a:cxn>
                <a:cxn ang="0">
                  <a:pos x="59" y="156"/>
                </a:cxn>
                <a:cxn ang="0">
                  <a:pos x="79" y="134"/>
                </a:cxn>
                <a:cxn ang="0">
                  <a:pos x="86" y="99"/>
                </a:cxn>
                <a:cxn ang="0">
                  <a:pos x="152" y="125"/>
                </a:cxn>
                <a:cxn ang="0">
                  <a:pos x="154" y="126"/>
                </a:cxn>
                <a:cxn ang="0">
                  <a:pos x="170" y="115"/>
                </a:cxn>
                <a:cxn ang="0">
                  <a:pos x="225" y="96"/>
                </a:cxn>
                <a:cxn ang="0">
                  <a:pos x="233" y="134"/>
                </a:cxn>
                <a:cxn ang="0">
                  <a:pos x="249" y="154"/>
                </a:cxn>
                <a:cxn ang="0">
                  <a:pos x="260" y="154"/>
                </a:cxn>
                <a:cxn ang="0">
                  <a:pos x="273" y="139"/>
                </a:cxn>
                <a:cxn ang="0">
                  <a:pos x="253" y="71"/>
                </a:cxn>
                <a:cxn ang="0">
                  <a:pos x="258" y="68"/>
                </a:cxn>
                <a:cxn ang="0">
                  <a:pos x="279" y="142"/>
                </a:cxn>
                <a:cxn ang="0">
                  <a:pos x="264" y="159"/>
                </a:cxn>
                <a:cxn ang="0">
                  <a:pos x="232" y="159"/>
                </a:cxn>
                <a:cxn ang="0">
                  <a:pos x="232" y="253"/>
                </a:cxn>
                <a:cxn ang="0">
                  <a:pos x="359" y="253"/>
                </a:cxn>
                <a:cxn ang="0">
                  <a:pos x="359" y="159"/>
                </a:cxn>
                <a:cxn ang="0">
                  <a:pos x="327" y="159"/>
                </a:cxn>
                <a:cxn ang="0">
                  <a:pos x="275" y="159"/>
                </a:cxn>
                <a:cxn ang="0">
                  <a:pos x="284" y="152"/>
                </a:cxn>
                <a:cxn ang="0">
                  <a:pos x="296" y="157"/>
                </a:cxn>
                <a:cxn ang="0">
                  <a:pos x="299" y="157"/>
                </a:cxn>
                <a:cxn ang="0">
                  <a:pos x="308" y="152"/>
                </a:cxn>
                <a:cxn ang="0">
                  <a:pos x="316" y="159"/>
                </a:cxn>
                <a:cxn ang="0">
                  <a:pos x="275" y="159"/>
                </a:cxn>
                <a:cxn ang="0">
                  <a:pos x="275" y="159"/>
                </a:cxn>
                <a:cxn ang="0">
                  <a:pos x="275" y="159"/>
                </a:cxn>
              </a:cxnLst>
              <a:rect l="0" t="0" r="r" b="b"/>
              <a:pathLst>
                <a:path w="359" h="312">
                  <a:moveTo>
                    <a:pt x="327" y="159"/>
                  </a:moveTo>
                  <a:cubicBezTo>
                    <a:pt x="326" y="151"/>
                    <a:pt x="320" y="144"/>
                    <a:pt x="312" y="142"/>
                  </a:cubicBezTo>
                  <a:cubicBezTo>
                    <a:pt x="312" y="140"/>
                    <a:pt x="312" y="139"/>
                    <a:pt x="312" y="138"/>
                  </a:cubicBezTo>
                  <a:cubicBezTo>
                    <a:pt x="310" y="127"/>
                    <a:pt x="284" y="26"/>
                    <a:pt x="284" y="26"/>
                  </a:cubicBezTo>
                  <a:cubicBezTo>
                    <a:pt x="280" y="9"/>
                    <a:pt x="269" y="1"/>
                    <a:pt x="254" y="0"/>
                  </a:cubicBezTo>
                  <a:cubicBezTo>
                    <a:pt x="254" y="0"/>
                    <a:pt x="254" y="0"/>
                    <a:pt x="254" y="0"/>
                  </a:cubicBezTo>
                  <a:cubicBezTo>
                    <a:pt x="254" y="0"/>
                    <a:pt x="249" y="0"/>
                    <a:pt x="244" y="1"/>
                  </a:cubicBezTo>
                  <a:cubicBezTo>
                    <a:pt x="239" y="2"/>
                    <a:pt x="235" y="4"/>
                    <a:pt x="235" y="4"/>
                  </a:cubicBezTo>
                  <a:cubicBezTo>
                    <a:pt x="225" y="10"/>
                    <a:pt x="214" y="20"/>
                    <a:pt x="213" y="34"/>
                  </a:cubicBezTo>
                  <a:cubicBezTo>
                    <a:pt x="213" y="34"/>
                    <a:pt x="213" y="35"/>
                    <a:pt x="212" y="35"/>
                  </a:cubicBezTo>
                  <a:cubicBezTo>
                    <a:pt x="210" y="56"/>
                    <a:pt x="207" y="68"/>
                    <a:pt x="201" y="74"/>
                  </a:cubicBezTo>
                  <a:cubicBezTo>
                    <a:pt x="194" y="80"/>
                    <a:pt x="180" y="82"/>
                    <a:pt x="154" y="82"/>
                  </a:cubicBezTo>
                  <a:cubicBezTo>
                    <a:pt x="148" y="82"/>
                    <a:pt x="143" y="85"/>
                    <a:pt x="140" y="90"/>
                  </a:cubicBezTo>
                  <a:cubicBezTo>
                    <a:pt x="125" y="87"/>
                    <a:pt x="116" y="83"/>
                    <a:pt x="111" y="77"/>
                  </a:cubicBezTo>
                  <a:cubicBezTo>
                    <a:pt x="105" y="70"/>
                    <a:pt x="102" y="57"/>
                    <a:pt x="99" y="35"/>
                  </a:cubicBezTo>
                  <a:cubicBezTo>
                    <a:pt x="99" y="35"/>
                    <a:pt x="99" y="34"/>
                    <a:pt x="99" y="34"/>
                  </a:cubicBezTo>
                  <a:cubicBezTo>
                    <a:pt x="98" y="20"/>
                    <a:pt x="87" y="10"/>
                    <a:pt x="76" y="4"/>
                  </a:cubicBezTo>
                  <a:cubicBezTo>
                    <a:pt x="76" y="4"/>
                    <a:pt x="72" y="2"/>
                    <a:pt x="68" y="1"/>
                  </a:cubicBezTo>
                  <a:cubicBezTo>
                    <a:pt x="63" y="0"/>
                    <a:pt x="58" y="0"/>
                    <a:pt x="58" y="0"/>
                  </a:cubicBezTo>
                  <a:cubicBezTo>
                    <a:pt x="58" y="0"/>
                    <a:pt x="58" y="0"/>
                    <a:pt x="58" y="0"/>
                  </a:cubicBezTo>
                  <a:cubicBezTo>
                    <a:pt x="43" y="1"/>
                    <a:pt x="26" y="9"/>
                    <a:pt x="22" y="26"/>
                  </a:cubicBezTo>
                  <a:cubicBezTo>
                    <a:pt x="3" y="117"/>
                    <a:pt x="3" y="117"/>
                    <a:pt x="3" y="117"/>
                  </a:cubicBezTo>
                  <a:cubicBezTo>
                    <a:pt x="0" y="130"/>
                    <a:pt x="6" y="141"/>
                    <a:pt x="14" y="148"/>
                  </a:cubicBezTo>
                  <a:cubicBezTo>
                    <a:pt x="14" y="289"/>
                    <a:pt x="14" y="289"/>
                    <a:pt x="14" y="289"/>
                  </a:cubicBezTo>
                  <a:cubicBezTo>
                    <a:pt x="14" y="302"/>
                    <a:pt x="24" y="312"/>
                    <a:pt x="37" y="312"/>
                  </a:cubicBezTo>
                  <a:cubicBezTo>
                    <a:pt x="49" y="312"/>
                    <a:pt x="59" y="302"/>
                    <a:pt x="59" y="289"/>
                  </a:cubicBezTo>
                  <a:cubicBezTo>
                    <a:pt x="59" y="156"/>
                    <a:pt x="59" y="156"/>
                    <a:pt x="59" y="156"/>
                  </a:cubicBezTo>
                  <a:cubicBezTo>
                    <a:pt x="68" y="152"/>
                    <a:pt x="76" y="145"/>
                    <a:pt x="79" y="134"/>
                  </a:cubicBezTo>
                  <a:cubicBezTo>
                    <a:pt x="86" y="99"/>
                    <a:pt x="86" y="99"/>
                    <a:pt x="86" y="99"/>
                  </a:cubicBezTo>
                  <a:cubicBezTo>
                    <a:pt x="98" y="113"/>
                    <a:pt x="117" y="121"/>
                    <a:pt x="152" y="125"/>
                  </a:cubicBezTo>
                  <a:cubicBezTo>
                    <a:pt x="153" y="126"/>
                    <a:pt x="154" y="126"/>
                    <a:pt x="154" y="126"/>
                  </a:cubicBezTo>
                  <a:cubicBezTo>
                    <a:pt x="161" y="126"/>
                    <a:pt x="168" y="121"/>
                    <a:pt x="170" y="115"/>
                  </a:cubicBezTo>
                  <a:cubicBezTo>
                    <a:pt x="197" y="113"/>
                    <a:pt x="214" y="108"/>
                    <a:pt x="225" y="96"/>
                  </a:cubicBezTo>
                  <a:cubicBezTo>
                    <a:pt x="233" y="134"/>
                    <a:pt x="233" y="134"/>
                    <a:pt x="233" y="134"/>
                  </a:cubicBezTo>
                  <a:cubicBezTo>
                    <a:pt x="235" y="143"/>
                    <a:pt x="241" y="150"/>
                    <a:pt x="249" y="154"/>
                  </a:cubicBezTo>
                  <a:cubicBezTo>
                    <a:pt x="260" y="154"/>
                    <a:pt x="260" y="154"/>
                    <a:pt x="260" y="154"/>
                  </a:cubicBezTo>
                  <a:cubicBezTo>
                    <a:pt x="262" y="148"/>
                    <a:pt x="267" y="142"/>
                    <a:pt x="273" y="139"/>
                  </a:cubicBezTo>
                  <a:cubicBezTo>
                    <a:pt x="267" y="113"/>
                    <a:pt x="259" y="86"/>
                    <a:pt x="253" y="71"/>
                  </a:cubicBezTo>
                  <a:cubicBezTo>
                    <a:pt x="248" y="62"/>
                    <a:pt x="255" y="59"/>
                    <a:pt x="258" y="68"/>
                  </a:cubicBezTo>
                  <a:cubicBezTo>
                    <a:pt x="261" y="77"/>
                    <a:pt x="274" y="116"/>
                    <a:pt x="279" y="142"/>
                  </a:cubicBezTo>
                  <a:cubicBezTo>
                    <a:pt x="271" y="144"/>
                    <a:pt x="265" y="151"/>
                    <a:pt x="264" y="159"/>
                  </a:cubicBezTo>
                  <a:cubicBezTo>
                    <a:pt x="232" y="159"/>
                    <a:pt x="232" y="159"/>
                    <a:pt x="232" y="159"/>
                  </a:cubicBezTo>
                  <a:cubicBezTo>
                    <a:pt x="232" y="253"/>
                    <a:pt x="232" y="253"/>
                    <a:pt x="232" y="253"/>
                  </a:cubicBezTo>
                  <a:cubicBezTo>
                    <a:pt x="359" y="253"/>
                    <a:pt x="359" y="253"/>
                    <a:pt x="359" y="253"/>
                  </a:cubicBezTo>
                  <a:cubicBezTo>
                    <a:pt x="359" y="159"/>
                    <a:pt x="359" y="159"/>
                    <a:pt x="359" y="159"/>
                  </a:cubicBezTo>
                  <a:lnTo>
                    <a:pt x="327" y="159"/>
                  </a:lnTo>
                  <a:close/>
                  <a:moveTo>
                    <a:pt x="275" y="159"/>
                  </a:moveTo>
                  <a:cubicBezTo>
                    <a:pt x="277" y="155"/>
                    <a:pt x="280" y="153"/>
                    <a:pt x="284" y="152"/>
                  </a:cubicBezTo>
                  <a:cubicBezTo>
                    <a:pt x="287" y="155"/>
                    <a:pt x="291" y="157"/>
                    <a:pt x="296" y="157"/>
                  </a:cubicBezTo>
                  <a:cubicBezTo>
                    <a:pt x="297" y="157"/>
                    <a:pt x="298" y="157"/>
                    <a:pt x="299" y="157"/>
                  </a:cubicBezTo>
                  <a:cubicBezTo>
                    <a:pt x="302" y="156"/>
                    <a:pt x="305" y="154"/>
                    <a:pt x="308" y="152"/>
                  </a:cubicBezTo>
                  <a:cubicBezTo>
                    <a:pt x="312" y="153"/>
                    <a:pt x="315" y="155"/>
                    <a:pt x="316" y="159"/>
                  </a:cubicBezTo>
                  <a:lnTo>
                    <a:pt x="275" y="159"/>
                  </a:lnTo>
                  <a:close/>
                  <a:moveTo>
                    <a:pt x="275" y="159"/>
                  </a:moveTo>
                  <a:cubicBezTo>
                    <a:pt x="275" y="159"/>
                    <a:pt x="275" y="159"/>
                    <a:pt x="275" y="1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2" name="Group 144"/>
          <p:cNvGrpSpPr/>
          <p:nvPr/>
        </p:nvGrpSpPr>
        <p:grpSpPr>
          <a:xfrm>
            <a:off x="7383914" y="3234310"/>
            <a:ext cx="773058" cy="742668"/>
            <a:chOff x="5216525" y="3651250"/>
            <a:chExt cx="646113" cy="620713"/>
          </a:xfrm>
          <a:solidFill>
            <a:schemeClr val="accent5"/>
          </a:solidFill>
        </p:grpSpPr>
        <p:sp>
          <p:nvSpPr>
            <p:cNvPr id="146" name="Freeform 27"/>
            <p:cNvSpPr>
              <a:spLocks noEditPoints="1"/>
            </p:cNvSpPr>
            <p:nvPr/>
          </p:nvSpPr>
          <p:spPr bwMode="auto">
            <a:xfrm>
              <a:off x="5297488" y="3651250"/>
              <a:ext cx="144463" cy="146050"/>
            </a:xfrm>
            <a:custGeom>
              <a:avLst/>
              <a:gdLst/>
              <a:ahLst/>
              <a:cxnLst>
                <a:cxn ang="0">
                  <a:pos x="44" y="88"/>
                </a:cxn>
                <a:cxn ang="0">
                  <a:pos x="88" y="44"/>
                </a:cxn>
                <a:cxn ang="0">
                  <a:pos x="44" y="0"/>
                </a:cxn>
                <a:cxn ang="0">
                  <a:pos x="0" y="44"/>
                </a:cxn>
                <a:cxn ang="0">
                  <a:pos x="44" y="88"/>
                </a:cxn>
                <a:cxn ang="0">
                  <a:pos x="44" y="88"/>
                </a:cxn>
                <a:cxn ang="0">
                  <a:pos x="44" y="88"/>
                </a:cxn>
              </a:cxnLst>
              <a:rect l="0" t="0" r="r" b="b"/>
              <a:pathLst>
                <a:path w="88" h="88">
                  <a:moveTo>
                    <a:pt x="44" y="88"/>
                  </a:moveTo>
                  <a:cubicBezTo>
                    <a:pt x="68" y="88"/>
                    <a:pt x="88" y="68"/>
                    <a:pt x="88" y="44"/>
                  </a:cubicBezTo>
                  <a:cubicBezTo>
                    <a:pt x="88" y="20"/>
                    <a:pt x="68" y="0"/>
                    <a:pt x="44" y="0"/>
                  </a:cubicBezTo>
                  <a:cubicBezTo>
                    <a:pt x="20" y="0"/>
                    <a:pt x="0" y="20"/>
                    <a:pt x="0" y="44"/>
                  </a:cubicBezTo>
                  <a:cubicBezTo>
                    <a:pt x="0" y="68"/>
                    <a:pt x="20" y="88"/>
                    <a:pt x="44" y="88"/>
                  </a:cubicBezTo>
                  <a:close/>
                  <a:moveTo>
                    <a:pt x="44" y="88"/>
                  </a:moveTo>
                  <a:cubicBezTo>
                    <a:pt x="44" y="88"/>
                    <a:pt x="44" y="88"/>
                    <a:pt x="44" y="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28"/>
            <p:cNvSpPr>
              <a:spLocks noEditPoints="1"/>
            </p:cNvSpPr>
            <p:nvPr/>
          </p:nvSpPr>
          <p:spPr bwMode="auto">
            <a:xfrm>
              <a:off x="5286375" y="3798888"/>
              <a:ext cx="287338" cy="469900"/>
            </a:xfrm>
            <a:custGeom>
              <a:avLst/>
              <a:gdLst/>
              <a:ahLst/>
              <a:cxnLst>
                <a:cxn ang="0">
                  <a:pos x="135" y="143"/>
                </a:cxn>
                <a:cxn ang="0">
                  <a:pos x="115" y="125"/>
                </a:cxn>
                <a:cxn ang="0">
                  <a:pos x="115" y="125"/>
                </a:cxn>
                <a:cxn ang="0">
                  <a:pos x="81" y="126"/>
                </a:cxn>
                <a:cxn ang="0">
                  <a:pos x="81" y="78"/>
                </a:cxn>
                <a:cxn ang="0">
                  <a:pos x="123" y="94"/>
                </a:cxn>
                <a:cxn ang="0">
                  <a:pos x="159" y="86"/>
                </a:cxn>
                <a:cxn ang="0">
                  <a:pos x="169" y="64"/>
                </a:cxn>
                <a:cxn ang="0">
                  <a:pos x="147" y="55"/>
                </a:cxn>
                <a:cxn ang="0">
                  <a:pos x="76" y="19"/>
                </a:cxn>
                <a:cxn ang="0">
                  <a:pos x="76" y="19"/>
                </a:cxn>
                <a:cxn ang="0">
                  <a:pos x="50" y="1"/>
                </a:cxn>
                <a:cxn ang="0">
                  <a:pos x="41" y="0"/>
                </a:cxn>
                <a:cxn ang="0">
                  <a:pos x="31" y="1"/>
                </a:cxn>
                <a:cxn ang="0">
                  <a:pos x="31" y="1"/>
                </a:cxn>
                <a:cxn ang="0">
                  <a:pos x="0" y="35"/>
                </a:cxn>
                <a:cxn ang="0">
                  <a:pos x="0" y="132"/>
                </a:cxn>
                <a:cxn ang="0">
                  <a:pos x="40" y="166"/>
                </a:cxn>
                <a:cxn ang="0">
                  <a:pos x="44" y="166"/>
                </a:cxn>
                <a:cxn ang="0">
                  <a:pos x="98" y="166"/>
                </a:cxn>
                <a:cxn ang="0">
                  <a:pos x="109" y="265"/>
                </a:cxn>
                <a:cxn ang="0">
                  <a:pos x="129" y="283"/>
                </a:cxn>
                <a:cxn ang="0">
                  <a:pos x="131" y="283"/>
                </a:cxn>
                <a:cxn ang="0">
                  <a:pos x="149" y="261"/>
                </a:cxn>
                <a:cxn ang="0">
                  <a:pos x="135" y="143"/>
                </a:cxn>
                <a:cxn ang="0">
                  <a:pos x="135" y="143"/>
                </a:cxn>
                <a:cxn ang="0">
                  <a:pos x="135" y="143"/>
                </a:cxn>
              </a:cxnLst>
              <a:rect l="0" t="0" r="r" b="b"/>
              <a:pathLst>
                <a:path w="173" h="283">
                  <a:moveTo>
                    <a:pt x="135" y="143"/>
                  </a:moveTo>
                  <a:cubicBezTo>
                    <a:pt x="134" y="133"/>
                    <a:pt x="126" y="125"/>
                    <a:pt x="115" y="125"/>
                  </a:cubicBezTo>
                  <a:cubicBezTo>
                    <a:pt x="115" y="125"/>
                    <a:pt x="115" y="125"/>
                    <a:pt x="115" y="125"/>
                  </a:cubicBezTo>
                  <a:cubicBezTo>
                    <a:pt x="81" y="126"/>
                    <a:pt x="81" y="126"/>
                    <a:pt x="81" y="126"/>
                  </a:cubicBezTo>
                  <a:cubicBezTo>
                    <a:pt x="81" y="78"/>
                    <a:pt x="81" y="78"/>
                    <a:pt x="81" y="78"/>
                  </a:cubicBezTo>
                  <a:cubicBezTo>
                    <a:pt x="92" y="88"/>
                    <a:pt x="105" y="94"/>
                    <a:pt x="123" y="94"/>
                  </a:cubicBezTo>
                  <a:cubicBezTo>
                    <a:pt x="133" y="94"/>
                    <a:pt x="145" y="92"/>
                    <a:pt x="159" y="86"/>
                  </a:cubicBezTo>
                  <a:cubicBezTo>
                    <a:pt x="168" y="83"/>
                    <a:pt x="173" y="73"/>
                    <a:pt x="169" y="64"/>
                  </a:cubicBezTo>
                  <a:cubicBezTo>
                    <a:pt x="166" y="56"/>
                    <a:pt x="156" y="51"/>
                    <a:pt x="147" y="55"/>
                  </a:cubicBezTo>
                  <a:cubicBezTo>
                    <a:pt x="113" y="68"/>
                    <a:pt x="106" y="60"/>
                    <a:pt x="76" y="19"/>
                  </a:cubicBezTo>
                  <a:cubicBezTo>
                    <a:pt x="76" y="19"/>
                    <a:pt x="76" y="19"/>
                    <a:pt x="76" y="19"/>
                  </a:cubicBezTo>
                  <a:cubicBezTo>
                    <a:pt x="70" y="10"/>
                    <a:pt x="60" y="4"/>
                    <a:pt x="50" y="1"/>
                  </a:cubicBezTo>
                  <a:cubicBezTo>
                    <a:pt x="50" y="1"/>
                    <a:pt x="46" y="0"/>
                    <a:pt x="41" y="0"/>
                  </a:cubicBezTo>
                  <a:cubicBezTo>
                    <a:pt x="36" y="0"/>
                    <a:pt x="31" y="1"/>
                    <a:pt x="31" y="1"/>
                  </a:cubicBezTo>
                  <a:cubicBezTo>
                    <a:pt x="31" y="1"/>
                    <a:pt x="31" y="1"/>
                    <a:pt x="31" y="1"/>
                  </a:cubicBezTo>
                  <a:cubicBezTo>
                    <a:pt x="16" y="5"/>
                    <a:pt x="0" y="17"/>
                    <a:pt x="0" y="35"/>
                  </a:cubicBezTo>
                  <a:cubicBezTo>
                    <a:pt x="0" y="132"/>
                    <a:pt x="0" y="132"/>
                    <a:pt x="0" y="132"/>
                  </a:cubicBezTo>
                  <a:cubicBezTo>
                    <a:pt x="0" y="153"/>
                    <a:pt x="21" y="166"/>
                    <a:pt x="40" y="166"/>
                  </a:cubicBezTo>
                  <a:cubicBezTo>
                    <a:pt x="41" y="166"/>
                    <a:pt x="42" y="166"/>
                    <a:pt x="44" y="166"/>
                  </a:cubicBezTo>
                  <a:cubicBezTo>
                    <a:pt x="98" y="166"/>
                    <a:pt x="98" y="166"/>
                    <a:pt x="98" y="166"/>
                  </a:cubicBezTo>
                  <a:cubicBezTo>
                    <a:pt x="109" y="265"/>
                    <a:pt x="109" y="265"/>
                    <a:pt x="109" y="265"/>
                  </a:cubicBezTo>
                  <a:cubicBezTo>
                    <a:pt x="110" y="275"/>
                    <a:pt x="119" y="283"/>
                    <a:pt x="129" y="283"/>
                  </a:cubicBezTo>
                  <a:cubicBezTo>
                    <a:pt x="130" y="283"/>
                    <a:pt x="131" y="283"/>
                    <a:pt x="131" y="283"/>
                  </a:cubicBezTo>
                  <a:cubicBezTo>
                    <a:pt x="142" y="282"/>
                    <a:pt x="150" y="272"/>
                    <a:pt x="149" y="261"/>
                  </a:cubicBezTo>
                  <a:lnTo>
                    <a:pt x="135" y="143"/>
                  </a:lnTo>
                  <a:close/>
                  <a:moveTo>
                    <a:pt x="135" y="143"/>
                  </a:moveTo>
                  <a:cubicBezTo>
                    <a:pt x="135" y="143"/>
                    <a:pt x="135" y="143"/>
                    <a:pt x="135"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29"/>
            <p:cNvSpPr>
              <a:spLocks noEditPoints="1"/>
            </p:cNvSpPr>
            <p:nvPr/>
          </p:nvSpPr>
          <p:spPr bwMode="auto">
            <a:xfrm>
              <a:off x="5216525" y="3830638"/>
              <a:ext cx="222250" cy="441325"/>
            </a:xfrm>
            <a:custGeom>
              <a:avLst/>
              <a:gdLst/>
              <a:ahLst/>
              <a:cxnLst>
                <a:cxn ang="0">
                  <a:pos x="135" y="170"/>
                </a:cxn>
                <a:cxn ang="0">
                  <a:pos x="118" y="153"/>
                </a:cxn>
                <a:cxn ang="0">
                  <a:pos x="34" y="153"/>
                </a:cxn>
                <a:cxn ang="0">
                  <a:pos x="34" y="17"/>
                </a:cxn>
                <a:cxn ang="0">
                  <a:pos x="17" y="0"/>
                </a:cxn>
                <a:cxn ang="0">
                  <a:pos x="0" y="17"/>
                </a:cxn>
                <a:cxn ang="0">
                  <a:pos x="0" y="170"/>
                </a:cxn>
                <a:cxn ang="0">
                  <a:pos x="8" y="184"/>
                </a:cxn>
                <a:cxn ang="0">
                  <a:pos x="3" y="204"/>
                </a:cxn>
                <a:cxn ang="0">
                  <a:pos x="3" y="251"/>
                </a:cxn>
                <a:cxn ang="0">
                  <a:pos x="18" y="266"/>
                </a:cxn>
                <a:cxn ang="0">
                  <a:pos x="32" y="251"/>
                </a:cxn>
                <a:cxn ang="0">
                  <a:pos x="32" y="204"/>
                </a:cxn>
                <a:cxn ang="0">
                  <a:pos x="43" y="192"/>
                </a:cxn>
                <a:cxn ang="0">
                  <a:pos x="91" y="192"/>
                </a:cxn>
                <a:cxn ang="0">
                  <a:pos x="103" y="204"/>
                </a:cxn>
                <a:cxn ang="0">
                  <a:pos x="103" y="251"/>
                </a:cxn>
                <a:cxn ang="0">
                  <a:pos x="117" y="266"/>
                </a:cxn>
                <a:cxn ang="0">
                  <a:pos x="131" y="251"/>
                </a:cxn>
                <a:cxn ang="0">
                  <a:pos x="131" y="204"/>
                </a:cxn>
                <a:cxn ang="0">
                  <a:pos x="126" y="185"/>
                </a:cxn>
                <a:cxn ang="0">
                  <a:pos x="135" y="170"/>
                </a:cxn>
                <a:cxn ang="0">
                  <a:pos x="135" y="170"/>
                </a:cxn>
                <a:cxn ang="0">
                  <a:pos x="135" y="170"/>
                </a:cxn>
              </a:cxnLst>
              <a:rect l="0" t="0" r="r" b="b"/>
              <a:pathLst>
                <a:path w="135" h="266">
                  <a:moveTo>
                    <a:pt x="135" y="170"/>
                  </a:moveTo>
                  <a:cubicBezTo>
                    <a:pt x="135" y="160"/>
                    <a:pt x="128" y="153"/>
                    <a:pt x="118" y="153"/>
                  </a:cubicBezTo>
                  <a:cubicBezTo>
                    <a:pt x="34" y="153"/>
                    <a:pt x="34" y="153"/>
                    <a:pt x="34" y="153"/>
                  </a:cubicBezTo>
                  <a:cubicBezTo>
                    <a:pt x="34" y="17"/>
                    <a:pt x="34" y="17"/>
                    <a:pt x="34" y="17"/>
                  </a:cubicBezTo>
                  <a:cubicBezTo>
                    <a:pt x="34" y="8"/>
                    <a:pt x="26" y="0"/>
                    <a:pt x="17" y="0"/>
                  </a:cubicBezTo>
                  <a:cubicBezTo>
                    <a:pt x="8" y="0"/>
                    <a:pt x="0" y="8"/>
                    <a:pt x="0" y="17"/>
                  </a:cubicBezTo>
                  <a:cubicBezTo>
                    <a:pt x="0" y="170"/>
                    <a:pt x="0" y="170"/>
                    <a:pt x="0" y="170"/>
                  </a:cubicBezTo>
                  <a:cubicBezTo>
                    <a:pt x="0" y="176"/>
                    <a:pt x="3" y="181"/>
                    <a:pt x="8" y="184"/>
                  </a:cubicBezTo>
                  <a:cubicBezTo>
                    <a:pt x="5" y="190"/>
                    <a:pt x="3" y="197"/>
                    <a:pt x="3" y="204"/>
                  </a:cubicBezTo>
                  <a:cubicBezTo>
                    <a:pt x="3" y="251"/>
                    <a:pt x="3" y="251"/>
                    <a:pt x="3" y="251"/>
                  </a:cubicBezTo>
                  <a:cubicBezTo>
                    <a:pt x="3" y="259"/>
                    <a:pt x="10" y="266"/>
                    <a:pt x="18" y="266"/>
                  </a:cubicBezTo>
                  <a:cubicBezTo>
                    <a:pt x="25" y="266"/>
                    <a:pt x="32" y="259"/>
                    <a:pt x="32" y="251"/>
                  </a:cubicBezTo>
                  <a:cubicBezTo>
                    <a:pt x="32" y="204"/>
                    <a:pt x="32" y="204"/>
                    <a:pt x="32" y="204"/>
                  </a:cubicBezTo>
                  <a:cubicBezTo>
                    <a:pt x="32" y="197"/>
                    <a:pt x="37" y="192"/>
                    <a:pt x="43" y="192"/>
                  </a:cubicBezTo>
                  <a:cubicBezTo>
                    <a:pt x="91" y="192"/>
                    <a:pt x="91" y="192"/>
                    <a:pt x="91" y="192"/>
                  </a:cubicBezTo>
                  <a:cubicBezTo>
                    <a:pt x="97" y="192"/>
                    <a:pt x="103" y="197"/>
                    <a:pt x="103" y="204"/>
                  </a:cubicBezTo>
                  <a:cubicBezTo>
                    <a:pt x="103" y="251"/>
                    <a:pt x="103" y="251"/>
                    <a:pt x="103" y="251"/>
                  </a:cubicBezTo>
                  <a:cubicBezTo>
                    <a:pt x="103" y="259"/>
                    <a:pt x="109" y="266"/>
                    <a:pt x="117" y="266"/>
                  </a:cubicBezTo>
                  <a:cubicBezTo>
                    <a:pt x="125" y="266"/>
                    <a:pt x="131" y="259"/>
                    <a:pt x="131" y="251"/>
                  </a:cubicBezTo>
                  <a:cubicBezTo>
                    <a:pt x="131" y="204"/>
                    <a:pt x="131" y="204"/>
                    <a:pt x="131" y="204"/>
                  </a:cubicBezTo>
                  <a:cubicBezTo>
                    <a:pt x="131" y="197"/>
                    <a:pt x="129" y="190"/>
                    <a:pt x="126" y="185"/>
                  </a:cubicBezTo>
                  <a:cubicBezTo>
                    <a:pt x="132" y="182"/>
                    <a:pt x="135" y="176"/>
                    <a:pt x="135" y="170"/>
                  </a:cubicBezTo>
                  <a:close/>
                  <a:moveTo>
                    <a:pt x="135" y="170"/>
                  </a:moveTo>
                  <a:cubicBezTo>
                    <a:pt x="135" y="170"/>
                    <a:pt x="135" y="170"/>
                    <a:pt x="13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30"/>
            <p:cNvSpPr>
              <a:spLocks noEditPoints="1"/>
            </p:cNvSpPr>
            <p:nvPr/>
          </p:nvSpPr>
          <p:spPr bwMode="auto">
            <a:xfrm>
              <a:off x="5495925" y="3960813"/>
              <a:ext cx="366713" cy="295275"/>
            </a:xfrm>
            <a:custGeom>
              <a:avLst/>
              <a:gdLst/>
              <a:ahLst/>
              <a:cxnLst>
                <a:cxn ang="0">
                  <a:pos x="206" y="0"/>
                </a:cxn>
                <a:cxn ang="0">
                  <a:pos x="17" y="0"/>
                </a:cxn>
                <a:cxn ang="0">
                  <a:pos x="0" y="16"/>
                </a:cxn>
                <a:cxn ang="0">
                  <a:pos x="17" y="32"/>
                </a:cxn>
                <a:cxn ang="0">
                  <a:pos x="39" y="32"/>
                </a:cxn>
                <a:cxn ang="0">
                  <a:pos x="39" y="177"/>
                </a:cxn>
                <a:cxn ang="0">
                  <a:pos x="183" y="177"/>
                </a:cxn>
                <a:cxn ang="0">
                  <a:pos x="183" y="32"/>
                </a:cxn>
                <a:cxn ang="0">
                  <a:pos x="206" y="32"/>
                </a:cxn>
                <a:cxn ang="0">
                  <a:pos x="222" y="16"/>
                </a:cxn>
                <a:cxn ang="0">
                  <a:pos x="206" y="0"/>
                </a:cxn>
                <a:cxn ang="0">
                  <a:pos x="206" y="0"/>
                </a:cxn>
                <a:cxn ang="0">
                  <a:pos x="206" y="0"/>
                </a:cxn>
              </a:cxnLst>
              <a:rect l="0" t="0" r="r" b="b"/>
              <a:pathLst>
                <a:path w="222" h="177">
                  <a:moveTo>
                    <a:pt x="206" y="0"/>
                  </a:moveTo>
                  <a:cubicBezTo>
                    <a:pt x="17" y="0"/>
                    <a:pt x="17" y="0"/>
                    <a:pt x="17" y="0"/>
                  </a:cubicBezTo>
                  <a:cubicBezTo>
                    <a:pt x="8" y="0"/>
                    <a:pt x="0" y="7"/>
                    <a:pt x="0" y="16"/>
                  </a:cubicBezTo>
                  <a:cubicBezTo>
                    <a:pt x="0" y="25"/>
                    <a:pt x="8" y="32"/>
                    <a:pt x="17" y="32"/>
                  </a:cubicBezTo>
                  <a:cubicBezTo>
                    <a:pt x="39" y="32"/>
                    <a:pt x="39" y="32"/>
                    <a:pt x="39" y="32"/>
                  </a:cubicBezTo>
                  <a:cubicBezTo>
                    <a:pt x="39" y="177"/>
                    <a:pt x="39" y="177"/>
                    <a:pt x="39" y="177"/>
                  </a:cubicBezTo>
                  <a:cubicBezTo>
                    <a:pt x="183" y="177"/>
                    <a:pt x="183" y="177"/>
                    <a:pt x="183" y="177"/>
                  </a:cubicBezTo>
                  <a:cubicBezTo>
                    <a:pt x="183" y="32"/>
                    <a:pt x="183" y="32"/>
                    <a:pt x="183" y="32"/>
                  </a:cubicBezTo>
                  <a:cubicBezTo>
                    <a:pt x="206" y="32"/>
                    <a:pt x="206" y="32"/>
                    <a:pt x="206" y="32"/>
                  </a:cubicBezTo>
                  <a:cubicBezTo>
                    <a:pt x="215" y="32"/>
                    <a:pt x="222" y="25"/>
                    <a:pt x="222" y="16"/>
                  </a:cubicBezTo>
                  <a:cubicBezTo>
                    <a:pt x="222" y="7"/>
                    <a:pt x="215" y="0"/>
                    <a:pt x="206" y="0"/>
                  </a:cubicBezTo>
                  <a:close/>
                  <a:moveTo>
                    <a:pt x="206" y="0"/>
                  </a:moveTo>
                  <a:cubicBezTo>
                    <a:pt x="206" y="0"/>
                    <a:pt x="206" y="0"/>
                    <a:pt x="206"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31"/>
            <p:cNvSpPr>
              <a:spLocks noEditPoints="1"/>
            </p:cNvSpPr>
            <p:nvPr/>
          </p:nvSpPr>
          <p:spPr bwMode="auto">
            <a:xfrm>
              <a:off x="5589588" y="3749675"/>
              <a:ext cx="254000" cy="203200"/>
            </a:xfrm>
            <a:custGeom>
              <a:avLst/>
              <a:gdLst/>
              <a:ahLst/>
              <a:cxnLst>
                <a:cxn ang="0">
                  <a:pos x="93" y="14"/>
                </a:cxn>
                <a:cxn ang="0">
                  <a:pos x="78" y="47"/>
                </a:cxn>
                <a:cxn ang="0">
                  <a:pos x="121" y="66"/>
                </a:cxn>
                <a:cxn ang="0">
                  <a:pos x="108" y="107"/>
                </a:cxn>
                <a:cxn ang="0">
                  <a:pos x="7" y="107"/>
                </a:cxn>
                <a:cxn ang="0">
                  <a:pos x="0" y="114"/>
                </a:cxn>
                <a:cxn ang="0">
                  <a:pos x="7" y="122"/>
                </a:cxn>
                <a:cxn ang="0">
                  <a:pos x="113" y="122"/>
                </a:cxn>
                <a:cxn ang="0">
                  <a:pos x="120" y="117"/>
                </a:cxn>
                <a:cxn ang="0">
                  <a:pos x="153" y="10"/>
                </a:cxn>
                <a:cxn ang="0">
                  <a:pos x="148" y="1"/>
                </a:cxn>
                <a:cxn ang="0">
                  <a:pos x="139" y="6"/>
                </a:cxn>
                <a:cxn ang="0">
                  <a:pos x="131" y="31"/>
                </a:cxn>
                <a:cxn ang="0">
                  <a:pos x="93" y="14"/>
                </a:cxn>
                <a:cxn ang="0">
                  <a:pos x="90" y="49"/>
                </a:cxn>
                <a:cxn ang="0">
                  <a:pos x="82" y="46"/>
                </a:cxn>
                <a:cxn ang="0">
                  <a:pos x="86" y="38"/>
                </a:cxn>
                <a:cxn ang="0">
                  <a:pos x="90" y="49"/>
                </a:cxn>
                <a:cxn ang="0">
                  <a:pos x="91" y="25"/>
                </a:cxn>
                <a:cxn ang="0">
                  <a:pos x="95" y="18"/>
                </a:cxn>
                <a:cxn ang="0">
                  <a:pos x="102" y="21"/>
                </a:cxn>
                <a:cxn ang="0">
                  <a:pos x="91" y="25"/>
                </a:cxn>
                <a:cxn ang="0">
                  <a:pos x="110" y="55"/>
                </a:cxn>
                <a:cxn ang="0">
                  <a:pos x="103" y="38"/>
                </a:cxn>
                <a:cxn ang="0">
                  <a:pos x="120" y="31"/>
                </a:cxn>
                <a:cxn ang="0">
                  <a:pos x="128" y="42"/>
                </a:cxn>
                <a:cxn ang="0">
                  <a:pos x="125" y="52"/>
                </a:cxn>
                <a:cxn ang="0">
                  <a:pos x="110" y="55"/>
                </a:cxn>
                <a:cxn ang="0">
                  <a:pos x="110" y="55"/>
                </a:cxn>
                <a:cxn ang="0">
                  <a:pos x="110" y="55"/>
                </a:cxn>
              </a:cxnLst>
              <a:rect l="0" t="0" r="r" b="b"/>
              <a:pathLst>
                <a:path w="154" h="122">
                  <a:moveTo>
                    <a:pt x="93" y="14"/>
                  </a:moveTo>
                  <a:cubicBezTo>
                    <a:pt x="78" y="47"/>
                    <a:pt x="78" y="47"/>
                    <a:pt x="78" y="47"/>
                  </a:cubicBezTo>
                  <a:cubicBezTo>
                    <a:pt x="121" y="66"/>
                    <a:pt x="121" y="66"/>
                    <a:pt x="121" y="66"/>
                  </a:cubicBezTo>
                  <a:cubicBezTo>
                    <a:pt x="108" y="107"/>
                    <a:pt x="108" y="107"/>
                    <a:pt x="108" y="107"/>
                  </a:cubicBezTo>
                  <a:cubicBezTo>
                    <a:pt x="7" y="107"/>
                    <a:pt x="7" y="107"/>
                    <a:pt x="7" y="107"/>
                  </a:cubicBezTo>
                  <a:cubicBezTo>
                    <a:pt x="3" y="107"/>
                    <a:pt x="0" y="111"/>
                    <a:pt x="0" y="114"/>
                  </a:cubicBezTo>
                  <a:cubicBezTo>
                    <a:pt x="0" y="118"/>
                    <a:pt x="3" y="122"/>
                    <a:pt x="7" y="122"/>
                  </a:cubicBezTo>
                  <a:cubicBezTo>
                    <a:pt x="113" y="122"/>
                    <a:pt x="113" y="122"/>
                    <a:pt x="113" y="122"/>
                  </a:cubicBezTo>
                  <a:cubicBezTo>
                    <a:pt x="116" y="122"/>
                    <a:pt x="119" y="120"/>
                    <a:pt x="120" y="117"/>
                  </a:cubicBezTo>
                  <a:cubicBezTo>
                    <a:pt x="153" y="10"/>
                    <a:pt x="153" y="10"/>
                    <a:pt x="153" y="10"/>
                  </a:cubicBezTo>
                  <a:cubicBezTo>
                    <a:pt x="154" y="6"/>
                    <a:pt x="152" y="3"/>
                    <a:pt x="148" y="1"/>
                  </a:cubicBezTo>
                  <a:cubicBezTo>
                    <a:pt x="144" y="0"/>
                    <a:pt x="140" y="2"/>
                    <a:pt x="139" y="6"/>
                  </a:cubicBezTo>
                  <a:cubicBezTo>
                    <a:pt x="131" y="31"/>
                    <a:pt x="131" y="31"/>
                    <a:pt x="131" y="31"/>
                  </a:cubicBezTo>
                  <a:lnTo>
                    <a:pt x="93" y="14"/>
                  </a:lnTo>
                  <a:close/>
                  <a:moveTo>
                    <a:pt x="90" y="49"/>
                  </a:moveTo>
                  <a:cubicBezTo>
                    <a:pt x="82" y="46"/>
                    <a:pt x="82" y="46"/>
                    <a:pt x="82" y="46"/>
                  </a:cubicBezTo>
                  <a:cubicBezTo>
                    <a:pt x="86" y="38"/>
                    <a:pt x="86" y="38"/>
                    <a:pt x="86" y="38"/>
                  </a:cubicBezTo>
                  <a:cubicBezTo>
                    <a:pt x="89" y="41"/>
                    <a:pt x="91" y="45"/>
                    <a:pt x="90" y="49"/>
                  </a:cubicBezTo>
                  <a:close/>
                  <a:moveTo>
                    <a:pt x="91" y="25"/>
                  </a:moveTo>
                  <a:cubicBezTo>
                    <a:pt x="95" y="18"/>
                    <a:pt x="95" y="18"/>
                    <a:pt x="95" y="18"/>
                  </a:cubicBezTo>
                  <a:cubicBezTo>
                    <a:pt x="102" y="21"/>
                    <a:pt x="102" y="21"/>
                    <a:pt x="102" y="21"/>
                  </a:cubicBezTo>
                  <a:cubicBezTo>
                    <a:pt x="100" y="25"/>
                    <a:pt x="96" y="26"/>
                    <a:pt x="91" y="25"/>
                  </a:cubicBezTo>
                  <a:close/>
                  <a:moveTo>
                    <a:pt x="110" y="55"/>
                  </a:moveTo>
                  <a:cubicBezTo>
                    <a:pt x="103" y="53"/>
                    <a:pt x="100" y="45"/>
                    <a:pt x="103" y="38"/>
                  </a:cubicBezTo>
                  <a:cubicBezTo>
                    <a:pt x="106" y="32"/>
                    <a:pt x="114" y="29"/>
                    <a:pt x="120" y="31"/>
                  </a:cubicBezTo>
                  <a:cubicBezTo>
                    <a:pt x="125" y="33"/>
                    <a:pt x="127" y="37"/>
                    <a:pt x="128" y="42"/>
                  </a:cubicBezTo>
                  <a:cubicBezTo>
                    <a:pt x="125" y="52"/>
                    <a:pt x="125" y="52"/>
                    <a:pt x="125" y="52"/>
                  </a:cubicBezTo>
                  <a:cubicBezTo>
                    <a:pt x="121" y="56"/>
                    <a:pt x="115" y="58"/>
                    <a:pt x="110" y="55"/>
                  </a:cubicBezTo>
                  <a:close/>
                  <a:moveTo>
                    <a:pt x="110" y="55"/>
                  </a:moveTo>
                  <a:cubicBezTo>
                    <a:pt x="110" y="55"/>
                    <a:pt x="110" y="55"/>
                    <a:pt x="110"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32"/>
            <p:cNvSpPr>
              <a:spLocks noEditPoints="1"/>
            </p:cNvSpPr>
            <p:nvPr/>
          </p:nvSpPr>
          <p:spPr bwMode="auto">
            <a:xfrm>
              <a:off x="5767388" y="3806825"/>
              <a:ext cx="25400" cy="31750"/>
            </a:xfrm>
            <a:custGeom>
              <a:avLst/>
              <a:gdLst/>
              <a:ahLst/>
              <a:cxnLst>
                <a:cxn ang="0">
                  <a:pos x="12" y="3"/>
                </a:cxn>
                <a:cxn ang="0">
                  <a:pos x="13" y="1"/>
                </a:cxn>
                <a:cxn ang="0">
                  <a:pos x="11" y="0"/>
                </a:cxn>
                <a:cxn ang="0">
                  <a:pos x="10" y="2"/>
                </a:cxn>
                <a:cxn ang="0">
                  <a:pos x="7" y="2"/>
                </a:cxn>
                <a:cxn ang="0">
                  <a:pos x="4" y="4"/>
                </a:cxn>
                <a:cxn ang="0">
                  <a:pos x="4" y="7"/>
                </a:cxn>
                <a:cxn ang="0">
                  <a:pos x="6" y="9"/>
                </a:cxn>
                <a:cxn ang="0">
                  <a:pos x="7" y="10"/>
                </a:cxn>
                <a:cxn ang="0">
                  <a:pos x="5" y="13"/>
                </a:cxn>
                <a:cxn ang="0">
                  <a:pos x="3" y="12"/>
                </a:cxn>
                <a:cxn ang="0">
                  <a:pos x="2" y="11"/>
                </a:cxn>
                <a:cxn ang="0">
                  <a:pos x="1" y="10"/>
                </a:cxn>
                <a:cxn ang="0">
                  <a:pos x="0" y="13"/>
                </a:cxn>
                <a:cxn ang="0">
                  <a:pos x="0" y="13"/>
                </a:cxn>
                <a:cxn ang="0">
                  <a:pos x="4" y="16"/>
                </a:cxn>
                <a:cxn ang="0">
                  <a:pos x="3" y="18"/>
                </a:cxn>
                <a:cxn ang="0">
                  <a:pos x="5" y="19"/>
                </a:cxn>
                <a:cxn ang="0">
                  <a:pos x="6" y="17"/>
                </a:cxn>
                <a:cxn ang="0">
                  <a:pos x="10" y="17"/>
                </a:cxn>
                <a:cxn ang="0">
                  <a:pos x="12" y="15"/>
                </a:cxn>
                <a:cxn ang="0">
                  <a:pos x="12" y="12"/>
                </a:cxn>
                <a:cxn ang="0">
                  <a:pos x="10" y="9"/>
                </a:cxn>
                <a:cxn ang="0">
                  <a:pos x="10" y="8"/>
                </a:cxn>
                <a:cxn ang="0">
                  <a:pos x="11" y="5"/>
                </a:cxn>
                <a:cxn ang="0">
                  <a:pos x="14" y="7"/>
                </a:cxn>
                <a:cxn ang="0">
                  <a:pos x="14" y="7"/>
                </a:cxn>
                <a:cxn ang="0">
                  <a:pos x="16" y="5"/>
                </a:cxn>
                <a:cxn ang="0">
                  <a:pos x="16" y="5"/>
                </a:cxn>
                <a:cxn ang="0">
                  <a:pos x="12" y="3"/>
                </a:cxn>
                <a:cxn ang="0">
                  <a:pos x="9" y="13"/>
                </a:cxn>
                <a:cxn ang="0">
                  <a:pos x="7" y="14"/>
                </a:cxn>
                <a:cxn ang="0">
                  <a:pos x="8" y="11"/>
                </a:cxn>
                <a:cxn ang="0">
                  <a:pos x="9" y="12"/>
                </a:cxn>
                <a:cxn ang="0">
                  <a:pos x="9" y="13"/>
                </a:cxn>
                <a:cxn ang="0">
                  <a:pos x="8" y="7"/>
                </a:cxn>
                <a:cxn ang="0">
                  <a:pos x="7" y="6"/>
                </a:cxn>
                <a:cxn ang="0">
                  <a:pos x="7" y="5"/>
                </a:cxn>
                <a:cxn ang="0">
                  <a:pos x="8" y="4"/>
                </a:cxn>
                <a:cxn ang="0">
                  <a:pos x="9" y="4"/>
                </a:cxn>
                <a:cxn ang="0">
                  <a:pos x="8" y="7"/>
                </a:cxn>
                <a:cxn ang="0">
                  <a:pos x="8" y="7"/>
                </a:cxn>
                <a:cxn ang="0">
                  <a:pos x="8" y="7"/>
                </a:cxn>
              </a:cxnLst>
              <a:rect l="0" t="0" r="r" b="b"/>
              <a:pathLst>
                <a:path w="16" h="19">
                  <a:moveTo>
                    <a:pt x="12" y="3"/>
                  </a:moveTo>
                  <a:cubicBezTo>
                    <a:pt x="13" y="1"/>
                    <a:pt x="13" y="1"/>
                    <a:pt x="13" y="1"/>
                  </a:cubicBezTo>
                  <a:cubicBezTo>
                    <a:pt x="11" y="0"/>
                    <a:pt x="11" y="0"/>
                    <a:pt x="11" y="0"/>
                  </a:cubicBezTo>
                  <a:cubicBezTo>
                    <a:pt x="10" y="2"/>
                    <a:pt x="10" y="2"/>
                    <a:pt x="10" y="2"/>
                  </a:cubicBezTo>
                  <a:cubicBezTo>
                    <a:pt x="9" y="1"/>
                    <a:pt x="8" y="1"/>
                    <a:pt x="7" y="2"/>
                  </a:cubicBezTo>
                  <a:cubicBezTo>
                    <a:pt x="6" y="2"/>
                    <a:pt x="5" y="3"/>
                    <a:pt x="4" y="4"/>
                  </a:cubicBezTo>
                  <a:cubicBezTo>
                    <a:pt x="4" y="5"/>
                    <a:pt x="4" y="6"/>
                    <a:pt x="4" y="7"/>
                  </a:cubicBezTo>
                  <a:cubicBezTo>
                    <a:pt x="4" y="7"/>
                    <a:pt x="5" y="8"/>
                    <a:pt x="6" y="9"/>
                  </a:cubicBezTo>
                  <a:cubicBezTo>
                    <a:pt x="7" y="10"/>
                    <a:pt x="7" y="10"/>
                    <a:pt x="7" y="10"/>
                  </a:cubicBezTo>
                  <a:cubicBezTo>
                    <a:pt x="5" y="13"/>
                    <a:pt x="5" y="13"/>
                    <a:pt x="5" y="13"/>
                  </a:cubicBezTo>
                  <a:cubicBezTo>
                    <a:pt x="5" y="13"/>
                    <a:pt x="4" y="13"/>
                    <a:pt x="3" y="12"/>
                  </a:cubicBezTo>
                  <a:cubicBezTo>
                    <a:pt x="3" y="12"/>
                    <a:pt x="2" y="11"/>
                    <a:pt x="2" y="11"/>
                  </a:cubicBezTo>
                  <a:cubicBezTo>
                    <a:pt x="1" y="10"/>
                    <a:pt x="1" y="10"/>
                    <a:pt x="1" y="10"/>
                  </a:cubicBezTo>
                  <a:cubicBezTo>
                    <a:pt x="0" y="13"/>
                    <a:pt x="0" y="13"/>
                    <a:pt x="0" y="13"/>
                  </a:cubicBezTo>
                  <a:cubicBezTo>
                    <a:pt x="0" y="13"/>
                    <a:pt x="0" y="13"/>
                    <a:pt x="0" y="13"/>
                  </a:cubicBezTo>
                  <a:cubicBezTo>
                    <a:pt x="1" y="14"/>
                    <a:pt x="2" y="15"/>
                    <a:pt x="4" y="16"/>
                  </a:cubicBezTo>
                  <a:cubicBezTo>
                    <a:pt x="3" y="18"/>
                    <a:pt x="3" y="18"/>
                    <a:pt x="3" y="18"/>
                  </a:cubicBezTo>
                  <a:cubicBezTo>
                    <a:pt x="5" y="19"/>
                    <a:pt x="5" y="19"/>
                    <a:pt x="5" y="19"/>
                  </a:cubicBezTo>
                  <a:cubicBezTo>
                    <a:pt x="6" y="17"/>
                    <a:pt x="6" y="17"/>
                    <a:pt x="6" y="17"/>
                  </a:cubicBezTo>
                  <a:cubicBezTo>
                    <a:pt x="7" y="17"/>
                    <a:pt x="9" y="17"/>
                    <a:pt x="10" y="17"/>
                  </a:cubicBezTo>
                  <a:cubicBezTo>
                    <a:pt x="11" y="16"/>
                    <a:pt x="12" y="16"/>
                    <a:pt x="12" y="15"/>
                  </a:cubicBezTo>
                  <a:cubicBezTo>
                    <a:pt x="12" y="14"/>
                    <a:pt x="12" y="13"/>
                    <a:pt x="12" y="12"/>
                  </a:cubicBezTo>
                  <a:cubicBezTo>
                    <a:pt x="12" y="11"/>
                    <a:pt x="11" y="10"/>
                    <a:pt x="10" y="9"/>
                  </a:cubicBezTo>
                  <a:cubicBezTo>
                    <a:pt x="10" y="8"/>
                    <a:pt x="10" y="8"/>
                    <a:pt x="10" y="8"/>
                  </a:cubicBezTo>
                  <a:cubicBezTo>
                    <a:pt x="11" y="5"/>
                    <a:pt x="11" y="5"/>
                    <a:pt x="11" y="5"/>
                  </a:cubicBezTo>
                  <a:cubicBezTo>
                    <a:pt x="12" y="6"/>
                    <a:pt x="13" y="6"/>
                    <a:pt x="14" y="7"/>
                  </a:cubicBezTo>
                  <a:cubicBezTo>
                    <a:pt x="14" y="7"/>
                    <a:pt x="14" y="7"/>
                    <a:pt x="14" y="7"/>
                  </a:cubicBezTo>
                  <a:cubicBezTo>
                    <a:pt x="16" y="5"/>
                    <a:pt x="16" y="5"/>
                    <a:pt x="16" y="5"/>
                  </a:cubicBezTo>
                  <a:cubicBezTo>
                    <a:pt x="16" y="5"/>
                    <a:pt x="16" y="5"/>
                    <a:pt x="16" y="5"/>
                  </a:cubicBezTo>
                  <a:cubicBezTo>
                    <a:pt x="15" y="4"/>
                    <a:pt x="13" y="3"/>
                    <a:pt x="12" y="3"/>
                  </a:cubicBezTo>
                  <a:close/>
                  <a:moveTo>
                    <a:pt x="9" y="13"/>
                  </a:moveTo>
                  <a:cubicBezTo>
                    <a:pt x="9" y="14"/>
                    <a:pt x="9" y="14"/>
                    <a:pt x="7" y="14"/>
                  </a:cubicBezTo>
                  <a:cubicBezTo>
                    <a:pt x="8" y="11"/>
                    <a:pt x="8" y="11"/>
                    <a:pt x="8" y="11"/>
                  </a:cubicBezTo>
                  <a:cubicBezTo>
                    <a:pt x="9" y="12"/>
                    <a:pt x="9" y="12"/>
                    <a:pt x="9" y="12"/>
                  </a:cubicBezTo>
                  <a:cubicBezTo>
                    <a:pt x="9" y="13"/>
                    <a:pt x="9" y="13"/>
                    <a:pt x="9" y="13"/>
                  </a:cubicBezTo>
                  <a:close/>
                  <a:moveTo>
                    <a:pt x="8" y="7"/>
                  </a:moveTo>
                  <a:cubicBezTo>
                    <a:pt x="8" y="7"/>
                    <a:pt x="7" y="6"/>
                    <a:pt x="7" y="6"/>
                  </a:cubicBezTo>
                  <a:cubicBezTo>
                    <a:pt x="7" y="6"/>
                    <a:pt x="7" y="5"/>
                    <a:pt x="7" y="5"/>
                  </a:cubicBezTo>
                  <a:cubicBezTo>
                    <a:pt x="7" y="5"/>
                    <a:pt x="8" y="4"/>
                    <a:pt x="8" y="4"/>
                  </a:cubicBezTo>
                  <a:cubicBezTo>
                    <a:pt x="8" y="4"/>
                    <a:pt x="9" y="4"/>
                    <a:pt x="9" y="4"/>
                  </a:cubicBezTo>
                  <a:lnTo>
                    <a:pt x="8" y="7"/>
                  </a:lnTo>
                  <a:close/>
                  <a:moveTo>
                    <a:pt x="8" y="7"/>
                  </a:moveTo>
                  <a:cubicBezTo>
                    <a:pt x="8" y="7"/>
                    <a:pt x="8" y="7"/>
                    <a:pt x="8"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33"/>
            <p:cNvSpPr>
              <a:spLocks noEditPoints="1"/>
            </p:cNvSpPr>
            <p:nvPr/>
          </p:nvSpPr>
          <p:spPr bwMode="auto">
            <a:xfrm>
              <a:off x="5675313" y="3703638"/>
              <a:ext cx="136525" cy="71437"/>
            </a:xfrm>
            <a:custGeom>
              <a:avLst/>
              <a:gdLst/>
              <a:ahLst/>
              <a:cxnLst>
                <a:cxn ang="0">
                  <a:pos x="82" y="11"/>
                </a:cxn>
                <a:cxn ang="0">
                  <a:pos x="14" y="0"/>
                </a:cxn>
                <a:cxn ang="0">
                  <a:pos x="0" y="32"/>
                </a:cxn>
                <a:cxn ang="0">
                  <a:pos x="68" y="43"/>
                </a:cxn>
                <a:cxn ang="0">
                  <a:pos x="82" y="11"/>
                </a:cxn>
                <a:cxn ang="0">
                  <a:pos x="69" y="12"/>
                </a:cxn>
                <a:cxn ang="0">
                  <a:pos x="77" y="13"/>
                </a:cxn>
                <a:cxn ang="0">
                  <a:pos x="74" y="20"/>
                </a:cxn>
                <a:cxn ang="0">
                  <a:pos x="69" y="12"/>
                </a:cxn>
                <a:cxn ang="0">
                  <a:pos x="13" y="31"/>
                </a:cxn>
                <a:cxn ang="0">
                  <a:pos x="5" y="30"/>
                </a:cxn>
                <a:cxn ang="0">
                  <a:pos x="8" y="23"/>
                </a:cxn>
                <a:cxn ang="0">
                  <a:pos x="13" y="31"/>
                </a:cxn>
                <a:cxn ang="0">
                  <a:pos x="13" y="10"/>
                </a:cxn>
                <a:cxn ang="0">
                  <a:pos x="16" y="3"/>
                </a:cxn>
                <a:cxn ang="0">
                  <a:pos x="24" y="4"/>
                </a:cxn>
                <a:cxn ang="0">
                  <a:pos x="13" y="10"/>
                </a:cxn>
                <a:cxn ang="0">
                  <a:pos x="55" y="23"/>
                </a:cxn>
                <a:cxn ang="0">
                  <a:pos x="36" y="33"/>
                </a:cxn>
                <a:cxn ang="0">
                  <a:pos x="27" y="19"/>
                </a:cxn>
                <a:cxn ang="0">
                  <a:pos x="46" y="10"/>
                </a:cxn>
                <a:cxn ang="0">
                  <a:pos x="55" y="23"/>
                </a:cxn>
                <a:cxn ang="0">
                  <a:pos x="58" y="38"/>
                </a:cxn>
                <a:cxn ang="0">
                  <a:pos x="69" y="33"/>
                </a:cxn>
                <a:cxn ang="0">
                  <a:pos x="66" y="40"/>
                </a:cxn>
                <a:cxn ang="0">
                  <a:pos x="58" y="38"/>
                </a:cxn>
                <a:cxn ang="0">
                  <a:pos x="58" y="38"/>
                </a:cxn>
                <a:cxn ang="0">
                  <a:pos x="58" y="38"/>
                </a:cxn>
              </a:cxnLst>
              <a:rect l="0" t="0" r="r" b="b"/>
              <a:pathLst>
                <a:path w="82" h="43">
                  <a:moveTo>
                    <a:pt x="82" y="11"/>
                  </a:moveTo>
                  <a:cubicBezTo>
                    <a:pt x="14" y="0"/>
                    <a:pt x="14" y="0"/>
                    <a:pt x="14" y="0"/>
                  </a:cubicBezTo>
                  <a:cubicBezTo>
                    <a:pt x="0" y="32"/>
                    <a:pt x="0" y="32"/>
                    <a:pt x="0" y="32"/>
                  </a:cubicBezTo>
                  <a:cubicBezTo>
                    <a:pt x="68" y="43"/>
                    <a:pt x="68" y="43"/>
                    <a:pt x="68" y="43"/>
                  </a:cubicBezTo>
                  <a:lnTo>
                    <a:pt x="82" y="11"/>
                  </a:lnTo>
                  <a:close/>
                  <a:moveTo>
                    <a:pt x="69" y="12"/>
                  </a:moveTo>
                  <a:cubicBezTo>
                    <a:pt x="77" y="13"/>
                    <a:pt x="77" y="13"/>
                    <a:pt x="77" y="13"/>
                  </a:cubicBezTo>
                  <a:cubicBezTo>
                    <a:pt x="74" y="20"/>
                    <a:pt x="74" y="20"/>
                    <a:pt x="74" y="20"/>
                  </a:cubicBezTo>
                  <a:cubicBezTo>
                    <a:pt x="70" y="19"/>
                    <a:pt x="68" y="15"/>
                    <a:pt x="69" y="12"/>
                  </a:cubicBezTo>
                  <a:close/>
                  <a:moveTo>
                    <a:pt x="13" y="31"/>
                  </a:moveTo>
                  <a:cubicBezTo>
                    <a:pt x="5" y="30"/>
                    <a:pt x="5" y="30"/>
                    <a:pt x="5" y="30"/>
                  </a:cubicBezTo>
                  <a:cubicBezTo>
                    <a:pt x="8" y="23"/>
                    <a:pt x="8" y="23"/>
                    <a:pt x="8" y="23"/>
                  </a:cubicBezTo>
                  <a:cubicBezTo>
                    <a:pt x="12" y="24"/>
                    <a:pt x="14" y="27"/>
                    <a:pt x="13" y="31"/>
                  </a:cubicBezTo>
                  <a:close/>
                  <a:moveTo>
                    <a:pt x="13" y="10"/>
                  </a:moveTo>
                  <a:cubicBezTo>
                    <a:pt x="16" y="3"/>
                    <a:pt x="16" y="3"/>
                    <a:pt x="16" y="3"/>
                  </a:cubicBezTo>
                  <a:cubicBezTo>
                    <a:pt x="24" y="4"/>
                    <a:pt x="24" y="4"/>
                    <a:pt x="24" y="4"/>
                  </a:cubicBezTo>
                  <a:cubicBezTo>
                    <a:pt x="22" y="8"/>
                    <a:pt x="18" y="10"/>
                    <a:pt x="13" y="10"/>
                  </a:cubicBezTo>
                  <a:close/>
                  <a:moveTo>
                    <a:pt x="55" y="23"/>
                  </a:moveTo>
                  <a:cubicBezTo>
                    <a:pt x="52" y="30"/>
                    <a:pt x="44" y="34"/>
                    <a:pt x="36" y="33"/>
                  </a:cubicBezTo>
                  <a:cubicBezTo>
                    <a:pt x="28" y="31"/>
                    <a:pt x="24" y="25"/>
                    <a:pt x="27" y="19"/>
                  </a:cubicBezTo>
                  <a:cubicBezTo>
                    <a:pt x="30" y="13"/>
                    <a:pt x="38" y="8"/>
                    <a:pt x="46" y="10"/>
                  </a:cubicBezTo>
                  <a:cubicBezTo>
                    <a:pt x="54" y="11"/>
                    <a:pt x="58" y="17"/>
                    <a:pt x="55" y="23"/>
                  </a:cubicBezTo>
                  <a:close/>
                  <a:moveTo>
                    <a:pt x="58" y="38"/>
                  </a:moveTo>
                  <a:cubicBezTo>
                    <a:pt x="60" y="35"/>
                    <a:pt x="64" y="32"/>
                    <a:pt x="69" y="33"/>
                  </a:cubicBezTo>
                  <a:cubicBezTo>
                    <a:pt x="66" y="40"/>
                    <a:pt x="66" y="40"/>
                    <a:pt x="66" y="40"/>
                  </a:cubicBezTo>
                  <a:lnTo>
                    <a:pt x="58" y="38"/>
                  </a:lnTo>
                  <a:close/>
                  <a:moveTo>
                    <a:pt x="58" y="38"/>
                  </a:moveTo>
                  <a:cubicBezTo>
                    <a:pt x="58" y="38"/>
                    <a:pt x="58" y="38"/>
                    <a:pt x="58" y="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34"/>
            <p:cNvSpPr>
              <a:spLocks noEditPoints="1"/>
            </p:cNvSpPr>
            <p:nvPr/>
          </p:nvSpPr>
          <p:spPr bwMode="auto">
            <a:xfrm>
              <a:off x="5729288" y="3724275"/>
              <a:ext cx="28575" cy="30162"/>
            </a:xfrm>
            <a:custGeom>
              <a:avLst/>
              <a:gdLst/>
              <a:ahLst/>
              <a:cxnLst>
                <a:cxn ang="0">
                  <a:pos x="13" y="2"/>
                </a:cxn>
                <a:cxn ang="0">
                  <a:pos x="14" y="1"/>
                </a:cxn>
                <a:cxn ang="0">
                  <a:pos x="12" y="0"/>
                </a:cxn>
                <a:cxn ang="0">
                  <a:pos x="11" y="2"/>
                </a:cxn>
                <a:cxn ang="0">
                  <a:pos x="7" y="3"/>
                </a:cxn>
                <a:cxn ang="0">
                  <a:pos x="4" y="5"/>
                </a:cxn>
                <a:cxn ang="0">
                  <a:pos x="4" y="7"/>
                </a:cxn>
                <a:cxn ang="0">
                  <a:pos x="7" y="9"/>
                </a:cxn>
                <a:cxn ang="0">
                  <a:pos x="8" y="10"/>
                </a:cxn>
                <a:cxn ang="0">
                  <a:pos x="6" y="13"/>
                </a:cxn>
                <a:cxn ang="0">
                  <a:pos x="4" y="13"/>
                </a:cxn>
                <a:cxn ang="0">
                  <a:pos x="2" y="11"/>
                </a:cxn>
                <a:cxn ang="0">
                  <a:pos x="2" y="11"/>
                </a:cxn>
                <a:cxn ang="0">
                  <a:pos x="0" y="14"/>
                </a:cxn>
                <a:cxn ang="0">
                  <a:pos x="1" y="14"/>
                </a:cxn>
                <a:cxn ang="0">
                  <a:pos x="5" y="16"/>
                </a:cxn>
                <a:cxn ang="0">
                  <a:pos x="4" y="18"/>
                </a:cxn>
                <a:cxn ang="0">
                  <a:pos x="6" y="18"/>
                </a:cxn>
                <a:cxn ang="0">
                  <a:pos x="7" y="16"/>
                </a:cxn>
                <a:cxn ang="0">
                  <a:pos x="12" y="15"/>
                </a:cxn>
                <a:cxn ang="0">
                  <a:pos x="14" y="13"/>
                </a:cxn>
                <a:cxn ang="0">
                  <a:pos x="14" y="11"/>
                </a:cxn>
                <a:cxn ang="0">
                  <a:pos x="11" y="8"/>
                </a:cxn>
                <a:cxn ang="0">
                  <a:pos x="11" y="8"/>
                </a:cxn>
                <a:cxn ang="0">
                  <a:pos x="12" y="5"/>
                </a:cxn>
                <a:cxn ang="0">
                  <a:pos x="15" y="6"/>
                </a:cxn>
                <a:cxn ang="0">
                  <a:pos x="15" y="6"/>
                </a:cxn>
                <a:cxn ang="0">
                  <a:pos x="18" y="4"/>
                </a:cxn>
                <a:cxn ang="0">
                  <a:pos x="17" y="4"/>
                </a:cxn>
                <a:cxn ang="0">
                  <a:pos x="13" y="2"/>
                </a:cxn>
                <a:cxn ang="0">
                  <a:pos x="8" y="5"/>
                </a:cxn>
                <a:cxn ang="0">
                  <a:pos x="9" y="5"/>
                </a:cxn>
                <a:cxn ang="0">
                  <a:pos x="10" y="5"/>
                </a:cxn>
                <a:cxn ang="0">
                  <a:pos x="9" y="7"/>
                </a:cxn>
                <a:cxn ang="0">
                  <a:pos x="8" y="6"/>
                </a:cxn>
                <a:cxn ang="0">
                  <a:pos x="8" y="5"/>
                </a:cxn>
                <a:cxn ang="0">
                  <a:pos x="8" y="13"/>
                </a:cxn>
                <a:cxn ang="0">
                  <a:pos x="9" y="11"/>
                </a:cxn>
                <a:cxn ang="0">
                  <a:pos x="10" y="12"/>
                </a:cxn>
                <a:cxn ang="0">
                  <a:pos x="10" y="12"/>
                </a:cxn>
                <a:cxn ang="0">
                  <a:pos x="8" y="13"/>
                </a:cxn>
                <a:cxn ang="0">
                  <a:pos x="8" y="13"/>
                </a:cxn>
                <a:cxn ang="0">
                  <a:pos x="8" y="13"/>
                </a:cxn>
              </a:cxnLst>
              <a:rect l="0" t="0" r="r" b="b"/>
              <a:pathLst>
                <a:path w="18" h="18">
                  <a:moveTo>
                    <a:pt x="13" y="2"/>
                  </a:moveTo>
                  <a:cubicBezTo>
                    <a:pt x="14" y="1"/>
                    <a:pt x="14" y="1"/>
                    <a:pt x="14" y="1"/>
                  </a:cubicBezTo>
                  <a:cubicBezTo>
                    <a:pt x="12" y="0"/>
                    <a:pt x="12" y="0"/>
                    <a:pt x="12" y="0"/>
                  </a:cubicBezTo>
                  <a:cubicBezTo>
                    <a:pt x="11" y="2"/>
                    <a:pt x="11" y="2"/>
                    <a:pt x="11" y="2"/>
                  </a:cubicBezTo>
                  <a:cubicBezTo>
                    <a:pt x="9" y="2"/>
                    <a:pt x="8" y="2"/>
                    <a:pt x="7" y="3"/>
                  </a:cubicBezTo>
                  <a:cubicBezTo>
                    <a:pt x="6" y="3"/>
                    <a:pt x="5" y="4"/>
                    <a:pt x="4" y="5"/>
                  </a:cubicBezTo>
                  <a:cubicBezTo>
                    <a:pt x="4" y="6"/>
                    <a:pt x="4" y="7"/>
                    <a:pt x="4" y="7"/>
                  </a:cubicBezTo>
                  <a:cubicBezTo>
                    <a:pt x="5" y="8"/>
                    <a:pt x="6" y="9"/>
                    <a:pt x="7" y="9"/>
                  </a:cubicBezTo>
                  <a:cubicBezTo>
                    <a:pt x="8" y="10"/>
                    <a:pt x="8" y="10"/>
                    <a:pt x="8" y="10"/>
                  </a:cubicBezTo>
                  <a:cubicBezTo>
                    <a:pt x="6" y="13"/>
                    <a:pt x="6" y="13"/>
                    <a:pt x="6" y="13"/>
                  </a:cubicBezTo>
                  <a:cubicBezTo>
                    <a:pt x="5" y="13"/>
                    <a:pt x="5" y="13"/>
                    <a:pt x="4" y="13"/>
                  </a:cubicBezTo>
                  <a:cubicBezTo>
                    <a:pt x="3" y="12"/>
                    <a:pt x="2" y="12"/>
                    <a:pt x="2" y="11"/>
                  </a:cubicBezTo>
                  <a:cubicBezTo>
                    <a:pt x="2" y="11"/>
                    <a:pt x="2" y="11"/>
                    <a:pt x="2" y="11"/>
                  </a:cubicBezTo>
                  <a:cubicBezTo>
                    <a:pt x="0" y="14"/>
                    <a:pt x="0" y="14"/>
                    <a:pt x="0" y="14"/>
                  </a:cubicBezTo>
                  <a:cubicBezTo>
                    <a:pt x="1" y="14"/>
                    <a:pt x="1" y="14"/>
                    <a:pt x="1" y="14"/>
                  </a:cubicBezTo>
                  <a:cubicBezTo>
                    <a:pt x="2" y="15"/>
                    <a:pt x="3" y="15"/>
                    <a:pt x="5" y="16"/>
                  </a:cubicBezTo>
                  <a:cubicBezTo>
                    <a:pt x="4" y="18"/>
                    <a:pt x="4" y="18"/>
                    <a:pt x="4" y="18"/>
                  </a:cubicBezTo>
                  <a:cubicBezTo>
                    <a:pt x="6" y="18"/>
                    <a:pt x="6" y="18"/>
                    <a:pt x="6" y="18"/>
                  </a:cubicBezTo>
                  <a:cubicBezTo>
                    <a:pt x="7" y="16"/>
                    <a:pt x="7" y="16"/>
                    <a:pt x="7" y="16"/>
                  </a:cubicBezTo>
                  <a:cubicBezTo>
                    <a:pt x="9" y="16"/>
                    <a:pt x="10" y="16"/>
                    <a:pt x="12" y="15"/>
                  </a:cubicBezTo>
                  <a:cubicBezTo>
                    <a:pt x="13" y="15"/>
                    <a:pt x="14" y="14"/>
                    <a:pt x="14" y="13"/>
                  </a:cubicBezTo>
                  <a:cubicBezTo>
                    <a:pt x="14" y="12"/>
                    <a:pt x="14" y="11"/>
                    <a:pt x="14" y="11"/>
                  </a:cubicBezTo>
                  <a:cubicBezTo>
                    <a:pt x="14" y="10"/>
                    <a:pt x="13" y="9"/>
                    <a:pt x="11" y="8"/>
                  </a:cubicBezTo>
                  <a:cubicBezTo>
                    <a:pt x="11" y="8"/>
                    <a:pt x="11" y="8"/>
                    <a:pt x="11" y="8"/>
                  </a:cubicBezTo>
                  <a:cubicBezTo>
                    <a:pt x="12" y="5"/>
                    <a:pt x="12" y="5"/>
                    <a:pt x="12" y="5"/>
                  </a:cubicBezTo>
                  <a:cubicBezTo>
                    <a:pt x="13" y="5"/>
                    <a:pt x="14" y="6"/>
                    <a:pt x="15" y="6"/>
                  </a:cubicBezTo>
                  <a:cubicBezTo>
                    <a:pt x="15" y="6"/>
                    <a:pt x="15" y="6"/>
                    <a:pt x="15" y="6"/>
                  </a:cubicBezTo>
                  <a:cubicBezTo>
                    <a:pt x="18" y="4"/>
                    <a:pt x="18" y="4"/>
                    <a:pt x="18" y="4"/>
                  </a:cubicBezTo>
                  <a:cubicBezTo>
                    <a:pt x="17" y="4"/>
                    <a:pt x="17" y="4"/>
                    <a:pt x="17" y="4"/>
                  </a:cubicBezTo>
                  <a:cubicBezTo>
                    <a:pt x="16" y="3"/>
                    <a:pt x="15" y="3"/>
                    <a:pt x="13" y="2"/>
                  </a:cubicBezTo>
                  <a:close/>
                  <a:moveTo>
                    <a:pt x="8" y="5"/>
                  </a:moveTo>
                  <a:cubicBezTo>
                    <a:pt x="8" y="5"/>
                    <a:pt x="8" y="5"/>
                    <a:pt x="9" y="5"/>
                  </a:cubicBezTo>
                  <a:cubicBezTo>
                    <a:pt x="9" y="5"/>
                    <a:pt x="9" y="5"/>
                    <a:pt x="10" y="5"/>
                  </a:cubicBezTo>
                  <a:cubicBezTo>
                    <a:pt x="9" y="7"/>
                    <a:pt x="9" y="7"/>
                    <a:pt x="9" y="7"/>
                  </a:cubicBezTo>
                  <a:cubicBezTo>
                    <a:pt x="8" y="7"/>
                    <a:pt x="8" y="6"/>
                    <a:pt x="8" y="6"/>
                  </a:cubicBezTo>
                  <a:cubicBezTo>
                    <a:pt x="8" y="6"/>
                    <a:pt x="8" y="6"/>
                    <a:pt x="8" y="5"/>
                  </a:cubicBezTo>
                  <a:close/>
                  <a:moveTo>
                    <a:pt x="8" y="13"/>
                  </a:moveTo>
                  <a:cubicBezTo>
                    <a:pt x="9" y="11"/>
                    <a:pt x="9" y="11"/>
                    <a:pt x="9" y="11"/>
                  </a:cubicBezTo>
                  <a:cubicBezTo>
                    <a:pt x="10" y="11"/>
                    <a:pt x="10" y="11"/>
                    <a:pt x="10" y="12"/>
                  </a:cubicBezTo>
                  <a:cubicBezTo>
                    <a:pt x="11" y="12"/>
                    <a:pt x="11" y="12"/>
                    <a:pt x="10" y="12"/>
                  </a:cubicBezTo>
                  <a:cubicBezTo>
                    <a:pt x="10" y="13"/>
                    <a:pt x="10" y="13"/>
                    <a:pt x="8" y="13"/>
                  </a:cubicBezTo>
                  <a:close/>
                  <a:moveTo>
                    <a:pt x="8" y="13"/>
                  </a:moveTo>
                  <a:cubicBezTo>
                    <a:pt x="8" y="13"/>
                    <a:pt x="8" y="13"/>
                    <a:pt x="8"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35"/>
            <p:cNvSpPr>
              <a:spLocks noEditPoints="1"/>
            </p:cNvSpPr>
            <p:nvPr/>
          </p:nvSpPr>
          <p:spPr bwMode="auto">
            <a:xfrm>
              <a:off x="5584825" y="3732213"/>
              <a:ext cx="120650" cy="139700"/>
            </a:xfrm>
            <a:custGeom>
              <a:avLst/>
              <a:gdLst/>
              <a:ahLst/>
              <a:cxnLst>
                <a:cxn ang="0">
                  <a:pos x="73" y="49"/>
                </a:cxn>
                <a:cxn ang="0">
                  <a:pos x="16" y="0"/>
                </a:cxn>
                <a:cxn ang="0">
                  <a:pos x="0" y="36"/>
                </a:cxn>
                <a:cxn ang="0">
                  <a:pos x="57" y="84"/>
                </a:cxn>
                <a:cxn ang="0">
                  <a:pos x="73" y="49"/>
                </a:cxn>
                <a:cxn ang="0">
                  <a:pos x="62" y="43"/>
                </a:cxn>
                <a:cxn ang="0">
                  <a:pos x="69" y="50"/>
                </a:cxn>
                <a:cxn ang="0">
                  <a:pos x="65" y="57"/>
                </a:cxn>
                <a:cxn ang="0">
                  <a:pos x="62" y="43"/>
                </a:cxn>
                <a:cxn ang="0">
                  <a:pos x="11" y="41"/>
                </a:cxn>
                <a:cxn ang="0">
                  <a:pos x="4" y="35"/>
                </a:cxn>
                <a:cxn ang="0">
                  <a:pos x="8" y="27"/>
                </a:cxn>
                <a:cxn ang="0">
                  <a:pos x="11" y="41"/>
                </a:cxn>
                <a:cxn ang="0">
                  <a:pos x="14" y="13"/>
                </a:cxn>
                <a:cxn ang="0">
                  <a:pos x="17" y="6"/>
                </a:cxn>
                <a:cxn ang="0">
                  <a:pos x="24" y="12"/>
                </a:cxn>
                <a:cxn ang="0">
                  <a:pos x="14" y="13"/>
                </a:cxn>
                <a:cxn ang="0">
                  <a:pos x="31" y="55"/>
                </a:cxn>
                <a:cxn ang="0">
                  <a:pos x="25" y="32"/>
                </a:cxn>
                <a:cxn ang="0">
                  <a:pos x="42" y="30"/>
                </a:cxn>
                <a:cxn ang="0">
                  <a:pos x="48" y="52"/>
                </a:cxn>
                <a:cxn ang="0">
                  <a:pos x="31" y="55"/>
                </a:cxn>
                <a:cxn ang="0">
                  <a:pos x="49" y="73"/>
                </a:cxn>
                <a:cxn ang="0">
                  <a:pos x="59" y="71"/>
                </a:cxn>
                <a:cxn ang="0">
                  <a:pos x="56" y="79"/>
                </a:cxn>
                <a:cxn ang="0">
                  <a:pos x="49" y="73"/>
                </a:cxn>
                <a:cxn ang="0">
                  <a:pos x="49" y="73"/>
                </a:cxn>
                <a:cxn ang="0">
                  <a:pos x="49" y="73"/>
                </a:cxn>
              </a:cxnLst>
              <a:rect l="0" t="0" r="r" b="b"/>
              <a:pathLst>
                <a:path w="73" h="84">
                  <a:moveTo>
                    <a:pt x="73" y="49"/>
                  </a:moveTo>
                  <a:cubicBezTo>
                    <a:pt x="16" y="0"/>
                    <a:pt x="16" y="0"/>
                    <a:pt x="16" y="0"/>
                  </a:cubicBezTo>
                  <a:cubicBezTo>
                    <a:pt x="0" y="36"/>
                    <a:pt x="0" y="36"/>
                    <a:pt x="0" y="36"/>
                  </a:cubicBezTo>
                  <a:cubicBezTo>
                    <a:pt x="57" y="84"/>
                    <a:pt x="57" y="84"/>
                    <a:pt x="57" y="84"/>
                  </a:cubicBezTo>
                  <a:lnTo>
                    <a:pt x="73" y="49"/>
                  </a:lnTo>
                  <a:close/>
                  <a:moveTo>
                    <a:pt x="62" y="43"/>
                  </a:moveTo>
                  <a:cubicBezTo>
                    <a:pt x="69" y="50"/>
                    <a:pt x="69" y="50"/>
                    <a:pt x="69" y="50"/>
                  </a:cubicBezTo>
                  <a:cubicBezTo>
                    <a:pt x="65" y="57"/>
                    <a:pt x="65" y="57"/>
                    <a:pt x="65" y="57"/>
                  </a:cubicBezTo>
                  <a:cubicBezTo>
                    <a:pt x="62" y="53"/>
                    <a:pt x="60" y="48"/>
                    <a:pt x="62" y="43"/>
                  </a:cubicBezTo>
                  <a:close/>
                  <a:moveTo>
                    <a:pt x="11" y="41"/>
                  </a:moveTo>
                  <a:cubicBezTo>
                    <a:pt x="4" y="35"/>
                    <a:pt x="4" y="35"/>
                    <a:pt x="4" y="35"/>
                  </a:cubicBezTo>
                  <a:cubicBezTo>
                    <a:pt x="8" y="27"/>
                    <a:pt x="8" y="27"/>
                    <a:pt x="8" y="27"/>
                  </a:cubicBezTo>
                  <a:cubicBezTo>
                    <a:pt x="11" y="31"/>
                    <a:pt x="12" y="37"/>
                    <a:pt x="11" y="41"/>
                  </a:cubicBezTo>
                  <a:close/>
                  <a:moveTo>
                    <a:pt x="14" y="13"/>
                  </a:moveTo>
                  <a:cubicBezTo>
                    <a:pt x="17" y="6"/>
                    <a:pt x="17" y="6"/>
                    <a:pt x="17" y="6"/>
                  </a:cubicBezTo>
                  <a:cubicBezTo>
                    <a:pt x="24" y="12"/>
                    <a:pt x="24" y="12"/>
                    <a:pt x="24" y="12"/>
                  </a:cubicBezTo>
                  <a:cubicBezTo>
                    <a:pt x="22" y="15"/>
                    <a:pt x="18" y="16"/>
                    <a:pt x="14" y="13"/>
                  </a:cubicBezTo>
                  <a:close/>
                  <a:moveTo>
                    <a:pt x="31" y="55"/>
                  </a:moveTo>
                  <a:cubicBezTo>
                    <a:pt x="24" y="49"/>
                    <a:pt x="22" y="39"/>
                    <a:pt x="25" y="32"/>
                  </a:cubicBezTo>
                  <a:cubicBezTo>
                    <a:pt x="28" y="25"/>
                    <a:pt x="36" y="24"/>
                    <a:pt x="42" y="30"/>
                  </a:cubicBezTo>
                  <a:cubicBezTo>
                    <a:pt x="48" y="35"/>
                    <a:pt x="51" y="45"/>
                    <a:pt x="48" y="52"/>
                  </a:cubicBezTo>
                  <a:cubicBezTo>
                    <a:pt x="45" y="59"/>
                    <a:pt x="37" y="60"/>
                    <a:pt x="31" y="55"/>
                  </a:cubicBezTo>
                  <a:close/>
                  <a:moveTo>
                    <a:pt x="49" y="73"/>
                  </a:moveTo>
                  <a:cubicBezTo>
                    <a:pt x="51" y="69"/>
                    <a:pt x="55" y="69"/>
                    <a:pt x="59" y="71"/>
                  </a:cubicBezTo>
                  <a:cubicBezTo>
                    <a:pt x="56" y="79"/>
                    <a:pt x="56" y="79"/>
                    <a:pt x="56" y="79"/>
                  </a:cubicBezTo>
                  <a:lnTo>
                    <a:pt x="49" y="73"/>
                  </a:lnTo>
                  <a:close/>
                  <a:moveTo>
                    <a:pt x="49" y="73"/>
                  </a:moveTo>
                  <a:cubicBezTo>
                    <a:pt x="49" y="73"/>
                    <a:pt x="49" y="73"/>
                    <a:pt x="49" y="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36"/>
            <p:cNvSpPr>
              <a:spLocks noEditPoints="1"/>
            </p:cNvSpPr>
            <p:nvPr/>
          </p:nvSpPr>
          <p:spPr bwMode="auto">
            <a:xfrm>
              <a:off x="5630863" y="3784600"/>
              <a:ext cx="26988" cy="34925"/>
            </a:xfrm>
            <a:custGeom>
              <a:avLst/>
              <a:gdLst/>
              <a:ahLst/>
              <a:cxnLst>
                <a:cxn ang="0">
                  <a:pos x="13" y="3"/>
                </a:cxn>
                <a:cxn ang="0">
                  <a:pos x="14" y="1"/>
                </a:cxn>
                <a:cxn ang="0">
                  <a:pos x="12" y="0"/>
                </a:cxn>
                <a:cxn ang="0">
                  <a:pos x="11" y="2"/>
                </a:cxn>
                <a:cxn ang="0">
                  <a:pos x="7" y="1"/>
                </a:cxn>
                <a:cxn ang="0">
                  <a:pos x="5" y="2"/>
                </a:cxn>
                <a:cxn ang="0">
                  <a:pos x="5" y="6"/>
                </a:cxn>
                <a:cxn ang="0">
                  <a:pos x="6" y="9"/>
                </a:cxn>
                <a:cxn ang="0">
                  <a:pos x="7" y="10"/>
                </a:cxn>
                <a:cxn ang="0">
                  <a:pos x="5" y="14"/>
                </a:cxn>
                <a:cxn ang="0">
                  <a:pos x="4" y="12"/>
                </a:cxn>
                <a:cxn ang="0">
                  <a:pos x="2" y="10"/>
                </a:cxn>
                <a:cxn ang="0">
                  <a:pos x="2" y="9"/>
                </a:cxn>
                <a:cxn ang="0">
                  <a:pos x="0" y="12"/>
                </a:cxn>
                <a:cxn ang="0">
                  <a:pos x="1" y="12"/>
                </a:cxn>
                <a:cxn ang="0">
                  <a:pos x="4" y="17"/>
                </a:cxn>
                <a:cxn ang="0">
                  <a:pos x="3" y="19"/>
                </a:cxn>
                <a:cxn ang="0">
                  <a:pos x="5" y="21"/>
                </a:cxn>
                <a:cxn ang="0">
                  <a:pos x="6" y="18"/>
                </a:cxn>
                <a:cxn ang="0">
                  <a:pos x="10" y="19"/>
                </a:cxn>
                <a:cxn ang="0">
                  <a:pos x="12" y="18"/>
                </a:cxn>
                <a:cxn ang="0">
                  <a:pos x="12" y="15"/>
                </a:cxn>
                <a:cxn ang="0">
                  <a:pos x="10" y="10"/>
                </a:cxn>
                <a:cxn ang="0">
                  <a:pos x="10" y="10"/>
                </a:cxn>
                <a:cxn ang="0">
                  <a:pos x="12" y="6"/>
                </a:cxn>
                <a:cxn ang="0">
                  <a:pos x="14" y="9"/>
                </a:cxn>
                <a:cxn ang="0">
                  <a:pos x="14" y="10"/>
                </a:cxn>
                <a:cxn ang="0">
                  <a:pos x="16" y="8"/>
                </a:cxn>
                <a:cxn ang="0">
                  <a:pos x="16" y="7"/>
                </a:cxn>
                <a:cxn ang="0">
                  <a:pos x="13" y="3"/>
                </a:cxn>
                <a:cxn ang="0">
                  <a:pos x="9" y="15"/>
                </a:cxn>
                <a:cxn ang="0">
                  <a:pos x="7" y="15"/>
                </a:cxn>
                <a:cxn ang="0">
                  <a:pos x="9" y="13"/>
                </a:cxn>
                <a:cxn ang="0">
                  <a:pos x="9" y="14"/>
                </a:cxn>
                <a:cxn ang="0">
                  <a:pos x="9" y="15"/>
                </a:cxn>
                <a:cxn ang="0">
                  <a:pos x="8" y="7"/>
                </a:cxn>
                <a:cxn ang="0">
                  <a:pos x="8" y="6"/>
                </a:cxn>
                <a:cxn ang="0">
                  <a:pos x="8" y="5"/>
                </a:cxn>
                <a:cxn ang="0">
                  <a:pos x="9" y="4"/>
                </a:cxn>
                <a:cxn ang="0">
                  <a:pos x="10" y="4"/>
                </a:cxn>
                <a:cxn ang="0">
                  <a:pos x="8" y="7"/>
                </a:cxn>
                <a:cxn ang="0">
                  <a:pos x="8" y="7"/>
                </a:cxn>
                <a:cxn ang="0">
                  <a:pos x="8" y="7"/>
                </a:cxn>
              </a:cxnLst>
              <a:rect l="0" t="0" r="r" b="b"/>
              <a:pathLst>
                <a:path w="16" h="21">
                  <a:moveTo>
                    <a:pt x="13" y="3"/>
                  </a:moveTo>
                  <a:cubicBezTo>
                    <a:pt x="14" y="1"/>
                    <a:pt x="14" y="1"/>
                    <a:pt x="14" y="1"/>
                  </a:cubicBezTo>
                  <a:cubicBezTo>
                    <a:pt x="12" y="0"/>
                    <a:pt x="12" y="0"/>
                    <a:pt x="12" y="0"/>
                  </a:cubicBezTo>
                  <a:cubicBezTo>
                    <a:pt x="11" y="2"/>
                    <a:pt x="11" y="2"/>
                    <a:pt x="11" y="2"/>
                  </a:cubicBezTo>
                  <a:cubicBezTo>
                    <a:pt x="10" y="1"/>
                    <a:pt x="8" y="0"/>
                    <a:pt x="7" y="1"/>
                  </a:cubicBezTo>
                  <a:cubicBezTo>
                    <a:pt x="6" y="1"/>
                    <a:pt x="5" y="1"/>
                    <a:pt x="5" y="2"/>
                  </a:cubicBezTo>
                  <a:cubicBezTo>
                    <a:pt x="5" y="3"/>
                    <a:pt x="4" y="4"/>
                    <a:pt x="5" y="6"/>
                  </a:cubicBezTo>
                  <a:cubicBezTo>
                    <a:pt x="5" y="7"/>
                    <a:pt x="6" y="8"/>
                    <a:pt x="6" y="9"/>
                  </a:cubicBezTo>
                  <a:cubicBezTo>
                    <a:pt x="7" y="10"/>
                    <a:pt x="7" y="10"/>
                    <a:pt x="7" y="10"/>
                  </a:cubicBezTo>
                  <a:cubicBezTo>
                    <a:pt x="5" y="14"/>
                    <a:pt x="5" y="14"/>
                    <a:pt x="5" y="14"/>
                  </a:cubicBezTo>
                  <a:cubicBezTo>
                    <a:pt x="5" y="14"/>
                    <a:pt x="4" y="13"/>
                    <a:pt x="4" y="12"/>
                  </a:cubicBezTo>
                  <a:cubicBezTo>
                    <a:pt x="3" y="11"/>
                    <a:pt x="2" y="10"/>
                    <a:pt x="2" y="10"/>
                  </a:cubicBezTo>
                  <a:cubicBezTo>
                    <a:pt x="2" y="9"/>
                    <a:pt x="2" y="9"/>
                    <a:pt x="2" y="9"/>
                  </a:cubicBezTo>
                  <a:cubicBezTo>
                    <a:pt x="0" y="12"/>
                    <a:pt x="0" y="12"/>
                    <a:pt x="0" y="12"/>
                  </a:cubicBezTo>
                  <a:cubicBezTo>
                    <a:pt x="1" y="12"/>
                    <a:pt x="1" y="12"/>
                    <a:pt x="1" y="12"/>
                  </a:cubicBezTo>
                  <a:cubicBezTo>
                    <a:pt x="1" y="14"/>
                    <a:pt x="3" y="15"/>
                    <a:pt x="4" y="17"/>
                  </a:cubicBezTo>
                  <a:cubicBezTo>
                    <a:pt x="3" y="19"/>
                    <a:pt x="3" y="19"/>
                    <a:pt x="3" y="19"/>
                  </a:cubicBezTo>
                  <a:cubicBezTo>
                    <a:pt x="5" y="21"/>
                    <a:pt x="5" y="21"/>
                    <a:pt x="5" y="21"/>
                  </a:cubicBezTo>
                  <a:cubicBezTo>
                    <a:pt x="6" y="18"/>
                    <a:pt x="6" y="18"/>
                    <a:pt x="6" y="18"/>
                  </a:cubicBezTo>
                  <a:cubicBezTo>
                    <a:pt x="8" y="19"/>
                    <a:pt x="9" y="20"/>
                    <a:pt x="10" y="19"/>
                  </a:cubicBezTo>
                  <a:cubicBezTo>
                    <a:pt x="11" y="19"/>
                    <a:pt x="12" y="19"/>
                    <a:pt x="12" y="18"/>
                  </a:cubicBezTo>
                  <a:cubicBezTo>
                    <a:pt x="13" y="17"/>
                    <a:pt x="13" y="16"/>
                    <a:pt x="12" y="15"/>
                  </a:cubicBezTo>
                  <a:cubicBezTo>
                    <a:pt x="12" y="13"/>
                    <a:pt x="12" y="12"/>
                    <a:pt x="10" y="10"/>
                  </a:cubicBezTo>
                  <a:cubicBezTo>
                    <a:pt x="10" y="10"/>
                    <a:pt x="10" y="10"/>
                    <a:pt x="10" y="10"/>
                  </a:cubicBezTo>
                  <a:cubicBezTo>
                    <a:pt x="12" y="6"/>
                    <a:pt x="12" y="6"/>
                    <a:pt x="12" y="6"/>
                  </a:cubicBezTo>
                  <a:cubicBezTo>
                    <a:pt x="12" y="7"/>
                    <a:pt x="13" y="8"/>
                    <a:pt x="14" y="9"/>
                  </a:cubicBezTo>
                  <a:cubicBezTo>
                    <a:pt x="14" y="10"/>
                    <a:pt x="14" y="10"/>
                    <a:pt x="14" y="10"/>
                  </a:cubicBezTo>
                  <a:cubicBezTo>
                    <a:pt x="16" y="8"/>
                    <a:pt x="16" y="8"/>
                    <a:pt x="16" y="8"/>
                  </a:cubicBezTo>
                  <a:cubicBezTo>
                    <a:pt x="16" y="7"/>
                    <a:pt x="16" y="7"/>
                    <a:pt x="16" y="7"/>
                  </a:cubicBezTo>
                  <a:cubicBezTo>
                    <a:pt x="15" y="6"/>
                    <a:pt x="14" y="5"/>
                    <a:pt x="13" y="3"/>
                  </a:cubicBezTo>
                  <a:close/>
                  <a:moveTo>
                    <a:pt x="9" y="15"/>
                  </a:moveTo>
                  <a:cubicBezTo>
                    <a:pt x="9" y="16"/>
                    <a:pt x="9" y="16"/>
                    <a:pt x="7" y="15"/>
                  </a:cubicBezTo>
                  <a:cubicBezTo>
                    <a:pt x="9" y="13"/>
                    <a:pt x="9" y="13"/>
                    <a:pt x="9" y="13"/>
                  </a:cubicBezTo>
                  <a:cubicBezTo>
                    <a:pt x="9" y="13"/>
                    <a:pt x="9" y="14"/>
                    <a:pt x="9" y="14"/>
                  </a:cubicBezTo>
                  <a:cubicBezTo>
                    <a:pt x="9" y="15"/>
                    <a:pt x="9" y="15"/>
                    <a:pt x="9" y="15"/>
                  </a:cubicBezTo>
                  <a:close/>
                  <a:moveTo>
                    <a:pt x="8" y="7"/>
                  </a:moveTo>
                  <a:cubicBezTo>
                    <a:pt x="8" y="7"/>
                    <a:pt x="8" y="6"/>
                    <a:pt x="8" y="6"/>
                  </a:cubicBezTo>
                  <a:cubicBezTo>
                    <a:pt x="8" y="5"/>
                    <a:pt x="8" y="5"/>
                    <a:pt x="8" y="5"/>
                  </a:cubicBezTo>
                  <a:cubicBezTo>
                    <a:pt x="8" y="4"/>
                    <a:pt x="8" y="4"/>
                    <a:pt x="9" y="4"/>
                  </a:cubicBezTo>
                  <a:cubicBezTo>
                    <a:pt x="9" y="4"/>
                    <a:pt x="9" y="4"/>
                    <a:pt x="10" y="4"/>
                  </a:cubicBezTo>
                  <a:lnTo>
                    <a:pt x="8" y="7"/>
                  </a:lnTo>
                  <a:close/>
                  <a:moveTo>
                    <a:pt x="8" y="7"/>
                  </a:moveTo>
                  <a:cubicBezTo>
                    <a:pt x="8" y="7"/>
                    <a:pt x="8" y="7"/>
                    <a:pt x="8"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56" name="TextBox 155"/>
          <p:cNvSpPr txBox="1"/>
          <p:nvPr/>
        </p:nvSpPr>
        <p:spPr>
          <a:xfrm>
            <a:off x="2932519" y="2055108"/>
            <a:ext cx="1357367" cy="1200329"/>
          </a:xfrm>
          <a:prstGeom prst="rect">
            <a:avLst/>
          </a:prstGeom>
          <a:noFill/>
        </p:spPr>
        <p:txBody>
          <a:bodyPr wrap="square" rtlCol="0">
            <a:spAutoFit/>
          </a:bodyPr>
          <a:lstStyle/>
          <a:p>
            <a:pPr algn="ctr"/>
            <a:r>
              <a:rPr lang="en-US" sz="1100" b="1" dirty="0">
                <a:solidFill>
                  <a:schemeClr val="accent2"/>
                </a:solidFill>
                <a:latin typeface="+mj-lt"/>
              </a:rPr>
              <a:t>Title Goes Here</a:t>
            </a:r>
            <a:br>
              <a:rPr lang="en-US" sz="1200" b="1" dirty="0">
                <a:solidFill>
                  <a:schemeClr val="accent1"/>
                </a:solidFill>
                <a:latin typeface="+mj-lt"/>
              </a:rPr>
            </a:br>
            <a:r>
              <a:rPr lang="en-US" sz="1000" dirty="0">
                <a:solidFill>
                  <a:schemeClr val="bg1">
                    <a:lumMod val="50000"/>
                  </a:schemeClr>
                </a:solidFill>
              </a:rPr>
              <a:t>There are many variations of Lorem Ipsum but the majority have suffered  There are many variations of Lorem</a:t>
            </a:r>
          </a:p>
        </p:txBody>
      </p:sp>
      <p:sp>
        <p:nvSpPr>
          <p:cNvPr id="157" name="TextBox 156"/>
          <p:cNvSpPr txBox="1"/>
          <p:nvPr/>
        </p:nvSpPr>
        <p:spPr>
          <a:xfrm>
            <a:off x="4304126" y="2055108"/>
            <a:ext cx="1357367" cy="1200329"/>
          </a:xfrm>
          <a:prstGeom prst="rect">
            <a:avLst/>
          </a:prstGeom>
          <a:noFill/>
        </p:spPr>
        <p:txBody>
          <a:bodyPr wrap="square" rtlCol="0">
            <a:spAutoFit/>
          </a:bodyPr>
          <a:lstStyle/>
          <a:p>
            <a:pPr algn="ctr"/>
            <a:r>
              <a:rPr lang="en-US" sz="1100" b="1" dirty="0">
                <a:solidFill>
                  <a:schemeClr val="accent3"/>
                </a:solidFill>
                <a:latin typeface="+mj-lt"/>
              </a:rPr>
              <a:t>Title Goes Here</a:t>
            </a:r>
            <a:br>
              <a:rPr lang="en-US" sz="1200" b="1" dirty="0">
                <a:solidFill>
                  <a:schemeClr val="accent1"/>
                </a:solidFill>
                <a:latin typeface="+mj-lt"/>
              </a:rPr>
            </a:br>
            <a:r>
              <a:rPr lang="en-US" sz="1000" dirty="0">
                <a:solidFill>
                  <a:schemeClr val="bg1">
                    <a:lumMod val="50000"/>
                  </a:schemeClr>
                </a:solidFill>
              </a:rPr>
              <a:t>There are many variations of Lorem Ipsum but the majority have suffered  There are many variations of Lorem</a:t>
            </a:r>
          </a:p>
        </p:txBody>
      </p:sp>
      <p:sp>
        <p:nvSpPr>
          <p:cNvPr id="158" name="TextBox 157"/>
          <p:cNvSpPr txBox="1"/>
          <p:nvPr/>
        </p:nvSpPr>
        <p:spPr>
          <a:xfrm>
            <a:off x="5661485" y="2055108"/>
            <a:ext cx="1357367" cy="1200329"/>
          </a:xfrm>
          <a:prstGeom prst="rect">
            <a:avLst/>
          </a:prstGeom>
          <a:noFill/>
        </p:spPr>
        <p:txBody>
          <a:bodyPr wrap="square" rtlCol="0">
            <a:spAutoFit/>
          </a:bodyPr>
          <a:lstStyle/>
          <a:p>
            <a:pPr algn="ctr"/>
            <a:r>
              <a:rPr lang="en-US" sz="1100" b="1" dirty="0">
                <a:solidFill>
                  <a:schemeClr val="accent4"/>
                </a:solidFill>
                <a:latin typeface="+mj-lt"/>
              </a:rPr>
              <a:t>Title Goes Here</a:t>
            </a:r>
            <a:br>
              <a:rPr lang="en-US" sz="1200" b="1" dirty="0">
                <a:solidFill>
                  <a:schemeClr val="accent1"/>
                </a:solidFill>
                <a:latin typeface="+mj-lt"/>
              </a:rPr>
            </a:br>
            <a:r>
              <a:rPr lang="en-US" sz="1000" dirty="0">
                <a:solidFill>
                  <a:schemeClr val="bg1">
                    <a:lumMod val="50000"/>
                  </a:schemeClr>
                </a:solidFill>
              </a:rPr>
              <a:t>There are many variations of Lorem Ipsum but the majority have suffered  There are many variations of Lorem</a:t>
            </a:r>
          </a:p>
        </p:txBody>
      </p:sp>
      <p:sp>
        <p:nvSpPr>
          <p:cNvPr id="159" name="TextBox 158"/>
          <p:cNvSpPr txBox="1"/>
          <p:nvPr/>
        </p:nvSpPr>
        <p:spPr>
          <a:xfrm>
            <a:off x="7018852" y="2055108"/>
            <a:ext cx="1357367" cy="1200329"/>
          </a:xfrm>
          <a:prstGeom prst="rect">
            <a:avLst/>
          </a:prstGeom>
          <a:noFill/>
        </p:spPr>
        <p:txBody>
          <a:bodyPr wrap="square" rtlCol="0">
            <a:spAutoFit/>
          </a:bodyPr>
          <a:lstStyle/>
          <a:p>
            <a:pPr algn="ctr"/>
            <a:r>
              <a:rPr lang="en-US" sz="1100" b="1" dirty="0">
                <a:solidFill>
                  <a:schemeClr val="accent5"/>
                </a:solidFill>
                <a:latin typeface="+mj-lt"/>
              </a:rPr>
              <a:t>Title Goes Here</a:t>
            </a:r>
            <a:br>
              <a:rPr lang="en-US" sz="1200" b="1" dirty="0">
                <a:solidFill>
                  <a:schemeClr val="accent1"/>
                </a:solidFill>
                <a:latin typeface="+mj-lt"/>
              </a:rPr>
            </a:br>
            <a:r>
              <a:rPr lang="en-US" sz="1000" dirty="0">
                <a:solidFill>
                  <a:schemeClr val="bg1">
                    <a:lumMod val="50000"/>
                  </a:schemeClr>
                </a:solidFill>
              </a:rPr>
              <a:t>There are many variations of Lorem Ipsum but the majority have suffered  There are many variations of Lorem</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p:cTn id="12" dur="500" fill="hold"/>
                                        <p:tgtEl>
                                          <p:spTgt spid="17"/>
                                        </p:tgtEl>
                                        <p:attrNameLst>
                                          <p:attrName>ppt_w</p:attrName>
                                        </p:attrNameLst>
                                      </p:cBhvr>
                                      <p:tavLst>
                                        <p:tav tm="0">
                                          <p:val>
                                            <p:fltVal val="0"/>
                                          </p:val>
                                        </p:tav>
                                        <p:tav tm="100000">
                                          <p:val>
                                            <p:strVal val="#ppt_w"/>
                                          </p:val>
                                        </p:tav>
                                      </p:tavLst>
                                    </p:anim>
                                    <p:anim calcmode="lin" valueType="num">
                                      <p:cBhvr>
                                        <p:cTn id="13" dur="500" fill="hold"/>
                                        <p:tgtEl>
                                          <p:spTgt spid="17"/>
                                        </p:tgtEl>
                                        <p:attrNameLst>
                                          <p:attrName>ppt_h</p:attrName>
                                        </p:attrNameLst>
                                      </p:cBhvr>
                                      <p:tavLst>
                                        <p:tav tm="0">
                                          <p:val>
                                            <p:fltVal val="0"/>
                                          </p:val>
                                        </p:tav>
                                        <p:tav tm="100000">
                                          <p:val>
                                            <p:strVal val="#ppt_h"/>
                                          </p:val>
                                        </p:tav>
                                      </p:tavLst>
                                    </p:anim>
                                    <p:animEffect transition="in" filter="fade">
                                      <p:cBhvr>
                                        <p:cTn id="14" dur="500"/>
                                        <p:tgtEl>
                                          <p:spTgt spid="17"/>
                                        </p:tgtEl>
                                      </p:cBhvr>
                                    </p:animEffect>
                                  </p:childTnLst>
                                </p:cTn>
                              </p:par>
                            </p:childTnLst>
                          </p:cTn>
                        </p:par>
                        <p:par>
                          <p:cTn id="15" fill="hold">
                            <p:stCondLst>
                              <p:cond delay="1000"/>
                            </p:stCondLst>
                            <p:childTnLst>
                              <p:par>
                                <p:cTn id="16" presetID="17" presetClass="entr" presetSubtype="8" fill="hold" grpId="0" nodeType="afterEffect">
                                  <p:stCondLst>
                                    <p:cond delay="0"/>
                                  </p:stCondLst>
                                  <p:childTnLst>
                                    <p:set>
                                      <p:cBhvr>
                                        <p:cTn id="17" dur="1" fill="hold">
                                          <p:stCondLst>
                                            <p:cond delay="0"/>
                                          </p:stCondLst>
                                        </p:cTn>
                                        <p:tgtEl>
                                          <p:spTgt spid="111"/>
                                        </p:tgtEl>
                                        <p:attrNameLst>
                                          <p:attrName>style.visibility</p:attrName>
                                        </p:attrNameLst>
                                      </p:cBhvr>
                                      <p:to>
                                        <p:strVal val="visible"/>
                                      </p:to>
                                    </p:set>
                                    <p:anim calcmode="lin" valueType="num">
                                      <p:cBhvr>
                                        <p:cTn id="18" dur="500" fill="hold"/>
                                        <p:tgtEl>
                                          <p:spTgt spid="111"/>
                                        </p:tgtEl>
                                        <p:attrNameLst>
                                          <p:attrName>ppt_x</p:attrName>
                                        </p:attrNameLst>
                                      </p:cBhvr>
                                      <p:tavLst>
                                        <p:tav tm="0">
                                          <p:val>
                                            <p:strVal val="#ppt_x-#ppt_w/2"/>
                                          </p:val>
                                        </p:tav>
                                        <p:tav tm="100000">
                                          <p:val>
                                            <p:strVal val="#ppt_x"/>
                                          </p:val>
                                        </p:tav>
                                      </p:tavLst>
                                    </p:anim>
                                    <p:anim calcmode="lin" valueType="num">
                                      <p:cBhvr>
                                        <p:cTn id="19" dur="500" fill="hold"/>
                                        <p:tgtEl>
                                          <p:spTgt spid="111"/>
                                        </p:tgtEl>
                                        <p:attrNameLst>
                                          <p:attrName>ppt_y</p:attrName>
                                        </p:attrNameLst>
                                      </p:cBhvr>
                                      <p:tavLst>
                                        <p:tav tm="0">
                                          <p:val>
                                            <p:strVal val="#ppt_y"/>
                                          </p:val>
                                        </p:tav>
                                        <p:tav tm="100000">
                                          <p:val>
                                            <p:strVal val="#ppt_y"/>
                                          </p:val>
                                        </p:tav>
                                      </p:tavLst>
                                    </p:anim>
                                    <p:anim calcmode="lin" valueType="num">
                                      <p:cBhvr>
                                        <p:cTn id="20" dur="500" fill="hold"/>
                                        <p:tgtEl>
                                          <p:spTgt spid="111"/>
                                        </p:tgtEl>
                                        <p:attrNameLst>
                                          <p:attrName>ppt_w</p:attrName>
                                        </p:attrNameLst>
                                      </p:cBhvr>
                                      <p:tavLst>
                                        <p:tav tm="0">
                                          <p:val>
                                            <p:fltVal val="0"/>
                                          </p:val>
                                        </p:tav>
                                        <p:tav tm="100000">
                                          <p:val>
                                            <p:strVal val="#ppt_w"/>
                                          </p:val>
                                        </p:tav>
                                      </p:tavLst>
                                    </p:anim>
                                    <p:anim calcmode="lin" valueType="num">
                                      <p:cBhvr>
                                        <p:cTn id="21" dur="500" fill="hold"/>
                                        <p:tgtEl>
                                          <p:spTgt spid="111"/>
                                        </p:tgtEl>
                                        <p:attrNameLst>
                                          <p:attrName>ppt_h</p:attrName>
                                        </p:attrNameLst>
                                      </p:cBhvr>
                                      <p:tavLst>
                                        <p:tav tm="0">
                                          <p:val>
                                            <p:strVal val="#ppt_h"/>
                                          </p:val>
                                        </p:tav>
                                        <p:tav tm="100000">
                                          <p:val>
                                            <p:strVal val="#ppt_h"/>
                                          </p:val>
                                        </p:tav>
                                      </p:tavLst>
                                    </p:anim>
                                  </p:childTnLst>
                                </p:cTn>
                              </p:par>
                            </p:childTnLst>
                          </p:cTn>
                        </p:par>
                        <p:par>
                          <p:cTn id="22" fill="hold">
                            <p:stCondLst>
                              <p:cond delay="1500"/>
                            </p:stCondLst>
                            <p:childTnLst>
                              <p:par>
                                <p:cTn id="23" presetID="22" presetClass="entr" presetSubtype="4" fill="hold" grpId="0" nodeType="afterEffect">
                                  <p:stCondLst>
                                    <p:cond delay="0"/>
                                  </p:stCondLst>
                                  <p:childTnLst>
                                    <p:set>
                                      <p:cBhvr>
                                        <p:cTn id="24" dur="1" fill="hold">
                                          <p:stCondLst>
                                            <p:cond delay="0"/>
                                          </p:stCondLst>
                                        </p:cTn>
                                        <p:tgtEl>
                                          <p:spTgt spid="156"/>
                                        </p:tgtEl>
                                        <p:attrNameLst>
                                          <p:attrName>style.visibility</p:attrName>
                                        </p:attrNameLst>
                                      </p:cBhvr>
                                      <p:to>
                                        <p:strVal val="visible"/>
                                      </p:to>
                                    </p:set>
                                    <p:animEffect transition="in" filter="wipe(down)">
                                      <p:cBhvr>
                                        <p:cTn id="25" dur="500"/>
                                        <p:tgtEl>
                                          <p:spTgt spid="156"/>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p:cTn id="29" dur="500" fill="hold"/>
                                        <p:tgtEl>
                                          <p:spTgt spid="19"/>
                                        </p:tgtEl>
                                        <p:attrNameLst>
                                          <p:attrName>ppt_w</p:attrName>
                                        </p:attrNameLst>
                                      </p:cBhvr>
                                      <p:tavLst>
                                        <p:tav tm="0">
                                          <p:val>
                                            <p:fltVal val="0"/>
                                          </p:val>
                                        </p:tav>
                                        <p:tav tm="100000">
                                          <p:val>
                                            <p:strVal val="#ppt_w"/>
                                          </p:val>
                                        </p:tav>
                                      </p:tavLst>
                                    </p:anim>
                                    <p:anim calcmode="lin" valueType="num">
                                      <p:cBhvr>
                                        <p:cTn id="30" dur="500" fill="hold"/>
                                        <p:tgtEl>
                                          <p:spTgt spid="19"/>
                                        </p:tgtEl>
                                        <p:attrNameLst>
                                          <p:attrName>ppt_h</p:attrName>
                                        </p:attrNameLst>
                                      </p:cBhvr>
                                      <p:tavLst>
                                        <p:tav tm="0">
                                          <p:val>
                                            <p:fltVal val="0"/>
                                          </p:val>
                                        </p:tav>
                                        <p:tav tm="100000">
                                          <p:val>
                                            <p:strVal val="#ppt_h"/>
                                          </p:val>
                                        </p:tav>
                                      </p:tavLst>
                                    </p:anim>
                                    <p:animEffect transition="in" filter="fade">
                                      <p:cBhvr>
                                        <p:cTn id="31" dur="500"/>
                                        <p:tgtEl>
                                          <p:spTgt spid="19"/>
                                        </p:tgtEl>
                                      </p:cBhvr>
                                    </p:animEffect>
                                  </p:childTnLst>
                                </p:cTn>
                              </p:par>
                            </p:childTnLst>
                          </p:cTn>
                        </p:par>
                        <p:par>
                          <p:cTn id="32" fill="hold">
                            <p:stCondLst>
                              <p:cond delay="2500"/>
                            </p:stCondLst>
                            <p:childTnLst>
                              <p:par>
                                <p:cTn id="33" presetID="17" presetClass="entr" presetSubtype="8" fill="hold" grpId="0" nodeType="afterEffect">
                                  <p:stCondLst>
                                    <p:cond delay="0"/>
                                  </p:stCondLst>
                                  <p:childTnLst>
                                    <p:set>
                                      <p:cBhvr>
                                        <p:cTn id="34" dur="1" fill="hold">
                                          <p:stCondLst>
                                            <p:cond delay="0"/>
                                          </p:stCondLst>
                                        </p:cTn>
                                        <p:tgtEl>
                                          <p:spTgt spid="112"/>
                                        </p:tgtEl>
                                        <p:attrNameLst>
                                          <p:attrName>style.visibility</p:attrName>
                                        </p:attrNameLst>
                                      </p:cBhvr>
                                      <p:to>
                                        <p:strVal val="visible"/>
                                      </p:to>
                                    </p:set>
                                    <p:anim calcmode="lin" valueType="num">
                                      <p:cBhvr>
                                        <p:cTn id="35" dur="500" fill="hold"/>
                                        <p:tgtEl>
                                          <p:spTgt spid="112"/>
                                        </p:tgtEl>
                                        <p:attrNameLst>
                                          <p:attrName>ppt_x</p:attrName>
                                        </p:attrNameLst>
                                      </p:cBhvr>
                                      <p:tavLst>
                                        <p:tav tm="0">
                                          <p:val>
                                            <p:strVal val="#ppt_x-#ppt_w/2"/>
                                          </p:val>
                                        </p:tav>
                                        <p:tav tm="100000">
                                          <p:val>
                                            <p:strVal val="#ppt_x"/>
                                          </p:val>
                                        </p:tav>
                                      </p:tavLst>
                                    </p:anim>
                                    <p:anim calcmode="lin" valueType="num">
                                      <p:cBhvr>
                                        <p:cTn id="36" dur="500" fill="hold"/>
                                        <p:tgtEl>
                                          <p:spTgt spid="112"/>
                                        </p:tgtEl>
                                        <p:attrNameLst>
                                          <p:attrName>ppt_y</p:attrName>
                                        </p:attrNameLst>
                                      </p:cBhvr>
                                      <p:tavLst>
                                        <p:tav tm="0">
                                          <p:val>
                                            <p:strVal val="#ppt_y"/>
                                          </p:val>
                                        </p:tav>
                                        <p:tav tm="100000">
                                          <p:val>
                                            <p:strVal val="#ppt_y"/>
                                          </p:val>
                                        </p:tav>
                                      </p:tavLst>
                                    </p:anim>
                                    <p:anim calcmode="lin" valueType="num">
                                      <p:cBhvr>
                                        <p:cTn id="37" dur="500" fill="hold"/>
                                        <p:tgtEl>
                                          <p:spTgt spid="112"/>
                                        </p:tgtEl>
                                        <p:attrNameLst>
                                          <p:attrName>ppt_w</p:attrName>
                                        </p:attrNameLst>
                                      </p:cBhvr>
                                      <p:tavLst>
                                        <p:tav tm="0">
                                          <p:val>
                                            <p:fltVal val="0"/>
                                          </p:val>
                                        </p:tav>
                                        <p:tav tm="100000">
                                          <p:val>
                                            <p:strVal val="#ppt_w"/>
                                          </p:val>
                                        </p:tav>
                                      </p:tavLst>
                                    </p:anim>
                                    <p:anim calcmode="lin" valueType="num">
                                      <p:cBhvr>
                                        <p:cTn id="38" dur="500" fill="hold"/>
                                        <p:tgtEl>
                                          <p:spTgt spid="112"/>
                                        </p:tgtEl>
                                        <p:attrNameLst>
                                          <p:attrName>ppt_h</p:attrName>
                                        </p:attrNameLst>
                                      </p:cBhvr>
                                      <p:tavLst>
                                        <p:tav tm="0">
                                          <p:val>
                                            <p:strVal val="#ppt_h"/>
                                          </p:val>
                                        </p:tav>
                                        <p:tav tm="100000">
                                          <p:val>
                                            <p:strVal val="#ppt_h"/>
                                          </p:val>
                                        </p:tav>
                                      </p:tavLst>
                                    </p:anim>
                                  </p:childTnLst>
                                </p:cTn>
                              </p:par>
                            </p:childTnLst>
                          </p:cTn>
                        </p:par>
                        <p:par>
                          <p:cTn id="39" fill="hold">
                            <p:stCondLst>
                              <p:cond delay="3000"/>
                            </p:stCondLst>
                            <p:childTnLst>
                              <p:par>
                                <p:cTn id="40" presetID="22" presetClass="entr" presetSubtype="4" fill="hold" grpId="0" nodeType="afterEffect">
                                  <p:stCondLst>
                                    <p:cond delay="0"/>
                                  </p:stCondLst>
                                  <p:childTnLst>
                                    <p:set>
                                      <p:cBhvr>
                                        <p:cTn id="41" dur="1" fill="hold">
                                          <p:stCondLst>
                                            <p:cond delay="0"/>
                                          </p:stCondLst>
                                        </p:cTn>
                                        <p:tgtEl>
                                          <p:spTgt spid="157"/>
                                        </p:tgtEl>
                                        <p:attrNameLst>
                                          <p:attrName>style.visibility</p:attrName>
                                        </p:attrNameLst>
                                      </p:cBhvr>
                                      <p:to>
                                        <p:strVal val="visible"/>
                                      </p:to>
                                    </p:set>
                                    <p:animEffect transition="in" filter="wipe(down)">
                                      <p:cBhvr>
                                        <p:cTn id="42" dur="500"/>
                                        <p:tgtEl>
                                          <p:spTgt spid="157"/>
                                        </p:tgtEl>
                                      </p:cBhvr>
                                    </p:animEffect>
                                  </p:childTnLst>
                                </p:cTn>
                              </p:par>
                            </p:childTnLst>
                          </p:cTn>
                        </p:par>
                        <p:par>
                          <p:cTn id="43" fill="hold">
                            <p:stCondLst>
                              <p:cond delay="3500"/>
                            </p:stCondLst>
                            <p:childTnLst>
                              <p:par>
                                <p:cTn id="44" presetID="53" presetClass="entr" presetSubtype="0" fill="hold" nodeType="after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p:cTn id="46" dur="500" fill="hold"/>
                                        <p:tgtEl>
                                          <p:spTgt spid="20"/>
                                        </p:tgtEl>
                                        <p:attrNameLst>
                                          <p:attrName>ppt_w</p:attrName>
                                        </p:attrNameLst>
                                      </p:cBhvr>
                                      <p:tavLst>
                                        <p:tav tm="0">
                                          <p:val>
                                            <p:fltVal val="0"/>
                                          </p:val>
                                        </p:tav>
                                        <p:tav tm="100000">
                                          <p:val>
                                            <p:strVal val="#ppt_w"/>
                                          </p:val>
                                        </p:tav>
                                      </p:tavLst>
                                    </p:anim>
                                    <p:anim calcmode="lin" valueType="num">
                                      <p:cBhvr>
                                        <p:cTn id="47" dur="500" fill="hold"/>
                                        <p:tgtEl>
                                          <p:spTgt spid="20"/>
                                        </p:tgtEl>
                                        <p:attrNameLst>
                                          <p:attrName>ppt_h</p:attrName>
                                        </p:attrNameLst>
                                      </p:cBhvr>
                                      <p:tavLst>
                                        <p:tav tm="0">
                                          <p:val>
                                            <p:fltVal val="0"/>
                                          </p:val>
                                        </p:tav>
                                        <p:tav tm="100000">
                                          <p:val>
                                            <p:strVal val="#ppt_h"/>
                                          </p:val>
                                        </p:tav>
                                      </p:tavLst>
                                    </p:anim>
                                    <p:animEffect transition="in" filter="fade">
                                      <p:cBhvr>
                                        <p:cTn id="48" dur="500"/>
                                        <p:tgtEl>
                                          <p:spTgt spid="20"/>
                                        </p:tgtEl>
                                      </p:cBhvr>
                                    </p:animEffect>
                                  </p:childTnLst>
                                </p:cTn>
                              </p:par>
                            </p:childTnLst>
                          </p:cTn>
                        </p:par>
                        <p:par>
                          <p:cTn id="49" fill="hold">
                            <p:stCondLst>
                              <p:cond delay="4000"/>
                            </p:stCondLst>
                            <p:childTnLst>
                              <p:par>
                                <p:cTn id="50" presetID="17" presetClass="entr" presetSubtype="8" fill="hold" grpId="0" nodeType="afterEffect">
                                  <p:stCondLst>
                                    <p:cond delay="0"/>
                                  </p:stCondLst>
                                  <p:childTnLst>
                                    <p:set>
                                      <p:cBhvr>
                                        <p:cTn id="51" dur="1" fill="hold">
                                          <p:stCondLst>
                                            <p:cond delay="0"/>
                                          </p:stCondLst>
                                        </p:cTn>
                                        <p:tgtEl>
                                          <p:spTgt spid="113"/>
                                        </p:tgtEl>
                                        <p:attrNameLst>
                                          <p:attrName>style.visibility</p:attrName>
                                        </p:attrNameLst>
                                      </p:cBhvr>
                                      <p:to>
                                        <p:strVal val="visible"/>
                                      </p:to>
                                    </p:set>
                                    <p:anim calcmode="lin" valueType="num">
                                      <p:cBhvr>
                                        <p:cTn id="52" dur="500" fill="hold"/>
                                        <p:tgtEl>
                                          <p:spTgt spid="113"/>
                                        </p:tgtEl>
                                        <p:attrNameLst>
                                          <p:attrName>ppt_x</p:attrName>
                                        </p:attrNameLst>
                                      </p:cBhvr>
                                      <p:tavLst>
                                        <p:tav tm="0">
                                          <p:val>
                                            <p:strVal val="#ppt_x-#ppt_w/2"/>
                                          </p:val>
                                        </p:tav>
                                        <p:tav tm="100000">
                                          <p:val>
                                            <p:strVal val="#ppt_x"/>
                                          </p:val>
                                        </p:tav>
                                      </p:tavLst>
                                    </p:anim>
                                    <p:anim calcmode="lin" valueType="num">
                                      <p:cBhvr>
                                        <p:cTn id="53" dur="500" fill="hold"/>
                                        <p:tgtEl>
                                          <p:spTgt spid="113"/>
                                        </p:tgtEl>
                                        <p:attrNameLst>
                                          <p:attrName>ppt_y</p:attrName>
                                        </p:attrNameLst>
                                      </p:cBhvr>
                                      <p:tavLst>
                                        <p:tav tm="0">
                                          <p:val>
                                            <p:strVal val="#ppt_y"/>
                                          </p:val>
                                        </p:tav>
                                        <p:tav tm="100000">
                                          <p:val>
                                            <p:strVal val="#ppt_y"/>
                                          </p:val>
                                        </p:tav>
                                      </p:tavLst>
                                    </p:anim>
                                    <p:anim calcmode="lin" valueType="num">
                                      <p:cBhvr>
                                        <p:cTn id="54" dur="500" fill="hold"/>
                                        <p:tgtEl>
                                          <p:spTgt spid="113"/>
                                        </p:tgtEl>
                                        <p:attrNameLst>
                                          <p:attrName>ppt_w</p:attrName>
                                        </p:attrNameLst>
                                      </p:cBhvr>
                                      <p:tavLst>
                                        <p:tav tm="0">
                                          <p:val>
                                            <p:fltVal val="0"/>
                                          </p:val>
                                        </p:tav>
                                        <p:tav tm="100000">
                                          <p:val>
                                            <p:strVal val="#ppt_w"/>
                                          </p:val>
                                        </p:tav>
                                      </p:tavLst>
                                    </p:anim>
                                    <p:anim calcmode="lin" valueType="num">
                                      <p:cBhvr>
                                        <p:cTn id="55" dur="500" fill="hold"/>
                                        <p:tgtEl>
                                          <p:spTgt spid="113"/>
                                        </p:tgtEl>
                                        <p:attrNameLst>
                                          <p:attrName>ppt_h</p:attrName>
                                        </p:attrNameLst>
                                      </p:cBhvr>
                                      <p:tavLst>
                                        <p:tav tm="0">
                                          <p:val>
                                            <p:strVal val="#ppt_h"/>
                                          </p:val>
                                        </p:tav>
                                        <p:tav tm="100000">
                                          <p:val>
                                            <p:strVal val="#ppt_h"/>
                                          </p:val>
                                        </p:tav>
                                      </p:tavLst>
                                    </p:anim>
                                  </p:childTnLst>
                                </p:cTn>
                              </p:par>
                            </p:childTnLst>
                          </p:cTn>
                        </p:par>
                        <p:par>
                          <p:cTn id="56" fill="hold">
                            <p:stCondLst>
                              <p:cond delay="4500"/>
                            </p:stCondLst>
                            <p:childTnLst>
                              <p:par>
                                <p:cTn id="57" presetID="22" presetClass="entr" presetSubtype="4" fill="hold" grpId="0" nodeType="afterEffect">
                                  <p:stCondLst>
                                    <p:cond delay="0"/>
                                  </p:stCondLst>
                                  <p:childTnLst>
                                    <p:set>
                                      <p:cBhvr>
                                        <p:cTn id="58" dur="1" fill="hold">
                                          <p:stCondLst>
                                            <p:cond delay="0"/>
                                          </p:stCondLst>
                                        </p:cTn>
                                        <p:tgtEl>
                                          <p:spTgt spid="158"/>
                                        </p:tgtEl>
                                        <p:attrNameLst>
                                          <p:attrName>style.visibility</p:attrName>
                                        </p:attrNameLst>
                                      </p:cBhvr>
                                      <p:to>
                                        <p:strVal val="visible"/>
                                      </p:to>
                                    </p:set>
                                    <p:animEffect transition="in" filter="wipe(down)">
                                      <p:cBhvr>
                                        <p:cTn id="59" dur="500"/>
                                        <p:tgtEl>
                                          <p:spTgt spid="158"/>
                                        </p:tgtEl>
                                      </p:cBhvr>
                                    </p:animEffect>
                                  </p:childTnLst>
                                </p:cTn>
                              </p:par>
                            </p:childTnLst>
                          </p:cTn>
                        </p:par>
                        <p:par>
                          <p:cTn id="60" fill="hold">
                            <p:stCondLst>
                              <p:cond delay="5000"/>
                            </p:stCondLst>
                            <p:childTnLst>
                              <p:par>
                                <p:cTn id="61" presetID="53" presetClass="entr" presetSubtype="0" fill="hold" nodeType="after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Effect transition="in" filter="fade">
                                      <p:cBhvr>
                                        <p:cTn id="65" dur="500"/>
                                        <p:tgtEl>
                                          <p:spTgt spid="21"/>
                                        </p:tgtEl>
                                      </p:cBhvr>
                                    </p:animEffect>
                                  </p:childTnLst>
                                </p:cTn>
                              </p:par>
                            </p:childTnLst>
                          </p:cTn>
                        </p:par>
                        <p:par>
                          <p:cTn id="66" fill="hold">
                            <p:stCondLst>
                              <p:cond delay="5500"/>
                            </p:stCondLst>
                            <p:childTnLst>
                              <p:par>
                                <p:cTn id="67" presetID="17" presetClass="entr" presetSubtype="8" fill="hold" grpId="0" nodeType="afterEffect">
                                  <p:stCondLst>
                                    <p:cond delay="0"/>
                                  </p:stCondLst>
                                  <p:childTnLst>
                                    <p:set>
                                      <p:cBhvr>
                                        <p:cTn id="68" dur="1" fill="hold">
                                          <p:stCondLst>
                                            <p:cond delay="0"/>
                                          </p:stCondLst>
                                        </p:cTn>
                                        <p:tgtEl>
                                          <p:spTgt spid="114"/>
                                        </p:tgtEl>
                                        <p:attrNameLst>
                                          <p:attrName>style.visibility</p:attrName>
                                        </p:attrNameLst>
                                      </p:cBhvr>
                                      <p:to>
                                        <p:strVal val="visible"/>
                                      </p:to>
                                    </p:set>
                                    <p:anim calcmode="lin" valueType="num">
                                      <p:cBhvr>
                                        <p:cTn id="69" dur="500" fill="hold"/>
                                        <p:tgtEl>
                                          <p:spTgt spid="114"/>
                                        </p:tgtEl>
                                        <p:attrNameLst>
                                          <p:attrName>ppt_x</p:attrName>
                                        </p:attrNameLst>
                                      </p:cBhvr>
                                      <p:tavLst>
                                        <p:tav tm="0">
                                          <p:val>
                                            <p:strVal val="#ppt_x-#ppt_w/2"/>
                                          </p:val>
                                        </p:tav>
                                        <p:tav tm="100000">
                                          <p:val>
                                            <p:strVal val="#ppt_x"/>
                                          </p:val>
                                        </p:tav>
                                      </p:tavLst>
                                    </p:anim>
                                    <p:anim calcmode="lin" valueType="num">
                                      <p:cBhvr>
                                        <p:cTn id="70" dur="500" fill="hold"/>
                                        <p:tgtEl>
                                          <p:spTgt spid="114"/>
                                        </p:tgtEl>
                                        <p:attrNameLst>
                                          <p:attrName>ppt_y</p:attrName>
                                        </p:attrNameLst>
                                      </p:cBhvr>
                                      <p:tavLst>
                                        <p:tav tm="0">
                                          <p:val>
                                            <p:strVal val="#ppt_y"/>
                                          </p:val>
                                        </p:tav>
                                        <p:tav tm="100000">
                                          <p:val>
                                            <p:strVal val="#ppt_y"/>
                                          </p:val>
                                        </p:tav>
                                      </p:tavLst>
                                    </p:anim>
                                    <p:anim calcmode="lin" valueType="num">
                                      <p:cBhvr>
                                        <p:cTn id="71" dur="500" fill="hold"/>
                                        <p:tgtEl>
                                          <p:spTgt spid="114"/>
                                        </p:tgtEl>
                                        <p:attrNameLst>
                                          <p:attrName>ppt_w</p:attrName>
                                        </p:attrNameLst>
                                      </p:cBhvr>
                                      <p:tavLst>
                                        <p:tav tm="0">
                                          <p:val>
                                            <p:fltVal val="0"/>
                                          </p:val>
                                        </p:tav>
                                        <p:tav tm="100000">
                                          <p:val>
                                            <p:strVal val="#ppt_w"/>
                                          </p:val>
                                        </p:tav>
                                      </p:tavLst>
                                    </p:anim>
                                    <p:anim calcmode="lin" valueType="num">
                                      <p:cBhvr>
                                        <p:cTn id="72" dur="500" fill="hold"/>
                                        <p:tgtEl>
                                          <p:spTgt spid="114"/>
                                        </p:tgtEl>
                                        <p:attrNameLst>
                                          <p:attrName>ppt_h</p:attrName>
                                        </p:attrNameLst>
                                      </p:cBhvr>
                                      <p:tavLst>
                                        <p:tav tm="0">
                                          <p:val>
                                            <p:strVal val="#ppt_h"/>
                                          </p:val>
                                        </p:tav>
                                        <p:tav tm="100000">
                                          <p:val>
                                            <p:strVal val="#ppt_h"/>
                                          </p:val>
                                        </p:tav>
                                      </p:tavLst>
                                    </p:anim>
                                  </p:childTnLst>
                                </p:cTn>
                              </p:par>
                            </p:childTnLst>
                          </p:cTn>
                        </p:par>
                        <p:par>
                          <p:cTn id="73" fill="hold">
                            <p:stCondLst>
                              <p:cond delay="6000"/>
                            </p:stCondLst>
                            <p:childTnLst>
                              <p:par>
                                <p:cTn id="74" presetID="22" presetClass="entr" presetSubtype="4" fill="hold" grpId="0" nodeType="afterEffect">
                                  <p:stCondLst>
                                    <p:cond delay="0"/>
                                  </p:stCondLst>
                                  <p:childTnLst>
                                    <p:set>
                                      <p:cBhvr>
                                        <p:cTn id="75" dur="1" fill="hold">
                                          <p:stCondLst>
                                            <p:cond delay="0"/>
                                          </p:stCondLst>
                                        </p:cTn>
                                        <p:tgtEl>
                                          <p:spTgt spid="159"/>
                                        </p:tgtEl>
                                        <p:attrNameLst>
                                          <p:attrName>style.visibility</p:attrName>
                                        </p:attrNameLst>
                                      </p:cBhvr>
                                      <p:to>
                                        <p:strVal val="visible"/>
                                      </p:to>
                                    </p:set>
                                    <p:animEffect transition="in" filter="wipe(down)">
                                      <p:cBhvr>
                                        <p:cTn id="76" dur="500"/>
                                        <p:tgtEl>
                                          <p:spTgt spid="159"/>
                                        </p:tgtEl>
                                      </p:cBhvr>
                                    </p:animEffect>
                                  </p:childTnLst>
                                </p:cTn>
                              </p:par>
                            </p:childTnLst>
                          </p:cTn>
                        </p:par>
                        <p:par>
                          <p:cTn id="77" fill="hold">
                            <p:stCondLst>
                              <p:cond delay="6500"/>
                            </p:stCondLst>
                            <p:childTnLst>
                              <p:par>
                                <p:cTn id="78" presetID="53" presetClass="entr" presetSubtype="0" fill="hold" nodeType="afterEffect">
                                  <p:stCondLst>
                                    <p:cond delay="0"/>
                                  </p:stCondLst>
                                  <p:childTnLst>
                                    <p:set>
                                      <p:cBhvr>
                                        <p:cTn id="79" dur="1" fill="hold">
                                          <p:stCondLst>
                                            <p:cond delay="0"/>
                                          </p:stCondLst>
                                        </p:cTn>
                                        <p:tgtEl>
                                          <p:spTgt spid="22"/>
                                        </p:tgtEl>
                                        <p:attrNameLst>
                                          <p:attrName>style.visibility</p:attrName>
                                        </p:attrNameLst>
                                      </p:cBhvr>
                                      <p:to>
                                        <p:strVal val="visible"/>
                                      </p:to>
                                    </p:set>
                                    <p:anim calcmode="lin" valueType="num">
                                      <p:cBhvr>
                                        <p:cTn id="80" dur="500" fill="hold"/>
                                        <p:tgtEl>
                                          <p:spTgt spid="22"/>
                                        </p:tgtEl>
                                        <p:attrNameLst>
                                          <p:attrName>ppt_w</p:attrName>
                                        </p:attrNameLst>
                                      </p:cBhvr>
                                      <p:tavLst>
                                        <p:tav tm="0">
                                          <p:val>
                                            <p:fltVal val="0"/>
                                          </p:val>
                                        </p:tav>
                                        <p:tav tm="100000">
                                          <p:val>
                                            <p:strVal val="#ppt_w"/>
                                          </p:val>
                                        </p:tav>
                                      </p:tavLst>
                                    </p:anim>
                                    <p:anim calcmode="lin" valueType="num">
                                      <p:cBhvr>
                                        <p:cTn id="81" dur="500" fill="hold"/>
                                        <p:tgtEl>
                                          <p:spTgt spid="22"/>
                                        </p:tgtEl>
                                        <p:attrNameLst>
                                          <p:attrName>ppt_h</p:attrName>
                                        </p:attrNameLst>
                                      </p:cBhvr>
                                      <p:tavLst>
                                        <p:tav tm="0">
                                          <p:val>
                                            <p:fltVal val="0"/>
                                          </p:val>
                                        </p:tav>
                                        <p:tav tm="100000">
                                          <p:val>
                                            <p:strVal val="#ppt_h"/>
                                          </p:val>
                                        </p:tav>
                                      </p:tavLst>
                                    </p:anim>
                                    <p:animEffect transition="in" filter="fade">
                                      <p:cBhvr>
                                        <p:cTn id="8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3" grpId="0" animBg="1"/>
      <p:bldP spid="114" grpId="0" animBg="1"/>
      <p:bldP spid="156" grpId="0"/>
      <p:bldP spid="157" grpId="0"/>
      <p:bldP spid="158" grpId="0"/>
      <p:bldP spid="159"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lded Corner 5"/>
          <p:cNvSpPr/>
          <p:nvPr/>
        </p:nvSpPr>
        <p:spPr>
          <a:xfrm rot="937026">
            <a:off x="2024031" y="1772796"/>
            <a:ext cx="1828800" cy="2286000"/>
          </a:xfrm>
          <a:prstGeom prst="foldedCorne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itle 6"/>
          <p:cNvSpPr>
            <a:spLocks noGrp="1"/>
          </p:cNvSpPr>
          <p:nvPr>
            <p:ph type="title"/>
          </p:nvPr>
        </p:nvSpPr>
        <p:spPr/>
        <p:txBody>
          <a:bodyPr/>
          <a:lstStyle/>
          <a:p>
            <a:r>
              <a:rPr lang="en-US"/>
              <a:t>Business Note Infographic</a:t>
            </a:r>
            <a:endParaRPr lang="en-US" dirty="0"/>
          </a:p>
        </p:txBody>
      </p:sp>
      <p:sp>
        <p:nvSpPr>
          <p:cNvPr id="8" name="Text Placeholder 7"/>
          <p:cNvSpPr>
            <a:spLocks noGrp="1"/>
          </p:cNvSpPr>
          <p:nvPr>
            <p:ph type="body" sz="half" idx="2"/>
          </p:nvPr>
        </p:nvSpPr>
        <p:spPr/>
        <p:txBody>
          <a:bodyPr/>
          <a:lstStyle/>
          <a:p>
            <a:r>
              <a:rPr lang="en-US"/>
              <a:t>Business Note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260</a:t>
            </a:fld>
            <a:endParaRPr lang="en-US" dirty="0"/>
          </a:p>
        </p:txBody>
      </p:sp>
      <p:sp>
        <p:nvSpPr>
          <p:cNvPr id="5" name="Folded Corner 4"/>
          <p:cNvSpPr/>
          <p:nvPr/>
        </p:nvSpPr>
        <p:spPr>
          <a:xfrm rot="20521605">
            <a:off x="165657" y="1817056"/>
            <a:ext cx="1828800" cy="2286000"/>
          </a:xfrm>
          <a:prstGeom prst="foldedCorne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lded Corner 8"/>
          <p:cNvSpPr/>
          <p:nvPr/>
        </p:nvSpPr>
        <p:spPr>
          <a:xfrm rot="21224833">
            <a:off x="3728754" y="2446318"/>
            <a:ext cx="1828800" cy="2286000"/>
          </a:xfrm>
          <a:prstGeom prst="foldedCorne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lded Corner 9"/>
          <p:cNvSpPr/>
          <p:nvPr/>
        </p:nvSpPr>
        <p:spPr>
          <a:xfrm rot="1162294">
            <a:off x="5368632" y="1332416"/>
            <a:ext cx="1828800" cy="2286000"/>
          </a:xfrm>
          <a:prstGeom prst="foldedCorne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lded Corner 10"/>
          <p:cNvSpPr/>
          <p:nvPr/>
        </p:nvSpPr>
        <p:spPr>
          <a:xfrm rot="20299846">
            <a:off x="7201101" y="1990416"/>
            <a:ext cx="1828800" cy="2286000"/>
          </a:xfrm>
          <a:prstGeom prst="foldedCorne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1"/>
          <p:cNvGrpSpPr/>
          <p:nvPr/>
        </p:nvGrpSpPr>
        <p:grpSpPr>
          <a:xfrm>
            <a:off x="2853444" y="2176692"/>
            <a:ext cx="440176" cy="440176"/>
            <a:chOff x="8780463" y="1906588"/>
            <a:chExt cx="360363" cy="360363"/>
          </a:xfrm>
          <a:solidFill>
            <a:schemeClr val="bg1"/>
          </a:solidFill>
        </p:grpSpPr>
        <p:sp>
          <p:nvSpPr>
            <p:cNvPr id="13"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9" name="Freeform 131"/>
          <p:cNvSpPr>
            <a:spLocks noEditPoints="1"/>
          </p:cNvSpPr>
          <p:nvPr/>
        </p:nvSpPr>
        <p:spPr bwMode="auto">
          <a:xfrm rot="21224036">
            <a:off x="4304578" y="2963736"/>
            <a:ext cx="440176" cy="413028"/>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 name="Group 19"/>
          <p:cNvGrpSpPr/>
          <p:nvPr/>
        </p:nvGrpSpPr>
        <p:grpSpPr>
          <a:xfrm rot="1227685">
            <a:off x="6185115" y="1856485"/>
            <a:ext cx="440176" cy="413028"/>
            <a:chOff x="6373813" y="2717801"/>
            <a:chExt cx="360363" cy="338138"/>
          </a:xfrm>
          <a:solidFill>
            <a:schemeClr val="bg1"/>
          </a:solidFill>
        </p:grpSpPr>
        <p:sp>
          <p:nvSpPr>
            <p:cNvPr id="21" name="Freeform 132"/>
            <p:cNvSpPr>
              <a:spLocks noEditPoints="1"/>
            </p:cNvSpPr>
            <p:nvPr/>
          </p:nvSpPr>
          <p:spPr bwMode="auto">
            <a:xfrm>
              <a:off x="6373813" y="2717801"/>
              <a:ext cx="360363" cy="338138"/>
            </a:xfrm>
            <a:custGeom>
              <a:avLst/>
              <a:gdLst/>
              <a:ahLst/>
              <a:cxnLst>
                <a:cxn ang="0">
                  <a:pos x="121" y="25"/>
                </a:cxn>
                <a:cxn ang="0">
                  <a:pos x="98" y="2"/>
                </a:cxn>
                <a:cxn ang="0">
                  <a:pos x="92" y="0"/>
                </a:cxn>
                <a:cxn ang="0">
                  <a:pos x="12" y="0"/>
                </a:cxn>
                <a:cxn ang="0">
                  <a:pos x="0" y="11"/>
                </a:cxn>
                <a:cxn ang="0">
                  <a:pos x="0" y="104"/>
                </a:cxn>
                <a:cxn ang="0">
                  <a:pos x="12" y="115"/>
                </a:cxn>
                <a:cxn ang="0">
                  <a:pos x="111" y="115"/>
                </a:cxn>
                <a:cxn ang="0">
                  <a:pos x="123" y="104"/>
                </a:cxn>
                <a:cxn ang="0">
                  <a:pos x="123" y="31"/>
                </a:cxn>
                <a:cxn ang="0">
                  <a:pos x="121" y="25"/>
                </a:cxn>
                <a:cxn ang="0">
                  <a:pos x="115" y="104"/>
                </a:cxn>
                <a:cxn ang="0">
                  <a:pos x="111" y="107"/>
                </a:cxn>
                <a:cxn ang="0">
                  <a:pos x="12" y="107"/>
                </a:cxn>
                <a:cxn ang="0">
                  <a:pos x="8" y="104"/>
                </a:cxn>
                <a:cxn ang="0">
                  <a:pos x="8" y="11"/>
                </a:cxn>
                <a:cxn ang="0">
                  <a:pos x="12" y="8"/>
                </a:cxn>
                <a:cxn ang="0">
                  <a:pos x="88" y="8"/>
                </a:cxn>
                <a:cxn ang="0">
                  <a:pos x="88" y="23"/>
                </a:cxn>
                <a:cxn ang="0">
                  <a:pos x="100" y="35"/>
                </a:cxn>
                <a:cxn ang="0">
                  <a:pos x="115" y="35"/>
                </a:cxn>
                <a:cxn ang="0">
                  <a:pos x="115" y="104"/>
                </a:cxn>
                <a:cxn ang="0">
                  <a:pos x="104" y="31"/>
                </a:cxn>
                <a:cxn ang="0">
                  <a:pos x="100" y="31"/>
                </a:cxn>
                <a:cxn ang="0">
                  <a:pos x="92" y="23"/>
                </a:cxn>
                <a:cxn ang="0">
                  <a:pos x="92" y="8"/>
                </a:cxn>
                <a:cxn ang="0">
                  <a:pos x="115" y="31"/>
                </a:cxn>
                <a:cxn ang="0">
                  <a:pos x="104" y="31"/>
                </a:cxn>
                <a:cxn ang="0">
                  <a:pos x="104" y="31"/>
                </a:cxn>
                <a:cxn ang="0">
                  <a:pos x="104" y="31"/>
                </a:cxn>
              </a:cxnLst>
              <a:rect l="0" t="0" r="r" b="b"/>
              <a:pathLst>
                <a:path w="123" h="115">
                  <a:moveTo>
                    <a:pt x="121" y="25"/>
                  </a:moveTo>
                  <a:cubicBezTo>
                    <a:pt x="98" y="2"/>
                    <a:pt x="98" y="2"/>
                    <a:pt x="98" y="2"/>
                  </a:cubicBezTo>
                  <a:cubicBezTo>
                    <a:pt x="96" y="1"/>
                    <a:pt x="94" y="0"/>
                    <a:pt x="92" y="0"/>
                  </a:cubicBezTo>
                  <a:cubicBezTo>
                    <a:pt x="12" y="0"/>
                    <a:pt x="12" y="0"/>
                    <a:pt x="12" y="0"/>
                  </a:cubicBezTo>
                  <a:cubicBezTo>
                    <a:pt x="5" y="0"/>
                    <a:pt x="0" y="5"/>
                    <a:pt x="0" y="11"/>
                  </a:cubicBezTo>
                  <a:cubicBezTo>
                    <a:pt x="0" y="104"/>
                    <a:pt x="0" y="104"/>
                    <a:pt x="0" y="104"/>
                  </a:cubicBezTo>
                  <a:cubicBezTo>
                    <a:pt x="0" y="110"/>
                    <a:pt x="5" y="115"/>
                    <a:pt x="12" y="115"/>
                  </a:cubicBezTo>
                  <a:cubicBezTo>
                    <a:pt x="111" y="115"/>
                    <a:pt x="111" y="115"/>
                    <a:pt x="111" y="115"/>
                  </a:cubicBezTo>
                  <a:cubicBezTo>
                    <a:pt x="118" y="115"/>
                    <a:pt x="123" y="110"/>
                    <a:pt x="123" y="104"/>
                  </a:cubicBezTo>
                  <a:cubicBezTo>
                    <a:pt x="123" y="31"/>
                    <a:pt x="123" y="31"/>
                    <a:pt x="123" y="31"/>
                  </a:cubicBezTo>
                  <a:cubicBezTo>
                    <a:pt x="123" y="29"/>
                    <a:pt x="122" y="27"/>
                    <a:pt x="121" y="25"/>
                  </a:cubicBezTo>
                  <a:close/>
                  <a:moveTo>
                    <a:pt x="115" y="104"/>
                  </a:moveTo>
                  <a:cubicBezTo>
                    <a:pt x="115" y="106"/>
                    <a:pt x="113" y="107"/>
                    <a:pt x="111" y="107"/>
                  </a:cubicBezTo>
                  <a:cubicBezTo>
                    <a:pt x="12" y="107"/>
                    <a:pt x="12" y="107"/>
                    <a:pt x="12" y="107"/>
                  </a:cubicBezTo>
                  <a:cubicBezTo>
                    <a:pt x="9" y="107"/>
                    <a:pt x="8" y="106"/>
                    <a:pt x="8" y="104"/>
                  </a:cubicBezTo>
                  <a:cubicBezTo>
                    <a:pt x="8" y="11"/>
                    <a:pt x="8" y="11"/>
                    <a:pt x="8" y="11"/>
                  </a:cubicBezTo>
                  <a:cubicBezTo>
                    <a:pt x="8" y="9"/>
                    <a:pt x="9" y="8"/>
                    <a:pt x="12" y="8"/>
                  </a:cubicBezTo>
                  <a:cubicBezTo>
                    <a:pt x="88" y="8"/>
                    <a:pt x="88" y="8"/>
                    <a:pt x="88" y="8"/>
                  </a:cubicBezTo>
                  <a:cubicBezTo>
                    <a:pt x="88" y="23"/>
                    <a:pt x="88" y="23"/>
                    <a:pt x="88" y="23"/>
                  </a:cubicBezTo>
                  <a:cubicBezTo>
                    <a:pt x="88" y="29"/>
                    <a:pt x="93" y="35"/>
                    <a:pt x="100" y="35"/>
                  </a:cubicBezTo>
                  <a:cubicBezTo>
                    <a:pt x="115" y="35"/>
                    <a:pt x="115" y="35"/>
                    <a:pt x="115" y="35"/>
                  </a:cubicBezTo>
                  <a:lnTo>
                    <a:pt x="115" y="104"/>
                  </a:lnTo>
                  <a:close/>
                  <a:moveTo>
                    <a:pt x="104" y="31"/>
                  </a:moveTo>
                  <a:cubicBezTo>
                    <a:pt x="100" y="31"/>
                    <a:pt x="100" y="31"/>
                    <a:pt x="100" y="31"/>
                  </a:cubicBezTo>
                  <a:cubicBezTo>
                    <a:pt x="96" y="31"/>
                    <a:pt x="92" y="27"/>
                    <a:pt x="92" y="23"/>
                  </a:cubicBezTo>
                  <a:cubicBezTo>
                    <a:pt x="92" y="8"/>
                    <a:pt x="92" y="8"/>
                    <a:pt x="92" y="8"/>
                  </a:cubicBezTo>
                  <a:cubicBezTo>
                    <a:pt x="115" y="31"/>
                    <a:pt x="115" y="31"/>
                    <a:pt x="115" y="31"/>
                  </a:cubicBezTo>
                  <a:lnTo>
                    <a:pt x="104" y="31"/>
                  </a:lnTo>
                  <a:close/>
                  <a:moveTo>
                    <a:pt x="104" y="31"/>
                  </a:moveTo>
                  <a:cubicBezTo>
                    <a:pt x="104" y="31"/>
                    <a:pt x="104" y="31"/>
                    <a:pt x="104" y="3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33"/>
            <p:cNvSpPr>
              <a:spLocks noEditPoints="1"/>
            </p:cNvSpPr>
            <p:nvPr/>
          </p:nvSpPr>
          <p:spPr bwMode="auto">
            <a:xfrm>
              <a:off x="6543675" y="2786063"/>
              <a:ext cx="66675" cy="11113"/>
            </a:xfrm>
            <a:custGeom>
              <a:avLst/>
              <a:gdLst/>
              <a:ahLst/>
              <a:cxnLst>
                <a:cxn ang="0">
                  <a:pos x="1" y="4"/>
                </a:cxn>
                <a:cxn ang="0">
                  <a:pos x="21" y="4"/>
                </a:cxn>
                <a:cxn ang="0">
                  <a:pos x="23" y="2"/>
                </a:cxn>
                <a:cxn ang="0">
                  <a:pos x="21" y="0"/>
                </a:cxn>
                <a:cxn ang="0">
                  <a:pos x="1" y="0"/>
                </a:cxn>
                <a:cxn ang="0">
                  <a:pos x="0" y="2"/>
                </a:cxn>
                <a:cxn ang="0">
                  <a:pos x="1" y="4"/>
                </a:cxn>
                <a:cxn ang="0">
                  <a:pos x="1" y="4"/>
                </a:cxn>
                <a:cxn ang="0">
                  <a:pos x="1" y="4"/>
                </a:cxn>
              </a:cxnLst>
              <a:rect l="0" t="0" r="r" b="b"/>
              <a:pathLst>
                <a:path w="23" h="4">
                  <a:moveTo>
                    <a:pt x="1" y="4"/>
                  </a:moveTo>
                  <a:cubicBezTo>
                    <a:pt x="21" y="4"/>
                    <a:pt x="21" y="4"/>
                    <a:pt x="21" y="4"/>
                  </a:cubicBezTo>
                  <a:cubicBezTo>
                    <a:pt x="22" y="4"/>
                    <a:pt x="23" y="3"/>
                    <a:pt x="23" y="2"/>
                  </a:cubicBezTo>
                  <a:cubicBezTo>
                    <a:pt x="23" y="1"/>
                    <a:pt x="22" y="0"/>
                    <a:pt x="21"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134"/>
            <p:cNvSpPr>
              <a:spLocks noEditPoints="1"/>
            </p:cNvSpPr>
            <p:nvPr/>
          </p:nvSpPr>
          <p:spPr bwMode="auto">
            <a:xfrm>
              <a:off x="6543675" y="2820988"/>
              <a:ext cx="66675" cy="9525"/>
            </a:xfrm>
            <a:custGeom>
              <a:avLst/>
              <a:gdLst/>
              <a:ahLst/>
              <a:cxnLst>
                <a:cxn ang="0">
                  <a:pos x="1" y="3"/>
                </a:cxn>
                <a:cxn ang="0">
                  <a:pos x="21" y="3"/>
                </a:cxn>
                <a:cxn ang="0">
                  <a:pos x="23" y="1"/>
                </a:cxn>
                <a:cxn ang="0">
                  <a:pos x="21" y="0"/>
                </a:cxn>
                <a:cxn ang="0">
                  <a:pos x="1" y="0"/>
                </a:cxn>
                <a:cxn ang="0">
                  <a:pos x="0" y="1"/>
                </a:cxn>
                <a:cxn ang="0">
                  <a:pos x="1" y="3"/>
                </a:cxn>
                <a:cxn ang="0">
                  <a:pos x="1" y="3"/>
                </a:cxn>
                <a:cxn ang="0">
                  <a:pos x="1" y="3"/>
                </a:cxn>
              </a:cxnLst>
              <a:rect l="0" t="0" r="r" b="b"/>
              <a:pathLst>
                <a:path w="23" h="3">
                  <a:moveTo>
                    <a:pt x="1" y="3"/>
                  </a:moveTo>
                  <a:cubicBezTo>
                    <a:pt x="21" y="3"/>
                    <a:pt x="21" y="3"/>
                    <a:pt x="21" y="3"/>
                  </a:cubicBezTo>
                  <a:cubicBezTo>
                    <a:pt x="22" y="3"/>
                    <a:pt x="23" y="2"/>
                    <a:pt x="23" y="1"/>
                  </a:cubicBezTo>
                  <a:cubicBezTo>
                    <a:pt x="23" y="0"/>
                    <a:pt x="22" y="0"/>
                    <a:pt x="21" y="0"/>
                  </a:cubicBezTo>
                  <a:cubicBezTo>
                    <a:pt x="1" y="0"/>
                    <a:pt x="1" y="0"/>
                    <a:pt x="1" y="0"/>
                  </a:cubicBezTo>
                  <a:cubicBezTo>
                    <a:pt x="0" y="0"/>
                    <a:pt x="0" y="0"/>
                    <a:pt x="0" y="1"/>
                  </a:cubicBezTo>
                  <a:cubicBezTo>
                    <a:pt x="0" y="2"/>
                    <a:pt x="0" y="3"/>
                    <a:pt x="1" y="3"/>
                  </a:cubicBezTo>
                  <a:close/>
                  <a:moveTo>
                    <a:pt x="1" y="3"/>
                  </a:moveTo>
                  <a:cubicBezTo>
                    <a:pt x="1" y="3"/>
                    <a:pt x="1"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35"/>
            <p:cNvSpPr>
              <a:spLocks noEditPoints="1"/>
            </p:cNvSpPr>
            <p:nvPr/>
          </p:nvSpPr>
          <p:spPr bwMode="auto">
            <a:xfrm>
              <a:off x="6543675" y="2852738"/>
              <a:ext cx="142875" cy="12700"/>
            </a:xfrm>
            <a:custGeom>
              <a:avLst/>
              <a:gdLst/>
              <a:ahLst/>
              <a:cxnLst>
                <a:cxn ang="0">
                  <a:pos x="0" y="2"/>
                </a:cxn>
                <a:cxn ang="0">
                  <a:pos x="1" y="4"/>
                </a:cxn>
                <a:cxn ang="0">
                  <a:pos x="48" y="4"/>
                </a:cxn>
                <a:cxn ang="0">
                  <a:pos x="49" y="2"/>
                </a:cxn>
                <a:cxn ang="0">
                  <a:pos x="48" y="0"/>
                </a:cxn>
                <a:cxn ang="0">
                  <a:pos x="1" y="0"/>
                </a:cxn>
                <a:cxn ang="0">
                  <a:pos x="0" y="2"/>
                </a:cxn>
                <a:cxn ang="0">
                  <a:pos x="0" y="2"/>
                </a:cxn>
                <a:cxn ang="0">
                  <a:pos x="0" y="2"/>
                </a:cxn>
              </a:cxnLst>
              <a:rect l="0" t="0" r="r" b="b"/>
              <a:pathLst>
                <a:path w="49" h="4">
                  <a:moveTo>
                    <a:pt x="0" y="2"/>
                  </a:moveTo>
                  <a:cubicBezTo>
                    <a:pt x="0" y="3"/>
                    <a:pt x="0" y="4"/>
                    <a:pt x="1" y="4"/>
                  </a:cubicBezTo>
                  <a:cubicBezTo>
                    <a:pt x="48" y="4"/>
                    <a:pt x="48" y="4"/>
                    <a:pt x="48" y="4"/>
                  </a:cubicBezTo>
                  <a:cubicBezTo>
                    <a:pt x="49" y="4"/>
                    <a:pt x="49" y="3"/>
                    <a:pt x="49" y="2"/>
                  </a:cubicBezTo>
                  <a:cubicBezTo>
                    <a:pt x="49" y="1"/>
                    <a:pt x="49" y="0"/>
                    <a:pt x="48" y="0"/>
                  </a:cubicBezTo>
                  <a:cubicBezTo>
                    <a:pt x="1" y="0"/>
                    <a:pt x="1" y="0"/>
                    <a:pt x="1" y="0"/>
                  </a:cubicBezTo>
                  <a:cubicBezTo>
                    <a:pt x="0" y="0"/>
                    <a:pt x="0" y="1"/>
                    <a:pt x="0" y="2"/>
                  </a:cubicBezTo>
                  <a:close/>
                  <a:moveTo>
                    <a:pt x="0" y="2"/>
                  </a:moveTo>
                  <a:cubicBezTo>
                    <a:pt x="0" y="2"/>
                    <a:pt x="0" y="2"/>
                    <a:pt x="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136"/>
            <p:cNvSpPr>
              <a:spLocks noEditPoints="1"/>
            </p:cNvSpPr>
            <p:nvPr/>
          </p:nvSpPr>
          <p:spPr bwMode="auto">
            <a:xfrm>
              <a:off x="6418263" y="2921001"/>
              <a:ext cx="268288" cy="11113"/>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37"/>
            <p:cNvSpPr>
              <a:spLocks noEditPoints="1"/>
            </p:cNvSpPr>
            <p:nvPr/>
          </p:nvSpPr>
          <p:spPr bwMode="auto">
            <a:xfrm>
              <a:off x="6418263" y="2955926"/>
              <a:ext cx="268288" cy="9525"/>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138"/>
            <p:cNvSpPr>
              <a:spLocks noEditPoints="1"/>
            </p:cNvSpPr>
            <p:nvPr/>
          </p:nvSpPr>
          <p:spPr bwMode="auto">
            <a:xfrm>
              <a:off x="6418263" y="2987676"/>
              <a:ext cx="268288" cy="12700"/>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139"/>
            <p:cNvSpPr>
              <a:spLocks noEditPoints="1"/>
            </p:cNvSpPr>
            <p:nvPr/>
          </p:nvSpPr>
          <p:spPr bwMode="auto">
            <a:xfrm>
              <a:off x="6418263" y="2889251"/>
              <a:ext cx="268288" cy="7938"/>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140"/>
            <p:cNvSpPr>
              <a:spLocks noEditPoints="1"/>
            </p:cNvSpPr>
            <p:nvPr/>
          </p:nvSpPr>
          <p:spPr bwMode="auto">
            <a:xfrm>
              <a:off x="6418263" y="2774951"/>
              <a:ext cx="101600" cy="90488"/>
            </a:xfrm>
            <a:custGeom>
              <a:avLst/>
              <a:gdLst/>
              <a:ahLst/>
              <a:cxnLst>
                <a:cxn ang="0">
                  <a:pos x="4" y="31"/>
                </a:cxn>
                <a:cxn ang="0">
                  <a:pos x="31" y="31"/>
                </a:cxn>
                <a:cxn ang="0">
                  <a:pos x="35" y="27"/>
                </a:cxn>
                <a:cxn ang="0">
                  <a:pos x="35" y="4"/>
                </a:cxn>
                <a:cxn ang="0">
                  <a:pos x="31" y="0"/>
                </a:cxn>
                <a:cxn ang="0">
                  <a:pos x="4" y="0"/>
                </a:cxn>
                <a:cxn ang="0">
                  <a:pos x="0" y="4"/>
                </a:cxn>
                <a:cxn ang="0">
                  <a:pos x="0" y="27"/>
                </a:cxn>
                <a:cxn ang="0">
                  <a:pos x="4" y="31"/>
                </a:cxn>
                <a:cxn ang="0">
                  <a:pos x="8" y="8"/>
                </a:cxn>
                <a:cxn ang="0">
                  <a:pos x="27" y="8"/>
                </a:cxn>
                <a:cxn ang="0">
                  <a:pos x="27" y="23"/>
                </a:cxn>
                <a:cxn ang="0">
                  <a:pos x="8" y="23"/>
                </a:cxn>
                <a:cxn ang="0">
                  <a:pos x="8" y="8"/>
                </a:cxn>
                <a:cxn ang="0">
                  <a:pos x="8" y="8"/>
                </a:cxn>
                <a:cxn ang="0">
                  <a:pos x="8" y="8"/>
                </a:cxn>
              </a:cxnLst>
              <a:rect l="0" t="0" r="r" b="b"/>
              <a:pathLst>
                <a:path w="35" h="31">
                  <a:moveTo>
                    <a:pt x="4" y="31"/>
                  </a:moveTo>
                  <a:cubicBezTo>
                    <a:pt x="31" y="31"/>
                    <a:pt x="31" y="31"/>
                    <a:pt x="31" y="31"/>
                  </a:cubicBezTo>
                  <a:cubicBezTo>
                    <a:pt x="33" y="31"/>
                    <a:pt x="35" y="29"/>
                    <a:pt x="35" y="27"/>
                  </a:cubicBezTo>
                  <a:cubicBezTo>
                    <a:pt x="35" y="4"/>
                    <a:pt x="35" y="4"/>
                    <a:pt x="35" y="4"/>
                  </a:cubicBezTo>
                  <a:cubicBezTo>
                    <a:pt x="35" y="2"/>
                    <a:pt x="33" y="0"/>
                    <a:pt x="31" y="0"/>
                  </a:cubicBezTo>
                  <a:cubicBezTo>
                    <a:pt x="4" y="0"/>
                    <a:pt x="4" y="0"/>
                    <a:pt x="4" y="0"/>
                  </a:cubicBezTo>
                  <a:cubicBezTo>
                    <a:pt x="2" y="0"/>
                    <a:pt x="0" y="2"/>
                    <a:pt x="0" y="4"/>
                  </a:cubicBezTo>
                  <a:cubicBezTo>
                    <a:pt x="0" y="27"/>
                    <a:pt x="0" y="27"/>
                    <a:pt x="0" y="27"/>
                  </a:cubicBezTo>
                  <a:cubicBezTo>
                    <a:pt x="0" y="29"/>
                    <a:pt x="2" y="31"/>
                    <a:pt x="4" y="31"/>
                  </a:cubicBezTo>
                  <a:close/>
                  <a:moveTo>
                    <a:pt x="8" y="8"/>
                  </a:moveTo>
                  <a:cubicBezTo>
                    <a:pt x="27" y="8"/>
                    <a:pt x="27" y="8"/>
                    <a:pt x="27" y="8"/>
                  </a:cubicBezTo>
                  <a:cubicBezTo>
                    <a:pt x="27" y="23"/>
                    <a:pt x="27" y="23"/>
                    <a:pt x="27" y="23"/>
                  </a:cubicBezTo>
                  <a:cubicBezTo>
                    <a:pt x="8" y="23"/>
                    <a:pt x="8" y="23"/>
                    <a:pt x="8" y="23"/>
                  </a:cubicBezTo>
                  <a:lnTo>
                    <a:pt x="8" y="8"/>
                  </a:lnTo>
                  <a:close/>
                  <a:moveTo>
                    <a:pt x="8" y="8"/>
                  </a:moveTo>
                  <a:cubicBezTo>
                    <a:pt x="8" y="8"/>
                    <a:pt x="8" y="8"/>
                    <a:pt x="8" y="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1" name="Freeform 144"/>
          <p:cNvSpPr>
            <a:spLocks noEditPoints="1"/>
          </p:cNvSpPr>
          <p:nvPr/>
        </p:nvSpPr>
        <p:spPr bwMode="auto">
          <a:xfrm>
            <a:off x="690156" y="2353525"/>
            <a:ext cx="449870" cy="440176"/>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72"/>
          <p:cNvSpPr>
            <a:spLocks noEditPoints="1"/>
          </p:cNvSpPr>
          <p:nvPr/>
        </p:nvSpPr>
        <p:spPr bwMode="auto">
          <a:xfrm>
            <a:off x="7609058" y="2391426"/>
            <a:ext cx="440176" cy="440176"/>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ooter Text"/>
          <p:cNvSpPr txBox="1"/>
          <p:nvPr/>
        </p:nvSpPr>
        <p:spPr>
          <a:xfrm rot="20494918">
            <a:off x="264407" y="2790567"/>
            <a:ext cx="1732189" cy="830997"/>
          </a:xfrm>
          <a:prstGeom prst="rect">
            <a:avLst/>
          </a:prstGeom>
          <a:noFill/>
        </p:spPr>
        <p:txBody>
          <a:bodyPr wrap="square" lIns="0" tIns="0" rIns="0" bIns="0" rtlCol="0">
            <a:spAutoFit/>
          </a:bodyPr>
          <a:lstStyle/>
          <a:p>
            <a:pPr algn="ctr"/>
            <a:r>
              <a:rPr lang="en-US" sz="1400" b="1" dirty="0">
                <a:solidFill>
                  <a:schemeClr val="bg1"/>
                </a:solidFill>
              </a:rPr>
              <a:t>Keyword Here</a:t>
            </a:r>
            <a:br>
              <a:rPr lang="en-US" sz="1200" b="1" dirty="0">
                <a:solidFill>
                  <a:schemeClr val="bg1"/>
                </a:solidFill>
              </a:rPr>
            </a:br>
            <a:r>
              <a:rPr lang="en-US" sz="1000" dirty="0">
                <a:solidFill>
                  <a:schemeClr val="bg1"/>
                </a:solidFill>
              </a:rPr>
              <a:t>There are many variations the a </a:t>
            </a:r>
            <a:br>
              <a:rPr lang="en-US" sz="1000" dirty="0">
                <a:solidFill>
                  <a:schemeClr val="bg1"/>
                </a:solidFill>
              </a:rPr>
            </a:br>
            <a:r>
              <a:rPr lang="en-US" sz="1000" dirty="0">
                <a:solidFill>
                  <a:schemeClr val="bg1"/>
                </a:solidFill>
              </a:rPr>
              <a:t> majority have suffered  of the alteration in some form  The humour</a:t>
            </a:r>
          </a:p>
        </p:txBody>
      </p:sp>
      <p:sp>
        <p:nvSpPr>
          <p:cNvPr id="39" name="Footer Text"/>
          <p:cNvSpPr txBox="1"/>
          <p:nvPr/>
        </p:nvSpPr>
        <p:spPr>
          <a:xfrm rot="962990">
            <a:off x="1958775" y="2643928"/>
            <a:ext cx="1732189" cy="830997"/>
          </a:xfrm>
          <a:prstGeom prst="rect">
            <a:avLst/>
          </a:prstGeom>
          <a:noFill/>
        </p:spPr>
        <p:txBody>
          <a:bodyPr wrap="square" lIns="0" tIns="0" rIns="0" bIns="0" rtlCol="0">
            <a:spAutoFit/>
          </a:bodyPr>
          <a:lstStyle/>
          <a:p>
            <a:pPr algn="ctr"/>
            <a:r>
              <a:rPr lang="en-US" sz="1400" b="1" dirty="0">
                <a:solidFill>
                  <a:schemeClr val="bg1"/>
                </a:solidFill>
              </a:rPr>
              <a:t>Keyword Here</a:t>
            </a:r>
            <a:br>
              <a:rPr lang="en-US" sz="1200" b="1" dirty="0">
                <a:solidFill>
                  <a:schemeClr val="bg1"/>
                </a:solidFill>
              </a:rPr>
            </a:br>
            <a:r>
              <a:rPr lang="en-US" sz="1000" dirty="0">
                <a:solidFill>
                  <a:schemeClr val="bg1"/>
                </a:solidFill>
              </a:rPr>
              <a:t>There are many variations the a </a:t>
            </a:r>
            <a:br>
              <a:rPr lang="en-US" sz="1000" dirty="0">
                <a:solidFill>
                  <a:schemeClr val="bg1"/>
                </a:solidFill>
              </a:rPr>
            </a:br>
            <a:r>
              <a:rPr lang="en-US" sz="1000" dirty="0">
                <a:solidFill>
                  <a:schemeClr val="bg1"/>
                </a:solidFill>
              </a:rPr>
              <a:t> majority have suffered  of the alteration in some form  The humour</a:t>
            </a:r>
          </a:p>
        </p:txBody>
      </p:sp>
      <p:sp>
        <p:nvSpPr>
          <p:cNvPr id="40" name="Footer Text"/>
          <p:cNvSpPr txBox="1"/>
          <p:nvPr/>
        </p:nvSpPr>
        <p:spPr>
          <a:xfrm rot="21161602">
            <a:off x="3817890" y="3458424"/>
            <a:ext cx="1732189" cy="830997"/>
          </a:xfrm>
          <a:prstGeom prst="rect">
            <a:avLst/>
          </a:prstGeom>
          <a:noFill/>
        </p:spPr>
        <p:txBody>
          <a:bodyPr wrap="square" lIns="0" tIns="0" rIns="0" bIns="0" rtlCol="0">
            <a:spAutoFit/>
          </a:bodyPr>
          <a:lstStyle/>
          <a:p>
            <a:pPr algn="ctr"/>
            <a:r>
              <a:rPr lang="en-US" sz="1400" b="1" dirty="0">
                <a:solidFill>
                  <a:schemeClr val="bg1"/>
                </a:solidFill>
              </a:rPr>
              <a:t>Keyword Here</a:t>
            </a:r>
            <a:br>
              <a:rPr lang="en-US" sz="1200" b="1" dirty="0">
                <a:solidFill>
                  <a:schemeClr val="bg1"/>
                </a:solidFill>
              </a:rPr>
            </a:br>
            <a:r>
              <a:rPr lang="en-US" sz="1000" dirty="0">
                <a:solidFill>
                  <a:schemeClr val="bg1"/>
                </a:solidFill>
              </a:rPr>
              <a:t>There are many variations the a </a:t>
            </a:r>
            <a:br>
              <a:rPr lang="en-US" sz="1000" dirty="0">
                <a:solidFill>
                  <a:schemeClr val="bg1"/>
                </a:solidFill>
              </a:rPr>
            </a:br>
            <a:r>
              <a:rPr lang="en-US" sz="1000" dirty="0">
                <a:solidFill>
                  <a:schemeClr val="bg1"/>
                </a:solidFill>
              </a:rPr>
              <a:t> majority have suffered  of the alteration in some form  The humour</a:t>
            </a:r>
          </a:p>
        </p:txBody>
      </p:sp>
      <p:sp>
        <p:nvSpPr>
          <p:cNvPr id="41" name="Footer Text"/>
          <p:cNvSpPr txBox="1"/>
          <p:nvPr/>
        </p:nvSpPr>
        <p:spPr>
          <a:xfrm rot="1154971">
            <a:off x="5319614" y="2343750"/>
            <a:ext cx="1732189" cy="830997"/>
          </a:xfrm>
          <a:prstGeom prst="rect">
            <a:avLst/>
          </a:prstGeom>
          <a:noFill/>
        </p:spPr>
        <p:txBody>
          <a:bodyPr wrap="square" lIns="0" tIns="0" rIns="0" bIns="0" rtlCol="0">
            <a:spAutoFit/>
          </a:bodyPr>
          <a:lstStyle/>
          <a:p>
            <a:pPr algn="ctr"/>
            <a:r>
              <a:rPr lang="en-US" sz="1400" b="1" dirty="0">
                <a:solidFill>
                  <a:schemeClr val="bg1"/>
                </a:solidFill>
              </a:rPr>
              <a:t>Keyword Here</a:t>
            </a:r>
            <a:br>
              <a:rPr lang="en-US" sz="1200" b="1" dirty="0">
                <a:solidFill>
                  <a:schemeClr val="bg1"/>
                </a:solidFill>
              </a:rPr>
            </a:br>
            <a:r>
              <a:rPr lang="en-US" sz="1000" dirty="0">
                <a:solidFill>
                  <a:schemeClr val="bg1"/>
                </a:solidFill>
              </a:rPr>
              <a:t>There are many variations the a </a:t>
            </a:r>
            <a:br>
              <a:rPr lang="en-US" sz="1000" dirty="0">
                <a:solidFill>
                  <a:schemeClr val="bg1"/>
                </a:solidFill>
              </a:rPr>
            </a:br>
            <a:r>
              <a:rPr lang="en-US" sz="1000" dirty="0">
                <a:solidFill>
                  <a:schemeClr val="bg1"/>
                </a:solidFill>
              </a:rPr>
              <a:t> majority have suffered  of the alteration in some form  The humour</a:t>
            </a:r>
          </a:p>
        </p:txBody>
      </p:sp>
      <p:sp>
        <p:nvSpPr>
          <p:cNvPr id="42" name="Footer Text"/>
          <p:cNvSpPr txBox="1"/>
          <p:nvPr/>
        </p:nvSpPr>
        <p:spPr>
          <a:xfrm rot="20208093">
            <a:off x="7302201" y="2847453"/>
            <a:ext cx="1732189" cy="830997"/>
          </a:xfrm>
          <a:prstGeom prst="rect">
            <a:avLst/>
          </a:prstGeom>
          <a:noFill/>
        </p:spPr>
        <p:txBody>
          <a:bodyPr wrap="square" lIns="0" tIns="0" rIns="0" bIns="0" rtlCol="0">
            <a:spAutoFit/>
          </a:bodyPr>
          <a:lstStyle/>
          <a:p>
            <a:pPr algn="ctr"/>
            <a:r>
              <a:rPr lang="en-US" sz="1400" b="1" dirty="0">
                <a:solidFill>
                  <a:schemeClr val="bg1"/>
                </a:solidFill>
              </a:rPr>
              <a:t>Keyword Here</a:t>
            </a:r>
            <a:br>
              <a:rPr lang="en-US" sz="1200" b="1" dirty="0">
                <a:solidFill>
                  <a:schemeClr val="bg1"/>
                </a:solidFill>
              </a:rPr>
            </a:br>
            <a:r>
              <a:rPr lang="en-US" sz="1000" dirty="0">
                <a:solidFill>
                  <a:schemeClr val="bg1"/>
                </a:solidFill>
              </a:rPr>
              <a:t>There are many variations the a </a:t>
            </a:r>
            <a:br>
              <a:rPr lang="en-US" sz="1000" dirty="0">
                <a:solidFill>
                  <a:schemeClr val="bg1"/>
                </a:solidFill>
              </a:rPr>
            </a:br>
            <a:r>
              <a:rPr lang="en-US" sz="1000" dirty="0">
                <a:solidFill>
                  <a:schemeClr val="bg1"/>
                </a:solidFill>
              </a:rPr>
              <a:t> majority have suffered  of the alteration in some form  The humour</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fade">
                                      <p:cBhvr>
                                        <p:cTn id="18" dur="1000"/>
                                        <p:tgtEl>
                                          <p:spTgt spid="38"/>
                                        </p:tgtEl>
                                      </p:cBhvr>
                                    </p:animEffect>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500" fill="hold"/>
                                        <p:tgtEl>
                                          <p:spTgt spid="6"/>
                                        </p:tgtEl>
                                        <p:attrNameLst>
                                          <p:attrName>ppt_w</p:attrName>
                                        </p:attrNameLst>
                                      </p:cBhvr>
                                      <p:tavLst>
                                        <p:tav tm="0">
                                          <p:val>
                                            <p:fltVal val="0"/>
                                          </p:val>
                                        </p:tav>
                                        <p:tav tm="100000">
                                          <p:val>
                                            <p:strVal val="#ppt_w"/>
                                          </p:val>
                                        </p:tav>
                                      </p:tavLst>
                                    </p:anim>
                                    <p:anim calcmode="lin" valueType="num">
                                      <p:cBhvr>
                                        <p:cTn id="23" dur="500" fill="hold"/>
                                        <p:tgtEl>
                                          <p:spTgt spid="6"/>
                                        </p:tgtEl>
                                        <p:attrNameLst>
                                          <p:attrName>ppt_h</p:attrName>
                                        </p:attrNameLst>
                                      </p:cBhvr>
                                      <p:tavLst>
                                        <p:tav tm="0">
                                          <p:val>
                                            <p:fltVal val="0"/>
                                          </p:val>
                                        </p:tav>
                                        <p:tav tm="100000">
                                          <p:val>
                                            <p:strVal val="#ppt_h"/>
                                          </p:val>
                                        </p:tav>
                                      </p:tavLst>
                                    </p:anim>
                                    <p:animEffect transition="in" filter="fade">
                                      <p:cBhvr>
                                        <p:cTn id="24" dur="500"/>
                                        <p:tgtEl>
                                          <p:spTgt spid="6"/>
                                        </p:tgtEl>
                                      </p:cBhvr>
                                    </p:animEffect>
                                  </p:childTnLst>
                                </p:cTn>
                              </p:par>
                            </p:childTnLst>
                          </p:cTn>
                        </p:par>
                        <p:par>
                          <p:cTn id="25" fill="hold">
                            <p:stCondLst>
                              <p:cond delay="2000"/>
                            </p:stCondLst>
                            <p:childTnLst>
                              <p:par>
                                <p:cTn id="26" presetID="53" presetClass="entr" presetSubtype="0"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 calcmode="lin" valueType="num">
                                      <p:cBhvr>
                                        <p:cTn id="28" dur="500" fill="hold"/>
                                        <p:tgtEl>
                                          <p:spTgt spid="2"/>
                                        </p:tgtEl>
                                        <p:attrNameLst>
                                          <p:attrName>ppt_w</p:attrName>
                                        </p:attrNameLst>
                                      </p:cBhvr>
                                      <p:tavLst>
                                        <p:tav tm="0">
                                          <p:val>
                                            <p:fltVal val="0"/>
                                          </p:val>
                                        </p:tav>
                                        <p:tav tm="100000">
                                          <p:val>
                                            <p:strVal val="#ppt_w"/>
                                          </p:val>
                                        </p:tav>
                                      </p:tavLst>
                                    </p:anim>
                                    <p:anim calcmode="lin" valueType="num">
                                      <p:cBhvr>
                                        <p:cTn id="29" dur="500" fill="hold"/>
                                        <p:tgtEl>
                                          <p:spTgt spid="2"/>
                                        </p:tgtEl>
                                        <p:attrNameLst>
                                          <p:attrName>ppt_h</p:attrName>
                                        </p:attrNameLst>
                                      </p:cBhvr>
                                      <p:tavLst>
                                        <p:tav tm="0">
                                          <p:val>
                                            <p:fltVal val="0"/>
                                          </p:val>
                                        </p:tav>
                                        <p:tav tm="100000">
                                          <p:val>
                                            <p:strVal val="#ppt_h"/>
                                          </p:val>
                                        </p:tav>
                                      </p:tavLst>
                                    </p:anim>
                                    <p:animEffect transition="in" filter="fade">
                                      <p:cBhvr>
                                        <p:cTn id="30" dur="500"/>
                                        <p:tgtEl>
                                          <p:spTgt spid="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1000"/>
                                        <p:tgtEl>
                                          <p:spTgt spid="39"/>
                                        </p:tgtEl>
                                      </p:cBhvr>
                                    </p:animEffect>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animEffect transition="in" filter="fade">
                                      <p:cBhvr>
                                        <p:cTn id="39" dur="500"/>
                                        <p:tgtEl>
                                          <p:spTgt spid="9"/>
                                        </p:tgtEl>
                                      </p:cBhvr>
                                    </p:animEffect>
                                  </p:childTnLst>
                                </p:cTn>
                              </p:par>
                            </p:childTnLst>
                          </p:cTn>
                        </p:par>
                        <p:par>
                          <p:cTn id="40" fill="hold">
                            <p:stCondLst>
                              <p:cond delay="3500"/>
                            </p:stCondLst>
                            <p:childTnLst>
                              <p:par>
                                <p:cTn id="41" presetID="53" presetClass="entr" presetSubtype="0" fill="hold" grpId="0" nodeType="after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p:cTn id="43" dur="500" fill="hold"/>
                                        <p:tgtEl>
                                          <p:spTgt spid="19"/>
                                        </p:tgtEl>
                                        <p:attrNameLst>
                                          <p:attrName>ppt_w</p:attrName>
                                        </p:attrNameLst>
                                      </p:cBhvr>
                                      <p:tavLst>
                                        <p:tav tm="0">
                                          <p:val>
                                            <p:fltVal val="0"/>
                                          </p:val>
                                        </p:tav>
                                        <p:tav tm="100000">
                                          <p:val>
                                            <p:strVal val="#ppt_w"/>
                                          </p:val>
                                        </p:tav>
                                      </p:tavLst>
                                    </p:anim>
                                    <p:anim calcmode="lin" valueType="num">
                                      <p:cBhvr>
                                        <p:cTn id="44" dur="500" fill="hold"/>
                                        <p:tgtEl>
                                          <p:spTgt spid="19"/>
                                        </p:tgtEl>
                                        <p:attrNameLst>
                                          <p:attrName>ppt_h</p:attrName>
                                        </p:attrNameLst>
                                      </p:cBhvr>
                                      <p:tavLst>
                                        <p:tav tm="0">
                                          <p:val>
                                            <p:fltVal val="0"/>
                                          </p:val>
                                        </p:tav>
                                        <p:tav tm="100000">
                                          <p:val>
                                            <p:strVal val="#ppt_h"/>
                                          </p:val>
                                        </p:tav>
                                      </p:tavLst>
                                    </p:anim>
                                    <p:animEffect transition="in" filter="fade">
                                      <p:cBhvr>
                                        <p:cTn id="45" dur="500"/>
                                        <p:tgtEl>
                                          <p:spTgt spid="1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0"/>
                                        </p:tgtEl>
                                        <p:attrNameLst>
                                          <p:attrName>style.visibility</p:attrName>
                                        </p:attrNameLst>
                                      </p:cBhvr>
                                      <p:to>
                                        <p:strVal val="visible"/>
                                      </p:to>
                                    </p:set>
                                    <p:animEffect transition="in" filter="fade">
                                      <p:cBhvr>
                                        <p:cTn id="48" dur="1000"/>
                                        <p:tgtEl>
                                          <p:spTgt spid="40"/>
                                        </p:tgtEl>
                                      </p:cBhvr>
                                    </p:animEffect>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500" fill="hold"/>
                                        <p:tgtEl>
                                          <p:spTgt spid="10"/>
                                        </p:tgtEl>
                                        <p:attrNameLst>
                                          <p:attrName>ppt_w</p:attrName>
                                        </p:attrNameLst>
                                      </p:cBhvr>
                                      <p:tavLst>
                                        <p:tav tm="0">
                                          <p:val>
                                            <p:fltVal val="0"/>
                                          </p:val>
                                        </p:tav>
                                        <p:tav tm="100000">
                                          <p:val>
                                            <p:strVal val="#ppt_w"/>
                                          </p:val>
                                        </p:tav>
                                      </p:tavLst>
                                    </p:anim>
                                    <p:anim calcmode="lin" valueType="num">
                                      <p:cBhvr>
                                        <p:cTn id="53" dur="500" fill="hold"/>
                                        <p:tgtEl>
                                          <p:spTgt spid="10"/>
                                        </p:tgtEl>
                                        <p:attrNameLst>
                                          <p:attrName>ppt_h</p:attrName>
                                        </p:attrNameLst>
                                      </p:cBhvr>
                                      <p:tavLst>
                                        <p:tav tm="0">
                                          <p:val>
                                            <p:fltVal val="0"/>
                                          </p:val>
                                        </p:tav>
                                        <p:tav tm="100000">
                                          <p:val>
                                            <p:strVal val="#ppt_h"/>
                                          </p:val>
                                        </p:tav>
                                      </p:tavLst>
                                    </p:anim>
                                    <p:animEffect transition="in" filter="fade">
                                      <p:cBhvr>
                                        <p:cTn id="54" dur="500"/>
                                        <p:tgtEl>
                                          <p:spTgt spid="10"/>
                                        </p:tgtEl>
                                      </p:cBhvr>
                                    </p:animEffect>
                                  </p:childTnLst>
                                </p:cTn>
                              </p:par>
                            </p:childTnLst>
                          </p:cTn>
                        </p:par>
                        <p:par>
                          <p:cTn id="55" fill="hold">
                            <p:stCondLst>
                              <p:cond delay="5000"/>
                            </p:stCondLst>
                            <p:childTnLst>
                              <p:par>
                                <p:cTn id="56" presetID="53" presetClass="entr" presetSubtype="0" fill="hold" nodeType="afterEffect">
                                  <p:stCondLst>
                                    <p:cond delay="0"/>
                                  </p:stCondLst>
                                  <p:childTnLst>
                                    <p:set>
                                      <p:cBhvr>
                                        <p:cTn id="57" dur="1" fill="hold">
                                          <p:stCondLst>
                                            <p:cond delay="0"/>
                                          </p:stCondLst>
                                        </p:cTn>
                                        <p:tgtEl>
                                          <p:spTgt spid="3"/>
                                        </p:tgtEl>
                                        <p:attrNameLst>
                                          <p:attrName>style.visibility</p:attrName>
                                        </p:attrNameLst>
                                      </p:cBhvr>
                                      <p:to>
                                        <p:strVal val="visible"/>
                                      </p:to>
                                    </p:set>
                                    <p:anim calcmode="lin" valueType="num">
                                      <p:cBhvr>
                                        <p:cTn id="58" dur="500" fill="hold"/>
                                        <p:tgtEl>
                                          <p:spTgt spid="3"/>
                                        </p:tgtEl>
                                        <p:attrNameLst>
                                          <p:attrName>ppt_w</p:attrName>
                                        </p:attrNameLst>
                                      </p:cBhvr>
                                      <p:tavLst>
                                        <p:tav tm="0">
                                          <p:val>
                                            <p:fltVal val="0"/>
                                          </p:val>
                                        </p:tav>
                                        <p:tav tm="100000">
                                          <p:val>
                                            <p:strVal val="#ppt_w"/>
                                          </p:val>
                                        </p:tav>
                                      </p:tavLst>
                                    </p:anim>
                                    <p:anim calcmode="lin" valueType="num">
                                      <p:cBhvr>
                                        <p:cTn id="59" dur="500" fill="hold"/>
                                        <p:tgtEl>
                                          <p:spTgt spid="3"/>
                                        </p:tgtEl>
                                        <p:attrNameLst>
                                          <p:attrName>ppt_h</p:attrName>
                                        </p:attrNameLst>
                                      </p:cBhvr>
                                      <p:tavLst>
                                        <p:tav tm="0">
                                          <p:val>
                                            <p:fltVal val="0"/>
                                          </p:val>
                                        </p:tav>
                                        <p:tav tm="100000">
                                          <p:val>
                                            <p:strVal val="#ppt_h"/>
                                          </p:val>
                                        </p:tav>
                                      </p:tavLst>
                                    </p:anim>
                                    <p:animEffect transition="in" filter="fade">
                                      <p:cBhvr>
                                        <p:cTn id="60" dur="500"/>
                                        <p:tgtEl>
                                          <p:spTgt spid="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1"/>
                                        </p:tgtEl>
                                        <p:attrNameLst>
                                          <p:attrName>style.visibility</p:attrName>
                                        </p:attrNameLst>
                                      </p:cBhvr>
                                      <p:to>
                                        <p:strVal val="visible"/>
                                      </p:to>
                                    </p:set>
                                    <p:animEffect transition="in" filter="fade">
                                      <p:cBhvr>
                                        <p:cTn id="63" dur="1000"/>
                                        <p:tgtEl>
                                          <p:spTgt spid="41"/>
                                        </p:tgtEl>
                                      </p:cBhvr>
                                    </p:animEffect>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p:cTn id="67" dur="500" fill="hold"/>
                                        <p:tgtEl>
                                          <p:spTgt spid="11"/>
                                        </p:tgtEl>
                                        <p:attrNameLst>
                                          <p:attrName>ppt_w</p:attrName>
                                        </p:attrNameLst>
                                      </p:cBhvr>
                                      <p:tavLst>
                                        <p:tav tm="0">
                                          <p:val>
                                            <p:fltVal val="0"/>
                                          </p:val>
                                        </p:tav>
                                        <p:tav tm="100000">
                                          <p:val>
                                            <p:strVal val="#ppt_w"/>
                                          </p:val>
                                        </p:tav>
                                      </p:tavLst>
                                    </p:anim>
                                    <p:anim calcmode="lin" valueType="num">
                                      <p:cBhvr>
                                        <p:cTn id="68" dur="500" fill="hold"/>
                                        <p:tgtEl>
                                          <p:spTgt spid="11"/>
                                        </p:tgtEl>
                                        <p:attrNameLst>
                                          <p:attrName>ppt_h</p:attrName>
                                        </p:attrNameLst>
                                      </p:cBhvr>
                                      <p:tavLst>
                                        <p:tav tm="0">
                                          <p:val>
                                            <p:fltVal val="0"/>
                                          </p:val>
                                        </p:tav>
                                        <p:tav tm="100000">
                                          <p:val>
                                            <p:strVal val="#ppt_h"/>
                                          </p:val>
                                        </p:tav>
                                      </p:tavLst>
                                    </p:anim>
                                    <p:animEffect transition="in" filter="fade">
                                      <p:cBhvr>
                                        <p:cTn id="69" dur="500"/>
                                        <p:tgtEl>
                                          <p:spTgt spid="11"/>
                                        </p:tgtEl>
                                      </p:cBhvr>
                                    </p:animEffect>
                                  </p:childTnLst>
                                </p:cTn>
                              </p:par>
                            </p:childTnLst>
                          </p:cTn>
                        </p:par>
                        <p:par>
                          <p:cTn id="70" fill="hold">
                            <p:stCondLst>
                              <p:cond delay="6500"/>
                            </p:stCondLst>
                            <p:childTnLst>
                              <p:par>
                                <p:cTn id="71" presetID="53" presetClass="entr" presetSubtype="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Effect transition="in" filter="fade">
                                      <p:cBhvr>
                                        <p:cTn id="75" dur="500"/>
                                        <p:tgtEl>
                                          <p:spTgt spid="32"/>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42"/>
                                        </p:tgtEl>
                                        <p:attrNameLst>
                                          <p:attrName>style.visibility</p:attrName>
                                        </p:attrNameLst>
                                      </p:cBhvr>
                                      <p:to>
                                        <p:strVal val="visible"/>
                                      </p:to>
                                    </p:set>
                                    <p:animEffect transition="in" filter="fade">
                                      <p:cBhvr>
                                        <p:cTn id="78"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P spid="9" grpId="0" animBg="1"/>
      <p:bldP spid="10" grpId="0" animBg="1"/>
      <p:bldP spid="11" grpId="0" animBg="1"/>
      <p:bldP spid="19" grpId="0" animBg="1"/>
      <p:bldP spid="31" grpId="0" animBg="1"/>
      <p:bldP spid="32" grpId="0" animBg="1"/>
      <p:bldP spid="38" grpId="0"/>
      <p:bldP spid="39" grpId="0"/>
      <p:bldP spid="40" grpId="0"/>
      <p:bldP spid="41" grpId="0"/>
      <p:bldP spid="42"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Schedule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261</a:t>
            </a:fld>
            <a:endParaRPr lang="en-US" dirty="0"/>
          </a:p>
        </p:txBody>
      </p:sp>
      <p:grpSp>
        <p:nvGrpSpPr>
          <p:cNvPr id="2" name="Group 87"/>
          <p:cNvGrpSpPr/>
          <p:nvPr/>
        </p:nvGrpSpPr>
        <p:grpSpPr>
          <a:xfrm>
            <a:off x="1073783" y="1305084"/>
            <a:ext cx="2057400" cy="2333466"/>
            <a:chOff x="1073783" y="1305084"/>
            <a:chExt cx="2057400" cy="2333466"/>
          </a:xfrm>
        </p:grpSpPr>
        <p:sp>
          <p:nvSpPr>
            <p:cNvPr id="5" name="Round Same Side Corner Rectangle 4"/>
            <p:cNvSpPr/>
            <p:nvPr/>
          </p:nvSpPr>
          <p:spPr>
            <a:xfrm>
              <a:off x="1073783" y="1504950"/>
              <a:ext cx="2057400" cy="609600"/>
            </a:xfrm>
            <a:prstGeom prst="round2SameRect">
              <a:avLst/>
            </a:prstGeom>
            <a:gradFill>
              <a:gsLst>
                <a:gs pos="200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ound Same Side Corner Rectangle 5"/>
            <p:cNvSpPr/>
            <p:nvPr/>
          </p:nvSpPr>
          <p:spPr>
            <a:xfrm rot="10800000">
              <a:off x="1073783" y="2114550"/>
              <a:ext cx="2057400" cy="1524000"/>
            </a:xfrm>
            <a:prstGeom prst="round2SameRect">
              <a:avLst>
                <a:gd name="adj1" fmla="val 4584"/>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lded Corner 6"/>
            <p:cNvSpPr/>
            <p:nvPr/>
          </p:nvSpPr>
          <p:spPr>
            <a:xfrm>
              <a:off x="1130933" y="2114550"/>
              <a:ext cx="1958339" cy="1447800"/>
            </a:xfrm>
            <a:prstGeom prst="foldedCorner">
              <a:avLst>
                <a:gd name="adj" fmla="val 35049"/>
              </a:avLst>
            </a:prstGeom>
            <a:solidFill>
              <a:schemeClr val="bg1">
                <a:lumMod val="95000"/>
              </a:schemeClr>
            </a:solidFill>
            <a:ln>
              <a:noFill/>
            </a:ln>
            <a:effectLst>
              <a:outerShdw blurRad="50800" dist="38100" dir="2700000" sx="98000" sy="98000" algn="tl" rotWithShape="0">
                <a:schemeClr val="tx1">
                  <a:lumMod val="75000"/>
                  <a:lumOff val="2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25"/>
            <p:cNvGrpSpPr/>
            <p:nvPr/>
          </p:nvGrpSpPr>
          <p:grpSpPr>
            <a:xfrm>
              <a:off x="1418274" y="1305084"/>
              <a:ext cx="1376359" cy="428622"/>
              <a:chOff x="3919541" y="1378744"/>
              <a:chExt cx="1376359" cy="428622"/>
            </a:xfrm>
          </p:grpSpPr>
          <p:grpSp>
            <p:nvGrpSpPr>
              <p:cNvPr id="4" name="Group 9"/>
              <p:cNvGrpSpPr/>
              <p:nvPr/>
            </p:nvGrpSpPr>
            <p:grpSpPr>
              <a:xfrm>
                <a:off x="3919541" y="1378744"/>
                <a:ext cx="152400" cy="428622"/>
                <a:chOff x="3919541" y="1390650"/>
                <a:chExt cx="152400" cy="428622"/>
              </a:xfrm>
            </p:grpSpPr>
            <p:sp>
              <p:nvSpPr>
                <p:cNvPr id="9" name="Oval 8"/>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ounded Rectangle 7"/>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10"/>
              <p:cNvGrpSpPr/>
              <p:nvPr/>
            </p:nvGrpSpPr>
            <p:grpSpPr>
              <a:xfrm>
                <a:off x="4164333" y="1378744"/>
                <a:ext cx="152400" cy="428622"/>
                <a:chOff x="3919541" y="1390650"/>
                <a:chExt cx="152400" cy="428622"/>
              </a:xfrm>
            </p:grpSpPr>
            <p:sp>
              <p:nvSpPr>
                <p:cNvPr id="12" name="Oval 11"/>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ounded Rectangle 12"/>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3"/>
              <p:cNvGrpSpPr/>
              <p:nvPr/>
            </p:nvGrpSpPr>
            <p:grpSpPr>
              <a:xfrm>
                <a:off x="4409125" y="1378744"/>
                <a:ext cx="152400" cy="428622"/>
                <a:chOff x="3919541" y="1390650"/>
                <a:chExt cx="152400" cy="428622"/>
              </a:xfrm>
            </p:grpSpPr>
            <p:sp>
              <p:nvSpPr>
                <p:cNvPr id="15" name="Oval 14"/>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ounded Rectangle 15"/>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6"/>
              <p:cNvGrpSpPr/>
              <p:nvPr/>
            </p:nvGrpSpPr>
            <p:grpSpPr>
              <a:xfrm>
                <a:off x="4653917" y="1378744"/>
                <a:ext cx="152400" cy="428622"/>
                <a:chOff x="3919541" y="1390650"/>
                <a:chExt cx="152400" cy="428622"/>
              </a:xfrm>
            </p:grpSpPr>
            <p:sp>
              <p:nvSpPr>
                <p:cNvPr id="18" name="Oval 17"/>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ounded Rectangle 18"/>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9"/>
              <p:cNvGrpSpPr/>
              <p:nvPr/>
            </p:nvGrpSpPr>
            <p:grpSpPr>
              <a:xfrm>
                <a:off x="4898709" y="1378744"/>
                <a:ext cx="152400" cy="428622"/>
                <a:chOff x="3919541" y="1390650"/>
                <a:chExt cx="152400" cy="428622"/>
              </a:xfrm>
            </p:grpSpPr>
            <p:sp>
              <p:nvSpPr>
                <p:cNvPr id="21" name="Oval 20"/>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ounded Rectangle 21"/>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22"/>
              <p:cNvGrpSpPr/>
              <p:nvPr/>
            </p:nvGrpSpPr>
            <p:grpSpPr>
              <a:xfrm>
                <a:off x="5143500" y="1378744"/>
                <a:ext cx="152400" cy="428622"/>
                <a:chOff x="3919541" y="1390650"/>
                <a:chExt cx="152400" cy="428622"/>
              </a:xfrm>
            </p:grpSpPr>
            <p:sp>
              <p:nvSpPr>
                <p:cNvPr id="24" name="Oval 23"/>
                <p:cNvSpPr/>
                <p:nvPr/>
              </p:nvSpPr>
              <p:spPr>
                <a:xfrm>
                  <a:off x="3919541"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ounded Rectangle 24"/>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27" name="Text Placeholder 3"/>
          <p:cNvSpPr txBox="1">
            <a:spLocks/>
          </p:cNvSpPr>
          <p:nvPr/>
        </p:nvSpPr>
        <p:spPr>
          <a:xfrm>
            <a:off x="1664863" y="1791831"/>
            <a:ext cx="875240" cy="246221"/>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i="0" u="none" strike="noStrike" kern="1200" cap="none" spc="0" normalizeH="0" baseline="0" noProof="0" dirty="0">
                <a:ln>
                  <a:noFill/>
                </a:ln>
                <a:solidFill>
                  <a:schemeClr val="bg1"/>
                </a:solidFill>
                <a:effectLst/>
                <a:uLnTx/>
                <a:uFillTx/>
                <a:cs typeface="A Thuluth" pitchFamily="2" charset="-78"/>
              </a:rPr>
              <a:t>September</a:t>
            </a:r>
          </a:p>
        </p:txBody>
      </p:sp>
      <p:sp>
        <p:nvSpPr>
          <p:cNvPr id="28" name="Text Placeholder 3"/>
          <p:cNvSpPr txBox="1">
            <a:spLocks/>
          </p:cNvSpPr>
          <p:nvPr/>
        </p:nvSpPr>
        <p:spPr>
          <a:xfrm>
            <a:off x="1536847" y="2210197"/>
            <a:ext cx="1019510" cy="123110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8000" b="1" i="0" u="none" strike="noStrike" kern="1200" cap="none" spc="0" normalizeH="0" baseline="0" noProof="0" dirty="0">
                <a:ln>
                  <a:noFill/>
                </a:ln>
                <a:solidFill>
                  <a:schemeClr val="accent1"/>
                </a:solidFill>
                <a:effectLst/>
                <a:uLnTx/>
                <a:uFillTx/>
                <a:cs typeface="A Thuluth" pitchFamily="2" charset="-78"/>
              </a:rPr>
              <a:t>15</a:t>
            </a:r>
          </a:p>
        </p:txBody>
      </p:sp>
      <p:grpSp>
        <p:nvGrpSpPr>
          <p:cNvPr id="23" name="Group 88"/>
          <p:cNvGrpSpPr/>
          <p:nvPr/>
        </p:nvGrpSpPr>
        <p:grpSpPr>
          <a:xfrm>
            <a:off x="3537267" y="1305084"/>
            <a:ext cx="2057400" cy="2333466"/>
            <a:chOff x="3537267" y="1305084"/>
            <a:chExt cx="2057400" cy="2333466"/>
          </a:xfrm>
        </p:grpSpPr>
        <p:sp>
          <p:nvSpPr>
            <p:cNvPr id="31" name="Round Same Side Corner Rectangle 30"/>
            <p:cNvSpPr/>
            <p:nvPr/>
          </p:nvSpPr>
          <p:spPr>
            <a:xfrm>
              <a:off x="3537267" y="1504950"/>
              <a:ext cx="2057400" cy="609600"/>
            </a:xfrm>
            <a:prstGeom prst="round2SameRect">
              <a:avLst/>
            </a:prstGeom>
            <a:gradFill>
              <a:gsLst>
                <a:gs pos="2000">
                  <a:schemeClr val="accent2"/>
                </a:gs>
                <a:gs pos="100000">
                  <a:schemeClr val="accent2">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ound Same Side Corner Rectangle 31"/>
            <p:cNvSpPr/>
            <p:nvPr/>
          </p:nvSpPr>
          <p:spPr>
            <a:xfrm rot="10800000">
              <a:off x="3537267" y="2114550"/>
              <a:ext cx="2057400" cy="1524000"/>
            </a:xfrm>
            <a:prstGeom prst="round2SameRect">
              <a:avLst>
                <a:gd name="adj1" fmla="val 4584"/>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lded Corner 32"/>
            <p:cNvSpPr/>
            <p:nvPr/>
          </p:nvSpPr>
          <p:spPr>
            <a:xfrm>
              <a:off x="3594417" y="2114550"/>
              <a:ext cx="1958339" cy="1447800"/>
            </a:xfrm>
            <a:prstGeom prst="foldedCorner">
              <a:avLst>
                <a:gd name="adj" fmla="val 35049"/>
              </a:avLst>
            </a:prstGeom>
            <a:solidFill>
              <a:schemeClr val="bg1">
                <a:lumMod val="95000"/>
              </a:schemeClr>
            </a:solidFill>
            <a:ln>
              <a:noFill/>
            </a:ln>
            <a:effectLst>
              <a:outerShdw blurRad="50800" dist="38100" dir="2700000" sx="98000" sy="98000" algn="tl" rotWithShape="0">
                <a:schemeClr val="tx1">
                  <a:lumMod val="75000"/>
                  <a:lumOff val="2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33"/>
            <p:cNvGrpSpPr/>
            <p:nvPr/>
          </p:nvGrpSpPr>
          <p:grpSpPr>
            <a:xfrm>
              <a:off x="3881758" y="1305084"/>
              <a:ext cx="1376359" cy="428622"/>
              <a:chOff x="3919541" y="1378744"/>
              <a:chExt cx="1376359" cy="428622"/>
            </a:xfrm>
          </p:grpSpPr>
          <p:grpSp>
            <p:nvGrpSpPr>
              <p:cNvPr id="29" name="Group 37"/>
              <p:cNvGrpSpPr/>
              <p:nvPr/>
            </p:nvGrpSpPr>
            <p:grpSpPr>
              <a:xfrm>
                <a:off x="3919541" y="1378744"/>
                <a:ext cx="152400" cy="428622"/>
                <a:chOff x="3919541" y="1390650"/>
                <a:chExt cx="152400" cy="428622"/>
              </a:xfrm>
            </p:grpSpPr>
            <p:sp>
              <p:nvSpPr>
                <p:cNvPr id="56" name="Oval 55"/>
                <p:cNvSpPr/>
                <p:nvPr/>
              </p:nvSpPr>
              <p:spPr>
                <a:xfrm>
                  <a:off x="3919541"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ounded Rectangle 56"/>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38"/>
              <p:cNvGrpSpPr/>
              <p:nvPr/>
            </p:nvGrpSpPr>
            <p:grpSpPr>
              <a:xfrm>
                <a:off x="4164333" y="1378744"/>
                <a:ext cx="152400" cy="428622"/>
                <a:chOff x="3919541" y="1390650"/>
                <a:chExt cx="152400" cy="428622"/>
              </a:xfrm>
            </p:grpSpPr>
            <p:sp>
              <p:nvSpPr>
                <p:cNvPr id="54" name="Oval 53"/>
                <p:cNvSpPr/>
                <p:nvPr/>
              </p:nvSpPr>
              <p:spPr>
                <a:xfrm>
                  <a:off x="3919541"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ounded Rectangle 54"/>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4" name="Group 39"/>
              <p:cNvGrpSpPr/>
              <p:nvPr/>
            </p:nvGrpSpPr>
            <p:grpSpPr>
              <a:xfrm>
                <a:off x="4409125" y="1378744"/>
                <a:ext cx="152400" cy="428622"/>
                <a:chOff x="3919541" y="1390650"/>
                <a:chExt cx="152400" cy="428622"/>
              </a:xfrm>
            </p:grpSpPr>
            <p:sp>
              <p:nvSpPr>
                <p:cNvPr id="52" name="Oval 51"/>
                <p:cNvSpPr/>
                <p:nvPr/>
              </p:nvSpPr>
              <p:spPr>
                <a:xfrm>
                  <a:off x="3919541"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ounded Rectangle 52"/>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8" name="Group 40"/>
              <p:cNvGrpSpPr/>
              <p:nvPr/>
            </p:nvGrpSpPr>
            <p:grpSpPr>
              <a:xfrm>
                <a:off x="4653917" y="1378744"/>
                <a:ext cx="152400" cy="428622"/>
                <a:chOff x="3919541" y="1390650"/>
                <a:chExt cx="152400" cy="428622"/>
              </a:xfrm>
            </p:grpSpPr>
            <p:sp>
              <p:nvSpPr>
                <p:cNvPr id="50" name="Oval 49"/>
                <p:cNvSpPr/>
                <p:nvPr/>
              </p:nvSpPr>
              <p:spPr>
                <a:xfrm>
                  <a:off x="3919541"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ounded Rectangle 50"/>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9" name="Group 41"/>
              <p:cNvGrpSpPr/>
              <p:nvPr/>
            </p:nvGrpSpPr>
            <p:grpSpPr>
              <a:xfrm>
                <a:off x="4898709" y="1378744"/>
                <a:ext cx="152400" cy="428622"/>
                <a:chOff x="3919541" y="1390650"/>
                <a:chExt cx="152400" cy="428622"/>
              </a:xfrm>
            </p:grpSpPr>
            <p:sp>
              <p:nvSpPr>
                <p:cNvPr id="48" name="Oval 47"/>
                <p:cNvSpPr/>
                <p:nvPr/>
              </p:nvSpPr>
              <p:spPr>
                <a:xfrm>
                  <a:off x="3919541"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ounded Rectangle 48"/>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 43"/>
              <p:cNvGrpSpPr/>
              <p:nvPr/>
            </p:nvGrpSpPr>
            <p:grpSpPr>
              <a:xfrm>
                <a:off x="5143500" y="1378744"/>
                <a:ext cx="152400" cy="428622"/>
                <a:chOff x="3919541" y="1390650"/>
                <a:chExt cx="152400" cy="428622"/>
              </a:xfrm>
            </p:grpSpPr>
            <p:sp>
              <p:nvSpPr>
                <p:cNvPr id="46" name="Oval 45"/>
                <p:cNvSpPr/>
                <p:nvPr/>
              </p:nvSpPr>
              <p:spPr>
                <a:xfrm>
                  <a:off x="3919541"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ounded Rectangle 46"/>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5" name="Text Placeholder 3"/>
          <p:cNvSpPr txBox="1">
            <a:spLocks/>
          </p:cNvSpPr>
          <p:nvPr/>
        </p:nvSpPr>
        <p:spPr>
          <a:xfrm>
            <a:off x="4164415" y="1791831"/>
            <a:ext cx="803105" cy="246221"/>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i="0" u="none" strike="noStrike" kern="1200" cap="none" spc="0" normalizeH="0" baseline="0" noProof="0" dirty="0">
                <a:ln>
                  <a:noFill/>
                </a:ln>
                <a:solidFill>
                  <a:schemeClr val="bg1"/>
                </a:solidFill>
                <a:effectLst/>
                <a:uLnTx/>
                <a:uFillTx/>
                <a:cs typeface="A Thuluth" pitchFamily="2" charset="-78"/>
              </a:rPr>
              <a:t>December</a:t>
            </a:r>
          </a:p>
        </p:txBody>
      </p:sp>
      <p:sp>
        <p:nvSpPr>
          <p:cNvPr id="36" name="Text Placeholder 3"/>
          <p:cNvSpPr txBox="1">
            <a:spLocks/>
          </p:cNvSpPr>
          <p:nvPr/>
        </p:nvSpPr>
        <p:spPr>
          <a:xfrm>
            <a:off x="4000331" y="2210197"/>
            <a:ext cx="1019510" cy="123110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8000" b="1" i="0" u="none" strike="noStrike" kern="1200" cap="none" spc="0" normalizeH="0" baseline="0" noProof="0" dirty="0">
                <a:ln>
                  <a:noFill/>
                </a:ln>
                <a:solidFill>
                  <a:schemeClr val="accent2"/>
                </a:solidFill>
                <a:effectLst/>
                <a:uLnTx/>
                <a:uFillTx/>
                <a:cs typeface="A Thuluth" pitchFamily="2" charset="-78"/>
              </a:rPr>
              <a:t>12</a:t>
            </a:r>
          </a:p>
        </p:txBody>
      </p:sp>
      <p:grpSp>
        <p:nvGrpSpPr>
          <p:cNvPr id="41" name="Group 89"/>
          <p:cNvGrpSpPr/>
          <p:nvPr/>
        </p:nvGrpSpPr>
        <p:grpSpPr>
          <a:xfrm>
            <a:off x="6000750" y="1305084"/>
            <a:ext cx="2057400" cy="2333466"/>
            <a:chOff x="6000750" y="1305084"/>
            <a:chExt cx="2057400" cy="2333466"/>
          </a:xfrm>
        </p:grpSpPr>
        <p:sp>
          <p:nvSpPr>
            <p:cNvPr id="59" name="Round Same Side Corner Rectangle 58"/>
            <p:cNvSpPr/>
            <p:nvPr/>
          </p:nvSpPr>
          <p:spPr>
            <a:xfrm>
              <a:off x="6000750" y="1504950"/>
              <a:ext cx="2057400" cy="609600"/>
            </a:xfrm>
            <a:prstGeom prst="round2SameRect">
              <a:avLst/>
            </a:prstGeom>
            <a:gradFill>
              <a:gsLst>
                <a:gs pos="2000">
                  <a:schemeClr val="accent3"/>
                </a:gs>
                <a:gs pos="100000">
                  <a:schemeClr val="accent3">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ound Same Side Corner Rectangle 59"/>
            <p:cNvSpPr/>
            <p:nvPr/>
          </p:nvSpPr>
          <p:spPr>
            <a:xfrm rot="10800000">
              <a:off x="6000750" y="2114550"/>
              <a:ext cx="2057400" cy="1524000"/>
            </a:xfrm>
            <a:prstGeom prst="round2SameRect">
              <a:avLst>
                <a:gd name="adj1" fmla="val 4584"/>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Folded Corner 60"/>
            <p:cNvSpPr/>
            <p:nvPr/>
          </p:nvSpPr>
          <p:spPr>
            <a:xfrm>
              <a:off x="6057900" y="2114550"/>
              <a:ext cx="1958339" cy="1447800"/>
            </a:xfrm>
            <a:prstGeom prst="foldedCorner">
              <a:avLst>
                <a:gd name="adj" fmla="val 35049"/>
              </a:avLst>
            </a:prstGeom>
            <a:solidFill>
              <a:schemeClr val="bg1">
                <a:lumMod val="95000"/>
              </a:schemeClr>
            </a:solidFill>
            <a:ln>
              <a:noFill/>
            </a:ln>
            <a:effectLst>
              <a:outerShdw blurRad="50800" dist="38100" dir="2700000" sx="98000" sy="98000" algn="tl" rotWithShape="0">
                <a:schemeClr val="tx1">
                  <a:lumMod val="75000"/>
                  <a:lumOff val="2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2" name="Group 61"/>
            <p:cNvGrpSpPr/>
            <p:nvPr/>
          </p:nvGrpSpPr>
          <p:grpSpPr>
            <a:xfrm>
              <a:off x="6345241" y="1305084"/>
              <a:ext cx="1376359" cy="428622"/>
              <a:chOff x="3919541" y="1378744"/>
              <a:chExt cx="1376359" cy="428622"/>
            </a:xfrm>
          </p:grpSpPr>
          <p:grpSp>
            <p:nvGrpSpPr>
              <p:cNvPr id="44" name="Group 64"/>
              <p:cNvGrpSpPr/>
              <p:nvPr/>
            </p:nvGrpSpPr>
            <p:grpSpPr>
              <a:xfrm>
                <a:off x="3919541" y="1378744"/>
                <a:ext cx="152400" cy="428622"/>
                <a:chOff x="3919541" y="1390650"/>
                <a:chExt cx="152400" cy="428622"/>
              </a:xfrm>
            </p:grpSpPr>
            <p:sp>
              <p:nvSpPr>
                <p:cNvPr id="81" name="Oval 80"/>
                <p:cNvSpPr/>
                <p:nvPr/>
              </p:nvSpPr>
              <p:spPr>
                <a:xfrm>
                  <a:off x="3919541"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Rounded Rectangle 81"/>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8" name="Group 65"/>
              <p:cNvGrpSpPr/>
              <p:nvPr/>
            </p:nvGrpSpPr>
            <p:grpSpPr>
              <a:xfrm>
                <a:off x="4164333" y="1378744"/>
                <a:ext cx="152400" cy="428622"/>
                <a:chOff x="3919541" y="1390650"/>
                <a:chExt cx="152400" cy="428622"/>
              </a:xfrm>
            </p:grpSpPr>
            <p:sp>
              <p:nvSpPr>
                <p:cNvPr id="79" name="Oval 78"/>
                <p:cNvSpPr/>
                <p:nvPr/>
              </p:nvSpPr>
              <p:spPr>
                <a:xfrm>
                  <a:off x="3919541"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ed Rectangle 79"/>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 name="Group 66"/>
              <p:cNvGrpSpPr/>
              <p:nvPr/>
            </p:nvGrpSpPr>
            <p:grpSpPr>
              <a:xfrm>
                <a:off x="4409125" y="1378744"/>
                <a:ext cx="152400" cy="428622"/>
                <a:chOff x="3919541" y="1390650"/>
                <a:chExt cx="152400" cy="428622"/>
              </a:xfrm>
            </p:grpSpPr>
            <p:sp>
              <p:nvSpPr>
                <p:cNvPr id="77" name="Oval 76"/>
                <p:cNvSpPr/>
                <p:nvPr/>
              </p:nvSpPr>
              <p:spPr>
                <a:xfrm>
                  <a:off x="3919541"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Rounded Rectangle 77"/>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7"/>
              <p:cNvGrpSpPr/>
              <p:nvPr/>
            </p:nvGrpSpPr>
            <p:grpSpPr>
              <a:xfrm>
                <a:off x="4653917" y="1378744"/>
                <a:ext cx="152400" cy="428622"/>
                <a:chOff x="3919541" y="1390650"/>
                <a:chExt cx="152400" cy="428622"/>
              </a:xfrm>
            </p:grpSpPr>
            <p:sp>
              <p:nvSpPr>
                <p:cNvPr id="75" name="Oval 74"/>
                <p:cNvSpPr/>
                <p:nvPr/>
              </p:nvSpPr>
              <p:spPr>
                <a:xfrm>
                  <a:off x="3919541"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Rounded Rectangle 75"/>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6" name="Group 68"/>
              <p:cNvGrpSpPr/>
              <p:nvPr/>
            </p:nvGrpSpPr>
            <p:grpSpPr>
              <a:xfrm>
                <a:off x="4898709" y="1378744"/>
                <a:ext cx="152400" cy="428622"/>
                <a:chOff x="3919541" y="1390650"/>
                <a:chExt cx="152400" cy="428622"/>
              </a:xfrm>
            </p:grpSpPr>
            <p:sp>
              <p:nvSpPr>
                <p:cNvPr id="73" name="Oval 72"/>
                <p:cNvSpPr/>
                <p:nvPr/>
              </p:nvSpPr>
              <p:spPr>
                <a:xfrm>
                  <a:off x="3919541"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Rounded Rectangle 73"/>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7" name="Group 69"/>
              <p:cNvGrpSpPr/>
              <p:nvPr/>
            </p:nvGrpSpPr>
            <p:grpSpPr>
              <a:xfrm>
                <a:off x="5143500" y="1378744"/>
                <a:ext cx="152400" cy="428622"/>
                <a:chOff x="3919541" y="1390650"/>
                <a:chExt cx="152400" cy="428622"/>
              </a:xfrm>
            </p:grpSpPr>
            <p:sp>
              <p:nvSpPr>
                <p:cNvPr id="71" name="Oval 70"/>
                <p:cNvSpPr/>
                <p:nvPr/>
              </p:nvSpPr>
              <p:spPr>
                <a:xfrm>
                  <a:off x="3919541"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ounded Rectangle 71"/>
                <p:cNvSpPr/>
                <p:nvPr/>
              </p:nvSpPr>
              <p:spPr>
                <a:xfrm>
                  <a:off x="3957641"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63" name="Text Placeholder 3"/>
          <p:cNvSpPr txBox="1">
            <a:spLocks/>
          </p:cNvSpPr>
          <p:nvPr/>
        </p:nvSpPr>
        <p:spPr>
          <a:xfrm>
            <a:off x="6675187" y="1791831"/>
            <a:ext cx="708527" cy="246221"/>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i="0" u="none" strike="noStrike" kern="1200" cap="none" spc="0" normalizeH="0" baseline="0" noProof="0" dirty="0">
                <a:ln>
                  <a:noFill/>
                </a:ln>
                <a:solidFill>
                  <a:schemeClr val="bg1"/>
                </a:solidFill>
                <a:effectLst/>
                <a:uLnTx/>
                <a:uFillTx/>
                <a:cs typeface="A Thuluth" pitchFamily="2" charset="-78"/>
              </a:rPr>
              <a:t>February</a:t>
            </a:r>
          </a:p>
        </p:txBody>
      </p:sp>
      <p:sp>
        <p:nvSpPr>
          <p:cNvPr id="64" name="Text Placeholder 3"/>
          <p:cNvSpPr txBox="1">
            <a:spLocks/>
          </p:cNvSpPr>
          <p:nvPr/>
        </p:nvSpPr>
        <p:spPr>
          <a:xfrm>
            <a:off x="6463814" y="2210197"/>
            <a:ext cx="1019510" cy="123110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8000" b="1" i="0" u="none" strike="noStrike" kern="1200" cap="none" spc="0" normalizeH="0" baseline="0" noProof="0" dirty="0">
                <a:ln>
                  <a:noFill/>
                </a:ln>
                <a:solidFill>
                  <a:schemeClr val="accent3"/>
                </a:solidFill>
                <a:effectLst/>
                <a:uLnTx/>
                <a:uFillTx/>
                <a:cs typeface="A Thuluth" pitchFamily="2" charset="-78"/>
              </a:rPr>
              <a:t>14</a:t>
            </a:r>
          </a:p>
        </p:txBody>
      </p:sp>
      <p:sp>
        <p:nvSpPr>
          <p:cNvPr id="85" name="Text Placeholder 3"/>
          <p:cNvSpPr txBox="1">
            <a:spLocks/>
          </p:cNvSpPr>
          <p:nvPr/>
        </p:nvSpPr>
        <p:spPr>
          <a:xfrm>
            <a:off x="1128619" y="3718255"/>
            <a:ext cx="1947726" cy="64633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1"/>
                </a:solidFill>
              </a:rPr>
              <a:t>Title Goes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available but the majority have even slightly</a:t>
            </a:r>
          </a:p>
        </p:txBody>
      </p:sp>
      <p:sp>
        <p:nvSpPr>
          <p:cNvPr id="86" name="Text Placeholder 3"/>
          <p:cNvSpPr txBox="1">
            <a:spLocks/>
          </p:cNvSpPr>
          <p:nvPr/>
        </p:nvSpPr>
        <p:spPr>
          <a:xfrm>
            <a:off x="3605030" y="3718255"/>
            <a:ext cx="1947726" cy="64633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2"/>
                </a:solidFill>
              </a:rPr>
              <a:t>Title Goes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available but the majority have even slightly</a:t>
            </a:r>
          </a:p>
        </p:txBody>
      </p:sp>
      <p:sp>
        <p:nvSpPr>
          <p:cNvPr id="87" name="Text Placeholder 3"/>
          <p:cNvSpPr txBox="1">
            <a:spLocks/>
          </p:cNvSpPr>
          <p:nvPr/>
        </p:nvSpPr>
        <p:spPr>
          <a:xfrm>
            <a:off x="6105754" y="3718255"/>
            <a:ext cx="1947726" cy="646331"/>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accent3"/>
                </a:solidFill>
              </a:rPr>
              <a:t>Title Goes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available but the majority have even slightly</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p:cTn id="15" dur="500" fill="hold"/>
                                        <p:tgtEl>
                                          <p:spTgt spid="28"/>
                                        </p:tgtEl>
                                        <p:attrNameLst>
                                          <p:attrName>ppt_w</p:attrName>
                                        </p:attrNameLst>
                                      </p:cBhvr>
                                      <p:tavLst>
                                        <p:tav tm="0">
                                          <p:val>
                                            <p:fltVal val="0"/>
                                          </p:val>
                                        </p:tav>
                                        <p:tav tm="100000">
                                          <p:val>
                                            <p:strVal val="#ppt_w"/>
                                          </p:val>
                                        </p:tav>
                                      </p:tavLst>
                                    </p:anim>
                                    <p:anim calcmode="lin" valueType="num">
                                      <p:cBhvr>
                                        <p:cTn id="16" dur="500" fill="hold"/>
                                        <p:tgtEl>
                                          <p:spTgt spid="28"/>
                                        </p:tgtEl>
                                        <p:attrNameLst>
                                          <p:attrName>ppt_h</p:attrName>
                                        </p:attrNameLst>
                                      </p:cBhvr>
                                      <p:tavLst>
                                        <p:tav tm="0">
                                          <p:val>
                                            <p:fltVal val="0"/>
                                          </p:val>
                                        </p:tav>
                                        <p:tav tm="100000">
                                          <p:val>
                                            <p:strVal val="#ppt_h"/>
                                          </p:val>
                                        </p:tav>
                                      </p:tavLst>
                                    </p:anim>
                                    <p:animEffect transition="in" filter="fade">
                                      <p:cBhvr>
                                        <p:cTn id="17" dur="500"/>
                                        <p:tgtEl>
                                          <p:spTgt spid="28"/>
                                        </p:tgtEl>
                                      </p:cBhvr>
                                    </p:animEffect>
                                  </p:childTnLst>
                                </p:cTn>
                              </p:par>
                            </p:childTnLst>
                          </p:cTn>
                        </p:par>
                        <p:par>
                          <p:cTn id="18" fill="hold">
                            <p:stCondLst>
                              <p:cond delay="10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85"/>
                                        </p:tgtEl>
                                        <p:attrNameLst>
                                          <p:attrName>style.visibility</p:attrName>
                                        </p:attrNameLst>
                                      </p:cBhvr>
                                      <p:to>
                                        <p:strVal val="visible"/>
                                      </p:to>
                                    </p:set>
                                    <p:anim calcmode="lin" valueType="num">
                                      <p:cBhvr additive="base">
                                        <p:cTn id="21" dur="500" fill="hold"/>
                                        <p:tgtEl>
                                          <p:spTgt spid="85"/>
                                        </p:tgtEl>
                                        <p:attrNameLst>
                                          <p:attrName>ppt_x</p:attrName>
                                        </p:attrNameLst>
                                      </p:cBhvr>
                                      <p:tavLst>
                                        <p:tav tm="0">
                                          <p:val>
                                            <p:strVal val="#ppt_x"/>
                                          </p:val>
                                        </p:tav>
                                        <p:tav tm="100000">
                                          <p:val>
                                            <p:strVal val="#ppt_x"/>
                                          </p:val>
                                        </p:tav>
                                      </p:tavLst>
                                    </p:anim>
                                    <p:anim calcmode="lin" valueType="num">
                                      <p:cBhvr additive="base">
                                        <p:cTn id="22" dur="500" fill="hold"/>
                                        <p:tgtEl>
                                          <p:spTgt spid="85"/>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4" accel="50000" decel="50000" fill="hold"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additive="base">
                                        <p:cTn id="26" dur="500" fill="hold"/>
                                        <p:tgtEl>
                                          <p:spTgt spid="23"/>
                                        </p:tgtEl>
                                        <p:attrNameLst>
                                          <p:attrName>ppt_x</p:attrName>
                                        </p:attrNameLst>
                                      </p:cBhvr>
                                      <p:tavLst>
                                        <p:tav tm="0">
                                          <p:val>
                                            <p:strVal val="#ppt_x"/>
                                          </p:val>
                                        </p:tav>
                                        <p:tav tm="100000">
                                          <p:val>
                                            <p:strVal val="#ppt_x"/>
                                          </p:val>
                                        </p:tav>
                                      </p:tavLst>
                                    </p:anim>
                                    <p:anim calcmode="lin" valueType="num">
                                      <p:cBhvr additive="base">
                                        <p:cTn id="27" dur="500" fill="hold"/>
                                        <p:tgtEl>
                                          <p:spTgt spid="23"/>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53"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fltVal val="0"/>
                                          </p:val>
                                        </p:tav>
                                        <p:tav tm="100000">
                                          <p:val>
                                            <p:strVal val="#ppt_h"/>
                                          </p:val>
                                        </p:tav>
                                      </p:tavLst>
                                    </p:anim>
                                    <p:animEffect transition="in" filter="fade">
                                      <p:cBhvr>
                                        <p:cTn id="36" dur="500"/>
                                        <p:tgtEl>
                                          <p:spTgt spid="36"/>
                                        </p:tgtEl>
                                      </p:cBhvr>
                                    </p:animEffect>
                                  </p:childTnLst>
                                </p:cTn>
                              </p:par>
                            </p:childTnLst>
                          </p:cTn>
                        </p:par>
                        <p:par>
                          <p:cTn id="37" fill="hold">
                            <p:stCondLst>
                              <p:cond delay="2500"/>
                            </p:stCondLst>
                            <p:childTnLst>
                              <p:par>
                                <p:cTn id="38" presetID="2" presetClass="entr" presetSubtype="4" accel="50000" decel="50000" fill="hold" grpId="0" nodeType="afterEffect">
                                  <p:stCondLst>
                                    <p:cond delay="0"/>
                                  </p:stCondLst>
                                  <p:childTnLst>
                                    <p:set>
                                      <p:cBhvr>
                                        <p:cTn id="39" dur="1" fill="hold">
                                          <p:stCondLst>
                                            <p:cond delay="0"/>
                                          </p:stCondLst>
                                        </p:cTn>
                                        <p:tgtEl>
                                          <p:spTgt spid="86"/>
                                        </p:tgtEl>
                                        <p:attrNameLst>
                                          <p:attrName>style.visibility</p:attrName>
                                        </p:attrNameLst>
                                      </p:cBhvr>
                                      <p:to>
                                        <p:strVal val="visible"/>
                                      </p:to>
                                    </p:set>
                                    <p:anim calcmode="lin" valueType="num">
                                      <p:cBhvr additive="base">
                                        <p:cTn id="40" dur="500" fill="hold"/>
                                        <p:tgtEl>
                                          <p:spTgt spid="86"/>
                                        </p:tgtEl>
                                        <p:attrNameLst>
                                          <p:attrName>ppt_x</p:attrName>
                                        </p:attrNameLst>
                                      </p:cBhvr>
                                      <p:tavLst>
                                        <p:tav tm="0">
                                          <p:val>
                                            <p:strVal val="#ppt_x"/>
                                          </p:val>
                                        </p:tav>
                                        <p:tav tm="100000">
                                          <p:val>
                                            <p:strVal val="#ppt_x"/>
                                          </p:val>
                                        </p:tav>
                                      </p:tavLst>
                                    </p:anim>
                                    <p:anim calcmode="lin" valueType="num">
                                      <p:cBhvr additive="base">
                                        <p:cTn id="41" dur="500" fill="hold"/>
                                        <p:tgtEl>
                                          <p:spTgt spid="86"/>
                                        </p:tgtEl>
                                        <p:attrNameLst>
                                          <p:attrName>ppt_y</p:attrName>
                                        </p:attrNameLst>
                                      </p:cBhvr>
                                      <p:tavLst>
                                        <p:tav tm="0">
                                          <p:val>
                                            <p:strVal val="1+#ppt_h/2"/>
                                          </p:val>
                                        </p:tav>
                                        <p:tav tm="100000">
                                          <p:val>
                                            <p:strVal val="#ppt_y"/>
                                          </p:val>
                                        </p:tav>
                                      </p:tavLst>
                                    </p:anim>
                                  </p:childTnLst>
                                </p:cTn>
                              </p:par>
                            </p:childTnLst>
                          </p:cTn>
                        </p:par>
                        <p:par>
                          <p:cTn id="42" fill="hold">
                            <p:stCondLst>
                              <p:cond delay="3000"/>
                            </p:stCondLst>
                            <p:childTnLst>
                              <p:par>
                                <p:cTn id="43" presetID="2" presetClass="entr" presetSubtype="4" accel="50000" decel="50000" fill="hold" nodeType="afterEffect">
                                  <p:stCondLst>
                                    <p:cond delay="0"/>
                                  </p:stCondLst>
                                  <p:childTnLst>
                                    <p:set>
                                      <p:cBhvr>
                                        <p:cTn id="44" dur="1" fill="hold">
                                          <p:stCondLst>
                                            <p:cond delay="0"/>
                                          </p:stCondLst>
                                        </p:cTn>
                                        <p:tgtEl>
                                          <p:spTgt spid="41"/>
                                        </p:tgtEl>
                                        <p:attrNameLst>
                                          <p:attrName>style.visibility</p:attrName>
                                        </p:attrNameLst>
                                      </p:cBhvr>
                                      <p:to>
                                        <p:strVal val="visible"/>
                                      </p:to>
                                    </p:set>
                                    <p:anim calcmode="lin" valueType="num">
                                      <p:cBhvr additive="base">
                                        <p:cTn id="45" dur="500" fill="hold"/>
                                        <p:tgtEl>
                                          <p:spTgt spid="41"/>
                                        </p:tgtEl>
                                        <p:attrNameLst>
                                          <p:attrName>ppt_x</p:attrName>
                                        </p:attrNameLst>
                                      </p:cBhvr>
                                      <p:tavLst>
                                        <p:tav tm="0">
                                          <p:val>
                                            <p:strVal val="#ppt_x"/>
                                          </p:val>
                                        </p:tav>
                                        <p:tav tm="100000">
                                          <p:val>
                                            <p:strVal val="#ppt_x"/>
                                          </p:val>
                                        </p:tav>
                                      </p:tavLst>
                                    </p:anim>
                                    <p:anim calcmode="lin" valueType="num">
                                      <p:cBhvr additive="base">
                                        <p:cTn id="46" dur="500" fill="hold"/>
                                        <p:tgtEl>
                                          <p:spTgt spid="41"/>
                                        </p:tgtEl>
                                        <p:attrNameLst>
                                          <p:attrName>ppt_y</p:attrName>
                                        </p:attrNameLst>
                                      </p:cBhvr>
                                      <p:tavLst>
                                        <p:tav tm="0">
                                          <p:val>
                                            <p:strVal val="1+#ppt_h/2"/>
                                          </p:val>
                                        </p:tav>
                                        <p:tav tm="100000">
                                          <p:val>
                                            <p:strVal val="#ppt_y"/>
                                          </p:val>
                                        </p:tav>
                                      </p:tavLst>
                                    </p:anim>
                                  </p:childTnLst>
                                </p:cTn>
                              </p:par>
                            </p:childTnLst>
                          </p:cTn>
                        </p:par>
                        <p:par>
                          <p:cTn id="47" fill="hold">
                            <p:stCondLst>
                              <p:cond delay="3500"/>
                            </p:stCondLst>
                            <p:childTnLst>
                              <p:par>
                                <p:cTn id="48" presetID="22" presetClass="entr" presetSubtype="4" fill="hold" grpId="0" nodeType="afterEffect">
                                  <p:stCondLst>
                                    <p:cond delay="0"/>
                                  </p:stCondLst>
                                  <p:childTnLst>
                                    <p:set>
                                      <p:cBhvr>
                                        <p:cTn id="49" dur="1" fill="hold">
                                          <p:stCondLst>
                                            <p:cond delay="0"/>
                                          </p:stCondLst>
                                        </p:cTn>
                                        <p:tgtEl>
                                          <p:spTgt spid="63"/>
                                        </p:tgtEl>
                                        <p:attrNameLst>
                                          <p:attrName>style.visibility</p:attrName>
                                        </p:attrNameLst>
                                      </p:cBhvr>
                                      <p:to>
                                        <p:strVal val="visible"/>
                                      </p:to>
                                    </p:set>
                                    <p:animEffect transition="in" filter="wipe(down)">
                                      <p:cBhvr>
                                        <p:cTn id="50" dur="500"/>
                                        <p:tgtEl>
                                          <p:spTgt spid="63"/>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64"/>
                                        </p:tgtEl>
                                        <p:attrNameLst>
                                          <p:attrName>style.visibility</p:attrName>
                                        </p:attrNameLst>
                                      </p:cBhvr>
                                      <p:to>
                                        <p:strVal val="visible"/>
                                      </p:to>
                                    </p:set>
                                    <p:anim calcmode="lin" valueType="num">
                                      <p:cBhvr>
                                        <p:cTn id="53" dur="500" fill="hold"/>
                                        <p:tgtEl>
                                          <p:spTgt spid="64"/>
                                        </p:tgtEl>
                                        <p:attrNameLst>
                                          <p:attrName>ppt_w</p:attrName>
                                        </p:attrNameLst>
                                      </p:cBhvr>
                                      <p:tavLst>
                                        <p:tav tm="0">
                                          <p:val>
                                            <p:fltVal val="0"/>
                                          </p:val>
                                        </p:tav>
                                        <p:tav tm="100000">
                                          <p:val>
                                            <p:strVal val="#ppt_w"/>
                                          </p:val>
                                        </p:tav>
                                      </p:tavLst>
                                    </p:anim>
                                    <p:anim calcmode="lin" valueType="num">
                                      <p:cBhvr>
                                        <p:cTn id="54" dur="500" fill="hold"/>
                                        <p:tgtEl>
                                          <p:spTgt spid="64"/>
                                        </p:tgtEl>
                                        <p:attrNameLst>
                                          <p:attrName>ppt_h</p:attrName>
                                        </p:attrNameLst>
                                      </p:cBhvr>
                                      <p:tavLst>
                                        <p:tav tm="0">
                                          <p:val>
                                            <p:fltVal val="0"/>
                                          </p:val>
                                        </p:tav>
                                        <p:tav tm="100000">
                                          <p:val>
                                            <p:strVal val="#ppt_h"/>
                                          </p:val>
                                        </p:tav>
                                      </p:tavLst>
                                    </p:anim>
                                    <p:animEffect transition="in" filter="fade">
                                      <p:cBhvr>
                                        <p:cTn id="55" dur="500"/>
                                        <p:tgtEl>
                                          <p:spTgt spid="64"/>
                                        </p:tgtEl>
                                      </p:cBhvr>
                                    </p:animEffect>
                                  </p:childTnLst>
                                </p:cTn>
                              </p:par>
                            </p:childTnLst>
                          </p:cTn>
                        </p:par>
                        <p:par>
                          <p:cTn id="56" fill="hold">
                            <p:stCondLst>
                              <p:cond delay="4000"/>
                            </p:stCondLst>
                            <p:childTnLst>
                              <p:par>
                                <p:cTn id="57" presetID="2" presetClass="entr" presetSubtype="4" accel="50000" decel="50000" fill="hold" grpId="0" nodeType="afterEffect">
                                  <p:stCondLst>
                                    <p:cond delay="0"/>
                                  </p:stCondLst>
                                  <p:childTnLst>
                                    <p:set>
                                      <p:cBhvr>
                                        <p:cTn id="58" dur="1" fill="hold">
                                          <p:stCondLst>
                                            <p:cond delay="0"/>
                                          </p:stCondLst>
                                        </p:cTn>
                                        <p:tgtEl>
                                          <p:spTgt spid="87"/>
                                        </p:tgtEl>
                                        <p:attrNameLst>
                                          <p:attrName>style.visibility</p:attrName>
                                        </p:attrNameLst>
                                      </p:cBhvr>
                                      <p:to>
                                        <p:strVal val="visible"/>
                                      </p:to>
                                    </p:set>
                                    <p:anim calcmode="lin" valueType="num">
                                      <p:cBhvr additive="base">
                                        <p:cTn id="59" dur="500" fill="hold"/>
                                        <p:tgtEl>
                                          <p:spTgt spid="87"/>
                                        </p:tgtEl>
                                        <p:attrNameLst>
                                          <p:attrName>ppt_x</p:attrName>
                                        </p:attrNameLst>
                                      </p:cBhvr>
                                      <p:tavLst>
                                        <p:tav tm="0">
                                          <p:val>
                                            <p:strVal val="#ppt_x"/>
                                          </p:val>
                                        </p:tav>
                                        <p:tav tm="100000">
                                          <p:val>
                                            <p:strVal val="#ppt_x"/>
                                          </p:val>
                                        </p:tav>
                                      </p:tavLst>
                                    </p:anim>
                                    <p:anim calcmode="lin" valueType="num">
                                      <p:cBhvr additive="base">
                                        <p:cTn id="60" dur="5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35" grpId="0"/>
      <p:bldP spid="36" grpId="0"/>
      <p:bldP spid="63" grpId="0"/>
      <p:bldP spid="64" grpId="0"/>
      <p:bldP spid="85" grpId="0"/>
      <p:bldP spid="86" grpId="0"/>
      <p:bldP spid="87"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96"/>
          <p:cNvGrpSpPr/>
          <p:nvPr/>
        </p:nvGrpSpPr>
        <p:grpSpPr>
          <a:xfrm>
            <a:off x="664376" y="1274487"/>
            <a:ext cx="1397124" cy="1536338"/>
            <a:chOff x="664376" y="1274487"/>
            <a:chExt cx="1397124" cy="1536338"/>
          </a:xfrm>
        </p:grpSpPr>
        <p:sp>
          <p:nvSpPr>
            <p:cNvPr id="93" name="Rounded Rectangle 92"/>
            <p:cNvSpPr/>
            <p:nvPr/>
          </p:nvSpPr>
          <p:spPr bwMode="auto">
            <a:xfrm>
              <a:off x="664376" y="1274487"/>
              <a:ext cx="1397124" cy="1536338"/>
            </a:xfrm>
            <a:prstGeom prst="roundRect">
              <a:avLst>
                <a:gd name="adj" fmla="val 7438"/>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85" name="Text Placeholder 3"/>
            <p:cNvSpPr txBox="1">
              <a:spLocks/>
            </p:cNvSpPr>
            <p:nvPr/>
          </p:nvSpPr>
          <p:spPr>
            <a:xfrm>
              <a:off x="727172" y="1519914"/>
              <a:ext cx="1271533"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bg1"/>
                  </a:solidFill>
                </a:rPr>
                <a:t>Title Goes Here</a:t>
              </a:r>
              <a:br>
                <a:rPr lang="en-US" sz="1000" b="1" dirty="0">
                  <a:solidFill>
                    <a:schemeClr val="bg1"/>
                  </a:solidFill>
                </a:rPr>
              </a:br>
              <a:r>
                <a:rPr lang="en-US" sz="1000" dirty="0">
                  <a:solidFill>
                    <a:schemeClr val="bg1"/>
                  </a:solidFill>
                </a:rPr>
                <a:t>There are many variations of passages of lorem ipsum available but the majority have even slightly</a:t>
              </a:r>
            </a:p>
          </p:txBody>
        </p:sp>
      </p:grpSp>
      <p:grpSp>
        <p:nvGrpSpPr>
          <p:cNvPr id="3" name="Group 94"/>
          <p:cNvGrpSpPr/>
          <p:nvPr/>
        </p:nvGrpSpPr>
        <p:grpSpPr>
          <a:xfrm>
            <a:off x="664376" y="2866696"/>
            <a:ext cx="1397124" cy="1457867"/>
            <a:chOff x="664376" y="2866696"/>
            <a:chExt cx="1397124" cy="1457867"/>
          </a:xfrm>
          <a:effectLst>
            <a:outerShdw blurRad="50800" dist="38100" dir="5400000" algn="t" rotWithShape="0">
              <a:prstClr val="black">
                <a:alpha val="40000"/>
              </a:prstClr>
            </a:outerShdw>
          </a:effectLst>
        </p:grpSpPr>
        <p:sp>
          <p:nvSpPr>
            <p:cNvPr id="5" name="Round Same Side Corner Rectangle 4"/>
            <p:cNvSpPr/>
            <p:nvPr/>
          </p:nvSpPr>
          <p:spPr>
            <a:xfrm>
              <a:off x="664376" y="2866696"/>
              <a:ext cx="1397124" cy="530134"/>
            </a:xfrm>
            <a:prstGeom prst="round2SameRect">
              <a:avLst/>
            </a:prstGeom>
            <a:gradFill>
              <a:gsLst>
                <a:gs pos="200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ound Same Side Corner Rectangle 5"/>
            <p:cNvSpPr/>
            <p:nvPr/>
          </p:nvSpPr>
          <p:spPr>
            <a:xfrm rot="10800000">
              <a:off x="664376" y="3396828"/>
              <a:ext cx="1397124" cy="927735"/>
            </a:xfrm>
            <a:prstGeom prst="round2SameRect">
              <a:avLst>
                <a:gd name="adj1" fmla="val 4584"/>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 Placeholder 3"/>
            <p:cNvSpPr txBox="1">
              <a:spLocks/>
            </p:cNvSpPr>
            <p:nvPr/>
          </p:nvSpPr>
          <p:spPr>
            <a:xfrm>
              <a:off x="1030459" y="3459213"/>
              <a:ext cx="664957" cy="80296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6000" b="1" i="0" u="none" strike="noStrike" kern="1200" cap="none" spc="0" normalizeH="0" baseline="0" noProof="0" dirty="0">
                  <a:ln>
                    <a:noFill/>
                  </a:ln>
                  <a:solidFill>
                    <a:schemeClr val="accent1"/>
                  </a:solidFill>
                  <a:effectLst/>
                  <a:uLnTx/>
                  <a:uFillTx/>
                  <a:cs typeface="A Thuluth" pitchFamily="2" charset="-78"/>
                </a:rPr>
                <a:t>01</a:t>
              </a:r>
            </a:p>
          </p:txBody>
        </p:sp>
      </p:grpSp>
      <p:grpSp>
        <p:nvGrpSpPr>
          <p:cNvPr id="4" name="Group 95"/>
          <p:cNvGrpSpPr/>
          <p:nvPr/>
        </p:nvGrpSpPr>
        <p:grpSpPr>
          <a:xfrm>
            <a:off x="834819" y="2531171"/>
            <a:ext cx="1013126" cy="623200"/>
            <a:chOff x="834819" y="2531171"/>
            <a:chExt cx="1013126" cy="623200"/>
          </a:xfrm>
        </p:grpSpPr>
        <p:grpSp>
          <p:nvGrpSpPr>
            <p:cNvPr id="7" name="Group 22"/>
            <p:cNvGrpSpPr/>
            <p:nvPr/>
          </p:nvGrpSpPr>
          <p:grpSpPr>
            <a:xfrm>
              <a:off x="1652305" y="2531171"/>
              <a:ext cx="195640" cy="623200"/>
              <a:chOff x="3686182" y="1333809"/>
              <a:chExt cx="152400" cy="485463"/>
            </a:xfrm>
          </p:grpSpPr>
          <p:sp>
            <p:nvSpPr>
              <p:cNvPr id="83" name="Oval 82"/>
              <p:cNvSpPr/>
              <p:nvPr/>
            </p:nvSpPr>
            <p:spPr>
              <a:xfrm>
                <a:off x="3686182" y="1333809"/>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p:cNvSpPr/>
              <p:nvPr/>
            </p:nvSpPr>
            <p:spPr>
              <a:xfrm>
                <a:off x="3686182"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ounded Rectangle 24"/>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22"/>
            <p:cNvGrpSpPr/>
            <p:nvPr/>
          </p:nvGrpSpPr>
          <p:grpSpPr>
            <a:xfrm>
              <a:off x="834819" y="2531171"/>
              <a:ext cx="195640" cy="623200"/>
              <a:chOff x="3686182" y="1333809"/>
              <a:chExt cx="152400" cy="485463"/>
            </a:xfrm>
          </p:grpSpPr>
          <p:sp>
            <p:nvSpPr>
              <p:cNvPr id="88" name="Oval 87"/>
              <p:cNvSpPr/>
              <p:nvPr/>
            </p:nvSpPr>
            <p:spPr>
              <a:xfrm>
                <a:off x="3686182" y="1333809"/>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Oval 88"/>
              <p:cNvSpPr/>
              <p:nvPr/>
            </p:nvSpPr>
            <p:spPr>
              <a:xfrm>
                <a:off x="3686182" y="1666872"/>
                <a:ext cx="152400" cy="1524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Rounded Rectangle 89"/>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7" name="Title 36"/>
          <p:cNvSpPr>
            <a:spLocks noGrp="1"/>
          </p:cNvSpPr>
          <p:nvPr>
            <p:ph type="title"/>
          </p:nvPr>
        </p:nvSpPr>
        <p:spPr/>
        <p:txBody>
          <a:bodyPr/>
          <a:lstStyle/>
          <a:p>
            <a:r>
              <a:rPr lang="en-US"/>
              <a:t>Schedule Infographic</a:t>
            </a:r>
            <a:endParaRPr lang="en-US" dirty="0"/>
          </a:p>
        </p:txBody>
      </p:sp>
      <p:sp>
        <p:nvSpPr>
          <p:cNvPr id="45" name="Text Placeholder 44"/>
          <p:cNvSpPr>
            <a:spLocks noGrp="1"/>
          </p:cNvSpPr>
          <p:nvPr>
            <p:ph type="body" sz="half" idx="2"/>
          </p:nvPr>
        </p:nvSpPr>
        <p:spPr/>
        <p:txBody>
          <a:bodyPr/>
          <a:lstStyle/>
          <a:p>
            <a:r>
              <a:rPr lang="en-US"/>
              <a:t>Arrow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262</a:t>
            </a:fld>
            <a:endParaRPr lang="en-US" dirty="0"/>
          </a:p>
        </p:txBody>
      </p:sp>
      <p:grpSp>
        <p:nvGrpSpPr>
          <p:cNvPr id="9" name="Group 97"/>
          <p:cNvGrpSpPr/>
          <p:nvPr/>
        </p:nvGrpSpPr>
        <p:grpSpPr>
          <a:xfrm>
            <a:off x="2209800" y="1274487"/>
            <a:ext cx="1397124" cy="1536338"/>
            <a:chOff x="664376" y="1274487"/>
            <a:chExt cx="1397124" cy="1536338"/>
          </a:xfrm>
        </p:grpSpPr>
        <p:sp>
          <p:nvSpPr>
            <p:cNvPr id="99" name="Rounded Rectangle 98"/>
            <p:cNvSpPr/>
            <p:nvPr/>
          </p:nvSpPr>
          <p:spPr bwMode="auto">
            <a:xfrm>
              <a:off x="664376" y="1274487"/>
              <a:ext cx="1397124" cy="1536338"/>
            </a:xfrm>
            <a:prstGeom prst="roundRect">
              <a:avLst>
                <a:gd name="adj" fmla="val 7438"/>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0" name="Text Placeholder 3"/>
            <p:cNvSpPr txBox="1">
              <a:spLocks/>
            </p:cNvSpPr>
            <p:nvPr/>
          </p:nvSpPr>
          <p:spPr>
            <a:xfrm>
              <a:off x="727172" y="1519914"/>
              <a:ext cx="1271533"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bg1"/>
                  </a:solidFill>
                </a:rPr>
                <a:t>Title Goes Here</a:t>
              </a:r>
              <a:br>
                <a:rPr lang="en-US" sz="1000" b="1" dirty="0">
                  <a:solidFill>
                    <a:schemeClr val="bg1"/>
                  </a:solidFill>
                </a:rPr>
              </a:br>
              <a:r>
                <a:rPr lang="en-US" sz="1000" dirty="0">
                  <a:solidFill>
                    <a:schemeClr val="bg1"/>
                  </a:solidFill>
                </a:rPr>
                <a:t>There are many variations of passages of lorem ipsum available but the majority have even slightly</a:t>
              </a:r>
            </a:p>
          </p:txBody>
        </p:sp>
      </p:grpSp>
      <p:grpSp>
        <p:nvGrpSpPr>
          <p:cNvPr id="10" name="Group 100"/>
          <p:cNvGrpSpPr/>
          <p:nvPr/>
        </p:nvGrpSpPr>
        <p:grpSpPr>
          <a:xfrm>
            <a:off x="2209800" y="2866696"/>
            <a:ext cx="1397124" cy="1474926"/>
            <a:chOff x="664376" y="2866696"/>
            <a:chExt cx="1397124" cy="1474926"/>
          </a:xfrm>
          <a:effectLst>
            <a:outerShdw blurRad="50800" dist="38100" dir="5400000" algn="t" rotWithShape="0">
              <a:prstClr val="black">
                <a:alpha val="40000"/>
              </a:prstClr>
            </a:outerShdw>
          </a:effectLst>
        </p:grpSpPr>
        <p:sp>
          <p:nvSpPr>
            <p:cNvPr id="102" name="Round Same Side Corner Rectangle 101"/>
            <p:cNvSpPr/>
            <p:nvPr/>
          </p:nvSpPr>
          <p:spPr>
            <a:xfrm>
              <a:off x="664376" y="2866696"/>
              <a:ext cx="1397124" cy="530134"/>
            </a:xfrm>
            <a:prstGeom prst="round2SameRect">
              <a:avLst/>
            </a:prstGeom>
            <a:gradFill>
              <a:gsLst>
                <a:gs pos="2000">
                  <a:schemeClr val="accent2"/>
                </a:gs>
                <a:gs pos="100000">
                  <a:schemeClr val="accent2">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ound Same Side Corner Rectangle 102"/>
            <p:cNvSpPr/>
            <p:nvPr/>
          </p:nvSpPr>
          <p:spPr>
            <a:xfrm rot="10800000">
              <a:off x="664376" y="3402958"/>
              <a:ext cx="1397124" cy="927735"/>
            </a:xfrm>
            <a:prstGeom prst="round2SameRect">
              <a:avLst>
                <a:gd name="adj1" fmla="val 4584"/>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Text Placeholder 3"/>
            <p:cNvSpPr txBox="1">
              <a:spLocks/>
            </p:cNvSpPr>
            <p:nvPr/>
          </p:nvSpPr>
          <p:spPr>
            <a:xfrm>
              <a:off x="980621" y="3418292"/>
              <a:ext cx="764633" cy="923330"/>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6000" b="1" i="0" u="none" strike="noStrike" kern="1200" cap="none" spc="0" normalizeH="0" baseline="0" noProof="0" dirty="0">
                  <a:ln>
                    <a:noFill/>
                  </a:ln>
                  <a:solidFill>
                    <a:schemeClr val="accent2"/>
                  </a:solidFill>
                  <a:effectLst/>
                  <a:uLnTx/>
                  <a:uFillTx/>
                  <a:cs typeface="A Thuluth" pitchFamily="2" charset="-78"/>
                </a:rPr>
                <a:t>02</a:t>
              </a:r>
            </a:p>
          </p:txBody>
        </p:sp>
      </p:grpSp>
      <p:grpSp>
        <p:nvGrpSpPr>
          <p:cNvPr id="11" name="Group 104"/>
          <p:cNvGrpSpPr/>
          <p:nvPr/>
        </p:nvGrpSpPr>
        <p:grpSpPr>
          <a:xfrm>
            <a:off x="2380243" y="2531171"/>
            <a:ext cx="1013126" cy="623200"/>
            <a:chOff x="834819" y="2531171"/>
            <a:chExt cx="1013126" cy="623200"/>
          </a:xfrm>
        </p:grpSpPr>
        <p:grpSp>
          <p:nvGrpSpPr>
            <p:cNvPr id="12" name="Group 22"/>
            <p:cNvGrpSpPr/>
            <p:nvPr/>
          </p:nvGrpSpPr>
          <p:grpSpPr>
            <a:xfrm>
              <a:off x="1652305" y="2531169"/>
              <a:ext cx="195640" cy="623199"/>
              <a:chOff x="3686182" y="1333809"/>
              <a:chExt cx="152400" cy="485463"/>
            </a:xfrm>
          </p:grpSpPr>
          <p:sp>
            <p:nvSpPr>
              <p:cNvPr id="111" name="Oval 110"/>
              <p:cNvSpPr/>
              <p:nvPr/>
            </p:nvSpPr>
            <p:spPr>
              <a:xfrm>
                <a:off x="3686182" y="1333809"/>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Oval 111"/>
              <p:cNvSpPr/>
              <p:nvPr/>
            </p:nvSpPr>
            <p:spPr>
              <a:xfrm>
                <a:off x="3686182"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ounded Rectangle 112"/>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 22"/>
            <p:cNvGrpSpPr/>
            <p:nvPr/>
          </p:nvGrpSpPr>
          <p:grpSpPr>
            <a:xfrm>
              <a:off x="834819" y="2531169"/>
              <a:ext cx="195640" cy="623199"/>
              <a:chOff x="3686182" y="1333809"/>
              <a:chExt cx="152400" cy="485463"/>
            </a:xfrm>
          </p:grpSpPr>
          <p:sp>
            <p:nvSpPr>
              <p:cNvPr id="108" name="Oval 107"/>
              <p:cNvSpPr/>
              <p:nvPr/>
            </p:nvSpPr>
            <p:spPr>
              <a:xfrm>
                <a:off x="3686182" y="1333809"/>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Oval 108"/>
              <p:cNvSpPr/>
              <p:nvPr/>
            </p:nvSpPr>
            <p:spPr>
              <a:xfrm>
                <a:off x="3686182" y="1666872"/>
                <a:ext cx="152400" cy="1524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Rounded Rectangle 109"/>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4" name="Group 113"/>
          <p:cNvGrpSpPr/>
          <p:nvPr/>
        </p:nvGrpSpPr>
        <p:grpSpPr>
          <a:xfrm>
            <a:off x="3810000" y="1274487"/>
            <a:ext cx="1397124" cy="1536338"/>
            <a:chOff x="664376" y="1274487"/>
            <a:chExt cx="1397124" cy="1536338"/>
          </a:xfrm>
        </p:grpSpPr>
        <p:sp>
          <p:nvSpPr>
            <p:cNvPr id="115" name="Rounded Rectangle 114"/>
            <p:cNvSpPr/>
            <p:nvPr/>
          </p:nvSpPr>
          <p:spPr bwMode="auto">
            <a:xfrm>
              <a:off x="664376" y="1274487"/>
              <a:ext cx="1397124" cy="1536338"/>
            </a:xfrm>
            <a:prstGeom prst="roundRect">
              <a:avLst>
                <a:gd name="adj" fmla="val 7438"/>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6" name="Text Placeholder 3"/>
            <p:cNvSpPr txBox="1">
              <a:spLocks/>
            </p:cNvSpPr>
            <p:nvPr/>
          </p:nvSpPr>
          <p:spPr>
            <a:xfrm>
              <a:off x="727172" y="1519914"/>
              <a:ext cx="1271533"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bg1"/>
                  </a:solidFill>
                </a:rPr>
                <a:t>Title Goes Here</a:t>
              </a:r>
              <a:br>
                <a:rPr lang="en-US" sz="1000" b="1" dirty="0">
                  <a:solidFill>
                    <a:schemeClr val="bg1"/>
                  </a:solidFill>
                </a:rPr>
              </a:br>
              <a:r>
                <a:rPr lang="en-US" sz="1000" dirty="0">
                  <a:solidFill>
                    <a:schemeClr val="bg1"/>
                  </a:solidFill>
                </a:rPr>
                <a:t>There are many variations of passages of lorem ipsum available but the majority have even slightly</a:t>
              </a:r>
            </a:p>
          </p:txBody>
        </p:sp>
      </p:grpSp>
      <p:grpSp>
        <p:nvGrpSpPr>
          <p:cNvPr id="15" name="Group 116"/>
          <p:cNvGrpSpPr/>
          <p:nvPr/>
        </p:nvGrpSpPr>
        <p:grpSpPr>
          <a:xfrm>
            <a:off x="3810000" y="2866696"/>
            <a:ext cx="1397124" cy="1467613"/>
            <a:chOff x="664376" y="2866696"/>
            <a:chExt cx="1397124" cy="1467613"/>
          </a:xfrm>
          <a:effectLst>
            <a:outerShdw blurRad="50800" dist="38100" dir="5400000" algn="t" rotWithShape="0">
              <a:prstClr val="black">
                <a:alpha val="40000"/>
              </a:prstClr>
            </a:outerShdw>
          </a:effectLst>
        </p:grpSpPr>
        <p:sp>
          <p:nvSpPr>
            <p:cNvPr id="118" name="Round Same Side Corner Rectangle 117"/>
            <p:cNvSpPr/>
            <p:nvPr/>
          </p:nvSpPr>
          <p:spPr>
            <a:xfrm>
              <a:off x="664376" y="2866696"/>
              <a:ext cx="1397124" cy="530134"/>
            </a:xfrm>
            <a:prstGeom prst="round2SameRect">
              <a:avLst/>
            </a:prstGeom>
            <a:gradFill>
              <a:gsLst>
                <a:gs pos="2000">
                  <a:schemeClr val="accent3"/>
                </a:gs>
                <a:gs pos="100000">
                  <a:schemeClr val="accent3">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Round Same Side Corner Rectangle 118"/>
            <p:cNvSpPr/>
            <p:nvPr/>
          </p:nvSpPr>
          <p:spPr>
            <a:xfrm rot="10800000">
              <a:off x="664376" y="3396828"/>
              <a:ext cx="1397124" cy="927735"/>
            </a:xfrm>
            <a:prstGeom prst="round2SameRect">
              <a:avLst>
                <a:gd name="adj1" fmla="val 4584"/>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Text Placeholder 3"/>
            <p:cNvSpPr txBox="1">
              <a:spLocks/>
            </p:cNvSpPr>
            <p:nvPr/>
          </p:nvSpPr>
          <p:spPr>
            <a:xfrm>
              <a:off x="992359" y="3410979"/>
              <a:ext cx="764633" cy="923330"/>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6000" b="1" i="0" u="none" strike="noStrike" kern="1200" cap="none" spc="0" normalizeH="0" baseline="0" noProof="0" dirty="0">
                  <a:ln>
                    <a:noFill/>
                  </a:ln>
                  <a:solidFill>
                    <a:schemeClr val="accent3"/>
                  </a:solidFill>
                  <a:effectLst/>
                  <a:uLnTx/>
                  <a:uFillTx/>
                  <a:cs typeface="A Thuluth" pitchFamily="2" charset="-78"/>
                </a:rPr>
                <a:t>03</a:t>
              </a:r>
            </a:p>
          </p:txBody>
        </p:sp>
      </p:grpSp>
      <p:grpSp>
        <p:nvGrpSpPr>
          <p:cNvPr id="16" name="Group 120"/>
          <p:cNvGrpSpPr/>
          <p:nvPr/>
        </p:nvGrpSpPr>
        <p:grpSpPr>
          <a:xfrm>
            <a:off x="3980443" y="2531171"/>
            <a:ext cx="1013126" cy="623200"/>
            <a:chOff x="834819" y="2531171"/>
            <a:chExt cx="1013126" cy="623200"/>
          </a:xfrm>
        </p:grpSpPr>
        <p:grpSp>
          <p:nvGrpSpPr>
            <p:cNvPr id="17" name="Group 22"/>
            <p:cNvGrpSpPr/>
            <p:nvPr/>
          </p:nvGrpSpPr>
          <p:grpSpPr>
            <a:xfrm>
              <a:off x="1652305" y="2531169"/>
              <a:ext cx="195640" cy="623199"/>
              <a:chOff x="3686182" y="1333809"/>
              <a:chExt cx="152400" cy="485463"/>
            </a:xfrm>
          </p:grpSpPr>
          <p:sp>
            <p:nvSpPr>
              <p:cNvPr id="127" name="Oval 126"/>
              <p:cNvSpPr/>
              <p:nvPr/>
            </p:nvSpPr>
            <p:spPr>
              <a:xfrm>
                <a:off x="3686182" y="1333809"/>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p:cNvSpPr/>
              <p:nvPr/>
            </p:nvSpPr>
            <p:spPr>
              <a:xfrm>
                <a:off x="3686182"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28"/>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 22"/>
            <p:cNvGrpSpPr/>
            <p:nvPr/>
          </p:nvGrpSpPr>
          <p:grpSpPr>
            <a:xfrm>
              <a:off x="834819" y="2531169"/>
              <a:ext cx="195640" cy="623199"/>
              <a:chOff x="3686182" y="1333809"/>
              <a:chExt cx="152400" cy="485463"/>
            </a:xfrm>
          </p:grpSpPr>
          <p:sp>
            <p:nvSpPr>
              <p:cNvPr id="124" name="Oval 123"/>
              <p:cNvSpPr/>
              <p:nvPr/>
            </p:nvSpPr>
            <p:spPr>
              <a:xfrm>
                <a:off x="3686182" y="1333809"/>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p:cNvSpPr/>
              <p:nvPr/>
            </p:nvSpPr>
            <p:spPr>
              <a:xfrm>
                <a:off x="3686182" y="1666872"/>
                <a:ext cx="152400" cy="152400"/>
              </a:xfrm>
              <a:prstGeom prst="ellips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25"/>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 129"/>
          <p:cNvGrpSpPr/>
          <p:nvPr/>
        </p:nvGrpSpPr>
        <p:grpSpPr>
          <a:xfrm>
            <a:off x="5410200" y="1274487"/>
            <a:ext cx="1397124" cy="1536338"/>
            <a:chOff x="664376" y="1274487"/>
            <a:chExt cx="1397124" cy="1536338"/>
          </a:xfrm>
        </p:grpSpPr>
        <p:sp>
          <p:nvSpPr>
            <p:cNvPr id="131" name="Rounded Rectangle 130"/>
            <p:cNvSpPr/>
            <p:nvPr/>
          </p:nvSpPr>
          <p:spPr bwMode="auto">
            <a:xfrm>
              <a:off x="664376" y="1274487"/>
              <a:ext cx="1397124" cy="1536338"/>
            </a:xfrm>
            <a:prstGeom prst="roundRect">
              <a:avLst>
                <a:gd name="adj" fmla="val 7438"/>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2" name="Text Placeholder 3"/>
            <p:cNvSpPr txBox="1">
              <a:spLocks/>
            </p:cNvSpPr>
            <p:nvPr/>
          </p:nvSpPr>
          <p:spPr>
            <a:xfrm>
              <a:off x="727172" y="1519914"/>
              <a:ext cx="1271533"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bg1"/>
                  </a:solidFill>
                </a:rPr>
                <a:t>Title Goes Here</a:t>
              </a:r>
              <a:br>
                <a:rPr lang="en-US" sz="1000" b="1" dirty="0">
                  <a:solidFill>
                    <a:schemeClr val="bg1"/>
                  </a:solidFill>
                </a:rPr>
              </a:br>
              <a:r>
                <a:rPr lang="en-US" sz="1000" dirty="0">
                  <a:solidFill>
                    <a:schemeClr val="bg1"/>
                  </a:solidFill>
                </a:rPr>
                <a:t>There are many variations of passages of lorem ipsum available but the majority have even slightly</a:t>
              </a:r>
            </a:p>
          </p:txBody>
        </p:sp>
      </p:grpSp>
      <p:grpSp>
        <p:nvGrpSpPr>
          <p:cNvPr id="20" name="Group 132"/>
          <p:cNvGrpSpPr/>
          <p:nvPr/>
        </p:nvGrpSpPr>
        <p:grpSpPr>
          <a:xfrm>
            <a:off x="5410200" y="2866696"/>
            <a:ext cx="1397124" cy="1457885"/>
            <a:chOff x="664376" y="2866696"/>
            <a:chExt cx="1397124" cy="1457885"/>
          </a:xfrm>
          <a:effectLst>
            <a:outerShdw blurRad="50800" dist="38100" dir="5400000" algn="t" rotWithShape="0">
              <a:prstClr val="black">
                <a:alpha val="40000"/>
              </a:prstClr>
            </a:outerShdw>
          </a:effectLst>
        </p:grpSpPr>
        <p:sp>
          <p:nvSpPr>
            <p:cNvPr id="134" name="Round Same Side Corner Rectangle 133"/>
            <p:cNvSpPr/>
            <p:nvPr/>
          </p:nvSpPr>
          <p:spPr>
            <a:xfrm>
              <a:off x="664376" y="2866696"/>
              <a:ext cx="1397124" cy="530134"/>
            </a:xfrm>
            <a:prstGeom prst="round2SameRect">
              <a:avLst/>
            </a:prstGeom>
            <a:gradFill>
              <a:gsLst>
                <a:gs pos="2000">
                  <a:schemeClr val="accent4"/>
                </a:gs>
                <a:gs pos="100000">
                  <a:schemeClr val="accent4">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Round Same Side Corner Rectangle 134"/>
            <p:cNvSpPr/>
            <p:nvPr/>
          </p:nvSpPr>
          <p:spPr>
            <a:xfrm rot="10800000">
              <a:off x="664376" y="3396828"/>
              <a:ext cx="1397124" cy="927735"/>
            </a:xfrm>
            <a:prstGeom prst="round2SameRect">
              <a:avLst>
                <a:gd name="adj1" fmla="val 4584"/>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6" name="Text Placeholder 3"/>
            <p:cNvSpPr txBox="1">
              <a:spLocks/>
            </p:cNvSpPr>
            <p:nvPr/>
          </p:nvSpPr>
          <p:spPr>
            <a:xfrm>
              <a:off x="980621" y="3401251"/>
              <a:ext cx="764633" cy="923330"/>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6000" b="1" i="0" u="none" strike="noStrike" kern="1200" cap="none" spc="0" normalizeH="0" baseline="0" noProof="0" dirty="0">
                  <a:ln>
                    <a:noFill/>
                  </a:ln>
                  <a:solidFill>
                    <a:schemeClr val="accent4"/>
                  </a:solidFill>
                  <a:effectLst/>
                  <a:uLnTx/>
                  <a:uFillTx/>
                  <a:cs typeface="A Thuluth" pitchFamily="2" charset="-78"/>
                </a:rPr>
                <a:t>04</a:t>
              </a:r>
            </a:p>
          </p:txBody>
        </p:sp>
      </p:grpSp>
      <p:grpSp>
        <p:nvGrpSpPr>
          <p:cNvPr id="21" name="Group 136"/>
          <p:cNvGrpSpPr/>
          <p:nvPr/>
        </p:nvGrpSpPr>
        <p:grpSpPr>
          <a:xfrm>
            <a:off x="5580643" y="2531171"/>
            <a:ext cx="1013126" cy="623200"/>
            <a:chOff x="834819" y="2531171"/>
            <a:chExt cx="1013126" cy="623200"/>
          </a:xfrm>
        </p:grpSpPr>
        <p:grpSp>
          <p:nvGrpSpPr>
            <p:cNvPr id="22" name="Group 22"/>
            <p:cNvGrpSpPr/>
            <p:nvPr/>
          </p:nvGrpSpPr>
          <p:grpSpPr>
            <a:xfrm>
              <a:off x="1652305" y="2531169"/>
              <a:ext cx="195640" cy="623199"/>
              <a:chOff x="3686182" y="1333809"/>
              <a:chExt cx="152400" cy="485463"/>
            </a:xfrm>
          </p:grpSpPr>
          <p:sp>
            <p:nvSpPr>
              <p:cNvPr id="143" name="Oval 142"/>
              <p:cNvSpPr/>
              <p:nvPr/>
            </p:nvSpPr>
            <p:spPr>
              <a:xfrm>
                <a:off x="3686182" y="1333809"/>
                <a:ext cx="152400" cy="15240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Oval 143"/>
              <p:cNvSpPr/>
              <p:nvPr/>
            </p:nvSpPr>
            <p:spPr>
              <a:xfrm>
                <a:off x="3686182" y="1666872"/>
                <a:ext cx="152400" cy="15240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Rounded Rectangle 144"/>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3" name="Group 22"/>
            <p:cNvGrpSpPr/>
            <p:nvPr/>
          </p:nvGrpSpPr>
          <p:grpSpPr>
            <a:xfrm>
              <a:off x="834819" y="2531169"/>
              <a:ext cx="195640" cy="623199"/>
              <a:chOff x="3686182" y="1333809"/>
              <a:chExt cx="152400" cy="485463"/>
            </a:xfrm>
          </p:grpSpPr>
          <p:sp>
            <p:nvSpPr>
              <p:cNvPr id="140" name="Oval 139"/>
              <p:cNvSpPr/>
              <p:nvPr/>
            </p:nvSpPr>
            <p:spPr>
              <a:xfrm>
                <a:off x="3686182" y="1333809"/>
                <a:ext cx="152400" cy="15240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Oval 140"/>
              <p:cNvSpPr/>
              <p:nvPr/>
            </p:nvSpPr>
            <p:spPr>
              <a:xfrm>
                <a:off x="3686182" y="1666872"/>
                <a:ext cx="152400" cy="15240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2" name="Rounded Rectangle 141"/>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6" name="Group 145"/>
          <p:cNvGrpSpPr/>
          <p:nvPr/>
        </p:nvGrpSpPr>
        <p:grpSpPr>
          <a:xfrm>
            <a:off x="7010400" y="1274487"/>
            <a:ext cx="1397124" cy="1536338"/>
            <a:chOff x="664376" y="1274487"/>
            <a:chExt cx="1397124" cy="1536338"/>
          </a:xfrm>
        </p:grpSpPr>
        <p:sp>
          <p:nvSpPr>
            <p:cNvPr id="147" name="Rounded Rectangle 146"/>
            <p:cNvSpPr/>
            <p:nvPr/>
          </p:nvSpPr>
          <p:spPr bwMode="auto">
            <a:xfrm>
              <a:off x="664376" y="1274487"/>
              <a:ext cx="1397124" cy="1536338"/>
            </a:xfrm>
            <a:prstGeom prst="roundRect">
              <a:avLst>
                <a:gd name="adj" fmla="val 7438"/>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8" name="Text Placeholder 3"/>
            <p:cNvSpPr txBox="1">
              <a:spLocks/>
            </p:cNvSpPr>
            <p:nvPr/>
          </p:nvSpPr>
          <p:spPr>
            <a:xfrm>
              <a:off x="727172" y="1519914"/>
              <a:ext cx="1271533" cy="95410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200" b="1" dirty="0">
                  <a:solidFill>
                    <a:schemeClr val="bg1"/>
                  </a:solidFill>
                </a:rPr>
                <a:t>Title Goes Here</a:t>
              </a:r>
              <a:br>
                <a:rPr lang="en-US" sz="1000" b="1" dirty="0">
                  <a:solidFill>
                    <a:schemeClr val="bg1"/>
                  </a:solidFill>
                </a:rPr>
              </a:br>
              <a:r>
                <a:rPr lang="en-US" sz="1000" dirty="0">
                  <a:solidFill>
                    <a:schemeClr val="bg1"/>
                  </a:solidFill>
                </a:rPr>
                <a:t>There are many variations of passages of lorem ipsum available but the majority have even slightly</a:t>
              </a:r>
            </a:p>
          </p:txBody>
        </p:sp>
      </p:grpSp>
      <p:grpSp>
        <p:nvGrpSpPr>
          <p:cNvPr id="27" name="Group 148"/>
          <p:cNvGrpSpPr/>
          <p:nvPr/>
        </p:nvGrpSpPr>
        <p:grpSpPr>
          <a:xfrm>
            <a:off x="7010400" y="2866696"/>
            <a:ext cx="1397124" cy="1467807"/>
            <a:chOff x="664376" y="2866696"/>
            <a:chExt cx="1397124" cy="1467807"/>
          </a:xfrm>
          <a:effectLst>
            <a:outerShdw blurRad="50800" dist="38100" dir="5400000" algn="t" rotWithShape="0">
              <a:prstClr val="black">
                <a:alpha val="40000"/>
              </a:prstClr>
            </a:outerShdw>
          </a:effectLst>
        </p:grpSpPr>
        <p:sp>
          <p:nvSpPr>
            <p:cNvPr id="150" name="Round Same Side Corner Rectangle 149"/>
            <p:cNvSpPr/>
            <p:nvPr/>
          </p:nvSpPr>
          <p:spPr>
            <a:xfrm>
              <a:off x="664376" y="2866696"/>
              <a:ext cx="1397124" cy="530134"/>
            </a:xfrm>
            <a:prstGeom prst="round2SameRect">
              <a:avLst/>
            </a:prstGeom>
            <a:gradFill>
              <a:gsLst>
                <a:gs pos="2000">
                  <a:schemeClr val="accent5"/>
                </a:gs>
                <a:gs pos="100000">
                  <a:schemeClr val="accent5">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151" name="Round Same Side Corner Rectangle 150"/>
            <p:cNvSpPr/>
            <p:nvPr/>
          </p:nvSpPr>
          <p:spPr>
            <a:xfrm rot="10800000">
              <a:off x="664376" y="3406768"/>
              <a:ext cx="1397124" cy="927735"/>
            </a:xfrm>
            <a:prstGeom prst="round2SameRect">
              <a:avLst>
                <a:gd name="adj1" fmla="val 4584"/>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152" name="Text Placeholder 3"/>
            <p:cNvSpPr txBox="1">
              <a:spLocks/>
            </p:cNvSpPr>
            <p:nvPr/>
          </p:nvSpPr>
          <p:spPr>
            <a:xfrm>
              <a:off x="980622" y="3389514"/>
              <a:ext cx="764633" cy="923330"/>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lang="en-US" sz="6000" b="1" dirty="0">
                  <a:solidFill>
                    <a:schemeClr val="accent5"/>
                  </a:solidFill>
                  <a:cs typeface="A Thuluth" pitchFamily="2" charset="-78"/>
                </a:rPr>
                <a:t>05</a:t>
              </a:r>
              <a:endParaRPr kumimoji="0" lang="en-US" sz="6000" b="1" i="0" u="none" strike="noStrike" kern="1200" cap="none" spc="0" normalizeH="0" baseline="0" noProof="0" dirty="0">
                <a:ln>
                  <a:noFill/>
                </a:ln>
                <a:solidFill>
                  <a:schemeClr val="accent5"/>
                </a:solidFill>
                <a:effectLst/>
                <a:uLnTx/>
                <a:uFillTx/>
                <a:cs typeface="A Thuluth" pitchFamily="2" charset="-78"/>
              </a:endParaRPr>
            </a:p>
          </p:txBody>
        </p:sp>
      </p:grpSp>
      <p:grpSp>
        <p:nvGrpSpPr>
          <p:cNvPr id="29" name="Group 152"/>
          <p:cNvGrpSpPr/>
          <p:nvPr/>
        </p:nvGrpSpPr>
        <p:grpSpPr>
          <a:xfrm>
            <a:off x="7180843" y="2531171"/>
            <a:ext cx="1013126" cy="623200"/>
            <a:chOff x="834819" y="2531171"/>
            <a:chExt cx="1013126" cy="623200"/>
          </a:xfrm>
        </p:grpSpPr>
        <p:grpSp>
          <p:nvGrpSpPr>
            <p:cNvPr id="30" name="Group 22"/>
            <p:cNvGrpSpPr/>
            <p:nvPr/>
          </p:nvGrpSpPr>
          <p:grpSpPr>
            <a:xfrm>
              <a:off x="1652305" y="2531169"/>
              <a:ext cx="195640" cy="623199"/>
              <a:chOff x="3686182" y="1333809"/>
              <a:chExt cx="152400" cy="485463"/>
            </a:xfrm>
          </p:grpSpPr>
          <p:sp>
            <p:nvSpPr>
              <p:cNvPr id="159" name="Oval 158"/>
              <p:cNvSpPr/>
              <p:nvPr/>
            </p:nvSpPr>
            <p:spPr>
              <a:xfrm>
                <a:off x="3686182" y="1333809"/>
                <a:ext cx="152400" cy="152400"/>
              </a:xfrm>
              <a:prstGeom prst="ellips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Oval 159"/>
              <p:cNvSpPr/>
              <p:nvPr/>
            </p:nvSpPr>
            <p:spPr>
              <a:xfrm>
                <a:off x="3686182" y="1666872"/>
                <a:ext cx="152400" cy="152400"/>
              </a:xfrm>
              <a:prstGeom prst="ellips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Rounded Rectangle 160"/>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1" name="Group 22"/>
            <p:cNvGrpSpPr/>
            <p:nvPr/>
          </p:nvGrpSpPr>
          <p:grpSpPr>
            <a:xfrm>
              <a:off x="834819" y="2531169"/>
              <a:ext cx="195640" cy="623199"/>
              <a:chOff x="3686182" y="1333809"/>
              <a:chExt cx="152400" cy="485463"/>
            </a:xfrm>
          </p:grpSpPr>
          <p:sp>
            <p:nvSpPr>
              <p:cNvPr id="156" name="Oval 155"/>
              <p:cNvSpPr/>
              <p:nvPr/>
            </p:nvSpPr>
            <p:spPr>
              <a:xfrm>
                <a:off x="3686182" y="1333809"/>
                <a:ext cx="152400" cy="152400"/>
              </a:xfrm>
              <a:prstGeom prst="ellips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Oval 156"/>
              <p:cNvSpPr/>
              <p:nvPr/>
            </p:nvSpPr>
            <p:spPr>
              <a:xfrm>
                <a:off x="3686182" y="1666872"/>
                <a:ext cx="152400" cy="152400"/>
              </a:xfrm>
              <a:prstGeom prst="ellips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Rounded Rectangle 157"/>
              <p:cNvSpPr/>
              <p:nvPr/>
            </p:nvSpPr>
            <p:spPr>
              <a:xfrm>
                <a:off x="3724282" y="1390650"/>
                <a:ext cx="76200" cy="381000"/>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2" presetClass="entr" presetSubtype="4"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slide(fromBottom)">
                                      <p:cBhvr>
                                        <p:cTn id="12" dur="500"/>
                                        <p:tgtEl>
                                          <p:spTgt spid="4"/>
                                        </p:tgtEl>
                                      </p:cBhvr>
                                    </p:animEffect>
                                  </p:childTnLst>
                                </p:cTn>
                              </p:par>
                            </p:childTnLst>
                          </p:cTn>
                        </p:par>
                        <p:par>
                          <p:cTn id="13" fill="hold">
                            <p:stCondLst>
                              <p:cond delay="1000"/>
                            </p:stCondLst>
                            <p:childTnLst>
                              <p:par>
                                <p:cTn id="14" presetID="26"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80">
                                          <p:stCondLst>
                                            <p:cond delay="0"/>
                                          </p:stCondLst>
                                        </p:cTn>
                                        <p:tgtEl>
                                          <p:spTgt spid="2"/>
                                        </p:tgtEl>
                                      </p:cBhvr>
                                    </p:animEffect>
                                    <p:anim calcmode="lin" valueType="num">
                                      <p:cBhvr>
                                        <p:cTn id="17"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18"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9"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20"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21"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22" dur="26">
                                          <p:stCondLst>
                                            <p:cond delay="650"/>
                                          </p:stCondLst>
                                        </p:cTn>
                                        <p:tgtEl>
                                          <p:spTgt spid="2"/>
                                        </p:tgtEl>
                                      </p:cBhvr>
                                      <p:to x="100000" y="60000"/>
                                    </p:animScale>
                                    <p:animScale>
                                      <p:cBhvr>
                                        <p:cTn id="23" dur="166" decel="50000">
                                          <p:stCondLst>
                                            <p:cond delay="676"/>
                                          </p:stCondLst>
                                        </p:cTn>
                                        <p:tgtEl>
                                          <p:spTgt spid="2"/>
                                        </p:tgtEl>
                                      </p:cBhvr>
                                      <p:to x="100000" y="100000"/>
                                    </p:animScale>
                                    <p:animScale>
                                      <p:cBhvr>
                                        <p:cTn id="24" dur="26">
                                          <p:stCondLst>
                                            <p:cond delay="1312"/>
                                          </p:stCondLst>
                                        </p:cTn>
                                        <p:tgtEl>
                                          <p:spTgt spid="2"/>
                                        </p:tgtEl>
                                      </p:cBhvr>
                                      <p:to x="100000" y="80000"/>
                                    </p:animScale>
                                    <p:animScale>
                                      <p:cBhvr>
                                        <p:cTn id="25" dur="166" decel="50000">
                                          <p:stCondLst>
                                            <p:cond delay="1338"/>
                                          </p:stCondLst>
                                        </p:cTn>
                                        <p:tgtEl>
                                          <p:spTgt spid="2"/>
                                        </p:tgtEl>
                                      </p:cBhvr>
                                      <p:to x="100000" y="100000"/>
                                    </p:animScale>
                                    <p:animScale>
                                      <p:cBhvr>
                                        <p:cTn id="26" dur="26">
                                          <p:stCondLst>
                                            <p:cond delay="1642"/>
                                          </p:stCondLst>
                                        </p:cTn>
                                        <p:tgtEl>
                                          <p:spTgt spid="2"/>
                                        </p:tgtEl>
                                      </p:cBhvr>
                                      <p:to x="100000" y="90000"/>
                                    </p:animScale>
                                    <p:animScale>
                                      <p:cBhvr>
                                        <p:cTn id="27" dur="166" decel="50000">
                                          <p:stCondLst>
                                            <p:cond delay="1668"/>
                                          </p:stCondLst>
                                        </p:cTn>
                                        <p:tgtEl>
                                          <p:spTgt spid="2"/>
                                        </p:tgtEl>
                                      </p:cBhvr>
                                      <p:to x="100000" y="100000"/>
                                    </p:animScale>
                                    <p:animScale>
                                      <p:cBhvr>
                                        <p:cTn id="28" dur="26">
                                          <p:stCondLst>
                                            <p:cond delay="1808"/>
                                          </p:stCondLst>
                                        </p:cTn>
                                        <p:tgtEl>
                                          <p:spTgt spid="2"/>
                                        </p:tgtEl>
                                      </p:cBhvr>
                                      <p:to x="100000" y="95000"/>
                                    </p:animScale>
                                    <p:animScale>
                                      <p:cBhvr>
                                        <p:cTn id="29" dur="166" decel="50000">
                                          <p:stCondLst>
                                            <p:cond delay="1834"/>
                                          </p:stCondLst>
                                        </p:cTn>
                                        <p:tgtEl>
                                          <p:spTgt spid="2"/>
                                        </p:tgtEl>
                                      </p:cBhvr>
                                      <p:to x="100000" y="100000"/>
                                    </p:animScale>
                                  </p:childTnLst>
                                </p:cTn>
                              </p:par>
                            </p:childTnLst>
                          </p:cTn>
                        </p:par>
                        <p:par>
                          <p:cTn id="30" fill="hold">
                            <p:stCondLst>
                              <p:cond delay="3000"/>
                            </p:stCondLst>
                            <p:childTnLst>
                              <p:par>
                                <p:cTn id="31" presetID="2" presetClass="entr" presetSubtype="4" accel="50000" decel="50000" fill="hold" nodeType="after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ppt_x"/>
                                          </p:val>
                                        </p:tav>
                                        <p:tav tm="100000">
                                          <p:val>
                                            <p:strVal val="#ppt_x"/>
                                          </p:val>
                                        </p:tav>
                                      </p:tavLst>
                                    </p:anim>
                                    <p:anim calcmode="lin" valueType="num">
                                      <p:cBhvr additive="base">
                                        <p:cTn id="34" dur="500" fill="hold"/>
                                        <p:tgtEl>
                                          <p:spTgt spid="10"/>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12" presetClass="entr" presetSubtype="4" fill="hold" nodeType="after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slide(fromBottom)">
                                      <p:cBhvr>
                                        <p:cTn id="38" dur="500"/>
                                        <p:tgtEl>
                                          <p:spTgt spid="11"/>
                                        </p:tgtEl>
                                      </p:cBhvr>
                                    </p:animEffect>
                                  </p:childTnLst>
                                </p:cTn>
                              </p:par>
                            </p:childTnLst>
                          </p:cTn>
                        </p:par>
                        <p:par>
                          <p:cTn id="39" fill="hold">
                            <p:stCondLst>
                              <p:cond delay="4000"/>
                            </p:stCondLst>
                            <p:childTnLst>
                              <p:par>
                                <p:cTn id="40" presetID="26" presetClass="entr" presetSubtype="0" fill="hold" nodeType="after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wipe(down)">
                                      <p:cBhvr>
                                        <p:cTn id="42" dur="580">
                                          <p:stCondLst>
                                            <p:cond delay="0"/>
                                          </p:stCondLst>
                                        </p:cTn>
                                        <p:tgtEl>
                                          <p:spTgt spid="9"/>
                                        </p:tgtEl>
                                      </p:cBhvr>
                                    </p:animEffect>
                                    <p:anim calcmode="lin" valueType="num">
                                      <p:cBhvr>
                                        <p:cTn id="43" dur="1822" tmFilter="0,0; 0.14,0.36; 0.43,0.73; 0.71,0.91; 1.0,1.0">
                                          <p:stCondLst>
                                            <p:cond delay="0"/>
                                          </p:stCondLst>
                                        </p:cTn>
                                        <p:tgtEl>
                                          <p:spTgt spid="9"/>
                                        </p:tgtEl>
                                        <p:attrNameLst>
                                          <p:attrName>ppt_x</p:attrName>
                                        </p:attrNameLst>
                                      </p:cBhvr>
                                      <p:tavLst>
                                        <p:tav tm="0">
                                          <p:val>
                                            <p:strVal val="#ppt_x-0.25"/>
                                          </p:val>
                                        </p:tav>
                                        <p:tav tm="100000">
                                          <p:val>
                                            <p:strVal val="#ppt_x"/>
                                          </p:val>
                                        </p:tav>
                                      </p:tavLst>
                                    </p:anim>
                                    <p:anim calcmode="lin" valueType="num">
                                      <p:cBhvr>
                                        <p:cTn id="44" dur="664" tmFilter="0.0,0.0; 0.25,0.07; 0.50,0.2; 0.75,0.467; 1.0,1.0">
                                          <p:stCondLst>
                                            <p:cond delay="0"/>
                                          </p:stCondLst>
                                        </p:cTn>
                                        <p:tgtEl>
                                          <p:spTgt spid="9"/>
                                        </p:tgtEl>
                                        <p:attrNameLst>
                                          <p:attrName>ppt_y</p:attrName>
                                        </p:attrNameLst>
                                      </p:cBhvr>
                                      <p:tavLst>
                                        <p:tav tm="0" fmla="#ppt_y-sin(pi*$)/3">
                                          <p:val>
                                            <p:fltVal val="0.5"/>
                                          </p:val>
                                        </p:tav>
                                        <p:tav tm="100000">
                                          <p:val>
                                            <p:fltVal val="1"/>
                                          </p:val>
                                        </p:tav>
                                      </p:tavLst>
                                    </p:anim>
                                    <p:anim calcmode="lin" valueType="num">
                                      <p:cBhvr>
                                        <p:cTn id="45" dur="664" tmFilter="0, 0; 0.125,0.2665; 0.25,0.4; 0.375,0.465; 0.5,0.5;  0.625,0.535; 0.75,0.6; 0.875,0.7335; 1,1">
                                          <p:stCondLst>
                                            <p:cond delay="664"/>
                                          </p:stCondLst>
                                        </p:cTn>
                                        <p:tgtEl>
                                          <p:spTgt spid="9"/>
                                        </p:tgtEl>
                                        <p:attrNameLst>
                                          <p:attrName>ppt_y</p:attrName>
                                        </p:attrNameLst>
                                      </p:cBhvr>
                                      <p:tavLst>
                                        <p:tav tm="0" fmla="#ppt_y-sin(pi*$)/9">
                                          <p:val>
                                            <p:fltVal val="0"/>
                                          </p:val>
                                        </p:tav>
                                        <p:tav tm="100000">
                                          <p:val>
                                            <p:fltVal val="1"/>
                                          </p:val>
                                        </p:tav>
                                      </p:tavLst>
                                    </p:anim>
                                    <p:anim calcmode="lin" valueType="num">
                                      <p:cBhvr>
                                        <p:cTn id="46" dur="332" tmFilter="0, 0; 0.125,0.2665; 0.25,0.4; 0.375,0.465; 0.5,0.5;  0.625,0.535; 0.75,0.6; 0.875,0.7335; 1,1">
                                          <p:stCondLst>
                                            <p:cond delay="1324"/>
                                          </p:stCondLst>
                                        </p:cTn>
                                        <p:tgtEl>
                                          <p:spTgt spid="9"/>
                                        </p:tgtEl>
                                        <p:attrNameLst>
                                          <p:attrName>ppt_y</p:attrName>
                                        </p:attrNameLst>
                                      </p:cBhvr>
                                      <p:tavLst>
                                        <p:tav tm="0" fmla="#ppt_y-sin(pi*$)/27">
                                          <p:val>
                                            <p:fltVal val="0"/>
                                          </p:val>
                                        </p:tav>
                                        <p:tav tm="100000">
                                          <p:val>
                                            <p:fltVal val="1"/>
                                          </p:val>
                                        </p:tav>
                                      </p:tavLst>
                                    </p:anim>
                                    <p:anim calcmode="lin" valueType="num">
                                      <p:cBhvr>
                                        <p:cTn id="47" dur="164" tmFilter="0, 0; 0.125,0.2665; 0.25,0.4; 0.375,0.465; 0.5,0.5;  0.625,0.535; 0.75,0.6; 0.875,0.7335; 1,1">
                                          <p:stCondLst>
                                            <p:cond delay="1656"/>
                                          </p:stCondLst>
                                        </p:cTn>
                                        <p:tgtEl>
                                          <p:spTgt spid="9"/>
                                        </p:tgtEl>
                                        <p:attrNameLst>
                                          <p:attrName>ppt_y</p:attrName>
                                        </p:attrNameLst>
                                      </p:cBhvr>
                                      <p:tavLst>
                                        <p:tav tm="0" fmla="#ppt_y-sin(pi*$)/81">
                                          <p:val>
                                            <p:fltVal val="0"/>
                                          </p:val>
                                        </p:tav>
                                        <p:tav tm="100000">
                                          <p:val>
                                            <p:fltVal val="1"/>
                                          </p:val>
                                        </p:tav>
                                      </p:tavLst>
                                    </p:anim>
                                    <p:animScale>
                                      <p:cBhvr>
                                        <p:cTn id="48" dur="26">
                                          <p:stCondLst>
                                            <p:cond delay="650"/>
                                          </p:stCondLst>
                                        </p:cTn>
                                        <p:tgtEl>
                                          <p:spTgt spid="9"/>
                                        </p:tgtEl>
                                      </p:cBhvr>
                                      <p:to x="100000" y="60000"/>
                                    </p:animScale>
                                    <p:animScale>
                                      <p:cBhvr>
                                        <p:cTn id="49" dur="166" decel="50000">
                                          <p:stCondLst>
                                            <p:cond delay="676"/>
                                          </p:stCondLst>
                                        </p:cTn>
                                        <p:tgtEl>
                                          <p:spTgt spid="9"/>
                                        </p:tgtEl>
                                      </p:cBhvr>
                                      <p:to x="100000" y="100000"/>
                                    </p:animScale>
                                    <p:animScale>
                                      <p:cBhvr>
                                        <p:cTn id="50" dur="26">
                                          <p:stCondLst>
                                            <p:cond delay="1312"/>
                                          </p:stCondLst>
                                        </p:cTn>
                                        <p:tgtEl>
                                          <p:spTgt spid="9"/>
                                        </p:tgtEl>
                                      </p:cBhvr>
                                      <p:to x="100000" y="80000"/>
                                    </p:animScale>
                                    <p:animScale>
                                      <p:cBhvr>
                                        <p:cTn id="51" dur="166" decel="50000">
                                          <p:stCondLst>
                                            <p:cond delay="1338"/>
                                          </p:stCondLst>
                                        </p:cTn>
                                        <p:tgtEl>
                                          <p:spTgt spid="9"/>
                                        </p:tgtEl>
                                      </p:cBhvr>
                                      <p:to x="100000" y="100000"/>
                                    </p:animScale>
                                    <p:animScale>
                                      <p:cBhvr>
                                        <p:cTn id="52" dur="26">
                                          <p:stCondLst>
                                            <p:cond delay="1642"/>
                                          </p:stCondLst>
                                        </p:cTn>
                                        <p:tgtEl>
                                          <p:spTgt spid="9"/>
                                        </p:tgtEl>
                                      </p:cBhvr>
                                      <p:to x="100000" y="90000"/>
                                    </p:animScale>
                                    <p:animScale>
                                      <p:cBhvr>
                                        <p:cTn id="53" dur="166" decel="50000">
                                          <p:stCondLst>
                                            <p:cond delay="1668"/>
                                          </p:stCondLst>
                                        </p:cTn>
                                        <p:tgtEl>
                                          <p:spTgt spid="9"/>
                                        </p:tgtEl>
                                      </p:cBhvr>
                                      <p:to x="100000" y="100000"/>
                                    </p:animScale>
                                    <p:animScale>
                                      <p:cBhvr>
                                        <p:cTn id="54" dur="26">
                                          <p:stCondLst>
                                            <p:cond delay="1808"/>
                                          </p:stCondLst>
                                        </p:cTn>
                                        <p:tgtEl>
                                          <p:spTgt spid="9"/>
                                        </p:tgtEl>
                                      </p:cBhvr>
                                      <p:to x="100000" y="95000"/>
                                    </p:animScale>
                                    <p:animScale>
                                      <p:cBhvr>
                                        <p:cTn id="55" dur="166" decel="50000">
                                          <p:stCondLst>
                                            <p:cond delay="1834"/>
                                          </p:stCondLst>
                                        </p:cTn>
                                        <p:tgtEl>
                                          <p:spTgt spid="9"/>
                                        </p:tgtEl>
                                      </p:cBhvr>
                                      <p:to x="100000" y="100000"/>
                                    </p:animScale>
                                  </p:childTnLst>
                                </p:cTn>
                              </p:par>
                            </p:childTnLst>
                          </p:cTn>
                        </p:par>
                        <p:par>
                          <p:cTn id="56" fill="hold">
                            <p:stCondLst>
                              <p:cond delay="6000"/>
                            </p:stCondLst>
                            <p:childTnLst>
                              <p:par>
                                <p:cTn id="57" presetID="2" presetClass="entr" presetSubtype="4" accel="50000" decel="5000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500" fill="hold"/>
                                        <p:tgtEl>
                                          <p:spTgt spid="15"/>
                                        </p:tgtEl>
                                        <p:attrNameLst>
                                          <p:attrName>ppt_x</p:attrName>
                                        </p:attrNameLst>
                                      </p:cBhvr>
                                      <p:tavLst>
                                        <p:tav tm="0">
                                          <p:val>
                                            <p:strVal val="#ppt_x"/>
                                          </p:val>
                                        </p:tav>
                                        <p:tav tm="100000">
                                          <p:val>
                                            <p:strVal val="#ppt_x"/>
                                          </p:val>
                                        </p:tav>
                                      </p:tavLst>
                                    </p:anim>
                                    <p:anim calcmode="lin" valueType="num">
                                      <p:cBhvr additive="base">
                                        <p:cTn id="60" dur="500" fill="hold"/>
                                        <p:tgtEl>
                                          <p:spTgt spid="15"/>
                                        </p:tgtEl>
                                        <p:attrNameLst>
                                          <p:attrName>ppt_y</p:attrName>
                                        </p:attrNameLst>
                                      </p:cBhvr>
                                      <p:tavLst>
                                        <p:tav tm="0">
                                          <p:val>
                                            <p:strVal val="1+#ppt_h/2"/>
                                          </p:val>
                                        </p:tav>
                                        <p:tav tm="100000">
                                          <p:val>
                                            <p:strVal val="#ppt_y"/>
                                          </p:val>
                                        </p:tav>
                                      </p:tavLst>
                                    </p:anim>
                                  </p:childTnLst>
                                </p:cTn>
                              </p:par>
                            </p:childTnLst>
                          </p:cTn>
                        </p:par>
                        <p:par>
                          <p:cTn id="61" fill="hold">
                            <p:stCondLst>
                              <p:cond delay="6500"/>
                            </p:stCondLst>
                            <p:childTnLst>
                              <p:par>
                                <p:cTn id="62" presetID="12" presetClass="entr" presetSubtype="4" fill="hold"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slide(fromBottom)">
                                      <p:cBhvr>
                                        <p:cTn id="64" dur="500"/>
                                        <p:tgtEl>
                                          <p:spTgt spid="16"/>
                                        </p:tgtEl>
                                      </p:cBhvr>
                                    </p:animEffect>
                                  </p:childTnLst>
                                </p:cTn>
                              </p:par>
                            </p:childTnLst>
                          </p:cTn>
                        </p:par>
                        <p:par>
                          <p:cTn id="65" fill="hold">
                            <p:stCondLst>
                              <p:cond delay="7000"/>
                            </p:stCondLst>
                            <p:childTnLst>
                              <p:par>
                                <p:cTn id="66" presetID="26" presetClass="entr" presetSubtype="0" fill="hold" nodeType="after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wipe(down)">
                                      <p:cBhvr>
                                        <p:cTn id="68" dur="580">
                                          <p:stCondLst>
                                            <p:cond delay="0"/>
                                          </p:stCondLst>
                                        </p:cTn>
                                        <p:tgtEl>
                                          <p:spTgt spid="14"/>
                                        </p:tgtEl>
                                      </p:cBhvr>
                                    </p:animEffect>
                                    <p:anim calcmode="lin" valueType="num">
                                      <p:cBhvr>
                                        <p:cTn id="69"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70"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71"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72"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73"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74" dur="26">
                                          <p:stCondLst>
                                            <p:cond delay="650"/>
                                          </p:stCondLst>
                                        </p:cTn>
                                        <p:tgtEl>
                                          <p:spTgt spid="14"/>
                                        </p:tgtEl>
                                      </p:cBhvr>
                                      <p:to x="100000" y="60000"/>
                                    </p:animScale>
                                    <p:animScale>
                                      <p:cBhvr>
                                        <p:cTn id="75" dur="166" decel="50000">
                                          <p:stCondLst>
                                            <p:cond delay="676"/>
                                          </p:stCondLst>
                                        </p:cTn>
                                        <p:tgtEl>
                                          <p:spTgt spid="14"/>
                                        </p:tgtEl>
                                      </p:cBhvr>
                                      <p:to x="100000" y="100000"/>
                                    </p:animScale>
                                    <p:animScale>
                                      <p:cBhvr>
                                        <p:cTn id="76" dur="26">
                                          <p:stCondLst>
                                            <p:cond delay="1312"/>
                                          </p:stCondLst>
                                        </p:cTn>
                                        <p:tgtEl>
                                          <p:spTgt spid="14"/>
                                        </p:tgtEl>
                                      </p:cBhvr>
                                      <p:to x="100000" y="80000"/>
                                    </p:animScale>
                                    <p:animScale>
                                      <p:cBhvr>
                                        <p:cTn id="77" dur="166" decel="50000">
                                          <p:stCondLst>
                                            <p:cond delay="1338"/>
                                          </p:stCondLst>
                                        </p:cTn>
                                        <p:tgtEl>
                                          <p:spTgt spid="14"/>
                                        </p:tgtEl>
                                      </p:cBhvr>
                                      <p:to x="100000" y="100000"/>
                                    </p:animScale>
                                    <p:animScale>
                                      <p:cBhvr>
                                        <p:cTn id="78" dur="26">
                                          <p:stCondLst>
                                            <p:cond delay="1642"/>
                                          </p:stCondLst>
                                        </p:cTn>
                                        <p:tgtEl>
                                          <p:spTgt spid="14"/>
                                        </p:tgtEl>
                                      </p:cBhvr>
                                      <p:to x="100000" y="90000"/>
                                    </p:animScale>
                                    <p:animScale>
                                      <p:cBhvr>
                                        <p:cTn id="79" dur="166" decel="50000">
                                          <p:stCondLst>
                                            <p:cond delay="1668"/>
                                          </p:stCondLst>
                                        </p:cTn>
                                        <p:tgtEl>
                                          <p:spTgt spid="14"/>
                                        </p:tgtEl>
                                      </p:cBhvr>
                                      <p:to x="100000" y="100000"/>
                                    </p:animScale>
                                    <p:animScale>
                                      <p:cBhvr>
                                        <p:cTn id="80" dur="26">
                                          <p:stCondLst>
                                            <p:cond delay="1808"/>
                                          </p:stCondLst>
                                        </p:cTn>
                                        <p:tgtEl>
                                          <p:spTgt spid="14"/>
                                        </p:tgtEl>
                                      </p:cBhvr>
                                      <p:to x="100000" y="95000"/>
                                    </p:animScale>
                                    <p:animScale>
                                      <p:cBhvr>
                                        <p:cTn id="81" dur="166" decel="50000">
                                          <p:stCondLst>
                                            <p:cond delay="1834"/>
                                          </p:stCondLst>
                                        </p:cTn>
                                        <p:tgtEl>
                                          <p:spTgt spid="14"/>
                                        </p:tgtEl>
                                      </p:cBhvr>
                                      <p:to x="100000" y="100000"/>
                                    </p:animScale>
                                  </p:childTnLst>
                                </p:cTn>
                              </p:par>
                            </p:childTnLst>
                          </p:cTn>
                        </p:par>
                        <p:par>
                          <p:cTn id="82" fill="hold">
                            <p:stCondLst>
                              <p:cond delay="9000"/>
                            </p:stCondLst>
                            <p:childTnLst>
                              <p:par>
                                <p:cTn id="83" presetID="2" presetClass="entr" presetSubtype="4" accel="50000" decel="50000" fill="hold" nodeType="afterEffect">
                                  <p:stCondLst>
                                    <p:cond delay="0"/>
                                  </p:stCondLst>
                                  <p:childTnLst>
                                    <p:set>
                                      <p:cBhvr>
                                        <p:cTn id="84" dur="1" fill="hold">
                                          <p:stCondLst>
                                            <p:cond delay="0"/>
                                          </p:stCondLst>
                                        </p:cTn>
                                        <p:tgtEl>
                                          <p:spTgt spid="20"/>
                                        </p:tgtEl>
                                        <p:attrNameLst>
                                          <p:attrName>style.visibility</p:attrName>
                                        </p:attrNameLst>
                                      </p:cBhvr>
                                      <p:to>
                                        <p:strVal val="visible"/>
                                      </p:to>
                                    </p:set>
                                    <p:anim calcmode="lin" valueType="num">
                                      <p:cBhvr additive="base">
                                        <p:cTn id="85" dur="500" fill="hold"/>
                                        <p:tgtEl>
                                          <p:spTgt spid="20"/>
                                        </p:tgtEl>
                                        <p:attrNameLst>
                                          <p:attrName>ppt_x</p:attrName>
                                        </p:attrNameLst>
                                      </p:cBhvr>
                                      <p:tavLst>
                                        <p:tav tm="0">
                                          <p:val>
                                            <p:strVal val="#ppt_x"/>
                                          </p:val>
                                        </p:tav>
                                        <p:tav tm="100000">
                                          <p:val>
                                            <p:strVal val="#ppt_x"/>
                                          </p:val>
                                        </p:tav>
                                      </p:tavLst>
                                    </p:anim>
                                    <p:anim calcmode="lin" valueType="num">
                                      <p:cBhvr additive="base">
                                        <p:cTn id="86" dur="500" fill="hold"/>
                                        <p:tgtEl>
                                          <p:spTgt spid="20"/>
                                        </p:tgtEl>
                                        <p:attrNameLst>
                                          <p:attrName>ppt_y</p:attrName>
                                        </p:attrNameLst>
                                      </p:cBhvr>
                                      <p:tavLst>
                                        <p:tav tm="0">
                                          <p:val>
                                            <p:strVal val="1+#ppt_h/2"/>
                                          </p:val>
                                        </p:tav>
                                        <p:tav tm="100000">
                                          <p:val>
                                            <p:strVal val="#ppt_y"/>
                                          </p:val>
                                        </p:tav>
                                      </p:tavLst>
                                    </p:anim>
                                  </p:childTnLst>
                                </p:cTn>
                              </p:par>
                            </p:childTnLst>
                          </p:cTn>
                        </p:par>
                        <p:par>
                          <p:cTn id="87" fill="hold">
                            <p:stCondLst>
                              <p:cond delay="9500"/>
                            </p:stCondLst>
                            <p:childTnLst>
                              <p:par>
                                <p:cTn id="88" presetID="12" presetClass="entr" presetSubtype="4" fill="hold" nodeType="afterEffect">
                                  <p:stCondLst>
                                    <p:cond delay="0"/>
                                  </p:stCondLst>
                                  <p:childTnLst>
                                    <p:set>
                                      <p:cBhvr>
                                        <p:cTn id="89" dur="1" fill="hold">
                                          <p:stCondLst>
                                            <p:cond delay="0"/>
                                          </p:stCondLst>
                                        </p:cTn>
                                        <p:tgtEl>
                                          <p:spTgt spid="21"/>
                                        </p:tgtEl>
                                        <p:attrNameLst>
                                          <p:attrName>style.visibility</p:attrName>
                                        </p:attrNameLst>
                                      </p:cBhvr>
                                      <p:to>
                                        <p:strVal val="visible"/>
                                      </p:to>
                                    </p:set>
                                    <p:animEffect transition="in" filter="slide(fromBottom)">
                                      <p:cBhvr>
                                        <p:cTn id="90" dur="500"/>
                                        <p:tgtEl>
                                          <p:spTgt spid="21"/>
                                        </p:tgtEl>
                                      </p:cBhvr>
                                    </p:animEffect>
                                  </p:childTnLst>
                                </p:cTn>
                              </p:par>
                            </p:childTnLst>
                          </p:cTn>
                        </p:par>
                        <p:par>
                          <p:cTn id="91" fill="hold">
                            <p:stCondLst>
                              <p:cond delay="10000"/>
                            </p:stCondLst>
                            <p:childTnLst>
                              <p:par>
                                <p:cTn id="92" presetID="26" presetClass="entr" presetSubtype="0" fill="hold" nodeType="afterEffect">
                                  <p:stCondLst>
                                    <p:cond delay="0"/>
                                  </p:stCondLst>
                                  <p:childTnLst>
                                    <p:set>
                                      <p:cBhvr>
                                        <p:cTn id="93" dur="1" fill="hold">
                                          <p:stCondLst>
                                            <p:cond delay="0"/>
                                          </p:stCondLst>
                                        </p:cTn>
                                        <p:tgtEl>
                                          <p:spTgt spid="19"/>
                                        </p:tgtEl>
                                        <p:attrNameLst>
                                          <p:attrName>style.visibility</p:attrName>
                                        </p:attrNameLst>
                                      </p:cBhvr>
                                      <p:to>
                                        <p:strVal val="visible"/>
                                      </p:to>
                                    </p:set>
                                    <p:animEffect transition="in" filter="wipe(down)">
                                      <p:cBhvr>
                                        <p:cTn id="94" dur="580">
                                          <p:stCondLst>
                                            <p:cond delay="0"/>
                                          </p:stCondLst>
                                        </p:cTn>
                                        <p:tgtEl>
                                          <p:spTgt spid="19"/>
                                        </p:tgtEl>
                                      </p:cBhvr>
                                    </p:animEffect>
                                    <p:anim calcmode="lin" valueType="num">
                                      <p:cBhvr>
                                        <p:cTn id="95"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96"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97"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98"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99"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100" dur="26">
                                          <p:stCondLst>
                                            <p:cond delay="650"/>
                                          </p:stCondLst>
                                        </p:cTn>
                                        <p:tgtEl>
                                          <p:spTgt spid="19"/>
                                        </p:tgtEl>
                                      </p:cBhvr>
                                      <p:to x="100000" y="60000"/>
                                    </p:animScale>
                                    <p:animScale>
                                      <p:cBhvr>
                                        <p:cTn id="101" dur="166" decel="50000">
                                          <p:stCondLst>
                                            <p:cond delay="676"/>
                                          </p:stCondLst>
                                        </p:cTn>
                                        <p:tgtEl>
                                          <p:spTgt spid="19"/>
                                        </p:tgtEl>
                                      </p:cBhvr>
                                      <p:to x="100000" y="100000"/>
                                    </p:animScale>
                                    <p:animScale>
                                      <p:cBhvr>
                                        <p:cTn id="102" dur="26">
                                          <p:stCondLst>
                                            <p:cond delay="1312"/>
                                          </p:stCondLst>
                                        </p:cTn>
                                        <p:tgtEl>
                                          <p:spTgt spid="19"/>
                                        </p:tgtEl>
                                      </p:cBhvr>
                                      <p:to x="100000" y="80000"/>
                                    </p:animScale>
                                    <p:animScale>
                                      <p:cBhvr>
                                        <p:cTn id="103" dur="166" decel="50000">
                                          <p:stCondLst>
                                            <p:cond delay="1338"/>
                                          </p:stCondLst>
                                        </p:cTn>
                                        <p:tgtEl>
                                          <p:spTgt spid="19"/>
                                        </p:tgtEl>
                                      </p:cBhvr>
                                      <p:to x="100000" y="100000"/>
                                    </p:animScale>
                                    <p:animScale>
                                      <p:cBhvr>
                                        <p:cTn id="104" dur="26">
                                          <p:stCondLst>
                                            <p:cond delay="1642"/>
                                          </p:stCondLst>
                                        </p:cTn>
                                        <p:tgtEl>
                                          <p:spTgt spid="19"/>
                                        </p:tgtEl>
                                      </p:cBhvr>
                                      <p:to x="100000" y="90000"/>
                                    </p:animScale>
                                    <p:animScale>
                                      <p:cBhvr>
                                        <p:cTn id="105" dur="166" decel="50000">
                                          <p:stCondLst>
                                            <p:cond delay="1668"/>
                                          </p:stCondLst>
                                        </p:cTn>
                                        <p:tgtEl>
                                          <p:spTgt spid="19"/>
                                        </p:tgtEl>
                                      </p:cBhvr>
                                      <p:to x="100000" y="100000"/>
                                    </p:animScale>
                                    <p:animScale>
                                      <p:cBhvr>
                                        <p:cTn id="106" dur="26">
                                          <p:stCondLst>
                                            <p:cond delay="1808"/>
                                          </p:stCondLst>
                                        </p:cTn>
                                        <p:tgtEl>
                                          <p:spTgt spid="19"/>
                                        </p:tgtEl>
                                      </p:cBhvr>
                                      <p:to x="100000" y="95000"/>
                                    </p:animScale>
                                    <p:animScale>
                                      <p:cBhvr>
                                        <p:cTn id="107" dur="166" decel="50000">
                                          <p:stCondLst>
                                            <p:cond delay="1834"/>
                                          </p:stCondLst>
                                        </p:cTn>
                                        <p:tgtEl>
                                          <p:spTgt spid="19"/>
                                        </p:tgtEl>
                                      </p:cBhvr>
                                      <p:to x="100000" y="100000"/>
                                    </p:animScale>
                                  </p:childTnLst>
                                </p:cTn>
                              </p:par>
                            </p:childTnLst>
                          </p:cTn>
                        </p:par>
                        <p:par>
                          <p:cTn id="108" fill="hold">
                            <p:stCondLst>
                              <p:cond delay="12000"/>
                            </p:stCondLst>
                            <p:childTnLst>
                              <p:par>
                                <p:cTn id="109" presetID="2" presetClass="entr" presetSubtype="4" accel="50000" decel="50000" fill="hold" nodeType="afterEffect">
                                  <p:stCondLst>
                                    <p:cond delay="0"/>
                                  </p:stCondLst>
                                  <p:childTnLst>
                                    <p:set>
                                      <p:cBhvr>
                                        <p:cTn id="110" dur="1" fill="hold">
                                          <p:stCondLst>
                                            <p:cond delay="0"/>
                                          </p:stCondLst>
                                        </p:cTn>
                                        <p:tgtEl>
                                          <p:spTgt spid="27"/>
                                        </p:tgtEl>
                                        <p:attrNameLst>
                                          <p:attrName>style.visibility</p:attrName>
                                        </p:attrNameLst>
                                      </p:cBhvr>
                                      <p:to>
                                        <p:strVal val="visible"/>
                                      </p:to>
                                    </p:set>
                                    <p:anim calcmode="lin" valueType="num">
                                      <p:cBhvr additive="base">
                                        <p:cTn id="111" dur="500" fill="hold"/>
                                        <p:tgtEl>
                                          <p:spTgt spid="27"/>
                                        </p:tgtEl>
                                        <p:attrNameLst>
                                          <p:attrName>ppt_x</p:attrName>
                                        </p:attrNameLst>
                                      </p:cBhvr>
                                      <p:tavLst>
                                        <p:tav tm="0">
                                          <p:val>
                                            <p:strVal val="#ppt_x"/>
                                          </p:val>
                                        </p:tav>
                                        <p:tav tm="100000">
                                          <p:val>
                                            <p:strVal val="#ppt_x"/>
                                          </p:val>
                                        </p:tav>
                                      </p:tavLst>
                                    </p:anim>
                                    <p:anim calcmode="lin" valueType="num">
                                      <p:cBhvr additive="base">
                                        <p:cTn id="112" dur="500" fill="hold"/>
                                        <p:tgtEl>
                                          <p:spTgt spid="27"/>
                                        </p:tgtEl>
                                        <p:attrNameLst>
                                          <p:attrName>ppt_y</p:attrName>
                                        </p:attrNameLst>
                                      </p:cBhvr>
                                      <p:tavLst>
                                        <p:tav tm="0">
                                          <p:val>
                                            <p:strVal val="1+#ppt_h/2"/>
                                          </p:val>
                                        </p:tav>
                                        <p:tav tm="100000">
                                          <p:val>
                                            <p:strVal val="#ppt_y"/>
                                          </p:val>
                                        </p:tav>
                                      </p:tavLst>
                                    </p:anim>
                                  </p:childTnLst>
                                </p:cTn>
                              </p:par>
                            </p:childTnLst>
                          </p:cTn>
                        </p:par>
                        <p:par>
                          <p:cTn id="113" fill="hold">
                            <p:stCondLst>
                              <p:cond delay="12500"/>
                            </p:stCondLst>
                            <p:childTnLst>
                              <p:par>
                                <p:cTn id="114" presetID="12" presetClass="entr" presetSubtype="4" fill="hold" nodeType="after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slide(fromBottom)">
                                      <p:cBhvr>
                                        <p:cTn id="116" dur="500"/>
                                        <p:tgtEl>
                                          <p:spTgt spid="29"/>
                                        </p:tgtEl>
                                      </p:cBhvr>
                                    </p:animEffect>
                                  </p:childTnLst>
                                </p:cTn>
                              </p:par>
                            </p:childTnLst>
                          </p:cTn>
                        </p:par>
                        <p:par>
                          <p:cTn id="117" fill="hold">
                            <p:stCondLst>
                              <p:cond delay="13000"/>
                            </p:stCondLst>
                            <p:childTnLst>
                              <p:par>
                                <p:cTn id="118" presetID="26" presetClass="entr" presetSubtype="0" fill="hold" nodeType="afterEffect">
                                  <p:stCondLst>
                                    <p:cond delay="0"/>
                                  </p:stCondLst>
                                  <p:childTnLst>
                                    <p:set>
                                      <p:cBhvr>
                                        <p:cTn id="119" dur="1" fill="hold">
                                          <p:stCondLst>
                                            <p:cond delay="0"/>
                                          </p:stCondLst>
                                        </p:cTn>
                                        <p:tgtEl>
                                          <p:spTgt spid="26"/>
                                        </p:tgtEl>
                                        <p:attrNameLst>
                                          <p:attrName>style.visibility</p:attrName>
                                        </p:attrNameLst>
                                      </p:cBhvr>
                                      <p:to>
                                        <p:strVal val="visible"/>
                                      </p:to>
                                    </p:set>
                                    <p:animEffect transition="in" filter="wipe(down)">
                                      <p:cBhvr>
                                        <p:cTn id="120" dur="580">
                                          <p:stCondLst>
                                            <p:cond delay="0"/>
                                          </p:stCondLst>
                                        </p:cTn>
                                        <p:tgtEl>
                                          <p:spTgt spid="26"/>
                                        </p:tgtEl>
                                      </p:cBhvr>
                                    </p:animEffect>
                                    <p:anim calcmode="lin" valueType="num">
                                      <p:cBhvr>
                                        <p:cTn id="121" dur="1822" tmFilter="0,0; 0.14,0.36; 0.43,0.73; 0.71,0.91; 1.0,1.0">
                                          <p:stCondLst>
                                            <p:cond delay="0"/>
                                          </p:stCondLst>
                                        </p:cTn>
                                        <p:tgtEl>
                                          <p:spTgt spid="26"/>
                                        </p:tgtEl>
                                        <p:attrNameLst>
                                          <p:attrName>ppt_x</p:attrName>
                                        </p:attrNameLst>
                                      </p:cBhvr>
                                      <p:tavLst>
                                        <p:tav tm="0">
                                          <p:val>
                                            <p:strVal val="#ppt_x-0.25"/>
                                          </p:val>
                                        </p:tav>
                                        <p:tav tm="100000">
                                          <p:val>
                                            <p:strVal val="#ppt_x"/>
                                          </p:val>
                                        </p:tav>
                                      </p:tavLst>
                                    </p:anim>
                                    <p:anim calcmode="lin" valueType="num">
                                      <p:cBhvr>
                                        <p:cTn id="122" dur="664" tmFilter="0.0,0.0; 0.25,0.07; 0.50,0.2; 0.75,0.467; 1.0,1.0">
                                          <p:stCondLst>
                                            <p:cond delay="0"/>
                                          </p:stCondLst>
                                        </p:cTn>
                                        <p:tgtEl>
                                          <p:spTgt spid="26"/>
                                        </p:tgtEl>
                                        <p:attrNameLst>
                                          <p:attrName>ppt_y</p:attrName>
                                        </p:attrNameLst>
                                      </p:cBhvr>
                                      <p:tavLst>
                                        <p:tav tm="0" fmla="#ppt_y-sin(pi*$)/3">
                                          <p:val>
                                            <p:fltVal val="0.5"/>
                                          </p:val>
                                        </p:tav>
                                        <p:tav tm="100000">
                                          <p:val>
                                            <p:fltVal val="1"/>
                                          </p:val>
                                        </p:tav>
                                      </p:tavLst>
                                    </p:anim>
                                    <p:anim calcmode="lin" valueType="num">
                                      <p:cBhvr>
                                        <p:cTn id="123" dur="664" tmFilter="0, 0; 0.125,0.2665; 0.25,0.4; 0.375,0.465; 0.5,0.5;  0.625,0.535; 0.75,0.6; 0.875,0.7335; 1,1">
                                          <p:stCondLst>
                                            <p:cond delay="664"/>
                                          </p:stCondLst>
                                        </p:cTn>
                                        <p:tgtEl>
                                          <p:spTgt spid="26"/>
                                        </p:tgtEl>
                                        <p:attrNameLst>
                                          <p:attrName>ppt_y</p:attrName>
                                        </p:attrNameLst>
                                      </p:cBhvr>
                                      <p:tavLst>
                                        <p:tav tm="0" fmla="#ppt_y-sin(pi*$)/9">
                                          <p:val>
                                            <p:fltVal val="0"/>
                                          </p:val>
                                        </p:tav>
                                        <p:tav tm="100000">
                                          <p:val>
                                            <p:fltVal val="1"/>
                                          </p:val>
                                        </p:tav>
                                      </p:tavLst>
                                    </p:anim>
                                    <p:anim calcmode="lin" valueType="num">
                                      <p:cBhvr>
                                        <p:cTn id="124" dur="332" tmFilter="0, 0; 0.125,0.2665; 0.25,0.4; 0.375,0.465; 0.5,0.5;  0.625,0.535; 0.75,0.6; 0.875,0.7335; 1,1">
                                          <p:stCondLst>
                                            <p:cond delay="1324"/>
                                          </p:stCondLst>
                                        </p:cTn>
                                        <p:tgtEl>
                                          <p:spTgt spid="26"/>
                                        </p:tgtEl>
                                        <p:attrNameLst>
                                          <p:attrName>ppt_y</p:attrName>
                                        </p:attrNameLst>
                                      </p:cBhvr>
                                      <p:tavLst>
                                        <p:tav tm="0" fmla="#ppt_y-sin(pi*$)/27">
                                          <p:val>
                                            <p:fltVal val="0"/>
                                          </p:val>
                                        </p:tav>
                                        <p:tav tm="100000">
                                          <p:val>
                                            <p:fltVal val="1"/>
                                          </p:val>
                                        </p:tav>
                                      </p:tavLst>
                                    </p:anim>
                                    <p:anim calcmode="lin" valueType="num">
                                      <p:cBhvr>
                                        <p:cTn id="125" dur="164" tmFilter="0, 0; 0.125,0.2665; 0.25,0.4; 0.375,0.465; 0.5,0.5;  0.625,0.535; 0.75,0.6; 0.875,0.7335; 1,1">
                                          <p:stCondLst>
                                            <p:cond delay="1656"/>
                                          </p:stCondLst>
                                        </p:cTn>
                                        <p:tgtEl>
                                          <p:spTgt spid="26"/>
                                        </p:tgtEl>
                                        <p:attrNameLst>
                                          <p:attrName>ppt_y</p:attrName>
                                        </p:attrNameLst>
                                      </p:cBhvr>
                                      <p:tavLst>
                                        <p:tav tm="0" fmla="#ppt_y-sin(pi*$)/81">
                                          <p:val>
                                            <p:fltVal val="0"/>
                                          </p:val>
                                        </p:tav>
                                        <p:tav tm="100000">
                                          <p:val>
                                            <p:fltVal val="1"/>
                                          </p:val>
                                        </p:tav>
                                      </p:tavLst>
                                    </p:anim>
                                    <p:animScale>
                                      <p:cBhvr>
                                        <p:cTn id="126" dur="26">
                                          <p:stCondLst>
                                            <p:cond delay="650"/>
                                          </p:stCondLst>
                                        </p:cTn>
                                        <p:tgtEl>
                                          <p:spTgt spid="26"/>
                                        </p:tgtEl>
                                      </p:cBhvr>
                                      <p:to x="100000" y="60000"/>
                                    </p:animScale>
                                    <p:animScale>
                                      <p:cBhvr>
                                        <p:cTn id="127" dur="166" decel="50000">
                                          <p:stCondLst>
                                            <p:cond delay="676"/>
                                          </p:stCondLst>
                                        </p:cTn>
                                        <p:tgtEl>
                                          <p:spTgt spid="26"/>
                                        </p:tgtEl>
                                      </p:cBhvr>
                                      <p:to x="100000" y="100000"/>
                                    </p:animScale>
                                    <p:animScale>
                                      <p:cBhvr>
                                        <p:cTn id="128" dur="26">
                                          <p:stCondLst>
                                            <p:cond delay="1312"/>
                                          </p:stCondLst>
                                        </p:cTn>
                                        <p:tgtEl>
                                          <p:spTgt spid="26"/>
                                        </p:tgtEl>
                                      </p:cBhvr>
                                      <p:to x="100000" y="80000"/>
                                    </p:animScale>
                                    <p:animScale>
                                      <p:cBhvr>
                                        <p:cTn id="129" dur="166" decel="50000">
                                          <p:stCondLst>
                                            <p:cond delay="1338"/>
                                          </p:stCondLst>
                                        </p:cTn>
                                        <p:tgtEl>
                                          <p:spTgt spid="26"/>
                                        </p:tgtEl>
                                      </p:cBhvr>
                                      <p:to x="100000" y="100000"/>
                                    </p:animScale>
                                    <p:animScale>
                                      <p:cBhvr>
                                        <p:cTn id="130" dur="26">
                                          <p:stCondLst>
                                            <p:cond delay="1642"/>
                                          </p:stCondLst>
                                        </p:cTn>
                                        <p:tgtEl>
                                          <p:spTgt spid="26"/>
                                        </p:tgtEl>
                                      </p:cBhvr>
                                      <p:to x="100000" y="90000"/>
                                    </p:animScale>
                                    <p:animScale>
                                      <p:cBhvr>
                                        <p:cTn id="131" dur="166" decel="50000">
                                          <p:stCondLst>
                                            <p:cond delay="1668"/>
                                          </p:stCondLst>
                                        </p:cTn>
                                        <p:tgtEl>
                                          <p:spTgt spid="26"/>
                                        </p:tgtEl>
                                      </p:cBhvr>
                                      <p:to x="100000" y="100000"/>
                                    </p:animScale>
                                    <p:animScale>
                                      <p:cBhvr>
                                        <p:cTn id="132" dur="26">
                                          <p:stCondLst>
                                            <p:cond delay="1808"/>
                                          </p:stCondLst>
                                        </p:cTn>
                                        <p:tgtEl>
                                          <p:spTgt spid="26"/>
                                        </p:tgtEl>
                                      </p:cBhvr>
                                      <p:to x="100000" y="95000"/>
                                    </p:animScale>
                                    <p:animScale>
                                      <p:cBhvr>
                                        <p:cTn id="133" dur="166" decel="50000">
                                          <p:stCondLst>
                                            <p:cond delay="1834"/>
                                          </p:stCondLst>
                                        </p:cTn>
                                        <p:tgtEl>
                                          <p:spTgt spid="2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Time Infographic</a:t>
            </a:r>
            <a:endParaRPr lang="en-US" dirty="0"/>
          </a:p>
        </p:txBody>
      </p:sp>
      <p:sp>
        <p:nvSpPr>
          <p:cNvPr id="45" name="Text Placeholder 44"/>
          <p:cNvSpPr>
            <a:spLocks noGrp="1"/>
          </p:cNvSpPr>
          <p:nvPr>
            <p:ph type="body" sz="half" idx="2"/>
          </p:nvPr>
        </p:nvSpPr>
        <p:spPr/>
        <p:txBody>
          <a:bodyPr/>
          <a:lstStyle/>
          <a:p>
            <a:r>
              <a:rPr lang="en-US"/>
              <a:t>Time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263</a:t>
            </a:fld>
            <a:endParaRPr lang="en-US" dirty="0"/>
          </a:p>
        </p:txBody>
      </p:sp>
      <p:sp>
        <p:nvSpPr>
          <p:cNvPr id="1031" name="Freeform 7"/>
          <p:cNvSpPr>
            <a:spLocks/>
          </p:cNvSpPr>
          <p:nvPr/>
        </p:nvSpPr>
        <p:spPr bwMode="auto">
          <a:xfrm>
            <a:off x="5251907" y="1975034"/>
            <a:ext cx="552294" cy="728923"/>
          </a:xfrm>
          <a:custGeom>
            <a:avLst/>
            <a:gdLst/>
            <a:ahLst/>
            <a:cxnLst>
              <a:cxn ang="0">
                <a:pos x="21" y="0"/>
              </a:cxn>
              <a:cxn ang="0">
                <a:pos x="77" y="64"/>
              </a:cxn>
              <a:cxn ang="0">
                <a:pos x="77" y="100"/>
              </a:cxn>
              <a:cxn ang="0">
                <a:pos x="0" y="216"/>
              </a:cxn>
              <a:cxn ang="0">
                <a:pos x="0" y="233"/>
              </a:cxn>
              <a:cxn ang="0">
                <a:pos x="177" y="233"/>
              </a:cxn>
              <a:cxn ang="0">
                <a:pos x="177" y="216"/>
              </a:cxn>
              <a:cxn ang="0">
                <a:pos x="99" y="100"/>
              </a:cxn>
              <a:cxn ang="0">
                <a:pos x="99" y="64"/>
              </a:cxn>
              <a:cxn ang="0">
                <a:pos x="155" y="2"/>
              </a:cxn>
            </a:cxnLst>
            <a:rect l="0" t="0" r="r" b="b"/>
            <a:pathLst>
              <a:path w="177" h="233">
                <a:moveTo>
                  <a:pt x="21" y="0"/>
                </a:moveTo>
                <a:cubicBezTo>
                  <a:pt x="34" y="22"/>
                  <a:pt x="53" y="48"/>
                  <a:pt x="77" y="64"/>
                </a:cubicBezTo>
                <a:cubicBezTo>
                  <a:pt x="77" y="100"/>
                  <a:pt x="77" y="100"/>
                  <a:pt x="77" y="100"/>
                </a:cubicBezTo>
                <a:cubicBezTo>
                  <a:pt x="77" y="100"/>
                  <a:pt x="21" y="154"/>
                  <a:pt x="0" y="216"/>
                </a:cubicBezTo>
                <a:cubicBezTo>
                  <a:pt x="0" y="233"/>
                  <a:pt x="0" y="233"/>
                  <a:pt x="0" y="233"/>
                </a:cubicBezTo>
                <a:cubicBezTo>
                  <a:pt x="177" y="233"/>
                  <a:pt x="177" y="233"/>
                  <a:pt x="177" y="233"/>
                </a:cubicBezTo>
                <a:cubicBezTo>
                  <a:pt x="177" y="216"/>
                  <a:pt x="177" y="216"/>
                  <a:pt x="177" y="216"/>
                </a:cubicBezTo>
                <a:cubicBezTo>
                  <a:pt x="148" y="148"/>
                  <a:pt x="99" y="100"/>
                  <a:pt x="99" y="100"/>
                </a:cubicBezTo>
                <a:cubicBezTo>
                  <a:pt x="99" y="64"/>
                  <a:pt x="99" y="64"/>
                  <a:pt x="99" y="64"/>
                </a:cubicBezTo>
                <a:cubicBezTo>
                  <a:pt x="126" y="41"/>
                  <a:pt x="143" y="20"/>
                  <a:pt x="155" y="2"/>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1032" name="Freeform 8"/>
          <p:cNvSpPr>
            <a:spLocks noEditPoints="1"/>
          </p:cNvSpPr>
          <p:nvPr/>
        </p:nvSpPr>
        <p:spPr bwMode="auto">
          <a:xfrm>
            <a:off x="4974443" y="1501827"/>
            <a:ext cx="1107223" cy="1490798"/>
          </a:xfrm>
          <a:custGeom>
            <a:avLst/>
            <a:gdLst/>
            <a:ahLst/>
            <a:cxnLst>
              <a:cxn ang="0">
                <a:pos x="329" y="78"/>
              </a:cxn>
              <a:cxn ang="0">
                <a:pos x="329" y="51"/>
              </a:cxn>
              <a:cxn ang="0">
                <a:pos x="355" y="51"/>
              </a:cxn>
              <a:cxn ang="0">
                <a:pos x="355" y="0"/>
              </a:cxn>
              <a:cxn ang="0">
                <a:pos x="0" y="0"/>
              </a:cxn>
              <a:cxn ang="0">
                <a:pos x="0" y="51"/>
              </a:cxn>
              <a:cxn ang="0">
                <a:pos x="25" y="51"/>
              </a:cxn>
              <a:cxn ang="0">
                <a:pos x="25" y="78"/>
              </a:cxn>
              <a:cxn ang="0">
                <a:pos x="102" y="238"/>
              </a:cxn>
              <a:cxn ang="0">
                <a:pos x="25" y="399"/>
              </a:cxn>
              <a:cxn ang="0">
                <a:pos x="25" y="425"/>
              </a:cxn>
              <a:cxn ang="0">
                <a:pos x="0" y="425"/>
              </a:cxn>
              <a:cxn ang="0">
                <a:pos x="0" y="476"/>
              </a:cxn>
              <a:cxn ang="0">
                <a:pos x="355" y="476"/>
              </a:cxn>
              <a:cxn ang="0">
                <a:pos x="355" y="425"/>
              </a:cxn>
              <a:cxn ang="0">
                <a:pos x="329" y="425"/>
              </a:cxn>
              <a:cxn ang="0">
                <a:pos x="329" y="399"/>
              </a:cxn>
              <a:cxn ang="0">
                <a:pos x="252" y="238"/>
              </a:cxn>
              <a:cxn ang="0">
                <a:pos x="329" y="78"/>
              </a:cxn>
              <a:cxn ang="0">
                <a:pos x="304" y="399"/>
              </a:cxn>
              <a:cxn ang="0">
                <a:pos x="304" y="425"/>
              </a:cxn>
              <a:cxn ang="0">
                <a:pos x="50" y="425"/>
              </a:cxn>
              <a:cxn ang="0">
                <a:pos x="50" y="399"/>
              </a:cxn>
              <a:cxn ang="0">
                <a:pos x="128" y="238"/>
              </a:cxn>
              <a:cxn ang="0">
                <a:pos x="50" y="78"/>
              </a:cxn>
              <a:cxn ang="0">
                <a:pos x="50" y="51"/>
              </a:cxn>
              <a:cxn ang="0">
                <a:pos x="304" y="51"/>
              </a:cxn>
              <a:cxn ang="0">
                <a:pos x="304" y="78"/>
              </a:cxn>
              <a:cxn ang="0">
                <a:pos x="226" y="238"/>
              </a:cxn>
              <a:cxn ang="0">
                <a:pos x="304" y="399"/>
              </a:cxn>
              <a:cxn ang="0">
                <a:pos x="304" y="399"/>
              </a:cxn>
              <a:cxn ang="0">
                <a:pos x="304" y="399"/>
              </a:cxn>
            </a:cxnLst>
            <a:rect l="0" t="0" r="r" b="b"/>
            <a:pathLst>
              <a:path w="355" h="476">
                <a:moveTo>
                  <a:pt x="329" y="78"/>
                </a:moveTo>
                <a:cubicBezTo>
                  <a:pt x="329" y="51"/>
                  <a:pt x="329" y="51"/>
                  <a:pt x="329" y="51"/>
                </a:cubicBezTo>
                <a:cubicBezTo>
                  <a:pt x="355" y="51"/>
                  <a:pt x="355" y="51"/>
                  <a:pt x="355" y="51"/>
                </a:cubicBezTo>
                <a:cubicBezTo>
                  <a:pt x="355" y="0"/>
                  <a:pt x="355" y="0"/>
                  <a:pt x="355" y="0"/>
                </a:cubicBezTo>
                <a:cubicBezTo>
                  <a:pt x="0" y="0"/>
                  <a:pt x="0" y="0"/>
                  <a:pt x="0" y="0"/>
                </a:cubicBezTo>
                <a:cubicBezTo>
                  <a:pt x="0" y="51"/>
                  <a:pt x="0" y="51"/>
                  <a:pt x="0" y="51"/>
                </a:cubicBezTo>
                <a:cubicBezTo>
                  <a:pt x="25" y="51"/>
                  <a:pt x="25" y="51"/>
                  <a:pt x="25" y="51"/>
                </a:cubicBezTo>
                <a:cubicBezTo>
                  <a:pt x="25" y="78"/>
                  <a:pt x="25" y="78"/>
                  <a:pt x="25" y="78"/>
                </a:cubicBezTo>
                <a:cubicBezTo>
                  <a:pt x="25" y="119"/>
                  <a:pt x="98" y="230"/>
                  <a:pt x="102" y="238"/>
                </a:cubicBezTo>
                <a:cubicBezTo>
                  <a:pt x="98" y="247"/>
                  <a:pt x="25" y="358"/>
                  <a:pt x="25" y="399"/>
                </a:cubicBezTo>
                <a:cubicBezTo>
                  <a:pt x="25" y="425"/>
                  <a:pt x="25" y="425"/>
                  <a:pt x="25" y="425"/>
                </a:cubicBezTo>
                <a:cubicBezTo>
                  <a:pt x="0" y="425"/>
                  <a:pt x="0" y="425"/>
                  <a:pt x="0" y="425"/>
                </a:cubicBezTo>
                <a:cubicBezTo>
                  <a:pt x="0" y="476"/>
                  <a:pt x="0" y="476"/>
                  <a:pt x="0" y="476"/>
                </a:cubicBezTo>
                <a:cubicBezTo>
                  <a:pt x="355" y="476"/>
                  <a:pt x="355" y="476"/>
                  <a:pt x="355" y="476"/>
                </a:cubicBezTo>
                <a:cubicBezTo>
                  <a:pt x="355" y="425"/>
                  <a:pt x="355" y="425"/>
                  <a:pt x="355" y="425"/>
                </a:cubicBezTo>
                <a:cubicBezTo>
                  <a:pt x="329" y="425"/>
                  <a:pt x="329" y="425"/>
                  <a:pt x="329" y="425"/>
                </a:cubicBezTo>
                <a:cubicBezTo>
                  <a:pt x="329" y="399"/>
                  <a:pt x="329" y="399"/>
                  <a:pt x="329" y="399"/>
                </a:cubicBezTo>
                <a:cubicBezTo>
                  <a:pt x="329" y="358"/>
                  <a:pt x="256" y="247"/>
                  <a:pt x="252" y="238"/>
                </a:cubicBezTo>
                <a:cubicBezTo>
                  <a:pt x="256" y="230"/>
                  <a:pt x="329" y="119"/>
                  <a:pt x="329" y="78"/>
                </a:cubicBezTo>
                <a:close/>
                <a:moveTo>
                  <a:pt x="304" y="399"/>
                </a:moveTo>
                <a:cubicBezTo>
                  <a:pt x="304" y="425"/>
                  <a:pt x="304" y="425"/>
                  <a:pt x="304" y="425"/>
                </a:cubicBezTo>
                <a:cubicBezTo>
                  <a:pt x="50" y="425"/>
                  <a:pt x="50" y="425"/>
                  <a:pt x="50" y="425"/>
                </a:cubicBezTo>
                <a:cubicBezTo>
                  <a:pt x="50" y="399"/>
                  <a:pt x="50" y="399"/>
                  <a:pt x="50" y="399"/>
                </a:cubicBezTo>
                <a:cubicBezTo>
                  <a:pt x="50" y="369"/>
                  <a:pt x="128" y="253"/>
                  <a:pt x="128" y="238"/>
                </a:cubicBezTo>
                <a:cubicBezTo>
                  <a:pt x="128" y="224"/>
                  <a:pt x="50" y="107"/>
                  <a:pt x="50" y="78"/>
                </a:cubicBezTo>
                <a:cubicBezTo>
                  <a:pt x="50" y="51"/>
                  <a:pt x="50" y="51"/>
                  <a:pt x="50" y="51"/>
                </a:cubicBezTo>
                <a:cubicBezTo>
                  <a:pt x="304" y="51"/>
                  <a:pt x="304" y="51"/>
                  <a:pt x="304" y="51"/>
                </a:cubicBezTo>
                <a:cubicBezTo>
                  <a:pt x="304" y="78"/>
                  <a:pt x="304" y="78"/>
                  <a:pt x="304" y="78"/>
                </a:cubicBezTo>
                <a:cubicBezTo>
                  <a:pt x="304" y="107"/>
                  <a:pt x="226" y="224"/>
                  <a:pt x="226" y="238"/>
                </a:cubicBezTo>
                <a:cubicBezTo>
                  <a:pt x="226" y="253"/>
                  <a:pt x="304" y="369"/>
                  <a:pt x="304" y="399"/>
                </a:cubicBezTo>
                <a:close/>
                <a:moveTo>
                  <a:pt x="304" y="399"/>
                </a:moveTo>
                <a:cubicBezTo>
                  <a:pt x="304" y="399"/>
                  <a:pt x="304" y="399"/>
                  <a:pt x="304" y="399"/>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1033" name="Freeform 9"/>
          <p:cNvSpPr>
            <a:spLocks/>
          </p:cNvSpPr>
          <p:nvPr/>
        </p:nvSpPr>
        <p:spPr bwMode="auto">
          <a:xfrm>
            <a:off x="7191493" y="2448240"/>
            <a:ext cx="552294" cy="255716"/>
          </a:xfrm>
          <a:custGeom>
            <a:avLst/>
            <a:gdLst/>
            <a:ahLst/>
            <a:cxnLst>
              <a:cxn ang="0">
                <a:pos x="35" y="0"/>
              </a:cxn>
              <a:cxn ang="0">
                <a:pos x="0" y="65"/>
              </a:cxn>
              <a:cxn ang="0">
                <a:pos x="0" y="82"/>
              </a:cxn>
              <a:cxn ang="0">
                <a:pos x="177" y="82"/>
              </a:cxn>
              <a:cxn ang="0">
                <a:pos x="177" y="65"/>
              </a:cxn>
              <a:cxn ang="0">
                <a:pos x="139" y="1"/>
              </a:cxn>
            </a:cxnLst>
            <a:rect l="0" t="0" r="r" b="b"/>
            <a:pathLst>
              <a:path w="177" h="82">
                <a:moveTo>
                  <a:pt x="35" y="0"/>
                </a:moveTo>
                <a:cubicBezTo>
                  <a:pt x="22" y="19"/>
                  <a:pt x="8" y="41"/>
                  <a:pt x="0" y="65"/>
                </a:cubicBezTo>
                <a:cubicBezTo>
                  <a:pt x="0" y="82"/>
                  <a:pt x="0" y="82"/>
                  <a:pt x="0" y="82"/>
                </a:cubicBezTo>
                <a:cubicBezTo>
                  <a:pt x="177" y="82"/>
                  <a:pt x="177" y="82"/>
                  <a:pt x="177" y="82"/>
                </a:cubicBezTo>
                <a:cubicBezTo>
                  <a:pt x="177" y="65"/>
                  <a:pt x="177" y="65"/>
                  <a:pt x="177" y="65"/>
                </a:cubicBezTo>
                <a:cubicBezTo>
                  <a:pt x="166" y="39"/>
                  <a:pt x="152" y="20"/>
                  <a:pt x="139" y="1"/>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1034" name="Freeform 10"/>
          <p:cNvSpPr>
            <a:spLocks noEditPoints="1"/>
          </p:cNvSpPr>
          <p:nvPr/>
        </p:nvSpPr>
        <p:spPr bwMode="auto">
          <a:xfrm>
            <a:off x="6914029" y="1501827"/>
            <a:ext cx="1107223" cy="1490798"/>
          </a:xfrm>
          <a:custGeom>
            <a:avLst/>
            <a:gdLst/>
            <a:ahLst/>
            <a:cxnLst>
              <a:cxn ang="0">
                <a:pos x="329" y="78"/>
              </a:cxn>
              <a:cxn ang="0">
                <a:pos x="329" y="51"/>
              </a:cxn>
              <a:cxn ang="0">
                <a:pos x="355" y="51"/>
              </a:cxn>
              <a:cxn ang="0">
                <a:pos x="355" y="0"/>
              </a:cxn>
              <a:cxn ang="0">
                <a:pos x="0" y="0"/>
              </a:cxn>
              <a:cxn ang="0">
                <a:pos x="0" y="51"/>
              </a:cxn>
              <a:cxn ang="0">
                <a:pos x="25" y="51"/>
              </a:cxn>
              <a:cxn ang="0">
                <a:pos x="25" y="78"/>
              </a:cxn>
              <a:cxn ang="0">
                <a:pos x="102" y="238"/>
              </a:cxn>
              <a:cxn ang="0">
                <a:pos x="25" y="399"/>
              </a:cxn>
              <a:cxn ang="0">
                <a:pos x="25" y="425"/>
              </a:cxn>
              <a:cxn ang="0">
                <a:pos x="0" y="425"/>
              </a:cxn>
              <a:cxn ang="0">
                <a:pos x="0" y="476"/>
              </a:cxn>
              <a:cxn ang="0">
                <a:pos x="355" y="476"/>
              </a:cxn>
              <a:cxn ang="0">
                <a:pos x="355" y="425"/>
              </a:cxn>
              <a:cxn ang="0">
                <a:pos x="329" y="425"/>
              </a:cxn>
              <a:cxn ang="0">
                <a:pos x="329" y="399"/>
              </a:cxn>
              <a:cxn ang="0">
                <a:pos x="252" y="238"/>
              </a:cxn>
              <a:cxn ang="0">
                <a:pos x="329" y="78"/>
              </a:cxn>
              <a:cxn ang="0">
                <a:pos x="304" y="399"/>
              </a:cxn>
              <a:cxn ang="0">
                <a:pos x="304" y="425"/>
              </a:cxn>
              <a:cxn ang="0">
                <a:pos x="50" y="425"/>
              </a:cxn>
              <a:cxn ang="0">
                <a:pos x="50" y="399"/>
              </a:cxn>
              <a:cxn ang="0">
                <a:pos x="128" y="238"/>
              </a:cxn>
              <a:cxn ang="0">
                <a:pos x="50" y="78"/>
              </a:cxn>
              <a:cxn ang="0">
                <a:pos x="50" y="51"/>
              </a:cxn>
              <a:cxn ang="0">
                <a:pos x="304" y="51"/>
              </a:cxn>
              <a:cxn ang="0">
                <a:pos x="304" y="78"/>
              </a:cxn>
              <a:cxn ang="0">
                <a:pos x="226" y="238"/>
              </a:cxn>
              <a:cxn ang="0">
                <a:pos x="304" y="399"/>
              </a:cxn>
              <a:cxn ang="0">
                <a:pos x="304" y="399"/>
              </a:cxn>
              <a:cxn ang="0">
                <a:pos x="304" y="399"/>
              </a:cxn>
            </a:cxnLst>
            <a:rect l="0" t="0" r="r" b="b"/>
            <a:pathLst>
              <a:path w="355" h="476">
                <a:moveTo>
                  <a:pt x="329" y="78"/>
                </a:moveTo>
                <a:cubicBezTo>
                  <a:pt x="329" y="51"/>
                  <a:pt x="329" y="51"/>
                  <a:pt x="329" y="51"/>
                </a:cubicBezTo>
                <a:cubicBezTo>
                  <a:pt x="355" y="51"/>
                  <a:pt x="355" y="51"/>
                  <a:pt x="355" y="51"/>
                </a:cubicBezTo>
                <a:cubicBezTo>
                  <a:pt x="355" y="0"/>
                  <a:pt x="355" y="0"/>
                  <a:pt x="355" y="0"/>
                </a:cubicBezTo>
                <a:cubicBezTo>
                  <a:pt x="0" y="0"/>
                  <a:pt x="0" y="0"/>
                  <a:pt x="0" y="0"/>
                </a:cubicBezTo>
                <a:cubicBezTo>
                  <a:pt x="0" y="51"/>
                  <a:pt x="0" y="51"/>
                  <a:pt x="0" y="51"/>
                </a:cubicBezTo>
                <a:cubicBezTo>
                  <a:pt x="25" y="51"/>
                  <a:pt x="25" y="51"/>
                  <a:pt x="25" y="51"/>
                </a:cubicBezTo>
                <a:cubicBezTo>
                  <a:pt x="25" y="78"/>
                  <a:pt x="25" y="78"/>
                  <a:pt x="25" y="78"/>
                </a:cubicBezTo>
                <a:cubicBezTo>
                  <a:pt x="25" y="119"/>
                  <a:pt x="98" y="230"/>
                  <a:pt x="102" y="238"/>
                </a:cubicBezTo>
                <a:cubicBezTo>
                  <a:pt x="98" y="247"/>
                  <a:pt x="25" y="358"/>
                  <a:pt x="25" y="399"/>
                </a:cubicBezTo>
                <a:cubicBezTo>
                  <a:pt x="25" y="425"/>
                  <a:pt x="25" y="425"/>
                  <a:pt x="25" y="425"/>
                </a:cubicBezTo>
                <a:cubicBezTo>
                  <a:pt x="0" y="425"/>
                  <a:pt x="0" y="425"/>
                  <a:pt x="0" y="425"/>
                </a:cubicBezTo>
                <a:cubicBezTo>
                  <a:pt x="0" y="476"/>
                  <a:pt x="0" y="476"/>
                  <a:pt x="0" y="476"/>
                </a:cubicBezTo>
                <a:cubicBezTo>
                  <a:pt x="355" y="476"/>
                  <a:pt x="355" y="476"/>
                  <a:pt x="355" y="476"/>
                </a:cubicBezTo>
                <a:cubicBezTo>
                  <a:pt x="355" y="425"/>
                  <a:pt x="355" y="425"/>
                  <a:pt x="355" y="425"/>
                </a:cubicBezTo>
                <a:cubicBezTo>
                  <a:pt x="329" y="425"/>
                  <a:pt x="329" y="425"/>
                  <a:pt x="329" y="425"/>
                </a:cubicBezTo>
                <a:cubicBezTo>
                  <a:pt x="329" y="399"/>
                  <a:pt x="329" y="399"/>
                  <a:pt x="329" y="399"/>
                </a:cubicBezTo>
                <a:cubicBezTo>
                  <a:pt x="329" y="358"/>
                  <a:pt x="256" y="247"/>
                  <a:pt x="252" y="238"/>
                </a:cubicBezTo>
                <a:cubicBezTo>
                  <a:pt x="256" y="230"/>
                  <a:pt x="329" y="119"/>
                  <a:pt x="329" y="78"/>
                </a:cubicBezTo>
                <a:close/>
                <a:moveTo>
                  <a:pt x="304" y="399"/>
                </a:moveTo>
                <a:cubicBezTo>
                  <a:pt x="304" y="425"/>
                  <a:pt x="304" y="425"/>
                  <a:pt x="304" y="425"/>
                </a:cubicBezTo>
                <a:cubicBezTo>
                  <a:pt x="50" y="425"/>
                  <a:pt x="50" y="425"/>
                  <a:pt x="50" y="425"/>
                </a:cubicBezTo>
                <a:cubicBezTo>
                  <a:pt x="50" y="399"/>
                  <a:pt x="50" y="399"/>
                  <a:pt x="50" y="399"/>
                </a:cubicBezTo>
                <a:cubicBezTo>
                  <a:pt x="50" y="369"/>
                  <a:pt x="128" y="253"/>
                  <a:pt x="128" y="238"/>
                </a:cubicBezTo>
                <a:cubicBezTo>
                  <a:pt x="128" y="224"/>
                  <a:pt x="50" y="107"/>
                  <a:pt x="50" y="78"/>
                </a:cubicBezTo>
                <a:cubicBezTo>
                  <a:pt x="50" y="51"/>
                  <a:pt x="50" y="51"/>
                  <a:pt x="50" y="51"/>
                </a:cubicBezTo>
                <a:cubicBezTo>
                  <a:pt x="304" y="51"/>
                  <a:pt x="304" y="51"/>
                  <a:pt x="304" y="51"/>
                </a:cubicBezTo>
                <a:cubicBezTo>
                  <a:pt x="304" y="78"/>
                  <a:pt x="304" y="78"/>
                  <a:pt x="304" y="78"/>
                </a:cubicBezTo>
                <a:cubicBezTo>
                  <a:pt x="304" y="107"/>
                  <a:pt x="226" y="224"/>
                  <a:pt x="226" y="238"/>
                </a:cubicBezTo>
                <a:cubicBezTo>
                  <a:pt x="226" y="253"/>
                  <a:pt x="304" y="369"/>
                  <a:pt x="304" y="399"/>
                </a:cubicBezTo>
                <a:close/>
                <a:moveTo>
                  <a:pt x="304" y="399"/>
                </a:moveTo>
                <a:cubicBezTo>
                  <a:pt x="304" y="399"/>
                  <a:pt x="304" y="399"/>
                  <a:pt x="304" y="399"/>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1030" name="Freeform 6"/>
          <p:cNvSpPr>
            <a:spLocks noEditPoints="1"/>
          </p:cNvSpPr>
          <p:nvPr/>
        </p:nvSpPr>
        <p:spPr bwMode="auto">
          <a:xfrm>
            <a:off x="1065425" y="1501827"/>
            <a:ext cx="1108542" cy="1490798"/>
          </a:xfrm>
          <a:custGeom>
            <a:avLst/>
            <a:gdLst/>
            <a:ahLst/>
            <a:cxnLst>
              <a:cxn ang="0">
                <a:pos x="329" y="78"/>
              </a:cxn>
              <a:cxn ang="0">
                <a:pos x="329" y="51"/>
              </a:cxn>
              <a:cxn ang="0">
                <a:pos x="355" y="51"/>
              </a:cxn>
              <a:cxn ang="0">
                <a:pos x="355" y="0"/>
              </a:cxn>
              <a:cxn ang="0">
                <a:pos x="0" y="0"/>
              </a:cxn>
              <a:cxn ang="0">
                <a:pos x="0" y="51"/>
              </a:cxn>
              <a:cxn ang="0">
                <a:pos x="25" y="51"/>
              </a:cxn>
              <a:cxn ang="0">
                <a:pos x="25" y="78"/>
              </a:cxn>
              <a:cxn ang="0">
                <a:pos x="102" y="238"/>
              </a:cxn>
              <a:cxn ang="0">
                <a:pos x="25" y="399"/>
              </a:cxn>
              <a:cxn ang="0">
                <a:pos x="25" y="425"/>
              </a:cxn>
              <a:cxn ang="0">
                <a:pos x="0" y="425"/>
              </a:cxn>
              <a:cxn ang="0">
                <a:pos x="0" y="476"/>
              </a:cxn>
              <a:cxn ang="0">
                <a:pos x="355" y="476"/>
              </a:cxn>
              <a:cxn ang="0">
                <a:pos x="355" y="425"/>
              </a:cxn>
              <a:cxn ang="0">
                <a:pos x="329" y="425"/>
              </a:cxn>
              <a:cxn ang="0">
                <a:pos x="329" y="399"/>
              </a:cxn>
              <a:cxn ang="0">
                <a:pos x="252" y="238"/>
              </a:cxn>
              <a:cxn ang="0">
                <a:pos x="329" y="78"/>
              </a:cxn>
              <a:cxn ang="0">
                <a:pos x="304" y="399"/>
              </a:cxn>
              <a:cxn ang="0">
                <a:pos x="304" y="425"/>
              </a:cxn>
              <a:cxn ang="0">
                <a:pos x="50" y="425"/>
              </a:cxn>
              <a:cxn ang="0">
                <a:pos x="50" y="399"/>
              </a:cxn>
              <a:cxn ang="0">
                <a:pos x="128" y="238"/>
              </a:cxn>
              <a:cxn ang="0">
                <a:pos x="50" y="78"/>
              </a:cxn>
              <a:cxn ang="0">
                <a:pos x="50" y="51"/>
              </a:cxn>
              <a:cxn ang="0">
                <a:pos x="304" y="51"/>
              </a:cxn>
              <a:cxn ang="0">
                <a:pos x="304" y="78"/>
              </a:cxn>
              <a:cxn ang="0">
                <a:pos x="226" y="238"/>
              </a:cxn>
              <a:cxn ang="0">
                <a:pos x="304" y="399"/>
              </a:cxn>
              <a:cxn ang="0">
                <a:pos x="304" y="399"/>
              </a:cxn>
              <a:cxn ang="0">
                <a:pos x="304" y="399"/>
              </a:cxn>
            </a:cxnLst>
            <a:rect l="0" t="0" r="r" b="b"/>
            <a:pathLst>
              <a:path w="355" h="476">
                <a:moveTo>
                  <a:pt x="329" y="78"/>
                </a:moveTo>
                <a:cubicBezTo>
                  <a:pt x="329" y="51"/>
                  <a:pt x="329" y="51"/>
                  <a:pt x="329" y="51"/>
                </a:cubicBezTo>
                <a:cubicBezTo>
                  <a:pt x="355" y="51"/>
                  <a:pt x="355" y="51"/>
                  <a:pt x="355" y="51"/>
                </a:cubicBezTo>
                <a:cubicBezTo>
                  <a:pt x="355" y="0"/>
                  <a:pt x="355" y="0"/>
                  <a:pt x="355" y="0"/>
                </a:cubicBezTo>
                <a:cubicBezTo>
                  <a:pt x="0" y="0"/>
                  <a:pt x="0" y="0"/>
                  <a:pt x="0" y="0"/>
                </a:cubicBezTo>
                <a:cubicBezTo>
                  <a:pt x="0" y="51"/>
                  <a:pt x="0" y="51"/>
                  <a:pt x="0" y="51"/>
                </a:cubicBezTo>
                <a:cubicBezTo>
                  <a:pt x="25" y="51"/>
                  <a:pt x="25" y="51"/>
                  <a:pt x="25" y="51"/>
                </a:cubicBezTo>
                <a:cubicBezTo>
                  <a:pt x="25" y="78"/>
                  <a:pt x="25" y="78"/>
                  <a:pt x="25" y="78"/>
                </a:cubicBezTo>
                <a:cubicBezTo>
                  <a:pt x="25" y="119"/>
                  <a:pt x="98" y="230"/>
                  <a:pt x="102" y="238"/>
                </a:cubicBezTo>
                <a:cubicBezTo>
                  <a:pt x="98" y="247"/>
                  <a:pt x="25" y="358"/>
                  <a:pt x="25" y="399"/>
                </a:cubicBezTo>
                <a:cubicBezTo>
                  <a:pt x="25" y="425"/>
                  <a:pt x="25" y="425"/>
                  <a:pt x="25" y="425"/>
                </a:cubicBezTo>
                <a:cubicBezTo>
                  <a:pt x="0" y="425"/>
                  <a:pt x="0" y="425"/>
                  <a:pt x="0" y="425"/>
                </a:cubicBezTo>
                <a:cubicBezTo>
                  <a:pt x="0" y="476"/>
                  <a:pt x="0" y="476"/>
                  <a:pt x="0" y="476"/>
                </a:cubicBezTo>
                <a:cubicBezTo>
                  <a:pt x="355" y="476"/>
                  <a:pt x="355" y="476"/>
                  <a:pt x="355" y="476"/>
                </a:cubicBezTo>
                <a:cubicBezTo>
                  <a:pt x="355" y="425"/>
                  <a:pt x="355" y="425"/>
                  <a:pt x="355" y="425"/>
                </a:cubicBezTo>
                <a:cubicBezTo>
                  <a:pt x="329" y="425"/>
                  <a:pt x="329" y="425"/>
                  <a:pt x="329" y="425"/>
                </a:cubicBezTo>
                <a:cubicBezTo>
                  <a:pt x="329" y="399"/>
                  <a:pt x="329" y="399"/>
                  <a:pt x="329" y="399"/>
                </a:cubicBezTo>
                <a:cubicBezTo>
                  <a:pt x="329" y="358"/>
                  <a:pt x="256" y="247"/>
                  <a:pt x="252" y="238"/>
                </a:cubicBezTo>
                <a:cubicBezTo>
                  <a:pt x="256" y="230"/>
                  <a:pt x="329" y="119"/>
                  <a:pt x="329" y="78"/>
                </a:cubicBezTo>
                <a:close/>
                <a:moveTo>
                  <a:pt x="304" y="399"/>
                </a:moveTo>
                <a:cubicBezTo>
                  <a:pt x="304" y="425"/>
                  <a:pt x="304" y="425"/>
                  <a:pt x="304" y="425"/>
                </a:cubicBezTo>
                <a:cubicBezTo>
                  <a:pt x="50" y="425"/>
                  <a:pt x="50" y="425"/>
                  <a:pt x="50" y="425"/>
                </a:cubicBezTo>
                <a:cubicBezTo>
                  <a:pt x="50" y="399"/>
                  <a:pt x="50" y="399"/>
                  <a:pt x="50" y="399"/>
                </a:cubicBezTo>
                <a:cubicBezTo>
                  <a:pt x="50" y="369"/>
                  <a:pt x="128" y="253"/>
                  <a:pt x="128" y="238"/>
                </a:cubicBezTo>
                <a:cubicBezTo>
                  <a:pt x="128" y="224"/>
                  <a:pt x="50" y="107"/>
                  <a:pt x="50" y="78"/>
                </a:cubicBezTo>
                <a:cubicBezTo>
                  <a:pt x="50" y="51"/>
                  <a:pt x="50" y="51"/>
                  <a:pt x="50" y="51"/>
                </a:cubicBezTo>
                <a:cubicBezTo>
                  <a:pt x="304" y="51"/>
                  <a:pt x="304" y="51"/>
                  <a:pt x="304" y="51"/>
                </a:cubicBezTo>
                <a:cubicBezTo>
                  <a:pt x="304" y="78"/>
                  <a:pt x="304" y="78"/>
                  <a:pt x="304" y="78"/>
                </a:cubicBezTo>
                <a:cubicBezTo>
                  <a:pt x="304" y="107"/>
                  <a:pt x="226" y="224"/>
                  <a:pt x="226" y="238"/>
                </a:cubicBezTo>
                <a:cubicBezTo>
                  <a:pt x="226" y="253"/>
                  <a:pt x="304" y="369"/>
                  <a:pt x="304" y="399"/>
                </a:cubicBezTo>
                <a:close/>
                <a:moveTo>
                  <a:pt x="304" y="399"/>
                </a:moveTo>
                <a:cubicBezTo>
                  <a:pt x="304" y="399"/>
                  <a:pt x="304" y="399"/>
                  <a:pt x="304" y="399"/>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19" name="Freeform 5"/>
          <p:cNvSpPr>
            <a:spLocks noEditPoints="1"/>
          </p:cNvSpPr>
          <p:nvPr/>
        </p:nvSpPr>
        <p:spPr bwMode="auto">
          <a:xfrm>
            <a:off x="1343549" y="1786542"/>
            <a:ext cx="552294" cy="917414"/>
          </a:xfrm>
          <a:custGeom>
            <a:avLst/>
            <a:gdLst/>
            <a:ahLst/>
            <a:cxnLst>
              <a:cxn ang="0">
                <a:pos x="177" y="15"/>
              </a:cxn>
              <a:cxn ang="0">
                <a:pos x="177" y="0"/>
              </a:cxn>
              <a:cxn ang="0">
                <a:pos x="0" y="0"/>
              </a:cxn>
              <a:cxn ang="0">
                <a:pos x="0" y="15"/>
              </a:cxn>
              <a:cxn ang="0">
                <a:pos x="77" y="124"/>
              </a:cxn>
              <a:cxn ang="0">
                <a:pos x="77" y="160"/>
              </a:cxn>
              <a:cxn ang="0">
                <a:pos x="0" y="276"/>
              </a:cxn>
              <a:cxn ang="0">
                <a:pos x="0" y="293"/>
              </a:cxn>
              <a:cxn ang="0">
                <a:pos x="177" y="293"/>
              </a:cxn>
              <a:cxn ang="0">
                <a:pos x="177" y="276"/>
              </a:cxn>
              <a:cxn ang="0">
                <a:pos x="99" y="160"/>
              </a:cxn>
              <a:cxn ang="0">
                <a:pos x="99" y="124"/>
              </a:cxn>
              <a:cxn ang="0">
                <a:pos x="177" y="15"/>
              </a:cxn>
              <a:cxn ang="0">
                <a:pos x="177" y="15"/>
              </a:cxn>
              <a:cxn ang="0">
                <a:pos x="177" y="15"/>
              </a:cxn>
            </a:cxnLst>
            <a:rect l="0" t="0" r="r" b="b"/>
            <a:pathLst>
              <a:path w="177" h="293">
                <a:moveTo>
                  <a:pt x="177" y="15"/>
                </a:moveTo>
                <a:cubicBezTo>
                  <a:pt x="177" y="0"/>
                  <a:pt x="177" y="0"/>
                  <a:pt x="177" y="0"/>
                </a:cubicBezTo>
                <a:cubicBezTo>
                  <a:pt x="0" y="0"/>
                  <a:pt x="0" y="0"/>
                  <a:pt x="0" y="0"/>
                </a:cubicBezTo>
                <a:cubicBezTo>
                  <a:pt x="0" y="15"/>
                  <a:pt x="0" y="15"/>
                  <a:pt x="0" y="15"/>
                </a:cubicBezTo>
                <a:cubicBezTo>
                  <a:pt x="0" y="15"/>
                  <a:pt x="27" y="90"/>
                  <a:pt x="77" y="124"/>
                </a:cubicBezTo>
                <a:cubicBezTo>
                  <a:pt x="77" y="160"/>
                  <a:pt x="77" y="160"/>
                  <a:pt x="77" y="160"/>
                </a:cubicBezTo>
                <a:cubicBezTo>
                  <a:pt x="77" y="160"/>
                  <a:pt x="21" y="214"/>
                  <a:pt x="0" y="276"/>
                </a:cubicBezTo>
                <a:cubicBezTo>
                  <a:pt x="0" y="293"/>
                  <a:pt x="0" y="293"/>
                  <a:pt x="0" y="293"/>
                </a:cubicBezTo>
                <a:cubicBezTo>
                  <a:pt x="177" y="293"/>
                  <a:pt x="177" y="293"/>
                  <a:pt x="177" y="293"/>
                </a:cubicBezTo>
                <a:cubicBezTo>
                  <a:pt x="177" y="276"/>
                  <a:pt x="177" y="276"/>
                  <a:pt x="177" y="276"/>
                </a:cubicBezTo>
                <a:cubicBezTo>
                  <a:pt x="148" y="208"/>
                  <a:pt x="99" y="160"/>
                  <a:pt x="99" y="160"/>
                </a:cubicBezTo>
                <a:cubicBezTo>
                  <a:pt x="99" y="124"/>
                  <a:pt x="99" y="124"/>
                  <a:pt x="99" y="124"/>
                </a:cubicBezTo>
                <a:cubicBezTo>
                  <a:pt x="168" y="65"/>
                  <a:pt x="177" y="15"/>
                  <a:pt x="177" y="15"/>
                </a:cubicBezTo>
                <a:close/>
                <a:moveTo>
                  <a:pt x="177" y="15"/>
                </a:moveTo>
                <a:cubicBezTo>
                  <a:pt x="177" y="15"/>
                  <a:pt x="177" y="15"/>
                  <a:pt x="177" y="1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18" name="Freeform 13"/>
          <p:cNvSpPr>
            <a:spLocks/>
          </p:cNvSpPr>
          <p:nvPr/>
        </p:nvSpPr>
        <p:spPr bwMode="auto">
          <a:xfrm>
            <a:off x="3312320" y="2292730"/>
            <a:ext cx="552294" cy="419163"/>
          </a:xfrm>
          <a:custGeom>
            <a:avLst/>
            <a:gdLst/>
            <a:ahLst/>
            <a:cxnLst>
              <a:cxn ang="0">
                <a:pos x="77" y="0"/>
              </a:cxn>
              <a:cxn ang="0">
                <a:pos x="0" y="117"/>
              </a:cxn>
              <a:cxn ang="0">
                <a:pos x="0" y="134"/>
              </a:cxn>
              <a:cxn ang="0">
                <a:pos x="177" y="134"/>
              </a:cxn>
              <a:cxn ang="0">
                <a:pos x="177" y="117"/>
              </a:cxn>
              <a:cxn ang="0">
                <a:pos x="99" y="0"/>
              </a:cxn>
            </a:cxnLst>
            <a:rect l="0" t="0" r="r" b="b"/>
            <a:pathLst>
              <a:path w="177" h="134">
                <a:moveTo>
                  <a:pt x="77" y="0"/>
                </a:moveTo>
                <a:cubicBezTo>
                  <a:pt x="77" y="0"/>
                  <a:pt x="21" y="55"/>
                  <a:pt x="0" y="117"/>
                </a:cubicBezTo>
                <a:cubicBezTo>
                  <a:pt x="0" y="134"/>
                  <a:pt x="0" y="134"/>
                  <a:pt x="0" y="134"/>
                </a:cubicBezTo>
                <a:cubicBezTo>
                  <a:pt x="177" y="134"/>
                  <a:pt x="177" y="134"/>
                  <a:pt x="177" y="134"/>
                </a:cubicBezTo>
                <a:cubicBezTo>
                  <a:pt x="177" y="117"/>
                  <a:pt x="177" y="117"/>
                  <a:pt x="177" y="117"/>
                </a:cubicBezTo>
                <a:cubicBezTo>
                  <a:pt x="148" y="48"/>
                  <a:pt x="99" y="0"/>
                  <a:pt x="99" y="0"/>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20" name="Freeform 14"/>
          <p:cNvSpPr>
            <a:spLocks noEditPoints="1"/>
          </p:cNvSpPr>
          <p:nvPr/>
        </p:nvSpPr>
        <p:spPr bwMode="auto">
          <a:xfrm>
            <a:off x="3034856" y="1509765"/>
            <a:ext cx="1107223" cy="1490798"/>
          </a:xfrm>
          <a:custGeom>
            <a:avLst/>
            <a:gdLst/>
            <a:ahLst/>
            <a:cxnLst>
              <a:cxn ang="0">
                <a:pos x="329" y="77"/>
              </a:cxn>
              <a:cxn ang="0">
                <a:pos x="329" y="51"/>
              </a:cxn>
              <a:cxn ang="0">
                <a:pos x="355" y="51"/>
              </a:cxn>
              <a:cxn ang="0">
                <a:pos x="355" y="0"/>
              </a:cxn>
              <a:cxn ang="0">
                <a:pos x="0" y="0"/>
              </a:cxn>
              <a:cxn ang="0">
                <a:pos x="0" y="51"/>
              </a:cxn>
              <a:cxn ang="0">
                <a:pos x="25" y="51"/>
              </a:cxn>
              <a:cxn ang="0">
                <a:pos x="25" y="77"/>
              </a:cxn>
              <a:cxn ang="0">
                <a:pos x="102" y="238"/>
              </a:cxn>
              <a:cxn ang="0">
                <a:pos x="25" y="398"/>
              </a:cxn>
              <a:cxn ang="0">
                <a:pos x="25" y="425"/>
              </a:cxn>
              <a:cxn ang="0">
                <a:pos x="0" y="425"/>
              </a:cxn>
              <a:cxn ang="0">
                <a:pos x="0" y="476"/>
              </a:cxn>
              <a:cxn ang="0">
                <a:pos x="355" y="476"/>
              </a:cxn>
              <a:cxn ang="0">
                <a:pos x="355" y="425"/>
              </a:cxn>
              <a:cxn ang="0">
                <a:pos x="329" y="425"/>
              </a:cxn>
              <a:cxn ang="0">
                <a:pos x="329" y="398"/>
              </a:cxn>
              <a:cxn ang="0">
                <a:pos x="252" y="238"/>
              </a:cxn>
              <a:cxn ang="0">
                <a:pos x="329" y="77"/>
              </a:cxn>
              <a:cxn ang="0">
                <a:pos x="304" y="398"/>
              </a:cxn>
              <a:cxn ang="0">
                <a:pos x="304" y="425"/>
              </a:cxn>
              <a:cxn ang="0">
                <a:pos x="50" y="425"/>
              </a:cxn>
              <a:cxn ang="0">
                <a:pos x="50" y="398"/>
              </a:cxn>
              <a:cxn ang="0">
                <a:pos x="128" y="238"/>
              </a:cxn>
              <a:cxn ang="0">
                <a:pos x="50" y="77"/>
              </a:cxn>
              <a:cxn ang="0">
                <a:pos x="50" y="51"/>
              </a:cxn>
              <a:cxn ang="0">
                <a:pos x="304" y="51"/>
              </a:cxn>
              <a:cxn ang="0">
                <a:pos x="304" y="77"/>
              </a:cxn>
              <a:cxn ang="0">
                <a:pos x="226" y="238"/>
              </a:cxn>
              <a:cxn ang="0">
                <a:pos x="304" y="398"/>
              </a:cxn>
              <a:cxn ang="0">
                <a:pos x="304" y="398"/>
              </a:cxn>
              <a:cxn ang="0">
                <a:pos x="304" y="398"/>
              </a:cxn>
            </a:cxnLst>
            <a:rect l="0" t="0" r="r" b="b"/>
            <a:pathLst>
              <a:path w="355" h="476">
                <a:moveTo>
                  <a:pt x="329" y="77"/>
                </a:moveTo>
                <a:cubicBezTo>
                  <a:pt x="329" y="51"/>
                  <a:pt x="329" y="51"/>
                  <a:pt x="329" y="51"/>
                </a:cubicBezTo>
                <a:cubicBezTo>
                  <a:pt x="355" y="51"/>
                  <a:pt x="355" y="51"/>
                  <a:pt x="355" y="51"/>
                </a:cubicBezTo>
                <a:cubicBezTo>
                  <a:pt x="355" y="0"/>
                  <a:pt x="355" y="0"/>
                  <a:pt x="355" y="0"/>
                </a:cubicBezTo>
                <a:cubicBezTo>
                  <a:pt x="0" y="0"/>
                  <a:pt x="0" y="0"/>
                  <a:pt x="0" y="0"/>
                </a:cubicBezTo>
                <a:cubicBezTo>
                  <a:pt x="0" y="51"/>
                  <a:pt x="0" y="51"/>
                  <a:pt x="0" y="51"/>
                </a:cubicBezTo>
                <a:cubicBezTo>
                  <a:pt x="25" y="51"/>
                  <a:pt x="25" y="51"/>
                  <a:pt x="25" y="51"/>
                </a:cubicBezTo>
                <a:cubicBezTo>
                  <a:pt x="25" y="77"/>
                  <a:pt x="25" y="77"/>
                  <a:pt x="25" y="77"/>
                </a:cubicBezTo>
                <a:cubicBezTo>
                  <a:pt x="25" y="118"/>
                  <a:pt x="98" y="230"/>
                  <a:pt x="102" y="238"/>
                </a:cubicBezTo>
                <a:cubicBezTo>
                  <a:pt x="98" y="246"/>
                  <a:pt x="25" y="357"/>
                  <a:pt x="25" y="398"/>
                </a:cubicBezTo>
                <a:cubicBezTo>
                  <a:pt x="25" y="425"/>
                  <a:pt x="25" y="425"/>
                  <a:pt x="25" y="425"/>
                </a:cubicBezTo>
                <a:cubicBezTo>
                  <a:pt x="0" y="425"/>
                  <a:pt x="0" y="425"/>
                  <a:pt x="0" y="425"/>
                </a:cubicBezTo>
                <a:cubicBezTo>
                  <a:pt x="0" y="476"/>
                  <a:pt x="0" y="476"/>
                  <a:pt x="0" y="476"/>
                </a:cubicBezTo>
                <a:cubicBezTo>
                  <a:pt x="355" y="476"/>
                  <a:pt x="355" y="476"/>
                  <a:pt x="355" y="476"/>
                </a:cubicBezTo>
                <a:cubicBezTo>
                  <a:pt x="355" y="425"/>
                  <a:pt x="355" y="425"/>
                  <a:pt x="355" y="425"/>
                </a:cubicBezTo>
                <a:cubicBezTo>
                  <a:pt x="329" y="425"/>
                  <a:pt x="329" y="425"/>
                  <a:pt x="329" y="425"/>
                </a:cubicBezTo>
                <a:cubicBezTo>
                  <a:pt x="329" y="398"/>
                  <a:pt x="329" y="398"/>
                  <a:pt x="329" y="398"/>
                </a:cubicBezTo>
                <a:cubicBezTo>
                  <a:pt x="329" y="357"/>
                  <a:pt x="256" y="246"/>
                  <a:pt x="252" y="238"/>
                </a:cubicBezTo>
                <a:cubicBezTo>
                  <a:pt x="256" y="229"/>
                  <a:pt x="329" y="118"/>
                  <a:pt x="329" y="77"/>
                </a:cubicBezTo>
                <a:close/>
                <a:moveTo>
                  <a:pt x="304" y="398"/>
                </a:moveTo>
                <a:cubicBezTo>
                  <a:pt x="304" y="425"/>
                  <a:pt x="304" y="425"/>
                  <a:pt x="304" y="425"/>
                </a:cubicBezTo>
                <a:cubicBezTo>
                  <a:pt x="50" y="425"/>
                  <a:pt x="50" y="425"/>
                  <a:pt x="50" y="425"/>
                </a:cubicBezTo>
                <a:cubicBezTo>
                  <a:pt x="50" y="398"/>
                  <a:pt x="50" y="398"/>
                  <a:pt x="50" y="398"/>
                </a:cubicBezTo>
                <a:cubicBezTo>
                  <a:pt x="50" y="369"/>
                  <a:pt x="128" y="252"/>
                  <a:pt x="128" y="238"/>
                </a:cubicBezTo>
                <a:cubicBezTo>
                  <a:pt x="128" y="223"/>
                  <a:pt x="50" y="107"/>
                  <a:pt x="50" y="77"/>
                </a:cubicBezTo>
                <a:cubicBezTo>
                  <a:pt x="50" y="51"/>
                  <a:pt x="50" y="51"/>
                  <a:pt x="50" y="51"/>
                </a:cubicBezTo>
                <a:cubicBezTo>
                  <a:pt x="304" y="51"/>
                  <a:pt x="304" y="51"/>
                  <a:pt x="304" y="51"/>
                </a:cubicBezTo>
                <a:cubicBezTo>
                  <a:pt x="304" y="77"/>
                  <a:pt x="304" y="77"/>
                  <a:pt x="304" y="77"/>
                </a:cubicBezTo>
                <a:cubicBezTo>
                  <a:pt x="304" y="107"/>
                  <a:pt x="226" y="223"/>
                  <a:pt x="226" y="238"/>
                </a:cubicBezTo>
                <a:cubicBezTo>
                  <a:pt x="226" y="252"/>
                  <a:pt x="304" y="369"/>
                  <a:pt x="304" y="398"/>
                </a:cubicBezTo>
                <a:close/>
                <a:moveTo>
                  <a:pt x="304" y="398"/>
                </a:moveTo>
                <a:cubicBezTo>
                  <a:pt x="304" y="398"/>
                  <a:pt x="304" y="398"/>
                  <a:pt x="304" y="398"/>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rtl="1"/>
            <a:endParaRPr lang="en-US" dirty="0"/>
          </a:p>
        </p:txBody>
      </p:sp>
      <p:sp>
        <p:nvSpPr>
          <p:cNvPr id="25" name="TextBox 24"/>
          <p:cNvSpPr txBox="1"/>
          <p:nvPr/>
        </p:nvSpPr>
        <p:spPr>
          <a:xfrm>
            <a:off x="724793" y="3439615"/>
            <a:ext cx="1789807" cy="892552"/>
          </a:xfrm>
          <a:prstGeom prst="rect">
            <a:avLst/>
          </a:prstGeom>
          <a:noFill/>
        </p:spPr>
        <p:txBody>
          <a:bodyPr wrap="square" rtlCol="0">
            <a:spAutoFit/>
          </a:bodyPr>
          <a:lstStyle/>
          <a:p>
            <a:pPr algn="ctr" rtl="1"/>
            <a:r>
              <a:rPr lang="en-US" sz="1200" b="1" dirty="0">
                <a:solidFill>
                  <a:schemeClr val="accent1"/>
                </a:solidFill>
              </a:rPr>
              <a:t>Title Goes Here</a:t>
            </a:r>
            <a:endParaRPr lang="en-US" sz="1200" dirty="0">
              <a:solidFill>
                <a:schemeClr val="accent1"/>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6" name="TextBox 25"/>
          <p:cNvSpPr txBox="1"/>
          <p:nvPr/>
        </p:nvSpPr>
        <p:spPr>
          <a:xfrm>
            <a:off x="2693564" y="3439615"/>
            <a:ext cx="1789807" cy="892552"/>
          </a:xfrm>
          <a:prstGeom prst="rect">
            <a:avLst/>
          </a:prstGeom>
          <a:noFill/>
        </p:spPr>
        <p:txBody>
          <a:bodyPr wrap="square" rtlCol="0">
            <a:spAutoFit/>
          </a:bodyPr>
          <a:lstStyle/>
          <a:p>
            <a:pPr algn="ctr" rtl="1"/>
            <a:r>
              <a:rPr lang="en-US" sz="1200" b="1" dirty="0">
                <a:solidFill>
                  <a:schemeClr val="accent2"/>
                </a:solidFill>
              </a:rPr>
              <a:t>Title Goes Here</a:t>
            </a:r>
            <a:endParaRPr lang="en-US" sz="1200" dirty="0">
              <a:solidFill>
                <a:schemeClr val="accent2"/>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7" name="TextBox 26"/>
          <p:cNvSpPr txBox="1"/>
          <p:nvPr/>
        </p:nvSpPr>
        <p:spPr>
          <a:xfrm>
            <a:off x="4633151" y="3439615"/>
            <a:ext cx="1789807" cy="892552"/>
          </a:xfrm>
          <a:prstGeom prst="rect">
            <a:avLst/>
          </a:prstGeom>
          <a:noFill/>
        </p:spPr>
        <p:txBody>
          <a:bodyPr wrap="square" rtlCol="0">
            <a:spAutoFit/>
          </a:bodyPr>
          <a:lstStyle/>
          <a:p>
            <a:pPr algn="ctr" rtl="1"/>
            <a:r>
              <a:rPr lang="en-US" sz="1200" b="1" dirty="0">
                <a:solidFill>
                  <a:schemeClr val="accent3"/>
                </a:solidFill>
              </a:rPr>
              <a:t>Title Goes Here</a:t>
            </a:r>
            <a:endParaRPr lang="en-US" sz="1200" dirty="0">
              <a:solidFill>
                <a:schemeClr val="accent3"/>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8" name="TextBox 27"/>
          <p:cNvSpPr txBox="1"/>
          <p:nvPr/>
        </p:nvSpPr>
        <p:spPr>
          <a:xfrm>
            <a:off x="6572737" y="3439615"/>
            <a:ext cx="1789807" cy="892552"/>
          </a:xfrm>
          <a:prstGeom prst="rect">
            <a:avLst/>
          </a:prstGeom>
          <a:noFill/>
        </p:spPr>
        <p:txBody>
          <a:bodyPr wrap="square" rtlCol="0">
            <a:spAutoFit/>
          </a:bodyPr>
          <a:lstStyle/>
          <a:p>
            <a:pPr algn="ctr" rtl="1"/>
            <a:r>
              <a:rPr lang="en-US" sz="1200" b="1" dirty="0">
                <a:solidFill>
                  <a:schemeClr val="accent4"/>
                </a:solidFill>
              </a:rPr>
              <a:t>Title Goes Here</a:t>
            </a:r>
            <a:endParaRPr lang="en-US" sz="1200" dirty="0">
              <a:solidFill>
                <a:schemeClr val="accent4"/>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9" name="TextBox 28"/>
          <p:cNvSpPr txBox="1"/>
          <p:nvPr/>
        </p:nvSpPr>
        <p:spPr>
          <a:xfrm>
            <a:off x="1105793" y="3039505"/>
            <a:ext cx="1027807" cy="400110"/>
          </a:xfrm>
          <a:prstGeom prst="rect">
            <a:avLst/>
          </a:prstGeom>
          <a:noFill/>
        </p:spPr>
        <p:txBody>
          <a:bodyPr wrap="square" rtlCol="0">
            <a:spAutoFit/>
          </a:bodyPr>
          <a:lstStyle/>
          <a:p>
            <a:pPr algn="ctr" rtl="1"/>
            <a:r>
              <a:rPr lang="en-US" b="1" dirty="0">
                <a:solidFill>
                  <a:schemeClr val="accent1"/>
                </a:solidFill>
              </a:rPr>
              <a:t>100%</a:t>
            </a:r>
            <a:endParaRPr lang="en-US" dirty="0">
              <a:solidFill>
                <a:schemeClr val="accent1"/>
              </a:solidFill>
            </a:endParaRPr>
          </a:p>
        </p:txBody>
      </p:sp>
      <p:sp>
        <p:nvSpPr>
          <p:cNvPr id="30" name="TextBox 29"/>
          <p:cNvSpPr txBox="1"/>
          <p:nvPr/>
        </p:nvSpPr>
        <p:spPr>
          <a:xfrm>
            <a:off x="3074564" y="3039505"/>
            <a:ext cx="1027807" cy="400110"/>
          </a:xfrm>
          <a:prstGeom prst="rect">
            <a:avLst/>
          </a:prstGeom>
          <a:noFill/>
        </p:spPr>
        <p:txBody>
          <a:bodyPr wrap="square" rtlCol="0">
            <a:spAutoFit/>
          </a:bodyPr>
          <a:lstStyle/>
          <a:p>
            <a:pPr algn="ctr" rtl="1"/>
            <a:r>
              <a:rPr lang="en-US" b="1" dirty="0">
                <a:solidFill>
                  <a:schemeClr val="accent2"/>
                </a:solidFill>
              </a:rPr>
              <a:t>50%</a:t>
            </a:r>
            <a:endParaRPr lang="en-US" dirty="0">
              <a:solidFill>
                <a:schemeClr val="accent2"/>
              </a:solidFill>
            </a:endParaRPr>
          </a:p>
        </p:txBody>
      </p:sp>
      <p:sp>
        <p:nvSpPr>
          <p:cNvPr id="31" name="TextBox 30"/>
          <p:cNvSpPr txBox="1"/>
          <p:nvPr/>
        </p:nvSpPr>
        <p:spPr>
          <a:xfrm>
            <a:off x="5014151" y="3039505"/>
            <a:ext cx="1027807" cy="400110"/>
          </a:xfrm>
          <a:prstGeom prst="rect">
            <a:avLst/>
          </a:prstGeom>
          <a:noFill/>
        </p:spPr>
        <p:txBody>
          <a:bodyPr wrap="square" rtlCol="0">
            <a:spAutoFit/>
          </a:bodyPr>
          <a:lstStyle/>
          <a:p>
            <a:pPr algn="ctr" rtl="1"/>
            <a:r>
              <a:rPr lang="en-US" b="1" dirty="0">
                <a:solidFill>
                  <a:schemeClr val="accent3"/>
                </a:solidFill>
              </a:rPr>
              <a:t>75%</a:t>
            </a:r>
            <a:endParaRPr lang="en-US" dirty="0">
              <a:solidFill>
                <a:schemeClr val="accent3"/>
              </a:solidFill>
            </a:endParaRPr>
          </a:p>
        </p:txBody>
      </p:sp>
      <p:sp>
        <p:nvSpPr>
          <p:cNvPr id="32" name="TextBox 31"/>
          <p:cNvSpPr txBox="1"/>
          <p:nvPr/>
        </p:nvSpPr>
        <p:spPr>
          <a:xfrm>
            <a:off x="6953737" y="3039505"/>
            <a:ext cx="1027807" cy="400110"/>
          </a:xfrm>
          <a:prstGeom prst="rect">
            <a:avLst/>
          </a:prstGeom>
          <a:noFill/>
        </p:spPr>
        <p:txBody>
          <a:bodyPr wrap="square" rtlCol="0">
            <a:spAutoFit/>
          </a:bodyPr>
          <a:lstStyle/>
          <a:p>
            <a:pPr algn="ctr" rtl="1"/>
            <a:r>
              <a:rPr lang="en-US" b="1" dirty="0">
                <a:solidFill>
                  <a:schemeClr val="accent4"/>
                </a:solidFill>
              </a:rPr>
              <a:t>25%</a:t>
            </a:r>
            <a:endParaRPr lang="en-US" dirty="0">
              <a:solidFill>
                <a:schemeClr val="accent4"/>
              </a:solidFill>
            </a:endParaRP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1030"/>
                                        </p:tgtEl>
                                        <p:attrNameLst>
                                          <p:attrName>style.visibility</p:attrName>
                                        </p:attrNameLst>
                                      </p:cBhvr>
                                      <p:to>
                                        <p:strVal val="visible"/>
                                      </p:to>
                                    </p:set>
                                    <p:anim calcmode="lin" valueType="num">
                                      <p:cBhvr additive="base">
                                        <p:cTn id="7" dur="500" fill="hold"/>
                                        <p:tgtEl>
                                          <p:spTgt spid="1030"/>
                                        </p:tgtEl>
                                        <p:attrNameLst>
                                          <p:attrName>ppt_x</p:attrName>
                                        </p:attrNameLst>
                                      </p:cBhvr>
                                      <p:tavLst>
                                        <p:tav tm="0">
                                          <p:val>
                                            <p:strVal val="#ppt_x"/>
                                          </p:val>
                                        </p:tav>
                                        <p:tav tm="100000">
                                          <p:val>
                                            <p:strVal val="#ppt_x"/>
                                          </p:val>
                                        </p:tav>
                                      </p:tavLst>
                                    </p:anim>
                                    <p:anim calcmode="lin" valueType="num">
                                      <p:cBhvr additive="base">
                                        <p:cTn id="8" dur="500" fill="hold"/>
                                        <p:tgtEl>
                                          <p:spTgt spid="103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down)">
                                      <p:cBhvr>
                                        <p:cTn id="12" dur="1000"/>
                                        <p:tgtEl>
                                          <p:spTgt spid="19"/>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 calcmode="lin" valueType="num">
                                      <p:cBhvr>
                                        <p:cTn id="15" dur="500" fill="hold"/>
                                        <p:tgtEl>
                                          <p:spTgt spid="29"/>
                                        </p:tgtEl>
                                        <p:attrNameLst>
                                          <p:attrName>ppt_w</p:attrName>
                                        </p:attrNameLst>
                                      </p:cBhvr>
                                      <p:tavLst>
                                        <p:tav tm="0">
                                          <p:val>
                                            <p:fltVal val="0"/>
                                          </p:val>
                                        </p:tav>
                                        <p:tav tm="100000">
                                          <p:val>
                                            <p:strVal val="#ppt_w"/>
                                          </p:val>
                                        </p:tav>
                                      </p:tavLst>
                                    </p:anim>
                                    <p:anim calcmode="lin" valueType="num">
                                      <p:cBhvr>
                                        <p:cTn id="16" dur="500" fill="hold"/>
                                        <p:tgtEl>
                                          <p:spTgt spid="29"/>
                                        </p:tgtEl>
                                        <p:attrNameLst>
                                          <p:attrName>ppt_h</p:attrName>
                                        </p:attrNameLst>
                                      </p:cBhvr>
                                      <p:tavLst>
                                        <p:tav tm="0">
                                          <p:val>
                                            <p:fltVal val="0"/>
                                          </p:val>
                                        </p:tav>
                                        <p:tav tm="100000">
                                          <p:val>
                                            <p:strVal val="#ppt_h"/>
                                          </p:val>
                                        </p:tav>
                                      </p:tavLst>
                                    </p:anim>
                                    <p:animEffect transition="in" filter="fade">
                                      <p:cBhvr>
                                        <p:cTn id="17" dur="500"/>
                                        <p:tgtEl>
                                          <p:spTgt spid="29"/>
                                        </p:tgtEl>
                                      </p:cBhvr>
                                    </p:animEffect>
                                  </p:childTnLst>
                                </p:cTn>
                              </p:par>
                            </p:childTnLst>
                          </p:cTn>
                        </p:par>
                        <p:par>
                          <p:cTn id="18" fill="hold">
                            <p:stCondLst>
                              <p:cond delay="15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 calcmode="lin" valueType="num">
                                      <p:cBhvr additive="base">
                                        <p:cTn id="21" dur="500" fill="hold"/>
                                        <p:tgtEl>
                                          <p:spTgt spid="25"/>
                                        </p:tgtEl>
                                        <p:attrNameLst>
                                          <p:attrName>ppt_x</p:attrName>
                                        </p:attrNameLst>
                                      </p:cBhvr>
                                      <p:tavLst>
                                        <p:tav tm="0">
                                          <p:val>
                                            <p:strVal val="#ppt_x"/>
                                          </p:val>
                                        </p:tav>
                                        <p:tav tm="100000">
                                          <p:val>
                                            <p:strVal val="#ppt_x"/>
                                          </p:val>
                                        </p:tav>
                                      </p:tavLst>
                                    </p:anim>
                                    <p:anim calcmode="lin" valueType="num">
                                      <p:cBhvr additive="base">
                                        <p:cTn id="22" dur="500" fill="hold"/>
                                        <p:tgtEl>
                                          <p:spTgt spid="25"/>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4" accel="50000" decel="50000"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 fill="hold"/>
                                        <p:tgtEl>
                                          <p:spTgt spid="20"/>
                                        </p:tgtEl>
                                        <p:attrNameLst>
                                          <p:attrName>ppt_x</p:attrName>
                                        </p:attrNameLst>
                                      </p:cBhvr>
                                      <p:tavLst>
                                        <p:tav tm="0">
                                          <p:val>
                                            <p:strVal val="#ppt_x"/>
                                          </p:val>
                                        </p:tav>
                                        <p:tav tm="100000">
                                          <p:val>
                                            <p:strVal val="#ppt_x"/>
                                          </p:val>
                                        </p:tav>
                                      </p:tavLst>
                                    </p:anim>
                                    <p:anim calcmode="lin" valueType="num">
                                      <p:cBhvr additive="base">
                                        <p:cTn id="27" dur="500" fill="hold"/>
                                        <p:tgtEl>
                                          <p:spTgt spid="20"/>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down)">
                                      <p:cBhvr>
                                        <p:cTn id="31" dur="1000"/>
                                        <p:tgtEl>
                                          <p:spTgt spid="18"/>
                                        </p:tgtEl>
                                      </p:cBhvr>
                                    </p:animEffect>
                                  </p:childTnLst>
                                </p:cTn>
                              </p:par>
                              <p:par>
                                <p:cTn id="32" presetID="53" presetClass="entr" presetSubtype="0"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 calcmode="lin" valueType="num">
                                      <p:cBhvr>
                                        <p:cTn id="34" dur="500" fill="hold"/>
                                        <p:tgtEl>
                                          <p:spTgt spid="30"/>
                                        </p:tgtEl>
                                        <p:attrNameLst>
                                          <p:attrName>ppt_w</p:attrName>
                                        </p:attrNameLst>
                                      </p:cBhvr>
                                      <p:tavLst>
                                        <p:tav tm="0">
                                          <p:val>
                                            <p:fltVal val="0"/>
                                          </p:val>
                                        </p:tav>
                                        <p:tav tm="100000">
                                          <p:val>
                                            <p:strVal val="#ppt_w"/>
                                          </p:val>
                                        </p:tav>
                                      </p:tavLst>
                                    </p:anim>
                                    <p:anim calcmode="lin" valueType="num">
                                      <p:cBhvr>
                                        <p:cTn id="35" dur="500" fill="hold"/>
                                        <p:tgtEl>
                                          <p:spTgt spid="30"/>
                                        </p:tgtEl>
                                        <p:attrNameLst>
                                          <p:attrName>ppt_h</p:attrName>
                                        </p:attrNameLst>
                                      </p:cBhvr>
                                      <p:tavLst>
                                        <p:tav tm="0">
                                          <p:val>
                                            <p:fltVal val="0"/>
                                          </p:val>
                                        </p:tav>
                                        <p:tav tm="100000">
                                          <p:val>
                                            <p:strVal val="#ppt_h"/>
                                          </p:val>
                                        </p:tav>
                                      </p:tavLst>
                                    </p:anim>
                                    <p:animEffect transition="in" filter="fade">
                                      <p:cBhvr>
                                        <p:cTn id="36" dur="500"/>
                                        <p:tgtEl>
                                          <p:spTgt spid="30"/>
                                        </p:tgtEl>
                                      </p:cBhvr>
                                    </p:animEffect>
                                  </p:childTnLst>
                                </p:cTn>
                              </p:par>
                            </p:childTnLst>
                          </p:cTn>
                        </p:par>
                        <p:par>
                          <p:cTn id="37" fill="hold">
                            <p:stCondLst>
                              <p:cond delay="3500"/>
                            </p:stCondLst>
                            <p:childTnLst>
                              <p:par>
                                <p:cTn id="38" presetID="2" presetClass="entr" presetSubtype="4" accel="50000" decel="50000" fill="hold" grpId="0" nodeType="after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additive="base">
                                        <p:cTn id="40" dur="500" fill="hold"/>
                                        <p:tgtEl>
                                          <p:spTgt spid="26"/>
                                        </p:tgtEl>
                                        <p:attrNameLst>
                                          <p:attrName>ppt_x</p:attrName>
                                        </p:attrNameLst>
                                      </p:cBhvr>
                                      <p:tavLst>
                                        <p:tav tm="0">
                                          <p:val>
                                            <p:strVal val="#ppt_x"/>
                                          </p:val>
                                        </p:tav>
                                        <p:tav tm="100000">
                                          <p:val>
                                            <p:strVal val="#ppt_x"/>
                                          </p:val>
                                        </p:tav>
                                      </p:tavLst>
                                    </p:anim>
                                    <p:anim calcmode="lin" valueType="num">
                                      <p:cBhvr additive="base">
                                        <p:cTn id="41" dur="500" fill="hold"/>
                                        <p:tgtEl>
                                          <p:spTgt spid="26"/>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2" presetClass="entr" presetSubtype="4" accel="50000" decel="50000" fill="hold" grpId="0" nodeType="afterEffect">
                                  <p:stCondLst>
                                    <p:cond delay="0"/>
                                  </p:stCondLst>
                                  <p:childTnLst>
                                    <p:set>
                                      <p:cBhvr>
                                        <p:cTn id="44" dur="1" fill="hold">
                                          <p:stCondLst>
                                            <p:cond delay="0"/>
                                          </p:stCondLst>
                                        </p:cTn>
                                        <p:tgtEl>
                                          <p:spTgt spid="1032"/>
                                        </p:tgtEl>
                                        <p:attrNameLst>
                                          <p:attrName>style.visibility</p:attrName>
                                        </p:attrNameLst>
                                      </p:cBhvr>
                                      <p:to>
                                        <p:strVal val="visible"/>
                                      </p:to>
                                    </p:set>
                                    <p:anim calcmode="lin" valueType="num">
                                      <p:cBhvr additive="base">
                                        <p:cTn id="45" dur="500" fill="hold"/>
                                        <p:tgtEl>
                                          <p:spTgt spid="1032"/>
                                        </p:tgtEl>
                                        <p:attrNameLst>
                                          <p:attrName>ppt_x</p:attrName>
                                        </p:attrNameLst>
                                      </p:cBhvr>
                                      <p:tavLst>
                                        <p:tav tm="0">
                                          <p:val>
                                            <p:strVal val="#ppt_x"/>
                                          </p:val>
                                        </p:tav>
                                        <p:tav tm="100000">
                                          <p:val>
                                            <p:strVal val="#ppt_x"/>
                                          </p:val>
                                        </p:tav>
                                      </p:tavLst>
                                    </p:anim>
                                    <p:anim calcmode="lin" valueType="num">
                                      <p:cBhvr additive="base">
                                        <p:cTn id="46" dur="500" fill="hold"/>
                                        <p:tgtEl>
                                          <p:spTgt spid="1032"/>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4" fill="hold" grpId="0" nodeType="afterEffect">
                                  <p:stCondLst>
                                    <p:cond delay="0"/>
                                  </p:stCondLst>
                                  <p:childTnLst>
                                    <p:set>
                                      <p:cBhvr>
                                        <p:cTn id="49" dur="1" fill="hold">
                                          <p:stCondLst>
                                            <p:cond delay="0"/>
                                          </p:stCondLst>
                                        </p:cTn>
                                        <p:tgtEl>
                                          <p:spTgt spid="1031"/>
                                        </p:tgtEl>
                                        <p:attrNameLst>
                                          <p:attrName>style.visibility</p:attrName>
                                        </p:attrNameLst>
                                      </p:cBhvr>
                                      <p:to>
                                        <p:strVal val="visible"/>
                                      </p:to>
                                    </p:set>
                                    <p:animEffect transition="in" filter="wipe(down)">
                                      <p:cBhvr>
                                        <p:cTn id="50" dur="1000"/>
                                        <p:tgtEl>
                                          <p:spTgt spid="1031"/>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31"/>
                                        </p:tgtEl>
                                        <p:attrNameLst>
                                          <p:attrName>style.visibility</p:attrName>
                                        </p:attrNameLst>
                                      </p:cBhvr>
                                      <p:to>
                                        <p:strVal val="visible"/>
                                      </p:to>
                                    </p:set>
                                    <p:anim calcmode="lin" valueType="num">
                                      <p:cBhvr>
                                        <p:cTn id="53" dur="500" fill="hold"/>
                                        <p:tgtEl>
                                          <p:spTgt spid="31"/>
                                        </p:tgtEl>
                                        <p:attrNameLst>
                                          <p:attrName>ppt_w</p:attrName>
                                        </p:attrNameLst>
                                      </p:cBhvr>
                                      <p:tavLst>
                                        <p:tav tm="0">
                                          <p:val>
                                            <p:fltVal val="0"/>
                                          </p:val>
                                        </p:tav>
                                        <p:tav tm="100000">
                                          <p:val>
                                            <p:strVal val="#ppt_w"/>
                                          </p:val>
                                        </p:tav>
                                      </p:tavLst>
                                    </p:anim>
                                    <p:anim calcmode="lin" valueType="num">
                                      <p:cBhvr>
                                        <p:cTn id="54" dur="500" fill="hold"/>
                                        <p:tgtEl>
                                          <p:spTgt spid="31"/>
                                        </p:tgtEl>
                                        <p:attrNameLst>
                                          <p:attrName>ppt_h</p:attrName>
                                        </p:attrNameLst>
                                      </p:cBhvr>
                                      <p:tavLst>
                                        <p:tav tm="0">
                                          <p:val>
                                            <p:fltVal val="0"/>
                                          </p:val>
                                        </p:tav>
                                        <p:tav tm="100000">
                                          <p:val>
                                            <p:strVal val="#ppt_h"/>
                                          </p:val>
                                        </p:tav>
                                      </p:tavLst>
                                    </p:anim>
                                    <p:animEffect transition="in" filter="fade">
                                      <p:cBhvr>
                                        <p:cTn id="55" dur="500"/>
                                        <p:tgtEl>
                                          <p:spTgt spid="31"/>
                                        </p:tgtEl>
                                      </p:cBhvr>
                                    </p:animEffect>
                                  </p:childTnLst>
                                </p:cTn>
                              </p:par>
                            </p:childTnLst>
                          </p:cTn>
                        </p:par>
                        <p:par>
                          <p:cTn id="56" fill="hold">
                            <p:stCondLst>
                              <p:cond delay="5500"/>
                            </p:stCondLst>
                            <p:childTnLst>
                              <p:par>
                                <p:cTn id="57" presetID="2" presetClass="entr" presetSubtype="4" accel="50000" decel="50000" fill="hold" grpId="0" nodeType="afterEffect">
                                  <p:stCondLst>
                                    <p:cond delay="0"/>
                                  </p:stCondLst>
                                  <p:childTnLst>
                                    <p:set>
                                      <p:cBhvr>
                                        <p:cTn id="58" dur="1" fill="hold">
                                          <p:stCondLst>
                                            <p:cond delay="0"/>
                                          </p:stCondLst>
                                        </p:cTn>
                                        <p:tgtEl>
                                          <p:spTgt spid="27"/>
                                        </p:tgtEl>
                                        <p:attrNameLst>
                                          <p:attrName>style.visibility</p:attrName>
                                        </p:attrNameLst>
                                      </p:cBhvr>
                                      <p:to>
                                        <p:strVal val="visible"/>
                                      </p:to>
                                    </p:set>
                                    <p:anim calcmode="lin" valueType="num">
                                      <p:cBhvr additive="base">
                                        <p:cTn id="59" dur="500" fill="hold"/>
                                        <p:tgtEl>
                                          <p:spTgt spid="27"/>
                                        </p:tgtEl>
                                        <p:attrNameLst>
                                          <p:attrName>ppt_x</p:attrName>
                                        </p:attrNameLst>
                                      </p:cBhvr>
                                      <p:tavLst>
                                        <p:tav tm="0">
                                          <p:val>
                                            <p:strVal val="#ppt_x"/>
                                          </p:val>
                                        </p:tav>
                                        <p:tav tm="100000">
                                          <p:val>
                                            <p:strVal val="#ppt_x"/>
                                          </p:val>
                                        </p:tav>
                                      </p:tavLst>
                                    </p:anim>
                                    <p:anim calcmode="lin" valueType="num">
                                      <p:cBhvr additive="base">
                                        <p:cTn id="60" dur="500" fill="hold"/>
                                        <p:tgtEl>
                                          <p:spTgt spid="27"/>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4" accel="50000" decel="50000" fill="hold" grpId="0" nodeType="afterEffect">
                                  <p:stCondLst>
                                    <p:cond delay="0"/>
                                  </p:stCondLst>
                                  <p:childTnLst>
                                    <p:set>
                                      <p:cBhvr>
                                        <p:cTn id="63" dur="1" fill="hold">
                                          <p:stCondLst>
                                            <p:cond delay="0"/>
                                          </p:stCondLst>
                                        </p:cTn>
                                        <p:tgtEl>
                                          <p:spTgt spid="1034"/>
                                        </p:tgtEl>
                                        <p:attrNameLst>
                                          <p:attrName>style.visibility</p:attrName>
                                        </p:attrNameLst>
                                      </p:cBhvr>
                                      <p:to>
                                        <p:strVal val="visible"/>
                                      </p:to>
                                    </p:set>
                                    <p:anim calcmode="lin" valueType="num">
                                      <p:cBhvr additive="base">
                                        <p:cTn id="64" dur="500" fill="hold"/>
                                        <p:tgtEl>
                                          <p:spTgt spid="1034"/>
                                        </p:tgtEl>
                                        <p:attrNameLst>
                                          <p:attrName>ppt_x</p:attrName>
                                        </p:attrNameLst>
                                      </p:cBhvr>
                                      <p:tavLst>
                                        <p:tav tm="0">
                                          <p:val>
                                            <p:strVal val="#ppt_x"/>
                                          </p:val>
                                        </p:tav>
                                        <p:tav tm="100000">
                                          <p:val>
                                            <p:strVal val="#ppt_x"/>
                                          </p:val>
                                        </p:tav>
                                      </p:tavLst>
                                    </p:anim>
                                    <p:anim calcmode="lin" valueType="num">
                                      <p:cBhvr additive="base">
                                        <p:cTn id="65" dur="500" fill="hold"/>
                                        <p:tgtEl>
                                          <p:spTgt spid="1034"/>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2" presetClass="entr" presetSubtype="4" fill="hold" grpId="0" nodeType="afterEffect">
                                  <p:stCondLst>
                                    <p:cond delay="0"/>
                                  </p:stCondLst>
                                  <p:childTnLst>
                                    <p:set>
                                      <p:cBhvr>
                                        <p:cTn id="68" dur="1" fill="hold">
                                          <p:stCondLst>
                                            <p:cond delay="0"/>
                                          </p:stCondLst>
                                        </p:cTn>
                                        <p:tgtEl>
                                          <p:spTgt spid="1033"/>
                                        </p:tgtEl>
                                        <p:attrNameLst>
                                          <p:attrName>style.visibility</p:attrName>
                                        </p:attrNameLst>
                                      </p:cBhvr>
                                      <p:to>
                                        <p:strVal val="visible"/>
                                      </p:to>
                                    </p:set>
                                    <p:animEffect transition="in" filter="wipe(down)">
                                      <p:cBhvr>
                                        <p:cTn id="69" dur="1000"/>
                                        <p:tgtEl>
                                          <p:spTgt spid="1033"/>
                                        </p:tgtEl>
                                      </p:cBhvr>
                                    </p:animEffect>
                                  </p:childTnLst>
                                </p:cTn>
                              </p:par>
                              <p:par>
                                <p:cTn id="70" presetID="53" presetClass="entr" presetSubtype="0" fill="hold" grpId="0" nodeType="withEffect">
                                  <p:stCondLst>
                                    <p:cond delay="0"/>
                                  </p:stCondLst>
                                  <p:childTnLst>
                                    <p:set>
                                      <p:cBhvr>
                                        <p:cTn id="71" dur="1" fill="hold">
                                          <p:stCondLst>
                                            <p:cond delay="0"/>
                                          </p:stCondLst>
                                        </p:cTn>
                                        <p:tgtEl>
                                          <p:spTgt spid="32"/>
                                        </p:tgtEl>
                                        <p:attrNameLst>
                                          <p:attrName>style.visibility</p:attrName>
                                        </p:attrNameLst>
                                      </p:cBhvr>
                                      <p:to>
                                        <p:strVal val="visible"/>
                                      </p:to>
                                    </p:set>
                                    <p:anim calcmode="lin" valueType="num">
                                      <p:cBhvr>
                                        <p:cTn id="72" dur="500" fill="hold"/>
                                        <p:tgtEl>
                                          <p:spTgt spid="32"/>
                                        </p:tgtEl>
                                        <p:attrNameLst>
                                          <p:attrName>ppt_w</p:attrName>
                                        </p:attrNameLst>
                                      </p:cBhvr>
                                      <p:tavLst>
                                        <p:tav tm="0">
                                          <p:val>
                                            <p:fltVal val="0"/>
                                          </p:val>
                                        </p:tav>
                                        <p:tav tm="100000">
                                          <p:val>
                                            <p:strVal val="#ppt_w"/>
                                          </p:val>
                                        </p:tav>
                                      </p:tavLst>
                                    </p:anim>
                                    <p:anim calcmode="lin" valueType="num">
                                      <p:cBhvr>
                                        <p:cTn id="73" dur="500" fill="hold"/>
                                        <p:tgtEl>
                                          <p:spTgt spid="32"/>
                                        </p:tgtEl>
                                        <p:attrNameLst>
                                          <p:attrName>ppt_h</p:attrName>
                                        </p:attrNameLst>
                                      </p:cBhvr>
                                      <p:tavLst>
                                        <p:tav tm="0">
                                          <p:val>
                                            <p:fltVal val="0"/>
                                          </p:val>
                                        </p:tav>
                                        <p:tav tm="100000">
                                          <p:val>
                                            <p:strVal val="#ppt_h"/>
                                          </p:val>
                                        </p:tav>
                                      </p:tavLst>
                                    </p:anim>
                                    <p:animEffect transition="in" filter="fade">
                                      <p:cBhvr>
                                        <p:cTn id="74" dur="500"/>
                                        <p:tgtEl>
                                          <p:spTgt spid="32"/>
                                        </p:tgtEl>
                                      </p:cBhvr>
                                    </p:animEffect>
                                  </p:childTnLst>
                                </p:cTn>
                              </p:par>
                            </p:childTnLst>
                          </p:cTn>
                        </p:par>
                        <p:par>
                          <p:cTn id="75" fill="hold">
                            <p:stCondLst>
                              <p:cond delay="7500"/>
                            </p:stCondLst>
                            <p:childTnLst>
                              <p:par>
                                <p:cTn id="76" presetID="2" presetClass="entr" presetSubtype="4" accel="50000" decel="50000" fill="hold" grpId="0" nodeType="afterEffect">
                                  <p:stCondLst>
                                    <p:cond delay="0"/>
                                  </p:stCondLst>
                                  <p:childTnLst>
                                    <p:set>
                                      <p:cBhvr>
                                        <p:cTn id="77" dur="1" fill="hold">
                                          <p:stCondLst>
                                            <p:cond delay="0"/>
                                          </p:stCondLst>
                                        </p:cTn>
                                        <p:tgtEl>
                                          <p:spTgt spid="28"/>
                                        </p:tgtEl>
                                        <p:attrNameLst>
                                          <p:attrName>style.visibility</p:attrName>
                                        </p:attrNameLst>
                                      </p:cBhvr>
                                      <p:to>
                                        <p:strVal val="visible"/>
                                      </p:to>
                                    </p:set>
                                    <p:anim calcmode="lin" valueType="num">
                                      <p:cBhvr additive="base">
                                        <p:cTn id="78" dur="500" fill="hold"/>
                                        <p:tgtEl>
                                          <p:spTgt spid="28"/>
                                        </p:tgtEl>
                                        <p:attrNameLst>
                                          <p:attrName>ppt_x</p:attrName>
                                        </p:attrNameLst>
                                      </p:cBhvr>
                                      <p:tavLst>
                                        <p:tav tm="0">
                                          <p:val>
                                            <p:strVal val="#ppt_x"/>
                                          </p:val>
                                        </p:tav>
                                        <p:tav tm="100000">
                                          <p:val>
                                            <p:strVal val="#ppt_x"/>
                                          </p:val>
                                        </p:tav>
                                      </p:tavLst>
                                    </p:anim>
                                    <p:anim calcmode="lin" valueType="num">
                                      <p:cBhvr additive="base">
                                        <p:cTn id="79"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1" grpId="0" animBg="1"/>
      <p:bldP spid="1032" grpId="0" animBg="1"/>
      <p:bldP spid="1033" grpId="0" animBg="1"/>
      <p:bldP spid="1034" grpId="0" animBg="1"/>
      <p:bldP spid="1030" grpId="0" animBg="1"/>
      <p:bldP spid="19" grpId="0" animBg="1"/>
      <p:bldP spid="18" grpId="0" animBg="1"/>
      <p:bldP spid="20" grpId="0" animBg="1"/>
      <p:bldP spid="25" grpId="0"/>
      <p:bldP spid="26" grpId="0"/>
      <p:bldP spid="27" grpId="0"/>
      <p:bldP spid="28" grpId="0"/>
      <p:bldP spid="29" grpId="0"/>
      <p:bldP spid="30" grpId="0"/>
      <p:bldP spid="31" grpId="0"/>
      <p:bldP spid="32"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Time Infographic</a:t>
            </a:r>
            <a:endParaRPr lang="en-US" dirty="0"/>
          </a:p>
        </p:txBody>
      </p:sp>
      <p:sp>
        <p:nvSpPr>
          <p:cNvPr id="8" name="Text Placeholder 7"/>
          <p:cNvSpPr>
            <a:spLocks noGrp="1"/>
          </p:cNvSpPr>
          <p:nvPr>
            <p:ph type="body" sz="half" idx="2"/>
          </p:nvPr>
        </p:nvSpPr>
        <p:spPr/>
        <p:txBody>
          <a:bodyPr/>
          <a:lstStyle/>
          <a:p>
            <a:r>
              <a:rPr lang="en-US"/>
              <a:t>Time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264</a:t>
            </a:fld>
            <a:endParaRPr lang="en-US" dirty="0"/>
          </a:p>
        </p:txBody>
      </p:sp>
      <p:graphicFrame>
        <p:nvGraphicFramePr>
          <p:cNvPr id="34" name="Chart 33"/>
          <p:cNvGraphicFramePr/>
          <p:nvPr/>
        </p:nvGraphicFramePr>
        <p:xfrm>
          <a:off x="3646487" y="1999465"/>
          <a:ext cx="1871368" cy="1980688"/>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4"/>
          <p:cNvGrpSpPr>
            <a:grpSpLocks noChangeAspect="1"/>
          </p:cNvGrpSpPr>
          <p:nvPr/>
        </p:nvGrpSpPr>
        <p:grpSpPr bwMode="auto">
          <a:xfrm>
            <a:off x="3438525" y="1504950"/>
            <a:ext cx="2266950" cy="2620963"/>
            <a:chOff x="2167" y="1142"/>
            <a:chExt cx="1428" cy="1651"/>
          </a:xfrm>
          <a:solidFill>
            <a:schemeClr val="bg2">
              <a:lumMod val="85000"/>
            </a:schemeClr>
          </a:solidFill>
        </p:grpSpPr>
        <p:sp>
          <p:nvSpPr>
            <p:cNvPr id="7173" name="Freeform 5"/>
            <p:cNvSpPr>
              <a:spLocks noEditPoints="1"/>
            </p:cNvSpPr>
            <p:nvPr/>
          </p:nvSpPr>
          <p:spPr bwMode="auto">
            <a:xfrm>
              <a:off x="2287" y="1342"/>
              <a:ext cx="264" cy="227"/>
            </a:xfrm>
            <a:custGeom>
              <a:avLst/>
              <a:gdLst/>
              <a:ahLst/>
              <a:cxnLst>
                <a:cxn ang="0">
                  <a:pos x="142" y="20"/>
                </a:cxn>
                <a:cxn ang="0">
                  <a:pos x="86" y="0"/>
                </a:cxn>
                <a:cxn ang="0">
                  <a:pos x="0" y="86"/>
                </a:cxn>
                <a:cxn ang="0">
                  <a:pos x="8" y="122"/>
                </a:cxn>
                <a:cxn ang="0">
                  <a:pos x="142" y="20"/>
                </a:cxn>
                <a:cxn ang="0">
                  <a:pos x="142" y="20"/>
                </a:cxn>
                <a:cxn ang="0">
                  <a:pos x="142" y="20"/>
                </a:cxn>
              </a:cxnLst>
              <a:rect l="0" t="0" r="r" b="b"/>
              <a:pathLst>
                <a:path w="142" h="122">
                  <a:moveTo>
                    <a:pt x="142" y="20"/>
                  </a:moveTo>
                  <a:cubicBezTo>
                    <a:pt x="127" y="7"/>
                    <a:pt x="108" y="0"/>
                    <a:pt x="86" y="0"/>
                  </a:cubicBezTo>
                  <a:cubicBezTo>
                    <a:pt x="39" y="0"/>
                    <a:pt x="0" y="38"/>
                    <a:pt x="0" y="86"/>
                  </a:cubicBezTo>
                  <a:cubicBezTo>
                    <a:pt x="0" y="99"/>
                    <a:pt x="3" y="111"/>
                    <a:pt x="8" y="122"/>
                  </a:cubicBezTo>
                  <a:cubicBezTo>
                    <a:pt x="45" y="80"/>
                    <a:pt x="91" y="45"/>
                    <a:pt x="142" y="20"/>
                  </a:cubicBezTo>
                  <a:close/>
                  <a:moveTo>
                    <a:pt x="142" y="20"/>
                  </a:moveTo>
                  <a:cubicBezTo>
                    <a:pt x="142" y="20"/>
                    <a:pt x="142" y="20"/>
                    <a:pt x="142" y="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74" name="Freeform 6"/>
            <p:cNvSpPr>
              <a:spLocks noEditPoints="1"/>
            </p:cNvSpPr>
            <p:nvPr/>
          </p:nvSpPr>
          <p:spPr bwMode="auto">
            <a:xfrm>
              <a:off x="2167" y="1142"/>
              <a:ext cx="1428" cy="1651"/>
            </a:xfrm>
            <a:custGeom>
              <a:avLst/>
              <a:gdLst/>
              <a:ahLst/>
              <a:cxnLst>
                <a:cxn ang="0">
                  <a:pos x="385" y="890"/>
                </a:cxn>
                <a:cxn ang="0">
                  <a:pos x="770" y="505"/>
                </a:cxn>
                <a:cxn ang="0">
                  <a:pos x="450" y="125"/>
                </a:cxn>
                <a:cxn ang="0">
                  <a:pos x="450" y="53"/>
                </a:cxn>
                <a:cxn ang="0">
                  <a:pos x="484" y="53"/>
                </a:cxn>
                <a:cxn ang="0">
                  <a:pos x="504" y="26"/>
                </a:cxn>
                <a:cxn ang="0">
                  <a:pos x="484" y="0"/>
                </a:cxn>
                <a:cxn ang="0">
                  <a:pos x="286" y="0"/>
                </a:cxn>
                <a:cxn ang="0">
                  <a:pos x="266" y="26"/>
                </a:cxn>
                <a:cxn ang="0">
                  <a:pos x="286" y="53"/>
                </a:cxn>
                <a:cxn ang="0">
                  <a:pos x="320" y="53"/>
                </a:cxn>
                <a:cxn ang="0">
                  <a:pos x="320" y="125"/>
                </a:cxn>
                <a:cxn ang="0">
                  <a:pos x="227" y="153"/>
                </a:cxn>
                <a:cxn ang="0">
                  <a:pos x="91" y="256"/>
                </a:cxn>
                <a:cxn ang="0">
                  <a:pos x="0" y="505"/>
                </a:cxn>
                <a:cxn ang="0">
                  <a:pos x="385" y="890"/>
                </a:cxn>
                <a:cxn ang="0">
                  <a:pos x="158" y="280"/>
                </a:cxn>
                <a:cxn ang="0">
                  <a:pos x="232" y="224"/>
                </a:cxn>
                <a:cxn ang="0">
                  <a:pos x="385" y="185"/>
                </a:cxn>
                <a:cxn ang="0">
                  <a:pos x="705" y="505"/>
                </a:cxn>
                <a:cxn ang="0">
                  <a:pos x="385" y="825"/>
                </a:cxn>
                <a:cxn ang="0">
                  <a:pos x="65" y="505"/>
                </a:cxn>
                <a:cxn ang="0">
                  <a:pos x="158" y="280"/>
                </a:cxn>
                <a:cxn ang="0">
                  <a:pos x="158" y="280"/>
                </a:cxn>
                <a:cxn ang="0">
                  <a:pos x="158" y="280"/>
                </a:cxn>
              </a:cxnLst>
              <a:rect l="0" t="0" r="r" b="b"/>
              <a:pathLst>
                <a:path w="770" h="890">
                  <a:moveTo>
                    <a:pt x="385" y="890"/>
                  </a:moveTo>
                  <a:cubicBezTo>
                    <a:pt x="598" y="890"/>
                    <a:pt x="770" y="717"/>
                    <a:pt x="770" y="505"/>
                  </a:cubicBezTo>
                  <a:cubicBezTo>
                    <a:pt x="770" y="314"/>
                    <a:pt x="632" y="156"/>
                    <a:pt x="450" y="125"/>
                  </a:cubicBezTo>
                  <a:cubicBezTo>
                    <a:pt x="450" y="53"/>
                    <a:pt x="450" y="53"/>
                    <a:pt x="450" y="53"/>
                  </a:cubicBezTo>
                  <a:cubicBezTo>
                    <a:pt x="484" y="53"/>
                    <a:pt x="484" y="53"/>
                    <a:pt x="484" y="53"/>
                  </a:cubicBezTo>
                  <a:cubicBezTo>
                    <a:pt x="495" y="53"/>
                    <a:pt x="504" y="41"/>
                    <a:pt x="504" y="26"/>
                  </a:cubicBezTo>
                  <a:cubicBezTo>
                    <a:pt x="504" y="12"/>
                    <a:pt x="495" y="0"/>
                    <a:pt x="484" y="0"/>
                  </a:cubicBezTo>
                  <a:cubicBezTo>
                    <a:pt x="286" y="0"/>
                    <a:pt x="286" y="0"/>
                    <a:pt x="286" y="0"/>
                  </a:cubicBezTo>
                  <a:cubicBezTo>
                    <a:pt x="275" y="0"/>
                    <a:pt x="266" y="12"/>
                    <a:pt x="266" y="26"/>
                  </a:cubicBezTo>
                  <a:cubicBezTo>
                    <a:pt x="266" y="41"/>
                    <a:pt x="275" y="53"/>
                    <a:pt x="286" y="53"/>
                  </a:cubicBezTo>
                  <a:cubicBezTo>
                    <a:pt x="320" y="53"/>
                    <a:pt x="320" y="53"/>
                    <a:pt x="320" y="53"/>
                  </a:cubicBezTo>
                  <a:cubicBezTo>
                    <a:pt x="320" y="125"/>
                    <a:pt x="320" y="125"/>
                    <a:pt x="320" y="125"/>
                  </a:cubicBezTo>
                  <a:cubicBezTo>
                    <a:pt x="287" y="131"/>
                    <a:pt x="256" y="140"/>
                    <a:pt x="227" y="153"/>
                  </a:cubicBezTo>
                  <a:cubicBezTo>
                    <a:pt x="175" y="177"/>
                    <a:pt x="128" y="212"/>
                    <a:pt x="91" y="256"/>
                  </a:cubicBezTo>
                  <a:cubicBezTo>
                    <a:pt x="34" y="323"/>
                    <a:pt x="0" y="410"/>
                    <a:pt x="0" y="505"/>
                  </a:cubicBezTo>
                  <a:cubicBezTo>
                    <a:pt x="0" y="717"/>
                    <a:pt x="172" y="890"/>
                    <a:pt x="385" y="890"/>
                  </a:cubicBezTo>
                  <a:close/>
                  <a:moveTo>
                    <a:pt x="158" y="280"/>
                  </a:moveTo>
                  <a:cubicBezTo>
                    <a:pt x="180" y="258"/>
                    <a:pt x="205" y="239"/>
                    <a:pt x="232" y="224"/>
                  </a:cubicBezTo>
                  <a:cubicBezTo>
                    <a:pt x="277" y="199"/>
                    <a:pt x="330" y="185"/>
                    <a:pt x="385" y="185"/>
                  </a:cubicBezTo>
                  <a:cubicBezTo>
                    <a:pt x="562" y="185"/>
                    <a:pt x="705" y="328"/>
                    <a:pt x="705" y="505"/>
                  </a:cubicBezTo>
                  <a:cubicBezTo>
                    <a:pt x="705" y="681"/>
                    <a:pt x="562" y="825"/>
                    <a:pt x="385" y="825"/>
                  </a:cubicBezTo>
                  <a:cubicBezTo>
                    <a:pt x="209" y="825"/>
                    <a:pt x="65" y="681"/>
                    <a:pt x="65" y="505"/>
                  </a:cubicBezTo>
                  <a:cubicBezTo>
                    <a:pt x="65" y="417"/>
                    <a:pt x="101" y="337"/>
                    <a:pt x="158" y="280"/>
                  </a:cubicBezTo>
                  <a:close/>
                  <a:moveTo>
                    <a:pt x="158" y="280"/>
                  </a:moveTo>
                  <a:cubicBezTo>
                    <a:pt x="158" y="280"/>
                    <a:pt x="158" y="280"/>
                    <a:pt x="158" y="2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58"/>
          <p:cNvGrpSpPr/>
          <p:nvPr/>
        </p:nvGrpSpPr>
        <p:grpSpPr>
          <a:xfrm>
            <a:off x="6403124" y="1909907"/>
            <a:ext cx="2276195" cy="661843"/>
            <a:chOff x="7174424" y="1400217"/>
            <a:chExt cx="2276195" cy="661843"/>
          </a:xfrm>
        </p:grpSpPr>
        <p:sp>
          <p:nvSpPr>
            <p:cNvPr id="40" name="TextBox 39"/>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1" name="Rectangle 40"/>
            <p:cNvSpPr/>
            <p:nvPr/>
          </p:nvSpPr>
          <p:spPr>
            <a:xfrm>
              <a:off x="7174424" y="1400217"/>
              <a:ext cx="1309589" cy="215444"/>
            </a:xfrm>
            <a:prstGeom prst="rect">
              <a:avLst/>
            </a:prstGeom>
          </p:spPr>
          <p:txBody>
            <a:bodyPr wrap="none" lIns="0" tIns="0" rIns="0" bIns="0">
              <a:spAutoFit/>
            </a:bodyPr>
            <a:lstStyle/>
            <a:p>
              <a:r>
                <a:rPr lang="en-US" sz="1400" b="1" dirty="0">
                  <a:solidFill>
                    <a:schemeClr val="accent2"/>
                  </a:solidFill>
                </a:rPr>
                <a:t>Title Goes Here</a:t>
              </a:r>
            </a:p>
          </p:txBody>
        </p:sp>
      </p:grpSp>
      <p:grpSp>
        <p:nvGrpSpPr>
          <p:cNvPr id="4" name="Group 56"/>
          <p:cNvGrpSpPr/>
          <p:nvPr/>
        </p:nvGrpSpPr>
        <p:grpSpPr>
          <a:xfrm>
            <a:off x="473749" y="1845694"/>
            <a:ext cx="2276201" cy="644244"/>
            <a:chOff x="-296510" y="1428725"/>
            <a:chExt cx="2276201" cy="644244"/>
          </a:xfrm>
        </p:grpSpPr>
        <p:sp>
          <p:nvSpPr>
            <p:cNvPr id="43" name="TextBox 42"/>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44" name="Rectangle 43"/>
            <p:cNvSpPr/>
            <p:nvPr/>
          </p:nvSpPr>
          <p:spPr>
            <a:xfrm>
              <a:off x="670102" y="1428725"/>
              <a:ext cx="1309589" cy="215444"/>
            </a:xfrm>
            <a:prstGeom prst="rect">
              <a:avLst/>
            </a:prstGeom>
          </p:spPr>
          <p:txBody>
            <a:bodyPr wrap="none" lIns="0" tIns="0" rIns="0" bIns="0">
              <a:spAutoFit/>
            </a:bodyPr>
            <a:lstStyle/>
            <a:p>
              <a:pPr algn="r"/>
              <a:r>
                <a:rPr lang="en-US" sz="1400" b="1" dirty="0">
                  <a:solidFill>
                    <a:schemeClr val="accent3"/>
                  </a:solidFill>
                </a:rPr>
                <a:t>Title Goes Here</a:t>
              </a:r>
            </a:p>
          </p:txBody>
        </p:sp>
      </p:grpSp>
      <p:grpSp>
        <p:nvGrpSpPr>
          <p:cNvPr id="5" name="Group 73"/>
          <p:cNvGrpSpPr/>
          <p:nvPr/>
        </p:nvGrpSpPr>
        <p:grpSpPr>
          <a:xfrm>
            <a:off x="2902345" y="2242425"/>
            <a:ext cx="773257" cy="216600"/>
            <a:chOff x="2901397" y="1460250"/>
            <a:chExt cx="930338" cy="220268"/>
          </a:xfrm>
        </p:grpSpPr>
        <p:cxnSp>
          <p:nvCxnSpPr>
            <p:cNvPr id="46" name="Straight Connector 45"/>
            <p:cNvCxnSpPr/>
            <p:nvPr/>
          </p:nvCxnSpPr>
          <p:spPr>
            <a:xfrm flipH="1" flipV="1">
              <a:off x="3592681" y="1460250"/>
              <a:ext cx="239054" cy="220268"/>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2901397" y="1463917"/>
              <a:ext cx="691284" cy="0"/>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6" name="Group 74"/>
          <p:cNvGrpSpPr/>
          <p:nvPr/>
        </p:nvGrpSpPr>
        <p:grpSpPr>
          <a:xfrm flipH="1">
            <a:off x="5489280" y="2234772"/>
            <a:ext cx="773257" cy="220268"/>
            <a:chOff x="2901397" y="1460250"/>
            <a:chExt cx="930338" cy="220268"/>
          </a:xfrm>
        </p:grpSpPr>
        <p:cxnSp>
          <p:nvCxnSpPr>
            <p:cNvPr id="54" name="Straight Connector 53"/>
            <p:cNvCxnSpPr/>
            <p:nvPr/>
          </p:nvCxnSpPr>
          <p:spPr>
            <a:xfrm flipH="1" flipV="1">
              <a:off x="3592681" y="1460250"/>
              <a:ext cx="239054" cy="220268"/>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2901397" y="1463918"/>
              <a:ext cx="691284" cy="0"/>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9" name="Group 58"/>
          <p:cNvGrpSpPr/>
          <p:nvPr/>
        </p:nvGrpSpPr>
        <p:grpSpPr>
          <a:xfrm>
            <a:off x="6384074" y="3452782"/>
            <a:ext cx="2276195" cy="661843"/>
            <a:chOff x="7174424" y="1400217"/>
            <a:chExt cx="2276195" cy="661843"/>
          </a:xfrm>
        </p:grpSpPr>
        <p:sp>
          <p:nvSpPr>
            <p:cNvPr id="66" name="TextBox 65"/>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68" name="Rectangle 67"/>
            <p:cNvSpPr/>
            <p:nvPr/>
          </p:nvSpPr>
          <p:spPr>
            <a:xfrm>
              <a:off x="7174424" y="1400217"/>
              <a:ext cx="1309589" cy="215444"/>
            </a:xfrm>
            <a:prstGeom prst="rect">
              <a:avLst/>
            </a:prstGeom>
          </p:spPr>
          <p:txBody>
            <a:bodyPr wrap="none" lIns="0" tIns="0" rIns="0" bIns="0">
              <a:spAutoFit/>
            </a:bodyPr>
            <a:lstStyle/>
            <a:p>
              <a:r>
                <a:rPr lang="en-US" sz="1400" b="1" dirty="0">
                  <a:solidFill>
                    <a:schemeClr val="accent1"/>
                  </a:solidFill>
                </a:rPr>
                <a:t>Title Goes Here</a:t>
              </a:r>
            </a:p>
          </p:txBody>
        </p:sp>
      </p:grpSp>
      <p:grpSp>
        <p:nvGrpSpPr>
          <p:cNvPr id="10" name="Group 56"/>
          <p:cNvGrpSpPr/>
          <p:nvPr/>
        </p:nvGrpSpPr>
        <p:grpSpPr>
          <a:xfrm>
            <a:off x="473749" y="3392200"/>
            <a:ext cx="2276202" cy="644244"/>
            <a:chOff x="-296510" y="1428725"/>
            <a:chExt cx="2276202" cy="644244"/>
          </a:xfrm>
        </p:grpSpPr>
        <p:sp>
          <p:nvSpPr>
            <p:cNvPr id="71" name="TextBox 70"/>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72" name="Rectangle 71"/>
            <p:cNvSpPr/>
            <p:nvPr/>
          </p:nvSpPr>
          <p:spPr>
            <a:xfrm>
              <a:off x="908886" y="1428725"/>
              <a:ext cx="1070806" cy="215444"/>
            </a:xfrm>
            <a:prstGeom prst="rect">
              <a:avLst/>
            </a:prstGeom>
          </p:spPr>
          <p:txBody>
            <a:bodyPr wrap="none" lIns="0" tIns="0" rIns="0" bIns="0">
              <a:spAutoFit/>
            </a:bodyPr>
            <a:lstStyle/>
            <a:p>
              <a:pPr algn="r"/>
              <a:r>
                <a:rPr lang="en-US" sz="1400" b="1" dirty="0">
                  <a:solidFill>
                    <a:schemeClr val="accent4"/>
                  </a:solidFill>
                </a:rPr>
                <a:t>Title Goes Here</a:t>
              </a:r>
            </a:p>
          </p:txBody>
        </p:sp>
      </p:grpSp>
      <p:grpSp>
        <p:nvGrpSpPr>
          <p:cNvPr id="11" name="Group 73"/>
          <p:cNvGrpSpPr/>
          <p:nvPr/>
        </p:nvGrpSpPr>
        <p:grpSpPr>
          <a:xfrm flipV="1">
            <a:off x="2902345" y="3575750"/>
            <a:ext cx="773257" cy="216600"/>
            <a:chOff x="2901397" y="1460250"/>
            <a:chExt cx="930338" cy="220268"/>
          </a:xfrm>
        </p:grpSpPr>
        <p:cxnSp>
          <p:nvCxnSpPr>
            <p:cNvPr id="74" name="Straight Connector 73"/>
            <p:cNvCxnSpPr/>
            <p:nvPr/>
          </p:nvCxnSpPr>
          <p:spPr>
            <a:xfrm flipH="1" flipV="1">
              <a:off x="3592681" y="1460250"/>
              <a:ext cx="239054" cy="220268"/>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2901397" y="1463917"/>
              <a:ext cx="691284" cy="0"/>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2" name="Group 74"/>
          <p:cNvGrpSpPr/>
          <p:nvPr/>
        </p:nvGrpSpPr>
        <p:grpSpPr>
          <a:xfrm flipH="1" flipV="1">
            <a:off x="5470230" y="3568097"/>
            <a:ext cx="773257" cy="220268"/>
            <a:chOff x="2901397" y="1460250"/>
            <a:chExt cx="930338" cy="220268"/>
          </a:xfrm>
        </p:grpSpPr>
        <p:cxnSp>
          <p:nvCxnSpPr>
            <p:cNvPr id="78" name="Straight Connector 77"/>
            <p:cNvCxnSpPr/>
            <p:nvPr/>
          </p:nvCxnSpPr>
          <p:spPr>
            <a:xfrm flipH="1" flipV="1">
              <a:off x="3592681" y="1460250"/>
              <a:ext cx="239054" cy="220268"/>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flipH="1">
              <a:off x="2901397" y="1463918"/>
              <a:ext cx="691284" cy="0"/>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sp>
        <p:nvSpPr>
          <p:cNvPr id="80" name="Text Placeholder 3"/>
          <p:cNvSpPr txBox="1">
            <a:spLocks/>
          </p:cNvSpPr>
          <p:nvPr/>
        </p:nvSpPr>
        <p:spPr>
          <a:xfrm>
            <a:off x="5730526" y="3836370"/>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1"/>
                </a:solidFill>
                <a:effectLst/>
                <a:uLnTx/>
                <a:uFillTx/>
                <a:latin typeface="+mn-lt"/>
                <a:ea typeface="+mn-ea"/>
                <a:cs typeface="+mn-cs"/>
              </a:rPr>
              <a:t>30%</a:t>
            </a:r>
          </a:p>
        </p:txBody>
      </p:sp>
      <p:sp>
        <p:nvSpPr>
          <p:cNvPr id="81" name="Text Placeholder 3"/>
          <p:cNvSpPr txBox="1">
            <a:spLocks/>
          </p:cNvSpPr>
          <p:nvPr/>
        </p:nvSpPr>
        <p:spPr>
          <a:xfrm>
            <a:off x="5749576" y="1841906"/>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2"/>
                </a:solidFill>
                <a:effectLst/>
                <a:uLnTx/>
                <a:uFillTx/>
                <a:latin typeface="+mn-lt"/>
                <a:ea typeface="+mn-ea"/>
                <a:cs typeface="+mn-cs"/>
              </a:rPr>
              <a:t>15%</a:t>
            </a:r>
          </a:p>
        </p:txBody>
      </p:sp>
      <p:sp>
        <p:nvSpPr>
          <p:cNvPr id="82" name="Text Placeholder 3"/>
          <p:cNvSpPr txBox="1">
            <a:spLocks/>
          </p:cNvSpPr>
          <p:nvPr/>
        </p:nvSpPr>
        <p:spPr>
          <a:xfrm>
            <a:off x="2902346" y="1860039"/>
            <a:ext cx="512961"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3"/>
                </a:solidFill>
                <a:effectLst/>
                <a:uLnTx/>
                <a:uFillTx/>
                <a:latin typeface="+mn-lt"/>
                <a:ea typeface="+mn-ea"/>
                <a:cs typeface="+mn-cs"/>
              </a:rPr>
              <a:t>25%</a:t>
            </a:r>
          </a:p>
        </p:txBody>
      </p:sp>
      <p:sp>
        <p:nvSpPr>
          <p:cNvPr id="83" name="Text Placeholder 3"/>
          <p:cNvSpPr txBox="1">
            <a:spLocks/>
          </p:cNvSpPr>
          <p:nvPr/>
        </p:nvSpPr>
        <p:spPr>
          <a:xfrm>
            <a:off x="3027821" y="3875282"/>
            <a:ext cx="426399" cy="307777"/>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accent4"/>
                </a:solidFill>
                <a:effectLst/>
                <a:uLnTx/>
                <a:uFillTx/>
                <a:latin typeface="+mn-lt"/>
                <a:ea typeface="+mn-ea"/>
                <a:cs typeface="+mn-cs"/>
              </a:rPr>
              <a:t>75%</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0"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wedge">
                                      <p:cBhvr>
                                        <p:cTn id="13" dur="2000"/>
                                        <p:tgtEl>
                                          <p:spTgt spid="34"/>
                                        </p:tgtEl>
                                      </p:cBhvr>
                                    </p:animEffect>
                                  </p:childTnLst>
                                </p:cTn>
                              </p:par>
                            </p:childTnLst>
                          </p:cTn>
                        </p:par>
                        <p:par>
                          <p:cTn id="14" fill="hold">
                            <p:stCondLst>
                              <p:cond delay="2500"/>
                            </p:stCondLst>
                            <p:childTnLst>
                              <p:par>
                                <p:cTn id="15" presetID="18" presetClass="entr" presetSubtype="3"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strips(upRight)">
                                      <p:cBhvr>
                                        <p:cTn id="17" dur="500"/>
                                        <p:tgtEl>
                                          <p:spTgt spid="6"/>
                                        </p:tgtEl>
                                      </p:cBhvr>
                                    </p:animEffect>
                                  </p:childTnLst>
                                </p:cTn>
                              </p:par>
                            </p:childTnLst>
                          </p:cTn>
                        </p:par>
                        <p:par>
                          <p:cTn id="18" fill="hold">
                            <p:stCondLst>
                              <p:cond delay="3000"/>
                            </p:stCondLst>
                            <p:childTnLst>
                              <p:par>
                                <p:cTn id="19" presetID="2" presetClass="entr" presetSubtype="2" accel="50000" decel="5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1+#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par>
                          <p:cTn id="23" fill="hold">
                            <p:stCondLst>
                              <p:cond delay="3500"/>
                            </p:stCondLst>
                            <p:childTnLst>
                              <p:par>
                                <p:cTn id="24" presetID="53" presetClass="entr" presetSubtype="0" fill="hold" grpId="0" nodeType="afterEffect">
                                  <p:stCondLst>
                                    <p:cond delay="0"/>
                                  </p:stCondLst>
                                  <p:childTnLst>
                                    <p:set>
                                      <p:cBhvr>
                                        <p:cTn id="25" dur="1" fill="hold">
                                          <p:stCondLst>
                                            <p:cond delay="0"/>
                                          </p:stCondLst>
                                        </p:cTn>
                                        <p:tgtEl>
                                          <p:spTgt spid="81"/>
                                        </p:tgtEl>
                                        <p:attrNameLst>
                                          <p:attrName>style.visibility</p:attrName>
                                        </p:attrNameLst>
                                      </p:cBhvr>
                                      <p:to>
                                        <p:strVal val="visible"/>
                                      </p:to>
                                    </p:set>
                                    <p:anim calcmode="lin" valueType="num">
                                      <p:cBhvr>
                                        <p:cTn id="26" dur="500" fill="hold"/>
                                        <p:tgtEl>
                                          <p:spTgt spid="81"/>
                                        </p:tgtEl>
                                        <p:attrNameLst>
                                          <p:attrName>ppt_w</p:attrName>
                                        </p:attrNameLst>
                                      </p:cBhvr>
                                      <p:tavLst>
                                        <p:tav tm="0">
                                          <p:val>
                                            <p:fltVal val="0"/>
                                          </p:val>
                                        </p:tav>
                                        <p:tav tm="100000">
                                          <p:val>
                                            <p:strVal val="#ppt_w"/>
                                          </p:val>
                                        </p:tav>
                                      </p:tavLst>
                                    </p:anim>
                                    <p:anim calcmode="lin" valueType="num">
                                      <p:cBhvr>
                                        <p:cTn id="27" dur="500" fill="hold"/>
                                        <p:tgtEl>
                                          <p:spTgt spid="81"/>
                                        </p:tgtEl>
                                        <p:attrNameLst>
                                          <p:attrName>ppt_h</p:attrName>
                                        </p:attrNameLst>
                                      </p:cBhvr>
                                      <p:tavLst>
                                        <p:tav tm="0">
                                          <p:val>
                                            <p:fltVal val="0"/>
                                          </p:val>
                                        </p:tav>
                                        <p:tav tm="100000">
                                          <p:val>
                                            <p:strVal val="#ppt_h"/>
                                          </p:val>
                                        </p:tav>
                                      </p:tavLst>
                                    </p:anim>
                                    <p:animEffect transition="in" filter="fade">
                                      <p:cBhvr>
                                        <p:cTn id="28" dur="500"/>
                                        <p:tgtEl>
                                          <p:spTgt spid="81"/>
                                        </p:tgtEl>
                                      </p:cBhvr>
                                    </p:animEffect>
                                  </p:childTnLst>
                                </p:cTn>
                              </p:par>
                            </p:childTnLst>
                          </p:cTn>
                        </p:par>
                        <p:par>
                          <p:cTn id="29" fill="hold">
                            <p:stCondLst>
                              <p:cond delay="4000"/>
                            </p:stCondLst>
                            <p:childTnLst>
                              <p:par>
                                <p:cTn id="30" presetID="18" presetClass="entr" presetSubtype="9"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strips(upLeft)">
                                      <p:cBhvr>
                                        <p:cTn id="32" dur="500"/>
                                        <p:tgtEl>
                                          <p:spTgt spid="5"/>
                                        </p:tgtEl>
                                      </p:cBhvr>
                                    </p:animEffect>
                                  </p:childTnLst>
                                </p:cTn>
                              </p:par>
                            </p:childTnLst>
                          </p:cTn>
                        </p:par>
                        <p:par>
                          <p:cTn id="33" fill="hold">
                            <p:stCondLst>
                              <p:cond delay="4500"/>
                            </p:stCondLst>
                            <p:childTnLst>
                              <p:par>
                                <p:cTn id="34" presetID="2" presetClass="entr" presetSubtype="8" accel="50000" decel="50000"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 calcmode="lin" valueType="num">
                                      <p:cBhvr additive="base">
                                        <p:cTn id="36" dur="500" fill="hold"/>
                                        <p:tgtEl>
                                          <p:spTgt spid="4"/>
                                        </p:tgtEl>
                                        <p:attrNameLst>
                                          <p:attrName>ppt_x</p:attrName>
                                        </p:attrNameLst>
                                      </p:cBhvr>
                                      <p:tavLst>
                                        <p:tav tm="0">
                                          <p:val>
                                            <p:strVal val="0-#ppt_w/2"/>
                                          </p:val>
                                        </p:tav>
                                        <p:tav tm="100000">
                                          <p:val>
                                            <p:strVal val="#ppt_x"/>
                                          </p:val>
                                        </p:tav>
                                      </p:tavLst>
                                    </p:anim>
                                    <p:anim calcmode="lin" valueType="num">
                                      <p:cBhvr additive="base">
                                        <p:cTn id="37" dur="500" fill="hold"/>
                                        <p:tgtEl>
                                          <p:spTgt spid="4"/>
                                        </p:tgtEl>
                                        <p:attrNameLst>
                                          <p:attrName>ppt_y</p:attrName>
                                        </p:attrNameLst>
                                      </p:cBhvr>
                                      <p:tavLst>
                                        <p:tav tm="0">
                                          <p:val>
                                            <p:strVal val="#ppt_y"/>
                                          </p:val>
                                        </p:tav>
                                        <p:tav tm="100000">
                                          <p:val>
                                            <p:strVal val="#ppt_y"/>
                                          </p:val>
                                        </p:tav>
                                      </p:tavLst>
                                    </p:anim>
                                  </p:childTnLst>
                                </p:cTn>
                              </p:par>
                            </p:childTnLst>
                          </p:cTn>
                        </p:par>
                        <p:par>
                          <p:cTn id="38" fill="hold">
                            <p:stCondLst>
                              <p:cond delay="5000"/>
                            </p:stCondLst>
                            <p:childTnLst>
                              <p:par>
                                <p:cTn id="39" presetID="53" presetClass="entr" presetSubtype="0" fill="hold" grpId="0" nodeType="afterEffect">
                                  <p:stCondLst>
                                    <p:cond delay="0"/>
                                  </p:stCondLst>
                                  <p:childTnLst>
                                    <p:set>
                                      <p:cBhvr>
                                        <p:cTn id="40" dur="1" fill="hold">
                                          <p:stCondLst>
                                            <p:cond delay="0"/>
                                          </p:stCondLst>
                                        </p:cTn>
                                        <p:tgtEl>
                                          <p:spTgt spid="82"/>
                                        </p:tgtEl>
                                        <p:attrNameLst>
                                          <p:attrName>style.visibility</p:attrName>
                                        </p:attrNameLst>
                                      </p:cBhvr>
                                      <p:to>
                                        <p:strVal val="visible"/>
                                      </p:to>
                                    </p:set>
                                    <p:anim calcmode="lin" valueType="num">
                                      <p:cBhvr>
                                        <p:cTn id="41" dur="500" fill="hold"/>
                                        <p:tgtEl>
                                          <p:spTgt spid="82"/>
                                        </p:tgtEl>
                                        <p:attrNameLst>
                                          <p:attrName>ppt_w</p:attrName>
                                        </p:attrNameLst>
                                      </p:cBhvr>
                                      <p:tavLst>
                                        <p:tav tm="0">
                                          <p:val>
                                            <p:fltVal val="0"/>
                                          </p:val>
                                        </p:tav>
                                        <p:tav tm="100000">
                                          <p:val>
                                            <p:strVal val="#ppt_w"/>
                                          </p:val>
                                        </p:tav>
                                      </p:tavLst>
                                    </p:anim>
                                    <p:anim calcmode="lin" valueType="num">
                                      <p:cBhvr>
                                        <p:cTn id="42" dur="500" fill="hold"/>
                                        <p:tgtEl>
                                          <p:spTgt spid="82"/>
                                        </p:tgtEl>
                                        <p:attrNameLst>
                                          <p:attrName>ppt_h</p:attrName>
                                        </p:attrNameLst>
                                      </p:cBhvr>
                                      <p:tavLst>
                                        <p:tav tm="0">
                                          <p:val>
                                            <p:fltVal val="0"/>
                                          </p:val>
                                        </p:tav>
                                        <p:tav tm="100000">
                                          <p:val>
                                            <p:strVal val="#ppt_h"/>
                                          </p:val>
                                        </p:tav>
                                      </p:tavLst>
                                    </p:anim>
                                    <p:animEffect transition="in" filter="fade">
                                      <p:cBhvr>
                                        <p:cTn id="43" dur="500"/>
                                        <p:tgtEl>
                                          <p:spTgt spid="82"/>
                                        </p:tgtEl>
                                      </p:cBhvr>
                                    </p:animEffect>
                                  </p:childTnLst>
                                </p:cTn>
                              </p:par>
                            </p:childTnLst>
                          </p:cTn>
                        </p:par>
                        <p:par>
                          <p:cTn id="44" fill="hold">
                            <p:stCondLst>
                              <p:cond delay="5500"/>
                            </p:stCondLst>
                            <p:childTnLst>
                              <p:par>
                                <p:cTn id="45" presetID="18" presetClass="entr" presetSubtype="12" fill="hold" nodeType="after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strips(downLeft)">
                                      <p:cBhvr>
                                        <p:cTn id="47" dur="500"/>
                                        <p:tgtEl>
                                          <p:spTgt spid="11"/>
                                        </p:tgtEl>
                                      </p:cBhvr>
                                    </p:animEffect>
                                  </p:childTnLst>
                                </p:cTn>
                              </p:par>
                            </p:childTnLst>
                          </p:cTn>
                        </p:par>
                        <p:par>
                          <p:cTn id="48" fill="hold">
                            <p:stCondLst>
                              <p:cond delay="6000"/>
                            </p:stCondLst>
                            <p:childTnLst>
                              <p:par>
                                <p:cTn id="49" presetID="2" presetClass="entr" presetSubtype="8" accel="50000" decel="50000" fill="hold" nodeType="after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0-#ppt_w/2"/>
                                          </p:val>
                                        </p:tav>
                                        <p:tav tm="100000">
                                          <p:val>
                                            <p:strVal val="#ppt_x"/>
                                          </p:val>
                                        </p:tav>
                                      </p:tavLst>
                                    </p:anim>
                                    <p:anim calcmode="lin" valueType="num">
                                      <p:cBhvr additive="base">
                                        <p:cTn id="52" dur="500" fill="hold"/>
                                        <p:tgtEl>
                                          <p:spTgt spid="10"/>
                                        </p:tgtEl>
                                        <p:attrNameLst>
                                          <p:attrName>ppt_y</p:attrName>
                                        </p:attrNameLst>
                                      </p:cBhvr>
                                      <p:tavLst>
                                        <p:tav tm="0">
                                          <p:val>
                                            <p:strVal val="#ppt_y"/>
                                          </p:val>
                                        </p:tav>
                                        <p:tav tm="100000">
                                          <p:val>
                                            <p:strVal val="#ppt_y"/>
                                          </p:val>
                                        </p:tav>
                                      </p:tavLst>
                                    </p:anim>
                                  </p:childTnLst>
                                </p:cTn>
                              </p:par>
                            </p:childTnLst>
                          </p:cTn>
                        </p:par>
                        <p:par>
                          <p:cTn id="53" fill="hold">
                            <p:stCondLst>
                              <p:cond delay="6500"/>
                            </p:stCondLst>
                            <p:childTnLst>
                              <p:par>
                                <p:cTn id="54" presetID="53" presetClass="entr" presetSubtype="0" fill="hold" grpId="0" nodeType="afterEffect">
                                  <p:stCondLst>
                                    <p:cond delay="0"/>
                                  </p:stCondLst>
                                  <p:childTnLst>
                                    <p:set>
                                      <p:cBhvr>
                                        <p:cTn id="55" dur="1" fill="hold">
                                          <p:stCondLst>
                                            <p:cond delay="0"/>
                                          </p:stCondLst>
                                        </p:cTn>
                                        <p:tgtEl>
                                          <p:spTgt spid="83"/>
                                        </p:tgtEl>
                                        <p:attrNameLst>
                                          <p:attrName>style.visibility</p:attrName>
                                        </p:attrNameLst>
                                      </p:cBhvr>
                                      <p:to>
                                        <p:strVal val="visible"/>
                                      </p:to>
                                    </p:set>
                                    <p:anim calcmode="lin" valueType="num">
                                      <p:cBhvr>
                                        <p:cTn id="56" dur="500" fill="hold"/>
                                        <p:tgtEl>
                                          <p:spTgt spid="83"/>
                                        </p:tgtEl>
                                        <p:attrNameLst>
                                          <p:attrName>ppt_w</p:attrName>
                                        </p:attrNameLst>
                                      </p:cBhvr>
                                      <p:tavLst>
                                        <p:tav tm="0">
                                          <p:val>
                                            <p:fltVal val="0"/>
                                          </p:val>
                                        </p:tav>
                                        <p:tav tm="100000">
                                          <p:val>
                                            <p:strVal val="#ppt_w"/>
                                          </p:val>
                                        </p:tav>
                                      </p:tavLst>
                                    </p:anim>
                                    <p:anim calcmode="lin" valueType="num">
                                      <p:cBhvr>
                                        <p:cTn id="57" dur="500" fill="hold"/>
                                        <p:tgtEl>
                                          <p:spTgt spid="83"/>
                                        </p:tgtEl>
                                        <p:attrNameLst>
                                          <p:attrName>ppt_h</p:attrName>
                                        </p:attrNameLst>
                                      </p:cBhvr>
                                      <p:tavLst>
                                        <p:tav tm="0">
                                          <p:val>
                                            <p:fltVal val="0"/>
                                          </p:val>
                                        </p:tav>
                                        <p:tav tm="100000">
                                          <p:val>
                                            <p:strVal val="#ppt_h"/>
                                          </p:val>
                                        </p:tav>
                                      </p:tavLst>
                                    </p:anim>
                                    <p:animEffect transition="in" filter="fade">
                                      <p:cBhvr>
                                        <p:cTn id="58" dur="500"/>
                                        <p:tgtEl>
                                          <p:spTgt spid="83"/>
                                        </p:tgtEl>
                                      </p:cBhvr>
                                    </p:animEffect>
                                  </p:childTnLst>
                                </p:cTn>
                              </p:par>
                            </p:childTnLst>
                          </p:cTn>
                        </p:par>
                        <p:par>
                          <p:cTn id="59" fill="hold">
                            <p:stCondLst>
                              <p:cond delay="7000"/>
                            </p:stCondLst>
                            <p:childTnLst>
                              <p:par>
                                <p:cTn id="60" presetID="18" presetClass="entr" presetSubtype="6" fill="hold" nodeType="after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strips(downRight)">
                                      <p:cBhvr>
                                        <p:cTn id="62" dur="500"/>
                                        <p:tgtEl>
                                          <p:spTgt spid="12"/>
                                        </p:tgtEl>
                                      </p:cBhvr>
                                    </p:animEffect>
                                  </p:childTnLst>
                                </p:cTn>
                              </p:par>
                            </p:childTnLst>
                          </p:cTn>
                        </p:par>
                        <p:par>
                          <p:cTn id="63" fill="hold">
                            <p:stCondLst>
                              <p:cond delay="7500"/>
                            </p:stCondLst>
                            <p:childTnLst>
                              <p:par>
                                <p:cTn id="64" presetID="2" presetClass="entr" presetSubtype="2" accel="50000" decel="50000" fill="hold" nodeType="after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500" fill="hold"/>
                                        <p:tgtEl>
                                          <p:spTgt spid="9"/>
                                        </p:tgtEl>
                                        <p:attrNameLst>
                                          <p:attrName>ppt_x</p:attrName>
                                        </p:attrNameLst>
                                      </p:cBhvr>
                                      <p:tavLst>
                                        <p:tav tm="0">
                                          <p:val>
                                            <p:strVal val="1+#ppt_w/2"/>
                                          </p:val>
                                        </p:tav>
                                        <p:tav tm="100000">
                                          <p:val>
                                            <p:strVal val="#ppt_x"/>
                                          </p:val>
                                        </p:tav>
                                      </p:tavLst>
                                    </p:anim>
                                    <p:anim calcmode="lin" valueType="num">
                                      <p:cBhvr additive="base">
                                        <p:cTn id="67" dur="500" fill="hold"/>
                                        <p:tgtEl>
                                          <p:spTgt spid="9"/>
                                        </p:tgtEl>
                                        <p:attrNameLst>
                                          <p:attrName>ppt_y</p:attrName>
                                        </p:attrNameLst>
                                      </p:cBhvr>
                                      <p:tavLst>
                                        <p:tav tm="0">
                                          <p:val>
                                            <p:strVal val="#ppt_y"/>
                                          </p:val>
                                        </p:tav>
                                        <p:tav tm="100000">
                                          <p:val>
                                            <p:strVal val="#ppt_y"/>
                                          </p:val>
                                        </p:tav>
                                      </p:tavLst>
                                    </p:anim>
                                  </p:childTnLst>
                                </p:cTn>
                              </p:par>
                            </p:childTnLst>
                          </p:cTn>
                        </p:par>
                        <p:par>
                          <p:cTn id="68" fill="hold">
                            <p:stCondLst>
                              <p:cond delay="8000"/>
                            </p:stCondLst>
                            <p:childTnLst>
                              <p:par>
                                <p:cTn id="69" presetID="53" presetClass="entr" presetSubtype="0" fill="hold" grpId="0" nodeType="after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p:cTn id="71" dur="500" fill="hold"/>
                                        <p:tgtEl>
                                          <p:spTgt spid="80"/>
                                        </p:tgtEl>
                                        <p:attrNameLst>
                                          <p:attrName>ppt_w</p:attrName>
                                        </p:attrNameLst>
                                      </p:cBhvr>
                                      <p:tavLst>
                                        <p:tav tm="0">
                                          <p:val>
                                            <p:fltVal val="0"/>
                                          </p:val>
                                        </p:tav>
                                        <p:tav tm="100000">
                                          <p:val>
                                            <p:strVal val="#ppt_w"/>
                                          </p:val>
                                        </p:tav>
                                      </p:tavLst>
                                    </p:anim>
                                    <p:anim calcmode="lin" valueType="num">
                                      <p:cBhvr>
                                        <p:cTn id="72" dur="500" fill="hold"/>
                                        <p:tgtEl>
                                          <p:spTgt spid="80"/>
                                        </p:tgtEl>
                                        <p:attrNameLst>
                                          <p:attrName>ppt_h</p:attrName>
                                        </p:attrNameLst>
                                      </p:cBhvr>
                                      <p:tavLst>
                                        <p:tav tm="0">
                                          <p:val>
                                            <p:fltVal val="0"/>
                                          </p:val>
                                        </p:tav>
                                        <p:tav tm="100000">
                                          <p:val>
                                            <p:strVal val="#ppt_h"/>
                                          </p:val>
                                        </p:tav>
                                      </p:tavLst>
                                    </p:anim>
                                    <p:animEffect transition="in" filter="fade">
                                      <p:cBhvr>
                                        <p:cTn id="7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4" grpId="0">
        <p:bldAsOne/>
      </p:bldGraphic>
      <p:bldP spid="80" grpId="0"/>
      <p:bldP spid="81" grpId="0"/>
      <p:bldP spid="82" grpId="0"/>
      <p:bldP spid="83"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Time Infographic</a:t>
            </a:r>
            <a:endParaRPr lang="en-US" dirty="0"/>
          </a:p>
        </p:txBody>
      </p:sp>
      <p:sp>
        <p:nvSpPr>
          <p:cNvPr id="8" name="Text Placeholder 7"/>
          <p:cNvSpPr>
            <a:spLocks noGrp="1"/>
          </p:cNvSpPr>
          <p:nvPr>
            <p:ph type="body" sz="half" idx="2"/>
          </p:nvPr>
        </p:nvSpPr>
        <p:spPr/>
        <p:txBody>
          <a:bodyPr/>
          <a:lstStyle/>
          <a:p>
            <a:r>
              <a:rPr lang="en-US"/>
              <a:t>Time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265</a:t>
            </a:fld>
            <a:endParaRPr lang="en-US" dirty="0"/>
          </a:p>
        </p:txBody>
      </p:sp>
      <p:grpSp>
        <p:nvGrpSpPr>
          <p:cNvPr id="2" name="Group 4"/>
          <p:cNvGrpSpPr>
            <a:grpSpLocks noChangeAspect="1"/>
          </p:cNvGrpSpPr>
          <p:nvPr/>
        </p:nvGrpSpPr>
        <p:grpSpPr bwMode="auto">
          <a:xfrm>
            <a:off x="670416" y="1559032"/>
            <a:ext cx="1717720" cy="1985962"/>
            <a:chOff x="2167" y="1142"/>
            <a:chExt cx="1428" cy="1651"/>
          </a:xfrm>
          <a:solidFill>
            <a:schemeClr val="bg2">
              <a:lumMod val="85000"/>
            </a:schemeClr>
          </a:solidFill>
        </p:grpSpPr>
        <p:sp>
          <p:nvSpPr>
            <p:cNvPr id="7173" name="Freeform 5"/>
            <p:cNvSpPr>
              <a:spLocks noEditPoints="1"/>
            </p:cNvSpPr>
            <p:nvPr/>
          </p:nvSpPr>
          <p:spPr bwMode="auto">
            <a:xfrm>
              <a:off x="2287" y="1342"/>
              <a:ext cx="264" cy="227"/>
            </a:xfrm>
            <a:custGeom>
              <a:avLst/>
              <a:gdLst/>
              <a:ahLst/>
              <a:cxnLst>
                <a:cxn ang="0">
                  <a:pos x="142" y="20"/>
                </a:cxn>
                <a:cxn ang="0">
                  <a:pos x="86" y="0"/>
                </a:cxn>
                <a:cxn ang="0">
                  <a:pos x="0" y="86"/>
                </a:cxn>
                <a:cxn ang="0">
                  <a:pos x="8" y="122"/>
                </a:cxn>
                <a:cxn ang="0">
                  <a:pos x="142" y="20"/>
                </a:cxn>
                <a:cxn ang="0">
                  <a:pos x="142" y="20"/>
                </a:cxn>
                <a:cxn ang="0">
                  <a:pos x="142" y="20"/>
                </a:cxn>
              </a:cxnLst>
              <a:rect l="0" t="0" r="r" b="b"/>
              <a:pathLst>
                <a:path w="142" h="122">
                  <a:moveTo>
                    <a:pt x="142" y="20"/>
                  </a:moveTo>
                  <a:cubicBezTo>
                    <a:pt x="127" y="7"/>
                    <a:pt x="108" y="0"/>
                    <a:pt x="86" y="0"/>
                  </a:cubicBezTo>
                  <a:cubicBezTo>
                    <a:pt x="39" y="0"/>
                    <a:pt x="0" y="38"/>
                    <a:pt x="0" y="86"/>
                  </a:cubicBezTo>
                  <a:cubicBezTo>
                    <a:pt x="0" y="99"/>
                    <a:pt x="3" y="111"/>
                    <a:pt x="8" y="122"/>
                  </a:cubicBezTo>
                  <a:cubicBezTo>
                    <a:pt x="45" y="80"/>
                    <a:pt x="91" y="45"/>
                    <a:pt x="142" y="20"/>
                  </a:cubicBezTo>
                  <a:close/>
                  <a:moveTo>
                    <a:pt x="142" y="20"/>
                  </a:moveTo>
                  <a:cubicBezTo>
                    <a:pt x="142" y="20"/>
                    <a:pt x="142" y="20"/>
                    <a:pt x="142" y="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74" name="Freeform 6"/>
            <p:cNvSpPr>
              <a:spLocks noEditPoints="1"/>
            </p:cNvSpPr>
            <p:nvPr/>
          </p:nvSpPr>
          <p:spPr bwMode="auto">
            <a:xfrm>
              <a:off x="2167" y="1142"/>
              <a:ext cx="1428" cy="1651"/>
            </a:xfrm>
            <a:custGeom>
              <a:avLst/>
              <a:gdLst/>
              <a:ahLst/>
              <a:cxnLst>
                <a:cxn ang="0">
                  <a:pos x="385" y="890"/>
                </a:cxn>
                <a:cxn ang="0">
                  <a:pos x="770" y="505"/>
                </a:cxn>
                <a:cxn ang="0">
                  <a:pos x="450" y="125"/>
                </a:cxn>
                <a:cxn ang="0">
                  <a:pos x="450" y="53"/>
                </a:cxn>
                <a:cxn ang="0">
                  <a:pos x="484" y="53"/>
                </a:cxn>
                <a:cxn ang="0">
                  <a:pos x="504" y="26"/>
                </a:cxn>
                <a:cxn ang="0">
                  <a:pos x="484" y="0"/>
                </a:cxn>
                <a:cxn ang="0">
                  <a:pos x="286" y="0"/>
                </a:cxn>
                <a:cxn ang="0">
                  <a:pos x="266" y="26"/>
                </a:cxn>
                <a:cxn ang="0">
                  <a:pos x="286" y="53"/>
                </a:cxn>
                <a:cxn ang="0">
                  <a:pos x="320" y="53"/>
                </a:cxn>
                <a:cxn ang="0">
                  <a:pos x="320" y="125"/>
                </a:cxn>
                <a:cxn ang="0">
                  <a:pos x="227" y="153"/>
                </a:cxn>
                <a:cxn ang="0">
                  <a:pos x="91" y="256"/>
                </a:cxn>
                <a:cxn ang="0">
                  <a:pos x="0" y="505"/>
                </a:cxn>
                <a:cxn ang="0">
                  <a:pos x="385" y="890"/>
                </a:cxn>
                <a:cxn ang="0">
                  <a:pos x="158" y="280"/>
                </a:cxn>
                <a:cxn ang="0">
                  <a:pos x="232" y="224"/>
                </a:cxn>
                <a:cxn ang="0">
                  <a:pos x="385" y="185"/>
                </a:cxn>
                <a:cxn ang="0">
                  <a:pos x="705" y="505"/>
                </a:cxn>
                <a:cxn ang="0">
                  <a:pos x="385" y="825"/>
                </a:cxn>
                <a:cxn ang="0">
                  <a:pos x="65" y="505"/>
                </a:cxn>
                <a:cxn ang="0">
                  <a:pos x="158" y="280"/>
                </a:cxn>
                <a:cxn ang="0">
                  <a:pos x="158" y="280"/>
                </a:cxn>
                <a:cxn ang="0">
                  <a:pos x="158" y="280"/>
                </a:cxn>
              </a:cxnLst>
              <a:rect l="0" t="0" r="r" b="b"/>
              <a:pathLst>
                <a:path w="770" h="890">
                  <a:moveTo>
                    <a:pt x="385" y="890"/>
                  </a:moveTo>
                  <a:cubicBezTo>
                    <a:pt x="598" y="890"/>
                    <a:pt x="770" y="717"/>
                    <a:pt x="770" y="505"/>
                  </a:cubicBezTo>
                  <a:cubicBezTo>
                    <a:pt x="770" y="314"/>
                    <a:pt x="632" y="156"/>
                    <a:pt x="450" y="125"/>
                  </a:cubicBezTo>
                  <a:cubicBezTo>
                    <a:pt x="450" y="53"/>
                    <a:pt x="450" y="53"/>
                    <a:pt x="450" y="53"/>
                  </a:cubicBezTo>
                  <a:cubicBezTo>
                    <a:pt x="484" y="53"/>
                    <a:pt x="484" y="53"/>
                    <a:pt x="484" y="53"/>
                  </a:cubicBezTo>
                  <a:cubicBezTo>
                    <a:pt x="495" y="53"/>
                    <a:pt x="504" y="41"/>
                    <a:pt x="504" y="26"/>
                  </a:cubicBezTo>
                  <a:cubicBezTo>
                    <a:pt x="504" y="12"/>
                    <a:pt x="495" y="0"/>
                    <a:pt x="484" y="0"/>
                  </a:cubicBezTo>
                  <a:cubicBezTo>
                    <a:pt x="286" y="0"/>
                    <a:pt x="286" y="0"/>
                    <a:pt x="286" y="0"/>
                  </a:cubicBezTo>
                  <a:cubicBezTo>
                    <a:pt x="275" y="0"/>
                    <a:pt x="266" y="12"/>
                    <a:pt x="266" y="26"/>
                  </a:cubicBezTo>
                  <a:cubicBezTo>
                    <a:pt x="266" y="41"/>
                    <a:pt x="275" y="53"/>
                    <a:pt x="286" y="53"/>
                  </a:cubicBezTo>
                  <a:cubicBezTo>
                    <a:pt x="320" y="53"/>
                    <a:pt x="320" y="53"/>
                    <a:pt x="320" y="53"/>
                  </a:cubicBezTo>
                  <a:cubicBezTo>
                    <a:pt x="320" y="125"/>
                    <a:pt x="320" y="125"/>
                    <a:pt x="320" y="125"/>
                  </a:cubicBezTo>
                  <a:cubicBezTo>
                    <a:pt x="287" y="131"/>
                    <a:pt x="256" y="140"/>
                    <a:pt x="227" y="153"/>
                  </a:cubicBezTo>
                  <a:cubicBezTo>
                    <a:pt x="175" y="177"/>
                    <a:pt x="128" y="212"/>
                    <a:pt x="91" y="256"/>
                  </a:cubicBezTo>
                  <a:cubicBezTo>
                    <a:pt x="34" y="323"/>
                    <a:pt x="0" y="410"/>
                    <a:pt x="0" y="505"/>
                  </a:cubicBezTo>
                  <a:cubicBezTo>
                    <a:pt x="0" y="717"/>
                    <a:pt x="172" y="890"/>
                    <a:pt x="385" y="890"/>
                  </a:cubicBezTo>
                  <a:close/>
                  <a:moveTo>
                    <a:pt x="158" y="280"/>
                  </a:moveTo>
                  <a:cubicBezTo>
                    <a:pt x="180" y="258"/>
                    <a:pt x="205" y="239"/>
                    <a:pt x="232" y="224"/>
                  </a:cubicBezTo>
                  <a:cubicBezTo>
                    <a:pt x="277" y="199"/>
                    <a:pt x="330" y="185"/>
                    <a:pt x="385" y="185"/>
                  </a:cubicBezTo>
                  <a:cubicBezTo>
                    <a:pt x="562" y="185"/>
                    <a:pt x="705" y="328"/>
                    <a:pt x="705" y="505"/>
                  </a:cubicBezTo>
                  <a:cubicBezTo>
                    <a:pt x="705" y="681"/>
                    <a:pt x="562" y="825"/>
                    <a:pt x="385" y="825"/>
                  </a:cubicBezTo>
                  <a:cubicBezTo>
                    <a:pt x="209" y="825"/>
                    <a:pt x="65" y="681"/>
                    <a:pt x="65" y="505"/>
                  </a:cubicBezTo>
                  <a:cubicBezTo>
                    <a:pt x="65" y="417"/>
                    <a:pt x="101" y="337"/>
                    <a:pt x="158" y="280"/>
                  </a:cubicBezTo>
                  <a:close/>
                  <a:moveTo>
                    <a:pt x="158" y="280"/>
                  </a:moveTo>
                  <a:cubicBezTo>
                    <a:pt x="158" y="280"/>
                    <a:pt x="158" y="280"/>
                    <a:pt x="158" y="2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0" name="Text Placeholder 3"/>
          <p:cNvSpPr txBox="1">
            <a:spLocks/>
          </p:cNvSpPr>
          <p:nvPr/>
        </p:nvSpPr>
        <p:spPr>
          <a:xfrm>
            <a:off x="1291831" y="1153134"/>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1"/>
                </a:solidFill>
                <a:effectLst/>
                <a:uLnTx/>
                <a:uFillTx/>
                <a:latin typeface="+mn-lt"/>
                <a:ea typeface="+mn-ea"/>
                <a:cs typeface="+mn-cs"/>
              </a:rPr>
              <a:t>75%</a:t>
            </a:r>
          </a:p>
        </p:txBody>
      </p:sp>
      <p:grpSp>
        <p:nvGrpSpPr>
          <p:cNvPr id="3" name="Group 36"/>
          <p:cNvGrpSpPr/>
          <p:nvPr/>
        </p:nvGrpSpPr>
        <p:grpSpPr>
          <a:xfrm>
            <a:off x="890920" y="2035464"/>
            <a:ext cx="1296169" cy="1296168"/>
            <a:chOff x="1400541" y="1592431"/>
            <a:chExt cx="1296169" cy="1296168"/>
          </a:xfrm>
        </p:grpSpPr>
        <p:sp>
          <p:nvSpPr>
            <p:cNvPr id="38" name="Oval 37"/>
            <p:cNvSpPr/>
            <p:nvPr/>
          </p:nvSpPr>
          <p:spPr>
            <a:xfrm>
              <a:off x="1533041"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39" name="Pie 38"/>
            <p:cNvSpPr/>
            <p:nvPr/>
          </p:nvSpPr>
          <p:spPr>
            <a:xfrm>
              <a:off x="1400541" y="1592431"/>
              <a:ext cx="1296169" cy="1296168"/>
            </a:xfrm>
            <a:prstGeom prst="pie">
              <a:avLst>
                <a:gd name="adj1" fmla="val 27111"/>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grpSp>
      <p:grpSp>
        <p:nvGrpSpPr>
          <p:cNvPr id="4" name="Group 44"/>
          <p:cNvGrpSpPr/>
          <p:nvPr/>
        </p:nvGrpSpPr>
        <p:grpSpPr>
          <a:xfrm>
            <a:off x="4961104" y="2035464"/>
            <a:ext cx="1296169" cy="1296168"/>
            <a:chOff x="4834295" y="1592431"/>
            <a:chExt cx="1296169" cy="1296168"/>
          </a:xfrm>
        </p:grpSpPr>
        <p:sp>
          <p:nvSpPr>
            <p:cNvPr id="48" name="Oval 47"/>
            <p:cNvSpPr/>
            <p:nvPr/>
          </p:nvSpPr>
          <p:spPr>
            <a:xfrm>
              <a:off x="4966795"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49" name="Pie 48"/>
            <p:cNvSpPr/>
            <p:nvPr/>
          </p:nvSpPr>
          <p:spPr>
            <a:xfrm>
              <a:off x="4834295" y="1592431"/>
              <a:ext cx="1296169" cy="1296168"/>
            </a:xfrm>
            <a:prstGeom prst="pie">
              <a:avLst>
                <a:gd name="adj1" fmla="val 19548649"/>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grpSp>
      <p:grpSp>
        <p:nvGrpSpPr>
          <p:cNvPr id="5" name="Group 50"/>
          <p:cNvGrpSpPr/>
          <p:nvPr/>
        </p:nvGrpSpPr>
        <p:grpSpPr>
          <a:xfrm>
            <a:off x="6940684" y="2035464"/>
            <a:ext cx="1296169" cy="1296168"/>
            <a:chOff x="6447291" y="1592431"/>
            <a:chExt cx="1296169" cy="1296168"/>
          </a:xfrm>
        </p:grpSpPr>
        <p:sp>
          <p:nvSpPr>
            <p:cNvPr id="52" name="Oval 51"/>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53" name="Pie 52"/>
            <p:cNvSpPr/>
            <p:nvPr/>
          </p:nvSpPr>
          <p:spPr>
            <a:xfrm>
              <a:off x="6447291" y="1592431"/>
              <a:ext cx="1296169" cy="1296168"/>
            </a:xfrm>
            <a:prstGeom prst="pie">
              <a:avLst>
                <a:gd name="adj1" fmla="val 17910010"/>
                <a:gd name="adj2" fmla="val 53510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grpSp>
      <p:grpSp>
        <p:nvGrpSpPr>
          <p:cNvPr id="6" name="Group 4"/>
          <p:cNvGrpSpPr>
            <a:grpSpLocks noChangeAspect="1"/>
          </p:cNvGrpSpPr>
          <p:nvPr/>
        </p:nvGrpSpPr>
        <p:grpSpPr bwMode="auto">
          <a:xfrm>
            <a:off x="2704129" y="1559032"/>
            <a:ext cx="1717720" cy="1985962"/>
            <a:chOff x="2167" y="1142"/>
            <a:chExt cx="1428" cy="1651"/>
          </a:xfrm>
          <a:solidFill>
            <a:schemeClr val="bg2">
              <a:lumMod val="85000"/>
            </a:schemeClr>
          </a:solidFill>
        </p:grpSpPr>
        <p:sp>
          <p:nvSpPr>
            <p:cNvPr id="62" name="Freeform 5"/>
            <p:cNvSpPr>
              <a:spLocks noEditPoints="1"/>
            </p:cNvSpPr>
            <p:nvPr/>
          </p:nvSpPr>
          <p:spPr bwMode="auto">
            <a:xfrm>
              <a:off x="2287" y="1342"/>
              <a:ext cx="264" cy="227"/>
            </a:xfrm>
            <a:custGeom>
              <a:avLst/>
              <a:gdLst/>
              <a:ahLst/>
              <a:cxnLst>
                <a:cxn ang="0">
                  <a:pos x="142" y="20"/>
                </a:cxn>
                <a:cxn ang="0">
                  <a:pos x="86" y="0"/>
                </a:cxn>
                <a:cxn ang="0">
                  <a:pos x="0" y="86"/>
                </a:cxn>
                <a:cxn ang="0">
                  <a:pos x="8" y="122"/>
                </a:cxn>
                <a:cxn ang="0">
                  <a:pos x="142" y="20"/>
                </a:cxn>
                <a:cxn ang="0">
                  <a:pos x="142" y="20"/>
                </a:cxn>
                <a:cxn ang="0">
                  <a:pos x="142" y="20"/>
                </a:cxn>
              </a:cxnLst>
              <a:rect l="0" t="0" r="r" b="b"/>
              <a:pathLst>
                <a:path w="142" h="122">
                  <a:moveTo>
                    <a:pt x="142" y="20"/>
                  </a:moveTo>
                  <a:cubicBezTo>
                    <a:pt x="127" y="7"/>
                    <a:pt x="108" y="0"/>
                    <a:pt x="86" y="0"/>
                  </a:cubicBezTo>
                  <a:cubicBezTo>
                    <a:pt x="39" y="0"/>
                    <a:pt x="0" y="38"/>
                    <a:pt x="0" y="86"/>
                  </a:cubicBezTo>
                  <a:cubicBezTo>
                    <a:pt x="0" y="99"/>
                    <a:pt x="3" y="111"/>
                    <a:pt x="8" y="122"/>
                  </a:cubicBezTo>
                  <a:cubicBezTo>
                    <a:pt x="45" y="80"/>
                    <a:pt x="91" y="45"/>
                    <a:pt x="142" y="20"/>
                  </a:cubicBezTo>
                  <a:close/>
                  <a:moveTo>
                    <a:pt x="142" y="20"/>
                  </a:moveTo>
                  <a:cubicBezTo>
                    <a:pt x="142" y="20"/>
                    <a:pt x="142" y="20"/>
                    <a:pt x="142" y="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
            <p:cNvSpPr>
              <a:spLocks noEditPoints="1"/>
            </p:cNvSpPr>
            <p:nvPr/>
          </p:nvSpPr>
          <p:spPr bwMode="auto">
            <a:xfrm>
              <a:off x="2167" y="1142"/>
              <a:ext cx="1428" cy="1651"/>
            </a:xfrm>
            <a:custGeom>
              <a:avLst/>
              <a:gdLst/>
              <a:ahLst/>
              <a:cxnLst>
                <a:cxn ang="0">
                  <a:pos x="385" y="890"/>
                </a:cxn>
                <a:cxn ang="0">
                  <a:pos x="770" y="505"/>
                </a:cxn>
                <a:cxn ang="0">
                  <a:pos x="450" y="125"/>
                </a:cxn>
                <a:cxn ang="0">
                  <a:pos x="450" y="53"/>
                </a:cxn>
                <a:cxn ang="0">
                  <a:pos x="484" y="53"/>
                </a:cxn>
                <a:cxn ang="0">
                  <a:pos x="504" y="26"/>
                </a:cxn>
                <a:cxn ang="0">
                  <a:pos x="484" y="0"/>
                </a:cxn>
                <a:cxn ang="0">
                  <a:pos x="286" y="0"/>
                </a:cxn>
                <a:cxn ang="0">
                  <a:pos x="266" y="26"/>
                </a:cxn>
                <a:cxn ang="0">
                  <a:pos x="286" y="53"/>
                </a:cxn>
                <a:cxn ang="0">
                  <a:pos x="320" y="53"/>
                </a:cxn>
                <a:cxn ang="0">
                  <a:pos x="320" y="125"/>
                </a:cxn>
                <a:cxn ang="0">
                  <a:pos x="227" y="153"/>
                </a:cxn>
                <a:cxn ang="0">
                  <a:pos x="91" y="256"/>
                </a:cxn>
                <a:cxn ang="0">
                  <a:pos x="0" y="505"/>
                </a:cxn>
                <a:cxn ang="0">
                  <a:pos x="385" y="890"/>
                </a:cxn>
                <a:cxn ang="0">
                  <a:pos x="158" y="280"/>
                </a:cxn>
                <a:cxn ang="0">
                  <a:pos x="232" y="224"/>
                </a:cxn>
                <a:cxn ang="0">
                  <a:pos x="385" y="185"/>
                </a:cxn>
                <a:cxn ang="0">
                  <a:pos x="705" y="505"/>
                </a:cxn>
                <a:cxn ang="0">
                  <a:pos x="385" y="825"/>
                </a:cxn>
                <a:cxn ang="0">
                  <a:pos x="65" y="505"/>
                </a:cxn>
                <a:cxn ang="0">
                  <a:pos x="158" y="280"/>
                </a:cxn>
                <a:cxn ang="0">
                  <a:pos x="158" y="280"/>
                </a:cxn>
                <a:cxn ang="0">
                  <a:pos x="158" y="280"/>
                </a:cxn>
              </a:cxnLst>
              <a:rect l="0" t="0" r="r" b="b"/>
              <a:pathLst>
                <a:path w="770" h="890">
                  <a:moveTo>
                    <a:pt x="385" y="890"/>
                  </a:moveTo>
                  <a:cubicBezTo>
                    <a:pt x="598" y="890"/>
                    <a:pt x="770" y="717"/>
                    <a:pt x="770" y="505"/>
                  </a:cubicBezTo>
                  <a:cubicBezTo>
                    <a:pt x="770" y="314"/>
                    <a:pt x="632" y="156"/>
                    <a:pt x="450" y="125"/>
                  </a:cubicBezTo>
                  <a:cubicBezTo>
                    <a:pt x="450" y="53"/>
                    <a:pt x="450" y="53"/>
                    <a:pt x="450" y="53"/>
                  </a:cubicBezTo>
                  <a:cubicBezTo>
                    <a:pt x="484" y="53"/>
                    <a:pt x="484" y="53"/>
                    <a:pt x="484" y="53"/>
                  </a:cubicBezTo>
                  <a:cubicBezTo>
                    <a:pt x="495" y="53"/>
                    <a:pt x="504" y="41"/>
                    <a:pt x="504" y="26"/>
                  </a:cubicBezTo>
                  <a:cubicBezTo>
                    <a:pt x="504" y="12"/>
                    <a:pt x="495" y="0"/>
                    <a:pt x="484" y="0"/>
                  </a:cubicBezTo>
                  <a:cubicBezTo>
                    <a:pt x="286" y="0"/>
                    <a:pt x="286" y="0"/>
                    <a:pt x="286" y="0"/>
                  </a:cubicBezTo>
                  <a:cubicBezTo>
                    <a:pt x="275" y="0"/>
                    <a:pt x="266" y="12"/>
                    <a:pt x="266" y="26"/>
                  </a:cubicBezTo>
                  <a:cubicBezTo>
                    <a:pt x="266" y="41"/>
                    <a:pt x="275" y="53"/>
                    <a:pt x="286" y="53"/>
                  </a:cubicBezTo>
                  <a:cubicBezTo>
                    <a:pt x="320" y="53"/>
                    <a:pt x="320" y="53"/>
                    <a:pt x="320" y="53"/>
                  </a:cubicBezTo>
                  <a:cubicBezTo>
                    <a:pt x="320" y="125"/>
                    <a:pt x="320" y="125"/>
                    <a:pt x="320" y="125"/>
                  </a:cubicBezTo>
                  <a:cubicBezTo>
                    <a:pt x="287" y="131"/>
                    <a:pt x="256" y="140"/>
                    <a:pt x="227" y="153"/>
                  </a:cubicBezTo>
                  <a:cubicBezTo>
                    <a:pt x="175" y="177"/>
                    <a:pt x="128" y="212"/>
                    <a:pt x="91" y="256"/>
                  </a:cubicBezTo>
                  <a:cubicBezTo>
                    <a:pt x="34" y="323"/>
                    <a:pt x="0" y="410"/>
                    <a:pt x="0" y="505"/>
                  </a:cubicBezTo>
                  <a:cubicBezTo>
                    <a:pt x="0" y="717"/>
                    <a:pt x="172" y="890"/>
                    <a:pt x="385" y="890"/>
                  </a:cubicBezTo>
                  <a:close/>
                  <a:moveTo>
                    <a:pt x="158" y="280"/>
                  </a:moveTo>
                  <a:cubicBezTo>
                    <a:pt x="180" y="258"/>
                    <a:pt x="205" y="239"/>
                    <a:pt x="232" y="224"/>
                  </a:cubicBezTo>
                  <a:cubicBezTo>
                    <a:pt x="277" y="199"/>
                    <a:pt x="330" y="185"/>
                    <a:pt x="385" y="185"/>
                  </a:cubicBezTo>
                  <a:cubicBezTo>
                    <a:pt x="562" y="185"/>
                    <a:pt x="705" y="328"/>
                    <a:pt x="705" y="505"/>
                  </a:cubicBezTo>
                  <a:cubicBezTo>
                    <a:pt x="705" y="681"/>
                    <a:pt x="562" y="825"/>
                    <a:pt x="385" y="825"/>
                  </a:cubicBezTo>
                  <a:cubicBezTo>
                    <a:pt x="209" y="825"/>
                    <a:pt x="65" y="681"/>
                    <a:pt x="65" y="505"/>
                  </a:cubicBezTo>
                  <a:cubicBezTo>
                    <a:pt x="65" y="417"/>
                    <a:pt x="101" y="337"/>
                    <a:pt x="158" y="280"/>
                  </a:cubicBezTo>
                  <a:close/>
                  <a:moveTo>
                    <a:pt x="158" y="280"/>
                  </a:moveTo>
                  <a:cubicBezTo>
                    <a:pt x="158" y="280"/>
                    <a:pt x="158" y="280"/>
                    <a:pt x="158" y="2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4"/>
          <p:cNvGrpSpPr>
            <a:grpSpLocks noChangeAspect="1"/>
          </p:cNvGrpSpPr>
          <p:nvPr/>
        </p:nvGrpSpPr>
        <p:grpSpPr bwMode="auto">
          <a:xfrm>
            <a:off x="4737842" y="1559032"/>
            <a:ext cx="1717720" cy="1985962"/>
            <a:chOff x="2167" y="1142"/>
            <a:chExt cx="1428" cy="1651"/>
          </a:xfrm>
          <a:solidFill>
            <a:schemeClr val="bg2">
              <a:lumMod val="85000"/>
            </a:schemeClr>
          </a:solidFill>
        </p:grpSpPr>
        <p:sp>
          <p:nvSpPr>
            <p:cNvPr id="65" name="Freeform 5"/>
            <p:cNvSpPr>
              <a:spLocks noEditPoints="1"/>
            </p:cNvSpPr>
            <p:nvPr/>
          </p:nvSpPr>
          <p:spPr bwMode="auto">
            <a:xfrm>
              <a:off x="2287" y="1342"/>
              <a:ext cx="264" cy="227"/>
            </a:xfrm>
            <a:custGeom>
              <a:avLst/>
              <a:gdLst/>
              <a:ahLst/>
              <a:cxnLst>
                <a:cxn ang="0">
                  <a:pos x="142" y="20"/>
                </a:cxn>
                <a:cxn ang="0">
                  <a:pos x="86" y="0"/>
                </a:cxn>
                <a:cxn ang="0">
                  <a:pos x="0" y="86"/>
                </a:cxn>
                <a:cxn ang="0">
                  <a:pos x="8" y="122"/>
                </a:cxn>
                <a:cxn ang="0">
                  <a:pos x="142" y="20"/>
                </a:cxn>
                <a:cxn ang="0">
                  <a:pos x="142" y="20"/>
                </a:cxn>
                <a:cxn ang="0">
                  <a:pos x="142" y="20"/>
                </a:cxn>
              </a:cxnLst>
              <a:rect l="0" t="0" r="r" b="b"/>
              <a:pathLst>
                <a:path w="142" h="122">
                  <a:moveTo>
                    <a:pt x="142" y="20"/>
                  </a:moveTo>
                  <a:cubicBezTo>
                    <a:pt x="127" y="7"/>
                    <a:pt x="108" y="0"/>
                    <a:pt x="86" y="0"/>
                  </a:cubicBezTo>
                  <a:cubicBezTo>
                    <a:pt x="39" y="0"/>
                    <a:pt x="0" y="38"/>
                    <a:pt x="0" y="86"/>
                  </a:cubicBezTo>
                  <a:cubicBezTo>
                    <a:pt x="0" y="99"/>
                    <a:pt x="3" y="111"/>
                    <a:pt x="8" y="122"/>
                  </a:cubicBezTo>
                  <a:cubicBezTo>
                    <a:pt x="45" y="80"/>
                    <a:pt x="91" y="45"/>
                    <a:pt x="142" y="20"/>
                  </a:cubicBezTo>
                  <a:close/>
                  <a:moveTo>
                    <a:pt x="142" y="20"/>
                  </a:moveTo>
                  <a:cubicBezTo>
                    <a:pt x="142" y="20"/>
                    <a:pt x="142" y="20"/>
                    <a:pt x="142" y="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6"/>
            <p:cNvSpPr>
              <a:spLocks noEditPoints="1"/>
            </p:cNvSpPr>
            <p:nvPr/>
          </p:nvSpPr>
          <p:spPr bwMode="auto">
            <a:xfrm>
              <a:off x="2167" y="1142"/>
              <a:ext cx="1428" cy="1651"/>
            </a:xfrm>
            <a:custGeom>
              <a:avLst/>
              <a:gdLst/>
              <a:ahLst/>
              <a:cxnLst>
                <a:cxn ang="0">
                  <a:pos x="385" y="890"/>
                </a:cxn>
                <a:cxn ang="0">
                  <a:pos x="770" y="505"/>
                </a:cxn>
                <a:cxn ang="0">
                  <a:pos x="450" y="125"/>
                </a:cxn>
                <a:cxn ang="0">
                  <a:pos x="450" y="53"/>
                </a:cxn>
                <a:cxn ang="0">
                  <a:pos x="484" y="53"/>
                </a:cxn>
                <a:cxn ang="0">
                  <a:pos x="504" y="26"/>
                </a:cxn>
                <a:cxn ang="0">
                  <a:pos x="484" y="0"/>
                </a:cxn>
                <a:cxn ang="0">
                  <a:pos x="286" y="0"/>
                </a:cxn>
                <a:cxn ang="0">
                  <a:pos x="266" y="26"/>
                </a:cxn>
                <a:cxn ang="0">
                  <a:pos x="286" y="53"/>
                </a:cxn>
                <a:cxn ang="0">
                  <a:pos x="320" y="53"/>
                </a:cxn>
                <a:cxn ang="0">
                  <a:pos x="320" y="125"/>
                </a:cxn>
                <a:cxn ang="0">
                  <a:pos x="227" y="153"/>
                </a:cxn>
                <a:cxn ang="0">
                  <a:pos x="91" y="256"/>
                </a:cxn>
                <a:cxn ang="0">
                  <a:pos x="0" y="505"/>
                </a:cxn>
                <a:cxn ang="0">
                  <a:pos x="385" y="890"/>
                </a:cxn>
                <a:cxn ang="0">
                  <a:pos x="158" y="280"/>
                </a:cxn>
                <a:cxn ang="0">
                  <a:pos x="232" y="224"/>
                </a:cxn>
                <a:cxn ang="0">
                  <a:pos x="385" y="185"/>
                </a:cxn>
                <a:cxn ang="0">
                  <a:pos x="705" y="505"/>
                </a:cxn>
                <a:cxn ang="0">
                  <a:pos x="385" y="825"/>
                </a:cxn>
                <a:cxn ang="0">
                  <a:pos x="65" y="505"/>
                </a:cxn>
                <a:cxn ang="0">
                  <a:pos x="158" y="280"/>
                </a:cxn>
                <a:cxn ang="0">
                  <a:pos x="158" y="280"/>
                </a:cxn>
                <a:cxn ang="0">
                  <a:pos x="158" y="280"/>
                </a:cxn>
              </a:cxnLst>
              <a:rect l="0" t="0" r="r" b="b"/>
              <a:pathLst>
                <a:path w="770" h="890">
                  <a:moveTo>
                    <a:pt x="385" y="890"/>
                  </a:moveTo>
                  <a:cubicBezTo>
                    <a:pt x="598" y="890"/>
                    <a:pt x="770" y="717"/>
                    <a:pt x="770" y="505"/>
                  </a:cubicBezTo>
                  <a:cubicBezTo>
                    <a:pt x="770" y="314"/>
                    <a:pt x="632" y="156"/>
                    <a:pt x="450" y="125"/>
                  </a:cubicBezTo>
                  <a:cubicBezTo>
                    <a:pt x="450" y="53"/>
                    <a:pt x="450" y="53"/>
                    <a:pt x="450" y="53"/>
                  </a:cubicBezTo>
                  <a:cubicBezTo>
                    <a:pt x="484" y="53"/>
                    <a:pt x="484" y="53"/>
                    <a:pt x="484" y="53"/>
                  </a:cubicBezTo>
                  <a:cubicBezTo>
                    <a:pt x="495" y="53"/>
                    <a:pt x="504" y="41"/>
                    <a:pt x="504" y="26"/>
                  </a:cubicBezTo>
                  <a:cubicBezTo>
                    <a:pt x="504" y="12"/>
                    <a:pt x="495" y="0"/>
                    <a:pt x="484" y="0"/>
                  </a:cubicBezTo>
                  <a:cubicBezTo>
                    <a:pt x="286" y="0"/>
                    <a:pt x="286" y="0"/>
                    <a:pt x="286" y="0"/>
                  </a:cubicBezTo>
                  <a:cubicBezTo>
                    <a:pt x="275" y="0"/>
                    <a:pt x="266" y="12"/>
                    <a:pt x="266" y="26"/>
                  </a:cubicBezTo>
                  <a:cubicBezTo>
                    <a:pt x="266" y="41"/>
                    <a:pt x="275" y="53"/>
                    <a:pt x="286" y="53"/>
                  </a:cubicBezTo>
                  <a:cubicBezTo>
                    <a:pt x="320" y="53"/>
                    <a:pt x="320" y="53"/>
                    <a:pt x="320" y="53"/>
                  </a:cubicBezTo>
                  <a:cubicBezTo>
                    <a:pt x="320" y="125"/>
                    <a:pt x="320" y="125"/>
                    <a:pt x="320" y="125"/>
                  </a:cubicBezTo>
                  <a:cubicBezTo>
                    <a:pt x="287" y="131"/>
                    <a:pt x="256" y="140"/>
                    <a:pt x="227" y="153"/>
                  </a:cubicBezTo>
                  <a:cubicBezTo>
                    <a:pt x="175" y="177"/>
                    <a:pt x="128" y="212"/>
                    <a:pt x="91" y="256"/>
                  </a:cubicBezTo>
                  <a:cubicBezTo>
                    <a:pt x="34" y="323"/>
                    <a:pt x="0" y="410"/>
                    <a:pt x="0" y="505"/>
                  </a:cubicBezTo>
                  <a:cubicBezTo>
                    <a:pt x="0" y="717"/>
                    <a:pt x="172" y="890"/>
                    <a:pt x="385" y="890"/>
                  </a:cubicBezTo>
                  <a:close/>
                  <a:moveTo>
                    <a:pt x="158" y="280"/>
                  </a:moveTo>
                  <a:cubicBezTo>
                    <a:pt x="180" y="258"/>
                    <a:pt x="205" y="239"/>
                    <a:pt x="232" y="224"/>
                  </a:cubicBezTo>
                  <a:cubicBezTo>
                    <a:pt x="277" y="199"/>
                    <a:pt x="330" y="185"/>
                    <a:pt x="385" y="185"/>
                  </a:cubicBezTo>
                  <a:cubicBezTo>
                    <a:pt x="562" y="185"/>
                    <a:pt x="705" y="328"/>
                    <a:pt x="705" y="505"/>
                  </a:cubicBezTo>
                  <a:cubicBezTo>
                    <a:pt x="705" y="681"/>
                    <a:pt x="562" y="825"/>
                    <a:pt x="385" y="825"/>
                  </a:cubicBezTo>
                  <a:cubicBezTo>
                    <a:pt x="209" y="825"/>
                    <a:pt x="65" y="681"/>
                    <a:pt x="65" y="505"/>
                  </a:cubicBezTo>
                  <a:cubicBezTo>
                    <a:pt x="65" y="417"/>
                    <a:pt x="101" y="337"/>
                    <a:pt x="158" y="280"/>
                  </a:cubicBezTo>
                  <a:close/>
                  <a:moveTo>
                    <a:pt x="158" y="280"/>
                  </a:moveTo>
                  <a:cubicBezTo>
                    <a:pt x="158" y="280"/>
                    <a:pt x="158" y="280"/>
                    <a:pt x="158" y="2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4"/>
          <p:cNvGrpSpPr>
            <a:grpSpLocks noChangeAspect="1"/>
          </p:cNvGrpSpPr>
          <p:nvPr/>
        </p:nvGrpSpPr>
        <p:grpSpPr bwMode="auto">
          <a:xfrm>
            <a:off x="6771556" y="1559032"/>
            <a:ext cx="1717720" cy="1985962"/>
            <a:chOff x="2167" y="1142"/>
            <a:chExt cx="1428" cy="1651"/>
          </a:xfrm>
          <a:solidFill>
            <a:schemeClr val="bg2">
              <a:lumMod val="85000"/>
            </a:schemeClr>
          </a:solidFill>
        </p:grpSpPr>
        <p:sp>
          <p:nvSpPr>
            <p:cNvPr id="70" name="Freeform 5"/>
            <p:cNvSpPr>
              <a:spLocks noEditPoints="1"/>
            </p:cNvSpPr>
            <p:nvPr/>
          </p:nvSpPr>
          <p:spPr bwMode="auto">
            <a:xfrm>
              <a:off x="2287" y="1342"/>
              <a:ext cx="264" cy="227"/>
            </a:xfrm>
            <a:custGeom>
              <a:avLst/>
              <a:gdLst/>
              <a:ahLst/>
              <a:cxnLst>
                <a:cxn ang="0">
                  <a:pos x="142" y="20"/>
                </a:cxn>
                <a:cxn ang="0">
                  <a:pos x="86" y="0"/>
                </a:cxn>
                <a:cxn ang="0">
                  <a:pos x="0" y="86"/>
                </a:cxn>
                <a:cxn ang="0">
                  <a:pos x="8" y="122"/>
                </a:cxn>
                <a:cxn ang="0">
                  <a:pos x="142" y="20"/>
                </a:cxn>
                <a:cxn ang="0">
                  <a:pos x="142" y="20"/>
                </a:cxn>
                <a:cxn ang="0">
                  <a:pos x="142" y="20"/>
                </a:cxn>
              </a:cxnLst>
              <a:rect l="0" t="0" r="r" b="b"/>
              <a:pathLst>
                <a:path w="142" h="122">
                  <a:moveTo>
                    <a:pt x="142" y="20"/>
                  </a:moveTo>
                  <a:cubicBezTo>
                    <a:pt x="127" y="7"/>
                    <a:pt x="108" y="0"/>
                    <a:pt x="86" y="0"/>
                  </a:cubicBezTo>
                  <a:cubicBezTo>
                    <a:pt x="39" y="0"/>
                    <a:pt x="0" y="38"/>
                    <a:pt x="0" y="86"/>
                  </a:cubicBezTo>
                  <a:cubicBezTo>
                    <a:pt x="0" y="99"/>
                    <a:pt x="3" y="111"/>
                    <a:pt x="8" y="122"/>
                  </a:cubicBezTo>
                  <a:cubicBezTo>
                    <a:pt x="45" y="80"/>
                    <a:pt x="91" y="45"/>
                    <a:pt x="142" y="20"/>
                  </a:cubicBezTo>
                  <a:close/>
                  <a:moveTo>
                    <a:pt x="142" y="20"/>
                  </a:moveTo>
                  <a:cubicBezTo>
                    <a:pt x="142" y="20"/>
                    <a:pt x="142" y="20"/>
                    <a:pt x="142" y="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6"/>
            <p:cNvSpPr>
              <a:spLocks noEditPoints="1"/>
            </p:cNvSpPr>
            <p:nvPr/>
          </p:nvSpPr>
          <p:spPr bwMode="auto">
            <a:xfrm>
              <a:off x="2167" y="1142"/>
              <a:ext cx="1428" cy="1651"/>
            </a:xfrm>
            <a:custGeom>
              <a:avLst/>
              <a:gdLst/>
              <a:ahLst/>
              <a:cxnLst>
                <a:cxn ang="0">
                  <a:pos x="385" y="890"/>
                </a:cxn>
                <a:cxn ang="0">
                  <a:pos x="770" y="505"/>
                </a:cxn>
                <a:cxn ang="0">
                  <a:pos x="450" y="125"/>
                </a:cxn>
                <a:cxn ang="0">
                  <a:pos x="450" y="53"/>
                </a:cxn>
                <a:cxn ang="0">
                  <a:pos x="484" y="53"/>
                </a:cxn>
                <a:cxn ang="0">
                  <a:pos x="504" y="26"/>
                </a:cxn>
                <a:cxn ang="0">
                  <a:pos x="484" y="0"/>
                </a:cxn>
                <a:cxn ang="0">
                  <a:pos x="286" y="0"/>
                </a:cxn>
                <a:cxn ang="0">
                  <a:pos x="266" y="26"/>
                </a:cxn>
                <a:cxn ang="0">
                  <a:pos x="286" y="53"/>
                </a:cxn>
                <a:cxn ang="0">
                  <a:pos x="320" y="53"/>
                </a:cxn>
                <a:cxn ang="0">
                  <a:pos x="320" y="125"/>
                </a:cxn>
                <a:cxn ang="0">
                  <a:pos x="227" y="153"/>
                </a:cxn>
                <a:cxn ang="0">
                  <a:pos x="91" y="256"/>
                </a:cxn>
                <a:cxn ang="0">
                  <a:pos x="0" y="505"/>
                </a:cxn>
                <a:cxn ang="0">
                  <a:pos x="385" y="890"/>
                </a:cxn>
                <a:cxn ang="0">
                  <a:pos x="158" y="280"/>
                </a:cxn>
                <a:cxn ang="0">
                  <a:pos x="232" y="224"/>
                </a:cxn>
                <a:cxn ang="0">
                  <a:pos x="385" y="185"/>
                </a:cxn>
                <a:cxn ang="0">
                  <a:pos x="705" y="505"/>
                </a:cxn>
                <a:cxn ang="0">
                  <a:pos x="385" y="825"/>
                </a:cxn>
                <a:cxn ang="0">
                  <a:pos x="65" y="505"/>
                </a:cxn>
                <a:cxn ang="0">
                  <a:pos x="158" y="280"/>
                </a:cxn>
                <a:cxn ang="0">
                  <a:pos x="158" y="280"/>
                </a:cxn>
                <a:cxn ang="0">
                  <a:pos x="158" y="280"/>
                </a:cxn>
              </a:cxnLst>
              <a:rect l="0" t="0" r="r" b="b"/>
              <a:pathLst>
                <a:path w="770" h="890">
                  <a:moveTo>
                    <a:pt x="385" y="890"/>
                  </a:moveTo>
                  <a:cubicBezTo>
                    <a:pt x="598" y="890"/>
                    <a:pt x="770" y="717"/>
                    <a:pt x="770" y="505"/>
                  </a:cubicBezTo>
                  <a:cubicBezTo>
                    <a:pt x="770" y="314"/>
                    <a:pt x="632" y="156"/>
                    <a:pt x="450" y="125"/>
                  </a:cubicBezTo>
                  <a:cubicBezTo>
                    <a:pt x="450" y="53"/>
                    <a:pt x="450" y="53"/>
                    <a:pt x="450" y="53"/>
                  </a:cubicBezTo>
                  <a:cubicBezTo>
                    <a:pt x="484" y="53"/>
                    <a:pt x="484" y="53"/>
                    <a:pt x="484" y="53"/>
                  </a:cubicBezTo>
                  <a:cubicBezTo>
                    <a:pt x="495" y="53"/>
                    <a:pt x="504" y="41"/>
                    <a:pt x="504" y="26"/>
                  </a:cubicBezTo>
                  <a:cubicBezTo>
                    <a:pt x="504" y="12"/>
                    <a:pt x="495" y="0"/>
                    <a:pt x="484" y="0"/>
                  </a:cubicBezTo>
                  <a:cubicBezTo>
                    <a:pt x="286" y="0"/>
                    <a:pt x="286" y="0"/>
                    <a:pt x="286" y="0"/>
                  </a:cubicBezTo>
                  <a:cubicBezTo>
                    <a:pt x="275" y="0"/>
                    <a:pt x="266" y="12"/>
                    <a:pt x="266" y="26"/>
                  </a:cubicBezTo>
                  <a:cubicBezTo>
                    <a:pt x="266" y="41"/>
                    <a:pt x="275" y="53"/>
                    <a:pt x="286" y="53"/>
                  </a:cubicBezTo>
                  <a:cubicBezTo>
                    <a:pt x="320" y="53"/>
                    <a:pt x="320" y="53"/>
                    <a:pt x="320" y="53"/>
                  </a:cubicBezTo>
                  <a:cubicBezTo>
                    <a:pt x="320" y="125"/>
                    <a:pt x="320" y="125"/>
                    <a:pt x="320" y="125"/>
                  </a:cubicBezTo>
                  <a:cubicBezTo>
                    <a:pt x="287" y="131"/>
                    <a:pt x="256" y="140"/>
                    <a:pt x="227" y="153"/>
                  </a:cubicBezTo>
                  <a:cubicBezTo>
                    <a:pt x="175" y="177"/>
                    <a:pt x="128" y="212"/>
                    <a:pt x="91" y="256"/>
                  </a:cubicBezTo>
                  <a:cubicBezTo>
                    <a:pt x="34" y="323"/>
                    <a:pt x="0" y="410"/>
                    <a:pt x="0" y="505"/>
                  </a:cubicBezTo>
                  <a:cubicBezTo>
                    <a:pt x="0" y="717"/>
                    <a:pt x="172" y="890"/>
                    <a:pt x="385" y="890"/>
                  </a:cubicBezTo>
                  <a:close/>
                  <a:moveTo>
                    <a:pt x="158" y="280"/>
                  </a:moveTo>
                  <a:cubicBezTo>
                    <a:pt x="180" y="258"/>
                    <a:pt x="205" y="239"/>
                    <a:pt x="232" y="224"/>
                  </a:cubicBezTo>
                  <a:cubicBezTo>
                    <a:pt x="277" y="199"/>
                    <a:pt x="330" y="185"/>
                    <a:pt x="385" y="185"/>
                  </a:cubicBezTo>
                  <a:cubicBezTo>
                    <a:pt x="562" y="185"/>
                    <a:pt x="705" y="328"/>
                    <a:pt x="705" y="505"/>
                  </a:cubicBezTo>
                  <a:cubicBezTo>
                    <a:pt x="705" y="681"/>
                    <a:pt x="562" y="825"/>
                    <a:pt x="385" y="825"/>
                  </a:cubicBezTo>
                  <a:cubicBezTo>
                    <a:pt x="209" y="825"/>
                    <a:pt x="65" y="681"/>
                    <a:pt x="65" y="505"/>
                  </a:cubicBezTo>
                  <a:cubicBezTo>
                    <a:pt x="65" y="417"/>
                    <a:pt x="101" y="337"/>
                    <a:pt x="158" y="280"/>
                  </a:cubicBezTo>
                  <a:close/>
                  <a:moveTo>
                    <a:pt x="158" y="280"/>
                  </a:moveTo>
                  <a:cubicBezTo>
                    <a:pt x="158" y="280"/>
                    <a:pt x="158" y="280"/>
                    <a:pt x="158" y="2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75"/>
          <p:cNvGrpSpPr/>
          <p:nvPr/>
        </p:nvGrpSpPr>
        <p:grpSpPr>
          <a:xfrm>
            <a:off x="2945755" y="2025736"/>
            <a:ext cx="1296169" cy="1296168"/>
            <a:chOff x="4834295" y="1592431"/>
            <a:chExt cx="1296169" cy="1296168"/>
          </a:xfrm>
        </p:grpSpPr>
        <p:sp>
          <p:nvSpPr>
            <p:cNvPr id="77" name="Oval 76"/>
            <p:cNvSpPr/>
            <p:nvPr/>
          </p:nvSpPr>
          <p:spPr>
            <a:xfrm>
              <a:off x="4966795"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84" name="Pie 83"/>
            <p:cNvSpPr/>
            <p:nvPr/>
          </p:nvSpPr>
          <p:spPr>
            <a:xfrm>
              <a:off x="4834295" y="1592431"/>
              <a:ext cx="1296169" cy="1296168"/>
            </a:xfrm>
            <a:prstGeom prst="pie">
              <a:avLst>
                <a:gd name="adj1" fmla="val 2754496"/>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grpSp>
      <p:sp>
        <p:nvSpPr>
          <p:cNvPr id="85" name="Text Placeholder 3"/>
          <p:cNvSpPr txBox="1">
            <a:spLocks/>
          </p:cNvSpPr>
          <p:nvPr/>
        </p:nvSpPr>
        <p:spPr>
          <a:xfrm>
            <a:off x="3254411" y="1153134"/>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2"/>
                </a:solidFill>
                <a:effectLst/>
                <a:uLnTx/>
                <a:uFillTx/>
                <a:latin typeface="+mn-lt"/>
                <a:ea typeface="+mn-ea"/>
                <a:cs typeface="+mn-cs"/>
              </a:rPr>
              <a:t>65%</a:t>
            </a:r>
          </a:p>
        </p:txBody>
      </p:sp>
      <p:sp>
        <p:nvSpPr>
          <p:cNvPr id="86" name="Text Placeholder 3"/>
          <p:cNvSpPr txBox="1">
            <a:spLocks/>
          </p:cNvSpPr>
          <p:nvPr/>
        </p:nvSpPr>
        <p:spPr>
          <a:xfrm>
            <a:off x="5288124" y="1153134"/>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3"/>
                </a:solidFill>
                <a:effectLst/>
                <a:uLnTx/>
                <a:uFillTx/>
                <a:latin typeface="+mn-lt"/>
                <a:ea typeface="+mn-ea"/>
                <a:cs typeface="+mn-cs"/>
              </a:rPr>
              <a:t>85%</a:t>
            </a:r>
          </a:p>
        </p:txBody>
      </p:sp>
      <p:sp>
        <p:nvSpPr>
          <p:cNvPr id="87" name="Text Placeholder 3"/>
          <p:cNvSpPr txBox="1">
            <a:spLocks/>
          </p:cNvSpPr>
          <p:nvPr/>
        </p:nvSpPr>
        <p:spPr>
          <a:xfrm>
            <a:off x="7321838" y="1153134"/>
            <a:ext cx="617157"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4"/>
                </a:solidFill>
                <a:effectLst/>
                <a:uLnTx/>
                <a:uFillTx/>
                <a:latin typeface="+mn-lt"/>
                <a:ea typeface="+mn-ea"/>
                <a:cs typeface="+mn-cs"/>
              </a:rPr>
              <a:t>65%</a:t>
            </a:r>
          </a:p>
        </p:txBody>
      </p:sp>
      <p:grpSp>
        <p:nvGrpSpPr>
          <p:cNvPr id="12" name="Group 25"/>
          <p:cNvGrpSpPr/>
          <p:nvPr/>
        </p:nvGrpSpPr>
        <p:grpSpPr>
          <a:xfrm>
            <a:off x="792091" y="3768514"/>
            <a:ext cx="1479103" cy="709660"/>
            <a:chOff x="764014" y="1586047"/>
            <a:chExt cx="1544637" cy="709660"/>
          </a:xfrm>
        </p:grpSpPr>
        <p:sp>
          <p:nvSpPr>
            <p:cNvPr id="89"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90"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3" name="Group 25"/>
          <p:cNvGrpSpPr/>
          <p:nvPr/>
        </p:nvGrpSpPr>
        <p:grpSpPr>
          <a:xfrm>
            <a:off x="2820172" y="3768514"/>
            <a:ext cx="1479103" cy="709660"/>
            <a:chOff x="764014" y="1586047"/>
            <a:chExt cx="1544637" cy="709660"/>
          </a:xfrm>
        </p:grpSpPr>
        <p:sp>
          <p:nvSpPr>
            <p:cNvPr id="92"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559,769K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93"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4" name="Group 25"/>
          <p:cNvGrpSpPr/>
          <p:nvPr/>
        </p:nvGrpSpPr>
        <p:grpSpPr>
          <a:xfrm>
            <a:off x="4848253" y="3768514"/>
            <a:ext cx="1479103" cy="709660"/>
            <a:chOff x="764014" y="1586047"/>
            <a:chExt cx="1544637" cy="709660"/>
          </a:xfrm>
        </p:grpSpPr>
        <p:sp>
          <p:nvSpPr>
            <p:cNvPr id="95"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96"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pSp>
        <p:nvGrpSpPr>
          <p:cNvPr id="15" name="Group 25"/>
          <p:cNvGrpSpPr/>
          <p:nvPr/>
        </p:nvGrpSpPr>
        <p:grpSpPr>
          <a:xfrm>
            <a:off x="6876333" y="3768514"/>
            <a:ext cx="1479103" cy="709660"/>
            <a:chOff x="764014" y="1586047"/>
            <a:chExt cx="1544637" cy="709660"/>
          </a:xfrm>
        </p:grpSpPr>
        <p:sp>
          <p:nvSpPr>
            <p:cNvPr id="98"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959,769K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99"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0"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edge">
                                      <p:cBhvr>
                                        <p:cTn id="13" dur="1000"/>
                                        <p:tgtEl>
                                          <p:spTgt spid="3"/>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80"/>
                                        </p:tgtEl>
                                        <p:attrNameLst>
                                          <p:attrName>style.visibility</p:attrName>
                                        </p:attrNameLst>
                                      </p:cBhvr>
                                      <p:to>
                                        <p:strVal val="visible"/>
                                      </p:to>
                                    </p:set>
                                    <p:anim calcmode="lin" valueType="num">
                                      <p:cBhvr>
                                        <p:cTn id="17" dur="500" fill="hold"/>
                                        <p:tgtEl>
                                          <p:spTgt spid="80"/>
                                        </p:tgtEl>
                                        <p:attrNameLst>
                                          <p:attrName>ppt_w</p:attrName>
                                        </p:attrNameLst>
                                      </p:cBhvr>
                                      <p:tavLst>
                                        <p:tav tm="0">
                                          <p:val>
                                            <p:fltVal val="0"/>
                                          </p:val>
                                        </p:tav>
                                        <p:tav tm="100000">
                                          <p:val>
                                            <p:strVal val="#ppt_w"/>
                                          </p:val>
                                        </p:tav>
                                      </p:tavLst>
                                    </p:anim>
                                    <p:anim calcmode="lin" valueType="num">
                                      <p:cBhvr>
                                        <p:cTn id="18" dur="500" fill="hold"/>
                                        <p:tgtEl>
                                          <p:spTgt spid="80"/>
                                        </p:tgtEl>
                                        <p:attrNameLst>
                                          <p:attrName>ppt_h</p:attrName>
                                        </p:attrNameLst>
                                      </p:cBhvr>
                                      <p:tavLst>
                                        <p:tav tm="0">
                                          <p:val>
                                            <p:fltVal val="0"/>
                                          </p:val>
                                        </p:tav>
                                        <p:tav tm="100000">
                                          <p:val>
                                            <p:strVal val="#ppt_h"/>
                                          </p:val>
                                        </p:tav>
                                      </p:tavLst>
                                    </p:anim>
                                    <p:animEffect transition="in" filter="fade">
                                      <p:cBhvr>
                                        <p:cTn id="19" dur="500"/>
                                        <p:tgtEl>
                                          <p:spTgt spid="80"/>
                                        </p:tgtEl>
                                      </p:cBhvr>
                                    </p:animEffect>
                                  </p:childTnLst>
                                </p:cTn>
                              </p:par>
                            </p:childTnLst>
                          </p:cTn>
                        </p:par>
                        <p:par>
                          <p:cTn id="20" fill="hold">
                            <p:stCondLst>
                              <p:cond delay="2000"/>
                            </p:stCondLst>
                            <p:childTnLst>
                              <p:par>
                                <p:cTn id="21" presetID="2" presetClass="entr" presetSubtype="4" accel="50000" decel="50000"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childTnLst>
                          </p:cTn>
                        </p:par>
                        <p:par>
                          <p:cTn id="25" fill="hold">
                            <p:stCondLst>
                              <p:cond delay="2500"/>
                            </p:stCondLst>
                            <p:childTnLst>
                              <p:par>
                                <p:cTn id="26" presetID="53" presetClass="entr" presetSubtype="0" fill="hold" nodeType="after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500" fill="hold"/>
                                        <p:tgtEl>
                                          <p:spTgt spid="6"/>
                                        </p:tgtEl>
                                        <p:attrNameLst>
                                          <p:attrName>ppt_w</p:attrName>
                                        </p:attrNameLst>
                                      </p:cBhvr>
                                      <p:tavLst>
                                        <p:tav tm="0">
                                          <p:val>
                                            <p:fltVal val="0"/>
                                          </p:val>
                                        </p:tav>
                                        <p:tav tm="100000">
                                          <p:val>
                                            <p:strVal val="#ppt_w"/>
                                          </p:val>
                                        </p:tav>
                                      </p:tavLst>
                                    </p:anim>
                                    <p:anim calcmode="lin" valueType="num">
                                      <p:cBhvr>
                                        <p:cTn id="29" dur="500" fill="hold"/>
                                        <p:tgtEl>
                                          <p:spTgt spid="6"/>
                                        </p:tgtEl>
                                        <p:attrNameLst>
                                          <p:attrName>ppt_h</p:attrName>
                                        </p:attrNameLst>
                                      </p:cBhvr>
                                      <p:tavLst>
                                        <p:tav tm="0">
                                          <p:val>
                                            <p:fltVal val="0"/>
                                          </p:val>
                                        </p:tav>
                                        <p:tav tm="100000">
                                          <p:val>
                                            <p:strVal val="#ppt_h"/>
                                          </p:val>
                                        </p:tav>
                                      </p:tavLst>
                                    </p:anim>
                                    <p:animEffect transition="in" filter="fade">
                                      <p:cBhvr>
                                        <p:cTn id="30" dur="500"/>
                                        <p:tgtEl>
                                          <p:spTgt spid="6"/>
                                        </p:tgtEl>
                                      </p:cBhvr>
                                    </p:animEffect>
                                  </p:childTnLst>
                                </p:cTn>
                              </p:par>
                            </p:childTnLst>
                          </p:cTn>
                        </p:par>
                        <p:par>
                          <p:cTn id="31" fill="hold">
                            <p:stCondLst>
                              <p:cond delay="3000"/>
                            </p:stCondLst>
                            <p:childTnLst>
                              <p:par>
                                <p:cTn id="32" presetID="20" presetClass="entr" presetSubtype="0" fill="hold"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wedge">
                                      <p:cBhvr>
                                        <p:cTn id="34" dur="1000"/>
                                        <p:tgtEl>
                                          <p:spTgt spid="11"/>
                                        </p:tgtEl>
                                      </p:cBhvr>
                                    </p:animEffect>
                                  </p:childTnLst>
                                </p:cTn>
                              </p:par>
                            </p:childTnLst>
                          </p:cTn>
                        </p:par>
                        <p:par>
                          <p:cTn id="35" fill="hold">
                            <p:stCondLst>
                              <p:cond delay="4000"/>
                            </p:stCondLst>
                            <p:childTnLst>
                              <p:par>
                                <p:cTn id="36" presetID="53" presetClass="entr" presetSubtype="0" fill="hold" grpId="0" nodeType="afterEffect">
                                  <p:stCondLst>
                                    <p:cond delay="0"/>
                                  </p:stCondLst>
                                  <p:childTnLst>
                                    <p:set>
                                      <p:cBhvr>
                                        <p:cTn id="37" dur="1" fill="hold">
                                          <p:stCondLst>
                                            <p:cond delay="0"/>
                                          </p:stCondLst>
                                        </p:cTn>
                                        <p:tgtEl>
                                          <p:spTgt spid="85"/>
                                        </p:tgtEl>
                                        <p:attrNameLst>
                                          <p:attrName>style.visibility</p:attrName>
                                        </p:attrNameLst>
                                      </p:cBhvr>
                                      <p:to>
                                        <p:strVal val="visible"/>
                                      </p:to>
                                    </p:set>
                                    <p:anim calcmode="lin" valueType="num">
                                      <p:cBhvr>
                                        <p:cTn id="38" dur="500" fill="hold"/>
                                        <p:tgtEl>
                                          <p:spTgt spid="85"/>
                                        </p:tgtEl>
                                        <p:attrNameLst>
                                          <p:attrName>ppt_w</p:attrName>
                                        </p:attrNameLst>
                                      </p:cBhvr>
                                      <p:tavLst>
                                        <p:tav tm="0">
                                          <p:val>
                                            <p:fltVal val="0"/>
                                          </p:val>
                                        </p:tav>
                                        <p:tav tm="100000">
                                          <p:val>
                                            <p:strVal val="#ppt_w"/>
                                          </p:val>
                                        </p:tav>
                                      </p:tavLst>
                                    </p:anim>
                                    <p:anim calcmode="lin" valueType="num">
                                      <p:cBhvr>
                                        <p:cTn id="39" dur="500" fill="hold"/>
                                        <p:tgtEl>
                                          <p:spTgt spid="85"/>
                                        </p:tgtEl>
                                        <p:attrNameLst>
                                          <p:attrName>ppt_h</p:attrName>
                                        </p:attrNameLst>
                                      </p:cBhvr>
                                      <p:tavLst>
                                        <p:tav tm="0">
                                          <p:val>
                                            <p:fltVal val="0"/>
                                          </p:val>
                                        </p:tav>
                                        <p:tav tm="100000">
                                          <p:val>
                                            <p:strVal val="#ppt_h"/>
                                          </p:val>
                                        </p:tav>
                                      </p:tavLst>
                                    </p:anim>
                                    <p:animEffect transition="in" filter="fade">
                                      <p:cBhvr>
                                        <p:cTn id="40" dur="500"/>
                                        <p:tgtEl>
                                          <p:spTgt spid="85"/>
                                        </p:tgtEl>
                                      </p:cBhvr>
                                    </p:animEffect>
                                  </p:childTnLst>
                                </p:cTn>
                              </p:par>
                            </p:childTnLst>
                          </p:cTn>
                        </p:par>
                        <p:par>
                          <p:cTn id="41" fill="hold">
                            <p:stCondLst>
                              <p:cond delay="4500"/>
                            </p:stCondLst>
                            <p:childTnLst>
                              <p:par>
                                <p:cTn id="42" presetID="2" presetClass="entr" presetSubtype="4" accel="50000" decel="50000" fill="hold" nodeType="after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500" fill="hold"/>
                                        <p:tgtEl>
                                          <p:spTgt spid="13"/>
                                        </p:tgtEl>
                                        <p:attrNameLst>
                                          <p:attrName>ppt_x</p:attrName>
                                        </p:attrNameLst>
                                      </p:cBhvr>
                                      <p:tavLst>
                                        <p:tav tm="0">
                                          <p:val>
                                            <p:strVal val="#ppt_x"/>
                                          </p:val>
                                        </p:tav>
                                        <p:tav tm="100000">
                                          <p:val>
                                            <p:strVal val="#ppt_x"/>
                                          </p:val>
                                        </p:tav>
                                      </p:tavLst>
                                    </p:anim>
                                    <p:anim calcmode="lin" valueType="num">
                                      <p:cBhvr additive="base">
                                        <p:cTn id="45" dur="500" fill="hold"/>
                                        <p:tgtEl>
                                          <p:spTgt spid="13"/>
                                        </p:tgtEl>
                                        <p:attrNameLst>
                                          <p:attrName>ppt_y</p:attrName>
                                        </p:attrNameLst>
                                      </p:cBhvr>
                                      <p:tavLst>
                                        <p:tav tm="0">
                                          <p:val>
                                            <p:strVal val="1+#ppt_h/2"/>
                                          </p:val>
                                        </p:tav>
                                        <p:tav tm="100000">
                                          <p:val>
                                            <p:strVal val="#ppt_y"/>
                                          </p:val>
                                        </p:tav>
                                      </p:tavLst>
                                    </p:anim>
                                  </p:childTnLst>
                                </p:cTn>
                              </p:par>
                            </p:childTnLst>
                          </p:cTn>
                        </p:par>
                        <p:par>
                          <p:cTn id="46" fill="hold">
                            <p:stCondLst>
                              <p:cond delay="5000"/>
                            </p:stCondLst>
                            <p:childTnLst>
                              <p:par>
                                <p:cTn id="47" presetID="53" presetClass="entr" presetSubtype="0" fill="hold" nodeType="after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p:cTn id="49" dur="500" fill="hold"/>
                                        <p:tgtEl>
                                          <p:spTgt spid="9"/>
                                        </p:tgtEl>
                                        <p:attrNameLst>
                                          <p:attrName>ppt_w</p:attrName>
                                        </p:attrNameLst>
                                      </p:cBhvr>
                                      <p:tavLst>
                                        <p:tav tm="0">
                                          <p:val>
                                            <p:fltVal val="0"/>
                                          </p:val>
                                        </p:tav>
                                        <p:tav tm="100000">
                                          <p:val>
                                            <p:strVal val="#ppt_w"/>
                                          </p:val>
                                        </p:tav>
                                      </p:tavLst>
                                    </p:anim>
                                    <p:anim calcmode="lin" valueType="num">
                                      <p:cBhvr>
                                        <p:cTn id="50" dur="500" fill="hold"/>
                                        <p:tgtEl>
                                          <p:spTgt spid="9"/>
                                        </p:tgtEl>
                                        <p:attrNameLst>
                                          <p:attrName>ppt_h</p:attrName>
                                        </p:attrNameLst>
                                      </p:cBhvr>
                                      <p:tavLst>
                                        <p:tav tm="0">
                                          <p:val>
                                            <p:fltVal val="0"/>
                                          </p:val>
                                        </p:tav>
                                        <p:tav tm="100000">
                                          <p:val>
                                            <p:strVal val="#ppt_h"/>
                                          </p:val>
                                        </p:tav>
                                      </p:tavLst>
                                    </p:anim>
                                    <p:animEffect transition="in" filter="fade">
                                      <p:cBhvr>
                                        <p:cTn id="51" dur="500"/>
                                        <p:tgtEl>
                                          <p:spTgt spid="9"/>
                                        </p:tgtEl>
                                      </p:cBhvr>
                                    </p:animEffect>
                                  </p:childTnLst>
                                </p:cTn>
                              </p:par>
                            </p:childTnLst>
                          </p:cTn>
                        </p:par>
                        <p:par>
                          <p:cTn id="52" fill="hold">
                            <p:stCondLst>
                              <p:cond delay="5500"/>
                            </p:stCondLst>
                            <p:childTnLst>
                              <p:par>
                                <p:cTn id="53" presetID="20" presetClass="entr" presetSubtype="0"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wedge">
                                      <p:cBhvr>
                                        <p:cTn id="55" dur="1000"/>
                                        <p:tgtEl>
                                          <p:spTgt spid="4"/>
                                        </p:tgtEl>
                                      </p:cBhvr>
                                    </p:animEffect>
                                  </p:childTnLst>
                                </p:cTn>
                              </p:par>
                            </p:childTnLst>
                          </p:cTn>
                        </p:par>
                        <p:par>
                          <p:cTn id="56" fill="hold">
                            <p:stCondLst>
                              <p:cond delay="6500"/>
                            </p:stCondLst>
                            <p:childTnLst>
                              <p:par>
                                <p:cTn id="57" presetID="53" presetClass="entr" presetSubtype="0" fill="hold" grpId="0" nodeType="afterEffect">
                                  <p:stCondLst>
                                    <p:cond delay="0"/>
                                  </p:stCondLst>
                                  <p:childTnLst>
                                    <p:set>
                                      <p:cBhvr>
                                        <p:cTn id="58" dur="1" fill="hold">
                                          <p:stCondLst>
                                            <p:cond delay="0"/>
                                          </p:stCondLst>
                                        </p:cTn>
                                        <p:tgtEl>
                                          <p:spTgt spid="86"/>
                                        </p:tgtEl>
                                        <p:attrNameLst>
                                          <p:attrName>style.visibility</p:attrName>
                                        </p:attrNameLst>
                                      </p:cBhvr>
                                      <p:to>
                                        <p:strVal val="visible"/>
                                      </p:to>
                                    </p:set>
                                    <p:anim calcmode="lin" valueType="num">
                                      <p:cBhvr>
                                        <p:cTn id="59" dur="500" fill="hold"/>
                                        <p:tgtEl>
                                          <p:spTgt spid="86"/>
                                        </p:tgtEl>
                                        <p:attrNameLst>
                                          <p:attrName>ppt_w</p:attrName>
                                        </p:attrNameLst>
                                      </p:cBhvr>
                                      <p:tavLst>
                                        <p:tav tm="0">
                                          <p:val>
                                            <p:fltVal val="0"/>
                                          </p:val>
                                        </p:tav>
                                        <p:tav tm="100000">
                                          <p:val>
                                            <p:strVal val="#ppt_w"/>
                                          </p:val>
                                        </p:tav>
                                      </p:tavLst>
                                    </p:anim>
                                    <p:anim calcmode="lin" valueType="num">
                                      <p:cBhvr>
                                        <p:cTn id="60" dur="500" fill="hold"/>
                                        <p:tgtEl>
                                          <p:spTgt spid="86"/>
                                        </p:tgtEl>
                                        <p:attrNameLst>
                                          <p:attrName>ppt_h</p:attrName>
                                        </p:attrNameLst>
                                      </p:cBhvr>
                                      <p:tavLst>
                                        <p:tav tm="0">
                                          <p:val>
                                            <p:fltVal val="0"/>
                                          </p:val>
                                        </p:tav>
                                        <p:tav tm="100000">
                                          <p:val>
                                            <p:strVal val="#ppt_h"/>
                                          </p:val>
                                        </p:tav>
                                      </p:tavLst>
                                    </p:anim>
                                    <p:animEffect transition="in" filter="fade">
                                      <p:cBhvr>
                                        <p:cTn id="61" dur="500"/>
                                        <p:tgtEl>
                                          <p:spTgt spid="86"/>
                                        </p:tgtEl>
                                      </p:cBhvr>
                                    </p:animEffect>
                                  </p:childTnLst>
                                </p:cTn>
                              </p:par>
                            </p:childTnLst>
                          </p:cTn>
                        </p:par>
                        <p:par>
                          <p:cTn id="62" fill="hold">
                            <p:stCondLst>
                              <p:cond delay="7000"/>
                            </p:stCondLst>
                            <p:childTnLst>
                              <p:par>
                                <p:cTn id="63" presetID="2" presetClass="entr" presetSubtype="4" accel="50000" decel="50000" fill="hold" nodeType="afterEffect">
                                  <p:stCondLst>
                                    <p:cond delay="0"/>
                                  </p:stCondLst>
                                  <p:childTnLst>
                                    <p:set>
                                      <p:cBhvr>
                                        <p:cTn id="64" dur="1" fill="hold">
                                          <p:stCondLst>
                                            <p:cond delay="0"/>
                                          </p:stCondLst>
                                        </p:cTn>
                                        <p:tgtEl>
                                          <p:spTgt spid="14"/>
                                        </p:tgtEl>
                                        <p:attrNameLst>
                                          <p:attrName>style.visibility</p:attrName>
                                        </p:attrNameLst>
                                      </p:cBhvr>
                                      <p:to>
                                        <p:strVal val="visible"/>
                                      </p:to>
                                    </p:set>
                                    <p:anim calcmode="lin" valueType="num">
                                      <p:cBhvr additive="base">
                                        <p:cTn id="65" dur="500" fill="hold"/>
                                        <p:tgtEl>
                                          <p:spTgt spid="14"/>
                                        </p:tgtEl>
                                        <p:attrNameLst>
                                          <p:attrName>ppt_x</p:attrName>
                                        </p:attrNameLst>
                                      </p:cBhvr>
                                      <p:tavLst>
                                        <p:tav tm="0">
                                          <p:val>
                                            <p:strVal val="#ppt_x"/>
                                          </p:val>
                                        </p:tav>
                                        <p:tav tm="100000">
                                          <p:val>
                                            <p:strVal val="#ppt_x"/>
                                          </p:val>
                                        </p:tav>
                                      </p:tavLst>
                                    </p:anim>
                                    <p:anim calcmode="lin" valueType="num">
                                      <p:cBhvr additive="base">
                                        <p:cTn id="66" dur="500" fill="hold"/>
                                        <p:tgtEl>
                                          <p:spTgt spid="14"/>
                                        </p:tgtEl>
                                        <p:attrNameLst>
                                          <p:attrName>ppt_y</p:attrName>
                                        </p:attrNameLst>
                                      </p:cBhvr>
                                      <p:tavLst>
                                        <p:tav tm="0">
                                          <p:val>
                                            <p:strVal val="1+#ppt_h/2"/>
                                          </p:val>
                                        </p:tav>
                                        <p:tav tm="100000">
                                          <p:val>
                                            <p:strVal val="#ppt_y"/>
                                          </p:val>
                                        </p:tav>
                                      </p:tavLst>
                                    </p:anim>
                                  </p:childTnLst>
                                </p:cTn>
                              </p:par>
                            </p:childTnLst>
                          </p:cTn>
                        </p:par>
                        <p:par>
                          <p:cTn id="67" fill="hold">
                            <p:stCondLst>
                              <p:cond delay="7500"/>
                            </p:stCondLst>
                            <p:childTnLst>
                              <p:par>
                                <p:cTn id="68" presetID="53" presetClass="entr" presetSubtype="0" fill="hold" nodeType="after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p:cTn id="70" dur="500" fill="hold"/>
                                        <p:tgtEl>
                                          <p:spTgt spid="10"/>
                                        </p:tgtEl>
                                        <p:attrNameLst>
                                          <p:attrName>ppt_w</p:attrName>
                                        </p:attrNameLst>
                                      </p:cBhvr>
                                      <p:tavLst>
                                        <p:tav tm="0">
                                          <p:val>
                                            <p:fltVal val="0"/>
                                          </p:val>
                                        </p:tav>
                                        <p:tav tm="100000">
                                          <p:val>
                                            <p:strVal val="#ppt_w"/>
                                          </p:val>
                                        </p:tav>
                                      </p:tavLst>
                                    </p:anim>
                                    <p:anim calcmode="lin" valueType="num">
                                      <p:cBhvr>
                                        <p:cTn id="71" dur="500" fill="hold"/>
                                        <p:tgtEl>
                                          <p:spTgt spid="10"/>
                                        </p:tgtEl>
                                        <p:attrNameLst>
                                          <p:attrName>ppt_h</p:attrName>
                                        </p:attrNameLst>
                                      </p:cBhvr>
                                      <p:tavLst>
                                        <p:tav tm="0">
                                          <p:val>
                                            <p:fltVal val="0"/>
                                          </p:val>
                                        </p:tav>
                                        <p:tav tm="100000">
                                          <p:val>
                                            <p:strVal val="#ppt_h"/>
                                          </p:val>
                                        </p:tav>
                                      </p:tavLst>
                                    </p:anim>
                                    <p:animEffect transition="in" filter="fade">
                                      <p:cBhvr>
                                        <p:cTn id="72" dur="500"/>
                                        <p:tgtEl>
                                          <p:spTgt spid="10"/>
                                        </p:tgtEl>
                                      </p:cBhvr>
                                    </p:animEffect>
                                  </p:childTnLst>
                                </p:cTn>
                              </p:par>
                            </p:childTnLst>
                          </p:cTn>
                        </p:par>
                        <p:par>
                          <p:cTn id="73" fill="hold">
                            <p:stCondLst>
                              <p:cond delay="8000"/>
                            </p:stCondLst>
                            <p:childTnLst>
                              <p:par>
                                <p:cTn id="74" presetID="20" presetClass="entr" presetSubtype="0" fill="hold" nodeType="afterEffect">
                                  <p:stCondLst>
                                    <p:cond delay="0"/>
                                  </p:stCondLst>
                                  <p:childTnLst>
                                    <p:set>
                                      <p:cBhvr>
                                        <p:cTn id="75" dur="1" fill="hold">
                                          <p:stCondLst>
                                            <p:cond delay="0"/>
                                          </p:stCondLst>
                                        </p:cTn>
                                        <p:tgtEl>
                                          <p:spTgt spid="5"/>
                                        </p:tgtEl>
                                        <p:attrNameLst>
                                          <p:attrName>style.visibility</p:attrName>
                                        </p:attrNameLst>
                                      </p:cBhvr>
                                      <p:to>
                                        <p:strVal val="visible"/>
                                      </p:to>
                                    </p:set>
                                    <p:animEffect transition="in" filter="wedge">
                                      <p:cBhvr>
                                        <p:cTn id="76" dur="1000"/>
                                        <p:tgtEl>
                                          <p:spTgt spid="5"/>
                                        </p:tgtEl>
                                      </p:cBhvr>
                                    </p:animEffect>
                                  </p:childTnLst>
                                </p:cTn>
                              </p:par>
                            </p:childTnLst>
                          </p:cTn>
                        </p:par>
                        <p:par>
                          <p:cTn id="77" fill="hold">
                            <p:stCondLst>
                              <p:cond delay="9000"/>
                            </p:stCondLst>
                            <p:childTnLst>
                              <p:par>
                                <p:cTn id="78" presetID="53" presetClass="entr" presetSubtype="0" fill="hold" grpId="0" nodeType="afterEffect">
                                  <p:stCondLst>
                                    <p:cond delay="0"/>
                                  </p:stCondLst>
                                  <p:childTnLst>
                                    <p:set>
                                      <p:cBhvr>
                                        <p:cTn id="79" dur="1" fill="hold">
                                          <p:stCondLst>
                                            <p:cond delay="0"/>
                                          </p:stCondLst>
                                        </p:cTn>
                                        <p:tgtEl>
                                          <p:spTgt spid="87"/>
                                        </p:tgtEl>
                                        <p:attrNameLst>
                                          <p:attrName>style.visibility</p:attrName>
                                        </p:attrNameLst>
                                      </p:cBhvr>
                                      <p:to>
                                        <p:strVal val="visible"/>
                                      </p:to>
                                    </p:set>
                                    <p:anim calcmode="lin" valueType="num">
                                      <p:cBhvr>
                                        <p:cTn id="80" dur="500" fill="hold"/>
                                        <p:tgtEl>
                                          <p:spTgt spid="87"/>
                                        </p:tgtEl>
                                        <p:attrNameLst>
                                          <p:attrName>ppt_w</p:attrName>
                                        </p:attrNameLst>
                                      </p:cBhvr>
                                      <p:tavLst>
                                        <p:tav tm="0">
                                          <p:val>
                                            <p:fltVal val="0"/>
                                          </p:val>
                                        </p:tav>
                                        <p:tav tm="100000">
                                          <p:val>
                                            <p:strVal val="#ppt_w"/>
                                          </p:val>
                                        </p:tav>
                                      </p:tavLst>
                                    </p:anim>
                                    <p:anim calcmode="lin" valueType="num">
                                      <p:cBhvr>
                                        <p:cTn id="81" dur="500" fill="hold"/>
                                        <p:tgtEl>
                                          <p:spTgt spid="87"/>
                                        </p:tgtEl>
                                        <p:attrNameLst>
                                          <p:attrName>ppt_h</p:attrName>
                                        </p:attrNameLst>
                                      </p:cBhvr>
                                      <p:tavLst>
                                        <p:tav tm="0">
                                          <p:val>
                                            <p:fltVal val="0"/>
                                          </p:val>
                                        </p:tav>
                                        <p:tav tm="100000">
                                          <p:val>
                                            <p:strVal val="#ppt_h"/>
                                          </p:val>
                                        </p:tav>
                                      </p:tavLst>
                                    </p:anim>
                                    <p:animEffect transition="in" filter="fade">
                                      <p:cBhvr>
                                        <p:cTn id="82" dur="500"/>
                                        <p:tgtEl>
                                          <p:spTgt spid="87"/>
                                        </p:tgtEl>
                                      </p:cBhvr>
                                    </p:animEffect>
                                  </p:childTnLst>
                                </p:cTn>
                              </p:par>
                            </p:childTnLst>
                          </p:cTn>
                        </p:par>
                        <p:par>
                          <p:cTn id="83" fill="hold">
                            <p:stCondLst>
                              <p:cond delay="9500"/>
                            </p:stCondLst>
                            <p:childTnLst>
                              <p:par>
                                <p:cTn id="84" presetID="2" presetClass="entr" presetSubtype="4" accel="50000" decel="50000" fill="hold" nodeType="after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additive="base">
                                        <p:cTn id="86" dur="500" fill="hold"/>
                                        <p:tgtEl>
                                          <p:spTgt spid="15"/>
                                        </p:tgtEl>
                                        <p:attrNameLst>
                                          <p:attrName>ppt_x</p:attrName>
                                        </p:attrNameLst>
                                      </p:cBhvr>
                                      <p:tavLst>
                                        <p:tav tm="0">
                                          <p:val>
                                            <p:strVal val="#ppt_x"/>
                                          </p:val>
                                        </p:tav>
                                        <p:tav tm="100000">
                                          <p:val>
                                            <p:strVal val="#ppt_x"/>
                                          </p:val>
                                        </p:tav>
                                      </p:tavLst>
                                    </p:anim>
                                    <p:anim calcmode="lin" valueType="num">
                                      <p:cBhvr additive="base">
                                        <p:cTn id="87"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5" grpId="0"/>
      <p:bldP spid="86" grpId="0"/>
      <p:bldP spid="87"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ounded Rectangle 41"/>
          <p:cNvSpPr/>
          <p:nvPr/>
        </p:nvSpPr>
        <p:spPr>
          <a:xfrm>
            <a:off x="4802427" y="2356662"/>
            <a:ext cx="3200400" cy="5334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ounded Rectangle 42"/>
          <p:cNvSpPr/>
          <p:nvPr/>
        </p:nvSpPr>
        <p:spPr>
          <a:xfrm>
            <a:off x="4802427" y="2890062"/>
            <a:ext cx="2895600" cy="5334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Rounded Rectangle 36"/>
          <p:cNvSpPr/>
          <p:nvPr/>
        </p:nvSpPr>
        <p:spPr>
          <a:xfrm>
            <a:off x="4802427" y="1823262"/>
            <a:ext cx="3581400" cy="5334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p:txBody>
          <a:bodyPr/>
          <a:lstStyle/>
          <a:p>
            <a:r>
              <a:rPr lang="en-US"/>
              <a:t>Research Infographic</a:t>
            </a:r>
            <a:endParaRPr lang="en-US" dirty="0"/>
          </a:p>
        </p:txBody>
      </p:sp>
      <p:sp>
        <p:nvSpPr>
          <p:cNvPr id="4" name="Text Placeholder 3"/>
          <p:cNvSpPr>
            <a:spLocks noGrp="1"/>
          </p:cNvSpPr>
          <p:nvPr>
            <p:ph type="body" sz="half" idx="2"/>
          </p:nvPr>
        </p:nvSpPr>
        <p:spPr/>
        <p:txBody>
          <a:bodyPr/>
          <a:lstStyle/>
          <a:p>
            <a:r>
              <a:rPr lang="en-US"/>
              <a:t>Research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266</a:t>
            </a:fld>
            <a:endParaRPr lang="en-US" dirty="0"/>
          </a:p>
        </p:txBody>
      </p:sp>
      <p:grpSp>
        <p:nvGrpSpPr>
          <p:cNvPr id="3" name="Group 40"/>
          <p:cNvGrpSpPr/>
          <p:nvPr/>
        </p:nvGrpSpPr>
        <p:grpSpPr>
          <a:xfrm>
            <a:off x="3547394" y="1552850"/>
            <a:ext cx="2383747" cy="3369725"/>
            <a:chOff x="3240767" y="1463138"/>
            <a:chExt cx="2383747" cy="3369725"/>
          </a:xfrm>
        </p:grpSpPr>
        <p:sp>
          <p:nvSpPr>
            <p:cNvPr id="40" name="Oval 39"/>
            <p:cNvSpPr/>
            <p:nvPr/>
          </p:nvSpPr>
          <p:spPr>
            <a:xfrm>
              <a:off x="3240767" y="1628775"/>
              <a:ext cx="1973942" cy="197394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32"/>
            <p:cNvGrpSpPr/>
            <p:nvPr/>
          </p:nvGrpSpPr>
          <p:grpSpPr>
            <a:xfrm rot="19593016">
              <a:off x="3519486" y="1463138"/>
              <a:ext cx="2105028" cy="3369725"/>
              <a:chOff x="1076959" y="905509"/>
              <a:chExt cx="2418083" cy="3870865"/>
            </a:xfrm>
          </p:grpSpPr>
          <p:sp>
            <p:nvSpPr>
              <p:cNvPr id="31" name="Rectangle 30"/>
              <p:cNvSpPr/>
              <p:nvPr/>
            </p:nvSpPr>
            <p:spPr>
              <a:xfrm>
                <a:off x="2133600" y="3028950"/>
                <a:ext cx="304800" cy="1143000"/>
              </a:xfrm>
              <a:prstGeom prst="rect">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ounded Rectangle 31"/>
              <p:cNvSpPr/>
              <p:nvPr/>
            </p:nvSpPr>
            <p:spPr>
              <a:xfrm>
                <a:off x="2057400" y="3867150"/>
                <a:ext cx="457200" cy="909224"/>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Donut 29"/>
              <p:cNvSpPr/>
              <p:nvPr/>
            </p:nvSpPr>
            <p:spPr>
              <a:xfrm>
                <a:off x="1076959" y="905509"/>
                <a:ext cx="2418083" cy="2418082"/>
              </a:xfrm>
              <a:prstGeom prst="donut">
                <a:avLst>
                  <a:gd name="adj" fmla="val 1371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sp>
        <p:nvSpPr>
          <p:cNvPr id="45" name="Oval 44"/>
          <p:cNvSpPr>
            <a:spLocks noChangeAspect="1"/>
          </p:cNvSpPr>
          <p:nvPr/>
        </p:nvSpPr>
        <p:spPr>
          <a:xfrm>
            <a:off x="7880272" y="1849562"/>
            <a:ext cx="476250" cy="476648"/>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accent2"/>
                </a:solidFill>
              </a:rPr>
              <a:t>01</a:t>
            </a:r>
            <a:endParaRPr lang="en-US" sz="1050" b="1" dirty="0">
              <a:solidFill>
                <a:schemeClr val="accent2"/>
              </a:solidFill>
              <a:latin typeface="+mj-lt"/>
            </a:endParaRPr>
          </a:p>
        </p:txBody>
      </p:sp>
      <p:sp>
        <p:nvSpPr>
          <p:cNvPr id="47" name="Oval 46"/>
          <p:cNvSpPr>
            <a:spLocks noChangeAspect="1"/>
          </p:cNvSpPr>
          <p:nvPr/>
        </p:nvSpPr>
        <p:spPr>
          <a:xfrm>
            <a:off x="7496097" y="2382934"/>
            <a:ext cx="476250" cy="476648"/>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accent3"/>
                </a:solidFill>
              </a:rPr>
              <a:t>02</a:t>
            </a:r>
            <a:endParaRPr lang="en-US" sz="1050" b="1" dirty="0">
              <a:solidFill>
                <a:schemeClr val="accent3"/>
              </a:solidFill>
              <a:latin typeface="+mj-lt"/>
            </a:endParaRPr>
          </a:p>
        </p:txBody>
      </p:sp>
      <p:sp>
        <p:nvSpPr>
          <p:cNvPr id="48" name="Oval 47"/>
          <p:cNvSpPr>
            <a:spLocks noChangeAspect="1"/>
          </p:cNvSpPr>
          <p:nvPr/>
        </p:nvSpPr>
        <p:spPr>
          <a:xfrm>
            <a:off x="7189392" y="2916334"/>
            <a:ext cx="476250" cy="476648"/>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accent4"/>
                </a:solidFill>
              </a:rPr>
              <a:t>03</a:t>
            </a:r>
            <a:endParaRPr lang="en-US" sz="1050" b="1" dirty="0">
              <a:solidFill>
                <a:schemeClr val="accent4"/>
              </a:solidFill>
              <a:latin typeface="+mj-lt"/>
            </a:endParaRPr>
          </a:p>
        </p:txBody>
      </p:sp>
      <p:grpSp>
        <p:nvGrpSpPr>
          <p:cNvPr id="6" name="Group 73"/>
          <p:cNvGrpSpPr/>
          <p:nvPr/>
        </p:nvGrpSpPr>
        <p:grpSpPr>
          <a:xfrm>
            <a:off x="3105811" y="1530462"/>
            <a:ext cx="930338" cy="216600"/>
            <a:chOff x="2901397" y="1460250"/>
            <a:chExt cx="930338" cy="220268"/>
          </a:xfrm>
        </p:grpSpPr>
        <p:cxnSp>
          <p:nvCxnSpPr>
            <p:cNvPr id="50" name="Straight Connector 49"/>
            <p:cNvCxnSpPr/>
            <p:nvPr/>
          </p:nvCxnSpPr>
          <p:spPr>
            <a:xfrm flipH="1" flipV="1">
              <a:off x="3592681" y="1460250"/>
              <a:ext cx="239054" cy="220268"/>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2901397" y="1463917"/>
              <a:ext cx="691284" cy="0"/>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7" name="Group 81"/>
          <p:cNvGrpSpPr/>
          <p:nvPr/>
        </p:nvGrpSpPr>
        <p:grpSpPr>
          <a:xfrm flipV="1">
            <a:off x="3122511" y="3728262"/>
            <a:ext cx="930338" cy="216600"/>
            <a:chOff x="2901397" y="1460250"/>
            <a:chExt cx="930338" cy="220268"/>
          </a:xfrm>
        </p:grpSpPr>
        <p:cxnSp>
          <p:nvCxnSpPr>
            <p:cNvPr id="53" name="Straight Connector 52"/>
            <p:cNvCxnSpPr/>
            <p:nvPr/>
          </p:nvCxnSpPr>
          <p:spPr>
            <a:xfrm flipH="1" flipV="1">
              <a:off x="3592681" y="1460250"/>
              <a:ext cx="239054" cy="220268"/>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2901397" y="1463917"/>
              <a:ext cx="691284" cy="0"/>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cxnSp>
        <p:nvCxnSpPr>
          <p:cNvPr id="56" name="Straight Connector 55"/>
          <p:cNvCxnSpPr/>
          <p:nvPr/>
        </p:nvCxnSpPr>
        <p:spPr>
          <a:xfrm flipH="1">
            <a:off x="2979725" y="2623362"/>
            <a:ext cx="460627" cy="0"/>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nvGrpSpPr>
          <p:cNvPr id="8" name="Group 72"/>
          <p:cNvGrpSpPr/>
          <p:nvPr/>
        </p:nvGrpSpPr>
        <p:grpSpPr>
          <a:xfrm>
            <a:off x="925752" y="3575862"/>
            <a:ext cx="1947726" cy="668069"/>
            <a:chOff x="5603652" y="1677380"/>
            <a:chExt cx="1947726" cy="668069"/>
          </a:xfrm>
        </p:grpSpPr>
        <p:sp>
          <p:nvSpPr>
            <p:cNvPr id="58" name="Text Placeholder 3"/>
            <p:cNvSpPr txBox="1">
              <a:spLocks/>
            </p:cNvSpPr>
            <p:nvPr/>
          </p:nvSpPr>
          <p:spPr>
            <a:xfrm>
              <a:off x="6707749" y="1677380"/>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KEY WORD</a:t>
              </a:r>
            </a:p>
          </p:txBody>
        </p:sp>
        <p:sp>
          <p:nvSpPr>
            <p:cNvPr id="59"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9" name="Group 75"/>
          <p:cNvGrpSpPr/>
          <p:nvPr/>
        </p:nvGrpSpPr>
        <p:grpSpPr>
          <a:xfrm>
            <a:off x="806826" y="2300154"/>
            <a:ext cx="1947726" cy="666108"/>
            <a:chOff x="5603652" y="1679341"/>
            <a:chExt cx="1947726" cy="666108"/>
          </a:xfrm>
        </p:grpSpPr>
        <p:sp>
          <p:nvSpPr>
            <p:cNvPr id="62" name="Text Placeholder 3"/>
            <p:cNvSpPr txBox="1">
              <a:spLocks/>
            </p:cNvSpPr>
            <p:nvPr/>
          </p:nvSpPr>
          <p:spPr>
            <a:xfrm>
              <a:off x="6707749" y="1679341"/>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KEY WORD</a:t>
              </a:r>
            </a:p>
          </p:txBody>
        </p:sp>
        <p:sp>
          <p:nvSpPr>
            <p:cNvPr id="63"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0" name="Group 72"/>
          <p:cNvGrpSpPr/>
          <p:nvPr/>
        </p:nvGrpSpPr>
        <p:grpSpPr>
          <a:xfrm>
            <a:off x="883026" y="1213662"/>
            <a:ext cx="1947726" cy="632444"/>
            <a:chOff x="5603652" y="1713005"/>
            <a:chExt cx="1947726" cy="632444"/>
          </a:xfrm>
        </p:grpSpPr>
        <p:sp>
          <p:nvSpPr>
            <p:cNvPr id="69" name="Text Placeholder 3"/>
            <p:cNvSpPr txBox="1">
              <a:spLocks/>
            </p:cNvSpPr>
            <p:nvPr/>
          </p:nvSpPr>
          <p:spPr>
            <a:xfrm>
              <a:off x="6707749" y="1713005"/>
              <a:ext cx="843629"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KEY WORD</a:t>
              </a:r>
            </a:p>
          </p:txBody>
        </p:sp>
        <p:sp>
          <p:nvSpPr>
            <p:cNvPr id="70" name="Text Placeholder 3"/>
            <p:cNvSpPr txBox="1">
              <a:spLocks/>
            </p:cNvSpPr>
            <p:nvPr/>
          </p:nvSpPr>
          <p:spPr>
            <a:xfrm>
              <a:off x="5603652" y="1883784"/>
              <a:ext cx="194772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have even slightly</a:t>
              </a:r>
            </a:p>
          </p:txBody>
        </p:sp>
      </p:grpSp>
      <p:grpSp>
        <p:nvGrpSpPr>
          <p:cNvPr id="11" name="Group 56"/>
          <p:cNvGrpSpPr/>
          <p:nvPr/>
        </p:nvGrpSpPr>
        <p:grpSpPr>
          <a:xfrm>
            <a:off x="3835195" y="2212004"/>
            <a:ext cx="1407907" cy="1017244"/>
            <a:chOff x="495837" y="1363501"/>
            <a:chExt cx="1407907" cy="1017244"/>
          </a:xfrm>
        </p:grpSpPr>
        <p:sp>
          <p:nvSpPr>
            <p:cNvPr id="73" name="TextBox 72"/>
            <p:cNvSpPr txBox="1"/>
            <p:nvPr/>
          </p:nvSpPr>
          <p:spPr>
            <a:xfrm>
              <a:off x="495837" y="1611304"/>
              <a:ext cx="1407907" cy="769441"/>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variations passages of lorem ipsum available majority have suffered alteration</a:t>
              </a:r>
            </a:p>
          </p:txBody>
        </p:sp>
        <p:sp>
          <p:nvSpPr>
            <p:cNvPr id="74" name="Rectangle 73"/>
            <p:cNvSpPr/>
            <p:nvPr/>
          </p:nvSpPr>
          <p:spPr>
            <a:xfrm>
              <a:off x="797437" y="1363501"/>
              <a:ext cx="804707" cy="215444"/>
            </a:xfrm>
            <a:prstGeom prst="rect">
              <a:avLst/>
            </a:prstGeom>
          </p:spPr>
          <p:txBody>
            <a:bodyPr wrap="none" lIns="0" tIns="0" rIns="0" bIns="0">
              <a:spAutoFit/>
            </a:bodyPr>
            <a:lstStyle/>
            <a:p>
              <a:pPr algn="ctr"/>
              <a:r>
                <a:rPr lang="en-US" sz="1400" b="1" dirty="0">
                  <a:solidFill>
                    <a:schemeClr val="tx1">
                      <a:lumMod val="75000"/>
                      <a:lumOff val="25000"/>
                    </a:schemeClr>
                  </a:solidFill>
                </a:rPr>
                <a:t>Just start</a:t>
              </a:r>
            </a:p>
          </p:txBody>
        </p:sp>
      </p:grpSp>
      <p:sp>
        <p:nvSpPr>
          <p:cNvPr id="75" name="Text Placeholder 3"/>
          <p:cNvSpPr txBox="1">
            <a:spLocks/>
          </p:cNvSpPr>
          <p:nvPr/>
        </p:nvSpPr>
        <p:spPr>
          <a:xfrm>
            <a:off x="6031152" y="2003187"/>
            <a:ext cx="1317554"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bg1"/>
                </a:solidFill>
              </a:rPr>
              <a:t>Title Goes Here</a:t>
            </a:r>
            <a:endParaRPr lang="en-US" sz="1000" dirty="0">
              <a:solidFill>
                <a:schemeClr val="bg1"/>
              </a:solidFill>
            </a:endParaRPr>
          </a:p>
        </p:txBody>
      </p:sp>
      <p:sp>
        <p:nvSpPr>
          <p:cNvPr id="76" name="Text Placeholder 3"/>
          <p:cNvSpPr txBox="1">
            <a:spLocks/>
          </p:cNvSpPr>
          <p:nvPr/>
        </p:nvSpPr>
        <p:spPr>
          <a:xfrm>
            <a:off x="5726352" y="2538723"/>
            <a:ext cx="1317554"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bg1"/>
                </a:solidFill>
              </a:rPr>
              <a:t>Title Goes Here</a:t>
            </a:r>
            <a:endParaRPr lang="en-US" sz="1000" dirty="0">
              <a:solidFill>
                <a:schemeClr val="bg1"/>
              </a:solidFill>
            </a:endParaRPr>
          </a:p>
        </p:txBody>
      </p:sp>
      <p:sp>
        <p:nvSpPr>
          <p:cNvPr id="77" name="Text Placeholder 3"/>
          <p:cNvSpPr txBox="1">
            <a:spLocks/>
          </p:cNvSpPr>
          <p:nvPr/>
        </p:nvSpPr>
        <p:spPr>
          <a:xfrm>
            <a:off x="5399327" y="3059971"/>
            <a:ext cx="1317554" cy="1692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a:r>
              <a:rPr lang="en-US" sz="1100" b="1" dirty="0">
                <a:solidFill>
                  <a:schemeClr val="bg1"/>
                </a:solidFill>
              </a:rPr>
              <a:t>Title Goes Here</a:t>
            </a:r>
            <a:endParaRPr lang="en-US" sz="1000" dirty="0">
              <a:solidFill>
                <a:schemeClr val="bg1"/>
              </a:solidFill>
            </a:endParaRPr>
          </a:p>
        </p:txBody>
      </p:sp>
      <p:sp>
        <p:nvSpPr>
          <p:cNvPr id="78" name="Freeform 63"/>
          <p:cNvSpPr>
            <a:spLocks noEditPoints="1"/>
          </p:cNvSpPr>
          <p:nvPr/>
        </p:nvSpPr>
        <p:spPr bwMode="auto">
          <a:xfrm>
            <a:off x="6770693" y="3018518"/>
            <a:ext cx="303680" cy="221020"/>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66"/>
          <p:cNvSpPr>
            <a:spLocks noEditPoints="1"/>
          </p:cNvSpPr>
          <p:nvPr/>
        </p:nvSpPr>
        <p:spPr bwMode="auto">
          <a:xfrm>
            <a:off x="7103208" y="2520236"/>
            <a:ext cx="280318" cy="217426"/>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226"/>
          <p:cNvSpPr>
            <a:spLocks noEditPoints="1"/>
          </p:cNvSpPr>
          <p:nvPr/>
        </p:nvSpPr>
        <p:spPr bwMode="auto">
          <a:xfrm>
            <a:off x="7379892" y="1959247"/>
            <a:ext cx="337820" cy="226410"/>
          </a:xfrm>
          <a:custGeom>
            <a:avLst/>
            <a:gdLst/>
            <a:ahLst/>
            <a:cxnLst>
              <a:cxn ang="0">
                <a:pos x="86" y="15"/>
              </a:cxn>
              <a:cxn ang="0">
                <a:pos x="44" y="29"/>
              </a:cxn>
              <a:cxn ang="0">
                <a:pos x="43" y="29"/>
              </a:cxn>
              <a:cxn ang="0">
                <a:pos x="43" y="29"/>
              </a:cxn>
              <a:cxn ang="0">
                <a:pos x="18" y="21"/>
              </a:cxn>
              <a:cxn ang="0">
                <a:pos x="14" y="32"/>
              </a:cxn>
              <a:cxn ang="0">
                <a:pos x="17" y="36"/>
              </a:cxn>
              <a:cxn ang="0">
                <a:pos x="15" y="40"/>
              </a:cxn>
              <a:cxn ang="0">
                <a:pos x="17" y="56"/>
              </a:cxn>
              <a:cxn ang="0">
                <a:pos x="16" y="57"/>
              </a:cxn>
              <a:cxn ang="0">
                <a:pos x="16" y="58"/>
              </a:cxn>
              <a:cxn ang="0">
                <a:pos x="8" y="58"/>
              </a:cxn>
              <a:cxn ang="0">
                <a:pos x="7" y="57"/>
              </a:cxn>
              <a:cxn ang="0">
                <a:pos x="7" y="56"/>
              </a:cxn>
              <a:cxn ang="0">
                <a:pos x="9" y="40"/>
              </a:cxn>
              <a:cxn ang="0">
                <a:pos x="7" y="36"/>
              </a:cxn>
              <a:cxn ang="0">
                <a:pos x="10" y="32"/>
              </a:cxn>
              <a:cxn ang="0">
                <a:pos x="13" y="19"/>
              </a:cxn>
              <a:cxn ang="0">
                <a:pos x="1" y="15"/>
              </a:cxn>
              <a:cxn ang="0">
                <a:pos x="0" y="14"/>
              </a:cxn>
              <a:cxn ang="0">
                <a:pos x="1" y="13"/>
              </a:cxn>
              <a:cxn ang="0">
                <a:pos x="43" y="0"/>
              </a:cxn>
              <a:cxn ang="0">
                <a:pos x="43" y="0"/>
              </a:cxn>
              <a:cxn ang="0">
                <a:pos x="44" y="0"/>
              </a:cxn>
              <a:cxn ang="0">
                <a:pos x="86" y="13"/>
              </a:cxn>
              <a:cxn ang="0">
                <a:pos x="87" y="14"/>
              </a:cxn>
              <a:cxn ang="0">
                <a:pos x="86" y="15"/>
              </a:cxn>
              <a:cxn ang="0">
                <a:pos x="68" y="38"/>
              </a:cxn>
              <a:cxn ang="0">
                <a:pos x="43" y="48"/>
              </a:cxn>
              <a:cxn ang="0">
                <a:pos x="19" y="38"/>
              </a:cxn>
              <a:cxn ang="0">
                <a:pos x="20" y="26"/>
              </a:cxn>
              <a:cxn ang="0">
                <a:pos x="42" y="33"/>
              </a:cxn>
              <a:cxn ang="0">
                <a:pos x="43" y="34"/>
              </a:cxn>
              <a:cxn ang="0">
                <a:pos x="45" y="33"/>
              </a:cxn>
              <a:cxn ang="0">
                <a:pos x="67" y="26"/>
              </a:cxn>
              <a:cxn ang="0">
                <a:pos x="68" y="38"/>
              </a:cxn>
            </a:cxnLst>
            <a:rect l="0" t="0" r="r" b="b"/>
            <a:pathLst>
              <a:path w="87" h="58">
                <a:moveTo>
                  <a:pt x="86" y="15"/>
                </a:moveTo>
                <a:cubicBezTo>
                  <a:pt x="44" y="29"/>
                  <a:pt x="44" y="29"/>
                  <a:pt x="44" y="29"/>
                </a:cubicBezTo>
                <a:cubicBezTo>
                  <a:pt x="44" y="29"/>
                  <a:pt x="44" y="29"/>
                  <a:pt x="43" y="29"/>
                </a:cubicBezTo>
                <a:cubicBezTo>
                  <a:pt x="43" y="29"/>
                  <a:pt x="43" y="29"/>
                  <a:pt x="43" y="29"/>
                </a:cubicBezTo>
                <a:cubicBezTo>
                  <a:pt x="18" y="21"/>
                  <a:pt x="18" y="21"/>
                  <a:pt x="18" y="21"/>
                </a:cubicBezTo>
                <a:cubicBezTo>
                  <a:pt x="16" y="23"/>
                  <a:pt x="15" y="27"/>
                  <a:pt x="14" y="32"/>
                </a:cubicBezTo>
                <a:cubicBezTo>
                  <a:pt x="16" y="33"/>
                  <a:pt x="17" y="34"/>
                  <a:pt x="17" y="36"/>
                </a:cubicBezTo>
                <a:cubicBezTo>
                  <a:pt x="17" y="38"/>
                  <a:pt x="16" y="39"/>
                  <a:pt x="15" y="40"/>
                </a:cubicBezTo>
                <a:cubicBezTo>
                  <a:pt x="17" y="56"/>
                  <a:pt x="17" y="56"/>
                  <a:pt x="17" y="56"/>
                </a:cubicBezTo>
                <a:cubicBezTo>
                  <a:pt x="17" y="57"/>
                  <a:pt x="17" y="57"/>
                  <a:pt x="16" y="57"/>
                </a:cubicBezTo>
                <a:cubicBezTo>
                  <a:pt x="16" y="58"/>
                  <a:pt x="16" y="58"/>
                  <a:pt x="16" y="58"/>
                </a:cubicBezTo>
                <a:cubicBezTo>
                  <a:pt x="8" y="58"/>
                  <a:pt x="8" y="58"/>
                  <a:pt x="8" y="58"/>
                </a:cubicBezTo>
                <a:cubicBezTo>
                  <a:pt x="8" y="58"/>
                  <a:pt x="8" y="58"/>
                  <a:pt x="7" y="57"/>
                </a:cubicBezTo>
                <a:cubicBezTo>
                  <a:pt x="7" y="57"/>
                  <a:pt x="7" y="57"/>
                  <a:pt x="7" y="56"/>
                </a:cubicBezTo>
                <a:cubicBezTo>
                  <a:pt x="9" y="40"/>
                  <a:pt x="9" y="40"/>
                  <a:pt x="9" y="40"/>
                </a:cubicBezTo>
                <a:cubicBezTo>
                  <a:pt x="8" y="39"/>
                  <a:pt x="7" y="38"/>
                  <a:pt x="7" y="36"/>
                </a:cubicBezTo>
                <a:cubicBezTo>
                  <a:pt x="7" y="34"/>
                  <a:pt x="8" y="33"/>
                  <a:pt x="10" y="32"/>
                </a:cubicBezTo>
                <a:cubicBezTo>
                  <a:pt x="10" y="27"/>
                  <a:pt x="11" y="23"/>
                  <a:pt x="13" y="19"/>
                </a:cubicBezTo>
                <a:cubicBezTo>
                  <a:pt x="1" y="15"/>
                  <a:pt x="1" y="15"/>
                  <a:pt x="1" y="15"/>
                </a:cubicBezTo>
                <a:cubicBezTo>
                  <a:pt x="0" y="15"/>
                  <a:pt x="0" y="15"/>
                  <a:pt x="0" y="14"/>
                </a:cubicBezTo>
                <a:cubicBezTo>
                  <a:pt x="0" y="14"/>
                  <a:pt x="0" y="13"/>
                  <a:pt x="1" y="13"/>
                </a:cubicBezTo>
                <a:cubicBezTo>
                  <a:pt x="43" y="0"/>
                  <a:pt x="43" y="0"/>
                  <a:pt x="43" y="0"/>
                </a:cubicBezTo>
                <a:cubicBezTo>
                  <a:pt x="43" y="0"/>
                  <a:pt x="43" y="0"/>
                  <a:pt x="43" y="0"/>
                </a:cubicBezTo>
                <a:cubicBezTo>
                  <a:pt x="44" y="0"/>
                  <a:pt x="44" y="0"/>
                  <a:pt x="44" y="0"/>
                </a:cubicBezTo>
                <a:cubicBezTo>
                  <a:pt x="86" y="13"/>
                  <a:pt x="86" y="13"/>
                  <a:pt x="86" y="13"/>
                </a:cubicBezTo>
                <a:cubicBezTo>
                  <a:pt x="87" y="13"/>
                  <a:pt x="87" y="14"/>
                  <a:pt x="87" y="14"/>
                </a:cubicBezTo>
                <a:cubicBezTo>
                  <a:pt x="87" y="15"/>
                  <a:pt x="87" y="15"/>
                  <a:pt x="86" y="15"/>
                </a:cubicBezTo>
                <a:close/>
                <a:moveTo>
                  <a:pt x="68" y="38"/>
                </a:moveTo>
                <a:cubicBezTo>
                  <a:pt x="68" y="44"/>
                  <a:pt x="57" y="48"/>
                  <a:pt x="43" y="48"/>
                </a:cubicBezTo>
                <a:cubicBezTo>
                  <a:pt x="30" y="48"/>
                  <a:pt x="19" y="44"/>
                  <a:pt x="19" y="38"/>
                </a:cubicBezTo>
                <a:cubicBezTo>
                  <a:pt x="20" y="26"/>
                  <a:pt x="20" y="26"/>
                  <a:pt x="20" y="26"/>
                </a:cubicBezTo>
                <a:cubicBezTo>
                  <a:pt x="42" y="33"/>
                  <a:pt x="42" y="33"/>
                  <a:pt x="42" y="33"/>
                </a:cubicBezTo>
                <a:cubicBezTo>
                  <a:pt x="42" y="33"/>
                  <a:pt x="43" y="34"/>
                  <a:pt x="43" y="34"/>
                </a:cubicBezTo>
                <a:cubicBezTo>
                  <a:pt x="44" y="34"/>
                  <a:pt x="45" y="33"/>
                  <a:pt x="45" y="33"/>
                </a:cubicBezTo>
                <a:cubicBezTo>
                  <a:pt x="67" y="26"/>
                  <a:pt x="67" y="26"/>
                  <a:pt x="67" y="26"/>
                </a:cubicBezTo>
                <a:lnTo>
                  <a:pt x="68" y="38"/>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360"/>
                                          </p:val>
                                        </p:tav>
                                        <p:tav tm="100000">
                                          <p:val>
                                            <p:fltVal val="0"/>
                                          </p:val>
                                        </p:tav>
                                      </p:tavLst>
                                    </p:anim>
                                    <p:animEffect transition="in" filter="fade">
                                      <p:cBhvr>
                                        <p:cTn id="10" dur="1000"/>
                                        <p:tgtEl>
                                          <p:spTgt spid="3"/>
                                        </p:tgtEl>
                                      </p:cBhvr>
                                    </p:animEffect>
                                  </p:childTnLst>
                                </p:cTn>
                              </p:par>
                            </p:childTnLst>
                          </p:cTn>
                        </p:par>
                        <p:par>
                          <p:cTn id="11" fill="hold">
                            <p:stCondLst>
                              <p:cond delay="1000"/>
                            </p:stCondLst>
                            <p:childTnLst>
                              <p:par>
                                <p:cTn id="12" presetID="53" presetClass="entr" presetSubtype="0" fill="hold" nodeType="after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p:cTn id="14" dur="500" fill="hold"/>
                                        <p:tgtEl>
                                          <p:spTgt spid="11"/>
                                        </p:tgtEl>
                                        <p:attrNameLst>
                                          <p:attrName>ppt_w</p:attrName>
                                        </p:attrNameLst>
                                      </p:cBhvr>
                                      <p:tavLst>
                                        <p:tav tm="0">
                                          <p:val>
                                            <p:fltVal val="0"/>
                                          </p:val>
                                        </p:tav>
                                        <p:tav tm="100000">
                                          <p:val>
                                            <p:strVal val="#ppt_w"/>
                                          </p:val>
                                        </p:tav>
                                      </p:tavLst>
                                    </p:anim>
                                    <p:anim calcmode="lin" valueType="num">
                                      <p:cBhvr>
                                        <p:cTn id="15" dur="500" fill="hold"/>
                                        <p:tgtEl>
                                          <p:spTgt spid="11"/>
                                        </p:tgtEl>
                                        <p:attrNameLst>
                                          <p:attrName>ppt_h</p:attrName>
                                        </p:attrNameLst>
                                      </p:cBhvr>
                                      <p:tavLst>
                                        <p:tav tm="0">
                                          <p:val>
                                            <p:fltVal val="0"/>
                                          </p:val>
                                        </p:tav>
                                        <p:tav tm="100000">
                                          <p:val>
                                            <p:strVal val="#ppt_h"/>
                                          </p:val>
                                        </p:tav>
                                      </p:tavLst>
                                    </p:anim>
                                    <p:animEffect transition="in" filter="fade">
                                      <p:cBhvr>
                                        <p:cTn id="16" dur="500"/>
                                        <p:tgtEl>
                                          <p:spTgt spid="11"/>
                                        </p:tgtEl>
                                      </p:cBhvr>
                                    </p:animEffect>
                                  </p:childTnLst>
                                </p:cTn>
                              </p:par>
                            </p:childTnLst>
                          </p:cTn>
                        </p:par>
                        <p:par>
                          <p:cTn id="17" fill="hold">
                            <p:stCondLst>
                              <p:cond delay="1500"/>
                            </p:stCondLst>
                            <p:childTnLst>
                              <p:par>
                                <p:cTn id="18" presetID="2" presetClass="entr" presetSubtype="2" accel="50000" decel="50000"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 calcmode="lin" valueType="num">
                                      <p:cBhvr additive="base">
                                        <p:cTn id="20" dur="500" fill="hold"/>
                                        <p:tgtEl>
                                          <p:spTgt spid="37"/>
                                        </p:tgtEl>
                                        <p:attrNameLst>
                                          <p:attrName>ppt_x</p:attrName>
                                        </p:attrNameLst>
                                      </p:cBhvr>
                                      <p:tavLst>
                                        <p:tav tm="0">
                                          <p:val>
                                            <p:strVal val="1+#ppt_w/2"/>
                                          </p:val>
                                        </p:tav>
                                        <p:tav tm="100000">
                                          <p:val>
                                            <p:strVal val="#ppt_x"/>
                                          </p:val>
                                        </p:tav>
                                      </p:tavLst>
                                    </p:anim>
                                    <p:anim calcmode="lin" valueType="num">
                                      <p:cBhvr additive="base">
                                        <p:cTn id="21" dur="500" fill="hold"/>
                                        <p:tgtEl>
                                          <p:spTgt spid="37"/>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p:cTn id="25" dur="500" fill="hold"/>
                                        <p:tgtEl>
                                          <p:spTgt spid="45"/>
                                        </p:tgtEl>
                                        <p:attrNameLst>
                                          <p:attrName>ppt_w</p:attrName>
                                        </p:attrNameLst>
                                      </p:cBhvr>
                                      <p:tavLst>
                                        <p:tav tm="0">
                                          <p:val>
                                            <p:fltVal val="0"/>
                                          </p:val>
                                        </p:tav>
                                        <p:tav tm="100000">
                                          <p:val>
                                            <p:strVal val="#ppt_w"/>
                                          </p:val>
                                        </p:tav>
                                      </p:tavLst>
                                    </p:anim>
                                    <p:anim calcmode="lin" valueType="num">
                                      <p:cBhvr>
                                        <p:cTn id="26" dur="500" fill="hold"/>
                                        <p:tgtEl>
                                          <p:spTgt spid="45"/>
                                        </p:tgtEl>
                                        <p:attrNameLst>
                                          <p:attrName>ppt_h</p:attrName>
                                        </p:attrNameLst>
                                      </p:cBhvr>
                                      <p:tavLst>
                                        <p:tav tm="0">
                                          <p:val>
                                            <p:fltVal val="0"/>
                                          </p:val>
                                        </p:tav>
                                        <p:tav tm="100000">
                                          <p:val>
                                            <p:strVal val="#ppt_h"/>
                                          </p:val>
                                        </p:tav>
                                      </p:tavLst>
                                    </p:anim>
                                    <p:animEffect transition="in" filter="fade">
                                      <p:cBhvr>
                                        <p:cTn id="27" dur="500"/>
                                        <p:tgtEl>
                                          <p:spTgt spid="45"/>
                                        </p:tgtEl>
                                      </p:cBhvr>
                                    </p:animEffect>
                                  </p:childTnLst>
                                </p:cTn>
                              </p:par>
                            </p:childTnLst>
                          </p:cTn>
                        </p:par>
                        <p:par>
                          <p:cTn id="28" fill="hold">
                            <p:stCondLst>
                              <p:cond delay="2500"/>
                            </p:stCondLst>
                            <p:childTnLst>
                              <p:par>
                                <p:cTn id="29" presetID="53" presetClass="entr" presetSubtype="0" fill="hold" grpId="0" nodeType="afterEffect">
                                  <p:stCondLst>
                                    <p:cond delay="0"/>
                                  </p:stCondLst>
                                  <p:childTnLst>
                                    <p:set>
                                      <p:cBhvr>
                                        <p:cTn id="30" dur="1" fill="hold">
                                          <p:stCondLst>
                                            <p:cond delay="0"/>
                                          </p:stCondLst>
                                        </p:cTn>
                                        <p:tgtEl>
                                          <p:spTgt spid="80"/>
                                        </p:tgtEl>
                                        <p:attrNameLst>
                                          <p:attrName>style.visibility</p:attrName>
                                        </p:attrNameLst>
                                      </p:cBhvr>
                                      <p:to>
                                        <p:strVal val="visible"/>
                                      </p:to>
                                    </p:set>
                                    <p:anim calcmode="lin" valueType="num">
                                      <p:cBhvr>
                                        <p:cTn id="31" dur="500" fill="hold"/>
                                        <p:tgtEl>
                                          <p:spTgt spid="80"/>
                                        </p:tgtEl>
                                        <p:attrNameLst>
                                          <p:attrName>ppt_w</p:attrName>
                                        </p:attrNameLst>
                                      </p:cBhvr>
                                      <p:tavLst>
                                        <p:tav tm="0">
                                          <p:val>
                                            <p:fltVal val="0"/>
                                          </p:val>
                                        </p:tav>
                                        <p:tav tm="100000">
                                          <p:val>
                                            <p:strVal val="#ppt_w"/>
                                          </p:val>
                                        </p:tav>
                                      </p:tavLst>
                                    </p:anim>
                                    <p:anim calcmode="lin" valueType="num">
                                      <p:cBhvr>
                                        <p:cTn id="32" dur="500" fill="hold"/>
                                        <p:tgtEl>
                                          <p:spTgt spid="80"/>
                                        </p:tgtEl>
                                        <p:attrNameLst>
                                          <p:attrName>ppt_h</p:attrName>
                                        </p:attrNameLst>
                                      </p:cBhvr>
                                      <p:tavLst>
                                        <p:tav tm="0">
                                          <p:val>
                                            <p:fltVal val="0"/>
                                          </p:val>
                                        </p:tav>
                                        <p:tav tm="100000">
                                          <p:val>
                                            <p:strVal val="#ppt_h"/>
                                          </p:val>
                                        </p:tav>
                                      </p:tavLst>
                                    </p:anim>
                                    <p:animEffect transition="in" filter="fade">
                                      <p:cBhvr>
                                        <p:cTn id="33" dur="500"/>
                                        <p:tgtEl>
                                          <p:spTgt spid="80"/>
                                        </p:tgtEl>
                                      </p:cBhvr>
                                    </p:animEffect>
                                  </p:childTnLst>
                                </p:cTn>
                              </p:par>
                            </p:childTnLst>
                          </p:cTn>
                        </p:par>
                        <p:par>
                          <p:cTn id="34" fill="hold">
                            <p:stCondLst>
                              <p:cond delay="3000"/>
                            </p:stCondLst>
                            <p:childTnLst>
                              <p:par>
                                <p:cTn id="35" presetID="22" presetClass="entr" presetSubtype="2" fill="hold" grpId="0" nodeType="afterEffect">
                                  <p:stCondLst>
                                    <p:cond delay="0"/>
                                  </p:stCondLst>
                                  <p:childTnLst>
                                    <p:set>
                                      <p:cBhvr>
                                        <p:cTn id="36" dur="1" fill="hold">
                                          <p:stCondLst>
                                            <p:cond delay="0"/>
                                          </p:stCondLst>
                                        </p:cTn>
                                        <p:tgtEl>
                                          <p:spTgt spid="75"/>
                                        </p:tgtEl>
                                        <p:attrNameLst>
                                          <p:attrName>style.visibility</p:attrName>
                                        </p:attrNameLst>
                                      </p:cBhvr>
                                      <p:to>
                                        <p:strVal val="visible"/>
                                      </p:to>
                                    </p:set>
                                    <p:animEffect transition="in" filter="wipe(right)">
                                      <p:cBhvr>
                                        <p:cTn id="37" dur="500"/>
                                        <p:tgtEl>
                                          <p:spTgt spid="75"/>
                                        </p:tgtEl>
                                      </p:cBhvr>
                                    </p:animEffect>
                                  </p:childTnLst>
                                </p:cTn>
                              </p:par>
                            </p:childTnLst>
                          </p:cTn>
                        </p:par>
                        <p:par>
                          <p:cTn id="38" fill="hold">
                            <p:stCondLst>
                              <p:cond delay="3500"/>
                            </p:stCondLst>
                            <p:childTnLst>
                              <p:par>
                                <p:cTn id="39" presetID="18" presetClass="entr" presetSubtype="9"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strips(upLeft)">
                                      <p:cBhvr>
                                        <p:cTn id="41" dur="500"/>
                                        <p:tgtEl>
                                          <p:spTgt spid="6"/>
                                        </p:tgtEl>
                                      </p:cBhvr>
                                    </p:animEffect>
                                  </p:childTnLst>
                                </p:cTn>
                              </p:par>
                            </p:childTnLst>
                          </p:cTn>
                        </p:par>
                        <p:par>
                          <p:cTn id="42" fill="hold">
                            <p:stCondLst>
                              <p:cond delay="4000"/>
                            </p:stCondLst>
                            <p:childTnLst>
                              <p:par>
                                <p:cTn id="43" presetID="2" presetClass="entr" presetSubtype="8" accel="50000" decel="50000"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0-#ppt_w/2"/>
                                          </p:val>
                                        </p:tav>
                                        <p:tav tm="100000">
                                          <p:val>
                                            <p:strVal val="#ppt_x"/>
                                          </p:val>
                                        </p:tav>
                                      </p:tavLst>
                                    </p:anim>
                                    <p:anim calcmode="lin" valueType="num">
                                      <p:cBhvr additive="base">
                                        <p:cTn id="46" dur="500" fill="hold"/>
                                        <p:tgtEl>
                                          <p:spTgt spid="10"/>
                                        </p:tgtEl>
                                        <p:attrNameLst>
                                          <p:attrName>ppt_y</p:attrName>
                                        </p:attrNameLst>
                                      </p:cBhvr>
                                      <p:tavLst>
                                        <p:tav tm="0">
                                          <p:val>
                                            <p:strVal val="#ppt_y"/>
                                          </p:val>
                                        </p:tav>
                                        <p:tav tm="100000">
                                          <p:val>
                                            <p:strVal val="#ppt_y"/>
                                          </p:val>
                                        </p:tav>
                                      </p:tavLst>
                                    </p:anim>
                                  </p:childTnLst>
                                </p:cTn>
                              </p:par>
                            </p:childTnLst>
                          </p:cTn>
                        </p:par>
                        <p:par>
                          <p:cTn id="47" fill="hold">
                            <p:stCondLst>
                              <p:cond delay="4500"/>
                            </p:stCondLst>
                            <p:childTnLst>
                              <p:par>
                                <p:cTn id="48" presetID="2" presetClass="entr" presetSubtype="2" accel="50000" decel="50000" fill="hold" grpId="0" nodeType="afterEffect">
                                  <p:stCondLst>
                                    <p:cond delay="0"/>
                                  </p:stCondLst>
                                  <p:childTnLst>
                                    <p:set>
                                      <p:cBhvr>
                                        <p:cTn id="49" dur="1" fill="hold">
                                          <p:stCondLst>
                                            <p:cond delay="0"/>
                                          </p:stCondLst>
                                        </p:cTn>
                                        <p:tgtEl>
                                          <p:spTgt spid="42"/>
                                        </p:tgtEl>
                                        <p:attrNameLst>
                                          <p:attrName>style.visibility</p:attrName>
                                        </p:attrNameLst>
                                      </p:cBhvr>
                                      <p:to>
                                        <p:strVal val="visible"/>
                                      </p:to>
                                    </p:set>
                                    <p:anim calcmode="lin" valueType="num">
                                      <p:cBhvr additive="base">
                                        <p:cTn id="50" dur="500" fill="hold"/>
                                        <p:tgtEl>
                                          <p:spTgt spid="42"/>
                                        </p:tgtEl>
                                        <p:attrNameLst>
                                          <p:attrName>ppt_x</p:attrName>
                                        </p:attrNameLst>
                                      </p:cBhvr>
                                      <p:tavLst>
                                        <p:tav tm="0">
                                          <p:val>
                                            <p:strVal val="1+#ppt_w/2"/>
                                          </p:val>
                                        </p:tav>
                                        <p:tav tm="100000">
                                          <p:val>
                                            <p:strVal val="#ppt_x"/>
                                          </p:val>
                                        </p:tav>
                                      </p:tavLst>
                                    </p:anim>
                                    <p:anim calcmode="lin" valueType="num">
                                      <p:cBhvr additive="base">
                                        <p:cTn id="51" dur="500" fill="hold"/>
                                        <p:tgtEl>
                                          <p:spTgt spid="42"/>
                                        </p:tgtEl>
                                        <p:attrNameLst>
                                          <p:attrName>ppt_y</p:attrName>
                                        </p:attrNameLst>
                                      </p:cBhvr>
                                      <p:tavLst>
                                        <p:tav tm="0">
                                          <p:val>
                                            <p:strVal val="#ppt_y"/>
                                          </p:val>
                                        </p:tav>
                                        <p:tav tm="100000">
                                          <p:val>
                                            <p:strVal val="#ppt_y"/>
                                          </p:val>
                                        </p:tav>
                                      </p:tavLst>
                                    </p:anim>
                                  </p:childTnLst>
                                </p:cTn>
                              </p:par>
                            </p:childTnLst>
                          </p:cTn>
                        </p:par>
                        <p:par>
                          <p:cTn id="52" fill="hold">
                            <p:stCondLst>
                              <p:cond delay="5000"/>
                            </p:stCondLst>
                            <p:childTnLst>
                              <p:par>
                                <p:cTn id="53" presetID="53" presetClass="entr" presetSubtype="0" fill="hold" grpId="0" nodeType="after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Effect transition="in" filter="fade">
                                      <p:cBhvr>
                                        <p:cTn id="57" dur="500"/>
                                        <p:tgtEl>
                                          <p:spTgt spid="47"/>
                                        </p:tgtEl>
                                      </p:cBhvr>
                                    </p:animEffect>
                                  </p:childTnLst>
                                </p:cTn>
                              </p:par>
                            </p:childTnLst>
                          </p:cTn>
                        </p:par>
                        <p:par>
                          <p:cTn id="58" fill="hold">
                            <p:stCondLst>
                              <p:cond delay="5500"/>
                            </p:stCondLst>
                            <p:childTnLst>
                              <p:par>
                                <p:cTn id="59" presetID="53" presetClass="entr" presetSubtype="0" fill="hold" grpId="0" nodeType="afterEffect">
                                  <p:stCondLst>
                                    <p:cond delay="0"/>
                                  </p:stCondLst>
                                  <p:childTnLst>
                                    <p:set>
                                      <p:cBhvr>
                                        <p:cTn id="60" dur="1" fill="hold">
                                          <p:stCondLst>
                                            <p:cond delay="0"/>
                                          </p:stCondLst>
                                        </p:cTn>
                                        <p:tgtEl>
                                          <p:spTgt spid="79"/>
                                        </p:tgtEl>
                                        <p:attrNameLst>
                                          <p:attrName>style.visibility</p:attrName>
                                        </p:attrNameLst>
                                      </p:cBhvr>
                                      <p:to>
                                        <p:strVal val="visible"/>
                                      </p:to>
                                    </p:set>
                                    <p:anim calcmode="lin" valueType="num">
                                      <p:cBhvr>
                                        <p:cTn id="61" dur="500" fill="hold"/>
                                        <p:tgtEl>
                                          <p:spTgt spid="79"/>
                                        </p:tgtEl>
                                        <p:attrNameLst>
                                          <p:attrName>ppt_w</p:attrName>
                                        </p:attrNameLst>
                                      </p:cBhvr>
                                      <p:tavLst>
                                        <p:tav tm="0">
                                          <p:val>
                                            <p:fltVal val="0"/>
                                          </p:val>
                                        </p:tav>
                                        <p:tav tm="100000">
                                          <p:val>
                                            <p:strVal val="#ppt_w"/>
                                          </p:val>
                                        </p:tav>
                                      </p:tavLst>
                                    </p:anim>
                                    <p:anim calcmode="lin" valueType="num">
                                      <p:cBhvr>
                                        <p:cTn id="62" dur="500" fill="hold"/>
                                        <p:tgtEl>
                                          <p:spTgt spid="79"/>
                                        </p:tgtEl>
                                        <p:attrNameLst>
                                          <p:attrName>ppt_h</p:attrName>
                                        </p:attrNameLst>
                                      </p:cBhvr>
                                      <p:tavLst>
                                        <p:tav tm="0">
                                          <p:val>
                                            <p:fltVal val="0"/>
                                          </p:val>
                                        </p:tav>
                                        <p:tav tm="100000">
                                          <p:val>
                                            <p:strVal val="#ppt_h"/>
                                          </p:val>
                                        </p:tav>
                                      </p:tavLst>
                                    </p:anim>
                                    <p:animEffect transition="in" filter="fade">
                                      <p:cBhvr>
                                        <p:cTn id="63" dur="500"/>
                                        <p:tgtEl>
                                          <p:spTgt spid="79"/>
                                        </p:tgtEl>
                                      </p:cBhvr>
                                    </p:animEffect>
                                  </p:childTnLst>
                                </p:cTn>
                              </p:par>
                            </p:childTnLst>
                          </p:cTn>
                        </p:par>
                        <p:par>
                          <p:cTn id="64" fill="hold">
                            <p:stCondLst>
                              <p:cond delay="6000"/>
                            </p:stCondLst>
                            <p:childTnLst>
                              <p:par>
                                <p:cTn id="65" presetID="22" presetClass="entr" presetSubtype="2"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right)">
                                      <p:cBhvr>
                                        <p:cTn id="67" dur="500"/>
                                        <p:tgtEl>
                                          <p:spTgt spid="76"/>
                                        </p:tgtEl>
                                      </p:cBhvr>
                                    </p:animEffect>
                                  </p:childTnLst>
                                </p:cTn>
                              </p:par>
                            </p:childTnLst>
                          </p:cTn>
                        </p:par>
                        <p:par>
                          <p:cTn id="68" fill="hold">
                            <p:stCondLst>
                              <p:cond delay="6500"/>
                            </p:stCondLst>
                            <p:childTnLst>
                              <p:par>
                                <p:cTn id="69" presetID="18" presetClass="entr" presetSubtype="12" fill="hold" nodeType="afterEffect">
                                  <p:stCondLst>
                                    <p:cond delay="0"/>
                                  </p:stCondLst>
                                  <p:childTnLst>
                                    <p:set>
                                      <p:cBhvr>
                                        <p:cTn id="70" dur="1" fill="hold">
                                          <p:stCondLst>
                                            <p:cond delay="0"/>
                                          </p:stCondLst>
                                        </p:cTn>
                                        <p:tgtEl>
                                          <p:spTgt spid="56"/>
                                        </p:tgtEl>
                                        <p:attrNameLst>
                                          <p:attrName>style.visibility</p:attrName>
                                        </p:attrNameLst>
                                      </p:cBhvr>
                                      <p:to>
                                        <p:strVal val="visible"/>
                                      </p:to>
                                    </p:set>
                                    <p:animEffect transition="in" filter="strips(downLeft)">
                                      <p:cBhvr>
                                        <p:cTn id="71" dur="500"/>
                                        <p:tgtEl>
                                          <p:spTgt spid="56"/>
                                        </p:tgtEl>
                                      </p:cBhvr>
                                    </p:animEffect>
                                  </p:childTnLst>
                                </p:cTn>
                              </p:par>
                            </p:childTnLst>
                          </p:cTn>
                        </p:par>
                        <p:par>
                          <p:cTn id="72" fill="hold">
                            <p:stCondLst>
                              <p:cond delay="7000"/>
                            </p:stCondLst>
                            <p:childTnLst>
                              <p:par>
                                <p:cTn id="73" presetID="2" presetClass="entr" presetSubtype="8" accel="50000" decel="50000" fill="hold" nodeType="afterEffect">
                                  <p:stCondLst>
                                    <p:cond delay="0"/>
                                  </p:stCondLst>
                                  <p:childTnLst>
                                    <p:set>
                                      <p:cBhvr>
                                        <p:cTn id="74" dur="1" fill="hold">
                                          <p:stCondLst>
                                            <p:cond delay="0"/>
                                          </p:stCondLst>
                                        </p:cTn>
                                        <p:tgtEl>
                                          <p:spTgt spid="9"/>
                                        </p:tgtEl>
                                        <p:attrNameLst>
                                          <p:attrName>style.visibility</p:attrName>
                                        </p:attrNameLst>
                                      </p:cBhvr>
                                      <p:to>
                                        <p:strVal val="visible"/>
                                      </p:to>
                                    </p:set>
                                    <p:anim calcmode="lin" valueType="num">
                                      <p:cBhvr additive="base">
                                        <p:cTn id="75" dur="500" fill="hold"/>
                                        <p:tgtEl>
                                          <p:spTgt spid="9"/>
                                        </p:tgtEl>
                                        <p:attrNameLst>
                                          <p:attrName>ppt_x</p:attrName>
                                        </p:attrNameLst>
                                      </p:cBhvr>
                                      <p:tavLst>
                                        <p:tav tm="0">
                                          <p:val>
                                            <p:strVal val="0-#ppt_w/2"/>
                                          </p:val>
                                        </p:tav>
                                        <p:tav tm="100000">
                                          <p:val>
                                            <p:strVal val="#ppt_x"/>
                                          </p:val>
                                        </p:tav>
                                      </p:tavLst>
                                    </p:anim>
                                    <p:anim calcmode="lin" valueType="num">
                                      <p:cBhvr additive="base">
                                        <p:cTn id="76" dur="500" fill="hold"/>
                                        <p:tgtEl>
                                          <p:spTgt spid="9"/>
                                        </p:tgtEl>
                                        <p:attrNameLst>
                                          <p:attrName>ppt_y</p:attrName>
                                        </p:attrNameLst>
                                      </p:cBhvr>
                                      <p:tavLst>
                                        <p:tav tm="0">
                                          <p:val>
                                            <p:strVal val="#ppt_y"/>
                                          </p:val>
                                        </p:tav>
                                        <p:tav tm="100000">
                                          <p:val>
                                            <p:strVal val="#ppt_y"/>
                                          </p:val>
                                        </p:tav>
                                      </p:tavLst>
                                    </p:anim>
                                  </p:childTnLst>
                                </p:cTn>
                              </p:par>
                            </p:childTnLst>
                          </p:cTn>
                        </p:par>
                        <p:par>
                          <p:cTn id="77" fill="hold">
                            <p:stCondLst>
                              <p:cond delay="7500"/>
                            </p:stCondLst>
                            <p:childTnLst>
                              <p:par>
                                <p:cTn id="78" presetID="2" presetClass="entr" presetSubtype="2" accel="50000" decel="50000" fill="hold" grpId="0" nodeType="afterEffect">
                                  <p:stCondLst>
                                    <p:cond delay="0"/>
                                  </p:stCondLst>
                                  <p:childTnLst>
                                    <p:set>
                                      <p:cBhvr>
                                        <p:cTn id="79" dur="1" fill="hold">
                                          <p:stCondLst>
                                            <p:cond delay="0"/>
                                          </p:stCondLst>
                                        </p:cTn>
                                        <p:tgtEl>
                                          <p:spTgt spid="43"/>
                                        </p:tgtEl>
                                        <p:attrNameLst>
                                          <p:attrName>style.visibility</p:attrName>
                                        </p:attrNameLst>
                                      </p:cBhvr>
                                      <p:to>
                                        <p:strVal val="visible"/>
                                      </p:to>
                                    </p:set>
                                    <p:anim calcmode="lin" valueType="num">
                                      <p:cBhvr additive="base">
                                        <p:cTn id="80" dur="500" fill="hold"/>
                                        <p:tgtEl>
                                          <p:spTgt spid="43"/>
                                        </p:tgtEl>
                                        <p:attrNameLst>
                                          <p:attrName>ppt_x</p:attrName>
                                        </p:attrNameLst>
                                      </p:cBhvr>
                                      <p:tavLst>
                                        <p:tav tm="0">
                                          <p:val>
                                            <p:strVal val="1+#ppt_w/2"/>
                                          </p:val>
                                        </p:tav>
                                        <p:tav tm="100000">
                                          <p:val>
                                            <p:strVal val="#ppt_x"/>
                                          </p:val>
                                        </p:tav>
                                      </p:tavLst>
                                    </p:anim>
                                    <p:anim calcmode="lin" valueType="num">
                                      <p:cBhvr additive="base">
                                        <p:cTn id="81" dur="500" fill="hold"/>
                                        <p:tgtEl>
                                          <p:spTgt spid="43"/>
                                        </p:tgtEl>
                                        <p:attrNameLst>
                                          <p:attrName>ppt_y</p:attrName>
                                        </p:attrNameLst>
                                      </p:cBhvr>
                                      <p:tavLst>
                                        <p:tav tm="0">
                                          <p:val>
                                            <p:strVal val="#ppt_y"/>
                                          </p:val>
                                        </p:tav>
                                        <p:tav tm="100000">
                                          <p:val>
                                            <p:strVal val="#ppt_y"/>
                                          </p:val>
                                        </p:tav>
                                      </p:tavLst>
                                    </p:anim>
                                  </p:childTnLst>
                                </p:cTn>
                              </p:par>
                            </p:childTnLst>
                          </p:cTn>
                        </p:par>
                        <p:par>
                          <p:cTn id="82" fill="hold">
                            <p:stCondLst>
                              <p:cond delay="8000"/>
                            </p:stCondLst>
                            <p:childTnLst>
                              <p:par>
                                <p:cTn id="83" presetID="53" presetClass="entr" presetSubtype="0" fill="hold" grpId="0" nodeType="afterEffect">
                                  <p:stCondLst>
                                    <p:cond delay="0"/>
                                  </p:stCondLst>
                                  <p:childTnLst>
                                    <p:set>
                                      <p:cBhvr>
                                        <p:cTn id="84" dur="1" fill="hold">
                                          <p:stCondLst>
                                            <p:cond delay="0"/>
                                          </p:stCondLst>
                                        </p:cTn>
                                        <p:tgtEl>
                                          <p:spTgt spid="48"/>
                                        </p:tgtEl>
                                        <p:attrNameLst>
                                          <p:attrName>style.visibility</p:attrName>
                                        </p:attrNameLst>
                                      </p:cBhvr>
                                      <p:to>
                                        <p:strVal val="visible"/>
                                      </p:to>
                                    </p:set>
                                    <p:anim calcmode="lin" valueType="num">
                                      <p:cBhvr>
                                        <p:cTn id="85" dur="500" fill="hold"/>
                                        <p:tgtEl>
                                          <p:spTgt spid="48"/>
                                        </p:tgtEl>
                                        <p:attrNameLst>
                                          <p:attrName>ppt_w</p:attrName>
                                        </p:attrNameLst>
                                      </p:cBhvr>
                                      <p:tavLst>
                                        <p:tav tm="0">
                                          <p:val>
                                            <p:fltVal val="0"/>
                                          </p:val>
                                        </p:tav>
                                        <p:tav tm="100000">
                                          <p:val>
                                            <p:strVal val="#ppt_w"/>
                                          </p:val>
                                        </p:tav>
                                      </p:tavLst>
                                    </p:anim>
                                    <p:anim calcmode="lin" valueType="num">
                                      <p:cBhvr>
                                        <p:cTn id="86" dur="500" fill="hold"/>
                                        <p:tgtEl>
                                          <p:spTgt spid="48"/>
                                        </p:tgtEl>
                                        <p:attrNameLst>
                                          <p:attrName>ppt_h</p:attrName>
                                        </p:attrNameLst>
                                      </p:cBhvr>
                                      <p:tavLst>
                                        <p:tav tm="0">
                                          <p:val>
                                            <p:fltVal val="0"/>
                                          </p:val>
                                        </p:tav>
                                        <p:tav tm="100000">
                                          <p:val>
                                            <p:strVal val="#ppt_h"/>
                                          </p:val>
                                        </p:tav>
                                      </p:tavLst>
                                    </p:anim>
                                    <p:animEffect transition="in" filter="fade">
                                      <p:cBhvr>
                                        <p:cTn id="87" dur="500"/>
                                        <p:tgtEl>
                                          <p:spTgt spid="48"/>
                                        </p:tgtEl>
                                      </p:cBhvr>
                                    </p:animEffect>
                                  </p:childTnLst>
                                </p:cTn>
                              </p:par>
                            </p:childTnLst>
                          </p:cTn>
                        </p:par>
                        <p:par>
                          <p:cTn id="88" fill="hold">
                            <p:stCondLst>
                              <p:cond delay="8500"/>
                            </p:stCondLst>
                            <p:childTnLst>
                              <p:par>
                                <p:cTn id="89" presetID="53" presetClass="entr" presetSubtype="0" fill="hold" grpId="0" nodeType="afterEffect">
                                  <p:stCondLst>
                                    <p:cond delay="0"/>
                                  </p:stCondLst>
                                  <p:childTnLst>
                                    <p:set>
                                      <p:cBhvr>
                                        <p:cTn id="90" dur="1" fill="hold">
                                          <p:stCondLst>
                                            <p:cond delay="0"/>
                                          </p:stCondLst>
                                        </p:cTn>
                                        <p:tgtEl>
                                          <p:spTgt spid="78"/>
                                        </p:tgtEl>
                                        <p:attrNameLst>
                                          <p:attrName>style.visibility</p:attrName>
                                        </p:attrNameLst>
                                      </p:cBhvr>
                                      <p:to>
                                        <p:strVal val="visible"/>
                                      </p:to>
                                    </p:set>
                                    <p:anim calcmode="lin" valueType="num">
                                      <p:cBhvr>
                                        <p:cTn id="91" dur="500" fill="hold"/>
                                        <p:tgtEl>
                                          <p:spTgt spid="78"/>
                                        </p:tgtEl>
                                        <p:attrNameLst>
                                          <p:attrName>ppt_w</p:attrName>
                                        </p:attrNameLst>
                                      </p:cBhvr>
                                      <p:tavLst>
                                        <p:tav tm="0">
                                          <p:val>
                                            <p:fltVal val="0"/>
                                          </p:val>
                                        </p:tav>
                                        <p:tav tm="100000">
                                          <p:val>
                                            <p:strVal val="#ppt_w"/>
                                          </p:val>
                                        </p:tav>
                                      </p:tavLst>
                                    </p:anim>
                                    <p:anim calcmode="lin" valueType="num">
                                      <p:cBhvr>
                                        <p:cTn id="92" dur="500" fill="hold"/>
                                        <p:tgtEl>
                                          <p:spTgt spid="78"/>
                                        </p:tgtEl>
                                        <p:attrNameLst>
                                          <p:attrName>ppt_h</p:attrName>
                                        </p:attrNameLst>
                                      </p:cBhvr>
                                      <p:tavLst>
                                        <p:tav tm="0">
                                          <p:val>
                                            <p:fltVal val="0"/>
                                          </p:val>
                                        </p:tav>
                                        <p:tav tm="100000">
                                          <p:val>
                                            <p:strVal val="#ppt_h"/>
                                          </p:val>
                                        </p:tav>
                                      </p:tavLst>
                                    </p:anim>
                                    <p:animEffect transition="in" filter="fade">
                                      <p:cBhvr>
                                        <p:cTn id="93" dur="500"/>
                                        <p:tgtEl>
                                          <p:spTgt spid="78"/>
                                        </p:tgtEl>
                                      </p:cBhvr>
                                    </p:animEffect>
                                  </p:childTnLst>
                                </p:cTn>
                              </p:par>
                            </p:childTnLst>
                          </p:cTn>
                        </p:par>
                        <p:par>
                          <p:cTn id="94" fill="hold">
                            <p:stCondLst>
                              <p:cond delay="9000"/>
                            </p:stCondLst>
                            <p:childTnLst>
                              <p:par>
                                <p:cTn id="95" presetID="22" presetClass="entr" presetSubtype="2" fill="hold" grpId="0" nodeType="afterEffect">
                                  <p:stCondLst>
                                    <p:cond delay="0"/>
                                  </p:stCondLst>
                                  <p:childTnLst>
                                    <p:set>
                                      <p:cBhvr>
                                        <p:cTn id="96" dur="1" fill="hold">
                                          <p:stCondLst>
                                            <p:cond delay="0"/>
                                          </p:stCondLst>
                                        </p:cTn>
                                        <p:tgtEl>
                                          <p:spTgt spid="77"/>
                                        </p:tgtEl>
                                        <p:attrNameLst>
                                          <p:attrName>style.visibility</p:attrName>
                                        </p:attrNameLst>
                                      </p:cBhvr>
                                      <p:to>
                                        <p:strVal val="visible"/>
                                      </p:to>
                                    </p:set>
                                    <p:animEffect transition="in" filter="wipe(right)">
                                      <p:cBhvr>
                                        <p:cTn id="97" dur="500"/>
                                        <p:tgtEl>
                                          <p:spTgt spid="77"/>
                                        </p:tgtEl>
                                      </p:cBhvr>
                                    </p:animEffect>
                                  </p:childTnLst>
                                </p:cTn>
                              </p:par>
                            </p:childTnLst>
                          </p:cTn>
                        </p:par>
                        <p:par>
                          <p:cTn id="98" fill="hold">
                            <p:stCondLst>
                              <p:cond delay="9500"/>
                            </p:stCondLst>
                            <p:childTnLst>
                              <p:par>
                                <p:cTn id="99" presetID="18" presetClass="entr" presetSubtype="12" fill="hold" nodeType="afterEffect">
                                  <p:stCondLst>
                                    <p:cond delay="0"/>
                                  </p:stCondLst>
                                  <p:childTnLst>
                                    <p:set>
                                      <p:cBhvr>
                                        <p:cTn id="100" dur="1" fill="hold">
                                          <p:stCondLst>
                                            <p:cond delay="0"/>
                                          </p:stCondLst>
                                        </p:cTn>
                                        <p:tgtEl>
                                          <p:spTgt spid="7"/>
                                        </p:tgtEl>
                                        <p:attrNameLst>
                                          <p:attrName>style.visibility</p:attrName>
                                        </p:attrNameLst>
                                      </p:cBhvr>
                                      <p:to>
                                        <p:strVal val="visible"/>
                                      </p:to>
                                    </p:set>
                                    <p:animEffect transition="in" filter="strips(downLeft)">
                                      <p:cBhvr>
                                        <p:cTn id="101" dur="500"/>
                                        <p:tgtEl>
                                          <p:spTgt spid="7"/>
                                        </p:tgtEl>
                                      </p:cBhvr>
                                    </p:animEffect>
                                  </p:childTnLst>
                                </p:cTn>
                              </p:par>
                            </p:childTnLst>
                          </p:cTn>
                        </p:par>
                        <p:par>
                          <p:cTn id="102" fill="hold">
                            <p:stCondLst>
                              <p:cond delay="10000"/>
                            </p:stCondLst>
                            <p:childTnLst>
                              <p:par>
                                <p:cTn id="103" presetID="2" presetClass="entr" presetSubtype="8" accel="50000" decel="50000" fill="hold" nodeType="after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additive="base">
                                        <p:cTn id="105" dur="500" fill="hold"/>
                                        <p:tgtEl>
                                          <p:spTgt spid="8"/>
                                        </p:tgtEl>
                                        <p:attrNameLst>
                                          <p:attrName>ppt_x</p:attrName>
                                        </p:attrNameLst>
                                      </p:cBhvr>
                                      <p:tavLst>
                                        <p:tav tm="0">
                                          <p:val>
                                            <p:strVal val="0-#ppt_w/2"/>
                                          </p:val>
                                        </p:tav>
                                        <p:tav tm="100000">
                                          <p:val>
                                            <p:strVal val="#ppt_x"/>
                                          </p:val>
                                        </p:tav>
                                      </p:tavLst>
                                    </p:anim>
                                    <p:anim calcmode="lin" valueType="num">
                                      <p:cBhvr additive="base">
                                        <p:cTn id="106"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37" grpId="0" animBg="1"/>
      <p:bldP spid="45" grpId="0" animBg="1"/>
      <p:bldP spid="47" grpId="0" animBg="1"/>
      <p:bldP spid="48" grpId="0" animBg="1"/>
      <p:bldP spid="75" grpId="0"/>
      <p:bldP spid="76" grpId="0"/>
      <p:bldP spid="77" grpId="0"/>
      <p:bldP spid="78" grpId="0" animBg="1"/>
      <p:bldP spid="79" grpId="0" animBg="1"/>
      <p:bldP spid="80"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Mind Movie Infographic </a:t>
            </a:r>
            <a:endParaRPr lang="en-US" dirty="0"/>
          </a:p>
        </p:txBody>
      </p:sp>
      <p:sp>
        <p:nvSpPr>
          <p:cNvPr id="6" name="Text Placeholder 5"/>
          <p:cNvSpPr>
            <a:spLocks noGrp="1"/>
          </p:cNvSpPr>
          <p:nvPr>
            <p:ph type="body" sz="half" idx="2"/>
          </p:nvPr>
        </p:nvSpPr>
        <p:spPr/>
        <p:txBody>
          <a:bodyPr/>
          <a:lstStyle/>
          <a:p>
            <a:r>
              <a:rPr lang="en-US"/>
              <a:t>Mind Movie Infographic </a:t>
            </a:r>
            <a:endParaRPr lang="en-US" dirty="0"/>
          </a:p>
        </p:txBody>
      </p:sp>
      <p:sp>
        <p:nvSpPr>
          <p:cNvPr id="62" name="Slide Number Placeholder 61"/>
          <p:cNvSpPr>
            <a:spLocks noGrp="1"/>
          </p:cNvSpPr>
          <p:nvPr>
            <p:ph type="sldNum" sz="quarter" idx="12"/>
          </p:nvPr>
        </p:nvSpPr>
        <p:spPr/>
        <p:txBody>
          <a:bodyPr/>
          <a:lstStyle/>
          <a:p>
            <a:fld id="{C136B7D2-B98C-44FD-8D04-7EC62A564975}" type="slidenum">
              <a:rPr lang="en-US" smtClean="0"/>
              <a:pPr/>
              <a:t>267</a:t>
            </a:fld>
            <a:endParaRPr lang="en-US" dirty="0"/>
          </a:p>
        </p:txBody>
      </p:sp>
      <p:sp>
        <p:nvSpPr>
          <p:cNvPr id="2053" name="Freeform 5"/>
          <p:cNvSpPr>
            <a:spLocks/>
          </p:cNvSpPr>
          <p:nvPr/>
        </p:nvSpPr>
        <p:spPr bwMode="auto">
          <a:xfrm>
            <a:off x="721655" y="1404721"/>
            <a:ext cx="4123396" cy="710857"/>
          </a:xfrm>
          <a:custGeom>
            <a:avLst/>
            <a:gdLst/>
            <a:ahLst/>
            <a:cxnLst>
              <a:cxn ang="0">
                <a:pos x="2292" y="0"/>
              </a:cxn>
              <a:cxn ang="0">
                <a:pos x="659" y="0"/>
              </a:cxn>
              <a:cxn ang="0">
                <a:pos x="642" y="1"/>
              </a:cxn>
              <a:cxn ang="0">
                <a:pos x="71" y="270"/>
              </a:cxn>
              <a:cxn ang="0">
                <a:pos x="0" y="448"/>
              </a:cxn>
              <a:cxn ang="0">
                <a:pos x="647" y="448"/>
              </a:cxn>
              <a:cxn ang="0">
                <a:pos x="659" y="448"/>
              </a:cxn>
              <a:cxn ang="0">
                <a:pos x="2292" y="448"/>
              </a:cxn>
              <a:cxn ang="0">
                <a:pos x="2603" y="222"/>
              </a:cxn>
              <a:cxn ang="0">
                <a:pos x="2292" y="0"/>
              </a:cxn>
            </a:cxnLst>
            <a:rect l="0" t="0" r="r" b="b"/>
            <a:pathLst>
              <a:path w="2603" h="448">
                <a:moveTo>
                  <a:pt x="2292" y="0"/>
                </a:moveTo>
                <a:cubicBezTo>
                  <a:pt x="659" y="0"/>
                  <a:pt x="659" y="0"/>
                  <a:pt x="659" y="0"/>
                </a:cubicBezTo>
                <a:cubicBezTo>
                  <a:pt x="654" y="0"/>
                  <a:pt x="648" y="0"/>
                  <a:pt x="642" y="1"/>
                </a:cubicBezTo>
                <a:cubicBezTo>
                  <a:pt x="513" y="5"/>
                  <a:pt x="200" y="41"/>
                  <a:pt x="71" y="270"/>
                </a:cubicBezTo>
                <a:cubicBezTo>
                  <a:pt x="26" y="349"/>
                  <a:pt x="7" y="404"/>
                  <a:pt x="0" y="448"/>
                </a:cubicBezTo>
                <a:cubicBezTo>
                  <a:pt x="647" y="448"/>
                  <a:pt x="647" y="448"/>
                  <a:pt x="647" y="448"/>
                </a:cubicBezTo>
                <a:cubicBezTo>
                  <a:pt x="651" y="448"/>
                  <a:pt x="655" y="448"/>
                  <a:pt x="659" y="448"/>
                </a:cubicBezTo>
                <a:cubicBezTo>
                  <a:pt x="2292" y="448"/>
                  <a:pt x="2292" y="448"/>
                  <a:pt x="2292" y="448"/>
                </a:cubicBezTo>
                <a:cubicBezTo>
                  <a:pt x="2416" y="448"/>
                  <a:pt x="2603" y="222"/>
                  <a:pt x="2603" y="222"/>
                </a:cubicBezTo>
                <a:cubicBezTo>
                  <a:pt x="2603" y="222"/>
                  <a:pt x="2416" y="0"/>
                  <a:pt x="2292"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4" name="Freeform 6"/>
          <p:cNvSpPr>
            <a:spLocks/>
          </p:cNvSpPr>
          <p:nvPr/>
        </p:nvSpPr>
        <p:spPr bwMode="auto">
          <a:xfrm>
            <a:off x="488934" y="2115578"/>
            <a:ext cx="4356117" cy="710857"/>
          </a:xfrm>
          <a:custGeom>
            <a:avLst/>
            <a:gdLst/>
            <a:ahLst/>
            <a:cxnLst>
              <a:cxn ang="0">
                <a:pos x="2438" y="0"/>
              </a:cxn>
              <a:cxn ang="0">
                <a:pos x="892" y="0"/>
              </a:cxn>
              <a:cxn ang="0">
                <a:pos x="892" y="0"/>
              </a:cxn>
              <a:cxn ang="0">
                <a:pos x="146" y="0"/>
              </a:cxn>
              <a:cxn ang="0">
                <a:pos x="146" y="1"/>
              </a:cxn>
              <a:cxn ang="0">
                <a:pos x="135" y="267"/>
              </a:cxn>
              <a:cxn ang="0">
                <a:pos x="0" y="447"/>
              </a:cxn>
              <a:cxn ang="0">
                <a:pos x="778" y="447"/>
              </a:cxn>
              <a:cxn ang="0">
                <a:pos x="805" y="449"/>
              </a:cxn>
              <a:cxn ang="0">
                <a:pos x="2438" y="449"/>
              </a:cxn>
              <a:cxn ang="0">
                <a:pos x="2749" y="223"/>
              </a:cxn>
              <a:cxn ang="0">
                <a:pos x="2438" y="0"/>
              </a:cxn>
            </a:cxnLst>
            <a:rect l="0" t="0" r="r" b="b"/>
            <a:pathLst>
              <a:path w="2749" h="449">
                <a:moveTo>
                  <a:pt x="2438" y="0"/>
                </a:moveTo>
                <a:cubicBezTo>
                  <a:pt x="892" y="0"/>
                  <a:pt x="892" y="0"/>
                  <a:pt x="892" y="0"/>
                </a:cubicBezTo>
                <a:cubicBezTo>
                  <a:pt x="892" y="0"/>
                  <a:pt x="892" y="0"/>
                  <a:pt x="892" y="0"/>
                </a:cubicBezTo>
                <a:cubicBezTo>
                  <a:pt x="146" y="0"/>
                  <a:pt x="146" y="0"/>
                  <a:pt x="146" y="0"/>
                </a:cubicBezTo>
                <a:cubicBezTo>
                  <a:pt x="146" y="0"/>
                  <a:pt x="146" y="1"/>
                  <a:pt x="146" y="1"/>
                </a:cubicBezTo>
                <a:cubicBezTo>
                  <a:pt x="131" y="96"/>
                  <a:pt x="175" y="138"/>
                  <a:pt x="135" y="267"/>
                </a:cubicBezTo>
                <a:cubicBezTo>
                  <a:pt x="93" y="403"/>
                  <a:pt x="31" y="423"/>
                  <a:pt x="0" y="447"/>
                </a:cubicBezTo>
                <a:cubicBezTo>
                  <a:pt x="778" y="447"/>
                  <a:pt x="778" y="447"/>
                  <a:pt x="778" y="447"/>
                </a:cubicBezTo>
                <a:cubicBezTo>
                  <a:pt x="787" y="448"/>
                  <a:pt x="796" y="449"/>
                  <a:pt x="805" y="449"/>
                </a:cubicBezTo>
                <a:cubicBezTo>
                  <a:pt x="2438" y="449"/>
                  <a:pt x="2438" y="449"/>
                  <a:pt x="2438" y="449"/>
                </a:cubicBezTo>
                <a:cubicBezTo>
                  <a:pt x="2562" y="449"/>
                  <a:pt x="2749" y="223"/>
                  <a:pt x="2749" y="223"/>
                </a:cubicBezTo>
                <a:cubicBezTo>
                  <a:pt x="2749" y="223"/>
                  <a:pt x="2562" y="0"/>
                  <a:pt x="243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5" name="Freeform 7"/>
          <p:cNvSpPr>
            <a:spLocks/>
          </p:cNvSpPr>
          <p:nvPr/>
        </p:nvSpPr>
        <p:spPr bwMode="auto">
          <a:xfrm>
            <a:off x="457200" y="2822204"/>
            <a:ext cx="4387851" cy="715089"/>
          </a:xfrm>
          <a:custGeom>
            <a:avLst/>
            <a:gdLst/>
            <a:ahLst/>
            <a:cxnLst>
              <a:cxn ang="0">
                <a:pos x="2458" y="2"/>
              </a:cxn>
              <a:cxn ang="0">
                <a:pos x="958" y="0"/>
              </a:cxn>
              <a:cxn ang="0">
                <a:pos x="958" y="0"/>
              </a:cxn>
              <a:cxn ang="0">
                <a:pos x="20" y="0"/>
              </a:cxn>
              <a:cxn ang="0">
                <a:pos x="18" y="2"/>
              </a:cxn>
              <a:cxn ang="0">
                <a:pos x="0" y="37"/>
              </a:cxn>
              <a:cxn ang="0">
                <a:pos x="107" y="149"/>
              </a:cxn>
              <a:cxn ang="0">
                <a:pos x="96" y="251"/>
              </a:cxn>
              <a:cxn ang="0">
                <a:pos x="155" y="289"/>
              </a:cxn>
              <a:cxn ang="0">
                <a:pos x="121" y="342"/>
              </a:cxn>
              <a:cxn ang="0">
                <a:pos x="189" y="410"/>
              </a:cxn>
              <a:cxn ang="0">
                <a:pos x="169" y="450"/>
              </a:cxn>
              <a:cxn ang="0">
                <a:pos x="807" y="450"/>
              </a:cxn>
              <a:cxn ang="0">
                <a:pos x="825" y="451"/>
              </a:cxn>
              <a:cxn ang="0">
                <a:pos x="2458" y="451"/>
              </a:cxn>
              <a:cxn ang="0">
                <a:pos x="2769" y="225"/>
              </a:cxn>
              <a:cxn ang="0">
                <a:pos x="2458" y="2"/>
              </a:cxn>
            </a:cxnLst>
            <a:rect l="0" t="0" r="r" b="b"/>
            <a:pathLst>
              <a:path w="2769" h="451">
                <a:moveTo>
                  <a:pt x="2458" y="2"/>
                </a:moveTo>
                <a:cubicBezTo>
                  <a:pt x="958" y="0"/>
                  <a:pt x="958" y="0"/>
                  <a:pt x="958" y="0"/>
                </a:cubicBezTo>
                <a:cubicBezTo>
                  <a:pt x="958" y="0"/>
                  <a:pt x="958" y="0"/>
                  <a:pt x="958" y="0"/>
                </a:cubicBezTo>
                <a:cubicBezTo>
                  <a:pt x="20" y="0"/>
                  <a:pt x="20" y="0"/>
                  <a:pt x="20" y="0"/>
                </a:cubicBezTo>
                <a:cubicBezTo>
                  <a:pt x="19" y="1"/>
                  <a:pt x="18" y="2"/>
                  <a:pt x="18" y="2"/>
                </a:cubicBezTo>
                <a:cubicBezTo>
                  <a:pt x="7" y="11"/>
                  <a:pt x="0" y="21"/>
                  <a:pt x="0" y="37"/>
                </a:cubicBezTo>
                <a:cubicBezTo>
                  <a:pt x="0" y="100"/>
                  <a:pt x="73" y="115"/>
                  <a:pt x="107" y="149"/>
                </a:cubicBezTo>
                <a:cubicBezTo>
                  <a:pt x="140" y="182"/>
                  <a:pt x="94" y="224"/>
                  <a:pt x="96" y="251"/>
                </a:cubicBezTo>
                <a:cubicBezTo>
                  <a:pt x="99" y="284"/>
                  <a:pt x="169" y="270"/>
                  <a:pt x="155" y="289"/>
                </a:cubicBezTo>
                <a:cubicBezTo>
                  <a:pt x="140" y="308"/>
                  <a:pt x="98" y="320"/>
                  <a:pt x="121" y="342"/>
                </a:cubicBezTo>
                <a:cubicBezTo>
                  <a:pt x="137" y="357"/>
                  <a:pt x="198" y="376"/>
                  <a:pt x="189" y="410"/>
                </a:cubicBezTo>
                <a:cubicBezTo>
                  <a:pt x="185" y="422"/>
                  <a:pt x="177" y="436"/>
                  <a:pt x="169" y="450"/>
                </a:cubicBezTo>
                <a:cubicBezTo>
                  <a:pt x="807" y="450"/>
                  <a:pt x="807" y="450"/>
                  <a:pt x="807" y="450"/>
                </a:cubicBezTo>
                <a:cubicBezTo>
                  <a:pt x="813" y="450"/>
                  <a:pt x="819" y="451"/>
                  <a:pt x="825" y="451"/>
                </a:cubicBezTo>
                <a:cubicBezTo>
                  <a:pt x="2458" y="451"/>
                  <a:pt x="2458" y="451"/>
                  <a:pt x="2458" y="451"/>
                </a:cubicBezTo>
                <a:cubicBezTo>
                  <a:pt x="2582" y="451"/>
                  <a:pt x="2769" y="225"/>
                  <a:pt x="2769" y="225"/>
                </a:cubicBezTo>
                <a:cubicBezTo>
                  <a:pt x="2769" y="225"/>
                  <a:pt x="2582" y="2"/>
                  <a:pt x="2458" y="2"/>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6" name="Freeform 8"/>
          <p:cNvSpPr>
            <a:spLocks/>
          </p:cNvSpPr>
          <p:nvPr/>
        </p:nvSpPr>
        <p:spPr bwMode="auto">
          <a:xfrm>
            <a:off x="681459" y="3537293"/>
            <a:ext cx="4163592" cy="710857"/>
          </a:xfrm>
          <a:custGeom>
            <a:avLst/>
            <a:gdLst/>
            <a:ahLst/>
            <a:cxnLst>
              <a:cxn ang="0">
                <a:pos x="2317" y="1"/>
              </a:cxn>
              <a:cxn ang="0">
                <a:pos x="1588" y="1"/>
              </a:cxn>
              <a:cxn ang="0">
                <a:pos x="1588" y="0"/>
              </a:cxn>
              <a:cxn ang="0">
                <a:pos x="863" y="0"/>
              </a:cxn>
              <a:cxn ang="0">
                <a:pos x="863" y="0"/>
              </a:cxn>
              <a:cxn ang="0">
                <a:pos x="28" y="0"/>
              </a:cxn>
              <a:cxn ang="0">
                <a:pos x="27" y="0"/>
              </a:cxn>
              <a:cxn ang="0">
                <a:pos x="19" y="81"/>
              </a:cxn>
              <a:cxn ang="0">
                <a:pos x="343" y="158"/>
              </a:cxn>
              <a:cxn ang="0">
                <a:pos x="433" y="449"/>
              </a:cxn>
              <a:cxn ang="0">
                <a:pos x="2317" y="449"/>
              </a:cxn>
              <a:cxn ang="0">
                <a:pos x="2628" y="223"/>
              </a:cxn>
              <a:cxn ang="0">
                <a:pos x="2317" y="1"/>
              </a:cxn>
            </a:cxnLst>
            <a:rect l="0" t="0" r="r" b="b"/>
            <a:pathLst>
              <a:path w="2628" h="449">
                <a:moveTo>
                  <a:pt x="2317" y="1"/>
                </a:moveTo>
                <a:cubicBezTo>
                  <a:pt x="1588" y="1"/>
                  <a:pt x="1588" y="1"/>
                  <a:pt x="1588" y="1"/>
                </a:cubicBezTo>
                <a:cubicBezTo>
                  <a:pt x="1588" y="0"/>
                  <a:pt x="1588" y="0"/>
                  <a:pt x="1588" y="0"/>
                </a:cubicBezTo>
                <a:cubicBezTo>
                  <a:pt x="863" y="0"/>
                  <a:pt x="863" y="0"/>
                  <a:pt x="863" y="0"/>
                </a:cubicBezTo>
                <a:cubicBezTo>
                  <a:pt x="863" y="0"/>
                  <a:pt x="863" y="0"/>
                  <a:pt x="863" y="0"/>
                </a:cubicBezTo>
                <a:cubicBezTo>
                  <a:pt x="28" y="0"/>
                  <a:pt x="28" y="0"/>
                  <a:pt x="28" y="0"/>
                </a:cubicBezTo>
                <a:cubicBezTo>
                  <a:pt x="27" y="0"/>
                  <a:pt x="27" y="0"/>
                  <a:pt x="27" y="0"/>
                </a:cubicBezTo>
                <a:cubicBezTo>
                  <a:pt x="13" y="25"/>
                  <a:pt x="0" y="53"/>
                  <a:pt x="19" y="81"/>
                </a:cubicBezTo>
                <a:cubicBezTo>
                  <a:pt x="48" y="124"/>
                  <a:pt x="280" y="110"/>
                  <a:pt x="343" y="158"/>
                </a:cubicBezTo>
                <a:cubicBezTo>
                  <a:pt x="405" y="206"/>
                  <a:pt x="443" y="381"/>
                  <a:pt x="433" y="449"/>
                </a:cubicBezTo>
                <a:cubicBezTo>
                  <a:pt x="433" y="449"/>
                  <a:pt x="2317" y="449"/>
                  <a:pt x="2317" y="449"/>
                </a:cubicBezTo>
                <a:cubicBezTo>
                  <a:pt x="2441" y="449"/>
                  <a:pt x="2628" y="223"/>
                  <a:pt x="2628" y="223"/>
                </a:cubicBezTo>
                <a:cubicBezTo>
                  <a:pt x="2628" y="223"/>
                  <a:pt x="2441" y="1"/>
                  <a:pt x="2317" y="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TextBox 92"/>
          <p:cNvSpPr txBox="1"/>
          <p:nvPr/>
        </p:nvSpPr>
        <p:spPr>
          <a:xfrm>
            <a:off x="1371600" y="3128032"/>
            <a:ext cx="2235159" cy="184666"/>
          </a:xfrm>
          <a:prstGeom prst="rect">
            <a:avLst/>
          </a:prstGeom>
          <a:noFill/>
        </p:spPr>
        <p:txBody>
          <a:bodyPr wrap="square" lIns="0" tIns="0" rIns="0" bIns="0" rtlCol="0" anchor="t">
            <a:spAutoFit/>
          </a:bodyPr>
          <a:lstStyle/>
          <a:p>
            <a:pPr lvl="0" algn="r" defTabSz="914400">
              <a:spcBef>
                <a:spcPct val="20000"/>
              </a:spcBef>
              <a:defRPr/>
            </a:pPr>
            <a:r>
              <a:rPr lang="en-US" sz="1200" b="1" dirty="0">
                <a:solidFill>
                  <a:schemeClr val="bg1"/>
                </a:solidFill>
              </a:rPr>
              <a:t>There are many variations</a:t>
            </a:r>
            <a:endParaRPr lang="en-US" sz="1200" dirty="0">
              <a:solidFill>
                <a:schemeClr val="bg1"/>
              </a:solidFill>
            </a:endParaRPr>
          </a:p>
        </p:txBody>
      </p:sp>
      <p:sp>
        <p:nvSpPr>
          <p:cNvPr id="94" name="TextBox 93"/>
          <p:cNvSpPr txBox="1"/>
          <p:nvPr/>
        </p:nvSpPr>
        <p:spPr>
          <a:xfrm>
            <a:off x="1569123" y="3783830"/>
            <a:ext cx="2037636" cy="184666"/>
          </a:xfrm>
          <a:prstGeom prst="rect">
            <a:avLst/>
          </a:prstGeom>
          <a:noFill/>
        </p:spPr>
        <p:txBody>
          <a:bodyPr wrap="square" lIns="0" tIns="0" rIns="0" bIns="0" rtlCol="0" anchor="t">
            <a:spAutoFit/>
          </a:bodyPr>
          <a:lstStyle/>
          <a:p>
            <a:pPr lvl="0" algn="r" defTabSz="914400">
              <a:spcBef>
                <a:spcPct val="20000"/>
              </a:spcBef>
              <a:defRPr/>
            </a:pPr>
            <a:r>
              <a:rPr lang="en-US" sz="1200" b="1" dirty="0">
                <a:solidFill>
                  <a:schemeClr val="bg1"/>
                </a:solidFill>
              </a:rPr>
              <a:t>There are many variations</a:t>
            </a:r>
            <a:endParaRPr lang="en-US" sz="1200" dirty="0">
              <a:solidFill>
                <a:schemeClr val="bg1"/>
              </a:solidFill>
            </a:endParaRPr>
          </a:p>
        </p:txBody>
      </p:sp>
      <p:sp>
        <p:nvSpPr>
          <p:cNvPr id="95" name="TextBox 94"/>
          <p:cNvSpPr txBox="1"/>
          <p:nvPr/>
        </p:nvSpPr>
        <p:spPr>
          <a:xfrm>
            <a:off x="1569123" y="2390629"/>
            <a:ext cx="2037636" cy="184666"/>
          </a:xfrm>
          <a:prstGeom prst="rect">
            <a:avLst/>
          </a:prstGeom>
          <a:noFill/>
        </p:spPr>
        <p:txBody>
          <a:bodyPr wrap="square" lIns="0" tIns="0" rIns="0" bIns="0" rtlCol="0" anchor="t">
            <a:spAutoFit/>
          </a:bodyPr>
          <a:lstStyle/>
          <a:p>
            <a:pPr lvl="0" algn="r" defTabSz="914400">
              <a:spcBef>
                <a:spcPct val="20000"/>
              </a:spcBef>
              <a:defRPr/>
            </a:pPr>
            <a:r>
              <a:rPr lang="en-US" sz="1200" b="1" dirty="0">
                <a:solidFill>
                  <a:schemeClr val="bg1"/>
                </a:solidFill>
              </a:rPr>
              <a:t>There are many variations</a:t>
            </a:r>
            <a:endParaRPr lang="en-US" sz="1200" dirty="0">
              <a:solidFill>
                <a:schemeClr val="bg1"/>
              </a:solidFill>
            </a:endParaRPr>
          </a:p>
        </p:txBody>
      </p:sp>
      <p:sp>
        <p:nvSpPr>
          <p:cNvPr id="96" name="Freeform 36"/>
          <p:cNvSpPr>
            <a:spLocks noEditPoints="1"/>
          </p:cNvSpPr>
          <p:nvPr/>
        </p:nvSpPr>
        <p:spPr bwMode="auto">
          <a:xfrm>
            <a:off x="3745291" y="3730260"/>
            <a:ext cx="316984" cy="34422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89"/>
          <p:cNvSpPr>
            <a:spLocks noEditPoints="1"/>
          </p:cNvSpPr>
          <p:nvPr/>
        </p:nvSpPr>
        <p:spPr bwMode="auto">
          <a:xfrm>
            <a:off x="3663612" y="2236688"/>
            <a:ext cx="480342" cy="480342"/>
          </a:xfrm>
          <a:custGeom>
            <a:avLst/>
            <a:gdLst/>
            <a:ahLst/>
            <a:cxnLst>
              <a:cxn ang="0">
                <a:pos x="68" y="3"/>
              </a:cxn>
              <a:cxn ang="0">
                <a:pos x="58" y="61"/>
              </a:cxn>
              <a:cxn ang="0">
                <a:pos x="57" y="63"/>
              </a:cxn>
              <a:cxn ang="0">
                <a:pos x="56" y="63"/>
              </a:cxn>
              <a:cxn ang="0">
                <a:pos x="55" y="63"/>
              </a:cxn>
              <a:cxn ang="0">
                <a:pos x="35" y="55"/>
              </a:cxn>
              <a:cxn ang="0">
                <a:pos x="23" y="67"/>
              </a:cxn>
              <a:cxn ang="0">
                <a:pos x="22" y="68"/>
              </a:cxn>
              <a:cxn ang="0">
                <a:pos x="21" y="68"/>
              </a:cxn>
              <a:cxn ang="0">
                <a:pos x="19" y="65"/>
              </a:cxn>
              <a:cxn ang="0">
                <a:pos x="19" y="48"/>
              </a:cxn>
              <a:cxn ang="0">
                <a:pos x="1" y="41"/>
              </a:cxn>
              <a:cxn ang="0">
                <a:pos x="0" y="39"/>
              </a:cxn>
              <a:cxn ang="0">
                <a:pos x="1" y="36"/>
              </a:cxn>
              <a:cxn ang="0">
                <a:pos x="64" y="0"/>
              </a:cxn>
              <a:cxn ang="0">
                <a:pos x="67" y="0"/>
              </a:cxn>
              <a:cxn ang="0">
                <a:pos x="68" y="3"/>
              </a:cxn>
              <a:cxn ang="0">
                <a:pos x="62" y="7"/>
              </a:cxn>
              <a:cxn ang="0">
                <a:pos x="8" y="38"/>
              </a:cxn>
              <a:cxn ang="0">
                <a:pos x="20" y="43"/>
              </a:cxn>
              <a:cxn ang="0">
                <a:pos x="53" y="19"/>
              </a:cxn>
              <a:cxn ang="0">
                <a:pos x="35" y="49"/>
              </a:cxn>
              <a:cxn ang="0">
                <a:pos x="54" y="57"/>
              </a:cxn>
              <a:cxn ang="0">
                <a:pos x="62" y="7"/>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5" y="55"/>
                  <a:pt x="35" y="55"/>
                  <a:pt x="35" y="55"/>
                </a:cubicBezTo>
                <a:cubicBezTo>
                  <a:pt x="23" y="67"/>
                  <a:pt x="23" y="67"/>
                  <a:pt x="23" y="67"/>
                </a:cubicBezTo>
                <a:cubicBezTo>
                  <a:pt x="23" y="67"/>
                  <a:pt x="22" y="68"/>
                  <a:pt x="22" y="68"/>
                </a:cubicBezTo>
                <a:cubicBezTo>
                  <a:pt x="21" y="68"/>
                  <a:pt x="21" y="68"/>
                  <a:pt x="21" y="68"/>
                </a:cubicBezTo>
                <a:cubicBezTo>
                  <a:pt x="20" y="67"/>
                  <a:pt x="19" y="66"/>
                  <a:pt x="19" y="65"/>
                </a:cubicBezTo>
                <a:cubicBezTo>
                  <a:pt x="19" y="48"/>
                  <a:pt x="19" y="48"/>
                  <a:pt x="19" y="48"/>
                </a:cubicBezTo>
                <a:cubicBezTo>
                  <a:pt x="1" y="41"/>
                  <a:pt x="1" y="41"/>
                  <a:pt x="1" y="41"/>
                </a:cubicBezTo>
                <a:cubicBezTo>
                  <a:pt x="0" y="40"/>
                  <a:pt x="0" y="40"/>
                  <a:pt x="0" y="39"/>
                </a:cubicBezTo>
                <a:cubicBezTo>
                  <a:pt x="0" y="38"/>
                  <a:pt x="0" y="37"/>
                  <a:pt x="1" y="36"/>
                </a:cubicBezTo>
                <a:cubicBezTo>
                  <a:pt x="64" y="0"/>
                  <a:pt x="64" y="0"/>
                  <a:pt x="64" y="0"/>
                </a:cubicBezTo>
                <a:cubicBezTo>
                  <a:pt x="65" y="0"/>
                  <a:pt x="66" y="0"/>
                  <a:pt x="67" y="0"/>
                </a:cubicBezTo>
                <a:cubicBezTo>
                  <a:pt x="68" y="1"/>
                  <a:pt x="68" y="2"/>
                  <a:pt x="68" y="3"/>
                </a:cubicBezTo>
                <a:close/>
                <a:moveTo>
                  <a:pt x="62" y="7"/>
                </a:moveTo>
                <a:cubicBezTo>
                  <a:pt x="8" y="38"/>
                  <a:pt x="8" y="38"/>
                  <a:pt x="8" y="38"/>
                </a:cubicBezTo>
                <a:cubicBezTo>
                  <a:pt x="20" y="43"/>
                  <a:pt x="20" y="43"/>
                  <a:pt x="20" y="43"/>
                </a:cubicBezTo>
                <a:cubicBezTo>
                  <a:pt x="53" y="19"/>
                  <a:pt x="53" y="19"/>
                  <a:pt x="53" y="19"/>
                </a:cubicBezTo>
                <a:cubicBezTo>
                  <a:pt x="35" y="49"/>
                  <a:pt x="35" y="49"/>
                  <a:pt x="35" y="49"/>
                </a:cubicBezTo>
                <a:cubicBezTo>
                  <a:pt x="54" y="57"/>
                  <a:pt x="54" y="57"/>
                  <a:pt x="54" y="57"/>
                </a:cubicBezTo>
                <a:lnTo>
                  <a:pt x="62"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118"/>
          <p:cNvSpPr>
            <a:spLocks noEditPoints="1"/>
          </p:cNvSpPr>
          <p:nvPr/>
        </p:nvSpPr>
        <p:spPr bwMode="auto">
          <a:xfrm>
            <a:off x="3708274" y="3001778"/>
            <a:ext cx="391018" cy="380518"/>
          </a:xfrm>
          <a:custGeom>
            <a:avLst/>
            <a:gdLst/>
            <a:ahLst/>
            <a:cxnLst>
              <a:cxn ang="0">
                <a:pos x="53" y="58"/>
              </a:cxn>
              <a:cxn ang="0">
                <a:pos x="31" y="67"/>
              </a:cxn>
              <a:cxn ang="0">
                <a:pos x="0" y="36"/>
              </a:cxn>
              <a:cxn ang="0">
                <a:pos x="31" y="5"/>
              </a:cxn>
              <a:cxn ang="0">
                <a:pos x="31" y="36"/>
              </a:cxn>
              <a:cxn ang="0">
                <a:pos x="53" y="58"/>
              </a:cxn>
              <a:cxn ang="0">
                <a:pos x="36" y="31"/>
              </a:cxn>
              <a:cxn ang="0">
                <a:pos x="36" y="0"/>
              </a:cxn>
              <a:cxn ang="0">
                <a:pos x="67" y="31"/>
              </a:cxn>
              <a:cxn ang="0">
                <a:pos x="36" y="31"/>
              </a:cxn>
              <a:cxn ang="0">
                <a:pos x="69" y="36"/>
              </a:cxn>
              <a:cxn ang="0">
                <a:pos x="60" y="58"/>
              </a:cxn>
              <a:cxn ang="0">
                <a:pos x="38" y="36"/>
              </a:cxn>
              <a:cxn ang="0">
                <a:pos x="69" y="36"/>
              </a:cxn>
            </a:cxnLst>
            <a:rect l="0" t="0" r="r" b="b"/>
            <a:pathLst>
              <a:path w="69" h="67">
                <a:moveTo>
                  <a:pt x="53" y="58"/>
                </a:moveTo>
                <a:cubicBezTo>
                  <a:pt x="47" y="64"/>
                  <a:pt x="39" y="67"/>
                  <a:pt x="31" y="67"/>
                </a:cubicBezTo>
                <a:cubicBezTo>
                  <a:pt x="14" y="67"/>
                  <a:pt x="0" y="53"/>
                  <a:pt x="0" y="36"/>
                </a:cubicBezTo>
                <a:cubicBezTo>
                  <a:pt x="0" y="19"/>
                  <a:pt x="14" y="5"/>
                  <a:pt x="31" y="5"/>
                </a:cubicBezTo>
                <a:cubicBezTo>
                  <a:pt x="31" y="36"/>
                  <a:pt x="31" y="36"/>
                  <a:pt x="31" y="36"/>
                </a:cubicBezTo>
                <a:lnTo>
                  <a:pt x="53" y="58"/>
                </a:lnTo>
                <a:close/>
                <a:moveTo>
                  <a:pt x="36" y="31"/>
                </a:moveTo>
                <a:cubicBezTo>
                  <a:pt x="36" y="0"/>
                  <a:pt x="36" y="0"/>
                  <a:pt x="36" y="0"/>
                </a:cubicBezTo>
                <a:cubicBezTo>
                  <a:pt x="53" y="0"/>
                  <a:pt x="67" y="14"/>
                  <a:pt x="67" y="31"/>
                </a:cubicBezTo>
                <a:lnTo>
                  <a:pt x="36" y="31"/>
                </a:lnTo>
                <a:close/>
                <a:moveTo>
                  <a:pt x="69" y="36"/>
                </a:moveTo>
                <a:cubicBezTo>
                  <a:pt x="69" y="45"/>
                  <a:pt x="66" y="53"/>
                  <a:pt x="60" y="58"/>
                </a:cubicBezTo>
                <a:cubicBezTo>
                  <a:pt x="38" y="36"/>
                  <a:pt x="38" y="36"/>
                  <a:pt x="38" y="36"/>
                </a:cubicBezTo>
                <a:lnTo>
                  <a:pt x="69"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66"/>
          <p:cNvSpPr>
            <a:spLocks noEditPoints="1"/>
          </p:cNvSpPr>
          <p:nvPr/>
        </p:nvSpPr>
        <p:spPr bwMode="auto">
          <a:xfrm>
            <a:off x="3695765" y="1567112"/>
            <a:ext cx="416036" cy="387074"/>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TextBox 99"/>
          <p:cNvSpPr txBox="1"/>
          <p:nvPr/>
        </p:nvSpPr>
        <p:spPr>
          <a:xfrm>
            <a:off x="1569123" y="1625247"/>
            <a:ext cx="2037636" cy="184666"/>
          </a:xfrm>
          <a:prstGeom prst="rect">
            <a:avLst/>
          </a:prstGeom>
          <a:noFill/>
        </p:spPr>
        <p:txBody>
          <a:bodyPr wrap="square" lIns="0" tIns="0" rIns="0" bIns="0" rtlCol="0" anchor="t">
            <a:spAutoFit/>
          </a:bodyPr>
          <a:lstStyle/>
          <a:p>
            <a:pPr lvl="0" algn="r" defTabSz="914400">
              <a:spcBef>
                <a:spcPct val="20000"/>
              </a:spcBef>
              <a:defRPr/>
            </a:pPr>
            <a:r>
              <a:rPr lang="en-US" sz="1200" b="1" dirty="0">
                <a:solidFill>
                  <a:schemeClr val="bg1"/>
                </a:solidFill>
              </a:rPr>
              <a:t>There are many variations</a:t>
            </a:r>
            <a:endParaRPr lang="en-US" sz="1200" dirty="0">
              <a:solidFill>
                <a:schemeClr val="bg1"/>
              </a:solidFill>
            </a:endParaRPr>
          </a:p>
        </p:txBody>
      </p:sp>
      <p:grpSp>
        <p:nvGrpSpPr>
          <p:cNvPr id="2" name="Group 100"/>
          <p:cNvGrpSpPr/>
          <p:nvPr/>
        </p:nvGrpSpPr>
        <p:grpSpPr>
          <a:xfrm>
            <a:off x="6018285" y="1344996"/>
            <a:ext cx="2592315" cy="642867"/>
            <a:chOff x="1315498" y="1113763"/>
            <a:chExt cx="2592315" cy="642867"/>
          </a:xfrm>
        </p:grpSpPr>
        <p:sp>
          <p:nvSpPr>
            <p:cNvPr id="102" name="Text Placeholder 3"/>
            <p:cNvSpPr txBox="1">
              <a:spLocks/>
            </p:cNvSpPr>
            <p:nvPr/>
          </p:nvSpPr>
          <p:spPr>
            <a:xfrm>
              <a:off x="1315499" y="1113763"/>
              <a:ext cx="923330"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Number One</a:t>
              </a:r>
            </a:p>
          </p:txBody>
        </p:sp>
        <p:sp>
          <p:nvSpPr>
            <p:cNvPr id="103"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form.</a:t>
              </a:r>
            </a:p>
          </p:txBody>
        </p:sp>
      </p:grpSp>
      <p:sp>
        <p:nvSpPr>
          <p:cNvPr id="104" name="Text Placeholder 3"/>
          <p:cNvSpPr txBox="1">
            <a:spLocks/>
          </p:cNvSpPr>
          <p:nvPr/>
        </p:nvSpPr>
        <p:spPr>
          <a:xfrm>
            <a:off x="5177984" y="1300306"/>
            <a:ext cx="61074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1"/>
                </a:solidFill>
                <a:effectLst/>
                <a:uLnTx/>
                <a:uFillTx/>
                <a:latin typeface="+mn-lt"/>
                <a:ea typeface="+mn-ea"/>
                <a:cs typeface="+mn-cs"/>
              </a:rPr>
              <a:t>01</a:t>
            </a:r>
          </a:p>
        </p:txBody>
      </p:sp>
      <p:grpSp>
        <p:nvGrpSpPr>
          <p:cNvPr id="3" name="Group 104"/>
          <p:cNvGrpSpPr/>
          <p:nvPr/>
        </p:nvGrpSpPr>
        <p:grpSpPr>
          <a:xfrm>
            <a:off x="6018285" y="2068456"/>
            <a:ext cx="2592315" cy="642867"/>
            <a:chOff x="1315498" y="1113763"/>
            <a:chExt cx="2592315" cy="642867"/>
          </a:xfrm>
        </p:grpSpPr>
        <p:sp>
          <p:nvSpPr>
            <p:cNvPr id="106" name="Text Placeholder 3"/>
            <p:cNvSpPr txBox="1">
              <a:spLocks/>
            </p:cNvSpPr>
            <p:nvPr/>
          </p:nvSpPr>
          <p:spPr>
            <a:xfrm>
              <a:off x="1315499" y="1113763"/>
              <a:ext cx="92153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solidFill>
                    <a:schemeClr val="accent2"/>
                  </a:solidFill>
                  <a:effectLst/>
                  <a:uLnTx/>
                  <a:uFillTx/>
                  <a:latin typeface="+mn-lt"/>
                  <a:ea typeface="+mn-ea"/>
                  <a:cs typeface="+mn-cs"/>
                </a:rPr>
                <a:t>Number Two</a:t>
              </a:r>
            </a:p>
          </p:txBody>
        </p:sp>
        <p:sp>
          <p:nvSpPr>
            <p:cNvPr id="107"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form.</a:t>
              </a:r>
            </a:p>
          </p:txBody>
        </p:sp>
      </p:grpSp>
      <p:sp>
        <p:nvSpPr>
          <p:cNvPr id="108" name="Text Placeholder 3"/>
          <p:cNvSpPr txBox="1">
            <a:spLocks/>
          </p:cNvSpPr>
          <p:nvPr/>
        </p:nvSpPr>
        <p:spPr>
          <a:xfrm>
            <a:off x="5140314" y="2023766"/>
            <a:ext cx="68608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2"/>
                </a:solidFill>
                <a:effectLst/>
                <a:uLnTx/>
                <a:uFillTx/>
                <a:latin typeface="+mn-lt"/>
                <a:ea typeface="+mn-ea"/>
                <a:cs typeface="+mn-cs"/>
              </a:rPr>
              <a:t>02</a:t>
            </a:r>
          </a:p>
        </p:txBody>
      </p:sp>
      <p:grpSp>
        <p:nvGrpSpPr>
          <p:cNvPr id="4" name="Group 108"/>
          <p:cNvGrpSpPr/>
          <p:nvPr/>
        </p:nvGrpSpPr>
        <p:grpSpPr>
          <a:xfrm>
            <a:off x="6018285" y="2805517"/>
            <a:ext cx="2592315" cy="642867"/>
            <a:chOff x="1315498" y="1113763"/>
            <a:chExt cx="2592315" cy="642867"/>
          </a:xfrm>
        </p:grpSpPr>
        <p:sp>
          <p:nvSpPr>
            <p:cNvPr id="110" name="Text Placeholder 3"/>
            <p:cNvSpPr txBox="1">
              <a:spLocks/>
            </p:cNvSpPr>
            <p:nvPr/>
          </p:nvSpPr>
          <p:spPr>
            <a:xfrm>
              <a:off x="1315499" y="1113763"/>
              <a:ext cx="1041952"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Number Three</a:t>
              </a:r>
            </a:p>
          </p:txBody>
        </p:sp>
        <p:sp>
          <p:nvSpPr>
            <p:cNvPr id="111"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form.</a:t>
              </a:r>
            </a:p>
          </p:txBody>
        </p:sp>
      </p:grpSp>
      <p:sp>
        <p:nvSpPr>
          <p:cNvPr id="112" name="Text Placeholder 3"/>
          <p:cNvSpPr txBox="1">
            <a:spLocks/>
          </p:cNvSpPr>
          <p:nvPr/>
        </p:nvSpPr>
        <p:spPr>
          <a:xfrm>
            <a:off x="5140314" y="2760827"/>
            <a:ext cx="686085"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3"/>
                </a:solidFill>
                <a:effectLst/>
                <a:uLnTx/>
                <a:uFillTx/>
                <a:latin typeface="+mn-lt"/>
                <a:ea typeface="+mn-ea"/>
                <a:cs typeface="+mn-cs"/>
              </a:rPr>
              <a:t>03</a:t>
            </a:r>
          </a:p>
        </p:txBody>
      </p:sp>
      <p:grpSp>
        <p:nvGrpSpPr>
          <p:cNvPr id="7" name="Group 112"/>
          <p:cNvGrpSpPr/>
          <p:nvPr/>
        </p:nvGrpSpPr>
        <p:grpSpPr>
          <a:xfrm>
            <a:off x="6018285" y="3556384"/>
            <a:ext cx="2592315" cy="642867"/>
            <a:chOff x="1315498" y="1113763"/>
            <a:chExt cx="2592315" cy="642867"/>
          </a:xfrm>
        </p:grpSpPr>
        <p:sp>
          <p:nvSpPr>
            <p:cNvPr id="114" name="Text Placeholder 3"/>
            <p:cNvSpPr txBox="1">
              <a:spLocks/>
            </p:cNvSpPr>
            <p:nvPr/>
          </p:nvSpPr>
          <p:spPr>
            <a:xfrm>
              <a:off x="1315499" y="1113763"/>
              <a:ext cx="78867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Number Four</a:t>
              </a:r>
            </a:p>
          </p:txBody>
        </p:sp>
        <p:sp>
          <p:nvSpPr>
            <p:cNvPr id="115" name="Text Placeholder 3"/>
            <p:cNvSpPr txBox="1">
              <a:spLocks/>
            </p:cNvSpPr>
            <p:nvPr/>
          </p:nvSpPr>
          <p:spPr>
            <a:xfrm>
              <a:off x="1315498" y="1294965"/>
              <a:ext cx="2592315"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but the majority have suffered alteration in form.</a:t>
              </a:r>
            </a:p>
          </p:txBody>
        </p:sp>
      </p:grpSp>
      <p:sp>
        <p:nvSpPr>
          <p:cNvPr id="116" name="Text Placeholder 3"/>
          <p:cNvSpPr txBox="1">
            <a:spLocks/>
          </p:cNvSpPr>
          <p:nvPr/>
        </p:nvSpPr>
        <p:spPr>
          <a:xfrm>
            <a:off x="5140314" y="3511694"/>
            <a:ext cx="610744" cy="738664"/>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800" b="1" i="0" u="none" strike="noStrike" kern="1200" cap="none" spc="0" normalizeH="0" baseline="0" noProof="0" dirty="0">
                <a:ln>
                  <a:noFill/>
                </a:ln>
                <a:solidFill>
                  <a:schemeClr val="accent4"/>
                </a:solidFill>
                <a:effectLst/>
                <a:uLnTx/>
                <a:uFillTx/>
                <a:latin typeface="+mn-lt"/>
                <a:ea typeface="+mn-ea"/>
                <a:cs typeface="+mn-cs"/>
              </a:rPr>
              <a:t>04</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053"/>
                                        </p:tgtEl>
                                        <p:attrNameLst>
                                          <p:attrName>style.visibility</p:attrName>
                                        </p:attrNameLst>
                                      </p:cBhvr>
                                      <p:to>
                                        <p:strVal val="visible"/>
                                      </p:to>
                                    </p:set>
                                    <p:animEffect transition="in" filter="wipe(left)">
                                      <p:cBhvr>
                                        <p:cTn id="7" dur="1000"/>
                                        <p:tgtEl>
                                          <p:spTgt spid="2053"/>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2054"/>
                                        </p:tgtEl>
                                        <p:attrNameLst>
                                          <p:attrName>style.visibility</p:attrName>
                                        </p:attrNameLst>
                                      </p:cBhvr>
                                      <p:to>
                                        <p:strVal val="visible"/>
                                      </p:to>
                                    </p:set>
                                    <p:animEffect transition="in" filter="wipe(left)">
                                      <p:cBhvr>
                                        <p:cTn id="11" dur="1000"/>
                                        <p:tgtEl>
                                          <p:spTgt spid="2054"/>
                                        </p:tgtEl>
                                      </p:cBhvr>
                                    </p:animEffect>
                                  </p:childTnLst>
                                </p:cTn>
                              </p:par>
                            </p:childTnLst>
                          </p:cTn>
                        </p:par>
                        <p:par>
                          <p:cTn id="12" fill="hold">
                            <p:stCondLst>
                              <p:cond delay="2000"/>
                            </p:stCondLst>
                            <p:childTnLst>
                              <p:par>
                                <p:cTn id="13" presetID="22" presetClass="entr" presetSubtype="8" fill="hold" grpId="0" nodeType="afterEffect">
                                  <p:stCondLst>
                                    <p:cond delay="0"/>
                                  </p:stCondLst>
                                  <p:childTnLst>
                                    <p:set>
                                      <p:cBhvr>
                                        <p:cTn id="14" dur="1" fill="hold">
                                          <p:stCondLst>
                                            <p:cond delay="0"/>
                                          </p:stCondLst>
                                        </p:cTn>
                                        <p:tgtEl>
                                          <p:spTgt spid="2055"/>
                                        </p:tgtEl>
                                        <p:attrNameLst>
                                          <p:attrName>style.visibility</p:attrName>
                                        </p:attrNameLst>
                                      </p:cBhvr>
                                      <p:to>
                                        <p:strVal val="visible"/>
                                      </p:to>
                                    </p:set>
                                    <p:animEffect transition="in" filter="wipe(left)">
                                      <p:cBhvr>
                                        <p:cTn id="15" dur="1000"/>
                                        <p:tgtEl>
                                          <p:spTgt spid="2055"/>
                                        </p:tgtEl>
                                      </p:cBhvr>
                                    </p:animEffect>
                                  </p:childTnLst>
                                </p:cTn>
                              </p:par>
                            </p:childTnLst>
                          </p:cTn>
                        </p:par>
                        <p:par>
                          <p:cTn id="16" fill="hold">
                            <p:stCondLst>
                              <p:cond delay="3000"/>
                            </p:stCondLst>
                            <p:childTnLst>
                              <p:par>
                                <p:cTn id="17" presetID="22" presetClass="entr" presetSubtype="8" fill="hold" grpId="0" nodeType="afterEffect">
                                  <p:stCondLst>
                                    <p:cond delay="0"/>
                                  </p:stCondLst>
                                  <p:childTnLst>
                                    <p:set>
                                      <p:cBhvr>
                                        <p:cTn id="18" dur="1" fill="hold">
                                          <p:stCondLst>
                                            <p:cond delay="0"/>
                                          </p:stCondLst>
                                        </p:cTn>
                                        <p:tgtEl>
                                          <p:spTgt spid="2056"/>
                                        </p:tgtEl>
                                        <p:attrNameLst>
                                          <p:attrName>style.visibility</p:attrName>
                                        </p:attrNameLst>
                                      </p:cBhvr>
                                      <p:to>
                                        <p:strVal val="visible"/>
                                      </p:to>
                                    </p:set>
                                    <p:animEffect transition="in" filter="wipe(left)">
                                      <p:cBhvr>
                                        <p:cTn id="19" dur="1000"/>
                                        <p:tgtEl>
                                          <p:spTgt spid="2056"/>
                                        </p:tgtEl>
                                      </p:cBhvr>
                                    </p:animEffect>
                                  </p:childTnLst>
                                </p:cTn>
                              </p:par>
                            </p:childTnLst>
                          </p:cTn>
                        </p:par>
                        <p:par>
                          <p:cTn id="20" fill="hold">
                            <p:stCondLst>
                              <p:cond delay="4000"/>
                            </p:stCondLst>
                            <p:childTnLst>
                              <p:par>
                                <p:cTn id="21" presetID="53" presetClass="entr" presetSubtype="0" fill="hold" grpId="0" nodeType="afterEffect">
                                  <p:stCondLst>
                                    <p:cond delay="0"/>
                                  </p:stCondLst>
                                  <p:childTnLst>
                                    <p:set>
                                      <p:cBhvr>
                                        <p:cTn id="22" dur="1" fill="hold">
                                          <p:stCondLst>
                                            <p:cond delay="0"/>
                                          </p:stCondLst>
                                        </p:cTn>
                                        <p:tgtEl>
                                          <p:spTgt spid="99"/>
                                        </p:tgtEl>
                                        <p:attrNameLst>
                                          <p:attrName>style.visibility</p:attrName>
                                        </p:attrNameLst>
                                      </p:cBhvr>
                                      <p:to>
                                        <p:strVal val="visible"/>
                                      </p:to>
                                    </p:set>
                                    <p:anim calcmode="lin" valueType="num">
                                      <p:cBhvr>
                                        <p:cTn id="23" dur="500" fill="hold"/>
                                        <p:tgtEl>
                                          <p:spTgt spid="99"/>
                                        </p:tgtEl>
                                        <p:attrNameLst>
                                          <p:attrName>ppt_w</p:attrName>
                                        </p:attrNameLst>
                                      </p:cBhvr>
                                      <p:tavLst>
                                        <p:tav tm="0">
                                          <p:val>
                                            <p:fltVal val="0"/>
                                          </p:val>
                                        </p:tav>
                                        <p:tav tm="100000">
                                          <p:val>
                                            <p:strVal val="#ppt_w"/>
                                          </p:val>
                                        </p:tav>
                                      </p:tavLst>
                                    </p:anim>
                                    <p:anim calcmode="lin" valueType="num">
                                      <p:cBhvr>
                                        <p:cTn id="24" dur="500" fill="hold"/>
                                        <p:tgtEl>
                                          <p:spTgt spid="99"/>
                                        </p:tgtEl>
                                        <p:attrNameLst>
                                          <p:attrName>ppt_h</p:attrName>
                                        </p:attrNameLst>
                                      </p:cBhvr>
                                      <p:tavLst>
                                        <p:tav tm="0">
                                          <p:val>
                                            <p:fltVal val="0"/>
                                          </p:val>
                                        </p:tav>
                                        <p:tav tm="100000">
                                          <p:val>
                                            <p:strVal val="#ppt_h"/>
                                          </p:val>
                                        </p:tav>
                                      </p:tavLst>
                                    </p:anim>
                                    <p:animEffect transition="in" filter="fade">
                                      <p:cBhvr>
                                        <p:cTn id="25" dur="500"/>
                                        <p:tgtEl>
                                          <p:spTgt spid="99"/>
                                        </p:tgtEl>
                                      </p:cBhvr>
                                    </p:animEffect>
                                  </p:childTnLst>
                                </p:cTn>
                              </p:par>
                            </p:childTnLst>
                          </p:cTn>
                        </p:par>
                        <p:par>
                          <p:cTn id="26" fill="hold">
                            <p:stCondLst>
                              <p:cond delay="4500"/>
                            </p:stCondLst>
                            <p:childTnLst>
                              <p:par>
                                <p:cTn id="27" presetID="22" presetClass="entr" presetSubtype="2" fill="hold" grpId="0" nodeType="afterEffect">
                                  <p:stCondLst>
                                    <p:cond delay="0"/>
                                  </p:stCondLst>
                                  <p:childTnLst>
                                    <p:set>
                                      <p:cBhvr>
                                        <p:cTn id="28" dur="1" fill="hold">
                                          <p:stCondLst>
                                            <p:cond delay="0"/>
                                          </p:stCondLst>
                                        </p:cTn>
                                        <p:tgtEl>
                                          <p:spTgt spid="100"/>
                                        </p:tgtEl>
                                        <p:attrNameLst>
                                          <p:attrName>style.visibility</p:attrName>
                                        </p:attrNameLst>
                                      </p:cBhvr>
                                      <p:to>
                                        <p:strVal val="visible"/>
                                      </p:to>
                                    </p:set>
                                    <p:animEffect transition="in" filter="wipe(right)">
                                      <p:cBhvr>
                                        <p:cTn id="29" dur="500"/>
                                        <p:tgtEl>
                                          <p:spTgt spid="100"/>
                                        </p:tgtEl>
                                      </p:cBhvr>
                                    </p:animEffect>
                                  </p:childTnLst>
                                </p:cTn>
                              </p:par>
                            </p:childTnLst>
                          </p:cTn>
                        </p:par>
                        <p:par>
                          <p:cTn id="30" fill="hold">
                            <p:stCondLst>
                              <p:cond delay="5000"/>
                            </p:stCondLst>
                            <p:childTnLst>
                              <p:par>
                                <p:cTn id="31" presetID="53" presetClass="entr" presetSubtype="0" fill="hold" grpId="0" nodeType="afterEffect">
                                  <p:stCondLst>
                                    <p:cond delay="0"/>
                                  </p:stCondLst>
                                  <p:childTnLst>
                                    <p:set>
                                      <p:cBhvr>
                                        <p:cTn id="32" dur="1" fill="hold">
                                          <p:stCondLst>
                                            <p:cond delay="0"/>
                                          </p:stCondLst>
                                        </p:cTn>
                                        <p:tgtEl>
                                          <p:spTgt spid="97"/>
                                        </p:tgtEl>
                                        <p:attrNameLst>
                                          <p:attrName>style.visibility</p:attrName>
                                        </p:attrNameLst>
                                      </p:cBhvr>
                                      <p:to>
                                        <p:strVal val="visible"/>
                                      </p:to>
                                    </p:set>
                                    <p:anim calcmode="lin" valueType="num">
                                      <p:cBhvr>
                                        <p:cTn id="33" dur="500" fill="hold"/>
                                        <p:tgtEl>
                                          <p:spTgt spid="97"/>
                                        </p:tgtEl>
                                        <p:attrNameLst>
                                          <p:attrName>ppt_w</p:attrName>
                                        </p:attrNameLst>
                                      </p:cBhvr>
                                      <p:tavLst>
                                        <p:tav tm="0">
                                          <p:val>
                                            <p:fltVal val="0"/>
                                          </p:val>
                                        </p:tav>
                                        <p:tav tm="100000">
                                          <p:val>
                                            <p:strVal val="#ppt_w"/>
                                          </p:val>
                                        </p:tav>
                                      </p:tavLst>
                                    </p:anim>
                                    <p:anim calcmode="lin" valueType="num">
                                      <p:cBhvr>
                                        <p:cTn id="34" dur="500" fill="hold"/>
                                        <p:tgtEl>
                                          <p:spTgt spid="97"/>
                                        </p:tgtEl>
                                        <p:attrNameLst>
                                          <p:attrName>ppt_h</p:attrName>
                                        </p:attrNameLst>
                                      </p:cBhvr>
                                      <p:tavLst>
                                        <p:tav tm="0">
                                          <p:val>
                                            <p:fltVal val="0"/>
                                          </p:val>
                                        </p:tav>
                                        <p:tav tm="100000">
                                          <p:val>
                                            <p:strVal val="#ppt_h"/>
                                          </p:val>
                                        </p:tav>
                                      </p:tavLst>
                                    </p:anim>
                                    <p:animEffect transition="in" filter="fade">
                                      <p:cBhvr>
                                        <p:cTn id="35" dur="500"/>
                                        <p:tgtEl>
                                          <p:spTgt spid="97"/>
                                        </p:tgtEl>
                                      </p:cBhvr>
                                    </p:animEffect>
                                  </p:childTnLst>
                                </p:cTn>
                              </p:par>
                            </p:childTnLst>
                          </p:cTn>
                        </p:par>
                        <p:par>
                          <p:cTn id="36" fill="hold">
                            <p:stCondLst>
                              <p:cond delay="5500"/>
                            </p:stCondLst>
                            <p:childTnLst>
                              <p:par>
                                <p:cTn id="37" presetID="22" presetClass="entr" presetSubtype="2" fill="hold" grpId="0" nodeType="afterEffect">
                                  <p:stCondLst>
                                    <p:cond delay="0"/>
                                  </p:stCondLst>
                                  <p:childTnLst>
                                    <p:set>
                                      <p:cBhvr>
                                        <p:cTn id="38" dur="1" fill="hold">
                                          <p:stCondLst>
                                            <p:cond delay="0"/>
                                          </p:stCondLst>
                                        </p:cTn>
                                        <p:tgtEl>
                                          <p:spTgt spid="95"/>
                                        </p:tgtEl>
                                        <p:attrNameLst>
                                          <p:attrName>style.visibility</p:attrName>
                                        </p:attrNameLst>
                                      </p:cBhvr>
                                      <p:to>
                                        <p:strVal val="visible"/>
                                      </p:to>
                                    </p:set>
                                    <p:animEffect transition="in" filter="wipe(right)">
                                      <p:cBhvr>
                                        <p:cTn id="39" dur="500"/>
                                        <p:tgtEl>
                                          <p:spTgt spid="95"/>
                                        </p:tgtEl>
                                      </p:cBhvr>
                                    </p:animEffect>
                                  </p:childTnLst>
                                </p:cTn>
                              </p:par>
                            </p:childTnLst>
                          </p:cTn>
                        </p:par>
                        <p:par>
                          <p:cTn id="40" fill="hold">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p:cTn id="43" dur="500" fill="hold"/>
                                        <p:tgtEl>
                                          <p:spTgt spid="98"/>
                                        </p:tgtEl>
                                        <p:attrNameLst>
                                          <p:attrName>ppt_w</p:attrName>
                                        </p:attrNameLst>
                                      </p:cBhvr>
                                      <p:tavLst>
                                        <p:tav tm="0">
                                          <p:val>
                                            <p:fltVal val="0"/>
                                          </p:val>
                                        </p:tav>
                                        <p:tav tm="100000">
                                          <p:val>
                                            <p:strVal val="#ppt_w"/>
                                          </p:val>
                                        </p:tav>
                                      </p:tavLst>
                                    </p:anim>
                                    <p:anim calcmode="lin" valueType="num">
                                      <p:cBhvr>
                                        <p:cTn id="44" dur="500" fill="hold"/>
                                        <p:tgtEl>
                                          <p:spTgt spid="98"/>
                                        </p:tgtEl>
                                        <p:attrNameLst>
                                          <p:attrName>ppt_h</p:attrName>
                                        </p:attrNameLst>
                                      </p:cBhvr>
                                      <p:tavLst>
                                        <p:tav tm="0">
                                          <p:val>
                                            <p:fltVal val="0"/>
                                          </p:val>
                                        </p:tav>
                                        <p:tav tm="100000">
                                          <p:val>
                                            <p:strVal val="#ppt_h"/>
                                          </p:val>
                                        </p:tav>
                                      </p:tavLst>
                                    </p:anim>
                                    <p:animEffect transition="in" filter="fade">
                                      <p:cBhvr>
                                        <p:cTn id="45" dur="500"/>
                                        <p:tgtEl>
                                          <p:spTgt spid="98"/>
                                        </p:tgtEl>
                                      </p:cBhvr>
                                    </p:animEffect>
                                  </p:childTnLst>
                                </p:cTn>
                              </p:par>
                            </p:childTnLst>
                          </p:cTn>
                        </p:par>
                        <p:par>
                          <p:cTn id="46" fill="hold">
                            <p:stCondLst>
                              <p:cond delay="6500"/>
                            </p:stCondLst>
                            <p:childTnLst>
                              <p:par>
                                <p:cTn id="47" presetID="22" presetClass="entr" presetSubtype="2" fill="hold" grpId="0" nodeType="afterEffect">
                                  <p:stCondLst>
                                    <p:cond delay="0"/>
                                  </p:stCondLst>
                                  <p:childTnLst>
                                    <p:set>
                                      <p:cBhvr>
                                        <p:cTn id="48" dur="1" fill="hold">
                                          <p:stCondLst>
                                            <p:cond delay="0"/>
                                          </p:stCondLst>
                                        </p:cTn>
                                        <p:tgtEl>
                                          <p:spTgt spid="93"/>
                                        </p:tgtEl>
                                        <p:attrNameLst>
                                          <p:attrName>style.visibility</p:attrName>
                                        </p:attrNameLst>
                                      </p:cBhvr>
                                      <p:to>
                                        <p:strVal val="visible"/>
                                      </p:to>
                                    </p:set>
                                    <p:animEffect transition="in" filter="wipe(right)">
                                      <p:cBhvr>
                                        <p:cTn id="49" dur="500"/>
                                        <p:tgtEl>
                                          <p:spTgt spid="93"/>
                                        </p:tgtEl>
                                      </p:cBhvr>
                                    </p:animEffect>
                                  </p:childTnLst>
                                </p:cTn>
                              </p:par>
                            </p:childTnLst>
                          </p:cTn>
                        </p:par>
                        <p:par>
                          <p:cTn id="50" fill="hold">
                            <p:stCondLst>
                              <p:cond delay="7000"/>
                            </p:stCondLst>
                            <p:childTnLst>
                              <p:par>
                                <p:cTn id="51" presetID="53" presetClass="entr" presetSubtype="0" fill="hold" grpId="0" nodeType="afterEffect">
                                  <p:stCondLst>
                                    <p:cond delay="0"/>
                                  </p:stCondLst>
                                  <p:childTnLst>
                                    <p:set>
                                      <p:cBhvr>
                                        <p:cTn id="52" dur="1" fill="hold">
                                          <p:stCondLst>
                                            <p:cond delay="0"/>
                                          </p:stCondLst>
                                        </p:cTn>
                                        <p:tgtEl>
                                          <p:spTgt spid="96"/>
                                        </p:tgtEl>
                                        <p:attrNameLst>
                                          <p:attrName>style.visibility</p:attrName>
                                        </p:attrNameLst>
                                      </p:cBhvr>
                                      <p:to>
                                        <p:strVal val="visible"/>
                                      </p:to>
                                    </p:set>
                                    <p:anim calcmode="lin" valueType="num">
                                      <p:cBhvr>
                                        <p:cTn id="53" dur="500" fill="hold"/>
                                        <p:tgtEl>
                                          <p:spTgt spid="96"/>
                                        </p:tgtEl>
                                        <p:attrNameLst>
                                          <p:attrName>ppt_w</p:attrName>
                                        </p:attrNameLst>
                                      </p:cBhvr>
                                      <p:tavLst>
                                        <p:tav tm="0">
                                          <p:val>
                                            <p:fltVal val="0"/>
                                          </p:val>
                                        </p:tav>
                                        <p:tav tm="100000">
                                          <p:val>
                                            <p:strVal val="#ppt_w"/>
                                          </p:val>
                                        </p:tav>
                                      </p:tavLst>
                                    </p:anim>
                                    <p:anim calcmode="lin" valueType="num">
                                      <p:cBhvr>
                                        <p:cTn id="54" dur="500" fill="hold"/>
                                        <p:tgtEl>
                                          <p:spTgt spid="96"/>
                                        </p:tgtEl>
                                        <p:attrNameLst>
                                          <p:attrName>ppt_h</p:attrName>
                                        </p:attrNameLst>
                                      </p:cBhvr>
                                      <p:tavLst>
                                        <p:tav tm="0">
                                          <p:val>
                                            <p:fltVal val="0"/>
                                          </p:val>
                                        </p:tav>
                                        <p:tav tm="100000">
                                          <p:val>
                                            <p:strVal val="#ppt_h"/>
                                          </p:val>
                                        </p:tav>
                                      </p:tavLst>
                                    </p:anim>
                                    <p:animEffect transition="in" filter="fade">
                                      <p:cBhvr>
                                        <p:cTn id="55" dur="500"/>
                                        <p:tgtEl>
                                          <p:spTgt spid="96"/>
                                        </p:tgtEl>
                                      </p:cBhvr>
                                    </p:animEffect>
                                  </p:childTnLst>
                                </p:cTn>
                              </p:par>
                            </p:childTnLst>
                          </p:cTn>
                        </p:par>
                        <p:par>
                          <p:cTn id="56" fill="hold">
                            <p:stCondLst>
                              <p:cond delay="7500"/>
                            </p:stCondLst>
                            <p:childTnLst>
                              <p:par>
                                <p:cTn id="57" presetID="22" presetClass="entr" presetSubtype="2" fill="hold" grpId="0" nodeType="afterEffect">
                                  <p:stCondLst>
                                    <p:cond delay="0"/>
                                  </p:stCondLst>
                                  <p:childTnLst>
                                    <p:set>
                                      <p:cBhvr>
                                        <p:cTn id="58" dur="1" fill="hold">
                                          <p:stCondLst>
                                            <p:cond delay="0"/>
                                          </p:stCondLst>
                                        </p:cTn>
                                        <p:tgtEl>
                                          <p:spTgt spid="94"/>
                                        </p:tgtEl>
                                        <p:attrNameLst>
                                          <p:attrName>style.visibility</p:attrName>
                                        </p:attrNameLst>
                                      </p:cBhvr>
                                      <p:to>
                                        <p:strVal val="visible"/>
                                      </p:to>
                                    </p:set>
                                    <p:animEffect transition="in" filter="wipe(right)">
                                      <p:cBhvr>
                                        <p:cTn id="59" dur="500"/>
                                        <p:tgtEl>
                                          <p:spTgt spid="94"/>
                                        </p:tgtEl>
                                      </p:cBhvr>
                                    </p:animEffect>
                                  </p:childTnLst>
                                </p:cTn>
                              </p:par>
                            </p:childTnLst>
                          </p:cTn>
                        </p:par>
                        <p:par>
                          <p:cTn id="60" fill="hold">
                            <p:stCondLst>
                              <p:cond delay="8000"/>
                            </p:stCondLst>
                            <p:childTnLst>
                              <p:par>
                                <p:cTn id="61" presetID="53" presetClass="entr" presetSubtype="0" fill="hold" grpId="0" nodeType="afterEffect">
                                  <p:stCondLst>
                                    <p:cond delay="0"/>
                                  </p:stCondLst>
                                  <p:childTnLst>
                                    <p:set>
                                      <p:cBhvr>
                                        <p:cTn id="62" dur="1" fill="hold">
                                          <p:stCondLst>
                                            <p:cond delay="0"/>
                                          </p:stCondLst>
                                        </p:cTn>
                                        <p:tgtEl>
                                          <p:spTgt spid="104"/>
                                        </p:tgtEl>
                                        <p:attrNameLst>
                                          <p:attrName>style.visibility</p:attrName>
                                        </p:attrNameLst>
                                      </p:cBhvr>
                                      <p:to>
                                        <p:strVal val="visible"/>
                                      </p:to>
                                    </p:set>
                                    <p:anim calcmode="lin" valueType="num">
                                      <p:cBhvr>
                                        <p:cTn id="63" dur="500" fill="hold"/>
                                        <p:tgtEl>
                                          <p:spTgt spid="104"/>
                                        </p:tgtEl>
                                        <p:attrNameLst>
                                          <p:attrName>ppt_w</p:attrName>
                                        </p:attrNameLst>
                                      </p:cBhvr>
                                      <p:tavLst>
                                        <p:tav tm="0">
                                          <p:val>
                                            <p:fltVal val="0"/>
                                          </p:val>
                                        </p:tav>
                                        <p:tav tm="100000">
                                          <p:val>
                                            <p:strVal val="#ppt_w"/>
                                          </p:val>
                                        </p:tav>
                                      </p:tavLst>
                                    </p:anim>
                                    <p:anim calcmode="lin" valueType="num">
                                      <p:cBhvr>
                                        <p:cTn id="64" dur="500" fill="hold"/>
                                        <p:tgtEl>
                                          <p:spTgt spid="104"/>
                                        </p:tgtEl>
                                        <p:attrNameLst>
                                          <p:attrName>ppt_h</p:attrName>
                                        </p:attrNameLst>
                                      </p:cBhvr>
                                      <p:tavLst>
                                        <p:tav tm="0">
                                          <p:val>
                                            <p:fltVal val="0"/>
                                          </p:val>
                                        </p:tav>
                                        <p:tav tm="100000">
                                          <p:val>
                                            <p:strVal val="#ppt_h"/>
                                          </p:val>
                                        </p:tav>
                                      </p:tavLst>
                                    </p:anim>
                                    <p:animEffect transition="in" filter="fade">
                                      <p:cBhvr>
                                        <p:cTn id="65" dur="500"/>
                                        <p:tgtEl>
                                          <p:spTgt spid="104"/>
                                        </p:tgtEl>
                                      </p:cBhvr>
                                    </p:animEffect>
                                  </p:childTnLst>
                                </p:cTn>
                              </p:par>
                              <p:par>
                                <p:cTn id="66" presetID="2" presetClass="entr" presetSubtype="2" accel="50000" decel="50000" fill="hold" nodeType="withEffect">
                                  <p:stCondLst>
                                    <p:cond delay="0"/>
                                  </p:stCondLst>
                                  <p:childTnLst>
                                    <p:set>
                                      <p:cBhvr>
                                        <p:cTn id="67" dur="1" fill="hold">
                                          <p:stCondLst>
                                            <p:cond delay="0"/>
                                          </p:stCondLst>
                                        </p:cTn>
                                        <p:tgtEl>
                                          <p:spTgt spid="2"/>
                                        </p:tgtEl>
                                        <p:attrNameLst>
                                          <p:attrName>style.visibility</p:attrName>
                                        </p:attrNameLst>
                                      </p:cBhvr>
                                      <p:to>
                                        <p:strVal val="visible"/>
                                      </p:to>
                                    </p:set>
                                    <p:anim calcmode="lin" valueType="num">
                                      <p:cBhvr additive="base">
                                        <p:cTn id="68" dur="1000" fill="hold"/>
                                        <p:tgtEl>
                                          <p:spTgt spid="2"/>
                                        </p:tgtEl>
                                        <p:attrNameLst>
                                          <p:attrName>ppt_x</p:attrName>
                                        </p:attrNameLst>
                                      </p:cBhvr>
                                      <p:tavLst>
                                        <p:tav tm="0">
                                          <p:val>
                                            <p:strVal val="1+#ppt_w/2"/>
                                          </p:val>
                                        </p:tav>
                                        <p:tav tm="100000">
                                          <p:val>
                                            <p:strVal val="#ppt_x"/>
                                          </p:val>
                                        </p:tav>
                                      </p:tavLst>
                                    </p:anim>
                                    <p:anim calcmode="lin" valueType="num">
                                      <p:cBhvr additive="base">
                                        <p:cTn id="69" dur="1000" fill="hold"/>
                                        <p:tgtEl>
                                          <p:spTgt spid="2"/>
                                        </p:tgtEl>
                                        <p:attrNameLst>
                                          <p:attrName>ppt_y</p:attrName>
                                        </p:attrNameLst>
                                      </p:cBhvr>
                                      <p:tavLst>
                                        <p:tav tm="0">
                                          <p:val>
                                            <p:strVal val="#ppt_y"/>
                                          </p:val>
                                        </p:tav>
                                        <p:tav tm="100000">
                                          <p:val>
                                            <p:strVal val="#ppt_y"/>
                                          </p:val>
                                        </p:tav>
                                      </p:tavLst>
                                    </p:anim>
                                  </p:childTnLst>
                                </p:cTn>
                              </p:par>
                            </p:childTnLst>
                          </p:cTn>
                        </p:par>
                        <p:par>
                          <p:cTn id="70" fill="hold">
                            <p:stCondLst>
                              <p:cond delay="9000"/>
                            </p:stCondLst>
                            <p:childTnLst>
                              <p:par>
                                <p:cTn id="71" presetID="53" presetClass="entr" presetSubtype="0" fill="hold" grpId="0" nodeType="afterEffect">
                                  <p:stCondLst>
                                    <p:cond delay="0"/>
                                  </p:stCondLst>
                                  <p:childTnLst>
                                    <p:set>
                                      <p:cBhvr>
                                        <p:cTn id="72" dur="1" fill="hold">
                                          <p:stCondLst>
                                            <p:cond delay="0"/>
                                          </p:stCondLst>
                                        </p:cTn>
                                        <p:tgtEl>
                                          <p:spTgt spid="108"/>
                                        </p:tgtEl>
                                        <p:attrNameLst>
                                          <p:attrName>style.visibility</p:attrName>
                                        </p:attrNameLst>
                                      </p:cBhvr>
                                      <p:to>
                                        <p:strVal val="visible"/>
                                      </p:to>
                                    </p:set>
                                    <p:anim calcmode="lin" valueType="num">
                                      <p:cBhvr>
                                        <p:cTn id="73" dur="500" fill="hold"/>
                                        <p:tgtEl>
                                          <p:spTgt spid="108"/>
                                        </p:tgtEl>
                                        <p:attrNameLst>
                                          <p:attrName>ppt_w</p:attrName>
                                        </p:attrNameLst>
                                      </p:cBhvr>
                                      <p:tavLst>
                                        <p:tav tm="0">
                                          <p:val>
                                            <p:fltVal val="0"/>
                                          </p:val>
                                        </p:tav>
                                        <p:tav tm="100000">
                                          <p:val>
                                            <p:strVal val="#ppt_w"/>
                                          </p:val>
                                        </p:tav>
                                      </p:tavLst>
                                    </p:anim>
                                    <p:anim calcmode="lin" valueType="num">
                                      <p:cBhvr>
                                        <p:cTn id="74" dur="500" fill="hold"/>
                                        <p:tgtEl>
                                          <p:spTgt spid="108"/>
                                        </p:tgtEl>
                                        <p:attrNameLst>
                                          <p:attrName>ppt_h</p:attrName>
                                        </p:attrNameLst>
                                      </p:cBhvr>
                                      <p:tavLst>
                                        <p:tav tm="0">
                                          <p:val>
                                            <p:fltVal val="0"/>
                                          </p:val>
                                        </p:tav>
                                        <p:tav tm="100000">
                                          <p:val>
                                            <p:strVal val="#ppt_h"/>
                                          </p:val>
                                        </p:tav>
                                      </p:tavLst>
                                    </p:anim>
                                    <p:animEffect transition="in" filter="fade">
                                      <p:cBhvr>
                                        <p:cTn id="75" dur="500"/>
                                        <p:tgtEl>
                                          <p:spTgt spid="108"/>
                                        </p:tgtEl>
                                      </p:cBhvr>
                                    </p:animEffect>
                                  </p:childTnLst>
                                </p:cTn>
                              </p:par>
                              <p:par>
                                <p:cTn id="76" presetID="2" presetClass="entr" presetSubtype="2" accel="50000" decel="50000" fill="hold" nodeType="withEffect">
                                  <p:stCondLst>
                                    <p:cond delay="0"/>
                                  </p:stCondLst>
                                  <p:childTnLst>
                                    <p:set>
                                      <p:cBhvr>
                                        <p:cTn id="77" dur="1" fill="hold">
                                          <p:stCondLst>
                                            <p:cond delay="0"/>
                                          </p:stCondLst>
                                        </p:cTn>
                                        <p:tgtEl>
                                          <p:spTgt spid="3"/>
                                        </p:tgtEl>
                                        <p:attrNameLst>
                                          <p:attrName>style.visibility</p:attrName>
                                        </p:attrNameLst>
                                      </p:cBhvr>
                                      <p:to>
                                        <p:strVal val="visible"/>
                                      </p:to>
                                    </p:set>
                                    <p:anim calcmode="lin" valueType="num">
                                      <p:cBhvr additive="base">
                                        <p:cTn id="78" dur="1000" fill="hold"/>
                                        <p:tgtEl>
                                          <p:spTgt spid="3"/>
                                        </p:tgtEl>
                                        <p:attrNameLst>
                                          <p:attrName>ppt_x</p:attrName>
                                        </p:attrNameLst>
                                      </p:cBhvr>
                                      <p:tavLst>
                                        <p:tav tm="0">
                                          <p:val>
                                            <p:strVal val="1+#ppt_w/2"/>
                                          </p:val>
                                        </p:tav>
                                        <p:tav tm="100000">
                                          <p:val>
                                            <p:strVal val="#ppt_x"/>
                                          </p:val>
                                        </p:tav>
                                      </p:tavLst>
                                    </p:anim>
                                    <p:anim calcmode="lin" valueType="num">
                                      <p:cBhvr additive="base">
                                        <p:cTn id="79" dur="1000" fill="hold"/>
                                        <p:tgtEl>
                                          <p:spTgt spid="3"/>
                                        </p:tgtEl>
                                        <p:attrNameLst>
                                          <p:attrName>ppt_y</p:attrName>
                                        </p:attrNameLst>
                                      </p:cBhvr>
                                      <p:tavLst>
                                        <p:tav tm="0">
                                          <p:val>
                                            <p:strVal val="#ppt_y"/>
                                          </p:val>
                                        </p:tav>
                                        <p:tav tm="100000">
                                          <p:val>
                                            <p:strVal val="#ppt_y"/>
                                          </p:val>
                                        </p:tav>
                                      </p:tavLst>
                                    </p:anim>
                                  </p:childTnLst>
                                </p:cTn>
                              </p:par>
                            </p:childTnLst>
                          </p:cTn>
                        </p:par>
                        <p:par>
                          <p:cTn id="80" fill="hold">
                            <p:stCondLst>
                              <p:cond delay="10000"/>
                            </p:stCondLst>
                            <p:childTnLst>
                              <p:par>
                                <p:cTn id="81" presetID="53" presetClass="entr" presetSubtype="0" fill="hold" grpId="0" nodeType="after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p:cTn id="83" dur="500" fill="hold"/>
                                        <p:tgtEl>
                                          <p:spTgt spid="112"/>
                                        </p:tgtEl>
                                        <p:attrNameLst>
                                          <p:attrName>ppt_w</p:attrName>
                                        </p:attrNameLst>
                                      </p:cBhvr>
                                      <p:tavLst>
                                        <p:tav tm="0">
                                          <p:val>
                                            <p:fltVal val="0"/>
                                          </p:val>
                                        </p:tav>
                                        <p:tav tm="100000">
                                          <p:val>
                                            <p:strVal val="#ppt_w"/>
                                          </p:val>
                                        </p:tav>
                                      </p:tavLst>
                                    </p:anim>
                                    <p:anim calcmode="lin" valueType="num">
                                      <p:cBhvr>
                                        <p:cTn id="84" dur="500" fill="hold"/>
                                        <p:tgtEl>
                                          <p:spTgt spid="112"/>
                                        </p:tgtEl>
                                        <p:attrNameLst>
                                          <p:attrName>ppt_h</p:attrName>
                                        </p:attrNameLst>
                                      </p:cBhvr>
                                      <p:tavLst>
                                        <p:tav tm="0">
                                          <p:val>
                                            <p:fltVal val="0"/>
                                          </p:val>
                                        </p:tav>
                                        <p:tav tm="100000">
                                          <p:val>
                                            <p:strVal val="#ppt_h"/>
                                          </p:val>
                                        </p:tav>
                                      </p:tavLst>
                                    </p:anim>
                                    <p:animEffect transition="in" filter="fade">
                                      <p:cBhvr>
                                        <p:cTn id="85" dur="500"/>
                                        <p:tgtEl>
                                          <p:spTgt spid="112"/>
                                        </p:tgtEl>
                                      </p:cBhvr>
                                    </p:animEffect>
                                  </p:childTnLst>
                                </p:cTn>
                              </p:par>
                              <p:par>
                                <p:cTn id="86" presetID="2" presetClass="entr" presetSubtype="2" accel="50000" decel="50000" fill="hold" nodeType="withEffect">
                                  <p:stCondLst>
                                    <p:cond delay="0"/>
                                  </p:stCondLst>
                                  <p:childTnLst>
                                    <p:set>
                                      <p:cBhvr>
                                        <p:cTn id="87" dur="1" fill="hold">
                                          <p:stCondLst>
                                            <p:cond delay="0"/>
                                          </p:stCondLst>
                                        </p:cTn>
                                        <p:tgtEl>
                                          <p:spTgt spid="4"/>
                                        </p:tgtEl>
                                        <p:attrNameLst>
                                          <p:attrName>style.visibility</p:attrName>
                                        </p:attrNameLst>
                                      </p:cBhvr>
                                      <p:to>
                                        <p:strVal val="visible"/>
                                      </p:to>
                                    </p:set>
                                    <p:anim calcmode="lin" valueType="num">
                                      <p:cBhvr additive="base">
                                        <p:cTn id="88" dur="1000" fill="hold"/>
                                        <p:tgtEl>
                                          <p:spTgt spid="4"/>
                                        </p:tgtEl>
                                        <p:attrNameLst>
                                          <p:attrName>ppt_x</p:attrName>
                                        </p:attrNameLst>
                                      </p:cBhvr>
                                      <p:tavLst>
                                        <p:tav tm="0">
                                          <p:val>
                                            <p:strVal val="1+#ppt_w/2"/>
                                          </p:val>
                                        </p:tav>
                                        <p:tav tm="100000">
                                          <p:val>
                                            <p:strVal val="#ppt_x"/>
                                          </p:val>
                                        </p:tav>
                                      </p:tavLst>
                                    </p:anim>
                                    <p:anim calcmode="lin" valueType="num">
                                      <p:cBhvr additive="base">
                                        <p:cTn id="89" dur="1000" fill="hold"/>
                                        <p:tgtEl>
                                          <p:spTgt spid="4"/>
                                        </p:tgtEl>
                                        <p:attrNameLst>
                                          <p:attrName>ppt_y</p:attrName>
                                        </p:attrNameLst>
                                      </p:cBhvr>
                                      <p:tavLst>
                                        <p:tav tm="0">
                                          <p:val>
                                            <p:strVal val="#ppt_y"/>
                                          </p:val>
                                        </p:tav>
                                        <p:tav tm="100000">
                                          <p:val>
                                            <p:strVal val="#ppt_y"/>
                                          </p:val>
                                        </p:tav>
                                      </p:tavLst>
                                    </p:anim>
                                  </p:childTnLst>
                                </p:cTn>
                              </p:par>
                            </p:childTnLst>
                          </p:cTn>
                        </p:par>
                        <p:par>
                          <p:cTn id="90" fill="hold">
                            <p:stCondLst>
                              <p:cond delay="11000"/>
                            </p:stCondLst>
                            <p:childTnLst>
                              <p:par>
                                <p:cTn id="91" presetID="53" presetClass="entr" presetSubtype="0" fill="hold" grpId="0" nodeType="afterEffect">
                                  <p:stCondLst>
                                    <p:cond delay="0"/>
                                  </p:stCondLst>
                                  <p:childTnLst>
                                    <p:set>
                                      <p:cBhvr>
                                        <p:cTn id="92" dur="1" fill="hold">
                                          <p:stCondLst>
                                            <p:cond delay="0"/>
                                          </p:stCondLst>
                                        </p:cTn>
                                        <p:tgtEl>
                                          <p:spTgt spid="116"/>
                                        </p:tgtEl>
                                        <p:attrNameLst>
                                          <p:attrName>style.visibility</p:attrName>
                                        </p:attrNameLst>
                                      </p:cBhvr>
                                      <p:to>
                                        <p:strVal val="visible"/>
                                      </p:to>
                                    </p:set>
                                    <p:anim calcmode="lin" valueType="num">
                                      <p:cBhvr>
                                        <p:cTn id="93" dur="500" fill="hold"/>
                                        <p:tgtEl>
                                          <p:spTgt spid="116"/>
                                        </p:tgtEl>
                                        <p:attrNameLst>
                                          <p:attrName>ppt_w</p:attrName>
                                        </p:attrNameLst>
                                      </p:cBhvr>
                                      <p:tavLst>
                                        <p:tav tm="0">
                                          <p:val>
                                            <p:fltVal val="0"/>
                                          </p:val>
                                        </p:tav>
                                        <p:tav tm="100000">
                                          <p:val>
                                            <p:strVal val="#ppt_w"/>
                                          </p:val>
                                        </p:tav>
                                      </p:tavLst>
                                    </p:anim>
                                    <p:anim calcmode="lin" valueType="num">
                                      <p:cBhvr>
                                        <p:cTn id="94" dur="500" fill="hold"/>
                                        <p:tgtEl>
                                          <p:spTgt spid="116"/>
                                        </p:tgtEl>
                                        <p:attrNameLst>
                                          <p:attrName>ppt_h</p:attrName>
                                        </p:attrNameLst>
                                      </p:cBhvr>
                                      <p:tavLst>
                                        <p:tav tm="0">
                                          <p:val>
                                            <p:fltVal val="0"/>
                                          </p:val>
                                        </p:tav>
                                        <p:tav tm="100000">
                                          <p:val>
                                            <p:strVal val="#ppt_h"/>
                                          </p:val>
                                        </p:tav>
                                      </p:tavLst>
                                    </p:anim>
                                    <p:animEffect transition="in" filter="fade">
                                      <p:cBhvr>
                                        <p:cTn id="95" dur="500"/>
                                        <p:tgtEl>
                                          <p:spTgt spid="116"/>
                                        </p:tgtEl>
                                      </p:cBhvr>
                                    </p:animEffect>
                                  </p:childTnLst>
                                </p:cTn>
                              </p:par>
                              <p:par>
                                <p:cTn id="96" presetID="2" presetClass="entr" presetSubtype="2" accel="50000" decel="50000" fill="hold" nodeType="withEffect">
                                  <p:stCondLst>
                                    <p:cond delay="0"/>
                                  </p:stCondLst>
                                  <p:childTnLst>
                                    <p:set>
                                      <p:cBhvr>
                                        <p:cTn id="97" dur="1" fill="hold">
                                          <p:stCondLst>
                                            <p:cond delay="0"/>
                                          </p:stCondLst>
                                        </p:cTn>
                                        <p:tgtEl>
                                          <p:spTgt spid="7"/>
                                        </p:tgtEl>
                                        <p:attrNameLst>
                                          <p:attrName>style.visibility</p:attrName>
                                        </p:attrNameLst>
                                      </p:cBhvr>
                                      <p:to>
                                        <p:strVal val="visible"/>
                                      </p:to>
                                    </p:set>
                                    <p:anim calcmode="lin" valueType="num">
                                      <p:cBhvr additive="base">
                                        <p:cTn id="98" dur="1000" fill="hold"/>
                                        <p:tgtEl>
                                          <p:spTgt spid="7"/>
                                        </p:tgtEl>
                                        <p:attrNameLst>
                                          <p:attrName>ppt_x</p:attrName>
                                        </p:attrNameLst>
                                      </p:cBhvr>
                                      <p:tavLst>
                                        <p:tav tm="0">
                                          <p:val>
                                            <p:strVal val="1+#ppt_w/2"/>
                                          </p:val>
                                        </p:tav>
                                        <p:tav tm="100000">
                                          <p:val>
                                            <p:strVal val="#ppt_x"/>
                                          </p:val>
                                        </p:tav>
                                      </p:tavLst>
                                    </p:anim>
                                    <p:anim calcmode="lin" valueType="num">
                                      <p:cBhvr additive="base">
                                        <p:cTn id="99"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3" grpId="0" animBg="1"/>
      <p:bldP spid="2054" grpId="0" animBg="1"/>
      <p:bldP spid="2055" grpId="0" animBg="1"/>
      <p:bldP spid="2056" grpId="0" animBg="1"/>
      <p:bldP spid="93" grpId="0"/>
      <p:bldP spid="94" grpId="0"/>
      <p:bldP spid="95" grpId="0"/>
      <p:bldP spid="96" grpId="0" animBg="1"/>
      <p:bldP spid="97" grpId="0" animBg="1"/>
      <p:bldP spid="98" grpId="0" animBg="1"/>
      <p:bldP spid="99" grpId="0" animBg="1"/>
      <p:bldP spid="100" grpId="0"/>
      <p:bldP spid="104" grpId="0"/>
      <p:bldP spid="108" grpId="0"/>
      <p:bldP spid="112" grpId="0"/>
      <p:bldP spid="116"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Brainstorming Infographic </a:t>
            </a:r>
            <a:endParaRPr lang="en-US" dirty="0"/>
          </a:p>
        </p:txBody>
      </p:sp>
      <p:sp>
        <p:nvSpPr>
          <p:cNvPr id="3" name="Text Placeholder 2"/>
          <p:cNvSpPr>
            <a:spLocks noGrp="1"/>
          </p:cNvSpPr>
          <p:nvPr>
            <p:ph type="body" sz="half" idx="2"/>
          </p:nvPr>
        </p:nvSpPr>
        <p:spPr/>
        <p:txBody>
          <a:bodyPr/>
          <a:lstStyle/>
          <a:p>
            <a:r>
              <a:rPr lang="en-US"/>
              <a:t>Brainstorming Infographic </a:t>
            </a:r>
            <a:endParaRPr lang="en-US" dirty="0"/>
          </a:p>
        </p:txBody>
      </p:sp>
      <p:sp>
        <p:nvSpPr>
          <p:cNvPr id="4" name="Slide Number Placeholder 3"/>
          <p:cNvSpPr>
            <a:spLocks noGrp="1"/>
          </p:cNvSpPr>
          <p:nvPr>
            <p:ph type="sldNum" sz="quarter" idx="12"/>
          </p:nvPr>
        </p:nvSpPr>
        <p:spPr/>
        <p:txBody>
          <a:bodyPr/>
          <a:lstStyle/>
          <a:p>
            <a:fld id="{C136B7D2-B98C-44FD-8D04-7EC62A564975}" type="slidenum">
              <a:rPr lang="en-US" smtClean="0"/>
              <a:pPr/>
              <a:t>268</a:t>
            </a:fld>
            <a:endParaRPr lang="en-US" dirty="0"/>
          </a:p>
        </p:txBody>
      </p:sp>
      <p:grpSp>
        <p:nvGrpSpPr>
          <p:cNvPr id="5" name="Group 109"/>
          <p:cNvGrpSpPr/>
          <p:nvPr/>
        </p:nvGrpSpPr>
        <p:grpSpPr>
          <a:xfrm>
            <a:off x="3650288" y="3071685"/>
            <a:ext cx="1688554" cy="2071832"/>
            <a:chOff x="3823109" y="2168501"/>
            <a:chExt cx="1688554" cy="2071832"/>
          </a:xfrm>
        </p:grpSpPr>
        <p:sp>
          <p:nvSpPr>
            <p:cNvPr id="49" name="Freeform 5"/>
            <p:cNvSpPr>
              <a:spLocks/>
            </p:cNvSpPr>
            <p:nvPr/>
          </p:nvSpPr>
          <p:spPr bwMode="auto">
            <a:xfrm>
              <a:off x="3823109" y="2168501"/>
              <a:ext cx="1688554" cy="2071832"/>
            </a:xfrm>
            <a:custGeom>
              <a:avLst/>
              <a:gdLst/>
              <a:ahLst/>
              <a:cxnLst>
                <a:cxn ang="0">
                  <a:pos x="169" y="528"/>
                </a:cxn>
                <a:cxn ang="0">
                  <a:pos x="121" y="430"/>
                </a:cxn>
                <a:cxn ang="0">
                  <a:pos x="54" y="428"/>
                </a:cxn>
                <a:cxn ang="0">
                  <a:pos x="46" y="390"/>
                </a:cxn>
                <a:cxn ang="0">
                  <a:pos x="28" y="376"/>
                </a:cxn>
                <a:cxn ang="0">
                  <a:pos x="42" y="366"/>
                </a:cxn>
                <a:cxn ang="0">
                  <a:pos x="24" y="356"/>
                </a:cxn>
                <a:cxn ang="0">
                  <a:pos x="19" y="332"/>
                </a:cxn>
                <a:cxn ang="0">
                  <a:pos x="9" y="305"/>
                </a:cxn>
                <a:cxn ang="0">
                  <a:pos x="49" y="233"/>
                </a:cxn>
                <a:cxn ang="0">
                  <a:pos x="133" y="58"/>
                </a:cxn>
                <a:cxn ang="0">
                  <a:pos x="404" y="174"/>
                </a:cxn>
                <a:cxn ang="0">
                  <a:pos x="336" y="387"/>
                </a:cxn>
                <a:cxn ang="0">
                  <a:pos x="347" y="534"/>
                </a:cxn>
                <a:cxn ang="0">
                  <a:pos x="168" y="534"/>
                </a:cxn>
                <a:cxn ang="0">
                  <a:pos x="169" y="528"/>
                </a:cxn>
              </a:cxnLst>
              <a:rect l="0" t="0" r="r" b="b"/>
              <a:pathLst>
                <a:path w="436" h="534">
                  <a:moveTo>
                    <a:pt x="169" y="528"/>
                  </a:moveTo>
                  <a:cubicBezTo>
                    <a:pt x="169" y="528"/>
                    <a:pt x="171" y="428"/>
                    <a:pt x="121" y="430"/>
                  </a:cubicBezTo>
                  <a:cubicBezTo>
                    <a:pt x="71" y="432"/>
                    <a:pt x="66" y="446"/>
                    <a:pt x="54" y="428"/>
                  </a:cubicBezTo>
                  <a:cubicBezTo>
                    <a:pt x="42" y="409"/>
                    <a:pt x="54" y="398"/>
                    <a:pt x="46" y="390"/>
                  </a:cubicBezTo>
                  <a:cubicBezTo>
                    <a:pt x="46" y="390"/>
                    <a:pt x="28" y="384"/>
                    <a:pt x="28" y="376"/>
                  </a:cubicBezTo>
                  <a:cubicBezTo>
                    <a:pt x="28" y="368"/>
                    <a:pt x="42" y="366"/>
                    <a:pt x="42" y="366"/>
                  </a:cubicBezTo>
                  <a:cubicBezTo>
                    <a:pt x="42" y="366"/>
                    <a:pt x="24" y="365"/>
                    <a:pt x="24" y="356"/>
                  </a:cubicBezTo>
                  <a:cubicBezTo>
                    <a:pt x="23" y="348"/>
                    <a:pt x="33" y="338"/>
                    <a:pt x="19" y="332"/>
                  </a:cubicBezTo>
                  <a:cubicBezTo>
                    <a:pt x="5" y="326"/>
                    <a:pt x="0" y="320"/>
                    <a:pt x="9" y="305"/>
                  </a:cubicBezTo>
                  <a:cubicBezTo>
                    <a:pt x="18" y="290"/>
                    <a:pt x="52" y="251"/>
                    <a:pt x="49" y="233"/>
                  </a:cubicBezTo>
                  <a:cubicBezTo>
                    <a:pt x="46" y="216"/>
                    <a:pt x="29" y="117"/>
                    <a:pt x="133" y="58"/>
                  </a:cubicBezTo>
                  <a:cubicBezTo>
                    <a:pt x="238" y="0"/>
                    <a:pt x="372" y="49"/>
                    <a:pt x="404" y="174"/>
                  </a:cubicBezTo>
                  <a:cubicBezTo>
                    <a:pt x="436" y="300"/>
                    <a:pt x="336" y="387"/>
                    <a:pt x="336" y="387"/>
                  </a:cubicBezTo>
                  <a:cubicBezTo>
                    <a:pt x="336" y="387"/>
                    <a:pt x="302" y="480"/>
                    <a:pt x="347" y="534"/>
                  </a:cubicBezTo>
                  <a:cubicBezTo>
                    <a:pt x="168" y="534"/>
                    <a:pt x="168" y="534"/>
                    <a:pt x="168" y="534"/>
                  </a:cubicBezTo>
                  <a:lnTo>
                    <a:pt x="169" y="528"/>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6" name="Group 51"/>
            <p:cNvGrpSpPr/>
            <p:nvPr/>
          </p:nvGrpSpPr>
          <p:grpSpPr>
            <a:xfrm>
              <a:off x="4104437" y="2380079"/>
              <a:ext cx="1229523" cy="1099028"/>
              <a:chOff x="5778501" y="3379787"/>
              <a:chExt cx="1630363" cy="1457326"/>
            </a:xfrm>
            <a:solidFill>
              <a:schemeClr val="bg1">
                <a:lumMod val="95000"/>
              </a:schemeClr>
            </a:solidFill>
          </p:grpSpPr>
          <p:sp>
            <p:nvSpPr>
              <p:cNvPr id="55" name="Freeform 94"/>
              <p:cNvSpPr>
                <a:spLocks/>
              </p:cNvSpPr>
              <p:nvPr/>
            </p:nvSpPr>
            <p:spPr bwMode="auto">
              <a:xfrm>
                <a:off x="6265856" y="3629025"/>
                <a:ext cx="600075" cy="434975"/>
              </a:xfrm>
              <a:custGeom>
                <a:avLst/>
                <a:gdLst/>
                <a:ahLst/>
                <a:cxnLst>
                  <a:cxn ang="0">
                    <a:pos x="241" y="389"/>
                  </a:cxn>
                  <a:cxn ang="0">
                    <a:pos x="410" y="422"/>
                  </a:cxn>
                  <a:cxn ang="0">
                    <a:pos x="517" y="385"/>
                  </a:cxn>
                  <a:cxn ang="0">
                    <a:pos x="626" y="183"/>
                  </a:cxn>
                  <a:cxn ang="0">
                    <a:pos x="473" y="18"/>
                  </a:cxn>
                  <a:cxn ang="0">
                    <a:pos x="305" y="99"/>
                  </a:cxn>
                  <a:cxn ang="0">
                    <a:pos x="286" y="112"/>
                  </a:cxn>
                  <a:cxn ang="0">
                    <a:pos x="265" y="102"/>
                  </a:cxn>
                  <a:cxn ang="0">
                    <a:pos x="115" y="81"/>
                  </a:cxn>
                  <a:cxn ang="0">
                    <a:pos x="0" y="197"/>
                  </a:cxn>
                  <a:cxn ang="0">
                    <a:pos x="15" y="207"/>
                  </a:cxn>
                  <a:cxn ang="0">
                    <a:pos x="144" y="456"/>
                  </a:cxn>
                  <a:cxn ang="0">
                    <a:pos x="241" y="389"/>
                  </a:cxn>
                </a:cxnLst>
                <a:rect l="0" t="0" r="r" b="b"/>
                <a:pathLst>
                  <a:path w="630" h="456">
                    <a:moveTo>
                      <a:pt x="241" y="389"/>
                    </a:moveTo>
                    <a:cubicBezTo>
                      <a:pt x="322" y="372"/>
                      <a:pt x="383" y="404"/>
                      <a:pt x="410" y="422"/>
                    </a:cubicBezTo>
                    <a:cubicBezTo>
                      <a:pt x="430" y="411"/>
                      <a:pt x="469" y="392"/>
                      <a:pt x="517" y="385"/>
                    </a:cubicBezTo>
                    <a:cubicBezTo>
                      <a:pt x="518" y="326"/>
                      <a:pt x="543" y="229"/>
                      <a:pt x="626" y="183"/>
                    </a:cubicBezTo>
                    <a:cubicBezTo>
                      <a:pt x="630" y="140"/>
                      <a:pt x="596" y="38"/>
                      <a:pt x="473" y="18"/>
                    </a:cubicBezTo>
                    <a:cubicBezTo>
                      <a:pt x="360" y="0"/>
                      <a:pt x="308" y="95"/>
                      <a:pt x="305" y="99"/>
                    </a:cubicBezTo>
                    <a:cubicBezTo>
                      <a:pt x="302" y="106"/>
                      <a:pt x="294" y="111"/>
                      <a:pt x="286" y="112"/>
                    </a:cubicBezTo>
                    <a:cubicBezTo>
                      <a:pt x="278" y="112"/>
                      <a:pt x="270" y="109"/>
                      <a:pt x="265" y="102"/>
                    </a:cubicBezTo>
                    <a:cubicBezTo>
                      <a:pt x="263" y="100"/>
                      <a:pt x="226" y="54"/>
                      <a:pt x="115" y="81"/>
                    </a:cubicBezTo>
                    <a:cubicBezTo>
                      <a:pt x="23" y="102"/>
                      <a:pt x="4" y="172"/>
                      <a:pt x="0" y="197"/>
                    </a:cubicBezTo>
                    <a:cubicBezTo>
                      <a:pt x="5" y="200"/>
                      <a:pt x="10" y="203"/>
                      <a:pt x="15" y="207"/>
                    </a:cubicBezTo>
                    <a:cubicBezTo>
                      <a:pt x="108" y="274"/>
                      <a:pt x="136" y="382"/>
                      <a:pt x="144" y="456"/>
                    </a:cubicBezTo>
                    <a:cubicBezTo>
                      <a:pt x="163" y="426"/>
                      <a:pt x="194" y="398"/>
                      <a:pt x="241" y="3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1"/>
                  </a:solidFill>
                </a:endParaRPr>
              </a:p>
            </p:txBody>
          </p:sp>
          <p:sp>
            <p:nvSpPr>
              <p:cNvPr id="58" name="Freeform 95"/>
              <p:cNvSpPr>
                <a:spLocks/>
              </p:cNvSpPr>
              <p:nvPr/>
            </p:nvSpPr>
            <p:spPr bwMode="auto">
              <a:xfrm>
                <a:off x="5778501" y="3379787"/>
                <a:ext cx="1630363" cy="1457326"/>
              </a:xfrm>
              <a:custGeom>
                <a:avLst/>
                <a:gdLst/>
                <a:ahLst/>
                <a:cxnLst>
                  <a:cxn ang="0">
                    <a:pos x="1586" y="533"/>
                  </a:cxn>
                  <a:cxn ang="0">
                    <a:pos x="1180" y="215"/>
                  </a:cxn>
                  <a:cxn ang="0">
                    <a:pos x="327" y="309"/>
                  </a:cxn>
                  <a:cxn ang="0">
                    <a:pos x="446" y="934"/>
                  </a:cxn>
                  <a:cxn ang="0">
                    <a:pos x="498" y="508"/>
                  </a:cxn>
                  <a:cxn ang="0">
                    <a:pos x="264" y="643"/>
                  </a:cxn>
                  <a:cxn ang="0">
                    <a:pos x="415" y="697"/>
                  </a:cxn>
                  <a:cxn ang="0">
                    <a:pos x="434" y="741"/>
                  </a:cxn>
                  <a:cxn ang="0">
                    <a:pos x="219" y="660"/>
                  </a:cxn>
                  <a:cxn ang="0">
                    <a:pos x="466" y="438"/>
                  </a:cxn>
                  <a:cxn ang="0">
                    <a:pos x="790" y="314"/>
                  </a:cxn>
                  <a:cxn ang="0">
                    <a:pos x="1145" y="323"/>
                  </a:cxn>
                  <a:cxn ang="0">
                    <a:pos x="1449" y="496"/>
                  </a:cxn>
                  <a:cxn ang="0">
                    <a:pos x="1556" y="882"/>
                  </a:cxn>
                  <a:cxn ang="0">
                    <a:pos x="1272" y="974"/>
                  </a:cxn>
                  <a:cxn ang="0">
                    <a:pos x="807" y="1047"/>
                  </a:cxn>
                  <a:cxn ang="0">
                    <a:pos x="717" y="974"/>
                  </a:cxn>
                  <a:cxn ang="0">
                    <a:pos x="760" y="954"/>
                  </a:cxn>
                  <a:cxn ang="0">
                    <a:pos x="942" y="931"/>
                  </a:cxn>
                  <a:cxn ang="0">
                    <a:pos x="1454" y="953"/>
                  </a:cxn>
                  <a:cxn ang="0">
                    <a:pos x="1460" y="727"/>
                  </a:cxn>
                  <a:cxn ang="0">
                    <a:pos x="1415" y="530"/>
                  </a:cxn>
                  <a:cxn ang="0">
                    <a:pos x="1076" y="644"/>
                  </a:cxn>
                  <a:cxn ang="0">
                    <a:pos x="1264" y="785"/>
                  </a:cxn>
                  <a:cxn ang="0">
                    <a:pos x="934" y="733"/>
                  </a:cxn>
                  <a:cxn ang="0">
                    <a:pos x="762" y="698"/>
                  </a:cxn>
                  <a:cxn ang="0">
                    <a:pos x="649" y="831"/>
                  </a:cxn>
                  <a:cxn ang="0">
                    <a:pos x="467" y="1053"/>
                  </a:cxn>
                  <a:cxn ang="0">
                    <a:pos x="817" y="1278"/>
                  </a:cxn>
                  <a:cxn ang="0">
                    <a:pos x="1161" y="1148"/>
                  </a:cxn>
                  <a:cxn ang="0">
                    <a:pos x="1107" y="1079"/>
                  </a:cxn>
                  <a:cxn ang="0">
                    <a:pos x="1206" y="1132"/>
                  </a:cxn>
                  <a:cxn ang="0">
                    <a:pos x="1176" y="1277"/>
                  </a:cxn>
                  <a:cxn ang="0">
                    <a:pos x="837" y="1335"/>
                  </a:cxn>
                  <a:cxn ang="0">
                    <a:pos x="1340" y="1413"/>
                  </a:cxn>
                  <a:cxn ang="0">
                    <a:pos x="1704" y="806"/>
                  </a:cxn>
                </a:cxnLst>
                <a:rect l="0" t="0" r="r" b="b"/>
                <a:pathLst>
                  <a:path w="1711" h="1531">
                    <a:moveTo>
                      <a:pt x="1704" y="806"/>
                    </a:moveTo>
                    <a:cubicBezTo>
                      <a:pt x="1698" y="609"/>
                      <a:pt x="1586" y="533"/>
                      <a:pt x="1586" y="533"/>
                    </a:cubicBezTo>
                    <a:cubicBezTo>
                      <a:pt x="1586" y="533"/>
                      <a:pt x="1573" y="438"/>
                      <a:pt x="1486" y="336"/>
                    </a:cubicBezTo>
                    <a:cubicBezTo>
                      <a:pt x="1352" y="188"/>
                      <a:pt x="1180" y="215"/>
                      <a:pt x="1180" y="215"/>
                    </a:cubicBezTo>
                    <a:cubicBezTo>
                      <a:pt x="959" y="0"/>
                      <a:pt x="732" y="165"/>
                      <a:pt x="732" y="165"/>
                    </a:cubicBezTo>
                    <a:cubicBezTo>
                      <a:pt x="417" y="62"/>
                      <a:pt x="327" y="309"/>
                      <a:pt x="327" y="309"/>
                    </a:cubicBezTo>
                    <a:cubicBezTo>
                      <a:pt x="147" y="328"/>
                      <a:pt x="0" y="540"/>
                      <a:pt x="132" y="766"/>
                    </a:cubicBezTo>
                    <a:cubicBezTo>
                      <a:pt x="233" y="940"/>
                      <a:pt x="382" y="942"/>
                      <a:pt x="446" y="934"/>
                    </a:cubicBezTo>
                    <a:cubicBezTo>
                      <a:pt x="466" y="879"/>
                      <a:pt x="511" y="818"/>
                      <a:pt x="608" y="791"/>
                    </a:cubicBezTo>
                    <a:cubicBezTo>
                      <a:pt x="609" y="782"/>
                      <a:pt x="621" y="597"/>
                      <a:pt x="498" y="508"/>
                    </a:cubicBezTo>
                    <a:cubicBezTo>
                      <a:pt x="424" y="455"/>
                      <a:pt x="342" y="468"/>
                      <a:pt x="297" y="503"/>
                    </a:cubicBezTo>
                    <a:cubicBezTo>
                      <a:pt x="254" y="536"/>
                      <a:pt x="242" y="587"/>
                      <a:pt x="264" y="643"/>
                    </a:cubicBezTo>
                    <a:cubicBezTo>
                      <a:pt x="275" y="671"/>
                      <a:pt x="292" y="690"/>
                      <a:pt x="316" y="700"/>
                    </a:cubicBezTo>
                    <a:cubicBezTo>
                      <a:pt x="361" y="719"/>
                      <a:pt x="415" y="697"/>
                      <a:pt x="415" y="697"/>
                    </a:cubicBezTo>
                    <a:cubicBezTo>
                      <a:pt x="427" y="692"/>
                      <a:pt x="441" y="697"/>
                      <a:pt x="447" y="710"/>
                    </a:cubicBezTo>
                    <a:cubicBezTo>
                      <a:pt x="452" y="722"/>
                      <a:pt x="446" y="736"/>
                      <a:pt x="434" y="741"/>
                    </a:cubicBezTo>
                    <a:cubicBezTo>
                      <a:pt x="431" y="742"/>
                      <a:pt x="361" y="771"/>
                      <a:pt x="297" y="744"/>
                    </a:cubicBezTo>
                    <a:cubicBezTo>
                      <a:pt x="262" y="730"/>
                      <a:pt x="235" y="701"/>
                      <a:pt x="219" y="660"/>
                    </a:cubicBezTo>
                    <a:cubicBezTo>
                      <a:pt x="189" y="584"/>
                      <a:pt x="208" y="511"/>
                      <a:pt x="268" y="465"/>
                    </a:cubicBezTo>
                    <a:cubicBezTo>
                      <a:pt x="323" y="422"/>
                      <a:pt x="398" y="413"/>
                      <a:pt x="466" y="438"/>
                    </a:cubicBezTo>
                    <a:cubicBezTo>
                      <a:pt x="478" y="387"/>
                      <a:pt x="518" y="319"/>
                      <a:pt x="614" y="296"/>
                    </a:cubicBezTo>
                    <a:cubicBezTo>
                      <a:pt x="707" y="274"/>
                      <a:pt x="762" y="295"/>
                      <a:pt x="790" y="314"/>
                    </a:cubicBezTo>
                    <a:cubicBezTo>
                      <a:pt x="824" y="270"/>
                      <a:pt x="893" y="217"/>
                      <a:pt x="992" y="233"/>
                    </a:cubicBezTo>
                    <a:cubicBezTo>
                      <a:pt x="1074" y="246"/>
                      <a:pt x="1121" y="289"/>
                      <a:pt x="1145" y="323"/>
                    </a:cubicBezTo>
                    <a:cubicBezTo>
                      <a:pt x="1168" y="355"/>
                      <a:pt x="1182" y="392"/>
                      <a:pt x="1185" y="426"/>
                    </a:cubicBezTo>
                    <a:cubicBezTo>
                      <a:pt x="1278" y="403"/>
                      <a:pt x="1386" y="432"/>
                      <a:pt x="1449" y="496"/>
                    </a:cubicBezTo>
                    <a:cubicBezTo>
                      <a:pt x="1501" y="549"/>
                      <a:pt x="1519" y="621"/>
                      <a:pt x="1500" y="699"/>
                    </a:cubicBezTo>
                    <a:cubicBezTo>
                      <a:pt x="1524" y="723"/>
                      <a:pt x="1570" y="782"/>
                      <a:pt x="1556" y="882"/>
                    </a:cubicBezTo>
                    <a:cubicBezTo>
                      <a:pt x="1549" y="935"/>
                      <a:pt x="1520" y="976"/>
                      <a:pt x="1474" y="997"/>
                    </a:cubicBezTo>
                    <a:cubicBezTo>
                      <a:pt x="1416" y="1024"/>
                      <a:pt x="1336" y="1015"/>
                      <a:pt x="1272" y="974"/>
                    </a:cubicBezTo>
                    <a:cubicBezTo>
                      <a:pt x="1180" y="916"/>
                      <a:pt x="1038" y="913"/>
                      <a:pt x="972" y="968"/>
                    </a:cubicBezTo>
                    <a:cubicBezTo>
                      <a:pt x="922" y="1010"/>
                      <a:pt x="863" y="1052"/>
                      <a:pt x="807" y="1047"/>
                    </a:cubicBezTo>
                    <a:cubicBezTo>
                      <a:pt x="803" y="1047"/>
                      <a:pt x="799" y="1046"/>
                      <a:pt x="794" y="1045"/>
                    </a:cubicBezTo>
                    <a:cubicBezTo>
                      <a:pt x="762" y="1038"/>
                      <a:pt x="735" y="1014"/>
                      <a:pt x="717" y="974"/>
                    </a:cubicBezTo>
                    <a:cubicBezTo>
                      <a:pt x="711" y="962"/>
                      <a:pt x="716" y="948"/>
                      <a:pt x="728" y="942"/>
                    </a:cubicBezTo>
                    <a:cubicBezTo>
                      <a:pt x="740" y="937"/>
                      <a:pt x="754" y="942"/>
                      <a:pt x="760" y="954"/>
                    </a:cubicBezTo>
                    <a:cubicBezTo>
                      <a:pt x="772" y="980"/>
                      <a:pt x="787" y="994"/>
                      <a:pt x="805" y="998"/>
                    </a:cubicBezTo>
                    <a:cubicBezTo>
                      <a:pt x="844" y="1007"/>
                      <a:pt x="902" y="964"/>
                      <a:pt x="942" y="931"/>
                    </a:cubicBezTo>
                    <a:cubicBezTo>
                      <a:pt x="1024" y="862"/>
                      <a:pt x="1187" y="864"/>
                      <a:pt x="1297" y="934"/>
                    </a:cubicBezTo>
                    <a:cubicBezTo>
                      <a:pt x="1348" y="966"/>
                      <a:pt x="1410" y="974"/>
                      <a:pt x="1454" y="953"/>
                    </a:cubicBezTo>
                    <a:cubicBezTo>
                      <a:pt x="1485" y="939"/>
                      <a:pt x="1504" y="912"/>
                      <a:pt x="1509" y="876"/>
                    </a:cubicBezTo>
                    <a:cubicBezTo>
                      <a:pt x="1523" y="774"/>
                      <a:pt x="1460" y="728"/>
                      <a:pt x="1460" y="727"/>
                    </a:cubicBezTo>
                    <a:cubicBezTo>
                      <a:pt x="1451" y="721"/>
                      <a:pt x="1448" y="711"/>
                      <a:pt x="1450" y="701"/>
                    </a:cubicBezTo>
                    <a:cubicBezTo>
                      <a:pt x="1470" y="633"/>
                      <a:pt x="1458" y="574"/>
                      <a:pt x="1415" y="530"/>
                    </a:cubicBezTo>
                    <a:cubicBezTo>
                      <a:pt x="1363" y="476"/>
                      <a:pt x="1272" y="453"/>
                      <a:pt x="1195" y="473"/>
                    </a:cubicBezTo>
                    <a:cubicBezTo>
                      <a:pt x="1093" y="499"/>
                      <a:pt x="1078" y="609"/>
                      <a:pt x="1076" y="644"/>
                    </a:cubicBezTo>
                    <a:cubicBezTo>
                      <a:pt x="1136" y="647"/>
                      <a:pt x="1204" y="674"/>
                      <a:pt x="1267" y="751"/>
                    </a:cubicBezTo>
                    <a:cubicBezTo>
                      <a:pt x="1275" y="762"/>
                      <a:pt x="1274" y="777"/>
                      <a:pt x="1264" y="785"/>
                    </a:cubicBezTo>
                    <a:cubicBezTo>
                      <a:pt x="1253" y="794"/>
                      <a:pt x="1238" y="792"/>
                      <a:pt x="1230" y="782"/>
                    </a:cubicBezTo>
                    <a:cubicBezTo>
                      <a:pt x="1095" y="617"/>
                      <a:pt x="941" y="728"/>
                      <a:pt x="934" y="733"/>
                    </a:cubicBezTo>
                    <a:cubicBezTo>
                      <a:pt x="925" y="740"/>
                      <a:pt x="912" y="739"/>
                      <a:pt x="904" y="732"/>
                    </a:cubicBezTo>
                    <a:cubicBezTo>
                      <a:pt x="902" y="730"/>
                      <a:pt x="845" y="681"/>
                      <a:pt x="762" y="698"/>
                    </a:cubicBezTo>
                    <a:cubicBezTo>
                      <a:pt x="683" y="714"/>
                      <a:pt x="669" y="810"/>
                      <a:pt x="669" y="811"/>
                    </a:cubicBezTo>
                    <a:cubicBezTo>
                      <a:pt x="667" y="821"/>
                      <a:pt x="659" y="829"/>
                      <a:pt x="649" y="831"/>
                    </a:cubicBezTo>
                    <a:cubicBezTo>
                      <a:pt x="466" y="864"/>
                      <a:pt x="476" y="1025"/>
                      <a:pt x="476" y="1032"/>
                    </a:cubicBezTo>
                    <a:cubicBezTo>
                      <a:pt x="477" y="1040"/>
                      <a:pt x="473" y="1048"/>
                      <a:pt x="467" y="1053"/>
                    </a:cubicBezTo>
                    <a:cubicBezTo>
                      <a:pt x="495" y="1292"/>
                      <a:pt x="815" y="1270"/>
                      <a:pt x="815" y="1270"/>
                    </a:cubicBezTo>
                    <a:cubicBezTo>
                      <a:pt x="816" y="1273"/>
                      <a:pt x="816" y="1276"/>
                      <a:pt x="817" y="1278"/>
                    </a:cubicBezTo>
                    <a:cubicBezTo>
                      <a:pt x="826" y="1282"/>
                      <a:pt x="1041" y="1363"/>
                      <a:pt x="1138" y="1248"/>
                    </a:cubicBezTo>
                    <a:cubicBezTo>
                      <a:pt x="1162" y="1208"/>
                      <a:pt x="1170" y="1174"/>
                      <a:pt x="1161" y="1148"/>
                    </a:cubicBezTo>
                    <a:cubicBezTo>
                      <a:pt x="1151" y="1120"/>
                      <a:pt x="1122" y="1110"/>
                      <a:pt x="1122" y="1110"/>
                    </a:cubicBezTo>
                    <a:cubicBezTo>
                      <a:pt x="1109" y="1106"/>
                      <a:pt x="1103" y="1092"/>
                      <a:pt x="1107" y="1079"/>
                    </a:cubicBezTo>
                    <a:cubicBezTo>
                      <a:pt x="1111" y="1067"/>
                      <a:pt x="1125" y="1060"/>
                      <a:pt x="1138" y="1064"/>
                    </a:cubicBezTo>
                    <a:cubicBezTo>
                      <a:pt x="1140" y="1065"/>
                      <a:pt x="1188" y="1082"/>
                      <a:pt x="1206" y="1132"/>
                    </a:cubicBezTo>
                    <a:cubicBezTo>
                      <a:pt x="1221" y="1172"/>
                      <a:pt x="1211" y="1220"/>
                      <a:pt x="1178" y="1274"/>
                    </a:cubicBezTo>
                    <a:cubicBezTo>
                      <a:pt x="1177" y="1275"/>
                      <a:pt x="1177" y="1276"/>
                      <a:pt x="1176" y="1277"/>
                    </a:cubicBezTo>
                    <a:cubicBezTo>
                      <a:pt x="1116" y="1350"/>
                      <a:pt x="1024" y="1363"/>
                      <a:pt x="946" y="1356"/>
                    </a:cubicBezTo>
                    <a:cubicBezTo>
                      <a:pt x="903" y="1353"/>
                      <a:pt x="864" y="1343"/>
                      <a:pt x="837" y="1335"/>
                    </a:cubicBezTo>
                    <a:cubicBezTo>
                      <a:pt x="893" y="1460"/>
                      <a:pt x="1019" y="1517"/>
                      <a:pt x="1153" y="1523"/>
                    </a:cubicBezTo>
                    <a:cubicBezTo>
                      <a:pt x="1310" y="1531"/>
                      <a:pt x="1340" y="1413"/>
                      <a:pt x="1340" y="1413"/>
                    </a:cubicBezTo>
                    <a:cubicBezTo>
                      <a:pt x="1551" y="1329"/>
                      <a:pt x="1506" y="1116"/>
                      <a:pt x="1506" y="1116"/>
                    </a:cubicBezTo>
                    <a:cubicBezTo>
                      <a:pt x="1594" y="1103"/>
                      <a:pt x="1711" y="1004"/>
                      <a:pt x="1704" y="8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1"/>
                  </a:solidFill>
                </a:endParaRPr>
              </a:p>
            </p:txBody>
          </p:sp>
        </p:grpSp>
      </p:grpSp>
      <p:grpSp>
        <p:nvGrpSpPr>
          <p:cNvPr id="7" name="Group 191"/>
          <p:cNvGrpSpPr/>
          <p:nvPr/>
        </p:nvGrpSpPr>
        <p:grpSpPr>
          <a:xfrm>
            <a:off x="5928512" y="2292055"/>
            <a:ext cx="466725" cy="549276"/>
            <a:chOff x="5928512" y="1909354"/>
            <a:chExt cx="466725" cy="549276"/>
          </a:xfrm>
        </p:grpSpPr>
        <p:grpSp>
          <p:nvGrpSpPr>
            <p:cNvPr id="8" name="Group 108"/>
            <p:cNvGrpSpPr/>
            <p:nvPr/>
          </p:nvGrpSpPr>
          <p:grpSpPr>
            <a:xfrm rot="2441522">
              <a:off x="5928512" y="1909354"/>
              <a:ext cx="466725" cy="549276"/>
              <a:chOff x="7913688" y="2678112"/>
              <a:chExt cx="466725" cy="549276"/>
            </a:xfrm>
            <a:solidFill>
              <a:schemeClr val="accent3"/>
            </a:solidFill>
          </p:grpSpPr>
          <p:sp>
            <p:nvSpPr>
              <p:cNvPr id="73" name="Oval 10"/>
              <p:cNvSpPr>
                <a:spLocks noChangeArrowheads="1"/>
              </p:cNvSpPr>
              <p:nvPr/>
            </p:nvSpPr>
            <p:spPr bwMode="auto">
              <a:xfrm>
                <a:off x="7913688" y="2678112"/>
                <a:ext cx="466725" cy="4683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
              <p:cNvSpPr>
                <a:spLocks/>
              </p:cNvSpPr>
              <p:nvPr/>
            </p:nvSpPr>
            <p:spPr bwMode="auto">
              <a:xfrm>
                <a:off x="8031163" y="3114675"/>
                <a:ext cx="122238" cy="112713"/>
              </a:xfrm>
              <a:custGeom>
                <a:avLst/>
                <a:gdLst/>
                <a:ahLst/>
                <a:cxnLst>
                  <a:cxn ang="0">
                    <a:pos x="0" y="0"/>
                  </a:cxn>
                  <a:cxn ang="0">
                    <a:pos x="8" y="71"/>
                  </a:cxn>
                  <a:cxn ang="0">
                    <a:pos x="77" y="13"/>
                  </a:cxn>
                  <a:cxn ang="0">
                    <a:pos x="0" y="0"/>
                  </a:cxn>
                </a:cxnLst>
                <a:rect l="0" t="0" r="r" b="b"/>
                <a:pathLst>
                  <a:path w="77" h="71">
                    <a:moveTo>
                      <a:pt x="0" y="0"/>
                    </a:moveTo>
                    <a:lnTo>
                      <a:pt x="8" y="71"/>
                    </a:lnTo>
                    <a:lnTo>
                      <a:pt x="77" y="13"/>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91" name="Freeform 65"/>
            <p:cNvSpPr>
              <a:spLocks noEditPoints="1"/>
            </p:cNvSpPr>
            <p:nvPr/>
          </p:nvSpPr>
          <p:spPr bwMode="auto">
            <a:xfrm>
              <a:off x="6045507" y="1995680"/>
              <a:ext cx="261619" cy="290891"/>
            </a:xfrm>
            <a:custGeom>
              <a:avLst/>
              <a:gdLst/>
              <a:ahLst/>
              <a:cxnLst>
                <a:cxn ang="0">
                  <a:pos x="151" y="125"/>
                </a:cxn>
                <a:cxn ang="0">
                  <a:pos x="144" y="120"/>
                </a:cxn>
                <a:cxn ang="0">
                  <a:pos x="107" y="104"/>
                </a:cxn>
                <a:cxn ang="0">
                  <a:pos x="105" y="102"/>
                </a:cxn>
                <a:cxn ang="0">
                  <a:pos x="102" y="95"/>
                </a:cxn>
                <a:cxn ang="0">
                  <a:pos x="100" y="91"/>
                </a:cxn>
                <a:cxn ang="0">
                  <a:pos x="99" y="89"/>
                </a:cxn>
                <a:cxn ang="0">
                  <a:pos x="102" y="73"/>
                </a:cxn>
                <a:cxn ang="0">
                  <a:pos x="102" y="72"/>
                </a:cxn>
                <a:cxn ang="0">
                  <a:pos x="108" y="57"/>
                </a:cxn>
                <a:cxn ang="0">
                  <a:pos x="108" y="57"/>
                </a:cxn>
                <a:cxn ang="0">
                  <a:pos x="109" y="47"/>
                </a:cxn>
                <a:cxn ang="0">
                  <a:pos x="108" y="45"/>
                </a:cxn>
                <a:cxn ang="0">
                  <a:pos x="106" y="42"/>
                </a:cxn>
                <a:cxn ang="0">
                  <a:pos x="106" y="27"/>
                </a:cxn>
                <a:cxn ang="0">
                  <a:pos x="102" y="17"/>
                </a:cxn>
                <a:cxn ang="0">
                  <a:pos x="97" y="13"/>
                </a:cxn>
                <a:cxn ang="0">
                  <a:pos x="97" y="13"/>
                </a:cxn>
                <a:cxn ang="0">
                  <a:pos x="95" y="6"/>
                </a:cxn>
                <a:cxn ang="0">
                  <a:pos x="99" y="4"/>
                </a:cxn>
                <a:cxn ang="0">
                  <a:pos x="83" y="3"/>
                </a:cxn>
                <a:cxn ang="0">
                  <a:pos x="82" y="3"/>
                </a:cxn>
                <a:cxn ang="0">
                  <a:pos x="79" y="4"/>
                </a:cxn>
                <a:cxn ang="0">
                  <a:pos x="59" y="13"/>
                </a:cxn>
                <a:cxn ang="0">
                  <a:pos x="51" y="25"/>
                </a:cxn>
                <a:cxn ang="0">
                  <a:pos x="51" y="34"/>
                </a:cxn>
                <a:cxn ang="0">
                  <a:pos x="51" y="42"/>
                </a:cxn>
                <a:cxn ang="0">
                  <a:pos x="50" y="44"/>
                </a:cxn>
                <a:cxn ang="0">
                  <a:pos x="48" y="48"/>
                </a:cxn>
                <a:cxn ang="0">
                  <a:pos x="49" y="51"/>
                </a:cxn>
                <a:cxn ang="0">
                  <a:pos x="51" y="59"/>
                </a:cxn>
                <a:cxn ang="0">
                  <a:pos x="53" y="66"/>
                </a:cxn>
                <a:cxn ang="0">
                  <a:pos x="58" y="77"/>
                </a:cxn>
                <a:cxn ang="0">
                  <a:pos x="59" y="79"/>
                </a:cxn>
                <a:cxn ang="0">
                  <a:pos x="58" y="89"/>
                </a:cxn>
                <a:cxn ang="0">
                  <a:pos x="57" y="91"/>
                </a:cxn>
                <a:cxn ang="0">
                  <a:pos x="54" y="95"/>
                </a:cxn>
                <a:cxn ang="0">
                  <a:pos x="51" y="102"/>
                </a:cxn>
                <a:cxn ang="0">
                  <a:pos x="50" y="103"/>
                </a:cxn>
                <a:cxn ang="0">
                  <a:pos x="38" y="108"/>
                </a:cxn>
                <a:cxn ang="0">
                  <a:pos x="25" y="114"/>
                </a:cxn>
                <a:cxn ang="0">
                  <a:pos x="13" y="120"/>
                </a:cxn>
                <a:cxn ang="0">
                  <a:pos x="6" y="125"/>
                </a:cxn>
                <a:cxn ang="0">
                  <a:pos x="0" y="149"/>
                </a:cxn>
                <a:cxn ang="0">
                  <a:pos x="61" y="170"/>
                </a:cxn>
                <a:cxn ang="0">
                  <a:pos x="61" y="170"/>
                </a:cxn>
                <a:cxn ang="0">
                  <a:pos x="90" y="171"/>
                </a:cxn>
                <a:cxn ang="0">
                  <a:pos x="97" y="169"/>
                </a:cxn>
                <a:cxn ang="0">
                  <a:pos x="157" y="149"/>
                </a:cxn>
                <a:cxn ang="0">
                  <a:pos x="151" y="125"/>
                </a:cxn>
                <a:cxn ang="0">
                  <a:pos x="62" y="158"/>
                </a:cxn>
                <a:cxn ang="0">
                  <a:pos x="62" y="157"/>
                </a:cxn>
                <a:cxn ang="0">
                  <a:pos x="62" y="157"/>
                </a:cxn>
                <a:cxn ang="0">
                  <a:pos x="62" y="158"/>
                </a:cxn>
              </a:cxnLst>
              <a:rect l="0" t="0" r="r" b="b"/>
              <a:pathLst>
                <a:path w="157" h="175">
                  <a:moveTo>
                    <a:pt x="151" y="125"/>
                  </a:moveTo>
                  <a:cubicBezTo>
                    <a:pt x="149" y="123"/>
                    <a:pt x="147" y="121"/>
                    <a:pt x="144" y="120"/>
                  </a:cubicBezTo>
                  <a:cubicBezTo>
                    <a:pt x="132" y="114"/>
                    <a:pt x="120" y="109"/>
                    <a:pt x="107" y="104"/>
                  </a:cubicBezTo>
                  <a:cubicBezTo>
                    <a:pt x="106" y="103"/>
                    <a:pt x="105" y="103"/>
                    <a:pt x="105" y="102"/>
                  </a:cubicBezTo>
                  <a:cubicBezTo>
                    <a:pt x="104" y="99"/>
                    <a:pt x="103" y="97"/>
                    <a:pt x="102" y="95"/>
                  </a:cubicBezTo>
                  <a:cubicBezTo>
                    <a:pt x="102" y="93"/>
                    <a:pt x="101" y="92"/>
                    <a:pt x="100" y="91"/>
                  </a:cubicBezTo>
                  <a:cubicBezTo>
                    <a:pt x="99" y="91"/>
                    <a:pt x="99" y="90"/>
                    <a:pt x="99" y="89"/>
                  </a:cubicBezTo>
                  <a:cubicBezTo>
                    <a:pt x="99" y="84"/>
                    <a:pt x="97" y="78"/>
                    <a:pt x="102" y="73"/>
                  </a:cubicBezTo>
                  <a:cubicBezTo>
                    <a:pt x="102" y="73"/>
                    <a:pt x="102" y="73"/>
                    <a:pt x="102" y="72"/>
                  </a:cubicBezTo>
                  <a:cubicBezTo>
                    <a:pt x="104" y="68"/>
                    <a:pt x="105" y="62"/>
                    <a:pt x="108" y="57"/>
                  </a:cubicBezTo>
                  <a:cubicBezTo>
                    <a:pt x="108" y="57"/>
                    <a:pt x="108" y="57"/>
                    <a:pt x="108" y="57"/>
                  </a:cubicBezTo>
                  <a:cubicBezTo>
                    <a:pt x="108" y="54"/>
                    <a:pt x="108" y="50"/>
                    <a:pt x="109" y="47"/>
                  </a:cubicBezTo>
                  <a:cubicBezTo>
                    <a:pt x="109" y="46"/>
                    <a:pt x="108" y="46"/>
                    <a:pt x="108" y="45"/>
                  </a:cubicBezTo>
                  <a:cubicBezTo>
                    <a:pt x="106" y="45"/>
                    <a:pt x="106" y="43"/>
                    <a:pt x="106" y="42"/>
                  </a:cubicBezTo>
                  <a:cubicBezTo>
                    <a:pt x="106" y="35"/>
                    <a:pt x="106" y="34"/>
                    <a:pt x="106" y="27"/>
                  </a:cubicBezTo>
                  <a:cubicBezTo>
                    <a:pt x="106" y="24"/>
                    <a:pt x="105" y="20"/>
                    <a:pt x="102" y="17"/>
                  </a:cubicBezTo>
                  <a:cubicBezTo>
                    <a:pt x="100" y="16"/>
                    <a:pt x="99" y="14"/>
                    <a:pt x="97" y="13"/>
                  </a:cubicBezTo>
                  <a:cubicBezTo>
                    <a:pt x="97" y="13"/>
                    <a:pt x="97" y="13"/>
                    <a:pt x="97" y="13"/>
                  </a:cubicBezTo>
                  <a:cubicBezTo>
                    <a:pt x="97" y="13"/>
                    <a:pt x="92" y="9"/>
                    <a:pt x="95" y="6"/>
                  </a:cubicBezTo>
                  <a:cubicBezTo>
                    <a:pt x="96" y="4"/>
                    <a:pt x="99" y="4"/>
                    <a:pt x="99" y="4"/>
                  </a:cubicBezTo>
                  <a:cubicBezTo>
                    <a:pt x="99" y="4"/>
                    <a:pt x="95" y="0"/>
                    <a:pt x="83" y="3"/>
                  </a:cubicBezTo>
                  <a:cubicBezTo>
                    <a:pt x="82" y="3"/>
                    <a:pt x="82" y="3"/>
                    <a:pt x="82" y="3"/>
                  </a:cubicBezTo>
                  <a:cubicBezTo>
                    <a:pt x="81" y="3"/>
                    <a:pt x="80" y="4"/>
                    <a:pt x="79" y="4"/>
                  </a:cubicBezTo>
                  <a:cubicBezTo>
                    <a:pt x="72" y="6"/>
                    <a:pt x="65" y="8"/>
                    <a:pt x="59" y="13"/>
                  </a:cubicBezTo>
                  <a:cubicBezTo>
                    <a:pt x="55" y="16"/>
                    <a:pt x="52" y="20"/>
                    <a:pt x="51" y="25"/>
                  </a:cubicBezTo>
                  <a:cubicBezTo>
                    <a:pt x="51" y="28"/>
                    <a:pt x="51" y="31"/>
                    <a:pt x="51" y="34"/>
                  </a:cubicBezTo>
                  <a:cubicBezTo>
                    <a:pt x="51" y="38"/>
                    <a:pt x="51" y="37"/>
                    <a:pt x="51" y="42"/>
                  </a:cubicBezTo>
                  <a:cubicBezTo>
                    <a:pt x="51" y="43"/>
                    <a:pt x="51" y="44"/>
                    <a:pt x="50" y="44"/>
                  </a:cubicBezTo>
                  <a:cubicBezTo>
                    <a:pt x="48" y="45"/>
                    <a:pt x="48" y="46"/>
                    <a:pt x="48" y="48"/>
                  </a:cubicBezTo>
                  <a:cubicBezTo>
                    <a:pt x="49" y="49"/>
                    <a:pt x="48" y="50"/>
                    <a:pt x="49" y="51"/>
                  </a:cubicBezTo>
                  <a:cubicBezTo>
                    <a:pt x="49" y="54"/>
                    <a:pt x="50" y="57"/>
                    <a:pt x="51" y="59"/>
                  </a:cubicBezTo>
                  <a:cubicBezTo>
                    <a:pt x="51" y="62"/>
                    <a:pt x="53" y="64"/>
                    <a:pt x="53" y="66"/>
                  </a:cubicBezTo>
                  <a:cubicBezTo>
                    <a:pt x="54" y="70"/>
                    <a:pt x="55" y="74"/>
                    <a:pt x="58" y="77"/>
                  </a:cubicBezTo>
                  <a:cubicBezTo>
                    <a:pt x="59" y="78"/>
                    <a:pt x="59" y="79"/>
                    <a:pt x="59" y="79"/>
                  </a:cubicBezTo>
                  <a:cubicBezTo>
                    <a:pt x="59" y="83"/>
                    <a:pt x="58" y="86"/>
                    <a:pt x="58" y="89"/>
                  </a:cubicBezTo>
                  <a:cubicBezTo>
                    <a:pt x="58" y="90"/>
                    <a:pt x="57" y="91"/>
                    <a:pt x="57" y="91"/>
                  </a:cubicBezTo>
                  <a:cubicBezTo>
                    <a:pt x="54" y="91"/>
                    <a:pt x="54" y="93"/>
                    <a:pt x="54" y="95"/>
                  </a:cubicBezTo>
                  <a:cubicBezTo>
                    <a:pt x="53" y="97"/>
                    <a:pt x="52" y="99"/>
                    <a:pt x="51" y="102"/>
                  </a:cubicBezTo>
                  <a:cubicBezTo>
                    <a:pt x="51" y="102"/>
                    <a:pt x="50" y="103"/>
                    <a:pt x="50" y="103"/>
                  </a:cubicBezTo>
                  <a:cubicBezTo>
                    <a:pt x="46" y="105"/>
                    <a:pt x="42" y="107"/>
                    <a:pt x="38" y="108"/>
                  </a:cubicBezTo>
                  <a:cubicBezTo>
                    <a:pt x="33" y="110"/>
                    <a:pt x="29" y="112"/>
                    <a:pt x="25" y="114"/>
                  </a:cubicBezTo>
                  <a:cubicBezTo>
                    <a:pt x="21" y="116"/>
                    <a:pt x="17" y="118"/>
                    <a:pt x="13" y="120"/>
                  </a:cubicBezTo>
                  <a:cubicBezTo>
                    <a:pt x="10" y="122"/>
                    <a:pt x="8" y="123"/>
                    <a:pt x="6" y="125"/>
                  </a:cubicBezTo>
                  <a:cubicBezTo>
                    <a:pt x="0" y="149"/>
                    <a:pt x="0" y="149"/>
                    <a:pt x="0" y="149"/>
                  </a:cubicBezTo>
                  <a:cubicBezTo>
                    <a:pt x="24" y="149"/>
                    <a:pt x="39" y="165"/>
                    <a:pt x="61" y="170"/>
                  </a:cubicBezTo>
                  <a:cubicBezTo>
                    <a:pt x="61" y="170"/>
                    <a:pt x="61" y="170"/>
                    <a:pt x="61" y="170"/>
                  </a:cubicBezTo>
                  <a:cubicBezTo>
                    <a:pt x="61" y="170"/>
                    <a:pt x="77" y="175"/>
                    <a:pt x="90" y="171"/>
                  </a:cubicBezTo>
                  <a:cubicBezTo>
                    <a:pt x="93" y="171"/>
                    <a:pt x="95" y="170"/>
                    <a:pt x="97" y="169"/>
                  </a:cubicBezTo>
                  <a:cubicBezTo>
                    <a:pt x="117" y="162"/>
                    <a:pt x="143" y="149"/>
                    <a:pt x="157" y="149"/>
                  </a:cubicBezTo>
                  <a:lnTo>
                    <a:pt x="151" y="125"/>
                  </a:lnTo>
                  <a:close/>
                  <a:moveTo>
                    <a:pt x="62" y="158"/>
                  </a:moveTo>
                  <a:cubicBezTo>
                    <a:pt x="62" y="157"/>
                    <a:pt x="62" y="157"/>
                    <a:pt x="62" y="157"/>
                  </a:cubicBezTo>
                  <a:cubicBezTo>
                    <a:pt x="62" y="157"/>
                    <a:pt x="62" y="157"/>
                    <a:pt x="62" y="157"/>
                  </a:cubicBezTo>
                  <a:lnTo>
                    <a:pt x="62" y="158"/>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219"/>
          <p:cNvGrpSpPr/>
          <p:nvPr/>
        </p:nvGrpSpPr>
        <p:grpSpPr>
          <a:xfrm>
            <a:off x="2069211" y="3091077"/>
            <a:ext cx="472396" cy="402253"/>
            <a:chOff x="2069211" y="3091077"/>
            <a:chExt cx="472396" cy="402253"/>
          </a:xfrm>
        </p:grpSpPr>
        <p:grpSp>
          <p:nvGrpSpPr>
            <p:cNvPr id="10" name="Group 120"/>
            <p:cNvGrpSpPr/>
            <p:nvPr/>
          </p:nvGrpSpPr>
          <p:grpSpPr>
            <a:xfrm rot="17999093">
              <a:off x="2104282" y="3056006"/>
              <a:ext cx="402253" cy="472396"/>
              <a:chOff x="3071813" y="2624138"/>
              <a:chExt cx="446088" cy="523875"/>
            </a:xfrm>
            <a:solidFill>
              <a:schemeClr val="accent2"/>
            </a:solidFill>
          </p:grpSpPr>
          <p:sp>
            <p:nvSpPr>
              <p:cNvPr id="122" name="Oval 26"/>
              <p:cNvSpPr>
                <a:spLocks noChangeArrowheads="1"/>
              </p:cNvSpPr>
              <p:nvPr/>
            </p:nvSpPr>
            <p:spPr bwMode="auto">
              <a:xfrm>
                <a:off x="3071813" y="2624138"/>
                <a:ext cx="446088"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27"/>
              <p:cNvSpPr>
                <a:spLocks/>
              </p:cNvSpPr>
              <p:nvPr/>
            </p:nvSpPr>
            <p:spPr bwMode="auto">
              <a:xfrm>
                <a:off x="3290888" y="3040063"/>
                <a:ext cx="114300" cy="107950"/>
              </a:xfrm>
              <a:custGeom>
                <a:avLst/>
                <a:gdLst/>
                <a:ahLst/>
                <a:cxnLst>
                  <a:cxn ang="0">
                    <a:pos x="72" y="0"/>
                  </a:cxn>
                  <a:cxn ang="0">
                    <a:pos x="67" y="68"/>
                  </a:cxn>
                  <a:cxn ang="0">
                    <a:pos x="0" y="11"/>
                  </a:cxn>
                  <a:cxn ang="0">
                    <a:pos x="72" y="0"/>
                  </a:cxn>
                </a:cxnLst>
                <a:rect l="0" t="0" r="r" b="b"/>
                <a:pathLst>
                  <a:path w="72" h="68">
                    <a:moveTo>
                      <a:pt x="72" y="0"/>
                    </a:moveTo>
                    <a:lnTo>
                      <a:pt x="67" y="68"/>
                    </a:lnTo>
                    <a:lnTo>
                      <a:pt x="0" y="11"/>
                    </a:lnTo>
                    <a:lnTo>
                      <a:pt x="7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9" name="Freeform 145"/>
            <p:cNvSpPr>
              <a:spLocks/>
            </p:cNvSpPr>
            <p:nvPr/>
          </p:nvSpPr>
          <p:spPr bwMode="auto">
            <a:xfrm>
              <a:off x="2161841" y="3165937"/>
              <a:ext cx="219075" cy="188913"/>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221"/>
          <p:cNvGrpSpPr/>
          <p:nvPr/>
        </p:nvGrpSpPr>
        <p:grpSpPr>
          <a:xfrm>
            <a:off x="2921316" y="2177254"/>
            <a:ext cx="447675" cy="523875"/>
            <a:chOff x="2921316" y="2177254"/>
            <a:chExt cx="447675" cy="523875"/>
          </a:xfrm>
        </p:grpSpPr>
        <p:grpSp>
          <p:nvGrpSpPr>
            <p:cNvPr id="12" name="Group 87"/>
            <p:cNvGrpSpPr/>
            <p:nvPr/>
          </p:nvGrpSpPr>
          <p:grpSpPr>
            <a:xfrm rot="19549848">
              <a:off x="2921316" y="2177254"/>
              <a:ext cx="447675" cy="523875"/>
              <a:chOff x="3359150" y="1438275"/>
              <a:chExt cx="447675" cy="523875"/>
            </a:xfrm>
            <a:solidFill>
              <a:schemeClr val="accent6"/>
            </a:solidFill>
          </p:grpSpPr>
          <p:sp>
            <p:nvSpPr>
              <p:cNvPr id="89" name="Oval 20"/>
              <p:cNvSpPr>
                <a:spLocks noChangeArrowheads="1"/>
              </p:cNvSpPr>
              <p:nvPr/>
            </p:nvSpPr>
            <p:spPr bwMode="auto">
              <a:xfrm>
                <a:off x="3359150" y="1438275"/>
                <a:ext cx="447675"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21"/>
              <p:cNvSpPr>
                <a:spLocks/>
              </p:cNvSpPr>
              <p:nvPr/>
            </p:nvSpPr>
            <p:spPr bwMode="auto">
              <a:xfrm>
                <a:off x="3579813" y="1854200"/>
                <a:ext cx="114300" cy="107950"/>
              </a:xfrm>
              <a:custGeom>
                <a:avLst/>
                <a:gdLst/>
                <a:ahLst/>
                <a:cxnLst>
                  <a:cxn ang="0">
                    <a:pos x="72" y="0"/>
                  </a:cxn>
                  <a:cxn ang="0">
                    <a:pos x="65" y="68"/>
                  </a:cxn>
                  <a:cxn ang="0">
                    <a:pos x="0" y="11"/>
                  </a:cxn>
                  <a:cxn ang="0">
                    <a:pos x="72" y="0"/>
                  </a:cxn>
                </a:cxnLst>
                <a:rect l="0" t="0" r="r" b="b"/>
                <a:pathLst>
                  <a:path w="72" h="68">
                    <a:moveTo>
                      <a:pt x="72" y="0"/>
                    </a:moveTo>
                    <a:lnTo>
                      <a:pt x="65" y="68"/>
                    </a:lnTo>
                    <a:lnTo>
                      <a:pt x="0" y="11"/>
                    </a:lnTo>
                    <a:lnTo>
                      <a:pt x="7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21" name="Freeform 64"/>
            <p:cNvSpPr>
              <a:spLocks noEditPoints="1"/>
            </p:cNvSpPr>
            <p:nvPr/>
          </p:nvSpPr>
          <p:spPr bwMode="auto">
            <a:xfrm>
              <a:off x="2981926" y="2290659"/>
              <a:ext cx="265113" cy="220663"/>
            </a:xfrm>
            <a:custGeom>
              <a:avLst/>
              <a:gdLst/>
              <a:ahLst/>
              <a:cxnLst>
                <a:cxn ang="0">
                  <a:pos x="77" y="51"/>
                </a:cxn>
                <a:cxn ang="0">
                  <a:pos x="75" y="55"/>
                </a:cxn>
                <a:cxn ang="0">
                  <a:pos x="59" y="63"/>
                </a:cxn>
                <a:cxn ang="0">
                  <a:pos x="57" y="64"/>
                </a:cxn>
                <a:cxn ang="0">
                  <a:pos x="55" y="63"/>
                </a:cxn>
                <a:cxn ang="0">
                  <a:pos x="39" y="55"/>
                </a:cxn>
                <a:cxn ang="0">
                  <a:pos x="39" y="55"/>
                </a:cxn>
                <a:cxn ang="0">
                  <a:pos x="38" y="55"/>
                </a:cxn>
                <a:cxn ang="0">
                  <a:pos x="22" y="63"/>
                </a:cxn>
                <a:cxn ang="0">
                  <a:pos x="20" y="64"/>
                </a:cxn>
                <a:cxn ang="0">
                  <a:pos x="18" y="63"/>
                </a:cxn>
                <a:cxn ang="0">
                  <a:pos x="2" y="55"/>
                </a:cxn>
                <a:cxn ang="0">
                  <a:pos x="0" y="51"/>
                </a:cxn>
                <a:cxn ang="0">
                  <a:pos x="0" y="37"/>
                </a:cxn>
                <a:cxn ang="0">
                  <a:pos x="3" y="32"/>
                </a:cxn>
                <a:cxn ang="0">
                  <a:pos x="18" y="26"/>
                </a:cxn>
                <a:cxn ang="0">
                  <a:pos x="18" y="11"/>
                </a:cxn>
                <a:cxn ang="0">
                  <a:pos x="21" y="7"/>
                </a:cxn>
                <a:cxn ang="0">
                  <a:pos x="37" y="0"/>
                </a:cxn>
                <a:cxn ang="0">
                  <a:pos x="39" y="0"/>
                </a:cxn>
                <a:cxn ang="0">
                  <a:pos x="40" y="0"/>
                </a:cxn>
                <a:cxn ang="0">
                  <a:pos x="56" y="7"/>
                </a:cxn>
                <a:cxn ang="0">
                  <a:pos x="59" y="11"/>
                </a:cxn>
                <a:cxn ang="0">
                  <a:pos x="59" y="26"/>
                </a:cxn>
                <a:cxn ang="0">
                  <a:pos x="75" y="32"/>
                </a:cxn>
                <a:cxn ang="0">
                  <a:pos x="77" y="37"/>
                </a:cxn>
                <a:cxn ang="0">
                  <a:pos x="77" y="51"/>
                </a:cxn>
                <a:cxn ang="0">
                  <a:pos x="35" y="36"/>
                </a:cxn>
                <a:cxn ang="0">
                  <a:pos x="20" y="30"/>
                </a:cxn>
                <a:cxn ang="0">
                  <a:pos x="6" y="36"/>
                </a:cxn>
                <a:cxn ang="0">
                  <a:pos x="20" y="42"/>
                </a:cxn>
                <a:cxn ang="0">
                  <a:pos x="35" y="36"/>
                </a:cxn>
                <a:cxn ang="0">
                  <a:pos x="36" y="51"/>
                </a:cxn>
                <a:cxn ang="0">
                  <a:pos x="36" y="40"/>
                </a:cxn>
                <a:cxn ang="0">
                  <a:pos x="23" y="46"/>
                </a:cxn>
                <a:cxn ang="0">
                  <a:pos x="23" y="58"/>
                </a:cxn>
                <a:cxn ang="0">
                  <a:pos x="36" y="51"/>
                </a:cxn>
                <a:cxn ang="0">
                  <a:pos x="54" y="11"/>
                </a:cxn>
                <a:cxn ang="0">
                  <a:pos x="39" y="5"/>
                </a:cxn>
                <a:cxn ang="0">
                  <a:pos x="23" y="11"/>
                </a:cxn>
                <a:cxn ang="0">
                  <a:pos x="39" y="18"/>
                </a:cxn>
                <a:cxn ang="0">
                  <a:pos x="54" y="11"/>
                </a:cxn>
                <a:cxn ang="0">
                  <a:pos x="55" y="26"/>
                </a:cxn>
                <a:cxn ang="0">
                  <a:pos x="55" y="16"/>
                </a:cxn>
                <a:cxn ang="0">
                  <a:pos x="41" y="22"/>
                </a:cxn>
                <a:cxn ang="0">
                  <a:pos x="41" y="32"/>
                </a:cxn>
                <a:cxn ang="0">
                  <a:pos x="55" y="26"/>
                </a:cxn>
                <a:cxn ang="0">
                  <a:pos x="71" y="36"/>
                </a:cxn>
                <a:cxn ang="0">
                  <a:pos x="57" y="30"/>
                </a:cxn>
                <a:cxn ang="0">
                  <a:pos x="42" y="36"/>
                </a:cxn>
                <a:cxn ang="0">
                  <a:pos x="57" y="42"/>
                </a:cxn>
                <a:cxn ang="0">
                  <a:pos x="71" y="36"/>
                </a:cxn>
                <a:cxn ang="0">
                  <a:pos x="73" y="51"/>
                </a:cxn>
                <a:cxn ang="0">
                  <a:pos x="73" y="40"/>
                </a:cxn>
                <a:cxn ang="0">
                  <a:pos x="59" y="46"/>
                </a:cxn>
                <a:cxn ang="0">
                  <a:pos x="59" y="58"/>
                </a:cxn>
                <a:cxn ang="0">
                  <a:pos x="73" y="51"/>
                </a:cxn>
              </a:cxnLst>
              <a:rect l="0" t="0" r="r" b="b"/>
              <a:pathLst>
                <a:path w="77" h="64">
                  <a:moveTo>
                    <a:pt x="77" y="51"/>
                  </a:moveTo>
                  <a:cubicBezTo>
                    <a:pt x="77" y="53"/>
                    <a:pt x="76" y="55"/>
                    <a:pt x="75" y="55"/>
                  </a:cubicBezTo>
                  <a:cubicBezTo>
                    <a:pt x="59" y="63"/>
                    <a:pt x="59" y="63"/>
                    <a:pt x="59" y="63"/>
                  </a:cubicBezTo>
                  <a:cubicBezTo>
                    <a:pt x="58" y="64"/>
                    <a:pt x="58" y="64"/>
                    <a:pt x="57" y="64"/>
                  </a:cubicBezTo>
                  <a:cubicBezTo>
                    <a:pt x="56" y="64"/>
                    <a:pt x="55" y="64"/>
                    <a:pt x="55" y="63"/>
                  </a:cubicBezTo>
                  <a:cubicBezTo>
                    <a:pt x="39" y="55"/>
                    <a:pt x="39" y="55"/>
                    <a:pt x="39" y="55"/>
                  </a:cubicBezTo>
                  <a:cubicBezTo>
                    <a:pt x="39" y="55"/>
                    <a:pt x="39" y="55"/>
                    <a:pt x="39" y="55"/>
                  </a:cubicBezTo>
                  <a:cubicBezTo>
                    <a:pt x="39" y="55"/>
                    <a:pt x="38" y="55"/>
                    <a:pt x="38" y="55"/>
                  </a:cubicBezTo>
                  <a:cubicBezTo>
                    <a:pt x="22" y="63"/>
                    <a:pt x="22" y="63"/>
                    <a:pt x="22" y="63"/>
                  </a:cubicBezTo>
                  <a:cubicBezTo>
                    <a:pt x="22" y="64"/>
                    <a:pt x="21" y="64"/>
                    <a:pt x="20" y="64"/>
                  </a:cubicBezTo>
                  <a:cubicBezTo>
                    <a:pt x="20" y="64"/>
                    <a:pt x="19" y="64"/>
                    <a:pt x="18" y="63"/>
                  </a:cubicBezTo>
                  <a:cubicBezTo>
                    <a:pt x="2" y="55"/>
                    <a:pt x="2" y="55"/>
                    <a:pt x="2" y="55"/>
                  </a:cubicBezTo>
                  <a:cubicBezTo>
                    <a:pt x="1" y="55"/>
                    <a:pt x="0" y="53"/>
                    <a:pt x="0" y="51"/>
                  </a:cubicBezTo>
                  <a:cubicBezTo>
                    <a:pt x="0" y="37"/>
                    <a:pt x="0" y="37"/>
                    <a:pt x="0" y="37"/>
                  </a:cubicBezTo>
                  <a:cubicBezTo>
                    <a:pt x="0" y="35"/>
                    <a:pt x="1" y="33"/>
                    <a:pt x="3" y="32"/>
                  </a:cubicBezTo>
                  <a:cubicBezTo>
                    <a:pt x="18" y="26"/>
                    <a:pt x="18" y="26"/>
                    <a:pt x="18" y="26"/>
                  </a:cubicBezTo>
                  <a:cubicBezTo>
                    <a:pt x="18" y="11"/>
                    <a:pt x="18" y="11"/>
                    <a:pt x="18" y="11"/>
                  </a:cubicBezTo>
                  <a:cubicBezTo>
                    <a:pt x="18" y="10"/>
                    <a:pt x="19" y="8"/>
                    <a:pt x="21" y="7"/>
                  </a:cubicBezTo>
                  <a:cubicBezTo>
                    <a:pt x="37" y="0"/>
                    <a:pt x="37" y="0"/>
                    <a:pt x="37" y="0"/>
                  </a:cubicBezTo>
                  <a:cubicBezTo>
                    <a:pt x="37" y="0"/>
                    <a:pt x="38" y="0"/>
                    <a:pt x="39" y="0"/>
                  </a:cubicBezTo>
                  <a:cubicBezTo>
                    <a:pt x="39" y="0"/>
                    <a:pt x="40" y="0"/>
                    <a:pt x="40" y="0"/>
                  </a:cubicBezTo>
                  <a:cubicBezTo>
                    <a:pt x="56" y="7"/>
                    <a:pt x="56" y="7"/>
                    <a:pt x="56" y="7"/>
                  </a:cubicBezTo>
                  <a:cubicBezTo>
                    <a:pt x="58" y="8"/>
                    <a:pt x="59" y="10"/>
                    <a:pt x="59" y="11"/>
                  </a:cubicBezTo>
                  <a:cubicBezTo>
                    <a:pt x="59" y="26"/>
                    <a:pt x="59" y="26"/>
                    <a:pt x="59" y="26"/>
                  </a:cubicBezTo>
                  <a:cubicBezTo>
                    <a:pt x="75" y="32"/>
                    <a:pt x="75" y="32"/>
                    <a:pt x="75" y="32"/>
                  </a:cubicBezTo>
                  <a:cubicBezTo>
                    <a:pt x="76" y="33"/>
                    <a:pt x="77" y="35"/>
                    <a:pt x="77" y="37"/>
                  </a:cubicBezTo>
                  <a:lnTo>
                    <a:pt x="77" y="51"/>
                  </a:lnTo>
                  <a:close/>
                  <a:moveTo>
                    <a:pt x="35" y="36"/>
                  </a:moveTo>
                  <a:cubicBezTo>
                    <a:pt x="20" y="30"/>
                    <a:pt x="20" y="30"/>
                    <a:pt x="20" y="30"/>
                  </a:cubicBezTo>
                  <a:cubicBezTo>
                    <a:pt x="6" y="36"/>
                    <a:pt x="6" y="36"/>
                    <a:pt x="6" y="36"/>
                  </a:cubicBezTo>
                  <a:cubicBezTo>
                    <a:pt x="20" y="42"/>
                    <a:pt x="20" y="42"/>
                    <a:pt x="20" y="42"/>
                  </a:cubicBezTo>
                  <a:lnTo>
                    <a:pt x="35" y="36"/>
                  </a:lnTo>
                  <a:close/>
                  <a:moveTo>
                    <a:pt x="36" y="51"/>
                  </a:moveTo>
                  <a:cubicBezTo>
                    <a:pt x="36" y="40"/>
                    <a:pt x="36" y="40"/>
                    <a:pt x="36" y="40"/>
                  </a:cubicBezTo>
                  <a:cubicBezTo>
                    <a:pt x="23" y="46"/>
                    <a:pt x="23" y="46"/>
                    <a:pt x="23" y="46"/>
                  </a:cubicBezTo>
                  <a:cubicBezTo>
                    <a:pt x="23" y="58"/>
                    <a:pt x="23" y="58"/>
                    <a:pt x="23" y="58"/>
                  </a:cubicBezTo>
                  <a:lnTo>
                    <a:pt x="36" y="51"/>
                  </a:lnTo>
                  <a:close/>
                  <a:moveTo>
                    <a:pt x="54" y="11"/>
                  </a:moveTo>
                  <a:cubicBezTo>
                    <a:pt x="39" y="5"/>
                    <a:pt x="39" y="5"/>
                    <a:pt x="39" y="5"/>
                  </a:cubicBezTo>
                  <a:cubicBezTo>
                    <a:pt x="23" y="11"/>
                    <a:pt x="23" y="11"/>
                    <a:pt x="23" y="11"/>
                  </a:cubicBezTo>
                  <a:cubicBezTo>
                    <a:pt x="39" y="18"/>
                    <a:pt x="39" y="18"/>
                    <a:pt x="39" y="18"/>
                  </a:cubicBezTo>
                  <a:lnTo>
                    <a:pt x="54" y="11"/>
                  </a:lnTo>
                  <a:close/>
                  <a:moveTo>
                    <a:pt x="55" y="26"/>
                  </a:moveTo>
                  <a:cubicBezTo>
                    <a:pt x="55" y="16"/>
                    <a:pt x="55" y="16"/>
                    <a:pt x="55" y="16"/>
                  </a:cubicBezTo>
                  <a:cubicBezTo>
                    <a:pt x="41" y="22"/>
                    <a:pt x="41" y="22"/>
                    <a:pt x="41" y="22"/>
                  </a:cubicBezTo>
                  <a:cubicBezTo>
                    <a:pt x="41" y="32"/>
                    <a:pt x="41" y="32"/>
                    <a:pt x="41" y="32"/>
                  </a:cubicBezTo>
                  <a:lnTo>
                    <a:pt x="55" y="26"/>
                  </a:lnTo>
                  <a:close/>
                  <a:moveTo>
                    <a:pt x="71" y="36"/>
                  </a:moveTo>
                  <a:cubicBezTo>
                    <a:pt x="57" y="30"/>
                    <a:pt x="57" y="30"/>
                    <a:pt x="57" y="30"/>
                  </a:cubicBezTo>
                  <a:cubicBezTo>
                    <a:pt x="42" y="36"/>
                    <a:pt x="42" y="36"/>
                    <a:pt x="42" y="36"/>
                  </a:cubicBezTo>
                  <a:cubicBezTo>
                    <a:pt x="57" y="42"/>
                    <a:pt x="57" y="42"/>
                    <a:pt x="57" y="42"/>
                  </a:cubicBezTo>
                  <a:lnTo>
                    <a:pt x="71" y="36"/>
                  </a:lnTo>
                  <a:close/>
                  <a:moveTo>
                    <a:pt x="73" y="51"/>
                  </a:moveTo>
                  <a:cubicBezTo>
                    <a:pt x="73" y="40"/>
                    <a:pt x="73" y="40"/>
                    <a:pt x="73" y="40"/>
                  </a:cubicBezTo>
                  <a:cubicBezTo>
                    <a:pt x="59" y="46"/>
                    <a:pt x="59" y="46"/>
                    <a:pt x="59" y="46"/>
                  </a:cubicBezTo>
                  <a:cubicBezTo>
                    <a:pt x="59" y="58"/>
                    <a:pt x="59" y="58"/>
                    <a:pt x="59" y="58"/>
                  </a:cubicBezTo>
                  <a:lnTo>
                    <a:pt x="73" y="5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23"/>
          <p:cNvGrpSpPr/>
          <p:nvPr/>
        </p:nvGrpSpPr>
        <p:grpSpPr>
          <a:xfrm>
            <a:off x="4459743" y="1773675"/>
            <a:ext cx="447675" cy="522288"/>
            <a:chOff x="4459743" y="1773675"/>
            <a:chExt cx="447675" cy="522288"/>
          </a:xfrm>
        </p:grpSpPr>
        <p:grpSp>
          <p:nvGrpSpPr>
            <p:cNvPr id="14" name="Group 93"/>
            <p:cNvGrpSpPr/>
            <p:nvPr/>
          </p:nvGrpSpPr>
          <p:grpSpPr>
            <a:xfrm rot="1782731">
              <a:off x="4459743" y="1773675"/>
              <a:ext cx="447675" cy="522288"/>
              <a:chOff x="4392613" y="2482850"/>
              <a:chExt cx="447675" cy="522288"/>
            </a:xfrm>
            <a:solidFill>
              <a:schemeClr val="accent5"/>
            </a:solidFill>
          </p:grpSpPr>
          <p:sp>
            <p:nvSpPr>
              <p:cNvPr id="95" name="Oval 24"/>
              <p:cNvSpPr>
                <a:spLocks noChangeArrowheads="1"/>
              </p:cNvSpPr>
              <p:nvPr/>
            </p:nvSpPr>
            <p:spPr bwMode="auto">
              <a:xfrm>
                <a:off x="4392613" y="2482850"/>
                <a:ext cx="447675"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25"/>
              <p:cNvSpPr>
                <a:spLocks/>
              </p:cNvSpPr>
              <p:nvPr/>
            </p:nvSpPr>
            <p:spPr bwMode="auto">
              <a:xfrm>
                <a:off x="4611688" y="2898775"/>
                <a:ext cx="115888" cy="106363"/>
              </a:xfrm>
              <a:custGeom>
                <a:avLst/>
                <a:gdLst/>
                <a:ahLst/>
                <a:cxnLst>
                  <a:cxn ang="0">
                    <a:pos x="73" y="0"/>
                  </a:cxn>
                  <a:cxn ang="0">
                    <a:pos x="68" y="67"/>
                  </a:cxn>
                  <a:cxn ang="0">
                    <a:pos x="0" y="13"/>
                  </a:cxn>
                  <a:cxn ang="0">
                    <a:pos x="73" y="0"/>
                  </a:cxn>
                </a:cxnLst>
                <a:rect l="0" t="0" r="r" b="b"/>
                <a:pathLst>
                  <a:path w="73" h="67">
                    <a:moveTo>
                      <a:pt x="73" y="0"/>
                    </a:moveTo>
                    <a:lnTo>
                      <a:pt x="68" y="67"/>
                    </a:lnTo>
                    <a:lnTo>
                      <a:pt x="0" y="13"/>
                    </a:lnTo>
                    <a:lnTo>
                      <a:pt x="7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23" name="Freeform 24"/>
            <p:cNvSpPr>
              <a:spLocks noEditPoints="1"/>
            </p:cNvSpPr>
            <p:nvPr/>
          </p:nvSpPr>
          <p:spPr bwMode="auto">
            <a:xfrm>
              <a:off x="4596000" y="1887785"/>
              <a:ext cx="203200" cy="220663"/>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225"/>
          <p:cNvGrpSpPr/>
          <p:nvPr/>
        </p:nvGrpSpPr>
        <p:grpSpPr>
          <a:xfrm>
            <a:off x="3340068" y="1532322"/>
            <a:ext cx="527050" cy="447675"/>
            <a:chOff x="3340068" y="1532322"/>
            <a:chExt cx="527050" cy="447675"/>
          </a:xfrm>
        </p:grpSpPr>
        <p:grpSp>
          <p:nvGrpSpPr>
            <p:cNvPr id="16" name="Group 81"/>
            <p:cNvGrpSpPr/>
            <p:nvPr/>
          </p:nvGrpSpPr>
          <p:grpSpPr>
            <a:xfrm rot="18646149">
              <a:off x="3379755" y="1492635"/>
              <a:ext cx="447675" cy="527050"/>
              <a:chOff x="5732463" y="2325688"/>
              <a:chExt cx="447675" cy="527050"/>
            </a:xfrm>
            <a:solidFill>
              <a:schemeClr val="accent2"/>
            </a:solidFill>
          </p:grpSpPr>
          <p:sp>
            <p:nvSpPr>
              <p:cNvPr id="83" name="Oval 16"/>
              <p:cNvSpPr>
                <a:spLocks noChangeArrowheads="1"/>
              </p:cNvSpPr>
              <p:nvPr/>
            </p:nvSpPr>
            <p:spPr bwMode="auto">
              <a:xfrm>
                <a:off x="5732463" y="2325688"/>
                <a:ext cx="447675" cy="4492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7"/>
              <p:cNvSpPr>
                <a:spLocks/>
              </p:cNvSpPr>
              <p:nvPr/>
            </p:nvSpPr>
            <p:spPr bwMode="auto">
              <a:xfrm>
                <a:off x="5845175" y="2743200"/>
                <a:ext cx="115888" cy="109538"/>
              </a:xfrm>
              <a:custGeom>
                <a:avLst/>
                <a:gdLst/>
                <a:ahLst/>
                <a:cxnLst>
                  <a:cxn ang="0">
                    <a:pos x="0" y="0"/>
                  </a:cxn>
                  <a:cxn ang="0">
                    <a:pos x="7" y="69"/>
                  </a:cxn>
                  <a:cxn ang="0">
                    <a:pos x="73" y="12"/>
                  </a:cxn>
                  <a:cxn ang="0">
                    <a:pos x="0" y="0"/>
                  </a:cxn>
                </a:cxnLst>
                <a:rect l="0" t="0" r="r" b="b"/>
                <a:pathLst>
                  <a:path w="73" h="69">
                    <a:moveTo>
                      <a:pt x="0" y="0"/>
                    </a:moveTo>
                    <a:lnTo>
                      <a:pt x="7" y="69"/>
                    </a:lnTo>
                    <a:lnTo>
                      <a:pt x="73"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25" name="Freeform 100"/>
            <p:cNvSpPr>
              <a:spLocks noEditPoints="1"/>
            </p:cNvSpPr>
            <p:nvPr/>
          </p:nvSpPr>
          <p:spPr bwMode="auto">
            <a:xfrm>
              <a:off x="3453892" y="1622919"/>
              <a:ext cx="230188" cy="220663"/>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227"/>
          <p:cNvGrpSpPr/>
          <p:nvPr/>
        </p:nvGrpSpPr>
        <p:grpSpPr>
          <a:xfrm>
            <a:off x="2372639" y="2011313"/>
            <a:ext cx="402253" cy="472396"/>
            <a:chOff x="2372639" y="2011313"/>
            <a:chExt cx="402253" cy="472396"/>
          </a:xfrm>
        </p:grpSpPr>
        <p:grpSp>
          <p:nvGrpSpPr>
            <p:cNvPr id="18" name="Group 123"/>
            <p:cNvGrpSpPr/>
            <p:nvPr/>
          </p:nvGrpSpPr>
          <p:grpSpPr>
            <a:xfrm rot="20582167">
              <a:off x="2372639" y="2011313"/>
              <a:ext cx="402253" cy="472396"/>
              <a:chOff x="3071813" y="2624138"/>
              <a:chExt cx="446088" cy="523875"/>
            </a:xfrm>
            <a:solidFill>
              <a:schemeClr val="accent1"/>
            </a:solidFill>
          </p:grpSpPr>
          <p:sp>
            <p:nvSpPr>
              <p:cNvPr id="125" name="Oval 26"/>
              <p:cNvSpPr>
                <a:spLocks noChangeArrowheads="1"/>
              </p:cNvSpPr>
              <p:nvPr/>
            </p:nvSpPr>
            <p:spPr bwMode="auto">
              <a:xfrm>
                <a:off x="3071813" y="2624138"/>
                <a:ext cx="446088"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27"/>
              <p:cNvSpPr>
                <a:spLocks/>
              </p:cNvSpPr>
              <p:nvPr/>
            </p:nvSpPr>
            <p:spPr bwMode="auto">
              <a:xfrm>
                <a:off x="3290888" y="3040063"/>
                <a:ext cx="114300" cy="107950"/>
              </a:xfrm>
              <a:custGeom>
                <a:avLst/>
                <a:gdLst/>
                <a:ahLst/>
                <a:cxnLst>
                  <a:cxn ang="0">
                    <a:pos x="72" y="0"/>
                  </a:cxn>
                  <a:cxn ang="0">
                    <a:pos x="67" y="68"/>
                  </a:cxn>
                  <a:cxn ang="0">
                    <a:pos x="0" y="11"/>
                  </a:cxn>
                  <a:cxn ang="0">
                    <a:pos x="72" y="0"/>
                  </a:cxn>
                </a:cxnLst>
                <a:rect l="0" t="0" r="r" b="b"/>
                <a:pathLst>
                  <a:path w="72" h="68">
                    <a:moveTo>
                      <a:pt x="72" y="0"/>
                    </a:moveTo>
                    <a:lnTo>
                      <a:pt x="67" y="68"/>
                    </a:lnTo>
                    <a:lnTo>
                      <a:pt x="0" y="11"/>
                    </a:lnTo>
                    <a:lnTo>
                      <a:pt x="7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27" name="Freeform 131"/>
            <p:cNvSpPr>
              <a:spLocks/>
            </p:cNvSpPr>
            <p:nvPr/>
          </p:nvSpPr>
          <p:spPr bwMode="auto">
            <a:xfrm>
              <a:off x="2442943" y="2104571"/>
              <a:ext cx="209550" cy="212725"/>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229"/>
          <p:cNvGrpSpPr/>
          <p:nvPr/>
        </p:nvGrpSpPr>
        <p:grpSpPr>
          <a:xfrm>
            <a:off x="4622879" y="2346679"/>
            <a:ext cx="715963" cy="838200"/>
            <a:chOff x="4622879" y="2346679"/>
            <a:chExt cx="715963" cy="838200"/>
          </a:xfrm>
        </p:grpSpPr>
        <p:grpSp>
          <p:nvGrpSpPr>
            <p:cNvPr id="20" name="Group 69"/>
            <p:cNvGrpSpPr/>
            <p:nvPr/>
          </p:nvGrpSpPr>
          <p:grpSpPr>
            <a:xfrm>
              <a:off x="4622879" y="2346679"/>
              <a:ext cx="715963" cy="838200"/>
              <a:chOff x="4364038" y="3074988"/>
              <a:chExt cx="715963" cy="838200"/>
            </a:xfrm>
            <a:solidFill>
              <a:schemeClr val="accent3"/>
            </a:solidFill>
          </p:grpSpPr>
          <p:sp>
            <p:nvSpPr>
              <p:cNvPr id="71" name="Oval 8"/>
              <p:cNvSpPr>
                <a:spLocks noChangeArrowheads="1"/>
              </p:cNvSpPr>
              <p:nvPr/>
            </p:nvSpPr>
            <p:spPr bwMode="auto">
              <a:xfrm>
                <a:off x="4364038" y="3074988"/>
                <a:ext cx="715963" cy="7175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9"/>
              <p:cNvSpPr>
                <a:spLocks/>
              </p:cNvSpPr>
              <p:nvPr/>
            </p:nvSpPr>
            <p:spPr bwMode="auto">
              <a:xfrm>
                <a:off x="4546600" y="3743325"/>
                <a:ext cx="184150" cy="169863"/>
              </a:xfrm>
              <a:custGeom>
                <a:avLst/>
                <a:gdLst/>
                <a:ahLst/>
                <a:cxnLst>
                  <a:cxn ang="0">
                    <a:pos x="0" y="0"/>
                  </a:cxn>
                  <a:cxn ang="0">
                    <a:pos x="11" y="107"/>
                  </a:cxn>
                  <a:cxn ang="0">
                    <a:pos x="116" y="18"/>
                  </a:cxn>
                  <a:cxn ang="0">
                    <a:pos x="0" y="0"/>
                  </a:cxn>
                </a:cxnLst>
                <a:rect l="0" t="0" r="r" b="b"/>
                <a:pathLst>
                  <a:path w="116" h="107">
                    <a:moveTo>
                      <a:pt x="0" y="0"/>
                    </a:moveTo>
                    <a:lnTo>
                      <a:pt x="11" y="107"/>
                    </a:lnTo>
                    <a:lnTo>
                      <a:pt x="116" y="18"/>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29" name="Freeform 66"/>
            <p:cNvSpPr>
              <a:spLocks noEditPoints="1"/>
            </p:cNvSpPr>
            <p:nvPr/>
          </p:nvSpPr>
          <p:spPr bwMode="auto">
            <a:xfrm>
              <a:off x="4776551" y="2535207"/>
              <a:ext cx="426080" cy="330486"/>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231"/>
          <p:cNvGrpSpPr/>
          <p:nvPr/>
        </p:nvGrpSpPr>
        <p:grpSpPr>
          <a:xfrm>
            <a:off x="2357684" y="2547838"/>
            <a:ext cx="782308" cy="666148"/>
            <a:chOff x="2357684" y="2547838"/>
            <a:chExt cx="782308" cy="666148"/>
          </a:xfrm>
        </p:grpSpPr>
        <p:grpSp>
          <p:nvGrpSpPr>
            <p:cNvPr id="22" name="Group 117"/>
            <p:cNvGrpSpPr/>
            <p:nvPr/>
          </p:nvGrpSpPr>
          <p:grpSpPr>
            <a:xfrm rot="17590240">
              <a:off x="2415764" y="2489758"/>
              <a:ext cx="666148" cy="782308"/>
              <a:chOff x="3071813" y="2624138"/>
              <a:chExt cx="446088" cy="523875"/>
            </a:xfrm>
            <a:solidFill>
              <a:schemeClr val="accent3"/>
            </a:solidFill>
          </p:grpSpPr>
          <p:sp>
            <p:nvSpPr>
              <p:cNvPr id="119" name="Oval 26"/>
              <p:cNvSpPr>
                <a:spLocks noChangeArrowheads="1"/>
              </p:cNvSpPr>
              <p:nvPr/>
            </p:nvSpPr>
            <p:spPr bwMode="auto">
              <a:xfrm>
                <a:off x="3071813" y="2624138"/>
                <a:ext cx="446088"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27"/>
              <p:cNvSpPr>
                <a:spLocks/>
              </p:cNvSpPr>
              <p:nvPr/>
            </p:nvSpPr>
            <p:spPr bwMode="auto">
              <a:xfrm>
                <a:off x="3290888" y="3040063"/>
                <a:ext cx="114300" cy="107950"/>
              </a:xfrm>
              <a:custGeom>
                <a:avLst/>
                <a:gdLst/>
                <a:ahLst/>
                <a:cxnLst>
                  <a:cxn ang="0">
                    <a:pos x="72" y="0"/>
                  </a:cxn>
                  <a:cxn ang="0">
                    <a:pos x="67" y="68"/>
                  </a:cxn>
                  <a:cxn ang="0">
                    <a:pos x="0" y="11"/>
                  </a:cxn>
                  <a:cxn ang="0">
                    <a:pos x="72" y="0"/>
                  </a:cxn>
                </a:cxnLst>
                <a:rect l="0" t="0" r="r" b="b"/>
                <a:pathLst>
                  <a:path w="72" h="68">
                    <a:moveTo>
                      <a:pt x="72" y="0"/>
                    </a:moveTo>
                    <a:lnTo>
                      <a:pt x="67" y="68"/>
                    </a:lnTo>
                    <a:lnTo>
                      <a:pt x="0" y="11"/>
                    </a:lnTo>
                    <a:lnTo>
                      <a:pt x="7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1" name="Freeform 171"/>
            <p:cNvSpPr>
              <a:spLocks/>
            </p:cNvSpPr>
            <p:nvPr/>
          </p:nvSpPr>
          <p:spPr bwMode="auto">
            <a:xfrm>
              <a:off x="2531943" y="2737119"/>
              <a:ext cx="354864" cy="257148"/>
            </a:xfrm>
            <a:custGeom>
              <a:avLst/>
              <a:gdLst/>
              <a:ahLst/>
              <a:cxnLst>
                <a:cxn ang="0">
                  <a:pos x="64" y="42"/>
                </a:cxn>
                <a:cxn ang="0">
                  <a:pos x="62" y="44"/>
                </a:cxn>
                <a:cxn ang="0">
                  <a:pos x="61" y="45"/>
                </a:cxn>
                <a:cxn ang="0">
                  <a:pos x="60" y="44"/>
                </a:cxn>
                <a:cxn ang="0">
                  <a:pos x="45" y="30"/>
                </a:cxn>
                <a:cxn ang="0">
                  <a:pos x="45" y="36"/>
                </a:cxn>
                <a:cxn ang="0">
                  <a:pos x="35" y="46"/>
                </a:cxn>
                <a:cxn ang="0">
                  <a:pos x="10" y="46"/>
                </a:cxn>
                <a:cxn ang="0">
                  <a:pos x="0" y="36"/>
                </a:cxn>
                <a:cxn ang="0">
                  <a:pos x="0" y="10"/>
                </a:cxn>
                <a:cxn ang="0">
                  <a:pos x="10" y="0"/>
                </a:cxn>
                <a:cxn ang="0">
                  <a:pos x="35" y="0"/>
                </a:cxn>
                <a:cxn ang="0">
                  <a:pos x="45" y="10"/>
                </a:cxn>
                <a:cxn ang="0">
                  <a:pos x="45" y="16"/>
                </a:cxn>
                <a:cxn ang="0">
                  <a:pos x="60" y="2"/>
                </a:cxn>
                <a:cxn ang="0">
                  <a:pos x="61" y="1"/>
                </a:cxn>
                <a:cxn ang="0">
                  <a:pos x="62" y="1"/>
                </a:cxn>
                <a:cxn ang="0">
                  <a:pos x="64" y="4"/>
                </a:cxn>
                <a:cxn ang="0">
                  <a:pos x="64" y="42"/>
                </a:cxn>
              </a:cxnLst>
              <a:rect l="0" t="0" r="r" b="b"/>
              <a:pathLst>
                <a:path w="64" h="46">
                  <a:moveTo>
                    <a:pt x="64" y="42"/>
                  </a:moveTo>
                  <a:cubicBezTo>
                    <a:pt x="64" y="43"/>
                    <a:pt x="63" y="44"/>
                    <a:pt x="62" y="44"/>
                  </a:cubicBezTo>
                  <a:cubicBezTo>
                    <a:pt x="62" y="45"/>
                    <a:pt x="62" y="45"/>
                    <a:pt x="61" y="45"/>
                  </a:cubicBezTo>
                  <a:cubicBezTo>
                    <a:pt x="61" y="45"/>
                    <a:pt x="60" y="44"/>
                    <a:pt x="60" y="44"/>
                  </a:cubicBezTo>
                  <a:cubicBezTo>
                    <a:pt x="45" y="30"/>
                    <a:pt x="45" y="30"/>
                    <a:pt x="45" y="30"/>
                  </a:cubicBezTo>
                  <a:cubicBezTo>
                    <a:pt x="45" y="36"/>
                    <a:pt x="45" y="36"/>
                    <a:pt x="45" y="36"/>
                  </a:cubicBezTo>
                  <a:cubicBezTo>
                    <a:pt x="45" y="41"/>
                    <a:pt x="41" y="46"/>
                    <a:pt x="35" y="46"/>
                  </a:cubicBezTo>
                  <a:cubicBezTo>
                    <a:pt x="10" y="46"/>
                    <a:pt x="10" y="46"/>
                    <a:pt x="10" y="46"/>
                  </a:cubicBezTo>
                  <a:cubicBezTo>
                    <a:pt x="4" y="46"/>
                    <a:pt x="0" y="41"/>
                    <a:pt x="0" y="36"/>
                  </a:cubicBezTo>
                  <a:cubicBezTo>
                    <a:pt x="0" y="10"/>
                    <a:pt x="0" y="10"/>
                    <a:pt x="0" y="10"/>
                  </a:cubicBezTo>
                  <a:cubicBezTo>
                    <a:pt x="0" y="5"/>
                    <a:pt x="4" y="0"/>
                    <a:pt x="10" y="0"/>
                  </a:cubicBezTo>
                  <a:cubicBezTo>
                    <a:pt x="35" y="0"/>
                    <a:pt x="35" y="0"/>
                    <a:pt x="35" y="0"/>
                  </a:cubicBezTo>
                  <a:cubicBezTo>
                    <a:pt x="41" y="0"/>
                    <a:pt x="45" y="5"/>
                    <a:pt x="45" y="10"/>
                  </a:cubicBezTo>
                  <a:cubicBezTo>
                    <a:pt x="45" y="16"/>
                    <a:pt x="45" y="16"/>
                    <a:pt x="45" y="16"/>
                  </a:cubicBezTo>
                  <a:cubicBezTo>
                    <a:pt x="60" y="2"/>
                    <a:pt x="60" y="2"/>
                    <a:pt x="60" y="2"/>
                  </a:cubicBezTo>
                  <a:cubicBezTo>
                    <a:pt x="60" y="1"/>
                    <a:pt x="61" y="1"/>
                    <a:pt x="61" y="1"/>
                  </a:cubicBezTo>
                  <a:cubicBezTo>
                    <a:pt x="62" y="1"/>
                    <a:pt x="62" y="1"/>
                    <a:pt x="62" y="1"/>
                  </a:cubicBezTo>
                  <a:cubicBezTo>
                    <a:pt x="63" y="2"/>
                    <a:pt x="64" y="3"/>
                    <a:pt x="64" y="4"/>
                  </a:cubicBezTo>
                  <a:lnTo>
                    <a:pt x="64" y="4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233"/>
          <p:cNvGrpSpPr/>
          <p:nvPr/>
        </p:nvGrpSpPr>
        <p:grpSpPr>
          <a:xfrm>
            <a:off x="3427244" y="2721405"/>
            <a:ext cx="446088" cy="523875"/>
            <a:chOff x="3427244" y="2721405"/>
            <a:chExt cx="446088" cy="523875"/>
          </a:xfrm>
        </p:grpSpPr>
        <p:grpSp>
          <p:nvGrpSpPr>
            <p:cNvPr id="24" name="Group 96"/>
            <p:cNvGrpSpPr/>
            <p:nvPr/>
          </p:nvGrpSpPr>
          <p:grpSpPr>
            <a:xfrm rot="18992570">
              <a:off x="3427244" y="2721405"/>
              <a:ext cx="446088" cy="523875"/>
              <a:chOff x="3071813" y="2624138"/>
              <a:chExt cx="446088" cy="523875"/>
            </a:xfrm>
            <a:solidFill>
              <a:schemeClr val="accent3">
                <a:lumMod val="60000"/>
                <a:lumOff val="40000"/>
              </a:schemeClr>
            </a:solidFill>
          </p:grpSpPr>
          <p:sp>
            <p:nvSpPr>
              <p:cNvPr id="98" name="Oval 26"/>
              <p:cNvSpPr>
                <a:spLocks noChangeArrowheads="1"/>
              </p:cNvSpPr>
              <p:nvPr/>
            </p:nvSpPr>
            <p:spPr bwMode="auto">
              <a:xfrm>
                <a:off x="3071813" y="2624138"/>
                <a:ext cx="446088"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27"/>
              <p:cNvSpPr>
                <a:spLocks/>
              </p:cNvSpPr>
              <p:nvPr/>
            </p:nvSpPr>
            <p:spPr bwMode="auto">
              <a:xfrm>
                <a:off x="3290888" y="3040063"/>
                <a:ext cx="114300" cy="107950"/>
              </a:xfrm>
              <a:custGeom>
                <a:avLst/>
                <a:gdLst/>
                <a:ahLst/>
                <a:cxnLst>
                  <a:cxn ang="0">
                    <a:pos x="72" y="0"/>
                  </a:cxn>
                  <a:cxn ang="0">
                    <a:pos x="67" y="68"/>
                  </a:cxn>
                  <a:cxn ang="0">
                    <a:pos x="0" y="11"/>
                  </a:cxn>
                  <a:cxn ang="0">
                    <a:pos x="72" y="0"/>
                  </a:cxn>
                </a:cxnLst>
                <a:rect l="0" t="0" r="r" b="b"/>
                <a:pathLst>
                  <a:path w="72" h="68">
                    <a:moveTo>
                      <a:pt x="72" y="0"/>
                    </a:moveTo>
                    <a:lnTo>
                      <a:pt x="67" y="68"/>
                    </a:lnTo>
                    <a:lnTo>
                      <a:pt x="0" y="11"/>
                    </a:lnTo>
                    <a:lnTo>
                      <a:pt x="7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3" name="Freeform 115"/>
            <p:cNvSpPr>
              <a:spLocks noEditPoints="1"/>
            </p:cNvSpPr>
            <p:nvPr/>
          </p:nvSpPr>
          <p:spPr bwMode="auto">
            <a:xfrm>
              <a:off x="3514746" y="2841496"/>
              <a:ext cx="219075" cy="220663"/>
            </a:xfrm>
            <a:custGeom>
              <a:avLst/>
              <a:gdLst/>
              <a:ahLst/>
              <a:cxnLst>
                <a:cxn ang="0">
                  <a:pos x="64" y="32"/>
                </a:cxn>
                <a:cxn ang="0">
                  <a:pos x="32" y="64"/>
                </a:cxn>
                <a:cxn ang="0">
                  <a:pos x="0" y="32"/>
                </a:cxn>
                <a:cxn ang="0">
                  <a:pos x="32" y="0"/>
                </a:cxn>
                <a:cxn ang="0">
                  <a:pos x="64" y="32"/>
                </a:cxn>
                <a:cxn ang="0">
                  <a:pos x="14" y="38"/>
                </a:cxn>
                <a:cxn ang="0">
                  <a:pos x="13" y="32"/>
                </a:cxn>
                <a:cxn ang="0">
                  <a:pos x="14" y="26"/>
                </a:cxn>
                <a:cxn ang="0">
                  <a:pos x="8" y="19"/>
                </a:cxn>
                <a:cxn ang="0">
                  <a:pos x="4" y="32"/>
                </a:cxn>
                <a:cxn ang="0">
                  <a:pos x="8" y="45"/>
                </a:cxn>
                <a:cxn ang="0">
                  <a:pos x="14" y="38"/>
                </a:cxn>
                <a:cxn ang="0">
                  <a:pos x="45" y="32"/>
                </a:cxn>
                <a:cxn ang="0">
                  <a:pos x="32" y="18"/>
                </a:cxn>
                <a:cxn ang="0">
                  <a:pos x="18" y="32"/>
                </a:cxn>
                <a:cxn ang="0">
                  <a:pos x="32" y="46"/>
                </a:cxn>
                <a:cxn ang="0">
                  <a:pos x="45" y="32"/>
                </a:cxn>
                <a:cxn ang="0">
                  <a:pos x="19" y="8"/>
                </a:cxn>
                <a:cxn ang="0">
                  <a:pos x="26" y="15"/>
                </a:cxn>
                <a:cxn ang="0">
                  <a:pos x="32" y="14"/>
                </a:cxn>
                <a:cxn ang="0">
                  <a:pos x="38" y="15"/>
                </a:cxn>
                <a:cxn ang="0">
                  <a:pos x="45" y="8"/>
                </a:cxn>
                <a:cxn ang="0">
                  <a:pos x="32" y="5"/>
                </a:cxn>
                <a:cxn ang="0">
                  <a:pos x="19" y="8"/>
                </a:cxn>
                <a:cxn ang="0">
                  <a:pos x="45" y="56"/>
                </a:cxn>
                <a:cxn ang="0">
                  <a:pos x="38" y="49"/>
                </a:cxn>
                <a:cxn ang="0">
                  <a:pos x="32" y="50"/>
                </a:cxn>
                <a:cxn ang="0">
                  <a:pos x="26" y="49"/>
                </a:cxn>
                <a:cxn ang="0">
                  <a:pos x="19" y="56"/>
                </a:cxn>
                <a:cxn ang="0">
                  <a:pos x="32" y="60"/>
                </a:cxn>
                <a:cxn ang="0">
                  <a:pos x="45" y="56"/>
                </a:cxn>
                <a:cxn ang="0">
                  <a:pos x="56" y="45"/>
                </a:cxn>
                <a:cxn ang="0">
                  <a:pos x="59" y="32"/>
                </a:cxn>
                <a:cxn ang="0">
                  <a:pos x="56" y="19"/>
                </a:cxn>
                <a:cxn ang="0">
                  <a:pos x="49" y="26"/>
                </a:cxn>
                <a:cxn ang="0">
                  <a:pos x="50" y="32"/>
                </a:cxn>
                <a:cxn ang="0">
                  <a:pos x="49" y="38"/>
                </a:cxn>
                <a:cxn ang="0">
                  <a:pos x="56" y="45"/>
                </a:cxn>
              </a:cxnLst>
              <a:rect l="0" t="0" r="r" b="b"/>
              <a:pathLst>
                <a:path w="64" h="64">
                  <a:moveTo>
                    <a:pt x="64" y="32"/>
                  </a:moveTo>
                  <a:cubicBezTo>
                    <a:pt x="64" y="50"/>
                    <a:pt x="49" y="64"/>
                    <a:pt x="32" y="64"/>
                  </a:cubicBezTo>
                  <a:cubicBezTo>
                    <a:pt x="14" y="64"/>
                    <a:pt x="0" y="50"/>
                    <a:pt x="0" y="32"/>
                  </a:cubicBezTo>
                  <a:cubicBezTo>
                    <a:pt x="0" y="14"/>
                    <a:pt x="14" y="0"/>
                    <a:pt x="32" y="0"/>
                  </a:cubicBezTo>
                  <a:cubicBezTo>
                    <a:pt x="49" y="0"/>
                    <a:pt x="64" y="14"/>
                    <a:pt x="64" y="32"/>
                  </a:cubicBezTo>
                  <a:close/>
                  <a:moveTo>
                    <a:pt x="14" y="38"/>
                  </a:moveTo>
                  <a:cubicBezTo>
                    <a:pt x="14" y="36"/>
                    <a:pt x="13" y="34"/>
                    <a:pt x="13" y="32"/>
                  </a:cubicBezTo>
                  <a:cubicBezTo>
                    <a:pt x="13" y="30"/>
                    <a:pt x="14" y="28"/>
                    <a:pt x="14" y="26"/>
                  </a:cubicBezTo>
                  <a:cubicBezTo>
                    <a:pt x="8" y="19"/>
                    <a:pt x="8" y="19"/>
                    <a:pt x="8" y="19"/>
                  </a:cubicBezTo>
                  <a:cubicBezTo>
                    <a:pt x="6" y="23"/>
                    <a:pt x="4" y="28"/>
                    <a:pt x="4" y="32"/>
                  </a:cubicBezTo>
                  <a:cubicBezTo>
                    <a:pt x="4" y="37"/>
                    <a:pt x="6" y="41"/>
                    <a:pt x="8" y="45"/>
                  </a:cubicBezTo>
                  <a:lnTo>
                    <a:pt x="14" y="38"/>
                  </a:lnTo>
                  <a:close/>
                  <a:moveTo>
                    <a:pt x="45" y="32"/>
                  </a:moveTo>
                  <a:cubicBezTo>
                    <a:pt x="45" y="25"/>
                    <a:pt x="39" y="18"/>
                    <a:pt x="32" y="18"/>
                  </a:cubicBezTo>
                  <a:cubicBezTo>
                    <a:pt x="24" y="18"/>
                    <a:pt x="18" y="25"/>
                    <a:pt x="18" y="32"/>
                  </a:cubicBezTo>
                  <a:cubicBezTo>
                    <a:pt x="18" y="40"/>
                    <a:pt x="24" y="46"/>
                    <a:pt x="32" y="46"/>
                  </a:cubicBezTo>
                  <a:cubicBezTo>
                    <a:pt x="39" y="46"/>
                    <a:pt x="45" y="40"/>
                    <a:pt x="45" y="32"/>
                  </a:cubicBezTo>
                  <a:close/>
                  <a:moveTo>
                    <a:pt x="19" y="8"/>
                  </a:moveTo>
                  <a:cubicBezTo>
                    <a:pt x="26" y="15"/>
                    <a:pt x="26" y="15"/>
                    <a:pt x="26" y="15"/>
                  </a:cubicBezTo>
                  <a:cubicBezTo>
                    <a:pt x="28" y="14"/>
                    <a:pt x="30" y="14"/>
                    <a:pt x="32" y="14"/>
                  </a:cubicBezTo>
                  <a:cubicBezTo>
                    <a:pt x="34" y="14"/>
                    <a:pt x="36" y="14"/>
                    <a:pt x="38" y="15"/>
                  </a:cubicBezTo>
                  <a:cubicBezTo>
                    <a:pt x="45" y="8"/>
                    <a:pt x="45" y="8"/>
                    <a:pt x="45" y="8"/>
                  </a:cubicBezTo>
                  <a:cubicBezTo>
                    <a:pt x="41" y="6"/>
                    <a:pt x="36" y="5"/>
                    <a:pt x="32" y="5"/>
                  </a:cubicBezTo>
                  <a:cubicBezTo>
                    <a:pt x="27" y="5"/>
                    <a:pt x="23" y="6"/>
                    <a:pt x="19" y="8"/>
                  </a:cubicBezTo>
                  <a:close/>
                  <a:moveTo>
                    <a:pt x="45" y="56"/>
                  </a:moveTo>
                  <a:cubicBezTo>
                    <a:pt x="38" y="49"/>
                    <a:pt x="38" y="49"/>
                    <a:pt x="38" y="49"/>
                  </a:cubicBezTo>
                  <a:cubicBezTo>
                    <a:pt x="36" y="50"/>
                    <a:pt x="34" y="50"/>
                    <a:pt x="32" y="50"/>
                  </a:cubicBezTo>
                  <a:cubicBezTo>
                    <a:pt x="30" y="50"/>
                    <a:pt x="28" y="50"/>
                    <a:pt x="26" y="49"/>
                  </a:cubicBezTo>
                  <a:cubicBezTo>
                    <a:pt x="19" y="56"/>
                    <a:pt x="19" y="56"/>
                    <a:pt x="19" y="56"/>
                  </a:cubicBezTo>
                  <a:cubicBezTo>
                    <a:pt x="23" y="58"/>
                    <a:pt x="27" y="60"/>
                    <a:pt x="32" y="60"/>
                  </a:cubicBezTo>
                  <a:cubicBezTo>
                    <a:pt x="36" y="60"/>
                    <a:pt x="41" y="58"/>
                    <a:pt x="45" y="56"/>
                  </a:cubicBezTo>
                  <a:close/>
                  <a:moveTo>
                    <a:pt x="56" y="45"/>
                  </a:moveTo>
                  <a:cubicBezTo>
                    <a:pt x="58" y="41"/>
                    <a:pt x="59" y="37"/>
                    <a:pt x="59" y="32"/>
                  </a:cubicBezTo>
                  <a:cubicBezTo>
                    <a:pt x="59" y="28"/>
                    <a:pt x="58" y="23"/>
                    <a:pt x="56" y="19"/>
                  </a:cubicBezTo>
                  <a:cubicBezTo>
                    <a:pt x="49" y="26"/>
                    <a:pt x="49" y="26"/>
                    <a:pt x="49" y="26"/>
                  </a:cubicBezTo>
                  <a:cubicBezTo>
                    <a:pt x="50" y="28"/>
                    <a:pt x="50" y="30"/>
                    <a:pt x="50" y="32"/>
                  </a:cubicBezTo>
                  <a:cubicBezTo>
                    <a:pt x="50" y="34"/>
                    <a:pt x="50" y="36"/>
                    <a:pt x="49" y="38"/>
                  </a:cubicBezTo>
                  <a:lnTo>
                    <a:pt x="56" y="45"/>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256"/>
          <p:cNvGrpSpPr/>
          <p:nvPr/>
        </p:nvGrpSpPr>
        <p:grpSpPr>
          <a:xfrm>
            <a:off x="5330899" y="2086897"/>
            <a:ext cx="422275" cy="495300"/>
            <a:chOff x="5330899" y="2086897"/>
            <a:chExt cx="422275" cy="495300"/>
          </a:xfrm>
        </p:grpSpPr>
        <p:grpSp>
          <p:nvGrpSpPr>
            <p:cNvPr id="26" name="Group 60"/>
            <p:cNvGrpSpPr/>
            <p:nvPr/>
          </p:nvGrpSpPr>
          <p:grpSpPr>
            <a:xfrm rot="1108877">
              <a:off x="5330899" y="2086897"/>
              <a:ext cx="422275" cy="495300"/>
              <a:chOff x="4935538" y="1195388"/>
              <a:chExt cx="422275" cy="495300"/>
            </a:xfrm>
            <a:solidFill>
              <a:schemeClr val="accent1">
                <a:lumMod val="60000"/>
                <a:lumOff val="40000"/>
              </a:schemeClr>
            </a:solidFill>
          </p:grpSpPr>
          <p:sp>
            <p:nvSpPr>
              <p:cNvPr id="64" name="Oval 6"/>
              <p:cNvSpPr>
                <a:spLocks noChangeArrowheads="1"/>
              </p:cNvSpPr>
              <p:nvPr/>
            </p:nvSpPr>
            <p:spPr bwMode="auto">
              <a:xfrm>
                <a:off x="4935538" y="1195388"/>
                <a:ext cx="422275" cy="4222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7"/>
              <p:cNvSpPr>
                <a:spLocks/>
              </p:cNvSpPr>
              <p:nvPr/>
            </p:nvSpPr>
            <p:spPr bwMode="auto">
              <a:xfrm>
                <a:off x="5041900" y="1589088"/>
                <a:ext cx="109538" cy="101600"/>
              </a:xfrm>
              <a:custGeom>
                <a:avLst/>
                <a:gdLst/>
                <a:ahLst/>
                <a:cxnLst>
                  <a:cxn ang="0">
                    <a:pos x="0" y="0"/>
                  </a:cxn>
                  <a:cxn ang="0">
                    <a:pos x="6" y="64"/>
                  </a:cxn>
                  <a:cxn ang="0">
                    <a:pos x="69" y="11"/>
                  </a:cxn>
                  <a:cxn ang="0">
                    <a:pos x="0" y="0"/>
                  </a:cxn>
                </a:cxnLst>
                <a:rect l="0" t="0" r="r" b="b"/>
                <a:pathLst>
                  <a:path w="69" h="64">
                    <a:moveTo>
                      <a:pt x="0" y="0"/>
                    </a:moveTo>
                    <a:lnTo>
                      <a:pt x="6" y="64"/>
                    </a:lnTo>
                    <a:lnTo>
                      <a:pt x="69" y="11"/>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5" name="Freeform 13"/>
            <p:cNvSpPr>
              <a:spLocks noEditPoints="1"/>
            </p:cNvSpPr>
            <p:nvPr/>
          </p:nvSpPr>
          <p:spPr bwMode="auto">
            <a:xfrm>
              <a:off x="5462157" y="2208744"/>
              <a:ext cx="209550" cy="209550"/>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255"/>
          <p:cNvGrpSpPr/>
          <p:nvPr/>
        </p:nvGrpSpPr>
        <p:grpSpPr>
          <a:xfrm>
            <a:off x="4733880" y="1361964"/>
            <a:ext cx="367990" cy="429837"/>
            <a:chOff x="4733880" y="1361964"/>
            <a:chExt cx="367990" cy="429837"/>
          </a:xfrm>
        </p:grpSpPr>
        <p:grpSp>
          <p:nvGrpSpPr>
            <p:cNvPr id="28" name="Group 126"/>
            <p:cNvGrpSpPr/>
            <p:nvPr/>
          </p:nvGrpSpPr>
          <p:grpSpPr>
            <a:xfrm rot="1441643" flipH="1">
              <a:off x="4733880" y="1361964"/>
              <a:ext cx="367990" cy="429837"/>
              <a:chOff x="4470400" y="1712913"/>
              <a:chExt cx="566738" cy="661988"/>
            </a:xfrm>
            <a:solidFill>
              <a:schemeClr val="accent1"/>
            </a:solidFill>
          </p:grpSpPr>
          <p:sp>
            <p:nvSpPr>
              <p:cNvPr id="128" name="Oval 14"/>
              <p:cNvSpPr>
                <a:spLocks noChangeArrowheads="1"/>
              </p:cNvSpPr>
              <p:nvPr/>
            </p:nvSpPr>
            <p:spPr bwMode="auto">
              <a:xfrm>
                <a:off x="4470400" y="1712913"/>
                <a:ext cx="566738" cy="5667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5"/>
              <p:cNvSpPr>
                <a:spLocks/>
              </p:cNvSpPr>
              <p:nvPr/>
            </p:nvSpPr>
            <p:spPr bwMode="auto">
              <a:xfrm>
                <a:off x="4614863" y="2239963"/>
                <a:ext cx="144463" cy="134938"/>
              </a:xfrm>
              <a:custGeom>
                <a:avLst/>
                <a:gdLst/>
                <a:ahLst/>
                <a:cxnLst>
                  <a:cxn ang="0">
                    <a:pos x="0" y="0"/>
                  </a:cxn>
                  <a:cxn ang="0">
                    <a:pos x="8" y="85"/>
                  </a:cxn>
                  <a:cxn ang="0">
                    <a:pos x="91" y="14"/>
                  </a:cxn>
                  <a:cxn ang="0">
                    <a:pos x="0" y="0"/>
                  </a:cxn>
                </a:cxnLst>
                <a:rect l="0" t="0" r="r" b="b"/>
                <a:pathLst>
                  <a:path w="91" h="85">
                    <a:moveTo>
                      <a:pt x="0" y="0"/>
                    </a:moveTo>
                    <a:lnTo>
                      <a:pt x="8" y="85"/>
                    </a:lnTo>
                    <a:lnTo>
                      <a:pt x="91"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6" name="Freeform 18"/>
            <p:cNvSpPr>
              <a:spLocks noEditPoints="1"/>
            </p:cNvSpPr>
            <p:nvPr/>
          </p:nvSpPr>
          <p:spPr bwMode="auto">
            <a:xfrm>
              <a:off x="4852748" y="1435762"/>
              <a:ext cx="144463" cy="203200"/>
            </a:xfrm>
            <a:custGeom>
              <a:avLst/>
              <a:gdLst/>
              <a:ahLst/>
              <a:cxnLst>
                <a:cxn ang="0">
                  <a:pos x="21" y="59"/>
                </a:cxn>
                <a:cxn ang="0">
                  <a:pos x="0" y="38"/>
                </a:cxn>
                <a:cxn ang="0">
                  <a:pos x="4" y="27"/>
                </a:cxn>
                <a:cxn ang="0">
                  <a:pos x="18" y="2"/>
                </a:cxn>
                <a:cxn ang="0">
                  <a:pos x="21" y="0"/>
                </a:cxn>
                <a:cxn ang="0">
                  <a:pos x="24" y="2"/>
                </a:cxn>
                <a:cxn ang="0">
                  <a:pos x="38" y="27"/>
                </a:cxn>
                <a:cxn ang="0">
                  <a:pos x="42" y="38"/>
                </a:cxn>
                <a:cxn ang="0">
                  <a:pos x="21" y="59"/>
                </a:cxn>
                <a:cxn ang="0">
                  <a:pos x="20" y="41"/>
                </a:cxn>
                <a:cxn ang="0">
                  <a:pos x="17" y="35"/>
                </a:cxn>
                <a:cxn ang="0">
                  <a:pos x="16" y="34"/>
                </a:cxn>
                <a:cxn ang="0">
                  <a:pos x="15" y="35"/>
                </a:cxn>
                <a:cxn ang="0">
                  <a:pos x="12" y="41"/>
                </a:cxn>
                <a:cxn ang="0">
                  <a:pos x="11" y="44"/>
                </a:cxn>
                <a:cxn ang="0">
                  <a:pos x="16" y="49"/>
                </a:cxn>
                <a:cxn ang="0">
                  <a:pos x="21" y="44"/>
                </a:cxn>
                <a:cxn ang="0">
                  <a:pos x="20" y="41"/>
                </a:cxn>
              </a:cxnLst>
              <a:rect l="0" t="0" r="r" b="b"/>
              <a:pathLst>
                <a:path w="42" h="59">
                  <a:moveTo>
                    <a:pt x="21" y="59"/>
                  </a:moveTo>
                  <a:cubicBezTo>
                    <a:pt x="10" y="59"/>
                    <a:pt x="0" y="50"/>
                    <a:pt x="0" y="38"/>
                  </a:cubicBezTo>
                  <a:cubicBezTo>
                    <a:pt x="0" y="34"/>
                    <a:pt x="2" y="31"/>
                    <a:pt x="4" y="27"/>
                  </a:cubicBezTo>
                  <a:cubicBezTo>
                    <a:pt x="6" y="24"/>
                    <a:pt x="14" y="13"/>
                    <a:pt x="18" y="2"/>
                  </a:cubicBezTo>
                  <a:cubicBezTo>
                    <a:pt x="18" y="1"/>
                    <a:pt x="20" y="0"/>
                    <a:pt x="21" y="0"/>
                  </a:cubicBezTo>
                  <a:cubicBezTo>
                    <a:pt x="22" y="0"/>
                    <a:pt x="24" y="1"/>
                    <a:pt x="24" y="2"/>
                  </a:cubicBezTo>
                  <a:cubicBezTo>
                    <a:pt x="28" y="13"/>
                    <a:pt x="36" y="24"/>
                    <a:pt x="38" y="27"/>
                  </a:cubicBezTo>
                  <a:cubicBezTo>
                    <a:pt x="40" y="31"/>
                    <a:pt x="42" y="34"/>
                    <a:pt x="42" y="38"/>
                  </a:cubicBezTo>
                  <a:cubicBezTo>
                    <a:pt x="42" y="50"/>
                    <a:pt x="32" y="59"/>
                    <a:pt x="21" y="59"/>
                  </a:cubicBezTo>
                  <a:close/>
                  <a:moveTo>
                    <a:pt x="20" y="41"/>
                  </a:moveTo>
                  <a:cubicBezTo>
                    <a:pt x="20" y="40"/>
                    <a:pt x="18" y="37"/>
                    <a:pt x="17" y="35"/>
                  </a:cubicBezTo>
                  <a:cubicBezTo>
                    <a:pt x="17" y="34"/>
                    <a:pt x="16" y="34"/>
                    <a:pt x="16" y="34"/>
                  </a:cubicBezTo>
                  <a:cubicBezTo>
                    <a:pt x="16" y="34"/>
                    <a:pt x="15" y="34"/>
                    <a:pt x="15" y="35"/>
                  </a:cubicBezTo>
                  <a:cubicBezTo>
                    <a:pt x="14" y="37"/>
                    <a:pt x="12" y="40"/>
                    <a:pt x="12" y="41"/>
                  </a:cubicBezTo>
                  <a:cubicBezTo>
                    <a:pt x="11" y="42"/>
                    <a:pt x="11" y="43"/>
                    <a:pt x="11" y="44"/>
                  </a:cubicBezTo>
                  <a:cubicBezTo>
                    <a:pt x="11" y="46"/>
                    <a:pt x="13" y="49"/>
                    <a:pt x="16" y="49"/>
                  </a:cubicBezTo>
                  <a:cubicBezTo>
                    <a:pt x="19" y="49"/>
                    <a:pt x="21" y="46"/>
                    <a:pt x="21" y="44"/>
                  </a:cubicBezTo>
                  <a:cubicBezTo>
                    <a:pt x="21" y="43"/>
                    <a:pt x="21" y="42"/>
                    <a:pt x="20" y="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257"/>
          <p:cNvGrpSpPr/>
          <p:nvPr/>
        </p:nvGrpSpPr>
        <p:grpSpPr>
          <a:xfrm>
            <a:off x="3514745" y="2032113"/>
            <a:ext cx="446088" cy="523875"/>
            <a:chOff x="3514745" y="2032113"/>
            <a:chExt cx="446088" cy="523875"/>
          </a:xfrm>
        </p:grpSpPr>
        <p:grpSp>
          <p:nvGrpSpPr>
            <p:cNvPr id="30" name="Group 90"/>
            <p:cNvGrpSpPr/>
            <p:nvPr/>
          </p:nvGrpSpPr>
          <p:grpSpPr>
            <a:xfrm>
              <a:off x="3514745" y="2032113"/>
              <a:ext cx="446088" cy="523875"/>
              <a:chOff x="3071813" y="2022475"/>
              <a:chExt cx="446088" cy="523875"/>
            </a:xfrm>
            <a:solidFill>
              <a:schemeClr val="accent1">
                <a:lumMod val="60000"/>
                <a:lumOff val="40000"/>
              </a:schemeClr>
            </a:solidFill>
          </p:grpSpPr>
          <p:sp>
            <p:nvSpPr>
              <p:cNvPr id="92" name="Oval 22"/>
              <p:cNvSpPr>
                <a:spLocks noChangeArrowheads="1"/>
              </p:cNvSpPr>
              <p:nvPr/>
            </p:nvSpPr>
            <p:spPr bwMode="auto">
              <a:xfrm>
                <a:off x="3071813" y="2022475"/>
                <a:ext cx="446088"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23"/>
              <p:cNvSpPr>
                <a:spLocks/>
              </p:cNvSpPr>
              <p:nvPr/>
            </p:nvSpPr>
            <p:spPr bwMode="auto">
              <a:xfrm>
                <a:off x="3290888" y="2438400"/>
                <a:ext cx="114300" cy="107950"/>
              </a:xfrm>
              <a:custGeom>
                <a:avLst/>
                <a:gdLst/>
                <a:ahLst/>
                <a:cxnLst>
                  <a:cxn ang="0">
                    <a:pos x="72" y="0"/>
                  </a:cxn>
                  <a:cxn ang="0">
                    <a:pos x="67" y="68"/>
                  </a:cxn>
                  <a:cxn ang="0">
                    <a:pos x="0" y="13"/>
                  </a:cxn>
                  <a:cxn ang="0">
                    <a:pos x="72" y="0"/>
                  </a:cxn>
                </a:cxnLst>
                <a:rect l="0" t="0" r="r" b="b"/>
                <a:pathLst>
                  <a:path w="72" h="68">
                    <a:moveTo>
                      <a:pt x="72" y="0"/>
                    </a:moveTo>
                    <a:lnTo>
                      <a:pt x="67" y="68"/>
                    </a:lnTo>
                    <a:lnTo>
                      <a:pt x="0" y="13"/>
                    </a:lnTo>
                    <a:lnTo>
                      <a:pt x="7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7" name="Freeform 48"/>
            <p:cNvSpPr>
              <a:spLocks/>
            </p:cNvSpPr>
            <p:nvPr/>
          </p:nvSpPr>
          <p:spPr bwMode="auto">
            <a:xfrm>
              <a:off x="3671663" y="2154451"/>
              <a:ext cx="127000" cy="230188"/>
            </a:xfrm>
            <a:custGeom>
              <a:avLst/>
              <a:gdLst/>
              <a:ahLst/>
              <a:cxnLst>
                <a:cxn ang="0">
                  <a:pos x="36" y="20"/>
                </a:cxn>
                <a:cxn ang="0">
                  <a:pos x="15" y="66"/>
                </a:cxn>
                <a:cxn ang="0">
                  <a:pos x="13" y="67"/>
                </a:cxn>
                <a:cxn ang="0">
                  <a:pos x="12" y="67"/>
                </a:cxn>
                <a:cxn ang="0">
                  <a:pos x="11" y="65"/>
                </a:cxn>
                <a:cxn ang="0">
                  <a:pos x="19" y="33"/>
                </a:cxn>
                <a:cxn ang="0">
                  <a:pos x="3" y="37"/>
                </a:cxn>
                <a:cxn ang="0">
                  <a:pos x="2" y="37"/>
                </a:cxn>
                <a:cxn ang="0">
                  <a:pos x="1" y="36"/>
                </a:cxn>
                <a:cxn ang="0">
                  <a:pos x="1" y="35"/>
                </a:cxn>
                <a:cxn ang="0">
                  <a:pos x="9" y="2"/>
                </a:cxn>
                <a:cxn ang="0">
                  <a:pos x="10" y="0"/>
                </a:cxn>
                <a:cxn ang="0">
                  <a:pos x="24" y="0"/>
                </a:cxn>
                <a:cxn ang="0">
                  <a:pos x="25" y="2"/>
                </a:cxn>
                <a:cxn ang="0">
                  <a:pos x="25" y="3"/>
                </a:cxn>
                <a:cxn ang="0">
                  <a:pos x="18" y="21"/>
                </a:cxn>
                <a:cxn ang="0">
                  <a:pos x="34" y="18"/>
                </a:cxn>
                <a:cxn ang="0">
                  <a:pos x="35" y="17"/>
                </a:cxn>
                <a:cxn ang="0">
                  <a:pos x="36" y="18"/>
                </a:cxn>
                <a:cxn ang="0">
                  <a:pos x="36" y="20"/>
                </a:cxn>
              </a:cxnLst>
              <a:rect l="0" t="0" r="r" b="b"/>
              <a:pathLst>
                <a:path w="37" h="67">
                  <a:moveTo>
                    <a:pt x="36" y="20"/>
                  </a:moveTo>
                  <a:cubicBezTo>
                    <a:pt x="15" y="66"/>
                    <a:pt x="15" y="66"/>
                    <a:pt x="15" y="66"/>
                  </a:cubicBezTo>
                  <a:cubicBezTo>
                    <a:pt x="14" y="67"/>
                    <a:pt x="14" y="67"/>
                    <a:pt x="13" y="67"/>
                  </a:cubicBezTo>
                  <a:cubicBezTo>
                    <a:pt x="13" y="67"/>
                    <a:pt x="13" y="67"/>
                    <a:pt x="12" y="67"/>
                  </a:cubicBezTo>
                  <a:cubicBezTo>
                    <a:pt x="11" y="67"/>
                    <a:pt x="11" y="66"/>
                    <a:pt x="11" y="65"/>
                  </a:cubicBezTo>
                  <a:cubicBezTo>
                    <a:pt x="19" y="33"/>
                    <a:pt x="19" y="33"/>
                    <a:pt x="19" y="33"/>
                  </a:cubicBezTo>
                  <a:cubicBezTo>
                    <a:pt x="3" y="37"/>
                    <a:pt x="3" y="37"/>
                    <a:pt x="3" y="37"/>
                  </a:cubicBezTo>
                  <a:cubicBezTo>
                    <a:pt x="3" y="37"/>
                    <a:pt x="2" y="37"/>
                    <a:pt x="2" y="37"/>
                  </a:cubicBezTo>
                  <a:cubicBezTo>
                    <a:pt x="2" y="37"/>
                    <a:pt x="1" y="37"/>
                    <a:pt x="1" y="36"/>
                  </a:cubicBezTo>
                  <a:cubicBezTo>
                    <a:pt x="1" y="36"/>
                    <a:pt x="0" y="35"/>
                    <a:pt x="1" y="35"/>
                  </a:cubicBezTo>
                  <a:cubicBezTo>
                    <a:pt x="9" y="2"/>
                    <a:pt x="9" y="2"/>
                    <a:pt x="9" y="2"/>
                  </a:cubicBezTo>
                  <a:cubicBezTo>
                    <a:pt x="9" y="1"/>
                    <a:pt x="10" y="0"/>
                    <a:pt x="10" y="0"/>
                  </a:cubicBezTo>
                  <a:cubicBezTo>
                    <a:pt x="24" y="0"/>
                    <a:pt x="24" y="0"/>
                    <a:pt x="24" y="0"/>
                  </a:cubicBezTo>
                  <a:cubicBezTo>
                    <a:pt x="25" y="0"/>
                    <a:pt x="25" y="1"/>
                    <a:pt x="25" y="2"/>
                  </a:cubicBezTo>
                  <a:cubicBezTo>
                    <a:pt x="25" y="2"/>
                    <a:pt x="25" y="3"/>
                    <a:pt x="25" y="3"/>
                  </a:cubicBezTo>
                  <a:cubicBezTo>
                    <a:pt x="18" y="21"/>
                    <a:pt x="18" y="21"/>
                    <a:pt x="18" y="21"/>
                  </a:cubicBezTo>
                  <a:cubicBezTo>
                    <a:pt x="34" y="18"/>
                    <a:pt x="34" y="18"/>
                    <a:pt x="34" y="18"/>
                  </a:cubicBezTo>
                  <a:cubicBezTo>
                    <a:pt x="34" y="17"/>
                    <a:pt x="34" y="17"/>
                    <a:pt x="35" y="17"/>
                  </a:cubicBezTo>
                  <a:cubicBezTo>
                    <a:pt x="35" y="17"/>
                    <a:pt x="36" y="18"/>
                    <a:pt x="36" y="18"/>
                  </a:cubicBezTo>
                  <a:cubicBezTo>
                    <a:pt x="36" y="19"/>
                    <a:pt x="37" y="19"/>
                    <a:pt x="36"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246"/>
          <p:cNvGrpSpPr/>
          <p:nvPr/>
        </p:nvGrpSpPr>
        <p:grpSpPr>
          <a:xfrm>
            <a:off x="2870006" y="3118299"/>
            <a:ext cx="838200" cy="715963"/>
            <a:chOff x="2870006" y="3118299"/>
            <a:chExt cx="838200" cy="715963"/>
          </a:xfrm>
        </p:grpSpPr>
        <p:grpSp>
          <p:nvGrpSpPr>
            <p:cNvPr id="224" name="Group 113"/>
            <p:cNvGrpSpPr/>
            <p:nvPr/>
          </p:nvGrpSpPr>
          <p:grpSpPr>
            <a:xfrm rot="15727265">
              <a:off x="2931124" y="3057181"/>
              <a:ext cx="715963" cy="838200"/>
              <a:chOff x="4364038" y="3074988"/>
              <a:chExt cx="715963" cy="838200"/>
            </a:xfrm>
            <a:solidFill>
              <a:schemeClr val="accent1"/>
            </a:solidFill>
          </p:grpSpPr>
          <p:sp>
            <p:nvSpPr>
              <p:cNvPr id="115" name="Oval 8"/>
              <p:cNvSpPr>
                <a:spLocks noChangeArrowheads="1"/>
              </p:cNvSpPr>
              <p:nvPr/>
            </p:nvSpPr>
            <p:spPr bwMode="auto">
              <a:xfrm>
                <a:off x="4364038" y="3074988"/>
                <a:ext cx="715963" cy="7175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9"/>
              <p:cNvSpPr>
                <a:spLocks/>
              </p:cNvSpPr>
              <p:nvPr/>
            </p:nvSpPr>
            <p:spPr bwMode="auto">
              <a:xfrm>
                <a:off x="4546600" y="3743325"/>
                <a:ext cx="184150" cy="169863"/>
              </a:xfrm>
              <a:custGeom>
                <a:avLst/>
                <a:gdLst/>
                <a:ahLst/>
                <a:cxnLst>
                  <a:cxn ang="0">
                    <a:pos x="0" y="0"/>
                  </a:cxn>
                  <a:cxn ang="0">
                    <a:pos x="11" y="107"/>
                  </a:cxn>
                  <a:cxn ang="0">
                    <a:pos x="116" y="18"/>
                  </a:cxn>
                  <a:cxn ang="0">
                    <a:pos x="0" y="0"/>
                  </a:cxn>
                </a:cxnLst>
                <a:rect l="0" t="0" r="r" b="b"/>
                <a:pathLst>
                  <a:path w="116" h="107">
                    <a:moveTo>
                      <a:pt x="0" y="0"/>
                    </a:moveTo>
                    <a:lnTo>
                      <a:pt x="11" y="107"/>
                    </a:lnTo>
                    <a:lnTo>
                      <a:pt x="116" y="18"/>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8" name="Freeform 101"/>
            <p:cNvSpPr>
              <a:spLocks noEditPoints="1"/>
            </p:cNvSpPr>
            <p:nvPr/>
          </p:nvSpPr>
          <p:spPr bwMode="auto">
            <a:xfrm>
              <a:off x="3061049" y="3345633"/>
              <a:ext cx="358811" cy="237766"/>
            </a:xfrm>
            <a:custGeom>
              <a:avLst/>
              <a:gdLst/>
              <a:ahLst/>
              <a:cxnLst>
                <a:cxn ang="0">
                  <a:pos x="77" y="43"/>
                </a:cxn>
                <a:cxn ang="0">
                  <a:pos x="77" y="47"/>
                </a:cxn>
                <a:cxn ang="0">
                  <a:pos x="70" y="51"/>
                </a:cxn>
                <a:cxn ang="0">
                  <a:pos x="6" y="51"/>
                </a:cxn>
                <a:cxn ang="0">
                  <a:pos x="0" y="47"/>
                </a:cxn>
                <a:cxn ang="0">
                  <a:pos x="0" y="43"/>
                </a:cxn>
                <a:cxn ang="0">
                  <a:pos x="6" y="43"/>
                </a:cxn>
                <a:cxn ang="0">
                  <a:pos x="70" y="43"/>
                </a:cxn>
                <a:cxn ang="0">
                  <a:pos x="77" y="43"/>
                </a:cxn>
                <a:cxn ang="0">
                  <a:pos x="10" y="34"/>
                </a:cxn>
                <a:cxn ang="0">
                  <a:pos x="10" y="6"/>
                </a:cxn>
                <a:cxn ang="0">
                  <a:pos x="16" y="0"/>
                </a:cxn>
                <a:cxn ang="0">
                  <a:pos x="60" y="0"/>
                </a:cxn>
                <a:cxn ang="0">
                  <a:pos x="67" y="6"/>
                </a:cxn>
                <a:cxn ang="0">
                  <a:pos x="67" y="34"/>
                </a:cxn>
                <a:cxn ang="0">
                  <a:pos x="60" y="41"/>
                </a:cxn>
                <a:cxn ang="0">
                  <a:pos x="16" y="41"/>
                </a:cxn>
                <a:cxn ang="0">
                  <a:pos x="10" y="34"/>
                </a:cxn>
                <a:cxn ang="0">
                  <a:pos x="15" y="34"/>
                </a:cxn>
                <a:cxn ang="0">
                  <a:pos x="16" y="36"/>
                </a:cxn>
                <a:cxn ang="0">
                  <a:pos x="60" y="36"/>
                </a:cxn>
                <a:cxn ang="0">
                  <a:pos x="61" y="34"/>
                </a:cxn>
                <a:cxn ang="0">
                  <a:pos x="61" y="6"/>
                </a:cxn>
                <a:cxn ang="0">
                  <a:pos x="60" y="5"/>
                </a:cxn>
                <a:cxn ang="0">
                  <a:pos x="16" y="5"/>
                </a:cxn>
                <a:cxn ang="0">
                  <a:pos x="15" y="6"/>
                </a:cxn>
                <a:cxn ang="0">
                  <a:pos x="15" y="34"/>
                </a:cxn>
                <a:cxn ang="0">
                  <a:pos x="42" y="47"/>
                </a:cxn>
                <a:cxn ang="0">
                  <a:pos x="42" y="46"/>
                </a:cxn>
                <a:cxn ang="0">
                  <a:pos x="35" y="46"/>
                </a:cxn>
                <a:cxn ang="0">
                  <a:pos x="34" y="47"/>
                </a:cxn>
                <a:cxn ang="0">
                  <a:pos x="35" y="47"/>
                </a:cxn>
                <a:cxn ang="0">
                  <a:pos x="42" y="47"/>
                </a:cxn>
                <a:cxn ang="0">
                  <a:pos x="42" y="47"/>
                </a:cxn>
              </a:cxnLst>
              <a:rect l="0" t="0" r="r" b="b"/>
              <a:pathLst>
                <a:path w="77" h="51">
                  <a:moveTo>
                    <a:pt x="77" y="43"/>
                  </a:moveTo>
                  <a:cubicBezTo>
                    <a:pt x="77" y="47"/>
                    <a:pt x="77" y="47"/>
                    <a:pt x="77" y="47"/>
                  </a:cubicBezTo>
                  <a:cubicBezTo>
                    <a:pt x="77" y="49"/>
                    <a:pt x="74" y="51"/>
                    <a:pt x="70" y="51"/>
                  </a:cubicBezTo>
                  <a:cubicBezTo>
                    <a:pt x="6" y="51"/>
                    <a:pt x="6" y="51"/>
                    <a:pt x="6" y="51"/>
                  </a:cubicBezTo>
                  <a:cubicBezTo>
                    <a:pt x="3" y="51"/>
                    <a:pt x="0" y="49"/>
                    <a:pt x="0" y="47"/>
                  </a:cubicBezTo>
                  <a:cubicBezTo>
                    <a:pt x="0" y="43"/>
                    <a:pt x="0" y="43"/>
                    <a:pt x="0" y="43"/>
                  </a:cubicBezTo>
                  <a:cubicBezTo>
                    <a:pt x="6" y="43"/>
                    <a:pt x="6" y="43"/>
                    <a:pt x="6" y="43"/>
                  </a:cubicBezTo>
                  <a:cubicBezTo>
                    <a:pt x="70" y="43"/>
                    <a:pt x="70" y="43"/>
                    <a:pt x="70" y="43"/>
                  </a:cubicBezTo>
                  <a:lnTo>
                    <a:pt x="77" y="43"/>
                  </a:lnTo>
                  <a:close/>
                  <a:moveTo>
                    <a:pt x="10" y="34"/>
                  </a:moveTo>
                  <a:cubicBezTo>
                    <a:pt x="10" y="6"/>
                    <a:pt x="10" y="6"/>
                    <a:pt x="10" y="6"/>
                  </a:cubicBezTo>
                  <a:cubicBezTo>
                    <a:pt x="10" y="2"/>
                    <a:pt x="13" y="0"/>
                    <a:pt x="16" y="0"/>
                  </a:cubicBezTo>
                  <a:cubicBezTo>
                    <a:pt x="60" y="0"/>
                    <a:pt x="60" y="0"/>
                    <a:pt x="60" y="0"/>
                  </a:cubicBezTo>
                  <a:cubicBezTo>
                    <a:pt x="64" y="0"/>
                    <a:pt x="67" y="2"/>
                    <a:pt x="67" y="6"/>
                  </a:cubicBezTo>
                  <a:cubicBezTo>
                    <a:pt x="67" y="34"/>
                    <a:pt x="67" y="34"/>
                    <a:pt x="67" y="34"/>
                  </a:cubicBezTo>
                  <a:cubicBezTo>
                    <a:pt x="67" y="38"/>
                    <a:pt x="64" y="41"/>
                    <a:pt x="60" y="41"/>
                  </a:cubicBezTo>
                  <a:cubicBezTo>
                    <a:pt x="16" y="41"/>
                    <a:pt x="16" y="41"/>
                    <a:pt x="16" y="41"/>
                  </a:cubicBezTo>
                  <a:cubicBezTo>
                    <a:pt x="13" y="41"/>
                    <a:pt x="10" y="38"/>
                    <a:pt x="10" y="34"/>
                  </a:cubicBezTo>
                  <a:close/>
                  <a:moveTo>
                    <a:pt x="15" y="34"/>
                  </a:moveTo>
                  <a:cubicBezTo>
                    <a:pt x="15" y="35"/>
                    <a:pt x="16" y="36"/>
                    <a:pt x="16" y="36"/>
                  </a:cubicBezTo>
                  <a:cubicBezTo>
                    <a:pt x="60" y="36"/>
                    <a:pt x="60" y="36"/>
                    <a:pt x="60" y="36"/>
                  </a:cubicBezTo>
                  <a:cubicBezTo>
                    <a:pt x="61" y="36"/>
                    <a:pt x="61" y="35"/>
                    <a:pt x="61" y="34"/>
                  </a:cubicBezTo>
                  <a:cubicBezTo>
                    <a:pt x="61" y="6"/>
                    <a:pt x="61" y="6"/>
                    <a:pt x="61" y="6"/>
                  </a:cubicBezTo>
                  <a:cubicBezTo>
                    <a:pt x="61" y="5"/>
                    <a:pt x="61" y="5"/>
                    <a:pt x="60" y="5"/>
                  </a:cubicBezTo>
                  <a:cubicBezTo>
                    <a:pt x="16" y="5"/>
                    <a:pt x="16" y="5"/>
                    <a:pt x="16" y="5"/>
                  </a:cubicBezTo>
                  <a:cubicBezTo>
                    <a:pt x="16" y="5"/>
                    <a:pt x="15" y="5"/>
                    <a:pt x="15" y="6"/>
                  </a:cubicBezTo>
                  <a:lnTo>
                    <a:pt x="15" y="34"/>
                  </a:lnTo>
                  <a:close/>
                  <a:moveTo>
                    <a:pt x="42" y="47"/>
                  </a:moveTo>
                  <a:cubicBezTo>
                    <a:pt x="42" y="46"/>
                    <a:pt x="42" y="46"/>
                    <a:pt x="42" y="46"/>
                  </a:cubicBezTo>
                  <a:cubicBezTo>
                    <a:pt x="35" y="46"/>
                    <a:pt x="35" y="46"/>
                    <a:pt x="35" y="46"/>
                  </a:cubicBezTo>
                  <a:cubicBezTo>
                    <a:pt x="35" y="46"/>
                    <a:pt x="34" y="46"/>
                    <a:pt x="34" y="47"/>
                  </a:cubicBezTo>
                  <a:cubicBezTo>
                    <a:pt x="34" y="47"/>
                    <a:pt x="35" y="47"/>
                    <a:pt x="35" y="47"/>
                  </a:cubicBezTo>
                  <a:cubicBezTo>
                    <a:pt x="42" y="47"/>
                    <a:pt x="42" y="47"/>
                    <a:pt x="42" y="47"/>
                  </a:cubicBezTo>
                  <a:cubicBezTo>
                    <a:pt x="42" y="47"/>
                    <a:pt x="42" y="47"/>
                    <a:pt x="4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6" name="Group 248"/>
          <p:cNvGrpSpPr/>
          <p:nvPr/>
        </p:nvGrpSpPr>
        <p:grpSpPr>
          <a:xfrm>
            <a:off x="5343801" y="3181343"/>
            <a:ext cx="838200" cy="715963"/>
            <a:chOff x="5343801" y="3181343"/>
            <a:chExt cx="838200" cy="715963"/>
          </a:xfrm>
        </p:grpSpPr>
        <p:grpSp>
          <p:nvGrpSpPr>
            <p:cNvPr id="228" name="Group 150"/>
            <p:cNvGrpSpPr/>
            <p:nvPr/>
          </p:nvGrpSpPr>
          <p:grpSpPr>
            <a:xfrm rot="5872735" flipH="1">
              <a:off x="5404919" y="3120225"/>
              <a:ext cx="715963" cy="838200"/>
              <a:chOff x="4364038" y="3074988"/>
              <a:chExt cx="715963" cy="838200"/>
            </a:xfrm>
            <a:solidFill>
              <a:schemeClr val="accent2"/>
            </a:solidFill>
          </p:grpSpPr>
          <p:sp>
            <p:nvSpPr>
              <p:cNvPr id="152" name="Oval 8"/>
              <p:cNvSpPr>
                <a:spLocks noChangeArrowheads="1"/>
              </p:cNvSpPr>
              <p:nvPr/>
            </p:nvSpPr>
            <p:spPr bwMode="auto">
              <a:xfrm>
                <a:off x="4364038" y="3074988"/>
                <a:ext cx="715963" cy="7175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9"/>
              <p:cNvSpPr>
                <a:spLocks/>
              </p:cNvSpPr>
              <p:nvPr/>
            </p:nvSpPr>
            <p:spPr bwMode="auto">
              <a:xfrm>
                <a:off x="4546600" y="3743325"/>
                <a:ext cx="184150" cy="169863"/>
              </a:xfrm>
              <a:custGeom>
                <a:avLst/>
                <a:gdLst/>
                <a:ahLst/>
                <a:cxnLst>
                  <a:cxn ang="0">
                    <a:pos x="0" y="0"/>
                  </a:cxn>
                  <a:cxn ang="0">
                    <a:pos x="11" y="107"/>
                  </a:cxn>
                  <a:cxn ang="0">
                    <a:pos x="116" y="18"/>
                  </a:cxn>
                  <a:cxn ang="0">
                    <a:pos x="0" y="0"/>
                  </a:cxn>
                </a:cxnLst>
                <a:rect l="0" t="0" r="r" b="b"/>
                <a:pathLst>
                  <a:path w="116" h="107">
                    <a:moveTo>
                      <a:pt x="0" y="0"/>
                    </a:moveTo>
                    <a:lnTo>
                      <a:pt x="11" y="107"/>
                    </a:lnTo>
                    <a:lnTo>
                      <a:pt x="116" y="18"/>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9" name="Freeform 148"/>
            <p:cNvSpPr>
              <a:spLocks noEditPoints="1"/>
            </p:cNvSpPr>
            <p:nvPr/>
          </p:nvSpPr>
          <p:spPr bwMode="auto">
            <a:xfrm>
              <a:off x="5683246" y="3368493"/>
              <a:ext cx="305104" cy="294128"/>
            </a:xfrm>
            <a:custGeom>
              <a:avLst/>
              <a:gdLst/>
              <a:ahLst/>
              <a:cxnLst>
                <a:cxn ang="0">
                  <a:pos x="16" y="54"/>
                </a:cxn>
                <a:cxn ang="0">
                  <a:pos x="14" y="57"/>
                </a:cxn>
                <a:cxn ang="0">
                  <a:pos x="2" y="57"/>
                </a:cxn>
                <a:cxn ang="0">
                  <a:pos x="0" y="54"/>
                </a:cxn>
                <a:cxn ang="0">
                  <a:pos x="0" y="29"/>
                </a:cxn>
                <a:cxn ang="0">
                  <a:pos x="2" y="26"/>
                </a:cxn>
                <a:cxn ang="0">
                  <a:pos x="14" y="26"/>
                </a:cxn>
                <a:cxn ang="0">
                  <a:pos x="16" y="29"/>
                </a:cxn>
                <a:cxn ang="0">
                  <a:pos x="16" y="54"/>
                </a:cxn>
                <a:cxn ang="0">
                  <a:pos x="7" y="47"/>
                </a:cxn>
                <a:cxn ang="0">
                  <a:pos x="5" y="49"/>
                </a:cxn>
                <a:cxn ang="0">
                  <a:pos x="7" y="52"/>
                </a:cxn>
                <a:cxn ang="0">
                  <a:pos x="10" y="49"/>
                </a:cxn>
                <a:cxn ang="0">
                  <a:pos x="7" y="47"/>
                </a:cxn>
                <a:cxn ang="0">
                  <a:pos x="62" y="35"/>
                </a:cxn>
                <a:cxn ang="0">
                  <a:pos x="62" y="38"/>
                </a:cxn>
                <a:cxn ang="0">
                  <a:pos x="61" y="43"/>
                </a:cxn>
                <a:cxn ang="0">
                  <a:pos x="61" y="48"/>
                </a:cxn>
                <a:cxn ang="0">
                  <a:pos x="59" y="52"/>
                </a:cxn>
                <a:cxn ang="0">
                  <a:pos x="57" y="59"/>
                </a:cxn>
                <a:cxn ang="0">
                  <a:pos x="49" y="62"/>
                </a:cxn>
                <a:cxn ang="0">
                  <a:pos x="47" y="62"/>
                </a:cxn>
                <a:cxn ang="0">
                  <a:pos x="44" y="62"/>
                </a:cxn>
                <a:cxn ang="0">
                  <a:pos x="43" y="62"/>
                </a:cxn>
                <a:cxn ang="0">
                  <a:pos x="28" y="59"/>
                </a:cxn>
                <a:cxn ang="0">
                  <a:pos x="22" y="57"/>
                </a:cxn>
                <a:cxn ang="0">
                  <a:pos x="19" y="54"/>
                </a:cxn>
                <a:cxn ang="0">
                  <a:pos x="19" y="29"/>
                </a:cxn>
                <a:cxn ang="0">
                  <a:pos x="21" y="26"/>
                </a:cxn>
                <a:cxn ang="0">
                  <a:pos x="29" y="19"/>
                </a:cxn>
                <a:cxn ang="0">
                  <a:pos x="33" y="14"/>
                </a:cxn>
                <a:cxn ang="0">
                  <a:pos x="35" y="8"/>
                </a:cxn>
                <a:cxn ang="0">
                  <a:pos x="38" y="1"/>
                </a:cxn>
                <a:cxn ang="0">
                  <a:pos x="40" y="0"/>
                </a:cxn>
                <a:cxn ang="0">
                  <a:pos x="49" y="11"/>
                </a:cxn>
                <a:cxn ang="0">
                  <a:pos x="46" y="18"/>
                </a:cxn>
                <a:cxn ang="0">
                  <a:pos x="45" y="21"/>
                </a:cxn>
                <a:cxn ang="0">
                  <a:pos x="56" y="21"/>
                </a:cxn>
                <a:cxn ang="0">
                  <a:pos x="64" y="29"/>
                </a:cxn>
                <a:cxn ang="0">
                  <a:pos x="62" y="35"/>
                </a:cxn>
              </a:cxnLst>
              <a:rect l="0" t="0" r="r" b="b"/>
              <a:pathLst>
                <a:path w="64" h="62">
                  <a:moveTo>
                    <a:pt x="16" y="54"/>
                  </a:moveTo>
                  <a:cubicBezTo>
                    <a:pt x="16" y="56"/>
                    <a:pt x="15" y="57"/>
                    <a:pt x="14" y="57"/>
                  </a:cubicBezTo>
                  <a:cubicBezTo>
                    <a:pt x="2" y="57"/>
                    <a:pt x="2" y="57"/>
                    <a:pt x="2" y="57"/>
                  </a:cubicBezTo>
                  <a:cubicBezTo>
                    <a:pt x="1" y="57"/>
                    <a:pt x="0" y="56"/>
                    <a:pt x="0" y="54"/>
                  </a:cubicBezTo>
                  <a:cubicBezTo>
                    <a:pt x="0" y="29"/>
                    <a:pt x="0" y="29"/>
                    <a:pt x="0" y="29"/>
                  </a:cubicBezTo>
                  <a:cubicBezTo>
                    <a:pt x="0" y="27"/>
                    <a:pt x="1" y="26"/>
                    <a:pt x="2" y="26"/>
                  </a:cubicBezTo>
                  <a:cubicBezTo>
                    <a:pt x="14" y="26"/>
                    <a:pt x="14" y="26"/>
                    <a:pt x="14" y="26"/>
                  </a:cubicBezTo>
                  <a:cubicBezTo>
                    <a:pt x="15" y="26"/>
                    <a:pt x="16" y="27"/>
                    <a:pt x="16" y="29"/>
                  </a:cubicBezTo>
                  <a:lnTo>
                    <a:pt x="16" y="54"/>
                  </a:lnTo>
                  <a:close/>
                  <a:moveTo>
                    <a:pt x="7" y="47"/>
                  </a:moveTo>
                  <a:cubicBezTo>
                    <a:pt x="6" y="47"/>
                    <a:pt x="5" y="48"/>
                    <a:pt x="5" y="49"/>
                  </a:cubicBezTo>
                  <a:cubicBezTo>
                    <a:pt x="5" y="51"/>
                    <a:pt x="6" y="52"/>
                    <a:pt x="7" y="52"/>
                  </a:cubicBezTo>
                  <a:cubicBezTo>
                    <a:pt x="9" y="52"/>
                    <a:pt x="10" y="51"/>
                    <a:pt x="10" y="49"/>
                  </a:cubicBezTo>
                  <a:cubicBezTo>
                    <a:pt x="10" y="48"/>
                    <a:pt x="9" y="47"/>
                    <a:pt x="7" y="47"/>
                  </a:cubicBezTo>
                  <a:close/>
                  <a:moveTo>
                    <a:pt x="62" y="35"/>
                  </a:moveTo>
                  <a:cubicBezTo>
                    <a:pt x="62" y="36"/>
                    <a:pt x="62" y="37"/>
                    <a:pt x="62" y="38"/>
                  </a:cubicBezTo>
                  <a:cubicBezTo>
                    <a:pt x="62" y="40"/>
                    <a:pt x="62" y="42"/>
                    <a:pt x="61" y="43"/>
                  </a:cubicBezTo>
                  <a:cubicBezTo>
                    <a:pt x="61" y="45"/>
                    <a:pt x="61" y="46"/>
                    <a:pt x="61" y="48"/>
                  </a:cubicBezTo>
                  <a:cubicBezTo>
                    <a:pt x="60" y="49"/>
                    <a:pt x="60" y="51"/>
                    <a:pt x="59" y="52"/>
                  </a:cubicBezTo>
                  <a:cubicBezTo>
                    <a:pt x="59" y="55"/>
                    <a:pt x="58" y="57"/>
                    <a:pt x="57" y="59"/>
                  </a:cubicBezTo>
                  <a:cubicBezTo>
                    <a:pt x="55" y="61"/>
                    <a:pt x="52" y="62"/>
                    <a:pt x="49" y="62"/>
                  </a:cubicBezTo>
                  <a:cubicBezTo>
                    <a:pt x="48" y="62"/>
                    <a:pt x="48" y="62"/>
                    <a:pt x="47" y="62"/>
                  </a:cubicBezTo>
                  <a:cubicBezTo>
                    <a:pt x="44" y="62"/>
                    <a:pt x="44" y="62"/>
                    <a:pt x="44" y="62"/>
                  </a:cubicBezTo>
                  <a:cubicBezTo>
                    <a:pt x="43" y="62"/>
                    <a:pt x="43" y="62"/>
                    <a:pt x="43" y="62"/>
                  </a:cubicBezTo>
                  <a:cubicBezTo>
                    <a:pt x="38" y="62"/>
                    <a:pt x="32" y="60"/>
                    <a:pt x="28" y="59"/>
                  </a:cubicBezTo>
                  <a:cubicBezTo>
                    <a:pt x="25" y="58"/>
                    <a:pt x="23" y="57"/>
                    <a:pt x="22" y="57"/>
                  </a:cubicBezTo>
                  <a:cubicBezTo>
                    <a:pt x="20" y="57"/>
                    <a:pt x="19" y="56"/>
                    <a:pt x="19" y="54"/>
                  </a:cubicBezTo>
                  <a:cubicBezTo>
                    <a:pt x="19" y="29"/>
                    <a:pt x="19" y="29"/>
                    <a:pt x="19" y="29"/>
                  </a:cubicBezTo>
                  <a:cubicBezTo>
                    <a:pt x="19" y="27"/>
                    <a:pt x="20" y="26"/>
                    <a:pt x="21" y="26"/>
                  </a:cubicBezTo>
                  <a:cubicBezTo>
                    <a:pt x="23" y="26"/>
                    <a:pt x="27" y="21"/>
                    <a:pt x="29" y="19"/>
                  </a:cubicBezTo>
                  <a:cubicBezTo>
                    <a:pt x="30" y="17"/>
                    <a:pt x="31" y="15"/>
                    <a:pt x="33" y="14"/>
                  </a:cubicBezTo>
                  <a:cubicBezTo>
                    <a:pt x="34" y="13"/>
                    <a:pt x="35" y="10"/>
                    <a:pt x="35" y="8"/>
                  </a:cubicBezTo>
                  <a:cubicBezTo>
                    <a:pt x="36" y="5"/>
                    <a:pt x="36" y="3"/>
                    <a:pt x="38" y="1"/>
                  </a:cubicBezTo>
                  <a:cubicBezTo>
                    <a:pt x="38" y="1"/>
                    <a:pt x="39" y="0"/>
                    <a:pt x="40" y="0"/>
                  </a:cubicBezTo>
                  <a:cubicBezTo>
                    <a:pt x="49" y="0"/>
                    <a:pt x="49" y="8"/>
                    <a:pt x="49" y="11"/>
                  </a:cubicBezTo>
                  <a:cubicBezTo>
                    <a:pt x="49" y="14"/>
                    <a:pt x="47" y="16"/>
                    <a:pt x="46" y="18"/>
                  </a:cubicBezTo>
                  <a:cubicBezTo>
                    <a:pt x="46" y="19"/>
                    <a:pt x="46" y="20"/>
                    <a:pt x="45" y="21"/>
                  </a:cubicBezTo>
                  <a:cubicBezTo>
                    <a:pt x="56" y="21"/>
                    <a:pt x="56" y="21"/>
                    <a:pt x="56" y="21"/>
                  </a:cubicBezTo>
                  <a:cubicBezTo>
                    <a:pt x="60" y="21"/>
                    <a:pt x="64" y="25"/>
                    <a:pt x="64" y="29"/>
                  </a:cubicBezTo>
                  <a:cubicBezTo>
                    <a:pt x="64" y="31"/>
                    <a:pt x="63" y="33"/>
                    <a:pt x="62" y="3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0" name="Group 250"/>
          <p:cNvGrpSpPr/>
          <p:nvPr/>
        </p:nvGrpSpPr>
        <p:grpSpPr>
          <a:xfrm>
            <a:off x="6079798" y="2750820"/>
            <a:ext cx="661987" cy="561975"/>
            <a:chOff x="6079798" y="2750820"/>
            <a:chExt cx="661987" cy="561975"/>
          </a:xfrm>
        </p:grpSpPr>
        <p:grpSp>
          <p:nvGrpSpPr>
            <p:cNvPr id="232" name="Group 110"/>
            <p:cNvGrpSpPr/>
            <p:nvPr/>
          </p:nvGrpSpPr>
          <p:grpSpPr>
            <a:xfrm rot="4381353">
              <a:off x="6129804" y="2700814"/>
              <a:ext cx="561975" cy="661987"/>
              <a:chOff x="5002213" y="2306638"/>
              <a:chExt cx="561975" cy="661987"/>
            </a:xfrm>
            <a:solidFill>
              <a:schemeClr val="accent6">
                <a:lumMod val="60000"/>
                <a:lumOff val="40000"/>
              </a:schemeClr>
            </a:solidFill>
          </p:grpSpPr>
          <p:sp>
            <p:nvSpPr>
              <p:cNvPr id="112" name="Oval 12"/>
              <p:cNvSpPr>
                <a:spLocks noChangeArrowheads="1"/>
              </p:cNvSpPr>
              <p:nvPr/>
            </p:nvSpPr>
            <p:spPr bwMode="auto">
              <a:xfrm>
                <a:off x="5002213" y="2306638"/>
                <a:ext cx="561975" cy="5651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3"/>
              <p:cNvSpPr>
                <a:spLocks/>
              </p:cNvSpPr>
              <p:nvPr/>
            </p:nvSpPr>
            <p:spPr bwMode="auto">
              <a:xfrm>
                <a:off x="5143500" y="2832100"/>
                <a:ext cx="147638" cy="136525"/>
              </a:xfrm>
              <a:custGeom>
                <a:avLst/>
                <a:gdLst/>
                <a:ahLst/>
                <a:cxnLst>
                  <a:cxn ang="0">
                    <a:pos x="0" y="0"/>
                  </a:cxn>
                  <a:cxn ang="0">
                    <a:pos x="9" y="86"/>
                  </a:cxn>
                  <a:cxn ang="0">
                    <a:pos x="93" y="15"/>
                  </a:cxn>
                  <a:cxn ang="0">
                    <a:pos x="0" y="0"/>
                  </a:cxn>
                </a:cxnLst>
                <a:rect l="0" t="0" r="r" b="b"/>
                <a:pathLst>
                  <a:path w="93" h="86">
                    <a:moveTo>
                      <a:pt x="0" y="0"/>
                    </a:moveTo>
                    <a:lnTo>
                      <a:pt x="9" y="86"/>
                    </a:lnTo>
                    <a:lnTo>
                      <a:pt x="93"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0" name="Freeform 154"/>
            <p:cNvSpPr>
              <a:spLocks/>
            </p:cNvSpPr>
            <p:nvPr/>
          </p:nvSpPr>
          <p:spPr bwMode="auto">
            <a:xfrm>
              <a:off x="6357938" y="2942363"/>
              <a:ext cx="219075" cy="174625"/>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4" name="Group 254"/>
          <p:cNvGrpSpPr/>
          <p:nvPr/>
        </p:nvGrpSpPr>
        <p:grpSpPr>
          <a:xfrm>
            <a:off x="5701140" y="1595372"/>
            <a:ext cx="536575" cy="630237"/>
            <a:chOff x="5701140" y="1595372"/>
            <a:chExt cx="536575" cy="630237"/>
          </a:xfrm>
        </p:grpSpPr>
        <p:grpSp>
          <p:nvGrpSpPr>
            <p:cNvPr id="247" name="Group 105"/>
            <p:cNvGrpSpPr/>
            <p:nvPr/>
          </p:nvGrpSpPr>
          <p:grpSpPr>
            <a:xfrm rot="19836944">
              <a:off x="5701140" y="1595372"/>
              <a:ext cx="536575" cy="630237"/>
              <a:chOff x="5305425" y="1627188"/>
              <a:chExt cx="536575" cy="630237"/>
            </a:xfrm>
            <a:solidFill>
              <a:schemeClr val="accent1"/>
            </a:solidFill>
          </p:grpSpPr>
          <p:sp>
            <p:nvSpPr>
              <p:cNvPr id="107" name="Oval 32"/>
              <p:cNvSpPr>
                <a:spLocks noChangeArrowheads="1"/>
              </p:cNvSpPr>
              <p:nvPr/>
            </p:nvSpPr>
            <p:spPr bwMode="auto">
              <a:xfrm>
                <a:off x="5305425" y="1627188"/>
                <a:ext cx="536575" cy="5365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3"/>
              <p:cNvSpPr>
                <a:spLocks/>
              </p:cNvSpPr>
              <p:nvPr/>
            </p:nvSpPr>
            <p:spPr bwMode="auto">
              <a:xfrm>
                <a:off x="5443538" y="2127250"/>
                <a:ext cx="136525" cy="130175"/>
              </a:xfrm>
              <a:custGeom>
                <a:avLst/>
                <a:gdLst/>
                <a:ahLst/>
                <a:cxnLst>
                  <a:cxn ang="0">
                    <a:pos x="0" y="0"/>
                  </a:cxn>
                  <a:cxn ang="0">
                    <a:pos x="7" y="82"/>
                  </a:cxn>
                  <a:cxn ang="0">
                    <a:pos x="86" y="14"/>
                  </a:cxn>
                  <a:cxn ang="0">
                    <a:pos x="0" y="0"/>
                  </a:cxn>
                </a:cxnLst>
                <a:rect l="0" t="0" r="r" b="b"/>
                <a:pathLst>
                  <a:path w="86" h="82">
                    <a:moveTo>
                      <a:pt x="0" y="0"/>
                    </a:moveTo>
                    <a:lnTo>
                      <a:pt x="7" y="82"/>
                    </a:lnTo>
                    <a:lnTo>
                      <a:pt x="86"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1" name="Freeform 104"/>
            <p:cNvSpPr>
              <a:spLocks noEditPoints="1"/>
            </p:cNvSpPr>
            <p:nvPr/>
          </p:nvSpPr>
          <p:spPr bwMode="auto">
            <a:xfrm>
              <a:off x="5843418" y="1767496"/>
              <a:ext cx="212725" cy="212725"/>
            </a:xfrm>
            <a:custGeom>
              <a:avLst/>
              <a:gdLst/>
              <a:ahLst/>
              <a:cxnLst>
                <a:cxn ang="0">
                  <a:pos x="62" y="51"/>
                </a:cxn>
                <a:cxn ang="0">
                  <a:pos x="51" y="62"/>
                </a:cxn>
                <a:cxn ang="0">
                  <a:pos x="12" y="62"/>
                </a:cxn>
                <a:cxn ang="0">
                  <a:pos x="0" y="51"/>
                </a:cxn>
                <a:cxn ang="0">
                  <a:pos x="0" y="12"/>
                </a:cxn>
                <a:cxn ang="0">
                  <a:pos x="12" y="0"/>
                </a:cxn>
                <a:cxn ang="0">
                  <a:pos x="51" y="0"/>
                </a:cxn>
                <a:cxn ang="0">
                  <a:pos x="62" y="12"/>
                </a:cxn>
                <a:cxn ang="0">
                  <a:pos x="62" y="51"/>
                </a:cxn>
                <a:cxn ang="0">
                  <a:pos x="15" y="11"/>
                </a:cxn>
                <a:cxn ang="0">
                  <a:pos x="9" y="16"/>
                </a:cxn>
                <a:cxn ang="0">
                  <a:pos x="15" y="20"/>
                </a:cxn>
                <a:cxn ang="0">
                  <a:pos x="15" y="20"/>
                </a:cxn>
                <a:cxn ang="0">
                  <a:pos x="20" y="16"/>
                </a:cxn>
                <a:cxn ang="0">
                  <a:pos x="15" y="11"/>
                </a:cxn>
                <a:cxn ang="0">
                  <a:pos x="19" y="52"/>
                </a:cxn>
                <a:cxn ang="0">
                  <a:pos x="19" y="24"/>
                </a:cxn>
                <a:cxn ang="0">
                  <a:pos x="10" y="24"/>
                </a:cxn>
                <a:cxn ang="0">
                  <a:pos x="10" y="52"/>
                </a:cxn>
                <a:cxn ang="0">
                  <a:pos x="19" y="52"/>
                </a:cxn>
                <a:cxn ang="0">
                  <a:pos x="53" y="52"/>
                </a:cxn>
                <a:cxn ang="0">
                  <a:pos x="53" y="36"/>
                </a:cxn>
                <a:cxn ang="0">
                  <a:pos x="42" y="24"/>
                </a:cxn>
                <a:cxn ang="0">
                  <a:pos x="34" y="28"/>
                </a:cxn>
                <a:cxn ang="0">
                  <a:pos x="34" y="28"/>
                </a:cxn>
                <a:cxn ang="0">
                  <a:pos x="34" y="24"/>
                </a:cxn>
                <a:cxn ang="0">
                  <a:pos x="24" y="24"/>
                </a:cxn>
                <a:cxn ang="0">
                  <a:pos x="24" y="52"/>
                </a:cxn>
                <a:cxn ang="0">
                  <a:pos x="34" y="52"/>
                </a:cxn>
                <a:cxn ang="0">
                  <a:pos x="34" y="37"/>
                </a:cxn>
                <a:cxn ang="0">
                  <a:pos x="34" y="34"/>
                </a:cxn>
                <a:cxn ang="0">
                  <a:pos x="39" y="31"/>
                </a:cxn>
                <a:cxn ang="0">
                  <a:pos x="43" y="37"/>
                </a:cxn>
                <a:cxn ang="0">
                  <a:pos x="43" y="52"/>
                </a:cxn>
                <a:cxn ang="0">
                  <a:pos x="53" y="52"/>
                </a:cxn>
              </a:cxnLst>
              <a:rect l="0" t="0" r="r" b="b"/>
              <a:pathLst>
                <a:path w="62" h="62">
                  <a:moveTo>
                    <a:pt x="62" y="51"/>
                  </a:moveTo>
                  <a:cubicBezTo>
                    <a:pt x="62" y="57"/>
                    <a:pt x="57" y="62"/>
                    <a:pt x="51" y="62"/>
                  </a:cubicBezTo>
                  <a:cubicBezTo>
                    <a:pt x="12" y="62"/>
                    <a:pt x="12" y="62"/>
                    <a:pt x="12" y="62"/>
                  </a:cubicBezTo>
                  <a:cubicBezTo>
                    <a:pt x="6" y="62"/>
                    <a:pt x="0" y="57"/>
                    <a:pt x="0" y="51"/>
                  </a:cubicBezTo>
                  <a:cubicBezTo>
                    <a:pt x="0" y="12"/>
                    <a:pt x="0" y="12"/>
                    <a:pt x="0" y="12"/>
                  </a:cubicBezTo>
                  <a:cubicBezTo>
                    <a:pt x="0" y="6"/>
                    <a:pt x="6" y="0"/>
                    <a:pt x="12" y="0"/>
                  </a:cubicBezTo>
                  <a:cubicBezTo>
                    <a:pt x="51" y="0"/>
                    <a:pt x="51" y="0"/>
                    <a:pt x="51" y="0"/>
                  </a:cubicBezTo>
                  <a:cubicBezTo>
                    <a:pt x="57" y="0"/>
                    <a:pt x="62" y="6"/>
                    <a:pt x="62" y="12"/>
                  </a:cubicBezTo>
                  <a:lnTo>
                    <a:pt x="62" y="51"/>
                  </a:lnTo>
                  <a:close/>
                  <a:moveTo>
                    <a:pt x="15" y="11"/>
                  </a:moveTo>
                  <a:cubicBezTo>
                    <a:pt x="12" y="11"/>
                    <a:pt x="9" y="13"/>
                    <a:pt x="9" y="16"/>
                  </a:cubicBezTo>
                  <a:cubicBezTo>
                    <a:pt x="9" y="18"/>
                    <a:pt x="11" y="20"/>
                    <a:pt x="15" y="20"/>
                  </a:cubicBezTo>
                  <a:cubicBezTo>
                    <a:pt x="15" y="20"/>
                    <a:pt x="15" y="20"/>
                    <a:pt x="15" y="20"/>
                  </a:cubicBezTo>
                  <a:cubicBezTo>
                    <a:pt x="18" y="20"/>
                    <a:pt x="20" y="18"/>
                    <a:pt x="20" y="16"/>
                  </a:cubicBezTo>
                  <a:cubicBezTo>
                    <a:pt x="20" y="13"/>
                    <a:pt x="18" y="11"/>
                    <a:pt x="15" y="11"/>
                  </a:cubicBezTo>
                  <a:close/>
                  <a:moveTo>
                    <a:pt x="19" y="52"/>
                  </a:moveTo>
                  <a:cubicBezTo>
                    <a:pt x="19" y="24"/>
                    <a:pt x="19" y="24"/>
                    <a:pt x="19" y="24"/>
                  </a:cubicBezTo>
                  <a:cubicBezTo>
                    <a:pt x="10" y="24"/>
                    <a:pt x="10" y="24"/>
                    <a:pt x="10" y="24"/>
                  </a:cubicBezTo>
                  <a:cubicBezTo>
                    <a:pt x="10" y="52"/>
                    <a:pt x="10" y="52"/>
                    <a:pt x="10" y="52"/>
                  </a:cubicBezTo>
                  <a:lnTo>
                    <a:pt x="19" y="52"/>
                  </a:lnTo>
                  <a:close/>
                  <a:moveTo>
                    <a:pt x="53" y="52"/>
                  </a:moveTo>
                  <a:cubicBezTo>
                    <a:pt x="53" y="36"/>
                    <a:pt x="53" y="36"/>
                    <a:pt x="53" y="36"/>
                  </a:cubicBezTo>
                  <a:cubicBezTo>
                    <a:pt x="53" y="28"/>
                    <a:pt x="48" y="24"/>
                    <a:pt x="42" y="24"/>
                  </a:cubicBezTo>
                  <a:cubicBezTo>
                    <a:pt x="37" y="24"/>
                    <a:pt x="35" y="26"/>
                    <a:pt x="34" y="28"/>
                  </a:cubicBezTo>
                  <a:cubicBezTo>
                    <a:pt x="34" y="28"/>
                    <a:pt x="34" y="28"/>
                    <a:pt x="34" y="28"/>
                  </a:cubicBezTo>
                  <a:cubicBezTo>
                    <a:pt x="34" y="24"/>
                    <a:pt x="34" y="24"/>
                    <a:pt x="34" y="24"/>
                  </a:cubicBezTo>
                  <a:cubicBezTo>
                    <a:pt x="24" y="24"/>
                    <a:pt x="24" y="24"/>
                    <a:pt x="24" y="24"/>
                  </a:cubicBezTo>
                  <a:cubicBezTo>
                    <a:pt x="24" y="24"/>
                    <a:pt x="24" y="27"/>
                    <a:pt x="24" y="52"/>
                  </a:cubicBezTo>
                  <a:cubicBezTo>
                    <a:pt x="34" y="52"/>
                    <a:pt x="34" y="52"/>
                    <a:pt x="34" y="52"/>
                  </a:cubicBezTo>
                  <a:cubicBezTo>
                    <a:pt x="34" y="37"/>
                    <a:pt x="34" y="37"/>
                    <a:pt x="34" y="37"/>
                  </a:cubicBezTo>
                  <a:cubicBezTo>
                    <a:pt x="34" y="36"/>
                    <a:pt x="34" y="35"/>
                    <a:pt x="34" y="34"/>
                  </a:cubicBezTo>
                  <a:cubicBezTo>
                    <a:pt x="35" y="33"/>
                    <a:pt x="36" y="31"/>
                    <a:pt x="39" y="31"/>
                  </a:cubicBezTo>
                  <a:cubicBezTo>
                    <a:pt x="42" y="31"/>
                    <a:pt x="43" y="33"/>
                    <a:pt x="43" y="37"/>
                  </a:cubicBezTo>
                  <a:cubicBezTo>
                    <a:pt x="43" y="52"/>
                    <a:pt x="43" y="52"/>
                    <a:pt x="43" y="52"/>
                  </a:cubicBezTo>
                  <a:lnTo>
                    <a:pt x="53" y="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8" name="Group 251"/>
          <p:cNvGrpSpPr/>
          <p:nvPr/>
        </p:nvGrpSpPr>
        <p:grpSpPr>
          <a:xfrm>
            <a:off x="6524301" y="2146748"/>
            <a:ext cx="422275" cy="495300"/>
            <a:chOff x="6524301" y="2146748"/>
            <a:chExt cx="422275" cy="495300"/>
          </a:xfrm>
        </p:grpSpPr>
        <p:grpSp>
          <p:nvGrpSpPr>
            <p:cNvPr id="249" name="Group 135"/>
            <p:cNvGrpSpPr/>
            <p:nvPr/>
          </p:nvGrpSpPr>
          <p:grpSpPr>
            <a:xfrm rot="267234">
              <a:off x="6524301" y="2146748"/>
              <a:ext cx="422275" cy="495300"/>
              <a:chOff x="4935538" y="1195388"/>
              <a:chExt cx="422275" cy="495300"/>
            </a:xfrm>
            <a:solidFill>
              <a:schemeClr val="accent4">
                <a:lumMod val="60000"/>
                <a:lumOff val="40000"/>
              </a:schemeClr>
            </a:solidFill>
          </p:grpSpPr>
          <p:sp>
            <p:nvSpPr>
              <p:cNvPr id="137" name="Oval 6"/>
              <p:cNvSpPr>
                <a:spLocks noChangeArrowheads="1"/>
              </p:cNvSpPr>
              <p:nvPr/>
            </p:nvSpPr>
            <p:spPr bwMode="auto">
              <a:xfrm>
                <a:off x="4935538" y="1195388"/>
                <a:ext cx="422275" cy="4222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7"/>
              <p:cNvSpPr>
                <a:spLocks/>
              </p:cNvSpPr>
              <p:nvPr/>
            </p:nvSpPr>
            <p:spPr bwMode="auto">
              <a:xfrm>
                <a:off x="5041900" y="1589088"/>
                <a:ext cx="109538" cy="101600"/>
              </a:xfrm>
              <a:custGeom>
                <a:avLst/>
                <a:gdLst/>
                <a:ahLst/>
                <a:cxnLst>
                  <a:cxn ang="0">
                    <a:pos x="0" y="0"/>
                  </a:cxn>
                  <a:cxn ang="0">
                    <a:pos x="6" y="64"/>
                  </a:cxn>
                  <a:cxn ang="0">
                    <a:pos x="69" y="11"/>
                  </a:cxn>
                  <a:cxn ang="0">
                    <a:pos x="0" y="0"/>
                  </a:cxn>
                </a:cxnLst>
                <a:rect l="0" t="0" r="r" b="b"/>
                <a:pathLst>
                  <a:path w="69" h="64">
                    <a:moveTo>
                      <a:pt x="0" y="0"/>
                    </a:moveTo>
                    <a:lnTo>
                      <a:pt x="6" y="64"/>
                    </a:lnTo>
                    <a:lnTo>
                      <a:pt x="69" y="11"/>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2" name="Freeform 83"/>
            <p:cNvSpPr>
              <a:spLocks/>
            </p:cNvSpPr>
            <p:nvPr/>
          </p:nvSpPr>
          <p:spPr bwMode="auto">
            <a:xfrm>
              <a:off x="6645853" y="2267322"/>
              <a:ext cx="188913" cy="188913"/>
            </a:xfrm>
            <a:custGeom>
              <a:avLst/>
              <a:gdLst/>
              <a:ahLst/>
              <a:cxnLst>
                <a:cxn ang="0">
                  <a:pos x="44" y="55"/>
                </a:cxn>
                <a:cxn ang="0">
                  <a:pos x="37" y="55"/>
                </a:cxn>
                <a:cxn ang="0">
                  <a:pos x="37" y="33"/>
                </a:cxn>
                <a:cxn ang="0">
                  <a:pos x="45" y="33"/>
                </a:cxn>
                <a:cxn ang="0">
                  <a:pos x="46" y="25"/>
                </a:cxn>
                <a:cxn ang="0">
                  <a:pos x="37" y="25"/>
                </a:cxn>
                <a:cxn ang="0">
                  <a:pos x="37" y="20"/>
                </a:cxn>
                <a:cxn ang="0">
                  <a:pos x="42" y="16"/>
                </a:cxn>
                <a:cxn ang="0">
                  <a:pos x="47" y="16"/>
                </a:cxn>
                <a:cxn ang="0">
                  <a:pos x="47" y="9"/>
                </a:cxn>
                <a:cxn ang="0">
                  <a:pos x="40" y="8"/>
                </a:cxn>
                <a:cxn ang="0">
                  <a:pos x="29" y="19"/>
                </a:cxn>
                <a:cxn ang="0">
                  <a:pos x="29" y="25"/>
                </a:cxn>
                <a:cxn ang="0">
                  <a:pos x="21" y="25"/>
                </a:cxn>
                <a:cxn ang="0">
                  <a:pos x="21" y="33"/>
                </a:cxn>
                <a:cxn ang="0">
                  <a:pos x="29" y="33"/>
                </a:cxn>
                <a:cxn ang="0">
                  <a:pos x="29" y="55"/>
                </a:cxn>
                <a:cxn ang="0">
                  <a:pos x="10" y="55"/>
                </a:cxn>
                <a:cxn ang="0">
                  <a:pos x="0" y="45"/>
                </a:cxn>
                <a:cxn ang="0">
                  <a:pos x="0" y="10"/>
                </a:cxn>
                <a:cxn ang="0">
                  <a:pos x="10" y="0"/>
                </a:cxn>
                <a:cxn ang="0">
                  <a:pos x="44" y="0"/>
                </a:cxn>
                <a:cxn ang="0">
                  <a:pos x="55" y="10"/>
                </a:cxn>
                <a:cxn ang="0">
                  <a:pos x="55" y="45"/>
                </a:cxn>
                <a:cxn ang="0">
                  <a:pos x="44" y="55"/>
                </a:cxn>
              </a:cxnLst>
              <a:rect l="0" t="0" r="r" b="b"/>
              <a:pathLst>
                <a:path w="55" h="55">
                  <a:moveTo>
                    <a:pt x="44" y="55"/>
                  </a:moveTo>
                  <a:cubicBezTo>
                    <a:pt x="37" y="55"/>
                    <a:pt x="37" y="55"/>
                    <a:pt x="37" y="55"/>
                  </a:cubicBezTo>
                  <a:cubicBezTo>
                    <a:pt x="37" y="33"/>
                    <a:pt x="37" y="33"/>
                    <a:pt x="37" y="33"/>
                  </a:cubicBezTo>
                  <a:cubicBezTo>
                    <a:pt x="45" y="33"/>
                    <a:pt x="45" y="33"/>
                    <a:pt x="45" y="33"/>
                  </a:cubicBezTo>
                  <a:cubicBezTo>
                    <a:pt x="46" y="25"/>
                    <a:pt x="46" y="25"/>
                    <a:pt x="46" y="25"/>
                  </a:cubicBezTo>
                  <a:cubicBezTo>
                    <a:pt x="37" y="25"/>
                    <a:pt x="37" y="25"/>
                    <a:pt x="37" y="25"/>
                  </a:cubicBezTo>
                  <a:cubicBezTo>
                    <a:pt x="37" y="20"/>
                    <a:pt x="37" y="20"/>
                    <a:pt x="37" y="20"/>
                  </a:cubicBezTo>
                  <a:cubicBezTo>
                    <a:pt x="37" y="18"/>
                    <a:pt x="38" y="16"/>
                    <a:pt x="42" y="16"/>
                  </a:cubicBezTo>
                  <a:cubicBezTo>
                    <a:pt x="47" y="16"/>
                    <a:pt x="47" y="16"/>
                    <a:pt x="47" y="16"/>
                  </a:cubicBezTo>
                  <a:cubicBezTo>
                    <a:pt x="47" y="9"/>
                    <a:pt x="47" y="9"/>
                    <a:pt x="47" y="9"/>
                  </a:cubicBezTo>
                  <a:cubicBezTo>
                    <a:pt x="45" y="9"/>
                    <a:pt x="43" y="8"/>
                    <a:pt x="40" y="8"/>
                  </a:cubicBezTo>
                  <a:cubicBezTo>
                    <a:pt x="34" y="8"/>
                    <a:pt x="29" y="12"/>
                    <a:pt x="29" y="19"/>
                  </a:cubicBezTo>
                  <a:cubicBezTo>
                    <a:pt x="29" y="25"/>
                    <a:pt x="29" y="25"/>
                    <a:pt x="29" y="25"/>
                  </a:cubicBezTo>
                  <a:cubicBezTo>
                    <a:pt x="21" y="25"/>
                    <a:pt x="21" y="25"/>
                    <a:pt x="21" y="25"/>
                  </a:cubicBezTo>
                  <a:cubicBezTo>
                    <a:pt x="21" y="33"/>
                    <a:pt x="21" y="33"/>
                    <a:pt x="21" y="33"/>
                  </a:cubicBezTo>
                  <a:cubicBezTo>
                    <a:pt x="29" y="33"/>
                    <a:pt x="29" y="33"/>
                    <a:pt x="29" y="33"/>
                  </a:cubicBezTo>
                  <a:cubicBezTo>
                    <a:pt x="29" y="55"/>
                    <a:pt x="29" y="55"/>
                    <a:pt x="29" y="55"/>
                  </a:cubicBezTo>
                  <a:cubicBezTo>
                    <a:pt x="10" y="55"/>
                    <a:pt x="10" y="55"/>
                    <a:pt x="10" y="55"/>
                  </a:cubicBezTo>
                  <a:cubicBezTo>
                    <a:pt x="4" y="55"/>
                    <a:pt x="0" y="50"/>
                    <a:pt x="0" y="45"/>
                  </a:cubicBezTo>
                  <a:cubicBezTo>
                    <a:pt x="0" y="10"/>
                    <a:pt x="0" y="10"/>
                    <a:pt x="0" y="10"/>
                  </a:cubicBezTo>
                  <a:cubicBezTo>
                    <a:pt x="0" y="5"/>
                    <a:pt x="4" y="0"/>
                    <a:pt x="10" y="0"/>
                  </a:cubicBezTo>
                  <a:cubicBezTo>
                    <a:pt x="44" y="0"/>
                    <a:pt x="44" y="0"/>
                    <a:pt x="44" y="0"/>
                  </a:cubicBezTo>
                  <a:cubicBezTo>
                    <a:pt x="50" y="0"/>
                    <a:pt x="55" y="5"/>
                    <a:pt x="55" y="10"/>
                  </a:cubicBezTo>
                  <a:cubicBezTo>
                    <a:pt x="55" y="45"/>
                    <a:pt x="55" y="45"/>
                    <a:pt x="55" y="45"/>
                  </a:cubicBezTo>
                  <a:cubicBezTo>
                    <a:pt x="55" y="50"/>
                    <a:pt x="50" y="55"/>
                    <a:pt x="44" y="5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0" name="Group 253"/>
          <p:cNvGrpSpPr/>
          <p:nvPr/>
        </p:nvGrpSpPr>
        <p:grpSpPr>
          <a:xfrm>
            <a:off x="5082073" y="1447144"/>
            <a:ext cx="561975" cy="661987"/>
            <a:chOff x="5082073" y="1447144"/>
            <a:chExt cx="561975" cy="661987"/>
          </a:xfrm>
        </p:grpSpPr>
        <p:grpSp>
          <p:nvGrpSpPr>
            <p:cNvPr id="251" name="Group 75"/>
            <p:cNvGrpSpPr/>
            <p:nvPr/>
          </p:nvGrpSpPr>
          <p:grpSpPr>
            <a:xfrm>
              <a:off x="5082073" y="1447144"/>
              <a:ext cx="561975" cy="661987"/>
              <a:chOff x="5002213" y="2306638"/>
              <a:chExt cx="561975" cy="661987"/>
            </a:xfrm>
            <a:solidFill>
              <a:schemeClr val="accent6">
                <a:lumMod val="60000"/>
                <a:lumOff val="40000"/>
              </a:schemeClr>
            </a:solidFill>
          </p:grpSpPr>
          <p:sp>
            <p:nvSpPr>
              <p:cNvPr id="77" name="Oval 12"/>
              <p:cNvSpPr>
                <a:spLocks noChangeArrowheads="1"/>
              </p:cNvSpPr>
              <p:nvPr/>
            </p:nvSpPr>
            <p:spPr bwMode="auto">
              <a:xfrm>
                <a:off x="5002213" y="2306638"/>
                <a:ext cx="561975" cy="5651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3"/>
              <p:cNvSpPr>
                <a:spLocks/>
              </p:cNvSpPr>
              <p:nvPr/>
            </p:nvSpPr>
            <p:spPr bwMode="auto">
              <a:xfrm>
                <a:off x="5143500" y="2832100"/>
                <a:ext cx="147638" cy="136525"/>
              </a:xfrm>
              <a:custGeom>
                <a:avLst/>
                <a:gdLst/>
                <a:ahLst/>
                <a:cxnLst>
                  <a:cxn ang="0">
                    <a:pos x="0" y="0"/>
                  </a:cxn>
                  <a:cxn ang="0">
                    <a:pos x="9" y="86"/>
                  </a:cxn>
                  <a:cxn ang="0">
                    <a:pos x="93" y="15"/>
                  </a:cxn>
                  <a:cxn ang="0">
                    <a:pos x="0" y="0"/>
                  </a:cxn>
                </a:cxnLst>
                <a:rect l="0" t="0" r="r" b="b"/>
                <a:pathLst>
                  <a:path w="93" h="86">
                    <a:moveTo>
                      <a:pt x="0" y="0"/>
                    </a:moveTo>
                    <a:lnTo>
                      <a:pt x="9" y="86"/>
                    </a:lnTo>
                    <a:lnTo>
                      <a:pt x="93"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3" name="Freeform 141"/>
            <p:cNvSpPr>
              <a:spLocks noEditPoints="1"/>
            </p:cNvSpPr>
            <p:nvPr/>
          </p:nvSpPr>
          <p:spPr bwMode="auto">
            <a:xfrm>
              <a:off x="5247479" y="1624294"/>
              <a:ext cx="233363" cy="168275"/>
            </a:xfrm>
            <a:custGeom>
              <a:avLst/>
              <a:gdLst/>
              <a:ahLst/>
              <a:cxnLst>
                <a:cxn ang="0">
                  <a:pos x="67" y="41"/>
                </a:cxn>
                <a:cxn ang="0">
                  <a:pos x="59" y="48"/>
                </a:cxn>
                <a:cxn ang="0">
                  <a:pos x="34" y="49"/>
                </a:cxn>
                <a:cxn ang="0">
                  <a:pos x="8" y="48"/>
                </a:cxn>
                <a:cxn ang="0">
                  <a:pos x="1" y="41"/>
                </a:cxn>
                <a:cxn ang="0">
                  <a:pos x="0" y="25"/>
                </a:cxn>
                <a:cxn ang="0">
                  <a:pos x="1" y="8"/>
                </a:cxn>
                <a:cxn ang="0">
                  <a:pos x="8" y="1"/>
                </a:cxn>
                <a:cxn ang="0">
                  <a:pos x="34" y="0"/>
                </a:cxn>
                <a:cxn ang="0">
                  <a:pos x="59" y="1"/>
                </a:cxn>
                <a:cxn ang="0">
                  <a:pos x="67" y="8"/>
                </a:cxn>
                <a:cxn ang="0">
                  <a:pos x="68" y="25"/>
                </a:cxn>
                <a:cxn ang="0">
                  <a:pos x="67" y="41"/>
                </a:cxn>
                <a:cxn ang="0">
                  <a:pos x="47" y="23"/>
                </a:cxn>
                <a:cxn ang="0">
                  <a:pos x="28" y="11"/>
                </a:cxn>
                <a:cxn ang="0">
                  <a:pos x="25" y="10"/>
                </a:cxn>
                <a:cxn ang="0">
                  <a:pos x="24" y="13"/>
                </a:cxn>
                <a:cxn ang="0">
                  <a:pos x="24" y="37"/>
                </a:cxn>
                <a:cxn ang="0">
                  <a:pos x="25" y="39"/>
                </a:cxn>
                <a:cxn ang="0">
                  <a:pos x="26" y="39"/>
                </a:cxn>
                <a:cxn ang="0">
                  <a:pos x="28" y="39"/>
                </a:cxn>
                <a:cxn ang="0">
                  <a:pos x="47" y="27"/>
                </a:cxn>
                <a:cxn ang="0">
                  <a:pos x="48" y="25"/>
                </a:cxn>
                <a:cxn ang="0">
                  <a:pos x="47" y="23"/>
                </a:cxn>
              </a:cxnLst>
              <a:rect l="0" t="0" r="r" b="b"/>
              <a:pathLst>
                <a:path w="68" h="49">
                  <a:moveTo>
                    <a:pt x="67" y="41"/>
                  </a:moveTo>
                  <a:cubicBezTo>
                    <a:pt x="66" y="45"/>
                    <a:pt x="63" y="48"/>
                    <a:pt x="59" y="48"/>
                  </a:cubicBezTo>
                  <a:cubicBezTo>
                    <a:pt x="51" y="49"/>
                    <a:pt x="42" y="49"/>
                    <a:pt x="34" y="49"/>
                  </a:cubicBezTo>
                  <a:cubicBezTo>
                    <a:pt x="25" y="49"/>
                    <a:pt x="17" y="49"/>
                    <a:pt x="8" y="48"/>
                  </a:cubicBezTo>
                  <a:cubicBezTo>
                    <a:pt x="5" y="48"/>
                    <a:pt x="2" y="45"/>
                    <a:pt x="1" y="41"/>
                  </a:cubicBezTo>
                  <a:cubicBezTo>
                    <a:pt x="0" y="36"/>
                    <a:pt x="0" y="30"/>
                    <a:pt x="0" y="25"/>
                  </a:cubicBezTo>
                  <a:cubicBezTo>
                    <a:pt x="0" y="19"/>
                    <a:pt x="0" y="14"/>
                    <a:pt x="1" y="8"/>
                  </a:cubicBezTo>
                  <a:cubicBezTo>
                    <a:pt x="2" y="5"/>
                    <a:pt x="5" y="2"/>
                    <a:pt x="8" y="1"/>
                  </a:cubicBezTo>
                  <a:cubicBezTo>
                    <a:pt x="17" y="0"/>
                    <a:pt x="25" y="0"/>
                    <a:pt x="34" y="0"/>
                  </a:cubicBezTo>
                  <a:cubicBezTo>
                    <a:pt x="42" y="0"/>
                    <a:pt x="51" y="0"/>
                    <a:pt x="59" y="1"/>
                  </a:cubicBezTo>
                  <a:cubicBezTo>
                    <a:pt x="63" y="2"/>
                    <a:pt x="66" y="5"/>
                    <a:pt x="67" y="8"/>
                  </a:cubicBezTo>
                  <a:cubicBezTo>
                    <a:pt x="68" y="14"/>
                    <a:pt x="68" y="19"/>
                    <a:pt x="68" y="25"/>
                  </a:cubicBezTo>
                  <a:cubicBezTo>
                    <a:pt x="68" y="30"/>
                    <a:pt x="68" y="36"/>
                    <a:pt x="67" y="41"/>
                  </a:cubicBezTo>
                  <a:close/>
                  <a:moveTo>
                    <a:pt x="47" y="23"/>
                  </a:moveTo>
                  <a:cubicBezTo>
                    <a:pt x="28" y="11"/>
                    <a:pt x="28" y="11"/>
                    <a:pt x="28" y="11"/>
                  </a:cubicBezTo>
                  <a:cubicBezTo>
                    <a:pt x="27" y="10"/>
                    <a:pt x="26" y="10"/>
                    <a:pt x="25" y="10"/>
                  </a:cubicBezTo>
                  <a:cubicBezTo>
                    <a:pt x="25" y="11"/>
                    <a:pt x="24" y="12"/>
                    <a:pt x="24" y="13"/>
                  </a:cubicBezTo>
                  <a:cubicBezTo>
                    <a:pt x="24" y="37"/>
                    <a:pt x="24" y="37"/>
                    <a:pt x="24" y="37"/>
                  </a:cubicBezTo>
                  <a:cubicBezTo>
                    <a:pt x="24" y="38"/>
                    <a:pt x="25" y="39"/>
                    <a:pt x="25" y="39"/>
                  </a:cubicBezTo>
                  <a:cubicBezTo>
                    <a:pt x="26" y="39"/>
                    <a:pt x="26" y="39"/>
                    <a:pt x="26" y="39"/>
                  </a:cubicBezTo>
                  <a:cubicBezTo>
                    <a:pt x="27" y="39"/>
                    <a:pt x="27" y="39"/>
                    <a:pt x="28" y="39"/>
                  </a:cubicBezTo>
                  <a:cubicBezTo>
                    <a:pt x="47" y="27"/>
                    <a:pt x="47" y="27"/>
                    <a:pt x="47" y="27"/>
                  </a:cubicBezTo>
                  <a:cubicBezTo>
                    <a:pt x="48" y="26"/>
                    <a:pt x="48" y="26"/>
                    <a:pt x="48" y="25"/>
                  </a:cubicBezTo>
                  <a:cubicBezTo>
                    <a:pt x="48" y="24"/>
                    <a:pt x="48" y="23"/>
                    <a:pt x="47" y="2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2" name="Group 252"/>
          <p:cNvGrpSpPr/>
          <p:nvPr/>
        </p:nvGrpSpPr>
        <p:grpSpPr>
          <a:xfrm>
            <a:off x="3823109" y="1399062"/>
            <a:ext cx="515938" cy="596399"/>
            <a:chOff x="3823109" y="1399062"/>
            <a:chExt cx="515938" cy="596399"/>
          </a:xfrm>
        </p:grpSpPr>
        <p:grpSp>
          <p:nvGrpSpPr>
            <p:cNvPr id="253" name="Group 102"/>
            <p:cNvGrpSpPr/>
            <p:nvPr/>
          </p:nvGrpSpPr>
          <p:grpSpPr>
            <a:xfrm>
              <a:off x="3823109" y="1399062"/>
              <a:ext cx="515938" cy="596399"/>
              <a:chOff x="3798888" y="1927225"/>
              <a:chExt cx="515938" cy="596399"/>
            </a:xfrm>
            <a:solidFill>
              <a:schemeClr val="accent3"/>
            </a:solidFill>
          </p:grpSpPr>
          <p:sp>
            <p:nvSpPr>
              <p:cNvPr id="104" name="Oval 30"/>
              <p:cNvSpPr>
                <a:spLocks noChangeArrowheads="1"/>
              </p:cNvSpPr>
              <p:nvPr/>
            </p:nvSpPr>
            <p:spPr bwMode="auto">
              <a:xfrm>
                <a:off x="3798888" y="1927225"/>
                <a:ext cx="515938" cy="5175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1"/>
              <p:cNvSpPr>
                <a:spLocks/>
              </p:cNvSpPr>
              <p:nvPr/>
            </p:nvSpPr>
            <p:spPr bwMode="auto">
              <a:xfrm>
                <a:off x="4052888" y="2399799"/>
                <a:ext cx="131763" cy="123825"/>
              </a:xfrm>
              <a:custGeom>
                <a:avLst/>
                <a:gdLst/>
                <a:ahLst/>
                <a:cxnLst>
                  <a:cxn ang="0">
                    <a:pos x="83" y="0"/>
                  </a:cxn>
                  <a:cxn ang="0">
                    <a:pos x="76" y="78"/>
                  </a:cxn>
                  <a:cxn ang="0">
                    <a:pos x="0" y="13"/>
                  </a:cxn>
                  <a:cxn ang="0">
                    <a:pos x="83" y="0"/>
                  </a:cxn>
                </a:cxnLst>
                <a:rect l="0" t="0" r="r" b="b"/>
                <a:pathLst>
                  <a:path w="83" h="78">
                    <a:moveTo>
                      <a:pt x="83" y="0"/>
                    </a:moveTo>
                    <a:lnTo>
                      <a:pt x="76" y="78"/>
                    </a:lnTo>
                    <a:lnTo>
                      <a:pt x="0" y="13"/>
                    </a:lnTo>
                    <a:lnTo>
                      <a:pt x="8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4" name="Freeform 22"/>
            <p:cNvSpPr>
              <a:spLocks noEditPoints="1"/>
            </p:cNvSpPr>
            <p:nvPr/>
          </p:nvSpPr>
          <p:spPr bwMode="auto">
            <a:xfrm>
              <a:off x="3964714" y="1552602"/>
              <a:ext cx="209550" cy="212725"/>
            </a:xfrm>
            <a:custGeom>
              <a:avLst/>
              <a:gdLst/>
              <a:ahLst/>
              <a:cxnLst>
                <a:cxn ang="0">
                  <a:pos x="61" y="51"/>
                </a:cxn>
                <a:cxn ang="0">
                  <a:pos x="50" y="62"/>
                </a:cxn>
                <a:cxn ang="0">
                  <a:pos x="11" y="62"/>
                </a:cxn>
                <a:cxn ang="0">
                  <a:pos x="0" y="51"/>
                </a:cxn>
                <a:cxn ang="0">
                  <a:pos x="0" y="12"/>
                </a:cxn>
                <a:cxn ang="0">
                  <a:pos x="11" y="0"/>
                </a:cxn>
                <a:cxn ang="0">
                  <a:pos x="50" y="0"/>
                </a:cxn>
                <a:cxn ang="0">
                  <a:pos x="61" y="12"/>
                </a:cxn>
                <a:cxn ang="0">
                  <a:pos x="61" y="51"/>
                </a:cxn>
                <a:cxn ang="0">
                  <a:pos x="43" y="47"/>
                </a:cxn>
                <a:cxn ang="0">
                  <a:pos x="39" y="48"/>
                </a:cxn>
                <a:cxn ang="0">
                  <a:pos x="34" y="42"/>
                </a:cxn>
                <a:cxn ang="0">
                  <a:pos x="34" y="26"/>
                </a:cxn>
                <a:cxn ang="0">
                  <a:pos x="44" y="26"/>
                </a:cxn>
                <a:cxn ang="0">
                  <a:pos x="44" y="19"/>
                </a:cxn>
                <a:cxn ang="0">
                  <a:pos x="34" y="19"/>
                </a:cxn>
                <a:cxn ang="0">
                  <a:pos x="34" y="6"/>
                </a:cxn>
                <a:cxn ang="0">
                  <a:pos x="26" y="6"/>
                </a:cxn>
                <a:cxn ang="0">
                  <a:pos x="26" y="6"/>
                </a:cxn>
                <a:cxn ang="0">
                  <a:pos x="16" y="20"/>
                </a:cxn>
                <a:cxn ang="0">
                  <a:pos x="16" y="26"/>
                </a:cxn>
                <a:cxn ang="0">
                  <a:pos x="21" y="26"/>
                </a:cxn>
                <a:cxn ang="0">
                  <a:pos x="21" y="43"/>
                </a:cxn>
                <a:cxn ang="0">
                  <a:pos x="36" y="57"/>
                </a:cxn>
                <a:cxn ang="0">
                  <a:pos x="45" y="54"/>
                </a:cxn>
                <a:cxn ang="0">
                  <a:pos x="43" y="47"/>
                </a:cxn>
              </a:cxnLst>
              <a:rect l="0" t="0" r="r" b="b"/>
              <a:pathLst>
                <a:path w="61" h="62">
                  <a:moveTo>
                    <a:pt x="61" y="51"/>
                  </a:moveTo>
                  <a:cubicBezTo>
                    <a:pt x="61" y="57"/>
                    <a:pt x="56" y="62"/>
                    <a:pt x="50" y="62"/>
                  </a:cubicBezTo>
                  <a:cubicBezTo>
                    <a:pt x="11" y="62"/>
                    <a:pt x="11" y="62"/>
                    <a:pt x="11" y="62"/>
                  </a:cubicBezTo>
                  <a:cubicBezTo>
                    <a:pt x="5" y="62"/>
                    <a:pt x="0" y="57"/>
                    <a:pt x="0" y="51"/>
                  </a:cubicBezTo>
                  <a:cubicBezTo>
                    <a:pt x="0" y="12"/>
                    <a:pt x="0" y="12"/>
                    <a:pt x="0" y="12"/>
                  </a:cubicBezTo>
                  <a:cubicBezTo>
                    <a:pt x="0" y="6"/>
                    <a:pt x="5" y="0"/>
                    <a:pt x="11" y="0"/>
                  </a:cubicBezTo>
                  <a:cubicBezTo>
                    <a:pt x="50" y="0"/>
                    <a:pt x="50" y="0"/>
                    <a:pt x="50" y="0"/>
                  </a:cubicBezTo>
                  <a:cubicBezTo>
                    <a:pt x="56" y="0"/>
                    <a:pt x="61" y="6"/>
                    <a:pt x="61" y="12"/>
                  </a:cubicBezTo>
                  <a:lnTo>
                    <a:pt x="61" y="51"/>
                  </a:lnTo>
                  <a:close/>
                  <a:moveTo>
                    <a:pt x="43" y="47"/>
                  </a:moveTo>
                  <a:cubicBezTo>
                    <a:pt x="42" y="47"/>
                    <a:pt x="40" y="48"/>
                    <a:pt x="39" y="48"/>
                  </a:cubicBezTo>
                  <a:cubicBezTo>
                    <a:pt x="35" y="48"/>
                    <a:pt x="34" y="45"/>
                    <a:pt x="34" y="42"/>
                  </a:cubicBezTo>
                  <a:cubicBezTo>
                    <a:pt x="34" y="26"/>
                    <a:pt x="34" y="26"/>
                    <a:pt x="34" y="26"/>
                  </a:cubicBezTo>
                  <a:cubicBezTo>
                    <a:pt x="44" y="26"/>
                    <a:pt x="44" y="26"/>
                    <a:pt x="44" y="26"/>
                  </a:cubicBezTo>
                  <a:cubicBezTo>
                    <a:pt x="44" y="19"/>
                    <a:pt x="44" y="19"/>
                    <a:pt x="44" y="19"/>
                  </a:cubicBezTo>
                  <a:cubicBezTo>
                    <a:pt x="34" y="19"/>
                    <a:pt x="34" y="19"/>
                    <a:pt x="34" y="19"/>
                  </a:cubicBezTo>
                  <a:cubicBezTo>
                    <a:pt x="34" y="6"/>
                    <a:pt x="34" y="6"/>
                    <a:pt x="34" y="6"/>
                  </a:cubicBezTo>
                  <a:cubicBezTo>
                    <a:pt x="26" y="6"/>
                    <a:pt x="26" y="6"/>
                    <a:pt x="26" y="6"/>
                  </a:cubicBezTo>
                  <a:cubicBezTo>
                    <a:pt x="26" y="6"/>
                    <a:pt x="26" y="6"/>
                    <a:pt x="26" y="6"/>
                  </a:cubicBezTo>
                  <a:cubicBezTo>
                    <a:pt x="26" y="10"/>
                    <a:pt x="24" y="17"/>
                    <a:pt x="16" y="20"/>
                  </a:cubicBezTo>
                  <a:cubicBezTo>
                    <a:pt x="16" y="26"/>
                    <a:pt x="16" y="26"/>
                    <a:pt x="16" y="26"/>
                  </a:cubicBezTo>
                  <a:cubicBezTo>
                    <a:pt x="21" y="26"/>
                    <a:pt x="21" y="26"/>
                    <a:pt x="21" y="26"/>
                  </a:cubicBezTo>
                  <a:cubicBezTo>
                    <a:pt x="21" y="43"/>
                    <a:pt x="21" y="43"/>
                    <a:pt x="21" y="43"/>
                  </a:cubicBezTo>
                  <a:cubicBezTo>
                    <a:pt x="21" y="49"/>
                    <a:pt x="25" y="57"/>
                    <a:pt x="36" y="57"/>
                  </a:cubicBezTo>
                  <a:cubicBezTo>
                    <a:pt x="40" y="57"/>
                    <a:pt x="44" y="55"/>
                    <a:pt x="45" y="54"/>
                  </a:cubicBezTo>
                  <a:lnTo>
                    <a:pt x="43" y="4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4" name="Group 249"/>
          <p:cNvGrpSpPr/>
          <p:nvPr/>
        </p:nvGrpSpPr>
        <p:grpSpPr>
          <a:xfrm>
            <a:off x="5346779" y="2605413"/>
            <a:ext cx="566738" cy="661988"/>
            <a:chOff x="5346779" y="2605413"/>
            <a:chExt cx="566738" cy="661988"/>
          </a:xfrm>
        </p:grpSpPr>
        <p:grpSp>
          <p:nvGrpSpPr>
            <p:cNvPr id="255" name="Group 78"/>
            <p:cNvGrpSpPr/>
            <p:nvPr/>
          </p:nvGrpSpPr>
          <p:grpSpPr>
            <a:xfrm rot="1546817">
              <a:off x="5346779" y="2605413"/>
              <a:ext cx="566738" cy="661988"/>
              <a:chOff x="4470400" y="1712913"/>
              <a:chExt cx="566738" cy="661988"/>
            </a:xfrm>
            <a:solidFill>
              <a:schemeClr val="accent4">
                <a:lumMod val="60000"/>
                <a:lumOff val="40000"/>
              </a:schemeClr>
            </a:solidFill>
          </p:grpSpPr>
          <p:sp>
            <p:nvSpPr>
              <p:cNvPr id="80" name="Oval 14"/>
              <p:cNvSpPr>
                <a:spLocks noChangeArrowheads="1"/>
              </p:cNvSpPr>
              <p:nvPr/>
            </p:nvSpPr>
            <p:spPr bwMode="auto">
              <a:xfrm>
                <a:off x="4470400" y="1712913"/>
                <a:ext cx="566738" cy="5667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15"/>
              <p:cNvSpPr>
                <a:spLocks/>
              </p:cNvSpPr>
              <p:nvPr/>
            </p:nvSpPr>
            <p:spPr bwMode="auto">
              <a:xfrm>
                <a:off x="4614863" y="2239963"/>
                <a:ext cx="144463" cy="134938"/>
              </a:xfrm>
              <a:custGeom>
                <a:avLst/>
                <a:gdLst/>
                <a:ahLst/>
                <a:cxnLst>
                  <a:cxn ang="0">
                    <a:pos x="0" y="0"/>
                  </a:cxn>
                  <a:cxn ang="0">
                    <a:pos x="8" y="85"/>
                  </a:cxn>
                  <a:cxn ang="0">
                    <a:pos x="91" y="14"/>
                  </a:cxn>
                  <a:cxn ang="0">
                    <a:pos x="0" y="0"/>
                  </a:cxn>
                </a:cxnLst>
                <a:rect l="0" t="0" r="r" b="b"/>
                <a:pathLst>
                  <a:path w="91" h="85">
                    <a:moveTo>
                      <a:pt x="0" y="0"/>
                    </a:moveTo>
                    <a:lnTo>
                      <a:pt x="8" y="85"/>
                    </a:lnTo>
                    <a:lnTo>
                      <a:pt x="91"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5" name="Freeform 116"/>
            <p:cNvSpPr>
              <a:spLocks noEditPoints="1"/>
            </p:cNvSpPr>
            <p:nvPr/>
          </p:nvSpPr>
          <p:spPr bwMode="auto">
            <a:xfrm>
              <a:off x="5501973" y="2749093"/>
              <a:ext cx="303575" cy="244819"/>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6" name="Group 247"/>
          <p:cNvGrpSpPr/>
          <p:nvPr/>
        </p:nvGrpSpPr>
        <p:grpSpPr>
          <a:xfrm>
            <a:off x="3931612" y="2392259"/>
            <a:ext cx="627063" cy="735013"/>
            <a:chOff x="3931612" y="2392259"/>
            <a:chExt cx="627063" cy="735013"/>
          </a:xfrm>
        </p:grpSpPr>
        <p:grpSp>
          <p:nvGrpSpPr>
            <p:cNvPr id="257" name="Group 99"/>
            <p:cNvGrpSpPr/>
            <p:nvPr/>
          </p:nvGrpSpPr>
          <p:grpSpPr>
            <a:xfrm>
              <a:off x="3931612" y="2392259"/>
              <a:ext cx="627063" cy="735013"/>
              <a:chOff x="3619500" y="2574925"/>
              <a:chExt cx="627063" cy="735013"/>
            </a:xfrm>
            <a:solidFill>
              <a:schemeClr val="accent4">
                <a:lumMod val="60000"/>
                <a:lumOff val="40000"/>
              </a:schemeClr>
            </a:solidFill>
          </p:grpSpPr>
          <p:sp>
            <p:nvSpPr>
              <p:cNvPr id="101" name="Oval 28"/>
              <p:cNvSpPr>
                <a:spLocks noChangeArrowheads="1"/>
              </p:cNvSpPr>
              <p:nvPr/>
            </p:nvSpPr>
            <p:spPr bwMode="auto">
              <a:xfrm>
                <a:off x="3619500" y="2574925"/>
                <a:ext cx="627063" cy="6270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29"/>
              <p:cNvSpPr>
                <a:spLocks/>
              </p:cNvSpPr>
              <p:nvPr/>
            </p:nvSpPr>
            <p:spPr bwMode="auto">
              <a:xfrm>
                <a:off x="3925888" y="3159125"/>
                <a:ext cx="161925" cy="150813"/>
              </a:xfrm>
              <a:custGeom>
                <a:avLst/>
                <a:gdLst/>
                <a:ahLst/>
                <a:cxnLst>
                  <a:cxn ang="0">
                    <a:pos x="102" y="0"/>
                  </a:cxn>
                  <a:cxn ang="0">
                    <a:pos x="92" y="95"/>
                  </a:cxn>
                  <a:cxn ang="0">
                    <a:pos x="0" y="16"/>
                  </a:cxn>
                  <a:cxn ang="0">
                    <a:pos x="102" y="0"/>
                  </a:cxn>
                </a:cxnLst>
                <a:rect l="0" t="0" r="r" b="b"/>
                <a:pathLst>
                  <a:path w="102" h="95">
                    <a:moveTo>
                      <a:pt x="102" y="0"/>
                    </a:moveTo>
                    <a:lnTo>
                      <a:pt x="92" y="95"/>
                    </a:lnTo>
                    <a:lnTo>
                      <a:pt x="0" y="16"/>
                    </a:lnTo>
                    <a:lnTo>
                      <a:pt x="10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6" name="Freeform 57"/>
            <p:cNvSpPr>
              <a:spLocks noEditPoints="1"/>
            </p:cNvSpPr>
            <p:nvPr/>
          </p:nvSpPr>
          <p:spPr bwMode="auto">
            <a:xfrm>
              <a:off x="4089198" y="2583430"/>
              <a:ext cx="309981" cy="274806"/>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8" name="Group 259"/>
          <p:cNvGrpSpPr/>
          <p:nvPr/>
        </p:nvGrpSpPr>
        <p:grpSpPr>
          <a:xfrm>
            <a:off x="2875296" y="1666069"/>
            <a:ext cx="447675" cy="522288"/>
            <a:chOff x="2875296" y="1666069"/>
            <a:chExt cx="447675" cy="522288"/>
          </a:xfrm>
        </p:grpSpPr>
        <p:grpSp>
          <p:nvGrpSpPr>
            <p:cNvPr id="260" name="Group 84"/>
            <p:cNvGrpSpPr/>
            <p:nvPr/>
          </p:nvGrpSpPr>
          <p:grpSpPr>
            <a:xfrm rot="20478992">
              <a:off x="2875296" y="1666069"/>
              <a:ext cx="447675" cy="522288"/>
              <a:chOff x="3997325" y="1204913"/>
              <a:chExt cx="447675" cy="522288"/>
            </a:xfrm>
            <a:solidFill>
              <a:schemeClr val="accent2">
                <a:lumMod val="60000"/>
                <a:lumOff val="40000"/>
              </a:schemeClr>
            </a:solidFill>
          </p:grpSpPr>
          <p:sp>
            <p:nvSpPr>
              <p:cNvPr id="86" name="Oval 18"/>
              <p:cNvSpPr>
                <a:spLocks noChangeArrowheads="1"/>
              </p:cNvSpPr>
              <p:nvPr/>
            </p:nvSpPr>
            <p:spPr bwMode="auto">
              <a:xfrm>
                <a:off x="3997325" y="1204913"/>
                <a:ext cx="447675"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19"/>
              <p:cNvSpPr>
                <a:spLocks/>
              </p:cNvSpPr>
              <p:nvPr/>
            </p:nvSpPr>
            <p:spPr bwMode="auto">
              <a:xfrm>
                <a:off x="4216400" y="1620838"/>
                <a:ext cx="115888" cy="106363"/>
              </a:xfrm>
              <a:custGeom>
                <a:avLst/>
                <a:gdLst/>
                <a:ahLst/>
                <a:cxnLst>
                  <a:cxn ang="0">
                    <a:pos x="73" y="0"/>
                  </a:cxn>
                  <a:cxn ang="0">
                    <a:pos x="66" y="67"/>
                  </a:cxn>
                  <a:cxn ang="0">
                    <a:pos x="0" y="13"/>
                  </a:cxn>
                  <a:cxn ang="0">
                    <a:pos x="73" y="0"/>
                  </a:cxn>
                </a:cxnLst>
                <a:rect l="0" t="0" r="r" b="b"/>
                <a:pathLst>
                  <a:path w="73" h="67">
                    <a:moveTo>
                      <a:pt x="73" y="0"/>
                    </a:moveTo>
                    <a:lnTo>
                      <a:pt x="66" y="67"/>
                    </a:lnTo>
                    <a:lnTo>
                      <a:pt x="0" y="13"/>
                    </a:lnTo>
                    <a:lnTo>
                      <a:pt x="7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9" name="Freeform 145"/>
            <p:cNvSpPr>
              <a:spLocks noEditPoints="1"/>
            </p:cNvSpPr>
            <p:nvPr/>
          </p:nvSpPr>
          <p:spPr bwMode="auto">
            <a:xfrm>
              <a:off x="2956105" y="1772872"/>
              <a:ext cx="252834" cy="222836"/>
            </a:xfrm>
            <a:custGeom>
              <a:avLst/>
              <a:gdLst/>
              <a:ahLst/>
              <a:cxnLst>
                <a:cxn ang="0">
                  <a:pos x="82" y="45"/>
                </a:cxn>
                <a:cxn ang="0">
                  <a:pos x="82" y="61"/>
                </a:cxn>
                <a:cxn ang="0">
                  <a:pos x="81" y="62"/>
                </a:cxn>
                <a:cxn ang="0">
                  <a:pos x="77" y="62"/>
                </a:cxn>
                <a:cxn ang="0">
                  <a:pos x="77" y="65"/>
                </a:cxn>
                <a:cxn ang="0">
                  <a:pos x="69" y="72"/>
                </a:cxn>
                <a:cxn ang="0">
                  <a:pos x="61" y="65"/>
                </a:cxn>
                <a:cxn ang="0">
                  <a:pos x="61" y="62"/>
                </a:cxn>
                <a:cxn ang="0">
                  <a:pos x="20" y="62"/>
                </a:cxn>
                <a:cxn ang="0">
                  <a:pos x="20" y="65"/>
                </a:cxn>
                <a:cxn ang="0">
                  <a:pos x="13" y="72"/>
                </a:cxn>
                <a:cxn ang="0">
                  <a:pos x="5" y="65"/>
                </a:cxn>
                <a:cxn ang="0">
                  <a:pos x="5" y="62"/>
                </a:cxn>
                <a:cxn ang="0">
                  <a:pos x="1" y="62"/>
                </a:cxn>
                <a:cxn ang="0">
                  <a:pos x="0" y="61"/>
                </a:cxn>
                <a:cxn ang="0">
                  <a:pos x="0" y="45"/>
                </a:cxn>
                <a:cxn ang="0">
                  <a:pos x="9" y="36"/>
                </a:cxn>
                <a:cxn ang="0">
                  <a:pos x="10" y="36"/>
                </a:cxn>
                <a:cxn ang="0">
                  <a:pos x="14" y="19"/>
                </a:cxn>
                <a:cxn ang="0">
                  <a:pos x="25" y="11"/>
                </a:cxn>
                <a:cxn ang="0">
                  <a:pos x="31" y="11"/>
                </a:cxn>
                <a:cxn ang="0">
                  <a:pos x="31" y="2"/>
                </a:cxn>
                <a:cxn ang="0">
                  <a:pos x="32" y="0"/>
                </a:cxn>
                <a:cxn ang="0">
                  <a:pos x="50" y="0"/>
                </a:cxn>
                <a:cxn ang="0">
                  <a:pos x="51" y="2"/>
                </a:cxn>
                <a:cxn ang="0">
                  <a:pos x="51" y="11"/>
                </a:cxn>
                <a:cxn ang="0">
                  <a:pos x="56" y="11"/>
                </a:cxn>
                <a:cxn ang="0">
                  <a:pos x="68" y="19"/>
                </a:cxn>
                <a:cxn ang="0">
                  <a:pos x="72" y="36"/>
                </a:cxn>
                <a:cxn ang="0">
                  <a:pos x="73" y="36"/>
                </a:cxn>
                <a:cxn ang="0">
                  <a:pos x="82" y="45"/>
                </a:cxn>
                <a:cxn ang="0">
                  <a:pos x="19" y="49"/>
                </a:cxn>
                <a:cxn ang="0">
                  <a:pos x="13" y="43"/>
                </a:cxn>
                <a:cxn ang="0">
                  <a:pos x="6" y="49"/>
                </a:cxn>
                <a:cxn ang="0">
                  <a:pos x="13" y="56"/>
                </a:cxn>
                <a:cxn ang="0">
                  <a:pos x="19" y="49"/>
                </a:cxn>
                <a:cxn ang="0">
                  <a:pos x="61" y="36"/>
                </a:cxn>
                <a:cxn ang="0">
                  <a:pos x="58" y="22"/>
                </a:cxn>
                <a:cxn ang="0">
                  <a:pos x="56" y="21"/>
                </a:cxn>
                <a:cxn ang="0">
                  <a:pos x="25" y="21"/>
                </a:cxn>
                <a:cxn ang="0">
                  <a:pos x="24" y="22"/>
                </a:cxn>
                <a:cxn ang="0">
                  <a:pos x="20" y="36"/>
                </a:cxn>
                <a:cxn ang="0">
                  <a:pos x="61" y="36"/>
                </a:cxn>
                <a:cxn ang="0">
                  <a:pos x="76" y="49"/>
                </a:cxn>
                <a:cxn ang="0">
                  <a:pos x="69" y="43"/>
                </a:cxn>
                <a:cxn ang="0">
                  <a:pos x="63" y="49"/>
                </a:cxn>
                <a:cxn ang="0">
                  <a:pos x="69" y="56"/>
                </a:cxn>
                <a:cxn ang="0">
                  <a:pos x="76" y="49"/>
                </a:cxn>
              </a:cxnLst>
              <a:rect l="0" t="0" r="r" b="b"/>
              <a:pathLst>
                <a:path w="82" h="72">
                  <a:moveTo>
                    <a:pt x="82" y="45"/>
                  </a:moveTo>
                  <a:cubicBezTo>
                    <a:pt x="82" y="61"/>
                    <a:pt x="82" y="61"/>
                    <a:pt x="82" y="61"/>
                  </a:cubicBezTo>
                  <a:cubicBezTo>
                    <a:pt x="82" y="61"/>
                    <a:pt x="81" y="62"/>
                    <a:pt x="81" y="62"/>
                  </a:cubicBezTo>
                  <a:cubicBezTo>
                    <a:pt x="77" y="62"/>
                    <a:pt x="77" y="62"/>
                    <a:pt x="77" y="62"/>
                  </a:cubicBezTo>
                  <a:cubicBezTo>
                    <a:pt x="77" y="65"/>
                    <a:pt x="77" y="65"/>
                    <a:pt x="77" y="65"/>
                  </a:cubicBezTo>
                  <a:cubicBezTo>
                    <a:pt x="77" y="69"/>
                    <a:pt x="73" y="72"/>
                    <a:pt x="69" y="72"/>
                  </a:cubicBezTo>
                  <a:cubicBezTo>
                    <a:pt x="65" y="72"/>
                    <a:pt x="61" y="69"/>
                    <a:pt x="61" y="65"/>
                  </a:cubicBezTo>
                  <a:cubicBezTo>
                    <a:pt x="61" y="62"/>
                    <a:pt x="61" y="62"/>
                    <a:pt x="61" y="62"/>
                  </a:cubicBezTo>
                  <a:cubicBezTo>
                    <a:pt x="20" y="62"/>
                    <a:pt x="20" y="62"/>
                    <a:pt x="20" y="62"/>
                  </a:cubicBezTo>
                  <a:cubicBezTo>
                    <a:pt x="20" y="65"/>
                    <a:pt x="20" y="65"/>
                    <a:pt x="20" y="65"/>
                  </a:cubicBezTo>
                  <a:cubicBezTo>
                    <a:pt x="20" y="69"/>
                    <a:pt x="17" y="72"/>
                    <a:pt x="13" y="72"/>
                  </a:cubicBezTo>
                  <a:cubicBezTo>
                    <a:pt x="8" y="72"/>
                    <a:pt x="5" y="69"/>
                    <a:pt x="5" y="65"/>
                  </a:cubicBezTo>
                  <a:cubicBezTo>
                    <a:pt x="5" y="62"/>
                    <a:pt x="5" y="62"/>
                    <a:pt x="5" y="62"/>
                  </a:cubicBezTo>
                  <a:cubicBezTo>
                    <a:pt x="1" y="62"/>
                    <a:pt x="1" y="62"/>
                    <a:pt x="1" y="62"/>
                  </a:cubicBezTo>
                  <a:cubicBezTo>
                    <a:pt x="0" y="62"/>
                    <a:pt x="0" y="61"/>
                    <a:pt x="0" y="61"/>
                  </a:cubicBezTo>
                  <a:cubicBezTo>
                    <a:pt x="0" y="45"/>
                    <a:pt x="0" y="45"/>
                    <a:pt x="0" y="45"/>
                  </a:cubicBezTo>
                  <a:cubicBezTo>
                    <a:pt x="0" y="40"/>
                    <a:pt x="4" y="36"/>
                    <a:pt x="9" y="36"/>
                  </a:cubicBezTo>
                  <a:cubicBezTo>
                    <a:pt x="10" y="36"/>
                    <a:pt x="10" y="36"/>
                    <a:pt x="10" y="36"/>
                  </a:cubicBezTo>
                  <a:cubicBezTo>
                    <a:pt x="14" y="19"/>
                    <a:pt x="14" y="19"/>
                    <a:pt x="14" y="19"/>
                  </a:cubicBezTo>
                  <a:cubicBezTo>
                    <a:pt x="15" y="14"/>
                    <a:pt x="20" y="11"/>
                    <a:pt x="25" y="11"/>
                  </a:cubicBezTo>
                  <a:cubicBezTo>
                    <a:pt x="31" y="11"/>
                    <a:pt x="31" y="11"/>
                    <a:pt x="31" y="11"/>
                  </a:cubicBezTo>
                  <a:cubicBezTo>
                    <a:pt x="31" y="2"/>
                    <a:pt x="31" y="2"/>
                    <a:pt x="31" y="2"/>
                  </a:cubicBezTo>
                  <a:cubicBezTo>
                    <a:pt x="31" y="1"/>
                    <a:pt x="31" y="0"/>
                    <a:pt x="32" y="0"/>
                  </a:cubicBezTo>
                  <a:cubicBezTo>
                    <a:pt x="50" y="0"/>
                    <a:pt x="50" y="0"/>
                    <a:pt x="50" y="0"/>
                  </a:cubicBezTo>
                  <a:cubicBezTo>
                    <a:pt x="51" y="0"/>
                    <a:pt x="51" y="1"/>
                    <a:pt x="51" y="2"/>
                  </a:cubicBezTo>
                  <a:cubicBezTo>
                    <a:pt x="51" y="11"/>
                    <a:pt x="51" y="11"/>
                    <a:pt x="51" y="11"/>
                  </a:cubicBezTo>
                  <a:cubicBezTo>
                    <a:pt x="56" y="11"/>
                    <a:pt x="56" y="11"/>
                    <a:pt x="56" y="11"/>
                  </a:cubicBezTo>
                  <a:cubicBezTo>
                    <a:pt x="62" y="11"/>
                    <a:pt x="66" y="14"/>
                    <a:pt x="68" y="19"/>
                  </a:cubicBezTo>
                  <a:cubicBezTo>
                    <a:pt x="72" y="36"/>
                    <a:pt x="72" y="36"/>
                    <a:pt x="72" y="36"/>
                  </a:cubicBezTo>
                  <a:cubicBezTo>
                    <a:pt x="73" y="36"/>
                    <a:pt x="73" y="36"/>
                    <a:pt x="73" y="36"/>
                  </a:cubicBezTo>
                  <a:cubicBezTo>
                    <a:pt x="78" y="36"/>
                    <a:pt x="82" y="40"/>
                    <a:pt x="82" y="45"/>
                  </a:cubicBezTo>
                  <a:close/>
                  <a:moveTo>
                    <a:pt x="19" y="49"/>
                  </a:moveTo>
                  <a:cubicBezTo>
                    <a:pt x="19" y="46"/>
                    <a:pt x="16" y="43"/>
                    <a:pt x="13" y="43"/>
                  </a:cubicBezTo>
                  <a:cubicBezTo>
                    <a:pt x="9" y="43"/>
                    <a:pt x="6" y="46"/>
                    <a:pt x="6" y="49"/>
                  </a:cubicBezTo>
                  <a:cubicBezTo>
                    <a:pt x="6" y="53"/>
                    <a:pt x="9" y="56"/>
                    <a:pt x="13" y="56"/>
                  </a:cubicBezTo>
                  <a:cubicBezTo>
                    <a:pt x="16" y="56"/>
                    <a:pt x="19" y="53"/>
                    <a:pt x="19" y="49"/>
                  </a:cubicBezTo>
                  <a:close/>
                  <a:moveTo>
                    <a:pt x="61" y="36"/>
                  </a:moveTo>
                  <a:cubicBezTo>
                    <a:pt x="58" y="22"/>
                    <a:pt x="58" y="22"/>
                    <a:pt x="58" y="22"/>
                  </a:cubicBezTo>
                  <a:cubicBezTo>
                    <a:pt x="58" y="22"/>
                    <a:pt x="57" y="21"/>
                    <a:pt x="56" y="21"/>
                  </a:cubicBezTo>
                  <a:cubicBezTo>
                    <a:pt x="25" y="21"/>
                    <a:pt x="25" y="21"/>
                    <a:pt x="25" y="21"/>
                  </a:cubicBezTo>
                  <a:cubicBezTo>
                    <a:pt x="25" y="21"/>
                    <a:pt x="24" y="22"/>
                    <a:pt x="24" y="22"/>
                  </a:cubicBezTo>
                  <a:cubicBezTo>
                    <a:pt x="20" y="36"/>
                    <a:pt x="20" y="36"/>
                    <a:pt x="20" y="36"/>
                  </a:cubicBezTo>
                  <a:lnTo>
                    <a:pt x="61" y="36"/>
                  </a:lnTo>
                  <a:close/>
                  <a:moveTo>
                    <a:pt x="76" y="49"/>
                  </a:moveTo>
                  <a:cubicBezTo>
                    <a:pt x="76" y="46"/>
                    <a:pt x="73" y="43"/>
                    <a:pt x="69" y="43"/>
                  </a:cubicBezTo>
                  <a:cubicBezTo>
                    <a:pt x="66" y="43"/>
                    <a:pt x="63" y="46"/>
                    <a:pt x="63" y="49"/>
                  </a:cubicBezTo>
                  <a:cubicBezTo>
                    <a:pt x="63" y="53"/>
                    <a:pt x="66" y="56"/>
                    <a:pt x="69" y="56"/>
                  </a:cubicBezTo>
                  <a:cubicBezTo>
                    <a:pt x="73" y="56"/>
                    <a:pt x="76" y="53"/>
                    <a:pt x="76" y="4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2" name="Group 261"/>
          <p:cNvGrpSpPr/>
          <p:nvPr/>
        </p:nvGrpSpPr>
        <p:grpSpPr>
          <a:xfrm>
            <a:off x="6230596" y="1866684"/>
            <a:ext cx="339431" cy="396003"/>
            <a:chOff x="6230596" y="1866684"/>
            <a:chExt cx="339431" cy="396003"/>
          </a:xfrm>
        </p:grpSpPr>
        <p:grpSp>
          <p:nvGrpSpPr>
            <p:cNvPr id="264" name="Group 141"/>
            <p:cNvGrpSpPr/>
            <p:nvPr/>
          </p:nvGrpSpPr>
          <p:grpSpPr>
            <a:xfrm rot="1782731">
              <a:off x="6230596" y="1866684"/>
              <a:ext cx="339431" cy="396003"/>
              <a:chOff x="4392613" y="2482850"/>
              <a:chExt cx="447675" cy="522288"/>
            </a:xfrm>
            <a:solidFill>
              <a:schemeClr val="accent2"/>
            </a:solidFill>
          </p:grpSpPr>
          <p:sp>
            <p:nvSpPr>
              <p:cNvPr id="143" name="Oval 24"/>
              <p:cNvSpPr>
                <a:spLocks noChangeArrowheads="1"/>
              </p:cNvSpPr>
              <p:nvPr/>
            </p:nvSpPr>
            <p:spPr bwMode="auto">
              <a:xfrm>
                <a:off x="4392613" y="2482850"/>
                <a:ext cx="447675" cy="4476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25"/>
              <p:cNvSpPr>
                <a:spLocks/>
              </p:cNvSpPr>
              <p:nvPr/>
            </p:nvSpPr>
            <p:spPr bwMode="auto">
              <a:xfrm>
                <a:off x="4611688" y="2898775"/>
                <a:ext cx="115888" cy="106363"/>
              </a:xfrm>
              <a:custGeom>
                <a:avLst/>
                <a:gdLst/>
                <a:ahLst/>
                <a:cxnLst>
                  <a:cxn ang="0">
                    <a:pos x="73" y="0"/>
                  </a:cxn>
                  <a:cxn ang="0">
                    <a:pos x="68" y="67"/>
                  </a:cxn>
                  <a:cxn ang="0">
                    <a:pos x="0" y="13"/>
                  </a:cxn>
                  <a:cxn ang="0">
                    <a:pos x="73" y="0"/>
                  </a:cxn>
                </a:cxnLst>
                <a:rect l="0" t="0" r="r" b="b"/>
                <a:pathLst>
                  <a:path w="73" h="67">
                    <a:moveTo>
                      <a:pt x="73" y="0"/>
                    </a:moveTo>
                    <a:lnTo>
                      <a:pt x="68" y="67"/>
                    </a:lnTo>
                    <a:lnTo>
                      <a:pt x="0" y="13"/>
                    </a:lnTo>
                    <a:lnTo>
                      <a:pt x="7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1" name="Freeform 157"/>
            <p:cNvSpPr>
              <a:spLocks noEditPoints="1"/>
            </p:cNvSpPr>
            <p:nvPr/>
          </p:nvSpPr>
          <p:spPr bwMode="auto">
            <a:xfrm>
              <a:off x="6338491" y="1947067"/>
              <a:ext cx="141288" cy="173038"/>
            </a:xfrm>
            <a:custGeom>
              <a:avLst/>
              <a:gdLst/>
              <a:ahLst/>
              <a:cxnLst>
                <a:cxn ang="0">
                  <a:pos x="41" y="44"/>
                </a:cxn>
                <a:cxn ang="0">
                  <a:pos x="35" y="50"/>
                </a:cxn>
                <a:cxn ang="0">
                  <a:pos x="5" y="50"/>
                </a:cxn>
                <a:cxn ang="0">
                  <a:pos x="0" y="44"/>
                </a:cxn>
                <a:cxn ang="0">
                  <a:pos x="0" y="5"/>
                </a:cxn>
                <a:cxn ang="0">
                  <a:pos x="5" y="0"/>
                </a:cxn>
                <a:cxn ang="0">
                  <a:pos x="35" y="0"/>
                </a:cxn>
                <a:cxn ang="0">
                  <a:pos x="41" y="5"/>
                </a:cxn>
                <a:cxn ang="0">
                  <a:pos x="41" y="44"/>
                </a:cxn>
                <a:cxn ang="0">
                  <a:pos x="36" y="5"/>
                </a:cxn>
                <a:cxn ang="0">
                  <a:pos x="35" y="4"/>
                </a:cxn>
                <a:cxn ang="0">
                  <a:pos x="5" y="4"/>
                </a:cxn>
                <a:cxn ang="0">
                  <a:pos x="4" y="5"/>
                </a:cxn>
                <a:cxn ang="0">
                  <a:pos x="4" y="40"/>
                </a:cxn>
                <a:cxn ang="0">
                  <a:pos x="5" y="41"/>
                </a:cxn>
                <a:cxn ang="0">
                  <a:pos x="35" y="41"/>
                </a:cxn>
                <a:cxn ang="0">
                  <a:pos x="36" y="40"/>
                </a:cxn>
                <a:cxn ang="0">
                  <a:pos x="36" y="5"/>
                </a:cxn>
                <a:cxn ang="0">
                  <a:pos x="20" y="43"/>
                </a:cxn>
                <a:cxn ang="0">
                  <a:pos x="18" y="45"/>
                </a:cxn>
                <a:cxn ang="0">
                  <a:pos x="20" y="48"/>
                </a:cxn>
                <a:cxn ang="0">
                  <a:pos x="23" y="45"/>
                </a:cxn>
                <a:cxn ang="0">
                  <a:pos x="20" y="43"/>
                </a:cxn>
              </a:cxnLst>
              <a:rect l="0" t="0" r="r" b="b"/>
              <a:pathLst>
                <a:path w="41" h="50">
                  <a:moveTo>
                    <a:pt x="41" y="44"/>
                  </a:moveTo>
                  <a:cubicBezTo>
                    <a:pt x="41" y="47"/>
                    <a:pt x="38" y="50"/>
                    <a:pt x="35" y="50"/>
                  </a:cubicBezTo>
                  <a:cubicBezTo>
                    <a:pt x="5" y="50"/>
                    <a:pt x="5" y="50"/>
                    <a:pt x="5" y="50"/>
                  </a:cubicBezTo>
                  <a:cubicBezTo>
                    <a:pt x="2" y="50"/>
                    <a:pt x="0" y="47"/>
                    <a:pt x="0" y="44"/>
                  </a:cubicBezTo>
                  <a:cubicBezTo>
                    <a:pt x="0" y="5"/>
                    <a:pt x="0" y="5"/>
                    <a:pt x="0" y="5"/>
                  </a:cubicBezTo>
                  <a:cubicBezTo>
                    <a:pt x="0" y="2"/>
                    <a:pt x="2" y="0"/>
                    <a:pt x="5" y="0"/>
                  </a:cubicBezTo>
                  <a:cubicBezTo>
                    <a:pt x="35" y="0"/>
                    <a:pt x="35" y="0"/>
                    <a:pt x="35" y="0"/>
                  </a:cubicBezTo>
                  <a:cubicBezTo>
                    <a:pt x="38" y="0"/>
                    <a:pt x="41" y="2"/>
                    <a:pt x="41" y="5"/>
                  </a:cubicBezTo>
                  <a:lnTo>
                    <a:pt x="41" y="44"/>
                  </a:lnTo>
                  <a:close/>
                  <a:moveTo>
                    <a:pt x="36" y="5"/>
                  </a:moveTo>
                  <a:cubicBezTo>
                    <a:pt x="36" y="5"/>
                    <a:pt x="36" y="4"/>
                    <a:pt x="35" y="4"/>
                  </a:cubicBezTo>
                  <a:cubicBezTo>
                    <a:pt x="5" y="4"/>
                    <a:pt x="5" y="4"/>
                    <a:pt x="5" y="4"/>
                  </a:cubicBezTo>
                  <a:cubicBezTo>
                    <a:pt x="5" y="4"/>
                    <a:pt x="4" y="5"/>
                    <a:pt x="4" y="5"/>
                  </a:cubicBezTo>
                  <a:cubicBezTo>
                    <a:pt x="4" y="40"/>
                    <a:pt x="4" y="40"/>
                    <a:pt x="4" y="40"/>
                  </a:cubicBezTo>
                  <a:cubicBezTo>
                    <a:pt x="4" y="40"/>
                    <a:pt x="5" y="41"/>
                    <a:pt x="5" y="41"/>
                  </a:cubicBezTo>
                  <a:cubicBezTo>
                    <a:pt x="35" y="41"/>
                    <a:pt x="35" y="41"/>
                    <a:pt x="35" y="41"/>
                  </a:cubicBezTo>
                  <a:cubicBezTo>
                    <a:pt x="36" y="41"/>
                    <a:pt x="36" y="40"/>
                    <a:pt x="36" y="40"/>
                  </a:cubicBezTo>
                  <a:lnTo>
                    <a:pt x="36" y="5"/>
                  </a:lnTo>
                  <a:close/>
                  <a:moveTo>
                    <a:pt x="20" y="43"/>
                  </a:moveTo>
                  <a:cubicBezTo>
                    <a:pt x="19" y="43"/>
                    <a:pt x="18" y="44"/>
                    <a:pt x="18" y="45"/>
                  </a:cubicBezTo>
                  <a:cubicBezTo>
                    <a:pt x="18" y="46"/>
                    <a:pt x="19" y="48"/>
                    <a:pt x="20" y="48"/>
                  </a:cubicBezTo>
                  <a:cubicBezTo>
                    <a:pt x="22" y="48"/>
                    <a:pt x="23" y="46"/>
                    <a:pt x="23" y="45"/>
                  </a:cubicBezTo>
                  <a:cubicBezTo>
                    <a:pt x="23" y="44"/>
                    <a:pt x="22" y="43"/>
                    <a:pt x="20" y="4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6" name="Group 263"/>
          <p:cNvGrpSpPr/>
          <p:nvPr/>
        </p:nvGrpSpPr>
        <p:grpSpPr>
          <a:xfrm>
            <a:off x="6837251" y="2560266"/>
            <a:ext cx="271075" cy="316634"/>
            <a:chOff x="6837251" y="2560266"/>
            <a:chExt cx="271075" cy="316634"/>
          </a:xfrm>
        </p:grpSpPr>
        <p:grpSp>
          <p:nvGrpSpPr>
            <p:cNvPr id="268" name="Group 147"/>
            <p:cNvGrpSpPr/>
            <p:nvPr/>
          </p:nvGrpSpPr>
          <p:grpSpPr>
            <a:xfrm rot="2101817">
              <a:off x="6837251" y="2560266"/>
              <a:ext cx="271075" cy="316634"/>
              <a:chOff x="4470400" y="1712913"/>
              <a:chExt cx="566738" cy="661988"/>
            </a:xfrm>
            <a:solidFill>
              <a:schemeClr val="accent3"/>
            </a:solidFill>
          </p:grpSpPr>
          <p:sp>
            <p:nvSpPr>
              <p:cNvPr id="149" name="Oval 14"/>
              <p:cNvSpPr>
                <a:spLocks noChangeArrowheads="1"/>
              </p:cNvSpPr>
              <p:nvPr/>
            </p:nvSpPr>
            <p:spPr bwMode="auto">
              <a:xfrm>
                <a:off x="4470400" y="1712913"/>
                <a:ext cx="566738" cy="5667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5"/>
              <p:cNvSpPr>
                <a:spLocks/>
              </p:cNvSpPr>
              <p:nvPr/>
            </p:nvSpPr>
            <p:spPr bwMode="auto">
              <a:xfrm>
                <a:off x="4614863" y="2239963"/>
                <a:ext cx="144463" cy="134938"/>
              </a:xfrm>
              <a:custGeom>
                <a:avLst/>
                <a:gdLst/>
                <a:ahLst/>
                <a:cxnLst>
                  <a:cxn ang="0">
                    <a:pos x="0" y="0"/>
                  </a:cxn>
                  <a:cxn ang="0">
                    <a:pos x="8" y="85"/>
                  </a:cxn>
                  <a:cxn ang="0">
                    <a:pos x="91" y="14"/>
                  </a:cxn>
                  <a:cxn ang="0">
                    <a:pos x="0" y="0"/>
                  </a:cxn>
                </a:cxnLst>
                <a:rect l="0" t="0" r="r" b="b"/>
                <a:pathLst>
                  <a:path w="91" h="85">
                    <a:moveTo>
                      <a:pt x="0" y="0"/>
                    </a:moveTo>
                    <a:lnTo>
                      <a:pt x="8" y="85"/>
                    </a:lnTo>
                    <a:lnTo>
                      <a:pt x="91"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3" name="Freeform 157"/>
            <p:cNvSpPr>
              <a:spLocks noEditPoints="1"/>
            </p:cNvSpPr>
            <p:nvPr/>
          </p:nvSpPr>
          <p:spPr bwMode="auto">
            <a:xfrm>
              <a:off x="6921138" y="2607752"/>
              <a:ext cx="141288" cy="173038"/>
            </a:xfrm>
            <a:custGeom>
              <a:avLst/>
              <a:gdLst/>
              <a:ahLst/>
              <a:cxnLst>
                <a:cxn ang="0">
                  <a:pos x="41" y="44"/>
                </a:cxn>
                <a:cxn ang="0">
                  <a:pos x="35" y="50"/>
                </a:cxn>
                <a:cxn ang="0">
                  <a:pos x="5" y="50"/>
                </a:cxn>
                <a:cxn ang="0">
                  <a:pos x="0" y="44"/>
                </a:cxn>
                <a:cxn ang="0">
                  <a:pos x="0" y="5"/>
                </a:cxn>
                <a:cxn ang="0">
                  <a:pos x="5" y="0"/>
                </a:cxn>
                <a:cxn ang="0">
                  <a:pos x="35" y="0"/>
                </a:cxn>
                <a:cxn ang="0">
                  <a:pos x="41" y="5"/>
                </a:cxn>
                <a:cxn ang="0">
                  <a:pos x="41" y="44"/>
                </a:cxn>
                <a:cxn ang="0">
                  <a:pos x="36" y="5"/>
                </a:cxn>
                <a:cxn ang="0">
                  <a:pos x="35" y="4"/>
                </a:cxn>
                <a:cxn ang="0">
                  <a:pos x="5" y="4"/>
                </a:cxn>
                <a:cxn ang="0">
                  <a:pos x="4" y="5"/>
                </a:cxn>
                <a:cxn ang="0">
                  <a:pos x="4" y="40"/>
                </a:cxn>
                <a:cxn ang="0">
                  <a:pos x="5" y="41"/>
                </a:cxn>
                <a:cxn ang="0">
                  <a:pos x="35" y="41"/>
                </a:cxn>
                <a:cxn ang="0">
                  <a:pos x="36" y="40"/>
                </a:cxn>
                <a:cxn ang="0">
                  <a:pos x="36" y="5"/>
                </a:cxn>
                <a:cxn ang="0">
                  <a:pos x="20" y="43"/>
                </a:cxn>
                <a:cxn ang="0">
                  <a:pos x="18" y="45"/>
                </a:cxn>
                <a:cxn ang="0">
                  <a:pos x="20" y="48"/>
                </a:cxn>
                <a:cxn ang="0">
                  <a:pos x="23" y="45"/>
                </a:cxn>
                <a:cxn ang="0">
                  <a:pos x="20" y="43"/>
                </a:cxn>
              </a:cxnLst>
              <a:rect l="0" t="0" r="r" b="b"/>
              <a:pathLst>
                <a:path w="41" h="50">
                  <a:moveTo>
                    <a:pt x="41" y="44"/>
                  </a:moveTo>
                  <a:cubicBezTo>
                    <a:pt x="41" y="47"/>
                    <a:pt x="38" y="50"/>
                    <a:pt x="35" y="50"/>
                  </a:cubicBezTo>
                  <a:cubicBezTo>
                    <a:pt x="5" y="50"/>
                    <a:pt x="5" y="50"/>
                    <a:pt x="5" y="50"/>
                  </a:cubicBezTo>
                  <a:cubicBezTo>
                    <a:pt x="2" y="50"/>
                    <a:pt x="0" y="47"/>
                    <a:pt x="0" y="44"/>
                  </a:cubicBezTo>
                  <a:cubicBezTo>
                    <a:pt x="0" y="5"/>
                    <a:pt x="0" y="5"/>
                    <a:pt x="0" y="5"/>
                  </a:cubicBezTo>
                  <a:cubicBezTo>
                    <a:pt x="0" y="2"/>
                    <a:pt x="2" y="0"/>
                    <a:pt x="5" y="0"/>
                  </a:cubicBezTo>
                  <a:cubicBezTo>
                    <a:pt x="35" y="0"/>
                    <a:pt x="35" y="0"/>
                    <a:pt x="35" y="0"/>
                  </a:cubicBezTo>
                  <a:cubicBezTo>
                    <a:pt x="38" y="0"/>
                    <a:pt x="41" y="2"/>
                    <a:pt x="41" y="5"/>
                  </a:cubicBezTo>
                  <a:lnTo>
                    <a:pt x="41" y="44"/>
                  </a:lnTo>
                  <a:close/>
                  <a:moveTo>
                    <a:pt x="36" y="5"/>
                  </a:moveTo>
                  <a:cubicBezTo>
                    <a:pt x="36" y="5"/>
                    <a:pt x="36" y="4"/>
                    <a:pt x="35" y="4"/>
                  </a:cubicBezTo>
                  <a:cubicBezTo>
                    <a:pt x="5" y="4"/>
                    <a:pt x="5" y="4"/>
                    <a:pt x="5" y="4"/>
                  </a:cubicBezTo>
                  <a:cubicBezTo>
                    <a:pt x="5" y="4"/>
                    <a:pt x="4" y="5"/>
                    <a:pt x="4" y="5"/>
                  </a:cubicBezTo>
                  <a:cubicBezTo>
                    <a:pt x="4" y="40"/>
                    <a:pt x="4" y="40"/>
                    <a:pt x="4" y="40"/>
                  </a:cubicBezTo>
                  <a:cubicBezTo>
                    <a:pt x="4" y="40"/>
                    <a:pt x="5" y="41"/>
                    <a:pt x="5" y="41"/>
                  </a:cubicBezTo>
                  <a:cubicBezTo>
                    <a:pt x="35" y="41"/>
                    <a:pt x="35" y="41"/>
                    <a:pt x="35" y="41"/>
                  </a:cubicBezTo>
                  <a:cubicBezTo>
                    <a:pt x="36" y="41"/>
                    <a:pt x="36" y="40"/>
                    <a:pt x="36" y="40"/>
                  </a:cubicBezTo>
                  <a:lnTo>
                    <a:pt x="36" y="5"/>
                  </a:lnTo>
                  <a:close/>
                  <a:moveTo>
                    <a:pt x="20" y="43"/>
                  </a:moveTo>
                  <a:cubicBezTo>
                    <a:pt x="19" y="43"/>
                    <a:pt x="18" y="44"/>
                    <a:pt x="18" y="45"/>
                  </a:cubicBezTo>
                  <a:cubicBezTo>
                    <a:pt x="18" y="46"/>
                    <a:pt x="19" y="48"/>
                    <a:pt x="20" y="48"/>
                  </a:cubicBezTo>
                  <a:cubicBezTo>
                    <a:pt x="22" y="48"/>
                    <a:pt x="23" y="46"/>
                    <a:pt x="23" y="45"/>
                  </a:cubicBezTo>
                  <a:cubicBezTo>
                    <a:pt x="23" y="44"/>
                    <a:pt x="22" y="43"/>
                    <a:pt x="20" y="4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0" name="Group 265"/>
          <p:cNvGrpSpPr/>
          <p:nvPr/>
        </p:nvGrpSpPr>
        <p:grpSpPr>
          <a:xfrm>
            <a:off x="2024279" y="2583045"/>
            <a:ext cx="316634" cy="271075"/>
            <a:chOff x="2024279" y="2583045"/>
            <a:chExt cx="316634" cy="271075"/>
          </a:xfrm>
        </p:grpSpPr>
        <p:grpSp>
          <p:nvGrpSpPr>
            <p:cNvPr id="271" name="Group 132"/>
            <p:cNvGrpSpPr/>
            <p:nvPr/>
          </p:nvGrpSpPr>
          <p:grpSpPr>
            <a:xfrm rot="17547923">
              <a:off x="2047058" y="2560266"/>
              <a:ext cx="271075" cy="316634"/>
              <a:chOff x="4470400" y="1712913"/>
              <a:chExt cx="566738" cy="661988"/>
            </a:xfrm>
            <a:solidFill>
              <a:schemeClr val="accent4"/>
            </a:solidFill>
          </p:grpSpPr>
          <p:sp>
            <p:nvSpPr>
              <p:cNvPr id="134" name="Oval 14"/>
              <p:cNvSpPr>
                <a:spLocks noChangeArrowheads="1"/>
              </p:cNvSpPr>
              <p:nvPr/>
            </p:nvSpPr>
            <p:spPr bwMode="auto">
              <a:xfrm>
                <a:off x="4470400" y="1712913"/>
                <a:ext cx="566738" cy="5667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5"/>
              <p:cNvSpPr>
                <a:spLocks/>
              </p:cNvSpPr>
              <p:nvPr/>
            </p:nvSpPr>
            <p:spPr bwMode="auto">
              <a:xfrm>
                <a:off x="4614863" y="2239963"/>
                <a:ext cx="144463" cy="134938"/>
              </a:xfrm>
              <a:custGeom>
                <a:avLst/>
                <a:gdLst/>
                <a:ahLst/>
                <a:cxnLst>
                  <a:cxn ang="0">
                    <a:pos x="0" y="0"/>
                  </a:cxn>
                  <a:cxn ang="0">
                    <a:pos x="8" y="85"/>
                  </a:cxn>
                  <a:cxn ang="0">
                    <a:pos x="91" y="14"/>
                  </a:cxn>
                  <a:cxn ang="0">
                    <a:pos x="0" y="0"/>
                  </a:cxn>
                </a:cxnLst>
                <a:rect l="0" t="0" r="r" b="b"/>
                <a:pathLst>
                  <a:path w="91" h="85">
                    <a:moveTo>
                      <a:pt x="0" y="0"/>
                    </a:moveTo>
                    <a:lnTo>
                      <a:pt x="8" y="85"/>
                    </a:lnTo>
                    <a:lnTo>
                      <a:pt x="91"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5" name="Freeform 157"/>
            <p:cNvSpPr>
              <a:spLocks noEditPoints="1"/>
            </p:cNvSpPr>
            <p:nvPr/>
          </p:nvSpPr>
          <p:spPr bwMode="auto">
            <a:xfrm>
              <a:off x="2102577" y="2639793"/>
              <a:ext cx="113722" cy="139278"/>
            </a:xfrm>
            <a:custGeom>
              <a:avLst/>
              <a:gdLst/>
              <a:ahLst/>
              <a:cxnLst>
                <a:cxn ang="0">
                  <a:pos x="41" y="44"/>
                </a:cxn>
                <a:cxn ang="0">
                  <a:pos x="35" y="50"/>
                </a:cxn>
                <a:cxn ang="0">
                  <a:pos x="5" y="50"/>
                </a:cxn>
                <a:cxn ang="0">
                  <a:pos x="0" y="44"/>
                </a:cxn>
                <a:cxn ang="0">
                  <a:pos x="0" y="5"/>
                </a:cxn>
                <a:cxn ang="0">
                  <a:pos x="5" y="0"/>
                </a:cxn>
                <a:cxn ang="0">
                  <a:pos x="35" y="0"/>
                </a:cxn>
                <a:cxn ang="0">
                  <a:pos x="41" y="5"/>
                </a:cxn>
                <a:cxn ang="0">
                  <a:pos x="41" y="44"/>
                </a:cxn>
                <a:cxn ang="0">
                  <a:pos x="36" y="5"/>
                </a:cxn>
                <a:cxn ang="0">
                  <a:pos x="35" y="4"/>
                </a:cxn>
                <a:cxn ang="0">
                  <a:pos x="5" y="4"/>
                </a:cxn>
                <a:cxn ang="0">
                  <a:pos x="4" y="5"/>
                </a:cxn>
                <a:cxn ang="0">
                  <a:pos x="4" y="40"/>
                </a:cxn>
                <a:cxn ang="0">
                  <a:pos x="5" y="41"/>
                </a:cxn>
                <a:cxn ang="0">
                  <a:pos x="35" y="41"/>
                </a:cxn>
                <a:cxn ang="0">
                  <a:pos x="36" y="40"/>
                </a:cxn>
                <a:cxn ang="0">
                  <a:pos x="36" y="5"/>
                </a:cxn>
                <a:cxn ang="0">
                  <a:pos x="20" y="43"/>
                </a:cxn>
                <a:cxn ang="0">
                  <a:pos x="18" y="45"/>
                </a:cxn>
                <a:cxn ang="0">
                  <a:pos x="20" y="48"/>
                </a:cxn>
                <a:cxn ang="0">
                  <a:pos x="23" y="45"/>
                </a:cxn>
                <a:cxn ang="0">
                  <a:pos x="20" y="43"/>
                </a:cxn>
              </a:cxnLst>
              <a:rect l="0" t="0" r="r" b="b"/>
              <a:pathLst>
                <a:path w="41" h="50">
                  <a:moveTo>
                    <a:pt x="41" y="44"/>
                  </a:moveTo>
                  <a:cubicBezTo>
                    <a:pt x="41" y="47"/>
                    <a:pt x="38" y="50"/>
                    <a:pt x="35" y="50"/>
                  </a:cubicBezTo>
                  <a:cubicBezTo>
                    <a:pt x="5" y="50"/>
                    <a:pt x="5" y="50"/>
                    <a:pt x="5" y="50"/>
                  </a:cubicBezTo>
                  <a:cubicBezTo>
                    <a:pt x="2" y="50"/>
                    <a:pt x="0" y="47"/>
                    <a:pt x="0" y="44"/>
                  </a:cubicBezTo>
                  <a:cubicBezTo>
                    <a:pt x="0" y="5"/>
                    <a:pt x="0" y="5"/>
                    <a:pt x="0" y="5"/>
                  </a:cubicBezTo>
                  <a:cubicBezTo>
                    <a:pt x="0" y="2"/>
                    <a:pt x="2" y="0"/>
                    <a:pt x="5" y="0"/>
                  </a:cubicBezTo>
                  <a:cubicBezTo>
                    <a:pt x="35" y="0"/>
                    <a:pt x="35" y="0"/>
                    <a:pt x="35" y="0"/>
                  </a:cubicBezTo>
                  <a:cubicBezTo>
                    <a:pt x="38" y="0"/>
                    <a:pt x="41" y="2"/>
                    <a:pt x="41" y="5"/>
                  </a:cubicBezTo>
                  <a:lnTo>
                    <a:pt x="41" y="44"/>
                  </a:lnTo>
                  <a:close/>
                  <a:moveTo>
                    <a:pt x="36" y="5"/>
                  </a:moveTo>
                  <a:cubicBezTo>
                    <a:pt x="36" y="5"/>
                    <a:pt x="36" y="4"/>
                    <a:pt x="35" y="4"/>
                  </a:cubicBezTo>
                  <a:cubicBezTo>
                    <a:pt x="5" y="4"/>
                    <a:pt x="5" y="4"/>
                    <a:pt x="5" y="4"/>
                  </a:cubicBezTo>
                  <a:cubicBezTo>
                    <a:pt x="5" y="4"/>
                    <a:pt x="4" y="5"/>
                    <a:pt x="4" y="5"/>
                  </a:cubicBezTo>
                  <a:cubicBezTo>
                    <a:pt x="4" y="40"/>
                    <a:pt x="4" y="40"/>
                    <a:pt x="4" y="40"/>
                  </a:cubicBezTo>
                  <a:cubicBezTo>
                    <a:pt x="4" y="40"/>
                    <a:pt x="5" y="41"/>
                    <a:pt x="5" y="41"/>
                  </a:cubicBezTo>
                  <a:cubicBezTo>
                    <a:pt x="35" y="41"/>
                    <a:pt x="35" y="41"/>
                    <a:pt x="35" y="41"/>
                  </a:cubicBezTo>
                  <a:cubicBezTo>
                    <a:pt x="36" y="41"/>
                    <a:pt x="36" y="40"/>
                    <a:pt x="36" y="40"/>
                  </a:cubicBezTo>
                  <a:lnTo>
                    <a:pt x="36" y="5"/>
                  </a:lnTo>
                  <a:close/>
                  <a:moveTo>
                    <a:pt x="20" y="43"/>
                  </a:moveTo>
                  <a:cubicBezTo>
                    <a:pt x="19" y="43"/>
                    <a:pt x="18" y="44"/>
                    <a:pt x="18" y="45"/>
                  </a:cubicBezTo>
                  <a:cubicBezTo>
                    <a:pt x="18" y="46"/>
                    <a:pt x="19" y="48"/>
                    <a:pt x="20" y="48"/>
                  </a:cubicBezTo>
                  <a:cubicBezTo>
                    <a:pt x="22" y="48"/>
                    <a:pt x="23" y="46"/>
                    <a:pt x="23" y="45"/>
                  </a:cubicBezTo>
                  <a:cubicBezTo>
                    <a:pt x="23" y="44"/>
                    <a:pt x="22" y="43"/>
                    <a:pt x="20" y="4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2" name="Group 267"/>
          <p:cNvGrpSpPr/>
          <p:nvPr/>
        </p:nvGrpSpPr>
        <p:grpSpPr>
          <a:xfrm>
            <a:off x="4154374" y="2010054"/>
            <a:ext cx="271075" cy="316634"/>
            <a:chOff x="4154374" y="2010054"/>
            <a:chExt cx="271075" cy="316634"/>
          </a:xfrm>
        </p:grpSpPr>
        <p:grpSp>
          <p:nvGrpSpPr>
            <p:cNvPr id="273" name="Group 144"/>
            <p:cNvGrpSpPr/>
            <p:nvPr/>
          </p:nvGrpSpPr>
          <p:grpSpPr>
            <a:xfrm rot="757797">
              <a:off x="4154374" y="2010054"/>
              <a:ext cx="271075" cy="316634"/>
              <a:chOff x="4470400" y="1712913"/>
              <a:chExt cx="566738" cy="661988"/>
            </a:xfrm>
            <a:solidFill>
              <a:schemeClr val="accent4"/>
            </a:solidFill>
          </p:grpSpPr>
          <p:sp>
            <p:nvSpPr>
              <p:cNvPr id="146" name="Oval 14"/>
              <p:cNvSpPr>
                <a:spLocks noChangeArrowheads="1"/>
              </p:cNvSpPr>
              <p:nvPr/>
            </p:nvSpPr>
            <p:spPr bwMode="auto">
              <a:xfrm>
                <a:off x="4470400" y="1712913"/>
                <a:ext cx="566738" cy="5667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5"/>
              <p:cNvSpPr>
                <a:spLocks/>
              </p:cNvSpPr>
              <p:nvPr/>
            </p:nvSpPr>
            <p:spPr bwMode="auto">
              <a:xfrm>
                <a:off x="4614863" y="2239963"/>
                <a:ext cx="144463" cy="134938"/>
              </a:xfrm>
              <a:custGeom>
                <a:avLst/>
                <a:gdLst/>
                <a:ahLst/>
                <a:cxnLst>
                  <a:cxn ang="0">
                    <a:pos x="0" y="0"/>
                  </a:cxn>
                  <a:cxn ang="0">
                    <a:pos x="8" y="85"/>
                  </a:cxn>
                  <a:cxn ang="0">
                    <a:pos x="91" y="14"/>
                  </a:cxn>
                  <a:cxn ang="0">
                    <a:pos x="0" y="0"/>
                  </a:cxn>
                </a:cxnLst>
                <a:rect l="0" t="0" r="r" b="b"/>
                <a:pathLst>
                  <a:path w="91" h="85">
                    <a:moveTo>
                      <a:pt x="0" y="0"/>
                    </a:moveTo>
                    <a:lnTo>
                      <a:pt x="8" y="85"/>
                    </a:lnTo>
                    <a:lnTo>
                      <a:pt x="91"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7" name="Freeform 157"/>
            <p:cNvSpPr>
              <a:spLocks noEditPoints="1"/>
            </p:cNvSpPr>
            <p:nvPr/>
          </p:nvSpPr>
          <p:spPr bwMode="auto">
            <a:xfrm>
              <a:off x="4234825" y="2081637"/>
              <a:ext cx="113722" cy="139278"/>
            </a:xfrm>
            <a:custGeom>
              <a:avLst/>
              <a:gdLst/>
              <a:ahLst/>
              <a:cxnLst>
                <a:cxn ang="0">
                  <a:pos x="41" y="44"/>
                </a:cxn>
                <a:cxn ang="0">
                  <a:pos x="35" y="50"/>
                </a:cxn>
                <a:cxn ang="0">
                  <a:pos x="5" y="50"/>
                </a:cxn>
                <a:cxn ang="0">
                  <a:pos x="0" y="44"/>
                </a:cxn>
                <a:cxn ang="0">
                  <a:pos x="0" y="5"/>
                </a:cxn>
                <a:cxn ang="0">
                  <a:pos x="5" y="0"/>
                </a:cxn>
                <a:cxn ang="0">
                  <a:pos x="35" y="0"/>
                </a:cxn>
                <a:cxn ang="0">
                  <a:pos x="41" y="5"/>
                </a:cxn>
                <a:cxn ang="0">
                  <a:pos x="41" y="44"/>
                </a:cxn>
                <a:cxn ang="0">
                  <a:pos x="36" y="5"/>
                </a:cxn>
                <a:cxn ang="0">
                  <a:pos x="35" y="4"/>
                </a:cxn>
                <a:cxn ang="0">
                  <a:pos x="5" y="4"/>
                </a:cxn>
                <a:cxn ang="0">
                  <a:pos x="4" y="5"/>
                </a:cxn>
                <a:cxn ang="0">
                  <a:pos x="4" y="40"/>
                </a:cxn>
                <a:cxn ang="0">
                  <a:pos x="5" y="41"/>
                </a:cxn>
                <a:cxn ang="0">
                  <a:pos x="35" y="41"/>
                </a:cxn>
                <a:cxn ang="0">
                  <a:pos x="36" y="40"/>
                </a:cxn>
                <a:cxn ang="0">
                  <a:pos x="36" y="5"/>
                </a:cxn>
                <a:cxn ang="0">
                  <a:pos x="20" y="43"/>
                </a:cxn>
                <a:cxn ang="0">
                  <a:pos x="18" y="45"/>
                </a:cxn>
                <a:cxn ang="0">
                  <a:pos x="20" y="48"/>
                </a:cxn>
                <a:cxn ang="0">
                  <a:pos x="23" y="45"/>
                </a:cxn>
                <a:cxn ang="0">
                  <a:pos x="20" y="43"/>
                </a:cxn>
              </a:cxnLst>
              <a:rect l="0" t="0" r="r" b="b"/>
              <a:pathLst>
                <a:path w="41" h="50">
                  <a:moveTo>
                    <a:pt x="41" y="44"/>
                  </a:moveTo>
                  <a:cubicBezTo>
                    <a:pt x="41" y="47"/>
                    <a:pt x="38" y="50"/>
                    <a:pt x="35" y="50"/>
                  </a:cubicBezTo>
                  <a:cubicBezTo>
                    <a:pt x="5" y="50"/>
                    <a:pt x="5" y="50"/>
                    <a:pt x="5" y="50"/>
                  </a:cubicBezTo>
                  <a:cubicBezTo>
                    <a:pt x="2" y="50"/>
                    <a:pt x="0" y="47"/>
                    <a:pt x="0" y="44"/>
                  </a:cubicBezTo>
                  <a:cubicBezTo>
                    <a:pt x="0" y="5"/>
                    <a:pt x="0" y="5"/>
                    <a:pt x="0" y="5"/>
                  </a:cubicBezTo>
                  <a:cubicBezTo>
                    <a:pt x="0" y="2"/>
                    <a:pt x="2" y="0"/>
                    <a:pt x="5" y="0"/>
                  </a:cubicBezTo>
                  <a:cubicBezTo>
                    <a:pt x="35" y="0"/>
                    <a:pt x="35" y="0"/>
                    <a:pt x="35" y="0"/>
                  </a:cubicBezTo>
                  <a:cubicBezTo>
                    <a:pt x="38" y="0"/>
                    <a:pt x="41" y="2"/>
                    <a:pt x="41" y="5"/>
                  </a:cubicBezTo>
                  <a:lnTo>
                    <a:pt x="41" y="44"/>
                  </a:lnTo>
                  <a:close/>
                  <a:moveTo>
                    <a:pt x="36" y="5"/>
                  </a:moveTo>
                  <a:cubicBezTo>
                    <a:pt x="36" y="5"/>
                    <a:pt x="36" y="4"/>
                    <a:pt x="35" y="4"/>
                  </a:cubicBezTo>
                  <a:cubicBezTo>
                    <a:pt x="5" y="4"/>
                    <a:pt x="5" y="4"/>
                    <a:pt x="5" y="4"/>
                  </a:cubicBezTo>
                  <a:cubicBezTo>
                    <a:pt x="5" y="4"/>
                    <a:pt x="4" y="5"/>
                    <a:pt x="4" y="5"/>
                  </a:cubicBezTo>
                  <a:cubicBezTo>
                    <a:pt x="4" y="40"/>
                    <a:pt x="4" y="40"/>
                    <a:pt x="4" y="40"/>
                  </a:cubicBezTo>
                  <a:cubicBezTo>
                    <a:pt x="4" y="40"/>
                    <a:pt x="5" y="41"/>
                    <a:pt x="5" y="41"/>
                  </a:cubicBezTo>
                  <a:cubicBezTo>
                    <a:pt x="35" y="41"/>
                    <a:pt x="35" y="41"/>
                    <a:pt x="35" y="41"/>
                  </a:cubicBezTo>
                  <a:cubicBezTo>
                    <a:pt x="36" y="41"/>
                    <a:pt x="36" y="40"/>
                    <a:pt x="36" y="40"/>
                  </a:cubicBezTo>
                  <a:lnTo>
                    <a:pt x="36" y="5"/>
                  </a:lnTo>
                  <a:close/>
                  <a:moveTo>
                    <a:pt x="20" y="43"/>
                  </a:moveTo>
                  <a:cubicBezTo>
                    <a:pt x="19" y="43"/>
                    <a:pt x="18" y="44"/>
                    <a:pt x="18" y="45"/>
                  </a:cubicBezTo>
                  <a:cubicBezTo>
                    <a:pt x="18" y="46"/>
                    <a:pt x="19" y="48"/>
                    <a:pt x="20" y="48"/>
                  </a:cubicBezTo>
                  <a:cubicBezTo>
                    <a:pt x="22" y="48"/>
                    <a:pt x="23" y="46"/>
                    <a:pt x="23" y="45"/>
                  </a:cubicBezTo>
                  <a:cubicBezTo>
                    <a:pt x="23" y="44"/>
                    <a:pt x="22" y="43"/>
                    <a:pt x="20" y="4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4" name="Group 269"/>
          <p:cNvGrpSpPr/>
          <p:nvPr/>
        </p:nvGrpSpPr>
        <p:grpSpPr>
          <a:xfrm>
            <a:off x="4386953" y="1378570"/>
            <a:ext cx="271075" cy="316634"/>
            <a:chOff x="4386953" y="1378570"/>
            <a:chExt cx="271075" cy="316634"/>
          </a:xfrm>
        </p:grpSpPr>
        <p:grpSp>
          <p:nvGrpSpPr>
            <p:cNvPr id="275" name="Group 129"/>
            <p:cNvGrpSpPr/>
            <p:nvPr/>
          </p:nvGrpSpPr>
          <p:grpSpPr>
            <a:xfrm rot="20419797">
              <a:off x="4386953" y="1378570"/>
              <a:ext cx="271075" cy="316634"/>
              <a:chOff x="4470400" y="1712913"/>
              <a:chExt cx="566738" cy="661988"/>
            </a:xfrm>
            <a:solidFill>
              <a:schemeClr val="accent6"/>
            </a:solidFill>
          </p:grpSpPr>
          <p:sp>
            <p:nvSpPr>
              <p:cNvPr id="131" name="Oval 14"/>
              <p:cNvSpPr>
                <a:spLocks noChangeArrowheads="1"/>
              </p:cNvSpPr>
              <p:nvPr/>
            </p:nvSpPr>
            <p:spPr bwMode="auto">
              <a:xfrm>
                <a:off x="4470400" y="1712913"/>
                <a:ext cx="566738" cy="5667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5"/>
              <p:cNvSpPr>
                <a:spLocks/>
              </p:cNvSpPr>
              <p:nvPr/>
            </p:nvSpPr>
            <p:spPr bwMode="auto">
              <a:xfrm>
                <a:off x="4614863" y="2239963"/>
                <a:ext cx="144463" cy="134938"/>
              </a:xfrm>
              <a:custGeom>
                <a:avLst/>
                <a:gdLst/>
                <a:ahLst/>
                <a:cxnLst>
                  <a:cxn ang="0">
                    <a:pos x="0" y="0"/>
                  </a:cxn>
                  <a:cxn ang="0">
                    <a:pos x="8" y="85"/>
                  </a:cxn>
                  <a:cxn ang="0">
                    <a:pos x="91" y="14"/>
                  </a:cxn>
                  <a:cxn ang="0">
                    <a:pos x="0" y="0"/>
                  </a:cxn>
                </a:cxnLst>
                <a:rect l="0" t="0" r="r" b="b"/>
                <a:pathLst>
                  <a:path w="91" h="85">
                    <a:moveTo>
                      <a:pt x="0" y="0"/>
                    </a:moveTo>
                    <a:lnTo>
                      <a:pt x="8" y="85"/>
                    </a:lnTo>
                    <a:lnTo>
                      <a:pt x="91"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9" name="Freeform 157"/>
            <p:cNvSpPr>
              <a:spLocks noEditPoints="1"/>
            </p:cNvSpPr>
            <p:nvPr/>
          </p:nvSpPr>
          <p:spPr bwMode="auto">
            <a:xfrm>
              <a:off x="4457491" y="1443804"/>
              <a:ext cx="113722" cy="139278"/>
            </a:xfrm>
            <a:custGeom>
              <a:avLst/>
              <a:gdLst/>
              <a:ahLst/>
              <a:cxnLst>
                <a:cxn ang="0">
                  <a:pos x="41" y="44"/>
                </a:cxn>
                <a:cxn ang="0">
                  <a:pos x="35" y="50"/>
                </a:cxn>
                <a:cxn ang="0">
                  <a:pos x="5" y="50"/>
                </a:cxn>
                <a:cxn ang="0">
                  <a:pos x="0" y="44"/>
                </a:cxn>
                <a:cxn ang="0">
                  <a:pos x="0" y="5"/>
                </a:cxn>
                <a:cxn ang="0">
                  <a:pos x="5" y="0"/>
                </a:cxn>
                <a:cxn ang="0">
                  <a:pos x="35" y="0"/>
                </a:cxn>
                <a:cxn ang="0">
                  <a:pos x="41" y="5"/>
                </a:cxn>
                <a:cxn ang="0">
                  <a:pos x="41" y="44"/>
                </a:cxn>
                <a:cxn ang="0">
                  <a:pos x="36" y="5"/>
                </a:cxn>
                <a:cxn ang="0">
                  <a:pos x="35" y="4"/>
                </a:cxn>
                <a:cxn ang="0">
                  <a:pos x="5" y="4"/>
                </a:cxn>
                <a:cxn ang="0">
                  <a:pos x="4" y="5"/>
                </a:cxn>
                <a:cxn ang="0">
                  <a:pos x="4" y="40"/>
                </a:cxn>
                <a:cxn ang="0">
                  <a:pos x="5" y="41"/>
                </a:cxn>
                <a:cxn ang="0">
                  <a:pos x="35" y="41"/>
                </a:cxn>
                <a:cxn ang="0">
                  <a:pos x="36" y="40"/>
                </a:cxn>
                <a:cxn ang="0">
                  <a:pos x="36" y="5"/>
                </a:cxn>
                <a:cxn ang="0">
                  <a:pos x="20" y="43"/>
                </a:cxn>
                <a:cxn ang="0">
                  <a:pos x="18" y="45"/>
                </a:cxn>
                <a:cxn ang="0">
                  <a:pos x="20" y="48"/>
                </a:cxn>
                <a:cxn ang="0">
                  <a:pos x="23" y="45"/>
                </a:cxn>
                <a:cxn ang="0">
                  <a:pos x="20" y="43"/>
                </a:cxn>
              </a:cxnLst>
              <a:rect l="0" t="0" r="r" b="b"/>
              <a:pathLst>
                <a:path w="41" h="50">
                  <a:moveTo>
                    <a:pt x="41" y="44"/>
                  </a:moveTo>
                  <a:cubicBezTo>
                    <a:pt x="41" y="47"/>
                    <a:pt x="38" y="50"/>
                    <a:pt x="35" y="50"/>
                  </a:cubicBezTo>
                  <a:cubicBezTo>
                    <a:pt x="5" y="50"/>
                    <a:pt x="5" y="50"/>
                    <a:pt x="5" y="50"/>
                  </a:cubicBezTo>
                  <a:cubicBezTo>
                    <a:pt x="2" y="50"/>
                    <a:pt x="0" y="47"/>
                    <a:pt x="0" y="44"/>
                  </a:cubicBezTo>
                  <a:cubicBezTo>
                    <a:pt x="0" y="5"/>
                    <a:pt x="0" y="5"/>
                    <a:pt x="0" y="5"/>
                  </a:cubicBezTo>
                  <a:cubicBezTo>
                    <a:pt x="0" y="2"/>
                    <a:pt x="2" y="0"/>
                    <a:pt x="5" y="0"/>
                  </a:cubicBezTo>
                  <a:cubicBezTo>
                    <a:pt x="35" y="0"/>
                    <a:pt x="35" y="0"/>
                    <a:pt x="35" y="0"/>
                  </a:cubicBezTo>
                  <a:cubicBezTo>
                    <a:pt x="38" y="0"/>
                    <a:pt x="41" y="2"/>
                    <a:pt x="41" y="5"/>
                  </a:cubicBezTo>
                  <a:lnTo>
                    <a:pt x="41" y="44"/>
                  </a:lnTo>
                  <a:close/>
                  <a:moveTo>
                    <a:pt x="36" y="5"/>
                  </a:moveTo>
                  <a:cubicBezTo>
                    <a:pt x="36" y="5"/>
                    <a:pt x="36" y="4"/>
                    <a:pt x="35" y="4"/>
                  </a:cubicBezTo>
                  <a:cubicBezTo>
                    <a:pt x="5" y="4"/>
                    <a:pt x="5" y="4"/>
                    <a:pt x="5" y="4"/>
                  </a:cubicBezTo>
                  <a:cubicBezTo>
                    <a:pt x="5" y="4"/>
                    <a:pt x="4" y="5"/>
                    <a:pt x="4" y="5"/>
                  </a:cubicBezTo>
                  <a:cubicBezTo>
                    <a:pt x="4" y="40"/>
                    <a:pt x="4" y="40"/>
                    <a:pt x="4" y="40"/>
                  </a:cubicBezTo>
                  <a:cubicBezTo>
                    <a:pt x="4" y="40"/>
                    <a:pt x="5" y="41"/>
                    <a:pt x="5" y="41"/>
                  </a:cubicBezTo>
                  <a:cubicBezTo>
                    <a:pt x="35" y="41"/>
                    <a:pt x="35" y="41"/>
                    <a:pt x="35" y="41"/>
                  </a:cubicBezTo>
                  <a:cubicBezTo>
                    <a:pt x="36" y="41"/>
                    <a:pt x="36" y="40"/>
                    <a:pt x="36" y="40"/>
                  </a:cubicBezTo>
                  <a:lnTo>
                    <a:pt x="36" y="5"/>
                  </a:lnTo>
                  <a:close/>
                  <a:moveTo>
                    <a:pt x="20" y="43"/>
                  </a:moveTo>
                  <a:cubicBezTo>
                    <a:pt x="19" y="43"/>
                    <a:pt x="18" y="44"/>
                    <a:pt x="18" y="45"/>
                  </a:cubicBezTo>
                  <a:cubicBezTo>
                    <a:pt x="18" y="46"/>
                    <a:pt x="19" y="48"/>
                    <a:pt x="20" y="48"/>
                  </a:cubicBezTo>
                  <a:cubicBezTo>
                    <a:pt x="22" y="48"/>
                    <a:pt x="23" y="46"/>
                    <a:pt x="23" y="45"/>
                  </a:cubicBezTo>
                  <a:cubicBezTo>
                    <a:pt x="23" y="44"/>
                    <a:pt x="22" y="43"/>
                    <a:pt x="20" y="4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53" presetClass="entr" presetSubtype="0" fill="hold" nodeType="withEffect">
                                  <p:stCondLst>
                                    <p:cond delay="0"/>
                                  </p:stCondLst>
                                  <p:childTnLst>
                                    <p:set>
                                      <p:cBhvr>
                                        <p:cTn id="10" dur="1" fill="hold">
                                          <p:stCondLst>
                                            <p:cond delay="0"/>
                                          </p:stCondLst>
                                        </p:cTn>
                                        <p:tgtEl>
                                          <p:spTgt spid="226"/>
                                        </p:tgtEl>
                                        <p:attrNameLst>
                                          <p:attrName>style.visibility</p:attrName>
                                        </p:attrNameLst>
                                      </p:cBhvr>
                                      <p:to>
                                        <p:strVal val="visible"/>
                                      </p:to>
                                    </p:set>
                                    <p:anim calcmode="lin" valueType="num">
                                      <p:cBhvr>
                                        <p:cTn id="11" dur="500" fill="hold"/>
                                        <p:tgtEl>
                                          <p:spTgt spid="226"/>
                                        </p:tgtEl>
                                        <p:attrNameLst>
                                          <p:attrName>ppt_w</p:attrName>
                                        </p:attrNameLst>
                                      </p:cBhvr>
                                      <p:tavLst>
                                        <p:tav tm="0">
                                          <p:val>
                                            <p:fltVal val="0"/>
                                          </p:val>
                                        </p:tav>
                                        <p:tav tm="100000">
                                          <p:val>
                                            <p:strVal val="#ppt_w"/>
                                          </p:val>
                                        </p:tav>
                                      </p:tavLst>
                                    </p:anim>
                                    <p:anim calcmode="lin" valueType="num">
                                      <p:cBhvr>
                                        <p:cTn id="12" dur="500" fill="hold"/>
                                        <p:tgtEl>
                                          <p:spTgt spid="226"/>
                                        </p:tgtEl>
                                        <p:attrNameLst>
                                          <p:attrName>ppt_h</p:attrName>
                                        </p:attrNameLst>
                                      </p:cBhvr>
                                      <p:tavLst>
                                        <p:tav tm="0">
                                          <p:val>
                                            <p:fltVal val="0"/>
                                          </p:val>
                                        </p:tav>
                                        <p:tav tm="100000">
                                          <p:val>
                                            <p:strVal val="#ppt_h"/>
                                          </p:val>
                                        </p:tav>
                                      </p:tavLst>
                                    </p:anim>
                                    <p:animEffect transition="in" filter="fade">
                                      <p:cBhvr>
                                        <p:cTn id="13" dur="500"/>
                                        <p:tgtEl>
                                          <p:spTgt spid="226"/>
                                        </p:tgtEl>
                                      </p:cBhvr>
                                    </p:animEffect>
                                  </p:childTnLst>
                                </p:cTn>
                              </p:par>
                            </p:childTnLst>
                          </p:cTn>
                        </p:par>
                        <p:par>
                          <p:cTn id="14" fill="hold">
                            <p:stCondLst>
                              <p:cond delay="500"/>
                            </p:stCondLst>
                            <p:childTnLst>
                              <p:par>
                                <p:cTn id="15" presetID="53" presetClass="entr" presetSubtype="0" fill="hold" nodeType="afterEffect">
                                  <p:stCondLst>
                                    <p:cond delay="0"/>
                                  </p:stCondLst>
                                  <p:childTnLst>
                                    <p:set>
                                      <p:cBhvr>
                                        <p:cTn id="16" dur="1" fill="hold">
                                          <p:stCondLst>
                                            <p:cond delay="0"/>
                                          </p:stCondLst>
                                        </p:cTn>
                                        <p:tgtEl>
                                          <p:spTgt spid="254"/>
                                        </p:tgtEl>
                                        <p:attrNameLst>
                                          <p:attrName>style.visibility</p:attrName>
                                        </p:attrNameLst>
                                      </p:cBhvr>
                                      <p:to>
                                        <p:strVal val="visible"/>
                                      </p:to>
                                    </p:set>
                                    <p:anim calcmode="lin" valueType="num">
                                      <p:cBhvr>
                                        <p:cTn id="17" dur="500" fill="hold"/>
                                        <p:tgtEl>
                                          <p:spTgt spid="254"/>
                                        </p:tgtEl>
                                        <p:attrNameLst>
                                          <p:attrName>ppt_w</p:attrName>
                                        </p:attrNameLst>
                                      </p:cBhvr>
                                      <p:tavLst>
                                        <p:tav tm="0">
                                          <p:val>
                                            <p:fltVal val="0"/>
                                          </p:val>
                                        </p:tav>
                                        <p:tav tm="100000">
                                          <p:val>
                                            <p:strVal val="#ppt_w"/>
                                          </p:val>
                                        </p:tav>
                                      </p:tavLst>
                                    </p:anim>
                                    <p:anim calcmode="lin" valueType="num">
                                      <p:cBhvr>
                                        <p:cTn id="18" dur="500" fill="hold"/>
                                        <p:tgtEl>
                                          <p:spTgt spid="254"/>
                                        </p:tgtEl>
                                        <p:attrNameLst>
                                          <p:attrName>ppt_h</p:attrName>
                                        </p:attrNameLst>
                                      </p:cBhvr>
                                      <p:tavLst>
                                        <p:tav tm="0">
                                          <p:val>
                                            <p:fltVal val="0"/>
                                          </p:val>
                                        </p:tav>
                                        <p:tav tm="100000">
                                          <p:val>
                                            <p:strVal val="#ppt_h"/>
                                          </p:val>
                                        </p:tav>
                                      </p:tavLst>
                                    </p:anim>
                                    <p:animEffect transition="in" filter="fade">
                                      <p:cBhvr>
                                        <p:cTn id="19" dur="500"/>
                                        <p:tgtEl>
                                          <p:spTgt spid="254"/>
                                        </p:tgtEl>
                                      </p:cBhvr>
                                    </p:animEffect>
                                  </p:childTnLst>
                                </p:cTn>
                              </p:par>
                            </p:childTnLst>
                          </p:cTn>
                        </p:par>
                        <p:par>
                          <p:cTn id="20" fill="hold">
                            <p:stCondLst>
                              <p:cond delay="1000"/>
                            </p:stCondLst>
                            <p:childTnLst>
                              <p:par>
                                <p:cTn id="21" presetID="53" presetClass="entr" presetSubtype="0"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p:cTn id="23" dur="500" fill="hold"/>
                                        <p:tgtEl>
                                          <p:spTgt spid="19"/>
                                        </p:tgtEl>
                                        <p:attrNameLst>
                                          <p:attrName>ppt_w</p:attrName>
                                        </p:attrNameLst>
                                      </p:cBhvr>
                                      <p:tavLst>
                                        <p:tav tm="0">
                                          <p:val>
                                            <p:fltVal val="0"/>
                                          </p:val>
                                        </p:tav>
                                        <p:tav tm="100000">
                                          <p:val>
                                            <p:strVal val="#ppt_w"/>
                                          </p:val>
                                        </p:tav>
                                      </p:tavLst>
                                    </p:anim>
                                    <p:anim calcmode="lin" valueType="num">
                                      <p:cBhvr>
                                        <p:cTn id="24" dur="500" fill="hold"/>
                                        <p:tgtEl>
                                          <p:spTgt spid="19"/>
                                        </p:tgtEl>
                                        <p:attrNameLst>
                                          <p:attrName>ppt_h</p:attrName>
                                        </p:attrNameLst>
                                      </p:cBhvr>
                                      <p:tavLst>
                                        <p:tav tm="0">
                                          <p:val>
                                            <p:fltVal val="0"/>
                                          </p:val>
                                        </p:tav>
                                        <p:tav tm="100000">
                                          <p:val>
                                            <p:strVal val="#ppt_h"/>
                                          </p:val>
                                        </p:tav>
                                      </p:tavLst>
                                    </p:anim>
                                    <p:animEffect transition="in" filter="fade">
                                      <p:cBhvr>
                                        <p:cTn id="25" dur="500"/>
                                        <p:tgtEl>
                                          <p:spTgt spid="19"/>
                                        </p:tgtEl>
                                      </p:cBhvr>
                                    </p:animEffect>
                                  </p:childTnLst>
                                </p:cTn>
                              </p:par>
                              <p:par>
                                <p:cTn id="26" presetID="53" presetClass="entr" presetSubtype="0" fill="hold" nodeType="withEffect">
                                  <p:stCondLst>
                                    <p:cond delay="0"/>
                                  </p:stCondLst>
                                  <p:childTnLst>
                                    <p:set>
                                      <p:cBhvr>
                                        <p:cTn id="27" dur="1" fill="hold">
                                          <p:stCondLst>
                                            <p:cond delay="0"/>
                                          </p:stCondLst>
                                        </p:cTn>
                                        <p:tgtEl>
                                          <p:spTgt spid="256"/>
                                        </p:tgtEl>
                                        <p:attrNameLst>
                                          <p:attrName>style.visibility</p:attrName>
                                        </p:attrNameLst>
                                      </p:cBhvr>
                                      <p:to>
                                        <p:strVal val="visible"/>
                                      </p:to>
                                    </p:set>
                                    <p:anim calcmode="lin" valueType="num">
                                      <p:cBhvr>
                                        <p:cTn id="28" dur="500" fill="hold"/>
                                        <p:tgtEl>
                                          <p:spTgt spid="256"/>
                                        </p:tgtEl>
                                        <p:attrNameLst>
                                          <p:attrName>ppt_w</p:attrName>
                                        </p:attrNameLst>
                                      </p:cBhvr>
                                      <p:tavLst>
                                        <p:tav tm="0">
                                          <p:val>
                                            <p:fltVal val="0"/>
                                          </p:val>
                                        </p:tav>
                                        <p:tav tm="100000">
                                          <p:val>
                                            <p:strVal val="#ppt_w"/>
                                          </p:val>
                                        </p:tav>
                                      </p:tavLst>
                                    </p:anim>
                                    <p:anim calcmode="lin" valueType="num">
                                      <p:cBhvr>
                                        <p:cTn id="29" dur="500" fill="hold"/>
                                        <p:tgtEl>
                                          <p:spTgt spid="256"/>
                                        </p:tgtEl>
                                        <p:attrNameLst>
                                          <p:attrName>ppt_h</p:attrName>
                                        </p:attrNameLst>
                                      </p:cBhvr>
                                      <p:tavLst>
                                        <p:tav tm="0">
                                          <p:val>
                                            <p:fltVal val="0"/>
                                          </p:val>
                                        </p:tav>
                                        <p:tav tm="100000">
                                          <p:val>
                                            <p:strVal val="#ppt_h"/>
                                          </p:val>
                                        </p:tav>
                                      </p:tavLst>
                                    </p:anim>
                                    <p:animEffect transition="in" filter="fade">
                                      <p:cBhvr>
                                        <p:cTn id="30" dur="500"/>
                                        <p:tgtEl>
                                          <p:spTgt spid="256"/>
                                        </p:tgtEl>
                                      </p:cBhvr>
                                    </p:animEffect>
                                  </p:childTnLst>
                                </p:cTn>
                              </p:par>
                            </p:childTnLst>
                          </p:cTn>
                        </p:par>
                        <p:par>
                          <p:cTn id="31" fill="hold">
                            <p:stCondLst>
                              <p:cond delay="1500"/>
                            </p:stCondLst>
                            <p:childTnLst>
                              <p:par>
                                <p:cTn id="32" presetID="53" presetClass="entr" presetSubtype="0" fill="hold" nodeType="after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p:cTn id="34" dur="500" fill="hold"/>
                                        <p:tgtEl>
                                          <p:spTgt spid="23"/>
                                        </p:tgtEl>
                                        <p:attrNameLst>
                                          <p:attrName>ppt_w</p:attrName>
                                        </p:attrNameLst>
                                      </p:cBhvr>
                                      <p:tavLst>
                                        <p:tav tm="0">
                                          <p:val>
                                            <p:fltVal val="0"/>
                                          </p:val>
                                        </p:tav>
                                        <p:tav tm="100000">
                                          <p:val>
                                            <p:strVal val="#ppt_w"/>
                                          </p:val>
                                        </p:tav>
                                      </p:tavLst>
                                    </p:anim>
                                    <p:anim calcmode="lin" valueType="num">
                                      <p:cBhvr>
                                        <p:cTn id="35" dur="500" fill="hold"/>
                                        <p:tgtEl>
                                          <p:spTgt spid="23"/>
                                        </p:tgtEl>
                                        <p:attrNameLst>
                                          <p:attrName>ppt_h</p:attrName>
                                        </p:attrNameLst>
                                      </p:cBhvr>
                                      <p:tavLst>
                                        <p:tav tm="0">
                                          <p:val>
                                            <p:fltVal val="0"/>
                                          </p:val>
                                        </p:tav>
                                        <p:tav tm="100000">
                                          <p:val>
                                            <p:strVal val="#ppt_h"/>
                                          </p:val>
                                        </p:tav>
                                      </p:tavLst>
                                    </p:anim>
                                    <p:animEffect transition="in" filter="fade">
                                      <p:cBhvr>
                                        <p:cTn id="36" dur="500"/>
                                        <p:tgtEl>
                                          <p:spTgt spid="23"/>
                                        </p:tgtEl>
                                      </p:cBhvr>
                                    </p:animEffect>
                                  </p:childTnLst>
                                </p:cTn>
                              </p:par>
                            </p:childTnLst>
                          </p:cTn>
                        </p:par>
                        <p:par>
                          <p:cTn id="37" fill="hold">
                            <p:stCondLst>
                              <p:cond delay="2000"/>
                            </p:stCondLst>
                            <p:childTnLst>
                              <p:par>
                                <p:cTn id="38" presetID="53" presetClass="entr" presetSubtype="0" fill="hold" nodeType="afterEffect">
                                  <p:stCondLst>
                                    <p:cond delay="0"/>
                                  </p:stCondLst>
                                  <p:childTnLst>
                                    <p:set>
                                      <p:cBhvr>
                                        <p:cTn id="39" dur="1" fill="hold">
                                          <p:stCondLst>
                                            <p:cond delay="0"/>
                                          </p:stCondLst>
                                        </p:cTn>
                                        <p:tgtEl>
                                          <p:spTgt spid="31"/>
                                        </p:tgtEl>
                                        <p:attrNameLst>
                                          <p:attrName>style.visibility</p:attrName>
                                        </p:attrNameLst>
                                      </p:cBhvr>
                                      <p:to>
                                        <p:strVal val="visible"/>
                                      </p:to>
                                    </p:set>
                                    <p:anim calcmode="lin" valueType="num">
                                      <p:cBhvr>
                                        <p:cTn id="40" dur="500" fill="hold"/>
                                        <p:tgtEl>
                                          <p:spTgt spid="31"/>
                                        </p:tgtEl>
                                        <p:attrNameLst>
                                          <p:attrName>ppt_w</p:attrName>
                                        </p:attrNameLst>
                                      </p:cBhvr>
                                      <p:tavLst>
                                        <p:tav tm="0">
                                          <p:val>
                                            <p:fltVal val="0"/>
                                          </p:val>
                                        </p:tav>
                                        <p:tav tm="100000">
                                          <p:val>
                                            <p:strVal val="#ppt_w"/>
                                          </p:val>
                                        </p:tav>
                                      </p:tavLst>
                                    </p:anim>
                                    <p:anim calcmode="lin" valueType="num">
                                      <p:cBhvr>
                                        <p:cTn id="41" dur="500" fill="hold"/>
                                        <p:tgtEl>
                                          <p:spTgt spid="31"/>
                                        </p:tgtEl>
                                        <p:attrNameLst>
                                          <p:attrName>ppt_h</p:attrName>
                                        </p:attrNameLst>
                                      </p:cBhvr>
                                      <p:tavLst>
                                        <p:tav tm="0">
                                          <p:val>
                                            <p:fltVal val="0"/>
                                          </p:val>
                                        </p:tav>
                                        <p:tav tm="100000">
                                          <p:val>
                                            <p:strVal val="#ppt_h"/>
                                          </p:val>
                                        </p:tav>
                                      </p:tavLst>
                                    </p:anim>
                                    <p:animEffect transition="in" filter="fade">
                                      <p:cBhvr>
                                        <p:cTn id="42" dur="500"/>
                                        <p:tgtEl>
                                          <p:spTgt spid="31"/>
                                        </p:tgtEl>
                                      </p:cBhvr>
                                    </p:animEffect>
                                  </p:childTnLst>
                                </p:cTn>
                              </p:par>
                            </p:childTnLst>
                          </p:cTn>
                        </p:par>
                        <p:par>
                          <p:cTn id="43" fill="hold">
                            <p:stCondLst>
                              <p:cond delay="2500"/>
                            </p:stCondLst>
                            <p:childTnLst>
                              <p:par>
                                <p:cTn id="44" presetID="53" presetClass="entr" presetSubtype="0"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p:cTn id="46" dur="500" fill="hold"/>
                                        <p:tgtEl>
                                          <p:spTgt spid="7"/>
                                        </p:tgtEl>
                                        <p:attrNameLst>
                                          <p:attrName>ppt_w</p:attrName>
                                        </p:attrNameLst>
                                      </p:cBhvr>
                                      <p:tavLst>
                                        <p:tav tm="0">
                                          <p:val>
                                            <p:fltVal val="0"/>
                                          </p:val>
                                        </p:tav>
                                        <p:tav tm="100000">
                                          <p:val>
                                            <p:strVal val="#ppt_w"/>
                                          </p:val>
                                        </p:tav>
                                      </p:tavLst>
                                    </p:anim>
                                    <p:anim calcmode="lin" valueType="num">
                                      <p:cBhvr>
                                        <p:cTn id="47" dur="500" fill="hold"/>
                                        <p:tgtEl>
                                          <p:spTgt spid="7"/>
                                        </p:tgtEl>
                                        <p:attrNameLst>
                                          <p:attrName>ppt_h</p:attrName>
                                        </p:attrNameLst>
                                      </p:cBhvr>
                                      <p:tavLst>
                                        <p:tav tm="0">
                                          <p:val>
                                            <p:fltVal val="0"/>
                                          </p:val>
                                        </p:tav>
                                        <p:tav tm="100000">
                                          <p:val>
                                            <p:strVal val="#ppt_h"/>
                                          </p:val>
                                        </p:tav>
                                      </p:tavLst>
                                    </p:anim>
                                    <p:animEffect transition="in" filter="fade">
                                      <p:cBhvr>
                                        <p:cTn id="48" dur="500"/>
                                        <p:tgtEl>
                                          <p:spTgt spid="7"/>
                                        </p:tgtEl>
                                      </p:cBhvr>
                                    </p:animEffect>
                                  </p:childTnLst>
                                </p:cTn>
                              </p:par>
                            </p:childTnLst>
                          </p:cTn>
                        </p:par>
                        <p:par>
                          <p:cTn id="49" fill="hold">
                            <p:stCondLst>
                              <p:cond delay="3000"/>
                            </p:stCondLst>
                            <p:childTnLst>
                              <p:par>
                                <p:cTn id="50" presetID="53" presetClass="entr" presetSubtype="0" fill="hold" nodeType="afterEffect">
                                  <p:stCondLst>
                                    <p:cond delay="0"/>
                                  </p:stCondLst>
                                  <p:childTnLst>
                                    <p:set>
                                      <p:cBhvr>
                                        <p:cTn id="51" dur="1" fill="hold">
                                          <p:stCondLst>
                                            <p:cond delay="0"/>
                                          </p:stCondLst>
                                        </p:cTn>
                                        <p:tgtEl>
                                          <p:spTgt spid="230"/>
                                        </p:tgtEl>
                                        <p:attrNameLst>
                                          <p:attrName>style.visibility</p:attrName>
                                        </p:attrNameLst>
                                      </p:cBhvr>
                                      <p:to>
                                        <p:strVal val="visible"/>
                                      </p:to>
                                    </p:set>
                                    <p:anim calcmode="lin" valueType="num">
                                      <p:cBhvr>
                                        <p:cTn id="52" dur="500" fill="hold"/>
                                        <p:tgtEl>
                                          <p:spTgt spid="230"/>
                                        </p:tgtEl>
                                        <p:attrNameLst>
                                          <p:attrName>ppt_w</p:attrName>
                                        </p:attrNameLst>
                                      </p:cBhvr>
                                      <p:tavLst>
                                        <p:tav tm="0">
                                          <p:val>
                                            <p:fltVal val="0"/>
                                          </p:val>
                                        </p:tav>
                                        <p:tav tm="100000">
                                          <p:val>
                                            <p:strVal val="#ppt_w"/>
                                          </p:val>
                                        </p:tav>
                                      </p:tavLst>
                                    </p:anim>
                                    <p:anim calcmode="lin" valueType="num">
                                      <p:cBhvr>
                                        <p:cTn id="53" dur="500" fill="hold"/>
                                        <p:tgtEl>
                                          <p:spTgt spid="230"/>
                                        </p:tgtEl>
                                        <p:attrNameLst>
                                          <p:attrName>ppt_h</p:attrName>
                                        </p:attrNameLst>
                                      </p:cBhvr>
                                      <p:tavLst>
                                        <p:tav tm="0">
                                          <p:val>
                                            <p:fltVal val="0"/>
                                          </p:val>
                                        </p:tav>
                                        <p:tav tm="100000">
                                          <p:val>
                                            <p:strVal val="#ppt_h"/>
                                          </p:val>
                                        </p:tav>
                                      </p:tavLst>
                                    </p:anim>
                                    <p:animEffect transition="in" filter="fade">
                                      <p:cBhvr>
                                        <p:cTn id="54" dur="500"/>
                                        <p:tgtEl>
                                          <p:spTgt spid="230"/>
                                        </p:tgtEl>
                                      </p:cBhvr>
                                    </p:animEffect>
                                  </p:childTnLst>
                                </p:cTn>
                              </p:par>
                              <p:par>
                                <p:cTn id="55" presetID="53"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p:cTn id="57" dur="500" fill="hold"/>
                                        <p:tgtEl>
                                          <p:spTgt spid="13"/>
                                        </p:tgtEl>
                                        <p:attrNameLst>
                                          <p:attrName>ppt_w</p:attrName>
                                        </p:attrNameLst>
                                      </p:cBhvr>
                                      <p:tavLst>
                                        <p:tav tm="0">
                                          <p:val>
                                            <p:fltVal val="0"/>
                                          </p:val>
                                        </p:tav>
                                        <p:tav tm="100000">
                                          <p:val>
                                            <p:strVal val="#ppt_w"/>
                                          </p:val>
                                        </p:tav>
                                      </p:tavLst>
                                    </p:anim>
                                    <p:anim calcmode="lin" valueType="num">
                                      <p:cBhvr>
                                        <p:cTn id="58" dur="500" fill="hold"/>
                                        <p:tgtEl>
                                          <p:spTgt spid="13"/>
                                        </p:tgtEl>
                                        <p:attrNameLst>
                                          <p:attrName>ppt_h</p:attrName>
                                        </p:attrNameLst>
                                      </p:cBhvr>
                                      <p:tavLst>
                                        <p:tav tm="0">
                                          <p:val>
                                            <p:fltVal val="0"/>
                                          </p:val>
                                        </p:tav>
                                        <p:tav tm="100000">
                                          <p:val>
                                            <p:strVal val="#ppt_h"/>
                                          </p:val>
                                        </p:tav>
                                      </p:tavLst>
                                    </p:anim>
                                    <p:animEffect transition="in" filter="fade">
                                      <p:cBhvr>
                                        <p:cTn id="59" dur="500"/>
                                        <p:tgtEl>
                                          <p:spTgt spid="13"/>
                                        </p:tgtEl>
                                      </p:cBhvr>
                                    </p:animEffect>
                                  </p:childTnLst>
                                </p:cTn>
                              </p:par>
                            </p:childTnLst>
                          </p:cTn>
                        </p:par>
                        <p:par>
                          <p:cTn id="60" fill="hold">
                            <p:stCondLst>
                              <p:cond delay="3500"/>
                            </p:stCondLst>
                            <p:childTnLst>
                              <p:par>
                                <p:cTn id="61" presetID="53" presetClass="entr" presetSubtype="0" fill="hold" nodeType="afterEffect">
                                  <p:stCondLst>
                                    <p:cond delay="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Effect transition="in" filter="fade">
                                      <p:cBhvr>
                                        <p:cTn id="65" dur="500"/>
                                        <p:tgtEl>
                                          <p:spTgt spid="272"/>
                                        </p:tgtEl>
                                      </p:cBhvr>
                                    </p:animEffect>
                                  </p:childTnLst>
                                </p:cTn>
                              </p:par>
                              <p:par>
                                <p:cTn id="66" presetID="53" presetClass="entr" presetSubtype="0" fill="hold" nodeType="withEffect">
                                  <p:stCondLst>
                                    <p:cond delay="0"/>
                                  </p:stCondLst>
                                  <p:childTnLst>
                                    <p:set>
                                      <p:cBhvr>
                                        <p:cTn id="67" dur="1" fill="hold">
                                          <p:stCondLst>
                                            <p:cond delay="0"/>
                                          </p:stCondLst>
                                        </p:cTn>
                                        <p:tgtEl>
                                          <p:spTgt spid="29"/>
                                        </p:tgtEl>
                                        <p:attrNameLst>
                                          <p:attrName>style.visibility</p:attrName>
                                        </p:attrNameLst>
                                      </p:cBhvr>
                                      <p:to>
                                        <p:strVal val="visible"/>
                                      </p:to>
                                    </p:set>
                                    <p:anim calcmode="lin" valueType="num">
                                      <p:cBhvr>
                                        <p:cTn id="68" dur="500" fill="hold"/>
                                        <p:tgtEl>
                                          <p:spTgt spid="29"/>
                                        </p:tgtEl>
                                        <p:attrNameLst>
                                          <p:attrName>ppt_w</p:attrName>
                                        </p:attrNameLst>
                                      </p:cBhvr>
                                      <p:tavLst>
                                        <p:tav tm="0">
                                          <p:val>
                                            <p:fltVal val="0"/>
                                          </p:val>
                                        </p:tav>
                                        <p:tav tm="100000">
                                          <p:val>
                                            <p:strVal val="#ppt_w"/>
                                          </p:val>
                                        </p:tav>
                                      </p:tavLst>
                                    </p:anim>
                                    <p:anim calcmode="lin" valueType="num">
                                      <p:cBhvr>
                                        <p:cTn id="69" dur="500" fill="hold"/>
                                        <p:tgtEl>
                                          <p:spTgt spid="29"/>
                                        </p:tgtEl>
                                        <p:attrNameLst>
                                          <p:attrName>ppt_h</p:attrName>
                                        </p:attrNameLst>
                                      </p:cBhvr>
                                      <p:tavLst>
                                        <p:tav tm="0">
                                          <p:val>
                                            <p:fltVal val="0"/>
                                          </p:val>
                                        </p:tav>
                                        <p:tav tm="100000">
                                          <p:val>
                                            <p:strVal val="#ppt_h"/>
                                          </p:val>
                                        </p:tav>
                                      </p:tavLst>
                                    </p:anim>
                                    <p:animEffect transition="in" filter="fade">
                                      <p:cBhvr>
                                        <p:cTn id="70" dur="500"/>
                                        <p:tgtEl>
                                          <p:spTgt spid="29"/>
                                        </p:tgtEl>
                                      </p:cBhvr>
                                    </p:animEffect>
                                  </p:childTnLst>
                                </p:cTn>
                              </p:par>
                            </p:childTnLst>
                          </p:cTn>
                        </p:par>
                        <p:par>
                          <p:cTn id="71" fill="hold">
                            <p:stCondLst>
                              <p:cond delay="4000"/>
                            </p:stCondLst>
                            <p:childTnLst>
                              <p:par>
                                <p:cTn id="72" presetID="53" presetClass="entr" presetSubtype="0" fill="hold" nodeType="after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p:cTn id="74" dur="500" fill="hold"/>
                                        <p:tgtEl>
                                          <p:spTgt spid="21"/>
                                        </p:tgtEl>
                                        <p:attrNameLst>
                                          <p:attrName>ppt_w</p:attrName>
                                        </p:attrNameLst>
                                      </p:cBhvr>
                                      <p:tavLst>
                                        <p:tav tm="0">
                                          <p:val>
                                            <p:fltVal val="0"/>
                                          </p:val>
                                        </p:tav>
                                        <p:tav tm="100000">
                                          <p:val>
                                            <p:strVal val="#ppt_w"/>
                                          </p:val>
                                        </p:tav>
                                      </p:tavLst>
                                    </p:anim>
                                    <p:anim calcmode="lin" valueType="num">
                                      <p:cBhvr>
                                        <p:cTn id="75" dur="500" fill="hold"/>
                                        <p:tgtEl>
                                          <p:spTgt spid="21"/>
                                        </p:tgtEl>
                                        <p:attrNameLst>
                                          <p:attrName>ppt_h</p:attrName>
                                        </p:attrNameLst>
                                      </p:cBhvr>
                                      <p:tavLst>
                                        <p:tav tm="0">
                                          <p:val>
                                            <p:fltVal val="0"/>
                                          </p:val>
                                        </p:tav>
                                        <p:tav tm="100000">
                                          <p:val>
                                            <p:strVal val="#ppt_h"/>
                                          </p:val>
                                        </p:tav>
                                      </p:tavLst>
                                    </p:anim>
                                    <p:animEffect transition="in" filter="fade">
                                      <p:cBhvr>
                                        <p:cTn id="76" dur="500"/>
                                        <p:tgtEl>
                                          <p:spTgt spid="21"/>
                                        </p:tgtEl>
                                      </p:cBhvr>
                                    </p:animEffect>
                                  </p:childTnLst>
                                </p:cTn>
                              </p:par>
                              <p:par>
                                <p:cTn id="77" presetID="53" presetClass="entr" presetSubtype="0" fill="hold"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500" fill="hold"/>
                                        <p:tgtEl>
                                          <p:spTgt spid="9"/>
                                        </p:tgtEl>
                                        <p:attrNameLst>
                                          <p:attrName>ppt_w</p:attrName>
                                        </p:attrNameLst>
                                      </p:cBhvr>
                                      <p:tavLst>
                                        <p:tav tm="0">
                                          <p:val>
                                            <p:fltVal val="0"/>
                                          </p:val>
                                        </p:tav>
                                        <p:tav tm="100000">
                                          <p:val>
                                            <p:strVal val="#ppt_w"/>
                                          </p:val>
                                        </p:tav>
                                      </p:tavLst>
                                    </p:anim>
                                    <p:anim calcmode="lin" valueType="num">
                                      <p:cBhvr>
                                        <p:cTn id="80" dur="500" fill="hold"/>
                                        <p:tgtEl>
                                          <p:spTgt spid="9"/>
                                        </p:tgtEl>
                                        <p:attrNameLst>
                                          <p:attrName>ppt_h</p:attrName>
                                        </p:attrNameLst>
                                      </p:cBhvr>
                                      <p:tavLst>
                                        <p:tav tm="0">
                                          <p:val>
                                            <p:fltVal val="0"/>
                                          </p:val>
                                        </p:tav>
                                        <p:tav tm="100000">
                                          <p:val>
                                            <p:strVal val="#ppt_h"/>
                                          </p:val>
                                        </p:tav>
                                      </p:tavLst>
                                    </p:anim>
                                    <p:animEffect transition="in" filter="fade">
                                      <p:cBhvr>
                                        <p:cTn id="81" dur="500"/>
                                        <p:tgtEl>
                                          <p:spTgt spid="9"/>
                                        </p:tgtEl>
                                      </p:cBhvr>
                                    </p:animEffect>
                                  </p:childTnLst>
                                </p:cTn>
                              </p:par>
                            </p:childTnLst>
                          </p:cTn>
                        </p:par>
                        <p:par>
                          <p:cTn id="82" fill="hold">
                            <p:stCondLst>
                              <p:cond delay="4500"/>
                            </p:stCondLst>
                            <p:childTnLst>
                              <p:par>
                                <p:cTn id="83" presetID="53" presetClass="entr" presetSubtype="0" fill="hold" nodeType="afterEffect">
                                  <p:stCondLst>
                                    <p:cond delay="0"/>
                                  </p:stCondLst>
                                  <p:childTnLst>
                                    <p:set>
                                      <p:cBhvr>
                                        <p:cTn id="84" dur="1" fill="hold">
                                          <p:stCondLst>
                                            <p:cond delay="0"/>
                                          </p:stCondLst>
                                        </p:cTn>
                                        <p:tgtEl>
                                          <p:spTgt spid="270"/>
                                        </p:tgtEl>
                                        <p:attrNameLst>
                                          <p:attrName>style.visibility</p:attrName>
                                        </p:attrNameLst>
                                      </p:cBhvr>
                                      <p:to>
                                        <p:strVal val="visible"/>
                                      </p:to>
                                    </p:set>
                                    <p:anim calcmode="lin" valueType="num">
                                      <p:cBhvr>
                                        <p:cTn id="85" dur="500" fill="hold"/>
                                        <p:tgtEl>
                                          <p:spTgt spid="270"/>
                                        </p:tgtEl>
                                        <p:attrNameLst>
                                          <p:attrName>ppt_w</p:attrName>
                                        </p:attrNameLst>
                                      </p:cBhvr>
                                      <p:tavLst>
                                        <p:tav tm="0">
                                          <p:val>
                                            <p:fltVal val="0"/>
                                          </p:val>
                                        </p:tav>
                                        <p:tav tm="100000">
                                          <p:val>
                                            <p:strVal val="#ppt_w"/>
                                          </p:val>
                                        </p:tav>
                                      </p:tavLst>
                                    </p:anim>
                                    <p:anim calcmode="lin" valueType="num">
                                      <p:cBhvr>
                                        <p:cTn id="86" dur="500" fill="hold"/>
                                        <p:tgtEl>
                                          <p:spTgt spid="270"/>
                                        </p:tgtEl>
                                        <p:attrNameLst>
                                          <p:attrName>ppt_h</p:attrName>
                                        </p:attrNameLst>
                                      </p:cBhvr>
                                      <p:tavLst>
                                        <p:tav tm="0">
                                          <p:val>
                                            <p:fltVal val="0"/>
                                          </p:val>
                                        </p:tav>
                                        <p:tav tm="100000">
                                          <p:val>
                                            <p:strVal val="#ppt_h"/>
                                          </p:val>
                                        </p:tav>
                                      </p:tavLst>
                                    </p:anim>
                                    <p:animEffect transition="in" filter="fade">
                                      <p:cBhvr>
                                        <p:cTn id="87" dur="500"/>
                                        <p:tgtEl>
                                          <p:spTgt spid="270"/>
                                        </p:tgtEl>
                                      </p:cBhvr>
                                    </p:animEffect>
                                  </p:childTnLst>
                                </p:cTn>
                              </p:par>
                            </p:childTnLst>
                          </p:cTn>
                        </p:par>
                        <p:par>
                          <p:cTn id="88" fill="hold">
                            <p:stCondLst>
                              <p:cond delay="5000"/>
                            </p:stCondLst>
                            <p:childTnLst>
                              <p:par>
                                <p:cTn id="89" presetID="53" presetClass="entr" presetSubtype="0" fill="hold" nodeType="after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p:cTn id="91" dur="500" fill="hold"/>
                                        <p:tgtEl>
                                          <p:spTgt spid="17"/>
                                        </p:tgtEl>
                                        <p:attrNameLst>
                                          <p:attrName>ppt_w</p:attrName>
                                        </p:attrNameLst>
                                      </p:cBhvr>
                                      <p:tavLst>
                                        <p:tav tm="0">
                                          <p:val>
                                            <p:fltVal val="0"/>
                                          </p:val>
                                        </p:tav>
                                        <p:tav tm="100000">
                                          <p:val>
                                            <p:strVal val="#ppt_w"/>
                                          </p:val>
                                        </p:tav>
                                      </p:tavLst>
                                    </p:anim>
                                    <p:anim calcmode="lin" valueType="num">
                                      <p:cBhvr>
                                        <p:cTn id="92" dur="500" fill="hold"/>
                                        <p:tgtEl>
                                          <p:spTgt spid="17"/>
                                        </p:tgtEl>
                                        <p:attrNameLst>
                                          <p:attrName>ppt_h</p:attrName>
                                        </p:attrNameLst>
                                      </p:cBhvr>
                                      <p:tavLst>
                                        <p:tav tm="0">
                                          <p:val>
                                            <p:fltVal val="0"/>
                                          </p:val>
                                        </p:tav>
                                        <p:tav tm="100000">
                                          <p:val>
                                            <p:strVal val="#ppt_h"/>
                                          </p:val>
                                        </p:tav>
                                      </p:tavLst>
                                    </p:anim>
                                    <p:animEffect transition="in" filter="fade">
                                      <p:cBhvr>
                                        <p:cTn id="93" dur="500"/>
                                        <p:tgtEl>
                                          <p:spTgt spid="17"/>
                                        </p:tgtEl>
                                      </p:cBhvr>
                                    </p:animEffect>
                                  </p:childTnLst>
                                </p:cTn>
                              </p:par>
                            </p:childTnLst>
                          </p:cTn>
                        </p:par>
                        <p:par>
                          <p:cTn id="94" fill="hold">
                            <p:stCondLst>
                              <p:cond delay="5500"/>
                            </p:stCondLst>
                            <p:childTnLst>
                              <p:par>
                                <p:cTn id="95" presetID="53" presetClass="entr" presetSubtype="0" fill="hold" nodeType="afterEffect">
                                  <p:stCondLst>
                                    <p:cond delay="0"/>
                                  </p:stCondLst>
                                  <p:childTnLst>
                                    <p:set>
                                      <p:cBhvr>
                                        <p:cTn id="96" dur="1" fill="hold">
                                          <p:stCondLst>
                                            <p:cond delay="0"/>
                                          </p:stCondLst>
                                        </p:cTn>
                                        <p:tgtEl>
                                          <p:spTgt spid="258"/>
                                        </p:tgtEl>
                                        <p:attrNameLst>
                                          <p:attrName>style.visibility</p:attrName>
                                        </p:attrNameLst>
                                      </p:cBhvr>
                                      <p:to>
                                        <p:strVal val="visible"/>
                                      </p:to>
                                    </p:set>
                                    <p:anim calcmode="lin" valueType="num">
                                      <p:cBhvr>
                                        <p:cTn id="97" dur="500" fill="hold"/>
                                        <p:tgtEl>
                                          <p:spTgt spid="258"/>
                                        </p:tgtEl>
                                        <p:attrNameLst>
                                          <p:attrName>ppt_w</p:attrName>
                                        </p:attrNameLst>
                                      </p:cBhvr>
                                      <p:tavLst>
                                        <p:tav tm="0">
                                          <p:val>
                                            <p:fltVal val="0"/>
                                          </p:val>
                                        </p:tav>
                                        <p:tav tm="100000">
                                          <p:val>
                                            <p:strVal val="#ppt_w"/>
                                          </p:val>
                                        </p:tav>
                                      </p:tavLst>
                                    </p:anim>
                                    <p:anim calcmode="lin" valueType="num">
                                      <p:cBhvr>
                                        <p:cTn id="98" dur="500" fill="hold"/>
                                        <p:tgtEl>
                                          <p:spTgt spid="258"/>
                                        </p:tgtEl>
                                        <p:attrNameLst>
                                          <p:attrName>ppt_h</p:attrName>
                                        </p:attrNameLst>
                                      </p:cBhvr>
                                      <p:tavLst>
                                        <p:tav tm="0">
                                          <p:val>
                                            <p:fltVal val="0"/>
                                          </p:val>
                                        </p:tav>
                                        <p:tav tm="100000">
                                          <p:val>
                                            <p:strVal val="#ppt_h"/>
                                          </p:val>
                                        </p:tav>
                                      </p:tavLst>
                                    </p:anim>
                                    <p:animEffect transition="in" filter="fade">
                                      <p:cBhvr>
                                        <p:cTn id="99" dur="500"/>
                                        <p:tgtEl>
                                          <p:spTgt spid="258"/>
                                        </p:tgtEl>
                                      </p:cBhvr>
                                    </p:animEffect>
                                  </p:childTnLst>
                                </p:cTn>
                              </p:par>
                            </p:childTnLst>
                          </p:cTn>
                        </p:par>
                        <p:par>
                          <p:cTn id="100" fill="hold">
                            <p:stCondLst>
                              <p:cond delay="6000"/>
                            </p:stCondLst>
                            <p:childTnLst>
                              <p:par>
                                <p:cTn id="101" presetID="53" presetClass="entr" presetSubtype="0" fill="hold" nodeType="afterEffect">
                                  <p:stCondLst>
                                    <p:cond delay="0"/>
                                  </p:stCondLst>
                                  <p:childTnLst>
                                    <p:set>
                                      <p:cBhvr>
                                        <p:cTn id="102" dur="1" fill="hold">
                                          <p:stCondLst>
                                            <p:cond delay="0"/>
                                          </p:stCondLst>
                                        </p:cTn>
                                        <p:tgtEl>
                                          <p:spTgt spid="252"/>
                                        </p:tgtEl>
                                        <p:attrNameLst>
                                          <p:attrName>style.visibility</p:attrName>
                                        </p:attrNameLst>
                                      </p:cBhvr>
                                      <p:to>
                                        <p:strVal val="visible"/>
                                      </p:to>
                                    </p:set>
                                    <p:anim calcmode="lin" valueType="num">
                                      <p:cBhvr>
                                        <p:cTn id="103" dur="500" fill="hold"/>
                                        <p:tgtEl>
                                          <p:spTgt spid="252"/>
                                        </p:tgtEl>
                                        <p:attrNameLst>
                                          <p:attrName>ppt_w</p:attrName>
                                        </p:attrNameLst>
                                      </p:cBhvr>
                                      <p:tavLst>
                                        <p:tav tm="0">
                                          <p:val>
                                            <p:fltVal val="0"/>
                                          </p:val>
                                        </p:tav>
                                        <p:tav tm="100000">
                                          <p:val>
                                            <p:strVal val="#ppt_w"/>
                                          </p:val>
                                        </p:tav>
                                      </p:tavLst>
                                    </p:anim>
                                    <p:anim calcmode="lin" valueType="num">
                                      <p:cBhvr>
                                        <p:cTn id="104" dur="500" fill="hold"/>
                                        <p:tgtEl>
                                          <p:spTgt spid="252"/>
                                        </p:tgtEl>
                                        <p:attrNameLst>
                                          <p:attrName>ppt_h</p:attrName>
                                        </p:attrNameLst>
                                      </p:cBhvr>
                                      <p:tavLst>
                                        <p:tav tm="0">
                                          <p:val>
                                            <p:fltVal val="0"/>
                                          </p:val>
                                        </p:tav>
                                        <p:tav tm="100000">
                                          <p:val>
                                            <p:strVal val="#ppt_h"/>
                                          </p:val>
                                        </p:tav>
                                      </p:tavLst>
                                    </p:anim>
                                    <p:animEffect transition="in" filter="fade">
                                      <p:cBhvr>
                                        <p:cTn id="105" dur="500"/>
                                        <p:tgtEl>
                                          <p:spTgt spid="252"/>
                                        </p:tgtEl>
                                      </p:cBhvr>
                                    </p:animEffect>
                                  </p:childTnLst>
                                </p:cTn>
                              </p:par>
                            </p:childTnLst>
                          </p:cTn>
                        </p:par>
                        <p:par>
                          <p:cTn id="106" fill="hold">
                            <p:stCondLst>
                              <p:cond delay="6500"/>
                            </p:stCondLst>
                            <p:childTnLst>
                              <p:par>
                                <p:cTn id="107" presetID="53" presetClass="entr" presetSubtype="0" fill="hold" nodeType="afterEffect">
                                  <p:stCondLst>
                                    <p:cond delay="0"/>
                                  </p:stCondLst>
                                  <p:childTnLst>
                                    <p:set>
                                      <p:cBhvr>
                                        <p:cTn id="108" dur="1" fill="hold">
                                          <p:stCondLst>
                                            <p:cond delay="0"/>
                                          </p:stCondLst>
                                        </p:cTn>
                                        <p:tgtEl>
                                          <p:spTgt spid="27"/>
                                        </p:tgtEl>
                                        <p:attrNameLst>
                                          <p:attrName>style.visibility</p:attrName>
                                        </p:attrNameLst>
                                      </p:cBhvr>
                                      <p:to>
                                        <p:strVal val="visible"/>
                                      </p:to>
                                    </p:set>
                                    <p:anim calcmode="lin" valueType="num">
                                      <p:cBhvr>
                                        <p:cTn id="109" dur="500" fill="hold"/>
                                        <p:tgtEl>
                                          <p:spTgt spid="27"/>
                                        </p:tgtEl>
                                        <p:attrNameLst>
                                          <p:attrName>ppt_w</p:attrName>
                                        </p:attrNameLst>
                                      </p:cBhvr>
                                      <p:tavLst>
                                        <p:tav tm="0">
                                          <p:val>
                                            <p:fltVal val="0"/>
                                          </p:val>
                                        </p:tav>
                                        <p:tav tm="100000">
                                          <p:val>
                                            <p:strVal val="#ppt_w"/>
                                          </p:val>
                                        </p:tav>
                                      </p:tavLst>
                                    </p:anim>
                                    <p:anim calcmode="lin" valueType="num">
                                      <p:cBhvr>
                                        <p:cTn id="110" dur="500" fill="hold"/>
                                        <p:tgtEl>
                                          <p:spTgt spid="27"/>
                                        </p:tgtEl>
                                        <p:attrNameLst>
                                          <p:attrName>ppt_h</p:attrName>
                                        </p:attrNameLst>
                                      </p:cBhvr>
                                      <p:tavLst>
                                        <p:tav tm="0">
                                          <p:val>
                                            <p:fltVal val="0"/>
                                          </p:val>
                                        </p:tav>
                                        <p:tav tm="100000">
                                          <p:val>
                                            <p:strVal val="#ppt_h"/>
                                          </p:val>
                                        </p:tav>
                                      </p:tavLst>
                                    </p:anim>
                                    <p:animEffect transition="in" filter="fade">
                                      <p:cBhvr>
                                        <p:cTn id="111" dur="500"/>
                                        <p:tgtEl>
                                          <p:spTgt spid="27"/>
                                        </p:tgtEl>
                                      </p:cBhvr>
                                    </p:animEffect>
                                  </p:childTnLst>
                                </p:cTn>
                              </p:par>
                            </p:childTnLst>
                          </p:cTn>
                        </p:par>
                        <p:par>
                          <p:cTn id="112" fill="hold">
                            <p:stCondLst>
                              <p:cond delay="7000"/>
                            </p:stCondLst>
                            <p:childTnLst>
                              <p:par>
                                <p:cTn id="113" presetID="53" presetClass="entr" presetSubtype="0" fill="hold" nodeType="afterEffect">
                                  <p:stCondLst>
                                    <p:cond delay="0"/>
                                  </p:stCondLst>
                                  <p:childTnLst>
                                    <p:set>
                                      <p:cBhvr>
                                        <p:cTn id="114" dur="1" fill="hold">
                                          <p:stCondLst>
                                            <p:cond delay="0"/>
                                          </p:stCondLst>
                                        </p:cTn>
                                        <p:tgtEl>
                                          <p:spTgt spid="262"/>
                                        </p:tgtEl>
                                        <p:attrNameLst>
                                          <p:attrName>style.visibility</p:attrName>
                                        </p:attrNameLst>
                                      </p:cBhvr>
                                      <p:to>
                                        <p:strVal val="visible"/>
                                      </p:to>
                                    </p:set>
                                    <p:anim calcmode="lin" valueType="num">
                                      <p:cBhvr>
                                        <p:cTn id="115" dur="500" fill="hold"/>
                                        <p:tgtEl>
                                          <p:spTgt spid="262"/>
                                        </p:tgtEl>
                                        <p:attrNameLst>
                                          <p:attrName>ppt_w</p:attrName>
                                        </p:attrNameLst>
                                      </p:cBhvr>
                                      <p:tavLst>
                                        <p:tav tm="0">
                                          <p:val>
                                            <p:fltVal val="0"/>
                                          </p:val>
                                        </p:tav>
                                        <p:tav tm="100000">
                                          <p:val>
                                            <p:strVal val="#ppt_w"/>
                                          </p:val>
                                        </p:tav>
                                      </p:tavLst>
                                    </p:anim>
                                    <p:anim calcmode="lin" valueType="num">
                                      <p:cBhvr>
                                        <p:cTn id="116" dur="500" fill="hold"/>
                                        <p:tgtEl>
                                          <p:spTgt spid="262"/>
                                        </p:tgtEl>
                                        <p:attrNameLst>
                                          <p:attrName>ppt_h</p:attrName>
                                        </p:attrNameLst>
                                      </p:cBhvr>
                                      <p:tavLst>
                                        <p:tav tm="0">
                                          <p:val>
                                            <p:fltVal val="0"/>
                                          </p:val>
                                        </p:tav>
                                        <p:tav tm="100000">
                                          <p:val>
                                            <p:strVal val="#ppt_h"/>
                                          </p:val>
                                        </p:tav>
                                      </p:tavLst>
                                    </p:anim>
                                    <p:animEffect transition="in" filter="fade">
                                      <p:cBhvr>
                                        <p:cTn id="117" dur="500"/>
                                        <p:tgtEl>
                                          <p:spTgt spid="262"/>
                                        </p:tgtEl>
                                      </p:cBhvr>
                                    </p:animEffect>
                                  </p:childTnLst>
                                </p:cTn>
                              </p:par>
                            </p:childTnLst>
                          </p:cTn>
                        </p:par>
                        <p:par>
                          <p:cTn id="118" fill="hold">
                            <p:stCondLst>
                              <p:cond delay="7500"/>
                            </p:stCondLst>
                            <p:childTnLst>
                              <p:par>
                                <p:cTn id="119" presetID="53" presetClass="entr" presetSubtype="0" fill="hold" nodeType="afterEffect">
                                  <p:stCondLst>
                                    <p:cond delay="0"/>
                                  </p:stCondLst>
                                  <p:childTnLst>
                                    <p:set>
                                      <p:cBhvr>
                                        <p:cTn id="120" dur="1" fill="hold">
                                          <p:stCondLst>
                                            <p:cond delay="0"/>
                                          </p:stCondLst>
                                        </p:cTn>
                                        <p:tgtEl>
                                          <p:spTgt spid="248"/>
                                        </p:tgtEl>
                                        <p:attrNameLst>
                                          <p:attrName>style.visibility</p:attrName>
                                        </p:attrNameLst>
                                      </p:cBhvr>
                                      <p:to>
                                        <p:strVal val="visible"/>
                                      </p:to>
                                    </p:set>
                                    <p:anim calcmode="lin" valueType="num">
                                      <p:cBhvr>
                                        <p:cTn id="121" dur="500" fill="hold"/>
                                        <p:tgtEl>
                                          <p:spTgt spid="248"/>
                                        </p:tgtEl>
                                        <p:attrNameLst>
                                          <p:attrName>ppt_w</p:attrName>
                                        </p:attrNameLst>
                                      </p:cBhvr>
                                      <p:tavLst>
                                        <p:tav tm="0">
                                          <p:val>
                                            <p:fltVal val="0"/>
                                          </p:val>
                                        </p:tav>
                                        <p:tav tm="100000">
                                          <p:val>
                                            <p:strVal val="#ppt_w"/>
                                          </p:val>
                                        </p:tav>
                                      </p:tavLst>
                                    </p:anim>
                                    <p:anim calcmode="lin" valueType="num">
                                      <p:cBhvr>
                                        <p:cTn id="122" dur="500" fill="hold"/>
                                        <p:tgtEl>
                                          <p:spTgt spid="248"/>
                                        </p:tgtEl>
                                        <p:attrNameLst>
                                          <p:attrName>ppt_h</p:attrName>
                                        </p:attrNameLst>
                                      </p:cBhvr>
                                      <p:tavLst>
                                        <p:tav tm="0">
                                          <p:val>
                                            <p:fltVal val="0"/>
                                          </p:val>
                                        </p:tav>
                                        <p:tav tm="100000">
                                          <p:val>
                                            <p:strVal val="#ppt_h"/>
                                          </p:val>
                                        </p:tav>
                                      </p:tavLst>
                                    </p:anim>
                                    <p:animEffect transition="in" filter="fade">
                                      <p:cBhvr>
                                        <p:cTn id="123" dur="500"/>
                                        <p:tgtEl>
                                          <p:spTgt spid="248"/>
                                        </p:tgtEl>
                                      </p:cBhvr>
                                    </p:animEffect>
                                  </p:childTnLst>
                                </p:cTn>
                              </p:par>
                            </p:childTnLst>
                          </p:cTn>
                        </p:par>
                        <p:par>
                          <p:cTn id="124" fill="hold">
                            <p:stCondLst>
                              <p:cond delay="8000"/>
                            </p:stCondLst>
                            <p:childTnLst>
                              <p:par>
                                <p:cTn id="125" presetID="53" presetClass="entr" presetSubtype="0" fill="hold" nodeType="afterEffect">
                                  <p:stCondLst>
                                    <p:cond delay="0"/>
                                  </p:stCondLst>
                                  <p:childTnLst>
                                    <p:set>
                                      <p:cBhvr>
                                        <p:cTn id="126" dur="1" fill="hold">
                                          <p:stCondLst>
                                            <p:cond delay="0"/>
                                          </p:stCondLst>
                                        </p:cTn>
                                        <p:tgtEl>
                                          <p:spTgt spid="25"/>
                                        </p:tgtEl>
                                        <p:attrNameLst>
                                          <p:attrName>style.visibility</p:attrName>
                                        </p:attrNameLst>
                                      </p:cBhvr>
                                      <p:to>
                                        <p:strVal val="visible"/>
                                      </p:to>
                                    </p:set>
                                    <p:anim calcmode="lin" valueType="num">
                                      <p:cBhvr>
                                        <p:cTn id="127" dur="500" fill="hold"/>
                                        <p:tgtEl>
                                          <p:spTgt spid="25"/>
                                        </p:tgtEl>
                                        <p:attrNameLst>
                                          <p:attrName>ppt_w</p:attrName>
                                        </p:attrNameLst>
                                      </p:cBhvr>
                                      <p:tavLst>
                                        <p:tav tm="0">
                                          <p:val>
                                            <p:fltVal val="0"/>
                                          </p:val>
                                        </p:tav>
                                        <p:tav tm="100000">
                                          <p:val>
                                            <p:strVal val="#ppt_w"/>
                                          </p:val>
                                        </p:tav>
                                      </p:tavLst>
                                    </p:anim>
                                    <p:anim calcmode="lin" valueType="num">
                                      <p:cBhvr>
                                        <p:cTn id="128" dur="500" fill="hold"/>
                                        <p:tgtEl>
                                          <p:spTgt spid="25"/>
                                        </p:tgtEl>
                                        <p:attrNameLst>
                                          <p:attrName>ppt_h</p:attrName>
                                        </p:attrNameLst>
                                      </p:cBhvr>
                                      <p:tavLst>
                                        <p:tav tm="0">
                                          <p:val>
                                            <p:fltVal val="0"/>
                                          </p:val>
                                        </p:tav>
                                        <p:tav tm="100000">
                                          <p:val>
                                            <p:strVal val="#ppt_h"/>
                                          </p:val>
                                        </p:tav>
                                      </p:tavLst>
                                    </p:anim>
                                    <p:animEffect transition="in" filter="fade">
                                      <p:cBhvr>
                                        <p:cTn id="129" dur="500"/>
                                        <p:tgtEl>
                                          <p:spTgt spid="25"/>
                                        </p:tgtEl>
                                      </p:cBhvr>
                                    </p:animEffect>
                                  </p:childTnLst>
                                </p:cTn>
                              </p:par>
                              <p:par>
                                <p:cTn id="130" presetID="53" presetClass="entr" presetSubtype="0" fill="hold" nodeType="withEffect">
                                  <p:stCondLst>
                                    <p:cond delay="0"/>
                                  </p:stCondLst>
                                  <p:childTnLst>
                                    <p:set>
                                      <p:cBhvr>
                                        <p:cTn id="131" dur="1" fill="hold">
                                          <p:stCondLst>
                                            <p:cond delay="0"/>
                                          </p:stCondLst>
                                        </p:cTn>
                                        <p:tgtEl>
                                          <p:spTgt spid="250"/>
                                        </p:tgtEl>
                                        <p:attrNameLst>
                                          <p:attrName>style.visibility</p:attrName>
                                        </p:attrNameLst>
                                      </p:cBhvr>
                                      <p:to>
                                        <p:strVal val="visible"/>
                                      </p:to>
                                    </p:set>
                                    <p:anim calcmode="lin" valueType="num">
                                      <p:cBhvr>
                                        <p:cTn id="132" dur="500" fill="hold"/>
                                        <p:tgtEl>
                                          <p:spTgt spid="250"/>
                                        </p:tgtEl>
                                        <p:attrNameLst>
                                          <p:attrName>ppt_w</p:attrName>
                                        </p:attrNameLst>
                                      </p:cBhvr>
                                      <p:tavLst>
                                        <p:tav tm="0">
                                          <p:val>
                                            <p:fltVal val="0"/>
                                          </p:val>
                                        </p:tav>
                                        <p:tav tm="100000">
                                          <p:val>
                                            <p:strVal val="#ppt_w"/>
                                          </p:val>
                                        </p:tav>
                                      </p:tavLst>
                                    </p:anim>
                                    <p:anim calcmode="lin" valueType="num">
                                      <p:cBhvr>
                                        <p:cTn id="133" dur="500" fill="hold"/>
                                        <p:tgtEl>
                                          <p:spTgt spid="250"/>
                                        </p:tgtEl>
                                        <p:attrNameLst>
                                          <p:attrName>ppt_h</p:attrName>
                                        </p:attrNameLst>
                                      </p:cBhvr>
                                      <p:tavLst>
                                        <p:tav tm="0">
                                          <p:val>
                                            <p:fltVal val="0"/>
                                          </p:val>
                                        </p:tav>
                                        <p:tav tm="100000">
                                          <p:val>
                                            <p:strVal val="#ppt_h"/>
                                          </p:val>
                                        </p:tav>
                                      </p:tavLst>
                                    </p:anim>
                                    <p:animEffect transition="in" filter="fade">
                                      <p:cBhvr>
                                        <p:cTn id="134" dur="500"/>
                                        <p:tgtEl>
                                          <p:spTgt spid="250"/>
                                        </p:tgtEl>
                                      </p:cBhvr>
                                    </p:animEffect>
                                  </p:childTnLst>
                                </p:cTn>
                              </p:par>
                              <p:par>
                                <p:cTn id="135" presetID="53" presetClass="entr" presetSubtype="0" fill="hold" nodeType="withEffect">
                                  <p:stCondLst>
                                    <p:cond delay="0"/>
                                  </p:stCondLst>
                                  <p:childTnLst>
                                    <p:set>
                                      <p:cBhvr>
                                        <p:cTn id="136" dur="1" fill="hold">
                                          <p:stCondLst>
                                            <p:cond delay="0"/>
                                          </p:stCondLst>
                                        </p:cTn>
                                        <p:tgtEl>
                                          <p:spTgt spid="234"/>
                                        </p:tgtEl>
                                        <p:attrNameLst>
                                          <p:attrName>style.visibility</p:attrName>
                                        </p:attrNameLst>
                                      </p:cBhvr>
                                      <p:to>
                                        <p:strVal val="visible"/>
                                      </p:to>
                                    </p:set>
                                    <p:anim calcmode="lin" valueType="num">
                                      <p:cBhvr>
                                        <p:cTn id="137" dur="500" fill="hold"/>
                                        <p:tgtEl>
                                          <p:spTgt spid="234"/>
                                        </p:tgtEl>
                                        <p:attrNameLst>
                                          <p:attrName>ppt_w</p:attrName>
                                        </p:attrNameLst>
                                      </p:cBhvr>
                                      <p:tavLst>
                                        <p:tav tm="0">
                                          <p:val>
                                            <p:fltVal val="0"/>
                                          </p:val>
                                        </p:tav>
                                        <p:tav tm="100000">
                                          <p:val>
                                            <p:strVal val="#ppt_w"/>
                                          </p:val>
                                        </p:tav>
                                      </p:tavLst>
                                    </p:anim>
                                    <p:anim calcmode="lin" valueType="num">
                                      <p:cBhvr>
                                        <p:cTn id="138" dur="500" fill="hold"/>
                                        <p:tgtEl>
                                          <p:spTgt spid="234"/>
                                        </p:tgtEl>
                                        <p:attrNameLst>
                                          <p:attrName>ppt_h</p:attrName>
                                        </p:attrNameLst>
                                      </p:cBhvr>
                                      <p:tavLst>
                                        <p:tav tm="0">
                                          <p:val>
                                            <p:fltVal val="0"/>
                                          </p:val>
                                        </p:tav>
                                        <p:tav tm="100000">
                                          <p:val>
                                            <p:strVal val="#ppt_h"/>
                                          </p:val>
                                        </p:tav>
                                      </p:tavLst>
                                    </p:anim>
                                    <p:animEffect transition="in" filter="fade">
                                      <p:cBhvr>
                                        <p:cTn id="139" dur="500"/>
                                        <p:tgtEl>
                                          <p:spTgt spid="234"/>
                                        </p:tgtEl>
                                      </p:cBhvr>
                                    </p:animEffect>
                                  </p:childTnLst>
                                </p:cTn>
                              </p:par>
                            </p:childTnLst>
                          </p:cTn>
                        </p:par>
                        <p:par>
                          <p:cTn id="140" fill="hold">
                            <p:stCondLst>
                              <p:cond delay="8500"/>
                            </p:stCondLst>
                            <p:childTnLst>
                              <p:par>
                                <p:cTn id="141" presetID="53" presetClass="entr" presetSubtype="0" fill="hold" nodeType="afterEffect">
                                  <p:stCondLst>
                                    <p:cond delay="0"/>
                                  </p:stCondLst>
                                  <p:childTnLst>
                                    <p:set>
                                      <p:cBhvr>
                                        <p:cTn id="142" dur="1" fill="hold">
                                          <p:stCondLst>
                                            <p:cond delay="0"/>
                                          </p:stCondLst>
                                        </p:cTn>
                                        <p:tgtEl>
                                          <p:spTgt spid="266"/>
                                        </p:tgtEl>
                                        <p:attrNameLst>
                                          <p:attrName>style.visibility</p:attrName>
                                        </p:attrNameLst>
                                      </p:cBhvr>
                                      <p:to>
                                        <p:strVal val="visible"/>
                                      </p:to>
                                    </p:set>
                                    <p:anim calcmode="lin" valueType="num">
                                      <p:cBhvr>
                                        <p:cTn id="143" dur="500" fill="hold"/>
                                        <p:tgtEl>
                                          <p:spTgt spid="266"/>
                                        </p:tgtEl>
                                        <p:attrNameLst>
                                          <p:attrName>ppt_w</p:attrName>
                                        </p:attrNameLst>
                                      </p:cBhvr>
                                      <p:tavLst>
                                        <p:tav tm="0">
                                          <p:val>
                                            <p:fltVal val="0"/>
                                          </p:val>
                                        </p:tav>
                                        <p:tav tm="100000">
                                          <p:val>
                                            <p:strVal val="#ppt_w"/>
                                          </p:val>
                                        </p:tav>
                                      </p:tavLst>
                                    </p:anim>
                                    <p:anim calcmode="lin" valueType="num">
                                      <p:cBhvr>
                                        <p:cTn id="144" dur="500" fill="hold"/>
                                        <p:tgtEl>
                                          <p:spTgt spid="266"/>
                                        </p:tgtEl>
                                        <p:attrNameLst>
                                          <p:attrName>ppt_h</p:attrName>
                                        </p:attrNameLst>
                                      </p:cBhvr>
                                      <p:tavLst>
                                        <p:tav tm="0">
                                          <p:val>
                                            <p:fltVal val="0"/>
                                          </p:val>
                                        </p:tav>
                                        <p:tav tm="100000">
                                          <p:val>
                                            <p:strVal val="#ppt_h"/>
                                          </p:val>
                                        </p:tav>
                                      </p:tavLst>
                                    </p:anim>
                                    <p:animEffect transition="in" filter="fade">
                                      <p:cBhvr>
                                        <p:cTn id="145" dur="500"/>
                                        <p:tgtEl>
                                          <p:spTgt spid="266"/>
                                        </p:tgtEl>
                                      </p:cBhvr>
                                    </p:animEffect>
                                  </p:childTnLst>
                                </p:cTn>
                              </p:par>
                            </p:childTnLst>
                          </p:cTn>
                        </p:par>
                        <p:par>
                          <p:cTn id="146" fill="hold">
                            <p:stCondLst>
                              <p:cond delay="9000"/>
                            </p:stCondLst>
                            <p:childTnLst>
                              <p:par>
                                <p:cTn id="147" presetID="53" presetClass="entr" presetSubtype="0" fill="hold" nodeType="afterEffect">
                                  <p:stCondLst>
                                    <p:cond delay="0"/>
                                  </p:stCondLst>
                                  <p:childTnLst>
                                    <p:set>
                                      <p:cBhvr>
                                        <p:cTn id="148" dur="1" fill="hold">
                                          <p:stCondLst>
                                            <p:cond delay="0"/>
                                          </p:stCondLst>
                                        </p:cTn>
                                        <p:tgtEl>
                                          <p:spTgt spid="15"/>
                                        </p:tgtEl>
                                        <p:attrNameLst>
                                          <p:attrName>style.visibility</p:attrName>
                                        </p:attrNameLst>
                                      </p:cBhvr>
                                      <p:to>
                                        <p:strVal val="visible"/>
                                      </p:to>
                                    </p:set>
                                    <p:anim calcmode="lin" valueType="num">
                                      <p:cBhvr>
                                        <p:cTn id="149" dur="500" fill="hold"/>
                                        <p:tgtEl>
                                          <p:spTgt spid="15"/>
                                        </p:tgtEl>
                                        <p:attrNameLst>
                                          <p:attrName>ppt_w</p:attrName>
                                        </p:attrNameLst>
                                      </p:cBhvr>
                                      <p:tavLst>
                                        <p:tav tm="0">
                                          <p:val>
                                            <p:fltVal val="0"/>
                                          </p:val>
                                        </p:tav>
                                        <p:tav tm="100000">
                                          <p:val>
                                            <p:strVal val="#ppt_w"/>
                                          </p:val>
                                        </p:tav>
                                      </p:tavLst>
                                    </p:anim>
                                    <p:anim calcmode="lin" valueType="num">
                                      <p:cBhvr>
                                        <p:cTn id="150" dur="500" fill="hold"/>
                                        <p:tgtEl>
                                          <p:spTgt spid="15"/>
                                        </p:tgtEl>
                                        <p:attrNameLst>
                                          <p:attrName>ppt_h</p:attrName>
                                        </p:attrNameLst>
                                      </p:cBhvr>
                                      <p:tavLst>
                                        <p:tav tm="0">
                                          <p:val>
                                            <p:fltVal val="0"/>
                                          </p:val>
                                        </p:tav>
                                        <p:tav tm="100000">
                                          <p:val>
                                            <p:strVal val="#ppt_h"/>
                                          </p:val>
                                        </p:tav>
                                      </p:tavLst>
                                    </p:anim>
                                    <p:animEffect transition="in" filter="fade">
                                      <p:cBhvr>
                                        <p:cTn id="151" dur="500"/>
                                        <p:tgtEl>
                                          <p:spTgt spid="15"/>
                                        </p:tgtEl>
                                      </p:cBhvr>
                                    </p:animEffect>
                                  </p:childTnLst>
                                </p:cTn>
                              </p:par>
                            </p:childTnLst>
                          </p:cTn>
                        </p:par>
                        <p:par>
                          <p:cTn id="152" fill="hold">
                            <p:stCondLst>
                              <p:cond delay="9500"/>
                            </p:stCondLst>
                            <p:childTnLst>
                              <p:par>
                                <p:cTn id="153" presetID="53" presetClass="entr" presetSubtype="0" fill="hold" nodeType="afterEffect">
                                  <p:stCondLst>
                                    <p:cond delay="0"/>
                                  </p:stCondLst>
                                  <p:childTnLst>
                                    <p:set>
                                      <p:cBhvr>
                                        <p:cTn id="154" dur="1" fill="hold">
                                          <p:stCondLst>
                                            <p:cond delay="0"/>
                                          </p:stCondLst>
                                        </p:cTn>
                                        <p:tgtEl>
                                          <p:spTgt spid="11"/>
                                        </p:tgtEl>
                                        <p:attrNameLst>
                                          <p:attrName>style.visibility</p:attrName>
                                        </p:attrNameLst>
                                      </p:cBhvr>
                                      <p:to>
                                        <p:strVal val="visible"/>
                                      </p:to>
                                    </p:set>
                                    <p:anim calcmode="lin" valueType="num">
                                      <p:cBhvr>
                                        <p:cTn id="155" dur="500" fill="hold"/>
                                        <p:tgtEl>
                                          <p:spTgt spid="11"/>
                                        </p:tgtEl>
                                        <p:attrNameLst>
                                          <p:attrName>ppt_w</p:attrName>
                                        </p:attrNameLst>
                                      </p:cBhvr>
                                      <p:tavLst>
                                        <p:tav tm="0">
                                          <p:val>
                                            <p:fltVal val="0"/>
                                          </p:val>
                                        </p:tav>
                                        <p:tav tm="100000">
                                          <p:val>
                                            <p:strVal val="#ppt_w"/>
                                          </p:val>
                                        </p:tav>
                                      </p:tavLst>
                                    </p:anim>
                                    <p:anim calcmode="lin" valueType="num">
                                      <p:cBhvr>
                                        <p:cTn id="156" dur="500" fill="hold"/>
                                        <p:tgtEl>
                                          <p:spTgt spid="11"/>
                                        </p:tgtEl>
                                        <p:attrNameLst>
                                          <p:attrName>ppt_h</p:attrName>
                                        </p:attrNameLst>
                                      </p:cBhvr>
                                      <p:tavLst>
                                        <p:tav tm="0">
                                          <p:val>
                                            <p:fltVal val="0"/>
                                          </p:val>
                                        </p:tav>
                                        <p:tav tm="100000">
                                          <p:val>
                                            <p:strVal val="#ppt_h"/>
                                          </p:val>
                                        </p:tav>
                                      </p:tavLst>
                                    </p:anim>
                                    <p:animEffect transition="in" filter="fade">
                                      <p:cBhvr>
                                        <p:cTn id="157" dur="500"/>
                                        <p:tgtEl>
                                          <p:spTgt spid="11"/>
                                        </p:tgtEl>
                                      </p:cBhvr>
                                    </p:animEffect>
                                  </p:childTnLst>
                                </p:cTn>
                              </p:par>
                            </p:childTnLst>
                          </p:cTn>
                        </p:par>
                        <p:par>
                          <p:cTn id="158" fill="hold">
                            <p:stCondLst>
                              <p:cond delay="10000"/>
                            </p:stCondLst>
                            <p:childTnLst>
                              <p:par>
                                <p:cTn id="159" presetID="53" presetClass="entr" presetSubtype="0" fill="hold" nodeType="afterEffect">
                                  <p:stCondLst>
                                    <p:cond delay="0"/>
                                  </p:stCondLst>
                                  <p:childTnLst>
                                    <p:set>
                                      <p:cBhvr>
                                        <p:cTn id="160" dur="1" fill="hold">
                                          <p:stCondLst>
                                            <p:cond delay="0"/>
                                          </p:stCondLst>
                                        </p:cTn>
                                        <p:tgtEl>
                                          <p:spTgt spid="274"/>
                                        </p:tgtEl>
                                        <p:attrNameLst>
                                          <p:attrName>style.visibility</p:attrName>
                                        </p:attrNameLst>
                                      </p:cBhvr>
                                      <p:to>
                                        <p:strVal val="visible"/>
                                      </p:to>
                                    </p:set>
                                    <p:anim calcmode="lin" valueType="num">
                                      <p:cBhvr>
                                        <p:cTn id="161" dur="500" fill="hold"/>
                                        <p:tgtEl>
                                          <p:spTgt spid="274"/>
                                        </p:tgtEl>
                                        <p:attrNameLst>
                                          <p:attrName>ppt_w</p:attrName>
                                        </p:attrNameLst>
                                      </p:cBhvr>
                                      <p:tavLst>
                                        <p:tav tm="0">
                                          <p:val>
                                            <p:fltVal val="0"/>
                                          </p:val>
                                        </p:tav>
                                        <p:tav tm="100000">
                                          <p:val>
                                            <p:strVal val="#ppt_w"/>
                                          </p:val>
                                        </p:tav>
                                      </p:tavLst>
                                    </p:anim>
                                    <p:anim calcmode="lin" valueType="num">
                                      <p:cBhvr>
                                        <p:cTn id="162" dur="500" fill="hold"/>
                                        <p:tgtEl>
                                          <p:spTgt spid="274"/>
                                        </p:tgtEl>
                                        <p:attrNameLst>
                                          <p:attrName>ppt_h</p:attrName>
                                        </p:attrNameLst>
                                      </p:cBhvr>
                                      <p:tavLst>
                                        <p:tav tm="0">
                                          <p:val>
                                            <p:fltVal val="0"/>
                                          </p:val>
                                        </p:tav>
                                        <p:tav tm="100000">
                                          <p:val>
                                            <p:strVal val="#ppt_h"/>
                                          </p:val>
                                        </p:tav>
                                      </p:tavLst>
                                    </p:anim>
                                    <p:animEffect transition="in" filter="fade">
                                      <p:cBhvr>
                                        <p:cTn id="163" dur="500"/>
                                        <p:tgtEl>
                                          <p:spTgt spid="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Education Infographic</a:t>
            </a:r>
            <a:endParaRPr lang="en-US" dirty="0"/>
          </a:p>
        </p:txBody>
      </p:sp>
      <p:sp>
        <p:nvSpPr>
          <p:cNvPr id="8" name="Text Placeholder 7"/>
          <p:cNvSpPr>
            <a:spLocks noGrp="1"/>
          </p:cNvSpPr>
          <p:nvPr>
            <p:ph type="body" sz="half" idx="2"/>
          </p:nvPr>
        </p:nvSpPr>
        <p:spPr/>
        <p:txBody>
          <a:bodyPr/>
          <a:lstStyle/>
          <a:p>
            <a:r>
              <a:rPr lang="en-US"/>
              <a:t>Education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269</a:t>
            </a:fld>
            <a:endParaRPr lang="en-US" dirty="0"/>
          </a:p>
        </p:txBody>
      </p:sp>
      <p:grpSp>
        <p:nvGrpSpPr>
          <p:cNvPr id="2" name="Group 176"/>
          <p:cNvGrpSpPr/>
          <p:nvPr/>
        </p:nvGrpSpPr>
        <p:grpSpPr>
          <a:xfrm>
            <a:off x="3041418" y="3214446"/>
            <a:ext cx="3059578" cy="1186104"/>
            <a:chOff x="2871788" y="3351213"/>
            <a:chExt cx="3398837" cy="1317625"/>
          </a:xfrm>
        </p:grpSpPr>
        <p:grpSp>
          <p:nvGrpSpPr>
            <p:cNvPr id="3" name="Group 173"/>
            <p:cNvGrpSpPr/>
            <p:nvPr/>
          </p:nvGrpSpPr>
          <p:grpSpPr>
            <a:xfrm>
              <a:off x="2871788" y="3430588"/>
              <a:ext cx="3398837" cy="1238250"/>
              <a:chOff x="2871788" y="3430588"/>
              <a:chExt cx="3398837" cy="1238250"/>
            </a:xfrm>
          </p:grpSpPr>
          <p:sp>
            <p:nvSpPr>
              <p:cNvPr id="13" name="Freeform 5"/>
              <p:cNvSpPr>
                <a:spLocks/>
              </p:cNvSpPr>
              <p:nvPr/>
            </p:nvSpPr>
            <p:spPr bwMode="auto">
              <a:xfrm>
                <a:off x="2871788" y="3848100"/>
                <a:ext cx="1081088" cy="581025"/>
              </a:xfrm>
              <a:custGeom>
                <a:avLst/>
                <a:gdLst/>
                <a:ahLst/>
                <a:cxnLst>
                  <a:cxn ang="0">
                    <a:pos x="0" y="150"/>
                  </a:cxn>
                  <a:cxn ang="0">
                    <a:pos x="549" y="0"/>
                  </a:cxn>
                  <a:cxn ang="0">
                    <a:pos x="681" y="91"/>
                  </a:cxn>
                  <a:cxn ang="0">
                    <a:pos x="560" y="366"/>
                  </a:cxn>
                  <a:cxn ang="0">
                    <a:pos x="488" y="340"/>
                  </a:cxn>
                  <a:cxn ang="0">
                    <a:pos x="70" y="174"/>
                  </a:cxn>
                  <a:cxn ang="0">
                    <a:pos x="0" y="150"/>
                  </a:cxn>
                </a:cxnLst>
                <a:rect l="0" t="0" r="r" b="b"/>
                <a:pathLst>
                  <a:path w="681" h="366">
                    <a:moveTo>
                      <a:pt x="0" y="150"/>
                    </a:moveTo>
                    <a:lnTo>
                      <a:pt x="549" y="0"/>
                    </a:lnTo>
                    <a:lnTo>
                      <a:pt x="681" y="91"/>
                    </a:lnTo>
                    <a:lnTo>
                      <a:pt x="560" y="366"/>
                    </a:lnTo>
                    <a:lnTo>
                      <a:pt x="488" y="340"/>
                    </a:lnTo>
                    <a:lnTo>
                      <a:pt x="70" y="174"/>
                    </a:lnTo>
                    <a:lnTo>
                      <a:pt x="0" y="150"/>
                    </a:lnTo>
                    <a:close/>
                  </a:path>
                </a:pathLst>
              </a:custGeom>
              <a:solidFill>
                <a:srgbClr val="99999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
              <p:cNvSpPr>
                <a:spLocks/>
              </p:cNvSpPr>
              <p:nvPr/>
            </p:nvSpPr>
            <p:spPr bwMode="auto">
              <a:xfrm>
                <a:off x="2895600" y="4027488"/>
                <a:ext cx="3375025" cy="641350"/>
              </a:xfrm>
              <a:custGeom>
                <a:avLst/>
                <a:gdLst/>
                <a:ahLst/>
                <a:cxnLst>
                  <a:cxn ang="0">
                    <a:pos x="690" y="318"/>
                  </a:cxn>
                  <a:cxn ang="0">
                    <a:pos x="0" y="47"/>
                  </a:cxn>
                  <a:cxn ang="0">
                    <a:pos x="0" y="129"/>
                  </a:cxn>
                  <a:cxn ang="0">
                    <a:pos x="639" y="369"/>
                  </a:cxn>
                  <a:cxn ang="0">
                    <a:pos x="1627" y="507"/>
                  </a:cxn>
                  <a:cxn ang="0">
                    <a:pos x="2665" y="121"/>
                  </a:cxn>
                  <a:cxn ang="0">
                    <a:pos x="2663" y="58"/>
                  </a:cxn>
                  <a:cxn ang="0">
                    <a:pos x="1258" y="56"/>
                  </a:cxn>
                  <a:cxn ang="0">
                    <a:pos x="690" y="318"/>
                  </a:cxn>
                </a:cxnLst>
                <a:rect l="0" t="0" r="r" b="b"/>
                <a:pathLst>
                  <a:path w="2665" h="507">
                    <a:moveTo>
                      <a:pt x="690" y="318"/>
                    </a:moveTo>
                    <a:cubicBezTo>
                      <a:pt x="690" y="318"/>
                      <a:pt x="300" y="0"/>
                      <a:pt x="0" y="47"/>
                    </a:cubicBezTo>
                    <a:cubicBezTo>
                      <a:pt x="0" y="129"/>
                      <a:pt x="0" y="129"/>
                      <a:pt x="0" y="129"/>
                    </a:cubicBezTo>
                    <a:cubicBezTo>
                      <a:pt x="0" y="129"/>
                      <a:pt x="352" y="107"/>
                      <a:pt x="639" y="369"/>
                    </a:cubicBezTo>
                    <a:cubicBezTo>
                      <a:pt x="1627" y="507"/>
                      <a:pt x="1627" y="507"/>
                      <a:pt x="1627" y="507"/>
                    </a:cubicBezTo>
                    <a:cubicBezTo>
                      <a:pt x="2665" y="121"/>
                      <a:pt x="2665" y="121"/>
                      <a:pt x="2665" y="121"/>
                    </a:cubicBezTo>
                    <a:cubicBezTo>
                      <a:pt x="2663" y="58"/>
                      <a:pt x="2663" y="58"/>
                      <a:pt x="2663" y="58"/>
                    </a:cubicBezTo>
                    <a:cubicBezTo>
                      <a:pt x="1258" y="56"/>
                      <a:pt x="1258" y="56"/>
                      <a:pt x="1258" y="56"/>
                    </a:cubicBezTo>
                    <a:lnTo>
                      <a:pt x="690" y="318"/>
                    </a:lnTo>
                    <a:close/>
                  </a:path>
                </a:pathLst>
              </a:custGeom>
              <a:solidFill>
                <a:srgbClr val="808080"/>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
              <p:cNvSpPr>
                <a:spLocks/>
              </p:cNvSpPr>
              <p:nvPr/>
            </p:nvSpPr>
            <p:spPr bwMode="auto">
              <a:xfrm>
                <a:off x="3760788" y="3960813"/>
                <a:ext cx="2506663" cy="619125"/>
              </a:xfrm>
              <a:custGeom>
                <a:avLst/>
                <a:gdLst/>
                <a:ahLst/>
                <a:cxnLst>
                  <a:cxn ang="0">
                    <a:pos x="0" y="295"/>
                  </a:cxn>
                  <a:cxn ang="0">
                    <a:pos x="750" y="390"/>
                  </a:cxn>
                  <a:cxn ang="0">
                    <a:pos x="1579" y="88"/>
                  </a:cxn>
                  <a:cxn ang="0">
                    <a:pos x="837" y="0"/>
                  </a:cxn>
                  <a:cxn ang="0">
                    <a:pos x="0" y="295"/>
                  </a:cxn>
                </a:cxnLst>
                <a:rect l="0" t="0" r="r" b="b"/>
                <a:pathLst>
                  <a:path w="1579" h="390">
                    <a:moveTo>
                      <a:pt x="0" y="295"/>
                    </a:moveTo>
                    <a:lnTo>
                      <a:pt x="750" y="390"/>
                    </a:lnTo>
                    <a:lnTo>
                      <a:pt x="1579" y="88"/>
                    </a:lnTo>
                    <a:lnTo>
                      <a:pt x="837" y="0"/>
                    </a:lnTo>
                    <a:lnTo>
                      <a:pt x="0" y="295"/>
                    </a:lnTo>
                    <a:close/>
                  </a:path>
                </a:pathLst>
              </a:custGeom>
              <a:solidFill>
                <a:srgbClr val="B3B3B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8"/>
              <p:cNvSpPr>
                <a:spLocks/>
              </p:cNvSpPr>
              <p:nvPr/>
            </p:nvSpPr>
            <p:spPr bwMode="auto">
              <a:xfrm>
                <a:off x="3760788" y="3960813"/>
                <a:ext cx="2470150" cy="534988"/>
              </a:xfrm>
              <a:custGeom>
                <a:avLst/>
                <a:gdLst/>
                <a:ahLst/>
                <a:cxnLst>
                  <a:cxn ang="0">
                    <a:pos x="0" y="295"/>
                  </a:cxn>
                  <a:cxn ang="0">
                    <a:pos x="728" y="337"/>
                  </a:cxn>
                  <a:cxn ang="0">
                    <a:pos x="1556" y="34"/>
                  </a:cxn>
                  <a:cxn ang="0">
                    <a:pos x="837" y="0"/>
                  </a:cxn>
                  <a:cxn ang="0">
                    <a:pos x="0" y="295"/>
                  </a:cxn>
                </a:cxnLst>
                <a:rect l="0" t="0" r="r" b="b"/>
                <a:pathLst>
                  <a:path w="1556" h="337">
                    <a:moveTo>
                      <a:pt x="0" y="295"/>
                    </a:moveTo>
                    <a:lnTo>
                      <a:pt x="728" y="337"/>
                    </a:lnTo>
                    <a:lnTo>
                      <a:pt x="1556" y="34"/>
                    </a:lnTo>
                    <a:lnTo>
                      <a:pt x="837" y="0"/>
                    </a:lnTo>
                    <a:lnTo>
                      <a:pt x="0" y="295"/>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Freeform 9"/>
              <p:cNvSpPr>
                <a:spLocks/>
              </p:cNvSpPr>
              <p:nvPr/>
            </p:nvSpPr>
            <p:spPr bwMode="auto">
              <a:xfrm>
                <a:off x="3776663" y="3929063"/>
                <a:ext cx="2428875" cy="509588"/>
              </a:xfrm>
              <a:custGeom>
                <a:avLst/>
                <a:gdLst/>
                <a:ahLst/>
                <a:cxnLst>
                  <a:cxn ang="0">
                    <a:pos x="1037" y="25"/>
                  </a:cxn>
                  <a:cxn ang="0">
                    <a:pos x="1917" y="0"/>
                  </a:cxn>
                  <a:cxn ang="0">
                    <a:pos x="906" y="402"/>
                  </a:cxn>
                  <a:cxn ang="0">
                    <a:pos x="0" y="390"/>
                  </a:cxn>
                  <a:cxn ang="0">
                    <a:pos x="1037" y="25"/>
                  </a:cxn>
                </a:cxnLst>
                <a:rect l="0" t="0" r="r" b="b"/>
                <a:pathLst>
                  <a:path w="1917" h="402">
                    <a:moveTo>
                      <a:pt x="1037" y="25"/>
                    </a:moveTo>
                    <a:cubicBezTo>
                      <a:pt x="1037" y="25"/>
                      <a:pt x="1703" y="67"/>
                      <a:pt x="1917" y="0"/>
                    </a:cubicBezTo>
                    <a:cubicBezTo>
                      <a:pt x="906" y="402"/>
                      <a:pt x="906" y="402"/>
                      <a:pt x="906" y="402"/>
                    </a:cubicBezTo>
                    <a:cubicBezTo>
                      <a:pt x="0" y="390"/>
                      <a:pt x="0" y="390"/>
                      <a:pt x="0" y="390"/>
                    </a:cubicBezTo>
                    <a:lnTo>
                      <a:pt x="1037" y="25"/>
                    </a:ln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4" name="Freeform 10"/>
              <p:cNvSpPr>
                <a:spLocks/>
              </p:cNvSpPr>
              <p:nvPr/>
            </p:nvSpPr>
            <p:spPr bwMode="auto">
              <a:xfrm>
                <a:off x="2889250" y="3430588"/>
                <a:ext cx="2200275" cy="998538"/>
              </a:xfrm>
              <a:custGeom>
                <a:avLst/>
                <a:gdLst/>
                <a:ahLst/>
                <a:cxnLst>
                  <a:cxn ang="0">
                    <a:pos x="689" y="789"/>
                  </a:cxn>
                  <a:cxn ang="0">
                    <a:pos x="0" y="465"/>
                  </a:cxn>
                  <a:cxn ang="0">
                    <a:pos x="1250" y="0"/>
                  </a:cxn>
                  <a:cxn ang="0">
                    <a:pos x="1738" y="419"/>
                  </a:cxn>
                  <a:cxn ang="0">
                    <a:pos x="689" y="789"/>
                  </a:cxn>
                </a:cxnLst>
                <a:rect l="0" t="0" r="r" b="b"/>
                <a:pathLst>
                  <a:path w="1738" h="789">
                    <a:moveTo>
                      <a:pt x="689" y="789"/>
                    </a:moveTo>
                    <a:cubicBezTo>
                      <a:pt x="689" y="789"/>
                      <a:pt x="333" y="454"/>
                      <a:pt x="0" y="465"/>
                    </a:cubicBezTo>
                    <a:cubicBezTo>
                      <a:pt x="1250" y="0"/>
                      <a:pt x="1250" y="0"/>
                      <a:pt x="1250" y="0"/>
                    </a:cubicBezTo>
                    <a:cubicBezTo>
                      <a:pt x="1250" y="0"/>
                      <a:pt x="1647" y="17"/>
                      <a:pt x="1738" y="419"/>
                    </a:cubicBezTo>
                    <a:lnTo>
                      <a:pt x="689" y="789"/>
                    </a:lnTo>
                    <a:close/>
                  </a:path>
                </a:pathLst>
              </a:custGeom>
              <a:solidFill>
                <a:srgbClr val="B3B3B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35" name="Freeform 11"/>
            <p:cNvSpPr>
              <a:spLocks/>
            </p:cNvSpPr>
            <p:nvPr/>
          </p:nvSpPr>
          <p:spPr bwMode="auto">
            <a:xfrm>
              <a:off x="2900363" y="3351213"/>
              <a:ext cx="2189163" cy="1077913"/>
            </a:xfrm>
            <a:custGeom>
              <a:avLst/>
              <a:gdLst/>
              <a:ahLst/>
              <a:cxnLst>
                <a:cxn ang="0">
                  <a:pos x="680" y="851"/>
                </a:cxn>
                <a:cxn ang="0">
                  <a:pos x="0" y="479"/>
                </a:cxn>
                <a:cxn ang="0">
                  <a:pos x="1243" y="0"/>
                </a:cxn>
                <a:cxn ang="0">
                  <a:pos x="1729" y="481"/>
                </a:cxn>
                <a:cxn ang="0">
                  <a:pos x="680" y="851"/>
                </a:cxn>
              </a:cxnLst>
              <a:rect l="0" t="0" r="r" b="b"/>
              <a:pathLst>
                <a:path w="1729" h="851">
                  <a:moveTo>
                    <a:pt x="680" y="851"/>
                  </a:moveTo>
                  <a:cubicBezTo>
                    <a:pt x="680" y="851"/>
                    <a:pt x="420" y="471"/>
                    <a:pt x="0" y="479"/>
                  </a:cubicBezTo>
                  <a:cubicBezTo>
                    <a:pt x="1243" y="0"/>
                    <a:pt x="1243" y="0"/>
                    <a:pt x="1243" y="0"/>
                  </a:cubicBezTo>
                  <a:cubicBezTo>
                    <a:pt x="1243" y="0"/>
                    <a:pt x="1574" y="109"/>
                    <a:pt x="1729" y="481"/>
                  </a:cubicBezTo>
                  <a:lnTo>
                    <a:pt x="680" y="851"/>
                  </a:lnTo>
                  <a:close/>
                </a:path>
              </a:pathLst>
            </a:custGeom>
            <a:solidFill>
              <a:schemeClr val="tx2">
                <a:lumMod val="10000"/>
                <a:lumOff val="9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189"/>
          <p:cNvGrpSpPr/>
          <p:nvPr/>
        </p:nvGrpSpPr>
        <p:grpSpPr>
          <a:xfrm>
            <a:off x="4913463" y="1279524"/>
            <a:ext cx="395845" cy="464439"/>
            <a:chOff x="4913463" y="1279524"/>
            <a:chExt cx="395845" cy="464439"/>
          </a:xfrm>
        </p:grpSpPr>
        <p:grpSp>
          <p:nvGrpSpPr>
            <p:cNvPr id="5" name="Group 149"/>
            <p:cNvGrpSpPr/>
            <p:nvPr/>
          </p:nvGrpSpPr>
          <p:grpSpPr>
            <a:xfrm>
              <a:off x="4913463" y="1279524"/>
              <a:ext cx="395845" cy="464439"/>
              <a:chOff x="4951413" y="1201738"/>
              <a:chExt cx="439738" cy="515938"/>
            </a:xfrm>
            <a:solidFill>
              <a:schemeClr val="accent4"/>
            </a:solidFill>
          </p:grpSpPr>
          <p:sp>
            <p:nvSpPr>
              <p:cNvPr id="1037" name="Oval 13"/>
              <p:cNvSpPr>
                <a:spLocks noChangeArrowheads="1"/>
              </p:cNvSpPr>
              <p:nvPr/>
            </p:nvSpPr>
            <p:spPr bwMode="auto">
              <a:xfrm>
                <a:off x="4951413" y="1201738"/>
                <a:ext cx="439738" cy="4413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8" name="Freeform 14"/>
              <p:cNvSpPr>
                <a:spLocks/>
              </p:cNvSpPr>
              <p:nvPr/>
            </p:nvSpPr>
            <p:spPr bwMode="auto">
              <a:xfrm>
                <a:off x="5064125" y="1611313"/>
                <a:ext cx="112713" cy="106363"/>
              </a:xfrm>
              <a:custGeom>
                <a:avLst/>
                <a:gdLst/>
                <a:ahLst/>
                <a:cxnLst>
                  <a:cxn ang="0">
                    <a:pos x="0" y="0"/>
                  </a:cxn>
                  <a:cxn ang="0">
                    <a:pos x="5" y="67"/>
                  </a:cxn>
                  <a:cxn ang="0">
                    <a:pos x="71" y="12"/>
                  </a:cxn>
                  <a:cxn ang="0">
                    <a:pos x="0" y="0"/>
                  </a:cxn>
                </a:cxnLst>
                <a:rect l="0" t="0" r="r" b="b"/>
                <a:pathLst>
                  <a:path w="71" h="67">
                    <a:moveTo>
                      <a:pt x="0" y="0"/>
                    </a:moveTo>
                    <a:lnTo>
                      <a:pt x="5" y="67"/>
                    </a:lnTo>
                    <a:lnTo>
                      <a:pt x="71"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148"/>
            <p:cNvGrpSpPr/>
            <p:nvPr/>
          </p:nvGrpSpPr>
          <p:grpSpPr>
            <a:xfrm>
              <a:off x="5042077" y="1345260"/>
              <a:ext cx="142904" cy="275805"/>
              <a:chOff x="5094288" y="1274763"/>
              <a:chExt cx="158750" cy="306387"/>
            </a:xfrm>
          </p:grpSpPr>
          <p:sp>
            <p:nvSpPr>
              <p:cNvPr id="1039" name="Freeform 15"/>
              <p:cNvSpPr>
                <a:spLocks/>
              </p:cNvSpPr>
              <p:nvPr/>
            </p:nvSpPr>
            <p:spPr bwMode="auto">
              <a:xfrm>
                <a:off x="5097463" y="1317625"/>
                <a:ext cx="55563" cy="236538"/>
              </a:xfrm>
              <a:custGeom>
                <a:avLst/>
                <a:gdLst/>
                <a:ahLst/>
                <a:cxnLst>
                  <a:cxn ang="0">
                    <a:pos x="35" y="119"/>
                  </a:cxn>
                  <a:cxn ang="0">
                    <a:pos x="24" y="149"/>
                  </a:cxn>
                  <a:cxn ang="0">
                    <a:pos x="11" y="149"/>
                  </a:cxn>
                  <a:cxn ang="0">
                    <a:pos x="0" y="119"/>
                  </a:cxn>
                  <a:cxn ang="0">
                    <a:pos x="0" y="0"/>
                  </a:cxn>
                  <a:cxn ang="0">
                    <a:pos x="35" y="0"/>
                  </a:cxn>
                  <a:cxn ang="0">
                    <a:pos x="35" y="119"/>
                  </a:cxn>
                </a:cxnLst>
                <a:rect l="0" t="0" r="r" b="b"/>
                <a:pathLst>
                  <a:path w="35" h="149">
                    <a:moveTo>
                      <a:pt x="35" y="119"/>
                    </a:moveTo>
                    <a:lnTo>
                      <a:pt x="24" y="149"/>
                    </a:lnTo>
                    <a:lnTo>
                      <a:pt x="11" y="149"/>
                    </a:lnTo>
                    <a:lnTo>
                      <a:pt x="0" y="119"/>
                    </a:lnTo>
                    <a:lnTo>
                      <a:pt x="0" y="0"/>
                    </a:lnTo>
                    <a:lnTo>
                      <a:pt x="35" y="0"/>
                    </a:lnTo>
                    <a:lnTo>
                      <a:pt x="35" y="119"/>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0" name="Freeform 16"/>
              <p:cNvSpPr>
                <a:spLocks/>
              </p:cNvSpPr>
              <p:nvPr/>
            </p:nvSpPr>
            <p:spPr bwMode="auto">
              <a:xfrm>
                <a:off x="5097463" y="1274763"/>
                <a:ext cx="55563" cy="68263"/>
              </a:xfrm>
              <a:custGeom>
                <a:avLst/>
                <a:gdLst/>
                <a:ahLst/>
                <a:cxnLst>
                  <a:cxn ang="0">
                    <a:pos x="44" y="32"/>
                  </a:cxn>
                  <a:cxn ang="0">
                    <a:pos x="22" y="54"/>
                  </a:cxn>
                  <a:cxn ang="0">
                    <a:pos x="22" y="54"/>
                  </a:cxn>
                  <a:cxn ang="0">
                    <a:pos x="0" y="32"/>
                  </a:cxn>
                  <a:cxn ang="0">
                    <a:pos x="0" y="12"/>
                  </a:cxn>
                  <a:cxn ang="0">
                    <a:pos x="22" y="2"/>
                  </a:cxn>
                  <a:cxn ang="0">
                    <a:pos x="22" y="2"/>
                  </a:cxn>
                  <a:cxn ang="0">
                    <a:pos x="44" y="12"/>
                  </a:cxn>
                  <a:cxn ang="0">
                    <a:pos x="44" y="32"/>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2"/>
                      <a:pt x="22" y="2"/>
                    </a:cubicBezTo>
                    <a:cubicBezTo>
                      <a:pt x="22" y="2"/>
                      <a:pt x="22" y="2"/>
                      <a:pt x="22" y="2"/>
                    </a:cubicBezTo>
                    <a:cubicBezTo>
                      <a:pt x="34" y="2"/>
                      <a:pt x="44" y="0"/>
                      <a:pt x="44" y="12"/>
                    </a:cubicBezTo>
                    <a:lnTo>
                      <a:pt x="44"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1" name="Rectangle 17"/>
              <p:cNvSpPr>
                <a:spLocks noChangeArrowheads="1"/>
              </p:cNvSpPr>
              <p:nvPr/>
            </p:nvSpPr>
            <p:spPr bwMode="auto">
              <a:xfrm>
                <a:off x="5094288" y="1303338"/>
                <a:ext cx="61913" cy="571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2" name="Freeform 18"/>
              <p:cNvSpPr>
                <a:spLocks/>
              </p:cNvSpPr>
              <p:nvPr/>
            </p:nvSpPr>
            <p:spPr bwMode="auto">
              <a:xfrm>
                <a:off x="5114925" y="1546225"/>
                <a:ext cx="20638" cy="34925"/>
              </a:xfrm>
              <a:custGeom>
                <a:avLst/>
                <a:gdLst/>
                <a:ahLst/>
                <a:cxnLst>
                  <a:cxn ang="0">
                    <a:pos x="0" y="5"/>
                  </a:cxn>
                  <a:cxn ang="0">
                    <a:pos x="6" y="21"/>
                  </a:cxn>
                  <a:cxn ang="0">
                    <a:pos x="17" y="6"/>
                  </a:cxn>
                  <a:cxn ang="0">
                    <a:pos x="0" y="5"/>
                  </a:cxn>
                </a:cxnLst>
                <a:rect l="0" t="0" r="r" b="b"/>
                <a:pathLst>
                  <a:path w="17" h="27">
                    <a:moveTo>
                      <a:pt x="0" y="5"/>
                    </a:moveTo>
                    <a:cubicBezTo>
                      <a:pt x="0" y="5"/>
                      <a:pt x="4" y="18"/>
                      <a:pt x="6" y="21"/>
                    </a:cubicBezTo>
                    <a:cubicBezTo>
                      <a:pt x="8" y="25"/>
                      <a:pt x="11" y="27"/>
                      <a:pt x="17" y="6"/>
                    </a:cubicBezTo>
                    <a:cubicBezTo>
                      <a:pt x="17" y="6"/>
                      <a:pt x="10" y="0"/>
                      <a:pt x="0"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3" name="Freeform 19"/>
              <p:cNvSpPr>
                <a:spLocks/>
              </p:cNvSpPr>
              <p:nvPr/>
            </p:nvSpPr>
            <p:spPr bwMode="auto">
              <a:xfrm>
                <a:off x="5181600" y="1317625"/>
                <a:ext cx="55563" cy="236538"/>
              </a:xfrm>
              <a:custGeom>
                <a:avLst/>
                <a:gdLst/>
                <a:ahLst/>
                <a:cxnLst>
                  <a:cxn ang="0">
                    <a:pos x="35" y="119"/>
                  </a:cxn>
                  <a:cxn ang="0">
                    <a:pos x="24" y="149"/>
                  </a:cxn>
                  <a:cxn ang="0">
                    <a:pos x="11" y="149"/>
                  </a:cxn>
                  <a:cxn ang="0">
                    <a:pos x="0" y="119"/>
                  </a:cxn>
                  <a:cxn ang="0">
                    <a:pos x="0" y="0"/>
                  </a:cxn>
                  <a:cxn ang="0">
                    <a:pos x="35" y="0"/>
                  </a:cxn>
                  <a:cxn ang="0">
                    <a:pos x="35" y="119"/>
                  </a:cxn>
                </a:cxnLst>
                <a:rect l="0" t="0" r="r" b="b"/>
                <a:pathLst>
                  <a:path w="35" h="149">
                    <a:moveTo>
                      <a:pt x="35" y="119"/>
                    </a:moveTo>
                    <a:lnTo>
                      <a:pt x="24" y="149"/>
                    </a:lnTo>
                    <a:lnTo>
                      <a:pt x="11" y="149"/>
                    </a:lnTo>
                    <a:lnTo>
                      <a:pt x="0" y="119"/>
                    </a:lnTo>
                    <a:lnTo>
                      <a:pt x="0" y="0"/>
                    </a:lnTo>
                    <a:lnTo>
                      <a:pt x="35" y="0"/>
                    </a:lnTo>
                    <a:lnTo>
                      <a:pt x="35" y="119"/>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4" name="Freeform 20"/>
              <p:cNvSpPr>
                <a:spLocks/>
              </p:cNvSpPr>
              <p:nvPr/>
            </p:nvSpPr>
            <p:spPr bwMode="auto">
              <a:xfrm>
                <a:off x="5181600" y="1274763"/>
                <a:ext cx="55563" cy="68263"/>
              </a:xfrm>
              <a:custGeom>
                <a:avLst/>
                <a:gdLst/>
                <a:ahLst/>
                <a:cxnLst>
                  <a:cxn ang="0">
                    <a:pos x="44" y="32"/>
                  </a:cxn>
                  <a:cxn ang="0">
                    <a:pos x="22" y="54"/>
                  </a:cxn>
                  <a:cxn ang="0">
                    <a:pos x="22" y="54"/>
                  </a:cxn>
                  <a:cxn ang="0">
                    <a:pos x="0" y="32"/>
                  </a:cxn>
                  <a:cxn ang="0">
                    <a:pos x="0" y="12"/>
                  </a:cxn>
                  <a:cxn ang="0">
                    <a:pos x="22" y="2"/>
                  </a:cxn>
                  <a:cxn ang="0">
                    <a:pos x="22" y="2"/>
                  </a:cxn>
                  <a:cxn ang="0">
                    <a:pos x="44" y="12"/>
                  </a:cxn>
                  <a:cxn ang="0">
                    <a:pos x="44" y="32"/>
                  </a:cxn>
                </a:cxnLst>
                <a:rect l="0" t="0" r="r" b="b"/>
                <a:pathLst>
                  <a:path w="44" h="54">
                    <a:moveTo>
                      <a:pt x="44" y="32"/>
                    </a:moveTo>
                    <a:cubicBezTo>
                      <a:pt x="44" y="44"/>
                      <a:pt x="34" y="54"/>
                      <a:pt x="22" y="54"/>
                    </a:cubicBezTo>
                    <a:cubicBezTo>
                      <a:pt x="22" y="54"/>
                      <a:pt x="22" y="54"/>
                      <a:pt x="22" y="54"/>
                    </a:cubicBezTo>
                    <a:cubicBezTo>
                      <a:pt x="10" y="54"/>
                      <a:pt x="0" y="44"/>
                      <a:pt x="0" y="32"/>
                    </a:cubicBezTo>
                    <a:cubicBezTo>
                      <a:pt x="0" y="12"/>
                      <a:pt x="0" y="12"/>
                      <a:pt x="0" y="12"/>
                    </a:cubicBezTo>
                    <a:cubicBezTo>
                      <a:pt x="0" y="0"/>
                      <a:pt x="10" y="2"/>
                      <a:pt x="22" y="2"/>
                    </a:cubicBezTo>
                    <a:cubicBezTo>
                      <a:pt x="22" y="2"/>
                      <a:pt x="22" y="2"/>
                      <a:pt x="22" y="2"/>
                    </a:cubicBezTo>
                    <a:cubicBezTo>
                      <a:pt x="34" y="2"/>
                      <a:pt x="44" y="0"/>
                      <a:pt x="44" y="12"/>
                    </a:cubicBezTo>
                    <a:lnTo>
                      <a:pt x="44"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5" name="Rectangle 21"/>
              <p:cNvSpPr>
                <a:spLocks noChangeArrowheads="1"/>
              </p:cNvSpPr>
              <p:nvPr/>
            </p:nvSpPr>
            <p:spPr bwMode="auto">
              <a:xfrm>
                <a:off x="5178425" y="1303338"/>
                <a:ext cx="61913" cy="571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6" name="Freeform 22"/>
              <p:cNvSpPr>
                <a:spLocks/>
              </p:cNvSpPr>
              <p:nvPr/>
            </p:nvSpPr>
            <p:spPr bwMode="auto">
              <a:xfrm>
                <a:off x="5197475" y="1546225"/>
                <a:ext cx="22225" cy="34925"/>
              </a:xfrm>
              <a:custGeom>
                <a:avLst/>
                <a:gdLst/>
                <a:ahLst/>
                <a:cxnLst>
                  <a:cxn ang="0">
                    <a:pos x="0" y="5"/>
                  </a:cxn>
                  <a:cxn ang="0">
                    <a:pos x="6" y="21"/>
                  </a:cxn>
                  <a:cxn ang="0">
                    <a:pos x="17" y="6"/>
                  </a:cxn>
                  <a:cxn ang="0">
                    <a:pos x="0" y="5"/>
                  </a:cxn>
                </a:cxnLst>
                <a:rect l="0" t="0" r="r" b="b"/>
                <a:pathLst>
                  <a:path w="17" h="27">
                    <a:moveTo>
                      <a:pt x="0" y="5"/>
                    </a:moveTo>
                    <a:cubicBezTo>
                      <a:pt x="0" y="5"/>
                      <a:pt x="5" y="18"/>
                      <a:pt x="6" y="21"/>
                    </a:cubicBezTo>
                    <a:cubicBezTo>
                      <a:pt x="8" y="25"/>
                      <a:pt x="11" y="27"/>
                      <a:pt x="17" y="6"/>
                    </a:cubicBezTo>
                    <a:cubicBezTo>
                      <a:pt x="17" y="6"/>
                      <a:pt x="10" y="0"/>
                      <a:pt x="0"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7" name="Freeform 23"/>
              <p:cNvSpPr>
                <a:spLocks/>
              </p:cNvSpPr>
              <p:nvPr/>
            </p:nvSpPr>
            <p:spPr bwMode="auto">
              <a:xfrm>
                <a:off x="5233988" y="1312863"/>
                <a:ext cx="19050" cy="120650"/>
              </a:xfrm>
              <a:custGeom>
                <a:avLst/>
                <a:gdLst/>
                <a:ahLst/>
                <a:cxnLst>
                  <a:cxn ang="0">
                    <a:pos x="1" y="1"/>
                  </a:cxn>
                  <a:cxn ang="0">
                    <a:pos x="14" y="11"/>
                  </a:cxn>
                  <a:cxn ang="0">
                    <a:pos x="14" y="89"/>
                  </a:cxn>
                  <a:cxn ang="0">
                    <a:pos x="10" y="95"/>
                  </a:cxn>
                  <a:cxn ang="0">
                    <a:pos x="10" y="33"/>
                  </a:cxn>
                  <a:cxn ang="0">
                    <a:pos x="5" y="26"/>
                  </a:cxn>
                  <a:cxn ang="0">
                    <a:pos x="0" y="0"/>
                  </a:cxn>
                </a:cxnLst>
                <a:rect l="0" t="0" r="r" b="b"/>
                <a:pathLst>
                  <a:path w="16" h="95">
                    <a:moveTo>
                      <a:pt x="1" y="1"/>
                    </a:moveTo>
                    <a:cubicBezTo>
                      <a:pt x="1" y="1"/>
                      <a:pt x="13" y="7"/>
                      <a:pt x="14" y="11"/>
                    </a:cubicBezTo>
                    <a:cubicBezTo>
                      <a:pt x="14" y="15"/>
                      <a:pt x="14" y="89"/>
                      <a:pt x="14" y="89"/>
                    </a:cubicBezTo>
                    <a:cubicBezTo>
                      <a:pt x="14" y="89"/>
                      <a:pt x="16" y="95"/>
                      <a:pt x="10" y="95"/>
                    </a:cubicBezTo>
                    <a:cubicBezTo>
                      <a:pt x="10" y="33"/>
                      <a:pt x="10" y="33"/>
                      <a:pt x="10" y="33"/>
                    </a:cubicBezTo>
                    <a:cubicBezTo>
                      <a:pt x="5" y="26"/>
                      <a:pt x="5" y="26"/>
                      <a:pt x="5" y="26"/>
                    </a:cubicBezTo>
                    <a:cubicBezTo>
                      <a:pt x="0" y="0"/>
                      <a:pt x="0" y="0"/>
                      <a:pt x="0" y="0"/>
                    </a:cubicBezTo>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9" name="Group 179"/>
          <p:cNvGrpSpPr/>
          <p:nvPr/>
        </p:nvGrpSpPr>
        <p:grpSpPr>
          <a:xfrm>
            <a:off x="4379002" y="3038673"/>
            <a:ext cx="670221" cy="785973"/>
            <a:chOff x="4379002" y="3038673"/>
            <a:chExt cx="670221" cy="785973"/>
          </a:xfrm>
        </p:grpSpPr>
        <p:grpSp>
          <p:nvGrpSpPr>
            <p:cNvPr id="10" name="Group 151"/>
            <p:cNvGrpSpPr/>
            <p:nvPr/>
          </p:nvGrpSpPr>
          <p:grpSpPr>
            <a:xfrm>
              <a:off x="4379002" y="3038673"/>
              <a:ext cx="670221" cy="785973"/>
              <a:chOff x="4357688" y="3155950"/>
              <a:chExt cx="744538" cy="873125"/>
            </a:xfrm>
            <a:solidFill>
              <a:schemeClr val="accent1"/>
            </a:solidFill>
          </p:grpSpPr>
          <p:sp>
            <p:nvSpPr>
              <p:cNvPr id="1048" name="Oval 24"/>
              <p:cNvSpPr>
                <a:spLocks noChangeArrowheads="1"/>
              </p:cNvSpPr>
              <p:nvPr/>
            </p:nvSpPr>
            <p:spPr bwMode="auto">
              <a:xfrm>
                <a:off x="4357688" y="3155950"/>
                <a:ext cx="744538" cy="7461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9" name="Freeform 25"/>
              <p:cNvSpPr>
                <a:spLocks/>
              </p:cNvSpPr>
              <p:nvPr/>
            </p:nvSpPr>
            <p:spPr bwMode="auto">
              <a:xfrm>
                <a:off x="4546600" y="3851275"/>
                <a:ext cx="192088" cy="177800"/>
              </a:xfrm>
              <a:custGeom>
                <a:avLst/>
                <a:gdLst/>
                <a:ahLst/>
                <a:cxnLst>
                  <a:cxn ang="0">
                    <a:pos x="0" y="0"/>
                  </a:cxn>
                  <a:cxn ang="0">
                    <a:pos x="10" y="112"/>
                  </a:cxn>
                  <a:cxn ang="0">
                    <a:pos x="121" y="19"/>
                  </a:cxn>
                  <a:cxn ang="0">
                    <a:pos x="0" y="0"/>
                  </a:cxn>
                </a:cxnLst>
                <a:rect l="0" t="0" r="r" b="b"/>
                <a:pathLst>
                  <a:path w="121" h="112">
                    <a:moveTo>
                      <a:pt x="0" y="0"/>
                    </a:moveTo>
                    <a:lnTo>
                      <a:pt x="10" y="112"/>
                    </a:lnTo>
                    <a:lnTo>
                      <a:pt x="121" y="19"/>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52"/>
            <p:cNvGrpSpPr/>
            <p:nvPr/>
          </p:nvGrpSpPr>
          <p:grpSpPr>
            <a:xfrm>
              <a:off x="4486179" y="3178719"/>
              <a:ext cx="484446" cy="368694"/>
              <a:chOff x="4476750" y="3311525"/>
              <a:chExt cx="538163" cy="409576"/>
            </a:xfrm>
          </p:grpSpPr>
          <p:sp>
            <p:nvSpPr>
              <p:cNvPr id="1074" name="Freeform 50"/>
              <p:cNvSpPr>
                <a:spLocks/>
              </p:cNvSpPr>
              <p:nvPr/>
            </p:nvSpPr>
            <p:spPr bwMode="auto">
              <a:xfrm>
                <a:off x="4476750" y="3311525"/>
                <a:ext cx="517525" cy="231775"/>
              </a:xfrm>
              <a:custGeom>
                <a:avLst/>
                <a:gdLst/>
                <a:ahLst/>
                <a:cxnLst>
                  <a:cxn ang="0">
                    <a:pos x="161" y="146"/>
                  </a:cxn>
                  <a:cxn ang="0">
                    <a:pos x="0" y="74"/>
                  </a:cxn>
                  <a:cxn ang="0">
                    <a:pos x="166" y="0"/>
                  </a:cxn>
                  <a:cxn ang="0">
                    <a:pos x="326" y="71"/>
                  </a:cxn>
                  <a:cxn ang="0">
                    <a:pos x="161" y="146"/>
                  </a:cxn>
                </a:cxnLst>
                <a:rect l="0" t="0" r="r" b="b"/>
                <a:pathLst>
                  <a:path w="326" h="146">
                    <a:moveTo>
                      <a:pt x="161" y="146"/>
                    </a:moveTo>
                    <a:lnTo>
                      <a:pt x="0" y="74"/>
                    </a:lnTo>
                    <a:lnTo>
                      <a:pt x="166" y="0"/>
                    </a:lnTo>
                    <a:lnTo>
                      <a:pt x="326" y="71"/>
                    </a:lnTo>
                    <a:lnTo>
                      <a:pt x="161" y="146"/>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5" name="Rectangle 51"/>
              <p:cNvSpPr>
                <a:spLocks noChangeArrowheads="1"/>
              </p:cNvSpPr>
              <p:nvPr/>
            </p:nvSpPr>
            <p:spPr bwMode="auto">
              <a:xfrm>
                <a:off x="4972050" y="3421063"/>
                <a:ext cx="17463" cy="171450"/>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6" name="Oval 52"/>
              <p:cNvSpPr>
                <a:spLocks noChangeArrowheads="1"/>
              </p:cNvSpPr>
              <p:nvPr/>
            </p:nvSpPr>
            <p:spPr bwMode="auto">
              <a:xfrm>
                <a:off x="4954588" y="3571875"/>
                <a:ext cx="52388" cy="52388"/>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7" name="Freeform 53"/>
              <p:cNvSpPr>
                <a:spLocks/>
              </p:cNvSpPr>
              <p:nvPr/>
            </p:nvSpPr>
            <p:spPr bwMode="auto">
              <a:xfrm>
                <a:off x="4948238" y="3600450"/>
                <a:ext cx="38100" cy="112713"/>
              </a:xfrm>
              <a:custGeom>
                <a:avLst/>
                <a:gdLst/>
                <a:ahLst/>
                <a:cxnLst>
                  <a:cxn ang="0">
                    <a:pos x="16" y="5"/>
                  </a:cxn>
                  <a:cxn ang="0">
                    <a:pos x="7" y="90"/>
                  </a:cxn>
                  <a:cxn ang="0">
                    <a:pos x="30" y="90"/>
                  </a:cxn>
                  <a:cxn ang="0">
                    <a:pos x="30" y="0"/>
                  </a:cxn>
                  <a:cxn ang="0">
                    <a:pos x="16" y="5"/>
                  </a:cxn>
                </a:cxnLst>
                <a:rect l="0" t="0" r="r" b="b"/>
                <a:pathLst>
                  <a:path w="30" h="90">
                    <a:moveTo>
                      <a:pt x="16" y="5"/>
                    </a:moveTo>
                    <a:cubicBezTo>
                      <a:pt x="16" y="5"/>
                      <a:pt x="0" y="38"/>
                      <a:pt x="7" y="90"/>
                    </a:cubicBezTo>
                    <a:cubicBezTo>
                      <a:pt x="30" y="90"/>
                      <a:pt x="30" y="90"/>
                      <a:pt x="30" y="90"/>
                    </a:cubicBezTo>
                    <a:cubicBezTo>
                      <a:pt x="30" y="0"/>
                      <a:pt x="30" y="0"/>
                      <a:pt x="30" y="0"/>
                    </a:cubicBezTo>
                    <a:cubicBezTo>
                      <a:pt x="30" y="0"/>
                      <a:pt x="16" y="7"/>
                      <a:pt x="16"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8" name="Freeform 54"/>
              <p:cNvSpPr>
                <a:spLocks/>
              </p:cNvSpPr>
              <p:nvPr/>
            </p:nvSpPr>
            <p:spPr bwMode="auto">
              <a:xfrm>
                <a:off x="4976813" y="3600450"/>
                <a:ext cx="38100" cy="112713"/>
              </a:xfrm>
              <a:custGeom>
                <a:avLst/>
                <a:gdLst/>
                <a:ahLst/>
                <a:cxnLst>
                  <a:cxn ang="0">
                    <a:pos x="14" y="5"/>
                  </a:cxn>
                  <a:cxn ang="0">
                    <a:pos x="23" y="90"/>
                  </a:cxn>
                  <a:cxn ang="0">
                    <a:pos x="0" y="90"/>
                  </a:cxn>
                  <a:cxn ang="0">
                    <a:pos x="0" y="0"/>
                  </a:cxn>
                  <a:cxn ang="0">
                    <a:pos x="14" y="5"/>
                  </a:cxn>
                </a:cxnLst>
                <a:rect l="0" t="0" r="r" b="b"/>
                <a:pathLst>
                  <a:path w="30" h="90">
                    <a:moveTo>
                      <a:pt x="14" y="5"/>
                    </a:moveTo>
                    <a:cubicBezTo>
                      <a:pt x="14" y="5"/>
                      <a:pt x="30" y="38"/>
                      <a:pt x="23" y="90"/>
                    </a:cubicBezTo>
                    <a:cubicBezTo>
                      <a:pt x="0" y="90"/>
                      <a:pt x="0" y="90"/>
                      <a:pt x="0" y="90"/>
                    </a:cubicBezTo>
                    <a:cubicBezTo>
                      <a:pt x="0" y="0"/>
                      <a:pt x="0" y="0"/>
                      <a:pt x="0" y="0"/>
                    </a:cubicBezTo>
                    <a:cubicBezTo>
                      <a:pt x="0" y="0"/>
                      <a:pt x="14" y="7"/>
                      <a:pt x="14" y="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9" name="Freeform 55"/>
              <p:cNvSpPr>
                <a:spLocks/>
              </p:cNvSpPr>
              <p:nvPr/>
            </p:nvSpPr>
            <p:spPr bwMode="auto">
              <a:xfrm>
                <a:off x="4579938" y="3497263"/>
                <a:ext cx="298450" cy="223838"/>
              </a:xfrm>
              <a:custGeom>
                <a:avLst/>
                <a:gdLst/>
                <a:ahLst/>
                <a:cxnLst>
                  <a:cxn ang="0">
                    <a:pos x="236" y="0"/>
                  </a:cxn>
                  <a:cxn ang="0">
                    <a:pos x="118" y="56"/>
                  </a:cxn>
                  <a:cxn ang="0">
                    <a:pos x="0" y="0"/>
                  </a:cxn>
                  <a:cxn ang="0">
                    <a:pos x="0" y="136"/>
                  </a:cxn>
                  <a:cxn ang="0">
                    <a:pos x="115" y="177"/>
                  </a:cxn>
                  <a:cxn ang="0">
                    <a:pos x="115" y="177"/>
                  </a:cxn>
                  <a:cxn ang="0">
                    <a:pos x="118" y="177"/>
                  </a:cxn>
                  <a:cxn ang="0">
                    <a:pos x="121" y="177"/>
                  </a:cxn>
                  <a:cxn ang="0">
                    <a:pos x="121" y="177"/>
                  </a:cxn>
                  <a:cxn ang="0">
                    <a:pos x="236" y="136"/>
                  </a:cxn>
                  <a:cxn ang="0">
                    <a:pos x="236" y="0"/>
                  </a:cxn>
                </a:cxnLst>
                <a:rect l="0" t="0" r="r" b="b"/>
                <a:pathLst>
                  <a:path w="236" h="177">
                    <a:moveTo>
                      <a:pt x="236" y="0"/>
                    </a:moveTo>
                    <a:cubicBezTo>
                      <a:pt x="236" y="1"/>
                      <a:pt x="137" y="47"/>
                      <a:pt x="118" y="56"/>
                    </a:cubicBezTo>
                    <a:cubicBezTo>
                      <a:pt x="99" y="47"/>
                      <a:pt x="0" y="1"/>
                      <a:pt x="0" y="0"/>
                    </a:cubicBezTo>
                    <a:cubicBezTo>
                      <a:pt x="0" y="136"/>
                      <a:pt x="0" y="136"/>
                      <a:pt x="0" y="136"/>
                    </a:cubicBezTo>
                    <a:cubicBezTo>
                      <a:pt x="32" y="170"/>
                      <a:pt x="95" y="176"/>
                      <a:pt x="115" y="177"/>
                    </a:cubicBezTo>
                    <a:cubicBezTo>
                      <a:pt x="115" y="177"/>
                      <a:pt x="115" y="177"/>
                      <a:pt x="115" y="177"/>
                    </a:cubicBezTo>
                    <a:cubicBezTo>
                      <a:pt x="115" y="177"/>
                      <a:pt x="116" y="177"/>
                      <a:pt x="118" y="177"/>
                    </a:cubicBezTo>
                    <a:cubicBezTo>
                      <a:pt x="120" y="177"/>
                      <a:pt x="121" y="177"/>
                      <a:pt x="121" y="177"/>
                    </a:cubicBezTo>
                    <a:cubicBezTo>
                      <a:pt x="121" y="177"/>
                      <a:pt x="121" y="177"/>
                      <a:pt x="121" y="177"/>
                    </a:cubicBezTo>
                    <a:cubicBezTo>
                      <a:pt x="141" y="176"/>
                      <a:pt x="204" y="170"/>
                      <a:pt x="236" y="136"/>
                    </a:cubicBezTo>
                    <a:lnTo>
                      <a:pt x="236"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 name="Group 180"/>
          <p:cNvGrpSpPr/>
          <p:nvPr/>
        </p:nvGrpSpPr>
        <p:grpSpPr>
          <a:xfrm>
            <a:off x="5217849" y="2905773"/>
            <a:ext cx="438716" cy="513026"/>
            <a:chOff x="5217849" y="2905773"/>
            <a:chExt cx="438716" cy="513026"/>
          </a:xfrm>
        </p:grpSpPr>
        <p:grpSp>
          <p:nvGrpSpPr>
            <p:cNvPr id="17" name="Group 150"/>
            <p:cNvGrpSpPr/>
            <p:nvPr/>
          </p:nvGrpSpPr>
          <p:grpSpPr>
            <a:xfrm>
              <a:off x="5217849" y="2905773"/>
              <a:ext cx="438716" cy="513026"/>
              <a:chOff x="5289550" y="3008313"/>
              <a:chExt cx="487363" cy="569913"/>
            </a:xfrm>
            <a:solidFill>
              <a:schemeClr val="accent3"/>
            </a:solidFill>
          </p:grpSpPr>
          <p:sp>
            <p:nvSpPr>
              <p:cNvPr id="1050" name="Oval 26"/>
              <p:cNvSpPr>
                <a:spLocks noChangeArrowheads="1"/>
              </p:cNvSpPr>
              <p:nvPr/>
            </p:nvSpPr>
            <p:spPr bwMode="auto">
              <a:xfrm>
                <a:off x="5289550" y="3008313"/>
                <a:ext cx="487363" cy="485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1" name="Freeform 27"/>
              <p:cNvSpPr>
                <a:spLocks/>
              </p:cNvSpPr>
              <p:nvPr/>
            </p:nvSpPr>
            <p:spPr bwMode="auto">
              <a:xfrm>
                <a:off x="5413375" y="3462338"/>
                <a:ext cx="125413" cy="115888"/>
              </a:xfrm>
              <a:custGeom>
                <a:avLst/>
                <a:gdLst/>
                <a:ahLst/>
                <a:cxnLst>
                  <a:cxn ang="0">
                    <a:pos x="0" y="0"/>
                  </a:cxn>
                  <a:cxn ang="0">
                    <a:pos x="6" y="73"/>
                  </a:cxn>
                  <a:cxn ang="0">
                    <a:pos x="79" y="12"/>
                  </a:cxn>
                  <a:cxn ang="0">
                    <a:pos x="0" y="0"/>
                  </a:cxn>
                </a:cxnLst>
                <a:rect l="0" t="0" r="r" b="b"/>
                <a:pathLst>
                  <a:path w="79" h="73">
                    <a:moveTo>
                      <a:pt x="0" y="0"/>
                    </a:moveTo>
                    <a:lnTo>
                      <a:pt x="6" y="73"/>
                    </a:lnTo>
                    <a:lnTo>
                      <a:pt x="79" y="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80" name="Freeform 56"/>
            <p:cNvSpPr>
              <a:spLocks noEditPoints="1"/>
            </p:cNvSpPr>
            <p:nvPr/>
          </p:nvSpPr>
          <p:spPr bwMode="auto">
            <a:xfrm>
              <a:off x="5313595" y="2975796"/>
              <a:ext cx="260086" cy="264373"/>
            </a:xfrm>
            <a:custGeom>
              <a:avLst/>
              <a:gdLst/>
              <a:ahLst/>
              <a:cxnLst>
                <a:cxn ang="0">
                  <a:pos x="147" y="112"/>
                </a:cxn>
                <a:cxn ang="0">
                  <a:pos x="141" y="98"/>
                </a:cxn>
                <a:cxn ang="0">
                  <a:pos x="141" y="44"/>
                </a:cxn>
                <a:cxn ang="0">
                  <a:pos x="147" y="37"/>
                </a:cxn>
                <a:cxn ang="0">
                  <a:pos x="148" y="37"/>
                </a:cxn>
                <a:cxn ang="0">
                  <a:pos x="148" y="13"/>
                </a:cxn>
                <a:cxn ang="0">
                  <a:pos x="147" y="13"/>
                </a:cxn>
                <a:cxn ang="0">
                  <a:pos x="147" y="12"/>
                </a:cxn>
                <a:cxn ang="0">
                  <a:pos x="114" y="0"/>
                </a:cxn>
                <a:cxn ang="0">
                  <a:pos x="81" y="12"/>
                </a:cxn>
                <a:cxn ang="0">
                  <a:pos x="81" y="13"/>
                </a:cxn>
                <a:cxn ang="0">
                  <a:pos x="80" y="13"/>
                </a:cxn>
                <a:cxn ang="0">
                  <a:pos x="80" y="37"/>
                </a:cxn>
                <a:cxn ang="0">
                  <a:pos x="81" y="37"/>
                </a:cxn>
                <a:cxn ang="0">
                  <a:pos x="91" y="44"/>
                </a:cxn>
                <a:cxn ang="0">
                  <a:pos x="91" y="98"/>
                </a:cxn>
                <a:cxn ang="0">
                  <a:pos x="83" y="112"/>
                </a:cxn>
                <a:cxn ang="0">
                  <a:pos x="31" y="212"/>
                </a:cxn>
                <a:cxn ang="0">
                  <a:pos x="115" y="230"/>
                </a:cxn>
                <a:cxn ang="0">
                  <a:pos x="198" y="212"/>
                </a:cxn>
                <a:cxn ang="0">
                  <a:pos x="147" y="112"/>
                </a:cxn>
                <a:cxn ang="0">
                  <a:pos x="145" y="213"/>
                </a:cxn>
                <a:cxn ang="0">
                  <a:pos x="182" y="187"/>
                </a:cxn>
                <a:cxn ang="0">
                  <a:pos x="150" y="134"/>
                </a:cxn>
                <a:cxn ang="0">
                  <a:pos x="193" y="190"/>
                </a:cxn>
                <a:cxn ang="0">
                  <a:pos x="145" y="213"/>
                </a:cxn>
              </a:cxnLst>
              <a:rect l="0" t="0" r="r" b="b"/>
              <a:pathLst>
                <a:path w="229" h="231">
                  <a:moveTo>
                    <a:pt x="147" y="112"/>
                  </a:moveTo>
                  <a:cubicBezTo>
                    <a:pt x="147" y="112"/>
                    <a:pt x="141" y="109"/>
                    <a:pt x="141" y="98"/>
                  </a:cubicBezTo>
                  <a:cubicBezTo>
                    <a:pt x="141" y="89"/>
                    <a:pt x="141" y="55"/>
                    <a:pt x="141" y="44"/>
                  </a:cubicBezTo>
                  <a:cubicBezTo>
                    <a:pt x="145" y="42"/>
                    <a:pt x="147" y="40"/>
                    <a:pt x="147" y="37"/>
                  </a:cubicBezTo>
                  <a:cubicBezTo>
                    <a:pt x="148" y="37"/>
                    <a:pt x="148" y="37"/>
                    <a:pt x="148" y="37"/>
                  </a:cubicBezTo>
                  <a:cubicBezTo>
                    <a:pt x="148" y="13"/>
                    <a:pt x="148" y="13"/>
                    <a:pt x="148" y="13"/>
                  </a:cubicBezTo>
                  <a:cubicBezTo>
                    <a:pt x="147" y="13"/>
                    <a:pt x="147" y="13"/>
                    <a:pt x="147" y="13"/>
                  </a:cubicBezTo>
                  <a:cubicBezTo>
                    <a:pt x="147" y="13"/>
                    <a:pt x="147" y="13"/>
                    <a:pt x="147" y="12"/>
                  </a:cubicBezTo>
                  <a:cubicBezTo>
                    <a:pt x="147" y="5"/>
                    <a:pt x="132" y="0"/>
                    <a:pt x="114" y="0"/>
                  </a:cubicBezTo>
                  <a:cubicBezTo>
                    <a:pt x="96" y="0"/>
                    <a:pt x="81" y="5"/>
                    <a:pt x="81" y="12"/>
                  </a:cubicBezTo>
                  <a:cubicBezTo>
                    <a:pt x="81" y="13"/>
                    <a:pt x="81" y="13"/>
                    <a:pt x="81" y="13"/>
                  </a:cubicBezTo>
                  <a:cubicBezTo>
                    <a:pt x="80" y="13"/>
                    <a:pt x="80" y="13"/>
                    <a:pt x="80" y="13"/>
                  </a:cubicBezTo>
                  <a:cubicBezTo>
                    <a:pt x="80" y="37"/>
                    <a:pt x="80" y="37"/>
                    <a:pt x="80" y="37"/>
                  </a:cubicBezTo>
                  <a:cubicBezTo>
                    <a:pt x="81" y="37"/>
                    <a:pt x="81" y="37"/>
                    <a:pt x="81" y="37"/>
                  </a:cubicBezTo>
                  <a:cubicBezTo>
                    <a:pt x="82" y="40"/>
                    <a:pt x="84" y="42"/>
                    <a:pt x="91" y="44"/>
                  </a:cubicBezTo>
                  <a:cubicBezTo>
                    <a:pt x="91" y="56"/>
                    <a:pt x="91" y="89"/>
                    <a:pt x="91" y="98"/>
                  </a:cubicBezTo>
                  <a:cubicBezTo>
                    <a:pt x="91" y="109"/>
                    <a:pt x="83" y="112"/>
                    <a:pt x="83" y="112"/>
                  </a:cubicBezTo>
                  <a:cubicBezTo>
                    <a:pt x="71" y="119"/>
                    <a:pt x="0" y="190"/>
                    <a:pt x="31" y="212"/>
                  </a:cubicBezTo>
                  <a:cubicBezTo>
                    <a:pt x="59" y="231"/>
                    <a:pt x="105" y="231"/>
                    <a:pt x="115" y="230"/>
                  </a:cubicBezTo>
                  <a:cubicBezTo>
                    <a:pt x="124" y="231"/>
                    <a:pt x="170" y="231"/>
                    <a:pt x="198" y="212"/>
                  </a:cubicBezTo>
                  <a:cubicBezTo>
                    <a:pt x="229" y="190"/>
                    <a:pt x="159" y="119"/>
                    <a:pt x="147" y="112"/>
                  </a:cubicBezTo>
                  <a:close/>
                  <a:moveTo>
                    <a:pt x="145" y="213"/>
                  </a:moveTo>
                  <a:cubicBezTo>
                    <a:pt x="145" y="213"/>
                    <a:pt x="180" y="206"/>
                    <a:pt x="182" y="187"/>
                  </a:cubicBezTo>
                  <a:cubicBezTo>
                    <a:pt x="183" y="169"/>
                    <a:pt x="150" y="134"/>
                    <a:pt x="150" y="134"/>
                  </a:cubicBezTo>
                  <a:cubicBezTo>
                    <a:pt x="150" y="134"/>
                    <a:pt x="194" y="167"/>
                    <a:pt x="193" y="190"/>
                  </a:cubicBezTo>
                  <a:cubicBezTo>
                    <a:pt x="193" y="213"/>
                    <a:pt x="145" y="213"/>
                    <a:pt x="145" y="213"/>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82"/>
          <p:cNvGrpSpPr/>
          <p:nvPr/>
        </p:nvGrpSpPr>
        <p:grpSpPr>
          <a:xfrm>
            <a:off x="4974912" y="2319866"/>
            <a:ext cx="530175" cy="620204"/>
            <a:chOff x="4974912" y="2319866"/>
            <a:chExt cx="530175" cy="620204"/>
          </a:xfrm>
        </p:grpSpPr>
        <p:grpSp>
          <p:nvGrpSpPr>
            <p:cNvPr id="19" name="Group 144"/>
            <p:cNvGrpSpPr/>
            <p:nvPr/>
          </p:nvGrpSpPr>
          <p:grpSpPr>
            <a:xfrm>
              <a:off x="4974912" y="2319866"/>
              <a:ext cx="530175" cy="620204"/>
              <a:chOff x="5019675" y="2357438"/>
              <a:chExt cx="588963" cy="688975"/>
            </a:xfrm>
            <a:solidFill>
              <a:schemeClr val="accent4"/>
            </a:solidFill>
          </p:grpSpPr>
          <p:sp>
            <p:nvSpPr>
              <p:cNvPr id="1052" name="Oval 28"/>
              <p:cNvSpPr>
                <a:spLocks noChangeArrowheads="1"/>
              </p:cNvSpPr>
              <p:nvPr/>
            </p:nvSpPr>
            <p:spPr bwMode="auto">
              <a:xfrm>
                <a:off x="5019675" y="2357438"/>
                <a:ext cx="588963" cy="588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3" name="Freeform 29"/>
              <p:cNvSpPr>
                <a:spLocks/>
              </p:cNvSpPr>
              <p:nvPr/>
            </p:nvSpPr>
            <p:spPr bwMode="auto">
              <a:xfrm>
                <a:off x="5168900" y="2905125"/>
                <a:ext cx="152400" cy="141288"/>
              </a:xfrm>
              <a:custGeom>
                <a:avLst/>
                <a:gdLst/>
                <a:ahLst/>
                <a:cxnLst>
                  <a:cxn ang="0">
                    <a:pos x="0" y="0"/>
                  </a:cxn>
                  <a:cxn ang="0">
                    <a:pos x="8" y="89"/>
                  </a:cxn>
                  <a:cxn ang="0">
                    <a:pos x="96" y="15"/>
                  </a:cxn>
                  <a:cxn ang="0">
                    <a:pos x="0" y="0"/>
                  </a:cxn>
                </a:cxnLst>
                <a:rect l="0" t="0" r="r" b="b"/>
                <a:pathLst>
                  <a:path w="96" h="89">
                    <a:moveTo>
                      <a:pt x="0" y="0"/>
                    </a:moveTo>
                    <a:lnTo>
                      <a:pt x="8" y="89"/>
                    </a:lnTo>
                    <a:lnTo>
                      <a:pt x="96"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43"/>
            <p:cNvGrpSpPr/>
            <p:nvPr/>
          </p:nvGrpSpPr>
          <p:grpSpPr>
            <a:xfrm>
              <a:off x="5070658" y="2422757"/>
              <a:ext cx="367264" cy="327250"/>
              <a:chOff x="5126038" y="2471738"/>
              <a:chExt cx="407988" cy="363537"/>
            </a:xfrm>
          </p:grpSpPr>
          <p:sp>
            <p:nvSpPr>
              <p:cNvPr id="1081" name="Freeform 57"/>
              <p:cNvSpPr>
                <a:spLocks noEditPoints="1"/>
              </p:cNvSpPr>
              <p:nvPr/>
            </p:nvSpPr>
            <p:spPr bwMode="auto">
              <a:xfrm>
                <a:off x="5135563" y="2471738"/>
                <a:ext cx="361950" cy="361950"/>
              </a:xfrm>
              <a:custGeom>
                <a:avLst/>
                <a:gdLst/>
                <a:ahLst/>
                <a:cxnLst>
                  <a:cxn ang="0">
                    <a:pos x="143" y="0"/>
                  </a:cxn>
                  <a:cxn ang="0">
                    <a:pos x="0" y="143"/>
                  </a:cxn>
                  <a:cxn ang="0">
                    <a:pos x="143" y="286"/>
                  </a:cxn>
                  <a:cxn ang="0">
                    <a:pos x="286" y="143"/>
                  </a:cxn>
                  <a:cxn ang="0">
                    <a:pos x="143" y="0"/>
                  </a:cxn>
                  <a:cxn ang="0">
                    <a:pos x="143" y="279"/>
                  </a:cxn>
                  <a:cxn ang="0">
                    <a:pos x="7" y="143"/>
                  </a:cxn>
                  <a:cxn ang="0">
                    <a:pos x="143" y="6"/>
                  </a:cxn>
                  <a:cxn ang="0">
                    <a:pos x="280" y="143"/>
                  </a:cxn>
                  <a:cxn ang="0">
                    <a:pos x="143" y="279"/>
                  </a:cxn>
                </a:cxnLst>
                <a:rect l="0" t="0" r="r" b="b"/>
                <a:pathLst>
                  <a:path w="286" h="286">
                    <a:moveTo>
                      <a:pt x="143" y="0"/>
                    </a:moveTo>
                    <a:cubicBezTo>
                      <a:pt x="64" y="0"/>
                      <a:pt x="0" y="64"/>
                      <a:pt x="0" y="143"/>
                    </a:cubicBezTo>
                    <a:cubicBezTo>
                      <a:pt x="0" y="222"/>
                      <a:pt x="64" y="286"/>
                      <a:pt x="143" y="286"/>
                    </a:cubicBezTo>
                    <a:cubicBezTo>
                      <a:pt x="222" y="286"/>
                      <a:pt x="286" y="222"/>
                      <a:pt x="286" y="143"/>
                    </a:cubicBezTo>
                    <a:cubicBezTo>
                      <a:pt x="286" y="64"/>
                      <a:pt x="222" y="0"/>
                      <a:pt x="143" y="0"/>
                    </a:cubicBezTo>
                    <a:close/>
                    <a:moveTo>
                      <a:pt x="143" y="279"/>
                    </a:moveTo>
                    <a:cubicBezTo>
                      <a:pt x="68" y="279"/>
                      <a:pt x="7" y="218"/>
                      <a:pt x="7" y="143"/>
                    </a:cubicBezTo>
                    <a:cubicBezTo>
                      <a:pt x="7" y="67"/>
                      <a:pt x="68" y="6"/>
                      <a:pt x="143" y="6"/>
                    </a:cubicBezTo>
                    <a:cubicBezTo>
                      <a:pt x="219" y="6"/>
                      <a:pt x="280" y="67"/>
                      <a:pt x="280" y="143"/>
                    </a:cubicBezTo>
                    <a:cubicBezTo>
                      <a:pt x="280" y="218"/>
                      <a:pt x="219" y="279"/>
                      <a:pt x="143" y="27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2" name="Freeform 58"/>
              <p:cNvSpPr>
                <a:spLocks/>
              </p:cNvSpPr>
              <p:nvPr/>
            </p:nvSpPr>
            <p:spPr bwMode="auto">
              <a:xfrm>
                <a:off x="5126038" y="2476500"/>
                <a:ext cx="407988" cy="358775"/>
              </a:xfrm>
              <a:custGeom>
                <a:avLst/>
                <a:gdLst/>
                <a:ahLst/>
                <a:cxnLst>
                  <a:cxn ang="0">
                    <a:pos x="93" y="22"/>
                  </a:cxn>
                  <a:cxn ang="0">
                    <a:pos x="87" y="33"/>
                  </a:cxn>
                  <a:cxn ang="0">
                    <a:pos x="81" y="41"/>
                  </a:cxn>
                  <a:cxn ang="0">
                    <a:pos x="76" y="37"/>
                  </a:cxn>
                  <a:cxn ang="0">
                    <a:pos x="75" y="46"/>
                  </a:cxn>
                  <a:cxn ang="0">
                    <a:pos x="60" y="49"/>
                  </a:cxn>
                  <a:cxn ang="0">
                    <a:pos x="51" y="58"/>
                  </a:cxn>
                  <a:cxn ang="0">
                    <a:pos x="39" y="76"/>
                  </a:cxn>
                  <a:cxn ang="0">
                    <a:pos x="31" y="87"/>
                  </a:cxn>
                  <a:cxn ang="0">
                    <a:pos x="38" y="95"/>
                  </a:cxn>
                  <a:cxn ang="0">
                    <a:pos x="39" y="99"/>
                  </a:cxn>
                  <a:cxn ang="0">
                    <a:pos x="32" y="93"/>
                  </a:cxn>
                  <a:cxn ang="0">
                    <a:pos x="27" y="85"/>
                  </a:cxn>
                  <a:cxn ang="0">
                    <a:pos x="24" y="97"/>
                  </a:cxn>
                  <a:cxn ang="0">
                    <a:pos x="25" y="118"/>
                  </a:cxn>
                  <a:cxn ang="0">
                    <a:pos x="35" y="113"/>
                  </a:cxn>
                  <a:cxn ang="0">
                    <a:pos x="46" y="125"/>
                  </a:cxn>
                  <a:cxn ang="0">
                    <a:pos x="59" y="138"/>
                  </a:cxn>
                  <a:cxn ang="0">
                    <a:pos x="71" y="149"/>
                  </a:cxn>
                  <a:cxn ang="0">
                    <a:pos x="87" y="166"/>
                  </a:cxn>
                  <a:cxn ang="0">
                    <a:pos x="82" y="190"/>
                  </a:cxn>
                  <a:cxn ang="0">
                    <a:pos x="69" y="219"/>
                  </a:cxn>
                  <a:cxn ang="0">
                    <a:pos x="74" y="240"/>
                  </a:cxn>
                  <a:cxn ang="0">
                    <a:pos x="66" y="241"/>
                  </a:cxn>
                  <a:cxn ang="0">
                    <a:pos x="46" y="209"/>
                  </a:cxn>
                  <a:cxn ang="0">
                    <a:pos x="24" y="159"/>
                  </a:cxn>
                  <a:cxn ang="0">
                    <a:pos x="17" y="123"/>
                  </a:cxn>
                  <a:cxn ang="0">
                    <a:pos x="104" y="259"/>
                  </a:cxn>
                  <a:cxn ang="0">
                    <a:pos x="127" y="255"/>
                  </a:cxn>
                  <a:cxn ang="0">
                    <a:pos x="156" y="252"/>
                  </a:cxn>
                  <a:cxn ang="0">
                    <a:pos x="154" y="264"/>
                  </a:cxn>
                  <a:cxn ang="0">
                    <a:pos x="171" y="263"/>
                  </a:cxn>
                  <a:cxn ang="0">
                    <a:pos x="196" y="260"/>
                  </a:cxn>
                  <a:cxn ang="0">
                    <a:pos x="194" y="4"/>
                  </a:cxn>
                  <a:cxn ang="0">
                    <a:pos x="278" y="91"/>
                  </a:cxn>
                  <a:cxn ang="0">
                    <a:pos x="267" y="82"/>
                  </a:cxn>
                  <a:cxn ang="0">
                    <a:pos x="256" y="105"/>
                  </a:cxn>
                  <a:cxn ang="0">
                    <a:pos x="240" y="84"/>
                  </a:cxn>
                  <a:cxn ang="0">
                    <a:pos x="247" y="106"/>
                  </a:cxn>
                  <a:cxn ang="0">
                    <a:pos x="263" y="112"/>
                  </a:cxn>
                  <a:cxn ang="0">
                    <a:pos x="256" y="142"/>
                  </a:cxn>
                  <a:cxn ang="0">
                    <a:pos x="248" y="173"/>
                  </a:cxn>
                  <a:cxn ang="0">
                    <a:pos x="238" y="194"/>
                  </a:cxn>
                  <a:cxn ang="0">
                    <a:pos x="208" y="218"/>
                  </a:cxn>
                  <a:cxn ang="0">
                    <a:pos x="200" y="197"/>
                  </a:cxn>
                  <a:cxn ang="0">
                    <a:pos x="201" y="171"/>
                  </a:cxn>
                  <a:cxn ang="0">
                    <a:pos x="191" y="143"/>
                  </a:cxn>
                  <a:cxn ang="0">
                    <a:pos x="177" y="127"/>
                  </a:cxn>
                  <a:cxn ang="0">
                    <a:pos x="140" y="128"/>
                  </a:cxn>
                  <a:cxn ang="0">
                    <a:pos x="127" y="108"/>
                  </a:cxn>
                  <a:cxn ang="0">
                    <a:pos x="142" y="70"/>
                  </a:cxn>
                  <a:cxn ang="0">
                    <a:pos x="168" y="59"/>
                  </a:cxn>
                  <a:cxn ang="0">
                    <a:pos x="185" y="66"/>
                  </a:cxn>
                  <a:cxn ang="0">
                    <a:pos x="207" y="66"/>
                  </a:cxn>
                  <a:cxn ang="0">
                    <a:pos x="229" y="62"/>
                  </a:cxn>
                  <a:cxn ang="0">
                    <a:pos x="208" y="53"/>
                  </a:cxn>
                  <a:cxn ang="0">
                    <a:pos x="207" y="46"/>
                  </a:cxn>
                  <a:cxn ang="0">
                    <a:pos x="180" y="46"/>
                  </a:cxn>
                  <a:cxn ang="0">
                    <a:pos x="157" y="53"/>
                  </a:cxn>
                  <a:cxn ang="0">
                    <a:pos x="152" y="30"/>
                  </a:cxn>
                  <a:cxn ang="0">
                    <a:pos x="136" y="16"/>
                  </a:cxn>
                  <a:cxn ang="0">
                    <a:pos x="154" y="5"/>
                  </a:cxn>
                </a:cxnLst>
                <a:rect l="0" t="0" r="r" b="b"/>
                <a:pathLst>
                  <a:path w="322" h="282">
                    <a:moveTo>
                      <a:pt x="131" y="1"/>
                    </a:moveTo>
                    <a:cubicBezTo>
                      <a:pt x="131" y="1"/>
                      <a:pt x="83" y="7"/>
                      <a:pt x="50" y="45"/>
                    </a:cubicBezTo>
                    <a:cubicBezTo>
                      <a:pt x="50" y="45"/>
                      <a:pt x="75" y="19"/>
                      <a:pt x="91" y="19"/>
                    </a:cubicBezTo>
                    <a:cubicBezTo>
                      <a:pt x="94" y="20"/>
                      <a:pt x="94" y="20"/>
                      <a:pt x="94" y="20"/>
                    </a:cubicBezTo>
                    <a:cubicBezTo>
                      <a:pt x="94" y="20"/>
                      <a:pt x="94" y="22"/>
                      <a:pt x="93" y="22"/>
                    </a:cubicBezTo>
                    <a:cubicBezTo>
                      <a:pt x="93" y="23"/>
                      <a:pt x="91" y="25"/>
                      <a:pt x="91" y="26"/>
                    </a:cubicBezTo>
                    <a:cubicBezTo>
                      <a:pt x="91" y="27"/>
                      <a:pt x="91" y="29"/>
                      <a:pt x="91" y="29"/>
                    </a:cubicBezTo>
                    <a:cubicBezTo>
                      <a:pt x="90" y="30"/>
                      <a:pt x="90" y="30"/>
                      <a:pt x="90" y="30"/>
                    </a:cubicBezTo>
                    <a:cubicBezTo>
                      <a:pt x="90" y="30"/>
                      <a:pt x="88" y="31"/>
                      <a:pt x="88" y="31"/>
                    </a:cubicBezTo>
                    <a:cubicBezTo>
                      <a:pt x="88" y="32"/>
                      <a:pt x="87" y="32"/>
                      <a:pt x="87" y="33"/>
                    </a:cubicBezTo>
                    <a:cubicBezTo>
                      <a:pt x="87" y="34"/>
                      <a:pt x="87" y="36"/>
                      <a:pt x="87" y="36"/>
                    </a:cubicBezTo>
                    <a:cubicBezTo>
                      <a:pt x="88" y="39"/>
                      <a:pt x="88" y="39"/>
                      <a:pt x="88" y="39"/>
                    </a:cubicBezTo>
                    <a:cubicBezTo>
                      <a:pt x="87" y="40"/>
                      <a:pt x="87" y="40"/>
                      <a:pt x="87" y="40"/>
                    </a:cubicBezTo>
                    <a:cubicBezTo>
                      <a:pt x="85" y="41"/>
                      <a:pt x="85" y="41"/>
                      <a:pt x="85" y="41"/>
                    </a:cubicBezTo>
                    <a:cubicBezTo>
                      <a:pt x="85" y="41"/>
                      <a:pt x="82" y="42"/>
                      <a:pt x="81" y="41"/>
                    </a:cubicBezTo>
                    <a:cubicBezTo>
                      <a:pt x="80" y="41"/>
                      <a:pt x="80" y="39"/>
                      <a:pt x="80" y="39"/>
                    </a:cubicBezTo>
                    <a:cubicBezTo>
                      <a:pt x="83" y="37"/>
                      <a:pt x="83" y="37"/>
                      <a:pt x="83" y="37"/>
                    </a:cubicBezTo>
                    <a:cubicBezTo>
                      <a:pt x="83" y="37"/>
                      <a:pt x="83" y="37"/>
                      <a:pt x="82" y="36"/>
                    </a:cubicBezTo>
                    <a:cubicBezTo>
                      <a:pt x="81" y="36"/>
                      <a:pt x="82" y="34"/>
                      <a:pt x="80" y="34"/>
                    </a:cubicBezTo>
                    <a:cubicBezTo>
                      <a:pt x="79" y="35"/>
                      <a:pt x="76" y="37"/>
                      <a:pt x="76" y="37"/>
                    </a:cubicBezTo>
                    <a:cubicBezTo>
                      <a:pt x="74" y="38"/>
                      <a:pt x="74" y="38"/>
                      <a:pt x="74" y="38"/>
                    </a:cubicBezTo>
                    <a:cubicBezTo>
                      <a:pt x="74" y="38"/>
                      <a:pt x="73" y="41"/>
                      <a:pt x="73" y="41"/>
                    </a:cubicBezTo>
                    <a:cubicBezTo>
                      <a:pt x="74" y="41"/>
                      <a:pt x="75" y="42"/>
                      <a:pt x="75" y="42"/>
                    </a:cubicBezTo>
                    <a:cubicBezTo>
                      <a:pt x="75" y="42"/>
                      <a:pt x="75" y="43"/>
                      <a:pt x="75" y="44"/>
                    </a:cubicBezTo>
                    <a:cubicBezTo>
                      <a:pt x="75" y="45"/>
                      <a:pt x="75" y="46"/>
                      <a:pt x="75" y="46"/>
                    </a:cubicBezTo>
                    <a:cubicBezTo>
                      <a:pt x="75" y="46"/>
                      <a:pt x="74" y="47"/>
                      <a:pt x="72" y="47"/>
                    </a:cubicBezTo>
                    <a:cubicBezTo>
                      <a:pt x="71" y="46"/>
                      <a:pt x="69" y="46"/>
                      <a:pt x="68" y="46"/>
                    </a:cubicBezTo>
                    <a:cubicBezTo>
                      <a:pt x="67" y="45"/>
                      <a:pt x="66" y="45"/>
                      <a:pt x="65" y="45"/>
                    </a:cubicBezTo>
                    <a:cubicBezTo>
                      <a:pt x="64" y="46"/>
                      <a:pt x="64" y="46"/>
                      <a:pt x="64" y="46"/>
                    </a:cubicBezTo>
                    <a:cubicBezTo>
                      <a:pt x="64" y="47"/>
                      <a:pt x="60" y="49"/>
                      <a:pt x="60" y="49"/>
                    </a:cubicBezTo>
                    <a:cubicBezTo>
                      <a:pt x="60" y="49"/>
                      <a:pt x="59" y="49"/>
                      <a:pt x="59" y="50"/>
                    </a:cubicBezTo>
                    <a:cubicBezTo>
                      <a:pt x="59" y="51"/>
                      <a:pt x="58" y="53"/>
                      <a:pt x="58" y="53"/>
                    </a:cubicBezTo>
                    <a:cubicBezTo>
                      <a:pt x="58" y="53"/>
                      <a:pt x="57" y="54"/>
                      <a:pt x="55" y="55"/>
                    </a:cubicBezTo>
                    <a:cubicBezTo>
                      <a:pt x="53" y="55"/>
                      <a:pt x="52" y="56"/>
                      <a:pt x="52" y="56"/>
                    </a:cubicBezTo>
                    <a:cubicBezTo>
                      <a:pt x="51" y="58"/>
                      <a:pt x="51" y="58"/>
                      <a:pt x="51" y="58"/>
                    </a:cubicBezTo>
                    <a:cubicBezTo>
                      <a:pt x="51" y="58"/>
                      <a:pt x="49" y="60"/>
                      <a:pt x="48" y="61"/>
                    </a:cubicBezTo>
                    <a:cubicBezTo>
                      <a:pt x="47" y="62"/>
                      <a:pt x="44" y="65"/>
                      <a:pt x="43" y="65"/>
                    </a:cubicBezTo>
                    <a:cubicBezTo>
                      <a:pt x="43" y="65"/>
                      <a:pt x="41" y="67"/>
                      <a:pt x="41" y="68"/>
                    </a:cubicBezTo>
                    <a:cubicBezTo>
                      <a:pt x="40" y="69"/>
                      <a:pt x="41" y="71"/>
                      <a:pt x="40" y="72"/>
                    </a:cubicBezTo>
                    <a:cubicBezTo>
                      <a:pt x="40" y="73"/>
                      <a:pt x="39" y="74"/>
                      <a:pt x="39" y="76"/>
                    </a:cubicBezTo>
                    <a:cubicBezTo>
                      <a:pt x="39" y="77"/>
                      <a:pt x="38" y="79"/>
                      <a:pt x="37" y="79"/>
                    </a:cubicBezTo>
                    <a:cubicBezTo>
                      <a:pt x="36" y="80"/>
                      <a:pt x="35" y="81"/>
                      <a:pt x="35" y="81"/>
                    </a:cubicBezTo>
                    <a:cubicBezTo>
                      <a:pt x="34" y="81"/>
                      <a:pt x="32" y="82"/>
                      <a:pt x="31" y="83"/>
                    </a:cubicBezTo>
                    <a:cubicBezTo>
                      <a:pt x="30" y="83"/>
                      <a:pt x="29" y="85"/>
                      <a:pt x="29" y="85"/>
                    </a:cubicBezTo>
                    <a:cubicBezTo>
                      <a:pt x="29" y="86"/>
                      <a:pt x="31" y="87"/>
                      <a:pt x="31" y="87"/>
                    </a:cubicBezTo>
                    <a:cubicBezTo>
                      <a:pt x="32" y="87"/>
                      <a:pt x="33" y="88"/>
                      <a:pt x="33" y="88"/>
                    </a:cubicBezTo>
                    <a:cubicBezTo>
                      <a:pt x="33" y="88"/>
                      <a:pt x="33" y="90"/>
                      <a:pt x="33" y="91"/>
                    </a:cubicBezTo>
                    <a:cubicBezTo>
                      <a:pt x="33" y="91"/>
                      <a:pt x="32" y="94"/>
                      <a:pt x="33" y="94"/>
                    </a:cubicBezTo>
                    <a:cubicBezTo>
                      <a:pt x="34" y="94"/>
                      <a:pt x="36" y="94"/>
                      <a:pt x="36" y="94"/>
                    </a:cubicBezTo>
                    <a:cubicBezTo>
                      <a:pt x="38" y="95"/>
                      <a:pt x="38" y="95"/>
                      <a:pt x="38" y="95"/>
                    </a:cubicBezTo>
                    <a:cubicBezTo>
                      <a:pt x="41" y="96"/>
                      <a:pt x="41" y="96"/>
                      <a:pt x="41" y="96"/>
                    </a:cubicBezTo>
                    <a:cubicBezTo>
                      <a:pt x="42" y="97"/>
                      <a:pt x="42" y="97"/>
                      <a:pt x="42" y="97"/>
                    </a:cubicBezTo>
                    <a:cubicBezTo>
                      <a:pt x="42" y="97"/>
                      <a:pt x="42" y="99"/>
                      <a:pt x="41" y="99"/>
                    </a:cubicBezTo>
                    <a:cubicBezTo>
                      <a:pt x="41" y="100"/>
                      <a:pt x="40" y="101"/>
                      <a:pt x="40" y="101"/>
                    </a:cubicBezTo>
                    <a:cubicBezTo>
                      <a:pt x="39" y="100"/>
                      <a:pt x="39" y="100"/>
                      <a:pt x="39" y="99"/>
                    </a:cubicBezTo>
                    <a:cubicBezTo>
                      <a:pt x="38" y="98"/>
                      <a:pt x="39" y="98"/>
                      <a:pt x="37" y="97"/>
                    </a:cubicBezTo>
                    <a:cubicBezTo>
                      <a:pt x="36" y="97"/>
                      <a:pt x="35" y="98"/>
                      <a:pt x="35" y="98"/>
                    </a:cubicBezTo>
                    <a:cubicBezTo>
                      <a:pt x="34" y="97"/>
                      <a:pt x="33" y="97"/>
                      <a:pt x="33" y="97"/>
                    </a:cubicBezTo>
                    <a:cubicBezTo>
                      <a:pt x="32" y="96"/>
                      <a:pt x="32" y="97"/>
                      <a:pt x="32" y="96"/>
                    </a:cubicBezTo>
                    <a:cubicBezTo>
                      <a:pt x="32" y="94"/>
                      <a:pt x="33" y="94"/>
                      <a:pt x="32" y="93"/>
                    </a:cubicBezTo>
                    <a:cubicBezTo>
                      <a:pt x="32" y="92"/>
                      <a:pt x="31" y="91"/>
                      <a:pt x="30" y="91"/>
                    </a:cubicBezTo>
                    <a:cubicBezTo>
                      <a:pt x="30" y="91"/>
                      <a:pt x="31" y="92"/>
                      <a:pt x="30" y="91"/>
                    </a:cubicBezTo>
                    <a:cubicBezTo>
                      <a:pt x="29" y="90"/>
                      <a:pt x="28" y="89"/>
                      <a:pt x="27" y="89"/>
                    </a:cubicBezTo>
                    <a:cubicBezTo>
                      <a:pt x="27" y="89"/>
                      <a:pt x="26" y="90"/>
                      <a:pt x="26" y="89"/>
                    </a:cubicBezTo>
                    <a:cubicBezTo>
                      <a:pt x="26" y="88"/>
                      <a:pt x="27" y="86"/>
                      <a:pt x="27" y="85"/>
                    </a:cubicBezTo>
                    <a:cubicBezTo>
                      <a:pt x="27" y="85"/>
                      <a:pt x="27" y="83"/>
                      <a:pt x="27" y="83"/>
                    </a:cubicBezTo>
                    <a:cubicBezTo>
                      <a:pt x="27" y="82"/>
                      <a:pt x="28" y="78"/>
                      <a:pt x="28" y="78"/>
                    </a:cubicBezTo>
                    <a:cubicBezTo>
                      <a:pt x="28" y="78"/>
                      <a:pt x="24" y="87"/>
                      <a:pt x="22" y="93"/>
                    </a:cubicBezTo>
                    <a:cubicBezTo>
                      <a:pt x="22" y="93"/>
                      <a:pt x="24" y="93"/>
                      <a:pt x="24" y="94"/>
                    </a:cubicBezTo>
                    <a:cubicBezTo>
                      <a:pt x="24" y="95"/>
                      <a:pt x="24" y="96"/>
                      <a:pt x="24" y="97"/>
                    </a:cubicBezTo>
                    <a:cubicBezTo>
                      <a:pt x="24" y="98"/>
                      <a:pt x="24" y="98"/>
                      <a:pt x="24" y="102"/>
                    </a:cubicBezTo>
                    <a:cubicBezTo>
                      <a:pt x="24" y="105"/>
                      <a:pt x="25" y="106"/>
                      <a:pt x="24" y="107"/>
                    </a:cubicBezTo>
                    <a:cubicBezTo>
                      <a:pt x="24" y="108"/>
                      <a:pt x="23" y="110"/>
                      <a:pt x="23" y="111"/>
                    </a:cubicBezTo>
                    <a:cubicBezTo>
                      <a:pt x="23" y="112"/>
                      <a:pt x="24" y="116"/>
                      <a:pt x="24" y="116"/>
                    </a:cubicBezTo>
                    <a:cubicBezTo>
                      <a:pt x="25" y="117"/>
                      <a:pt x="25" y="117"/>
                      <a:pt x="25" y="118"/>
                    </a:cubicBezTo>
                    <a:cubicBezTo>
                      <a:pt x="26" y="119"/>
                      <a:pt x="24" y="121"/>
                      <a:pt x="26" y="119"/>
                    </a:cubicBezTo>
                    <a:cubicBezTo>
                      <a:pt x="28" y="116"/>
                      <a:pt x="28" y="115"/>
                      <a:pt x="28" y="115"/>
                    </a:cubicBezTo>
                    <a:cubicBezTo>
                      <a:pt x="29" y="114"/>
                      <a:pt x="29" y="114"/>
                      <a:pt x="29" y="114"/>
                    </a:cubicBezTo>
                    <a:cubicBezTo>
                      <a:pt x="29" y="114"/>
                      <a:pt x="29" y="112"/>
                      <a:pt x="32" y="112"/>
                    </a:cubicBezTo>
                    <a:cubicBezTo>
                      <a:pt x="34" y="113"/>
                      <a:pt x="34" y="112"/>
                      <a:pt x="35" y="113"/>
                    </a:cubicBezTo>
                    <a:cubicBezTo>
                      <a:pt x="35" y="114"/>
                      <a:pt x="34" y="116"/>
                      <a:pt x="35" y="116"/>
                    </a:cubicBezTo>
                    <a:cubicBezTo>
                      <a:pt x="36" y="117"/>
                      <a:pt x="39" y="115"/>
                      <a:pt x="40" y="115"/>
                    </a:cubicBezTo>
                    <a:cubicBezTo>
                      <a:pt x="41" y="116"/>
                      <a:pt x="42" y="116"/>
                      <a:pt x="43" y="117"/>
                    </a:cubicBezTo>
                    <a:cubicBezTo>
                      <a:pt x="43" y="119"/>
                      <a:pt x="44" y="121"/>
                      <a:pt x="45" y="121"/>
                    </a:cubicBezTo>
                    <a:cubicBezTo>
                      <a:pt x="45" y="122"/>
                      <a:pt x="45" y="124"/>
                      <a:pt x="46" y="125"/>
                    </a:cubicBezTo>
                    <a:cubicBezTo>
                      <a:pt x="46" y="126"/>
                      <a:pt x="49" y="127"/>
                      <a:pt x="50" y="127"/>
                    </a:cubicBezTo>
                    <a:cubicBezTo>
                      <a:pt x="50" y="127"/>
                      <a:pt x="54" y="128"/>
                      <a:pt x="54" y="128"/>
                    </a:cubicBezTo>
                    <a:cubicBezTo>
                      <a:pt x="55" y="129"/>
                      <a:pt x="54" y="130"/>
                      <a:pt x="56" y="131"/>
                    </a:cubicBezTo>
                    <a:cubicBezTo>
                      <a:pt x="58" y="131"/>
                      <a:pt x="58" y="135"/>
                      <a:pt x="58" y="135"/>
                    </a:cubicBezTo>
                    <a:cubicBezTo>
                      <a:pt x="58" y="135"/>
                      <a:pt x="59" y="138"/>
                      <a:pt x="59" y="138"/>
                    </a:cubicBezTo>
                    <a:cubicBezTo>
                      <a:pt x="58" y="139"/>
                      <a:pt x="58" y="141"/>
                      <a:pt x="59" y="141"/>
                    </a:cubicBezTo>
                    <a:cubicBezTo>
                      <a:pt x="61" y="141"/>
                      <a:pt x="63" y="142"/>
                      <a:pt x="63" y="142"/>
                    </a:cubicBezTo>
                    <a:cubicBezTo>
                      <a:pt x="63" y="142"/>
                      <a:pt x="62" y="144"/>
                      <a:pt x="64" y="145"/>
                    </a:cubicBezTo>
                    <a:cubicBezTo>
                      <a:pt x="67" y="146"/>
                      <a:pt x="69" y="147"/>
                      <a:pt x="70" y="147"/>
                    </a:cubicBezTo>
                    <a:cubicBezTo>
                      <a:pt x="70" y="147"/>
                      <a:pt x="68" y="149"/>
                      <a:pt x="71" y="149"/>
                    </a:cubicBezTo>
                    <a:cubicBezTo>
                      <a:pt x="74" y="149"/>
                      <a:pt x="76" y="149"/>
                      <a:pt x="78" y="150"/>
                    </a:cubicBezTo>
                    <a:cubicBezTo>
                      <a:pt x="79" y="151"/>
                      <a:pt x="78" y="152"/>
                      <a:pt x="82" y="154"/>
                    </a:cubicBezTo>
                    <a:cubicBezTo>
                      <a:pt x="85" y="156"/>
                      <a:pt x="86" y="157"/>
                      <a:pt x="87" y="157"/>
                    </a:cubicBezTo>
                    <a:cubicBezTo>
                      <a:pt x="88" y="158"/>
                      <a:pt x="90" y="157"/>
                      <a:pt x="89" y="160"/>
                    </a:cubicBezTo>
                    <a:cubicBezTo>
                      <a:pt x="89" y="163"/>
                      <a:pt x="88" y="165"/>
                      <a:pt x="87" y="166"/>
                    </a:cubicBezTo>
                    <a:cubicBezTo>
                      <a:pt x="86" y="167"/>
                      <a:pt x="84" y="170"/>
                      <a:pt x="83" y="171"/>
                    </a:cubicBezTo>
                    <a:cubicBezTo>
                      <a:pt x="82" y="172"/>
                      <a:pt x="81" y="174"/>
                      <a:pt x="82" y="176"/>
                    </a:cubicBezTo>
                    <a:cubicBezTo>
                      <a:pt x="83" y="178"/>
                      <a:pt x="84" y="180"/>
                      <a:pt x="84" y="181"/>
                    </a:cubicBezTo>
                    <a:cubicBezTo>
                      <a:pt x="84" y="182"/>
                      <a:pt x="85" y="185"/>
                      <a:pt x="84" y="187"/>
                    </a:cubicBezTo>
                    <a:cubicBezTo>
                      <a:pt x="83" y="188"/>
                      <a:pt x="82" y="190"/>
                      <a:pt x="82" y="190"/>
                    </a:cubicBezTo>
                    <a:cubicBezTo>
                      <a:pt x="82" y="190"/>
                      <a:pt x="84" y="192"/>
                      <a:pt x="83" y="194"/>
                    </a:cubicBezTo>
                    <a:cubicBezTo>
                      <a:pt x="81" y="196"/>
                      <a:pt x="78" y="198"/>
                      <a:pt x="77" y="198"/>
                    </a:cubicBezTo>
                    <a:cubicBezTo>
                      <a:pt x="76" y="199"/>
                      <a:pt x="73" y="201"/>
                      <a:pt x="73" y="201"/>
                    </a:cubicBezTo>
                    <a:cubicBezTo>
                      <a:pt x="73" y="201"/>
                      <a:pt x="73" y="207"/>
                      <a:pt x="73" y="208"/>
                    </a:cubicBezTo>
                    <a:cubicBezTo>
                      <a:pt x="73" y="209"/>
                      <a:pt x="68" y="217"/>
                      <a:pt x="69" y="219"/>
                    </a:cubicBezTo>
                    <a:cubicBezTo>
                      <a:pt x="71" y="221"/>
                      <a:pt x="71" y="224"/>
                      <a:pt x="71" y="225"/>
                    </a:cubicBezTo>
                    <a:cubicBezTo>
                      <a:pt x="71" y="226"/>
                      <a:pt x="70" y="226"/>
                      <a:pt x="69" y="227"/>
                    </a:cubicBezTo>
                    <a:cubicBezTo>
                      <a:pt x="69" y="228"/>
                      <a:pt x="66" y="227"/>
                      <a:pt x="68" y="230"/>
                    </a:cubicBezTo>
                    <a:cubicBezTo>
                      <a:pt x="70" y="233"/>
                      <a:pt x="71" y="234"/>
                      <a:pt x="72" y="236"/>
                    </a:cubicBezTo>
                    <a:cubicBezTo>
                      <a:pt x="73" y="238"/>
                      <a:pt x="72" y="238"/>
                      <a:pt x="74" y="240"/>
                    </a:cubicBezTo>
                    <a:cubicBezTo>
                      <a:pt x="75" y="242"/>
                      <a:pt x="76" y="243"/>
                      <a:pt x="77" y="245"/>
                    </a:cubicBezTo>
                    <a:cubicBezTo>
                      <a:pt x="79" y="246"/>
                      <a:pt x="80" y="247"/>
                      <a:pt x="80" y="248"/>
                    </a:cubicBezTo>
                    <a:cubicBezTo>
                      <a:pt x="80" y="250"/>
                      <a:pt x="84" y="254"/>
                      <a:pt x="80" y="251"/>
                    </a:cubicBezTo>
                    <a:cubicBezTo>
                      <a:pt x="76" y="248"/>
                      <a:pt x="79" y="251"/>
                      <a:pt x="74" y="247"/>
                    </a:cubicBezTo>
                    <a:cubicBezTo>
                      <a:pt x="69" y="242"/>
                      <a:pt x="68" y="244"/>
                      <a:pt x="66" y="241"/>
                    </a:cubicBezTo>
                    <a:cubicBezTo>
                      <a:pt x="64" y="239"/>
                      <a:pt x="67" y="248"/>
                      <a:pt x="63" y="237"/>
                    </a:cubicBezTo>
                    <a:cubicBezTo>
                      <a:pt x="59" y="226"/>
                      <a:pt x="57" y="227"/>
                      <a:pt x="56" y="225"/>
                    </a:cubicBezTo>
                    <a:cubicBezTo>
                      <a:pt x="55" y="223"/>
                      <a:pt x="56" y="225"/>
                      <a:pt x="53" y="220"/>
                    </a:cubicBezTo>
                    <a:cubicBezTo>
                      <a:pt x="50" y="214"/>
                      <a:pt x="53" y="218"/>
                      <a:pt x="50" y="214"/>
                    </a:cubicBezTo>
                    <a:cubicBezTo>
                      <a:pt x="47" y="211"/>
                      <a:pt x="47" y="216"/>
                      <a:pt x="46" y="209"/>
                    </a:cubicBezTo>
                    <a:cubicBezTo>
                      <a:pt x="45" y="203"/>
                      <a:pt x="44" y="207"/>
                      <a:pt x="43" y="200"/>
                    </a:cubicBezTo>
                    <a:cubicBezTo>
                      <a:pt x="41" y="193"/>
                      <a:pt x="44" y="192"/>
                      <a:pt x="40" y="189"/>
                    </a:cubicBezTo>
                    <a:cubicBezTo>
                      <a:pt x="36" y="186"/>
                      <a:pt x="36" y="187"/>
                      <a:pt x="35" y="185"/>
                    </a:cubicBezTo>
                    <a:cubicBezTo>
                      <a:pt x="34" y="182"/>
                      <a:pt x="35" y="185"/>
                      <a:pt x="32" y="179"/>
                    </a:cubicBezTo>
                    <a:cubicBezTo>
                      <a:pt x="28" y="172"/>
                      <a:pt x="24" y="170"/>
                      <a:pt x="24" y="159"/>
                    </a:cubicBezTo>
                    <a:cubicBezTo>
                      <a:pt x="24" y="149"/>
                      <a:pt x="24" y="147"/>
                      <a:pt x="24" y="147"/>
                    </a:cubicBezTo>
                    <a:cubicBezTo>
                      <a:pt x="24" y="147"/>
                      <a:pt x="19" y="143"/>
                      <a:pt x="20" y="137"/>
                    </a:cubicBezTo>
                    <a:cubicBezTo>
                      <a:pt x="22" y="131"/>
                      <a:pt x="23" y="133"/>
                      <a:pt x="22" y="131"/>
                    </a:cubicBezTo>
                    <a:cubicBezTo>
                      <a:pt x="22" y="129"/>
                      <a:pt x="21" y="129"/>
                      <a:pt x="19" y="127"/>
                    </a:cubicBezTo>
                    <a:cubicBezTo>
                      <a:pt x="17" y="124"/>
                      <a:pt x="17" y="125"/>
                      <a:pt x="17" y="123"/>
                    </a:cubicBezTo>
                    <a:cubicBezTo>
                      <a:pt x="16" y="122"/>
                      <a:pt x="16" y="118"/>
                      <a:pt x="16" y="118"/>
                    </a:cubicBezTo>
                    <a:cubicBezTo>
                      <a:pt x="14" y="119"/>
                      <a:pt x="14" y="119"/>
                      <a:pt x="14" y="119"/>
                    </a:cubicBezTo>
                    <a:cubicBezTo>
                      <a:pt x="14" y="119"/>
                      <a:pt x="0" y="258"/>
                      <a:pt x="138" y="278"/>
                    </a:cubicBezTo>
                    <a:cubicBezTo>
                      <a:pt x="138" y="278"/>
                      <a:pt x="106" y="271"/>
                      <a:pt x="104" y="265"/>
                    </a:cubicBezTo>
                    <a:cubicBezTo>
                      <a:pt x="104" y="265"/>
                      <a:pt x="103" y="259"/>
                      <a:pt x="104" y="259"/>
                    </a:cubicBezTo>
                    <a:cubicBezTo>
                      <a:pt x="106" y="259"/>
                      <a:pt x="108" y="260"/>
                      <a:pt x="110" y="258"/>
                    </a:cubicBezTo>
                    <a:cubicBezTo>
                      <a:pt x="112" y="257"/>
                      <a:pt x="114" y="255"/>
                      <a:pt x="114" y="255"/>
                    </a:cubicBezTo>
                    <a:cubicBezTo>
                      <a:pt x="114" y="257"/>
                      <a:pt x="114" y="257"/>
                      <a:pt x="114" y="257"/>
                    </a:cubicBezTo>
                    <a:cubicBezTo>
                      <a:pt x="114" y="257"/>
                      <a:pt x="112" y="258"/>
                      <a:pt x="118" y="257"/>
                    </a:cubicBezTo>
                    <a:cubicBezTo>
                      <a:pt x="125" y="256"/>
                      <a:pt x="125" y="256"/>
                      <a:pt x="127" y="255"/>
                    </a:cubicBezTo>
                    <a:cubicBezTo>
                      <a:pt x="129" y="254"/>
                      <a:pt x="132" y="249"/>
                      <a:pt x="133" y="252"/>
                    </a:cubicBezTo>
                    <a:cubicBezTo>
                      <a:pt x="135" y="255"/>
                      <a:pt x="132" y="254"/>
                      <a:pt x="135" y="255"/>
                    </a:cubicBezTo>
                    <a:cubicBezTo>
                      <a:pt x="137" y="257"/>
                      <a:pt x="143" y="255"/>
                      <a:pt x="143" y="255"/>
                    </a:cubicBezTo>
                    <a:cubicBezTo>
                      <a:pt x="143" y="255"/>
                      <a:pt x="153" y="255"/>
                      <a:pt x="154" y="254"/>
                    </a:cubicBezTo>
                    <a:cubicBezTo>
                      <a:pt x="155" y="253"/>
                      <a:pt x="155" y="252"/>
                      <a:pt x="156" y="252"/>
                    </a:cubicBezTo>
                    <a:cubicBezTo>
                      <a:pt x="158" y="252"/>
                      <a:pt x="159" y="255"/>
                      <a:pt x="159" y="255"/>
                    </a:cubicBezTo>
                    <a:cubicBezTo>
                      <a:pt x="154" y="258"/>
                      <a:pt x="154" y="258"/>
                      <a:pt x="154" y="258"/>
                    </a:cubicBezTo>
                    <a:cubicBezTo>
                      <a:pt x="149" y="262"/>
                      <a:pt x="149" y="262"/>
                      <a:pt x="149" y="262"/>
                    </a:cubicBezTo>
                    <a:cubicBezTo>
                      <a:pt x="149" y="262"/>
                      <a:pt x="146" y="262"/>
                      <a:pt x="148" y="263"/>
                    </a:cubicBezTo>
                    <a:cubicBezTo>
                      <a:pt x="150" y="264"/>
                      <a:pt x="151" y="264"/>
                      <a:pt x="154" y="264"/>
                    </a:cubicBezTo>
                    <a:cubicBezTo>
                      <a:pt x="156" y="265"/>
                      <a:pt x="161" y="269"/>
                      <a:pt x="163" y="266"/>
                    </a:cubicBezTo>
                    <a:cubicBezTo>
                      <a:pt x="164" y="264"/>
                      <a:pt x="164" y="263"/>
                      <a:pt x="165" y="262"/>
                    </a:cubicBezTo>
                    <a:cubicBezTo>
                      <a:pt x="166" y="260"/>
                      <a:pt x="166" y="258"/>
                      <a:pt x="168" y="258"/>
                    </a:cubicBezTo>
                    <a:cubicBezTo>
                      <a:pt x="171" y="258"/>
                      <a:pt x="173" y="259"/>
                      <a:pt x="173" y="259"/>
                    </a:cubicBezTo>
                    <a:cubicBezTo>
                      <a:pt x="171" y="263"/>
                      <a:pt x="171" y="263"/>
                      <a:pt x="171" y="263"/>
                    </a:cubicBezTo>
                    <a:cubicBezTo>
                      <a:pt x="171" y="263"/>
                      <a:pt x="175" y="263"/>
                      <a:pt x="177" y="263"/>
                    </a:cubicBezTo>
                    <a:cubicBezTo>
                      <a:pt x="178" y="263"/>
                      <a:pt x="179" y="265"/>
                      <a:pt x="181" y="263"/>
                    </a:cubicBezTo>
                    <a:cubicBezTo>
                      <a:pt x="183" y="261"/>
                      <a:pt x="183" y="261"/>
                      <a:pt x="186" y="260"/>
                    </a:cubicBezTo>
                    <a:cubicBezTo>
                      <a:pt x="188" y="260"/>
                      <a:pt x="191" y="259"/>
                      <a:pt x="192" y="259"/>
                    </a:cubicBezTo>
                    <a:cubicBezTo>
                      <a:pt x="193" y="260"/>
                      <a:pt x="195" y="260"/>
                      <a:pt x="196" y="260"/>
                    </a:cubicBezTo>
                    <a:cubicBezTo>
                      <a:pt x="197" y="260"/>
                      <a:pt x="202" y="264"/>
                      <a:pt x="203" y="263"/>
                    </a:cubicBezTo>
                    <a:cubicBezTo>
                      <a:pt x="204" y="262"/>
                      <a:pt x="210" y="263"/>
                      <a:pt x="210" y="263"/>
                    </a:cubicBezTo>
                    <a:cubicBezTo>
                      <a:pt x="210" y="263"/>
                      <a:pt x="194" y="277"/>
                      <a:pt x="160" y="278"/>
                    </a:cubicBezTo>
                    <a:cubicBezTo>
                      <a:pt x="160" y="278"/>
                      <a:pt x="236" y="282"/>
                      <a:pt x="279" y="207"/>
                    </a:cubicBezTo>
                    <a:cubicBezTo>
                      <a:pt x="322" y="133"/>
                      <a:pt x="292" y="37"/>
                      <a:pt x="194" y="4"/>
                    </a:cubicBezTo>
                    <a:cubicBezTo>
                      <a:pt x="194" y="4"/>
                      <a:pt x="267" y="31"/>
                      <a:pt x="287" y="102"/>
                    </a:cubicBezTo>
                    <a:cubicBezTo>
                      <a:pt x="286" y="103"/>
                      <a:pt x="286" y="103"/>
                      <a:pt x="286" y="103"/>
                    </a:cubicBezTo>
                    <a:cubicBezTo>
                      <a:pt x="284" y="101"/>
                      <a:pt x="284" y="102"/>
                      <a:pt x="283" y="99"/>
                    </a:cubicBezTo>
                    <a:cubicBezTo>
                      <a:pt x="281" y="95"/>
                      <a:pt x="282" y="96"/>
                      <a:pt x="281" y="94"/>
                    </a:cubicBezTo>
                    <a:cubicBezTo>
                      <a:pt x="280" y="91"/>
                      <a:pt x="280" y="93"/>
                      <a:pt x="278" y="91"/>
                    </a:cubicBezTo>
                    <a:cubicBezTo>
                      <a:pt x="277" y="88"/>
                      <a:pt x="276" y="89"/>
                      <a:pt x="275" y="87"/>
                    </a:cubicBezTo>
                    <a:cubicBezTo>
                      <a:pt x="274" y="86"/>
                      <a:pt x="272" y="82"/>
                      <a:pt x="271" y="81"/>
                    </a:cubicBezTo>
                    <a:cubicBezTo>
                      <a:pt x="270" y="79"/>
                      <a:pt x="267" y="79"/>
                      <a:pt x="266" y="79"/>
                    </a:cubicBezTo>
                    <a:cubicBezTo>
                      <a:pt x="265" y="78"/>
                      <a:pt x="265" y="77"/>
                      <a:pt x="265" y="78"/>
                    </a:cubicBezTo>
                    <a:cubicBezTo>
                      <a:pt x="264" y="80"/>
                      <a:pt x="267" y="82"/>
                      <a:pt x="267" y="82"/>
                    </a:cubicBezTo>
                    <a:cubicBezTo>
                      <a:pt x="267" y="88"/>
                      <a:pt x="267" y="88"/>
                      <a:pt x="267" y="88"/>
                    </a:cubicBezTo>
                    <a:cubicBezTo>
                      <a:pt x="267" y="88"/>
                      <a:pt x="269" y="93"/>
                      <a:pt x="269" y="94"/>
                    </a:cubicBezTo>
                    <a:cubicBezTo>
                      <a:pt x="269" y="95"/>
                      <a:pt x="267" y="99"/>
                      <a:pt x="267" y="99"/>
                    </a:cubicBezTo>
                    <a:cubicBezTo>
                      <a:pt x="267" y="99"/>
                      <a:pt x="266" y="103"/>
                      <a:pt x="265" y="103"/>
                    </a:cubicBezTo>
                    <a:cubicBezTo>
                      <a:pt x="264" y="104"/>
                      <a:pt x="256" y="105"/>
                      <a:pt x="256" y="105"/>
                    </a:cubicBezTo>
                    <a:cubicBezTo>
                      <a:pt x="256" y="105"/>
                      <a:pt x="254" y="103"/>
                      <a:pt x="253" y="101"/>
                    </a:cubicBezTo>
                    <a:cubicBezTo>
                      <a:pt x="251" y="98"/>
                      <a:pt x="247" y="98"/>
                      <a:pt x="246" y="97"/>
                    </a:cubicBezTo>
                    <a:cubicBezTo>
                      <a:pt x="246" y="96"/>
                      <a:pt x="247" y="94"/>
                      <a:pt x="245" y="91"/>
                    </a:cubicBezTo>
                    <a:cubicBezTo>
                      <a:pt x="243" y="88"/>
                      <a:pt x="245" y="89"/>
                      <a:pt x="243" y="87"/>
                    </a:cubicBezTo>
                    <a:cubicBezTo>
                      <a:pt x="240" y="84"/>
                      <a:pt x="240" y="84"/>
                      <a:pt x="240" y="84"/>
                    </a:cubicBezTo>
                    <a:cubicBezTo>
                      <a:pt x="240" y="84"/>
                      <a:pt x="234" y="82"/>
                      <a:pt x="236" y="86"/>
                    </a:cubicBezTo>
                    <a:cubicBezTo>
                      <a:pt x="238" y="89"/>
                      <a:pt x="236" y="93"/>
                      <a:pt x="238" y="93"/>
                    </a:cubicBezTo>
                    <a:cubicBezTo>
                      <a:pt x="239" y="93"/>
                      <a:pt x="240" y="92"/>
                      <a:pt x="242" y="95"/>
                    </a:cubicBezTo>
                    <a:cubicBezTo>
                      <a:pt x="243" y="98"/>
                      <a:pt x="243" y="99"/>
                      <a:pt x="244" y="100"/>
                    </a:cubicBezTo>
                    <a:cubicBezTo>
                      <a:pt x="245" y="101"/>
                      <a:pt x="245" y="105"/>
                      <a:pt x="247" y="106"/>
                    </a:cubicBezTo>
                    <a:cubicBezTo>
                      <a:pt x="248" y="106"/>
                      <a:pt x="252" y="106"/>
                      <a:pt x="251" y="107"/>
                    </a:cubicBezTo>
                    <a:cubicBezTo>
                      <a:pt x="251" y="109"/>
                      <a:pt x="249" y="111"/>
                      <a:pt x="251" y="112"/>
                    </a:cubicBezTo>
                    <a:cubicBezTo>
                      <a:pt x="254" y="113"/>
                      <a:pt x="254" y="114"/>
                      <a:pt x="255" y="113"/>
                    </a:cubicBezTo>
                    <a:cubicBezTo>
                      <a:pt x="257" y="113"/>
                      <a:pt x="256" y="114"/>
                      <a:pt x="258" y="113"/>
                    </a:cubicBezTo>
                    <a:cubicBezTo>
                      <a:pt x="261" y="112"/>
                      <a:pt x="263" y="112"/>
                      <a:pt x="263" y="112"/>
                    </a:cubicBezTo>
                    <a:cubicBezTo>
                      <a:pt x="263" y="112"/>
                      <a:pt x="266" y="114"/>
                      <a:pt x="266" y="115"/>
                    </a:cubicBezTo>
                    <a:cubicBezTo>
                      <a:pt x="266" y="116"/>
                      <a:pt x="265" y="122"/>
                      <a:pt x="265" y="122"/>
                    </a:cubicBezTo>
                    <a:cubicBezTo>
                      <a:pt x="262" y="127"/>
                      <a:pt x="262" y="127"/>
                      <a:pt x="262" y="127"/>
                    </a:cubicBezTo>
                    <a:cubicBezTo>
                      <a:pt x="262" y="127"/>
                      <a:pt x="262" y="137"/>
                      <a:pt x="261" y="137"/>
                    </a:cubicBezTo>
                    <a:cubicBezTo>
                      <a:pt x="259" y="137"/>
                      <a:pt x="257" y="141"/>
                      <a:pt x="256" y="142"/>
                    </a:cubicBezTo>
                    <a:cubicBezTo>
                      <a:pt x="255" y="143"/>
                      <a:pt x="255" y="149"/>
                      <a:pt x="255" y="149"/>
                    </a:cubicBezTo>
                    <a:cubicBezTo>
                      <a:pt x="252" y="153"/>
                      <a:pt x="252" y="153"/>
                      <a:pt x="252" y="153"/>
                    </a:cubicBezTo>
                    <a:cubicBezTo>
                      <a:pt x="252" y="153"/>
                      <a:pt x="252" y="158"/>
                      <a:pt x="252" y="159"/>
                    </a:cubicBezTo>
                    <a:cubicBezTo>
                      <a:pt x="252" y="160"/>
                      <a:pt x="253" y="165"/>
                      <a:pt x="252" y="168"/>
                    </a:cubicBezTo>
                    <a:cubicBezTo>
                      <a:pt x="252" y="171"/>
                      <a:pt x="248" y="173"/>
                      <a:pt x="248" y="173"/>
                    </a:cubicBezTo>
                    <a:cubicBezTo>
                      <a:pt x="248" y="173"/>
                      <a:pt x="253" y="178"/>
                      <a:pt x="250" y="179"/>
                    </a:cubicBezTo>
                    <a:cubicBezTo>
                      <a:pt x="248" y="179"/>
                      <a:pt x="245" y="183"/>
                      <a:pt x="244" y="184"/>
                    </a:cubicBezTo>
                    <a:cubicBezTo>
                      <a:pt x="244" y="185"/>
                      <a:pt x="244" y="187"/>
                      <a:pt x="242" y="187"/>
                    </a:cubicBezTo>
                    <a:cubicBezTo>
                      <a:pt x="241" y="188"/>
                      <a:pt x="238" y="188"/>
                      <a:pt x="238" y="189"/>
                    </a:cubicBezTo>
                    <a:cubicBezTo>
                      <a:pt x="238" y="190"/>
                      <a:pt x="238" y="194"/>
                      <a:pt x="238" y="194"/>
                    </a:cubicBezTo>
                    <a:cubicBezTo>
                      <a:pt x="233" y="202"/>
                      <a:pt x="233" y="202"/>
                      <a:pt x="233" y="202"/>
                    </a:cubicBezTo>
                    <a:cubicBezTo>
                      <a:pt x="226" y="207"/>
                      <a:pt x="226" y="207"/>
                      <a:pt x="226" y="207"/>
                    </a:cubicBezTo>
                    <a:cubicBezTo>
                      <a:pt x="226" y="207"/>
                      <a:pt x="227" y="210"/>
                      <a:pt x="225" y="211"/>
                    </a:cubicBezTo>
                    <a:cubicBezTo>
                      <a:pt x="223" y="211"/>
                      <a:pt x="217" y="214"/>
                      <a:pt x="216" y="215"/>
                    </a:cubicBezTo>
                    <a:cubicBezTo>
                      <a:pt x="215" y="216"/>
                      <a:pt x="210" y="218"/>
                      <a:pt x="208" y="218"/>
                    </a:cubicBezTo>
                    <a:cubicBezTo>
                      <a:pt x="206" y="218"/>
                      <a:pt x="209" y="223"/>
                      <a:pt x="206" y="218"/>
                    </a:cubicBezTo>
                    <a:cubicBezTo>
                      <a:pt x="204" y="213"/>
                      <a:pt x="206" y="216"/>
                      <a:pt x="203" y="211"/>
                    </a:cubicBezTo>
                    <a:cubicBezTo>
                      <a:pt x="201" y="206"/>
                      <a:pt x="201" y="210"/>
                      <a:pt x="201" y="206"/>
                    </a:cubicBezTo>
                    <a:cubicBezTo>
                      <a:pt x="201" y="202"/>
                      <a:pt x="201" y="206"/>
                      <a:pt x="201" y="202"/>
                    </a:cubicBezTo>
                    <a:cubicBezTo>
                      <a:pt x="201" y="198"/>
                      <a:pt x="202" y="201"/>
                      <a:pt x="200" y="197"/>
                    </a:cubicBezTo>
                    <a:cubicBezTo>
                      <a:pt x="198" y="192"/>
                      <a:pt x="199" y="194"/>
                      <a:pt x="196" y="191"/>
                    </a:cubicBezTo>
                    <a:cubicBezTo>
                      <a:pt x="193" y="188"/>
                      <a:pt x="191" y="191"/>
                      <a:pt x="193" y="187"/>
                    </a:cubicBezTo>
                    <a:cubicBezTo>
                      <a:pt x="195" y="183"/>
                      <a:pt x="194" y="187"/>
                      <a:pt x="195" y="183"/>
                    </a:cubicBezTo>
                    <a:cubicBezTo>
                      <a:pt x="196" y="178"/>
                      <a:pt x="194" y="178"/>
                      <a:pt x="197" y="176"/>
                    </a:cubicBezTo>
                    <a:cubicBezTo>
                      <a:pt x="200" y="174"/>
                      <a:pt x="202" y="173"/>
                      <a:pt x="201" y="171"/>
                    </a:cubicBezTo>
                    <a:cubicBezTo>
                      <a:pt x="201" y="168"/>
                      <a:pt x="201" y="167"/>
                      <a:pt x="201" y="165"/>
                    </a:cubicBezTo>
                    <a:cubicBezTo>
                      <a:pt x="200" y="164"/>
                      <a:pt x="197" y="161"/>
                      <a:pt x="197" y="160"/>
                    </a:cubicBezTo>
                    <a:cubicBezTo>
                      <a:pt x="197" y="159"/>
                      <a:pt x="197" y="160"/>
                      <a:pt x="195" y="157"/>
                    </a:cubicBezTo>
                    <a:cubicBezTo>
                      <a:pt x="193" y="154"/>
                      <a:pt x="191" y="152"/>
                      <a:pt x="191" y="152"/>
                    </a:cubicBezTo>
                    <a:cubicBezTo>
                      <a:pt x="191" y="152"/>
                      <a:pt x="191" y="145"/>
                      <a:pt x="191" y="143"/>
                    </a:cubicBezTo>
                    <a:cubicBezTo>
                      <a:pt x="191" y="140"/>
                      <a:pt x="190" y="144"/>
                      <a:pt x="191" y="140"/>
                    </a:cubicBezTo>
                    <a:cubicBezTo>
                      <a:pt x="192" y="136"/>
                      <a:pt x="192" y="133"/>
                      <a:pt x="192" y="133"/>
                    </a:cubicBezTo>
                    <a:cubicBezTo>
                      <a:pt x="192" y="133"/>
                      <a:pt x="187" y="130"/>
                      <a:pt x="185" y="130"/>
                    </a:cubicBezTo>
                    <a:cubicBezTo>
                      <a:pt x="183" y="131"/>
                      <a:pt x="183" y="134"/>
                      <a:pt x="180" y="131"/>
                    </a:cubicBezTo>
                    <a:cubicBezTo>
                      <a:pt x="178" y="129"/>
                      <a:pt x="178" y="127"/>
                      <a:pt x="177" y="127"/>
                    </a:cubicBezTo>
                    <a:cubicBezTo>
                      <a:pt x="176" y="126"/>
                      <a:pt x="174" y="126"/>
                      <a:pt x="173" y="127"/>
                    </a:cubicBezTo>
                    <a:cubicBezTo>
                      <a:pt x="171" y="128"/>
                      <a:pt x="167" y="128"/>
                      <a:pt x="164" y="130"/>
                    </a:cubicBezTo>
                    <a:cubicBezTo>
                      <a:pt x="161" y="131"/>
                      <a:pt x="160" y="131"/>
                      <a:pt x="157" y="131"/>
                    </a:cubicBezTo>
                    <a:cubicBezTo>
                      <a:pt x="153" y="131"/>
                      <a:pt x="148" y="132"/>
                      <a:pt x="145" y="130"/>
                    </a:cubicBezTo>
                    <a:cubicBezTo>
                      <a:pt x="142" y="129"/>
                      <a:pt x="142" y="131"/>
                      <a:pt x="140" y="128"/>
                    </a:cubicBezTo>
                    <a:cubicBezTo>
                      <a:pt x="139" y="124"/>
                      <a:pt x="140" y="125"/>
                      <a:pt x="137" y="123"/>
                    </a:cubicBezTo>
                    <a:cubicBezTo>
                      <a:pt x="135" y="122"/>
                      <a:pt x="134" y="123"/>
                      <a:pt x="134" y="120"/>
                    </a:cubicBezTo>
                    <a:cubicBezTo>
                      <a:pt x="133" y="117"/>
                      <a:pt x="135" y="118"/>
                      <a:pt x="133" y="115"/>
                    </a:cubicBezTo>
                    <a:cubicBezTo>
                      <a:pt x="130" y="112"/>
                      <a:pt x="134" y="116"/>
                      <a:pt x="130" y="112"/>
                    </a:cubicBezTo>
                    <a:cubicBezTo>
                      <a:pt x="127" y="108"/>
                      <a:pt x="125" y="112"/>
                      <a:pt x="127" y="108"/>
                    </a:cubicBezTo>
                    <a:cubicBezTo>
                      <a:pt x="128" y="105"/>
                      <a:pt x="129" y="107"/>
                      <a:pt x="129" y="103"/>
                    </a:cubicBezTo>
                    <a:cubicBezTo>
                      <a:pt x="129" y="99"/>
                      <a:pt x="135" y="105"/>
                      <a:pt x="131" y="97"/>
                    </a:cubicBezTo>
                    <a:cubicBezTo>
                      <a:pt x="128" y="89"/>
                      <a:pt x="127" y="91"/>
                      <a:pt x="130" y="85"/>
                    </a:cubicBezTo>
                    <a:cubicBezTo>
                      <a:pt x="134" y="79"/>
                      <a:pt x="138" y="77"/>
                      <a:pt x="138" y="76"/>
                    </a:cubicBezTo>
                    <a:cubicBezTo>
                      <a:pt x="139" y="74"/>
                      <a:pt x="140" y="71"/>
                      <a:pt x="142" y="70"/>
                    </a:cubicBezTo>
                    <a:cubicBezTo>
                      <a:pt x="143" y="69"/>
                      <a:pt x="142" y="68"/>
                      <a:pt x="145" y="68"/>
                    </a:cubicBezTo>
                    <a:cubicBezTo>
                      <a:pt x="148" y="69"/>
                      <a:pt x="151" y="67"/>
                      <a:pt x="153" y="65"/>
                    </a:cubicBezTo>
                    <a:cubicBezTo>
                      <a:pt x="155" y="63"/>
                      <a:pt x="158" y="61"/>
                      <a:pt x="159" y="60"/>
                    </a:cubicBezTo>
                    <a:cubicBezTo>
                      <a:pt x="160" y="60"/>
                      <a:pt x="160" y="61"/>
                      <a:pt x="163" y="60"/>
                    </a:cubicBezTo>
                    <a:cubicBezTo>
                      <a:pt x="166" y="59"/>
                      <a:pt x="166" y="59"/>
                      <a:pt x="168" y="59"/>
                    </a:cubicBezTo>
                    <a:cubicBezTo>
                      <a:pt x="170" y="59"/>
                      <a:pt x="166" y="60"/>
                      <a:pt x="172" y="59"/>
                    </a:cubicBezTo>
                    <a:cubicBezTo>
                      <a:pt x="178" y="58"/>
                      <a:pt x="176" y="58"/>
                      <a:pt x="178" y="58"/>
                    </a:cubicBezTo>
                    <a:cubicBezTo>
                      <a:pt x="179" y="58"/>
                      <a:pt x="178" y="58"/>
                      <a:pt x="180" y="58"/>
                    </a:cubicBezTo>
                    <a:cubicBezTo>
                      <a:pt x="183" y="59"/>
                      <a:pt x="182" y="54"/>
                      <a:pt x="183" y="59"/>
                    </a:cubicBezTo>
                    <a:cubicBezTo>
                      <a:pt x="183" y="63"/>
                      <a:pt x="181" y="66"/>
                      <a:pt x="185" y="66"/>
                    </a:cubicBezTo>
                    <a:cubicBezTo>
                      <a:pt x="189" y="66"/>
                      <a:pt x="185" y="66"/>
                      <a:pt x="189" y="66"/>
                    </a:cubicBezTo>
                    <a:cubicBezTo>
                      <a:pt x="193" y="66"/>
                      <a:pt x="192" y="67"/>
                      <a:pt x="194" y="68"/>
                    </a:cubicBezTo>
                    <a:cubicBezTo>
                      <a:pt x="196" y="69"/>
                      <a:pt x="197" y="70"/>
                      <a:pt x="200" y="70"/>
                    </a:cubicBezTo>
                    <a:cubicBezTo>
                      <a:pt x="202" y="70"/>
                      <a:pt x="198" y="75"/>
                      <a:pt x="202" y="70"/>
                    </a:cubicBezTo>
                    <a:cubicBezTo>
                      <a:pt x="207" y="66"/>
                      <a:pt x="199" y="65"/>
                      <a:pt x="207" y="66"/>
                    </a:cubicBezTo>
                    <a:cubicBezTo>
                      <a:pt x="214" y="67"/>
                      <a:pt x="215" y="68"/>
                      <a:pt x="217" y="68"/>
                    </a:cubicBezTo>
                    <a:cubicBezTo>
                      <a:pt x="218" y="67"/>
                      <a:pt x="218" y="68"/>
                      <a:pt x="221" y="67"/>
                    </a:cubicBezTo>
                    <a:cubicBezTo>
                      <a:pt x="225" y="65"/>
                      <a:pt x="225" y="65"/>
                      <a:pt x="226" y="66"/>
                    </a:cubicBezTo>
                    <a:cubicBezTo>
                      <a:pt x="228" y="66"/>
                      <a:pt x="228" y="69"/>
                      <a:pt x="229" y="66"/>
                    </a:cubicBezTo>
                    <a:cubicBezTo>
                      <a:pt x="230" y="63"/>
                      <a:pt x="233" y="64"/>
                      <a:pt x="229" y="62"/>
                    </a:cubicBezTo>
                    <a:cubicBezTo>
                      <a:pt x="225" y="61"/>
                      <a:pt x="224" y="63"/>
                      <a:pt x="223" y="60"/>
                    </a:cubicBezTo>
                    <a:cubicBezTo>
                      <a:pt x="222" y="58"/>
                      <a:pt x="226" y="58"/>
                      <a:pt x="222" y="58"/>
                    </a:cubicBezTo>
                    <a:cubicBezTo>
                      <a:pt x="219" y="57"/>
                      <a:pt x="219" y="57"/>
                      <a:pt x="216" y="56"/>
                    </a:cubicBezTo>
                    <a:cubicBezTo>
                      <a:pt x="213" y="55"/>
                      <a:pt x="210" y="59"/>
                      <a:pt x="209" y="56"/>
                    </a:cubicBezTo>
                    <a:cubicBezTo>
                      <a:pt x="208" y="53"/>
                      <a:pt x="203" y="58"/>
                      <a:pt x="208" y="53"/>
                    </a:cubicBezTo>
                    <a:cubicBezTo>
                      <a:pt x="214" y="48"/>
                      <a:pt x="212" y="46"/>
                      <a:pt x="215" y="47"/>
                    </a:cubicBezTo>
                    <a:cubicBezTo>
                      <a:pt x="219" y="48"/>
                      <a:pt x="218" y="51"/>
                      <a:pt x="220" y="49"/>
                    </a:cubicBezTo>
                    <a:cubicBezTo>
                      <a:pt x="222" y="47"/>
                      <a:pt x="227" y="46"/>
                      <a:pt x="222" y="43"/>
                    </a:cubicBezTo>
                    <a:cubicBezTo>
                      <a:pt x="218" y="40"/>
                      <a:pt x="221" y="41"/>
                      <a:pt x="217" y="40"/>
                    </a:cubicBezTo>
                    <a:cubicBezTo>
                      <a:pt x="213" y="38"/>
                      <a:pt x="209" y="47"/>
                      <a:pt x="207" y="46"/>
                    </a:cubicBezTo>
                    <a:cubicBezTo>
                      <a:pt x="205" y="44"/>
                      <a:pt x="204" y="43"/>
                      <a:pt x="202" y="44"/>
                    </a:cubicBezTo>
                    <a:cubicBezTo>
                      <a:pt x="201" y="45"/>
                      <a:pt x="201" y="48"/>
                      <a:pt x="201" y="51"/>
                    </a:cubicBezTo>
                    <a:cubicBezTo>
                      <a:pt x="201" y="54"/>
                      <a:pt x="203" y="54"/>
                      <a:pt x="199" y="52"/>
                    </a:cubicBezTo>
                    <a:cubicBezTo>
                      <a:pt x="195" y="50"/>
                      <a:pt x="203" y="51"/>
                      <a:pt x="194" y="48"/>
                    </a:cubicBezTo>
                    <a:cubicBezTo>
                      <a:pt x="184" y="44"/>
                      <a:pt x="181" y="45"/>
                      <a:pt x="180" y="46"/>
                    </a:cubicBezTo>
                    <a:cubicBezTo>
                      <a:pt x="179" y="48"/>
                      <a:pt x="177" y="47"/>
                      <a:pt x="176" y="48"/>
                    </a:cubicBezTo>
                    <a:cubicBezTo>
                      <a:pt x="175" y="49"/>
                      <a:pt x="179" y="52"/>
                      <a:pt x="175" y="49"/>
                    </a:cubicBezTo>
                    <a:cubicBezTo>
                      <a:pt x="171" y="47"/>
                      <a:pt x="167" y="51"/>
                      <a:pt x="167" y="51"/>
                    </a:cubicBezTo>
                    <a:cubicBezTo>
                      <a:pt x="167" y="51"/>
                      <a:pt x="165" y="50"/>
                      <a:pt x="164" y="51"/>
                    </a:cubicBezTo>
                    <a:cubicBezTo>
                      <a:pt x="162" y="53"/>
                      <a:pt x="159" y="54"/>
                      <a:pt x="157" y="53"/>
                    </a:cubicBezTo>
                    <a:cubicBezTo>
                      <a:pt x="155" y="52"/>
                      <a:pt x="151" y="54"/>
                      <a:pt x="154" y="49"/>
                    </a:cubicBezTo>
                    <a:cubicBezTo>
                      <a:pt x="158" y="44"/>
                      <a:pt x="155" y="47"/>
                      <a:pt x="161" y="45"/>
                    </a:cubicBezTo>
                    <a:cubicBezTo>
                      <a:pt x="166" y="42"/>
                      <a:pt x="175" y="42"/>
                      <a:pt x="167" y="40"/>
                    </a:cubicBezTo>
                    <a:cubicBezTo>
                      <a:pt x="160" y="39"/>
                      <a:pt x="171" y="39"/>
                      <a:pt x="162" y="34"/>
                    </a:cubicBezTo>
                    <a:cubicBezTo>
                      <a:pt x="152" y="30"/>
                      <a:pt x="152" y="36"/>
                      <a:pt x="152" y="30"/>
                    </a:cubicBezTo>
                    <a:cubicBezTo>
                      <a:pt x="153" y="23"/>
                      <a:pt x="152" y="23"/>
                      <a:pt x="150" y="23"/>
                    </a:cubicBezTo>
                    <a:cubicBezTo>
                      <a:pt x="148" y="24"/>
                      <a:pt x="142" y="25"/>
                      <a:pt x="139" y="25"/>
                    </a:cubicBezTo>
                    <a:cubicBezTo>
                      <a:pt x="137" y="26"/>
                      <a:pt x="140" y="28"/>
                      <a:pt x="136" y="25"/>
                    </a:cubicBezTo>
                    <a:cubicBezTo>
                      <a:pt x="131" y="22"/>
                      <a:pt x="130" y="26"/>
                      <a:pt x="131" y="22"/>
                    </a:cubicBezTo>
                    <a:cubicBezTo>
                      <a:pt x="133" y="19"/>
                      <a:pt x="133" y="18"/>
                      <a:pt x="136" y="16"/>
                    </a:cubicBezTo>
                    <a:cubicBezTo>
                      <a:pt x="138" y="13"/>
                      <a:pt x="138" y="5"/>
                      <a:pt x="144" y="8"/>
                    </a:cubicBezTo>
                    <a:cubicBezTo>
                      <a:pt x="151" y="11"/>
                      <a:pt x="148" y="10"/>
                      <a:pt x="154" y="11"/>
                    </a:cubicBezTo>
                    <a:cubicBezTo>
                      <a:pt x="159" y="11"/>
                      <a:pt x="161" y="10"/>
                      <a:pt x="161" y="9"/>
                    </a:cubicBezTo>
                    <a:cubicBezTo>
                      <a:pt x="161" y="8"/>
                      <a:pt x="155" y="5"/>
                      <a:pt x="155" y="5"/>
                    </a:cubicBezTo>
                    <a:cubicBezTo>
                      <a:pt x="155" y="5"/>
                      <a:pt x="153" y="6"/>
                      <a:pt x="154" y="5"/>
                    </a:cubicBezTo>
                    <a:cubicBezTo>
                      <a:pt x="155" y="4"/>
                      <a:pt x="156" y="2"/>
                      <a:pt x="156" y="2"/>
                    </a:cubicBezTo>
                    <a:cubicBezTo>
                      <a:pt x="154" y="0"/>
                      <a:pt x="154" y="0"/>
                      <a:pt x="154" y="0"/>
                    </a:cubicBezTo>
                    <a:cubicBezTo>
                      <a:pt x="154" y="0"/>
                      <a:pt x="136" y="0"/>
                      <a:pt x="131"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1" name="Group 181"/>
          <p:cNvGrpSpPr/>
          <p:nvPr/>
        </p:nvGrpSpPr>
        <p:grpSpPr>
          <a:xfrm>
            <a:off x="5632271" y="2338443"/>
            <a:ext cx="448719" cy="491590"/>
            <a:chOff x="5632271" y="2338443"/>
            <a:chExt cx="448719" cy="491590"/>
          </a:xfrm>
        </p:grpSpPr>
        <p:grpSp>
          <p:nvGrpSpPr>
            <p:cNvPr id="22" name="Group 145"/>
            <p:cNvGrpSpPr/>
            <p:nvPr/>
          </p:nvGrpSpPr>
          <p:grpSpPr>
            <a:xfrm>
              <a:off x="5660852" y="2338443"/>
              <a:ext cx="420138" cy="491590"/>
              <a:chOff x="5781675" y="2378075"/>
              <a:chExt cx="466725" cy="546100"/>
            </a:xfrm>
            <a:solidFill>
              <a:schemeClr val="accent6"/>
            </a:solidFill>
          </p:grpSpPr>
          <p:sp>
            <p:nvSpPr>
              <p:cNvPr id="1056" name="Oval 32"/>
              <p:cNvSpPr>
                <a:spLocks noChangeArrowheads="1"/>
              </p:cNvSpPr>
              <p:nvPr/>
            </p:nvSpPr>
            <p:spPr bwMode="auto">
              <a:xfrm>
                <a:off x="5781675" y="2378075"/>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7" name="Freeform 33"/>
              <p:cNvSpPr>
                <a:spLocks/>
              </p:cNvSpPr>
              <p:nvPr/>
            </p:nvSpPr>
            <p:spPr bwMode="auto">
              <a:xfrm>
                <a:off x="5899150" y="2813050"/>
                <a:ext cx="120650" cy="111125"/>
              </a:xfrm>
              <a:custGeom>
                <a:avLst/>
                <a:gdLst/>
                <a:ahLst/>
                <a:cxnLst>
                  <a:cxn ang="0">
                    <a:pos x="0" y="0"/>
                  </a:cxn>
                  <a:cxn ang="0">
                    <a:pos x="7" y="70"/>
                  </a:cxn>
                  <a:cxn ang="0">
                    <a:pos x="76" y="11"/>
                  </a:cxn>
                  <a:cxn ang="0">
                    <a:pos x="0" y="0"/>
                  </a:cxn>
                </a:cxnLst>
                <a:rect l="0" t="0" r="r" b="b"/>
                <a:pathLst>
                  <a:path w="76" h="70">
                    <a:moveTo>
                      <a:pt x="0" y="0"/>
                    </a:moveTo>
                    <a:lnTo>
                      <a:pt x="7" y="70"/>
                    </a:lnTo>
                    <a:lnTo>
                      <a:pt x="76" y="11"/>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83" name="Freeform 59"/>
            <p:cNvSpPr>
              <a:spLocks noEditPoints="1"/>
            </p:cNvSpPr>
            <p:nvPr/>
          </p:nvSpPr>
          <p:spPr bwMode="auto">
            <a:xfrm>
              <a:off x="5632271" y="2412753"/>
              <a:ext cx="398703" cy="262944"/>
            </a:xfrm>
            <a:custGeom>
              <a:avLst/>
              <a:gdLst/>
              <a:ahLst/>
              <a:cxnLst>
                <a:cxn ang="0">
                  <a:pos x="333" y="51"/>
                </a:cxn>
                <a:cxn ang="0">
                  <a:pos x="259" y="0"/>
                </a:cxn>
                <a:cxn ang="0">
                  <a:pos x="170" y="225"/>
                </a:cxn>
                <a:cxn ang="0">
                  <a:pos x="269" y="133"/>
                </a:cxn>
                <a:cxn ang="0">
                  <a:pos x="333" y="51"/>
                </a:cxn>
                <a:cxn ang="0">
                  <a:pos x="140" y="41"/>
                </a:cxn>
                <a:cxn ang="0">
                  <a:pos x="155" y="56"/>
                </a:cxn>
                <a:cxn ang="0">
                  <a:pos x="140" y="71"/>
                </a:cxn>
                <a:cxn ang="0">
                  <a:pos x="125" y="56"/>
                </a:cxn>
                <a:cxn ang="0">
                  <a:pos x="140" y="41"/>
                </a:cxn>
                <a:cxn ang="0">
                  <a:pos x="105" y="101"/>
                </a:cxn>
                <a:cxn ang="0">
                  <a:pos x="125" y="81"/>
                </a:cxn>
                <a:cxn ang="0">
                  <a:pos x="145" y="101"/>
                </a:cxn>
                <a:cxn ang="0">
                  <a:pos x="125" y="121"/>
                </a:cxn>
                <a:cxn ang="0">
                  <a:pos x="105" y="101"/>
                </a:cxn>
                <a:cxn ang="0">
                  <a:pos x="139" y="174"/>
                </a:cxn>
                <a:cxn ang="0">
                  <a:pos x="116" y="151"/>
                </a:cxn>
                <a:cxn ang="0">
                  <a:pos x="139" y="128"/>
                </a:cxn>
                <a:cxn ang="0">
                  <a:pos x="162" y="151"/>
                </a:cxn>
                <a:cxn ang="0">
                  <a:pos x="139" y="174"/>
                </a:cxn>
                <a:cxn ang="0">
                  <a:pos x="180" y="213"/>
                </a:cxn>
                <a:cxn ang="0">
                  <a:pos x="155" y="188"/>
                </a:cxn>
                <a:cxn ang="0">
                  <a:pos x="180" y="163"/>
                </a:cxn>
                <a:cxn ang="0">
                  <a:pos x="205" y="188"/>
                </a:cxn>
                <a:cxn ang="0">
                  <a:pos x="180" y="213"/>
                </a:cxn>
                <a:cxn ang="0">
                  <a:pos x="282" y="98"/>
                </a:cxn>
                <a:cxn ang="0">
                  <a:pos x="252" y="68"/>
                </a:cxn>
                <a:cxn ang="0">
                  <a:pos x="282" y="38"/>
                </a:cxn>
                <a:cxn ang="0">
                  <a:pos x="312" y="68"/>
                </a:cxn>
                <a:cxn ang="0">
                  <a:pos x="282" y="98"/>
                </a:cxn>
              </a:cxnLst>
              <a:rect l="0" t="0" r="r" b="b"/>
              <a:pathLst>
                <a:path w="349" h="230">
                  <a:moveTo>
                    <a:pt x="333" y="51"/>
                  </a:moveTo>
                  <a:cubicBezTo>
                    <a:pt x="317" y="6"/>
                    <a:pt x="259" y="0"/>
                    <a:pt x="259" y="0"/>
                  </a:cubicBezTo>
                  <a:cubicBezTo>
                    <a:pt x="0" y="4"/>
                    <a:pt x="103" y="220"/>
                    <a:pt x="170" y="225"/>
                  </a:cubicBezTo>
                  <a:cubicBezTo>
                    <a:pt x="237" y="230"/>
                    <a:pt x="227" y="150"/>
                    <a:pt x="269" y="133"/>
                  </a:cubicBezTo>
                  <a:cubicBezTo>
                    <a:pt x="312" y="116"/>
                    <a:pt x="349" y="96"/>
                    <a:pt x="333" y="51"/>
                  </a:cubicBezTo>
                  <a:close/>
                  <a:moveTo>
                    <a:pt x="140" y="41"/>
                  </a:moveTo>
                  <a:cubicBezTo>
                    <a:pt x="148" y="41"/>
                    <a:pt x="155" y="48"/>
                    <a:pt x="155" y="56"/>
                  </a:cubicBezTo>
                  <a:cubicBezTo>
                    <a:pt x="155" y="65"/>
                    <a:pt x="148" y="71"/>
                    <a:pt x="140" y="71"/>
                  </a:cubicBezTo>
                  <a:cubicBezTo>
                    <a:pt x="131" y="71"/>
                    <a:pt x="125" y="65"/>
                    <a:pt x="125" y="56"/>
                  </a:cubicBezTo>
                  <a:cubicBezTo>
                    <a:pt x="125" y="48"/>
                    <a:pt x="131" y="41"/>
                    <a:pt x="140" y="41"/>
                  </a:cubicBezTo>
                  <a:close/>
                  <a:moveTo>
                    <a:pt x="105" y="101"/>
                  </a:moveTo>
                  <a:cubicBezTo>
                    <a:pt x="105" y="90"/>
                    <a:pt x="114" y="81"/>
                    <a:pt x="125" y="81"/>
                  </a:cubicBezTo>
                  <a:cubicBezTo>
                    <a:pt x="136" y="81"/>
                    <a:pt x="145" y="90"/>
                    <a:pt x="145" y="101"/>
                  </a:cubicBezTo>
                  <a:cubicBezTo>
                    <a:pt x="145" y="112"/>
                    <a:pt x="136" y="121"/>
                    <a:pt x="125" y="121"/>
                  </a:cubicBezTo>
                  <a:cubicBezTo>
                    <a:pt x="114" y="121"/>
                    <a:pt x="105" y="112"/>
                    <a:pt x="105" y="101"/>
                  </a:cubicBezTo>
                  <a:close/>
                  <a:moveTo>
                    <a:pt x="139" y="174"/>
                  </a:moveTo>
                  <a:cubicBezTo>
                    <a:pt x="126" y="174"/>
                    <a:pt x="116" y="164"/>
                    <a:pt x="116" y="151"/>
                  </a:cubicBezTo>
                  <a:cubicBezTo>
                    <a:pt x="116" y="138"/>
                    <a:pt x="126" y="128"/>
                    <a:pt x="139" y="128"/>
                  </a:cubicBezTo>
                  <a:cubicBezTo>
                    <a:pt x="151" y="128"/>
                    <a:pt x="162" y="138"/>
                    <a:pt x="162" y="151"/>
                  </a:cubicBezTo>
                  <a:cubicBezTo>
                    <a:pt x="162" y="164"/>
                    <a:pt x="151" y="174"/>
                    <a:pt x="139" y="174"/>
                  </a:cubicBezTo>
                  <a:close/>
                  <a:moveTo>
                    <a:pt x="180" y="213"/>
                  </a:moveTo>
                  <a:cubicBezTo>
                    <a:pt x="166" y="213"/>
                    <a:pt x="155" y="202"/>
                    <a:pt x="155" y="188"/>
                  </a:cubicBezTo>
                  <a:cubicBezTo>
                    <a:pt x="155" y="175"/>
                    <a:pt x="166" y="163"/>
                    <a:pt x="180" y="163"/>
                  </a:cubicBezTo>
                  <a:cubicBezTo>
                    <a:pt x="194" y="163"/>
                    <a:pt x="205" y="175"/>
                    <a:pt x="205" y="188"/>
                  </a:cubicBezTo>
                  <a:cubicBezTo>
                    <a:pt x="205" y="202"/>
                    <a:pt x="194" y="213"/>
                    <a:pt x="180" y="213"/>
                  </a:cubicBezTo>
                  <a:close/>
                  <a:moveTo>
                    <a:pt x="282" y="98"/>
                  </a:moveTo>
                  <a:cubicBezTo>
                    <a:pt x="265" y="98"/>
                    <a:pt x="252" y="84"/>
                    <a:pt x="252" y="68"/>
                  </a:cubicBezTo>
                  <a:cubicBezTo>
                    <a:pt x="252" y="51"/>
                    <a:pt x="265" y="38"/>
                    <a:pt x="282" y="38"/>
                  </a:cubicBezTo>
                  <a:cubicBezTo>
                    <a:pt x="298" y="38"/>
                    <a:pt x="312" y="51"/>
                    <a:pt x="312" y="68"/>
                  </a:cubicBezTo>
                  <a:cubicBezTo>
                    <a:pt x="312" y="84"/>
                    <a:pt x="298" y="98"/>
                    <a:pt x="282" y="9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190"/>
          <p:cNvGrpSpPr/>
          <p:nvPr/>
        </p:nvGrpSpPr>
        <p:grpSpPr>
          <a:xfrm>
            <a:off x="5262149" y="1683942"/>
            <a:ext cx="503023" cy="588765"/>
            <a:chOff x="5262149" y="1683942"/>
            <a:chExt cx="503023" cy="588765"/>
          </a:xfrm>
        </p:grpSpPr>
        <p:grpSp>
          <p:nvGrpSpPr>
            <p:cNvPr id="24" name="Group 146"/>
            <p:cNvGrpSpPr/>
            <p:nvPr/>
          </p:nvGrpSpPr>
          <p:grpSpPr>
            <a:xfrm>
              <a:off x="5262149" y="1683942"/>
              <a:ext cx="503023" cy="588765"/>
              <a:chOff x="5338763" y="1651000"/>
              <a:chExt cx="558800" cy="654050"/>
            </a:xfrm>
            <a:solidFill>
              <a:schemeClr val="accent3"/>
            </a:solidFill>
          </p:grpSpPr>
          <p:sp>
            <p:nvSpPr>
              <p:cNvPr id="1072" name="Oval 48"/>
              <p:cNvSpPr>
                <a:spLocks noChangeArrowheads="1"/>
              </p:cNvSpPr>
              <p:nvPr/>
            </p:nvSpPr>
            <p:spPr bwMode="auto">
              <a:xfrm>
                <a:off x="5338763" y="1651000"/>
                <a:ext cx="558800" cy="5588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3" name="Freeform 49"/>
              <p:cNvSpPr>
                <a:spLocks/>
              </p:cNvSpPr>
              <p:nvPr/>
            </p:nvSpPr>
            <p:spPr bwMode="auto">
              <a:xfrm>
                <a:off x="5480050" y="2171700"/>
                <a:ext cx="142875" cy="133350"/>
              </a:xfrm>
              <a:custGeom>
                <a:avLst/>
                <a:gdLst/>
                <a:ahLst/>
                <a:cxnLst>
                  <a:cxn ang="0">
                    <a:pos x="0" y="0"/>
                  </a:cxn>
                  <a:cxn ang="0">
                    <a:pos x="7" y="84"/>
                  </a:cxn>
                  <a:cxn ang="0">
                    <a:pos x="90" y="14"/>
                  </a:cxn>
                  <a:cxn ang="0">
                    <a:pos x="0" y="0"/>
                  </a:cxn>
                </a:cxnLst>
                <a:rect l="0" t="0" r="r" b="b"/>
                <a:pathLst>
                  <a:path w="90" h="84">
                    <a:moveTo>
                      <a:pt x="0" y="0"/>
                    </a:moveTo>
                    <a:lnTo>
                      <a:pt x="7" y="84"/>
                    </a:lnTo>
                    <a:lnTo>
                      <a:pt x="90" y="1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147"/>
            <p:cNvGrpSpPr/>
            <p:nvPr/>
          </p:nvGrpSpPr>
          <p:grpSpPr>
            <a:xfrm>
              <a:off x="5403624" y="1752536"/>
              <a:ext cx="235792" cy="347257"/>
              <a:chOff x="5495925" y="1727200"/>
              <a:chExt cx="261938" cy="385763"/>
            </a:xfrm>
          </p:grpSpPr>
          <p:sp>
            <p:nvSpPr>
              <p:cNvPr id="1084" name="Oval 60"/>
              <p:cNvSpPr>
                <a:spLocks noChangeArrowheads="1"/>
              </p:cNvSpPr>
              <p:nvPr/>
            </p:nvSpPr>
            <p:spPr bwMode="auto">
              <a:xfrm>
                <a:off x="5586413" y="1757363"/>
                <a:ext cx="88900" cy="88900"/>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5" name="Freeform 61"/>
              <p:cNvSpPr>
                <a:spLocks/>
              </p:cNvSpPr>
              <p:nvPr/>
            </p:nvSpPr>
            <p:spPr bwMode="auto">
              <a:xfrm>
                <a:off x="5618163" y="1824038"/>
                <a:ext cx="139700" cy="288925"/>
              </a:xfrm>
              <a:custGeom>
                <a:avLst/>
                <a:gdLst/>
                <a:ahLst/>
                <a:cxnLst>
                  <a:cxn ang="0">
                    <a:pos x="0" y="6"/>
                  </a:cxn>
                  <a:cxn ang="0">
                    <a:pos x="73" y="198"/>
                  </a:cxn>
                  <a:cxn ang="0">
                    <a:pos x="107" y="229"/>
                  </a:cxn>
                  <a:cxn ang="0">
                    <a:pos x="24" y="0"/>
                  </a:cxn>
                  <a:cxn ang="0">
                    <a:pos x="0" y="6"/>
                  </a:cxn>
                </a:cxnLst>
                <a:rect l="0" t="0" r="r" b="b"/>
                <a:pathLst>
                  <a:path w="110" h="229">
                    <a:moveTo>
                      <a:pt x="0" y="6"/>
                    </a:moveTo>
                    <a:cubicBezTo>
                      <a:pt x="0" y="8"/>
                      <a:pt x="73" y="198"/>
                      <a:pt x="73" y="198"/>
                    </a:cubicBezTo>
                    <a:cubicBezTo>
                      <a:pt x="73" y="198"/>
                      <a:pt x="103" y="229"/>
                      <a:pt x="107" y="229"/>
                    </a:cubicBezTo>
                    <a:cubicBezTo>
                      <a:pt x="110" y="229"/>
                      <a:pt x="24" y="0"/>
                      <a:pt x="24" y="0"/>
                    </a:cubicBezTo>
                    <a:lnTo>
                      <a:pt x="0" y="6"/>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6" name="Freeform 62"/>
              <p:cNvSpPr>
                <a:spLocks/>
              </p:cNvSpPr>
              <p:nvPr/>
            </p:nvSpPr>
            <p:spPr bwMode="auto">
              <a:xfrm>
                <a:off x="5495925" y="1824038"/>
                <a:ext cx="149225" cy="285750"/>
              </a:xfrm>
              <a:custGeom>
                <a:avLst/>
                <a:gdLst/>
                <a:ahLst/>
                <a:cxnLst>
                  <a:cxn ang="0">
                    <a:pos x="93" y="8"/>
                  </a:cxn>
                  <a:cxn ang="0">
                    <a:pos x="25" y="155"/>
                  </a:cxn>
                  <a:cxn ang="0">
                    <a:pos x="0" y="180"/>
                  </a:cxn>
                  <a:cxn ang="0">
                    <a:pos x="8" y="146"/>
                  </a:cxn>
                  <a:cxn ang="0">
                    <a:pos x="73" y="0"/>
                  </a:cxn>
                  <a:cxn ang="0">
                    <a:pos x="94" y="6"/>
                  </a:cxn>
                  <a:cxn ang="0">
                    <a:pos x="93" y="8"/>
                  </a:cxn>
                </a:cxnLst>
                <a:rect l="0" t="0" r="r" b="b"/>
                <a:pathLst>
                  <a:path w="94" h="180">
                    <a:moveTo>
                      <a:pt x="93" y="8"/>
                    </a:moveTo>
                    <a:lnTo>
                      <a:pt x="25" y="155"/>
                    </a:lnTo>
                    <a:lnTo>
                      <a:pt x="0" y="180"/>
                    </a:lnTo>
                    <a:lnTo>
                      <a:pt x="8" y="146"/>
                    </a:lnTo>
                    <a:lnTo>
                      <a:pt x="73" y="0"/>
                    </a:lnTo>
                    <a:lnTo>
                      <a:pt x="94" y="6"/>
                    </a:lnTo>
                    <a:lnTo>
                      <a:pt x="93" y="8"/>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7" name="Freeform 63"/>
              <p:cNvSpPr>
                <a:spLocks/>
              </p:cNvSpPr>
              <p:nvPr/>
            </p:nvSpPr>
            <p:spPr bwMode="auto">
              <a:xfrm>
                <a:off x="5495925" y="1824038"/>
                <a:ext cx="149225" cy="285750"/>
              </a:xfrm>
              <a:custGeom>
                <a:avLst/>
                <a:gdLst/>
                <a:ahLst/>
                <a:cxnLst>
                  <a:cxn ang="0">
                    <a:pos x="93" y="8"/>
                  </a:cxn>
                  <a:cxn ang="0">
                    <a:pos x="25" y="155"/>
                  </a:cxn>
                  <a:cxn ang="0">
                    <a:pos x="0" y="180"/>
                  </a:cxn>
                  <a:cxn ang="0">
                    <a:pos x="8" y="146"/>
                  </a:cxn>
                  <a:cxn ang="0">
                    <a:pos x="73" y="0"/>
                  </a:cxn>
                  <a:cxn ang="0">
                    <a:pos x="94" y="6"/>
                  </a:cxn>
                </a:cxnLst>
                <a:rect l="0" t="0" r="r" b="b"/>
                <a:pathLst>
                  <a:path w="94" h="180">
                    <a:moveTo>
                      <a:pt x="93" y="8"/>
                    </a:moveTo>
                    <a:lnTo>
                      <a:pt x="25" y="155"/>
                    </a:lnTo>
                    <a:lnTo>
                      <a:pt x="0" y="180"/>
                    </a:lnTo>
                    <a:lnTo>
                      <a:pt x="8" y="146"/>
                    </a:lnTo>
                    <a:lnTo>
                      <a:pt x="73" y="0"/>
                    </a:lnTo>
                    <a:lnTo>
                      <a:pt x="94" y="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8" name="Freeform 64"/>
              <p:cNvSpPr>
                <a:spLocks/>
              </p:cNvSpPr>
              <p:nvPr/>
            </p:nvSpPr>
            <p:spPr bwMode="auto">
              <a:xfrm>
                <a:off x="5626100" y="1727200"/>
                <a:ext cx="15875" cy="47625"/>
              </a:xfrm>
              <a:custGeom>
                <a:avLst/>
                <a:gdLst/>
                <a:ahLst/>
                <a:cxnLst>
                  <a:cxn ang="0">
                    <a:pos x="13" y="32"/>
                  </a:cxn>
                  <a:cxn ang="0">
                    <a:pos x="7" y="38"/>
                  </a:cxn>
                  <a:cxn ang="0">
                    <a:pos x="7" y="38"/>
                  </a:cxn>
                  <a:cxn ang="0">
                    <a:pos x="0" y="32"/>
                  </a:cxn>
                  <a:cxn ang="0">
                    <a:pos x="0" y="6"/>
                  </a:cxn>
                  <a:cxn ang="0">
                    <a:pos x="7" y="0"/>
                  </a:cxn>
                  <a:cxn ang="0">
                    <a:pos x="7" y="0"/>
                  </a:cxn>
                  <a:cxn ang="0">
                    <a:pos x="13" y="6"/>
                  </a:cxn>
                  <a:cxn ang="0">
                    <a:pos x="13" y="32"/>
                  </a:cxn>
                </a:cxnLst>
                <a:rect l="0" t="0" r="r" b="b"/>
                <a:pathLst>
                  <a:path w="13" h="38">
                    <a:moveTo>
                      <a:pt x="13" y="32"/>
                    </a:moveTo>
                    <a:cubicBezTo>
                      <a:pt x="13" y="35"/>
                      <a:pt x="10" y="38"/>
                      <a:pt x="7" y="38"/>
                    </a:cubicBezTo>
                    <a:cubicBezTo>
                      <a:pt x="7" y="38"/>
                      <a:pt x="7" y="38"/>
                      <a:pt x="7" y="38"/>
                    </a:cubicBezTo>
                    <a:cubicBezTo>
                      <a:pt x="3" y="38"/>
                      <a:pt x="0" y="35"/>
                      <a:pt x="0" y="32"/>
                    </a:cubicBezTo>
                    <a:cubicBezTo>
                      <a:pt x="0" y="6"/>
                      <a:pt x="0" y="6"/>
                      <a:pt x="0" y="6"/>
                    </a:cubicBezTo>
                    <a:cubicBezTo>
                      <a:pt x="0" y="2"/>
                      <a:pt x="3" y="0"/>
                      <a:pt x="7" y="0"/>
                    </a:cubicBezTo>
                    <a:cubicBezTo>
                      <a:pt x="7" y="0"/>
                      <a:pt x="7" y="0"/>
                      <a:pt x="7" y="0"/>
                    </a:cubicBezTo>
                    <a:cubicBezTo>
                      <a:pt x="10" y="0"/>
                      <a:pt x="13" y="2"/>
                      <a:pt x="13" y="6"/>
                    </a:cubicBezTo>
                    <a:lnTo>
                      <a:pt x="13" y="32"/>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6" name="Group 191"/>
          <p:cNvGrpSpPr/>
          <p:nvPr/>
        </p:nvGrpSpPr>
        <p:grpSpPr>
          <a:xfrm>
            <a:off x="4479035" y="1763969"/>
            <a:ext cx="530175" cy="620204"/>
            <a:chOff x="4479035" y="1763969"/>
            <a:chExt cx="530175" cy="620204"/>
          </a:xfrm>
        </p:grpSpPr>
        <p:grpSp>
          <p:nvGrpSpPr>
            <p:cNvPr id="27" name="Group 140"/>
            <p:cNvGrpSpPr/>
            <p:nvPr/>
          </p:nvGrpSpPr>
          <p:grpSpPr>
            <a:xfrm>
              <a:off x="4479035" y="1763969"/>
              <a:ext cx="530175" cy="620204"/>
              <a:chOff x="4468813" y="1739900"/>
              <a:chExt cx="588963" cy="688975"/>
            </a:xfrm>
            <a:solidFill>
              <a:schemeClr val="accent2"/>
            </a:solidFill>
          </p:grpSpPr>
          <p:sp>
            <p:nvSpPr>
              <p:cNvPr id="1054" name="Oval 30"/>
              <p:cNvSpPr>
                <a:spLocks noChangeArrowheads="1"/>
              </p:cNvSpPr>
              <p:nvPr/>
            </p:nvSpPr>
            <p:spPr bwMode="auto">
              <a:xfrm>
                <a:off x="4468813" y="1739900"/>
                <a:ext cx="588963" cy="588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5" name="Freeform 31"/>
              <p:cNvSpPr>
                <a:spLocks/>
              </p:cNvSpPr>
              <p:nvPr/>
            </p:nvSpPr>
            <p:spPr bwMode="auto">
              <a:xfrm>
                <a:off x="4618038" y="2289175"/>
                <a:ext cx="150813" cy="139700"/>
              </a:xfrm>
              <a:custGeom>
                <a:avLst/>
                <a:gdLst/>
                <a:ahLst/>
                <a:cxnLst>
                  <a:cxn ang="0">
                    <a:pos x="0" y="0"/>
                  </a:cxn>
                  <a:cxn ang="0">
                    <a:pos x="8" y="88"/>
                  </a:cxn>
                  <a:cxn ang="0">
                    <a:pos x="95" y="15"/>
                  </a:cxn>
                  <a:cxn ang="0">
                    <a:pos x="0" y="0"/>
                  </a:cxn>
                </a:cxnLst>
                <a:rect l="0" t="0" r="r" b="b"/>
                <a:pathLst>
                  <a:path w="95" h="88">
                    <a:moveTo>
                      <a:pt x="0" y="0"/>
                    </a:moveTo>
                    <a:lnTo>
                      <a:pt x="8" y="88"/>
                    </a:lnTo>
                    <a:lnTo>
                      <a:pt x="95" y="1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39"/>
            <p:cNvGrpSpPr/>
            <p:nvPr/>
          </p:nvGrpSpPr>
          <p:grpSpPr>
            <a:xfrm>
              <a:off x="4534767" y="1825418"/>
              <a:ext cx="394416" cy="392987"/>
              <a:chOff x="4530725" y="1808163"/>
              <a:chExt cx="438150" cy="436563"/>
            </a:xfrm>
          </p:grpSpPr>
          <p:sp>
            <p:nvSpPr>
              <p:cNvPr id="1089" name="Freeform 65"/>
              <p:cNvSpPr>
                <a:spLocks noEditPoints="1"/>
              </p:cNvSpPr>
              <p:nvPr/>
            </p:nvSpPr>
            <p:spPr bwMode="auto">
              <a:xfrm>
                <a:off x="4668838" y="1808163"/>
                <a:ext cx="160338" cy="436563"/>
              </a:xfrm>
              <a:custGeom>
                <a:avLst/>
                <a:gdLst/>
                <a:ahLst/>
                <a:cxnLst>
                  <a:cxn ang="0">
                    <a:pos x="64" y="0"/>
                  </a:cxn>
                  <a:cxn ang="0">
                    <a:pos x="0" y="172"/>
                  </a:cxn>
                  <a:cxn ang="0">
                    <a:pos x="64" y="345"/>
                  </a:cxn>
                  <a:cxn ang="0">
                    <a:pos x="127" y="172"/>
                  </a:cxn>
                  <a:cxn ang="0">
                    <a:pos x="64" y="0"/>
                  </a:cxn>
                  <a:cxn ang="0">
                    <a:pos x="64" y="317"/>
                  </a:cxn>
                  <a:cxn ang="0">
                    <a:pos x="10" y="172"/>
                  </a:cxn>
                  <a:cxn ang="0">
                    <a:pos x="64" y="28"/>
                  </a:cxn>
                  <a:cxn ang="0">
                    <a:pos x="117" y="172"/>
                  </a:cxn>
                  <a:cxn ang="0">
                    <a:pos x="64" y="317"/>
                  </a:cxn>
                </a:cxnLst>
                <a:rect l="0" t="0" r="r" b="b"/>
                <a:pathLst>
                  <a:path w="127" h="345">
                    <a:moveTo>
                      <a:pt x="64" y="0"/>
                    </a:moveTo>
                    <a:cubicBezTo>
                      <a:pt x="29" y="0"/>
                      <a:pt x="0" y="77"/>
                      <a:pt x="0" y="172"/>
                    </a:cubicBezTo>
                    <a:cubicBezTo>
                      <a:pt x="0" y="268"/>
                      <a:pt x="29" y="345"/>
                      <a:pt x="64" y="345"/>
                    </a:cubicBezTo>
                    <a:cubicBezTo>
                      <a:pt x="99" y="345"/>
                      <a:pt x="127" y="268"/>
                      <a:pt x="127" y="172"/>
                    </a:cubicBezTo>
                    <a:cubicBezTo>
                      <a:pt x="127" y="77"/>
                      <a:pt x="99" y="0"/>
                      <a:pt x="64" y="0"/>
                    </a:cubicBezTo>
                    <a:close/>
                    <a:moveTo>
                      <a:pt x="64" y="317"/>
                    </a:moveTo>
                    <a:cubicBezTo>
                      <a:pt x="34" y="317"/>
                      <a:pt x="10" y="252"/>
                      <a:pt x="10" y="172"/>
                    </a:cubicBezTo>
                    <a:cubicBezTo>
                      <a:pt x="10" y="92"/>
                      <a:pt x="34" y="28"/>
                      <a:pt x="64" y="28"/>
                    </a:cubicBezTo>
                    <a:cubicBezTo>
                      <a:pt x="93" y="28"/>
                      <a:pt x="117" y="92"/>
                      <a:pt x="117" y="172"/>
                    </a:cubicBezTo>
                    <a:cubicBezTo>
                      <a:pt x="117" y="252"/>
                      <a:pt x="93" y="317"/>
                      <a:pt x="64" y="31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0" name="Freeform 66"/>
              <p:cNvSpPr>
                <a:spLocks noEditPoints="1"/>
              </p:cNvSpPr>
              <p:nvPr/>
            </p:nvSpPr>
            <p:spPr bwMode="auto">
              <a:xfrm>
                <a:off x="4530725" y="1946275"/>
                <a:ext cx="438150" cy="160338"/>
              </a:xfrm>
              <a:custGeom>
                <a:avLst/>
                <a:gdLst/>
                <a:ahLst/>
                <a:cxnLst>
                  <a:cxn ang="0">
                    <a:pos x="346" y="63"/>
                  </a:cxn>
                  <a:cxn ang="0">
                    <a:pos x="173" y="0"/>
                  </a:cxn>
                  <a:cxn ang="0">
                    <a:pos x="0" y="63"/>
                  </a:cxn>
                  <a:cxn ang="0">
                    <a:pos x="173" y="127"/>
                  </a:cxn>
                  <a:cxn ang="0">
                    <a:pos x="346" y="63"/>
                  </a:cxn>
                  <a:cxn ang="0">
                    <a:pos x="28" y="63"/>
                  </a:cxn>
                  <a:cxn ang="0">
                    <a:pos x="173" y="10"/>
                  </a:cxn>
                  <a:cxn ang="0">
                    <a:pos x="317" y="63"/>
                  </a:cxn>
                  <a:cxn ang="0">
                    <a:pos x="173" y="117"/>
                  </a:cxn>
                  <a:cxn ang="0">
                    <a:pos x="28" y="63"/>
                  </a:cxn>
                </a:cxnLst>
                <a:rect l="0" t="0" r="r" b="b"/>
                <a:pathLst>
                  <a:path w="346" h="127">
                    <a:moveTo>
                      <a:pt x="346" y="63"/>
                    </a:moveTo>
                    <a:cubicBezTo>
                      <a:pt x="346" y="28"/>
                      <a:pt x="268" y="0"/>
                      <a:pt x="173" y="0"/>
                    </a:cubicBezTo>
                    <a:cubicBezTo>
                      <a:pt x="77" y="0"/>
                      <a:pt x="0" y="28"/>
                      <a:pt x="0" y="63"/>
                    </a:cubicBezTo>
                    <a:cubicBezTo>
                      <a:pt x="0" y="99"/>
                      <a:pt x="77" y="127"/>
                      <a:pt x="173" y="127"/>
                    </a:cubicBezTo>
                    <a:cubicBezTo>
                      <a:pt x="268" y="127"/>
                      <a:pt x="346" y="99"/>
                      <a:pt x="346" y="63"/>
                    </a:cubicBezTo>
                    <a:close/>
                    <a:moveTo>
                      <a:pt x="28" y="63"/>
                    </a:moveTo>
                    <a:cubicBezTo>
                      <a:pt x="28" y="34"/>
                      <a:pt x="93" y="10"/>
                      <a:pt x="173" y="10"/>
                    </a:cubicBezTo>
                    <a:cubicBezTo>
                      <a:pt x="253" y="10"/>
                      <a:pt x="317" y="34"/>
                      <a:pt x="317" y="63"/>
                    </a:cubicBezTo>
                    <a:cubicBezTo>
                      <a:pt x="317" y="93"/>
                      <a:pt x="253" y="117"/>
                      <a:pt x="173" y="117"/>
                    </a:cubicBezTo>
                    <a:cubicBezTo>
                      <a:pt x="93" y="117"/>
                      <a:pt x="28" y="93"/>
                      <a:pt x="28" y="63"/>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1" name="Freeform 67"/>
              <p:cNvSpPr>
                <a:spLocks noEditPoints="1"/>
              </p:cNvSpPr>
              <p:nvPr/>
            </p:nvSpPr>
            <p:spPr bwMode="auto">
              <a:xfrm>
                <a:off x="4562475" y="1839913"/>
                <a:ext cx="373063" cy="373063"/>
              </a:xfrm>
              <a:custGeom>
                <a:avLst/>
                <a:gdLst/>
                <a:ahLst/>
                <a:cxnLst>
                  <a:cxn ang="0">
                    <a:pos x="269" y="25"/>
                  </a:cxn>
                  <a:cxn ang="0">
                    <a:pos x="102" y="102"/>
                  </a:cxn>
                  <a:cxn ang="0">
                    <a:pos x="25" y="270"/>
                  </a:cxn>
                  <a:cxn ang="0">
                    <a:pos x="192" y="192"/>
                  </a:cxn>
                  <a:cxn ang="0">
                    <a:pos x="269" y="25"/>
                  </a:cxn>
                  <a:cxn ang="0">
                    <a:pos x="44" y="250"/>
                  </a:cxn>
                  <a:cxn ang="0">
                    <a:pos x="109" y="110"/>
                  </a:cxn>
                  <a:cxn ang="0">
                    <a:pos x="249" y="45"/>
                  </a:cxn>
                  <a:cxn ang="0">
                    <a:pos x="184" y="185"/>
                  </a:cxn>
                  <a:cxn ang="0">
                    <a:pos x="44" y="250"/>
                  </a:cxn>
                </a:cxnLst>
                <a:rect l="0" t="0" r="r" b="b"/>
                <a:pathLst>
                  <a:path w="294" h="294">
                    <a:moveTo>
                      <a:pt x="269" y="25"/>
                    </a:moveTo>
                    <a:cubicBezTo>
                      <a:pt x="244" y="0"/>
                      <a:pt x="169" y="35"/>
                      <a:pt x="102" y="102"/>
                    </a:cubicBezTo>
                    <a:cubicBezTo>
                      <a:pt x="34" y="170"/>
                      <a:pt x="0" y="245"/>
                      <a:pt x="25" y="270"/>
                    </a:cubicBezTo>
                    <a:cubicBezTo>
                      <a:pt x="49" y="294"/>
                      <a:pt x="124" y="260"/>
                      <a:pt x="192" y="192"/>
                    </a:cubicBezTo>
                    <a:cubicBezTo>
                      <a:pt x="259" y="125"/>
                      <a:pt x="294" y="50"/>
                      <a:pt x="269" y="25"/>
                    </a:cubicBezTo>
                    <a:close/>
                    <a:moveTo>
                      <a:pt x="44" y="250"/>
                    </a:moveTo>
                    <a:cubicBezTo>
                      <a:pt x="24" y="229"/>
                      <a:pt x="53" y="166"/>
                      <a:pt x="109" y="110"/>
                    </a:cubicBezTo>
                    <a:cubicBezTo>
                      <a:pt x="166" y="53"/>
                      <a:pt x="228" y="24"/>
                      <a:pt x="249" y="45"/>
                    </a:cubicBezTo>
                    <a:cubicBezTo>
                      <a:pt x="270" y="66"/>
                      <a:pt x="241" y="129"/>
                      <a:pt x="184" y="185"/>
                    </a:cubicBezTo>
                    <a:cubicBezTo>
                      <a:pt x="128" y="242"/>
                      <a:pt x="65" y="271"/>
                      <a:pt x="44" y="250"/>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2" name="Freeform 68"/>
              <p:cNvSpPr>
                <a:spLocks noEditPoints="1"/>
              </p:cNvSpPr>
              <p:nvPr/>
            </p:nvSpPr>
            <p:spPr bwMode="auto">
              <a:xfrm>
                <a:off x="4562475" y="1839913"/>
                <a:ext cx="373063" cy="373063"/>
              </a:xfrm>
              <a:custGeom>
                <a:avLst/>
                <a:gdLst/>
                <a:ahLst/>
                <a:cxnLst>
                  <a:cxn ang="0">
                    <a:pos x="269" y="270"/>
                  </a:cxn>
                  <a:cxn ang="0">
                    <a:pos x="192" y="102"/>
                  </a:cxn>
                  <a:cxn ang="0">
                    <a:pos x="25" y="25"/>
                  </a:cxn>
                  <a:cxn ang="0">
                    <a:pos x="102" y="192"/>
                  </a:cxn>
                  <a:cxn ang="0">
                    <a:pos x="269" y="270"/>
                  </a:cxn>
                  <a:cxn ang="0">
                    <a:pos x="44" y="45"/>
                  </a:cxn>
                  <a:cxn ang="0">
                    <a:pos x="184" y="110"/>
                  </a:cxn>
                  <a:cxn ang="0">
                    <a:pos x="249" y="250"/>
                  </a:cxn>
                  <a:cxn ang="0">
                    <a:pos x="109" y="185"/>
                  </a:cxn>
                  <a:cxn ang="0">
                    <a:pos x="44" y="45"/>
                  </a:cxn>
                </a:cxnLst>
                <a:rect l="0" t="0" r="r" b="b"/>
                <a:pathLst>
                  <a:path w="294" h="294">
                    <a:moveTo>
                      <a:pt x="269" y="270"/>
                    </a:moveTo>
                    <a:cubicBezTo>
                      <a:pt x="294" y="245"/>
                      <a:pt x="259" y="170"/>
                      <a:pt x="192" y="102"/>
                    </a:cubicBezTo>
                    <a:cubicBezTo>
                      <a:pt x="124" y="35"/>
                      <a:pt x="49" y="0"/>
                      <a:pt x="25" y="25"/>
                    </a:cubicBezTo>
                    <a:cubicBezTo>
                      <a:pt x="0" y="50"/>
                      <a:pt x="34" y="125"/>
                      <a:pt x="102" y="192"/>
                    </a:cubicBezTo>
                    <a:cubicBezTo>
                      <a:pt x="169" y="260"/>
                      <a:pt x="244" y="294"/>
                      <a:pt x="269" y="270"/>
                    </a:cubicBezTo>
                    <a:close/>
                    <a:moveTo>
                      <a:pt x="44" y="45"/>
                    </a:moveTo>
                    <a:cubicBezTo>
                      <a:pt x="65" y="24"/>
                      <a:pt x="128" y="53"/>
                      <a:pt x="184" y="110"/>
                    </a:cubicBezTo>
                    <a:cubicBezTo>
                      <a:pt x="241" y="166"/>
                      <a:pt x="270" y="229"/>
                      <a:pt x="249" y="250"/>
                    </a:cubicBezTo>
                    <a:cubicBezTo>
                      <a:pt x="228" y="271"/>
                      <a:pt x="166" y="242"/>
                      <a:pt x="109" y="185"/>
                    </a:cubicBezTo>
                    <a:cubicBezTo>
                      <a:pt x="53" y="129"/>
                      <a:pt x="24" y="66"/>
                      <a:pt x="44" y="45"/>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3" name="Oval 69"/>
              <p:cNvSpPr>
                <a:spLocks noChangeArrowheads="1"/>
              </p:cNvSpPr>
              <p:nvPr/>
            </p:nvSpPr>
            <p:spPr bwMode="auto">
              <a:xfrm>
                <a:off x="4714875" y="1993900"/>
                <a:ext cx="68263" cy="66675"/>
              </a:xfrm>
              <a:prstGeom prst="ellipse">
                <a:avLst/>
              </a:pr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9" name="Group 188"/>
          <p:cNvGrpSpPr/>
          <p:nvPr/>
        </p:nvGrpSpPr>
        <p:grpSpPr>
          <a:xfrm>
            <a:off x="4033173" y="1286669"/>
            <a:ext cx="420138" cy="491590"/>
            <a:chOff x="4033173" y="1286669"/>
            <a:chExt cx="420138" cy="491590"/>
          </a:xfrm>
        </p:grpSpPr>
        <p:grpSp>
          <p:nvGrpSpPr>
            <p:cNvPr id="31" name="Group 153"/>
            <p:cNvGrpSpPr/>
            <p:nvPr/>
          </p:nvGrpSpPr>
          <p:grpSpPr>
            <a:xfrm>
              <a:off x="4033173" y="1286669"/>
              <a:ext cx="420138" cy="491590"/>
              <a:chOff x="3973513" y="1209675"/>
              <a:chExt cx="466725" cy="546100"/>
            </a:xfrm>
            <a:solidFill>
              <a:schemeClr val="accent6"/>
            </a:solidFill>
          </p:grpSpPr>
          <p:sp>
            <p:nvSpPr>
              <p:cNvPr id="1058" name="Oval 34"/>
              <p:cNvSpPr>
                <a:spLocks noChangeArrowheads="1"/>
              </p:cNvSpPr>
              <p:nvPr/>
            </p:nvSpPr>
            <p:spPr bwMode="auto">
              <a:xfrm>
                <a:off x="3973513" y="1209675"/>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9" name="Freeform 35"/>
              <p:cNvSpPr>
                <a:spLocks/>
              </p:cNvSpPr>
              <p:nvPr/>
            </p:nvSpPr>
            <p:spPr bwMode="auto">
              <a:xfrm>
                <a:off x="4202113" y="1644650"/>
                <a:ext cx="119063" cy="111125"/>
              </a:xfrm>
              <a:custGeom>
                <a:avLst/>
                <a:gdLst/>
                <a:ahLst/>
                <a:cxnLst>
                  <a:cxn ang="0">
                    <a:pos x="75" y="0"/>
                  </a:cxn>
                  <a:cxn ang="0">
                    <a:pos x="69" y="70"/>
                  </a:cxn>
                  <a:cxn ang="0">
                    <a:pos x="0" y="12"/>
                  </a:cxn>
                  <a:cxn ang="0">
                    <a:pos x="75" y="0"/>
                  </a:cxn>
                </a:cxnLst>
                <a:rect l="0" t="0" r="r" b="b"/>
                <a:pathLst>
                  <a:path w="75" h="70">
                    <a:moveTo>
                      <a:pt x="75" y="0"/>
                    </a:moveTo>
                    <a:lnTo>
                      <a:pt x="69" y="70"/>
                    </a:lnTo>
                    <a:lnTo>
                      <a:pt x="0" y="12"/>
                    </a:lnTo>
                    <a:lnTo>
                      <a:pt x="7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8" name="Group 154"/>
            <p:cNvGrpSpPr/>
            <p:nvPr/>
          </p:nvGrpSpPr>
          <p:grpSpPr>
            <a:xfrm>
              <a:off x="4173220" y="1398134"/>
              <a:ext cx="142904" cy="255799"/>
              <a:chOff x="4129088" y="1333500"/>
              <a:chExt cx="158750" cy="284163"/>
            </a:xfrm>
          </p:grpSpPr>
          <p:sp>
            <p:nvSpPr>
              <p:cNvPr id="1094" name="Freeform 70"/>
              <p:cNvSpPr>
                <a:spLocks noEditPoints="1"/>
              </p:cNvSpPr>
              <p:nvPr/>
            </p:nvSpPr>
            <p:spPr bwMode="auto">
              <a:xfrm>
                <a:off x="4129088" y="1333500"/>
                <a:ext cx="158750" cy="158750"/>
              </a:xfrm>
              <a:custGeom>
                <a:avLst/>
                <a:gdLst/>
                <a:ahLst/>
                <a:cxnLst>
                  <a:cxn ang="0">
                    <a:pos x="63" y="0"/>
                  </a:cxn>
                  <a:cxn ang="0">
                    <a:pos x="0" y="63"/>
                  </a:cxn>
                  <a:cxn ang="0">
                    <a:pos x="63" y="126"/>
                  </a:cxn>
                  <a:cxn ang="0">
                    <a:pos x="126" y="63"/>
                  </a:cxn>
                  <a:cxn ang="0">
                    <a:pos x="63" y="0"/>
                  </a:cxn>
                  <a:cxn ang="0">
                    <a:pos x="63" y="114"/>
                  </a:cxn>
                  <a:cxn ang="0">
                    <a:pos x="12" y="63"/>
                  </a:cxn>
                  <a:cxn ang="0">
                    <a:pos x="63" y="12"/>
                  </a:cxn>
                  <a:cxn ang="0">
                    <a:pos x="115" y="63"/>
                  </a:cxn>
                  <a:cxn ang="0">
                    <a:pos x="63" y="114"/>
                  </a:cxn>
                </a:cxnLst>
                <a:rect l="0" t="0" r="r" b="b"/>
                <a:pathLst>
                  <a:path w="126" h="126">
                    <a:moveTo>
                      <a:pt x="63" y="0"/>
                    </a:moveTo>
                    <a:cubicBezTo>
                      <a:pt x="29" y="0"/>
                      <a:pt x="0" y="28"/>
                      <a:pt x="0" y="63"/>
                    </a:cubicBezTo>
                    <a:cubicBezTo>
                      <a:pt x="0" y="98"/>
                      <a:pt x="29" y="126"/>
                      <a:pt x="63" y="126"/>
                    </a:cubicBezTo>
                    <a:cubicBezTo>
                      <a:pt x="98" y="126"/>
                      <a:pt x="126" y="98"/>
                      <a:pt x="126" y="63"/>
                    </a:cubicBezTo>
                    <a:cubicBezTo>
                      <a:pt x="126" y="28"/>
                      <a:pt x="98" y="0"/>
                      <a:pt x="63" y="0"/>
                    </a:cubicBezTo>
                    <a:close/>
                    <a:moveTo>
                      <a:pt x="63" y="114"/>
                    </a:moveTo>
                    <a:cubicBezTo>
                      <a:pt x="35" y="114"/>
                      <a:pt x="12" y="91"/>
                      <a:pt x="12" y="63"/>
                    </a:cubicBezTo>
                    <a:cubicBezTo>
                      <a:pt x="12" y="35"/>
                      <a:pt x="35" y="12"/>
                      <a:pt x="63" y="12"/>
                    </a:cubicBezTo>
                    <a:cubicBezTo>
                      <a:pt x="92" y="12"/>
                      <a:pt x="115" y="35"/>
                      <a:pt x="115" y="63"/>
                    </a:cubicBezTo>
                    <a:cubicBezTo>
                      <a:pt x="115" y="91"/>
                      <a:pt x="92" y="114"/>
                      <a:pt x="63" y="114"/>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5" name="Rectangle 71"/>
              <p:cNvSpPr>
                <a:spLocks noChangeArrowheads="1"/>
              </p:cNvSpPr>
              <p:nvPr/>
            </p:nvSpPr>
            <p:spPr bwMode="auto">
              <a:xfrm>
                <a:off x="4198938" y="1484313"/>
                <a:ext cx="20638" cy="7778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6" name="Freeform 72"/>
              <p:cNvSpPr>
                <a:spLocks/>
              </p:cNvSpPr>
              <p:nvPr/>
            </p:nvSpPr>
            <p:spPr bwMode="auto">
              <a:xfrm>
                <a:off x="4192588" y="1509713"/>
                <a:ext cx="33338" cy="107950"/>
              </a:xfrm>
              <a:custGeom>
                <a:avLst/>
                <a:gdLst/>
                <a:ahLst/>
                <a:cxnLst>
                  <a:cxn ang="0">
                    <a:pos x="27" y="71"/>
                  </a:cxn>
                  <a:cxn ang="0">
                    <a:pos x="13" y="85"/>
                  </a:cxn>
                  <a:cxn ang="0">
                    <a:pos x="13" y="85"/>
                  </a:cxn>
                  <a:cxn ang="0">
                    <a:pos x="0" y="71"/>
                  </a:cxn>
                  <a:cxn ang="0">
                    <a:pos x="0" y="13"/>
                  </a:cxn>
                  <a:cxn ang="0">
                    <a:pos x="13" y="0"/>
                  </a:cxn>
                  <a:cxn ang="0">
                    <a:pos x="13" y="0"/>
                  </a:cxn>
                  <a:cxn ang="0">
                    <a:pos x="27" y="13"/>
                  </a:cxn>
                  <a:cxn ang="0">
                    <a:pos x="27" y="71"/>
                  </a:cxn>
                </a:cxnLst>
                <a:rect l="0" t="0" r="r" b="b"/>
                <a:pathLst>
                  <a:path w="27" h="85">
                    <a:moveTo>
                      <a:pt x="27" y="71"/>
                    </a:moveTo>
                    <a:cubicBezTo>
                      <a:pt x="27" y="79"/>
                      <a:pt x="21" y="85"/>
                      <a:pt x="13" y="85"/>
                    </a:cubicBezTo>
                    <a:cubicBezTo>
                      <a:pt x="13" y="85"/>
                      <a:pt x="13" y="85"/>
                      <a:pt x="13" y="85"/>
                    </a:cubicBezTo>
                    <a:cubicBezTo>
                      <a:pt x="6" y="85"/>
                      <a:pt x="0" y="79"/>
                      <a:pt x="0" y="71"/>
                    </a:cubicBezTo>
                    <a:cubicBezTo>
                      <a:pt x="0" y="13"/>
                      <a:pt x="0" y="13"/>
                      <a:pt x="0" y="13"/>
                    </a:cubicBezTo>
                    <a:cubicBezTo>
                      <a:pt x="0" y="6"/>
                      <a:pt x="6" y="0"/>
                      <a:pt x="13" y="0"/>
                    </a:cubicBezTo>
                    <a:cubicBezTo>
                      <a:pt x="13" y="0"/>
                      <a:pt x="13" y="0"/>
                      <a:pt x="13" y="0"/>
                    </a:cubicBezTo>
                    <a:cubicBezTo>
                      <a:pt x="21" y="0"/>
                      <a:pt x="27" y="6"/>
                      <a:pt x="27" y="13"/>
                    </a:cubicBezTo>
                    <a:lnTo>
                      <a:pt x="27" y="7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9" name="Group 192"/>
          <p:cNvGrpSpPr/>
          <p:nvPr/>
        </p:nvGrpSpPr>
        <p:grpSpPr>
          <a:xfrm>
            <a:off x="3847398" y="1964034"/>
            <a:ext cx="484446" cy="568759"/>
            <a:chOff x="3847398" y="1964034"/>
            <a:chExt cx="484446" cy="568759"/>
          </a:xfrm>
        </p:grpSpPr>
        <p:grpSp>
          <p:nvGrpSpPr>
            <p:cNvPr id="130" name="Group 138"/>
            <p:cNvGrpSpPr/>
            <p:nvPr/>
          </p:nvGrpSpPr>
          <p:grpSpPr>
            <a:xfrm>
              <a:off x="3847398" y="1964034"/>
              <a:ext cx="484446" cy="568759"/>
              <a:chOff x="3767138" y="1962150"/>
              <a:chExt cx="538163" cy="631826"/>
            </a:xfrm>
            <a:solidFill>
              <a:schemeClr val="accent1"/>
            </a:solidFill>
          </p:grpSpPr>
          <p:sp>
            <p:nvSpPr>
              <p:cNvPr id="1070" name="Oval 46"/>
              <p:cNvSpPr>
                <a:spLocks noChangeArrowheads="1"/>
              </p:cNvSpPr>
              <p:nvPr/>
            </p:nvSpPr>
            <p:spPr bwMode="auto">
              <a:xfrm>
                <a:off x="3767138" y="1962150"/>
                <a:ext cx="538163" cy="5397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1" name="Freeform 47"/>
              <p:cNvSpPr>
                <a:spLocks/>
              </p:cNvSpPr>
              <p:nvPr/>
            </p:nvSpPr>
            <p:spPr bwMode="auto">
              <a:xfrm>
                <a:off x="4030663" y="2465388"/>
                <a:ext cx="138113" cy="128588"/>
              </a:xfrm>
              <a:custGeom>
                <a:avLst/>
                <a:gdLst/>
                <a:ahLst/>
                <a:cxnLst>
                  <a:cxn ang="0">
                    <a:pos x="87" y="0"/>
                  </a:cxn>
                  <a:cxn ang="0">
                    <a:pos x="80" y="81"/>
                  </a:cxn>
                  <a:cxn ang="0">
                    <a:pos x="0" y="13"/>
                  </a:cxn>
                  <a:cxn ang="0">
                    <a:pos x="87" y="0"/>
                  </a:cxn>
                </a:cxnLst>
                <a:rect l="0" t="0" r="r" b="b"/>
                <a:pathLst>
                  <a:path w="87" h="81">
                    <a:moveTo>
                      <a:pt x="87" y="0"/>
                    </a:moveTo>
                    <a:lnTo>
                      <a:pt x="80" y="81"/>
                    </a:lnTo>
                    <a:lnTo>
                      <a:pt x="0" y="13"/>
                    </a:lnTo>
                    <a:lnTo>
                      <a:pt x="8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1" name="Group 137"/>
            <p:cNvGrpSpPr/>
            <p:nvPr/>
          </p:nvGrpSpPr>
          <p:grpSpPr>
            <a:xfrm>
              <a:off x="4003163" y="2066925"/>
              <a:ext cx="218644" cy="275805"/>
              <a:chOff x="3940175" y="2076450"/>
              <a:chExt cx="242888" cy="306388"/>
            </a:xfrm>
          </p:grpSpPr>
          <p:sp>
            <p:nvSpPr>
              <p:cNvPr id="1097" name="Freeform 73"/>
              <p:cNvSpPr>
                <a:spLocks noEditPoints="1"/>
              </p:cNvSpPr>
              <p:nvPr/>
            </p:nvSpPr>
            <p:spPr bwMode="auto">
              <a:xfrm>
                <a:off x="4021138" y="2078038"/>
                <a:ext cx="161925" cy="304800"/>
              </a:xfrm>
              <a:custGeom>
                <a:avLst/>
                <a:gdLst/>
                <a:ahLst/>
                <a:cxnLst>
                  <a:cxn ang="0">
                    <a:pos x="0" y="0"/>
                  </a:cxn>
                  <a:cxn ang="0">
                    <a:pos x="0" y="192"/>
                  </a:cxn>
                  <a:cxn ang="0">
                    <a:pos x="102" y="192"/>
                  </a:cxn>
                  <a:cxn ang="0">
                    <a:pos x="0" y="0"/>
                  </a:cxn>
                  <a:cxn ang="0">
                    <a:pos x="15" y="74"/>
                  </a:cxn>
                  <a:cxn ang="0">
                    <a:pos x="69" y="167"/>
                  </a:cxn>
                  <a:cxn ang="0">
                    <a:pos x="15" y="167"/>
                  </a:cxn>
                  <a:cxn ang="0">
                    <a:pos x="15" y="74"/>
                  </a:cxn>
                </a:cxnLst>
                <a:rect l="0" t="0" r="r" b="b"/>
                <a:pathLst>
                  <a:path w="102" h="192">
                    <a:moveTo>
                      <a:pt x="0" y="0"/>
                    </a:moveTo>
                    <a:lnTo>
                      <a:pt x="0" y="192"/>
                    </a:lnTo>
                    <a:lnTo>
                      <a:pt x="102" y="192"/>
                    </a:lnTo>
                    <a:lnTo>
                      <a:pt x="0" y="0"/>
                    </a:lnTo>
                    <a:close/>
                    <a:moveTo>
                      <a:pt x="15" y="74"/>
                    </a:moveTo>
                    <a:lnTo>
                      <a:pt x="69" y="167"/>
                    </a:lnTo>
                    <a:lnTo>
                      <a:pt x="15" y="167"/>
                    </a:lnTo>
                    <a:lnTo>
                      <a:pt x="15" y="74"/>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8" name="Rectangle 74"/>
              <p:cNvSpPr>
                <a:spLocks noChangeArrowheads="1"/>
              </p:cNvSpPr>
              <p:nvPr/>
            </p:nvSpPr>
            <p:spPr bwMode="auto">
              <a:xfrm>
                <a:off x="3940175" y="2076450"/>
                <a:ext cx="39688" cy="300038"/>
              </a:xfrm>
              <a:prstGeom prst="rect">
                <a:avLst/>
              </a:prstGeom>
              <a:solidFill>
                <a:srgbClr val="F2F2F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32" name="Group 187"/>
          <p:cNvGrpSpPr/>
          <p:nvPr/>
        </p:nvGrpSpPr>
        <p:grpSpPr>
          <a:xfrm>
            <a:off x="3434404" y="1506741"/>
            <a:ext cx="420138" cy="491591"/>
            <a:chOff x="3434404" y="1506741"/>
            <a:chExt cx="420138" cy="491591"/>
          </a:xfrm>
        </p:grpSpPr>
        <p:grpSp>
          <p:nvGrpSpPr>
            <p:cNvPr id="133" name="Group 132"/>
            <p:cNvGrpSpPr/>
            <p:nvPr/>
          </p:nvGrpSpPr>
          <p:grpSpPr>
            <a:xfrm>
              <a:off x="3434404" y="1506741"/>
              <a:ext cx="420138" cy="491591"/>
              <a:chOff x="3308350" y="1454150"/>
              <a:chExt cx="466725" cy="546101"/>
            </a:xfrm>
            <a:solidFill>
              <a:schemeClr val="accent2"/>
            </a:solidFill>
          </p:grpSpPr>
          <p:sp>
            <p:nvSpPr>
              <p:cNvPr id="1060" name="Oval 36"/>
              <p:cNvSpPr>
                <a:spLocks noChangeArrowheads="1"/>
              </p:cNvSpPr>
              <p:nvPr/>
            </p:nvSpPr>
            <p:spPr bwMode="auto">
              <a:xfrm>
                <a:off x="3308350" y="1454150"/>
                <a:ext cx="466725" cy="4651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1" name="Freeform 37"/>
              <p:cNvSpPr>
                <a:spLocks/>
              </p:cNvSpPr>
              <p:nvPr/>
            </p:nvSpPr>
            <p:spPr bwMode="auto">
              <a:xfrm>
                <a:off x="3536950" y="1887538"/>
                <a:ext cx="120650" cy="112713"/>
              </a:xfrm>
              <a:custGeom>
                <a:avLst/>
                <a:gdLst/>
                <a:ahLst/>
                <a:cxnLst>
                  <a:cxn ang="0">
                    <a:pos x="76" y="0"/>
                  </a:cxn>
                  <a:cxn ang="0">
                    <a:pos x="70" y="71"/>
                  </a:cxn>
                  <a:cxn ang="0">
                    <a:pos x="0" y="12"/>
                  </a:cxn>
                  <a:cxn ang="0">
                    <a:pos x="76" y="0"/>
                  </a:cxn>
                </a:cxnLst>
                <a:rect l="0" t="0" r="r" b="b"/>
                <a:pathLst>
                  <a:path w="76" h="71">
                    <a:moveTo>
                      <a:pt x="76" y="0"/>
                    </a:moveTo>
                    <a:lnTo>
                      <a:pt x="70" y="71"/>
                    </a:lnTo>
                    <a:lnTo>
                      <a:pt x="0" y="12"/>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99" name="Freeform 75"/>
            <p:cNvSpPr>
              <a:spLocks noEditPoints="1"/>
            </p:cNvSpPr>
            <p:nvPr/>
          </p:nvSpPr>
          <p:spPr bwMode="auto">
            <a:xfrm>
              <a:off x="3530151" y="1589625"/>
              <a:ext cx="247225" cy="250083"/>
            </a:xfrm>
            <a:custGeom>
              <a:avLst/>
              <a:gdLst/>
              <a:ahLst/>
              <a:cxnLst>
                <a:cxn ang="0">
                  <a:pos x="139" y="105"/>
                </a:cxn>
                <a:cxn ang="0">
                  <a:pos x="134" y="93"/>
                </a:cxn>
                <a:cxn ang="0">
                  <a:pos x="134" y="42"/>
                </a:cxn>
                <a:cxn ang="0">
                  <a:pos x="139" y="35"/>
                </a:cxn>
                <a:cxn ang="0">
                  <a:pos x="140" y="35"/>
                </a:cxn>
                <a:cxn ang="0">
                  <a:pos x="140" y="12"/>
                </a:cxn>
                <a:cxn ang="0">
                  <a:pos x="139" y="12"/>
                </a:cxn>
                <a:cxn ang="0">
                  <a:pos x="139" y="12"/>
                </a:cxn>
                <a:cxn ang="0">
                  <a:pos x="108" y="0"/>
                </a:cxn>
                <a:cxn ang="0">
                  <a:pos x="77" y="12"/>
                </a:cxn>
                <a:cxn ang="0">
                  <a:pos x="77" y="12"/>
                </a:cxn>
                <a:cxn ang="0">
                  <a:pos x="76" y="12"/>
                </a:cxn>
                <a:cxn ang="0">
                  <a:pos x="76" y="35"/>
                </a:cxn>
                <a:cxn ang="0">
                  <a:pos x="77" y="35"/>
                </a:cxn>
                <a:cxn ang="0">
                  <a:pos x="86" y="42"/>
                </a:cxn>
                <a:cxn ang="0">
                  <a:pos x="86" y="93"/>
                </a:cxn>
                <a:cxn ang="0">
                  <a:pos x="79" y="105"/>
                </a:cxn>
                <a:cxn ang="0">
                  <a:pos x="29" y="200"/>
                </a:cxn>
                <a:cxn ang="0">
                  <a:pos x="108" y="218"/>
                </a:cxn>
                <a:cxn ang="0">
                  <a:pos x="187" y="200"/>
                </a:cxn>
                <a:cxn ang="0">
                  <a:pos x="139" y="105"/>
                </a:cxn>
                <a:cxn ang="0">
                  <a:pos x="137" y="201"/>
                </a:cxn>
                <a:cxn ang="0">
                  <a:pos x="172" y="177"/>
                </a:cxn>
                <a:cxn ang="0">
                  <a:pos x="142" y="126"/>
                </a:cxn>
                <a:cxn ang="0">
                  <a:pos x="183" y="179"/>
                </a:cxn>
                <a:cxn ang="0">
                  <a:pos x="137" y="201"/>
                </a:cxn>
              </a:cxnLst>
              <a:rect l="0" t="0" r="r" b="b"/>
              <a:pathLst>
                <a:path w="217" h="219">
                  <a:moveTo>
                    <a:pt x="139" y="105"/>
                  </a:moveTo>
                  <a:cubicBezTo>
                    <a:pt x="139" y="105"/>
                    <a:pt x="134" y="103"/>
                    <a:pt x="134" y="93"/>
                  </a:cubicBezTo>
                  <a:cubicBezTo>
                    <a:pt x="134" y="84"/>
                    <a:pt x="134" y="52"/>
                    <a:pt x="134" y="42"/>
                  </a:cubicBezTo>
                  <a:cubicBezTo>
                    <a:pt x="137" y="40"/>
                    <a:pt x="139" y="37"/>
                    <a:pt x="139" y="35"/>
                  </a:cubicBezTo>
                  <a:cubicBezTo>
                    <a:pt x="140" y="35"/>
                    <a:pt x="140" y="35"/>
                    <a:pt x="140" y="35"/>
                  </a:cubicBezTo>
                  <a:cubicBezTo>
                    <a:pt x="140" y="12"/>
                    <a:pt x="140" y="12"/>
                    <a:pt x="140" y="12"/>
                  </a:cubicBezTo>
                  <a:cubicBezTo>
                    <a:pt x="139" y="12"/>
                    <a:pt x="139" y="12"/>
                    <a:pt x="139" y="12"/>
                  </a:cubicBezTo>
                  <a:cubicBezTo>
                    <a:pt x="139" y="12"/>
                    <a:pt x="139" y="12"/>
                    <a:pt x="139" y="12"/>
                  </a:cubicBezTo>
                  <a:cubicBezTo>
                    <a:pt x="139" y="5"/>
                    <a:pt x="125" y="0"/>
                    <a:pt x="108" y="0"/>
                  </a:cubicBezTo>
                  <a:cubicBezTo>
                    <a:pt x="91" y="0"/>
                    <a:pt x="77" y="5"/>
                    <a:pt x="77" y="12"/>
                  </a:cubicBezTo>
                  <a:cubicBezTo>
                    <a:pt x="77" y="12"/>
                    <a:pt x="77" y="12"/>
                    <a:pt x="77" y="12"/>
                  </a:cubicBezTo>
                  <a:cubicBezTo>
                    <a:pt x="76" y="12"/>
                    <a:pt x="76" y="12"/>
                    <a:pt x="76" y="12"/>
                  </a:cubicBezTo>
                  <a:cubicBezTo>
                    <a:pt x="76" y="35"/>
                    <a:pt x="76" y="35"/>
                    <a:pt x="76" y="35"/>
                  </a:cubicBezTo>
                  <a:cubicBezTo>
                    <a:pt x="77" y="35"/>
                    <a:pt x="77" y="35"/>
                    <a:pt x="77" y="35"/>
                  </a:cubicBezTo>
                  <a:cubicBezTo>
                    <a:pt x="77" y="38"/>
                    <a:pt x="79" y="40"/>
                    <a:pt x="86" y="42"/>
                  </a:cubicBezTo>
                  <a:cubicBezTo>
                    <a:pt x="86" y="53"/>
                    <a:pt x="86" y="85"/>
                    <a:pt x="86" y="93"/>
                  </a:cubicBezTo>
                  <a:cubicBezTo>
                    <a:pt x="86" y="103"/>
                    <a:pt x="79" y="105"/>
                    <a:pt x="79" y="105"/>
                  </a:cubicBezTo>
                  <a:cubicBezTo>
                    <a:pt x="67" y="112"/>
                    <a:pt x="0" y="180"/>
                    <a:pt x="29" y="200"/>
                  </a:cubicBezTo>
                  <a:cubicBezTo>
                    <a:pt x="56" y="219"/>
                    <a:pt x="100" y="218"/>
                    <a:pt x="108" y="218"/>
                  </a:cubicBezTo>
                  <a:cubicBezTo>
                    <a:pt x="117" y="218"/>
                    <a:pt x="161" y="219"/>
                    <a:pt x="187" y="200"/>
                  </a:cubicBezTo>
                  <a:cubicBezTo>
                    <a:pt x="217" y="180"/>
                    <a:pt x="150" y="112"/>
                    <a:pt x="139" y="105"/>
                  </a:cubicBezTo>
                  <a:close/>
                  <a:moveTo>
                    <a:pt x="137" y="201"/>
                  </a:moveTo>
                  <a:cubicBezTo>
                    <a:pt x="137" y="201"/>
                    <a:pt x="170" y="195"/>
                    <a:pt x="172" y="177"/>
                  </a:cubicBezTo>
                  <a:cubicBezTo>
                    <a:pt x="173" y="159"/>
                    <a:pt x="142" y="126"/>
                    <a:pt x="142" y="126"/>
                  </a:cubicBezTo>
                  <a:cubicBezTo>
                    <a:pt x="142" y="126"/>
                    <a:pt x="183" y="158"/>
                    <a:pt x="183" y="179"/>
                  </a:cubicBezTo>
                  <a:cubicBezTo>
                    <a:pt x="182" y="201"/>
                    <a:pt x="137" y="201"/>
                    <a:pt x="137" y="20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4" name="Group 186"/>
          <p:cNvGrpSpPr/>
          <p:nvPr/>
        </p:nvGrpSpPr>
        <p:grpSpPr>
          <a:xfrm>
            <a:off x="3130019" y="2054064"/>
            <a:ext cx="454435" cy="491590"/>
            <a:chOff x="3130019" y="2054064"/>
            <a:chExt cx="454435" cy="491590"/>
          </a:xfrm>
        </p:grpSpPr>
        <p:grpSp>
          <p:nvGrpSpPr>
            <p:cNvPr id="135" name="Group 133"/>
            <p:cNvGrpSpPr/>
            <p:nvPr/>
          </p:nvGrpSpPr>
          <p:grpSpPr>
            <a:xfrm>
              <a:off x="3164316" y="2054064"/>
              <a:ext cx="420138" cy="491590"/>
              <a:chOff x="3008313" y="2062163"/>
              <a:chExt cx="466725" cy="546100"/>
            </a:xfrm>
            <a:solidFill>
              <a:schemeClr val="accent6"/>
            </a:solidFill>
          </p:grpSpPr>
          <p:sp>
            <p:nvSpPr>
              <p:cNvPr id="1062" name="Oval 38"/>
              <p:cNvSpPr>
                <a:spLocks noChangeArrowheads="1"/>
              </p:cNvSpPr>
              <p:nvPr/>
            </p:nvSpPr>
            <p:spPr bwMode="auto">
              <a:xfrm>
                <a:off x="3008313" y="2062163"/>
                <a:ext cx="466725" cy="4651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3" name="Freeform 39"/>
              <p:cNvSpPr>
                <a:spLocks/>
              </p:cNvSpPr>
              <p:nvPr/>
            </p:nvSpPr>
            <p:spPr bwMode="auto">
              <a:xfrm>
                <a:off x="3236913" y="2495550"/>
                <a:ext cx="120650" cy="112713"/>
              </a:xfrm>
              <a:custGeom>
                <a:avLst/>
                <a:gdLst/>
                <a:ahLst/>
                <a:cxnLst>
                  <a:cxn ang="0">
                    <a:pos x="76" y="0"/>
                  </a:cxn>
                  <a:cxn ang="0">
                    <a:pos x="69" y="71"/>
                  </a:cxn>
                  <a:cxn ang="0">
                    <a:pos x="0" y="12"/>
                  </a:cxn>
                  <a:cxn ang="0">
                    <a:pos x="76" y="0"/>
                  </a:cxn>
                </a:cxnLst>
                <a:rect l="0" t="0" r="r" b="b"/>
                <a:pathLst>
                  <a:path w="76" h="71">
                    <a:moveTo>
                      <a:pt x="76" y="0"/>
                    </a:moveTo>
                    <a:lnTo>
                      <a:pt x="69" y="71"/>
                    </a:lnTo>
                    <a:lnTo>
                      <a:pt x="0" y="12"/>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100" name="Freeform 76"/>
            <p:cNvSpPr>
              <a:spLocks noEditPoints="1"/>
            </p:cNvSpPr>
            <p:nvPr/>
          </p:nvSpPr>
          <p:spPr bwMode="auto">
            <a:xfrm>
              <a:off x="3130019" y="2151239"/>
              <a:ext cx="398703" cy="261515"/>
            </a:xfrm>
            <a:custGeom>
              <a:avLst/>
              <a:gdLst/>
              <a:ahLst/>
              <a:cxnLst>
                <a:cxn ang="0">
                  <a:pos x="333" y="51"/>
                </a:cxn>
                <a:cxn ang="0">
                  <a:pos x="259" y="0"/>
                </a:cxn>
                <a:cxn ang="0">
                  <a:pos x="170" y="224"/>
                </a:cxn>
                <a:cxn ang="0">
                  <a:pos x="269" y="132"/>
                </a:cxn>
                <a:cxn ang="0">
                  <a:pos x="333" y="51"/>
                </a:cxn>
                <a:cxn ang="0">
                  <a:pos x="140" y="41"/>
                </a:cxn>
                <a:cxn ang="0">
                  <a:pos x="155" y="56"/>
                </a:cxn>
                <a:cxn ang="0">
                  <a:pos x="140" y="71"/>
                </a:cxn>
                <a:cxn ang="0">
                  <a:pos x="125" y="56"/>
                </a:cxn>
                <a:cxn ang="0">
                  <a:pos x="140" y="41"/>
                </a:cxn>
                <a:cxn ang="0">
                  <a:pos x="105" y="101"/>
                </a:cxn>
                <a:cxn ang="0">
                  <a:pos x="125" y="81"/>
                </a:cxn>
                <a:cxn ang="0">
                  <a:pos x="145" y="101"/>
                </a:cxn>
                <a:cxn ang="0">
                  <a:pos x="125" y="121"/>
                </a:cxn>
                <a:cxn ang="0">
                  <a:pos x="105" y="101"/>
                </a:cxn>
                <a:cxn ang="0">
                  <a:pos x="139" y="174"/>
                </a:cxn>
                <a:cxn ang="0">
                  <a:pos x="116" y="151"/>
                </a:cxn>
                <a:cxn ang="0">
                  <a:pos x="139" y="127"/>
                </a:cxn>
                <a:cxn ang="0">
                  <a:pos x="161" y="151"/>
                </a:cxn>
                <a:cxn ang="0">
                  <a:pos x="139" y="174"/>
                </a:cxn>
                <a:cxn ang="0">
                  <a:pos x="180" y="213"/>
                </a:cxn>
                <a:cxn ang="0">
                  <a:pos x="155" y="188"/>
                </a:cxn>
                <a:cxn ang="0">
                  <a:pos x="180" y="163"/>
                </a:cxn>
                <a:cxn ang="0">
                  <a:pos x="205" y="188"/>
                </a:cxn>
                <a:cxn ang="0">
                  <a:pos x="180" y="213"/>
                </a:cxn>
                <a:cxn ang="0">
                  <a:pos x="281" y="97"/>
                </a:cxn>
                <a:cxn ang="0">
                  <a:pos x="251" y="67"/>
                </a:cxn>
                <a:cxn ang="0">
                  <a:pos x="281" y="37"/>
                </a:cxn>
                <a:cxn ang="0">
                  <a:pos x="311" y="67"/>
                </a:cxn>
                <a:cxn ang="0">
                  <a:pos x="281" y="97"/>
                </a:cxn>
              </a:cxnLst>
              <a:rect l="0" t="0" r="r" b="b"/>
              <a:pathLst>
                <a:path w="349" h="229">
                  <a:moveTo>
                    <a:pt x="333" y="51"/>
                  </a:moveTo>
                  <a:cubicBezTo>
                    <a:pt x="316" y="6"/>
                    <a:pt x="259" y="0"/>
                    <a:pt x="259" y="0"/>
                  </a:cubicBezTo>
                  <a:cubicBezTo>
                    <a:pt x="0" y="4"/>
                    <a:pt x="103" y="219"/>
                    <a:pt x="170" y="224"/>
                  </a:cubicBezTo>
                  <a:cubicBezTo>
                    <a:pt x="236" y="229"/>
                    <a:pt x="226" y="149"/>
                    <a:pt x="269" y="132"/>
                  </a:cubicBezTo>
                  <a:cubicBezTo>
                    <a:pt x="311" y="116"/>
                    <a:pt x="349" y="96"/>
                    <a:pt x="333" y="51"/>
                  </a:cubicBezTo>
                  <a:close/>
                  <a:moveTo>
                    <a:pt x="140" y="41"/>
                  </a:moveTo>
                  <a:cubicBezTo>
                    <a:pt x="148" y="41"/>
                    <a:pt x="155" y="47"/>
                    <a:pt x="155" y="56"/>
                  </a:cubicBezTo>
                  <a:cubicBezTo>
                    <a:pt x="155" y="64"/>
                    <a:pt x="148" y="71"/>
                    <a:pt x="140" y="71"/>
                  </a:cubicBezTo>
                  <a:cubicBezTo>
                    <a:pt x="131" y="71"/>
                    <a:pt x="125" y="64"/>
                    <a:pt x="125" y="56"/>
                  </a:cubicBezTo>
                  <a:cubicBezTo>
                    <a:pt x="125" y="47"/>
                    <a:pt x="131" y="41"/>
                    <a:pt x="140" y="41"/>
                  </a:cubicBezTo>
                  <a:close/>
                  <a:moveTo>
                    <a:pt x="105" y="101"/>
                  </a:moveTo>
                  <a:cubicBezTo>
                    <a:pt x="105" y="90"/>
                    <a:pt x="114" y="81"/>
                    <a:pt x="125" y="81"/>
                  </a:cubicBezTo>
                  <a:cubicBezTo>
                    <a:pt x="136" y="81"/>
                    <a:pt x="145" y="90"/>
                    <a:pt x="145" y="101"/>
                  </a:cubicBezTo>
                  <a:cubicBezTo>
                    <a:pt x="145" y="112"/>
                    <a:pt x="136" y="121"/>
                    <a:pt x="125" y="121"/>
                  </a:cubicBezTo>
                  <a:cubicBezTo>
                    <a:pt x="114" y="121"/>
                    <a:pt x="105" y="112"/>
                    <a:pt x="105" y="101"/>
                  </a:cubicBezTo>
                  <a:close/>
                  <a:moveTo>
                    <a:pt x="139" y="174"/>
                  </a:moveTo>
                  <a:cubicBezTo>
                    <a:pt x="126" y="174"/>
                    <a:pt x="116" y="163"/>
                    <a:pt x="116" y="151"/>
                  </a:cubicBezTo>
                  <a:cubicBezTo>
                    <a:pt x="116" y="138"/>
                    <a:pt x="126" y="127"/>
                    <a:pt x="139" y="127"/>
                  </a:cubicBezTo>
                  <a:cubicBezTo>
                    <a:pt x="151" y="127"/>
                    <a:pt x="161" y="138"/>
                    <a:pt x="161" y="151"/>
                  </a:cubicBezTo>
                  <a:cubicBezTo>
                    <a:pt x="161" y="163"/>
                    <a:pt x="151" y="174"/>
                    <a:pt x="139" y="174"/>
                  </a:cubicBezTo>
                  <a:close/>
                  <a:moveTo>
                    <a:pt x="180" y="213"/>
                  </a:moveTo>
                  <a:cubicBezTo>
                    <a:pt x="166" y="213"/>
                    <a:pt x="155" y="202"/>
                    <a:pt x="155" y="188"/>
                  </a:cubicBezTo>
                  <a:cubicBezTo>
                    <a:pt x="155" y="174"/>
                    <a:pt x="166" y="163"/>
                    <a:pt x="180" y="163"/>
                  </a:cubicBezTo>
                  <a:cubicBezTo>
                    <a:pt x="193" y="163"/>
                    <a:pt x="205" y="174"/>
                    <a:pt x="205" y="188"/>
                  </a:cubicBezTo>
                  <a:cubicBezTo>
                    <a:pt x="205" y="202"/>
                    <a:pt x="193" y="213"/>
                    <a:pt x="180" y="213"/>
                  </a:cubicBezTo>
                  <a:close/>
                  <a:moveTo>
                    <a:pt x="281" y="97"/>
                  </a:moveTo>
                  <a:cubicBezTo>
                    <a:pt x="265" y="97"/>
                    <a:pt x="251" y="84"/>
                    <a:pt x="251" y="67"/>
                  </a:cubicBezTo>
                  <a:cubicBezTo>
                    <a:pt x="251" y="51"/>
                    <a:pt x="265" y="37"/>
                    <a:pt x="281" y="37"/>
                  </a:cubicBezTo>
                  <a:cubicBezTo>
                    <a:pt x="298" y="37"/>
                    <a:pt x="311" y="51"/>
                    <a:pt x="311" y="67"/>
                  </a:cubicBezTo>
                  <a:cubicBezTo>
                    <a:pt x="311" y="84"/>
                    <a:pt x="298" y="97"/>
                    <a:pt x="281" y="9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6" name="Group 185"/>
          <p:cNvGrpSpPr/>
          <p:nvPr/>
        </p:nvGrpSpPr>
        <p:grpSpPr>
          <a:xfrm>
            <a:off x="3164316" y="2615677"/>
            <a:ext cx="420138" cy="491590"/>
            <a:chOff x="3164316" y="2615677"/>
            <a:chExt cx="420138" cy="491590"/>
          </a:xfrm>
        </p:grpSpPr>
        <p:grpSp>
          <p:nvGrpSpPr>
            <p:cNvPr id="137" name="Group 134"/>
            <p:cNvGrpSpPr/>
            <p:nvPr/>
          </p:nvGrpSpPr>
          <p:grpSpPr>
            <a:xfrm>
              <a:off x="3164316" y="2615677"/>
              <a:ext cx="420138" cy="491590"/>
              <a:chOff x="3008313" y="2686050"/>
              <a:chExt cx="466725" cy="546100"/>
            </a:xfrm>
            <a:solidFill>
              <a:schemeClr val="accent3"/>
            </a:solidFill>
          </p:grpSpPr>
          <p:sp>
            <p:nvSpPr>
              <p:cNvPr id="1066" name="Oval 42"/>
              <p:cNvSpPr>
                <a:spLocks noChangeArrowheads="1"/>
              </p:cNvSpPr>
              <p:nvPr/>
            </p:nvSpPr>
            <p:spPr bwMode="auto">
              <a:xfrm>
                <a:off x="3008313" y="2686050"/>
                <a:ext cx="466725"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7" name="Freeform 43"/>
              <p:cNvSpPr>
                <a:spLocks/>
              </p:cNvSpPr>
              <p:nvPr/>
            </p:nvSpPr>
            <p:spPr bwMode="auto">
              <a:xfrm>
                <a:off x="3236913" y="3121025"/>
                <a:ext cx="120650" cy="111125"/>
              </a:xfrm>
              <a:custGeom>
                <a:avLst/>
                <a:gdLst/>
                <a:ahLst/>
                <a:cxnLst>
                  <a:cxn ang="0">
                    <a:pos x="76" y="0"/>
                  </a:cxn>
                  <a:cxn ang="0">
                    <a:pos x="69" y="70"/>
                  </a:cxn>
                  <a:cxn ang="0">
                    <a:pos x="0" y="11"/>
                  </a:cxn>
                  <a:cxn ang="0">
                    <a:pos x="76" y="0"/>
                  </a:cxn>
                </a:cxnLst>
                <a:rect l="0" t="0" r="r" b="b"/>
                <a:pathLst>
                  <a:path w="76" h="70">
                    <a:moveTo>
                      <a:pt x="76" y="0"/>
                    </a:moveTo>
                    <a:lnTo>
                      <a:pt x="69" y="70"/>
                    </a:lnTo>
                    <a:lnTo>
                      <a:pt x="0" y="11"/>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101" name="Freeform 77"/>
            <p:cNvSpPr>
              <a:spLocks/>
            </p:cNvSpPr>
            <p:nvPr/>
          </p:nvSpPr>
          <p:spPr bwMode="auto">
            <a:xfrm>
              <a:off x="3270065" y="2715710"/>
              <a:ext cx="222931" cy="205782"/>
            </a:xfrm>
            <a:custGeom>
              <a:avLst/>
              <a:gdLst/>
              <a:ahLst/>
              <a:cxnLst>
                <a:cxn ang="0">
                  <a:pos x="96" y="181"/>
                </a:cxn>
                <a:cxn ang="0">
                  <a:pos x="0" y="180"/>
                </a:cxn>
                <a:cxn ang="0">
                  <a:pos x="0" y="36"/>
                </a:cxn>
                <a:cxn ang="0">
                  <a:pos x="98" y="36"/>
                </a:cxn>
                <a:cxn ang="0">
                  <a:pos x="196" y="36"/>
                </a:cxn>
                <a:cxn ang="0">
                  <a:pos x="196" y="180"/>
                </a:cxn>
                <a:cxn ang="0">
                  <a:pos x="96" y="181"/>
                </a:cxn>
              </a:cxnLst>
              <a:rect l="0" t="0" r="r" b="b"/>
              <a:pathLst>
                <a:path w="196" h="181">
                  <a:moveTo>
                    <a:pt x="96" y="181"/>
                  </a:moveTo>
                  <a:cubicBezTo>
                    <a:pt x="96" y="181"/>
                    <a:pt x="62" y="147"/>
                    <a:pt x="0" y="180"/>
                  </a:cubicBezTo>
                  <a:cubicBezTo>
                    <a:pt x="0" y="36"/>
                    <a:pt x="0" y="36"/>
                    <a:pt x="0" y="36"/>
                  </a:cubicBezTo>
                  <a:cubicBezTo>
                    <a:pt x="0" y="36"/>
                    <a:pt x="63" y="0"/>
                    <a:pt x="98" y="36"/>
                  </a:cubicBezTo>
                  <a:cubicBezTo>
                    <a:pt x="196" y="36"/>
                    <a:pt x="196" y="36"/>
                    <a:pt x="196" y="36"/>
                  </a:cubicBezTo>
                  <a:cubicBezTo>
                    <a:pt x="196" y="180"/>
                    <a:pt x="196" y="180"/>
                    <a:pt x="196" y="180"/>
                  </a:cubicBezTo>
                  <a:lnTo>
                    <a:pt x="96" y="18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8" name="Group 184"/>
          <p:cNvGrpSpPr/>
          <p:nvPr/>
        </p:nvGrpSpPr>
        <p:grpSpPr>
          <a:xfrm>
            <a:off x="3680200" y="2572806"/>
            <a:ext cx="585907" cy="685941"/>
            <a:chOff x="3680200" y="2572806"/>
            <a:chExt cx="585907" cy="685941"/>
          </a:xfrm>
        </p:grpSpPr>
        <p:grpSp>
          <p:nvGrpSpPr>
            <p:cNvPr id="139" name="Group 136"/>
            <p:cNvGrpSpPr/>
            <p:nvPr/>
          </p:nvGrpSpPr>
          <p:grpSpPr>
            <a:xfrm>
              <a:off x="3680200" y="2572806"/>
              <a:ext cx="585907" cy="685941"/>
              <a:chOff x="3581400" y="2638425"/>
              <a:chExt cx="650875" cy="762001"/>
            </a:xfrm>
            <a:solidFill>
              <a:schemeClr val="accent2"/>
            </a:solidFill>
          </p:grpSpPr>
          <p:sp>
            <p:nvSpPr>
              <p:cNvPr id="1068" name="Oval 44"/>
              <p:cNvSpPr>
                <a:spLocks noChangeArrowheads="1"/>
              </p:cNvSpPr>
              <p:nvPr/>
            </p:nvSpPr>
            <p:spPr bwMode="auto">
              <a:xfrm>
                <a:off x="3581400" y="2638425"/>
                <a:ext cx="650875" cy="6508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9" name="Freeform 45"/>
              <p:cNvSpPr>
                <a:spLocks/>
              </p:cNvSpPr>
              <p:nvPr/>
            </p:nvSpPr>
            <p:spPr bwMode="auto">
              <a:xfrm>
                <a:off x="3898900" y="3243263"/>
                <a:ext cx="168275" cy="157163"/>
              </a:xfrm>
              <a:custGeom>
                <a:avLst/>
                <a:gdLst/>
                <a:ahLst/>
                <a:cxnLst>
                  <a:cxn ang="0">
                    <a:pos x="106" y="0"/>
                  </a:cxn>
                  <a:cxn ang="0">
                    <a:pos x="97" y="99"/>
                  </a:cxn>
                  <a:cxn ang="0">
                    <a:pos x="0" y="17"/>
                  </a:cxn>
                  <a:cxn ang="0">
                    <a:pos x="106" y="0"/>
                  </a:cxn>
                </a:cxnLst>
                <a:rect l="0" t="0" r="r" b="b"/>
                <a:pathLst>
                  <a:path w="106" h="99">
                    <a:moveTo>
                      <a:pt x="106" y="0"/>
                    </a:moveTo>
                    <a:lnTo>
                      <a:pt x="97" y="99"/>
                    </a:lnTo>
                    <a:lnTo>
                      <a:pt x="0" y="17"/>
                    </a:lnTo>
                    <a:lnTo>
                      <a:pt x="10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0" name="Group 135"/>
            <p:cNvGrpSpPr/>
            <p:nvPr/>
          </p:nvGrpSpPr>
          <p:grpSpPr>
            <a:xfrm>
              <a:off x="3813101" y="2709994"/>
              <a:ext cx="320105" cy="344399"/>
              <a:chOff x="3729038" y="2790825"/>
              <a:chExt cx="355600" cy="382588"/>
            </a:xfrm>
          </p:grpSpPr>
          <p:sp>
            <p:nvSpPr>
              <p:cNvPr id="1102" name="Freeform 78"/>
              <p:cNvSpPr>
                <a:spLocks/>
              </p:cNvSpPr>
              <p:nvPr/>
            </p:nvSpPr>
            <p:spPr bwMode="auto">
              <a:xfrm>
                <a:off x="3867150" y="3111500"/>
                <a:ext cx="82550" cy="19050"/>
              </a:xfrm>
              <a:custGeom>
                <a:avLst/>
                <a:gdLst/>
                <a:ahLst/>
                <a:cxnLst>
                  <a:cxn ang="0">
                    <a:pos x="66" y="7"/>
                  </a:cxn>
                  <a:cxn ang="0">
                    <a:pos x="55" y="15"/>
                  </a:cxn>
                  <a:cxn ang="0">
                    <a:pos x="11" y="15"/>
                  </a:cxn>
                  <a:cxn ang="0">
                    <a:pos x="0" y="7"/>
                  </a:cxn>
                  <a:cxn ang="0">
                    <a:pos x="0" y="7"/>
                  </a:cxn>
                  <a:cxn ang="0">
                    <a:pos x="11" y="0"/>
                  </a:cxn>
                  <a:cxn ang="0">
                    <a:pos x="55" y="0"/>
                  </a:cxn>
                  <a:cxn ang="0">
                    <a:pos x="66" y="7"/>
                  </a:cxn>
                </a:cxnLst>
                <a:rect l="0" t="0" r="r" b="b"/>
                <a:pathLst>
                  <a:path w="66" h="15">
                    <a:moveTo>
                      <a:pt x="66" y="7"/>
                    </a:moveTo>
                    <a:cubicBezTo>
                      <a:pt x="66" y="12"/>
                      <a:pt x="61" y="15"/>
                      <a:pt x="55" y="15"/>
                    </a:cubicBezTo>
                    <a:cubicBezTo>
                      <a:pt x="11" y="15"/>
                      <a:pt x="11" y="15"/>
                      <a:pt x="11" y="15"/>
                    </a:cubicBezTo>
                    <a:cubicBezTo>
                      <a:pt x="5" y="15"/>
                      <a:pt x="0" y="12"/>
                      <a:pt x="0" y="7"/>
                    </a:cubicBezTo>
                    <a:cubicBezTo>
                      <a:pt x="0" y="7"/>
                      <a:pt x="0" y="7"/>
                      <a:pt x="0" y="7"/>
                    </a:cubicBezTo>
                    <a:cubicBezTo>
                      <a:pt x="0" y="3"/>
                      <a:pt x="5" y="0"/>
                      <a:pt x="11" y="0"/>
                    </a:cubicBezTo>
                    <a:cubicBezTo>
                      <a:pt x="55" y="0"/>
                      <a:pt x="55" y="0"/>
                      <a:pt x="55" y="0"/>
                    </a:cubicBezTo>
                    <a:cubicBezTo>
                      <a:pt x="61" y="0"/>
                      <a:pt x="66" y="3"/>
                      <a:pt x="66" y="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3" name="Freeform 79"/>
              <p:cNvSpPr>
                <a:spLocks/>
              </p:cNvSpPr>
              <p:nvPr/>
            </p:nvSpPr>
            <p:spPr bwMode="auto">
              <a:xfrm>
                <a:off x="3867150" y="3132138"/>
                <a:ext cx="82550" cy="20638"/>
              </a:xfrm>
              <a:custGeom>
                <a:avLst/>
                <a:gdLst/>
                <a:ahLst/>
                <a:cxnLst>
                  <a:cxn ang="0">
                    <a:pos x="66" y="8"/>
                  </a:cxn>
                  <a:cxn ang="0">
                    <a:pos x="55" y="16"/>
                  </a:cxn>
                  <a:cxn ang="0">
                    <a:pos x="11" y="16"/>
                  </a:cxn>
                  <a:cxn ang="0">
                    <a:pos x="0" y="8"/>
                  </a:cxn>
                  <a:cxn ang="0">
                    <a:pos x="0" y="8"/>
                  </a:cxn>
                  <a:cxn ang="0">
                    <a:pos x="11" y="0"/>
                  </a:cxn>
                  <a:cxn ang="0">
                    <a:pos x="55" y="0"/>
                  </a:cxn>
                  <a:cxn ang="0">
                    <a:pos x="66" y="8"/>
                  </a:cxn>
                </a:cxnLst>
                <a:rect l="0" t="0" r="r" b="b"/>
                <a:pathLst>
                  <a:path w="66" h="16">
                    <a:moveTo>
                      <a:pt x="66" y="8"/>
                    </a:moveTo>
                    <a:cubicBezTo>
                      <a:pt x="66" y="13"/>
                      <a:pt x="61" y="16"/>
                      <a:pt x="55" y="16"/>
                    </a:cubicBezTo>
                    <a:cubicBezTo>
                      <a:pt x="11" y="16"/>
                      <a:pt x="11" y="16"/>
                      <a:pt x="11" y="16"/>
                    </a:cubicBezTo>
                    <a:cubicBezTo>
                      <a:pt x="5" y="16"/>
                      <a:pt x="0" y="13"/>
                      <a:pt x="0" y="8"/>
                    </a:cubicBezTo>
                    <a:cubicBezTo>
                      <a:pt x="0" y="8"/>
                      <a:pt x="0" y="8"/>
                      <a:pt x="0" y="8"/>
                    </a:cubicBezTo>
                    <a:cubicBezTo>
                      <a:pt x="0" y="4"/>
                      <a:pt x="5" y="0"/>
                      <a:pt x="11" y="0"/>
                    </a:cubicBezTo>
                    <a:cubicBezTo>
                      <a:pt x="55" y="0"/>
                      <a:pt x="55" y="0"/>
                      <a:pt x="55" y="0"/>
                    </a:cubicBezTo>
                    <a:cubicBezTo>
                      <a:pt x="61" y="0"/>
                      <a:pt x="66" y="4"/>
                      <a:pt x="66" y="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4" name="Freeform 80"/>
              <p:cNvSpPr>
                <a:spLocks/>
              </p:cNvSpPr>
              <p:nvPr/>
            </p:nvSpPr>
            <p:spPr bwMode="auto">
              <a:xfrm>
                <a:off x="3883025" y="3154363"/>
                <a:ext cx="50800" cy="19050"/>
              </a:xfrm>
              <a:custGeom>
                <a:avLst/>
                <a:gdLst/>
                <a:ahLst/>
                <a:cxnLst>
                  <a:cxn ang="0">
                    <a:pos x="40" y="8"/>
                  </a:cxn>
                  <a:cxn ang="0">
                    <a:pos x="33" y="16"/>
                  </a:cxn>
                  <a:cxn ang="0">
                    <a:pos x="7" y="16"/>
                  </a:cxn>
                  <a:cxn ang="0">
                    <a:pos x="0" y="8"/>
                  </a:cxn>
                  <a:cxn ang="0">
                    <a:pos x="0" y="8"/>
                  </a:cxn>
                  <a:cxn ang="0">
                    <a:pos x="7" y="0"/>
                  </a:cxn>
                  <a:cxn ang="0">
                    <a:pos x="33" y="0"/>
                  </a:cxn>
                  <a:cxn ang="0">
                    <a:pos x="40" y="8"/>
                  </a:cxn>
                </a:cxnLst>
                <a:rect l="0" t="0" r="r" b="b"/>
                <a:pathLst>
                  <a:path w="40" h="16">
                    <a:moveTo>
                      <a:pt x="40" y="8"/>
                    </a:moveTo>
                    <a:cubicBezTo>
                      <a:pt x="40" y="13"/>
                      <a:pt x="37" y="16"/>
                      <a:pt x="33" y="16"/>
                    </a:cubicBezTo>
                    <a:cubicBezTo>
                      <a:pt x="7" y="16"/>
                      <a:pt x="7" y="16"/>
                      <a:pt x="7" y="16"/>
                    </a:cubicBezTo>
                    <a:cubicBezTo>
                      <a:pt x="3" y="16"/>
                      <a:pt x="0" y="13"/>
                      <a:pt x="0" y="8"/>
                    </a:cubicBezTo>
                    <a:cubicBezTo>
                      <a:pt x="0" y="8"/>
                      <a:pt x="0" y="8"/>
                      <a:pt x="0" y="8"/>
                    </a:cubicBezTo>
                    <a:cubicBezTo>
                      <a:pt x="0" y="4"/>
                      <a:pt x="3" y="0"/>
                      <a:pt x="7" y="0"/>
                    </a:cubicBezTo>
                    <a:cubicBezTo>
                      <a:pt x="33" y="0"/>
                      <a:pt x="33" y="0"/>
                      <a:pt x="33" y="0"/>
                    </a:cubicBezTo>
                    <a:cubicBezTo>
                      <a:pt x="37" y="0"/>
                      <a:pt x="40" y="4"/>
                      <a:pt x="40" y="8"/>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5" name="Freeform 81"/>
              <p:cNvSpPr>
                <a:spLocks noEditPoints="1"/>
              </p:cNvSpPr>
              <p:nvPr/>
            </p:nvSpPr>
            <p:spPr bwMode="auto">
              <a:xfrm>
                <a:off x="3729038" y="2790825"/>
                <a:ext cx="355600" cy="317500"/>
              </a:xfrm>
              <a:custGeom>
                <a:avLst/>
                <a:gdLst/>
                <a:ahLst/>
                <a:cxnLst>
                  <a:cxn ang="0">
                    <a:pos x="143" y="0"/>
                  </a:cxn>
                  <a:cxn ang="0">
                    <a:pos x="143" y="0"/>
                  </a:cxn>
                  <a:cxn ang="0">
                    <a:pos x="140" y="0"/>
                  </a:cxn>
                  <a:cxn ang="0">
                    <a:pos x="138" y="0"/>
                  </a:cxn>
                  <a:cxn ang="0">
                    <a:pos x="138" y="0"/>
                  </a:cxn>
                  <a:cxn ang="0">
                    <a:pos x="71" y="174"/>
                  </a:cxn>
                  <a:cxn ang="0">
                    <a:pos x="107" y="251"/>
                  </a:cxn>
                  <a:cxn ang="0">
                    <a:pos x="140" y="251"/>
                  </a:cxn>
                  <a:cxn ang="0">
                    <a:pos x="146" y="251"/>
                  </a:cxn>
                  <a:cxn ang="0">
                    <a:pos x="176" y="251"/>
                  </a:cxn>
                  <a:cxn ang="0">
                    <a:pos x="211" y="174"/>
                  </a:cxn>
                  <a:cxn ang="0">
                    <a:pos x="143" y="0"/>
                  </a:cxn>
                  <a:cxn ang="0">
                    <a:pos x="210" y="127"/>
                  </a:cxn>
                  <a:cxn ang="0">
                    <a:pos x="170" y="28"/>
                  </a:cxn>
                  <a:cxn ang="0">
                    <a:pos x="210" y="127"/>
                  </a:cxn>
                </a:cxnLst>
                <a:rect l="0" t="0" r="r" b="b"/>
                <a:pathLst>
                  <a:path w="281" h="251">
                    <a:moveTo>
                      <a:pt x="143" y="0"/>
                    </a:moveTo>
                    <a:cubicBezTo>
                      <a:pt x="143" y="0"/>
                      <a:pt x="143" y="0"/>
                      <a:pt x="143" y="0"/>
                    </a:cubicBezTo>
                    <a:cubicBezTo>
                      <a:pt x="143" y="0"/>
                      <a:pt x="141" y="0"/>
                      <a:pt x="140" y="0"/>
                    </a:cubicBezTo>
                    <a:cubicBezTo>
                      <a:pt x="140" y="0"/>
                      <a:pt x="143" y="0"/>
                      <a:pt x="138" y="0"/>
                    </a:cubicBezTo>
                    <a:cubicBezTo>
                      <a:pt x="138" y="0"/>
                      <a:pt x="138" y="0"/>
                      <a:pt x="138" y="0"/>
                    </a:cubicBezTo>
                    <a:cubicBezTo>
                      <a:pt x="0" y="4"/>
                      <a:pt x="34" y="140"/>
                      <a:pt x="71" y="174"/>
                    </a:cubicBezTo>
                    <a:cubicBezTo>
                      <a:pt x="109" y="208"/>
                      <a:pt x="107" y="251"/>
                      <a:pt x="107" y="251"/>
                    </a:cubicBezTo>
                    <a:cubicBezTo>
                      <a:pt x="140" y="251"/>
                      <a:pt x="140" y="251"/>
                      <a:pt x="140" y="251"/>
                    </a:cubicBezTo>
                    <a:cubicBezTo>
                      <a:pt x="146" y="251"/>
                      <a:pt x="146" y="251"/>
                      <a:pt x="146" y="251"/>
                    </a:cubicBezTo>
                    <a:cubicBezTo>
                      <a:pt x="176" y="251"/>
                      <a:pt x="176" y="251"/>
                      <a:pt x="176" y="251"/>
                    </a:cubicBezTo>
                    <a:cubicBezTo>
                      <a:pt x="176" y="251"/>
                      <a:pt x="174" y="208"/>
                      <a:pt x="211" y="174"/>
                    </a:cubicBezTo>
                    <a:cubicBezTo>
                      <a:pt x="249" y="140"/>
                      <a:pt x="281" y="4"/>
                      <a:pt x="143" y="0"/>
                    </a:cubicBezTo>
                    <a:close/>
                    <a:moveTo>
                      <a:pt x="210" y="127"/>
                    </a:moveTo>
                    <a:cubicBezTo>
                      <a:pt x="233" y="63"/>
                      <a:pt x="170" y="28"/>
                      <a:pt x="170" y="28"/>
                    </a:cubicBezTo>
                    <a:cubicBezTo>
                      <a:pt x="264" y="43"/>
                      <a:pt x="210" y="127"/>
                      <a:pt x="210" y="127"/>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41" name="Group 183"/>
          <p:cNvGrpSpPr/>
          <p:nvPr/>
        </p:nvGrpSpPr>
        <p:grpSpPr>
          <a:xfrm>
            <a:off x="4406153" y="2484205"/>
            <a:ext cx="418710" cy="491590"/>
            <a:chOff x="4406153" y="2484205"/>
            <a:chExt cx="418710" cy="491590"/>
          </a:xfrm>
        </p:grpSpPr>
        <p:grpSp>
          <p:nvGrpSpPr>
            <p:cNvPr id="142" name="Group 142"/>
            <p:cNvGrpSpPr/>
            <p:nvPr/>
          </p:nvGrpSpPr>
          <p:grpSpPr>
            <a:xfrm>
              <a:off x="4406153" y="2484205"/>
              <a:ext cx="418710" cy="491590"/>
              <a:chOff x="4387850" y="2540000"/>
              <a:chExt cx="465138" cy="546100"/>
            </a:xfrm>
            <a:solidFill>
              <a:schemeClr val="accent5"/>
            </a:solidFill>
          </p:grpSpPr>
          <p:sp>
            <p:nvSpPr>
              <p:cNvPr id="1064" name="Oval 40"/>
              <p:cNvSpPr>
                <a:spLocks noChangeArrowheads="1"/>
              </p:cNvSpPr>
              <p:nvPr/>
            </p:nvSpPr>
            <p:spPr bwMode="auto">
              <a:xfrm>
                <a:off x="4387850" y="2540000"/>
                <a:ext cx="465138" cy="4667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5" name="Freeform 41"/>
              <p:cNvSpPr>
                <a:spLocks/>
              </p:cNvSpPr>
              <p:nvPr/>
            </p:nvSpPr>
            <p:spPr bwMode="auto">
              <a:xfrm>
                <a:off x="4614863" y="2974975"/>
                <a:ext cx="120650" cy="111125"/>
              </a:xfrm>
              <a:custGeom>
                <a:avLst/>
                <a:gdLst/>
                <a:ahLst/>
                <a:cxnLst>
                  <a:cxn ang="0">
                    <a:pos x="76" y="0"/>
                  </a:cxn>
                  <a:cxn ang="0">
                    <a:pos x="70" y="70"/>
                  </a:cxn>
                  <a:cxn ang="0">
                    <a:pos x="0" y="11"/>
                  </a:cxn>
                  <a:cxn ang="0">
                    <a:pos x="76" y="0"/>
                  </a:cxn>
                </a:cxnLst>
                <a:rect l="0" t="0" r="r" b="b"/>
                <a:pathLst>
                  <a:path w="76" h="70">
                    <a:moveTo>
                      <a:pt x="76" y="0"/>
                    </a:moveTo>
                    <a:lnTo>
                      <a:pt x="70" y="70"/>
                    </a:lnTo>
                    <a:lnTo>
                      <a:pt x="0" y="11"/>
                    </a:lnTo>
                    <a:lnTo>
                      <a:pt x="7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3" name="Group 141"/>
            <p:cNvGrpSpPr/>
            <p:nvPr/>
          </p:nvGrpSpPr>
          <p:grpSpPr>
            <a:xfrm>
              <a:off x="4509044" y="2544225"/>
              <a:ext cx="251512" cy="324393"/>
              <a:chOff x="4502150" y="2606675"/>
              <a:chExt cx="279401" cy="360363"/>
            </a:xfrm>
          </p:grpSpPr>
          <p:sp>
            <p:nvSpPr>
              <p:cNvPr id="1106" name="Freeform 82"/>
              <p:cNvSpPr>
                <a:spLocks/>
              </p:cNvSpPr>
              <p:nvPr/>
            </p:nvSpPr>
            <p:spPr bwMode="auto">
              <a:xfrm>
                <a:off x="4506913" y="2606675"/>
                <a:ext cx="274638" cy="277813"/>
              </a:xfrm>
              <a:custGeom>
                <a:avLst/>
                <a:gdLst/>
                <a:ahLst/>
                <a:cxnLst>
                  <a:cxn ang="0">
                    <a:pos x="160" y="11"/>
                  </a:cxn>
                  <a:cxn ang="0">
                    <a:pos x="204" y="97"/>
                  </a:cxn>
                  <a:cxn ang="0">
                    <a:pos x="97" y="205"/>
                  </a:cxn>
                  <a:cxn ang="0">
                    <a:pos x="11" y="162"/>
                  </a:cxn>
                  <a:cxn ang="0">
                    <a:pos x="0" y="171"/>
                  </a:cxn>
                  <a:cxn ang="0">
                    <a:pos x="97" y="219"/>
                  </a:cxn>
                  <a:cxn ang="0">
                    <a:pos x="218" y="97"/>
                  </a:cxn>
                  <a:cxn ang="0">
                    <a:pos x="169" y="0"/>
                  </a:cxn>
                  <a:cxn ang="0">
                    <a:pos x="160" y="11"/>
                  </a:cxn>
                </a:cxnLst>
                <a:rect l="0" t="0" r="r" b="b"/>
                <a:pathLst>
                  <a:path w="218" h="219">
                    <a:moveTo>
                      <a:pt x="160" y="11"/>
                    </a:moveTo>
                    <a:cubicBezTo>
                      <a:pt x="187" y="30"/>
                      <a:pt x="204" y="62"/>
                      <a:pt x="204" y="97"/>
                    </a:cubicBezTo>
                    <a:cubicBezTo>
                      <a:pt x="204" y="157"/>
                      <a:pt x="156" y="205"/>
                      <a:pt x="97" y="205"/>
                    </a:cubicBezTo>
                    <a:cubicBezTo>
                      <a:pt x="62" y="205"/>
                      <a:pt x="31" y="188"/>
                      <a:pt x="11" y="162"/>
                    </a:cubicBezTo>
                    <a:cubicBezTo>
                      <a:pt x="0" y="171"/>
                      <a:pt x="0" y="171"/>
                      <a:pt x="0" y="171"/>
                    </a:cubicBezTo>
                    <a:cubicBezTo>
                      <a:pt x="22" y="200"/>
                      <a:pt x="57" y="219"/>
                      <a:pt x="97" y="219"/>
                    </a:cubicBezTo>
                    <a:cubicBezTo>
                      <a:pt x="164" y="219"/>
                      <a:pt x="218" y="165"/>
                      <a:pt x="218" y="97"/>
                    </a:cubicBezTo>
                    <a:cubicBezTo>
                      <a:pt x="218" y="57"/>
                      <a:pt x="199" y="22"/>
                      <a:pt x="169" y="0"/>
                    </a:cubicBezTo>
                    <a:lnTo>
                      <a:pt x="160" y="1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7" name="Freeform 83"/>
              <p:cNvSpPr>
                <a:spLocks noEditPoints="1"/>
              </p:cNvSpPr>
              <p:nvPr/>
            </p:nvSpPr>
            <p:spPr bwMode="auto">
              <a:xfrm>
                <a:off x="4508500" y="2609850"/>
                <a:ext cx="244475" cy="244475"/>
              </a:xfrm>
              <a:custGeom>
                <a:avLst/>
                <a:gdLst/>
                <a:ahLst/>
                <a:cxnLst>
                  <a:cxn ang="0">
                    <a:pos x="96" y="0"/>
                  </a:cxn>
                  <a:cxn ang="0">
                    <a:pos x="0" y="97"/>
                  </a:cxn>
                  <a:cxn ang="0">
                    <a:pos x="96" y="193"/>
                  </a:cxn>
                  <a:cxn ang="0">
                    <a:pos x="193" y="97"/>
                  </a:cxn>
                  <a:cxn ang="0">
                    <a:pos x="96" y="0"/>
                  </a:cxn>
                  <a:cxn ang="0">
                    <a:pos x="96" y="189"/>
                  </a:cxn>
                  <a:cxn ang="0">
                    <a:pos x="4" y="97"/>
                  </a:cxn>
                  <a:cxn ang="0">
                    <a:pos x="96" y="5"/>
                  </a:cxn>
                  <a:cxn ang="0">
                    <a:pos x="188" y="97"/>
                  </a:cxn>
                  <a:cxn ang="0">
                    <a:pos x="96" y="189"/>
                  </a:cxn>
                </a:cxnLst>
                <a:rect l="0" t="0" r="r" b="b"/>
                <a:pathLst>
                  <a:path w="193" h="193">
                    <a:moveTo>
                      <a:pt x="96" y="0"/>
                    </a:moveTo>
                    <a:cubicBezTo>
                      <a:pt x="43" y="0"/>
                      <a:pt x="0" y="43"/>
                      <a:pt x="0" y="97"/>
                    </a:cubicBezTo>
                    <a:cubicBezTo>
                      <a:pt x="0" y="150"/>
                      <a:pt x="43" y="193"/>
                      <a:pt x="96" y="193"/>
                    </a:cubicBezTo>
                    <a:cubicBezTo>
                      <a:pt x="149" y="193"/>
                      <a:pt x="193" y="150"/>
                      <a:pt x="193" y="97"/>
                    </a:cubicBezTo>
                    <a:cubicBezTo>
                      <a:pt x="193" y="43"/>
                      <a:pt x="149" y="0"/>
                      <a:pt x="96" y="0"/>
                    </a:cubicBezTo>
                    <a:close/>
                    <a:moveTo>
                      <a:pt x="96" y="189"/>
                    </a:moveTo>
                    <a:cubicBezTo>
                      <a:pt x="46" y="189"/>
                      <a:pt x="4" y="147"/>
                      <a:pt x="4" y="97"/>
                    </a:cubicBezTo>
                    <a:cubicBezTo>
                      <a:pt x="4" y="46"/>
                      <a:pt x="46" y="5"/>
                      <a:pt x="96" y="5"/>
                    </a:cubicBezTo>
                    <a:cubicBezTo>
                      <a:pt x="147" y="5"/>
                      <a:pt x="188" y="46"/>
                      <a:pt x="188" y="97"/>
                    </a:cubicBezTo>
                    <a:cubicBezTo>
                      <a:pt x="188" y="147"/>
                      <a:pt x="147" y="189"/>
                      <a:pt x="96" y="18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8" name="Freeform 84"/>
              <p:cNvSpPr>
                <a:spLocks/>
              </p:cNvSpPr>
              <p:nvPr/>
            </p:nvSpPr>
            <p:spPr bwMode="auto">
              <a:xfrm>
                <a:off x="4502150" y="2614613"/>
                <a:ext cx="273050" cy="239713"/>
              </a:xfrm>
              <a:custGeom>
                <a:avLst/>
                <a:gdLst/>
                <a:ahLst/>
                <a:cxnLst>
                  <a:cxn ang="0">
                    <a:pos x="62" y="15"/>
                  </a:cxn>
                  <a:cxn ang="0">
                    <a:pos x="58" y="22"/>
                  </a:cxn>
                  <a:cxn ang="0">
                    <a:pos x="54" y="28"/>
                  </a:cxn>
                  <a:cxn ang="0">
                    <a:pos x="51" y="25"/>
                  </a:cxn>
                  <a:cxn ang="0">
                    <a:pos x="50" y="31"/>
                  </a:cxn>
                  <a:cxn ang="0">
                    <a:pos x="40" y="33"/>
                  </a:cxn>
                  <a:cxn ang="0">
                    <a:pos x="34" y="39"/>
                  </a:cxn>
                  <a:cxn ang="0">
                    <a:pos x="26" y="51"/>
                  </a:cxn>
                  <a:cxn ang="0">
                    <a:pos x="20" y="58"/>
                  </a:cxn>
                  <a:cxn ang="0">
                    <a:pos x="25" y="64"/>
                  </a:cxn>
                  <a:cxn ang="0">
                    <a:pos x="26" y="67"/>
                  </a:cxn>
                  <a:cxn ang="0">
                    <a:pos x="21" y="62"/>
                  </a:cxn>
                  <a:cxn ang="0">
                    <a:pos x="17" y="57"/>
                  </a:cxn>
                  <a:cxn ang="0">
                    <a:pos x="16" y="65"/>
                  </a:cxn>
                  <a:cxn ang="0">
                    <a:pos x="16" y="79"/>
                  </a:cxn>
                  <a:cxn ang="0">
                    <a:pos x="23" y="76"/>
                  </a:cxn>
                  <a:cxn ang="0">
                    <a:pos x="30" y="84"/>
                  </a:cxn>
                  <a:cxn ang="0">
                    <a:pos x="39" y="93"/>
                  </a:cxn>
                  <a:cxn ang="0">
                    <a:pos x="47" y="100"/>
                  </a:cxn>
                  <a:cxn ang="0">
                    <a:pos x="58" y="111"/>
                  </a:cxn>
                  <a:cxn ang="0">
                    <a:pos x="55" y="128"/>
                  </a:cxn>
                  <a:cxn ang="0">
                    <a:pos x="46" y="147"/>
                  </a:cxn>
                  <a:cxn ang="0">
                    <a:pos x="49" y="161"/>
                  </a:cxn>
                  <a:cxn ang="0">
                    <a:pos x="44" y="162"/>
                  </a:cxn>
                  <a:cxn ang="0">
                    <a:pos x="30" y="141"/>
                  </a:cxn>
                  <a:cxn ang="0">
                    <a:pos x="15" y="107"/>
                  </a:cxn>
                  <a:cxn ang="0">
                    <a:pos x="11" y="83"/>
                  </a:cxn>
                  <a:cxn ang="0">
                    <a:pos x="70" y="174"/>
                  </a:cxn>
                  <a:cxn ang="0">
                    <a:pos x="85" y="172"/>
                  </a:cxn>
                  <a:cxn ang="0">
                    <a:pos x="105" y="169"/>
                  </a:cxn>
                  <a:cxn ang="0">
                    <a:pos x="103" y="178"/>
                  </a:cxn>
                  <a:cxn ang="0">
                    <a:pos x="114" y="177"/>
                  </a:cxn>
                  <a:cxn ang="0">
                    <a:pos x="131" y="175"/>
                  </a:cxn>
                  <a:cxn ang="0">
                    <a:pos x="130" y="3"/>
                  </a:cxn>
                  <a:cxn ang="0">
                    <a:pos x="187" y="61"/>
                  </a:cxn>
                  <a:cxn ang="0">
                    <a:pos x="179" y="55"/>
                  </a:cxn>
                  <a:cxn ang="0">
                    <a:pos x="172" y="71"/>
                  </a:cxn>
                  <a:cxn ang="0">
                    <a:pos x="161" y="57"/>
                  </a:cxn>
                  <a:cxn ang="0">
                    <a:pos x="165" y="71"/>
                  </a:cxn>
                  <a:cxn ang="0">
                    <a:pos x="176" y="75"/>
                  </a:cxn>
                  <a:cxn ang="0">
                    <a:pos x="172" y="95"/>
                  </a:cxn>
                  <a:cxn ang="0">
                    <a:pos x="166" y="117"/>
                  </a:cxn>
                  <a:cxn ang="0">
                    <a:pos x="159" y="130"/>
                  </a:cxn>
                  <a:cxn ang="0">
                    <a:pos x="139" y="147"/>
                  </a:cxn>
                  <a:cxn ang="0">
                    <a:pos x="134" y="132"/>
                  </a:cxn>
                  <a:cxn ang="0">
                    <a:pos x="135" y="115"/>
                  </a:cxn>
                  <a:cxn ang="0">
                    <a:pos x="128" y="96"/>
                  </a:cxn>
                  <a:cxn ang="0">
                    <a:pos x="119" y="85"/>
                  </a:cxn>
                  <a:cxn ang="0">
                    <a:pos x="94" y="86"/>
                  </a:cxn>
                  <a:cxn ang="0">
                    <a:pos x="85" y="73"/>
                  </a:cxn>
                  <a:cxn ang="0">
                    <a:pos x="95" y="47"/>
                  </a:cxn>
                  <a:cxn ang="0">
                    <a:pos x="113" y="39"/>
                  </a:cxn>
                  <a:cxn ang="0">
                    <a:pos x="124" y="44"/>
                  </a:cxn>
                  <a:cxn ang="0">
                    <a:pos x="139" y="44"/>
                  </a:cxn>
                  <a:cxn ang="0">
                    <a:pos x="154" y="42"/>
                  </a:cxn>
                  <a:cxn ang="0">
                    <a:pos x="140" y="36"/>
                  </a:cxn>
                  <a:cxn ang="0">
                    <a:pos x="139" y="31"/>
                  </a:cxn>
                  <a:cxn ang="0">
                    <a:pos x="120" y="31"/>
                  </a:cxn>
                  <a:cxn ang="0">
                    <a:pos x="105" y="36"/>
                  </a:cxn>
                  <a:cxn ang="0">
                    <a:pos x="102" y="20"/>
                  </a:cxn>
                  <a:cxn ang="0">
                    <a:pos x="91" y="10"/>
                  </a:cxn>
                  <a:cxn ang="0">
                    <a:pos x="103" y="3"/>
                  </a:cxn>
                </a:cxnLst>
                <a:rect l="0" t="0" r="r" b="b"/>
                <a:pathLst>
                  <a:path w="216" h="189">
                    <a:moveTo>
                      <a:pt x="88" y="1"/>
                    </a:moveTo>
                    <a:cubicBezTo>
                      <a:pt x="88" y="1"/>
                      <a:pt x="55" y="5"/>
                      <a:pt x="33" y="30"/>
                    </a:cubicBezTo>
                    <a:cubicBezTo>
                      <a:pt x="33" y="30"/>
                      <a:pt x="50" y="13"/>
                      <a:pt x="60" y="13"/>
                    </a:cubicBezTo>
                    <a:cubicBezTo>
                      <a:pt x="63" y="14"/>
                      <a:pt x="63" y="14"/>
                      <a:pt x="63" y="14"/>
                    </a:cubicBezTo>
                    <a:cubicBezTo>
                      <a:pt x="63" y="14"/>
                      <a:pt x="62" y="14"/>
                      <a:pt x="62" y="15"/>
                    </a:cubicBezTo>
                    <a:cubicBezTo>
                      <a:pt x="62" y="15"/>
                      <a:pt x="60" y="17"/>
                      <a:pt x="60" y="17"/>
                    </a:cubicBezTo>
                    <a:cubicBezTo>
                      <a:pt x="60" y="18"/>
                      <a:pt x="61" y="19"/>
                      <a:pt x="61" y="19"/>
                    </a:cubicBezTo>
                    <a:cubicBezTo>
                      <a:pt x="60" y="20"/>
                      <a:pt x="60" y="20"/>
                      <a:pt x="60" y="20"/>
                    </a:cubicBezTo>
                    <a:cubicBezTo>
                      <a:pt x="60" y="20"/>
                      <a:pt x="59" y="21"/>
                      <a:pt x="59" y="21"/>
                    </a:cubicBezTo>
                    <a:cubicBezTo>
                      <a:pt x="59" y="21"/>
                      <a:pt x="58" y="21"/>
                      <a:pt x="58" y="22"/>
                    </a:cubicBezTo>
                    <a:cubicBezTo>
                      <a:pt x="58" y="23"/>
                      <a:pt x="58" y="24"/>
                      <a:pt x="58" y="24"/>
                    </a:cubicBezTo>
                    <a:cubicBezTo>
                      <a:pt x="58" y="26"/>
                      <a:pt x="58" y="26"/>
                      <a:pt x="58" y="26"/>
                    </a:cubicBezTo>
                    <a:cubicBezTo>
                      <a:pt x="58" y="27"/>
                      <a:pt x="58" y="27"/>
                      <a:pt x="58" y="27"/>
                    </a:cubicBezTo>
                    <a:cubicBezTo>
                      <a:pt x="56" y="28"/>
                      <a:pt x="56" y="28"/>
                      <a:pt x="56" y="28"/>
                    </a:cubicBezTo>
                    <a:cubicBezTo>
                      <a:pt x="56" y="28"/>
                      <a:pt x="55" y="28"/>
                      <a:pt x="54" y="28"/>
                    </a:cubicBezTo>
                    <a:cubicBezTo>
                      <a:pt x="53" y="27"/>
                      <a:pt x="53" y="26"/>
                      <a:pt x="53" y="26"/>
                    </a:cubicBezTo>
                    <a:cubicBezTo>
                      <a:pt x="55" y="25"/>
                      <a:pt x="55" y="25"/>
                      <a:pt x="55" y="25"/>
                    </a:cubicBezTo>
                    <a:cubicBezTo>
                      <a:pt x="55" y="25"/>
                      <a:pt x="55" y="25"/>
                      <a:pt x="55" y="24"/>
                    </a:cubicBezTo>
                    <a:cubicBezTo>
                      <a:pt x="54" y="24"/>
                      <a:pt x="54" y="23"/>
                      <a:pt x="53" y="23"/>
                    </a:cubicBezTo>
                    <a:cubicBezTo>
                      <a:pt x="52" y="23"/>
                      <a:pt x="51" y="25"/>
                      <a:pt x="51" y="25"/>
                    </a:cubicBezTo>
                    <a:cubicBezTo>
                      <a:pt x="49" y="26"/>
                      <a:pt x="49" y="26"/>
                      <a:pt x="49" y="26"/>
                    </a:cubicBezTo>
                    <a:cubicBezTo>
                      <a:pt x="49" y="26"/>
                      <a:pt x="48" y="28"/>
                      <a:pt x="49" y="28"/>
                    </a:cubicBezTo>
                    <a:cubicBezTo>
                      <a:pt x="49" y="28"/>
                      <a:pt x="50" y="28"/>
                      <a:pt x="50" y="28"/>
                    </a:cubicBezTo>
                    <a:cubicBezTo>
                      <a:pt x="50" y="28"/>
                      <a:pt x="50" y="29"/>
                      <a:pt x="50" y="29"/>
                    </a:cubicBezTo>
                    <a:cubicBezTo>
                      <a:pt x="50" y="30"/>
                      <a:pt x="50" y="31"/>
                      <a:pt x="50" y="31"/>
                    </a:cubicBezTo>
                    <a:cubicBezTo>
                      <a:pt x="50" y="31"/>
                      <a:pt x="49" y="32"/>
                      <a:pt x="48" y="31"/>
                    </a:cubicBezTo>
                    <a:cubicBezTo>
                      <a:pt x="47" y="31"/>
                      <a:pt x="46" y="31"/>
                      <a:pt x="45" y="31"/>
                    </a:cubicBezTo>
                    <a:cubicBezTo>
                      <a:pt x="45" y="30"/>
                      <a:pt x="44" y="30"/>
                      <a:pt x="43" y="30"/>
                    </a:cubicBezTo>
                    <a:cubicBezTo>
                      <a:pt x="43" y="31"/>
                      <a:pt x="43" y="31"/>
                      <a:pt x="42" y="31"/>
                    </a:cubicBezTo>
                    <a:cubicBezTo>
                      <a:pt x="42" y="31"/>
                      <a:pt x="40" y="33"/>
                      <a:pt x="40" y="33"/>
                    </a:cubicBezTo>
                    <a:cubicBezTo>
                      <a:pt x="40" y="33"/>
                      <a:pt x="39" y="33"/>
                      <a:pt x="39" y="34"/>
                    </a:cubicBezTo>
                    <a:cubicBezTo>
                      <a:pt x="39" y="34"/>
                      <a:pt x="39" y="36"/>
                      <a:pt x="39" y="36"/>
                    </a:cubicBezTo>
                    <a:cubicBezTo>
                      <a:pt x="39" y="36"/>
                      <a:pt x="38" y="36"/>
                      <a:pt x="36" y="37"/>
                    </a:cubicBezTo>
                    <a:cubicBezTo>
                      <a:pt x="35" y="37"/>
                      <a:pt x="35" y="38"/>
                      <a:pt x="35" y="38"/>
                    </a:cubicBezTo>
                    <a:cubicBezTo>
                      <a:pt x="34" y="39"/>
                      <a:pt x="34" y="39"/>
                      <a:pt x="34" y="39"/>
                    </a:cubicBezTo>
                    <a:cubicBezTo>
                      <a:pt x="34" y="39"/>
                      <a:pt x="33" y="40"/>
                      <a:pt x="32" y="41"/>
                    </a:cubicBezTo>
                    <a:cubicBezTo>
                      <a:pt x="31" y="42"/>
                      <a:pt x="29" y="44"/>
                      <a:pt x="29" y="44"/>
                    </a:cubicBezTo>
                    <a:cubicBezTo>
                      <a:pt x="28" y="44"/>
                      <a:pt x="27" y="45"/>
                      <a:pt x="27" y="46"/>
                    </a:cubicBezTo>
                    <a:cubicBezTo>
                      <a:pt x="27" y="47"/>
                      <a:pt x="27" y="48"/>
                      <a:pt x="26" y="48"/>
                    </a:cubicBezTo>
                    <a:cubicBezTo>
                      <a:pt x="26" y="49"/>
                      <a:pt x="26" y="50"/>
                      <a:pt x="26" y="51"/>
                    </a:cubicBezTo>
                    <a:cubicBezTo>
                      <a:pt x="25" y="52"/>
                      <a:pt x="25" y="53"/>
                      <a:pt x="24" y="53"/>
                    </a:cubicBezTo>
                    <a:cubicBezTo>
                      <a:pt x="24" y="54"/>
                      <a:pt x="23" y="54"/>
                      <a:pt x="23" y="54"/>
                    </a:cubicBezTo>
                    <a:cubicBezTo>
                      <a:pt x="23" y="54"/>
                      <a:pt x="21" y="55"/>
                      <a:pt x="20" y="55"/>
                    </a:cubicBezTo>
                    <a:cubicBezTo>
                      <a:pt x="19" y="56"/>
                      <a:pt x="19" y="57"/>
                      <a:pt x="19" y="57"/>
                    </a:cubicBezTo>
                    <a:cubicBezTo>
                      <a:pt x="19" y="58"/>
                      <a:pt x="20" y="58"/>
                      <a:pt x="20" y="58"/>
                    </a:cubicBezTo>
                    <a:cubicBezTo>
                      <a:pt x="21" y="58"/>
                      <a:pt x="22" y="59"/>
                      <a:pt x="22" y="59"/>
                    </a:cubicBezTo>
                    <a:cubicBezTo>
                      <a:pt x="22" y="59"/>
                      <a:pt x="22" y="61"/>
                      <a:pt x="22" y="61"/>
                    </a:cubicBezTo>
                    <a:cubicBezTo>
                      <a:pt x="22" y="61"/>
                      <a:pt x="21" y="63"/>
                      <a:pt x="22" y="63"/>
                    </a:cubicBezTo>
                    <a:cubicBezTo>
                      <a:pt x="22" y="63"/>
                      <a:pt x="23" y="63"/>
                      <a:pt x="23" y="63"/>
                    </a:cubicBezTo>
                    <a:cubicBezTo>
                      <a:pt x="25" y="64"/>
                      <a:pt x="25" y="64"/>
                      <a:pt x="25" y="64"/>
                    </a:cubicBezTo>
                    <a:cubicBezTo>
                      <a:pt x="27" y="65"/>
                      <a:pt x="27" y="65"/>
                      <a:pt x="27" y="65"/>
                    </a:cubicBezTo>
                    <a:cubicBezTo>
                      <a:pt x="28" y="65"/>
                      <a:pt x="28" y="65"/>
                      <a:pt x="28" y="65"/>
                    </a:cubicBezTo>
                    <a:cubicBezTo>
                      <a:pt x="28" y="65"/>
                      <a:pt x="27" y="66"/>
                      <a:pt x="27" y="67"/>
                    </a:cubicBezTo>
                    <a:cubicBezTo>
                      <a:pt x="27" y="67"/>
                      <a:pt x="27" y="68"/>
                      <a:pt x="26" y="68"/>
                    </a:cubicBezTo>
                    <a:cubicBezTo>
                      <a:pt x="26" y="67"/>
                      <a:pt x="26" y="67"/>
                      <a:pt x="26" y="67"/>
                    </a:cubicBezTo>
                    <a:cubicBezTo>
                      <a:pt x="25" y="66"/>
                      <a:pt x="25" y="66"/>
                      <a:pt x="25" y="65"/>
                    </a:cubicBezTo>
                    <a:cubicBezTo>
                      <a:pt x="24" y="65"/>
                      <a:pt x="23" y="66"/>
                      <a:pt x="23" y="66"/>
                    </a:cubicBezTo>
                    <a:cubicBezTo>
                      <a:pt x="22" y="65"/>
                      <a:pt x="22" y="65"/>
                      <a:pt x="21" y="65"/>
                    </a:cubicBezTo>
                    <a:cubicBezTo>
                      <a:pt x="21" y="64"/>
                      <a:pt x="21" y="65"/>
                      <a:pt x="21" y="64"/>
                    </a:cubicBezTo>
                    <a:cubicBezTo>
                      <a:pt x="21" y="63"/>
                      <a:pt x="21" y="63"/>
                      <a:pt x="21" y="62"/>
                    </a:cubicBezTo>
                    <a:cubicBezTo>
                      <a:pt x="21" y="62"/>
                      <a:pt x="20" y="61"/>
                      <a:pt x="20" y="61"/>
                    </a:cubicBezTo>
                    <a:cubicBezTo>
                      <a:pt x="19" y="61"/>
                      <a:pt x="20" y="62"/>
                      <a:pt x="19" y="61"/>
                    </a:cubicBezTo>
                    <a:cubicBezTo>
                      <a:pt x="19" y="60"/>
                      <a:pt x="18" y="60"/>
                      <a:pt x="18" y="60"/>
                    </a:cubicBezTo>
                    <a:cubicBezTo>
                      <a:pt x="18" y="60"/>
                      <a:pt x="17" y="60"/>
                      <a:pt x="17" y="60"/>
                    </a:cubicBezTo>
                    <a:cubicBezTo>
                      <a:pt x="17" y="59"/>
                      <a:pt x="17" y="58"/>
                      <a:pt x="17" y="57"/>
                    </a:cubicBezTo>
                    <a:cubicBezTo>
                      <a:pt x="17" y="57"/>
                      <a:pt x="18" y="56"/>
                      <a:pt x="18" y="55"/>
                    </a:cubicBezTo>
                    <a:cubicBezTo>
                      <a:pt x="18" y="55"/>
                      <a:pt x="18" y="52"/>
                      <a:pt x="18" y="52"/>
                    </a:cubicBezTo>
                    <a:cubicBezTo>
                      <a:pt x="18" y="52"/>
                      <a:pt x="15" y="58"/>
                      <a:pt x="14" y="63"/>
                    </a:cubicBezTo>
                    <a:cubicBezTo>
                      <a:pt x="14" y="63"/>
                      <a:pt x="15" y="62"/>
                      <a:pt x="15" y="63"/>
                    </a:cubicBezTo>
                    <a:cubicBezTo>
                      <a:pt x="15" y="64"/>
                      <a:pt x="16" y="65"/>
                      <a:pt x="16" y="65"/>
                    </a:cubicBezTo>
                    <a:cubicBezTo>
                      <a:pt x="15" y="66"/>
                      <a:pt x="15" y="66"/>
                      <a:pt x="15" y="68"/>
                    </a:cubicBezTo>
                    <a:cubicBezTo>
                      <a:pt x="15" y="71"/>
                      <a:pt x="16" y="71"/>
                      <a:pt x="16" y="72"/>
                    </a:cubicBezTo>
                    <a:cubicBezTo>
                      <a:pt x="15" y="73"/>
                      <a:pt x="15" y="74"/>
                      <a:pt x="15" y="75"/>
                    </a:cubicBezTo>
                    <a:cubicBezTo>
                      <a:pt x="15" y="76"/>
                      <a:pt x="15" y="78"/>
                      <a:pt x="16" y="78"/>
                    </a:cubicBezTo>
                    <a:cubicBezTo>
                      <a:pt x="16" y="79"/>
                      <a:pt x="16" y="79"/>
                      <a:pt x="16" y="79"/>
                    </a:cubicBezTo>
                    <a:cubicBezTo>
                      <a:pt x="17" y="80"/>
                      <a:pt x="16" y="81"/>
                      <a:pt x="17" y="80"/>
                    </a:cubicBezTo>
                    <a:cubicBezTo>
                      <a:pt x="18" y="78"/>
                      <a:pt x="19" y="77"/>
                      <a:pt x="19" y="77"/>
                    </a:cubicBezTo>
                    <a:cubicBezTo>
                      <a:pt x="19" y="76"/>
                      <a:pt x="19" y="76"/>
                      <a:pt x="19" y="76"/>
                    </a:cubicBezTo>
                    <a:cubicBezTo>
                      <a:pt x="19" y="76"/>
                      <a:pt x="19" y="75"/>
                      <a:pt x="21" y="75"/>
                    </a:cubicBezTo>
                    <a:cubicBezTo>
                      <a:pt x="22" y="76"/>
                      <a:pt x="22" y="75"/>
                      <a:pt x="23" y="76"/>
                    </a:cubicBezTo>
                    <a:cubicBezTo>
                      <a:pt x="23" y="77"/>
                      <a:pt x="22" y="78"/>
                      <a:pt x="23" y="78"/>
                    </a:cubicBezTo>
                    <a:cubicBezTo>
                      <a:pt x="24" y="78"/>
                      <a:pt x="26" y="77"/>
                      <a:pt x="26" y="77"/>
                    </a:cubicBezTo>
                    <a:cubicBezTo>
                      <a:pt x="27" y="78"/>
                      <a:pt x="28" y="78"/>
                      <a:pt x="28" y="79"/>
                    </a:cubicBezTo>
                    <a:cubicBezTo>
                      <a:pt x="28" y="80"/>
                      <a:pt x="29" y="81"/>
                      <a:pt x="29" y="82"/>
                    </a:cubicBezTo>
                    <a:cubicBezTo>
                      <a:pt x="30" y="82"/>
                      <a:pt x="30" y="83"/>
                      <a:pt x="30" y="84"/>
                    </a:cubicBezTo>
                    <a:cubicBezTo>
                      <a:pt x="30" y="85"/>
                      <a:pt x="33" y="86"/>
                      <a:pt x="33" y="86"/>
                    </a:cubicBezTo>
                    <a:cubicBezTo>
                      <a:pt x="33" y="86"/>
                      <a:pt x="35" y="86"/>
                      <a:pt x="36" y="86"/>
                    </a:cubicBezTo>
                    <a:cubicBezTo>
                      <a:pt x="37" y="86"/>
                      <a:pt x="36" y="87"/>
                      <a:pt x="37" y="88"/>
                    </a:cubicBezTo>
                    <a:cubicBezTo>
                      <a:pt x="38" y="88"/>
                      <a:pt x="39" y="90"/>
                      <a:pt x="39" y="90"/>
                    </a:cubicBezTo>
                    <a:cubicBezTo>
                      <a:pt x="39" y="90"/>
                      <a:pt x="39" y="92"/>
                      <a:pt x="39" y="93"/>
                    </a:cubicBezTo>
                    <a:cubicBezTo>
                      <a:pt x="39" y="94"/>
                      <a:pt x="39" y="95"/>
                      <a:pt x="39" y="95"/>
                    </a:cubicBezTo>
                    <a:cubicBezTo>
                      <a:pt x="40" y="95"/>
                      <a:pt x="42" y="95"/>
                      <a:pt x="42" y="95"/>
                    </a:cubicBezTo>
                    <a:cubicBezTo>
                      <a:pt x="42" y="95"/>
                      <a:pt x="41" y="97"/>
                      <a:pt x="43" y="97"/>
                    </a:cubicBezTo>
                    <a:cubicBezTo>
                      <a:pt x="44" y="98"/>
                      <a:pt x="46" y="98"/>
                      <a:pt x="46" y="99"/>
                    </a:cubicBezTo>
                    <a:cubicBezTo>
                      <a:pt x="47" y="99"/>
                      <a:pt x="45" y="100"/>
                      <a:pt x="47" y="100"/>
                    </a:cubicBezTo>
                    <a:cubicBezTo>
                      <a:pt x="49" y="100"/>
                      <a:pt x="51" y="100"/>
                      <a:pt x="52" y="101"/>
                    </a:cubicBezTo>
                    <a:cubicBezTo>
                      <a:pt x="53" y="101"/>
                      <a:pt x="52" y="102"/>
                      <a:pt x="54" y="104"/>
                    </a:cubicBezTo>
                    <a:cubicBezTo>
                      <a:pt x="57" y="105"/>
                      <a:pt x="57" y="105"/>
                      <a:pt x="58" y="106"/>
                    </a:cubicBezTo>
                    <a:cubicBezTo>
                      <a:pt x="59" y="106"/>
                      <a:pt x="60" y="106"/>
                      <a:pt x="59" y="108"/>
                    </a:cubicBezTo>
                    <a:cubicBezTo>
                      <a:pt x="59" y="109"/>
                      <a:pt x="59" y="111"/>
                      <a:pt x="58" y="111"/>
                    </a:cubicBezTo>
                    <a:cubicBezTo>
                      <a:pt x="57" y="112"/>
                      <a:pt x="56" y="114"/>
                      <a:pt x="55" y="115"/>
                    </a:cubicBezTo>
                    <a:cubicBezTo>
                      <a:pt x="55" y="116"/>
                      <a:pt x="54" y="117"/>
                      <a:pt x="55" y="118"/>
                    </a:cubicBezTo>
                    <a:cubicBezTo>
                      <a:pt x="55" y="120"/>
                      <a:pt x="56" y="121"/>
                      <a:pt x="56" y="122"/>
                    </a:cubicBezTo>
                    <a:cubicBezTo>
                      <a:pt x="56" y="122"/>
                      <a:pt x="56" y="125"/>
                      <a:pt x="56" y="125"/>
                    </a:cubicBezTo>
                    <a:cubicBezTo>
                      <a:pt x="55" y="126"/>
                      <a:pt x="55" y="128"/>
                      <a:pt x="55" y="128"/>
                    </a:cubicBezTo>
                    <a:cubicBezTo>
                      <a:pt x="55" y="128"/>
                      <a:pt x="56" y="129"/>
                      <a:pt x="55" y="130"/>
                    </a:cubicBezTo>
                    <a:cubicBezTo>
                      <a:pt x="54" y="132"/>
                      <a:pt x="52" y="133"/>
                      <a:pt x="51" y="133"/>
                    </a:cubicBezTo>
                    <a:cubicBezTo>
                      <a:pt x="50" y="134"/>
                      <a:pt x="49" y="135"/>
                      <a:pt x="49" y="135"/>
                    </a:cubicBezTo>
                    <a:cubicBezTo>
                      <a:pt x="49" y="135"/>
                      <a:pt x="49" y="139"/>
                      <a:pt x="49" y="140"/>
                    </a:cubicBezTo>
                    <a:cubicBezTo>
                      <a:pt x="48" y="140"/>
                      <a:pt x="45" y="146"/>
                      <a:pt x="46" y="147"/>
                    </a:cubicBezTo>
                    <a:cubicBezTo>
                      <a:pt x="47" y="149"/>
                      <a:pt x="48" y="150"/>
                      <a:pt x="47" y="151"/>
                    </a:cubicBezTo>
                    <a:cubicBezTo>
                      <a:pt x="47" y="152"/>
                      <a:pt x="47" y="152"/>
                      <a:pt x="46" y="153"/>
                    </a:cubicBezTo>
                    <a:cubicBezTo>
                      <a:pt x="46" y="153"/>
                      <a:pt x="44" y="153"/>
                      <a:pt x="45" y="155"/>
                    </a:cubicBezTo>
                    <a:cubicBezTo>
                      <a:pt x="46" y="157"/>
                      <a:pt x="47" y="157"/>
                      <a:pt x="48" y="159"/>
                    </a:cubicBezTo>
                    <a:cubicBezTo>
                      <a:pt x="48" y="160"/>
                      <a:pt x="48" y="160"/>
                      <a:pt x="49" y="161"/>
                    </a:cubicBezTo>
                    <a:cubicBezTo>
                      <a:pt x="50" y="162"/>
                      <a:pt x="50" y="164"/>
                      <a:pt x="51" y="165"/>
                    </a:cubicBezTo>
                    <a:cubicBezTo>
                      <a:pt x="52" y="165"/>
                      <a:pt x="54" y="166"/>
                      <a:pt x="54" y="167"/>
                    </a:cubicBezTo>
                    <a:cubicBezTo>
                      <a:pt x="54" y="168"/>
                      <a:pt x="56" y="170"/>
                      <a:pt x="53" y="169"/>
                    </a:cubicBezTo>
                    <a:cubicBezTo>
                      <a:pt x="50" y="167"/>
                      <a:pt x="53" y="169"/>
                      <a:pt x="49" y="166"/>
                    </a:cubicBezTo>
                    <a:cubicBezTo>
                      <a:pt x="46" y="163"/>
                      <a:pt x="45" y="164"/>
                      <a:pt x="44" y="162"/>
                    </a:cubicBezTo>
                    <a:cubicBezTo>
                      <a:pt x="42" y="161"/>
                      <a:pt x="44" y="167"/>
                      <a:pt x="42" y="159"/>
                    </a:cubicBezTo>
                    <a:cubicBezTo>
                      <a:pt x="39" y="152"/>
                      <a:pt x="38" y="153"/>
                      <a:pt x="37" y="151"/>
                    </a:cubicBezTo>
                    <a:cubicBezTo>
                      <a:pt x="37" y="150"/>
                      <a:pt x="37" y="151"/>
                      <a:pt x="35" y="148"/>
                    </a:cubicBezTo>
                    <a:cubicBezTo>
                      <a:pt x="33" y="144"/>
                      <a:pt x="35" y="146"/>
                      <a:pt x="33" y="144"/>
                    </a:cubicBezTo>
                    <a:cubicBezTo>
                      <a:pt x="31" y="142"/>
                      <a:pt x="31" y="145"/>
                      <a:pt x="30" y="141"/>
                    </a:cubicBezTo>
                    <a:cubicBezTo>
                      <a:pt x="29" y="136"/>
                      <a:pt x="29" y="139"/>
                      <a:pt x="28" y="134"/>
                    </a:cubicBezTo>
                    <a:cubicBezTo>
                      <a:pt x="27" y="130"/>
                      <a:pt x="29" y="129"/>
                      <a:pt x="26" y="127"/>
                    </a:cubicBezTo>
                    <a:cubicBezTo>
                      <a:pt x="24" y="125"/>
                      <a:pt x="24" y="126"/>
                      <a:pt x="23" y="124"/>
                    </a:cubicBezTo>
                    <a:cubicBezTo>
                      <a:pt x="22" y="123"/>
                      <a:pt x="23" y="124"/>
                      <a:pt x="21" y="120"/>
                    </a:cubicBezTo>
                    <a:cubicBezTo>
                      <a:pt x="19" y="116"/>
                      <a:pt x="15" y="114"/>
                      <a:pt x="15" y="107"/>
                    </a:cubicBezTo>
                    <a:cubicBezTo>
                      <a:pt x="16" y="100"/>
                      <a:pt x="16" y="99"/>
                      <a:pt x="16" y="99"/>
                    </a:cubicBezTo>
                    <a:cubicBezTo>
                      <a:pt x="16" y="99"/>
                      <a:pt x="12" y="96"/>
                      <a:pt x="13" y="92"/>
                    </a:cubicBezTo>
                    <a:cubicBezTo>
                      <a:pt x="14" y="88"/>
                      <a:pt x="15" y="89"/>
                      <a:pt x="14" y="88"/>
                    </a:cubicBezTo>
                    <a:cubicBezTo>
                      <a:pt x="14" y="87"/>
                      <a:pt x="14" y="87"/>
                      <a:pt x="12" y="85"/>
                    </a:cubicBezTo>
                    <a:cubicBezTo>
                      <a:pt x="11" y="84"/>
                      <a:pt x="11" y="84"/>
                      <a:pt x="11" y="83"/>
                    </a:cubicBezTo>
                    <a:cubicBezTo>
                      <a:pt x="10" y="82"/>
                      <a:pt x="10" y="80"/>
                      <a:pt x="10" y="80"/>
                    </a:cubicBezTo>
                    <a:cubicBezTo>
                      <a:pt x="9" y="80"/>
                      <a:pt x="9" y="80"/>
                      <a:pt x="9" y="80"/>
                    </a:cubicBezTo>
                    <a:cubicBezTo>
                      <a:pt x="9" y="80"/>
                      <a:pt x="0" y="173"/>
                      <a:pt x="92" y="187"/>
                    </a:cubicBezTo>
                    <a:cubicBezTo>
                      <a:pt x="92" y="187"/>
                      <a:pt x="71" y="182"/>
                      <a:pt x="69" y="178"/>
                    </a:cubicBezTo>
                    <a:cubicBezTo>
                      <a:pt x="69" y="178"/>
                      <a:pt x="69" y="174"/>
                      <a:pt x="70" y="174"/>
                    </a:cubicBezTo>
                    <a:cubicBezTo>
                      <a:pt x="71" y="174"/>
                      <a:pt x="72" y="175"/>
                      <a:pt x="73" y="174"/>
                    </a:cubicBezTo>
                    <a:cubicBezTo>
                      <a:pt x="75" y="173"/>
                      <a:pt x="76" y="171"/>
                      <a:pt x="76" y="171"/>
                    </a:cubicBezTo>
                    <a:cubicBezTo>
                      <a:pt x="76" y="173"/>
                      <a:pt x="76" y="173"/>
                      <a:pt x="76" y="173"/>
                    </a:cubicBezTo>
                    <a:cubicBezTo>
                      <a:pt x="76" y="173"/>
                      <a:pt x="75" y="173"/>
                      <a:pt x="79" y="173"/>
                    </a:cubicBezTo>
                    <a:cubicBezTo>
                      <a:pt x="83" y="172"/>
                      <a:pt x="83" y="172"/>
                      <a:pt x="85" y="172"/>
                    </a:cubicBezTo>
                    <a:cubicBezTo>
                      <a:pt x="86" y="171"/>
                      <a:pt x="88" y="168"/>
                      <a:pt x="89" y="170"/>
                    </a:cubicBezTo>
                    <a:cubicBezTo>
                      <a:pt x="90" y="172"/>
                      <a:pt x="88" y="171"/>
                      <a:pt x="90" y="172"/>
                    </a:cubicBezTo>
                    <a:cubicBezTo>
                      <a:pt x="92" y="173"/>
                      <a:pt x="96" y="171"/>
                      <a:pt x="96" y="171"/>
                    </a:cubicBezTo>
                    <a:cubicBezTo>
                      <a:pt x="96" y="171"/>
                      <a:pt x="102" y="172"/>
                      <a:pt x="103" y="171"/>
                    </a:cubicBezTo>
                    <a:cubicBezTo>
                      <a:pt x="103" y="170"/>
                      <a:pt x="103" y="169"/>
                      <a:pt x="105" y="169"/>
                    </a:cubicBezTo>
                    <a:cubicBezTo>
                      <a:pt x="106" y="170"/>
                      <a:pt x="106" y="171"/>
                      <a:pt x="106" y="171"/>
                    </a:cubicBezTo>
                    <a:cubicBezTo>
                      <a:pt x="103" y="173"/>
                      <a:pt x="103" y="173"/>
                      <a:pt x="103" y="173"/>
                    </a:cubicBezTo>
                    <a:cubicBezTo>
                      <a:pt x="99" y="176"/>
                      <a:pt x="99" y="176"/>
                      <a:pt x="99" y="176"/>
                    </a:cubicBezTo>
                    <a:cubicBezTo>
                      <a:pt x="99" y="176"/>
                      <a:pt x="98" y="176"/>
                      <a:pt x="99" y="177"/>
                    </a:cubicBezTo>
                    <a:cubicBezTo>
                      <a:pt x="101" y="178"/>
                      <a:pt x="101" y="177"/>
                      <a:pt x="103" y="178"/>
                    </a:cubicBezTo>
                    <a:cubicBezTo>
                      <a:pt x="104" y="178"/>
                      <a:pt x="108" y="181"/>
                      <a:pt x="109" y="179"/>
                    </a:cubicBezTo>
                    <a:cubicBezTo>
                      <a:pt x="110" y="177"/>
                      <a:pt x="110" y="177"/>
                      <a:pt x="111" y="176"/>
                    </a:cubicBezTo>
                    <a:cubicBezTo>
                      <a:pt x="111" y="175"/>
                      <a:pt x="111" y="173"/>
                      <a:pt x="113" y="173"/>
                    </a:cubicBezTo>
                    <a:cubicBezTo>
                      <a:pt x="114" y="173"/>
                      <a:pt x="116" y="174"/>
                      <a:pt x="116" y="174"/>
                    </a:cubicBezTo>
                    <a:cubicBezTo>
                      <a:pt x="114" y="177"/>
                      <a:pt x="114" y="177"/>
                      <a:pt x="114" y="177"/>
                    </a:cubicBezTo>
                    <a:cubicBezTo>
                      <a:pt x="114" y="177"/>
                      <a:pt x="117" y="177"/>
                      <a:pt x="118" y="177"/>
                    </a:cubicBezTo>
                    <a:cubicBezTo>
                      <a:pt x="119" y="177"/>
                      <a:pt x="120" y="178"/>
                      <a:pt x="121" y="177"/>
                    </a:cubicBezTo>
                    <a:cubicBezTo>
                      <a:pt x="123" y="175"/>
                      <a:pt x="123" y="175"/>
                      <a:pt x="124" y="175"/>
                    </a:cubicBezTo>
                    <a:cubicBezTo>
                      <a:pt x="126" y="175"/>
                      <a:pt x="128" y="174"/>
                      <a:pt x="129" y="174"/>
                    </a:cubicBezTo>
                    <a:cubicBezTo>
                      <a:pt x="129" y="175"/>
                      <a:pt x="131" y="175"/>
                      <a:pt x="131" y="175"/>
                    </a:cubicBezTo>
                    <a:cubicBezTo>
                      <a:pt x="132" y="175"/>
                      <a:pt x="135" y="177"/>
                      <a:pt x="136" y="177"/>
                    </a:cubicBezTo>
                    <a:cubicBezTo>
                      <a:pt x="137" y="176"/>
                      <a:pt x="141" y="177"/>
                      <a:pt x="141" y="177"/>
                    </a:cubicBezTo>
                    <a:cubicBezTo>
                      <a:pt x="141" y="177"/>
                      <a:pt x="130" y="186"/>
                      <a:pt x="107" y="187"/>
                    </a:cubicBezTo>
                    <a:cubicBezTo>
                      <a:pt x="107" y="187"/>
                      <a:pt x="158" y="189"/>
                      <a:pt x="187" y="139"/>
                    </a:cubicBezTo>
                    <a:cubicBezTo>
                      <a:pt x="216" y="89"/>
                      <a:pt x="196" y="25"/>
                      <a:pt x="130" y="3"/>
                    </a:cubicBezTo>
                    <a:cubicBezTo>
                      <a:pt x="130" y="3"/>
                      <a:pt x="179" y="21"/>
                      <a:pt x="192" y="68"/>
                    </a:cubicBezTo>
                    <a:cubicBezTo>
                      <a:pt x="192" y="69"/>
                      <a:pt x="192" y="69"/>
                      <a:pt x="192" y="69"/>
                    </a:cubicBezTo>
                    <a:cubicBezTo>
                      <a:pt x="191" y="68"/>
                      <a:pt x="191" y="68"/>
                      <a:pt x="190" y="66"/>
                    </a:cubicBezTo>
                    <a:cubicBezTo>
                      <a:pt x="188" y="64"/>
                      <a:pt x="189" y="64"/>
                      <a:pt x="188" y="63"/>
                    </a:cubicBezTo>
                    <a:cubicBezTo>
                      <a:pt x="188" y="61"/>
                      <a:pt x="188" y="62"/>
                      <a:pt x="187" y="61"/>
                    </a:cubicBezTo>
                    <a:cubicBezTo>
                      <a:pt x="186" y="59"/>
                      <a:pt x="185" y="60"/>
                      <a:pt x="184" y="59"/>
                    </a:cubicBezTo>
                    <a:cubicBezTo>
                      <a:pt x="184" y="58"/>
                      <a:pt x="183" y="55"/>
                      <a:pt x="182" y="54"/>
                    </a:cubicBezTo>
                    <a:cubicBezTo>
                      <a:pt x="181" y="53"/>
                      <a:pt x="179" y="53"/>
                      <a:pt x="178" y="53"/>
                    </a:cubicBezTo>
                    <a:cubicBezTo>
                      <a:pt x="178" y="53"/>
                      <a:pt x="178" y="51"/>
                      <a:pt x="178" y="53"/>
                    </a:cubicBezTo>
                    <a:cubicBezTo>
                      <a:pt x="177" y="54"/>
                      <a:pt x="179" y="55"/>
                      <a:pt x="179" y="55"/>
                    </a:cubicBezTo>
                    <a:cubicBezTo>
                      <a:pt x="179" y="59"/>
                      <a:pt x="179" y="59"/>
                      <a:pt x="179" y="59"/>
                    </a:cubicBezTo>
                    <a:cubicBezTo>
                      <a:pt x="179" y="59"/>
                      <a:pt x="180" y="62"/>
                      <a:pt x="180" y="63"/>
                    </a:cubicBezTo>
                    <a:cubicBezTo>
                      <a:pt x="180" y="64"/>
                      <a:pt x="179" y="66"/>
                      <a:pt x="179" y="66"/>
                    </a:cubicBezTo>
                    <a:cubicBezTo>
                      <a:pt x="179" y="66"/>
                      <a:pt x="179" y="69"/>
                      <a:pt x="178" y="70"/>
                    </a:cubicBezTo>
                    <a:cubicBezTo>
                      <a:pt x="177" y="70"/>
                      <a:pt x="172" y="71"/>
                      <a:pt x="172" y="71"/>
                    </a:cubicBezTo>
                    <a:cubicBezTo>
                      <a:pt x="172" y="71"/>
                      <a:pt x="170" y="69"/>
                      <a:pt x="169" y="68"/>
                    </a:cubicBezTo>
                    <a:cubicBezTo>
                      <a:pt x="169" y="66"/>
                      <a:pt x="166" y="66"/>
                      <a:pt x="165" y="65"/>
                    </a:cubicBezTo>
                    <a:cubicBezTo>
                      <a:pt x="165" y="64"/>
                      <a:pt x="166" y="63"/>
                      <a:pt x="165" y="61"/>
                    </a:cubicBezTo>
                    <a:cubicBezTo>
                      <a:pt x="163" y="59"/>
                      <a:pt x="165" y="60"/>
                      <a:pt x="163" y="58"/>
                    </a:cubicBezTo>
                    <a:cubicBezTo>
                      <a:pt x="161" y="57"/>
                      <a:pt x="161" y="57"/>
                      <a:pt x="161" y="57"/>
                    </a:cubicBezTo>
                    <a:cubicBezTo>
                      <a:pt x="161" y="57"/>
                      <a:pt x="157" y="55"/>
                      <a:pt x="158" y="58"/>
                    </a:cubicBezTo>
                    <a:cubicBezTo>
                      <a:pt x="160" y="60"/>
                      <a:pt x="158" y="62"/>
                      <a:pt x="159" y="62"/>
                    </a:cubicBezTo>
                    <a:cubicBezTo>
                      <a:pt x="160" y="63"/>
                      <a:pt x="161" y="62"/>
                      <a:pt x="162" y="64"/>
                    </a:cubicBezTo>
                    <a:cubicBezTo>
                      <a:pt x="163" y="66"/>
                      <a:pt x="163" y="67"/>
                      <a:pt x="164" y="67"/>
                    </a:cubicBezTo>
                    <a:cubicBezTo>
                      <a:pt x="164" y="68"/>
                      <a:pt x="165" y="71"/>
                      <a:pt x="165" y="71"/>
                    </a:cubicBezTo>
                    <a:cubicBezTo>
                      <a:pt x="166" y="71"/>
                      <a:pt x="169" y="71"/>
                      <a:pt x="169" y="72"/>
                    </a:cubicBezTo>
                    <a:cubicBezTo>
                      <a:pt x="168" y="73"/>
                      <a:pt x="167" y="75"/>
                      <a:pt x="169" y="75"/>
                    </a:cubicBezTo>
                    <a:cubicBezTo>
                      <a:pt x="170" y="76"/>
                      <a:pt x="170" y="76"/>
                      <a:pt x="171" y="76"/>
                    </a:cubicBezTo>
                    <a:cubicBezTo>
                      <a:pt x="172" y="76"/>
                      <a:pt x="172" y="76"/>
                      <a:pt x="173" y="76"/>
                    </a:cubicBezTo>
                    <a:cubicBezTo>
                      <a:pt x="175" y="75"/>
                      <a:pt x="176" y="75"/>
                      <a:pt x="176" y="75"/>
                    </a:cubicBezTo>
                    <a:cubicBezTo>
                      <a:pt x="176" y="75"/>
                      <a:pt x="178" y="77"/>
                      <a:pt x="178" y="77"/>
                    </a:cubicBezTo>
                    <a:cubicBezTo>
                      <a:pt x="178" y="78"/>
                      <a:pt x="178" y="82"/>
                      <a:pt x="178" y="82"/>
                    </a:cubicBezTo>
                    <a:cubicBezTo>
                      <a:pt x="176" y="85"/>
                      <a:pt x="176" y="85"/>
                      <a:pt x="176" y="85"/>
                    </a:cubicBezTo>
                    <a:cubicBezTo>
                      <a:pt x="176" y="85"/>
                      <a:pt x="176" y="92"/>
                      <a:pt x="175" y="92"/>
                    </a:cubicBezTo>
                    <a:cubicBezTo>
                      <a:pt x="174" y="92"/>
                      <a:pt x="173" y="95"/>
                      <a:pt x="172" y="95"/>
                    </a:cubicBezTo>
                    <a:cubicBezTo>
                      <a:pt x="171" y="96"/>
                      <a:pt x="171" y="100"/>
                      <a:pt x="171" y="100"/>
                    </a:cubicBezTo>
                    <a:cubicBezTo>
                      <a:pt x="169" y="103"/>
                      <a:pt x="169" y="103"/>
                      <a:pt x="169" y="103"/>
                    </a:cubicBezTo>
                    <a:cubicBezTo>
                      <a:pt x="169" y="103"/>
                      <a:pt x="169" y="106"/>
                      <a:pt x="169" y="107"/>
                    </a:cubicBezTo>
                    <a:cubicBezTo>
                      <a:pt x="169" y="108"/>
                      <a:pt x="170" y="111"/>
                      <a:pt x="169" y="113"/>
                    </a:cubicBezTo>
                    <a:cubicBezTo>
                      <a:pt x="169" y="115"/>
                      <a:pt x="166" y="117"/>
                      <a:pt x="166" y="117"/>
                    </a:cubicBezTo>
                    <a:cubicBezTo>
                      <a:pt x="166" y="117"/>
                      <a:pt x="170" y="120"/>
                      <a:pt x="168" y="120"/>
                    </a:cubicBezTo>
                    <a:cubicBezTo>
                      <a:pt x="166" y="120"/>
                      <a:pt x="164" y="123"/>
                      <a:pt x="164" y="124"/>
                    </a:cubicBezTo>
                    <a:cubicBezTo>
                      <a:pt x="163" y="124"/>
                      <a:pt x="164" y="126"/>
                      <a:pt x="163" y="126"/>
                    </a:cubicBezTo>
                    <a:cubicBezTo>
                      <a:pt x="161" y="126"/>
                      <a:pt x="159" y="126"/>
                      <a:pt x="159" y="127"/>
                    </a:cubicBezTo>
                    <a:cubicBezTo>
                      <a:pt x="159" y="128"/>
                      <a:pt x="159" y="130"/>
                      <a:pt x="159" y="130"/>
                    </a:cubicBezTo>
                    <a:cubicBezTo>
                      <a:pt x="156" y="135"/>
                      <a:pt x="156" y="135"/>
                      <a:pt x="156" y="135"/>
                    </a:cubicBezTo>
                    <a:cubicBezTo>
                      <a:pt x="152" y="139"/>
                      <a:pt x="152" y="139"/>
                      <a:pt x="152" y="139"/>
                    </a:cubicBezTo>
                    <a:cubicBezTo>
                      <a:pt x="152" y="139"/>
                      <a:pt x="152" y="141"/>
                      <a:pt x="151" y="142"/>
                    </a:cubicBezTo>
                    <a:cubicBezTo>
                      <a:pt x="150" y="142"/>
                      <a:pt x="145" y="144"/>
                      <a:pt x="144" y="144"/>
                    </a:cubicBezTo>
                    <a:cubicBezTo>
                      <a:pt x="144" y="145"/>
                      <a:pt x="141" y="147"/>
                      <a:pt x="139" y="147"/>
                    </a:cubicBezTo>
                    <a:cubicBezTo>
                      <a:pt x="138" y="147"/>
                      <a:pt x="140" y="150"/>
                      <a:pt x="138" y="147"/>
                    </a:cubicBezTo>
                    <a:cubicBezTo>
                      <a:pt x="137" y="143"/>
                      <a:pt x="138" y="145"/>
                      <a:pt x="136" y="142"/>
                    </a:cubicBezTo>
                    <a:cubicBezTo>
                      <a:pt x="135" y="138"/>
                      <a:pt x="135" y="141"/>
                      <a:pt x="135" y="138"/>
                    </a:cubicBezTo>
                    <a:cubicBezTo>
                      <a:pt x="135" y="136"/>
                      <a:pt x="135" y="138"/>
                      <a:pt x="135" y="136"/>
                    </a:cubicBezTo>
                    <a:cubicBezTo>
                      <a:pt x="135" y="133"/>
                      <a:pt x="135" y="135"/>
                      <a:pt x="134" y="132"/>
                    </a:cubicBezTo>
                    <a:cubicBezTo>
                      <a:pt x="133" y="129"/>
                      <a:pt x="133" y="130"/>
                      <a:pt x="131" y="128"/>
                    </a:cubicBezTo>
                    <a:cubicBezTo>
                      <a:pt x="129" y="127"/>
                      <a:pt x="128" y="128"/>
                      <a:pt x="129" y="126"/>
                    </a:cubicBezTo>
                    <a:cubicBezTo>
                      <a:pt x="130" y="123"/>
                      <a:pt x="130" y="126"/>
                      <a:pt x="130" y="123"/>
                    </a:cubicBezTo>
                    <a:cubicBezTo>
                      <a:pt x="131" y="120"/>
                      <a:pt x="130" y="119"/>
                      <a:pt x="132" y="118"/>
                    </a:cubicBezTo>
                    <a:cubicBezTo>
                      <a:pt x="134" y="117"/>
                      <a:pt x="135" y="117"/>
                      <a:pt x="135" y="115"/>
                    </a:cubicBezTo>
                    <a:cubicBezTo>
                      <a:pt x="135" y="113"/>
                      <a:pt x="135" y="112"/>
                      <a:pt x="134" y="111"/>
                    </a:cubicBezTo>
                    <a:cubicBezTo>
                      <a:pt x="134" y="110"/>
                      <a:pt x="132" y="108"/>
                      <a:pt x="132" y="108"/>
                    </a:cubicBezTo>
                    <a:cubicBezTo>
                      <a:pt x="132" y="107"/>
                      <a:pt x="132" y="107"/>
                      <a:pt x="130" y="105"/>
                    </a:cubicBezTo>
                    <a:cubicBezTo>
                      <a:pt x="129" y="103"/>
                      <a:pt x="128" y="102"/>
                      <a:pt x="128" y="102"/>
                    </a:cubicBezTo>
                    <a:cubicBezTo>
                      <a:pt x="128" y="102"/>
                      <a:pt x="128" y="98"/>
                      <a:pt x="128" y="96"/>
                    </a:cubicBezTo>
                    <a:cubicBezTo>
                      <a:pt x="128" y="94"/>
                      <a:pt x="127" y="97"/>
                      <a:pt x="128" y="94"/>
                    </a:cubicBezTo>
                    <a:cubicBezTo>
                      <a:pt x="128" y="91"/>
                      <a:pt x="129" y="90"/>
                      <a:pt x="129" y="90"/>
                    </a:cubicBezTo>
                    <a:cubicBezTo>
                      <a:pt x="129" y="90"/>
                      <a:pt x="125" y="87"/>
                      <a:pt x="124" y="88"/>
                    </a:cubicBezTo>
                    <a:cubicBezTo>
                      <a:pt x="123" y="88"/>
                      <a:pt x="123" y="90"/>
                      <a:pt x="121" y="88"/>
                    </a:cubicBezTo>
                    <a:cubicBezTo>
                      <a:pt x="119" y="87"/>
                      <a:pt x="119" y="86"/>
                      <a:pt x="119" y="85"/>
                    </a:cubicBezTo>
                    <a:cubicBezTo>
                      <a:pt x="118" y="85"/>
                      <a:pt x="117" y="85"/>
                      <a:pt x="116" y="85"/>
                    </a:cubicBezTo>
                    <a:cubicBezTo>
                      <a:pt x="114" y="86"/>
                      <a:pt x="112" y="86"/>
                      <a:pt x="110" y="87"/>
                    </a:cubicBezTo>
                    <a:cubicBezTo>
                      <a:pt x="108" y="88"/>
                      <a:pt x="107" y="88"/>
                      <a:pt x="105" y="88"/>
                    </a:cubicBezTo>
                    <a:cubicBezTo>
                      <a:pt x="102" y="88"/>
                      <a:pt x="99" y="89"/>
                      <a:pt x="97" y="88"/>
                    </a:cubicBezTo>
                    <a:cubicBezTo>
                      <a:pt x="95" y="86"/>
                      <a:pt x="95" y="88"/>
                      <a:pt x="94" y="86"/>
                    </a:cubicBezTo>
                    <a:cubicBezTo>
                      <a:pt x="93" y="84"/>
                      <a:pt x="94" y="84"/>
                      <a:pt x="92" y="83"/>
                    </a:cubicBezTo>
                    <a:cubicBezTo>
                      <a:pt x="90" y="82"/>
                      <a:pt x="90" y="83"/>
                      <a:pt x="89" y="81"/>
                    </a:cubicBezTo>
                    <a:cubicBezTo>
                      <a:pt x="89" y="79"/>
                      <a:pt x="90" y="79"/>
                      <a:pt x="89" y="77"/>
                    </a:cubicBezTo>
                    <a:cubicBezTo>
                      <a:pt x="87" y="75"/>
                      <a:pt x="90" y="78"/>
                      <a:pt x="87" y="75"/>
                    </a:cubicBezTo>
                    <a:cubicBezTo>
                      <a:pt x="85" y="73"/>
                      <a:pt x="84" y="75"/>
                      <a:pt x="85" y="73"/>
                    </a:cubicBezTo>
                    <a:cubicBezTo>
                      <a:pt x="86" y="71"/>
                      <a:pt x="86" y="72"/>
                      <a:pt x="86" y="69"/>
                    </a:cubicBezTo>
                    <a:cubicBezTo>
                      <a:pt x="86" y="67"/>
                      <a:pt x="90" y="70"/>
                      <a:pt x="88" y="65"/>
                    </a:cubicBezTo>
                    <a:cubicBezTo>
                      <a:pt x="85" y="60"/>
                      <a:pt x="85" y="61"/>
                      <a:pt x="87" y="57"/>
                    </a:cubicBezTo>
                    <a:cubicBezTo>
                      <a:pt x="89" y="53"/>
                      <a:pt x="92" y="52"/>
                      <a:pt x="93" y="51"/>
                    </a:cubicBezTo>
                    <a:cubicBezTo>
                      <a:pt x="93" y="50"/>
                      <a:pt x="94" y="48"/>
                      <a:pt x="95" y="47"/>
                    </a:cubicBezTo>
                    <a:cubicBezTo>
                      <a:pt x="96" y="46"/>
                      <a:pt x="95" y="46"/>
                      <a:pt x="97" y="46"/>
                    </a:cubicBezTo>
                    <a:cubicBezTo>
                      <a:pt x="99" y="46"/>
                      <a:pt x="101" y="45"/>
                      <a:pt x="103" y="44"/>
                    </a:cubicBezTo>
                    <a:cubicBezTo>
                      <a:pt x="104" y="43"/>
                      <a:pt x="106" y="41"/>
                      <a:pt x="107" y="40"/>
                    </a:cubicBezTo>
                    <a:cubicBezTo>
                      <a:pt x="107" y="40"/>
                      <a:pt x="107" y="41"/>
                      <a:pt x="109" y="40"/>
                    </a:cubicBezTo>
                    <a:cubicBezTo>
                      <a:pt x="111" y="40"/>
                      <a:pt x="111" y="39"/>
                      <a:pt x="113" y="39"/>
                    </a:cubicBezTo>
                    <a:cubicBezTo>
                      <a:pt x="114" y="39"/>
                      <a:pt x="111" y="40"/>
                      <a:pt x="115" y="39"/>
                    </a:cubicBezTo>
                    <a:cubicBezTo>
                      <a:pt x="119" y="39"/>
                      <a:pt x="118" y="39"/>
                      <a:pt x="119" y="39"/>
                    </a:cubicBezTo>
                    <a:cubicBezTo>
                      <a:pt x="120" y="39"/>
                      <a:pt x="119" y="39"/>
                      <a:pt x="121" y="39"/>
                    </a:cubicBezTo>
                    <a:cubicBezTo>
                      <a:pt x="122" y="39"/>
                      <a:pt x="122" y="36"/>
                      <a:pt x="122" y="39"/>
                    </a:cubicBezTo>
                    <a:cubicBezTo>
                      <a:pt x="123" y="43"/>
                      <a:pt x="121" y="44"/>
                      <a:pt x="124" y="44"/>
                    </a:cubicBezTo>
                    <a:cubicBezTo>
                      <a:pt x="126" y="45"/>
                      <a:pt x="124" y="45"/>
                      <a:pt x="126" y="45"/>
                    </a:cubicBezTo>
                    <a:cubicBezTo>
                      <a:pt x="129" y="45"/>
                      <a:pt x="128" y="45"/>
                      <a:pt x="130" y="46"/>
                    </a:cubicBezTo>
                    <a:cubicBezTo>
                      <a:pt x="131" y="46"/>
                      <a:pt x="132" y="47"/>
                      <a:pt x="134" y="47"/>
                    </a:cubicBezTo>
                    <a:cubicBezTo>
                      <a:pt x="136" y="47"/>
                      <a:pt x="133" y="50"/>
                      <a:pt x="136" y="47"/>
                    </a:cubicBezTo>
                    <a:cubicBezTo>
                      <a:pt x="139" y="44"/>
                      <a:pt x="133" y="44"/>
                      <a:pt x="139" y="44"/>
                    </a:cubicBezTo>
                    <a:cubicBezTo>
                      <a:pt x="144" y="45"/>
                      <a:pt x="144" y="46"/>
                      <a:pt x="145" y="45"/>
                    </a:cubicBezTo>
                    <a:cubicBezTo>
                      <a:pt x="146" y="45"/>
                      <a:pt x="146" y="46"/>
                      <a:pt x="148" y="45"/>
                    </a:cubicBezTo>
                    <a:cubicBezTo>
                      <a:pt x="151" y="44"/>
                      <a:pt x="151" y="44"/>
                      <a:pt x="152" y="44"/>
                    </a:cubicBezTo>
                    <a:cubicBezTo>
                      <a:pt x="153" y="45"/>
                      <a:pt x="153" y="47"/>
                      <a:pt x="154" y="45"/>
                    </a:cubicBezTo>
                    <a:cubicBezTo>
                      <a:pt x="154" y="43"/>
                      <a:pt x="156" y="43"/>
                      <a:pt x="154" y="42"/>
                    </a:cubicBezTo>
                    <a:cubicBezTo>
                      <a:pt x="151" y="41"/>
                      <a:pt x="150" y="42"/>
                      <a:pt x="150" y="40"/>
                    </a:cubicBezTo>
                    <a:cubicBezTo>
                      <a:pt x="149" y="39"/>
                      <a:pt x="152" y="39"/>
                      <a:pt x="149" y="39"/>
                    </a:cubicBezTo>
                    <a:cubicBezTo>
                      <a:pt x="146" y="38"/>
                      <a:pt x="147" y="38"/>
                      <a:pt x="145" y="38"/>
                    </a:cubicBezTo>
                    <a:cubicBezTo>
                      <a:pt x="143" y="37"/>
                      <a:pt x="141" y="39"/>
                      <a:pt x="140" y="38"/>
                    </a:cubicBezTo>
                    <a:cubicBezTo>
                      <a:pt x="140" y="36"/>
                      <a:pt x="136" y="39"/>
                      <a:pt x="140" y="36"/>
                    </a:cubicBezTo>
                    <a:cubicBezTo>
                      <a:pt x="143" y="32"/>
                      <a:pt x="142" y="31"/>
                      <a:pt x="144" y="32"/>
                    </a:cubicBezTo>
                    <a:cubicBezTo>
                      <a:pt x="147" y="32"/>
                      <a:pt x="146" y="34"/>
                      <a:pt x="148" y="33"/>
                    </a:cubicBezTo>
                    <a:cubicBezTo>
                      <a:pt x="149" y="32"/>
                      <a:pt x="152" y="31"/>
                      <a:pt x="149" y="29"/>
                    </a:cubicBezTo>
                    <a:cubicBezTo>
                      <a:pt x="146" y="27"/>
                      <a:pt x="148" y="28"/>
                      <a:pt x="145" y="26"/>
                    </a:cubicBezTo>
                    <a:cubicBezTo>
                      <a:pt x="142" y="25"/>
                      <a:pt x="140" y="32"/>
                      <a:pt x="139" y="31"/>
                    </a:cubicBezTo>
                    <a:cubicBezTo>
                      <a:pt x="137" y="30"/>
                      <a:pt x="137" y="29"/>
                      <a:pt x="136" y="30"/>
                    </a:cubicBezTo>
                    <a:cubicBezTo>
                      <a:pt x="135" y="30"/>
                      <a:pt x="135" y="32"/>
                      <a:pt x="135" y="34"/>
                    </a:cubicBezTo>
                    <a:cubicBezTo>
                      <a:pt x="134" y="36"/>
                      <a:pt x="136" y="36"/>
                      <a:pt x="133" y="35"/>
                    </a:cubicBezTo>
                    <a:cubicBezTo>
                      <a:pt x="130" y="34"/>
                      <a:pt x="136" y="34"/>
                      <a:pt x="130" y="32"/>
                    </a:cubicBezTo>
                    <a:cubicBezTo>
                      <a:pt x="124" y="30"/>
                      <a:pt x="121" y="30"/>
                      <a:pt x="120" y="31"/>
                    </a:cubicBezTo>
                    <a:cubicBezTo>
                      <a:pt x="120" y="32"/>
                      <a:pt x="118" y="32"/>
                      <a:pt x="118" y="32"/>
                    </a:cubicBezTo>
                    <a:cubicBezTo>
                      <a:pt x="117" y="33"/>
                      <a:pt x="120" y="35"/>
                      <a:pt x="117" y="33"/>
                    </a:cubicBezTo>
                    <a:cubicBezTo>
                      <a:pt x="114" y="32"/>
                      <a:pt x="112" y="34"/>
                      <a:pt x="112" y="34"/>
                    </a:cubicBezTo>
                    <a:cubicBezTo>
                      <a:pt x="112" y="34"/>
                      <a:pt x="111" y="34"/>
                      <a:pt x="110" y="34"/>
                    </a:cubicBezTo>
                    <a:cubicBezTo>
                      <a:pt x="109" y="35"/>
                      <a:pt x="106" y="36"/>
                      <a:pt x="105" y="36"/>
                    </a:cubicBezTo>
                    <a:cubicBezTo>
                      <a:pt x="104" y="35"/>
                      <a:pt x="101" y="36"/>
                      <a:pt x="103" y="33"/>
                    </a:cubicBezTo>
                    <a:cubicBezTo>
                      <a:pt x="106" y="30"/>
                      <a:pt x="104" y="32"/>
                      <a:pt x="108" y="30"/>
                    </a:cubicBezTo>
                    <a:cubicBezTo>
                      <a:pt x="111" y="28"/>
                      <a:pt x="117" y="28"/>
                      <a:pt x="112" y="27"/>
                    </a:cubicBezTo>
                    <a:cubicBezTo>
                      <a:pt x="107" y="26"/>
                      <a:pt x="115" y="26"/>
                      <a:pt x="108" y="23"/>
                    </a:cubicBezTo>
                    <a:cubicBezTo>
                      <a:pt x="102" y="20"/>
                      <a:pt x="102" y="24"/>
                      <a:pt x="102" y="20"/>
                    </a:cubicBezTo>
                    <a:cubicBezTo>
                      <a:pt x="102" y="16"/>
                      <a:pt x="101" y="15"/>
                      <a:pt x="100" y="16"/>
                    </a:cubicBezTo>
                    <a:cubicBezTo>
                      <a:pt x="99" y="16"/>
                      <a:pt x="95" y="17"/>
                      <a:pt x="93" y="17"/>
                    </a:cubicBezTo>
                    <a:cubicBezTo>
                      <a:pt x="92" y="17"/>
                      <a:pt x="94" y="19"/>
                      <a:pt x="91" y="17"/>
                    </a:cubicBezTo>
                    <a:cubicBezTo>
                      <a:pt x="88" y="15"/>
                      <a:pt x="87" y="18"/>
                      <a:pt x="88" y="15"/>
                    </a:cubicBezTo>
                    <a:cubicBezTo>
                      <a:pt x="89" y="12"/>
                      <a:pt x="89" y="12"/>
                      <a:pt x="91" y="10"/>
                    </a:cubicBezTo>
                    <a:cubicBezTo>
                      <a:pt x="93" y="9"/>
                      <a:pt x="92" y="3"/>
                      <a:pt x="97" y="5"/>
                    </a:cubicBezTo>
                    <a:cubicBezTo>
                      <a:pt x="101" y="7"/>
                      <a:pt x="99" y="7"/>
                      <a:pt x="103" y="7"/>
                    </a:cubicBezTo>
                    <a:cubicBezTo>
                      <a:pt x="106" y="7"/>
                      <a:pt x="108" y="7"/>
                      <a:pt x="108" y="6"/>
                    </a:cubicBezTo>
                    <a:cubicBezTo>
                      <a:pt x="108" y="5"/>
                      <a:pt x="104" y="3"/>
                      <a:pt x="104" y="3"/>
                    </a:cubicBezTo>
                    <a:cubicBezTo>
                      <a:pt x="104" y="3"/>
                      <a:pt x="103" y="4"/>
                      <a:pt x="103" y="3"/>
                    </a:cubicBezTo>
                    <a:cubicBezTo>
                      <a:pt x="103" y="2"/>
                      <a:pt x="104" y="1"/>
                      <a:pt x="104" y="1"/>
                    </a:cubicBezTo>
                    <a:cubicBezTo>
                      <a:pt x="103" y="0"/>
                      <a:pt x="103" y="0"/>
                      <a:pt x="103" y="0"/>
                    </a:cubicBezTo>
                    <a:cubicBezTo>
                      <a:pt x="103" y="0"/>
                      <a:pt x="91" y="0"/>
                      <a:pt x="88"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9" name="Freeform 85"/>
              <p:cNvSpPr>
                <a:spLocks/>
              </p:cNvSpPr>
              <p:nvPr/>
            </p:nvSpPr>
            <p:spPr bwMode="auto">
              <a:xfrm>
                <a:off x="4567238" y="2873375"/>
                <a:ext cx="77788" cy="93663"/>
              </a:xfrm>
              <a:custGeom>
                <a:avLst/>
                <a:gdLst/>
                <a:ahLst/>
                <a:cxnLst>
                  <a:cxn ang="0">
                    <a:pos x="43" y="5"/>
                  </a:cxn>
                  <a:cxn ang="0">
                    <a:pos x="43" y="27"/>
                  </a:cxn>
                  <a:cxn ang="0">
                    <a:pos x="24" y="43"/>
                  </a:cxn>
                  <a:cxn ang="0">
                    <a:pos x="1" y="61"/>
                  </a:cxn>
                  <a:cxn ang="0">
                    <a:pos x="62" y="73"/>
                  </a:cxn>
                  <a:cxn ang="0">
                    <a:pos x="62" y="0"/>
                  </a:cxn>
                  <a:cxn ang="0">
                    <a:pos x="43" y="5"/>
                  </a:cxn>
                </a:cxnLst>
                <a:rect l="0" t="0" r="r" b="b"/>
                <a:pathLst>
                  <a:path w="62" h="73">
                    <a:moveTo>
                      <a:pt x="43" y="5"/>
                    </a:moveTo>
                    <a:cubicBezTo>
                      <a:pt x="43" y="27"/>
                      <a:pt x="43" y="27"/>
                      <a:pt x="43" y="27"/>
                    </a:cubicBezTo>
                    <a:cubicBezTo>
                      <a:pt x="43" y="27"/>
                      <a:pt x="37" y="38"/>
                      <a:pt x="24" y="43"/>
                    </a:cubicBezTo>
                    <a:cubicBezTo>
                      <a:pt x="12" y="47"/>
                      <a:pt x="0" y="54"/>
                      <a:pt x="1" y="61"/>
                    </a:cubicBezTo>
                    <a:cubicBezTo>
                      <a:pt x="2" y="67"/>
                      <a:pt x="17" y="73"/>
                      <a:pt x="62" y="73"/>
                    </a:cubicBezTo>
                    <a:cubicBezTo>
                      <a:pt x="62" y="0"/>
                      <a:pt x="62" y="0"/>
                      <a:pt x="62" y="0"/>
                    </a:cubicBezTo>
                    <a:lnTo>
                      <a:pt x="43" y="5"/>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0" name="Freeform 86"/>
              <p:cNvSpPr>
                <a:spLocks/>
              </p:cNvSpPr>
              <p:nvPr/>
            </p:nvSpPr>
            <p:spPr bwMode="auto">
              <a:xfrm>
                <a:off x="4637088" y="2873375"/>
                <a:ext cx="74613" cy="93663"/>
              </a:xfrm>
              <a:custGeom>
                <a:avLst/>
                <a:gdLst/>
                <a:ahLst/>
                <a:cxnLst>
                  <a:cxn ang="0">
                    <a:pos x="12" y="5"/>
                  </a:cxn>
                  <a:cxn ang="0">
                    <a:pos x="12" y="27"/>
                  </a:cxn>
                  <a:cxn ang="0">
                    <a:pos x="30" y="43"/>
                  </a:cxn>
                  <a:cxn ang="0">
                    <a:pos x="57" y="61"/>
                  </a:cxn>
                  <a:cxn ang="0">
                    <a:pos x="0" y="73"/>
                  </a:cxn>
                  <a:cxn ang="0">
                    <a:pos x="0" y="0"/>
                  </a:cxn>
                  <a:cxn ang="0">
                    <a:pos x="12" y="5"/>
                  </a:cxn>
                </a:cxnLst>
                <a:rect l="0" t="0" r="r" b="b"/>
                <a:pathLst>
                  <a:path w="58" h="73">
                    <a:moveTo>
                      <a:pt x="12" y="5"/>
                    </a:moveTo>
                    <a:cubicBezTo>
                      <a:pt x="12" y="27"/>
                      <a:pt x="12" y="27"/>
                      <a:pt x="12" y="27"/>
                    </a:cubicBezTo>
                    <a:cubicBezTo>
                      <a:pt x="12" y="27"/>
                      <a:pt x="17" y="38"/>
                      <a:pt x="30" y="43"/>
                    </a:cubicBezTo>
                    <a:cubicBezTo>
                      <a:pt x="43" y="47"/>
                      <a:pt x="58" y="54"/>
                      <a:pt x="57" y="61"/>
                    </a:cubicBezTo>
                    <a:cubicBezTo>
                      <a:pt x="56" y="67"/>
                      <a:pt x="32" y="73"/>
                      <a:pt x="0" y="73"/>
                    </a:cubicBezTo>
                    <a:cubicBezTo>
                      <a:pt x="0" y="0"/>
                      <a:pt x="0" y="0"/>
                      <a:pt x="0" y="0"/>
                    </a:cubicBezTo>
                    <a:lnTo>
                      <a:pt x="12" y="5"/>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1" name="Freeform 87"/>
              <p:cNvSpPr>
                <a:spLocks/>
              </p:cNvSpPr>
              <p:nvPr/>
            </p:nvSpPr>
            <p:spPr bwMode="auto">
              <a:xfrm>
                <a:off x="4506913" y="2606675"/>
                <a:ext cx="274638" cy="277813"/>
              </a:xfrm>
              <a:custGeom>
                <a:avLst/>
                <a:gdLst/>
                <a:ahLst/>
                <a:cxnLst>
                  <a:cxn ang="0">
                    <a:pos x="160" y="11"/>
                  </a:cxn>
                  <a:cxn ang="0">
                    <a:pos x="204" y="97"/>
                  </a:cxn>
                  <a:cxn ang="0">
                    <a:pos x="97" y="205"/>
                  </a:cxn>
                  <a:cxn ang="0">
                    <a:pos x="11" y="162"/>
                  </a:cxn>
                  <a:cxn ang="0">
                    <a:pos x="0" y="171"/>
                  </a:cxn>
                  <a:cxn ang="0">
                    <a:pos x="97" y="219"/>
                  </a:cxn>
                  <a:cxn ang="0">
                    <a:pos x="218" y="97"/>
                  </a:cxn>
                  <a:cxn ang="0">
                    <a:pos x="169" y="0"/>
                  </a:cxn>
                  <a:cxn ang="0">
                    <a:pos x="160" y="11"/>
                  </a:cxn>
                </a:cxnLst>
                <a:rect l="0" t="0" r="r" b="b"/>
                <a:pathLst>
                  <a:path w="218" h="219">
                    <a:moveTo>
                      <a:pt x="160" y="11"/>
                    </a:moveTo>
                    <a:cubicBezTo>
                      <a:pt x="187" y="30"/>
                      <a:pt x="204" y="62"/>
                      <a:pt x="204" y="97"/>
                    </a:cubicBezTo>
                    <a:cubicBezTo>
                      <a:pt x="204" y="157"/>
                      <a:pt x="156" y="205"/>
                      <a:pt x="97" y="205"/>
                    </a:cubicBezTo>
                    <a:cubicBezTo>
                      <a:pt x="62" y="205"/>
                      <a:pt x="31" y="188"/>
                      <a:pt x="11" y="162"/>
                    </a:cubicBezTo>
                    <a:cubicBezTo>
                      <a:pt x="0" y="171"/>
                      <a:pt x="0" y="171"/>
                      <a:pt x="0" y="171"/>
                    </a:cubicBezTo>
                    <a:cubicBezTo>
                      <a:pt x="22" y="200"/>
                      <a:pt x="57" y="219"/>
                      <a:pt x="97" y="219"/>
                    </a:cubicBezTo>
                    <a:cubicBezTo>
                      <a:pt x="164" y="219"/>
                      <a:pt x="218" y="165"/>
                      <a:pt x="218" y="97"/>
                    </a:cubicBezTo>
                    <a:cubicBezTo>
                      <a:pt x="218" y="57"/>
                      <a:pt x="199" y="22"/>
                      <a:pt x="169" y="0"/>
                    </a:cubicBezTo>
                    <a:lnTo>
                      <a:pt x="160" y="11"/>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2" name="Freeform 88"/>
              <p:cNvSpPr>
                <a:spLocks noEditPoints="1"/>
              </p:cNvSpPr>
              <p:nvPr/>
            </p:nvSpPr>
            <p:spPr bwMode="auto">
              <a:xfrm>
                <a:off x="4508500" y="2609850"/>
                <a:ext cx="244475" cy="244475"/>
              </a:xfrm>
              <a:custGeom>
                <a:avLst/>
                <a:gdLst/>
                <a:ahLst/>
                <a:cxnLst>
                  <a:cxn ang="0">
                    <a:pos x="96" y="0"/>
                  </a:cxn>
                  <a:cxn ang="0">
                    <a:pos x="0" y="97"/>
                  </a:cxn>
                  <a:cxn ang="0">
                    <a:pos x="96" y="193"/>
                  </a:cxn>
                  <a:cxn ang="0">
                    <a:pos x="193" y="97"/>
                  </a:cxn>
                  <a:cxn ang="0">
                    <a:pos x="96" y="0"/>
                  </a:cxn>
                  <a:cxn ang="0">
                    <a:pos x="96" y="189"/>
                  </a:cxn>
                  <a:cxn ang="0">
                    <a:pos x="4" y="97"/>
                  </a:cxn>
                  <a:cxn ang="0">
                    <a:pos x="96" y="5"/>
                  </a:cxn>
                  <a:cxn ang="0">
                    <a:pos x="188" y="97"/>
                  </a:cxn>
                  <a:cxn ang="0">
                    <a:pos x="96" y="189"/>
                  </a:cxn>
                </a:cxnLst>
                <a:rect l="0" t="0" r="r" b="b"/>
                <a:pathLst>
                  <a:path w="193" h="193">
                    <a:moveTo>
                      <a:pt x="96" y="0"/>
                    </a:moveTo>
                    <a:cubicBezTo>
                      <a:pt x="43" y="0"/>
                      <a:pt x="0" y="43"/>
                      <a:pt x="0" y="97"/>
                    </a:cubicBezTo>
                    <a:cubicBezTo>
                      <a:pt x="0" y="150"/>
                      <a:pt x="43" y="193"/>
                      <a:pt x="96" y="193"/>
                    </a:cubicBezTo>
                    <a:cubicBezTo>
                      <a:pt x="149" y="193"/>
                      <a:pt x="193" y="150"/>
                      <a:pt x="193" y="97"/>
                    </a:cubicBezTo>
                    <a:cubicBezTo>
                      <a:pt x="193" y="43"/>
                      <a:pt x="149" y="0"/>
                      <a:pt x="96" y="0"/>
                    </a:cubicBezTo>
                    <a:close/>
                    <a:moveTo>
                      <a:pt x="96" y="189"/>
                    </a:moveTo>
                    <a:cubicBezTo>
                      <a:pt x="46" y="189"/>
                      <a:pt x="4" y="147"/>
                      <a:pt x="4" y="97"/>
                    </a:cubicBezTo>
                    <a:cubicBezTo>
                      <a:pt x="4" y="46"/>
                      <a:pt x="46" y="5"/>
                      <a:pt x="96" y="5"/>
                    </a:cubicBezTo>
                    <a:cubicBezTo>
                      <a:pt x="147" y="5"/>
                      <a:pt x="188" y="46"/>
                      <a:pt x="188" y="97"/>
                    </a:cubicBezTo>
                    <a:cubicBezTo>
                      <a:pt x="188" y="147"/>
                      <a:pt x="147" y="189"/>
                      <a:pt x="96" y="189"/>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3" name="Freeform 89"/>
              <p:cNvSpPr>
                <a:spLocks/>
              </p:cNvSpPr>
              <p:nvPr/>
            </p:nvSpPr>
            <p:spPr bwMode="auto">
              <a:xfrm>
                <a:off x="4502150" y="2614613"/>
                <a:ext cx="273050" cy="239713"/>
              </a:xfrm>
              <a:custGeom>
                <a:avLst/>
                <a:gdLst/>
                <a:ahLst/>
                <a:cxnLst>
                  <a:cxn ang="0">
                    <a:pos x="62" y="15"/>
                  </a:cxn>
                  <a:cxn ang="0">
                    <a:pos x="58" y="22"/>
                  </a:cxn>
                  <a:cxn ang="0">
                    <a:pos x="54" y="28"/>
                  </a:cxn>
                  <a:cxn ang="0">
                    <a:pos x="51" y="25"/>
                  </a:cxn>
                  <a:cxn ang="0">
                    <a:pos x="50" y="31"/>
                  </a:cxn>
                  <a:cxn ang="0">
                    <a:pos x="40" y="33"/>
                  </a:cxn>
                  <a:cxn ang="0">
                    <a:pos x="34" y="39"/>
                  </a:cxn>
                  <a:cxn ang="0">
                    <a:pos x="26" y="51"/>
                  </a:cxn>
                  <a:cxn ang="0">
                    <a:pos x="20" y="58"/>
                  </a:cxn>
                  <a:cxn ang="0">
                    <a:pos x="25" y="64"/>
                  </a:cxn>
                  <a:cxn ang="0">
                    <a:pos x="26" y="67"/>
                  </a:cxn>
                  <a:cxn ang="0">
                    <a:pos x="21" y="62"/>
                  </a:cxn>
                  <a:cxn ang="0">
                    <a:pos x="17" y="57"/>
                  </a:cxn>
                  <a:cxn ang="0">
                    <a:pos x="16" y="65"/>
                  </a:cxn>
                  <a:cxn ang="0">
                    <a:pos x="16" y="79"/>
                  </a:cxn>
                  <a:cxn ang="0">
                    <a:pos x="23" y="76"/>
                  </a:cxn>
                  <a:cxn ang="0">
                    <a:pos x="30" y="84"/>
                  </a:cxn>
                  <a:cxn ang="0">
                    <a:pos x="39" y="93"/>
                  </a:cxn>
                  <a:cxn ang="0">
                    <a:pos x="47" y="100"/>
                  </a:cxn>
                  <a:cxn ang="0">
                    <a:pos x="58" y="111"/>
                  </a:cxn>
                  <a:cxn ang="0">
                    <a:pos x="55" y="128"/>
                  </a:cxn>
                  <a:cxn ang="0">
                    <a:pos x="46" y="147"/>
                  </a:cxn>
                  <a:cxn ang="0">
                    <a:pos x="49" y="161"/>
                  </a:cxn>
                  <a:cxn ang="0">
                    <a:pos x="44" y="162"/>
                  </a:cxn>
                  <a:cxn ang="0">
                    <a:pos x="30" y="141"/>
                  </a:cxn>
                  <a:cxn ang="0">
                    <a:pos x="15" y="107"/>
                  </a:cxn>
                  <a:cxn ang="0">
                    <a:pos x="11" y="83"/>
                  </a:cxn>
                  <a:cxn ang="0">
                    <a:pos x="70" y="174"/>
                  </a:cxn>
                  <a:cxn ang="0">
                    <a:pos x="85" y="172"/>
                  </a:cxn>
                  <a:cxn ang="0">
                    <a:pos x="105" y="169"/>
                  </a:cxn>
                  <a:cxn ang="0">
                    <a:pos x="103" y="178"/>
                  </a:cxn>
                  <a:cxn ang="0">
                    <a:pos x="114" y="177"/>
                  </a:cxn>
                  <a:cxn ang="0">
                    <a:pos x="131" y="175"/>
                  </a:cxn>
                  <a:cxn ang="0">
                    <a:pos x="130" y="3"/>
                  </a:cxn>
                  <a:cxn ang="0">
                    <a:pos x="187" y="61"/>
                  </a:cxn>
                  <a:cxn ang="0">
                    <a:pos x="179" y="55"/>
                  </a:cxn>
                  <a:cxn ang="0">
                    <a:pos x="172" y="71"/>
                  </a:cxn>
                  <a:cxn ang="0">
                    <a:pos x="161" y="57"/>
                  </a:cxn>
                  <a:cxn ang="0">
                    <a:pos x="165" y="71"/>
                  </a:cxn>
                  <a:cxn ang="0">
                    <a:pos x="176" y="75"/>
                  </a:cxn>
                  <a:cxn ang="0">
                    <a:pos x="172" y="95"/>
                  </a:cxn>
                  <a:cxn ang="0">
                    <a:pos x="166" y="117"/>
                  </a:cxn>
                  <a:cxn ang="0">
                    <a:pos x="159" y="130"/>
                  </a:cxn>
                  <a:cxn ang="0">
                    <a:pos x="139" y="147"/>
                  </a:cxn>
                  <a:cxn ang="0">
                    <a:pos x="134" y="132"/>
                  </a:cxn>
                  <a:cxn ang="0">
                    <a:pos x="135" y="115"/>
                  </a:cxn>
                  <a:cxn ang="0">
                    <a:pos x="128" y="96"/>
                  </a:cxn>
                  <a:cxn ang="0">
                    <a:pos x="119" y="85"/>
                  </a:cxn>
                  <a:cxn ang="0">
                    <a:pos x="94" y="86"/>
                  </a:cxn>
                  <a:cxn ang="0">
                    <a:pos x="85" y="73"/>
                  </a:cxn>
                  <a:cxn ang="0">
                    <a:pos x="95" y="47"/>
                  </a:cxn>
                  <a:cxn ang="0">
                    <a:pos x="113" y="39"/>
                  </a:cxn>
                  <a:cxn ang="0">
                    <a:pos x="124" y="44"/>
                  </a:cxn>
                  <a:cxn ang="0">
                    <a:pos x="139" y="44"/>
                  </a:cxn>
                  <a:cxn ang="0">
                    <a:pos x="154" y="42"/>
                  </a:cxn>
                  <a:cxn ang="0">
                    <a:pos x="140" y="36"/>
                  </a:cxn>
                  <a:cxn ang="0">
                    <a:pos x="139" y="31"/>
                  </a:cxn>
                  <a:cxn ang="0">
                    <a:pos x="120" y="31"/>
                  </a:cxn>
                  <a:cxn ang="0">
                    <a:pos x="105" y="36"/>
                  </a:cxn>
                  <a:cxn ang="0">
                    <a:pos x="102" y="20"/>
                  </a:cxn>
                  <a:cxn ang="0">
                    <a:pos x="91" y="10"/>
                  </a:cxn>
                  <a:cxn ang="0">
                    <a:pos x="103" y="3"/>
                  </a:cxn>
                </a:cxnLst>
                <a:rect l="0" t="0" r="r" b="b"/>
                <a:pathLst>
                  <a:path w="216" h="189">
                    <a:moveTo>
                      <a:pt x="88" y="1"/>
                    </a:moveTo>
                    <a:cubicBezTo>
                      <a:pt x="88" y="1"/>
                      <a:pt x="55" y="5"/>
                      <a:pt x="33" y="30"/>
                    </a:cubicBezTo>
                    <a:cubicBezTo>
                      <a:pt x="33" y="30"/>
                      <a:pt x="50" y="13"/>
                      <a:pt x="60" y="13"/>
                    </a:cubicBezTo>
                    <a:cubicBezTo>
                      <a:pt x="63" y="14"/>
                      <a:pt x="63" y="14"/>
                      <a:pt x="63" y="14"/>
                    </a:cubicBezTo>
                    <a:cubicBezTo>
                      <a:pt x="63" y="14"/>
                      <a:pt x="62" y="14"/>
                      <a:pt x="62" y="15"/>
                    </a:cubicBezTo>
                    <a:cubicBezTo>
                      <a:pt x="62" y="15"/>
                      <a:pt x="60" y="17"/>
                      <a:pt x="60" y="17"/>
                    </a:cubicBezTo>
                    <a:cubicBezTo>
                      <a:pt x="60" y="18"/>
                      <a:pt x="61" y="19"/>
                      <a:pt x="61" y="19"/>
                    </a:cubicBezTo>
                    <a:cubicBezTo>
                      <a:pt x="60" y="20"/>
                      <a:pt x="60" y="20"/>
                      <a:pt x="60" y="20"/>
                    </a:cubicBezTo>
                    <a:cubicBezTo>
                      <a:pt x="60" y="20"/>
                      <a:pt x="59" y="21"/>
                      <a:pt x="59" y="21"/>
                    </a:cubicBezTo>
                    <a:cubicBezTo>
                      <a:pt x="59" y="21"/>
                      <a:pt x="58" y="21"/>
                      <a:pt x="58" y="22"/>
                    </a:cubicBezTo>
                    <a:cubicBezTo>
                      <a:pt x="58" y="23"/>
                      <a:pt x="58" y="24"/>
                      <a:pt x="58" y="24"/>
                    </a:cubicBezTo>
                    <a:cubicBezTo>
                      <a:pt x="58" y="26"/>
                      <a:pt x="58" y="26"/>
                      <a:pt x="58" y="26"/>
                    </a:cubicBezTo>
                    <a:cubicBezTo>
                      <a:pt x="58" y="27"/>
                      <a:pt x="58" y="27"/>
                      <a:pt x="58" y="27"/>
                    </a:cubicBezTo>
                    <a:cubicBezTo>
                      <a:pt x="56" y="28"/>
                      <a:pt x="56" y="28"/>
                      <a:pt x="56" y="28"/>
                    </a:cubicBezTo>
                    <a:cubicBezTo>
                      <a:pt x="56" y="28"/>
                      <a:pt x="55" y="28"/>
                      <a:pt x="54" y="28"/>
                    </a:cubicBezTo>
                    <a:cubicBezTo>
                      <a:pt x="53" y="27"/>
                      <a:pt x="53" y="26"/>
                      <a:pt x="53" y="26"/>
                    </a:cubicBezTo>
                    <a:cubicBezTo>
                      <a:pt x="55" y="25"/>
                      <a:pt x="55" y="25"/>
                      <a:pt x="55" y="25"/>
                    </a:cubicBezTo>
                    <a:cubicBezTo>
                      <a:pt x="55" y="25"/>
                      <a:pt x="55" y="25"/>
                      <a:pt x="55" y="24"/>
                    </a:cubicBezTo>
                    <a:cubicBezTo>
                      <a:pt x="54" y="24"/>
                      <a:pt x="54" y="23"/>
                      <a:pt x="53" y="23"/>
                    </a:cubicBezTo>
                    <a:cubicBezTo>
                      <a:pt x="52" y="23"/>
                      <a:pt x="51" y="25"/>
                      <a:pt x="51" y="25"/>
                    </a:cubicBezTo>
                    <a:cubicBezTo>
                      <a:pt x="49" y="26"/>
                      <a:pt x="49" y="26"/>
                      <a:pt x="49" y="26"/>
                    </a:cubicBezTo>
                    <a:cubicBezTo>
                      <a:pt x="49" y="26"/>
                      <a:pt x="48" y="28"/>
                      <a:pt x="49" y="28"/>
                    </a:cubicBezTo>
                    <a:cubicBezTo>
                      <a:pt x="49" y="28"/>
                      <a:pt x="50" y="28"/>
                      <a:pt x="50" y="28"/>
                    </a:cubicBezTo>
                    <a:cubicBezTo>
                      <a:pt x="50" y="28"/>
                      <a:pt x="50" y="29"/>
                      <a:pt x="50" y="29"/>
                    </a:cubicBezTo>
                    <a:cubicBezTo>
                      <a:pt x="50" y="30"/>
                      <a:pt x="50" y="31"/>
                      <a:pt x="50" y="31"/>
                    </a:cubicBezTo>
                    <a:cubicBezTo>
                      <a:pt x="50" y="31"/>
                      <a:pt x="49" y="32"/>
                      <a:pt x="48" y="31"/>
                    </a:cubicBezTo>
                    <a:cubicBezTo>
                      <a:pt x="47" y="31"/>
                      <a:pt x="46" y="31"/>
                      <a:pt x="45" y="31"/>
                    </a:cubicBezTo>
                    <a:cubicBezTo>
                      <a:pt x="45" y="30"/>
                      <a:pt x="44" y="30"/>
                      <a:pt x="43" y="30"/>
                    </a:cubicBezTo>
                    <a:cubicBezTo>
                      <a:pt x="43" y="31"/>
                      <a:pt x="43" y="31"/>
                      <a:pt x="42" y="31"/>
                    </a:cubicBezTo>
                    <a:cubicBezTo>
                      <a:pt x="42" y="31"/>
                      <a:pt x="40" y="33"/>
                      <a:pt x="40" y="33"/>
                    </a:cubicBezTo>
                    <a:cubicBezTo>
                      <a:pt x="40" y="33"/>
                      <a:pt x="39" y="33"/>
                      <a:pt x="39" y="34"/>
                    </a:cubicBezTo>
                    <a:cubicBezTo>
                      <a:pt x="39" y="34"/>
                      <a:pt x="39" y="36"/>
                      <a:pt x="39" y="36"/>
                    </a:cubicBezTo>
                    <a:cubicBezTo>
                      <a:pt x="39" y="36"/>
                      <a:pt x="38" y="36"/>
                      <a:pt x="36" y="37"/>
                    </a:cubicBezTo>
                    <a:cubicBezTo>
                      <a:pt x="35" y="37"/>
                      <a:pt x="35" y="38"/>
                      <a:pt x="35" y="38"/>
                    </a:cubicBezTo>
                    <a:cubicBezTo>
                      <a:pt x="34" y="39"/>
                      <a:pt x="34" y="39"/>
                      <a:pt x="34" y="39"/>
                    </a:cubicBezTo>
                    <a:cubicBezTo>
                      <a:pt x="34" y="39"/>
                      <a:pt x="33" y="40"/>
                      <a:pt x="32" y="41"/>
                    </a:cubicBezTo>
                    <a:cubicBezTo>
                      <a:pt x="31" y="42"/>
                      <a:pt x="29" y="44"/>
                      <a:pt x="29" y="44"/>
                    </a:cubicBezTo>
                    <a:cubicBezTo>
                      <a:pt x="28" y="44"/>
                      <a:pt x="27" y="45"/>
                      <a:pt x="27" y="46"/>
                    </a:cubicBezTo>
                    <a:cubicBezTo>
                      <a:pt x="27" y="47"/>
                      <a:pt x="27" y="48"/>
                      <a:pt x="26" y="48"/>
                    </a:cubicBezTo>
                    <a:cubicBezTo>
                      <a:pt x="26" y="49"/>
                      <a:pt x="26" y="50"/>
                      <a:pt x="26" y="51"/>
                    </a:cubicBezTo>
                    <a:cubicBezTo>
                      <a:pt x="25" y="52"/>
                      <a:pt x="25" y="53"/>
                      <a:pt x="24" y="53"/>
                    </a:cubicBezTo>
                    <a:cubicBezTo>
                      <a:pt x="24" y="54"/>
                      <a:pt x="23" y="54"/>
                      <a:pt x="23" y="54"/>
                    </a:cubicBezTo>
                    <a:cubicBezTo>
                      <a:pt x="23" y="54"/>
                      <a:pt x="21" y="55"/>
                      <a:pt x="20" y="55"/>
                    </a:cubicBezTo>
                    <a:cubicBezTo>
                      <a:pt x="19" y="56"/>
                      <a:pt x="19" y="57"/>
                      <a:pt x="19" y="57"/>
                    </a:cubicBezTo>
                    <a:cubicBezTo>
                      <a:pt x="19" y="58"/>
                      <a:pt x="20" y="58"/>
                      <a:pt x="20" y="58"/>
                    </a:cubicBezTo>
                    <a:cubicBezTo>
                      <a:pt x="21" y="58"/>
                      <a:pt x="22" y="59"/>
                      <a:pt x="22" y="59"/>
                    </a:cubicBezTo>
                    <a:cubicBezTo>
                      <a:pt x="22" y="59"/>
                      <a:pt x="22" y="61"/>
                      <a:pt x="22" y="61"/>
                    </a:cubicBezTo>
                    <a:cubicBezTo>
                      <a:pt x="22" y="61"/>
                      <a:pt x="21" y="63"/>
                      <a:pt x="22" y="63"/>
                    </a:cubicBezTo>
                    <a:cubicBezTo>
                      <a:pt x="22" y="63"/>
                      <a:pt x="23" y="63"/>
                      <a:pt x="23" y="63"/>
                    </a:cubicBezTo>
                    <a:cubicBezTo>
                      <a:pt x="25" y="64"/>
                      <a:pt x="25" y="64"/>
                      <a:pt x="25" y="64"/>
                    </a:cubicBezTo>
                    <a:cubicBezTo>
                      <a:pt x="27" y="65"/>
                      <a:pt x="27" y="65"/>
                      <a:pt x="27" y="65"/>
                    </a:cubicBezTo>
                    <a:cubicBezTo>
                      <a:pt x="28" y="65"/>
                      <a:pt x="28" y="65"/>
                      <a:pt x="28" y="65"/>
                    </a:cubicBezTo>
                    <a:cubicBezTo>
                      <a:pt x="28" y="65"/>
                      <a:pt x="27" y="66"/>
                      <a:pt x="27" y="67"/>
                    </a:cubicBezTo>
                    <a:cubicBezTo>
                      <a:pt x="27" y="67"/>
                      <a:pt x="27" y="68"/>
                      <a:pt x="26" y="68"/>
                    </a:cubicBezTo>
                    <a:cubicBezTo>
                      <a:pt x="26" y="67"/>
                      <a:pt x="26" y="67"/>
                      <a:pt x="26" y="67"/>
                    </a:cubicBezTo>
                    <a:cubicBezTo>
                      <a:pt x="25" y="66"/>
                      <a:pt x="25" y="66"/>
                      <a:pt x="25" y="65"/>
                    </a:cubicBezTo>
                    <a:cubicBezTo>
                      <a:pt x="24" y="65"/>
                      <a:pt x="23" y="66"/>
                      <a:pt x="23" y="66"/>
                    </a:cubicBezTo>
                    <a:cubicBezTo>
                      <a:pt x="22" y="65"/>
                      <a:pt x="22" y="65"/>
                      <a:pt x="21" y="65"/>
                    </a:cubicBezTo>
                    <a:cubicBezTo>
                      <a:pt x="21" y="64"/>
                      <a:pt x="21" y="65"/>
                      <a:pt x="21" y="64"/>
                    </a:cubicBezTo>
                    <a:cubicBezTo>
                      <a:pt x="21" y="63"/>
                      <a:pt x="21" y="63"/>
                      <a:pt x="21" y="62"/>
                    </a:cubicBezTo>
                    <a:cubicBezTo>
                      <a:pt x="21" y="62"/>
                      <a:pt x="20" y="61"/>
                      <a:pt x="20" y="61"/>
                    </a:cubicBezTo>
                    <a:cubicBezTo>
                      <a:pt x="19" y="61"/>
                      <a:pt x="20" y="62"/>
                      <a:pt x="19" y="61"/>
                    </a:cubicBezTo>
                    <a:cubicBezTo>
                      <a:pt x="19" y="60"/>
                      <a:pt x="18" y="60"/>
                      <a:pt x="18" y="60"/>
                    </a:cubicBezTo>
                    <a:cubicBezTo>
                      <a:pt x="18" y="60"/>
                      <a:pt x="17" y="60"/>
                      <a:pt x="17" y="60"/>
                    </a:cubicBezTo>
                    <a:cubicBezTo>
                      <a:pt x="17" y="59"/>
                      <a:pt x="17" y="58"/>
                      <a:pt x="17" y="57"/>
                    </a:cubicBezTo>
                    <a:cubicBezTo>
                      <a:pt x="17" y="57"/>
                      <a:pt x="18" y="56"/>
                      <a:pt x="18" y="55"/>
                    </a:cubicBezTo>
                    <a:cubicBezTo>
                      <a:pt x="18" y="55"/>
                      <a:pt x="18" y="52"/>
                      <a:pt x="18" y="52"/>
                    </a:cubicBezTo>
                    <a:cubicBezTo>
                      <a:pt x="18" y="52"/>
                      <a:pt x="15" y="58"/>
                      <a:pt x="14" y="63"/>
                    </a:cubicBezTo>
                    <a:cubicBezTo>
                      <a:pt x="14" y="63"/>
                      <a:pt x="15" y="62"/>
                      <a:pt x="15" y="63"/>
                    </a:cubicBezTo>
                    <a:cubicBezTo>
                      <a:pt x="15" y="64"/>
                      <a:pt x="16" y="65"/>
                      <a:pt x="16" y="65"/>
                    </a:cubicBezTo>
                    <a:cubicBezTo>
                      <a:pt x="15" y="66"/>
                      <a:pt x="15" y="66"/>
                      <a:pt x="15" y="68"/>
                    </a:cubicBezTo>
                    <a:cubicBezTo>
                      <a:pt x="15" y="71"/>
                      <a:pt x="16" y="71"/>
                      <a:pt x="16" y="72"/>
                    </a:cubicBezTo>
                    <a:cubicBezTo>
                      <a:pt x="15" y="73"/>
                      <a:pt x="15" y="74"/>
                      <a:pt x="15" y="75"/>
                    </a:cubicBezTo>
                    <a:cubicBezTo>
                      <a:pt x="15" y="76"/>
                      <a:pt x="15" y="78"/>
                      <a:pt x="16" y="78"/>
                    </a:cubicBezTo>
                    <a:cubicBezTo>
                      <a:pt x="16" y="79"/>
                      <a:pt x="16" y="79"/>
                      <a:pt x="16" y="79"/>
                    </a:cubicBezTo>
                    <a:cubicBezTo>
                      <a:pt x="17" y="80"/>
                      <a:pt x="16" y="81"/>
                      <a:pt x="17" y="80"/>
                    </a:cubicBezTo>
                    <a:cubicBezTo>
                      <a:pt x="18" y="78"/>
                      <a:pt x="19" y="77"/>
                      <a:pt x="19" y="77"/>
                    </a:cubicBezTo>
                    <a:cubicBezTo>
                      <a:pt x="19" y="76"/>
                      <a:pt x="19" y="76"/>
                      <a:pt x="19" y="76"/>
                    </a:cubicBezTo>
                    <a:cubicBezTo>
                      <a:pt x="19" y="76"/>
                      <a:pt x="19" y="75"/>
                      <a:pt x="21" y="75"/>
                    </a:cubicBezTo>
                    <a:cubicBezTo>
                      <a:pt x="22" y="76"/>
                      <a:pt x="22" y="75"/>
                      <a:pt x="23" y="76"/>
                    </a:cubicBezTo>
                    <a:cubicBezTo>
                      <a:pt x="23" y="77"/>
                      <a:pt x="22" y="78"/>
                      <a:pt x="23" y="78"/>
                    </a:cubicBezTo>
                    <a:cubicBezTo>
                      <a:pt x="24" y="78"/>
                      <a:pt x="26" y="77"/>
                      <a:pt x="26" y="77"/>
                    </a:cubicBezTo>
                    <a:cubicBezTo>
                      <a:pt x="27" y="78"/>
                      <a:pt x="28" y="78"/>
                      <a:pt x="28" y="79"/>
                    </a:cubicBezTo>
                    <a:cubicBezTo>
                      <a:pt x="28" y="80"/>
                      <a:pt x="29" y="81"/>
                      <a:pt x="29" y="82"/>
                    </a:cubicBezTo>
                    <a:cubicBezTo>
                      <a:pt x="30" y="82"/>
                      <a:pt x="30" y="83"/>
                      <a:pt x="30" y="84"/>
                    </a:cubicBezTo>
                    <a:cubicBezTo>
                      <a:pt x="30" y="85"/>
                      <a:pt x="33" y="86"/>
                      <a:pt x="33" y="86"/>
                    </a:cubicBezTo>
                    <a:cubicBezTo>
                      <a:pt x="33" y="86"/>
                      <a:pt x="35" y="86"/>
                      <a:pt x="36" y="86"/>
                    </a:cubicBezTo>
                    <a:cubicBezTo>
                      <a:pt x="37" y="86"/>
                      <a:pt x="36" y="87"/>
                      <a:pt x="37" y="88"/>
                    </a:cubicBezTo>
                    <a:cubicBezTo>
                      <a:pt x="38" y="88"/>
                      <a:pt x="39" y="90"/>
                      <a:pt x="39" y="90"/>
                    </a:cubicBezTo>
                    <a:cubicBezTo>
                      <a:pt x="39" y="90"/>
                      <a:pt x="39" y="92"/>
                      <a:pt x="39" y="93"/>
                    </a:cubicBezTo>
                    <a:cubicBezTo>
                      <a:pt x="39" y="94"/>
                      <a:pt x="39" y="95"/>
                      <a:pt x="39" y="95"/>
                    </a:cubicBezTo>
                    <a:cubicBezTo>
                      <a:pt x="40" y="95"/>
                      <a:pt x="42" y="95"/>
                      <a:pt x="42" y="95"/>
                    </a:cubicBezTo>
                    <a:cubicBezTo>
                      <a:pt x="42" y="95"/>
                      <a:pt x="41" y="97"/>
                      <a:pt x="43" y="97"/>
                    </a:cubicBezTo>
                    <a:cubicBezTo>
                      <a:pt x="44" y="98"/>
                      <a:pt x="46" y="98"/>
                      <a:pt x="46" y="99"/>
                    </a:cubicBezTo>
                    <a:cubicBezTo>
                      <a:pt x="47" y="99"/>
                      <a:pt x="45" y="100"/>
                      <a:pt x="47" y="100"/>
                    </a:cubicBezTo>
                    <a:cubicBezTo>
                      <a:pt x="49" y="100"/>
                      <a:pt x="51" y="100"/>
                      <a:pt x="52" y="101"/>
                    </a:cubicBezTo>
                    <a:cubicBezTo>
                      <a:pt x="53" y="101"/>
                      <a:pt x="52" y="102"/>
                      <a:pt x="54" y="104"/>
                    </a:cubicBezTo>
                    <a:cubicBezTo>
                      <a:pt x="57" y="105"/>
                      <a:pt x="57" y="105"/>
                      <a:pt x="58" y="106"/>
                    </a:cubicBezTo>
                    <a:cubicBezTo>
                      <a:pt x="59" y="106"/>
                      <a:pt x="60" y="106"/>
                      <a:pt x="59" y="108"/>
                    </a:cubicBezTo>
                    <a:cubicBezTo>
                      <a:pt x="59" y="109"/>
                      <a:pt x="59" y="111"/>
                      <a:pt x="58" y="111"/>
                    </a:cubicBezTo>
                    <a:cubicBezTo>
                      <a:pt x="57" y="112"/>
                      <a:pt x="56" y="114"/>
                      <a:pt x="55" y="115"/>
                    </a:cubicBezTo>
                    <a:cubicBezTo>
                      <a:pt x="55" y="116"/>
                      <a:pt x="54" y="117"/>
                      <a:pt x="55" y="118"/>
                    </a:cubicBezTo>
                    <a:cubicBezTo>
                      <a:pt x="55" y="120"/>
                      <a:pt x="56" y="121"/>
                      <a:pt x="56" y="122"/>
                    </a:cubicBezTo>
                    <a:cubicBezTo>
                      <a:pt x="56" y="122"/>
                      <a:pt x="56" y="125"/>
                      <a:pt x="56" y="125"/>
                    </a:cubicBezTo>
                    <a:cubicBezTo>
                      <a:pt x="55" y="126"/>
                      <a:pt x="55" y="128"/>
                      <a:pt x="55" y="128"/>
                    </a:cubicBezTo>
                    <a:cubicBezTo>
                      <a:pt x="55" y="128"/>
                      <a:pt x="56" y="129"/>
                      <a:pt x="55" y="130"/>
                    </a:cubicBezTo>
                    <a:cubicBezTo>
                      <a:pt x="54" y="132"/>
                      <a:pt x="52" y="133"/>
                      <a:pt x="51" y="133"/>
                    </a:cubicBezTo>
                    <a:cubicBezTo>
                      <a:pt x="50" y="134"/>
                      <a:pt x="49" y="135"/>
                      <a:pt x="49" y="135"/>
                    </a:cubicBezTo>
                    <a:cubicBezTo>
                      <a:pt x="49" y="135"/>
                      <a:pt x="49" y="139"/>
                      <a:pt x="49" y="140"/>
                    </a:cubicBezTo>
                    <a:cubicBezTo>
                      <a:pt x="48" y="140"/>
                      <a:pt x="45" y="146"/>
                      <a:pt x="46" y="147"/>
                    </a:cubicBezTo>
                    <a:cubicBezTo>
                      <a:pt x="47" y="149"/>
                      <a:pt x="48" y="150"/>
                      <a:pt x="47" y="151"/>
                    </a:cubicBezTo>
                    <a:cubicBezTo>
                      <a:pt x="47" y="152"/>
                      <a:pt x="47" y="152"/>
                      <a:pt x="46" y="153"/>
                    </a:cubicBezTo>
                    <a:cubicBezTo>
                      <a:pt x="46" y="153"/>
                      <a:pt x="44" y="153"/>
                      <a:pt x="45" y="155"/>
                    </a:cubicBezTo>
                    <a:cubicBezTo>
                      <a:pt x="46" y="157"/>
                      <a:pt x="47" y="157"/>
                      <a:pt x="48" y="159"/>
                    </a:cubicBezTo>
                    <a:cubicBezTo>
                      <a:pt x="48" y="160"/>
                      <a:pt x="48" y="160"/>
                      <a:pt x="49" y="161"/>
                    </a:cubicBezTo>
                    <a:cubicBezTo>
                      <a:pt x="50" y="162"/>
                      <a:pt x="50" y="164"/>
                      <a:pt x="51" y="165"/>
                    </a:cubicBezTo>
                    <a:cubicBezTo>
                      <a:pt x="52" y="165"/>
                      <a:pt x="54" y="166"/>
                      <a:pt x="54" y="167"/>
                    </a:cubicBezTo>
                    <a:cubicBezTo>
                      <a:pt x="54" y="168"/>
                      <a:pt x="56" y="170"/>
                      <a:pt x="53" y="169"/>
                    </a:cubicBezTo>
                    <a:cubicBezTo>
                      <a:pt x="50" y="167"/>
                      <a:pt x="53" y="169"/>
                      <a:pt x="49" y="166"/>
                    </a:cubicBezTo>
                    <a:cubicBezTo>
                      <a:pt x="46" y="163"/>
                      <a:pt x="45" y="164"/>
                      <a:pt x="44" y="162"/>
                    </a:cubicBezTo>
                    <a:cubicBezTo>
                      <a:pt x="42" y="161"/>
                      <a:pt x="44" y="167"/>
                      <a:pt x="42" y="159"/>
                    </a:cubicBezTo>
                    <a:cubicBezTo>
                      <a:pt x="39" y="152"/>
                      <a:pt x="38" y="153"/>
                      <a:pt x="37" y="151"/>
                    </a:cubicBezTo>
                    <a:cubicBezTo>
                      <a:pt x="37" y="150"/>
                      <a:pt x="37" y="151"/>
                      <a:pt x="35" y="148"/>
                    </a:cubicBezTo>
                    <a:cubicBezTo>
                      <a:pt x="33" y="144"/>
                      <a:pt x="35" y="146"/>
                      <a:pt x="33" y="144"/>
                    </a:cubicBezTo>
                    <a:cubicBezTo>
                      <a:pt x="31" y="142"/>
                      <a:pt x="31" y="145"/>
                      <a:pt x="30" y="141"/>
                    </a:cubicBezTo>
                    <a:cubicBezTo>
                      <a:pt x="29" y="136"/>
                      <a:pt x="29" y="139"/>
                      <a:pt x="28" y="134"/>
                    </a:cubicBezTo>
                    <a:cubicBezTo>
                      <a:pt x="27" y="130"/>
                      <a:pt x="29" y="129"/>
                      <a:pt x="26" y="127"/>
                    </a:cubicBezTo>
                    <a:cubicBezTo>
                      <a:pt x="24" y="125"/>
                      <a:pt x="24" y="126"/>
                      <a:pt x="23" y="124"/>
                    </a:cubicBezTo>
                    <a:cubicBezTo>
                      <a:pt x="22" y="123"/>
                      <a:pt x="23" y="124"/>
                      <a:pt x="21" y="120"/>
                    </a:cubicBezTo>
                    <a:cubicBezTo>
                      <a:pt x="19" y="116"/>
                      <a:pt x="15" y="114"/>
                      <a:pt x="15" y="107"/>
                    </a:cubicBezTo>
                    <a:cubicBezTo>
                      <a:pt x="16" y="100"/>
                      <a:pt x="16" y="99"/>
                      <a:pt x="16" y="99"/>
                    </a:cubicBezTo>
                    <a:cubicBezTo>
                      <a:pt x="16" y="99"/>
                      <a:pt x="12" y="96"/>
                      <a:pt x="13" y="92"/>
                    </a:cubicBezTo>
                    <a:cubicBezTo>
                      <a:pt x="14" y="88"/>
                      <a:pt x="15" y="89"/>
                      <a:pt x="14" y="88"/>
                    </a:cubicBezTo>
                    <a:cubicBezTo>
                      <a:pt x="14" y="87"/>
                      <a:pt x="14" y="87"/>
                      <a:pt x="12" y="85"/>
                    </a:cubicBezTo>
                    <a:cubicBezTo>
                      <a:pt x="11" y="84"/>
                      <a:pt x="11" y="84"/>
                      <a:pt x="11" y="83"/>
                    </a:cubicBezTo>
                    <a:cubicBezTo>
                      <a:pt x="10" y="82"/>
                      <a:pt x="10" y="80"/>
                      <a:pt x="10" y="80"/>
                    </a:cubicBezTo>
                    <a:cubicBezTo>
                      <a:pt x="9" y="80"/>
                      <a:pt x="9" y="80"/>
                      <a:pt x="9" y="80"/>
                    </a:cubicBezTo>
                    <a:cubicBezTo>
                      <a:pt x="9" y="80"/>
                      <a:pt x="0" y="173"/>
                      <a:pt x="92" y="187"/>
                    </a:cubicBezTo>
                    <a:cubicBezTo>
                      <a:pt x="92" y="187"/>
                      <a:pt x="71" y="182"/>
                      <a:pt x="69" y="178"/>
                    </a:cubicBezTo>
                    <a:cubicBezTo>
                      <a:pt x="69" y="178"/>
                      <a:pt x="69" y="174"/>
                      <a:pt x="70" y="174"/>
                    </a:cubicBezTo>
                    <a:cubicBezTo>
                      <a:pt x="71" y="174"/>
                      <a:pt x="72" y="175"/>
                      <a:pt x="73" y="174"/>
                    </a:cubicBezTo>
                    <a:cubicBezTo>
                      <a:pt x="75" y="173"/>
                      <a:pt x="76" y="171"/>
                      <a:pt x="76" y="171"/>
                    </a:cubicBezTo>
                    <a:cubicBezTo>
                      <a:pt x="76" y="173"/>
                      <a:pt x="76" y="173"/>
                      <a:pt x="76" y="173"/>
                    </a:cubicBezTo>
                    <a:cubicBezTo>
                      <a:pt x="76" y="173"/>
                      <a:pt x="75" y="173"/>
                      <a:pt x="79" y="173"/>
                    </a:cubicBezTo>
                    <a:cubicBezTo>
                      <a:pt x="83" y="172"/>
                      <a:pt x="83" y="172"/>
                      <a:pt x="85" y="172"/>
                    </a:cubicBezTo>
                    <a:cubicBezTo>
                      <a:pt x="86" y="171"/>
                      <a:pt x="88" y="168"/>
                      <a:pt x="89" y="170"/>
                    </a:cubicBezTo>
                    <a:cubicBezTo>
                      <a:pt x="90" y="172"/>
                      <a:pt x="88" y="171"/>
                      <a:pt x="90" y="172"/>
                    </a:cubicBezTo>
                    <a:cubicBezTo>
                      <a:pt x="92" y="173"/>
                      <a:pt x="96" y="171"/>
                      <a:pt x="96" y="171"/>
                    </a:cubicBezTo>
                    <a:cubicBezTo>
                      <a:pt x="96" y="171"/>
                      <a:pt x="102" y="172"/>
                      <a:pt x="103" y="171"/>
                    </a:cubicBezTo>
                    <a:cubicBezTo>
                      <a:pt x="103" y="170"/>
                      <a:pt x="103" y="169"/>
                      <a:pt x="105" y="169"/>
                    </a:cubicBezTo>
                    <a:cubicBezTo>
                      <a:pt x="106" y="170"/>
                      <a:pt x="106" y="171"/>
                      <a:pt x="106" y="171"/>
                    </a:cubicBezTo>
                    <a:cubicBezTo>
                      <a:pt x="103" y="173"/>
                      <a:pt x="103" y="173"/>
                      <a:pt x="103" y="173"/>
                    </a:cubicBezTo>
                    <a:cubicBezTo>
                      <a:pt x="99" y="176"/>
                      <a:pt x="99" y="176"/>
                      <a:pt x="99" y="176"/>
                    </a:cubicBezTo>
                    <a:cubicBezTo>
                      <a:pt x="99" y="176"/>
                      <a:pt x="98" y="176"/>
                      <a:pt x="99" y="177"/>
                    </a:cubicBezTo>
                    <a:cubicBezTo>
                      <a:pt x="101" y="178"/>
                      <a:pt x="101" y="177"/>
                      <a:pt x="103" y="178"/>
                    </a:cubicBezTo>
                    <a:cubicBezTo>
                      <a:pt x="104" y="178"/>
                      <a:pt x="108" y="181"/>
                      <a:pt x="109" y="179"/>
                    </a:cubicBezTo>
                    <a:cubicBezTo>
                      <a:pt x="110" y="177"/>
                      <a:pt x="110" y="177"/>
                      <a:pt x="111" y="176"/>
                    </a:cubicBezTo>
                    <a:cubicBezTo>
                      <a:pt x="111" y="175"/>
                      <a:pt x="111" y="173"/>
                      <a:pt x="113" y="173"/>
                    </a:cubicBezTo>
                    <a:cubicBezTo>
                      <a:pt x="114" y="173"/>
                      <a:pt x="116" y="174"/>
                      <a:pt x="116" y="174"/>
                    </a:cubicBezTo>
                    <a:cubicBezTo>
                      <a:pt x="114" y="177"/>
                      <a:pt x="114" y="177"/>
                      <a:pt x="114" y="177"/>
                    </a:cubicBezTo>
                    <a:cubicBezTo>
                      <a:pt x="114" y="177"/>
                      <a:pt x="117" y="177"/>
                      <a:pt x="118" y="177"/>
                    </a:cubicBezTo>
                    <a:cubicBezTo>
                      <a:pt x="119" y="177"/>
                      <a:pt x="120" y="178"/>
                      <a:pt x="121" y="177"/>
                    </a:cubicBezTo>
                    <a:cubicBezTo>
                      <a:pt x="123" y="175"/>
                      <a:pt x="123" y="175"/>
                      <a:pt x="124" y="175"/>
                    </a:cubicBezTo>
                    <a:cubicBezTo>
                      <a:pt x="126" y="175"/>
                      <a:pt x="128" y="174"/>
                      <a:pt x="129" y="174"/>
                    </a:cubicBezTo>
                    <a:cubicBezTo>
                      <a:pt x="129" y="175"/>
                      <a:pt x="131" y="175"/>
                      <a:pt x="131" y="175"/>
                    </a:cubicBezTo>
                    <a:cubicBezTo>
                      <a:pt x="132" y="175"/>
                      <a:pt x="135" y="177"/>
                      <a:pt x="136" y="177"/>
                    </a:cubicBezTo>
                    <a:cubicBezTo>
                      <a:pt x="137" y="176"/>
                      <a:pt x="141" y="177"/>
                      <a:pt x="141" y="177"/>
                    </a:cubicBezTo>
                    <a:cubicBezTo>
                      <a:pt x="141" y="177"/>
                      <a:pt x="130" y="186"/>
                      <a:pt x="107" y="187"/>
                    </a:cubicBezTo>
                    <a:cubicBezTo>
                      <a:pt x="107" y="187"/>
                      <a:pt x="158" y="189"/>
                      <a:pt x="187" y="139"/>
                    </a:cubicBezTo>
                    <a:cubicBezTo>
                      <a:pt x="216" y="89"/>
                      <a:pt x="196" y="25"/>
                      <a:pt x="130" y="3"/>
                    </a:cubicBezTo>
                    <a:cubicBezTo>
                      <a:pt x="130" y="3"/>
                      <a:pt x="179" y="21"/>
                      <a:pt x="192" y="68"/>
                    </a:cubicBezTo>
                    <a:cubicBezTo>
                      <a:pt x="192" y="69"/>
                      <a:pt x="192" y="69"/>
                      <a:pt x="192" y="69"/>
                    </a:cubicBezTo>
                    <a:cubicBezTo>
                      <a:pt x="191" y="68"/>
                      <a:pt x="191" y="68"/>
                      <a:pt x="190" y="66"/>
                    </a:cubicBezTo>
                    <a:cubicBezTo>
                      <a:pt x="188" y="64"/>
                      <a:pt x="189" y="64"/>
                      <a:pt x="188" y="63"/>
                    </a:cubicBezTo>
                    <a:cubicBezTo>
                      <a:pt x="188" y="61"/>
                      <a:pt x="188" y="62"/>
                      <a:pt x="187" y="61"/>
                    </a:cubicBezTo>
                    <a:cubicBezTo>
                      <a:pt x="186" y="59"/>
                      <a:pt x="185" y="60"/>
                      <a:pt x="184" y="59"/>
                    </a:cubicBezTo>
                    <a:cubicBezTo>
                      <a:pt x="184" y="58"/>
                      <a:pt x="183" y="55"/>
                      <a:pt x="182" y="54"/>
                    </a:cubicBezTo>
                    <a:cubicBezTo>
                      <a:pt x="181" y="53"/>
                      <a:pt x="179" y="53"/>
                      <a:pt x="178" y="53"/>
                    </a:cubicBezTo>
                    <a:cubicBezTo>
                      <a:pt x="178" y="53"/>
                      <a:pt x="178" y="51"/>
                      <a:pt x="178" y="53"/>
                    </a:cubicBezTo>
                    <a:cubicBezTo>
                      <a:pt x="177" y="54"/>
                      <a:pt x="179" y="55"/>
                      <a:pt x="179" y="55"/>
                    </a:cubicBezTo>
                    <a:cubicBezTo>
                      <a:pt x="179" y="59"/>
                      <a:pt x="179" y="59"/>
                      <a:pt x="179" y="59"/>
                    </a:cubicBezTo>
                    <a:cubicBezTo>
                      <a:pt x="179" y="59"/>
                      <a:pt x="180" y="62"/>
                      <a:pt x="180" y="63"/>
                    </a:cubicBezTo>
                    <a:cubicBezTo>
                      <a:pt x="180" y="64"/>
                      <a:pt x="179" y="66"/>
                      <a:pt x="179" y="66"/>
                    </a:cubicBezTo>
                    <a:cubicBezTo>
                      <a:pt x="179" y="66"/>
                      <a:pt x="179" y="69"/>
                      <a:pt x="178" y="70"/>
                    </a:cubicBezTo>
                    <a:cubicBezTo>
                      <a:pt x="177" y="70"/>
                      <a:pt x="172" y="71"/>
                      <a:pt x="172" y="71"/>
                    </a:cubicBezTo>
                    <a:cubicBezTo>
                      <a:pt x="172" y="71"/>
                      <a:pt x="170" y="69"/>
                      <a:pt x="169" y="68"/>
                    </a:cubicBezTo>
                    <a:cubicBezTo>
                      <a:pt x="169" y="66"/>
                      <a:pt x="166" y="66"/>
                      <a:pt x="165" y="65"/>
                    </a:cubicBezTo>
                    <a:cubicBezTo>
                      <a:pt x="165" y="64"/>
                      <a:pt x="166" y="63"/>
                      <a:pt x="165" y="61"/>
                    </a:cubicBezTo>
                    <a:cubicBezTo>
                      <a:pt x="163" y="59"/>
                      <a:pt x="165" y="60"/>
                      <a:pt x="163" y="58"/>
                    </a:cubicBezTo>
                    <a:cubicBezTo>
                      <a:pt x="161" y="57"/>
                      <a:pt x="161" y="57"/>
                      <a:pt x="161" y="57"/>
                    </a:cubicBezTo>
                    <a:cubicBezTo>
                      <a:pt x="161" y="57"/>
                      <a:pt x="157" y="55"/>
                      <a:pt x="158" y="58"/>
                    </a:cubicBezTo>
                    <a:cubicBezTo>
                      <a:pt x="160" y="60"/>
                      <a:pt x="158" y="62"/>
                      <a:pt x="159" y="62"/>
                    </a:cubicBezTo>
                    <a:cubicBezTo>
                      <a:pt x="160" y="63"/>
                      <a:pt x="161" y="62"/>
                      <a:pt x="162" y="64"/>
                    </a:cubicBezTo>
                    <a:cubicBezTo>
                      <a:pt x="163" y="66"/>
                      <a:pt x="163" y="67"/>
                      <a:pt x="164" y="67"/>
                    </a:cubicBezTo>
                    <a:cubicBezTo>
                      <a:pt x="164" y="68"/>
                      <a:pt x="165" y="71"/>
                      <a:pt x="165" y="71"/>
                    </a:cubicBezTo>
                    <a:cubicBezTo>
                      <a:pt x="166" y="71"/>
                      <a:pt x="169" y="71"/>
                      <a:pt x="169" y="72"/>
                    </a:cubicBezTo>
                    <a:cubicBezTo>
                      <a:pt x="168" y="73"/>
                      <a:pt x="167" y="75"/>
                      <a:pt x="169" y="75"/>
                    </a:cubicBezTo>
                    <a:cubicBezTo>
                      <a:pt x="170" y="76"/>
                      <a:pt x="170" y="76"/>
                      <a:pt x="171" y="76"/>
                    </a:cubicBezTo>
                    <a:cubicBezTo>
                      <a:pt x="172" y="76"/>
                      <a:pt x="172" y="76"/>
                      <a:pt x="173" y="76"/>
                    </a:cubicBezTo>
                    <a:cubicBezTo>
                      <a:pt x="175" y="75"/>
                      <a:pt x="176" y="75"/>
                      <a:pt x="176" y="75"/>
                    </a:cubicBezTo>
                    <a:cubicBezTo>
                      <a:pt x="176" y="75"/>
                      <a:pt x="178" y="77"/>
                      <a:pt x="178" y="77"/>
                    </a:cubicBezTo>
                    <a:cubicBezTo>
                      <a:pt x="178" y="78"/>
                      <a:pt x="178" y="82"/>
                      <a:pt x="178" y="82"/>
                    </a:cubicBezTo>
                    <a:cubicBezTo>
                      <a:pt x="176" y="85"/>
                      <a:pt x="176" y="85"/>
                      <a:pt x="176" y="85"/>
                    </a:cubicBezTo>
                    <a:cubicBezTo>
                      <a:pt x="176" y="85"/>
                      <a:pt x="176" y="92"/>
                      <a:pt x="175" y="92"/>
                    </a:cubicBezTo>
                    <a:cubicBezTo>
                      <a:pt x="174" y="92"/>
                      <a:pt x="173" y="95"/>
                      <a:pt x="172" y="95"/>
                    </a:cubicBezTo>
                    <a:cubicBezTo>
                      <a:pt x="171" y="96"/>
                      <a:pt x="171" y="100"/>
                      <a:pt x="171" y="100"/>
                    </a:cubicBezTo>
                    <a:cubicBezTo>
                      <a:pt x="169" y="103"/>
                      <a:pt x="169" y="103"/>
                      <a:pt x="169" y="103"/>
                    </a:cubicBezTo>
                    <a:cubicBezTo>
                      <a:pt x="169" y="103"/>
                      <a:pt x="169" y="106"/>
                      <a:pt x="169" y="107"/>
                    </a:cubicBezTo>
                    <a:cubicBezTo>
                      <a:pt x="169" y="108"/>
                      <a:pt x="170" y="111"/>
                      <a:pt x="169" y="113"/>
                    </a:cubicBezTo>
                    <a:cubicBezTo>
                      <a:pt x="169" y="115"/>
                      <a:pt x="166" y="117"/>
                      <a:pt x="166" y="117"/>
                    </a:cubicBezTo>
                    <a:cubicBezTo>
                      <a:pt x="166" y="117"/>
                      <a:pt x="170" y="120"/>
                      <a:pt x="168" y="120"/>
                    </a:cubicBezTo>
                    <a:cubicBezTo>
                      <a:pt x="166" y="120"/>
                      <a:pt x="164" y="123"/>
                      <a:pt x="164" y="124"/>
                    </a:cubicBezTo>
                    <a:cubicBezTo>
                      <a:pt x="163" y="124"/>
                      <a:pt x="164" y="126"/>
                      <a:pt x="163" y="126"/>
                    </a:cubicBezTo>
                    <a:cubicBezTo>
                      <a:pt x="161" y="126"/>
                      <a:pt x="159" y="126"/>
                      <a:pt x="159" y="127"/>
                    </a:cubicBezTo>
                    <a:cubicBezTo>
                      <a:pt x="159" y="128"/>
                      <a:pt x="159" y="130"/>
                      <a:pt x="159" y="130"/>
                    </a:cubicBezTo>
                    <a:cubicBezTo>
                      <a:pt x="156" y="135"/>
                      <a:pt x="156" y="135"/>
                      <a:pt x="156" y="135"/>
                    </a:cubicBezTo>
                    <a:cubicBezTo>
                      <a:pt x="152" y="139"/>
                      <a:pt x="152" y="139"/>
                      <a:pt x="152" y="139"/>
                    </a:cubicBezTo>
                    <a:cubicBezTo>
                      <a:pt x="152" y="139"/>
                      <a:pt x="152" y="141"/>
                      <a:pt x="151" y="142"/>
                    </a:cubicBezTo>
                    <a:cubicBezTo>
                      <a:pt x="150" y="142"/>
                      <a:pt x="145" y="144"/>
                      <a:pt x="144" y="144"/>
                    </a:cubicBezTo>
                    <a:cubicBezTo>
                      <a:pt x="144" y="145"/>
                      <a:pt x="141" y="147"/>
                      <a:pt x="139" y="147"/>
                    </a:cubicBezTo>
                    <a:cubicBezTo>
                      <a:pt x="138" y="147"/>
                      <a:pt x="140" y="150"/>
                      <a:pt x="138" y="147"/>
                    </a:cubicBezTo>
                    <a:cubicBezTo>
                      <a:pt x="137" y="143"/>
                      <a:pt x="138" y="145"/>
                      <a:pt x="136" y="142"/>
                    </a:cubicBezTo>
                    <a:cubicBezTo>
                      <a:pt x="135" y="138"/>
                      <a:pt x="135" y="141"/>
                      <a:pt x="135" y="138"/>
                    </a:cubicBezTo>
                    <a:cubicBezTo>
                      <a:pt x="135" y="136"/>
                      <a:pt x="135" y="138"/>
                      <a:pt x="135" y="136"/>
                    </a:cubicBezTo>
                    <a:cubicBezTo>
                      <a:pt x="135" y="133"/>
                      <a:pt x="135" y="135"/>
                      <a:pt x="134" y="132"/>
                    </a:cubicBezTo>
                    <a:cubicBezTo>
                      <a:pt x="133" y="129"/>
                      <a:pt x="133" y="130"/>
                      <a:pt x="131" y="128"/>
                    </a:cubicBezTo>
                    <a:cubicBezTo>
                      <a:pt x="129" y="127"/>
                      <a:pt x="128" y="128"/>
                      <a:pt x="129" y="126"/>
                    </a:cubicBezTo>
                    <a:cubicBezTo>
                      <a:pt x="130" y="123"/>
                      <a:pt x="130" y="126"/>
                      <a:pt x="130" y="123"/>
                    </a:cubicBezTo>
                    <a:cubicBezTo>
                      <a:pt x="131" y="120"/>
                      <a:pt x="130" y="119"/>
                      <a:pt x="132" y="118"/>
                    </a:cubicBezTo>
                    <a:cubicBezTo>
                      <a:pt x="134" y="117"/>
                      <a:pt x="135" y="117"/>
                      <a:pt x="135" y="115"/>
                    </a:cubicBezTo>
                    <a:cubicBezTo>
                      <a:pt x="135" y="113"/>
                      <a:pt x="135" y="112"/>
                      <a:pt x="134" y="111"/>
                    </a:cubicBezTo>
                    <a:cubicBezTo>
                      <a:pt x="134" y="110"/>
                      <a:pt x="132" y="108"/>
                      <a:pt x="132" y="108"/>
                    </a:cubicBezTo>
                    <a:cubicBezTo>
                      <a:pt x="132" y="107"/>
                      <a:pt x="132" y="107"/>
                      <a:pt x="130" y="105"/>
                    </a:cubicBezTo>
                    <a:cubicBezTo>
                      <a:pt x="129" y="103"/>
                      <a:pt x="128" y="102"/>
                      <a:pt x="128" y="102"/>
                    </a:cubicBezTo>
                    <a:cubicBezTo>
                      <a:pt x="128" y="102"/>
                      <a:pt x="128" y="98"/>
                      <a:pt x="128" y="96"/>
                    </a:cubicBezTo>
                    <a:cubicBezTo>
                      <a:pt x="128" y="94"/>
                      <a:pt x="127" y="97"/>
                      <a:pt x="128" y="94"/>
                    </a:cubicBezTo>
                    <a:cubicBezTo>
                      <a:pt x="128" y="91"/>
                      <a:pt x="129" y="90"/>
                      <a:pt x="129" y="90"/>
                    </a:cubicBezTo>
                    <a:cubicBezTo>
                      <a:pt x="129" y="90"/>
                      <a:pt x="125" y="87"/>
                      <a:pt x="124" y="88"/>
                    </a:cubicBezTo>
                    <a:cubicBezTo>
                      <a:pt x="123" y="88"/>
                      <a:pt x="123" y="90"/>
                      <a:pt x="121" y="88"/>
                    </a:cubicBezTo>
                    <a:cubicBezTo>
                      <a:pt x="119" y="87"/>
                      <a:pt x="119" y="86"/>
                      <a:pt x="119" y="85"/>
                    </a:cubicBezTo>
                    <a:cubicBezTo>
                      <a:pt x="118" y="85"/>
                      <a:pt x="117" y="85"/>
                      <a:pt x="116" y="85"/>
                    </a:cubicBezTo>
                    <a:cubicBezTo>
                      <a:pt x="114" y="86"/>
                      <a:pt x="112" y="86"/>
                      <a:pt x="110" y="87"/>
                    </a:cubicBezTo>
                    <a:cubicBezTo>
                      <a:pt x="108" y="88"/>
                      <a:pt x="107" y="88"/>
                      <a:pt x="105" y="88"/>
                    </a:cubicBezTo>
                    <a:cubicBezTo>
                      <a:pt x="102" y="88"/>
                      <a:pt x="99" y="89"/>
                      <a:pt x="97" y="88"/>
                    </a:cubicBezTo>
                    <a:cubicBezTo>
                      <a:pt x="95" y="86"/>
                      <a:pt x="95" y="88"/>
                      <a:pt x="94" y="86"/>
                    </a:cubicBezTo>
                    <a:cubicBezTo>
                      <a:pt x="93" y="84"/>
                      <a:pt x="94" y="84"/>
                      <a:pt x="92" y="83"/>
                    </a:cubicBezTo>
                    <a:cubicBezTo>
                      <a:pt x="90" y="82"/>
                      <a:pt x="90" y="83"/>
                      <a:pt x="89" y="81"/>
                    </a:cubicBezTo>
                    <a:cubicBezTo>
                      <a:pt x="89" y="79"/>
                      <a:pt x="90" y="79"/>
                      <a:pt x="89" y="77"/>
                    </a:cubicBezTo>
                    <a:cubicBezTo>
                      <a:pt x="87" y="75"/>
                      <a:pt x="90" y="78"/>
                      <a:pt x="87" y="75"/>
                    </a:cubicBezTo>
                    <a:cubicBezTo>
                      <a:pt x="85" y="73"/>
                      <a:pt x="84" y="75"/>
                      <a:pt x="85" y="73"/>
                    </a:cubicBezTo>
                    <a:cubicBezTo>
                      <a:pt x="86" y="71"/>
                      <a:pt x="86" y="72"/>
                      <a:pt x="86" y="69"/>
                    </a:cubicBezTo>
                    <a:cubicBezTo>
                      <a:pt x="86" y="67"/>
                      <a:pt x="90" y="70"/>
                      <a:pt x="88" y="65"/>
                    </a:cubicBezTo>
                    <a:cubicBezTo>
                      <a:pt x="85" y="60"/>
                      <a:pt x="85" y="61"/>
                      <a:pt x="87" y="57"/>
                    </a:cubicBezTo>
                    <a:cubicBezTo>
                      <a:pt x="89" y="53"/>
                      <a:pt x="92" y="52"/>
                      <a:pt x="93" y="51"/>
                    </a:cubicBezTo>
                    <a:cubicBezTo>
                      <a:pt x="93" y="50"/>
                      <a:pt x="94" y="48"/>
                      <a:pt x="95" y="47"/>
                    </a:cubicBezTo>
                    <a:cubicBezTo>
                      <a:pt x="96" y="46"/>
                      <a:pt x="95" y="46"/>
                      <a:pt x="97" y="46"/>
                    </a:cubicBezTo>
                    <a:cubicBezTo>
                      <a:pt x="99" y="46"/>
                      <a:pt x="101" y="45"/>
                      <a:pt x="103" y="44"/>
                    </a:cubicBezTo>
                    <a:cubicBezTo>
                      <a:pt x="104" y="43"/>
                      <a:pt x="106" y="41"/>
                      <a:pt x="107" y="40"/>
                    </a:cubicBezTo>
                    <a:cubicBezTo>
                      <a:pt x="107" y="40"/>
                      <a:pt x="107" y="41"/>
                      <a:pt x="109" y="40"/>
                    </a:cubicBezTo>
                    <a:cubicBezTo>
                      <a:pt x="111" y="40"/>
                      <a:pt x="111" y="39"/>
                      <a:pt x="113" y="39"/>
                    </a:cubicBezTo>
                    <a:cubicBezTo>
                      <a:pt x="114" y="39"/>
                      <a:pt x="111" y="40"/>
                      <a:pt x="115" y="39"/>
                    </a:cubicBezTo>
                    <a:cubicBezTo>
                      <a:pt x="119" y="39"/>
                      <a:pt x="118" y="39"/>
                      <a:pt x="119" y="39"/>
                    </a:cubicBezTo>
                    <a:cubicBezTo>
                      <a:pt x="120" y="39"/>
                      <a:pt x="119" y="39"/>
                      <a:pt x="121" y="39"/>
                    </a:cubicBezTo>
                    <a:cubicBezTo>
                      <a:pt x="122" y="39"/>
                      <a:pt x="122" y="36"/>
                      <a:pt x="122" y="39"/>
                    </a:cubicBezTo>
                    <a:cubicBezTo>
                      <a:pt x="123" y="43"/>
                      <a:pt x="121" y="44"/>
                      <a:pt x="124" y="44"/>
                    </a:cubicBezTo>
                    <a:cubicBezTo>
                      <a:pt x="126" y="45"/>
                      <a:pt x="124" y="45"/>
                      <a:pt x="126" y="45"/>
                    </a:cubicBezTo>
                    <a:cubicBezTo>
                      <a:pt x="129" y="45"/>
                      <a:pt x="128" y="45"/>
                      <a:pt x="130" y="46"/>
                    </a:cubicBezTo>
                    <a:cubicBezTo>
                      <a:pt x="131" y="46"/>
                      <a:pt x="132" y="47"/>
                      <a:pt x="134" y="47"/>
                    </a:cubicBezTo>
                    <a:cubicBezTo>
                      <a:pt x="136" y="47"/>
                      <a:pt x="133" y="50"/>
                      <a:pt x="136" y="47"/>
                    </a:cubicBezTo>
                    <a:cubicBezTo>
                      <a:pt x="139" y="44"/>
                      <a:pt x="133" y="44"/>
                      <a:pt x="139" y="44"/>
                    </a:cubicBezTo>
                    <a:cubicBezTo>
                      <a:pt x="144" y="45"/>
                      <a:pt x="144" y="46"/>
                      <a:pt x="145" y="45"/>
                    </a:cubicBezTo>
                    <a:cubicBezTo>
                      <a:pt x="146" y="45"/>
                      <a:pt x="146" y="46"/>
                      <a:pt x="148" y="45"/>
                    </a:cubicBezTo>
                    <a:cubicBezTo>
                      <a:pt x="151" y="44"/>
                      <a:pt x="151" y="44"/>
                      <a:pt x="152" y="44"/>
                    </a:cubicBezTo>
                    <a:cubicBezTo>
                      <a:pt x="153" y="45"/>
                      <a:pt x="153" y="47"/>
                      <a:pt x="154" y="45"/>
                    </a:cubicBezTo>
                    <a:cubicBezTo>
                      <a:pt x="154" y="43"/>
                      <a:pt x="156" y="43"/>
                      <a:pt x="154" y="42"/>
                    </a:cubicBezTo>
                    <a:cubicBezTo>
                      <a:pt x="151" y="41"/>
                      <a:pt x="150" y="42"/>
                      <a:pt x="150" y="40"/>
                    </a:cubicBezTo>
                    <a:cubicBezTo>
                      <a:pt x="149" y="39"/>
                      <a:pt x="152" y="39"/>
                      <a:pt x="149" y="39"/>
                    </a:cubicBezTo>
                    <a:cubicBezTo>
                      <a:pt x="146" y="38"/>
                      <a:pt x="147" y="38"/>
                      <a:pt x="145" y="38"/>
                    </a:cubicBezTo>
                    <a:cubicBezTo>
                      <a:pt x="143" y="37"/>
                      <a:pt x="141" y="39"/>
                      <a:pt x="140" y="38"/>
                    </a:cubicBezTo>
                    <a:cubicBezTo>
                      <a:pt x="140" y="36"/>
                      <a:pt x="136" y="39"/>
                      <a:pt x="140" y="36"/>
                    </a:cubicBezTo>
                    <a:cubicBezTo>
                      <a:pt x="143" y="32"/>
                      <a:pt x="142" y="31"/>
                      <a:pt x="144" y="32"/>
                    </a:cubicBezTo>
                    <a:cubicBezTo>
                      <a:pt x="147" y="32"/>
                      <a:pt x="146" y="34"/>
                      <a:pt x="148" y="33"/>
                    </a:cubicBezTo>
                    <a:cubicBezTo>
                      <a:pt x="149" y="32"/>
                      <a:pt x="152" y="31"/>
                      <a:pt x="149" y="29"/>
                    </a:cubicBezTo>
                    <a:cubicBezTo>
                      <a:pt x="146" y="27"/>
                      <a:pt x="148" y="28"/>
                      <a:pt x="145" y="26"/>
                    </a:cubicBezTo>
                    <a:cubicBezTo>
                      <a:pt x="142" y="25"/>
                      <a:pt x="140" y="32"/>
                      <a:pt x="139" y="31"/>
                    </a:cubicBezTo>
                    <a:cubicBezTo>
                      <a:pt x="137" y="30"/>
                      <a:pt x="137" y="29"/>
                      <a:pt x="136" y="30"/>
                    </a:cubicBezTo>
                    <a:cubicBezTo>
                      <a:pt x="135" y="30"/>
                      <a:pt x="135" y="32"/>
                      <a:pt x="135" y="34"/>
                    </a:cubicBezTo>
                    <a:cubicBezTo>
                      <a:pt x="134" y="36"/>
                      <a:pt x="136" y="36"/>
                      <a:pt x="133" y="35"/>
                    </a:cubicBezTo>
                    <a:cubicBezTo>
                      <a:pt x="130" y="34"/>
                      <a:pt x="136" y="34"/>
                      <a:pt x="130" y="32"/>
                    </a:cubicBezTo>
                    <a:cubicBezTo>
                      <a:pt x="124" y="30"/>
                      <a:pt x="121" y="30"/>
                      <a:pt x="120" y="31"/>
                    </a:cubicBezTo>
                    <a:cubicBezTo>
                      <a:pt x="120" y="32"/>
                      <a:pt x="118" y="32"/>
                      <a:pt x="118" y="32"/>
                    </a:cubicBezTo>
                    <a:cubicBezTo>
                      <a:pt x="117" y="33"/>
                      <a:pt x="120" y="35"/>
                      <a:pt x="117" y="33"/>
                    </a:cubicBezTo>
                    <a:cubicBezTo>
                      <a:pt x="114" y="32"/>
                      <a:pt x="112" y="34"/>
                      <a:pt x="112" y="34"/>
                    </a:cubicBezTo>
                    <a:cubicBezTo>
                      <a:pt x="112" y="34"/>
                      <a:pt x="111" y="34"/>
                      <a:pt x="110" y="34"/>
                    </a:cubicBezTo>
                    <a:cubicBezTo>
                      <a:pt x="109" y="35"/>
                      <a:pt x="106" y="36"/>
                      <a:pt x="105" y="36"/>
                    </a:cubicBezTo>
                    <a:cubicBezTo>
                      <a:pt x="104" y="35"/>
                      <a:pt x="101" y="36"/>
                      <a:pt x="103" y="33"/>
                    </a:cubicBezTo>
                    <a:cubicBezTo>
                      <a:pt x="106" y="30"/>
                      <a:pt x="104" y="32"/>
                      <a:pt x="108" y="30"/>
                    </a:cubicBezTo>
                    <a:cubicBezTo>
                      <a:pt x="111" y="28"/>
                      <a:pt x="117" y="28"/>
                      <a:pt x="112" y="27"/>
                    </a:cubicBezTo>
                    <a:cubicBezTo>
                      <a:pt x="107" y="26"/>
                      <a:pt x="115" y="26"/>
                      <a:pt x="108" y="23"/>
                    </a:cubicBezTo>
                    <a:cubicBezTo>
                      <a:pt x="102" y="20"/>
                      <a:pt x="102" y="24"/>
                      <a:pt x="102" y="20"/>
                    </a:cubicBezTo>
                    <a:cubicBezTo>
                      <a:pt x="102" y="16"/>
                      <a:pt x="101" y="15"/>
                      <a:pt x="100" y="16"/>
                    </a:cubicBezTo>
                    <a:cubicBezTo>
                      <a:pt x="99" y="16"/>
                      <a:pt x="95" y="17"/>
                      <a:pt x="93" y="17"/>
                    </a:cubicBezTo>
                    <a:cubicBezTo>
                      <a:pt x="92" y="17"/>
                      <a:pt x="94" y="19"/>
                      <a:pt x="91" y="17"/>
                    </a:cubicBezTo>
                    <a:cubicBezTo>
                      <a:pt x="88" y="15"/>
                      <a:pt x="87" y="18"/>
                      <a:pt x="88" y="15"/>
                    </a:cubicBezTo>
                    <a:cubicBezTo>
                      <a:pt x="89" y="12"/>
                      <a:pt x="89" y="12"/>
                      <a:pt x="91" y="10"/>
                    </a:cubicBezTo>
                    <a:cubicBezTo>
                      <a:pt x="93" y="9"/>
                      <a:pt x="92" y="3"/>
                      <a:pt x="97" y="5"/>
                    </a:cubicBezTo>
                    <a:cubicBezTo>
                      <a:pt x="101" y="7"/>
                      <a:pt x="99" y="7"/>
                      <a:pt x="103" y="7"/>
                    </a:cubicBezTo>
                    <a:cubicBezTo>
                      <a:pt x="106" y="7"/>
                      <a:pt x="108" y="7"/>
                      <a:pt x="108" y="6"/>
                    </a:cubicBezTo>
                    <a:cubicBezTo>
                      <a:pt x="108" y="5"/>
                      <a:pt x="104" y="3"/>
                      <a:pt x="104" y="3"/>
                    </a:cubicBezTo>
                    <a:cubicBezTo>
                      <a:pt x="104" y="3"/>
                      <a:pt x="103" y="4"/>
                      <a:pt x="103" y="3"/>
                    </a:cubicBezTo>
                    <a:cubicBezTo>
                      <a:pt x="103" y="2"/>
                      <a:pt x="104" y="1"/>
                      <a:pt x="104" y="1"/>
                    </a:cubicBezTo>
                    <a:cubicBezTo>
                      <a:pt x="103" y="0"/>
                      <a:pt x="103" y="0"/>
                      <a:pt x="103" y="0"/>
                    </a:cubicBezTo>
                    <a:cubicBezTo>
                      <a:pt x="103" y="0"/>
                      <a:pt x="91" y="0"/>
                      <a:pt x="88" y="1"/>
                    </a:cubicBez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44" name="Group 59"/>
          <p:cNvGrpSpPr/>
          <p:nvPr/>
        </p:nvGrpSpPr>
        <p:grpSpPr>
          <a:xfrm>
            <a:off x="6172200" y="3580534"/>
            <a:ext cx="2276195" cy="709468"/>
            <a:chOff x="7154104" y="3206176"/>
            <a:chExt cx="2276195" cy="709468"/>
          </a:xfrm>
        </p:grpSpPr>
        <p:sp>
          <p:nvSpPr>
            <p:cNvPr id="157" name="TextBox 156"/>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58" name="Rectangle 157"/>
            <p:cNvSpPr/>
            <p:nvPr/>
          </p:nvSpPr>
          <p:spPr>
            <a:xfrm>
              <a:off x="7154104" y="3206176"/>
              <a:ext cx="1205458" cy="215444"/>
            </a:xfrm>
            <a:prstGeom prst="rect">
              <a:avLst/>
            </a:prstGeom>
          </p:spPr>
          <p:txBody>
            <a:bodyPr wrap="none" lIns="0" tIns="0" rIns="0" bIns="0">
              <a:spAutoFit/>
            </a:bodyPr>
            <a:lstStyle/>
            <a:p>
              <a:r>
                <a:rPr lang="en-US" sz="1400" b="1" dirty="0">
                  <a:solidFill>
                    <a:schemeClr val="accent5"/>
                  </a:solidFill>
                </a:rPr>
                <a:t>Keyword Here</a:t>
              </a:r>
            </a:p>
          </p:txBody>
        </p:sp>
      </p:grpSp>
      <p:grpSp>
        <p:nvGrpSpPr>
          <p:cNvPr id="145" name="Group 58"/>
          <p:cNvGrpSpPr/>
          <p:nvPr/>
        </p:nvGrpSpPr>
        <p:grpSpPr>
          <a:xfrm>
            <a:off x="6172200" y="1405082"/>
            <a:ext cx="2276195" cy="709468"/>
            <a:chOff x="7174424" y="1352592"/>
            <a:chExt cx="2276195" cy="709468"/>
          </a:xfrm>
        </p:grpSpPr>
        <p:sp>
          <p:nvSpPr>
            <p:cNvPr id="160" name="TextBox 159"/>
            <p:cNvSpPr txBox="1"/>
            <p:nvPr/>
          </p:nvSpPr>
          <p:spPr>
            <a:xfrm>
              <a:off x="7174424" y="1600395"/>
              <a:ext cx="2276195"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61" name="Rectangle 160"/>
            <p:cNvSpPr/>
            <p:nvPr/>
          </p:nvSpPr>
          <p:spPr>
            <a:xfrm>
              <a:off x="7174424" y="1352592"/>
              <a:ext cx="1205458" cy="215444"/>
            </a:xfrm>
            <a:prstGeom prst="rect">
              <a:avLst/>
            </a:prstGeom>
          </p:spPr>
          <p:txBody>
            <a:bodyPr wrap="none" lIns="0" tIns="0" rIns="0" bIns="0">
              <a:spAutoFit/>
            </a:bodyPr>
            <a:lstStyle/>
            <a:p>
              <a:r>
                <a:rPr lang="en-US" sz="1400" b="1" dirty="0">
                  <a:solidFill>
                    <a:schemeClr val="accent3"/>
                  </a:solidFill>
                </a:rPr>
                <a:t>Keyword Here</a:t>
              </a:r>
            </a:p>
          </p:txBody>
        </p:sp>
      </p:grpSp>
      <p:grpSp>
        <p:nvGrpSpPr>
          <p:cNvPr id="146" name="Group 56"/>
          <p:cNvGrpSpPr/>
          <p:nvPr/>
        </p:nvGrpSpPr>
        <p:grpSpPr>
          <a:xfrm>
            <a:off x="695604" y="1405082"/>
            <a:ext cx="2276196" cy="709468"/>
            <a:chOff x="-296510" y="1363501"/>
            <a:chExt cx="2276196" cy="709468"/>
          </a:xfrm>
        </p:grpSpPr>
        <p:sp>
          <p:nvSpPr>
            <p:cNvPr id="163" name="TextBox 162"/>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64" name="Rectangle 163"/>
            <p:cNvSpPr/>
            <p:nvPr/>
          </p:nvSpPr>
          <p:spPr>
            <a:xfrm>
              <a:off x="774227" y="1363501"/>
              <a:ext cx="1205458" cy="215444"/>
            </a:xfrm>
            <a:prstGeom prst="rect">
              <a:avLst/>
            </a:prstGeom>
          </p:spPr>
          <p:txBody>
            <a:bodyPr wrap="none" lIns="0" tIns="0" rIns="0" bIns="0">
              <a:spAutoFit/>
            </a:bodyPr>
            <a:lstStyle/>
            <a:p>
              <a:pPr algn="r"/>
              <a:r>
                <a:rPr lang="en-US" sz="1400" b="1" dirty="0">
                  <a:solidFill>
                    <a:schemeClr val="accent2"/>
                  </a:solidFill>
                </a:rPr>
                <a:t>Keyword Here</a:t>
              </a:r>
            </a:p>
          </p:txBody>
        </p:sp>
      </p:grpSp>
      <p:grpSp>
        <p:nvGrpSpPr>
          <p:cNvPr id="147" name="Group 56"/>
          <p:cNvGrpSpPr/>
          <p:nvPr/>
        </p:nvGrpSpPr>
        <p:grpSpPr>
          <a:xfrm>
            <a:off x="695604" y="3562350"/>
            <a:ext cx="2276196" cy="709468"/>
            <a:chOff x="-296510" y="1363501"/>
            <a:chExt cx="2276196" cy="709468"/>
          </a:xfrm>
        </p:grpSpPr>
        <p:sp>
          <p:nvSpPr>
            <p:cNvPr id="166" name="TextBox 165"/>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67" name="Rectangle 166"/>
            <p:cNvSpPr/>
            <p:nvPr/>
          </p:nvSpPr>
          <p:spPr>
            <a:xfrm>
              <a:off x="774227" y="1363501"/>
              <a:ext cx="1205458" cy="215444"/>
            </a:xfrm>
            <a:prstGeom prst="rect">
              <a:avLst/>
            </a:prstGeom>
          </p:spPr>
          <p:txBody>
            <a:bodyPr wrap="none" lIns="0" tIns="0" rIns="0" bIns="0">
              <a:spAutoFit/>
            </a:bodyPr>
            <a:lstStyle/>
            <a:p>
              <a:pPr algn="r"/>
              <a:r>
                <a:rPr lang="en-US" sz="1400" b="1" dirty="0">
                  <a:solidFill>
                    <a:schemeClr val="accent6"/>
                  </a:solidFill>
                </a:rPr>
                <a:t>Keyword Here</a:t>
              </a:r>
            </a:p>
          </p:txBody>
        </p:sp>
      </p:grpSp>
      <p:grpSp>
        <p:nvGrpSpPr>
          <p:cNvPr id="148" name="Group 56"/>
          <p:cNvGrpSpPr/>
          <p:nvPr/>
        </p:nvGrpSpPr>
        <p:grpSpPr>
          <a:xfrm>
            <a:off x="695604" y="2490115"/>
            <a:ext cx="2276196" cy="709468"/>
            <a:chOff x="-296510" y="1363501"/>
            <a:chExt cx="2276196" cy="709468"/>
          </a:xfrm>
        </p:grpSpPr>
        <p:sp>
          <p:nvSpPr>
            <p:cNvPr id="169" name="TextBox 168"/>
            <p:cNvSpPr txBox="1"/>
            <p:nvPr/>
          </p:nvSpPr>
          <p:spPr>
            <a:xfrm>
              <a:off x="-296510" y="1611304"/>
              <a:ext cx="2276196" cy="461665"/>
            </a:xfrm>
            <a:prstGeom prst="rect">
              <a:avLst/>
            </a:prstGeom>
            <a:noFill/>
          </p:spPr>
          <p:txBody>
            <a:bodyPr wrap="square" lIns="0" tIns="0" rIns="0" bIns="0" rtlCol="0">
              <a:spAutoFit/>
            </a:bodyPr>
            <a:lstStyle/>
            <a:p>
              <a:pPr lvl="0" algn="r"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70" name="Rectangle 169"/>
            <p:cNvSpPr/>
            <p:nvPr/>
          </p:nvSpPr>
          <p:spPr>
            <a:xfrm>
              <a:off x="774227" y="1363501"/>
              <a:ext cx="1205458" cy="215444"/>
            </a:xfrm>
            <a:prstGeom prst="rect">
              <a:avLst/>
            </a:prstGeom>
          </p:spPr>
          <p:txBody>
            <a:bodyPr wrap="none" lIns="0" tIns="0" rIns="0" bIns="0">
              <a:spAutoFit/>
            </a:bodyPr>
            <a:lstStyle/>
            <a:p>
              <a:pPr algn="r"/>
              <a:r>
                <a:rPr lang="en-US" sz="1400" b="1" dirty="0">
                  <a:solidFill>
                    <a:schemeClr val="accent1"/>
                  </a:solidFill>
                </a:rPr>
                <a:t>Keyword Here</a:t>
              </a:r>
            </a:p>
          </p:txBody>
        </p:sp>
      </p:grpSp>
      <p:grpSp>
        <p:nvGrpSpPr>
          <p:cNvPr id="149" name="Group 59"/>
          <p:cNvGrpSpPr/>
          <p:nvPr/>
        </p:nvGrpSpPr>
        <p:grpSpPr>
          <a:xfrm>
            <a:off x="6172200" y="2490115"/>
            <a:ext cx="2276195" cy="709468"/>
            <a:chOff x="7154104" y="3206176"/>
            <a:chExt cx="2276195" cy="709468"/>
          </a:xfrm>
        </p:grpSpPr>
        <p:sp>
          <p:nvSpPr>
            <p:cNvPr id="172" name="TextBox 171"/>
            <p:cNvSpPr txBox="1"/>
            <p:nvPr/>
          </p:nvSpPr>
          <p:spPr>
            <a:xfrm>
              <a:off x="7154105" y="3453979"/>
              <a:ext cx="2276194"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50000"/>
                      <a:lumOff val="50000"/>
                    </a:schemeClr>
                  </a:solidFill>
                </a:rPr>
                <a:t>There are many variations passages of lorem ipsum available  majority have suffered alteration .</a:t>
              </a:r>
              <a:endParaRPr lang="en-US" sz="1000" dirty="0">
                <a:solidFill>
                  <a:schemeClr val="tx1">
                    <a:lumMod val="65000"/>
                    <a:lumOff val="35000"/>
                  </a:schemeClr>
                </a:solidFill>
              </a:endParaRPr>
            </a:p>
          </p:txBody>
        </p:sp>
        <p:sp>
          <p:nvSpPr>
            <p:cNvPr id="173" name="Rectangle 172"/>
            <p:cNvSpPr/>
            <p:nvPr/>
          </p:nvSpPr>
          <p:spPr>
            <a:xfrm>
              <a:off x="7154104" y="3206176"/>
              <a:ext cx="1205458" cy="215444"/>
            </a:xfrm>
            <a:prstGeom prst="rect">
              <a:avLst/>
            </a:prstGeom>
          </p:spPr>
          <p:txBody>
            <a:bodyPr wrap="none" lIns="0" tIns="0" rIns="0" bIns="0">
              <a:spAutoFit/>
            </a:bodyPr>
            <a:lstStyle/>
            <a:p>
              <a:r>
                <a:rPr lang="en-US" sz="1400" b="1" dirty="0">
                  <a:solidFill>
                    <a:schemeClr val="accent4"/>
                  </a:solidFill>
                </a:rPr>
                <a:t>Keyword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anim calcmode="lin" valueType="num">
                                      <p:cBhvr>
                                        <p:cTn id="14" dur="500" fill="hold"/>
                                        <p:tgtEl>
                                          <p:spTgt spid="9"/>
                                        </p:tgtEl>
                                        <p:attrNameLst>
                                          <p:attrName>ppt_x</p:attrName>
                                        </p:attrNameLst>
                                      </p:cBhvr>
                                      <p:tavLst>
                                        <p:tav tm="0">
                                          <p:val>
                                            <p:strVal val="#ppt_x"/>
                                          </p:val>
                                        </p:tav>
                                        <p:tav tm="100000">
                                          <p:val>
                                            <p:strVal val="#ppt_x"/>
                                          </p:val>
                                        </p:tav>
                                      </p:tavLst>
                                    </p:anim>
                                    <p:anim calcmode="lin" valueType="num">
                                      <p:cBhvr>
                                        <p:cTn id="15" dur="5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anim calcmode="lin" valueType="num">
                                      <p:cBhvr>
                                        <p:cTn id="20" dur="500" fill="hold"/>
                                        <p:tgtEl>
                                          <p:spTgt spid="12"/>
                                        </p:tgtEl>
                                        <p:attrNameLst>
                                          <p:attrName>ppt_x</p:attrName>
                                        </p:attrNameLst>
                                      </p:cBhvr>
                                      <p:tavLst>
                                        <p:tav tm="0">
                                          <p:val>
                                            <p:strVal val="#ppt_x"/>
                                          </p:val>
                                        </p:tav>
                                        <p:tav tm="100000">
                                          <p:val>
                                            <p:strVal val="#ppt_x"/>
                                          </p:val>
                                        </p:tav>
                                      </p:tavLst>
                                    </p:anim>
                                    <p:anim calcmode="lin" valueType="num">
                                      <p:cBhvr>
                                        <p:cTn id="21" dur="500" fill="hold"/>
                                        <p:tgtEl>
                                          <p:spTgt spid="12"/>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anim calcmode="lin" valueType="num">
                                      <p:cBhvr>
                                        <p:cTn id="26" dur="500" fill="hold"/>
                                        <p:tgtEl>
                                          <p:spTgt spid="21"/>
                                        </p:tgtEl>
                                        <p:attrNameLst>
                                          <p:attrName>ppt_x</p:attrName>
                                        </p:attrNameLst>
                                      </p:cBhvr>
                                      <p:tavLst>
                                        <p:tav tm="0">
                                          <p:val>
                                            <p:strVal val="#ppt_x"/>
                                          </p:val>
                                        </p:tav>
                                        <p:tav tm="100000">
                                          <p:val>
                                            <p:strVal val="#ppt_x"/>
                                          </p:val>
                                        </p:tav>
                                      </p:tavLst>
                                    </p:anim>
                                    <p:anim calcmode="lin" valueType="num">
                                      <p:cBhvr>
                                        <p:cTn id="27" dur="500" fill="hold"/>
                                        <p:tgtEl>
                                          <p:spTgt spid="2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anim calcmode="lin" valueType="num">
                                      <p:cBhvr>
                                        <p:cTn id="32" dur="500" fill="hold"/>
                                        <p:tgtEl>
                                          <p:spTgt spid="18"/>
                                        </p:tgtEl>
                                        <p:attrNameLst>
                                          <p:attrName>ppt_x</p:attrName>
                                        </p:attrNameLst>
                                      </p:cBhvr>
                                      <p:tavLst>
                                        <p:tav tm="0">
                                          <p:val>
                                            <p:strVal val="#ppt_x"/>
                                          </p:val>
                                        </p:tav>
                                        <p:tav tm="100000">
                                          <p:val>
                                            <p:strVal val="#ppt_x"/>
                                          </p:val>
                                        </p:tav>
                                      </p:tavLst>
                                    </p:anim>
                                    <p:anim calcmode="lin" valueType="num">
                                      <p:cBhvr>
                                        <p:cTn id="33" dur="500" fill="hold"/>
                                        <p:tgtEl>
                                          <p:spTgt spid="18"/>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141"/>
                                        </p:tgtEl>
                                        <p:attrNameLst>
                                          <p:attrName>style.visibility</p:attrName>
                                        </p:attrNameLst>
                                      </p:cBhvr>
                                      <p:to>
                                        <p:strVal val="visible"/>
                                      </p:to>
                                    </p:set>
                                    <p:animEffect transition="in" filter="fade">
                                      <p:cBhvr>
                                        <p:cTn id="37" dur="500"/>
                                        <p:tgtEl>
                                          <p:spTgt spid="141"/>
                                        </p:tgtEl>
                                      </p:cBhvr>
                                    </p:animEffect>
                                    <p:anim calcmode="lin" valueType="num">
                                      <p:cBhvr>
                                        <p:cTn id="38" dur="500" fill="hold"/>
                                        <p:tgtEl>
                                          <p:spTgt spid="141"/>
                                        </p:tgtEl>
                                        <p:attrNameLst>
                                          <p:attrName>ppt_x</p:attrName>
                                        </p:attrNameLst>
                                      </p:cBhvr>
                                      <p:tavLst>
                                        <p:tav tm="0">
                                          <p:val>
                                            <p:strVal val="#ppt_x"/>
                                          </p:val>
                                        </p:tav>
                                        <p:tav tm="100000">
                                          <p:val>
                                            <p:strVal val="#ppt_x"/>
                                          </p:val>
                                        </p:tav>
                                      </p:tavLst>
                                    </p:anim>
                                    <p:anim calcmode="lin" valueType="num">
                                      <p:cBhvr>
                                        <p:cTn id="39" dur="500" fill="hold"/>
                                        <p:tgtEl>
                                          <p:spTgt spid="141"/>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138"/>
                                        </p:tgtEl>
                                        <p:attrNameLst>
                                          <p:attrName>style.visibility</p:attrName>
                                        </p:attrNameLst>
                                      </p:cBhvr>
                                      <p:to>
                                        <p:strVal val="visible"/>
                                      </p:to>
                                    </p:set>
                                    <p:animEffect transition="in" filter="fade">
                                      <p:cBhvr>
                                        <p:cTn id="43" dur="500"/>
                                        <p:tgtEl>
                                          <p:spTgt spid="138"/>
                                        </p:tgtEl>
                                      </p:cBhvr>
                                    </p:animEffect>
                                    <p:anim calcmode="lin" valueType="num">
                                      <p:cBhvr>
                                        <p:cTn id="44" dur="500" fill="hold"/>
                                        <p:tgtEl>
                                          <p:spTgt spid="138"/>
                                        </p:tgtEl>
                                        <p:attrNameLst>
                                          <p:attrName>ppt_x</p:attrName>
                                        </p:attrNameLst>
                                      </p:cBhvr>
                                      <p:tavLst>
                                        <p:tav tm="0">
                                          <p:val>
                                            <p:strVal val="#ppt_x"/>
                                          </p:val>
                                        </p:tav>
                                        <p:tav tm="100000">
                                          <p:val>
                                            <p:strVal val="#ppt_x"/>
                                          </p:val>
                                        </p:tav>
                                      </p:tavLst>
                                    </p:anim>
                                    <p:anim calcmode="lin" valueType="num">
                                      <p:cBhvr>
                                        <p:cTn id="45" dur="500" fill="hold"/>
                                        <p:tgtEl>
                                          <p:spTgt spid="138"/>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36"/>
                                        </p:tgtEl>
                                        <p:attrNameLst>
                                          <p:attrName>style.visibility</p:attrName>
                                        </p:attrNameLst>
                                      </p:cBhvr>
                                      <p:to>
                                        <p:strVal val="visible"/>
                                      </p:to>
                                    </p:set>
                                    <p:animEffect transition="in" filter="fade">
                                      <p:cBhvr>
                                        <p:cTn id="48" dur="500"/>
                                        <p:tgtEl>
                                          <p:spTgt spid="136"/>
                                        </p:tgtEl>
                                      </p:cBhvr>
                                    </p:animEffect>
                                    <p:anim calcmode="lin" valueType="num">
                                      <p:cBhvr>
                                        <p:cTn id="49" dur="500" fill="hold"/>
                                        <p:tgtEl>
                                          <p:spTgt spid="136"/>
                                        </p:tgtEl>
                                        <p:attrNameLst>
                                          <p:attrName>ppt_x</p:attrName>
                                        </p:attrNameLst>
                                      </p:cBhvr>
                                      <p:tavLst>
                                        <p:tav tm="0">
                                          <p:val>
                                            <p:strVal val="#ppt_x"/>
                                          </p:val>
                                        </p:tav>
                                        <p:tav tm="100000">
                                          <p:val>
                                            <p:strVal val="#ppt_x"/>
                                          </p:val>
                                        </p:tav>
                                      </p:tavLst>
                                    </p:anim>
                                    <p:anim calcmode="lin" valueType="num">
                                      <p:cBhvr>
                                        <p:cTn id="50" dur="500" fill="hold"/>
                                        <p:tgtEl>
                                          <p:spTgt spid="136"/>
                                        </p:tgtEl>
                                        <p:attrNameLst>
                                          <p:attrName>ppt_y</p:attrName>
                                        </p:attrNameLst>
                                      </p:cBhvr>
                                      <p:tavLst>
                                        <p:tav tm="0">
                                          <p:val>
                                            <p:strVal val="#ppt_y+.1"/>
                                          </p:val>
                                        </p:tav>
                                        <p:tav tm="100000">
                                          <p:val>
                                            <p:strVal val="#ppt_y"/>
                                          </p:val>
                                        </p:tav>
                                      </p:tavLst>
                                    </p:anim>
                                  </p:childTnLst>
                                </p:cTn>
                              </p:par>
                            </p:childTnLst>
                          </p:cTn>
                        </p:par>
                        <p:par>
                          <p:cTn id="51" fill="hold">
                            <p:stCondLst>
                              <p:cond delay="3500"/>
                            </p:stCondLst>
                            <p:childTnLst>
                              <p:par>
                                <p:cTn id="52" presetID="42" presetClass="entr" presetSubtype="0" fill="hold" nodeType="afterEffect">
                                  <p:stCondLst>
                                    <p:cond delay="0"/>
                                  </p:stCondLst>
                                  <p:childTnLst>
                                    <p:set>
                                      <p:cBhvr>
                                        <p:cTn id="53" dur="1" fill="hold">
                                          <p:stCondLst>
                                            <p:cond delay="0"/>
                                          </p:stCondLst>
                                        </p:cTn>
                                        <p:tgtEl>
                                          <p:spTgt spid="134"/>
                                        </p:tgtEl>
                                        <p:attrNameLst>
                                          <p:attrName>style.visibility</p:attrName>
                                        </p:attrNameLst>
                                      </p:cBhvr>
                                      <p:to>
                                        <p:strVal val="visible"/>
                                      </p:to>
                                    </p:set>
                                    <p:animEffect transition="in" filter="fade">
                                      <p:cBhvr>
                                        <p:cTn id="54" dur="500"/>
                                        <p:tgtEl>
                                          <p:spTgt spid="134"/>
                                        </p:tgtEl>
                                      </p:cBhvr>
                                    </p:animEffect>
                                    <p:anim calcmode="lin" valueType="num">
                                      <p:cBhvr>
                                        <p:cTn id="55" dur="500" fill="hold"/>
                                        <p:tgtEl>
                                          <p:spTgt spid="134"/>
                                        </p:tgtEl>
                                        <p:attrNameLst>
                                          <p:attrName>ppt_x</p:attrName>
                                        </p:attrNameLst>
                                      </p:cBhvr>
                                      <p:tavLst>
                                        <p:tav tm="0">
                                          <p:val>
                                            <p:strVal val="#ppt_x"/>
                                          </p:val>
                                        </p:tav>
                                        <p:tav tm="100000">
                                          <p:val>
                                            <p:strVal val="#ppt_x"/>
                                          </p:val>
                                        </p:tav>
                                      </p:tavLst>
                                    </p:anim>
                                    <p:anim calcmode="lin" valueType="num">
                                      <p:cBhvr>
                                        <p:cTn id="56" dur="500" fill="hold"/>
                                        <p:tgtEl>
                                          <p:spTgt spid="134"/>
                                        </p:tgtEl>
                                        <p:attrNameLst>
                                          <p:attrName>ppt_y</p:attrName>
                                        </p:attrNameLst>
                                      </p:cBhvr>
                                      <p:tavLst>
                                        <p:tav tm="0">
                                          <p:val>
                                            <p:strVal val="#ppt_y+.1"/>
                                          </p:val>
                                        </p:tav>
                                        <p:tav tm="100000">
                                          <p:val>
                                            <p:strVal val="#ppt_y"/>
                                          </p:val>
                                        </p:tav>
                                      </p:tavLst>
                                    </p:anim>
                                  </p:childTnLst>
                                </p:cTn>
                              </p:par>
                              <p:par>
                                <p:cTn id="57" presetID="42" presetClass="entr" presetSubtype="0" fill="hold" nodeType="withEffect">
                                  <p:stCondLst>
                                    <p:cond delay="0"/>
                                  </p:stCondLst>
                                  <p:childTnLst>
                                    <p:set>
                                      <p:cBhvr>
                                        <p:cTn id="58" dur="1" fill="hold">
                                          <p:stCondLst>
                                            <p:cond delay="0"/>
                                          </p:stCondLst>
                                        </p:cTn>
                                        <p:tgtEl>
                                          <p:spTgt spid="129"/>
                                        </p:tgtEl>
                                        <p:attrNameLst>
                                          <p:attrName>style.visibility</p:attrName>
                                        </p:attrNameLst>
                                      </p:cBhvr>
                                      <p:to>
                                        <p:strVal val="visible"/>
                                      </p:to>
                                    </p:set>
                                    <p:animEffect transition="in" filter="fade">
                                      <p:cBhvr>
                                        <p:cTn id="59" dur="500"/>
                                        <p:tgtEl>
                                          <p:spTgt spid="129"/>
                                        </p:tgtEl>
                                      </p:cBhvr>
                                    </p:animEffect>
                                    <p:anim calcmode="lin" valueType="num">
                                      <p:cBhvr>
                                        <p:cTn id="60" dur="500" fill="hold"/>
                                        <p:tgtEl>
                                          <p:spTgt spid="129"/>
                                        </p:tgtEl>
                                        <p:attrNameLst>
                                          <p:attrName>ppt_x</p:attrName>
                                        </p:attrNameLst>
                                      </p:cBhvr>
                                      <p:tavLst>
                                        <p:tav tm="0">
                                          <p:val>
                                            <p:strVal val="#ppt_x"/>
                                          </p:val>
                                        </p:tav>
                                        <p:tav tm="100000">
                                          <p:val>
                                            <p:strVal val="#ppt_x"/>
                                          </p:val>
                                        </p:tav>
                                      </p:tavLst>
                                    </p:anim>
                                    <p:anim calcmode="lin" valueType="num">
                                      <p:cBhvr>
                                        <p:cTn id="61" dur="500" fill="hold"/>
                                        <p:tgtEl>
                                          <p:spTgt spid="129"/>
                                        </p:tgtEl>
                                        <p:attrNameLst>
                                          <p:attrName>ppt_y</p:attrName>
                                        </p:attrNameLst>
                                      </p:cBhvr>
                                      <p:tavLst>
                                        <p:tav tm="0">
                                          <p:val>
                                            <p:strVal val="#ppt_y+.1"/>
                                          </p:val>
                                        </p:tav>
                                        <p:tav tm="100000">
                                          <p:val>
                                            <p:strVal val="#ppt_y"/>
                                          </p:val>
                                        </p:tav>
                                      </p:tavLst>
                                    </p:anim>
                                  </p:childTnLst>
                                </p:cTn>
                              </p:par>
                            </p:childTnLst>
                          </p:cTn>
                        </p:par>
                        <p:par>
                          <p:cTn id="62" fill="hold">
                            <p:stCondLst>
                              <p:cond delay="4000"/>
                            </p:stCondLst>
                            <p:childTnLst>
                              <p:par>
                                <p:cTn id="63" presetID="42" presetClass="entr" presetSubtype="0" fill="hold" nodeType="after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fade">
                                      <p:cBhvr>
                                        <p:cTn id="65" dur="500"/>
                                        <p:tgtEl>
                                          <p:spTgt spid="26"/>
                                        </p:tgtEl>
                                      </p:cBhvr>
                                    </p:animEffect>
                                    <p:anim calcmode="lin" valueType="num">
                                      <p:cBhvr>
                                        <p:cTn id="66" dur="500" fill="hold"/>
                                        <p:tgtEl>
                                          <p:spTgt spid="26"/>
                                        </p:tgtEl>
                                        <p:attrNameLst>
                                          <p:attrName>ppt_x</p:attrName>
                                        </p:attrNameLst>
                                      </p:cBhvr>
                                      <p:tavLst>
                                        <p:tav tm="0">
                                          <p:val>
                                            <p:strVal val="#ppt_x"/>
                                          </p:val>
                                        </p:tav>
                                        <p:tav tm="100000">
                                          <p:val>
                                            <p:strVal val="#ppt_x"/>
                                          </p:val>
                                        </p:tav>
                                      </p:tavLst>
                                    </p:anim>
                                    <p:anim calcmode="lin" valueType="num">
                                      <p:cBhvr>
                                        <p:cTn id="67" dur="500" fill="hold"/>
                                        <p:tgtEl>
                                          <p:spTgt spid="26"/>
                                        </p:tgtEl>
                                        <p:attrNameLst>
                                          <p:attrName>ppt_y</p:attrName>
                                        </p:attrNameLst>
                                      </p:cBhvr>
                                      <p:tavLst>
                                        <p:tav tm="0">
                                          <p:val>
                                            <p:strVal val="#ppt_y+.1"/>
                                          </p:val>
                                        </p:tav>
                                        <p:tav tm="100000">
                                          <p:val>
                                            <p:strVal val="#ppt_y"/>
                                          </p:val>
                                        </p:tav>
                                      </p:tavLst>
                                    </p:anim>
                                  </p:childTnLst>
                                </p:cTn>
                              </p:par>
                              <p:par>
                                <p:cTn id="68" presetID="42" presetClass="entr" presetSubtype="0" fill="hold"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anim calcmode="lin" valueType="num">
                                      <p:cBhvr>
                                        <p:cTn id="71" dur="500" fill="hold"/>
                                        <p:tgtEl>
                                          <p:spTgt spid="23"/>
                                        </p:tgtEl>
                                        <p:attrNameLst>
                                          <p:attrName>ppt_x</p:attrName>
                                        </p:attrNameLst>
                                      </p:cBhvr>
                                      <p:tavLst>
                                        <p:tav tm="0">
                                          <p:val>
                                            <p:strVal val="#ppt_x"/>
                                          </p:val>
                                        </p:tav>
                                        <p:tav tm="100000">
                                          <p:val>
                                            <p:strVal val="#ppt_x"/>
                                          </p:val>
                                        </p:tav>
                                      </p:tavLst>
                                    </p:anim>
                                    <p:anim calcmode="lin" valueType="num">
                                      <p:cBhvr>
                                        <p:cTn id="72" dur="500" fill="hold"/>
                                        <p:tgtEl>
                                          <p:spTgt spid="23"/>
                                        </p:tgtEl>
                                        <p:attrNameLst>
                                          <p:attrName>ppt_y</p:attrName>
                                        </p:attrNameLst>
                                      </p:cBhvr>
                                      <p:tavLst>
                                        <p:tav tm="0">
                                          <p:val>
                                            <p:strVal val="#ppt_y+.1"/>
                                          </p:val>
                                        </p:tav>
                                        <p:tav tm="100000">
                                          <p:val>
                                            <p:strVal val="#ppt_y"/>
                                          </p:val>
                                        </p:tav>
                                      </p:tavLst>
                                    </p:anim>
                                  </p:childTnLst>
                                </p:cTn>
                              </p:par>
                            </p:childTnLst>
                          </p:cTn>
                        </p:par>
                        <p:par>
                          <p:cTn id="73" fill="hold">
                            <p:stCondLst>
                              <p:cond delay="4500"/>
                            </p:stCondLst>
                            <p:childTnLst>
                              <p:par>
                                <p:cTn id="74" presetID="42" presetClass="entr" presetSubtype="0" fill="hold" nodeType="afterEffect">
                                  <p:stCondLst>
                                    <p:cond delay="0"/>
                                  </p:stCondLst>
                                  <p:childTnLst>
                                    <p:set>
                                      <p:cBhvr>
                                        <p:cTn id="75" dur="1" fill="hold">
                                          <p:stCondLst>
                                            <p:cond delay="0"/>
                                          </p:stCondLst>
                                        </p:cTn>
                                        <p:tgtEl>
                                          <p:spTgt spid="4"/>
                                        </p:tgtEl>
                                        <p:attrNameLst>
                                          <p:attrName>style.visibility</p:attrName>
                                        </p:attrNameLst>
                                      </p:cBhvr>
                                      <p:to>
                                        <p:strVal val="visible"/>
                                      </p:to>
                                    </p:set>
                                    <p:animEffect transition="in" filter="fade">
                                      <p:cBhvr>
                                        <p:cTn id="76" dur="500"/>
                                        <p:tgtEl>
                                          <p:spTgt spid="4"/>
                                        </p:tgtEl>
                                      </p:cBhvr>
                                    </p:animEffect>
                                    <p:anim calcmode="lin" valueType="num">
                                      <p:cBhvr>
                                        <p:cTn id="77" dur="500" fill="hold"/>
                                        <p:tgtEl>
                                          <p:spTgt spid="4"/>
                                        </p:tgtEl>
                                        <p:attrNameLst>
                                          <p:attrName>ppt_x</p:attrName>
                                        </p:attrNameLst>
                                      </p:cBhvr>
                                      <p:tavLst>
                                        <p:tav tm="0">
                                          <p:val>
                                            <p:strVal val="#ppt_x"/>
                                          </p:val>
                                        </p:tav>
                                        <p:tav tm="100000">
                                          <p:val>
                                            <p:strVal val="#ppt_x"/>
                                          </p:val>
                                        </p:tav>
                                      </p:tavLst>
                                    </p:anim>
                                    <p:anim calcmode="lin" valueType="num">
                                      <p:cBhvr>
                                        <p:cTn id="78" dur="500" fill="hold"/>
                                        <p:tgtEl>
                                          <p:spTgt spid="4"/>
                                        </p:tgtEl>
                                        <p:attrNameLst>
                                          <p:attrName>ppt_y</p:attrName>
                                        </p:attrNameLst>
                                      </p:cBhvr>
                                      <p:tavLst>
                                        <p:tav tm="0">
                                          <p:val>
                                            <p:strVal val="#ppt_y+.1"/>
                                          </p:val>
                                        </p:tav>
                                        <p:tav tm="100000">
                                          <p:val>
                                            <p:strVal val="#ppt_y"/>
                                          </p:val>
                                        </p:tav>
                                      </p:tavLst>
                                    </p:anim>
                                  </p:childTnLst>
                                </p:cTn>
                              </p:par>
                              <p:par>
                                <p:cTn id="79" presetID="42" presetClass="entr" presetSubtype="0" fill="hold" nodeType="with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fade">
                                      <p:cBhvr>
                                        <p:cTn id="81" dur="500"/>
                                        <p:tgtEl>
                                          <p:spTgt spid="29"/>
                                        </p:tgtEl>
                                      </p:cBhvr>
                                    </p:animEffect>
                                    <p:anim calcmode="lin" valueType="num">
                                      <p:cBhvr>
                                        <p:cTn id="82" dur="500" fill="hold"/>
                                        <p:tgtEl>
                                          <p:spTgt spid="29"/>
                                        </p:tgtEl>
                                        <p:attrNameLst>
                                          <p:attrName>ppt_x</p:attrName>
                                        </p:attrNameLst>
                                      </p:cBhvr>
                                      <p:tavLst>
                                        <p:tav tm="0">
                                          <p:val>
                                            <p:strVal val="#ppt_x"/>
                                          </p:val>
                                        </p:tav>
                                        <p:tav tm="100000">
                                          <p:val>
                                            <p:strVal val="#ppt_x"/>
                                          </p:val>
                                        </p:tav>
                                      </p:tavLst>
                                    </p:anim>
                                    <p:anim calcmode="lin" valueType="num">
                                      <p:cBhvr>
                                        <p:cTn id="83" dur="500" fill="hold"/>
                                        <p:tgtEl>
                                          <p:spTgt spid="29"/>
                                        </p:tgtEl>
                                        <p:attrNameLst>
                                          <p:attrName>ppt_y</p:attrName>
                                        </p:attrNameLst>
                                      </p:cBhvr>
                                      <p:tavLst>
                                        <p:tav tm="0">
                                          <p:val>
                                            <p:strVal val="#ppt_y+.1"/>
                                          </p:val>
                                        </p:tav>
                                        <p:tav tm="100000">
                                          <p:val>
                                            <p:strVal val="#ppt_y"/>
                                          </p:val>
                                        </p:tav>
                                      </p:tavLst>
                                    </p:anim>
                                  </p:childTnLst>
                                </p:cTn>
                              </p:par>
                              <p:par>
                                <p:cTn id="84" presetID="42" presetClass="entr" presetSubtype="0" fill="hold" nodeType="withEffect">
                                  <p:stCondLst>
                                    <p:cond delay="0"/>
                                  </p:stCondLst>
                                  <p:childTnLst>
                                    <p:set>
                                      <p:cBhvr>
                                        <p:cTn id="85" dur="1" fill="hold">
                                          <p:stCondLst>
                                            <p:cond delay="0"/>
                                          </p:stCondLst>
                                        </p:cTn>
                                        <p:tgtEl>
                                          <p:spTgt spid="132"/>
                                        </p:tgtEl>
                                        <p:attrNameLst>
                                          <p:attrName>style.visibility</p:attrName>
                                        </p:attrNameLst>
                                      </p:cBhvr>
                                      <p:to>
                                        <p:strVal val="visible"/>
                                      </p:to>
                                    </p:set>
                                    <p:animEffect transition="in" filter="fade">
                                      <p:cBhvr>
                                        <p:cTn id="86" dur="500"/>
                                        <p:tgtEl>
                                          <p:spTgt spid="132"/>
                                        </p:tgtEl>
                                      </p:cBhvr>
                                    </p:animEffect>
                                    <p:anim calcmode="lin" valueType="num">
                                      <p:cBhvr>
                                        <p:cTn id="87" dur="500" fill="hold"/>
                                        <p:tgtEl>
                                          <p:spTgt spid="132"/>
                                        </p:tgtEl>
                                        <p:attrNameLst>
                                          <p:attrName>ppt_x</p:attrName>
                                        </p:attrNameLst>
                                      </p:cBhvr>
                                      <p:tavLst>
                                        <p:tav tm="0">
                                          <p:val>
                                            <p:strVal val="#ppt_x"/>
                                          </p:val>
                                        </p:tav>
                                        <p:tav tm="100000">
                                          <p:val>
                                            <p:strVal val="#ppt_x"/>
                                          </p:val>
                                        </p:tav>
                                      </p:tavLst>
                                    </p:anim>
                                    <p:anim calcmode="lin" valueType="num">
                                      <p:cBhvr>
                                        <p:cTn id="88" dur="500" fill="hold"/>
                                        <p:tgtEl>
                                          <p:spTgt spid="132"/>
                                        </p:tgtEl>
                                        <p:attrNameLst>
                                          <p:attrName>ppt_y</p:attrName>
                                        </p:attrNameLst>
                                      </p:cBhvr>
                                      <p:tavLst>
                                        <p:tav tm="0">
                                          <p:val>
                                            <p:strVal val="#ppt_y+.1"/>
                                          </p:val>
                                        </p:tav>
                                        <p:tav tm="100000">
                                          <p:val>
                                            <p:strVal val="#ppt_y"/>
                                          </p:val>
                                        </p:tav>
                                      </p:tavLst>
                                    </p:anim>
                                  </p:childTnLst>
                                </p:cTn>
                              </p:par>
                            </p:childTnLst>
                          </p:cTn>
                        </p:par>
                        <p:par>
                          <p:cTn id="89" fill="hold">
                            <p:stCondLst>
                              <p:cond delay="5000"/>
                            </p:stCondLst>
                            <p:childTnLst>
                              <p:par>
                                <p:cTn id="90" presetID="2" presetClass="entr" presetSubtype="2" accel="50000" decel="50000" fill="hold" nodeType="afterEffect">
                                  <p:stCondLst>
                                    <p:cond delay="0"/>
                                  </p:stCondLst>
                                  <p:childTnLst>
                                    <p:set>
                                      <p:cBhvr>
                                        <p:cTn id="91" dur="1" fill="hold">
                                          <p:stCondLst>
                                            <p:cond delay="0"/>
                                          </p:stCondLst>
                                        </p:cTn>
                                        <p:tgtEl>
                                          <p:spTgt spid="145"/>
                                        </p:tgtEl>
                                        <p:attrNameLst>
                                          <p:attrName>style.visibility</p:attrName>
                                        </p:attrNameLst>
                                      </p:cBhvr>
                                      <p:to>
                                        <p:strVal val="visible"/>
                                      </p:to>
                                    </p:set>
                                    <p:anim calcmode="lin" valueType="num">
                                      <p:cBhvr additive="base">
                                        <p:cTn id="92" dur="500" fill="hold"/>
                                        <p:tgtEl>
                                          <p:spTgt spid="145"/>
                                        </p:tgtEl>
                                        <p:attrNameLst>
                                          <p:attrName>ppt_x</p:attrName>
                                        </p:attrNameLst>
                                      </p:cBhvr>
                                      <p:tavLst>
                                        <p:tav tm="0">
                                          <p:val>
                                            <p:strVal val="1+#ppt_w/2"/>
                                          </p:val>
                                        </p:tav>
                                        <p:tav tm="100000">
                                          <p:val>
                                            <p:strVal val="#ppt_x"/>
                                          </p:val>
                                        </p:tav>
                                      </p:tavLst>
                                    </p:anim>
                                    <p:anim calcmode="lin" valueType="num">
                                      <p:cBhvr additive="base">
                                        <p:cTn id="93" dur="500" fill="hold"/>
                                        <p:tgtEl>
                                          <p:spTgt spid="145"/>
                                        </p:tgtEl>
                                        <p:attrNameLst>
                                          <p:attrName>ppt_y</p:attrName>
                                        </p:attrNameLst>
                                      </p:cBhvr>
                                      <p:tavLst>
                                        <p:tav tm="0">
                                          <p:val>
                                            <p:strVal val="#ppt_y"/>
                                          </p:val>
                                        </p:tav>
                                        <p:tav tm="100000">
                                          <p:val>
                                            <p:strVal val="#ppt_y"/>
                                          </p:val>
                                        </p:tav>
                                      </p:tavLst>
                                    </p:anim>
                                  </p:childTnLst>
                                </p:cTn>
                              </p:par>
                            </p:childTnLst>
                          </p:cTn>
                        </p:par>
                        <p:par>
                          <p:cTn id="94" fill="hold">
                            <p:stCondLst>
                              <p:cond delay="5500"/>
                            </p:stCondLst>
                            <p:childTnLst>
                              <p:par>
                                <p:cTn id="95" presetID="2" presetClass="entr" presetSubtype="8" accel="50000" decel="50000" fill="hold" nodeType="afterEffect">
                                  <p:stCondLst>
                                    <p:cond delay="0"/>
                                  </p:stCondLst>
                                  <p:childTnLst>
                                    <p:set>
                                      <p:cBhvr>
                                        <p:cTn id="96" dur="1" fill="hold">
                                          <p:stCondLst>
                                            <p:cond delay="0"/>
                                          </p:stCondLst>
                                        </p:cTn>
                                        <p:tgtEl>
                                          <p:spTgt spid="146"/>
                                        </p:tgtEl>
                                        <p:attrNameLst>
                                          <p:attrName>style.visibility</p:attrName>
                                        </p:attrNameLst>
                                      </p:cBhvr>
                                      <p:to>
                                        <p:strVal val="visible"/>
                                      </p:to>
                                    </p:set>
                                    <p:anim calcmode="lin" valueType="num">
                                      <p:cBhvr additive="base">
                                        <p:cTn id="97" dur="500" fill="hold"/>
                                        <p:tgtEl>
                                          <p:spTgt spid="146"/>
                                        </p:tgtEl>
                                        <p:attrNameLst>
                                          <p:attrName>ppt_x</p:attrName>
                                        </p:attrNameLst>
                                      </p:cBhvr>
                                      <p:tavLst>
                                        <p:tav tm="0">
                                          <p:val>
                                            <p:strVal val="0-#ppt_w/2"/>
                                          </p:val>
                                        </p:tav>
                                        <p:tav tm="100000">
                                          <p:val>
                                            <p:strVal val="#ppt_x"/>
                                          </p:val>
                                        </p:tav>
                                      </p:tavLst>
                                    </p:anim>
                                    <p:anim calcmode="lin" valueType="num">
                                      <p:cBhvr additive="base">
                                        <p:cTn id="98" dur="500" fill="hold"/>
                                        <p:tgtEl>
                                          <p:spTgt spid="146"/>
                                        </p:tgtEl>
                                        <p:attrNameLst>
                                          <p:attrName>ppt_y</p:attrName>
                                        </p:attrNameLst>
                                      </p:cBhvr>
                                      <p:tavLst>
                                        <p:tav tm="0">
                                          <p:val>
                                            <p:strVal val="#ppt_y"/>
                                          </p:val>
                                        </p:tav>
                                        <p:tav tm="100000">
                                          <p:val>
                                            <p:strVal val="#ppt_y"/>
                                          </p:val>
                                        </p:tav>
                                      </p:tavLst>
                                    </p:anim>
                                  </p:childTnLst>
                                </p:cTn>
                              </p:par>
                            </p:childTnLst>
                          </p:cTn>
                        </p:par>
                        <p:par>
                          <p:cTn id="99" fill="hold">
                            <p:stCondLst>
                              <p:cond delay="6000"/>
                            </p:stCondLst>
                            <p:childTnLst>
                              <p:par>
                                <p:cTn id="100" presetID="2" presetClass="entr" presetSubtype="8" accel="50000" decel="50000" fill="hold" nodeType="afterEffect">
                                  <p:stCondLst>
                                    <p:cond delay="0"/>
                                  </p:stCondLst>
                                  <p:childTnLst>
                                    <p:set>
                                      <p:cBhvr>
                                        <p:cTn id="101" dur="1" fill="hold">
                                          <p:stCondLst>
                                            <p:cond delay="0"/>
                                          </p:stCondLst>
                                        </p:cTn>
                                        <p:tgtEl>
                                          <p:spTgt spid="148"/>
                                        </p:tgtEl>
                                        <p:attrNameLst>
                                          <p:attrName>style.visibility</p:attrName>
                                        </p:attrNameLst>
                                      </p:cBhvr>
                                      <p:to>
                                        <p:strVal val="visible"/>
                                      </p:to>
                                    </p:set>
                                    <p:anim calcmode="lin" valueType="num">
                                      <p:cBhvr additive="base">
                                        <p:cTn id="102" dur="500" fill="hold"/>
                                        <p:tgtEl>
                                          <p:spTgt spid="148"/>
                                        </p:tgtEl>
                                        <p:attrNameLst>
                                          <p:attrName>ppt_x</p:attrName>
                                        </p:attrNameLst>
                                      </p:cBhvr>
                                      <p:tavLst>
                                        <p:tav tm="0">
                                          <p:val>
                                            <p:strVal val="0-#ppt_w/2"/>
                                          </p:val>
                                        </p:tav>
                                        <p:tav tm="100000">
                                          <p:val>
                                            <p:strVal val="#ppt_x"/>
                                          </p:val>
                                        </p:tav>
                                      </p:tavLst>
                                    </p:anim>
                                    <p:anim calcmode="lin" valueType="num">
                                      <p:cBhvr additive="base">
                                        <p:cTn id="103" dur="500" fill="hold"/>
                                        <p:tgtEl>
                                          <p:spTgt spid="148"/>
                                        </p:tgtEl>
                                        <p:attrNameLst>
                                          <p:attrName>ppt_y</p:attrName>
                                        </p:attrNameLst>
                                      </p:cBhvr>
                                      <p:tavLst>
                                        <p:tav tm="0">
                                          <p:val>
                                            <p:strVal val="#ppt_y"/>
                                          </p:val>
                                        </p:tav>
                                        <p:tav tm="100000">
                                          <p:val>
                                            <p:strVal val="#ppt_y"/>
                                          </p:val>
                                        </p:tav>
                                      </p:tavLst>
                                    </p:anim>
                                  </p:childTnLst>
                                </p:cTn>
                              </p:par>
                            </p:childTnLst>
                          </p:cTn>
                        </p:par>
                        <p:par>
                          <p:cTn id="104" fill="hold">
                            <p:stCondLst>
                              <p:cond delay="6500"/>
                            </p:stCondLst>
                            <p:childTnLst>
                              <p:par>
                                <p:cTn id="105" presetID="2" presetClass="entr" presetSubtype="2" accel="50000" decel="50000" fill="hold" nodeType="afterEffect">
                                  <p:stCondLst>
                                    <p:cond delay="0"/>
                                  </p:stCondLst>
                                  <p:childTnLst>
                                    <p:set>
                                      <p:cBhvr>
                                        <p:cTn id="106" dur="1" fill="hold">
                                          <p:stCondLst>
                                            <p:cond delay="0"/>
                                          </p:stCondLst>
                                        </p:cTn>
                                        <p:tgtEl>
                                          <p:spTgt spid="149"/>
                                        </p:tgtEl>
                                        <p:attrNameLst>
                                          <p:attrName>style.visibility</p:attrName>
                                        </p:attrNameLst>
                                      </p:cBhvr>
                                      <p:to>
                                        <p:strVal val="visible"/>
                                      </p:to>
                                    </p:set>
                                    <p:anim calcmode="lin" valueType="num">
                                      <p:cBhvr additive="base">
                                        <p:cTn id="107" dur="500" fill="hold"/>
                                        <p:tgtEl>
                                          <p:spTgt spid="149"/>
                                        </p:tgtEl>
                                        <p:attrNameLst>
                                          <p:attrName>ppt_x</p:attrName>
                                        </p:attrNameLst>
                                      </p:cBhvr>
                                      <p:tavLst>
                                        <p:tav tm="0">
                                          <p:val>
                                            <p:strVal val="1+#ppt_w/2"/>
                                          </p:val>
                                        </p:tav>
                                        <p:tav tm="100000">
                                          <p:val>
                                            <p:strVal val="#ppt_x"/>
                                          </p:val>
                                        </p:tav>
                                      </p:tavLst>
                                    </p:anim>
                                    <p:anim calcmode="lin" valueType="num">
                                      <p:cBhvr additive="base">
                                        <p:cTn id="108" dur="500" fill="hold"/>
                                        <p:tgtEl>
                                          <p:spTgt spid="149"/>
                                        </p:tgtEl>
                                        <p:attrNameLst>
                                          <p:attrName>ppt_y</p:attrName>
                                        </p:attrNameLst>
                                      </p:cBhvr>
                                      <p:tavLst>
                                        <p:tav tm="0">
                                          <p:val>
                                            <p:strVal val="#ppt_y"/>
                                          </p:val>
                                        </p:tav>
                                        <p:tav tm="100000">
                                          <p:val>
                                            <p:strVal val="#ppt_y"/>
                                          </p:val>
                                        </p:tav>
                                      </p:tavLst>
                                    </p:anim>
                                  </p:childTnLst>
                                </p:cTn>
                              </p:par>
                            </p:childTnLst>
                          </p:cTn>
                        </p:par>
                        <p:par>
                          <p:cTn id="109" fill="hold">
                            <p:stCondLst>
                              <p:cond delay="7000"/>
                            </p:stCondLst>
                            <p:childTnLst>
                              <p:par>
                                <p:cTn id="110" presetID="2" presetClass="entr" presetSubtype="8" accel="50000" decel="50000" fill="hold" nodeType="afterEffect">
                                  <p:stCondLst>
                                    <p:cond delay="0"/>
                                  </p:stCondLst>
                                  <p:childTnLst>
                                    <p:set>
                                      <p:cBhvr>
                                        <p:cTn id="111" dur="1" fill="hold">
                                          <p:stCondLst>
                                            <p:cond delay="0"/>
                                          </p:stCondLst>
                                        </p:cTn>
                                        <p:tgtEl>
                                          <p:spTgt spid="147"/>
                                        </p:tgtEl>
                                        <p:attrNameLst>
                                          <p:attrName>style.visibility</p:attrName>
                                        </p:attrNameLst>
                                      </p:cBhvr>
                                      <p:to>
                                        <p:strVal val="visible"/>
                                      </p:to>
                                    </p:set>
                                    <p:anim calcmode="lin" valueType="num">
                                      <p:cBhvr additive="base">
                                        <p:cTn id="112" dur="500" fill="hold"/>
                                        <p:tgtEl>
                                          <p:spTgt spid="147"/>
                                        </p:tgtEl>
                                        <p:attrNameLst>
                                          <p:attrName>ppt_x</p:attrName>
                                        </p:attrNameLst>
                                      </p:cBhvr>
                                      <p:tavLst>
                                        <p:tav tm="0">
                                          <p:val>
                                            <p:strVal val="0-#ppt_w/2"/>
                                          </p:val>
                                        </p:tav>
                                        <p:tav tm="100000">
                                          <p:val>
                                            <p:strVal val="#ppt_x"/>
                                          </p:val>
                                        </p:tav>
                                      </p:tavLst>
                                    </p:anim>
                                    <p:anim calcmode="lin" valueType="num">
                                      <p:cBhvr additive="base">
                                        <p:cTn id="113" dur="500" fill="hold"/>
                                        <p:tgtEl>
                                          <p:spTgt spid="147"/>
                                        </p:tgtEl>
                                        <p:attrNameLst>
                                          <p:attrName>ppt_y</p:attrName>
                                        </p:attrNameLst>
                                      </p:cBhvr>
                                      <p:tavLst>
                                        <p:tav tm="0">
                                          <p:val>
                                            <p:strVal val="#ppt_y"/>
                                          </p:val>
                                        </p:tav>
                                        <p:tav tm="100000">
                                          <p:val>
                                            <p:strVal val="#ppt_y"/>
                                          </p:val>
                                        </p:tav>
                                      </p:tavLst>
                                    </p:anim>
                                  </p:childTnLst>
                                </p:cTn>
                              </p:par>
                            </p:childTnLst>
                          </p:cTn>
                        </p:par>
                        <p:par>
                          <p:cTn id="114" fill="hold">
                            <p:stCondLst>
                              <p:cond delay="7500"/>
                            </p:stCondLst>
                            <p:childTnLst>
                              <p:par>
                                <p:cTn id="115" presetID="2" presetClass="entr" presetSubtype="2" accel="50000" decel="50000" fill="hold" nodeType="afterEffect">
                                  <p:stCondLst>
                                    <p:cond delay="0"/>
                                  </p:stCondLst>
                                  <p:childTnLst>
                                    <p:set>
                                      <p:cBhvr>
                                        <p:cTn id="116" dur="1" fill="hold">
                                          <p:stCondLst>
                                            <p:cond delay="0"/>
                                          </p:stCondLst>
                                        </p:cTn>
                                        <p:tgtEl>
                                          <p:spTgt spid="144"/>
                                        </p:tgtEl>
                                        <p:attrNameLst>
                                          <p:attrName>style.visibility</p:attrName>
                                        </p:attrNameLst>
                                      </p:cBhvr>
                                      <p:to>
                                        <p:strVal val="visible"/>
                                      </p:to>
                                    </p:set>
                                    <p:anim calcmode="lin" valueType="num">
                                      <p:cBhvr additive="base">
                                        <p:cTn id="117" dur="500" fill="hold"/>
                                        <p:tgtEl>
                                          <p:spTgt spid="144"/>
                                        </p:tgtEl>
                                        <p:attrNameLst>
                                          <p:attrName>ppt_x</p:attrName>
                                        </p:attrNameLst>
                                      </p:cBhvr>
                                      <p:tavLst>
                                        <p:tav tm="0">
                                          <p:val>
                                            <p:strVal val="1+#ppt_w/2"/>
                                          </p:val>
                                        </p:tav>
                                        <p:tav tm="100000">
                                          <p:val>
                                            <p:strVal val="#ppt_x"/>
                                          </p:val>
                                        </p:tav>
                                      </p:tavLst>
                                    </p:anim>
                                    <p:anim calcmode="lin" valueType="num">
                                      <p:cBhvr additive="base">
                                        <p:cTn id="118" dur="500" fill="hold"/>
                                        <p:tgtEl>
                                          <p:spTgt spid="1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1683405"/>
            <a:ext cx="2165978" cy="523220"/>
          </a:xfrm>
          <a:prstGeom prst="rect">
            <a:avLst/>
          </a:prstGeom>
          <a:noFill/>
        </p:spPr>
        <p:txBody>
          <a:bodyPr wrap="none" rtlCol="0">
            <a:spAutoFit/>
          </a:bodyPr>
          <a:lstStyle/>
          <a:p>
            <a:r>
              <a:rPr lang="en-US" sz="2800" b="1" cap="all" dirty="0">
                <a:solidFill>
                  <a:schemeClr val="tx1">
                    <a:lumMod val="50000"/>
                    <a:lumOff val="50000"/>
                  </a:schemeClr>
                </a:solidFill>
              </a:rPr>
              <a:t>silhouettes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1662113"/>
            <a:ext cx="3006725" cy="566738"/>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Silhouettes Infographic </a:t>
            </a:r>
            <a:endParaRPr lang="en-US" dirty="0"/>
          </a:p>
        </p:txBody>
      </p:sp>
      <p:sp>
        <p:nvSpPr>
          <p:cNvPr id="6" name="Text Placeholder 5"/>
          <p:cNvSpPr>
            <a:spLocks noGrp="1"/>
          </p:cNvSpPr>
          <p:nvPr>
            <p:ph type="body" sz="half" idx="2"/>
          </p:nvPr>
        </p:nvSpPr>
        <p:spPr/>
        <p:txBody>
          <a:bodyPr/>
          <a:lstStyle/>
          <a:p>
            <a:r>
              <a:rPr lang="en-US"/>
              <a:t>Silhouettes Infographic </a:t>
            </a:r>
            <a:endParaRPr lang="en-US" dirty="0"/>
          </a:p>
        </p:txBody>
      </p:sp>
      <p:sp>
        <p:nvSpPr>
          <p:cNvPr id="62" name="Slide Number Placeholder 61"/>
          <p:cNvSpPr>
            <a:spLocks noGrp="1"/>
          </p:cNvSpPr>
          <p:nvPr>
            <p:ph type="sldNum" sz="quarter" idx="12"/>
          </p:nvPr>
        </p:nvSpPr>
        <p:spPr/>
        <p:txBody>
          <a:bodyPr/>
          <a:lstStyle/>
          <a:p>
            <a:fld id="{C136B7D2-B98C-44FD-8D04-7EC62A564975}" type="slidenum">
              <a:rPr lang="en-US" smtClean="0"/>
              <a:pPr/>
              <a:t>271</a:t>
            </a:fld>
            <a:endParaRPr lang="en-US" dirty="0"/>
          </a:p>
        </p:txBody>
      </p:sp>
      <p:grpSp>
        <p:nvGrpSpPr>
          <p:cNvPr id="2" name="Group 132"/>
          <p:cNvGrpSpPr/>
          <p:nvPr/>
        </p:nvGrpSpPr>
        <p:grpSpPr>
          <a:xfrm>
            <a:off x="4110612" y="1276350"/>
            <a:ext cx="922777" cy="3168448"/>
            <a:chOff x="4110612" y="1340926"/>
            <a:chExt cx="922777" cy="3168448"/>
          </a:xfrm>
        </p:grpSpPr>
        <p:sp>
          <p:nvSpPr>
            <p:cNvPr id="2061" name="Freeform 13"/>
            <p:cNvSpPr>
              <a:spLocks/>
            </p:cNvSpPr>
            <p:nvPr/>
          </p:nvSpPr>
          <p:spPr bwMode="auto">
            <a:xfrm>
              <a:off x="4110612" y="1340926"/>
              <a:ext cx="922777" cy="3168448"/>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bg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2" name="Freeform 14"/>
            <p:cNvSpPr>
              <a:spLocks/>
            </p:cNvSpPr>
            <p:nvPr/>
          </p:nvSpPr>
          <p:spPr bwMode="auto">
            <a:xfrm>
              <a:off x="4368190" y="1751049"/>
              <a:ext cx="230069" cy="175052"/>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3" name="Freeform 15"/>
            <p:cNvSpPr>
              <a:spLocks/>
            </p:cNvSpPr>
            <p:nvPr/>
          </p:nvSpPr>
          <p:spPr bwMode="auto">
            <a:xfrm>
              <a:off x="4605760" y="2223690"/>
              <a:ext cx="105031" cy="132539"/>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4" name="Freeform 16"/>
            <p:cNvSpPr>
              <a:spLocks/>
            </p:cNvSpPr>
            <p:nvPr/>
          </p:nvSpPr>
          <p:spPr bwMode="auto">
            <a:xfrm>
              <a:off x="4665778" y="2543785"/>
              <a:ext cx="40012" cy="115034"/>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130"/>
          <p:cNvGrpSpPr/>
          <p:nvPr/>
        </p:nvGrpSpPr>
        <p:grpSpPr>
          <a:xfrm>
            <a:off x="6077493" y="1441407"/>
            <a:ext cx="1542507" cy="480598"/>
            <a:chOff x="1762139" y="1304396"/>
            <a:chExt cx="1542507" cy="480598"/>
          </a:xfrm>
        </p:grpSpPr>
        <p:sp>
          <p:nvSpPr>
            <p:cNvPr id="86" name="TextBox 85"/>
            <p:cNvSpPr txBox="1"/>
            <p:nvPr/>
          </p:nvSpPr>
          <p:spPr>
            <a:xfrm>
              <a:off x="1762140" y="1304396"/>
              <a:ext cx="1542506" cy="184666"/>
            </a:xfrm>
            <a:prstGeom prst="rect">
              <a:avLst/>
            </a:prstGeom>
            <a:noFill/>
          </p:spPr>
          <p:txBody>
            <a:bodyPr wrap="square" lIns="0" tIns="0" rIns="0" bIns="0" rtlCol="0" anchor="t">
              <a:spAutoFit/>
            </a:bodyPr>
            <a:lstStyle/>
            <a:p>
              <a:r>
                <a:rPr lang="en-US" sz="1200" b="1" dirty="0">
                  <a:solidFill>
                    <a:schemeClr val="accent5"/>
                  </a:solidFill>
                </a:rPr>
                <a:t>Title Goes Here</a:t>
              </a:r>
            </a:p>
          </p:txBody>
        </p:sp>
        <p:sp>
          <p:nvSpPr>
            <p:cNvPr id="87" name="TextBox 86"/>
            <p:cNvSpPr txBox="1"/>
            <p:nvPr/>
          </p:nvSpPr>
          <p:spPr>
            <a:xfrm>
              <a:off x="1762139" y="147721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4" name="Group 131"/>
          <p:cNvGrpSpPr/>
          <p:nvPr/>
        </p:nvGrpSpPr>
        <p:grpSpPr>
          <a:xfrm>
            <a:off x="6077493" y="2215532"/>
            <a:ext cx="1542507" cy="519003"/>
            <a:chOff x="1762139" y="2072489"/>
            <a:chExt cx="1542507" cy="519003"/>
          </a:xfrm>
        </p:grpSpPr>
        <p:sp>
          <p:nvSpPr>
            <p:cNvPr id="89" name="TextBox 88"/>
            <p:cNvSpPr txBox="1"/>
            <p:nvPr/>
          </p:nvSpPr>
          <p:spPr>
            <a:xfrm>
              <a:off x="1762140" y="2072489"/>
              <a:ext cx="1542506" cy="184666"/>
            </a:xfrm>
            <a:prstGeom prst="rect">
              <a:avLst/>
            </a:prstGeom>
            <a:noFill/>
          </p:spPr>
          <p:txBody>
            <a:bodyPr wrap="square" lIns="0" tIns="0" rIns="0" bIns="0" rtlCol="0" anchor="t">
              <a:spAutoFit/>
            </a:bodyPr>
            <a:lstStyle/>
            <a:p>
              <a:r>
                <a:rPr lang="en-US" sz="1200" b="1" dirty="0">
                  <a:solidFill>
                    <a:schemeClr val="accent6"/>
                  </a:solidFill>
                </a:rPr>
                <a:t>Title Goes Here</a:t>
              </a:r>
            </a:p>
          </p:txBody>
        </p:sp>
        <p:sp>
          <p:nvSpPr>
            <p:cNvPr id="90" name="TextBox 89"/>
            <p:cNvSpPr txBox="1"/>
            <p:nvPr/>
          </p:nvSpPr>
          <p:spPr>
            <a:xfrm>
              <a:off x="1762139" y="2283715"/>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7" name="Group 144"/>
          <p:cNvGrpSpPr/>
          <p:nvPr/>
        </p:nvGrpSpPr>
        <p:grpSpPr>
          <a:xfrm>
            <a:off x="6077493" y="3028062"/>
            <a:ext cx="1542507" cy="499801"/>
            <a:chOff x="1762139" y="2840582"/>
            <a:chExt cx="1542507" cy="499801"/>
          </a:xfrm>
        </p:grpSpPr>
        <p:sp>
          <p:nvSpPr>
            <p:cNvPr id="92" name="TextBox 91"/>
            <p:cNvSpPr txBox="1"/>
            <p:nvPr/>
          </p:nvSpPr>
          <p:spPr>
            <a:xfrm>
              <a:off x="1762140" y="2840582"/>
              <a:ext cx="1542506" cy="184666"/>
            </a:xfrm>
            <a:prstGeom prst="rect">
              <a:avLst/>
            </a:prstGeom>
            <a:noFill/>
          </p:spPr>
          <p:txBody>
            <a:bodyPr wrap="square" lIns="0" tIns="0" rIns="0" bIns="0" rtlCol="0" anchor="t">
              <a:spAutoFit/>
            </a:bodyPr>
            <a:lstStyle/>
            <a:p>
              <a:r>
                <a:rPr lang="en-US" sz="1200" b="1" dirty="0">
                  <a:solidFill>
                    <a:schemeClr val="accent1"/>
                  </a:solidFill>
                </a:rPr>
                <a:t>Title Goes Here</a:t>
              </a:r>
            </a:p>
          </p:txBody>
        </p:sp>
        <p:sp>
          <p:nvSpPr>
            <p:cNvPr id="93" name="TextBox 92"/>
            <p:cNvSpPr txBox="1"/>
            <p:nvPr/>
          </p:nvSpPr>
          <p:spPr>
            <a:xfrm>
              <a:off x="1762139" y="3032606"/>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8" name="Group 145"/>
          <p:cNvGrpSpPr/>
          <p:nvPr/>
        </p:nvGrpSpPr>
        <p:grpSpPr>
          <a:xfrm>
            <a:off x="6077493" y="3821389"/>
            <a:ext cx="1542507" cy="480598"/>
            <a:chOff x="1762139" y="3608676"/>
            <a:chExt cx="1542507" cy="480598"/>
          </a:xfrm>
        </p:grpSpPr>
        <p:sp>
          <p:nvSpPr>
            <p:cNvPr id="95" name="TextBox 94"/>
            <p:cNvSpPr txBox="1"/>
            <p:nvPr/>
          </p:nvSpPr>
          <p:spPr>
            <a:xfrm>
              <a:off x="1762140" y="3608676"/>
              <a:ext cx="1542506" cy="184666"/>
            </a:xfrm>
            <a:prstGeom prst="rect">
              <a:avLst/>
            </a:prstGeom>
            <a:noFill/>
          </p:spPr>
          <p:txBody>
            <a:bodyPr wrap="square" lIns="0" tIns="0" rIns="0" bIns="0" rtlCol="0" anchor="t">
              <a:spAutoFit/>
            </a:bodyPr>
            <a:lstStyle/>
            <a:p>
              <a:r>
                <a:rPr lang="en-US" sz="1200" b="1" dirty="0">
                  <a:solidFill>
                    <a:schemeClr val="accent2"/>
                  </a:solidFill>
                </a:rPr>
                <a:t>Title Goes Here</a:t>
              </a:r>
            </a:p>
          </p:txBody>
        </p:sp>
        <p:sp>
          <p:nvSpPr>
            <p:cNvPr id="96" name="TextBox 95"/>
            <p:cNvSpPr txBox="1"/>
            <p:nvPr/>
          </p:nvSpPr>
          <p:spPr>
            <a:xfrm>
              <a:off x="1762139" y="37814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9" name="Group 113"/>
          <p:cNvGrpSpPr/>
          <p:nvPr/>
        </p:nvGrpSpPr>
        <p:grpSpPr>
          <a:xfrm>
            <a:off x="1524000" y="1428750"/>
            <a:ext cx="1542507" cy="505913"/>
            <a:chOff x="5839354" y="1336688"/>
            <a:chExt cx="1542507" cy="505913"/>
          </a:xfrm>
        </p:grpSpPr>
        <p:sp>
          <p:nvSpPr>
            <p:cNvPr id="98" name="TextBox 97"/>
            <p:cNvSpPr txBox="1"/>
            <p:nvPr/>
          </p:nvSpPr>
          <p:spPr>
            <a:xfrm>
              <a:off x="5839355" y="1336688"/>
              <a:ext cx="1542506" cy="184666"/>
            </a:xfrm>
            <a:prstGeom prst="rect">
              <a:avLst/>
            </a:prstGeom>
            <a:noFill/>
          </p:spPr>
          <p:txBody>
            <a:bodyPr wrap="square" lIns="0" tIns="0" rIns="0" bIns="0" rtlCol="0" anchor="t">
              <a:spAutoFit/>
            </a:bodyPr>
            <a:lstStyle/>
            <a:p>
              <a:pPr algn="r"/>
              <a:r>
                <a:rPr lang="en-US" sz="1200" b="1" dirty="0">
                  <a:solidFill>
                    <a:schemeClr val="accent1"/>
                  </a:solidFill>
                </a:rPr>
                <a:t>Title Goes Here</a:t>
              </a:r>
            </a:p>
          </p:txBody>
        </p:sp>
        <p:sp>
          <p:nvSpPr>
            <p:cNvPr id="99" name="TextBox 98"/>
            <p:cNvSpPr txBox="1"/>
            <p:nvPr/>
          </p:nvSpPr>
          <p:spPr>
            <a:xfrm>
              <a:off x="5839354" y="1534824"/>
              <a:ext cx="1542507"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0" name="Group 117"/>
          <p:cNvGrpSpPr/>
          <p:nvPr/>
        </p:nvGrpSpPr>
        <p:grpSpPr>
          <a:xfrm>
            <a:off x="1548041" y="2212372"/>
            <a:ext cx="1542507" cy="512383"/>
            <a:chOff x="5863395" y="2079109"/>
            <a:chExt cx="1542507" cy="512383"/>
          </a:xfrm>
        </p:grpSpPr>
        <p:sp>
          <p:nvSpPr>
            <p:cNvPr id="101" name="TextBox 100"/>
            <p:cNvSpPr txBox="1"/>
            <p:nvPr/>
          </p:nvSpPr>
          <p:spPr>
            <a:xfrm>
              <a:off x="5863396" y="2079109"/>
              <a:ext cx="1542506" cy="184666"/>
            </a:xfrm>
            <a:prstGeom prst="rect">
              <a:avLst/>
            </a:prstGeom>
            <a:noFill/>
          </p:spPr>
          <p:txBody>
            <a:bodyPr wrap="square" lIns="0" tIns="0" rIns="0" bIns="0" rtlCol="0" anchor="t">
              <a:spAutoFit/>
            </a:bodyPr>
            <a:lstStyle/>
            <a:p>
              <a:pPr algn="r"/>
              <a:r>
                <a:rPr lang="en-US" sz="1200" b="1" dirty="0">
                  <a:solidFill>
                    <a:schemeClr val="accent2"/>
                  </a:solidFill>
                </a:rPr>
                <a:t>Title Goes Here</a:t>
              </a:r>
            </a:p>
          </p:txBody>
        </p:sp>
        <p:sp>
          <p:nvSpPr>
            <p:cNvPr id="102" name="TextBox 101"/>
            <p:cNvSpPr txBox="1"/>
            <p:nvPr/>
          </p:nvSpPr>
          <p:spPr>
            <a:xfrm>
              <a:off x="5863395" y="2283715"/>
              <a:ext cx="1542507"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1" name="Group 118"/>
          <p:cNvGrpSpPr/>
          <p:nvPr/>
        </p:nvGrpSpPr>
        <p:grpSpPr>
          <a:xfrm>
            <a:off x="1548041" y="3002464"/>
            <a:ext cx="1542507" cy="518853"/>
            <a:chOff x="5863395" y="2821530"/>
            <a:chExt cx="1542507" cy="518853"/>
          </a:xfrm>
        </p:grpSpPr>
        <p:sp>
          <p:nvSpPr>
            <p:cNvPr id="104" name="TextBox 103"/>
            <p:cNvSpPr txBox="1"/>
            <p:nvPr/>
          </p:nvSpPr>
          <p:spPr>
            <a:xfrm>
              <a:off x="5863396" y="2821530"/>
              <a:ext cx="1542506" cy="184666"/>
            </a:xfrm>
            <a:prstGeom prst="rect">
              <a:avLst/>
            </a:prstGeom>
            <a:noFill/>
          </p:spPr>
          <p:txBody>
            <a:bodyPr wrap="square" lIns="0" tIns="0" rIns="0" bIns="0" rtlCol="0" anchor="t">
              <a:spAutoFit/>
            </a:bodyPr>
            <a:lstStyle/>
            <a:p>
              <a:pPr algn="r"/>
              <a:r>
                <a:rPr lang="en-US" sz="1200" b="1" dirty="0">
                  <a:solidFill>
                    <a:schemeClr val="accent3"/>
                  </a:solidFill>
                </a:rPr>
                <a:t>Title Goes Here</a:t>
              </a:r>
            </a:p>
          </p:txBody>
        </p:sp>
        <p:sp>
          <p:nvSpPr>
            <p:cNvPr id="105" name="TextBox 104"/>
            <p:cNvSpPr txBox="1"/>
            <p:nvPr/>
          </p:nvSpPr>
          <p:spPr>
            <a:xfrm>
              <a:off x="5863395" y="3032606"/>
              <a:ext cx="1542507"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2" name="Group 119"/>
          <p:cNvGrpSpPr/>
          <p:nvPr/>
        </p:nvGrpSpPr>
        <p:grpSpPr>
          <a:xfrm>
            <a:off x="1548041" y="3799026"/>
            <a:ext cx="1542507" cy="525324"/>
            <a:chOff x="5863395" y="3563950"/>
            <a:chExt cx="1542507" cy="525324"/>
          </a:xfrm>
        </p:grpSpPr>
        <p:sp>
          <p:nvSpPr>
            <p:cNvPr id="107" name="TextBox 106"/>
            <p:cNvSpPr txBox="1"/>
            <p:nvPr/>
          </p:nvSpPr>
          <p:spPr>
            <a:xfrm>
              <a:off x="5863396" y="3563950"/>
              <a:ext cx="1542506" cy="184666"/>
            </a:xfrm>
            <a:prstGeom prst="rect">
              <a:avLst/>
            </a:prstGeom>
            <a:noFill/>
          </p:spPr>
          <p:txBody>
            <a:bodyPr wrap="square" lIns="0" tIns="0" rIns="0" bIns="0" rtlCol="0" anchor="t">
              <a:spAutoFit/>
            </a:bodyPr>
            <a:lstStyle/>
            <a:p>
              <a:pPr algn="r"/>
              <a:r>
                <a:rPr lang="en-US" sz="1200" b="1" dirty="0">
                  <a:solidFill>
                    <a:schemeClr val="accent4"/>
                  </a:solidFill>
                </a:rPr>
                <a:t>Title Goes Here</a:t>
              </a:r>
            </a:p>
          </p:txBody>
        </p:sp>
        <p:sp>
          <p:nvSpPr>
            <p:cNvPr id="108" name="TextBox 107"/>
            <p:cNvSpPr txBox="1"/>
            <p:nvPr/>
          </p:nvSpPr>
          <p:spPr>
            <a:xfrm>
              <a:off x="5863395" y="3781497"/>
              <a:ext cx="1542507" cy="307777"/>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3" name="Group 108"/>
          <p:cNvGrpSpPr/>
          <p:nvPr/>
        </p:nvGrpSpPr>
        <p:grpSpPr>
          <a:xfrm>
            <a:off x="3209925" y="3040564"/>
            <a:ext cx="469021" cy="455593"/>
            <a:chOff x="6299532" y="3384456"/>
            <a:chExt cx="469021" cy="455593"/>
          </a:xfrm>
        </p:grpSpPr>
        <p:sp>
          <p:nvSpPr>
            <p:cNvPr id="110" name="Oval 109"/>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11"/>
          <p:cNvGrpSpPr/>
          <p:nvPr/>
        </p:nvGrpSpPr>
        <p:grpSpPr>
          <a:xfrm>
            <a:off x="3209925" y="3833892"/>
            <a:ext cx="469021" cy="455593"/>
            <a:chOff x="630683" y="4190009"/>
            <a:chExt cx="469021" cy="455593"/>
          </a:xfrm>
        </p:grpSpPr>
        <p:sp>
          <p:nvSpPr>
            <p:cNvPr id="113" name="Oval 112"/>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14"/>
          <p:cNvGrpSpPr/>
          <p:nvPr/>
        </p:nvGrpSpPr>
        <p:grpSpPr>
          <a:xfrm>
            <a:off x="3209925" y="2247237"/>
            <a:ext cx="469021" cy="455593"/>
            <a:chOff x="3425803" y="3384456"/>
            <a:chExt cx="469021" cy="455593"/>
          </a:xfrm>
        </p:grpSpPr>
        <p:sp>
          <p:nvSpPr>
            <p:cNvPr id="116" name="Oval 115"/>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17"/>
          <p:cNvGrpSpPr/>
          <p:nvPr/>
        </p:nvGrpSpPr>
        <p:grpSpPr>
          <a:xfrm>
            <a:off x="3209925" y="1453910"/>
            <a:ext cx="469021" cy="455593"/>
            <a:chOff x="630683" y="3383511"/>
            <a:chExt cx="469021" cy="455593"/>
          </a:xfrm>
        </p:grpSpPr>
        <p:sp>
          <p:nvSpPr>
            <p:cNvPr id="119" name="Oval 118"/>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20"/>
          <p:cNvGrpSpPr/>
          <p:nvPr/>
        </p:nvGrpSpPr>
        <p:grpSpPr>
          <a:xfrm>
            <a:off x="5477147" y="1453910"/>
            <a:ext cx="469021" cy="455593"/>
            <a:chOff x="3428938" y="4190009"/>
            <a:chExt cx="469021" cy="455593"/>
          </a:xfrm>
        </p:grpSpPr>
        <p:sp>
          <p:nvSpPr>
            <p:cNvPr id="122" name="Oval 121"/>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23"/>
          <p:cNvGrpSpPr/>
          <p:nvPr/>
        </p:nvGrpSpPr>
        <p:grpSpPr>
          <a:xfrm>
            <a:off x="5477147" y="2247237"/>
            <a:ext cx="469021" cy="455593"/>
            <a:chOff x="6299532" y="4190009"/>
            <a:chExt cx="469021" cy="455593"/>
          </a:xfrm>
        </p:grpSpPr>
        <p:sp>
          <p:nvSpPr>
            <p:cNvPr id="125" name="Oval 124"/>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26"/>
          <p:cNvGrpSpPr/>
          <p:nvPr/>
        </p:nvGrpSpPr>
        <p:grpSpPr>
          <a:xfrm>
            <a:off x="5477147" y="3833892"/>
            <a:ext cx="469021" cy="455593"/>
            <a:chOff x="7501792" y="3621100"/>
            <a:chExt cx="469021" cy="455593"/>
          </a:xfrm>
        </p:grpSpPr>
        <p:sp>
          <p:nvSpPr>
            <p:cNvPr id="128" name="Oval 127"/>
            <p:cNvSpPr>
              <a:spLocks noChangeAspect="1"/>
            </p:cNvSpPr>
            <p:nvPr/>
          </p:nvSpPr>
          <p:spPr>
            <a:xfrm>
              <a:off x="7501792" y="3621100"/>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29" name="Freeform 135"/>
            <p:cNvSpPr>
              <a:spLocks noEditPoints="1"/>
            </p:cNvSpPr>
            <p:nvPr/>
          </p:nvSpPr>
          <p:spPr bwMode="auto">
            <a:xfrm>
              <a:off x="7610890" y="3731421"/>
              <a:ext cx="250825" cy="23495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29"/>
          <p:cNvGrpSpPr/>
          <p:nvPr/>
        </p:nvGrpSpPr>
        <p:grpSpPr>
          <a:xfrm>
            <a:off x="5477147" y="3040564"/>
            <a:ext cx="469021" cy="455593"/>
            <a:chOff x="7501792" y="2878680"/>
            <a:chExt cx="469021" cy="455593"/>
          </a:xfrm>
        </p:grpSpPr>
        <p:sp>
          <p:nvSpPr>
            <p:cNvPr id="131" name="Oval 130"/>
            <p:cNvSpPr>
              <a:spLocks noChangeAspect="1"/>
            </p:cNvSpPr>
            <p:nvPr/>
          </p:nvSpPr>
          <p:spPr>
            <a:xfrm>
              <a:off x="7501792" y="2878680"/>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Freeform 53"/>
            <p:cNvSpPr>
              <a:spLocks/>
            </p:cNvSpPr>
            <p:nvPr/>
          </p:nvSpPr>
          <p:spPr bwMode="auto">
            <a:xfrm>
              <a:off x="7580281" y="2990787"/>
              <a:ext cx="312043" cy="23137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animEffect transition="in" filter="fade">
                                      <p:cBhvr>
                                        <p:cTn id="14" dur="500"/>
                                        <p:tgtEl>
                                          <p:spTgt spid="16"/>
                                        </p:tgtEl>
                                      </p:cBhvr>
                                    </p:animEffect>
                                  </p:childTnLst>
                                </p:cTn>
                              </p:par>
                            </p:childTnLst>
                          </p:cTn>
                        </p:par>
                        <p:par>
                          <p:cTn id="15" fill="hold">
                            <p:stCondLst>
                              <p:cond delay="1000"/>
                            </p:stCondLst>
                            <p:childTnLst>
                              <p:par>
                                <p:cTn id="16" presetID="2" presetClass="entr" presetSubtype="8" accel="50000" decel="5000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0-#ppt_w/2"/>
                                          </p:val>
                                        </p:tav>
                                        <p:tav tm="100000">
                                          <p:val>
                                            <p:strVal val="#ppt_x"/>
                                          </p:val>
                                        </p:tav>
                                      </p:tavLst>
                                    </p:anim>
                                    <p:anim calcmode="lin" valueType="num">
                                      <p:cBhvr additive="base">
                                        <p:cTn id="19" dur="500" fill="hold"/>
                                        <p:tgtEl>
                                          <p:spTgt spid="9"/>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ppt_w</p:attrName>
                                        </p:attrNameLst>
                                      </p:cBhvr>
                                      <p:tavLst>
                                        <p:tav tm="0">
                                          <p:val>
                                            <p:fltVal val="0"/>
                                          </p:val>
                                        </p:tav>
                                        <p:tav tm="100000">
                                          <p:val>
                                            <p:strVal val="#ppt_w"/>
                                          </p:val>
                                        </p:tav>
                                      </p:tavLst>
                                    </p:anim>
                                    <p:anim calcmode="lin" valueType="num">
                                      <p:cBhvr>
                                        <p:cTn id="24" dur="500" fill="hold"/>
                                        <p:tgtEl>
                                          <p:spTgt spid="15"/>
                                        </p:tgtEl>
                                        <p:attrNameLst>
                                          <p:attrName>ppt_h</p:attrName>
                                        </p:attrNameLst>
                                      </p:cBhvr>
                                      <p:tavLst>
                                        <p:tav tm="0">
                                          <p:val>
                                            <p:fltVal val="0"/>
                                          </p:val>
                                        </p:tav>
                                        <p:tav tm="100000">
                                          <p:val>
                                            <p:strVal val="#ppt_h"/>
                                          </p:val>
                                        </p:tav>
                                      </p:tavLst>
                                    </p:anim>
                                    <p:animEffect transition="in" filter="fade">
                                      <p:cBhvr>
                                        <p:cTn id="25" dur="500"/>
                                        <p:tgtEl>
                                          <p:spTgt spid="15"/>
                                        </p:tgtEl>
                                      </p:cBhvr>
                                    </p:animEffect>
                                  </p:childTnLst>
                                </p:cTn>
                              </p:par>
                            </p:childTnLst>
                          </p:cTn>
                        </p:par>
                        <p:par>
                          <p:cTn id="26" fill="hold">
                            <p:stCondLst>
                              <p:cond delay="2000"/>
                            </p:stCondLst>
                            <p:childTnLst>
                              <p:par>
                                <p:cTn id="27" presetID="2" presetClass="entr" presetSubtype="8" accel="50000" decel="50000" fill="hold"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fill="hold"/>
                                        <p:tgtEl>
                                          <p:spTgt spid="10"/>
                                        </p:tgtEl>
                                        <p:attrNameLst>
                                          <p:attrName>ppt_x</p:attrName>
                                        </p:attrNameLst>
                                      </p:cBhvr>
                                      <p:tavLst>
                                        <p:tav tm="0">
                                          <p:val>
                                            <p:strVal val="0-#ppt_w/2"/>
                                          </p:val>
                                        </p:tav>
                                        <p:tav tm="100000">
                                          <p:val>
                                            <p:strVal val="#ppt_x"/>
                                          </p:val>
                                        </p:tav>
                                      </p:tavLst>
                                    </p:anim>
                                    <p:anim calcmode="lin" valueType="num">
                                      <p:cBhvr additive="base">
                                        <p:cTn id="30" dur="500" fill="hold"/>
                                        <p:tgtEl>
                                          <p:spTgt spid="10"/>
                                        </p:tgtEl>
                                        <p:attrNameLst>
                                          <p:attrName>ppt_y</p:attrName>
                                        </p:attrNameLst>
                                      </p:cBhvr>
                                      <p:tavLst>
                                        <p:tav tm="0">
                                          <p:val>
                                            <p:strVal val="#ppt_y"/>
                                          </p:val>
                                        </p:tav>
                                        <p:tav tm="100000">
                                          <p:val>
                                            <p:strVal val="#ppt_y"/>
                                          </p:val>
                                        </p:tav>
                                      </p:tavLst>
                                    </p:anim>
                                  </p:childTnLst>
                                </p:cTn>
                              </p:par>
                            </p:childTnLst>
                          </p:cTn>
                        </p:par>
                        <p:par>
                          <p:cTn id="31" fill="hold">
                            <p:stCondLst>
                              <p:cond delay="2500"/>
                            </p:stCondLst>
                            <p:childTnLst>
                              <p:par>
                                <p:cTn id="32" presetID="53" presetClass="entr" presetSubtype="0" fill="hold" nodeType="after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p:cTn id="34" dur="500" fill="hold"/>
                                        <p:tgtEl>
                                          <p:spTgt spid="13"/>
                                        </p:tgtEl>
                                        <p:attrNameLst>
                                          <p:attrName>ppt_w</p:attrName>
                                        </p:attrNameLst>
                                      </p:cBhvr>
                                      <p:tavLst>
                                        <p:tav tm="0">
                                          <p:val>
                                            <p:fltVal val="0"/>
                                          </p:val>
                                        </p:tav>
                                        <p:tav tm="100000">
                                          <p:val>
                                            <p:strVal val="#ppt_w"/>
                                          </p:val>
                                        </p:tav>
                                      </p:tavLst>
                                    </p:anim>
                                    <p:anim calcmode="lin" valueType="num">
                                      <p:cBhvr>
                                        <p:cTn id="35" dur="500" fill="hold"/>
                                        <p:tgtEl>
                                          <p:spTgt spid="13"/>
                                        </p:tgtEl>
                                        <p:attrNameLst>
                                          <p:attrName>ppt_h</p:attrName>
                                        </p:attrNameLst>
                                      </p:cBhvr>
                                      <p:tavLst>
                                        <p:tav tm="0">
                                          <p:val>
                                            <p:fltVal val="0"/>
                                          </p:val>
                                        </p:tav>
                                        <p:tav tm="100000">
                                          <p:val>
                                            <p:strVal val="#ppt_h"/>
                                          </p:val>
                                        </p:tav>
                                      </p:tavLst>
                                    </p:anim>
                                    <p:animEffect transition="in" filter="fade">
                                      <p:cBhvr>
                                        <p:cTn id="36" dur="500"/>
                                        <p:tgtEl>
                                          <p:spTgt spid="13"/>
                                        </p:tgtEl>
                                      </p:cBhvr>
                                    </p:animEffect>
                                  </p:childTnLst>
                                </p:cTn>
                              </p:par>
                            </p:childTnLst>
                          </p:cTn>
                        </p:par>
                        <p:par>
                          <p:cTn id="37" fill="hold">
                            <p:stCondLst>
                              <p:cond delay="3000"/>
                            </p:stCondLst>
                            <p:childTnLst>
                              <p:par>
                                <p:cTn id="38" presetID="2" presetClass="entr" presetSubtype="8" accel="50000" decel="50000" fill="hold" nodeType="after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500" fill="hold"/>
                                        <p:tgtEl>
                                          <p:spTgt spid="11"/>
                                        </p:tgtEl>
                                        <p:attrNameLst>
                                          <p:attrName>ppt_x</p:attrName>
                                        </p:attrNameLst>
                                      </p:cBhvr>
                                      <p:tavLst>
                                        <p:tav tm="0">
                                          <p:val>
                                            <p:strVal val="0-#ppt_w/2"/>
                                          </p:val>
                                        </p:tav>
                                        <p:tav tm="100000">
                                          <p:val>
                                            <p:strVal val="#ppt_x"/>
                                          </p:val>
                                        </p:tav>
                                      </p:tavLst>
                                    </p:anim>
                                    <p:anim calcmode="lin" valueType="num">
                                      <p:cBhvr additive="base">
                                        <p:cTn id="41" dur="500" fill="hold"/>
                                        <p:tgtEl>
                                          <p:spTgt spid="11"/>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14"/>
                                        </p:tgtEl>
                                        <p:attrNameLst>
                                          <p:attrName>style.visibility</p:attrName>
                                        </p:attrNameLst>
                                      </p:cBhvr>
                                      <p:to>
                                        <p:strVal val="visible"/>
                                      </p:to>
                                    </p:set>
                                    <p:anim calcmode="lin" valueType="num">
                                      <p:cBhvr>
                                        <p:cTn id="45" dur="500" fill="hold"/>
                                        <p:tgtEl>
                                          <p:spTgt spid="14"/>
                                        </p:tgtEl>
                                        <p:attrNameLst>
                                          <p:attrName>ppt_w</p:attrName>
                                        </p:attrNameLst>
                                      </p:cBhvr>
                                      <p:tavLst>
                                        <p:tav tm="0">
                                          <p:val>
                                            <p:fltVal val="0"/>
                                          </p:val>
                                        </p:tav>
                                        <p:tav tm="100000">
                                          <p:val>
                                            <p:strVal val="#ppt_w"/>
                                          </p:val>
                                        </p:tav>
                                      </p:tavLst>
                                    </p:anim>
                                    <p:anim calcmode="lin" valueType="num">
                                      <p:cBhvr>
                                        <p:cTn id="46" dur="500" fill="hold"/>
                                        <p:tgtEl>
                                          <p:spTgt spid="14"/>
                                        </p:tgtEl>
                                        <p:attrNameLst>
                                          <p:attrName>ppt_h</p:attrName>
                                        </p:attrNameLst>
                                      </p:cBhvr>
                                      <p:tavLst>
                                        <p:tav tm="0">
                                          <p:val>
                                            <p:fltVal val="0"/>
                                          </p:val>
                                        </p:tav>
                                        <p:tav tm="100000">
                                          <p:val>
                                            <p:strVal val="#ppt_h"/>
                                          </p:val>
                                        </p:tav>
                                      </p:tavLst>
                                    </p:anim>
                                    <p:animEffect transition="in" filter="fade">
                                      <p:cBhvr>
                                        <p:cTn id="47" dur="500"/>
                                        <p:tgtEl>
                                          <p:spTgt spid="14"/>
                                        </p:tgtEl>
                                      </p:cBhvr>
                                    </p:animEffect>
                                  </p:childTnLst>
                                </p:cTn>
                              </p:par>
                            </p:childTnLst>
                          </p:cTn>
                        </p:par>
                        <p:par>
                          <p:cTn id="48" fill="hold">
                            <p:stCondLst>
                              <p:cond delay="4000"/>
                            </p:stCondLst>
                            <p:childTnLst>
                              <p:par>
                                <p:cTn id="49" presetID="2" presetClass="entr" presetSubtype="8" accel="50000" decel="5000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0-#ppt_w/2"/>
                                          </p:val>
                                        </p:tav>
                                        <p:tav tm="100000">
                                          <p:val>
                                            <p:strVal val="#ppt_x"/>
                                          </p:val>
                                        </p:tav>
                                      </p:tavLst>
                                    </p:anim>
                                    <p:anim calcmode="lin" valueType="num">
                                      <p:cBhvr additive="base">
                                        <p:cTn id="52" dur="500" fill="hold"/>
                                        <p:tgtEl>
                                          <p:spTgt spid="12"/>
                                        </p:tgtEl>
                                        <p:attrNameLst>
                                          <p:attrName>ppt_y</p:attrName>
                                        </p:attrNameLst>
                                      </p:cBhvr>
                                      <p:tavLst>
                                        <p:tav tm="0">
                                          <p:val>
                                            <p:strVal val="#ppt_y"/>
                                          </p:val>
                                        </p:tav>
                                        <p:tav tm="100000">
                                          <p:val>
                                            <p:strVal val="#ppt_y"/>
                                          </p:val>
                                        </p:tav>
                                      </p:tavLst>
                                    </p:anim>
                                  </p:childTnLst>
                                </p:cTn>
                              </p:par>
                            </p:childTnLst>
                          </p:cTn>
                        </p:par>
                        <p:par>
                          <p:cTn id="53" fill="hold">
                            <p:stCondLst>
                              <p:cond delay="4500"/>
                            </p:stCondLst>
                            <p:childTnLst>
                              <p:par>
                                <p:cTn id="54" presetID="53" presetClass="entr" presetSubtype="0" fill="hold"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500" fill="hold"/>
                                        <p:tgtEl>
                                          <p:spTgt spid="17"/>
                                        </p:tgtEl>
                                        <p:attrNameLst>
                                          <p:attrName>ppt_w</p:attrName>
                                        </p:attrNameLst>
                                      </p:cBhvr>
                                      <p:tavLst>
                                        <p:tav tm="0">
                                          <p:val>
                                            <p:fltVal val="0"/>
                                          </p:val>
                                        </p:tav>
                                        <p:tav tm="100000">
                                          <p:val>
                                            <p:strVal val="#ppt_w"/>
                                          </p:val>
                                        </p:tav>
                                      </p:tavLst>
                                    </p:anim>
                                    <p:anim calcmode="lin" valueType="num">
                                      <p:cBhvr>
                                        <p:cTn id="57" dur="500" fill="hold"/>
                                        <p:tgtEl>
                                          <p:spTgt spid="17"/>
                                        </p:tgtEl>
                                        <p:attrNameLst>
                                          <p:attrName>ppt_h</p:attrName>
                                        </p:attrNameLst>
                                      </p:cBhvr>
                                      <p:tavLst>
                                        <p:tav tm="0">
                                          <p:val>
                                            <p:fltVal val="0"/>
                                          </p:val>
                                        </p:tav>
                                        <p:tav tm="100000">
                                          <p:val>
                                            <p:strVal val="#ppt_h"/>
                                          </p:val>
                                        </p:tav>
                                      </p:tavLst>
                                    </p:anim>
                                    <p:animEffect transition="in" filter="fade">
                                      <p:cBhvr>
                                        <p:cTn id="58" dur="500"/>
                                        <p:tgtEl>
                                          <p:spTgt spid="17"/>
                                        </p:tgtEl>
                                      </p:cBhvr>
                                    </p:animEffect>
                                  </p:childTnLst>
                                </p:cTn>
                              </p:par>
                            </p:childTnLst>
                          </p:cTn>
                        </p:par>
                        <p:par>
                          <p:cTn id="59" fill="hold">
                            <p:stCondLst>
                              <p:cond delay="5000"/>
                            </p:stCondLst>
                            <p:childTnLst>
                              <p:par>
                                <p:cTn id="60" presetID="2" presetClass="entr" presetSubtype="2" accel="50000" decel="50000" fill="hold" nodeType="afterEffect">
                                  <p:stCondLst>
                                    <p:cond delay="0"/>
                                  </p:stCondLst>
                                  <p:childTnLst>
                                    <p:set>
                                      <p:cBhvr>
                                        <p:cTn id="61" dur="1" fill="hold">
                                          <p:stCondLst>
                                            <p:cond delay="0"/>
                                          </p:stCondLst>
                                        </p:cTn>
                                        <p:tgtEl>
                                          <p:spTgt spid="3"/>
                                        </p:tgtEl>
                                        <p:attrNameLst>
                                          <p:attrName>style.visibility</p:attrName>
                                        </p:attrNameLst>
                                      </p:cBhvr>
                                      <p:to>
                                        <p:strVal val="visible"/>
                                      </p:to>
                                    </p:set>
                                    <p:anim calcmode="lin" valueType="num">
                                      <p:cBhvr additive="base">
                                        <p:cTn id="62" dur="500" fill="hold"/>
                                        <p:tgtEl>
                                          <p:spTgt spid="3"/>
                                        </p:tgtEl>
                                        <p:attrNameLst>
                                          <p:attrName>ppt_x</p:attrName>
                                        </p:attrNameLst>
                                      </p:cBhvr>
                                      <p:tavLst>
                                        <p:tav tm="0">
                                          <p:val>
                                            <p:strVal val="1+#ppt_w/2"/>
                                          </p:val>
                                        </p:tav>
                                        <p:tav tm="100000">
                                          <p:val>
                                            <p:strVal val="#ppt_x"/>
                                          </p:val>
                                        </p:tav>
                                      </p:tavLst>
                                    </p:anim>
                                    <p:anim calcmode="lin" valueType="num">
                                      <p:cBhvr additive="base">
                                        <p:cTn id="63" dur="500" fill="hold"/>
                                        <p:tgtEl>
                                          <p:spTgt spid="3"/>
                                        </p:tgtEl>
                                        <p:attrNameLst>
                                          <p:attrName>ppt_y</p:attrName>
                                        </p:attrNameLst>
                                      </p:cBhvr>
                                      <p:tavLst>
                                        <p:tav tm="0">
                                          <p:val>
                                            <p:strVal val="#ppt_y"/>
                                          </p:val>
                                        </p:tav>
                                        <p:tav tm="100000">
                                          <p:val>
                                            <p:strVal val="#ppt_y"/>
                                          </p:val>
                                        </p:tav>
                                      </p:tavLst>
                                    </p:anim>
                                  </p:childTnLst>
                                </p:cTn>
                              </p:par>
                            </p:childTnLst>
                          </p:cTn>
                        </p:par>
                        <p:par>
                          <p:cTn id="64" fill="hold">
                            <p:stCondLst>
                              <p:cond delay="5500"/>
                            </p:stCondLst>
                            <p:childTnLst>
                              <p:par>
                                <p:cTn id="65" presetID="53" presetClass="entr" presetSubtype="0" fill="hold" nodeType="after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p:cTn id="67" dur="500" fill="hold"/>
                                        <p:tgtEl>
                                          <p:spTgt spid="18"/>
                                        </p:tgtEl>
                                        <p:attrNameLst>
                                          <p:attrName>ppt_w</p:attrName>
                                        </p:attrNameLst>
                                      </p:cBhvr>
                                      <p:tavLst>
                                        <p:tav tm="0">
                                          <p:val>
                                            <p:fltVal val="0"/>
                                          </p:val>
                                        </p:tav>
                                        <p:tav tm="100000">
                                          <p:val>
                                            <p:strVal val="#ppt_w"/>
                                          </p:val>
                                        </p:tav>
                                      </p:tavLst>
                                    </p:anim>
                                    <p:anim calcmode="lin" valueType="num">
                                      <p:cBhvr>
                                        <p:cTn id="68" dur="500" fill="hold"/>
                                        <p:tgtEl>
                                          <p:spTgt spid="18"/>
                                        </p:tgtEl>
                                        <p:attrNameLst>
                                          <p:attrName>ppt_h</p:attrName>
                                        </p:attrNameLst>
                                      </p:cBhvr>
                                      <p:tavLst>
                                        <p:tav tm="0">
                                          <p:val>
                                            <p:fltVal val="0"/>
                                          </p:val>
                                        </p:tav>
                                        <p:tav tm="100000">
                                          <p:val>
                                            <p:strVal val="#ppt_h"/>
                                          </p:val>
                                        </p:tav>
                                      </p:tavLst>
                                    </p:anim>
                                    <p:animEffect transition="in" filter="fade">
                                      <p:cBhvr>
                                        <p:cTn id="69" dur="500"/>
                                        <p:tgtEl>
                                          <p:spTgt spid="18"/>
                                        </p:tgtEl>
                                      </p:cBhvr>
                                    </p:animEffect>
                                  </p:childTnLst>
                                </p:cTn>
                              </p:par>
                            </p:childTnLst>
                          </p:cTn>
                        </p:par>
                        <p:par>
                          <p:cTn id="70" fill="hold">
                            <p:stCondLst>
                              <p:cond delay="6000"/>
                            </p:stCondLst>
                            <p:childTnLst>
                              <p:par>
                                <p:cTn id="71" presetID="2" presetClass="entr" presetSubtype="2" accel="50000" decel="50000" fill="hold" nodeType="after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500" fill="hold"/>
                                        <p:tgtEl>
                                          <p:spTgt spid="4"/>
                                        </p:tgtEl>
                                        <p:attrNameLst>
                                          <p:attrName>ppt_x</p:attrName>
                                        </p:attrNameLst>
                                      </p:cBhvr>
                                      <p:tavLst>
                                        <p:tav tm="0">
                                          <p:val>
                                            <p:strVal val="1+#ppt_w/2"/>
                                          </p:val>
                                        </p:tav>
                                        <p:tav tm="100000">
                                          <p:val>
                                            <p:strVal val="#ppt_x"/>
                                          </p:val>
                                        </p:tav>
                                      </p:tavLst>
                                    </p:anim>
                                    <p:anim calcmode="lin" valueType="num">
                                      <p:cBhvr additive="base">
                                        <p:cTn id="74" dur="500" fill="hold"/>
                                        <p:tgtEl>
                                          <p:spTgt spid="4"/>
                                        </p:tgtEl>
                                        <p:attrNameLst>
                                          <p:attrName>ppt_y</p:attrName>
                                        </p:attrNameLst>
                                      </p:cBhvr>
                                      <p:tavLst>
                                        <p:tav tm="0">
                                          <p:val>
                                            <p:strVal val="#ppt_y"/>
                                          </p:val>
                                        </p:tav>
                                        <p:tav tm="100000">
                                          <p:val>
                                            <p:strVal val="#ppt_y"/>
                                          </p:val>
                                        </p:tav>
                                      </p:tavLst>
                                    </p:anim>
                                  </p:childTnLst>
                                </p:cTn>
                              </p:par>
                            </p:childTnLst>
                          </p:cTn>
                        </p:par>
                        <p:par>
                          <p:cTn id="75" fill="hold">
                            <p:stCondLst>
                              <p:cond delay="6500"/>
                            </p:stCondLst>
                            <p:childTnLst>
                              <p:par>
                                <p:cTn id="76" presetID="53" presetClass="entr" presetSubtype="0" fill="hold" nodeType="after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p:cTn id="78" dur="500" fill="hold"/>
                                        <p:tgtEl>
                                          <p:spTgt spid="20"/>
                                        </p:tgtEl>
                                        <p:attrNameLst>
                                          <p:attrName>ppt_w</p:attrName>
                                        </p:attrNameLst>
                                      </p:cBhvr>
                                      <p:tavLst>
                                        <p:tav tm="0">
                                          <p:val>
                                            <p:fltVal val="0"/>
                                          </p:val>
                                        </p:tav>
                                        <p:tav tm="100000">
                                          <p:val>
                                            <p:strVal val="#ppt_w"/>
                                          </p:val>
                                        </p:tav>
                                      </p:tavLst>
                                    </p:anim>
                                    <p:anim calcmode="lin" valueType="num">
                                      <p:cBhvr>
                                        <p:cTn id="79" dur="500" fill="hold"/>
                                        <p:tgtEl>
                                          <p:spTgt spid="20"/>
                                        </p:tgtEl>
                                        <p:attrNameLst>
                                          <p:attrName>ppt_h</p:attrName>
                                        </p:attrNameLst>
                                      </p:cBhvr>
                                      <p:tavLst>
                                        <p:tav tm="0">
                                          <p:val>
                                            <p:fltVal val="0"/>
                                          </p:val>
                                        </p:tav>
                                        <p:tav tm="100000">
                                          <p:val>
                                            <p:strVal val="#ppt_h"/>
                                          </p:val>
                                        </p:tav>
                                      </p:tavLst>
                                    </p:anim>
                                    <p:animEffect transition="in" filter="fade">
                                      <p:cBhvr>
                                        <p:cTn id="80" dur="500"/>
                                        <p:tgtEl>
                                          <p:spTgt spid="20"/>
                                        </p:tgtEl>
                                      </p:cBhvr>
                                    </p:animEffect>
                                  </p:childTnLst>
                                </p:cTn>
                              </p:par>
                            </p:childTnLst>
                          </p:cTn>
                        </p:par>
                        <p:par>
                          <p:cTn id="81" fill="hold">
                            <p:stCondLst>
                              <p:cond delay="7000"/>
                            </p:stCondLst>
                            <p:childTnLst>
                              <p:par>
                                <p:cTn id="82" presetID="2" presetClass="entr" presetSubtype="2" accel="50000" decel="50000" fill="hold" nodeType="after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additive="base">
                                        <p:cTn id="84" dur="500" fill="hold"/>
                                        <p:tgtEl>
                                          <p:spTgt spid="7"/>
                                        </p:tgtEl>
                                        <p:attrNameLst>
                                          <p:attrName>ppt_x</p:attrName>
                                        </p:attrNameLst>
                                      </p:cBhvr>
                                      <p:tavLst>
                                        <p:tav tm="0">
                                          <p:val>
                                            <p:strVal val="1+#ppt_w/2"/>
                                          </p:val>
                                        </p:tav>
                                        <p:tav tm="100000">
                                          <p:val>
                                            <p:strVal val="#ppt_x"/>
                                          </p:val>
                                        </p:tav>
                                      </p:tavLst>
                                    </p:anim>
                                    <p:anim calcmode="lin" valueType="num">
                                      <p:cBhvr additive="base">
                                        <p:cTn id="85" dur="500" fill="hold"/>
                                        <p:tgtEl>
                                          <p:spTgt spid="7"/>
                                        </p:tgtEl>
                                        <p:attrNameLst>
                                          <p:attrName>ppt_y</p:attrName>
                                        </p:attrNameLst>
                                      </p:cBhvr>
                                      <p:tavLst>
                                        <p:tav tm="0">
                                          <p:val>
                                            <p:strVal val="#ppt_y"/>
                                          </p:val>
                                        </p:tav>
                                        <p:tav tm="100000">
                                          <p:val>
                                            <p:strVal val="#ppt_y"/>
                                          </p:val>
                                        </p:tav>
                                      </p:tavLst>
                                    </p:anim>
                                  </p:childTnLst>
                                </p:cTn>
                              </p:par>
                            </p:childTnLst>
                          </p:cTn>
                        </p:par>
                        <p:par>
                          <p:cTn id="86" fill="hold">
                            <p:stCondLst>
                              <p:cond delay="7500"/>
                            </p:stCondLst>
                            <p:childTnLst>
                              <p:par>
                                <p:cTn id="87" presetID="53" presetClass="entr" presetSubtype="0" fill="hold" nodeType="after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p:cTn id="89" dur="500" fill="hold"/>
                                        <p:tgtEl>
                                          <p:spTgt spid="19"/>
                                        </p:tgtEl>
                                        <p:attrNameLst>
                                          <p:attrName>ppt_w</p:attrName>
                                        </p:attrNameLst>
                                      </p:cBhvr>
                                      <p:tavLst>
                                        <p:tav tm="0">
                                          <p:val>
                                            <p:fltVal val="0"/>
                                          </p:val>
                                        </p:tav>
                                        <p:tav tm="100000">
                                          <p:val>
                                            <p:strVal val="#ppt_w"/>
                                          </p:val>
                                        </p:tav>
                                      </p:tavLst>
                                    </p:anim>
                                    <p:anim calcmode="lin" valueType="num">
                                      <p:cBhvr>
                                        <p:cTn id="90" dur="500" fill="hold"/>
                                        <p:tgtEl>
                                          <p:spTgt spid="19"/>
                                        </p:tgtEl>
                                        <p:attrNameLst>
                                          <p:attrName>ppt_h</p:attrName>
                                        </p:attrNameLst>
                                      </p:cBhvr>
                                      <p:tavLst>
                                        <p:tav tm="0">
                                          <p:val>
                                            <p:fltVal val="0"/>
                                          </p:val>
                                        </p:tav>
                                        <p:tav tm="100000">
                                          <p:val>
                                            <p:strVal val="#ppt_h"/>
                                          </p:val>
                                        </p:tav>
                                      </p:tavLst>
                                    </p:anim>
                                    <p:animEffect transition="in" filter="fade">
                                      <p:cBhvr>
                                        <p:cTn id="91" dur="500"/>
                                        <p:tgtEl>
                                          <p:spTgt spid="19"/>
                                        </p:tgtEl>
                                      </p:cBhvr>
                                    </p:animEffect>
                                  </p:childTnLst>
                                </p:cTn>
                              </p:par>
                            </p:childTnLst>
                          </p:cTn>
                        </p:par>
                        <p:par>
                          <p:cTn id="92" fill="hold">
                            <p:stCondLst>
                              <p:cond delay="8000"/>
                            </p:stCondLst>
                            <p:childTnLst>
                              <p:par>
                                <p:cTn id="93" presetID="2" presetClass="entr" presetSubtype="2" accel="50000" decel="50000" fill="hold" nodeType="afterEffect">
                                  <p:stCondLst>
                                    <p:cond delay="0"/>
                                  </p:stCondLst>
                                  <p:childTnLst>
                                    <p:set>
                                      <p:cBhvr>
                                        <p:cTn id="94" dur="1" fill="hold">
                                          <p:stCondLst>
                                            <p:cond delay="0"/>
                                          </p:stCondLst>
                                        </p:cTn>
                                        <p:tgtEl>
                                          <p:spTgt spid="8"/>
                                        </p:tgtEl>
                                        <p:attrNameLst>
                                          <p:attrName>style.visibility</p:attrName>
                                        </p:attrNameLst>
                                      </p:cBhvr>
                                      <p:to>
                                        <p:strVal val="visible"/>
                                      </p:to>
                                    </p:set>
                                    <p:anim calcmode="lin" valueType="num">
                                      <p:cBhvr additive="base">
                                        <p:cTn id="95" dur="500" fill="hold"/>
                                        <p:tgtEl>
                                          <p:spTgt spid="8"/>
                                        </p:tgtEl>
                                        <p:attrNameLst>
                                          <p:attrName>ppt_x</p:attrName>
                                        </p:attrNameLst>
                                      </p:cBhvr>
                                      <p:tavLst>
                                        <p:tav tm="0">
                                          <p:val>
                                            <p:strVal val="1+#ppt_w/2"/>
                                          </p:val>
                                        </p:tav>
                                        <p:tav tm="100000">
                                          <p:val>
                                            <p:strVal val="#ppt_x"/>
                                          </p:val>
                                        </p:tav>
                                      </p:tavLst>
                                    </p:anim>
                                    <p:anim calcmode="lin" valueType="num">
                                      <p:cBhvr additive="base">
                                        <p:cTn id="96"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Silhouettes Infographic </a:t>
            </a:r>
            <a:endParaRPr lang="en-US" dirty="0"/>
          </a:p>
        </p:txBody>
      </p:sp>
      <p:sp>
        <p:nvSpPr>
          <p:cNvPr id="6" name="Text Placeholder 5"/>
          <p:cNvSpPr>
            <a:spLocks noGrp="1"/>
          </p:cNvSpPr>
          <p:nvPr>
            <p:ph type="body" sz="half" idx="2"/>
          </p:nvPr>
        </p:nvSpPr>
        <p:spPr/>
        <p:txBody>
          <a:bodyPr/>
          <a:lstStyle/>
          <a:p>
            <a:r>
              <a:rPr lang="en-US"/>
              <a:t>Silhouettes Infographic </a:t>
            </a:r>
            <a:endParaRPr lang="en-US" dirty="0"/>
          </a:p>
        </p:txBody>
      </p:sp>
      <p:sp>
        <p:nvSpPr>
          <p:cNvPr id="62" name="Slide Number Placeholder 61"/>
          <p:cNvSpPr>
            <a:spLocks noGrp="1"/>
          </p:cNvSpPr>
          <p:nvPr>
            <p:ph type="sldNum" sz="quarter" idx="12"/>
          </p:nvPr>
        </p:nvSpPr>
        <p:spPr/>
        <p:txBody>
          <a:bodyPr/>
          <a:lstStyle/>
          <a:p>
            <a:fld id="{C136B7D2-B98C-44FD-8D04-7EC62A564975}" type="slidenum">
              <a:rPr lang="en-US" smtClean="0"/>
              <a:pPr/>
              <a:t>272</a:t>
            </a:fld>
            <a:endParaRPr lang="en-US" dirty="0"/>
          </a:p>
        </p:txBody>
      </p:sp>
      <p:grpSp>
        <p:nvGrpSpPr>
          <p:cNvPr id="2" name="Group 34"/>
          <p:cNvGrpSpPr/>
          <p:nvPr/>
        </p:nvGrpSpPr>
        <p:grpSpPr>
          <a:xfrm>
            <a:off x="5441829" y="2504522"/>
            <a:ext cx="915988" cy="2198687"/>
            <a:chOff x="5686426" y="2062163"/>
            <a:chExt cx="915988" cy="2198687"/>
          </a:xfrm>
        </p:grpSpPr>
        <p:sp>
          <p:nvSpPr>
            <p:cNvPr id="2054" name="Freeform 6"/>
            <p:cNvSpPr>
              <a:spLocks noEditPoints="1"/>
            </p:cNvSpPr>
            <p:nvPr/>
          </p:nvSpPr>
          <p:spPr bwMode="auto">
            <a:xfrm>
              <a:off x="5686426" y="2062163"/>
              <a:ext cx="915988" cy="2198687"/>
            </a:xfrm>
            <a:custGeom>
              <a:avLst/>
              <a:gdLst/>
              <a:ahLst/>
              <a:cxnLst>
                <a:cxn ang="0">
                  <a:pos x="334" y="194"/>
                </a:cxn>
                <a:cxn ang="0">
                  <a:pos x="373" y="371"/>
                </a:cxn>
                <a:cxn ang="0">
                  <a:pos x="321" y="443"/>
                </a:cxn>
                <a:cxn ang="0">
                  <a:pos x="320" y="350"/>
                </a:cxn>
                <a:cxn ang="0">
                  <a:pos x="320" y="320"/>
                </a:cxn>
                <a:cxn ang="0">
                  <a:pos x="234" y="7"/>
                </a:cxn>
                <a:cxn ang="0">
                  <a:pos x="258" y="27"/>
                </a:cxn>
                <a:cxn ang="0">
                  <a:pos x="265" y="80"/>
                </a:cxn>
                <a:cxn ang="0">
                  <a:pos x="254" y="101"/>
                </a:cxn>
                <a:cxn ang="0">
                  <a:pos x="252" y="134"/>
                </a:cxn>
                <a:cxn ang="0">
                  <a:pos x="302" y="163"/>
                </a:cxn>
                <a:cxn ang="0">
                  <a:pos x="320" y="320"/>
                </a:cxn>
                <a:cxn ang="0">
                  <a:pos x="313" y="370"/>
                </a:cxn>
                <a:cxn ang="0">
                  <a:pos x="320" y="443"/>
                </a:cxn>
                <a:cxn ang="0">
                  <a:pos x="305" y="457"/>
                </a:cxn>
                <a:cxn ang="0">
                  <a:pos x="284" y="513"/>
                </a:cxn>
                <a:cxn ang="0">
                  <a:pos x="256" y="715"/>
                </a:cxn>
                <a:cxn ang="0">
                  <a:pos x="236" y="827"/>
                </a:cxn>
                <a:cxn ang="0">
                  <a:pos x="245" y="876"/>
                </a:cxn>
                <a:cxn ang="0">
                  <a:pos x="236" y="910"/>
                </a:cxn>
                <a:cxn ang="0">
                  <a:pos x="194" y="897"/>
                </a:cxn>
                <a:cxn ang="0">
                  <a:pos x="196" y="861"/>
                </a:cxn>
                <a:cxn ang="0">
                  <a:pos x="193" y="820"/>
                </a:cxn>
                <a:cxn ang="0">
                  <a:pos x="194" y="748"/>
                </a:cxn>
                <a:cxn ang="0">
                  <a:pos x="201" y="684"/>
                </a:cxn>
                <a:cxn ang="0">
                  <a:pos x="197" y="595"/>
                </a:cxn>
                <a:cxn ang="0">
                  <a:pos x="177" y="562"/>
                </a:cxn>
                <a:cxn ang="0">
                  <a:pos x="112" y="808"/>
                </a:cxn>
                <a:cxn ang="0">
                  <a:pos x="115" y="334"/>
                </a:cxn>
                <a:cxn ang="0">
                  <a:pos x="112" y="311"/>
                </a:cxn>
                <a:cxn ang="0">
                  <a:pos x="135" y="154"/>
                </a:cxn>
                <a:cxn ang="0">
                  <a:pos x="193" y="131"/>
                </a:cxn>
                <a:cxn ang="0">
                  <a:pos x="184" y="94"/>
                </a:cxn>
                <a:cxn ang="0">
                  <a:pos x="188" y="49"/>
                </a:cxn>
                <a:cxn ang="0">
                  <a:pos x="205" y="15"/>
                </a:cxn>
                <a:cxn ang="0">
                  <a:pos x="234" y="7"/>
                </a:cxn>
                <a:cxn ang="0">
                  <a:pos x="109" y="819"/>
                </a:cxn>
                <a:cxn ang="0">
                  <a:pos x="93" y="884"/>
                </a:cxn>
                <a:cxn ang="0">
                  <a:pos x="70" y="893"/>
                </a:cxn>
                <a:cxn ang="0">
                  <a:pos x="0" y="914"/>
                </a:cxn>
                <a:cxn ang="0">
                  <a:pos x="35" y="867"/>
                </a:cxn>
                <a:cxn ang="0">
                  <a:pos x="53" y="783"/>
                </a:cxn>
                <a:cxn ang="0">
                  <a:pos x="96" y="558"/>
                </a:cxn>
                <a:cxn ang="0">
                  <a:pos x="109" y="471"/>
                </a:cxn>
                <a:cxn ang="0">
                  <a:pos x="94" y="461"/>
                </a:cxn>
                <a:cxn ang="0">
                  <a:pos x="89" y="434"/>
                </a:cxn>
                <a:cxn ang="0">
                  <a:pos x="59" y="348"/>
                </a:cxn>
                <a:cxn ang="0">
                  <a:pos x="80" y="243"/>
                </a:cxn>
                <a:cxn ang="0">
                  <a:pos x="104" y="169"/>
                </a:cxn>
                <a:cxn ang="0">
                  <a:pos x="112" y="311"/>
                </a:cxn>
                <a:cxn ang="0">
                  <a:pos x="106" y="332"/>
                </a:cxn>
                <a:cxn ang="0">
                  <a:pos x="112" y="362"/>
                </a:cxn>
              </a:cxnLst>
              <a:rect l="0" t="0" r="r" b="b"/>
              <a:pathLst>
                <a:path w="384" h="922">
                  <a:moveTo>
                    <a:pt x="320" y="171"/>
                  </a:moveTo>
                  <a:cubicBezTo>
                    <a:pt x="327" y="175"/>
                    <a:pt x="332" y="182"/>
                    <a:pt x="334" y="194"/>
                  </a:cubicBezTo>
                  <a:cubicBezTo>
                    <a:pt x="338" y="215"/>
                    <a:pt x="360" y="287"/>
                    <a:pt x="371" y="307"/>
                  </a:cubicBezTo>
                  <a:cubicBezTo>
                    <a:pt x="382" y="327"/>
                    <a:pt x="384" y="354"/>
                    <a:pt x="373" y="371"/>
                  </a:cubicBezTo>
                  <a:cubicBezTo>
                    <a:pt x="362" y="387"/>
                    <a:pt x="336" y="428"/>
                    <a:pt x="332" y="434"/>
                  </a:cubicBezTo>
                  <a:cubicBezTo>
                    <a:pt x="328" y="440"/>
                    <a:pt x="327" y="444"/>
                    <a:pt x="321" y="443"/>
                  </a:cubicBezTo>
                  <a:cubicBezTo>
                    <a:pt x="321" y="443"/>
                    <a:pt x="321" y="443"/>
                    <a:pt x="320" y="443"/>
                  </a:cubicBezTo>
                  <a:cubicBezTo>
                    <a:pt x="320" y="350"/>
                    <a:pt x="320" y="350"/>
                    <a:pt x="320" y="350"/>
                  </a:cubicBezTo>
                  <a:cubicBezTo>
                    <a:pt x="325" y="342"/>
                    <a:pt x="331" y="335"/>
                    <a:pt x="329" y="331"/>
                  </a:cubicBezTo>
                  <a:cubicBezTo>
                    <a:pt x="325" y="325"/>
                    <a:pt x="323" y="324"/>
                    <a:pt x="320" y="320"/>
                  </a:cubicBezTo>
                  <a:lnTo>
                    <a:pt x="320" y="171"/>
                  </a:lnTo>
                  <a:close/>
                  <a:moveTo>
                    <a:pt x="234" y="7"/>
                  </a:moveTo>
                  <a:cubicBezTo>
                    <a:pt x="239" y="11"/>
                    <a:pt x="245" y="19"/>
                    <a:pt x="250" y="16"/>
                  </a:cubicBezTo>
                  <a:cubicBezTo>
                    <a:pt x="254" y="14"/>
                    <a:pt x="253" y="27"/>
                    <a:pt x="258" y="27"/>
                  </a:cubicBezTo>
                  <a:cubicBezTo>
                    <a:pt x="264" y="27"/>
                    <a:pt x="270" y="45"/>
                    <a:pt x="269" y="55"/>
                  </a:cubicBezTo>
                  <a:cubicBezTo>
                    <a:pt x="269" y="65"/>
                    <a:pt x="266" y="76"/>
                    <a:pt x="265" y="80"/>
                  </a:cubicBezTo>
                  <a:cubicBezTo>
                    <a:pt x="265" y="84"/>
                    <a:pt x="263" y="100"/>
                    <a:pt x="259" y="100"/>
                  </a:cubicBezTo>
                  <a:cubicBezTo>
                    <a:pt x="256" y="100"/>
                    <a:pt x="254" y="101"/>
                    <a:pt x="254" y="101"/>
                  </a:cubicBezTo>
                  <a:cubicBezTo>
                    <a:pt x="254" y="101"/>
                    <a:pt x="250" y="114"/>
                    <a:pt x="250" y="124"/>
                  </a:cubicBezTo>
                  <a:cubicBezTo>
                    <a:pt x="250" y="134"/>
                    <a:pt x="252" y="134"/>
                    <a:pt x="252" y="134"/>
                  </a:cubicBezTo>
                  <a:cubicBezTo>
                    <a:pt x="258" y="143"/>
                    <a:pt x="258" y="143"/>
                    <a:pt x="258" y="143"/>
                  </a:cubicBezTo>
                  <a:cubicBezTo>
                    <a:pt x="258" y="143"/>
                    <a:pt x="288" y="159"/>
                    <a:pt x="302" y="163"/>
                  </a:cubicBezTo>
                  <a:cubicBezTo>
                    <a:pt x="308" y="165"/>
                    <a:pt x="315" y="167"/>
                    <a:pt x="320" y="171"/>
                  </a:cubicBezTo>
                  <a:cubicBezTo>
                    <a:pt x="320" y="320"/>
                    <a:pt x="320" y="320"/>
                    <a:pt x="320" y="320"/>
                  </a:cubicBezTo>
                  <a:cubicBezTo>
                    <a:pt x="318" y="317"/>
                    <a:pt x="317" y="312"/>
                    <a:pt x="315" y="303"/>
                  </a:cubicBezTo>
                  <a:cubicBezTo>
                    <a:pt x="315" y="323"/>
                    <a:pt x="308" y="351"/>
                    <a:pt x="313" y="370"/>
                  </a:cubicBezTo>
                  <a:cubicBezTo>
                    <a:pt x="312" y="363"/>
                    <a:pt x="316" y="356"/>
                    <a:pt x="320" y="350"/>
                  </a:cubicBezTo>
                  <a:cubicBezTo>
                    <a:pt x="320" y="443"/>
                    <a:pt x="320" y="443"/>
                    <a:pt x="320" y="443"/>
                  </a:cubicBezTo>
                  <a:cubicBezTo>
                    <a:pt x="315" y="442"/>
                    <a:pt x="312" y="443"/>
                    <a:pt x="312" y="443"/>
                  </a:cubicBezTo>
                  <a:cubicBezTo>
                    <a:pt x="312" y="443"/>
                    <a:pt x="309" y="454"/>
                    <a:pt x="305" y="457"/>
                  </a:cubicBezTo>
                  <a:cubicBezTo>
                    <a:pt x="300" y="460"/>
                    <a:pt x="294" y="471"/>
                    <a:pt x="293" y="467"/>
                  </a:cubicBezTo>
                  <a:cubicBezTo>
                    <a:pt x="292" y="464"/>
                    <a:pt x="288" y="496"/>
                    <a:pt x="284" y="513"/>
                  </a:cubicBezTo>
                  <a:cubicBezTo>
                    <a:pt x="280" y="530"/>
                    <a:pt x="262" y="651"/>
                    <a:pt x="262" y="668"/>
                  </a:cubicBezTo>
                  <a:cubicBezTo>
                    <a:pt x="262" y="685"/>
                    <a:pt x="255" y="703"/>
                    <a:pt x="256" y="715"/>
                  </a:cubicBezTo>
                  <a:cubicBezTo>
                    <a:pt x="256" y="728"/>
                    <a:pt x="253" y="760"/>
                    <a:pt x="253" y="778"/>
                  </a:cubicBezTo>
                  <a:cubicBezTo>
                    <a:pt x="252" y="796"/>
                    <a:pt x="236" y="814"/>
                    <a:pt x="236" y="827"/>
                  </a:cubicBezTo>
                  <a:cubicBezTo>
                    <a:pt x="236" y="840"/>
                    <a:pt x="240" y="846"/>
                    <a:pt x="238" y="854"/>
                  </a:cubicBezTo>
                  <a:cubicBezTo>
                    <a:pt x="236" y="862"/>
                    <a:pt x="236" y="867"/>
                    <a:pt x="245" y="876"/>
                  </a:cubicBezTo>
                  <a:cubicBezTo>
                    <a:pt x="253" y="885"/>
                    <a:pt x="256" y="893"/>
                    <a:pt x="256" y="900"/>
                  </a:cubicBezTo>
                  <a:cubicBezTo>
                    <a:pt x="255" y="907"/>
                    <a:pt x="253" y="910"/>
                    <a:pt x="236" y="910"/>
                  </a:cubicBezTo>
                  <a:cubicBezTo>
                    <a:pt x="220" y="911"/>
                    <a:pt x="204" y="906"/>
                    <a:pt x="204" y="902"/>
                  </a:cubicBezTo>
                  <a:cubicBezTo>
                    <a:pt x="204" y="898"/>
                    <a:pt x="199" y="897"/>
                    <a:pt x="194" y="897"/>
                  </a:cubicBezTo>
                  <a:cubicBezTo>
                    <a:pt x="189" y="897"/>
                    <a:pt x="190" y="892"/>
                    <a:pt x="192" y="882"/>
                  </a:cubicBezTo>
                  <a:cubicBezTo>
                    <a:pt x="194" y="873"/>
                    <a:pt x="201" y="859"/>
                    <a:pt x="196" y="861"/>
                  </a:cubicBezTo>
                  <a:cubicBezTo>
                    <a:pt x="192" y="862"/>
                    <a:pt x="189" y="859"/>
                    <a:pt x="189" y="846"/>
                  </a:cubicBezTo>
                  <a:cubicBezTo>
                    <a:pt x="189" y="832"/>
                    <a:pt x="187" y="828"/>
                    <a:pt x="193" y="820"/>
                  </a:cubicBezTo>
                  <a:cubicBezTo>
                    <a:pt x="199" y="811"/>
                    <a:pt x="198" y="796"/>
                    <a:pt x="196" y="784"/>
                  </a:cubicBezTo>
                  <a:cubicBezTo>
                    <a:pt x="195" y="772"/>
                    <a:pt x="191" y="763"/>
                    <a:pt x="194" y="748"/>
                  </a:cubicBezTo>
                  <a:cubicBezTo>
                    <a:pt x="198" y="733"/>
                    <a:pt x="199" y="714"/>
                    <a:pt x="196" y="706"/>
                  </a:cubicBezTo>
                  <a:cubicBezTo>
                    <a:pt x="194" y="699"/>
                    <a:pt x="196" y="690"/>
                    <a:pt x="201" y="684"/>
                  </a:cubicBezTo>
                  <a:cubicBezTo>
                    <a:pt x="207" y="678"/>
                    <a:pt x="199" y="667"/>
                    <a:pt x="199" y="660"/>
                  </a:cubicBezTo>
                  <a:cubicBezTo>
                    <a:pt x="199" y="653"/>
                    <a:pt x="201" y="624"/>
                    <a:pt x="197" y="595"/>
                  </a:cubicBezTo>
                  <a:cubicBezTo>
                    <a:pt x="194" y="566"/>
                    <a:pt x="193" y="544"/>
                    <a:pt x="192" y="537"/>
                  </a:cubicBezTo>
                  <a:cubicBezTo>
                    <a:pt x="192" y="529"/>
                    <a:pt x="188" y="533"/>
                    <a:pt x="177" y="562"/>
                  </a:cubicBezTo>
                  <a:cubicBezTo>
                    <a:pt x="167" y="590"/>
                    <a:pt x="141" y="680"/>
                    <a:pt x="136" y="700"/>
                  </a:cubicBezTo>
                  <a:cubicBezTo>
                    <a:pt x="132" y="717"/>
                    <a:pt x="118" y="780"/>
                    <a:pt x="112" y="808"/>
                  </a:cubicBezTo>
                  <a:cubicBezTo>
                    <a:pt x="112" y="362"/>
                    <a:pt x="112" y="362"/>
                    <a:pt x="112" y="362"/>
                  </a:cubicBezTo>
                  <a:cubicBezTo>
                    <a:pt x="113" y="360"/>
                    <a:pt x="112" y="345"/>
                    <a:pt x="115" y="334"/>
                  </a:cubicBezTo>
                  <a:cubicBezTo>
                    <a:pt x="120" y="321"/>
                    <a:pt x="121" y="303"/>
                    <a:pt x="122" y="282"/>
                  </a:cubicBezTo>
                  <a:cubicBezTo>
                    <a:pt x="122" y="282"/>
                    <a:pt x="117" y="300"/>
                    <a:pt x="112" y="311"/>
                  </a:cubicBezTo>
                  <a:cubicBezTo>
                    <a:pt x="112" y="159"/>
                    <a:pt x="112" y="159"/>
                    <a:pt x="112" y="159"/>
                  </a:cubicBezTo>
                  <a:cubicBezTo>
                    <a:pt x="116" y="157"/>
                    <a:pt x="124" y="155"/>
                    <a:pt x="135" y="154"/>
                  </a:cubicBezTo>
                  <a:cubicBezTo>
                    <a:pt x="160" y="151"/>
                    <a:pt x="179" y="144"/>
                    <a:pt x="185" y="139"/>
                  </a:cubicBezTo>
                  <a:cubicBezTo>
                    <a:pt x="188" y="136"/>
                    <a:pt x="191" y="134"/>
                    <a:pt x="193" y="131"/>
                  </a:cubicBezTo>
                  <a:cubicBezTo>
                    <a:pt x="195" y="129"/>
                    <a:pt x="198" y="126"/>
                    <a:pt x="195" y="126"/>
                  </a:cubicBezTo>
                  <a:cubicBezTo>
                    <a:pt x="188" y="125"/>
                    <a:pt x="187" y="101"/>
                    <a:pt x="184" y="94"/>
                  </a:cubicBezTo>
                  <a:cubicBezTo>
                    <a:pt x="181" y="86"/>
                    <a:pt x="182" y="81"/>
                    <a:pt x="184" y="75"/>
                  </a:cubicBezTo>
                  <a:cubicBezTo>
                    <a:pt x="186" y="69"/>
                    <a:pt x="182" y="59"/>
                    <a:pt x="188" y="49"/>
                  </a:cubicBezTo>
                  <a:cubicBezTo>
                    <a:pt x="193" y="39"/>
                    <a:pt x="186" y="26"/>
                    <a:pt x="193" y="25"/>
                  </a:cubicBezTo>
                  <a:cubicBezTo>
                    <a:pt x="201" y="24"/>
                    <a:pt x="198" y="15"/>
                    <a:pt x="205" y="15"/>
                  </a:cubicBezTo>
                  <a:cubicBezTo>
                    <a:pt x="213" y="15"/>
                    <a:pt x="214" y="4"/>
                    <a:pt x="221" y="8"/>
                  </a:cubicBezTo>
                  <a:cubicBezTo>
                    <a:pt x="229" y="11"/>
                    <a:pt x="229" y="0"/>
                    <a:pt x="234" y="7"/>
                  </a:cubicBezTo>
                  <a:close/>
                  <a:moveTo>
                    <a:pt x="112" y="808"/>
                  </a:moveTo>
                  <a:cubicBezTo>
                    <a:pt x="111" y="813"/>
                    <a:pt x="110" y="817"/>
                    <a:pt x="109" y="819"/>
                  </a:cubicBezTo>
                  <a:cubicBezTo>
                    <a:pt x="106" y="836"/>
                    <a:pt x="102" y="870"/>
                    <a:pt x="97" y="870"/>
                  </a:cubicBezTo>
                  <a:cubicBezTo>
                    <a:pt x="92" y="870"/>
                    <a:pt x="94" y="874"/>
                    <a:pt x="93" y="884"/>
                  </a:cubicBezTo>
                  <a:cubicBezTo>
                    <a:pt x="92" y="893"/>
                    <a:pt x="83" y="894"/>
                    <a:pt x="77" y="897"/>
                  </a:cubicBezTo>
                  <a:cubicBezTo>
                    <a:pt x="72" y="899"/>
                    <a:pt x="70" y="893"/>
                    <a:pt x="70" y="893"/>
                  </a:cubicBezTo>
                  <a:cubicBezTo>
                    <a:pt x="70" y="893"/>
                    <a:pt x="61" y="912"/>
                    <a:pt x="45" y="914"/>
                  </a:cubicBezTo>
                  <a:cubicBezTo>
                    <a:pt x="30" y="916"/>
                    <a:pt x="0" y="922"/>
                    <a:pt x="0" y="914"/>
                  </a:cubicBezTo>
                  <a:cubicBezTo>
                    <a:pt x="0" y="907"/>
                    <a:pt x="3" y="900"/>
                    <a:pt x="13" y="894"/>
                  </a:cubicBezTo>
                  <a:cubicBezTo>
                    <a:pt x="24" y="888"/>
                    <a:pt x="31" y="871"/>
                    <a:pt x="35" y="867"/>
                  </a:cubicBezTo>
                  <a:cubicBezTo>
                    <a:pt x="39" y="863"/>
                    <a:pt x="34" y="864"/>
                    <a:pt x="37" y="856"/>
                  </a:cubicBezTo>
                  <a:cubicBezTo>
                    <a:pt x="41" y="848"/>
                    <a:pt x="51" y="799"/>
                    <a:pt x="53" y="783"/>
                  </a:cubicBezTo>
                  <a:cubicBezTo>
                    <a:pt x="55" y="768"/>
                    <a:pt x="54" y="713"/>
                    <a:pt x="61" y="688"/>
                  </a:cubicBezTo>
                  <a:cubicBezTo>
                    <a:pt x="69" y="663"/>
                    <a:pt x="92" y="581"/>
                    <a:pt x="96" y="558"/>
                  </a:cubicBezTo>
                  <a:cubicBezTo>
                    <a:pt x="99" y="536"/>
                    <a:pt x="104" y="513"/>
                    <a:pt x="104" y="501"/>
                  </a:cubicBezTo>
                  <a:cubicBezTo>
                    <a:pt x="104" y="488"/>
                    <a:pt x="105" y="480"/>
                    <a:pt x="109" y="471"/>
                  </a:cubicBezTo>
                  <a:cubicBezTo>
                    <a:pt x="112" y="462"/>
                    <a:pt x="108" y="450"/>
                    <a:pt x="108" y="450"/>
                  </a:cubicBezTo>
                  <a:cubicBezTo>
                    <a:pt x="108" y="450"/>
                    <a:pt x="99" y="457"/>
                    <a:pt x="94" y="461"/>
                  </a:cubicBezTo>
                  <a:cubicBezTo>
                    <a:pt x="88" y="466"/>
                    <a:pt x="88" y="459"/>
                    <a:pt x="91" y="448"/>
                  </a:cubicBezTo>
                  <a:cubicBezTo>
                    <a:pt x="94" y="437"/>
                    <a:pt x="91" y="431"/>
                    <a:pt x="89" y="434"/>
                  </a:cubicBezTo>
                  <a:cubicBezTo>
                    <a:pt x="86" y="437"/>
                    <a:pt x="84" y="416"/>
                    <a:pt x="77" y="403"/>
                  </a:cubicBezTo>
                  <a:cubicBezTo>
                    <a:pt x="70" y="390"/>
                    <a:pt x="55" y="363"/>
                    <a:pt x="59" y="348"/>
                  </a:cubicBezTo>
                  <a:cubicBezTo>
                    <a:pt x="62" y="333"/>
                    <a:pt x="63" y="306"/>
                    <a:pt x="67" y="293"/>
                  </a:cubicBezTo>
                  <a:cubicBezTo>
                    <a:pt x="72" y="280"/>
                    <a:pt x="76" y="257"/>
                    <a:pt x="80" y="243"/>
                  </a:cubicBezTo>
                  <a:cubicBezTo>
                    <a:pt x="85" y="228"/>
                    <a:pt x="85" y="221"/>
                    <a:pt x="91" y="207"/>
                  </a:cubicBezTo>
                  <a:cubicBezTo>
                    <a:pt x="97" y="192"/>
                    <a:pt x="104" y="176"/>
                    <a:pt x="104" y="169"/>
                  </a:cubicBezTo>
                  <a:cubicBezTo>
                    <a:pt x="104" y="165"/>
                    <a:pt x="106" y="162"/>
                    <a:pt x="112" y="159"/>
                  </a:cubicBezTo>
                  <a:cubicBezTo>
                    <a:pt x="112" y="311"/>
                    <a:pt x="112" y="311"/>
                    <a:pt x="112" y="311"/>
                  </a:cubicBezTo>
                  <a:cubicBezTo>
                    <a:pt x="110" y="316"/>
                    <a:pt x="108" y="319"/>
                    <a:pt x="106" y="319"/>
                  </a:cubicBezTo>
                  <a:cubicBezTo>
                    <a:pt x="100" y="321"/>
                    <a:pt x="100" y="328"/>
                    <a:pt x="106" y="332"/>
                  </a:cubicBezTo>
                  <a:cubicBezTo>
                    <a:pt x="112" y="335"/>
                    <a:pt x="108" y="359"/>
                    <a:pt x="111" y="362"/>
                  </a:cubicBezTo>
                  <a:cubicBezTo>
                    <a:pt x="111" y="362"/>
                    <a:pt x="111" y="362"/>
                    <a:pt x="112" y="362"/>
                  </a:cubicBezTo>
                  <a:lnTo>
                    <a:pt x="112" y="808"/>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5" name="Freeform 7"/>
            <p:cNvSpPr>
              <a:spLocks/>
            </p:cNvSpPr>
            <p:nvPr/>
          </p:nvSpPr>
          <p:spPr bwMode="auto">
            <a:xfrm>
              <a:off x="6022976" y="2373313"/>
              <a:ext cx="327025" cy="635000"/>
            </a:xfrm>
            <a:custGeom>
              <a:avLst/>
              <a:gdLst/>
              <a:ahLst/>
              <a:cxnLst>
                <a:cxn ang="0">
                  <a:pos x="110" y="1"/>
                </a:cxn>
                <a:cxn ang="0">
                  <a:pos x="111" y="3"/>
                </a:cxn>
                <a:cxn ang="0">
                  <a:pos x="116" y="11"/>
                </a:cxn>
                <a:cxn ang="0">
                  <a:pos x="116" y="13"/>
                </a:cxn>
                <a:cxn ang="0">
                  <a:pos x="111" y="106"/>
                </a:cxn>
                <a:cxn ang="0">
                  <a:pos x="112" y="182"/>
                </a:cxn>
                <a:cxn ang="0">
                  <a:pos x="125" y="238"/>
                </a:cxn>
                <a:cxn ang="0">
                  <a:pos x="137" y="265"/>
                </a:cxn>
                <a:cxn ang="0">
                  <a:pos x="91" y="262"/>
                </a:cxn>
                <a:cxn ang="0">
                  <a:pos x="15" y="263"/>
                </a:cxn>
                <a:cxn ang="0">
                  <a:pos x="0" y="257"/>
                </a:cxn>
                <a:cxn ang="0">
                  <a:pos x="18" y="208"/>
                </a:cxn>
                <a:cxn ang="0">
                  <a:pos x="32" y="111"/>
                </a:cxn>
                <a:cxn ang="0">
                  <a:pos x="38" y="23"/>
                </a:cxn>
                <a:cxn ang="0">
                  <a:pos x="43" y="8"/>
                </a:cxn>
                <a:cxn ang="0">
                  <a:pos x="44" y="8"/>
                </a:cxn>
                <a:cxn ang="0">
                  <a:pos x="52" y="0"/>
                </a:cxn>
                <a:cxn ang="0">
                  <a:pos x="65" y="17"/>
                </a:cxn>
                <a:cxn ang="0">
                  <a:pos x="87" y="24"/>
                </a:cxn>
                <a:cxn ang="0">
                  <a:pos x="110" y="1"/>
                </a:cxn>
              </a:cxnLst>
              <a:rect l="0" t="0" r="r" b="b"/>
              <a:pathLst>
                <a:path w="137" h="266">
                  <a:moveTo>
                    <a:pt x="110" y="1"/>
                  </a:moveTo>
                  <a:cubicBezTo>
                    <a:pt x="110" y="3"/>
                    <a:pt x="111" y="3"/>
                    <a:pt x="111" y="3"/>
                  </a:cubicBezTo>
                  <a:cubicBezTo>
                    <a:pt x="116" y="11"/>
                    <a:pt x="116" y="11"/>
                    <a:pt x="116" y="11"/>
                  </a:cubicBezTo>
                  <a:cubicBezTo>
                    <a:pt x="116" y="12"/>
                    <a:pt x="116" y="12"/>
                    <a:pt x="116" y="13"/>
                  </a:cubicBezTo>
                  <a:cubicBezTo>
                    <a:pt x="114" y="27"/>
                    <a:pt x="111" y="74"/>
                    <a:pt x="111" y="106"/>
                  </a:cubicBezTo>
                  <a:cubicBezTo>
                    <a:pt x="111" y="139"/>
                    <a:pt x="107" y="156"/>
                    <a:pt x="112" y="182"/>
                  </a:cubicBezTo>
                  <a:cubicBezTo>
                    <a:pt x="117" y="208"/>
                    <a:pt x="118" y="223"/>
                    <a:pt x="125" y="238"/>
                  </a:cubicBezTo>
                  <a:cubicBezTo>
                    <a:pt x="132" y="254"/>
                    <a:pt x="137" y="265"/>
                    <a:pt x="137" y="265"/>
                  </a:cubicBezTo>
                  <a:cubicBezTo>
                    <a:pt x="137" y="265"/>
                    <a:pt x="114" y="262"/>
                    <a:pt x="91" y="262"/>
                  </a:cubicBezTo>
                  <a:cubicBezTo>
                    <a:pt x="67" y="262"/>
                    <a:pt x="24" y="266"/>
                    <a:pt x="15" y="263"/>
                  </a:cubicBezTo>
                  <a:cubicBezTo>
                    <a:pt x="6" y="261"/>
                    <a:pt x="0" y="257"/>
                    <a:pt x="0" y="257"/>
                  </a:cubicBezTo>
                  <a:cubicBezTo>
                    <a:pt x="0" y="257"/>
                    <a:pt x="11" y="234"/>
                    <a:pt x="18" y="208"/>
                  </a:cubicBezTo>
                  <a:cubicBezTo>
                    <a:pt x="25" y="182"/>
                    <a:pt x="32" y="146"/>
                    <a:pt x="32" y="111"/>
                  </a:cubicBezTo>
                  <a:cubicBezTo>
                    <a:pt x="32" y="75"/>
                    <a:pt x="31" y="41"/>
                    <a:pt x="38" y="23"/>
                  </a:cubicBezTo>
                  <a:cubicBezTo>
                    <a:pt x="40" y="17"/>
                    <a:pt x="42" y="12"/>
                    <a:pt x="43" y="8"/>
                  </a:cubicBezTo>
                  <a:cubicBezTo>
                    <a:pt x="44" y="8"/>
                    <a:pt x="42" y="9"/>
                    <a:pt x="44" y="8"/>
                  </a:cubicBezTo>
                  <a:cubicBezTo>
                    <a:pt x="46" y="6"/>
                    <a:pt x="50" y="3"/>
                    <a:pt x="52" y="0"/>
                  </a:cubicBezTo>
                  <a:cubicBezTo>
                    <a:pt x="56" y="5"/>
                    <a:pt x="58" y="8"/>
                    <a:pt x="65" y="17"/>
                  </a:cubicBezTo>
                  <a:cubicBezTo>
                    <a:pt x="73" y="26"/>
                    <a:pt x="74" y="33"/>
                    <a:pt x="87" y="24"/>
                  </a:cubicBezTo>
                  <a:cubicBezTo>
                    <a:pt x="96" y="18"/>
                    <a:pt x="103" y="9"/>
                    <a:pt x="110"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6" name="Freeform 8"/>
            <p:cNvSpPr>
              <a:spLocks/>
            </p:cNvSpPr>
            <p:nvPr/>
          </p:nvSpPr>
          <p:spPr bwMode="auto">
            <a:xfrm>
              <a:off x="6075363" y="2447925"/>
              <a:ext cx="157163" cy="627062"/>
            </a:xfrm>
            <a:custGeom>
              <a:avLst/>
              <a:gdLst/>
              <a:ahLst/>
              <a:cxnLst>
                <a:cxn ang="0">
                  <a:pos x="55" y="0"/>
                </a:cxn>
                <a:cxn ang="0">
                  <a:pos x="42" y="13"/>
                </a:cxn>
                <a:cxn ang="0">
                  <a:pos x="46" y="21"/>
                </a:cxn>
                <a:cxn ang="0">
                  <a:pos x="26" y="99"/>
                </a:cxn>
                <a:cxn ang="0">
                  <a:pos x="3" y="224"/>
                </a:cxn>
                <a:cxn ang="0">
                  <a:pos x="10" y="252"/>
                </a:cxn>
                <a:cxn ang="0">
                  <a:pos x="25" y="253"/>
                </a:cxn>
                <a:cxn ang="0">
                  <a:pos x="42" y="221"/>
                </a:cxn>
                <a:cxn ang="0">
                  <a:pos x="57" y="119"/>
                </a:cxn>
                <a:cxn ang="0">
                  <a:pos x="62" y="41"/>
                </a:cxn>
                <a:cxn ang="0">
                  <a:pos x="58" y="21"/>
                </a:cxn>
                <a:cxn ang="0">
                  <a:pos x="66" y="12"/>
                </a:cxn>
                <a:cxn ang="0">
                  <a:pos x="55" y="0"/>
                </a:cxn>
              </a:cxnLst>
              <a:rect l="0" t="0" r="r" b="b"/>
              <a:pathLst>
                <a:path w="66" h="263">
                  <a:moveTo>
                    <a:pt x="55" y="0"/>
                  </a:moveTo>
                  <a:cubicBezTo>
                    <a:pt x="42" y="13"/>
                    <a:pt x="42" y="13"/>
                    <a:pt x="42" y="13"/>
                  </a:cubicBezTo>
                  <a:cubicBezTo>
                    <a:pt x="42" y="13"/>
                    <a:pt x="49" y="15"/>
                    <a:pt x="46" y="21"/>
                  </a:cubicBezTo>
                  <a:cubicBezTo>
                    <a:pt x="44" y="26"/>
                    <a:pt x="35" y="58"/>
                    <a:pt x="26" y="99"/>
                  </a:cubicBezTo>
                  <a:cubicBezTo>
                    <a:pt x="17" y="141"/>
                    <a:pt x="5" y="214"/>
                    <a:pt x="3" y="224"/>
                  </a:cubicBezTo>
                  <a:cubicBezTo>
                    <a:pt x="0" y="234"/>
                    <a:pt x="3" y="242"/>
                    <a:pt x="10" y="252"/>
                  </a:cubicBezTo>
                  <a:cubicBezTo>
                    <a:pt x="17" y="263"/>
                    <a:pt x="18" y="263"/>
                    <a:pt x="25" y="253"/>
                  </a:cubicBezTo>
                  <a:cubicBezTo>
                    <a:pt x="32" y="244"/>
                    <a:pt x="37" y="248"/>
                    <a:pt x="42" y="221"/>
                  </a:cubicBezTo>
                  <a:cubicBezTo>
                    <a:pt x="46" y="195"/>
                    <a:pt x="53" y="143"/>
                    <a:pt x="57" y="119"/>
                  </a:cubicBezTo>
                  <a:cubicBezTo>
                    <a:pt x="61" y="96"/>
                    <a:pt x="65" y="51"/>
                    <a:pt x="62" y="41"/>
                  </a:cubicBezTo>
                  <a:cubicBezTo>
                    <a:pt x="59" y="31"/>
                    <a:pt x="57" y="25"/>
                    <a:pt x="58" y="21"/>
                  </a:cubicBezTo>
                  <a:cubicBezTo>
                    <a:pt x="59" y="16"/>
                    <a:pt x="66" y="12"/>
                    <a:pt x="66" y="12"/>
                  </a:cubicBezTo>
                  <a:cubicBezTo>
                    <a:pt x="66" y="12"/>
                    <a:pt x="61" y="3"/>
                    <a:pt x="55" y="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2"/>
          <p:cNvGrpSpPr/>
          <p:nvPr/>
        </p:nvGrpSpPr>
        <p:grpSpPr>
          <a:xfrm>
            <a:off x="4270615" y="2398929"/>
            <a:ext cx="531813" cy="2159000"/>
            <a:chOff x="4129088" y="2282825"/>
            <a:chExt cx="531813" cy="2159000"/>
          </a:xfrm>
        </p:grpSpPr>
        <p:sp>
          <p:nvSpPr>
            <p:cNvPr id="2057" name="Freeform 9"/>
            <p:cNvSpPr>
              <a:spLocks noEditPoints="1"/>
            </p:cNvSpPr>
            <p:nvPr/>
          </p:nvSpPr>
          <p:spPr bwMode="auto">
            <a:xfrm>
              <a:off x="4129088" y="2282825"/>
              <a:ext cx="531813" cy="2159000"/>
            </a:xfrm>
            <a:custGeom>
              <a:avLst/>
              <a:gdLst/>
              <a:ahLst/>
              <a:cxnLst>
                <a:cxn ang="0">
                  <a:pos x="107" y="1"/>
                </a:cxn>
                <a:cxn ang="0">
                  <a:pos x="147" y="36"/>
                </a:cxn>
                <a:cxn ang="0">
                  <a:pos x="154" y="62"/>
                </a:cxn>
                <a:cxn ang="0">
                  <a:pos x="160" y="98"/>
                </a:cxn>
                <a:cxn ang="0">
                  <a:pos x="171" y="133"/>
                </a:cxn>
                <a:cxn ang="0">
                  <a:pos x="178" y="151"/>
                </a:cxn>
                <a:cxn ang="0">
                  <a:pos x="210" y="170"/>
                </a:cxn>
                <a:cxn ang="0">
                  <a:pos x="221" y="238"/>
                </a:cxn>
                <a:cxn ang="0">
                  <a:pos x="214" y="296"/>
                </a:cxn>
                <a:cxn ang="0">
                  <a:pos x="191" y="313"/>
                </a:cxn>
                <a:cxn ang="0">
                  <a:pos x="198" y="371"/>
                </a:cxn>
                <a:cxn ang="0">
                  <a:pos x="206" y="414"/>
                </a:cxn>
                <a:cxn ang="0">
                  <a:pos x="194" y="416"/>
                </a:cxn>
                <a:cxn ang="0">
                  <a:pos x="189" y="474"/>
                </a:cxn>
                <a:cxn ang="0">
                  <a:pos x="172" y="570"/>
                </a:cxn>
                <a:cxn ang="0">
                  <a:pos x="165" y="582"/>
                </a:cxn>
                <a:cxn ang="0">
                  <a:pos x="157" y="582"/>
                </a:cxn>
                <a:cxn ang="0">
                  <a:pos x="155" y="611"/>
                </a:cxn>
                <a:cxn ang="0">
                  <a:pos x="149" y="670"/>
                </a:cxn>
                <a:cxn ang="0">
                  <a:pos x="123" y="764"/>
                </a:cxn>
                <a:cxn ang="0">
                  <a:pos x="141" y="817"/>
                </a:cxn>
                <a:cxn ang="0">
                  <a:pos x="156" y="852"/>
                </a:cxn>
                <a:cxn ang="0">
                  <a:pos x="133" y="854"/>
                </a:cxn>
                <a:cxn ang="0">
                  <a:pos x="122" y="846"/>
                </a:cxn>
                <a:cxn ang="0">
                  <a:pos x="125" y="864"/>
                </a:cxn>
                <a:cxn ang="0">
                  <a:pos x="112" y="905"/>
                </a:cxn>
                <a:cxn ang="0">
                  <a:pos x="107" y="905"/>
                </a:cxn>
                <a:cxn ang="0">
                  <a:pos x="107" y="636"/>
                </a:cxn>
                <a:cxn ang="0">
                  <a:pos x="109" y="621"/>
                </a:cxn>
                <a:cxn ang="0">
                  <a:pos x="109" y="580"/>
                </a:cxn>
                <a:cxn ang="0">
                  <a:pos x="107" y="596"/>
                </a:cxn>
                <a:cxn ang="0">
                  <a:pos x="107" y="1"/>
                </a:cxn>
                <a:cxn ang="0">
                  <a:pos x="106" y="1"/>
                </a:cxn>
                <a:cxn ang="0">
                  <a:pos x="107" y="1"/>
                </a:cxn>
                <a:cxn ang="0">
                  <a:pos x="107" y="596"/>
                </a:cxn>
                <a:cxn ang="0">
                  <a:pos x="104" y="611"/>
                </a:cxn>
                <a:cxn ang="0">
                  <a:pos x="105" y="632"/>
                </a:cxn>
                <a:cxn ang="0">
                  <a:pos x="106" y="645"/>
                </a:cxn>
                <a:cxn ang="0">
                  <a:pos x="107" y="636"/>
                </a:cxn>
                <a:cxn ang="0">
                  <a:pos x="107" y="905"/>
                </a:cxn>
                <a:cxn ang="0">
                  <a:pos x="89" y="869"/>
                </a:cxn>
                <a:cxn ang="0">
                  <a:pos x="88" y="831"/>
                </a:cxn>
                <a:cxn ang="0">
                  <a:pos x="81" y="789"/>
                </a:cxn>
                <a:cxn ang="0">
                  <a:pos x="52" y="662"/>
                </a:cxn>
                <a:cxn ang="0">
                  <a:pos x="53" y="606"/>
                </a:cxn>
                <a:cxn ang="0">
                  <a:pos x="50" y="579"/>
                </a:cxn>
                <a:cxn ang="0">
                  <a:pos x="34" y="565"/>
                </a:cxn>
                <a:cxn ang="0">
                  <a:pos x="29" y="465"/>
                </a:cxn>
                <a:cxn ang="0">
                  <a:pos x="31" y="410"/>
                </a:cxn>
                <a:cxn ang="0">
                  <a:pos x="11" y="407"/>
                </a:cxn>
                <a:cxn ang="0">
                  <a:pos x="27" y="360"/>
                </a:cxn>
                <a:cxn ang="0">
                  <a:pos x="30" y="326"/>
                </a:cxn>
                <a:cxn ang="0">
                  <a:pos x="2" y="302"/>
                </a:cxn>
                <a:cxn ang="0">
                  <a:pos x="2" y="234"/>
                </a:cxn>
                <a:cxn ang="0">
                  <a:pos x="7" y="204"/>
                </a:cxn>
                <a:cxn ang="0">
                  <a:pos x="27" y="154"/>
                </a:cxn>
                <a:cxn ang="0">
                  <a:pos x="48" y="145"/>
                </a:cxn>
                <a:cxn ang="0">
                  <a:pos x="50" y="126"/>
                </a:cxn>
                <a:cxn ang="0">
                  <a:pos x="63" y="101"/>
                </a:cxn>
                <a:cxn ang="0">
                  <a:pos x="64" y="64"/>
                </a:cxn>
                <a:cxn ang="0">
                  <a:pos x="106" y="1"/>
                </a:cxn>
              </a:cxnLst>
              <a:rect l="0" t="0" r="r" b="b"/>
              <a:pathLst>
                <a:path w="223" h="905">
                  <a:moveTo>
                    <a:pt x="107" y="1"/>
                  </a:moveTo>
                  <a:cubicBezTo>
                    <a:pt x="127" y="0"/>
                    <a:pt x="143" y="19"/>
                    <a:pt x="147" y="36"/>
                  </a:cubicBezTo>
                  <a:cubicBezTo>
                    <a:pt x="151" y="54"/>
                    <a:pt x="154" y="53"/>
                    <a:pt x="154" y="62"/>
                  </a:cubicBezTo>
                  <a:cubicBezTo>
                    <a:pt x="154" y="72"/>
                    <a:pt x="158" y="83"/>
                    <a:pt x="160" y="98"/>
                  </a:cubicBezTo>
                  <a:cubicBezTo>
                    <a:pt x="162" y="114"/>
                    <a:pt x="163" y="124"/>
                    <a:pt x="171" y="133"/>
                  </a:cubicBezTo>
                  <a:cubicBezTo>
                    <a:pt x="179" y="142"/>
                    <a:pt x="178" y="151"/>
                    <a:pt x="178" y="151"/>
                  </a:cubicBezTo>
                  <a:cubicBezTo>
                    <a:pt x="178" y="151"/>
                    <a:pt x="204" y="153"/>
                    <a:pt x="210" y="170"/>
                  </a:cubicBezTo>
                  <a:cubicBezTo>
                    <a:pt x="217" y="188"/>
                    <a:pt x="218" y="218"/>
                    <a:pt x="221" y="238"/>
                  </a:cubicBezTo>
                  <a:cubicBezTo>
                    <a:pt x="223" y="258"/>
                    <a:pt x="221" y="281"/>
                    <a:pt x="214" y="296"/>
                  </a:cubicBezTo>
                  <a:cubicBezTo>
                    <a:pt x="207" y="311"/>
                    <a:pt x="191" y="313"/>
                    <a:pt x="191" y="313"/>
                  </a:cubicBezTo>
                  <a:cubicBezTo>
                    <a:pt x="191" y="313"/>
                    <a:pt x="189" y="344"/>
                    <a:pt x="198" y="371"/>
                  </a:cubicBezTo>
                  <a:cubicBezTo>
                    <a:pt x="207" y="399"/>
                    <a:pt x="213" y="413"/>
                    <a:pt x="206" y="414"/>
                  </a:cubicBezTo>
                  <a:cubicBezTo>
                    <a:pt x="198" y="416"/>
                    <a:pt x="194" y="416"/>
                    <a:pt x="194" y="416"/>
                  </a:cubicBezTo>
                  <a:cubicBezTo>
                    <a:pt x="194" y="416"/>
                    <a:pt x="194" y="451"/>
                    <a:pt x="189" y="474"/>
                  </a:cubicBezTo>
                  <a:cubicBezTo>
                    <a:pt x="184" y="497"/>
                    <a:pt x="172" y="555"/>
                    <a:pt x="172" y="570"/>
                  </a:cubicBezTo>
                  <a:cubicBezTo>
                    <a:pt x="172" y="584"/>
                    <a:pt x="171" y="582"/>
                    <a:pt x="165" y="582"/>
                  </a:cubicBezTo>
                  <a:cubicBezTo>
                    <a:pt x="160" y="582"/>
                    <a:pt x="157" y="582"/>
                    <a:pt x="157" y="582"/>
                  </a:cubicBezTo>
                  <a:cubicBezTo>
                    <a:pt x="157" y="582"/>
                    <a:pt x="158" y="605"/>
                    <a:pt x="155" y="611"/>
                  </a:cubicBezTo>
                  <a:cubicBezTo>
                    <a:pt x="152" y="616"/>
                    <a:pt x="157" y="642"/>
                    <a:pt x="149" y="670"/>
                  </a:cubicBezTo>
                  <a:cubicBezTo>
                    <a:pt x="140" y="697"/>
                    <a:pt x="123" y="744"/>
                    <a:pt x="123" y="764"/>
                  </a:cubicBezTo>
                  <a:cubicBezTo>
                    <a:pt x="123" y="783"/>
                    <a:pt x="132" y="807"/>
                    <a:pt x="141" y="817"/>
                  </a:cubicBezTo>
                  <a:cubicBezTo>
                    <a:pt x="150" y="827"/>
                    <a:pt x="163" y="847"/>
                    <a:pt x="156" y="852"/>
                  </a:cubicBezTo>
                  <a:cubicBezTo>
                    <a:pt x="149" y="857"/>
                    <a:pt x="139" y="856"/>
                    <a:pt x="133" y="854"/>
                  </a:cubicBezTo>
                  <a:cubicBezTo>
                    <a:pt x="127" y="852"/>
                    <a:pt x="122" y="846"/>
                    <a:pt x="122" y="846"/>
                  </a:cubicBezTo>
                  <a:cubicBezTo>
                    <a:pt x="122" y="846"/>
                    <a:pt x="122" y="856"/>
                    <a:pt x="125" y="864"/>
                  </a:cubicBezTo>
                  <a:cubicBezTo>
                    <a:pt x="128" y="871"/>
                    <a:pt x="125" y="905"/>
                    <a:pt x="112" y="905"/>
                  </a:cubicBezTo>
                  <a:cubicBezTo>
                    <a:pt x="110" y="905"/>
                    <a:pt x="108" y="905"/>
                    <a:pt x="107" y="905"/>
                  </a:cubicBezTo>
                  <a:cubicBezTo>
                    <a:pt x="107" y="636"/>
                    <a:pt x="107" y="636"/>
                    <a:pt x="107" y="636"/>
                  </a:cubicBezTo>
                  <a:cubicBezTo>
                    <a:pt x="107" y="631"/>
                    <a:pt x="108" y="624"/>
                    <a:pt x="109" y="621"/>
                  </a:cubicBezTo>
                  <a:cubicBezTo>
                    <a:pt x="112" y="614"/>
                    <a:pt x="110" y="600"/>
                    <a:pt x="109" y="580"/>
                  </a:cubicBezTo>
                  <a:cubicBezTo>
                    <a:pt x="109" y="580"/>
                    <a:pt x="108" y="588"/>
                    <a:pt x="107" y="596"/>
                  </a:cubicBezTo>
                  <a:lnTo>
                    <a:pt x="107" y="1"/>
                  </a:lnTo>
                  <a:close/>
                  <a:moveTo>
                    <a:pt x="106" y="1"/>
                  </a:moveTo>
                  <a:cubicBezTo>
                    <a:pt x="107" y="1"/>
                    <a:pt x="107" y="1"/>
                    <a:pt x="107" y="1"/>
                  </a:cubicBezTo>
                  <a:cubicBezTo>
                    <a:pt x="107" y="596"/>
                    <a:pt x="107" y="596"/>
                    <a:pt x="107" y="596"/>
                  </a:cubicBezTo>
                  <a:cubicBezTo>
                    <a:pt x="106" y="602"/>
                    <a:pt x="105" y="608"/>
                    <a:pt x="104" y="611"/>
                  </a:cubicBezTo>
                  <a:cubicBezTo>
                    <a:pt x="102" y="620"/>
                    <a:pt x="105" y="626"/>
                    <a:pt x="105" y="632"/>
                  </a:cubicBezTo>
                  <a:cubicBezTo>
                    <a:pt x="105" y="637"/>
                    <a:pt x="106" y="645"/>
                    <a:pt x="106" y="645"/>
                  </a:cubicBezTo>
                  <a:cubicBezTo>
                    <a:pt x="106" y="645"/>
                    <a:pt x="106" y="641"/>
                    <a:pt x="107" y="636"/>
                  </a:cubicBezTo>
                  <a:cubicBezTo>
                    <a:pt x="107" y="905"/>
                    <a:pt x="107" y="905"/>
                    <a:pt x="107" y="905"/>
                  </a:cubicBezTo>
                  <a:cubicBezTo>
                    <a:pt x="96" y="901"/>
                    <a:pt x="88" y="888"/>
                    <a:pt x="89" y="869"/>
                  </a:cubicBezTo>
                  <a:cubicBezTo>
                    <a:pt x="89" y="847"/>
                    <a:pt x="84" y="843"/>
                    <a:pt x="88" y="831"/>
                  </a:cubicBezTo>
                  <a:cubicBezTo>
                    <a:pt x="91" y="818"/>
                    <a:pt x="87" y="809"/>
                    <a:pt x="81" y="789"/>
                  </a:cubicBezTo>
                  <a:cubicBezTo>
                    <a:pt x="75" y="769"/>
                    <a:pt x="51" y="684"/>
                    <a:pt x="52" y="662"/>
                  </a:cubicBezTo>
                  <a:cubicBezTo>
                    <a:pt x="53" y="640"/>
                    <a:pt x="56" y="621"/>
                    <a:pt x="53" y="606"/>
                  </a:cubicBezTo>
                  <a:cubicBezTo>
                    <a:pt x="51" y="592"/>
                    <a:pt x="50" y="579"/>
                    <a:pt x="50" y="579"/>
                  </a:cubicBezTo>
                  <a:cubicBezTo>
                    <a:pt x="50" y="579"/>
                    <a:pt x="34" y="586"/>
                    <a:pt x="34" y="565"/>
                  </a:cubicBezTo>
                  <a:cubicBezTo>
                    <a:pt x="34" y="544"/>
                    <a:pt x="31" y="483"/>
                    <a:pt x="29" y="465"/>
                  </a:cubicBezTo>
                  <a:cubicBezTo>
                    <a:pt x="28" y="446"/>
                    <a:pt x="31" y="410"/>
                    <a:pt x="31" y="410"/>
                  </a:cubicBezTo>
                  <a:cubicBezTo>
                    <a:pt x="31" y="410"/>
                    <a:pt x="16" y="409"/>
                    <a:pt x="11" y="407"/>
                  </a:cubicBezTo>
                  <a:cubicBezTo>
                    <a:pt x="6" y="405"/>
                    <a:pt x="24" y="373"/>
                    <a:pt x="27" y="360"/>
                  </a:cubicBezTo>
                  <a:cubicBezTo>
                    <a:pt x="31" y="348"/>
                    <a:pt x="30" y="326"/>
                    <a:pt x="30" y="326"/>
                  </a:cubicBezTo>
                  <a:cubicBezTo>
                    <a:pt x="30" y="326"/>
                    <a:pt x="3" y="325"/>
                    <a:pt x="2" y="302"/>
                  </a:cubicBezTo>
                  <a:cubicBezTo>
                    <a:pt x="1" y="279"/>
                    <a:pt x="0" y="247"/>
                    <a:pt x="2" y="234"/>
                  </a:cubicBezTo>
                  <a:cubicBezTo>
                    <a:pt x="4" y="220"/>
                    <a:pt x="5" y="222"/>
                    <a:pt x="7" y="204"/>
                  </a:cubicBezTo>
                  <a:cubicBezTo>
                    <a:pt x="9" y="186"/>
                    <a:pt x="18" y="155"/>
                    <a:pt x="27" y="154"/>
                  </a:cubicBezTo>
                  <a:cubicBezTo>
                    <a:pt x="36" y="153"/>
                    <a:pt x="48" y="145"/>
                    <a:pt x="48" y="145"/>
                  </a:cubicBezTo>
                  <a:cubicBezTo>
                    <a:pt x="48" y="145"/>
                    <a:pt x="39" y="135"/>
                    <a:pt x="50" y="126"/>
                  </a:cubicBezTo>
                  <a:cubicBezTo>
                    <a:pt x="61" y="117"/>
                    <a:pt x="68" y="113"/>
                    <a:pt x="63" y="101"/>
                  </a:cubicBezTo>
                  <a:cubicBezTo>
                    <a:pt x="58" y="89"/>
                    <a:pt x="61" y="80"/>
                    <a:pt x="64" y="64"/>
                  </a:cubicBezTo>
                  <a:cubicBezTo>
                    <a:pt x="67" y="49"/>
                    <a:pt x="75" y="1"/>
                    <a:pt x="106" y="1"/>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8" name="Freeform 10"/>
            <p:cNvSpPr>
              <a:spLocks/>
            </p:cNvSpPr>
            <p:nvPr/>
          </p:nvSpPr>
          <p:spPr bwMode="auto">
            <a:xfrm>
              <a:off x="4343401" y="2589213"/>
              <a:ext cx="127000" cy="244475"/>
            </a:xfrm>
            <a:custGeom>
              <a:avLst/>
              <a:gdLst/>
              <a:ahLst/>
              <a:cxnLst>
                <a:cxn ang="0">
                  <a:pos x="1" y="3"/>
                </a:cxn>
                <a:cxn ang="0">
                  <a:pos x="15" y="24"/>
                </a:cxn>
                <a:cxn ang="0">
                  <a:pos x="24" y="72"/>
                </a:cxn>
                <a:cxn ang="0">
                  <a:pos x="33" y="52"/>
                </a:cxn>
                <a:cxn ang="0">
                  <a:pos x="37" y="28"/>
                </a:cxn>
                <a:cxn ang="0">
                  <a:pos x="52" y="0"/>
                </a:cxn>
                <a:cxn ang="0">
                  <a:pos x="53" y="19"/>
                </a:cxn>
                <a:cxn ang="0">
                  <a:pos x="38" y="65"/>
                </a:cxn>
                <a:cxn ang="0">
                  <a:pos x="25" y="97"/>
                </a:cxn>
                <a:cxn ang="0">
                  <a:pos x="13" y="67"/>
                </a:cxn>
                <a:cxn ang="0">
                  <a:pos x="1" y="3"/>
                </a:cxn>
              </a:cxnLst>
              <a:rect l="0" t="0" r="r" b="b"/>
              <a:pathLst>
                <a:path w="53" h="103">
                  <a:moveTo>
                    <a:pt x="1" y="3"/>
                  </a:moveTo>
                  <a:cubicBezTo>
                    <a:pt x="1" y="3"/>
                    <a:pt x="15" y="15"/>
                    <a:pt x="15" y="24"/>
                  </a:cubicBezTo>
                  <a:cubicBezTo>
                    <a:pt x="15" y="33"/>
                    <a:pt x="21" y="63"/>
                    <a:pt x="24" y="72"/>
                  </a:cubicBezTo>
                  <a:cubicBezTo>
                    <a:pt x="27" y="82"/>
                    <a:pt x="28" y="61"/>
                    <a:pt x="33" y="52"/>
                  </a:cubicBezTo>
                  <a:cubicBezTo>
                    <a:pt x="38" y="43"/>
                    <a:pt x="40" y="35"/>
                    <a:pt x="37" y="28"/>
                  </a:cubicBezTo>
                  <a:cubicBezTo>
                    <a:pt x="35" y="21"/>
                    <a:pt x="45" y="18"/>
                    <a:pt x="52" y="0"/>
                  </a:cubicBezTo>
                  <a:cubicBezTo>
                    <a:pt x="53" y="7"/>
                    <a:pt x="53" y="12"/>
                    <a:pt x="53" y="19"/>
                  </a:cubicBezTo>
                  <a:cubicBezTo>
                    <a:pt x="52" y="26"/>
                    <a:pt x="41" y="58"/>
                    <a:pt x="38" y="65"/>
                  </a:cubicBezTo>
                  <a:cubicBezTo>
                    <a:pt x="35" y="71"/>
                    <a:pt x="26" y="91"/>
                    <a:pt x="25" y="97"/>
                  </a:cubicBezTo>
                  <a:cubicBezTo>
                    <a:pt x="25" y="103"/>
                    <a:pt x="17" y="86"/>
                    <a:pt x="13" y="67"/>
                  </a:cubicBezTo>
                  <a:cubicBezTo>
                    <a:pt x="8" y="48"/>
                    <a:pt x="0" y="21"/>
                    <a:pt x="1" y="3"/>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9" name="Freeform 11"/>
            <p:cNvSpPr>
              <a:spLocks/>
            </p:cNvSpPr>
            <p:nvPr/>
          </p:nvSpPr>
          <p:spPr bwMode="auto">
            <a:xfrm>
              <a:off x="4279901" y="2927350"/>
              <a:ext cx="23813" cy="52387"/>
            </a:xfrm>
            <a:custGeom>
              <a:avLst/>
              <a:gdLst/>
              <a:ahLst/>
              <a:cxnLst>
                <a:cxn ang="0">
                  <a:pos x="7" y="22"/>
                </a:cxn>
                <a:cxn ang="0">
                  <a:pos x="9" y="9"/>
                </a:cxn>
                <a:cxn ang="0">
                  <a:pos x="9" y="0"/>
                </a:cxn>
                <a:cxn ang="0">
                  <a:pos x="2" y="1"/>
                </a:cxn>
                <a:cxn ang="0">
                  <a:pos x="0" y="19"/>
                </a:cxn>
                <a:cxn ang="0">
                  <a:pos x="7" y="22"/>
                </a:cxn>
              </a:cxnLst>
              <a:rect l="0" t="0" r="r" b="b"/>
              <a:pathLst>
                <a:path w="10" h="22">
                  <a:moveTo>
                    <a:pt x="7" y="22"/>
                  </a:moveTo>
                  <a:cubicBezTo>
                    <a:pt x="7" y="22"/>
                    <a:pt x="9" y="16"/>
                    <a:pt x="9" y="9"/>
                  </a:cubicBezTo>
                  <a:cubicBezTo>
                    <a:pt x="10" y="2"/>
                    <a:pt x="9" y="0"/>
                    <a:pt x="9" y="0"/>
                  </a:cubicBezTo>
                  <a:cubicBezTo>
                    <a:pt x="2" y="1"/>
                    <a:pt x="2" y="1"/>
                    <a:pt x="2" y="1"/>
                  </a:cubicBezTo>
                  <a:cubicBezTo>
                    <a:pt x="2" y="1"/>
                    <a:pt x="1" y="15"/>
                    <a:pt x="0" y="19"/>
                  </a:cubicBezTo>
                  <a:cubicBezTo>
                    <a:pt x="3" y="22"/>
                    <a:pt x="7" y="22"/>
                    <a:pt x="7" y="22"/>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0" name="Freeform 12"/>
            <p:cNvSpPr>
              <a:spLocks/>
            </p:cNvSpPr>
            <p:nvPr/>
          </p:nvSpPr>
          <p:spPr bwMode="auto">
            <a:xfrm>
              <a:off x="4456113" y="3035300"/>
              <a:ext cx="26988" cy="53975"/>
            </a:xfrm>
            <a:custGeom>
              <a:avLst/>
              <a:gdLst/>
              <a:ahLst/>
              <a:cxnLst>
                <a:cxn ang="0">
                  <a:pos x="3" y="0"/>
                </a:cxn>
                <a:cxn ang="0">
                  <a:pos x="1" y="18"/>
                </a:cxn>
                <a:cxn ang="0">
                  <a:pos x="11" y="18"/>
                </a:cxn>
                <a:cxn ang="0">
                  <a:pos x="11" y="0"/>
                </a:cxn>
                <a:cxn ang="0">
                  <a:pos x="3" y="0"/>
                </a:cxn>
              </a:cxnLst>
              <a:rect l="0" t="0" r="r" b="b"/>
              <a:pathLst>
                <a:path w="11" h="23">
                  <a:moveTo>
                    <a:pt x="3" y="0"/>
                  </a:moveTo>
                  <a:cubicBezTo>
                    <a:pt x="3" y="0"/>
                    <a:pt x="1" y="14"/>
                    <a:pt x="1" y="18"/>
                  </a:cubicBezTo>
                  <a:cubicBezTo>
                    <a:pt x="0" y="23"/>
                    <a:pt x="11" y="18"/>
                    <a:pt x="11" y="18"/>
                  </a:cubicBezTo>
                  <a:cubicBezTo>
                    <a:pt x="11" y="0"/>
                    <a:pt x="11" y="0"/>
                    <a:pt x="11" y="0"/>
                  </a:cubicBez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3"/>
          <p:cNvGrpSpPr/>
          <p:nvPr/>
        </p:nvGrpSpPr>
        <p:grpSpPr>
          <a:xfrm>
            <a:off x="4917642" y="2744571"/>
            <a:ext cx="585788" cy="2011362"/>
            <a:chOff x="4948238" y="2751138"/>
            <a:chExt cx="585788" cy="2011362"/>
          </a:xfrm>
        </p:grpSpPr>
        <p:sp>
          <p:nvSpPr>
            <p:cNvPr id="2061"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2"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3"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4"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0"/>
          <p:cNvGrpSpPr/>
          <p:nvPr/>
        </p:nvGrpSpPr>
        <p:grpSpPr>
          <a:xfrm>
            <a:off x="2802322" y="2520758"/>
            <a:ext cx="617538" cy="2155825"/>
            <a:chOff x="2551113" y="1944688"/>
            <a:chExt cx="617538" cy="2155825"/>
          </a:xfrm>
          <a:solidFill>
            <a:schemeClr val="accent1"/>
          </a:solidFill>
        </p:grpSpPr>
        <p:sp>
          <p:nvSpPr>
            <p:cNvPr id="2065" name="Freeform 17"/>
            <p:cNvSpPr>
              <a:spLocks/>
            </p:cNvSpPr>
            <p:nvPr/>
          </p:nvSpPr>
          <p:spPr bwMode="auto">
            <a:xfrm>
              <a:off x="2784476" y="2181225"/>
              <a:ext cx="171450" cy="254000"/>
            </a:xfrm>
            <a:custGeom>
              <a:avLst/>
              <a:gdLst/>
              <a:ahLst/>
              <a:cxnLst>
                <a:cxn ang="0">
                  <a:pos x="4" y="29"/>
                </a:cxn>
                <a:cxn ang="0">
                  <a:pos x="8" y="60"/>
                </a:cxn>
                <a:cxn ang="0">
                  <a:pos x="4" y="92"/>
                </a:cxn>
                <a:cxn ang="0">
                  <a:pos x="56" y="104"/>
                </a:cxn>
                <a:cxn ang="0">
                  <a:pos x="4" y="29"/>
                </a:cxn>
              </a:cxnLst>
              <a:rect l="0" t="0" r="r" b="b"/>
              <a:pathLst>
                <a:path w="72" h="107">
                  <a:moveTo>
                    <a:pt x="4" y="29"/>
                  </a:moveTo>
                  <a:cubicBezTo>
                    <a:pt x="25" y="38"/>
                    <a:pt x="1" y="49"/>
                    <a:pt x="8" y="60"/>
                  </a:cubicBezTo>
                  <a:cubicBezTo>
                    <a:pt x="15" y="70"/>
                    <a:pt x="0" y="78"/>
                    <a:pt x="4" y="92"/>
                  </a:cubicBezTo>
                  <a:cubicBezTo>
                    <a:pt x="8" y="107"/>
                    <a:pt x="40" y="106"/>
                    <a:pt x="56" y="104"/>
                  </a:cubicBezTo>
                  <a:cubicBezTo>
                    <a:pt x="72" y="103"/>
                    <a:pt x="49" y="0"/>
                    <a:pt x="4"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6" name="Freeform 18"/>
            <p:cNvSpPr>
              <a:spLocks/>
            </p:cNvSpPr>
            <p:nvPr/>
          </p:nvSpPr>
          <p:spPr bwMode="auto">
            <a:xfrm>
              <a:off x="2708276" y="1944688"/>
              <a:ext cx="357188" cy="496887"/>
            </a:xfrm>
            <a:custGeom>
              <a:avLst/>
              <a:gdLst/>
              <a:ahLst/>
              <a:cxnLst>
                <a:cxn ang="0">
                  <a:pos x="12" y="36"/>
                </a:cxn>
                <a:cxn ang="0">
                  <a:pos x="105" y="61"/>
                </a:cxn>
                <a:cxn ang="0">
                  <a:pos x="124" y="101"/>
                </a:cxn>
                <a:cxn ang="0">
                  <a:pos x="132" y="141"/>
                </a:cxn>
                <a:cxn ang="0">
                  <a:pos x="121" y="186"/>
                </a:cxn>
                <a:cxn ang="0">
                  <a:pos x="74" y="202"/>
                </a:cxn>
                <a:cxn ang="0">
                  <a:pos x="30" y="87"/>
                </a:cxn>
                <a:cxn ang="0">
                  <a:pos x="12" y="36"/>
                </a:cxn>
              </a:cxnLst>
              <a:rect l="0" t="0" r="r" b="b"/>
              <a:pathLst>
                <a:path w="150" h="208">
                  <a:moveTo>
                    <a:pt x="12" y="36"/>
                  </a:moveTo>
                  <a:cubicBezTo>
                    <a:pt x="38" y="0"/>
                    <a:pt x="106" y="15"/>
                    <a:pt x="105" y="61"/>
                  </a:cubicBezTo>
                  <a:cubicBezTo>
                    <a:pt x="105" y="107"/>
                    <a:pt x="134" y="78"/>
                    <a:pt x="124" y="101"/>
                  </a:cubicBezTo>
                  <a:cubicBezTo>
                    <a:pt x="115" y="124"/>
                    <a:pt x="145" y="122"/>
                    <a:pt x="132" y="141"/>
                  </a:cubicBezTo>
                  <a:cubicBezTo>
                    <a:pt x="120" y="160"/>
                    <a:pt x="150" y="164"/>
                    <a:pt x="121" y="186"/>
                  </a:cubicBezTo>
                  <a:cubicBezTo>
                    <a:pt x="91" y="208"/>
                    <a:pt x="74" y="202"/>
                    <a:pt x="74" y="202"/>
                  </a:cubicBezTo>
                  <a:cubicBezTo>
                    <a:pt x="74" y="202"/>
                    <a:pt x="83" y="72"/>
                    <a:pt x="30" y="87"/>
                  </a:cubicBezTo>
                  <a:cubicBezTo>
                    <a:pt x="13" y="92"/>
                    <a:pt x="0" y="53"/>
                    <a:pt x="12"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7" name="Freeform 19"/>
            <p:cNvSpPr>
              <a:spLocks/>
            </p:cNvSpPr>
            <p:nvPr/>
          </p:nvSpPr>
          <p:spPr bwMode="auto">
            <a:xfrm>
              <a:off x="2551113" y="1982788"/>
              <a:ext cx="617538" cy="2117725"/>
            </a:xfrm>
            <a:custGeom>
              <a:avLst/>
              <a:gdLst/>
              <a:ahLst/>
              <a:cxnLst>
                <a:cxn ang="0">
                  <a:pos x="160" y="29"/>
                </a:cxn>
                <a:cxn ang="0">
                  <a:pos x="177" y="130"/>
                </a:cxn>
                <a:cxn ang="0">
                  <a:pos x="198" y="189"/>
                </a:cxn>
                <a:cxn ang="0">
                  <a:pos x="203" y="316"/>
                </a:cxn>
                <a:cxn ang="0">
                  <a:pos x="191" y="377"/>
                </a:cxn>
                <a:cxn ang="0">
                  <a:pos x="188" y="442"/>
                </a:cxn>
                <a:cxn ang="0">
                  <a:pos x="179" y="567"/>
                </a:cxn>
                <a:cxn ang="0">
                  <a:pos x="179" y="609"/>
                </a:cxn>
                <a:cxn ang="0">
                  <a:pos x="235" y="775"/>
                </a:cxn>
                <a:cxn ang="0">
                  <a:pos x="256" y="844"/>
                </a:cxn>
                <a:cxn ang="0">
                  <a:pos x="251" y="865"/>
                </a:cxn>
                <a:cxn ang="0">
                  <a:pos x="239" y="824"/>
                </a:cxn>
                <a:cxn ang="0">
                  <a:pos x="181" y="871"/>
                </a:cxn>
                <a:cxn ang="0">
                  <a:pos x="191" y="839"/>
                </a:cxn>
                <a:cxn ang="0">
                  <a:pos x="167" y="702"/>
                </a:cxn>
                <a:cxn ang="0">
                  <a:pos x="147" y="705"/>
                </a:cxn>
                <a:cxn ang="0">
                  <a:pos x="126" y="804"/>
                </a:cxn>
                <a:cxn ang="0">
                  <a:pos x="118" y="864"/>
                </a:cxn>
                <a:cxn ang="0">
                  <a:pos x="110" y="882"/>
                </a:cxn>
                <a:cxn ang="0">
                  <a:pos x="110" y="838"/>
                </a:cxn>
                <a:cxn ang="0">
                  <a:pos x="51" y="882"/>
                </a:cxn>
                <a:cxn ang="0">
                  <a:pos x="43" y="852"/>
                </a:cxn>
                <a:cxn ang="0">
                  <a:pos x="92" y="707"/>
                </a:cxn>
                <a:cxn ang="0">
                  <a:pos x="99" y="631"/>
                </a:cxn>
                <a:cxn ang="0">
                  <a:pos x="87" y="570"/>
                </a:cxn>
                <a:cxn ang="0">
                  <a:pos x="76" y="504"/>
                </a:cxn>
                <a:cxn ang="0">
                  <a:pos x="68" y="505"/>
                </a:cxn>
                <a:cxn ang="0">
                  <a:pos x="52" y="500"/>
                </a:cxn>
                <a:cxn ang="0">
                  <a:pos x="57" y="452"/>
                </a:cxn>
                <a:cxn ang="0">
                  <a:pos x="8" y="334"/>
                </a:cxn>
                <a:cxn ang="0">
                  <a:pos x="64" y="280"/>
                </a:cxn>
                <a:cxn ang="0">
                  <a:pos x="111" y="171"/>
                </a:cxn>
                <a:cxn ang="0">
                  <a:pos x="110" y="122"/>
                </a:cxn>
                <a:cxn ang="0">
                  <a:pos x="80" y="75"/>
                </a:cxn>
                <a:cxn ang="0">
                  <a:pos x="81" y="32"/>
                </a:cxn>
              </a:cxnLst>
              <a:rect l="0" t="0" r="r" b="b"/>
              <a:pathLst>
                <a:path w="259" h="888">
                  <a:moveTo>
                    <a:pt x="117" y="0"/>
                  </a:moveTo>
                  <a:cubicBezTo>
                    <a:pt x="135" y="0"/>
                    <a:pt x="152" y="9"/>
                    <a:pt x="160" y="29"/>
                  </a:cubicBezTo>
                  <a:cubicBezTo>
                    <a:pt x="168" y="48"/>
                    <a:pt x="169" y="71"/>
                    <a:pt x="167" y="82"/>
                  </a:cubicBezTo>
                  <a:cubicBezTo>
                    <a:pt x="164" y="92"/>
                    <a:pt x="173" y="121"/>
                    <a:pt x="177" y="130"/>
                  </a:cubicBezTo>
                  <a:cubicBezTo>
                    <a:pt x="182" y="143"/>
                    <a:pt x="190" y="159"/>
                    <a:pt x="190" y="159"/>
                  </a:cubicBezTo>
                  <a:cubicBezTo>
                    <a:pt x="190" y="159"/>
                    <a:pt x="198" y="172"/>
                    <a:pt x="198" y="189"/>
                  </a:cubicBezTo>
                  <a:cubicBezTo>
                    <a:pt x="198" y="206"/>
                    <a:pt x="197" y="230"/>
                    <a:pt x="203" y="262"/>
                  </a:cubicBezTo>
                  <a:cubicBezTo>
                    <a:pt x="209" y="293"/>
                    <a:pt x="209" y="300"/>
                    <a:pt x="203" y="316"/>
                  </a:cubicBezTo>
                  <a:cubicBezTo>
                    <a:pt x="198" y="331"/>
                    <a:pt x="180" y="361"/>
                    <a:pt x="180" y="361"/>
                  </a:cubicBezTo>
                  <a:cubicBezTo>
                    <a:pt x="180" y="361"/>
                    <a:pt x="197" y="369"/>
                    <a:pt x="191" y="377"/>
                  </a:cubicBezTo>
                  <a:cubicBezTo>
                    <a:pt x="185" y="384"/>
                    <a:pt x="179" y="387"/>
                    <a:pt x="179" y="387"/>
                  </a:cubicBezTo>
                  <a:cubicBezTo>
                    <a:pt x="179" y="387"/>
                    <a:pt x="198" y="414"/>
                    <a:pt x="188" y="442"/>
                  </a:cubicBezTo>
                  <a:cubicBezTo>
                    <a:pt x="179" y="471"/>
                    <a:pt x="177" y="492"/>
                    <a:pt x="178" y="518"/>
                  </a:cubicBezTo>
                  <a:cubicBezTo>
                    <a:pt x="179" y="544"/>
                    <a:pt x="179" y="567"/>
                    <a:pt x="179" y="567"/>
                  </a:cubicBezTo>
                  <a:cubicBezTo>
                    <a:pt x="168" y="569"/>
                    <a:pt x="168" y="569"/>
                    <a:pt x="168" y="569"/>
                  </a:cubicBezTo>
                  <a:cubicBezTo>
                    <a:pt x="168" y="569"/>
                    <a:pt x="168" y="594"/>
                    <a:pt x="179" y="609"/>
                  </a:cubicBezTo>
                  <a:cubicBezTo>
                    <a:pt x="190" y="624"/>
                    <a:pt x="208" y="649"/>
                    <a:pt x="211" y="690"/>
                  </a:cubicBezTo>
                  <a:cubicBezTo>
                    <a:pt x="214" y="730"/>
                    <a:pt x="223" y="765"/>
                    <a:pt x="235" y="775"/>
                  </a:cubicBezTo>
                  <a:cubicBezTo>
                    <a:pt x="247" y="785"/>
                    <a:pt x="259" y="784"/>
                    <a:pt x="259" y="800"/>
                  </a:cubicBezTo>
                  <a:cubicBezTo>
                    <a:pt x="259" y="817"/>
                    <a:pt x="256" y="836"/>
                    <a:pt x="256" y="844"/>
                  </a:cubicBezTo>
                  <a:cubicBezTo>
                    <a:pt x="256" y="852"/>
                    <a:pt x="256" y="864"/>
                    <a:pt x="256" y="864"/>
                  </a:cubicBezTo>
                  <a:cubicBezTo>
                    <a:pt x="251" y="865"/>
                    <a:pt x="251" y="865"/>
                    <a:pt x="251" y="865"/>
                  </a:cubicBezTo>
                  <a:cubicBezTo>
                    <a:pt x="251" y="865"/>
                    <a:pt x="252" y="856"/>
                    <a:pt x="251" y="845"/>
                  </a:cubicBezTo>
                  <a:cubicBezTo>
                    <a:pt x="250" y="834"/>
                    <a:pt x="246" y="819"/>
                    <a:pt x="239" y="824"/>
                  </a:cubicBezTo>
                  <a:cubicBezTo>
                    <a:pt x="232" y="828"/>
                    <a:pt x="222" y="849"/>
                    <a:pt x="217" y="858"/>
                  </a:cubicBezTo>
                  <a:cubicBezTo>
                    <a:pt x="211" y="868"/>
                    <a:pt x="201" y="877"/>
                    <a:pt x="181" y="871"/>
                  </a:cubicBezTo>
                  <a:cubicBezTo>
                    <a:pt x="161" y="865"/>
                    <a:pt x="154" y="852"/>
                    <a:pt x="164" y="849"/>
                  </a:cubicBezTo>
                  <a:cubicBezTo>
                    <a:pt x="175" y="845"/>
                    <a:pt x="189" y="850"/>
                    <a:pt x="191" y="839"/>
                  </a:cubicBezTo>
                  <a:cubicBezTo>
                    <a:pt x="194" y="828"/>
                    <a:pt x="198" y="798"/>
                    <a:pt x="194" y="783"/>
                  </a:cubicBezTo>
                  <a:cubicBezTo>
                    <a:pt x="189" y="768"/>
                    <a:pt x="173" y="720"/>
                    <a:pt x="167" y="702"/>
                  </a:cubicBezTo>
                  <a:cubicBezTo>
                    <a:pt x="161" y="684"/>
                    <a:pt x="152" y="663"/>
                    <a:pt x="152" y="663"/>
                  </a:cubicBezTo>
                  <a:cubicBezTo>
                    <a:pt x="152" y="663"/>
                    <a:pt x="152" y="691"/>
                    <a:pt x="147" y="705"/>
                  </a:cubicBezTo>
                  <a:cubicBezTo>
                    <a:pt x="141" y="718"/>
                    <a:pt x="121" y="770"/>
                    <a:pt x="117" y="780"/>
                  </a:cubicBezTo>
                  <a:cubicBezTo>
                    <a:pt x="113" y="791"/>
                    <a:pt x="120" y="798"/>
                    <a:pt x="126" y="804"/>
                  </a:cubicBezTo>
                  <a:cubicBezTo>
                    <a:pt x="132" y="810"/>
                    <a:pt x="129" y="824"/>
                    <a:pt x="124" y="835"/>
                  </a:cubicBezTo>
                  <a:cubicBezTo>
                    <a:pt x="120" y="845"/>
                    <a:pt x="118" y="859"/>
                    <a:pt x="118" y="864"/>
                  </a:cubicBezTo>
                  <a:cubicBezTo>
                    <a:pt x="118" y="870"/>
                    <a:pt x="118" y="882"/>
                    <a:pt x="118" y="882"/>
                  </a:cubicBezTo>
                  <a:cubicBezTo>
                    <a:pt x="110" y="882"/>
                    <a:pt x="110" y="882"/>
                    <a:pt x="110" y="882"/>
                  </a:cubicBezTo>
                  <a:cubicBezTo>
                    <a:pt x="110" y="882"/>
                    <a:pt x="112" y="869"/>
                    <a:pt x="112" y="858"/>
                  </a:cubicBezTo>
                  <a:cubicBezTo>
                    <a:pt x="112" y="847"/>
                    <a:pt x="114" y="840"/>
                    <a:pt x="110" y="838"/>
                  </a:cubicBezTo>
                  <a:cubicBezTo>
                    <a:pt x="106" y="836"/>
                    <a:pt x="89" y="851"/>
                    <a:pt x="82" y="862"/>
                  </a:cubicBezTo>
                  <a:cubicBezTo>
                    <a:pt x="75" y="873"/>
                    <a:pt x="74" y="888"/>
                    <a:pt x="51" y="882"/>
                  </a:cubicBezTo>
                  <a:cubicBezTo>
                    <a:pt x="28" y="877"/>
                    <a:pt x="13" y="864"/>
                    <a:pt x="19" y="857"/>
                  </a:cubicBezTo>
                  <a:cubicBezTo>
                    <a:pt x="24" y="850"/>
                    <a:pt x="36" y="856"/>
                    <a:pt x="43" y="852"/>
                  </a:cubicBezTo>
                  <a:cubicBezTo>
                    <a:pt x="50" y="849"/>
                    <a:pt x="63" y="815"/>
                    <a:pt x="71" y="794"/>
                  </a:cubicBezTo>
                  <a:cubicBezTo>
                    <a:pt x="80" y="774"/>
                    <a:pt x="89" y="732"/>
                    <a:pt x="92" y="707"/>
                  </a:cubicBezTo>
                  <a:cubicBezTo>
                    <a:pt x="94" y="682"/>
                    <a:pt x="98" y="663"/>
                    <a:pt x="99" y="655"/>
                  </a:cubicBezTo>
                  <a:cubicBezTo>
                    <a:pt x="99" y="647"/>
                    <a:pt x="99" y="631"/>
                    <a:pt x="99" y="631"/>
                  </a:cubicBezTo>
                  <a:cubicBezTo>
                    <a:pt x="99" y="631"/>
                    <a:pt x="92" y="603"/>
                    <a:pt x="89" y="591"/>
                  </a:cubicBezTo>
                  <a:cubicBezTo>
                    <a:pt x="87" y="579"/>
                    <a:pt x="87" y="570"/>
                    <a:pt x="87" y="570"/>
                  </a:cubicBezTo>
                  <a:cubicBezTo>
                    <a:pt x="87" y="570"/>
                    <a:pt x="73" y="572"/>
                    <a:pt x="73" y="564"/>
                  </a:cubicBezTo>
                  <a:cubicBezTo>
                    <a:pt x="73" y="556"/>
                    <a:pt x="78" y="521"/>
                    <a:pt x="76" y="504"/>
                  </a:cubicBezTo>
                  <a:cubicBezTo>
                    <a:pt x="75" y="488"/>
                    <a:pt x="69" y="489"/>
                    <a:pt x="69" y="489"/>
                  </a:cubicBezTo>
                  <a:cubicBezTo>
                    <a:pt x="69" y="489"/>
                    <a:pt x="68" y="498"/>
                    <a:pt x="68" y="505"/>
                  </a:cubicBezTo>
                  <a:cubicBezTo>
                    <a:pt x="68" y="512"/>
                    <a:pt x="63" y="510"/>
                    <a:pt x="61" y="505"/>
                  </a:cubicBezTo>
                  <a:cubicBezTo>
                    <a:pt x="59" y="500"/>
                    <a:pt x="52" y="505"/>
                    <a:pt x="52" y="500"/>
                  </a:cubicBezTo>
                  <a:cubicBezTo>
                    <a:pt x="52" y="495"/>
                    <a:pt x="49" y="484"/>
                    <a:pt x="50" y="475"/>
                  </a:cubicBezTo>
                  <a:cubicBezTo>
                    <a:pt x="52" y="467"/>
                    <a:pt x="57" y="452"/>
                    <a:pt x="57" y="452"/>
                  </a:cubicBezTo>
                  <a:cubicBezTo>
                    <a:pt x="0" y="450"/>
                    <a:pt x="0" y="450"/>
                    <a:pt x="0" y="450"/>
                  </a:cubicBezTo>
                  <a:cubicBezTo>
                    <a:pt x="8" y="334"/>
                    <a:pt x="8" y="334"/>
                    <a:pt x="8" y="334"/>
                  </a:cubicBezTo>
                  <a:cubicBezTo>
                    <a:pt x="61" y="334"/>
                    <a:pt x="61" y="334"/>
                    <a:pt x="61" y="334"/>
                  </a:cubicBezTo>
                  <a:cubicBezTo>
                    <a:pt x="61" y="334"/>
                    <a:pt x="64" y="298"/>
                    <a:pt x="64" y="280"/>
                  </a:cubicBezTo>
                  <a:cubicBezTo>
                    <a:pt x="64" y="263"/>
                    <a:pt x="62" y="239"/>
                    <a:pt x="74" y="220"/>
                  </a:cubicBezTo>
                  <a:cubicBezTo>
                    <a:pt x="86" y="200"/>
                    <a:pt x="101" y="184"/>
                    <a:pt x="111" y="171"/>
                  </a:cubicBezTo>
                  <a:cubicBezTo>
                    <a:pt x="121" y="159"/>
                    <a:pt x="122" y="158"/>
                    <a:pt x="120" y="147"/>
                  </a:cubicBezTo>
                  <a:cubicBezTo>
                    <a:pt x="117" y="135"/>
                    <a:pt x="117" y="121"/>
                    <a:pt x="110" y="122"/>
                  </a:cubicBezTo>
                  <a:cubicBezTo>
                    <a:pt x="103" y="123"/>
                    <a:pt x="96" y="122"/>
                    <a:pt x="93" y="113"/>
                  </a:cubicBezTo>
                  <a:cubicBezTo>
                    <a:pt x="89" y="104"/>
                    <a:pt x="81" y="87"/>
                    <a:pt x="80" y="75"/>
                  </a:cubicBezTo>
                  <a:cubicBezTo>
                    <a:pt x="79" y="63"/>
                    <a:pt x="82" y="61"/>
                    <a:pt x="80" y="57"/>
                  </a:cubicBezTo>
                  <a:cubicBezTo>
                    <a:pt x="79" y="54"/>
                    <a:pt x="81" y="42"/>
                    <a:pt x="81" y="32"/>
                  </a:cubicBezTo>
                  <a:cubicBezTo>
                    <a:pt x="82" y="23"/>
                    <a:pt x="94" y="0"/>
                    <a:pt x="11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8" name="Freeform 20"/>
            <p:cNvSpPr>
              <a:spLocks/>
            </p:cNvSpPr>
            <p:nvPr/>
          </p:nvSpPr>
          <p:spPr bwMode="auto">
            <a:xfrm>
              <a:off x="2836863" y="2252663"/>
              <a:ext cx="128588" cy="106362"/>
            </a:xfrm>
            <a:custGeom>
              <a:avLst/>
              <a:gdLst/>
              <a:ahLst/>
              <a:cxnLst>
                <a:cxn ang="0">
                  <a:pos x="51" y="0"/>
                </a:cxn>
                <a:cxn ang="0">
                  <a:pos x="54" y="10"/>
                </a:cxn>
                <a:cxn ang="0">
                  <a:pos x="0" y="45"/>
                </a:cxn>
                <a:cxn ang="0">
                  <a:pos x="4" y="22"/>
                </a:cxn>
                <a:cxn ang="0">
                  <a:pos x="29" y="5"/>
                </a:cxn>
                <a:cxn ang="0">
                  <a:pos x="51" y="0"/>
                </a:cxn>
              </a:cxnLst>
              <a:rect l="0" t="0" r="r" b="b"/>
              <a:pathLst>
                <a:path w="54" h="45">
                  <a:moveTo>
                    <a:pt x="51" y="0"/>
                  </a:moveTo>
                  <a:cubicBezTo>
                    <a:pt x="52" y="4"/>
                    <a:pt x="53" y="7"/>
                    <a:pt x="54" y="10"/>
                  </a:cubicBezTo>
                  <a:cubicBezTo>
                    <a:pt x="27" y="8"/>
                    <a:pt x="12" y="29"/>
                    <a:pt x="0" y="45"/>
                  </a:cubicBezTo>
                  <a:cubicBezTo>
                    <a:pt x="5" y="38"/>
                    <a:pt x="4" y="27"/>
                    <a:pt x="4" y="22"/>
                  </a:cubicBezTo>
                  <a:cubicBezTo>
                    <a:pt x="10" y="15"/>
                    <a:pt x="20" y="9"/>
                    <a:pt x="29" y="5"/>
                  </a:cubicBezTo>
                  <a:cubicBezTo>
                    <a:pt x="37" y="2"/>
                    <a:pt x="46" y="1"/>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31"/>
          <p:cNvGrpSpPr/>
          <p:nvPr/>
        </p:nvGrpSpPr>
        <p:grpSpPr>
          <a:xfrm>
            <a:off x="3449613" y="2686964"/>
            <a:ext cx="719138" cy="2249487"/>
            <a:chOff x="3276601" y="2190750"/>
            <a:chExt cx="719138" cy="2249487"/>
          </a:xfrm>
          <a:solidFill>
            <a:schemeClr val="accent2"/>
          </a:solidFill>
        </p:grpSpPr>
        <p:sp>
          <p:nvSpPr>
            <p:cNvPr id="2069" name="Freeform 21"/>
            <p:cNvSpPr>
              <a:spLocks noEditPoints="1"/>
            </p:cNvSpPr>
            <p:nvPr/>
          </p:nvSpPr>
          <p:spPr bwMode="auto">
            <a:xfrm>
              <a:off x="3276601" y="2190750"/>
              <a:ext cx="719138" cy="2249487"/>
            </a:xfrm>
            <a:custGeom>
              <a:avLst/>
              <a:gdLst/>
              <a:ahLst/>
              <a:cxnLst>
                <a:cxn ang="0">
                  <a:pos x="251" y="190"/>
                </a:cxn>
                <a:cxn ang="0">
                  <a:pos x="270" y="402"/>
                </a:cxn>
                <a:cxn ang="0">
                  <a:pos x="269" y="482"/>
                </a:cxn>
                <a:cxn ang="0">
                  <a:pos x="265" y="515"/>
                </a:cxn>
                <a:cxn ang="0">
                  <a:pos x="299" y="661"/>
                </a:cxn>
                <a:cxn ang="0">
                  <a:pos x="224" y="700"/>
                </a:cxn>
                <a:cxn ang="0">
                  <a:pos x="231" y="519"/>
                </a:cxn>
                <a:cxn ang="0">
                  <a:pos x="231" y="481"/>
                </a:cxn>
                <a:cxn ang="0">
                  <a:pos x="224" y="161"/>
                </a:cxn>
                <a:cxn ang="0">
                  <a:pos x="179" y="29"/>
                </a:cxn>
                <a:cxn ang="0">
                  <a:pos x="182" y="91"/>
                </a:cxn>
                <a:cxn ang="0">
                  <a:pos x="163" y="120"/>
                </a:cxn>
                <a:cxn ang="0">
                  <a:pos x="218" y="159"/>
                </a:cxn>
                <a:cxn ang="0">
                  <a:pos x="224" y="489"/>
                </a:cxn>
                <a:cxn ang="0">
                  <a:pos x="215" y="490"/>
                </a:cxn>
                <a:cxn ang="0">
                  <a:pos x="217" y="521"/>
                </a:cxn>
                <a:cxn ang="0">
                  <a:pos x="224" y="700"/>
                </a:cxn>
                <a:cxn ang="0">
                  <a:pos x="210" y="700"/>
                </a:cxn>
                <a:cxn ang="0">
                  <a:pos x="203" y="819"/>
                </a:cxn>
                <a:cxn ang="0">
                  <a:pos x="210" y="898"/>
                </a:cxn>
                <a:cxn ang="0">
                  <a:pos x="161" y="903"/>
                </a:cxn>
                <a:cxn ang="0">
                  <a:pos x="150" y="845"/>
                </a:cxn>
                <a:cxn ang="0">
                  <a:pos x="152" y="754"/>
                </a:cxn>
                <a:cxn ang="0">
                  <a:pos x="129" y="554"/>
                </a:cxn>
                <a:cxn ang="0">
                  <a:pos x="105" y="597"/>
                </a:cxn>
                <a:cxn ang="0">
                  <a:pos x="80" y="798"/>
                </a:cxn>
                <a:cxn ang="0">
                  <a:pos x="85" y="832"/>
                </a:cxn>
                <a:cxn ang="0">
                  <a:pos x="70" y="893"/>
                </a:cxn>
                <a:cxn ang="0">
                  <a:pos x="25" y="938"/>
                </a:cxn>
                <a:cxn ang="0">
                  <a:pos x="31" y="861"/>
                </a:cxn>
                <a:cxn ang="0">
                  <a:pos x="28" y="815"/>
                </a:cxn>
                <a:cxn ang="0">
                  <a:pos x="24" y="645"/>
                </a:cxn>
                <a:cxn ang="0">
                  <a:pos x="25" y="469"/>
                </a:cxn>
                <a:cxn ang="0">
                  <a:pos x="16" y="440"/>
                </a:cxn>
                <a:cxn ang="0">
                  <a:pos x="6" y="361"/>
                </a:cxn>
                <a:cxn ang="0">
                  <a:pos x="18" y="208"/>
                </a:cxn>
                <a:cxn ang="0">
                  <a:pos x="101" y="142"/>
                </a:cxn>
                <a:cxn ang="0">
                  <a:pos x="104" y="96"/>
                </a:cxn>
                <a:cxn ang="0">
                  <a:pos x="92" y="65"/>
                </a:cxn>
                <a:cxn ang="0">
                  <a:pos x="97" y="29"/>
                </a:cxn>
              </a:cxnLst>
              <a:rect l="0" t="0" r="r" b="b"/>
              <a:pathLst>
                <a:path w="302" h="943">
                  <a:moveTo>
                    <a:pt x="224" y="161"/>
                  </a:moveTo>
                  <a:cubicBezTo>
                    <a:pt x="239" y="166"/>
                    <a:pt x="251" y="170"/>
                    <a:pt x="251" y="190"/>
                  </a:cubicBezTo>
                  <a:cubicBezTo>
                    <a:pt x="252" y="213"/>
                    <a:pt x="254" y="258"/>
                    <a:pt x="257" y="288"/>
                  </a:cubicBezTo>
                  <a:cubicBezTo>
                    <a:pt x="260" y="318"/>
                    <a:pt x="269" y="382"/>
                    <a:pt x="270" y="402"/>
                  </a:cubicBezTo>
                  <a:cubicBezTo>
                    <a:pt x="270" y="422"/>
                    <a:pt x="273" y="465"/>
                    <a:pt x="272" y="470"/>
                  </a:cubicBezTo>
                  <a:cubicBezTo>
                    <a:pt x="272" y="475"/>
                    <a:pt x="268" y="474"/>
                    <a:pt x="269" y="482"/>
                  </a:cubicBezTo>
                  <a:cubicBezTo>
                    <a:pt x="271" y="490"/>
                    <a:pt x="271" y="498"/>
                    <a:pt x="267" y="503"/>
                  </a:cubicBezTo>
                  <a:cubicBezTo>
                    <a:pt x="262" y="509"/>
                    <a:pt x="265" y="515"/>
                    <a:pt x="265" y="515"/>
                  </a:cubicBezTo>
                  <a:cubicBezTo>
                    <a:pt x="302" y="514"/>
                    <a:pt x="302" y="514"/>
                    <a:pt x="302" y="514"/>
                  </a:cubicBezTo>
                  <a:cubicBezTo>
                    <a:pt x="299" y="661"/>
                    <a:pt x="299" y="661"/>
                    <a:pt x="299" y="661"/>
                  </a:cubicBezTo>
                  <a:cubicBezTo>
                    <a:pt x="241" y="707"/>
                    <a:pt x="241" y="707"/>
                    <a:pt x="241" y="707"/>
                  </a:cubicBezTo>
                  <a:cubicBezTo>
                    <a:pt x="241" y="707"/>
                    <a:pt x="232" y="701"/>
                    <a:pt x="224" y="700"/>
                  </a:cubicBezTo>
                  <a:cubicBezTo>
                    <a:pt x="224" y="520"/>
                    <a:pt x="224" y="520"/>
                    <a:pt x="224" y="520"/>
                  </a:cubicBezTo>
                  <a:cubicBezTo>
                    <a:pt x="231" y="519"/>
                    <a:pt x="231" y="519"/>
                    <a:pt x="231" y="519"/>
                  </a:cubicBezTo>
                  <a:cubicBezTo>
                    <a:pt x="231" y="519"/>
                    <a:pt x="229" y="509"/>
                    <a:pt x="231" y="502"/>
                  </a:cubicBezTo>
                  <a:cubicBezTo>
                    <a:pt x="234" y="495"/>
                    <a:pt x="233" y="488"/>
                    <a:pt x="231" y="481"/>
                  </a:cubicBezTo>
                  <a:cubicBezTo>
                    <a:pt x="231" y="481"/>
                    <a:pt x="229" y="488"/>
                    <a:pt x="224" y="489"/>
                  </a:cubicBezTo>
                  <a:lnTo>
                    <a:pt x="224" y="161"/>
                  </a:lnTo>
                  <a:close/>
                  <a:moveTo>
                    <a:pt x="142" y="0"/>
                  </a:moveTo>
                  <a:cubicBezTo>
                    <a:pt x="158" y="0"/>
                    <a:pt x="177" y="12"/>
                    <a:pt x="179" y="29"/>
                  </a:cubicBezTo>
                  <a:cubicBezTo>
                    <a:pt x="182" y="46"/>
                    <a:pt x="180" y="70"/>
                    <a:pt x="180" y="70"/>
                  </a:cubicBezTo>
                  <a:cubicBezTo>
                    <a:pt x="180" y="70"/>
                    <a:pt x="186" y="82"/>
                    <a:pt x="182" y="91"/>
                  </a:cubicBezTo>
                  <a:cubicBezTo>
                    <a:pt x="177" y="100"/>
                    <a:pt x="166" y="98"/>
                    <a:pt x="166" y="98"/>
                  </a:cubicBezTo>
                  <a:cubicBezTo>
                    <a:pt x="166" y="98"/>
                    <a:pt x="163" y="112"/>
                    <a:pt x="163" y="120"/>
                  </a:cubicBezTo>
                  <a:cubicBezTo>
                    <a:pt x="163" y="128"/>
                    <a:pt x="164" y="134"/>
                    <a:pt x="170" y="139"/>
                  </a:cubicBezTo>
                  <a:cubicBezTo>
                    <a:pt x="176" y="144"/>
                    <a:pt x="200" y="154"/>
                    <a:pt x="218" y="159"/>
                  </a:cubicBezTo>
                  <a:cubicBezTo>
                    <a:pt x="220" y="160"/>
                    <a:pt x="222" y="160"/>
                    <a:pt x="224" y="161"/>
                  </a:cubicBezTo>
                  <a:cubicBezTo>
                    <a:pt x="224" y="489"/>
                    <a:pt x="224" y="489"/>
                    <a:pt x="224" y="489"/>
                  </a:cubicBezTo>
                  <a:cubicBezTo>
                    <a:pt x="224" y="489"/>
                    <a:pt x="223" y="489"/>
                    <a:pt x="223" y="489"/>
                  </a:cubicBezTo>
                  <a:cubicBezTo>
                    <a:pt x="218" y="489"/>
                    <a:pt x="215" y="490"/>
                    <a:pt x="215" y="490"/>
                  </a:cubicBezTo>
                  <a:cubicBezTo>
                    <a:pt x="215" y="490"/>
                    <a:pt x="218" y="498"/>
                    <a:pt x="218" y="506"/>
                  </a:cubicBezTo>
                  <a:cubicBezTo>
                    <a:pt x="218" y="513"/>
                    <a:pt x="217" y="521"/>
                    <a:pt x="217" y="521"/>
                  </a:cubicBezTo>
                  <a:cubicBezTo>
                    <a:pt x="224" y="520"/>
                    <a:pt x="224" y="520"/>
                    <a:pt x="224" y="520"/>
                  </a:cubicBezTo>
                  <a:cubicBezTo>
                    <a:pt x="224" y="700"/>
                    <a:pt x="224" y="700"/>
                    <a:pt x="224" y="700"/>
                  </a:cubicBezTo>
                  <a:cubicBezTo>
                    <a:pt x="224" y="700"/>
                    <a:pt x="223" y="700"/>
                    <a:pt x="222" y="700"/>
                  </a:cubicBezTo>
                  <a:cubicBezTo>
                    <a:pt x="214" y="700"/>
                    <a:pt x="210" y="700"/>
                    <a:pt x="210" y="700"/>
                  </a:cubicBezTo>
                  <a:cubicBezTo>
                    <a:pt x="210" y="700"/>
                    <a:pt x="212" y="744"/>
                    <a:pt x="212" y="761"/>
                  </a:cubicBezTo>
                  <a:cubicBezTo>
                    <a:pt x="212" y="779"/>
                    <a:pt x="211" y="806"/>
                    <a:pt x="203" y="819"/>
                  </a:cubicBezTo>
                  <a:cubicBezTo>
                    <a:pt x="195" y="832"/>
                    <a:pt x="194" y="836"/>
                    <a:pt x="194" y="847"/>
                  </a:cubicBezTo>
                  <a:cubicBezTo>
                    <a:pt x="194" y="858"/>
                    <a:pt x="211" y="888"/>
                    <a:pt x="210" y="898"/>
                  </a:cubicBezTo>
                  <a:cubicBezTo>
                    <a:pt x="209" y="908"/>
                    <a:pt x="207" y="924"/>
                    <a:pt x="190" y="924"/>
                  </a:cubicBezTo>
                  <a:cubicBezTo>
                    <a:pt x="173" y="923"/>
                    <a:pt x="161" y="917"/>
                    <a:pt x="161" y="903"/>
                  </a:cubicBezTo>
                  <a:cubicBezTo>
                    <a:pt x="161" y="889"/>
                    <a:pt x="163" y="880"/>
                    <a:pt x="157" y="875"/>
                  </a:cubicBezTo>
                  <a:cubicBezTo>
                    <a:pt x="151" y="870"/>
                    <a:pt x="160" y="858"/>
                    <a:pt x="150" y="845"/>
                  </a:cubicBezTo>
                  <a:cubicBezTo>
                    <a:pt x="141" y="832"/>
                    <a:pt x="151" y="830"/>
                    <a:pt x="149" y="818"/>
                  </a:cubicBezTo>
                  <a:cubicBezTo>
                    <a:pt x="146" y="806"/>
                    <a:pt x="151" y="769"/>
                    <a:pt x="152" y="754"/>
                  </a:cubicBezTo>
                  <a:cubicBezTo>
                    <a:pt x="153" y="739"/>
                    <a:pt x="150" y="722"/>
                    <a:pt x="143" y="659"/>
                  </a:cubicBezTo>
                  <a:cubicBezTo>
                    <a:pt x="135" y="596"/>
                    <a:pt x="131" y="568"/>
                    <a:pt x="129" y="554"/>
                  </a:cubicBezTo>
                  <a:cubicBezTo>
                    <a:pt x="127" y="541"/>
                    <a:pt x="123" y="523"/>
                    <a:pt x="123" y="523"/>
                  </a:cubicBezTo>
                  <a:cubicBezTo>
                    <a:pt x="123" y="523"/>
                    <a:pt x="113" y="582"/>
                    <a:pt x="105" y="597"/>
                  </a:cubicBezTo>
                  <a:cubicBezTo>
                    <a:pt x="97" y="612"/>
                    <a:pt x="88" y="685"/>
                    <a:pt x="86" y="706"/>
                  </a:cubicBezTo>
                  <a:cubicBezTo>
                    <a:pt x="83" y="728"/>
                    <a:pt x="85" y="791"/>
                    <a:pt x="80" y="798"/>
                  </a:cubicBezTo>
                  <a:cubicBezTo>
                    <a:pt x="75" y="804"/>
                    <a:pt x="72" y="813"/>
                    <a:pt x="72" y="813"/>
                  </a:cubicBezTo>
                  <a:cubicBezTo>
                    <a:pt x="72" y="813"/>
                    <a:pt x="85" y="821"/>
                    <a:pt x="85" y="832"/>
                  </a:cubicBezTo>
                  <a:cubicBezTo>
                    <a:pt x="85" y="842"/>
                    <a:pt x="76" y="851"/>
                    <a:pt x="76" y="865"/>
                  </a:cubicBezTo>
                  <a:cubicBezTo>
                    <a:pt x="77" y="878"/>
                    <a:pt x="75" y="890"/>
                    <a:pt x="70" y="893"/>
                  </a:cubicBezTo>
                  <a:cubicBezTo>
                    <a:pt x="64" y="896"/>
                    <a:pt x="65" y="920"/>
                    <a:pt x="58" y="928"/>
                  </a:cubicBezTo>
                  <a:cubicBezTo>
                    <a:pt x="51" y="936"/>
                    <a:pt x="39" y="943"/>
                    <a:pt x="25" y="938"/>
                  </a:cubicBezTo>
                  <a:cubicBezTo>
                    <a:pt x="11" y="934"/>
                    <a:pt x="11" y="916"/>
                    <a:pt x="18" y="898"/>
                  </a:cubicBezTo>
                  <a:cubicBezTo>
                    <a:pt x="25" y="880"/>
                    <a:pt x="33" y="868"/>
                    <a:pt x="31" y="861"/>
                  </a:cubicBezTo>
                  <a:cubicBezTo>
                    <a:pt x="28" y="854"/>
                    <a:pt x="26" y="843"/>
                    <a:pt x="33" y="836"/>
                  </a:cubicBezTo>
                  <a:cubicBezTo>
                    <a:pt x="40" y="829"/>
                    <a:pt x="32" y="821"/>
                    <a:pt x="28" y="815"/>
                  </a:cubicBezTo>
                  <a:cubicBezTo>
                    <a:pt x="23" y="809"/>
                    <a:pt x="24" y="780"/>
                    <a:pt x="24" y="765"/>
                  </a:cubicBezTo>
                  <a:cubicBezTo>
                    <a:pt x="23" y="750"/>
                    <a:pt x="25" y="673"/>
                    <a:pt x="24" y="645"/>
                  </a:cubicBezTo>
                  <a:cubicBezTo>
                    <a:pt x="23" y="617"/>
                    <a:pt x="21" y="533"/>
                    <a:pt x="25" y="510"/>
                  </a:cubicBezTo>
                  <a:cubicBezTo>
                    <a:pt x="29" y="487"/>
                    <a:pt x="25" y="469"/>
                    <a:pt x="25" y="469"/>
                  </a:cubicBezTo>
                  <a:cubicBezTo>
                    <a:pt x="25" y="469"/>
                    <a:pt x="16" y="474"/>
                    <a:pt x="16" y="465"/>
                  </a:cubicBezTo>
                  <a:cubicBezTo>
                    <a:pt x="16" y="457"/>
                    <a:pt x="20" y="455"/>
                    <a:pt x="16" y="440"/>
                  </a:cubicBezTo>
                  <a:cubicBezTo>
                    <a:pt x="12" y="425"/>
                    <a:pt x="11" y="410"/>
                    <a:pt x="6" y="399"/>
                  </a:cubicBezTo>
                  <a:cubicBezTo>
                    <a:pt x="1" y="387"/>
                    <a:pt x="0" y="367"/>
                    <a:pt x="6" y="361"/>
                  </a:cubicBezTo>
                  <a:cubicBezTo>
                    <a:pt x="12" y="355"/>
                    <a:pt x="3" y="321"/>
                    <a:pt x="9" y="296"/>
                  </a:cubicBezTo>
                  <a:cubicBezTo>
                    <a:pt x="14" y="270"/>
                    <a:pt x="17" y="230"/>
                    <a:pt x="18" y="208"/>
                  </a:cubicBezTo>
                  <a:cubicBezTo>
                    <a:pt x="18" y="186"/>
                    <a:pt x="19" y="170"/>
                    <a:pt x="48" y="163"/>
                  </a:cubicBezTo>
                  <a:cubicBezTo>
                    <a:pt x="76" y="156"/>
                    <a:pt x="97" y="148"/>
                    <a:pt x="101" y="142"/>
                  </a:cubicBezTo>
                  <a:cubicBezTo>
                    <a:pt x="105" y="136"/>
                    <a:pt x="107" y="120"/>
                    <a:pt x="106" y="113"/>
                  </a:cubicBezTo>
                  <a:cubicBezTo>
                    <a:pt x="105" y="106"/>
                    <a:pt x="104" y="100"/>
                    <a:pt x="104" y="96"/>
                  </a:cubicBezTo>
                  <a:cubicBezTo>
                    <a:pt x="104" y="92"/>
                    <a:pt x="96" y="98"/>
                    <a:pt x="94" y="90"/>
                  </a:cubicBezTo>
                  <a:cubicBezTo>
                    <a:pt x="92" y="83"/>
                    <a:pt x="91" y="66"/>
                    <a:pt x="92" y="65"/>
                  </a:cubicBezTo>
                  <a:cubicBezTo>
                    <a:pt x="94" y="63"/>
                    <a:pt x="95" y="64"/>
                    <a:pt x="97" y="64"/>
                  </a:cubicBezTo>
                  <a:cubicBezTo>
                    <a:pt x="96" y="61"/>
                    <a:pt x="95" y="46"/>
                    <a:pt x="97" y="29"/>
                  </a:cubicBezTo>
                  <a:cubicBezTo>
                    <a:pt x="98" y="14"/>
                    <a:pt x="113" y="1"/>
                    <a:pt x="14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0" name="Freeform 22"/>
            <p:cNvSpPr>
              <a:spLocks/>
            </p:cNvSpPr>
            <p:nvPr/>
          </p:nvSpPr>
          <p:spPr bwMode="auto">
            <a:xfrm>
              <a:off x="3309938" y="3201988"/>
              <a:ext cx="76200" cy="76200"/>
            </a:xfrm>
            <a:custGeom>
              <a:avLst/>
              <a:gdLst/>
              <a:ahLst/>
              <a:cxnLst>
                <a:cxn ang="0">
                  <a:pos x="7" y="32"/>
                </a:cxn>
                <a:cxn ang="0">
                  <a:pos x="7" y="10"/>
                </a:cxn>
                <a:cxn ang="0">
                  <a:pos x="32" y="8"/>
                </a:cxn>
                <a:cxn ang="0">
                  <a:pos x="13" y="13"/>
                </a:cxn>
                <a:cxn ang="0">
                  <a:pos x="7" y="32"/>
                </a:cxn>
              </a:cxnLst>
              <a:rect l="0" t="0" r="r" b="b"/>
              <a:pathLst>
                <a:path w="32" h="32">
                  <a:moveTo>
                    <a:pt x="7" y="32"/>
                  </a:moveTo>
                  <a:cubicBezTo>
                    <a:pt x="7" y="32"/>
                    <a:pt x="0" y="20"/>
                    <a:pt x="7" y="10"/>
                  </a:cubicBezTo>
                  <a:cubicBezTo>
                    <a:pt x="15" y="0"/>
                    <a:pt x="32" y="8"/>
                    <a:pt x="32" y="8"/>
                  </a:cubicBezTo>
                  <a:cubicBezTo>
                    <a:pt x="32" y="8"/>
                    <a:pt x="20" y="8"/>
                    <a:pt x="13" y="13"/>
                  </a:cubicBezTo>
                  <a:cubicBezTo>
                    <a:pt x="7" y="18"/>
                    <a:pt x="9" y="22"/>
                    <a:pt x="7"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1" name="Freeform 23"/>
            <p:cNvSpPr>
              <a:spLocks/>
            </p:cNvSpPr>
            <p:nvPr/>
          </p:nvSpPr>
          <p:spPr bwMode="auto">
            <a:xfrm>
              <a:off x="3827463" y="3302000"/>
              <a:ext cx="90488" cy="30162"/>
            </a:xfrm>
            <a:custGeom>
              <a:avLst/>
              <a:gdLst/>
              <a:ahLst/>
              <a:cxnLst>
                <a:cxn ang="0">
                  <a:pos x="0" y="12"/>
                </a:cxn>
                <a:cxn ang="0">
                  <a:pos x="18" y="0"/>
                </a:cxn>
                <a:cxn ang="0">
                  <a:pos x="38" y="13"/>
                </a:cxn>
                <a:cxn ang="0">
                  <a:pos x="17" y="6"/>
                </a:cxn>
                <a:cxn ang="0">
                  <a:pos x="0" y="12"/>
                </a:cxn>
              </a:cxnLst>
              <a:rect l="0" t="0" r="r" b="b"/>
              <a:pathLst>
                <a:path w="38" h="13">
                  <a:moveTo>
                    <a:pt x="0" y="12"/>
                  </a:moveTo>
                  <a:cubicBezTo>
                    <a:pt x="0" y="12"/>
                    <a:pt x="0" y="0"/>
                    <a:pt x="18" y="0"/>
                  </a:cubicBezTo>
                  <a:cubicBezTo>
                    <a:pt x="35" y="0"/>
                    <a:pt x="38" y="13"/>
                    <a:pt x="38" y="13"/>
                  </a:cubicBezTo>
                  <a:cubicBezTo>
                    <a:pt x="38" y="13"/>
                    <a:pt x="29" y="6"/>
                    <a:pt x="17" y="6"/>
                  </a:cubicBezTo>
                  <a:cubicBezTo>
                    <a:pt x="6" y="7"/>
                    <a:pt x="6" y="7"/>
                    <a:pt x="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2" name="Freeform 24"/>
            <p:cNvSpPr>
              <a:spLocks/>
            </p:cNvSpPr>
            <p:nvPr/>
          </p:nvSpPr>
          <p:spPr bwMode="auto">
            <a:xfrm>
              <a:off x="3435351" y="2500313"/>
              <a:ext cx="241300" cy="627062"/>
            </a:xfrm>
            <a:custGeom>
              <a:avLst/>
              <a:gdLst/>
              <a:ahLst/>
              <a:cxnLst>
                <a:cxn ang="0">
                  <a:pos x="97" y="0"/>
                </a:cxn>
                <a:cxn ang="0">
                  <a:pos x="101" y="7"/>
                </a:cxn>
                <a:cxn ang="0">
                  <a:pos x="87" y="123"/>
                </a:cxn>
                <a:cxn ang="0">
                  <a:pos x="92" y="262"/>
                </a:cxn>
                <a:cxn ang="0">
                  <a:pos x="64" y="263"/>
                </a:cxn>
                <a:cxn ang="0">
                  <a:pos x="0" y="250"/>
                </a:cxn>
                <a:cxn ang="0">
                  <a:pos x="13" y="220"/>
                </a:cxn>
                <a:cxn ang="0">
                  <a:pos x="32" y="69"/>
                </a:cxn>
                <a:cxn ang="0">
                  <a:pos x="32" y="14"/>
                </a:cxn>
                <a:cxn ang="0">
                  <a:pos x="34" y="12"/>
                </a:cxn>
                <a:cxn ang="0">
                  <a:pos x="37" y="3"/>
                </a:cxn>
                <a:cxn ang="0">
                  <a:pos x="69" y="29"/>
                </a:cxn>
                <a:cxn ang="0">
                  <a:pos x="97" y="0"/>
                </a:cxn>
              </a:cxnLst>
              <a:rect l="0" t="0" r="r" b="b"/>
              <a:pathLst>
                <a:path w="101" h="263">
                  <a:moveTo>
                    <a:pt x="97" y="0"/>
                  </a:moveTo>
                  <a:cubicBezTo>
                    <a:pt x="98" y="2"/>
                    <a:pt x="99" y="4"/>
                    <a:pt x="101" y="7"/>
                  </a:cubicBezTo>
                  <a:cubicBezTo>
                    <a:pt x="98" y="26"/>
                    <a:pt x="90" y="82"/>
                    <a:pt x="87" y="123"/>
                  </a:cubicBezTo>
                  <a:cubicBezTo>
                    <a:pt x="83" y="171"/>
                    <a:pt x="92" y="262"/>
                    <a:pt x="92" y="262"/>
                  </a:cubicBezTo>
                  <a:cubicBezTo>
                    <a:pt x="92" y="262"/>
                    <a:pt x="85" y="263"/>
                    <a:pt x="64" y="263"/>
                  </a:cubicBezTo>
                  <a:cubicBezTo>
                    <a:pt x="43" y="263"/>
                    <a:pt x="0" y="250"/>
                    <a:pt x="0" y="250"/>
                  </a:cubicBezTo>
                  <a:cubicBezTo>
                    <a:pt x="0" y="250"/>
                    <a:pt x="7" y="237"/>
                    <a:pt x="13" y="220"/>
                  </a:cubicBezTo>
                  <a:cubicBezTo>
                    <a:pt x="19" y="204"/>
                    <a:pt x="29" y="131"/>
                    <a:pt x="32" y="69"/>
                  </a:cubicBezTo>
                  <a:cubicBezTo>
                    <a:pt x="34" y="38"/>
                    <a:pt x="34" y="23"/>
                    <a:pt x="32" y="14"/>
                  </a:cubicBezTo>
                  <a:cubicBezTo>
                    <a:pt x="33" y="13"/>
                    <a:pt x="34" y="12"/>
                    <a:pt x="34" y="12"/>
                  </a:cubicBezTo>
                  <a:cubicBezTo>
                    <a:pt x="35" y="10"/>
                    <a:pt x="37" y="7"/>
                    <a:pt x="37" y="3"/>
                  </a:cubicBezTo>
                  <a:cubicBezTo>
                    <a:pt x="44" y="16"/>
                    <a:pt x="60" y="29"/>
                    <a:pt x="69" y="29"/>
                  </a:cubicBezTo>
                  <a:cubicBezTo>
                    <a:pt x="79" y="29"/>
                    <a:pt x="91" y="10"/>
                    <a:pt x="97" y="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3" name="Freeform 25"/>
            <p:cNvSpPr>
              <a:spLocks/>
            </p:cNvSpPr>
            <p:nvPr/>
          </p:nvSpPr>
          <p:spPr bwMode="auto">
            <a:xfrm>
              <a:off x="3548063" y="2576513"/>
              <a:ext cx="96838" cy="617537"/>
            </a:xfrm>
            <a:custGeom>
              <a:avLst/>
              <a:gdLst/>
              <a:ahLst/>
              <a:cxnLst>
                <a:cxn ang="0">
                  <a:pos x="0" y="11"/>
                </a:cxn>
                <a:cxn ang="0">
                  <a:pos x="20" y="0"/>
                </a:cxn>
                <a:cxn ang="0">
                  <a:pos x="41" y="11"/>
                </a:cxn>
                <a:cxn ang="0">
                  <a:pos x="27" y="18"/>
                </a:cxn>
                <a:cxn ang="0">
                  <a:pos x="33" y="107"/>
                </a:cxn>
                <a:cxn ang="0">
                  <a:pos x="32" y="238"/>
                </a:cxn>
                <a:cxn ang="0">
                  <a:pos x="15" y="239"/>
                </a:cxn>
                <a:cxn ang="0">
                  <a:pos x="14" y="89"/>
                </a:cxn>
                <a:cxn ang="0">
                  <a:pos x="15" y="18"/>
                </a:cxn>
                <a:cxn ang="0">
                  <a:pos x="0" y="11"/>
                </a:cxn>
              </a:cxnLst>
              <a:rect l="0" t="0" r="r" b="b"/>
              <a:pathLst>
                <a:path w="41" h="259">
                  <a:moveTo>
                    <a:pt x="0" y="11"/>
                  </a:moveTo>
                  <a:cubicBezTo>
                    <a:pt x="0" y="11"/>
                    <a:pt x="7" y="0"/>
                    <a:pt x="20" y="0"/>
                  </a:cubicBezTo>
                  <a:cubicBezTo>
                    <a:pt x="33" y="0"/>
                    <a:pt x="41" y="11"/>
                    <a:pt x="41" y="11"/>
                  </a:cubicBezTo>
                  <a:cubicBezTo>
                    <a:pt x="41" y="11"/>
                    <a:pt x="27" y="8"/>
                    <a:pt x="27" y="18"/>
                  </a:cubicBezTo>
                  <a:cubicBezTo>
                    <a:pt x="28" y="27"/>
                    <a:pt x="33" y="76"/>
                    <a:pt x="33" y="107"/>
                  </a:cubicBezTo>
                  <a:cubicBezTo>
                    <a:pt x="33" y="139"/>
                    <a:pt x="35" y="222"/>
                    <a:pt x="32" y="238"/>
                  </a:cubicBezTo>
                  <a:cubicBezTo>
                    <a:pt x="28" y="253"/>
                    <a:pt x="17" y="259"/>
                    <a:pt x="15" y="239"/>
                  </a:cubicBezTo>
                  <a:cubicBezTo>
                    <a:pt x="12" y="219"/>
                    <a:pt x="13" y="110"/>
                    <a:pt x="14" y="89"/>
                  </a:cubicBezTo>
                  <a:cubicBezTo>
                    <a:pt x="14" y="68"/>
                    <a:pt x="18" y="24"/>
                    <a:pt x="15" y="18"/>
                  </a:cubicBezTo>
                  <a:cubicBezTo>
                    <a:pt x="13" y="12"/>
                    <a:pt x="7" y="8"/>
                    <a:pt x="0"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TextBox 35"/>
          <p:cNvSpPr txBox="1"/>
          <p:nvPr/>
        </p:nvSpPr>
        <p:spPr>
          <a:xfrm>
            <a:off x="6189782" y="1814154"/>
            <a:ext cx="2126673"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65000"/>
                    <a:lumOff val="35000"/>
                  </a:schemeClr>
                </a:solidFill>
              </a:rPr>
              <a:t>There are many variations of passages of Lorem Ipsum</a:t>
            </a:r>
          </a:p>
        </p:txBody>
      </p:sp>
      <p:grpSp>
        <p:nvGrpSpPr>
          <p:cNvPr id="9" name="Group 39"/>
          <p:cNvGrpSpPr/>
          <p:nvPr/>
        </p:nvGrpSpPr>
        <p:grpSpPr>
          <a:xfrm>
            <a:off x="2169144" y="2809867"/>
            <a:ext cx="493370" cy="479245"/>
            <a:chOff x="860271" y="1518068"/>
            <a:chExt cx="493370" cy="479245"/>
          </a:xfrm>
        </p:grpSpPr>
        <p:sp>
          <p:nvSpPr>
            <p:cNvPr id="41" name="Oval 40"/>
            <p:cNvSpPr/>
            <p:nvPr/>
          </p:nvSpPr>
          <p:spPr>
            <a:xfrm>
              <a:off x="860271" y="1518068"/>
              <a:ext cx="493370" cy="47924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42" name="Freeform 6"/>
            <p:cNvSpPr>
              <a:spLocks noEditPoints="1"/>
            </p:cNvSpPr>
            <p:nvPr/>
          </p:nvSpPr>
          <p:spPr bwMode="auto">
            <a:xfrm>
              <a:off x="997419" y="1671965"/>
              <a:ext cx="219075" cy="171450"/>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42"/>
          <p:cNvGrpSpPr/>
          <p:nvPr/>
        </p:nvGrpSpPr>
        <p:grpSpPr>
          <a:xfrm>
            <a:off x="3046291" y="1896181"/>
            <a:ext cx="493370" cy="479245"/>
            <a:chOff x="840159" y="2185414"/>
            <a:chExt cx="493370" cy="479245"/>
          </a:xfrm>
        </p:grpSpPr>
        <p:sp>
          <p:nvSpPr>
            <p:cNvPr id="44" name="Oval 43"/>
            <p:cNvSpPr/>
            <p:nvPr/>
          </p:nvSpPr>
          <p:spPr>
            <a:xfrm>
              <a:off x="840159" y="2185414"/>
              <a:ext cx="493370" cy="4792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45" name="Freeform 100"/>
            <p:cNvSpPr>
              <a:spLocks noEditPoints="1"/>
            </p:cNvSpPr>
            <p:nvPr/>
          </p:nvSpPr>
          <p:spPr bwMode="auto">
            <a:xfrm>
              <a:off x="971750" y="2314705"/>
              <a:ext cx="230188" cy="220663"/>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45"/>
          <p:cNvGrpSpPr/>
          <p:nvPr/>
        </p:nvGrpSpPr>
        <p:grpSpPr>
          <a:xfrm>
            <a:off x="4325316" y="1016361"/>
            <a:ext cx="493370" cy="479245"/>
            <a:chOff x="840159" y="2852760"/>
            <a:chExt cx="493370" cy="479245"/>
          </a:xfrm>
        </p:grpSpPr>
        <p:sp>
          <p:nvSpPr>
            <p:cNvPr id="47" name="Oval 46"/>
            <p:cNvSpPr/>
            <p:nvPr/>
          </p:nvSpPr>
          <p:spPr>
            <a:xfrm>
              <a:off x="840159" y="2852760"/>
              <a:ext cx="493370" cy="4792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48" name="Freeform 144"/>
            <p:cNvSpPr>
              <a:spLocks noEditPoints="1"/>
            </p:cNvSpPr>
            <p:nvPr/>
          </p:nvSpPr>
          <p:spPr bwMode="auto">
            <a:xfrm>
              <a:off x="955869" y="2990792"/>
              <a:ext cx="261950" cy="203180"/>
            </a:xfrm>
            <a:custGeom>
              <a:avLst/>
              <a:gdLst/>
              <a:ahLst/>
              <a:cxnLst>
                <a:cxn ang="0">
                  <a:pos x="67" y="55"/>
                </a:cxn>
                <a:cxn ang="0">
                  <a:pos x="65" y="56"/>
                </a:cxn>
                <a:cxn ang="0">
                  <a:pos x="8" y="56"/>
                </a:cxn>
                <a:cxn ang="0">
                  <a:pos x="6" y="55"/>
                </a:cxn>
                <a:cxn ang="0">
                  <a:pos x="0" y="36"/>
                </a:cxn>
                <a:cxn ang="0">
                  <a:pos x="36" y="0"/>
                </a:cxn>
                <a:cxn ang="0">
                  <a:pos x="72" y="36"/>
                </a:cxn>
                <a:cxn ang="0">
                  <a:pos x="67" y="55"/>
                </a:cxn>
                <a:cxn ang="0">
                  <a:pos x="11" y="30"/>
                </a:cxn>
                <a:cxn ang="0">
                  <a:pos x="6" y="36"/>
                </a:cxn>
                <a:cxn ang="0">
                  <a:pos x="11" y="41"/>
                </a:cxn>
                <a:cxn ang="0">
                  <a:pos x="16" y="36"/>
                </a:cxn>
                <a:cxn ang="0">
                  <a:pos x="11" y="30"/>
                </a:cxn>
                <a:cxn ang="0">
                  <a:pos x="18" y="12"/>
                </a:cxn>
                <a:cxn ang="0">
                  <a:pos x="13" y="18"/>
                </a:cxn>
                <a:cxn ang="0">
                  <a:pos x="18" y="23"/>
                </a:cxn>
                <a:cxn ang="0">
                  <a:pos x="24" y="18"/>
                </a:cxn>
                <a:cxn ang="0">
                  <a:pos x="18" y="12"/>
                </a:cxn>
                <a:cxn ang="0">
                  <a:pos x="45" y="22"/>
                </a:cxn>
                <a:cxn ang="0">
                  <a:pos x="43" y="18"/>
                </a:cxn>
                <a:cxn ang="0">
                  <a:pos x="40" y="20"/>
                </a:cxn>
                <a:cxn ang="0">
                  <a:pos x="36" y="36"/>
                </a:cxn>
                <a:cxn ang="0">
                  <a:pos x="29" y="41"/>
                </a:cxn>
                <a:cxn ang="0">
                  <a:pos x="34" y="51"/>
                </a:cxn>
                <a:cxn ang="0">
                  <a:pos x="44" y="45"/>
                </a:cxn>
                <a:cxn ang="0">
                  <a:pos x="41" y="37"/>
                </a:cxn>
                <a:cxn ang="0">
                  <a:pos x="45" y="22"/>
                </a:cxn>
                <a:cxn ang="0">
                  <a:pos x="36" y="5"/>
                </a:cxn>
                <a:cxn ang="0">
                  <a:pos x="31" y="10"/>
                </a:cxn>
                <a:cxn ang="0">
                  <a:pos x="36" y="15"/>
                </a:cxn>
                <a:cxn ang="0">
                  <a:pos x="42" y="10"/>
                </a:cxn>
                <a:cxn ang="0">
                  <a:pos x="36" y="5"/>
                </a:cxn>
                <a:cxn ang="0">
                  <a:pos x="54" y="12"/>
                </a:cxn>
                <a:cxn ang="0">
                  <a:pos x="49" y="18"/>
                </a:cxn>
                <a:cxn ang="0">
                  <a:pos x="54" y="23"/>
                </a:cxn>
                <a:cxn ang="0">
                  <a:pos x="60" y="18"/>
                </a:cxn>
                <a:cxn ang="0">
                  <a:pos x="54" y="12"/>
                </a:cxn>
                <a:cxn ang="0">
                  <a:pos x="62" y="30"/>
                </a:cxn>
                <a:cxn ang="0">
                  <a:pos x="57" y="36"/>
                </a:cxn>
                <a:cxn ang="0">
                  <a:pos x="62" y="41"/>
                </a:cxn>
                <a:cxn ang="0">
                  <a:pos x="67" y="36"/>
                </a:cxn>
                <a:cxn ang="0">
                  <a:pos x="62" y="30"/>
                </a:cxn>
              </a:cxnLst>
              <a:rect l="0" t="0" r="r" b="b"/>
              <a:pathLst>
                <a:path w="72" h="56">
                  <a:moveTo>
                    <a:pt x="67" y="55"/>
                  </a:moveTo>
                  <a:cubicBezTo>
                    <a:pt x="66" y="56"/>
                    <a:pt x="66" y="56"/>
                    <a:pt x="65" y="56"/>
                  </a:cubicBezTo>
                  <a:cubicBezTo>
                    <a:pt x="8" y="56"/>
                    <a:pt x="8" y="56"/>
                    <a:pt x="8" y="56"/>
                  </a:cubicBezTo>
                  <a:cubicBezTo>
                    <a:pt x="7" y="56"/>
                    <a:pt x="7" y="56"/>
                    <a:pt x="6" y="55"/>
                  </a:cubicBezTo>
                  <a:cubicBezTo>
                    <a:pt x="2" y="49"/>
                    <a:pt x="0" y="42"/>
                    <a:pt x="0" y="36"/>
                  </a:cubicBezTo>
                  <a:cubicBezTo>
                    <a:pt x="0" y="16"/>
                    <a:pt x="17" y="0"/>
                    <a:pt x="36" y="0"/>
                  </a:cubicBezTo>
                  <a:cubicBezTo>
                    <a:pt x="56" y="0"/>
                    <a:pt x="72" y="16"/>
                    <a:pt x="72" y="36"/>
                  </a:cubicBezTo>
                  <a:cubicBezTo>
                    <a:pt x="72" y="42"/>
                    <a:pt x="70" y="49"/>
                    <a:pt x="67" y="55"/>
                  </a:cubicBezTo>
                  <a:close/>
                  <a:moveTo>
                    <a:pt x="11" y="30"/>
                  </a:moveTo>
                  <a:cubicBezTo>
                    <a:pt x="8" y="30"/>
                    <a:pt x="6" y="33"/>
                    <a:pt x="6" y="36"/>
                  </a:cubicBezTo>
                  <a:cubicBezTo>
                    <a:pt x="6" y="38"/>
                    <a:pt x="8" y="41"/>
                    <a:pt x="11" y="41"/>
                  </a:cubicBezTo>
                  <a:cubicBezTo>
                    <a:pt x="14" y="41"/>
                    <a:pt x="16" y="38"/>
                    <a:pt x="16" y="36"/>
                  </a:cubicBezTo>
                  <a:cubicBezTo>
                    <a:pt x="16" y="33"/>
                    <a:pt x="14" y="30"/>
                    <a:pt x="11" y="30"/>
                  </a:cubicBezTo>
                  <a:close/>
                  <a:moveTo>
                    <a:pt x="18" y="12"/>
                  </a:moveTo>
                  <a:cubicBezTo>
                    <a:pt x="16" y="12"/>
                    <a:pt x="13" y="15"/>
                    <a:pt x="13" y="18"/>
                  </a:cubicBezTo>
                  <a:cubicBezTo>
                    <a:pt x="13" y="20"/>
                    <a:pt x="16" y="23"/>
                    <a:pt x="18" y="23"/>
                  </a:cubicBezTo>
                  <a:cubicBezTo>
                    <a:pt x="21" y="23"/>
                    <a:pt x="24" y="20"/>
                    <a:pt x="24" y="18"/>
                  </a:cubicBezTo>
                  <a:cubicBezTo>
                    <a:pt x="24" y="15"/>
                    <a:pt x="21" y="12"/>
                    <a:pt x="18" y="12"/>
                  </a:cubicBezTo>
                  <a:close/>
                  <a:moveTo>
                    <a:pt x="45" y="22"/>
                  </a:moveTo>
                  <a:cubicBezTo>
                    <a:pt x="45" y="20"/>
                    <a:pt x="44" y="19"/>
                    <a:pt x="43" y="18"/>
                  </a:cubicBezTo>
                  <a:cubicBezTo>
                    <a:pt x="42" y="18"/>
                    <a:pt x="40" y="19"/>
                    <a:pt x="40" y="20"/>
                  </a:cubicBezTo>
                  <a:cubicBezTo>
                    <a:pt x="36" y="36"/>
                    <a:pt x="36" y="36"/>
                    <a:pt x="36" y="36"/>
                  </a:cubicBezTo>
                  <a:cubicBezTo>
                    <a:pt x="33" y="36"/>
                    <a:pt x="30" y="38"/>
                    <a:pt x="29" y="41"/>
                  </a:cubicBezTo>
                  <a:cubicBezTo>
                    <a:pt x="28" y="45"/>
                    <a:pt x="30" y="50"/>
                    <a:pt x="34" y="51"/>
                  </a:cubicBezTo>
                  <a:cubicBezTo>
                    <a:pt x="39" y="52"/>
                    <a:pt x="43" y="49"/>
                    <a:pt x="44" y="45"/>
                  </a:cubicBezTo>
                  <a:cubicBezTo>
                    <a:pt x="45" y="42"/>
                    <a:pt x="43" y="39"/>
                    <a:pt x="41" y="37"/>
                  </a:cubicBezTo>
                  <a:lnTo>
                    <a:pt x="45" y="22"/>
                  </a:lnTo>
                  <a:close/>
                  <a:moveTo>
                    <a:pt x="36" y="5"/>
                  </a:moveTo>
                  <a:cubicBezTo>
                    <a:pt x="34" y="5"/>
                    <a:pt x="31" y="7"/>
                    <a:pt x="31" y="10"/>
                  </a:cubicBezTo>
                  <a:cubicBezTo>
                    <a:pt x="31" y="13"/>
                    <a:pt x="34" y="15"/>
                    <a:pt x="36" y="15"/>
                  </a:cubicBezTo>
                  <a:cubicBezTo>
                    <a:pt x="39" y="15"/>
                    <a:pt x="42" y="13"/>
                    <a:pt x="42" y="10"/>
                  </a:cubicBezTo>
                  <a:cubicBezTo>
                    <a:pt x="42" y="7"/>
                    <a:pt x="39" y="5"/>
                    <a:pt x="36" y="5"/>
                  </a:cubicBezTo>
                  <a:close/>
                  <a:moveTo>
                    <a:pt x="54" y="12"/>
                  </a:moveTo>
                  <a:cubicBezTo>
                    <a:pt x="52" y="12"/>
                    <a:pt x="49" y="15"/>
                    <a:pt x="49" y="18"/>
                  </a:cubicBezTo>
                  <a:cubicBezTo>
                    <a:pt x="49" y="20"/>
                    <a:pt x="52" y="23"/>
                    <a:pt x="54" y="23"/>
                  </a:cubicBezTo>
                  <a:cubicBezTo>
                    <a:pt x="57" y="23"/>
                    <a:pt x="60" y="20"/>
                    <a:pt x="60" y="18"/>
                  </a:cubicBezTo>
                  <a:cubicBezTo>
                    <a:pt x="60" y="15"/>
                    <a:pt x="57" y="12"/>
                    <a:pt x="54" y="12"/>
                  </a:cubicBezTo>
                  <a:close/>
                  <a:moveTo>
                    <a:pt x="62" y="30"/>
                  </a:moveTo>
                  <a:cubicBezTo>
                    <a:pt x="59" y="30"/>
                    <a:pt x="57" y="33"/>
                    <a:pt x="57" y="36"/>
                  </a:cubicBezTo>
                  <a:cubicBezTo>
                    <a:pt x="57" y="38"/>
                    <a:pt x="59" y="41"/>
                    <a:pt x="62" y="41"/>
                  </a:cubicBezTo>
                  <a:cubicBezTo>
                    <a:pt x="65" y="41"/>
                    <a:pt x="67" y="38"/>
                    <a:pt x="67" y="36"/>
                  </a:cubicBezTo>
                  <a:cubicBezTo>
                    <a:pt x="67" y="33"/>
                    <a:pt x="65" y="30"/>
                    <a:pt x="62"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48"/>
          <p:cNvGrpSpPr/>
          <p:nvPr/>
        </p:nvGrpSpPr>
        <p:grpSpPr>
          <a:xfrm>
            <a:off x="5680541" y="1896181"/>
            <a:ext cx="493370" cy="479245"/>
            <a:chOff x="840159" y="3520106"/>
            <a:chExt cx="493370" cy="479245"/>
          </a:xfrm>
        </p:grpSpPr>
        <p:sp>
          <p:nvSpPr>
            <p:cNvPr id="50" name="Oval 49"/>
            <p:cNvSpPr/>
            <p:nvPr/>
          </p:nvSpPr>
          <p:spPr>
            <a:xfrm>
              <a:off x="840159" y="3520106"/>
              <a:ext cx="493370" cy="47924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51" name="Freeform 152"/>
            <p:cNvSpPr>
              <a:spLocks noEditPoints="1"/>
            </p:cNvSpPr>
            <p:nvPr/>
          </p:nvSpPr>
          <p:spPr bwMode="auto">
            <a:xfrm>
              <a:off x="955869" y="3638690"/>
              <a:ext cx="261950" cy="24207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55"/>
          <p:cNvGrpSpPr/>
          <p:nvPr/>
        </p:nvGrpSpPr>
        <p:grpSpPr>
          <a:xfrm>
            <a:off x="6481487" y="2809867"/>
            <a:ext cx="493370" cy="479245"/>
            <a:chOff x="6602414" y="2074591"/>
            <a:chExt cx="493370" cy="479245"/>
          </a:xfrm>
        </p:grpSpPr>
        <p:sp>
          <p:nvSpPr>
            <p:cNvPr id="53" name="Oval 52"/>
            <p:cNvSpPr/>
            <p:nvPr/>
          </p:nvSpPr>
          <p:spPr>
            <a:xfrm>
              <a:off x="6602414" y="2074591"/>
              <a:ext cx="493370" cy="47924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55" name="Freeform 66"/>
            <p:cNvSpPr>
              <a:spLocks noEditPoints="1"/>
            </p:cNvSpPr>
            <p:nvPr/>
          </p:nvSpPr>
          <p:spPr bwMode="auto">
            <a:xfrm>
              <a:off x="6696856" y="2196127"/>
              <a:ext cx="304487" cy="236173"/>
            </a:xfrm>
            <a:custGeom>
              <a:avLst/>
              <a:gdLst/>
              <a:ahLst/>
              <a:cxnLst>
                <a:cxn ang="0">
                  <a:pos x="29" y="41"/>
                </a:cxn>
                <a:cxn ang="0">
                  <a:pos x="22" y="40"/>
                </a:cxn>
                <a:cxn ang="0">
                  <a:pos x="11" y="45"/>
                </a:cxn>
                <a:cxn ang="0">
                  <a:pos x="7" y="46"/>
                </a:cxn>
                <a:cxn ang="0">
                  <a:pos x="7" y="46"/>
                </a:cxn>
                <a:cxn ang="0">
                  <a:pos x="6" y="45"/>
                </a:cxn>
                <a:cxn ang="0">
                  <a:pos x="6" y="43"/>
                </a:cxn>
                <a:cxn ang="0">
                  <a:pos x="11" y="36"/>
                </a:cxn>
                <a:cxn ang="0">
                  <a:pos x="0" y="20"/>
                </a:cxn>
                <a:cxn ang="0">
                  <a:pos x="29" y="0"/>
                </a:cxn>
                <a:cxn ang="0">
                  <a:pos x="57" y="20"/>
                </a:cxn>
                <a:cxn ang="0">
                  <a:pos x="29" y="41"/>
                </a:cxn>
                <a:cxn ang="0">
                  <a:pos x="62" y="47"/>
                </a:cxn>
                <a:cxn ang="0">
                  <a:pos x="66" y="53"/>
                </a:cxn>
                <a:cxn ang="0">
                  <a:pos x="67" y="55"/>
                </a:cxn>
                <a:cxn ang="0">
                  <a:pos x="66" y="56"/>
                </a:cxn>
                <a:cxn ang="0">
                  <a:pos x="62" y="55"/>
                </a:cxn>
                <a:cxn ang="0">
                  <a:pos x="51" y="50"/>
                </a:cxn>
                <a:cxn ang="0">
                  <a:pos x="44" y="51"/>
                </a:cxn>
                <a:cxn ang="0">
                  <a:pos x="25" y="46"/>
                </a:cxn>
                <a:cxn ang="0">
                  <a:pos x="29" y="46"/>
                </a:cxn>
                <a:cxn ang="0">
                  <a:pos x="52" y="39"/>
                </a:cxn>
                <a:cxn ang="0">
                  <a:pos x="62" y="20"/>
                </a:cxn>
                <a:cxn ang="0">
                  <a:pos x="61" y="14"/>
                </a:cxn>
                <a:cxn ang="0">
                  <a:pos x="72" y="30"/>
                </a:cxn>
                <a:cxn ang="0">
                  <a:pos x="62" y="47"/>
                </a:cxn>
              </a:cxnLst>
              <a:rect l="0" t="0" r="r" b="b"/>
              <a:pathLst>
                <a:path w="72" h="56">
                  <a:moveTo>
                    <a:pt x="29" y="41"/>
                  </a:moveTo>
                  <a:cubicBezTo>
                    <a:pt x="26" y="41"/>
                    <a:pt x="24" y="40"/>
                    <a:pt x="22" y="40"/>
                  </a:cubicBezTo>
                  <a:cubicBezTo>
                    <a:pt x="18" y="42"/>
                    <a:pt x="15" y="44"/>
                    <a:pt x="11" y="45"/>
                  </a:cubicBezTo>
                  <a:cubicBezTo>
                    <a:pt x="9" y="45"/>
                    <a:pt x="8" y="46"/>
                    <a:pt x="7" y="46"/>
                  </a:cubicBezTo>
                  <a:cubicBezTo>
                    <a:pt x="7" y="46"/>
                    <a:pt x="7" y="46"/>
                    <a:pt x="7" y="46"/>
                  </a:cubicBezTo>
                  <a:cubicBezTo>
                    <a:pt x="6" y="46"/>
                    <a:pt x="6" y="45"/>
                    <a:pt x="6" y="45"/>
                  </a:cubicBezTo>
                  <a:cubicBezTo>
                    <a:pt x="5" y="44"/>
                    <a:pt x="6" y="43"/>
                    <a:pt x="6" y="43"/>
                  </a:cubicBezTo>
                  <a:cubicBezTo>
                    <a:pt x="8" y="41"/>
                    <a:pt x="10" y="40"/>
                    <a:pt x="11" y="36"/>
                  </a:cubicBezTo>
                  <a:cubicBezTo>
                    <a:pt x="5" y="32"/>
                    <a:pt x="0" y="27"/>
                    <a:pt x="0" y="20"/>
                  </a:cubicBezTo>
                  <a:cubicBezTo>
                    <a:pt x="0" y="9"/>
                    <a:pt x="13" y="0"/>
                    <a:pt x="29" y="0"/>
                  </a:cubicBezTo>
                  <a:cubicBezTo>
                    <a:pt x="44" y="0"/>
                    <a:pt x="57" y="9"/>
                    <a:pt x="57" y="20"/>
                  </a:cubicBezTo>
                  <a:cubicBezTo>
                    <a:pt x="57" y="32"/>
                    <a:pt x="44" y="41"/>
                    <a:pt x="29" y="41"/>
                  </a:cubicBezTo>
                  <a:close/>
                  <a:moveTo>
                    <a:pt x="62" y="47"/>
                  </a:moveTo>
                  <a:cubicBezTo>
                    <a:pt x="63" y="50"/>
                    <a:pt x="65" y="51"/>
                    <a:pt x="66" y="53"/>
                  </a:cubicBezTo>
                  <a:cubicBezTo>
                    <a:pt x="67" y="54"/>
                    <a:pt x="67" y="54"/>
                    <a:pt x="67" y="55"/>
                  </a:cubicBezTo>
                  <a:cubicBezTo>
                    <a:pt x="67" y="56"/>
                    <a:pt x="67" y="56"/>
                    <a:pt x="66" y="56"/>
                  </a:cubicBezTo>
                  <a:cubicBezTo>
                    <a:pt x="65" y="56"/>
                    <a:pt x="63" y="56"/>
                    <a:pt x="62" y="55"/>
                  </a:cubicBezTo>
                  <a:cubicBezTo>
                    <a:pt x="58" y="54"/>
                    <a:pt x="55" y="53"/>
                    <a:pt x="51" y="50"/>
                  </a:cubicBezTo>
                  <a:cubicBezTo>
                    <a:pt x="49" y="51"/>
                    <a:pt x="47" y="51"/>
                    <a:pt x="44" y="51"/>
                  </a:cubicBezTo>
                  <a:cubicBezTo>
                    <a:pt x="37" y="51"/>
                    <a:pt x="30" y="49"/>
                    <a:pt x="25" y="46"/>
                  </a:cubicBezTo>
                  <a:cubicBezTo>
                    <a:pt x="26" y="46"/>
                    <a:pt x="28" y="46"/>
                    <a:pt x="29" y="46"/>
                  </a:cubicBezTo>
                  <a:cubicBezTo>
                    <a:pt x="37" y="46"/>
                    <a:pt x="46" y="43"/>
                    <a:pt x="52" y="39"/>
                  </a:cubicBezTo>
                  <a:cubicBezTo>
                    <a:pt x="58" y="34"/>
                    <a:pt x="62" y="27"/>
                    <a:pt x="62" y="20"/>
                  </a:cubicBezTo>
                  <a:cubicBezTo>
                    <a:pt x="62" y="18"/>
                    <a:pt x="62" y="16"/>
                    <a:pt x="61" y="14"/>
                  </a:cubicBezTo>
                  <a:cubicBezTo>
                    <a:pt x="68" y="18"/>
                    <a:pt x="72" y="24"/>
                    <a:pt x="72" y="30"/>
                  </a:cubicBezTo>
                  <a:cubicBezTo>
                    <a:pt x="72" y="37"/>
                    <a:pt x="68" y="43"/>
                    <a:pt x="62" y="4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8" name="TextBox 57"/>
          <p:cNvSpPr txBox="1"/>
          <p:nvPr/>
        </p:nvSpPr>
        <p:spPr>
          <a:xfrm>
            <a:off x="3607012" y="1534824"/>
            <a:ext cx="1929977" cy="584775"/>
          </a:xfrm>
          <a:prstGeom prst="rect">
            <a:avLst/>
          </a:prstGeom>
          <a:noFill/>
        </p:spPr>
        <p:txBody>
          <a:bodyPr wrap="square" rtlCol="0">
            <a:spAutoFit/>
          </a:bodyPr>
          <a:lstStyle/>
          <a:p>
            <a:pPr algn="ctr"/>
            <a:r>
              <a:rPr lang="en-US" sz="1200" b="1" dirty="0">
                <a:solidFill>
                  <a:schemeClr val="accent3"/>
                </a:solidFill>
              </a:rPr>
              <a:t>Title Goes Here</a:t>
            </a:r>
            <a:endParaRPr lang="en-US" sz="1200" dirty="0">
              <a:solidFill>
                <a:schemeClr val="accent3"/>
              </a:solidFill>
            </a:endParaRPr>
          </a:p>
          <a:p>
            <a:pPr algn="ctr"/>
            <a:r>
              <a:rPr lang="en-US" sz="1000" dirty="0">
                <a:solidFill>
                  <a:schemeClr val="tx1">
                    <a:lumMod val="65000"/>
                    <a:lumOff val="35000"/>
                  </a:schemeClr>
                </a:solidFill>
              </a:rPr>
              <a:t>There are many variations of passages of Lorem Ipsum</a:t>
            </a:r>
          </a:p>
        </p:txBody>
      </p:sp>
      <p:sp>
        <p:nvSpPr>
          <p:cNvPr id="59" name="TextBox 58"/>
          <p:cNvSpPr txBox="1"/>
          <p:nvPr/>
        </p:nvSpPr>
        <p:spPr>
          <a:xfrm>
            <a:off x="6969702" y="2744571"/>
            <a:ext cx="2126673" cy="584775"/>
          </a:xfrm>
          <a:prstGeom prst="rect">
            <a:avLst/>
          </a:prstGeom>
          <a:noFill/>
        </p:spPr>
        <p:txBody>
          <a:bodyPr wrap="square" rtlCol="0">
            <a:spAutoFit/>
          </a:bodyPr>
          <a:lstStyle/>
          <a:p>
            <a:r>
              <a:rPr lang="en-US" sz="1200" b="1" dirty="0">
                <a:solidFill>
                  <a:schemeClr val="accent6"/>
                </a:solidFill>
              </a:rPr>
              <a:t>Title Goes Here</a:t>
            </a:r>
            <a:endParaRPr lang="en-US" sz="1200" dirty="0">
              <a:solidFill>
                <a:schemeClr val="accent6"/>
              </a:solidFill>
            </a:endParaRPr>
          </a:p>
          <a:p>
            <a:r>
              <a:rPr lang="en-US" sz="1000" dirty="0">
                <a:solidFill>
                  <a:schemeClr val="tx1">
                    <a:lumMod val="65000"/>
                    <a:lumOff val="35000"/>
                  </a:schemeClr>
                </a:solidFill>
              </a:rPr>
              <a:t>There are many variations of passages of Lorem Ipsum</a:t>
            </a:r>
          </a:p>
        </p:txBody>
      </p:sp>
      <p:sp>
        <p:nvSpPr>
          <p:cNvPr id="60" name="TextBox 59"/>
          <p:cNvSpPr txBox="1"/>
          <p:nvPr/>
        </p:nvSpPr>
        <p:spPr>
          <a:xfrm>
            <a:off x="885152" y="1814154"/>
            <a:ext cx="2126673" cy="584775"/>
          </a:xfrm>
          <a:prstGeom prst="rect">
            <a:avLst/>
          </a:prstGeom>
          <a:noFill/>
        </p:spPr>
        <p:txBody>
          <a:bodyPr wrap="square" rtlCol="0">
            <a:spAutoFit/>
          </a:bodyPr>
          <a:lstStyle/>
          <a:p>
            <a:pPr algn="r"/>
            <a:r>
              <a:rPr lang="en-US" sz="1200" b="1" dirty="0">
                <a:solidFill>
                  <a:schemeClr val="accent2"/>
                </a:solidFill>
              </a:rPr>
              <a:t>Title Goes Here</a:t>
            </a:r>
            <a:endParaRPr lang="en-US" sz="1200" dirty="0">
              <a:solidFill>
                <a:schemeClr val="accent2"/>
              </a:solidFill>
            </a:endParaRPr>
          </a:p>
          <a:p>
            <a:pPr algn="r"/>
            <a:r>
              <a:rPr lang="en-US" sz="1000" dirty="0">
                <a:solidFill>
                  <a:schemeClr val="tx1">
                    <a:lumMod val="65000"/>
                    <a:lumOff val="35000"/>
                  </a:schemeClr>
                </a:solidFill>
              </a:rPr>
              <a:t>There are many variations of passages of Lorem Ipsum</a:t>
            </a:r>
          </a:p>
        </p:txBody>
      </p:sp>
      <p:sp>
        <p:nvSpPr>
          <p:cNvPr id="61" name="TextBox 60"/>
          <p:cNvSpPr txBox="1"/>
          <p:nvPr/>
        </p:nvSpPr>
        <p:spPr>
          <a:xfrm>
            <a:off x="47625" y="2744571"/>
            <a:ext cx="2126673" cy="584775"/>
          </a:xfrm>
          <a:prstGeom prst="rect">
            <a:avLst/>
          </a:prstGeom>
          <a:noFill/>
        </p:spPr>
        <p:txBody>
          <a:bodyPr wrap="square" rtlCol="0">
            <a:spAutoFit/>
          </a:bodyPr>
          <a:lstStyle/>
          <a:p>
            <a:pPr algn="r"/>
            <a:r>
              <a:rPr lang="en-US" sz="1200" b="1" dirty="0">
                <a:solidFill>
                  <a:schemeClr val="accent1"/>
                </a:solidFill>
              </a:rPr>
              <a:t>Title Goes Here</a:t>
            </a:r>
            <a:endParaRPr lang="en-US" sz="1200" dirty="0">
              <a:solidFill>
                <a:schemeClr val="accent1"/>
              </a:solidFill>
            </a:endParaRPr>
          </a:p>
          <a:p>
            <a:pPr algn="r"/>
            <a:r>
              <a:rPr lang="en-US" sz="1000" dirty="0">
                <a:solidFill>
                  <a:schemeClr val="tx1">
                    <a:lumMod val="65000"/>
                    <a:lumOff val="35000"/>
                  </a:schemeClr>
                </a:solidFill>
              </a:rPr>
              <a:t>There are many variations of passages of Lorem Ipsum</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ppt_x"/>
                                          </p:val>
                                        </p:tav>
                                        <p:tav tm="100000">
                                          <p:val>
                                            <p:strVal val="#ppt_x"/>
                                          </p:val>
                                        </p:tav>
                                      </p:tavLst>
                                    </p:anim>
                                    <p:anim calcmode="lin" valueType="num">
                                      <p:cBhvr additive="base">
                                        <p:cTn id="13" dur="5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accel="50000" decel="50000"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ppt_x"/>
                                          </p:val>
                                        </p:tav>
                                        <p:tav tm="100000">
                                          <p:val>
                                            <p:strVal val="#ppt_x"/>
                                          </p:val>
                                        </p:tav>
                                      </p:tavLst>
                                    </p:anim>
                                    <p:anim calcmode="lin" valueType="num">
                                      <p:cBhvr additive="base">
                                        <p:cTn id="23" dur="50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accel="50000" decel="5000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500" fill="hold"/>
                                        <p:tgtEl>
                                          <p:spTgt spid="2"/>
                                        </p:tgtEl>
                                        <p:attrNameLst>
                                          <p:attrName>ppt_x</p:attrName>
                                        </p:attrNameLst>
                                      </p:cBhvr>
                                      <p:tavLst>
                                        <p:tav tm="0">
                                          <p:val>
                                            <p:strVal val="#ppt_x"/>
                                          </p:val>
                                        </p:tav>
                                        <p:tav tm="100000">
                                          <p:val>
                                            <p:strVal val="#ppt_x"/>
                                          </p:val>
                                        </p:tav>
                                      </p:tavLst>
                                    </p:anim>
                                    <p:anim calcmode="lin" valueType="num">
                                      <p:cBhvr additive="base">
                                        <p:cTn id="28" dur="500" fill="hold"/>
                                        <p:tgtEl>
                                          <p:spTgt spid="2"/>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53" presetClass="entr" presetSubtype="0" fill="hold" nodeType="after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p:cTn id="32" dur="500" fill="hold"/>
                                        <p:tgtEl>
                                          <p:spTgt spid="9"/>
                                        </p:tgtEl>
                                        <p:attrNameLst>
                                          <p:attrName>ppt_w</p:attrName>
                                        </p:attrNameLst>
                                      </p:cBhvr>
                                      <p:tavLst>
                                        <p:tav tm="0">
                                          <p:val>
                                            <p:fltVal val="0"/>
                                          </p:val>
                                        </p:tav>
                                        <p:tav tm="100000">
                                          <p:val>
                                            <p:strVal val="#ppt_w"/>
                                          </p:val>
                                        </p:tav>
                                      </p:tavLst>
                                    </p:anim>
                                    <p:anim calcmode="lin" valueType="num">
                                      <p:cBhvr>
                                        <p:cTn id="33" dur="500" fill="hold"/>
                                        <p:tgtEl>
                                          <p:spTgt spid="9"/>
                                        </p:tgtEl>
                                        <p:attrNameLst>
                                          <p:attrName>ppt_h</p:attrName>
                                        </p:attrNameLst>
                                      </p:cBhvr>
                                      <p:tavLst>
                                        <p:tav tm="0">
                                          <p:val>
                                            <p:fltVal val="0"/>
                                          </p:val>
                                        </p:tav>
                                        <p:tav tm="100000">
                                          <p:val>
                                            <p:strVal val="#ppt_h"/>
                                          </p:val>
                                        </p:tav>
                                      </p:tavLst>
                                    </p:anim>
                                    <p:animEffect transition="in" filter="fade">
                                      <p:cBhvr>
                                        <p:cTn id="34" dur="500"/>
                                        <p:tgtEl>
                                          <p:spTgt spid="9"/>
                                        </p:tgtEl>
                                      </p:cBhvr>
                                    </p:animEffect>
                                  </p:childTnLst>
                                </p:cTn>
                              </p:par>
                              <p:par>
                                <p:cTn id="35" presetID="2" presetClass="entr" presetSubtype="8" accel="50000" decel="50000" fill="hold" grpId="0" nodeType="with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additive="base">
                                        <p:cTn id="37" dur="500" fill="hold"/>
                                        <p:tgtEl>
                                          <p:spTgt spid="61"/>
                                        </p:tgtEl>
                                        <p:attrNameLst>
                                          <p:attrName>ppt_x</p:attrName>
                                        </p:attrNameLst>
                                      </p:cBhvr>
                                      <p:tavLst>
                                        <p:tav tm="0">
                                          <p:val>
                                            <p:strVal val="0-#ppt_w/2"/>
                                          </p:val>
                                        </p:tav>
                                        <p:tav tm="100000">
                                          <p:val>
                                            <p:strVal val="#ppt_x"/>
                                          </p:val>
                                        </p:tav>
                                      </p:tavLst>
                                    </p:anim>
                                    <p:anim calcmode="lin" valueType="num">
                                      <p:cBhvr additive="base">
                                        <p:cTn id="38" dur="500" fill="hold"/>
                                        <p:tgtEl>
                                          <p:spTgt spid="61"/>
                                        </p:tgtEl>
                                        <p:attrNameLst>
                                          <p:attrName>ppt_y</p:attrName>
                                        </p:attrNameLst>
                                      </p:cBhvr>
                                      <p:tavLst>
                                        <p:tav tm="0">
                                          <p:val>
                                            <p:strVal val="#ppt_y"/>
                                          </p:val>
                                        </p:tav>
                                        <p:tav tm="100000">
                                          <p:val>
                                            <p:strVal val="#ppt_y"/>
                                          </p:val>
                                        </p:tav>
                                      </p:tavLst>
                                    </p:anim>
                                  </p:childTnLst>
                                </p:cTn>
                              </p:par>
                            </p:childTnLst>
                          </p:cTn>
                        </p:par>
                        <p:par>
                          <p:cTn id="39" fill="hold">
                            <p:stCondLst>
                              <p:cond delay="3000"/>
                            </p:stCondLst>
                            <p:childTnLst>
                              <p:par>
                                <p:cTn id="40" presetID="53" presetClass="entr" presetSubtype="0"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p:cTn id="42" dur="500" fill="hold"/>
                                        <p:tgtEl>
                                          <p:spTgt spid="10"/>
                                        </p:tgtEl>
                                        <p:attrNameLst>
                                          <p:attrName>ppt_w</p:attrName>
                                        </p:attrNameLst>
                                      </p:cBhvr>
                                      <p:tavLst>
                                        <p:tav tm="0">
                                          <p:val>
                                            <p:fltVal val="0"/>
                                          </p:val>
                                        </p:tav>
                                        <p:tav tm="100000">
                                          <p:val>
                                            <p:strVal val="#ppt_w"/>
                                          </p:val>
                                        </p:tav>
                                      </p:tavLst>
                                    </p:anim>
                                    <p:anim calcmode="lin" valueType="num">
                                      <p:cBhvr>
                                        <p:cTn id="43" dur="500" fill="hold"/>
                                        <p:tgtEl>
                                          <p:spTgt spid="10"/>
                                        </p:tgtEl>
                                        <p:attrNameLst>
                                          <p:attrName>ppt_h</p:attrName>
                                        </p:attrNameLst>
                                      </p:cBhvr>
                                      <p:tavLst>
                                        <p:tav tm="0">
                                          <p:val>
                                            <p:fltVal val="0"/>
                                          </p:val>
                                        </p:tav>
                                        <p:tav tm="100000">
                                          <p:val>
                                            <p:strVal val="#ppt_h"/>
                                          </p:val>
                                        </p:tav>
                                      </p:tavLst>
                                    </p:anim>
                                    <p:animEffect transition="in" filter="fade">
                                      <p:cBhvr>
                                        <p:cTn id="44" dur="500"/>
                                        <p:tgtEl>
                                          <p:spTgt spid="10"/>
                                        </p:tgtEl>
                                      </p:cBhvr>
                                    </p:animEffect>
                                  </p:childTnLst>
                                </p:cTn>
                              </p:par>
                              <p:par>
                                <p:cTn id="45" presetID="2" presetClass="entr" presetSubtype="8" accel="50000" decel="50000" fill="hold" grpId="0" nodeType="withEffect">
                                  <p:stCondLst>
                                    <p:cond delay="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500" fill="hold"/>
                                        <p:tgtEl>
                                          <p:spTgt spid="60"/>
                                        </p:tgtEl>
                                        <p:attrNameLst>
                                          <p:attrName>ppt_x</p:attrName>
                                        </p:attrNameLst>
                                      </p:cBhvr>
                                      <p:tavLst>
                                        <p:tav tm="0">
                                          <p:val>
                                            <p:strVal val="0-#ppt_w/2"/>
                                          </p:val>
                                        </p:tav>
                                        <p:tav tm="100000">
                                          <p:val>
                                            <p:strVal val="#ppt_x"/>
                                          </p:val>
                                        </p:tav>
                                      </p:tavLst>
                                    </p:anim>
                                    <p:anim calcmode="lin" valueType="num">
                                      <p:cBhvr additive="base">
                                        <p:cTn id="48" dur="500" fill="hold"/>
                                        <p:tgtEl>
                                          <p:spTgt spid="60"/>
                                        </p:tgtEl>
                                        <p:attrNameLst>
                                          <p:attrName>ppt_y</p:attrName>
                                        </p:attrNameLst>
                                      </p:cBhvr>
                                      <p:tavLst>
                                        <p:tav tm="0">
                                          <p:val>
                                            <p:strVal val="#ppt_y"/>
                                          </p:val>
                                        </p:tav>
                                        <p:tav tm="100000">
                                          <p:val>
                                            <p:strVal val="#ppt_y"/>
                                          </p:val>
                                        </p:tav>
                                      </p:tavLst>
                                    </p:anim>
                                  </p:childTnLst>
                                </p:cTn>
                              </p:par>
                            </p:childTnLst>
                          </p:cTn>
                        </p:par>
                        <p:par>
                          <p:cTn id="49" fill="hold">
                            <p:stCondLst>
                              <p:cond delay="3500"/>
                            </p:stCondLst>
                            <p:childTnLst>
                              <p:par>
                                <p:cTn id="50" presetID="53" presetClass="entr" presetSubtype="0"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p:cTn id="52" dur="500" fill="hold"/>
                                        <p:tgtEl>
                                          <p:spTgt spid="11"/>
                                        </p:tgtEl>
                                        <p:attrNameLst>
                                          <p:attrName>ppt_w</p:attrName>
                                        </p:attrNameLst>
                                      </p:cBhvr>
                                      <p:tavLst>
                                        <p:tav tm="0">
                                          <p:val>
                                            <p:fltVal val="0"/>
                                          </p:val>
                                        </p:tav>
                                        <p:tav tm="100000">
                                          <p:val>
                                            <p:strVal val="#ppt_w"/>
                                          </p:val>
                                        </p:tav>
                                      </p:tavLst>
                                    </p:anim>
                                    <p:anim calcmode="lin" valueType="num">
                                      <p:cBhvr>
                                        <p:cTn id="53" dur="500" fill="hold"/>
                                        <p:tgtEl>
                                          <p:spTgt spid="11"/>
                                        </p:tgtEl>
                                        <p:attrNameLst>
                                          <p:attrName>ppt_h</p:attrName>
                                        </p:attrNameLst>
                                      </p:cBhvr>
                                      <p:tavLst>
                                        <p:tav tm="0">
                                          <p:val>
                                            <p:fltVal val="0"/>
                                          </p:val>
                                        </p:tav>
                                        <p:tav tm="100000">
                                          <p:val>
                                            <p:strVal val="#ppt_h"/>
                                          </p:val>
                                        </p:tav>
                                      </p:tavLst>
                                    </p:anim>
                                    <p:animEffect transition="in" filter="fade">
                                      <p:cBhvr>
                                        <p:cTn id="54" dur="500"/>
                                        <p:tgtEl>
                                          <p:spTgt spid="11"/>
                                        </p:tgtEl>
                                      </p:cBhvr>
                                    </p:animEffect>
                                  </p:childTnLst>
                                </p:cTn>
                              </p:par>
                              <p:par>
                                <p:cTn id="55" presetID="2" presetClass="entr" presetSubtype="2" accel="50000" decel="50000" fill="hold" grpId="0" nodeType="withEffect">
                                  <p:stCondLst>
                                    <p:cond delay="0"/>
                                  </p:stCondLst>
                                  <p:childTnLst>
                                    <p:set>
                                      <p:cBhvr>
                                        <p:cTn id="56" dur="1" fill="hold">
                                          <p:stCondLst>
                                            <p:cond delay="0"/>
                                          </p:stCondLst>
                                        </p:cTn>
                                        <p:tgtEl>
                                          <p:spTgt spid="58"/>
                                        </p:tgtEl>
                                        <p:attrNameLst>
                                          <p:attrName>style.visibility</p:attrName>
                                        </p:attrNameLst>
                                      </p:cBhvr>
                                      <p:to>
                                        <p:strVal val="visible"/>
                                      </p:to>
                                    </p:set>
                                    <p:anim calcmode="lin" valueType="num">
                                      <p:cBhvr additive="base">
                                        <p:cTn id="57" dur="500" fill="hold"/>
                                        <p:tgtEl>
                                          <p:spTgt spid="58"/>
                                        </p:tgtEl>
                                        <p:attrNameLst>
                                          <p:attrName>ppt_x</p:attrName>
                                        </p:attrNameLst>
                                      </p:cBhvr>
                                      <p:tavLst>
                                        <p:tav tm="0">
                                          <p:val>
                                            <p:strVal val="1+#ppt_w/2"/>
                                          </p:val>
                                        </p:tav>
                                        <p:tav tm="100000">
                                          <p:val>
                                            <p:strVal val="#ppt_x"/>
                                          </p:val>
                                        </p:tav>
                                      </p:tavLst>
                                    </p:anim>
                                    <p:anim calcmode="lin" valueType="num">
                                      <p:cBhvr additive="base">
                                        <p:cTn id="58" dur="500" fill="hold"/>
                                        <p:tgtEl>
                                          <p:spTgt spid="58"/>
                                        </p:tgtEl>
                                        <p:attrNameLst>
                                          <p:attrName>ppt_y</p:attrName>
                                        </p:attrNameLst>
                                      </p:cBhvr>
                                      <p:tavLst>
                                        <p:tav tm="0">
                                          <p:val>
                                            <p:strVal val="#ppt_y"/>
                                          </p:val>
                                        </p:tav>
                                        <p:tav tm="100000">
                                          <p:val>
                                            <p:strVal val="#ppt_y"/>
                                          </p:val>
                                        </p:tav>
                                      </p:tavLst>
                                    </p:anim>
                                  </p:childTnLst>
                                </p:cTn>
                              </p:par>
                            </p:childTnLst>
                          </p:cTn>
                        </p:par>
                        <p:par>
                          <p:cTn id="59" fill="hold">
                            <p:stCondLst>
                              <p:cond delay="4000"/>
                            </p:stCondLst>
                            <p:childTnLst>
                              <p:par>
                                <p:cTn id="60" presetID="53" presetClass="entr" presetSubtype="0" fill="hold" nodeType="after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500" fill="hold"/>
                                        <p:tgtEl>
                                          <p:spTgt spid="12"/>
                                        </p:tgtEl>
                                        <p:attrNameLst>
                                          <p:attrName>ppt_w</p:attrName>
                                        </p:attrNameLst>
                                      </p:cBhvr>
                                      <p:tavLst>
                                        <p:tav tm="0">
                                          <p:val>
                                            <p:fltVal val="0"/>
                                          </p:val>
                                        </p:tav>
                                        <p:tav tm="100000">
                                          <p:val>
                                            <p:strVal val="#ppt_w"/>
                                          </p:val>
                                        </p:tav>
                                      </p:tavLst>
                                    </p:anim>
                                    <p:anim calcmode="lin" valueType="num">
                                      <p:cBhvr>
                                        <p:cTn id="63" dur="500" fill="hold"/>
                                        <p:tgtEl>
                                          <p:spTgt spid="12"/>
                                        </p:tgtEl>
                                        <p:attrNameLst>
                                          <p:attrName>ppt_h</p:attrName>
                                        </p:attrNameLst>
                                      </p:cBhvr>
                                      <p:tavLst>
                                        <p:tav tm="0">
                                          <p:val>
                                            <p:fltVal val="0"/>
                                          </p:val>
                                        </p:tav>
                                        <p:tav tm="100000">
                                          <p:val>
                                            <p:strVal val="#ppt_h"/>
                                          </p:val>
                                        </p:tav>
                                      </p:tavLst>
                                    </p:anim>
                                    <p:animEffect transition="in" filter="fade">
                                      <p:cBhvr>
                                        <p:cTn id="64" dur="500"/>
                                        <p:tgtEl>
                                          <p:spTgt spid="12"/>
                                        </p:tgtEl>
                                      </p:cBhvr>
                                    </p:animEffect>
                                  </p:childTnLst>
                                </p:cTn>
                              </p:par>
                              <p:par>
                                <p:cTn id="65" presetID="2" presetClass="entr" presetSubtype="2" accel="50000" decel="50000" fill="hold" grpId="0"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500" fill="hold"/>
                                        <p:tgtEl>
                                          <p:spTgt spid="36"/>
                                        </p:tgtEl>
                                        <p:attrNameLst>
                                          <p:attrName>ppt_x</p:attrName>
                                        </p:attrNameLst>
                                      </p:cBhvr>
                                      <p:tavLst>
                                        <p:tav tm="0">
                                          <p:val>
                                            <p:strVal val="1+#ppt_w/2"/>
                                          </p:val>
                                        </p:tav>
                                        <p:tav tm="100000">
                                          <p:val>
                                            <p:strVal val="#ppt_x"/>
                                          </p:val>
                                        </p:tav>
                                      </p:tavLst>
                                    </p:anim>
                                    <p:anim calcmode="lin" valueType="num">
                                      <p:cBhvr additive="base">
                                        <p:cTn id="68" dur="500" fill="hold"/>
                                        <p:tgtEl>
                                          <p:spTgt spid="36"/>
                                        </p:tgtEl>
                                        <p:attrNameLst>
                                          <p:attrName>ppt_y</p:attrName>
                                        </p:attrNameLst>
                                      </p:cBhvr>
                                      <p:tavLst>
                                        <p:tav tm="0">
                                          <p:val>
                                            <p:strVal val="#ppt_y"/>
                                          </p:val>
                                        </p:tav>
                                        <p:tav tm="100000">
                                          <p:val>
                                            <p:strVal val="#ppt_y"/>
                                          </p:val>
                                        </p:tav>
                                      </p:tavLst>
                                    </p:anim>
                                  </p:childTnLst>
                                </p:cTn>
                              </p:par>
                            </p:childTnLst>
                          </p:cTn>
                        </p:par>
                        <p:par>
                          <p:cTn id="69" fill="hold">
                            <p:stCondLst>
                              <p:cond delay="4500"/>
                            </p:stCondLst>
                            <p:childTnLst>
                              <p:par>
                                <p:cTn id="70" presetID="53" presetClass="entr" presetSubtype="0" fill="hold" nodeType="afterEffect">
                                  <p:stCondLst>
                                    <p:cond delay="0"/>
                                  </p:stCondLst>
                                  <p:childTnLst>
                                    <p:set>
                                      <p:cBhvr>
                                        <p:cTn id="71" dur="1" fill="hold">
                                          <p:stCondLst>
                                            <p:cond delay="0"/>
                                          </p:stCondLst>
                                        </p:cTn>
                                        <p:tgtEl>
                                          <p:spTgt spid="13"/>
                                        </p:tgtEl>
                                        <p:attrNameLst>
                                          <p:attrName>style.visibility</p:attrName>
                                        </p:attrNameLst>
                                      </p:cBhvr>
                                      <p:to>
                                        <p:strVal val="visible"/>
                                      </p:to>
                                    </p:set>
                                    <p:anim calcmode="lin" valueType="num">
                                      <p:cBhvr>
                                        <p:cTn id="72" dur="500" fill="hold"/>
                                        <p:tgtEl>
                                          <p:spTgt spid="13"/>
                                        </p:tgtEl>
                                        <p:attrNameLst>
                                          <p:attrName>ppt_w</p:attrName>
                                        </p:attrNameLst>
                                      </p:cBhvr>
                                      <p:tavLst>
                                        <p:tav tm="0">
                                          <p:val>
                                            <p:fltVal val="0"/>
                                          </p:val>
                                        </p:tav>
                                        <p:tav tm="100000">
                                          <p:val>
                                            <p:strVal val="#ppt_w"/>
                                          </p:val>
                                        </p:tav>
                                      </p:tavLst>
                                    </p:anim>
                                    <p:anim calcmode="lin" valueType="num">
                                      <p:cBhvr>
                                        <p:cTn id="73" dur="500" fill="hold"/>
                                        <p:tgtEl>
                                          <p:spTgt spid="13"/>
                                        </p:tgtEl>
                                        <p:attrNameLst>
                                          <p:attrName>ppt_h</p:attrName>
                                        </p:attrNameLst>
                                      </p:cBhvr>
                                      <p:tavLst>
                                        <p:tav tm="0">
                                          <p:val>
                                            <p:fltVal val="0"/>
                                          </p:val>
                                        </p:tav>
                                        <p:tav tm="100000">
                                          <p:val>
                                            <p:strVal val="#ppt_h"/>
                                          </p:val>
                                        </p:tav>
                                      </p:tavLst>
                                    </p:anim>
                                    <p:animEffect transition="in" filter="fade">
                                      <p:cBhvr>
                                        <p:cTn id="74" dur="500"/>
                                        <p:tgtEl>
                                          <p:spTgt spid="13"/>
                                        </p:tgtEl>
                                      </p:cBhvr>
                                    </p:animEffect>
                                  </p:childTnLst>
                                </p:cTn>
                              </p:par>
                              <p:par>
                                <p:cTn id="75" presetID="2" presetClass="entr" presetSubtype="2" accel="50000" decel="50000" fill="hold" grpId="0" nodeType="withEffect">
                                  <p:stCondLst>
                                    <p:cond delay="0"/>
                                  </p:stCondLst>
                                  <p:childTnLst>
                                    <p:set>
                                      <p:cBhvr>
                                        <p:cTn id="76" dur="1" fill="hold">
                                          <p:stCondLst>
                                            <p:cond delay="0"/>
                                          </p:stCondLst>
                                        </p:cTn>
                                        <p:tgtEl>
                                          <p:spTgt spid="59"/>
                                        </p:tgtEl>
                                        <p:attrNameLst>
                                          <p:attrName>style.visibility</p:attrName>
                                        </p:attrNameLst>
                                      </p:cBhvr>
                                      <p:to>
                                        <p:strVal val="visible"/>
                                      </p:to>
                                    </p:set>
                                    <p:anim calcmode="lin" valueType="num">
                                      <p:cBhvr additive="base">
                                        <p:cTn id="77" dur="500" fill="hold"/>
                                        <p:tgtEl>
                                          <p:spTgt spid="59"/>
                                        </p:tgtEl>
                                        <p:attrNameLst>
                                          <p:attrName>ppt_x</p:attrName>
                                        </p:attrNameLst>
                                      </p:cBhvr>
                                      <p:tavLst>
                                        <p:tav tm="0">
                                          <p:val>
                                            <p:strVal val="1+#ppt_w/2"/>
                                          </p:val>
                                        </p:tav>
                                        <p:tav tm="100000">
                                          <p:val>
                                            <p:strVal val="#ppt_x"/>
                                          </p:val>
                                        </p:tav>
                                      </p:tavLst>
                                    </p:anim>
                                    <p:anim calcmode="lin" valueType="num">
                                      <p:cBhvr additive="base">
                                        <p:cTn id="78" dur="500" fill="hold"/>
                                        <p:tgtEl>
                                          <p:spTgt spid="5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58" grpId="0"/>
      <p:bldP spid="59" grpId="0"/>
      <p:bldP spid="60" grpId="0"/>
      <p:bldP spid="61"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Silhouettes Infographic</a:t>
            </a:r>
            <a:endParaRPr lang="en-US" dirty="0"/>
          </a:p>
        </p:txBody>
      </p:sp>
      <p:sp>
        <p:nvSpPr>
          <p:cNvPr id="45" name="Text Placeholder 44"/>
          <p:cNvSpPr>
            <a:spLocks noGrp="1"/>
          </p:cNvSpPr>
          <p:nvPr>
            <p:ph type="body" sz="half" idx="2"/>
          </p:nvPr>
        </p:nvSpPr>
        <p:spPr/>
        <p:txBody>
          <a:bodyPr/>
          <a:lstStyle/>
          <a:p>
            <a:r>
              <a:rPr lang="en-US"/>
              <a:t>Silhouettes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273</a:t>
            </a:fld>
            <a:endParaRPr lang="en-US" dirty="0"/>
          </a:p>
        </p:txBody>
      </p:sp>
      <p:sp>
        <p:nvSpPr>
          <p:cNvPr id="63" name="Can 62"/>
          <p:cNvSpPr/>
          <p:nvPr/>
        </p:nvSpPr>
        <p:spPr>
          <a:xfrm>
            <a:off x="1324584" y="3341650"/>
            <a:ext cx="6553200" cy="526177"/>
          </a:xfrm>
          <a:prstGeom prst="can">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Can 61"/>
          <p:cNvSpPr/>
          <p:nvPr/>
        </p:nvSpPr>
        <p:spPr>
          <a:xfrm>
            <a:off x="2080722" y="3126396"/>
            <a:ext cx="5040923" cy="430509"/>
          </a:xfrm>
          <a:prstGeom prst="can">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Can 59"/>
          <p:cNvSpPr/>
          <p:nvPr/>
        </p:nvSpPr>
        <p:spPr>
          <a:xfrm>
            <a:off x="3466976" y="2863307"/>
            <a:ext cx="2268415" cy="406591"/>
          </a:xfrm>
          <a:prstGeom prst="can">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34"/>
          <p:cNvGrpSpPr/>
          <p:nvPr/>
        </p:nvGrpSpPr>
        <p:grpSpPr>
          <a:xfrm>
            <a:off x="7218925" y="2073430"/>
            <a:ext cx="589388" cy="1414734"/>
            <a:chOff x="5686426" y="2062163"/>
            <a:chExt cx="915988" cy="2198687"/>
          </a:xfrm>
          <a:solidFill>
            <a:schemeClr val="accent6"/>
          </a:solidFill>
        </p:grpSpPr>
        <p:sp>
          <p:nvSpPr>
            <p:cNvPr id="66" name="Freeform 6"/>
            <p:cNvSpPr>
              <a:spLocks noEditPoints="1"/>
            </p:cNvSpPr>
            <p:nvPr/>
          </p:nvSpPr>
          <p:spPr bwMode="auto">
            <a:xfrm>
              <a:off x="5686426" y="2062163"/>
              <a:ext cx="915988" cy="2198687"/>
            </a:xfrm>
            <a:custGeom>
              <a:avLst/>
              <a:gdLst/>
              <a:ahLst/>
              <a:cxnLst>
                <a:cxn ang="0">
                  <a:pos x="334" y="194"/>
                </a:cxn>
                <a:cxn ang="0">
                  <a:pos x="373" y="371"/>
                </a:cxn>
                <a:cxn ang="0">
                  <a:pos x="321" y="443"/>
                </a:cxn>
                <a:cxn ang="0">
                  <a:pos x="320" y="350"/>
                </a:cxn>
                <a:cxn ang="0">
                  <a:pos x="320" y="320"/>
                </a:cxn>
                <a:cxn ang="0">
                  <a:pos x="234" y="7"/>
                </a:cxn>
                <a:cxn ang="0">
                  <a:pos x="258" y="27"/>
                </a:cxn>
                <a:cxn ang="0">
                  <a:pos x="265" y="80"/>
                </a:cxn>
                <a:cxn ang="0">
                  <a:pos x="254" y="101"/>
                </a:cxn>
                <a:cxn ang="0">
                  <a:pos x="252" y="134"/>
                </a:cxn>
                <a:cxn ang="0">
                  <a:pos x="302" y="163"/>
                </a:cxn>
                <a:cxn ang="0">
                  <a:pos x="320" y="320"/>
                </a:cxn>
                <a:cxn ang="0">
                  <a:pos x="313" y="370"/>
                </a:cxn>
                <a:cxn ang="0">
                  <a:pos x="320" y="443"/>
                </a:cxn>
                <a:cxn ang="0">
                  <a:pos x="305" y="457"/>
                </a:cxn>
                <a:cxn ang="0">
                  <a:pos x="284" y="513"/>
                </a:cxn>
                <a:cxn ang="0">
                  <a:pos x="256" y="715"/>
                </a:cxn>
                <a:cxn ang="0">
                  <a:pos x="236" y="827"/>
                </a:cxn>
                <a:cxn ang="0">
                  <a:pos x="245" y="876"/>
                </a:cxn>
                <a:cxn ang="0">
                  <a:pos x="236" y="910"/>
                </a:cxn>
                <a:cxn ang="0">
                  <a:pos x="194" y="897"/>
                </a:cxn>
                <a:cxn ang="0">
                  <a:pos x="196" y="861"/>
                </a:cxn>
                <a:cxn ang="0">
                  <a:pos x="193" y="820"/>
                </a:cxn>
                <a:cxn ang="0">
                  <a:pos x="194" y="748"/>
                </a:cxn>
                <a:cxn ang="0">
                  <a:pos x="201" y="684"/>
                </a:cxn>
                <a:cxn ang="0">
                  <a:pos x="197" y="595"/>
                </a:cxn>
                <a:cxn ang="0">
                  <a:pos x="177" y="562"/>
                </a:cxn>
                <a:cxn ang="0">
                  <a:pos x="112" y="808"/>
                </a:cxn>
                <a:cxn ang="0">
                  <a:pos x="115" y="334"/>
                </a:cxn>
                <a:cxn ang="0">
                  <a:pos x="112" y="311"/>
                </a:cxn>
                <a:cxn ang="0">
                  <a:pos x="135" y="154"/>
                </a:cxn>
                <a:cxn ang="0">
                  <a:pos x="193" y="131"/>
                </a:cxn>
                <a:cxn ang="0">
                  <a:pos x="184" y="94"/>
                </a:cxn>
                <a:cxn ang="0">
                  <a:pos x="188" y="49"/>
                </a:cxn>
                <a:cxn ang="0">
                  <a:pos x="205" y="15"/>
                </a:cxn>
                <a:cxn ang="0">
                  <a:pos x="234" y="7"/>
                </a:cxn>
                <a:cxn ang="0">
                  <a:pos x="109" y="819"/>
                </a:cxn>
                <a:cxn ang="0">
                  <a:pos x="93" y="884"/>
                </a:cxn>
                <a:cxn ang="0">
                  <a:pos x="70" y="893"/>
                </a:cxn>
                <a:cxn ang="0">
                  <a:pos x="0" y="914"/>
                </a:cxn>
                <a:cxn ang="0">
                  <a:pos x="35" y="867"/>
                </a:cxn>
                <a:cxn ang="0">
                  <a:pos x="53" y="783"/>
                </a:cxn>
                <a:cxn ang="0">
                  <a:pos x="96" y="558"/>
                </a:cxn>
                <a:cxn ang="0">
                  <a:pos x="109" y="471"/>
                </a:cxn>
                <a:cxn ang="0">
                  <a:pos x="94" y="461"/>
                </a:cxn>
                <a:cxn ang="0">
                  <a:pos x="89" y="434"/>
                </a:cxn>
                <a:cxn ang="0">
                  <a:pos x="59" y="348"/>
                </a:cxn>
                <a:cxn ang="0">
                  <a:pos x="80" y="243"/>
                </a:cxn>
                <a:cxn ang="0">
                  <a:pos x="104" y="169"/>
                </a:cxn>
                <a:cxn ang="0">
                  <a:pos x="112" y="311"/>
                </a:cxn>
                <a:cxn ang="0">
                  <a:pos x="106" y="332"/>
                </a:cxn>
                <a:cxn ang="0">
                  <a:pos x="112" y="362"/>
                </a:cxn>
              </a:cxnLst>
              <a:rect l="0" t="0" r="r" b="b"/>
              <a:pathLst>
                <a:path w="384" h="922">
                  <a:moveTo>
                    <a:pt x="320" y="171"/>
                  </a:moveTo>
                  <a:cubicBezTo>
                    <a:pt x="327" y="175"/>
                    <a:pt x="332" y="182"/>
                    <a:pt x="334" y="194"/>
                  </a:cubicBezTo>
                  <a:cubicBezTo>
                    <a:pt x="338" y="215"/>
                    <a:pt x="360" y="287"/>
                    <a:pt x="371" y="307"/>
                  </a:cubicBezTo>
                  <a:cubicBezTo>
                    <a:pt x="382" y="327"/>
                    <a:pt x="384" y="354"/>
                    <a:pt x="373" y="371"/>
                  </a:cubicBezTo>
                  <a:cubicBezTo>
                    <a:pt x="362" y="387"/>
                    <a:pt x="336" y="428"/>
                    <a:pt x="332" y="434"/>
                  </a:cubicBezTo>
                  <a:cubicBezTo>
                    <a:pt x="328" y="440"/>
                    <a:pt x="327" y="444"/>
                    <a:pt x="321" y="443"/>
                  </a:cubicBezTo>
                  <a:cubicBezTo>
                    <a:pt x="321" y="443"/>
                    <a:pt x="321" y="443"/>
                    <a:pt x="320" y="443"/>
                  </a:cubicBezTo>
                  <a:cubicBezTo>
                    <a:pt x="320" y="350"/>
                    <a:pt x="320" y="350"/>
                    <a:pt x="320" y="350"/>
                  </a:cubicBezTo>
                  <a:cubicBezTo>
                    <a:pt x="325" y="342"/>
                    <a:pt x="331" y="335"/>
                    <a:pt x="329" y="331"/>
                  </a:cubicBezTo>
                  <a:cubicBezTo>
                    <a:pt x="325" y="325"/>
                    <a:pt x="323" y="324"/>
                    <a:pt x="320" y="320"/>
                  </a:cubicBezTo>
                  <a:lnTo>
                    <a:pt x="320" y="171"/>
                  </a:lnTo>
                  <a:close/>
                  <a:moveTo>
                    <a:pt x="234" y="7"/>
                  </a:moveTo>
                  <a:cubicBezTo>
                    <a:pt x="239" y="11"/>
                    <a:pt x="245" y="19"/>
                    <a:pt x="250" y="16"/>
                  </a:cubicBezTo>
                  <a:cubicBezTo>
                    <a:pt x="254" y="14"/>
                    <a:pt x="253" y="27"/>
                    <a:pt x="258" y="27"/>
                  </a:cubicBezTo>
                  <a:cubicBezTo>
                    <a:pt x="264" y="27"/>
                    <a:pt x="270" y="45"/>
                    <a:pt x="269" y="55"/>
                  </a:cubicBezTo>
                  <a:cubicBezTo>
                    <a:pt x="269" y="65"/>
                    <a:pt x="266" y="76"/>
                    <a:pt x="265" y="80"/>
                  </a:cubicBezTo>
                  <a:cubicBezTo>
                    <a:pt x="265" y="84"/>
                    <a:pt x="263" y="100"/>
                    <a:pt x="259" y="100"/>
                  </a:cubicBezTo>
                  <a:cubicBezTo>
                    <a:pt x="256" y="100"/>
                    <a:pt x="254" y="101"/>
                    <a:pt x="254" y="101"/>
                  </a:cubicBezTo>
                  <a:cubicBezTo>
                    <a:pt x="254" y="101"/>
                    <a:pt x="250" y="114"/>
                    <a:pt x="250" y="124"/>
                  </a:cubicBezTo>
                  <a:cubicBezTo>
                    <a:pt x="250" y="134"/>
                    <a:pt x="252" y="134"/>
                    <a:pt x="252" y="134"/>
                  </a:cubicBezTo>
                  <a:cubicBezTo>
                    <a:pt x="258" y="143"/>
                    <a:pt x="258" y="143"/>
                    <a:pt x="258" y="143"/>
                  </a:cubicBezTo>
                  <a:cubicBezTo>
                    <a:pt x="258" y="143"/>
                    <a:pt x="288" y="159"/>
                    <a:pt x="302" y="163"/>
                  </a:cubicBezTo>
                  <a:cubicBezTo>
                    <a:pt x="308" y="165"/>
                    <a:pt x="315" y="167"/>
                    <a:pt x="320" y="171"/>
                  </a:cubicBezTo>
                  <a:cubicBezTo>
                    <a:pt x="320" y="320"/>
                    <a:pt x="320" y="320"/>
                    <a:pt x="320" y="320"/>
                  </a:cubicBezTo>
                  <a:cubicBezTo>
                    <a:pt x="318" y="317"/>
                    <a:pt x="317" y="312"/>
                    <a:pt x="315" y="303"/>
                  </a:cubicBezTo>
                  <a:cubicBezTo>
                    <a:pt x="315" y="323"/>
                    <a:pt x="308" y="351"/>
                    <a:pt x="313" y="370"/>
                  </a:cubicBezTo>
                  <a:cubicBezTo>
                    <a:pt x="312" y="363"/>
                    <a:pt x="316" y="356"/>
                    <a:pt x="320" y="350"/>
                  </a:cubicBezTo>
                  <a:cubicBezTo>
                    <a:pt x="320" y="443"/>
                    <a:pt x="320" y="443"/>
                    <a:pt x="320" y="443"/>
                  </a:cubicBezTo>
                  <a:cubicBezTo>
                    <a:pt x="315" y="442"/>
                    <a:pt x="312" y="443"/>
                    <a:pt x="312" y="443"/>
                  </a:cubicBezTo>
                  <a:cubicBezTo>
                    <a:pt x="312" y="443"/>
                    <a:pt x="309" y="454"/>
                    <a:pt x="305" y="457"/>
                  </a:cubicBezTo>
                  <a:cubicBezTo>
                    <a:pt x="300" y="460"/>
                    <a:pt x="294" y="471"/>
                    <a:pt x="293" y="467"/>
                  </a:cubicBezTo>
                  <a:cubicBezTo>
                    <a:pt x="292" y="464"/>
                    <a:pt x="288" y="496"/>
                    <a:pt x="284" y="513"/>
                  </a:cubicBezTo>
                  <a:cubicBezTo>
                    <a:pt x="280" y="530"/>
                    <a:pt x="262" y="651"/>
                    <a:pt x="262" y="668"/>
                  </a:cubicBezTo>
                  <a:cubicBezTo>
                    <a:pt x="262" y="685"/>
                    <a:pt x="255" y="703"/>
                    <a:pt x="256" y="715"/>
                  </a:cubicBezTo>
                  <a:cubicBezTo>
                    <a:pt x="256" y="728"/>
                    <a:pt x="253" y="760"/>
                    <a:pt x="253" y="778"/>
                  </a:cubicBezTo>
                  <a:cubicBezTo>
                    <a:pt x="252" y="796"/>
                    <a:pt x="236" y="814"/>
                    <a:pt x="236" y="827"/>
                  </a:cubicBezTo>
                  <a:cubicBezTo>
                    <a:pt x="236" y="840"/>
                    <a:pt x="240" y="846"/>
                    <a:pt x="238" y="854"/>
                  </a:cubicBezTo>
                  <a:cubicBezTo>
                    <a:pt x="236" y="862"/>
                    <a:pt x="236" y="867"/>
                    <a:pt x="245" y="876"/>
                  </a:cubicBezTo>
                  <a:cubicBezTo>
                    <a:pt x="253" y="885"/>
                    <a:pt x="256" y="893"/>
                    <a:pt x="256" y="900"/>
                  </a:cubicBezTo>
                  <a:cubicBezTo>
                    <a:pt x="255" y="907"/>
                    <a:pt x="253" y="910"/>
                    <a:pt x="236" y="910"/>
                  </a:cubicBezTo>
                  <a:cubicBezTo>
                    <a:pt x="220" y="911"/>
                    <a:pt x="204" y="906"/>
                    <a:pt x="204" y="902"/>
                  </a:cubicBezTo>
                  <a:cubicBezTo>
                    <a:pt x="204" y="898"/>
                    <a:pt x="199" y="897"/>
                    <a:pt x="194" y="897"/>
                  </a:cubicBezTo>
                  <a:cubicBezTo>
                    <a:pt x="189" y="897"/>
                    <a:pt x="190" y="892"/>
                    <a:pt x="192" y="882"/>
                  </a:cubicBezTo>
                  <a:cubicBezTo>
                    <a:pt x="194" y="873"/>
                    <a:pt x="201" y="859"/>
                    <a:pt x="196" y="861"/>
                  </a:cubicBezTo>
                  <a:cubicBezTo>
                    <a:pt x="192" y="862"/>
                    <a:pt x="189" y="859"/>
                    <a:pt x="189" y="846"/>
                  </a:cubicBezTo>
                  <a:cubicBezTo>
                    <a:pt x="189" y="832"/>
                    <a:pt x="187" y="828"/>
                    <a:pt x="193" y="820"/>
                  </a:cubicBezTo>
                  <a:cubicBezTo>
                    <a:pt x="199" y="811"/>
                    <a:pt x="198" y="796"/>
                    <a:pt x="196" y="784"/>
                  </a:cubicBezTo>
                  <a:cubicBezTo>
                    <a:pt x="195" y="772"/>
                    <a:pt x="191" y="763"/>
                    <a:pt x="194" y="748"/>
                  </a:cubicBezTo>
                  <a:cubicBezTo>
                    <a:pt x="198" y="733"/>
                    <a:pt x="199" y="714"/>
                    <a:pt x="196" y="706"/>
                  </a:cubicBezTo>
                  <a:cubicBezTo>
                    <a:pt x="194" y="699"/>
                    <a:pt x="196" y="690"/>
                    <a:pt x="201" y="684"/>
                  </a:cubicBezTo>
                  <a:cubicBezTo>
                    <a:pt x="207" y="678"/>
                    <a:pt x="199" y="667"/>
                    <a:pt x="199" y="660"/>
                  </a:cubicBezTo>
                  <a:cubicBezTo>
                    <a:pt x="199" y="653"/>
                    <a:pt x="201" y="624"/>
                    <a:pt x="197" y="595"/>
                  </a:cubicBezTo>
                  <a:cubicBezTo>
                    <a:pt x="194" y="566"/>
                    <a:pt x="193" y="544"/>
                    <a:pt x="192" y="537"/>
                  </a:cubicBezTo>
                  <a:cubicBezTo>
                    <a:pt x="192" y="529"/>
                    <a:pt x="188" y="533"/>
                    <a:pt x="177" y="562"/>
                  </a:cubicBezTo>
                  <a:cubicBezTo>
                    <a:pt x="167" y="590"/>
                    <a:pt x="141" y="680"/>
                    <a:pt x="136" y="700"/>
                  </a:cubicBezTo>
                  <a:cubicBezTo>
                    <a:pt x="132" y="717"/>
                    <a:pt x="118" y="780"/>
                    <a:pt x="112" y="808"/>
                  </a:cubicBezTo>
                  <a:cubicBezTo>
                    <a:pt x="112" y="362"/>
                    <a:pt x="112" y="362"/>
                    <a:pt x="112" y="362"/>
                  </a:cubicBezTo>
                  <a:cubicBezTo>
                    <a:pt x="113" y="360"/>
                    <a:pt x="112" y="345"/>
                    <a:pt x="115" y="334"/>
                  </a:cubicBezTo>
                  <a:cubicBezTo>
                    <a:pt x="120" y="321"/>
                    <a:pt x="121" y="303"/>
                    <a:pt x="122" y="282"/>
                  </a:cubicBezTo>
                  <a:cubicBezTo>
                    <a:pt x="122" y="282"/>
                    <a:pt x="117" y="300"/>
                    <a:pt x="112" y="311"/>
                  </a:cubicBezTo>
                  <a:cubicBezTo>
                    <a:pt x="112" y="159"/>
                    <a:pt x="112" y="159"/>
                    <a:pt x="112" y="159"/>
                  </a:cubicBezTo>
                  <a:cubicBezTo>
                    <a:pt x="116" y="157"/>
                    <a:pt x="124" y="155"/>
                    <a:pt x="135" y="154"/>
                  </a:cubicBezTo>
                  <a:cubicBezTo>
                    <a:pt x="160" y="151"/>
                    <a:pt x="179" y="144"/>
                    <a:pt x="185" y="139"/>
                  </a:cubicBezTo>
                  <a:cubicBezTo>
                    <a:pt x="188" y="136"/>
                    <a:pt x="191" y="134"/>
                    <a:pt x="193" y="131"/>
                  </a:cubicBezTo>
                  <a:cubicBezTo>
                    <a:pt x="195" y="129"/>
                    <a:pt x="198" y="126"/>
                    <a:pt x="195" y="126"/>
                  </a:cubicBezTo>
                  <a:cubicBezTo>
                    <a:pt x="188" y="125"/>
                    <a:pt x="187" y="101"/>
                    <a:pt x="184" y="94"/>
                  </a:cubicBezTo>
                  <a:cubicBezTo>
                    <a:pt x="181" y="86"/>
                    <a:pt x="182" y="81"/>
                    <a:pt x="184" y="75"/>
                  </a:cubicBezTo>
                  <a:cubicBezTo>
                    <a:pt x="186" y="69"/>
                    <a:pt x="182" y="59"/>
                    <a:pt x="188" y="49"/>
                  </a:cubicBezTo>
                  <a:cubicBezTo>
                    <a:pt x="193" y="39"/>
                    <a:pt x="186" y="26"/>
                    <a:pt x="193" y="25"/>
                  </a:cubicBezTo>
                  <a:cubicBezTo>
                    <a:pt x="201" y="24"/>
                    <a:pt x="198" y="15"/>
                    <a:pt x="205" y="15"/>
                  </a:cubicBezTo>
                  <a:cubicBezTo>
                    <a:pt x="213" y="15"/>
                    <a:pt x="214" y="4"/>
                    <a:pt x="221" y="8"/>
                  </a:cubicBezTo>
                  <a:cubicBezTo>
                    <a:pt x="229" y="11"/>
                    <a:pt x="229" y="0"/>
                    <a:pt x="234" y="7"/>
                  </a:cubicBezTo>
                  <a:close/>
                  <a:moveTo>
                    <a:pt x="112" y="808"/>
                  </a:moveTo>
                  <a:cubicBezTo>
                    <a:pt x="111" y="813"/>
                    <a:pt x="110" y="817"/>
                    <a:pt x="109" y="819"/>
                  </a:cubicBezTo>
                  <a:cubicBezTo>
                    <a:pt x="106" y="836"/>
                    <a:pt x="102" y="870"/>
                    <a:pt x="97" y="870"/>
                  </a:cubicBezTo>
                  <a:cubicBezTo>
                    <a:pt x="92" y="870"/>
                    <a:pt x="94" y="874"/>
                    <a:pt x="93" y="884"/>
                  </a:cubicBezTo>
                  <a:cubicBezTo>
                    <a:pt x="92" y="893"/>
                    <a:pt x="83" y="894"/>
                    <a:pt x="77" y="897"/>
                  </a:cubicBezTo>
                  <a:cubicBezTo>
                    <a:pt x="72" y="899"/>
                    <a:pt x="70" y="893"/>
                    <a:pt x="70" y="893"/>
                  </a:cubicBezTo>
                  <a:cubicBezTo>
                    <a:pt x="70" y="893"/>
                    <a:pt x="61" y="912"/>
                    <a:pt x="45" y="914"/>
                  </a:cubicBezTo>
                  <a:cubicBezTo>
                    <a:pt x="30" y="916"/>
                    <a:pt x="0" y="922"/>
                    <a:pt x="0" y="914"/>
                  </a:cubicBezTo>
                  <a:cubicBezTo>
                    <a:pt x="0" y="907"/>
                    <a:pt x="3" y="900"/>
                    <a:pt x="13" y="894"/>
                  </a:cubicBezTo>
                  <a:cubicBezTo>
                    <a:pt x="24" y="888"/>
                    <a:pt x="31" y="871"/>
                    <a:pt x="35" y="867"/>
                  </a:cubicBezTo>
                  <a:cubicBezTo>
                    <a:pt x="39" y="863"/>
                    <a:pt x="34" y="864"/>
                    <a:pt x="37" y="856"/>
                  </a:cubicBezTo>
                  <a:cubicBezTo>
                    <a:pt x="41" y="848"/>
                    <a:pt x="51" y="799"/>
                    <a:pt x="53" y="783"/>
                  </a:cubicBezTo>
                  <a:cubicBezTo>
                    <a:pt x="55" y="768"/>
                    <a:pt x="54" y="713"/>
                    <a:pt x="61" y="688"/>
                  </a:cubicBezTo>
                  <a:cubicBezTo>
                    <a:pt x="69" y="663"/>
                    <a:pt x="92" y="581"/>
                    <a:pt x="96" y="558"/>
                  </a:cubicBezTo>
                  <a:cubicBezTo>
                    <a:pt x="99" y="536"/>
                    <a:pt x="104" y="513"/>
                    <a:pt x="104" y="501"/>
                  </a:cubicBezTo>
                  <a:cubicBezTo>
                    <a:pt x="104" y="488"/>
                    <a:pt x="105" y="480"/>
                    <a:pt x="109" y="471"/>
                  </a:cubicBezTo>
                  <a:cubicBezTo>
                    <a:pt x="112" y="462"/>
                    <a:pt x="108" y="450"/>
                    <a:pt x="108" y="450"/>
                  </a:cubicBezTo>
                  <a:cubicBezTo>
                    <a:pt x="108" y="450"/>
                    <a:pt x="99" y="457"/>
                    <a:pt x="94" y="461"/>
                  </a:cubicBezTo>
                  <a:cubicBezTo>
                    <a:pt x="88" y="466"/>
                    <a:pt x="88" y="459"/>
                    <a:pt x="91" y="448"/>
                  </a:cubicBezTo>
                  <a:cubicBezTo>
                    <a:pt x="94" y="437"/>
                    <a:pt x="91" y="431"/>
                    <a:pt x="89" y="434"/>
                  </a:cubicBezTo>
                  <a:cubicBezTo>
                    <a:pt x="86" y="437"/>
                    <a:pt x="84" y="416"/>
                    <a:pt x="77" y="403"/>
                  </a:cubicBezTo>
                  <a:cubicBezTo>
                    <a:pt x="70" y="390"/>
                    <a:pt x="55" y="363"/>
                    <a:pt x="59" y="348"/>
                  </a:cubicBezTo>
                  <a:cubicBezTo>
                    <a:pt x="62" y="333"/>
                    <a:pt x="63" y="306"/>
                    <a:pt x="67" y="293"/>
                  </a:cubicBezTo>
                  <a:cubicBezTo>
                    <a:pt x="72" y="280"/>
                    <a:pt x="76" y="257"/>
                    <a:pt x="80" y="243"/>
                  </a:cubicBezTo>
                  <a:cubicBezTo>
                    <a:pt x="85" y="228"/>
                    <a:pt x="85" y="221"/>
                    <a:pt x="91" y="207"/>
                  </a:cubicBezTo>
                  <a:cubicBezTo>
                    <a:pt x="97" y="192"/>
                    <a:pt x="104" y="176"/>
                    <a:pt x="104" y="169"/>
                  </a:cubicBezTo>
                  <a:cubicBezTo>
                    <a:pt x="104" y="165"/>
                    <a:pt x="106" y="162"/>
                    <a:pt x="112" y="159"/>
                  </a:cubicBezTo>
                  <a:cubicBezTo>
                    <a:pt x="112" y="311"/>
                    <a:pt x="112" y="311"/>
                    <a:pt x="112" y="311"/>
                  </a:cubicBezTo>
                  <a:cubicBezTo>
                    <a:pt x="110" y="316"/>
                    <a:pt x="108" y="319"/>
                    <a:pt x="106" y="319"/>
                  </a:cubicBezTo>
                  <a:cubicBezTo>
                    <a:pt x="100" y="321"/>
                    <a:pt x="100" y="328"/>
                    <a:pt x="106" y="332"/>
                  </a:cubicBezTo>
                  <a:cubicBezTo>
                    <a:pt x="112" y="335"/>
                    <a:pt x="108" y="359"/>
                    <a:pt x="111" y="362"/>
                  </a:cubicBezTo>
                  <a:cubicBezTo>
                    <a:pt x="111" y="362"/>
                    <a:pt x="111" y="362"/>
                    <a:pt x="112" y="362"/>
                  </a:cubicBezTo>
                  <a:lnTo>
                    <a:pt x="112" y="8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7"/>
            <p:cNvSpPr>
              <a:spLocks/>
            </p:cNvSpPr>
            <p:nvPr/>
          </p:nvSpPr>
          <p:spPr bwMode="auto">
            <a:xfrm>
              <a:off x="6022976" y="2373313"/>
              <a:ext cx="327025" cy="635000"/>
            </a:xfrm>
            <a:custGeom>
              <a:avLst/>
              <a:gdLst/>
              <a:ahLst/>
              <a:cxnLst>
                <a:cxn ang="0">
                  <a:pos x="110" y="1"/>
                </a:cxn>
                <a:cxn ang="0">
                  <a:pos x="111" y="3"/>
                </a:cxn>
                <a:cxn ang="0">
                  <a:pos x="116" y="11"/>
                </a:cxn>
                <a:cxn ang="0">
                  <a:pos x="116" y="13"/>
                </a:cxn>
                <a:cxn ang="0">
                  <a:pos x="111" y="106"/>
                </a:cxn>
                <a:cxn ang="0">
                  <a:pos x="112" y="182"/>
                </a:cxn>
                <a:cxn ang="0">
                  <a:pos x="125" y="238"/>
                </a:cxn>
                <a:cxn ang="0">
                  <a:pos x="137" y="265"/>
                </a:cxn>
                <a:cxn ang="0">
                  <a:pos x="91" y="262"/>
                </a:cxn>
                <a:cxn ang="0">
                  <a:pos x="15" y="263"/>
                </a:cxn>
                <a:cxn ang="0">
                  <a:pos x="0" y="257"/>
                </a:cxn>
                <a:cxn ang="0">
                  <a:pos x="18" y="208"/>
                </a:cxn>
                <a:cxn ang="0">
                  <a:pos x="32" y="111"/>
                </a:cxn>
                <a:cxn ang="0">
                  <a:pos x="38" y="23"/>
                </a:cxn>
                <a:cxn ang="0">
                  <a:pos x="43" y="8"/>
                </a:cxn>
                <a:cxn ang="0">
                  <a:pos x="44" y="8"/>
                </a:cxn>
                <a:cxn ang="0">
                  <a:pos x="52" y="0"/>
                </a:cxn>
                <a:cxn ang="0">
                  <a:pos x="65" y="17"/>
                </a:cxn>
                <a:cxn ang="0">
                  <a:pos x="87" y="24"/>
                </a:cxn>
                <a:cxn ang="0">
                  <a:pos x="110" y="1"/>
                </a:cxn>
              </a:cxnLst>
              <a:rect l="0" t="0" r="r" b="b"/>
              <a:pathLst>
                <a:path w="137" h="266">
                  <a:moveTo>
                    <a:pt x="110" y="1"/>
                  </a:moveTo>
                  <a:cubicBezTo>
                    <a:pt x="110" y="3"/>
                    <a:pt x="111" y="3"/>
                    <a:pt x="111" y="3"/>
                  </a:cubicBezTo>
                  <a:cubicBezTo>
                    <a:pt x="116" y="11"/>
                    <a:pt x="116" y="11"/>
                    <a:pt x="116" y="11"/>
                  </a:cubicBezTo>
                  <a:cubicBezTo>
                    <a:pt x="116" y="12"/>
                    <a:pt x="116" y="12"/>
                    <a:pt x="116" y="13"/>
                  </a:cubicBezTo>
                  <a:cubicBezTo>
                    <a:pt x="114" y="27"/>
                    <a:pt x="111" y="74"/>
                    <a:pt x="111" y="106"/>
                  </a:cubicBezTo>
                  <a:cubicBezTo>
                    <a:pt x="111" y="139"/>
                    <a:pt x="107" y="156"/>
                    <a:pt x="112" y="182"/>
                  </a:cubicBezTo>
                  <a:cubicBezTo>
                    <a:pt x="117" y="208"/>
                    <a:pt x="118" y="223"/>
                    <a:pt x="125" y="238"/>
                  </a:cubicBezTo>
                  <a:cubicBezTo>
                    <a:pt x="132" y="254"/>
                    <a:pt x="137" y="265"/>
                    <a:pt x="137" y="265"/>
                  </a:cubicBezTo>
                  <a:cubicBezTo>
                    <a:pt x="137" y="265"/>
                    <a:pt x="114" y="262"/>
                    <a:pt x="91" y="262"/>
                  </a:cubicBezTo>
                  <a:cubicBezTo>
                    <a:pt x="67" y="262"/>
                    <a:pt x="24" y="266"/>
                    <a:pt x="15" y="263"/>
                  </a:cubicBezTo>
                  <a:cubicBezTo>
                    <a:pt x="6" y="261"/>
                    <a:pt x="0" y="257"/>
                    <a:pt x="0" y="257"/>
                  </a:cubicBezTo>
                  <a:cubicBezTo>
                    <a:pt x="0" y="257"/>
                    <a:pt x="11" y="234"/>
                    <a:pt x="18" y="208"/>
                  </a:cubicBezTo>
                  <a:cubicBezTo>
                    <a:pt x="25" y="182"/>
                    <a:pt x="32" y="146"/>
                    <a:pt x="32" y="111"/>
                  </a:cubicBezTo>
                  <a:cubicBezTo>
                    <a:pt x="32" y="75"/>
                    <a:pt x="31" y="41"/>
                    <a:pt x="38" y="23"/>
                  </a:cubicBezTo>
                  <a:cubicBezTo>
                    <a:pt x="40" y="17"/>
                    <a:pt x="42" y="12"/>
                    <a:pt x="43" y="8"/>
                  </a:cubicBezTo>
                  <a:cubicBezTo>
                    <a:pt x="44" y="8"/>
                    <a:pt x="42" y="9"/>
                    <a:pt x="44" y="8"/>
                  </a:cubicBezTo>
                  <a:cubicBezTo>
                    <a:pt x="46" y="6"/>
                    <a:pt x="50" y="3"/>
                    <a:pt x="52" y="0"/>
                  </a:cubicBezTo>
                  <a:cubicBezTo>
                    <a:pt x="56" y="5"/>
                    <a:pt x="58" y="8"/>
                    <a:pt x="65" y="17"/>
                  </a:cubicBezTo>
                  <a:cubicBezTo>
                    <a:pt x="73" y="26"/>
                    <a:pt x="74" y="33"/>
                    <a:pt x="87" y="24"/>
                  </a:cubicBezTo>
                  <a:cubicBezTo>
                    <a:pt x="96" y="18"/>
                    <a:pt x="103" y="9"/>
                    <a:pt x="1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8"/>
            <p:cNvSpPr>
              <a:spLocks/>
            </p:cNvSpPr>
            <p:nvPr/>
          </p:nvSpPr>
          <p:spPr bwMode="auto">
            <a:xfrm>
              <a:off x="6075363" y="2447925"/>
              <a:ext cx="157163" cy="627062"/>
            </a:xfrm>
            <a:custGeom>
              <a:avLst/>
              <a:gdLst/>
              <a:ahLst/>
              <a:cxnLst>
                <a:cxn ang="0">
                  <a:pos x="55" y="0"/>
                </a:cxn>
                <a:cxn ang="0">
                  <a:pos x="42" y="13"/>
                </a:cxn>
                <a:cxn ang="0">
                  <a:pos x="46" y="21"/>
                </a:cxn>
                <a:cxn ang="0">
                  <a:pos x="26" y="99"/>
                </a:cxn>
                <a:cxn ang="0">
                  <a:pos x="3" y="224"/>
                </a:cxn>
                <a:cxn ang="0">
                  <a:pos x="10" y="252"/>
                </a:cxn>
                <a:cxn ang="0">
                  <a:pos x="25" y="253"/>
                </a:cxn>
                <a:cxn ang="0">
                  <a:pos x="42" y="221"/>
                </a:cxn>
                <a:cxn ang="0">
                  <a:pos x="57" y="119"/>
                </a:cxn>
                <a:cxn ang="0">
                  <a:pos x="62" y="41"/>
                </a:cxn>
                <a:cxn ang="0">
                  <a:pos x="58" y="21"/>
                </a:cxn>
                <a:cxn ang="0">
                  <a:pos x="66" y="12"/>
                </a:cxn>
                <a:cxn ang="0">
                  <a:pos x="55" y="0"/>
                </a:cxn>
              </a:cxnLst>
              <a:rect l="0" t="0" r="r" b="b"/>
              <a:pathLst>
                <a:path w="66" h="263">
                  <a:moveTo>
                    <a:pt x="55" y="0"/>
                  </a:moveTo>
                  <a:cubicBezTo>
                    <a:pt x="42" y="13"/>
                    <a:pt x="42" y="13"/>
                    <a:pt x="42" y="13"/>
                  </a:cubicBezTo>
                  <a:cubicBezTo>
                    <a:pt x="42" y="13"/>
                    <a:pt x="49" y="15"/>
                    <a:pt x="46" y="21"/>
                  </a:cubicBezTo>
                  <a:cubicBezTo>
                    <a:pt x="44" y="26"/>
                    <a:pt x="35" y="58"/>
                    <a:pt x="26" y="99"/>
                  </a:cubicBezTo>
                  <a:cubicBezTo>
                    <a:pt x="17" y="141"/>
                    <a:pt x="5" y="214"/>
                    <a:pt x="3" y="224"/>
                  </a:cubicBezTo>
                  <a:cubicBezTo>
                    <a:pt x="0" y="234"/>
                    <a:pt x="3" y="242"/>
                    <a:pt x="10" y="252"/>
                  </a:cubicBezTo>
                  <a:cubicBezTo>
                    <a:pt x="17" y="263"/>
                    <a:pt x="18" y="263"/>
                    <a:pt x="25" y="253"/>
                  </a:cubicBezTo>
                  <a:cubicBezTo>
                    <a:pt x="32" y="244"/>
                    <a:pt x="37" y="248"/>
                    <a:pt x="42" y="221"/>
                  </a:cubicBezTo>
                  <a:cubicBezTo>
                    <a:pt x="46" y="195"/>
                    <a:pt x="53" y="143"/>
                    <a:pt x="57" y="119"/>
                  </a:cubicBezTo>
                  <a:cubicBezTo>
                    <a:pt x="61" y="96"/>
                    <a:pt x="65" y="51"/>
                    <a:pt x="62" y="41"/>
                  </a:cubicBezTo>
                  <a:cubicBezTo>
                    <a:pt x="59" y="31"/>
                    <a:pt x="57" y="25"/>
                    <a:pt x="58" y="21"/>
                  </a:cubicBezTo>
                  <a:cubicBezTo>
                    <a:pt x="59" y="16"/>
                    <a:pt x="66" y="12"/>
                    <a:pt x="66" y="12"/>
                  </a:cubicBezTo>
                  <a:cubicBezTo>
                    <a:pt x="66" y="12"/>
                    <a:pt x="61" y="3"/>
                    <a:pt x="55" y="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2"/>
          <p:cNvGrpSpPr/>
          <p:nvPr/>
        </p:nvGrpSpPr>
        <p:grpSpPr>
          <a:xfrm>
            <a:off x="6101639" y="1732160"/>
            <a:ext cx="377048" cy="1530700"/>
            <a:chOff x="4129088" y="2282825"/>
            <a:chExt cx="531813" cy="2159000"/>
          </a:xfrm>
          <a:solidFill>
            <a:schemeClr val="accent5"/>
          </a:solidFill>
        </p:grpSpPr>
        <p:sp>
          <p:nvSpPr>
            <p:cNvPr id="70" name="Freeform 9"/>
            <p:cNvSpPr>
              <a:spLocks noEditPoints="1"/>
            </p:cNvSpPr>
            <p:nvPr/>
          </p:nvSpPr>
          <p:spPr bwMode="auto">
            <a:xfrm>
              <a:off x="4129088" y="2282825"/>
              <a:ext cx="531813" cy="2159000"/>
            </a:xfrm>
            <a:custGeom>
              <a:avLst/>
              <a:gdLst/>
              <a:ahLst/>
              <a:cxnLst>
                <a:cxn ang="0">
                  <a:pos x="107" y="1"/>
                </a:cxn>
                <a:cxn ang="0">
                  <a:pos x="147" y="36"/>
                </a:cxn>
                <a:cxn ang="0">
                  <a:pos x="154" y="62"/>
                </a:cxn>
                <a:cxn ang="0">
                  <a:pos x="160" y="98"/>
                </a:cxn>
                <a:cxn ang="0">
                  <a:pos x="171" y="133"/>
                </a:cxn>
                <a:cxn ang="0">
                  <a:pos x="178" y="151"/>
                </a:cxn>
                <a:cxn ang="0">
                  <a:pos x="210" y="170"/>
                </a:cxn>
                <a:cxn ang="0">
                  <a:pos x="221" y="238"/>
                </a:cxn>
                <a:cxn ang="0">
                  <a:pos x="214" y="296"/>
                </a:cxn>
                <a:cxn ang="0">
                  <a:pos x="191" y="313"/>
                </a:cxn>
                <a:cxn ang="0">
                  <a:pos x="198" y="371"/>
                </a:cxn>
                <a:cxn ang="0">
                  <a:pos x="206" y="414"/>
                </a:cxn>
                <a:cxn ang="0">
                  <a:pos x="194" y="416"/>
                </a:cxn>
                <a:cxn ang="0">
                  <a:pos x="189" y="474"/>
                </a:cxn>
                <a:cxn ang="0">
                  <a:pos x="172" y="570"/>
                </a:cxn>
                <a:cxn ang="0">
                  <a:pos x="165" y="582"/>
                </a:cxn>
                <a:cxn ang="0">
                  <a:pos x="157" y="582"/>
                </a:cxn>
                <a:cxn ang="0">
                  <a:pos x="155" y="611"/>
                </a:cxn>
                <a:cxn ang="0">
                  <a:pos x="149" y="670"/>
                </a:cxn>
                <a:cxn ang="0">
                  <a:pos x="123" y="764"/>
                </a:cxn>
                <a:cxn ang="0">
                  <a:pos x="141" y="817"/>
                </a:cxn>
                <a:cxn ang="0">
                  <a:pos x="156" y="852"/>
                </a:cxn>
                <a:cxn ang="0">
                  <a:pos x="133" y="854"/>
                </a:cxn>
                <a:cxn ang="0">
                  <a:pos x="122" y="846"/>
                </a:cxn>
                <a:cxn ang="0">
                  <a:pos x="125" y="864"/>
                </a:cxn>
                <a:cxn ang="0">
                  <a:pos x="112" y="905"/>
                </a:cxn>
                <a:cxn ang="0">
                  <a:pos x="107" y="905"/>
                </a:cxn>
                <a:cxn ang="0">
                  <a:pos x="107" y="636"/>
                </a:cxn>
                <a:cxn ang="0">
                  <a:pos x="109" y="621"/>
                </a:cxn>
                <a:cxn ang="0">
                  <a:pos x="109" y="580"/>
                </a:cxn>
                <a:cxn ang="0">
                  <a:pos x="107" y="596"/>
                </a:cxn>
                <a:cxn ang="0">
                  <a:pos x="107" y="1"/>
                </a:cxn>
                <a:cxn ang="0">
                  <a:pos x="106" y="1"/>
                </a:cxn>
                <a:cxn ang="0">
                  <a:pos x="107" y="1"/>
                </a:cxn>
                <a:cxn ang="0">
                  <a:pos x="107" y="596"/>
                </a:cxn>
                <a:cxn ang="0">
                  <a:pos x="104" y="611"/>
                </a:cxn>
                <a:cxn ang="0">
                  <a:pos x="105" y="632"/>
                </a:cxn>
                <a:cxn ang="0">
                  <a:pos x="106" y="645"/>
                </a:cxn>
                <a:cxn ang="0">
                  <a:pos x="107" y="636"/>
                </a:cxn>
                <a:cxn ang="0">
                  <a:pos x="107" y="905"/>
                </a:cxn>
                <a:cxn ang="0">
                  <a:pos x="89" y="869"/>
                </a:cxn>
                <a:cxn ang="0">
                  <a:pos x="88" y="831"/>
                </a:cxn>
                <a:cxn ang="0">
                  <a:pos x="81" y="789"/>
                </a:cxn>
                <a:cxn ang="0">
                  <a:pos x="52" y="662"/>
                </a:cxn>
                <a:cxn ang="0">
                  <a:pos x="53" y="606"/>
                </a:cxn>
                <a:cxn ang="0">
                  <a:pos x="50" y="579"/>
                </a:cxn>
                <a:cxn ang="0">
                  <a:pos x="34" y="565"/>
                </a:cxn>
                <a:cxn ang="0">
                  <a:pos x="29" y="465"/>
                </a:cxn>
                <a:cxn ang="0">
                  <a:pos x="31" y="410"/>
                </a:cxn>
                <a:cxn ang="0">
                  <a:pos x="11" y="407"/>
                </a:cxn>
                <a:cxn ang="0">
                  <a:pos x="27" y="360"/>
                </a:cxn>
                <a:cxn ang="0">
                  <a:pos x="30" y="326"/>
                </a:cxn>
                <a:cxn ang="0">
                  <a:pos x="2" y="302"/>
                </a:cxn>
                <a:cxn ang="0">
                  <a:pos x="2" y="234"/>
                </a:cxn>
                <a:cxn ang="0">
                  <a:pos x="7" y="204"/>
                </a:cxn>
                <a:cxn ang="0">
                  <a:pos x="27" y="154"/>
                </a:cxn>
                <a:cxn ang="0">
                  <a:pos x="48" y="145"/>
                </a:cxn>
                <a:cxn ang="0">
                  <a:pos x="50" y="126"/>
                </a:cxn>
                <a:cxn ang="0">
                  <a:pos x="63" y="101"/>
                </a:cxn>
                <a:cxn ang="0">
                  <a:pos x="64" y="64"/>
                </a:cxn>
                <a:cxn ang="0">
                  <a:pos x="106" y="1"/>
                </a:cxn>
              </a:cxnLst>
              <a:rect l="0" t="0" r="r" b="b"/>
              <a:pathLst>
                <a:path w="223" h="905">
                  <a:moveTo>
                    <a:pt x="107" y="1"/>
                  </a:moveTo>
                  <a:cubicBezTo>
                    <a:pt x="127" y="0"/>
                    <a:pt x="143" y="19"/>
                    <a:pt x="147" y="36"/>
                  </a:cubicBezTo>
                  <a:cubicBezTo>
                    <a:pt x="151" y="54"/>
                    <a:pt x="154" y="53"/>
                    <a:pt x="154" y="62"/>
                  </a:cubicBezTo>
                  <a:cubicBezTo>
                    <a:pt x="154" y="72"/>
                    <a:pt x="158" y="83"/>
                    <a:pt x="160" y="98"/>
                  </a:cubicBezTo>
                  <a:cubicBezTo>
                    <a:pt x="162" y="114"/>
                    <a:pt x="163" y="124"/>
                    <a:pt x="171" y="133"/>
                  </a:cubicBezTo>
                  <a:cubicBezTo>
                    <a:pt x="179" y="142"/>
                    <a:pt x="178" y="151"/>
                    <a:pt x="178" y="151"/>
                  </a:cubicBezTo>
                  <a:cubicBezTo>
                    <a:pt x="178" y="151"/>
                    <a:pt x="204" y="153"/>
                    <a:pt x="210" y="170"/>
                  </a:cubicBezTo>
                  <a:cubicBezTo>
                    <a:pt x="217" y="188"/>
                    <a:pt x="218" y="218"/>
                    <a:pt x="221" y="238"/>
                  </a:cubicBezTo>
                  <a:cubicBezTo>
                    <a:pt x="223" y="258"/>
                    <a:pt x="221" y="281"/>
                    <a:pt x="214" y="296"/>
                  </a:cubicBezTo>
                  <a:cubicBezTo>
                    <a:pt x="207" y="311"/>
                    <a:pt x="191" y="313"/>
                    <a:pt x="191" y="313"/>
                  </a:cubicBezTo>
                  <a:cubicBezTo>
                    <a:pt x="191" y="313"/>
                    <a:pt x="189" y="344"/>
                    <a:pt x="198" y="371"/>
                  </a:cubicBezTo>
                  <a:cubicBezTo>
                    <a:pt x="207" y="399"/>
                    <a:pt x="213" y="413"/>
                    <a:pt x="206" y="414"/>
                  </a:cubicBezTo>
                  <a:cubicBezTo>
                    <a:pt x="198" y="416"/>
                    <a:pt x="194" y="416"/>
                    <a:pt x="194" y="416"/>
                  </a:cubicBezTo>
                  <a:cubicBezTo>
                    <a:pt x="194" y="416"/>
                    <a:pt x="194" y="451"/>
                    <a:pt x="189" y="474"/>
                  </a:cubicBezTo>
                  <a:cubicBezTo>
                    <a:pt x="184" y="497"/>
                    <a:pt x="172" y="555"/>
                    <a:pt x="172" y="570"/>
                  </a:cubicBezTo>
                  <a:cubicBezTo>
                    <a:pt x="172" y="584"/>
                    <a:pt x="171" y="582"/>
                    <a:pt x="165" y="582"/>
                  </a:cubicBezTo>
                  <a:cubicBezTo>
                    <a:pt x="160" y="582"/>
                    <a:pt x="157" y="582"/>
                    <a:pt x="157" y="582"/>
                  </a:cubicBezTo>
                  <a:cubicBezTo>
                    <a:pt x="157" y="582"/>
                    <a:pt x="158" y="605"/>
                    <a:pt x="155" y="611"/>
                  </a:cubicBezTo>
                  <a:cubicBezTo>
                    <a:pt x="152" y="616"/>
                    <a:pt x="157" y="642"/>
                    <a:pt x="149" y="670"/>
                  </a:cubicBezTo>
                  <a:cubicBezTo>
                    <a:pt x="140" y="697"/>
                    <a:pt x="123" y="744"/>
                    <a:pt x="123" y="764"/>
                  </a:cubicBezTo>
                  <a:cubicBezTo>
                    <a:pt x="123" y="783"/>
                    <a:pt x="132" y="807"/>
                    <a:pt x="141" y="817"/>
                  </a:cubicBezTo>
                  <a:cubicBezTo>
                    <a:pt x="150" y="827"/>
                    <a:pt x="163" y="847"/>
                    <a:pt x="156" y="852"/>
                  </a:cubicBezTo>
                  <a:cubicBezTo>
                    <a:pt x="149" y="857"/>
                    <a:pt x="139" y="856"/>
                    <a:pt x="133" y="854"/>
                  </a:cubicBezTo>
                  <a:cubicBezTo>
                    <a:pt x="127" y="852"/>
                    <a:pt x="122" y="846"/>
                    <a:pt x="122" y="846"/>
                  </a:cubicBezTo>
                  <a:cubicBezTo>
                    <a:pt x="122" y="846"/>
                    <a:pt x="122" y="856"/>
                    <a:pt x="125" y="864"/>
                  </a:cubicBezTo>
                  <a:cubicBezTo>
                    <a:pt x="128" y="871"/>
                    <a:pt x="125" y="905"/>
                    <a:pt x="112" y="905"/>
                  </a:cubicBezTo>
                  <a:cubicBezTo>
                    <a:pt x="110" y="905"/>
                    <a:pt x="108" y="905"/>
                    <a:pt x="107" y="905"/>
                  </a:cubicBezTo>
                  <a:cubicBezTo>
                    <a:pt x="107" y="636"/>
                    <a:pt x="107" y="636"/>
                    <a:pt x="107" y="636"/>
                  </a:cubicBezTo>
                  <a:cubicBezTo>
                    <a:pt x="107" y="631"/>
                    <a:pt x="108" y="624"/>
                    <a:pt x="109" y="621"/>
                  </a:cubicBezTo>
                  <a:cubicBezTo>
                    <a:pt x="112" y="614"/>
                    <a:pt x="110" y="600"/>
                    <a:pt x="109" y="580"/>
                  </a:cubicBezTo>
                  <a:cubicBezTo>
                    <a:pt x="109" y="580"/>
                    <a:pt x="108" y="588"/>
                    <a:pt x="107" y="596"/>
                  </a:cubicBezTo>
                  <a:lnTo>
                    <a:pt x="107" y="1"/>
                  </a:lnTo>
                  <a:close/>
                  <a:moveTo>
                    <a:pt x="106" y="1"/>
                  </a:moveTo>
                  <a:cubicBezTo>
                    <a:pt x="107" y="1"/>
                    <a:pt x="107" y="1"/>
                    <a:pt x="107" y="1"/>
                  </a:cubicBezTo>
                  <a:cubicBezTo>
                    <a:pt x="107" y="596"/>
                    <a:pt x="107" y="596"/>
                    <a:pt x="107" y="596"/>
                  </a:cubicBezTo>
                  <a:cubicBezTo>
                    <a:pt x="106" y="602"/>
                    <a:pt x="105" y="608"/>
                    <a:pt x="104" y="611"/>
                  </a:cubicBezTo>
                  <a:cubicBezTo>
                    <a:pt x="102" y="620"/>
                    <a:pt x="105" y="626"/>
                    <a:pt x="105" y="632"/>
                  </a:cubicBezTo>
                  <a:cubicBezTo>
                    <a:pt x="105" y="637"/>
                    <a:pt x="106" y="645"/>
                    <a:pt x="106" y="645"/>
                  </a:cubicBezTo>
                  <a:cubicBezTo>
                    <a:pt x="106" y="645"/>
                    <a:pt x="106" y="641"/>
                    <a:pt x="107" y="636"/>
                  </a:cubicBezTo>
                  <a:cubicBezTo>
                    <a:pt x="107" y="905"/>
                    <a:pt x="107" y="905"/>
                    <a:pt x="107" y="905"/>
                  </a:cubicBezTo>
                  <a:cubicBezTo>
                    <a:pt x="96" y="901"/>
                    <a:pt x="88" y="888"/>
                    <a:pt x="89" y="869"/>
                  </a:cubicBezTo>
                  <a:cubicBezTo>
                    <a:pt x="89" y="847"/>
                    <a:pt x="84" y="843"/>
                    <a:pt x="88" y="831"/>
                  </a:cubicBezTo>
                  <a:cubicBezTo>
                    <a:pt x="91" y="818"/>
                    <a:pt x="87" y="809"/>
                    <a:pt x="81" y="789"/>
                  </a:cubicBezTo>
                  <a:cubicBezTo>
                    <a:pt x="75" y="769"/>
                    <a:pt x="51" y="684"/>
                    <a:pt x="52" y="662"/>
                  </a:cubicBezTo>
                  <a:cubicBezTo>
                    <a:pt x="53" y="640"/>
                    <a:pt x="56" y="621"/>
                    <a:pt x="53" y="606"/>
                  </a:cubicBezTo>
                  <a:cubicBezTo>
                    <a:pt x="51" y="592"/>
                    <a:pt x="50" y="579"/>
                    <a:pt x="50" y="579"/>
                  </a:cubicBezTo>
                  <a:cubicBezTo>
                    <a:pt x="50" y="579"/>
                    <a:pt x="34" y="586"/>
                    <a:pt x="34" y="565"/>
                  </a:cubicBezTo>
                  <a:cubicBezTo>
                    <a:pt x="34" y="544"/>
                    <a:pt x="31" y="483"/>
                    <a:pt x="29" y="465"/>
                  </a:cubicBezTo>
                  <a:cubicBezTo>
                    <a:pt x="28" y="446"/>
                    <a:pt x="31" y="410"/>
                    <a:pt x="31" y="410"/>
                  </a:cubicBezTo>
                  <a:cubicBezTo>
                    <a:pt x="31" y="410"/>
                    <a:pt x="16" y="409"/>
                    <a:pt x="11" y="407"/>
                  </a:cubicBezTo>
                  <a:cubicBezTo>
                    <a:pt x="6" y="405"/>
                    <a:pt x="24" y="373"/>
                    <a:pt x="27" y="360"/>
                  </a:cubicBezTo>
                  <a:cubicBezTo>
                    <a:pt x="31" y="348"/>
                    <a:pt x="30" y="326"/>
                    <a:pt x="30" y="326"/>
                  </a:cubicBezTo>
                  <a:cubicBezTo>
                    <a:pt x="30" y="326"/>
                    <a:pt x="3" y="325"/>
                    <a:pt x="2" y="302"/>
                  </a:cubicBezTo>
                  <a:cubicBezTo>
                    <a:pt x="1" y="279"/>
                    <a:pt x="0" y="247"/>
                    <a:pt x="2" y="234"/>
                  </a:cubicBezTo>
                  <a:cubicBezTo>
                    <a:pt x="4" y="220"/>
                    <a:pt x="5" y="222"/>
                    <a:pt x="7" y="204"/>
                  </a:cubicBezTo>
                  <a:cubicBezTo>
                    <a:pt x="9" y="186"/>
                    <a:pt x="18" y="155"/>
                    <a:pt x="27" y="154"/>
                  </a:cubicBezTo>
                  <a:cubicBezTo>
                    <a:pt x="36" y="153"/>
                    <a:pt x="48" y="145"/>
                    <a:pt x="48" y="145"/>
                  </a:cubicBezTo>
                  <a:cubicBezTo>
                    <a:pt x="48" y="145"/>
                    <a:pt x="39" y="135"/>
                    <a:pt x="50" y="126"/>
                  </a:cubicBezTo>
                  <a:cubicBezTo>
                    <a:pt x="61" y="117"/>
                    <a:pt x="68" y="113"/>
                    <a:pt x="63" y="101"/>
                  </a:cubicBezTo>
                  <a:cubicBezTo>
                    <a:pt x="58" y="89"/>
                    <a:pt x="61" y="80"/>
                    <a:pt x="64" y="64"/>
                  </a:cubicBezTo>
                  <a:cubicBezTo>
                    <a:pt x="67" y="49"/>
                    <a:pt x="75" y="1"/>
                    <a:pt x="106"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0"/>
            <p:cNvSpPr>
              <a:spLocks/>
            </p:cNvSpPr>
            <p:nvPr/>
          </p:nvSpPr>
          <p:spPr bwMode="auto">
            <a:xfrm>
              <a:off x="4343401" y="2589213"/>
              <a:ext cx="127000" cy="244475"/>
            </a:xfrm>
            <a:custGeom>
              <a:avLst/>
              <a:gdLst/>
              <a:ahLst/>
              <a:cxnLst>
                <a:cxn ang="0">
                  <a:pos x="1" y="3"/>
                </a:cxn>
                <a:cxn ang="0">
                  <a:pos x="15" y="24"/>
                </a:cxn>
                <a:cxn ang="0">
                  <a:pos x="24" y="72"/>
                </a:cxn>
                <a:cxn ang="0">
                  <a:pos x="33" y="52"/>
                </a:cxn>
                <a:cxn ang="0">
                  <a:pos x="37" y="28"/>
                </a:cxn>
                <a:cxn ang="0">
                  <a:pos x="52" y="0"/>
                </a:cxn>
                <a:cxn ang="0">
                  <a:pos x="53" y="19"/>
                </a:cxn>
                <a:cxn ang="0">
                  <a:pos x="38" y="65"/>
                </a:cxn>
                <a:cxn ang="0">
                  <a:pos x="25" y="97"/>
                </a:cxn>
                <a:cxn ang="0">
                  <a:pos x="13" y="67"/>
                </a:cxn>
                <a:cxn ang="0">
                  <a:pos x="1" y="3"/>
                </a:cxn>
              </a:cxnLst>
              <a:rect l="0" t="0" r="r" b="b"/>
              <a:pathLst>
                <a:path w="53" h="103">
                  <a:moveTo>
                    <a:pt x="1" y="3"/>
                  </a:moveTo>
                  <a:cubicBezTo>
                    <a:pt x="1" y="3"/>
                    <a:pt x="15" y="15"/>
                    <a:pt x="15" y="24"/>
                  </a:cubicBezTo>
                  <a:cubicBezTo>
                    <a:pt x="15" y="33"/>
                    <a:pt x="21" y="63"/>
                    <a:pt x="24" y="72"/>
                  </a:cubicBezTo>
                  <a:cubicBezTo>
                    <a:pt x="27" y="82"/>
                    <a:pt x="28" y="61"/>
                    <a:pt x="33" y="52"/>
                  </a:cubicBezTo>
                  <a:cubicBezTo>
                    <a:pt x="38" y="43"/>
                    <a:pt x="40" y="35"/>
                    <a:pt x="37" y="28"/>
                  </a:cubicBezTo>
                  <a:cubicBezTo>
                    <a:pt x="35" y="21"/>
                    <a:pt x="45" y="18"/>
                    <a:pt x="52" y="0"/>
                  </a:cubicBezTo>
                  <a:cubicBezTo>
                    <a:pt x="53" y="7"/>
                    <a:pt x="53" y="12"/>
                    <a:pt x="53" y="19"/>
                  </a:cubicBezTo>
                  <a:cubicBezTo>
                    <a:pt x="52" y="26"/>
                    <a:pt x="41" y="58"/>
                    <a:pt x="38" y="65"/>
                  </a:cubicBezTo>
                  <a:cubicBezTo>
                    <a:pt x="35" y="71"/>
                    <a:pt x="26" y="91"/>
                    <a:pt x="25" y="97"/>
                  </a:cubicBezTo>
                  <a:cubicBezTo>
                    <a:pt x="25" y="103"/>
                    <a:pt x="17" y="86"/>
                    <a:pt x="13" y="67"/>
                  </a:cubicBezTo>
                  <a:cubicBezTo>
                    <a:pt x="8" y="48"/>
                    <a:pt x="0" y="21"/>
                    <a:pt x="1"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
            <p:cNvSpPr>
              <a:spLocks/>
            </p:cNvSpPr>
            <p:nvPr/>
          </p:nvSpPr>
          <p:spPr bwMode="auto">
            <a:xfrm>
              <a:off x="4279901" y="2927350"/>
              <a:ext cx="23813" cy="52387"/>
            </a:xfrm>
            <a:custGeom>
              <a:avLst/>
              <a:gdLst/>
              <a:ahLst/>
              <a:cxnLst>
                <a:cxn ang="0">
                  <a:pos x="7" y="22"/>
                </a:cxn>
                <a:cxn ang="0">
                  <a:pos x="9" y="9"/>
                </a:cxn>
                <a:cxn ang="0">
                  <a:pos x="9" y="0"/>
                </a:cxn>
                <a:cxn ang="0">
                  <a:pos x="2" y="1"/>
                </a:cxn>
                <a:cxn ang="0">
                  <a:pos x="0" y="19"/>
                </a:cxn>
                <a:cxn ang="0">
                  <a:pos x="7" y="22"/>
                </a:cxn>
              </a:cxnLst>
              <a:rect l="0" t="0" r="r" b="b"/>
              <a:pathLst>
                <a:path w="10" h="22">
                  <a:moveTo>
                    <a:pt x="7" y="22"/>
                  </a:moveTo>
                  <a:cubicBezTo>
                    <a:pt x="7" y="22"/>
                    <a:pt x="9" y="16"/>
                    <a:pt x="9" y="9"/>
                  </a:cubicBezTo>
                  <a:cubicBezTo>
                    <a:pt x="10" y="2"/>
                    <a:pt x="9" y="0"/>
                    <a:pt x="9" y="0"/>
                  </a:cubicBezTo>
                  <a:cubicBezTo>
                    <a:pt x="2" y="1"/>
                    <a:pt x="2" y="1"/>
                    <a:pt x="2" y="1"/>
                  </a:cubicBezTo>
                  <a:cubicBezTo>
                    <a:pt x="2" y="1"/>
                    <a:pt x="1" y="15"/>
                    <a:pt x="0" y="19"/>
                  </a:cubicBezTo>
                  <a:cubicBezTo>
                    <a:pt x="3" y="22"/>
                    <a:pt x="7" y="22"/>
                    <a:pt x="7"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2"/>
            <p:cNvSpPr>
              <a:spLocks/>
            </p:cNvSpPr>
            <p:nvPr/>
          </p:nvSpPr>
          <p:spPr bwMode="auto">
            <a:xfrm>
              <a:off x="4456113" y="3035300"/>
              <a:ext cx="26988" cy="53975"/>
            </a:xfrm>
            <a:custGeom>
              <a:avLst/>
              <a:gdLst/>
              <a:ahLst/>
              <a:cxnLst>
                <a:cxn ang="0">
                  <a:pos x="3" y="0"/>
                </a:cxn>
                <a:cxn ang="0">
                  <a:pos x="1" y="18"/>
                </a:cxn>
                <a:cxn ang="0">
                  <a:pos x="11" y="18"/>
                </a:cxn>
                <a:cxn ang="0">
                  <a:pos x="11" y="0"/>
                </a:cxn>
                <a:cxn ang="0">
                  <a:pos x="3" y="0"/>
                </a:cxn>
              </a:cxnLst>
              <a:rect l="0" t="0" r="r" b="b"/>
              <a:pathLst>
                <a:path w="11" h="23">
                  <a:moveTo>
                    <a:pt x="3" y="0"/>
                  </a:moveTo>
                  <a:cubicBezTo>
                    <a:pt x="3" y="0"/>
                    <a:pt x="1" y="14"/>
                    <a:pt x="1" y="18"/>
                  </a:cubicBezTo>
                  <a:cubicBezTo>
                    <a:pt x="0" y="23"/>
                    <a:pt x="11" y="18"/>
                    <a:pt x="11" y="18"/>
                  </a:cubicBezTo>
                  <a:cubicBezTo>
                    <a:pt x="11" y="0"/>
                    <a:pt x="11" y="0"/>
                    <a:pt x="11" y="0"/>
                  </a:cubicBez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3"/>
          <p:cNvGrpSpPr/>
          <p:nvPr/>
        </p:nvGrpSpPr>
        <p:grpSpPr>
          <a:xfrm>
            <a:off x="4417020" y="1503573"/>
            <a:ext cx="437168" cy="1501058"/>
            <a:chOff x="4948238" y="2751138"/>
            <a:chExt cx="585788" cy="2011362"/>
          </a:xfrm>
        </p:grpSpPr>
        <p:sp>
          <p:nvSpPr>
            <p:cNvPr id="75"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30"/>
          <p:cNvGrpSpPr/>
          <p:nvPr/>
        </p:nvGrpSpPr>
        <p:grpSpPr>
          <a:xfrm>
            <a:off x="2628306" y="1546902"/>
            <a:ext cx="475204" cy="1658938"/>
            <a:chOff x="2551113" y="1944688"/>
            <a:chExt cx="617538" cy="2155825"/>
          </a:xfrm>
          <a:solidFill>
            <a:schemeClr val="accent3"/>
          </a:solidFill>
        </p:grpSpPr>
        <p:sp>
          <p:nvSpPr>
            <p:cNvPr id="80" name="Freeform 17"/>
            <p:cNvSpPr>
              <a:spLocks/>
            </p:cNvSpPr>
            <p:nvPr/>
          </p:nvSpPr>
          <p:spPr bwMode="auto">
            <a:xfrm>
              <a:off x="2784476" y="2181225"/>
              <a:ext cx="171450" cy="254000"/>
            </a:xfrm>
            <a:custGeom>
              <a:avLst/>
              <a:gdLst/>
              <a:ahLst/>
              <a:cxnLst>
                <a:cxn ang="0">
                  <a:pos x="4" y="29"/>
                </a:cxn>
                <a:cxn ang="0">
                  <a:pos x="8" y="60"/>
                </a:cxn>
                <a:cxn ang="0">
                  <a:pos x="4" y="92"/>
                </a:cxn>
                <a:cxn ang="0">
                  <a:pos x="56" y="104"/>
                </a:cxn>
                <a:cxn ang="0">
                  <a:pos x="4" y="29"/>
                </a:cxn>
              </a:cxnLst>
              <a:rect l="0" t="0" r="r" b="b"/>
              <a:pathLst>
                <a:path w="72" h="107">
                  <a:moveTo>
                    <a:pt x="4" y="29"/>
                  </a:moveTo>
                  <a:cubicBezTo>
                    <a:pt x="25" y="38"/>
                    <a:pt x="1" y="49"/>
                    <a:pt x="8" y="60"/>
                  </a:cubicBezTo>
                  <a:cubicBezTo>
                    <a:pt x="15" y="70"/>
                    <a:pt x="0" y="78"/>
                    <a:pt x="4" y="92"/>
                  </a:cubicBezTo>
                  <a:cubicBezTo>
                    <a:pt x="8" y="107"/>
                    <a:pt x="40" y="106"/>
                    <a:pt x="56" y="104"/>
                  </a:cubicBezTo>
                  <a:cubicBezTo>
                    <a:pt x="72" y="103"/>
                    <a:pt x="49" y="0"/>
                    <a:pt x="4"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18"/>
            <p:cNvSpPr>
              <a:spLocks/>
            </p:cNvSpPr>
            <p:nvPr/>
          </p:nvSpPr>
          <p:spPr bwMode="auto">
            <a:xfrm>
              <a:off x="2708276" y="1944688"/>
              <a:ext cx="357188" cy="496887"/>
            </a:xfrm>
            <a:custGeom>
              <a:avLst/>
              <a:gdLst/>
              <a:ahLst/>
              <a:cxnLst>
                <a:cxn ang="0">
                  <a:pos x="12" y="36"/>
                </a:cxn>
                <a:cxn ang="0">
                  <a:pos x="105" y="61"/>
                </a:cxn>
                <a:cxn ang="0">
                  <a:pos x="124" y="101"/>
                </a:cxn>
                <a:cxn ang="0">
                  <a:pos x="132" y="141"/>
                </a:cxn>
                <a:cxn ang="0">
                  <a:pos x="121" y="186"/>
                </a:cxn>
                <a:cxn ang="0">
                  <a:pos x="74" y="202"/>
                </a:cxn>
                <a:cxn ang="0">
                  <a:pos x="30" y="87"/>
                </a:cxn>
                <a:cxn ang="0">
                  <a:pos x="12" y="36"/>
                </a:cxn>
              </a:cxnLst>
              <a:rect l="0" t="0" r="r" b="b"/>
              <a:pathLst>
                <a:path w="150" h="208">
                  <a:moveTo>
                    <a:pt x="12" y="36"/>
                  </a:moveTo>
                  <a:cubicBezTo>
                    <a:pt x="38" y="0"/>
                    <a:pt x="106" y="15"/>
                    <a:pt x="105" y="61"/>
                  </a:cubicBezTo>
                  <a:cubicBezTo>
                    <a:pt x="105" y="107"/>
                    <a:pt x="134" y="78"/>
                    <a:pt x="124" y="101"/>
                  </a:cubicBezTo>
                  <a:cubicBezTo>
                    <a:pt x="115" y="124"/>
                    <a:pt x="145" y="122"/>
                    <a:pt x="132" y="141"/>
                  </a:cubicBezTo>
                  <a:cubicBezTo>
                    <a:pt x="120" y="160"/>
                    <a:pt x="150" y="164"/>
                    <a:pt x="121" y="186"/>
                  </a:cubicBezTo>
                  <a:cubicBezTo>
                    <a:pt x="91" y="208"/>
                    <a:pt x="74" y="202"/>
                    <a:pt x="74" y="202"/>
                  </a:cubicBezTo>
                  <a:cubicBezTo>
                    <a:pt x="74" y="202"/>
                    <a:pt x="83" y="72"/>
                    <a:pt x="30" y="87"/>
                  </a:cubicBezTo>
                  <a:cubicBezTo>
                    <a:pt x="13" y="92"/>
                    <a:pt x="0" y="53"/>
                    <a:pt x="12"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19"/>
            <p:cNvSpPr>
              <a:spLocks/>
            </p:cNvSpPr>
            <p:nvPr/>
          </p:nvSpPr>
          <p:spPr bwMode="auto">
            <a:xfrm>
              <a:off x="2551113" y="1982788"/>
              <a:ext cx="617538" cy="2117725"/>
            </a:xfrm>
            <a:custGeom>
              <a:avLst/>
              <a:gdLst/>
              <a:ahLst/>
              <a:cxnLst>
                <a:cxn ang="0">
                  <a:pos x="160" y="29"/>
                </a:cxn>
                <a:cxn ang="0">
                  <a:pos x="177" y="130"/>
                </a:cxn>
                <a:cxn ang="0">
                  <a:pos x="198" y="189"/>
                </a:cxn>
                <a:cxn ang="0">
                  <a:pos x="203" y="316"/>
                </a:cxn>
                <a:cxn ang="0">
                  <a:pos x="191" y="377"/>
                </a:cxn>
                <a:cxn ang="0">
                  <a:pos x="188" y="442"/>
                </a:cxn>
                <a:cxn ang="0">
                  <a:pos x="179" y="567"/>
                </a:cxn>
                <a:cxn ang="0">
                  <a:pos x="179" y="609"/>
                </a:cxn>
                <a:cxn ang="0">
                  <a:pos x="235" y="775"/>
                </a:cxn>
                <a:cxn ang="0">
                  <a:pos x="256" y="844"/>
                </a:cxn>
                <a:cxn ang="0">
                  <a:pos x="251" y="865"/>
                </a:cxn>
                <a:cxn ang="0">
                  <a:pos x="239" y="824"/>
                </a:cxn>
                <a:cxn ang="0">
                  <a:pos x="181" y="871"/>
                </a:cxn>
                <a:cxn ang="0">
                  <a:pos x="191" y="839"/>
                </a:cxn>
                <a:cxn ang="0">
                  <a:pos x="167" y="702"/>
                </a:cxn>
                <a:cxn ang="0">
                  <a:pos x="147" y="705"/>
                </a:cxn>
                <a:cxn ang="0">
                  <a:pos x="126" y="804"/>
                </a:cxn>
                <a:cxn ang="0">
                  <a:pos x="118" y="864"/>
                </a:cxn>
                <a:cxn ang="0">
                  <a:pos x="110" y="882"/>
                </a:cxn>
                <a:cxn ang="0">
                  <a:pos x="110" y="838"/>
                </a:cxn>
                <a:cxn ang="0">
                  <a:pos x="51" y="882"/>
                </a:cxn>
                <a:cxn ang="0">
                  <a:pos x="43" y="852"/>
                </a:cxn>
                <a:cxn ang="0">
                  <a:pos x="92" y="707"/>
                </a:cxn>
                <a:cxn ang="0">
                  <a:pos x="99" y="631"/>
                </a:cxn>
                <a:cxn ang="0">
                  <a:pos x="87" y="570"/>
                </a:cxn>
                <a:cxn ang="0">
                  <a:pos x="76" y="504"/>
                </a:cxn>
                <a:cxn ang="0">
                  <a:pos x="68" y="505"/>
                </a:cxn>
                <a:cxn ang="0">
                  <a:pos x="52" y="500"/>
                </a:cxn>
                <a:cxn ang="0">
                  <a:pos x="57" y="452"/>
                </a:cxn>
                <a:cxn ang="0">
                  <a:pos x="8" y="334"/>
                </a:cxn>
                <a:cxn ang="0">
                  <a:pos x="64" y="280"/>
                </a:cxn>
                <a:cxn ang="0">
                  <a:pos x="111" y="171"/>
                </a:cxn>
                <a:cxn ang="0">
                  <a:pos x="110" y="122"/>
                </a:cxn>
                <a:cxn ang="0">
                  <a:pos x="80" y="75"/>
                </a:cxn>
                <a:cxn ang="0">
                  <a:pos x="81" y="32"/>
                </a:cxn>
              </a:cxnLst>
              <a:rect l="0" t="0" r="r" b="b"/>
              <a:pathLst>
                <a:path w="259" h="888">
                  <a:moveTo>
                    <a:pt x="117" y="0"/>
                  </a:moveTo>
                  <a:cubicBezTo>
                    <a:pt x="135" y="0"/>
                    <a:pt x="152" y="9"/>
                    <a:pt x="160" y="29"/>
                  </a:cubicBezTo>
                  <a:cubicBezTo>
                    <a:pt x="168" y="48"/>
                    <a:pt x="169" y="71"/>
                    <a:pt x="167" y="82"/>
                  </a:cubicBezTo>
                  <a:cubicBezTo>
                    <a:pt x="164" y="92"/>
                    <a:pt x="173" y="121"/>
                    <a:pt x="177" y="130"/>
                  </a:cubicBezTo>
                  <a:cubicBezTo>
                    <a:pt x="182" y="143"/>
                    <a:pt x="190" y="159"/>
                    <a:pt x="190" y="159"/>
                  </a:cubicBezTo>
                  <a:cubicBezTo>
                    <a:pt x="190" y="159"/>
                    <a:pt x="198" y="172"/>
                    <a:pt x="198" y="189"/>
                  </a:cubicBezTo>
                  <a:cubicBezTo>
                    <a:pt x="198" y="206"/>
                    <a:pt x="197" y="230"/>
                    <a:pt x="203" y="262"/>
                  </a:cubicBezTo>
                  <a:cubicBezTo>
                    <a:pt x="209" y="293"/>
                    <a:pt x="209" y="300"/>
                    <a:pt x="203" y="316"/>
                  </a:cubicBezTo>
                  <a:cubicBezTo>
                    <a:pt x="198" y="331"/>
                    <a:pt x="180" y="361"/>
                    <a:pt x="180" y="361"/>
                  </a:cubicBezTo>
                  <a:cubicBezTo>
                    <a:pt x="180" y="361"/>
                    <a:pt x="197" y="369"/>
                    <a:pt x="191" y="377"/>
                  </a:cubicBezTo>
                  <a:cubicBezTo>
                    <a:pt x="185" y="384"/>
                    <a:pt x="179" y="387"/>
                    <a:pt x="179" y="387"/>
                  </a:cubicBezTo>
                  <a:cubicBezTo>
                    <a:pt x="179" y="387"/>
                    <a:pt x="198" y="414"/>
                    <a:pt x="188" y="442"/>
                  </a:cubicBezTo>
                  <a:cubicBezTo>
                    <a:pt x="179" y="471"/>
                    <a:pt x="177" y="492"/>
                    <a:pt x="178" y="518"/>
                  </a:cubicBezTo>
                  <a:cubicBezTo>
                    <a:pt x="179" y="544"/>
                    <a:pt x="179" y="567"/>
                    <a:pt x="179" y="567"/>
                  </a:cubicBezTo>
                  <a:cubicBezTo>
                    <a:pt x="168" y="569"/>
                    <a:pt x="168" y="569"/>
                    <a:pt x="168" y="569"/>
                  </a:cubicBezTo>
                  <a:cubicBezTo>
                    <a:pt x="168" y="569"/>
                    <a:pt x="168" y="594"/>
                    <a:pt x="179" y="609"/>
                  </a:cubicBezTo>
                  <a:cubicBezTo>
                    <a:pt x="190" y="624"/>
                    <a:pt x="208" y="649"/>
                    <a:pt x="211" y="690"/>
                  </a:cubicBezTo>
                  <a:cubicBezTo>
                    <a:pt x="214" y="730"/>
                    <a:pt x="223" y="765"/>
                    <a:pt x="235" y="775"/>
                  </a:cubicBezTo>
                  <a:cubicBezTo>
                    <a:pt x="247" y="785"/>
                    <a:pt x="259" y="784"/>
                    <a:pt x="259" y="800"/>
                  </a:cubicBezTo>
                  <a:cubicBezTo>
                    <a:pt x="259" y="817"/>
                    <a:pt x="256" y="836"/>
                    <a:pt x="256" y="844"/>
                  </a:cubicBezTo>
                  <a:cubicBezTo>
                    <a:pt x="256" y="852"/>
                    <a:pt x="256" y="864"/>
                    <a:pt x="256" y="864"/>
                  </a:cubicBezTo>
                  <a:cubicBezTo>
                    <a:pt x="251" y="865"/>
                    <a:pt x="251" y="865"/>
                    <a:pt x="251" y="865"/>
                  </a:cubicBezTo>
                  <a:cubicBezTo>
                    <a:pt x="251" y="865"/>
                    <a:pt x="252" y="856"/>
                    <a:pt x="251" y="845"/>
                  </a:cubicBezTo>
                  <a:cubicBezTo>
                    <a:pt x="250" y="834"/>
                    <a:pt x="246" y="819"/>
                    <a:pt x="239" y="824"/>
                  </a:cubicBezTo>
                  <a:cubicBezTo>
                    <a:pt x="232" y="828"/>
                    <a:pt x="222" y="849"/>
                    <a:pt x="217" y="858"/>
                  </a:cubicBezTo>
                  <a:cubicBezTo>
                    <a:pt x="211" y="868"/>
                    <a:pt x="201" y="877"/>
                    <a:pt x="181" y="871"/>
                  </a:cubicBezTo>
                  <a:cubicBezTo>
                    <a:pt x="161" y="865"/>
                    <a:pt x="154" y="852"/>
                    <a:pt x="164" y="849"/>
                  </a:cubicBezTo>
                  <a:cubicBezTo>
                    <a:pt x="175" y="845"/>
                    <a:pt x="189" y="850"/>
                    <a:pt x="191" y="839"/>
                  </a:cubicBezTo>
                  <a:cubicBezTo>
                    <a:pt x="194" y="828"/>
                    <a:pt x="198" y="798"/>
                    <a:pt x="194" y="783"/>
                  </a:cubicBezTo>
                  <a:cubicBezTo>
                    <a:pt x="189" y="768"/>
                    <a:pt x="173" y="720"/>
                    <a:pt x="167" y="702"/>
                  </a:cubicBezTo>
                  <a:cubicBezTo>
                    <a:pt x="161" y="684"/>
                    <a:pt x="152" y="663"/>
                    <a:pt x="152" y="663"/>
                  </a:cubicBezTo>
                  <a:cubicBezTo>
                    <a:pt x="152" y="663"/>
                    <a:pt x="152" y="691"/>
                    <a:pt x="147" y="705"/>
                  </a:cubicBezTo>
                  <a:cubicBezTo>
                    <a:pt x="141" y="718"/>
                    <a:pt x="121" y="770"/>
                    <a:pt x="117" y="780"/>
                  </a:cubicBezTo>
                  <a:cubicBezTo>
                    <a:pt x="113" y="791"/>
                    <a:pt x="120" y="798"/>
                    <a:pt x="126" y="804"/>
                  </a:cubicBezTo>
                  <a:cubicBezTo>
                    <a:pt x="132" y="810"/>
                    <a:pt x="129" y="824"/>
                    <a:pt x="124" y="835"/>
                  </a:cubicBezTo>
                  <a:cubicBezTo>
                    <a:pt x="120" y="845"/>
                    <a:pt x="118" y="859"/>
                    <a:pt x="118" y="864"/>
                  </a:cubicBezTo>
                  <a:cubicBezTo>
                    <a:pt x="118" y="870"/>
                    <a:pt x="118" y="882"/>
                    <a:pt x="118" y="882"/>
                  </a:cubicBezTo>
                  <a:cubicBezTo>
                    <a:pt x="110" y="882"/>
                    <a:pt x="110" y="882"/>
                    <a:pt x="110" y="882"/>
                  </a:cubicBezTo>
                  <a:cubicBezTo>
                    <a:pt x="110" y="882"/>
                    <a:pt x="112" y="869"/>
                    <a:pt x="112" y="858"/>
                  </a:cubicBezTo>
                  <a:cubicBezTo>
                    <a:pt x="112" y="847"/>
                    <a:pt x="114" y="840"/>
                    <a:pt x="110" y="838"/>
                  </a:cubicBezTo>
                  <a:cubicBezTo>
                    <a:pt x="106" y="836"/>
                    <a:pt x="89" y="851"/>
                    <a:pt x="82" y="862"/>
                  </a:cubicBezTo>
                  <a:cubicBezTo>
                    <a:pt x="75" y="873"/>
                    <a:pt x="74" y="888"/>
                    <a:pt x="51" y="882"/>
                  </a:cubicBezTo>
                  <a:cubicBezTo>
                    <a:pt x="28" y="877"/>
                    <a:pt x="13" y="864"/>
                    <a:pt x="19" y="857"/>
                  </a:cubicBezTo>
                  <a:cubicBezTo>
                    <a:pt x="24" y="850"/>
                    <a:pt x="36" y="856"/>
                    <a:pt x="43" y="852"/>
                  </a:cubicBezTo>
                  <a:cubicBezTo>
                    <a:pt x="50" y="849"/>
                    <a:pt x="63" y="815"/>
                    <a:pt x="71" y="794"/>
                  </a:cubicBezTo>
                  <a:cubicBezTo>
                    <a:pt x="80" y="774"/>
                    <a:pt x="89" y="732"/>
                    <a:pt x="92" y="707"/>
                  </a:cubicBezTo>
                  <a:cubicBezTo>
                    <a:pt x="94" y="682"/>
                    <a:pt x="98" y="663"/>
                    <a:pt x="99" y="655"/>
                  </a:cubicBezTo>
                  <a:cubicBezTo>
                    <a:pt x="99" y="647"/>
                    <a:pt x="99" y="631"/>
                    <a:pt x="99" y="631"/>
                  </a:cubicBezTo>
                  <a:cubicBezTo>
                    <a:pt x="99" y="631"/>
                    <a:pt x="92" y="603"/>
                    <a:pt x="89" y="591"/>
                  </a:cubicBezTo>
                  <a:cubicBezTo>
                    <a:pt x="87" y="579"/>
                    <a:pt x="87" y="570"/>
                    <a:pt x="87" y="570"/>
                  </a:cubicBezTo>
                  <a:cubicBezTo>
                    <a:pt x="87" y="570"/>
                    <a:pt x="73" y="572"/>
                    <a:pt x="73" y="564"/>
                  </a:cubicBezTo>
                  <a:cubicBezTo>
                    <a:pt x="73" y="556"/>
                    <a:pt x="78" y="521"/>
                    <a:pt x="76" y="504"/>
                  </a:cubicBezTo>
                  <a:cubicBezTo>
                    <a:pt x="75" y="488"/>
                    <a:pt x="69" y="489"/>
                    <a:pt x="69" y="489"/>
                  </a:cubicBezTo>
                  <a:cubicBezTo>
                    <a:pt x="69" y="489"/>
                    <a:pt x="68" y="498"/>
                    <a:pt x="68" y="505"/>
                  </a:cubicBezTo>
                  <a:cubicBezTo>
                    <a:pt x="68" y="512"/>
                    <a:pt x="63" y="510"/>
                    <a:pt x="61" y="505"/>
                  </a:cubicBezTo>
                  <a:cubicBezTo>
                    <a:pt x="59" y="500"/>
                    <a:pt x="52" y="505"/>
                    <a:pt x="52" y="500"/>
                  </a:cubicBezTo>
                  <a:cubicBezTo>
                    <a:pt x="52" y="495"/>
                    <a:pt x="49" y="484"/>
                    <a:pt x="50" y="475"/>
                  </a:cubicBezTo>
                  <a:cubicBezTo>
                    <a:pt x="52" y="467"/>
                    <a:pt x="57" y="452"/>
                    <a:pt x="57" y="452"/>
                  </a:cubicBezTo>
                  <a:cubicBezTo>
                    <a:pt x="0" y="450"/>
                    <a:pt x="0" y="450"/>
                    <a:pt x="0" y="450"/>
                  </a:cubicBezTo>
                  <a:cubicBezTo>
                    <a:pt x="8" y="334"/>
                    <a:pt x="8" y="334"/>
                    <a:pt x="8" y="334"/>
                  </a:cubicBezTo>
                  <a:cubicBezTo>
                    <a:pt x="61" y="334"/>
                    <a:pt x="61" y="334"/>
                    <a:pt x="61" y="334"/>
                  </a:cubicBezTo>
                  <a:cubicBezTo>
                    <a:pt x="61" y="334"/>
                    <a:pt x="64" y="298"/>
                    <a:pt x="64" y="280"/>
                  </a:cubicBezTo>
                  <a:cubicBezTo>
                    <a:pt x="64" y="263"/>
                    <a:pt x="62" y="239"/>
                    <a:pt x="74" y="220"/>
                  </a:cubicBezTo>
                  <a:cubicBezTo>
                    <a:pt x="86" y="200"/>
                    <a:pt x="101" y="184"/>
                    <a:pt x="111" y="171"/>
                  </a:cubicBezTo>
                  <a:cubicBezTo>
                    <a:pt x="121" y="159"/>
                    <a:pt x="122" y="158"/>
                    <a:pt x="120" y="147"/>
                  </a:cubicBezTo>
                  <a:cubicBezTo>
                    <a:pt x="117" y="135"/>
                    <a:pt x="117" y="121"/>
                    <a:pt x="110" y="122"/>
                  </a:cubicBezTo>
                  <a:cubicBezTo>
                    <a:pt x="103" y="123"/>
                    <a:pt x="96" y="122"/>
                    <a:pt x="93" y="113"/>
                  </a:cubicBezTo>
                  <a:cubicBezTo>
                    <a:pt x="89" y="104"/>
                    <a:pt x="81" y="87"/>
                    <a:pt x="80" y="75"/>
                  </a:cubicBezTo>
                  <a:cubicBezTo>
                    <a:pt x="79" y="63"/>
                    <a:pt x="82" y="61"/>
                    <a:pt x="80" y="57"/>
                  </a:cubicBezTo>
                  <a:cubicBezTo>
                    <a:pt x="79" y="54"/>
                    <a:pt x="81" y="42"/>
                    <a:pt x="81" y="32"/>
                  </a:cubicBezTo>
                  <a:cubicBezTo>
                    <a:pt x="82" y="23"/>
                    <a:pt x="94" y="0"/>
                    <a:pt x="11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20"/>
            <p:cNvSpPr>
              <a:spLocks/>
            </p:cNvSpPr>
            <p:nvPr/>
          </p:nvSpPr>
          <p:spPr bwMode="auto">
            <a:xfrm>
              <a:off x="2836863" y="2252663"/>
              <a:ext cx="128588" cy="106362"/>
            </a:xfrm>
            <a:custGeom>
              <a:avLst/>
              <a:gdLst/>
              <a:ahLst/>
              <a:cxnLst>
                <a:cxn ang="0">
                  <a:pos x="51" y="0"/>
                </a:cxn>
                <a:cxn ang="0">
                  <a:pos x="54" y="10"/>
                </a:cxn>
                <a:cxn ang="0">
                  <a:pos x="0" y="45"/>
                </a:cxn>
                <a:cxn ang="0">
                  <a:pos x="4" y="22"/>
                </a:cxn>
                <a:cxn ang="0">
                  <a:pos x="29" y="5"/>
                </a:cxn>
                <a:cxn ang="0">
                  <a:pos x="51" y="0"/>
                </a:cxn>
              </a:cxnLst>
              <a:rect l="0" t="0" r="r" b="b"/>
              <a:pathLst>
                <a:path w="54" h="45">
                  <a:moveTo>
                    <a:pt x="51" y="0"/>
                  </a:moveTo>
                  <a:cubicBezTo>
                    <a:pt x="52" y="4"/>
                    <a:pt x="53" y="7"/>
                    <a:pt x="54" y="10"/>
                  </a:cubicBezTo>
                  <a:cubicBezTo>
                    <a:pt x="27" y="8"/>
                    <a:pt x="12" y="29"/>
                    <a:pt x="0" y="45"/>
                  </a:cubicBezTo>
                  <a:cubicBezTo>
                    <a:pt x="5" y="38"/>
                    <a:pt x="4" y="27"/>
                    <a:pt x="4" y="22"/>
                  </a:cubicBezTo>
                  <a:cubicBezTo>
                    <a:pt x="10" y="15"/>
                    <a:pt x="20" y="9"/>
                    <a:pt x="29" y="5"/>
                  </a:cubicBezTo>
                  <a:cubicBezTo>
                    <a:pt x="37" y="2"/>
                    <a:pt x="46" y="1"/>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1"/>
          <p:cNvGrpSpPr/>
          <p:nvPr/>
        </p:nvGrpSpPr>
        <p:grpSpPr>
          <a:xfrm>
            <a:off x="1564357" y="2138006"/>
            <a:ext cx="434854" cy="1360237"/>
            <a:chOff x="3276601" y="2190750"/>
            <a:chExt cx="719138" cy="2249487"/>
          </a:xfrm>
          <a:solidFill>
            <a:schemeClr val="accent1"/>
          </a:solidFill>
        </p:grpSpPr>
        <p:sp>
          <p:nvSpPr>
            <p:cNvPr id="85" name="Freeform 21"/>
            <p:cNvSpPr>
              <a:spLocks noEditPoints="1"/>
            </p:cNvSpPr>
            <p:nvPr/>
          </p:nvSpPr>
          <p:spPr bwMode="auto">
            <a:xfrm>
              <a:off x="3276601" y="2190750"/>
              <a:ext cx="719138" cy="2249487"/>
            </a:xfrm>
            <a:custGeom>
              <a:avLst/>
              <a:gdLst/>
              <a:ahLst/>
              <a:cxnLst>
                <a:cxn ang="0">
                  <a:pos x="251" y="190"/>
                </a:cxn>
                <a:cxn ang="0">
                  <a:pos x="270" y="402"/>
                </a:cxn>
                <a:cxn ang="0">
                  <a:pos x="269" y="482"/>
                </a:cxn>
                <a:cxn ang="0">
                  <a:pos x="265" y="515"/>
                </a:cxn>
                <a:cxn ang="0">
                  <a:pos x="299" y="661"/>
                </a:cxn>
                <a:cxn ang="0">
                  <a:pos x="224" y="700"/>
                </a:cxn>
                <a:cxn ang="0">
                  <a:pos x="231" y="519"/>
                </a:cxn>
                <a:cxn ang="0">
                  <a:pos x="231" y="481"/>
                </a:cxn>
                <a:cxn ang="0">
                  <a:pos x="224" y="161"/>
                </a:cxn>
                <a:cxn ang="0">
                  <a:pos x="179" y="29"/>
                </a:cxn>
                <a:cxn ang="0">
                  <a:pos x="182" y="91"/>
                </a:cxn>
                <a:cxn ang="0">
                  <a:pos x="163" y="120"/>
                </a:cxn>
                <a:cxn ang="0">
                  <a:pos x="218" y="159"/>
                </a:cxn>
                <a:cxn ang="0">
                  <a:pos x="224" y="489"/>
                </a:cxn>
                <a:cxn ang="0">
                  <a:pos x="215" y="490"/>
                </a:cxn>
                <a:cxn ang="0">
                  <a:pos x="217" y="521"/>
                </a:cxn>
                <a:cxn ang="0">
                  <a:pos x="224" y="700"/>
                </a:cxn>
                <a:cxn ang="0">
                  <a:pos x="210" y="700"/>
                </a:cxn>
                <a:cxn ang="0">
                  <a:pos x="203" y="819"/>
                </a:cxn>
                <a:cxn ang="0">
                  <a:pos x="210" y="898"/>
                </a:cxn>
                <a:cxn ang="0">
                  <a:pos x="161" y="903"/>
                </a:cxn>
                <a:cxn ang="0">
                  <a:pos x="150" y="845"/>
                </a:cxn>
                <a:cxn ang="0">
                  <a:pos x="152" y="754"/>
                </a:cxn>
                <a:cxn ang="0">
                  <a:pos x="129" y="554"/>
                </a:cxn>
                <a:cxn ang="0">
                  <a:pos x="105" y="597"/>
                </a:cxn>
                <a:cxn ang="0">
                  <a:pos x="80" y="798"/>
                </a:cxn>
                <a:cxn ang="0">
                  <a:pos x="85" y="832"/>
                </a:cxn>
                <a:cxn ang="0">
                  <a:pos x="70" y="893"/>
                </a:cxn>
                <a:cxn ang="0">
                  <a:pos x="25" y="938"/>
                </a:cxn>
                <a:cxn ang="0">
                  <a:pos x="31" y="861"/>
                </a:cxn>
                <a:cxn ang="0">
                  <a:pos x="28" y="815"/>
                </a:cxn>
                <a:cxn ang="0">
                  <a:pos x="24" y="645"/>
                </a:cxn>
                <a:cxn ang="0">
                  <a:pos x="25" y="469"/>
                </a:cxn>
                <a:cxn ang="0">
                  <a:pos x="16" y="440"/>
                </a:cxn>
                <a:cxn ang="0">
                  <a:pos x="6" y="361"/>
                </a:cxn>
                <a:cxn ang="0">
                  <a:pos x="18" y="208"/>
                </a:cxn>
                <a:cxn ang="0">
                  <a:pos x="101" y="142"/>
                </a:cxn>
                <a:cxn ang="0">
                  <a:pos x="104" y="96"/>
                </a:cxn>
                <a:cxn ang="0">
                  <a:pos x="92" y="65"/>
                </a:cxn>
                <a:cxn ang="0">
                  <a:pos x="97" y="29"/>
                </a:cxn>
              </a:cxnLst>
              <a:rect l="0" t="0" r="r" b="b"/>
              <a:pathLst>
                <a:path w="302" h="943">
                  <a:moveTo>
                    <a:pt x="224" y="161"/>
                  </a:moveTo>
                  <a:cubicBezTo>
                    <a:pt x="239" y="166"/>
                    <a:pt x="251" y="170"/>
                    <a:pt x="251" y="190"/>
                  </a:cubicBezTo>
                  <a:cubicBezTo>
                    <a:pt x="252" y="213"/>
                    <a:pt x="254" y="258"/>
                    <a:pt x="257" y="288"/>
                  </a:cubicBezTo>
                  <a:cubicBezTo>
                    <a:pt x="260" y="318"/>
                    <a:pt x="269" y="382"/>
                    <a:pt x="270" y="402"/>
                  </a:cubicBezTo>
                  <a:cubicBezTo>
                    <a:pt x="270" y="422"/>
                    <a:pt x="273" y="465"/>
                    <a:pt x="272" y="470"/>
                  </a:cubicBezTo>
                  <a:cubicBezTo>
                    <a:pt x="272" y="475"/>
                    <a:pt x="268" y="474"/>
                    <a:pt x="269" y="482"/>
                  </a:cubicBezTo>
                  <a:cubicBezTo>
                    <a:pt x="271" y="490"/>
                    <a:pt x="271" y="498"/>
                    <a:pt x="267" y="503"/>
                  </a:cubicBezTo>
                  <a:cubicBezTo>
                    <a:pt x="262" y="509"/>
                    <a:pt x="265" y="515"/>
                    <a:pt x="265" y="515"/>
                  </a:cubicBezTo>
                  <a:cubicBezTo>
                    <a:pt x="302" y="514"/>
                    <a:pt x="302" y="514"/>
                    <a:pt x="302" y="514"/>
                  </a:cubicBezTo>
                  <a:cubicBezTo>
                    <a:pt x="299" y="661"/>
                    <a:pt x="299" y="661"/>
                    <a:pt x="299" y="661"/>
                  </a:cubicBezTo>
                  <a:cubicBezTo>
                    <a:pt x="241" y="707"/>
                    <a:pt x="241" y="707"/>
                    <a:pt x="241" y="707"/>
                  </a:cubicBezTo>
                  <a:cubicBezTo>
                    <a:pt x="241" y="707"/>
                    <a:pt x="232" y="701"/>
                    <a:pt x="224" y="700"/>
                  </a:cubicBezTo>
                  <a:cubicBezTo>
                    <a:pt x="224" y="520"/>
                    <a:pt x="224" y="520"/>
                    <a:pt x="224" y="520"/>
                  </a:cubicBezTo>
                  <a:cubicBezTo>
                    <a:pt x="231" y="519"/>
                    <a:pt x="231" y="519"/>
                    <a:pt x="231" y="519"/>
                  </a:cubicBezTo>
                  <a:cubicBezTo>
                    <a:pt x="231" y="519"/>
                    <a:pt x="229" y="509"/>
                    <a:pt x="231" y="502"/>
                  </a:cubicBezTo>
                  <a:cubicBezTo>
                    <a:pt x="234" y="495"/>
                    <a:pt x="233" y="488"/>
                    <a:pt x="231" y="481"/>
                  </a:cubicBezTo>
                  <a:cubicBezTo>
                    <a:pt x="231" y="481"/>
                    <a:pt x="229" y="488"/>
                    <a:pt x="224" y="489"/>
                  </a:cubicBezTo>
                  <a:lnTo>
                    <a:pt x="224" y="161"/>
                  </a:lnTo>
                  <a:close/>
                  <a:moveTo>
                    <a:pt x="142" y="0"/>
                  </a:moveTo>
                  <a:cubicBezTo>
                    <a:pt x="158" y="0"/>
                    <a:pt x="177" y="12"/>
                    <a:pt x="179" y="29"/>
                  </a:cubicBezTo>
                  <a:cubicBezTo>
                    <a:pt x="182" y="46"/>
                    <a:pt x="180" y="70"/>
                    <a:pt x="180" y="70"/>
                  </a:cubicBezTo>
                  <a:cubicBezTo>
                    <a:pt x="180" y="70"/>
                    <a:pt x="186" y="82"/>
                    <a:pt x="182" y="91"/>
                  </a:cubicBezTo>
                  <a:cubicBezTo>
                    <a:pt x="177" y="100"/>
                    <a:pt x="166" y="98"/>
                    <a:pt x="166" y="98"/>
                  </a:cubicBezTo>
                  <a:cubicBezTo>
                    <a:pt x="166" y="98"/>
                    <a:pt x="163" y="112"/>
                    <a:pt x="163" y="120"/>
                  </a:cubicBezTo>
                  <a:cubicBezTo>
                    <a:pt x="163" y="128"/>
                    <a:pt x="164" y="134"/>
                    <a:pt x="170" y="139"/>
                  </a:cubicBezTo>
                  <a:cubicBezTo>
                    <a:pt x="176" y="144"/>
                    <a:pt x="200" y="154"/>
                    <a:pt x="218" y="159"/>
                  </a:cubicBezTo>
                  <a:cubicBezTo>
                    <a:pt x="220" y="160"/>
                    <a:pt x="222" y="160"/>
                    <a:pt x="224" y="161"/>
                  </a:cubicBezTo>
                  <a:cubicBezTo>
                    <a:pt x="224" y="489"/>
                    <a:pt x="224" y="489"/>
                    <a:pt x="224" y="489"/>
                  </a:cubicBezTo>
                  <a:cubicBezTo>
                    <a:pt x="224" y="489"/>
                    <a:pt x="223" y="489"/>
                    <a:pt x="223" y="489"/>
                  </a:cubicBezTo>
                  <a:cubicBezTo>
                    <a:pt x="218" y="489"/>
                    <a:pt x="215" y="490"/>
                    <a:pt x="215" y="490"/>
                  </a:cubicBezTo>
                  <a:cubicBezTo>
                    <a:pt x="215" y="490"/>
                    <a:pt x="218" y="498"/>
                    <a:pt x="218" y="506"/>
                  </a:cubicBezTo>
                  <a:cubicBezTo>
                    <a:pt x="218" y="513"/>
                    <a:pt x="217" y="521"/>
                    <a:pt x="217" y="521"/>
                  </a:cubicBezTo>
                  <a:cubicBezTo>
                    <a:pt x="224" y="520"/>
                    <a:pt x="224" y="520"/>
                    <a:pt x="224" y="520"/>
                  </a:cubicBezTo>
                  <a:cubicBezTo>
                    <a:pt x="224" y="700"/>
                    <a:pt x="224" y="700"/>
                    <a:pt x="224" y="700"/>
                  </a:cubicBezTo>
                  <a:cubicBezTo>
                    <a:pt x="224" y="700"/>
                    <a:pt x="223" y="700"/>
                    <a:pt x="222" y="700"/>
                  </a:cubicBezTo>
                  <a:cubicBezTo>
                    <a:pt x="214" y="700"/>
                    <a:pt x="210" y="700"/>
                    <a:pt x="210" y="700"/>
                  </a:cubicBezTo>
                  <a:cubicBezTo>
                    <a:pt x="210" y="700"/>
                    <a:pt x="212" y="744"/>
                    <a:pt x="212" y="761"/>
                  </a:cubicBezTo>
                  <a:cubicBezTo>
                    <a:pt x="212" y="779"/>
                    <a:pt x="211" y="806"/>
                    <a:pt x="203" y="819"/>
                  </a:cubicBezTo>
                  <a:cubicBezTo>
                    <a:pt x="195" y="832"/>
                    <a:pt x="194" y="836"/>
                    <a:pt x="194" y="847"/>
                  </a:cubicBezTo>
                  <a:cubicBezTo>
                    <a:pt x="194" y="858"/>
                    <a:pt x="211" y="888"/>
                    <a:pt x="210" y="898"/>
                  </a:cubicBezTo>
                  <a:cubicBezTo>
                    <a:pt x="209" y="908"/>
                    <a:pt x="207" y="924"/>
                    <a:pt x="190" y="924"/>
                  </a:cubicBezTo>
                  <a:cubicBezTo>
                    <a:pt x="173" y="923"/>
                    <a:pt x="161" y="917"/>
                    <a:pt x="161" y="903"/>
                  </a:cubicBezTo>
                  <a:cubicBezTo>
                    <a:pt x="161" y="889"/>
                    <a:pt x="163" y="880"/>
                    <a:pt x="157" y="875"/>
                  </a:cubicBezTo>
                  <a:cubicBezTo>
                    <a:pt x="151" y="870"/>
                    <a:pt x="160" y="858"/>
                    <a:pt x="150" y="845"/>
                  </a:cubicBezTo>
                  <a:cubicBezTo>
                    <a:pt x="141" y="832"/>
                    <a:pt x="151" y="830"/>
                    <a:pt x="149" y="818"/>
                  </a:cubicBezTo>
                  <a:cubicBezTo>
                    <a:pt x="146" y="806"/>
                    <a:pt x="151" y="769"/>
                    <a:pt x="152" y="754"/>
                  </a:cubicBezTo>
                  <a:cubicBezTo>
                    <a:pt x="153" y="739"/>
                    <a:pt x="150" y="722"/>
                    <a:pt x="143" y="659"/>
                  </a:cubicBezTo>
                  <a:cubicBezTo>
                    <a:pt x="135" y="596"/>
                    <a:pt x="131" y="568"/>
                    <a:pt x="129" y="554"/>
                  </a:cubicBezTo>
                  <a:cubicBezTo>
                    <a:pt x="127" y="541"/>
                    <a:pt x="123" y="523"/>
                    <a:pt x="123" y="523"/>
                  </a:cubicBezTo>
                  <a:cubicBezTo>
                    <a:pt x="123" y="523"/>
                    <a:pt x="113" y="582"/>
                    <a:pt x="105" y="597"/>
                  </a:cubicBezTo>
                  <a:cubicBezTo>
                    <a:pt x="97" y="612"/>
                    <a:pt x="88" y="685"/>
                    <a:pt x="86" y="706"/>
                  </a:cubicBezTo>
                  <a:cubicBezTo>
                    <a:pt x="83" y="728"/>
                    <a:pt x="85" y="791"/>
                    <a:pt x="80" y="798"/>
                  </a:cubicBezTo>
                  <a:cubicBezTo>
                    <a:pt x="75" y="804"/>
                    <a:pt x="72" y="813"/>
                    <a:pt x="72" y="813"/>
                  </a:cubicBezTo>
                  <a:cubicBezTo>
                    <a:pt x="72" y="813"/>
                    <a:pt x="85" y="821"/>
                    <a:pt x="85" y="832"/>
                  </a:cubicBezTo>
                  <a:cubicBezTo>
                    <a:pt x="85" y="842"/>
                    <a:pt x="76" y="851"/>
                    <a:pt x="76" y="865"/>
                  </a:cubicBezTo>
                  <a:cubicBezTo>
                    <a:pt x="77" y="878"/>
                    <a:pt x="75" y="890"/>
                    <a:pt x="70" y="893"/>
                  </a:cubicBezTo>
                  <a:cubicBezTo>
                    <a:pt x="64" y="896"/>
                    <a:pt x="65" y="920"/>
                    <a:pt x="58" y="928"/>
                  </a:cubicBezTo>
                  <a:cubicBezTo>
                    <a:pt x="51" y="936"/>
                    <a:pt x="39" y="943"/>
                    <a:pt x="25" y="938"/>
                  </a:cubicBezTo>
                  <a:cubicBezTo>
                    <a:pt x="11" y="934"/>
                    <a:pt x="11" y="916"/>
                    <a:pt x="18" y="898"/>
                  </a:cubicBezTo>
                  <a:cubicBezTo>
                    <a:pt x="25" y="880"/>
                    <a:pt x="33" y="868"/>
                    <a:pt x="31" y="861"/>
                  </a:cubicBezTo>
                  <a:cubicBezTo>
                    <a:pt x="28" y="854"/>
                    <a:pt x="26" y="843"/>
                    <a:pt x="33" y="836"/>
                  </a:cubicBezTo>
                  <a:cubicBezTo>
                    <a:pt x="40" y="829"/>
                    <a:pt x="32" y="821"/>
                    <a:pt x="28" y="815"/>
                  </a:cubicBezTo>
                  <a:cubicBezTo>
                    <a:pt x="23" y="809"/>
                    <a:pt x="24" y="780"/>
                    <a:pt x="24" y="765"/>
                  </a:cubicBezTo>
                  <a:cubicBezTo>
                    <a:pt x="23" y="750"/>
                    <a:pt x="25" y="673"/>
                    <a:pt x="24" y="645"/>
                  </a:cubicBezTo>
                  <a:cubicBezTo>
                    <a:pt x="23" y="617"/>
                    <a:pt x="21" y="533"/>
                    <a:pt x="25" y="510"/>
                  </a:cubicBezTo>
                  <a:cubicBezTo>
                    <a:pt x="29" y="487"/>
                    <a:pt x="25" y="469"/>
                    <a:pt x="25" y="469"/>
                  </a:cubicBezTo>
                  <a:cubicBezTo>
                    <a:pt x="25" y="469"/>
                    <a:pt x="16" y="474"/>
                    <a:pt x="16" y="465"/>
                  </a:cubicBezTo>
                  <a:cubicBezTo>
                    <a:pt x="16" y="457"/>
                    <a:pt x="20" y="455"/>
                    <a:pt x="16" y="440"/>
                  </a:cubicBezTo>
                  <a:cubicBezTo>
                    <a:pt x="12" y="425"/>
                    <a:pt x="11" y="410"/>
                    <a:pt x="6" y="399"/>
                  </a:cubicBezTo>
                  <a:cubicBezTo>
                    <a:pt x="1" y="387"/>
                    <a:pt x="0" y="367"/>
                    <a:pt x="6" y="361"/>
                  </a:cubicBezTo>
                  <a:cubicBezTo>
                    <a:pt x="12" y="355"/>
                    <a:pt x="3" y="321"/>
                    <a:pt x="9" y="296"/>
                  </a:cubicBezTo>
                  <a:cubicBezTo>
                    <a:pt x="14" y="270"/>
                    <a:pt x="17" y="230"/>
                    <a:pt x="18" y="208"/>
                  </a:cubicBezTo>
                  <a:cubicBezTo>
                    <a:pt x="18" y="186"/>
                    <a:pt x="19" y="170"/>
                    <a:pt x="48" y="163"/>
                  </a:cubicBezTo>
                  <a:cubicBezTo>
                    <a:pt x="76" y="156"/>
                    <a:pt x="97" y="148"/>
                    <a:pt x="101" y="142"/>
                  </a:cubicBezTo>
                  <a:cubicBezTo>
                    <a:pt x="105" y="136"/>
                    <a:pt x="107" y="120"/>
                    <a:pt x="106" y="113"/>
                  </a:cubicBezTo>
                  <a:cubicBezTo>
                    <a:pt x="105" y="106"/>
                    <a:pt x="104" y="100"/>
                    <a:pt x="104" y="96"/>
                  </a:cubicBezTo>
                  <a:cubicBezTo>
                    <a:pt x="104" y="92"/>
                    <a:pt x="96" y="98"/>
                    <a:pt x="94" y="90"/>
                  </a:cubicBezTo>
                  <a:cubicBezTo>
                    <a:pt x="92" y="83"/>
                    <a:pt x="91" y="66"/>
                    <a:pt x="92" y="65"/>
                  </a:cubicBezTo>
                  <a:cubicBezTo>
                    <a:pt x="94" y="63"/>
                    <a:pt x="95" y="64"/>
                    <a:pt x="97" y="64"/>
                  </a:cubicBezTo>
                  <a:cubicBezTo>
                    <a:pt x="96" y="61"/>
                    <a:pt x="95" y="46"/>
                    <a:pt x="97" y="29"/>
                  </a:cubicBezTo>
                  <a:cubicBezTo>
                    <a:pt x="98" y="14"/>
                    <a:pt x="113" y="1"/>
                    <a:pt x="14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22"/>
            <p:cNvSpPr>
              <a:spLocks/>
            </p:cNvSpPr>
            <p:nvPr/>
          </p:nvSpPr>
          <p:spPr bwMode="auto">
            <a:xfrm>
              <a:off x="3309938" y="3201988"/>
              <a:ext cx="76200" cy="76200"/>
            </a:xfrm>
            <a:custGeom>
              <a:avLst/>
              <a:gdLst/>
              <a:ahLst/>
              <a:cxnLst>
                <a:cxn ang="0">
                  <a:pos x="7" y="32"/>
                </a:cxn>
                <a:cxn ang="0">
                  <a:pos x="7" y="10"/>
                </a:cxn>
                <a:cxn ang="0">
                  <a:pos x="32" y="8"/>
                </a:cxn>
                <a:cxn ang="0">
                  <a:pos x="13" y="13"/>
                </a:cxn>
                <a:cxn ang="0">
                  <a:pos x="7" y="32"/>
                </a:cxn>
              </a:cxnLst>
              <a:rect l="0" t="0" r="r" b="b"/>
              <a:pathLst>
                <a:path w="32" h="32">
                  <a:moveTo>
                    <a:pt x="7" y="32"/>
                  </a:moveTo>
                  <a:cubicBezTo>
                    <a:pt x="7" y="32"/>
                    <a:pt x="0" y="20"/>
                    <a:pt x="7" y="10"/>
                  </a:cubicBezTo>
                  <a:cubicBezTo>
                    <a:pt x="15" y="0"/>
                    <a:pt x="32" y="8"/>
                    <a:pt x="32" y="8"/>
                  </a:cubicBezTo>
                  <a:cubicBezTo>
                    <a:pt x="32" y="8"/>
                    <a:pt x="20" y="8"/>
                    <a:pt x="13" y="13"/>
                  </a:cubicBezTo>
                  <a:cubicBezTo>
                    <a:pt x="7" y="18"/>
                    <a:pt x="9" y="22"/>
                    <a:pt x="7"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23"/>
            <p:cNvSpPr>
              <a:spLocks/>
            </p:cNvSpPr>
            <p:nvPr/>
          </p:nvSpPr>
          <p:spPr bwMode="auto">
            <a:xfrm>
              <a:off x="3827463" y="3302000"/>
              <a:ext cx="90488" cy="30162"/>
            </a:xfrm>
            <a:custGeom>
              <a:avLst/>
              <a:gdLst/>
              <a:ahLst/>
              <a:cxnLst>
                <a:cxn ang="0">
                  <a:pos x="0" y="12"/>
                </a:cxn>
                <a:cxn ang="0">
                  <a:pos x="18" y="0"/>
                </a:cxn>
                <a:cxn ang="0">
                  <a:pos x="38" y="13"/>
                </a:cxn>
                <a:cxn ang="0">
                  <a:pos x="17" y="6"/>
                </a:cxn>
                <a:cxn ang="0">
                  <a:pos x="0" y="12"/>
                </a:cxn>
              </a:cxnLst>
              <a:rect l="0" t="0" r="r" b="b"/>
              <a:pathLst>
                <a:path w="38" h="13">
                  <a:moveTo>
                    <a:pt x="0" y="12"/>
                  </a:moveTo>
                  <a:cubicBezTo>
                    <a:pt x="0" y="12"/>
                    <a:pt x="0" y="0"/>
                    <a:pt x="18" y="0"/>
                  </a:cubicBezTo>
                  <a:cubicBezTo>
                    <a:pt x="35" y="0"/>
                    <a:pt x="38" y="13"/>
                    <a:pt x="38" y="13"/>
                  </a:cubicBezTo>
                  <a:cubicBezTo>
                    <a:pt x="38" y="13"/>
                    <a:pt x="29" y="6"/>
                    <a:pt x="17" y="6"/>
                  </a:cubicBezTo>
                  <a:cubicBezTo>
                    <a:pt x="6" y="7"/>
                    <a:pt x="6" y="7"/>
                    <a:pt x="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24"/>
            <p:cNvSpPr>
              <a:spLocks/>
            </p:cNvSpPr>
            <p:nvPr/>
          </p:nvSpPr>
          <p:spPr bwMode="auto">
            <a:xfrm>
              <a:off x="3435351" y="2500313"/>
              <a:ext cx="241300" cy="627062"/>
            </a:xfrm>
            <a:custGeom>
              <a:avLst/>
              <a:gdLst/>
              <a:ahLst/>
              <a:cxnLst>
                <a:cxn ang="0">
                  <a:pos x="97" y="0"/>
                </a:cxn>
                <a:cxn ang="0">
                  <a:pos x="101" y="7"/>
                </a:cxn>
                <a:cxn ang="0">
                  <a:pos x="87" y="123"/>
                </a:cxn>
                <a:cxn ang="0">
                  <a:pos x="92" y="262"/>
                </a:cxn>
                <a:cxn ang="0">
                  <a:pos x="64" y="263"/>
                </a:cxn>
                <a:cxn ang="0">
                  <a:pos x="0" y="250"/>
                </a:cxn>
                <a:cxn ang="0">
                  <a:pos x="13" y="220"/>
                </a:cxn>
                <a:cxn ang="0">
                  <a:pos x="32" y="69"/>
                </a:cxn>
                <a:cxn ang="0">
                  <a:pos x="32" y="14"/>
                </a:cxn>
                <a:cxn ang="0">
                  <a:pos x="34" y="12"/>
                </a:cxn>
                <a:cxn ang="0">
                  <a:pos x="37" y="3"/>
                </a:cxn>
                <a:cxn ang="0">
                  <a:pos x="69" y="29"/>
                </a:cxn>
                <a:cxn ang="0">
                  <a:pos x="97" y="0"/>
                </a:cxn>
              </a:cxnLst>
              <a:rect l="0" t="0" r="r" b="b"/>
              <a:pathLst>
                <a:path w="101" h="263">
                  <a:moveTo>
                    <a:pt x="97" y="0"/>
                  </a:moveTo>
                  <a:cubicBezTo>
                    <a:pt x="98" y="2"/>
                    <a:pt x="99" y="4"/>
                    <a:pt x="101" y="7"/>
                  </a:cubicBezTo>
                  <a:cubicBezTo>
                    <a:pt x="98" y="26"/>
                    <a:pt x="90" y="82"/>
                    <a:pt x="87" y="123"/>
                  </a:cubicBezTo>
                  <a:cubicBezTo>
                    <a:pt x="83" y="171"/>
                    <a:pt x="92" y="262"/>
                    <a:pt x="92" y="262"/>
                  </a:cubicBezTo>
                  <a:cubicBezTo>
                    <a:pt x="92" y="262"/>
                    <a:pt x="85" y="263"/>
                    <a:pt x="64" y="263"/>
                  </a:cubicBezTo>
                  <a:cubicBezTo>
                    <a:pt x="43" y="263"/>
                    <a:pt x="0" y="250"/>
                    <a:pt x="0" y="250"/>
                  </a:cubicBezTo>
                  <a:cubicBezTo>
                    <a:pt x="0" y="250"/>
                    <a:pt x="7" y="237"/>
                    <a:pt x="13" y="220"/>
                  </a:cubicBezTo>
                  <a:cubicBezTo>
                    <a:pt x="19" y="204"/>
                    <a:pt x="29" y="131"/>
                    <a:pt x="32" y="69"/>
                  </a:cubicBezTo>
                  <a:cubicBezTo>
                    <a:pt x="34" y="38"/>
                    <a:pt x="34" y="23"/>
                    <a:pt x="32" y="14"/>
                  </a:cubicBezTo>
                  <a:cubicBezTo>
                    <a:pt x="33" y="13"/>
                    <a:pt x="34" y="12"/>
                    <a:pt x="34" y="12"/>
                  </a:cubicBezTo>
                  <a:cubicBezTo>
                    <a:pt x="35" y="10"/>
                    <a:pt x="37" y="7"/>
                    <a:pt x="37" y="3"/>
                  </a:cubicBezTo>
                  <a:cubicBezTo>
                    <a:pt x="44" y="16"/>
                    <a:pt x="60" y="29"/>
                    <a:pt x="69" y="29"/>
                  </a:cubicBezTo>
                  <a:cubicBezTo>
                    <a:pt x="79" y="29"/>
                    <a:pt x="91" y="10"/>
                    <a:pt x="97" y="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25"/>
            <p:cNvSpPr>
              <a:spLocks/>
            </p:cNvSpPr>
            <p:nvPr/>
          </p:nvSpPr>
          <p:spPr bwMode="auto">
            <a:xfrm>
              <a:off x="3548063" y="2576513"/>
              <a:ext cx="96838" cy="617537"/>
            </a:xfrm>
            <a:custGeom>
              <a:avLst/>
              <a:gdLst/>
              <a:ahLst/>
              <a:cxnLst>
                <a:cxn ang="0">
                  <a:pos x="0" y="11"/>
                </a:cxn>
                <a:cxn ang="0">
                  <a:pos x="20" y="0"/>
                </a:cxn>
                <a:cxn ang="0">
                  <a:pos x="41" y="11"/>
                </a:cxn>
                <a:cxn ang="0">
                  <a:pos x="27" y="18"/>
                </a:cxn>
                <a:cxn ang="0">
                  <a:pos x="33" y="107"/>
                </a:cxn>
                <a:cxn ang="0">
                  <a:pos x="32" y="238"/>
                </a:cxn>
                <a:cxn ang="0">
                  <a:pos x="15" y="239"/>
                </a:cxn>
                <a:cxn ang="0">
                  <a:pos x="14" y="89"/>
                </a:cxn>
                <a:cxn ang="0">
                  <a:pos x="15" y="18"/>
                </a:cxn>
                <a:cxn ang="0">
                  <a:pos x="0" y="11"/>
                </a:cxn>
              </a:cxnLst>
              <a:rect l="0" t="0" r="r" b="b"/>
              <a:pathLst>
                <a:path w="41" h="259">
                  <a:moveTo>
                    <a:pt x="0" y="11"/>
                  </a:moveTo>
                  <a:cubicBezTo>
                    <a:pt x="0" y="11"/>
                    <a:pt x="7" y="0"/>
                    <a:pt x="20" y="0"/>
                  </a:cubicBezTo>
                  <a:cubicBezTo>
                    <a:pt x="33" y="0"/>
                    <a:pt x="41" y="11"/>
                    <a:pt x="41" y="11"/>
                  </a:cubicBezTo>
                  <a:cubicBezTo>
                    <a:pt x="41" y="11"/>
                    <a:pt x="27" y="8"/>
                    <a:pt x="27" y="18"/>
                  </a:cubicBezTo>
                  <a:cubicBezTo>
                    <a:pt x="28" y="27"/>
                    <a:pt x="33" y="76"/>
                    <a:pt x="33" y="107"/>
                  </a:cubicBezTo>
                  <a:cubicBezTo>
                    <a:pt x="33" y="139"/>
                    <a:pt x="35" y="222"/>
                    <a:pt x="32" y="238"/>
                  </a:cubicBezTo>
                  <a:cubicBezTo>
                    <a:pt x="28" y="253"/>
                    <a:pt x="17" y="259"/>
                    <a:pt x="15" y="239"/>
                  </a:cubicBezTo>
                  <a:cubicBezTo>
                    <a:pt x="12" y="219"/>
                    <a:pt x="13" y="110"/>
                    <a:pt x="14" y="89"/>
                  </a:cubicBezTo>
                  <a:cubicBezTo>
                    <a:pt x="14" y="68"/>
                    <a:pt x="18" y="24"/>
                    <a:pt x="15" y="18"/>
                  </a:cubicBezTo>
                  <a:cubicBezTo>
                    <a:pt x="13" y="12"/>
                    <a:pt x="7" y="8"/>
                    <a:pt x="0"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09" name="TextBox 108"/>
          <p:cNvSpPr txBox="1"/>
          <p:nvPr/>
        </p:nvSpPr>
        <p:spPr>
          <a:xfrm>
            <a:off x="752087" y="3926195"/>
            <a:ext cx="2126673" cy="584775"/>
          </a:xfrm>
          <a:prstGeom prst="rect">
            <a:avLst/>
          </a:prstGeom>
          <a:noFill/>
        </p:spPr>
        <p:txBody>
          <a:bodyPr wrap="square" rtlCol="0">
            <a:spAutoFit/>
          </a:bodyPr>
          <a:lstStyle/>
          <a:p>
            <a:pPr algn="ctr"/>
            <a:r>
              <a:rPr lang="en-US" sz="1200" b="1" dirty="0">
                <a:solidFill>
                  <a:schemeClr val="accent1"/>
                </a:solidFill>
              </a:rPr>
              <a:t>Title Goes Here</a:t>
            </a:r>
            <a:endParaRPr lang="en-US" sz="1200" dirty="0">
              <a:solidFill>
                <a:schemeClr val="accent1"/>
              </a:solidFill>
            </a:endParaRPr>
          </a:p>
          <a:p>
            <a:pPr algn="ctr"/>
            <a:r>
              <a:rPr lang="en-US" sz="1000" dirty="0">
                <a:solidFill>
                  <a:schemeClr val="tx1">
                    <a:lumMod val="50000"/>
                    <a:lumOff val="50000"/>
                  </a:schemeClr>
                </a:solidFill>
              </a:rPr>
              <a:t>There are many variations of</a:t>
            </a:r>
          </a:p>
          <a:p>
            <a:pPr algn="ctr"/>
            <a:r>
              <a:rPr lang="en-US" sz="1000" dirty="0">
                <a:solidFill>
                  <a:schemeClr val="tx1">
                    <a:lumMod val="50000"/>
                    <a:lumOff val="50000"/>
                  </a:schemeClr>
                </a:solidFill>
              </a:rPr>
              <a:t>passages of Lorem Ipsum</a:t>
            </a:r>
          </a:p>
        </p:txBody>
      </p:sp>
      <p:sp>
        <p:nvSpPr>
          <p:cNvPr id="110" name="TextBox 109"/>
          <p:cNvSpPr txBox="1"/>
          <p:nvPr/>
        </p:nvSpPr>
        <p:spPr>
          <a:xfrm>
            <a:off x="1019784" y="1368437"/>
            <a:ext cx="1628067" cy="584775"/>
          </a:xfrm>
          <a:prstGeom prst="rect">
            <a:avLst/>
          </a:prstGeom>
          <a:noFill/>
        </p:spPr>
        <p:txBody>
          <a:bodyPr wrap="square" rtlCol="0">
            <a:spAutoFit/>
          </a:bodyPr>
          <a:lstStyle/>
          <a:p>
            <a:pPr algn="r"/>
            <a:r>
              <a:rPr lang="en-US" sz="1200" b="1" dirty="0">
                <a:solidFill>
                  <a:schemeClr val="accent3"/>
                </a:solidFill>
              </a:rPr>
              <a:t>Title Goes Here</a:t>
            </a:r>
            <a:endParaRPr lang="en-US" sz="1200" dirty="0">
              <a:solidFill>
                <a:schemeClr val="accent3"/>
              </a:solidFill>
            </a:endParaRPr>
          </a:p>
          <a:p>
            <a:pPr algn="r"/>
            <a:r>
              <a:rPr lang="en-US" sz="1000" dirty="0">
                <a:solidFill>
                  <a:schemeClr val="tx1">
                    <a:lumMod val="50000"/>
                    <a:lumOff val="50000"/>
                  </a:schemeClr>
                </a:solidFill>
              </a:rPr>
              <a:t>There are many variations of</a:t>
            </a:r>
          </a:p>
          <a:p>
            <a:pPr algn="r"/>
            <a:r>
              <a:rPr lang="en-US" sz="1000" dirty="0">
                <a:solidFill>
                  <a:schemeClr val="tx1">
                    <a:lumMod val="50000"/>
                    <a:lumOff val="50000"/>
                  </a:schemeClr>
                </a:solidFill>
              </a:rPr>
              <a:t>passages of Lorem Ipsum</a:t>
            </a:r>
          </a:p>
        </p:txBody>
      </p:sp>
      <p:sp>
        <p:nvSpPr>
          <p:cNvPr id="111" name="TextBox 110"/>
          <p:cNvSpPr txBox="1"/>
          <p:nvPr/>
        </p:nvSpPr>
        <p:spPr>
          <a:xfrm>
            <a:off x="3466976" y="3945651"/>
            <a:ext cx="2126673" cy="584775"/>
          </a:xfrm>
          <a:prstGeom prst="rect">
            <a:avLst/>
          </a:prstGeom>
          <a:noFill/>
        </p:spPr>
        <p:txBody>
          <a:bodyPr wrap="square" rtlCol="0">
            <a:spAutoFit/>
          </a:bodyPr>
          <a:lstStyle/>
          <a:p>
            <a:pPr algn="ctr"/>
            <a:r>
              <a:rPr lang="en-US" sz="1200" b="1" dirty="0">
                <a:solidFill>
                  <a:schemeClr val="accent4"/>
                </a:solidFill>
              </a:rPr>
              <a:t>Title Goes Here</a:t>
            </a:r>
            <a:endParaRPr lang="en-US" sz="1200" dirty="0">
              <a:solidFill>
                <a:schemeClr val="accent4"/>
              </a:solidFill>
            </a:endParaRPr>
          </a:p>
          <a:p>
            <a:pPr algn="ctr"/>
            <a:r>
              <a:rPr lang="en-US" sz="1000" dirty="0">
                <a:solidFill>
                  <a:schemeClr val="tx1">
                    <a:lumMod val="50000"/>
                    <a:lumOff val="50000"/>
                  </a:schemeClr>
                </a:solidFill>
              </a:rPr>
              <a:t>There are many variations of</a:t>
            </a:r>
          </a:p>
          <a:p>
            <a:pPr algn="ctr"/>
            <a:r>
              <a:rPr lang="en-US" sz="1000" dirty="0">
                <a:solidFill>
                  <a:schemeClr val="tx1">
                    <a:lumMod val="50000"/>
                    <a:lumOff val="50000"/>
                  </a:schemeClr>
                </a:solidFill>
              </a:rPr>
              <a:t>passages of Lorem Ipsum</a:t>
            </a:r>
          </a:p>
        </p:txBody>
      </p:sp>
      <p:sp>
        <p:nvSpPr>
          <p:cNvPr id="112" name="TextBox 111"/>
          <p:cNvSpPr txBox="1"/>
          <p:nvPr/>
        </p:nvSpPr>
        <p:spPr>
          <a:xfrm>
            <a:off x="6498143" y="1368437"/>
            <a:ext cx="1628067" cy="584775"/>
          </a:xfrm>
          <a:prstGeom prst="rect">
            <a:avLst/>
          </a:prstGeom>
          <a:noFill/>
        </p:spPr>
        <p:txBody>
          <a:bodyPr wrap="square" rtlCol="0">
            <a:spAutoFit/>
          </a:bodyPr>
          <a:lstStyle/>
          <a:p>
            <a:r>
              <a:rPr lang="en-US" sz="1200" b="1" dirty="0">
                <a:solidFill>
                  <a:schemeClr val="accent5"/>
                </a:solidFill>
              </a:rPr>
              <a:t>Title Goes Here</a:t>
            </a:r>
            <a:endParaRPr lang="en-US" sz="1200" dirty="0">
              <a:solidFill>
                <a:schemeClr val="accent5"/>
              </a:solidFill>
            </a:endParaRPr>
          </a:p>
          <a:p>
            <a:r>
              <a:rPr lang="en-US" sz="1000" dirty="0">
                <a:solidFill>
                  <a:schemeClr val="tx1">
                    <a:lumMod val="50000"/>
                    <a:lumOff val="50000"/>
                  </a:schemeClr>
                </a:solidFill>
              </a:rPr>
              <a:t>There are many variations of</a:t>
            </a:r>
          </a:p>
          <a:p>
            <a:r>
              <a:rPr lang="en-US" sz="1000" dirty="0">
                <a:solidFill>
                  <a:schemeClr val="tx1">
                    <a:lumMod val="50000"/>
                    <a:lumOff val="50000"/>
                  </a:schemeClr>
                </a:solidFill>
              </a:rPr>
              <a:t>passages of Lorem Ipsum</a:t>
            </a:r>
          </a:p>
        </p:txBody>
      </p:sp>
      <p:sp>
        <p:nvSpPr>
          <p:cNvPr id="113" name="TextBox 112"/>
          <p:cNvSpPr txBox="1"/>
          <p:nvPr/>
        </p:nvSpPr>
        <p:spPr>
          <a:xfrm>
            <a:off x="6257203" y="3916467"/>
            <a:ext cx="2126673" cy="584775"/>
          </a:xfrm>
          <a:prstGeom prst="rect">
            <a:avLst/>
          </a:prstGeom>
          <a:noFill/>
        </p:spPr>
        <p:txBody>
          <a:bodyPr wrap="square" rtlCol="0">
            <a:spAutoFit/>
          </a:bodyPr>
          <a:lstStyle/>
          <a:p>
            <a:pPr algn="ctr"/>
            <a:r>
              <a:rPr lang="en-US" sz="1200" b="1" dirty="0">
                <a:solidFill>
                  <a:schemeClr val="accent6"/>
                </a:solidFill>
              </a:rPr>
              <a:t>Title Goes Here</a:t>
            </a:r>
            <a:endParaRPr lang="en-US" sz="1200" dirty="0">
              <a:solidFill>
                <a:schemeClr val="accent6"/>
              </a:solidFill>
            </a:endParaRPr>
          </a:p>
          <a:p>
            <a:pPr algn="ctr"/>
            <a:r>
              <a:rPr lang="en-US" sz="1000" dirty="0">
                <a:solidFill>
                  <a:schemeClr val="tx1">
                    <a:lumMod val="50000"/>
                    <a:lumOff val="50000"/>
                  </a:schemeClr>
                </a:solidFill>
              </a:rPr>
              <a:t>There are many variations of</a:t>
            </a:r>
          </a:p>
          <a:p>
            <a:pPr algn="ctr"/>
            <a:r>
              <a:rPr lang="en-US" sz="1000" dirty="0">
                <a:solidFill>
                  <a:schemeClr val="tx1">
                    <a:lumMod val="50000"/>
                    <a:lumOff val="50000"/>
                  </a:schemeClr>
                </a:solidFill>
              </a:rPr>
              <a:t>passages of Lorem Ipsum</a:t>
            </a:r>
          </a:p>
        </p:txBody>
      </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grpId="0" nodeType="afterEffect">
                                  <p:stCondLst>
                                    <p:cond delay="0"/>
                                  </p:stCondLst>
                                  <p:childTnLst>
                                    <p:set>
                                      <p:cBhvr>
                                        <p:cTn id="11" dur="1" fill="hold">
                                          <p:stCondLst>
                                            <p:cond delay="0"/>
                                          </p:stCondLst>
                                        </p:cTn>
                                        <p:tgtEl>
                                          <p:spTgt spid="62"/>
                                        </p:tgtEl>
                                        <p:attrNameLst>
                                          <p:attrName>style.visibility</p:attrName>
                                        </p:attrNameLst>
                                      </p:cBhvr>
                                      <p:to>
                                        <p:strVal val="visible"/>
                                      </p:to>
                                    </p:set>
                                    <p:anim calcmode="lin" valueType="num">
                                      <p:cBhvr additive="base">
                                        <p:cTn id="12" dur="500" fill="hold"/>
                                        <p:tgtEl>
                                          <p:spTgt spid="62"/>
                                        </p:tgtEl>
                                        <p:attrNameLst>
                                          <p:attrName>ppt_x</p:attrName>
                                        </p:attrNameLst>
                                      </p:cBhvr>
                                      <p:tavLst>
                                        <p:tav tm="0">
                                          <p:val>
                                            <p:strVal val="#ppt_x"/>
                                          </p:val>
                                        </p:tav>
                                        <p:tav tm="100000">
                                          <p:val>
                                            <p:strVal val="#ppt_x"/>
                                          </p:val>
                                        </p:tav>
                                      </p:tavLst>
                                    </p:anim>
                                    <p:anim calcmode="lin" valueType="num">
                                      <p:cBhvr additive="base">
                                        <p:cTn id="13" dur="500" fill="hold"/>
                                        <p:tgtEl>
                                          <p:spTgt spid="62"/>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grpId="0" nodeType="afterEffect">
                                  <p:stCondLst>
                                    <p:cond delay="0"/>
                                  </p:stCondLst>
                                  <p:childTnLst>
                                    <p:set>
                                      <p:cBhvr>
                                        <p:cTn id="16" dur="1" fill="hold">
                                          <p:stCondLst>
                                            <p:cond delay="0"/>
                                          </p:stCondLst>
                                        </p:cTn>
                                        <p:tgtEl>
                                          <p:spTgt spid="60"/>
                                        </p:tgtEl>
                                        <p:attrNameLst>
                                          <p:attrName>style.visibility</p:attrName>
                                        </p:attrNameLst>
                                      </p:cBhvr>
                                      <p:to>
                                        <p:strVal val="visible"/>
                                      </p:to>
                                    </p:set>
                                    <p:anim calcmode="lin" valueType="num">
                                      <p:cBhvr additive="base">
                                        <p:cTn id="17" dur="500" fill="hold"/>
                                        <p:tgtEl>
                                          <p:spTgt spid="60"/>
                                        </p:tgtEl>
                                        <p:attrNameLst>
                                          <p:attrName>ppt_x</p:attrName>
                                        </p:attrNameLst>
                                      </p:cBhvr>
                                      <p:tavLst>
                                        <p:tav tm="0">
                                          <p:val>
                                            <p:strVal val="#ppt_x"/>
                                          </p:val>
                                        </p:tav>
                                        <p:tav tm="100000">
                                          <p:val>
                                            <p:strVal val="#ppt_x"/>
                                          </p:val>
                                        </p:tav>
                                      </p:tavLst>
                                    </p:anim>
                                    <p:anim calcmode="lin" valueType="num">
                                      <p:cBhvr additive="base">
                                        <p:cTn id="18" dur="500" fill="hold"/>
                                        <p:tgtEl>
                                          <p:spTgt spid="60"/>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ppt_x"/>
                                          </p:val>
                                        </p:tav>
                                        <p:tav tm="100000">
                                          <p:val>
                                            <p:strVal val="#ppt_x"/>
                                          </p:val>
                                        </p:tav>
                                      </p:tavLst>
                                    </p:anim>
                                    <p:anim calcmode="lin" valueType="num">
                                      <p:cBhvr additive="base">
                                        <p:cTn id="23" dur="500" fill="hold"/>
                                        <p:tgtEl>
                                          <p:spTgt spid="4"/>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nodeType="after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500" fill="hold"/>
                                        <p:tgtEl>
                                          <p:spTgt spid="3"/>
                                        </p:tgtEl>
                                        <p:attrNameLst>
                                          <p:attrName>ppt_x</p:attrName>
                                        </p:attrNameLst>
                                      </p:cBhvr>
                                      <p:tavLst>
                                        <p:tav tm="0">
                                          <p:val>
                                            <p:strVal val="#ppt_x"/>
                                          </p:val>
                                        </p:tav>
                                        <p:tav tm="100000">
                                          <p:val>
                                            <p:strVal val="#ppt_x"/>
                                          </p:val>
                                        </p:tav>
                                      </p:tavLst>
                                    </p:anim>
                                    <p:anim calcmode="lin" valueType="num">
                                      <p:cBhvr additive="base">
                                        <p:cTn id="33" dur="500" fill="hold"/>
                                        <p:tgtEl>
                                          <p:spTgt spid="3"/>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2" presetClass="entr" presetSubtype="1" accel="50000" decel="50000" fill="hold" nodeType="after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500" fill="hold"/>
                                        <p:tgtEl>
                                          <p:spTgt spid="6"/>
                                        </p:tgtEl>
                                        <p:attrNameLst>
                                          <p:attrName>ppt_x</p:attrName>
                                        </p:attrNameLst>
                                      </p:cBhvr>
                                      <p:tavLst>
                                        <p:tav tm="0">
                                          <p:val>
                                            <p:strVal val="#ppt_x"/>
                                          </p:val>
                                        </p:tav>
                                        <p:tav tm="100000">
                                          <p:val>
                                            <p:strVal val="#ppt_x"/>
                                          </p:val>
                                        </p:tav>
                                      </p:tavLst>
                                    </p:anim>
                                    <p:anim calcmode="lin" valueType="num">
                                      <p:cBhvr additive="base">
                                        <p:cTn id="38" dur="500" fill="hold"/>
                                        <p:tgtEl>
                                          <p:spTgt spid="6"/>
                                        </p:tgtEl>
                                        <p:attrNameLst>
                                          <p:attrName>ppt_y</p:attrName>
                                        </p:attrNameLst>
                                      </p:cBhvr>
                                      <p:tavLst>
                                        <p:tav tm="0">
                                          <p:val>
                                            <p:strVal val="0-#ppt_h/2"/>
                                          </p:val>
                                        </p:tav>
                                        <p:tav tm="100000">
                                          <p:val>
                                            <p:strVal val="#ppt_y"/>
                                          </p:val>
                                        </p:tav>
                                      </p:tavLst>
                                    </p:anim>
                                  </p:childTnLst>
                                </p:cTn>
                              </p:par>
                            </p:childTnLst>
                          </p:cTn>
                        </p:par>
                        <p:par>
                          <p:cTn id="39" fill="hold">
                            <p:stCondLst>
                              <p:cond delay="3500"/>
                            </p:stCondLst>
                            <p:childTnLst>
                              <p:par>
                                <p:cTn id="40" presetID="2" presetClass="entr" presetSubtype="1" accel="50000" decel="50000" fill="hold" nodeType="afterEffect">
                                  <p:stCondLst>
                                    <p:cond delay="0"/>
                                  </p:stCondLst>
                                  <p:childTnLst>
                                    <p:set>
                                      <p:cBhvr>
                                        <p:cTn id="41" dur="1" fill="hold">
                                          <p:stCondLst>
                                            <p:cond delay="0"/>
                                          </p:stCondLst>
                                        </p:cTn>
                                        <p:tgtEl>
                                          <p:spTgt spid="2"/>
                                        </p:tgtEl>
                                        <p:attrNameLst>
                                          <p:attrName>style.visibility</p:attrName>
                                        </p:attrNameLst>
                                      </p:cBhvr>
                                      <p:to>
                                        <p:strVal val="visible"/>
                                      </p:to>
                                    </p:set>
                                    <p:anim calcmode="lin" valueType="num">
                                      <p:cBhvr additive="base">
                                        <p:cTn id="42" dur="500" fill="hold"/>
                                        <p:tgtEl>
                                          <p:spTgt spid="2"/>
                                        </p:tgtEl>
                                        <p:attrNameLst>
                                          <p:attrName>ppt_x</p:attrName>
                                        </p:attrNameLst>
                                      </p:cBhvr>
                                      <p:tavLst>
                                        <p:tav tm="0">
                                          <p:val>
                                            <p:strVal val="#ppt_x"/>
                                          </p:val>
                                        </p:tav>
                                        <p:tav tm="100000">
                                          <p:val>
                                            <p:strVal val="#ppt_x"/>
                                          </p:val>
                                        </p:tav>
                                      </p:tavLst>
                                    </p:anim>
                                    <p:anim calcmode="lin" valueType="num">
                                      <p:cBhvr additive="base">
                                        <p:cTn id="43" dur="500" fill="hold"/>
                                        <p:tgtEl>
                                          <p:spTgt spid="2"/>
                                        </p:tgtEl>
                                        <p:attrNameLst>
                                          <p:attrName>ppt_y</p:attrName>
                                        </p:attrNameLst>
                                      </p:cBhvr>
                                      <p:tavLst>
                                        <p:tav tm="0">
                                          <p:val>
                                            <p:strVal val="0-#ppt_h/2"/>
                                          </p:val>
                                        </p:tav>
                                        <p:tav tm="100000">
                                          <p:val>
                                            <p:strVal val="#ppt_y"/>
                                          </p:val>
                                        </p:tav>
                                      </p:tavLst>
                                    </p:anim>
                                  </p:childTnLst>
                                </p:cTn>
                              </p:par>
                            </p:childTnLst>
                          </p:cTn>
                        </p:par>
                        <p:par>
                          <p:cTn id="44" fill="hold">
                            <p:stCondLst>
                              <p:cond delay="4000"/>
                            </p:stCondLst>
                            <p:childTnLst>
                              <p:par>
                                <p:cTn id="45" presetID="22" presetClass="entr" presetSubtype="1" fill="hold" grpId="0" nodeType="afterEffect">
                                  <p:stCondLst>
                                    <p:cond delay="0"/>
                                  </p:stCondLst>
                                  <p:childTnLst>
                                    <p:set>
                                      <p:cBhvr>
                                        <p:cTn id="46" dur="1" fill="hold">
                                          <p:stCondLst>
                                            <p:cond delay="0"/>
                                          </p:stCondLst>
                                        </p:cTn>
                                        <p:tgtEl>
                                          <p:spTgt spid="109"/>
                                        </p:tgtEl>
                                        <p:attrNameLst>
                                          <p:attrName>style.visibility</p:attrName>
                                        </p:attrNameLst>
                                      </p:cBhvr>
                                      <p:to>
                                        <p:strVal val="visible"/>
                                      </p:to>
                                    </p:set>
                                    <p:animEffect transition="in" filter="wipe(up)">
                                      <p:cBhvr>
                                        <p:cTn id="47" dur="500"/>
                                        <p:tgtEl>
                                          <p:spTgt spid="109"/>
                                        </p:tgtEl>
                                      </p:cBhvr>
                                    </p:animEffect>
                                  </p:childTnLst>
                                </p:cTn>
                              </p:par>
                            </p:childTnLst>
                          </p:cTn>
                        </p:par>
                        <p:par>
                          <p:cTn id="48" fill="hold">
                            <p:stCondLst>
                              <p:cond delay="4500"/>
                            </p:stCondLst>
                            <p:childTnLst>
                              <p:par>
                                <p:cTn id="49" presetID="22" presetClass="entr" presetSubtype="2" fill="hold" grpId="0" nodeType="afterEffect">
                                  <p:stCondLst>
                                    <p:cond delay="0"/>
                                  </p:stCondLst>
                                  <p:childTnLst>
                                    <p:set>
                                      <p:cBhvr>
                                        <p:cTn id="50" dur="1" fill="hold">
                                          <p:stCondLst>
                                            <p:cond delay="0"/>
                                          </p:stCondLst>
                                        </p:cTn>
                                        <p:tgtEl>
                                          <p:spTgt spid="110"/>
                                        </p:tgtEl>
                                        <p:attrNameLst>
                                          <p:attrName>style.visibility</p:attrName>
                                        </p:attrNameLst>
                                      </p:cBhvr>
                                      <p:to>
                                        <p:strVal val="visible"/>
                                      </p:to>
                                    </p:set>
                                    <p:animEffect transition="in" filter="wipe(right)">
                                      <p:cBhvr>
                                        <p:cTn id="51" dur="500"/>
                                        <p:tgtEl>
                                          <p:spTgt spid="110"/>
                                        </p:tgtEl>
                                      </p:cBhvr>
                                    </p:animEffect>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112"/>
                                        </p:tgtEl>
                                        <p:attrNameLst>
                                          <p:attrName>style.visibility</p:attrName>
                                        </p:attrNameLst>
                                      </p:cBhvr>
                                      <p:to>
                                        <p:strVal val="visible"/>
                                      </p:to>
                                    </p:set>
                                    <p:animEffect transition="in" filter="wipe(left)">
                                      <p:cBhvr>
                                        <p:cTn id="55" dur="500"/>
                                        <p:tgtEl>
                                          <p:spTgt spid="112"/>
                                        </p:tgtEl>
                                      </p:cBhvr>
                                    </p:animEffect>
                                  </p:childTnLst>
                                </p:cTn>
                              </p:par>
                            </p:childTnLst>
                          </p:cTn>
                        </p:par>
                        <p:par>
                          <p:cTn id="56" fill="hold">
                            <p:stCondLst>
                              <p:cond delay="5500"/>
                            </p:stCondLst>
                            <p:childTnLst>
                              <p:par>
                                <p:cTn id="57" presetID="22" presetClass="entr" presetSubtype="1" fill="hold" grpId="0" nodeType="afterEffect">
                                  <p:stCondLst>
                                    <p:cond delay="0"/>
                                  </p:stCondLst>
                                  <p:childTnLst>
                                    <p:set>
                                      <p:cBhvr>
                                        <p:cTn id="58" dur="1" fill="hold">
                                          <p:stCondLst>
                                            <p:cond delay="0"/>
                                          </p:stCondLst>
                                        </p:cTn>
                                        <p:tgtEl>
                                          <p:spTgt spid="113"/>
                                        </p:tgtEl>
                                        <p:attrNameLst>
                                          <p:attrName>style.visibility</p:attrName>
                                        </p:attrNameLst>
                                      </p:cBhvr>
                                      <p:to>
                                        <p:strVal val="visible"/>
                                      </p:to>
                                    </p:set>
                                    <p:animEffect transition="in" filter="wipe(up)">
                                      <p:cBhvr>
                                        <p:cTn id="59" dur="500"/>
                                        <p:tgtEl>
                                          <p:spTgt spid="113"/>
                                        </p:tgtEl>
                                      </p:cBhvr>
                                    </p:animEffect>
                                  </p:childTnLst>
                                </p:cTn>
                              </p:par>
                            </p:childTnLst>
                          </p:cTn>
                        </p:par>
                        <p:par>
                          <p:cTn id="60" fill="hold">
                            <p:stCondLst>
                              <p:cond delay="6000"/>
                            </p:stCondLst>
                            <p:childTnLst>
                              <p:par>
                                <p:cTn id="61" presetID="22" presetClass="entr" presetSubtype="1" fill="hold" grpId="0" nodeType="afterEffect">
                                  <p:stCondLst>
                                    <p:cond delay="0"/>
                                  </p:stCondLst>
                                  <p:childTnLst>
                                    <p:set>
                                      <p:cBhvr>
                                        <p:cTn id="62" dur="1" fill="hold">
                                          <p:stCondLst>
                                            <p:cond delay="0"/>
                                          </p:stCondLst>
                                        </p:cTn>
                                        <p:tgtEl>
                                          <p:spTgt spid="111"/>
                                        </p:tgtEl>
                                        <p:attrNameLst>
                                          <p:attrName>style.visibility</p:attrName>
                                        </p:attrNameLst>
                                      </p:cBhvr>
                                      <p:to>
                                        <p:strVal val="visible"/>
                                      </p:to>
                                    </p:set>
                                    <p:animEffect transition="in" filter="wipe(up)">
                                      <p:cBhvr>
                                        <p:cTn id="63"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2" grpId="0" animBg="1"/>
      <p:bldP spid="60" grpId="0" animBg="1"/>
      <p:bldP spid="109" grpId="0"/>
      <p:bldP spid="110" grpId="0"/>
      <p:bldP spid="111" grpId="0"/>
      <p:bldP spid="112" grpId="0"/>
      <p:bldP spid="113"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Silhouettes Infographic</a:t>
            </a:r>
            <a:endParaRPr lang="en-US" dirty="0"/>
          </a:p>
        </p:txBody>
      </p:sp>
      <p:sp>
        <p:nvSpPr>
          <p:cNvPr id="8" name="Text Placeholder 7"/>
          <p:cNvSpPr>
            <a:spLocks noGrp="1"/>
          </p:cNvSpPr>
          <p:nvPr>
            <p:ph type="body" sz="half" idx="2"/>
          </p:nvPr>
        </p:nvSpPr>
        <p:spPr/>
        <p:txBody>
          <a:bodyPr/>
          <a:lstStyle/>
          <a:p>
            <a:r>
              <a:rPr lang="en-US"/>
              <a:t>Silhouettes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274</a:t>
            </a:fld>
            <a:endParaRPr lang="en-US" dirty="0"/>
          </a:p>
        </p:txBody>
      </p:sp>
      <p:sp>
        <p:nvSpPr>
          <p:cNvPr id="5" name="Can 4"/>
          <p:cNvSpPr/>
          <p:nvPr/>
        </p:nvSpPr>
        <p:spPr>
          <a:xfrm>
            <a:off x="533400" y="3327924"/>
            <a:ext cx="1497435" cy="285226"/>
          </a:xfrm>
          <a:prstGeom prst="ca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n 5"/>
          <p:cNvSpPr/>
          <p:nvPr/>
        </p:nvSpPr>
        <p:spPr>
          <a:xfrm>
            <a:off x="2215445" y="3114005"/>
            <a:ext cx="1497435" cy="499145"/>
          </a:xfrm>
          <a:prstGeom prst="ca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Can 8"/>
          <p:cNvSpPr/>
          <p:nvPr/>
        </p:nvSpPr>
        <p:spPr>
          <a:xfrm>
            <a:off x="3823283" y="2900086"/>
            <a:ext cx="1497435" cy="713064"/>
          </a:xfrm>
          <a:prstGeom prst="ca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an 9"/>
          <p:cNvSpPr/>
          <p:nvPr/>
        </p:nvSpPr>
        <p:spPr>
          <a:xfrm>
            <a:off x="5468225" y="2543554"/>
            <a:ext cx="1497435" cy="1069596"/>
          </a:xfrm>
          <a:prstGeom prst="ca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an 10"/>
          <p:cNvSpPr/>
          <p:nvPr/>
        </p:nvSpPr>
        <p:spPr>
          <a:xfrm>
            <a:off x="7113165" y="2187022"/>
            <a:ext cx="1497435" cy="1426128"/>
          </a:xfrm>
          <a:prstGeom prst="ca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34"/>
          <p:cNvGrpSpPr/>
          <p:nvPr/>
        </p:nvGrpSpPr>
        <p:grpSpPr>
          <a:xfrm>
            <a:off x="2759208" y="2059421"/>
            <a:ext cx="479180" cy="1150198"/>
            <a:chOff x="5686426" y="2062163"/>
            <a:chExt cx="915988" cy="2198687"/>
          </a:xfrm>
          <a:solidFill>
            <a:schemeClr val="accent6"/>
          </a:solidFill>
        </p:grpSpPr>
        <p:sp>
          <p:nvSpPr>
            <p:cNvPr id="14" name="Freeform 6"/>
            <p:cNvSpPr>
              <a:spLocks noEditPoints="1"/>
            </p:cNvSpPr>
            <p:nvPr/>
          </p:nvSpPr>
          <p:spPr bwMode="auto">
            <a:xfrm>
              <a:off x="5686426" y="2062163"/>
              <a:ext cx="915988" cy="2198687"/>
            </a:xfrm>
            <a:custGeom>
              <a:avLst/>
              <a:gdLst/>
              <a:ahLst/>
              <a:cxnLst>
                <a:cxn ang="0">
                  <a:pos x="334" y="194"/>
                </a:cxn>
                <a:cxn ang="0">
                  <a:pos x="373" y="371"/>
                </a:cxn>
                <a:cxn ang="0">
                  <a:pos x="321" y="443"/>
                </a:cxn>
                <a:cxn ang="0">
                  <a:pos x="320" y="350"/>
                </a:cxn>
                <a:cxn ang="0">
                  <a:pos x="320" y="320"/>
                </a:cxn>
                <a:cxn ang="0">
                  <a:pos x="234" y="7"/>
                </a:cxn>
                <a:cxn ang="0">
                  <a:pos x="258" y="27"/>
                </a:cxn>
                <a:cxn ang="0">
                  <a:pos x="265" y="80"/>
                </a:cxn>
                <a:cxn ang="0">
                  <a:pos x="254" y="101"/>
                </a:cxn>
                <a:cxn ang="0">
                  <a:pos x="252" y="134"/>
                </a:cxn>
                <a:cxn ang="0">
                  <a:pos x="302" y="163"/>
                </a:cxn>
                <a:cxn ang="0">
                  <a:pos x="320" y="320"/>
                </a:cxn>
                <a:cxn ang="0">
                  <a:pos x="313" y="370"/>
                </a:cxn>
                <a:cxn ang="0">
                  <a:pos x="320" y="443"/>
                </a:cxn>
                <a:cxn ang="0">
                  <a:pos x="305" y="457"/>
                </a:cxn>
                <a:cxn ang="0">
                  <a:pos x="284" y="513"/>
                </a:cxn>
                <a:cxn ang="0">
                  <a:pos x="256" y="715"/>
                </a:cxn>
                <a:cxn ang="0">
                  <a:pos x="236" y="827"/>
                </a:cxn>
                <a:cxn ang="0">
                  <a:pos x="245" y="876"/>
                </a:cxn>
                <a:cxn ang="0">
                  <a:pos x="236" y="910"/>
                </a:cxn>
                <a:cxn ang="0">
                  <a:pos x="194" y="897"/>
                </a:cxn>
                <a:cxn ang="0">
                  <a:pos x="196" y="861"/>
                </a:cxn>
                <a:cxn ang="0">
                  <a:pos x="193" y="820"/>
                </a:cxn>
                <a:cxn ang="0">
                  <a:pos x="194" y="748"/>
                </a:cxn>
                <a:cxn ang="0">
                  <a:pos x="201" y="684"/>
                </a:cxn>
                <a:cxn ang="0">
                  <a:pos x="197" y="595"/>
                </a:cxn>
                <a:cxn ang="0">
                  <a:pos x="177" y="562"/>
                </a:cxn>
                <a:cxn ang="0">
                  <a:pos x="112" y="808"/>
                </a:cxn>
                <a:cxn ang="0">
                  <a:pos x="115" y="334"/>
                </a:cxn>
                <a:cxn ang="0">
                  <a:pos x="112" y="311"/>
                </a:cxn>
                <a:cxn ang="0">
                  <a:pos x="135" y="154"/>
                </a:cxn>
                <a:cxn ang="0">
                  <a:pos x="193" y="131"/>
                </a:cxn>
                <a:cxn ang="0">
                  <a:pos x="184" y="94"/>
                </a:cxn>
                <a:cxn ang="0">
                  <a:pos x="188" y="49"/>
                </a:cxn>
                <a:cxn ang="0">
                  <a:pos x="205" y="15"/>
                </a:cxn>
                <a:cxn ang="0">
                  <a:pos x="234" y="7"/>
                </a:cxn>
                <a:cxn ang="0">
                  <a:pos x="109" y="819"/>
                </a:cxn>
                <a:cxn ang="0">
                  <a:pos x="93" y="884"/>
                </a:cxn>
                <a:cxn ang="0">
                  <a:pos x="70" y="893"/>
                </a:cxn>
                <a:cxn ang="0">
                  <a:pos x="0" y="914"/>
                </a:cxn>
                <a:cxn ang="0">
                  <a:pos x="35" y="867"/>
                </a:cxn>
                <a:cxn ang="0">
                  <a:pos x="53" y="783"/>
                </a:cxn>
                <a:cxn ang="0">
                  <a:pos x="96" y="558"/>
                </a:cxn>
                <a:cxn ang="0">
                  <a:pos x="109" y="471"/>
                </a:cxn>
                <a:cxn ang="0">
                  <a:pos x="94" y="461"/>
                </a:cxn>
                <a:cxn ang="0">
                  <a:pos x="89" y="434"/>
                </a:cxn>
                <a:cxn ang="0">
                  <a:pos x="59" y="348"/>
                </a:cxn>
                <a:cxn ang="0">
                  <a:pos x="80" y="243"/>
                </a:cxn>
                <a:cxn ang="0">
                  <a:pos x="104" y="169"/>
                </a:cxn>
                <a:cxn ang="0">
                  <a:pos x="112" y="311"/>
                </a:cxn>
                <a:cxn ang="0">
                  <a:pos x="106" y="332"/>
                </a:cxn>
                <a:cxn ang="0">
                  <a:pos x="112" y="362"/>
                </a:cxn>
              </a:cxnLst>
              <a:rect l="0" t="0" r="r" b="b"/>
              <a:pathLst>
                <a:path w="384" h="922">
                  <a:moveTo>
                    <a:pt x="320" y="171"/>
                  </a:moveTo>
                  <a:cubicBezTo>
                    <a:pt x="327" y="175"/>
                    <a:pt x="332" y="182"/>
                    <a:pt x="334" y="194"/>
                  </a:cubicBezTo>
                  <a:cubicBezTo>
                    <a:pt x="338" y="215"/>
                    <a:pt x="360" y="287"/>
                    <a:pt x="371" y="307"/>
                  </a:cubicBezTo>
                  <a:cubicBezTo>
                    <a:pt x="382" y="327"/>
                    <a:pt x="384" y="354"/>
                    <a:pt x="373" y="371"/>
                  </a:cubicBezTo>
                  <a:cubicBezTo>
                    <a:pt x="362" y="387"/>
                    <a:pt x="336" y="428"/>
                    <a:pt x="332" y="434"/>
                  </a:cubicBezTo>
                  <a:cubicBezTo>
                    <a:pt x="328" y="440"/>
                    <a:pt x="327" y="444"/>
                    <a:pt x="321" y="443"/>
                  </a:cubicBezTo>
                  <a:cubicBezTo>
                    <a:pt x="321" y="443"/>
                    <a:pt x="321" y="443"/>
                    <a:pt x="320" y="443"/>
                  </a:cubicBezTo>
                  <a:cubicBezTo>
                    <a:pt x="320" y="350"/>
                    <a:pt x="320" y="350"/>
                    <a:pt x="320" y="350"/>
                  </a:cubicBezTo>
                  <a:cubicBezTo>
                    <a:pt x="325" y="342"/>
                    <a:pt x="331" y="335"/>
                    <a:pt x="329" y="331"/>
                  </a:cubicBezTo>
                  <a:cubicBezTo>
                    <a:pt x="325" y="325"/>
                    <a:pt x="323" y="324"/>
                    <a:pt x="320" y="320"/>
                  </a:cubicBezTo>
                  <a:lnTo>
                    <a:pt x="320" y="171"/>
                  </a:lnTo>
                  <a:close/>
                  <a:moveTo>
                    <a:pt x="234" y="7"/>
                  </a:moveTo>
                  <a:cubicBezTo>
                    <a:pt x="239" y="11"/>
                    <a:pt x="245" y="19"/>
                    <a:pt x="250" y="16"/>
                  </a:cubicBezTo>
                  <a:cubicBezTo>
                    <a:pt x="254" y="14"/>
                    <a:pt x="253" y="27"/>
                    <a:pt x="258" y="27"/>
                  </a:cubicBezTo>
                  <a:cubicBezTo>
                    <a:pt x="264" y="27"/>
                    <a:pt x="270" y="45"/>
                    <a:pt x="269" y="55"/>
                  </a:cubicBezTo>
                  <a:cubicBezTo>
                    <a:pt x="269" y="65"/>
                    <a:pt x="266" y="76"/>
                    <a:pt x="265" y="80"/>
                  </a:cubicBezTo>
                  <a:cubicBezTo>
                    <a:pt x="265" y="84"/>
                    <a:pt x="263" y="100"/>
                    <a:pt x="259" y="100"/>
                  </a:cubicBezTo>
                  <a:cubicBezTo>
                    <a:pt x="256" y="100"/>
                    <a:pt x="254" y="101"/>
                    <a:pt x="254" y="101"/>
                  </a:cubicBezTo>
                  <a:cubicBezTo>
                    <a:pt x="254" y="101"/>
                    <a:pt x="250" y="114"/>
                    <a:pt x="250" y="124"/>
                  </a:cubicBezTo>
                  <a:cubicBezTo>
                    <a:pt x="250" y="134"/>
                    <a:pt x="252" y="134"/>
                    <a:pt x="252" y="134"/>
                  </a:cubicBezTo>
                  <a:cubicBezTo>
                    <a:pt x="258" y="143"/>
                    <a:pt x="258" y="143"/>
                    <a:pt x="258" y="143"/>
                  </a:cubicBezTo>
                  <a:cubicBezTo>
                    <a:pt x="258" y="143"/>
                    <a:pt x="288" y="159"/>
                    <a:pt x="302" y="163"/>
                  </a:cubicBezTo>
                  <a:cubicBezTo>
                    <a:pt x="308" y="165"/>
                    <a:pt x="315" y="167"/>
                    <a:pt x="320" y="171"/>
                  </a:cubicBezTo>
                  <a:cubicBezTo>
                    <a:pt x="320" y="320"/>
                    <a:pt x="320" y="320"/>
                    <a:pt x="320" y="320"/>
                  </a:cubicBezTo>
                  <a:cubicBezTo>
                    <a:pt x="318" y="317"/>
                    <a:pt x="317" y="312"/>
                    <a:pt x="315" y="303"/>
                  </a:cubicBezTo>
                  <a:cubicBezTo>
                    <a:pt x="315" y="323"/>
                    <a:pt x="308" y="351"/>
                    <a:pt x="313" y="370"/>
                  </a:cubicBezTo>
                  <a:cubicBezTo>
                    <a:pt x="312" y="363"/>
                    <a:pt x="316" y="356"/>
                    <a:pt x="320" y="350"/>
                  </a:cubicBezTo>
                  <a:cubicBezTo>
                    <a:pt x="320" y="443"/>
                    <a:pt x="320" y="443"/>
                    <a:pt x="320" y="443"/>
                  </a:cubicBezTo>
                  <a:cubicBezTo>
                    <a:pt x="315" y="442"/>
                    <a:pt x="312" y="443"/>
                    <a:pt x="312" y="443"/>
                  </a:cubicBezTo>
                  <a:cubicBezTo>
                    <a:pt x="312" y="443"/>
                    <a:pt x="309" y="454"/>
                    <a:pt x="305" y="457"/>
                  </a:cubicBezTo>
                  <a:cubicBezTo>
                    <a:pt x="300" y="460"/>
                    <a:pt x="294" y="471"/>
                    <a:pt x="293" y="467"/>
                  </a:cubicBezTo>
                  <a:cubicBezTo>
                    <a:pt x="292" y="464"/>
                    <a:pt x="288" y="496"/>
                    <a:pt x="284" y="513"/>
                  </a:cubicBezTo>
                  <a:cubicBezTo>
                    <a:pt x="280" y="530"/>
                    <a:pt x="262" y="651"/>
                    <a:pt x="262" y="668"/>
                  </a:cubicBezTo>
                  <a:cubicBezTo>
                    <a:pt x="262" y="685"/>
                    <a:pt x="255" y="703"/>
                    <a:pt x="256" y="715"/>
                  </a:cubicBezTo>
                  <a:cubicBezTo>
                    <a:pt x="256" y="728"/>
                    <a:pt x="253" y="760"/>
                    <a:pt x="253" y="778"/>
                  </a:cubicBezTo>
                  <a:cubicBezTo>
                    <a:pt x="252" y="796"/>
                    <a:pt x="236" y="814"/>
                    <a:pt x="236" y="827"/>
                  </a:cubicBezTo>
                  <a:cubicBezTo>
                    <a:pt x="236" y="840"/>
                    <a:pt x="240" y="846"/>
                    <a:pt x="238" y="854"/>
                  </a:cubicBezTo>
                  <a:cubicBezTo>
                    <a:pt x="236" y="862"/>
                    <a:pt x="236" y="867"/>
                    <a:pt x="245" y="876"/>
                  </a:cubicBezTo>
                  <a:cubicBezTo>
                    <a:pt x="253" y="885"/>
                    <a:pt x="256" y="893"/>
                    <a:pt x="256" y="900"/>
                  </a:cubicBezTo>
                  <a:cubicBezTo>
                    <a:pt x="255" y="907"/>
                    <a:pt x="253" y="910"/>
                    <a:pt x="236" y="910"/>
                  </a:cubicBezTo>
                  <a:cubicBezTo>
                    <a:pt x="220" y="911"/>
                    <a:pt x="204" y="906"/>
                    <a:pt x="204" y="902"/>
                  </a:cubicBezTo>
                  <a:cubicBezTo>
                    <a:pt x="204" y="898"/>
                    <a:pt x="199" y="897"/>
                    <a:pt x="194" y="897"/>
                  </a:cubicBezTo>
                  <a:cubicBezTo>
                    <a:pt x="189" y="897"/>
                    <a:pt x="190" y="892"/>
                    <a:pt x="192" y="882"/>
                  </a:cubicBezTo>
                  <a:cubicBezTo>
                    <a:pt x="194" y="873"/>
                    <a:pt x="201" y="859"/>
                    <a:pt x="196" y="861"/>
                  </a:cubicBezTo>
                  <a:cubicBezTo>
                    <a:pt x="192" y="862"/>
                    <a:pt x="189" y="859"/>
                    <a:pt x="189" y="846"/>
                  </a:cubicBezTo>
                  <a:cubicBezTo>
                    <a:pt x="189" y="832"/>
                    <a:pt x="187" y="828"/>
                    <a:pt x="193" y="820"/>
                  </a:cubicBezTo>
                  <a:cubicBezTo>
                    <a:pt x="199" y="811"/>
                    <a:pt x="198" y="796"/>
                    <a:pt x="196" y="784"/>
                  </a:cubicBezTo>
                  <a:cubicBezTo>
                    <a:pt x="195" y="772"/>
                    <a:pt x="191" y="763"/>
                    <a:pt x="194" y="748"/>
                  </a:cubicBezTo>
                  <a:cubicBezTo>
                    <a:pt x="198" y="733"/>
                    <a:pt x="199" y="714"/>
                    <a:pt x="196" y="706"/>
                  </a:cubicBezTo>
                  <a:cubicBezTo>
                    <a:pt x="194" y="699"/>
                    <a:pt x="196" y="690"/>
                    <a:pt x="201" y="684"/>
                  </a:cubicBezTo>
                  <a:cubicBezTo>
                    <a:pt x="207" y="678"/>
                    <a:pt x="199" y="667"/>
                    <a:pt x="199" y="660"/>
                  </a:cubicBezTo>
                  <a:cubicBezTo>
                    <a:pt x="199" y="653"/>
                    <a:pt x="201" y="624"/>
                    <a:pt x="197" y="595"/>
                  </a:cubicBezTo>
                  <a:cubicBezTo>
                    <a:pt x="194" y="566"/>
                    <a:pt x="193" y="544"/>
                    <a:pt x="192" y="537"/>
                  </a:cubicBezTo>
                  <a:cubicBezTo>
                    <a:pt x="192" y="529"/>
                    <a:pt x="188" y="533"/>
                    <a:pt x="177" y="562"/>
                  </a:cubicBezTo>
                  <a:cubicBezTo>
                    <a:pt x="167" y="590"/>
                    <a:pt x="141" y="680"/>
                    <a:pt x="136" y="700"/>
                  </a:cubicBezTo>
                  <a:cubicBezTo>
                    <a:pt x="132" y="717"/>
                    <a:pt x="118" y="780"/>
                    <a:pt x="112" y="808"/>
                  </a:cubicBezTo>
                  <a:cubicBezTo>
                    <a:pt x="112" y="362"/>
                    <a:pt x="112" y="362"/>
                    <a:pt x="112" y="362"/>
                  </a:cubicBezTo>
                  <a:cubicBezTo>
                    <a:pt x="113" y="360"/>
                    <a:pt x="112" y="345"/>
                    <a:pt x="115" y="334"/>
                  </a:cubicBezTo>
                  <a:cubicBezTo>
                    <a:pt x="120" y="321"/>
                    <a:pt x="121" y="303"/>
                    <a:pt x="122" y="282"/>
                  </a:cubicBezTo>
                  <a:cubicBezTo>
                    <a:pt x="122" y="282"/>
                    <a:pt x="117" y="300"/>
                    <a:pt x="112" y="311"/>
                  </a:cubicBezTo>
                  <a:cubicBezTo>
                    <a:pt x="112" y="159"/>
                    <a:pt x="112" y="159"/>
                    <a:pt x="112" y="159"/>
                  </a:cubicBezTo>
                  <a:cubicBezTo>
                    <a:pt x="116" y="157"/>
                    <a:pt x="124" y="155"/>
                    <a:pt x="135" y="154"/>
                  </a:cubicBezTo>
                  <a:cubicBezTo>
                    <a:pt x="160" y="151"/>
                    <a:pt x="179" y="144"/>
                    <a:pt x="185" y="139"/>
                  </a:cubicBezTo>
                  <a:cubicBezTo>
                    <a:pt x="188" y="136"/>
                    <a:pt x="191" y="134"/>
                    <a:pt x="193" y="131"/>
                  </a:cubicBezTo>
                  <a:cubicBezTo>
                    <a:pt x="195" y="129"/>
                    <a:pt x="198" y="126"/>
                    <a:pt x="195" y="126"/>
                  </a:cubicBezTo>
                  <a:cubicBezTo>
                    <a:pt x="188" y="125"/>
                    <a:pt x="187" y="101"/>
                    <a:pt x="184" y="94"/>
                  </a:cubicBezTo>
                  <a:cubicBezTo>
                    <a:pt x="181" y="86"/>
                    <a:pt x="182" y="81"/>
                    <a:pt x="184" y="75"/>
                  </a:cubicBezTo>
                  <a:cubicBezTo>
                    <a:pt x="186" y="69"/>
                    <a:pt x="182" y="59"/>
                    <a:pt x="188" y="49"/>
                  </a:cubicBezTo>
                  <a:cubicBezTo>
                    <a:pt x="193" y="39"/>
                    <a:pt x="186" y="26"/>
                    <a:pt x="193" y="25"/>
                  </a:cubicBezTo>
                  <a:cubicBezTo>
                    <a:pt x="201" y="24"/>
                    <a:pt x="198" y="15"/>
                    <a:pt x="205" y="15"/>
                  </a:cubicBezTo>
                  <a:cubicBezTo>
                    <a:pt x="213" y="15"/>
                    <a:pt x="214" y="4"/>
                    <a:pt x="221" y="8"/>
                  </a:cubicBezTo>
                  <a:cubicBezTo>
                    <a:pt x="229" y="11"/>
                    <a:pt x="229" y="0"/>
                    <a:pt x="234" y="7"/>
                  </a:cubicBezTo>
                  <a:close/>
                  <a:moveTo>
                    <a:pt x="112" y="808"/>
                  </a:moveTo>
                  <a:cubicBezTo>
                    <a:pt x="111" y="813"/>
                    <a:pt x="110" y="817"/>
                    <a:pt x="109" y="819"/>
                  </a:cubicBezTo>
                  <a:cubicBezTo>
                    <a:pt x="106" y="836"/>
                    <a:pt x="102" y="870"/>
                    <a:pt x="97" y="870"/>
                  </a:cubicBezTo>
                  <a:cubicBezTo>
                    <a:pt x="92" y="870"/>
                    <a:pt x="94" y="874"/>
                    <a:pt x="93" y="884"/>
                  </a:cubicBezTo>
                  <a:cubicBezTo>
                    <a:pt x="92" y="893"/>
                    <a:pt x="83" y="894"/>
                    <a:pt x="77" y="897"/>
                  </a:cubicBezTo>
                  <a:cubicBezTo>
                    <a:pt x="72" y="899"/>
                    <a:pt x="70" y="893"/>
                    <a:pt x="70" y="893"/>
                  </a:cubicBezTo>
                  <a:cubicBezTo>
                    <a:pt x="70" y="893"/>
                    <a:pt x="61" y="912"/>
                    <a:pt x="45" y="914"/>
                  </a:cubicBezTo>
                  <a:cubicBezTo>
                    <a:pt x="30" y="916"/>
                    <a:pt x="0" y="922"/>
                    <a:pt x="0" y="914"/>
                  </a:cubicBezTo>
                  <a:cubicBezTo>
                    <a:pt x="0" y="907"/>
                    <a:pt x="3" y="900"/>
                    <a:pt x="13" y="894"/>
                  </a:cubicBezTo>
                  <a:cubicBezTo>
                    <a:pt x="24" y="888"/>
                    <a:pt x="31" y="871"/>
                    <a:pt x="35" y="867"/>
                  </a:cubicBezTo>
                  <a:cubicBezTo>
                    <a:pt x="39" y="863"/>
                    <a:pt x="34" y="864"/>
                    <a:pt x="37" y="856"/>
                  </a:cubicBezTo>
                  <a:cubicBezTo>
                    <a:pt x="41" y="848"/>
                    <a:pt x="51" y="799"/>
                    <a:pt x="53" y="783"/>
                  </a:cubicBezTo>
                  <a:cubicBezTo>
                    <a:pt x="55" y="768"/>
                    <a:pt x="54" y="713"/>
                    <a:pt x="61" y="688"/>
                  </a:cubicBezTo>
                  <a:cubicBezTo>
                    <a:pt x="69" y="663"/>
                    <a:pt x="92" y="581"/>
                    <a:pt x="96" y="558"/>
                  </a:cubicBezTo>
                  <a:cubicBezTo>
                    <a:pt x="99" y="536"/>
                    <a:pt x="104" y="513"/>
                    <a:pt x="104" y="501"/>
                  </a:cubicBezTo>
                  <a:cubicBezTo>
                    <a:pt x="104" y="488"/>
                    <a:pt x="105" y="480"/>
                    <a:pt x="109" y="471"/>
                  </a:cubicBezTo>
                  <a:cubicBezTo>
                    <a:pt x="112" y="462"/>
                    <a:pt x="108" y="450"/>
                    <a:pt x="108" y="450"/>
                  </a:cubicBezTo>
                  <a:cubicBezTo>
                    <a:pt x="108" y="450"/>
                    <a:pt x="99" y="457"/>
                    <a:pt x="94" y="461"/>
                  </a:cubicBezTo>
                  <a:cubicBezTo>
                    <a:pt x="88" y="466"/>
                    <a:pt x="88" y="459"/>
                    <a:pt x="91" y="448"/>
                  </a:cubicBezTo>
                  <a:cubicBezTo>
                    <a:pt x="94" y="437"/>
                    <a:pt x="91" y="431"/>
                    <a:pt x="89" y="434"/>
                  </a:cubicBezTo>
                  <a:cubicBezTo>
                    <a:pt x="86" y="437"/>
                    <a:pt x="84" y="416"/>
                    <a:pt x="77" y="403"/>
                  </a:cubicBezTo>
                  <a:cubicBezTo>
                    <a:pt x="70" y="390"/>
                    <a:pt x="55" y="363"/>
                    <a:pt x="59" y="348"/>
                  </a:cubicBezTo>
                  <a:cubicBezTo>
                    <a:pt x="62" y="333"/>
                    <a:pt x="63" y="306"/>
                    <a:pt x="67" y="293"/>
                  </a:cubicBezTo>
                  <a:cubicBezTo>
                    <a:pt x="72" y="280"/>
                    <a:pt x="76" y="257"/>
                    <a:pt x="80" y="243"/>
                  </a:cubicBezTo>
                  <a:cubicBezTo>
                    <a:pt x="85" y="228"/>
                    <a:pt x="85" y="221"/>
                    <a:pt x="91" y="207"/>
                  </a:cubicBezTo>
                  <a:cubicBezTo>
                    <a:pt x="97" y="192"/>
                    <a:pt x="104" y="176"/>
                    <a:pt x="104" y="169"/>
                  </a:cubicBezTo>
                  <a:cubicBezTo>
                    <a:pt x="104" y="165"/>
                    <a:pt x="106" y="162"/>
                    <a:pt x="112" y="159"/>
                  </a:cubicBezTo>
                  <a:cubicBezTo>
                    <a:pt x="112" y="311"/>
                    <a:pt x="112" y="311"/>
                    <a:pt x="112" y="311"/>
                  </a:cubicBezTo>
                  <a:cubicBezTo>
                    <a:pt x="110" y="316"/>
                    <a:pt x="108" y="319"/>
                    <a:pt x="106" y="319"/>
                  </a:cubicBezTo>
                  <a:cubicBezTo>
                    <a:pt x="100" y="321"/>
                    <a:pt x="100" y="328"/>
                    <a:pt x="106" y="332"/>
                  </a:cubicBezTo>
                  <a:cubicBezTo>
                    <a:pt x="112" y="335"/>
                    <a:pt x="108" y="359"/>
                    <a:pt x="111" y="362"/>
                  </a:cubicBezTo>
                  <a:cubicBezTo>
                    <a:pt x="111" y="362"/>
                    <a:pt x="111" y="362"/>
                    <a:pt x="112" y="362"/>
                  </a:cubicBezTo>
                  <a:lnTo>
                    <a:pt x="112" y="80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
            <p:cNvSpPr>
              <a:spLocks/>
            </p:cNvSpPr>
            <p:nvPr/>
          </p:nvSpPr>
          <p:spPr bwMode="auto">
            <a:xfrm>
              <a:off x="6022976" y="2373313"/>
              <a:ext cx="327025" cy="635000"/>
            </a:xfrm>
            <a:custGeom>
              <a:avLst/>
              <a:gdLst/>
              <a:ahLst/>
              <a:cxnLst>
                <a:cxn ang="0">
                  <a:pos x="110" y="1"/>
                </a:cxn>
                <a:cxn ang="0">
                  <a:pos x="111" y="3"/>
                </a:cxn>
                <a:cxn ang="0">
                  <a:pos x="116" y="11"/>
                </a:cxn>
                <a:cxn ang="0">
                  <a:pos x="116" y="13"/>
                </a:cxn>
                <a:cxn ang="0">
                  <a:pos x="111" y="106"/>
                </a:cxn>
                <a:cxn ang="0">
                  <a:pos x="112" y="182"/>
                </a:cxn>
                <a:cxn ang="0">
                  <a:pos x="125" y="238"/>
                </a:cxn>
                <a:cxn ang="0">
                  <a:pos x="137" y="265"/>
                </a:cxn>
                <a:cxn ang="0">
                  <a:pos x="91" y="262"/>
                </a:cxn>
                <a:cxn ang="0">
                  <a:pos x="15" y="263"/>
                </a:cxn>
                <a:cxn ang="0">
                  <a:pos x="0" y="257"/>
                </a:cxn>
                <a:cxn ang="0">
                  <a:pos x="18" y="208"/>
                </a:cxn>
                <a:cxn ang="0">
                  <a:pos x="32" y="111"/>
                </a:cxn>
                <a:cxn ang="0">
                  <a:pos x="38" y="23"/>
                </a:cxn>
                <a:cxn ang="0">
                  <a:pos x="43" y="8"/>
                </a:cxn>
                <a:cxn ang="0">
                  <a:pos x="44" y="8"/>
                </a:cxn>
                <a:cxn ang="0">
                  <a:pos x="52" y="0"/>
                </a:cxn>
                <a:cxn ang="0">
                  <a:pos x="65" y="17"/>
                </a:cxn>
                <a:cxn ang="0">
                  <a:pos x="87" y="24"/>
                </a:cxn>
                <a:cxn ang="0">
                  <a:pos x="110" y="1"/>
                </a:cxn>
              </a:cxnLst>
              <a:rect l="0" t="0" r="r" b="b"/>
              <a:pathLst>
                <a:path w="137" h="266">
                  <a:moveTo>
                    <a:pt x="110" y="1"/>
                  </a:moveTo>
                  <a:cubicBezTo>
                    <a:pt x="110" y="3"/>
                    <a:pt x="111" y="3"/>
                    <a:pt x="111" y="3"/>
                  </a:cubicBezTo>
                  <a:cubicBezTo>
                    <a:pt x="116" y="11"/>
                    <a:pt x="116" y="11"/>
                    <a:pt x="116" y="11"/>
                  </a:cubicBezTo>
                  <a:cubicBezTo>
                    <a:pt x="116" y="12"/>
                    <a:pt x="116" y="12"/>
                    <a:pt x="116" y="13"/>
                  </a:cubicBezTo>
                  <a:cubicBezTo>
                    <a:pt x="114" y="27"/>
                    <a:pt x="111" y="74"/>
                    <a:pt x="111" y="106"/>
                  </a:cubicBezTo>
                  <a:cubicBezTo>
                    <a:pt x="111" y="139"/>
                    <a:pt x="107" y="156"/>
                    <a:pt x="112" y="182"/>
                  </a:cubicBezTo>
                  <a:cubicBezTo>
                    <a:pt x="117" y="208"/>
                    <a:pt x="118" y="223"/>
                    <a:pt x="125" y="238"/>
                  </a:cubicBezTo>
                  <a:cubicBezTo>
                    <a:pt x="132" y="254"/>
                    <a:pt x="137" y="265"/>
                    <a:pt x="137" y="265"/>
                  </a:cubicBezTo>
                  <a:cubicBezTo>
                    <a:pt x="137" y="265"/>
                    <a:pt x="114" y="262"/>
                    <a:pt x="91" y="262"/>
                  </a:cubicBezTo>
                  <a:cubicBezTo>
                    <a:pt x="67" y="262"/>
                    <a:pt x="24" y="266"/>
                    <a:pt x="15" y="263"/>
                  </a:cubicBezTo>
                  <a:cubicBezTo>
                    <a:pt x="6" y="261"/>
                    <a:pt x="0" y="257"/>
                    <a:pt x="0" y="257"/>
                  </a:cubicBezTo>
                  <a:cubicBezTo>
                    <a:pt x="0" y="257"/>
                    <a:pt x="11" y="234"/>
                    <a:pt x="18" y="208"/>
                  </a:cubicBezTo>
                  <a:cubicBezTo>
                    <a:pt x="25" y="182"/>
                    <a:pt x="32" y="146"/>
                    <a:pt x="32" y="111"/>
                  </a:cubicBezTo>
                  <a:cubicBezTo>
                    <a:pt x="32" y="75"/>
                    <a:pt x="31" y="41"/>
                    <a:pt x="38" y="23"/>
                  </a:cubicBezTo>
                  <a:cubicBezTo>
                    <a:pt x="40" y="17"/>
                    <a:pt x="42" y="12"/>
                    <a:pt x="43" y="8"/>
                  </a:cubicBezTo>
                  <a:cubicBezTo>
                    <a:pt x="44" y="8"/>
                    <a:pt x="42" y="9"/>
                    <a:pt x="44" y="8"/>
                  </a:cubicBezTo>
                  <a:cubicBezTo>
                    <a:pt x="46" y="6"/>
                    <a:pt x="50" y="3"/>
                    <a:pt x="52" y="0"/>
                  </a:cubicBezTo>
                  <a:cubicBezTo>
                    <a:pt x="56" y="5"/>
                    <a:pt x="58" y="8"/>
                    <a:pt x="65" y="17"/>
                  </a:cubicBezTo>
                  <a:cubicBezTo>
                    <a:pt x="73" y="26"/>
                    <a:pt x="74" y="33"/>
                    <a:pt x="87" y="24"/>
                  </a:cubicBezTo>
                  <a:cubicBezTo>
                    <a:pt x="96" y="18"/>
                    <a:pt x="103" y="9"/>
                    <a:pt x="110" y="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8"/>
            <p:cNvSpPr>
              <a:spLocks/>
            </p:cNvSpPr>
            <p:nvPr/>
          </p:nvSpPr>
          <p:spPr bwMode="auto">
            <a:xfrm>
              <a:off x="6075363" y="2447925"/>
              <a:ext cx="157163" cy="627062"/>
            </a:xfrm>
            <a:custGeom>
              <a:avLst/>
              <a:gdLst/>
              <a:ahLst/>
              <a:cxnLst>
                <a:cxn ang="0">
                  <a:pos x="55" y="0"/>
                </a:cxn>
                <a:cxn ang="0">
                  <a:pos x="42" y="13"/>
                </a:cxn>
                <a:cxn ang="0">
                  <a:pos x="46" y="21"/>
                </a:cxn>
                <a:cxn ang="0">
                  <a:pos x="26" y="99"/>
                </a:cxn>
                <a:cxn ang="0">
                  <a:pos x="3" y="224"/>
                </a:cxn>
                <a:cxn ang="0">
                  <a:pos x="10" y="252"/>
                </a:cxn>
                <a:cxn ang="0">
                  <a:pos x="25" y="253"/>
                </a:cxn>
                <a:cxn ang="0">
                  <a:pos x="42" y="221"/>
                </a:cxn>
                <a:cxn ang="0">
                  <a:pos x="57" y="119"/>
                </a:cxn>
                <a:cxn ang="0">
                  <a:pos x="62" y="41"/>
                </a:cxn>
                <a:cxn ang="0">
                  <a:pos x="58" y="21"/>
                </a:cxn>
                <a:cxn ang="0">
                  <a:pos x="66" y="12"/>
                </a:cxn>
                <a:cxn ang="0">
                  <a:pos x="55" y="0"/>
                </a:cxn>
              </a:cxnLst>
              <a:rect l="0" t="0" r="r" b="b"/>
              <a:pathLst>
                <a:path w="66" h="263">
                  <a:moveTo>
                    <a:pt x="55" y="0"/>
                  </a:moveTo>
                  <a:cubicBezTo>
                    <a:pt x="42" y="13"/>
                    <a:pt x="42" y="13"/>
                    <a:pt x="42" y="13"/>
                  </a:cubicBezTo>
                  <a:cubicBezTo>
                    <a:pt x="42" y="13"/>
                    <a:pt x="49" y="15"/>
                    <a:pt x="46" y="21"/>
                  </a:cubicBezTo>
                  <a:cubicBezTo>
                    <a:pt x="44" y="26"/>
                    <a:pt x="35" y="58"/>
                    <a:pt x="26" y="99"/>
                  </a:cubicBezTo>
                  <a:cubicBezTo>
                    <a:pt x="17" y="141"/>
                    <a:pt x="5" y="214"/>
                    <a:pt x="3" y="224"/>
                  </a:cubicBezTo>
                  <a:cubicBezTo>
                    <a:pt x="0" y="234"/>
                    <a:pt x="3" y="242"/>
                    <a:pt x="10" y="252"/>
                  </a:cubicBezTo>
                  <a:cubicBezTo>
                    <a:pt x="17" y="263"/>
                    <a:pt x="18" y="263"/>
                    <a:pt x="25" y="253"/>
                  </a:cubicBezTo>
                  <a:cubicBezTo>
                    <a:pt x="32" y="244"/>
                    <a:pt x="37" y="248"/>
                    <a:pt x="42" y="221"/>
                  </a:cubicBezTo>
                  <a:cubicBezTo>
                    <a:pt x="46" y="195"/>
                    <a:pt x="53" y="143"/>
                    <a:pt x="57" y="119"/>
                  </a:cubicBezTo>
                  <a:cubicBezTo>
                    <a:pt x="61" y="96"/>
                    <a:pt x="65" y="51"/>
                    <a:pt x="62" y="41"/>
                  </a:cubicBezTo>
                  <a:cubicBezTo>
                    <a:pt x="59" y="31"/>
                    <a:pt x="57" y="25"/>
                    <a:pt x="58" y="21"/>
                  </a:cubicBezTo>
                  <a:cubicBezTo>
                    <a:pt x="59" y="16"/>
                    <a:pt x="66" y="12"/>
                    <a:pt x="66" y="12"/>
                  </a:cubicBezTo>
                  <a:cubicBezTo>
                    <a:pt x="66" y="12"/>
                    <a:pt x="61" y="3"/>
                    <a:pt x="55"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2"/>
          <p:cNvGrpSpPr/>
          <p:nvPr/>
        </p:nvGrpSpPr>
        <p:grpSpPr>
          <a:xfrm>
            <a:off x="7621583" y="886332"/>
            <a:ext cx="377048" cy="1530700"/>
            <a:chOff x="4129088" y="2282825"/>
            <a:chExt cx="531813" cy="2159000"/>
          </a:xfrm>
          <a:solidFill>
            <a:schemeClr val="accent5"/>
          </a:solidFill>
        </p:grpSpPr>
        <p:sp>
          <p:nvSpPr>
            <p:cNvPr id="18" name="Freeform 9"/>
            <p:cNvSpPr>
              <a:spLocks noEditPoints="1"/>
            </p:cNvSpPr>
            <p:nvPr/>
          </p:nvSpPr>
          <p:spPr bwMode="auto">
            <a:xfrm>
              <a:off x="4129088" y="2282825"/>
              <a:ext cx="531813" cy="2159000"/>
            </a:xfrm>
            <a:custGeom>
              <a:avLst/>
              <a:gdLst/>
              <a:ahLst/>
              <a:cxnLst>
                <a:cxn ang="0">
                  <a:pos x="107" y="1"/>
                </a:cxn>
                <a:cxn ang="0">
                  <a:pos x="147" y="36"/>
                </a:cxn>
                <a:cxn ang="0">
                  <a:pos x="154" y="62"/>
                </a:cxn>
                <a:cxn ang="0">
                  <a:pos x="160" y="98"/>
                </a:cxn>
                <a:cxn ang="0">
                  <a:pos x="171" y="133"/>
                </a:cxn>
                <a:cxn ang="0">
                  <a:pos x="178" y="151"/>
                </a:cxn>
                <a:cxn ang="0">
                  <a:pos x="210" y="170"/>
                </a:cxn>
                <a:cxn ang="0">
                  <a:pos x="221" y="238"/>
                </a:cxn>
                <a:cxn ang="0">
                  <a:pos x="214" y="296"/>
                </a:cxn>
                <a:cxn ang="0">
                  <a:pos x="191" y="313"/>
                </a:cxn>
                <a:cxn ang="0">
                  <a:pos x="198" y="371"/>
                </a:cxn>
                <a:cxn ang="0">
                  <a:pos x="206" y="414"/>
                </a:cxn>
                <a:cxn ang="0">
                  <a:pos x="194" y="416"/>
                </a:cxn>
                <a:cxn ang="0">
                  <a:pos x="189" y="474"/>
                </a:cxn>
                <a:cxn ang="0">
                  <a:pos x="172" y="570"/>
                </a:cxn>
                <a:cxn ang="0">
                  <a:pos x="165" y="582"/>
                </a:cxn>
                <a:cxn ang="0">
                  <a:pos x="157" y="582"/>
                </a:cxn>
                <a:cxn ang="0">
                  <a:pos x="155" y="611"/>
                </a:cxn>
                <a:cxn ang="0">
                  <a:pos x="149" y="670"/>
                </a:cxn>
                <a:cxn ang="0">
                  <a:pos x="123" y="764"/>
                </a:cxn>
                <a:cxn ang="0">
                  <a:pos x="141" y="817"/>
                </a:cxn>
                <a:cxn ang="0">
                  <a:pos x="156" y="852"/>
                </a:cxn>
                <a:cxn ang="0">
                  <a:pos x="133" y="854"/>
                </a:cxn>
                <a:cxn ang="0">
                  <a:pos x="122" y="846"/>
                </a:cxn>
                <a:cxn ang="0">
                  <a:pos x="125" y="864"/>
                </a:cxn>
                <a:cxn ang="0">
                  <a:pos x="112" y="905"/>
                </a:cxn>
                <a:cxn ang="0">
                  <a:pos x="107" y="905"/>
                </a:cxn>
                <a:cxn ang="0">
                  <a:pos x="107" y="636"/>
                </a:cxn>
                <a:cxn ang="0">
                  <a:pos x="109" y="621"/>
                </a:cxn>
                <a:cxn ang="0">
                  <a:pos x="109" y="580"/>
                </a:cxn>
                <a:cxn ang="0">
                  <a:pos x="107" y="596"/>
                </a:cxn>
                <a:cxn ang="0">
                  <a:pos x="107" y="1"/>
                </a:cxn>
                <a:cxn ang="0">
                  <a:pos x="106" y="1"/>
                </a:cxn>
                <a:cxn ang="0">
                  <a:pos x="107" y="1"/>
                </a:cxn>
                <a:cxn ang="0">
                  <a:pos x="107" y="596"/>
                </a:cxn>
                <a:cxn ang="0">
                  <a:pos x="104" y="611"/>
                </a:cxn>
                <a:cxn ang="0">
                  <a:pos x="105" y="632"/>
                </a:cxn>
                <a:cxn ang="0">
                  <a:pos x="106" y="645"/>
                </a:cxn>
                <a:cxn ang="0">
                  <a:pos x="107" y="636"/>
                </a:cxn>
                <a:cxn ang="0">
                  <a:pos x="107" y="905"/>
                </a:cxn>
                <a:cxn ang="0">
                  <a:pos x="89" y="869"/>
                </a:cxn>
                <a:cxn ang="0">
                  <a:pos x="88" y="831"/>
                </a:cxn>
                <a:cxn ang="0">
                  <a:pos x="81" y="789"/>
                </a:cxn>
                <a:cxn ang="0">
                  <a:pos x="52" y="662"/>
                </a:cxn>
                <a:cxn ang="0">
                  <a:pos x="53" y="606"/>
                </a:cxn>
                <a:cxn ang="0">
                  <a:pos x="50" y="579"/>
                </a:cxn>
                <a:cxn ang="0">
                  <a:pos x="34" y="565"/>
                </a:cxn>
                <a:cxn ang="0">
                  <a:pos x="29" y="465"/>
                </a:cxn>
                <a:cxn ang="0">
                  <a:pos x="31" y="410"/>
                </a:cxn>
                <a:cxn ang="0">
                  <a:pos x="11" y="407"/>
                </a:cxn>
                <a:cxn ang="0">
                  <a:pos x="27" y="360"/>
                </a:cxn>
                <a:cxn ang="0">
                  <a:pos x="30" y="326"/>
                </a:cxn>
                <a:cxn ang="0">
                  <a:pos x="2" y="302"/>
                </a:cxn>
                <a:cxn ang="0">
                  <a:pos x="2" y="234"/>
                </a:cxn>
                <a:cxn ang="0">
                  <a:pos x="7" y="204"/>
                </a:cxn>
                <a:cxn ang="0">
                  <a:pos x="27" y="154"/>
                </a:cxn>
                <a:cxn ang="0">
                  <a:pos x="48" y="145"/>
                </a:cxn>
                <a:cxn ang="0">
                  <a:pos x="50" y="126"/>
                </a:cxn>
                <a:cxn ang="0">
                  <a:pos x="63" y="101"/>
                </a:cxn>
                <a:cxn ang="0">
                  <a:pos x="64" y="64"/>
                </a:cxn>
                <a:cxn ang="0">
                  <a:pos x="106" y="1"/>
                </a:cxn>
              </a:cxnLst>
              <a:rect l="0" t="0" r="r" b="b"/>
              <a:pathLst>
                <a:path w="223" h="905">
                  <a:moveTo>
                    <a:pt x="107" y="1"/>
                  </a:moveTo>
                  <a:cubicBezTo>
                    <a:pt x="127" y="0"/>
                    <a:pt x="143" y="19"/>
                    <a:pt x="147" y="36"/>
                  </a:cubicBezTo>
                  <a:cubicBezTo>
                    <a:pt x="151" y="54"/>
                    <a:pt x="154" y="53"/>
                    <a:pt x="154" y="62"/>
                  </a:cubicBezTo>
                  <a:cubicBezTo>
                    <a:pt x="154" y="72"/>
                    <a:pt x="158" y="83"/>
                    <a:pt x="160" y="98"/>
                  </a:cubicBezTo>
                  <a:cubicBezTo>
                    <a:pt x="162" y="114"/>
                    <a:pt x="163" y="124"/>
                    <a:pt x="171" y="133"/>
                  </a:cubicBezTo>
                  <a:cubicBezTo>
                    <a:pt x="179" y="142"/>
                    <a:pt x="178" y="151"/>
                    <a:pt x="178" y="151"/>
                  </a:cubicBezTo>
                  <a:cubicBezTo>
                    <a:pt x="178" y="151"/>
                    <a:pt x="204" y="153"/>
                    <a:pt x="210" y="170"/>
                  </a:cubicBezTo>
                  <a:cubicBezTo>
                    <a:pt x="217" y="188"/>
                    <a:pt x="218" y="218"/>
                    <a:pt x="221" y="238"/>
                  </a:cubicBezTo>
                  <a:cubicBezTo>
                    <a:pt x="223" y="258"/>
                    <a:pt x="221" y="281"/>
                    <a:pt x="214" y="296"/>
                  </a:cubicBezTo>
                  <a:cubicBezTo>
                    <a:pt x="207" y="311"/>
                    <a:pt x="191" y="313"/>
                    <a:pt x="191" y="313"/>
                  </a:cubicBezTo>
                  <a:cubicBezTo>
                    <a:pt x="191" y="313"/>
                    <a:pt x="189" y="344"/>
                    <a:pt x="198" y="371"/>
                  </a:cubicBezTo>
                  <a:cubicBezTo>
                    <a:pt x="207" y="399"/>
                    <a:pt x="213" y="413"/>
                    <a:pt x="206" y="414"/>
                  </a:cubicBezTo>
                  <a:cubicBezTo>
                    <a:pt x="198" y="416"/>
                    <a:pt x="194" y="416"/>
                    <a:pt x="194" y="416"/>
                  </a:cubicBezTo>
                  <a:cubicBezTo>
                    <a:pt x="194" y="416"/>
                    <a:pt x="194" y="451"/>
                    <a:pt x="189" y="474"/>
                  </a:cubicBezTo>
                  <a:cubicBezTo>
                    <a:pt x="184" y="497"/>
                    <a:pt x="172" y="555"/>
                    <a:pt x="172" y="570"/>
                  </a:cubicBezTo>
                  <a:cubicBezTo>
                    <a:pt x="172" y="584"/>
                    <a:pt x="171" y="582"/>
                    <a:pt x="165" y="582"/>
                  </a:cubicBezTo>
                  <a:cubicBezTo>
                    <a:pt x="160" y="582"/>
                    <a:pt x="157" y="582"/>
                    <a:pt x="157" y="582"/>
                  </a:cubicBezTo>
                  <a:cubicBezTo>
                    <a:pt x="157" y="582"/>
                    <a:pt x="158" y="605"/>
                    <a:pt x="155" y="611"/>
                  </a:cubicBezTo>
                  <a:cubicBezTo>
                    <a:pt x="152" y="616"/>
                    <a:pt x="157" y="642"/>
                    <a:pt x="149" y="670"/>
                  </a:cubicBezTo>
                  <a:cubicBezTo>
                    <a:pt x="140" y="697"/>
                    <a:pt x="123" y="744"/>
                    <a:pt x="123" y="764"/>
                  </a:cubicBezTo>
                  <a:cubicBezTo>
                    <a:pt x="123" y="783"/>
                    <a:pt x="132" y="807"/>
                    <a:pt x="141" y="817"/>
                  </a:cubicBezTo>
                  <a:cubicBezTo>
                    <a:pt x="150" y="827"/>
                    <a:pt x="163" y="847"/>
                    <a:pt x="156" y="852"/>
                  </a:cubicBezTo>
                  <a:cubicBezTo>
                    <a:pt x="149" y="857"/>
                    <a:pt x="139" y="856"/>
                    <a:pt x="133" y="854"/>
                  </a:cubicBezTo>
                  <a:cubicBezTo>
                    <a:pt x="127" y="852"/>
                    <a:pt x="122" y="846"/>
                    <a:pt x="122" y="846"/>
                  </a:cubicBezTo>
                  <a:cubicBezTo>
                    <a:pt x="122" y="846"/>
                    <a:pt x="122" y="856"/>
                    <a:pt x="125" y="864"/>
                  </a:cubicBezTo>
                  <a:cubicBezTo>
                    <a:pt x="128" y="871"/>
                    <a:pt x="125" y="905"/>
                    <a:pt x="112" y="905"/>
                  </a:cubicBezTo>
                  <a:cubicBezTo>
                    <a:pt x="110" y="905"/>
                    <a:pt x="108" y="905"/>
                    <a:pt x="107" y="905"/>
                  </a:cubicBezTo>
                  <a:cubicBezTo>
                    <a:pt x="107" y="636"/>
                    <a:pt x="107" y="636"/>
                    <a:pt x="107" y="636"/>
                  </a:cubicBezTo>
                  <a:cubicBezTo>
                    <a:pt x="107" y="631"/>
                    <a:pt x="108" y="624"/>
                    <a:pt x="109" y="621"/>
                  </a:cubicBezTo>
                  <a:cubicBezTo>
                    <a:pt x="112" y="614"/>
                    <a:pt x="110" y="600"/>
                    <a:pt x="109" y="580"/>
                  </a:cubicBezTo>
                  <a:cubicBezTo>
                    <a:pt x="109" y="580"/>
                    <a:pt x="108" y="588"/>
                    <a:pt x="107" y="596"/>
                  </a:cubicBezTo>
                  <a:lnTo>
                    <a:pt x="107" y="1"/>
                  </a:lnTo>
                  <a:close/>
                  <a:moveTo>
                    <a:pt x="106" y="1"/>
                  </a:moveTo>
                  <a:cubicBezTo>
                    <a:pt x="107" y="1"/>
                    <a:pt x="107" y="1"/>
                    <a:pt x="107" y="1"/>
                  </a:cubicBezTo>
                  <a:cubicBezTo>
                    <a:pt x="107" y="596"/>
                    <a:pt x="107" y="596"/>
                    <a:pt x="107" y="596"/>
                  </a:cubicBezTo>
                  <a:cubicBezTo>
                    <a:pt x="106" y="602"/>
                    <a:pt x="105" y="608"/>
                    <a:pt x="104" y="611"/>
                  </a:cubicBezTo>
                  <a:cubicBezTo>
                    <a:pt x="102" y="620"/>
                    <a:pt x="105" y="626"/>
                    <a:pt x="105" y="632"/>
                  </a:cubicBezTo>
                  <a:cubicBezTo>
                    <a:pt x="105" y="637"/>
                    <a:pt x="106" y="645"/>
                    <a:pt x="106" y="645"/>
                  </a:cubicBezTo>
                  <a:cubicBezTo>
                    <a:pt x="106" y="645"/>
                    <a:pt x="106" y="641"/>
                    <a:pt x="107" y="636"/>
                  </a:cubicBezTo>
                  <a:cubicBezTo>
                    <a:pt x="107" y="905"/>
                    <a:pt x="107" y="905"/>
                    <a:pt x="107" y="905"/>
                  </a:cubicBezTo>
                  <a:cubicBezTo>
                    <a:pt x="96" y="901"/>
                    <a:pt x="88" y="888"/>
                    <a:pt x="89" y="869"/>
                  </a:cubicBezTo>
                  <a:cubicBezTo>
                    <a:pt x="89" y="847"/>
                    <a:pt x="84" y="843"/>
                    <a:pt x="88" y="831"/>
                  </a:cubicBezTo>
                  <a:cubicBezTo>
                    <a:pt x="91" y="818"/>
                    <a:pt x="87" y="809"/>
                    <a:pt x="81" y="789"/>
                  </a:cubicBezTo>
                  <a:cubicBezTo>
                    <a:pt x="75" y="769"/>
                    <a:pt x="51" y="684"/>
                    <a:pt x="52" y="662"/>
                  </a:cubicBezTo>
                  <a:cubicBezTo>
                    <a:pt x="53" y="640"/>
                    <a:pt x="56" y="621"/>
                    <a:pt x="53" y="606"/>
                  </a:cubicBezTo>
                  <a:cubicBezTo>
                    <a:pt x="51" y="592"/>
                    <a:pt x="50" y="579"/>
                    <a:pt x="50" y="579"/>
                  </a:cubicBezTo>
                  <a:cubicBezTo>
                    <a:pt x="50" y="579"/>
                    <a:pt x="34" y="586"/>
                    <a:pt x="34" y="565"/>
                  </a:cubicBezTo>
                  <a:cubicBezTo>
                    <a:pt x="34" y="544"/>
                    <a:pt x="31" y="483"/>
                    <a:pt x="29" y="465"/>
                  </a:cubicBezTo>
                  <a:cubicBezTo>
                    <a:pt x="28" y="446"/>
                    <a:pt x="31" y="410"/>
                    <a:pt x="31" y="410"/>
                  </a:cubicBezTo>
                  <a:cubicBezTo>
                    <a:pt x="31" y="410"/>
                    <a:pt x="16" y="409"/>
                    <a:pt x="11" y="407"/>
                  </a:cubicBezTo>
                  <a:cubicBezTo>
                    <a:pt x="6" y="405"/>
                    <a:pt x="24" y="373"/>
                    <a:pt x="27" y="360"/>
                  </a:cubicBezTo>
                  <a:cubicBezTo>
                    <a:pt x="31" y="348"/>
                    <a:pt x="30" y="326"/>
                    <a:pt x="30" y="326"/>
                  </a:cubicBezTo>
                  <a:cubicBezTo>
                    <a:pt x="30" y="326"/>
                    <a:pt x="3" y="325"/>
                    <a:pt x="2" y="302"/>
                  </a:cubicBezTo>
                  <a:cubicBezTo>
                    <a:pt x="1" y="279"/>
                    <a:pt x="0" y="247"/>
                    <a:pt x="2" y="234"/>
                  </a:cubicBezTo>
                  <a:cubicBezTo>
                    <a:pt x="4" y="220"/>
                    <a:pt x="5" y="222"/>
                    <a:pt x="7" y="204"/>
                  </a:cubicBezTo>
                  <a:cubicBezTo>
                    <a:pt x="9" y="186"/>
                    <a:pt x="18" y="155"/>
                    <a:pt x="27" y="154"/>
                  </a:cubicBezTo>
                  <a:cubicBezTo>
                    <a:pt x="36" y="153"/>
                    <a:pt x="48" y="145"/>
                    <a:pt x="48" y="145"/>
                  </a:cubicBezTo>
                  <a:cubicBezTo>
                    <a:pt x="48" y="145"/>
                    <a:pt x="39" y="135"/>
                    <a:pt x="50" y="126"/>
                  </a:cubicBezTo>
                  <a:cubicBezTo>
                    <a:pt x="61" y="117"/>
                    <a:pt x="68" y="113"/>
                    <a:pt x="63" y="101"/>
                  </a:cubicBezTo>
                  <a:cubicBezTo>
                    <a:pt x="58" y="89"/>
                    <a:pt x="61" y="80"/>
                    <a:pt x="64" y="64"/>
                  </a:cubicBezTo>
                  <a:cubicBezTo>
                    <a:pt x="67" y="49"/>
                    <a:pt x="75" y="1"/>
                    <a:pt x="106"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0"/>
            <p:cNvSpPr>
              <a:spLocks/>
            </p:cNvSpPr>
            <p:nvPr/>
          </p:nvSpPr>
          <p:spPr bwMode="auto">
            <a:xfrm>
              <a:off x="4343401" y="2589213"/>
              <a:ext cx="127000" cy="244475"/>
            </a:xfrm>
            <a:custGeom>
              <a:avLst/>
              <a:gdLst/>
              <a:ahLst/>
              <a:cxnLst>
                <a:cxn ang="0">
                  <a:pos x="1" y="3"/>
                </a:cxn>
                <a:cxn ang="0">
                  <a:pos x="15" y="24"/>
                </a:cxn>
                <a:cxn ang="0">
                  <a:pos x="24" y="72"/>
                </a:cxn>
                <a:cxn ang="0">
                  <a:pos x="33" y="52"/>
                </a:cxn>
                <a:cxn ang="0">
                  <a:pos x="37" y="28"/>
                </a:cxn>
                <a:cxn ang="0">
                  <a:pos x="52" y="0"/>
                </a:cxn>
                <a:cxn ang="0">
                  <a:pos x="53" y="19"/>
                </a:cxn>
                <a:cxn ang="0">
                  <a:pos x="38" y="65"/>
                </a:cxn>
                <a:cxn ang="0">
                  <a:pos x="25" y="97"/>
                </a:cxn>
                <a:cxn ang="0">
                  <a:pos x="13" y="67"/>
                </a:cxn>
                <a:cxn ang="0">
                  <a:pos x="1" y="3"/>
                </a:cxn>
              </a:cxnLst>
              <a:rect l="0" t="0" r="r" b="b"/>
              <a:pathLst>
                <a:path w="53" h="103">
                  <a:moveTo>
                    <a:pt x="1" y="3"/>
                  </a:moveTo>
                  <a:cubicBezTo>
                    <a:pt x="1" y="3"/>
                    <a:pt x="15" y="15"/>
                    <a:pt x="15" y="24"/>
                  </a:cubicBezTo>
                  <a:cubicBezTo>
                    <a:pt x="15" y="33"/>
                    <a:pt x="21" y="63"/>
                    <a:pt x="24" y="72"/>
                  </a:cubicBezTo>
                  <a:cubicBezTo>
                    <a:pt x="27" y="82"/>
                    <a:pt x="28" y="61"/>
                    <a:pt x="33" y="52"/>
                  </a:cubicBezTo>
                  <a:cubicBezTo>
                    <a:pt x="38" y="43"/>
                    <a:pt x="40" y="35"/>
                    <a:pt x="37" y="28"/>
                  </a:cubicBezTo>
                  <a:cubicBezTo>
                    <a:pt x="35" y="21"/>
                    <a:pt x="45" y="18"/>
                    <a:pt x="52" y="0"/>
                  </a:cubicBezTo>
                  <a:cubicBezTo>
                    <a:pt x="53" y="7"/>
                    <a:pt x="53" y="12"/>
                    <a:pt x="53" y="19"/>
                  </a:cubicBezTo>
                  <a:cubicBezTo>
                    <a:pt x="52" y="26"/>
                    <a:pt x="41" y="58"/>
                    <a:pt x="38" y="65"/>
                  </a:cubicBezTo>
                  <a:cubicBezTo>
                    <a:pt x="35" y="71"/>
                    <a:pt x="26" y="91"/>
                    <a:pt x="25" y="97"/>
                  </a:cubicBezTo>
                  <a:cubicBezTo>
                    <a:pt x="25" y="103"/>
                    <a:pt x="17" y="86"/>
                    <a:pt x="13" y="67"/>
                  </a:cubicBezTo>
                  <a:cubicBezTo>
                    <a:pt x="8" y="48"/>
                    <a:pt x="0" y="21"/>
                    <a:pt x="1"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1"/>
            <p:cNvSpPr>
              <a:spLocks/>
            </p:cNvSpPr>
            <p:nvPr/>
          </p:nvSpPr>
          <p:spPr bwMode="auto">
            <a:xfrm>
              <a:off x="4279901" y="2927350"/>
              <a:ext cx="23813" cy="52387"/>
            </a:xfrm>
            <a:custGeom>
              <a:avLst/>
              <a:gdLst/>
              <a:ahLst/>
              <a:cxnLst>
                <a:cxn ang="0">
                  <a:pos x="7" y="22"/>
                </a:cxn>
                <a:cxn ang="0">
                  <a:pos x="9" y="9"/>
                </a:cxn>
                <a:cxn ang="0">
                  <a:pos x="9" y="0"/>
                </a:cxn>
                <a:cxn ang="0">
                  <a:pos x="2" y="1"/>
                </a:cxn>
                <a:cxn ang="0">
                  <a:pos x="0" y="19"/>
                </a:cxn>
                <a:cxn ang="0">
                  <a:pos x="7" y="22"/>
                </a:cxn>
              </a:cxnLst>
              <a:rect l="0" t="0" r="r" b="b"/>
              <a:pathLst>
                <a:path w="10" h="22">
                  <a:moveTo>
                    <a:pt x="7" y="22"/>
                  </a:moveTo>
                  <a:cubicBezTo>
                    <a:pt x="7" y="22"/>
                    <a:pt x="9" y="16"/>
                    <a:pt x="9" y="9"/>
                  </a:cubicBezTo>
                  <a:cubicBezTo>
                    <a:pt x="10" y="2"/>
                    <a:pt x="9" y="0"/>
                    <a:pt x="9" y="0"/>
                  </a:cubicBezTo>
                  <a:cubicBezTo>
                    <a:pt x="2" y="1"/>
                    <a:pt x="2" y="1"/>
                    <a:pt x="2" y="1"/>
                  </a:cubicBezTo>
                  <a:cubicBezTo>
                    <a:pt x="2" y="1"/>
                    <a:pt x="1" y="15"/>
                    <a:pt x="0" y="19"/>
                  </a:cubicBezTo>
                  <a:cubicBezTo>
                    <a:pt x="3" y="22"/>
                    <a:pt x="7" y="22"/>
                    <a:pt x="7"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2"/>
            <p:cNvSpPr>
              <a:spLocks/>
            </p:cNvSpPr>
            <p:nvPr/>
          </p:nvSpPr>
          <p:spPr bwMode="auto">
            <a:xfrm>
              <a:off x="4456113" y="3035300"/>
              <a:ext cx="26988" cy="53975"/>
            </a:xfrm>
            <a:custGeom>
              <a:avLst/>
              <a:gdLst/>
              <a:ahLst/>
              <a:cxnLst>
                <a:cxn ang="0">
                  <a:pos x="3" y="0"/>
                </a:cxn>
                <a:cxn ang="0">
                  <a:pos x="1" y="18"/>
                </a:cxn>
                <a:cxn ang="0">
                  <a:pos x="11" y="18"/>
                </a:cxn>
                <a:cxn ang="0">
                  <a:pos x="11" y="0"/>
                </a:cxn>
                <a:cxn ang="0">
                  <a:pos x="3" y="0"/>
                </a:cxn>
              </a:cxnLst>
              <a:rect l="0" t="0" r="r" b="b"/>
              <a:pathLst>
                <a:path w="11" h="23">
                  <a:moveTo>
                    <a:pt x="3" y="0"/>
                  </a:moveTo>
                  <a:cubicBezTo>
                    <a:pt x="3" y="0"/>
                    <a:pt x="1" y="14"/>
                    <a:pt x="1" y="18"/>
                  </a:cubicBezTo>
                  <a:cubicBezTo>
                    <a:pt x="0" y="23"/>
                    <a:pt x="11" y="18"/>
                    <a:pt x="11" y="18"/>
                  </a:cubicBezTo>
                  <a:cubicBezTo>
                    <a:pt x="11" y="0"/>
                    <a:pt x="11" y="0"/>
                    <a:pt x="11" y="0"/>
                  </a:cubicBez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3"/>
          <p:cNvGrpSpPr/>
          <p:nvPr/>
        </p:nvGrpSpPr>
        <p:grpSpPr>
          <a:xfrm>
            <a:off x="5959255" y="1233471"/>
            <a:ext cx="437168" cy="1501058"/>
            <a:chOff x="4948238" y="2751138"/>
            <a:chExt cx="585788" cy="2011362"/>
          </a:xfrm>
        </p:grpSpPr>
        <p:sp>
          <p:nvSpPr>
            <p:cNvPr id="23"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30"/>
          <p:cNvGrpSpPr/>
          <p:nvPr/>
        </p:nvGrpSpPr>
        <p:grpSpPr>
          <a:xfrm>
            <a:off x="4359253" y="1658119"/>
            <a:ext cx="386348" cy="1348740"/>
            <a:chOff x="2551113" y="1944688"/>
            <a:chExt cx="617538" cy="2155825"/>
          </a:xfrm>
          <a:solidFill>
            <a:schemeClr val="accent3"/>
          </a:solidFill>
        </p:grpSpPr>
        <p:sp>
          <p:nvSpPr>
            <p:cNvPr id="28" name="Freeform 17"/>
            <p:cNvSpPr>
              <a:spLocks/>
            </p:cNvSpPr>
            <p:nvPr/>
          </p:nvSpPr>
          <p:spPr bwMode="auto">
            <a:xfrm>
              <a:off x="2784476" y="2181225"/>
              <a:ext cx="171450" cy="254000"/>
            </a:xfrm>
            <a:custGeom>
              <a:avLst/>
              <a:gdLst/>
              <a:ahLst/>
              <a:cxnLst>
                <a:cxn ang="0">
                  <a:pos x="4" y="29"/>
                </a:cxn>
                <a:cxn ang="0">
                  <a:pos x="8" y="60"/>
                </a:cxn>
                <a:cxn ang="0">
                  <a:pos x="4" y="92"/>
                </a:cxn>
                <a:cxn ang="0">
                  <a:pos x="56" y="104"/>
                </a:cxn>
                <a:cxn ang="0">
                  <a:pos x="4" y="29"/>
                </a:cxn>
              </a:cxnLst>
              <a:rect l="0" t="0" r="r" b="b"/>
              <a:pathLst>
                <a:path w="72" h="107">
                  <a:moveTo>
                    <a:pt x="4" y="29"/>
                  </a:moveTo>
                  <a:cubicBezTo>
                    <a:pt x="25" y="38"/>
                    <a:pt x="1" y="49"/>
                    <a:pt x="8" y="60"/>
                  </a:cubicBezTo>
                  <a:cubicBezTo>
                    <a:pt x="15" y="70"/>
                    <a:pt x="0" y="78"/>
                    <a:pt x="4" y="92"/>
                  </a:cubicBezTo>
                  <a:cubicBezTo>
                    <a:pt x="8" y="107"/>
                    <a:pt x="40" y="106"/>
                    <a:pt x="56" y="104"/>
                  </a:cubicBezTo>
                  <a:cubicBezTo>
                    <a:pt x="72" y="103"/>
                    <a:pt x="49" y="0"/>
                    <a:pt x="4"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18"/>
            <p:cNvSpPr>
              <a:spLocks/>
            </p:cNvSpPr>
            <p:nvPr/>
          </p:nvSpPr>
          <p:spPr bwMode="auto">
            <a:xfrm>
              <a:off x="2708276" y="1944688"/>
              <a:ext cx="357188" cy="496887"/>
            </a:xfrm>
            <a:custGeom>
              <a:avLst/>
              <a:gdLst/>
              <a:ahLst/>
              <a:cxnLst>
                <a:cxn ang="0">
                  <a:pos x="12" y="36"/>
                </a:cxn>
                <a:cxn ang="0">
                  <a:pos x="105" y="61"/>
                </a:cxn>
                <a:cxn ang="0">
                  <a:pos x="124" y="101"/>
                </a:cxn>
                <a:cxn ang="0">
                  <a:pos x="132" y="141"/>
                </a:cxn>
                <a:cxn ang="0">
                  <a:pos x="121" y="186"/>
                </a:cxn>
                <a:cxn ang="0">
                  <a:pos x="74" y="202"/>
                </a:cxn>
                <a:cxn ang="0">
                  <a:pos x="30" y="87"/>
                </a:cxn>
                <a:cxn ang="0">
                  <a:pos x="12" y="36"/>
                </a:cxn>
              </a:cxnLst>
              <a:rect l="0" t="0" r="r" b="b"/>
              <a:pathLst>
                <a:path w="150" h="208">
                  <a:moveTo>
                    <a:pt x="12" y="36"/>
                  </a:moveTo>
                  <a:cubicBezTo>
                    <a:pt x="38" y="0"/>
                    <a:pt x="106" y="15"/>
                    <a:pt x="105" y="61"/>
                  </a:cubicBezTo>
                  <a:cubicBezTo>
                    <a:pt x="105" y="107"/>
                    <a:pt x="134" y="78"/>
                    <a:pt x="124" y="101"/>
                  </a:cubicBezTo>
                  <a:cubicBezTo>
                    <a:pt x="115" y="124"/>
                    <a:pt x="145" y="122"/>
                    <a:pt x="132" y="141"/>
                  </a:cubicBezTo>
                  <a:cubicBezTo>
                    <a:pt x="120" y="160"/>
                    <a:pt x="150" y="164"/>
                    <a:pt x="121" y="186"/>
                  </a:cubicBezTo>
                  <a:cubicBezTo>
                    <a:pt x="91" y="208"/>
                    <a:pt x="74" y="202"/>
                    <a:pt x="74" y="202"/>
                  </a:cubicBezTo>
                  <a:cubicBezTo>
                    <a:pt x="74" y="202"/>
                    <a:pt x="83" y="72"/>
                    <a:pt x="30" y="87"/>
                  </a:cubicBezTo>
                  <a:cubicBezTo>
                    <a:pt x="13" y="92"/>
                    <a:pt x="0" y="53"/>
                    <a:pt x="12"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19"/>
            <p:cNvSpPr>
              <a:spLocks/>
            </p:cNvSpPr>
            <p:nvPr/>
          </p:nvSpPr>
          <p:spPr bwMode="auto">
            <a:xfrm>
              <a:off x="2551113" y="1982788"/>
              <a:ext cx="617538" cy="2117725"/>
            </a:xfrm>
            <a:custGeom>
              <a:avLst/>
              <a:gdLst/>
              <a:ahLst/>
              <a:cxnLst>
                <a:cxn ang="0">
                  <a:pos x="160" y="29"/>
                </a:cxn>
                <a:cxn ang="0">
                  <a:pos x="177" y="130"/>
                </a:cxn>
                <a:cxn ang="0">
                  <a:pos x="198" y="189"/>
                </a:cxn>
                <a:cxn ang="0">
                  <a:pos x="203" y="316"/>
                </a:cxn>
                <a:cxn ang="0">
                  <a:pos x="191" y="377"/>
                </a:cxn>
                <a:cxn ang="0">
                  <a:pos x="188" y="442"/>
                </a:cxn>
                <a:cxn ang="0">
                  <a:pos x="179" y="567"/>
                </a:cxn>
                <a:cxn ang="0">
                  <a:pos x="179" y="609"/>
                </a:cxn>
                <a:cxn ang="0">
                  <a:pos x="235" y="775"/>
                </a:cxn>
                <a:cxn ang="0">
                  <a:pos x="256" y="844"/>
                </a:cxn>
                <a:cxn ang="0">
                  <a:pos x="251" y="865"/>
                </a:cxn>
                <a:cxn ang="0">
                  <a:pos x="239" y="824"/>
                </a:cxn>
                <a:cxn ang="0">
                  <a:pos x="181" y="871"/>
                </a:cxn>
                <a:cxn ang="0">
                  <a:pos x="191" y="839"/>
                </a:cxn>
                <a:cxn ang="0">
                  <a:pos x="167" y="702"/>
                </a:cxn>
                <a:cxn ang="0">
                  <a:pos x="147" y="705"/>
                </a:cxn>
                <a:cxn ang="0">
                  <a:pos x="126" y="804"/>
                </a:cxn>
                <a:cxn ang="0">
                  <a:pos x="118" y="864"/>
                </a:cxn>
                <a:cxn ang="0">
                  <a:pos x="110" y="882"/>
                </a:cxn>
                <a:cxn ang="0">
                  <a:pos x="110" y="838"/>
                </a:cxn>
                <a:cxn ang="0">
                  <a:pos x="51" y="882"/>
                </a:cxn>
                <a:cxn ang="0">
                  <a:pos x="43" y="852"/>
                </a:cxn>
                <a:cxn ang="0">
                  <a:pos x="92" y="707"/>
                </a:cxn>
                <a:cxn ang="0">
                  <a:pos x="99" y="631"/>
                </a:cxn>
                <a:cxn ang="0">
                  <a:pos x="87" y="570"/>
                </a:cxn>
                <a:cxn ang="0">
                  <a:pos x="76" y="504"/>
                </a:cxn>
                <a:cxn ang="0">
                  <a:pos x="68" y="505"/>
                </a:cxn>
                <a:cxn ang="0">
                  <a:pos x="52" y="500"/>
                </a:cxn>
                <a:cxn ang="0">
                  <a:pos x="57" y="452"/>
                </a:cxn>
                <a:cxn ang="0">
                  <a:pos x="8" y="334"/>
                </a:cxn>
                <a:cxn ang="0">
                  <a:pos x="64" y="280"/>
                </a:cxn>
                <a:cxn ang="0">
                  <a:pos x="111" y="171"/>
                </a:cxn>
                <a:cxn ang="0">
                  <a:pos x="110" y="122"/>
                </a:cxn>
                <a:cxn ang="0">
                  <a:pos x="80" y="75"/>
                </a:cxn>
                <a:cxn ang="0">
                  <a:pos x="81" y="32"/>
                </a:cxn>
              </a:cxnLst>
              <a:rect l="0" t="0" r="r" b="b"/>
              <a:pathLst>
                <a:path w="259" h="888">
                  <a:moveTo>
                    <a:pt x="117" y="0"/>
                  </a:moveTo>
                  <a:cubicBezTo>
                    <a:pt x="135" y="0"/>
                    <a:pt x="152" y="9"/>
                    <a:pt x="160" y="29"/>
                  </a:cubicBezTo>
                  <a:cubicBezTo>
                    <a:pt x="168" y="48"/>
                    <a:pt x="169" y="71"/>
                    <a:pt x="167" y="82"/>
                  </a:cubicBezTo>
                  <a:cubicBezTo>
                    <a:pt x="164" y="92"/>
                    <a:pt x="173" y="121"/>
                    <a:pt x="177" y="130"/>
                  </a:cubicBezTo>
                  <a:cubicBezTo>
                    <a:pt x="182" y="143"/>
                    <a:pt x="190" y="159"/>
                    <a:pt x="190" y="159"/>
                  </a:cubicBezTo>
                  <a:cubicBezTo>
                    <a:pt x="190" y="159"/>
                    <a:pt x="198" y="172"/>
                    <a:pt x="198" y="189"/>
                  </a:cubicBezTo>
                  <a:cubicBezTo>
                    <a:pt x="198" y="206"/>
                    <a:pt x="197" y="230"/>
                    <a:pt x="203" y="262"/>
                  </a:cubicBezTo>
                  <a:cubicBezTo>
                    <a:pt x="209" y="293"/>
                    <a:pt x="209" y="300"/>
                    <a:pt x="203" y="316"/>
                  </a:cubicBezTo>
                  <a:cubicBezTo>
                    <a:pt x="198" y="331"/>
                    <a:pt x="180" y="361"/>
                    <a:pt x="180" y="361"/>
                  </a:cubicBezTo>
                  <a:cubicBezTo>
                    <a:pt x="180" y="361"/>
                    <a:pt x="197" y="369"/>
                    <a:pt x="191" y="377"/>
                  </a:cubicBezTo>
                  <a:cubicBezTo>
                    <a:pt x="185" y="384"/>
                    <a:pt x="179" y="387"/>
                    <a:pt x="179" y="387"/>
                  </a:cubicBezTo>
                  <a:cubicBezTo>
                    <a:pt x="179" y="387"/>
                    <a:pt x="198" y="414"/>
                    <a:pt x="188" y="442"/>
                  </a:cubicBezTo>
                  <a:cubicBezTo>
                    <a:pt x="179" y="471"/>
                    <a:pt x="177" y="492"/>
                    <a:pt x="178" y="518"/>
                  </a:cubicBezTo>
                  <a:cubicBezTo>
                    <a:pt x="179" y="544"/>
                    <a:pt x="179" y="567"/>
                    <a:pt x="179" y="567"/>
                  </a:cubicBezTo>
                  <a:cubicBezTo>
                    <a:pt x="168" y="569"/>
                    <a:pt x="168" y="569"/>
                    <a:pt x="168" y="569"/>
                  </a:cubicBezTo>
                  <a:cubicBezTo>
                    <a:pt x="168" y="569"/>
                    <a:pt x="168" y="594"/>
                    <a:pt x="179" y="609"/>
                  </a:cubicBezTo>
                  <a:cubicBezTo>
                    <a:pt x="190" y="624"/>
                    <a:pt x="208" y="649"/>
                    <a:pt x="211" y="690"/>
                  </a:cubicBezTo>
                  <a:cubicBezTo>
                    <a:pt x="214" y="730"/>
                    <a:pt x="223" y="765"/>
                    <a:pt x="235" y="775"/>
                  </a:cubicBezTo>
                  <a:cubicBezTo>
                    <a:pt x="247" y="785"/>
                    <a:pt x="259" y="784"/>
                    <a:pt x="259" y="800"/>
                  </a:cubicBezTo>
                  <a:cubicBezTo>
                    <a:pt x="259" y="817"/>
                    <a:pt x="256" y="836"/>
                    <a:pt x="256" y="844"/>
                  </a:cubicBezTo>
                  <a:cubicBezTo>
                    <a:pt x="256" y="852"/>
                    <a:pt x="256" y="864"/>
                    <a:pt x="256" y="864"/>
                  </a:cubicBezTo>
                  <a:cubicBezTo>
                    <a:pt x="251" y="865"/>
                    <a:pt x="251" y="865"/>
                    <a:pt x="251" y="865"/>
                  </a:cubicBezTo>
                  <a:cubicBezTo>
                    <a:pt x="251" y="865"/>
                    <a:pt x="252" y="856"/>
                    <a:pt x="251" y="845"/>
                  </a:cubicBezTo>
                  <a:cubicBezTo>
                    <a:pt x="250" y="834"/>
                    <a:pt x="246" y="819"/>
                    <a:pt x="239" y="824"/>
                  </a:cubicBezTo>
                  <a:cubicBezTo>
                    <a:pt x="232" y="828"/>
                    <a:pt x="222" y="849"/>
                    <a:pt x="217" y="858"/>
                  </a:cubicBezTo>
                  <a:cubicBezTo>
                    <a:pt x="211" y="868"/>
                    <a:pt x="201" y="877"/>
                    <a:pt x="181" y="871"/>
                  </a:cubicBezTo>
                  <a:cubicBezTo>
                    <a:pt x="161" y="865"/>
                    <a:pt x="154" y="852"/>
                    <a:pt x="164" y="849"/>
                  </a:cubicBezTo>
                  <a:cubicBezTo>
                    <a:pt x="175" y="845"/>
                    <a:pt x="189" y="850"/>
                    <a:pt x="191" y="839"/>
                  </a:cubicBezTo>
                  <a:cubicBezTo>
                    <a:pt x="194" y="828"/>
                    <a:pt x="198" y="798"/>
                    <a:pt x="194" y="783"/>
                  </a:cubicBezTo>
                  <a:cubicBezTo>
                    <a:pt x="189" y="768"/>
                    <a:pt x="173" y="720"/>
                    <a:pt x="167" y="702"/>
                  </a:cubicBezTo>
                  <a:cubicBezTo>
                    <a:pt x="161" y="684"/>
                    <a:pt x="152" y="663"/>
                    <a:pt x="152" y="663"/>
                  </a:cubicBezTo>
                  <a:cubicBezTo>
                    <a:pt x="152" y="663"/>
                    <a:pt x="152" y="691"/>
                    <a:pt x="147" y="705"/>
                  </a:cubicBezTo>
                  <a:cubicBezTo>
                    <a:pt x="141" y="718"/>
                    <a:pt x="121" y="770"/>
                    <a:pt x="117" y="780"/>
                  </a:cubicBezTo>
                  <a:cubicBezTo>
                    <a:pt x="113" y="791"/>
                    <a:pt x="120" y="798"/>
                    <a:pt x="126" y="804"/>
                  </a:cubicBezTo>
                  <a:cubicBezTo>
                    <a:pt x="132" y="810"/>
                    <a:pt x="129" y="824"/>
                    <a:pt x="124" y="835"/>
                  </a:cubicBezTo>
                  <a:cubicBezTo>
                    <a:pt x="120" y="845"/>
                    <a:pt x="118" y="859"/>
                    <a:pt x="118" y="864"/>
                  </a:cubicBezTo>
                  <a:cubicBezTo>
                    <a:pt x="118" y="870"/>
                    <a:pt x="118" y="882"/>
                    <a:pt x="118" y="882"/>
                  </a:cubicBezTo>
                  <a:cubicBezTo>
                    <a:pt x="110" y="882"/>
                    <a:pt x="110" y="882"/>
                    <a:pt x="110" y="882"/>
                  </a:cubicBezTo>
                  <a:cubicBezTo>
                    <a:pt x="110" y="882"/>
                    <a:pt x="112" y="869"/>
                    <a:pt x="112" y="858"/>
                  </a:cubicBezTo>
                  <a:cubicBezTo>
                    <a:pt x="112" y="847"/>
                    <a:pt x="114" y="840"/>
                    <a:pt x="110" y="838"/>
                  </a:cubicBezTo>
                  <a:cubicBezTo>
                    <a:pt x="106" y="836"/>
                    <a:pt x="89" y="851"/>
                    <a:pt x="82" y="862"/>
                  </a:cubicBezTo>
                  <a:cubicBezTo>
                    <a:pt x="75" y="873"/>
                    <a:pt x="74" y="888"/>
                    <a:pt x="51" y="882"/>
                  </a:cubicBezTo>
                  <a:cubicBezTo>
                    <a:pt x="28" y="877"/>
                    <a:pt x="13" y="864"/>
                    <a:pt x="19" y="857"/>
                  </a:cubicBezTo>
                  <a:cubicBezTo>
                    <a:pt x="24" y="850"/>
                    <a:pt x="36" y="856"/>
                    <a:pt x="43" y="852"/>
                  </a:cubicBezTo>
                  <a:cubicBezTo>
                    <a:pt x="50" y="849"/>
                    <a:pt x="63" y="815"/>
                    <a:pt x="71" y="794"/>
                  </a:cubicBezTo>
                  <a:cubicBezTo>
                    <a:pt x="80" y="774"/>
                    <a:pt x="89" y="732"/>
                    <a:pt x="92" y="707"/>
                  </a:cubicBezTo>
                  <a:cubicBezTo>
                    <a:pt x="94" y="682"/>
                    <a:pt x="98" y="663"/>
                    <a:pt x="99" y="655"/>
                  </a:cubicBezTo>
                  <a:cubicBezTo>
                    <a:pt x="99" y="647"/>
                    <a:pt x="99" y="631"/>
                    <a:pt x="99" y="631"/>
                  </a:cubicBezTo>
                  <a:cubicBezTo>
                    <a:pt x="99" y="631"/>
                    <a:pt x="92" y="603"/>
                    <a:pt x="89" y="591"/>
                  </a:cubicBezTo>
                  <a:cubicBezTo>
                    <a:pt x="87" y="579"/>
                    <a:pt x="87" y="570"/>
                    <a:pt x="87" y="570"/>
                  </a:cubicBezTo>
                  <a:cubicBezTo>
                    <a:pt x="87" y="570"/>
                    <a:pt x="73" y="572"/>
                    <a:pt x="73" y="564"/>
                  </a:cubicBezTo>
                  <a:cubicBezTo>
                    <a:pt x="73" y="556"/>
                    <a:pt x="78" y="521"/>
                    <a:pt x="76" y="504"/>
                  </a:cubicBezTo>
                  <a:cubicBezTo>
                    <a:pt x="75" y="488"/>
                    <a:pt x="69" y="489"/>
                    <a:pt x="69" y="489"/>
                  </a:cubicBezTo>
                  <a:cubicBezTo>
                    <a:pt x="69" y="489"/>
                    <a:pt x="68" y="498"/>
                    <a:pt x="68" y="505"/>
                  </a:cubicBezTo>
                  <a:cubicBezTo>
                    <a:pt x="68" y="512"/>
                    <a:pt x="63" y="510"/>
                    <a:pt x="61" y="505"/>
                  </a:cubicBezTo>
                  <a:cubicBezTo>
                    <a:pt x="59" y="500"/>
                    <a:pt x="52" y="505"/>
                    <a:pt x="52" y="500"/>
                  </a:cubicBezTo>
                  <a:cubicBezTo>
                    <a:pt x="52" y="495"/>
                    <a:pt x="49" y="484"/>
                    <a:pt x="50" y="475"/>
                  </a:cubicBezTo>
                  <a:cubicBezTo>
                    <a:pt x="52" y="467"/>
                    <a:pt x="57" y="452"/>
                    <a:pt x="57" y="452"/>
                  </a:cubicBezTo>
                  <a:cubicBezTo>
                    <a:pt x="0" y="450"/>
                    <a:pt x="0" y="450"/>
                    <a:pt x="0" y="450"/>
                  </a:cubicBezTo>
                  <a:cubicBezTo>
                    <a:pt x="8" y="334"/>
                    <a:pt x="8" y="334"/>
                    <a:pt x="8" y="334"/>
                  </a:cubicBezTo>
                  <a:cubicBezTo>
                    <a:pt x="61" y="334"/>
                    <a:pt x="61" y="334"/>
                    <a:pt x="61" y="334"/>
                  </a:cubicBezTo>
                  <a:cubicBezTo>
                    <a:pt x="61" y="334"/>
                    <a:pt x="64" y="298"/>
                    <a:pt x="64" y="280"/>
                  </a:cubicBezTo>
                  <a:cubicBezTo>
                    <a:pt x="64" y="263"/>
                    <a:pt x="62" y="239"/>
                    <a:pt x="74" y="220"/>
                  </a:cubicBezTo>
                  <a:cubicBezTo>
                    <a:pt x="86" y="200"/>
                    <a:pt x="101" y="184"/>
                    <a:pt x="111" y="171"/>
                  </a:cubicBezTo>
                  <a:cubicBezTo>
                    <a:pt x="121" y="159"/>
                    <a:pt x="122" y="158"/>
                    <a:pt x="120" y="147"/>
                  </a:cubicBezTo>
                  <a:cubicBezTo>
                    <a:pt x="117" y="135"/>
                    <a:pt x="117" y="121"/>
                    <a:pt x="110" y="122"/>
                  </a:cubicBezTo>
                  <a:cubicBezTo>
                    <a:pt x="103" y="123"/>
                    <a:pt x="96" y="122"/>
                    <a:pt x="93" y="113"/>
                  </a:cubicBezTo>
                  <a:cubicBezTo>
                    <a:pt x="89" y="104"/>
                    <a:pt x="81" y="87"/>
                    <a:pt x="80" y="75"/>
                  </a:cubicBezTo>
                  <a:cubicBezTo>
                    <a:pt x="79" y="63"/>
                    <a:pt x="82" y="61"/>
                    <a:pt x="80" y="57"/>
                  </a:cubicBezTo>
                  <a:cubicBezTo>
                    <a:pt x="79" y="54"/>
                    <a:pt x="81" y="42"/>
                    <a:pt x="81" y="32"/>
                  </a:cubicBezTo>
                  <a:cubicBezTo>
                    <a:pt x="82" y="23"/>
                    <a:pt x="94" y="0"/>
                    <a:pt x="11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20"/>
            <p:cNvSpPr>
              <a:spLocks/>
            </p:cNvSpPr>
            <p:nvPr/>
          </p:nvSpPr>
          <p:spPr bwMode="auto">
            <a:xfrm>
              <a:off x="2836863" y="2252663"/>
              <a:ext cx="128588" cy="106362"/>
            </a:xfrm>
            <a:custGeom>
              <a:avLst/>
              <a:gdLst/>
              <a:ahLst/>
              <a:cxnLst>
                <a:cxn ang="0">
                  <a:pos x="51" y="0"/>
                </a:cxn>
                <a:cxn ang="0">
                  <a:pos x="54" y="10"/>
                </a:cxn>
                <a:cxn ang="0">
                  <a:pos x="0" y="45"/>
                </a:cxn>
                <a:cxn ang="0">
                  <a:pos x="4" y="22"/>
                </a:cxn>
                <a:cxn ang="0">
                  <a:pos x="29" y="5"/>
                </a:cxn>
                <a:cxn ang="0">
                  <a:pos x="51" y="0"/>
                </a:cxn>
              </a:cxnLst>
              <a:rect l="0" t="0" r="r" b="b"/>
              <a:pathLst>
                <a:path w="54" h="45">
                  <a:moveTo>
                    <a:pt x="51" y="0"/>
                  </a:moveTo>
                  <a:cubicBezTo>
                    <a:pt x="52" y="4"/>
                    <a:pt x="53" y="7"/>
                    <a:pt x="54" y="10"/>
                  </a:cubicBezTo>
                  <a:cubicBezTo>
                    <a:pt x="27" y="8"/>
                    <a:pt x="12" y="29"/>
                    <a:pt x="0" y="45"/>
                  </a:cubicBezTo>
                  <a:cubicBezTo>
                    <a:pt x="5" y="38"/>
                    <a:pt x="4" y="27"/>
                    <a:pt x="4" y="22"/>
                  </a:cubicBezTo>
                  <a:cubicBezTo>
                    <a:pt x="10" y="15"/>
                    <a:pt x="20" y="9"/>
                    <a:pt x="29" y="5"/>
                  </a:cubicBezTo>
                  <a:cubicBezTo>
                    <a:pt x="37" y="2"/>
                    <a:pt x="46" y="1"/>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31"/>
          <p:cNvGrpSpPr/>
          <p:nvPr/>
        </p:nvGrpSpPr>
        <p:grpSpPr>
          <a:xfrm>
            <a:off x="1105346" y="2286359"/>
            <a:ext cx="353542" cy="1105890"/>
            <a:chOff x="3276601" y="2190750"/>
            <a:chExt cx="719138" cy="2249487"/>
          </a:xfrm>
          <a:solidFill>
            <a:schemeClr val="accent1"/>
          </a:solidFill>
        </p:grpSpPr>
        <p:sp>
          <p:nvSpPr>
            <p:cNvPr id="34" name="Freeform 21"/>
            <p:cNvSpPr>
              <a:spLocks noEditPoints="1"/>
            </p:cNvSpPr>
            <p:nvPr/>
          </p:nvSpPr>
          <p:spPr bwMode="auto">
            <a:xfrm>
              <a:off x="3276601" y="2190750"/>
              <a:ext cx="719138" cy="2249487"/>
            </a:xfrm>
            <a:custGeom>
              <a:avLst/>
              <a:gdLst/>
              <a:ahLst/>
              <a:cxnLst>
                <a:cxn ang="0">
                  <a:pos x="251" y="190"/>
                </a:cxn>
                <a:cxn ang="0">
                  <a:pos x="270" y="402"/>
                </a:cxn>
                <a:cxn ang="0">
                  <a:pos x="269" y="482"/>
                </a:cxn>
                <a:cxn ang="0">
                  <a:pos x="265" y="515"/>
                </a:cxn>
                <a:cxn ang="0">
                  <a:pos x="299" y="661"/>
                </a:cxn>
                <a:cxn ang="0">
                  <a:pos x="224" y="700"/>
                </a:cxn>
                <a:cxn ang="0">
                  <a:pos x="231" y="519"/>
                </a:cxn>
                <a:cxn ang="0">
                  <a:pos x="231" y="481"/>
                </a:cxn>
                <a:cxn ang="0">
                  <a:pos x="224" y="161"/>
                </a:cxn>
                <a:cxn ang="0">
                  <a:pos x="179" y="29"/>
                </a:cxn>
                <a:cxn ang="0">
                  <a:pos x="182" y="91"/>
                </a:cxn>
                <a:cxn ang="0">
                  <a:pos x="163" y="120"/>
                </a:cxn>
                <a:cxn ang="0">
                  <a:pos x="218" y="159"/>
                </a:cxn>
                <a:cxn ang="0">
                  <a:pos x="224" y="489"/>
                </a:cxn>
                <a:cxn ang="0">
                  <a:pos x="215" y="490"/>
                </a:cxn>
                <a:cxn ang="0">
                  <a:pos x="217" y="521"/>
                </a:cxn>
                <a:cxn ang="0">
                  <a:pos x="224" y="700"/>
                </a:cxn>
                <a:cxn ang="0">
                  <a:pos x="210" y="700"/>
                </a:cxn>
                <a:cxn ang="0">
                  <a:pos x="203" y="819"/>
                </a:cxn>
                <a:cxn ang="0">
                  <a:pos x="210" y="898"/>
                </a:cxn>
                <a:cxn ang="0">
                  <a:pos x="161" y="903"/>
                </a:cxn>
                <a:cxn ang="0">
                  <a:pos x="150" y="845"/>
                </a:cxn>
                <a:cxn ang="0">
                  <a:pos x="152" y="754"/>
                </a:cxn>
                <a:cxn ang="0">
                  <a:pos x="129" y="554"/>
                </a:cxn>
                <a:cxn ang="0">
                  <a:pos x="105" y="597"/>
                </a:cxn>
                <a:cxn ang="0">
                  <a:pos x="80" y="798"/>
                </a:cxn>
                <a:cxn ang="0">
                  <a:pos x="85" y="832"/>
                </a:cxn>
                <a:cxn ang="0">
                  <a:pos x="70" y="893"/>
                </a:cxn>
                <a:cxn ang="0">
                  <a:pos x="25" y="938"/>
                </a:cxn>
                <a:cxn ang="0">
                  <a:pos x="31" y="861"/>
                </a:cxn>
                <a:cxn ang="0">
                  <a:pos x="28" y="815"/>
                </a:cxn>
                <a:cxn ang="0">
                  <a:pos x="24" y="645"/>
                </a:cxn>
                <a:cxn ang="0">
                  <a:pos x="25" y="469"/>
                </a:cxn>
                <a:cxn ang="0">
                  <a:pos x="16" y="440"/>
                </a:cxn>
                <a:cxn ang="0">
                  <a:pos x="6" y="361"/>
                </a:cxn>
                <a:cxn ang="0">
                  <a:pos x="18" y="208"/>
                </a:cxn>
                <a:cxn ang="0">
                  <a:pos x="101" y="142"/>
                </a:cxn>
                <a:cxn ang="0">
                  <a:pos x="104" y="96"/>
                </a:cxn>
                <a:cxn ang="0">
                  <a:pos x="92" y="65"/>
                </a:cxn>
                <a:cxn ang="0">
                  <a:pos x="97" y="29"/>
                </a:cxn>
              </a:cxnLst>
              <a:rect l="0" t="0" r="r" b="b"/>
              <a:pathLst>
                <a:path w="302" h="943">
                  <a:moveTo>
                    <a:pt x="224" y="161"/>
                  </a:moveTo>
                  <a:cubicBezTo>
                    <a:pt x="239" y="166"/>
                    <a:pt x="251" y="170"/>
                    <a:pt x="251" y="190"/>
                  </a:cubicBezTo>
                  <a:cubicBezTo>
                    <a:pt x="252" y="213"/>
                    <a:pt x="254" y="258"/>
                    <a:pt x="257" y="288"/>
                  </a:cubicBezTo>
                  <a:cubicBezTo>
                    <a:pt x="260" y="318"/>
                    <a:pt x="269" y="382"/>
                    <a:pt x="270" y="402"/>
                  </a:cubicBezTo>
                  <a:cubicBezTo>
                    <a:pt x="270" y="422"/>
                    <a:pt x="273" y="465"/>
                    <a:pt x="272" y="470"/>
                  </a:cubicBezTo>
                  <a:cubicBezTo>
                    <a:pt x="272" y="475"/>
                    <a:pt x="268" y="474"/>
                    <a:pt x="269" y="482"/>
                  </a:cubicBezTo>
                  <a:cubicBezTo>
                    <a:pt x="271" y="490"/>
                    <a:pt x="271" y="498"/>
                    <a:pt x="267" y="503"/>
                  </a:cubicBezTo>
                  <a:cubicBezTo>
                    <a:pt x="262" y="509"/>
                    <a:pt x="265" y="515"/>
                    <a:pt x="265" y="515"/>
                  </a:cubicBezTo>
                  <a:cubicBezTo>
                    <a:pt x="302" y="514"/>
                    <a:pt x="302" y="514"/>
                    <a:pt x="302" y="514"/>
                  </a:cubicBezTo>
                  <a:cubicBezTo>
                    <a:pt x="299" y="661"/>
                    <a:pt x="299" y="661"/>
                    <a:pt x="299" y="661"/>
                  </a:cubicBezTo>
                  <a:cubicBezTo>
                    <a:pt x="241" y="707"/>
                    <a:pt x="241" y="707"/>
                    <a:pt x="241" y="707"/>
                  </a:cubicBezTo>
                  <a:cubicBezTo>
                    <a:pt x="241" y="707"/>
                    <a:pt x="232" y="701"/>
                    <a:pt x="224" y="700"/>
                  </a:cubicBezTo>
                  <a:cubicBezTo>
                    <a:pt x="224" y="520"/>
                    <a:pt x="224" y="520"/>
                    <a:pt x="224" y="520"/>
                  </a:cubicBezTo>
                  <a:cubicBezTo>
                    <a:pt x="231" y="519"/>
                    <a:pt x="231" y="519"/>
                    <a:pt x="231" y="519"/>
                  </a:cubicBezTo>
                  <a:cubicBezTo>
                    <a:pt x="231" y="519"/>
                    <a:pt x="229" y="509"/>
                    <a:pt x="231" y="502"/>
                  </a:cubicBezTo>
                  <a:cubicBezTo>
                    <a:pt x="234" y="495"/>
                    <a:pt x="233" y="488"/>
                    <a:pt x="231" y="481"/>
                  </a:cubicBezTo>
                  <a:cubicBezTo>
                    <a:pt x="231" y="481"/>
                    <a:pt x="229" y="488"/>
                    <a:pt x="224" y="489"/>
                  </a:cubicBezTo>
                  <a:lnTo>
                    <a:pt x="224" y="161"/>
                  </a:lnTo>
                  <a:close/>
                  <a:moveTo>
                    <a:pt x="142" y="0"/>
                  </a:moveTo>
                  <a:cubicBezTo>
                    <a:pt x="158" y="0"/>
                    <a:pt x="177" y="12"/>
                    <a:pt x="179" y="29"/>
                  </a:cubicBezTo>
                  <a:cubicBezTo>
                    <a:pt x="182" y="46"/>
                    <a:pt x="180" y="70"/>
                    <a:pt x="180" y="70"/>
                  </a:cubicBezTo>
                  <a:cubicBezTo>
                    <a:pt x="180" y="70"/>
                    <a:pt x="186" y="82"/>
                    <a:pt x="182" y="91"/>
                  </a:cubicBezTo>
                  <a:cubicBezTo>
                    <a:pt x="177" y="100"/>
                    <a:pt x="166" y="98"/>
                    <a:pt x="166" y="98"/>
                  </a:cubicBezTo>
                  <a:cubicBezTo>
                    <a:pt x="166" y="98"/>
                    <a:pt x="163" y="112"/>
                    <a:pt x="163" y="120"/>
                  </a:cubicBezTo>
                  <a:cubicBezTo>
                    <a:pt x="163" y="128"/>
                    <a:pt x="164" y="134"/>
                    <a:pt x="170" y="139"/>
                  </a:cubicBezTo>
                  <a:cubicBezTo>
                    <a:pt x="176" y="144"/>
                    <a:pt x="200" y="154"/>
                    <a:pt x="218" y="159"/>
                  </a:cubicBezTo>
                  <a:cubicBezTo>
                    <a:pt x="220" y="160"/>
                    <a:pt x="222" y="160"/>
                    <a:pt x="224" y="161"/>
                  </a:cubicBezTo>
                  <a:cubicBezTo>
                    <a:pt x="224" y="489"/>
                    <a:pt x="224" y="489"/>
                    <a:pt x="224" y="489"/>
                  </a:cubicBezTo>
                  <a:cubicBezTo>
                    <a:pt x="224" y="489"/>
                    <a:pt x="223" y="489"/>
                    <a:pt x="223" y="489"/>
                  </a:cubicBezTo>
                  <a:cubicBezTo>
                    <a:pt x="218" y="489"/>
                    <a:pt x="215" y="490"/>
                    <a:pt x="215" y="490"/>
                  </a:cubicBezTo>
                  <a:cubicBezTo>
                    <a:pt x="215" y="490"/>
                    <a:pt x="218" y="498"/>
                    <a:pt x="218" y="506"/>
                  </a:cubicBezTo>
                  <a:cubicBezTo>
                    <a:pt x="218" y="513"/>
                    <a:pt x="217" y="521"/>
                    <a:pt x="217" y="521"/>
                  </a:cubicBezTo>
                  <a:cubicBezTo>
                    <a:pt x="224" y="520"/>
                    <a:pt x="224" y="520"/>
                    <a:pt x="224" y="520"/>
                  </a:cubicBezTo>
                  <a:cubicBezTo>
                    <a:pt x="224" y="700"/>
                    <a:pt x="224" y="700"/>
                    <a:pt x="224" y="700"/>
                  </a:cubicBezTo>
                  <a:cubicBezTo>
                    <a:pt x="224" y="700"/>
                    <a:pt x="223" y="700"/>
                    <a:pt x="222" y="700"/>
                  </a:cubicBezTo>
                  <a:cubicBezTo>
                    <a:pt x="214" y="700"/>
                    <a:pt x="210" y="700"/>
                    <a:pt x="210" y="700"/>
                  </a:cubicBezTo>
                  <a:cubicBezTo>
                    <a:pt x="210" y="700"/>
                    <a:pt x="212" y="744"/>
                    <a:pt x="212" y="761"/>
                  </a:cubicBezTo>
                  <a:cubicBezTo>
                    <a:pt x="212" y="779"/>
                    <a:pt x="211" y="806"/>
                    <a:pt x="203" y="819"/>
                  </a:cubicBezTo>
                  <a:cubicBezTo>
                    <a:pt x="195" y="832"/>
                    <a:pt x="194" y="836"/>
                    <a:pt x="194" y="847"/>
                  </a:cubicBezTo>
                  <a:cubicBezTo>
                    <a:pt x="194" y="858"/>
                    <a:pt x="211" y="888"/>
                    <a:pt x="210" y="898"/>
                  </a:cubicBezTo>
                  <a:cubicBezTo>
                    <a:pt x="209" y="908"/>
                    <a:pt x="207" y="924"/>
                    <a:pt x="190" y="924"/>
                  </a:cubicBezTo>
                  <a:cubicBezTo>
                    <a:pt x="173" y="923"/>
                    <a:pt x="161" y="917"/>
                    <a:pt x="161" y="903"/>
                  </a:cubicBezTo>
                  <a:cubicBezTo>
                    <a:pt x="161" y="889"/>
                    <a:pt x="163" y="880"/>
                    <a:pt x="157" y="875"/>
                  </a:cubicBezTo>
                  <a:cubicBezTo>
                    <a:pt x="151" y="870"/>
                    <a:pt x="160" y="858"/>
                    <a:pt x="150" y="845"/>
                  </a:cubicBezTo>
                  <a:cubicBezTo>
                    <a:pt x="141" y="832"/>
                    <a:pt x="151" y="830"/>
                    <a:pt x="149" y="818"/>
                  </a:cubicBezTo>
                  <a:cubicBezTo>
                    <a:pt x="146" y="806"/>
                    <a:pt x="151" y="769"/>
                    <a:pt x="152" y="754"/>
                  </a:cubicBezTo>
                  <a:cubicBezTo>
                    <a:pt x="153" y="739"/>
                    <a:pt x="150" y="722"/>
                    <a:pt x="143" y="659"/>
                  </a:cubicBezTo>
                  <a:cubicBezTo>
                    <a:pt x="135" y="596"/>
                    <a:pt x="131" y="568"/>
                    <a:pt x="129" y="554"/>
                  </a:cubicBezTo>
                  <a:cubicBezTo>
                    <a:pt x="127" y="541"/>
                    <a:pt x="123" y="523"/>
                    <a:pt x="123" y="523"/>
                  </a:cubicBezTo>
                  <a:cubicBezTo>
                    <a:pt x="123" y="523"/>
                    <a:pt x="113" y="582"/>
                    <a:pt x="105" y="597"/>
                  </a:cubicBezTo>
                  <a:cubicBezTo>
                    <a:pt x="97" y="612"/>
                    <a:pt x="88" y="685"/>
                    <a:pt x="86" y="706"/>
                  </a:cubicBezTo>
                  <a:cubicBezTo>
                    <a:pt x="83" y="728"/>
                    <a:pt x="85" y="791"/>
                    <a:pt x="80" y="798"/>
                  </a:cubicBezTo>
                  <a:cubicBezTo>
                    <a:pt x="75" y="804"/>
                    <a:pt x="72" y="813"/>
                    <a:pt x="72" y="813"/>
                  </a:cubicBezTo>
                  <a:cubicBezTo>
                    <a:pt x="72" y="813"/>
                    <a:pt x="85" y="821"/>
                    <a:pt x="85" y="832"/>
                  </a:cubicBezTo>
                  <a:cubicBezTo>
                    <a:pt x="85" y="842"/>
                    <a:pt x="76" y="851"/>
                    <a:pt x="76" y="865"/>
                  </a:cubicBezTo>
                  <a:cubicBezTo>
                    <a:pt x="77" y="878"/>
                    <a:pt x="75" y="890"/>
                    <a:pt x="70" y="893"/>
                  </a:cubicBezTo>
                  <a:cubicBezTo>
                    <a:pt x="64" y="896"/>
                    <a:pt x="65" y="920"/>
                    <a:pt x="58" y="928"/>
                  </a:cubicBezTo>
                  <a:cubicBezTo>
                    <a:pt x="51" y="936"/>
                    <a:pt x="39" y="943"/>
                    <a:pt x="25" y="938"/>
                  </a:cubicBezTo>
                  <a:cubicBezTo>
                    <a:pt x="11" y="934"/>
                    <a:pt x="11" y="916"/>
                    <a:pt x="18" y="898"/>
                  </a:cubicBezTo>
                  <a:cubicBezTo>
                    <a:pt x="25" y="880"/>
                    <a:pt x="33" y="868"/>
                    <a:pt x="31" y="861"/>
                  </a:cubicBezTo>
                  <a:cubicBezTo>
                    <a:pt x="28" y="854"/>
                    <a:pt x="26" y="843"/>
                    <a:pt x="33" y="836"/>
                  </a:cubicBezTo>
                  <a:cubicBezTo>
                    <a:pt x="40" y="829"/>
                    <a:pt x="32" y="821"/>
                    <a:pt x="28" y="815"/>
                  </a:cubicBezTo>
                  <a:cubicBezTo>
                    <a:pt x="23" y="809"/>
                    <a:pt x="24" y="780"/>
                    <a:pt x="24" y="765"/>
                  </a:cubicBezTo>
                  <a:cubicBezTo>
                    <a:pt x="23" y="750"/>
                    <a:pt x="25" y="673"/>
                    <a:pt x="24" y="645"/>
                  </a:cubicBezTo>
                  <a:cubicBezTo>
                    <a:pt x="23" y="617"/>
                    <a:pt x="21" y="533"/>
                    <a:pt x="25" y="510"/>
                  </a:cubicBezTo>
                  <a:cubicBezTo>
                    <a:pt x="29" y="487"/>
                    <a:pt x="25" y="469"/>
                    <a:pt x="25" y="469"/>
                  </a:cubicBezTo>
                  <a:cubicBezTo>
                    <a:pt x="25" y="469"/>
                    <a:pt x="16" y="474"/>
                    <a:pt x="16" y="465"/>
                  </a:cubicBezTo>
                  <a:cubicBezTo>
                    <a:pt x="16" y="457"/>
                    <a:pt x="20" y="455"/>
                    <a:pt x="16" y="440"/>
                  </a:cubicBezTo>
                  <a:cubicBezTo>
                    <a:pt x="12" y="425"/>
                    <a:pt x="11" y="410"/>
                    <a:pt x="6" y="399"/>
                  </a:cubicBezTo>
                  <a:cubicBezTo>
                    <a:pt x="1" y="387"/>
                    <a:pt x="0" y="367"/>
                    <a:pt x="6" y="361"/>
                  </a:cubicBezTo>
                  <a:cubicBezTo>
                    <a:pt x="12" y="355"/>
                    <a:pt x="3" y="321"/>
                    <a:pt x="9" y="296"/>
                  </a:cubicBezTo>
                  <a:cubicBezTo>
                    <a:pt x="14" y="270"/>
                    <a:pt x="17" y="230"/>
                    <a:pt x="18" y="208"/>
                  </a:cubicBezTo>
                  <a:cubicBezTo>
                    <a:pt x="18" y="186"/>
                    <a:pt x="19" y="170"/>
                    <a:pt x="48" y="163"/>
                  </a:cubicBezTo>
                  <a:cubicBezTo>
                    <a:pt x="76" y="156"/>
                    <a:pt x="97" y="148"/>
                    <a:pt x="101" y="142"/>
                  </a:cubicBezTo>
                  <a:cubicBezTo>
                    <a:pt x="105" y="136"/>
                    <a:pt x="107" y="120"/>
                    <a:pt x="106" y="113"/>
                  </a:cubicBezTo>
                  <a:cubicBezTo>
                    <a:pt x="105" y="106"/>
                    <a:pt x="104" y="100"/>
                    <a:pt x="104" y="96"/>
                  </a:cubicBezTo>
                  <a:cubicBezTo>
                    <a:pt x="104" y="92"/>
                    <a:pt x="96" y="98"/>
                    <a:pt x="94" y="90"/>
                  </a:cubicBezTo>
                  <a:cubicBezTo>
                    <a:pt x="92" y="83"/>
                    <a:pt x="91" y="66"/>
                    <a:pt x="92" y="65"/>
                  </a:cubicBezTo>
                  <a:cubicBezTo>
                    <a:pt x="94" y="63"/>
                    <a:pt x="95" y="64"/>
                    <a:pt x="97" y="64"/>
                  </a:cubicBezTo>
                  <a:cubicBezTo>
                    <a:pt x="96" y="61"/>
                    <a:pt x="95" y="46"/>
                    <a:pt x="97" y="29"/>
                  </a:cubicBezTo>
                  <a:cubicBezTo>
                    <a:pt x="98" y="14"/>
                    <a:pt x="113" y="1"/>
                    <a:pt x="14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2"/>
            <p:cNvSpPr>
              <a:spLocks/>
            </p:cNvSpPr>
            <p:nvPr/>
          </p:nvSpPr>
          <p:spPr bwMode="auto">
            <a:xfrm>
              <a:off x="3309938" y="3201988"/>
              <a:ext cx="76200" cy="76200"/>
            </a:xfrm>
            <a:custGeom>
              <a:avLst/>
              <a:gdLst/>
              <a:ahLst/>
              <a:cxnLst>
                <a:cxn ang="0">
                  <a:pos x="7" y="32"/>
                </a:cxn>
                <a:cxn ang="0">
                  <a:pos x="7" y="10"/>
                </a:cxn>
                <a:cxn ang="0">
                  <a:pos x="32" y="8"/>
                </a:cxn>
                <a:cxn ang="0">
                  <a:pos x="13" y="13"/>
                </a:cxn>
                <a:cxn ang="0">
                  <a:pos x="7" y="32"/>
                </a:cxn>
              </a:cxnLst>
              <a:rect l="0" t="0" r="r" b="b"/>
              <a:pathLst>
                <a:path w="32" h="32">
                  <a:moveTo>
                    <a:pt x="7" y="32"/>
                  </a:moveTo>
                  <a:cubicBezTo>
                    <a:pt x="7" y="32"/>
                    <a:pt x="0" y="20"/>
                    <a:pt x="7" y="10"/>
                  </a:cubicBezTo>
                  <a:cubicBezTo>
                    <a:pt x="15" y="0"/>
                    <a:pt x="32" y="8"/>
                    <a:pt x="32" y="8"/>
                  </a:cubicBezTo>
                  <a:cubicBezTo>
                    <a:pt x="32" y="8"/>
                    <a:pt x="20" y="8"/>
                    <a:pt x="13" y="13"/>
                  </a:cubicBezTo>
                  <a:cubicBezTo>
                    <a:pt x="7" y="18"/>
                    <a:pt x="9" y="22"/>
                    <a:pt x="7"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23"/>
            <p:cNvSpPr>
              <a:spLocks/>
            </p:cNvSpPr>
            <p:nvPr/>
          </p:nvSpPr>
          <p:spPr bwMode="auto">
            <a:xfrm>
              <a:off x="3827463" y="3302000"/>
              <a:ext cx="90488" cy="30162"/>
            </a:xfrm>
            <a:custGeom>
              <a:avLst/>
              <a:gdLst/>
              <a:ahLst/>
              <a:cxnLst>
                <a:cxn ang="0">
                  <a:pos x="0" y="12"/>
                </a:cxn>
                <a:cxn ang="0">
                  <a:pos x="18" y="0"/>
                </a:cxn>
                <a:cxn ang="0">
                  <a:pos x="38" y="13"/>
                </a:cxn>
                <a:cxn ang="0">
                  <a:pos x="17" y="6"/>
                </a:cxn>
                <a:cxn ang="0">
                  <a:pos x="0" y="12"/>
                </a:cxn>
              </a:cxnLst>
              <a:rect l="0" t="0" r="r" b="b"/>
              <a:pathLst>
                <a:path w="38" h="13">
                  <a:moveTo>
                    <a:pt x="0" y="12"/>
                  </a:moveTo>
                  <a:cubicBezTo>
                    <a:pt x="0" y="12"/>
                    <a:pt x="0" y="0"/>
                    <a:pt x="18" y="0"/>
                  </a:cubicBezTo>
                  <a:cubicBezTo>
                    <a:pt x="35" y="0"/>
                    <a:pt x="38" y="13"/>
                    <a:pt x="38" y="13"/>
                  </a:cubicBezTo>
                  <a:cubicBezTo>
                    <a:pt x="38" y="13"/>
                    <a:pt x="29" y="6"/>
                    <a:pt x="17" y="6"/>
                  </a:cubicBezTo>
                  <a:cubicBezTo>
                    <a:pt x="6" y="7"/>
                    <a:pt x="6" y="7"/>
                    <a:pt x="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4"/>
            <p:cNvSpPr>
              <a:spLocks/>
            </p:cNvSpPr>
            <p:nvPr/>
          </p:nvSpPr>
          <p:spPr bwMode="auto">
            <a:xfrm>
              <a:off x="3435351" y="2500313"/>
              <a:ext cx="241300" cy="627062"/>
            </a:xfrm>
            <a:custGeom>
              <a:avLst/>
              <a:gdLst/>
              <a:ahLst/>
              <a:cxnLst>
                <a:cxn ang="0">
                  <a:pos x="97" y="0"/>
                </a:cxn>
                <a:cxn ang="0">
                  <a:pos x="101" y="7"/>
                </a:cxn>
                <a:cxn ang="0">
                  <a:pos x="87" y="123"/>
                </a:cxn>
                <a:cxn ang="0">
                  <a:pos x="92" y="262"/>
                </a:cxn>
                <a:cxn ang="0">
                  <a:pos x="64" y="263"/>
                </a:cxn>
                <a:cxn ang="0">
                  <a:pos x="0" y="250"/>
                </a:cxn>
                <a:cxn ang="0">
                  <a:pos x="13" y="220"/>
                </a:cxn>
                <a:cxn ang="0">
                  <a:pos x="32" y="69"/>
                </a:cxn>
                <a:cxn ang="0">
                  <a:pos x="32" y="14"/>
                </a:cxn>
                <a:cxn ang="0">
                  <a:pos x="34" y="12"/>
                </a:cxn>
                <a:cxn ang="0">
                  <a:pos x="37" y="3"/>
                </a:cxn>
                <a:cxn ang="0">
                  <a:pos x="69" y="29"/>
                </a:cxn>
                <a:cxn ang="0">
                  <a:pos x="97" y="0"/>
                </a:cxn>
              </a:cxnLst>
              <a:rect l="0" t="0" r="r" b="b"/>
              <a:pathLst>
                <a:path w="101" h="263">
                  <a:moveTo>
                    <a:pt x="97" y="0"/>
                  </a:moveTo>
                  <a:cubicBezTo>
                    <a:pt x="98" y="2"/>
                    <a:pt x="99" y="4"/>
                    <a:pt x="101" y="7"/>
                  </a:cubicBezTo>
                  <a:cubicBezTo>
                    <a:pt x="98" y="26"/>
                    <a:pt x="90" y="82"/>
                    <a:pt x="87" y="123"/>
                  </a:cubicBezTo>
                  <a:cubicBezTo>
                    <a:pt x="83" y="171"/>
                    <a:pt x="92" y="262"/>
                    <a:pt x="92" y="262"/>
                  </a:cubicBezTo>
                  <a:cubicBezTo>
                    <a:pt x="92" y="262"/>
                    <a:pt x="85" y="263"/>
                    <a:pt x="64" y="263"/>
                  </a:cubicBezTo>
                  <a:cubicBezTo>
                    <a:pt x="43" y="263"/>
                    <a:pt x="0" y="250"/>
                    <a:pt x="0" y="250"/>
                  </a:cubicBezTo>
                  <a:cubicBezTo>
                    <a:pt x="0" y="250"/>
                    <a:pt x="7" y="237"/>
                    <a:pt x="13" y="220"/>
                  </a:cubicBezTo>
                  <a:cubicBezTo>
                    <a:pt x="19" y="204"/>
                    <a:pt x="29" y="131"/>
                    <a:pt x="32" y="69"/>
                  </a:cubicBezTo>
                  <a:cubicBezTo>
                    <a:pt x="34" y="38"/>
                    <a:pt x="34" y="23"/>
                    <a:pt x="32" y="14"/>
                  </a:cubicBezTo>
                  <a:cubicBezTo>
                    <a:pt x="33" y="13"/>
                    <a:pt x="34" y="12"/>
                    <a:pt x="34" y="12"/>
                  </a:cubicBezTo>
                  <a:cubicBezTo>
                    <a:pt x="35" y="10"/>
                    <a:pt x="37" y="7"/>
                    <a:pt x="37" y="3"/>
                  </a:cubicBezTo>
                  <a:cubicBezTo>
                    <a:pt x="44" y="16"/>
                    <a:pt x="60" y="29"/>
                    <a:pt x="69" y="29"/>
                  </a:cubicBezTo>
                  <a:cubicBezTo>
                    <a:pt x="79" y="29"/>
                    <a:pt x="91" y="10"/>
                    <a:pt x="97" y="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25"/>
            <p:cNvSpPr>
              <a:spLocks/>
            </p:cNvSpPr>
            <p:nvPr/>
          </p:nvSpPr>
          <p:spPr bwMode="auto">
            <a:xfrm>
              <a:off x="3548063" y="2576513"/>
              <a:ext cx="96838" cy="617537"/>
            </a:xfrm>
            <a:custGeom>
              <a:avLst/>
              <a:gdLst/>
              <a:ahLst/>
              <a:cxnLst>
                <a:cxn ang="0">
                  <a:pos x="0" y="11"/>
                </a:cxn>
                <a:cxn ang="0">
                  <a:pos x="20" y="0"/>
                </a:cxn>
                <a:cxn ang="0">
                  <a:pos x="41" y="11"/>
                </a:cxn>
                <a:cxn ang="0">
                  <a:pos x="27" y="18"/>
                </a:cxn>
                <a:cxn ang="0">
                  <a:pos x="33" y="107"/>
                </a:cxn>
                <a:cxn ang="0">
                  <a:pos x="32" y="238"/>
                </a:cxn>
                <a:cxn ang="0">
                  <a:pos x="15" y="239"/>
                </a:cxn>
                <a:cxn ang="0">
                  <a:pos x="14" y="89"/>
                </a:cxn>
                <a:cxn ang="0">
                  <a:pos x="15" y="18"/>
                </a:cxn>
                <a:cxn ang="0">
                  <a:pos x="0" y="11"/>
                </a:cxn>
              </a:cxnLst>
              <a:rect l="0" t="0" r="r" b="b"/>
              <a:pathLst>
                <a:path w="41" h="259">
                  <a:moveTo>
                    <a:pt x="0" y="11"/>
                  </a:moveTo>
                  <a:cubicBezTo>
                    <a:pt x="0" y="11"/>
                    <a:pt x="7" y="0"/>
                    <a:pt x="20" y="0"/>
                  </a:cubicBezTo>
                  <a:cubicBezTo>
                    <a:pt x="33" y="0"/>
                    <a:pt x="41" y="11"/>
                    <a:pt x="41" y="11"/>
                  </a:cubicBezTo>
                  <a:cubicBezTo>
                    <a:pt x="41" y="11"/>
                    <a:pt x="27" y="8"/>
                    <a:pt x="27" y="18"/>
                  </a:cubicBezTo>
                  <a:cubicBezTo>
                    <a:pt x="28" y="27"/>
                    <a:pt x="33" y="76"/>
                    <a:pt x="33" y="107"/>
                  </a:cubicBezTo>
                  <a:cubicBezTo>
                    <a:pt x="33" y="139"/>
                    <a:pt x="35" y="222"/>
                    <a:pt x="32" y="238"/>
                  </a:cubicBezTo>
                  <a:cubicBezTo>
                    <a:pt x="28" y="253"/>
                    <a:pt x="17" y="259"/>
                    <a:pt x="15" y="239"/>
                  </a:cubicBezTo>
                  <a:cubicBezTo>
                    <a:pt x="12" y="219"/>
                    <a:pt x="13" y="110"/>
                    <a:pt x="14" y="89"/>
                  </a:cubicBezTo>
                  <a:cubicBezTo>
                    <a:pt x="14" y="68"/>
                    <a:pt x="18" y="24"/>
                    <a:pt x="15" y="18"/>
                  </a:cubicBezTo>
                  <a:cubicBezTo>
                    <a:pt x="13" y="12"/>
                    <a:pt x="7" y="8"/>
                    <a:pt x="0"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 name="Text Placeholder 3"/>
          <p:cNvSpPr txBox="1">
            <a:spLocks/>
          </p:cNvSpPr>
          <p:nvPr/>
        </p:nvSpPr>
        <p:spPr>
          <a:xfrm>
            <a:off x="381000" y="3736975"/>
            <a:ext cx="1796345" cy="800219"/>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accent1"/>
                </a:solidFill>
              </a:rPr>
              <a:t>KEYWORD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of the</a:t>
            </a:r>
            <a:br>
              <a:rPr lang="en-US" sz="1000" dirty="0">
                <a:solidFill>
                  <a:schemeClr val="tx1">
                    <a:lumMod val="50000"/>
                    <a:lumOff val="50000"/>
                  </a:schemeClr>
                </a:solidFill>
              </a:rPr>
            </a:br>
            <a:r>
              <a:rPr lang="en-US" sz="1000" dirty="0">
                <a:solidFill>
                  <a:schemeClr val="tx1">
                    <a:lumMod val="50000"/>
                    <a:lumOff val="50000"/>
                  </a:schemeClr>
                </a:solidFill>
              </a:rPr>
              <a:t>but the majority have </a:t>
            </a:r>
            <a:br>
              <a:rPr lang="en-US" sz="1000" dirty="0">
                <a:solidFill>
                  <a:schemeClr val="tx1">
                    <a:lumMod val="50000"/>
                    <a:lumOff val="50000"/>
                  </a:schemeClr>
                </a:solidFill>
              </a:rPr>
            </a:br>
            <a:r>
              <a:rPr lang="en-US" sz="1000" dirty="0">
                <a:solidFill>
                  <a:schemeClr val="tx1">
                    <a:lumMod val="50000"/>
                    <a:lumOff val="50000"/>
                  </a:schemeClr>
                </a:solidFill>
              </a:rPr>
              <a:t>even slightly</a:t>
            </a:r>
          </a:p>
        </p:txBody>
      </p:sp>
      <p:sp>
        <p:nvSpPr>
          <p:cNvPr id="43" name="Text Placeholder 3"/>
          <p:cNvSpPr txBox="1">
            <a:spLocks/>
          </p:cNvSpPr>
          <p:nvPr/>
        </p:nvSpPr>
        <p:spPr>
          <a:xfrm>
            <a:off x="1987842" y="3736975"/>
            <a:ext cx="1796345" cy="800219"/>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accent2"/>
                </a:solidFill>
              </a:rPr>
              <a:t>KEYWORD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of the</a:t>
            </a:r>
            <a:br>
              <a:rPr lang="en-US" sz="1000" dirty="0">
                <a:solidFill>
                  <a:schemeClr val="tx1">
                    <a:lumMod val="50000"/>
                    <a:lumOff val="50000"/>
                  </a:schemeClr>
                </a:solidFill>
              </a:rPr>
            </a:br>
            <a:r>
              <a:rPr lang="en-US" sz="1000" dirty="0">
                <a:solidFill>
                  <a:schemeClr val="tx1">
                    <a:lumMod val="50000"/>
                    <a:lumOff val="50000"/>
                  </a:schemeClr>
                </a:solidFill>
              </a:rPr>
              <a:t>but the majority have </a:t>
            </a:r>
            <a:br>
              <a:rPr lang="en-US" sz="1000" dirty="0">
                <a:solidFill>
                  <a:schemeClr val="tx1">
                    <a:lumMod val="50000"/>
                    <a:lumOff val="50000"/>
                  </a:schemeClr>
                </a:solidFill>
              </a:rPr>
            </a:br>
            <a:r>
              <a:rPr lang="en-US" sz="1000" dirty="0">
                <a:solidFill>
                  <a:schemeClr val="tx1">
                    <a:lumMod val="50000"/>
                    <a:lumOff val="50000"/>
                  </a:schemeClr>
                </a:solidFill>
              </a:rPr>
              <a:t>even slightly</a:t>
            </a:r>
          </a:p>
        </p:txBody>
      </p:sp>
      <p:sp>
        <p:nvSpPr>
          <p:cNvPr id="44" name="Text Placeholder 3"/>
          <p:cNvSpPr txBox="1">
            <a:spLocks/>
          </p:cNvSpPr>
          <p:nvPr/>
        </p:nvSpPr>
        <p:spPr>
          <a:xfrm>
            <a:off x="3607078" y="3736975"/>
            <a:ext cx="1796345" cy="800219"/>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accent3"/>
                </a:solidFill>
              </a:rPr>
              <a:t>KEYWORD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of the</a:t>
            </a:r>
            <a:br>
              <a:rPr lang="en-US" sz="1000" dirty="0">
                <a:solidFill>
                  <a:schemeClr val="tx1">
                    <a:lumMod val="50000"/>
                    <a:lumOff val="50000"/>
                  </a:schemeClr>
                </a:solidFill>
              </a:rPr>
            </a:br>
            <a:r>
              <a:rPr lang="en-US" sz="1000" dirty="0">
                <a:solidFill>
                  <a:schemeClr val="tx1">
                    <a:lumMod val="50000"/>
                    <a:lumOff val="50000"/>
                  </a:schemeClr>
                </a:solidFill>
              </a:rPr>
              <a:t>but the majority have </a:t>
            </a:r>
            <a:br>
              <a:rPr lang="en-US" sz="1000" dirty="0">
                <a:solidFill>
                  <a:schemeClr val="tx1">
                    <a:lumMod val="50000"/>
                    <a:lumOff val="50000"/>
                  </a:schemeClr>
                </a:solidFill>
              </a:rPr>
            </a:br>
            <a:r>
              <a:rPr lang="en-US" sz="1000" dirty="0">
                <a:solidFill>
                  <a:schemeClr val="tx1">
                    <a:lumMod val="50000"/>
                    <a:lumOff val="50000"/>
                  </a:schemeClr>
                </a:solidFill>
              </a:rPr>
              <a:t>even slightly</a:t>
            </a:r>
          </a:p>
        </p:txBody>
      </p:sp>
      <p:sp>
        <p:nvSpPr>
          <p:cNvPr id="45" name="Text Placeholder 3"/>
          <p:cNvSpPr txBox="1">
            <a:spLocks/>
          </p:cNvSpPr>
          <p:nvPr/>
        </p:nvSpPr>
        <p:spPr>
          <a:xfrm>
            <a:off x="5343049" y="3736975"/>
            <a:ext cx="1796345" cy="800219"/>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accent4"/>
                </a:solidFill>
              </a:rPr>
              <a:t>KEYWORD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of the</a:t>
            </a:r>
            <a:br>
              <a:rPr lang="en-US" sz="1000" dirty="0">
                <a:solidFill>
                  <a:schemeClr val="tx1">
                    <a:lumMod val="50000"/>
                    <a:lumOff val="50000"/>
                  </a:schemeClr>
                </a:solidFill>
              </a:rPr>
            </a:br>
            <a:r>
              <a:rPr lang="en-US" sz="1000" dirty="0">
                <a:solidFill>
                  <a:schemeClr val="tx1">
                    <a:lumMod val="50000"/>
                    <a:lumOff val="50000"/>
                  </a:schemeClr>
                </a:solidFill>
              </a:rPr>
              <a:t>but the majority have </a:t>
            </a:r>
            <a:br>
              <a:rPr lang="en-US" sz="1000" dirty="0">
                <a:solidFill>
                  <a:schemeClr val="tx1">
                    <a:lumMod val="50000"/>
                    <a:lumOff val="50000"/>
                  </a:schemeClr>
                </a:solidFill>
              </a:rPr>
            </a:br>
            <a:r>
              <a:rPr lang="en-US" sz="1000" dirty="0">
                <a:solidFill>
                  <a:schemeClr val="tx1">
                    <a:lumMod val="50000"/>
                    <a:lumOff val="50000"/>
                  </a:schemeClr>
                </a:solidFill>
              </a:rPr>
              <a:t>even slightly</a:t>
            </a:r>
          </a:p>
        </p:txBody>
      </p:sp>
      <p:sp>
        <p:nvSpPr>
          <p:cNvPr id="46" name="Text Placeholder 3"/>
          <p:cNvSpPr txBox="1">
            <a:spLocks/>
          </p:cNvSpPr>
          <p:nvPr/>
        </p:nvSpPr>
        <p:spPr>
          <a:xfrm>
            <a:off x="7100458" y="3736975"/>
            <a:ext cx="1796345" cy="800219"/>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400">
              <a:spcBef>
                <a:spcPct val="20000"/>
              </a:spcBef>
              <a:defRPr/>
            </a:pPr>
            <a:r>
              <a:rPr lang="en-US" sz="1200" b="1" dirty="0">
                <a:solidFill>
                  <a:schemeClr val="accent5"/>
                </a:solidFill>
              </a:rPr>
              <a:t>KEYWORD HERE</a:t>
            </a:r>
            <a:br>
              <a:rPr lang="en-US" sz="1000" b="1" dirty="0">
                <a:solidFill>
                  <a:schemeClr val="tx1">
                    <a:lumMod val="50000"/>
                    <a:lumOff val="50000"/>
                  </a:schemeClr>
                </a:solidFill>
              </a:rPr>
            </a:br>
            <a:r>
              <a:rPr lang="en-US" sz="1000" dirty="0">
                <a:solidFill>
                  <a:schemeClr val="tx1">
                    <a:lumMod val="50000"/>
                    <a:lumOff val="50000"/>
                  </a:schemeClr>
                </a:solidFill>
              </a:rPr>
              <a:t>There are many variations of passages of lorem ipsum of the</a:t>
            </a:r>
            <a:br>
              <a:rPr lang="en-US" sz="1000" dirty="0">
                <a:solidFill>
                  <a:schemeClr val="tx1">
                    <a:lumMod val="50000"/>
                    <a:lumOff val="50000"/>
                  </a:schemeClr>
                </a:solidFill>
              </a:rPr>
            </a:br>
            <a:r>
              <a:rPr lang="en-US" sz="1000" dirty="0">
                <a:solidFill>
                  <a:schemeClr val="tx1">
                    <a:lumMod val="50000"/>
                    <a:lumOff val="50000"/>
                  </a:schemeClr>
                </a:solidFill>
              </a:rPr>
              <a:t>but the majority have </a:t>
            </a:r>
            <a:br>
              <a:rPr lang="en-US" sz="1000" dirty="0">
                <a:solidFill>
                  <a:schemeClr val="tx1">
                    <a:lumMod val="50000"/>
                    <a:lumOff val="50000"/>
                  </a:schemeClr>
                </a:solidFill>
              </a:rPr>
            </a:br>
            <a:r>
              <a:rPr lang="en-US" sz="1000" dirty="0">
                <a:solidFill>
                  <a:schemeClr val="tx1">
                    <a:lumMod val="50000"/>
                    <a:lumOff val="50000"/>
                  </a:schemeClr>
                </a:solidFill>
              </a:rPr>
              <a:t>even slightly</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fill="hold"/>
                                        <p:tgtEl>
                                          <p:spTgt spid="13"/>
                                        </p:tgtEl>
                                        <p:attrNameLst>
                                          <p:attrName>ppt_x</p:attrName>
                                        </p:attrNameLst>
                                      </p:cBhvr>
                                      <p:tavLst>
                                        <p:tav tm="0">
                                          <p:val>
                                            <p:strVal val="#ppt_x"/>
                                          </p:val>
                                        </p:tav>
                                        <p:tav tm="100000">
                                          <p:val>
                                            <p:strVal val="#ppt_x"/>
                                          </p:val>
                                        </p:tav>
                                      </p:tavLst>
                                    </p:anim>
                                    <p:anim calcmode="lin" valueType="num">
                                      <p:cBhvr additive="base">
                                        <p:cTn id="13" dur="500" fill="hold"/>
                                        <p:tgtEl>
                                          <p:spTgt spid="13"/>
                                        </p:tgtEl>
                                        <p:attrNameLst>
                                          <p:attrName>ppt_y</p:attrName>
                                        </p:attrNameLst>
                                      </p:cBhvr>
                                      <p:tavLst>
                                        <p:tav tm="0">
                                          <p:val>
                                            <p:strVal val="0-#ppt_h/2"/>
                                          </p:val>
                                        </p:tav>
                                        <p:tav tm="100000">
                                          <p:val>
                                            <p:strVal val="#ppt_y"/>
                                          </p:val>
                                        </p:tav>
                                      </p:tavLst>
                                    </p:anim>
                                  </p:childTnLst>
                                </p:cTn>
                              </p:par>
                              <p:par>
                                <p:cTn id="14" presetID="2" presetClass="entr" presetSubtype="4" accel="50000" decel="50000" fill="hold" grpId="0" nodeType="withEffect">
                                  <p:stCondLst>
                                    <p:cond delay="0"/>
                                  </p:stCondLst>
                                  <p:childTnLst>
                                    <p:set>
                                      <p:cBhvr>
                                        <p:cTn id="15" dur="1" fill="hold">
                                          <p:stCondLst>
                                            <p:cond delay="0"/>
                                          </p:stCondLst>
                                        </p:cTn>
                                        <p:tgtEl>
                                          <p:spTgt spid="41"/>
                                        </p:tgtEl>
                                        <p:attrNameLst>
                                          <p:attrName>style.visibility</p:attrName>
                                        </p:attrNameLst>
                                      </p:cBhvr>
                                      <p:to>
                                        <p:strVal val="visible"/>
                                      </p:to>
                                    </p:set>
                                    <p:anim calcmode="lin" valueType="num">
                                      <p:cBhvr additive="base">
                                        <p:cTn id="16" dur="500" fill="hold"/>
                                        <p:tgtEl>
                                          <p:spTgt spid="41"/>
                                        </p:tgtEl>
                                        <p:attrNameLst>
                                          <p:attrName>ppt_x</p:attrName>
                                        </p:attrNameLst>
                                      </p:cBhvr>
                                      <p:tavLst>
                                        <p:tav tm="0">
                                          <p:val>
                                            <p:strVal val="#ppt_x"/>
                                          </p:val>
                                        </p:tav>
                                        <p:tav tm="100000">
                                          <p:val>
                                            <p:strVal val="#ppt_x"/>
                                          </p:val>
                                        </p:tav>
                                      </p:tavLst>
                                    </p:anim>
                                    <p:anim calcmode="lin" valueType="num">
                                      <p:cBhvr additive="base">
                                        <p:cTn id="17" dur="500" fill="hold"/>
                                        <p:tgtEl>
                                          <p:spTgt spid="41"/>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ppt_x"/>
                                          </p:val>
                                        </p:tav>
                                        <p:tav tm="100000">
                                          <p:val>
                                            <p:strVal val="#ppt_x"/>
                                          </p:val>
                                        </p:tav>
                                      </p:tavLst>
                                    </p:anim>
                                    <p:anim calcmode="lin" valueType="num">
                                      <p:cBhvr additive="base">
                                        <p:cTn id="22" dur="500" fill="hold"/>
                                        <p:tgtEl>
                                          <p:spTgt spid="6"/>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1" accel="50000" decel="50000"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ppt_x"/>
                                          </p:val>
                                        </p:tav>
                                        <p:tav tm="100000">
                                          <p:val>
                                            <p:strVal val="#ppt_x"/>
                                          </p:val>
                                        </p:tav>
                                      </p:tavLst>
                                    </p:anim>
                                    <p:anim calcmode="lin" valueType="num">
                                      <p:cBhvr additive="base">
                                        <p:cTn id="27" dur="500" fill="hold"/>
                                        <p:tgtEl>
                                          <p:spTgt spid="2"/>
                                        </p:tgtEl>
                                        <p:attrNameLst>
                                          <p:attrName>ppt_y</p:attrName>
                                        </p:attrNameLst>
                                      </p:cBhvr>
                                      <p:tavLst>
                                        <p:tav tm="0">
                                          <p:val>
                                            <p:strVal val="0-#ppt_h/2"/>
                                          </p:val>
                                        </p:tav>
                                        <p:tav tm="100000">
                                          <p:val>
                                            <p:strVal val="#ppt_y"/>
                                          </p:val>
                                        </p:tav>
                                      </p:tavLst>
                                    </p:anim>
                                  </p:childTnLst>
                                </p:cTn>
                              </p:par>
                              <p:par>
                                <p:cTn id="28" presetID="2" presetClass="entr" presetSubtype="4" accel="50000" decel="50000" fill="hold" grpId="0" nodeType="withEffect">
                                  <p:stCondLst>
                                    <p:cond delay="0"/>
                                  </p:stCondLst>
                                  <p:childTnLst>
                                    <p:set>
                                      <p:cBhvr>
                                        <p:cTn id="29" dur="1" fill="hold">
                                          <p:stCondLst>
                                            <p:cond delay="0"/>
                                          </p:stCondLst>
                                        </p:cTn>
                                        <p:tgtEl>
                                          <p:spTgt spid="43"/>
                                        </p:tgtEl>
                                        <p:attrNameLst>
                                          <p:attrName>style.visibility</p:attrName>
                                        </p:attrNameLst>
                                      </p:cBhvr>
                                      <p:to>
                                        <p:strVal val="visible"/>
                                      </p:to>
                                    </p:set>
                                    <p:anim calcmode="lin" valueType="num">
                                      <p:cBhvr additive="base">
                                        <p:cTn id="30" dur="500" fill="hold"/>
                                        <p:tgtEl>
                                          <p:spTgt spid="43"/>
                                        </p:tgtEl>
                                        <p:attrNameLst>
                                          <p:attrName>ppt_x</p:attrName>
                                        </p:attrNameLst>
                                      </p:cBhvr>
                                      <p:tavLst>
                                        <p:tav tm="0">
                                          <p:val>
                                            <p:strVal val="#ppt_x"/>
                                          </p:val>
                                        </p:tav>
                                        <p:tav tm="100000">
                                          <p:val>
                                            <p:strVal val="#ppt_x"/>
                                          </p:val>
                                        </p:tav>
                                      </p:tavLst>
                                    </p:anim>
                                    <p:anim calcmode="lin" valueType="num">
                                      <p:cBhvr additive="base">
                                        <p:cTn id="31" dur="500" fill="hold"/>
                                        <p:tgtEl>
                                          <p:spTgt spid="43"/>
                                        </p:tgtEl>
                                        <p:attrNameLst>
                                          <p:attrName>ppt_y</p:attrName>
                                        </p:attrNameLst>
                                      </p:cBhvr>
                                      <p:tavLst>
                                        <p:tav tm="0">
                                          <p:val>
                                            <p:strVal val="1+#ppt_h/2"/>
                                          </p:val>
                                        </p:tav>
                                        <p:tav tm="100000">
                                          <p:val>
                                            <p:strVal val="#ppt_y"/>
                                          </p:val>
                                        </p:tav>
                                      </p:tavLst>
                                    </p:anim>
                                  </p:childTnLst>
                                </p:cTn>
                              </p:par>
                            </p:childTnLst>
                          </p:cTn>
                        </p:par>
                        <p:par>
                          <p:cTn id="32" fill="hold">
                            <p:stCondLst>
                              <p:cond delay="20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1+#ppt_h/2"/>
                                          </p:val>
                                        </p:tav>
                                        <p:tav tm="100000">
                                          <p:val>
                                            <p:strVal val="#ppt_y"/>
                                          </p:val>
                                        </p:tav>
                                      </p:tavLst>
                                    </p:anim>
                                  </p:childTnLst>
                                </p:cTn>
                              </p:par>
                            </p:childTnLst>
                          </p:cTn>
                        </p:par>
                        <p:par>
                          <p:cTn id="37" fill="hold">
                            <p:stCondLst>
                              <p:cond delay="2500"/>
                            </p:stCondLst>
                            <p:childTnLst>
                              <p:par>
                                <p:cTn id="38" presetID="2" presetClass="entr" presetSubtype="1" accel="50000" decel="50000" fill="hold" nodeType="after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500" fill="hold"/>
                                        <p:tgtEl>
                                          <p:spTgt spid="12"/>
                                        </p:tgtEl>
                                        <p:attrNameLst>
                                          <p:attrName>ppt_x</p:attrName>
                                        </p:attrNameLst>
                                      </p:cBhvr>
                                      <p:tavLst>
                                        <p:tav tm="0">
                                          <p:val>
                                            <p:strVal val="#ppt_x"/>
                                          </p:val>
                                        </p:tav>
                                        <p:tav tm="100000">
                                          <p:val>
                                            <p:strVal val="#ppt_x"/>
                                          </p:val>
                                        </p:tav>
                                      </p:tavLst>
                                    </p:anim>
                                    <p:anim calcmode="lin" valueType="num">
                                      <p:cBhvr additive="base">
                                        <p:cTn id="41" dur="500" fill="hold"/>
                                        <p:tgtEl>
                                          <p:spTgt spid="12"/>
                                        </p:tgtEl>
                                        <p:attrNameLst>
                                          <p:attrName>ppt_y</p:attrName>
                                        </p:attrNameLst>
                                      </p:cBhvr>
                                      <p:tavLst>
                                        <p:tav tm="0">
                                          <p:val>
                                            <p:strVal val="0-#ppt_h/2"/>
                                          </p:val>
                                        </p:tav>
                                        <p:tav tm="100000">
                                          <p:val>
                                            <p:strVal val="#ppt_y"/>
                                          </p:val>
                                        </p:tav>
                                      </p:tavLst>
                                    </p:anim>
                                  </p:childTnLst>
                                </p:cTn>
                              </p:par>
                              <p:par>
                                <p:cTn id="42" presetID="2" presetClass="entr" presetSubtype="4" accel="50000" decel="50000" fill="hold" grpId="0" nodeType="withEffect">
                                  <p:stCondLst>
                                    <p:cond delay="0"/>
                                  </p:stCondLst>
                                  <p:childTnLst>
                                    <p:set>
                                      <p:cBhvr>
                                        <p:cTn id="43" dur="1" fill="hold">
                                          <p:stCondLst>
                                            <p:cond delay="0"/>
                                          </p:stCondLst>
                                        </p:cTn>
                                        <p:tgtEl>
                                          <p:spTgt spid="44"/>
                                        </p:tgtEl>
                                        <p:attrNameLst>
                                          <p:attrName>style.visibility</p:attrName>
                                        </p:attrNameLst>
                                      </p:cBhvr>
                                      <p:to>
                                        <p:strVal val="visible"/>
                                      </p:to>
                                    </p:set>
                                    <p:anim calcmode="lin" valueType="num">
                                      <p:cBhvr additive="base">
                                        <p:cTn id="44" dur="500" fill="hold"/>
                                        <p:tgtEl>
                                          <p:spTgt spid="44"/>
                                        </p:tgtEl>
                                        <p:attrNameLst>
                                          <p:attrName>ppt_x</p:attrName>
                                        </p:attrNameLst>
                                      </p:cBhvr>
                                      <p:tavLst>
                                        <p:tav tm="0">
                                          <p:val>
                                            <p:strVal val="#ppt_x"/>
                                          </p:val>
                                        </p:tav>
                                        <p:tav tm="100000">
                                          <p:val>
                                            <p:strVal val="#ppt_x"/>
                                          </p:val>
                                        </p:tav>
                                      </p:tavLst>
                                    </p:anim>
                                    <p:anim calcmode="lin" valueType="num">
                                      <p:cBhvr additive="base">
                                        <p:cTn id="45" dur="500" fill="hold"/>
                                        <p:tgtEl>
                                          <p:spTgt spid="44"/>
                                        </p:tgtEl>
                                        <p:attrNameLst>
                                          <p:attrName>ppt_y</p:attrName>
                                        </p:attrNameLst>
                                      </p:cBhvr>
                                      <p:tavLst>
                                        <p:tav tm="0">
                                          <p:val>
                                            <p:strVal val="1+#ppt_h/2"/>
                                          </p:val>
                                        </p:tav>
                                        <p:tav tm="100000">
                                          <p:val>
                                            <p:strVal val="#ppt_y"/>
                                          </p:val>
                                        </p:tav>
                                      </p:tavLst>
                                    </p:anim>
                                  </p:childTnLst>
                                </p:cTn>
                              </p:par>
                            </p:childTnLst>
                          </p:cTn>
                        </p:par>
                        <p:par>
                          <p:cTn id="46" fill="hold">
                            <p:stCondLst>
                              <p:cond delay="3000"/>
                            </p:stCondLst>
                            <p:childTnLst>
                              <p:par>
                                <p:cTn id="47" presetID="2" presetClass="entr" presetSubtype="4" accel="50000" decel="50000" fill="hold" grpId="0" nodeType="after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500" fill="hold"/>
                                        <p:tgtEl>
                                          <p:spTgt spid="10"/>
                                        </p:tgtEl>
                                        <p:attrNameLst>
                                          <p:attrName>ppt_x</p:attrName>
                                        </p:attrNameLst>
                                      </p:cBhvr>
                                      <p:tavLst>
                                        <p:tav tm="0">
                                          <p:val>
                                            <p:strVal val="#ppt_x"/>
                                          </p:val>
                                        </p:tav>
                                        <p:tav tm="100000">
                                          <p:val>
                                            <p:strVal val="#ppt_x"/>
                                          </p:val>
                                        </p:tav>
                                      </p:tavLst>
                                    </p:anim>
                                    <p:anim calcmode="lin" valueType="num">
                                      <p:cBhvr additive="base">
                                        <p:cTn id="50" dur="500" fill="hold"/>
                                        <p:tgtEl>
                                          <p:spTgt spid="10"/>
                                        </p:tgtEl>
                                        <p:attrNameLst>
                                          <p:attrName>ppt_y</p:attrName>
                                        </p:attrNameLst>
                                      </p:cBhvr>
                                      <p:tavLst>
                                        <p:tav tm="0">
                                          <p:val>
                                            <p:strVal val="1+#ppt_h/2"/>
                                          </p:val>
                                        </p:tav>
                                        <p:tav tm="100000">
                                          <p:val>
                                            <p:strVal val="#ppt_y"/>
                                          </p:val>
                                        </p:tav>
                                      </p:tavLst>
                                    </p:anim>
                                  </p:childTnLst>
                                </p:cTn>
                              </p:par>
                            </p:childTnLst>
                          </p:cTn>
                        </p:par>
                        <p:par>
                          <p:cTn id="51" fill="hold">
                            <p:stCondLst>
                              <p:cond delay="3500"/>
                            </p:stCondLst>
                            <p:childTnLst>
                              <p:par>
                                <p:cTn id="52" presetID="2" presetClass="entr" presetSubtype="1" accel="50000" decel="50000" fill="hold" nodeType="afterEffect">
                                  <p:stCondLst>
                                    <p:cond delay="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500" fill="hold"/>
                                        <p:tgtEl>
                                          <p:spTgt spid="4"/>
                                        </p:tgtEl>
                                        <p:attrNameLst>
                                          <p:attrName>ppt_x</p:attrName>
                                        </p:attrNameLst>
                                      </p:cBhvr>
                                      <p:tavLst>
                                        <p:tav tm="0">
                                          <p:val>
                                            <p:strVal val="#ppt_x"/>
                                          </p:val>
                                        </p:tav>
                                        <p:tav tm="100000">
                                          <p:val>
                                            <p:strVal val="#ppt_x"/>
                                          </p:val>
                                        </p:tav>
                                      </p:tavLst>
                                    </p:anim>
                                    <p:anim calcmode="lin" valueType="num">
                                      <p:cBhvr additive="base">
                                        <p:cTn id="55" dur="500" fill="hold"/>
                                        <p:tgtEl>
                                          <p:spTgt spid="4"/>
                                        </p:tgtEl>
                                        <p:attrNameLst>
                                          <p:attrName>ppt_y</p:attrName>
                                        </p:attrNameLst>
                                      </p:cBhvr>
                                      <p:tavLst>
                                        <p:tav tm="0">
                                          <p:val>
                                            <p:strVal val="0-#ppt_h/2"/>
                                          </p:val>
                                        </p:tav>
                                        <p:tav tm="100000">
                                          <p:val>
                                            <p:strVal val="#ppt_y"/>
                                          </p:val>
                                        </p:tav>
                                      </p:tavLst>
                                    </p:anim>
                                  </p:childTnLst>
                                </p:cTn>
                              </p:par>
                              <p:par>
                                <p:cTn id="56" presetID="2" presetClass="entr" presetSubtype="4" accel="50000" decel="50000" fill="hold" grpId="0" nodeType="with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500" fill="hold"/>
                                        <p:tgtEl>
                                          <p:spTgt spid="45"/>
                                        </p:tgtEl>
                                        <p:attrNameLst>
                                          <p:attrName>ppt_x</p:attrName>
                                        </p:attrNameLst>
                                      </p:cBhvr>
                                      <p:tavLst>
                                        <p:tav tm="0">
                                          <p:val>
                                            <p:strVal val="#ppt_x"/>
                                          </p:val>
                                        </p:tav>
                                        <p:tav tm="100000">
                                          <p:val>
                                            <p:strVal val="#ppt_x"/>
                                          </p:val>
                                        </p:tav>
                                      </p:tavLst>
                                    </p:anim>
                                    <p:anim calcmode="lin" valueType="num">
                                      <p:cBhvr additive="base">
                                        <p:cTn id="59" dur="500" fill="hold"/>
                                        <p:tgtEl>
                                          <p:spTgt spid="45"/>
                                        </p:tgtEl>
                                        <p:attrNameLst>
                                          <p:attrName>ppt_y</p:attrName>
                                        </p:attrNameLst>
                                      </p:cBhvr>
                                      <p:tavLst>
                                        <p:tav tm="0">
                                          <p:val>
                                            <p:strVal val="1+#ppt_h/2"/>
                                          </p:val>
                                        </p:tav>
                                        <p:tav tm="100000">
                                          <p:val>
                                            <p:strVal val="#ppt_y"/>
                                          </p:val>
                                        </p:tav>
                                      </p:tavLst>
                                    </p:anim>
                                  </p:childTnLst>
                                </p:cTn>
                              </p:par>
                            </p:childTnLst>
                          </p:cTn>
                        </p:par>
                        <p:par>
                          <p:cTn id="60" fill="hold">
                            <p:stCondLst>
                              <p:cond delay="4000"/>
                            </p:stCondLst>
                            <p:childTnLst>
                              <p:par>
                                <p:cTn id="61" presetID="2" presetClass="entr" presetSubtype="4" accel="50000" decel="50000" fill="hold" grpId="0" nodeType="afterEffect">
                                  <p:stCondLst>
                                    <p:cond delay="0"/>
                                  </p:stCondLst>
                                  <p:childTnLst>
                                    <p:set>
                                      <p:cBhvr>
                                        <p:cTn id="62" dur="1" fill="hold">
                                          <p:stCondLst>
                                            <p:cond delay="0"/>
                                          </p:stCondLst>
                                        </p:cTn>
                                        <p:tgtEl>
                                          <p:spTgt spid="11"/>
                                        </p:tgtEl>
                                        <p:attrNameLst>
                                          <p:attrName>style.visibility</p:attrName>
                                        </p:attrNameLst>
                                      </p:cBhvr>
                                      <p:to>
                                        <p:strVal val="visible"/>
                                      </p:to>
                                    </p:set>
                                    <p:anim calcmode="lin" valueType="num">
                                      <p:cBhvr additive="base">
                                        <p:cTn id="63" dur="500" fill="hold"/>
                                        <p:tgtEl>
                                          <p:spTgt spid="11"/>
                                        </p:tgtEl>
                                        <p:attrNameLst>
                                          <p:attrName>ppt_x</p:attrName>
                                        </p:attrNameLst>
                                      </p:cBhvr>
                                      <p:tavLst>
                                        <p:tav tm="0">
                                          <p:val>
                                            <p:strVal val="#ppt_x"/>
                                          </p:val>
                                        </p:tav>
                                        <p:tav tm="100000">
                                          <p:val>
                                            <p:strVal val="#ppt_x"/>
                                          </p:val>
                                        </p:tav>
                                      </p:tavLst>
                                    </p:anim>
                                    <p:anim calcmode="lin" valueType="num">
                                      <p:cBhvr additive="base">
                                        <p:cTn id="64" dur="500" fill="hold"/>
                                        <p:tgtEl>
                                          <p:spTgt spid="11"/>
                                        </p:tgtEl>
                                        <p:attrNameLst>
                                          <p:attrName>ppt_y</p:attrName>
                                        </p:attrNameLst>
                                      </p:cBhvr>
                                      <p:tavLst>
                                        <p:tav tm="0">
                                          <p:val>
                                            <p:strVal val="1+#ppt_h/2"/>
                                          </p:val>
                                        </p:tav>
                                        <p:tav tm="100000">
                                          <p:val>
                                            <p:strVal val="#ppt_y"/>
                                          </p:val>
                                        </p:tav>
                                      </p:tavLst>
                                    </p:anim>
                                  </p:childTnLst>
                                </p:cTn>
                              </p:par>
                            </p:childTnLst>
                          </p:cTn>
                        </p:par>
                        <p:par>
                          <p:cTn id="65" fill="hold">
                            <p:stCondLst>
                              <p:cond delay="4500"/>
                            </p:stCondLst>
                            <p:childTnLst>
                              <p:par>
                                <p:cTn id="66" presetID="2" presetClass="entr" presetSubtype="1" accel="50000" decel="50000"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0-#ppt_h/2"/>
                                          </p:val>
                                        </p:tav>
                                        <p:tav tm="100000">
                                          <p:val>
                                            <p:strVal val="#ppt_y"/>
                                          </p:val>
                                        </p:tav>
                                      </p:tavLst>
                                    </p:anim>
                                  </p:childTnLst>
                                </p:cTn>
                              </p:par>
                              <p:par>
                                <p:cTn id="70" presetID="2" presetClass="entr" presetSubtype="4" accel="50000" decel="50000" fill="hold" grpId="0" nodeType="withEffect">
                                  <p:stCondLst>
                                    <p:cond delay="0"/>
                                  </p:stCondLst>
                                  <p:childTnLst>
                                    <p:set>
                                      <p:cBhvr>
                                        <p:cTn id="71" dur="1" fill="hold">
                                          <p:stCondLst>
                                            <p:cond delay="0"/>
                                          </p:stCondLst>
                                        </p:cTn>
                                        <p:tgtEl>
                                          <p:spTgt spid="46"/>
                                        </p:tgtEl>
                                        <p:attrNameLst>
                                          <p:attrName>style.visibility</p:attrName>
                                        </p:attrNameLst>
                                      </p:cBhvr>
                                      <p:to>
                                        <p:strVal val="visible"/>
                                      </p:to>
                                    </p:set>
                                    <p:anim calcmode="lin" valueType="num">
                                      <p:cBhvr additive="base">
                                        <p:cTn id="72" dur="500" fill="hold"/>
                                        <p:tgtEl>
                                          <p:spTgt spid="46"/>
                                        </p:tgtEl>
                                        <p:attrNameLst>
                                          <p:attrName>ppt_x</p:attrName>
                                        </p:attrNameLst>
                                      </p:cBhvr>
                                      <p:tavLst>
                                        <p:tav tm="0">
                                          <p:val>
                                            <p:strVal val="#ppt_x"/>
                                          </p:val>
                                        </p:tav>
                                        <p:tav tm="100000">
                                          <p:val>
                                            <p:strVal val="#ppt_x"/>
                                          </p:val>
                                        </p:tav>
                                      </p:tavLst>
                                    </p:anim>
                                    <p:anim calcmode="lin" valueType="num">
                                      <p:cBhvr additive="base">
                                        <p:cTn id="73"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1" grpId="0" animBg="1"/>
      <p:bldP spid="41" grpId="0"/>
      <p:bldP spid="43" grpId="0"/>
      <p:bldP spid="44" grpId="0"/>
      <p:bldP spid="45" grpId="0"/>
      <p:bldP spid="46"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Silhouettes Infographic </a:t>
            </a:r>
            <a:endParaRPr lang="en-US" dirty="0"/>
          </a:p>
        </p:txBody>
      </p:sp>
      <p:sp>
        <p:nvSpPr>
          <p:cNvPr id="6" name="Text Placeholder 5"/>
          <p:cNvSpPr>
            <a:spLocks noGrp="1"/>
          </p:cNvSpPr>
          <p:nvPr>
            <p:ph type="body" sz="half" idx="2"/>
          </p:nvPr>
        </p:nvSpPr>
        <p:spPr/>
        <p:txBody>
          <a:bodyPr/>
          <a:lstStyle/>
          <a:p>
            <a:r>
              <a:rPr lang="en-US"/>
              <a:t>Silhouettes Infographic </a:t>
            </a:r>
            <a:endParaRPr lang="en-US" dirty="0"/>
          </a:p>
        </p:txBody>
      </p:sp>
      <p:sp>
        <p:nvSpPr>
          <p:cNvPr id="62" name="Slide Number Placeholder 61"/>
          <p:cNvSpPr>
            <a:spLocks noGrp="1"/>
          </p:cNvSpPr>
          <p:nvPr>
            <p:ph type="sldNum" sz="quarter" idx="12"/>
          </p:nvPr>
        </p:nvSpPr>
        <p:spPr/>
        <p:txBody>
          <a:bodyPr/>
          <a:lstStyle/>
          <a:p>
            <a:fld id="{C136B7D2-B98C-44FD-8D04-7EC62A564975}" type="slidenum">
              <a:rPr lang="en-US" smtClean="0"/>
              <a:pPr/>
              <a:t>275</a:t>
            </a:fld>
            <a:endParaRPr lang="en-US" dirty="0"/>
          </a:p>
        </p:txBody>
      </p:sp>
      <p:grpSp>
        <p:nvGrpSpPr>
          <p:cNvPr id="2" name="Group 33"/>
          <p:cNvGrpSpPr/>
          <p:nvPr/>
        </p:nvGrpSpPr>
        <p:grpSpPr>
          <a:xfrm>
            <a:off x="4663252" y="1340926"/>
            <a:ext cx="922777" cy="3168448"/>
            <a:chOff x="4948238" y="2751138"/>
            <a:chExt cx="585788" cy="2011362"/>
          </a:xfrm>
        </p:grpSpPr>
        <p:sp>
          <p:nvSpPr>
            <p:cNvPr id="2061"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2"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3"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4"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0"/>
          <p:cNvGrpSpPr/>
          <p:nvPr/>
        </p:nvGrpSpPr>
        <p:grpSpPr>
          <a:xfrm>
            <a:off x="3499603" y="1302286"/>
            <a:ext cx="911708" cy="3182772"/>
            <a:chOff x="2551113" y="1944688"/>
            <a:chExt cx="617538" cy="2155825"/>
          </a:xfrm>
          <a:solidFill>
            <a:schemeClr val="accent1"/>
          </a:solidFill>
        </p:grpSpPr>
        <p:sp>
          <p:nvSpPr>
            <p:cNvPr id="2065" name="Freeform 17"/>
            <p:cNvSpPr>
              <a:spLocks/>
            </p:cNvSpPr>
            <p:nvPr/>
          </p:nvSpPr>
          <p:spPr bwMode="auto">
            <a:xfrm>
              <a:off x="2784476" y="2181225"/>
              <a:ext cx="171450" cy="254000"/>
            </a:xfrm>
            <a:custGeom>
              <a:avLst/>
              <a:gdLst/>
              <a:ahLst/>
              <a:cxnLst>
                <a:cxn ang="0">
                  <a:pos x="4" y="29"/>
                </a:cxn>
                <a:cxn ang="0">
                  <a:pos x="8" y="60"/>
                </a:cxn>
                <a:cxn ang="0">
                  <a:pos x="4" y="92"/>
                </a:cxn>
                <a:cxn ang="0">
                  <a:pos x="56" y="104"/>
                </a:cxn>
                <a:cxn ang="0">
                  <a:pos x="4" y="29"/>
                </a:cxn>
              </a:cxnLst>
              <a:rect l="0" t="0" r="r" b="b"/>
              <a:pathLst>
                <a:path w="72" h="107">
                  <a:moveTo>
                    <a:pt x="4" y="29"/>
                  </a:moveTo>
                  <a:cubicBezTo>
                    <a:pt x="25" y="38"/>
                    <a:pt x="1" y="49"/>
                    <a:pt x="8" y="60"/>
                  </a:cubicBezTo>
                  <a:cubicBezTo>
                    <a:pt x="15" y="70"/>
                    <a:pt x="0" y="78"/>
                    <a:pt x="4" y="92"/>
                  </a:cubicBezTo>
                  <a:cubicBezTo>
                    <a:pt x="8" y="107"/>
                    <a:pt x="40" y="106"/>
                    <a:pt x="56" y="104"/>
                  </a:cubicBezTo>
                  <a:cubicBezTo>
                    <a:pt x="72" y="103"/>
                    <a:pt x="49" y="0"/>
                    <a:pt x="4"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6" name="Freeform 18"/>
            <p:cNvSpPr>
              <a:spLocks/>
            </p:cNvSpPr>
            <p:nvPr/>
          </p:nvSpPr>
          <p:spPr bwMode="auto">
            <a:xfrm>
              <a:off x="2708276" y="1944688"/>
              <a:ext cx="357188" cy="496887"/>
            </a:xfrm>
            <a:custGeom>
              <a:avLst/>
              <a:gdLst/>
              <a:ahLst/>
              <a:cxnLst>
                <a:cxn ang="0">
                  <a:pos x="12" y="36"/>
                </a:cxn>
                <a:cxn ang="0">
                  <a:pos x="105" y="61"/>
                </a:cxn>
                <a:cxn ang="0">
                  <a:pos x="124" y="101"/>
                </a:cxn>
                <a:cxn ang="0">
                  <a:pos x="132" y="141"/>
                </a:cxn>
                <a:cxn ang="0">
                  <a:pos x="121" y="186"/>
                </a:cxn>
                <a:cxn ang="0">
                  <a:pos x="74" y="202"/>
                </a:cxn>
                <a:cxn ang="0">
                  <a:pos x="30" y="87"/>
                </a:cxn>
                <a:cxn ang="0">
                  <a:pos x="12" y="36"/>
                </a:cxn>
              </a:cxnLst>
              <a:rect l="0" t="0" r="r" b="b"/>
              <a:pathLst>
                <a:path w="150" h="208">
                  <a:moveTo>
                    <a:pt x="12" y="36"/>
                  </a:moveTo>
                  <a:cubicBezTo>
                    <a:pt x="38" y="0"/>
                    <a:pt x="106" y="15"/>
                    <a:pt x="105" y="61"/>
                  </a:cubicBezTo>
                  <a:cubicBezTo>
                    <a:pt x="105" y="107"/>
                    <a:pt x="134" y="78"/>
                    <a:pt x="124" y="101"/>
                  </a:cubicBezTo>
                  <a:cubicBezTo>
                    <a:pt x="115" y="124"/>
                    <a:pt x="145" y="122"/>
                    <a:pt x="132" y="141"/>
                  </a:cubicBezTo>
                  <a:cubicBezTo>
                    <a:pt x="120" y="160"/>
                    <a:pt x="150" y="164"/>
                    <a:pt x="121" y="186"/>
                  </a:cubicBezTo>
                  <a:cubicBezTo>
                    <a:pt x="91" y="208"/>
                    <a:pt x="74" y="202"/>
                    <a:pt x="74" y="202"/>
                  </a:cubicBezTo>
                  <a:cubicBezTo>
                    <a:pt x="74" y="202"/>
                    <a:pt x="83" y="72"/>
                    <a:pt x="30" y="87"/>
                  </a:cubicBezTo>
                  <a:cubicBezTo>
                    <a:pt x="13" y="92"/>
                    <a:pt x="0" y="53"/>
                    <a:pt x="12"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7" name="Freeform 19"/>
            <p:cNvSpPr>
              <a:spLocks/>
            </p:cNvSpPr>
            <p:nvPr/>
          </p:nvSpPr>
          <p:spPr bwMode="auto">
            <a:xfrm>
              <a:off x="2551113" y="1982788"/>
              <a:ext cx="617538" cy="2117725"/>
            </a:xfrm>
            <a:custGeom>
              <a:avLst/>
              <a:gdLst/>
              <a:ahLst/>
              <a:cxnLst>
                <a:cxn ang="0">
                  <a:pos x="160" y="29"/>
                </a:cxn>
                <a:cxn ang="0">
                  <a:pos x="177" y="130"/>
                </a:cxn>
                <a:cxn ang="0">
                  <a:pos x="198" y="189"/>
                </a:cxn>
                <a:cxn ang="0">
                  <a:pos x="203" y="316"/>
                </a:cxn>
                <a:cxn ang="0">
                  <a:pos x="191" y="377"/>
                </a:cxn>
                <a:cxn ang="0">
                  <a:pos x="188" y="442"/>
                </a:cxn>
                <a:cxn ang="0">
                  <a:pos x="179" y="567"/>
                </a:cxn>
                <a:cxn ang="0">
                  <a:pos x="179" y="609"/>
                </a:cxn>
                <a:cxn ang="0">
                  <a:pos x="235" y="775"/>
                </a:cxn>
                <a:cxn ang="0">
                  <a:pos x="256" y="844"/>
                </a:cxn>
                <a:cxn ang="0">
                  <a:pos x="251" y="865"/>
                </a:cxn>
                <a:cxn ang="0">
                  <a:pos x="239" y="824"/>
                </a:cxn>
                <a:cxn ang="0">
                  <a:pos x="181" y="871"/>
                </a:cxn>
                <a:cxn ang="0">
                  <a:pos x="191" y="839"/>
                </a:cxn>
                <a:cxn ang="0">
                  <a:pos x="167" y="702"/>
                </a:cxn>
                <a:cxn ang="0">
                  <a:pos x="147" y="705"/>
                </a:cxn>
                <a:cxn ang="0">
                  <a:pos x="126" y="804"/>
                </a:cxn>
                <a:cxn ang="0">
                  <a:pos x="118" y="864"/>
                </a:cxn>
                <a:cxn ang="0">
                  <a:pos x="110" y="882"/>
                </a:cxn>
                <a:cxn ang="0">
                  <a:pos x="110" y="838"/>
                </a:cxn>
                <a:cxn ang="0">
                  <a:pos x="51" y="882"/>
                </a:cxn>
                <a:cxn ang="0">
                  <a:pos x="43" y="852"/>
                </a:cxn>
                <a:cxn ang="0">
                  <a:pos x="92" y="707"/>
                </a:cxn>
                <a:cxn ang="0">
                  <a:pos x="99" y="631"/>
                </a:cxn>
                <a:cxn ang="0">
                  <a:pos x="87" y="570"/>
                </a:cxn>
                <a:cxn ang="0">
                  <a:pos x="76" y="504"/>
                </a:cxn>
                <a:cxn ang="0">
                  <a:pos x="68" y="505"/>
                </a:cxn>
                <a:cxn ang="0">
                  <a:pos x="52" y="500"/>
                </a:cxn>
                <a:cxn ang="0">
                  <a:pos x="57" y="452"/>
                </a:cxn>
                <a:cxn ang="0">
                  <a:pos x="8" y="334"/>
                </a:cxn>
                <a:cxn ang="0">
                  <a:pos x="64" y="280"/>
                </a:cxn>
                <a:cxn ang="0">
                  <a:pos x="111" y="171"/>
                </a:cxn>
                <a:cxn ang="0">
                  <a:pos x="110" y="122"/>
                </a:cxn>
                <a:cxn ang="0">
                  <a:pos x="80" y="75"/>
                </a:cxn>
                <a:cxn ang="0">
                  <a:pos x="81" y="32"/>
                </a:cxn>
              </a:cxnLst>
              <a:rect l="0" t="0" r="r" b="b"/>
              <a:pathLst>
                <a:path w="259" h="888">
                  <a:moveTo>
                    <a:pt x="117" y="0"/>
                  </a:moveTo>
                  <a:cubicBezTo>
                    <a:pt x="135" y="0"/>
                    <a:pt x="152" y="9"/>
                    <a:pt x="160" y="29"/>
                  </a:cubicBezTo>
                  <a:cubicBezTo>
                    <a:pt x="168" y="48"/>
                    <a:pt x="169" y="71"/>
                    <a:pt x="167" y="82"/>
                  </a:cubicBezTo>
                  <a:cubicBezTo>
                    <a:pt x="164" y="92"/>
                    <a:pt x="173" y="121"/>
                    <a:pt x="177" y="130"/>
                  </a:cubicBezTo>
                  <a:cubicBezTo>
                    <a:pt x="182" y="143"/>
                    <a:pt x="190" y="159"/>
                    <a:pt x="190" y="159"/>
                  </a:cubicBezTo>
                  <a:cubicBezTo>
                    <a:pt x="190" y="159"/>
                    <a:pt x="198" y="172"/>
                    <a:pt x="198" y="189"/>
                  </a:cubicBezTo>
                  <a:cubicBezTo>
                    <a:pt x="198" y="206"/>
                    <a:pt x="197" y="230"/>
                    <a:pt x="203" y="262"/>
                  </a:cubicBezTo>
                  <a:cubicBezTo>
                    <a:pt x="209" y="293"/>
                    <a:pt x="209" y="300"/>
                    <a:pt x="203" y="316"/>
                  </a:cubicBezTo>
                  <a:cubicBezTo>
                    <a:pt x="198" y="331"/>
                    <a:pt x="180" y="361"/>
                    <a:pt x="180" y="361"/>
                  </a:cubicBezTo>
                  <a:cubicBezTo>
                    <a:pt x="180" y="361"/>
                    <a:pt x="197" y="369"/>
                    <a:pt x="191" y="377"/>
                  </a:cubicBezTo>
                  <a:cubicBezTo>
                    <a:pt x="185" y="384"/>
                    <a:pt x="179" y="387"/>
                    <a:pt x="179" y="387"/>
                  </a:cubicBezTo>
                  <a:cubicBezTo>
                    <a:pt x="179" y="387"/>
                    <a:pt x="198" y="414"/>
                    <a:pt x="188" y="442"/>
                  </a:cubicBezTo>
                  <a:cubicBezTo>
                    <a:pt x="179" y="471"/>
                    <a:pt x="177" y="492"/>
                    <a:pt x="178" y="518"/>
                  </a:cubicBezTo>
                  <a:cubicBezTo>
                    <a:pt x="179" y="544"/>
                    <a:pt x="179" y="567"/>
                    <a:pt x="179" y="567"/>
                  </a:cubicBezTo>
                  <a:cubicBezTo>
                    <a:pt x="168" y="569"/>
                    <a:pt x="168" y="569"/>
                    <a:pt x="168" y="569"/>
                  </a:cubicBezTo>
                  <a:cubicBezTo>
                    <a:pt x="168" y="569"/>
                    <a:pt x="168" y="594"/>
                    <a:pt x="179" y="609"/>
                  </a:cubicBezTo>
                  <a:cubicBezTo>
                    <a:pt x="190" y="624"/>
                    <a:pt x="208" y="649"/>
                    <a:pt x="211" y="690"/>
                  </a:cubicBezTo>
                  <a:cubicBezTo>
                    <a:pt x="214" y="730"/>
                    <a:pt x="223" y="765"/>
                    <a:pt x="235" y="775"/>
                  </a:cubicBezTo>
                  <a:cubicBezTo>
                    <a:pt x="247" y="785"/>
                    <a:pt x="259" y="784"/>
                    <a:pt x="259" y="800"/>
                  </a:cubicBezTo>
                  <a:cubicBezTo>
                    <a:pt x="259" y="817"/>
                    <a:pt x="256" y="836"/>
                    <a:pt x="256" y="844"/>
                  </a:cubicBezTo>
                  <a:cubicBezTo>
                    <a:pt x="256" y="852"/>
                    <a:pt x="256" y="864"/>
                    <a:pt x="256" y="864"/>
                  </a:cubicBezTo>
                  <a:cubicBezTo>
                    <a:pt x="251" y="865"/>
                    <a:pt x="251" y="865"/>
                    <a:pt x="251" y="865"/>
                  </a:cubicBezTo>
                  <a:cubicBezTo>
                    <a:pt x="251" y="865"/>
                    <a:pt x="252" y="856"/>
                    <a:pt x="251" y="845"/>
                  </a:cubicBezTo>
                  <a:cubicBezTo>
                    <a:pt x="250" y="834"/>
                    <a:pt x="246" y="819"/>
                    <a:pt x="239" y="824"/>
                  </a:cubicBezTo>
                  <a:cubicBezTo>
                    <a:pt x="232" y="828"/>
                    <a:pt x="222" y="849"/>
                    <a:pt x="217" y="858"/>
                  </a:cubicBezTo>
                  <a:cubicBezTo>
                    <a:pt x="211" y="868"/>
                    <a:pt x="201" y="877"/>
                    <a:pt x="181" y="871"/>
                  </a:cubicBezTo>
                  <a:cubicBezTo>
                    <a:pt x="161" y="865"/>
                    <a:pt x="154" y="852"/>
                    <a:pt x="164" y="849"/>
                  </a:cubicBezTo>
                  <a:cubicBezTo>
                    <a:pt x="175" y="845"/>
                    <a:pt x="189" y="850"/>
                    <a:pt x="191" y="839"/>
                  </a:cubicBezTo>
                  <a:cubicBezTo>
                    <a:pt x="194" y="828"/>
                    <a:pt x="198" y="798"/>
                    <a:pt x="194" y="783"/>
                  </a:cubicBezTo>
                  <a:cubicBezTo>
                    <a:pt x="189" y="768"/>
                    <a:pt x="173" y="720"/>
                    <a:pt x="167" y="702"/>
                  </a:cubicBezTo>
                  <a:cubicBezTo>
                    <a:pt x="161" y="684"/>
                    <a:pt x="152" y="663"/>
                    <a:pt x="152" y="663"/>
                  </a:cubicBezTo>
                  <a:cubicBezTo>
                    <a:pt x="152" y="663"/>
                    <a:pt x="152" y="691"/>
                    <a:pt x="147" y="705"/>
                  </a:cubicBezTo>
                  <a:cubicBezTo>
                    <a:pt x="141" y="718"/>
                    <a:pt x="121" y="770"/>
                    <a:pt x="117" y="780"/>
                  </a:cubicBezTo>
                  <a:cubicBezTo>
                    <a:pt x="113" y="791"/>
                    <a:pt x="120" y="798"/>
                    <a:pt x="126" y="804"/>
                  </a:cubicBezTo>
                  <a:cubicBezTo>
                    <a:pt x="132" y="810"/>
                    <a:pt x="129" y="824"/>
                    <a:pt x="124" y="835"/>
                  </a:cubicBezTo>
                  <a:cubicBezTo>
                    <a:pt x="120" y="845"/>
                    <a:pt x="118" y="859"/>
                    <a:pt x="118" y="864"/>
                  </a:cubicBezTo>
                  <a:cubicBezTo>
                    <a:pt x="118" y="870"/>
                    <a:pt x="118" y="882"/>
                    <a:pt x="118" y="882"/>
                  </a:cubicBezTo>
                  <a:cubicBezTo>
                    <a:pt x="110" y="882"/>
                    <a:pt x="110" y="882"/>
                    <a:pt x="110" y="882"/>
                  </a:cubicBezTo>
                  <a:cubicBezTo>
                    <a:pt x="110" y="882"/>
                    <a:pt x="112" y="869"/>
                    <a:pt x="112" y="858"/>
                  </a:cubicBezTo>
                  <a:cubicBezTo>
                    <a:pt x="112" y="847"/>
                    <a:pt x="114" y="840"/>
                    <a:pt x="110" y="838"/>
                  </a:cubicBezTo>
                  <a:cubicBezTo>
                    <a:pt x="106" y="836"/>
                    <a:pt x="89" y="851"/>
                    <a:pt x="82" y="862"/>
                  </a:cubicBezTo>
                  <a:cubicBezTo>
                    <a:pt x="75" y="873"/>
                    <a:pt x="74" y="888"/>
                    <a:pt x="51" y="882"/>
                  </a:cubicBezTo>
                  <a:cubicBezTo>
                    <a:pt x="28" y="877"/>
                    <a:pt x="13" y="864"/>
                    <a:pt x="19" y="857"/>
                  </a:cubicBezTo>
                  <a:cubicBezTo>
                    <a:pt x="24" y="850"/>
                    <a:pt x="36" y="856"/>
                    <a:pt x="43" y="852"/>
                  </a:cubicBezTo>
                  <a:cubicBezTo>
                    <a:pt x="50" y="849"/>
                    <a:pt x="63" y="815"/>
                    <a:pt x="71" y="794"/>
                  </a:cubicBezTo>
                  <a:cubicBezTo>
                    <a:pt x="80" y="774"/>
                    <a:pt x="89" y="732"/>
                    <a:pt x="92" y="707"/>
                  </a:cubicBezTo>
                  <a:cubicBezTo>
                    <a:pt x="94" y="682"/>
                    <a:pt x="98" y="663"/>
                    <a:pt x="99" y="655"/>
                  </a:cubicBezTo>
                  <a:cubicBezTo>
                    <a:pt x="99" y="647"/>
                    <a:pt x="99" y="631"/>
                    <a:pt x="99" y="631"/>
                  </a:cubicBezTo>
                  <a:cubicBezTo>
                    <a:pt x="99" y="631"/>
                    <a:pt x="92" y="603"/>
                    <a:pt x="89" y="591"/>
                  </a:cubicBezTo>
                  <a:cubicBezTo>
                    <a:pt x="87" y="579"/>
                    <a:pt x="87" y="570"/>
                    <a:pt x="87" y="570"/>
                  </a:cubicBezTo>
                  <a:cubicBezTo>
                    <a:pt x="87" y="570"/>
                    <a:pt x="73" y="572"/>
                    <a:pt x="73" y="564"/>
                  </a:cubicBezTo>
                  <a:cubicBezTo>
                    <a:pt x="73" y="556"/>
                    <a:pt x="78" y="521"/>
                    <a:pt x="76" y="504"/>
                  </a:cubicBezTo>
                  <a:cubicBezTo>
                    <a:pt x="75" y="488"/>
                    <a:pt x="69" y="489"/>
                    <a:pt x="69" y="489"/>
                  </a:cubicBezTo>
                  <a:cubicBezTo>
                    <a:pt x="69" y="489"/>
                    <a:pt x="68" y="498"/>
                    <a:pt x="68" y="505"/>
                  </a:cubicBezTo>
                  <a:cubicBezTo>
                    <a:pt x="68" y="512"/>
                    <a:pt x="63" y="510"/>
                    <a:pt x="61" y="505"/>
                  </a:cubicBezTo>
                  <a:cubicBezTo>
                    <a:pt x="59" y="500"/>
                    <a:pt x="52" y="505"/>
                    <a:pt x="52" y="500"/>
                  </a:cubicBezTo>
                  <a:cubicBezTo>
                    <a:pt x="52" y="495"/>
                    <a:pt x="49" y="484"/>
                    <a:pt x="50" y="475"/>
                  </a:cubicBezTo>
                  <a:cubicBezTo>
                    <a:pt x="52" y="467"/>
                    <a:pt x="57" y="452"/>
                    <a:pt x="57" y="452"/>
                  </a:cubicBezTo>
                  <a:cubicBezTo>
                    <a:pt x="0" y="450"/>
                    <a:pt x="0" y="450"/>
                    <a:pt x="0" y="450"/>
                  </a:cubicBezTo>
                  <a:cubicBezTo>
                    <a:pt x="8" y="334"/>
                    <a:pt x="8" y="334"/>
                    <a:pt x="8" y="334"/>
                  </a:cubicBezTo>
                  <a:cubicBezTo>
                    <a:pt x="61" y="334"/>
                    <a:pt x="61" y="334"/>
                    <a:pt x="61" y="334"/>
                  </a:cubicBezTo>
                  <a:cubicBezTo>
                    <a:pt x="61" y="334"/>
                    <a:pt x="64" y="298"/>
                    <a:pt x="64" y="280"/>
                  </a:cubicBezTo>
                  <a:cubicBezTo>
                    <a:pt x="64" y="263"/>
                    <a:pt x="62" y="239"/>
                    <a:pt x="74" y="220"/>
                  </a:cubicBezTo>
                  <a:cubicBezTo>
                    <a:pt x="86" y="200"/>
                    <a:pt x="101" y="184"/>
                    <a:pt x="111" y="171"/>
                  </a:cubicBezTo>
                  <a:cubicBezTo>
                    <a:pt x="121" y="159"/>
                    <a:pt x="122" y="158"/>
                    <a:pt x="120" y="147"/>
                  </a:cubicBezTo>
                  <a:cubicBezTo>
                    <a:pt x="117" y="135"/>
                    <a:pt x="117" y="121"/>
                    <a:pt x="110" y="122"/>
                  </a:cubicBezTo>
                  <a:cubicBezTo>
                    <a:pt x="103" y="123"/>
                    <a:pt x="96" y="122"/>
                    <a:pt x="93" y="113"/>
                  </a:cubicBezTo>
                  <a:cubicBezTo>
                    <a:pt x="89" y="104"/>
                    <a:pt x="81" y="87"/>
                    <a:pt x="80" y="75"/>
                  </a:cubicBezTo>
                  <a:cubicBezTo>
                    <a:pt x="79" y="63"/>
                    <a:pt x="82" y="61"/>
                    <a:pt x="80" y="57"/>
                  </a:cubicBezTo>
                  <a:cubicBezTo>
                    <a:pt x="79" y="54"/>
                    <a:pt x="81" y="42"/>
                    <a:pt x="81" y="32"/>
                  </a:cubicBezTo>
                  <a:cubicBezTo>
                    <a:pt x="82" y="23"/>
                    <a:pt x="94" y="0"/>
                    <a:pt x="11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8" name="Freeform 20"/>
            <p:cNvSpPr>
              <a:spLocks/>
            </p:cNvSpPr>
            <p:nvPr/>
          </p:nvSpPr>
          <p:spPr bwMode="auto">
            <a:xfrm>
              <a:off x="2836863" y="2252663"/>
              <a:ext cx="128588" cy="106362"/>
            </a:xfrm>
            <a:custGeom>
              <a:avLst/>
              <a:gdLst/>
              <a:ahLst/>
              <a:cxnLst>
                <a:cxn ang="0">
                  <a:pos x="51" y="0"/>
                </a:cxn>
                <a:cxn ang="0">
                  <a:pos x="54" y="10"/>
                </a:cxn>
                <a:cxn ang="0">
                  <a:pos x="0" y="45"/>
                </a:cxn>
                <a:cxn ang="0">
                  <a:pos x="4" y="22"/>
                </a:cxn>
                <a:cxn ang="0">
                  <a:pos x="29" y="5"/>
                </a:cxn>
                <a:cxn ang="0">
                  <a:pos x="51" y="0"/>
                </a:cxn>
              </a:cxnLst>
              <a:rect l="0" t="0" r="r" b="b"/>
              <a:pathLst>
                <a:path w="54" h="45">
                  <a:moveTo>
                    <a:pt x="51" y="0"/>
                  </a:moveTo>
                  <a:cubicBezTo>
                    <a:pt x="52" y="4"/>
                    <a:pt x="53" y="7"/>
                    <a:pt x="54" y="10"/>
                  </a:cubicBezTo>
                  <a:cubicBezTo>
                    <a:pt x="27" y="8"/>
                    <a:pt x="12" y="29"/>
                    <a:pt x="0" y="45"/>
                  </a:cubicBezTo>
                  <a:cubicBezTo>
                    <a:pt x="5" y="38"/>
                    <a:pt x="4" y="27"/>
                    <a:pt x="4" y="22"/>
                  </a:cubicBezTo>
                  <a:cubicBezTo>
                    <a:pt x="10" y="15"/>
                    <a:pt x="20" y="9"/>
                    <a:pt x="29" y="5"/>
                  </a:cubicBezTo>
                  <a:cubicBezTo>
                    <a:pt x="37" y="2"/>
                    <a:pt x="46" y="1"/>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6" name="TextBox 15"/>
          <p:cNvSpPr txBox="1"/>
          <p:nvPr/>
        </p:nvSpPr>
        <p:spPr>
          <a:xfrm>
            <a:off x="1551411" y="1912219"/>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17" name="TextBox 16"/>
          <p:cNvSpPr txBox="1"/>
          <p:nvPr/>
        </p:nvSpPr>
        <p:spPr>
          <a:xfrm>
            <a:off x="521987" y="1605794"/>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18" name="Rectangle 17"/>
          <p:cNvSpPr/>
          <p:nvPr/>
        </p:nvSpPr>
        <p:spPr>
          <a:xfrm>
            <a:off x="504216" y="1884966"/>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19" name="TextBox 18"/>
          <p:cNvSpPr txBox="1"/>
          <p:nvPr/>
        </p:nvSpPr>
        <p:spPr>
          <a:xfrm>
            <a:off x="521987" y="2505805"/>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20" name="TextBox 19"/>
          <p:cNvSpPr txBox="1"/>
          <p:nvPr/>
        </p:nvSpPr>
        <p:spPr>
          <a:xfrm>
            <a:off x="6733011" y="1912219"/>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21" name="TextBox 20"/>
          <p:cNvSpPr txBox="1"/>
          <p:nvPr/>
        </p:nvSpPr>
        <p:spPr>
          <a:xfrm>
            <a:off x="5703587" y="1605794"/>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22" name="Rectangle 21"/>
          <p:cNvSpPr/>
          <p:nvPr/>
        </p:nvSpPr>
        <p:spPr>
          <a:xfrm>
            <a:off x="5685816" y="1884966"/>
            <a:ext cx="923330" cy="553998"/>
          </a:xfrm>
          <a:prstGeom prst="rect">
            <a:avLst/>
          </a:prstGeom>
        </p:spPr>
        <p:txBody>
          <a:bodyPr wrap="none" lIns="0" tIns="0" rIns="0" bIns="0">
            <a:spAutoFit/>
          </a:bodyPr>
          <a:lstStyle/>
          <a:p>
            <a:r>
              <a:rPr lang="en-US" sz="3600" b="1" dirty="0">
                <a:solidFill>
                  <a:schemeClr val="accent4"/>
                </a:solidFill>
              </a:rPr>
              <a:t>50%</a:t>
            </a:r>
            <a:endParaRPr lang="en-US" sz="2400" b="1" dirty="0">
              <a:solidFill>
                <a:schemeClr val="accent4"/>
              </a:solidFill>
            </a:endParaRPr>
          </a:p>
        </p:txBody>
      </p:sp>
      <p:sp>
        <p:nvSpPr>
          <p:cNvPr id="23" name="TextBox 22"/>
          <p:cNvSpPr txBox="1"/>
          <p:nvPr/>
        </p:nvSpPr>
        <p:spPr>
          <a:xfrm>
            <a:off x="5703587" y="2505805"/>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grpSp>
        <p:nvGrpSpPr>
          <p:cNvPr id="4" name="Group 87"/>
          <p:cNvGrpSpPr/>
          <p:nvPr/>
        </p:nvGrpSpPr>
        <p:grpSpPr>
          <a:xfrm>
            <a:off x="580416" y="3399784"/>
            <a:ext cx="2660838" cy="559774"/>
            <a:chOff x="609600" y="2841943"/>
            <a:chExt cx="2660838" cy="559774"/>
          </a:xfrm>
        </p:grpSpPr>
        <p:grpSp>
          <p:nvGrpSpPr>
            <p:cNvPr id="7" name="Group 184"/>
            <p:cNvGrpSpPr/>
            <p:nvPr/>
          </p:nvGrpSpPr>
          <p:grpSpPr>
            <a:xfrm>
              <a:off x="609600" y="2841943"/>
              <a:ext cx="260742" cy="559774"/>
              <a:chOff x="6213475" y="1668463"/>
              <a:chExt cx="227013" cy="487362"/>
            </a:xfrm>
            <a:solidFill>
              <a:schemeClr val="accent1"/>
            </a:solidFill>
          </p:grpSpPr>
          <p:sp>
            <p:nvSpPr>
              <p:cNvPr id="2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184"/>
            <p:cNvGrpSpPr/>
            <p:nvPr/>
          </p:nvGrpSpPr>
          <p:grpSpPr>
            <a:xfrm>
              <a:off x="876277" y="2841943"/>
              <a:ext cx="260742" cy="559774"/>
              <a:chOff x="6213475" y="1668463"/>
              <a:chExt cx="227013" cy="487362"/>
            </a:xfrm>
            <a:solidFill>
              <a:schemeClr val="accent1"/>
            </a:solidFill>
          </p:grpSpPr>
          <p:sp>
            <p:nvSpPr>
              <p:cNvPr id="31"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184"/>
            <p:cNvGrpSpPr/>
            <p:nvPr/>
          </p:nvGrpSpPr>
          <p:grpSpPr>
            <a:xfrm>
              <a:off x="1142954" y="2841943"/>
              <a:ext cx="260742" cy="559774"/>
              <a:chOff x="6213475" y="1668463"/>
              <a:chExt cx="227013" cy="487362"/>
            </a:xfrm>
            <a:solidFill>
              <a:schemeClr val="accent1"/>
            </a:solidFill>
          </p:grpSpPr>
          <p:sp>
            <p:nvSpPr>
              <p:cNvPr id="3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184"/>
            <p:cNvGrpSpPr/>
            <p:nvPr/>
          </p:nvGrpSpPr>
          <p:grpSpPr>
            <a:xfrm>
              <a:off x="1409631" y="2841943"/>
              <a:ext cx="260742" cy="559774"/>
              <a:chOff x="6213475" y="1668463"/>
              <a:chExt cx="227013" cy="487362"/>
            </a:xfrm>
            <a:solidFill>
              <a:schemeClr val="accent1"/>
            </a:solidFill>
          </p:grpSpPr>
          <p:sp>
            <p:nvSpPr>
              <p:cNvPr id="37"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84"/>
            <p:cNvGrpSpPr/>
            <p:nvPr/>
          </p:nvGrpSpPr>
          <p:grpSpPr>
            <a:xfrm>
              <a:off x="1676308" y="2841943"/>
              <a:ext cx="260742" cy="559774"/>
              <a:chOff x="6213475" y="1668463"/>
              <a:chExt cx="227013" cy="487362"/>
            </a:xfrm>
            <a:solidFill>
              <a:schemeClr val="accent1"/>
            </a:solidFill>
          </p:grpSpPr>
          <p:sp>
            <p:nvSpPr>
              <p:cNvPr id="40"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84"/>
            <p:cNvGrpSpPr/>
            <p:nvPr/>
          </p:nvGrpSpPr>
          <p:grpSpPr>
            <a:xfrm>
              <a:off x="1942985" y="2841943"/>
              <a:ext cx="260742" cy="559774"/>
              <a:chOff x="6213475" y="1668463"/>
              <a:chExt cx="227013" cy="487362"/>
            </a:xfrm>
            <a:solidFill>
              <a:schemeClr val="accent1"/>
            </a:solidFill>
          </p:grpSpPr>
          <p:sp>
            <p:nvSpPr>
              <p:cNvPr id="43"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84"/>
            <p:cNvGrpSpPr/>
            <p:nvPr/>
          </p:nvGrpSpPr>
          <p:grpSpPr>
            <a:xfrm>
              <a:off x="2209662" y="2841943"/>
              <a:ext cx="260742" cy="559774"/>
              <a:chOff x="6213475" y="1668463"/>
              <a:chExt cx="227013" cy="487362"/>
            </a:xfrm>
            <a:solidFill>
              <a:schemeClr val="accent1"/>
            </a:solidFill>
          </p:grpSpPr>
          <p:sp>
            <p:nvSpPr>
              <p:cNvPr id="4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84"/>
            <p:cNvGrpSpPr/>
            <p:nvPr/>
          </p:nvGrpSpPr>
          <p:grpSpPr>
            <a:xfrm>
              <a:off x="2476339" y="2841943"/>
              <a:ext cx="260742" cy="559774"/>
              <a:chOff x="6213475" y="1668463"/>
              <a:chExt cx="227013" cy="487362"/>
            </a:xfrm>
            <a:solidFill>
              <a:schemeClr val="accent1"/>
            </a:solidFill>
          </p:grpSpPr>
          <p:sp>
            <p:nvSpPr>
              <p:cNvPr id="49"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84"/>
            <p:cNvGrpSpPr/>
            <p:nvPr/>
          </p:nvGrpSpPr>
          <p:grpSpPr>
            <a:xfrm>
              <a:off x="2743016" y="2841943"/>
              <a:ext cx="260742" cy="559774"/>
              <a:chOff x="6213475" y="1668463"/>
              <a:chExt cx="227013" cy="487362"/>
            </a:xfrm>
            <a:solidFill>
              <a:schemeClr val="bg1">
                <a:lumMod val="75000"/>
              </a:schemeClr>
            </a:solidFill>
          </p:grpSpPr>
          <p:sp>
            <p:nvSpPr>
              <p:cNvPr id="52"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184"/>
            <p:cNvGrpSpPr/>
            <p:nvPr/>
          </p:nvGrpSpPr>
          <p:grpSpPr>
            <a:xfrm>
              <a:off x="3009696" y="2841943"/>
              <a:ext cx="260742" cy="559774"/>
              <a:chOff x="6213475" y="1668463"/>
              <a:chExt cx="227013" cy="487362"/>
            </a:xfrm>
            <a:solidFill>
              <a:schemeClr val="bg1">
                <a:lumMod val="75000"/>
              </a:schemeClr>
            </a:solidFill>
          </p:grpSpPr>
          <p:sp>
            <p:nvSpPr>
              <p:cNvPr id="55"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7" name="Group 86"/>
          <p:cNvGrpSpPr/>
          <p:nvPr/>
        </p:nvGrpSpPr>
        <p:grpSpPr>
          <a:xfrm>
            <a:off x="5903502" y="3319488"/>
            <a:ext cx="2449314" cy="563870"/>
            <a:chOff x="5932686" y="2855964"/>
            <a:chExt cx="2449314" cy="563870"/>
          </a:xfrm>
        </p:grpSpPr>
        <p:grpSp>
          <p:nvGrpSpPr>
            <p:cNvPr id="30" name="Group 179"/>
            <p:cNvGrpSpPr/>
            <p:nvPr/>
          </p:nvGrpSpPr>
          <p:grpSpPr>
            <a:xfrm>
              <a:off x="5932686" y="2855964"/>
              <a:ext cx="220321" cy="563870"/>
              <a:chOff x="5054600" y="1652588"/>
              <a:chExt cx="187325" cy="479424"/>
            </a:xfrm>
            <a:solidFill>
              <a:schemeClr val="accent4"/>
            </a:solidFill>
          </p:grpSpPr>
          <p:sp>
            <p:nvSpPr>
              <p:cNvPr id="2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 name="Group 179"/>
            <p:cNvGrpSpPr/>
            <p:nvPr/>
          </p:nvGrpSpPr>
          <p:grpSpPr>
            <a:xfrm>
              <a:off x="6180352" y="2855964"/>
              <a:ext cx="220321" cy="563870"/>
              <a:chOff x="5054600" y="1652588"/>
              <a:chExt cx="187325" cy="479424"/>
            </a:xfrm>
            <a:solidFill>
              <a:schemeClr val="accent4"/>
            </a:solidFill>
          </p:grpSpPr>
          <p:sp>
            <p:nvSpPr>
              <p:cNvPr id="5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 name="Group 179"/>
            <p:cNvGrpSpPr/>
            <p:nvPr/>
          </p:nvGrpSpPr>
          <p:grpSpPr>
            <a:xfrm>
              <a:off x="6428018" y="2855964"/>
              <a:ext cx="220321" cy="563870"/>
              <a:chOff x="5054600" y="1652588"/>
              <a:chExt cx="187325" cy="479424"/>
            </a:xfrm>
            <a:solidFill>
              <a:schemeClr val="accent4"/>
            </a:solidFill>
          </p:grpSpPr>
          <p:sp>
            <p:nvSpPr>
              <p:cNvPr id="6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 name="Group 179"/>
            <p:cNvGrpSpPr/>
            <p:nvPr/>
          </p:nvGrpSpPr>
          <p:grpSpPr>
            <a:xfrm>
              <a:off x="6675684" y="2855964"/>
              <a:ext cx="220321" cy="563870"/>
              <a:chOff x="5054600" y="1652588"/>
              <a:chExt cx="187325" cy="479424"/>
            </a:xfrm>
            <a:solidFill>
              <a:schemeClr val="accent4"/>
            </a:solidFill>
          </p:grpSpPr>
          <p:sp>
            <p:nvSpPr>
              <p:cNvPr id="6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Group 179"/>
            <p:cNvGrpSpPr/>
            <p:nvPr/>
          </p:nvGrpSpPr>
          <p:grpSpPr>
            <a:xfrm>
              <a:off x="6923350" y="2855964"/>
              <a:ext cx="220321" cy="563870"/>
              <a:chOff x="5054600" y="1652588"/>
              <a:chExt cx="187325" cy="479424"/>
            </a:xfrm>
            <a:solidFill>
              <a:schemeClr val="accent4"/>
            </a:solidFill>
          </p:grpSpPr>
          <p:sp>
            <p:nvSpPr>
              <p:cNvPr id="6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Group 179"/>
            <p:cNvGrpSpPr/>
            <p:nvPr/>
          </p:nvGrpSpPr>
          <p:grpSpPr>
            <a:xfrm>
              <a:off x="7171017" y="2855964"/>
              <a:ext cx="220321" cy="563870"/>
              <a:chOff x="5054600" y="1652588"/>
              <a:chExt cx="187325" cy="479424"/>
            </a:xfrm>
            <a:solidFill>
              <a:schemeClr val="bg1">
                <a:lumMod val="75000"/>
              </a:schemeClr>
            </a:solidFill>
          </p:grpSpPr>
          <p:sp>
            <p:nvSpPr>
              <p:cNvPr id="7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Group 179"/>
            <p:cNvGrpSpPr/>
            <p:nvPr/>
          </p:nvGrpSpPr>
          <p:grpSpPr>
            <a:xfrm>
              <a:off x="7418683" y="2855964"/>
              <a:ext cx="220321" cy="563870"/>
              <a:chOff x="5054600" y="1652588"/>
              <a:chExt cx="187325" cy="479424"/>
            </a:xfrm>
            <a:solidFill>
              <a:schemeClr val="bg1">
                <a:lumMod val="75000"/>
              </a:schemeClr>
            </a:solidFill>
          </p:grpSpPr>
          <p:sp>
            <p:nvSpPr>
              <p:cNvPr id="7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Group 179"/>
            <p:cNvGrpSpPr/>
            <p:nvPr/>
          </p:nvGrpSpPr>
          <p:grpSpPr>
            <a:xfrm>
              <a:off x="7666349" y="2855964"/>
              <a:ext cx="220321" cy="563870"/>
              <a:chOff x="5054600" y="1652588"/>
              <a:chExt cx="187325" cy="479424"/>
            </a:xfrm>
            <a:solidFill>
              <a:schemeClr val="bg1">
                <a:lumMod val="75000"/>
              </a:schemeClr>
            </a:solidFill>
          </p:grpSpPr>
          <p:sp>
            <p:nvSpPr>
              <p:cNvPr id="7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Group 179"/>
            <p:cNvGrpSpPr/>
            <p:nvPr/>
          </p:nvGrpSpPr>
          <p:grpSpPr>
            <a:xfrm>
              <a:off x="7914015" y="2855964"/>
              <a:ext cx="220321" cy="563870"/>
              <a:chOff x="5054600" y="1652588"/>
              <a:chExt cx="187325" cy="479424"/>
            </a:xfrm>
            <a:solidFill>
              <a:schemeClr val="bg1">
                <a:lumMod val="75000"/>
              </a:schemeClr>
            </a:solidFill>
          </p:grpSpPr>
          <p:sp>
            <p:nvSpPr>
              <p:cNvPr id="8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Group 179"/>
            <p:cNvGrpSpPr/>
            <p:nvPr/>
          </p:nvGrpSpPr>
          <p:grpSpPr>
            <a:xfrm>
              <a:off x="8161679" y="2855964"/>
              <a:ext cx="220321" cy="563870"/>
              <a:chOff x="5054600" y="1652588"/>
              <a:chExt cx="187325" cy="479424"/>
            </a:xfrm>
            <a:solidFill>
              <a:schemeClr val="bg1">
                <a:lumMod val="75000"/>
              </a:schemeClr>
            </a:solidFill>
          </p:grpSpPr>
          <p:sp>
            <p:nvSpPr>
              <p:cNvPr id="8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down)">
                                      <p:cBhvr>
                                        <p:cTn id="21" dur="500"/>
                                        <p:tgtEl>
                                          <p:spTgt spid="18"/>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wipe(left)">
                                      <p:cBhvr>
                                        <p:cTn id="25" dur="500"/>
                                        <p:tgtEl>
                                          <p:spTgt spid="16"/>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wipe(left)">
                                      <p:cBhvr>
                                        <p:cTn id="29" dur="500"/>
                                        <p:tgtEl>
                                          <p:spTgt spid="19"/>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wipe(left)">
                                      <p:cBhvr>
                                        <p:cTn id="33" dur="500"/>
                                        <p:tgtEl>
                                          <p:spTgt spid="21"/>
                                        </p:tgtEl>
                                      </p:cBhvr>
                                    </p:animEffect>
                                  </p:childTnLst>
                                </p:cTn>
                              </p:par>
                            </p:childTnLst>
                          </p:cTn>
                        </p:par>
                        <p:par>
                          <p:cTn id="34" fill="hold">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wipe(down)">
                                      <p:cBhvr>
                                        <p:cTn id="37" dur="500"/>
                                        <p:tgtEl>
                                          <p:spTgt spid="22"/>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left)">
                                      <p:cBhvr>
                                        <p:cTn id="41" dur="500"/>
                                        <p:tgtEl>
                                          <p:spTgt spid="20"/>
                                        </p:tgtEl>
                                      </p:cBhvr>
                                    </p:animEffect>
                                  </p:childTnLst>
                                </p:cTn>
                              </p:par>
                            </p:childTnLst>
                          </p:cTn>
                        </p:par>
                        <p:par>
                          <p:cTn id="42" fill="hold">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left)">
                                      <p:cBhvr>
                                        <p:cTn id="45" dur="500"/>
                                        <p:tgtEl>
                                          <p:spTgt spid="23"/>
                                        </p:tgtEl>
                                      </p:cBhvr>
                                    </p:animEffect>
                                  </p:childTnLst>
                                </p:cTn>
                              </p:par>
                            </p:childTnLst>
                          </p:cTn>
                        </p:par>
                        <p:par>
                          <p:cTn id="46" fill="hold">
                            <p:stCondLst>
                              <p:cond delay="5000"/>
                            </p:stCondLst>
                            <p:childTnLst>
                              <p:par>
                                <p:cTn id="47" presetID="22" presetClass="entr" presetSubtype="4" fill="hold" nodeType="afterEffect">
                                  <p:stCondLst>
                                    <p:cond delay="0"/>
                                  </p:stCondLst>
                                  <p:childTnLst>
                                    <p:set>
                                      <p:cBhvr>
                                        <p:cTn id="48" dur="1" fill="hold">
                                          <p:stCondLst>
                                            <p:cond delay="0"/>
                                          </p:stCondLst>
                                        </p:cTn>
                                        <p:tgtEl>
                                          <p:spTgt spid="4"/>
                                        </p:tgtEl>
                                        <p:attrNameLst>
                                          <p:attrName>style.visibility</p:attrName>
                                        </p:attrNameLst>
                                      </p:cBhvr>
                                      <p:to>
                                        <p:strVal val="visible"/>
                                      </p:to>
                                    </p:set>
                                    <p:animEffect transition="in" filter="wipe(down)">
                                      <p:cBhvr>
                                        <p:cTn id="49" dur="500"/>
                                        <p:tgtEl>
                                          <p:spTgt spid="4"/>
                                        </p:tgtEl>
                                      </p:cBhvr>
                                    </p:animEffect>
                                  </p:childTnLst>
                                </p:cTn>
                              </p:par>
                            </p:childTnLst>
                          </p:cTn>
                        </p:par>
                        <p:par>
                          <p:cTn id="50" fill="hold">
                            <p:stCondLst>
                              <p:cond delay="5500"/>
                            </p:stCondLst>
                            <p:childTnLst>
                              <p:par>
                                <p:cTn id="51" presetID="22" presetClass="entr" presetSubtype="4" fill="hold" nodeType="afterEffect">
                                  <p:stCondLst>
                                    <p:cond delay="0"/>
                                  </p:stCondLst>
                                  <p:childTnLst>
                                    <p:set>
                                      <p:cBhvr>
                                        <p:cTn id="52" dur="1" fill="hold">
                                          <p:stCondLst>
                                            <p:cond delay="0"/>
                                          </p:stCondLst>
                                        </p:cTn>
                                        <p:tgtEl>
                                          <p:spTgt spid="27"/>
                                        </p:tgtEl>
                                        <p:attrNameLst>
                                          <p:attrName>style.visibility</p:attrName>
                                        </p:attrNameLst>
                                      </p:cBhvr>
                                      <p:to>
                                        <p:strVal val="visible"/>
                                      </p:to>
                                    </p:set>
                                    <p:animEffect transition="in" filter="wipe(down)">
                                      <p:cBhvr>
                                        <p:cTn id="5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19" grpId="0"/>
      <p:bldP spid="20" grpId="0"/>
      <p:bldP spid="21" grpId="0"/>
      <p:bldP spid="22" grpId="0"/>
      <p:bldP spid="23" grpId="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Silhouettes Infographic </a:t>
            </a:r>
            <a:endParaRPr lang="en-US" dirty="0"/>
          </a:p>
        </p:txBody>
      </p:sp>
      <p:sp>
        <p:nvSpPr>
          <p:cNvPr id="6" name="Text Placeholder 5"/>
          <p:cNvSpPr>
            <a:spLocks noGrp="1"/>
          </p:cNvSpPr>
          <p:nvPr>
            <p:ph type="body" sz="half" idx="2"/>
          </p:nvPr>
        </p:nvSpPr>
        <p:spPr/>
        <p:txBody>
          <a:bodyPr/>
          <a:lstStyle/>
          <a:p>
            <a:r>
              <a:rPr lang="en-US"/>
              <a:t>Silhouettes Infographic </a:t>
            </a:r>
            <a:endParaRPr lang="en-US" dirty="0"/>
          </a:p>
        </p:txBody>
      </p:sp>
      <p:sp>
        <p:nvSpPr>
          <p:cNvPr id="62" name="Slide Number Placeholder 61"/>
          <p:cNvSpPr>
            <a:spLocks noGrp="1"/>
          </p:cNvSpPr>
          <p:nvPr>
            <p:ph type="sldNum" sz="quarter" idx="12"/>
          </p:nvPr>
        </p:nvSpPr>
        <p:spPr/>
        <p:txBody>
          <a:bodyPr/>
          <a:lstStyle/>
          <a:p>
            <a:fld id="{C136B7D2-B98C-44FD-8D04-7EC62A564975}" type="slidenum">
              <a:rPr lang="en-US" smtClean="0"/>
              <a:pPr/>
              <a:t>276</a:t>
            </a:fld>
            <a:endParaRPr lang="en-US" dirty="0"/>
          </a:p>
        </p:txBody>
      </p:sp>
      <p:grpSp>
        <p:nvGrpSpPr>
          <p:cNvPr id="2" name="Group 33"/>
          <p:cNvGrpSpPr/>
          <p:nvPr/>
        </p:nvGrpSpPr>
        <p:grpSpPr>
          <a:xfrm>
            <a:off x="1820423" y="1224190"/>
            <a:ext cx="922777" cy="3168448"/>
            <a:chOff x="4948238" y="2751138"/>
            <a:chExt cx="585788" cy="2011362"/>
          </a:xfrm>
        </p:grpSpPr>
        <p:sp>
          <p:nvSpPr>
            <p:cNvPr id="86"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0"/>
          <p:cNvGrpSpPr/>
          <p:nvPr/>
        </p:nvGrpSpPr>
        <p:grpSpPr>
          <a:xfrm>
            <a:off x="681359" y="1185550"/>
            <a:ext cx="911708" cy="3182772"/>
            <a:chOff x="2551113" y="1944688"/>
            <a:chExt cx="617538" cy="2155825"/>
          </a:xfrm>
          <a:solidFill>
            <a:schemeClr val="accent1"/>
          </a:solidFill>
        </p:grpSpPr>
        <p:sp>
          <p:nvSpPr>
            <p:cNvPr id="91" name="Freeform 17"/>
            <p:cNvSpPr>
              <a:spLocks/>
            </p:cNvSpPr>
            <p:nvPr/>
          </p:nvSpPr>
          <p:spPr bwMode="auto">
            <a:xfrm>
              <a:off x="2784476" y="2181225"/>
              <a:ext cx="171450" cy="254000"/>
            </a:xfrm>
            <a:custGeom>
              <a:avLst/>
              <a:gdLst/>
              <a:ahLst/>
              <a:cxnLst>
                <a:cxn ang="0">
                  <a:pos x="4" y="29"/>
                </a:cxn>
                <a:cxn ang="0">
                  <a:pos x="8" y="60"/>
                </a:cxn>
                <a:cxn ang="0">
                  <a:pos x="4" y="92"/>
                </a:cxn>
                <a:cxn ang="0">
                  <a:pos x="56" y="104"/>
                </a:cxn>
                <a:cxn ang="0">
                  <a:pos x="4" y="29"/>
                </a:cxn>
              </a:cxnLst>
              <a:rect l="0" t="0" r="r" b="b"/>
              <a:pathLst>
                <a:path w="72" h="107">
                  <a:moveTo>
                    <a:pt x="4" y="29"/>
                  </a:moveTo>
                  <a:cubicBezTo>
                    <a:pt x="25" y="38"/>
                    <a:pt x="1" y="49"/>
                    <a:pt x="8" y="60"/>
                  </a:cubicBezTo>
                  <a:cubicBezTo>
                    <a:pt x="15" y="70"/>
                    <a:pt x="0" y="78"/>
                    <a:pt x="4" y="92"/>
                  </a:cubicBezTo>
                  <a:cubicBezTo>
                    <a:pt x="8" y="107"/>
                    <a:pt x="40" y="106"/>
                    <a:pt x="56" y="104"/>
                  </a:cubicBezTo>
                  <a:cubicBezTo>
                    <a:pt x="72" y="103"/>
                    <a:pt x="49" y="0"/>
                    <a:pt x="4"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18"/>
            <p:cNvSpPr>
              <a:spLocks/>
            </p:cNvSpPr>
            <p:nvPr/>
          </p:nvSpPr>
          <p:spPr bwMode="auto">
            <a:xfrm>
              <a:off x="2708276" y="1944688"/>
              <a:ext cx="357188" cy="496887"/>
            </a:xfrm>
            <a:custGeom>
              <a:avLst/>
              <a:gdLst/>
              <a:ahLst/>
              <a:cxnLst>
                <a:cxn ang="0">
                  <a:pos x="12" y="36"/>
                </a:cxn>
                <a:cxn ang="0">
                  <a:pos x="105" y="61"/>
                </a:cxn>
                <a:cxn ang="0">
                  <a:pos x="124" y="101"/>
                </a:cxn>
                <a:cxn ang="0">
                  <a:pos x="132" y="141"/>
                </a:cxn>
                <a:cxn ang="0">
                  <a:pos x="121" y="186"/>
                </a:cxn>
                <a:cxn ang="0">
                  <a:pos x="74" y="202"/>
                </a:cxn>
                <a:cxn ang="0">
                  <a:pos x="30" y="87"/>
                </a:cxn>
                <a:cxn ang="0">
                  <a:pos x="12" y="36"/>
                </a:cxn>
              </a:cxnLst>
              <a:rect l="0" t="0" r="r" b="b"/>
              <a:pathLst>
                <a:path w="150" h="208">
                  <a:moveTo>
                    <a:pt x="12" y="36"/>
                  </a:moveTo>
                  <a:cubicBezTo>
                    <a:pt x="38" y="0"/>
                    <a:pt x="106" y="15"/>
                    <a:pt x="105" y="61"/>
                  </a:cubicBezTo>
                  <a:cubicBezTo>
                    <a:pt x="105" y="107"/>
                    <a:pt x="134" y="78"/>
                    <a:pt x="124" y="101"/>
                  </a:cubicBezTo>
                  <a:cubicBezTo>
                    <a:pt x="115" y="124"/>
                    <a:pt x="145" y="122"/>
                    <a:pt x="132" y="141"/>
                  </a:cubicBezTo>
                  <a:cubicBezTo>
                    <a:pt x="120" y="160"/>
                    <a:pt x="150" y="164"/>
                    <a:pt x="121" y="186"/>
                  </a:cubicBezTo>
                  <a:cubicBezTo>
                    <a:pt x="91" y="208"/>
                    <a:pt x="74" y="202"/>
                    <a:pt x="74" y="202"/>
                  </a:cubicBezTo>
                  <a:cubicBezTo>
                    <a:pt x="74" y="202"/>
                    <a:pt x="83" y="72"/>
                    <a:pt x="30" y="87"/>
                  </a:cubicBezTo>
                  <a:cubicBezTo>
                    <a:pt x="13" y="92"/>
                    <a:pt x="0" y="53"/>
                    <a:pt x="12"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9"/>
            <p:cNvSpPr>
              <a:spLocks/>
            </p:cNvSpPr>
            <p:nvPr/>
          </p:nvSpPr>
          <p:spPr bwMode="auto">
            <a:xfrm>
              <a:off x="2551113" y="1982788"/>
              <a:ext cx="617538" cy="2117725"/>
            </a:xfrm>
            <a:custGeom>
              <a:avLst/>
              <a:gdLst/>
              <a:ahLst/>
              <a:cxnLst>
                <a:cxn ang="0">
                  <a:pos x="160" y="29"/>
                </a:cxn>
                <a:cxn ang="0">
                  <a:pos x="177" y="130"/>
                </a:cxn>
                <a:cxn ang="0">
                  <a:pos x="198" y="189"/>
                </a:cxn>
                <a:cxn ang="0">
                  <a:pos x="203" y="316"/>
                </a:cxn>
                <a:cxn ang="0">
                  <a:pos x="191" y="377"/>
                </a:cxn>
                <a:cxn ang="0">
                  <a:pos x="188" y="442"/>
                </a:cxn>
                <a:cxn ang="0">
                  <a:pos x="179" y="567"/>
                </a:cxn>
                <a:cxn ang="0">
                  <a:pos x="179" y="609"/>
                </a:cxn>
                <a:cxn ang="0">
                  <a:pos x="235" y="775"/>
                </a:cxn>
                <a:cxn ang="0">
                  <a:pos x="256" y="844"/>
                </a:cxn>
                <a:cxn ang="0">
                  <a:pos x="251" y="865"/>
                </a:cxn>
                <a:cxn ang="0">
                  <a:pos x="239" y="824"/>
                </a:cxn>
                <a:cxn ang="0">
                  <a:pos x="181" y="871"/>
                </a:cxn>
                <a:cxn ang="0">
                  <a:pos x="191" y="839"/>
                </a:cxn>
                <a:cxn ang="0">
                  <a:pos x="167" y="702"/>
                </a:cxn>
                <a:cxn ang="0">
                  <a:pos x="147" y="705"/>
                </a:cxn>
                <a:cxn ang="0">
                  <a:pos x="126" y="804"/>
                </a:cxn>
                <a:cxn ang="0">
                  <a:pos x="118" y="864"/>
                </a:cxn>
                <a:cxn ang="0">
                  <a:pos x="110" y="882"/>
                </a:cxn>
                <a:cxn ang="0">
                  <a:pos x="110" y="838"/>
                </a:cxn>
                <a:cxn ang="0">
                  <a:pos x="51" y="882"/>
                </a:cxn>
                <a:cxn ang="0">
                  <a:pos x="43" y="852"/>
                </a:cxn>
                <a:cxn ang="0">
                  <a:pos x="92" y="707"/>
                </a:cxn>
                <a:cxn ang="0">
                  <a:pos x="99" y="631"/>
                </a:cxn>
                <a:cxn ang="0">
                  <a:pos x="87" y="570"/>
                </a:cxn>
                <a:cxn ang="0">
                  <a:pos x="76" y="504"/>
                </a:cxn>
                <a:cxn ang="0">
                  <a:pos x="68" y="505"/>
                </a:cxn>
                <a:cxn ang="0">
                  <a:pos x="52" y="500"/>
                </a:cxn>
                <a:cxn ang="0">
                  <a:pos x="57" y="452"/>
                </a:cxn>
                <a:cxn ang="0">
                  <a:pos x="8" y="334"/>
                </a:cxn>
                <a:cxn ang="0">
                  <a:pos x="64" y="280"/>
                </a:cxn>
                <a:cxn ang="0">
                  <a:pos x="111" y="171"/>
                </a:cxn>
                <a:cxn ang="0">
                  <a:pos x="110" y="122"/>
                </a:cxn>
                <a:cxn ang="0">
                  <a:pos x="80" y="75"/>
                </a:cxn>
                <a:cxn ang="0">
                  <a:pos x="81" y="32"/>
                </a:cxn>
              </a:cxnLst>
              <a:rect l="0" t="0" r="r" b="b"/>
              <a:pathLst>
                <a:path w="259" h="888">
                  <a:moveTo>
                    <a:pt x="117" y="0"/>
                  </a:moveTo>
                  <a:cubicBezTo>
                    <a:pt x="135" y="0"/>
                    <a:pt x="152" y="9"/>
                    <a:pt x="160" y="29"/>
                  </a:cubicBezTo>
                  <a:cubicBezTo>
                    <a:pt x="168" y="48"/>
                    <a:pt x="169" y="71"/>
                    <a:pt x="167" y="82"/>
                  </a:cubicBezTo>
                  <a:cubicBezTo>
                    <a:pt x="164" y="92"/>
                    <a:pt x="173" y="121"/>
                    <a:pt x="177" y="130"/>
                  </a:cubicBezTo>
                  <a:cubicBezTo>
                    <a:pt x="182" y="143"/>
                    <a:pt x="190" y="159"/>
                    <a:pt x="190" y="159"/>
                  </a:cubicBezTo>
                  <a:cubicBezTo>
                    <a:pt x="190" y="159"/>
                    <a:pt x="198" y="172"/>
                    <a:pt x="198" y="189"/>
                  </a:cubicBezTo>
                  <a:cubicBezTo>
                    <a:pt x="198" y="206"/>
                    <a:pt x="197" y="230"/>
                    <a:pt x="203" y="262"/>
                  </a:cubicBezTo>
                  <a:cubicBezTo>
                    <a:pt x="209" y="293"/>
                    <a:pt x="209" y="300"/>
                    <a:pt x="203" y="316"/>
                  </a:cubicBezTo>
                  <a:cubicBezTo>
                    <a:pt x="198" y="331"/>
                    <a:pt x="180" y="361"/>
                    <a:pt x="180" y="361"/>
                  </a:cubicBezTo>
                  <a:cubicBezTo>
                    <a:pt x="180" y="361"/>
                    <a:pt x="197" y="369"/>
                    <a:pt x="191" y="377"/>
                  </a:cubicBezTo>
                  <a:cubicBezTo>
                    <a:pt x="185" y="384"/>
                    <a:pt x="179" y="387"/>
                    <a:pt x="179" y="387"/>
                  </a:cubicBezTo>
                  <a:cubicBezTo>
                    <a:pt x="179" y="387"/>
                    <a:pt x="198" y="414"/>
                    <a:pt x="188" y="442"/>
                  </a:cubicBezTo>
                  <a:cubicBezTo>
                    <a:pt x="179" y="471"/>
                    <a:pt x="177" y="492"/>
                    <a:pt x="178" y="518"/>
                  </a:cubicBezTo>
                  <a:cubicBezTo>
                    <a:pt x="179" y="544"/>
                    <a:pt x="179" y="567"/>
                    <a:pt x="179" y="567"/>
                  </a:cubicBezTo>
                  <a:cubicBezTo>
                    <a:pt x="168" y="569"/>
                    <a:pt x="168" y="569"/>
                    <a:pt x="168" y="569"/>
                  </a:cubicBezTo>
                  <a:cubicBezTo>
                    <a:pt x="168" y="569"/>
                    <a:pt x="168" y="594"/>
                    <a:pt x="179" y="609"/>
                  </a:cubicBezTo>
                  <a:cubicBezTo>
                    <a:pt x="190" y="624"/>
                    <a:pt x="208" y="649"/>
                    <a:pt x="211" y="690"/>
                  </a:cubicBezTo>
                  <a:cubicBezTo>
                    <a:pt x="214" y="730"/>
                    <a:pt x="223" y="765"/>
                    <a:pt x="235" y="775"/>
                  </a:cubicBezTo>
                  <a:cubicBezTo>
                    <a:pt x="247" y="785"/>
                    <a:pt x="259" y="784"/>
                    <a:pt x="259" y="800"/>
                  </a:cubicBezTo>
                  <a:cubicBezTo>
                    <a:pt x="259" y="817"/>
                    <a:pt x="256" y="836"/>
                    <a:pt x="256" y="844"/>
                  </a:cubicBezTo>
                  <a:cubicBezTo>
                    <a:pt x="256" y="852"/>
                    <a:pt x="256" y="864"/>
                    <a:pt x="256" y="864"/>
                  </a:cubicBezTo>
                  <a:cubicBezTo>
                    <a:pt x="251" y="865"/>
                    <a:pt x="251" y="865"/>
                    <a:pt x="251" y="865"/>
                  </a:cubicBezTo>
                  <a:cubicBezTo>
                    <a:pt x="251" y="865"/>
                    <a:pt x="252" y="856"/>
                    <a:pt x="251" y="845"/>
                  </a:cubicBezTo>
                  <a:cubicBezTo>
                    <a:pt x="250" y="834"/>
                    <a:pt x="246" y="819"/>
                    <a:pt x="239" y="824"/>
                  </a:cubicBezTo>
                  <a:cubicBezTo>
                    <a:pt x="232" y="828"/>
                    <a:pt x="222" y="849"/>
                    <a:pt x="217" y="858"/>
                  </a:cubicBezTo>
                  <a:cubicBezTo>
                    <a:pt x="211" y="868"/>
                    <a:pt x="201" y="877"/>
                    <a:pt x="181" y="871"/>
                  </a:cubicBezTo>
                  <a:cubicBezTo>
                    <a:pt x="161" y="865"/>
                    <a:pt x="154" y="852"/>
                    <a:pt x="164" y="849"/>
                  </a:cubicBezTo>
                  <a:cubicBezTo>
                    <a:pt x="175" y="845"/>
                    <a:pt x="189" y="850"/>
                    <a:pt x="191" y="839"/>
                  </a:cubicBezTo>
                  <a:cubicBezTo>
                    <a:pt x="194" y="828"/>
                    <a:pt x="198" y="798"/>
                    <a:pt x="194" y="783"/>
                  </a:cubicBezTo>
                  <a:cubicBezTo>
                    <a:pt x="189" y="768"/>
                    <a:pt x="173" y="720"/>
                    <a:pt x="167" y="702"/>
                  </a:cubicBezTo>
                  <a:cubicBezTo>
                    <a:pt x="161" y="684"/>
                    <a:pt x="152" y="663"/>
                    <a:pt x="152" y="663"/>
                  </a:cubicBezTo>
                  <a:cubicBezTo>
                    <a:pt x="152" y="663"/>
                    <a:pt x="152" y="691"/>
                    <a:pt x="147" y="705"/>
                  </a:cubicBezTo>
                  <a:cubicBezTo>
                    <a:pt x="141" y="718"/>
                    <a:pt x="121" y="770"/>
                    <a:pt x="117" y="780"/>
                  </a:cubicBezTo>
                  <a:cubicBezTo>
                    <a:pt x="113" y="791"/>
                    <a:pt x="120" y="798"/>
                    <a:pt x="126" y="804"/>
                  </a:cubicBezTo>
                  <a:cubicBezTo>
                    <a:pt x="132" y="810"/>
                    <a:pt x="129" y="824"/>
                    <a:pt x="124" y="835"/>
                  </a:cubicBezTo>
                  <a:cubicBezTo>
                    <a:pt x="120" y="845"/>
                    <a:pt x="118" y="859"/>
                    <a:pt x="118" y="864"/>
                  </a:cubicBezTo>
                  <a:cubicBezTo>
                    <a:pt x="118" y="870"/>
                    <a:pt x="118" y="882"/>
                    <a:pt x="118" y="882"/>
                  </a:cubicBezTo>
                  <a:cubicBezTo>
                    <a:pt x="110" y="882"/>
                    <a:pt x="110" y="882"/>
                    <a:pt x="110" y="882"/>
                  </a:cubicBezTo>
                  <a:cubicBezTo>
                    <a:pt x="110" y="882"/>
                    <a:pt x="112" y="869"/>
                    <a:pt x="112" y="858"/>
                  </a:cubicBezTo>
                  <a:cubicBezTo>
                    <a:pt x="112" y="847"/>
                    <a:pt x="114" y="840"/>
                    <a:pt x="110" y="838"/>
                  </a:cubicBezTo>
                  <a:cubicBezTo>
                    <a:pt x="106" y="836"/>
                    <a:pt x="89" y="851"/>
                    <a:pt x="82" y="862"/>
                  </a:cubicBezTo>
                  <a:cubicBezTo>
                    <a:pt x="75" y="873"/>
                    <a:pt x="74" y="888"/>
                    <a:pt x="51" y="882"/>
                  </a:cubicBezTo>
                  <a:cubicBezTo>
                    <a:pt x="28" y="877"/>
                    <a:pt x="13" y="864"/>
                    <a:pt x="19" y="857"/>
                  </a:cubicBezTo>
                  <a:cubicBezTo>
                    <a:pt x="24" y="850"/>
                    <a:pt x="36" y="856"/>
                    <a:pt x="43" y="852"/>
                  </a:cubicBezTo>
                  <a:cubicBezTo>
                    <a:pt x="50" y="849"/>
                    <a:pt x="63" y="815"/>
                    <a:pt x="71" y="794"/>
                  </a:cubicBezTo>
                  <a:cubicBezTo>
                    <a:pt x="80" y="774"/>
                    <a:pt x="89" y="732"/>
                    <a:pt x="92" y="707"/>
                  </a:cubicBezTo>
                  <a:cubicBezTo>
                    <a:pt x="94" y="682"/>
                    <a:pt x="98" y="663"/>
                    <a:pt x="99" y="655"/>
                  </a:cubicBezTo>
                  <a:cubicBezTo>
                    <a:pt x="99" y="647"/>
                    <a:pt x="99" y="631"/>
                    <a:pt x="99" y="631"/>
                  </a:cubicBezTo>
                  <a:cubicBezTo>
                    <a:pt x="99" y="631"/>
                    <a:pt x="92" y="603"/>
                    <a:pt x="89" y="591"/>
                  </a:cubicBezTo>
                  <a:cubicBezTo>
                    <a:pt x="87" y="579"/>
                    <a:pt x="87" y="570"/>
                    <a:pt x="87" y="570"/>
                  </a:cubicBezTo>
                  <a:cubicBezTo>
                    <a:pt x="87" y="570"/>
                    <a:pt x="73" y="572"/>
                    <a:pt x="73" y="564"/>
                  </a:cubicBezTo>
                  <a:cubicBezTo>
                    <a:pt x="73" y="556"/>
                    <a:pt x="78" y="521"/>
                    <a:pt x="76" y="504"/>
                  </a:cubicBezTo>
                  <a:cubicBezTo>
                    <a:pt x="75" y="488"/>
                    <a:pt x="69" y="489"/>
                    <a:pt x="69" y="489"/>
                  </a:cubicBezTo>
                  <a:cubicBezTo>
                    <a:pt x="69" y="489"/>
                    <a:pt x="68" y="498"/>
                    <a:pt x="68" y="505"/>
                  </a:cubicBezTo>
                  <a:cubicBezTo>
                    <a:pt x="68" y="512"/>
                    <a:pt x="63" y="510"/>
                    <a:pt x="61" y="505"/>
                  </a:cubicBezTo>
                  <a:cubicBezTo>
                    <a:pt x="59" y="500"/>
                    <a:pt x="52" y="505"/>
                    <a:pt x="52" y="500"/>
                  </a:cubicBezTo>
                  <a:cubicBezTo>
                    <a:pt x="52" y="495"/>
                    <a:pt x="49" y="484"/>
                    <a:pt x="50" y="475"/>
                  </a:cubicBezTo>
                  <a:cubicBezTo>
                    <a:pt x="52" y="467"/>
                    <a:pt x="57" y="452"/>
                    <a:pt x="57" y="452"/>
                  </a:cubicBezTo>
                  <a:cubicBezTo>
                    <a:pt x="0" y="450"/>
                    <a:pt x="0" y="450"/>
                    <a:pt x="0" y="450"/>
                  </a:cubicBezTo>
                  <a:cubicBezTo>
                    <a:pt x="8" y="334"/>
                    <a:pt x="8" y="334"/>
                    <a:pt x="8" y="334"/>
                  </a:cubicBezTo>
                  <a:cubicBezTo>
                    <a:pt x="61" y="334"/>
                    <a:pt x="61" y="334"/>
                    <a:pt x="61" y="334"/>
                  </a:cubicBezTo>
                  <a:cubicBezTo>
                    <a:pt x="61" y="334"/>
                    <a:pt x="64" y="298"/>
                    <a:pt x="64" y="280"/>
                  </a:cubicBezTo>
                  <a:cubicBezTo>
                    <a:pt x="64" y="263"/>
                    <a:pt x="62" y="239"/>
                    <a:pt x="74" y="220"/>
                  </a:cubicBezTo>
                  <a:cubicBezTo>
                    <a:pt x="86" y="200"/>
                    <a:pt x="101" y="184"/>
                    <a:pt x="111" y="171"/>
                  </a:cubicBezTo>
                  <a:cubicBezTo>
                    <a:pt x="121" y="159"/>
                    <a:pt x="122" y="158"/>
                    <a:pt x="120" y="147"/>
                  </a:cubicBezTo>
                  <a:cubicBezTo>
                    <a:pt x="117" y="135"/>
                    <a:pt x="117" y="121"/>
                    <a:pt x="110" y="122"/>
                  </a:cubicBezTo>
                  <a:cubicBezTo>
                    <a:pt x="103" y="123"/>
                    <a:pt x="96" y="122"/>
                    <a:pt x="93" y="113"/>
                  </a:cubicBezTo>
                  <a:cubicBezTo>
                    <a:pt x="89" y="104"/>
                    <a:pt x="81" y="87"/>
                    <a:pt x="80" y="75"/>
                  </a:cubicBezTo>
                  <a:cubicBezTo>
                    <a:pt x="79" y="63"/>
                    <a:pt x="82" y="61"/>
                    <a:pt x="80" y="57"/>
                  </a:cubicBezTo>
                  <a:cubicBezTo>
                    <a:pt x="79" y="54"/>
                    <a:pt x="81" y="42"/>
                    <a:pt x="81" y="32"/>
                  </a:cubicBezTo>
                  <a:cubicBezTo>
                    <a:pt x="82" y="23"/>
                    <a:pt x="94" y="0"/>
                    <a:pt x="11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20"/>
            <p:cNvSpPr>
              <a:spLocks/>
            </p:cNvSpPr>
            <p:nvPr/>
          </p:nvSpPr>
          <p:spPr bwMode="auto">
            <a:xfrm>
              <a:off x="2836863" y="2252663"/>
              <a:ext cx="128588" cy="106362"/>
            </a:xfrm>
            <a:custGeom>
              <a:avLst/>
              <a:gdLst/>
              <a:ahLst/>
              <a:cxnLst>
                <a:cxn ang="0">
                  <a:pos x="51" y="0"/>
                </a:cxn>
                <a:cxn ang="0">
                  <a:pos x="54" y="10"/>
                </a:cxn>
                <a:cxn ang="0">
                  <a:pos x="0" y="45"/>
                </a:cxn>
                <a:cxn ang="0">
                  <a:pos x="4" y="22"/>
                </a:cxn>
                <a:cxn ang="0">
                  <a:pos x="29" y="5"/>
                </a:cxn>
                <a:cxn ang="0">
                  <a:pos x="51" y="0"/>
                </a:cxn>
              </a:cxnLst>
              <a:rect l="0" t="0" r="r" b="b"/>
              <a:pathLst>
                <a:path w="54" h="45">
                  <a:moveTo>
                    <a:pt x="51" y="0"/>
                  </a:moveTo>
                  <a:cubicBezTo>
                    <a:pt x="52" y="4"/>
                    <a:pt x="53" y="7"/>
                    <a:pt x="54" y="10"/>
                  </a:cubicBezTo>
                  <a:cubicBezTo>
                    <a:pt x="27" y="8"/>
                    <a:pt x="12" y="29"/>
                    <a:pt x="0" y="45"/>
                  </a:cubicBezTo>
                  <a:cubicBezTo>
                    <a:pt x="5" y="38"/>
                    <a:pt x="4" y="27"/>
                    <a:pt x="4" y="22"/>
                  </a:cubicBezTo>
                  <a:cubicBezTo>
                    <a:pt x="10" y="15"/>
                    <a:pt x="20" y="9"/>
                    <a:pt x="29" y="5"/>
                  </a:cubicBezTo>
                  <a:cubicBezTo>
                    <a:pt x="37" y="2"/>
                    <a:pt x="46" y="1"/>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132"/>
          <p:cNvGrpSpPr/>
          <p:nvPr/>
        </p:nvGrpSpPr>
        <p:grpSpPr>
          <a:xfrm>
            <a:off x="5631008" y="1350676"/>
            <a:ext cx="2827192" cy="598569"/>
            <a:chOff x="5631008" y="1350676"/>
            <a:chExt cx="2827192" cy="598569"/>
          </a:xfrm>
        </p:grpSpPr>
        <p:sp>
          <p:nvSpPr>
            <p:cNvPr id="96" name="Round Same Side Corner Rectangle 95"/>
            <p:cNvSpPr/>
            <p:nvPr/>
          </p:nvSpPr>
          <p:spPr>
            <a:xfrm rot="5400000">
              <a:off x="6745319" y="236365"/>
              <a:ext cx="598569" cy="2827192"/>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Text Placeholder 3"/>
            <p:cNvSpPr txBox="1">
              <a:spLocks/>
            </p:cNvSpPr>
            <p:nvPr/>
          </p:nvSpPr>
          <p:spPr>
            <a:xfrm>
              <a:off x="5727369" y="1411434"/>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 have suffered</a:t>
              </a:r>
            </a:p>
          </p:txBody>
        </p:sp>
      </p:grpSp>
      <p:grpSp>
        <p:nvGrpSpPr>
          <p:cNvPr id="7" name="Group 128"/>
          <p:cNvGrpSpPr/>
          <p:nvPr/>
        </p:nvGrpSpPr>
        <p:grpSpPr>
          <a:xfrm>
            <a:off x="4680026" y="1350674"/>
            <a:ext cx="950982" cy="598569"/>
            <a:chOff x="4680026" y="1350674"/>
            <a:chExt cx="950982" cy="598569"/>
          </a:xfrm>
        </p:grpSpPr>
        <p:sp>
          <p:nvSpPr>
            <p:cNvPr id="95" name="Round Same Side Corner Rectangle 94"/>
            <p:cNvSpPr/>
            <p:nvPr/>
          </p:nvSpPr>
          <p:spPr>
            <a:xfrm rot="16200000">
              <a:off x="4856232" y="1174468"/>
              <a:ext cx="598569" cy="950982"/>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Freeform 40"/>
            <p:cNvSpPr>
              <a:spLocks noEditPoints="1"/>
            </p:cNvSpPr>
            <p:nvPr/>
          </p:nvSpPr>
          <p:spPr bwMode="auto">
            <a:xfrm>
              <a:off x="5002092" y="1495407"/>
              <a:ext cx="306849" cy="309105"/>
            </a:xfrm>
            <a:custGeom>
              <a:avLst/>
              <a:gdLst/>
              <a:ahLst/>
              <a:cxnLst>
                <a:cxn ang="0">
                  <a:pos x="63" y="43"/>
                </a:cxn>
                <a:cxn ang="0">
                  <a:pos x="60" y="48"/>
                </a:cxn>
                <a:cxn ang="0">
                  <a:pos x="34" y="62"/>
                </a:cxn>
                <a:cxn ang="0">
                  <a:pos x="31" y="63"/>
                </a:cxn>
                <a:cxn ang="0">
                  <a:pos x="29" y="62"/>
                </a:cxn>
                <a:cxn ang="0">
                  <a:pos x="2" y="48"/>
                </a:cxn>
                <a:cxn ang="0">
                  <a:pos x="0" y="43"/>
                </a:cxn>
                <a:cxn ang="0">
                  <a:pos x="0" y="14"/>
                </a:cxn>
                <a:cxn ang="0">
                  <a:pos x="3" y="10"/>
                </a:cxn>
                <a:cxn ang="0">
                  <a:pos x="30" y="0"/>
                </a:cxn>
                <a:cxn ang="0">
                  <a:pos x="31" y="0"/>
                </a:cxn>
                <a:cxn ang="0">
                  <a:pos x="33" y="0"/>
                </a:cxn>
                <a:cxn ang="0">
                  <a:pos x="60" y="10"/>
                </a:cxn>
                <a:cxn ang="0">
                  <a:pos x="63" y="14"/>
                </a:cxn>
                <a:cxn ang="0">
                  <a:pos x="63" y="43"/>
                </a:cxn>
                <a:cxn ang="0">
                  <a:pos x="58" y="14"/>
                </a:cxn>
                <a:cxn ang="0">
                  <a:pos x="31" y="4"/>
                </a:cxn>
                <a:cxn ang="0">
                  <a:pos x="5" y="14"/>
                </a:cxn>
                <a:cxn ang="0">
                  <a:pos x="31" y="24"/>
                </a:cxn>
                <a:cxn ang="0">
                  <a:pos x="58" y="14"/>
                </a:cxn>
                <a:cxn ang="0">
                  <a:pos x="58" y="43"/>
                </a:cxn>
                <a:cxn ang="0">
                  <a:pos x="58" y="19"/>
                </a:cxn>
                <a:cxn ang="0">
                  <a:pos x="34" y="28"/>
                </a:cxn>
                <a:cxn ang="0">
                  <a:pos x="34" y="57"/>
                </a:cxn>
                <a:cxn ang="0">
                  <a:pos x="58" y="43"/>
                </a:cxn>
              </a:cxnLst>
              <a:rect l="0" t="0" r="r" b="b"/>
              <a:pathLst>
                <a:path w="63" h="63">
                  <a:moveTo>
                    <a:pt x="63" y="43"/>
                  </a:moveTo>
                  <a:cubicBezTo>
                    <a:pt x="63" y="45"/>
                    <a:pt x="62" y="47"/>
                    <a:pt x="60" y="48"/>
                  </a:cubicBezTo>
                  <a:cubicBezTo>
                    <a:pt x="34" y="62"/>
                    <a:pt x="34" y="62"/>
                    <a:pt x="34" y="62"/>
                  </a:cubicBezTo>
                  <a:cubicBezTo>
                    <a:pt x="33" y="63"/>
                    <a:pt x="32" y="63"/>
                    <a:pt x="31" y="63"/>
                  </a:cubicBezTo>
                  <a:cubicBezTo>
                    <a:pt x="31" y="63"/>
                    <a:pt x="30" y="63"/>
                    <a:pt x="29" y="62"/>
                  </a:cubicBezTo>
                  <a:cubicBezTo>
                    <a:pt x="2" y="48"/>
                    <a:pt x="2" y="48"/>
                    <a:pt x="2" y="48"/>
                  </a:cubicBezTo>
                  <a:cubicBezTo>
                    <a:pt x="1" y="47"/>
                    <a:pt x="0" y="45"/>
                    <a:pt x="0" y="43"/>
                  </a:cubicBezTo>
                  <a:cubicBezTo>
                    <a:pt x="0" y="14"/>
                    <a:pt x="0" y="14"/>
                    <a:pt x="0" y="14"/>
                  </a:cubicBezTo>
                  <a:cubicBezTo>
                    <a:pt x="0" y="12"/>
                    <a:pt x="1" y="10"/>
                    <a:pt x="3" y="10"/>
                  </a:cubicBezTo>
                  <a:cubicBezTo>
                    <a:pt x="30" y="0"/>
                    <a:pt x="30" y="0"/>
                    <a:pt x="30" y="0"/>
                  </a:cubicBezTo>
                  <a:cubicBezTo>
                    <a:pt x="30" y="0"/>
                    <a:pt x="31" y="0"/>
                    <a:pt x="31" y="0"/>
                  </a:cubicBezTo>
                  <a:cubicBezTo>
                    <a:pt x="32" y="0"/>
                    <a:pt x="32" y="0"/>
                    <a:pt x="33" y="0"/>
                  </a:cubicBezTo>
                  <a:cubicBezTo>
                    <a:pt x="60" y="10"/>
                    <a:pt x="60" y="10"/>
                    <a:pt x="60" y="10"/>
                  </a:cubicBezTo>
                  <a:cubicBezTo>
                    <a:pt x="62" y="10"/>
                    <a:pt x="63" y="12"/>
                    <a:pt x="63" y="14"/>
                  </a:cubicBezTo>
                  <a:lnTo>
                    <a:pt x="63" y="43"/>
                  </a:lnTo>
                  <a:close/>
                  <a:moveTo>
                    <a:pt x="58" y="14"/>
                  </a:moveTo>
                  <a:cubicBezTo>
                    <a:pt x="31" y="4"/>
                    <a:pt x="31" y="4"/>
                    <a:pt x="31" y="4"/>
                  </a:cubicBezTo>
                  <a:cubicBezTo>
                    <a:pt x="5" y="14"/>
                    <a:pt x="5" y="14"/>
                    <a:pt x="5" y="14"/>
                  </a:cubicBezTo>
                  <a:cubicBezTo>
                    <a:pt x="31" y="24"/>
                    <a:pt x="31" y="24"/>
                    <a:pt x="31" y="24"/>
                  </a:cubicBezTo>
                  <a:lnTo>
                    <a:pt x="58" y="14"/>
                  </a:lnTo>
                  <a:close/>
                  <a:moveTo>
                    <a:pt x="58" y="43"/>
                  </a:moveTo>
                  <a:cubicBezTo>
                    <a:pt x="58" y="19"/>
                    <a:pt x="58" y="19"/>
                    <a:pt x="58" y="19"/>
                  </a:cubicBezTo>
                  <a:cubicBezTo>
                    <a:pt x="34" y="28"/>
                    <a:pt x="34" y="28"/>
                    <a:pt x="34" y="28"/>
                  </a:cubicBezTo>
                  <a:cubicBezTo>
                    <a:pt x="34" y="57"/>
                    <a:pt x="34" y="57"/>
                    <a:pt x="34" y="57"/>
                  </a:cubicBezTo>
                  <a:lnTo>
                    <a:pt x="58" y="43"/>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133"/>
          <p:cNvGrpSpPr/>
          <p:nvPr/>
        </p:nvGrpSpPr>
        <p:grpSpPr>
          <a:xfrm>
            <a:off x="5631008" y="2166676"/>
            <a:ext cx="2827192" cy="598569"/>
            <a:chOff x="5631008" y="2166676"/>
            <a:chExt cx="2827192" cy="598569"/>
          </a:xfrm>
        </p:grpSpPr>
        <p:sp>
          <p:nvSpPr>
            <p:cNvPr id="101" name="Round Same Side Corner Rectangle 100"/>
            <p:cNvSpPr/>
            <p:nvPr/>
          </p:nvSpPr>
          <p:spPr>
            <a:xfrm rot="5400000">
              <a:off x="6745319" y="1052365"/>
              <a:ext cx="598569" cy="2827192"/>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Text Placeholder 3"/>
            <p:cNvSpPr txBox="1">
              <a:spLocks/>
            </p:cNvSpPr>
            <p:nvPr/>
          </p:nvSpPr>
          <p:spPr>
            <a:xfrm>
              <a:off x="5727369" y="2227434"/>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 have suffered</a:t>
              </a:r>
            </a:p>
          </p:txBody>
        </p:sp>
      </p:grpSp>
      <p:grpSp>
        <p:nvGrpSpPr>
          <p:cNvPr id="9" name="Group 134"/>
          <p:cNvGrpSpPr/>
          <p:nvPr/>
        </p:nvGrpSpPr>
        <p:grpSpPr>
          <a:xfrm>
            <a:off x="5631008" y="2934918"/>
            <a:ext cx="2827192" cy="598569"/>
            <a:chOff x="5631008" y="2934918"/>
            <a:chExt cx="2827192" cy="598569"/>
          </a:xfrm>
        </p:grpSpPr>
        <p:sp>
          <p:nvSpPr>
            <p:cNvPr id="105" name="Round Same Side Corner Rectangle 104"/>
            <p:cNvSpPr/>
            <p:nvPr/>
          </p:nvSpPr>
          <p:spPr>
            <a:xfrm rot="5400000">
              <a:off x="6745319" y="1820607"/>
              <a:ext cx="598569" cy="2827192"/>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Text Placeholder 3"/>
            <p:cNvSpPr txBox="1">
              <a:spLocks/>
            </p:cNvSpPr>
            <p:nvPr/>
          </p:nvSpPr>
          <p:spPr>
            <a:xfrm>
              <a:off x="5727369" y="2995676"/>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 have suffered</a:t>
              </a:r>
            </a:p>
          </p:txBody>
        </p:sp>
      </p:grpSp>
      <p:grpSp>
        <p:nvGrpSpPr>
          <p:cNvPr id="10" name="Group 135"/>
          <p:cNvGrpSpPr/>
          <p:nvPr/>
        </p:nvGrpSpPr>
        <p:grpSpPr>
          <a:xfrm>
            <a:off x="5631008" y="3770728"/>
            <a:ext cx="2827192" cy="598569"/>
            <a:chOff x="5631008" y="3770728"/>
            <a:chExt cx="2827192" cy="598569"/>
          </a:xfrm>
        </p:grpSpPr>
        <p:sp>
          <p:nvSpPr>
            <p:cNvPr id="109" name="Round Same Side Corner Rectangle 108"/>
            <p:cNvSpPr/>
            <p:nvPr/>
          </p:nvSpPr>
          <p:spPr>
            <a:xfrm rot="5400000">
              <a:off x="6745319" y="2656417"/>
              <a:ext cx="598569" cy="2827192"/>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Text Placeholder 3"/>
            <p:cNvSpPr txBox="1">
              <a:spLocks/>
            </p:cNvSpPr>
            <p:nvPr/>
          </p:nvSpPr>
          <p:spPr>
            <a:xfrm>
              <a:off x="5727369" y="3831486"/>
              <a:ext cx="2381607"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r>
                <a:rPr lang="en-US" sz="1100" b="1" dirty="0">
                  <a:solidFill>
                    <a:schemeClr val="bg1"/>
                  </a:solidFill>
                </a:rPr>
                <a:t>Keyword goes here</a:t>
              </a:r>
              <a:br>
                <a:rPr lang="en-US" sz="1000" dirty="0">
                  <a:solidFill>
                    <a:schemeClr val="bg1"/>
                  </a:solidFill>
                </a:rPr>
              </a:br>
              <a:r>
                <a:rPr lang="en-US" sz="1000" dirty="0">
                  <a:solidFill>
                    <a:schemeClr val="bg1"/>
                  </a:solidFill>
                </a:rPr>
                <a:t>There are many variations of passages of lorem but the majority have suffered</a:t>
              </a:r>
            </a:p>
          </p:txBody>
        </p:sp>
      </p:grpSp>
      <p:grpSp>
        <p:nvGrpSpPr>
          <p:cNvPr id="11" name="Group 129"/>
          <p:cNvGrpSpPr/>
          <p:nvPr/>
        </p:nvGrpSpPr>
        <p:grpSpPr>
          <a:xfrm>
            <a:off x="4680026" y="2166674"/>
            <a:ext cx="950982" cy="598569"/>
            <a:chOff x="4680026" y="2166674"/>
            <a:chExt cx="950982" cy="598569"/>
          </a:xfrm>
        </p:grpSpPr>
        <p:sp>
          <p:nvSpPr>
            <p:cNvPr id="100" name="Round Same Side Corner Rectangle 99"/>
            <p:cNvSpPr/>
            <p:nvPr/>
          </p:nvSpPr>
          <p:spPr>
            <a:xfrm rot="16200000">
              <a:off x="4856232" y="1990468"/>
              <a:ext cx="598569" cy="950982"/>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Freeform 145"/>
            <p:cNvSpPr>
              <a:spLocks/>
            </p:cNvSpPr>
            <p:nvPr/>
          </p:nvSpPr>
          <p:spPr bwMode="auto">
            <a:xfrm>
              <a:off x="4993844" y="2326546"/>
              <a:ext cx="323344" cy="278827"/>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30"/>
          <p:cNvGrpSpPr/>
          <p:nvPr/>
        </p:nvGrpSpPr>
        <p:grpSpPr>
          <a:xfrm>
            <a:off x="4680026" y="2934916"/>
            <a:ext cx="950982" cy="598569"/>
            <a:chOff x="4680026" y="2934916"/>
            <a:chExt cx="950982" cy="598569"/>
          </a:xfrm>
        </p:grpSpPr>
        <p:sp>
          <p:nvSpPr>
            <p:cNvPr id="104" name="Round Same Side Corner Rectangle 103"/>
            <p:cNvSpPr/>
            <p:nvPr/>
          </p:nvSpPr>
          <p:spPr>
            <a:xfrm rot="16200000">
              <a:off x="4856232" y="2758710"/>
              <a:ext cx="598569" cy="950982"/>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Freeform 107"/>
            <p:cNvSpPr>
              <a:spLocks noEditPoints="1"/>
            </p:cNvSpPr>
            <p:nvPr/>
          </p:nvSpPr>
          <p:spPr bwMode="auto">
            <a:xfrm>
              <a:off x="5001126" y="3077621"/>
              <a:ext cx="308780" cy="313160"/>
            </a:xfrm>
            <a:custGeom>
              <a:avLst/>
              <a:gdLst/>
              <a:ahLst/>
              <a:cxnLst>
                <a:cxn ang="0">
                  <a:pos x="64" y="14"/>
                </a:cxn>
                <a:cxn ang="0">
                  <a:pos x="12" y="65"/>
                </a:cxn>
                <a:cxn ang="0">
                  <a:pos x="10" y="66"/>
                </a:cxn>
                <a:cxn ang="0">
                  <a:pos x="8" y="65"/>
                </a:cxn>
                <a:cxn ang="0">
                  <a:pos x="0" y="57"/>
                </a:cxn>
                <a:cxn ang="0">
                  <a:pos x="0" y="56"/>
                </a:cxn>
                <a:cxn ang="0">
                  <a:pos x="0" y="54"/>
                </a:cxn>
                <a:cxn ang="0">
                  <a:pos x="52" y="2"/>
                </a:cxn>
                <a:cxn ang="0">
                  <a:pos x="54" y="1"/>
                </a:cxn>
                <a:cxn ang="0">
                  <a:pos x="56" y="2"/>
                </a:cxn>
                <a:cxn ang="0">
                  <a:pos x="64" y="10"/>
                </a:cxn>
                <a:cxn ang="0">
                  <a:pos x="64" y="12"/>
                </a:cxn>
                <a:cxn ang="0">
                  <a:pos x="64" y="14"/>
                </a:cxn>
                <a:cxn ang="0">
                  <a:pos x="14" y="5"/>
                </a:cxn>
                <a:cxn ang="0">
                  <a:pos x="10" y="7"/>
                </a:cxn>
                <a:cxn ang="0">
                  <a:pos x="9" y="11"/>
                </a:cxn>
                <a:cxn ang="0">
                  <a:pos x="8" y="7"/>
                </a:cxn>
                <a:cxn ang="0">
                  <a:pos x="4" y="5"/>
                </a:cxn>
                <a:cxn ang="0">
                  <a:pos x="8" y="4"/>
                </a:cxn>
                <a:cxn ang="0">
                  <a:pos x="9" y="0"/>
                </a:cxn>
                <a:cxn ang="0">
                  <a:pos x="10" y="4"/>
                </a:cxn>
                <a:cxn ang="0">
                  <a:pos x="14" y="5"/>
                </a:cxn>
                <a:cxn ang="0">
                  <a:pos x="32" y="13"/>
                </a:cxn>
                <a:cxn ang="0">
                  <a:pos x="24" y="16"/>
                </a:cxn>
                <a:cxn ang="0">
                  <a:pos x="22" y="23"/>
                </a:cxn>
                <a:cxn ang="0">
                  <a:pos x="19" y="16"/>
                </a:cxn>
                <a:cxn ang="0">
                  <a:pos x="11" y="13"/>
                </a:cxn>
                <a:cxn ang="0">
                  <a:pos x="19" y="11"/>
                </a:cxn>
                <a:cxn ang="0">
                  <a:pos x="22" y="3"/>
                </a:cxn>
                <a:cxn ang="0">
                  <a:pos x="24" y="11"/>
                </a:cxn>
                <a:cxn ang="0">
                  <a:pos x="32" y="13"/>
                </a:cxn>
                <a:cxn ang="0">
                  <a:pos x="40" y="5"/>
                </a:cxn>
                <a:cxn ang="0">
                  <a:pos x="36" y="7"/>
                </a:cxn>
                <a:cxn ang="0">
                  <a:pos x="34" y="11"/>
                </a:cxn>
                <a:cxn ang="0">
                  <a:pos x="33" y="7"/>
                </a:cxn>
                <a:cxn ang="0">
                  <a:pos x="29" y="5"/>
                </a:cxn>
                <a:cxn ang="0">
                  <a:pos x="33" y="4"/>
                </a:cxn>
                <a:cxn ang="0">
                  <a:pos x="34" y="0"/>
                </a:cxn>
                <a:cxn ang="0">
                  <a:pos x="36" y="4"/>
                </a:cxn>
                <a:cxn ang="0">
                  <a:pos x="40" y="5"/>
                </a:cxn>
                <a:cxn ang="0">
                  <a:pos x="58" y="12"/>
                </a:cxn>
                <a:cxn ang="0">
                  <a:pos x="54" y="8"/>
                </a:cxn>
                <a:cxn ang="0">
                  <a:pos x="42" y="19"/>
                </a:cxn>
                <a:cxn ang="0">
                  <a:pos x="46" y="24"/>
                </a:cxn>
                <a:cxn ang="0">
                  <a:pos x="58" y="12"/>
                </a:cxn>
                <a:cxn ang="0">
                  <a:pos x="65" y="31"/>
                </a:cxn>
                <a:cxn ang="0">
                  <a:pos x="61" y="32"/>
                </a:cxn>
                <a:cxn ang="0">
                  <a:pos x="60" y="36"/>
                </a:cxn>
                <a:cxn ang="0">
                  <a:pos x="59" y="32"/>
                </a:cxn>
                <a:cxn ang="0">
                  <a:pos x="55" y="31"/>
                </a:cxn>
                <a:cxn ang="0">
                  <a:pos x="59" y="30"/>
                </a:cxn>
                <a:cxn ang="0">
                  <a:pos x="60" y="26"/>
                </a:cxn>
                <a:cxn ang="0">
                  <a:pos x="61" y="30"/>
                </a:cxn>
                <a:cxn ang="0">
                  <a:pos x="65" y="31"/>
                </a:cxn>
              </a:cxnLst>
              <a:rect l="0" t="0" r="r" b="b"/>
              <a:pathLst>
                <a:path w="65" h="66">
                  <a:moveTo>
                    <a:pt x="64" y="14"/>
                  </a:moveTo>
                  <a:cubicBezTo>
                    <a:pt x="12" y="65"/>
                    <a:pt x="12" y="65"/>
                    <a:pt x="12" y="65"/>
                  </a:cubicBezTo>
                  <a:cubicBezTo>
                    <a:pt x="11" y="66"/>
                    <a:pt x="11" y="66"/>
                    <a:pt x="10" y="66"/>
                  </a:cubicBezTo>
                  <a:cubicBezTo>
                    <a:pt x="9" y="66"/>
                    <a:pt x="9" y="66"/>
                    <a:pt x="8" y="65"/>
                  </a:cubicBezTo>
                  <a:cubicBezTo>
                    <a:pt x="0" y="57"/>
                    <a:pt x="0" y="57"/>
                    <a:pt x="0" y="57"/>
                  </a:cubicBezTo>
                  <a:cubicBezTo>
                    <a:pt x="0" y="57"/>
                    <a:pt x="0" y="56"/>
                    <a:pt x="0" y="56"/>
                  </a:cubicBezTo>
                  <a:cubicBezTo>
                    <a:pt x="0" y="55"/>
                    <a:pt x="0" y="54"/>
                    <a:pt x="0" y="54"/>
                  </a:cubicBezTo>
                  <a:cubicBezTo>
                    <a:pt x="52" y="2"/>
                    <a:pt x="52" y="2"/>
                    <a:pt x="52" y="2"/>
                  </a:cubicBezTo>
                  <a:cubicBezTo>
                    <a:pt x="52" y="2"/>
                    <a:pt x="53" y="1"/>
                    <a:pt x="54" y="1"/>
                  </a:cubicBezTo>
                  <a:cubicBezTo>
                    <a:pt x="54" y="1"/>
                    <a:pt x="55" y="2"/>
                    <a:pt x="56" y="2"/>
                  </a:cubicBezTo>
                  <a:cubicBezTo>
                    <a:pt x="64" y="10"/>
                    <a:pt x="64" y="10"/>
                    <a:pt x="64" y="10"/>
                  </a:cubicBezTo>
                  <a:cubicBezTo>
                    <a:pt x="64" y="11"/>
                    <a:pt x="64" y="11"/>
                    <a:pt x="64" y="12"/>
                  </a:cubicBezTo>
                  <a:cubicBezTo>
                    <a:pt x="64" y="13"/>
                    <a:pt x="64" y="13"/>
                    <a:pt x="64" y="14"/>
                  </a:cubicBezTo>
                  <a:close/>
                  <a:moveTo>
                    <a:pt x="14" y="5"/>
                  </a:moveTo>
                  <a:cubicBezTo>
                    <a:pt x="10" y="7"/>
                    <a:pt x="10" y="7"/>
                    <a:pt x="10" y="7"/>
                  </a:cubicBezTo>
                  <a:cubicBezTo>
                    <a:pt x="9" y="11"/>
                    <a:pt x="9" y="11"/>
                    <a:pt x="9" y="11"/>
                  </a:cubicBezTo>
                  <a:cubicBezTo>
                    <a:pt x="8" y="7"/>
                    <a:pt x="8" y="7"/>
                    <a:pt x="8" y="7"/>
                  </a:cubicBezTo>
                  <a:cubicBezTo>
                    <a:pt x="4" y="5"/>
                    <a:pt x="4" y="5"/>
                    <a:pt x="4" y="5"/>
                  </a:cubicBezTo>
                  <a:cubicBezTo>
                    <a:pt x="8" y="4"/>
                    <a:pt x="8" y="4"/>
                    <a:pt x="8" y="4"/>
                  </a:cubicBezTo>
                  <a:cubicBezTo>
                    <a:pt x="9" y="0"/>
                    <a:pt x="9" y="0"/>
                    <a:pt x="9" y="0"/>
                  </a:cubicBezTo>
                  <a:cubicBezTo>
                    <a:pt x="10" y="4"/>
                    <a:pt x="10" y="4"/>
                    <a:pt x="10" y="4"/>
                  </a:cubicBezTo>
                  <a:lnTo>
                    <a:pt x="14" y="5"/>
                  </a:lnTo>
                  <a:close/>
                  <a:moveTo>
                    <a:pt x="32" y="13"/>
                  </a:moveTo>
                  <a:cubicBezTo>
                    <a:pt x="24" y="16"/>
                    <a:pt x="24" y="16"/>
                    <a:pt x="24" y="16"/>
                  </a:cubicBezTo>
                  <a:cubicBezTo>
                    <a:pt x="22" y="23"/>
                    <a:pt x="22" y="23"/>
                    <a:pt x="22" y="23"/>
                  </a:cubicBezTo>
                  <a:cubicBezTo>
                    <a:pt x="19" y="16"/>
                    <a:pt x="19" y="16"/>
                    <a:pt x="19" y="16"/>
                  </a:cubicBezTo>
                  <a:cubicBezTo>
                    <a:pt x="11" y="13"/>
                    <a:pt x="11" y="13"/>
                    <a:pt x="11" y="13"/>
                  </a:cubicBezTo>
                  <a:cubicBezTo>
                    <a:pt x="19" y="11"/>
                    <a:pt x="19" y="11"/>
                    <a:pt x="19" y="11"/>
                  </a:cubicBezTo>
                  <a:cubicBezTo>
                    <a:pt x="22" y="3"/>
                    <a:pt x="22" y="3"/>
                    <a:pt x="22" y="3"/>
                  </a:cubicBezTo>
                  <a:cubicBezTo>
                    <a:pt x="24" y="11"/>
                    <a:pt x="24" y="11"/>
                    <a:pt x="24" y="11"/>
                  </a:cubicBezTo>
                  <a:lnTo>
                    <a:pt x="32" y="13"/>
                  </a:lnTo>
                  <a:close/>
                  <a:moveTo>
                    <a:pt x="40" y="5"/>
                  </a:moveTo>
                  <a:cubicBezTo>
                    <a:pt x="36" y="7"/>
                    <a:pt x="36" y="7"/>
                    <a:pt x="36" y="7"/>
                  </a:cubicBezTo>
                  <a:cubicBezTo>
                    <a:pt x="34" y="11"/>
                    <a:pt x="34" y="11"/>
                    <a:pt x="34" y="11"/>
                  </a:cubicBezTo>
                  <a:cubicBezTo>
                    <a:pt x="33" y="7"/>
                    <a:pt x="33" y="7"/>
                    <a:pt x="33" y="7"/>
                  </a:cubicBezTo>
                  <a:cubicBezTo>
                    <a:pt x="29" y="5"/>
                    <a:pt x="29" y="5"/>
                    <a:pt x="29" y="5"/>
                  </a:cubicBezTo>
                  <a:cubicBezTo>
                    <a:pt x="33" y="4"/>
                    <a:pt x="33" y="4"/>
                    <a:pt x="33" y="4"/>
                  </a:cubicBezTo>
                  <a:cubicBezTo>
                    <a:pt x="34" y="0"/>
                    <a:pt x="34" y="0"/>
                    <a:pt x="34" y="0"/>
                  </a:cubicBezTo>
                  <a:cubicBezTo>
                    <a:pt x="36" y="4"/>
                    <a:pt x="36" y="4"/>
                    <a:pt x="36" y="4"/>
                  </a:cubicBezTo>
                  <a:lnTo>
                    <a:pt x="40" y="5"/>
                  </a:lnTo>
                  <a:close/>
                  <a:moveTo>
                    <a:pt x="58" y="12"/>
                  </a:moveTo>
                  <a:cubicBezTo>
                    <a:pt x="54" y="8"/>
                    <a:pt x="54" y="8"/>
                    <a:pt x="54" y="8"/>
                  </a:cubicBezTo>
                  <a:cubicBezTo>
                    <a:pt x="42" y="19"/>
                    <a:pt x="42" y="19"/>
                    <a:pt x="42" y="19"/>
                  </a:cubicBezTo>
                  <a:cubicBezTo>
                    <a:pt x="46" y="24"/>
                    <a:pt x="46" y="24"/>
                    <a:pt x="46" y="24"/>
                  </a:cubicBezTo>
                  <a:lnTo>
                    <a:pt x="58" y="12"/>
                  </a:lnTo>
                  <a:close/>
                  <a:moveTo>
                    <a:pt x="65" y="31"/>
                  </a:moveTo>
                  <a:cubicBezTo>
                    <a:pt x="61" y="32"/>
                    <a:pt x="61" y="32"/>
                    <a:pt x="61" y="32"/>
                  </a:cubicBezTo>
                  <a:cubicBezTo>
                    <a:pt x="60" y="36"/>
                    <a:pt x="60" y="36"/>
                    <a:pt x="60" y="36"/>
                  </a:cubicBezTo>
                  <a:cubicBezTo>
                    <a:pt x="59" y="32"/>
                    <a:pt x="59" y="32"/>
                    <a:pt x="59" y="32"/>
                  </a:cubicBezTo>
                  <a:cubicBezTo>
                    <a:pt x="55" y="31"/>
                    <a:pt x="55" y="31"/>
                    <a:pt x="55" y="31"/>
                  </a:cubicBezTo>
                  <a:cubicBezTo>
                    <a:pt x="59" y="30"/>
                    <a:pt x="59" y="30"/>
                    <a:pt x="59" y="30"/>
                  </a:cubicBezTo>
                  <a:cubicBezTo>
                    <a:pt x="60" y="26"/>
                    <a:pt x="60" y="26"/>
                    <a:pt x="60" y="26"/>
                  </a:cubicBezTo>
                  <a:cubicBezTo>
                    <a:pt x="61" y="30"/>
                    <a:pt x="61" y="30"/>
                    <a:pt x="61" y="30"/>
                  </a:cubicBezTo>
                  <a:lnTo>
                    <a:pt x="65" y="31"/>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31"/>
          <p:cNvGrpSpPr/>
          <p:nvPr/>
        </p:nvGrpSpPr>
        <p:grpSpPr>
          <a:xfrm>
            <a:off x="4680026" y="3770726"/>
            <a:ext cx="950982" cy="598569"/>
            <a:chOff x="4680026" y="3770726"/>
            <a:chExt cx="950982" cy="598569"/>
          </a:xfrm>
        </p:grpSpPr>
        <p:sp>
          <p:nvSpPr>
            <p:cNvPr id="108" name="Round Same Side Corner Rectangle 107"/>
            <p:cNvSpPr/>
            <p:nvPr/>
          </p:nvSpPr>
          <p:spPr>
            <a:xfrm rot="16200000">
              <a:off x="4856232" y="3594520"/>
              <a:ext cx="598569" cy="950982"/>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Freeform 137"/>
            <p:cNvSpPr>
              <a:spLocks noEditPoints="1"/>
            </p:cNvSpPr>
            <p:nvPr/>
          </p:nvSpPr>
          <p:spPr bwMode="auto">
            <a:xfrm>
              <a:off x="5014767" y="3925885"/>
              <a:ext cx="281498" cy="288253"/>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117" name="Elbow Connector 116"/>
          <p:cNvCxnSpPr/>
          <p:nvPr/>
        </p:nvCxnSpPr>
        <p:spPr>
          <a:xfrm>
            <a:off x="3733800" y="2205588"/>
            <a:ext cx="946224" cy="263690"/>
          </a:xfrm>
          <a:prstGeom prst="bentConnector3">
            <a:avLst>
              <a:gd name="adj1" fmla="val 50000"/>
            </a:avLst>
          </a:prstGeom>
          <a:ln w="19050" cmpd="sng">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119" name="Elbow Connector 118"/>
          <p:cNvCxnSpPr/>
          <p:nvPr/>
        </p:nvCxnSpPr>
        <p:spPr>
          <a:xfrm flipV="1">
            <a:off x="3733800" y="1640232"/>
            <a:ext cx="946224" cy="263690"/>
          </a:xfrm>
          <a:prstGeom prst="bentConnector3">
            <a:avLst>
              <a:gd name="adj1" fmla="val 50000"/>
            </a:avLst>
          </a:prstGeom>
          <a:ln w="19050" cmpd="sng">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120" name="Elbow Connector 119"/>
          <p:cNvCxnSpPr/>
          <p:nvPr/>
        </p:nvCxnSpPr>
        <p:spPr>
          <a:xfrm>
            <a:off x="3733800" y="3803768"/>
            <a:ext cx="946224" cy="263690"/>
          </a:xfrm>
          <a:prstGeom prst="bentConnector3">
            <a:avLst>
              <a:gd name="adj1" fmla="val 50000"/>
            </a:avLst>
          </a:prstGeom>
          <a:ln w="19050" cmpd="sng">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121" name="Elbow Connector 120"/>
          <p:cNvCxnSpPr/>
          <p:nvPr/>
        </p:nvCxnSpPr>
        <p:spPr>
          <a:xfrm flipV="1">
            <a:off x="3733800" y="3238412"/>
            <a:ext cx="946224" cy="263690"/>
          </a:xfrm>
          <a:prstGeom prst="bentConnector3">
            <a:avLst>
              <a:gd name="adj1" fmla="val 50000"/>
            </a:avLst>
          </a:prstGeom>
          <a:ln w="19050" cmpd="sng">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14" name="Group 122"/>
          <p:cNvGrpSpPr/>
          <p:nvPr/>
        </p:nvGrpSpPr>
        <p:grpSpPr>
          <a:xfrm>
            <a:off x="2938756" y="1673586"/>
            <a:ext cx="775588" cy="776236"/>
            <a:chOff x="755206" y="1306086"/>
            <a:chExt cx="775588" cy="776236"/>
          </a:xfrm>
        </p:grpSpPr>
        <p:sp>
          <p:nvSpPr>
            <p:cNvPr id="124" name="Oval 123"/>
            <p:cNvSpPr>
              <a:spLocks noChangeAspect="1"/>
            </p:cNvSpPr>
            <p:nvPr/>
          </p:nvSpPr>
          <p:spPr>
            <a:xfrm>
              <a:off x="755206" y="1306086"/>
              <a:ext cx="775588" cy="776236"/>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125" name="Freeform 103"/>
            <p:cNvSpPr>
              <a:spLocks noEditPoints="1"/>
            </p:cNvSpPr>
            <p:nvPr/>
          </p:nvSpPr>
          <p:spPr bwMode="auto">
            <a:xfrm>
              <a:off x="990600" y="1469792"/>
              <a:ext cx="304800" cy="448826"/>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15" name="Group 125"/>
          <p:cNvGrpSpPr/>
          <p:nvPr/>
        </p:nvGrpSpPr>
        <p:grpSpPr>
          <a:xfrm>
            <a:off x="2938756" y="3262038"/>
            <a:ext cx="775588" cy="776236"/>
            <a:chOff x="5327206" y="2869432"/>
            <a:chExt cx="775588" cy="776236"/>
          </a:xfrm>
        </p:grpSpPr>
        <p:sp>
          <p:nvSpPr>
            <p:cNvPr id="127" name="Oval 126"/>
            <p:cNvSpPr>
              <a:spLocks noChangeAspect="1"/>
            </p:cNvSpPr>
            <p:nvPr/>
          </p:nvSpPr>
          <p:spPr>
            <a:xfrm>
              <a:off x="5327206" y="2869432"/>
              <a:ext cx="775588" cy="776236"/>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 b="1" dirty="0">
                <a:solidFill>
                  <a:schemeClr val="bg1"/>
                </a:solidFill>
                <a:latin typeface="+mj-lt"/>
              </a:endParaRPr>
            </a:p>
          </p:txBody>
        </p:sp>
        <p:sp>
          <p:nvSpPr>
            <p:cNvPr id="128" name="Freeform 127"/>
            <p:cNvSpPr>
              <a:spLocks noEditPoints="1"/>
            </p:cNvSpPr>
            <p:nvPr/>
          </p:nvSpPr>
          <p:spPr bwMode="auto">
            <a:xfrm>
              <a:off x="5562601" y="3028951"/>
              <a:ext cx="304800" cy="457200"/>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 calcmode="lin" valueType="num">
                                      <p:cBhvr>
                                        <p:cTn id="17" dur="500" fill="hold"/>
                                        <p:tgtEl>
                                          <p:spTgt spid="14"/>
                                        </p:tgtEl>
                                        <p:attrNameLst>
                                          <p:attrName>ppt_w</p:attrName>
                                        </p:attrNameLst>
                                      </p:cBhvr>
                                      <p:tavLst>
                                        <p:tav tm="0">
                                          <p:val>
                                            <p:fltVal val="0"/>
                                          </p:val>
                                        </p:tav>
                                        <p:tav tm="100000">
                                          <p:val>
                                            <p:strVal val="#ppt_w"/>
                                          </p:val>
                                        </p:tav>
                                      </p:tavLst>
                                    </p:anim>
                                    <p:anim calcmode="lin" valueType="num">
                                      <p:cBhvr>
                                        <p:cTn id="18" dur="500" fill="hold"/>
                                        <p:tgtEl>
                                          <p:spTgt spid="14"/>
                                        </p:tgtEl>
                                        <p:attrNameLst>
                                          <p:attrName>ppt_h</p:attrName>
                                        </p:attrNameLst>
                                      </p:cBhvr>
                                      <p:tavLst>
                                        <p:tav tm="0">
                                          <p:val>
                                            <p:fltVal val="0"/>
                                          </p:val>
                                        </p:tav>
                                        <p:tav tm="100000">
                                          <p:val>
                                            <p:strVal val="#ppt_h"/>
                                          </p:val>
                                        </p:tav>
                                      </p:tavLst>
                                    </p:anim>
                                    <p:animEffect transition="in" filter="fade">
                                      <p:cBhvr>
                                        <p:cTn id="19" dur="500"/>
                                        <p:tgtEl>
                                          <p:spTgt spid="14"/>
                                        </p:tgtEl>
                                      </p:cBhvr>
                                    </p:animEffect>
                                  </p:childTnLst>
                                </p:cTn>
                              </p:par>
                            </p:childTnLst>
                          </p:cTn>
                        </p:par>
                        <p:par>
                          <p:cTn id="20" fill="hold">
                            <p:stCondLst>
                              <p:cond delay="1500"/>
                            </p:stCondLst>
                            <p:childTnLst>
                              <p:par>
                                <p:cTn id="21" presetID="18" presetClass="entr" presetSubtype="3" fill="hold" nodeType="afterEffect">
                                  <p:stCondLst>
                                    <p:cond delay="0"/>
                                  </p:stCondLst>
                                  <p:childTnLst>
                                    <p:set>
                                      <p:cBhvr>
                                        <p:cTn id="22" dur="1" fill="hold">
                                          <p:stCondLst>
                                            <p:cond delay="0"/>
                                          </p:stCondLst>
                                        </p:cTn>
                                        <p:tgtEl>
                                          <p:spTgt spid="119"/>
                                        </p:tgtEl>
                                        <p:attrNameLst>
                                          <p:attrName>style.visibility</p:attrName>
                                        </p:attrNameLst>
                                      </p:cBhvr>
                                      <p:to>
                                        <p:strVal val="visible"/>
                                      </p:to>
                                    </p:set>
                                    <p:animEffect transition="in" filter="strips(upRight)">
                                      <p:cBhvr>
                                        <p:cTn id="23" dur="500"/>
                                        <p:tgtEl>
                                          <p:spTgt spid="119"/>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par>
                                <p:cTn id="28" presetID="2" presetClass="entr" presetSubtype="2" accel="50000" decel="50000"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500" fill="hold"/>
                                        <p:tgtEl>
                                          <p:spTgt spid="4"/>
                                        </p:tgtEl>
                                        <p:attrNameLst>
                                          <p:attrName>ppt_x</p:attrName>
                                        </p:attrNameLst>
                                      </p:cBhvr>
                                      <p:tavLst>
                                        <p:tav tm="0">
                                          <p:val>
                                            <p:strVal val="1+#ppt_w/2"/>
                                          </p:val>
                                        </p:tav>
                                        <p:tav tm="100000">
                                          <p:val>
                                            <p:strVal val="#ppt_x"/>
                                          </p:val>
                                        </p:tav>
                                      </p:tavLst>
                                    </p:anim>
                                    <p:anim calcmode="lin" valueType="num">
                                      <p:cBhvr additive="base">
                                        <p:cTn id="31" dur="500" fill="hold"/>
                                        <p:tgtEl>
                                          <p:spTgt spid="4"/>
                                        </p:tgtEl>
                                        <p:attrNameLst>
                                          <p:attrName>ppt_y</p:attrName>
                                        </p:attrNameLst>
                                      </p:cBhvr>
                                      <p:tavLst>
                                        <p:tav tm="0">
                                          <p:val>
                                            <p:strVal val="#ppt_y"/>
                                          </p:val>
                                        </p:tav>
                                        <p:tav tm="100000">
                                          <p:val>
                                            <p:strVal val="#ppt_y"/>
                                          </p:val>
                                        </p:tav>
                                      </p:tavLst>
                                    </p:anim>
                                  </p:childTnLst>
                                </p:cTn>
                              </p:par>
                            </p:childTnLst>
                          </p:cTn>
                        </p:par>
                        <p:par>
                          <p:cTn id="32" fill="hold">
                            <p:stCondLst>
                              <p:cond delay="2500"/>
                            </p:stCondLst>
                            <p:childTnLst>
                              <p:par>
                                <p:cTn id="33" presetID="18" presetClass="entr" presetSubtype="6" fill="hold" nodeType="after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strips(downRight)">
                                      <p:cBhvr>
                                        <p:cTn id="35" dur="500"/>
                                        <p:tgtEl>
                                          <p:spTgt spid="117"/>
                                        </p:tgtEl>
                                      </p:cBhvr>
                                    </p:animEffect>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left)">
                                      <p:cBhvr>
                                        <p:cTn id="39" dur="500"/>
                                        <p:tgtEl>
                                          <p:spTgt spid="11"/>
                                        </p:tgtEl>
                                      </p:cBhvr>
                                    </p:animEffect>
                                  </p:childTnLst>
                                </p:cTn>
                              </p:par>
                              <p:par>
                                <p:cTn id="40" presetID="2" presetClass="entr" presetSubtype="2" accel="50000" decel="50000" fill="hold" nodeType="with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500" fill="hold"/>
                                        <p:tgtEl>
                                          <p:spTgt spid="8"/>
                                        </p:tgtEl>
                                        <p:attrNameLst>
                                          <p:attrName>ppt_x</p:attrName>
                                        </p:attrNameLst>
                                      </p:cBhvr>
                                      <p:tavLst>
                                        <p:tav tm="0">
                                          <p:val>
                                            <p:strVal val="1+#ppt_w/2"/>
                                          </p:val>
                                        </p:tav>
                                        <p:tav tm="100000">
                                          <p:val>
                                            <p:strVal val="#ppt_x"/>
                                          </p:val>
                                        </p:tav>
                                      </p:tavLst>
                                    </p:anim>
                                    <p:anim calcmode="lin" valueType="num">
                                      <p:cBhvr additive="base">
                                        <p:cTn id="43" dur="500" fill="hold"/>
                                        <p:tgtEl>
                                          <p:spTgt spid="8"/>
                                        </p:tgtEl>
                                        <p:attrNameLst>
                                          <p:attrName>ppt_y</p:attrName>
                                        </p:attrNameLst>
                                      </p:cBhvr>
                                      <p:tavLst>
                                        <p:tav tm="0">
                                          <p:val>
                                            <p:strVal val="#ppt_y"/>
                                          </p:val>
                                        </p:tav>
                                        <p:tav tm="100000">
                                          <p:val>
                                            <p:strVal val="#ppt_y"/>
                                          </p:val>
                                        </p:tav>
                                      </p:tavLst>
                                    </p:anim>
                                  </p:childTnLst>
                                </p:cTn>
                              </p:par>
                            </p:childTnLst>
                          </p:cTn>
                        </p:par>
                        <p:par>
                          <p:cTn id="44" fill="hold">
                            <p:stCondLst>
                              <p:cond delay="3500"/>
                            </p:stCondLst>
                            <p:childTnLst>
                              <p:par>
                                <p:cTn id="45" presetID="53" presetClass="entr" presetSubtype="0" fill="hold" nodeType="after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p:cTn id="47" dur="500" fill="hold"/>
                                        <p:tgtEl>
                                          <p:spTgt spid="15"/>
                                        </p:tgtEl>
                                        <p:attrNameLst>
                                          <p:attrName>ppt_w</p:attrName>
                                        </p:attrNameLst>
                                      </p:cBhvr>
                                      <p:tavLst>
                                        <p:tav tm="0">
                                          <p:val>
                                            <p:fltVal val="0"/>
                                          </p:val>
                                        </p:tav>
                                        <p:tav tm="100000">
                                          <p:val>
                                            <p:strVal val="#ppt_w"/>
                                          </p:val>
                                        </p:tav>
                                      </p:tavLst>
                                    </p:anim>
                                    <p:anim calcmode="lin" valueType="num">
                                      <p:cBhvr>
                                        <p:cTn id="48" dur="500" fill="hold"/>
                                        <p:tgtEl>
                                          <p:spTgt spid="15"/>
                                        </p:tgtEl>
                                        <p:attrNameLst>
                                          <p:attrName>ppt_h</p:attrName>
                                        </p:attrNameLst>
                                      </p:cBhvr>
                                      <p:tavLst>
                                        <p:tav tm="0">
                                          <p:val>
                                            <p:fltVal val="0"/>
                                          </p:val>
                                        </p:tav>
                                        <p:tav tm="100000">
                                          <p:val>
                                            <p:strVal val="#ppt_h"/>
                                          </p:val>
                                        </p:tav>
                                      </p:tavLst>
                                    </p:anim>
                                    <p:animEffect transition="in" filter="fade">
                                      <p:cBhvr>
                                        <p:cTn id="49" dur="500"/>
                                        <p:tgtEl>
                                          <p:spTgt spid="15"/>
                                        </p:tgtEl>
                                      </p:cBhvr>
                                    </p:animEffect>
                                  </p:childTnLst>
                                </p:cTn>
                              </p:par>
                            </p:childTnLst>
                          </p:cTn>
                        </p:par>
                        <p:par>
                          <p:cTn id="50" fill="hold">
                            <p:stCondLst>
                              <p:cond delay="4000"/>
                            </p:stCondLst>
                            <p:childTnLst>
                              <p:par>
                                <p:cTn id="51" presetID="18" presetClass="entr" presetSubtype="3" fill="hold" nodeType="afterEffect">
                                  <p:stCondLst>
                                    <p:cond delay="0"/>
                                  </p:stCondLst>
                                  <p:childTnLst>
                                    <p:set>
                                      <p:cBhvr>
                                        <p:cTn id="52" dur="1" fill="hold">
                                          <p:stCondLst>
                                            <p:cond delay="0"/>
                                          </p:stCondLst>
                                        </p:cTn>
                                        <p:tgtEl>
                                          <p:spTgt spid="121"/>
                                        </p:tgtEl>
                                        <p:attrNameLst>
                                          <p:attrName>style.visibility</p:attrName>
                                        </p:attrNameLst>
                                      </p:cBhvr>
                                      <p:to>
                                        <p:strVal val="visible"/>
                                      </p:to>
                                    </p:set>
                                    <p:animEffect transition="in" filter="strips(upRight)">
                                      <p:cBhvr>
                                        <p:cTn id="53" dur="500"/>
                                        <p:tgtEl>
                                          <p:spTgt spid="121"/>
                                        </p:tgtEl>
                                      </p:cBhvr>
                                    </p:animEffect>
                                  </p:childTnLst>
                                </p:cTn>
                              </p:par>
                            </p:childTnLst>
                          </p:cTn>
                        </p:par>
                        <p:par>
                          <p:cTn id="54" fill="hold">
                            <p:stCondLst>
                              <p:cond delay="4500"/>
                            </p:stCondLst>
                            <p:childTnLst>
                              <p:par>
                                <p:cTn id="55" presetID="22" presetClass="entr" presetSubtype="8" fill="hold" nodeType="after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wipe(left)">
                                      <p:cBhvr>
                                        <p:cTn id="57" dur="500"/>
                                        <p:tgtEl>
                                          <p:spTgt spid="12"/>
                                        </p:tgtEl>
                                      </p:cBhvr>
                                    </p:animEffect>
                                  </p:childTnLst>
                                </p:cTn>
                              </p:par>
                              <p:par>
                                <p:cTn id="58" presetID="2" presetClass="entr" presetSubtype="2" accel="50000" decel="50000" fill="hold" nodeType="withEffect">
                                  <p:stCondLst>
                                    <p:cond delay="0"/>
                                  </p:stCondLst>
                                  <p:childTnLst>
                                    <p:set>
                                      <p:cBhvr>
                                        <p:cTn id="59" dur="1" fill="hold">
                                          <p:stCondLst>
                                            <p:cond delay="0"/>
                                          </p:stCondLst>
                                        </p:cTn>
                                        <p:tgtEl>
                                          <p:spTgt spid="9"/>
                                        </p:tgtEl>
                                        <p:attrNameLst>
                                          <p:attrName>style.visibility</p:attrName>
                                        </p:attrNameLst>
                                      </p:cBhvr>
                                      <p:to>
                                        <p:strVal val="visible"/>
                                      </p:to>
                                    </p:set>
                                    <p:anim calcmode="lin" valueType="num">
                                      <p:cBhvr additive="base">
                                        <p:cTn id="60" dur="500" fill="hold"/>
                                        <p:tgtEl>
                                          <p:spTgt spid="9"/>
                                        </p:tgtEl>
                                        <p:attrNameLst>
                                          <p:attrName>ppt_x</p:attrName>
                                        </p:attrNameLst>
                                      </p:cBhvr>
                                      <p:tavLst>
                                        <p:tav tm="0">
                                          <p:val>
                                            <p:strVal val="1+#ppt_w/2"/>
                                          </p:val>
                                        </p:tav>
                                        <p:tav tm="100000">
                                          <p:val>
                                            <p:strVal val="#ppt_x"/>
                                          </p:val>
                                        </p:tav>
                                      </p:tavLst>
                                    </p:anim>
                                    <p:anim calcmode="lin" valueType="num">
                                      <p:cBhvr additive="base">
                                        <p:cTn id="61" dur="500" fill="hold"/>
                                        <p:tgtEl>
                                          <p:spTgt spid="9"/>
                                        </p:tgtEl>
                                        <p:attrNameLst>
                                          <p:attrName>ppt_y</p:attrName>
                                        </p:attrNameLst>
                                      </p:cBhvr>
                                      <p:tavLst>
                                        <p:tav tm="0">
                                          <p:val>
                                            <p:strVal val="#ppt_y"/>
                                          </p:val>
                                        </p:tav>
                                        <p:tav tm="100000">
                                          <p:val>
                                            <p:strVal val="#ppt_y"/>
                                          </p:val>
                                        </p:tav>
                                      </p:tavLst>
                                    </p:anim>
                                  </p:childTnLst>
                                </p:cTn>
                              </p:par>
                            </p:childTnLst>
                          </p:cTn>
                        </p:par>
                        <p:par>
                          <p:cTn id="62" fill="hold">
                            <p:stCondLst>
                              <p:cond delay="5000"/>
                            </p:stCondLst>
                            <p:childTnLst>
                              <p:par>
                                <p:cTn id="63" presetID="18" presetClass="entr" presetSubtype="6" fill="hold" nodeType="afterEffect">
                                  <p:stCondLst>
                                    <p:cond delay="0"/>
                                  </p:stCondLst>
                                  <p:childTnLst>
                                    <p:set>
                                      <p:cBhvr>
                                        <p:cTn id="64" dur="1" fill="hold">
                                          <p:stCondLst>
                                            <p:cond delay="0"/>
                                          </p:stCondLst>
                                        </p:cTn>
                                        <p:tgtEl>
                                          <p:spTgt spid="120"/>
                                        </p:tgtEl>
                                        <p:attrNameLst>
                                          <p:attrName>style.visibility</p:attrName>
                                        </p:attrNameLst>
                                      </p:cBhvr>
                                      <p:to>
                                        <p:strVal val="visible"/>
                                      </p:to>
                                    </p:set>
                                    <p:animEffect transition="in" filter="strips(downRight)">
                                      <p:cBhvr>
                                        <p:cTn id="65" dur="500"/>
                                        <p:tgtEl>
                                          <p:spTgt spid="120"/>
                                        </p:tgtEl>
                                      </p:cBhvr>
                                    </p:animEffect>
                                  </p:childTnLst>
                                </p:cTn>
                              </p:par>
                            </p:childTnLst>
                          </p:cTn>
                        </p:par>
                        <p:par>
                          <p:cTn id="66" fill="hold">
                            <p:stCondLst>
                              <p:cond delay="5500"/>
                            </p:stCondLst>
                            <p:childTnLst>
                              <p:par>
                                <p:cTn id="67" presetID="22" presetClass="entr" presetSubtype="8" fill="hold" nodeType="after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wipe(left)">
                                      <p:cBhvr>
                                        <p:cTn id="69" dur="500"/>
                                        <p:tgtEl>
                                          <p:spTgt spid="13"/>
                                        </p:tgtEl>
                                      </p:cBhvr>
                                    </p:animEffect>
                                  </p:childTnLst>
                                </p:cTn>
                              </p:par>
                              <p:par>
                                <p:cTn id="70" presetID="2" presetClass="entr" presetSubtype="2" accel="50000" decel="50000" fill="hold" nodeType="withEffect">
                                  <p:stCondLst>
                                    <p:cond delay="0"/>
                                  </p:stCondLst>
                                  <p:childTnLst>
                                    <p:set>
                                      <p:cBhvr>
                                        <p:cTn id="71" dur="1" fill="hold">
                                          <p:stCondLst>
                                            <p:cond delay="0"/>
                                          </p:stCondLst>
                                        </p:cTn>
                                        <p:tgtEl>
                                          <p:spTgt spid="10"/>
                                        </p:tgtEl>
                                        <p:attrNameLst>
                                          <p:attrName>style.visibility</p:attrName>
                                        </p:attrNameLst>
                                      </p:cBhvr>
                                      <p:to>
                                        <p:strVal val="visible"/>
                                      </p:to>
                                    </p:set>
                                    <p:anim calcmode="lin" valueType="num">
                                      <p:cBhvr additive="base">
                                        <p:cTn id="72" dur="500" fill="hold"/>
                                        <p:tgtEl>
                                          <p:spTgt spid="10"/>
                                        </p:tgtEl>
                                        <p:attrNameLst>
                                          <p:attrName>ppt_x</p:attrName>
                                        </p:attrNameLst>
                                      </p:cBhvr>
                                      <p:tavLst>
                                        <p:tav tm="0">
                                          <p:val>
                                            <p:strVal val="1+#ppt_w/2"/>
                                          </p:val>
                                        </p:tav>
                                        <p:tav tm="100000">
                                          <p:val>
                                            <p:strVal val="#ppt_x"/>
                                          </p:val>
                                        </p:tav>
                                      </p:tavLst>
                                    </p:anim>
                                    <p:anim calcmode="lin" valueType="num">
                                      <p:cBhvr additive="base">
                                        <p:cTn id="73"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Silhouettes Infographic </a:t>
            </a:r>
            <a:endParaRPr lang="en-US" dirty="0"/>
          </a:p>
        </p:txBody>
      </p:sp>
      <p:sp>
        <p:nvSpPr>
          <p:cNvPr id="6" name="Text Placeholder 5"/>
          <p:cNvSpPr>
            <a:spLocks noGrp="1"/>
          </p:cNvSpPr>
          <p:nvPr>
            <p:ph type="body" sz="half" idx="2"/>
          </p:nvPr>
        </p:nvSpPr>
        <p:spPr/>
        <p:txBody>
          <a:bodyPr/>
          <a:lstStyle/>
          <a:p>
            <a:r>
              <a:rPr lang="en-US"/>
              <a:t>Silhouettes Infographic </a:t>
            </a:r>
            <a:endParaRPr lang="en-US" dirty="0"/>
          </a:p>
        </p:txBody>
      </p:sp>
      <p:sp>
        <p:nvSpPr>
          <p:cNvPr id="62" name="Slide Number Placeholder 61"/>
          <p:cNvSpPr>
            <a:spLocks noGrp="1"/>
          </p:cNvSpPr>
          <p:nvPr>
            <p:ph type="sldNum" sz="quarter" idx="12"/>
          </p:nvPr>
        </p:nvSpPr>
        <p:spPr/>
        <p:txBody>
          <a:bodyPr/>
          <a:lstStyle/>
          <a:p>
            <a:fld id="{C136B7D2-B98C-44FD-8D04-7EC62A564975}" type="slidenum">
              <a:rPr lang="en-US" smtClean="0"/>
              <a:pPr/>
              <a:t>277</a:t>
            </a:fld>
            <a:endParaRPr lang="en-US" dirty="0"/>
          </a:p>
        </p:txBody>
      </p:sp>
      <p:grpSp>
        <p:nvGrpSpPr>
          <p:cNvPr id="2" name="Group 32"/>
          <p:cNvGrpSpPr/>
          <p:nvPr/>
        </p:nvGrpSpPr>
        <p:grpSpPr>
          <a:xfrm>
            <a:off x="1047194" y="1006164"/>
            <a:ext cx="874884" cy="3551765"/>
            <a:chOff x="4129088" y="2282825"/>
            <a:chExt cx="531813" cy="2159000"/>
          </a:xfrm>
        </p:grpSpPr>
        <p:sp>
          <p:nvSpPr>
            <p:cNvPr id="2057" name="Freeform 9"/>
            <p:cNvSpPr>
              <a:spLocks noEditPoints="1"/>
            </p:cNvSpPr>
            <p:nvPr/>
          </p:nvSpPr>
          <p:spPr bwMode="auto">
            <a:xfrm>
              <a:off x="4129088" y="2282825"/>
              <a:ext cx="531813" cy="2159000"/>
            </a:xfrm>
            <a:custGeom>
              <a:avLst/>
              <a:gdLst/>
              <a:ahLst/>
              <a:cxnLst>
                <a:cxn ang="0">
                  <a:pos x="107" y="1"/>
                </a:cxn>
                <a:cxn ang="0">
                  <a:pos x="147" y="36"/>
                </a:cxn>
                <a:cxn ang="0">
                  <a:pos x="154" y="62"/>
                </a:cxn>
                <a:cxn ang="0">
                  <a:pos x="160" y="98"/>
                </a:cxn>
                <a:cxn ang="0">
                  <a:pos x="171" y="133"/>
                </a:cxn>
                <a:cxn ang="0">
                  <a:pos x="178" y="151"/>
                </a:cxn>
                <a:cxn ang="0">
                  <a:pos x="210" y="170"/>
                </a:cxn>
                <a:cxn ang="0">
                  <a:pos x="221" y="238"/>
                </a:cxn>
                <a:cxn ang="0">
                  <a:pos x="214" y="296"/>
                </a:cxn>
                <a:cxn ang="0">
                  <a:pos x="191" y="313"/>
                </a:cxn>
                <a:cxn ang="0">
                  <a:pos x="198" y="371"/>
                </a:cxn>
                <a:cxn ang="0">
                  <a:pos x="206" y="414"/>
                </a:cxn>
                <a:cxn ang="0">
                  <a:pos x="194" y="416"/>
                </a:cxn>
                <a:cxn ang="0">
                  <a:pos x="189" y="474"/>
                </a:cxn>
                <a:cxn ang="0">
                  <a:pos x="172" y="570"/>
                </a:cxn>
                <a:cxn ang="0">
                  <a:pos x="165" y="582"/>
                </a:cxn>
                <a:cxn ang="0">
                  <a:pos x="157" y="582"/>
                </a:cxn>
                <a:cxn ang="0">
                  <a:pos x="155" y="611"/>
                </a:cxn>
                <a:cxn ang="0">
                  <a:pos x="149" y="670"/>
                </a:cxn>
                <a:cxn ang="0">
                  <a:pos x="123" y="764"/>
                </a:cxn>
                <a:cxn ang="0">
                  <a:pos x="141" y="817"/>
                </a:cxn>
                <a:cxn ang="0">
                  <a:pos x="156" y="852"/>
                </a:cxn>
                <a:cxn ang="0">
                  <a:pos x="133" y="854"/>
                </a:cxn>
                <a:cxn ang="0">
                  <a:pos x="122" y="846"/>
                </a:cxn>
                <a:cxn ang="0">
                  <a:pos x="125" y="864"/>
                </a:cxn>
                <a:cxn ang="0">
                  <a:pos x="112" y="905"/>
                </a:cxn>
                <a:cxn ang="0">
                  <a:pos x="107" y="905"/>
                </a:cxn>
                <a:cxn ang="0">
                  <a:pos x="107" y="636"/>
                </a:cxn>
                <a:cxn ang="0">
                  <a:pos x="109" y="621"/>
                </a:cxn>
                <a:cxn ang="0">
                  <a:pos x="109" y="580"/>
                </a:cxn>
                <a:cxn ang="0">
                  <a:pos x="107" y="596"/>
                </a:cxn>
                <a:cxn ang="0">
                  <a:pos x="107" y="1"/>
                </a:cxn>
                <a:cxn ang="0">
                  <a:pos x="106" y="1"/>
                </a:cxn>
                <a:cxn ang="0">
                  <a:pos x="107" y="1"/>
                </a:cxn>
                <a:cxn ang="0">
                  <a:pos x="107" y="596"/>
                </a:cxn>
                <a:cxn ang="0">
                  <a:pos x="104" y="611"/>
                </a:cxn>
                <a:cxn ang="0">
                  <a:pos x="105" y="632"/>
                </a:cxn>
                <a:cxn ang="0">
                  <a:pos x="106" y="645"/>
                </a:cxn>
                <a:cxn ang="0">
                  <a:pos x="107" y="636"/>
                </a:cxn>
                <a:cxn ang="0">
                  <a:pos x="107" y="905"/>
                </a:cxn>
                <a:cxn ang="0">
                  <a:pos x="89" y="869"/>
                </a:cxn>
                <a:cxn ang="0">
                  <a:pos x="88" y="831"/>
                </a:cxn>
                <a:cxn ang="0">
                  <a:pos x="81" y="789"/>
                </a:cxn>
                <a:cxn ang="0">
                  <a:pos x="52" y="662"/>
                </a:cxn>
                <a:cxn ang="0">
                  <a:pos x="53" y="606"/>
                </a:cxn>
                <a:cxn ang="0">
                  <a:pos x="50" y="579"/>
                </a:cxn>
                <a:cxn ang="0">
                  <a:pos x="34" y="565"/>
                </a:cxn>
                <a:cxn ang="0">
                  <a:pos x="29" y="465"/>
                </a:cxn>
                <a:cxn ang="0">
                  <a:pos x="31" y="410"/>
                </a:cxn>
                <a:cxn ang="0">
                  <a:pos x="11" y="407"/>
                </a:cxn>
                <a:cxn ang="0">
                  <a:pos x="27" y="360"/>
                </a:cxn>
                <a:cxn ang="0">
                  <a:pos x="30" y="326"/>
                </a:cxn>
                <a:cxn ang="0">
                  <a:pos x="2" y="302"/>
                </a:cxn>
                <a:cxn ang="0">
                  <a:pos x="2" y="234"/>
                </a:cxn>
                <a:cxn ang="0">
                  <a:pos x="7" y="204"/>
                </a:cxn>
                <a:cxn ang="0">
                  <a:pos x="27" y="154"/>
                </a:cxn>
                <a:cxn ang="0">
                  <a:pos x="48" y="145"/>
                </a:cxn>
                <a:cxn ang="0">
                  <a:pos x="50" y="126"/>
                </a:cxn>
                <a:cxn ang="0">
                  <a:pos x="63" y="101"/>
                </a:cxn>
                <a:cxn ang="0">
                  <a:pos x="64" y="64"/>
                </a:cxn>
                <a:cxn ang="0">
                  <a:pos x="106" y="1"/>
                </a:cxn>
              </a:cxnLst>
              <a:rect l="0" t="0" r="r" b="b"/>
              <a:pathLst>
                <a:path w="223" h="905">
                  <a:moveTo>
                    <a:pt x="107" y="1"/>
                  </a:moveTo>
                  <a:cubicBezTo>
                    <a:pt x="127" y="0"/>
                    <a:pt x="143" y="19"/>
                    <a:pt x="147" y="36"/>
                  </a:cubicBezTo>
                  <a:cubicBezTo>
                    <a:pt x="151" y="54"/>
                    <a:pt x="154" y="53"/>
                    <a:pt x="154" y="62"/>
                  </a:cubicBezTo>
                  <a:cubicBezTo>
                    <a:pt x="154" y="72"/>
                    <a:pt x="158" y="83"/>
                    <a:pt x="160" y="98"/>
                  </a:cubicBezTo>
                  <a:cubicBezTo>
                    <a:pt x="162" y="114"/>
                    <a:pt x="163" y="124"/>
                    <a:pt x="171" y="133"/>
                  </a:cubicBezTo>
                  <a:cubicBezTo>
                    <a:pt x="179" y="142"/>
                    <a:pt x="178" y="151"/>
                    <a:pt x="178" y="151"/>
                  </a:cubicBezTo>
                  <a:cubicBezTo>
                    <a:pt x="178" y="151"/>
                    <a:pt x="204" y="153"/>
                    <a:pt x="210" y="170"/>
                  </a:cubicBezTo>
                  <a:cubicBezTo>
                    <a:pt x="217" y="188"/>
                    <a:pt x="218" y="218"/>
                    <a:pt x="221" y="238"/>
                  </a:cubicBezTo>
                  <a:cubicBezTo>
                    <a:pt x="223" y="258"/>
                    <a:pt x="221" y="281"/>
                    <a:pt x="214" y="296"/>
                  </a:cubicBezTo>
                  <a:cubicBezTo>
                    <a:pt x="207" y="311"/>
                    <a:pt x="191" y="313"/>
                    <a:pt x="191" y="313"/>
                  </a:cubicBezTo>
                  <a:cubicBezTo>
                    <a:pt x="191" y="313"/>
                    <a:pt x="189" y="344"/>
                    <a:pt x="198" y="371"/>
                  </a:cubicBezTo>
                  <a:cubicBezTo>
                    <a:pt x="207" y="399"/>
                    <a:pt x="213" y="413"/>
                    <a:pt x="206" y="414"/>
                  </a:cubicBezTo>
                  <a:cubicBezTo>
                    <a:pt x="198" y="416"/>
                    <a:pt x="194" y="416"/>
                    <a:pt x="194" y="416"/>
                  </a:cubicBezTo>
                  <a:cubicBezTo>
                    <a:pt x="194" y="416"/>
                    <a:pt x="194" y="451"/>
                    <a:pt x="189" y="474"/>
                  </a:cubicBezTo>
                  <a:cubicBezTo>
                    <a:pt x="184" y="497"/>
                    <a:pt x="172" y="555"/>
                    <a:pt x="172" y="570"/>
                  </a:cubicBezTo>
                  <a:cubicBezTo>
                    <a:pt x="172" y="584"/>
                    <a:pt x="171" y="582"/>
                    <a:pt x="165" y="582"/>
                  </a:cubicBezTo>
                  <a:cubicBezTo>
                    <a:pt x="160" y="582"/>
                    <a:pt x="157" y="582"/>
                    <a:pt x="157" y="582"/>
                  </a:cubicBezTo>
                  <a:cubicBezTo>
                    <a:pt x="157" y="582"/>
                    <a:pt x="158" y="605"/>
                    <a:pt x="155" y="611"/>
                  </a:cubicBezTo>
                  <a:cubicBezTo>
                    <a:pt x="152" y="616"/>
                    <a:pt x="157" y="642"/>
                    <a:pt x="149" y="670"/>
                  </a:cubicBezTo>
                  <a:cubicBezTo>
                    <a:pt x="140" y="697"/>
                    <a:pt x="123" y="744"/>
                    <a:pt x="123" y="764"/>
                  </a:cubicBezTo>
                  <a:cubicBezTo>
                    <a:pt x="123" y="783"/>
                    <a:pt x="132" y="807"/>
                    <a:pt x="141" y="817"/>
                  </a:cubicBezTo>
                  <a:cubicBezTo>
                    <a:pt x="150" y="827"/>
                    <a:pt x="163" y="847"/>
                    <a:pt x="156" y="852"/>
                  </a:cubicBezTo>
                  <a:cubicBezTo>
                    <a:pt x="149" y="857"/>
                    <a:pt x="139" y="856"/>
                    <a:pt x="133" y="854"/>
                  </a:cubicBezTo>
                  <a:cubicBezTo>
                    <a:pt x="127" y="852"/>
                    <a:pt x="122" y="846"/>
                    <a:pt x="122" y="846"/>
                  </a:cubicBezTo>
                  <a:cubicBezTo>
                    <a:pt x="122" y="846"/>
                    <a:pt x="122" y="856"/>
                    <a:pt x="125" y="864"/>
                  </a:cubicBezTo>
                  <a:cubicBezTo>
                    <a:pt x="128" y="871"/>
                    <a:pt x="125" y="905"/>
                    <a:pt x="112" y="905"/>
                  </a:cubicBezTo>
                  <a:cubicBezTo>
                    <a:pt x="110" y="905"/>
                    <a:pt x="108" y="905"/>
                    <a:pt x="107" y="905"/>
                  </a:cubicBezTo>
                  <a:cubicBezTo>
                    <a:pt x="107" y="636"/>
                    <a:pt x="107" y="636"/>
                    <a:pt x="107" y="636"/>
                  </a:cubicBezTo>
                  <a:cubicBezTo>
                    <a:pt x="107" y="631"/>
                    <a:pt x="108" y="624"/>
                    <a:pt x="109" y="621"/>
                  </a:cubicBezTo>
                  <a:cubicBezTo>
                    <a:pt x="112" y="614"/>
                    <a:pt x="110" y="600"/>
                    <a:pt x="109" y="580"/>
                  </a:cubicBezTo>
                  <a:cubicBezTo>
                    <a:pt x="109" y="580"/>
                    <a:pt x="108" y="588"/>
                    <a:pt x="107" y="596"/>
                  </a:cubicBezTo>
                  <a:lnTo>
                    <a:pt x="107" y="1"/>
                  </a:lnTo>
                  <a:close/>
                  <a:moveTo>
                    <a:pt x="106" y="1"/>
                  </a:moveTo>
                  <a:cubicBezTo>
                    <a:pt x="107" y="1"/>
                    <a:pt x="107" y="1"/>
                    <a:pt x="107" y="1"/>
                  </a:cubicBezTo>
                  <a:cubicBezTo>
                    <a:pt x="107" y="596"/>
                    <a:pt x="107" y="596"/>
                    <a:pt x="107" y="596"/>
                  </a:cubicBezTo>
                  <a:cubicBezTo>
                    <a:pt x="106" y="602"/>
                    <a:pt x="105" y="608"/>
                    <a:pt x="104" y="611"/>
                  </a:cubicBezTo>
                  <a:cubicBezTo>
                    <a:pt x="102" y="620"/>
                    <a:pt x="105" y="626"/>
                    <a:pt x="105" y="632"/>
                  </a:cubicBezTo>
                  <a:cubicBezTo>
                    <a:pt x="105" y="637"/>
                    <a:pt x="106" y="645"/>
                    <a:pt x="106" y="645"/>
                  </a:cubicBezTo>
                  <a:cubicBezTo>
                    <a:pt x="106" y="645"/>
                    <a:pt x="106" y="641"/>
                    <a:pt x="107" y="636"/>
                  </a:cubicBezTo>
                  <a:cubicBezTo>
                    <a:pt x="107" y="905"/>
                    <a:pt x="107" y="905"/>
                    <a:pt x="107" y="905"/>
                  </a:cubicBezTo>
                  <a:cubicBezTo>
                    <a:pt x="96" y="901"/>
                    <a:pt x="88" y="888"/>
                    <a:pt x="89" y="869"/>
                  </a:cubicBezTo>
                  <a:cubicBezTo>
                    <a:pt x="89" y="847"/>
                    <a:pt x="84" y="843"/>
                    <a:pt x="88" y="831"/>
                  </a:cubicBezTo>
                  <a:cubicBezTo>
                    <a:pt x="91" y="818"/>
                    <a:pt x="87" y="809"/>
                    <a:pt x="81" y="789"/>
                  </a:cubicBezTo>
                  <a:cubicBezTo>
                    <a:pt x="75" y="769"/>
                    <a:pt x="51" y="684"/>
                    <a:pt x="52" y="662"/>
                  </a:cubicBezTo>
                  <a:cubicBezTo>
                    <a:pt x="53" y="640"/>
                    <a:pt x="56" y="621"/>
                    <a:pt x="53" y="606"/>
                  </a:cubicBezTo>
                  <a:cubicBezTo>
                    <a:pt x="51" y="592"/>
                    <a:pt x="50" y="579"/>
                    <a:pt x="50" y="579"/>
                  </a:cubicBezTo>
                  <a:cubicBezTo>
                    <a:pt x="50" y="579"/>
                    <a:pt x="34" y="586"/>
                    <a:pt x="34" y="565"/>
                  </a:cubicBezTo>
                  <a:cubicBezTo>
                    <a:pt x="34" y="544"/>
                    <a:pt x="31" y="483"/>
                    <a:pt x="29" y="465"/>
                  </a:cubicBezTo>
                  <a:cubicBezTo>
                    <a:pt x="28" y="446"/>
                    <a:pt x="31" y="410"/>
                    <a:pt x="31" y="410"/>
                  </a:cubicBezTo>
                  <a:cubicBezTo>
                    <a:pt x="31" y="410"/>
                    <a:pt x="16" y="409"/>
                    <a:pt x="11" y="407"/>
                  </a:cubicBezTo>
                  <a:cubicBezTo>
                    <a:pt x="6" y="405"/>
                    <a:pt x="24" y="373"/>
                    <a:pt x="27" y="360"/>
                  </a:cubicBezTo>
                  <a:cubicBezTo>
                    <a:pt x="31" y="348"/>
                    <a:pt x="30" y="326"/>
                    <a:pt x="30" y="326"/>
                  </a:cubicBezTo>
                  <a:cubicBezTo>
                    <a:pt x="30" y="326"/>
                    <a:pt x="3" y="325"/>
                    <a:pt x="2" y="302"/>
                  </a:cubicBezTo>
                  <a:cubicBezTo>
                    <a:pt x="1" y="279"/>
                    <a:pt x="0" y="247"/>
                    <a:pt x="2" y="234"/>
                  </a:cubicBezTo>
                  <a:cubicBezTo>
                    <a:pt x="4" y="220"/>
                    <a:pt x="5" y="222"/>
                    <a:pt x="7" y="204"/>
                  </a:cubicBezTo>
                  <a:cubicBezTo>
                    <a:pt x="9" y="186"/>
                    <a:pt x="18" y="155"/>
                    <a:pt x="27" y="154"/>
                  </a:cubicBezTo>
                  <a:cubicBezTo>
                    <a:pt x="36" y="153"/>
                    <a:pt x="48" y="145"/>
                    <a:pt x="48" y="145"/>
                  </a:cubicBezTo>
                  <a:cubicBezTo>
                    <a:pt x="48" y="145"/>
                    <a:pt x="39" y="135"/>
                    <a:pt x="50" y="126"/>
                  </a:cubicBezTo>
                  <a:cubicBezTo>
                    <a:pt x="61" y="117"/>
                    <a:pt x="68" y="113"/>
                    <a:pt x="63" y="101"/>
                  </a:cubicBezTo>
                  <a:cubicBezTo>
                    <a:pt x="58" y="89"/>
                    <a:pt x="61" y="80"/>
                    <a:pt x="64" y="64"/>
                  </a:cubicBezTo>
                  <a:cubicBezTo>
                    <a:pt x="67" y="49"/>
                    <a:pt x="75" y="1"/>
                    <a:pt x="106"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8" name="Freeform 10"/>
            <p:cNvSpPr>
              <a:spLocks/>
            </p:cNvSpPr>
            <p:nvPr/>
          </p:nvSpPr>
          <p:spPr bwMode="auto">
            <a:xfrm>
              <a:off x="4343401" y="2589213"/>
              <a:ext cx="127000" cy="244475"/>
            </a:xfrm>
            <a:custGeom>
              <a:avLst/>
              <a:gdLst/>
              <a:ahLst/>
              <a:cxnLst>
                <a:cxn ang="0">
                  <a:pos x="1" y="3"/>
                </a:cxn>
                <a:cxn ang="0">
                  <a:pos x="15" y="24"/>
                </a:cxn>
                <a:cxn ang="0">
                  <a:pos x="24" y="72"/>
                </a:cxn>
                <a:cxn ang="0">
                  <a:pos x="33" y="52"/>
                </a:cxn>
                <a:cxn ang="0">
                  <a:pos x="37" y="28"/>
                </a:cxn>
                <a:cxn ang="0">
                  <a:pos x="52" y="0"/>
                </a:cxn>
                <a:cxn ang="0">
                  <a:pos x="53" y="19"/>
                </a:cxn>
                <a:cxn ang="0">
                  <a:pos x="38" y="65"/>
                </a:cxn>
                <a:cxn ang="0">
                  <a:pos x="25" y="97"/>
                </a:cxn>
                <a:cxn ang="0">
                  <a:pos x="13" y="67"/>
                </a:cxn>
                <a:cxn ang="0">
                  <a:pos x="1" y="3"/>
                </a:cxn>
              </a:cxnLst>
              <a:rect l="0" t="0" r="r" b="b"/>
              <a:pathLst>
                <a:path w="53" h="103">
                  <a:moveTo>
                    <a:pt x="1" y="3"/>
                  </a:moveTo>
                  <a:cubicBezTo>
                    <a:pt x="1" y="3"/>
                    <a:pt x="15" y="15"/>
                    <a:pt x="15" y="24"/>
                  </a:cubicBezTo>
                  <a:cubicBezTo>
                    <a:pt x="15" y="33"/>
                    <a:pt x="21" y="63"/>
                    <a:pt x="24" y="72"/>
                  </a:cubicBezTo>
                  <a:cubicBezTo>
                    <a:pt x="27" y="82"/>
                    <a:pt x="28" y="61"/>
                    <a:pt x="33" y="52"/>
                  </a:cubicBezTo>
                  <a:cubicBezTo>
                    <a:pt x="38" y="43"/>
                    <a:pt x="40" y="35"/>
                    <a:pt x="37" y="28"/>
                  </a:cubicBezTo>
                  <a:cubicBezTo>
                    <a:pt x="35" y="21"/>
                    <a:pt x="45" y="18"/>
                    <a:pt x="52" y="0"/>
                  </a:cubicBezTo>
                  <a:cubicBezTo>
                    <a:pt x="53" y="7"/>
                    <a:pt x="53" y="12"/>
                    <a:pt x="53" y="19"/>
                  </a:cubicBezTo>
                  <a:cubicBezTo>
                    <a:pt x="52" y="26"/>
                    <a:pt x="41" y="58"/>
                    <a:pt x="38" y="65"/>
                  </a:cubicBezTo>
                  <a:cubicBezTo>
                    <a:pt x="35" y="71"/>
                    <a:pt x="26" y="91"/>
                    <a:pt x="25" y="97"/>
                  </a:cubicBezTo>
                  <a:cubicBezTo>
                    <a:pt x="25" y="103"/>
                    <a:pt x="17" y="86"/>
                    <a:pt x="13" y="67"/>
                  </a:cubicBezTo>
                  <a:cubicBezTo>
                    <a:pt x="8" y="48"/>
                    <a:pt x="0" y="21"/>
                    <a:pt x="1" y="3"/>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9" name="Freeform 11"/>
            <p:cNvSpPr>
              <a:spLocks/>
            </p:cNvSpPr>
            <p:nvPr/>
          </p:nvSpPr>
          <p:spPr bwMode="auto">
            <a:xfrm>
              <a:off x="4279901" y="2927350"/>
              <a:ext cx="23813" cy="52387"/>
            </a:xfrm>
            <a:custGeom>
              <a:avLst/>
              <a:gdLst/>
              <a:ahLst/>
              <a:cxnLst>
                <a:cxn ang="0">
                  <a:pos x="7" y="22"/>
                </a:cxn>
                <a:cxn ang="0">
                  <a:pos x="9" y="9"/>
                </a:cxn>
                <a:cxn ang="0">
                  <a:pos x="9" y="0"/>
                </a:cxn>
                <a:cxn ang="0">
                  <a:pos x="2" y="1"/>
                </a:cxn>
                <a:cxn ang="0">
                  <a:pos x="0" y="19"/>
                </a:cxn>
                <a:cxn ang="0">
                  <a:pos x="7" y="22"/>
                </a:cxn>
              </a:cxnLst>
              <a:rect l="0" t="0" r="r" b="b"/>
              <a:pathLst>
                <a:path w="10" h="22">
                  <a:moveTo>
                    <a:pt x="7" y="22"/>
                  </a:moveTo>
                  <a:cubicBezTo>
                    <a:pt x="7" y="22"/>
                    <a:pt x="9" y="16"/>
                    <a:pt x="9" y="9"/>
                  </a:cubicBezTo>
                  <a:cubicBezTo>
                    <a:pt x="10" y="2"/>
                    <a:pt x="9" y="0"/>
                    <a:pt x="9" y="0"/>
                  </a:cubicBezTo>
                  <a:cubicBezTo>
                    <a:pt x="2" y="1"/>
                    <a:pt x="2" y="1"/>
                    <a:pt x="2" y="1"/>
                  </a:cubicBezTo>
                  <a:cubicBezTo>
                    <a:pt x="2" y="1"/>
                    <a:pt x="1" y="15"/>
                    <a:pt x="0" y="19"/>
                  </a:cubicBezTo>
                  <a:cubicBezTo>
                    <a:pt x="3" y="22"/>
                    <a:pt x="7" y="22"/>
                    <a:pt x="7" y="22"/>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0" name="Freeform 12"/>
            <p:cNvSpPr>
              <a:spLocks/>
            </p:cNvSpPr>
            <p:nvPr/>
          </p:nvSpPr>
          <p:spPr bwMode="auto">
            <a:xfrm>
              <a:off x="4456113" y="3035300"/>
              <a:ext cx="26988" cy="53975"/>
            </a:xfrm>
            <a:custGeom>
              <a:avLst/>
              <a:gdLst/>
              <a:ahLst/>
              <a:cxnLst>
                <a:cxn ang="0">
                  <a:pos x="3" y="0"/>
                </a:cxn>
                <a:cxn ang="0">
                  <a:pos x="1" y="18"/>
                </a:cxn>
                <a:cxn ang="0">
                  <a:pos x="11" y="18"/>
                </a:cxn>
                <a:cxn ang="0">
                  <a:pos x="11" y="0"/>
                </a:cxn>
                <a:cxn ang="0">
                  <a:pos x="3" y="0"/>
                </a:cxn>
              </a:cxnLst>
              <a:rect l="0" t="0" r="r" b="b"/>
              <a:pathLst>
                <a:path w="11" h="23">
                  <a:moveTo>
                    <a:pt x="3" y="0"/>
                  </a:moveTo>
                  <a:cubicBezTo>
                    <a:pt x="3" y="0"/>
                    <a:pt x="1" y="14"/>
                    <a:pt x="1" y="18"/>
                  </a:cubicBezTo>
                  <a:cubicBezTo>
                    <a:pt x="0" y="23"/>
                    <a:pt x="11" y="18"/>
                    <a:pt x="11" y="18"/>
                  </a:cubicBezTo>
                  <a:cubicBezTo>
                    <a:pt x="11" y="0"/>
                    <a:pt x="11" y="0"/>
                    <a:pt x="11" y="0"/>
                  </a:cubicBez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33"/>
          <p:cNvGrpSpPr/>
          <p:nvPr/>
        </p:nvGrpSpPr>
        <p:grpSpPr>
          <a:xfrm>
            <a:off x="2226565" y="1084095"/>
            <a:ext cx="1020474" cy="3503900"/>
            <a:chOff x="4948238" y="2751138"/>
            <a:chExt cx="585788" cy="2011362"/>
          </a:xfrm>
        </p:grpSpPr>
        <p:sp>
          <p:nvSpPr>
            <p:cNvPr id="2061" name="Freeform 13"/>
            <p:cNvSpPr>
              <a:spLocks/>
            </p:cNvSpPr>
            <p:nvPr/>
          </p:nvSpPr>
          <p:spPr bwMode="auto">
            <a:xfrm>
              <a:off x="4948238" y="2751138"/>
              <a:ext cx="585788" cy="2011362"/>
            </a:xfrm>
            <a:custGeom>
              <a:avLst/>
              <a:gdLst/>
              <a:ahLst/>
              <a:cxnLst>
                <a:cxn ang="0">
                  <a:pos x="102" y="0"/>
                </a:cxn>
                <a:cxn ang="0">
                  <a:pos x="144" y="41"/>
                </a:cxn>
                <a:cxn ang="0">
                  <a:pos x="140" y="85"/>
                </a:cxn>
                <a:cxn ang="0">
                  <a:pos x="136" y="92"/>
                </a:cxn>
                <a:cxn ang="0">
                  <a:pos x="131" y="113"/>
                </a:cxn>
                <a:cxn ang="0">
                  <a:pos x="124" y="124"/>
                </a:cxn>
                <a:cxn ang="0">
                  <a:pos x="132" y="139"/>
                </a:cxn>
                <a:cxn ang="0">
                  <a:pos x="168" y="154"/>
                </a:cxn>
                <a:cxn ang="0">
                  <a:pos x="194" y="179"/>
                </a:cxn>
                <a:cxn ang="0">
                  <a:pos x="220" y="221"/>
                </a:cxn>
                <a:cxn ang="0">
                  <a:pos x="242" y="268"/>
                </a:cxn>
                <a:cxn ang="0">
                  <a:pos x="200" y="292"/>
                </a:cxn>
                <a:cxn ang="0">
                  <a:pos x="181" y="284"/>
                </a:cxn>
                <a:cxn ang="0">
                  <a:pos x="194" y="361"/>
                </a:cxn>
                <a:cxn ang="0">
                  <a:pos x="203" y="440"/>
                </a:cxn>
                <a:cxn ang="0">
                  <a:pos x="188" y="448"/>
                </a:cxn>
                <a:cxn ang="0">
                  <a:pos x="176" y="549"/>
                </a:cxn>
                <a:cxn ang="0">
                  <a:pos x="162" y="646"/>
                </a:cxn>
                <a:cxn ang="0">
                  <a:pos x="160" y="707"/>
                </a:cxn>
                <a:cxn ang="0">
                  <a:pos x="188" y="746"/>
                </a:cxn>
                <a:cxn ang="0">
                  <a:pos x="221" y="753"/>
                </a:cxn>
                <a:cxn ang="0">
                  <a:pos x="217" y="768"/>
                </a:cxn>
                <a:cxn ang="0">
                  <a:pos x="165" y="763"/>
                </a:cxn>
                <a:cxn ang="0">
                  <a:pos x="146" y="755"/>
                </a:cxn>
                <a:cxn ang="0">
                  <a:pos x="132" y="765"/>
                </a:cxn>
                <a:cxn ang="0">
                  <a:pos x="112" y="753"/>
                </a:cxn>
                <a:cxn ang="0">
                  <a:pos x="109" y="720"/>
                </a:cxn>
                <a:cxn ang="0">
                  <a:pos x="113" y="683"/>
                </a:cxn>
                <a:cxn ang="0">
                  <a:pos x="106" y="629"/>
                </a:cxn>
                <a:cxn ang="0">
                  <a:pos x="106" y="585"/>
                </a:cxn>
                <a:cxn ang="0">
                  <a:pos x="111" y="544"/>
                </a:cxn>
                <a:cxn ang="0">
                  <a:pos x="110" y="516"/>
                </a:cxn>
                <a:cxn ang="0">
                  <a:pos x="95" y="594"/>
                </a:cxn>
                <a:cxn ang="0">
                  <a:pos x="87" y="685"/>
                </a:cxn>
                <a:cxn ang="0">
                  <a:pos x="73" y="742"/>
                </a:cxn>
                <a:cxn ang="0">
                  <a:pos x="68" y="767"/>
                </a:cxn>
                <a:cxn ang="0">
                  <a:pos x="75" y="798"/>
                </a:cxn>
                <a:cxn ang="0">
                  <a:pos x="69" y="843"/>
                </a:cxn>
                <a:cxn ang="0">
                  <a:pos x="30" y="816"/>
                </a:cxn>
                <a:cxn ang="0">
                  <a:pos x="27" y="772"/>
                </a:cxn>
                <a:cxn ang="0">
                  <a:pos x="22" y="738"/>
                </a:cxn>
                <a:cxn ang="0">
                  <a:pos x="22" y="690"/>
                </a:cxn>
                <a:cxn ang="0">
                  <a:pos x="29" y="607"/>
                </a:cxn>
                <a:cxn ang="0">
                  <a:pos x="38" y="506"/>
                </a:cxn>
                <a:cxn ang="0">
                  <a:pos x="39" y="453"/>
                </a:cxn>
                <a:cxn ang="0">
                  <a:pos x="13" y="442"/>
                </a:cxn>
                <a:cxn ang="0">
                  <a:pos x="23" y="379"/>
                </a:cxn>
                <a:cxn ang="0">
                  <a:pos x="37" y="314"/>
                </a:cxn>
                <a:cxn ang="0">
                  <a:pos x="33" y="270"/>
                </a:cxn>
                <a:cxn ang="0">
                  <a:pos x="10" y="214"/>
                </a:cxn>
                <a:cxn ang="0">
                  <a:pos x="9" y="152"/>
                </a:cxn>
                <a:cxn ang="0">
                  <a:pos x="47" y="139"/>
                </a:cxn>
                <a:cxn ang="0">
                  <a:pos x="67" y="116"/>
                </a:cxn>
                <a:cxn ang="0">
                  <a:pos x="74" y="107"/>
                </a:cxn>
                <a:cxn ang="0">
                  <a:pos x="72" y="93"/>
                </a:cxn>
                <a:cxn ang="0">
                  <a:pos x="61" y="79"/>
                </a:cxn>
                <a:cxn ang="0">
                  <a:pos x="60" y="33"/>
                </a:cxn>
                <a:cxn ang="0">
                  <a:pos x="102" y="0"/>
                </a:cxn>
              </a:cxnLst>
              <a:rect l="0" t="0" r="r" b="b"/>
              <a:pathLst>
                <a:path w="246" h="843">
                  <a:moveTo>
                    <a:pt x="102" y="0"/>
                  </a:moveTo>
                  <a:cubicBezTo>
                    <a:pt x="118" y="0"/>
                    <a:pt x="144" y="16"/>
                    <a:pt x="144" y="41"/>
                  </a:cubicBezTo>
                  <a:cubicBezTo>
                    <a:pt x="144" y="66"/>
                    <a:pt x="142" y="77"/>
                    <a:pt x="140" y="85"/>
                  </a:cubicBezTo>
                  <a:cubicBezTo>
                    <a:pt x="138" y="93"/>
                    <a:pt x="136" y="92"/>
                    <a:pt x="136" y="92"/>
                  </a:cubicBezTo>
                  <a:cubicBezTo>
                    <a:pt x="136" y="92"/>
                    <a:pt x="136" y="109"/>
                    <a:pt x="131" y="113"/>
                  </a:cubicBezTo>
                  <a:cubicBezTo>
                    <a:pt x="125" y="117"/>
                    <a:pt x="124" y="119"/>
                    <a:pt x="124" y="124"/>
                  </a:cubicBezTo>
                  <a:cubicBezTo>
                    <a:pt x="124" y="129"/>
                    <a:pt x="127" y="133"/>
                    <a:pt x="132" y="139"/>
                  </a:cubicBezTo>
                  <a:cubicBezTo>
                    <a:pt x="137" y="144"/>
                    <a:pt x="157" y="150"/>
                    <a:pt x="168" y="154"/>
                  </a:cubicBezTo>
                  <a:cubicBezTo>
                    <a:pt x="179" y="158"/>
                    <a:pt x="188" y="165"/>
                    <a:pt x="194" y="179"/>
                  </a:cubicBezTo>
                  <a:cubicBezTo>
                    <a:pt x="200" y="192"/>
                    <a:pt x="209" y="209"/>
                    <a:pt x="220" y="221"/>
                  </a:cubicBezTo>
                  <a:cubicBezTo>
                    <a:pt x="232" y="232"/>
                    <a:pt x="246" y="251"/>
                    <a:pt x="242" y="268"/>
                  </a:cubicBezTo>
                  <a:cubicBezTo>
                    <a:pt x="238" y="286"/>
                    <a:pt x="213" y="299"/>
                    <a:pt x="200" y="292"/>
                  </a:cubicBezTo>
                  <a:cubicBezTo>
                    <a:pt x="186" y="284"/>
                    <a:pt x="181" y="284"/>
                    <a:pt x="181" y="284"/>
                  </a:cubicBezTo>
                  <a:cubicBezTo>
                    <a:pt x="181" y="284"/>
                    <a:pt x="190" y="322"/>
                    <a:pt x="194" y="361"/>
                  </a:cubicBezTo>
                  <a:cubicBezTo>
                    <a:pt x="198" y="400"/>
                    <a:pt x="209" y="437"/>
                    <a:pt x="203" y="440"/>
                  </a:cubicBezTo>
                  <a:cubicBezTo>
                    <a:pt x="197" y="444"/>
                    <a:pt x="188" y="448"/>
                    <a:pt x="188" y="448"/>
                  </a:cubicBezTo>
                  <a:cubicBezTo>
                    <a:pt x="188" y="448"/>
                    <a:pt x="186" y="502"/>
                    <a:pt x="176" y="549"/>
                  </a:cubicBezTo>
                  <a:cubicBezTo>
                    <a:pt x="167" y="597"/>
                    <a:pt x="163" y="618"/>
                    <a:pt x="162" y="646"/>
                  </a:cubicBezTo>
                  <a:cubicBezTo>
                    <a:pt x="160" y="674"/>
                    <a:pt x="157" y="695"/>
                    <a:pt x="160" y="707"/>
                  </a:cubicBezTo>
                  <a:cubicBezTo>
                    <a:pt x="162" y="718"/>
                    <a:pt x="179" y="742"/>
                    <a:pt x="188" y="746"/>
                  </a:cubicBezTo>
                  <a:cubicBezTo>
                    <a:pt x="197" y="750"/>
                    <a:pt x="214" y="750"/>
                    <a:pt x="221" y="753"/>
                  </a:cubicBezTo>
                  <a:cubicBezTo>
                    <a:pt x="228" y="756"/>
                    <a:pt x="233" y="765"/>
                    <a:pt x="217" y="768"/>
                  </a:cubicBezTo>
                  <a:cubicBezTo>
                    <a:pt x="202" y="770"/>
                    <a:pt x="172" y="766"/>
                    <a:pt x="165" y="763"/>
                  </a:cubicBezTo>
                  <a:cubicBezTo>
                    <a:pt x="157" y="761"/>
                    <a:pt x="146" y="755"/>
                    <a:pt x="146" y="755"/>
                  </a:cubicBezTo>
                  <a:cubicBezTo>
                    <a:pt x="146" y="755"/>
                    <a:pt x="149" y="765"/>
                    <a:pt x="132" y="765"/>
                  </a:cubicBezTo>
                  <a:cubicBezTo>
                    <a:pt x="116" y="765"/>
                    <a:pt x="112" y="763"/>
                    <a:pt x="112" y="753"/>
                  </a:cubicBezTo>
                  <a:cubicBezTo>
                    <a:pt x="111" y="742"/>
                    <a:pt x="112" y="728"/>
                    <a:pt x="109" y="720"/>
                  </a:cubicBezTo>
                  <a:cubicBezTo>
                    <a:pt x="107" y="713"/>
                    <a:pt x="119" y="693"/>
                    <a:pt x="113" y="683"/>
                  </a:cubicBezTo>
                  <a:cubicBezTo>
                    <a:pt x="107" y="672"/>
                    <a:pt x="101" y="645"/>
                    <a:pt x="106" y="629"/>
                  </a:cubicBezTo>
                  <a:cubicBezTo>
                    <a:pt x="112" y="612"/>
                    <a:pt x="104" y="596"/>
                    <a:pt x="106" y="585"/>
                  </a:cubicBezTo>
                  <a:cubicBezTo>
                    <a:pt x="108" y="575"/>
                    <a:pt x="111" y="561"/>
                    <a:pt x="111" y="544"/>
                  </a:cubicBezTo>
                  <a:cubicBezTo>
                    <a:pt x="111" y="528"/>
                    <a:pt x="110" y="516"/>
                    <a:pt x="110" y="516"/>
                  </a:cubicBezTo>
                  <a:cubicBezTo>
                    <a:pt x="110" y="516"/>
                    <a:pt x="98" y="577"/>
                    <a:pt x="95" y="594"/>
                  </a:cubicBezTo>
                  <a:cubicBezTo>
                    <a:pt x="92" y="610"/>
                    <a:pt x="87" y="668"/>
                    <a:pt x="87" y="685"/>
                  </a:cubicBezTo>
                  <a:cubicBezTo>
                    <a:pt x="87" y="703"/>
                    <a:pt x="74" y="727"/>
                    <a:pt x="73" y="742"/>
                  </a:cubicBezTo>
                  <a:cubicBezTo>
                    <a:pt x="73" y="758"/>
                    <a:pt x="72" y="767"/>
                    <a:pt x="68" y="767"/>
                  </a:cubicBezTo>
                  <a:cubicBezTo>
                    <a:pt x="63" y="767"/>
                    <a:pt x="72" y="785"/>
                    <a:pt x="75" y="798"/>
                  </a:cubicBezTo>
                  <a:cubicBezTo>
                    <a:pt x="78" y="812"/>
                    <a:pt x="87" y="843"/>
                    <a:pt x="69" y="843"/>
                  </a:cubicBezTo>
                  <a:cubicBezTo>
                    <a:pt x="51" y="843"/>
                    <a:pt x="31" y="835"/>
                    <a:pt x="30" y="816"/>
                  </a:cubicBezTo>
                  <a:cubicBezTo>
                    <a:pt x="29" y="796"/>
                    <a:pt x="32" y="780"/>
                    <a:pt x="27" y="772"/>
                  </a:cubicBezTo>
                  <a:cubicBezTo>
                    <a:pt x="22" y="765"/>
                    <a:pt x="21" y="748"/>
                    <a:pt x="22" y="738"/>
                  </a:cubicBezTo>
                  <a:cubicBezTo>
                    <a:pt x="23" y="728"/>
                    <a:pt x="19" y="712"/>
                    <a:pt x="22" y="690"/>
                  </a:cubicBezTo>
                  <a:cubicBezTo>
                    <a:pt x="24" y="669"/>
                    <a:pt x="24" y="634"/>
                    <a:pt x="29" y="607"/>
                  </a:cubicBezTo>
                  <a:cubicBezTo>
                    <a:pt x="34" y="580"/>
                    <a:pt x="36" y="539"/>
                    <a:pt x="38" y="506"/>
                  </a:cubicBezTo>
                  <a:cubicBezTo>
                    <a:pt x="41" y="474"/>
                    <a:pt x="43" y="458"/>
                    <a:pt x="39" y="453"/>
                  </a:cubicBezTo>
                  <a:cubicBezTo>
                    <a:pt x="36" y="448"/>
                    <a:pt x="18" y="443"/>
                    <a:pt x="13" y="442"/>
                  </a:cubicBezTo>
                  <a:cubicBezTo>
                    <a:pt x="8" y="441"/>
                    <a:pt x="19" y="407"/>
                    <a:pt x="23" y="379"/>
                  </a:cubicBezTo>
                  <a:cubicBezTo>
                    <a:pt x="26" y="351"/>
                    <a:pt x="33" y="334"/>
                    <a:pt x="37" y="314"/>
                  </a:cubicBezTo>
                  <a:cubicBezTo>
                    <a:pt x="41" y="294"/>
                    <a:pt x="41" y="285"/>
                    <a:pt x="33" y="270"/>
                  </a:cubicBezTo>
                  <a:cubicBezTo>
                    <a:pt x="24" y="256"/>
                    <a:pt x="14" y="247"/>
                    <a:pt x="10" y="214"/>
                  </a:cubicBezTo>
                  <a:cubicBezTo>
                    <a:pt x="6" y="182"/>
                    <a:pt x="0" y="160"/>
                    <a:pt x="9" y="152"/>
                  </a:cubicBezTo>
                  <a:cubicBezTo>
                    <a:pt x="18" y="144"/>
                    <a:pt x="34" y="149"/>
                    <a:pt x="47" y="139"/>
                  </a:cubicBezTo>
                  <a:cubicBezTo>
                    <a:pt x="59" y="129"/>
                    <a:pt x="61" y="117"/>
                    <a:pt x="67" y="116"/>
                  </a:cubicBezTo>
                  <a:cubicBezTo>
                    <a:pt x="73" y="115"/>
                    <a:pt x="74" y="114"/>
                    <a:pt x="74" y="107"/>
                  </a:cubicBezTo>
                  <a:cubicBezTo>
                    <a:pt x="74" y="100"/>
                    <a:pt x="72" y="93"/>
                    <a:pt x="72" y="93"/>
                  </a:cubicBezTo>
                  <a:cubicBezTo>
                    <a:pt x="72" y="93"/>
                    <a:pt x="63" y="87"/>
                    <a:pt x="61" y="79"/>
                  </a:cubicBezTo>
                  <a:cubicBezTo>
                    <a:pt x="59" y="70"/>
                    <a:pt x="58" y="48"/>
                    <a:pt x="60" y="33"/>
                  </a:cubicBezTo>
                  <a:cubicBezTo>
                    <a:pt x="63" y="18"/>
                    <a:pt x="76" y="0"/>
                    <a:pt x="102"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2" name="Freeform 14"/>
            <p:cNvSpPr>
              <a:spLocks/>
            </p:cNvSpPr>
            <p:nvPr/>
          </p:nvSpPr>
          <p:spPr bwMode="auto">
            <a:xfrm>
              <a:off x="5111751" y="3011488"/>
              <a:ext cx="146050" cy="111125"/>
            </a:xfrm>
            <a:custGeom>
              <a:avLst/>
              <a:gdLst/>
              <a:ahLst/>
              <a:cxnLst>
                <a:cxn ang="0">
                  <a:pos x="57" y="21"/>
                </a:cxn>
                <a:cxn ang="0">
                  <a:pos x="61" y="27"/>
                </a:cxn>
                <a:cxn ang="0">
                  <a:pos x="58" y="47"/>
                </a:cxn>
                <a:cxn ang="0">
                  <a:pos x="45" y="27"/>
                </a:cxn>
                <a:cxn ang="0">
                  <a:pos x="35" y="35"/>
                </a:cxn>
                <a:cxn ang="0">
                  <a:pos x="33" y="44"/>
                </a:cxn>
                <a:cxn ang="0">
                  <a:pos x="0" y="7"/>
                </a:cxn>
                <a:cxn ang="0">
                  <a:pos x="5" y="0"/>
                </a:cxn>
                <a:cxn ang="0">
                  <a:pos x="44" y="26"/>
                </a:cxn>
                <a:cxn ang="0">
                  <a:pos x="57" y="21"/>
                </a:cxn>
              </a:cxnLst>
              <a:rect l="0" t="0" r="r" b="b"/>
              <a:pathLst>
                <a:path w="61" h="47">
                  <a:moveTo>
                    <a:pt x="57" y="21"/>
                  </a:moveTo>
                  <a:cubicBezTo>
                    <a:pt x="58" y="23"/>
                    <a:pt x="59" y="25"/>
                    <a:pt x="61" y="27"/>
                  </a:cubicBezTo>
                  <a:cubicBezTo>
                    <a:pt x="59" y="34"/>
                    <a:pt x="58" y="41"/>
                    <a:pt x="58" y="47"/>
                  </a:cubicBezTo>
                  <a:cubicBezTo>
                    <a:pt x="49" y="41"/>
                    <a:pt x="53" y="28"/>
                    <a:pt x="45" y="27"/>
                  </a:cubicBezTo>
                  <a:cubicBezTo>
                    <a:pt x="37" y="26"/>
                    <a:pt x="36" y="30"/>
                    <a:pt x="35" y="35"/>
                  </a:cubicBezTo>
                  <a:cubicBezTo>
                    <a:pt x="34" y="40"/>
                    <a:pt x="33" y="44"/>
                    <a:pt x="33" y="44"/>
                  </a:cubicBezTo>
                  <a:cubicBezTo>
                    <a:pt x="33" y="44"/>
                    <a:pt x="7" y="17"/>
                    <a:pt x="0" y="7"/>
                  </a:cubicBezTo>
                  <a:cubicBezTo>
                    <a:pt x="3" y="6"/>
                    <a:pt x="4" y="4"/>
                    <a:pt x="5" y="0"/>
                  </a:cubicBezTo>
                  <a:cubicBezTo>
                    <a:pt x="13" y="9"/>
                    <a:pt x="34" y="26"/>
                    <a:pt x="44" y="26"/>
                  </a:cubicBezTo>
                  <a:cubicBezTo>
                    <a:pt x="49" y="26"/>
                    <a:pt x="53" y="24"/>
                    <a:pt x="57" y="2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3" name="Freeform 15"/>
            <p:cNvSpPr>
              <a:spLocks/>
            </p:cNvSpPr>
            <p:nvPr/>
          </p:nvSpPr>
          <p:spPr bwMode="auto">
            <a:xfrm>
              <a:off x="5262563" y="3311525"/>
              <a:ext cx="66675" cy="84137"/>
            </a:xfrm>
            <a:custGeom>
              <a:avLst/>
              <a:gdLst/>
              <a:ahLst/>
              <a:cxnLst>
                <a:cxn ang="0">
                  <a:pos x="15" y="1"/>
                </a:cxn>
                <a:cxn ang="0">
                  <a:pos x="0" y="0"/>
                </a:cxn>
                <a:cxn ang="0">
                  <a:pos x="13" y="19"/>
                </a:cxn>
                <a:cxn ang="0">
                  <a:pos x="13" y="33"/>
                </a:cxn>
                <a:cxn ang="0">
                  <a:pos x="24" y="35"/>
                </a:cxn>
                <a:cxn ang="0">
                  <a:pos x="25" y="16"/>
                </a:cxn>
                <a:cxn ang="0">
                  <a:pos x="15" y="1"/>
                </a:cxn>
              </a:cxnLst>
              <a:rect l="0" t="0" r="r" b="b"/>
              <a:pathLst>
                <a:path w="28" h="35">
                  <a:moveTo>
                    <a:pt x="15" y="1"/>
                  </a:moveTo>
                  <a:cubicBezTo>
                    <a:pt x="0" y="0"/>
                    <a:pt x="0" y="0"/>
                    <a:pt x="0" y="0"/>
                  </a:cubicBezTo>
                  <a:cubicBezTo>
                    <a:pt x="0" y="0"/>
                    <a:pt x="13" y="9"/>
                    <a:pt x="13" y="19"/>
                  </a:cubicBezTo>
                  <a:cubicBezTo>
                    <a:pt x="13" y="28"/>
                    <a:pt x="13" y="33"/>
                    <a:pt x="13" y="33"/>
                  </a:cubicBezTo>
                  <a:cubicBezTo>
                    <a:pt x="24" y="35"/>
                    <a:pt x="24" y="35"/>
                    <a:pt x="24" y="35"/>
                  </a:cubicBezTo>
                  <a:cubicBezTo>
                    <a:pt x="24" y="35"/>
                    <a:pt x="28" y="26"/>
                    <a:pt x="25" y="16"/>
                  </a:cubicBezTo>
                  <a:cubicBezTo>
                    <a:pt x="21" y="7"/>
                    <a:pt x="18" y="4"/>
                    <a:pt x="15" y="1"/>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4" name="Freeform 16"/>
            <p:cNvSpPr>
              <a:spLocks/>
            </p:cNvSpPr>
            <p:nvPr/>
          </p:nvSpPr>
          <p:spPr bwMode="auto">
            <a:xfrm>
              <a:off x="5300663" y="3514725"/>
              <a:ext cx="25400" cy="73025"/>
            </a:xfrm>
            <a:custGeom>
              <a:avLst/>
              <a:gdLst/>
              <a:ahLst/>
              <a:cxnLst>
                <a:cxn ang="0">
                  <a:pos x="3" y="0"/>
                </a:cxn>
                <a:cxn ang="0">
                  <a:pos x="0" y="23"/>
                </a:cxn>
                <a:cxn ang="0">
                  <a:pos x="0" y="31"/>
                </a:cxn>
                <a:cxn ang="0">
                  <a:pos x="11" y="29"/>
                </a:cxn>
                <a:cxn ang="0">
                  <a:pos x="3" y="0"/>
                </a:cxn>
              </a:cxnLst>
              <a:rect l="0" t="0" r="r" b="b"/>
              <a:pathLst>
                <a:path w="11" h="31">
                  <a:moveTo>
                    <a:pt x="3" y="0"/>
                  </a:moveTo>
                  <a:cubicBezTo>
                    <a:pt x="3" y="0"/>
                    <a:pt x="1" y="18"/>
                    <a:pt x="0" y="23"/>
                  </a:cubicBezTo>
                  <a:cubicBezTo>
                    <a:pt x="0" y="29"/>
                    <a:pt x="0" y="31"/>
                    <a:pt x="0" y="31"/>
                  </a:cubicBezTo>
                  <a:cubicBezTo>
                    <a:pt x="11" y="29"/>
                    <a:pt x="11" y="29"/>
                    <a:pt x="11" y="29"/>
                  </a:cubicBezTo>
                  <a:cubicBezTo>
                    <a:pt x="11" y="29"/>
                    <a:pt x="8" y="15"/>
                    <a:pt x="3" y="0"/>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62"/>
          <p:cNvGrpSpPr/>
          <p:nvPr/>
        </p:nvGrpSpPr>
        <p:grpSpPr>
          <a:xfrm>
            <a:off x="4584883" y="2413200"/>
            <a:ext cx="1583966" cy="500843"/>
            <a:chOff x="4597686" y="3155872"/>
            <a:chExt cx="1583966" cy="500843"/>
          </a:xfrm>
        </p:grpSpPr>
        <p:sp>
          <p:nvSpPr>
            <p:cNvPr id="64" name="TextBox 63"/>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Phone Setting</a:t>
              </a:r>
            </a:p>
          </p:txBody>
        </p:sp>
        <p:sp>
          <p:nvSpPr>
            <p:cNvPr id="65" name="TextBox 64"/>
            <p:cNvSpPr txBox="1"/>
            <p:nvPr/>
          </p:nvSpPr>
          <p:spPr>
            <a:xfrm>
              <a:off x="4597686" y="3348938"/>
              <a:ext cx="1583966"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7" name="Group 65"/>
          <p:cNvGrpSpPr/>
          <p:nvPr/>
        </p:nvGrpSpPr>
        <p:grpSpPr>
          <a:xfrm>
            <a:off x="6716341" y="2413200"/>
            <a:ext cx="1542507" cy="500843"/>
            <a:chOff x="6978976" y="3155872"/>
            <a:chExt cx="1542507" cy="500843"/>
          </a:xfrm>
        </p:grpSpPr>
        <p:sp>
          <p:nvSpPr>
            <p:cNvPr id="67" name="TextBox 66"/>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Global Access</a:t>
              </a:r>
            </a:p>
          </p:txBody>
        </p:sp>
        <p:sp>
          <p:nvSpPr>
            <p:cNvPr id="68" name="TextBox 67"/>
            <p:cNvSpPr txBox="1"/>
            <p:nvPr/>
          </p:nvSpPr>
          <p:spPr>
            <a:xfrm>
              <a:off x="6978976" y="3348938"/>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8" name="Group 68"/>
          <p:cNvGrpSpPr/>
          <p:nvPr/>
        </p:nvGrpSpPr>
        <p:grpSpPr>
          <a:xfrm>
            <a:off x="4584882" y="3223029"/>
            <a:ext cx="1542507" cy="500843"/>
            <a:chOff x="4597685" y="3914331"/>
            <a:chExt cx="1542507" cy="500843"/>
          </a:xfrm>
        </p:grpSpPr>
        <p:sp>
          <p:nvSpPr>
            <p:cNvPr id="70" name="TextBox 69"/>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Calendar</a:t>
              </a:r>
              <a:endParaRPr lang="en-US" sz="1400" b="1" dirty="0">
                <a:solidFill>
                  <a:schemeClr val="tx1">
                    <a:lumMod val="75000"/>
                    <a:lumOff val="25000"/>
                  </a:schemeClr>
                </a:solidFill>
              </a:endParaRPr>
            </a:p>
          </p:txBody>
        </p:sp>
        <p:sp>
          <p:nvSpPr>
            <p:cNvPr id="71" name="TextBox 70"/>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9" name="Group 71"/>
          <p:cNvGrpSpPr/>
          <p:nvPr/>
        </p:nvGrpSpPr>
        <p:grpSpPr>
          <a:xfrm>
            <a:off x="6716341" y="3223029"/>
            <a:ext cx="1542507" cy="500843"/>
            <a:chOff x="6978976" y="3914331"/>
            <a:chExt cx="1542507" cy="500843"/>
          </a:xfrm>
        </p:grpSpPr>
        <p:sp>
          <p:nvSpPr>
            <p:cNvPr id="73" name="TextBox 72"/>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Smart Touch</a:t>
              </a:r>
            </a:p>
          </p:txBody>
        </p:sp>
        <p:sp>
          <p:nvSpPr>
            <p:cNvPr id="74" name="TextBox 73"/>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sp>
        <p:nvSpPr>
          <p:cNvPr id="75" name="TextBox 74"/>
          <p:cNvSpPr txBox="1"/>
          <p:nvPr/>
        </p:nvSpPr>
        <p:spPr>
          <a:xfrm>
            <a:off x="3995930" y="1073968"/>
            <a:ext cx="4090097" cy="1077218"/>
          </a:xfrm>
          <a:prstGeom prst="rect">
            <a:avLst/>
          </a:prstGeom>
          <a:noFill/>
        </p:spPr>
        <p:txBody>
          <a:bodyPr wrap="square" rtlCol="0">
            <a:spAutoFit/>
          </a:bodyPr>
          <a:lstStyle/>
          <a:p>
            <a:r>
              <a:rPr lang="en-US" sz="1400" b="1" dirty="0">
                <a:solidFill>
                  <a:schemeClr val="tx2">
                    <a:lumMod val="75000"/>
                    <a:lumOff val="25000"/>
                  </a:schemeClr>
                </a:solidFill>
              </a:rPr>
              <a:t>Our Advantages</a:t>
            </a:r>
            <a:endParaRPr lang="en-US" sz="1000" dirty="0">
              <a:solidFill>
                <a:schemeClr val="tx1">
                  <a:lumMod val="65000"/>
                  <a:lumOff val="35000"/>
                </a:schemeClr>
              </a:solidFill>
            </a:endParaRPr>
          </a:p>
          <a:p>
            <a:r>
              <a:rPr lang="en-US" sz="1000" dirty="0">
                <a:solidFill>
                  <a:schemeClr val="tx1">
                    <a:lumMod val="65000"/>
                    <a:lumOff val="35000"/>
                  </a:schemeClr>
                </a:solidFill>
              </a:rPr>
              <a:t> If you are going to use a passage of Lorem Ipsum, you need to be sure there isn't anything embarrassing hidden in the middle of text. All the Lorem Ipsum generators on the Internet tend to repeat predefined chunks as necessary, making this the first true generator on the Internet. </a:t>
            </a:r>
          </a:p>
        </p:txBody>
      </p:sp>
      <p:grpSp>
        <p:nvGrpSpPr>
          <p:cNvPr id="10" name="Group 75"/>
          <p:cNvGrpSpPr/>
          <p:nvPr/>
        </p:nvGrpSpPr>
        <p:grpSpPr>
          <a:xfrm>
            <a:off x="4584882" y="4049538"/>
            <a:ext cx="1542507" cy="500843"/>
            <a:chOff x="4597685" y="3914331"/>
            <a:chExt cx="1542507" cy="500843"/>
          </a:xfrm>
        </p:grpSpPr>
        <p:sp>
          <p:nvSpPr>
            <p:cNvPr id="77" name="TextBox 76"/>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GPS Services</a:t>
              </a:r>
              <a:endParaRPr lang="en-US" sz="1400" b="1" dirty="0">
                <a:solidFill>
                  <a:schemeClr val="tx1">
                    <a:lumMod val="75000"/>
                    <a:lumOff val="25000"/>
                  </a:schemeClr>
                </a:solidFill>
              </a:endParaRPr>
            </a:p>
          </p:txBody>
        </p:sp>
        <p:sp>
          <p:nvSpPr>
            <p:cNvPr id="78" name="TextBox 77"/>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1" name="Group 78"/>
          <p:cNvGrpSpPr/>
          <p:nvPr/>
        </p:nvGrpSpPr>
        <p:grpSpPr>
          <a:xfrm>
            <a:off x="6716341" y="4049538"/>
            <a:ext cx="1542507" cy="500843"/>
            <a:chOff x="6978976" y="3914331"/>
            <a:chExt cx="1542507" cy="500843"/>
          </a:xfrm>
        </p:grpSpPr>
        <p:sp>
          <p:nvSpPr>
            <p:cNvPr id="80" name="TextBox 79"/>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Cloud Services</a:t>
              </a:r>
            </a:p>
          </p:txBody>
        </p:sp>
        <p:sp>
          <p:nvSpPr>
            <p:cNvPr id="81" name="TextBox 80"/>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2" name="Group 81"/>
          <p:cNvGrpSpPr/>
          <p:nvPr/>
        </p:nvGrpSpPr>
        <p:grpSpPr>
          <a:xfrm>
            <a:off x="6168849" y="4094788"/>
            <a:ext cx="469021" cy="455593"/>
            <a:chOff x="6299532" y="4190009"/>
            <a:chExt cx="469021" cy="455593"/>
          </a:xfrm>
        </p:grpSpPr>
        <p:sp>
          <p:nvSpPr>
            <p:cNvPr id="83" name="Oval 82"/>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84"/>
          <p:cNvGrpSpPr/>
          <p:nvPr/>
        </p:nvGrpSpPr>
        <p:grpSpPr>
          <a:xfrm>
            <a:off x="4016660" y="2455136"/>
            <a:ext cx="469021" cy="455593"/>
            <a:chOff x="630683" y="3383511"/>
            <a:chExt cx="469021" cy="455593"/>
          </a:xfrm>
        </p:grpSpPr>
        <p:sp>
          <p:nvSpPr>
            <p:cNvPr id="86" name="Oval 85"/>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87"/>
          <p:cNvGrpSpPr/>
          <p:nvPr/>
        </p:nvGrpSpPr>
        <p:grpSpPr>
          <a:xfrm>
            <a:off x="4016660" y="4094788"/>
            <a:ext cx="469021" cy="455593"/>
            <a:chOff x="3428938" y="4190009"/>
            <a:chExt cx="469021" cy="455593"/>
          </a:xfrm>
        </p:grpSpPr>
        <p:sp>
          <p:nvSpPr>
            <p:cNvPr id="89" name="Oval 88"/>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90"/>
          <p:cNvGrpSpPr/>
          <p:nvPr/>
        </p:nvGrpSpPr>
        <p:grpSpPr>
          <a:xfrm>
            <a:off x="4016660" y="3296274"/>
            <a:ext cx="469021" cy="455593"/>
            <a:chOff x="6299532" y="3384456"/>
            <a:chExt cx="469021" cy="455593"/>
          </a:xfrm>
        </p:grpSpPr>
        <p:sp>
          <p:nvSpPr>
            <p:cNvPr id="92" name="Oval 91"/>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93"/>
          <p:cNvGrpSpPr/>
          <p:nvPr/>
        </p:nvGrpSpPr>
        <p:grpSpPr>
          <a:xfrm>
            <a:off x="6168849" y="3296274"/>
            <a:ext cx="469021" cy="455593"/>
            <a:chOff x="630683" y="4190009"/>
            <a:chExt cx="469021" cy="455593"/>
          </a:xfrm>
        </p:grpSpPr>
        <p:sp>
          <p:nvSpPr>
            <p:cNvPr id="95" name="Oval 94"/>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96"/>
          <p:cNvGrpSpPr/>
          <p:nvPr/>
        </p:nvGrpSpPr>
        <p:grpSpPr>
          <a:xfrm>
            <a:off x="6168849" y="2455136"/>
            <a:ext cx="469021" cy="455593"/>
            <a:chOff x="3425803" y="3384456"/>
            <a:chExt cx="469021" cy="455593"/>
          </a:xfrm>
        </p:grpSpPr>
        <p:sp>
          <p:nvSpPr>
            <p:cNvPr id="98" name="Oval 97"/>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par>
                                <p:cTn id="14" presetID="2" presetClass="entr" presetSubtype="2" accel="50000" decel="50000" fill="hold" grpId="0" nodeType="withEffect">
                                  <p:stCondLst>
                                    <p:cond delay="0"/>
                                  </p:stCondLst>
                                  <p:childTnLst>
                                    <p:set>
                                      <p:cBhvr>
                                        <p:cTn id="15" dur="1" fill="hold">
                                          <p:stCondLst>
                                            <p:cond delay="0"/>
                                          </p:stCondLst>
                                        </p:cTn>
                                        <p:tgtEl>
                                          <p:spTgt spid="75"/>
                                        </p:tgtEl>
                                        <p:attrNameLst>
                                          <p:attrName>style.visibility</p:attrName>
                                        </p:attrNameLst>
                                      </p:cBhvr>
                                      <p:to>
                                        <p:strVal val="visible"/>
                                      </p:to>
                                    </p:set>
                                    <p:anim calcmode="lin" valueType="num">
                                      <p:cBhvr additive="base">
                                        <p:cTn id="16" dur="500" fill="hold"/>
                                        <p:tgtEl>
                                          <p:spTgt spid="75"/>
                                        </p:tgtEl>
                                        <p:attrNameLst>
                                          <p:attrName>ppt_x</p:attrName>
                                        </p:attrNameLst>
                                      </p:cBhvr>
                                      <p:tavLst>
                                        <p:tav tm="0">
                                          <p:val>
                                            <p:strVal val="1+#ppt_w/2"/>
                                          </p:val>
                                        </p:tav>
                                        <p:tav tm="100000">
                                          <p:val>
                                            <p:strVal val="#ppt_x"/>
                                          </p:val>
                                        </p:tav>
                                      </p:tavLst>
                                    </p:anim>
                                    <p:anim calcmode="lin" valueType="num">
                                      <p:cBhvr additive="base">
                                        <p:cTn id="17" dur="500" fill="hold"/>
                                        <p:tgtEl>
                                          <p:spTgt spid="75"/>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53" presetClass="entr" presetSubtype="0"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Effect transition="in" filter="fade">
                                      <p:cBhvr>
                                        <p:cTn id="23" dur="500"/>
                                        <p:tgtEl>
                                          <p:spTgt spid="13"/>
                                        </p:tgtEl>
                                      </p:cBhvr>
                                    </p:animEffect>
                                  </p:childTnLst>
                                </p:cTn>
                              </p:par>
                              <p:par>
                                <p:cTn id="24" presetID="2" presetClass="entr" presetSubtype="4" accel="50000" decel="50000" fill="hold"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500" fill="hold"/>
                                        <p:tgtEl>
                                          <p:spTgt spid="4"/>
                                        </p:tgtEl>
                                        <p:attrNameLst>
                                          <p:attrName>ppt_x</p:attrName>
                                        </p:attrNameLst>
                                      </p:cBhvr>
                                      <p:tavLst>
                                        <p:tav tm="0">
                                          <p:val>
                                            <p:strVal val="#ppt_x"/>
                                          </p:val>
                                        </p:tav>
                                        <p:tav tm="100000">
                                          <p:val>
                                            <p:strVal val="#ppt_x"/>
                                          </p:val>
                                        </p:tav>
                                      </p:tavLst>
                                    </p:anim>
                                    <p:anim calcmode="lin" valueType="num">
                                      <p:cBhvr additive="base">
                                        <p:cTn id="27" dur="500" fill="hold"/>
                                        <p:tgtEl>
                                          <p:spTgt spid="4"/>
                                        </p:tgtEl>
                                        <p:attrNameLst>
                                          <p:attrName>ppt_y</p:attrName>
                                        </p:attrNameLst>
                                      </p:cBhvr>
                                      <p:tavLst>
                                        <p:tav tm="0">
                                          <p:val>
                                            <p:strVal val="1+#ppt_h/2"/>
                                          </p:val>
                                        </p:tav>
                                        <p:tav tm="100000">
                                          <p:val>
                                            <p:strVal val="#ppt_y"/>
                                          </p:val>
                                        </p:tav>
                                      </p:tavLst>
                                    </p:anim>
                                  </p:childTnLst>
                                </p:cTn>
                              </p:par>
                            </p:childTnLst>
                          </p:cTn>
                        </p:par>
                        <p:par>
                          <p:cTn id="28" fill="hold">
                            <p:stCondLst>
                              <p:cond delay="1500"/>
                            </p:stCondLst>
                            <p:childTnLst>
                              <p:par>
                                <p:cTn id="29" presetID="53" presetClass="entr" presetSubtype="0"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p:cTn id="31" dur="500" fill="hold"/>
                                        <p:tgtEl>
                                          <p:spTgt spid="17"/>
                                        </p:tgtEl>
                                        <p:attrNameLst>
                                          <p:attrName>ppt_w</p:attrName>
                                        </p:attrNameLst>
                                      </p:cBhvr>
                                      <p:tavLst>
                                        <p:tav tm="0">
                                          <p:val>
                                            <p:fltVal val="0"/>
                                          </p:val>
                                        </p:tav>
                                        <p:tav tm="100000">
                                          <p:val>
                                            <p:strVal val="#ppt_w"/>
                                          </p:val>
                                        </p:tav>
                                      </p:tavLst>
                                    </p:anim>
                                    <p:anim calcmode="lin" valueType="num">
                                      <p:cBhvr>
                                        <p:cTn id="32" dur="500" fill="hold"/>
                                        <p:tgtEl>
                                          <p:spTgt spid="17"/>
                                        </p:tgtEl>
                                        <p:attrNameLst>
                                          <p:attrName>ppt_h</p:attrName>
                                        </p:attrNameLst>
                                      </p:cBhvr>
                                      <p:tavLst>
                                        <p:tav tm="0">
                                          <p:val>
                                            <p:fltVal val="0"/>
                                          </p:val>
                                        </p:tav>
                                        <p:tav tm="100000">
                                          <p:val>
                                            <p:strVal val="#ppt_h"/>
                                          </p:val>
                                        </p:tav>
                                      </p:tavLst>
                                    </p:anim>
                                    <p:animEffect transition="in" filter="fade">
                                      <p:cBhvr>
                                        <p:cTn id="33" dur="500"/>
                                        <p:tgtEl>
                                          <p:spTgt spid="17"/>
                                        </p:tgtEl>
                                      </p:cBhvr>
                                    </p:animEffect>
                                  </p:childTnLst>
                                </p:cTn>
                              </p:par>
                              <p:par>
                                <p:cTn id="34" presetID="2" presetClass="entr" presetSubtype="4" accel="50000" decel="50000" fill="hold" nodeType="withEffect">
                                  <p:stCondLst>
                                    <p:cond delay="0"/>
                                  </p:stCondLst>
                                  <p:childTnLst>
                                    <p:set>
                                      <p:cBhvr>
                                        <p:cTn id="35" dur="1" fill="hold">
                                          <p:stCondLst>
                                            <p:cond delay="0"/>
                                          </p:stCondLst>
                                        </p:cTn>
                                        <p:tgtEl>
                                          <p:spTgt spid="7"/>
                                        </p:tgtEl>
                                        <p:attrNameLst>
                                          <p:attrName>style.visibility</p:attrName>
                                        </p:attrNameLst>
                                      </p:cBhvr>
                                      <p:to>
                                        <p:strVal val="visible"/>
                                      </p:to>
                                    </p:set>
                                    <p:anim calcmode="lin" valueType="num">
                                      <p:cBhvr additive="base">
                                        <p:cTn id="36" dur="500" fill="hold"/>
                                        <p:tgtEl>
                                          <p:spTgt spid="7"/>
                                        </p:tgtEl>
                                        <p:attrNameLst>
                                          <p:attrName>ppt_x</p:attrName>
                                        </p:attrNameLst>
                                      </p:cBhvr>
                                      <p:tavLst>
                                        <p:tav tm="0">
                                          <p:val>
                                            <p:strVal val="#ppt_x"/>
                                          </p:val>
                                        </p:tav>
                                        <p:tav tm="100000">
                                          <p:val>
                                            <p:strVal val="#ppt_x"/>
                                          </p:val>
                                        </p:tav>
                                      </p:tavLst>
                                    </p:anim>
                                    <p:anim calcmode="lin" valueType="num">
                                      <p:cBhvr additive="base">
                                        <p:cTn id="37" dur="500" fill="hold"/>
                                        <p:tgtEl>
                                          <p:spTgt spid="7"/>
                                        </p:tgtEl>
                                        <p:attrNameLst>
                                          <p:attrName>ppt_y</p:attrName>
                                        </p:attrNameLst>
                                      </p:cBhvr>
                                      <p:tavLst>
                                        <p:tav tm="0">
                                          <p:val>
                                            <p:strVal val="1+#ppt_h/2"/>
                                          </p:val>
                                        </p:tav>
                                        <p:tav tm="100000">
                                          <p:val>
                                            <p:strVal val="#ppt_y"/>
                                          </p:val>
                                        </p:tav>
                                      </p:tavLst>
                                    </p:anim>
                                  </p:childTnLst>
                                </p:cTn>
                              </p:par>
                            </p:childTnLst>
                          </p:cTn>
                        </p:par>
                        <p:par>
                          <p:cTn id="38" fill="hold">
                            <p:stCondLst>
                              <p:cond delay="2000"/>
                            </p:stCondLst>
                            <p:childTnLst>
                              <p:par>
                                <p:cTn id="39" presetID="53" presetClass="entr" presetSubtype="0" fill="hold"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par>
                                <p:cTn id="44" presetID="2" presetClass="entr" presetSubtype="4" accel="50000" decel="50000"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500" fill="hold"/>
                                        <p:tgtEl>
                                          <p:spTgt spid="8"/>
                                        </p:tgtEl>
                                        <p:attrNameLst>
                                          <p:attrName>ppt_x</p:attrName>
                                        </p:attrNameLst>
                                      </p:cBhvr>
                                      <p:tavLst>
                                        <p:tav tm="0">
                                          <p:val>
                                            <p:strVal val="#ppt_x"/>
                                          </p:val>
                                        </p:tav>
                                        <p:tav tm="100000">
                                          <p:val>
                                            <p:strVal val="#ppt_x"/>
                                          </p:val>
                                        </p:tav>
                                      </p:tavLst>
                                    </p:anim>
                                    <p:anim calcmode="lin" valueType="num">
                                      <p:cBhvr additive="base">
                                        <p:cTn id="47" dur="500" fill="hold"/>
                                        <p:tgtEl>
                                          <p:spTgt spid="8"/>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53" presetClass="entr" presetSubtype="0"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 calcmode="lin" valueType="num">
                                      <p:cBhvr>
                                        <p:cTn id="51" dur="500" fill="hold"/>
                                        <p:tgtEl>
                                          <p:spTgt spid="16"/>
                                        </p:tgtEl>
                                        <p:attrNameLst>
                                          <p:attrName>ppt_w</p:attrName>
                                        </p:attrNameLst>
                                      </p:cBhvr>
                                      <p:tavLst>
                                        <p:tav tm="0">
                                          <p:val>
                                            <p:fltVal val="0"/>
                                          </p:val>
                                        </p:tav>
                                        <p:tav tm="100000">
                                          <p:val>
                                            <p:strVal val="#ppt_w"/>
                                          </p:val>
                                        </p:tav>
                                      </p:tavLst>
                                    </p:anim>
                                    <p:anim calcmode="lin" valueType="num">
                                      <p:cBhvr>
                                        <p:cTn id="52" dur="500" fill="hold"/>
                                        <p:tgtEl>
                                          <p:spTgt spid="16"/>
                                        </p:tgtEl>
                                        <p:attrNameLst>
                                          <p:attrName>ppt_h</p:attrName>
                                        </p:attrNameLst>
                                      </p:cBhvr>
                                      <p:tavLst>
                                        <p:tav tm="0">
                                          <p:val>
                                            <p:fltVal val="0"/>
                                          </p:val>
                                        </p:tav>
                                        <p:tav tm="100000">
                                          <p:val>
                                            <p:strVal val="#ppt_h"/>
                                          </p:val>
                                        </p:tav>
                                      </p:tavLst>
                                    </p:anim>
                                    <p:animEffect transition="in" filter="fade">
                                      <p:cBhvr>
                                        <p:cTn id="53" dur="500"/>
                                        <p:tgtEl>
                                          <p:spTgt spid="16"/>
                                        </p:tgtEl>
                                      </p:cBhvr>
                                    </p:animEffect>
                                  </p:childTnLst>
                                </p:cTn>
                              </p:par>
                              <p:par>
                                <p:cTn id="54" presetID="2" presetClass="entr" presetSubtype="4" accel="50000" decel="50000" fill="hold" nodeType="withEffect">
                                  <p:stCondLst>
                                    <p:cond delay="0"/>
                                  </p:stCondLst>
                                  <p:childTnLst>
                                    <p:set>
                                      <p:cBhvr>
                                        <p:cTn id="55" dur="1" fill="hold">
                                          <p:stCondLst>
                                            <p:cond delay="0"/>
                                          </p:stCondLst>
                                        </p:cTn>
                                        <p:tgtEl>
                                          <p:spTgt spid="9"/>
                                        </p:tgtEl>
                                        <p:attrNameLst>
                                          <p:attrName>style.visibility</p:attrName>
                                        </p:attrNameLst>
                                      </p:cBhvr>
                                      <p:to>
                                        <p:strVal val="visible"/>
                                      </p:to>
                                    </p:set>
                                    <p:anim calcmode="lin" valueType="num">
                                      <p:cBhvr additive="base">
                                        <p:cTn id="56" dur="500" fill="hold"/>
                                        <p:tgtEl>
                                          <p:spTgt spid="9"/>
                                        </p:tgtEl>
                                        <p:attrNameLst>
                                          <p:attrName>ppt_x</p:attrName>
                                        </p:attrNameLst>
                                      </p:cBhvr>
                                      <p:tavLst>
                                        <p:tav tm="0">
                                          <p:val>
                                            <p:strVal val="#ppt_x"/>
                                          </p:val>
                                        </p:tav>
                                        <p:tav tm="100000">
                                          <p:val>
                                            <p:strVal val="#ppt_x"/>
                                          </p:val>
                                        </p:tav>
                                      </p:tavLst>
                                    </p:anim>
                                    <p:anim calcmode="lin" valueType="num">
                                      <p:cBhvr additive="base">
                                        <p:cTn id="57" dur="500" fill="hold"/>
                                        <p:tgtEl>
                                          <p:spTgt spid="9"/>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53" presetClass="entr" presetSubtype="0" fill="hold" nodeType="after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p:cTn id="61" dur="500" fill="hold"/>
                                        <p:tgtEl>
                                          <p:spTgt spid="14"/>
                                        </p:tgtEl>
                                        <p:attrNameLst>
                                          <p:attrName>ppt_w</p:attrName>
                                        </p:attrNameLst>
                                      </p:cBhvr>
                                      <p:tavLst>
                                        <p:tav tm="0">
                                          <p:val>
                                            <p:fltVal val="0"/>
                                          </p:val>
                                        </p:tav>
                                        <p:tav tm="100000">
                                          <p:val>
                                            <p:strVal val="#ppt_w"/>
                                          </p:val>
                                        </p:tav>
                                      </p:tavLst>
                                    </p:anim>
                                    <p:anim calcmode="lin" valueType="num">
                                      <p:cBhvr>
                                        <p:cTn id="62" dur="500" fill="hold"/>
                                        <p:tgtEl>
                                          <p:spTgt spid="14"/>
                                        </p:tgtEl>
                                        <p:attrNameLst>
                                          <p:attrName>ppt_h</p:attrName>
                                        </p:attrNameLst>
                                      </p:cBhvr>
                                      <p:tavLst>
                                        <p:tav tm="0">
                                          <p:val>
                                            <p:fltVal val="0"/>
                                          </p:val>
                                        </p:tav>
                                        <p:tav tm="100000">
                                          <p:val>
                                            <p:strVal val="#ppt_h"/>
                                          </p:val>
                                        </p:tav>
                                      </p:tavLst>
                                    </p:anim>
                                    <p:animEffect transition="in" filter="fade">
                                      <p:cBhvr>
                                        <p:cTn id="63" dur="500"/>
                                        <p:tgtEl>
                                          <p:spTgt spid="14"/>
                                        </p:tgtEl>
                                      </p:cBhvr>
                                    </p:animEffect>
                                  </p:childTnLst>
                                </p:cTn>
                              </p:par>
                              <p:par>
                                <p:cTn id="64" presetID="2" presetClass="entr" presetSubtype="4" accel="50000" decel="50000" fill="hold"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additive="base">
                                        <p:cTn id="66" dur="500" fill="hold"/>
                                        <p:tgtEl>
                                          <p:spTgt spid="10"/>
                                        </p:tgtEl>
                                        <p:attrNameLst>
                                          <p:attrName>ppt_x</p:attrName>
                                        </p:attrNameLst>
                                      </p:cBhvr>
                                      <p:tavLst>
                                        <p:tav tm="0">
                                          <p:val>
                                            <p:strVal val="#ppt_x"/>
                                          </p:val>
                                        </p:tav>
                                        <p:tav tm="100000">
                                          <p:val>
                                            <p:strVal val="#ppt_x"/>
                                          </p:val>
                                        </p:tav>
                                      </p:tavLst>
                                    </p:anim>
                                    <p:anim calcmode="lin" valueType="num">
                                      <p:cBhvr additive="base">
                                        <p:cTn id="67" dur="500" fill="hold"/>
                                        <p:tgtEl>
                                          <p:spTgt spid="10"/>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53" presetClass="entr" presetSubtype="0" fill="hold" nodeType="after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500" fill="hold"/>
                                        <p:tgtEl>
                                          <p:spTgt spid="12"/>
                                        </p:tgtEl>
                                        <p:attrNameLst>
                                          <p:attrName>ppt_w</p:attrName>
                                        </p:attrNameLst>
                                      </p:cBhvr>
                                      <p:tavLst>
                                        <p:tav tm="0">
                                          <p:val>
                                            <p:fltVal val="0"/>
                                          </p:val>
                                        </p:tav>
                                        <p:tav tm="100000">
                                          <p:val>
                                            <p:strVal val="#ppt_w"/>
                                          </p:val>
                                        </p:tav>
                                      </p:tavLst>
                                    </p:anim>
                                    <p:anim calcmode="lin" valueType="num">
                                      <p:cBhvr>
                                        <p:cTn id="72" dur="500" fill="hold"/>
                                        <p:tgtEl>
                                          <p:spTgt spid="12"/>
                                        </p:tgtEl>
                                        <p:attrNameLst>
                                          <p:attrName>ppt_h</p:attrName>
                                        </p:attrNameLst>
                                      </p:cBhvr>
                                      <p:tavLst>
                                        <p:tav tm="0">
                                          <p:val>
                                            <p:fltVal val="0"/>
                                          </p:val>
                                        </p:tav>
                                        <p:tav tm="100000">
                                          <p:val>
                                            <p:strVal val="#ppt_h"/>
                                          </p:val>
                                        </p:tav>
                                      </p:tavLst>
                                    </p:anim>
                                    <p:animEffect transition="in" filter="fade">
                                      <p:cBhvr>
                                        <p:cTn id="73" dur="500"/>
                                        <p:tgtEl>
                                          <p:spTgt spid="12"/>
                                        </p:tgtEl>
                                      </p:cBhvr>
                                    </p:animEffect>
                                  </p:childTnLst>
                                </p:cTn>
                              </p:par>
                              <p:par>
                                <p:cTn id="74" presetID="2" presetClass="entr" presetSubtype="4" accel="50000" decel="50000" fill="hold"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500" fill="hold"/>
                                        <p:tgtEl>
                                          <p:spTgt spid="11"/>
                                        </p:tgtEl>
                                        <p:attrNameLst>
                                          <p:attrName>ppt_x</p:attrName>
                                        </p:attrNameLst>
                                      </p:cBhvr>
                                      <p:tavLst>
                                        <p:tav tm="0">
                                          <p:val>
                                            <p:strVal val="#ppt_x"/>
                                          </p:val>
                                        </p:tav>
                                        <p:tav tm="100000">
                                          <p:val>
                                            <p:strVal val="#ppt_x"/>
                                          </p:val>
                                        </p:tav>
                                      </p:tavLst>
                                    </p:anim>
                                    <p:anim calcmode="lin" valueType="num">
                                      <p:cBhvr additive="base">
                                        <p:cTn id="77"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Silhouettes Infographic</a:t>
            </a:r>
            <a:endParaRPr lang="en-US" dirty="0"/>
          </a:p>
        </p:txBody>
      </p:sp>
      <p:sp>
        <p:nvSpPr>
          <p:cNvPr id="8" name="Text Placeholder 7"/>
          <p:cNvSpPr>
            <a:spLocks noGrp="1"/>
          </p:cNvSpPr>
          <p:nvPr>
            <p:ph type="body" sz="half" idx="2"/>
          </p:nvPr>
        </p:nvSpPr>
        <p:spPr/>
        <p:txBody>
          <a:bodyPr/>
          <a:lstStyle/>
          <a:p>
            <a:r>
              <a:rPr lang="en-US"/>
              <a:t>Silhouettes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278</a:t>
            </a:fld>
            <a:endParaRPr lang="en-US" dirty="0"/>
          </a:p>
        </p:txBody>
      </p:sp>
      <p:sp>
        <p:nvSpPr>
          <p:cNvPr id="5" name="Freeform 46"/>
          <p:cNvSpPr>
            <a:spLocks noEditPoints="1"/>
          </p:cNvSpPr>
          <p:nvPr/>
        </p:nvSpPr>
        <p:spPr bwMode="auto">
          <a:xfrm>
            <a:off x="2899894" y="1468513"/>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46"/>
          <p:cNvSpPr>
            <a:spLocks noEditPoints="1"/>
          </p:cNvSpPr>
          <p:nvPr/>
        </p:nvSpPr>
        <p:spPr bwMode="auto">
          <a:xfrm>
            <a:off x="2899894" y="2201929"/>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46"/>
          <p:cNvSpPr>
            <a:spLocks noEditPoints="1"/>
          </p:cNvSpPr>
          <p:nvPr/>
        </p:nvSpPr>
        <p:spPr bwMode="auto">
          <a:xfrm>
            <a:off x="2899894" y="2925915"/>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46"/>
          <p:cNvSpPr>
            <a:spLocks noEditPoints="1"/>
          </p:cNvSpPr>
          <p:nvPr/>
        </p:nvSpPr>
        <p:spPr bwMode="auto">
          <a:xfrm>
            <a:off x="2899894" y="3649902"/>
            <a:ext cx="496887" cy="496887"/>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30"/>
          <p:cNvGrpSpPr/>
          <p:nvPr/>
        </p:nvGrpSpPr>
        <p:grpSpPr>
          <a:xfrm>
            <a:off x="3509494" y="1470419"/>
            <a:ext cx="3048000" cy="493074"/>
            <a:chOff x="1270277" y="1233504"/>
            <a:chExt cx="3048000" cy="493074"/>
          </a:xfrm>
        </p:grpSpPr>
        <p:sp>
          <p:nvSpPr>
            <p:cNvPr id="12"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13"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14" name="Text Placeholder 3"/>
          <p:cNvSpPr txBox="1">
            <a:spLocks/>
          </p:cNvSpPr>
          <p:nvPr/>
        </p:nvSpPr>
        <p:spPr>
          <a:xfrm>
            <a:off x="6806877" y="1501513"/>
            <a:ext cx="1346523"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accent1"/>
                </a:solidFill>
                <a:effectLst/>
                <a:uLnTx/>
                <a:uFillTx/>
                <a:latin typeface="+mn-lt"/>
                <a:ea typeface="+mn-ea"/>
                <a:cs typeface="+mn-cs"/>
              </a:rPr>
              <a:t>459,769K</a:t>
            </a:r>
            <a:endParaRPr kumimoji="0" lang="en-US" sz="3600" b="1" i="0" u="none" strike="noStrike" kern="1200" cap="none" spc="0" normalizeH="0" baseline="0" noProof="0" dirty="0">
              <a:ln>
                <a:noFill/>
              </a:ln>
              <a:solidFill>
                <a:schemeClr val="accent1"/>
              </a:solidFill>
              <a:effectLst/>
              <a:uLnTx/>
              <a:uFillTx/>
              <a:latin typeface="+mn-lt"/>
              <a:ea typeface="+mn-ea"/>
              <a:cs typeface="+mn-cs"/>
            </a:endParaRPr>
          </a:p>
        </p:txBody>
      </p:sp>
      <p:grpSp>
        <p:nvGrpSpPr>
          <p:cNvPr id="3" name="Group 30"/>
          <p:cNvGrpSpPr/>
          <p:nvPr/>
        </p:nvGrpSpPr>
        <p:grpSpPr>
          <a:xfrm>
            <a:off x="3509494" y="2203835"/>
            <a:ext cx="3048000" cy="493074"/>
            <a:chOff x="1270277" y="1233504"/>
            <a:chExt cx="3048000" cy="493074"/>
          </a:xfrm>
        </p:grpSpPr>
        <p:sp>
          <p:nvSpPr>
            <p:cNvPr id="16"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2"/>
                  </a:solidFill>
                  <a:effectLst/>
                  <a:uLnTx/>
                  <a:uFillTx/>
                  <a:latin typeface="+mj-lt"/>
                  <a:ea typeface="+mn-ea"/>
                  <a:cs typeface="+mn-cs"/>
                </a:rPr>
                <a:t>Number One</a:t>
              </a:r>
            </a:p>
          </p:txBody>
        </p:sp>
        <p:sp>
          <p:nvSpPr>
            <p:cNvPr id="17"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4" name="Group 30"/>
          <p:cNvGrpSpPr/>
          <p:nvPr/>
        </p:nvGrpSpPr>
        <p:grpSpPr>
          <a:xfrm>
            <a:off x="3509494" y="2927821"/>
            <a:ext cx="3048000" cy="493074"/>
            <a:chOff x="1270277" y="1233504"/>
            <a:chExt cx="3048000" cy="493074"/>
          </a:xfrm>
        </p:grpSpPr>
        <p:sp>
          <p:nvSpPr>
            <p:cNvPr id="19"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3"/>
                  </a:solidFill>
                  <a:effectLst/>
                  <a:uLnTx/>
                  <a:uFillTx/>
                  <a:latin typeface="+mj-lt"/>
                  <a:ea typeface="+mn-ea"/>
                  <a:cs typeface="+mn-cs"/>
                </a:rPr>
                <a:t>Number One</a:t>
              </a:r>
            </a:p>
          </p:txBody>
        </p:sp>
        <p:sp>
          <p:nvSpPr>
            <p:cNvPr id="20"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1" name="Group 30"/>
          <p:cNvGrpSpPr/>
          <p:nvPr/>
        </p:nvGrpSpPr>
        <p:grpSpPr>
          <a:xfrm>
            <a:off x="3509494" y="3651808"/>
            <a:ext cx="3048000" cy="493074"/>
            <a:chOff x="1270277" y="1233504"/>
            <a:chExt cx="3048000" cy="493074"/>
          </a:xfrm>
        </p:grpSpPr>
        <p:sp>
          <p:nvSpPr>
            <p:cNvPr id="22" name="Text Placeholder 3"/>
            <p:cNvSpPr txBox="1">
              <a:spLocks/>
            </p:cNvSpPr>
            <p:nvPr/>
          </p:nvSpPr>
          <p:spPr>
            <a:xfrm>
              <a:off x="1270277" y="1233504"/>
              <a:ext cx="864019"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4"/>
                  </a:solidFill>
                  <a:effectLst/>
                  <a:uLnTx/>
                  <a:uFillTx/>
                  <a:latin typeface="+mj-lt"/>
                  <a:ea typeface="+mn-ea"/>
                  <a:cs typeface="+mn-cs"/>
                </a:rPr>
                <a:t>Number One</a:t>
              </a:r>
            </a:p>
          </p:txBody>
        </p:sp>
        <p:sp>
          <p:nvSpPr>
            <p:cNvPr id="23"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24" name="Text Placeholder 3"/>
          <p:cNvSpPr txBox="1">
            <a:spLocks/>
          </p:cNvSpPr>
          <p:nvPr/>
        </p:nvSpPr>
        <p:spPr>
          <a:xfrm>
            <a:off x="6806877" y="2234929"/>
            <a:ext cx="1346522"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accent2"/>
                </a:solidFill>
                <a:effectLst/>
                <a:uLnTx/>
                <a:uFillTx/>
                <a:latin typeface="+mn-lt"/>
                <a:ea typeface="+mn-ea"/>
                <a:cs typeface="+mn-cs"/>
              </a:rPr>
              <a:t>559,700K</a:t>
            </a:r>
            <a:endParaRPr kumimoji="0" lang="en-US" sz="3600" b="1" i="0" u="none" strike="noStrike" kern="1200" cap="none" spc="0" normalizeH="0" baseline="0" noProof="0" dirty="0">
              <a:ln>
                <a:noFill/>
              </a:ln>
              <a:solidFill>
                <a:schemeClr val="accent2"/>
              </a:solidFill>
              <a:effectLst/>
              <a:uLnTx/>
              <a:uFillTx/>
              <a:latin typeface="+mn-lt"/>
              <a:ea typeface="+mn-ea"/>
              <a:cs typeface="+mn-cs"/>
            </a:endParaRPr>
          </a:p>
        </p:txBody>
      </p:sp>
      <p:sp>
        <p:nvSpPr>
          <p:cNvPr id="25" name="Text Placeholder 3"/>
          <p:cNvSpPr txBox="1">
            <a:spLocks/>
          </p:cNvSpPr>
          <p:nvPr/>
        </p:nvSpPr>
        <p:spPr>
          <a:xfrm>
            <a:off x="6806877" y="2958915"/>
            <a:ext cx="1346522"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accent3"/>
                </a:solidFill>
                <a:effectLst/>
                <a:uLnTx/>
                <a:uFillTx/>
                <a:latin typeface="+mn-lt"/>
                <a:ea typeface="+mn-ea"/>
                <a:cs typeface="+mn-cs"/>
              </a:rPr>
              <a:t>400,809K</a:t>
            </a:r>
            <a:endParaRPr kumimoji="0" lang="en-US" sz="3600" b="1" i="0" u="none" strike="noStrike" kern="1200" cap="none" spc="0" normalizeH="0" baseline="0" noProof="0" dirty="0">
              <a:ln>
                <a:noFill/>
              </a:ln>
              <a:solidFill>
                <a:schemeClr val="accent3"/>
              </a:solidFill>
              <a:effectLst/>
              <a:uLnTx/>
              <a:uFillTx/>
              <a:latin typeface="+mn-lt"/>
              <a:ea typeface="+mn-ea"/>
              <a:cs typeface="+mn-cs"/>
            </a:endParaRPr>
          </a:p>
        </p:txBody>
      </p:sp>
      <p:sp>
        <p:nvSpPr>
          <p:cNvPr id="26" name="Text Placeholder 3"/>
          <p:cNvSpPr txBox="1">
            <a:spLocks/>
          </p:cNvSpPr>
          <p:nvPr/>
        </p:nvSpPr>
        <p:spPr>
          <a:xfrm>
            <a:off x="6806877" y="3682902"/>
            <a:ext cx="1346523"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accent4"/>
                </a:solidFill>
                <a:effectLst/>
                <a:uLnTx/>
                <a:uFillTx/>
                <a:latin typeface="+mn-lt"/>
                <a:ea typeface="+mn-ea"/>
                <a:cs typeface="+mn-cs"/>
              </a:rPr>
              <a:t>909,369K</a:t>
            </a:r>
            <a:endParaRPr kumimoji="0" lang="en-US" sz="3600" b="1" i="0" u="none" strike="noStrike" kern="1200" cap="none" spc="0" normalizeH="0" baseline="0" noProof="0" dirty="0">
              <a:ln>
                <a:noFill/>
              </a:ln>
              <a:solidFill>
                <a:schemeClr val="accent4"/>
              </a:solidFill>
              <a:effectLst/>
              <a:uLnTx/>
              <a:uFillTx/>
              <a:latin typeface="+mn-lt"/>
              <a:ea typeface="+mn-ea"/>
              <a:cs typeface="+mn-cs"/>
            </a:endParaRPr>
          </a:p>
        </p:txBody>
      </p:sp>
      <p:grpSp>
        <p:nvGrpSpPr>
          <p:cNvPr id="15" name="Group 26"/>
          <p:cNvGrpSpPr/>
          <p:nvPr/>
        </p:nvGrpSpPr>
        <p:grpSpPr>
          <a:xfrm flipH="1">
            <a:off x="925212" y="1256894"/>
            <a:ext cx="1654775" cy="3012537"/>
            <a:chOff x="5507038" y="2414588"/>
            <a:chExt cx="1052513" cy="1916113"/>
          </a:xfrm>
          <a:solidFill>
            <a:schemeClr val="tx2">
              <a:lumMod val="75000"/>
              <a:lumOff val="25000"/>
            </a:schemeClr>
          </a:solidFill>
        </p:grpSpPr>
        <p:sp>
          <p:nvSpPr>
            <p:cNvPr id="28" name="Freeform 6"/>
            <p:cNvSpPr>
              <a:spLocks noEditPoints="1"/>
            </p:cNvSpPr>
            <p:nvPr/>
          </p:nvSpPr>
          <p:spPr bwMode="auto">
            <a:xfrm>
              <a:off x="5970588" y="2414588"/>
              <a:ext cx="395288" cy="395288"/>
            </a:xfrm>
            <a:custGeom>
              <a:avLst/>
              <a:gdLst/>
              <a:ahLst/>
              <a:cxnLst>
                <a:cxn ang="0">
                  <a:pos x="116" y="58"/>
                </a:cxn>
                <a:cxn ang="0">
                  <a:pos x="58" y="116"/>
                </a:cxn>
                <a:cxn ang="0">
                  <a:pos x="0" y="58"/>
                </a:cxn>
                <a:cxn ang="0">
                  <a:pos x="58" y="0"/>
                </a:cxn>
                <a:cxn ang="0">
                  <a:pos x="116" y="58"/>
                </a:cxn>
                <a:cxn ang="0">
                  <a:pos x="116" y="58"/>
                </a:cxn>
                <a:cxn ang="0">
                  <a:pos x="116" y="58"/>
                </a:cxn>
              </a:cxnLst>
              <a:rect l="0" t="0" r="r" b="b"/>
              <a:pathLst>
                <a:path w="116" h="116">
                  <a:moveTo>
                    <a:pt x="116" y="58"/>
                  </a:moveTo>
                  <a:cubicBezTo>
                    <a:pt x="116" y="90"/>
                    <a:pt x="90" y="116"/>
                    <a:pt x="58" y="116"/>
                  </a:cubicBezTo>
                  <a:cubicBezTo>
                    <a:pt x="26" y="116"/>
                    <a:pt x="0" y="90"/>
                    <a:pt x="0" y="58"/>
                  </a:cubicBezTo>
                  <a:cubicBezTo>
                    <a:pt x="0" y="26"/>
                    <a:pt x="26" y="0"/>
                    <a:pt x="58" y="0"/>
                  </a:cubicBezTo>
                  <a:cubicBezTo>
                    <a:pt x="90" y="0"/>
                    <a:pt x="116" y="26"/>
                    <a:pt x="116" y="58"/>
                  </a:cubicBezTo>
                  <a:close/>
                  <a:moveTo>
                    <a:pt x="116" y="58"/>
                  </a:moveTo>
                  <a:cubicBezTo>
                    <a:pt x="116" y="58"/>
                    <a:pt x="116" y="58"/>
                    <a:pt x="116"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
            <p:cNvSpPr>
              <a:spLocks noEditPoints="1"/>
            </p:cNvSpPr>
            <p:nvPr/>
          </p:nvSpPr>
          <p:spPr bwMode="auto">
            <a:xfrm>
              <a:off x="5507038" y="2887663"/>
              <a:ext cx="1052513" cy="1443038"/>
            </a:xfrm>
            <a:custGeom>
              <a:avLst/>
              <a:gdLst/>
              <a:ahLst/>
              <a:cxnLst>
                <a:cxn ang="0">
                  <a:pos x="243" y="0"/>
                </a:cxn>
                <a:cxn ang="0">
                  <a:pos x="194" y="67"/>
                </a:cxn>
                <a:cxn ang="0">
                  <a:pos x="146" y="4"/>
                </a:cxn>
                <a:cxn ang="0">
                  <a:pos x="88" y="75"/>
                </a:cxn>
                <a:cxn ang="0">
                  <a:pos x="42" y="34"/>
                </a:cxn>
                <a:cxn ang="0">
                  <a:pos x="9" y="36"/>
                </a:cxn>
                <a:cxn ang="0">
                  <a:pos x="11" y="69"/>
                </a:cxn>
                <a:cxn ang="0">
                  <a:pos x="75" y="127"/>
                </a:cxn>
                <a:cxn ang="0">
                  <a:pos x="91" y="133"/>
                </a:cxn>
                <a:cxn ang="0">
                  <a:pos x="93" y="132"/>
                </a:cxn>
                <a:cxn ang="0">
                  <a:pos x="109" y="124"/>
                </a:cxn>
                <a:cxn ang="0">
                  <a:pos x="135" y="92"/>
                </a:cxn>
                <a:cxn ang="0">
                  <a:pos x="135" y="180"/>
                </a:cxn>
                <a:cxn ang="0">
                  <a:pos x="141" y="210"/>
                </a:cxn>
                <a:cxn ang="0">
                  <a:pos x="141" y="400"/>
                </a:cxn>
                <a:cxn ang="0">
                  <a:pos x="165" y="423"/>
                </a:cxn>
                <a:cxn ang="0">
                  <a:pos x="190" y="399"/>
                </a:cxn>
                <a:cxn ang="0">
                  <a:pos x="197" y="399"/>
                </a:cxn>
                <a:cxn ang="0">
                  <a:pos x="220" y="423"/>
                </a:cxn>
                <a:cxn ang="0">
                  <a:pos x="244" y="400"/>
                </a:cxn>
                <a:cxn ang="0">
                  <a:pos x="244" y="210"/>
                </a:cxn>
                <a:cxn ang="0">
                  <a:pos x="250" y="180"/>
                </a:cxn>
                <a:cxn ang="0">
                  <a:pos x="250" y="104"/>
                </a:cxn>
                <a:cxn ang="0">
                  <a:pos x="260" y="187"/>
                </a:cxn>
                <a:cxn ang="0">
                  <a:pos x="285" y="211"/>
                </a:cxn>
                <a:cxn ang="0">
                  <a:pos x="309" y="188"/>
                </a:cxn>
                <a:cxn ang="0">
                  <a:pos x="243" y="0"/>
                </a:cxn>
                <a:cxn ang="0">
                  <a:pos x="243" y="0"/>
                </a:cxn>
                <a:cxn ang="0">
                  <a:pos x="243" y="0"/>
                </a:cxn>
              </a:cxnLst>
              <a:rect l="0" t="0" r="r" b="b"/>
              <a:pathLst>
                <a:path w="309" h="423">
                  <a:moveTo>
                    <a:pt x="243" y="0"/>
                  </a:moveTo>
                  <a:cubicBezTo>
                    <a:pt x="194" y="67"/>
                    <a:pt x="194" y="67"/>
                    <a:pt x="194" y="67"/>
                  </a:cubicBezTo>
                  <a:cubicBezTo>
                    <a:pt x="146" y="4"/>
                    <a:pt x="146" y="4"/>
                    <a:pt x="146" y="4"/>
                  </a:cubicBezTo>
                  <a:cubicBezTo>
                    <a:pt x="88" y="75"/>
                    <a:pt x="88" y="75"/>
                    <a:pt x="88" y="75"/>
                  </a:cubicBezTo>
                  <a:cubicBezTo>
                    <a:pt x="42" y="34"/>
                    <a:pt x="42" y="34"/>
                    <a:pt x="42" y="34"/>
                  </a:cubicBezTo>
                  <a:cubicBezTo>
                    <a:pt x="32" y="25"/>
                    <a:pt x="18" y="26"/>
                    <a:pt x="9" y="36"/>
                  </a:cubicBezTo>
                  <a:cubicBezTo>
                    <a:pt x="0" y="46"/>
                    <a:pt x="1" y="61"/>
                    <a:pt x="11" y="69"/>
                  </a:cubicBezTo>
                  <a:cubicBezTo>
                    <a:pt x="75" y="127"/>
                    <a:pt x="75" y="127"/>
                    <a:pt x="75" y="127"/>
                  </a:cubicBezTo>
                  <a:cubicBezTo>
                    <a:pt x="80" y="130"/>
                    <a:pt x="85" y="133"/>
                    <a:pt x="91" y="133"/>
                  </a:cubicBezTo>
                  <a:cubicBezTo>
                    <a:pt x="92" y="133"/>
                    <a:pt x="92" y="133"/>
                    <a:pt x="93" y="132"/>
                  </a:cubicBezTo>
                  <a:cubicBezTo>
                    <a:pt x="99" y="132"/>
                    <a:pt x="105" y="129"/>
                    <a:pt x="109" y="124"/>
                  </a:cubicBezTo>
                  <a:cubicBezTo>
                    <a:pt x="135" y="92"/>
                    <a:pt x="135" y="92"/>
                    <a:pt x="135" y="92"/>
                  </a:cubicBezTo>
                  <a:cubicBezTo>
                    <a:pt x="135" y="180"/>
                    <a:pt x="135" y="180"/>
                    <a:pt x="135" y="180"/>
                  </a:cubicBezTo>
                  <a:cubicBezTo>
                    <a:pt x="135" y="191"/>
                    <a:pt x="135" y="201"/>
                    <a:pt x="141" y="210"/>
                  </a:cubicBezTo>
                  <a:cubicBezTo>
                    <a:pt x="141" y="400"/>
                    <a:pt x="141" y="400"/>
                    <a:pt x="141" y="400"/>
                  </a:cubicBezTo>
                  <a:cubicBezTo>
                    <a:pt x="141" y="413"/>
                    <a:pt x="152" y="423"/>
                    <a:pt x="165" y="423"/>
                  </a:cubicBezTo>
                  <a:cubicBezTo>
                    <a:pt x="178" y="423"/>
                    <a:pt x="190" y="414"/>
                    <a:pt x="190" y="399"/>
                  </a:cubicBezTo>
                  <a:cubicBezTo>
                    <a:pt x="197" y="399"/>
                    <a:pt x="197" y="399"/>
                    <a:pt x="197" y="399"/>
                  </a:cubicBezTo>
                  <a:cubicBezTo>
                    <a:pt x="197" y="414"/>
                    <a:pt x="207" y="423"/>
                    <a:pt x="220" y="423"/>
                  </a:cubicBezTo>
                  <a:cubicBezTo>
                    <a:pt x="233" y="423"/>
                    <a:pt x="244" y="413"/>
                    <a:pt x="244" y="400"/>
                  </a:cubicBezTo>
                  <a:cubicBezTo>
                    <a:pt x="244" y="210"/>
                    <a:pt x="244" y="210"/>
                    <a:pt x="244" y="210"/>
                  </a:cubicBezTo>
                  <a:cubicBezTo>
                    <a:pt x="250" y="201"/>
                    <a:pt x="250" y="191"/>
                    <a:pt x="250" y="180"/>
                  </a:cubicBezTo>
                  <a:cubicBezTo>
                    <a:pt x="250" y="104"/>
                    <a:pt x="250" y="104"/>
                    <a:pt x="250" y="104"/>
                  </a:cubicBezTo>
                  <a:cubicBezTo>
                    <a:pt x="260" y="125"/>
                    <a:pt x="260" y="152"/>
                    <a:pt x="260" y="187"/>
                  </a:cubicBezTo>
                  <a:cubicBezTo>
                    <a:pt x="260" y="200"/>
                    <a:pt x="272" y="211"/>
                    <a:pt x="285" y="211"/>
                  </a:cubicBezTo>
                  <a:cubicBezTo>
                    <a:pt x="298" y="211"/>
                    <a:pt x="309" y="201"/>
                    <a:pt x="309" y="188"/>
                  </a:cubicBezTo>
                  <a:cubicBezTo>
                    <a:pt x="309" y="67"/>
                    <a:pt x="270" y="18"/>
                    <a:pt x="243" y="0"/>
                  </a:cubicBezTo>
                  <a:close/>
                  <a:moveTo>
                    <a:pt x="243" y="0"/>
                  </a:moveTo>
                  <a:cubicBezTo>
                    <a:pt x="243" y="0"/>
                    <a:pt x="243" y="0"/>
                    <a:pt x="24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8"/>
            <p:cNvSpPr>
              <a:spLocks noEditPoints="1"/>
            </p:cNvSpPr>
            <p:nvPr/>
          </p:nvSpPr>
          <p:spPr bwMode="auto">
            <a:xfrm>
              <a:off x="6038850" y="2824163"/>
              <a:ext cx="247650" cy="112713"/>
            </a:xfrm>
            <a:custGeom>
              <a:avLst/>
              <a:gdLst/>
              <a:ahLst/>
              <a:cxnLst>
                <a:cxn ang="0">
                  <a:pos x="65" y="2"/>
                </a:cxn>
                <a:cxn ang="0">
                  <a:pos x="51" y="8"/>
                </a:cxn>
                <a:cxn ang="0">
                  <a:pos x="37" y="0"/>
                </a:cxn>
                <a:cxn ang="0">
                  <a:pos x="23" y="8"/>
                </a:cxn>
                <a:cxn ang="0">
                  <a:pos x="10" y="3"/>
                </a:cxn>
                <a:cxn ang="0">
                  <a:pos x="3" y="3"/>
                </a:cxn>
                <a:cxn ang="0">
                  <a:pos x="0" y="9"/>
                </a:cxn>
                <a:cxn ang="0">
                  <a:pos x="0" y="26"/>
                </a:cxn>
                <a:cxn ang="0">
                  <a:pos x="3" y="31"/>
                </a:cxn>
                <a:cxn ang="0">
                  <a:pos x="9" y="32"/>
                </a:cxn>
                <a:cxn ang="0">
                  <a:pos x="25" y="27"/>
                </a:cxn>
                <a:cxn ang="0">
                  <a:pos x="37" y="33"/>
                </a:cxn>
                <a:cxn ang="0">
                  <a:pos x="50" y="27"/>
                </a:cxn>
                <a:cxn ang="0">
                  <a:pos x="66" y="32"/>
                </a:cxn>
                <a:cxn ang="0">
                  <a:pos x="71" y="31"/>
                </a:cxn>
                <a:cxn ang="0">
                  <a:pos x="73" y="25"/>
                </a:cxn>
                <a:cxn ang="0">
                  <a:pos x="73" y="8"/>
                </a:cxn>
                <a:cxn ang="0">
                  <a:pos x="71" y="3"/>
                </a:cxn>
                <a:cxn ang="0">
                  <a:pos x="65" y="2"/>
                </a:cxn>
                <a:cxn ang="0">
                  <a:pos x="65" y="2"/>
                </a:cxn>
                <a:cxn ang="0">
                  <a:pos x="65" y="2"/>
                </a:cxn>
              </a:cxnLst>
              <a:rect l="0" t="0" r="r" b="b"/>
              <a:pathLst>
                <a:path w="73" h="33">
                  <a:moveTo>
                    <a:pt x="65" y="2"/>
                  </a:moveTo>
                  <a:cubicBezTo>
                    <a:pt x="51" y="8"/>
                    <a:pt x="51" y="8"/>
                    <a:pt x="51" y="8"/>
                  </a:cubicBezTo>
                  <a:cubicBezTo>
                    <a:pt x="49" y="3"/>
                    <a:pt x="43" y="0"/>
                    <a:pt x="37" y="0"/>
                  </a:cubicBezTo>
                  <a:cubicBezTo>
                    <a:pt x="31" y="0"/>
                    <a:pt x="26" y="4"/>
                    <a:pt x="23" y="8"/>
                  </a:cubicBezTo>
                  <a:cubicBezTo>
                    <a:pt x="10" y="3"/>
                    <a:pt x="10" y="3"/>
                    <a:pt x="10" y="3"/>
                  </a:cubicBezTo>
                  <a:cubicBezTo>
                    <a:pt x="8" y="2"/>
                    <a:pt x="5" y="2"/>
                    <a:pt x="3" y="3"/>
                  </a:cubicBezTo>
                  <a:cubicBezTo>
                    <a:pt x="1" y="4"/>
                    <a:pt x="0" y="6"/>
                    <a:pt x="0" y="9"/>
                  </a:cubicBezTo>
                  <a:cubicBezTo>
                    <a:pt x="0" y="26"/>
                    <a:pt x="0" y="26"/>
                    <a:pt x="0" y="26"/>
                  </a:cubicBezTo>
                  <a:cubicBezTo>
                    <a:pt x="0" y="28"/>
                    <a:pt x="1" y="30"/>
                    <a:pt x="3" y="31"/>
                  </a:cubicBezTo>
                  <a:cubicBezTo>
                    <a:pt x="4" y="32"/>
                    <a:pt x="7" y="33"/>
                    <a:pt x="9" y="32"/>
                  </a:cubicBezTo>
                  <a:cubicBezTo>
                    <a:pt x="14" y="30"/>
                    <a:pt x="21" y="28"/>
                    <a:pt x="25" y="27"/>
                  </a:cubicBezTo>
                  <a:cubicBezTo>
                    <a:pt x="28" y="31"/>
                    <a:pt x="33" y="33"/>
                    <a:pt x="37" y="33"/>
                  </a:cubicBezTo>
                  <a:cubicBezTo>
                    <a:pt x="42" y="33"/>
                    <a:pt x="47" y="30"/>
                    <a:pt x="50" y="27"/>
                  </a:cubicBezTo>
                  <a:cubicBezTo>
                    <a:pt x="54" y="28"/>
                    <a:pt x="61" y="30"/>
                    <a:pt x="66" y="32"/>
                  </a:cubicBezTo>
                  <a:cubicBezTo>
                    <a:pt x="68" y="32"/>
                    <a:pt x="69" y="32"/>
                    <a:pt x="71" y="31"/>
                  </a:cubicBezTo>
                  <a:cubicBezTo>
                    <a:pt x="73" y="30"/>
                    <a:pt x="73" y="28"/>
                    <a:pt x="73" y="25"/>
                  </a:cubicBezTo>
                  <a:cubicBezTo>
                    <a:pt x="73" y="8"/>
                    <a:pt x="73" y="8"/>
                    <a:pt x="73" y="8"/>
                  </a:cubicBezTo>
                  <a:cubicBezTo>
                    <a:pt x="73" y="6"/>
                    <a:pt x="73" y="4"/>
                    <a:pt x="71" y="3"/>
                  </a:cubicBezTo>
                  <a:cubicBezTo>
                    <a:pt x="69" y="2"/>
                    <a:pt x="67" y="2"/>
                    <a:pt x="65" y="2"/>
                  </a:cubicBezTo>
                  <a:close/>
                  <a:moveTo>
                    <a:pt x="65" y="2"/>
                  </a:moveTo>
                  <a:cubicBezTo>
                    <a:pt x="65" y="2"/>
                    <a:pt x="65" y="2"/>
                    <a:pt x="65"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500" fill="hold"/>
                                        <p:tgtEl>
                                          <p:spTgt spid="5"/>
                                        </p:tgtEl>
                                        <p:attrNameLst>
                                          <p:attrName>ppt_w</p:attrName>
                                        </p:attrNameLst>
                                      </p:cBhvr>
                                      <p:tavLst>
                                        <p:tav tm="0">
                                          <p:val>
                                            <p:fltVal val="0"/>
                                          </p:val>
                                        </p:tav>
                                        <p:tav tm="100000">
                                          <p:val>
                                            <p:strVal val="#ppt_w"/>
                                          </p:val>
                                        </p:tav>
                                      </p:tavLst>
                                    </p:anim>
                                    <p:anim calcmode="lin" valueType="num">
                                      <p:cBhvr>
                                        <p:cTn id="13" dur="500" fill="hold"/>
                                        <p:tgtEl>
                                          <p:spTgt spid="5"/>
                                        </p:tgtEl>
                                        <p:attrNameLst>
                                          <p:attrName>ppt_h</p:attrName>
                                        </p:attrNameLst>
                                      </p:cBhvr>
                                      <p:tavLst>
                                        <p:tav tm="0">
                                          <p:val>
                                            <p:fltVal val="0"/>
                                          </p:val>
                                        </p:tav>
                                        <p:tav tm="100000">
                                          <p:val>
                                            <p:strVal val="#ppt_h"/>
                                          </p:val>
                                        </p:tav>
                                      </p:tavLst>
                                    </p:anim>
                                    <p:animEffect transition="in" filter="fade">
                                      <p:cBhvr>
                                        <p:cTn id="14" dur="500"/>
                                        <p:tgtEl>
                                          <p:spTgt spid="5"/>
                                        </p:tgtEl>
                                      </p:cBhvr>
                                    </p:animEffect>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left)">
                                      <p:cBhvr>
                                        <p:cTn id="18" dur="500"/>
                                        <p:tgtEl>
                                          <p:spTgt spid="2"/>
                                        </p:tgtEl>
                                      </p:cBhvr>
                                    </p:animEffect>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p:cTn id="22" dur="500" fill="hold"/>
                                        <p:tgtEl>
                                          <p:spTgt spid="14"/>
                                        </p:tgtEl>
                                        <p:attrNameLst>
                                          <p:attrName>ppt_w</p:attrName>
                                        </p:attrNameLst>
                                      </p:cBhvr>
                                      <p:tavLst>
                                        <p:tav tm="0">
                                          <p:val>
                                            <p:fltVal val="0"/>
                                          </p:val>
                                        </p:tav>
                                        <p:tav tm="100000">
                                          <p:val>
                                            <p:strVal val="#ppt_w"/>
                                          </p:val>
                                        </p:tav>
                                      </p:tavLst>
                                    </p:anim>
                                    <p:anim calcmode="lin" valueType="num">
                                      <p:cBhvr>
                                        <p:cTn id="23" dur="500" fill="hold"/>
                                        <p:tgtEl>
                                          <p:spTgt spid="14"/>
                                        </p:tgtEl>
                                        <p:attrNameLst>
                                          <p:attrName>ppt_h</p:attrName>
                                        </p:attrNameLst>
                                      </p:cBhvr>
                                      <p:tavLst>
                                        <p:tav tm="0">
                                          <p:val>
                                            <p:fltVal val="0"/>
                                          </p:val>
                                        </p:tav>
                                        <p:tav tm="100000">
                                          <p:val>
                                            <p:strVal val="#ppt_h"/>
                                          </p:val>
                                        </p:tav>
                                      </p:tavLst>
                                    </p:anim>
                                    <p:animEffect transition="in" filter="fade">
                                      <p:cBhvr>
                                        <p:cTn id="24" dur="500"/>
                                        <p:tgtEl>
                                          <p:spTgt spid="14"/>
                                        </p:tgtEl>
                                      </p:cBhvr>
                                    </p:animEffect>
                                  </p:childTnLst>
                                </p:cTn>
                              </p:par>
                            </p:childTnLst>
                          </p:cTn>
                        </p:par>
                        <p:par>
                          <p:cTn id="25" fill="hold">
                            <p:stCondLst>
                              <p:cond delay="2000"/>
                            </p:stCondLst>
                            <p:childTnLst>
                              <p:par>
                                <p:cTn id="26" presetID="53" presetClass="entr" presetSubtype="0" fill="hold" grpId="0" nodeType="after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500" fill="hold"/>
                                        <p:tgtEl>
                                          <p:spTgt spid="6"/>
                                        </p:tgtEl>
                                        <p:attrNameLst>
                                          <p:attrName>ppt_w</p:attrName>
                                        </p:attrNameLst>
                                      </p:cBhvr>
                                      <p:tavLst>
                                        <p:tav tm="0">
                                          <p:val>
                                            <p:fltVal val="0"/>
                                          </p:val>
                                        </p:tav>
                                        <p:tav tm="100000">
                                          <p:val>
                                            <p:strVal val="#ppt_w"/>
                                          </p:val>
                                        </p:tav>
                                      </p:tavLst>
                                    </p:anim>
                                    <p:anim calcmode="lin" valueType="num">
                                      <p:cBhvr>
                                        <p:cTn id="29" dur="500" fill="hold"/>
                                        <p:tgtEl>
                                          <p:spTgt spid="6"/>
                                        </p:tgtEl>
                                        <p:attrNameLst>
                                          <p:attrName>ppt_h</p:attrName>
                                        </p:attrNameLst>
                                      </p:cBhvr>
                                      <p:tavLst>
                                        <p:tav tm="0">
                                          <p:val>
                                            <p:fltVal val="0"/>
                                          </p:val>
                                        </p:tav>
                                        <p:tav tm="100000">
                                          <p:val>
                                            <p:strVal val="#ppt_h"/>
                                          </p:val>
                                        </p:tav>
                                      </p:tavLst>
                                    </p:anim>
                                    <p:animEffect transition="in" filter="fade">
                                      <p:cBhvr>
                                        <p:cTn id="30" dur="500"/>
                                        <p:tgtEl>
                                          <p:spTgt spid="6"/>
                                        </p:tgtEl>
                                      </p:cBhvr>
                                    </p:animEffect>
                                  </p:childTnLst>
                                </p:cTn>
                              </p:par>
                            </p:childTnLst>
                          </p:cTn>
                        </p:par>
                        <p:par>
                          <p:cTn id="31" fill="hold">
                            <p:stCondLst>
                              <p:cond delay="2500"/>
                            </p:stCondLst>
                            <p:childTnLst>
                              <p:par>
                                <p:cTn id="32" presetID="22" presetClass="entr" presetSubtype="8"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wipe(left)">
                                      <p:cBhvr>
                                        <p:cTn id="34" dur="500"/>
                                        <p:tgtEl>
                                          <p:spTgt spid="3"/>
                                        </p:tgtEl>
                                      </p:cBhvr>
                                    </p:animEffect>
                                  </p:childTnLst>
                                </p:cTn>
                              </p:par>
                            </p:childTnLst>
                          </p:cTn>
                        </p:par>
                        <p:par>
                          <p:cTn id="35" fill="hold">
                            <p:stCondLst>
                              <p:cond delay="3000"/>
                            </p:stCondLst>
                            <p:childTnLst>
                              <p:par>
                                <p:cTn id="36" presetID="53"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 calcmode="lin" valueType="num">
                                      <p:cBhvr>
                                        <p:cTn id="38" dur="500" fill="hold"/>
                                        <p:tgtEl>
                                          <p:spTgt spid="24"/>
                                        </p:tgtEl>
                                        <p:attrNameLst>
                                          <p:attrName>ppt_w</p:attrName>
                                        </p:attrNameLst>
                                      </p:cBhvr>
                                      <p:tavLst>
                                        <p:tav tm="0">
                                          <p:val>
                                            <p:fltVal val="0"/>
                                          </p:val>
                                        </p:tav>
                                        <p:tav tm="100000">
                                          <p:val>
                                            <p:strVal val="#ppt_w"/>
                                          </p:val>
                                        </p:tav>
                                      </p:tavLst>
                                    </p:anim>
                                    <p:anim calcmode="lin" valueType="num">
                                      <p:cBhvr>
                                        <p:cTn id="39" dur="500" fill="hold"/>
                                        <p:tgtEl>
                                          <p:spTgt spid="24"/>
                                        </p:tgtEl>
                                        <p:attrNameLst>
                                          <p:attrName>ppt_h</p:attrName>
                                        </p:attrNameLst>
                                      </p:cBhvr>
                                      <p:tavLst>
                                        <p:tav tm="0">
                                          <p:val>
                                            <p:fltVal val="0"/>
                                          </p:val>
                                        </p:tav>
                                        <p:tav tm="100000">
                                          <p:val>
                                            <p:strVal val="#ppt_h"/>
                                          </p:val>
                                        </p:tav>
                                      </p:tavLst>
                                    </p:anim>
                                    <p:animEffect transition="in" filter="fade">
                                      <p:cBhvr>
                                        <p:cTn id="40" dur="500"/>
                                        <p:tgtEl>
                                          <p:spTgt spid="24"/>
                                        </p:tgtEl>
                                      </p:cBhvr>
                                    </p:animEffect>
                                  </p:childTnLst>
                                </p:cTn>
                              </p:par>
                            </p:childTnLst>
                          </p:cTn>
                        </p:par>
                        <p:par>
                          <p:cTn id="41" fill="hold">
                            <p:stCondLst>
                              <p:cond delay="3500"/>
                            </p:stCondLst>
                            <p:childTnLst>
                              <p:par>
                                <p:cTn id="42" presetID="53" presetClass="entr" presetSubtype="0" fill="hold" grpId="0" nodeType="after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p:cTn id="44" dur="500" fill="hold"/>
                                        <p:tgtEl>
                                          <p:spTgt spid="9"/>
                                        </p:tgtEl>
                                        <p:attrNameLst>
                                          <p:attrName>ppt_w</p:attrName>
                                        </p:attrNameLst>
                                      </p:cBhvr>
                                      <p:tavLst>
                                        <p:tav tm="0">
                                          <p:val>
                                            <p:fltVal val="0"/>
                                          </p:val>
                                        </p:tav>
                                        <p:tav tm="100000">
                                          <p:val>
                                            <p:strVal val="#ppt_w"/>
                                          </p:val>
                                        </p:tav>
                                      </p:tavLst>
                                    </p:anim>
                                    <p:anim calcmode="lin" valueType="num">
                                      <p:cBhvr>
                                        <p:cTn id="45" dur="500" fill="hold"/>
                                        <p:tgtEl>
                                          <p:spTgt spid="9"/>
                                        </p:tgtEl>
                                        <p:attrNameLst>
                                          <p:attrName>ppt_h</p:attrName>
                                        </p:attrNameLst>
                                      </p:cBhvr>
                                      <p:tavLst>
                                        <p:tav tm="0">
                                          <p:val>
                                            <p:fltVal val="0"/>
                                          </p:val>
                                        </p:tav>
                                        <p:tav tm="100000">
                                          <p:val>
                                            <p:strVal val="#ppt_h"/>
                                          </p:val>
                                        </p:tav>
                                      </p:tavLst>
                                    </p:anim>
                                    <p:animEffect transition="in" filter="fade">
                                      <p:cBhvr>
                                        <p:cTn id="46" dur="500"/>
                                        <p:tgtEl>
                                          <p:spTgt spid="9"/>
                                        </p:tgtEl>
                                      </p:cBhvr>
                                    </p:animEffect>
                                  </p:childTnLst>
                                </p:cTn>
                              </p:par>
                            </p:childTnLst>
                          </p:cTn>
                        </p:par>
                        <p:par>
                          <p:cTn id="47" fill="hold">
                            <p:stCondLst>
                              <p:cond delay="4000"/>
                            </p:stCondLst>
                            <p:childTnLst>
                              <p:par>
                                <p:cTn id="48" presetID="22" presetClass="entr" presetSubtype="8" fill="hold" nodeType="after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wipe(left)">
                                      <p:cBhvr>
                                        <p:cTn id="50" dur="500"/>
                                        <p:tgtEl>
                                          <p:spTgt spid="4"/>
                                        </p:tgtEl>
                                      </p:cBhvr>
                                    </p:animEffect>
                                  </p:childTnLst>
                                </p:cTn>
                              </p:par>
                            </p:childTnLst>
                          </p:cTn>
                        </p:par>
                        <p:par>
                          <p:cTn id="51" fill="hold">
                            <p:stCondLst>
                              <p:cond delay="4500"/>
                            </p:stCondLst>
                            <p:childTnLst>
                              <p:par>
                                <p:cTn id="52" presetID="53" presetClass="entr" presetSubtype="0" fill="hold" grpId="0" nodeType="after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p:cTn id="54" dur="500" fill="hold"/>
                                        <p:tgtEl>
                                          <p:spTgt spid="25"/>
                                        </p:tgtEl>
                                        <p:attrNameLst>
                                          <p:attrName>ppt_w</p:attrName>
                                        </p:attrNameLst>
                                      </p:cBhvr>
                                      <p:tavLst>
                                        <p:tav tm="0">
                                          <p:val>
                                            <p:fltVal val="0"/>
                                          </p:val>
                                        </p:tav>
                                        <p:tav tm="100000">
                                          <p:val>
                                            <p:strVal val="#ppt_w"/>
                                          </p:val>
                                        </p:tav>
                                      </p:tavLst>
                                    </p:anim>
                                    <p:anim calcmode="lin" valueType="num">
                                      <p:cBhvr>
                                        <p:cTn id="55" dur="500" fill="hold"/>
                                        <p:tgtEl>
                                          <p:spTgt spid="25"/>
                                        </p:tgtEl>
                                        <p:attrNameLst>
                                          <p:attrName>ppt_h</p:attrName>
                                        </p:attrNameLst>
                                      </p:cBhvr>
                                      <p:tavLst>
                                        <p:tav tm="0">
                                          <p:val>
                                            <p:fltVal val="0"/>
                                          </p:val>
                                        </p:tav>
                                        <p:tav tm="100000">
                                          <p:val>
                                            <p:strVal val="#ppt_h"/>
                                          </p:val>
                                        </p:tav>
                                      </p:tavLst>
                                    </p:anim>
                                    <p:animEffect transition="in" filter="fade">
                                      <p:cBhvr>
                                        <p:cTn id="56" dur="500"/>
                                        <p:tgtEl>
                                          <p:spTgt spid="25"/>
                                        </p:tgtEl>
                                      </p:cBhvr>
                                    </p:animEffect>
                                  </p:childTnLst>
                                </p:cTn>
                              </p:par>
                            </p:childTnLst>
                          </p:cTn>
                        </p:par>
                        <p:par>
                          <p:cTn id="57" fill="hold">
                            <p:stCondLst>
                              <p:cond delay="5000"/>
                            </p:stCondLst>
                            <p:childTnLst>
                              <p:par>
                                <p:cTn id="58" presetID="53" presetClass="entr" presetSubtype="0" fill="hold" grpId="0" nodeType="afterEffect">
                                  <p:stCondLst>
                                    <p:cond delay="0"/>
                                  </p:stCondLst>
                                  <p:childTnLst>
                                    <p:set>
                                      <p:cBhvr>
                                        <p:cTn id="59" dur="1" fill="hold">
                                          <p:stCondLst>
                                            <p:cond delay="0"/>
                                          </p:stCondLst>
                                        </p:cTn>
                                        <p:tgtEl>
                                          <p:spTgt spid="10"/>
                                        </p:tgtEl>
                                        <p:attrNameLst>
                                          <p:attrName>style.visibility</p:attrName>
                                        </p:attrNameLst>
                                      </p:cBhvr>
                                      <p:to>
                                        <p:strVal val="visible"/>
                                      </p:to>
                                    </p:set>
                                    <p:anim calcmode="lin" valueType="num">
                                      <p:cBhvr>
                                        <p:cTn id="60" dur="500" fill="hold"/>
                                        <p:tgtEl>
                                          <p:spTgt spid="10"/>
                                        </p:tgtEl>
                                        <p:attrNameLst>
                                          <p:attrName>ppt_w</p:attrName>
                                        </p:attrNameLst>
                                      </p:cBhvr>
                                      <p:tavLst>
                                        <p:tav tm="0">
                                          <p:val>
                                            <p:fltVal val="0"/>
                                          </p:val>
                                        </p:tav>
                                        <p:tav tm="100000">
                                          <p:val>
                                            <p:strVal val="#ppt_w"/>
                                          </p:val>
                                        </p:tav>
                                      </p:tavLst>
                                    </p:anim>
                                    <p:anim calcmode="lin" valueType="num">
                                      <p:cBhvr>
                                        <p:cTn id="61" dur="500" fill="hold"/>
                                        <p:tgtEl>
                                          <p:spTgt spid="10"/>
                                        </p:tgtEl>
                                        <p:attrNameLst>
                                          <p:attrName>ppt_h</p:attrName>
                                        </p:attrNameLst>
                                      </p:cBhvr>
                                      <p:tavLst>
                                        <p:tav tm="0">
                                          <p:val>
                                            <p:fltVal val="0"/>
                                          </p:val>
                                        </p:tav>
                                        <p:tav tm="100000">
                                          <p:val>
                                            <p:strVal val="#ppt_h"/>
                                          </p:val>
                                        </p:tav>
                                      </p:tavLst>
                                    </p:anim>
                                    <p:animEffect transition="in" filter="fade">
                                      <p:cBhvr>
                                        <p:cTn id="62" dur="500"/>
                                        <p:tgtEl>
                                          <p:spTgt spid="10"/>
                                        </p:tgtEl>
                                      </p:cBhvr>
                                    </p:animEffect>
                                  </p:childTnLst>
                                </p:cTn>
                              </p:par>
                            </p:childTnLst>
                          </p:cTn>
                        </p:par>
                        <p:par>
                          <p:cTn id="63" fill="hold">
                            <p:stCondLst>
                              <p:cond delay="5500"/>
                            </p:stCondLst>
                            <p:childTnLst>
                              <p:par>
                                <p:cTn id="64" presetID="22" presetClass="entr" presetSubtype="8"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wipe(left)">
                                      <p:cBhvr>
                                        <p:cTn id="66" dur="500"/>
                                        <p:tgtEl>
                                          <p:spTgt spid="11"/>
                                        </p:tgtEl>
                                      </p:cBhvr>
                                    </p:animEffect>
                                  </p:childTnLst>
                                </p:cTn>
                              </p:par>
                            </p:childTnLst>
                          </p:cTn>
                        </p:par>
                        <p:par>
                          <p:cTn id="67" fill="hold">
                            <p:stCondLst>
                              <p:cond delay="6000"/>
                            </p:stCondLst>
                            <p:childTnLst>
                              <p:par>
                                <p:cTn id="68" presetID="53" presetClass="entr" presetSubtype="0" fill="hold" grpId="0" nodeType="after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p:cTn id="70" dur="500" fill="hold"/>
                                        <p:tgtEl>
                                          <p:spTgt spid="26"/>
                                        </p:tgtEl>
                                        <p:attrNameLst>
                                          <p:attrName>ppt_w</p:attrName>
                                        </p:attrNameLst>
                                      </p:cBhvr>
                                      <p:tavLst>
                                        <p:tav tm="0">
                                          <p:val>
                                            <p:fltVal val="0"/>
                                          </p:val>
                                        </p:tav>
                                        <p:tav tm="100000">
                                          <p:val>
                                            <p:strVal val="#ppt_w"/>
                                          </p:val>
                                        </p:tav>
                                      </p:tavLst>
                                    </p:anim>
                                    <p:anim calcmode="lin" valueType="num">
                                      <p:cBhvr>
                                        <p:cTn id="71" dur="500" fill="hold"/>
                                        <p:tgtEl>
                                          <p:spTgt spid="26"/>
                                        </p:tgtEl>
                                        <p:attrNameLst>
                                          <p:attrName>ppt_h</p:attrName>
                                        </p:attrNameLst>
                                      </p:cBhvr>
                                      <p:tavLst>
                                        <p:tav tm="0">
                                          <p:val>
                                            <p:fltVal val="0"/>
                                          </p:val>
                                        </p:tav>
                                        <p:tav tm="100000">
                                          <p:val>
                                            <p:strVal val="#ppt_h"/>
                                          </p:val>
                                        </p:tav>
                                      </p:tavLst>
                                    </p:anim>
                                    <p:animEffect transition="in" filter="fade">
                                      <p:cBhvr>
                                        <p:cTn id="72"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4" grpId="0"/>
      <p:bldP spid="24" grpId="0"/>
      <p:bldP spid="25" grpId="0"/>
      <p:bldP spid="26"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2248555"/>
            <a:ext cx="3978974" cy="523220"/>
          </a:xfrm>
          <a:prstGeom prst="rect">
            <a:avLst/>
          </a:prstGeom>
          <a:noFill/>
        </p:spPr>
        <p:txBody>
          <a:bodyPr wrap="none" rtlCol="0">
            <a:spAutoFit/>
          </a:bodyPr>
          <a:lstStyle/>
          <a:p>
            <a:r>
              <a:rPr lang="en-US" sz="2800" b="1" cap="all">
                <a:solidFill>
                  <a:schemeClr val="tx1">
                    <a:lumMod val="50000"/>
                    <a:lumOff val="50000"/>
                  </a:schemeClr>
                </a:solidFill>
              </a:rPr>
              <a:t>MOCK UPS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233255"/>
            <a:ext cx="3006725" cy="566738"/>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64"/>
          <p:cNvSpPr/>
          <p:nvPr/>
        </p:nvSpPr>
        <p:spPr>
          <a:xfrm>
            <a:off x="1" y="1752546"/>
            <a:ext cx="1530723" cy="5673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Rectangle 65"/>
          <p:cNvSpPr/>
          <p:nvPr/>
        </p:nvSpPr>
        <p:spPr>
          <a:xfrm>
            <a:off x="1" y="2319866"/>
            <a:ext cx="1530723" cy="56732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1" y="2887186"/>
            <a:ext cx="1530723" cy="567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Rectangle 69"/>
          <p:cNvSpPr/>
          <p:nvPr/>
        </p:nvSpPr>
        <p:spPr>
          <a:xfrm>
            <a:off x="1" y="3454505"/>
            <a:ext cx="1530723" cy="567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p:txBody>
          <a:bodyPr/>
          <a:lstStyle/>
          <a:p>
            <a:r>
              <a:rPr lang="en-US"/>
              <a:t>Awesome Features</a:t>
            </a:r>
            <a:endParaRPr lang="en-US" dirty="0"/>
          </a:p>
        </p:txBody>
      </p:sp>
      <p:sp>
        <p:nvSpPr>
          <p:cNvPr id="4" name="Text Placeholder 3"/>
          <p:cNvSpPr>
            <a:spLocks noGrp="1"/>
          </p:cNvSpPr>
          <p:nvPr>
            <p:ph type="body" sz="half" idx="2"/>
          </p:nvPr>
        </p:nvSpPr>
        <p:spPr/>
        <p:txBody>
          <a:bodyPr/>
          <a:lstStyle/>
          <a:p>
            <a:r>
              <a:rPr lang="en-US"/>
              <a:t>Take A Close Look </a:t>
            </a:r>
            <a:endParaRPr lang="en-US" dirty="0"/>
          </a:p>
        </p:txBody>
      </p:sp>
      <p:sp>
        <p:nvSpPr>
          <p:cNvPr id="113" name="Slide Number Placeholder 112"/>
          <p:cNvSpPr>
            <a:spLocks noGrp="1"/>
          </p:cNvSpPr>
          <p:nvPr>
            <p:ph type="sldNum" sz="quarter" idx="12"/>
          </p:nvPr>
        </p:nvSpPr>
        <p:spPr/>
        <p:txBody>
          <a:bodyPr/>
          <a:lstStyle/>
          <a:p>
            <a:fld id="{C136B7D2-B98C-44FD-8D04-7EC62A564975}" type="slidenum">
              <a:rPr lang="en-US" smtClean="0"/>
              <a:pPr/>
              <a:t>280</a:t>
            </a:fld>
            <a:endParaRPr lang="en-US" dirty="0"/>
          </a:p>
        </p:txBody>
      </p:sp>
      <p:sp>
        <p:nvSpPr>
          <p:cNvPr id="73" name="Rectangle 72"/>
          <p:cNvSpPr/>
          <p:nvPr/>
        </p:nvSpPr>
        <p:spPr>
          <a:xfrm>
            <a:off x="2983471" y="1752546"/>
            <a:ext cx="1576436" cy="56732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Rectangle 74"/>
          <p:cNvSpPr/>
          <p:nvPr/>
        </p:nvSpPr>
        <p:spPr>
          <a:xfrm>
            <a:off x="2983471" y="2319866"/>
            <a:ext cx="1576436" cy="56732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Rectangle 77"/>
          <p:cNvSpPr/>
          <p:nvPr/>
        </p:nvSpPr>
        <p:spPr>
          <a:xfrm>
            <a:off x="2983471" y="2887186"/>
            <a:ext cx="1576436" cy="567320"/>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ectangle 78"/>
          <p:cNvSpPr/>
          <p:nvPr/>
        </p:nvSpPr>
        <p:spPr>
          <a:xfrm>
            <a:off x="2983471" y="3454505"/>
            <a:ext cx="1576436" cy="56732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49"/>
          <p:cNvGrpSpPr/>
          <p:nvPr/>
        </p:nvGrpSpPr>
        <p:grpSpPr>
          <a:xfrm>
            <a:off x="5763623" y="1329943"/>
            <a:ext cx="2610439" cy="687748"/>
            <a:chOff x="1270277" y="1192718"/>
            <a:chExt cx="2610439" cy="687748"/>
          </a:xfrm>
        </p:grpSpPr>
        <p:sp>
          <p:nvSpPr>
            <p:cNvPr id="51" name="Text Placeholder 3"/>
            <p:cNvSpPr txBox="1">
              <a:spLocks/>
            </p:cNvSpPr>
            <p:nvPr/>
          </p:nvSpPr>
          <p:spPr>
            <a:xfrm>
              <a:off x="1270277" y="119271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52" name="Text Placeholder 3"/>
            <p:cNvSpPr txBox="1">
              <a:spLocks/>
            </p:cNvSpPr>
            <p:nvPr/>
          </p:nvSpPr>
          <p:spPr>
            <a:xfrm>
              <a:off x="1270278" y="1418801"/>
              <a:ext cx="2610438"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a:t>
              </a:r>
              <a:br>
                <a:rPr lang="en-US" sz="1000" dirty="0">
                  <a:solidFill>
                    <a:schemeClr val="tx1">
                      <a:lumMod val="50000"/>
                      <a:lumOff val="50000"/>
                    </a:schemeClr>
                  </a:solidFill>
                  <a:cs typeface="+mj-cs"/>
                </a:rPr>
              </a:br>
              <a:r>
                <a:rPr lang="en-US" sz="1000" dirty="0">
                  <a:solidFill>
                    <a:schemeClr val="tx1">
                      <a:lumMod val="50000"/>
                      <a:lumOff val="50000"/>
                    </a:schemeClr>
                  </a:solidFill>
                  <a:cs typeface="+mj-cs"/>
                </a:rPr>
                <a:t>by injected.</a:t>
              </a:r>
            </a:p>
          </p:txBody>
        </p:sp>
      </p:grpSp>
      <p:grpSp>
        <p:nvGrpSpPr>
          <p:cNvPr id="5" name="Group 52"/>
          <p:cNvGrpSpPr/>
          <p:nvPr/>
        </p:nvGrpSpPr>
        <p:grpSpPr>
          <a:xfrm>
            <a:off x="5763623" y="2147889"/>
            <a:ext cx="2610439" cy="687748"/>
            <a:chOff x="1270277" y="2114430"/>
            <a:chExt cx="2610439" cy="687748"/>
          </a:xfrm>
        </p:grpSpPr>
        <p:sp>
          <p:nvSpPr>
            <p:cNvPr id="57" name="Text Placeholder 3"/>
            <p:cNvSpPr txBox="1">
              <a:spLocks/>
            </p:cNvSpPr>
            <p:nvPr/>
          </p:nvSpPr>
          <p:spPr>
            <a:xfrm>
              <a:off x="1270277" y="211443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58" name="Text Placeholder 3"/>
            <p:cNvSpPr txBox="1">
              <a:spLocks/>
            </p:cNvSpPr>
            <p:nvPr/>
          </p:nvSpPr>
          <p:spPr>
            <a:xfrm>
              <a:off x="1270277" y="2340513"/>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6" name="Group 58"/>
          <p:cNvGrpSpPr/>
          <p:nvPr/>
        </p:nvGrpSpPr>
        <p:grpSpPr>
          <a:xfrm>
            <a:off x="5763623" y="2965835"/>
            <a:ext cx="2610439" cy="687748"/>
            <a:chOff x="1270277" y="3036142"/>
            <a:chExt cx="2610439" cy="687748"/>
          </a:xfrm>
        </p:grpSpPr>
        <p:sp>
          <p:nvSpPr>
            <p:cNvPr id="60" name="Text Placeholder 3"/>
            <p:cNvSpPr txBox="1">
              <a:spLocks/>
            </p:cNvSpPr>
            <p:nvPr/>
          </p:nvSpPr>
          <p:spPr>
            <a:xfrm>
              <a:off x="1270277" y="3036142"/>
              <a:ext cx="1215076"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61" name="Text Placeholder 3"/>
            <p:cNvSpPr txBox="1">
              <a:spLocks/>
            </p:cNvSpPr>
            <p:nvPr/>
          </p:nvSpPr>
          <p:spPr>
            <a:xfrm>
              <a:off x="1270277" y="3262225"/>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7" name="Group 61"/>
          <p:cNvGrpSpPr/>
          <p:nvPr/>
        </p:nvGrpSpPr>
        <p:grpSpPr>
          <a:xfrm>
            <a:off x="5763623" y="3783781"/>
            <a:ext cx="2610439" cy="676300"/>
            <a:chOff x="1270277" y="3047590"/>
            <a:chExt cx="2610439" cy="676300"/>
          </a:xfrm>
        </p:grpSpPr>
        <p:sp>
          <p:nvSpPr>
            <p:cNvPr id="63" name="Text Placeholder 3"/>
            <p:cNvSpPr txBox="1">
              <a:spLocks/>
            </p:cNvSpPr>
            <p:nvPr/>
          </p:nvSpPr>
          <p:spPr>
            <a:xfrm>
              <a:off x="1270277" y="3047590"/>
              <a:ext cx="1125308"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j-lt"/>
                  <a:ea typeface="+mn-ea"/>
                  <a:cs typeface="+mn-cs"/>
                </a:rPr>
                <a:t>Number </a:t>
              </a:r>
              <a:r>
                <a:rPr lang="en-US" b="1" dirty="0">
                  <a:solidFill>
                    <a:schemeClr val="accent4"/>
                  </a:solidFill>
                  <a:latin typeface="+mj-lt"/>
                </a:rPr>
                <a:t>Four</a:t>
              </a:r>
              <a:endParaRPr kumimoji="0" lang="en-US" b="1" i="0" u="none" strike="noStrike" kern="1200" cap="none" spc="0" normalizeH="0" baseline="0" noProof="0" dirty="0">
                <a:ln>
                  <a:noFill/>
                </a:ln>
                <a:solidFill>
                  <a:schemeClr val="accent4"/>
                </a:solidFill>
                <a:effectLst/>
                <a:uLnTx/>
                <a:uFillTx/>
                <a:latin typeface="+mj-lt"/>
                <a:ea typeface="+mn-ea"/>
                <a:cs typeface="+mn-cs"/>
              </a:endParaRPr>
            </a:p>
          </p:txBody>
        </p:sp>
        <p:sp>
          <p:nvSpPr>
            <p:cNvPr id="71" name="Text Placeholder 3"/>
            <p:cNvSpPr txBox="1">
              <a:spLocks/>
            </p:cNvSpPr>
            <p:nvPr/>
          </p:nvSpPr>
          <p:spPr>
            <a:xfrm>
              <a:off x="1270277" y="3262225"/>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sp>
        <p:nvSpPr>
          <p:cNvPr id="72" name="Freeform 45"/>
          <p:cNvSpPr>
            <a:spLocks noEditPoints="1"/>
          </p:cNvSpPr>
          <p:nvPr/>
        </p:nvSpPr>
        <p:spPr bwMode="auto">
          <a:xfrm>
            <a:off x="5367475" y="163157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45"/>
          <p:cNvSpPr>
            <a:spLocks noEditPoints="1"/>
          </p:cNvSpPr>
          <p:nvPr/>
        </p:nvSpPr>
        <p:spPr bwMode="auto">
          <a:xfrm>
            <a:off x="5367475" y="244440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45"/>
          <p:cNvSpPr>
            <a:spLocks noEditPoints="1"/>
          </p:cNvSpPr>
          <p:nvPr/>
        </p:nvSpPr>
        <p:spPr bwMode="auto">
          <a:xfrm>
            <a:off x="5367475" y="3257240"/>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45"/>
          <p:cNvSpPr>
            <a:spLocks noEditPoints="1"/>
          </p:cNvSpPr>
          <p:nvPr/>
        </p:nvSpPr>
        <p:spPr bwMode="auto">
          <a:xfrm>
            <a:off x="5367475" y="407007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52"/>
          <p:cNvGrpSpPr/>
          <p:nvPr/>
        </p:nvGrpSpPr>
        <p:grpSpPr>
          <a:xfrm>
            <a:off x="1507062" y="1317096"/>
            <a:ext cx="1474916" cy="3116663"/>
            <a:chOff x="1507062" y="1317096"/>
            <a:chExt cx="1474916" cy="3116663"/>
          </a:xfrm>
        </p:grpSpPr>
        <p:grpSp>
          <p:nvGrpSpPr>
            <p:cNvPr id="9" name="Group 29"/>
            <p:cNvGrpSpPr/>
            <p:nvPr/>
          </p:nvGrpSpPr>
          <p:grpSpPr>
            <a:xfrm>
              <a:off x="1507062" y="1317096"/>
              <a:ext cx="1474916" cy="3116663"/>
              <a:chOff x="3189614" y="1562392"/>
              <a:chExt cx="1474916" cy="3116662"/>
            </a:xfrm>
            <a:effectLst/>
          </p:grpSpPr>
          <p:sp>
            <p:nvSpPr>
              <p:cNvPr id="87" name="Freeform 86"/>
              <p:cNvSpPr/>
              <p:nvPr/>
            </p:nvSpPr>
            <p:spPr>
              <a:xfrm>
                <a:off x="3205386" y="1579715"/>
                <a:ext cx="1459144" cy="3099339"/>
              </a:xfrm>
              <a:custGeom>
                <a:avLst/>
                <a:gdLst>
                  <a:gd name="connsiteX0" fmla="*/ 0 w 1459144"/>
                  <a:gd name="connsiteY0" fmla="*/ 176060 h 3099339"/>
                  <a:gd name="connsiteX1" fmla="*/ 51567 w 1459144"/>
                  <a:gd name="connsiteY1" fmla="*/ 51567 h 3099339"/>
                  <a:gd name="connsiteX2" fmla="*/ 176060 w 1459144"/>
                  <a:gd name="connsiteY2" fmla="*/ 0 h 3099339"/>
                  <a:gd name="connsiteX3" fmla="*/ 1283084 w 1459144"/>
                  <a:gd name="connsiteY3" fmla="*/ 0 h 3099339"/>
                  <a:gd name="connsiteX4" fmla="*/ 1407577 w 1459144"/>
                  <a:gd name="connsiteY4" fmla="*/ 51567 h 3099339"/>
                  <a:gd name="connsiteX5" fmla="*/ 1459144 w 1459144"/>
                  <a:gd name="connsiteY5" fmla="*/ 176060 h 3099339"/>
                  <a:gd name="connsiteX6" fmla="*/ 1459144 w 1459144"/>
                  <a:gd name="connsiteY6" fmla="*/ 2923279 h 3099339"/>
                  <a:gd name="connsiteX7" fmla="*/ 1407577 w 1459144"/>
                  <a:gd name="connsiteY7" fmla="*/ 3047772 h 3099339"/>
                  <a:gd name="connsiteX8" fmla="*/ 1283084 w 1459144"/>
                  <a:gd name="connsiteY8" fmla="*/ 3099339 h 3099339"/>
                  <a:gd name="connsiteX9" fmla="*/ 176060 w 1459144"/>
                  <a:gd name="connsiteY9" fmla="*/ 3099339 h 3099339"/>
                  <a:gd name="connsiteX10" fmla="*/ 51567 w 1459144"/>
                  <a:gd name="connsiteY10" fmla="*/ 3047772 h 3099339"/>
                  <a:gd name="connsiteX11" fmla="*/ 0 w 1459144"/>
                  <a:gd name="connsiteY11" fmla="*/ 2923279 h 3099339"/>
                  <a:gd name="connsiteX12" fmla="*/ 0 w 1459144"/>
                  <a:gd name="connsiteY12" fmla="*/ 176060 h 309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9144" h="3099339">
                    <a:moveTo>
                      <a:pt x="0" y="176060"/>
                    </a:moveTo>
                    <a:cubicBezTo>
                      <a:pt x="0" y="129366"/>
                      <a:pt x="18549" y="84584"/>
                      <a:pt x="51567" y="51567"/>
                    </a:cubicBezTo>
                    <a:cubicBezTo>
                      <a:pt x="84585" y="18549"/>
                      <a:pt x="129366" y="0"/>
                      <a:pt x="176060" y="0"/>
                    </a:cubicBezTo>
                    <a:lnTo>
                      <a:pt x="1283084" y="0"/>
                    </a:lnTo>
                    <a:cubicBezTo>
                      <a:pt x="1329778" y="0"/>
                      <a:pt x="1374560" y="18549"/>
                      <a:pt x="1407577" y="51567"/>
                    </a:cubicBezTo>
                    <a:cubicBezTo>
                      <a:pt x="1440595" y="84585"/>
                      <a:pt x="1459144" y="129366"/>
                      <a:pt x="1459144" y="176060"/>
                    </a:cubicBezTo>
                    <a:lnTo>
                      <a:pt x="1459144" y="2923279"/>
                    </a:lnTo>
                    <a:cubicBezTo>
                      <a:pt x="1459144" y="2969973"/>
                      <a:pt x="1440595" y="3014755"/>
                      <a:pt x="1407577" y="3047772"/>
                    </a:cubicBezTo>
                    <a:cubicBezTo>
                      <a:pt x="1374559" y="3080790"/>
                      <a:pt x="1329778" y="3099339"/>
                      <a:pt x="1283084" y="3099339"/>
                    </a:cubicBezTo>
                    <a:lnTo>
                      <a:pt x="176060" y="3099339"/>
                    </a:lnTo>
                    <a:cubicBezTo>
                      <a:pt x="129366" y="3099339"/>
                      <a:pt x="84584" y="3080790"/>
                      <a:pt x="51567" y="3047772"/>
                    </a:cubicBezTo>
                    <a:cubicBezTo>
                      <a:pt x="18549" y="3014754"/>
                      <a:pt x="0" y="2969973"/>
                      <a:pt x="0" y="2923279"/>
                    </a:cubicBezTo>
                    <a:lnTo>
                      <a:pt x="0" y="176060"/>
                    </a:lnTo>
                    <a:close/>
                  </a:path>
                </a:pathLst>
              </a:cu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20"/>
              <p:cNvGrpSpPr/>
              <p:nvPr/>
            </p:nvGrpSpPr>
            <p:grpSpPr>
              <a:xfrm>
                <a:off x="3189614" y="1991493"/>
                <a:ext cx="23662" cy="645898"/>
                <a:chOff x="3392428" y="1951545"/>
                <a:chExt cx="27432" cy="735419"/>
              </a:xfrm>
            </p:grpSpPr>
            <p:sp>
              <p:nvSpPr>
                <p:cNvPr id="109" name="Rectangle 108"/>
                <p:cNvSpPr/>
                <p:nvPr/>
              </p:nvSpPr>
              <p:spPr>
                <a:xfrm>
                  <a:off x="3392428" y="1951545"/>
                  <a:ext cx="18288" cy="17282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Rectangle 117"/>
                <p:cNvSpPr/>
                <p:nvPr/>
              </p:nvSpPr>
              <p:spPr>
                <a:xfrm>
                  <a:off x="3401572" y="2289545"/>
                  <a:ext cx="18288" cy="11887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Rectangle 118"/>
                <p:cNvSpPr/>
                <p:nvPr/>
              </p:nvSpPr>
              <p:spPr>
                <a:xfrm>
                  <a:off x="3401572" y="2568092"/>
                  <a:ext cx="18288" cy="11887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4" name="Freeform 93"/>
              <p:cNvSpPr/>
              <p:nvPr/>
            </p:nvSpPr>
            <p:spPr>
              <a:xfrm>
                <a:off x="3806686" y="4332856"/>
                <a:ext cx="256543" cy="261216"/>
              </a:xfrm>
              <a:custGeom>
                <a:avLst/>
                <a:gdLst>
                  <a:gd name="connsiteX0" fmla="*/ 0 w 256543"/>
                  <a:gd name="connsiteY0" fmla="*/ 130608 h 261216"/>
                  <a:gd name="connsiteX1" fmla="*/ 36755 w 256543"/>
                  <a:gd name="connsiteY1" fmla="*/ 39091 h 261216"/>
                  <a:gd name="connsiteX2" fmla="*/ 128272 w 256543"/>
                  <a:gd name="connsiteY2" fmla="*/ 0 h 261216"/>
                  <a:gd name="connsiteX3" fmla="*/ 219789 w 256543"/>
                  <a:gd name="connsiteY3" fmla="*/ 39091 h 261216"/>
                  <a:gd name="connsiteX4" fmla="*/ 256544 w 256543"/>
                  <a:gd name="connsiteY4" fmla="*/ 130608 h 261216"/>
                  <a:gd name="connsiteX5" fmla="*/ 219789 w 256543"/>
                  <a:gd name="connsiteY5" fmla="*/ 222125 h 261216"/>
                  <a:gd name="connsiteX6" fmla="*/ 128272 w 256543"/>
                  <a:gd name="connsiteY6" fmla="*/ 261216 h 261216"/>
                  <a:gd name="connsiteX7" fmla="*/ 36755 w 256543"/>
                  <a:gd name="connsiteY7" fmla="*/ 222125 h 261216"/>
                  <a:gd name="connsiteX8" fmla="*/ 0 w 256543"/>
                  <a:gd name="connsiteY8" fmla="*/ 130608 h 26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543" h="261216">
                    <a:moveTo>
                      <a:pt x="0" y="130608"/>
                    </a:moveTo>
                    <a:cubicBezTo>
                      <a:pt x="0" y="96377"/>
                      <a:pt x="13199" y="63514"/>
                      <a:pt x="36755" y="39091"/>
                    </a:cubicBezTo>
                    <a:cubicBezTo>
                      <a:pt x="60874" y="14086"/>
                      <a:pt x="93851" y="0"/>
                      <a:pt x="128272" y="0"/>
                    </a:cubicBezTo>
                    <a:cubicBezTo>
                      <a:pt x="162693" y="0"/>
                      <a:pt x="195670" y="14086"/>
                      <a:pt x="219789" y="39091"/>
                    </a:cubicBezTo>
                    <a:cubicBezTo>
                      <a:pt x="243346" y="63514"/>
                      <a:pt x="256544" y="96377"/>
                      <a:pt x="256544" y="130608"/>
                    </a:cubicBezTo>
                    <a:cubicBezTo>
                      <a:pt x="256544" y="164839"/>
                      <a:pt x="243345" y="197702"/>
                      <a:pt x="219789" y="222125"/>
                    </a:cubicBezTo>
                    <a:cubicBezTo>
                      <a:pt x="195670" y="247130"/>
                      <a:pt x="162693" y="261216"/>
                      <a:pt x="128272" y="261216"/>
                    </a:cubicBezTo>
                    <a:cubicBezTo>
                      <a:pt x="93851" y="261216"/>
                      <a:pt x="60874" y="247130"/>
                      <a:pt x="36755" y="222125"/>
                    </a:cubicBezTo>
                    <a:cubicBezTo>
                      <a:pt x="13198" y="197702"/>
                      <a:pt x="0" y="164839"/>
                      <a:pt x="0" y="130608"/>
                    </a:cubicBezTo>
                    <a:close/>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Freeform 96"/>
              <p:cNvSpPr/>
              <p:nvPr/>
            </p:nvSpPr>
            <p:spPr>
              <a:xfrm>
                <a:off x="3306742" y="1997538"/>
                <a:ext cx="1256433" cy="2276759"/>
              </a:xfrm>
              <a:custGeom>
                <a:avLst/>
                <a:gdLst>
                  <a:gd name="connsiteX0" fmla="*/ 0 w 1256433"/>
                  <a:gd name="connsiteY0" fmla="*/ 0 h 2276759"/>
                  <a:gd name="connsiteX1" fmla="*/ 1256433 w 1256433"/>
                  <a:gd name="connsiteY1" fmla="*/ 0 h 2276759"/>
                  <a:gd name="connsiteX2" fmla="*/ 1256433 w 1256433"/>
                  <a:gd name="connsiteY2" fmla="*/ 2276759 h 2276759"/>
                  <a:gd name="connsiteX3" fmla="*/ 0 w 1256433"/>
                  <a:gd name="connsiteY3" fmla="*/ 2276759 h 2276759"/>
                  <a:gd name="connsiteX4" fmla="*/ 0 w 1256433"/>
                  <a:gd name="connsiteY4" fmla="*/ 0 h 227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433" h="2276759">
                    <a:moveTo>
                      <a:pt x="0" y="0"/>
                    </a:moveTo>
                    <a:lnTo>
                      <a:pt x="1256433" y="0"/>
                    </a:lnTo>
                    <a:lnTo>
                      <a:pt x="1256433" y="2276759"/>
                    </a:lnTo>
                    <a:lnTo>
                      <a:pt x="0" y="2276759"/>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Freeform 99"/>
              <p:cNvSpPr/>
              <p:nvPr/>
            </p:nvSpPr>
            <p:spPr>
              <a:xfrm>
                <a:off x="3796931" y="1824436"/>
                <a:ext cx="276054" cy="32124"/>
              </a:xfrm>
              <a:custGeom>
                <a:avLst/>
                <a:gdLst>
                  <a:gd name="connsiteX0" fmla="*/ 0 w 276054"/>
                  <a:gd name="connsiteY0" fmla="*/ 16062 h 32124"/>
                  <a:gd name="connsiteX1" fmla="*/ 4704 w 276054"/>
                  <a:gd name="connsiteY1" fmla="*/ 4704 h 32124"/>
                  <a:gd name="connsiteX2" fmla="*/ 16062 w 276054"/>
                  <a:gd name="connsiteY2" fmla="*/ 0 h 32124"/>
                  <a:gd name="connsiteX3" fmla="*/ 259992 w 276054"/>
                  <a:gd name="connsiteY3" fmla="*/ 0 h 32124"/>
                  <a:gd name="connsiteX4" fmla="*/ 271350 w 276054"/>
                  <a:gd name="connsiteY4" fmla="*/ 4704 h 32124"/>
                  <a:gd name="connsiteX5" fmla="*/ 276054 w 276054"/>
                  <a:gd name="connsiteY5" fmla="*/ 16062 h 32124"/>
                  <a:gd name="connsiteX6" fmla="*/ 276054 w 276054"/>
                  <a:gd name="connsiteY6" fmla="*/ 16062 h 32124"/>
                  <a:gd name="connsiteX7" fmla="*/ 271350 w 276054"/>
                  <a:gd name="connsiteY7" fmla="*/ 27420 h 32124"/>
                  <a:gd name="connsiteX8" fmla="*/ 259992 w 276054"/>
                  <a:gd name="connsiteY8" fmla="*/ 32124 h 32124"/>
                  <a:gd name="connsiteX9" fmla="*/ 16062 w 276054"/>
                  <a:gd name="connsiteY9" fmla="*/ 32124 h 32124"/>
                  <a:gd name="connsiteX10" fmla="*/ 4704 w 276054"/>
                  <a:gd name="connsiteY10" fmla="*/ 27420 h 32124"/>
                  <a:gd name="connsiteX11" fmla="*/ 0 w 276054"/>
                  <a:gd name="connsiteY11" fmla="*/ 16062 h 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054" h="32124">
                    <a:moveTo>
                      <a:pt x="0" y="16062"/>
                    </a:moveTo>
                    <a:cubicBezTo>
                      <a:pt x="0" y="11802"/>
                      <a:pt x="1692" y="7717"/>
                      <a:pt x="4704" y="4704"/>
                    </a:cubicBezTo>
                    <a:cubicBezTo>
                      <a:pt x="7716" y="1692"/>
                      <a:pt x="11802" y="0"/>
                      <a:pt x="16062" y="0"/>
                    </a:cubicBezTo>
                    <a:lnTo>
                      <a:pt x="259992" y="0"/>
                    </a:lnTo>
                    <a:cubicBezTo>
                      <a:pt x="264252" y="0"/>
                      <a:pt x="268337" y="1692"/>
                      <a:pt x="271350" y="4704"/>
                    </a:cubicBezTo>
                    <a:cubicBezTo>
                      <a:pt x="274362" y="7716"/>
                      <a:pt x="276054" y="11802"/>
                      <a:pt x="276054" y="16062"/>
                    </a:cubicBezTo>
                    <a:lnTo>
                      <a:pt x="276054" y="16062"/>
                    </a:lnTo>
                    <a:cubicBezTo>
                      <a:pt x="276054" y="20322"/>
                      <a:pt x="274362" y="24407"/>
                      <a:pt x="271350" y="27420"/>
                    </a:cubicBezTo>
                    <a:cubicBezTo>
                      <a:pt x="268338" y="30432"/>
                      <a:pt x="264252" y="32124"/>
                      <a:pt x="259992" y="32124"/>
                    </a:cubicBezTo>
                    <a:lnTo>
                      <a:pt x="16062" y="32124"/>
                    </a:lnTo>
                    <a:cubicBezTo>
                      <a:pt x="11802" y="32124"/>
                      <a:pt x="7717" y="30432"/>
                      <a:pt x="4704" y="27420"/>
                    </a:cubicBezTo>
                    <a:cubicBezTo>
                      <a:pt x="1692" y="24408"/>
                      <a:pt x="0" y="20322"/>
                      <a:pt x="0" y="16062"/>
                    </a:cubicBezTo>
                    <a:close/>
                  </a:path>
                </a:pathLst>
              </a:custGeom>
              <a:solidFill>
                <a:schemeClr val="bg1">
                  <a:lumMod val="8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Freeform 103"/>
              <p:cNvSpPr/>
              <p:nvPr/>
            </p:nvSpPr>
            <p:spPr>
              <a:xfrm>
                <a:off x="3911556" y="1704426"/>
                <a:ext cx="46804" cy="47657"/>
              </a:xfrm>
              <a:custGeom>
                <a:avLst/>
                <a:gdLst>
                  <a:gd name="connsiteX0" fmla="*/ 0 w 46804"/>
                  <a:gd name="connsiteY0" fmla="*/ 23829 h 47657"/>
                  <a:gd name="connsiteX1" fmla="*/ 6705 w 46804"/>
                  <a:gd name="connsiteY1" fmla="*/ 7132 h 47657"/>
                  <a:gd name="connsiteX2" fmla="*/ 23402 w 46804"/>
                  <a:gd name="connsiteY2" fmla="*/ 0 h 47657"/>
                  <a:gd name="connsiteX3" fmla="*/ 40099 w 46804"/>
                  <a:gd name="connsiteY3" fmla="*/ 7132 h 47657"/>
                  <a:gd name="connsiteX4" fmla="*/ 46804 w 46804"/>
                  <a:gd name="connsiteY4" fmla="*/ 23829 h 47657"/>
                  <a:gd name="connsiteX5" fmla="*/ 40099 w 46804"/>
                  <a:gd name="connsiteY5" fmla="*/ 40526 h 47657"/>
                  <a:gd name="connsiteX6" fmla="*/ 23402 w 46804"/>
                  <a:gd name="connsiteY6" fmla="*/ 47658 h 47657"/>
                  <a:gd name="connsiteX7" fmla="*/ 6705 w 46804"/>
                  <a:gd name="connsiteY7" fmla="*/ 40526 h 47657"/>
                  <a:gd name="connsiteX8" fmla="*/ 0 w 46804"/>
                  <a:gd name="connsiteY8" fmla="*/ 23829 h 4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804" h="47657">
                    <a:moveTo>
                      <a:pt x="0" y="23829"/>
                    </a:moveTo>
                    <a:cubicBezTo>
                      <a:pt x="0" y="17584"/>
                      <a:pt x="2408" y="11588"/>
                      <a:pt x="6705" y="7132"/>
                    </a:cubicBezTo>
                    <a:cubicBezTo>
                      <a:pt x="11105" y="2570"/>
                      <a:pt x="17122" y="0"/>
                      <a:pt x="23402" y="0"/>
                    </a:cubicBezTo>
                    <a:cubicBezTo>
                      <a:pt x="29682" y="0"/>
                      <a:pt x="35698" y="2570"/>
                      <a:pt x="40099" y="7132"/>
                    </a:cubicBezTo>
                    <a:cubicBezTo>
                      <a:pt x="44397" y="11588"/>
                      <a:pt x="46804" y="17583"/>
                      <a:pt x="46804" y="23829"/>
                    </a:cubicBezTo>
                    <a:cubicBezTo>
                      <a:pt x="46804" y="30074"/>
                      <a:pt x="44396" y="36070"/>
                      <a:pt x="40099" y="40526"/>
                    </a:cubicBezTo>
                    <a:cubicBezTo>
                      <a:pt x="35699" y="45088"/>
                      <a:pt x="29682" y="47658"/>
                      <a:pt x="23402" y="47658"/>
                    </a:cubicBezTo>
                    <a:cubicBezTo>
                      <a:pt x="17122" y="47658"/>
                      <a:pt x="11106" y="45088"/>
                      <a:pt x="6705" y="40526"/>
                    </a:cubicBezTo>
                    <a:cubicBezTo>
                      <a:pt x="2407" y="36070"/>
                      <a:pt x="0" y="30075"/>
                      <a:pt x="0" y="23829"/>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Freeform 104"/>
              <p:cNvSpPr/>
              <p:nvPr/>
            </p:nvSpPr>
            <p:spPr>
              <a:xfrm>
                <a:off x="4293042" y="1562392"/>
                <a:ext cx="198758" cy="40154"/>
              </a:xfrm>
              <a:custGeom>
                <a:avLst/>
                <a:gdLst>
                  <a:gd name="connsiteX0" fmla="*/ 0 w 198758"/>
                  <a:gd name="connsiteY0" fmla="*/ 0 h 40154"/>
                  <a:gd name="connsiteX1" fmla="*/ 198758 w 198758"/>
                  <a:gd name="connsiteY1" fmla="*/ 0 h 40154"/>
                  <a:gd name="connsiteX2" fmla="*/ 198758 w 198758"/>
                  <a:gd name="connsiteY2" fmla="*/ 40154 h 40154"/>
                  <a:gd name="connsiteX3" fmla="*/ 0 w 198758"/>
                  <a:gd name="connsiteY3" fmla="*/ 40154 h 40154"/>
                  <a:gd name="connsiteX4" fmla="*/ 0 w 198758"/>
                  <a:gd name="connsiteY4" fmla="*/ 0 h 4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58" h="40154">
                    <a:moveTo>
                      <a:pt x="0" y="0"/>
                    </a:moveTo>
                    <a:lnTo>
                      <a:pt x="198758" y="0"/>
                    </a:lnTo>
                    <a:lnTo>
                      <a:pt x="198758" y="40154"/>
                    </a:lnTo>
                    <a:lnTo>
                      <a:pt x="0" y="40154"/>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95"/>
            <p:cNvGrpSpPr/>
            <p:nvPr/>
          </p:nvGrpSpPr>
          <p:grpSpPr>
            <a:xfrm>
              <a:off x="1624190" y="1752546"/>
              <a:ext cx="1256433" cy="2269279"/>
              <a:chOff x="1624190" y="1624632"/>
              <a:chExt cx="1256433" cy="2269279"/>
            </a:xfrm>
            <a:solidFill>
              <a:schemeClr val="bg1">
                <a:lumMod val="85000"/>
              </a:schemeClr>
            </a:solidFill>
          </p:grpSpPr>
          <p:sp>
            <p:nvSpPr>
              <p:cNvPr id="91" name="Rectangle 90"/>
              <p:cNvSpPr/>
              <p:nvPr/>
            </p:nvSpPr>
            <p:spPr>
              <a:xfrm>
                <a:off x="1624190" y="1624632"/>
                <a:ext cx="1256433" cy="5673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2" name="Rectangle 91"/>
              <p:cNvSpPr/>
              <p:nvPr/>
            </p:nvSpPr>
            <p:spPr>
              <a:xfrm>
                <a:off x="1624190" y="2191952"/>
                <a:ext cx="1256433" cy="5673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3" name="Rectangle 92"/>
              <p:cNvSpPr/>
              <p:nvPr/>
            </p:nvSpPr>
            <p:spPr>
              <a:xfrm>
                <a:off x="1624190" y="2759272"/>
                <a:ext cx="1256433" cy="5673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5" name="Rectangle 94"/>
              <p:cNvSpPr/>
              <p:nvPr/>
            </p:nvSpPr>
            <p:spPr>
              <a:xfrm>
                <a:off x="1624190" y="3326591"/>
                <a:ext cx="1256433" cy="5673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grpSp>
      <p:sp>
        <p:nvSpPr>
          <p:cNvPr id="99" name="Rectangle 98"/>
          <p:cNvSpPr/>
          <p:nvPr/>
        </p:nvSpPr>
        <p:spPr>
          <a:xfrm>
            <a:off x="1622216" y="1750836"/>
            <a:ext cx="1256433" cy="5673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01" name="Rectangle 100"/>
          <p:cNvSpPr/>
          <p:nvPr/>
        </p:nvSpPr>
        <p:spPr>
          <a:xfrm>
            <a:off x="1622216" y="2318156"/>
            <a:ext cx="1256433" cy="56732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02" name="Rectangle 101"/>
          <p:cNvSpPr/>
          <p:nvPr/>
        </p:nvSpPr>
        <p:spPr>
          <a:xfrm>
            <a:off x="1622216" y="2885476"/>
            <a:ext cx="1256433" cy="567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03" name="Rectangle 102"/>
          <p:cNvSpPr/>
          <p:nvPr/>
        </p:nvSpPr>
        <p:spPr>
          <a:xfrm>
            <a:off x="1622216" y="3452795"/>
            <a:ext cx="1256433" cy="567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08" name="Freeform 117"/>
          <p:cNvSpPr>
            <a:spLocks/>
          </p:cNvSpPr>
          <p:nvPr/>
        </p:nvSpPr>
        <p:spPr bwMode="auto">
          <a:xfrm>
            <a:off x="2115251" y="1899315"/>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6"/>
          <p:cNvSpPr>
            <a:spLocks noEditPoints="1"/>
          </p:cNvSpPr>
          <p:nvPr/>
        </p:nvSpPr>
        <p:spPr bwMode="auto">
          <a:xfrm>
            <a:off x="2119855" y="2460017"/>
            <a:ext cx="261155" cy="283598"/>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83"/>
          <p:cNvSpPr>
            <a:spLocks noEditPoints="1"/>
          </p:cNvSpPr>
          <p:nvPr/>
        </p:nvSpPr>
        <p:spPr bwMode="auto">
          <a:xfrm>
            <a:off x="2124134" y="2979691"/>
            <a:ext cx="252596" cy="378892"/>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63"/>
          <p:cNvSpPr>
            <a:spLocks noEditPoints="1"/>
          </p:cNvSpPr>
          <p:nvPr/>
        </p:nvSpPr>
        <p:spPr bwMode="auto">
          <a:xfrm>
            <a:off x="2064720" y="3601292"/>
            <a:ext cx="371424" cy="270327"/>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additive="base">
                                        <p:cTn id="12" dur="500" fill="hold"/>
                                        <p:tgtEl>
                                          <p:spTgt spid="65"/>
                                        </p:tgtEl>
                                        <p:attrNameLst>
                                          <p:attrName>ppt_x</p:attrName>
                                        </p:attrNameLst>
                                      </p:cBhvr>
                                      <p:tavLst>
                                        <p:tav tm="0">
                                          <p:val>
                                            <p:strVal val="0-#ppt_w/2"/>
                                          </p:val>
                                        </p:tav>
                                        <p:tav tm="100000">
                                          <p:val>
                                            <p:strVal val="#ppt_x"/>
                                          </p:val>
                                        </p:tav>
                                      </p:tavLst>
                                    </p:anim>
                                    <p:anim calcmode="lin" valueType="num">
                                      <p:cBhvr additive="base">
                                        <p:cTn id="13" dur="500" fill="hold"/>
                                        <p:tgtEl>
                                          <p:spTgt spid="6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99"/>
                                        </p:tgtEl>
                                        <p:attrNameLst>
                                          <p:attrName>style.visibility</p:attrName>
                                        </p:attrNameLst>
                                      </p:cBhvr>
                                      <p:to>
                                        <p:strVal val="visible"/>
                                      </p:to>
                                    </p:set>
                                    <p:animEffect transition="in" filter="slide(fromLeft)">
                                      <p:cBhvr>
                                        <p:cTn id="17" dur="500"/>
                                        <p:tgtEl>
                                          <p:spTgt spid="99"/>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p:cTn id="21" dur="500" fill="hold"/>
                                        <p:tgtEl>
                                          <p:spTgt spid="108"/>
                                        </p:tgtEl>
                                        <p:attrNameLst>
                                          <p:attrName>ppt_w</p:attrName>
                                        </p:attrNameLst>
                                      </p:cBhvr>
                                      <p:tavLst>
                                        <p:tav tm="0">
                                          <p:val>
                                            <p:fltVal val="0"/>
                                          </p:val>
                                        </p:tav>
                                        <p:tav tm="100000">
                                          <p:val>
                                            <p:strVal val="#ppt_w"/>
                                          </p:val>
                                        </p:tav>
                                      </p:tavLst>
                                    </p:anim>
                                    <p:anim calcmode="lin" valueType="num">
                                      <p:cBhvr>
                                        <p:cTn id="22" dur="500" fill="hold"/>
                                        <p:tgtEl>
                                          <p:spTgt spid="108"/>
                                        </p:tgtEl>
                                        <p:attrNameLst>
                                          <p:attrName>ppt_h</p:attrName>
                                        </p:attrNameLst>
                                      </p:cBhvr>
                                      <p:tavLst>
                                        <p:tav tm="0">
                                          <p:val>
                                            <p:fltVal val="0"/>
                                          </p:val>
                                        </p:tav>
                                        <p:tav tm="100000">
                                          <p:val>
                                            <p:strVal val="#ppt_h"/>
                                          </p:val>
                                        </p:tav>
                                      </p:tavLst>
                                    </p:anim>
                                    <p:animEffect transition="in" filter="fade">
                                      <p:cBhvr>
                                        <p:cTn id="23" dur="500"/>
                                        <p:tgtEl>
                                          <p:spTgt spid="108"/>
                                        </p:tgtEl>
                                      </p:cBhvr>
                                    </p:animEffect>
                                  </p:childTnLst>
                                </p:cTn>
                              </p:par>
                            </p:childTnLst>
                          </p:cTn>
                        </p:par>
                        <p:par>
                          <p:cTn id="24" fill="hold">
                            <p:stCondLst>
                              <p:cond delay="2000"/>
                            </p:stCondLst>
                            <p:childTnLst>
                              <p:par>
                                <p:cTn id="25" presetID="12" presetClass="entr" presetSubtype="8" fill="hold" grpId="0" nodeType="after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slide(fromLeft)">
                                      <p:cBhvr>
                                        <p:cTn id="27" dur="500"/>
                                        <p:tgtEl>
                                          <p:spTgt spid="73"/>
                                        </p:tgtEl>
                                      </p:cBhvr>
                                    </p:animEffect>
                                  </p:childTnLst>
                                </p:cTn>
                              </p:par>
                            </p:childTnLst>
                          </p:cTn>
                        </p:par>
                        <p:par>
                          <p:cTn id="28" fill="hold">
                            <p:stCondLst>
                              <p:cond delay="2500"/>
                            </p:stCondLst>
                            <p:childTnLst>
                              <p:par>
                                <p:cTn id="29" presetID="2" presetClass="entr" presetSubtype="8" fill="hold" grpId="0" nodeType="afterEffect">
                                  <p:stCondLst>
                                    <p:cond delay="0"/>
                                  </p:stCondLst>
                                  <p:childTnLst>
                                    <p:set>
                                      <p:cBhvr>
                                        <p:cTn id="30" dur="1" fill="hold">
                                          <p:stCondLst>
                                            <p:cond delay="0"/>
                                          </p:stCondLst>
                                        </p:cTn>
                                        <p:tgtEl>
                                          <p:spTgt spid="66"/>
                                        </p:tgtEl>
                                        <p:attrNameLst>
                                          <p:attrName>style.visibility</p:attrName>
                                        </p:attrNameLst>
                                      </p:cBhvr>
                                      <p:to>
                                        <p:strVal val="visible"/>
                                      </p:to>
                                    </p:set>
                                    <p:anim calcmode="lin" valueType="num">
                                      <p:cBhvr additive="base">
                                        <p:cTn id="31" dur="500" fill="hold"/>
                                        <p:tgtEl>
                                          <p:spTgt spid="66"/>
                                        </p:tgtEl>
                                        <p:attrNameLst>
                                          <p:attrName>ppt_x</p:attrName>
                                        </p:attrNameLst>
                                      </p:cBhvr>
                                      <p:tavLst>
                                        <p:tav tm="0">
                                          <p:val>
                                            <p:strVal val="0-#ppt_w/2"/>
                                          </p:val>
                                        </p:tav>
                                        <p:tav tm="100000">
                                          <p:val>
                                            <p:strVal val="#ppt_x"/>
                                          </p:val>
                                        </p:tav>
                                      </p:tavLst>
                                    </p:anim>
                                    <p:anim calcmode="lin" valueType="num">
                                      <p:cBhvr additive="base">
                                        <p:cTn id="32" dur="500" fill="hold"/>
                                        <p:tgtEl>
                                          <p:spTgt spid="66"/>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12" presetClass="entr" presetSubtype="8" fill="hold" grpId="0" nodeType="afterEffect">
                                  <p:stCondLst>
                                    <p:cond delay="0"/>
                                  </p:stCondLst>
                                  <p:childTnLst>
                                    <p:set>
                                      <p:cBhvr>
                                        <p:cTn id="35" dur="1" fill="hold">
                                          <p:stCondLst>
                                            <p:cond delay="0"/>
                                          </p:stCondLst>
                                        </p:cTn>
                                        <p:tgtEl>
                                          <p:spTgt spid="101"/>
                                        </p:tgtEl>
                                        <p:attrNameLst>
                                          <p:attrName>style.visibility</p:attrName>
                                        </p:attrNameLst>
                                      </p:cBhvr>
                                      <p:to>
                                        <p:strVal val="visible"/>
                                      </p:to>
                                    </p:set>
                                    <p:animEffect transition="in" filter="slide(fromLeft)">
                                      <p:cBhvr>
                                        <p:cTn id="36" dur="500"/>
                                        <p:tgtEl>
                                          <p:spTgt spid="101"/>
                                        </p:tgtEl>
                                      </p:cBhvr>
                                    </p:animEffect>
                                  </p:childTnLst>
                                </p:cTn>
                              </p:par>
                            </p:childTnLst>
                          </p:cTn>
                        </p:par>
                        <p:par>
                          <p:cTn id="37" fill="hold">
                            <p:stCondLst>
                              <p:cond delay="3500"/>
                            </p:stCondLst>
                            <p:childTnLst>
                              <p:par>
                                <p:cTn id="38" presetID="53" presetClass="entr" presetSubtype="0" fill="hold" grpId="0" nodeType="afterEffect">
                                  <p:stCondLst>
                                    <p:cond delay="0"/>
                                  </p:stCondLst>
                                  <p:childTnLst>
                                    <p:set>
                                      <p:cBhvr>
                                        <p:cTn id="39" dur="1" fill="hold">
                                          <p:stCondLst>
                                            <p:cond delay="0"/>
                                          </p:stCondLst>
                                        </p:cTn>
                                        <p:tgtEl>
                                          <p:spTgt spid="110"/>
                                        </p:tgtEl>
                                        <p:attrNameLst>
                                          <p:attrName>style.visibility</p:attrName>
                                        </p:attrNameLst>
                                      </p:cBhvr>
                                      <p:to>
                                        <p:strVal val="visible"/>
                                      </p:to>
                                    </p:set>
                                    <p:anim calcmode="lin" valueType="num">
                                      <p:cBhvr>
                                        <p:cTn id="40" dur="500" fill="hold"/>
                                        <p:tgtEl>
                                          <p:spTgt spid="110"/>
                                        </p:tgtEl>
                                        <p:attrNameLst>
                                          <p:attrName>ppt_w</p:attrName>
                                        </p:attrNameLst>
                                      </p:cBhvr>
                                      <p:tavLst>
                                        <p:tav tm="0">
                                          <p:val>
                                            <p:fltVal val="0"/>
                                          </p:val>
                                        </p:tav>
                                        <p:tav tm="100000">
                                          <p:val>
                                            <p:strVal val="#ppt_w"/>
                                          </p:val>
                                        </p:tav>
                                      </p:tavLst>
                                    </p:anim>
                                    <p:anim calcmode="lin" valueType="num">
                                      <p:cBhvr>
                                        <p:cTn id="41" dur="500" fill="hold"/>
                                        <p:tgtEl>
                                          <p:spTgt spid="110"/>
                                        </p:tgtEl>
                                        <p:attrNameLst>
                                          <p:attrName>ppt_h</p:attrName>
                                        </p:attrNameLst>
                                      </p:cBhvr>
                                      <p:tavLst>
                                        <p:tav tm="0">
                                          <p:val>
                                            <p:fltVal val="0"/>
                                          </p:val>
                                        </p:tav>
                                        <p:tav tm="100000">
                                          <p:val>
                                            <p:strVal val="#ppt_h"/>
                                          </p:val>
                                        </p:tav>
                                      </p:tavLst>
                                    </p:anim>
                                    <p:animEffect transition="in" filter="fade">
                                      <p:cBhvr>
                                        <p:cTn id="42" dur="500"/>
                                        <p:tgtEl>
                                          <p:spTgt spid="110"/>
                                        </p:tgtEl>
                                      </p:cBhvr>
                                    </p:animEffect>
                                  </p:childTnLst>
                                </p:cTn>
                              </p:par>
                            </p:childTnLst>
                          </p:cTn>
                        </p:par>
                        <p:par>
                          <p:cTn id="43" fill="hold">
                            <p:stCondLst>
                              <p:cond delay="4000"/>
                            </p:stCondLst>
                            <p:childTnLst>
                              <p:par>
                                <p:cTn id="44" presetID="12" presetClass="entr" presetSubtype="8" fill="hold" grpId="0" nodeType="afterEffect">
                                  <p:stCondLst>
                                    <p:cond delay="0"/>
                                  </p:stCondLst>
                                  <p:childTnLst>
                                    <p:set>
                                      <p:cBhvr>
                                        <p:cTn id="45" dur="1" fill="hold">
                                          <p:stCondLst>
                                            <p:cond delay="0"/>
                                          </p:stCondLst>
                                        </p:cTn>
                                        <p:tgtEl>
                                          <p:spTgt spid="75"/>
                                        </p:tgtEl>
                                        <p:attrNameLst>
                                          <p:attrName>style.visibility</p:attrName>
                                        </p:attrNameLst>
                                      </p:cBhvr>
                                      <p:to>
                                        <p:strVal val="visible"/>
                                      </p:to>
                                    </p:set>
                                    <p:animEffect transition="in" filter="slide(fromLeft)">
                                      <p:cBhvr>
                                        <p:cTn id="46" dur="500"/>
                                        <p:tgtEl>
                                          <p:spTgt spid="75"/>
                                        </p:tgtEl>
                                      </p:cBhvr>
                                    </p:animEffect>
                                  </p:childTnLst>
                                </p:cTn>
                              </p:par>
                            </p:childTnLst>
                          </p:cTn>
                        </p:par>
                        <p:par>
                          <p:cTn id="47" fill="hold">
                            <p:stCondLst>
                              <p:cond delay="4500"/>
                            </p:stCondLst>
                            <p:childTnLst>
                              <p:par>
                                <p:cTn id="48" presetID="2" presetClass="entr" presetSubtype="8" fill="hold" grpId="0" nodeType="afterEffect">
                                  <p:stCondLst>
                                    <p:cond delay="0"/>
                                  </p:stCondLst>
                                  <p:childTnLst>
                                    <p:set>
                                      <p:cBhvr>
                                        <p:cTn id="49" dur="1" fill="hold">
                                          <p:stCondLst>
                                            <p:cond delay="0"/>
                                          </p:stCondLst>
                                        </p:cTn>
                                        <p:tgtEl>
                                          <p:spTgt spid="67"/>
                                        </p:tgtEl>
                                        <p:attrNameLst>
                                          <p:attrName>style.visibility</p:attrName>
                                        </p:attrNameLst>
                                      </p:cBhvr>
                                      <p:to>
                                        <p:strVal val="visible"/>
                                      </p:to>
                                    </p:set>
                                    <p:anim calcmode="lin" valueType="num">
                                      <p:cBhvr additive="base">
                                        <p:cTn id="50" dur="500" fill="hold"/>
                                        <p:tgtEl>
                                          <p:spTgt spid="67"/>
                                        </p:tgtEl>
                                        <p:attrNameLst>
                                          <p:attrName>ppt_x</p:attrName>
                                        </p:attrNameLst>
                                      </p:cBhvr>
                                      <p:tavLst>
                                        <p:tav tm="0">
                                          <p:val>
                                            <p:strVal val="0-#ppt_w/2"/>
                                          </p:val>
                                        </p:tav>
                                        <p:tav tm="100000">
                                          <p:val>
                                            <p:strVal val="#ppt_x"/>
                                          </p:val>
                                        </p:tav>
                                      </p:tavLst>
                                    </p:anim>
                                    <p:anim calcmode="lin" valueType="num">
                                      <p:cBhvr additive="base">
                                        <p:cTn id="51" dur="500" fill="hold"/>
                                        <p:tgtEl>
                                          <p:spTgt spid="67"/>
                                        </p:tgtEl>
                                        <p:attrNameLst>
                                          <p:attrName>ppt_y</p:attrName>
                                        </p:attrNameLst>
                                      </p:cBhvr>
                                      <p:tavLst>
                                        <p:tav tm="0">
                                          <p:val>
                                            <p:strVal val="#ppt_y"/>
                                          </p:val>
                                        </p:tav>
                                        <p:tav tm="100000">
                                          <p:val>
                                            <p:strVal val="#ppt_y"/>
                                          </p:val>
                                        </p:tav>
                                      </p:tavLst>
                                    </p:anim>
                                  </p:childTnLst>
                                </p:cTn>
                              </p:par>
                            </p:childTnLst>
                          </p:cTn>
                        </p:par>
                        <p:par>
                          <p:cTn id="52" fill="hold">
                            <p:stCondLst>
                              <p:cond delay="5000"/>
                            </p:stCondLst>
                            <p:childTnLst>
                              <p:par>
                                <p:cTn id="53" presetID="12" presetClass="entr" presetSubtype="8" fill="hold" grpId="0" nodeType="afterEffect">
                                  <p:stCondLst>
                                    <p:cond delay="0"/>
                                  </p:stCondLst>
                                  <p:childTnLst>
                                    <p:set>
                                      <p:cBhvr>
                                        <p:cTn id="54" dur="1" fill="hold">
                                          <p:stCondLst>
                                            <p:cond delay="0"/>
                                          </p:stCondLst>
                                        </p:cTn>
                                        <p:tgtEl>
                                          <p:spTgt spid="102"/>
                                        </p:tgtEl>
                                        <p:attrNameLst>
                                          <p:attrName>style.visibility</p:attrName>
                                        </p:attrNameLst>
                                      </p:cBhvr>
                                      <p:to>
                                        <p:strVal val="visible"/>
                                      </p:to>
                                    </p:set>
                                    <p:animEffect transition="in" filter="slide(fromLeft)">
                                      <p:cBhvr>
                                        <p:cTn id="55" dur="500"/>
                                        <p:tgtEl>
                                          <p:spTgt spid="102"/>
                                        </p:tgtEl>
                                      </p:cBhvr>
                                    </p:animEffect>
                                  </p:childTnLst>
                                </p:cTn>
                              </p:par>
                            </p:childTnLst>
                          </p:cTn>
                        </p:par>
                        <p:par>
                          <p:cTn id="56" fill="hold">
                            <p:stCondLst>
                              <p:cond delay="5500"/>
                            </p:stCondLst>
                            <p:childTnLst>
                              <p:par>
                                <p:cTn id="57" presetID="53" presetClass="entr" presetSubtype="0" fill="hold" grpId="0" nodeType="afterEffect">
                                  <p:stCondLst>
                                    <p:cond delay="0"/>
                                  </p:stCondLst>
                                  <p:childTnLst>
                                    <p:set>
                                      <p:cBhvr>
                                        <p:cTn id="58" dur="1" fill="hold">
                                          <p:stCondLst>
                                            <p:cond delay="0"/>
                                          </p:stCondLst>
                                        </p:cTn>
                                        <p:tgtEl>
                                          <p:spTgt spid="111"/>
                                        </p:tgtEl>
                                        <p:attrNameLst>
                                          <p:attrName>style.visibility</p:attrName>
                                        </p:attrNameLst>
                                      </p:cBhvr>
                                      <p:to>
                                        <p:strVal val="visible"/>
                                      </p:to>
                                    </p:set>
                                    <p:anim calcmode="lin" valueType="num">
                                      <p:cBhvr>
                                        <p:cTn id="59" dur="500" fill="hold"/>
                                        <p:tgtEl>
                                          <p:spTgt spid="111"/>
                                        </p:tgtEl>
                                        <p:attrNameLst>
                                          <p:attrName>ppt_w</p:attrName>
                                        </p:attrNameLst>
                                      </p:cBhvr>
                                      <p:tavLst>
                                        <p:tav tm="0">
                                          <p:val>
                                            <p:fltVal val="0"/>
                                          </p:val>
                                        </p:tav>
                                        <p:tav tm="100000">
                                          <p:val>
                                            <p:strVal val="#ppt_w"/>
                                          </p:val>
                                        </p:tav>
                                      </p:tavLst>
                                    </p:anim>
                                    <p:anim calcmode="lin" valueType="num">
                                      <p:cBhvr>
                                        <p:cTn id="60" dur="500" fill="hold"/>
                                        <p:tgtEl>
                                          <p:spTgt spid="111"/>
                                        </p:tgtEl>
                                        <p:attrNameLst>
                                          <p:attrName>ppt_h</p:attrName>
                                        </p:attrNameLst>
                                      </p:cBhvr>
                                      <p:tavLst>
                                        <p:tav tm="0">
                                          <p:val>
                                            <p:fltVal val="0"/>
                                          </p:val>
                                        </p:tav>
                                        <p:tav tm="100000">
                                          <p:val>
                                            <p:strVal val="#ppt_h"/>
                                          </p:val>
                                        </p:tav>
                                      </p:tavLst>
                                    </p:anim>
                                    <p:animEffect transition="in" filter="fade">
                                      <p:cBhvr>
                                        <p:cTn id="61" dur="500"/>
                                        <p:tgtEl>
                                          <p:spTgt spid="111"/>
                                        </p:tgtEl>
                                      </p:cBhvr>
                                    </p:animEffect>
                                  </p:childTnLst>
                                </p:cTn>
                              </p:par>
                            </p:childTnLst>
                          </p:cTn>
                        </p:par>
                        <p:par>
                          <p:cTn id="62" fill="hold">
                            <p:stCondLst>
                              <p:cond delay="6000"/>
                            </p:stCondLst>
                            <p:childTnLst>
                              <p:par>
                                <p:cTn id="63" presetID="12" presetClass="entr" presetSubtype="8" fill="hold" grpId="0" nodeType="afterEffect">
                                  <p:stCondLst>
                                    <p:cond delay="0"/>
                                  </p:stCondLst>
                                  <p:childTnLst>
                                    <p:set>
                                      <p:cBhvr>
                                        <p:cTn id="64" dur="1" fill="hold">
                                          <p:stCondLst>
                                            <p:cond delay="0"/>
                                          </p:stCondLst>
                                        </p:cTn>
                                        <p:tgtEl>
                                          <p:spTgt spid="78"/>
                                        </p:tgtEl>
                                        <p:attrNameLst>
                                          <p:attrName>style.visibility</p:attrName>
                                        </p:attrNameLst>
                                      </p:cBhvr>
                                      <p:to>
                                        <p:strVal val="visible"/>
                                      </p:to>
                                    </p:set>
                                    <p:animEffect transition="in" filter="slide(fromLeft)">
                                      <p:cBhvr>
                                        <p:cTn id="65" dur="500"/>
                                        <p:tgtEl>
                                          <p:spTgt spid="78"/>
                                        </p:tgtEl>
                                      </p:cBhvr>
                                    </p:animEffect>
                                  </p:childTnLst>
                                </p:cTn>
                              </p:par>
                            </p:childTnLst>
                          </p:cTn>
                        </p:par>
                        <p:par>
                          <p:cTn id="66" fill="hold">
                            <p:stCondLst>
                              <p:cond delay="6500"/>
                            </p:stCondLst>
                            <p:childTnLst>
                              <p:par>
                                <p:cTn id="67" presetID="2" presetClass="entr" presetSubtype="8" fill="hold" grpId="0" nodeType="afterEffect">
                                  <p:stCondLst>
                                    <p:cond delay="0"/>
                                  </p:stCondLst>
                                  <p:childTnLst>
                                    <p:set>
                                      <p:cBhvr>
                                        <p:cTn id="68" dur="1" fill="hold">
                                          <p:stCondLst>
                                            <p:cond delay="0"/>
                                          </p:stCondLst>
                                        </p:cTn>
                                        <p:tgtEl>
                                          <p:spTgt spid="70"/>
                                        </p:tgtEl>
                                        <p:attrNameLst>
                                          <p:attrName>style.visibility</p:attrName>
                                        </p:attrNameLst>
                                      </p:cBhvr>
                                      <p:to>
                                        <p:strVal val="visible"/>
                                      </p:to>
                                    </p:set>
                                    <p:anim calcmode="lin" valueType="num">
                                      <p:cBhvr additive="base">
                                        <p:cTn id="69" dur="500" fill="hold"/>
                                        <p:tgtEl>
                                          <p:spTgt spid="70"/>
                                        </p:tgtEl>
                                        <p:attrNameLst>
                                          <p:attrName>ppt_x</p:attrName>
                                        </p:attrNameLst>
                                      </p:cBhvr>
                                      <p:tavLst>
                                        <p:tav tm="0">
                                          <p:val>
                                            <p:strVal val="0-#ppt_w/2"/>
                                          </p:val>
                                        </p:tav>
                                        <p:tav tm="100000">
                                          <p:val>
                                            <p:strVal val="#ppt_x"/>
                                          </p:val>
                                        </p:tav>
                                      </p:tavLst>
                                    </p:anim>
                                    <p:anim calcmode="lin" valueType="num">
                                      <p:cBhvr additive="base">
                                        <p:cTn id="70" dur="500" fill="hold"/>
                                        <p:tgtEl>
                                          <p:spTgt spid="70"/>
                                        </p:tgtEl>
                                        <p:attrNameLst>
                                          <p:attrName>ppt_y</p:attrName>
                                        </p:attrNameLst>
                                      </p:cBhvr>
                                      <p:tavLst>
                                        <p:tav tm="0">
                                          <p:val>
                                            <p:strVal val="#ppt_y"/>
                                          </p:val>
                                        </p:tav>
                                        <p:tav tm="100000">
                                          <p:val>
                                            <p:strVal val="#ppt_y"/>
                                          </p:val>
                                        </p:tav>
                                      </p:tavLst>
                                    </p:anim>
                                  </p:childTnLst>
                                </p:cTn>
                              </p:par>
                            </p:childTnLst>
                          </p:cTn>
                        </p:par>
                        <p:par>
                          <p:cTn id="71" fill="hold">
                            <p:stCondLst>
                              <p:cond delay="7000"/>
                            </p:stCondLst>
                            <p:childTnLst>
                              <p:par>
                                <p:cTn id="72" presetID="12" presetClass="entr" presetSubtype="8" fill="hold" grpId="0" nodeType="afterEffect">
                                  <p:stCondLst>
                                    <p:cond delay="0"/>
                                  </p:stCondLst>
                                  <p:childTnLst>
                                    <p:set>
                                      <p:cBhvr>
                                        <p:cTn id="73" dur="1" fill="hold">
                                          <p:stCondLst>
                                            <p:cond delay="0"/>
                                          </p:stCondLst>
                                        </p:cTn>
                                        <p:tgtEl>
                                          <p:spTgt spid="103"/>
                                        </p:tgtEl>
                                        <p:attrNameLst>
                                          <p:attrName>style.visibility</p:attrName>
                                        </p:attrNameLst>
                                      </p:cBhvr>
                                      <p:to>
                                        <p:strVal val="visible"/>
                                      </p:to>
                                    </p:set>
                                    <p:animEffect transition="in" filter="slide(fromLeft)">
                                      <p:cBhvr>
                                        <p:cTn id="74" dur="500"/>
                                        <p:tgtEl>
                                          <p:spTgt spid="103"/>
                                        </p:tgtEl>
                                      </p:cBhvr>
                                    </p:animEffect>
                                  </p:childTnLst>
                                </p:cTn>
                              </p:par>
                            </p:childTnLst>
                          </p:cTn>
                        </p:par>
                        <p:par>
                          <p:cTn id="75" fill="hold">
                            <p:stCondLst>
                              <p:cond delay="7500"/>
                            </p:stCondLst>
                            <p:childTnLst>
                              <p:par>
                                <p:cTn id="76" presetID="53" presetClass="entr" presetSubtype="0" fill="hold" grpId="0" nodeType="afterEffect">
                                  <p:stCondLst>
                                    <p:cond delay="0"/>
                                  </p:stCondLst>
                                  <p:childTnLst>
                                    <p:set>
                                      <p:cBhvr>
                                        <p:cTn id="77" dur="1" fill="hold">
                                          <p:stCondLst>
                                            <p:cond delay="0"/>
                                          </p:stCondLst>
                                        </p:cTn>
                                        <p:tgtEl>
                                          <p:spTgt spid="112"/>
                                        </p:tgtEl>
                                        <p:attrNameLst>
                                          <p:attrName>style.visibility</p:attrName>
                                        </p:attrNameLst>
                                      </p:cBhvr>
                                      <p:to>
                                        <p:strVal val="visible"/>
                                      </p:to>
                                    </p:set>
                                    <p:anim calcmode="lin" valueType="num">
                                      <p:cBhvr>
                                        <p:cTn id="78" dur="500" fill="hold"/>
                                        <p:tgtEl>
                                          <p:spTgt spid="112"/>
                                        </p:tgtEl>
                                        <p:attrNameLst>
                                          <p:attrName>ppt_w</p:attrName>
                                        </p:attrNameLst>
                                      </p:cBhvr>
                                      <p:tavLst>
                                        <p:tav tm="0">
                                          <p:val>
                                            <p:fltVal val="0"/>
                                          </p:val>
                                        </p:tav>
                                        <p:tav tm="100000">
                                          <p:val>
                                            <p:strVal val="#ppt_w"/>
                                          </p:val>
                                        </p:tav>
                                      </p:tavLst>
                                    </p:anim>
                                    <p:anim calcmode="lin" valueType="num">
                                      <p:cBhvr>
                                        <p:cTn id="79" dur="500" fill="hold"/>
                                        <p:tgtEl>
                                          <p:spTgt spid="112"/>
                                        </p:tgtEl>
                                        <p:attrNameLst>
                                          <p:attrName>ppt_h</p:attrName>
                                        </p:attrNameLst>
                                      </p:cBhvr>
                                      <p:tavLst>
                                        <p:tav tm="0">
                                          <p:val>
                                            <p:fltVal val="0"/>
                                          </p:val>
                                        </p:tav>
                                        <p:tav tm="100000">
                                          <p:val>
                                            <p:strVal val="#ppt_h"/>
                                          </p:val>
                                        </p:tav>
                                      </p:tavLst>
                                    </p:anim>
                                    <p:animEffect transition="in" filter="fade">
                                      <p:cBhvr>
                                        <p:cTn id="80" dur="500"/>
                                        <p:tgtEl>
                                          <p:spTgt spid="112"/>
                                        </p:tgtEl>
                                      </p:cBhvr>
                                    </p:animEffect>
                                  </p:childTnLst>
                                </p:cTn>
                              </p:par>
                            </p:childTnLst>
                          </p:cTn>
                        </p:par>
                        <p:par>
                          <p:cTn id="81" fill="hold">
                            <p:stCondLst>
                              <p:cond delay="8000"/>
                            </p:stCondLst>
                            <p:childTnLst>
                              <p:par>
                                <p:cTn id="82" presetID="12" presetClass="entr" presetSubtype="8" fill="hold" grpId="0" nodeType="afterEffect">
                                  <p:stCondLst>
                                    <p:cond delay="0"/>
                                  </p:stCondLst>
                                  <p:childTnLst>
                                    <p:set>
                                      <p:cBhvr>
                                        <p:cTn id="83" dur="1" fill="hold">
                                          <p:stCondLst>
                                            <p:cond delay="0"/>
                                          </p:stCondLst>
                                        </p:cTn>
                                        <p:tgtEl>
                                          <p:spTgt spid="79"/>
                                        </p:tgtEl>
                                        <p:attrNameLst>
                                          <p:attrName>style.visibility</p:attrName>
                                        </p:attrNameLst>
                                      </p:cBhvr>
                                      <p:to>
                                        <p:strVal val="visible"/>
                                      </p:to>
                                    </p:set>
                                    <p:animEffect transition="in" filter="slide(fromLeft)">
                                      <p:cBhvr>
                                        <p:cTn id="84" dur="500"/>
                                        <p:tgtEl>
                                          <p:spTgt spid="79"/>
                                        </p:tgtEl>
                                      </p:cBhvr>
                                    </p:animEffect>
                                  </p:childTnLst>
                                </p:cTn>
                              </p:par>
                            </p:childTnLst>
                          </p:cTn>
                        </p:par>
                        <p:par>
                          <p:cTn id="85" fill="hold">
                            <p:stCondLst>
                              <p:cond delay="8500"/>
                            </p:stCondLst>
                            <p:childTnLst>
                              <p:par>
                                <p:cTn id="86" presetID="53" presetClass="entr" presetSubtype="0" fill="hold" grpId="0" nodeType="afterEffect">
                                  <p:stCondLst>
                                    <p:cond delay="0"/>
                                  </p:stCondLst>
                                  <p:childTnLst>
                                    <p:set>
                                      <p:cBhvr>
                                        <p:cTn id="87" dur="1" fill="hold">
                                          <p:stCondLst>
                                            <p:cond delay="0"/>
                                          </p:stCondLst>
                                        </p:cTn>
                                        <p:tgtEl>
                                          <p:spTgt spid="72"/>
                                        </p:tgtEl>
                                        <p:attrNameLst>
                                          <p:attrName>style.visibility</p:attrName>
                                        </p:attrNameLst>
                                      </p:cBhvr>
                                      <p:to>
                                        <p:strVal val="visible"/>
                                      </p:to>
                                    </p:set>
                                    <p:anim calcmode="lin" valueType="num">
                                      <p:cBhvr>
                                        <p:cTn id="88" dur="500" fill="hold"/>
                                        <p:tgtEl>
                                          <p:spTgt spid="72"/>
                                        </p:tgtEl>
                                        <p:attrNameLst>
                                          <p:attrName>ppt_w</p:attrName>
                                        </p:attrNameLst>
                                      </p:cBhvr>
                                      <p:tavLst>
                                        <p:tav tm="0">
                                          <p:val>
                                            <p:fltVal val="0"/>
                                          </p:val>
                                        </p:tav>
                                        <p:tav tm="100000">
                                          <p:val>
                                            <p:strVal val="#ppt_w"/>
                                          </p:val>
                                        </p:tav>
                                      </p:tavLst>
                                    </p:anim>
                                    <p:anim calcmode="lin" valueType="num">
                                      <p:cBhvr>
                                        <p:cTn id="89" dur="500" fill="hold"/>
                                        <p:tgtEl>
                                          <p:spTgt spid="72"/>
                                        </p:tgtEl>
                                        <p:attrNameLst>
                                          <p:attrName>ppt_h</p:attrName>
                                        </p:attrNameLst>
                                      </p:cBhvr>
                                      <p:tavLst>
                                        <p:tav tm="0">
                                          <p:val>
                                            <p:fltVal val="0"/>
                                          </p:val>
                                        </p:tav>
                                        <p:tav tm="100000">
                                          <p:val>
                                            <p:strVal val="#ppt_h"/>
                                          </p:val>
                                        </p:tav>
                                      </p:tavLst>
                                    </p:anim>
                                    <p:animEffect transition="in" filter="fade">
                                      <p:cBhvr>
                                        <p:cTn id="90" dur="500"/>
                                        <p:tgtEl>
                                          <p:spTgt spid="72"/>
                                        </p:tgtEl>
                                      </p:cBhvr>
                                    </p:animEffect>
                                  </p:childTnLst>
                                </p:cTn>
                              </p:par>
                            </p:childTnLst>
                          </p:cTn>
                        </p:par>
                        <p:par>
                          <p:cTn id="91" fill="hold">
                            <p:stCondLst>
                              <p:cond delay="9000"/>
                            </p:stCondLst>
                            <p:childTnLst>
                              <p:par>
                                <p:cTn id="92" presetID="2" presetClass="entr" presetSubtype="4" accel="50000" decel="50000" fill="hold" nodeType="afterEffect">
                                  <p:stCondLst>
                                    <p:cond delay="0"/>
                                  </p:stCondLst>
                                  <p:childTnLst>
                                    <p:set>
                                      <p:cBhvr>
                                        <p:cTn id="93" dur="1" fill="hold">
                                          <p:stCondLst>
                                            <p:cond delay="0"/>
                                          </p:stCondLst>
                                        </p:cTn>
                                        <p:tgtEl>
                                          <p:spTgt spid="3"/>
                                        </p:tgtEl>
                                        <p:attrNameLst>
                                          <p:attrName>style.visibility</p:attrName>
                                        </p:attrNameLst>
                                      </p:cBhvr>
                                      <p:to>
                                        <p:strVal val="visible"/>
                                      </p:to>
                                    </p:set>
                                    <p:anim calcmode="lin" valueType="num">
                                      <p:cBhvr additive="base">
                                        <p:cTn id="94" dur="500" fill="hold"/>
                                        <p:tgtEl>
                                          <p:spTgt spid="3"/>
                                        </p:tgtEl>
                                        <p:attrNameLst>
                                          <p:attrName>ppt_x</p:attrName>
                                        </p:attrNameLst>
                                      </p:cBhvr>
                                      <p:tavLst>
                                        <p:tav tm="0">
                                          <p:val>
                                            <p:strVal val="#ppt_x"/>
                                          </p:val>
                                        </p:tav>
                                        <p:tav tm="100000">
                                          <p:val>
                                            <p:strVal val="#ppt_x"/>
                                          </p:val>
                                        </p:tav>
                                      </p:tavLst>
                                    </p:anim>
                                    <p:anim calcmode="lin" valueType="num">
                                      <p:cBhvr additive="base">
                                        <p:cTn id="95" dur="500" fill="hold"/>
                                        <p:tgtEl>
                                          <p:spTgt spid="3"/>
                                        </p:tgtEl>
                                        <p:attrNameLst>
                                          <p:attrName>ppt_y</p:attrName>
                                        </p:attrNameLst>
                                      </p:cBhvr>
                                      <p:tavLst>
                                        <p:tav tm="0">
                                          <p:val>
                                            <p:strVal val="1+#ppt_h/2"/>
                                          </p:val>
                                        </p:tav>
                                        <p:tav tm="100000">
                                          <p:val>
                                            <p:strVal val="#ppt_y"/>
                                          </p:val>
                                        </p:tav>
                                      </p:tavLst>
                                    </p:anim>
                                  </p:childTnLst>
                                </p:cTn>
                              </p:par>
                            </p:childTnLst>
                          </p:cTn>
                        </p:par>
                        <p:par>
                          <p:cTn id="96" fill="hold">
                            <p:stCondLst>
                              <p:cond delay="9500"/>
                            </p:stCondLst>
                            <p:childTnLst>
                              <p:par>
                                <p:cTn id="97" presetID="53" presetClass="entr" presetSubtype="0" fill="hold" grpId="0" nodeType="afterEffect">
                                  <p:stCondLst>
                                    <p:cond delay="0"/>
                                  </p:stCondLst>
                                  <p:childTnLst>
                                    <p:set>
                                      <p:cBhvr>
                                        <p:cTn id="98" dur="1" fill="hold">
                                          <p:stCondLst>
                                            <p:cond delay="0"/>
                                          </p:stCondLst>
                                        </p:cTn>
                                        <p:tgtEl>
                                          <p:spTgt spid="80"/>
                                        </p:tgtEl>
                                        <p:attrNameLst>
                                          <p:attrName>style.visibility</p:attrName>
                                        </p:attrNameLst>
                                      </p:cBhvr>
                                      <p:to>
                                        <p:strVal val="visible"/>
                                      </p:to>
                                    </p:set>
                                    <p:anim calcmode="lin" valueType="num">
                                      <p:cBhvr>
                                        <p:cTn id="99" dur="500" fill="hold"/>
                                        <p:tgtEl>
                                          <p:spTgt spid="80"/>
                                        </p:tgtEl>
                                        <p:attrNameLst>
                                          <p:attrName>ppt_w</p:attrName>
                                        </p:attrNameLst>
                                      </p:cBhvr>
                                      <p:tavLst>
                                        <p:tav tm="0">
                                          <p:val>
                                            <p:fltVal val="0"/>
                                          </p:val>
                                        </p:tav>
                                        <p:tav tm="100000">
                                          <p:val>
                                            <p:strVal val="#ppt_w"/>
                                          </p:val>
                                        </p:tav>
                                      </p:tavLst>
                                    </p:anim>
                                    <p:anim calcmode="lin" valueType="num">
                                      <p:cBhvr>
                                        <p:cTn id="100" dur="500" fill="hold"/>
                                        <p:tgtEl>
                                          <p:spTgt spid="80"/>
                                        </p:tgtEl>
                                        <p:attrNameLst>
                                          <p:attrName>ppt_h</p:attrName>
                                        </p:attrNameLst>
                                      </p:cBhvr>
                                      <p:tavLst>
                                        <p:tav tm="0">
                                          <p:val>
                                            <p:fltVal val="0"/>
                                          </p:val>
                                        </p:tav>
                                        <p:tav tm="100000">
                                          <p:val>
                                            <p:strVal val="#ppt_h"/>
                                          </p:val>
                                        </p:tav>
                                      </p:tavLst>
                                    </p:anim>
                                    <p:animEffect transition="in" filter="fade">
                                      <p:cBhvr>
                                        <p:cTn id="101" dur="500"/>
                                        <p:tgtEl>
                                          <p:spTgt spid="80"/>
                                        </p:tgtEl>
                                      </p:cBhvr>
                                    </p:animEffect>
                                  </p:childTnLst>
                                </p:cTn>
                              </p:par>
                            </p:childTnLst>
                          </p:cTn>
                        </p:par>
                        <p:par>
                          <p:cTn id="102" fill="hold">
                            <p:stCondLst>
                              <p:cond delay="10000"/>
                            </p:stCondLst>
                            <p:childTnLst>
                              <p:par>
                                <p:cTn id="103" presetID="2" presetClass="entr" presetSubtype="4" accel="50000" decel="50000" fill="hold" nodeType="afterEffect">
                                  <p:stCondLst>
                                    <p:cond delay="0"/>
                                  </p:stCondLst>
                                  <p:childTnLst>
                                    <p:set>
                                      <p:cBhvr>
                                        <p:cTn id="104" dur="1" fill="hold">
                                          <p:stCondLst>
                                            <p:cond delay="0"/>
                                          </p:stCondLst>
                                        </p:cTn>
                                        <p:tgtEl>
                                          <p:spTgt spid="5"/>
                                        </p:tgtEl>
                                        <p:attrNameLst>
                                          <p:attrName>style.visibility</p:attrName>
                                        </p:attrNameLst>
                                      </p:cBhvr>
                                      <p:to>
                                        <p:strVal val="visible"/>
                                      </p:to>
                                    </p:set>
                                    <p:anim calcmode="lin" valueType="num">
                                      <p:cBhvr additive="base">
                                        <p:cTn id="105" dur="500" fill="hold"/>
                                        <p:tgtEl>
                                          <p:spTgt spid="5"/>
                                        </p:tgtEl>
                                        <p:attrNameLst>
                                          <p:attrName>ppt_x</p:attrName>
                                        </p:attrNameLst>
                                      </p:cBhvr>
                                      <p:tavLst>
                                        <p:tav tm="0">
                                          <p:val>
                                            <p:strVal val="#ppt_x"/>
                                          </p:val>
                                        </p:tav>
                                        <p:tav tm="100000">
                                          <p:val>
                                            <p:strVal val="#ppt_x"/>
                                          </p:val>
                                        </p:tav>
                                      </p:tavLst>
                                    </p:anim>
                                    <p:anim calcmode="lin" valueType="num">
                                      <p:cBhvr additive="base">
                                        <p:cTn id="106" dur="500" fill="hold"/>
                                        <p:tgtEl>
                                          <p:spTgt spid="5"/>
                                        </p:tgtEl>
                                        <p:attrNameLst>
                                          <p:attrName>ppt_y</p:attrName>
                                        </p:attrNameLst>
                                      </p:cBhvr>
                                      <p:tavLst>
                                        <p:tav tm="0">
                                          <p:val>
                                            <p:strVal val="1+#ppt_h/2"/>
                                          </p:val>
                                        </p:tav>
                                        <p:tav tm="100000">
                                          <p:val>
                                            <p:strVal val="#ppt_y"/>
                                          </p:val>
                                        </p:tav>
                                      </p:tavLst>
                                    </p:anim>
                                  </p:childTnLst>
                                </p:cTn>
                              </p:par>
                            </p:childTnLst>
                          </p:cTn>
                        </p:par>
                        <p:par>
                          <p:cTn id="107" fill="hold">
                            <p:stCondLst>
                              <p:cond delay="10500"/>
                            </p:stCondLst>
                            <p:childTnLst>
                              <p:par>
                                <p:cTn id="108" presetID="53" presetClass="entr" presetSubtype="0" fill="hold" grpId="0" nodeType="afterEffect">
                                  <p:stCondLst>
                                    <p:cond delay="0"/>
                                  </p:stCondLst>
                                  <p:childTnLst>
                                    <p:set>
                                      <p:cBhvr>
                                        <p:cTn id="109" dur="1" fill="hold">
                                          <p:stCondLst>
                                            <p:cond delay="0"/>
                                          </p:stCondLst>
                                        </p:cTn>
                                        <p:tgtEl>
                                          <p:spTgt spid="81"/>
                                        </p:tgtEl>
                                        <p:attrNameLst>
                                          <p:attrName>style.visibility</p:attrName>
                                        </p:attrNameLst>
                                      </p:cBhvr>
                                      <p:to>
                                        <p:strVal val="visible"/>
                                      </p:to>
                                    </p:set>
                                    <p:anim calcmode="lin" valueType="num">
                                      <p:cBhvr>
                                        <p:cTn id="110" dur="500" fill="hold"/>
                                        <p:tgtEl>
                                          <p:spTgt spid="81"/>
                                        </p:tgtEl>
                                        <p:attrNameLst>
                                          <p:attrName>ppt_w</p:attrName>
                                        </p:attrNameLst>
                                      </p:cBhvr>
                                      <p:tavLst>
                                        <p:tav tm="0">
                                          <p:val>
                                            <p:fltVal val="0"/>
                                          </p:val>
                                        </p:tav>
                                        <p:tav tm="100000">
                                          <p:val>
                                            <p:strVal val="#ppt_w"/>
                                          </p:val>
                                        </p:tav>
                                      </p:tavLst>
                                    </p:anim>
                                    <p:anim calcmode="lin" valueType="num">
                                      <p:cBhvr>
                                        <p:cTn id="111" dur="500" fill="hold"/>
                                        <p:tgtEl>
                                          <p:spTgt spid="81"/>
                                        </p:tgtEl>
                                        <p:attrNameLst>
                                          <p:attrName>ppt_h</p:attrName>
                                        </p:attrNameLst>
                                      </p:cBhvr>
                                      <p:tavLst>
                                        <p:tav tm="0">
                                          <p:val>
                                            <p:fltVal val="0"/>
                                          </p:val>
                                        </p:tav>
                                        <p:tav tm="100000">
                                          <p:val>
                                            <p:strVal val="#ppt_h"/>
                                          </p:val>
                                        </p:tav>
                                      </p:tavLst>
                                    </p:anim>
                                    <p:animEffect transition="in" filter="fade">
                                      <p:cBhvr>
                                        <p:cTn id="112" dur="500"/>
                                        <p:tgtEl>
                                          <p:spTgt spid="81"/>
                                        </p:tgtEl>
                                      </p:cBhvr>
                                    </p:animEffect>
                                  </p:childTnLst>
                                </p:cTn>
                              </p:par>
                            </p:childTnLst>
                          </p:cTn>
                        </p:par>
                        <p:par>
                          <p:cTn id="113" fill="hold">
                            <p:stCondLst>
                              <p:cond delay="11000"/>
                            </p:stCondLst>
                            <p:childTnLst>
                              <p:par>
                                <p:cTn id="114" presetID="2" presetClass="entr" presetSubtype="4" accel="50000" decel="50000" fill="hold" nodeType="afterEffect">
                                  <p:stCondLst>
                                    <p:cond delay="0"/>
                                  </p:stCondLst>
                                  <p:childTnLst>
                                    <p:set>
                                      <p:cBhvr>
                                        <p:cTn id="115" dur="1" fill="hold">
                                          <p:stCondLst>
                                            <p:cond delay="0"/>
                                          </p:stCondLst>
                                        </p:cTn>
                                        <p:tgtEl>
                                          <p:spTgt spid="6"/>
                                        </p:tgtEl>
                                        <p:attrNameLst>
                                          <p:attrName>style.visibility</p:attrName>
                                        </p:attrNameLst>
                                      </p:cBhvr>
                                      <p:to>
                                        <p:strVal val="visible"/>
                                      </p:to>
                                    </p:set>
                                    <p:anim calcmode="lin" valueType="num">
                                      <p:cBhvr additive="base">
                                        <p:cTn id="116" dur="500" fill="hold"/>
                                        <p:tgtEl>
                                          <p:spTgt spid="6"/>
                                        </p:tgtEl>
                                        <p:attrNameLst>
                                          <p:attrName>ppt_x</p:attrName>
                                        </p:attrNameLst>
                                      </p:cBhvr>
                                      <p:tavLst>
                                        <p:tav tm="0">
                                          <p:val>
                                            <p:strVal val="#ppt_x"/>
                                          </p:val>
                                        </p:tav>
                                        <p:tav tm="100000">
                                          <p:val>
                                            <p:strVal val="#ppt_x"/>
                                          </p:val>
                                        </p:tav>
                                      </p:tavLst>
                                    </p:anim>
                                    <p:anim calcmode="lin" valueType="num">
                                      <p:cBhvr additive="base">
                                        <p:cTn id="117" dur="500" fill="hold"/>
                                        <p:tgtEl>
                                          <p:spTgt spid="6"/>
                                        </p:tgtEl>
                                        <p:attrNameLst>
                                          <p:attrName>ppt_y</p:attrName>
                                        </p:attrNameLst>
                                      </p:cBhvr>
                                      <p:tavLst>
                                        <p:tav tm="0">
                                          <p:val>
                                            <p:strVal val="1+#ppt_h/2"/>
                                          </p:val>
                                        </p:tav>
                                        <p:tav tm="100000">
                                          <p:val>
                                            <p:strVal val="#ppt_y"/>
                                          </p:val>
                                        </p:tav>
                                      </p:tavLst>
                                    </p:anim>
                                  </p:childTnLst>
                                </p:cTn>
                              </p:par>
                            </p:childTnLst>
                          </p:cTn>
                        </p:par>
                        <p:par>
                          <p:cTn id="118" fill="hold">
                            <p:stCondLst>
                              <p:cond delay="11500"/>
                            </p:stCondLst>
                            <p:childTnLst>
                              <p:par>
                                <p:cTn id="119" presetID="53" presetClass="entr" presetSubtype="0" fill="hold" grpId="0" nodeType="afterEffect">
                                  <p:stCondLst>
                                    <p:cond delay="0"/>
                                  </p:stCondLst>
                                  <p:childTnLst>
                                    <p:set>
                                      <p:cBhvr>
                                        <p:cTn id="120" dur="1" fill="hold">
                                          <p:stCondLst>
                                            <p:cond delay="0"/>
                                          </p:stCondLst>
                                        </p:cTn>
                                        <p:tgtEl>
                                          <p:spTgt spid="82"/>
                                        </p:tgtEl>
                                        <p:attrNameLst>
                                          <p:attrName>style.visibility</p:attrName>
                                        </p:attrNameLst>
                                      </p:cBhvr>
                                      <p:to>
                                        <p:strVal val="visible"/>
                                      </p:to>
                                    </p:set>
                                    <p:anim calcmode="lin" valueType="num">
                                      <p:cBhvr>
                                        <p:cTn id="121" dur="500" fill="hold"/>
                                        <p:tgtEl>
                                          <p:spTgt spid="82"/>
                                        </p:tgtEl>
                                        <p:attrNameLst>
                                          <p:attrName>ppt_w</p:attrName>
                                        </p:attrNameLst>
                                      </p:cBhvr>
                                      <p:tavLst>
                                        <p:tav tm="0">
                                          <p:val>
                                            <p:fltVal val="0"/>
                                          </p:val>
                                        </p:tav>
                                        <p:tav tm="100000">
                                          <p:val>
                                            <p:strVal val="#ppt_w"/>
                                          </p:val>
                                        </p:tav>
                                      </p:tavLst>
                                    </p:anim>
                                    <p:anim calcmode="lin" valueType="num">
                                      <p:cBhvr>
                                        <p:cTn id="122" dur="500" fill="hold"/>
                                        <p:tgtEl>
                                          <p:spTgt spid="82"/>
                                        </p:tgtEl>
                                        <p:attrNameLst>
                                          <p:attrName>ppt_h</p:attrName>
                                        </p:attrNameLst>
                                      </p:cBhvr>
                                      <p:tavLst>
                                        <p:tav tm="0">
                                          <p:val>
                                            <p:fltVal val="0"/>
                                          </p:val>
                                        </p:tav>
                                        <p:tav tm="100000">
                                          <p:val>
                                            <p:strVal val="#ppt_h"/>
                                          </p:val>
                                        </p:tav>
                                      </p:tavLst>
                                    </p:anim>
                                    <p:animEffect transition="in" filter="fade">
                                      <p:cBhvr>
                                        <p:cTn id="123" dur="500"/>
                                        <p:tgtEl>
                                          <p:spTgt spid="82"/>
                                        </p:tgtEl>
                                      </p:cBhvr>
                                    </p:animEffect>
                                  </p:childTnLst>
                                </p:cTn>
                              </p:par>
                            </p:childTnLst>
                          </p:cTn>
                        </p:par>
                        <p:par>
                          <p:cTn id="124" fill="hold">
                            <p:stCondLst>
                              <p:cond delay="12000"/>
                            </p:stCondLst>
                            <p:childTnLst>
                              <p:par>
                                <p:cTn id="125" presetID="2" presetClass="entr" presetSubtype="4" accel="50000" decel="50000" fill="hold" nodeType="afterEffect">
                                  <p:stCondLst>
                                    <p:cond delay="0"/>
                                  </p:stCondLst>
                                  <p:childTnLst>
                                    <p:set>
                                      <p:cBhvr>
                                        <p:cTn id="126" dur="1" fill="hold">
                                          <p:stCondLst>
                                            <p:cond delay="0"/>
                                          </p:stCondLst>
                                        </p:cTn>
                                        <p:tgtEl>
                                          <p:spTgt spid="7"/>
                                        </p:tgtEl>
                                        <p:attrNameLst>
                                          <p:attrName>style.visibility</p:attrName>
                                        </p:attrNameLst>
                                      </p:cBhvr>
                                      <p:to>
                                        <p:strVal val="visible"/>
                                      </p:to>
                                    </p:set>
                                    <p:anim calcmode="lin" valueType="num">
                                      <p:cBhvr additive="base">
                                        <p:cTn id="127" dur="500" fill="hold"/>
                                        <p:tgtEl>
                                          <p:spTgt spid="7"/>
                                        </p:tgtEl>
                                        <p:attrNameLst>
                                          <p:attrName>ppt_x</p:attrName>
                                        </p:attrNameLst>
                                      </p:cBhvr>
                                      <p:tavLst>
                                        <p:tav tm="0">
                                          <p:val>
                                            <p:strVal val="#ppt_x"/>
                                          </p:val>
                                        </p:tav>
                                        <p:tav tm="100000">
                                          <p:val>
                                            <p:strVal val="#ppt_x"/>
                                          </p:val>
                                        </p:tav>
                                      </p:tavLst>
                                    </p:anim>
                                    <p:anim calcmode="lin" valueType="num">
                                      <p:cBhvr additive="base">
                                        <p:cTn id="12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7" grpId="0" animBg="1"/>
      <p:bldP spid="70" grpId="0" animBg="1"/>
      <p:bldP spid="73" grpId="0" animBg="1"/>
      <p:bldP spid="75" grpId="0" animBg="1"/>
      <p:bldP spid="78" grpId="0" animBg="1"/>
      <p:bldP spid="79" grpId="0" animBg="1"/>
      <p:bldP spid="72" grpId="0" animBg="1"/>
      <p:bldP spid="80" grpId="0" animBg="1"/>
      <p:bldP spid="81" grpId="0" animBg="1"/>
      <p:bldP spid="82" grpId="0" animBg="1"/>
      <p:bldP spid="99" grpId="0" animBg="1"/>
      <p:bldP spid="101" grpId="0" animBg="1"/>
      <p:bldP spid="102" grpId="0" animBg="1"/>
      <p:bldP spid="103" grpId="0" animBg="1"/>
      <p:bldP spid="108" grpId="0" animBg="1"/>
      <p:bldP spid="110" grpId="0" animBg="1"/>
      <p:bldP spid="111" grpId="0" animBg="1"/>
      <p:bldP spid="112"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63"/>
          <p:cNvGrpSpPr/>
          <p:nvPr/>
        </p:nvGrpSpPr>
        <p:grpSpPr>
          <a:xfrm>
            <a:off x="3832860" y="1499195"/>
            <a:ext cx="2010761" cy="363998"/>
            <a:chOff x="1707964" y="1276468"/>
            <a:chExt cx="2864036" cy="518462"/>
          </a:xfrm>
          <a:solidFill>
            <a:schemeClr val="tx2"/>
          </a:solidFill>
        </p:grpSpPr>
        <p:sp>
          <p:nvSpPr>
            <p:cNvPr id="66" name="Pentagon 65"/>
            <p:cNvSpPr/>
            <p:nvPr/>
          </p:nvSpPr>
          <p:spPr>
            <a:xfrm>
              <a:off x="1707964" y="1276468"/>
              <a:ext cx="2864036" cy="518462"/>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TextBox 66"/>
            <p:cNvSpPr txBox="1"/>
            <p:nvPr/>
          </p:nvSpPr>
          <p:spPr>
            <a:xfrm>
              <a:off x="3696843" y="1381812"/>
              <a:ext cx="447239" cy="307777"/>
            </a:xfrm>
            <a:prstGeom prst="rect">
              <a:avLst/>
            </a:prstGeom>
            <a:noFill/>
          </p:spPr>
          <p:txBody>
            <a:bodyPr wrap="none" lIns="0" tIns="0" rIns="0" bIns="0" rtlCol="0" anchor="ctr">
              <a:spAutoFit/>
            </a:bodyPr>
            <a:lstStyle/>
            <a:p>
              <a:pPr lvl="0" algn="ctr" defTabSz="914400">
                <a:spcBef>
                  <a:spcPct val="20000"/>
                </a:spcBef>
                <a:defRPr/>
              </a:pPr>
              <a:r>
                <a:rPr lang="en-US" sz="1400" b="1" dirty="0">
                  <a:solidFill>
                    <a:schemeClr val="bg1"/>
                  </a:solidFill>
                </a:rPr>
                <a:t>80%</a:t>
              </a:r>
              <a:endParaRPr lang="en-US" sz="1400" dirty="0">
                <a:solidFill>
                  <a:schemeClr val="bg1"/>
                </a:solidFill>
              </a:endParaRPr>
            </a:p>
          </p:txBody>
        </p:sp>
      </p:grpSp>
      <p:grpSp>
        <p:nvGrpSpPr>
          <p:cNvPr id="5" name="Group 67"/>
          <p:cNvGrpSpPr/>
          <p:nvPr/>
        </p:nvGrpSpPr>
        <p:grpSpPr>
          <a:xfrm>
            <a:off x="3832860" y="1905902"/>
            <a:ext cx="1646763" cy="363998"/>
            <a:chOff x="1707964" y="2110893"/>
            <a:chExt cx="2345573" cy="518462"/>
          </a:xfrm>
          <a:solidFill>
            <a:schemeClr val="bg2"/>
          </a:solidFill>
        </p:grpSpPr>
        <p:sp>
          <p:nvSpPr>
            <p:cNvPr id="69" name="Pentagon 68"/>
            <p:cNvSpPr/>
            <p:nvPr/>
          </p:nvSpPr>
          <p:spPr>
            <a:xfrm>
              <a:off x="1707964" y="2110893"/>
              <a:ext cx="2345573" cy="518462"/>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TextBox 86"/>
            <p:cNvSpPr txBox="1"/>
            <p:nvPr/>
          </p:nvSpPr>
          <p:spPr>
            <a:xfrm>
              <a:off x="3189432" y="2219301"/>
              <a:ext cx="447238" cy="307777"/>
            </a:xfrm>
            <a:prstGeom prst="rect">
              <a:avLst/>
            </a:prstGeom>
            <a:noFill/>
          </p:spPr>
          <p:txBody>
            <a:bodyPr wrap="none" lIns="0" tIns="0" rIns="0" bIns="0" rtlCol="0" anchor="ctr">
              <a:spAutoFit/>
            </a:bodyPr>
            <a:lstStyle/>
            <a:p>
              <a:pPr lvl="0" algn="ctr" defTabSz="914400">
                <a:spcBef>
                  <a:spcPct val="20000"/>
                </a:spcBef>
                <a:defRPr/>
              </a:pPr>
              <a:r>
                <a:rPr lang="en-US" sz="1400" b="1" dirty="0">
                  <a:solidFill>
                    <a:schemeClr val="bg1"/>
                  </a:solidFill>
                </a:rPr>
                <a:t>70%</a:t>
              </a:r>
              <a:endParaRPr lang="en-US" sz="1400" dirty="0">
                <a:solidFill>
                  <a:schemeClr val="bg1"/>
                </a:solidFill>
              </a:endParaRPr>
            </a:p>
          </p:txBody>
        </p:sp>
      </p:grpSp>
      <p:grpSp>
        <p:nvGrpSpPr>
          <p:cNvPr id="6" name="Group 87"/>
          <p:cNvGrpSpPr/>
          <p:nvPr/>
        </p:nvGrpSpPr>
        <p:grpSpPr>
          <a:xfrm>
            <a:off x="3832860" y="2312609"/>
            <a:ext cx="1282764" cy="363998"/>
            <a:chOff x="1707965" y="2975000"/>
            <a:chExt cx="1827110" cy="518462"/>
          </a:xfrm>
          <a:solidFill>
            <a:schemeClr val="accent1"/>
          </a:solidFill>
        </p:grpSpPr>
        <p:sp>
          <p:nvSpPr>
            <p:cNvPr id="89" name="Pentagon 88"/>
            <p:cNvSpPr/>
            <p:nvPr/>
          </p:nvSpPr>
          <p:spPr>
            <a:xfrm>
              <a:off x="1707965" y="2975000"/>
              <a:ext cx="1827110" cy="518462"/>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TextBox 89"/>
            <p:cNvSpPr txBox="1"/>
            <p:nvPr/>
          </p:nvSpPr>
          <p:spPr>
            <a:xfrm>
              <a:off x="2816768" y="3086606"/>
              <a:ext cx="447238" cy="307777"/>
            </a:xfrm>
            <a:prstGeom prst="rect">
              <a:avLst/>
            </a:prstGeom>
            <a:noFill/>
          </p:spPr>
          <p:txBody>
            <a:bodyPr wrap="none" lIns="0" tIns="0" rIns="0" bIns="0" rtlCol="0" anchor="ctr">
              <a:spAutoFit/>
            </a:bodyPr>
            <a:lstStyle/>
            <a:p>
              <a:pPr lvl="0" algn="ctr" defTabSz="914400">
                <a:spcBef>
                  <a:spcPct val="20000"/>
                </a:spcBef>
                <a:defRPr/>
              </a:pPr>
              <a:r>
                <a:rPr lang="en-US" sz="1400" b="1" dirty="0">
                  <a:solidFill>
                    <a:schemeClr val="bg1"/>
                  </a:solidFill>
                </a:rPr>
                <a:t>60%</a:t>
              </a:r>
              <a:endParaRPr lang="en-US" sz="1400" dirty="0">
                <a:solidFill>
                  <a:schemeClr val="bg1"/>
                </a:solidFill>
              </a:endParaRPr>
            </a:p>
          </p:txBody>
        </p:sp>
      </p:grpSp>
      <p:grpSp>
        <p:nvGrpSpPr>
          <p:cNvPr id="7" name="Group 90"/>
          <p:cNvGrpSpPr/>
          <p:nvPr/>
        </p:nvGrpSpPr>
        <p:grpSpPr>
          <a:xfrm>
            <a:off x="3832860" y="2719315"/>
            <a:ext cx="837876" cy="363998"/>
            <a:chOff x="1707966" y="3851318"/>
            <a:chExt cx="1193432" cy="518462"/>
          </a:xfrm>
          <a:solidFill>
            <a:schemeClr val="accent3"/>
          </a:solidFill>
        </p:grpSpPr>
        <p:sp>
          <p:nvSpPr>
            <p:cNvPr id="92" name="Pentagon 91"/>
            <p:cNvSpPr/>
            <p:nvPr/>
          </p:nvSpPr>
          <p:spPr>
            <a:xfrm>
              <a:off x="1707966" y="3851318"/>
              <a:ext cx="1193432" cy="518462"/>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TextBox 92"/>
            <p:cNvSpPr txBox="1"/>
            <p:nvPr/>
          </p:nvSpPr>
          <p:spPr>
            <a:xfrm>
              <a:off x="2210113" y="3946215"/>
              <a:ext cx="447238" cy="307777"/>
            </a:xfrm>
            <a:prstGeom prst="rect">
              <a:avLst/>
            </a:prstGeom>
            <a:noFill/>
          </p:spPr>
          <p:txBody>
            <a:bodyPr wrap="none" lIns="0" tIns="0" rIns="0" bIns="0" rtlCol="0" anchor="ctr">
              <a:spAutoFit/>
            </a:bodyPr>
            <a:lstStyle/>
            <a:p>
              <a:pPr lvl="0" algn="ctr" defTabSz="914400">
                <a:spcBef>
                  <a:spcPct val="20000"/>
                </a:spcBef>
                <a:defRPr/>
              </a:pPr>
              <a:r>
                <a:rPr lang="en-US" sz="1400" b="1" dirty="0">
                  <a:solidFill>
                    <a:schemeClr val="bg1"/>
                  </a:solidFill>
                </a:rPr>
                <a:t>40%</a:t>
              </a:r>
              <a:endParaRPr lang="en-US" sz="1400" dirty="0">
                <a:solidFill>
                  <a:schemeClr val="bg1"/>
                </a:solidFill>
              </a:endParaRPr>
            </a:p>
          </p:txBody>
        </p:sp>
      </p:grpSp>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50" name="Slide Number Placeholder 49"/>
          <p:cNvSpPr>
            <a:spLocks noGrp="1"/>
          </p:cNvSpPr>
          <p:nvPr>
            <p:ph type="sldNum" sz="quarter" idx="14"/>
          </p:nvPr>
        </p:nvSpPr>
        <p:spPr/>
        <p:txBody>
          <a:bodyPr/>
          <a:lstStyle/>
          <a:p>
            <a:fld id="{C136B7D2-B98C-44FD-8D04-7EC62A564975}" type="slidenum">
              <a:rPr lang="en-US" smtClean="0"/>
              <a:pPr/>
              <a:t>281</a:t>
            </a:fld>
            <a:endParaRPr lang="en-US" dirty="0"/>
          </a:p>
        </p:txBody>
      </p:sp>
      <p:pic>
        <p:nvPicPr>
          <p:cNvPr id="45" name="Picture Placeholder 44" descr="imageHolder.jpg"/>
          <p:cNvPicPr>
            <a:picLocks noGrp="1" noChangeAspect="1"/>
          </p:cNvPicPr>
          <p:nvPr>
            <p:ph type="pic" sz="quarter" idx="10"/>
          </p:nvPr>
        </p:nvPicPr>
        <p:blipFill>
          <a:blip r:embed="rId3" cstate="print"/>
          <a:srcRect l="4415" r="4415"/>
          <a:stretch>
            <a:fillRect/>
          </a:stretch>
        </p:blipFill>
        <p:spPr/>
      </p:pic>
      <p:sp>
        <p:nvSpPr>
          <p:cNvPr id="63" name="Text Placeholder 3"/>
          <p:cNvSpPr txBox="1">
            <a:spLocks/>
          </p:cNvSpPr>
          <p:nvPr/>
        </p:nvSpPr>
        <p:spPr>
          <a:xfrm>
            <a:off x="6349295" y="1523293"/>
            <a:ext cx="2201855" cy="31580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the majority have or which</a:t>
            </a:r>
          </a:p>
        </p:txBody>
      </p:sp>
      <p:sp>
        <p:nvSpPr>
          <p:cNvPr id="104" name="Text Placeholder 3"/>
          <p:cNvSpPr txBox="1">
            <a:spLocks/>
          </p:cNvSpPr>
          <p:nvPr/>
        </p:nvSpPr>
        <p:spPr>
          <a:xfrm>
            <a:off x="6016442" y="1936527"/>
            <a:ext cx="2201855" cy="31580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the majority have or which</a:t>
            </a:r>
          </a:p>
        </p:txBody>
      </p:sp>
      <p:sp>
        <p:nvSpPr>
          <p:cNvPr id="105" name="Text Placeholder 3"/>
          <p:cNvSpPr txBox="1">
            <a:spLocks/>
          </p:cNvSpPr>
          <p:nvPr/>
        </p:nvSpPr>
        <p:spPr>
          <a:xfrm>
            <a:off x="5670800" y="2360556"/>
            <a:ext cx="2201855" cy="31580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the majority have or which</a:t>
            </a:r>
          </a:p>
        </p:txBody>
      </p:sp>
      <p:sp>
        <p:nvSpPr>
          <p:cNvPr id="106" name="Text Placeholder 3"/>
          <p:cNvSpPr txBox="1">
            <a:spLocks/>
          </p:cNvSpPr>
          <p:nvPr/>
        </p:nvSpPr>
        <p:spPr>
          <a:xfrm>
            <a:off x="5216751" y="2762995"/>
            <a:ext cx="2201855" cy="31580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the majority have or which</a:t>
            </a:r>
          </a:p>
        </p:txBody>
      </p:sp>
      <p:grpSp>
        <p:nvGrpSpPr>
          <p:cNvPr id="8" name="Group 285"/>
          <p:cNvGrpSpPr/>
          <p:nvPr/>
        </p:nvGrpSpPr>
        <p:grpSpPr>
          <a:xfrm>
            <a:off x="5494662" y="1872693"/>
            <a:ext cx="443469" cy="443470"/>
            <a:chOff x="5548002" y="1784606"/>
            <a:chExt cx="443469" cy="443470"/>
          </a:xfrm>
        </p:grpSpPr>
        <p:sp>
          <p:nvSpPr>
            <p:cNvPr id="59" name="Oval 58"/>
            <p:cNvSpPr>
              <a:spLocks noChangeAspect="1"/>
            </p:cNvSpPr>
            <p:nvPr/>
          </p:nvSpPr>
          <p:spPr>
            <a:xfrm>
              <a:off x="5548002" y="1784606"/>
              <a:ext cx="443469" cy="4434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85" name="Freeform 154"/>
            <p:cNvSpPr>
              <a:spLocks/>
            </p:cNvSpPr>
            <p:nvPr/>
          </p:nvSpPr>
          <p:spPr bwMode="auto">
            <a:xfrm>
              <a:off x="5660199" y="1919029"/>
              <a:ext cx="219075" cy="174625"/>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287"/>
          <p:cNvGrpSpPr/>
          <p:nvPr/>
        </p:nvGrpSpPr>
        <p:grpSpPr>
          <a:xfrm>
            <a:off x="5861008" y="1459459"/>
            <a:ext cx="443469" cy="443470"/>
            <a:chOff x="5914348" y="1371372"/>
            <a:chExt cx="443469" cy="443470"/>
          </a:xfrm>
        </p:grpSpPr>
        <p:sp>
          <p:nvSpPr>
            <p:cNvPr id="52" name="Oval 51"/>
            <p:cNvSpPr>
              <a:spLocks noChangeAspect="1"/>
            </p:cNvSpPr>
            <p:nvPr/>
          </p:nvSpPr>
          <p:spPr>
            <a:xfrm>
              <a:off x="5914348" y="1371372"/>
              <a:ext cx="443469" cy="4434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87" name="Freeform 78"/>
            <p:cNvSpPr>
              <a:spLocks/>
            </p:cNvSpPr>
            <p:nvPr/>
          </p:nvSpPr>
          <p:spPr bwMode="auto">
            <a:xfrm>
              <a:off x="6075757" y="1478013"/>
              <a:ext cx="120650" cy="230188"/>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289"/>
          <p:cNvGrpSpPr/>
          <p:nvPr/>
        </p:nvGrpSpPr>
        <p:grpSpPr>
          <a:xfrm>
            <a:off x="4691481" y="2699161"/>
            <a:ext cx="443469" cy="443470"/>
            <a:chOff x="4744821" y="2611074"/>
            <a:chExt cx="443469" cy="443470"/>
          </a:xfrm>
        </p:grpSpPr>
        <p:sp>
          <p:nvSpPr>
            <p:cNvPr id="62" name="Oval 61"/>
            <p:cNvSpPr>
              <a:spLocks noChangeAspect="1"/>
            </p:cNvSpPr>
            <p:nvPr/>
          </p:nvSpPr>
          <p:spPr>
            <a:xfrm>
              <a:off x="4744821" y="2611074"/>
              <a:ext cx="443469" cy="4434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89" name="Freeform 141"/>
            <p:cNvSpPr>
              <a:spLocks noEditPoints="1"/>
            </p:cNvSpPr>
            <p:nvPr/>
          </p:nvSpPr>
          <p:spPr bwMode="auto">
            <a:xfrm>
              <a:off x="4849874" y="2748672"/>
              <a:ext cx="233363" cy="168275"/>
            </a:xfrm>
            <a:custGeom>
              <a:avLst/>
              <a:gdLst/>
              <a:ahLst/>
              <a:cxnLst>
                <a:cxn ang="0">
                  <a:pos x="67" y="41"/>
                </a:cxn>
                <a:cxn ang="0">
                  <a:pos x="59" y="48"/>
                </a:cxn>
                <a:cxn ang="0">
                  <a:pos x="34" y="49"/>
                </a:cxn>
                <a:cxn ang="0">
                  <a:pos x="8" y="48"/>
                </a:cxn>
                <a:cxn ang="0">
                  <a:pos x="1" y="41"/>
                </a:cxn>
                <a:cxn ang="0">
                  <a:pos x="0" y="25"/>
                </a:cxn>
                <a:cxn ang="0">
                  <a:pos x="1" y="8"/>
                </a:cxn>
                <a:cxn ang="0">
                  <a:pos x="8" y="1"/>
                </a:cxn>
                <a:cxn ang="0">
                  <a:pos x="34" y="0"/>
                </a:cxn>
                <a:cxn ang="0">
                  <a:pos x="59" y="1"/>
                </a:cxn>
                <a:cxn ang="0">
                  <a:pos x="67" y="8"/>
                </a:cxn>
                <a:cxn ang="0">
                  <a:pos x="68" y="25"/>
                </a:cxn>
                <a:cxn ang="0">
                  <a:pos x="67" y="41"/>
                </a:cxn>
                <a:cxn ang="0">
                  <a:pos x="47" y="23"/>
                </a:cxn>
                <a:cxn ang="0">
                  <a:pos x="28" y="11"/>
                </a:cxn>
                <a:cxn ang="0">
                  <a:pos x="25" y="10"/>
                </a:cxn>
                <a:cxn ang="0">
                  <a:pos x="24" y="13"/>
                </a:cxn>
                <a:cxn ang="0">
                  <a:pos x="24" y="37"/>
                </a:cxn>
                <a:cxn ang="0">
                  <a:pos x="25" y="39"/>
                </a:cxn>
                <a:cxn ang="0">
                  <a:pos x="26" y="39"/>
                </a:cxn>
                <a:cxn ang="0">
                  <a:pos x="28" y="39"/>
                </a:cxn>
                <a:cxn ang="0">
                  <a:pos x="47" y="27"/>
                </a:cxn>
                <a:cxn ang="0">
                  <a:pos x="48" y="25"/>
                </a:cxn>
                <a:cxn ang="0">
                  <a:pos x="47" y="23"/>
                </a:cxn>
              </a:cxnLst>
              <a:rect l="0" t="0" r="r" b="b"/>
              <a:pathLst>
                <a:path w="68" h="49">
                  <a:moveTo>
                    <a:pt x="67" y="41"/>
                  </a:moveTo>
                  <a:cubicBezTo>
                    <a:pt x="66" y="45"/>
                    <a:pt x="63" y="48"/>
                    <a:pt x="59" y="48"/>
                  </a:cubicBezTo>
                  <a:cubicBezTo>
                    <a:pt x="51" y="49"/>
                    <a:pt x="42" y="49"/>
                    <a:pt x="34" y="49"/>
                  </a:cubicBezTo>
                  <a:cubicBezTo>
                    <a:pt x="25" y="49"/>
                    <a:pt x="17" y="49"/>
                    <a:pt x="8" y="48"/>
                  </a:cubicBezTo>
                  <a:cubicBezTo>
                    <a:pt x="5" y="48"/>
                    <a:pt x="2" y="45"/>
                    <a:pt x="1" y="41"/>
                  </a:cubicBezTo>
                  <a:cubicBezTo>
                    <a:pt x="0" y="36"/>
                    <a:pt x="0" y="30"/>
                    <a:pt x="0" y="25"/>
                  </a:cubicBezTo>
                  <a:cubicBezTo>
                    <a:pt x="0" y="19"/>
                    <a:pt x="0" y="14"/>
                    <a:pt x="1" y="8"/>
                  </a:cubicBezTo>
                  <a:cubicBezTo>
                    <a:pt x="2" y="5"/>
                    <a:pt x="5" y="2"/>
                    <a:pt x="8" y="1"/>
                  </a:cubicBezTo>
                  <a:cubicBezTo>
                    <a:pt x="17" y="0"/>
                    <a:pt x="25" y="0"/>
                    <a:pt x="34" y="0"/>
                  </a:cubicBezTo>
                  <a:cubicBezTo>
                    <a:pt x="42" y="0"/>
                    <a:pt x="51" y="0"/>
                    <a:pt x="59" y="1"/>
                  </a:cubicBezTo>
                  <a:cubicBezTo>
                    <a:pt x="63" y="2"/>
                    <a:pt x="66" y="5"/>
                    <a:pt x="67" y="8"/>
                  </a:cubicBezTo>
                  <a:cubicBezTo>
                    <a:pt x="68" y="14"/>
                    <a:pt x="68" y="19"/>
                    <a:pt x="68" y="25"/>
                  </a:cubicBezTo>
                  <a:cubicBezTo>
                    <a:pt x="68" y="30"/>
                    <a:pt x="68" y="36"/>
                    <a:pt x="67" y="41"/>
                  </a:cubicBezTo>
                  <a:close/>
                  <a:moveTo>
                    <a:pt x="47" y="23"/>
                  </a:moveTo>
                  <a:cubicBezTo>
                    <a:pt x="28" y="11"/>
                    <a:pt x="28" y="11"/>
                    <a:pt x="28" y="11"/>
                  </a:cubicBezTo>
                  <a:cubicBezTo>
                    <a:pt x="27" y="10"/>
                    <a:pt x="26" y="10"/>
                    <a:pt x="25" y="10"/>
                  </a:cubicBezTo>
                  <a:cubicBezTo>
                    <a:pt x="25" y="11"/>
                    <a:pt x="24" y="12"/>
                    <a:pt x="24" y="13"/>
                  </a:cubicBezTo>
                  <a:cubicBezTo>
                    <a:pt x="24" y="37"/>
                    <a:pt x="24" y="37"/>
                    <a:pt x="24" y="37"/>
                  </a:cubicBezTo>
                  <a:cubicBezTo>
                    <a:pt x="24" y="38"/>
                    <a:pt x="25" y="39"/>
                    <a:pt x="25" y="39"/>
                  </a:cubicBezTo>
                  <a:cubicBezTo>
                    <a:pt x="26" y="39"/>
                    <a:pt x="26" y="39"/>
                    <a:pt x="26" y="39"/>
                  </a:cubicBezTo>
                  <a:cubicBezTo>
                    <a:pt x="27" y="39"/>
                    <a:pt x="27" y="39"/>
                    <a:pt x="28" y="39"/>
                  </a:cubicBezTo>
                  <a:cubicBezTo>
                    <a:pt x="47" y="27"/>
                    <a:pt x="47" y="27"/>
                    <a:pt x="47" y="27"/>
                  </a:cubicBezTo>
                  <a:cubicBezTo>
                    <a:pt x="48" y="26"/>
                    <a:pt x="48" y="26"/>
                    <a:pt x="48" y="25"/>
                  </a:cubicBezTo>
                  <a:cubicBezTo>
                    <a:pt x="48" y="24"/>
                    <a:pt x="48" y="23"/>
                    <a:pt x="47" y="2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291"/>
          <p:cNvGrpSpPr/>
          <p:nvPr/>
        </p:nvGrpSpPr>
        <p:grpSpPr>
          <a:xfrm>
            <a:off x="5139335" y="2296722"/>
            <a:ext cx="443469" cy="443470"/>
            <a:chOff x="5192675" y="2208635"/>
            <a:chExt cx="443469" cy="443470"/>
          </a:xfrm>
        </p:grpSpPr>
        <p:sp>
          <p:nvSpPr>
            <p:cNvPr id="61" name="Oval 60"/>
            <p:cNvSpPr>
              <a:spLocks noChangeAspect="1"/>
            </p:cNvSpPr>
            <p:nvPr/>
          </p:nvSpPr>
          <p:spPr>
            <a:xfrm>
              <a:off x="5192675" y="2208635"/>
              <a:ext cx="443469" cy="4434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91" name="Freeform 117"/>
            <p:cNvSpPr>
              <a:spLocks noEditPoints="1"/>
            </p:cNvSpPr>
            <p:nvPr/>
          </p:nvSpPr>
          <p:spPr bwMode="auto">
            <a:xfrm>
              <a:off x="5319953" y="2339089"/>
              <a:ext cx="188913" cy="182563"/>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6" name="Footer Text"/>
          <p:cNvSpPr txBox="1"/>
          <p:nvPr/>
        </p:nvSpPr>
        <p:spPr>
          <a:xfrm>
            <a:off x="692056" y="3975497"/>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47" name="Straight Line buttom"/>
          <p:cNvCxnSpPr/>
          <p:nvPr/>
        </p:nvCxnSpPr>
        <p:spPr>
          <a:xfrm>
            <a:off x="685800" y="3842046"/>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Left)">
                                      <p:cBhvr>
                                        <p:cTn id="7" dur="500"/>
                                        <p:tgtEl>
                                          <p:spTgt spid="3"/>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fltVal val="0"/>
                                          </p:val>
                                        </p:tav>
                                        <p:tav tm="100000">
                                          <p:val>
                                            <p:strVal val="#ppt_w"/>
                                          </p:val>
                                        </p:tav>
                                      </p:tavLst>
                                    </p:anim>
                                    <p:anim calcmode="lin" valueType="num">
                                      <p:cBhvr>
                                        <p:cTn id="12" dur="500" fill="hold"/>
                                        <p:tgtEl>
                                          <p:spTgt spid="9"/>
                                        </p:tgtEl>
                                        <p:attrNameLst>
                                          <p:attrName>ppt_h</p:attrName>
                                        </p:attrNameLst>
                                      </p:cBhvr>
                                      <p:tavLst>
                                        <p:tav tm="0">
                                          <p:val>
                                            <p:fltVal val="0"/>
                                          </p:val>
                                        </p:tav>
                                        <p:tav tm="100000">
                                          <p:val>
                                            <p:strVal val="#ppt_h"/>
                                          </p:val>
                                        </p:tav>
                                      </p:tavLst>
                                    </p:anim>
                                    <p:animEffect transition="in" filter="fade">
                                      <p:cBhvr>
                                        <p:cTn id="13" dur="500"/>
                                        <p:tgtEl>
                                          <p:spTgt spid="9"/>
                                        </p:tgtEl>
                                      </p:cBhvr>
                                    </p:animEffect>
                                  </p:childTnLst>
                                </p:cTn>
                              </p:par>
                              <p:par>
                                <p:cTn id="14" presetID="2" presetClass="entr" presetSubtype="2" accel="50000" decel="50000" fill="hold" grpId="0" nodeType="withEffect">
                                  <p:stCondLst>
                                    <p:cond delay="0"/>
                                  </p:stCondLst>
                                  <p:childTnLst>
                                    <p:set>
                                      <p:cBhvr>
                                        <p:cTn id="15" dur="1" fill="hold">
                                          <p:stCondLst>
                                            <p:cond delay="0"/>
                                          </p:stCondLst>
                                        </p:cTn>
                                        <p:tgtEl>
                                          <p:spTgt spid="63"/>
                                        </p:tgtEl>
                                        <p:attrNameLst>
                                          <p:attrName>style.visibility</p:attrName>
                                        </p:attrNameLst>
                                      </p:cBhvr>
                                      <p:to>
                                        <p:strVal val="visible"/>
                                      </p:to>
                                    </p:set>
                                    <p:anim calcmode="lin" valueType="num">
                                      <p:cBhvr additive="base">
                                        <p:cTn id="16" dur="500" fill="hold"/>
                                        <p:tgtEl>
                                          <p:spTgt spid="63"/>
                                        </p:tgtEl>
                                        <p:attrNameLst>
                                          <p:attrName>ppt_x</p:attrName>
                                        </p:attrNameLst>
                                      </p:cBhvr>
                                      <p:tavLst>
                                        <p:tav tm="0">
                                          <p:val>
                                            <p:strVal val="1+#ppt_w/2"/>
                                          </p:val>
                                        </p:tav>
                                        <p:tav tm="100000">
                                          <p:val>
                                            <p:strVal val="#ppt_x"/>
                                          </p:val>
                                        </p:tav>
                                      </p:tavLst>
                                    </p:anim>
                                    <p:anim calcmode="lin" valueType="num">
                                      <p:cBhvr additive="base">
                                        <p:cTn id="17" dur="500" fill="hold"/>
                                        <p:tgtEl>
                                          <p:spTgt spid="63"/>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slide(fromLeft)">
                                      <p:cBhvr>
                                        <p:cTn id="21" dur="500"/>
                                        <p:tgtEl>
                                          <p:spTgt spid="5"/>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500" fill="hold"/>
                                        <p:tgtEl>
                                          <p:spTgt spid="8"/>
                                        </p:tgtEl>
                                        <p:attrNameLst>
                                          <p:attrName>ppt_w</p:attrName>
                                        </p:attrNameLst>
                                      </p:cBhvr>
                                      <p:tavLst>
                                        <p:tav tm="0">
                                          <p:val>
                                            <p:fltVal val="0"/>
                                          </p:val>
                                        </p:tav>
                                        <p:tav tm="100000">
                                          <p:val>
                                            <p:strVal val="#ppt_w"/>
                                          </p:val>
                                        </p:tav>
                                      </p:tavLst>
                                    </p:anim>
                                    <p:anim calcmode="lin" valueType="num">
                                      <p:cBhvr>
                                        <p:cTn id="26" dur="500" fill="hold"/>
                                        <p:tgtEl>
                                          <p:spTgt spid="8"/>
                                        </p:tgtEl>
                                        <p:attrNameLst>
                                          <p:attrName>ppt_h</p:attrName>
                                        </p:attrNameLst>
                                      </p:cBhvr>
                                      <p:tavLst>
                                        <p:tav tm="0">
                                          <p:val>
                                            <p:fltVal val="0"/>
                                          </p:val>
                                        </p:tav>
                                        <p:tav tm="100000">
                                          <p:val>
                                            <p:strVal val="#ppt_h"/>
                                          </p:val>
                                        </p:tav>
                                      </p:tavLst>
                                    </p:anim>
                                    <p:animEffect transition="in" filter="fade">
                                      <p:cBhvr>
                                        <p:cTn id="27" dur="500"/>
                                        <p:tgtEl>
                                          <p:spTgt spid="8"/>
                                        </p:tgtEl>
                                      </p:cBhvr>
                                    </p:animEffect>
                                  </p:childTnLst>
                                </p:cTn>
                              </p:par>
                              <p:par>
                                <p:cTn id="28" presetID="2" presetClass="entr" presetSubtype="2" accel="50000" decel="50000" fill="hold" grpId="0" nodeType="withEffect">
                                  <p:stCondLst>
                                    <p:cond delay="0"/>
                                  </p:stCondLst>
                                  <p:childTnLst>
                                    <p:set>
                                      <p:cBhvr>
                                        <p:cTn id="29" dur="1" fill="hold">
                                          <p:stCondLst>
                                            <p:cond delay="0"/>
                                          </p:stCondLst>
                                        </p:cTn>
                                        <p:tgtEl>
                                          <p:spTgt spid="104"/>
                                        </p:tgtEl>
                                        <p:attrNameLst>
                                          <p:attrName>style.visibility</p:attrName>
                                        </p:attrNameLst>
                                      </p:cBhvr>
                                      <p:to>
                                        <p:strVal val="visible"/>
                                      </p:to>
                                    </p:set>
                                    <p:anim calcmode="lin" valueType="num">
                                      <p:cBhvr additive="base">
                                        <p:cTn id="30" dur="500" fill="hold"/>
                                        <p:tgtEl>
                                          <p:spTgt spid="104"/>
                                        </p:tgtEl>
                                        <p:attrNameLst>
                                          <p:attrName>ppt_x</p:attrName>
                                        </p:attrNameLst>
                                      </p:cBhvr>
                                      <p:tavLst>
                                        <p:tav tm="0">
                                          <p:val>
                                            <p:strVal val="1+#ppt_w/2"/>
                                          </p:val>
                                        </p:tav>
                                        <p:tav tm="100000">
                                          <p:val>
                                            <p:strVal val="#ppt_x"/>
                                          </p:val>
                                        </p:tav>
                                      </p:tavLst>
                                    </p:anim>
                                    <p:anim calcmode="lin" valueType="num">
                                      <p:cBhvr additive="base">
                                        <p:cTn id="31" dur="500" fill="hold"/>
                                        <p:tgtEl>
                                          <p:spTgt spid="104"/>
                                        </p:tgtEl>
                                        <p:attrNameLst>
                                          <p:attrName>ppt_y</p:attrName>
                                        </p:attrNameLst>
                                      </p:cBhvr>
                                      <p:tavLst>
                                        <p:tav tm="0">
                                          <p:val>
                                            <p:strVal val="#ppt_y"/>
                                          </p:val>
                                        </p:tav>
                                        <p:tav tm="100000">
                                          <p:val>
                                            <p:strVal val="#ppt_y"/>
                                          </p:val>
                                        </p:tav>
                                      </p:tavLst>
                                    </p:anim>
                                  </p:childTnLst>
                                </p:cTn>
                              </p:par>
                            </p:childTnLst>
                          </p:cTn>
                        </p:par>
                        <p:par>
                          <p:cTn id="32" fill="hold">
                            <p:stCondLst>
                              <p:cond delay="2000"/>
                            </p:stCondLst>
                            <p:childTnLst>
                              <p:par>
                                <p:cTn id="33" presetID="12" presetClass="entr" presetSubtype="8"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slide(fromLeft)">
                                      <p:cBhvr>
                                        <p:cTn id="35" dur="500"/>
                                        <p:tgtEl>
                                          <p:spTgt spid="6"/>
                                        </p:tgtEl>
                                      </p:cBhvr>
                                    </p:animEffect>
                                  </p:childTnLst>
                                </p:cTn>
                              </p:par>
                            </p:childTnLst>
                          </p:cTn>
                        </p:par>
                        <p:par>
                          <p:cTn id="36" fill="hold">
                            <p:stCondLst>
                              <p:cond delay="2500"/>
                            </p:stCondLst>
                            <p:childTnLst>
                              <p:par>
                                <p:cTn id="37" presetID="53" presetClass="entr" presetSubtype="0"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500" fill="hold"/>
                                        <p:tgtEl>
                                          <p:spTgt spid="11"/>
                                        </p:tgtEl>
                                        <p:attrNameLst>
                                          <p:attrName>ppt_w</p:attrName>
                                        </p:attrNameLst>
                                      </p:cBhvr>
                                      <p:tavLst>
                                        <p:tav tm="0">
                                          <p:val>
                                            <p:fltVal val="0"/>
                                          </p:val>
                                        </p:tav>
                                        <p:tav tm="100000">
                                          <p:val>
                                            <p:strVal val="#ppt_w"/>
                                          </p:val>
                                        </p:tav>
                                      </p:tavLst>
                                    </p:anim>
                                    <p:anim calcmode="lin" valueType="num">
                                      <p:cBhvr>
                                        <p:cTn id="40" dur="500" fill="hold"/>
                                        <p:tgtEl>
                                          <p:spTgt spid="11"/>
                                        </p:tgtEl>
                                        <p:attrNameLst>
                                          <p:attrName>ppt_h</p:attrName>
                                        </p:attrNameLst>
                                      </p:cBhvr>
                                      <p:tavLst>
                                        <p:tav tm="0">
                                          <p:val>
                                            <p:fltVal val="0"/>
                                          </p:val>
                                        </p:tav>
                                        <p:tav tm="100000">
                                          <p:val>
                                            <p:strVal val="#ppt_h"/>
                                          </p:val>
                                        </p:tav>
                                      </p:tavLst>
                                    </p:anim>
                                    <p:animEffect transition="in" filter="fade">
                                      <p:cBhvr>
                                        <p:cTn id="41" dur="500"/>
                                        <p:tgtEl>
                                          <p:spTgt spid="11"/>
                                        </p:tgtEl>
                                      </p:cBhvr>
                                    </p:animEffect>
                                  </p:childTnLst>
                                </p:cTn>
                              </p:par>
                              <p:par>
                                <p:cTn id="42" presetID="2" presetClass="entr" presetSubtype="2" accel="50000" decel="50000" fill="hold" grpId="0" nodeType="withEffect">
                                  <p:stCondLst>
                                    <p:cond delay="0"/>
                                  </p:stCondLst>
                                  <p:childTnLst>
                                    <p:set>
                                      <p:cBhvr>
                                        <p:cTn id="43" dur="1" fill="hold">
                                          <p:stCondLst>
                                            <p:cond delay="0"/>
                                          </p:stCondLst>
                                        </p:cTn>
                                        <p:tgtEl>
                                          <p:spTgt spid="105"/>
                                        </p:tgtEl>
                                        <p:attrNameLst>
                                          <p:attrName>style.visibility</p:attrName>
                                        </p:attrNameLst>
                                      </p:cBhvr>
                                      <p:to>
                                        <p:strVal val="visible"/>
                                      </p:to>
                                    </p:set>
                                    <p:anim calcmode="lin" valueType="num">
                                      <p:cBhvr additive="base">
                                        <p:cTn id="44" dur="500" fill="hold"/>
                                        <p:tgtEl>
                                          <p:spTgt spid="105"/>
                                        </p:tgtEl>
                                        <p:attrNameLst>
                                          <p:attrName>ppt_x</p:attrName>
                                        </p:attrNameLst>
                                      </p:cBhvr>
                                      <p:tavLst>
                                        <p:tav tm="0">
                                          <p:val>
                                            <p:strVal val="1+#ppt_w/2"/>
                                          </p:val>
                                        </p:tav>
                                        <p:tav tm="100000">
                                          <p:val>
                                            <p:strVal val="#ppt_x"/>
                                          </p:val>
                                        </p:tav>
                                      </p:tavLst>
                                    </p:anim>
                                    <p:anim calcmode="lin" valueType="num">
                                      <p:cBhvr additive="base">
                                        <p:cTn id="45" dur="500" fill="hold"/>
                                        <p:tgtEl>
                                          <p:spTgt spid="105"/>
                                        </p:tgtEl>
                                        <p:attrNameLst>
                                          <p:attrName>ppt_y</p:attrName>
                                        </p:attrNameLst>
                                      </p:cBhvr>
                                      <p:tavLst>
                                        <p:tav tm="0">
                                          <p:val>
                                            <p:strVal val="#ppt_y"/>
                                          </p:val>
                                        </p:tav>
                                        <p:tav tm="100000">
                                          <p:val>
                                            <p:strVal val="#ppt_y"/>
                                          </p:val>
                                        </p:tav>
                                      </p:tavLst>
                                    </p:anim>
                                  </p:childTnLst>
                                </p:cTn>
                              </p:par>
                            </p:childTnLst>
                          </p:cTn>
                        </p:par>
                        <p:par>
                          <p:cTn id="46" fill="hold">
                            <p:stCondLst>
                              <p:cond delay="3000"/>
                            </p:stCondLst>
                            <p:childTnLst>
                              <p:par>
                                <p:cTn id="47" presetID="12" presetClass="entr" presetSubtype="8"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slide(fromLeft)">
                                      <p:cBhvr>
                                        <p:cTn id="49" dur="500"/>
                                        <p:tgtEl>
                                          <p:spTgt spid="7"/>
                                        </p:tgtEl>
                                      </p:cBhvr>
                                    </p:animEffect>
                                  </p:childTnLst>
                                </p:cTn>
                              </p:par>
                            </p:childTnLst>
                          </p:cTn>
                        </p:par>
                        <p:par>
                          <p:cTn id="50" fill="hold">
                            <p:stCondLst>
                              <p:cond delay="3500"/>
                            </p:stCondLst>
                            <p:childTnLst>
                              <p:par>
                                <p:cTn id="51" presetID="53" presetClass="entr" presetSubtype="0" fill="hold" nodeType="afterEffect">
                                  <p:stCondLst>
                                    <p:cond delay="0"/>
                                  </p:stCondLst>
                                  <p:childTnLst>
                                    <p:set>
                                      <p:cBhvr>
                                        <p:cTn id="52" dur="1" fill="hold">
                                          <p:stCondLst>
                                            <p:cond delay="0"/>
                                          </p:stCondLst>
                                        </p:cTn>
                                        <p:tgtEl>
                                          <p:spTgt spid="10"/>
                                        </p:tgtEl>
                                        <p:attrNameLst>
                                          <p:attrName>style.visibility</p:attrName>
                                        </p:attrNameLst>
                                      </p:cBhvr>
                                      <p:to>
                                        <p:strVal val="visible"/>
                                      </p:to>
                                    </p:set>
                                    <p:anim calcmode="lin" valueType="num">
                                      <p:cBhvr>
                                        <p:cTn id="53" dur="500" fill="hold"/>
                                        <p:tgtEl>
                                          <p:spTgt spid="10"/>
                                        </p:tgtEl>
                                        <p:attrNameLst>
                                          <p:attrName>ppt_w</p:attrName>
                                        </p:attrNameLst>
                                      </p:cBhvr>
                                      <p:tavLst>
                                        <p:tav tm="0">
                                          <p:val>
                                            <p:fltVal val="0"/>
                                          </p:val>
                                        </p:tav>
                                        <p:tav tm="100000">
                                          <p:val>
                                            <p:strVal val="#ppt_w"/>
                                          </p:val>
                                        </p:tav>
                                      </p:tavLst>
                                    </p:anim>
                                    <p:anim calcmode="lin" valueType="num">
                                      <p:cBhvr>
                                        <p:cTn id="54" dur="500" fill="hold"/>
                                        <p:tgtEl>
                                          <p:spTgt spid="10"/>
                                        </p:tgtEl>
                                        <p:attrNameLst>
                                          <p:attrName>ppt_h</p:attrName>
                                        </p:attrNameLst>
                                      </p:cBhvr>
                                      <p:tavLst>
                                        <p:tav tm="0">
                                          <p:val>
                                            <p:fltVal val="0"/>
                                          </p:val>
                                        </p:tav>
                                        <p:tav tm="100000">
                                          <p:val>
                                            <p:strVal val="#ppt_h"/>
                                          </p:val>
                                        </p:tav>
                                      </p:tavLst>
                                    </p:anim>
                                    <p:animEffect transition="in" filter="fade">
                                      <p:cBhvr>
                                        <p:cTn id="55" dur="500"/>
                                        <p:tgtEl>
                                          <p:spTgt spid="10"/>
                                        </p:tgtEl>
                                      </p:cBhvr>
                                    </p:animEffect>
                                  </p:childTnLst>
                                </p:cTn>
                              </p:par>
                              <p:par>
                                <p:cTn id="56" presetID="2" presetClass="entr" presetSubtype="2" accel="50000" decel="50000" fill="hold" grpId="0" nodeType="withEffect">
                                  <p:stCondLst>
                                    <p:cond delay="0"/>
                                  </p:stCondLst>
                                  <p:childTnLst>
                                    <p:set>
                                      <p:cBhvr>
                                        <p:cTn id="57" dur="1" fill="hold">
                                          <p:stCondLst>
                                            <p:cond delay="0"/>
                                          </p:stCondLst>
                                        </p:cTn>
                                        <p:tgtEl>
                                          <p:spTgt spid="106"/>
                                        </p:tgtEl>
                                        <p:attrNameLst>
                                          <p:attrName>style.visibility</p:attrName>
                                        </p:attrNameLst>
                                      </p:cBhvr>
                                      <p:to>
                                        <p:strVal val="visible"/>
                                      </p:to>
                                    </p:set>
                                    <p:anim calcmode="lin" valueType="num">
                                      <p:cBhvr additive="base">
                                        <p:cTn id="58" dur="500" fill="hold"/>
                                        <p:tgtEl>
                                          <p:spTgt spid="106"/>
                                        </p:tgtEl>
                                        <p:attrNameLst>
                                          <p:attrName>ppt_x</p:attrName>
                                        </p:attrNameLst>
                                      </p:cBhvr>
                                      <p:tavLst>
                                        <p:tav tm="0">
                                          <p:val>
                                            <p:strVal val="1+#ppt_w/2"/>
                                          </p:val>
                                        </p:tav>
                                        <p:tav tm="100000">
                                          <p:val>
                                            <p:strVal val="#ppt_x"/>
                                          </p:val>
                                        </p:tav>
                                      </p:tavLst>
                                    </p:anim>
                                    <p:anim calcmode="lin" valueType="num">
                                      <p:cBhvr additive="base">
                                        <p:cTn id="59" dur="500" fill="hold"/>
                                        <p:tgtEl>
                                          <p:spTgt spid="106"/>
                                        </p:tgtEl>
                                        <p:attrNameLst>
                                          <p:attrName>ppt_y</p:attrName>
                                        </p:attrNameLst>
                                      </p:cBhvr>
                                      <p:tavLst>
                                        <p:tav tm="0">
                                          <p:val>
                                            <p:strVal val="#ppt_y"/>
                                          </p:val>
                                        </p:tav>
                                        <p:tav tm="100000">
                                          <p:val>
                                            <p:strVal val="#ppt_y"/>
                                          </p:val>
                                        </p:tav>
                                      </p:tavLst>
                                    </p:anim>
                                  </p:childTnLst>
                                </p:cTn>
                              </p:par>
                            </p:childTnLst>
                          </p:cTn>
                        </p:par>
                        <p:par>
                          <p:cTn id="60" fill="hold">
                            <p:stCondLst>
                              <p:cond delay="4000"/>
                            </p:stCondLst>
                            <p:childTnLst>
                              <p:par>
                                <p:cTn id="61" presetID="13" presetClass="entr" presetSubtype="16" fill="hold" nodeType="after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plus(in)">
                                      <p:cBhvr>
                                        <p:cTn id="63" dur="500"/>
                                        <p:tgtEl>
                                          <p:spTgt spid="4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Effect transition="in" filter="fade">
                                      <p:cBhvr>
                                        <p:cTn id="6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04" grpId="0"/>
      <p:bldP spid="105" grpId="0"/>
      <p:bldP spid="106" grpId="0"/>
      <p:bldP spid="46"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55" name="Slide Number Placeholder 54"/>
          <p:cNvSpPr>
            <a:spLocks noGrp="1"/>
          </p:cNvSpPr>
          <p:nvPr>
            <p:ph type="sldNum" sz="quarter" idx="14"/>
          </p:nvPr>
        </p:nvSpPr>
        <p:spPr/>
        <p:txBody>
          <a:bodyPr/>
          <a:lstStyle/>
          <a:p>
            <a:fld id="{C136B7D2-B98C-44FD-8D04-7EC62A564975}" type="slidenum">
              <a:rPr lang="en-US" smtClean="0"/>
              <a:pPr/>
              <a:t>282</a:t>
            </a:fld>
            <a:endParaRPr lang="en-US" dirty="0"/>
          </a:p>
        </p:txBody>
      </p:sp>
      <p:pic>
        <p:nvPicPr>
          <p:cNvPr id="52" name="Picture Placeholder 51" descr="imageHolder.jpg"/>
          <p:cNvPicPr>
            <a:picLocks noGrp="1" noChangeAspect="1"/>
          </p:cNvPicPr>
          <p:nvPr>
            <p:ph type="pic" sz="quarter" idx="10"/>
          </p:nvPr>
        </p:nvPicPr>
        <p:blipFill>
          <a:blip r:embed="rId3" cstate="print"/>
          <a:srcRect l="34472" r="34472"/>
          <a:stretch>
            <a:fillRect/>
          </a:stretch>
        </p:blipFill>
        <p:spPr/>
      </p:pic>
      <p:sp>
        <p:nvSpPr>
          <p:cNvPr id="53" name="Footer Text"/>
          <p:cNvSpPr txBox="1"/>
          <p:nvPr/>
        </p:nvSpPr>
        <p:spPr>
          <a:xfrm>
            <a:off x="2670969" y="3613789"/>
            <a:ext cx="5780976" cy="769441"/>
          </a:xfrm>
          <a:prstGeom prst="rect">
            <a:avLst/>
          </a:prstGeom>
          <a:noFill/>
        </p:spPr>
        <p:txBody>
          <a:bodyPr wrap="square" lIns="0" tIns="0" rIns="0" bIns="0" rtlCol="0">
            <a:spAutoFit/>
          </a:bodyPr>
          <a:lstStyle/>
          <a:p>
            <a:pPr algn="just"/>
            <a:r>
              <a:rPr lang="en-US" sz="1000" dirty="0">
                <a:solidFill>
                  <a:schemeClr val="bg1">
                    <a:lumMod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 on the internet tend to repeat predefined chunks as of lorem but the majority have suffered alteration in some form  necessary.</a:t>
            </a:r>
          </a:p>
        </p:txBody>
      </p:sp>
      <p:sp>
        <p:nvSpPr>
          <p:cNvPr id="30" name="TextBox 29"/>
          <p:cNvSpPr txBox="1"/>
          <p:nvPr/>
        </p:nvSpPr>
        <p:spPr>
          <a:xfrm>
            <a:off x="2959004" y="2791434"/>
            <a:ext cx="1028864" cy="184666"/>
          </a:xfrm>
          <a:prstGeom prst="rect">
            <a:avLst/>
          </a:prstGeom>
          <a:noFill/>
        </p:spPr>
        <p:txBody>
          <a:bodyPr wrap="square" lIns="0" tIns="0" rIns="0" bIns="0" rtlCol="0" anchor="t">
            <a:spAutoFit/>
          </a:bodyPr>
          <a:lstStyle/>
          <a:p>
            <a:pPr algn="ctr"/>
            <a:r>
              <a:rPr lang="en-US" sz="1200" b="1" dirty="0">
                <a:solidFill>
                  <a:schemeClr val="accent1"/>
                </a:solidFill>
              </a:rPr>
              <a:t>Phone Setting</a:t>
            </a:r>
          </a:p>
        </p:txBody>
      </p:sp>
      <p:sp>
        <p:nvSpPr>
          <p:cNvPr id="31" name="TextBox 30"/>
          <p:cNvSpPr txBox="1"/>
          <p:nvPr/>
        </p:nvSpPr>
        <p:spPr>
          <a:xfrm>
            <a:off x="4111144" y="2791434"/>
            <a:ext cx="1094533" cy="184666"/>
          </a:xfrm>
          <a:prstGeom prst="rect">
            <a:avLst/>
          </a:prstGeom>
          <a:noFill/>
        </p:spPr>
        <p:txBody>
          <a:bodyPr wrap="square" lIns="0" tIns="0" rIns="0" bIns="0" rtlCol="0" anchor="t">
            <a:spAutoFit/>
          </a:bodyPr>
          <a:lstStyle/>
          <a:p>
            <a:pPr algn="ctr"/>
            <a:r>
              <a:rPr lang="en-US" sz="1200" b="1" dirty="0">
                <a:solidFill>
                  <a:schemeClr val="accent2"/>
                </a:solidFill>
              </a:rPr>
              <a:t>Global Access</a:t>
            </a:r>
          </a:p>
        </p:txBody>
      </p:sp>
      <p:sp>
        <p:nvSpPr>
          <p:cNvPr id="32" name="TextBox 31"/>
          <p:cNvSpPr txBox="1"/>
          <p:nvPr/>
        </p:nvSpPr>
        <p:spPr>
          <a:xfrm>
            <a:off x="5263284" y="2791434"/>
            <a:ext cx="870626" cy="184666"/>
          </a:xfrm>
          <a:prstGeom prst="rect">
            <a:avLst/>
          </a:prstGeom>
          <a:noFill/>
        </p:spPr>
        <p:txBody>
          <a:bodyPr wrap="square" lIns="0" tIns="0" rIns="0" bIns="0" rtlCol="0" anchor="t">
            <a:spAutoFit/>
          </a:bodyPr>
          <a:lstStyle/>
          <a:p>
            <a:pPr algn="ctr"/>
            <a:r>
              <a:rPr lang="en-US" sz="1200" b="1" dirty="0">
                <a:solidFill>
                  <a:schemeClr val="accent3"/>
                </a:solidFill>
              </a:rPr>
              <a:t>Calendar</a:t>
            </a:r>
          </a:p>
        </p:txBody>
      </p:sp>
      <p:sp>
        <p:nvSpPr>
          <p:cNvPr id="33" name="TextBox 32"/>
          <p:cNvSpPr txBox="1"/>
          <p:nvPr/>
        </p:nvSpPr>
        <p:spPr>
          <a:xfrm>
            <a:off x="6184996" y="2791434"/>
            <a:ext cx="1036926" cy="184666"/>
          </a:xfrm>
          <a:prstGeom prst="rect">
            <a:avLst/>
          </a:prstGeom>
          <a:noFill/>
        </p:spPr>
        <p:txBody>
          <a:bodyPr wrap="square" lIns="0" tIns="0" rIns="0" bIns="0" rtlCol="0" anchor="t">
            <a:spAutoFit/>
          </a:bodyPr>
          <a:lstStyle/>
          <a:p>
            <a:pPr algn="ctr"/>
            <a:r>
              <a:rPr lang="en-US" sz="1200" b="1" dirty="0">
                <a:solidFill>
                  <a:schemeClr val="accent4"/>
                </a:solidFill>
              </a:rPr>
              <a:t>Smart Touch</a:t>
            </a:r>
          </a:p>
        </p:txBody>
      </p:sp>
      <p:sp>
        <p:nvSpPr>
          <p:cNvPr id="34" name="TextBox 33"/>
          <p:cNvSpPr txBox="1"/>
          <p:nvPr/>
        </p:nvSpPr>
        <p:spPr>
          <a:xfrm>
            <a:off x="7252242" y="2791434"/>
            <a:ext cx="891392" cy="184666"/>
          </a:xfrm>
          <a:prstGeom prst="rect">
            <a:avLst/>
          </a:prstGeom>
          <a:noFill/>
        </p:spPr>
        <p:txBody>
          <a:bodyPr wrap="square" lIns="0" tIns="0" rIns="0" bIns="0" rtlCol="0" anchor="t">
            <a:spAutoFit/>
          </a:bodyPr>
          <a:lstStyle/>
          <a:p>
            <a:pPr algn="ctr"/>
            <a:r>
              <a:rPr lang="en-US" sz="1200" b="1" dirty="0">
                <a:solidFill>
                  <a:schemeClr val="accent5"/>
                </a:solidFill>
              </a:rPr>
              <a:t>Statistics</a:t>
            </a:r>
          </a:p>
        </p:txBody>
      </p:sp>
      <p:sp>
        <p:nvSpPr>
          <p:cNvPr id="35" name="Footer Text"/>
          <p:cNvSpPr txBox="1"/>
          <p:nvPr/>
        </p:nvSpPr>
        <p:spPr>
          <a:xfrm>
            <a:off x="2696777" y="1131575"/>
            <a:ext cx="5755168" cy="784830"/>
          </a:xfrm>
          <a:prstGeom prst="rect">
            <a:avLst/>
          </a:prstGeom>
          <a:noFill/>
        </p:spPr>
        <p:txBody>
          <a:bodyPr wrap="square" lIns="0" tIns="0" rIns="0" bIns="0" rtlCol="0">
            <a:spAutoFit/>
          </a:bodyPr>
          <a:lstStyle/>
          <a:p>
            <a:pPr algn="just"/>
            <a:r>
              <a:rPr lang="en-US" sz="1100" b="1" dirty="0">
                <a:solidFill>
                  <a:schemeClr val="tx1">
                    <a:lumMod val="75000"/>
                    <a:lumOff val="25000"/>
                  </a:schemeClr>
                </a:solidFill>
              </a:rPr>
              <a:t>Mock Up Project Infographic</a:t>
            </a:r>
          </a:p>
          <a:p>
            <a:pPr algn="just"/>
            <a:r>
              <a:rPr lang="en-US" sz="1000" dirty="0">
                <a:solidFill>
                  <a:schemeClr val="tx1">
                    <a:lumMod val="50000"/>
                    <a:lumOff val="50000"/>
                  </a:schemeClr>
                </a:solidFill>
              </a:rPr>
              <a:t>passages of lorem ipsum available, but the majority have suffered alteration in some form, by injected humour randomized words which don't look even slightly believable. If you are going to use A passage of lorem ipsum, you need to be sure there embarrassing hidden in the middle of text. All the lorem ipsum generators.</a:t>
            </a:r>
          </a:p>
        </p:txBody>
      </p:sp>
      <p:grpSp>
        <p:nvGrpSpPr>
          <p:cNvPr id="3" name="Group 35"/>
          <p:cNvGrpSpPr/>
          <p:nvPr/>
        </p:nvGrpSpPr>
        <p:grpSpPr>
          <a:xfrm>
            <a:off x="7463428" y="2211217"/>
            <a:ext cx="469021" cy="455593"/>
            <a:chOff x="7924284" y="2223917"/>
            <a:chExt cx="469021" cy="455593"/>
          </a:xfrm>
        </p:grpSpPr>
        <p:sp>
          <p:nvSpPr>
            <p:cNvPr id="37" name="Teardrop 36"/>
            <p:cNvSpPr>
              <a:spLocks noChangeAspect="1"/>
            </p:cNvSpPr>
            <p:nvPr/>
          </p:nvSpPr>
          <p:spPr>
            <a:xfrm>
              <a:off x="7924284" y="2223917"/>
              <a:ext cx="469021" cy="455593"/>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accent5"/>
                </a:solidFill>
              </a:endParaRPr>
            </a:p>
          </p:txBody>
        </p:sp>
        <p:sp>
          <p:nvSpPr>
            <p:cNvPr id="38" name="Freeform 13"/>
            <p:cNvSpPr>
              <a:spLocks noEditPoints="1"/>
            </p:cNvSpPr>
            <p:nvPr/>
          </p:nvSpPr>
          <p:spPr bwMode="auto">
            <a:xfrm>
              <a:off x="8034808" y="2338100"/>
              <a:ext cx="250825" cy="188913"/>
            </a:xfrm>
            <a:custGeom>
              <a:avLst/>
              <a:gdLst/>
              <a:ahLst/>
              <a:cxnLst>
                <a:cxn ang="0">
                  <a:pos x="158" y="119"/>
                </a:cxn>
                <a:cxn ang="0">
                  <a:pos x="0" y="119"/>
                </a:cxn>
                <a:cxn ang="0">
                  <a:pos x="0" y="0"/>
                </a:cxn>
                <a:cxn ang="0">
                  <a:pos x="8" y="0"/>
                </a:cxn>
                <a:cxn ang="0">
                  <a:pos x="8" y="108"/>
                </a:cxn>
                <a:cxn ang="0">
                  <a:pos x="158" y="108"/>
                </a:cxn>
                <a:cxn ang="0">
                  <a:pos x="158" y="119"/>
                </a:cxn>
                <a:cxn ang="0">
                  <a:pos x="147" y="98"/>
                </a:cxn>
                <a:cxn ang="0">
                  <a:pos x="19" y="98"/>
                </a:cxn>
                <a:cxn ang="0">
                  <a:pos x="19" y="54"/>
                </a:cxn>
                <a:cxn ang="0">
                  <a:pos x="54" y="9"/>
                </a:cxn>
                <a:cxn ang="0">
                  <a:pos x="97" y="54"/>
                </a:cxn>
                <a:cxn ang="0">
                  <a:pos x="127" y="28"/>
                </a:cxn>
                <a:cxn ang="0">
                  <a:pos x="147" y="98"/>
                </a:cxn>
              </a:cxnLst>
              <a:rect l="0" t="0" r="r" b="b"/>
              <a:pathLst>
                <a:path w="158" h="119">
                  <a:moveTo>
                    <a:pt x="158" y="119"/>
                  </a:moveTo>
                  <a:lnTo>
                    <a:pt x="0" y="119"/>
                  </a:lnTo>
                  <a:lnTo>
                    <a:pt x="0" y="0"/>
                  </a:lnTo>
                  <a:lnTo>
                    <a:pt x="8" y="0"/>
                  </a:lnTo>
                  <a:lnTo>
                    <a:pt x="8" y="108"/>
                  </a:lnTo>
                  <a:lnTo>
                    <a:pt x="158" y="108"/>
                  </a:lnTo>
                  <a:lnTo>
                    <a:pt x="158" y="119"/>
                  </a:lnTo>
                  <a:close/>
                  <a:moveTo>
                    <a:pt x="147" y="98"/>
                  </a:moveTo>
                  <a:lnTo>
                    <a:pt x="19" y="98"/>
                  </a:lnTo>
                  <a:lnTo>
                    <a:pt x="19" y="54"/>
                  </a:lnTo>
                  <a:lnTo>
                    <a:pt x="54" y="9"/>
                  </a:lnTo>
                  <a:lnTo>
                    <a:pt x="97" y="54"/>
                  </a:lnTo>
                  <a:lnTo>
                    <a:pt x="127" y="28"/>
                  </a:lnTo>
                  <a:lnTo>
                    <a:pt x="147" y="9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38"/>
          <p:cNvGrpSpPr/>
          <p:nvPr/>
        </p:nvGrpSpPr>
        <p:grpSpPr>
          <a:xfrm>
            <a:off x="6429673" y="2149662"/>
            <a:ext cx="469021" cy="455593"/>
            <a:chOff x="6890529" y="2162362"/>
            <a:chExt cx="469021" cy="455593"/>
          </a:xfrm>
        </p:grpSpPr>
        <p:sp>
          <p:nvSpPr>
            <p:cNvPr id="40" name="Teardrop 39"/>
            <p:cNvSpPr>
              <a:spLocks noChangeAspect="1"/>
            </p:cNvSpPr>
            <p:nvPr/>
          </p:nvSpPr>
          <p:spPr>
            <a:xfrm>
              <a:off x="6890529" y="2162362"/>
              <a:ext cx="469021" cy="455593"/>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4"/>
                </a:solidFill>
              </a:endParaRPr>
            </a:p>
          </p:txBody>
        </p:sp>
        <p:sp>
          <p:nvSpPr>
            <p:cNvPr id="41" name="Freeform 103"/>
            <p:cNvSpPr>
              <a:spLocks noEditPoints="1"/>
            </p:cNvSpPr>
            <p:nvPr/>
          </p:nvSpPr>
          <p:spPr bwMode="auto">
            <a:xfrm>
              <a:off x="7030053" y="2231059"/>
              <a:ext cx="196634" cy="289547"/>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41"/>
          <p:cNvGrpSpPr/>
          <p:nvPr/>
        </p:nvGrpSpPr>
        <p:grpSpPr>
          <a:xfrm>
            <a:off x="4362262" y="2211217"/>
            <a:ext cx="469021" cy="455593"/>
            <a:chOff x="4823118" y="2223917"/>
            <a:chExt cx="469021" cy="455593"/>
          </a:xfrm>
        </p:grpSpPr>
        <p:sp>
          <p:nvSpPr>
            <p:cNvPr id="43" name="Teardrop 42"/>
            <p:cNvSpPr>
              <a:spLocks noChangeAspect="1"/>
            </p:cNvSpPr>
            <p:nvPr/>
          </p:nvSpPr>
          <p:spPr>
            <a:xfrm>
              <a:off x="4823118" y="2223917"/>
              <a:ext cx="469021" cy="455593"/>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Freeform 5"/>
            <p:cNvSpPr>
              <a:spLocks noEditPoints="1"/>
            </p:cNvSpPr>
            <p:nvPr/>
          </p:nvSpPr>
          <p:spPr bwMode="auto">
            <a:xfrm>
              <a:off x="4949420" y="2334408"/>
              <a:ext cx="235936" cy="235936"/>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44"/>
          <p:cNvGrpSpPr/>
          <p:nvPr/>
        </p:nvGrpSpPr>
        <p:grpSpPr>
          <a:xfrm>
            <a:off x="5464087" y="2211217"/>
            <a:ext cx="469021" cy="455593"/>
            <a:chOff x="5924943" y="2223917"/>
            <a:chExt cx="469021" cy="455593"/>
          </a:xfrm>
        </p:grpSpPr>
        <p:sp>
          <p:nvSpPr>
            <p:cNvPr id="46" name="Teardrop 45"/>
            <p:cNvSpPr>
              <a:spLocks noChangeAspect="1"/>
            </p:cNvSpPr>
            <p:nvPr/>
          </p:nvSpPr>
          <p:spPr>
            <a:xfrm>
              <a:off x="5924943" y="2223917"/>
              <a:ext cx="469021" cy="455593"/>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3"/>
                </a:solidFill>
              </a:endParaRPr>
            </a:p>
          </p:txBody>
        </p:sp>
        <p:sp>
          <p:nvSpPr>
            <p:cNvPr id="47" name="Freeform 36"/>
            <p:cNvSpPr>
              <a:spLocks noEditPoints="1"/>
            </p:cNvSpPr>
            <p:nvPr/>
          </p:nvSpPr>
          <p:spPr bwMode="auto">
            <a:xfrm>
              <a:off x="6069782" y="2334408"/>
              <a:ext cx="203200" cy="220663"/>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47"/>
          <p:cNvGrpSpPr/>
          <p:nvPr/>
        </p:nvGrpSpPr>
        <p:grpSpPr>
          <a:xfrm>
            <a:off x="3238926" y="2211217"/>
            <a:ext cx="469021" cy="455593"/>
            <a:chOff x="3699782" y="2223917"/>
            <a:chExt cx="469021" cy="455593"/>
          </a:xfrm>
        </p:grpSpPr>
        <p:sp>
          <p:nvSpPr>
            <p:cNvPr id="49" name="Teardrop 48"/>
            <p:cNvSpPr>
              <a:spLocks noChangeAspect="1"/>
            </p:cNvSpPr>
            <p:nvPr/>
          </p:nvSpPr>
          <p:spPr>
            <a:xfrm>
              <a:off x="3699782" y="2223917"/>
              <a:ext cx="469021" cy="455593"/>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50" name="Freeform 117"/>
            <p:cNvSpPr>
              <a:spLocks/>
            </p:cNvSpPr>
            <p:nvPr/>
          </p:nvSpPr>
          <p:spPr bwMode="auto">
            <a:xfrm>
              <a:off x="3850236" y="2359808"/>
              <a:ext cx="195263" cy="1952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childTnLst>
                                </p:cTn>
                              </p:par>
                            </p:childTnLst>
                          </p:cTn>
                        </p:par>
                        <p:par>
                          <p:cTn id="8" fill="hold">
                            <p:stCondLst>
                              <p:cond delay="1000"/>
                            </p:stCondLst>
                            <p:childTnLst>
                              <p:par>
                                <p:cTn id="9" presetID="53"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p:cTn id="11" dur="500" fill="hold"/>
                                        <p:tgtEl>
                                          <p:spTgt spid="8"/>
                                        </p:tgtEl>
                                        <p:attrNameLst>
                                          <p:attrName>ppt_w</p:attrName>
                                        </p:attrNameLst>
                                      </p:cBhvr>
                                      <p:tavLst>
                                        <p:tav tm="0">
                                          <p:val>
                                            <p:fltVal val="0"/>
                                          </p:val>
                                        </p:tav>
                                        <p:tav tm="100000">
                                          <p:val>
                                            <p:strVal val="#ppt_w"/>
                                          </p:val>
                                        </p:tav>
                                      </p:tavLst>
                                    </p:anim>
                                    <p:anim calcmode="lin" valueType="num">
                                      <p:cBhvr>
                                        <p:cTn id="12" dur="500" fill="hold"/>
                                        <p:tgtEl>
                                          <p:spTgt spid="8"/>
                                        </p:tgtEl>
                                        <p:attrNameLst>
                                          <p:attrName>ppt_h</p:attrName>
                                        </p:attrNameLst>
                                      </p:cBhvr>
                                      <p:tavLst>
                                        <p:tav tm="0">
                                          <p:val>
                                            <p:fltVal val="0"/>
                                          </p:val>
                                        </p:tav>
                                        <p:tav tm="100000">
                                          <p:val>
                                            <p:strVal val="#ppt_h"/>
                                          </p:val>
                                        </p:tav>
                                      </p:tavLst>
                                    </p:anim>
                                    <p:animEffect transition="in" filter="fade">
                                      <p:cBhvr>
                                        <p:cTn id="13" dur="500"/>
                                        <p:tgtEl>
                                          <p:spTgt spid="8"/>
                                        </p:tgtEl>
                                      </p:cBhvr>
                                    </p:animEffect>
                                  </p:childTnLst>
                                </p:cTn>
                              </p:par>
                              <p:par>
                                <p:cTn id="14" presetID="2" presetClass="entr" presetSubtype="4" accel="50000" decel="50000" fill="hold" grpId="0" nodeType="with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500" fill="hold"/>
                                        <p:tgtEl>
                                          <p:spTgt spid="30"/>
                                        </p:tgtEl>
                                        <p:attrNameLst>
                                          <p:attrName>ppt_x</p:attrName>
                                        </p:attrNameLst>
                                      </p:cBhvr>
                                      <p:tavLst>
                                        <p:tav tm="0">
                                          <p:val>
                                            <p:strVal val="#ppt_x"/>
                                          </p:val>
                                        </p:tav>
                                        <p:tav tm="100000">
                                          <p:val>
                                            <p:strVal val="#ppt_x"/>
                                          </p:val>
                                        </p:tav>
                                      </p:tavLst>
                                    </p:anim>
                                    <p:anim calcmode="lin" valueType="num">
                                      <p:cBhvr additive="base">
                                        <p:cTn id="17" dur="500" fill="hold"/>
                                        <p:tgtEl>
                                          <p:spTgt spid="30"/>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par>
                                <p:cTn id="24" presetID="2" presetClass="entr" presetSubtype="4" accel="50000" decel="50000" fill="hold" grpId="0" nodeType="withEffect">
                                  <p:stCondLst>
                                    <p:cond delay="0"/>
                                  </p:stCondLst>
                                  <p:childTnLst>
                                    <p:set>
                                      <p:cBhvr>
                                        <p:cTn id="25" dur="1" fill="hold">
                                          <p:stCondLst>
                                            <p:cond delay="0"/>
                                          </p:stCondLst>
                                        </p:cTn>
                                        <p:tgtEl>
                                          <p:spTgt spid="31"/>
                                        </p:tgtEl>
                                        <p:attrNameLst>
                                          <p:attrName>style.visibility</p:attrName>
                                        </p:attrNameLst>
                                      </p:cBhvr>
                                      <p:to>
                                        <p:strVal val="visible"/>
                                      </p:to>
                                    </p:set>
                                    <p:anim calcmode="lin" valueType="num">
                                      <p:cBhvr additive="base">
                                        <p:cTn id="26" dur="500" fill="hold"/>
                                        <p:tgtEl>
                                          <p:spTgt spid="31"/>
                                        </p:tgtEl>
                                        <p:attrNameLst>
                                          <p:attrName>ppt_x</p:attrName>
                                        </p:attrNameLst>
                                      </p:cBhvr>
                                      <p:tavLst>
                                        <p:tav tm="0">
                                          <p:val>
                                            <p:strVal val="#ppt_x"/>
                                          </p:val>
                                        </p:tav>
                                        <p:tav tm="100000">
                                          <p:val>
                                            <p:strVal val="#ppt_x"/>
                                          </p:val>
                                        </p:tav>
                                      </p:tavLst>
                                    </p:anim>
                                    <p:anim calcmode="lin" valueType="num">
                                      <p:cBhvr additive="base">
                                        <p:cTn id="27" dur="500" fill="hold"/>
                                        <p:tgtEl>
                                          <p:spTgt spid="31"/>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500" fill="hold"/>
                                        <p:tgtEl>
                                          <p:spTgt spid="7"/>
                                        </p:tgtEl>
                                        <p:attrNameLst>
                                          <p:attrName>ppt_w</p:attrName>
                                        </p:attrNameLst>
                                      </p:cBhvr>
                                      <p:tavLst>
                                        <p:tav tm="0">
                                          <p:val>
                                            <p:fltVal val="0"/>
                                          </p:val>
                                        </p:tav>
                                        <p:tav tm="100000">
                                          <p:val>
                                            <p:strVal val="#ppt_w"/>
                                          </p:val>
                                        </p:tav>
                                      </p:tavLst>
                                    </p:anim>
                                    <p:anim calcmode="lin" valueType="num">
                                      <p:cBhvr>
                                        <p:cTn id="32" dur="500" fill="hold"/>
                                        <p:tgtEl>
                                          <p:spTgt spid="7"/>
                                        </p:tgtEl>
                                        <p:attrNameLst>
                                          <p:attrName>ppt_h</p:attrName>
                                        </p:attrNameLst>
                                      </p:cBhvr>
                                      <p:tavLst>
                                        <p:tav tm="0">
                                          <p:val>
                                            <p:fltVal val="0"/>
                                          </p:val>
                                        </p:tav>
                                        <p:tav tm="100000">
                                          <p:val>
                                            <p:strVal val="#ppt_h"/>
                                          </p:val>
                                        </p:tav>
                                      </p:tavLst>
                                    </p:anim>
                                    <p:animEffect transition="in" filter="fade">
                                      <p:cBhvr>
                                        <p:cTn id="33" dur="500"/>
                                        <p:tgtEl>
                                          <p:spTgt spid="7"/>
                                        </p:tgtEl>
                                      </p:cBhvr>
                                    </p:animEffect>
                                  </p:childTnLst>
                                </p:cTn>
                              </p:par>
                              <p:par>
                                <p:cTn id="34" presetID="2" presetClass="entr" presetSubtype="4" accel="50000" decel="50000" fill="hold" grpId="0" nodeType="withEffect">
                                  <p:stCondLst>
                                    <p:cond delay="0"/>
                                  </p:stCondLst>
                                  <p:childTnLst>
                                    <p:set>
                                      <p:cBhvr>
                                        <p:cTn id="35" dur="1" fill="hold">
                                          <p:stCondLst>
                                            <p:cond delay="0"/>
                                          </p:stCondLst>
                                        </p:cTn>
                                        <p:tgtEl>
                                          <p:spTgt spid="32"/>
                                        </p:tgtEl>
                                        <p:attrNameLst>
                                          <p:attrName>style.visibility</p:attrName>
                                        </p:attrNameLst>
                                      </p:cBhvr>
                                      <p:to>
                                        <p:strVal val="visible"/>
                                      </p:to>
                                    </p:set>
                                    <p:anim calcmode="lin" valueType="num">
                                      <p:cBhvr additive="base">
                                        <p:cTn id="36" dur="500" fill="hold"/>
                                        <p:tgtEl>
                                          <p:spTgt spid="32"/>
                                        </p:tgtEl>
                                        <p:attrNameLst>
                                          <p:attrName>ppt_x</p:attrName>
                                        </p:attrNameLst>
                                      </p:cBhvr>
                                      <p:tavLst>
                                        <p:tav tm="0">
                                          <p:val>
                                            <p:strVal val="#ppt_x"/>
                                          </p:val>
                                        </p:tav>
                                        <p:tav tm="100000">
                                          <p:val>
                                            <p:strVal val="#ppt_x"/>
                                          </p:val>
                                        </p:tav>
                                      </p:tavLst>
                                    </p:anim>
                                    <p:anim calcmode="lin" valueType="num">
                                      <p:cBhvr additive="base">
                                        <p:cTn id="37" dur="500" fill="hold"/>
                                        <p:tgtEl>
                                          <p:spTgt spid="32"/>
                                        </p:tgtEl>
                                        <p:attrNameLst>
                                          <p:attrName>ppt_y</p:attrName>
                                        </p:attrNameLst>
                                      </p:cBhvr>
                                      <p:tavLst>
                                        <p:tav tm="0">
                                          <p:val>
                                            <p:strVal val="1+#ppt_h/2"/>
                                          </p:val>
                                        </p:tav>
                                        <p:tav tm="100000">
                                          <p:val>
                                            <p:strVal val="#ppt_y"/>
                                          </p:val>
                                        </p:tav>
                                      </p:tavLst>
                                    </p:anim>
                                  </p:childTnLst>
                                </p:cTn>
                              </p:par>
                            </p:childTnLst>
                          </p:cTn>
                        </p:par>
                        <p:par>
                          <p:cTn id="38" fill="hold">
                            <p:stCondLst>
                              <p:cond delay="2500"/>
                            </p:stCondLst>
                            <p:childTnLst>
                              <p:par>
                                <p:cTn id="39" presetID="53" presetClass="entr" presetSubtype="0" fill="hold" nodeType="afterEffect">
                                  <p:stCondLst>
                                    <p:cond delay="0"/>
                                  </p:stCondLst>
                                  <p:childTnLst>
                                    <p:set>
                                      <p:cBhvr>
                                        <p:cTn id="40" dur="1" fill="hold">
                                          <p:stCondLst>
                                            <p:cond delay="0"/>
                                          </p:stCondLst>
                                        </p:cTn>
                                        <p:tgtEl>
                                          <p:spTgt spid="5"/>
                                        </p:tgtEl>
                                        <p:attrNameLst>
                                          <p:attrName>style.visibility</p:attrName>
                                        </p:attrNameLst>
                                      </p:cBhvr>
                                      <p:to>
                                        <p:strVal val="visible"/>
                                      </p:to>
                                    </p:set>
                                    <p:anim calcmode="lin" valueType="num">
                                      <p:cBhvr>
                                        <p:cTn id="41" dur="500" fill="hold"/>
                                        <p:tgtEl>
                                          <p:spTgt spid="5"/>
                                        </p:tgtEl>
                                        <p:attrNameLst>
                                          <p:attrName>ppt_w</p:attrName>
                                        </p:attrNameLst>
                                      </p:cBhvr>
                                      <p:tavLst>
                                        <p:tav tm="0">
                                          <p:val>
                                            <p:fltVal val="0"/>
                                          </p:val>
                                        </p:tav>
                                        <p:tav tm="100000">
                                          <p:val>
                                            <p:strVal val="#ppt_w"/>
                                          </p:val>
                                        </p:tav>
                                      </p:tavLst>
                                    </p:anim>
                                    <p:anim calcmode="lin" valueType="num">
                                      <p:cBhvr>
                                        <p:cTn id="42" dur="500" fill="hold"/>
                                        <p:tgtEl>
                                          <p:spTgt spid="5"/>
                                        </p:tgtEl>
                                        <p:attrNameLst>
                                          <p:attrName>ppt_h</p:attrName>
                                        </p:attrNameLst>
                                      </p:cBhvr>
                                      <p:tavLst>
                                        <p:tav tm="0">
                                          <p:val>
                                            <p:fltVal val="0"/>
                                          </p:val>
                                        </p:tav>
                                        <p:tav tm="100000">
                                          <p:val>
                                            <p:strVal val="#ppt_h"/>
                                          </p:val>
                                        </p:tav>
                                      </p:tavLst>
                                    </p:anim>
                                    <p:animEffect transition="in" filter="fade">
                                      <p:cBhvr>
                                        <p:cTn id="43" dur="500"/>
                                        <p:tgtEl>
                                          <p:spTgt spid="5"/>
                                        </p:tgtEl>
                                      </p:cBhvr>
                                    </p:animEffect>
                                  </p:childTnLst>
                                </p:cTn>
                              </p:par>
                              <p:par>
                                <p:cTn id="44" presetID="2" presetClass="entr" presetSubtype="4" accel="50000" decel="50000" fill="hold" grpId="0" nodeType="withEffect">
                                  <p:stCondLst>
                                    <p:cond delay="0"/>
                                  </p:stCondLst>
                                  <p:childTnLst>
                                    <p:set>
                                      <p:cBhvr>
                                        <p:cTn id="45" dur="1" fill="hold">
                                          <p:stCondLst>
                                            <p:cond delay="0"/>
                                          </p:stCondLst>
                                        </p:cTn>
                                        <p:tgtEl>
                                          <p:spTgt spid="33"/>
                                        </p:tgtEl>
                                        <p:attrNameLst>
                                          <p:attrName>style.visibility</p:attrName>
                                        </p:attrNameLst>
                                      </p:cBhvr>
                                      <p:to>
                                        <p:strVal val="visible"/>
                                      </p:to>
                                    </p:set>
                                    <p:anim calcmode="lin" valueType="num">
                                      <p:cBhvr additive="base">
                                        <p:cTn id="46" dur="500" fill="hold"/>
                                        <p:tgtEl>
                                          <p:spTgt spid="33"/>
                                        </p:tgtEl>
                                        <p:attrNameLst>
                                          <p:attrName>ppt_x</p:attrName>
                                        </p:attrNameLst>
                                      </p:cBhvr>
                                      <p:tavLst>
                                        <p:tav tm="0">
                                          <p:val>
                                            <p:strVal val="#ppt_x"/>
                                          </p:val>
                                        </p:tav>
                                        <p:tav tm="100000">
                                          <p:val>
                                            <p:strVal val="#ppt_x"/>
                                          </p:val>
                                        </p:tav>
                                      </p:tavLst>
                                    </p:anim>
                                    <p:anim calcmode="lin" valueType="num">
                                      <p:cBhvr additive="base">
                                        <p:cTn id="47" dur="500" fill="hold"/>
                                        <p:tgtEl>
                                          <p:spTgt spid="33"/>
                                        </p:tgtEl>
                                        <p:attrNameLst>
                                          <p:attrName>ppt_y</p:attrName>
                                        </p:attrNameLst>
                                      </p:cBhvr>
                                      <p:tavLst>
                                        <p:tav tm="0">
                                          <p:val>
                                            <p:strVal val="1+#ppt_h/2"/>
                                          </p:val>
                                        </p:tav>
                                        <p:tav tm="100000">
                                          <p:val>
                                            <p:strVal val="#ppt_y"/>
                                          </p:val>
                                        </p:tav>
                                      </p:tavLst>
                                    </p:anim>
                                  </p:childTnLst>
                                </p:cTn>
                              </p:par>
                            </p:childTnLst>
                          </p:cTn>
                        </p:par>
                        <p:par>
                          <p:cTn id="48" fill="hold">
                            <p:stCondLst>
                              <p:cond delay="3000"/>
                            </p:stCondLst>
                            <p:childTnLst>
                              <p:par>
                                <p:cTn id="49" presetID="53" presetClass="entr" presetSubtype="0"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p:cTn id="51" dur="500" fill="hold"/>
                                        <p:tgtEl>
                                          <p:spTgt spid="3"/>
                                        </p:tgtEl>
                                        <p:attrNameLst>
                                          <p:attrName>ppt_w</p:attrName>
                                        </p:attrNameLst>
                                      </p:cBhvr>
                                      <p:tavLst>
                                        <p:tav tm="0">
                                          <p:val>
                                            <p:fltVal val="0"/>
                                          </p:val>
                                        </p:tav>
                                        <p:tav tm="100000">
                                          <p:val>
                                            <p:strVal val="#ppt_w"/>
                                          </p:val>
                                        </p:tav>
                                      </p:tavLst>
                                    </p:anim>
                                    <p:anim calcmode="lin" valueType="num">
                                      <p:cBhvr>
                                        <p:cTn id="52" dur="500" fill="hold"/>
                                        <p:tgtEl>
                                          <p:spTgt spid="3"/>
                                        </p:tgtEl>
                                        <p:attrNameLst>
                                          <p:attrName>ppt_h</p:attrName>
                                        </p:attrNameLst>
                                      </p:cBhvr>
                                      <p:tavLst>
                                        <p:tav tm="0">
                                          <p:val>
                                            <p:fltVal val="0"/>
                                          </p:val>
                                        </p:tav>
                                        <p:tav tm="100000">
                                          <p:val>
                                            <p:strVal val="#ppt_h"/>
                                          </p:val>
                                        </p:tav>
                                      </p:tavLst>
                                    </p:anim>
                                    <p:animEffect transition="in" filter="fade">
                                      <p:cBhvr>
                                        <p:cTn id="53" dur="500"/>
                                        <p:tgtEl>
                                          <p:spTgt spid="3"/>
                                        </p:tgtEl>
                                      </p:cBhvr>
                                    </p:animEffect>
                                  </p:childTnLst>
                                </p:cTn>
                              </p:par>
                              <p:par>
                                <p:cTn id="54" presetID="2" presetClass="entr" presetSubtype="4" accel="50000" decel="50000" fill="hold" grpId="0" nodeType="withEffect">
                                  <p:stCondLst>
                                    <p:cond delay="0"/>
                                  </p:stCondLst>
                                  <p:childTnLst>
                                    <p:set>
                                      <p:cBhvr>
                                        <p:cTn id="55" dur="1" fill="hold">
                                          <p:stCondLst>
                                            <p:cond delay="0"/>
                                          </p:stCondLst>
                                        </p:cTn>
                                        <p:tgtEl>
                                          <p:spTgt spid="34"/>
                                        </p:tgtEl>
                                        <p:attrNameLst>
                                          <p:attrName>style.visibility</p:attrName>
                                        </p:attrNameLst>
                                      </p:cBhvr>
                                      <p:to>
                                        <p:strVal val="visible"/>
                                      </p:to>
                                    </p:set>
                                    <p:anim calcmode="lin" valueType="num">
                                      <p:cBhvr additive="base">
                                        <p:cTn id="56" dur="500" fill="hold"/>
                                        <p:tgtEl>
                                          <p:spTgt spid="34"/>
                                        </p:tgtEl>
                                        <p:attrNameLst>
                                          <p:attrName>ppt_x</p:attrName>
                                        </p:attrNameLst>
                                      </p:cBhvr>
                                      <p:tavLst>
                                        <p:tav tm="0">
                                          <p:val>
                                            <p:strVal val="#ppt_x"/>
                                          </p:val>
                                        </p:tav>
                                        <p:tav tm="100000">
                                          <p:val>
                                            <p:strVal val="#ppt_x"/>
                                          </p:val>
                                        </p:tav>
                                      </p:tavLst>
                                    </p:anim>
                                    <p:anim calcmode="lin" valueType="num">
                                      <p:cBhvr additive="base">
                                        <p:cTn id="57" dur="500" fill="hold"/>
                                        <p:tgtEl>
                                          <p:spTgt spid="34"/>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10" presetClass="entr" presetSubtype="0" fill="hold" grpId="0" nodeType="afterEffect">
                                  <p:stCondLst>
                                    <p:cond delay="0"/>
                                  </p:stCondLst>
                                  <p:childTnLst>
                                    <p:set>
                                      <p:cBhvr>
                                        <p:cTn id="60" dur="1" fill="hold">
                                          <p:stCondLst>
                                            <p:cond delay="0"/>
                                          </p:stCondLst>
                                        </p:cTn>
                                        <p:tgtEl>
                                          <p:spTgt spid="53"/>
                                        </p:tgtEl>
                                        <p:attrNameLst>
                                          <p:attrName>style.visibility</p:attrName>
                                        </p:attrNameLst>
                                      </p:cBhvr>
                                      <p:to>
                                        <p:strVal val="visible"/>
                                      </p:to>
                                    </p:set>
                                    <p:animEffect transition="in" filter="fade">
                                      <p:cBhvr>
                                        <p:cTn id="61"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30" grpId="0"/>
      <p:bldP spid="31" grpId="0"/>
      <p:bldP spid="32" grpId="0"/>
      <p:bldP spid="33" grpId="0"/>
      <p:bldP spid="34" grpId="0"/>
      <p:bldP spid="35"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86" name="Slide Number Placeholder 85"/>
          <p:cNvSpPr>
            <a:spLocks noGrp="1"/>
          </p:cNvSpPr>
          <p:nvPr>
            <p:ph type="sldNum" sz="quarter" idx="14"/>
          </p:nvPr>
        </p:nvSpPr>
        <p:spPr/>
        <p:txBody>
          <a:bodyPr/>
          <a:lstStyle/>
          <a:p>
            <a:fld id="{C136B7D2-B98C-44FD-8D04-7EC62A564975}" type="slidenum">
              <a:rPr lang="en-US" smtClean="0"/>
              <a:pPr/>
              <a:t>283</a:t>
            </a:fld>
            <a:endParaRPr lang="en-US" dirty="0"/>
          </a:p>
        </p:txBody>
      </p:sp>
      <p:pic>
        <p:nvPicPr>
          <p:cNvPr id="68" name="Picture Placeholder 67" descr="imageHolder.jpg"/>
          <p:cNvPicPr>
            <a:picLocks noGrp="1" noChangeAspect="1"/>
          </p:cNvPicPr>
          <p:nvPr>
            <p:ph type="pic" sz="quarter" idx="10"/>
          </p:nvPr>
        </p:nvPicPr>
        <p:blipFill>
          <a:blip r:embed="rId3" cstate="print"/>
          <a:srcRect l="34510" r="34510"/>
          <a:stretch>
            <a:fillRect/>
          </a:stretch>
        </p:blipFill>
        <p:spPr/>
      </p:pic>
      <p:grpSp>
        <p:nvGrpSpPr>
          <p:cNvPr id="3" name="Group 130"/>
          <p:cNvGrpSpPr/>
          <p:nvPr/>
        </p:nvGrpSpPr>
        <p:grpSpPr>
          <a:xfrm>
            <a:off x="1762139" y="1304396"/>
            <a:ext cx="1542507" cy="634486"/>
            <a:chOff x="1762139" y="1304396"/>
            <a:chExt cx="1542507" cy="634486"/>
          </a:xfrm>
        </p:grpSpPr>
        <p:sp>
          <p:nvSpPr>
            <p:cNvPr id="65" name="TextBox 64"/>
            <p:cNvSpPr txBox="1"/>
            <p:nvPr/>
          </p:nvSpPr>
          <p:spPr>
            <a:xfrm>
              <a:off x="1762140" y="1304396"/>
              <a:ext cx="1542506" cy="184666"/>
            </a:xfrm>
            <a:prstGeom prst="rect">
              <a:avLst/>
            </a:prstGeom>
            <a:noFill/>
          </p:spPr>
          <p:txBody>
            <a:bodyPr wrap="square" lIns="0" tIns="0" rIns="0" bIns="0" rtlCol="0" anchor="t">
              <a:spAutoFit/>
            </a:bodyPr>
            <a:lstStyle/>
            <a:p>
              <a:r>
                <a:rPr lang="en-US" sz="1200" b="1" dirty="0">
                  <a:solidFill>
                    <a:schemeClr val="accent1"/>
                  </a:solidFill>
                </a:rPr>
                <a:t>PHONE SETTINH</a:t>
              </a:r>
            </a:p>
          </p:txBody>
        </p:sp>
        <p:sp>
          <p:nvSpPr>
            <p:cNvPr id="66" name="TextBox 65"/>
            <p:cNvSpPr txBox="1"/>
            <p:nvPr/>
          </p:nvSpPr>
          <p:spPr>
            <a:xfrm>
              <a:off x="1762139" y="1477217"/>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5" name="Group 131"/>
          <p:cNvGrpSpPr/>
          <p:nvPr/>
        </p:nvGrpSpPr>
        <p:grpSpPr>
          <a:xfrm>
            <a:off x="1762139" y="2072489"/>
            <a:ext cx="1542507" cy="672891"/>
            <a:chOff x="1762139" y="2072489"/>
            <a:chExt cx="1542507" cy="672891"/>
          </a:xfrm>
        </p:grpSpPr>
        <p:sp>
          <p:nvSpPr>
            <p:cNvPr id="72" name="TextBox 71"/>
            <p:cNvSpPr txBox="1"/>
            <p:nvPr/>
          </p:nvSpPr>
          <p:spPr>
            <a:xfrm>
              <a:off x="1762140" y="2072489"/>
              <a:ext cx="1542506" cy="184666"/>
            </a:xfrm>
            <a:prstGeom prst="rect">
              <a:avLst/>
            </a:prstGeom>
            <a:noFill/>
          </p:spPr>
          <p:txBody>
            <a:bodyPr wrap="square" lIns="0" tIns="0" rIns="0" bIns="0" rtlCol="0" anchor="t">
              <a:spAutoFit/>
            </a:bodyPr>
            <a:lstStyle/>
            <a:p>
              <a:r>
                <a:rPr lang="en-US" sz="1200" b="1" dirty="0">
                  <a:solidFill>
                    <a:schemeClr val="accent2"/>
                  </a:solidFill>
                </a:rPr>
                <a:t>GLOBAL ACCESS</a:t>
              </a:r>
            </a:p>
          </p:txBody>
        </p:sp>
        <p:sp>
          <p:nvSpPr>
            <p:cNvPr id="73" name="TextBox 72"/>
            <p:cNvSpPr txBox="1"/>
            <p:nvPr/>
          </p:nvSpPr>
          <p:spPr>
            <a:xfrm>
              <a:off x="1762139" y="2283715"/>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6" name="Group 144"/>
          <p:cNvGrpSpPr/>
          <p:nvPr/>
        </p:nvGrpSpPr>
        <p:grpSpPr>
          <a:xfrm>
            <a:off x="1762139" y="2840582"/>
            <a:ext cx="1542507" cy="653689"/>
            <a:chOff x="1762139" y="2840582"/>
            <a:chExt cx="1542507" cy="653689"/>
          </a:xfrm>
        </p:grpSpPr>
        <p:sp>
          <p:nvSpPr>
            <p:cNvPr id="78" name="TextBox 77"/>
            <p:cNvSpPr txBox="1"/>
            <p:nvPr/>
          </p:nvSpPr>
          <p:spPr>
            <a:xfrm>
              <a:off x="1762140" y="2840582"/>
              <a:ext cx="1542506" cy="184666"/>
            </a:xfrm>
            <a:prstGeom prst="rect">
              <a:avLst/>
            </a:prstGeom>
            <a:noFill/>
          </p:spPr>
          <p:txBody>
            <a:bodyPr wrap="square" lIns="0" tIns="0" rIns="0" bIns="0" rtlCol="0" anchor="t">
              <a:spAutoFit/>
            </a:bodyPr>
            <a:lstStyle/>
            <a:p>
              <a:r>
                <a:rPr lang="en-US" sz="1200" b="1" dirty="0">
                  <a:solidFill>
                    <a:schemeClr val="accent3"/>
                  </a:solidFill>
                </a:rPr>
                <a:t>CALENDER</a:t>
              </a:r>
            </a:p>
          </p:txBody>
        </p:sp>
        <p:sp>
          <p:nvSpPr>
            <p:cNvPr id="79" name="TextBox 78"/>
            <p:cNvSpPr txBox="1"/>
            <p:nvPr/>
          </p:nvSpPr>
          <p:spPr>
            <a:xfrm>
              <a:off x="1762139" y="3032606"/>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7" name="Group 145"/>
          <p:cNvGrpSpPr/>
          <p:nvPr/>
        </p:nvGrpSpPr>
        <p:grpSpPr>
          <a:xfrm>
            <a:off x="1762139" y="3608676"/>
            <a:ext cx="1542507" cy="634486"/>
            <a:chOff x="1762139" y="3608676"/>
            <a:chExt cx="1542507" cy="634486"/>
          </a:xfrm>
        </p:grpSpPr>
        <p:sp>
          <p:nvSpPr>
            <p:cNvPr id="84" name="TextBox 83"/>
            <p:cNvSpPr txBox="1"/>
            <p:nvPr/>
          </p:nvSpPr>
          <p:spPr>
            <a:xfrm>
              <a:off x="1762140" y="3608676"/>
              <a:ext cx="1542506" cy="184666"/>
            </a:xfrm>
            <a:prstGeom prst="rect">
              <a:avLst/>
            </a:prstGeom>
            <a:noFill/>
          </p:spPr>
          <p:txBody>
            <a:bodyPr wrap="square" lIns="0" tIns="0" rIns="0" bIns="0" rtlCol="0" anchor="t">
              <a:spAutoFit/>
            </a:bodyPr>
            <a:lstStyle/>
            <a:p>
              <a:r>
                <a:rPr lang="en-US" sz="1200" b="1" dirty="0">
                  <a:solidFill>
                    <a:schemeClr val="accent4"/>
                  </a:solidFill>
                </a:rPr>
                <a:t>SMART TOUCH</a:t>
              </a:r>
            </a:p>
          </p:txBody>
        </p:sp>
        <p:sp>
          <p:nvSpPr>
            <p:cNvPr id="85" name="TextBox 84"/>
            <p:cNvSpPr txBox="1"/>
            <p:nvPr/>
          </p:nvSpPr>
          <p:spPr>
            <a:xfrm>
              <a:off x="1762139" y="3781497"/>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8" name="Group 113"/>
          <p:cNvGrpSpPr/>
          <p:nvPr/>
        </p:nvGrpSpPr>
        <p:grpSpPr>
          <a:xfrm>
            <a:off x="5839354" y="1336688"/>
            <a:ext cx="1542507" cy="659801"/>
            <a:chOff x="5839354" y="1336688"/>
            <a:chExt cx="1542507" cy="659801"/>
          </a:xfrm>
        </p:grpSpPr>
        <p:sp>
          <p:nvSpPr>
            <p:cNvPr id="90" name="TextBox 89"/>
            <p:cNvSpPr txBox="1"/>
            <p:nvPr/>
          </p:nvSpPr>
          <p:spPr>
            <a:xfrm>
              <a:off x="5839355" y="1336688"/>
              <a:ext cx="1542506" cy="184666"/>
            </a:xfrm>
            <a:prstGeom prst="rect">
              <a:avLst/>
            </a:prstGeom>
            <a:noFill/>
          </p:spPr>
          <p:txBody>
            <a:bodyPr wrap="square" lIns="0" tIns="0" rIns="0" bIns="0" rtlCol="0" anchor="t">
              <a:spAutoFit/>
            </a:bodyPr>
            <a:lstStyle/>
            <a:p>
              <a:pPr algn="r"/>
              <a:r>
                <a:rPr lang="en-US" sz="1200" b="1" dirty="0">
                  <a:solidFill>
                    <a:schemeClr val="accent5"/>
                  </a:solidFill>
                </a:rPr>
                <a:t>STATISTICS</a:t>
              </a:r>
            </a:p>
          </p:txBody>
        </p:sp>
        <p:sp>
          <p:nvSpPr>
            <p:cNvPr id="91" name="TextBox 90"/>
            <p:cNvSpPr txBox="1"/>
            <p:nvPr/>
          </p:nvSpPr>
          <p:spPr>
            <a:xfrm>
              <a:off x="5839354" y="1534824"/>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9" name="Group 117"/>
          <p:cNvGrpSpPr/>
          <p:nvPr/>
        </p:nvGrpSpPr>
        <p:grpSpPr>
          <a:xfrm>
            <a:off x="5863395" y="2079109"/>
            <a:ext cx="1542507" cy="666271"/>
            <a:chOff x="5863395" y="2079109"/>
            <a:chExt cx="1542507" cy="666271"/>
          </a:xfrm>
        </p:grpSpPr>
        <p:sp>
          <p:nvSpPr>
            <p:cNvPr id="96" name="TextBox 95"/>
            <p:cNvSpPr txBox="1"/>
            <p:nvPr/>
          </p:nvSpPr>
          <p:spPr>
            <a:xfrm>
              <a:off x="5863396" y="2079109"/>
              <a:ext cx="1542506" cy="184666"/>
            </a:xfrm>
            <a:prstGeom prst="rect">
              <a:avLst/>
            </a:prstGeom>
            <a:noFill/>
          </p:spPr>
          <p:txBody>
            <a:bodyPr wrap="square" lIns="0" tIns="0" rIns="0" bIns="0" rtlCol="0" anchor="t">
              <a:spAutoFit/>
            </a:bodyPr>
            <a:lstStyle/>
            <a:p>
              <a:pPr algn="r"/>
              <a:r>
                <a:rPr lang="en-US" sz="1200" b="1" dirty="0">
                  <a:solidFill>
                    <a:schemeClr val="accent6"/>
                  </a:solidFill>
                </a:rPr>
                <a:t>CAMERA</a:t>
              </a:r>
            </a:p>
          </p:txBody>
        </p:sp>
        <p:sp>
          <p:nvSpPr>
            <p:cNvPr id="97" name="TextBox 96"/>
            <p:cNvSpPr txBox="1"/>
            <p:nvPr/>
          </p:nvSpPr>
          <p:spPr>
            <a:xfrm>
              <a:off x="5863395" y="2283715"/>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0" name="Group 118"/>
          <p:cNvGrpSpPr/>
          <p:nvPr/>
        </p:nvGrpSpPr>
        <p:grpSpPr>
          <a:xfrm>
            <a:off x="5863395" y="2821530"/>
            <a:ext cx="1542507" cy="672741"/>
            <a:chOff x="5863395" y="2821530"/>
            <a:chExt cx="1542507" cy="672741"/>
          </a:xfrm>
        </p:grpSpPr>
        <p:sp>
          <p:nvSpPr>
            <p:cNvPr id="102" name="TextBox 101"/>
            <p:cNvSpPr txBox="1"/>
            <p:nvPr/>
          </p:nvSpPr>
          <p:spPr>
            <a:xfrm>
              <a:off x="5863396" y="2821530"/>
              <a:ext cx="1542506" cy="184666"/>
            </a:xfrm>
            <a:prstGeom prst="rect">
              <a:avLst/>
            </a:prstGeom>
            <a:noFill/>
          </p:spPr>
          <p:txBody>
            <a:bodyPr wrap="square" lIns="0" tIns="0" rIns="0" bIns="0" rtlCol="0" anchor="t">
              <a:spAutoFit/>
            </a:bodyPr>
            <a:lstStyle/>
            <a:p>
              <a:pPr algn="r"/>
              <a:r>
                <a:rPr lang="en-US" sz="1200" b="1" dirty="0">
                  <a:solidFill>
                    <a:schemeClr val="accent4">
                      <a:lumMod val="75000"/>
                    </a:schemeClr>
                  </a:solidFill>
                </a:rPr>
                <a:t>WEATHER</a:t>
              </a:r>
            </a:p>
          </p:txBody>
        </p:sp>
        <p:sp>
          <p:nvSpPr>
            <p:cNvPr id="103" name="TextBox 102"/>
            <p:cNvSpPr txBox="1"/>
            <p:nvPr/>
          </p:nvSpPr>
          <p:spPr>
            <a:xfrm>
              <a:off x="5863395" y="3032606"/>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1" name="Group 119"/>
          <p:cNvGrpSpPr/>
          <p:nvPr/>
        </p:nvGrpSpPr>
        <p:grpSpPr>
          <a:xfrm>
            <a:off x="5863395" y="3563950"/>
            <a:ext cx="1542507" cy="679212"/>
            <a:chOff x="5863395" y="3563950"/>
            <a:chExt cx="1542507" cy="679212"/>
          </a:xfrm>
        </p:grpSpPr>
        <p:sp>
          <p:nvSpPr>
            <p:cNvPr id="108" name="TextBox 107"/>
            <p:cNvSpPr txBox="1"/>
            <p:nvPr/>
          </p:nvSpPr>
          <p:spPr>
            <a:xfrm>
              <a:off x="5863396" y="3563950"/>
              <a:ext cx="1542506" cy="184666"/>
            </a:xfrm>
            <a:prstGeom prst="rect">
              <a:avLst/>
            </a:prstGeom>
            <a:noFill/>
          </p:spPr>
          <p:txBody>
            <a:bodyPr wrap="square" lIns="0" tIns="0" rIns="0" bIns="0" rtlCol="0" anchor="t">
              <a:spAutoFit/>
            </a:bodyPr>
            <a:lstStyle/>
            <a:p>
              <a:pPr algn="r"/>
              <a:r>
                <a:rPr lang="en-US" sz="1200" b="1" dirty="0">
                  <a:solidFill>
                    <a:schemeClr val="accent3">
                      <a:lumMod val="75000"/>
                    </a:schemeClr>
                  </a:solidFill>
                </a:rPr>
                <a:t>CONTACTS</a:t>
              </a:r>
            </a:p>
          </p:txBody>
        </p:sp>
        <p:sp>
          <p:nvSpPr>
            <p:cNvPr id="109" name="TextBox 108"/>
            <p:cNvSpPr txBox="1"/>
            <p:nvPr/>
          </p:nvSpPr>
          <p:spPr>
            <a:xfrm>
              <a:off x="5863395" y="3781497"/>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pic>
        <p:nvPicPr>
          <p:cNvPr id="52" name="Picture 51" descr="shadow.png"/>
          <p:cNvPicPr>
            <a:picLocks noChangeAspect="1"/>
          </p:cNvPicPr>
          <p:nvPr/>
        </p:nvPicPr>
        <p:blipFill>
          <a:blip r:embed="rId4" cstate="print">
            <a:biLevel thresh="50000"/>
          </a:blip>
          <a:stretch>
            <a:fillRect/>
          </a:stretch>
        </p:blipFill>
        <p:spPr>
          <a:xfrm>
            <a:off x="3411634" y="4530388"/>
            <a:ext cx="2320732" cy="238125"/>
          </a:xfrm>
          <a:prstGeom prst="rect">
            <a:avLst/>
          </a:prstGeom>
        </p:spPr>
      </p:pic>
      <p:grpSp>
        <p:nvGrpSpPr>
          <p:cNvPr id="12" name="Group 76"/>
          <p:cNvGrpSpPr/>
          <p:nvPr/>
        </p:nvGrpSpPr>
        <p:grpSpPr>
          <a:xfrm>
            <a:off x="1212355" y="2902522"/>
            <a:ext cx="469021" cy="455593"/>
            <a:chOff x="6299532" y="3384456"/>
            <a:chExt cx="469021" cy="455593"/>
          </a:xfrm>
        </p:grpSpPr>
        <p:sp>
          <p:nvSpPr>
            <p:cNvPr id="80" name="Oval 79"/>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87"/>
          <p:cNvGrpSpPr/>
          <p:nvPr/>
        </p:nvGrpSpPr>
        <p:grpSpPr>
          <a:xfrm>
            <a:off x="1212355" y="3671341"/>
            <a:ext cx="469021" cy="455593"/>
            <a:chOff x="630683" y="4190009"/>
            <a:chExt cx="469021" cy="455593"/>
          </a:xfrm>
        </p:grpSpPr>
        <p:sp>
          <p:nvSpPr>
            <p:cNvPr id="89" name="Oval 88"/>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94"/>
          <p:cNvGrpSpPr/>
          <p:nvPr/>
        </p:nvGrpSpPr>
        <p:grpSpPr>
          <a:xfrm>
            <a:off x="1212355" y="2133702"/>
            <a:ext cx="469021" cy="455593"/>
            <a:chOff x="3425803" y="3384456"/>
            <a:chExt cx="469021" cy="455593"/>
          </a:xfrm>
        </p:grpSpPr>
        <p:sp>
          <p:nvSpPr>
            <p:cNvPr id="98" name="Oval 97"/>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00"/>
          <p:cNvGrpSpPr/>
          <p:nvPr/>
        </p:nvGrpSpPr>
        <p:grpSpPr>
          <a:xfrm>
            <a:off x="1212355" y="1364882"/>
            <a:ext cx="469021" cy="455593"/>
            <a:chOff x="630683" y="3383511"/>
            <a:chExt cx="469021" cy="455593"/>
          </a:xfrm>
        </p:grpSpPr>
        <p:sp>
          <p:nvSpPr>
            <p:cNvPr id="104" name="Oval 103"/>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06"/>
          <p:cNvGrpSpPr/>
          <p:nvPr/>
        </p:nvGrpSpPr>
        <p:grpSpPr>
          <a:xfrm>
            <a:off x="7489772" y="1393838"/>
            <a:ext cx="469021" cy="455593"/>
            <a:chOff x="3428938" y="4190009"/>
            <a:chExt cx="469021" cy="455593"/>
          </a:xfrm>
        </p:grpSpPr>
        <p:sp>
          <p:nvSpPr>
            <p:cNvPr id="110" name="Oval 109"/>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15"/>
          <p:cNvGrpSpPr/>
          <p:nvPr/>
        </p:nvGrpSpPr>
        <p:grpSpPr>
          <a:xfrm>
            <a:off x="7489772" y="2136259"/>
            <a:ext cx="469021" cy="455593"/>
            <a:chOff x="6299532" y="4190009"/>
            <a:chExt cx="469021" cy="455593"/>
          </a:xfrm>
        </p:grpSpPr>
        <p:sp>
          <p:nvSpPr>
            <p:cNvPr id="117" name="Oval 116"/>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19"/>
          <p:cNvGrpSpPr/>
          <p:nvPr/>
        </p:nvGrpSpPr>
        <p:grpSpPr>
          <a:xfrm>
            <a:off x="7489772" y="3621100"/>
            <a:ext cx="469021" cy="455593"/>
            <a:chOff x="7501792" y="3621100"/>
            <a:chExt cx="469021" cy="455593"/>
          </a:xfrm>
        </p:grpSpPr>
        <p:sp>
          <p:nvSpPr>
            <p:cNvPr id="111" name="Oval 110"/>
            <p:cNvSpPr>
              <a:spLocks noChangeAspect="1"/>
            </p:cNvSpPr>
            <p:nvPr/>
          </p:nvSpPr>
          <p:spPr>
            <a:xfrm>
              <a:off x="7501792" y="3621100"/>
              <a:ext cx="469021" cy="45559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19" name="Freeform 135"/>
            <p:cNvSpPr>
              <a:spLocks noEditPoints="1"/>
            </p:cNvSpPr>
            <p:nvPr/>
          </p:nvSpPr>
          <p:spPr bwMode="auto">
            <a:xfrm>
              <a:off x="7610890" y="3731421"/>
              <a:ext cx="250825" cy="23495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21"/>
          <p:cNvGrpSpPr/>
          <p:nvPr/>
        </p:nvGrpSpPr>
        <p:grpSpPr>
          <a:xfrm>
            <a:off x="7489772" y="2878680"/>
            <a:ext cx="469021" cy="455593"/>
            <a:chOff x="7501792" y="2878680"/>
            <a:chExt cx="469021" cy="455593"/>
          </a:xfrm>
        </p:grpSpPr>
        <p:sp>
          <p:nvSpPr>
            <p:cNvPr id="105" name="Oval 104"/>
            <p:cNvSpPr>
              <a:spLocks noChangeAspect="1"/>
            </p:cNvSpPr>
            <p:nvPr/>
          </p:nvSpPr>
          <p:spPr>
            <a:xfrm>
              <a:off x="7501792" y="2878680"/>
              <a:ext cx="469021" cy="45559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Freeform 53"/>
            <p:cNvSpPr>
              <a:spLocks/>
            </p:cNvSpPr>
            <p:nvPr/>
          </p:nvSpPr>
          <p:spPr bwMode="auto">
            <a:xfrm>
              <a:off x="7580281" y="2990787"/>
              <a:ext cx="312043" cy="23137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ppt_x"/>
                                          </p:val>
                                        </p:tav>
                                        <p:tav tm="100000">
                                          <p:val>
                                            <p:strVal val="#ppt_x"/>
                                          </p:val>
                                        </p:tav>
                                      </p:tavLst>
                                    </p:anim>
                                    <p:anim calcmode="lin" valueType="num">
                                      <p:cBhvr additive="base">
                                        <p:cTn id="8" dur="500" fill="hold"/>
                                        <p:tgtEl>
                                          <p:spTgt spid="5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nodeType="after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par>
                                <p:cTn id="15" presetID="2" presetClass="entr" presetSubtype="4"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53" presetClass="entr" presetSubtype="0" fill="hold"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p:cTn id="22" dur="500" fill="hold"/>
                                        <p:tgtEl>
                                          <p:spTgt spid="14"/>
                                        </p:tgtEl>
                                        <p:attrNameLst>
                                          <p:attrName>ppt_w</p:attrName>
                                        </p:attrNameLst>
                                      </p:cBhvr>
                                      <p:tavLst>
                                        <p:tav tm="0">
                                          <p:val>
                                            <p:fltVal val="0"/>
                                          </p:val>
                                        </p:tav>
                                        <p:tav tm="100000">
                                          <p:val>
                                            <p:strVal val="#ppt_w"/>
                                          </p:val>
                                        </p:tav>
                                      </p:tavLst>
                                    </p:anim>
                                    <p:anim calcmode="lin" valueType="num">
                                      <p:cBhvr>
                                        <p:cTn id="23" dur="500" fill="hold"/>
                                        <p:tgtEl>
                                          <p:spTgt spid="14"/>
                                        </p:tgtEl>
                                        <p:attrNameLst>
                                          <p:attrName>ppt_h</p:attrName>
                                        </p:attrNameLst>
                                      </p:cBhvr>
                                      <p:tavLst>
                                        <p:tav tm="0">
                                          <p:val>
                                            <p:fltVal val="0"/>
                                          </p:val>
                                        </p:tav>
                                        <p:tav tm="100000">
                                          <p:val>
                                            <p:strVal val="#ppt_h"/>
                                          </p:val>
                                        </p:tav>
                                      </p:tavLst>
                                    </p:anim>
                                    <p:animEffect transition="in" filter="fade">
                                      <p:cBhvr>
                                        <p:cTn id="24" dur="500"/>
                                        <p:tgtEl>
                                          <p:spTgt spid="14"/>
                                        </p:tgtEl>
                                      </p:cBhvr>
                                    </p:animEffect>
                                  </p:childTnLst>
                                </p:cTn>
                              </p:par>
                              <p:par>
                                <p:cTn id="25" presetID="2" presetClass="entr" presetSubtype="4"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500"/>
                            </p:stCondLst>
                            <p:childTnLst>
                              <p:par>
                                <p:cTn id="30" presetID="53" presetClass="entr" presetSubtype="0" fill="hold" nodeType="after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500" fill="hold"/>
                                        <p:tgtEl>
                                          <p:spTgt spid="12"/>
                                        </p:tgtEl>
                                        <p:attrNameLst>
                                          <p:attrName>ppt_w</p:attrName>
                                        </p:attrNameLst>
                                      </p:cBhvr>
                                      <p:tavLst>
                                        <p:tav tm="0">
                                          <p:val>
                                            <p:fltVal val="0"/>
                                          </p:val>
                                        </p:tav>
                                        <p:tav tm="100000">
                                          <p:val>
                                            <p:strVal val="#ppt_w"/>
                                          </p:val>
                                        </p:tav>
                                      </p:tavLst>
                                    </p:anim>
                                    <p:anim calcmode="lin" valueType="num">
                                      <p:cBhvr>
                                        <p:cTn id="33" dur="500" fill="hold"/>
                                        <p:tgtEl>
                                          <p:spTgt spid="12"/>
                                        </p:tgtEl>
                                        <p:attrNameLst>
                                          <p:attrName>ppt_h</p:attrName>
                                        </p:attrNameLst>
                                      </p:cBhvr>
                                      <p:tavLst>
                                        <p:tav tm="0">
                                          <p:val>
                                            <p:fltVal val="0"/>
                                          </p:val>
                                        </p:tav>
                                        <p:tav tm="100000">
                                          <p:val>
                                            <p:strVal val="#ppt_h"/>
                                          </p:val>
                                        </p:tav>
                                      </p:tavLst>
                                    </p:anim>
                                    <p:animEffect transition="in" filter="fade">
                                      <p:cBhvr>
                                        <p:cTn id="34" dur="500"/>
                                        <p:tgtEl>
                                          <p:spTgt spid="12"/>
                                        </p:tgtEl>
                                      </p:cBhvr>
                                    </p:animEffect>
                                  </p:childTnLst>
                                </p:cTn>
                              </p:par>
                              <p:par>
                                <p:cTn id="35" presetID="2" presetClass="entr" presetSubtype="4" fill="hold"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500" fill="hold"/>
                                        <p:tgtEl>
                                          <p:spTgt spid="6"/>
                                        </p:tgtEl>
                                        <p:attrNameLst>
                                          <p:attrName>ppt_x</p:attrName>
                                        </p:attrNameLst>
                                      </p:cBhvr>
                                      <p:tavLst>
                                        <p:tav tm="0">
                                          <p:val>
                                            <p:strVal val="#ppt_x"/>
                                          </p:val>
                                        </p:tav>
                                        <p:tav tm="100000">
                                          <p:val>
                                            <p:strVal val="#ppt_x"/>
                                          </p:val>
                                        </p:tav>
                                      </p:tavLst>
                                    </p:anim>
                                    <p:anim calcmode="lin" valueType="num">
                                      <p:cBhvr additive="base">
                                        <p:cTn id="38" dur="500" fill="hold"/>
                                        <p:tgtEl>
                                          <p:spTgt spid="6"/>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53" presetClass="entr" presetSubtype="0" fill="hold" nodeType="after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p:cTn id="42" dur="500" fill="hold"/>
                                        <p:tgtEl>
                                          <p:spTgt spid="13"/>
                                        </p:tgtEl>
                                        <p:attrNameLst>
                                          <p:attrName>ppt_w</p:attrName>
                                        </p:attrNameLst>
                                      </p:cBhvr>
                                      <p:tavLst>
                                        <p:tav tm="0">
                                          <p:val>
                                            <p:fltVal val="0"/>
                                          </p:val>
                                        </p:tav>
                                        <p:tav tm="100000">
                                          <p:val>
                                            <p:strVal val="#ppt_w"/>
                                          </p:val>
                                        </p:tav>
                                      </p:tavLst>
                                    </p:anim>
                                    <p:anim calcmode="lin" valueType="num">
                                      <p:cBhvr>
                                        <p:cTn id="43" dur="500" fill="hold"/>
                                        <p:tgtEl>
                                          <p:spTgt spid="13"/>
                                        </p:tgtEl>
                                        <p:attrNameLst>
                                          <p:attrName>ppt_h</p:attrName>
                                        </p:attrNameLst>
                                      </p:cBhvr>
                                      <p:tavLst>
                                        <p:tav tm="0">
                                          <p:val>
                                            <p:fltVal val="0"/>
                                          </p:val>
                                        </p:tav>
                                        <p:tav tm="100000">
                                          <p:val>
                                            <p:strVal val="#ppt_h"/>
                                          </p:val>
                                        </p:tav>
                                      </p:tavLst>
                                    </p:anim>
                                    <p:animEffect transition="in" filter="fade">
                                      <p:cBhvr>
                                        <p:cTn id="44" dur="500"/>
                                        <p:tgtEl>
                                          <p:spTgt spid="13"/>
                                        </p:tgtEl>
                                      </p:cBhvr>
                                    </p:animEffect>
                                  </p:childTnLst>
                                </p:cTn>
                              </p:par>
                              <p:par>
                                <p:cTn id="45" presetID="2" presetClass="entr" presetSubtype="4"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500" fill="hold"/>
                                        <p:tgtEl>
                                          <p:spTgt spid="7"/>
                                        </p:tgtEl>
                                        <p:attrNameLst>
                                          <p:attrName>ppt_x</p:attrName>
                                        </p:attrNameLst>
                                      </p:cBhvr>
                                      <p:tavLst>
                                        <p:tav tm="0">
                                          <p:val>
                                            <p:strVal val="#ppt_x"/>
                                          </p:val>
                                        </p:tav>
                                        <p:tav tm="100000">
                                          <p:val>
                                            <p:strVal val="#ppt_x"/>
                                          </p:val>
                                        </p:tav>
                                      </p:tavLst>
                                    </p:anim>
                                    <p:anim calcmode="lin" valueType="num">
                                      <p:cBhvr additive="base">
                                        <p:cTn id="48" dur="500" fill="hold"/>
                                        <p:tgtEl>
                                          <p:spTgt spid="7"/>
                                        </p:tgtEl>
                                        <p:attrNameLst>
                                          <p:attrName>ppt_y</p:attrName>
                                        </p:attrNameLst>
                                      </p:cBhvr>
                                      <p:tavLst>
                                        <p:tav tm="0">
                                          <p:val>
                                            <p:strVal val="1+#ppt_h/2"/>
                                          </p:val>
                                        </p:tav>
                                        <p:tav tm="100000">
                                          <p:val>
                                            <p:strVal val="#ppt_y"/>
                                          </p:val>
                                        </p:tav>
                                      </p:tavLst>
                                    </p:anim>
                                  </p:childTnLst>
                                </p:cTn>
                              </p:par>
                            </p:childTnLst>
                          </p:cTn>
                        </p:par>
                        <p:par>
                          <p:cTn id="49" fill="hold">
                            <p:stCondLst>
                              <p:cond delay="2500"/>
                            </p:stCondLst>
                            <p:childTnLst>
                              <p:par>
                                <p:cTn id="50" presetID="53" presetClass="entr" presetSubtype="0" fill="hold" nodeType="after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p:cTn id="52" dur="500" fill="hold"/>
                                        <p:tgtEl>
                                          <p:spTgt spid="16"/>
                                        </p:tgtEl>
                                        <p:attrNameLst>
                                          <p:attrName>ppt_w</p:attrName>
                                        </p:attrNameLst>
                                      </p:cBhvr>
                                      <p:tavLst>
                                        <p:tav tm="0">
                                          <p:val>
                                            <p:fltVal val="0"/>
                                          </p:val>
                                        </p:tav>
                                        <p:tav tm="100000">
                                          <p:val>
                                            <p:strVal val="#ppt_w"/>
                                          </p:val>
                                        </p:tav>
                                      </p:tavLst>
                                    </p:anim>
                                    <p:anim calcmode="lin" valueType="num">
                                      <p:cBhvr>
                                        <p:cTn id="53" dur="500" fill="hold"/>
                                        <p:tgtEl>
                                          <p:spTgt spid="16"/>
                                        </p:tgtEl>
                                        <p:attrNameLst>
                                          <p:attrName>ppt_h</p:attrName>
                                        </p:attrNameLst>
                                      </p:cBhvr>
                                      <p:tavLst>
                                        <p:tav tm="0">
                                          <p:val>
                                            <p:fltVal val="0"/>
                                          </p:val>
                                        </p:tav>
                                        <p:tav tm="100000">
                                          <p:val>
                                            <p:strVal val="#ppt_h"/>
                                          </p:val>
                                        </p:tav>
                                      </p:tavLst>
                                    </p:anim>
                                    <p:animEffect transition="in" filter="fade">
                                      <p:cBhvr>
                                        <p:cTn id="54" dur="500"/>
                                        <p:tgtEl>
                                          <p:spTgt spid="16"/>
                                        </p:tgtEl>
                                      </p:cBhvr>
                                    </p:animEffect>
                                  </p:childTnLst>
                                </p:cTn>
                              </p:par>
                              <p:par>
                                <p:cTn id="55" presetID="2" presetClass="entr" presetSubtype="4" fill="hold"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additive="base">
                                        <p:cTn id="57" dur="500" fill="hold"/>
                                        <p:tgtEl>
                                          <p:spTgt spid="8"/>
                                        </p:tgtEl>
                                        <p:attrNameLst>
                                          <p:attrName>ppt_x</p:attrName>
                                        </p:attrNameLst>
                                      </p:cBhvr>
                                      <p:tavLst>
                                        <p:tav tm="0">
                                          <p:val>
                                            <p:strVal val="#ppt_x"/>
                                          </p:val>
                                        </p:tav>
                                        <p:tav tm="100000">
                                          <p:val>
                                            <p:strVal val="#ppt_x"/>
                                          </p:val>
                                        </p:tav>
                                      </p:tavLst>
                                    </p:anim>
                                    <p:anim calcmode="lin" valueType="num">
                                      <p:cBhvr additive="base">
                                        <p:cTn id="58" dur="500" fill="hold"/>
                                        <p:tgtEl>
                                          <p:spTgt spid="8"/>
                                        </p:tgtEl>
                                        <p:attrNameLst>
                                          <p:attrName>ppt_y</p:attrName>
                                        </p:attrNameLst>
                                      </p:cBhvr>
                                      <p:tavLst>
                                        <p:tav tm="0">
                                          <p:val>
                                            <p:strVal val="1+#ppt_h/2"/>
                                          </p:val>
                                        </p:tav>
                                        <p:tav tm="100000">
                                          <p:val>
                                            <p:strVal val="#ppt_y"/>
                                          </p:val>
                                        </p:tav>
                                      </p:tavLst>
                                    </p:anim>
                                  </p:childTnLst>
                                </p:cTn>
                              </p:par>
                            </p:childTnLst>
                          </p:cTn>
                        </p:par>
                        <p:par>
                          <p:cTn id="59" fill="hold">
                            <p:stCondLst>
                              <p:cond delay="3000"/>
                            </p:stCondLst>
                            <p:childTnLst>
                              <p:par>
                                <p:cTn id="60" presetID="53" presetClass="entr" presetSubtype="0" fill="hold" nodeType="after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p:cTn id="62" dur="500" fill="hold"/>
                                        <p:tgtEl>
                                          <p:spTgt spid="17"/>
                                        </p:tgtEl>
                                        <p:attrNameLst>
                                          <p:attrName>ppt_w</p:attrName>
                                        </p:attrNameLst>
                                      </p:cBhvr>
                                      <p:tavLst>
                                        <p:tav tm="0">
                                          <p:val>
                                            <p:fltVal val="0"/>
                                          </p:val>
                                        </p:tav>
                                        <p:tav tm="100000">
                                          <p:val>
                                            <p:strVal val="#ppt_w"/>
                                          </p:val>
                                        </p:tav>
                                      </p:tavLst>
                                    </p:anim>
                                    <p:anim calcmode="lin" valueType="num">
                                      <p:cBhvr>
                                        <p:cTn id="63" dur="500" fill="hold"/>
                                        <p:tgtEl>
                                          <p:spTgt spid="17"/>
                                        </p:tgtEl>
                                        <p:attrNameLst>
                                          <p:attrName>ppt_h</p:attrName>
                                        </p:attrNameLst>
                                      </p:cBhvr>
                                      <p:tavLst>
                                        <p:tav tm="0">
                                          <p:val>
                                            <p:fltVal val="0"/>
                                          </p:val>
                                        </p:tav>
                                        <p:tav tm="100000">
                                          <p:val>
                                            <p:strVal val="#ppt_h"/>
                                          </p:val>
                                        </p:tav>
                                      </p:tavLst>
                                    </p:anim>
                                    <p:animEffect transition="in" filter="fade">
                                      <p:cBhvr>
                                        <p:cTn id="64" dur="500"/>
                                        <p:tgtEl>
                                          <p:spTgt spid="17"/>
                                        </p:tgtEl>
                                      </p:cBhvr>
                                    </p:animEffect>
                                  </p:childTnLst>
                                </p:cTn>
                              </p:par>
                              <p:par>
                                <p:cTn id="65" presetID="2" presetClass="entr" presetSubtype="4" fill="hold"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additive="base">
                                        <p:cTn id="67" dur="500" fill="hold"/>
                                        <p:tgtEl>
                                          <p:spTgt spid="9"/>
                                        </p:tgtEl>
                                        <p:attrNameLst>
                                          <p:attrName>ppt_x</p:attrName>
                                        </p:attrNameLst>
                                      </p:cBhvr>
                                      <p:tavLst>
                                        <p:tav tm="0">
                                          <p:val>
                                            <p:strVal val="#ppt_x"/>
                                          </p:val>
                                        </p:tav>
                                        <p:tav tm="100000">
                                          <p:val>
                                            <p:strVal val="#ppt_x"/>
                                          </p:val>
                                        </p:tav>
                                      </p:tavLst>
                                    </p:anim>
                                    <p:anim calcmode="lin" valueType="num">
                                      <p:cBhvr additive="base">
                                        <p:cTn id="68" dur="500" fill="hold"/>
                                        <p:tgtEl>
                                          <p:spTgt spid="9"/>
                                        </p:tgtEl>
                                        <p:attrNameLst>
                                          <p:attrName>ppt_y</p:attrName>
                                        </p:attrNameLst>
                                      </p:cBhvr>
                                      <p:tavLst>
                                        <p:tav tm="0">
                                          <p:val>
                                            <p:strVal val="1+#ppt_h/2"/>
                                          </p:val>
                                        </p:tav>
                                        <p:tav tm="100000">
                                          <p:val>
                                            <p:strVal val="#ppt_y"/>
                                          </p:val>
                                        </p:tav>
                                      </p:tavLst>
                                    </p:anim>
                                  </p:childTnLst>
                                </p:cTn>
                              </p:par>
                            </p:childTnLst>
                          </p:cTn>
                        </p:par>
                        <p:par>
                          <p:cTn id="69" fill="hold">
                            <p:stCondLst>
                              <p:cond delay="3500"/>
                            </p:stCondLst>
                            <p:childTnLst>
                              <p:par>
                                <p:cTn id="70" presetID="53" presetClass="entr" presetSubtype="0" fill="hold" nodeType="after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p:cTn id="72" dur="500" fill="hold"/>
                                        <p:tgtEl>
                                          <p:spTgt spid="19"/>
                                        </p:tgtEl>
                                        <p:attrNameLst>
                                          <p:attrName>ppt_w</p:attrName>
                                        </p:attrNameLst>
                                      </p:cBhvr>
                                      <p:tavLst>
                                        <p:tav tm="0">
                                          <p:val>
                                            <p:fltVal val="0"/>
                                          </p:val>
                                        </p:tav>
                                        <p:tav tm="100000">
                                          <p:val>
                                            <p:strVal val="#ppt_w"/>
                                          </p:val>
                                        </p:tav>
                                      </p:tavLst>
                                    </p:anim>
                                    <p:anim calcmode="lin" valueType="num">
                                      <p:cBhvr>
                                        <p:cTn id="73" dur="500" fill="hold"/>
                                        <p:tgtEl>
                                          <p:spTgt spid="19"/>
                                        </p:tgtEl>
                                        <p:attrNameLst>
                                          <p:attrName>ppt_h</p:attrName>
                                        </p:attrNameLst>
                                      </p:cBhvr>
                                      <p:tavLst>
                                        <p:tav tm="0">
                                          <p:val>
                                            <p:fltVal val="0"/>
                                          </p:val>
                                        </p:tav>
                                        <p:tav tm="100000">
                                          <p:val>
                                            <p:strVal val="#ppt_h"/>
                                          </p:val>
                                        </p:tav>
                                      </p:tavLst>
                                    </p:anim>
                                    <p:animEffect transition="in" filter="fade">
                                      <p:cBhvr>
                                        <p:cTn id="74" dur="500"/>
                                        <p:tgtEl>
                                          <p:spTgt spid="19"/>
                                        </p:tgtEl>
                                      </p:cBhvr>
                                    </p:animEffect>
                                  </p:childTnLst>
                                </p:cTn>
                              </p:par>
                              <p:par>
                                <p:cTn id="75" presetID="2" presetClass="entr" presetSubtype="4" fill="hold"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additive="base">
                                        <p:cTn id="77" dur="500" fill="hold"/>
                                        <p:tgtEl>
                                          <p:spTgt spid="10"/>
                                        </p:tgtEl>
                                        <p:attrNameLst>
                                          <p:attrName>ppt_x</p:attrName>
                                        </p:attrNameLst>
                                      </p:cBhvr>
                                      <p:tavLst>
                                        <p:tav tm="0">
                                          <p:val>
                                            <p:strVal val="#ppt_x"/>
                                          </p:val>
                                        </p:tav>
                                        <p:tav tm="100000">
                                          <p:val>
                                            <p:strVal val="#ppt_x"/>
                                          </p:val>
                                        </p:tav>
                                      </p:tavLst>
                                    </p:anim>
                                    <p:anim calcmode="lin" valueType="num">
                                      <p:cBhvr additive="base">
                                        <p:cTn id="78" dur="500" fill="hold"/>
                                        <p:tgtEl>
                                          <p:spTgt spid="10"/>
                                        </p:tgtEl>
                                        <p:attrNameLst>
                                          <p:attrName>ppt_y</p:attrName>
                                        </p:attrNameLst>
                                      </p:cBhvr>
                                      <p:tavLst>
                                        <p:tav tm="0">
                                          <p:val>
                                            <p:strVal val="1+#ppt_h/2"/>
                                          </p:val>
                                        </p:tav>
                                        <p:tav tm="100000">
                                          <p:val>
                                            <p:strVal val="#ppt_y"/>
                                          </p:val>
                                        </p:tav>
                                      </p:tavLst>
                                    </p:anim>
                                  </p:childTnLst>
                                </p:cTn>
                              </p:par>
                            </p:childTnLst>
                          </p:cTn>
                        </p:par>
                        <p:par>
                          <p:cTn id="79" fill="hold">
                            <p:stCondLst>
                              <p:cond delay="4000"/>
                            </p:stCondLst>
                            <p:childTnLst>
                              <p:par>
                                <p:cTn id="80" presetID="53" presetClass="entr" presetSubtype="0" fill="hold" nodeType="afterEffect">
                                  <p:stCondLst>
                                    <p:cond delay="0"/>
                                  </p:stCondLst>
                                  <p:childTnLst>
                                    <p:set>
                                      <p:cBhvr>
                                        <p:cTn id="81" dur="1" fill="hold">
                                          <p:stCondLst>
                                            <p:cond delay="0"/>
                                          </p:stCondLst>
                                        </p:cTn>
                                        <p:tgtEl>
                                          <p:spTgt spid="18"/>
                                        </p:tgtEl>
                                        <p:attrNameLst>
                                          <p:attrName>style.visibility</p:attrName>
                                        </p:attrNameLst>
                                      </p:cBhvr>
                                      <p:to>
                                        <p:strVal val="visible"/>
                                      </p:to>
                                    </p:set>
                                    <p:anim calcmode="lin" valueType="num">
                                      <p:cBhvr>
                                        <p:cTn id="82" dur="500" fill="hold"/>
                                        <p:tgtEl>
                                          <p:spTgt spid="18"/>
                                        </p:tgtEl>
                                        <p:attrNameLst>
                                          <p:attrName>ppt_w</p:attrName>
                                        </p:attrNameLst>
                                      </p:cBhvr>
                                      <p:tavLst>
                                        <p:tav tm="0">
                                          <p:val>
                                            <p:fltVal val="0"/>
                                          </p:val>
                                        </p:tav>
                                        <p:tav tm="100000">
                                          <p:val>
                                            <p:strVal val="#ppt_w"/>
                                          </p:val>
                                        </p:tav>
                                      </p:tavLst>
                                    </p:anim>
                                    <p:anim calcmode="lin" valueType="num">
                                      <p:cBhvr>
                                        <p:cTn id="83" dur="500" fill="hold"/>
                                        <p:tgtEl>
                                          <p:spTgt spid="18"/>
                                        </p:tgtEl>
                                        <p:attrNameLst>
                                          <p:attrName>ppt_h</p:attrName>
                                        </p:attrNameLst>
                                      </p:cBhvr>
                                      <p:tavLst>
                                        <p:tav tm="0">
                                          <p:val>
                                            <p:fltVal val="0"/>
                                          </p:val>
                                        </p:tav>
                                        <p:tav tm="100000">
                                          <p:val>
                                            <p:strVal val="#ppt_h"/>
                                          </p:val>
                                        </p:tav>
                                      </p:tavLst>
                                    </p:anim>
                                    <p:animEffect transition="in" filter="fade">
                                      <p:cBhvr>
                                        <p:cTn id="84" dur="500"/>
                                        <p:tgtEl>
                                          <p:spTgt spid="18"/>
                                        </p:tgtEl>
                                      </p:cBhvr>
                                    </p:animEffect>
                                  </p:childTnLst>
                                </p:cTn>
                              </p:par>
                              <p:par>
                                <p:cTn id="85" presetID="2" presetClass="entr" presetSubtype="4" fill="hold"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additive="base">
                                        <p:cTn id="87" dur="500" fill="hold"/>
                                        <p:tgtEl>
                                          <p:spTgt spid="11"/>
                                        </p:tgtEl>
                                        <p:attrNameLst>
                                          <p:attrName>ppt_x</p:attrName>
                                        </p:attrNameLst>
                                      </p:cBhvr>
                                      <p:tavLst>
                                        <p:tav tm="0">
                                          <p:val>
                                            <p:strVal val="#ppt_x"/>
                                          </p:val>
                                        </p:tav>
                                        <p:tav tm="100000">
                                          <p:val>
                                            <p:strVal val="#ppt_x"/>
                                          </p:val>
                                        </p:tav>
                                      </p:tavLst>
                                    </p:anim>
                                    <p:anim calcmode="lin" valueType="num">
                                      <p:cBhvr additive="base">
                                        <p:cTn id="8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56" name="Slide Number Placeholder 55"/>
          <p:cNvSpPr>
            <a:spLocks noGrp="1"/>
          </p:cNvSpPr>
          <p:nvPr>
            <p:ph type="sldNum" sz="quarter" idx="14"/>
          </p:nvPr>
        </p:nvSpPr>
        <p:spPr/>
        <p:txBody>
          <a:bodyPr/>
          <a:lstStyle/>
          <a:p>
            <a:fld id="{C136B7D2-B98C-44FD-8D04-7EC62A564975}" type="slidenum">
              <a:rPr lang="en-US" smtClean="0"/>
              <a:pPr/>
              <a:t>284</a:t>
            </a:fld>
            <a:endParaRPr lang="en-US" dirty="0"/>
          </a:p>
        </p:txBody>
      </p:sp>
      <p:pic>
        <p:nvPicPr>
          <p:cNvPr id="46" name="Picture Placeholder 45" descr="imageHolder.jpg"/>
          <p:cNvPicPr>
            <a:picLocks noGrp="1" noChangeAspect="1"/>
          </p:cNvPicPr>
          <p:nvPr>
            <p:ph type="pic" sz="quarter" idx="10"/>
          </p:nvPr>
        </p:nvPicPr>
        <p:blipFill>
          <a:blip r:embed="rId3" cstate="print"/>
          <a:srcRect l="376" r="376"/>
          <a:stretch>
            <a:fillRect/>
          </a:stretch>
        </p:blipFill>
        <p:spPr/>
      </p:pic>
      <p:grpSp>
        <p:nvGrpSpPr>
          <p:cNvPr id="3" name="Group 38"/>
          <p:cNvGrpSpPr/>
          <p:nvPr/>
        </p:nvGrpSpPr>
        <p:grpSpPr>
          <a:xfrm>
            <a:off x="404982" y="1589668"/>
            <a:ext cx="2076062" cy="657399"/>
            <a:chOff x="1430743" y="1453978"/>
            <a:chExt cx="2076062" cy="657399"/>
          </a:xfrm>
        </p:grpSpPr>
        <p:sp>
          <p:nvSpPr>
            <p:cNvPr id="27" name="TextBox 26"/>
            <p:cNvSpPr txBox="1"/>
            <p:nvPr/>
          </p:nvSpPr>
          <p:spPr>
            <a:xfrm>
              <a:off x="2002740" y="1453978"/>
              <a:ext cx="1504065" cy="184666"/>
            </a:xfrm>
            <a:prstGeom prst="rect">
              <a:avLst/>
            </a:prstGeom>
            <a:noFill/>
          </p:spPr>
          <p:txBody>
            <a:bodyPr wrap="none" lIns="0" tIns="0" rIns="0" bIns="0" rtlCol="0" anchor="ctr">
              <a:spAutoFit/>
            </a:bodyPr>
            <a:lstStyle/>
            <a:p>
              <a:pPr algn="r"/>
              <a:r>
                <a:rPr lang="en-US" sz="1200" b="1" dirty="0">
                  <a:solidFill>
                    <a:schemeClr val="accent1"/>
                  </a:solidFill>
                  <a:latin typeface="+mj-lt"/>
                </a:rPr>
                <a:t>Worldwide Business</a:t>
              </a:r>
            </a:p>
          </p:txBody>
        </p:sp>
        <p:sp>
          <p:nvSpPr>
            <p:cNvPr id="28" name="TextBox 27"/>
            <p:cNvSpPr txBox="1"/>
            <p:nvPr/>
          </p:nvSpPr>
          <p:spPr>
            <a:xfrm>
              <a:off x="1430743" y="1649712"/>
              <a:ext cx="2076062"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5" name="Group 39"/>
          <p:cNvGrpSpPr/>
          <p:nvPr/>
        </p:nvGrpSpPr>
        <p:grpSpPr>
          <a:xfrm>
            <a:off x="404982" y="2435153"/>
            <a:ext cx="2076063" cy="650030"/>
            <a:chOff x="1430743" y="2470904"/>
            <a:chExt cx="2076063" cy="650030"/>
          </a:xfrm>
        </p:grpSpPr>
        <p:sp>
          <p:nvSpPr>
            <p:cNvPr id="31" name="TextBox 30"/>
            <p:cNvSpPr txBox="1"/>
            <p:nvPr/>
          </p:nvSpPr>
          <p:spPr>
            <a:xfrm>
              <a:off x="2238385" y="2470904"/>
              <a:ext cx="1268421" cy="184666"/>
            </a:xfrm>
            <a:prstGeom prst="rect">
              <a:avLst/>
            </a:prstGeom>
            <a:noFill/>
          </p:spPr>
          <p:txBody>
            <a:bodyPr wrap="square" lIns="0" tIns="0" rIns="0" bIns="0" rtlCol="0" anchor="ctr">
              <a:spAutoFit/>
            </a:bodyPr>
            <a:lstStyle/>
            <a:p>
              <a:pPr algn="r"/>
              <a:r>
                <a:rPr lang="en-US" sz="1200" b="1" dirty="0">
                  <a:solidFill>
                    <a:schemeClr val="accent3"/>
                  </a:solidFill>
                </a:rPr>
                <a:t>Business To Go</a:t>
              </a:r>
            </a:p>
          </p:txBody>
        </p:sp>
        <p:sp>
          <p:nvSpPr>
            <p:cNvPr id="32" name="TextBox 31"/>
            <p:cNvSpPr txBox="1"/>
            <p:nvPr/>
          </p:nvSpPr>
          <p:spPr>
            <a:xfrm>
              <a:off x="1430743" y="2659269"/>
              <a:ext cx="2076063"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6" name="Group 32"/>
          <p:cNvGrpSpPr/>
          <p:nvPr/>
        </p:nvGrpSpPr>
        <p:grpSpPr>
          <a:xfrm>
            <a:off x="6658979" y="1598471"/>
            <a:ext cx="2063693" cy="650029"/>
            <a:chOff x="5638262" y="1462781"/>
            <a:chExt cx="2063693" cy="650029"/>
          </a:xfrm>
        </p:grpSpPr>
        <p:sp>
          <p:nvSpPr>
            <p:cNvPr id="35" name="TextBox 34"/>
            <p:cNvSpPr txBox="1"/>
            <p:nvPr/>
          </p:nvSpPr>
          <p:spPr>
            <a:xfrm>
              <a:off x="5638263" y="1462781"/>
              <a:ext cx="1433790" cy="184666"/>
            </a:xfrm>
            <a:prstGeom prst="rect">
              <a:avLst/>
            </a:prstGeom>
            <a:noFill/>
          </p:spPr>
          <p:txBody>
            <a:bodyPr wrap="none" lIns="0" tIns="0" rIns="0" bIns="0" rtlCol="0" anchor="ctr">
              <a:spAutoFit/>
            </a:bodyPr>
            <a:lstStyle/>
            <a:p>
              <a:r>
                <a:rPr lang="en-US" sz="1200" b="1" dirty="0">
                  <a:solidFill>
                    <a:schemeClr val="accent2"/>
                  </a:solidFill>
                  <a:latin typeface="+mj-lt"/>
                </a:rPr>
                <a:t>Market Assessment</a:t>
              </a:r>
            </a:p>
          </p:txBody>
        </p:sp>
        <p:sp>
          <p:nvSpPr>
            <p:cNvPr id="36" name="TextBox 35"/>
            <p:cNvSpPr txBox="1"/>
            <p:nvPr/>
          </p:nvSpPr>
          <p:spPr>
            <a:xfrm>
              <a:off x="5638262" y="1651145"/>
              <a:ext cx="206369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grpSp>
        <p:nvGrpSpPr>
          <p:cNvPr id="7" name="Group 36"/>
          <p:cNvGrpSpPr/>
          <p:nvPr/>
        </p:nvGrpSpPr>
        <p:grpSpPr>
          <a:xfrm>
            <a:off x="6658979" y="2387156"/>
            <a:ext cx="2063693" cy="698027"/>
            <a:chOff x="5638262" y="2422907"/>
            <a:chExt cx="2063693" cy="698027"/>
          </a:xfrm>
        </p:grpSpPr>
        <p:sp>
          <p:nvSpPr>
            <p:cNvPr id="39" name="TextBox 38"/>
            <p:cNvSpPr txBox="1"/>
            <p:nvPr/>
          </p:nvSpPr>
          <p:spPr>
            <a:xfrm>
              <a:off x="5638263" y="2422907"/>
              <a:ext cx="1362552" cy="215444"/>
            </a:xfrm>
            <a:prstGeom prst="rect">
              <a:avLst/>
            </a:prstGeom>
            <a:noFill/>
          </p:spPr>
          <p:txBody>
            <a:bodyPr wrap="none" lIns="0" tIns="0" rIns="0" bIns="0" rtlCol="0" anchor="ctr">
              <a:spAutoFit/>
            </a:bodyPr>
            <a:lstStyle/>
            <a:p>
              <a:r>
                <a:rPr lang="en-US" sz="1400" b="1" dirty="0">
                  <a:solidFill>
                    <a:schemeClr val="accent4"/>
                  </a:solidFill>
                </a:rPr>
                <a:t>Regulatory Support</a:t>
              </a:r>
            </a:p>
          </p:txBody>
        </p:sp>
        <p:sp>
          <p:nvSpPr>
            <p:cNvPr id="40" name="TextBox 39"/>
            <p:cNvSpPr txBox="1"/>
            <p:nvPr/>
          </p:nvSpPr>
          <p:spPr>
            <a:xfrm>
              <a:off x="5638262" y="2659269"/>
              <a:ext cx="2063693"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50000"/>
                      <a:lumOff val="50000"/>
                    </a:schemeClr>
                  </a:solidFill>
                </a:rPr>
                <a:t>There are many variations of passages of lorem ipsum available, but the majority suffered alteration</a:t>
              </a:r>
            </a:p>
          </p:txBody>
        </p:sp>
      </p:grpSp>
      <p:sp>
        <p:nvSpPr>
          <p:cNvPr id="42" name="Arc 41"/>
          <p:cNvSpPr/>
          <p:nvPr/>
        </p:nvSpPr>
        <p:spPr>
          <a:xfrm rot="19051047">
            <a:off x="4990684" y="1173714"/>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3" name="Arc 42"/>
          <p:cNvSpPr/>
          <p:nvPr/>
        </p:nvSpPr>
        <p:spPr>
          <a:xfrm rot="2548953" flipH="1">
            <a:off x="2516990" y="1173714"/>
            <a:ext cx="1636328" cy="1636328"/>
          </a:xfrm>
          <a:prstGeom prst="arc">
            <a:avLst/>
          </a:prstGeom>
          <a:ln w="28575">
            <a:solidFill>
              <a:schemeClr val="bg1">
                <a:lumMod val="65000"/>
              </a:schemeClr>
            </a:solidFill>
            <a:prstDash val="sysDot"/>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8" name="Group 48"/>
          <p:cNvGrpSpPr/>
          <p:nvPr/>
        </p:nvGrpSpPr>
        <p:grpSpPr>
          <a:xfrm>
            <a:off x="2552787" y="1654180"/>
            <a:ext cx="579038" cy="562460"/>
            <a:chOff x="2552787" y="1654180"/>
            <a:chExt cx="579038" cy="562460"/>
          </a:xfrm>
        </p:grpSpPr>
        <p:sp>
          <p:nvSpPr>
            <p:cNvPr id="29" name="Rectangular Callout 28"/>
            <p:cNvSpPr>
              <a:spLocks noChangeAspect="1"/>
            </p:cNvSpPr>
            <p:nvPr/>
          </p:nvSpPr>
          <p:spPr>
            <a:xfrm flipH="1">
              <a:off x="2552787" y="1654180"/>
              <a:ext cx="579038" cy="562460"/>
            </a:xfrm>
            <a:prstGeom prst="wedgeRectCallo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bg1"/>
                </a:solidFill>
                <a:latin typeface="FontAwesome" pitchFamily="2" charset="0"/>
              </a:endParaRPr>
            </a:p>
          </p:txBody>
        </p:sp>
        <p:sp>
          <p:nvSpPr>
            <p:cNvPr id="47" name="Freeform 5"/>
            <p:cNvSpPr>
              <a:spLocks noEditPoints="1"/>
            </p:cNvSpPr>
            <p:nvPr/>
          </p:nvSpPr>
          <p:spPr bwMode="auto">
            <a:xfrm>
              <a:off x="2696623" y="1797109"/>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50"/>
          <p:cNvGrpSpPr/>
          <p:nvPr/>
        </p:nvGrpSpPr>
        <p:grpSpPr>
          <a:xfrm>
            <a:off x="2552787" y="2490807"/>
            <a:ext cx="579038" cy="562462"/>
            <a:chOff x="2552787" y="2490807"/>
            <a:chExt cx="579038" cy="562462"/>
          </a:xfrm>
        </p:grpSpPr>
        <p:sp>
          <p:nvSpPr>
            <p:cNvPr id="33" name="Rectangular Callout 32"/>
            <p:cNvSpPr>
              <a:spLocks noChangeAspect="1"/>
            </p:cNvSpPr>
            <p:nvPr/>
          </p:nvSpPr>
          <p:spPr>
            <a:xfrm flipH="1">
              <a:off x="2552787" y="2490807"/>
              <a:ext cx="579038" cy="562462"/>
            </a:xfrm>
            <a:prstGeom prst="wedgeRectCallou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p>
          </p:txBody>
        </p:sp>
        <p:sp>
          <p:nvSpPr>
            <p:cNvPr id="50" name="Freeform 245"/>
            <p:cNvSpPr>
              <a:spLocks/>
            </p:cNvSpPr>
            <p:nvPr/>
          </p:nvSpPr>
          <p:spPr bwMode="auto">
            <a:xfrm>
              <a:off x="2702606" y="2615300"/>
              <a:ext cx="279400" cy="279400"/>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52"/>
          <p:cNvGrpSpPr/>
          <p:nvPr/>
        </p:nvGrpSpPr>
        <p:grpSpPr>
          <a:xfrm>
            <a:off x="6012175" y="1643965"/>
            <a:ext cx="579038" cy="562462"/>
            <a:chOff x="6012175" y="1643965"/>
            <a:chExt cx="579038" cy="562462"/>
          </a:xfrm>
        </p:grpSpPr>
        <p:sp>
          <p:nvSpPr>
            <p:cNvPr id="37" name="Rectangular Callout 36"/>
            <p:cNvSpPr>
              <a:spLocks noChangeAspect="1"/>
            </p:cNvSpPr>
            <p:nvPr/>
          </p:nvSpPr>
          <p:spPr>
            <a:xfrm>
              <a:off x="6012175" y="1643965"/>
              <a:ext cx="579038" cy="562462"/>
            </a:xfrm>
            <a:prstGeom prst="wedgeRect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bg1"/>
                </a:solidFill>
                <a:latin typeface="FontAwesome" pitchFamily="2" charset="0"/>
              </a:endParaRPr>
            </a:p>
          </p:txBody>
        </p:sp>
        <p:sp>
          <p:nvSpPr>
            <p:cNvPr id="52" name="Freeform 13"/>
            <p:cNvSpPr>
              <a:spLocks noEditPoints="1"/>
            </p:cNvSpPr>
            <p:nvPr/>
          </p:nvSpPr>
          <p:spPr bwMode="auto">
            <a:xfrm>
              <a:off x="6150607" y="1774109"/>
              <a:ext cx="302175" cy="302175"/>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54"/>
          <p:cNvGrpSpPr/>
          <p:nvPr/>
        </p:nvGrpSpPr>
        <p:grpSpPr>
          <a:xfrm>
            <a:off x="6012175" y="2480648"/>
            <a:ext cx="579038" cy="562462"/>
            <a:chOff x="6012175" y="2480648"/>
            <a:chExt cx="579038" cy="562462"/>
          </a:xfrm>
        </p:grpSpPr>
        <p:sp>
          <p:nvSpPr>
            <p:cNvPr id="41" name="Rectangular Callout 40"/>
            <p:cNvSpPr>
              <a:spLocks noChangeAspect="1"/>
            </p:cNvSpPr>
            <p:nvPr/>
          </p:nvSpPr>
          <p:spPr>
            <a:xfrm>
              <a:off x="6012175" y="2480648"/>
              <a:ext cx="579038" cy="562462"/>
            </a:xfrm>
            <a:prstGeom prst="wedgeRect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p>
          </p:txBody>
        </p:sp>
        <p:sp>
          <p:nvSpPr>
            <p:cNvPr id="54" name="Freeform 171"/>
            <p:cNvSpPr>
              <a:spLocks noEditPoints="1"/>
            </p:cNvSpPr>
            <p:nvPr/>
          </p:nvSpPr>
          <p:spPr bwMode="auto">
            <a:xfrm>
              <a:off x="6149474" y="2612038"/>
              <a:ext cx="304440" cy="299683"/>
            </a:xfrm>
            <a:custGeom>
              <a:avLst/>
              <a:gdLst/>
              <a:ahLst/>
              <a:cxnLst>
                <a:cxn ang="0">
                  <a:pos x="30" y="58"/>
                </a:cxn>
                <a:cxn ang="0">
                  <a:pos x="0" y="29"/>
                </a:cxn>
                <a:cxn ang="0">
                  <a:pos x="30" y="0"/>
                </a:cxn>
                <a:cxn ang="0">
                  <a:pos x="59" y="29"/>
                </a:cxn>
                <a:cxn ang="0">
                  <a:pos x="30" y="58"/>
                </a:cxn>
                <a:cxn ang="0">
                  <a:pos x="30" y="8"/>
                </a:cxn>
                <a:cxn ang="0">
                  <a:pos x="9" y="29"/>
                </a:cxn>
                <a:cxn ang="0">
                  <a:pos x="30" y="49"/>
                </a:cxn>
                <a:cxn ang="0">
                  <a:pos x="50" y="29"/>
                </a:cxn>
                <a:cxn ang="0">
                  <a:pos x="30" y="8"/>
                </a:cxn>
                <a:cxn ang="0">
                  <a:pos x="34" y="32"/>
                </a:cxn>
                <a:cxn ang="0">
                  <a:pos x="33" y="34"/>
                </a:cxn>
                <a:cxn ang="0">
                  <a:pos x="21" y="34"/>
                </a:cxn>
                <a:cxn ang="0">
                  <a:pos x="20" y="32"/>
                </a:cxn>
                <a:cxn ang="0">
                  <a:pos x="20" y="30"/>
                </a:cxn>
                <a:cxn ang="0">
                  <a:pos x="21" y="29"/>
                </a:cxn>
                <a:cxn ang="0">
                  <a:pos x="30" y="29"/>
                </a:cxn>
                <a:cxn ang="0">
                  <a:pos x="30" y="15"/>
                </a:cxn>
                <a:cxn ang="0">
                  <a:pos x="31" y="14"/>
                </a:cxn>
                <a:cxn ang="0">
                  <a:pos x="33" y="14"/>
                </a:cxn>
                <a:cxn ang="0">
                  <a:pos x="34" y="15"/>
                </a:cxn>
                <a:cxn ang="0">
                  <a:pos x="34" y="32"/>
                </a:cxn>
              </a:cxnLst>
              <a:rect l="0" t="0" r="r" b="b"/>
              <a:pathLst>
                <a:path w="59" h="58">
                  <a:moveTo>
                    <a:pt x="30" y="58"/>
                  </a:moveTo>
                  <a:cubicBezTo>
                    <a:pt x="13" y="58"/>
                    <a:pt x="0" y="45"/>
                    <a:pt x="0" y="29"/>
                  </a:cubicBezTo>
                  <a:cubicBezTo>
                    <a:pt x="0" y="13"/>
                    <a:pt x="13" y="0"/>
                    <a:pt x="30" y="0"/>
                  </a:cubicBezTo>
                  <a:cubicBezTo>
                    <a:pt x="46" y="0"/>
                    <a:pt x="59" y="13"/>
                    <a:pt x="59" y="29"/>
                  </a:cubicBezTo>
                  <a:cubicBezTo>
                    <a:pt x="59" y="45"/>
                    <a:pt x="46" y="58"/>
                    <a:pt x="30" y="58"/>
                  </a:cubicBezTo>
                  <a:close/>
                  <a:moveTo>
                    <a:pt x="30" y="8"/>
                  </a:moveTo>
                  <a:cubicBezTo>
                    <a:pt x="18" y="8"/>
                    <a:pt x="9" y="17"/>
                    <a:pt x="9" y="29"/>
                  </a:cubicBezTo>
                  <a:cubicBezTo>
                    <a:pt x="9" y="40"/>
                    <a:pt x="18" y="49"/>
                    <a:pt x="30" y="49"/>
                  </a:cubicBezTo>
                  <a:cubicBezTo>
                    <a:pt x="41" y="49"/>
                    <a:pt x="50" y="40"/>
                    <a:pt x="50" y="29"/>
                  </a:cubicBezTo>
                  <a:cubicBezTo>
                    <a:pt x="50" y="17"/>
                    <a:pt x="41" y="8"/>
                    <a:pt x="30" y="8"/>
                  </a:cubicBezTo>
                  <a:close/>
                  <a:moveTo>
                    <a:pt x="34" y="32"/>
                  </a:moveTo>
                  <a:cubicBezTo>
                    <a:pt x="34" y="33"/>
                    <a:pt x="34" y="34"/>
                    <a:pt x="33" y="34"/>
                  </a:cubicBezTo>
                  <a:cubicBezTo>
                    <a:pt x="21" y="34"/>
                    <a:pt x="21" y="34"/>
                    <a:pt x="21" y="34"/>
                  </a:cubicBezTo>
                  <a:cubicBezTo>
                    <a:pt x="20" y="34"/>
                    <a:pt x="20" y="33"/>
                    <a:pt x="20" y="32"/>
                  </a:cubicBezTo>
                  <a:cubicBezTo>
                    <a:pt x="20" y="30"/>
                    <a:pt x="20" y="30"/>
                    <a:pt x="20" y="30"/>
                  </a:cubicBezTo>
                  <a:cubicBezTo>
                    <a:pt x="20" y="29"/>
                    <a:pt x="20" y="29"/>
                    <a:pt x="21" y="29"/>
                  </a:cubicBezTo>
                  <a:cubicBezTo>
                    <a:pt x="30" y="29"/>
                    <a:pt x="30" y="29"/>
                    <a:pt x="30" y="29"/>
                  </a:cubicBezTo>
                  <a:cubicBezTo>
                    <a:pt x="30" y="15"/>
                    <a:pt x="30" y="15"/>
                    <a:pt x="30" y="15"/>
                  </a:cubicBezTo>
                  <a:cubicBezTo>
                    <a:pt x="30" y="15"/>
                    <a:pt x="30" y="14"/>
                    <a:pt x="31" y="14"/>
                  </a:cubicBezTo>
                  <a:cubicBezTo>
                    <a:pt x="33" y="14"/>
                    <a:pt x="33" y="14"/>
                    <a:pt x="33" y="14"/>
                  </a:cubicBezTo>
                  <a:cubicBezTo>
                    <a:pt x="34" y="14"/>
                    <a:pt x="34" y="15"/>
                    <a:pt x="34" y="15"/>
                  </a:cubicBezTo>
                  <a:lnTo>
                    <a:pt x="34"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7" name="TextBox 56"/>
          <p:cNvSpPr txBox="1"/>
          <p:nvPr/>
        </p:nvSpPr>
        <p:spPr>
          <a:xfrm>
            <a:off x="1842588" y="4400550"/>
            <a:ext cx="1028864" cy="184666"/>
          </a:xfrm>
          <a:prstGeom prst="rect">
            <a:avLst/>
          </a:prstGeom>
          <a:noFill/>
        </p:spPr>
        <p:txBody>
          <a:bodyPr wrap="square" lIns="0" tIns="0" rIns="0" bIns="0" rtlCol="0" anchor="t">
            <a:spAutoFit/>
          </a:bodyPr>
          <a:lstStyle/>
          <a:p>
            <a:pPr algn="ctr"/>
            <a:r>
              <a:rPr lang="en-US" sz="1200" b="1" dirty="0">
                <a:solidFill>
                  <a:schemeClr val="accent1"/>
                </a:solidFill>
              </a:rPr>
              <a:t>Phone Setting</a:t>
            </a:r>
          </a:p>
        </p:txBody>
      </p:sp>
      <p:sp>
        <p:nvSpPr>
          <p:cNvPr id="58" name="TextBox 57"/>
          <p:cNvSpPr txBox="1"/>
          <p:nvPr/>
        </p:nvSpPr>
        <p:spPr>
          <a:xfrm>
            <a:off x="2994728" y="4400550"/>
            <a:ext cx="1094533" cy="184666"/>
          </a:xfrm>
          <a:prstGeom prst="rect">
            <a:avLst/>
          </a:prstGeom>
          <a:noFill/>
        </p:spPr>
        <p:txBody>
          <a:bodyPr wrap="square" lIns="0" tIns="0" rIns="0" bIns="0" rtlCol="0" anchor="t">
            <a:spAutoFit/>
          </a:bodyPr>
          <a:lstStyle/>
          <a:p>
            <a:pPr algn="ctr"/>
            <a:r>
              <a:rPr lang="en-US" sz="1200" b="1" dirty="0">
                <a:solidFill>
                  <a:schemeClr val="accent2"/>
                </a:solidFill>
              </a:rPr>
              <a:t>Global Access</a:t>
            </a:r>
          </a:p>
        </p:txBody>
      </p:sp>
      <p:sp>
        <p:nvSpPr>
          <p:cNvPr id="59" name="TextBox 58"/>
          <p:cNvSpPr txBox="1"/>
          <p:nvPr/>
        </p:nvSpPr>
        <p:spPr>
          <a:xfrm>
            <a:off x="4146868" y="4400550"/>
            <a:ext cx="870626" cy="184666"/>
          </a:xfrm>
          <a:prstGeom prst="rect">
            <a:avLst/>
          </a:prstGeom>
          <a:noFill/>
        </p:spPr>
        <p:txBody>
          <a:bodyPr wrap="square" lIns="0" tIns="0" rIns="0" bIns="0" rtlCol="0" anchor="t">
            <a:spAutoFit/>
          </a:bodyPr>
          <a:lstStyle/>
          <a:p>
            <a:pPr algn="ctr"/>
            <a:r>
              <a:rPr lang="en-US" sz="1200" b="1" dirty="0">
                <a:solidFill>
                  <a:schemeClr val="accent3"/>
                </a:solidFill>
              </a:rPr>
              <a:t>Calendar</a:t>
            </a:r>
          </a:p>
        </p:txBody>
      </p:sp>
      <p:sp>
        <p:nvSpPr>
          <p:cNvPr id="66" name="TextBox 65"/>
          <p:cNvSpPr txBox="1"/>
          <p:nvPr/>
        </p:nvSpPr>
        <p:spPr>
          <a:xfrm>
            <a:off x="5068580" y="4400550"/>
            <a:ext cx="1036926" cy="184666"/>
          </a:xfrm>
          <a:prstGeom prst="rect">
            <a:avLst/>
          </a:prstGeom>
          <a:noFill/>
        </p:spPr>
        <p:txBody>
          <a:bodyPr wrap="square" lIns="0" tIns="0" rIns="0" bIns="0" rtlCol="0" anchor="t">
            <a:spAutoFit/>
          </a:bodyPr>
          <a:lstStyle/>
          <a:p>
            <a:pPr algn="ctr"/>
            <a:r>
              <a:rPr lang="en-US" sz="1200" b="1" dirty="0">
                <a:solidFill>
                  <a:schemeClr val="accent4"/>
                </a:solidFill>
              </a:rPr>
              <a:t>Smart Touch</a:t>
            </a:r>
          </a:p>
        </p:txBody>
      </p:sp>
      <p:sp>
        <p:nvSpPr>
          <p:cNvPr id="67" name="TextBox 66"/>
          <p:cNvSpPr txBox="1"/>
          <p:nvPr/>
        </p:nvSpPr>
        <p:spPr>
          <a:xfrm>
            <a:off x="6135826" y="4400550"/>
            <a:ext cx="891392" cy="184666"/>
          </a:xfrm>
          <a:prstGeom prst="rect">
            <a:avLst/>
          </a:prstGeom>
          <a:noFill/>
        </p:spPr>
        <p:txBody>
          <a:bodyPr wrap="square" lIns="0" tIns="0" rIns="0" bIns="0" rtlCol="0" anchor="t">
            <a:spAutoFit/>
          </a:bodyPr>
          <a:lstStyle/>
          <a:p>
            <a:pPr algn="ctr"/>
            <a:r>
              <a:rPr lang="en-US" sz="1200" b="1" dirty="0">
                <a:solidFill>
                  <a:schemeClr val="accent5"/>
                </a:solidFill>
              </a:rPr>
              <a:t>Statistics</a:t>
            </a:r>
          </a:p>
        </p:txBody>
      </p:sp>
      <p:grpSp>
        <p:nvGrpSpPr>
          <p:cNvPr id="12" name="Group 67"/>
          <p:cNvGrpSpPr/>
          <p:nvPr/>
        </p:nvGrpSpPr>
        <p:grpSpPr>
          <a:xfrm>
            <a:off x="6347012" y="3820333"/>
            <a:ext cx="469021" cy="455593"/>
            <a:chOff x="7924284" y="2223917"/>
            <a:chExt cx="469021" cy="455593"/>
          </a:xfrm>
        </p:grpSpPr>
        <p:sp>
          <p:nvSpPr>
            <p:cNvPr id="69" name="Teardrop 68"/>
            <p:cNvSpPr>
              <a:spLocks noChangeAspect="1"/>
            </p:cNvSpPr>
            <p:nvPr/>
          </p:nvSpPr>
          <p:spPr>
            <a:xfrm>
              <a:off x="7924284" y="2223917"/>
              <a:ext cx="469021" cy="455593"/>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accent5"/>
                </a:solidFill>
              </a:endParaRPr>
            </a:p>
          </p:txBody>
        </p:sp>
        <p:sp>
          <p:nvSpPr>
            <p:cNvPr id="70" name="Freeform 13"/>
            <p:cNvSpPr>
              <a:spLocks noEditPoints="1"/>
            </p:cNvSpPr>
            <p:nvPr/>
          </p:nvSpPr>
          <p:spPr bwMode="auto">
            <a:xfrm>
              <a:off x="8034808" y="2338100"/>
              <a:ext cx="250825" cy="188913"/>
            </a:xfrm>
            <a:custGeom>
              <a:avLst/>
              <a:gdLst/>
              <a:ahLst/>
              <a:cxnLst>
                <a:cxn ang="0">
                  <a:pos x="158" y="119"/>
                </a:cxn>
                <a:cxn ang="0">
                  <a:pos x="0" y="119"/>
                </a:cxn>
                <a:cxn ang="0">
                  <a:pos x="0" y="0"/>
                </a:cxn>
                <a:cxn ang="0">
                  <a:pos x="8" y="0"/>
                </a:cxn>
                <a:cxn ang="0">
                  <a:pos x="8" y="108"/>
                </a:cxn>
                <a:cxn ang="0">
                  <a:pos x="158" y="108"/>
                </a:cxn>
                <a:cxn ang="0">
                  <a:pos x="158" y="119"/>
                </a:cxn>
                <a:cxn ang="0">
                  <a:pos x="147" y="98"/>
                </a:cxn>
                <a:cxn ang="0">
                  <a:pos x="19" y="98"/>
                </a:cxn>
                <a:cxn ang="0">
                  <a:pos x="19" y="54"/>
                </a:cxn>
                <a:cxn ang="0">
                  <a:pos x="54" y="9"/>
                </a:cxn>
                <a:cxn ang="0">
                  <a:pos x="97" y="54"/>
                </a:cxn>
                <a:cxn ang="0">
                  <a:pos x="127" y="28"/>
                </a:cxn>
                <a:cxn ang="0">
                  <a:pos x="147" y="98"/>
                </a:cxn>
              </a:cxnLst>
              <a:rect l="0" t="0" r="r" b="b"/>
              <a:pathLst>
                <a:path w="158" h="119">
                  <a:moveTo>
                    <a:pt x="158" y="119"/>
                  </a:moveTo>
                  <a:lnTo>
                    <a:pt x="0" y="119"/>
                  </a:lnTo>
                  <a:lnTo>
                    <a:pt x="0" y="0"/>
                  </a:lnTo>
                  <a:lnTo>
                    <a:pt x="8" y="0"/>
                  </a:lnTo>
                  <a:lnTo>
                    <a:pt x="8" y="108"/>
                  </a:lnTo>
                  <a:lnTo>
                    <a:pt x="158" y="108"/>
                  </a:lnTo>
                  <a:lnTo>
                    <a:pt x="158" y="119"/>
                  </a:lnTo>
                  <a:close/>
                  <a:moveTo>
                    <a:pt x="147" y="98"/>
                  </a:moveTo>
                  <a:lnTo>
                    <a:pt x="19" y="98"/>
                  </a:lnTo>
                  <a:lnTo>
                    <a:pt x="19" y="54"/>
                  </a:lnTo>
                  <a:lnTo>
                    <a:pt x="54" y="9"/>
                  </a:lnTo>
                  <a:lnTo>
                    <a:pt x="97" y="54"/>
                  </a:lnTo>
                  <a:lnTo>
                    <a:pt x="127" y="28"/>
                  </a:lnTo>
                  <a:lnTo>
                    <a:pt x="147" y="9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70"/>
          <p:cNvGrpSpPr/>
          <p:nvPr/>
        </p:nvGrpSpPr>
        <p:grpSpPr>
          <a:xfrm>
            <a:off x="5313257" y="3758778"/>
            <a:ext cx="469021" cy="455593"/>
            <a:chOff x="6890529" y="2162362"/>
            <a:chExt cx="469021" cy="455593"/>
          </a:xfrm>
        </p:grpSpPr>
        <p:sp>
          <p:nvSpPr>
            <p:cNvPr id="72" name="Teardrop 71"/>
            <p:cNvSpPr>
              <a:spLocks noChangeAspect="1"/>
            </p:cNvSpPr>
            <p:nvPr/>
          </p:nvSpPr>
          <p:spPr>
            <a:xfrm>
              <a:off x="6890529" y="2162362"/>
              <a:ext cx="469021" cy="455593"/>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4"/>
                </a:solidFill>
              </a:endParaRPr>
            </a:p>
          </p:txBody>
        </p:sp>
        <p:sp>
          <p:nvSpPr>
            <p:cNvPr id="73" name="Freeform 103"/>
            <p:cNvSpPr>
              <a:spLocks noEditPoints="1"/>
            </p:cNvSpPr>
            <p:nvPr/>
          </p:nvSpPr>
          <p:spPr bwMode="auto">
            <a:xfrm>
              <a:off x="7030053" y="2231059"/>
              <a:ext cx="196634" cy="289547"/>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73"/>
          <p:cNvGrpSpPr/>
          <p:nvPr/>
        </p:nvGrpSpPr>
        <p:grpSpPr>
          <a:xfrm>
            <a:off x="3245846" y="3820333"/>
            <a:ext cx="469021" cy="455593"/>
            <a:chOff x="4823118" y="2223917"/>
            <a:chExt cx="469021" cy="455593"/>
          </a:xfrm>
        </p:grpSpPr>
        <p:sp>
          <p:nvSpPr>
            <p:cNvPr id="75" name="Teardrop 74"/>
            <p:cNvSpPr>
              <a:spLocks noChangeAspect="1"/>
            </p:cNvSpPr>
            <p:nvPr/>
          </p:nvSpPr>
          <p:spPr>
            <a:xfrm>
              <a:off x="4823118" y="2223917"/>
              <a:ext cx="469021" cy="455593"/>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76" name="Freeform 5"/>
            <p:cNvSpPr>
              <a:spLocks noEditPoints="1"/>
            </p:cNvSpPr>
            <p:nvPr/>
          </p:nvSpPr>
          <p:spPr bwMode="auto">
            <a:xfrm>
              <a:off x="4949420" y="2334408"/>
              <a:ext cx="235936" cy="235936"/>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76"/>
          <p:cNvGrpSpPr/>
          <p:nvPr/>
        </p:nvGrpSpPr>
        <p:grpSpPr>
          <a:xfrm>
            <a:off x="4347671" y="3820333"/>
            <a:ext cx="469021" cy="455593"/>
            <a:chOff x="5924943" y="2223917"/>
            <a:chExt cx="469021" cy="455593"/>
          </a:xfrm>
        </p:grpSpPr>
        <p:sp>
          <p:nvSpPr>
            <p:cNvPr id="78" name="Teardrop 77"/>
            <p:cNvSpPr>
              <a:spLocks noChangeAspect="1"/>
            </p:cNvSpPr>
            <p:nvPr/>
          </p:nvSpPr>
          <p:spPr>
            <a:xfrm>
              <a:off x="5924943" y="2223917"/>
              <a:ext cx="469021" cy="455593"/>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3"/>
                </a:solidFill>
              </a:endParaRPr>
            </a:p>
          </p:txBody>
        </p:sp>
        <p:sp>
          <p:nvSpPr>
            <p:cNvPr id="79" name="Freeform 36"/>
            <p:cNvSpPr>
              <a:spLocks noEditPoints="1"/>
            </p:cNvSpPr>
            <p:nvPr/>
          </p:nvSpPr>
          <p:spPr bwMode="auto">
            <a:xfrm>
              <a:off x="6069782" y="2334408"/>
              <a:ext cx="203200" cy="220663"/>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79"/>
          <p:cNvGrpSpPr/>
          <p:nvPr/>
        </p:nvGrpSpPr>
        <p:grpSpPr>
          <a:xfrm>
            <a:off x="2122510" y="3820333"/>
            <a:ext cx="469021" cy="455593"/>
            <a:chOff x="3699782" y="2223917"/>
            <a:chExt cx="469021" cy="455593"/>
          </a:xfrm>
        </p:grpSpPr>
        <p:sp>
          <p:nvSpPr>
            <p:cNvPr id="81" name="Teardrop 80"/>
            <p:cNvSpPr>
              <a:spLocks noChangeAspect="1"/>
            </p:cNvSpPr>
            <p:nvPr/>
          </p:nvSpPr>
          <p:spPr>
            <a:xfrm>
              <a:off x="3699782" y="2223917"/>
              <a:ext cx="469021" cy="455593"/>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82" name="Freeform 117"/>
            <p:cNvSpPr>
              <a:spLocks/>
            </p:cNvSpPr>
            <p:nvPr/>
          </p:nvSpPr>
          <p:spPr bwMode="auto">
            <a:xfrm>
              <a:off x="3850236" y="2359808"/>
              <a:ext cx="195263" cy="1952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par>
                                <p:cTn id="10" presetID="2" presetClass="entr" presetSubtype="8" accel="50000" decel="50000"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0-#ppt_w/2"/>
                                          </p:val>
                                        </p:tav>
                                        <p:tav tm="100000">
                                          <p:val>
                                            <p:strVal val="#ppt_x"/>
                                          </p:val>
                                        </p:tav>
                                      </p:tavLst>
                                    </p:anim>
                                    <p:anim calcmode="lin" valueType="num">
                                      <p:cBhvr additive="base">
                                        <p:cTn id="13" dur="50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500"/>
                            </p:stCondLst>
                            <p:childTnLst>
                              <p:par>
                                <p:cTn id="15" presetID="53" presetClass="entr" presetSubtype="0"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2" presetClass="entr" presetSubtype="2" accel="50000" decel="50000"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childTnLst>
                          </p:cTn>
                        </p:par>
                        <p:par>
                          <p:cTn id="24" fill="hold">
                            <p:stCondLst>
                              <p:cond delay="1000"/>
                            </p:stCondLst>
                            <p:childTnLst>
                              <p:par>
                                <p:cTn id="25" presetID="53"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animEffect transition="in" filter="fade">
                                      <p:cBhvr>
                                        <p:cTn id="29" dur="500"/>
                                        <p:tgtEl>
                                          <p:spTgt spid="9"/>
                                        </p:tgtEl>
                                      </p:cBhvr>
                                    </p:animEffect>
                                  </p:childTnLst>
                                </p:cTn>
                              </p:par>
                              <p:par>
                                <p:cTn id="30" presetID="2" presetClass="entr" presetSubtype="8" accel="50000" decel="50000" fill="hold" nodeType="with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0-#ppt_w/2"/>
                                          </p:val>
                                        </p:tav>
                                        <p:tav tm="100000">
                                          <p:val>
                                            <p:strVal val="#ppt_x"/>
                                          </p:val>
                                        </p:tav>
                                      </p:tavLst>
                                    </p:anim>
                                    <p:anim calcmode="lin" valueType="num">
                                      <p:cBhvr additive="base">
                                        <p:cTn id="33" dur="500" fill="hold"/>
                                        <p:tgtEl>
                                          <p:spTgt spid="5"/>
                                        </p:tgtEl>
                                        <p:attrNameLst>
                                          <p:attrName>ppt_y</p:attrName>
                                        </p:attrNameLst>
                                      </p:cBhvr>
                                      <p:tavLst>
                                        <p:tav tm="0">
                                          <p:val>
                                            <p:strVal val="#ppt_y"/>
                                          </p:val>
                                        </p:tav>
                                        <p:tav tm="100000">
                                          <p:val>
                                            <p:strVal val="#ppt_y"/>
                                          </p:val>
                                        </p:tav>
                                      </p:tavLst>
                                    </p:anim>
                                  </p:childTnLst>
                                </p:cTn>
                              </p:par>
                            </p:childTnLst>
                          </p:cTn>
                        </p:par>
                        <p:par>
                          <p:cTn id="34" fill="hold">
                            <p:stCondLst>
                              <p:cond delay="1500"/>
                            </p:stCondLst>
                            <p:childTnLst>
                              <p:par>
                                <p:cTn id="35" presetID="53" presetClass="entr" presetSubtype="0"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p:cTn id="37" dur="500" fill="hold"/>
                                        <p:tgtEl>
                                          <p:spTgt spid="11"/>
                                        </p:tgtEl>
                                        <p:attrNameLst>
                                          <p:attrName>ppt_w</p:attrName>
                                        </p:attrNameLst>
                                      </p:cBhvr>
                                      <p:tavLst>
                                        <p:tav tm="0">
                                          <p:val>
                                            <p:fltVal val="0"/>
                                          </p:val>
                                        </p:tav>
                                        <p:tav tm="100000">
                                          <p:val>
                                            <p:strVal val="#ppt_w"/>
                                          </p:val>
                                        </p:tav>
                                      </p:tavLst>
                                    </p:anim>
                                    <p:anim calcmode="lin" valueType="num">
                                      <p:cBhvr>
                                        <p:cTn id="38" dur="500" fill="hold"/>
                                        <p:tgtEl>
                                          <p:spTgt spid="11"/>
                                        </p:tgtEl>
                                        <p:attrNameLst>
                                          <p:attrName>ppt_h</p:attrName>
                                        </p:attrNameLst>
                                      </p:cBhvr>
                                      <p:tavLst>
                                        <p:tav tm="0">
                                          <p:val>
                                            <p:fltVal val="0"/>
                                          </p:val>
                                        </p:tav>
                                        <p:tav tm="100000">
                                          <p:val>
                                            <p:strVal val="#ppt_h"/>
                                          </p:val>
                                        </p:tav>
                                      </p:tavLst>
                                    </p:anim>
                                    <p:animEffect transition="in" filter="fade">
                                      <p:cBhvr>
                                        <p:cTn id="39" dur="500"/>
                                        <p:tgtEl>
                                          <p:spTgt spid="11"/>
                                        </p:tgtEl>
                                      </p:cBhvr>
                                    </p:animEffect>
                                  </p:childTnLst>
                                </p:cTn>
                              </p:par>
                              <p:par>
                                <p:cTn id="40" presetID="2" presetClass="entr" presetSubtype="2" accel="50000" decel="50000" fill="hold"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500" fill="hold"/>
                                        <p:tgtEl>
                                          <p:spTgt spid="7"/>
                                        </p:tgtEl>
                                        <p:attrNameLst>
                                          <p:attrName>ppt_x</p:attrName>
                                        </p:attrNameLst>
                                      </p:cBhvr>
                                      <p:tavLst>
                                        <p:tav tm="0">
                                          <p:val>
                                            <p:strVal val="1+#ppt_w/2"/>
                                          </p:val>
                                        </p:tav>
                                        <p:tav tm="100000">
                                          <p:val>
                                            <p:strVal val="#ppt_x"/>
                                          </p:val>
                                        </p:tav>
                                      </p:tavLst>
                                    </p:anim>
                                    <p:anim calcmode="lin" valueType="num">
                                      <p:cBhvr additive="base">
                                        <p:cTn id="43" dur="500" fill="hold"/>
                                        <p:tgtEl>
                                          <p:spTgt spid="7"/>
                                        </p:tgtEl>
                                        <p:attrNameLst>
                                          <p:attrName>ppt_y</p:attrName>
                                        </p:attrNameLst>
                                      </p:cBhvr>
                                      <p:tavLst>
                                        <p:tav tm="0">
                                          <p:val>
                                            <p:strVal val="#ppt_y"/>
                                          </p:val>
                                        </p:tav>
                                        <p:tav tm="100000">
                                          <p:val>
                                            <p:strVal val="#ppt_y"/>
                                          </p:val>
                                        </p:tav>
                                      </p:tavLst>
                                    </p:anim>
                                  </p:childTnLst>
                                </p:cTn>
                              </p:par>
                            </p:childTnLst>
                          </p:cTn>
                        </p:par>
                        <p:par>
                          <p:cTn id="44" fill="hold">
                            <p:stCondLst>
                              <p:cond delay="2000"/>
                            </p:stCondLst>
                            <p:childTnLst>
                              <p:par>
                                <p:cTn id="45" presetID="18" presetClass="entr" presetSubtype="6" fill="hold" grpId="0" nodeType="after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strips(downRight)">
                                      <p:cBhvr>
                                        <p:cTn id="47" dur="500"/>
                                        <p:tgtEl>
                                          <p:spTgt spid="42"/>
                                        </p:tgtEl>
                                      </p:cBhvr>
                                    </p:animEffect>
                                  </p:childTnLst>
                                </p:cTn>
                              </p:par>
                            </p:childTnLst>
                          </p:cTn>
                        </p:par>
                        <p:par>
                          <p:cTn id="48" fill="hold">
                            <p:stCondLst>
                              <p:cond delay="2500"/>
                            </p:stCondLst>
                            <p:childTnLst>
                              <p:par>
                                <p:cTn id="49" presetID="18" presetClass="entr" presetSubtype="12" fill="hold" grpId="0" nodeType="afterEffect">
                                  <p:stCondLst>
                                    <p:cond delay="0"/>
                                  </p:stCondLst>
                                  <p:childTnLst>
                                    <p:set>
                                      <p:cBhvr>
                                        <p:cTn id="50" dur="1" fill="hold">
                                          <p:stCondLst>
                                            <p:cond delay="0"/>
                                          </p:stCondLst>
                                        </p:cTn>
                                        <p:tgtEl>
                                          <p:spTgt spid="43"/>
                                        </p:tgtEl>
                                        <p:attrNameLst>
                                          <p:attrName>style.visibility</p:attrName>
                                        </p:attrNameLst>
                                      </p:cBhvr>
                                      <p:to>
                                        <p:strVal val="visible"/>
                                      </p:to>
                                    </p:set>
                                    <p:animEffect transition="in" filter="strips(downLeft)">
                                      <p:cBhvr>
                                        <p:cTn id="51" dur="500"/>
                                        <p:tgtEl>
                                          <p:spTgt spid="43"/>
                                        </p:tgtEl>
                                      </p:cBhvr>
                                    </p:animEffect>
                                  </p:childTnLst>
                                </p:cTn>
                              </p:par>
                            </p:childTnLst>
                          </p:cTn>
                        </p:par>
                        <p:par>
                          <p:cTn id="52" fill="hold">
                            <p:stCondLst>
                              <p:cond delay="3000"/>
                            </p:stCondLst>
                            <p:childTnLst>
                              <p:par>
                                <p:cTn id="53" presetID="53" presetClass="entr" presetSubtype="0" fill="hold" nodeType="after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p:cTn id="55" dur="500" fill="hold"/>
                                        <p:tgtEl>
                                          <p:spTgt spid="16"/>
                                        </p:tgtEl>
                                        <p:attrNameLst>
                                          <p:attrName>ppt_w</p:attrName>
                                        </p:attrNameLst>
                                      </p:cBhvr>
                                      <p:tavLst>
                                        <p:tav tm="0">
                                          <p:val>
                                            <p:fltVal val="0"/>
                                          </p:val>
                                        </p:tav>
                                        <p:tav tm="100000">
                                          <p:val>
                                            <p:strVal val="#ppt_w"/>
                                          </p:val>
                                        </p:tav>
                                      </p:tavLst>
                                    </p:anim>
                                    <p:anim calcmode="lin" valueType="num">
                                      <p:cBhvr>
                                        <p:cTn id="56" dur="500" fill="hold"/>
                                        <p:tgtEl>
                                          <p:spTgt spid="16"/>
                                        </p:tgtEl>
                                        <p:attrNameLst>
                                          <p:attrName>ppt_h</p:attrName>
                                        </p:attrNameLst>
                                      </p:cBhvr>
                                      <p:tavLst>
                                        <p:tav tm="0">
                                          <p:val>
                                            <p:fltVal val="0"/>
                                          </p:val>
                                        </p:tav>
                                        <p:tav tm="100000">
                                          <p:val>
                                            <p:strVal val="#ppt_h"/>
                                          </p:val>
                                        </p:tav>
                                      </p:tavLst>
                                    </p:anim>
                                    <p:animEffect transition="in" filter="fade">
                                      <p:cBhvr>
                                        <p:cTn id="57" dur="500"/>
                                        <p:tgtEl>
                                          <p:spTgt spid="16"/>
                                        </p:tgtEl>
                                      </p:cBhvr>
                                    </p:animEffect>
                                  </p:childTnLst>
                                </p:cTn>
                              </p:par>
                              <p:par>
                                <p:cTn id="58" presetID="2" presetClass="entr" presetSubtype="4" accel="50000" decel="50000" fill="hold" grpId="0" nodeType="withEffect">
                                  <p:stCondLst>
                                    <p:cond delay="0"/>
                                  </p:stCondLst>
                                  <p:childTnLst>
                                    <p:set>
                                      <p:cBhvr>
                                        <p:cTn id="59" dur="1" fill="hold">
                                          <p:stCondLst>
                                            <p:cond delay="0"/>
                                          </p:stCondLst>
                                        </p:cTn>
                                        <p:tgtEl>
                                          <p:spTgt spid="57"/>
                                        </p:tgtEl>
                                        <p:attrNameLst>
                                          <p:attrName>style.visibility</p:attrName>
                                        </p:attrNameLst>
                                      </p:cBhvr>
                                      <p:to>
                                        <p:strVal val="visible"/>
                                      </p:to>
                                    </p:set>
                                    <p:anim calcmode="lin" valueType="num">
                                      <p:cBhvr additive="base">
                                        <p:cTn id="60" dur="500" fill="hold"/>
                                        <p:tgtEl>
                                          <p:spTgt spid="57"/>
                                        </p:tgtEl>
                                        <p:attrNameLst>
                                          <p:attrName>ppt_x</p:attrName>
                                        </p:attrNameLst>
                                      </p:cBhvr>
                                      <p:tavLst>
                                        <p:tav tm="0">
                                          <p:val>
                                            <p:strVal val="#ppt_x"/>
                                          </p:val>
                                        </p:tav>
                                        <p:tav tm="100000">
                                          <p:val>
                                            <p:strVal val="#ppt_x"/>
                                          </p:val>
                                        </p:tav>
                                      </p:tavLst>
                                    </p:anim>
                                    <p:anim calcmode="lin" valueType="num">
                                      <p:cBhvr additive="base">
                                        <p:cTn id="61" dur="500" fill="hold"/>
                                        <p:tgtEl>
                                          <p:spTgt spid="57"/>
                                        </p:tgtEl>
                                        <p:attrNameLst>
                                          <p:attrName>ppt_y</p:attrName>
                                        </p:attrNameLst>
                                      </p:cBhvr>
                                      <p:tavLst>
                                        <p:tav tm="0">
                                          <p:val>
                                            <p:strVal val="1+#ppt_h/2"/>
                                          </p:val>
                                        </p:tav>
                                        <p:tav tm="100000">
                                          <p:val>
                                            <p:strVal val="#ppt_y"/>
                                          </p:val>
                                        </p:tav>
                                      </p:tavLst>
                                    </p:anim>
                                  </p:childTnLst>
                                </p:cTn>
                              </p:par>
                            </p:childTnLst>
                          </p:cTn>
                        </p:par>
                        <p:par>
                          <p:cTn id="62" fill="hold">
                            <p:stCondLst>
                              <p:cond delay="3500"/>
                            </p:stCondLst>
                            <p:childTnLst>
                              <p:par>
                                <p:cTn id="63" presetID="53" presetClass="entr" presetSubtype="0" fill="hold" nodeType="afterEffect">
                                  <p:stCondLst>
                                    <p:cond delay="0"/>
                                  </p:stCondLst>
                                  <p:childTnLst>
                                    <p:set>
                                      <p:cBhvr>
                                        <p:cTn id="64" dur="1" fill="hold">
                                          <p:stCondLst>
                                            <p:cond delay="0"/>
                                          </p:stCondLst>
                                        </p:cTn>
                                        <p:tgtEl>
                                          <p:spTgt spid="14"/>
                                        </p:tgtEl>
                                        <p:attrNameLst>
                                          <p:attrName>style.visibility</p:attrName>
                                        </p:attrNameLst>
                                      </p:cBhvr>
                                      <p:to>
                                        <p:strVal val="visible"/>
                                      </p:to>
                                    </p:set>
                                    <p:anim calcmode="lin" valueType="num">
                                      <p:cBhvr>
                                        <p:cTn id="65" dur="500" fill="hold"/>
                                        <p:tgtEl>
                                          <p:spTgt spid="14"/>
                                        </p:tgtEl>
                                        <p:attrNameLst>
                                          <p:attrName>ppt_w</p:attrName>
                                        </p:attrNameLst>
                                      </p:cBhvr>
                                      <p:tavLst>
                                        <p:tav tm="0">
                                          <p:val>
                                            <p:fltVal val="0"/>
                                          </p:val>
                                        </p:tav>
                                        <p:tav tm="100000">
                                          <p:val>
                                            <p:strVal val="#ppt_w"/>
                                          </p:val>
                                        </p:tav>
                                      </p:tavLst>
                                    </p:anim>
                                    <p:anim calcmode="lin" valueType="num">
                                      <p:cBhvr>
                                        <p:cTn id="66" dur="500" fill="hold"/>
                                        <p:tgtEl>
                                          <p:spTgt spid="14"/>
                                        </p:tgtEl>
                                        <p:attrNameLst>
                                          <p:attrName>ppt_h</p:attrName>
                                        </p:attrNameLst>
                                      </p:cBhvr>
                                      <p:tavLst>
                                        <p:tav tm="0">
                                          <p:val>
                                            <p:fltVal val="0"/>
                                          </p:val>
                                        </p:tav>
                                        <p:tav tm="100000">
                                          <p:val>
                                            <p:strVal val="#ppt_h"/>
                                          </p:val>
                                        </p:tav>
                                      </p:tavLst>
                                    </p:anim>
                                    <p:animEffect transition="in" filter="fade">
                                      <p:cBhvr>
                                        <p:cTn id="67" dur="500"/>
                                        <p:tgtEl>
                                          <p:spTgt spid="14"/>
                                        </p:tgtEl>
                                      </p:cBhvr>
                                    </p:animEffect>
                                  </p:childTnLst>
                                </p:cTn>
                              </p:par>
                              <p:par>
                                <p:cTn id="68" presetID="2" presetClass="entr" presetSubtype="4" accel="50000" decel="50000" fill="hold" grpId="0" nodeType="withEffect">
                                  <p:stCondLst>
                                    <p:cond delay="0"/>
                                  </p:stCondLst>
                                  <p:childTnLst>
                                    <p:set>
                                      <p:cBhvr>
                                        <p:cTn id="69" dur="1" fill="hold">
                                          <p:stCondLst>
                                            <p:cond delay="0"/>
                                          </p:stCondLst>
                                        </p:cTn>
                                        <p:tgtEl>
                                          <p:spTgt spid="58"/>
                                        </p:tgtEl>
                                        <p:attrNameLst>
                                          <p:attrName>style.visibility</p:attrName>
                                        </p:attrNameLst>
                                      </p:cBhvr>
                                      <p:to>
                                        <p:strVal val="visible"/>
                                      </p:to>
                                    </p:set>
                                    <p:anim calcmode="lin" valueType="num">
                                      <p:cBhvr additive="base">
                                        <p:cTn id="70" dur="500" fill="hold"/>
                                        <p:tgtEl>
                                          <p:spTgt spid="58"/>
                                        </p:tgtEl>
                                        <p:attrNameLst>
                                          <p:attrName>ppt_x</p:attrName>
                                        </p:attrNameLst>
                                      </p:cBhvr>
                                      <p:tavLst>
                                        <p:tav tm="0">
                                          <p:val>
                                            <p:strVal val="#ppt_x"/>
                                          </p:val>
                                        </p:tav>
                                        <p:tav tm="100000">
                                          <p:val>
                                            <p:strVal val="#ppt_x"/>
                                          </p:val>
                                        </p:tav>
                                      </p:tavLst>
                                    </p:anim>
                                    <p:anim calcmode="lin" valueType="num">
                                      <p:cBhvr additive="base">
                                        <p:cTn id="71" dur="500" fill="hold"/>
                                        <p:tgtEl>
                                          <p:spTgt spid="58"/>
                                        </p:tgtEl>
                                        <p:attrNameLst>
                                          <p:attrName>ppt_y</p:attrName>
                                        </p:attrNameLst>
                                      </p:cBhvr>
                                      <p:tavLst>
                                        <p:tav tm="0">
                                          <p:val>
                                            <p:strVal val="1+#ppt_h/2"/>
                                          </p:val>
                                        </p:tav>
                                        <p:tav tm="100000">
                                          <p:val>
                                            <p:strVal val="#ppt_y"/>
                                          </p:val>
                                        </p:tav>
                                      </p:tavLst>
                                    </p:anim>
                                  </p:childTnLst>
                                </p:cTn>
                              </p:par>
                            </p:childTnLst>
                          </p:cTn>
                        </p:par>
                        <p:par>
                          <p:cTn id="72" fill="hold">
                            <p:stCondLst>
                              <p:cond delay="4000"/>
                            </p:stCondLst>
                            <p:childTnLst>
                              <p:par>
                                <p:cTn id="73" presetID="53" presetClass="entr" presetSubtype="0" fill="hold" nodeType="afterEffect">
                                  <p:stCondLst>
                                    <p:cond delay="0"/>
                                  </p:stCondLst>
                                  <p:childTnLst>
                                    <p:set>
                                      <p:cBhvr>
                                        <p:cTn id="74" dur="1" fill="hold">
                                          <p:stCondLst>
                                            <p:cond delay="0"/>
                                          </p:stCondLst>
                                        </p:cTn>
                                        <p:tgtEl>
                                          <p:spTgt spid="15"/>
                                        </p:tgtEl>
                                        <p:attrNameLst>
                                          <p:attrName>style.visibility</p:attrName>
                                        </p:attrNameLst>
                                      </p:cBhvr>
                                      <p:to>
                                        <p:strVal val="visible"/>
                                      </p:to>
                                    </p:set>
                                    <p:anim calcmode="lin" valueType="num">
                                      <p:cBhvr>
                                        <p:cTn id="75" dur="500" fill="hold"/>
                                        <p:tgtEl>
                                          <p:spTgt spid="15"/>
                                        </p:tgtEl>
                                        <p:attrNameLst>
                                          <p:attrName>ppt_w</p:attrName>
                                        </p:attrNameLst>
                                      </p:cBhvr>
                                      <p:tavLst>
                                        <p:tav tm="0">
                                          <p:val>
                                            <p:fltVal val="0"/>
                                          </p:val>
                                        </p:tav>
                                        <p:tav tm="100000">
                                          <p:val>
                                            <p:strVal val="#ppt_w"/>
                                          </p:val>
                                        </p:tav>
                                      </p:tavLst>
                                    </p:anim>
                                    <p:anim calcmode="lin" valueType="num">
                                      <p:cBhvr>
                                        <p:cTn id="76" dur="500" fill="hold"/>
                                        <p:tgtEl>
                                          <p:spTgt spid="15"/>
                                        </p:tgtEl>
                                        <p:attrNameLst>
                                          <p:attrName>ppt_h</p:attrName>
                                        </p:attrNameLst>
                                      </p:cBhvr>
                                      <p:tavLst>
                                        <p:tav tm="0">
                                          <p:val>
                                            <p:fltVal val="0"/>
                                          </p:val>
                                        </p:tav>
                                        <p:tav tm="100000">
                                          <p:val>
                                            <p:strVal val="#ppt_h"/>
                                          </p:val>
                                        </p:tav>
                                      </p:tavLst>
                                    </p:anim>
                                    <p:animEffect transition="in" filter="fade">
                                      <p:cBhvr>
                                        <p:cTn id="77" dur="500"/>
                                        <p:tgtEl>
                                          <p:spTgt spid="15"/>
                                        </p:tgtEl>
                                      </p:cBhvr>
                                    </p:animEffect>
                                  </p:childTnLst>
                                </p:cTn>
                              </p:par>
                              <p:par>
                                <p:cTn id="78" presetID="2" presetClass="entr" presetSubtype="4" accel="50000" decel="50000" fill="hold" grpId="0" nodeType="withEffect">
                                  <p:stCondLst>
                                    <p:cond delay="0"/>
                                  </p:stCondLst>
                                  <p:childTnLst>
                                    <p:set>
                                      <p:cBhvr>
                                        <p:cTn id="79" dur="1" fill="hold">
                                          <p:stCondLst>
                                            <p:cond delay="0"/>
                                          </p:stCondLst>
                                        </p:cTn>
                                        <p:tgtEl>
                                          <p:spTgt spid="59"/>
                                        </p:tgtEl>
                                        <p:attrNameLst>
                                          <p:attrName>style.visibility</p:attrName>
                                        </p:attrNameLst>
                                      </p:cBhvr>
                                      <p:to>
                                        <p:strVal val="visible"/>
                                      </p:to>
                                    </p:set>
                                    <p:anim calcmode="lin" valueType="num">
                                      <p:cBhvr additive="base">
                                        <p:cTn id="80" dur="500" fill="hold"/>
                                        <p:tgtEl>
                                          <p:spTgt spid="59"/>
                                        </p:tgtEl>
                                        <p:attrNameLst>
                                          <p:attrName>ppt_x</p:attrName>
                                        </p:attrNameLst>
                                      </p:cBhvr>
                                      <p:tavLst>
                                        <p:tav tm="0">
                                          <p:val>
                                            <p:strVal val="#ppt_x"/>
                                          </p:val>
                                        </p:tav>
                                        <p:tav tm="100000">
                                          <p:val>
                                            <p:strVal val="#ppt_x"/>
                                          </p:val>
                                        </p:tav>
                                      </p:tavLst>
                                    </p:anim>
                                    <p:anim calcmode="lin" valueType="num">
                                      <p:cBhvr additive="base">
                                        <p:cTn id="81" dur="500" fill="hold"/>
                                        <p:tgtEl>
                                          <p:spTgt spid="59"/>
                                        </p:tgtEl>
                                        <p:attrNameLst>
                                          <p:attrName>ppt_y</p:attrName>
                                        </p:attrNameLst>
                                      </p:cBhvr>
                                      <p:tavLst>
                                        <p:tav tm="0">
                                          <p:val>
                                            <p:strVal val="1+#ppt_h/2"/>
                                          </p:val>
                                        </p:tav>
                                        <p:tav tm="100000">
                                          <p:val>
                                            <p:strVal val="#ppt_y"/>
                                          </p:val>
                                        </p:tav>
                                      </p:tavLst>
                                    </p:anim>
                                  </p:childTnLst>
                                </p:cTn>
                              </p:par>
                            </p:childTnLst>
                          </p:cTn>
                        </p:par>
                        <p:par>
                          <p:cTn id="82" fill="hold">
                            <p:stCondLst>
                              <p:cond delay="4500"/>
                            </p:stCondLst>
                            <p:childTnLst>
                              <p:par>
                                <p:cTn id="83" presetID="53" presetClass="entr" presetSubtype="0" fill="hold" nodeType="afterEffect">
                                  <p:stCondLst>
                                    <p:cond delay="0"/>
                                  </p:stCondLst>
                                  <p:childTnLst>
                                    <p:set>
                                      <p:cBhvr>
                                        <p:cTn id="84" dur="1" fill="hold">
                                          <p:stCondLst>
                                            <p:cond delay="0"/>
                                          </p:stCondLst>
                                        </p:cTn>
                                        <p:tgtEl>
                                          <p:spTgt spid="13"/>
                                        </p:tgtEl>
                                        <p:attrNameLst>
                                          <p:attrName>style.visibility</p:attrName>
                                        </p:attrNameLst>
                                      </p:cBhvr>
                                      <p:to>
                                        <p:strVal val="visible"/>
                                      </p:to>
                                    </p:set>
                                    <p:anim calcmode="lin" valueType="num">
                                      <p:cBhvr>
                                        <p:cTn id="85" dur="500" fill="hold"/>
                                        <p:tgtEl>
                                          <p:spTgt spid="13"/>
                                        </p:tgtEl>
                                        <p:attrNameLst>
                                          <p:attrName>ppt_w</p:attrName>
                                        </p:attrNameLst>
                                      </p:cBhvr>
                                      <p:tavLst>
                                        <p:tav tm="0">
                                          <p:val>
                                            <p:fltVal val="0"/>
                                          </p:val>
                                        </p:tav>
                                        <p:tav tm="100000">
                                          <p:val>
                                            <p:strVal val="#ppt_w"/>
                                          </p:val>
                                        </p:tav>
                                      </p:tavLst>
                                    </p:anim>
                                    <p:anim calcmode="lin" valueType="num">
                                      <p:cBhvr>
                                        <p:cTn id="86" dur="500" fill="hold"/>
                                        <p:tgtEl>
                                          <p:spTgt spid="13"/>
                                        </p:tgtEl>
                                        <p:attrNameLst>
                                          <p:attrName>ppt_h</p:attrName>
                                        </p:attrNameLst>
                                      </p:cBhvr>
                                      <p:tavLst>
                                        <p:tav tm="0">
                                          <p:val>
                                            <p:fltVal val="0"/>
                                          </p:val>
                                        </p:tav>
                                        <p:tav tm="100000">
                                          <p:val>
                                            <p:strVal val="#ppt_h"/>
                                          </p:val>
                                        </p:tav>
                                      </p:tavLst>
                                    </p:anim>
                                    <p:animEffect transition="in" filter="fade">
                                      <p:cBhvr>
                                        <p:cTn id="87" dur="500"/>
                                        <p:tgtEl>
                                          <p:spTgt spid="13"/>
                                        </p:tgtEl>
                                      </p:cBhvr>
                                    </p:animEffect>
                                  </p:childTnLst>
                                </p:cTn>
                              </p:par>
                              <p:par>
                                <p:cTn id="88" presetID="2" presetClass="entr" presetSubtype="4" accel="50000" decel="50000" fill="hold" grpId="0" nodeType="withEffect">
                                  <p:stCondLst>
                                    <p:cond delay="0"/>
                                  </p:stCondLst>
                                  <p:childTnLst>
                                    <p:set>
                                      <p:cBhvr>
                                        <p:cTn id="89" dur="1" fill="hold">
                                          <p:stCondLst>
                                            <p:cond delay="0"/>
                                          </p:stCondLst>
                                        </p:cTn>
                                        <p:tgtEl>
                                          <p:spTgt spid="66"/>
                                        </p:tgtEl>
                                        <p:attrNameLst>
                                          <p:attrName>style.visibility</p:attrName>
                                        </p:attrNameLst>
                                      </p:cBhvr>
                                      <p:to>
                                        <p:strVal val="visible"/>
                                      </p:to>
                                    </p:set>
                                    <p:anim calcmode="lin" valueType="num">
                                      <p:cBhvr additive="base">
                                        <p:cTn id="90" dur="500" fill="hold"/>
                                        <p:tgtEl>
                                          <p:spTgt spid="66"/>
                                        </p:tgtEl>
                                        <p:attrNameLst>
                                          <p:attrName>ppt_x</p:attrName>
                                        </p:attrNameLst>
                                      </p:cBhvr>
                                      <p:tavLst>
                                        <p:tav tm="0">
                                          <p:val>
                                            <p:strVal val="#ppt_x"/>
                                          </p:val>
                                        </p:tav>
                                        <p:tav tm="100000">
                                          <p:val>
                                            <p:strVal val="#ppt_x"/>
                                          </p:val>
                                        </p:tav>
                                      </p:tavLst>
                                    </p:anim>
                                    <p:anim calcmode="lin" valueType="num">
                                      <p:cBhvr additive="base">
                                        <p:cTn id="91" dur="500" fill="hold"/>
                                        <p:tgtEl>
                                          <p:spTgt spid="66"/>
                                        </p:tgtEl>
                                        <p:attrNameLst>
                                          <p:attrName>ppt_y</p:attrName>
                                        </p:attrNameLst>
                                      </p:cBhvr>
                                      <p:tavLst>
                                        <p:tav tm="0">
                                          <p:val>
                                            <p:strVal val="1+#ppt_h/2"/>
                                          </p:val>
                                        </p:tav>
                                        <p:tav tm="100000">
                                          <p:val>
                                            <p:strVal val="#ppt_y"/>
                                          </p:val>
                                        </p:tav>
                                      </p:tavLst>
                                    </p:anim>
                                  </p:childTnLst>
                                </p:cTn>
                              </p:par>
                            </p:childTnLst>
                          </p:cTn>
                        </p:par>
                        <p:par>
                          <p:cTn id="92" fill="hold">
                            <p:stCondLst>
                              <p:cond delay="5000"/>
                            </p:stCondLst>
                            <p:childTnLst>
                              <p:par>
                                <p:cTn id="93" presetID="53" presetClass="entr" presetSubtype="0" fill="hold" nodeType="afterEffect">
                                  <p:stCondLst>
                                    <p:cond delay="0"/>
                                  </p:stCondLst>
                                  <p:childTnLst>
                                    <p:set>
                                      <p:cBhvr>
                                        <p:cTn id="94" dur="1" fill="hold">
                                          <p:stCondLst>
                                            <p:cond delay="0"/>
                                          </p:stCondLst>
                                        </p:cTn>
                                        <p:tgtEl>
                                          <p:spTgt spid="12"/>
                                        </p:tgtEl>
                                        <p:attrNameLst>
                                          <p:attrName>style.visibility</p:attrName>
                                        </p:attrNameLst>
                                      </p:cBhvr>
                                      <p:to>
                                        <p:strVal val="visible"/>
                                      </p:to>
                                    </p:set>
                                    <p:anim calcmode="lin" valueType="num">
                                      <p:cBhvr>
                                        <p:cTn id="95" dur="500" fill="hold"/>
                                        <p:tgtEl>
                                          <p:spTgt spid="12"/>
                                        </p:tgtEl>
                                        <p:attrNameLst>
                                          <p:attrName>ppt_w</p:attrName>
                                        </p:attrNameLst>
                                      </p:cBhvr>
                                      <p:tavLst>
                                        <p:tav tm="0">
                                          <p:val>
                                            <p:fltVal val="0"/>
                                          </p:val>
                                        </p:tav>
                                        <p:tav tm="100000">
                                          <p:val>
                                            <p:strVal val="#ppt_w"/>
                                          </p:val>
                                        </p:tav>
                                      </p:tavLst>
                                    </p:anim>
                                    <p:anim calcmode="lin" valueType="num">
                                      <p:cBhvr>
                                        <p:cTn id="96" dur="500" fill="hold"/>
                                        <p:tgtEl>
                                          <p:spTgt spid="12"/>
                                        </p:tgtEl>
                                        <p:attrNameLst>
                                          <p:attrName>ppt_h</p:attrName>
                                        </p:attrNameLst>
                                      </p:cBhvr>
                                      <p:tavLst>
                                        <p:tav tm="0">
                                          <p:val>
                                            <p:fltVal val="0"/>
                                          </p:val>
                                        </p:tav>
                                        <p:tav tm="100000">
                                          <p:val>
                                            <p:strVal val="#ppt_h"/>
                                          </p:val>
                                        </p:tav>
                                      </p:tavLst>
                                    </p:anim>
                                    <p:animEffect transition="in" filter="fade">
                                      <p:cBhvr>
                                        <p:cTn id="97" dur="500"/>
                                        <p:tgtEl>
                                          <p:spTgt spid="12"/>
                                        </p:tgtEl>
                                      </p:cBhvr>
                                    </p:animEffect>
                                  </p:childTnLst>
                                </p:cTn>
                              </p:par>
                              <p:par>
                                <p:cTn id="98" presetID="2" presetClass="entr" presetSubtype="4" accel="50000" decel="50000" fill="hold" grpId="0" nodeType="withEffect">
                                  <p:stCondLst>
                                    <p:cond delay="0"/>
                                  </p:stCondLst>
                                  <p:childTnLst>
                                    <p:set>
                                      <p:cBhvr>
                                        <p:cTn id="99" dur="1" fill="hold">
                                          <p:stCondLst>
                                            <p:cond delay="0"/>
                                          </p:stCondLst>
                                        </p:cTn>
                                        <p:tgtEl>
                                          <p:spTgt spid="67"/>
                                        </p:tgtEl>
                                        <p:attrNameLst>
                                          <p:attrName>style.visibility</p:attrName>
                                        </p:attrNameLst>
                                      </p:cBhvr>
                                      <p:to>
                                        <p:strVal val="visible"/>
                                      </p:to>
                                    </p:set>
                                    <p:anim calcmode="lin" valueType="num">
                                      <p:cBhvr additive="base">
                                        <p:cTn id="100" dur="500" fill="hold"/>
                                        <p:tgtEl>
                                          <p:spTgt spid="67"/>
                                        </p:tgtEl>
                                        <p:attrNameLst>
                                          <p:attrName>ppt_x</p:attrName>
                                        </p:attrNameLst>
                                      </p:cBhvr>
                                      <p:tavLst>
                                        <p:tav tm="0">
                                          <p:val>
                                            <p:strVal val="#ppt_x"/>
                                          </p:val>
                                        </p:tav>
                                        <p:tav tm="100000">
                                          <p:val>
                                            <p:strVal val="#ppt_x"/>
                                          </p:val>
                                        </p:tav>
                                      </p:tavLst>
                                    </p:anim>
                                    <p:anim calcmode="lin" valueType="num">
                                      <p:cBhvr additive="base">
                                        <p:cTn id="101"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57" grpId="0"/>
      <p:bldP spid="58" grpId="0"/>
      <p:bldP spid="59" grpId="0"/>
      <p:bldP spid="66" grpId="0"/>
      <p:bldP spid="67"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28" name="Slide Number Placeholder 27"/>
          <p:cNvSpPr>
            <a:spLocks noGrp="1"/>
          </p:cNvSpPr>
          <p:nvPr>
            <p:ph type="sldNum" sz="quarter" idx="14"/>
          </p:nvPr>
        </p:nvSpPr>
        <p:spPr/>
        <p:txBody>
          <a:bodyPr/>
          <a:lstStyle/>
          <a:p>
            <a:fld id="{C136B7D2-B98C-44FD-8D04-7EC62A564975}" type="slidenum">
              <a:rPr lang="en-US" smtClean="0"/>
              <a:pPr/>
              <a:t>285</a:t>
            </a:fld>
            <a:endParaRPr lang="en-US" dirty="0"/>
          </a:p>
        </p:txBody>
      </p:sp>
      <p:pic>
        <p:nvPicPr>
          <p:cNvPr id="29" name="Picture Placeholder 28" descr="imageHolder.jpg"/>
          <p:cNvPicPr>
            <a:picLocks noGrp="1" noChangeAspect="1"/>
          </p:cNvPicPr>
          <p:nvPr>
            <p:ph type="pic" sz="quarter" idx="10"/>
          </p:nvPr>
        </p:nvPicPr>
        <p:blipFill>
          <a:blip r:embed="rId3" cstate="print"/>
          <a:srcRect l="104" r="104"/>
          <a:stretch>
            <a:fillRect/>
          </a:stretch>
        </p:blipFill>
        <p:spPr/>
      </p:pic>
      <p:grpSp>
        <p:nvGrpSpPr>
          <p:cNvPr id="3" name="Group 274"/>
          <p:cNvGrpSpPr/>
          <p:nvPr/>
        </p:nvGrpSpPr>
        <p:grpSpPr>
          <a:xfrm>
            <a:off x="1212670" y="1227429"/>
            <a:ext cx="2610439" cy="687748"/>
            <a:chOff x="1270277" y="1192718"/>
            <a:chExt cx="2610439" cy="687748"/>
          </a:xfrm>
        </p:grpSpPr>
        <p:sp>
          <p:nvSpPr>
            <p:cNvPr id="276" name="Text Placeholder 3"/>
            <p:cNvSpPr txBox="1">
              <a:spLocks/>
            </p:cNvSpPr>
            <p:nvPr/>
          </p:nvSpPr>
          <p:spPr>
            <a:xfrm>
              <a:off x="1270277" y="119271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277" name="Text Placeholder 3"/>
            <p:cNvSpPr txBox="1">
              <a:spLocks/>
            </p:cNvSpPr>
            <p:nvPr/>
          </p:nvSpPr>
          <p:spPr>
            <a:xfrm>
              <a:off x="1270278" y="1418801"/>
              <a:ext cx="2610438"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a:t>
              </a:r>
              <a:br>
                <a:rPr lang="en-US" sz="1000" dirty="0">
                  <a:solidFill>
                    <a:schemeClr val="tx1">
                      <a:lumMod val="50000"/>
                      <a:lumOff val="50000"/>
                    </a:schemeClr>
                  </a:solidFill>
                  <a:cs typeface="+mj-cs"/>
                </a:rPr>
              </a:br>
              <a:r>
                <a:rPr lang="en-US" sz="1000" dirty="0">
                  <a:solidFill>
                    <a:schemeClr val="tx1">
                      <a:lumMod val="50000"/>
                      <a:lumOff val="50000"/>
                    </a:schemeClr>
                  </a:solidFill>
                  <a:cs typeface="+mj-cs"/>
                </a:rPr>
                <a:t>by injected.</a:t>
              </a:r>
            </a:p>
          </p:txBody>
        </p:sp>
      </p:grpSp>
      <p:grpSp>
        <p:nvGrpSpPr>
          <p:cNvPr id="5" name="Group 277"/>
          <p:cNvGrpSpPr/>
          <p:nvPr/>
        </p:nvGrpSpPr>
        <p:grpSpPr>
          <a:xfrm>
            <a:off x="1212670" y="2045375"/>
            <a:ext cx="2610439" cy="687748"/>
            <a:chOff x="1270277" y="2114430"/>
            <a:chExt cx="2610439" cy="687748"/>
          </a:xfrm>
        </p:grpSpPr>
        <p:sp>
          <p:nvSpPr>
            <p:cNvPr id="279" name="Text Placeholder 3"/>
            <p:cNvSpPr txBox="1">
              <a:spLocks/>
            </p:cNvSpPr>
            <p:nvPr/>
          </p:nvSpPr>
          <p:spPr>
            <a:xfrm>
              <a:off x="1270277" y="211443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280" name="Text Placeholder 3"/>
            <p:cNvSpPr txBox="1">
              <a:spLocks/>
            </p:cNvSpPr>
            <p:nvPr/>
          </p:nvSpPr>
          <p:spPr>
            <a:xfrm>
              <a:off x="1270277" y="2340513"/>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6" name="Group 280"/>
          <p:cNvGrpSpPr/>
          <p:nvPr/>
        </p:nvGrpSpPr>
        <p:grpSpPr>
          <a:xfrm>
            <a:off x="1212670" y="2863321"/>
            <a:ext cx="2610439" cy="687748"/>
            <a:chOff x="1270277" y="3036142"/>
            <a:chExt cx="2610439" cy="687748"/>
          </a:xfrm>
        </p:grpSpPr>
        <p:sp>
          <p:nvSpPr>
            <p:cNvPr id="282" name="Text Placeholder 3"/>
            <p:cNvSpPr txBox="1">
              <a:spLocks/>
            </p:cNvSpPr>
            <p:nvPr/>
          </p:nvSpPr>
          <p:spPr>
            <a:xfrm>
              <a:off x="1270277" y="3036142"/>
              <a:ext cx="1215076"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283" name="Text Placeholder 3"/>
            <p:cNvSpPr txBox="1">
              <a:spLocks/>
            </p:cNvSpPr>
            <p:nvPr/>
          </p:nvSpPr>
          <p:spPr>
            <a:xfrm>
              <a:off x="1270277" y="3262225"/>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7" name="Group 283"/>
          <p:cNvGrpSpPr/>
          <p:nvPr/>
        </p:nvGrpSpPr>
        <p:grpSpPr>
          <a:xfrm>
            <a:off x="1212670" y="3681267"/>
            <a:ext cx="2610439" cy="676300"/>
            <a:chOff x="1270277" y="3047590"/>
            <a:chExt cx="2610439" cy="676300"/>
          </a:xfrm>
        </p:grpSpPr>
        <p:sp>
          <p:nvSpPr>
            <p:cNvPr id="285" name="Text Placeholder 3"/>
            <p:cNvSpPr txBox="1">
              <a:spLocks/>
            </p:cNvSpPr>
            <p:nvPr/>
          </p:nvSpPr>
          <p:spPr>
            <a:xfrm>
              <a:off x="1270277" y="3047590"/>
              <a:ext cx="1125308"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j-lt"/>
                  <a:ea typeface="+mn-ea"/>
                  <a:cs typeface="+mn-cs"/>
                </a:rPr>
                <a:t>Number </a:t>
              </a:r>
              <a:r>
                <a:rPr lang="en-US" b="1" dirty="0">
                  <a:solidFill>
                    <a:schemeClr val="accent4"/>
                  </a:solidFill>
                  <a:latin typeface="+mj-lt"/>
                </a:rPr>
                <a:t>Four</a:t>
              </a:r>
              <a:endParaRPr kumimoji="0" lang="en-US" b="1" i="0" u="none" strike="noStrike" kern="1200" cap="none" spc="0" normalizeH="0" baseline="0" noProof="0" dirty="0">
                <a:ln>
                  <a:noFill/>
                </a:ln>
                <a:solidFill>
                  <a:schemeClr val="accent4"/>
                </a:solidFill>
                <a:effectLst/>
                <a:uLnTx/>
                <a:uFillTx/>
                <a:latin typeface="+mj-lt"/>
                <a:ea typeface="+mn-ea"/>
                <a:cs typeface="+mn-cs"/>
              </a:endParaRPr>
            </a:p>
          </p:txBody>
        </p:sp>
        <p:sp>
          <p:nvSpPr>
            <p:cNvPr id="286" name="Text Placeholder 3"/>
            <p:cNvSpPr txBox="1">
              <a:spLocks/>
            </p:cNvSpPr>
            <p:nvPr/>
          </p:nvSpPr>
          <p:spPr>
            <a:xfrm>
              <a:off x="1270277" y="3262225"/>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sp>
        <p:nvSpPr>
          <p:cNvPr id="287" name="Freeform 45"/>
          <p:cNvSpPr>
            <a:spLocks noEditPoints="1"/>
          </p:cNvSpPr>
          <p:nvPr/>
        </p:nvSpPr>
        <p:spPr bwMode="auto">
          <a:xfrm>
            <a:off x="816522" y="152905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Freeform 45"/>
          <p:cNvSpPr>
            <a:spLocks noEditPoints="1"/>
          </p:cNvSpPr>
          <p:nvPr/>
        </p:nvSpPr>
        <p:spPr bwMode="auto">
          <a:xfrm>
            <a:off x="816522" y="234189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9" name="Freeform 45"/>
          <p:cNvSpPr>
            <a:spLocks noEditPoints="1"/>
          </p:cNvSpPr>
          <p:nvPr/>
        </p:nvSpPr>
        <p:spPr bwMode="auto">
          <a:xfrm>
            <a:off x="816522" y="3154726"/>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Freeform 45"/>
          <p:cNvSpPr>
            <a:spLocks noEditPoints="1"/>
          </p:cNvSpPr>
          <p:nvPr/>
        </p:nvSpPr>
        <p:spPr bwMode="auto">
          <a:xfrm>
            <a:off x="816522" y="396755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287"/>
                                        </p:tgtEl>
                                        <p:attrNameLst>
                                          <p:attrName>style.visibility</p:attrName>
                                        </p:attrNameLst>
                                      </p:cBhvr>
                                      <p:to>
                                        <p:strVal val="visible"/>
                                      </p:to>
                                    </p:set>
                                    <p:anim calcmode="lin" valueType="num">
                                      <p:cBhvr>
                                        <p:cTn id="7" dur="500" fill="hold"/>
                                        <p:tgtEl>
                                          <p:spTgt spid="287"/>
                                        </p:tgtEl>
                                        <p:attrNameLst>
                                          <p:attrName>ppt_w</p:attrName>
                                        </p:attrNameLst>
                                      </p:cBhvr>
                                      <p:tavLst>
                                        <p:tav tm="0">
                                          <p:val>
                                            <p:fltVal val="0"/>
                                          </p:val>
                                        </p:tav>
                                        <p:tav tm="100000">
                                          <p:val>
                                            <p:strVal val="#ppt_w"/>
                                          </p:val>
                                        </p:tav>
                                      </p:tavLst>
                                    </p:anim>
                                    <p:anim calcmode="lin" valueType="num">
                                      <p:cBhvr>
                                        <p:cTn id="8" dur="500" fill="hold"/>
                                        <p:tgtEl>
                                          <p:spTgt spid="287"/>
                                        </p:tgtEl>
                                        <p:attrNameLst>
                                          <p:attrName>ppt_h</p:attrName>
                                        </p:attrNameLst>
                                      </p:cBhvr>
                                      <p:tavLst>
                                        <p:tav tm="0">
                                          <p:val>
                                            <p:fltVal val="0"/>
                                          </p:val>
                                        </p:tav>
                                        <p:tav tm="100000">
                                          <p:val>
                                            <p:strVal val="#ppt_h"/>
                                          </p:val>
                                        </p:tav>
                                      </p:tavLst>
                                    </p:anim>
                                    <p:animEffect transition="in" filter="fade">
                                      <p:cBhvr>
                                        <p:cTn id="9" dur="500"/>
                                        <p:tgtEl>
                                          <p:spTgt spid="287"/>
                                        </p:tgtEl>
                                      </p:cBhvr>
                                    </p:animEffect>
                                  </p:childTnLst>
                                </p:cTn>
                              </p:par>
                            </p:childTnLst>
                          </p:cTn>
                        </p:par>
                        <p:par>
                          <p:cTn id="10" fill="hold">
                            <p:stCondLst>
                              <p:cond delay="500"/>
                            </p:stCondLst>
                            <p:childTnLst>
                              <p:par>
                                <p:cTn id="11" presetID="2" presetClass="entr" presetSubtype="4" accel="50000" decel="5000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288"/>
                                        </p:tgtEl>
                                        <p:attrNameLst>
                                          <p:attrName>style.visibility</p:attrName>
                                        </p:attrNameLst>
                                      </p:cBhvr>
                                      <p:to>
                                        <p:strVal val="visible"/>
                                      </p:to>
                                    </p:set>
                                    <p:anim calcmode="lin" valueType="num">
                                      <p:cBhvr>
                                        <p:cTn id="18" dur="500" fill="hold"/>
                                        <p:tgtEl>
                                          <p:spTgt spid="288"/>
                                        </p:tgtEl>
                                        <p:attrNameLst>
                                          <p:attrName>ppt_w</p:attrName>
                                        </p:attrNameLst>
                                      </p:cBhvr>
                                      <p:tavLst>
                                        <p:tav tm="0">
                                          <p:val>
                                            <p:fltVal val="0"/>
                                          </p:val>
                                        </p:tav>
                                        <p:tav tm="100000">
                                          <p:val>
                                            <p:strVal val="#ppt_w"/>
                                          </p:val>
                                        </p:tav>
                                      </p:tavLst>
                                    </p:anim>
                                    <p:anim calcmode="lin" valueType="num">
                                      <p:cBhvr>
                                        <p:cTn id="19" dur="500" fill="hold"/>
                                        <p:tgtEl>
                                          <p:spTgt spid="288"/>
                                        </p:tgtEl>
                                        <p:attrNameLst>
                                          <p:attrName>ppt_h</p:attrName>
                                        </p:attrNameLst>
                                      </p:cBhvr>
                                      <p:tavLst>
                                        <p:tav tm="0">
                                          <p:val>
                                            <p:fltVal val="0"/>
                                          </p:val>
                                        </p:tav>
                                        <p:tav tm="100000">
                                          <p:val>
                                            <p:strVal val="#ppt_h"/>
                                          </p:val>
                                        </p:tav>
                                      </p:tavLst>
                                    </p:anim>
                                    <p:animEffect transition="in" filter="fade">
                                      <p:cBhvr>
                                        <p:cTn id="20" dur="500"/>
                                        <p:tgtEl>
                                          <p:spTgt spid="288"/>
                                        </p:tgtEl>
                                      </p:cBhvr>
                                    </p:animEffect>
                                  </p:childTnLst>
                                </p:cTn>
                              </p:par>
                            </p:childTnLst>
                          </p:cTn>
                        </p:par>
                        <p:par>
                          <p:cTn id="21" fill="hold">
                            <p:stCondLst>
                              <p:cond delay="1500"/>
                            </p:stCondLst>
                            <p:childTnLst>
                              <p:par>
                                <p:cTn id="22" presetID="2" presetClass="entr" presetSubtype="4" accel="50000" decel="5000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additive="base">
                                        <p:cTn id="24" dur="500" fill="hold"/>
                                        <p:tgtEl>
                                          <p:spTgt spid="5"/>
                                        </p:tgtEl>
                                        <p:attrNameLst>
                                          <p:attrName>ppt_x</p:attrName>
                                        </p:attrNameLst>
                                      </p:cBhvr>
                                      <p:tavLst>
                                        <p:tav tm="0">
                                          <p:val>
                                            <p:strVal val="#ppt_x"/>
                                          </p:val>
                                        </p:tav>
                                        <p:tav tm="100000">
                                          <p:val>
                                            <p:strVal val="#ppt_x"/>
                                          </p:val>
                                        </p:tav>
                                      </p:tavLst>
                                    </p:anim>
                                    <p:anim calcmode="lin" valueType="num">
                                      <p:cBhvr additive="base">
                                        <p:cTn id="25" dur="500" fill="hold"/>
                                        <p:tgtEl>
                                          <p:spTgt spid="5"/>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289"/>
                                        </p:tgtEl>
                                        <p:attrNameLst>
                                          <p:attrName>style.visibility</p:attrName>
                                        </p:attrNameLst>
                                      </p:cBhvr>
                                      <p:to>
                                        <p:strVal val="visible"/>
                                      </p:to>
                                    </p:set>
                                    <p:anim calcmode="lin" valueType="num">
                                      <p:cBhvr>
                                        <p:cTn id="29" dur="500" fill="hold"/>
                                        <p:tgtEl>
                                          <p:spTgt spid="289"/>
                                        </p:tgtEl>
                                        <p:attrNameLst>
                                          <p:attrName>ppt_w</p:attrName>
                                        </p:attrNameLst>
                                      </p:cBhvr>
                                      <p:tavLst>
                                        <p:tav tm="0">
                                          <p:val>
                                            <p:fltVal val="0"/>
                                          </p:val>
                                        </p:tav>
                                        <p:tav tm="100000">
                                          <p:val>
                                            <p:strVal val="#ppt_w"/>
                                          </p:val>
                                        </p:tav>
                                      </p:tavLst>
                                    </p:anim>
                                    <p:anim calcmode="lin" valueType="num">
                                      <p:cBhvr>
                                        <p:cTn id="30" dur="500" fill="hold"/>
                                        <p:tgtEl>
                                          <p:spTgt spid="289"/>
                                        </p:tgtEl>
                                        <p:attrNameLst>
                                          <p:attrName>ppt_h</p:attrName>
                                        </p:attrNameLst>
                                      </p:cBhvr>
                                      <p:tavLst>
                                        <p:tav tm="0">
                                          <p:val>
                                            <p:fltVal val="0"/>
                                          </p:val>
                                        </p:tav>
                                        <p:tav tm="100000">
                                          <p:val>
                                            <p:strVal val="#ppt_h"/>
                                          </p:val>
                                        </p:tav>
                                      </p:tavLst>
                                    </p:anim>
                                    <p:animEffect transition="in" filter="fade">
                                      <p:cBhvr>
                                        <p:cTn id="31" dur="500"/>
                                        <p:tgtEl>
                                          <p:spTgt spid="289"/>
                                        </p:tgtEl>
                                      </p:cBhvr>
                                    </p:animEffect>
                                  </p:childTnLst>
                                </p:cTn>
                              </p:par>
                            </p:childTnLst>
                          </p:cTn>
                        </p:par>
                        <p:par>
                          <p:cTn id="32" fill="hold">
                            <p:stCondLst>
                              <p:cond delay="2500"/>
                            </p:stCondLst>
                            <p:childTnLst>
                              <p:par>
                                <p:cTn id="33" presetID="2" presetClass="entr" presetSubtype="4" accel="50000" decel="5000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ppt_x"/>
                                          </p:val>
                                        </p:tav>
                                        <p:tav tm="100000">
                                          <p:val>
                                            <p:strVal val="#ppt_x"/>
                                          </p:val>
                                        </p:tav>
                                      </p:tavLst>
                                    </p:anim>
                                    <p:anim calcmode="lin" valueType="num">
                                      <p:cBhvr additive="base">
                                        <p:cTn id="36" dur="500" fill="hold"/>
                                        <p:tgtEl>
                                          <p:spTgt spid="6"/>
                                        </p:tgtEl>
                                        <p:attrNameLst>
                                          <p:attrName>ppt_y</p:attrName>
                                        </p:attrNameLst>
                                      </p:cBhvr>
                                      <p:tavLst>
                                        <p:tav tm="0">
                                          <p:val>
                                            <p:strVal val="1+#ppt_h/2"/>
                                          </p:val>
                                        </p:tav>
                                        <p:tav tm="100000">
                                          <p:val>
                                            <p:strVal val="#ppt_y"/>
                                          </p:val>
                                        </p:tav>
                                      </p:tavLst>
                                    </p:anim>
                                  </p:childTnLst>
                                </p:cTn>
                              </p:par>
                            </p:childTnLst>
                          </p:cTn>
                        </p:par>
                        <p:par>
                          <p:cTn id="37" fill="hold">
                            <p:stCondLst>
                              <p:cond delay="3000"/>
                            </p:stCondLst>
                            <p:childTnLst>
                              <p:par>
                                <p:cTn id="38" presetID="53" presetClass="entr" presetSubtype="0" fill="hold" grpId="0" nodeType="afterEffect">
                                  <p:stCondLst>
                                    <p:cond delay="0"/>
                                  </p:stCondLst>
                                  <p:childTnLst>
                                    <p:set>
                                      <p:cBhvr>
                                        <p:cTn id="39" dur="1" fill="hold">
                                          <p:stCondLst>
                                            <p:cond delay="0"/>
                                          </p:stCondLst>
                                        </p:cTn>
                                        <p:tgtEl>
                                          <p:spTgt spid="290"/>
                                        </p:tgtEl>
                                        <p:attrNameLst>
                                          <p:attrName>style.visibility</p:attrName>
                                        </p:attrNameLst>
                                      </p:cBhvr>
                                      <p:to>
                                        <p:strVal val="visible"/>
                                      </p:to>
                                    </p:set>
                                    <p:anim calcmode="lin" valueType="num">
                                      <p:cBhvr>
                                        <p:cTn id="40" dur="500" fill="hold"/>
                                        <p:tgtEl>
                                          <p:spTgt spid="290"/>
                                        </p:tgtEl>
                                        <p:attrNameLst>
                                          <p:attrName>ppt_w</p:attrName>
                                        </p:attrNameLst>
                                      </p:cBhvr>
                                      <p:tavLst>
                                        <p:tav tm="0">
                                          <p:val>
                                            <p:fltVal val="0"/>
                                          </p:val>
                                        </p:tav>
                                        <p:tav tm="100000">
                                          <p:val>
                                            <p:strVal val="#ppt_w"/>
                                          </p:val>
                                        </p:tav>
                                      </p:tavLst>
                                    </p:anim>
                                    <p:anim calcmode="lin" valueType="num">
                                      <p:cBhvr>
                                        <p:cTn id="41" dur="500" fill="hold"/>
                                        <p:tgtEl>
                                          <p:spTgt spid="290"/>
                                        </p:tgtEl>
                                        <p:attrNameLst>
                                          <p:attrName>ppt_h</p:attrName>
                                        </p:attrNameLst>
                                      </p:cBhvr>
                                      <p:tavLst>
                                        <p:tav tm="0">
                                          <p:val>
                                            <p:fltVal val="0"/>
                                          </p:val>
                                        </p:tav>
                                        <p:tav tm="100000">
                                          <p:val>
                                            <p:strVal val="#ppt_h"/>
                                          </p:val>
                                        </p:tav>
                                      </p:tavLst>
                                    </p:anim>
                                    <p:animEffect transition="in" filter="fade">
                                      <p:cBhvr>
                                        <p:cTn id="42" dur="500"/>
                                        <p:tgtEl>
                                          <p:spTgt spid="290"/>
                                        </p:tgtEl>
                                      </p:cBhvr>
                                    </p:animEffect>
                                  </p:childTnLst>
                                </p:cTn>
                              </p:par>
                            </p:childTnLst>
                          </p:cTn>
                        </p:par>
                        <p:par>
                          <p:cTn id="43" fill="hold">
                            <p:stCondLst>
                              <p:cond delay="3500"/>
                            </p:stCondLst>
                            <p:childTnLst>
                              <p:par>
                                <p:cTn id="44" presetID="2" presetClass="entr" presetSubtype="4" accel="50000" decel="50000"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500" fill="hold"/>
                                        <p:tgtEl>
                                          <p:spTgt spid="7"/>
                                        </p:tgtEl>
                                        <p:attrNameLst>
                                          <p:attrName>ppt_x</p:attrName>
                                        </p:attrNameLst>
                                      </p:cBhvr>
                                      <p:tavLst>
                                        <p:tav tm="0">
                                          <p:val>
                                            <p:strVal val="#ppt_x"/>
                                          </p:val>
                                        </p:tav>
                                        <p:tav tm="100000">
                                          <p:val>
                                            <p:strVal val="#ppt_x"/>
                                          </p:val>
                                        </p:tav>
                                      </p:tavLst>
                                    </p:anim>
                                    <p:anim calcmode="lin" valueType="num">
                                      <p:cBhvr additive="base">
                                        <p:cTn id="47"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 grpId="0" animBg="1"/>
      <p:bldP spid="288" grpId="0" animBg="1"/>
      <p:bldP spid="289" grpId="0" animBg="1"/>
      <p:bldP spid="290"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86" name="Slide Number Placeholder 85"/>
          <p:cNvSpPr>
            <a:spLocks noGrp="1"/>
          </p:cNvSpPr>
          <p:nvPr>
            <p:ph type="sldNum" sz="quarter" idx="14"/>
          </p:nvPr>
        </p:nvSpPr>
        <p:spPr/>
        <p:txBody>
          <a:bodyPr/>
          <a:lstStyle/>
          <a:p>
            <a:fld id="{C136B7D2-B98C-44FD-8D04-7EC62A564975}" type="slidenum">
              <a:rPr lang="en-US" smtClean="0"/>
              <a:pPr/>
              <a:t>286</a:t>
            </a:fld>
            <a:endParaRPr lang="en-US" dirty="0"/>
          </a:p>
        </p:txBody>
      </p:sp>
      <p:pic>
        <p:nvPicPr>
          <p:cNvPr id="60" name="Picture Placeholder 59" descr="imageHolder.jpg"/>
          <p:cNvPicPr>
            <a:picLocks noGrp="1" noChangeAspect="1"/>
          </p:cNvPicPr>
          <p:nvPr>
            <p:ph type="pic" sz="quarter" idx="10"/>
          </p:nvPr>
        </p:nvPicPr>
        <p:blipFill>
          <a:blip r:embed="rId3"/>
          <a:srcRect l="28976" r="28976"/>
          <a:stretch>
            <a:fillRect/>
          </a:stretch>
        </p:blipFill>
        <p:spPr/>
      </p:pic>
      <p:grpSp>
        <p:nvGrpSpPr>
          <p:cNvPr id="3" name="Group 130"/>
          <p:cNvGrpSpPr/>
          <p:nvPr/>
        </p:nvGrpSpPr>
        <p:grpSpPr>
          <a:xfrm>
            <a:off x="1262115" y="1304396"/>
            <a:ext cx="1542507" cy="634486"/>
            <a:chOff x="1762139" y="1304396"/>
            <a:chExt cx="1542507" cy="634486"/>
          </a:xfrm>
        </p:grpSpPr>
        <p:sp>
          <p:nvSpPr>
            <p:cNvPr id="65" name="TextBox 64"/>
            <p:cNvSpPr txBox="1"/>
            <p:nvPr/>
          </p:nvSpPr>
          <p:spPr>
            <a:xfrm>
              <a:off x="1762140" y="1304396"/>
              <a:ext cx="1542506" cy="184666"/>
            </a:xfrm>
            <a:prstGeom prst="rect">
              <a:avLst/>
            </a:prstGeom>
            <a:noFill/>
          </p:spPr>
          <p:txBody>
            <a:bodyPr wrap="square" lIns="0" tIns="0" rIns="0" bIns="0" rtlCol="0" anchor="t">
              <a:spAutoFit/>
            </a:bodyPr>
            <a:lstStyle/>
            <a:p>
              <a:r>
                <a:rPr lang="en-US" sz="1200" b="1" dirty="0">
                  <a:solidFill>
                    <a:schemeClr val="accent1"/>
                  </a:solidFill>
                </a:rPr>
                <a:t>PHONE SETTINH</a:t>
              </a:r>
            </a:p>
          </p:txBody>
        </p:sp>
        <p:sp>
          <p:nvSpPr>
            <p:cNvPr id="66" name="TextBox 65"/>
            <p:cNvSpPr txBox="1"/>
            <p:nvPr/>
          </p:nvSpPr>
          <p:spPr>
            <a:xfrm>
              <a:off x="1762139" y="1477217"/>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5" name="Group 131"/>
          <p:cNvGrpSpPr/>
          <p:nvPr/>
        </p:nvGrpSpPr>
        <p:grpSpPr>
          <a:xfrm>
            <a:off x="1262115" y="2072489"/>
            <a:ext cx="1542507" cy="672891"/>
            <a:chOff x="1762139" y="2072489"/>
            <a:chExt cx="1542507" cy="672891"/>
          </a:xfrm>
        </p:grpSpPr>
        <p:sp>
          <p:nvSpPr>
            <p:cNvPr id="72" name="TextBox 71"/>
            <p:cNvSpPr txBox="1"/>
            <p:nvPr/>
          </p:nvSpPr>
          <p:spPr>
            <a:xfrm>
              <a:off x="1762140" y="2072489"/>
              <a:ext cx="1542506" cy="184666"/>
            </a:xfrm>
            <a:prstGeom prst="rect">
              <a:avLst/>
            </a:prstGeom>
            <a:noFill/>
          </p:spPr>
          <p:txBody>
            <a:bodyPr wrap="square" lIns="0" tIns="0" rIns="0" bIns="0" rtlCol="0" anchor="t">
              <a:spAutoFit/>
            </a:bodyPr>
            <a:lstStyle/>
            <a:p>
              <a:r>
                <a:rPr lang="en-US" sz="1200" b="1" dirty="0">
                  <a:solidFill>
                    <a:schemeClr val="accent2"/>
                  </a:solidFill>
                </a:rPr>
                <a:t>GLOBAL ACCESS</a:t>
              </a:r>
            </a:p>
          </p:txBody>
        </p:sp>
        <p:sp>
          <p:nvSpPr>
            <p:cNvPr id="73" name="TextBox 72"/>
            <p:cNvSpPr txBox="1"/>
            <p:nvPr/>
          </p:nvSpPr>
          <p:spPr>
            <a:xfrm>
              <a:off x="1762139" y="2283715"/>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6" name="Group 144"/>
          <p:cNvGrpSpPr/>
          <p:nvPr/>
        </p:nvGrpSpPr>
        <p:grpSpPr>
          <a:xfrm>
            <a:off x="1262115" y="2840582"/>
            <a:ext cx="1542507" cy="653689"/>
            <a:chOff x="1762139" y="2840582"/>
            <a:chExt cx="1542507" cy="653689"/>
          </a:xfrm>
        </p:grpSpPr>
        <p:sp>
          <p:nvSpPr>
            <p:cNvPr id="78" name="TextBox 77"/>
            <p:cNvSpPr txBox="1"/>
            <p:nvPr/>
          </p:nvSpPr>
          <p:spPr>
            <a:xfrm>
              <a:off x="1762140" y="2840582"/>
              <a:ext cx="1542506" cy="184666"/>
            </a:xfrm>
            <a:prstGeom prst="rect">
              <a:avLst/>
            </a:prstGeom>
            <a:noFill/>
          </p:spPr>
          <p:txBody>
            <a:bodyPr wrap="square" lIns="0" tIns="0" rIns="0" bIns="0" rtlCol="0" anchor="t">
              <a:spAutoFit/>
            </a:bodyPr>
            <a:lstStyle/>
            <a:p>
              <a:r>
                <a:rPr lang="en-US" sz="1200" b="1" dirty="0">
                  <a:solidFill>
                    <a:schemeClr val="accent3"/>
                  </a:solidFill>
                </a:rPr>
                <a:t>CALENDER</a:t>
              </a:r>
            </a:p>
          </p:txBody>
        </p:sp>
        <p:sp>
          <p:nvSpPr>
            <p:cNvPr id="79" name="TextBox 78"/>
            <p:cNvSpPr txBox="1"/>
            <p:nvPr/>
          </p:nvSpPr>
          <p:spPr>
            <a:xfrm>
              <a:off x="1762139" y="3032606"/>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7" name="Group 145"/>
          <p:cNvGrpSpPr/>
          <p:nvPr/>
        </p:nvGrpSpPr>
        <p:grpSpPr>
          <a:xfrm>
            <a:off x="1262115" y="3608676"/>
            <a:ext cx="1542507" cy="634486"/>
            <a:chOff x="1762139" y="3608676"/>
            <a:chExt cx="1542507" cy="634486"/>
          </a:xfrm>
        </p:grpSpPr>
        <p:sp>
          <p:nvSpPr>
            <p:cNvPr id="84" name="TextBox 83"/>
            <p:cNvSpPr txBox="1"/>
            <p:nvPr/>
          </p:nvSpPr>
          <p:spPr>
            <a:xfrm>
              <a:off x="1762140" y="3608676"/>
              <a:ext cx="1542506" cy="184666"/>
            </a:xfrm>
            <a:prstGeom prst="rect">
              <a:avLst/>
            </a:prstGeom>
            <a:noFill/>
          </p:spPr>
          <p:txBody>
            <a:bodyPr wrap="square" lIns="0" tIns="0" rIns="0" bIns="0" rtlCol="0" anchor="t">
              <a:spAutoFit/>
            </a:bodyPr>
            <a:lstStyle/>
            <a:p>
              <a:r>
                <a:rPr lang="en-US" sz="1200" b="1" dirty="0">
                  <a:solidFill>
                    <a:schemeClr val="accent4"/>
                  </a:solidFill>
                </a:rPr>
                <a:t>SMART TOUCH</a:t>
              </a:r>
            </a:p>
          </p:txBody>
        </p:sp>
        <p:sp>
          <p:nvSpPr>
            <p:cNvPr id="85" name="TextBox 84"/>
            <p:cNvSpPr txBox="1"/>
            <p:nvPr/>
          </p:nvSpPr>
          <p:spPr>
            <a:xfrm>
              <a:off x="1762139" y="3781497"/>
              <a:ext cx="1542507" cy="461665"/>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8" name="Group 113"/>
          <p:cNvGrpSpPr/>
          <p:nvPr/>
        </p:nvGrpSpPr>
        <p:grpSpPr>
          <a:xfrm>
            <a:off x="6369837" y="1336688"/>
            <a:ext cx="1542507" cy="659801"/>
            <a:chOff x="5839354" y="1336688"/>
            <a:chExt cx="1542507" cy="659801"/>
          </a:xfrm>
        </p:grpSpPr>
        <p:sp>
          <p:nvSpPr>
            <p:cNvPr id="90" name="TextBox 89"/>
            <p:cNvSpPr txBox="1"/>
            <p:nvPr/>
          </p:nvSpPr>
          <p:spPr>
            <a:xfrm>
              <a:off x="5839355" y="1336688"/>
              <a:ext cx="1542506" cy="184666"/>
            </a:xfrm>
            <a:prstGeom prst="rect">
              <a:avLst/>
            </a:prstGeom>
            <a:noFill/>
          </p:spPr>
          <p:txBody>
            <a:bodyPr wrap="square" lIns="0" tIns="0" rIns="0" bIns="0" rtlCol="0" anchor="t">
              <a:spAutoFit/>
            </a:bodyPr>
            <a:lstStyle/>
            <a:p>
              <a:pPr algn="r"/>
              <a:r>
                <a:rPr lang="en-US" sz="1200" b="1" dirty="0">
                  <a:solidFill>
                    <a:schemeClr val="accent5"/>
                  </a:solidFill>
                </a:rPr>
                <a:t>STATISTICS</a:t>
              </a:r>
            </a:p>
          </p:txBody>
        </p:sp>
        <p:sp>
          <p:nvSpPr>
            <p:cNvPr id="91" name="TextBox 90"/>
            <p:cNvSpPr txBox="1"/>
            <p:nvPr/>
          </p:nvSpPr>
          <p:spPr>
            <a:xfrm>
              <a:off x="5839354" y="1534824"/>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9" name="Group 117"/>
          <p:cNvGrpSpPr/>
          <p:nvPr/>
        </p:nvGrpSpPr>
        <p:grpSpPr>
          <a:xfrm>
            <a:off x="6393878" y="2079109"/>
            <a:ext cx="1542507" cy="666271"/>
            <a:chOff x="5863395" y="2079109"/>
            <a:chExt cx="1542507" cy="666271"/>
          </a:xfrm>
        </p:grpSpPr>
        <p:sp>
          <p:nvSpPr>
            <p:cNvPr id="96" name="TextBox 95"/>
            <p:cNvSpPr txBox="1"/>
            <p:nvPr/>
          </p:nvSpPr>
          <p:spPr>
            <a:xfrm>
              <a:off x="5863396" y="2079109"/>
              <a:ext cx="1542506" cy="184666"/>
            </a:xfrm>
            <a:prstGeom prst="rect">
              <a:avLst/>
            </a:prstGeom>
            <a:noFill/>
          </p:spPr>
          <p:txBody>
            <a:bodyPr wrap="square" lIns="0" tIns="0" rIns="0" bIns="0" rtlCol="0" anchor="t">
              <a:spAutoFit/>
            </a:bodyPr>
            <a:lstStyle/>
            <a:p>
              <a:pPr algn="r"/>
              <a:r>
                <a:rPr lang="en-US" sz="1200" b="1" dirty="0">
                  <a:solidFill>
                    <a:schemeClr val="accent6"/>
                  </a:solidFill>
                </a:rPr>
                <a:t>CAMERA</a:t>
              </a:r>
            </a:p>
          </p:txBody>
        </p:sp>
        <p:sp>
          <p:nvSpPr>
            <p:cNvPr id="97" name="TextBox 96"/>
            <p:cNvSpPr txBox="1"/>
            <p:nvPr/>
          </p:nvSpPr>
          <p:spPr>
            <a:xfrm>
              <a:off x="5863395" y="2283715"/>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0" name="Group 118"/>
          <p:cNvGrpSpPr/>
          <p:nvPr/>
        </p:nvGrpSpPr>
        <p:grpSpPr>
          <a:xfrm>
            <a:off x="6393878" y="2821530"/>
            <a:ext cx="1542507" cy="672741"/>
            <a:chOff x="5863395" y="2821530"/>
            <a:chExt cx="1542507" cy="672741"/>
          </a:xfrm>
        </p:grpSpPr>
        <p:sp>
          <p:nvSpPr>
            <p:cNvPr id="102" name="TextBox 101"/>
            <p:cNvSpPr txBox="1"/>
            <p:nvPr/>
          </p:nvSpPr>
          <p:spPr>
            <a:xfrm>
              <a:off x="5863396" y="2821530"/>
              <a:ext cx="1542506" cy="184666"/>
            </a:xfrm>
            <a:prstGeom prst="rect">
              <a:avLst/>
            </a:prstGeom>
            <a:noFill/>
          </p:spPr>
          <p:txBody>
            <a:bodyPr wrap="square" lIns="0" tIns="0" rIns="0" bIns="0" rtlCol="0" anchor="t">
              <a:spAutoFit/>
            </a:bodyPr>
            <a:lstStyle/>
            <a:p>
              <a:pPr algn="r"/>
              <a:r>
                <a:rPr lang="en-US" sz="1200" b="1" dirty="0">
                  <a:solidFill>
                    <a:schemeClr val="accent4">
                      <a:lumMod val="75000"/>
                    </a:schemeClr>
                  </a:solidFill>
                </a:rPr>
                <a:t>WEATHER</a:t>
              </a:r>
            </a:p>
          </p:txBody>
        </p:sp>
        <p:sp>
          <p:nvSpPr>
            <p:cNvPr id="103" name="TextBox 102"/>
            <p:cNvSpPr txBox="1"/>
            <p:nvPr/>
          </p:nvSpPr>
          <p:spPr>
            <a:xfrm>
              <a:off x="5863395" y="3032606"/>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1" name="Group 119"/>
          <p:cNvGrpSpPr/>
          <p:nvPr/>
        </p:nvGrpSpPr>
        <p:grpSpPr>
          <a:xfrm>
            <a:off x="6393878" y="3563950"/>
            <a:ext cx="1542507" cy="679212"/>
            <a:chOff x="5863395" y="3563950"/>
            <a:chExt cx="1542507" cy="679212"/>
          </a:xfrm>
        </p:grpSpPr>
        <p:sp>
          <p:nvSpPr>
            <p:cNvPr id="108" name="TextBox 107"/>
            <p:cNvSpPr txBox="1"/>
            <p:nvPr/>
          </p:nvSpPr>
          <p:spPr>
            <a:xfrm>
              <a:off x="5863396" y="3563950"/>
              <a:ext cx="1542506" cy="184666"/>
            </a:xfrm>
            <a:prstGeom prst="rect">
              <a:avLst/>
            </a:prstGeom>
            <a:noFill/>
          </p:spPr>
          <p:txBody>
            <a:bodyPr wrap="square" lIns="0" tIns="0" rIns="0" bIns="0" rtlCol="0" anchor="t">
              <a:spAutoFit/>
            </a:bodyPr>
            <a:lstStyle/>
            <a:p>
              <a:pPr algn="r"/>
              <a:r>
                <a:rPr lang="en-US" sz="1200" b="1" dirty="0">
                  <a:solidFill>
                    <a:schemeClr val="accent3">
                      <a:lumMod val="75000"/>
                    </a:schemeClr>
                  </a:solidFill>
                </a:rPr>
                <a:t>CONTACTS</a:t>
              </a:r>
            </a:p>
          </p:txBody>
        </p:sp>
        <p:sp>
          <p:nvSpPr>
            <p:cNvPr id="109" name="TextBox 108"/>
            <p:cNvSpPr txBox="1"/>
            <p:nvPr/>
          </p:nvSpPr>
          <p:spPr>
            <a:xfrm>
              <a:off x="5863395" y="3781497"/>
              <a:ext cx="1542507" cy="461665"/>
            </a:xfrm>
            <a:prstGeom prst="rect">
              <a:avLst/>
            </a:prstGeom>
            <a:noFill/>
          </p:spPr>
          <p:txBody>
            <a:bodyPr wrap="square" lIns="0" tIns="0" rIns="0" bIns="0" rtlCol="0" anchor="t">
              <a:spAutoFit/>
            </a:bodyPr>
            <a:lstStyle/>
            <a:p>
              <a:pPr lvl="0" algn="r" defTabSz="914400">
                <a:spcBef>
                  <a:spcPct val="20000"/>
                </a:spcBef>
                <a:defRPr/>
              </a:pPr>
              <a:r>
                <a:rPr lang="en-US" sz="1000" dirty="0">
                  <a:solidFill>
                    <a:schemeClr val="tx1">
                      <a:lumMod val="65000"/>
                      <a:lumOff val="35000"/>
                    </a:schemeClr>
                  </a:solidFill>
                </a:rPr>
                <a:t>There are many variations of passages lorem available</a:t>
              </a:r>
            </a:p>
          </p:txBody>
        </p:sp>
      </p:grpSp>
      <p:grpSp>
        <p:nvGrpSpPr>
          <p:cNvPr id="12" name="Group 76"/>
          <p:cNvGrpSpPr/>
          <p:nvPr/>
        </p:nvGrpSpPr>
        <p:grpSpPr>
          <a:xfrm>
            <a:off x="712331" y="2902522"/>
            <a:ext cx="469021" cy="455593"/>
            <a:chOff x="6299532" y="3384456"/>
            <a:chExt cx="469021" cy="455593"/>
          </a:xfrm>
        </p:grpSpPr>
        <p:sp>
          <p:nvSpPr>
            <p:cNvPr id="80" name="Oval 79"/>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87"/>
          <p:cNvGrpSpPr/>
          <p:nvPr/>
        </p:nvGrpSpPr>
        <p:grpSpPr>
          <a:xfrm>
            <a:off x="712331" y="3671341"/>
            <a:ext cx="469021" cy="455593"/>
            <a:chOff x="630683" y="4190009"/>
            <a:chExt cx="469021" cy="455593"/>
          </a:xfrm>
        </p:grpSpPr>
        <p:sp>
          <p:nvSpPr>
            <p:cNvPr id="89" name="Oval 88"/>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94"/>
          <p:cNvGrpSpPr/>
          <p:nvPr/>
        </p:nvGrpSpPr>
        <p:grpSpPr>
          <a:xfrm>
            <a:off x="712331" y="2133702"/>
            <a:ext cx="469021" cy="455593"/>
            <a:chOff x="3425803" y="3384456"/>
            <a:chExt cx="469021" cy="455593"/>
          </a:xfrm>
        </p:grpSpPr>
        <p:sp>
          <p:nvSpPr>
            <p:cNvPr id="98" name="Oval 97"/>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00"/>
          <p:cNvGrpSpPr/>
          <p:nvPr/>
        </p:nvGrpSpPr>
        <p:grpSpPr>
          <a:xfrm>
            <a:off x="712331" y="1364882"/>
            <a:ext cx="469021" cy="455593"/>
            <a:chOff x="630683" y="3383511"/>
            <a:chExt cx="469021" cy="455593"/>
          </a:xfrm>
        </p:grpSpPr>
        <p:sp>
          <p:nvSpPr>
            <p:cNvPr id="104" name="Oval 103"/>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06"/>
          <p:cNvGrpSpPr/>
          <p:nvPr/>
        </p:nvGrpSpPr>
        <p:grpSpPr>
          <a:xfrm>
            <a:off x="8020255" y="1393838"/>
            <a:ext cx="469021" cy="455593"/>
            <a:chOff x="3428938" y="4190009"/>
            <a:chExt cx="469021" cy="455593"/>
          </a:xfrm>
        </p:grpSpPr>
        <p:sp>
          <p:nvSpPr>
            <p:cNvPr id="110" name="Oval 109"/>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15"/>
          <p:cNvGrpSpPr/>
          <p:nvPr/>
        </p:nvGrpSpPr>
        <p:grpSpPr>
          <a:xfrm>
            <a:off x="8020255" y="2136259"/>
            <a:ext cx="469021" cy="455593"/>
            <a:chOff x="6299532" y="4190009"/>
            <a:chExt cx="469021" cy="455593"/>
          </a:xfrm>
        </p:grpSpPr>
        <p:sp>
          <p:nvSpPr>
            <p:cNvPr id="117" name="Oval 116"/>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19"/>
          <p:cNvGrpSpPr/>
          <p:nvPr/>
        </p:nvGrpSpPr>
        <p:grpSpPr>
          <a:xfrm>
            <a:off x="8020255" y="3621100"/>
            <a:ext cx="469021" cy="455593"/>
            <a:chOff x="7501792" y="3621100"/>
            <a:chExt cx="469021" cy="455593"/>
          </a:xfrm>
        </p:grpSpPr>
        <p:sp>
          <p:nvSpPr>
            <p:cNvPr id="111" name="Oval 110"/>
            <p:cNvSpPr>
              <a:spLocks noChangeAspect="1"/>
            </p:cNvSpPr>
            <p:nvPr/>
          </p:nvSpPr>
          <p:spPr>
            <a:xfrm>
              <a:off x="7501792" y="3621100"/>
              <a:ext cx="469021" cy="45559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19" name="Freeform 135"/>
            <p:cNvSpPr>
              <a:spLocks noEditPoints="1"/>
            </p:cNvSpPr>
            <p:nvPr/>
          </p:nvSpPr>
          <p:spPr bwMode="auto">
            <a:xfrm>
              <a:off x="7610890" y="3731421"/>
              <a:ext cx="250825" cy="23495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21"/>
          <p:cNvGrpSpPr/>
          <p:nvPr/>
        </p:nvGrpSpPr>
        <p:grpSpPr>
          <a:xfrm>
            <a:off x="8020255" y="2878680"/>
            <a:ext cx="469021" cy="455593"/>
            <a:chOff x="7501792" y="2878680"/>
            <a:chExt cx="469021" cy="455593"/>
          </a:xfrm>
        </p:grpSpPr>
        <p:sp>
          <p:nvSpPr>
            <p:cNvPr id="105" name="Oval 104"/>
            <p:cNvSpPr>
              <a:spLocks noChangeAspect="1"/>
            </p:cNvSpPr>
            <p:nvPr/>
          </p:nvSpPr>
          <p:spPr>
            <a:xfrm>
              <a:off x="7501792" y="2878680"/>
              <a:ext cx="469021" cy="45559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Freeform 53"/>
            <p:cNvSpPr>
              <a:spLocks/>
            </p:cNvSpPr>
            <p:nvPr/>
          </p:nvSpPr>
          <p:spPr bwMode="auto">
            <a:xfrm>
              <a:off x="7580281" y="2990787"/>
              <a:ext cx="312043" cy="23137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2" presetClass="entr" presetSubtype="4"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53" presetClass="entr" presetSubtype="0"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 calcmode="lin" valueType="num">
                                      <p:cBhvr>
                                        <p:cTn id="17" dur="500" fill="hold"/>
                                        <p:tgtEl>
                                          <p:spTgt spid="14"/>
                                        </p:tgtEl>
                                        <p:attrNameLst>
                                          <p:attrName>ppt_w</p:attrName>
                                        </p:attrNameLst>
                                      </p:cBhvr>
                                      <p:tavLst>
                                        <p:tav tm="0">
                                          <p:val>
                                            <p:fltVal val="0"/>
                                          </p:val>
                                        </p:tav>
                                        <p:tav tm="100000">
                                          <p:val>
                                            <p:strVal val="#ppt_w"/>
                                          </p:val>
                                        </p:tav>
                                      </p:tavLst>
                                    </p:anim>
                                    <p:anim calcmode="lin" valueType="num">
                                      <p:cBhvr>
                                        <p:cTn id="18" dur="500" fill="hold"/>
                                        <p:tgtEl>
                                          <p:spTgt spid="14"/>
                                        </p:tgtEl>
                                        <p:attrNameLst>
                                          <p:attrName>ppt_h</p:attrName>
                                        </p:attrNameLst>
                                      </p:cBhvr>
                                      <p:tavLst>
                                        <p:tav tm="0">
                                          <p:val>
                                            <p:fltVal val="0"/>
                                          </p:val>
                                        </p:tav>
                                        <p:tav tm="100000">
                                          <p:val>
                                            <p:strVal val="#ppt_h"/>
                                          </p:val>
                                        </p:tav>
                                      </p:tavLst>
                                    </p:anim>
                                    <p:animEffect transition="in" filter="fade">
                                      <p:cBhvr>
                                        <p:cTn id="19" dur="500"/>
                                        <p:tgtEl>
                                          <p:spTgt spid="14"/>
                                        </p:tgtEl>
                                      </p:cBhvr>
                                    </p:animEffect>
                                  </p:childTnLst>
                                </p:cTn>
                              </p:par>
                              <p:par>
                                <p:cTn id="20" presetID="2" presetClass="entr" presetSubtype="4"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fill="hold"/>
                                        <p:tgtEl>
                                          <p:spTgt spid="5"/>
                                        </p:tgtEl>
                                        <p:attrNameLst>
                                          <p:attrName>ppt_x</p:attrName>
                                        </p:attrNameLst>
                                      </p:cBhvr>
                                      <p:tavLst>
                                        <p:tav tm="0">
                                          <p:val>
                                            <p:strVal val="#ppt_x"/>
                                          </p:val>
                                        </p:tav>
                                        <p:tav tm="100000">
                                          <p:val>
                                            <p:strVal val="#ppt_x"/>
                                          </p:val>
                                        </p:tav>
                                      </p:tavLst>
                                    </p:anim>
                                    <p:anim calcmode="lin" valueType="num">
                                      <p:cBhvr additive="base">
                                        <p:cTn id="23" dur="500" fill="hold"/>
                                        <p:tgtEl>
                                          <p:spTgt spid="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53" presetClass="entr" presetSubtype="0" fill="hold" nodeType="after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p:cTn id="27" dur="500" fill="hold"/>
                                        <p:tgtEl>
                                          <p:spTgt spid="12"/>
                                        </p:tgtEl>
                                        <p:attrNameLst>
                                          <p:attrName>ppt_w</p:attrName>
                                        </p:attrNameLst>
                                      </p:cBhvr>
                                      <p:tavLst>
                                        <p:tav tm="0">
                                          <p:val>
                                            <p:fltVal val="0"/>
                                          </p:val>
                                        </p:tav>
                                        <p:tav tm="100000">
                                          <p:val>
                                            <p:strVal val="#ppt_w"/>
                                          </p:val>
                                        </p:tav>
                                      </p:tavLst>
                                    </p:anim>
                                    <p:anim calcmode="lin" valueType="num">
                                      <p:cBhvr>
                                        <p:cTn id="28" dur="500" fill="hold"/>
                                        <p:tgtEl>
                                          <p:spTgt spid="12"/>
                                        </p:tgtEl>
                                        <p:attrNameLst>
                                          <p:attrName>ppt_h</p:attrName>
                                        </p:attrNameLst>
                                      </p:cBhvr>
                                      <p:tavLst>
                                        <p:tav tm="0">
                                          <p:val>
                                            <p:fltVal val="0"/>
                                          </p:val>
                                        </p:tav>
                                        <p:tav tm="100000">
                                          <p:val>
                                            <p:strVal val="#ppt_h"/>
                                          </p:val>
                                        </p:tav>
                                      </p:tavLst>
                                    </p:anim>
                                    <p:animEffect transition="in" filter="fade">
                                      <p:cBhvr>
                                        <p:cTn id="29" dur="500"/>
                                        <p:tgtEl>
                                          <p:spTgt spid="12"/>
                                        </p:tgtEl>
                                      </p:cBhvr>
                                    </p:animEffect>
                                  </p:childTnLst>
                                </p:cTn>
                              </p:par>
                              <p:par>
                                <p:cTn id="30" presetID="2" presetClass="entr" presetSubtype="4" fill="hold" nodeType="with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ppt_x"/>
                                          </p:val>
                                        </p:tav>
                                        <p:tav tm="100000">
                                          <p:val>
                                            <p:strVal val="#ppt_x"/>
                                          </p:val>
                                        </p:tav>
                                      </p:tavLst>
                                    </p:anim>
                                    <p:anim calcmode="lin" valueType="num">
                                      <p:cBhvr additive="base">
                                        <p:cTn id="33" dur="500" fill="hold"/>
                                        <p:tgtEl>
                                          <p:spTgt spid="6"/>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53" presetClass="entr" presetSubtype="0" fill="hold"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Effect transition="in" filter="fade">
                                      <p:cBhvr>
                                        <p:cTn id="39" dur="500"/>
                                        <p:tgtEl>
                                          <p:spTgt spid="13"/>
                                        </p:tgtEl>
                                      </p:cBhvr>
                                    </p:animEffect>
                                  </p:childTnLst>
                                </p:cTn>
                              </p:par>
                              <p:par>
                                <p:cTn id="40" presetID="2" presetClass="entr" presetSubtype="4" fill="hold"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500" fill="hold"/>
                                        <p:tgtEl>
                                          <p:spTgt spid="7"/>
                                        </p:tgtEl>
                                        <p:attrNameLst>
                                          <p:attrName>ppt_x</p:attrName>
                                        </p:attrNameLst>
                                      </p:cBhvr>
                                      <p:tavLst>
                                        <p:tav tm="0">
                                          <p:val>
                                            <p:strVal val="#ppt_x"/>
                                          </p:val>
                                        </p:tav>
                                        <p:tav tm="100000">
                                          <p:val>
                                            <p:strVal val="#ppt_x"/>
                                          </p:val>
                                        </p:tav>
                                      </p:tavLst>
                                    </p:anim>
                                    <p:anim calcmode="lin" valueType="num">
                                      <p:cBhvr additive="base">
                                        <p:cTn id="43" dur="500" fill="hold"/>
                                        <p:tgtEl>
                                          <p:spTgt spid="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53" presetClass="entr" presetSubtype="0" fill="hold" nodeType="after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500" fill="hold"/>
                                        <p:tgtEl>
                                          <p:spTgt spid="16"/>
                                        </p:tgtEl>
                                        <p:attrNameLst>
                                          <p:attrName>ppt_w</p:attrName>
                                        </p:attrNameLst>
                                      </p:cBhvr>
                                      <p:tavLst>
                                        <p:tav tm="0">
                                          <p:val>
                                            <p:fltVal val="0"/>
                                          </p:val>
                                        </p:tav>
                                        <p:tav tm="100000">
                                          <p:val>
                                            <p:strVal val="#ppt_w"/>
                                          </p:val>
                                        </p:tav>
                                      </p:tavLst>
                                    </p:anim>
                                    <p:anim calcmode="lin" valueType="num">
                                      <p:cBhvr>
                                        <p:cTn id="48" dur="500" fill="hold"/>
                                        <p:tgtEl>
                                          <p:spTgt spid="16"/>
                                        </p:tgtEl>
                                        <p:attrNameLst>
                                          <p:attrName>ppt_h</p:attrName>
                                        </p:attrNameLst>
                                      </p:cBhvr>
                                      <p:tavLst>
                                        <p:tav tm="0">
                                          <p:val>
                                            <p:fltVal val="0"/>
                                          </p:val>
                                        </p:tav>
                                        <p:tav tm="100000">
                                          <p:val>
                                            <p:strVal val="#ppt_h"/>
                                          </p:val>
                                        </p:tav>
                                      </p:tavLst>
                                    </p:anim>
                                    <p:animEffect transition="in" filter="fade">
                                      <p:cBhvr>
                                        <p:cTn id="49" dur="500"/>
                                        <p:tgtEl>
                                          <p:spTgt spid="16"/>
                                        </p:tgtEl>
                                      </p:cBhvr>
                                    </p:animEffect>
                                  </p:childTnLst>
                                </p:cTn>
                              </p:par>
                              <p:par>
                                <p:cTn id="50" presetID="2" presetClass="entr" presetSubtype="4" fill="hold" nodeType="with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500" fill="hold"/>
                                        <p:tgtEl>
                                          <p:spTgt spid="8"/>
                                        </p:tgtEl>
                                        <p:attrNameLst>
                                          <p:attrName>ppt_x</p:attrName>
                                        </p:attrNameLst>
                                      </p:cBhvr>
                                      <p:tavLst>
                                        <p:tav tm="0">
                                          <p:val>
                                            <p:strVal val="#ppt_x"/>
                                          </p:val>
                                        </p:tav>
                                        <p:tav tm="100000">
                                          <p:val>
                                            <p:strVal val="#ppt_x"/>
                                          </p:val>
                                        </p:tav>
                                      </p:tavLst>
                                    </p:anim>
                                    <p:anim calcmode="lin" valueType="num">
                                      <p:cBhvr additive="base">
                                        <p:cTn id="53" dur="500" fill="hold"/>
                                        <p:tgtEl>
                                          <p:spTgt spid="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53" presetClass="entr" presetSubtype="0" fill="hold" nodeType="after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p:cTn id="57" dur="500" fill="hold"/>
                                        <p:tgtEl>
                                          <p:spTgt spid="17"/>
                                        </p:tgtEl>
                                        <p:attrNameLst>
                                          <p:attrName>ppt_w</p:attrName>
                                        </p:attrNameLst>
                                      </p:cBhvr>
                                      <p:tavLst>
                                        <p:tav tm="0">
                                          <p:val>
                                            <p:fltVal val="0"/>
                                          </p:val>
                                        </p:tav>
                                        <p:tav tm="100000">
                                          <p:val>
                                            <p:strVal val="#ppt_w"/>
                                          </p:val>
                                        </p:tav>
                                      </p:tavLst>
                                    </p:anim>
                                    <p:anim calcmode="lin" valueType="num">
                                      <p:cBhvr>
                                        <p:cTn id="58" dur="500" fill="hold"/>
                                        <p:tgtEl>
                                          <p:spTgt spid="17"/>
                                        </p:tgtEl>
                                        <p:attrNameLst>
                                          <p:attrName>ppt_h</p:attrName>
                                        </p:attrNameLst>
                                      </p:cBhvr>
                                      <p:tavLst>
                                        <p:tav tm="0">
                                          <p:val>
                                            <p:fltVal val="0"/>
                                          </p:val>
                                        </p:tav>
                                        <p:tav tm="100000">
                                          <p:val>
                                            <p:strVal val="#ppt_h"/>
                                          </p:val>
                                        </p:tav>
                                      </p:tavLst>
                                    </p:anim>
                                    <p:animEffect transition="in" filter="fade">
                                      <p:cBhvr>
                                        <p:cTn id="59" dur="500"/>
                                        <p:tgtEl>
                                          <p:spTgt spid="17"/>
                                        </p:tgtEl>
                                      </p:cBhvr>
                                    </p:animEffect>
                                  </p:childTnLst>
                                </p:cTn>
                              </p:par>
                              <p:par>
                                <p:cTn id="60" presetID="2" presetClass="entr" presetSubtype="4" fill="hold"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500" fill="hold"/>
                                        <p:tgtEl>
                                          <p:spTgt spid="9"/>
                                        </p:tgtEl>
                                        <p:attrNameLst>
                                          <p:attrName>ppt_x</p:attrName>
                                        </p:attrNameLst>
                                      </p:cBhvr>
                                      <p:tavLst>
                                        <p:tav tm="0">
                                          <p:val>
                                            <p:strVal val="#ppt_x"/>
                                          </p:val>
                                        </p:tav>
                                        <p:tav tm="100000">
                                          <p:val>
                                            <p:strVal val="#ppt_x"/>
                                          </p:val>
                                        </p:tav>
                                      </p:tavLst>
                                    </p:anim>
                                    <p:anim calcmode="lin" valueType="num">
                                      <p:cBhvr additive="base">
                                        <p:cTn id="63" dur="500" fill="hold"/>
                                        <p:tgtEl>
                                          <p:spTgt spid="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53" presetClass="entr" presetSubtype="0" fill="hold" nodeType="afterEffect">
                                  <p:stCondLst>
                                    <p:cond delay="0"/>
                                  </p:stCondLst>
                                  <p:childTnLst>
                                    <p:set>
                                      <p:cBhvr>
                                        <p:cTn id="66" dur="1" fill="hold">
                                          <p:stCondLst>
                                            <p:cond delay="0"/>
                                          </p:stCondLst>
                                        </p:cTn>
                                        <p:tgtEl>
                                          <p:spTgt spid="19"/>
                                        </p:tgtEl>
                                        <p:attrNameLst>
                                          <p:attrName>style.visibility</p:attrName>
                                        </p:attrNameLst>
                                      </p:cBhvr>
                                      <p:to>
                                        <p:strVal val="visible"/>
                                      </p:to>
                                    </p:set>
                                    <p:anim calcmode="lin" valueType="num">
                                      <p:cBhvr>
                                        <p:cTn id="67" dur="500" fill="hold"/>
                                        <p:tgtEl>
                                          <p:spTgt spid="19"/>
                                        </p:tgtEl>
                                        <p:attrNameLst>
                                          <p:attrName>ppt_w</p:attrName>
                                        </p:attrNameLst>
                                      </p:cBhvr>
                                      <p:tavLst>
                                        <p:tav tm="0">
                                          <p:val>
                                            <p:fltVal val="0"/>
                                          </p:val>
                                        </p:tav>
                                        <p:tav tm="100000">
                                          <p:val>
                                            <p:strVal val="#ppt_w"/>
                                          </p:val>
                                        </p:tav>
                                      </p:tavLst>
                                    </p:anim>
                                    <p:anim calcmode="lin" valueType="num">
                                      <p:cBhvr>
                                        <p:cTn id="68" dur="500" fill="hold"/>
                                        <p:tgtEl>
                                          <p:spTgt spid="19"/>
                                        </p:tgtEl>
                                        <p:attrNameLst>
                                          <p:attrName>ppt_h</p:attrName>
                                        </p:attrNameLst>
                                      </p:cBhvr>
                                      <p:tavLst>
                                        <p:tav tm="0">
                                          <p:val>
                                            <p:fltVal val="0"/>
                                          </p:val>
                                        </p:tav>
                                        <p:tav tm="100000">
                                          <p:val>
                                            <p:strVal val="#ppt_h"/>
                                          </p:val>
                                        </p:tav>
                                      </p:tavLst>
                                    </p:anim>
                                    <p:animEffect transition="in" filter="fade">
                                      <p:cBhvr>
                                        <p:cTn id="69" dur="500"/>
                                        <p:tgtEl>
                                          <p:spTgt spid="19"/>
                                        </p:tgtEl>
                                      </p:cBhvr>
                                    </p:animEffect>
                                  </p:childTnLst>
                                </p:cTn>
                              </p:par>
                              <p:par>
                                <p:cTn id="70" presetID="2" presetClass="entr" presetSubtype="4" fill="hold" nodeType="withEffect">
                                  <p:stCondLst>
                                    <p:cond delay="0"/>
                                  </p:stCondLst>
                                  <p:childTnLst>
                                    <p:set>
                                      <p:cBhvr>
                                        <p:cTn id="71" dur="1" fill="hold">
                                          <p:stCondLst>
                                            <p:cond delay="0"/>
                                          </p:stCondLst>
                                        </p:cTn>
                                        <p:tgtEl>
                                          <p:spTgt spid="10"/>
                                        </p:tgtEl>
                                        <p:attrNameLst>
                                          <p:attrName>style.visibility</p:attrName>
                                        </p:attrNameLst>
                                      </p:cBhvr>
                                      <p:to>
                                        <p:strVal val="visible"/>
                                      </p:to>
                                    </p:set>
                                    <p:anim calcmode="lin" valueType="num">
                                      <p:cBhvr additive="base">
                                        <p:cTn id="72" dur="500" fill="hold"/>
                                        <p:tgtEl>
                                          <p:spTgt spid="10"/>
                                        </p:tgtEl>
                                        <p:attrNameLst>
                                          <p:attrName>ppt_x</p:attrName>
                                        </p:attrNameLst>
                                      </p:cBhvr>
                                      <p:tavLst>
                                        <p:tav tm="0">
                                          <p:val>
                                            <p:strVal val="#ppt_x"/>
                                          </p:val>
                                        </p:tav>
                                        <p:tav tm="100000">
                                          <p:val>
                                            <p:strVal val="#ppt_x"/>
                                          </p:val>
                                        </p:tav>
                                      </p:tavLst>
                                    </p:anim>
                                    <p:anim calcmode="lin" valueType="num">
                                      <p:cBhvr additive="base">
                                        <p:cTn id="73" dur="500" fill="hold"/>
                                        <p:tgtEl>
                                          <p:spTgt spid="10"/>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53" presetClass="entr" presetSubtype="0" fill="hold" nodeType="after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p:cTn id="77" dur="500" fill="hold"/>
                                        <p:tgtEl>
                                          <p:spTgt spid="18"/>
                                        </p:tgtEl>
                                        <p:attrNameLst>
                                          <p:attrName>ppt_w</p:attrName>
                                        </p:attrNameLst>
                                      </p:cBhvr>
                                      <p:tavLst>
                                        <p:tav tm="0">
                                          <p:val>
                                            <p:fltVal val="0"/>
                                          </p:val>
                                        </p:tav>
                                        <p:tav tm="100000">
                                          <p:val>
                                            <p:strVal val="#ppt_w"/>
                                          </p:val>
                                        </p:tav>
                                      </p:tavLst>
                                    </p:anim>
                                    <p:anim calcmode="lin" valueType="num">
                                      <p:cBhvr>
                                        <p:cTn id="78" dur="500" fill="hold"/>
                                        <p:tgtEl>
                                          <p:spTgt spid="18"/>
                                        </p:tgtEl>
                                        <p:attrNameLst>
                                          <p:attrName>ppt_h</p:attrName>
                                        </p:attrNameLst>
                                      </p:cBhvr>
                                      <p:tavLst>
                                        <p:tav tm="0">
                                          <p:val>
                                            <p:fltVal val="0"/>
                                          </p:val>
                                        </p:tav>
                                        <p:tav tm="100000">
                                          <p:val>
                                            <p:strVal val="#ppt_h"/>
                                          </p:val>
                                        </p:tav>
                                      </p:tavLst>
                                    </p:anim>
                                    <p:animEffect transition="in" filter="fade">
                                      <p:cBhvr>
                                        <p:cTn id="79" dur="500"/>
                                        <p:tgtEl>
                                          <p:spTgt spid="18"/>
                                        </p:tgtEl>
                                      </p:cBhvr>
                                    </p:animEffect>
                                  </p:childTnLst>
                                </p:cTn>
                              </p:par>
                              <p:par>
                                <p:cTn id="80" presetID="2" presetClass="entr" presetSubtype="4" fill="hold"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additive="base">
                                        <p:cTn id="82" dur="500" fill="hold"/>
                                        <p:tgtEl>
                                          <p:spTgt spid="11"/>
                                        </p:tgtEl>
                                        <p:attrNameLst>
                                          <p:attrName>ppt_x</p:attrName>
                                        </p:attrNameLst>
                                      </p:cBhvr>
                                      <p:tavLst>
                                        <p:tav tm="0">
                                          <p:val>
                                            <p:strVal val="#ppt_x"/>
                                          </p:val>
                                        </p:tav>
                                        <p:tav tm="100000">
                                          <p:val>
                                            <p:strVal val="#ppt_x"/>
                                          </p:val>
                                        </p:tav>
                                      </p:tavLst>
                                    </p:anim>
                                    <p:anim calcmode="lin" valueType="num">
                                      <p:cBhvr additive="base">
                                        <p:cTn id="8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Mock Up Project Infographic</a:t>
            </a:r>
            <a:endParaRPr lang="en-US" dirty="0"/>
          </a:p>
        </p:txBody>
      </p:sp>
      <p:sp>
        <p:nvSpPr>
          <p:cNvPr id="4" name="Text Placeholder 3"/>
          <p:cNvSpPr>
            <a:spLocks noGrp="1"/>
          </p:cNvSpPr>
          <p:nvPr>
            <p:ph type="body" sz="half" idx="2"/>
          </p:nvPr>
        </p:nvSpPr>
        <p:spPr/>
        <p:txBody>
          <a:bodyPr/>
          <a:lstStyle/>
          <a:p>
            <a:r>
              <a:rPr lang="en-US"/>
              <a:t>Mock Up Project Infographic</a:t>
            </a:r>
            <a:endParaRPr lang="en-US" dirty="0"/>
          </a:p>
        </p:txBody>
      </p:sp>
      <p:sp>
        <p:nvSpPr>
          <p:cNvPr id="50" name="Slide Number Placeholder 49"/>
          <p:cNvSpPr>
            <a:spLocks noGrp="1"/>
          </p:cNvSpPr>
          <p:nvPr>
            <p:ph type="sldNum" sz="quarter" idx="14"/>
          </p:nvPr>
        </p:nvSpPr>
        <p:spPr/>
        <p:txBody>
          <a:bodyPr/>
          <a:lstStyle/>
          <a:p>
            <a:fld id="{C136B7D2-B98C-44FD-8D04-7EC62A564975}" type="slidenum">
              <a:rPr lang="en-US" smtClean="0"/>
              <a:pPr/>
              <a:t>287</a:t>
            </a:fld>
            <a:endParaRPr lang="en-US" dirty="0"/>
          </a:p>
        </p:txBody>
      </p:sp>
      <p:pic>
        <p:nvPicPr>
          <p:cNvPr id="29" name="Picture Placeholder 28" descr="imageHolder.jpg"/>
          <p:cNvPicPr>
            <a:picLocks noGrp="1" noChangeAspect="1"/>
          </p:cNvPicPr>
          <p:nvPr>
            <p:ph type="pic" sz="quarter" idx="10"/>
          </p:nvPr>
        </p:nvPicPr>
        <p:blipFill>
          <a:blip r:embed="rId3" cstate="print"/>
          <a:srcRect l="4370" r="4370"/>
          <a:stretch>
            <a:fillRect/>
          </a:stretch>
        </p:blipFill>
        <p:spPr/>
      </p:pic>
      <p:grpSp>
        <p:nvGrpSpPr>
          <p:cNvPr id="3" name="Group 309"/>
          <p:cNvGrpSpPr/>
          <p:nvPr/>
        </p:nvGrpSpPr>
        <p:grpSpPr>
          <a:xfrm>
            <a:off x="5371397" y="1259636"/>
            <a:ext cx="2610439" cy="687748"/>
            <a:chOff x="1270277" y="1192718"/>
            <a:chExt cx="2610439" cy="687748"/>
          </a:xfrm>
        </p:grpSpPr>
        <p:sp>
          <p:nvSpPr>
            <p:cNvPr id="311" name="Text Placeholder 3"/>
            <p:cNvSpPr txBox="1">
              <a:spLocks/>
            </p:cNvSpPr>
            <p:nvPr/>
          </p:nvSpPr>
          <p:spPr>
            <a:xfrm>
              <a:off x="1270277" y="119271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312" name="Text Placeholder 3"/>
            <p:cNvSpPr txBox="1">
              <a:spLocks/>
            </p:cNvSpPr>
            <p:nvPr/>
          </p:nvSpPr>
          <p:spPr>
            <a:xfrm>
              <a:off x="1270278" y="1418801"/>
              <a:ext cx="2610438"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a:t>
              </a:r>
              <a:br>
                <a:rPr lang="en-US" sz="1000" dirty="0">
                  <a:solidFill>
                    <a:schemeClr val="tx1">
                      <a:lumMod val="50000"/>
                      <a:lumOff val="50000"/>
                    </a:schemeClr>
                  </a:solidFill>
                  <a:cs typeface="+mj-cs"/>
                </a:rPr>
              </a:br>
              <a:r>
                <a:rPr lang="en-US" sz="1000" dirty="0">
                  <a:solidFill>
                    <a:schemeClr val="tx1">
                      <a:lumMod val="50000"/>
                      <a:lumOff val="50000"/>
                    </a:schemeClr>
                  </a:solidFill>
                  <a:cs typeface="+mj-cs"/>
                </a:rPr>
                <a:t>by injected.</a:t>
              </a:r>
            </a:p>
          </p:txBody>
        </p:sp>
      </p:grpSp>
      <p:grpSp>
        <p:nvGrpSpPr>
          <p:cNvPr id="5" name="Group 312"/>
          <p:cNvGrpSpPr/>
          <p:nvPr/>
        </p:nvGrpSpPr>
        <p:grpSpPr>
          <a:xfrm>
            <a:off x="5371397" y="2077582"/>
            <a:ext cx="2610439" cy="687748"/>
            <a:chOff x="1270277" y="2114430"/>
            <a:chExt cx="2610439" cy="687748"/>
          </a:xfrm>
        </p:grpSpPr>
        <p:sp>
          <p:nvSpPr>
            <p:cNvPr id="314" name="Text Placeholder 3"/>
            <p:cNvSpPr txBox="1">
              <a:spLocks/>
            </p:cNvSpPr>
            <p:nvPr/>
          </p:nvSpPr>
          <p:spPr>
            <a:xfrm>
              <a:off x="1270277" y="211443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315" name="Text Placeholder 3"/>
            <p:cNvSpPr txBox="1">
              <a:spLocks/>
            </p:cNvSpPr>
            <p:nvPr/>
          </p:nvSpPr>
          <p:spPr>
            <a:xfrm>
              <a:off x="1270277" y="2340513"/>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grpSp>
        <p:nvGrpSpPr>
          <p:cNvPr id="6" name="Group 315"/>
          <p:cNvGrpSpPr/>
          <p:nvPr/>
        </p:nvGrpSpPr>
        <p:grpSpPr>
          <a:xfrm>
            <a:off x="5371397" y="2895528"/>
            <a:ext cx="2610439" cy="687748"/>
            <a:chOff x="1270277" y="3036142"/>
            <a:chExt cx="2610439" cy="687748"/>
          </a:xfrm>
        </p:grpSpPr>
        <p:sp>
          <p:nvSpPr>
            <p:cNvPr id="317" name="Text Placeholder 3"/>
            <p:cNvSpPr txBox="1">
              <a:spLocks/>
            </p:cNvSpPr>
            <p:nvPr/>
          </p:nvSpPr>
          <p:spPr>
            <a:xfrm>
              <a:off x="1270277" y="3036142"/>
              <a:ext cx="1215076"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318" name="Text Placeholder 3"/>
            <p:cNvSpPr txBox="1">
              <a:spLocks/>
            </p:cNvSpPr>
            <p:nvPr/>
          </p:nvSpPr>
          <p:spPr>
            <a:xfrm>
              <a:off x="1270277" y="3262225"/>
              <a:ext cx="2610439" cy="461665"/>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a:t>
              </a:r>
              <a:br>
                <a:rPr lang="en-US" sz="1000" dirty="0">
                  <a:solidFill>
                    <a:schemeClr val="tx1">
                      <a:lumMod val="50000"/>
                      <a:lumOff val="50000"/>
                    </a:schemeClr>
                  </a:solidFill>
                </a:rPr>
              </a:br>
              <a:r>
                <a:rPr lang="en-US" sz="1000" dirty="0">
                  <a:solidFill>
                    <a:schemeClr val="tx1">
                      <a:lumMod val="50000"/>
                      <a:lumOff val="50000"/>
                    </a:schemeClr>
                  </a:solidFill>
                </a:rPr>
                <a:t>by injected.</a:t>
              </a:r>
            </a:p>
          </p:txBody>
        </p:sp>
      </p:grpSp>
      <p:sp>
        <p:nvSpPr>
          <p:cNvPr id="319" name="Freeform 45"/>
          <p:cNvSpPr>
            <a:spLocks noEditPoints="1"/>
          </p:cNvSpPr>
          <p:nvPr/>
        </p:nvSpPr>
        <p:spPr bwMode="auto">
          <a:xfrm>
            <a:off x="4975249" y="156126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0" name="Freeform 45"/>
          <p:cNvSpPr>
            <a:spLocks noEditPoints="1"/>
          </p:cNvSpPr>
          <p:nvPr/>
        </p:nvSpPr>
        <p:spPr bwMode="auto">
          <a:xfrm>
            <a:off x="4975249" y="237409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Freeform 45"/>
          <p:cNvSpPr>
            <a:spLocks noEditPoints="1"/>
          </p:cNvSpPr>
          <p:nvPr/>
        </p:nvSpPr>
        <p:spPr bwMode="auto">
          <a:xfrm>
            <a:off x="4975249" y="318693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ooter Text"/>
          <p:cNvSpPr txBox="1"/>
          <p:nvPr/>
        </p:nvSpPr>
        <p:spPr>
          <a:xfrm>
            <a:off x="692056" y="4013597"/>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31" name="Straight Line buttom"/>
          <p:cNvCxnSpPr/>
          <p:nvPr/>
        </p:nvCxnSpPr>
        <p:spPr>
          <a:xfrm>
            <a:off x="685800" y="3880146"/>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9"/>
                                        </p:tgtEl>
                                        <p:attrNameLst>
                                          <p:attrName>style.visibility</p:attrName>
                                        </p:attrNameLst>
                                      </p:cBhvr>
                                      <p:to>
                                        <p:strVal val="visible"/>
                                      </p:to>
                                    </p:set>
                                    <p:anim calcmode="lin" valueType="num">
                                      <p:cBhvr>
                                        <p:cTn id="7" dur="500" fill="hold"/>
                                        <p:tgtEl>
                                          <p:spTgt spid="319"/>
                                        </p:tgtEl>
                                        <p:attrNameLst>
                                          <p:attrName>ppt_w</p:attrName>
                                        </p:attrNameLst>
                                      </p:cBhvr>
                                      <p:tavLst>
                                        <p:tav tm="0">
                                          <p:val>
                                            <p:fltVal val="0"/>
                                          </p:val>
                                        </p:tav>
                                        <p:tav tm="100000">
                                          <p:val>
                                            <p:strVal val="#ppt_w"/>
                                          </p:val>
                                        </p:tav>
                                      </p:tavLst>
                                    </p:anim>
                                    <p:anim calcmode="lin" valueType="num">
                                      <p:cBhvr>
                                        <p:cTn id="8" dur="500" fill="hold"/>
                                        <p:tgtEl>
                                          <p:spTgt spid="319"/>
                                        </p:tgtEl>
                                        <p:attrNameLst>
                                          <p:attrName>ppt_h</p:attrName>
                                        </p:attrNameLst>
                                      </p:cBhvr>
                                      <p:tavLst>
                                        <p:tav tm="0">
                                          <p:val>
                                            <p:fltVal val="0"/>
                                          </p:val>
                                        </p:tav>
                                        <p:tav tm="100000">
                                          <p:val>
                                            <p:strVal val="#ppt_h"/>
                                          </p:val>
                                        </p:tav>
                                      </p:tavLst>
                                    </p:anim>
                                    <p:animEffect transition="in" filter="fade">
                                      <p:cBhvr>
                                        <p:cTn id="9" dur="500"/>
                                        <p:tgtEl>
                                          <p:spTgt spid="319"/>
                                        </p:tgtEl>
                                      </p:cBhvr>
                                    </p:animEffect>
                                  </p:childTnLst>
                                </p:cTn>
                              </p:par>
                            </p:childTnLst>
                          </p:cTn>
                        </p:par>
                        <p:par>
                          <p:cTn id="10" fill="hold">
                            <p:stCondLst>
                              <p:cond delay="500"/>
                            </p:stCondLst>
                            <p:childTnLst>
                              <p:par>
                                <p:cTn id="11" presetID="2" presetClass="entr" presetSubtype="4" accel="50000" decel="5000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320"/>
                                        </p:tgtEl>
                                        <p:attrNameLst>
                                          <p:attrName>style.visibility</p:attrName>
                                        </p:attrNameLst>
                                      </p:cBhvr>
                                      <p:to>
                                        <p:strVal val="visible"/>
                                      </p:to>
                                    </p:set>
                                    <p:anim calcmode="lin" valueType="num">
                                      <p:cBhvr>
                                        <p:cTn id="18" dur="500" fill="hold"/>
                                        <p:tgtEl>
                                          <p:spTgt spid="320"/>
                                        </p:tgtEl>
                                        <p:attrNameLst>
                                          <p:attrName>ppt_w</p:attrName>
                                        </p:attrNameLst>
                                      </p:cBhvr>
                                      <p:tavLst>
                                        <p:tav tm="0">
                                          <p:val>
                                            <p:fltVal val="0"/>
                                          </p:val>
                                        </p:tav>
                                        <p:tav tm="100000">
                                          <p:val>
                                            <p:strVal val="#ppt_w"/>
                                          </p:val>
                                        </p:tav>
                                      </p:tavLst>
                                    </p:anim>
                                    <p:anim calcmode="lin" valueType="num">
                                      <p:cBhvr>
                                        <p:cTn id="19" dur="500" fill="hold"/>
                                        <p:tgtEl>
                                          <p:spTgt spid="320"/>
                                        </p:tgtEl>
                                        <p:attrNameLst>
                                          <p:attrName>ppt_h</p:attrName>
                                        </p:attrNameLst>
                                      </p:cBhvr>
                                      <p:tavLst>
                                        <p:tav tm="0">
                                          <p:val>
                                            <p:fltVal val="0"/>
                                          </p:val>
                                        </p:tav>
                                        <p:tav tm="100000">
                                          <p:val>
                                            <p:strVal val="#ppt_h"/>
                                          </p:val>
                                        </p:tav>
                                      </p:tavLst>
                                    </p:anim>
                                    <p:animEffect transition="in" filter="fade">
                                      <p:cBhvr>
                                        <p:cTn id="20" dur="500"/>
                                        <p:tgtEl>
                                          <p:spTgt spid="320"/>
                                        </p:tgtEl>
                                      </p:cBhvr>
                                    </p:animEffect>
                                  </p:childTnLst>
                                </p:cTn>
                              </p:par>
                            </p:childTnLst>
                          </p:cTn>
                        </p:par>
                        <p:par>
                          <p:cTn id="21" fill="hold">
                            <p:stCondLst>
                              <p:cond delay="1500"/>
                            </p:stCondLst>
                            <p:childTnLst>
                              <p:par>
                                <p:cTn id="22" presetID="2" presetClass="entr" presetSubtype="4" accel="50000" decel="5000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additive="base">
                                        <p:cTn id="24" dur="500" fill="hold"/>
                                        <p:tgtEl>
                                          <p:spTgt spid="5"/>
                                        </p:tgtEl>
                                        <p:attrNameLst>
                                          <p:attrName>ppt_x</p:attrName>
                                        </p:attrNameLst>
                                      </p:cBhvr>
                                      <p:tavLst>
                                        <p:tav tm="0">
                                          <p:val>
                                            <p:strVal val="#ppt_x"/>
                                          </p:val>
                                        </p:tav>
                                        <p:tav tm="100000">
                                          <p:val>
                                            <p:strVal val="#ppt_x"/>
                                          </p:val>
                                        </p:tav>
                                      </p:tavLst>
                                    </p:anim>
                                    <p:anim calcmode="lin" valueType="num">
                                      <p:cBhvr additive="base">
                                        <p:cTn id="25" dur="500" fill="hold"/>
                                        <p:tgtEl>
                                          <p:spTgt spid="5"/>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321"/>
                                        </p:tgtEl>
                                        <p:attrNameLst>
                                          <p:attrName>style.visibility</p:attrName>
                                        </p:attrNameLst>
                                      </p:cBhvr>
                                      <p:to>
                                        <p:strVal val="visible"/>
                                      </p:to>
                                    </p:set>
                                    <p:anim calcmode="lin" valueType="num">
                                      <p:cBhvr>
                                        <p:cTn id="29" dur="500" fill="hold"/>
                                        <p:tgtEl>
                                          <p:spTgt spid="321"/>
                                        </p:tgtEl>
                                        <p:attrNameLst>
                                          <p:attrName>ppt_w</p:attrName>
                                        </p:attrNameLst>
                                      </p:cBhvr>
                                      <p:tavLst>
                                        <p:tav tm="0">
                                          <p:val>
                                            <p:fltVal val="0"/>
                                          </p:val>
                                        </p:tav>
                                        <p:tav tm="100000">
                                          <p:val>
                                            <p:strVal val="#ppt_w"/>
                                          </p:val>
                                        </p:tav>
                                      </p:tavLst>
                                    </p:anim>
                                    <p:anim calcmode="lin" valueType="num">
                                      <p:cBhvr>
                                        <p:cTn id="30" dur="500" fill="hold"/>
                                        <p:tgtEl>
                                          <p:spTgt spid="321"/>
                                        </p:tgtEl>
                                        <p:attrNameLst>
                                          <p:attrName>ppt_h</p:attrName>
                                        </p:attrNameLst>
                                      </p:cBhvr>
                                      <p:tavLst>
                                        <p:tav tm="0">
                                          <p:val>
                                            <p:fltVal val="0"/>
                                          </p:val>
                                        </p:tav>
                                        <p:tav tm="100000">
                                          <p:val>
                                            <p:strVal val="#ppt_h"/>
                                          </p:val>
                                        </p:tav>
                                      </p:tavLst>
                                    </p:anim>
                                    <p:animEffect transition="in" filter="fade">
                                      <p:cBhvr>
                                        <p:cTn id="31" dur="500"/>
                                        <p:tgtEl>
                                          <p:spTgt spid="321"/>
                                        </p:tgtEl>
                                      </p:cBhvr>
                                    </p:animEffect>
                                  </p:childTnLst>
                                </p:cTn>
                              </p:par>
                            </p:childTnLst>
                          </p:cTn>
                        </p:par>
                        <p:par>
                          <p:cTn id="32" fill="hold">
                            <p:stCondLst>
                              <p:cond delay="2500"/>
                            </p:stCondLst>
                            <p:childTnLst>
                              <p:par>
                                <p:cTn id="33" presetID="2" presetClass="entr" presetSubtype="4" accel="50000" decel="50000"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ppt_x"/>
                                          </p:val>
                                        </p:tav>
                                        <p:tav tm="100000">
                                          <p:val>
                                            <p:strVal val="#ppt_x"/>
                                          </p:val>
                                        </p:tav>
                                      </p:tavLst>
                                    </p:anim>
                                    <p:anim calcmode="lin" valueType="num">
                                      <p:cBhvr additive="base">
                                        <p:cTn id="36" dur="500" fill="hold"/>
                                        <p:tgtEl>
                                          <p:spTgt spid="6"/>
                                        </p:tgtEl>
                                        <p:attrNameLst>
                                          <p:attrName>ppt_y</p:attrName>
                                        </p:attrNameLst>
                                      </p:cBhvr>
                                      <p:tavLst>
                                        <p:tav tm="0">
                                          <p:val>
                                            <p:strVal val="1+#ppt_h/2"/>
                                          </p:val>
                                        </p:tav>
                                        <p:tav tm="100000">
                                          <p:val>
                                            <p:strVal val="#ppt_y"/>
                                          </p:val>
                                        </p:tav>
                                      </p:tavLst>
                                    </p:anim>
                                  </p:childTnLst>
                                </p:cTn>
                              </p:par>
                            </p:childTnLst>
                          </p:cTn>
                        </p:par>
                        <p:par>
                          <p:cTn id="37" fill="hold">
                            <p:stCondLst>
                              <p:cond delay="3000"/>
                            </p:stCondLst>
                            <p:childTnLst>
                              <p:par>
                                <p:cTn id="38" presetID="13" presetClass="entr" presetSubtype="16" fill="hold" nodeType="after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plus(in)">
                                      <p:cBhvr>
                                        <p:cTn id="40" dur="500"/>
                                        <p:tgtEl>
                                          <p:spTgt spid="3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9" grpId="0" animBg="1"/>
      <p:bldP spid="320" grpId="0" animBg="1"/>
      <p:bldP spid="321" grpId="0" animBg="1"/>
      <p:bldP spid="30"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2793068"/>
            <a:ext cx="3006725" cy="566738"/>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TextBox 27"/>
          <p:cNvSpPr txBox="1"/>
          <p:nvPr/>
        </p:nvSpPr>
        <p:spPr>
          <a:xfrm>
            <a:off x="3733800" y="2831168"/>
            <a:ext cx="2023310" cy="523220"/>
          </a:xfrm>
          <a:prstGeom prst="rect">
            <a:avLst/>
          </a:prstGeom>
          <a:noFill/>
        </p:spPr>
        <p:txBody>
          <a:bodyPr wrap="none" rtlCol="0">
            <a:spAutoFit/>
          </a:bodyPr>
          <a:lstStyle/>
          <a:p>
            <a:r>
              <a:rPr lang="en-US" sz="2800" b="1" cap="all" dirty="0">
                <a:solidFill>
                  <a:schemeClr val="tx1">
                    <a:lumMod val="50000"/>
                    <a:lumOff val="50000"/>
                  </a:schemeClr>
                </a:solidFill>
              </a:rPr>
              <a:t>Data chart</a:t>
            </a:r>
            <a:endParaRPr lang="en-US" sz="2800" b="1" dirty="0">
              <a:solidFill>
                <a:schemeClr val="tx1">
                  <a:lumMod val="50000"/>
                  <a:lumOff val="50000"/>
                </a:schemeClr>
              </a:solidFill>
            </a:endParaRPr>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slide(fromBottom)">
                                      <p:cBhvr>
                                        <p:cTn id="1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 grpId="0" animBg="1"/>
      <p:bldP spid="28"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Columns Chart Slide</a:t>
            </a:r>
            <a:endParaRPr lang="en-US" dirty="0"/>
          </a:p>
        </p:txBody>
      </p:sp>
      <p:sp>
        <p:nvSpPr>
          <p:cNvPr id="4" name="Text Placeholder 3"/>
          <p:cNvSpPr>
            <a:spLocks noGrp="1"/>
          </p:cNvSpPr>
          <p:nvPr>
            <p:ph type="body" sz="half" idx="2"/>
          </p:nvPr>
        </p:nvSpPr>
        <p:spPr/>
        <p:txBody>
          <a:bodyPr/>
          <a:lstStyle/>
          <a:p>
            <a:r>
              <a:rPr lang="en-US"/>
              <a:t>Columns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289</a:t>
            </a:fld>
            <a:endParaRPr lang="en-US" dirty="0"/>
          </a:p>
        </p:txBody>
      </p:sp>
      <p:graphicFrame>
        <p:nvGraphicFramePr>
          <p:cNvPr id="64" name="Chart 63"/>
          <p:cNvGraphicFramePr/>
          <p:nvPr/>
        </p:nvGraphicFramePr>
        <p:xfrm>
          <a:off x="4495801" y="1343025"/>
          <a:ext cx="2234315" cy="261349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Chart 31"/>
          <p:cNvGraphicFramePr/>
          <p:nvPr/>
        </p:nvGraphicFramePr>
        <p:xfrm>
          <a:off x="2413885" y="1343025"/>
          <a:ext cx="2234314" cy="2613492"/>
        </p:xfrm>
        <a:graphic>
          <a:graphicData uri="http://schemas.openxmlformats.org/drawingml/2006/chart">
            <c:chart xmlns:c="http://schemas.openxmlformats.org/drawingml/2006/chart" xmlns:r="http://schemas.openxmlformats.org/officeDocument/2006/relationships" r:id="rId4"/>
          </a:graphicData>
        </a:graphic>
      </p:graphicFrame>
      <p:sp>
        <p:nvSpPr>
          <p:cNvPr id="34" name="TextBox 33"/>
          <p:cNvSpPr txBox="1"/>
          <p:nvPr/>
        </p:nvSpPr>
        <p:spPr>
          <a:xfrm>
            <a:off x="523427" y="1513980"/>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35" name="TextBox 34"/>
          <p:cNvSpPr txBox="1"/>
          <p:nvPr/>
        </p:nvSpPr>
        <p:spPr>
          <a:xfrm>
            <a:off x="523427" y="1774025"/>
            <a:ext cx="1905448" cy="1846659"/>
          </a:xfrm>
          <a:prstGeom prst="rect">
            <a:avLst/>
          </a:prstGeom>
          <a:noFill/>
        </p:spPr>
        <p:txBody>
          <a:bodyPr wrap="square" lIns="0" tIns="0" rIns="0" bIns="0" rtlCol="0">
            <a:spAutoFit/>
          </a:bodyPr>
          <a:lstStyle/>
          <a:p>
            <a:r>
              <a:rPr lang="en-US" sz="1000" dirty="0">
                <a:solidFill>
                  <a:schemeClr val="tx1">
                    <a:lumMod val="50000"/>
                    <a:lumOff val="50000"/>
                  </a:schemeClr>
                </a:solidFill>
              </a:rPr>
              <a:t>There are many variations passages</a:t>
            </a:r>
            <a:br>
              <a:rPr lang="en-US" sz="1000" dirty="0">
                <a:solidFill>
                  <a:schemeClr val="tx1">
                    <a:lumMod val="50000"/>
                    <a:lumOff val="50000"/>
                  </a:schemeClr>
                </a:solidFill>
              </a:rPr>
            </a:br>
            <a:r>
              <a:rPr lang="en-US" sz="1000" dirty="0">
                <a:solidFill>
                  <a:schemeClr val="tx1">
                    <a:lumMod val="50000"/>
                    <a:lumOff val="50000"/>
                  </a:schemeClr>
                </a:solidFill>
              </a:rPr>
              <a:t> of lorem ipsum available, but the majority have suffered alteration in some form, by injected humour randomized words which don't look even slightly believable. If you are going to use A passage of lorem There are many variations of passages of lorem ipsum available, but the majority have suffered alteration in some form, by injected humour randomized words.</a:t>
            </a:r>
            <a:endParaRPr lang="en-US" sz="1000" dirty="0">
              <a:solidFill>
                <a:schemeClr val="tx1">
                  <a:lumMod val="65000"/>
                  <a:lumOff val="35000"/>
                </a:schemeClr>
              </a:solidFill>
            </a:endParaRPr>
          </a:p>
        </p:txBody>
      </p:sp>
      <p:sp>
        <p:nvSpPr>
          <p:cNvPr id="36" name="TextBox 35"/>
          <p:cNvSpPr txBox="1"/>
          <p:nvPr/>
        </p:nvSpPr>
        <p:spPr>
          <a:xfrm>
            <a:off x="7049492" y="1513980"/>
            <a:ext cx="1542506" cy="215444"/>
          </a:xfrm>
          <a:prstGeom prst="rect">
            <a:avLst/>
          </a:prstGeom>
          <a:noFill/>
        </p:spPr>
        <p:txBody>
          <a:bodyPr wrap="square" lIns="0" tIns="0" rIns="0" bIns="0" rtlCol="0" anchor="t">
            <a:spAutoFit/>
          </a:bodyPr>
          <a:lstStyle/>
          <a:p>
            <a:pPr algn="r"/>
            <a:r>
              <a:rPr lang="en-US" sz="1400" b="1" dirty="0">
                <a:solidFill>
                  <a:schemeClr val="tx1">
                    <a:lumMod val="50000"/>
                    <a:lumOff val="50000"/>
                  </a:schemeClr>
                </a:solidFill>
              </a:rPr>
              <a:t>Description Here</a:t>
            </a:r>
          </a:p>
        </p:txBody>
      </p:sp>
      <p:sp>
        <p:nvSpPr>
          <p:cNvPr id="37" name="TextBox 36"/>
          <p:cNvSpPr txBox="1"/>
          <p:nvPr/>
        </p:nvSpPr>
        <p:spPr>
          <a:xfrm>
            <a:off x="6686550" y="1774025"/>
            <a:ext cx="1905448" cy="1846659"/>
          </a:xfrm>
          <a:prstGeom prst="rect">
            <a:avLst/>
          </a:prstGeom>
          <a:noFill/>
        </p:spPr>
        <p:txBody>
          <a:bodyPr wrap="square" lIns="0" tIns="0" rIns="0" bIns="0" rtlCol="0">
            <a:spAutoFit/>
          </a:bodyPr>
          <a:lstStyle/>
          <a:p>
            <a:pPr algn="r"/>
            <a:r>
              <a:rPr lang="en-US" sz="1000" dirty="0">
                <a:solidFill>
                  <a:schemeClr val="tx1">
                    <a:lumMod val="50000"/>
                    <a:lumOff val="50000"/>
                  </a:schemeClr>
                </a:solidFill>
              </a:rPr>
              <a:t>There are many variations passages</a:t>
            </a:r>
            <a:br>
              <a:rPr lang="en-US" sz="1000" dirty="0">
                <a:solidFill>
                  <a:schemeClr val="tx1">
                    <a:lumMod val="50000"/>
                    <a:lumOff val="50000"/>
                  </a:schemeClr>
                </a:solidFill>
              </a:rPr>
            </a:br>
            <a:r>
              <a:rPr lang="en-US" sz="1000" dirty="0">
                <a:solidFill>
                  <a:schemeClr val="tx1">
                    <a:lumMod val="50000"/>
                    <a:lumOff val="50000"/>
                  </a:schemeClr>
                </a:solidFill>
              </a:rPr>
              <a:t> of lorem ipsum available, but the majority have suffered alteration in some form, by injected humour randomized words which don't look even slightly believable. If you are going to use A passage of lorem There are many variations of passages of lorem ipsum available, but the majority have suffered alteration in some form, by injected humour randomized words.</a:t>
            </a:r>
            <a:endParaRPr lang="en-US" sz="1000" dirty="0">
              <a:solidFill>
                <a:schemeClr val="tx1">
                  <a:lumMod val="65000"/>
                  <a:lumOff val="35000"/>
                </a:schemeClr>
              </a:solidFill>
            </a:endParaRPr>
          </a:p>
        </p:txBody>
      </p:sp>
      <p:grpSp>
        <p:nvGrpSpPr>
          <p:cNvPr id="3" name="Group 57"/>
          <p:cNvGrpSpPr/>
          <p:nvPr/>
        </p:nvGrpSpPr>
        <p:grpSpPr>
          <a:xfrm>
            <a:off x="1745086" y="4143375"/>
            <a:ext cx="5653829" cy="201168"/>
            <a:chOff x="1281573" y="4171950"/>
            <a:chExt cx="5653829" cy="201168"/>
          </a:xfrm>
        </p:grpSpPr>
        <p:grpSp>
          <p:nvGrpSpPr>
            <p:cNvPr id="5" name="Group 50"/>
            <p:cNvGrpSpPr/>
            <p:nvPr/>
          </p:nvGrpSpPr>
          <p:grpSpPr>
            <a:xfrm>
              <a:off x="1281573" y="4171950"/>
              <a:ext cx="1061577" cy="201168"/>
              <a:chOff x="2221306" y="3914656"/>
              <a:chExt cx="1061577" cy="201168"/>
            </a:xfrm>
          </p:grpSpPr>
          <p:sp>
            <p:nvSpPr>
              <p:cNvPr id="39" name="TextBox 38"/>
              <p:cNvSpPr txBox="1"/>
              <p:nvPr/>
            </p:nvSpPr>
            <p:spPr>
              <a:xfrm>
                <a:off x="2470160" y="3934938"/>
                <a:ext cx="812723"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CONSTRUCTION</a:t>
                </a:r>
              </a:p>
            </p:txBody>
          </p:sp>
          <p:sp>
            <p:nvSpPr>
              <p:cNvPr id="40" name="Oval 39"/>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6" name="Group 45"/>
            <p:cNvGrpSpPr/>
            <p:nvPr/>
          </p:nvGrpSpPr>
          <p:grpSpPr>
            <a:xfrm>
              <a:off x="2545111" y="4171950"/>
              <a:ext cx="763908" cy="201168"/>
              <a:chOff x="3776442" y="3947915"/>
              <a:chExt cx="763908" cy="201168"/>
            </a:xfrm>
          </p:grpSpPr>
          <p:sp>
            <p:nvSpPr>
              <p:cNvPr id="42" name="TextBox 41"/>
              <p:cNvSpPr txBox="1"/>
              <p:nvPr/>
            </p:nvSpPr>
            <p:spPr>
              <a:xfrm>
                <a:off x="4020977" y="3968197"/>
                <a:ext cx="519373"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ANALYSIS</a:t>
                </a:r>
              </a:p>
            </p:txBody>
          </p:sp>
          <p:sp>
            <p:nvSpPr>
              <p:cNvPr id="43" name="Oval 42"/>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7" name="Group 37"/>
            <p:cNvGrpSpPr/>
            <p:nvPr/>
          </p:nvGrpSpPr>
          <p:grpSpPr>
            <a:xfrm>
              <a:off x="3467100" y="4171950"/>
              <a:ext cx="1011544" cy="201168"/>
              <a:chOff x="4725932" y="3949014"/>
              <a:chExt cx="1011544" cy="201168"/>
            </a:xfrm>
          </p:grpSpPr>
          <p:sp>
            <p:nvSpPr>
              <p:cNvPr id="45" name="TextBox 44"/>
              <p:cNvSpPr txBox="1"/>
              <p:nvPr/>
            </p:nvSpPr>
            <p:spPr>
              <a:xfrm>
                <a:off x="4964829" y="3966831"/>
                <a:ext cx="772647"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IMPROVEMENT</a:t>
                </a:r>
              </a:p>
            </p:txBody>
          </p:sp>
          <p:sp>
            <p:nvSpPr>
              <p:cNvPr id="46" name="Oval 45"/>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8" name="Group 41"/>
            <p:cNvGrpSpPr/>
            <p:nvPr/>
          </p:nvGrpSpPr>
          <p:grpSpPr>
            <a:xfrm>
              <a:off x="4618933" y="4171950"/>
              <a:ext cx="1202831" cy="201168"/>
              <a:chOff x="6077268" y="3949014"/>
              <a:chExt cx="1202831" cy="201168"/>
            </a:xfrm>
          </p:grpSpPr>
          <p:sp>
            <p:nvSpPr>
              <p:cNvPr id="48" name="TextBox 47"/>
              <p:cNvSpPr txBox="1"/>
              <p:nvPr/>
            </p:nvSpPr>
            <p:spPr>
              <a:xfrm>
                <a:off x="6332724" y="3976991"/>
                <a:ext cx="947375"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RECONSTRUCTION</a:t>
                </a:r>
              </a:p>
            </p:txBody>
          </p:sp>
          <p:sp>
            <p:nvSpPr>
              <p:cNvPr id="49" name="Oval 48"/>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9" name="Group 37"/>
            <p:cNvGrpSpPr/>
            <p:nvPr/>
          </p:nvGrpSpPr>
          <p:grpSpPr>
            <a:xfrm>
              <a:off x="5914333" y="4171950"/>
              <a:ext cx="1021069" cy="201168"/>
              <a:chOff x="4725932" y="3949014"/>
              <a:chExt cx="1021069" cy="201168"/>
            </a:xfrm>
          </p:grpSpPr>
          <p:sp>
            <p:nvSpPr>
              <p:cNvPr id="51" name="TextBox 50"/>
              <p:cNvSpPr txBox="1"/>
              <p:nvPr/>
            </p:nvSpPr>
            <p:spPr>
              <a:xfrm>
                <a:off x="4974354" y="3966831"/>
                <a:ext cx="772647"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IMPROVEMENT</a:t>
                </a:r>
              </a:p>
            </p:txBody>
          </p:sp>
          <p:sp>
            <p:nvSpPr>
              <p:cNvPr id="52" name="Oval 51"/>
              <p:cNvSpPr>
                <a:spLocks noChangeAspect="1"/>
              </p:cNvSpPr>
              <p:nvPr/>
            </p:nvSpPr>
            <p:spPr>
              <a:xfrm>
                <a:off x="4725932"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down)">
                                      <p:cBhvr>
                                        <p:cTn id="7" dur="500"/>
                                        <p:tgtEl>
                                          <p:spTgt spid="3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500"/>
                                        <p:tgtEl>
                                          <p:spTgt spid="3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down)">
                                      <p:cBhvr>
                                        <p:cTn id="15" dur="1000"/>
                                        <p:tgtEl>
                                          <p:spTgt spid="32"/>
                                        </p:tgtEl>
                                      </p:cBhvr>
                                    </p:animEffect>
                                  </p:childTnLst>
                                </p:cTn>
                              </p:par>
                            </p:childTnLst>
                          </p:cTn>
                        </p:par>
                        <p:par>
                          <p:cTn id="16" fill="hold">
                            <p:stCondLst>
                              <p:cond delay="2000"/>
                            </p:stCondLst>
                            <p:childTnLst>
                              <p:par>
                                <p:cTn id="17" presetID="22" presetClass="entr" presetSubtype="4"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wipe(down)">
                                      <p:cBhvr>
                                        <p:cTn id="19" dur="500"/>
                                        <p:tgtEl>
                                          <p:spTgt spid="36"/>
                                        </p:tgtEl>
                                      </p:cBhvr>
                                    </p:animEffect>
                                  </p:childTnLst>
                                </p:cTn>
                              </p:par>
                            </p:childTnLst>
                          </p:cTn>
                        </p:par>
                        <p:par>
                          <p:cTn id="20" fill="hold">
                            <p:stCondLst>
                              <p:cond delay="2500"/>
                            </p:stCondLst>
                            <p:childTnLst>
                              <p:par>
                                <p:cTn id="21" presetID="22" presetClass="entr" presetSubtype="2"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right)">
                                      <p:cBhvr>
                                        <p:cTn id="23" dur="500"/>
                                        <p:tgtEl>
                                          <p:spTgt spid="37"/>
                                        </p:tgtEl>
                                      </p:cBhvr>
                                    </p:animEffect>
                                  </p:childTnLst>
                                </p:cTn>
                              </p:par>
                            </p:childTnLst>
                          </p:cTn>
                        </p:par>
                        <p:par>
                          <p:cTn id="24" fill="hold">
                            <p:stCondLst>
                              <p:cond delay="3000"/>
                            </p:stCondLst>
                            <p:childTnLst>
                              <p:par>
                                <p:cTn id="25" presetID="22" presetClass="entr" presetSubtype="4" fill="hold" grpId="0" nodeType="afterEffect">
                                  <p:stCondLst>
                                    <p:cond delay="0"/>
                                  </p:stCondLst>
                                  <p:childTnLst>
                                    <p:set>
                                      <p:cBhvr>
                                        <p:cTn id="26" dur="1" fill="hold">
                                          <p:stCondLst>
                                            <p:cond delay="0"/>
                                          </p:stCondLst>
                                        </p:cTn>
                                        <p:tgtEl>
                                          <p:spTgt spid="64"/>
                                        </p:tgtEl>
                                        <p:attrNameLst>
                                          <p:attrName>style.visibility</p:attrName>
                                        </p:attrNameLst>
                                      </p:cBhvr>
                                      <p:to>
                                        <p:strVal val="visible"/>
                                      </p:to>
                                    </p:set>
                                    <p:animEffect transition="in" filter="wipe(down)">
                                      <p:cBhvr>
                                        <p:cTn id="27" dur="1000"/>
                                        <p:tgtEl>
                                          <p:spTgt spid="64"/>
                                        </p:tgtEl>
                                      </p:cBhvr>
                                    </p:animEffect>
                                  </p:childTnLst>
                                </p:cTn>
                              </p:par>
                            </p:childTnLst>
                          </p:cTn>
                        </p:par>
                        <p:par>
                          <p:cTn id="28" fill="hold">
                            <p:stCondLst>
                              <p:cond delay="4000"/>
                            </p:stCondLst>
                            <p:childTnLst>
                              <p:par>
                                <p:cTn id="29" presetID="22" presetClass="entr" presetSubtype="4"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down)">
                                      <p:cBhvr>
                                        <p:cTn id="3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AsOne/>
      </p:bldGraphic>
      <p:bldGraphic spid="32" grpId="0">
        <p:bldAsOne/>
      </p:bldGraphic>
      <p:bldP spid="34" grpId="0"/>
      <p:bldP spid="35" grpId="0"/>
      <p:bldP spid="36" grpId="0"/>
      <p:bldP spid="37"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Columns Chart Slide</a:t>
            </a:r>
            <a:endParaRPr lang="en-US" dirty="0"/>
          </a:p>
        </p:txBody>
      </p:sp>
      <p:sp>
        <p:nvSpPr>
          <p:cNvPr id="4" name="Text Placeholder 3"/>
          <p:cNvSpPr>
            <a:spLocks noGrp="1"/>
          </p:cNvSpPr>
          <p:nvPr>
            <p:ph type="body" sz="half" idx="2"/>
          </p:nvPr>
        </p:nvSpPr>
        <p:spPr/>
        <p:txBody>
          <a:bodyPr/>
          <a:lstStyle/>
          <a:p>
            <a:r>
              <a:rPr lang="en-US"/>
              <a:t>Columns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290</a:t>
            </a:fld>
            <a:endParaRPr lang="en-US" dirty="0"/>
          </a:p>
        </p:txBody>
      </p:sp>
      <p:graphicFrame>
        <p:nvGraphicFramePr>
          <p:cNvPr id="27" name="Chart 26"/>
          <p:cNvGraphicFramePr/>
          <p:nvPr/>
        </p:nvGraphicFramePr>
        <p:xfrm>
          <a:off x="523875" y="1304925"/>
          <a:ext cx="4191000" cy="3048000"/>
        </p:xfrm>
        <a:graphic>
          <a:graphicData uri="http://schemas.openxmlformats.org/drawingml/2006/chart">
            <c:chart xmlns:c="http://schemas.openxmlformats.org/drawingml/2006/chart" xmlns:r="http://schemas.openxmlformats.org/officeDocument/2006/relationships" r:id="rId3"/>
          </a:graphicData>
        </a:graphic>
      </p:graphicFrame>
      <p:sp>
        <p:nvSpPr>
          <p:cNvPr id="28" name="TextBox 27"/>
          <p:cNvSpPr txBox="1"/>
          <p:nvPr/>
        </p:nvSpPr>
        <p:spPr>
          <a:xfrm>
            <a:off x="5522254" y="1435089"/>
            <a:ext cx="298790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29" name="TextBox 28"/>
          <p:cNvSpPr txBox="1"/>
          <p:nvPr/>
        </p:nvSpPr>
        <p:spPr>
          <a:xfrm>
            <a:off x="5522254" y="2079040"/>
            <a:ext cx="2987900"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30" name="TextBox 29"/>
          <p:cNvSpPr txBox="1"/>
          <p:nvPr/>
        </p:nvSpPr>
        <p:spPr>
          <a:xfrm>
            <a:off x="5522254" y="2722991"/>
            <a:ext cx="298790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31" name="TextBox 30"/>
          <p:cNvSpPr txBox="1"/>
          <p:nvPr/>
        </p:nvSpPr>
        <p:spPr>
          <a:xfrm>
            <a:off x="5522253" y="3383453"/>
            <a:ext cx="2987901"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b="1" dirty="0">
              <a:solidFill>
                <a:schemeClr val="tx1">
                  <a:lumMod val="65000"/>
                  <a:lumOff val="35000"/>
                </a:schemeClr>
              </a:solidFill>
            </a:endParaRPr>
          </a:p>
        </p:txBody>
      </p:sp>
      <p:grpSp>
        <p:nvGrpSpPr>
          <p:cNvPr id="3" name="Group 32"/>
          <p:cNvGrpSpPr/>
          <p:nvPr/>
        </p:nvGrpSpPr>
        <p:grpSpPr>
          <a:xfrm>
            <a:off x="4996127" y="1498128"/>
            <a:ext cx="493370" cy="479245"/>
            <a:chOff x="5205677" y="1309828"/>
            <a:chExt cx="493370" cy="479245"/>
          </a:xfrm>
        </p:grpSpPr>
        <p:sp>
          <p:nvSpPr>
            <p:cNvPr id="38" name="Rounded Rectangle 37"/>
            <p:cNvSpPr/>
            <p:nvPr/>
          </p:nvSpPr>
          <p:spPr>
            <a:xfrm>
              <a:off x="5205677" y="130982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41" name="Freeform 117"/>
            <p:cNvSpPr>
              <a:spLocks/>
            </p:cNvSpPr>
            <p:nvPr/>
          </p:nvSpPr>
          <p:spPr bwMode="auto">
            <a:xfrm>
              <a:off x="5317181" y="1414269"/>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43"/>
          <p:cNvGrpSpPr/>
          <p:nvPr/>
        </p:nvGrpSpPr>
        <p:grpSpPr>
          <a:xfrm>
            <a:off x="4996127" y="2154848"/>
            <a:ext cx="493370" cy="479245"/>
            <a:chOff x="5205677" y="1966548"/>
            <a:chExt cx="493370" cy="479245"/>
          </a:xfrm>
        </p:grpSpPr>
        <p:sp>
          <p:nvSpPr>
            <p:cNvPr id="47" name="Rounded Rectangle 46"/>
            <p:cNvSpPr/>
            <p:nvPr/>
          </p:nvSpPr>
          <p:spPr>
            <a:xfrm>
              <a:off x="5205677" y="1966548"/>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0" name="Freeform 36"/>
            <p:cNvSpPr>
              <a:spLocks noEditPoints="1"/>
            </p:cNvSpPr>
            <p:nvPr/>
          </p:nvSpPr>
          <p:spPr bwMode="auto">
            <a:xfrm>
              <a:off x="5317181" y="2059372"/>
              <a:ext cx="270363" cy="293597"/>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52"/>
          <p:cNvGrpSpPr/>
          <p:nvPr/>
        </p:nvGrpSpPr>
        <p:grpSpPr>
          <a:xfrm>
            <a:off x="4996127" y="2811568"/>
            <a:ext cx="493370" cy="479245"/>
            <a:chOff x="5205677" y="2623268"/>
            <a:chExt cx="493370" cy="479245"/>
          </a:xfrm>
        </p:grpSpPr>
        <p:sp>
          <p:nvSpPr>
            <p:cNvPr id="54" name="Rounded Rectangle 53"/>
            <p:cNvSpPr/>
            <p:nvPr/>
          </p:nvSpPr>
          <p:spPr>
            <a:xfrm>
              <a:off x="5205677" y="2623268"/>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5" name="Freeform 13"/>
            <p:cNvSpPr>
              <a:spLocks noEditPoints="1"/>
            </p:cNvSpPr>
            <p:nvPr/>
          </p:nvSpPr>
          <p:spPr bwMode="auto">
            <a:xfrm>
              <a:off x="5301275" y="2711803"/>
              <a:ext cx="302175" cy="302175"/>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55"/>
          <p:cNvGrpSpPr/>
          <p:nvPr/>
        </p:nvGrpSpPr>
        <p:grpSpPr>
          <a:xfrm>
            <a:off x="4996127" y="3468288"/>
            <a:ext cx="493370" cy="479245"/>
            <a:chOff x="5205677" y="3279988"/>
            <a:chExt cx="493370" cy="479245"/>
          </a:xfrm>
        </p:grpSpPr>
        <p:sp>
          <p:nvSpPr>
            <p:cNvPr id="58" name="Rounded Rectangle 57"/>
            <p:cNvSpPr/>
            <p:nvPr/>
          </p:nvSpPr>
          <p:spPr>
            <a:xfrm>
              <a:off x="5205677" y="3279988"/>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59" name="Freeform 171"/>
            <p:cNvSpPr>
              <a:spLocks noEditPoints="1"/>
            </p:cNvSpPr>
            <p:nvPr/>
          </p:nvSpPr>
          <p:spPr bwMode="auto">
            <a:xfrm>
              <a:off x="5300142" y="3369769"/>
              <a:ext cx="304440" cy="299683"/>
            </a:xfrm>
            <a:custGeom>
              <a:avLst/>
              <a:gdLst/>
              <a:ahLst/>
              <a:cxnLst>
                <a:cxn ang="0">
                  <a:pos x="30" y="58"/>
                </a:cxn>
                <a:cxn ang="0">
                  <a:pos x="0" y="29"/>
                </a:cxn>
                <a:cxn ang="0">
                  <a:pos x="30" y="0"/>
                </a:cxn>
                <a:cxn ang="0">
                  <a:pos x="59" y="29"/>
                </a:cxn>
                <a:cxn ang="0">
                  <a:pos x="30" y="58"/>
                </a:cxn>
                <a:cxn ang="0">
                  <a:pos x="30" y="8"/>
                </a:cxn>
                <a:cxn ang="0">
                  <a:pos x="9" y="29"/>
                </a:cxn>
                <a:cxn ang="0">
                  <a:pos x="30" y="49"/>
                </a:cxn>
                <a:cxn ang="0">
                  <a:pos x="50" y="29"/>
                </a:cxn>
                <a:cxn ang="0">
                  <a:pos x="30" y="8"/>
                </a:cxn>
                <a:cxn ang="0">
                  <a:pos x="34" y="32"/>
                </a:cxn>
                <a:cxn ang="0">
                  <a:pos x="33" y="34"/>
                </a:cxn>
                <a:cxn ang="0">
                  <a:pos x="21" y="34"/>
                </a:cxn>
                <a:cxn ang="0">
                  <a:pos x="20" y="32"/>
                </a:cxn>
                <a:cxn ang="0">
                  <a:pos x="20" y="30"/>
                </a:cxn>
                <a:cxn ang="0">
                  <a:pos x="21" y="29"/>
                </a:cxn>
                <a:cxn ang="0">
                  <a:pos x="30" y="29"/>
                </a:cxn>
                <a:cxn ang="0">
                  <a:pos x="30" y="15"/>
                </a:cxn>
                <a:cxn ang="0">
                  <a:pos x="31" y="14"/>
                </a:cxn>
                <a:cxn ang="0">
                  <a:pos x="33" y="14"/>
                </a:cxn>
                <a:cxn ang="0">
                  <a:pos x="34" y="15"/>
                </a:cxn>
                <a:cxn ang="0">
                  <a:pos x="34" y="32"/>
                </a:cxn>
              </a:cxnLst>
              <a:rect l="0" t="0" r="r" b="b"/>
              <a:pathLst>
                <a:path w="59" h="58">
                  <a:moveTo>
                    <a:pt x="30" y="58"/>
                  </a:moveTo>
                  <a:cubicBezTo>
                    <a:pt x="13" y="58"/>
                    <a:pt x="0" y="45"/>
                    <a:pt x="0" y="29"/>
                  </a:cubicBezTo>
                  <a:cubicBezTo>
                    <a:pt x="0" y="13"/>
                    <a:pt x="13" y="0"/>
                    <a:pt x="30" y="0"/>
                  </a:cubicBezTo>
                  <a:cubicBezTo>
                    <a:pt x="46" y="0"/>
                    <a:pt x="59" y="13"/>
                    <a:pt x="59" y="29"/>
                  </a:cubicBezTo>
                  <a:cubicBezTo>
                    <a:pt x="59" y="45"/>
                    <a:pt x="46" y="58"/>
                    <a:pt x="30" y="58"/>
                  </a:cubicBezTo>
                  <a:close/>
                  <a:moveTo>
                    <a:pt x="30" y="8"/>
                  </a:moveTo>
                  <a:cubicBezTo>
                    <a:pt x="18" y="8"/>
                    <a:pt x="9" y="17"/>
                    <a:pt x="9" y="29"/>
                  </a:cubicBezTo>
                  <a:cubicBezTo>
                    <a:pt x="9" y="40"/>
                    <a:pt x="18" y="49"/>
                    <a:pt x="30" y="49"/>
                  </a:cubicBezTo>
                  <a:cubicBezTo>
                    <a:pt x="41" y="49"/>
                    <a:pt x="50" y="40"/>
                    <a:pt x="50" y="29"/>
                  </a:cubicBezTo>
                  <a:cubicBezTo>
                    <a:pt x="50" y="17"/>
                    <a:pt x="41" y="8"/>
                    <a:pt x="30" y="8"/>
                  </a:cubicBezTo>
                  <a:close/>
                  <a:moveTo>
                    <a:pt x="34" y="32"/>
                  </a:moveTo>
                  <a:cubicBezTo>
                    <a:pt x="34" y="33"/>
                    <a:pt x="34" y="34"/>
                    <a:pt x="33" y="34"/>
                  </a:cubicBezTo>
                  <a:cubicBezTo>
                    <a:pt x="21" y="34"/>
                    <a:pt x="21" y="34"/>
                    <a:pt x="21" y="34"/>
                  </a:cubicBezTo>
                  <a:cubicBezTo>
                    <a:pt x="20" y="34"/>
                    <a:pt x="20" y="33"/>
                    <a:pt x="20" y="32"/>
                  </a:cubicBezTo>
                  <a:cubicBezTo>
                    <a:pt x="20" y="30"/>
                    <a:pt x="20" y="30"/>
                    <a:pt x="20" y="30"/>
                  </a:cubicBezTo>
                  <a:cubicBezTo>
                    <a:pt x="20" y="29"/>
                    <a:pt x="20" y="29"/>
                    <a:pt x="21" y="29"/>
                  </a:cubicBezTo>
                  <a:cubicBezTo>
                    <a:pt x="30" y="29"/>
                    <a:pt x="30" y="29"/>
                    <a:pt x="30" y="29"/>
                  </a:cubicBezTo>
                  <a:cubicBezTo>
                    <a:pt x="30" y="15"/>
                    <a:pt x="30" y="15"/>
                    <a:pt x="30" y="15"/>
                  </a:cubicBezTo>
                  <a:cubicBezTo>
                    <a:pt x="30" y="15"/>
                    <a:pt x="30" y="14"/>
                    <a:pt x="31" y="14"/>
                  </a:cubicBezTo>
                  <a:cubicBezTo>
                    <a:pt x="33" y="14"/>
                    <a:pt x="33" y="14"/>
                    <a:pt x="33" y="14"/>
                  </a:cubicBezTo>
                  <a:cubicBezTo>
                    <a:pt x="34" y="14"/>
                    <a:pt x="34" y="15"/>
                    <a:pt x="34" y="15"/>
                  </a:cubicBezTo>
                  <a:lnTo>
                    <a:pt x="34"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27">
                                            <p:graphicEl>
                                              <a:chart seriesIdx="-3" categoryIdx="-3" bldStep="gridLegend"/>
                                            </p:graphicEl>
                                          </p:spTgt>
                                        </p:tgtEl>
                                        <p:attrNameLst>
                                          <p:attrName>style.visibility</p:attrName>
                                        </p:attrNameLst>
                                      </p:cBhvr>
                                      <p:to>
                                        <p:strVal val="visible"/>
                                      </p:to>
                                    </p:set>
                                    <p:animEffect transition="in" filter="wipe(down)">
                                      <p:cBhvr>
                                        <p:cTn id="7" dur="500"/>
                                        <p:tgtEl>
                                          <p:spTgt spid="27">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7">
                                            <p:graphicEl>
                                              <a:chart seriesIdx="0" categoryIdx="-4" bldStep="series"/>
                                            </p:graphicEl>
                                          </p:spTgt>
                                        </p:tgtEl>
                                        <p:attrNameLst>
                                          <p:attrName>style.visibility</p:attrName>
                                        </p:attrNameLst>
                                      </p:cBhvr>
                                      <p:to>
                                        <p:strVal val="visible"/>
                                      </p:to>
                                    </p:set>
                                    <p:animEffect transition="in" filter="wipe(down)">
                                      <p:cBhvr>
                                        <p:cTn id="11" dur="500"/>
                                        <p:tgtEl>
                                          <p:spTgt spid="27">
                                            <p:graphicEl>
                                              <a:chart seriesIdx="0" categoryIdx="-4" bldStep="series"/>
                                            </p:graphic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7">
                                            <p:graphicEl>
                                              <a:chart seriesIdx="1" categoryIdx="-4" bldStep="series"/>
                                            </p:graphicEl>
                                          </p:spTgt>
                                        </p:tgtEl>
                                        <p:attrNameLst>
                                          <p:attrName>style.visibility</p:attrName>
                                        </p:attrNameLst>
                                      </p:cBhvr>
                                      <p:to>
                                        <p:strVal val="visible"/>
                                      </p:to>
                                    </p:set>
                                    <p:animEffect transition="in" filter="wipe(down)">
                                      <p:cBhvr>
                                        <p:cTn id="15" dur="500"/>
                                        <p:tgtEl>
                                          <p:spTgt spid="27">
                                            <p:graphicEl>
                                              <a:chart seriesIdx="1" categoryIdx="-4" bldStep="series"/>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27">
                                            <p:graphicEl>
                                              <a:chart seriesIdx="2" categoryIdx="-4" bldStep="series"/>
                                            </p:graphicEl>
                                          </p:spTgt>
                                        </p:tgtEl>
                                        <p:attrNameLst>
                                          <p:attrName>style.visibility</p:attrName>
                                        </p:attrNameLst>
                                      </p:cBhvr>
                                      <p:to>
                                        <p:strVal val="visible"/>
                                      </p:to>
                                    </p:set>
                                    <p:animEffect transition="in" filter="wipe(down)">
                                      <p:cBhvr>
                                        <p:cTn id="19" dur="500"/>
                                        <p:tgtEl>
                                          <p:spTgt spid="27">
                                            <p:graphicEl>
                                              <a:chart seriesIdx="2" categoryIdx="-4" bldStep="series"/>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27">
                                            <p:graphicEl>
                                              <a:chart seriesIdx="3" categoryIdx="-4" bldStep="series"/>
                                            </p:graphicEl>
                                          </p:spTgt>
                                        </p:tgtEl>
                                        <p:attrNameLst>
                                          <p:attrName>style.visibility</p:attrName>
                                        </p:attrNameLst>
                                      </p:cBhvr>
                                      <p:to>
                                        <p:strVal val="visible"/>
                                      </p:to>
                                    </p:set>
                                    <p:animEffect transition="in" filter="wipe(down)">
                                      <p:cBhvr>
                                        <p:cTn id="23" dur="500"/>
                                        <p:tgtEl>
                                          <p:spTgt spid="27">
                                            <p:graphicEl>
                                              <a:chart seriesIdx="3" categoryIdx="-4" bldStep="series"/>
                                            </p:graphicEl>
                                          </p:spTgt>
                                        </p:tgtEl>
                                      </p:cBhvr>
                                    </p:animEffect>
                                  </p:childTnLst>
                                </p:cTn>
                              </p:par>
                            </p:childTnLst>
                          </p:cTn>
                        </p:par>
                        <p:par>
                          <p:cTn id="24" fill="hold">
                            <p:stCondLst>
                              <p:cond delay="2500"/>
                            </p:stCondLst>
                            <p:childTnLst>
                              <p:par>
                                <p:cTn id="25" presetID="53" presetClass="entr" presetSubtype="0"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p:cTn id="27" dur="500" fill="hold"/>
                                        <p:tgtEl>
                                          <p:spTgt spid="3"/>
                                        </p:tgtEl>
                                        <p:attrNameLst>
                                          <p:attrName>ppt_w</p:attrName>
                                        </p:attrNameLst>
                                      </p:cBhvr>
                                      <p:tavLst>
                                        <p:tav tm="0">
                                          <p:val>
                                            <p:fltVal val="0"/>
                                          </p:val>
                                        </p:tav>
                                        <p:tav tm="100000">
                                          <p:val>
                                            <p:strVal val="#ppt_w"/>
                                          </p:val>
                                        </p:tav>
                                      </p:tavLst>
                                    </p:anim>
                                    <p:anim calcmode="lin" valueType="num">
                                      <p:cBhvr>
                                        <p:cTn id="28" dur="500" fill="hold"/>
                                        <p:tgtEl>
                                          <p:spTgt spid="3"/>
                                        </p:tgtEl>
                                        <p:attrNameLst>
                                          <p:attrName>ppt_h</p:attrName>
                                        </p:attrNameLst>
                                      </p:cBhvr>
                                      <p:tavLst>
                                        <p:tav tm="0">
                                          <p:val>
                                            <p:fltVal val="0"/>
                                          </p:val>
                                        </p:tav>
                                        <p:tav tm="100000">
                                          <p:val>
                                            <p:strVal val="#ppt_h"/>
                                          </p:val>
                                        </p:tav>
                                      </p:tavLst>
                                    </p:anim>
                                    <p:animEffect transition="in" filter="fade">
                                      <p:cBhvr>
                                        <p:cTn id="29" dur="500"/>
                                        <p:tgtEl>
                                          <p:spTgt spid="3"/>
                                        </p:tgtEl>
                                      </p:cBhvr>
                                    </p:animEffect>
                                  </p:childTnLst>
                                </p:cTn>
                              </p:par>
                              <p:par>
                                <p:cTn id="30" presetID="2" presetClass="entr" presetSubtype="2" accel="50000" decel="50000" fill="hold" grpId="0" nodeType="with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additive="base">
                                        <p:cTn id="32" dur="500" fill="hold"/>
                                        <p:tgtEl>
                                          <p:spTgt spid="28"/>
                                        </p:tgtEl>
                                        <p:attrNameLst>
                                          <p:attrName>ppt_x</p:attrName>
                                        </p:attrNameLst>
                                      </p:cBhvr>
                                      <p:tavLst>
                                        <p:tav tm="0">
                                          <p:val>
                                            <p:strVal val="1+#ppt_w/2"/>
                                          </p:val>
                                        </p:tav>
                                        <p:tav tm="100000">
                                          <p:val>
                                            <p:strVal val="#ppt_x"/>
                                          </p:val>
                                        </p:tav>
                                      </p:tavLst>
                                    </p:anim>
                                    <p:anim calcmode="lin" valueType="num">
                                      <p:cBhvr additive="base">
                                        <p:cTn id="33" dur="500" fill="hold"/>
                                        <p:tgtEl>
                                          <p:spTgt spid="28"/>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53"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p:cTn id="37" dur="500" fill="hold"/>
                                        <p:tgtEl>
                                          <p:spTgt spid="5"/>
                                        </p:tgtEl>
                                        <p:attrNameLst>
                                          <p:attrName>ppt_w</p:attrName>
                                        </p:attrNameLst>
                                      </p:cBhvr>
                                      <p:tavLst>
                                        <p:tav tm="0">
                                          <p:val>
                                            <p:fltVal val="0"/>
                                          </p:val>
                                        </p:tav>
                                        <p:tav tm="100000">
                                          <p:val>
                                            <p:strVal val="#ppt_w"/>
                                          </p:val>
                                        </p:tav>
                                      </p:tavLst>
                                    </p:anim>
                                    <p:anim calcmode="lin" valueType="num">
                                      <p:cBhvr>
                                        <p:cTn id="38" dur="500" fill="hold"/>
                                        <p:tgtEl>
                                          <p:spTgt spid="5"/>
                                        </p:tgtEl>
                                        <p:attrNameLst>
                                          <p:attrName>ppt_h</p:attrName>
                                        </p:attrNameLst>
                                      </p:cBhvr>
                                      <p:tavLst>
                                        <p:tav tm="0">
                                          <p:val>
                                            <p:fltVal val="0"/>
                                          </p:val>
                                        </p:tav>
                                        <p:tav tm="100000">
                                          <p:val>
                                            <p:strVal val="#ppt_h"/>
                                          </p:val>
                                        </p:tav>
                                      </p:tavLst>
                                    </p:anim>
                                    <p:animEffect transition="in" filter="fade">
                                      <p:cBhvr>
                                        <p:cTn id="39" dur="500"/>
                                        <p:tgtEl>
                                          <p:spTgt spid="5"/>
                                        </p:tgtEl>
                                      </p:cBhvr>
                                    </p:animEffect>
                                  </p:childTnLst>
                                </p:cTn>
                              </p:par>
                              <p:par>
                                <p:cTn id="40" presetID="2" presetClass="entr" presetSubtype="2" accel="50000" decel="50000" fill="hold" grpId="0" nodeType="withEffect">
                                  <p:stCondLst>
                                    <p:cond delay="0"/>
                                  </p:stCondLst>
                                  <p:childTnLst>
                                    <p:set>
                                      <p:cBhvr>
                                        <p:cTn id="41" dur="1" fill="hold">
                                          <p:stCondLst>
                                            <p:cond delay="0"/>
                                          </p:stCondLst>
                                        </p:cTn>
                                        <p:tgtEl>
                                          <p:spTgt spid="29"/>
                                        </p:tgtEl>
                                        <p:attrNameLst>
                                          <p:attrName>style.visibility</p:attrName>
                                        </p:attrNameLst>
                                      </p:cBhvr>
                                      <p:to>
                                        <p:strVal val="visible"/>
                                      </p:to>
                                    </p:set>
                                    <p:anim calcmode="lin" valueType="num">
                                      <p:cBhvr additive="base">
                                        <p:cTn id="42" dur="500" fill="hold"/>
                                        <p:tgtEl>
                                          <p:spTgt spid="29"/>
                                        </p:tgtEl>
                                        <p:attrNameLst>
                                          <p:attrName>ppt_x</p:attrName>
                                        </p:attrNameLst>
                                      </p:cBhvr>
                                      <p:tavLst>
                                        <p:tav tm="0">
                                          <p:val>
                                            <p:strVal val="1+#ppt_w/2"/>
                                          </p:val>
                                        </p:tav>
                                        <p:tav tm="100000">
                                          <p:val>
                                            <p:strVal val="#ppt_x"/>
                                          </p:val>
                                        </p:tav>
                                      </p:tavLst>
                                    </p:anim>
                                    <p:anim calcmode="lin" valueType="num">
                                      <p:cBhvr additive="base">
                                        <p:cTn id="43" dur="500" fill="hold"/>
                                        <p:tgtEl>
                                          <p:spTgt spid="29"/>
                                        </p:tgtEl>
                                        <p:attrNameLst>
                                          <p:attrName>ppt_y</p:attrName>
                                        </p:attrNameLst>
                                      </p:cBhvr>
                                      <p:tavLst>
                                        <p:tav tm="0">
                                          <p:val>
                                            <p:strVal val="#ppt_y"/>
                                          </p:val>
                                        </p:tav>
                                        <p:tav tm="100000">
                                          <p:val>
                                            <p:strVal val="#ppt_y"/>
                                          </p:val>
                                        </p:tav>
                                      </p:tavLst>
                                    </p:anim>
                                  </p:childTnLst>
                                </p:cTn>
                              </p:par>
                            </p:childTnLst>
                          </p:cTn>
                        </p:par>
                        <p:par>
                          <p:cTn id="44" fill="hold">
                            <p:stCondLst>
                              <p:cond delay="3500"/>
                            </p:stCondLst>
                            <p:childTnLst>
                              <p:par>
                                <p:cTn id="45" presetID="53" presetClass="entr" presetSubtype="0" fill="hold" nodeType="after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p:cTn id="47" dur="500" fill="hold"/>
                                        <p:tgtEl>
                                          <p:spTgt spid="6"/>
                                        </p:tgtEl>
                                        <p:attrNameLst>
                                          <p:attrName>ppt_w</p:attrName>
                                        </p:attrNameLst>
                                      </p:cBhvr>
                                      <p:tavLst>
                                        <p:tav tm="0">
                                          <p:val>
                                            <p:fltVal val="0"/>
                                          </p:val>
                                        </p:tav>
                                        <p:tav tm="100000">
                                          <p:val>
                                            <p:strVal val="#ppt_w"/>
                                          </p:val>
                                        </p:tav>
                                      </p:tavLst>
                                    </p:anim>
                                    <p:anim calcmode="lin" valueType="num">
                                      <p:cBhvr>
                                        <p:cTn id="48" dur="500" fill="hold"/>
                                        <p:tgtEl>
                                          <p:spTgt spid="6"/>
                                        </p:tgtEl>
                                        <p:attrNameLst>
                                          <p:attrName>ppt_h</p:attrName>
                                        </p:attrNameLst>
                                      </p:cBhvr>
                                      <p:tavLst>
                                        <p:tav tm="0">
                                          <p:val>
                                            <p:fltVal val="0"/>
                                          </p:val>
                                        </p:tav>
                                        <p:tav tm="100000">
                                          <p:val>
                                            <p:strVal val="#ppt_h"/>
                                          </p:val>
                                        </p:tav>
                                      </p:tavLst>
                                    </p:anim>
                                    <p:animEffect transition="in" filter="fade">
                                      <p:cBhvr>
                                        <p:cTn id="49" dur="500"/>
                                        <p:tgtEl>
                                          <p:spTgt spid="6"/>
                                        </p:tgtEl>
                                      </p:cBhvr>
                                    </p:animEffect>
                                  </p:childTnLst>
                                </p:cTn>
                              </p:par>
                              <p:par>
                                <p:cTn id="50" presetID="2" presetClass="entr" presetSubtype="2" accel="50000" decel="5000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 calcmode="lin" valueType="num">
                                      <p:cBhvr additive="base">
                                        <p:cTn id="52" dur="500" fill="hold"/>
                                        <p:tgtEl>
                                          <p:spTgt spid="30"/>
                                        </p:tgtEl>
                                        <p:attrNameLst>
                                          <p:attrName>ppt_x</p:attrName>
                                        </p:attrNameLst>
                                      </p:cBhvr>
                                      <p:tavLst>
                                        <p:tav tm="0">
                                          <p:val>
                                            <p:strVal val="1+#ppt_w/2"/>
                                          </p:val>
                                        </p:tav>
                                        <p:tav tm="100000">
                                          <p:val>
                                            <p:strVal val="#ppt_x"/>
                                          </p:val>
                                        </p:tav>
                                      </p:tavLst>
                                    </p:anim>
                                    <p:anim calcmode="lin" valueType="num">
                                      <p:cBhvr additive="base">
                                        <p:cTn id="53" dur="500" fill="hold"/>
                                        <p:tgtEl>
                                          <p:spTgt spid="30"/>
                                        </p:tgtEl>
                                        <p:attrNameLst>
                                          <p:attrName>ppt_y</p:attrName>
                                        </p:attrNameLst>
                                      </p:cBhvr>
                                      <p:tavLst>
                                        <p:tav tm="0">
                                          <p:val>
                                            <p:strVal val="#ppt_y"/>
                                          </p:val>
                                        </p:tav>
                                        <p:tav tm="100000">
                                          <p:val>
                                            <p:strVal val="#ppt_y"/>
                                          </p:val>
                                        </p:tav>
                                      </p:tavLst>
                                    </p:anim>
                                  </p:childTnLst>
                                </p:cTn>
                              </p:par>
                            </p:childTnLst>
                          </p:cTn>
                        </p:par>
                        <p:par>
                          <p:cTn id="54" fill="hold">
                            <p:stCondLst>
                              <p:cond delay="4000"/>
                            </p:stCondLst>
                            <p:childTnLst>
                              <p:par>
                                <p:cTn id="55" presetID="53" presetClass="entr" presetSubtype="0" fill="hold" nodeType="after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p:cTn id="57" dur="500" fill="hold"/>
                                        <p:tgtEl>
                                          <p:spTgt spid="7"/>
                                        </p:tgtEl>
                                        <p:attrNameLst>
                                          <p:attrName>ppt_w</p:attrName>
                                        </p:attrNameLst>
                                      </p:cBhvr>
                                      <p:tavLst>
                                        <p:tav tm="0">
                                          <p:val>
                                            <p:fltVal val="0"/>
                                          </p:val>
                                        </p:tav>
                                        <p:tav tm="100000">
                                          <p:val>
                                            <p:strVal val="#ppt_w"/>
                                          </p:val>
                                        </p:tav>
                                      </p:tavLst>
                                    </p:anim>
                                    <p:anim calcmode="lin" valueType="num">
                                      <p:cBhvr>
                                        <p:cTn id="58" dur="500" fill="hold"/>
                                        <p:tgtEl>
                                          <p:spTgt spid="7"/>
                                        </p:tgtEl>
                                        <p:attrNameLst>
                                          <p:attrName>ppt_h</p:attrName>
                                        </p:attrNameLst>
                                      </p:cBhvr>
                                      <p:tavLst>
                                        <p:tav tm="0">
                                          <p:val>
                                            <p:fltVal val="0"/>
                                          </p:val>
                                        </p:tav>
                                        <p:tav tm="100000">
                                          <p:val>
                                            <p:strVal val="#ppt_h"/>
                                          </p:val>
                                        </p:tav>
                                      </p:tavLst>
                                    </p:anim>
                                    <p:animEffect transition="in" filter="fade">
                                      <p:cBhvr>
                                        <p:cTn id="59" dur="500"/>
                                        <p:tgtEl>
                                          <p:spTgt spid="7"/>
                                        </p:tgtEl>
                                      </p:cBhvr>
                                    </p:animEffect>
                                  </p:childTnLst>
                                </p:cTn>
                              </p:par>
                              <p:par>
                                <p:cTn id="60" presetID="2" presetClass="entr" presetSubtype="2" accel="50000" decel="50000" fill="hold" grpId="0" nodeType="withEffect">
                                  <p:stCondLst>
                                    <p:cond delay="0"/>
                                  </p:stCondLst>
                                  <p:childTnLst>
                                    <p:set>
                                      <p:cBhvr>
                                        <p:cTn id="61" dur="1" fill="hold">
                                          <p:stCondLst>
                                            <p:cond delay="0"/>
                                          </p:stCondLst>
                                        </p:cTn>
                                        <p:tgtEl>
                                          <p:spTgt spid="31"/>
                                        </p:tgtEl>
                                        <p:attrNameLst>
                                          <p:attrName>style.visibility</p:attrName>
                                        </p:attrNameLst>
                                      </p:cBhvr>
                                      <p:to>
                                        <p:strVal val="visible"/>
                                      </p:to>
                                    </p:set>
                                    <p:anim calcmode="lin" valueType="num">
                                      <p:cBhvr additive="base">
                                        <p:cTn id="62" dur="500" fill="hold"/>
                                        <p:tgtEl>
                                          <p:spTgt spid="31"/>
                                        </p:tgtEl>
                                        <p:attrNameLst>
                                          <p:attrName>ppt_x</p:attrName>
                                        </p:attrNameLst>
                                      </p:cBhvr>
                                      <p:tavLst>
                                        <p:tav tm="0">
                                          <p:val>
                                            <p:strVal val="1+#ppt_w/2"/>
                                          </p:val>
                                        </p:tav>
                                        <p:tav tm="100000">
                                          <p:val>
                                            <p:strVal val="#ppt_x"/>
                                          </p:val>
                                        </p:tav>
                                      </p:tavLst>
                                    </p:anim>
                                    <p:anim calcmode="lin" valueType="num">
                                      <p:cBhvr additive="base">
                                        <p:cTn id="63" dur="500" fill="hold"/>
                                        <p:tgtEl>
                                          <p:spTgt spid="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28" grpId="0"/>
      <p:bldP spid="29" grpId="0"/>
      <p:bldP spid="30" grpId="0"/>
      <p:bldP spid="31"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9"/>
          <p:cNvGrpSpPr/>
          <p:nvPr/>
        </p:nvGrpSpPr>
        <p:grpSpPr>
          <a:xfrm flipV="1">
            <a:off x="5851968" y="3760336"/>
            <a:ext cx="2174452" cy="711221"/>
            <a:chOff x="2512762" y="1534824"/>
            <a:chExt cx="2174452" cy="711221"/>
          </a:xfrm>
        </p:grpSpPr>
        <p:cxnSp>
          <p:nvCxnSpPr>
            <p:cNvPr id="61" name="Straight Connector 60"/>
            <p:cNvCxnSpPr/>
            <p:nvPr/>
          </p:nvCxnSpPr>
          <p:spPr>
            <a:xfrm flipV="1">
              <a:off x="2512762" y="1534824"/>
              <a:ext cx="0" cy="711221"/>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512762" y="1534824"/>
              <a:ext cx="2174452" cy="0"/>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4" name="Title 3"/>
          <p:cNvSpPr>
            <a:spLocks noGrp="1"/>
          </p:cNvSpPr>
          <p:nvPr>
            <p:ph type="title"/>
          </p:nvPr>
        </p:nvSpPr>
        <p:spPr/>
        <p:txBody>
          <a:bodyPr/>
          <a:lstStyle/>
          <a:p>
            <a:r>
              <a:rPr lang="en-US"/>
              <a:t>3D Pie Chart</a:t>
            </a:r>
            <a:endParaRPr lang="en-US" dirty="0"/>
          </a:p>
        </p:txBody>
      </p:sp>
      <p:sp>
        <p:nvSpPr>
          <p:cNvPr id="5" name="Text Placeholder 4"/>
          <p:cNvSpPr>
            <a:spLocks noGrp="1"/>
          </p:cNvSpPr>
          <p:nvPr>
            <p:ph type="body" sz="half" idx="2"/>
          </p:nvPr>
        </p:nvSpPr>
        <p:spPr/>
        <p:txBody>
          <a:bodyPr/>
          <a:lstStyle/>
          <a:p>
            <a:r>
              <a:rPr lang="en-US"/>
              <a:t>3D Pie Chart</a:t>
            </a:r>
            <a:endParaRPr lang="en-US" dirty="0"/>
          </a:p>
        </p:txBody>
      </p:sp>
      <p:sp>
        <p:nvSpPr>
          <p:cNvPr id="42" name="Slide Number Placeholder 41"/>
          <p:cNvSpPr>
            <a:spLocks noGrp="1"/>
          </p:cNvSpPr>
          <p:nvPr>
            <p:ph type="sldNum" sz="quarter" idx="12"/>
          </p:nvPr>
        </p:nvSpPr>
        <p:spPr/>
        <p:txBody>
          <a:bodyPr/>
          <a:lstStyle/>
          <a:p>
            <a:fld id="{C136B7D2-B98C-44FD-8D04-7EC62A564975}" type="slidenum">
              <a:rPr lang="en-US" smtClean="0"/>
              <a:pPr/>
              <a:t>291</a:t>
            </a:fld>
            <a:endParaRPr lang="en-US" dirty="0"/>
          </a:p>
        </p:txBody>
      </p:sp>
      <p:sp>
        <p:nvSpPr>
          <p:cNvPr id="46" name="Freeform 45"/>
          <p:cNvSpPr/>
          <p:nvPr/>
        </p:nvSpPr>
        <p:spPr>
          <a:xfrm>
            <a:off x="5704772" y="1533600"/>
            <a:ext cx="1425561" cy="1425561"/>
          </a:xfrm>
          <a:custGeom>
            <a:avLst/>
            <a:gdLst>
              <a:gd name="connsiteX0" fmla="*/ 0 w 1759712"/>
              <a:gd name="connsiteY0" fmla="*/ 1759712 h 1759712"/>
              <a:gd name="connsiteX1" fmla="*/ 515410 w 1759712"/>
              <a:gd name="connsiteY1" fmla="*/ 515408 h 1759712"/>
              <a:gd name="connsiteX2" fmla="*/ 1759716 w 1759712"/>
              <a:gd name="connsiteY2" fmla="*/ 2 h 1759712"/>
              <a:gd name="connsiteX3" fmla="*/ 1759712 w 1759712"/>
              <a:gd name="connsiteY3" fmla="*/ 1759712 h 1759712"/>
              <a:gd name="connsiteX4" fmla="*/ 0 w 1759712"/>
              <a:gd name="connsiteY4" fmla="*/ 1759712 h 1759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9712" h="1759712">
                <a:moveTo>
                  <a:pt x="0" y="0"/>
                </a:moveTo>
                <a:cubicBezTo>
                  <a:pt x="466705" y="1"/>
                  <a:pt x="914294" y="185399"/>
                  <a:pt x="1244304" y="515410"/>
                </a:cubicBezTo>
                <a:cubicBezTo>
                  <a:pt x="1574314" y="845421"/>
                  <a:pt x="1759711" y="1293011"/>
                  <a:pt x="1759710" y="1759716"/>
                </a:cubicBezTo>
                <a:cubicBezTo>
                  <a:pt x="1173140" y="1759715"/>
                  <a:pt x="586570" y="1759713"/>
                  <a:pt x="0" y="1759712"/>
                </a:cubicBezTo>
                <a:lnTo>
                  <a:pt x="0" y="0"/>
                </a:lnTo>
                <a:close/>
              </a:path>
            </a:pathLst>
          </a:custGeom>
          <a:solidFill>
            <a:schemeClr val="accent1"/>
          </a:solidFill>
          <a:ln>
            <a:noFill/>
          </a:ln>
          <a:scene3d>
            <a:camera prst="isometricOffAxis1Top"/>
            <a:lightRig rig="threePt" dir="t"/>
          </a:scene3d>
          <a:sp3d extrusionH="1270000">
            <a:extrusionClr>
              <a:schemeClr val="accent1">
                <a:lumMod val="75000"/>
              </a:schemeClr>
            </a:extrusion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9137" tIns="714545" rIns="714541" bIns="199136" numCol="1" spcCol="1270" anchor="ctr" anchorCtr="0">
            <a:noAutofit/>
          </a:bodyPr>
          <a:lstStyle/>
          <a:p>
            <a:pPr lvl="0" algn="ctr" defTabSz="1244600">
              <a:lnSpc>
                <a:spcPct val="90000"/>
              </a:lnSpc>
              <a:spcBef>
                <a:spcPct val="0"/>
              </a:spcBef>
              <a:spcAft>
                <a:spcPct val="35000"/>
              </a:spcAft>
            </a:pPr>
            <a:endParaRPr lang="en-US" sz="2800" kern="1200" dirty="0"/>
          </a:p>
        </p:txBody>
      </p:sp>
      <p:sp>
        <p:nvSpPr>
          <p:cNvPr id="47" name="Freeform 46"/>
          <p:cNvSpPr/>
          <p:nvPr/>
        </p:nvSpPr>
        <p:spPr>
          <a:xfrm>
            <a:off x="6327438" y="2571032"/>
            <a:ext cx="1425561" cy="1425562"/>
          </a:xfrm>
          <a:custGeom>
            <a:avLst/>
            <a:gdLst>
              <a:gd name="connsiteX0" fmla="*/ 0 w 1759712"/>
              <a:gd name="connsiteY0" fmla="*/ 1759712 h 1759712"/>
              <a:gd name="connsiteX1" fmla="*/ 515410 w 1759712"/>
              <a:gd name="connsiteY1" fmla="*/ 515408 h 1759712"/>
              <a:gd name="connsiteX2" fmla="*/ 1759716 w 1759712"/>
              <a:gd name="connsiteY2" fmla="*/ 2 h 1759712"/>
              <a:gd name="connsiteX3" fmla="*/ 1759712 w 1759712"/>
              <a:gd name="connsiteY3" fmla="*/ 1759712 h 1759712"/>
              <a:gd name="connsiteX4" fmla="*/ 0 w 1759712"/>
              <a:gd name="connsiteY4" fmla="*/ 1759712 h 1759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9712" h="1759712">
                <a:moveTo>
                  <a:pt x="1759712" y="0"/>
                </a:moveTo>
                <a:cubicBezTo>
                  <a:pt x="1759711" y="466705"/>
                  <a:pt x="1574313" y="914294"/>
                  <a:pt x="1244302" y="1244304"/>
                </a:cubicBezTo>
                <a:cubicBezTo>
                  <a:pt x="914291" y="1574314"/>
                  <a:pt x="466701" y="1759711"/>
                  <a:pt x="-3" y="1759710"/>
                </a:cubicBezTo>
                <a:cubicBezTo>
                  <a:pt x="-2" y="1173140"/>
                  <a:pt x="0" y="586570"/>
                  <a:pt x="0" y="0"/>
                </a:cubicBezTo>
                <a:lnTo>
                  <a:pt x="1759712" y="0"/>
                </a:lnTo>
                <a:close/>
              </a:path>
            </a:pathLst>
          </a:custGeom>
          <a:solidFill>
            <a:schemeClr val="accent3"/>
          </a:solidFill>
          <a:ln>
            <a:noFill/>
          </a:ln>
          <a:scene3d>
            <a:camera prst="isometricOffAxis1Top"/>
            <a:lightRig rig="threePt" dir="t"/>
          </a:scene3d>
          <a:sp3d extrusionH="635000">
            <a:extrusionClr>
              <a:schemeClr val="accent3">
                <a:lumMod val="75000"/>
              </a:schemeClr>
            </a:extrusion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9136" tIns="199137" rIns="714545" bIns="714542" numCol="1" spcCol="1270" anchor="ctr" anchorCtr="0">
            <a:noAutofit/>
          </a:bodyPr>
          <a:lstStyle/>
          <a:p>
            <a:pPr lvl="0" algn="ctr" defTabSz="1244600">
              <a:lnSpc>
                <a:spcPct val="90000"/>
              </a:lnSpc>
              <a:spcBef>
                <a:spcPct val="0"/>
              </a:spcBef>
              <a:spcAft>
                <a:spcPct val="35000"/>
              </a:spcAft>
            </a:pPr>
            <a:endParaRPr lang="en-US" sz="2800" kern="1200" dirty="0"/>
          </a:p>
        </p:txBody>
      </p:sp>
      <p:sp>
        <p:nvSpPr>
          <p:cNvPr id="45" name="Freeform 44"/>
          <p:cNvSpPr/>
          <p:nvPr/>
        </p:nvSpPr>
        <p:spPr>
          <a:xfrm>
            <a:off x="4419600" y="2244821"/>
            <a:ext cx="1425561" cy="1425561"/>
          </a:xfrm>
          <a:custGeom>
            <a:avLst/>
            <a:gdLst>
              <a:gd name="connsiteX0" fmla="*/ 0 w 1759712"/>
              <a:gd name="connsiteY0" fmla="*/ 1759712 h 1759712"/>
              <a:gd name="connsiteX1" fmla="*/ 515410 w 1759712"/>
              <a:gd name="connsiteY1" fmla="*/ 515408 h 1759712"/>
              <a:gd name="connsiteX2" fmla="*/ 1759716 w 1759712"/>
              <a:gd name="connsiteY2" fmla="*/ 2 h 1759712"/>
              <a:gd name="connsiteX3" fmla="*/ 1759712 w 1759712"/>
              <a:gd name="connsiteY3" fmla="*/ 1759712 h 1759712"/>
              <a:gd name="connsiteX4" fmla="*/ 0 w 1759712"/>
              <a:gd name="connsiteY4" fmla="*/ 1759712 h 1759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9712" h="1759712">
                <a:moveTo>
                  <a:pt x="0" y="1759712"/>
                </a:moveTo>
                <a:cubicBezTo>
                  <a:pt x="1" y="1293007"/>
                  <a:pt x="185399" y="845418"/>
                  <a:pt x="515410" y="515408"/>
                </a:cubicBezTo>
                <a:cubicBezTo>
                  <a:pt x="845421" y="185398"/>
                  <a:pt x="1293011" y="1"/>
                  <a:pt x="1759716" y="2"/>
                </a:cubicBezTo>
                <a:cubicBezTo>
                  <a:pt x="1759715" y="586572"/>
                  <a:pt x="1759713" y="1173142"/>
                  <a:pt x="1759712" y="1759712"/>
                </a:cubicBezTo>
                <a:lnTo>
                  <a:pt x="0" y="1759712"/>
                </a:lnTo>
                <a:close/>
              </a:path>
            </a:pathLst>
          </a:custGeom>
          <a:solidFill>
            <a:schemeClr val="accent2"/>
          </a:solidFill>
          <a:ln>
            <a:noFill/>
          </a:ln>
          <a:scene3d>
            <a:camera prst="isometricOffAxis1Top"/>
            <a:lightRig rig="threePt" dir="t"/>
          </a:scene3d>
          <a:sp3d extrusionH="762000">
            <a:extrusionClr>
              <a:schemeClr val="accent2">
                <a:lumMod val="75000"/>
              </a:schemeClr>
            </a:extrusion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14545" tIns="714542" rIns="199136" bIns="199136" numCol="1" spcCol="1270" anchor="ctr" anchorCtr="0">
            <a:noAutofit/>
          </a:bodyPr>
          <a:lstStyle/>
          <a:p>
            <a:pPr lvl="0" algn="ctr" defTabSz="1244600">
              <a:lnSpc>
                <a:spcPct val="90000"/>
              </a:lnSpc>
              <a:spcBef>
                <a:spcPct val="0"/>
              </a:spcBef>
              <a:spcAft>
                <a:spcPct val="35000"/>
              </a:spcAft>
            </a:pPr>
            <a:endParaRPr lang="en-US" sz="2800" kern="1200" dirty="0"/>
          </a:p>
        </p:txBody>
      </p:sp>
      <p:sp>
        <p:nvSpPr>
          <p:cNvPr id="48" name="Freeform 47"/>
          <p:cNvSpPr/>
          <p:nvPr/>
        </p:nvSpPr>
        <p:spPr>
          <a:xfrm>
            <a:off x="5042491" y="3007869"/>
            <a:ext cx="1425561" cy="1425561"/>
          </a:xfrm>
          <a:custGeom>
            <a:avLst/>
            <a:gdLst>
              <a:gd name="connsiteX0" fmla="*/ 0 w 1759712"/>
              <a:gd name="connsiteY0" fmla="*/ 1759712 h 1759712"/>
              <a:gd name="connsiteX1" fmla="*/ 515410 w 1759712"/>
              <a:gd name="connsiteY1" fmla="*/ 515408 h 1759712"/>
              <a:gd name="connsiteX2" fmla="*/ 1759716 w 1759712"/>
              <a:gd name="connsiteY2" fmla="*/ 2 h 1759712"/>
              <a:gd name="connsiteX3" fmla="*/ 1759712 w 1759712"/>
              <a:gd name="connsiteY3" fmla="*/ 1759712 h 1759712"/>
              <a:gd name="connsiteX4" fmla="*/ 0 w 1759712"/>
              <a:gd name="connsiteY4" fmla="*/ 1759712 h 1759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9712" h="1759712">
                <a:moveTo>
                  <a:pt x="1759712" y="1759712"/>
                </a:moveTo>
                <a:cubicBezTo>
                  <a:pt x="1293007" y="1759711"/>
                  <a:pt x="845418" y="1574313"/>
                  <a:pt x="515408" y="1244302"/>
                </a:cubicBezTo>
                <a:cubicBezTo>
                  <a:pt x="185398" y="914291"/>
                  <a:pt x="1" y="466701"/>
                  <a:pt x="2" y="-4"/>
                </a:cubicBezTo>
                <a:cubicBezTo>
                  <a:pt x="586572" y="-3"/>
                  <a:pt x="1173142" y="-1"/>
                  <a:pt x="1759712" y="0"/>
                </a:cubicBezTo>
                <a:lnTo>
                  <a:pt x="1759712" y="1759712"/>
                </a:lnTo>
                <a:close/>
              </a:path>
            </a:pathLst>
          </a:custGeom>
          <a:solidFill>
            <a:schemeClr val="accent4"/>
          </a:solidFill>
          <a:ln>
            <a:noFill/>
          </a:ln>
          <a:scene3d>
            <a:camera prst="isometricOffAxis1Top"/>
            <a:lightRig rig="threePt" dir="t"/>
          </a:scene3d>
          <a:sp3d extrusionH="381000">
            <a:extrusionClr>
              <a:schemeClr val="accent4">
                <a:lumMod val="75000"/>
              </a:schemeClr>
            </a:extrusion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14543" tIns="199135" rIns="199134" bIns="714546" numCol="1" spcCol="1270" anchor="ctr" anchorCtr="0">
            <a:noAutofit/>
          </a:bodyPr>
          <a:lstStyle/>
          <a:p>
            <a:pPr lvl="0" algn="ctr" defTabSz="1244600">
              <a:lnSpc>
                <a:spcPct val="90000"/>
              </a:lnSpc>
              <a:spcBef>
                <a:spcPct val="0"/>
              </a:spcBef>
              <a:spcAft>
                <a:spcPct val="35000"/>
              </a:spcAft>
            </a:pPr>
            <a:endParaRPr lang="en-US" sz="2800" kern="1200" dirty="0"/>
          </a:p>
        </p:txBody>
      </p:sp>
      <p:grpSp>
        <p:nvGrpSpPr>
          <p:cNvPr id="3" name="Group 55"/>
          <p:cNvGrpSpPr/>
          <p:nvPr/>
        </p:nvGrpSpPr>
        <p:grpSpPr>
          <a:xfrm>
            <a:off x="6327438" y="1533600"/>
            <a:ext cx="1655989" cy="711221"/>
            <a:chOff x="2512762" y="1534824"/>
            <a:chExt cx="1655989" cy="711221"/>
          </a:xfrm>
        </p:grpSpPr>
        <p:cxnSp>
          <p:nvCxnSpPr>
            <p:cNvPr id="51" name="Straight Connector 50"/>
            <p:cNvCxnSpPr/>
            <p:nvPr/>
          </p:nvCxnSpPr>
          <p:spPr>
            <a:xfrm flipV="1">
              <a:off x="2512762" y="1534824"/>
              <a:ext cx="0" cy="711221"/>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2512762" y="1534824"/>
              <a:ext cx="1655989" cy="0"/>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6" name="Group 56"/>
          <p:cNvGrpSpPr/>
          <p:nvPr/>
        </p:nvGrpSpPr>
        <p:grpSpPr>
          <a:xfrm>
            <a:off x="6888894" y="2571032"/>
            <a:ext cx="1094533" cy="711221"/>
            <a:chOff x="2512762" y="1534824"/>
            <a:chExt cx="1094533" cy="711221"/>
          </a:xfrm>
        </p:grpSpPr>
        <p:cxnSp>
          <p:nvCxnSpPr>
            <p:cNvPr id="58" name="Straight Connector 57"/>
            <p:cNvCxnSpPr/>
            <p:nvPr/>
          </p:nvCxnSpPr>
          <p:spPr>
            <a:xfrm flipV="1">
              <a:off x="2512762" y="1534824"/>
              <a:ext cx="0" cy="711221"/>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2512762" y="1534824"/>
              <a:ext cx="1094533" cy="0"/>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64" name="Straight Connector 63"/>
          <p:cNvCxnSpPr/>
          <p:nvPr/>
        </p:nvCxnSpPr>
        <p:spPr>
          <a:xfrm flipV="1">
            <a:off x="5240212" y="1533600"/>
            <a:ext cx="0" cy="1402506"/>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Oval 84"/>
          <p:cNvSpPr>
            <a:spLocks noChangeAspect="1"/>
          </p:cNvSpPr>
          <p:nvPr/>
        </p:nvSpPr>
        <p:spPr>
          <a:xfrm>
            <a:off x="7745732" y="2282491"/>
            <a:ext cx="570468" cy="570468"/>
          </a:xfrm>
          <a:prstGeom prst="ellipse">
            <a:avLst/>
          </a:prstGeom>
          <a:solidFill>
            <a:schemeClr val="accent3"/>
          </a:solidFill>
          <a:ln w="57150">
            <a:no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1400" b="1" kern="1200" dirty="0"/>
              <a:t>50%</a:t>
            </a:r>
          </a:p>
        </p:txBody>
      </p:sp>
      <p:sp>
        <p:nvSpPr>
          <p:cNvPr id="86" name="Oval 85"/>
          <p:cNvSpPr>
            <a:spLocks noChangeAspect="1"/>
          </p:cNvSpPr>
          <p:nvPr/>
        </p:nvSpPr>
        <p:spPr>
          <a:xfrm>
            <a:off x="7745732" y="1245565"/>
            <a:ext cx="570468" cy="570468"/>
          </a:xfrm>
          <a:prstGeom prst="ellipse">
            <a:avLst/>
          </a:prstGeom>
          <a:solidFill>
            <a:schemeClr val="accent1"/>
          </a:solidFill>
          <a:ln w="57150">
            <a:no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1400" b="1" kern="1200" dirty="0"/>
              <a:t>100%</a:t>
            </a:r>
          </a:p>
        </p:txBody>
      </p:sp>
      <p:sp>
        <p:nvSpPr>
          <p:cNvPr id="87" name="Oval 86"/>
          <p:cNvSpPr>
            <a:spLocks noChangeAspect="1"/>
          </p:cNvSpPr>
          <p:nvPr/>
        </p:nvSpPr>
        <p:spPr>
          <a:xfrm>
            <a:off x="4955656" y="1295905"/>
            <a:ext cx="570468" cy="570468"/>
          </a:xfrm>
          <a:prstGeom prst="ellipse">
            <a:avLst/>
          </a:prstGeom>
          <a:solidFill>
            <a:schemeClr val="accent2"/>
          </a:solidFill>
          <a:ln w="57150">
            <a:no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1200" b="1" kern="1200" dirty="0"/>
              <a:t>60%</a:t>
            </a:r>
          </a:p>
        </p:txBody>
      </p:sp>
      <p:sp>
        <p:nvSpPr>
          <p:cNvPr id="88" name="Oval 87"/>
          <p:cNvSpPr>
            <a:spLocks noChangeAspect="1"/>
          </p:cNvSpPr>
          <p:nvPr/>
        </p:nvSpPr>
        <p:spPr>
          <a:xfrm>
            <a:off x="7745732" y="4183522"/>
            <a:ext cx="570468" cy="570468"/>
          </a:xfrm>
          <a:prstGeom prst="ellipse">
            <a:avLst/>
          </a:prstGeom>
          <a:solidFill>
            <a:schemeClr val="accent4"/>
          </a:solidFill>
          <a:ln w="57150">
            <a:no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1400" b="1" kern="1200" dirty="0"/>
              <a:t>30%</a:t>
            </a:r>
          </a:p>
        </p:txBody>
      </p:sp>
      <p:sp>
        <p:nvSpPr>
          <p:cNvPr id="43" name="TextBox 42"/>
          <p:cNvSpPr txBox="1"/>
          <p:nvPr/>
        </p:nvSpPr>
        <p:spPr>
          <a:xfrm>
            <a:off x="1313232" y="1581150"/>
            <a:ext cx="298790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44" name="TextBox 43"/>
          <p:cNvSpPr txBox="1"/>
          <p:nvPr/>
        </p:nvSpPr>
        <p:spPr>
          <a:xfrm>
            <a:off x="1313232" y="2255343"/>
            <a:ext cx="2987900"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49" name="TextBox 48"/>
          <p:cNvSpPr txBox="1"/>
          <p:nvPr/>
        </p:nvSpPr>
        <p:spPr>
          <a:xfrm>
            <a:off x="1313232" y="2975494"/>
            <a:ext cx="298790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50" name="TextBox 49"/>
          <p:cNvSpPr txBox="1"/>
          <p:nvPr/>
        </p:nvSpPr>
        <p:spPr>
          <a:xfrm>
            <a:off x="1313231" y="3712156"/>
            <a:ext cx="2987901"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b="1" dirty="0">
              <a:solidFill>
                <a:schemeClr val="tx1">
                  <a:lumMod val="65000"/>
                  <a:lumOff val="35000"/>
                </a:schemeClr>
              </a:solidFill>
            </a:endParaRPr>
          </a:p>
        </p:txBody>
      </p:sp>
      <p:grpSp>
        <p:nvGrpSpPr>
          <p:cNvPr id="7" name="Group 51"/>
          <p:cNvGrpSpPr/>
          <p:nvPr/>
        </p:nvGrpSpPr>
        <p:grpSpPr>
          <a:xfrm>
            <a:off x="787105" y="1644189"/>
            <a:ext cx="493370" cy="479245"/>
            <a:chOff x="5205677" y="1309828"/>
            <a:chExt cx="493370" cy="479245"/>
          </a:xfrm>
        </p:grpSpPr>
        <p:sp>
          <p:nvSpPr>
            <p:cNvPr id="53" name="Rounded Rectangle 52"/>
            <p:cNvSpPr/>
            <p:nvPr/>
          </p:nvSpPr>
          <p:spPr>
            <a:xfrm>
              <a:off x="5205677" y="130982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54" name="Freeform 117"/>
            <p:cNvSpPr>
              <a:spLocks/>
            </p:cNvSpPr>
            <p:nvPr/>
          </p:nvSpPr>
          <p:spPr bwMode="auto">
            <a:xfrm>
              <a:off x="5317181" y="1414269"/>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55"/>
          <p:cNvGrpSpPr/>
          <p:nvPr/>
        </p:nvGrpSpPr>
        <p:grpSpPr>
          <a:xfrm>
            <a:off x="787105" y="2331151"/>
            <a:ext cx="493370" cy="479245"/>
            <a:chOff x="5205677" y="1966548"/>
            <a:chExt cx="493370" cy="479245"/>
          </a:xfrm>
        </p:grpSpPr>
        <p:sp>
          <p:nvSpPr>
            <p:cNvPr id="57" name="Rounded Rectangle 56"/>
            <p:cNvSpPr/>
            <p:nvPr/>
          </p:nvSpPr>
          <p:spPr>
            <a:xfrm>
              <a:off x="5205677" y="1966548"/>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60" name="Freeform 36"/>
            <p:cNvSpPr>
              <a:spLocks noEditPoints="1"/>
            </p:cNvSpPr>
            <p:nvPr/>
          </p:nvSpPr>
          <p:spPr bwMode="auto">
            <a:xfrm>
              <a:off x="5317181" y="2059372"/>
              <a:ext cx="270363" cy="293597"/>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62"/>
          <p:cNvGrpSpPr/>
          <p:nvPr/>
        </p:nvGrpSpPr>
        <p:grpSpPr>
          <a:xfrm>
            <a:off x="787105" y="3064071"/>
            <a:ext cx="493370" cy="479245"/>
            <a:chOff x="5205677" y="2623268"/>
            <a:chExt cx="493370" cy="479245"/>
          </a:xfrm>
        </p:grpSpPr>
        <p:sp>
          <p:nvSpPr>
            <p:cNvPr id="65" name="Rounded Rectangle 64"/>
            <p:cNvSpPr/>
            <p:nvPr/>
          </p:nvSpPr>
          <p:spPr>
            <a:xfrm>
              <a:off x="5205677" y="2623268"/>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66" name="Freeform 13"/>
            <p:cNvSpPr>
              <a:spLocks noEditPoints="1"/>
            </p:cNvSpPr>
            <p:nvPr/>
          </p:nvSpPr>
          <p:spPr bwMode="auto">
            <a:xfrm>
              <a:off x="5301275" y="2711803"/>
              <a:ext cx="302175" cy="302175"/>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66"/>
          <p:cNvGrpSpPr/>
          <p:nvPr/>
        </p:nvGrpSpPr>
        <p:grpSpPr>
          <a:xfrm>
            <a:off x="787105" y="3796991"/>
            <a:ext cx="493370" cy="479245"/>
            <a:chOff x="5205677" y="3279988"/>
            <a:chExt cx="493370" cy="479245"/>
          </a:xfrm>
        </p:grpSpPr>
        <p:sp>
          <p:nvSpPr>
            <p:cNvPr id="68" name="Rounded Rectangle 67"/>
            <p:cNvSpPr/>
            <p:nvPr/>
          </p:nvSpPr>
          <p:spPr>
            <a:xfrm>
              <a:off x="5205677" y="3279988"/>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69" name="Freeform 171"/>
            <p:cNvSpPr>
              <a:spLocks noEditPoints="1"/>
            </p:cNvSpPr>
            <p:nvPr/>
          </p:nvSpPr>
          <p:spPr bwMode="auto">
            <a:xfrm>
              <a:off x="5300142" y="3369769"/>
              <a:ext cx="304440" cy="299683"/>
            </a:xfrm>
            <a:custGeom>
              <a:avLst/>
              <a:gdLst/>
              <a:ahLst/>
              <a:cxnLst>
                <a:cxn ang="0">
                  <a:pos x="30" y="58"/>
                </a:cxn>
                <a:cxn ang="0">
                  <a:pos x="0" y="29"/>
                </a:cxn>
                <a:cxn ang="0">
                  <a:pos x="30" y="0"/>
                </a:cxn>
                <a:cxn ang="0">
                  <a:pos x="59" y="29"/>
                </a:cxn>
                <a:cxn ang="0">
                  <a:pos x="30" y="58"/>
                </a:cxn>
                <a:cxn ang="0">
                  <a:pos x="30" y="8"/>
                </a:cxn>
                <a:cxn ang="0">
                  <a:pos x="9" y="29"/>
                </a:cxn>
                <a:cxn ang="0">
                  <a:pos x="30" y="49"/>
                </a:cxn>
                <a:cxn ang="0">
                  <a:pos x="50" y="29"/>
                </a:cxn>
                <a:cxn ang="0">
                  <a:pos x="30" y="8"/>
                </a:cxn>
                <a:cxn ang="0">
                  <a:pos x="34" y="32"/>
                </a:cxn>
                <a:cxn ang="0">
                  <a:pos x="33" y="34"/>
                </a:cxn>
                <a:cxn ang="0">
                  <a:pos x="21" y="34"/>
                </a:cxn>
                <a:cxn ang="0">
                  <a:pos x="20" y="32"/>
                </a:cxn>
                <a:cxn ang="0">
                  <a:pos x="20" y="30"/>
                </a:cxn>
                <a:cxn ang="0">
                  <a:pos x="21" y="29"/>
                </a:cxn>
                <a:cxn ang="0">
                  <a:pos x="30" y="29"/>
                </a:cxn>
                <a:cxn ang="0">
                  <a:pos x="30" y="15"/>
                </a:cxn>
                <a:cxn ang="0">
                  <a:pos x="31" y="14"/>
                </a:cxn>
                <a:cxn ang="0">
                  <a:pos x="33" y="14"/>
                </a:cxn>
                <a:cxn ang="0">
                  <a:pos x="34" y="15"/>
                </a:cxn>
                <a:cxn ang="0">
                  <a:pos x="34" y="32"/>
                </a:cxn>
              </a:cxnLst>
              <a:rect l="0" t="0" r="r" b="b"/>
              <a:pathLst>
                <a:path w="59" h="58">
                  <a:moveTo>
                    <a:pt x="30" y="58"/>
                  </a:moveTo>
                  <a:cubicBezTo>
                    <a:pt x="13" y="58"/>
                    <a:pt x="0" y="45"/>
                    <a:pt x="0" y="29"/>
                  </a:cubicBezTo>
                  <a:cubicBezTo>
                    <a:pt x="0" y="13"/>
                    <a:pt x="13" y="0"/>
                    <a:pt x="30" y="0"/>
                  </a:cubicBezTo>
                  <a:cubicBezTo>
                    <a:pt x="46" y="0"/>
                    <a:pt x="59" y="13"/>
                    <a:pt x="59" y="29"/>
                  </a:cubicBezTo>
                  <a:cubicBezTo>
                    <a:pt x="59" y="45"/>
                    <a:pt x="46" y="58"/>
                    <a:pt x="30" y="58"/>
                  </a:cubicBezTo>
                  <a:close/>
                  <a:moveTo>
                    <a:pt x="30" y="8"/>
                  </a:moveTo>
                  <a:cubicBezTo>
                    <a:pt x="18" y="8"/>
                    <a:pt x="9" y="17"/>
                    <a:pt x="9" y="29"/>
                  </a:cubicBezTo>
                  <a:cubicBezTo>
                    <a:pt x="9" y="40"/>
                    <a:pt x="18" y="49"/>
                    <a:pt x="30" y="49"/>
                  </a:cubicBezTo>
                  <a:cubicBezTo>
                    <a:pt x="41" y="49"/>
                    <a:pt x="50" y="40"/>
                    <a:pt x="50" y="29"/>
                  </a:cubicBezTo>
                  <a:cubicBezTo>
                    <a:pt x="50" y="17"/>
                    <a:pt x="41" y="8"/>
                    <a:pt x="30" y="8"/>
                  </a:cubicBezTo>
                  <a:close/>
                  <a:moveTo>
                    <a:pt x="34" y="32"/>
                  </a:moveTo>
                  <a:cubicBezTo>
                    <a:pt x="34" y="33"/>
                    <a:pt x="34" y="34"/>
                    <a:pt x="33" y="34"/>
                  </a:cubicBezTo>
                  <a:cubicBezTo>
                    <a:pt x="21" y="34"/>
                    <a:pt x="21" y="34"/>
                    <a:pt x="21" y="34"/>
                  </a:cubicBezTo>
                  <a:cubicBezTo>
                    <a:pt x="20" y="34"/>
                    <a:pt x="20" y="33"/>
                    <a:pt x="20" y="32"/>
                  </a:cubicBezTo>
                  <a:cubicBezTo>
                    <a:pt x="20" y="30"/>
                    <a:pt x="20" y="30"/>
                    <a:pt x="20" y="30"/>
                  </a:cubicBezTo>
                  <a:cubicBezTo>
                    <a:pt x="20" y="29"/>
                    <a:pt x="20" y="29"/>
                    <a:pt x="21" y="29"/>
                  </a:cubicBezTo>
                  <a:cubicBezTo>
                    <a:pt x="30" y="29"/>
                    <a:pt x="30" y="29"/>
                    <a:pt x="30" y="29"/>
                  </a:cubicBezTo>
                  <a:cubicBezTo>
                    <a:pt x="30" y="15"/>
                    <a:pt x="30" y="15"/>
                    <a:pt x="30" y="15"/>
                  </a:cubicBezTo>
                  <a:cubicBezTo>
                    <a:pt x="30" y="15"/>
                    <a:pt x="30" y="14"/>
                    <a:pt x="31" y="14"/>
                  </a:cubicBezTo>
                  <a:cubicBezTo>
                    <a:pt x="33" y="14"/>
                    <a:pt x="33" y="14"/>
                    <a:pt x="33" y="14"/>
                  </a:cubicBezTo>
                  <a:cubicBezTo>
                    <a:pt x="34" y="14"/>
                    <a:pt x="34" y="15"/>
                    <a:pt x="34" y="15"/>
                  </a:cubicBezTo>
                  <a:lnTo>
                    <a:pt x="34"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ppt_x"/>
                                          </p:val>
                                        </p:tav>
                                        <p:tav tm="100000">
                                          <p:val>
                                            <p:strVal val="#ppt_x"/>
                                          </p:val>
                                        </p:tav>
                                      </p:tavLst>
                                    </p:anim>
                                    <p:anim calcmode="lin" valueType="num">
                                      <p:cBhvr additive="base">
                                        <p:cTn id="8" dur="500" fill="hold"/>
                                        <p:tgtEl>
                                          <p:spTgt spid="4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8" presetClass="entr" presetSubtype="3"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strips(upRight)">
                                      <p:cBhvr>
                                        <p:cTn id="12" dur="500"/>
                                        <p:tgtEl>
                                          <p:spTgt spid="3"/>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86"/>
                                        </p:tgtEl>
                                        <p:attrNameLst>
                                          <p:attrName>style.visibility</p:attrName>
                                        </p:attrNameLst>
                                      </p:cBhvr>
                                      <p:to>
                                        <p:strVal val="visible"/>
                                      </p:to>
                                    </p:set>
                                    <p:anim calcmode="lin" valueType="num">
                                      <p:cBhvr>
                                        <p:cTn id="15" dur="500" fill="hold"/>
                                        <p:tgtEl>
                                          <p:spTgt spid="86"/>
                                        </p:tgtEl>
                                        <p:attrNameLst>
                                          <p:attrName>ppt_w</p:attrName>
                                        </p:attrNameLst>
                                      </p:cBhvr>
                                      <p:tavLst>
                                        <p:tav tm="0">
                                          <p:val>
                                            <p:fltVal val="0"/>
                                          </p:val>
                                        </p:tav>
                                        <p:tav tm="100000">
                                          <p:val>
                                            <p:strVal val="#ppt_w"/>
                                          </p:val>
                                        </p:tav>
                                      </p:tavLst>
                                    </p:anim>
                                    <p:anim calcmode="lin" valueType="num">
                                      <p:cBhvr>
                                        <p:cTn id="16" dur="500" fill="hold"/>
                                        <p:tgtEl>
                                          <p:spTgt spid="86"/>
                                        </p:tgtEl>
                                        <p:attrNameLst>
                                          <p:attrName>ppt_h</p:attrName>
                                        </p:attrNameLst>
                                      </p:cBhvr>
                                      <p:tavLst>
                                        <p:tav tm="0">
                                          <p:val>
                                            <p:fltVal val="0"/>
                                          </p:val>
                                        </p:tav>
                                        <p:tav tm="100000">
                                          <p:val>
                                            <p:strVal val="#ppt_h"/>
                                          </p:val>
                                        </p:tav>
                                      </p:tavLst>
                                    </p:anim>
                                    <p:animEffect transition="in" filter="fade">
                                      <p:cBhvr>
                                        <p:cTn id="17" dur="500"/>
                                        <p:tgtEl>
                                          <p:spTgt spid="86"/>
                                        </p:tgtEl>
                                      </p:cBhvr>
                                    </p:animEffect>
                                  </p:childTnLst>
                                </p:cTn>
                              </p:par>
                            </p:childTnLst>
                          </p:cTn>
                        </p:par>
                        <p:par>
                          <p:cTn id="18" fill="hold">
                            <p:stCondLst>
                              <p:cond delay="10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 calcmode="lin" valueType="num">
                                      <p:cBhvr additive="base">
                                        <p:cTn id="21" dur="500" fill="hold"/>
                                        <p:tgtEl>
                                          <p:spTgt spid="45"/>
                                        </p:tgtEl>
                                        <p:attrNameLst>
                                          <p:attrName>ppt_x</p:attrName>
                                        </p:attrNameLst>
                                      </p:cBhvr>
                                      <p:tavLst>
                                        <p:tav tm="0">
                                          <p:val>
                                            <p:strVal val="#ppt_x"/>
                                          </p:val>
                                        </p:tav>
                                        <p:tav tm="100000">
                                          <p:val>
                                            <p:strVal val="#ppt_x"/>
                                          </p:val>
                                        </p:tav>
                                      </p:tavLst>
                                    </p:anim>
                                    <p:anim calcmode="lin" valueType="num">
                                      <p:cBhvr additive="base">
                                        <p:cTn id="22" dur="500" fill="hold"/>
                                        <p:tgtEl>
                                          <p:spTgt spid="45"/>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18" presetClass="entr" presetSubtype="3" fill="hold" nodeType="after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strips(upRight)">
                                      <p:cBhvr>
                                        <p:cTn id="26" dur="500"/>
                                        <p:tgtEl>
                                          <p:spTgt spid="64"/>
                                        </p:tgtEl>
                                      </p:cBhvr>
                                    </p:animEffect>
                                  </p:childTnLst>
                                </p:cTn>
                              </p:par>
                              <p:par>
                                <p:cTn id="27" presetID="53" presetClass="entr" presetSubtype="0" fill="hold" grpId="0" nodeType="withEffect">
                                  <p:stCondLst>
                                    <p:cond delay="0"/>
                                  </p:stCondLst>
                                  <p:childTnLst>
                                    <p:set>
                                      <p:cBhvr>
                                        <p:cTn id="28" dur="1" fill="hold">
                                          <p:stCondLst>
                                            <p:cond delay="0"/>
                                          </p:stCondLst>
                                        </p:cTn>
                                        <p:tgtEl>
                                          <p:spTgt spid="87"/>
                                        </p:tgtEl>
                                        <p:attrNameLst>
                                          <p:attrName>style.visibility</p:attrName>
                                        </p:attrNameLst>
                                      </p:cBhvr>
                                      <p:to>
                                        <p:strVal val="visible"/>
                                      </p:to>
                                    </p:set>
                                    <p:anim calcmode="lin" valueType="num">
                                      <p:cBhvr>
                                        <p:cTn id="29" dur="500" fill="hold"/>
                                        <p:tgtEl>
                                          <p:spTgt spid="87"/>
                                        </p:tgtEl>
                                        <p:attrNameLst>
                                          <p:attrName>ppt_w</p:attrName>
                                        </p:attrNameLst>
                                      </p:cBhvr>
                                      <p:tavLst>
                                        <p:tav tm="0">
                                          <p:val>
                                            <p:fltVal val="0"/>
                                          </p:val>
                                        </p:tav>
                                        <p:tav tm="100000">
                                          <p:val>
                                            <p:strVal val="#ppt_w"/>
                                          </p:val>
                                        </p:tav>
                                      </p:tavLst>
                                    </p:anim>
                                    <p:anim calcmode="lin" valueType="num">
                                      <p:cBhvr>
                                        <p:cTn id="30" dur="500" fill="hold"/>
                                        <p:tgtEl>
                                          <p:spTgt spid="87"/>
                                        </p:tgtEl>
                                        <p:attrNameLst>
                                          <p:attrName>ppt_h</p:attrName>
                                        </p:attrNameLst>
                                      </p:cBhvr>
                                      <p:tavLst>
                                        <p:tav tm="0">
                                          <p:val>
                                            <p:fltVal val="0"/>
                                          </p:val>
                                        </p:tav>
                                        <p:tav tm="100000">
                                          <p:val>
                                            <p:strVal val="#ppt_h"/>
                                          </p:val>
                                        </p:tav>
                                      </p:tavLst>
                                    </p:anim>
                                    <p:animEffect transition="in" filter="fade">
                                      <p:cBhvr>
                                        <p:cTn id="31" dur="500"/>
                                        <p:tgtEl>
                                          <p:spTgt spid="87"/>
                                        </p:tgtEl>
                                      </p:cBhvr>
                                    </p:animEffect>
                                  </p:childTnLst>
                                </p:cTn>
                              </p:par>
                            </p:childTnLst>
                          </p:cTn>
                        </p:par>
                        <p:par>
                          <p:cTn id="32" fill="hold">
                            <p:stCondLst>
                              <p:cond delay="20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500" fill="hold"/>
                                        <p:tgtEl>
                                          <p:spTgt spid="47"/>
                                        </p:tgtEl>
                                        <p:attrNameLst>
                                          <p:attrName>ppt_x</p:attrName>
                                        </p:attrNameLst>
                                      </p:cBhvr>
                                      <p:tavLst>
                                        <p:tav tm="0">
                                          <p:val>
                                            <p:strVal val="#ppt_x"/>
                                          </p:val>
                                        </p:tav>
                                        <p:tav tm="100000">
                                          <p:val>
                                            <p:strVal val="#ppt_x"/>
                                          </p:val>
                                        </p:tav>
                                      </p:tavLst>
                                    </p:anim>
                                    <p:anim calcmode="lin" valueType="num">
                                      <p:cBhvr additive="base">
                                        <p:cTn id="36" dur="500" fill="hold"/>
                                        <p:tgtEl>
                                          <p:spTgt spid="47"/>
                                        </p:tgtEl>
                                        <p:attrNameLst>
                                          <p:attrName>ppt_y</p:attrName>
                                        </p:attrNameLst>
                                      </p:cBhvr>
                                      <p:tavLst>
                                        <p:tav tm="0">
                                          <p:val>
                                            <p:strVal val="1+#ppt_h/2"/>
                                          </p:val>
                                        </p:tav>
                                        <p:tav tm="100000">
                                          <p:val>
                                            <p:strVal val="#ppt_y"/>
                                          </p:val>
                                        </p:tav>
                                      </p:tavLst>
                                    </p:anim>
                                  </p:childTnLst>
                                </p:cTn>
                              </p:par>
                            </p:childTnLst>
                          </p:cTn>
                        </p:par>
                        <p:par>
                          <p:cTn id="37" fill="hold">
                            <p:stCondLst>
                              <p:cond delay="2500"/>
                            </p:stCondLst>
                            <p:childTnLst>
                              <p:par>
                                <p:cTn id="38" presetID="18" presetClass="entr" presetSubtype="3" fill="hold"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strips(upRight)">
                                      <p:cBhvr>
                                        <p:cTn id="40" dur="500"/>
                                        <p:tgtEl>
                                          <p:spTgt spid="6"/>
                                        </p:tgtEl>
                                      </p:cBhvr>
                                    </p:animEffect>
                                  </p:childTnLst>
                                </p:cTn>
                              </p:par>
                              <p:par>
                                <p:cTn id="41" presetID="53" presetClass="entr" presetSubtype="0" fill="hold" grpId="0" nodeType="withEffect">
                                  <p:stCondLst>
                                    <p:cond delay="0"/>
                                  </p:stCondLst>
                                  <p:childTnLst>
                                    <p:set>
                                      <p:cBhvr>
                                        <p:cTn id="42" dur="1" fill="hold">
                                          <p:stCondLst>
                                            <p:cond delay="0"/>
                                          </p:stCondLst>
                                        </p:cTn>
                                        <p:tgtEl>
                                          <p:spTgt spid="85"/>
                                        </p:tgtEl>
                                        <p:attrNameLst>
                                          <p:attrName>style.visibility</p:attrName>
                                        </p:attrNameLst>
                                      </p:cBhvr>
                                      <p:to>
                                        <p:strVal val="visible"/>
                                      </p:to>
                                    </p:set>
                                    <p:anim calcmode="lin" valueType="num">
                                      <p:cBhvr>
                                        <p:cTn id="43" dur="500" fill="hold"/>
                                        <p:tgtEl>
                                          <p:spTgt spid="85"/>
                                        </p:tgtEl>
                                        <p:attrNameLst>
                                          <p:attrName>ppt_w</p:attrName>
                                        </p:attrNameLst>
                                      </p:cBhvr>
                                      <p:tavLst>
                                        <p:tav tm="0">
                                          <p:val>
                                            <p:fltVal val="0"/>
                                          </p:val>
                                        </p:tav>
                                        <p:tav tm="100000">
                                          <p:val>
                                            <p:strVal val="#ppt_w"/>
                                          </p:val>
                                        </p:tav>
                                      </p:tavLst>
                                    </p:anim>
                                    <p:anim calcmode="lin" valueType="num">
                                      <p:cBhvr>
                                        <p:cTn id="44" dur="500" fill="hold"/>
                                        <p:tgtEl>
                                          <p:spTgt spid="85"/>
                                        </p:tgtEl>
                                        <p:attrNameLst>
                                          <p:attrName>ppt_h</p:attrName>
                                        </p:attrNameLst>
                                      </p:cBhvr>
                                      <p:tavLst>
                                        <p:tav tm="0">
                                          <p:val>
                                            <p:fltVal val="0"/>
                                          </p:val>
                                        </p:tav>
                                        <p:tav tm="100000">
                                          <p:val>
                                            <p:strVal val="#ppt_h"/>
                                          </p:val>
                                        </p:tav>
                                      </p:tavLst>
                                    </p:anim>
                                    <p:animEffect transition="in" filter="fade">
                                      <p:cBhvr>
                                        <p:cTn id="45" dur="500"/>
                                        <p:tgtEl>
                                          <p:spTgt spid="85"/>
                                        </p:tgtEl>
                                      </p:cBhvr>
                                    </p:animEffect>
                                  </p:childTnLst>
                                </p:cTn>
                              </p:par>
                            </p:childTnLst>
                          </p:cTn>
                        </p:par>
                        <p:par>
                          <p:cTn id="46" fill="hold">
                            <p:stCondLst>
                              <p:cond delay="3000"/>
                            </p:stCondLst>
                            <p:childTnLst>
                              <p:par>
                                <p:cTn id="47" presetID="2" presetClass="entr" presetSubtype="4" accel="50000" decel="50000" fill="hold" grpId="0" nodeType="afterEffect">
                                  <p:stCondLst>
                                    <p:cond delay="0"/>
                                  </p:stCondLst>
                                  <p:childTnLst>
                                    <p:set>
                                      <p:cBhvr>
                                        <p:cTn id="48" dur="1" fill="hold">
                                          <p:stCondLst>
                                            <p:cond delay="0"/>
                                          </p:stCondLst>
                                        </p:cTn>
                                        <p:tgtEl>
                                          <p:spTgt spid="48"/>
                                        </p:tgtEl>
                                        <p:attrNameLst>
                                          <p:attrName>style.visibility</p:attrName>
                                        </p:attrNameLst>
                                      </p:cBhvr>
                                      <p:to>
                                        <p:strVal val="visible"/>
                                      </p:to>
                                    </p:set>
                                    <p:anim calcmode="lin" valueType="num">
                                      <p:cBhvr additive="base">
                                        <p:cTn id="49" dur="500" fill="hold"/>
                                        <p:tgtEl>
                                          <p:spTgt spid="48"/>
                                        </p:tgtEl>
                                        <p:attrNameLst>
                                          <p:attrName>ppt_x</p:attrName>
                                        </p:attrNameLst>
                                      </p:cBhvr>
                                      <p:tavLst>
                                        <p:tav tm="0">
                                          <p:val>
                                            <p:strVal val="#ppt_x"/>
                                          </p:val>
                                        </p:tav>
                                        <p:tav tm="100000">
                                          <p:val>
                                            <p:strVal val="#ppt_x"/>
                                          </p:val>
                                        </p:tav>
                                      </p:tavLst>
                                    </p:anim>
                                    <p:anim calcmode="lin" valueType="num">
                                      <p:cBhvr additive="base">
                                        <p:cTn id="50" dur="500" fill="hold"/>
                                        <p:tgtEl>
                                          <p:spTgt spid="48"/>
                                        </p:tgtEl>
                                        <p:attrNameLst>
                                          <p:attrName>ppt_y</p:attrName>
                                        </p:attrNameLst>
                                      </p:cBhvr>
                                      <p:tavLst>
                                        <p:tav tm="0">
                                          <p:val>
                                            <p:strVal val="1+#ppt_h/2"/>
                                          </p:val>
                                        </p:tav>
                                        <p:tav tm="100000">
                                          <p:val>
                                            <p:strVal val="#ppt_y"/>
                                          </p:val>
                                        </p:tav>
                                      </p:tavLst>
                                    </p:anim>
                                  </p:childTnLst>
                                </p:cTn>
                              </p:par>
                            </p:childTnLst>
                          </p:cTn>
                        </p:par>
                        <p:par>
                          <p:cTn id="51" fill="hold">
                            <p:stCondLst>
                              <p:cond delay="3500"/>
                            </p:stCondLst>
                            <p:childTnLst>
                              <p:par>
                                <p:cTn id="52" presetID="18" presetClass="entr" presetSubtype="3" fill="hold" nodeType="afterEffect">
                                  <p:stCondLst>
                                    <p:cond delay="0"/>
                                  </p:stCondLst>
                                  <p:childTnLst>
                                    <p:set>
                                      <p:cBhvr>
                                        <p:cTn id="53" dur="1" fill="hold">
                                          <p:stCondLst>
                                            <p:cond delay="0"/>
                                          </p:stCondLst>
                                        </p:cTn>
                                        <p:tgtEl>
                                          <p:spTgt spid="2"/>
                                        </p:tgtEl>
                                        <p:attrNameLst>
                                          <p:attrName>style.visibility</p:attrName>
                                        </p:attrNameLst>
                                      </p:cBhvr>
                                      <p:to>
                                        <p:strVal val="visible"/>
                                      </p:to>
                                    </p:set>
                                    <p:animEffect transition="in" filter="strips(upRight)">
                                      <p:cBhvr>
                                        <p:cTn id="54" dur="500"/>
                                        <p:tgtEl>
                                          <p:spTgt spid="2"/>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88"/>
                                        </p:tgtEl>
                                        <p:attrNameLst>
                                          <p:attrName>style.visibility</p:attrName>
                                        </p:attrNameLst>
                                      </p:cBhvr>
                                      <p:to>
                                        <p:strVal val="visible"/>
                                      </p:to>
                                    </p:set>
                                    <p:anim calcmode="lin" valueType="num">
                                      <p:cBhvr>
                                        <p:cTn id="57" dur="500" fill="hold"/>
                                        <p:tgtEl>
                                          <p:spTgt spid="88"/>
                                        </p:tgtEl>
                                        <p:attrNameLst>
                                          <p:attrName>ppt_w</p:attrName>
                                        </p:attrNameLst>
                                      </p:cBhvr>
                                      <p:tavLst>
                                        <p:tav tm="0">
                                          <p:val>
                                            <p:fltVal val="0"/>
                                          </p:val>
                                        </p:tav>
                                        <p:tav tm="100000">
                                          <p:val>
                                            <p:strVal val="#ppt_w"/>
                                          </p:val>
                                        </p:tav>
                                      </p:tavLst>
                                    </p:anim>
                                    <p:anim calcmode="lin" valueType="num">
                                      <p:cBhvr>
                                        <p:cTn id="58" dur="500" fill="hold"/>
                                        <p:tgtEl>
                                          <p:spTgt spid="88"/>
                                        </p:tgtEl>
                                        <p:attrNameLst>
                                          <p:attrName>ppt_h</p:attrName>
                                        </p:attrNameLst>
                                      </p:cBhvr>
                                      <p:tavLst>
                                        <p:tav tm="0">
                                          <p:val>
                                            <p:fltVal val="0"/>
                                          </p:val>
                                        </p:tav>
                                        <p:tav tm="100000">
                                          <p:val>
                                            <p:strVal val="#ppt_h"/>
                                          </p:val>
                                        </p:tav>
                                      </p:tavLst>
                                    </p:anim>
                                    <p:animEffect transition="in" filter="fade">
                                      <p:cBhvr>
                                        <p:cTn id="59" dur="500"/>
                                        <p:tgtEl>
                                          <p:spTgt spid="88"/>
                                        </p:tgtEl>
                                      </p:cBhvr>
                                    </p:animEffect>
                                  </p:childTnLst>
                                </p:cTn>
                              </p:par>
                            </p:childTnLst>
                          </p:cTn>
                        </p:par>
                        <p:par>
                          <p:cTn id="60" fill="hold">
                            <p:stCondLst>
                              <p:cond delay="4000"/>
                            </p:stCondLst>
                            <p:childTnLst>
                              <p:par>
                                <p:cTn id="61" presetID="53" presetClass="entr" presetSubtype="0" fill="hold" nodeType="after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500" fill="hold"/>
                                        <p:tgtEl>
                                          <p:spTgt spid="7"/>
                                        </p:tgtEl>
                                        <p:attrNameLst>
                                          <p:attrName>ppt_w</p:attrName>
                                        </p:attrNameLst>
                                      </p:cBhvr>
                                      <p:tavLst>
                                        <p:tav tm="0">
                                          <p:val>
                                            <p:fltVal val="0"/>
                                          </p:val>
                                        </p:tav>
                                        <p:tav tm="100000">
                                          <p:val>
                                            <p:strVal val="#ppt_w"/>
                                          </p:val>
                                        </p:tav>
                                      </p:tavLst>
                                    </p:anim>
                                    <p:anim calcmode="lin" valueType="num">
                                      <p:cBhvr>
                                        <p:cTn id="64" dur="500" fill="hold"/>
                                        <p:tgtEl>
                                          <p:spTgt spid="7"/>
                                        </p:tgtEl>
                                        <p:attrNameLst>
                                          <p:attrName>ppt_h</p:attrName>
                                        </p:attrNameLst>
                                      </p:cBhvr>
                                      <p:tavLst>
                                        <p:tav tm="0">
                                          <p:val>
                                            <p:fltVal val="0"/>
                                          </p:val>
                                        </p:tav>
                                        <p:tav tm="100000">
                                          <p:val>
                                            <p:strVal val="#ppt_h"/>
                                          </p:val>
                                        </p:tav>
                                      </p:tavLst>
                                    </p:anim>
                                    <p:animEffect transition="in" filter="fade">
                                      <p:cBhvr>
                                        <p:cTn id="65" dur="500"/>
                                        <p:tgtEl>
                                          <p:spTgt spid="7"/>
                                        </p:tgtEl>
                                      </p:cBhvr>
                                    </p:animEffect>
                                  </p:childTnLst>
                                </p:cTn>
                              </p:par>
                              <p:par>
                                <p:cTn id="66" presetID="2" presetClass="entr" presetSubtype="4" accel="50000" decel="50000" fill="hold" grpId="0" nodeType="withEffect">
                                  <p:stCondLst>
                                    <p:cond delay="0"/>
                                  </p:stCondLst>
                                  <p:childTnLst>
                                    <p:set>
                                      <p:cBhvr>
                                        <p:cTn id="67" dur="1" fill="hold">
                                          <p:stCondLst>
                                            <p:cond delay="0"/>
                                          </p:stCondLst>
                                        </p:cTn>
                                        <p:tgtEl>
                                          <p:spTgt spid="43"/>
                                        </p:tgtEl>
                                        <p:attrNameLst>
                                          <p:attrName>style.visibility</p:attrName>
                                        </p:attrNameLst>
                                      </p:cBhvr>
                                      <p:to>
                                        <p:strVal val="visible"/>
                                      </p:to>
                                    </p:set>
                                    <p:anim calcmode="lin" valueType="num">
                                      <p:cBhvr additive="base">
                                        <p:cTn id="68" dur="500" fill="hold"/>
                                        <p:tgtEl>
                                          <p:spTgt spid="43"/>
                                        </p:tgtEl>
                                        <p:attrNameLst>
                                          <p:attrName>ppt_x</p:attrName>
                                        </p:attrNameLst>
                                      </p:cBhvr>
                                      <p:tavLst>
                                        <p:tav tm="0">
                                          <p:val>
                                            <p:strVal val="#ppt_x"/>
                                          </p:val>
                                        </p:tav>
                                        <p:tav tm="100000">
                                          <p:val>
                                            <p:strVal val="#ppt_x"/>
                                          </p:val>
                                        </p:tav>
                                      </p:tavLst>
                                    </p:anim>
                                    <p:anim calcmode="lin" valueType="num">
                                      <p:cBhvr additive="base">
                                        <p:cTn id="69" dur="500" fill="hold"/>
                                        <p:tgtEl>
                                          <p:spTgt spid="43"/>
                                        </p:tgtEl>
                                        <p:attrNameLst>
                                          <p:attrName>ppt_y</p:attrName>
                                        </p:attrNameLst>
                                      </p:cBhvr>
                                      <p:tavLst>
                                        <p:tav tm="0">
                                          <p:val>
                                            <p:strVal val="1+#ppt_h/2"/>
                                          </p:val>
                                        </p:tav>
                                        <p:tav tm="100000">
                                          <p:val>
                                            <p:strVal val="#ppt_y"/>
                                          </p:val>
                                        </p:tav>
                                      </p:tavLst>
                                    </p:anim>
                                  </p:childTnLst>
                                </p:cTn>
                              </p:par>
                            </p:childTnLst>
                          </p:cTn>
                        </p:par>
                        <p:par>
                          <p:cTn id="70" fill="hold">
                            <p:stCondLst>
                              <p:cond delay="4500"/>
                            </p:stCondLst>
                            <p:childTnLst>
                              <p:par>
                                <p:cTn id="71" presetID="53" presetClass="entr" presetSubtype="0" fill="hold" nodeType="after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p:cTn id="73" dur="500" fill="hold"/>
                                        <p:tgtEl>
                                          <p:spTgt spid="8"/>
                                        </p:tgtEl>
                                        <p:attrNameLst>
                                          <p:attrName>ppt_w</p:attrName>
                                        </p:attrNameLst>
                                      </p:cBhvr>
                                      <p:tavLst>
                                        <p:tav tm="0">
                                          <p:val>
                                            <p:fltVal val="0"/>
                                          </p:val>
                                        </p:tav>
                                        <p:tav tm="100000">
                                          <p:val>
                                            <p:strVal val="#ppt_w"/>
                                          </p:val>
                                        </p:tav>
                                      </p:tavLst>
                                    </p:anim>
                                    <p:anim calcmode="lin" valueType="num">
                                      <p:cBhvr>
                                        <p:cTn id="74" dur="500" fill="hold"/>
                                        <p:tgtEl>
                                          <p:spTgt spid="8"/>
                                        </p:tgtEl>
                                        <p:attrNameLst>
                                          <p:attrName>ppt_h</p:attrName>
                                        </p:attrNameLst>
                                      </p:cBhvr>
                                      <p:tavLst>
                                        <p:tav tm="0">
                                          <p:val>
                                            <p:fltVal val="0"/>
                                          </p:val>
                                        </p:tav>
                                        <p:tav tm="100000">
                                          <p:val>
                                            <p:strVal val="#ppt_h"/>
                                          </p:val>
                                        </p:tav>
                                      </p:tavLst>
                                    </p:anim>
                                    <p:animEffect transition="in" filter="fade">
                                      <p:cBhvr>
                                        <p:cTn id="75" dur="500"/>
                                        <p:tgtEl>
                                          <p:spTgt spid="8"/>
                                        </p:tgtEl>
                                      </p:cBhvr>
                                    </p:animEffect>
                                  </p:childTnLst>
                                </p:cTn>
                              </p:par>
                              <p:par>
                                <p:cTn id="76" presetID="2" presetClass="entr" presetSubtype="4" accel="50000" decel="50000"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 calcmode="lin" valueType="num">
                                      <p:cBhvr additive="base">
                                        <p:cTn id="78" dur="500" fill="hold"/>
                                        <p:tgtEl>
                                          <p:spTgt spid="44"/>
                                        </p:tgtEl>
                                        <p:attrNameLst>
                                          <p:attrName>ppt_x</p:attrName>
                                        </p:attrNameLst>
                                      </p:cBhvr>
                                      <p:tavLst>
                                        <p:tav tm="0">
                                          <p:val>
                                            <p:strVal val="#ppt_x"/>
                                          </p:val>
                                        </p:tav>
                                        <p:tav tm="100000">
                                          <p:val>
                                            <p:strVal val="#ppt_x"/>
                                          </p:val>
                                        </p:tav>
                                      </p:tavLst>
                                    </p:anim>
                                    <p:anim calcmode="lin" valueType="num">
                                      <p:cBhvr additive="base">
                                        <p:cTn id="79" dur="500" fill="hold"/>
                                        <p:tgtEl>
                                          <p:spTgt spid="44"/>
                                        </p:tgtEl>
                                        <p:attrNameLst>
                                          <p:attrName>ppt_y</p:attrName>
                                        </p:attrNameLst>
                                      </p:cBhvr>
                                      <p:tavLst>
                                        <p:tav tm="0">
                                          <p:val>
                                            <p:strVal val="1+#ppt_h/2"/>
                                          </p:val>
                                        </p:tav>
                                        <p:tav tm="100000">
                                          <p:val>
                                            <p:strVal val="#ppt_y"/>
                                          </p:val>
                                        </p:tav>
                                      </p:tavLst>
                                    </p:anim>
                                  </p:childTnLst>
                                </p:cTn>
                              </p:par>
                            </p:childTnLst>
                          </p:cTn>
                        </p:par>
                        <p:par>
                          <p:cTn id="80" fill="hold">
                            <p:stCondLst>
                              <p:cond delay="5000"/>
                            </p:stCondLst>
                            <p:childTnLst>
                              <p:par>
                                <p:cTn id="81" presetID="53" presetClass="entr" presetSubtype="0" fill="hold" nodeType="after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500" fill="hold"/>
                                        <p:tgtEl>
                                          <p:spTgt spid="9"/>
                                        </p:tgtEl>
                                        <p:attrNameLst>
                                          <p:attrName>ppt_w</p:attrName>
                                        </p:attrNameLst>
                                      </p:cBhvr>
                                      <p:tavLst>
                                        <p:tav tm="0">
                                          <p:val>
                                            <p:fltVal val="0"/>
                                          </p:val>
                                        </p:tav>
                                        <p:tav tm="100000">
                                          <p:val>
                                            <p:strVal val="#ppt_w"/>
                                          </p:val>
                                        </p:tav>
                                      </p:tavLst>
                                    </p:anim>
                                    <p:anim calcmode="lin" valueType="num">
                                      <p:cBhvr>
                                        <p:cTn id="84" dur="500" fill="hold"/>
                                        <p:tgtEl>
                                          <p:spTgt spid="9"/>
                                        </p:tgtEl>
                                        <p:attrNameLst>
                                          <p:attrName>ppt_h</p:attrName>
                                        </p:attrNameLst>
                                      </p:cBhvr>
                                      <p:tavLst>
                                        <p:tav tm="0">
                                          <p:val>
                                            <p:fltVal val="0"/>
                                          </p:val>
                                        </p:tav>
                                        <p:tav tm="100000">
                                          <p:val>
                                            <p:strVal val="#ppt_h"/>
                                          </p:val>
                                        </p:tav>
                                      </p:tavLst>
                                    </p:anim>
                                    <p:animEffect transition="in" filter="fade">
                                      <p:cBhvr>
                                        <p:cTn id="85" dur="500"/>
                                        <p:tgtEl>
                                          <p:spTgt spid="9"/>
                                        </p:tgtEl>
                                      </p:cBhvr>
                                    </p:animEffect>
                                  </p:childTnLst>
                                </p:cTn>
                              </p:par>
                              <p:par>
                                <p:cTn id="86" presetID="2" presetClass="entr" presetSubtype="4" accel="50000" decel="50000" fill="hold" grpId="0" nodeType="withEffect">
                                  <p:stCondLst>
                                    <p:cond delay="0"/>
                                  </p:stCondLst>
                                  <p:childTnLst>
                                    <p:set>
                                      <p:cBhvr>
                                        <p:cTn id="87" dur="1" fill="hold">
                                          <p:stCondLst>
                                            <p:cond delay="0"/>
                                          </p:stCondLst>
                                        </p:cTn>
                                        <p:tgtEl>
                                          <p:spTgt spid="49"/>
                                        </p:tgtEl>
                                        <p:attrNameLst>
                                          <p:attrName>style.visibility</p:attrName>
                                        </p:attrNameLst>
                                      </p:cBhvr>
                                      <p:to>
                                        <p:strVal val="visible"/>
                                      </p:to>
                                    </p:set>
                                    <p:anim calcmode="lin" valueType="num">
                                      <p:cBhvr additive="base">
                                        <p:cTn id="88" dur="500" fill="hold"/>
                                        <p:tgtEl>
                                          <p:spTgt spid="49"/>
                                        </p:tgtEl>
                                        <p:attrNameLst>
                                          <p:attrName>ppt_x</p:attrName>
                                        </p:attrNameLst>
                                      </p:cBhvr>
                                      <p:tavLst>
                                        <p:tav tm="0">
                                          <p:val>
                                            <p:strVal val="#ppt_x"/>
                                          </p:val>
                                        </p:tav>
                                        <p:tav tm="100000">
                                          <p:val>
                                            <p:strVal val="#ppt_x"/>
                                          </p:val>
                                        </p:tav>
                                      </p:tavLst>
                                    </p:anim>
                                    <p:anim calcmode="lin" valueType="num">
                                      <p:cBhvr additive="base">
                                        <p:cTn id="89" dur="500" fill="hold"/>
                                        <p:tgtEl>
                                          <p:spTgt spid="49"/>
                                        </p:tgtEl>
                                        <p:attrNameLst>
                                          <p:attrName>ppt_y</p:attrName>
                                        </p:attrNameLst>
                                      </p:cBhvr>
                                      <p:tavLst>
                                        <p:tav tm="0">
                                          <p:val>
                                            <p:strVal val="1+#ppt_h/2"/>
                                          </p:val>
                                        </p:tav>
                                        <p:tav tm="100000">
                                          <p:val>
                                            <p:strVal val="#ppt_y"/>
                                          </p:val>
                                        </p:tav>
                                      </p:tavLst>
                                    </p:anim>
                                  </p:childTnLst>
                                </p:cTn>
                              </p:par>
                            </p:childTnLst>
                          </p:cTn>
                        </p:par>
                        <p:par>
                          <p:cTn id="90" fill="hold">
                            <p:stCondLst>
                              <p:cond delay="5500"/>
                            </p:stCondLst>
                            <p:childTnLst>
                              <p:par>
                                <p:cTn id="91" presetID="53" presetClass="entr" presetSubtype="0" fill="hold" nodeType="afterEffect">
                                  <p:stCondLst>
                                    <p:cond delay="0"/>
                                  </p:stCondLst>
                                  <p:childTnLst>
                                    <p:set>
                                      <p:cBhvr>
                                        <p:cTn id="92" dur="1" fill="hold">
                                          <p:stCondLst>
                                            <p:cond delay="0"/>
                                          </p:stCondLst>
                                        </p:cTn>
                                        <p:tgtEl>
                                          <p:spTgt spid="10"/>
                                        </p:tgtEl>
                                        <p:attrNameLst>
                                          <p:attrName>style.visibility</p:attrName>
                                        </p:attrNameLst>
                                      </p:cBhvr>
                                      <p:to>
                                        <p:strVal val="visible"/>
                                      </p:to>
                                    </p:set>
                                    <p:anim calcmode="lin" valueType="num">
                                      <p:cBhvr>
                                        <p:cTn id="93" dur="500" fill="hold"/>
                                        <p:tgtEl>
                                          <p:spTgt spid="10"/>
                                        </p:tgtEl>
                                        <p:attrNameLst>
                                          <p:attrName>ppt_w</p:attrName>
                                        </p:attrNameLst>
                                      </p:cBhvr>
                                      <p:tavLst>
                                        <p:tav tm="0">
                                          <p:val>
                                            <p:fltVal val="0"/>
                                          </p:val>
                                        </p:tav>
                                        <p:tav tm="100000">
                                          <p:val>
                                            <p:strVal val="#ppt_w"/>
                                          </p:val>
                                        </p:tav>
                                      </p:tavLst>
                                    </p:anim>
                                    <p:anim calcmode="lin" valueType="num">
                                      <p:cBhvr>
                                        <p:cTn id="94" dur="500" fill="hold"/>
                                        <p:tgtEl>
                                          <p:spTgt spid="10"/>
                                        </p:tgtEl>
                                        <p:attrNameLst>
                                          <p:attrName>ppt_h</p:attrName>
                                        </p:attrNameLst>
                                      </p:cBhvr>
                                      <p:tavLst>
                                        <p:tav tm="0">
                                          <p:val>
                                            <p:fltVal val="0"/>
                                          </p:val>
                                        </p:tav>
                                        <p:tav tm="100000">
                                          <p:val>
                                            <p:strVal val="#ppt_h"/>
                                          </p:val>
                                        </p:tav>
                                      </p:tavLst>
                                    </p:anim>
                                    <p:animEffect transition="in" filter="fade">
                                      <p:cBhvr>
                                        <p:cTn id="95" dur="500"/>
                                        <p:tgtEl>
                                          <p:spTgt spid="10"/>
                                        </p:tgtEl>
                                      </p:cBhvr>
                                    </p:animEffect>
                                  </p:childTnLst>
                                </p:cTn>
                              </p:par>
                              <p:par>
                                <p:cTn id="96" presetID="2" presetClass="entr" presetSubtype="4" accel="50000" decel="50000" fill="hold" grpId="0" nodeType="withEffect">
                                  <p:stCondLst>
                                    <p:cond delay="0"/>
                                  </p:stCondLst>
                                  <p:childTnLst>
                                    <p:set>
                                      <p:cBhvr>
                                        <p:cTn id="97" dur="1" fill="hold">
                                          <p:stCondLst>
                                            <p:cond delay="0"/>
                                          </p:stCondLst>
                                        </p:cTn>
                                        <p:tgtEl>
                                          <p:spTgt spid="50"/>
                                        </p:tgtEl>
                                        <p:attrNameLst>
                                          <p:attrName>style.visibility</p:attrName>
                                        </p:attrNameLst>
                                      </p:cBhvr>
                                      <p:to>
                                        <p:strVal val="visible"/>
                                      </p:to>
                                    </p:set>
                                    <p:anim calcmode="lin" valueType="num">
                                      <p:cBhvr additive="base">
                                        <p:cTn id="98" dur="500" fill="hold"/>
                                        <p:tgtEl>
                                          <p:spTgt spid="50"/>
                                        </p:tgtEl>
                                        <p:attrNameLst>
                                          <p:attrName>ppt_x</p:attrName>
                                        </p:attrNameLst>
                                      </p:cBhvr>
                                      <p:tavLst>
                                        <p:tav tm="0">
                                          <p:val>
                                            <p:strVal val="#ppt_x"/>
                                          </p:val>
                                        </p:tav>
                                        <p:tav tm="100000">
                                          <p:val>
                                            <p:strVal val="#ppt_x"/>
                                          </p:val>
                                        </p:tav>
                                      </p:tavLst>
                                    </p:anim>
                                    <p:anim calcmode="lin" valueType="num">
                                      <p:cBhvr additive="base">
                                        <p:cTn id="99"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5" grpId="0" animBg="1"/>
      <p:bldP spid="48" grpId="0" animBg="1"/>
      <p:bldP spid="85" grpId="0" animBg="1"/>
      <p:bldP spid="86" grpId="0" animBg="1"/>
      <p:bldP spid="87" grpId="0" animBg="1"/>
      <p:bldP spid="88" grpId="0" animBg="1"/>
      <p:bldP spid="43" grpId="0"/>
      <p:bldP spid="44" grpId="0"/>
      <p:bldP spid="49" grpId="0"/>
      <p:bldP spid="50"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 name="Chart 38"/>
          <p:cNvGraphicFramePr/>
          <p:nvPr/>
        </p:nvGraphicFramePr>
        <p:xfrm>
          <a:off x="2234825" y="1549400"/>
          <a:ext cx="4724400" cy="3098800"/>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p:cNvSpPr>
            <a:spLocks noGrp="1"/>
          </p:cNvSpPr>
          <p:nvPr>
            <p:ph type="title"/>
          </p:nvPr>
        </p:nvSpPr>
        <p:spPr/>
        <p:txBody>
          <a:bodyPr/>
          <a:lstStyle/>
          <a:p>
            <a:r>
              <a:rPr lang="en-US"/>
              <a:t>3D Pie Chart</a:t>
            </a:r>
            <a:endParaRPr lang="en-US" dirty="0"/>
          </a:p>
        </p:txBody>
      </p:sp>
      <p:sp>
        <p:nvSpPr>
          <p:cNvPr id="5" name="Text Placeholder 4"/>
          <p:cNvSpPr>
            <a:spLocks noGrp="1"/>
          </p:cNvSpPr>
          <p:nvPr>
            <p:ph type="body" sz="half" idx="2"/>
          </p:nvPr>
        </p:nvSpPr>
        <p:spPr/>
        <p:txBody>
          <a:bodyPr/>
          <a:lstStyle/>
          <a:p>
            <a:r>
              <a:rPr lang="en-US"/>
              <a:t>3D Pie Chart</a:t>
            </a:r>
            <a:endParaRPr lang="en-US" dirty="0"/>
          </a:p>
        </p:txBody>
      </p:sp>
      <p:sp>
        <p:nvSpPr>
          <p:cNvPr id="42" name="Slide Number Placeholder 41"/>
          <p:cNvSpPr>
            <a:spLocks noGrp="1"/>
          </p:cNvSpPr>
          <p:nvPr>
            <p:ph type="sldNum" sz="quarter" idx="12"/>
          </p:nvPr>
        </p:nvSpPr>
        <p:spPr/>
        <p:txBody>
          <a:bodyPr/>
          <a:lstStyle/>
          <a:p>
            <a:fld id="{C136B7D2-B98C-44FD-8D04-7EC62A564975}" type="slidenum">
              <a:rPr lang="en-US" smtClean="0"/>
              <a:pPr/>
              <a:t>292</a:t>
            </a:fld>
            <a:endParaRPr lang="en-US" dirty="0"/>
          </a:p>
        </p:txBody>
      </p:sp>
      <p:grpSp>
        <p:nvGrpSpPr>
          <p:cNvPr id="2" name="Group 75"/>
          <p:cNvGrpSpPr/>
          <p:nvPr/>
        </p:nvGrpSpPr>
        <p:grpSpPr>
          <a:xfrm>
            <a:off x="881188" y="3848421"/>
            <a:ext cx="1585787" cy="628008"/>
            <a:chOff x="5965602" y="1717441"/>
            <a:chExt cx="1585787" cy="628008"/>
          </a:xfrm>
        </p:grpSpPr>
        <p:sp>
          <p:nvSpPr>
            <p:cNvPr id="41" name="Text Placeholder 3"/>
            <p:cNvSpPr txBox="1">
              <a:spLocks/>
            </p:cNvSpPr>
            <p:nvPr/>
          </p:nvSpPr>
          <p:spPr>
            <a:xfrm>
              <a:off x="6631265"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n-lt"/>
                  <a:ea typeface="+mn-ea"/>
                  <a:cs typeface="+mn-cs"/>
                </a:rPr>
                <a:t>Title Goes Here</a:t>
              </a:r>
            </a:p>
          </p:txBody>
        </p:sp>
        <p:sp>
          <p:nvSpPr>
            <p:cNvPr id="52"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3" name="Group 75"/>
          <p:cNvGrpSpPr/>
          <p:nvPr/>
        </p:nvGrpSpPr>
        <p:grpSpPr>
          <a:xfrm>
            <a:off x="906213" y="1302440"/>
            <a:ext cx="1585787" cy="628008"/>
            <a:chOff x="5965602" y="1717441"/>
            <a:chExt cx="1585787" cy="628008"/>
          </a:xfrm>
        </p:grpSpPr>
        <p:sp>
          <p:nvSpPr>
            <p:cNvPr id="63" name="Text Placeholder 3"/>
            <p:cNvSpPr txBox="1">
              <a:spLocks/>
            </p:cNvSpPr>
            <p:nvPr/>
          </p:nvSpPr>
          <p:spPr>
            <a:xfrm>
              <a:off x="6631265"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n-lt"/>
                  <a:ea typeface="+mn-ea"/>
                  <a:cs typeface="+mn-cs"/>
                </a:rPr>
                <a:t>Title Goes Here</a:t>
              </a:r>
            </a:p>
          </p:txBody>
        </p:sp>
        <p:sp>
          <p:nvSpPr>
            <p:cNvPr id="67"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6" name="Group 75"/>
          <p:cNvGrpSpPr/>
          <p:nvPr/>
        </p:nvGrpSpPr>
        <p:grpSpPr>
          <a:xfrm>
            <a:off x="6821249" y="1321490"/>
            <a:ext cx="1585776" cy="628008"/>
            <a:chOff x="5965602" y="1717441"/>
            <a:chExt cx="1585776" cy="628008"/>
          </a:xfrm>
        </p:grpSpPr>
        <p:sp>
          <p:nvSpPr>
            <p:cNvPr id="71" name="Text Placeholder 3"/>
            <p:cNvSpPr txBox="1">
              <a:spLocks/>
            </p:cNvSpPr>
            <p:nvPr/>
          </p:nvSpPr>
          <p:spPr>
            <a:xfrm>
              <a:off x="5965602"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n-lt"/>
                  <a:ea typeface="+mn-ea"/>
                  <a:cs typeface="+mn-cs"/>
                </a:rPr>
                <a:t>Title Goes Here</a:t>
              </a:r>
            </a:p>
          </p:txBody>
        </p:sp>
        <p:sp>
          <p:nvSpPr>
            <p:cNvPr id="72"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7" name="Group 75"/>
          <p:cNvGrpSpPr/>
          <p:nvPr/>
        </p:nvGrpSpPr>
        <p:grpSpPr>
          <a:xfrm>
            <a:off x="6796085" y="3800424"/>
            <a:ext cx="1585776" cy="628008"/>
            <a:chOff x="5965602" y="1717441"/>
            <a:chExt cx="1585776" cy="628008"/>
          </a:xfrm>
        </p:grpSpPr>
        <p:sp>
          <p:nvSpPr>
            <p:cNvPr id="74" name="Text Placeholder 3"/>
            <p:cNvSpPr txBox="1">
              <a:spLocks/>
            </p:cNvSpPr>
            <p:nvPr/>
          </p:nvSpPr>
          <p:spPr>
            <a:xfrm>
              <a:off x="5965602" y="1717441"/>
              <a:ext cx="92012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n-lt"/>
                  <a:ea typeface="+mn-ea"/>
                  <a:cs typeface="+mn-cs"/>
                </a:rPr>
                <a:t>Title Goes Here</a:t>
              </a:r>
            </a:p>
          </p:txBody>
        </p:sp>
        <p:sp>
          <p:nvSpPr>
            <p:cNvPr id="75" name="Text Placeholder 3"/>
            <p:cNvSpPr txBox="1">
              <a:spLocks/>
            </p:cNvSpPr>
            <p:nvPr/>
          </p:nvSpPr>
          <p:spPr>
            <a:xfrm>
              <a:off x="5965602" y="1883784"/>
              <a:ext cx="1585776"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of lorem ipsum available even slightly</a:t>
              </a:r>
            </a:p>
          </p:txBody>
        </p:sp>
      </p:grpSp>
      <p:grpSp>
        <p:nvGrpSpPr>
          <p:cNvPr id="8" name="Group 81"/>
          <p:cNvGrpSpPr/>
          <p:nvPr/>
        </p:nvGrpSpPr>
        <p:grpSpPr>
          <a:xfrm>
            <a:off x="2615825" y="1549396"/>
            <a:ext cx="914401" cy="381051"/>
            <a:chOff x="3071682" y="1459071"/>
            <a:chExt cx="914401" cy="387505"/>
          </a:xfrm>
        </p:grpSpPr>
        <p:cxnSp>
          <p:nvCxnSpPr>
            <p:cNvPr id="77" name="Straight Connector 76"/>
            <p:cNvCxnSpPr/>
            <p:nvPr/>
          </p:nvCxnSpPr>
          <p:spPr>
            <a:xfrm rot="10800000">
              <a:off x="3592682" y="1460251"/>
              <a:ext cx="393401" cy="386325"/>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0800000">
              <a:off x="3071682" y="1459071"/>
              <a:ext cx="521000" cy="2"/>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9" name="Group 81"/>
          <p:cNvGrpSpPr/>
          <p:nvPr/>
        </p:nvGrpSpPr>
        <p:grpSpPr>
          <a:xfrm flipH="1">
            <a:off x="5816224" y="1635070"/>
            <a:ext cx="914401" cy="381051"/>
            <a:chOff x="3071682" y="1459071"/>
            <a:chExt cx="914401" cy="387505"/>
          </a:xfrm>
        </p:grpSpPr>
        <p:cxnSp>
          <p:nvCxnSpPr>
            <p:cNvPr id="82" name="Straight Connector 81"/>
            <p:cNvCxnSpPr/>
            <p:nvPr/>
          </p:nvCxnSpPr>
          <p:spPr>
            <a:xfrm rot="10800000">
              <a:off x="3592682" y="1460251"/>
              <a:ext cx="393401" cy="386325"/>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rot="10800000">
              <a:off x="3071682" y="1459071"/>
              <a:ext cx="521000" cy="2"/>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0" name="Group 81"/>
          <p:cNvGrpSpPr/>
          <p:nvPr/>
        </p:nvGrpSpPr>
        <p:grpSpPr>
          <a:xfrm flipH="1" flipV="1">
            <a:off x="5816224" y="3763891"/>
            <a:ext cx="914401" cy="381051"/>
            <a:chOff x="3071682" y="1459071"/>
            <a:chExt cx="914401" cy="387505"/>
          </a:xfrm>
        </p:grpSpPr>
        <p:cxnSp>
          <p:nvCxnSpPr>
            <p:cNvPr id="93" name="Straight Connector 92"/>
            <p:cNvCxnSpPr/>
            <p:nvPr/>
          </p:nvCxnSpPr>
          <p:spPr>
            <a:xfrm rot="10800000">
              <a:off x="3592682" y="1460251"/>
              <a:ext cx="393401" cy="386325"/>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rot="10800000">
              <a:off x="3071682" y="1459071"/>
              <a:ext cx="521000" cy="2"/>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1" name="Group 81"/>
          <p:cNvGrpSpPr/>
          <p:nvPr/>
        </p:nvGrpSpPr>
        <p:grpSpPr>
          <a:xfrm flipV="1">
            <a:off x="2615825" y="3763891"/>
            <a:ext cx="914401" cy="381051"/>
            <a:chOff x="3071682" y="1459071"/>
            <a:chExt cx="914401" cy="387505"/>
          </a:xfrm>
        </p:grpSpPr>
        <p:cxnSp>
          <p:nvCxnSpPr>
            <p:cNvPr id="96" name="Straight Connector 95"/>
            <p:cNvCxnSpPr/>
            <p:nvPr/>
          </p:nvCxnSpPr>
          <p:spPr>
            <a:xfrm rot="10800000">
              <a:off x="3592682" y="1460251"/>
              <a:ext cx="393401" cy="386325"/>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rot="10800000">
              <a:off x="3071682" y="1459071"/>
              <a:ext cx="521000" cy="2"/>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sp>
        <p:nvSpPr>
          <p:cNvPr id="98" name="Freeform 217"/>
          <p:cNvSpPr>
            <a:spLocks noEditPoints="1"/>
          </p:cNvSpPr>
          <p:nvPr/>
        </p:nvSpPr>
        <p:spPr bwMode="auto">
          <a:xfrm>
            <a:off x="6257249" y="1750267"/>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56"/>
          <p:cNvSpPr>
            <a:spLocks noEditPoints="1"/>
          </p:cNvSpPr>
          <p:nvPr/>
        </p:nvSpPr>
        <p:spPr bwMode="auto">
          <a:xfrm>
            <a:off x="2730125" y="161338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135"/>
          <p:cNvSpPr>
            <a:spLocks noEditPoints="1"/>
          </p:cNvSpPr>
          <p:nvPr/>
        </p:nvSpPr>
        <p:spPr bwMode="auto">
          <a:xfrm>
            <a:off x="6276299" y="3774268"/>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78"/>
          <p:cNvSpPr>
            <a:spLocks noEditPoints="1"/>
          </p:cNvSpPr>
          <p:nvPr/>
        </p:nvSpPr>
        <p:spPr bwMode="auto">
          <a:xfrm>
            <a:off x="2708993" y="3801476"/>
            <a:ext cx="364032" cy="27417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39">
                                            <p:graphicEl>
                                              <a:chart seriesIdx="-3" categoryIdx="-3" bldStep="gridLegend"/>
                                            </p:graphicEl>
                                          </p:spTgt>
                                        </p:tgtEl>
                                        <p:attrNameLst>
                                          <p:attrName>style.visibility</p:attrName>
                                        </p:attrNameLst>
                                      </p:cBhvr>
                                      <p:to>
                                        <p:strVal val="visible"/>
                                      </p:to>
                                    </p:set>
                                    <p:anim calcmode="lin" valueType="num">
                                      <p:cBhvr additive="base">
                                        <p:cTn id="7" dur="500" fill="hold"/>
                                        <p:tgtEl>
                                          <p:spTgt spid="39">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graphicEl>
                                              <a:chart seriesIdx="-3" categoryIdx="-3" bldStep="gridLegend"/>
                                            </p:graphic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accel="50000" decel="50000" fill="hold" grpId="0" nodeType="clickEffect">
                                  <p:stCondLst>
                                    <p:cond delay="0"/>
                                  </p:stCondLst>
                                  <p:childTnLst>
                                    <p:set>
                                      <p:cBhvr>
                                        <p:cTn id="12" dur="1" fill="hold">
                                          <p:stCondLst>
                                            <p:cond delay="0"/>
                                          </p:stCondLst>
                                        </p:cTn>
                                        <p:tgtEl>
                                          <p:spTgt spid="39">
                                            <p:graphicEl>
                                              <a:chart seriesIdx="-4" categoryIdx="0" bldStep="category"/>
                                            </p:graphicEl>
                                          </p:spTgt>
                                        </p:tgtEl>
                                        <p:attrNameLst>
                                          <p:attrName>style.visibility</p:attrName>
                                        </p:attrNameLst>
                                      </p:cBhvr>
                                      <p:to>
                                        <p:strVal val="visible"/>
                                      </p:to>
                                    </p:set>
                                    <p:anim calcmode="lin" valueType="num">
                                      <p:cBhvr additive="base">
                                        <p:cTn id="13" dur="500" fill="hold"/>
                                        <p:tgtEl>
                                          <p:spTgt spid="39">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14" dur="500" fill="hold"/>
                                        <p:tgtEl>
                                          <p:spTgt spid="39">
                                            <p:graphicEl>
                                              <a:chart seriesIdx="-4" categoryIdx="0" bldStep="category"/>
                                            </p:graphic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accel="50000" decel="50000" fill="hold" grpId="0" nodeType="clickEffect">
                                  <p:stCondLst>
                                    <p:cond delay="0"/>
                                  </p:stCondLst>
                                  <p:childTnLst>
                                    <p:set>
                                      <p:cBhvr>
                                        <p:cTn id="18" dur="1" fill="hold">
                                          <p:stCondLst>
                                            <p:cond delay="0"/>
                                          </p:stCondLst>
                                        </p:cTn>
                                        <p:tgtEl>
                                          <p:spTgt spid="39">
                                            <p:graphicEl>
                                              <a:chart seriesIdx="-4" categoryIdx="1" bldStep="category"/>
                                            </p:graphicEl>
                                          </p:spTgt>
                                        </p:tgtEl>
                                        <p:attrNameLst>
                                          <p:attrName>style.visibility</p:attrName>
                                        </p:attrNameLst>
                                      </p:cBhvr>
                                      <p:to>
                                        <p:strVal val="visible"/>
                                      </p:to>
                                    </p:set>
                                    <p:anim calcmode="lin" valueType="num">
                                      <p:cBhvr additive="base">
                                        <p:cTn id="19" dur="500" fill="hold"/>
                                        <p:tgtEl>
                                          <p:spTgt spid="39">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20" dur="500" fill="hold"/>
                                        <p:tgtEl>
                                          <p:spTgt spid="39">
                                            <p:graphicEl>
                                              <a:chart seriesIdx="-4" categoryIdx="1" bldStep="category"/>
                                            </p:graphic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accel="50000" decel="50000" fill="hold" grpId="0" nodeType="clickEffect">
                                  <p:stCondLst>
                                    <p:cond delay="0"/>
                                  </p:stCondLst>
                                  <p:childTnLst>
                                    <p:set>
                                      <p:cBhvr>
                                        <p:cTn id="24" dur="1" fill="hold">
                                          <p:stCondLst>
                                            <p:cond delay="0"/>
                                          </p:stCondLst>
                                        </p:cTn>
                                        <p:tgtEl>
                                          <p:spTgt spid="39">
                                            <p:graphicEl>
                                              <a:chart seriesIdx="-4" categoryIdx="2" bldStep="category"/>
                                            </p:graphicEl>
                                          </p:spTgt>
                                        </p:tgtEl>
                                        <p:attrNameLst>
                                          <p:attrName>style.visibility</p:attrName>
                                        </p:attrNameLst>
                                      </p:cBhvr>
                                      <p:to>
                                        <p:strVal val="visible"/>
                                      </p:to>
                                    </p:set>
                                    <p:anim calcmode="lin" valueType="num">
                                      <p:cBhvr additive="base">
                                        <p:cTn id="25" dur="500" fill="hold"/>
                                        <p:tgtEl>
                                          <p:spTgt spid="39">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26" dur="500" fill="hold"/>
                                        <p:tgtEl>
                                          <p:spTgt spid="39">
                                            <p:graphicEl>
                                              <a:chart seriesIdx="-4" categoryIdx="2" bldStep="category"/>
                                            </p:graphic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accel="50000" decel="50000" fill="hold" grpId="0" nodeType="clickEffect">
                                  <p:stCondLst>
                                    <p:cond delay="0"/>
                                  </p:stCondLst>
                                  <p:childTnLst>
                                    <p:set>
                                      <p:cBhvr>
                                        <p:cTn id="30" dur="1" fill="hold">
                                          <p:stCondLst>
                                            <p:cond delay="0"/>
                                          </p:stCondLst>
                                        </p:cTn>
                                        <p:tgtEl>
                                          <p:spTgt spid="39">
                                            <p:graphicEl>
                                              <a:chart seriesIdx="-4" categoryIdx="3" bldStep="category"/>
                                            </p:graphicEl>
                                          </p:spTgt>
                                        </p:tgtEl>
                                        <p:attrNameLst>
                                          <p:attrName>style.visibility</p:attrName>
                                        </p:attrNameLst>
                                      </p:cBhvr>
                                      <p:to>
                                        <p:strVal val="visible"/>
                                      </p:to>
                                    </p:set>
                                    <p:anim calcmode="lin" valueType="num">
                                      <p:cBhvr additive="base">
                                        <p:cTn id="31" dur="500" fill="hold"/>
                                        <p:tgtEl>
                                          <p:spTgt spid="39">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32" dur="500" fill="hold"/>
                                        <p:tgtEl>
                                          <p:spTgt spid="39">
                                            <p:graphicEl>
                                              <a:chart seriesIdx="-4" categoryIdx="3" bldStep="category"/>
                                            </p:graphicEl>
                                          </p:spTgt>
                                        </p:tgtEl>
                                        <p:attrNameLst>
                                          <p:attrName>ppt_y</p:attrName>
                                        </p:attrNameLst>
                                      </p:cBhvr>
                                      <p:tavLst>
                                        <p:tav tm="0">
                                          <p:val>
                                            <p:strVal val="1+#ppt_h/2"/>
                                          </p:val>
                                        </p:tav>
                                        <p:tav tm="100000">
                                          <p:val>
                                            <p:strVal val="#ppt_y"/>
                                          </p:val>
                                        </p:tav>
                                      </p:tavLst>
                                    </p:anim>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childTnLst>
                          </p:cTn>
                        </p:par>
                        <p:par>
                          <p:cTn id="37" fill="hold">
                            <p:stCondLst>
                              <p:cond delay="1000"/>
                            </p:stCondLst>
                            <p:childTnLst>
                              <p:par>
                                <p:cTn id="38" presetID="22" presetClass="entr" presetSubtype="8" fill="hold"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wipe(left)">
                                      <p:cBhvr>
                                        <p:cTn id="40" dur="500"/>
                                        <p:tgtEl>
                                          <p:spTgt spid="6"/>
                                        </p:tgtEl>
                                      </p:cBhvr>
                                    </p:animEffect>
                                  </p:childTnLst>
                                </p:cTn>
                              </p:par>
                            </p:childTnLst>
                          </p:cTn>
                        </p:par>
                        <p:par>
                          <p:cTn id="41" fill="hold">
                            <p:stCondLst>
                              <p:cond delay="1500"/>
                            </p:stCondLst>
                            <p:childTnLst>
                              <p:par>
                                <p:cTn id="42" presetID="53"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 calcmode="lin" valueType="num">
                                      <p:cBhvr>
                                        <p:cTn id="44" dur="500" fill="hold"/>
                                        <p:tgtEl>
                                          <p:spTgt spid="98"/>
                                        </p:tgtEl>
                                        <p:attrNameLst>
                                          <p:attrName>ppt_w</p:attrName>
                                        </p:attrNameLst>
                                      </p:cBhvr>
                                      <p:tavLst>
                                        <p:tav tm="0">
                                          <p:val>
                                            <p:fltVal val="0"/>
                                          </p:val>
                                        </p:tav>
                                        <p:tav tm="100000">
                                          <p:val>
                                            <p:strVal val="#ppt_w"/>
                                          </p:val>
                                        </p:tav>
                                      </p:tavLst>
                                    </p:anim>
                                    <p:anim calcmode="lin" valueType="num">
                                      <p:cBhvr>
                                        <p:cTn id="45" dur="500" fill="hold"/>
                                        <p:tgtEl>
                                          <p:spTgt spid="98"/>
                                        </p:tgtEl>
                                        <p:attrNameLst>
                                          <p:attrName>ppt_h</p:attrName>
                                        </p:attrNameLst>
                                      </p:cBhvr>
                                      <p:tavLst>
                                        <p:tav tm="0">
                                          <p:val>
                                            <p:fltVal val="0"/>
                                          </p:val>
                                        </p:tav>
                                        <p:tav tm="100000">
                                          <p:val>
                                            <p:strVal val="#ppt_h"/>
                                          </p:val>
                                        </p:tav>
                                      </p:tavLst>
                                    </p:anim>
                                    <p:animEffect transition="in" filter="fade">
                                      <p:cBhvr>
                                        <p:cTn id="46" dur="500"/>
                                        <p:tgtEl>
                                          <p:spTgt spid="98"/>
                                        </p:tgtEl>
                                      </p:cBhvr>
                                    </p:animEffect>
                                  </p:childTnLst>
                                </p:cTn>
                              </p:par>
                            </p:childTnLst>
                          </p:cTn>
                        </p:par>
                        <p:par>
                          <p:cTn id="47" fill="hold">
                            <p:stCondLst>
                              <p:cond delay="2000"/>
                            </p:stCondLst>
                            <p:childTnLst>
                              <p:par>
                                <p:cTn id="48" presetID="22" presetClass="entr" presetSubtype="2" fill="hold" nodeType="after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wipe(right)">
                                      <p:cBhvr>
                                        <p:cTn id="50" dur="500"/>
                                        <p:tgtEl>
                                          <p:spTgt spid="8"/>
                                        </p:tgtEl>
                                      </p:cBhvr>
                                    </p:animEffect>
                                  </p:childTnLst>
                                </p:cTn>
                              </p:par>
                            </p:childTnLst>
                          </p:cTn>
                        </p:par>
                        <p:par>
                          <p:cTn id="51" fill="hold">
                            <p:stCondLst>
                              <p:cond delay="2500"/>
                            </p:stCondLst>
                            <p:childTnLst>
                              <p:par>
                                <p:cTn id="52" presetID="53" presetClass="entr" presetSubtype="0" fill="hold" grpId="0" nodeType="afterEffect">
                                  <p:stCondLst>
                                    <p:cond delay="0"/>
                                  </p:stCondLst>
                                  <p:childTnLst>
                                    <p:set>
                                      <p:cBhvr>
                                        <p:cTn id="53" dur="1" fill="hold">
                                          <p:stCondLst>
                                            <p:cond delay="0"/>
                                          </p:stCondLst>
                                        </p:cTn>
                                        <p:tgtEl>
                                          <p:spTgt spid="99"/>
                                        </p:tgtEl>
                                        <p:attrNameLst>
                                          <p:attrName>style.visibility</p:attrName>
                                        </p:attrNameLst>
                                      </p:cBhvr>
                                      <p:to>
                                        <p:strVal val="visible"/>
                                      </p:to>
                                    </p:set>
                                    <p:anim calcmode="lin" valueType="num">
                                      <p:cBhvr>
                                        <p:cTn id="54" dur="500" fill="hold"/>
                                        <p:tgtEl>
                                          <p:spTgt spid="99"/>
                                        </p:tgtEl>
                                        <p:attrNameLst>
                                          <p:attrName>ppt_w</p:attrName>
                                        </p:attrNameLst>
                                      </p:cBhvr>
                                      <p:tavLst>
                                        <p:tav tm="0">
                                          <p:val>
                                            <p:fltVal val="0"/>
                                          </p:val>
                                        </p:tav>
                                        <p:tav tm="100000">
                                          <p:val>
                                            <p:strVal val="#ppt_w"/>
                                          </p:val>
                                        </p:tav>
                                      </p:tavLst>
                                    </p:anim>
                                    <p:anim calcmode="lin" valueType="num">
                                      <p:cBhvr>
                                        <p:cTn id="55" dur="500" fill="hold"/>
                                        <p:tgtEl>
                                          <p:spTgt spid="99"/>
                                        </p:tgtEl>
                                        <p:attrNameLst>
                                          <p:attrName>ppt_h</p:attrName>
                                        </p:attrNameLst>
                                      </p:cBhvr>
                                      <p:tavLst>
                                        <p:tav tm="0">
                                          <p:val>
                                            <p:fltVal val="0"/>
                                          </p:val>
                                        </p:tav>
                                        <p:tav tm="100000">
                                          <p:val>
                                            <p:strVal val="#ppt_h"/>
                                          </p:val>
                                        </p:tav>
                                      </p:tavLst>
                                    </p:anim>
                                    <p:animEffect transition="in" filter="fade">
                                      <p:cBhvr>
                                        <p:cTn id="56" dur="500"/>
                                        <p:tgtEl>
                                          <p:spTgt spid="99"/>
                                        </p:tgtEl>
                                      </p:cBhvr>
                                    </p:animEffect>
                                  </p:childTnLst>
                                </p:cTn>
                              </p:par>
                            </p:childTnLst>
                          </p:cTn>
                        </p:par>
                        <p:par>
                          <p:cTn id="57" fill="hold">
                            <p:stCondLst>
                              <p:cond delay="3000"/>
                            </p:stCondLst>
                            <p:childTnLst>
                              <p:par>
                                <p:cTn id="58" presetID="22" presetClass="entr" presetSubtype="2" fill="hold" nodeType="afterEffect">
                                  <p:stCondLst>
                                    <p:cond delay="0"/>
                                  </p:stCondLst>
                                  <p:childTnLst>
                                    <p:set>
                                      <p:cBhvr>
                                        <p:cTn id="59" dur="1" fill="hold">
                                          <p:stCondLst>
                                            <p:cond delay="0"/>
                                          </p:stCondLst>
                                        </p:cTn>
                                        <p:tgtEl>
                                          <p:spTgt spid="3"/>
                                        </p:tgtEl>
                                        <p:attrNameLst>
                                          <p:attrName>style.visibility</p:attrName>
                                        </p:attrNameLst>
                                      </p:cBhvr>
                                      <p:to>
                                        <p:strVal val="visible"/>
                                      </p:to>
                                    </p:set>
                                    <p:animEffect transition="in" filter="wipe(right)">
                                      <p:cBhvr>
                                        <p:cTn id="60" dur="500"/>
                                        <p:tgtEl>
                                          <p:spTgt spid="3"/>
                                        </p:tgtEl>
                                      </p:cBhvr>
                                    </p:animEffect>
                                  </p:childTnLst>
                                </p:cTn>
                              </p:par>
                            </p:childTnLst>
                          </p:cTn>
                        </p:par>
                        <p:par>
                          <p:cTn id="61" fill="hold">
                            <p:stCondLst>
                              <p:cond delay="3500"/>
                            </p:stCondLst>
                            <p:childTnLst>
                              <p:par>
                                <p:cTn id="62" presetID="22" presetClass="entr" presetSubtype="8" fill="hold" nodeType="after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wipe(left)">
                                      <p:cBhvr>
                                        <p:cTn id="64" dur="500"/>
                                        <p:tgtEl>
                                          <p:spTgt spid="10"/>
                                        </p:tgtEl>
                                      </p:cBhvr>
                                    </p:animEffect>
                                  </p:childTnLst>
                                </p:cTn>
                              </p:par>
                            </p:childTnLst>
                          </p:cTn>
                        </p:par>
                        <p:par>
                          <p:cTn id="65" fill="hold">
                            <p:stCondLst>
                              <p:cond delay="4000"/>
                            </p:stCondLst>
                            <p:childTnLst>
                              <p:par>
                                <p:cTn id="66" presetID="53" presetClass="entr" presetSubtype="0" fill="hold" grpId="0" nodeType="afterEffect">
                                  <p:stCondLst>
                                    <p:cond delay="0"/>
                                  </p:stCondLst>
                                  <p:childTnLst>
                                    <p:set>
                                      <p:cBhvr>
                                        <p:cTn id="67" dur="1" fill="hold">
                                          <p:stCondLst>
                                            <p:cond delay="0"/>
                                          </p:stCondLst>
                                        </p:cTn>
                                        <p:tgtEl>
                                          <p:spTgt spid="100"/>
                                        </p:tgtEl>
                                        <p:attrNameLst>
                                          <p:attrName>style.visibility</p:attrName>
                                        </p:attrNameLst>
                                      </p:cBhvr>
                                      <p:to>
                                        <p:strVal val="visible"/>
                                      </p:to>
                                    </p:set>
                                    <p:anim calcmode="lin" valueType="num">
                                      <p:cBhvr>
                                        <p:cTn id="68" dur="500" fill="hold"/>
                                        <p:tgtEl>
                                          <p:spTgt spid="100"/>
                                        </p:tgtEl>
                                        <p:attrNameLst>
                                          <p:attrName>ppt_w</p:attrName>
                                        </p:attrNameLst>
                                      </p:cBhvr>
                                      <p:tavLst>
                                        <p:tav tm="0">
                                          <p:val>
                                            <p:fltVal val="0"/>
                                          </p:val>
                                        </p:tav>
                                        <p:tav tm="100000">
                                          <p:val>
                                            <p:strVal val="#ppt_w"/>
                                          </p:val>
                                        </p:tav>
                                      </p:tavLst>
                                    </p:anim>
                                    <p:anim calcmode="lin" valueType="num">
                                      <p:cBhvr>
                                        <p:cTn id="69" dur="500" fill="hold"/>
                                        <p:tgtEl>
                                          <p:spTgt spid="100"/>
                                        </p:tgtEl>
                                        <p:attrNameLst>
                                          <p:attrName>ppt_h</p:attrName>
                                        </p:attrNameLst>
                                      </p:cBhvr>
                                      <p:tavLst>
                                        <p:tav tm="0">
                                          <p:val>
                                            <p:fltVal val="0"/>
                                          </p:val>
                                        </p:tav>
                                        <p:tav tm="100000">
                                          <p:val>
                                            <p:strVal val="#ppt_h"/>
                                          </p:val>
                                        </p:tav>
                                      </p:tavLst>
                                    </p:anim>
                                    <p:animEffect transition="in" filter="fade">
                                      <p:cBhvr>
                                        <p:cTn id="70" dur="500"/>
                                        <p:tgtEl>
                                          <p:spTgt spid="100"/>
                                        </p:tgtEl>
                                      </p:cBhvr>
                                    </p:animEffect>
                                  </p:childTnLst>
                                </p:cTn>
                              </p:par>
                            </p:childTnLst>
                          </p:cTn>
                        </p:par>
                        <p:par>
                          <p:cTn id="71" fill="hold">
                            <p:stCondLst>
                              <p:cond delay="4500"/>
                            </p:stCondLst>
                            <p:childTnLst>
                              <p:par>
                                <p:cTn id="72" presetID="22" presetClass="entr" presetSubtype="8" fill="hold" nodeType="afterEffect">
                                  <p:stCondLst>
                                    <p:cond delay="0"/>
                                  </p:stCondLst>
                                  <p:childTnLst>
                                    <p:set>
                                      <p:cBhvr>
                                        <p:cTn id="73" dur="1" fill="hold">
                                          <p:stCondLst>
                                            <p:cond delay="0"/>
                                          </p:stCondLst>
                                        </p:cTn>
                                        <p:tgtEl>
                                          <p:spTgt spid="7"/>
                                        </p:tgtEl>
                                        <p:attrNameLst>
                                          <p:attrName>style.visibility</p:attrName>
                                        </p:attrNameLst>
                                      </p:cBhvr>
                                      <p:to>
                                        <p:strVal val="visible"/>
                                      </p:to>
                                    </p:set>
                                    <p:animEffect transition="in" filter="wipe(left)">
                                      <p:cBhvr>
                                        <p:cTn id="74" dur="500"/>
                                        <p:tgtEl>
                                          <p:spTgt spid="7"/>
                                        </p:tgtEl>
                                      </p:cBhvr>
                                    </p:animEffect>
                                  </p:childTnLst>
                                </p:cTn>
                              </p:par>
                            </p:childTnLst>
                          </p:cTn>
                        </p:par>
                        <p:par>
                          <p:cTn id="75" fill="hold">
                            <p:stCondLst>
                              <p:cond delay="5000"/>
                            </p:stCondLst>
                            <p:childTnLst>
                              <p:par>
                                <p:cTn id="76" presetID="22" presetClass="entr" presetSubtype="2" fill="hold" nodeType="afterEffect">
                                  <p:stCondLst>
                                    <p:cond delay="0"/>
                                  </p:stCondLst>
                                  <p:childTnLst>
                                    <p:set>
                                      <p:cBhvr>
                                        <p:cTn id="77" dur="1" fill="hold">
                                          <p:stCondLst>
                                            <p:cond delay="0"/>
                                          </p:stCondLst>
                                        </p:cTn>
                                        <p:tgtEl>
                                          <p:spTgt spid="11"/>
                                        </p:tgtEl>
                                        <p:attrNameLst>
                                          <p:attrName>style.visibility</p:attrName>
                                        </p:attrNameLst>
                                      </p:cBhvr>
                                      <p:to>
                                        <p:strVal val="visible"/>
                                      </p:to>
                                    </p:set>
                                    <p:animEffect transition="in" filter="wipe(right)">
                                      <p:cBhvr>
                                        <p:cTn id="78" dur="500"/>
                                        <p:tgtEl>
                                          <p:spTgt spid="11"/>
                                        </p:tgtEl>
                                      </p:cBhvr>
                                    </p:animEffect>
                                  </p:childTnLst>
                                </p:cTn>
                              </p:par>
                            </p:childTnLst>
                          </p:cTn>
                        </p:par>
                        <p:par>
                          <p:cTn id="79" fill="hold">
                            <p:stCondLst>
                              <p:cond delay="5500"/>
                            </p:stCondLst>
                            <p:childTnLst>
                              <p:par>
                                <p:cTn id="80" presetID="53" presetClass="entr" presetSubtype="0" fill="hold" grpId="0" nodeType="afterEffect">
                                  <p:stCondLst>
                                    <p:cond delay="0"/>
                                  </p:stCondLst>
                                  <p:childTnLst>
                                    <p:set>
                                      <p:cBhvr>
                                        <p:cTn id="81" dur="1" fill="hold">
                                          <p:stCondLst>
                                            <p:cond delay="0"/>
                                          </p:stCondLst>
                                        </p:cTn>
                                        <p:tgtEl>
                                          <p:spTgt spid="101"/>
                                        </p:tgtEl>
                                        <p:attrNameLst>
                                          <p:attrName>style.visibility</p:attrName>
                                        </p:attrNameLst>
                                      </p:cBhvr>
                                      <p:to>
                                        <p:strVal val="visible"/>
                                      </p:to>
                                    </p:set>
                                    <p:anim calcmode="lin" valueType="num">
                                      <p:cBhvr>
                                        <p:cTn id="82" dur="500" fill="hold"/>
                                        <p:tgtEl>
                                          <p:spTgt spid="101"/>
                                        </p:tgtEl>
                                        <p:attrNameLst>
                                          <p:attrName>ppt_w</p:attrName>
                                        </p:attrNameLst>
                                      </p:cBhvr>
                                      <p:tavLst>
                                        <p:tav tm="0">
                                          <p:val>
                                            <p:fltVal val="0"/>
                                          </p:val>
                                        </p:tav>
                                        <p:tav tm="100000">
                                          <p:val>
                                            <p:strVal val="#ppt_w"/>
                                          </p:val>
                                        </p:tav>
                                      </p:tavLst>
                                    </p:anim>
                                    <p:anim calcmode="lin" valueType="num">
                                      <p:cBhvr>
                                        <p:cTn id="83" dur="500" fill="hold"/>
                                        <p:tgtEl>
                                          <p:spTgt spid="101"/>
                                        </p:tgtEl>
                                        <p:attrNameLst>
                                          <p:attrName>ppt_h</p:attrName>
                                        </p:attrNameLst>
                                      </p:cBhvr>
                                      <p:tavLst>
                                        <p:tav tm="0">
                                          <p:val>
                                            <p:fltVal val="0"/>
                                          </p:val>
                                        </p:tav>
                                        <p:tav tm="100000">
                                          <p:val>
                                            <p:strVal val="#ppt_h"/>
                                          </p:val>
                                        </p:tav>
                                      </p:tavLst>
                                    </p:anim>
                                    <p:animEffect transition="in" filter="fade">
                                      <p:cBhvr>
                                        <p:cTn id="84" dur="500"/>
                                        <p:tgtEl>
                                          <p:spTgt spid="101"/>
                                        </p:tgtEl>
                                      </p:cBhvr>
                                    </p:animEffect>
                                  </p:childTnLst>
                                </p:cTn>
                              </p:par>
                            </p:childTnLst>
                          </p:cTn>
                        </p:par>
                        <p:par>
                          <p:cTn id="85" fill="hold">
                            <p:stCondLst>
                              <p:cond delay="6000"/>
                            </p:stCondLst>
                            <p:childTnLst>
                              <p:par>
                                <p:cTn id="86" presetID="22" presetClass="entr" presetSubtype="2" fill="hold" nodeType="afterEffect">
                                  <p:stCondLst>
                                    <p:cond delay="0"/>
                                  </p:stCondLst>
                                  <p:childTnLst>
                                    <p:set>
                                      <p:cBhvr>
                                        <p:cTn id="87" dur="1" fill="hold">
                                          <p:stCondLst>
                                            <p:cond delay="0"/>
                                          </p:stCondLst>
                                        </p:cTn>
                                        <p:tgtEl>
                                          <p:spTgt spid="2"/>
                                        </p:tgtEl>
                                        <p:attrNameLst>
                                          <p:attrName>style.visibility</p:attrName>
                                        </p:attrNameLst>
                                      </p:cBhvr>
                                      <p:to>
                                        <p:strVal val="visible"/>
                                      </p:to>
                                    </p:set>
                                    <p:animEffect transition="in" filter="wipe(right)">
                                      <p:cBhvr>
                                        <p:cTn id="8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9" grpId="0">
        <p:bldSub>
          <a:bldChart bld="category"/>
        </p:bldSub>
      </p:bldGraphic>
      <p:bldP spid="98" grpId="0" animBg="1"/>
      <p:bldP spid="99" grpId="0" animBg="1"/>
      <p:bldP spid="100" grpId="0" animBg="1"/>
      <p:bldP spid="101"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23"/>
          <p:cNvGrpSpPr/>
          <p:nvPr/>
        </p:nvGrpSpPr>
        <p:grpSpPr>
          <a:xfrm>
            <a:off x="685800" y="3222520"/>
            <a:ext cx="2579701" cy="863686"/>
            <a:chOff x="685800" y="3222520"/>
            <a:chExt cx="2579701" cy="863686"/>
          </a:xfrm>
        </p:grpSpPr>
        <p:sp>
          <p:nvSpPr>
            <p:cNvPr id="48" name="Can 47"/>
            <p:cNvSpPr/>
            <p:nvPr/>
          </p:nvSpPr>
          <p:spPr bwMode="auto">
            <a:xfrm>
              <a:off x="685800" y="3222520"/>
              <a:ext cx="2579701" cy="863686"/>
            </a:xfrm>
            <a:prstGeom prst="can">
              <a:avLst>
                <a:gd name="adj" fmla="val 50000"/>
              </a:avLst>
            </a:prstGeom>
            <a:solidFill>
              <a:schemeClr val="bg1">
                <a:lumMod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6" name="Text Placeholder 3"/>
            <p:cNvSpPr txBox="1">
              <a:spLocks/>
            </p:cNvSpPr>
            <p:nvPr/>
          </p:nvSpPr>
          <p:spPr>
            <a:xfrm>
              <a:off x="1445858" y="3769691"/>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Title Goes Here</a:t>
              </a:r>
            </a:p>
          </p:txBody>
        </p:sp>
      </p:grpSp>
      <p:grpSp>
        <p:nvGrpSpPr>
          <p:cNvPr id="5" name="Group 124"/>
          <p:cNvGrpSpPr/>
          <p:nvPr/>
        </p:nvGrpSpPr>
        <p:grpSpPr>
          <a:xfrm>
            <a:off x="5878499" y="3222520"/>
            <a:ext cx="2579701" cy="863686"/>
            <a:chOff x="5878499" y="3222520"/>
            <a:chExt cx="2579701" cy="863686"/>
          </a:xfrm>
        </p:grpSpPr>
        <p:sp>
          <p:nvSpPr>
            <p:cNvPr id="49" name="Can 48"/>
            <p:cNvSpPr/>
            <p:nvPr/>
          </p:nvSpPr>
          <p:spPr bwMode="auto">
            <a:xfrm>
              <a:off x="5878499" y="3222520"/>
              <a:ext cx="2579701" cy="863686"/>
            </a:xfrm>
            <a:prstGeom prst="can">
              <a:avLst>
                <a:gd name="adj" fmla="val 50000"/>
              </a:avLst>
            </a:prstGeom>
            <a:solidFill>
              <a:schemeClr val="bg1">
                <a:lumMod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17" name="Text Placeholder 3"/>
            <p:cNvSpPr txBox="1">
              <a:spLocks/>
            </p:cNvSpPr>
            <p:nvPr/>
          </p:nvSpPr>
          <p:spPr>
            <a:xfrm>
              <a:off x="6638557" y="3769691"/>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bg1"/>
                  </a:solidFill>
                  <a:effectLst/>
                  <a:uLnTx/>
                  <a:uFillTx/>
                  <a:latin typeface="+mj-lt"/>
                  <a:ea typeface="+mn-ea"/>
                  <a:cs typeface="+mn-cs"/>
                </a:rPr>
                <a:t>Title Goes Here</a:t>
              </a:r>
            </a:p>
          </p:txBody>
        </p:sp>
      </p:grpSp>
      <p:sp>
        <p:nvSpPr>
          <p:cNvPr id="2" name="Title 1"/>
          <p:cNvSpPr>
            <a:spLocks noGrp="1"/>
          </p:cNvSpPr>
          <p:nvPr>
            <p:ph type="title"/>
          </p:nvPr>
        </p:nvSpPr>
        <p:spPr/>
        <p:txBody>
          <a:bodyPr/>
          <a:lstStyle/>
          <a:p>
            <a:r>
              <a:rPr lang="en-US"/>
              <a:t>Can Chart Slide</a:t>
            </a:r>
            <a:endParaRPr lang="en-US" dirty="0"/>
          </a:p>
        </p:txBody>
      </p:sp>
      <p:sp>
        <p:nvSpPr>
          <p:cNvPr id="4" name="Text Placeholder 3"/>
          <p:cNvSpPr>
            <a:spLocks noGrp="1"/>
          </p:cNvSpPr>
          <p:nvPr>
            <p:ph type="body" sz="half" idx="2"/>
          </p:nvPr>
        </p:nvSpPr>
        <p:spPr/>
        <p:txBody>
          <a:bodyPr/>
          <a:lstStyle/>
          <a:p>
            <a:r>
              <a:rPr lang="en-US"/>
              <a:t>Can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293</a:t>
            </a:fld>
            <a:endParaRPr lang="en-US" dirty="0"/>
          </a:p>
        </p:txBody>
      </p:sp>
      <p:grpSp>
        <p:nvGrpSpPr>
          <p:cNvPr id="6" name="Group 31"/>
          <p:cNvGrpSpPr/>
          <p:nvPr/>
        </p:nvGrpSpPr>
        <p:grpSpPr>
          <a:xfrm>
            <a:off x="1749927" y="1226550"/>
            <a:ext cx="413338" cy="2273359"/>
            <a:chOff x="1948994" y="1504950"/>
            <a:chExt cx="762000" cy="2514600"/>
          </a:xfrm>
        </p:grpSpPr>
        <p:sp>
          <p:nvSpPr>
            <p:cNvPr id="22" name="Can 21"/>
            <p:cNvSpPr/>
            <p:nvPr/>
          </p:nvSpPr>
          <p:spPr bwMode="auto">
            <a:xfrm>
              <a:off x="1948994" y="2647950"/>
              <a:ext cx="762000" cy="1371600"/>
            </a:xfrm>
            <a:prstGeom prst="can">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3" name="Can 22"/>
            <p:cNvSpPr/>
            <p:nvPr/>
          </p:nvSpPr>
          <p:spPr bwMode="auto">
            <a:xfrm>
              <a:off x="1948994" y="1504950"/>
              <a:ext cx="762000" cy="1371600"/>
            </a:xfrm>
            <a:prstGeom prst="can">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7" name="Group 25"/>
          <p:cNvGrpSpPr/>
          <p:nvPr/>
        </p:nvGrpSpPr>
        <p:grpSpPr>
          <a:xfrm>
            <a:off x="2350048" y="1745564"/>
            <a:ext cx="413338" cy="1754345"/>
            <a:chOff x="2133600" y="1504950"/>
            <a:chExt cx="762000" cy="2514600"/>
          </a:xfrm>
        </p:grpSpPr>
        <p:sp>
          <p:nvSpPr>
            <p:cNvPr id="24" name="Can 23"/>
            <p:cNvSpPr/>
            <p:nvPr/>
          </p:nvSpPr>
          <p:spPr bwMode="auto">
            <a:xfrm>
              <a:off x="2133600" y="2647950"/>
              <a:ext cx="762000" cy="1371600"/>
            </a:xfrm>
            <a:prstGeom prst="can">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5" name="Can 24"/>
            <p:cNvSpPr/>
            <p:nvPr/>
          </p:nvSpPr>
          <p:spPr bwMode="auto">
            <a:xfrm>
              <a:off x="2133600" y="1504950"/>
              <a:ext cx="762000" cy="1371600"/>
            </a:xfrm>
            <a:prstGeom prst="can">
              <a:avLst/>
            </a:prstGeom>
            <a:solidFill>
              <a:schemeClr val="accent2">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8" name="Group 32"/>
          <p:cNvGrpSpPr/>
          <p:nvPr/>
        </p:nvGrpSpPr>
        <p:grpSpPr>
          <a:xfrm>
            <a:off x="1149807" y="2259896"/>
            <a:ext cx="413338" cy="1240014"/>
            <a:chOff x="2133600" y="1504950"/>
            <a:chExt cx="762000" cy="2514600"/>
          </a:xfrm>
        </p:grpSpPr>
        <p:sp>
          <p:nvSpPr>
            <p:cNvPr id="34" name="Can 33"/>
            <p:cNvSpPr/>
            <p:nvPr/>
          </p:nvSpPr>
          <p:spPr bwMode="auto">
            <a:xfrm>
              <a:off x="2133600" y="2647950"/>
              <a:ext cx="762000" cy="1371600"/>
            </a:xfrm>
            <a:prstGeom prst="can">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3"/>
                </a:solidFill>
              </a:endParaRPr>
            </a:p>
          </p:txBody>
        </p:sp>
        <p:sp>
          <p:nvSpPr>
            <p:cNvPr id="35" name="Can 34"/>
            <p:cNvSpPr/>
            <p:nvPr/>
          </p:nvSpPr>
          <p:spPr bwMode="auto">
            <a:xfrm>
              <a:off x="2133600" y="1504950"/>
              <a:ext cx="762000" cy="1371600"/>
            </a:xfrm>
            <a:prstGeom prst="can">
              <a:avLst/>
            </a:prstGeom>
            <a:solidFill>
              <a:schemeClr val="accent3">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solidFill>
                  <a:schemeClr val="accent3"/>
                </a:solidFill>
              </a:endParaRPr>
            </a:p>
          </p:txBody>
        </p:sp>
      </p:grpSp>
      <p:grpSp>
        <p:nvGrpSpPr>
          <p:cNvPr id="9" name="Group 35"/>
          <p:cNvGrpSpPr/>
          <p:nvPr/>
        </p:nvGrpSpPr>
        <p:grpSpPr>
          <a:xfrm>
            <a:off x="6980734" y="1570999"/>
            <a:ext cx="413338" cy="1928911"/>
            <a:chOff x="1948994" y="1504950"/>
            <a:chExt cx="762000" cy="2514600"/>
          </a:xfrm>
        </p:grpSpPr>
        <p:sp>
          <p:nvSpPr>
            <p:cNvPr id="37" name="Can 36"/>
            <p:cNvSpPr/>
            <p:nvPr/>
          </p:nvSpPr>
          <p:spPr bwMode="auto">
            <a:xfrm>
              <a:off x="1948994" y="2647950"/>
              <a:ext cx="762000" cy="1371600"/>
            </a:xfrm>
            <a:prstGeom prst="can">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9" name="Can 38"/>
            <p:cNvSpPr/>
            <p:nvPr/>
          </p:nvSpPr>
          <p:spPr bwMode="auto">
            <a:xfrm>
              <a:off x="1948994" y="1504950"/>
              <a:ext cx="762000" cy="1371600"/>
            </a:xfrm>
            <a:prstGeom prst="can">
              <a:avLst/>
            </a:prstGeom>
            <a:solidFill>
              <a:schemeClr val="accent5">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0" name="Group 39"/>
          <p:cNvGrpSpPr/>
          <p:nvPr/>
        </p:nvGrpSpPr>
        <p:grpSpPr>
          <a:xfrm>
            <a:off x="7580854" y="1745564"/>
            <a:ext cx="413338" cy="1754345"/>
            <a:chOff x="2133600" y="1504950"/>
            <a:chExt cx="762000" cy="2514600"/>
          </a:xfrm>
        </p:grpSpPr>
        <p:sp>
          <p:nvSpPr>
            <p:cNvPr id="42" name="Can 41"/>
            <p:cNvSpPr/>
            <p:nvPr/>
          </p:nvSpPr>
          <p:spPr bwMode="auto">
            <a:xfrm>
              <a:off x="2133600" y="2647950"/>
              <a:ext cx="762000" cy="1371600"/>
            </a:xfrm>
            <a:prstGeom prst="can">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3" name="Can 42"/>
            <p:cNvSpPr/>
            <p:nvPr/>
          </p:nvSpPr>
          <p:spPr bwMode="auto">
            <a:xfrm>
              <a:off x="2133600" y="1504950"/>
              <a:ext cx="762000" cy="1371600"/>
            </a:xfrm>
            <a:prstGeom prst="can">
              <a:avLst/>
            </a:prstGeom>
            <a:solidFill>
              <a:schemeClr val="accent6">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11" name="Group 43"/>
          <p:cNvGrpSpPr/>
          <p:nvPr/>
        </p:nvGrpSpPr>
        <p:grpSpPr>
          <a:xfrm>
            <a:off x="6380613" y="1123950"/>
            <a:ext cx="413338" cy="2375960"/>
            <a:chOff x="2133600" y="1391462"/>
            <a:chExt cx="762000" cy="2628088"/>
          </a:xfrm>
        </p:grpSpPr>
        <p:sp>
          <p:nvSpPr>
            <p:cNvPr id="45" name="Can 44"/>
            <p:cNvSpPr/>
            <p:nvPr/>
          </p:nvSpPr>
          <p:spPr bwMode="auto">
            <a:xfrm>
              <a:off x="2133600" y="2647950"/>
              <a:ext cx="762000" cy="1371600"/>
            </a:xfrm>
            <a:prstGeom prst="can">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46" name="Can 45"/>
            <p:cNvSpPr/>
            <p:nvPr/>
          </p:nvSpPr>
          <p:spPr bwMode="auto">
            <a:xfrm>
              <a:off x="2133600" y="1391462"/>
              <a:ext cx="762000" cy="1371600"/>
            </a:xfrm>
            <a:prstGeom prst="can">
              <a:avLst/>
            </a:prstGeom>
            <a:solidFill>
              <a:schemeClr val="accent4">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cxnSp>
        <p:nvCxnSpPr>
          <p:cNvPr id="91" name="Straight Connector 90"/>
          <p:cNvCxnSpPr/>
          <p:nvPr/>
        </p:nvCxnSpPr>
        <p:spPr>
          <a:xfrm flipV="1">
            <a:off x="4572000" y="1186238"/>
            <a:ext cx="0" cy="2746157"/>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2" name="Group 126"/>
          <p:cNvGrpSpPr/>
          <p:nvPr/>
        </p:nvGrpSpPr>
        <p:grpSpPr>
          <a:xfrm>
            <a:off x="4724400" y="2243158"/>
            <a:ext cx="723797" cy="703077"/>
            <a:chOff x="4724400" y="2243158"/>
            <a:chExt cx="723797" cy="703077"/>
          </a:xfrm>
        </p:grpSpPr>
        <p:sp>
          <p:nvSpPr>
            <p:cNvPr id="86" name="Oval 85"/>
            <p:cNvSpPr/>
            <p:nvPr/>
          </p:nvSpPr>
          <p:spPr>
            <a:xfrm>
              <a:off x="4724400" y="2243158"/>
              <a:ext cx="723797" cy="70307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4">
                    <a:lumMod val="50000"/>
                  </a:schemeClr>
                </a:solidFill>
                <a:latin typeface="FontAwesome" pitchFamily="2" charset="0"/>
              </a:endParaRPr>
            </a:p>
          </p:txBody>
        </p:sp>
        <p:sp>
          <p:nvSpPr>
            <p:cNvPr id="92" name="Freeform 56"/>
            <p:cNvSpPr>
              <a:spLocks noEditPoints="1"/>
            </p:cNvSpPr>
            <p:nvPr/>
          </p:nvSpPr>
          <p:spPr bwMode="auto">
            <a:xfrm>
              <a:off x="4913477" y="2421875"/>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28"/>
          <p:cNvGrpSpPr/>
          <p:nvPr/>
        </p:nvGrpSpPr>
        <p:grpSpPr>
          <a:xfrm>
            <a:off x="3695803" y="1236468"/>
            <a:ext cx="723797" cy="703075"/>
            <a:chOff x="3695803" y="1236468"/>
            <a:chExt cx="723797" cy="703075"/>
          </a:xfrm>
        </p:grpSpPr>
        <p:sp>
          <p:nvSpPr>
            <p:cNvPr id="70" name="Oval 69"/>
            <p:cNvSpPr/>
            <p:nvPr/>
          </p:nvSpPr>
          <p:spPr>
            <a:xfrm>
              <a:off x="3695803" y="1236468"/>
              <a:ext cx="723797" cy="7030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2800" b="1" dirty="0">
                <a:solidFill>
                  <a:schemeClr val="accent1">
                    <a:lumMod val="50000"/>
                  </a:schemeClr>
                </a:solidFill>
                <a:latin typeface="FontAwesome" pitchFamily="2" charset="0"/>
              </a:endParaRPr>
            </a:p>
          </p:txBody>
        </p:sp>
        <p:sp>
          <p:nvSpPr>
            <p:cNvPr id="93" name="Freeform 5"/>
            <p:cNvSpPr>
              <a:spLocks noEditPoints="1"/>
            </p:cNvSpPr>
            <p:nvPr/>
          </p:nvSpPr>
          <p:spPr bwMode="auto">
            <a:xfrm>
              <a:off x="3872516" y="1402820"/>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29"/>
          <p:cNvGrpSpPr/>
          <p:nvPr/>
        </p:nvGrpSpPr>
        <p:grpSpPr>
          <a:xfrm>
            <a:off x="3695803" y="2243157"/>
            <a:ext cx="723797" cy="703077"/>
            <a:chOff x="3695803" y="2243157"/>
            <a:chExt cx="723797" cy="703077"/>
          </a:xfrm>
        </p:grpSpPr>
        <p:sp>
          <p:nvSpPr>
            <p:cNvPr id="74" name="Oval 73"/>
            <p:cNvSpPr/>
            <p:nvPr/>
          </p:nvSpPr>
          <p:spPr>
            <a:xfrm>
              <a:off x="3695803" y="2243157"/>
              <a:ext cx="723797" cy="70307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accent3">
                    <a:lumMod val="50000"/>
                  </a:schemeClr>
                </a:solidFill>
              </a:endParaRPr>
            </a:p>
          </p:txBody>
        </p:sp>
        <p:sp>
          <p:nvSpPr>
            <p:cNvPr id="94" name="Freeform 245"/>
            <p:cNvSpPr>
              <a:spLocks/>
            </p:cNvSpPr>
            <p:nvPr/>
          </p:nvSpPr>
          <p:spPr bwMode="auto">
            <a:xfrm>
              <a:off x="3891895" y="2428889"/>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30"/>
          <p:cNvGrpSpPr/>
          <p:nvPr/>
        </p:nvGrpSpPr>
        <p:grpSpPr>
          <a:xfrm>
            <a:off x="3695803" y="3251279"/>
            <a:ext cx="723797" cy="703077"/>
            <a:chOff x="3695803" y="3251279"/>
            <a:chExt cx="723797" cy="703077"/>
          </a:xfrm>
        </p:grpSpPr>
        <p:sp>
          <p:nvSpPr>
            <p:cNvPr id="78" name="Oval 77"/>
            <p:cNvSpPr/>
            <p:nvPr/>
          </p:nvSpPr>
          <p:spPr>
            <a:xfrm>
              <a:off x="3695803" y="3251279"/>
              <a:ext cx="723797" cy="70307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accent5">
                    <a:lumMod val="50000"/>
                  </a:schemeClr>
                </a:solidFill>
              </a:endParaRPr>
            </a:p>
          </p:txBody>
        </p:sp>
        <p:sp>
          <p:nvSpPr>
            <p:cNvPr id="95" name="Freeform 94"/>
            <p:cNvSpPr>
              <a:spLocks noEditPoints="1"/>
            </p:cNvSpPr>
            <p:nvPr/>
          </p:nvSpPr>
          <p:spPr bwMode="auto">
            <a:xfrm>
              <a:off x="3909381" y="3386130"/>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25"/>
          <p:cNvGrpSpPr/>
          <p:nvPr/>
        </p:nvGrpSpPr>
        <p:grpSpPr>
          <a:xfrm>
            <a:off x="4724400" y="1235034"/>
            <a:ext cx="723797" cy="703077"/>
            <a:chOff x="4724400" y="1235034"/>
            <a:chExt cx="723797" cy="703077"/>
          </a:xfrm>
        </p:grpSpPr>
        <p:sp>
          <p:nvSpPr>
            <p:cNvPr id="82" name="Oval 81"/>
            <p:cNvSpPr/>
            <p:nvPr/>
          </p:nvSpPr>
          <p:spPr>
            <a:xfrm>
              <a:off x="4724400" y="1235034"/>
              <a:ext cx="723797" cy="70307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solidFill>
                  <a:schemeClr val="accent2">
                    <a:lumMod val="50000"/>
                  </a:schemeClr>
                </a:solidFill>
                <a:latin typeface="FontAwesome" pitchFamily="2" charset="0"/>
              </a:endParaRPr>
            </a:p>
          </p:txBody>
        </p:sp>
        <p:sp>
          <p:nvSpPr>
            <p:cNvPr id="96" name="Freeform 217"/>
            <p:cNvSpPr>
              <a:spLocks noEditPoints="1"/>
            </p:cNvSpPr>
            <p:nvPr/>
          </p:nvSpPr>
          <p:spPr bwMode="auto">
            <a:xfrm>
              <a:off x="4896858" y="1444492"/>
              <a:ext cx="378880" cy="28416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27"/>
          <p:cNvGrpSpPr/>
          <p:nvPr/>
        </p:nvGrpSpPr>
        <p:grpSpPr>
          <a:xfrm>
            <a:off x="4724400" y="3251279"/>
            <a:ext cx="723797" cy="703078"/>
            <a:chOff x="4724400" y="3251279"/>
            <a:chExt cx="723797" cy="703078"/>
          </a:xfrm>
        </p:grpSpPr>
        <p:sp>
          <p:nvSpPr>
            <p:cNvPr id="90" name="Oval 89"/>
            <p:cNvSpPr/>
            <p:nvPr/>
          </p:nvSpPr>
          <p:spPr>
            <a:xfrm>
              <a:off x="4724400" y="3251279"/>
              <a:ext cx="723797" cy="70307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6">
                    <a:lumMod val="50000"/>
                  </a:schemeClr>
                </a:solidFill>
              </a:endParaRPr>
            </a:p>
          </p:txBody>
        </p:sp>
        <p:sp>
          <p:nvSpPr>
            <p:cNvPr id="97" name="Freeform 135"/>
            <p:cNvSpPr>
              <a:spLocks noEditPoints="1"/>
            </p:cNvSpPr>
            <p:nvPr/>
          </p:nvSpPr>
          <p:spPr bwMode="auto">
            <a:xfrm>
              <a:off x="4934618" y="3460738"/>
              <a:ext cx="303361" cy="28416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97"/>
          <p:cNvGrpSpPr/>
          <p:nvPr/>
        </p:nvGrpSpPr>
        <p:grpSpPr>
          <a:xfrm>
            <a:off x="1124214" y="4395778"/>
            <a:ext cx="6895572" cy="201168"/>
            <a:chOff x="1281573" y="4171950"/>
            <a:chExt cx="6895572" cy="201168"/>
          </a:xfrm>
        </p:grpSpPr>
        <p:grpSp>
          <p:nvGrpSpPr>
            <p:cNvPr id="19" name="Group 50"/>
            <p:cNvGrpSpPr/>
            <p:nvPr/>
          </p:nvGrpSpPr>
          <p:grpSpPr>
            <a:xfrm>
              <a:off x="1281573" y="4171950"/>
              <a:ext cx="1061577" cy="201168"/>
              <a:chOff x="2221306" y="3914656"/>
              <a:chExt cx="1061577" cy="201168"/>
            </a:xfrm>
          </p:grpSpPr>
          <p:sp>
            <p:nvSpPr>
              <p:cNvPr id="114" name="TextBox 113"/>
              <p:cNvSpPr txBox="1"/>
              <p:nvPr/>
            </p:nvSpPr>
            <p:spPr>
              <a:xfrm>
                <a:off x="2470160" y="3934938"/>
                <a:ext cx="812723"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CONSTRUCTION</a:t>
                </a:r>
              </a:p>
            </p:txBody>
          </p:sp>
          <p:sp>
            <p:nvSpPr>
              <p:cNvPr id="115" name="Oval 114"/>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20" name="Group 45"/>
            <p:cNvGrpSpPr/>
            <p:nvPr/>
          </p:nvGrpSpPr>
          <p:grpSpPr>
            <a:xfrm>
              <a:off x="2545111" y="4171950"/>
              <a:ext cx="763908" cy="201168"/>
              <a:chOff x="3776442" y="3947915"/>
              <a:chExt cx="763908" cy="201168"/>
            </a:xfrm>
          </p:grpSpPr>
          <p:sp>
            <p:nvSpPr>
              <p:cNvPr id="112" name="TextBox 111"/>
              <p:cNvSpPr txBox="1"/>
              <p:nvPr/>
            </p:nvSpPr>
            <p:spPr>
              <a:xfrm>
                <a:off x="4020977" y="3968197"/>
                <a:ext cx="519373"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ANALYSIS</a:t>
                </a:r>
              </a:p>
            </p:txBody>
          </p:sp>
          <p:sp>
            <p:nvSpPr>
              <p:cNvPr id="113" name="Oval 112"/>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21" name="Group 37"/>
            <p:cNvGrpSpPr/>
            <p:nvPr/>
          </p:nvGrpSpPr>
          <p:grpSpPr>
            <a:xfrm>
              <a:off x="3467100" y="4171950"/>
              <a:ext cx="1011544" cy="201168"/>
              <a:chOff x="4725932" y="3949014"/>
              <a:chExt cx="1011544" cy="201168"/>
            </a:xfrm>
          </p:grpSpPr>
          <p:sp>
            <p:nvSpPr>
              <p:cNvPr id="110" name="TextBox 109"/>
              <p:cNvSpPr txBox="1"/>
              <p:nvPr/>
            </p:nvSpPr>
            <p:spPr>
              <a:xfrm>
                <a:off x="4964829" y="3966831"/>
                <a:ext cx="772647"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IMPROVEMENT</a:t>
                </a:r>
              </a:p>
            </p:txBody>
          </p:sp>
          <p:sp>
            <p:nvSpPr>
              <p:cNvPr id="111" name="Oval 110"/>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26" name="Group 41"/>
            <p:cNvGrpSpPr/>
            <p:nvPr/>
          </p:nvGrpSpPr>
          <p:grpSpPr>
            <a:xfrm>
              <a:off x="4618933" y="4171950"/>
              <a:ext cx="3558212" cy="201168"/>
              <a:chOff x="6077268" y="3949014"/>
              <a:chExt cx="3558212" cy="201168"/>
            </a:xfrm>
          </p:grpSpPr>
          <p:sp>
            <p:nvSpPr>
              <p:cNvPr id="106" name="TextBox 105"/>
              <p:cNvSpPr txBox="1"/>
              <p:nvPr/>
            </p:nvSpPr>
            <p:spPr>
              <a:xfrm>
                <a:off x="6332724" y="3976991"/>
                <a:ext cx="947375"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RECONSTRUCTION</a:t>
                </a:r>
              </a:p>
            </p:txBody>
          </p:sp>
          <p:sp>
            <p:nvSpPr>
              <p:cNvPr id="107" name="Oval 106"/>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sp>
            <p:nvSpPr>
              <p:cNvPr id="108" name="TextBox 107"/>
              <p:cNvSpPr txBox="1"/>
              <p:nvPr/>
            </p:nvSpPr>
            <p:spPr>
              <a:xfrm>
                <a:off x="8688105" y="3976991"/>
                <a:ext cx="947375"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RECONSTRUCTION</a:t>
                </a:r>
              </a:p>
            </p:txBody>
          </p:sp>
          <p:sp>
            <p:nvSpPr>
              <p:cNvPr id="109" name="Oval 108"/>
              <p:cNvSpPr>
                <a:spLocks noChangeAspect="1"/>
              </p:cNvSpPr>
              <p:nvPr/>
            </p:nvSpPr>
            <p:spPr>
              <a:xfrm>
                <a:off x="8432649" y="3949014"/>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27" name="Group 37"/>
            <p:cNvGrpSpPr/>
            <p:nvPr/>
          </p:nvGrpSpPr>
          <p:grpSpPr>
            <a:xfrm>
              <a:off x="5914333" y="4171950"/>
              <a:ext cx="1021069" cy="201168"/>
              <a:chOff x="4725932" y="3949014"/>
              <a:chExt cx="1021069" cy="201168"/>
            </a:xfrm>
          </p:grpSpPr>
          <p:sp>
            <p:nvSpPr>
              <p:cNvPr id="104" name="TextBox 103"/>
              <p:cNvSpPr txBox="1"/>
              <p:nvPr/>
            </p:nvSpPr>
            <p:spPr>
              <a:xfrm>
                <a:off x="4974354" y="3966831"/>
                <a:ext cx="772647"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IMPROVEMENT</a:t>
                </a:r>
              </a:p>
            </p:txBody>
          </p:sp>
          <p:sp>
            <p:nvSpPr>
              <p:cNvPr id="105" name="Oval 104"/>
              <p:cNvSpPr>
                <a:spLocks noChangeAspect="1"/>
              </p:cNvSpPr>
              <p:nvPr/>
            </p:nvSpPr>
            <p:spPr>
              <a:xfrm>
                <a:off x="4725932"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sp>
        <p:nvSpPr>
          <p:cNvPr id="118" name="Text Placeholder 3"/>
          <p:cNvSpPr txBox="1">
            <a:spLocks/>
          </p:cNvSpPr>
          <p:nvPr/>
        </p:nvSpPr>
        <p:spPr>
          <a:xfrm>
            <a:off x="1794816" y="1007380"/>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90%</a:t>
            </a:r>
          </a:p>
        </p:txBody>
      </p:sp>
      <p:sp>
        <p:nvSpPr>
          <p:cNvPr id="119" name="Text Placeholder 3"/>
          <p:cNvSpPr txBox="1">
            <a:spLocks/>
          </p:cNvSpPr>
          <p:nvPr/>
        </p:nvSpPr>
        <p:spPr>
          <a:xfrm>
            <a:off x="6435688" y="929556"/>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j-lt"/>
                <a:ea typeface="+mn-ea"/>
                <a:cs typeface="+mn-cs"/>
              </a:rPr>
              <a:t>90%</a:t>
            </a:r>
          </a:p>
        </p:txBody>
      </p:sp>
      <p:sp>
        <p:nvSpPr>
          <p:cNvPr id="120" name="Text Placeholder 3"/>
          <p:cNvSpPr txBox="1">
            <a:spLocks/>
          </p:cNvSpPr>
          <p:nvPr/>
        </p:nvSpPr>
        <p:spPr>
          <a:xfrm>
            <a:off x="2411645" y="1560898"/>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60%</a:t>
            </a:r>
          </a:p>
        </p:txBody>
      </p:sp>
      <p:sp>
        <p:nvSpPr>
          <p:cNvPr id="121" name="Text Placeholder 3"/>
          <p:cNvSpPr txBox="1">
            <a:spLocks/>
          </p:cNvSpPr>
          <p:nvPr/>
        </p:nvSpPr>
        <p:spPr>
          <a:xfrm>
            <a:off x="1211404" y="2075230"/>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45%</a:t>
            </a:r>
          </a:p>
        </p:txBody>
      </p:sp>
      <p:sp>
        <p:nvSpPr>
          <p:cNvPr id="122" name="Text Placeholder 3"/>
          <p:cNvSpPr txBox="1">
            <a:spLocks/>
          </p:cNvSpPr>
          <p:nvPr/>
        </p:nvSpPr>
        <p:spPr>
          <a:xfrm>
            <a:off x="7042331" y="1352159"/>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5"/>
                </a:solidFill>
                <a:effectLst/>
                <a:uLnTx/>
                <a:uFillTx/>
                <a:latin typeface="+mj-lt"/>
                <a:ea typeface="+mn-ea"/>
                <a:cs typeface="+mn-cs"/>
              </a:rPr>
              <a:t>80%</a:t>
            </a:r>
          </a:p>
        </p:txBody>
      </p:sp>
      <p:sp>
        <p:nvSpPr>
          <p:cNvPr id="123" name="Text Placeholder 3"/>
          <p:cNvSpPr txBox="1">
            <a:spLocks/>
          </p:cNvSpPr>
          <p:nvPr/>
        </p:nvSpPr>
        <p:spPr>
          <a:xfrm>
            <a:off x="7642451" y="1588524"/>
            <a:ext cx="290144"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6"/>
                </a:solidFill>
                <a:effectLst/>
                <a:uLnTx/>
                <a:uFillTx/>
                <a:latin typeface="+mj-lt"/>
                <a:ea typeface="+mn-ea"/>
                <a:cs typeface="+mn-cs"/>
              </a:rPr>
              <a:t>60%</a:t>
            </a:r>
          </a:p>
        </p:txBody>
      </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down)">
                                      <p:cBhvr>
                                        <p:cTn id="7" dur="500"/>
                                        <p:tgtEl>
                                          <p:spTgt spid="91"/>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p:cTn id="23" dur="500" fill="hold"/>
                                        <p:tgtEl>
                                          <p:spTgt spid="14"/>
                                        </p:tgtEl>
                                        <p:attrNameLst>
                                          <p:attrName>ppt_w</p:attrName>
                                        </p:attrNameLst>
                                      </p:cBhvr>
                                      <p:tavLst>
                                        <p:tav tm="0">
                                          <p:val>
                                            <p:fltVal val="0"/>
                                          </p:val>
                                        </p:tav>
                                        <p:tav tm="100000">
                                          <p:val>
                                            <p:strVal val="#ppt_w"/>
                                          </p:val>
                                        </p:tav>
                                      </p:tavLst>
                                    </p:anim>
                                    <p:anim calcmode="lin" valueType="num">
                                      <p:cBhvr>
                                        <p:cTn id="24" dur="500" fill="hold"/>
                                        <p:tgtEl>
                                          <p:spTgt spid="14"/>
                                        </p:tgtEl>
                                        <p:attrNameLst>
                                          <p:attrName>ppt_h</p:attrName>
                                        </p:attrNameLst>
                                      </p:cBhvr>
                                      <p:tavLst>
                                        <p:tav tm="0">
                                          <p:val>
                                            <p:fltVal val="0"/>
                                          </p:val>
                                        </p:tav>
                                        <p:tav tm="100000">
                                          <p:val>
                                            <p:strVal val="#ppt_h"/>
                                          </p:val>
                                        </p:tav>
                                      </p:tavLst>
                                    </p:anim>
                                    <p:animEffect transition="in" filter="fade">
                                      <p:cBhvr>
                                        <p:cTn id="25" dur="500"/>
                                        <p:tgtEl>
                                          <p:spTgt spid="14"/>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500" fill="hold"/>
                                        <p:tgtEl>
                                          <p:spTgt spid="12"/>
                                        </p:tgtEl>
                                        <p:attrNameLst>
                                          <p:attrName>ppt_w</p:attrName>
                                        </p:attrNameLst>
                                      </p:cBhvr>
                                      <p:tavLst>
                                        <p:tav tm="0">
                                          <p:val>
                                            <p:fltVal val="0"/>
                                          </p:val>
                                        </p:tav>
                                        <p:tav tm="100000">
                                          <p:val>
                                            <p:strVal val="#ppt_w"/>
                                          </p:val>
                                        </p:tav>
                                      </p:tavLst>
                                    </p:anim>
                                    <p:anim calcmode="lin" valueType="num">
                                      <p:cBhvr>
                                        <p:cTn id="30" dur="500" fill="hold"/>
                                        <p:tgtEl>
                                          <p:spTgt spid="12"/>
                                        </p:tgtEl>
                                        <p:attrNameLst>
                                          <p:attrName>ppt_h</p:attrName>
                                        </p:attrNameLst>
                                      </p:cBhvr>
                                      <p:tavLst>
                                        <p:tav tm="0">
                                          <p:val>
                                            <p:fltVal val="0"/>
                                          </p:val>
                                        </p:tav>
                                        <p:tav tm="100000">
                                          <p:val>
                                            <p:strVal val="#ppt_h"/>
                                          </p:val>
                                        </p:tav>
                                      </p:tavLst>
                                    </p:anim>
                                    <p:animEffect transition="in" filter="fade">
                                      <p:cBhvr>
                                        <p:cTn id="31" dur="500"/>
                                        <p:tgtEl>
                                          <p:spTgt spid="12"/>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p:cTn id="35" dur="500" fill="hold"/>
                                        <p:tgtEl>
                                          <p:spTgt spid="15"/>
                                        </p:tgtEl>
                                        <p:attrNameLst>
                                          <p:attrName>ppt_w</p:attrName>
                                        </p:attrNameLst>
                                      </p:cBhvr>
                                      <p:tavLst>
                                        <p:tav tm="0">
                                          <p:val>
                                            <p:fltVal val="0"/>
                                          </p:val>
                                        </p:tav>
                                        <p:tav tm="100000">
                                          <p:val>
                                            <p:strVal val="#ppt_w"/>
                                          </p:val>
                                        </p:tav>
                                      </p:tavLst>
                                    </p:anim>
                                    <p:anim calcmode="lin" valueType="num">
                                      <p:cBhvr>
                                        <p:cTn id="36" dur="500" fill="hold"/>
                                        <p:tgtEl>
                                          <p:spTgt spid="15"/>
                                        </p:tgtEl>
                                        <p:attrNameLst>
                                          <p:attrName>ppt_h</p:attrName>
                                        </p:attrNameLst>
                                      </p:cBhvr>
                                      <p:tavLst>
                                        <p:tav tm="0">
                                          <p:val>
                                            <p:fltVal val="0"/>
                                          </p:val>
                                        </p:tav>
                                        <p:tav tm="100000">
                                          <p:val>
                                            <p:strVal val="#ppt_h"/>
                                          </p:val>
                                        </p:tav>
                                      </p:tavLst>
                                    </p:anim>
                                    <p:animEffect transition="in" filter="fade">
                                      <p:cBhvr>
                                        <p:cTn id="37" dur="500"/>
                                        <p:tgtEl>
                                          <p:spTgt spid="15"/>
                                        </p:tgtEl>
                                      </p:cBhvr>
                                    </p:animEffect>
                                  </p:childTnLst>
                                </p:cTn>
                              </p:par>
                            </p:childTnLst>
                          </p:cTn>
                        </p:par>
                        <p:par>
                          <p:cTn id="38" fill="hold">
                            <p:stCondLst>
                              <p:cond delay="3000"/>
                            </p:stCondLst>
                            <p:childTnLst>
                              <p:par>
                                <p:cTn id="39" presetID="53" presetClass="entr" presetSubtype="0" fill="hold" nodeType="after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p:cTn id="41" dur="500" fill="hold"/>
                                        <p:tgtEl>
                                          <p:spTgt spid="17"/>
                                        </p:tgtEl>
                                        <p:attrNameLst>
                                          <p:attrName>ppt_w</p:attrName>
                                        </p:attrNameLst>
                                      </p:cBhvr>
                                      <p:tavLst>
                                        <p:tav tm="0">
                                          <p:val>
                                            <p:fltVal val="0"/>
                                          </p:val>
                                        </p:tav>
                                        <p:tav tm="100000">
                                          <p:val>
                                            <p:strVal val="#ppt_w"/>
                                          </p:val>
                                        </p:tav>
                                      </p:tavLst>
                                    </p:anim>
                                    <p:anim calcmode="lin" valueType="num">
                                      <p:cBhvr>
                                        <p:cTn id="42" dur="500" fill="hold"/>
                                        <p:tgtEl>
                                          <p:spTgt spid="17"/>
                                        </p:tgtEl>
                                        <p:attrNameLst>
                                          <p:attrName>ppt_h</p:attrName>
                                        </p:attrNameLst>
                                      </p:cBhvr>
                                      <p:tavLst>
                                        <p:tav tm="0">
                                          <p:val>
                                            <p:fltVal val="0"/>
                                          </p:val>
                                        </p:tav>
                                        <p:tav tm="100000">
                                          <p:val>
                                            <p:strVal val="#ppt_h"/>
                                          </p:val>
                                        </p:tav>
                                      </p:tavLst>
                                    </p:anim>
                                    <p:animEffect transition="in" filter="fade">
                                      <p:cBhvr>
                                        <p:cTn id="43" dur="500"/>
                                        <p:tgtEl>
                                          <p:spTgt spid="17"/>
                                        </p:tgtEl>
                                      </p:cBhvr>
                                    </p:animEffect>
                                  </p:childTnLst>
                                </p:cTn>
                              </p:par>
                            </p:childTnLst>
                          </p:cTn>
                        </p:par>
                        <p:par>
                          <p:cTn id="44" fill="hold">
                            <p:stCondLst>
                              <p:cond delay="3500"/>
                            </p:stCondLst>
                            <p:childTnLst>
                              <p:par>
                                <p:cTn id="45" presetID="2" presetClass="entr" presetSubtype="4" accel="50000" decel="5000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 calcmode="lin" valueType="num">
                                      <p:cBhvr additive="base">
                                        <p:cTn id="47" dur="500" fill="hold"/>
                                        <p:tgtEl>
                                          <p:spTgt spid="3"/>
                                        </p:tgtEl>
                                        <p:attrNameLst>
                                          <p:attrName>ppt_x</p:attrName>
                                        </p:attrNameLst>
                                      </p:cBhvr>
                                      <p:tavLst>
                                        <p:tav tm="0">
                                          <p:val>
                                            <p:strVal val="#ppt_x"/>
                                          </p:val>
                                        </p:tav>
                                        <p:tav tm="100000">
                                          <p:val>
                                            <p:strVal val="#ppt_x"/>
                                          </p:val>
                                        </p:tav>
                                      </p:tavLst>
                                    </p:anim>
                                    <p:anim calcmode="lin" valueType="num">
                                      <p:cBhvr additive="base">
                                        <p:cTn id="48" dur="500" fill="hold"/>
                                        <p:tgtEl>
                                          <p:spTgt spid="3"/>
                                        </p:tgtEl>
                                        <p:attrNameLst>
                                          <p:attrName>ppt_y</p:attrName>
                                        </p:attrNameLst>
                                      </p:cBhvr>
                                      <p:tavLst>
                                        <p:tav tm="0">
                                          <p:val>
                                            <p:strVal val="1+#ppt_h/2"/>
                                          </p:val>
                                        </p:tav>
                                        <p:tav tm="100000">
                                          <p:val>
                                            <p:strVal val="#ppt_y"/>
                                          </p:val>
                                        </p:tav>
                                      </p:tavLst>
                                    </p:anim>
                                  </p:childTnLst>
                                </p:cTn>
                              </p:par>
                            </p:childTnLst>
                          </p:cTn>
                        </p:par>
                        <p:par>
                          <p:cTn id="49" fill="hold">
                            <p:stCondLst>
                              <p:cond delay="4000"/>
                            </p:stCondLst>
                            <p:childTnLst>
                              <p:par>
                                <p:cTn id="50" presetID="22" presetClass="entr" presetSubtype="4" fill="hold" nodeType="after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wipe(down)">
                                      <p:cBhvr>
                                        <p:cTn id="52" dur="500"/>
                                        <p:tgtEl>
                                          <p:spTgt spid="8"/>
                                        </p:tgtEl>
                                      </p:cBhvr>
                                    </p:animEffect>
                                  </p:childTnLst>
                                </p:cTn>
                              </p:par>
                            </p:childTnLst>
                          </p:cTn>
                        </p:par>
                        <p:par>
                          <p:cTn id="53" fill="hold">
                            <p:stCondLst>
                              <p:cond delay="4500"/>
                            </p:stCondLst>
                            <p:childTnLst>
                              <p:par>
                                <p:cTn id="54" presetID="53" presetClass="entr" presetSubtype="0" fill="hold" grpId="0" nodeType="afterEffect">
                                  <p:stCondLst>
                                    <p:cond delay="0"/>
                                  </p:stCondLst>
                                  <p:childTnLst>
                                    <p:set>
                                      <p:cBhvr>
                                        <p:cTn id="55" dur="1" fill="hold">
                                          <p:stCondLst>
                                            <p:cond delay="0"/>
                                          </p:stCondLst>
                                        </p:cTn>
                                        <p:tgtEl>
                                          <p:spTgt spid="121"/>
                                        </p:tgtEl>
                                        <p:attrNameLst>
                                          <p:attrName>style.visibility</p:attrName>
                                        </p:attrNameLst>
                                      </p:cBhvr>
                                      <p:to>
                                        <p:strVal val="visible"/>
                                      </p:to>
                                    </p:set>
                                    <p:anim calcmode="lin" valueType="num">
                                      <p:cBhvr>
                                        <p:cTn id="56" dur="500" fill="hold"/>
                                        <p:tgtEl>
                                          <p:spTgt spid="121"/>
                                        </p:tgtEl>
                                        <p:attrNameLst>
                                          <p:attrName>ppt_w</p:attrName>
                                        </p:attrNameLst>
                                      </p:cBhvr>
                                      <p:tavLst>
                                        <p:tav tm="0">
                                          <p:val>
                                            <p:fltVal val="0"/>
                                          </p:val>
                                        </p:tav>
                                        <p:tav tm="100000">
                                          <p:val>
                                            <p:strVal val="#ppt_w"/>
                                          </p:val>
                                        </p:tav>
                                      </p:tavLst>
                                    </p:anim>
                                    <p:anim calcmode="lin" valueType="num">
                                      <p:cBhvr>
                                        <p:cTn id="57" dur="500" fill="hold"/>
                                        <p:tgtEl>
                                          <p:spTgt spid="121"/>
                                        </p:tgtEl>
                                        <p:attrNameLst>
                                          <p:attrName>ppt_h</p:attrName>
                                        </p:attrNameLst>
                                      </p:cBhvr>
                                      <p:tavLst>
                                        <p:tav tm="0">
                                          <p:val>
                                            <p:fltVal val="0"/>
                                          </p:val>
                                        </p:tav>
                                        <p:tav tm="100000">
                                          <p:val>
                                            <p:strVal val="#ppt_h"/>
                                          </p:val>
                                        </p:tav>
                                      </p:tavLst>
                                    </p:anim>
                                    <p:animEffect transition="in" filter="fade">
                                      <p:cBhvr>
                                        <p:cTn id="58" dur="500"/>
                                        <p:tgtEl>
                                          <p:spTgt spid="121"/>
                                        </p:tgtEl>
                                      </p:cBhvr>
                                    </p:animEffect>
                                  </p:childTnLst>
                                </p:cTn>
                              </p:par>
                            </p:childTnLst>
                          </p:cTn>
                        </p:par>
                        <p:par>
                          <p:cTn id="59" fill="hold">
                            <p:stCondLst>
                              <p:cond delay="5000"/>
                            </p:stCondLst>
                            <p:childTnLst>
                              <p:par>
                                <p:cTn id="60" presetID="22" presetClass="entr" presetSubtype="4"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ipe(down)">
                                      <p:cBhvr>
                                        <p:cTn id="62" dur="500"/>
                                        <p:tgtEl>
                                          <p:spTgt spid="6"/>
                                        </p:tgtEl>
                                      </p:cBhvr>
                                    </p:animEffect>
                                  </p:childTnLst>
                                </p:cTn>
                              </p:par>
                            </p:childTnLst>
                          </p:cTn>
                        </p:par>
                        <p:par>
                          <p:cTn id="63" fill="hold">
                            <p:stCondLst>
                              <p:cond delay="5500"/>
                            </p:stCondLst>
                            <p:childTnLst>
                              <p:par>
                                <p:cTn id="64" presetID="53" presetClass="entr" presetSubtype="0" fill="hold" grpId="0" nodeType="afterEffect">
                                  <p:stCondLst>
                                    <p:cond delay="0"/>
                                  </p:stCondLst>
                                  <p:childTnLst>
                                    <p:set>
                                      <p:cBhvr>
                                        <p:cTn id="65" dur="1" fill="hold">
                                          <p:stCondLst>
                                            <p:cond delay="0"/>
                                          </p:stCondLst>
                                        </p:cTn>
                                        <p:tgtEl>
                                          <p:spTgt spid="118"/>
                                        </p:tgtEl>
                                        <p:attrNameLst>
                                          <p:attrName>style.visibility</p:attrName>
                                        </p:attrNameLst>
                                      </p:cBhvr>
                                      <p:to>
                                        <p:strVal val="visible"/>
                                      </p:to>
                                    </p:set>
                                    <p:anim calcmode="lin" valueType="num">
                                      <p:cBhvr>
                                        <p:cTn id="66" dur="500" fill="hold"/>
                                        <p:tgtEl>
                                          <p:spTgt spid="118"/>
                                        </p:tgtEl>
                                        <p:attrNameLst>
                                          <p:attrName>ppt_w</p:attrName>
                                        </p:attrNameLst>
                                      </p:cBhvr>
                                      <p:tavLst>
                                        <p:tav tm="0">
                                          <p:val>
                                            <p:fltVal val="0"/>
                                          </p:val>
                                        </p:tav>
                                        <p:tav tm="100000">
                                          <p:val>
                                            <p:strVal val="#ppt_w"/>
                                          </p:val>
                                        </p:tav>
                                      </p:tavLst>
                                    </p:anim>
                                    <p:anim calcmode="lin" valueType="num">
                                      <p:cBhvr>
                                        <p:cTn id="67" dur="500" fill="hold"/>
                                        <p:tgtEl>
                                          <p:spTgt spid="118"/>
                                        </p:tgtEl>
                                        <p:attrNameLst>
                                          <p:attrName>ppt_h</p:attrName>
                                        </p:attrNameLst>
                                      </p:cBhvr>
                                      <p:tavLst>
                                        <p:tav tm="0">
                                          <p:val>
                                            <p:fltVal val="0"/>
                                          </p:val>
                                        </p:tav>
                                        <p:tav tm="100000">
                                          <p:val>
                                            <p:strVal val="#ppt_h"/>
                                          </p:val>
                                        </p:tav>
                                      </p:tavLst>
                                    </p:anim>
                                    <p:animEffect transition="in" filter="fade">
                                      <p:cBhvr>
                                        <p:cTn id="68" dur="500"/>
                                        <p:tgtEl>
                                          <p:spTgt spid="118"/>
                                        </p:tgtEl>
                                      </p:cBhvr>
                                    </p:animEffect>
                                  </p:childTnLst>
                                </p:cTn>
                              </p:par>
                            </p:childTnLst>
                          </p:cTn>
                        </p:par>
                        <p:par>
                          <p:cTn id="69" fill="hold">
                            <p:stCondLst>
                              <p:cond delay="6000"/>
                            </p:stCondLst>
                            <p:childTnLst>
                              <p:par>
                                <p:cTn id="70" presetID="22" presetClass="entr" presetSubtype="4" fill="hold" nodeType="afterEffect">
                                  <p:stCondLst>
                                    <p:cond delay="0"/>
                                  </p:stCondLst>
                                  <p:childTnLst>
                                    <p:set>
                                      <p:cBhvr>
                                        <p:cTn id="71" dur="1" fill="hold">
                                          <p:stCondLst>
                                            <p:cond delay="0"/>
                                          </p:stCondLst>
                                        </p:cTn>
                                        <p:tgtEl>
                                          <p:spTgt spid="7"/>
                                        </p:tgtEl>
                                        <p:attrNameLst>
                                          <p:attrName>style.visibility</p:attrName>
                                        </p:attrNameLst>
                                      </p:cBhvr>
                                      <p:to>
                                        <p:strVal val="visible"/>
                                      </p:to>
                                    </p:set>
                                    <p:animEffect transition="in" filter="wipe(down)">
                                      <p:cBhvr>
                                        <p:cTn id="72" dur="500"/>
                                        <p:tgtEl>
                                          <p:spTgt spid="7"/>
                                        </p:tgtEl>
                                      </p:cBhvr>
                                    </p:animEffect>
                                  </p:childTnLst>
                                </p:cTn>
                              </p:par>
                            </p:childTnLst>
                          </p:cTn>
                        </p:par>
                        <p:par>
                          <p:cTn id="73" fill="hold">
                            <p:stCondLst>
                              <p:cond delay="6500"/>
                            </p:stCondLst>
                            <p:childTnLst>
                              <p:par>
                                <p:cTn id="74" presetID="53" presetClass="entr" presetSubtype="0" fill="hold" grpId="0" nodeType="afterEffect">
                                  <p:stCondLst>
                                    <p:cond delay="0"/>
                                  </p:stCondLst>
                                  <p:childTnLst>
                                    <p:set>
                                      <p:cBhvr>
                                        <p:cTn id="75" dur="1" fill="hold">
                                          <p:stCondLst>
                                            <p:cond delay="0"/>
                                          </p:stCondLst>
                                        </p:cTn>
                                        <p:tgtEl>
                                          <p:spTgt spid="120"/>
                                        </p:tgtEl>
                                        <p:attrNameLst>
                                          <p:attrName>style.visibility</p:attrName>
                                        </p:attrNameLst>
                                      </p:cBhvr>
                                      <p:to>
                                        <p:strVal val="visible"/>
                                      </p:to>
                                    </p:set>
                                    <p:anim calcmode="lin" valueType="num">
                                      <p:cBhvr>
                                        <p:cTn id="76" dur="500" fill="hold"/>
                                        <p:tgtEl>
                                          <p:spTgt spid="120"/>
                                        </p:tgtEl>
                                        <p:attrNameLst>
                                          <p:attrName>ppt_w</p:attrName>
                                        </p:attrNameLst>
                                      </p:cBhvr>
                                      <p:tavLst>
                                        <p:tav tm="0">
                                          <p:val>
                                            <p:fltVal val="0"/>
                                          </p:val>
                                        </p:tav>
                                        <p:tav tm="100000">
                                          <p:val>
                                            <p:strVal val="#ppt_w"/>
                                          </p:val>
                                        </p:tav>
                                      </p:tavLst>
                                    </p:anim>
                                    <p:anim calcmode="lin" valueType="num">
                                      <p:cBhvr>
                                        <p:cTn id="77" dur="500" fill="hold"/>
                                        <p:tgtEl>
                                          <p:spTgt spid="120"/>
                                        </p:tgtEl>
                                        <p:attrNameLst>
                                          <p:attrName>ppt_h</p:attrName>
                                        </p:attrNameLst>
                                      </p:cBhvr>
                                      <p:tavLst>
                                        <p:tav tm="0">
                                          <p:val>
                                            <p:fltVal val="0"/>
                                          </p:val>
                                        </p:tav>
                                        <p:tav tm="100000">
                                          <p:val>
                                            <p:strVal val="#ppt_h"/>
                                          </p:val>
                                        </p:tav>
                                      </p:tavLst>
                                    </p:anim>
                                    <p:animEffect transition="in" filter="fade">
                                      <p:cBhvr>
                                        <p:cTn id="78" dur="500"/>
                                        <p:tgtEl>
                                          <p:spTgt spid="120"/>
                                        </p:tgtEl>
                                      </p:cBhvr>
                                    </p:animEffect>
                                  </p:childTnLst>
                                </p:cTn>
                              </p:par>
                            </p:childTnLst>
                          </p:cTn>
                        </p:par>
                        <p:par>
                          <p:cTn id="79" fill="hold">
                            <p:stCondLst>
                              <p:cond delay="7000"/>
                            </p:stCondLst>
                            <p:childTnLst>
                              <p:par>
                                <p:cTn id="80" presetID="2" presetClass="entr" presetSubtype="4" accel="50000" decel="50000" fill="hold" nodeType="after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500" fill="hold"/>
                                        <p:tgtEl>
                                          <p:spTgt spid="5"/>
                                        </p:tgtEl>
                                        <p:attrNameLst>
                                          <p:attrName>ppt_x</p:attrName>
                                        </p:attrNameLst>
                                      </p:cBhvr>
                                      <p:tavLst>
                                        <p:tav tm="0">
                                          <p:val>
                                            <p:strVal val="#ppt_x"/>
                                          </p:val>
                                        </p:tav>
                                        <p:tav tm="100000">
                                          <p:val>
                                            <p:strVal val="#ppt_x"/>
                                          </p:val>
                                        </p:tav>
                                      </p:tavLst>
                                    </p:anim>
                                    <p:anim calcmode="lin" valueType="num">
                                      <p:cBhvr additive="base">
                                        <p:cTn id="83" dur="500" fill="hold"/>
                                        <p:tgtEl>
                                          <p:spTgt spid="5"/>
                                        </p:tgtEl>
                                        <p:attrNameLst>
                                          <p:attrName>ppt_y</p:attrName>
                                        </p:attrNameLst>
                                      </p:cBhvr>
                                      <p:tavLst>
                                        <p:tav tm="0">
                                          <p:val>
                                            <p:strVal val="1+#ppt_h/2"/>
                                          </p:val>
                                        </p:tav>
                                        <p:tav tm="100000">
                                          <p:val>
                                            <p:strVal val="#ppt_y"/>
                                          </p:val>
                                        </p:tav>
                                      </p:tavLst>
                                    </p:anim>
                                  </p:childTnLst>
                                </p:cTn>
                              </p:par>
                            </p:childTnLst>
                          </p:cTn>
                        </p:par>
                        <p:par>
                          <p:cTn id="84" fill="hold">
                            <p:stCondLst>
                              <p:cond delay="7500"/>
                            </p:stCondLst>
                            <p:childTnLst>
                              <p:par>
                                <p:cTn id="85" presetID="22" presetClass="entr" presetSubtype="4" fill="hold" nodeType="afterEffect">
                                  <p:stCondLst>
                                    <p:cond delay="0"/>
                                  </p:stCondLst>
                                  <p:childTnLst>
                                    <p:set>
                                      <p:cBhvr>
                                        <p:cTn id="86" dur="1" fill="hold">
                                          <p:stCondLst>
                                            <p:cond delay="0"/>
                                          </p:stCondLst>
                                        </p:cTn>
                                        <p:tgtEl>
                                          <p:spTgt spid="11"/>
                                        </p:tgtEl>
                                        <p:attrNameLst>
                                          <p:attrName>style.visibility</p:attrName>
                                        </p:attrNameLst>
                                      </p:cBhvr>
                                      <p:to>
                                        <p:strVal val="visible"/>
                                      </p:to>
                                    </p:set>
                                    <p:animEffect transition="in" filter="wipe(down)">
                                      <p:cBhvr>
                                        <p:cTn id="87" dur="500"/>
                                        <p:tgtEl>
                                          <p:spTgt spid="11"/>
                                        </p:tgtEl>
                                      </p:cBhvr>
                                    </p:animEffect>
                                  </p:childTnLst>
                                </p:cTn>
                              </p:par>
                            </p:childTnLst>
                          </p:cTn>
                        </p:par>
                        <p:par>
                          <p:cTn id="88" fill="hold">
                            <p:stCondLst>
                              <p:cond delay="8000"/>
                            </p:stCondLst>
                            <p:childTnLst>
                              <p:par>
                                <p:cTn id="89" presetID="53" presetClass="entr" presetSubtype="0" fill="hold" grpId="0" nodeType="afterEffect">
                                  <p:stCondLst>
                                    <p:cond delay="0"/>
                                  </p:stCondLst>
                                  <p:childTnLst>
                                    <p:set>
                                      <p:cBhvr>
                                        <p:cTn id="90" dur="1" fill="hold">
                                          <p:stCondLst>
                                            <p:cond delay="0"/>
                                          </p:stCondLst>
                                        </p:cTn>
                                        <p:tgtEl>
                                          <p:spTgt spid="119"/>
                                        </p:tgtEl>
                                        <p:attrNameLst>
                                          <p:attrName>style.visibility</p:attrName>
                                        </p:attrNameLst>
                                      </p:cBhvr>
                                      <p:to>
                                        <p:strVal val="visible"/>
                                      </p:to>
                                    </p:set>
                                    <p:anim calcmode="lin" valueType="num">
                                      <p:cBhvr>
                                        <p:cTn id="91" dur="500" fill="hold"/>
                                        <p:tgtEl>
                                          <p:spTgt spid="119"/>
                                        </p:tgtEl>
                                        <p:attrNameLst>
                                          <p:attrName>ppt_w</p:attrName>
                                        </p:attrNameLst>
                                      </p:cBhvr>
                                      <p:tavLst>
                                        <p:tav tm="0">
                                          <p:val>
                                            <p:fltVal val="0"/>
                                          </p:val>
                                        </p:tav>
                                        <p:tav tm="100000">
                                          <p:val>
                                            <p:strVal val="#ppt_w"/>
                                          </p:val>
                                        </p:tav>
                                      </p:tavLst>
                                    </p:anim>
                                    <p:anim calcmode="lin" valueType="num">
                                      <p:cBhvr>
                                        <p:cTn id="92" dur="500" fill="hold"/>
                                        <p:tgtEl>
                                          <p:spTgt spid="119"/>
                                        </p:tgtEl>
                                        <p:attrNameLst>
                                          <p:attrName>ppt_h</p:attrName>
                                        </p:attrNameLst>
                                      </p:cBhvr>
                                      <p:tavLst>
                                        <p:tav tm="0">
                                          <p:val>
                                            <p:fltVal val="0"/>
                                          </p:val>
                                        </p:tav>
                                        <p:tav tm="100000">
                                          <p:val>
                                            <p:strVal val="#ppt_h"/>
                                          </p:val>
                                        </p:tav>
                                      </p:tavLst>
                                    </p:anim>
                                    <p:animEffect transition="in" filter="fade">
                                      <p:cBhvr>
                                        <p:cTn id="93" dur="500"/>
                                        <p:tgtEl>
                                          <p:spTgt spid="119"/>
                                        </p:tgtEl>
                                      </p:cBhvr>
                                    </p:animEffect>
                                  </p:childTnLst>
                                </p:cTn>
                              </p:par>
                            </p:childTnLst>
                          </p:cTn>
                        </p:par>
                        <p:par>
                          <p:cTn id="94" fill="hold">
                            <p:stCondLst>
                              <p:cond delay="8500"/>
                            </p:stCondLst>
                            <p:childTnLst>
                              <p:par>
                                <p:cTn id="95" presetID="22" presetClass="entr" presetSubtype="4" fill="hold" nodeType="afterEffect">
                                  <p:stCondLst>
                                    <p:cond delay="0"/>
                                  </p:stCondLst>
                                  <p:childTnLst>
                                    <p:set>
                                      <p:cBhvr>
                                        <p:cTn id="96" dur="1" fill="hold">
                                          <p:stCondLst>
                                            <p:cond delay="0"/>
                                          </p:stCondLst>
                                        </p:cTn>
                                        <p:tgtEl>
                                          <p:spTgt spid="9"/>
                                        </p:tgtEl>
                                        <p:attrNameLst>
                                          <p:attrName>style.visibility</p:attrName>
                                        </p:attrNameLst>
                                      </p:cBhvr>
                                      <p:to>
                                        <p:strVal val="visible"/>
                                      </p:to>
                                    </p:set>
                                    <p:animEffect transition="in" filter="wipe(down)">
                                      <p:cBhvr>
                                        <p:cTn id="97" dur="500"/>
                                        <p:tgtEl>
                                          <p:spTgt spid="9"/>
                                        </p:tgtEl>
                                      </p:cBhvr>
                                    </p:animEffect>
                                  </p:childTnLst>
                                </p:cTn>
                              </p:par>
                            </p:childTnLst>
                          </p:cTn>
                        </p:par>
                        <p:par>
                          <p:cTn id="98" fill="hold">
                            <p:stCondLst>
                              <p:cond delay="9000"/>
                            </p:stCondLst>
                            <p:childTnLst>
                              <p:par>
                                <p:cTn id="99" presetID="53" presetClass="entr" presetSubtype="0" fill="hold" grpId="0" nodeType="afterEffect">
                                  <p:stCondLst>
                                    <p:cond delay="0"/>
                                  </p:stCondLst>
                                  <p:childTnLst>
                                    <p:set>
                                      <p:cBhvr>
                                        <p:cTn id="100" dur="1" fill="hold">
                                          <p:stCondLst>
                                            <p:cond delay="0"/>
                                          </p:stCondLst>
                                        </p:cTn>
                                        <p:tgtEl>
                                          <p:spTgt spid="122"/>
                                        </p:tgtEl>
                                        <p:attrNameLst>
                                          <p:attrName>style.visibility</p:attrName>
                                        </p:attrNameLst>
                                      </p:cBhvr>
                                      <p:to>
                                        <p:strVal val="visible"/>
                                      </p:to>
                                    </p:set>
                                    <p:anim calcmode="lin" valueType="num">
                                      <p:cBhvr>
                                        <p:cTn id="101" dur="500" fill="hold"/>
                                        <p:tgtEl>
                                          <p:spTgt spid="122"/>
                                        </p:tgtEl>
                                        <p:attrNameLst>
                                          <p:attrName>ppt_w</p:attrName>
                                        </p:attrNameLst>
                                      </p:cBhvr>
                                      <p:tavLst>
                                        <p:tav tm="0">
                                          <p:val>
                                            <p:fltVal val="0"/>
                                          </p:val>
                                        </p:tav>
                                        <p:tav tm="100000">
                                          <p:val>
                                            <p:strVal val="#ppt_w"/>
                                          </p:val>
                                        </p:tav>
                                      </p:tavLst>
                                    </p:anim>
                                    <p:anim calcmode="lin" valueType="num">
                                      <p:cBhvr>
                                        <p:cTn id="102" dur="500" fill="hold"/>
                                        <p:tgtEl>
                                          <p:spTgt spid="122"/>
                                        </p:tgtEl>
                                        <p:attrNameLst>
                                          <p:attrName>ppt_h</p:attrName>
                                        </p:attrNameLst>
                                      </p:cBhvr>
                                      <p:tavLst>
                                        <p:tav tm="0">
                                          <p:val>
                                            <p:fltVal val="0"/>
                                          </p:val>
                                        </p:tav>
                                        <p:tav tm="100000">
                                          <p:val>
                                            <p:strVal val="#ppt_h"/>
                                          </p:val>
                                        </p:tav>
                                      </p:tavLst>
                                    </p:anim>
                                    <p:animEffect transition="in" filter="fade">
                                      <p:cBhvr>
                                        <p:cTn id="103" dur="500"/>
                                        <p:tgtEl>
                                          <p:spTgt spid="122"/>
                                        </p:tgtEl>
                                      </p:cBhvr>
                                    </p:animEffect>
                                  </p:childTnLst>
                                </p:cTn>
                              </p:par>
                            </p:childTnLst>
                          </p:cTn>
                        </p:par>
                        <p:par>
                          <p:cTn id="104" fill="hold">
                            <p:stCondLst>
                              <p:cond delay="9500"/>
                            </p:stCondLst>
                            <p:childTnLst>
                              <p:par>
                                <p:cTn id="105" presetID="22" presetClass="entr" presetSubtype="4" fill="hold" nodeType="afterEffect">
                                  <p:stCondLst>
                                    <p:cond delay="0"/>
                                  </p:stCondLst>
                                  <p:childTnLst>
                                    <p:set>
                                      <p:cBhvr>
                                        <p:cTn id="106" dur="1" fill="hold">
                                          <p:stCondLst>
                                            <p:cond delay="0"/>
                                          </p:stCondLst>
                                        </p:cTn>
                                        <p:tgtEl>
                                          <p:spTgt spid="10"/>
                                        </p:tgtEl>
                                        <p:attrNameLst>
                                          <p:attrName>style.visibility</p:attrName>
                                        </p:attrNameLst>
                                      </p:cBhvr>
                                      <p:to>
                                        <p:strVal val="visible"/>
                                      </p:to>
                                    </p:set>
                                    <p:animEffect transition="in" filter="wipe(down)">
                                      <p:cBhvr>
                                        <p:cTn id="107" dur="500"/>
                                        <p:tgtEl>
                                          <p:spTgt spid="10"/>
                                        </p:tgtEl>
                                      </p:cBhvr>
                                    </p:animEffect>
                                  </p:childTnLst>
                                </p:cTn>
                              </p:par>
                            </p:childTnLst>
                          </p:cTn>
                        </p:par>
                        <p:par>
                          <p:cTn id="108" fill="hold">
                            <p:stCondLst>
                              <p:cond delay="10000"/>
                            </p:stCondLst>
                            <p:childTnLst>
                              <p:par>
                                <p:cTn id="109" presetID="53" presetClass="entr" presetSubtype="0" fill="hold" grpId="0" nodeType="afterEffect">
                                  <p:stCondLst>
                                    <p:cond delay="0"/>
                                  </p:stCondLst>
                                  <p:childTnLst>
                                    <p:set>
                                      <p:cBhvr>
                                        <p:cTn id="110" dur="1" fill="hold">
                                          <p:stCondLst>
                                            <p:cond delay="0"/>
                                          </p:stCondLst>
                                        </p:cTn>
                                        <p:tgtEl>
                                          <p:spTgt spid="123"/>
                                        </p:tgtEl>
                                        <p:attrNameLst>
                                          <p:attrName>style.visibility</p:attrName>
                                        </p:attrNameLst>
                                      </p:cBhvr>
                                      <p:to>
                                        <p:strVal val="visible"/>
                                      </p:to>
                                    </p:set>
                                    <p:anim calcmode="lin" valueType="num">
                                      <p:cBhvr>
                                        <p:cTn id="111" dur="500" fill="hold"/>
                                        <p:tgtEl>
                                          <p:spTgt spid="123"/>
                                        </p:tgtEl>
                                        <p:attrNameLst>
                                          <p:attrName>ppt_w</p:attrName>
                                        </p:attrNameLst>
                                      </p:cBhvr>
                                      <p:tavLst>
                                        <p:tav tm="0">
                                          <p:val>
                                            <p:fltVal val="0"/>
                                          </p:val>
                                        </p:tav>
                                        <p:tav tm="100000">
                                          <p:val>
                                            <p:strVal val="#ppt_w"/>
                                          </p:val>
                                        </p:tav>
                                      </p:tavLst>
                                    </p:anim>
                                    <p:anim calcmode="lin" valueType="num">
                                      <p:cBhvr>
                                        <p:cTn id="112" dur="500" fill="hold"/>
                                        <p:tgtEl>
                                          <p:spTgt spid="123"/>
                                        </p:tgtEl>
                                        <p:attrNameLst>
                                          <p:attrName>ppt_h</p:attrName>
                                        </p:attrNameLst>
                                      </p:cBhvr>
                                      <p:tavLst>
                                        <p:tav tm="0">
                                          <p:val>
                                            <p:fltVal val="0"/>
                                          </p:val>
                                        </p:tav>
                                        <p:tav tm="100000">
                                          <p:val>
                                            <p:strVal val="#ppt_h"/>
                                          </p:val>
                                        </p:tav>
                                      </p:tavLst>
                                    </p:anim>
                                    <p:animEffect transition="in" filter="fade">
                                      <p:cBhvr>
                                        <p:cTn id="113" dur="500"/>
                                        <p:tgtEl>
                                          <p:spTgt spid="123"/>
                                        </p:tgtEl>
                                      </p:cBhvr>
                                    </p:animEffect>
                                  </p:childTnLst>
                                </p:cTn>
                              </p:par>
                            </p:childTnLst>
                          </p:cTn>
                        </p:par>
                        <p:par>
                          <p:cTn id="114" fill="hold">
                            <p:stCondLst>
                              <p:cond delay="10500"/>
                            </p:stCondLst>
                            <p:childTnLst>
                              <p:par>
                                <p:cTn id="115" presetID="53" presetClass="entr" presetSubtype="0" fill="hold" nodeType="afterEffect">
                                  <p:stCondLst>
                                    <p:cond delay="0"/>
                                  </p:stCondLst>
                                  <p:childTnLst>
                                    <p:set>
                                      <p:cBhvr>
                                        <p:cTn id="116" dur="1" fill="hold">
                                          <p:stCondLst>
                                            <p:cond delay="0"/>
                                          </p:stCondLst>
                                        </p:cTn>
                                        <p:tgtEl>
                                          <p:spTgt spid="18"/>
                                        </p:tgtEl>
                                        <p:attrNameLst>
                                          <p:attrName>style.visibility</p:attrName>
                                        </p:attrNameLst>
                                      </p:cBhvr>
                                      <p:to>
                                        <p:strVal val="visible"/>
                                      </p:to>
                                    </p:set>
                                    <p:anim calcmode="lin" valueType="num">
                                      <p:cBhvr>
                                        <p:cTn id="117" dur="500" fill="hold"/>
                                        <p:tgtEl>
                                          <p:spTgt spid="18"/>
                                        </p:tgtEl>
                                        <p:attrNameLst>
                                          <p:attrName>ppt_w</p:attrName>
                                        </p:attrNameLst>
                                      </p:cBhvr>
                                      <p:tavLst>
                                        <p:tav tm="0">
                                          <p:val>
                                            <p:fltVal val="0"/>
                                          </p:val>
                                        </p:tav>
                                        <p:tav tm="100000">
                                          <p:val>
                                            <p:strVal val="#ppt_w"/>
                                          </p:val>
                                        </p:tav>
                                      </p:tavLst>
                                    </p:anim>
                                    <p:anim calcmode="lin" valueType="num">
                                      <p:cBhvr>
                                        <p:cTn id="118" dur="500" fill="hold"/>
                                        <p:tgtEl>
                                          <p:spTgt spid="18"/>
                                        </p:tgtEl>
                                        <p:attrNameLst>
                                          <p:attrName>ppt_h</p:attrName>
                                        </p:attrNameLst>
                                      </p:cBhvr>
                                      <p:tavLst>
                                        <p:tav tm="0">
                                          <p:val>
                                            <p:fltVal val="0"/>
                                          </p:val>
                                        </p:tav>
                                        <p:tav tm="100000">
                                          <p:val>
                                            <p:strVal val="#ppt_h"/>
                                          </p:val>
                                        </p:tav>
                                      </p:tavLst>
                                    </p:anim>
                                    <p:animEffect transition="in" filter="fade">
                                      <p:cBhvr>
                                        <p:cTn id="1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119" grpId="0"/>
      <p:bldP spid="120" grpId="0"/>
      <p:bldP spid="121" grpId="0"/>
      <p:bldP spid="122" grpId="0"/>
      <p:bldP spid="123"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Columns Chart Slide</a:t>
            </a:r>
            <a:endParaRPr lang="en-US" dirty="0"/>
          </a:p>
        </p:txBody>
      </p:sp>
      <p:sp>
        <p:nvSpPr>
          <p:cNvPr id="4" name="Text Placeholder 3"/>
          <p:cNvSpPr>
            <a:spLocks noGrp="1"/>
          </p:cNvSpPr>
          <p:nvPr>
            <p:ph type="body" sz="half" idx="2"/>
          </p:nvPr>
        </p:nvSpPr>
        <p:spPr/>
        <p:txBody>
          <a:bodyPr/>
          <a:lstStyle/>
          <a:p>
            <a:r>
              <a:rPr lang="en-US"/>
              <a:t>Columns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294</a:t>
            </a:fld>
            <a:endParaRPr lang="en-US" dirty="0"/>
          </a:p>
        </p:txBody>
      </p:sp>
      <p:graphicFrame>
        <p:nvGraphicFramePr>
          <p:cNvPr id="27" name="Chart 26"/>
          <p:cNvGraphicFramePr/>
          <p:nvPr/>
        </p:nvGraphicFramePr>
        <p:xfrm>
          <a:off x="3479505" y="1215945"/>
          <a:ext cx="5267326" cy="2930069"/>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Group 21"/>
          <p:cNvGrpSpPr/>
          <p:nvPr/>
        </p:nvGrpSpPr>
        <p:grpSpPr>
          <a:xfrm>
            <a:off x="1124214" y="4269839"/>
            <a:ext cx="6895572" cy="201168"/>
            <a:chOff x="1281573" y="4171950"/>
            <a:chExt cx="6895572" cy="201168"/>
          </a:xfrm>
        </p:grpSpPr>
        <p:grpSp>
          <p:nvGrpSpPr>
            <p:cNvPr id="5" name="Group 50"/>
            <p:cNvGrpSpPr/>
            <p:nvPr/>
          </p:nvGrpSpPr>
          <p:grpSpPr>
            <a:xfrm>
              <a:off x="1281573" y="4171950"/>
              <a:ext cx="1061577" cy="201168"/>
              <a:chOff x="2221306" y="3914656"/>
              <a:chExt cx="1061577" cy="201168"/>
            </a:xfrm>
          </p:grpSpPr>
          <p:sp>
            <p:nvSpPr>
              <p:cNvPr id="43" name="TextBox 42"/>
              <p:cNvSpPr txBox="1"/>
              <p:nvPr/>
            </p:nvSpPr>
            <p:spPr>
              <a:xfrm>
                <a:off x="2470160" y="3934938"/>
                <a:ext cx="812723"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CONSTRUCTION</a:t>
                </a:r>
              </a:p>
            </p:txBody>
          </p:sp>
          <p:sp>
            <p:nvSpPr>
              <p:cNvPr id="44" name="Oval 43"/>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6" name="Group 45"/>
            <p:cNvGrpSpPr/>
            <p:nvPr/>
          </p:nvGrpSpPr>
          <p:grpSpPr>
            <a:xfrm>
              <a:off x="2545111" y="4171950"/>
              <a:ext cx="763908" cy="201168"/>
              <a:chOff x="3776442" y="3947915"/>
              <a:chExt cx="763908" cy="201168"/>
            </a:xfrm>
          </p:grpSpPr>
          <p:sp>
            <p:nvSpPr>
              <p:cNvPr id="40" name="TextBox 39"/>
              <p:cNvSpPr txBox="1"/>
              <p:nvPr/>
            </p:nvSpPr>
            <p:spPr>
              <a:xfrm>
                <a:off x="4020977" y="3968197"/>
                <a:ext cx="519373"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ANALYSIS</a:t>
                </a:r>
              </a:p>
            </p:txBody>
          </p:sp>
          <p:sp>
            <p:nvSpPr>
              <p:cNvPr id="42" name="Oval 41"/>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7" name="Group 37"/>
            <p:cNvGrpSpPr/>
            <p:nvPr/>
          </p:nvGrpSpPr>
          <p:grpSpPr>
            <a:xfrm>
              <a:off x="3467100" y="4171950"/>
              <a:ext cx="1011544" cy="201168"/>
              <a:chOff x="4725932" y="3949014"/>
              <a:chExt cx="1011544" cy="201168"/>
            </a:xfrm>
          </p:grpSpPr>
          <p:sp>
            <p:nvSpPr>
              <p:cNvPr id="37" name="TextBox 36"/>
              <p:cNvSpPr txBox="1"/>
              <p:nvPr/>
            </p:nvSpPr>
            <p:spPr>
              <a:xfrm>
                <a:off x="4964829" y="3966831"/>
                <a:ext cx="772647"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IMPROVEMENT</a:t>
                </a:r>
              </a:p>
            </p:txBody>
          </p:sp>
          <p:sp>
            <p:nvSpPr>
              <p:cNvPr id="39" name="Oval 38"/>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8" name="Group 41"/>
            <p:cNvGrpSpPr/>
            <p:nvPr/>
          </p:nvGrpSpPr>
          <p:grpSpPr>
            <a:xfrm>
              <a:off x="4618933" y="4171950"/>
              <a:ext cx="3558212" cy="201168"/>
              <a:chOff x="6077268" y="3949014"/>
              <a:chExt cx="3558212" cy="201168"/>
            </a:xfrm>
          </p:grpSpPr>
          <p:sp>
            <p:nvSpPr>
              <p:cNvPr id="35" name="TextBox 34"/>
              <p:cNvSpPr txBox="1"/>
              <p:nvPr/>
            </p:nvSpPr>
            <p:spPr>
              <a:xfrm>
                <a:off x="6332724" y="3976991"/>
                <a:ext cx="947375"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RECONSTRUCTION</a:t>
                </a:r>
              </a:p>
            </p:txBody>
          </p:sp>
          <p:sp>
            <p:nvSpPr>
              <p:cNvPr id="36" name="Oval 35"/>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sp>
            <p:nvSpPr>
              <p:cNvPr id="45" name="TextBox 44"/>
              <p:cNvSpPr txBox="1"/>
              <p:nvPr/>
            </p:nvSpPr>
            <p:spPr>
              <a:xfrm>
                <a:off x="8688105" y="3976991"/>
                <a:ext cx="947375"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RECONSTRUCTION</a:t>
                </a:r>
              </a:p>
            </p:txBody>
          </p:sp>
          <p:sp>
            <p:nvSpPr>
              <p:cNvPr id="46" name="Oval 45"/>
              <p:cNvSpPr>
                <a:spLocks noChangeAspect="1"/>
              </p:cNvSpPr>
              <p:nvPr/>
            </p:nvSpPr>
            <p:spPr>
              <a:xfrm>
                <a:off x="8432649" y="3949014"/>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nvGrpSpPr>
            <p:cNvPr id="9" name="Group 37"/>
            <p:cNvGrpSpPr/>
            <p:nvPr/>
          </p:nvGrpSpPr>
          <p:grpSpPr>
            <a:xfrm>
              <a:off x="5914333" y="4171950"/>
              <a:ext cx="1021069" cy="201168"/>
              <a:chOff x="4725932" y="3949014"/>
              <a:chExt cx="1021069" cy="201168"/>
            </a:xfrm>
          </p:grpSpPr>
          <p:sp>
            <p:nvSpPr>
              <p:cNvPr id="33" name="TextBox 32"/>
              <p:cNvSpPr txBox="1"/>
              <p:nvPr/>
            </p:nvSpPr>
            <p:spPr>
              <a:xfrm>
                <a:off x="4974354" y="3966831"/>
                <a:ext cx="772647" cy="153888"/>
              </a:xfrm>
              <a:prstGeom prst="rect">
                <a:avLst/>
              </a:prstGeom>
              <a:noFill/>
            </p:spPr>
            <p:txBody>
              <a:bodyPr wrap="none" lIns="0" tIns="0" rIns="0" bIns="0" rtlCol="0" anchor="t">
                <a:spAutoFit/>
              </a:bodyPr>
              <a:lstStyle/>
              <a:p>
                <a:r>
                  <a:rPr lang="en-US" sz="1000" b="1" dirty="0">
                    <a:solidFill>
                      <a:schemeClr val="tx1">
                        <a:lumMod val="75000"/>
                        <a:lumOff val="25000"/>
                      </a:schemeClr>
                    </a:solidFill>
                  </a:rPr>
                  <a:t>IMPROVEMENT</a:t>
                </a:r>
              </a:p>
            </p:txBody>
          </p:sp>
          <p:sp>
            <p:nvSpPr>
              <p:cNvPr id="34" name="Oval 33"/>
              <p:cNvSpPr>
                <a:spLocks noChangeAspect="1"/>
              </p:cNvSpPr>
              <p:nvPr/>
            </p:nvSpPr>
            <p:spPr>
              <a:xfrm>
                <a:off x="4725932"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grpSp>
      </p:grpSp>
      <p:sp>
        <p:nvSpPr>
          <p:cNvPr id="48" name="Rectangle 47"/>
          <p:cNvSpPr/>
          <p:nvPr/>
        </p:nvSpPr>
        <p:spPr>
          <a:xfrm>
            <a:off x="2939983" y="3493145"/>
            <a:ext cx="593111" cy="430887"/>
          </a:xfrm>
          <a:prstGeom prst="rect">
            <a:avLst/>
          </a:prstGeom>
        </p:spPr>
        <p:txBody>
          <a:bodyPr wrap="none" lIns="0" tIns="0" rIns="0" bIns="0">
            <a:spAutoFit/>
          </a:bodyPr>
          <a:lstStyle/>
          <a:p>
            <a:r>
              <a:rPr lang="en-US" sz="2800" b="1" dirty="0">
                <a:solidFill>
                  <a:schemeClr val="accent2"/>
                </a:solidFill>
              </a:rPr>
              <a:t>80%</a:t>
            </a:r>
            <a:endParaRPr lang="en-US" sz="1800" b="1" dirty="0">
              <a:solidFill>
                <a:schemeClr val="accent2"/>
              </a:solidFill>
            </a:endParaRPr>
          </a:p>
        </p:txBody>
      </p:sp>
      <p:sp>
        <p:nvSpPr>
          <p:cNvPr id="49" name="Rectangle 48"/>
          <p:cNvSpPr/>
          <p:nvPr/>
        </p:nvSpPr>
        <p:spPr>
          <a:xfrm>
            <a:off x="2939983" y="2906792"/>
            <a:ext cx="593111" cy="430887"/>
          </a:xfrm>
          <a:prstGeom prst="rect">
            <a:avLst/>
          </a:prstGeom>
        </p:spPr>
        <p:txBody>
          <a:bodyPr wrap="none" lIns="0" tIns="0" rIns="0" bIns="0">
            <a:spAutoFit/>
          </a:bodyPr>
          <a:lstStyle/>
          <a:p>
            <a:r>
              <a:rPr lang="en-US" sz="2800" b="1" dirty="0">
                <a:solidFill>
                  <a:schemeClr val="accent1"/>
                </a:solidFill>
              </a:rPr>
              <a:t>50%</a:t>
            </a:r>
            <a:endParaRPr lang="en-US" sz="1800" b="1" dirty="0">
              <a:solidFill>
                <a:schemeClr val="accent1"/>
              </a:solidFill>
            </a:endParaRPr>
          </a:p>
        </p:txBody>
      </p:sp>
      <p:grpSp>
        <p:nvGrpSpPr>
          <p:cNvPr id="10" name="Group 87"/>
          <p:cNvGrpSpPr/>
          <p:nvPr/>
        </p:nvGrpSpPr>
        <p:grpSpPr>
          <a:xfrm>
            <a:off x="685800" y="3489398"/>
            <a:ext cx="2083804" cy="438380"/>
            <a:chOff x="609600" y="2841943"/>
            <a:chExt cx="2660838" cy="559774"/>
          </a:xfrm>
        </p:grpSpPr>
        <p:grpSp>
          <p:nvGrpSpPr>
            <p:cNvPr id="11" name="Group 184"/>
            <p:cNvGrpSpPr/>
            <p:nvPr/>
          </p:nvGrpSpPr>
          <p:grpSpPr>
            <a:xfrm>
              <a:off x="609600" y="2841943"/>
              <a:ext cx="260742" cy="559774"/>
              <a:chOff x="6213475" y="1668463"/>
              <a:chExt cx="227013" cy="487362"/>
            </a:xfrm>
            <a:solidFill>
              <a:schemeClr val="accent1"/>
            </a:solidFill>
          </p:grpSpPr>
          <p:sp>
            <p:nvSpPr>
              <p:cNvPr id="85"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84"/>
            <p:cNvGrpSpPr/>
            <p:nvPr/>
          </p:nvGrpSpPr>
          <p:grpSpPr>
            <a:xfrm>
              <a:off x="876277" y="2841943"/>
              <a:ext cx="260742" cy="559774"/>
              <a:chOff x="6213475" y="1668463"/>
              <a:chExt cx="227013" cy="487362"/>
            </a:xfrm>
            <a:solidFill>
              <a:schemeClr val="accent1"/>
            </a:solidFill>
          </p:grpSpPr>
          <p:sp>
            <p:nvSpPr>
              <p:cNvPr id="83"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84"/>
            <p:cNvGrpSpPr/>
            <p:nvPr/>
          </p:nvGrpSpPr>
          <p:grpSpPr>
            <a:xfrm>
              <a:off x="1142954" y="2841943"/>
              <a:ext cx="260742" cy="559774"/>
              <a:chOff x="6213475" y="1668463"/>
              <a:chExt cx="227013" cy="487362"/>
            </a:xfrm>
            <a:solidFill>
              <a:schemeClr val="accent1"/>
            </a:solidFill>
          </p:grpSpPr>
          <p:sp>
            <p:nvSpPr>
              <p:cNvPr id="8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84"/>
            <p:cNvGrpSpPr/>
            <p:nvPr/>
          </p:nvGrpSpPr>
          <p:grpSpPr>
            <a:xfrm>
              <a:off x="1409631" y="2841943"/>
              <a:ext cx="260742" cy="559774"/>
              <a:chOff x="6213475" y="1668463"/>
              <a:chExt cx="227013" cy="487362"/>
            </a:xfrm>
            <a:solidFill>
              <a:schemeClr val="accent1"/>
            </a:solidFill>
          </p:grpSpPr>
          <p:sp>
            <p:nvSpPr>
              <p:cNvPr id="79"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84"/>
            <p:cNvGrpSpPr/>
            <p:nvPr/>
          </p:nvGrpSpPr>
          <p:grpSpPr>
            <a:xfrm>
              <a:off x="1676308" y="2841943"/>
              <a:ext cx="260742" cy="559774"/>
              <a:chOff x="6213475" y="1668463"/>
              <a:chExt cx="227013" cy="487362"/>
            </a:xfrm>
            <a:solidFill>
              <a:schemeClr val="accent1"/>
            </a:solidFill>
          </p:grpSpPr>
          <p:sp>
            <p:nvSpPr>
              <p:cNvPr id="77"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84"/>
            <p:cNvGrpSpPr/>
            <p:nvPr/>
          </p:nvGrpSpPr>
          <p:grpSpPr>
            <a:xfrm>
              <a:off x="1942985" y="2841943"/>
              <a:ext cx="260742" cy="559774"/>
              <a:chOff x="6213475" y="1668463"/>
              <a:chExt cx="227013" cy="487362"/>
            </a:xfrm>
            <a:solidFill>
              <a:schemeClr val="accent1"/>
            </a:solidFill>
          </p:grpSpPr>
          <p:sp>
            <p:nvSpPr>
              <p:cNvPr id="75"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84"/>
            <p:cNvGrpSpPr/>
            <p:nvPr/>
          </p:nvGrpSpPr>
          <p:grpSpPr>
            <a:xfrm>
              <a:off x="2209662" y="2841943"/>
              <a:ext cx="260742" cy="559774"/>
              <a:chOff x="6213475" y="1668463"/>
              <a:chExt cx="227013" cy="487362"/>
            </a:xfrm>
            <a:solidFill>
              <a:schemeClr val="accent1"/>
            </a:solidFill>
          </p:grpSpPr>
          <p:sp>
            <p:nvSpPr>
              <p:cNvPr id="73"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84"/>
            <p:cNvGrpSpPr/>
            <p:nvPr/>
          </p:nvGrpSpPr>
          <p:grpSpPr>
            <a:xfrm>
              <a:off x="2476339" y="2841943"/>
              <a:ext cx="260742" cy="559774"/>
              <a:chOff x="6213475" y="1668463"/>
              <a:chExt cx="227013" cy="487362"/>
            </a:xfrm>
            <a:solidFill>
              <a:schemeClr val="accent1"/>
            </a:solidFill>
          </p:grpSpPr>
          <p:sp>
            <p:nvSpPr>
              <p:cNvPr id="71"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84"/>
            <p:cNvGrpSpPr/>
            <p:nvPr/>
          </p:nvGrpSpPr>
          <p:grpSpPr>
            <a:xfrm>
              <a:off x="2743016" y="2841943"/>
              <a:ext cx="260742" cy="559774"/>
              <a:chOff x="6213475" y="1668463"/>
              <a:chExt cx="227013" cy="487362"/>
            </a:xfrm>
            <a:solidFill>
              <a:schemeClr val="bg1">
                <a:lumMod val="75000"/>
              </a:schemeClr>
            </a:solidFill>
          </p:grpSpPr>
          <p:sp>
            <p:nvSpPr>
              <p:cNvPr id="69"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84"/>
            <p:cNvGrpSpPr/>
            <p:nvPr/>
          </p:nvGrpSpPr>
          <p:grpSpPr>
            <a:xfrm>
              <a:off x="3009696" y="2841943"/>
              <a:ext cx="260742" cy="559774"/>
              <a:chOff x="6213475" y="1668463"/>
              <a:chExt cx="227013" cy="487362"/>
            </a:xfrm>
            <a:solidFill>
              <a:schemeClr val="bg1">
                <a:lumMod val="75000"/>
              </a:schemeClr>
            </a:solidFill>
          </p:grpSpPr>
          <p:sp>
            <p:nvSpPr>
              <p:cNvPr id="67"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1" name="Group 86"/>
          <p:cNvGrpSpPr/>
          <p:nvPr/>
        </p:nvGrpSpPr>
        <p:grpSpPr>
          <a:xfrm>
            <a:off x="706789" y="2890262"/>
            <a:ext cx="2015264" cy="463946"/>
            <a:chOff x="5932686" y="2855964"/>
            <a:chExt cx="2449314" cy="563870"/>
          </a:xfrm>
        </p:grpSpPr>
        <p:grpSp>
          <p:nvGrpSpPr>
            <p:cNvPr id="22" name="Group 179"/>
            <p:cNvGrpSpPr/>
            <p:nvPr/>
          </p:nvGrpSpPr>
          <p:grpSpPr>
            <a:xfrm>
              <a:off x="5932686" y="2855964"/>
              <a:ext cx="220321" cy="563870"/>
              <a:chOff x="5054600" y="1652588"/>
              <a:chExt cx="187325" cy="479424"/>
            </a:xfrm>
            <a:solidFill>
              <a:schemeClr val="accent4"/>
            </a:solidFill>
          </p:grpSpPr>
          <p:sp>
            <p:nvSpPr>
              <p:cNvPr id="11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179"/>
            <p:cNvGrpSpPr/>
            <p:nvPr/>
          </p:nvGrpSpPr>
          <p:grpSpPr>
            <a:xfrm>
              <a:off x="6180352" y="2855964"/>
              <a:ext cx="220321" cy="563870"/>
              <a:chOff x="5054600" y="1652588"/>
              <a:chExt cx="187325" cy="479424"/>
            </a:xfrm>
            <a:solidFill>
              <a:schemeClr val="accent4"/>
            </a:solidFill>
          </p:grpSpPr>
          <p:sp>
            <p:nvSpPr>
              <p:cNvPr id="11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179"/>
            <p:cNvGrpSpPr/>
            <p:nvPr/>
          </p:nvGrpSpPr>
          <p:grpSpPr>
            <a:xfrm>
              <a:off x="6428018" y="2855964"/>
              <a:ext cx="220321" cy="563870"/>
              <a:chOff x="5054600" y="1652588"/>
              <a:chExt cx="187325" cy="479424"/>
            </a:xfrm>
            <a:solidFill>
              <a:schemeClr val="accent4"/>
            </a:solidFill>
          </p:grpSpPr>
          <p:sp>
            <p:nvSpPr>
              <p:cNvPr id="11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179"/>
            <p:cNvGrpSpPr/>
            <p:nvPr/>
          </p:nvGrpSpPr>
          <p:grpSpPr>
            <a:xfrm>
              <a:off x="6675684" y="2855964"/>
              <a:ext cx="220321" cy="563870"/>
              <a:chOff x="5054600" y="1652588"/>
              <a:chExt cx="187325" cy="479424"/>
            </a:xfrm>
            <a:solidFill>
              <a:schemeClr val="accent4"/>
            </a:solidFill>
          </p:grpSpPr>
          <p:sp>
            <p:nvSpPr>
              <p:cNvPr id="11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Group 179"/>
            <p:cNvGrpSpPr/>
            <p:nvPr/>
          </p:nvGrpSpPr>
          <p:grpSpPr>
            <a:xfrm>
              <a:off x="6923350" y="2855964"/>
              <a:ext cx="220321" cy="563870"/>
              <a:chOff x="5054600" y="1652588"/>
              <a:chExt cx="187325" cy="479424"/>
            </a:xfrm>
            <a:solidFill>
              <a:schemeClr val="accent4"/>
            </a:solidFill>
          </p:grpSpPr>
          <p:sp>
            <p:nvSpPr>
              <p:cNvPr id="10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79"/>
            <p:cNvGrpSpPr/>
            <p:nvPr/>
          </p:nvGrpSpPr>
          <p:grpSpPr>
            <a:xfrm>
              <a:off x="7171017" y="2855964"/>
              <a:ext cx="220321" cy="563870"/>
              <a:chOff x="5054600" y="1652588"/>
              <a:chExt cx="187325" cy="479424"/>
            </a:xfrm>
            <a:solidFill>
              <a:schemeClr val="bg1">
                <a:lumMod val="75000"/>
              </a:schemeClr>
            </a:solidFill>
          </p:grpSpPr>
          <p:sp>
            <p:nvSpPr>
              <p:cNvPr id="10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179"/>
            <p:cNvGrpSpPr/>
            <p:nvPr/>
          </p:nvGrpSpPr>
          <p:grpSpPr>
            <a:xfrm>
              <a:off x="7418683" y="2855964"/>
              <a:ext cx="220321" cy="563870"/>
              <a:chOff x="5054600" y="1652588"/>
              <a:chExt cx="187325" cy="479424"/>
            </a:xfrm>
            <a:solidFill>
              <a:schemeClr val="bg1">
                <a:lumMod val="75000"/>
              </a:schemeClr>
            </a:solidFill>
          </p:grpSpPr>
          <p:sp>
            <p:nvSpPr>
              <p:cNvPr id="10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 name="Group 179"/>
            <p:cNvGrpSpPr/>
            <p:nvPr/>
          </p:nvGrpSpPr>
          <p:grpSpPr>
            <a:xfrm>
              <a:off x="7666349" y="2855964"/>
              <a:ext cx="220321" cy="563870"/>
              <a:chOff x="5054600" y="1652588"/>
              <a:chExt cx="187325" cy="479424"/>
            </a:xfrm>
            <a:solidFill>
              <a:schemeClr val="bg1">
                <a:lumMod val="75000"/>
              </a:schemeClr>
            </a:solidFill>
          </p:grpSpPr>
          <p:sp>
            <p:nvSpPr>
              <p:cNvPr id="10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179"/>
            <p:cNvGrpSpPr/>
            <p:nvPr/>
          </p:nvGrpSpPr>
          <p:grpSpPr>
            <a:xfrm>
              <a:off x="7914015" y="2855964"/>
              <a:ext cx="220321" cy="563870"/>
              <a:chOff x="5054600" y="1652588"/>
              <a:chExt cx="187325" cy="479424"/>
            </a:xfrm>
            <a:solidFill>
              <a:schemeClr val="bg1">
                <a:lumMod val="75000"/>
              </a:schemeClr>
            </a:solidFill>
          </p:grpSpPr>
          <p:sp>
            <p:nvSpPr>
              <p:cNvPr id="100"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 name="Group 179"/>
            <p:cNvGrpSpPr/>
            <p:nvPr/>
          </p:nvGrpSpPr>
          <p:grpSpPr>
            <a:xfrm>
              <a:off x="8161679" y="2855964"/>
              <a:ext cx="220321" cy="563870"/>
              <a:chOff x="5054600" y="1652588"/>
              <a:chExt cx="187325" cy="479424"/>
            </a:xfrm>
            <a:solidFill>
              <a:schemeClr val="bg1">
                <a:lumMod val="75000"/>
              </a:schemeClr>
            </a:solidFill>
          </p:grpSpPr>
          <p:sp>
            <p:nvSpPr>
              <p:cNvPr id="9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18" name="TextBox 117"/>
          <p:cNvSpPr txBox="1"/>
          <p:nvPr/>
        </p:nvSpPr>
        <p:spPr>
          <a:xfrm>
            <a:off x="1702262" y="1522370"/>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119" name="TextBox 118"/>
          <p:cNvSpPr txBox="1"/>
          <p:nvPr/>
        </p:nvSpPr>
        <p:spPr>
          <a:xfrm>
            <a:off x="672838" y="1215945"/>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120" name="Rectangle 119"/>
          <p:cNvSpPr/>
          <p:nvPr/>
        </p:nvSpPr>
        <p:spPr>
          <a:xfrm>
            <a:off x="655067" y="1495117"/>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121" name="TextBox 120"/>
          <p:cNvSpPr txBox="1"/>
          <p:nvPr/>
        </p:nvSpPr>
        <p:spPr>
          <a:xfrm>
            <a:off x="672838" y="2115956"/>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9"/>
                                        </p:tgtEl>
                                        <p:attrNameLst>
                                          <p:attrName>style.visibility</p:attrName>
                                        </p:attrNameLst>
                                      </p:cBhvr>
                                      <p:to>
                                        <p:strVal val="visible"/>
                                      </p:to>
                                    </p:set>
                                    <p:animEffect transition="in" filter="wipe(left)">
                                      <p:cBhvr>
                                        <p:cTn id="7" dur="500"/>
                                        <p:tgtEl>
                                          <p:spTgt spid="119"/>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20"/>
                                        </p:tgtEl>
                                        <p:attrNameLst>
                                          <p:attrName>style.visibility</p:attrName>
                                        </p:attrNameLst>
                                      </p:cBhvr>
                                      <p:to>
                                        <p:strVal val="visible"/>
                                      </p:to>
                                    </p:set>
                                    <p:animEffect transition="in" filter="wipe(down)">
                                      <p:cBhvr>
                                        <p:cTn id="11" dur="500"/>
                                        <p:tgtEl>
                                          <p:spTgt spid="12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18"/>
                                        </p:tgtEl>
                                        <p:attrNameLst>
                                          <p:attrName>style.visibility</p:attrName>
                                        </p:attrNameLst>
                                      </p:cBhvr>
                                      <p:to>
                                        <p:strVal val="visible"/>
                                      </p:to>
                                    </p:set>
                                    <p:animEffect transition="in" filter="wipe(left)">
                                      <p:cBhvr>
                                        <p:cTn id="15" dur="500"/>
                                        <p:tgtEl>
                                          <p:spTgt spid="11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21"/>
                                        </p:tgtEl>
                                        <p:attrNameLst>
                                          <p:attrName>style.visibility</p:attrName>
                                        </p:attrNameLst>
                                      </p:cBhvr>
                                      <p:to>
                                        <p:strVal val="visible"/>
                                      </p:to>
                                    </p:set>
                                    <p:animEffect transition="in" filter="wipe(left)">
                                      <p:cBhvr>
                                        <p:cTn id="19" dur="500"/>
                                        <p:tgtEl>
                                          <p:spTgt spid="121"/>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down)">
                                      <p:cBhvr>
                                        <p:cTn id="23" dur="500"/>
                                        <p:tgtEl>
                                          <p:spTgt spid="21"/>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wipe(down)">
                                      <p:cBhvr>
                                        <p:cTn id="27" dur="500"/>
                                        <p:tgtEl>
                                          <p:spTgt spid="49"/>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wipe(down)">
                                      <p:cBhvr>
                                        <p:cTn id="31" dur="500"/>
                                        <p:tgtEl>
                                          <p:spTgt spid="10"/>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48"/>
                                        </p:tgtEl>
                                        <p:attrNameLst>
                                          <p:attrName>style.visibility</p:attrName>
                                        </p:attrNameLst>
                                      </p:cBhvr>
                                      <p:to>
                                        <p:strVal val="visible"/>
                                      </p:to>
                                    </p:set>
                                    <p:animEffect transition="in" filter="wipe(down)">
                                      <p:cBhvr>
                                        <p:cTn id="35" dur="500"/>
                                        <p:tgtEl>
                                          <p:spTgt spid="48"/>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7">
                                            <p:graphicEl>
                                              <a:chart seriesIdx="-3" categoryIdx="-3" bldStep="gridLegend"/>
                                            </p:graphicEl>
                                          </p:spTgt>
                                        </p:tgtEl>
                                        <p:attrNameLst>
                                          <p:attrName>style.visibility</p:attrName>
                                        </p:attrNameLst>
                                      </p:cBhvr>
                                      <p:to>
                                        <p:strVal val="visible"/>
                                      </p:to>
                                    </p:set>
                                    <p:animEffect transition="in" filter="wipe(down)">
                                      <p:cBhvr>
                                        <p:cTn id="39" dur="1000"/>
                                        <p:tgtEl>
                                          <p:spTgt spid="27">
                                            <p:graphicEl>
                                              <a:chart seriesIdx="-3" categoryIdx="-3" bldStep="gridLegend"/>
                                            </p:graphicEl>
                                          </p:spTgt>
                                        </p:tgtEl>
                                      </p:cBhvr>
                                    </p:animEffect>
                                  </p:childTnLst>
                                </p:cTn>
                              </p:par>
                            </p:childTnLst>
                          </p:cTn>
                        </p:par>
                        <p:par>
                          <p:cTn id="40" fill="hold">
                            <p:stCondLst>
                              <p:cond delay="5000"/>
                            </p:stCondLst>
                            <p:childTnLst>
                              <p:par>
                                <p:cTn id="41" presetID="22" presetClass="entr" presetSubtype="4" fill="hold" grpId="0" nodeType="afterEffect">
                                  <p:stCondLst>
                                    <p:cond delay="0"/>
                                  </p:stCondLst>
                                  <p:childTnLst>
                                    <p:set>
                                      <p:cBhvr>
                                        <p:cTn id="42" dur="1" fill="hold">
                                          <p:stCondLst>
                                            <p:cond delay="0"/>
                                          </p:stCondLst>
                                        </p:cTn>
                                        <p:tgtEl>
                                          <p:spTgt spid="27">
                                            <p:graphicEl>
                                              <a:chart seriesIdx="-4" categoryIdx="0" bldStep="category"/>
                                            </p:graphicEl>
                                          </p:spTgt>
                                        </p:tgtEl>
                                        <p:attrNameLst>
                                          <p:attrName>style.visibility</p:attrName>
                                        </p:attrNameLst>
                                      </p:cBhvr>
                                      <p:to>
                                        <p:strVal val="visible"/>
                                      </p:to>
                                    </p:set>
                                    <p:animEffect transition="in" filter="wipe(down)">
                                      <p:cBhvr>
                                        <p:cTn id="43" dur="1000"/>
                                        <p:tgtEl>
                                          <p:spTgt spid="27">
                                            <p:graphicEl>
                                              <a:chart seriesIdx="-4" categoryIdx="0" bldStep="category"/>
                                            </p:graphicEl>
                                          </p:spTgt>
                                        </p:tgtEl>
                                      </p:cBhvr>
                                    </p:animEffect>
                                  </p:childTnLst>
                                </p:cTn>
                              </p:par>
                            </p:childTnLst>
                          </p:cTn>
                        </p:par>
                        <p:par>
                          <p:cTn id="44" fill="hold">
                            <p:stCondLst>
                              <p:cond delay="6000"/>
                            </p:stCondLst>
                            <p:childTnLst>
                              <p:par>
                                <p:cTn id="45" presetID="22" presetClass="entr" presetSubtype="4" fill="hold" grpId="0" nodeType="afterEffect">
                                  <p:stCondLst>
                                    <p:cond delay="0"/>
                                  </p:stCondLst>
                                  <p:childTnLst>
                                    <p:set>
                                      <p:cBhvr>
                                        <p:cTn id="46" dur="1" fill="hold">
                                          <p:stCondLst>
                                            <p:cond delay="0"/>
                                          </p:stCondLst>
                                        </p:cTn>
                                        <p:tgtEl>
                                          <p:spTgt spid="27">
                                            <p:graphicEl>
                                              <a:chart seriesIdx="-4" categoryIdx="1" bldStep="category"/>
                                            </p:graphicEl>
                                          </p:spTgt>
                                        </p:tgtEl>
                                        <p:attrNameLst>
                                          <p:attrName>style.visibility</p:attrName>
                                        </p:attrNameLst>
                                      </p:cBhvr>
                                      <p:to>
                                        <p:strVal val="visible"/>
                                      </p:to>
                                    </p:set>
                                    <p:animEffect transition="in" filter="wipe(down)">
                                      <p:cBhvr>
                                        <p:cTn id="47" dur="1000"/>
                                        <p:tgtEl>
                                          <p:spTgt spid="27">
                                            <p:graphicEl>
                                              <a:chart seriesIdx="-4" categoryIdx="1" bldStep="category"/>
                                            </p:graphicEl>
                                          </p:spTgt>
                                        </p:tgtEl>
                                      </p:cBhvr>
                                    </p:animEffect>
                                  </p:childTnLst>
                                </p:cTn>
                              </p:par>
                            </p:childTnLst>
                          </p:cTn>
                        </p:par>
                        <p:par>
                          <p:cTn id="48" fill="hold">
                            <p:stCondLst>
                              <p:cond delay="7000"/>
                            </p:stCondLst>
                            <p:childTnLst>
                              <p:par>
                                <p:cTn id="49" presetID="22" presetClass="entr" presetSubtype="4" fill="hold" grpId="0" nodeType="afterEffect">
                                  <p:stCondLst>
                                    <p:cond delay="0"/>
                                  </p:stCondLst>
                                  <p:childTnLst>
                                    <p:set>
                                      <p:cBhvr>
                                        <p:cTn id="50" dur="1" fill="hold">
                                          <p:stCondLst>
                                            <p:cond delay="0"/>
                                          </p:stCondLst>
                                        </p:cTn>
                                        <p:tgtEl>
                                          <p:spTgt spid="27">
                                            <p:graphicEl>
                                              <a:chart seriesIdx="-4" categoryIdx="2" bldStep="category"/>
                                            </p:graphicEl>
                                          </p:spTgt>
                                        </p:tgtEl>
                                        <p:attrNameLst>
                                          <p:attrName>style.visibility</p:attrName>
                                        </p:attrNameLst>
                                      </p:cBhvr>
                                      <p:to>
                                        <p:strVal val="visible"/>
                                      </p:to>
                                    </p:set>
                                    <p:animEffect transition="in" filter="wipe(down)">
                                      <p:cBhvr>
                                        <p:cTn id="51" dur="1000"/>
                                        <p:tgtEl>
                                          <p:spTgt spid="27">
                                            <p:graphicEl>
                                              <a:chart seriesIdx="-4" categoryIdx="2" bldStep="category"/>
                                            </p:graphicEl>
                                          </p:spTgt>
                                        </p:tgtEl>
                                      </p:cBhvr>
                                    </p:animEffect>
                                  </p:childTnLst>
                                </p:cTn>
                              </p:par>
                            </p:childTnLst>
                          </p:cTn>
                        </p:par>
                        <p:par>
                          <p:cTn id="52" fill="hold">
                            <p:stCondLst>
                              <p:cond delay="8000"/>
                            </p:stCondLst>
                            <p:childTnLst>
                              <p:par>
                                <p:cTn id="53" presetID="22" presetClass="entr" presetSubtype="4" fill="hold" grpId="0" nodeType="afterEffect">
                                  <p:stCondLst>
                                    <p:cond delay="0"/>
                                  </p:stCondLst>
                                  <p:childTnLst>
                                    <p:set>
                                      <p:cBhvr>
                                        <p:cTn id="54" dur="1" fill="hold">
                                          <p:stCondLst>
                                            <p:cond delay="0"/>
                                          </p:stCondLst>
                                        </p:cTn>
                                        <p:tgtEl>
                                          <p:spTgt spid="27">
                                            <p:graphicEl>
                                              <a:chart seriesIdx="-4" categoryIdx="3" bldStep="category"/>
                                            </p:graphicEl>
                                          </p:spTgt>
                                        </p:tgtEl>
                                        <p:attrNameLst>
                                          <p:attrName>style.visibility</p:attrName>
                                        </p:attrNameLst>
                                      </p:cBhvr>
                                      <p:to>
                                        <p:strVal val="visible"/>
                                      </p:to>
                                    </p:set>
                                    <p:animEffect transition="in" filter="wipe(down)">
                                      <p:cBhvr>
                                        <p:cTn id="55" dur="1000"/>
                                        <p:tgtEl>
                                          <p:spTgt spid="27">
                                            <p:graphicEl>
                                              <a:chart seriesIdx="-4" categoryIdx="3" bldStep="category"/>
                                            </p:graphicEl>
                                          </p:spTgt>
                                        </p:tgtEl>
                                      </p:cBhvr>
                                    </p:animEffect>
                                  </p:childTnLst>
                                </p:cTn>
                              </p:par>
                            </p:childTnLst>
                          </p:cTn>
                        </p:par>
                        <p:par>
                          <p:cTn id="56" fill="hold">
                            <p:stCondLst>
                              <p:cond delay="9000"/>
                            </p:stCondLst>
                            <p:childTnLst>
                              <p:par>
                                <p:cTn id="57" presetID="22" presetClass="entr" presetSubtype="4" fill="hold" grpId="0" nodeType="afterEffect">
                                  <p:stCondLst>
                                    <p:cond delay="0"/>
                                  </p:stCondLst>
                                  <p:childTnLst>
                                    <p:set>
                                      <p:cBhvr>
                                        <p:cTn id="58" dur="1" fill="hold">
                                          <p:stCondLst>
                                            <p:cond delay="0"/>
                                          </p:stCondLst>
                                        </p:cTn>
                                        <p:tgtEl>
                                          <p:spTgt spid="27">
                                            <p:graphicEl>
                                              <a:chart seriesIdx="-4" categoryIdx="4" bldStep="category"/>
                                            </p:graphicEl>
                                          </p:spTgt>
                                        </p:tgtEl>
                                        <p:attrNameLst>
                                          <p:attrName>style.visibility</p:attrName>
                                        </p:attrNameLst>
                                      </p:cBhvr>
                                      <p:to>
                                        <p:strVal val="visible"/>
                                      </p:to>
                                    </p:set>
                                    <p:animEffect transition="in" filter="wipe(down)">
                                      <p:cBhvr>
                                        <p:cTn id="59" dur="1000"/>
                                        <p:tgtEl>
                                          <p:spTgt spid="27">
                                            <p:graphicEl>
                                              <a:chart seriesIdx="-4" categoryIdx="4" bldStep="category"/>
                                            </p:graphicEl>
                                          </p:spTgt>
                                        </p:tgtEl>
                                      </p:cBhvr>
                                    </p:animEffect>
                                  </p:childTnLst>
                                </p:cTn>
                              </p:par>
                            </p:childTnLst>
                          </p:cTn>
                        </p:par>
                        <p:par>
                          <p:cTn id="60" fill="hold">
                            <p:stCondLst>
                              <p:cond delay="10000"/>
                            </p:stCondLst>
                            <p:childTnLst>
                              <p:par>
                                <p:cTn id="61" presetID="22" presetClass="entr" presetSubtype="4" fill="hold" grpId="0" nodeType="afterEffect">
                                  <p:stCondLst>
                                    <p:cond delay="0"/>
                                  </p:stCondLst>
                                  <p:childTnLst>
                                    <p:set>
                                      <p:cBhvr>
                                        <p:cTn id="62" dur="1" fill="hold">
                                          <p:stCondLst>
                                            <p:cond delay="0"/>
                                          </p:stCondLst>
                                        </p:cTn>
                                        <p:tgtEl>
                                          <p:spTgt spid="27">
                                            <p:graphicEl>
                                              <a:chart seriesIdx="-4" categoryIdx="5" bldStep="category"/>
                                            </p:graphicEl>
                                          </p:spTgt>
                                        </p:tgtEl>
                                        <p:attrNameLst>
                                          <p:attrName>style.visibility</p:attrName>
                                        </p:attrNameLst>
                                      </p:cBhvr>
                                      <p:to>
                                        <p:strVal val="visible"/>
                                      </p:to>
                                    </p:set>
                                    <p:animEffect transition="in" filter="wipe(down)">
                                      <p:cBhvr>
                                        <p:cTn id="63" dur="1000"/>
                                        <p:tgtEl>
                                          <p:spTgt spid="27">
                                            <p:graphicEl>
                                              <a:chart seriesIdx="-4" categoryIdx="5" bldStep="category"/>
                                            </p:graphicEl>
                                          </p:spTgt>
                                        </p:tgtEl>
                                      </p:cBhvr>
                                    </p:animEffect>
                                  </p:childTnLst>
                                </p:cTn>
                              </p:par>
                            </p:childTnLst>
                          </p:cTn>
                        </p:par>
                        <p:par>
                          <p:cTn id="64" fill="hold">
                            <p:stCondLst>
                              <p:cond delay="11000"/>
                            </p:stCondLst>
                            <p:childTnLst>
                              <p:par>
                                <p:cTn id="65" presetID="22" presetClass="entr" presetSubtype="4" fill="hold" nodeType="afterEffect">
                                  <p:stCondLst>
                                    <p:cond delay="0"/>
                                  </p:stCondLst>
                                  <p:childTnLst>
                                    <p:set>
                                      <p:cBhvr>
                                        <p:cTn id="66" dur="1" fill="hold">
                                          <p:stCondLst>
                                            <p:cond delay="0"/>
                                          </p:stCondLst>
                                        </p:cTn>
                                        <p:tgtEl>
                                          <p:spTgt spid="3"/>
                                        </p:tgtEl>
                                        <p:attrNameLst>
                                          <p:attrName>style.visibility</p:attrName>
                                        </p:attrNameLst>
                                      </p:cBhvr>
                                      <p:to>
                                        <p:strVal val="visible"/>
                                      </p:to>
                                    </p:set>
                                    <p:animEffect transition="in" filter="wipe(down)">
                                      <p:cBhvr>
                                        <p:cTn id="6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category"/>
        </p:bldSub>
      </p:bldGraphic>
      <p:bldP spid="48" grpId="0"/>
      <p:bldP spid="49" grpId="0"/>
      <p:bldP spid="118" grpId="0"/>
      <p:bldP spid="119" grpId="0"/>
      <p:bldP spid="120" grpId="0"/>
      <p:bldP spid="121"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Columns Chart Slide</a:t>
            </a:r>
            <a:endParaRPr lang="en-US" dirty="0"/>
          </a:p>
        </p:txBody>
      </p:sp>
      <p:sp>
        <p:nvSpPr>
          <p:cNvPr id="4" name="Text Placeholder 3"/>
          <p:cNvSpPr>
            <a:spLocks noGrp="1"/>
          </p:cNvSpPr>
          <p:nvPr>
            <p:ph type="body" sz="half" idx="2"/>
          </p:nvPr>
        </p:nvSpPr>
        <p:spPr/>
        <p:txBody>
          <a:bodyPr/>
          <a:lstStyle/>
          <a:p>
            <a:r>
              <a:rPr lang="en-US"/>
              <a:t>Columns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295</a:t>
            </a:fld>
            <a:endParaRPr lang="en-US" dirty="0"/>
          </a:p>
        </p:txBody>
      </p:sp>
      <p:grpSp>
        <p:nvGrpSpPr>
          <p:cNvPr id="3" name="Group 274"/>
          <p:cNvGrpSpPr/>
          <p:nvPr/>
        </p:nvGrpSpPr>
        <p:grpSpPr>
          <a:xfrm>
            <a:off x="622300" y="1438082"/>
            <a:ext cx="1524000" cy="1057469"/>
            <a:chOff x="622300" y="1438082"/>
            <a:chExt cx="1524000" cy="1057469"/>
          </a:xfrm>
        </p:grpSpPr>
        <p:sp>
          <p:nvSpPr>
            <p:cNvPr id="23" name="Isosceles Triangle 22"/>
            <p:cNvSpPr/>
            <p:nvPr/>
          </p:nvSpPr>
          <p:spPr bwMode="auto">
            <a:xfrm>
              <a:off x="622300" y="1438082"/>
              <a:ext cx="1524000" cy="1057469"/>
            </a:xfrm>
            <a:prstGeom prst="triangl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6" name="Text Placeholder 3"/>
            <p:cNvSpPr txBox="1">
              <a:spLocks/>
            </p:cNvSpPr>
            <p:nvPr/>
          </p:nvSpPr>
          <p:spPr>
            <a:xfrm>
              <a:off x="1054081" y="2025267"/>
              <a:ext cx="660438"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+75%</a:t>
              </a:r>
            </a:p>
          </p:txBody>
        </p:sp>
      </p:grpSp>
      <p:grpSp>
        <p:nvGrpSpPr>
          <p:cNvPr id="5" name="Group 275"/>
          <p:cNvGrpSpPr/>
          <p:nvPr/>
        </p:nvGrpSpPr>
        <p:grpSpPr>
          <a:xfrm>
            <a:off x="622300" y="3047613"/>
            <a:ext cx="1524000" cy="1057469"/>
            <a:chOff x="622300" y="3047613"/>
            <a:chExt cx="1524000" cy="1057469"/>
          </a:xfrm>
        </p:grpSpPr>
        <p:sp>
          <p:nvSpPr>
            <p:cNvPr id="24" name="Isosceles Triangle 23"/>
            <p:cNvSpPr/>
            <p:nvPr/>
          </p:nvSpPr>
          <p:spPr bwMode="auto">
            <a:xfrm rot="10800000">
              <a:off x="622300" y="3047613"/>
              <a:ext cx="1524000" cy="1057469"/>
            </a:xfrm>
            <a:prstGeom prst="triangl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5" name="Text Placeholder 3"/>
            <p:cNvSpPr txBox="1">
              <a:spLocks/>
            </p:cNvSpPr>
            <p:nvPr/>
          </p:nvSpPr>
          <p:spPr>
            <a:xfrm>
              <a:off x="1072516" y="3143250"/>
              <a:ext cx="623569"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-25%</a:t>
              </a:r>
            </a:p>
          </p:txBody>
        </p:sp>
      </p:grpSp>
      <p:sp>
        <p:nvSpPr>
          <p:cNvPr id="37" name="TextBox 36"/>
          <p:cNvSpPr txBox="1"/>
          <p:nvPr/>
        </p:nvSpPr>
        <p:spPr>
          <a:xfrm>
            <a:off x="901796" y="2701661"/>
            <a:ext cx="965008" cy="184666"/>
          </a:xfrm>
          <a:prstGeom prst="rect">
            <a:avLst/>
          </a:prstGeom>
          <a:noFill/>
        </p:spPr>
        <p:txBody>
          <a:bodyPr wrap="none" lIns="0" tIns="0" rIns="0" bIns="0" rtlCol="0" anchor="ctr">
            <a:spAutoFit/>
          </a:bodyPr>
          <a:lstStyle/>
          <a:p>
            <a:pPr algn="ctr"/>
            <a:r>
              <a:rPr lang="en-US" sz="1200" dirty="0">
                <a:solidFill>
                  <a:schemeClr val="tx1">
                    <a:lumMod val="50000"/>
                    <a:lumOff val="50000"/>
                  </a:schemeClr>
                </a:solidFill>
                <a:latin typeface="+mj-lt"/>
              </a:rPr>
              <a:t>Keyword Here</a:t>
            </a:r>
          </a:p>
        </p:txBody>
      </p:sp>
      <p:grpSp>
        <p:nvGrpSpPr>
          <p:cNvPr id="6" name="Group 171"/>
          <p:cNvGrpSpPr/>
          <p:nvPr/>
        </p:nvGrpSpPr>
        <p:grpSpPr>
          <a:xfrm>
            <a:off x="2499138" y="1815445"/>
            <a:ext cx="1676400" cy="1706880"/>
            <a:chOff x="2226730" y="1591310"/>
            <a:chExt cx="1676400" cy="1706880"/>
          </a:xfrm>
        </p:grpSpPr>
        <p:sp>
          <p:nvSpPr>
            <p:cNvPr id="40" name="Rectangle 39"/>
            <p:cNvSpPr/>
            <p:nvPr/>
          </p:nvSpPr>
          <p:spPr>
            <a:xfrm>
              <a:off x="2226730"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p:cNvSpPr/>
            <p:nvPr/>
          </p:nvSpPr>
          <p:spPr>
            <a:xfrm>
              <a:off x="2226730"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p:cNvSpPr/>
            <p:nvPr/>
          </p:nvSpPr>
          <p:spPr>
            <a:xfrm>
              <a:off x="2226730"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p:cNvSpPr/>
            <p:nvPr/>
          </p:nvSpPr>
          <p:spPr>
            <a:xfrm>
              <a:off x="2226730"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p:cNvSpPr/>
            <p:nvPr/>
          </p:nvSpPr>
          <p:spPr>
            <a:xfrm>
              <a:off x="2226730"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a:off x="2226730"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47"/>
            <p:cNvSpPr/>
            <p:nvPr/>
          </p:nvSpPr>
          <p:spPr>
            <a:xfrm>
              <a:off x="2226730"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p:cNvSpPr/>
            <p:nvPr/>
          </p:nvSpPr>
          <p:spPr>
            <a:xfrm>
              <a:off x="2226730"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ectangle 50"/>
            <p:cNvSpPr/>
            <p:nvPr/>
          </p:nvSpPr>
          <p:spPr>
            <a:xfrm>
              <a:off x="2226730"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2226730"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ectangle 52"/>
            <p:cNvSpPr/>
            <p:nvPr/>
          </p:nvSpPr>
          <p:spPr>
            <a:xfrm>
              <a:off x="2396063"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ectangle 55"/>
            <p:cNvSpPr/>
            <p:nvPr/>
          </p:nvSpPr>
          <p:spPr>
            <a:xfrm>
              <a:off x="2396063"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ectangle 59"/>
            <p:cNvSpPr/>
            <p:nvPr/>
          </p:nvSpPr>
          <p:spPr>
            <a:xfrm>
              <a:off x="2396063"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ectangle 60"/>
            <p:cNvSpPr/>
            <p:nvPr/>
          </p:nvSpPr>
          <p:spPr>
            <a:xfrm>
              <a:off x="2396063"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ectangle 61"/>
            <p:cNvSpPr/>
            <p:nvPr/>
          </p:nvSpPr>
          <p:spPr>
            <a:xfrm>
              <a:off x="2396063"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ectangle 62"/>
            <p:cNvSpPr/>
            <p:nvPr/>
          </p:nvSpPr>
          <p:spPr>
            <a:xfrm>
              <a:off x="2396063"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Rectangle 63"/>
            <p:cNvSpPr/>
            <p:nvPr/>
          </p:nvSpPr>
          <p:spPr>
            <a:xfrm>
              <a:off x="2396063"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ectangle 64"/>
            <p:cNvSpPr/>
            <p:nvPr/>
          </p:nvSpPr>
          <p:spPr>
            <a:xfrm>
              <a:off x="2396063"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Rectangle 65"/>
            <p:cNvSpPr/>
            <p:nvPr/>
          </p:nvSpPr>
          <p:spPr>
            <a:xfrm>
              <a:off x="2396063"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2396063"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Rectangle 67"/>
            <p:cNvSpPr/>
            <p:nvPr/>
          </p:nvSpPr>
          <p:spPr>
            <a:xfrm>
              <a:off x="2565396"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Rectangle 68"/>
            <p:cNvSpPr/>
            <p:nvPr/>
          </p:nvSpPr>
          <p:spPr>
            <a:xfrm>
              <a:off x="2565396"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Rectangle 69"/>
            <p:cNvSpPr/>
            <p:nvPr/>
          </p:nvSpPr>
          <p:spPr>
            <a:xfrm>
              <a:off x="2565396"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70"/>
            <p:cNvSpPr/>
            <p:nvPr/>
          </p:nvSpPr>
          <p:spPr>
            <a:xfrm>
              <a:off x="2565396"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71"/>
            <p:cNvSpPr/>
            <p:nvPr/>
          </p:nvSpPr>
          <p:spPr>
            <a:xfrm>
              <a:off x="2565396"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72"/>
            <p:cNvSpPr/>
            <p:nvPr/>
          </p:nvSpPr>
          <p:spPr>
            <a:xfrm>
              <a:off x="2565396"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Rectangle 73"/>
            <p:cNvSpPr/>
            <p:nvPr/>
          </p:nvSpPr>
          <p:spPr>
            <a:xfrm>
              <a:off x="2565396"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Rectangle 74"/>
            <p:cNvSpPr/>
            <p:nvPr/>
          </p:nvSpPr>
          <p:spPr>
            <a:xfrm>
              <a:off x="2565396"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Rectangle 75"/>
            <p:cNvSpPr/>
            <p:nvPr/>
          </p:nvSpPr>
          <p:spPr>
            <a:xfrm>
              <a:off x="2565396"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Rectangle 76"/>
            <p:cNvSpPr/>
            <p:nvPr/>
          </p:nvSpPr>
          <p:spPr>
            <a:xfrm>
              <a:off x="2565396"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Rectangle 77"/>
            <p:cNvSpPr/>
            <p:nvPr/>
          </p:nvSpPr>
          <p:spPr>
            <a:xfrm>
              <a:off x="2734729"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ectangle 78"/>
            <p:cNvSpPr/>
            <p:nvPr/>
          </p:nvSpPr>
          <p:spPr>
            <a:xfrm>
              <a:off x="2734729"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ectangle 79"/>
            <p:cNvSpPr/>
            <p:nvPr/>
          </p:nvSpPr>
          <p:spPr>
            <a:xfrm>
              <a:off x="2734729"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ectangle 80"/>
            <p:cNvSpPr/>
            <p:nvPr/>
          </p:nvSpPr>
          <p:spPr>
            <a:xfrm>
              <a:off x="2734729"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Rectangle 81"/>
            <p:cNvSpPr/>
            <p:nvPr/>
          </p:nvSpPr>
          <p:spPr>
            <a:xfrm>
              <a:off x="2734729"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Rectangle 82"/>
            <p:cNvSpPr/>
            <p:nvPr/>
          </p:nvSpPr>
          <p:spPr>
            <a:xfrm>
              <a:off x="2734729"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Rectangle 83"/>
            <p:cNvSpPr/>
            <p:nvPr/>
          </p:nvSpPr>
          <p:spPr>
            <a:xfrm>
              <a:off x="2734729"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Rectangle 84"/>
            <p:cNvSpPr/>
            <p:nvPr/>
          </p:nvSpPr>
          <p:spPr>
            <a:xfrm>
              <a:off x="2734729"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Rectangle 85"/>
            <p:cNvSpPr/>
            <p:nvPr/>
          </p:nvSpPr>
          <p:spPr>
            <a:xfrm>
              <a:off x="2734729"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Rectangle 86"/>
            <p:cNvSpPr/>
            <p:nvPr/>
          </p:nvSpPr>
          <p:spPr>
            <a:xfrm>
              <a:off x="2734729"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Rectangle 87"/>
            <p:cNvSpPr/>
            <p:nvPr/>
          </p:nvSpPr>
          <p:spPr>
            <a:xfrm>
              <a:off x="2904062"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Rectangle 88"/>
            <p:cNvSpPr/>
            <p:nvPr/>
          </p:nvSpPr>
          <p:spPr>
            <a:xfrm>
              <a:off x="2904062"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Rectangle 89"/>
            <p:cNvSpPr/>
            <p:nvPr/>
          </p:nvSpPr>
          <p:spPr>
            <a:xfrm>
              <a:off x="2904062"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ectangle 90"/>
            <p:cNvSpPr/>
            <p:nvPr/>
          </p:nvSpPr>
          <p:spPr>
            <a:xfrm>
              <a:off x="2904062"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Rectangle 91"/>
            <p:cNvSpPr/>
            <p:nvPr/>
          </p:nvSpPr>
          <p:spPr>
            <a:xfrm>
              <a:off x="2904062"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Rectangle 92"/>
            <p:cNvSpPr/>
            <p:nvPr/>
          </p:nvSpPr>
          <p:spPr>
            <a:xfrm>
              <a:off x="2904062"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93"/>
            <p:cNvSpPr/>
            <p:nvPr/>
          </p:nvSpPr>
          <p:spPr>
            <a:xfrm>
              <a:off x="2904062"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Rectangle 94"/>
            <p:cNvSpPr/>
            <p:nvPr/>
          </p:nvSpPr>
          <p:spPr>
            <a:xfrm>
              <a:off x="2904062"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95"/>
            <p:cNvSpPr/>
            <p:nvPr/>
          </p:nvSpPr>
          <p:spPr>
            <a:xfrm>
              <a:off x="2904062"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Rectangle 96"/>
            <p:cNvSpPr/>
            <p:nvPr/>
          </p:nvSpPr>
          <p:spPr>
            <a:xfrm>
              <a:off x="2904062"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Rectangle 97"/>
            <p:cNvSpPr/>
            <p:nvPr/>
          </p:nvSpPr>
          <p:spPr>
            <a:xfrm>
              <a:off x="3073395"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Rectangle 98"/>
            <p:cNvSpPr/>
            <p:nvPr/>
          </p:nvSpPr>
          <p:spPr>
            <a:xfrm>
              <a:off x="3073395"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Rectangle 99"/>
            <p:cNvSpPr/>
            <p:nvPr/>
          </p:nvSpPr>
          <p:spPr>
            <a:xfrm>
              <a:off x="3073395"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Rectangle 100"/>
            <p:cNvSpPr/>
            <p:nvPr/>
          </p:nvSpPr>
          <p:spPr>
            <a:xfrm>
              <a:off x="3073395"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Rectangle 101"/>
            <p:cNvSpPr/>
            <p:nvPr/>
          </p:nvSpPr>
          <p:spPr>
            <a:xfrm>
              <a:off x="3073395"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p:cNvSpPr/>
            <p:nvPr/>
          </p:nvSpPr>
          <p:spPr>
            <a:xfrm>
              <a:off x="3073395"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Rectangle 103"/>
            <p:cNvSpPr/>
            <p:nvPr/>
          </p:nvSpPr>
          <p:spPr>
            <a:xfrm>
              <a:off x="3073395"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104"/>
            <p:cNvSpPr/>
            <p:nvPr/>
          </p:nvSpPr>
          <p:spPr>
            <a:xfrm>
              <a:off x="3073395"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105"/>
            <p:cNvSpPr/>
            <p:nvPr/>
          </p:nvSpPr>
          <p:spPr>
            <a:xfrm>
              <a:off x="3073395"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Rectangle 106"/>
            <p:cNvSpPr/>
            <p:nvPr/>
          </p:nvSpPr>
          <p:spPr>
            <a:xfrm>
              <a:off x="3073395"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Rectangle 107"/>
            <p:cNvSpPr/>
            <p:nvPr/>
          </p:nvSpPr>
          <p:spPr>
            <a:xfrm>
              <a:off x="3242728"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Rectangle 108"/>
            <p:cNvSpPr/>
            <p:nvPr/>
          </p:nvSpPr>
          <p:spPr>
            <a:xfrm>
              <a:off x="3242728"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Rectangle 109"/>
            <p:cNvSpPr/>
            <p:nvPr/>
          </p:nvSpPr>
          <p:spPr>
            <a:xfrm>
              <a:off x="3242728"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Rectangle 110"/>
            <p:cNvSpPr/>
            <p:nvPr/>
          </p:nvSpPr>
          <p:spPr>
            <a:xfrm>
              <a:off x="3242728"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Rectangle 111"/>
            <p:cNvSpPr/>
            <p:nvPr/>
          </p:nvSpPr>
          <p:spPr>
            <a:xfrm>
              <a:off x="3242728"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ectangle 112"/>
            <p:cNvSpPr/>
            <p:nvPr/>
          </p:nvSpPr>
          <p:spPr>
            <a:xfrm>
              <a:off x="3242728"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Rectangle 113"/>
            <p:cNvSpPr/>
            <p:nvPr/>
          </p:nvSpPr>
          <p:spPr>
            <a:xfrm>
              <a:off x="3242728"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Rectangle 114"/>
            <p:cNvSpPr/>
            <p:nvPr/>
          </p:nvSpPr>
          <p:spPr>
            <a:xfrm>
              <a:off x="3242728"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p:cNvSpPr/>
            <p:nvPr/>
          </p:nvSpPr>
          <p:spPr>
            <a:xfrm>
              <a:off x="3242728"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Rectangle 116"/>
            <p:cNvSpPr/>
            <p:nvPr/>
          </p:nvSpPr>
          <p:spPr>
            <a:xfrm>
              <a:off x="3242728"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Rectangle 117"/>
            <p:cNvSpPr/>
            <p:nvPr/>
          </p:nvSpPr>
          <p:spPr>
            <a:xfrm>
              <a:off x="3412061"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Rectangle 118"/>
            <p:cNvSpPr/>
            <p:nvPr/>
          </p:nvSpPr>
          <p:spPr>
            <a:xfrm>
              <a:off x="3412061"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Rectangle 119"/>
            <p:cNvSpPr/>
            <p:nvPr/>
          </p:nvSpPr>
          <p:spPr>
            <a:xfrm>
              <a:off x="3412061"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Rectangle 120"/>
            <p:cNvSpPr/>
            <p:nvPr/>
          </p:nvSpPr>
          <p:spPr>
            <a:xfrm>
              <a:off x="3412061"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Rectangle 121"/>
            <p:cNvSpPr/>
            <p:nvPr/>
          </p:nvSpPr>
          <p:spPr>
            <a:xfrm>
              <a:off x="3412061"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ectangle 122"/>
            <p:cNvSpPr/>
            <p:nvPr/>
          </p:nvSpPr>
          <p:spPr>
            <a:xfrm>
              <a:off x="3412061"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ectangle 123"/>
            <p:cNvSpPr/>
            <p:nvPr/>
          </p:nvSpPr>
          <p:spPr>
            <a:xfrm>
              <a:off x="3412061"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ectangle 124"/>
            <p:cNvSpPr/>
            <p:nvPr/>
          </p:nvSpPr>
          <p:spPr>
            <a:xfrm>
              <a:off x="3412061"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ectangle 125"/>
            <p:cNvSpPr/>
            <p:nvPr/>
          </p:nvSpPr>
          <p:spPr>
            <a:xfrm>
              <a:off x="3412061"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ectangle 126"/>
            <p:cNvSpPr/>
            <p:nvPr/>
          </p:nvSpPr>
          <p:spPr>
            <a:xfrm>
              <a:off x="3412061"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ectangle 127"/>
            <p:cNvSpPr/>
            <p:nvPr/>
          </p:nvSpPr>
          <p:spPr>
            <a:xfrm>
              <a:off x="3581394"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ectangle 128"/>
            <p:cNvSpPr/>
            <p:nvPr/>
          </p:nvSpPr>
          <p:spPr>
            <a:xfrm>
              <a:off x="3581394"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ectangle 129"/>
            <p:cNvSpPr/>
            <p:nvPr/>
          </p:nvSpPr>
          <p:spPr>
            <a:xfrm>
              <a:off x="3581394"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ectangle 130"/>
            <p:cNvSpPr/>
            <p:nvPr/>
          </p:nvSpPr>
          <p:spPr>
            <a:xfrm>
              <a:off x="3581394"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ectangle 131"/>
            <p:cNvSpPr/>
            <p:nvPr/>
          </p:nvSpPr>
          <p:spPr>
            <a:xfrm>
              <a:off x="3581394"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ectangle 132"/>
            <p:cNvSpPr/>
            <p:nvPr/>
          </p:nvSpPr>
          <p:spPr>
            <a:xfrm>
              <a:off x="3581394"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Rectangle 133"/>
            <p:cNvSpPr/>
            <p:nvPr/>
          </p:nvSpPr>
          <p:spPr>
            <a:xfrm>
              <a:off x="3581394"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Rectangle 134"/>
            <p:cNvSpPr/>
            <p:nvPr/>
          </p:nvSpPr>
          <p:spPr>
            <a:xfrm>
              <a:off x="3581394"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6" name="Rectangle 135"/>
            <p:cNvSpPr/>
            <p:nvPr/>
          </p:nvSpPr>
          <p:spPr>
            <a:xfrm>
              <a:off x="3581394"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p:cNvSpPr/>
            <p:nvPr/>
          </p:nvSpPr>
          <p:spPr>
            <a:xfrm>
              <a:off x="3581394"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p:cNvSpPr/>
            <p:nvPr/>
          </p:nvSpPr>
          <p:spPr>
            <a:xfrm>
              <a:off x="3750730"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p:cNvSpPr/>
            <p:nvPr/>
          </p:nvSpPr>
          <p:spPr>
            <a:xfrm>
              <a:off x="3750730"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0" name="Rectangle 139"/>
            <p:cNvSpPr/>
            <p:nvPr/>
          </p:nvSpPr>
          <p:spPr>
            <a:xfrm>
              <a:off x="3750730"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Rectangle 140"/>
            <p:cNvSpPr/>
            <p:nvPr/>
          </p:nvSpPr>
          <p:spPr>
            <a:xfrm>
              <a:off x="3750730"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2" name="Rectangle 141"/>
            <p:cNvSpPr/>
            <p:nvPr/>
          </p:nvSpPr>
          <p:spPr>
            <a:xfrm>
              <a:off x="3750730"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 name="Rectangle 142"/>
            <p:cNvSpPr/>
            <p:nvPr/>
          </p:nvSpPr>
          <p:spPr>
            <a:xfrm>
              <a:off x="3750730"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Rectangle 143"/>
            <p:cNvSpPr/>
            <p:nvPr/>
          </p:nvSpPr>
          <p:spPr>
            <a:xfrm>
              <a:off x="3750730"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Rectangle 144"/>
            <p:cNvSpPr/>
            <p:nvPr/>
          </p:nvSpPr>
          <p:spPr>
            <a:xfrm>
              <a:off x="3750730"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Rectangle 145"/>
            <p:cNvSpPr/>
            <p:nvPr/>
          </p:nvSpPr>
          <p:spPr>
            <a:xfrm>
              <a:off x="3750730"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Rectangle 146"/>
            <p:cNvSpPr/>
            <p:nvPr/>
          </p:nvSpPr>
          <p:spPr>
            <a:xfrm>
              <a:off x="3750730"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273"/>
          <p:cNvGrpSpPr/>
          <p:nvPr/>
        </p:nvGrpSpPr>
        <p:grpSpPr>
          <a:xfrm>
            <a:off x="4550895" y="1815445"/>
            <a:ext cx="1676400" cy="1706880"/>
            <a:chOff x="2514600" y="1743710"/>
            <a:chExt cx="1676400" cy="1706880"/>
          </a:xfrm>
        </p:grpSpPr>
        <p:sp>
          <p:nvSpPr>
            <p:cNvPr id="149" name="Rectangle 148"/>
            <p:cNvSpPr/>
            <p:nvPr/>
          </p:nvSpPr>
          <p:spPr>
            <a:xfrm>
              <a:off x="2514600"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Rectangle 149"/>
            <p:cNvSpPr/>
            <p:nvPr/>
          </p:nvSpPr>
          <p:spPr>
            <a:xfrm>
              <a:off x="2514600"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Rectangle 150"/>
            <p:cNvSpPr/>
            <p:nvPr/>
          </p:nvSpPr>
          <p:spPr>
            <a:xfrm>
              <a:off x="2514600"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p:cNvSpPr/>
            <p:nvPr/>
          </p:nvSpPr>
          <p:spPr>
            <a:xfrm>
              <a:off x="2514600"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Rectangle 152"/>
            <p:cNvSpPr/>
            <p:nvPr/>
          </p:nvSpPr>
          <p:spPr>
            <a:xfrm>
              <a:off x="2514600"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Rectangle 153"/>
            <p:cNvSpPr/>
            <p:nvPr/>
          </p:nvSpPr>
          <p:spPr>
            <a:xfrm>
              <a:off x="2514600"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Rectangle 154"/>
            <p:cNvSpPr/>
            <p:nvPr/>
          </p:nvSpPr>
          <p:spPr>
            <a:xfrm>
              <a:off x="2514600"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6" name="Rectangle 155"/>
            <p:cNvSpPr/>
            <p:nvPr/>
          </p:nvSpPr>
          <p:spPr>
            <a:xfrm>
              <a:off x="2514600"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Rectangle 156"/>
            <p:cNvSpPr/>
            <p:nvPr/>
          </p:nvSpPr>
          <p:spPr>
            <a:xfrm>
              <a:off x="2514600"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Rectangle 157"/>
            <p:cNvSpPr/>
            <p:nvPr/>
          </p:nvSpPr>
          <p:spPr>
            <a:xfrm>
              <a:off x="2514600"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9" name="Rectangle 158"/>
            <p:cNvSpPr/>
            <p:nvPr/>
          </p:nvSpPr>
          <p:spPr>
            <a:xfrm>
              <a:off x="2683933"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Rectangle 159"/>
            <p:cNvSpPr/>
            <p:nvPr/>
          </p:nvSpPr>
          <p:spPr>
            <a:xfrm>
              <a:off x="2683933"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Rectangle 160"/>
            <p:cNvSpPr/>
            <p:nvPr/>
          </p:nvSpPr>
          <p:spPr>
            <a:xfrm>
              <a:off x="2683933"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2" name="Rectangle 161"/>
            <p:cNvSpPr/>
            <p:nvPr/>
          </p:nvSpPr>
          <p:spPr>
            <a:xfrm>
              <a:off x="2683933"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3" name="Rectangle 162"/>
            <p:cNvSpPr/>
            <p:nvPr/>
          </p:nvSpPr>
          <p:spPr>
            <a:xfrm>
              <a:off x="2683933"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4" name="Rectangle 163"/>
            <p:cNvSpPr/>
            <p:nvPr/>
          </p:nvSpPr>
          <p:spPr>
            <a:xfrm>
              <a:off x="2683933"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2683933"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Rectangle 165"/>
            <p:cNvSpPr/>
            <p:nvPr/>
          </p:nvSpPr>
          <p:spPr>
            <a:xfrm>
              <a:off x="2683933"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Rectangle 166"/>
            <p:cNvSpPr/>
            <p:nvPr/>
          </p:nvSpPr>
          <p:spPr>
            <a:xfrm>
              <a:off x="2683933"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Rectangle 167"/>
            <p:cNvSpPr/>
            <p:nvPr/>
          </p:nvSpPr>
          <p:spPr>
            <a:xfrm>
              <a:off x="2683933"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Rectangle 168"/>
            <p:cNvSpPr/>
            <p:nvPr/>
          </p:nvSpPr>
          <p:spPr>
            <a:xfrm>
              <a:off x="2853266"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ectangle 169"/>
            <p:cNvSpPr/>
            <p:nvPr/>
          </p:nvSpPr>
          <p:spPr>
            <a:xfrm>
              <a:off x="2853266"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ectangle 170"/>
            <p:cNvSpPr/>
            <p:nvPr/>
          </p:nvSpPr>
          <p:spPr>
            <a:xfrm>
              <a:off x="2853266"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Rectangle 171"/>
            <p:cNvSpPr/>
            <p:nvPr/>
          </p:nvSpPr>
          <p:spPr>
            <a:xfrm>
              <a:off x="2853266"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Rectangle 172"/>
            <p:cNvSpPr/>
            <p:nvPr/>
          </p:nvSpPr>
          <p:spPr>
            <a:xfrm>
              <a:off x="2853266"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4" name="Rectangle 173"/>
            <p:cNvSpPr/>
            <p:nvPr/>
          </p:nvSpPr>
          <p:spPr>
            <a:xfrm>
              <a:off x="2853266"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Rectangle 174"/>
            <p:cNvSpPr/>
            <p:nvPr/>
          </p:nvSpPr>
          <p:spPr>
            <a:xfrm>
              <a:off x="2853266"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Rectangle 175"/>
            <p:cNvSpPr/>
            <p:nvPr/>
          </p:nvSpPr>
          <p:spPr>
            <a:xfrm>
              <a:off x="2853266"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2853266"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Rectangle 177"/>
            <p:cNvSpPr/>
            <p:nvPr/>
          </p:nvSpPr>
          <p:spPr>
            <a:xfrm>
              <a:off x="2853266"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Rectangle 178"/>
            <p:cNvSpPr/>
            <p:nvPr/>
          </p:nvSpPr>
          <p:spPr>
            <a:xfrm>
              <a:off x="3022599"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ectangle 179"/>
            <p:cNvSpPr/>
            <p:nvPr/>
          </p:nvSpPr>
          <p:spPr>
            <a:xfrm>
              <a:off x="3022599"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Rectangle 180"/>
            <p:cNvSpPr/>
            <p:nvPr/>
          </p:nvSpPr>
          <p:spPr>
            <a:xfrm>
              <a:off x="3022599"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2" name="Rectangle 181"/>
            <p:cNvSpPr/>
            <p:nvPr/>
          </p:nvSpPr>
          <p:spPr>
            <a:xfrm>
              <a:off x="3022599"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Rectangle 182"/>
            <p:cNvSpPr/>
            <p:nvPr/>
          </p:nvSpPr>
          <p:spPr>
            <a:xfrm>
              <a:off x="3022599"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4" name="Rectangle 183"/>
            <p:cNvSpPr/>
            <p:nvPr/>
          </p:nvSpPr>
          <p:spPr>
            <a:xfrm>
              <a:off x="3022599"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5" name="Rectangle 184"/>
            <p:cNvSpPr/>
            <p:nvPr/>
          </p:nvSpPr>
          <p:spPr>
            <a:xfrm>
              <a:off x="3022599"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Rectangle 185"/>
            <p:cNvSpPr/>
            <p:nvPr/>
          </p:nvSpPr>
          <p:spPr>
            <a:xfrm>
              <a:off x="3022599"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7" name="Rectangle 186"/>
            <p:cNvSpPr/>
            <p:nvPr/>
          </p:nvSpPr>
          <p:spPr>
            <a:xfrm>
              <a:off x="3022599"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8" name="Rectangle 187"/>
            <p:cNvSpPr/>
            <p:nvPr/>
          </p:nvSpPr>
          <p:spPr>
            <a:xfrm>
              <a:off x="3022599"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9" name="Rectangle 188"/>
            <p:cNvSpPr/>
            <p:nvPr/>
          </p:nvSpPr>
          <p:spPr>
            <a:xfrm>
              <a:off x="3191932"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ectangle 189"/>
            <p:cNvSpPr/>
            <p:nvPr/>
          </p:nvSpPr>
          <p:spPr>
            <a:xfrm>
              <a:off x="3191932"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ectangle 190"/>
            <p:cNvSpPr/>
            <p:nvPr/>
          </p:nvSpPr>
          <p:spPr>
            <a:xfrm>
              <a:off x="3191932"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2" name="Rectangle 191"/>
            <p:cNvSpPr/>
            <p:nvPr/>
          </p:nvSpPr>
          <p:spPr>
            <a:xfrm>
              <a:off x="3191932"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3" name="Rectangle 192"/>
            <p:cNvSpPr/>
            <p:nvPr/>
          </p:nvSpPr>
          <p:spPr>
            <a:xfrm>
              <a:off x="3191932"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4" name="Rectangle 193"/>
            <p:cNvSpPr/>
            <p:nvPr/>
          </p:nvSpPr>
          <p:spPr>
            <a:xfrm>
              <a:off x="3191932"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5" name="Rectangle 194"/>
            <p:cNvSpPr/>
            <p:nvPr/>
          </p:nvSpPr>
          <p:spPr>
            <a:xfrm>
              <a:off x="3191932"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6" name="Rectangle 195"/>
            <p:cNvSpPr/>
            <p:nvPr/>
          </p:nvSpPr>
          <p:spPr>
            <a:xfrm>
              <a:off x="3191932"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Rectangle 196"/>
            <p:cNvSpPr/>
            <p:nvPr/>
          </p:nvSpPr>
          <p:spPr>
            <a:xfrm>
              <a:off x="3191932"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8" name="Rectangle 197"/>
            <p:cNvSpPr/>
            <p:nvPr/>
          </p:nvSpPr>
          <p:spPr>
            <a:xfrm>
              <a:off x="3191932"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9" name="Rectangle 198"/>
            <p:cNvSpPr/>
            <p:nvPr/>
          </p:nvSpPr>
          <p:spPr>
            <a:xfrm>
              <a:off x="3361265"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0" name="Rectangle 199"/>
            <p:cNvSpPr/>
            <p:nvPr/>
          </p:nvSpPr>
          <p:spPr>
            <a:xfrm>
              <a:off x="3361265"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Rectangle 200"/>
            <p:cNvSpPr/>
            <p:nvPr/>
          </p:nvSpPr>
          <p:spPr>
            <a:xfrm>
              <a:off x="3361265"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Rectangle 201"/>
            <p:cNvSpPr/>
            <p:nvPr/>
          </p:nvSpPr>
          <p:spPr>
            <a:xfrm>
              <a:off x="3361265"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Rectangle 202"/>
            <p:cNvSpPr/>
            <p:nvPr/>
          </p:nvSpPr>
          <p:spPr>
            <a:xfrm>
              <a:off x="3361265"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3361265"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Rectangle 204"/>
            <p:cNvSpPr/>
            <p:nvPr/>
          </p:nvSpPr>
          <p:spPr>
            <a:xfrm>
              <a:off x="3361265"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Rectangle 205"/>
            <p:cNvSpPr/>
            <p:nvPr/>
          </p:nvSpPr>
          <p:spPr>
            <a:xfrm>
              <a:off x="3361265"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3361265"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8" name="Rectangle 207"/>
            <p:cNvSpPr/>
            <p:nvPr/>
          </p:nvSpPr>
          <p:spPr>
            <a:xfrm>
              <a:off x="3361265"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Rectangle 208"/>
            <p:cNvSpPr/>
            <p:nvPr/>
          </p:nvSpPr>
          <p:spPr>
            <a:xfrm>
              <a:off x="3530598"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0" name="Rectangle 209"/>
            <p:cNvSpPr/>
            <p:nvPr/>
          </p:nvSpPr>
          <p:spPr>
            <a:xfrm>
              <a:off x="3530598"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ectangle 210"/>
            <p:cNvSpPr/>
            <p:nvPr/>
          </p:nvSpPr>
          <p:spPr>
            <a:xfrm>
              <a:off x="3530598"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ectangle 211"/>
            <p:cNvSpPr/>
            <p:nvPr/>
          </p:nvSpPr>
          <p:spPr>
            <a:xfrm>
              <a:off x="3530598"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ectangle 212"/>
            <p:cNvSpPr/>
            <p:nvPr/>
          </p:nvSpPr>
          <p:spPr>
            <a:xfrm>
              <a:off x="3530598"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3530598"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ectangle 214"/>
            <p:cNvSpPr/>
            <p:nvPr/>
          </p:nvSpPr>
          <p:spPr>
            <a:xfrm>
              <a:off x="3530598"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Rectangle 215"/>
            <p:cNvSpPr/>
            <p:nvPr/>
          </p:nvSpPr>
          <p:spPr>
            <a:xfrm>
              <a:off x="3530598"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Rectangle 216"/>
            <p:cNvSpPr/>
            <p:nvPr/>
          </p:nvSpPr>
          <p:spPr>
            <a:xfrm>
              <a:off x="3530598"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8" name="Rectangle 217"/>
            <p:cNvSpPr/>
            <p:nvPr/>
          </p:nvSpPr>
          <p:spPr>
            <a:xfrm>
              <a:off x="3530598"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3699931"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ectangle 219"/>
            <p:cNvSpPr/>
            <p:nvPr/>
          </p:nvSpPr>
          <p:spPr>
            <a:xfrm>
              <a:off x="3699931"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Rectangle 220"/>
            <p:cNvSpPr/>
            <p:nvPr/>
          </p:nvSpPr>
          <p:spPr>
            <a:xfrm>
              <a:off x="3699931"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2" name="Rectangle 221"/>
            <p:cNvSpPr/>
            <p:nvPr/>
          </p:nvSpPr>
          <p:spPr>
            <a:xfrm>
              <a:off x="3699931"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Rectangle 222"/>
            <p:cNvSpPr/>
            <p:nvPr/>
          </p:nvSpPr>
          <p:spPr>
            <a:xfrm>
              <a:off x="3699931"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Rectangle 223"/>
            <p:cNvSpPr/>
            <p:nvPr/>
          </p:nvSpPr>
          <p:spPr>
            <a:xfrm>
              <a:off x="3699931"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Rectangle 224"/>
            <p:cNvSpPr/>
            <p:nvPr/>
          </p:nvSpPr>
          <p:spPr>
            <a:xfrm>
              <a:off x="3699931"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6" name="Rectangle 225"/>
            <p:cNvSpPr/>
            <p:nvPr/>
          </p:nvSpPr>
          <p:spPr>
            <a:xfrm>
              <a:off x="3699931"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Rectangle 226"/>
            <p:cNvSpPr/>
            <p:nvPr/>
          </p:nvSpPr>
          <p:spPr>
            <a:xfrm>
              <a:off x="3699931"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8" name="Rectangle 227"/>
            <p:cNvSpPr/>
            <p:nvPr/>
          </p:nvSpPr>
          <p:spPr>
            <a:xfrm>
              <a:off x="3699931"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ectangle 228"/>
            <p:cNvSpPr/>
            <p:nvPr/>
          </p:nvSpPr>
          <p:spPr>
            <a:xfrm>
              <a:off x="3869264"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Rectangle 229"/>
            <p:cNvSpPr/>
            <p:nvPr/>
          </p:nvSpPr>
          <p:spPr>
            <a:xfrm>
              <a:off x="3869264"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1" name="Rectangle 230"/>
            <p:cNvSpPr/>
            <p:nvPr/>
          </p:nvSpPr>
          <p:spPr>
            <a:xfrm>
              <a:off x="3869264"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2" name="Rectangle 231"/>
            <p:cNvSpPr/>
            <p:nvPr/>
          </p:nvSpPr>
          <p:spPr>
            <a:xfrm>
              <a:off x="3869264"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3" name="Rectangle 232"/>
            <p:cNvSpPr/>
            <p:nvPr/>
          </p:nvSpPr>
          <p:spPr>
            <a:xfrm>
              <a:off x="3869264"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4" name="Rectangle 233"/>
            <p:cNvSpPr/>
            <p:nvPr/>
          </p:nvSpPr>
          <p:spPr>
            <a:xfrm>
              <a:off x="3869264"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5" name="Rectangle 234"/>
            <p:cNvSpPr/>
            <p:nvPr/>
          </p:nvSpPr>
          <p:spPr>
            <a:xfrm>
              <a:off x="3869264"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6" name="Rectangle 235"/>
            <p:cNvSpPr/>
            <p:nvPr/>
          </p:nvSpPr>
          <p:spPr>
            <a:xfrm>
              <a:off x="3869264"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7" name="Rectangle 236"/>
            <p:cNvSpPr/>
            <p:nvPr/>
          </p:nvSpPr>
          <p:spPr>
            <a:xfrm>
              <a:off x="3869264"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8" name="Rectangle 237"/>
            <p:cNvSpPr/>
            <p:nvPr/>
          </p:nvSpPr>
          <p:spPr>
            <a:xfrm>
              <a:off x="3869264"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9" name="Rectangle 238"/>
            <p:cNvSpPr/>
            <p:nvPr/>
          </p:nvSpPr>
          <p:spPr>
            <a:xfrm>
              <a:off x="4038600"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0" name="Rectangle 239"/>
            <p:cNvSpPr/>
            <p:nvPr/>
          </p:nvSpPr>
          <p:spPr>
            <a:xfrm>
              <a:off x="4038600"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1" name="Rectangle 240"/>
            <p:cNvSpPr/>
            <p:nvPr/>
          </p:nvSpPr>
          <p:spPr>
            <a:xfrm>
              <a:off x="4038600"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2" name="Rectangle 241"/>
            <p:cNvSpPr/>
            <p:nvPr/>
          </p:nvSpPr>
          <p:spPr>
            <a:xfrm>
              <a:off x="4038600"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3" name="Rectangle 242"/>
            <p:cNvSpPr/>
            <p:nvPr/>
          </p:nvSpPr>
          <p:spPr>
            <a:xfrm>
              <a:off x="4038600"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4" name="Rectangle 243"/>
            <p:cNvSpPr/>
            <p:nvPr/>
          </p:nvSpPr>
          <p:spPr>
            <a:xfrm>
              <a:off x="4038600"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5" name="Rectangle 244"/>
            <p:cNvSpPr/>
            <p:nvPr/>
          </p:nvSpPr>
          <p:spPr>
            <a:xfrm>
              <a:off x="4038600"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6" name="Rectangle 245"/>
            <p:cNvSpPr/>
            <p:nvPr/>
          </p:nvSpPr>
          <p:spPr>
            <a:xfrm>
              <a:off x="4038600"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7" name="Rectangle 246"/>
            <p:cNvSpPr/>
            <p:nvPr/>
          </p:nvSpPr>
          <p:spPr>
            <a:xfrm>
              <a:off x="4038600"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8" name="Rectangle 247"/>
            <p:cNvSpPr/>
            <p:nvPr/>
          </p:nvSpPr>
          <p:spPr>
            <a:xfrm>
              <a:off x="4038600"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484"/>
          <p:cNvGrpSpPr/>
          <p:nvPr/>
        </p:nvGrpSpPr>
        <p:grpSpPr>
          <a:xfrm>
            <a:off x="2352668" y="3643610"/>
            <a:ext cx="1996440" cy="709315"/>
            <a:chOff x="518160" y="3409950"/>
            <a:chExt cx="1996440" cy="709315"/>
          </a:xfrm>
        </p:grpSpPr>
        <p:sp>
          <p:nvSpPr>
            <p:cNvPr id="250" name="TextBox 249"/>
            <p:cNvSpPr txBox="1"/>
            <p:nvPr/>
          </p:nvSpPr>
          <p:spPr>
            <a:xfrm>
              <a:off x="518160" y="3657600"/>
              <a:ext cx="199644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251" name="TextBox 250"/>
            <p:cNvSpPr txBox="1"/>
            <p:nvPr/>
          </p:nvSpPr>
          <p:spPr>
            <a:xfrm>
              <a:off x="745127" y="3409950"/>
              <a:ext cx="1542506" cy="215444"/>
            </a:xfrm>
            <a:prstGeom prst="rect">
              <a:avLst/>
            </a:prstGeom>
            <a:noFill/>
          </p:spPr>
          <p:txBody>
            <a:bodyPr wrap="square" lIns="0" tIns="0" rIns="0" bIns="0" rtlCol="0" anchor="t">
              <a:spAutoFit/>
            </a:bodyPr>
            <a:lstStyle/>
            <a:p>
              <a:pPr algn="ctr"/>
              <a:r>
                <a:rPr lang="en-US" sz="1400" b="1" dirty="0">
                  <a:solidFill>
                    <a:schemeClr val="tx1">
                      <a:lumMod val="50000"/>
                      <a:lumOff val="50000"/>
                    </a:schemeClr>
                  </a:solidFill>
                </a:rPr>
                <a:t>Description Here</a:t>
              </a:r>
            </a:p>
          </p:txBody>
        </p:sp>
      </p:grpSp>
      <p:sp>
        <p:nvSpPr>
          <p:cNvPr id="252" name="Rectangle 251"/>
          <p:cNvSpPr/>
          <p:nvPr/>
        </p:nvSpPr>
        <p:spPr>
          <a:xfrm>
            <a:off x="2499138" y="1212375"/>
            <a:ext cx="923330" cy="553998"/>
          </a:xfrm>
          <a:prstGeom prst="rect">
            <a:avLst/>
          </a:prstGeom>
        </p:spPr>
        <p:txBody>
          <a:bodyPr wrap="none" lIns="0" tIns="0" rIns="0" bIns="0">
            <a:spAutoFit/>
          </a:bodyPr>
          <a:lstStyle/>
          <a:p>
            <a:r>
              <a:rPr lang="en-US" sz="3600" b="1" dirty="0">
                <a:solidFill>
                  <a:schemeClr val="accent1"/>
                </a:solidFill>
              </a:rPr>
              <a:t>45%</a:t>
            </a:r>
            <a:endParaRPr lang="en-US" sz="2400" b="1" dirty="0">
              <a:solidFill>
                <a:schemeClr val="accent1"/>
              </a:solidFill>
            </a:endParaRPr>
          </a:p>
        </p:txBody>
      </p:sp>
      <p:sp>
        <p:nvSpPr>
          <p:cNvPr id="253" name="Rectangle 252"/>
          <p:cNvSpPr/>
          <p:nvPr/>
        </p:nvSpPr>
        <p:spPr>
          <a:xfrm>
            <a:off x="4550895" y="1212375"/>
            <a:ext cx="923330" cy="553998"/>
          </a:xfrm>
          <a:prstGeom prst="rect">
            <a:avLst/>
          </a:prstGeom>
        </p:spPr>
        <p:txBody>
          <a:bodyPr wrap="none" lIns="0" tIns="0" rIns="0" bIns="0">
            <a:spAutoFit/>
          </a:bodyPr>
          <a:lstStyle/>
          <a:p>
            <a:r>
              <a:rPr lang="en-US" sz="3600" b="1" dirty="0">
                <a:solidFill>
                  <a:schemeClr val="accent2"/>
                </a:solidFill>
              </a:rPr>
              <a:t>64%</a:t>
            </a:r>
            <a:endParaRPr lang="en-US" sz="2400" b="1" dirty="0">
              <a:solidFill>
                <a:schemeClr val="accent2"/>
              </a:solidFill>
            </a:endParaRPr>
          </a:p>
        </p:txBody>
      </p:sp>
      <p:grpSp>
        <p:nvGrpSpPr>
          <p:cNvPr id="9" name="Group 485"/>
          <p:cNvGrpSpPr/>
          <p:nvPr/>
        </p:nvGrpSpPr>
        <p:grpSpPr>
          <a:xfrm>
            <a:off x="4349108" y="3643610"/>
            <a:ext cx="1996440" cy="709315"/>
            <a:chOff x="518160" y="3409950"/>
            <a:chExt cx="1996440" cy="709315"/>
          </a:xfrm>
        </p:grpSpPr>
        <p:sp>
          <p:nvSpPr>
            <p:cNvPr id="255" name="TextBox 254"/>
            <p:cNvSpPr txBox="1"/>
            <p:nvPr/>
          </p:nvSpPr>
          <p:spPr>
            <a:xfrm>
              <a:off x="518160" y="3657600"/>
              <a:ext cx="199644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256" name="TextBox 255"/>
            <p:cNvSpPr txBox="1"/>
            <p:nvPr/>
          </p:nvSpPr>
          <p:spPr>
            <a:xfrm>
              <a:off x="745127" y="3409950"/>
              <a:ext cx="1542506" cy="215444"/>
            </a:xfrm>
            <a:prstGeom prst="rect">
              <a:avLst/>
            </a:prstGeom>
            <a:noFill/>
          </p:spPr>
          <p:txBody>
            <a:bodyPr wrap="square" lIns="0" tIns="0" rIns="0" bIns="0" rtlCol="0" anchor="t">
              <a:spAutoFit/>
            </a:bodyPr>
            <a:lstStyle/>
            <a:p>
              <a:pPr algn="ctr"/>
              <a:r>
                <a:rPr lang="en-US" sz="1400" b="1" dirty="0">
                  <a:solidFill>
                    <a:schemeClr val="tx1">
                      <a:lumMod val="50000"/>
                      <a:lumOff val="50000"/>
                    </a:schemeClr>
                  </a:solidFill>
                </a:rPr>
                <a:t>Description Here</a:t>
              </a:r>
            </a:p>
          </p:txBody>
        </p:sp>
      </p:grpSp>
      <p:grpSp>
        <p:nvGrpSpPr>
          <p:cNvPr id="10" name="Group 270"/>
          <p:cNvGrpSpPr/>
          <p:nvPr/>
        </p:nvGrpSpPr>
        <p:grpSpPr>
          <a:xfrm>
            <a:off x="6661862" y="2469695"/>
            <a:ext cx="1782036" cy="1782036"/>
            <a:chOff x="6661862" y="2469695"/>
            <a:chExt cx="1782036" cy="1782036"/>
          </a:xfrm>
        </p:grpSpPr>
        <p:sp>
          <p:nvSpPr>
            <p:cNvPr id="257" name="Oval 256"/>
            <p:cNvSpPr/>
            <p:nvPr/>
          </p:nvSpPr>
          <p:spPr>
            <a:xfrm>
              <a:off x="6661862" y="2469695"/>
              <a:ext cx="1782036" cy="1782036"/>
            </a:xfrm>
            <a:prstGeom prst="ellipse">
              <a:avLst/>
            </a:prstGeom>
            <a:solidFill>
              <a:schemeClr val="accent1">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grpSp>
          <p:nvGrpSpPr>
            <p:cNvPr id="11" name="Group 179"/>
            <p:cNvGrpSpPr/>
            <p:nvPr/>
          </p:nvGrpSpPr>
          <p:grpSpPr>
            <a:xfrm>
              <a:off x="7379182" y="2916167"/>
              <a:ext cx="347396" cy="889092"/>
              <a:chOff x="5054600" y="1652588"/>
              <a:chExt cx="187325" cy="479424"/>
            </a:xfrm>
            <a:solidFill>
              <a:schemeClr val="bg1"/>
            </a:solidFill>
          </p:grpSpPr>
          <p:sp>
            <p:nvSpPr>
              <p:cNvPr id="26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 name="Group 269"/>
          <p:cNvGrpSpPr/>
          <p:nvPr/>
        </p:nvGrpSpPr>
        <p:grpSpPr>
          <a:xfrm>
            <a:off x="6629400" y="1511376"/>
            <a:ext cx="1340389" cy="1340389"/>
            <a:chOff x="6338902" y="1411159"/>
            <a:chExt cx="1659487" cy="1659487"/>
          </a:xfrm>
        </p:grpSpPr>
        <p:sp>
          <p:nvSpPr>
            <p:cNvPr id="258" name="Oval 257"/>
            <p:cNvSpPr/>
            <p:nvPr/>
          </p:nvSpPr>
          <p:spPr>
            <a:xfrm>
              <a:off x="6338902" y="1411159"/>
              <a:ext cx="1659487" cy="1659487"/>
            </a:xfrm>
            <a:prstGeom prst="ellipse">
              <a:avLst/>
            </a:prstGeom>
            <a:solidFill>
              <a:schemeClr val="accent2">
                <a:alpha val="7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a:lstStyle/>
            <a:p>
              <a:endParaRPr lang="en-IN"/>
            </a:p>
          </p:txBody>
        </p:sp>
        <p:grpSp>
          <p:nvGrpSpPr>
            <p:cNvPr id="13" name="Group 184"/>
            <p:cNvGrpSpPr/>
            <p:nvPr/>
          </p:nvGrpSpPr>
          <p:grpSpPr>
            <a:xfrm>
              <a:off x="6963080" y="1799587"/>
              <a:ext cx="411130" cy="882630"/>
              <a:chOff x="6213475" y="1668463"/>
              <a:chExt cx="227013" cy="487362"/>
            </a:xfrm>
            <a:solidFill>
              <a:schemeClr val="bg1"/>
            </a:solidFill>
          </p:grpSpPr>
          <p:sp>
            <p:nvSpPr>
              <p:cNvPr id="26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73" name="Rectangle 272"/>
          <p:cNvSpPr/>
          <p:nvPr/>
        </p:nvSpPr>
        <p:spPr>
          <a:xfrm>
            <a:off x="6833247" y="2346584"/>
            <a:ext cx="341440" cy="246221"/>
          </a:xfrm>
          <a:prstGeom prst="rect">
            <a:avLst/>
          </a:prstGeom>
        </p:spPr>
        <p:txBody>
          <a:bodyPr wrap="none" lIns="0" tIns="0" rIns="0" bIns="0">
            <a:spAutoFit/>
          </a:bodyPr>
          <a:lstStyle/>
          <a:p>
            <a:r>
              <a:rPr lang="en-US" sz="1600" b="1" dirty="0">
                <a:solidFill>
                  <a:schemeClr val="bg1"/>
                </a:solidFill>
              </a:rPr>
              <a:t>45%</a:t>
            </a:r>
            <a:endParaRPr lang="en-US" sz="1100" b="1" dirty="0">
              <a:solidFill>
                <a:schemeClr val="bg1"/>
              </a:solidFill>
            </a:endParaRPr>
          </a:p>
        </p:txBody>
      </p:sp>
      <p:sp>
        <p:nvSpPr>
          <p:cNvPr id="274" name="Rectangle 273"/>
          <p:cNvSpPr/>
          <p:nvPr/>
        </p:nvSpPr>
        <p:spPr>
          <a:xfrm>
            <a:off x="7726578" y="3522325"/>
            <a:ext cx="341440" cy="246221"/>
          </a:xfrm>
          <a:prstGeom prst="rect">
            <a:avLst/>
          </a:prstGeom>
        </p:spPr>
        <p:txBody>
          <a:bodyPr wrap="none" lIns="0" tIns="0" rIns="0" bIns="0">
            <a:spAutoFit/>
          </a:bodyPr>
          <a:lstStyle/>
          <a:p>
            <a:r>
              <a:rPr lang="en-US" sz="1600" b="1" dirty="0">
                <a:solidFill>
                  <a:schemeClr val="bg1"/>
                </a:solidFill>
              </a:rPr>
              <a:t>64%</a:t>
            </a:r>
            <a:endParaRPr lang="en-US" sz="1100" b="1" dirty="0">
              <a:solidFill>
                <a:schemeClr val="bg1"/>
              </a:solidFill>
            </a:endParaRPr>
          </a:p>
        </p:txBody>
      </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500" fill="hold"/>
                                        <p:tgtEl>
                                          <p:spTgt spid="37"/>
                                        </p:tgtEl>
                                        <p:attrNameLst>
                                          <p:attrName>ppt_w</p:attrName>
                                        </p:attrNameLst>
                                      </p:cBhvr>
                                      <p:tavLst>
                                        <p:tav tm="0">
                                          <p:val>
                                            <p:fltVal val="0"/>
                                          </p:val>
                                        </p:tav>
                                        <p:tav tm="100000">
                                          <p:val>
                                            <p:strVal val="#ppt_w"/>
                                          </p:val>
                                        </p:tav>
                                      </p:tavLst>
                                    </p:anim>
                                    <p:anim calcmode="lin" valueType="num">
                                      <p:cBhvr>
                                        <p:cTn id="8" dur="500" fill="hold"/>
                                        <p:tgtEl>
                                          <p:spTgt spid="37"/>
                                        </p:tgtEl>
                                        <p:attrNameLst>
                                          <p:attrName>ppt_h</p:attrName>
                                        </p:attrNameLst>
                                      </p:cBhvr>
                                      <p:tavLst>
                                        <p:tav tm="0">
                                          <p:val>
                                            <p:fltVal val="0"/>
                                          </p:val>
                                        </p:tav>
                                        <p:tav tm="100000">
                                          <p:val>
                                            <p:strVal val="#ppt_h"/>
                                          </p:val>
                                        </p:tav>
                                      </p:tavLst>
                                    </p:anim>
                                    <p:animEffect transition="in" filter="fade">
                                      <p:cBhvr>
                                        <p:cTn id="9" dur="500"/>
                                        <p:tgtEl>
                                          <p:spTgt spid="37"/>
                                        </p:tgtEl>
                                      </p:cBhvr>
                                    </p:animEffect>
                                  </p:childTnLst>
                                </p:cTn>
                              </p:par>
                            </p:childTnLst>
                          </p:cTn>
                        </p:par>
                        <p:par>
                          <p:cTn id="10" fill="hold">
                            <p:stCondLst>
                              <p:cond delay="500"/>
                            </p:stCondLst>
                            <p:childTnLst>
                              <p:par>
                                <p:cTn id="11" presetID="12" presetClass="entr" presetSubtype="4"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slide(fromBottom)">
                                      <p:cBhvr>
                                        <p:cTn id="13" dur="500"/>
                                        <p:tgtEl>
                                          <p:spTgt spid="3"/>
                                        </p:tgtEl>
                                      </p:cBhvr>
                                    </p:animEffect>
                                  </p:childTnLst>
                                </p:cTn>
                              </p:par>
                            </p:childTnLst>
                          </p:cTn>
                        </p:par>
                        <p:par>
                          <p:cTn id="14" fill="hold">
                            <p:stCondLst>
                              <p:cond delay="1000"/>
                            </p:stCondLst>
                            <p:childTnLst>
                              <p:par>
                                <p:cTn id="15" presetID="12" presetClass="entr" presetSubtype="1"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slide(fromTop)">
                                      <p:cBhvr>
                                        <p:cTn id="17" dur="500"/>
                                        <p:tgtEl>
                                          <p:spTgt spid="5"/>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500"/>
                                        <p:tgtEl>
                                          <p:spTgt spid="6"/>
                                        </p:tgtEl>
                                      </p:cBhvr>
                                    </p:animEffect>
                                  </p:childTnLst>
                                </p:cTn>
                              </p:par>
                            </p:childTnLst>
                          </p:cTn>
                        </p:par>
                        <p:par>
                          <p:cTn id="22" fill="hold">
                            <p:stCondLst>
                              <p:cond delay="2000"/>
                            </p:stCondLst>
                            <p:childTnLst>
                              <p:par>
                                <p:cTn id="23" presetID="22" presetClass="entr" presetSubtype="4" fill="hold"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ipe(down)">
                                      <p:cBhvr>
                                        <p:cTn id="25" dur="500"/>
                                        <p:tgtEl>
                                          <p:spTgt spid="8"/>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252"/>
                                        </p:tgtEl>
                                        <p:attrNameLst>
                                          <p:attrName>style.visibility</p:attrName>
                                        </p:attrNameLst>
                                      </p:cBhvr>
                                      <p:to>
                                        <p:strVal val="visible"/>
                                      </p:to>
                                    </p:set>
                                    <p:anim calcmode="lin" valueType="num">
                                      <p:cBhvr>
                                        <p:cTn id="29" dur="500" fill="hold"/>
                                        <p:tgtEl>
                                          <p:spTgt spid="252"/>
                                        </p:tgtEl>
                                        <p:attrNameLst>
                                          <p:attrName>ppt_w</p:attrName>
                                        </p:attrNameLst>
                                      </p:cBhvr>
                                      <p:tavLst>
                                        <p:tav tm="0">
                                          <p:val>
                                            <p:fltVal val="0"/>
                                          </p:val>
                                        </p:tav>
                                        <p:tav tm="100000">
                                          <p:val>
                                            <p:strVal val="#ppt_w"/>
                                          </p:val>
                                        </p:tav>
                                      </p:tavLst>
                                    </p:anim>
                                    <p:anim calcmode="lin" valueType="num">
                                      <p:cBhvr>
                                        <p:cTn id="30" dur="500" fill="hold"/>
                                        <p:tgtEl>
                                          <p:spTgt spid="252"/>
                                        </p:tgtEl>
                                        <p:attrNameLst>
                                          <p:attrName>ppt_h</p:attrName>
                                        </p:attrNameLst>
                                      </p:cBhvr>
                                      <p:tavLst>
                                        <p:tav tm="0">
                                          <p:val>
                                            <p:fltVal val="0"/>
                                          </p:val>
                                        </p:tav>
                                        <p:tav tm="100000">
                                          <p:val>
                                            <p:strVal val="#ppt_h"/>
                                          </p:val>
                                        </p:tav>
                                      </p:tavLst>
                                    </p:anim>
                                    <p:animEffect transition="in" filter="fade">
                                      <p:cBhvr>
                                        <p:cTn id="31" dur="500"/>
                                        <p:tgtEl>
                                          <p:spTgt spid="252"/>
                                        </p:tgtEl>
                                      </p:cBhvr>
                                    </p:animEffec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wipe(down)">
                                      <p:cBhvr>
                                        <p:cTn id="35" dur="500"/>
                                        <p:tgtEl>
                                          <p:spTgt spid="7"/>
                                        </p:tgtEl>
                                      </p:cBhvr>
                                    </p:animEffect>
                                  </p:childTnLst>
                                </p:cTn>
                              </p:par>
                            </p:childTnLst>
                          </p:cTn>
                        </p:par>
                        <p:par>
                          <p:cTn id="36" fill="hold">
                            <p:stCondLst>
                              <p:cond delay="3500"/>
                            </p:stCondLst>
                            <p:childTnLst>
                              <p:par>
                                <p:cTn id="37" presetID="22"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down)">
                                      <p:cBhvr>
                                        <p:cTn id="39" dur="500"/>
                                        <p:tgtEl>
                                          <p:spTgt spid="9"/>
                                        </p:tgtEl>
                                      </p:cBhvr>
                                    </p:animEffect>
                                  </p:childTnLst>
                                </p:cTn>
                              </p:par>
                            </p:childTnLst>
                          </p:cTn>
                        </p:par>
                        <p:par>
                          <p:cTn id="40" fill="hold">
                            <p:stCondLst>
                              <p:cond delay="4000"/>
                            </p:stCondLst>
                            <p:childTnLst>
                              <p:par>
                                <p:cTn id="41" presetID="53" presetClass="entr" presetSubtype="0" fill="hold" grpId="0" nodeType="afterEffect">
                                  <p:stCondLst>
                                    <p:cond delay="0"/>
                                  </p:stCondLst>
                                  <p:childTnLst>
                                    <p:set>
                                      <p:cBhvr>
                                        <p:cTn id="42" dur="1" fill="hold">
                                          <p:stCondLst>
                                            <p:cond delay="0"/>
                                          </p:stCondLst>
                                        </p:cTn>
                                        <p:tgtEl>
                                          <p:spTgt spid="253"/>
                                        </p:tgtEl>
                                        <p:attrNameLst>
                                          <p:attrName>style.visibility</p:attrName>
                                        </p:attrNameLst>
                                      </p:cBhvr>
                                      <p:to>
                                        <p:strVal val="visible"/>
                                      </p:to>
                                    </p:set>
                                    <p:anim calcmode="lin" valueType="num">
                                      <p:cBhvr>
                                        <p:cTn id="43" dur="500" fill="hold"/>
                                        <p:tgtEl>
                                          <p:spTgt spid="253"/>
                                        </p:tgtEl>
                                        <p:attrNameLst>
                                          <p:attrName>ppt_w</p:attrName>
                                        </p:attrNameLst>
                                      </p:cBhvr>
                                      <p:tavLst>
                                        <p:tav tm="0">
                                          <p:val>
                                            <p:fltVal val="0"/>
                                          </p:val>
                                        </p:tav>
                                        <p:tav tm="100000">
                                          <p:val>
                                            <p:strVal val="#ppt_w"/>
                                          </p:val>
                                        </p:tav>
                                      </p:tavLst>
                                    </p:anim>
                                    <p:anim calcmode="lin" valueType="num">
                                      <p:cBhvr>
                                        <p:cTn id="44" dur="500" fill="hold"/>
                                        <p:tgtEl>
                                          <p:spTgt spid="253"/>
                                        </p:tgtEl>
                                        <p:attrNameLst>
                                          <p:attrName>ppt_h</p:attrName>
                                        </p:attrNameLst>
                                      </p:cBhvr>
                                      <p:tavLst>
                                        <p:tav tm="0">
                                          <p:val>
                                            <p:fltVal val="0"/>
                                          </p:val>
                                        </p:tav>
                                        <p:tav tm="100000">
                                          <p:val>
                                            <p:strVal val="#ppt_h"/>
                                          </p:val>
                                        </p:tav>
                                      </p:tavLst>
                                    </p:anim>
                                    <p:animEffect transition="in" filter="fade">
                                      <p:cBhvr>
                                        <p:cTn id="45" dur="500"/>
                                        <p:tgtEl>
                                          <p:spTgt spid="253"/>
                                        </p:tgtEl>
                                      </p:cBhvr>
                                    </p:animEffect>
                                  </p:childTnLst>
                                </p:cTn>
                              </p:par>
                            </p:childTnLst>
                          </p:cTn>
                        </p:par>
                        <p:par>
                          <p:cTn id="46" fill="hold">
                            <p:stCondLst>
                              <p:cond delay="4500"/>
                            </p:stCondLst>
                            <p:childTnLst>
                              <p:par>
                                <p:cTn id="47" presetID="53" presetClass="entr" presetSubtype="0" fill="hold" nodeType="after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p:cTn id="49" dur="500" fill="hold"/>
                                        <p:tgtEl>
                                          <p:spTgt spid="12"/>
                                        </p:tgtEl>
                                        <p:attrNameLst>
                                          <p:attrName>ppt_w</p:attrName>
                                        </p:attrNameLst>
                                      </p:cBhvr>
                                      <p:tavLst>
                                        <p:tav tm="0">
                                          <p:val>
                                            <p:fltVal val="0"/>
                                          </p:val>
                                        </p:tav>
                                        <p:tav tm="100000">
                                          <p:val>
                                            <p:strVal val="#ppt_w"/>
                                          </p:val>
                                        </p:tav>
                                      </p:tavLst>
                                    </p:anim>
                                    <p:anim calcmode="lin" valueType="num">
                                      <p:cBhvr>
                                        <p:cTn id="50" dur="500" fill="hold"/>
                                        <p:tgtEl>
                                          <p:spTgt spid="12"/>
                                        </p:tgtEl>
                                        <p:attrNameLst>
                                          <p:attrName>ppt_h</p:attrName>
                                        </p:attrNameLst>
                                      </p:cBhvr>
                                      <p:tavLst>
                                        <p:tav tm="0">
                                          <p:val>
                                            <p:fltVal val="0"/>
                                          </p:val>
                                        </p:tav>
                                        <p:tav tm="100000">
                                          <p:val>
                                            <p:strVal val="#ppt_h"/>
                                          </p:val>
                                        </p:tav>
                                      </p:tavLst>
                                    </p:anim>
                                    <p:animEffect transition="in" filter="fade">
                                      <p:cBhvr>
                                        <p:cTn id="51" dur="500"/>
                                        <p:tgtEl>
                                          <p:spTgt spid="12"/>
                                        </p:tgtEl>
                                      </p:cBhvr>
                                    </p:animEffect>
                                  </p:childTnLst>
                                </p:cTn>
                              </p:par>
                            </p:childTnLst>
                          </p:cTn>
                        </p:par>
                        <p:par>
                          <p:cTn id="52" fill="hold">
                            <p:stCondLst>
                              <p:cond delay="5000"/>
                            </p:stCondLst>
                            <p:childTnLst>
                              <p:par>
                                <p:cTn id="53" presetID="53" presetClass="entr" presetSubtype="0" fill="hold" grpId="0" nodeType="afterEffect">
                                  <p:stCondLst>
                                    <p:cond delay="0"/>
                                  </p:stCondLst>
                                  <p:childTnLst>
                                    <p:set>
                                      <p:cBhvr>
                                        <p:cTn id="54" dur="1" fill="hold">
                                          <p:stCondLst>
                                            <p:cond delay="0"/>
                                          </p:stCondLst>
                                        </p:cTn>
                                        <p:tgtEl>
                                          <p:spTgt spid="273"/>
                                        </p:tgtEl>
                                        <p:attrNameLst>
                                          <p:attrName>style.visibility</p:attrName>
                                        </p:attrNameLst>
                                      </p:cBhvr>
                                      <p:to>
                                        <p:strVal val="visible"/>
                                      </p:to>
                                    </p:set>
                                    <p:anim calcmode="lin" valueType="num">
                                      <p:cBhvr>
                                        <p:cTn id="55" dur="500" fill="hold"/>
                                        <p:tgtEl>
                                          <p:spTgt spid="273"/>
                                        </p:tgtEl>
                                        <p:attrNameLst>
                                          <p:attrName>ppt_w</p:attrName>
                                        </p:attrNameLst>
                                      </p:cBhvr>
                                      <p:tavLst>
                                        <p:tav tm="0">
                                          <p:val>
                                            <p:fltVal val="0"/>
                                          </p:val>
                                        </p:tav>
                                        <p:tav tm="100000">
                                          <p:val>
                                            <p:strVal val="#ppt_w"/>
                                          </p:val>
                                        </p:tav>
                                      </p:tavLst>
                                    </p:anim>
                                    <p:anim calcmode="lin" valueType="num">
                                      <p:cBhvr>
                                        <p:cTn id="56" dur="500" fill="hold"/>
                                        <p:tgtEl>
                                          <p:spTgt spid="273"/>
                                        </p:tgtEl>
                                        <p:attrNameLst>
                                          <p:attrName>ppt_h</p:attrName>
                                        </p:attrNameLst>
                                      </p:cBhvr>
                                      <p:tavLst>
                                        <p:tav tm="0">
                                          <p:val>
                                            <p:fltVal val="0"/>
                                          </p:val>
                                        </p:tav>
                                        <p:tav tm="100000">
                                          <p:val>
                                            <p:strVal val="#ppt_h"/>
                                          </p:val>
                                        </p:tav>
                                      </p:tavLst>
                                    </p:anim>
                                    <p:animEffect transition="in" filter="fade">
                                      <p:cBhvr>
                                        <p:cTn id="57" dur="500"/>
                                        <p:tgtEl>
                                          <p:spTgt spid="273"/>
                                        </p:tgtEl>
                                      </p:cBhvr>
                                    </p:animEffect>
                                  </p:childTnLst>
                                </p:cTn>
                              </p:par>
                            </p:childTnLst>
                          </p:cTn>
                        </p:par>
                        <p:par>
                          <p:cTn id="58" fill="hold">
                            <p:stCondLst>
                              <p:cond delay="5500"/>
                            </p:stCondLst>
                            <p:childTnLst>
                              <p:par>
                                <p:cTn id="59" presetID="53" presetClass="entr" presetSubtype="0" fill="hold"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Effect transition="in" filter="fade">
                                      <p:cBhvr>
                                        <p:cTn id="63" dur="500"/>
                                        <p:tgtEl>
                                          <p:spTgt spid="10"/>
                                        </p:tgtEl>
                                      </p:cBhvr>
                                    </p:animEffect>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274"/>
                                        </p:tgtEl>
                                        <p:attrNameLst>
                                          <p:attrName>style.visibility</p:attrName>
                                        </p:attrNameLst>
                                      </p:cBhvr>
                                      <p:to>
                                        <p:strVal val="visible"/>
                                      </p:to>
                                    </p:set>
                                    <p:anim calcmode="lin" valueType="num">
                                      <p:cBhvr>
                                        <p:cTn id="67" dur="500" fill="hold"/>
                                        <p:tgtEl>
                                          <p:spTgt spid="274"/>
                                        </p:tgtEl>
                                        <p:attrNameLst>
                                          <p:attrName>ppt_w</p:attrName>
                                        </p:attrNameLst>
                                      </p:cBhvr>
                                      <p:tavLst>
                                        <p:tav tm="0">
                                          <p:val>
                                            <p:fltVal val="0"/>
                                          </p:val>
                                        </p:tav>
                                        <p:tav tm="100000">
                                          <p:val>
                                            <p:strVal val="#ppt_w"/>
                                          </p:val>
                                        </p:tav>
                                      </p:tavLst>
                                    </p:anim>
                                    <p:anim calcmode="lin" valueType="num">
                                      <p:cBhvr>
                                        <p:cTn id="68" dur="500" fill="hold"/>
                                        <p:tgtEl>
                                          <p:spTgt spid="274"/>
                                        </p:tgtEl>
                                        <p:attrNameLst>
                                          <p:attrName>ppt_h</p:attrName>
                                        </p:attrNameLst>
                                      </p:cBhvr>
                                      <p:tavLst>
                                        <p:tav tm="0">
                                          <p:val>
                                            <p:fltVal val="0"/>
                                          </p:val>
                                        </p:tav>
                                        <p:tav tm="100000">
                                          <p:val>
                                            <p:strVal val="#ppt_h"/>
                                          </p:val>
                                        </p:tav>
                                      </p:tavLst>
                                    </p:anim>
                                    <p:animEffect transition="in" filter="fade">
                                      <p:cBhvr>
                                        <p:cTn id="69" dur="500"/>
                                        <p:tgtEl>
                                          <p:spTgt spid="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52" grpId="0"/>
      <p:bldP spid="253" grpId="0"/>
      <p:bldP spid="273" grpId="0"/>
      <p:bldP spid="274"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 name="Freeform 287"/>
          <p:cNvSpPr/>
          <p:nvPr/>
        </p:nvSpPr>
        <p:spPr>
          <a:xfrm rot="10800000">
            <a:off x="5390010" y="2125496"/>
            <a:ext cx="1696590" cy="762000"/>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195993 w 1324964"/>
              <a:gd name="connsiteY7" fmla="*/ 688586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195993" y="68858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Text Placeholder 3"/>
          <p:cNvSpPr txBox="1">
            <a:spLocks/>
          </p:cNvSpPr>
          <p:nvPr/>
        </p:nvSpPr>
        <p:spPr>
          <a:xfrm>
            <a:off x="6019948" y="2321829"/>
            <a:ext cx="511358"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25%</a:t>
            </a:r>
          </a:p>
        </p:txBody>
      </p:sp>
      <p:sp>
        <p:nvSpPr>
          <p:cNvPr id="287" name="Freeform 286"/>
          <p:cNvSpPr/>
          <p:nvPr/>
        </p:nvSpPr>
        <p:spPr>
          <a:xfrm rot="10800000">
            <a:off x="5390010" y="1143000"/>
            <a:ext cx="1696590" cy="762000"/>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195993 w 1324964"/>
              <a:gd name="connsiteY7" fmla="*/ 688586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195993" y="68858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p:txBody>
          <a:bodyPr/>
          <a:lstStyle/>
          <a:p>
            <a:r>
              <a:rPr lang="en-US"/>
              <a:t>Area Chart Slide</a:t>
            </a:r>
            <a:endParaRPr lang="en-US" dirty="0"/>
          </a:p>
        </p:txBody>
      </p:sp>
      <p:sp>
        <p:nvSpPr>
          <p:cNvPr id="4" name="Text Placeholder 3"/>
          <p:cNvSpPr>
            <a:spLocks noGrp="1"/>
          </p:cNvSpPr>
          <p:nvPr>
            <p:ph type="body" sz="half" idx="2"/>
          </p:nvPr>
        </p:nvSpPr>
        <p:spPr/>
        <p:txBody>
          <a:bodyPr/>
          <a:lstStyle/>
          <a:p>
            <a:r>
              <a:rPr lang="en-US"/>
              <a:t>Area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296</a:t>
            </a:fld>
            <a:endParaRPr lang="en-US" dirty="0"/>
          </a:p>
        </p:txBody>
      </p:sp>
      <p:graphicFrame>
        <p:nvGraphicFramePr>
          <p:cNvPr id="249" name="Chart 248"/>
          <p:cNvGraphicFramePr/>
          <p:nvPr/>
        </p:nvGraphicFramePr>
        <p:xfrm>
          <a:off x="533400" y="1003299"/>
          <a:ext cx="4648200" cy="2425701"/>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Group 184"/>
          <p:cNvGrpSpPr/>
          <p:nvPr/>
        </p:nvGrpSpPr>
        <p:grpSpPr>
          <a:xfrm>
            <a:off x="5513146" y="1238988"/>
            <a:ext cx="265516" cy="570022"/>
            <a:chOff x="6213475" y="1668463"/>
            <a:chExt cx="227013" cy="487362"/>
          </a:xfrm>
          <a:solidFill>
            <a:schemeClr val="bg1"/>
          </a:solidFill>
        </p:grpSpPr>
        <p:sp>
          <p:nvSpPr>
            <p:cNvPr id="279"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81" name="Text Placeholder 3"/>
          <p:cNvSpPr txBox="1">
            <a:spLocks/>
          </p:cNvSpPr>
          <p:nvPr/>
        </p:nvSpPr>
        <p:spPr>
          <a:xfrm>
            <a:off x="6019948" y="1339333"/>
            <a:ext cx="511358"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75%</a:t>
            </a:r>
          </a:p>
        </p:txBody>
      </p:sp>
      <p:grpSp>
        <p:nvGrpSpPr>
          <p:cNvPr id="5" name="Group 179"/>
          <p:cNvGrpSpPr/>
          <p:nvPr/>
        </p:nvGrpSpPr>
        <p:grpSpPr>
          <a:xfrm>
            <a:off x="5533757" y="2219478"/>
            <a:ext cx="224294" cy="574034"/>
            <a:chOff x="5054600" y="1652588"/>
            <a:chExt cx="187325" cy="479424"/>
          </a:xfrm>
          <a:solidFill>
            <a:schemeClr val="bg1"/>
          </a:solidFill>
        </p:grpSpPr>
        <p:sp>
          <p:nvSpPr>
            <p:cNvPr id="27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89" name="Text Placeholder 3"/>
          <p:cNvSpPr txBox="1">
            <a:spLocks/>
          </p:cNvSpPr>
          <p:nvPr/>
        </p:nvSpPr>
        <p:spPr>
          <a:xfrm>
            <a:off x="7127136" y="1292362"/>
            <a:ext cx="1346523"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tx1">
                    <a:lumMod val="50000"/>
                    <a:lumOff val="50000"/>
                  </a:schemeClr>
                </a:solidFill>
                <a:effectLst/>
                <a:uLnTx/>
                <a:uFillTx/>
                <a:latin typeface="+mn-lt"/>
                <a:ea typeface="+mn-ea"/>
                <a:cs typeface="+mn-cs"/>
              </a:rPr>
              <a:t>459,769K</a:t>
            </a:r>
            <a:endPar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290" name="Text Placeholder 3"/>
          <p:cNvSpPr txBox="1">
            <a:spLocks/>
          </p:cNvSpPr>
          <p:nvPr/>
        </p:nvSpPr>
        <p:spPr>
          <a:xfrm>
            <a:off x="7127136" y="2290500"/>
            <a:ext cx="1346523"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700,769K</a:t>
            </a:r>
            <a:endPar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grpSp>
        <p:nvGrpSpPr>
          <p:cNvPr id="6" name="Group 30"/>
          <p:cNvGrpSpPr/>
          <p:nvPr/>
        </p:nvGrpSpPr>
        <p:grpSpPr>
          <a:xfrm>
            <a:off x="1047650" y="3523121"/>
            <a:ext cx="3535811" cy="484970"/>
            <a:chOff x="1270277" y="1241608"/>
            <a:chExt cx="3535811" cy="484970"/>
          </a:xfrm>
        </p:grpSpPr>
        <p:sp>
          <p:nvSpPr>
            <p:cNvPr id="292" name="Text Placeholder 3"/>
            <p:cNvSpPr txBox="1">
              <a:spLocks/>
            </p:cNvSpPr>
            <p:nvPr/>
          </p:nvSpPr>
          <p:spPr>
            <a:xfrm>
              <a:off x="1270277" y="1241608"/>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1"/>
                  </a:solidFill>
                  <a:effectLst/>
                  <a:uLnTx/>
                  <a:uFillTx/>
                  <a:latin typeface="+mj-lt"/>
                  <a:ea typeface="+mn-ea"/>
                  <a:cs typeface="+mn-cs"/>
                </a:rPr>
                <a:t>Title Goes Here</a:t>
              </a:r>
            </a:p>
          </p:txBody>
        </p:sp>
        <p:sp>
          <p:nvSpPr>
            <p:cNvPr id="293" name="Text Placeholder 3"/>
            <p:cNvSpPr txBox="1">
              <a:spLocks/>
            </p:cNvSpPr>
            <p:nvPr/>
          </p:nvSpPr>
          <p:spPr>
            <a:xfrm>
              <a:off x="1270277" y="1418801"/>
              <a:ext cx="3535811"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303" name="Freeform 45"/>
          <p:cNvSpPr>
            <a:spLocks noEditPoints="1"/>
          </p:cNvSpPr>
          <p:nvPr/>
        </p:nvSpPr>
        <p:spPr bwMode="auto">
          <a:xfrm>
            <a:off x="659334" y="368161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 name="Group 30"/>
          <p:cNvGrpSpPr/>
          <p:nvPr/>
        </p:nvGrpSpPr>
        <p:grpSpPr>
          <a:xfrm>
            <a:off x="1047650" y="4114800"/>
            <a:ext cx="3535811" cy="484970"/>
            <a:chOff x="1270277" y="1241608"/>
            <a:chExt cx="3535811" cy="484970"/>
          </a:xfrm>
        </p:grpSpPr>
        <p:sp>
          <p:nvSpPr>
            <p:cNvPr id="312" name="Text Placeholder 3"/>
            <p:cNvSpPr txBox="1">
              <a:spLocks/>
            </p:cNvSpPr>
            <p:nvPr/>
          </p:nvSpPr>
          <p:spPr>
            <a:xfrm>
              <a:off x="1270277" y="1241608"/>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2"/>
                  </a:solidFill>
                  <a:effectLst/>
                  <a:uLnTx/>
                  <a:uFillTx/>
                  <a:latin typeface="+mj-lt"/>
                  <a:ea typeface="+mn-ea"/>
                  <a:cs typeface="+mn-cs"/>
                </a:rPr>
                <a:t>Title Goes Here</a:t>
              </a:r>
            </a:p>
          </p:txBody>
        </p:sp>
        <p:sp>
          <p:nvSpPr>
            <p:cNvPr id="313" name="Text Placeholder 3"/>
            <p:cNvSpPr txBox="1">
              <a:spLocks/>
            </p:cNvSpPr>
            <p:nvPr/>
          </p:nvSpPr>
          <p:spPr>
            <a:xfrm>
              <a:off x="1270277" y="1418801"/>
              <a:ext cx="3535811"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314" name="Freeform 45"/>
          <p:cNvSpPr>
            <a:spLocks noEditPoints="1"/>
          </p:cNvSpPr>
          <p:nvPr/>
        </p:nvSpPr>
        <p:spPr bwMode="auto">
          <a:xfrm>
            <a:off x="659334" y="427329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30"/>
          <p:cNvGrpSpPr/>
          <p:nvPr/>
        </p:nvGrpSpPr>
        <p:grpSpPr>
          <a:xfrm>
            <a:off x="5047977" y="3523121"/>
            <a:ext cx="3535811" cy="484970"/>
            <a:chOff x="1270277" y="1241608"/>
            <a:chExt cx="3535811" cy="484970"/>
          </a:xfrm>
        </p:grpSpPr>
        <p:sp>
          <p:nvSpPr>
            <p:cNvPr id="316" name="Text Placeholder 3"/>
            <p:cNvSpPr txBox="1">
              <a:spLocks/>
            </p:cNvSpPr>
            <p:nvPr/>
          </p:nvSpPr>
          <p:spPr>
            <a:xfrm>
              <a:off x="1270277" y="1241608"/>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3"/>
                  </a:solidFill>
                  <a:effectLst/>
                  <a:uLnTx/>
                  <a:uFillTx/>
                  <a:latin typeface="+mj-lt"/>
                  <a:ea typeface="+mn-ea"/>
                  <a:cs typeface="+mn-cs"/>
                </a:rPr>
                <a:t>Title Goes Here</a:t>
              </a:r>
            </a:p>
          </p:txBody>
        </p:sp>
        <p:sp>
          <p:nvSpPr>
            <p:cNvPr id="317" name="Text Placeholder 3"/>
            <p:cNvSpPr txBox="1">
              <a:spLocks/>
            </p:cNvSpPr>
            <p:nvPr/>
          </p:nvSpPr>
          <p:spPr>
            <a:xfrm>
              <a:off x="1270277" y="1418801"/>
              <a:ext cx="3535811"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318" name="Freeform 45"/>
          <p:cNvSpPr>
            <a:spLocks noEditPoints="1"/>
          </p:cNvSpPr>
          <p:nvPr/>
        </p:nvSpPr>
        <p:spPr bwMode="auto">
          <a:xfrm>
            <a:off x="4659661" y="3681619"/>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9" name="Group 30"/>
          <p:cNvGrpSpPr/>
          <p:nvPr/>
        </p:nvGrpSpPr>
        <p:grpSpPr>
          <a:xfrm>
            <a:off x="5047977" y="4114800"/>
            <a:ext cx="3535811" cy="484970"/>
            <a:chOff x="1270277" y="1241608"/>
            <a:chExt cx="3535811" cy="484970"/>
          </a:xfrm>
        </p:grpSpPr>
        <p:sp>
          <p:nvSpPr>
            <p:cNvPr id="320" name="Text Placeholder 3"/>
            <p:cNvSpPr txBox="1">
              <a:spLocks/>
            </p:cNvSpPr>
            <p:nvPr/>
          </p:nvSpPr>
          <p:spPr>
            <a:xfrm>
              <a:off x="1270277" y="1241608"/>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accent4"/>
                  </a:solidFill>
                  <a:effectLst/>
                  <a:uLnTx/>
                  <a:uFillTx/>
                  <a:latin typeface="+mj-lt"/>
                  <a:ea typeface="+mn-ea"/>
                  <a:cs typeface="+mn-cs"/>
                </a:rPr>
                <a:t>Title Goes Here</a:t>
              </a:r>
            </a:p>
          </p:txBody>
        </p:sp>
        <p:sp>
          <p:nvSpPr>
            <p:cNvPr id="321" name="Text Placeholder 3"/>
            <p:cNvSpPr txBox="1">
              <a:spLocks/>
            </p:cNvSpPr>
            <p:nvPr/>
          </p:nvSpPr>
          <p:spPr>
            <a:xfrm>
              <a:off x="1270277" y="1418801"/>
              <a:ext cx="3535811"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322" name="Freeform 45"/>
          <p:cNvSpPr>
            <a:spLocks noEditPoints="1"/>
          </p:cNvSpPr>
          <p:nvPr/>
        </p:nvSpPr>
        <p:spPr bwMode="auto">
          <a:xfrm>
            <a:off x="4659661" y="427329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249">
                                            <p:graphicEl>
                                              <a:chart seriesIdx="-3" categoryIdx="-3" bldStep="gridLegend"/>
                                            </p:graphicEl>
                                          </p:spTgt>
                                        </p:tgtEl>
                                        <p:attrNameLst>
                                          <p:attrName>style.visibility</p:attrName>
                                        </p:attrNameLst>
                                      </p:cBhvr>
                                      <p:to>
                                        <p:strVal val="visible"/>
                                      </p:to>
                                    </p:set>
                                    <p:animEffect transition="in" filter="wipe(down)">
                                      <p:cBhvr>
                                        <p:cTn id="7" dur="500"/>
                                        <p:tgtEl>
                                          <p:spTgt spid="249">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49">
                                            <p:graphicEl>
                                              <a:chart seriesIdx="0" categoryIdx="-4" bldStep="series"/>
                                            </p:graphicEl>
                                          </p:spTgt>
                                        </p:tgtEl>
                                        <p:attrNameLst>
                                          <p:attrName>style.visibility</p:attrName>
                                        </p:attrNameLst>
                                      </p:cBhvr>
                                      <p:to>
                                        <p:strVal val="visible"/>
                                      </p:to>
                                    </p:set>
                                    <p:animEffect transition="in" filter="wipe(left)">
                                      <p:cBhvr>
                                        <p:cTn id="11" dur="500"/>
                                        <p:tgtEl>
                                          <p:spTgt spid="249">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49">
                                            <p:graphicEl>
                                              <a:chart seriesIdx="1" categoryIdx="-4" bldStep="series"/>
                                            </p:graphicEl>
                                          </p:spTgt>
                                        </p:tgtEl>
                                        <p:attrNameLst>
                                          <p:attrName>style.visibility</p:attrName>
                                        </p:attrNameLst>
                                      </p:cBhvr>
                                      <p:to>
                                        <p:strVal val="visible"/>
                                      </p:to>
                                    </p:set>
                                    <p:animEffect transition="in" filter="wipe(left)">
                                      <p:cBhvr>
                                        <p:cTn id="15" dur="500"/>
                                        <p:tgtEl>
                                          <p:spTgt spid="249">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49">
                                            <p:graphicEl>
                                              <a:chart seriesIdx="2" categoryIdx="-4" bldStep="series"/>
                                            </p:graphicEl>
                                          </p:spTgt>
                                        </p:tgtEl>
                                        <p:attrNameLst>
                                          <p:attrName>style.visibility</p:attrName>
                                        </p:attrNameLst>
                                      </p:cBhvr>
                                      <p:to>
                                        <p:strVal val="visible"/>
                                      </p:to>
                                    </p:set>
                                    <p:animEffect transition="in" filter="wipe(left)">
                                      <p:cBhvr>
                                        <p:cTn id="19" dur="500"/>
                                        <p:tgtEl>
                                          <p:spTgt spid="249">
                                            <p:graphicEl>
                                              <a:chart seriesIdx="2" categoryIdx="-4" bldStep="series"/>
                                            </p:graphicEl>
                                          </p:spTgt>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49">
                                            <p:graphicEl>
                                              <a:chart seriesIdx="3" categoryIdx="-4" bldStep="series"/>
                                            </p:graphicEl>
                                          </p:spTgt>
                                        </p:tgtEl>
                                        <p:attrNameLst>
                                          <p:attrName>style.visibility</p:attrName>
                                        </p:attrNameLst>
                                      </p:cBhvr>
                                      <p:to>
                                        <p:strVal val="visible"/>
                                      </p:to>
                                    </p:set>
                                    <p:animEffect transition="in" filter="wipe(left)">
                                      <p:cBhvr>
                                        <p:cTn id="23" dur="500"/>
                                        <p:tgtEl>
                                          <p:spTgt spid="249">
                                            <p:graphicEl>
                                              <a:chart seriesIdx="3" categoryIdx="-4" bldStep="series"/>
                                            </p:graphicEl>
                                          </p:spTgt>
                                        </p:tgtEl>
                                      </p:cBhvr>
                                    </p:animEffect>
                                  </p:childTnLst>
                                </p:cTn>
                              </p:par>
                            </p:childTnLst>
                          </p:cTn>
                        </p:par>
                        <p:par>
                          <p:cTn id="24" fill="hold">
                            <p:stCondLst>
                              <p:cond delay="2500"/>
                            </p:stCondLst>
                            <p:childTnLst>
                              <p:par>
                                <p:cTn id="25" presetID="12" presetClass="entr" presetSubtype="8" fill="hold" grpId="0" nodeType="afterEffect">
                                  <p:stCondLst>
                                    <p:cond delay="0"/>
                                  </p:stCondLst>
                                  <p:childTnLst>
                                    <p:set>
                                      <p:cBhvr>
                                        <p:cTn id="26" dur="1" fill="hold">
                                          <p:stCondLst>
                                            <p:cond delay="0"/>
                                          </p:stCondLst>
                                        </p:cTn>
                                        <p:tgtEl>
                                          <p:spTgt spid="287"/>
                                        </p:tgtEl>
                                        <p:attrNameLst>
                                          <p:attrName>style.visibility</p:attrName>
                                        </p:attrNameLst>
                                      </p:cBhvr>
                                      <p:to>
                                        <p:strVal val="visible"/>
                                      </p:to>
                                    </p:set>
                                    <p:animEffect transition="in" filter="slide(fromLeft)">
                                      <p:cBhvr>
                                        <p:cTn id="27" dur="500"/>
                                        <p:tgtEl>
                                          <p:spTgt spid="287"/>
                                        </p:tgtEl>
                                      </p:cBhvr>
                                    </p:animEffect>
                                  </p:childTnLst>
                                </p:cTn>
                              </p:par>
                            </p:childTnLst>
                          </p:cTn>
                        </p:par>
                        <p:par>
                          <p:cTn id="28" fill="hold">
                            <p:stCondLst>
                              <p:cond delay="3000"/>
                            </p:stCondLst>
                            <p:childTnLst>
                              <p:par>
                                <p:cTn id="29" presetID="53" presetClass="entr" presetSubtype="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500" fill="hold"/>
                                        <p:tgtEl>
                                          <p:spTgt spid="3"/>
                                        </p:tgtEl>
                                        <p:attrNameLst>
                                          <p:attrName>ppt_w</p:attrName>
                                        </p:attrNameLst>
                                      </p:cBhvr>
                                      <p:tavLst>
                                        <p:tav tm="0">
                                          <p:val>
                                            <p:fltVal val="0"/>
                                          </p:val>
                                        </p:tav>
                                        <p:tav tm="100000">
                                          <p:val>
                                            <p:strVal val="#ppt_w"/>
                                          </p:val>
                                        </p:tav>
                                      </p:tavLst>
                                    </p:anim>
                                    <p:anim calcmode="lin" valueType="num">
                                      <p:cBhvr>
                                        <p:cTn id="32" dur="500" fill="hold"/>
                                        <p:tgtEl>
                                          <p:spTgt spid="3"/>
                                        </p:tgtEl>
                                        <p:attrNameLst>
                                          <p:attrName>ppt_h</p:attrName>
                                        </p:attrNameLst>
                                      </p:cBhvr>
                                      <p:tavLst>
                                        <p:tav tm="0">
                                          <p:val>
                                            <p:fltVal val="0"/>
                                          </p:val>
                                        </p:tav>
                                        <p:tav tm="100000">
                                          <p:val>
                                            <p:strVal val="#ppt_h"/>
                                          </p:val>
                                        </p:tav>
                                      </p:tavLst>
                                    </p:anim>
                                    <p:animEffect transition="in" filter="fade">
                                      <p:cBhvr>
                                        <p:cTn id="33" dur="500"/>
                                        <p:tgtEl>
                                          <p:spTgt spid="3"/>
                                        </p:tgtEl>
                                      </p:cBhvr>
                                    </p:animEffect>
                                  </p:childTnLst>
                                </p:cTn>
                              </p:par>
                            </p:childTnLst>
                          </p:cTn>
                        </p:par>
                        <p:par>
                          <p:cTn id="34" fill="hold">
                            <p:stCondLst>
                              <p:cond delay="3500"/>
                            </p:stCondLst>
                            <p:childTnLst>
                              <p:par>
                                <p:cTn id="35" presetID="53" presetClass="entr" presetSubtype="0" fill="hold" grpId="0" nodeType="afterEffect">
                                  <p:stCondLst>
                                    <p:cond delay="0"/>
                                  </p:stCondLst>
                                  <p:childTnLst>
                                    <p:set>
                                      <p:cBhvr>
                                        <p:cTn id="36" dur="1" fill="hold">
                                          <p:stCondLst>
                                            <p:cond delay="0"/>
                                          </p:stCondLst>
                                        </p:cTn>
                                        <p:tgtEl>
                                          <p:spTgt spid="281"/>
                                        </p:tgtEl>
                                        <p:attrNameLst>
                                          <p:attrName>style.visibility</p:attrName>
                                        </p:attrNameLst>
                                      </p:cBhvr>
                                      <p:to>
                                        <p:strVal val="visible"/>
                                      </p:to>
                                    </p:set>
                                    <p:anim calcmode="lin" valueType="num">
                                      <p:cBhvr>
                                        <p:cTn id="37" dur="500" fill="hold"/>
                                        <p:tgtEl>
                                          <p:spTgt spid="281"/>
                                        </p:tgtEl>
                                        <p:attrNameLst>
                                          <p:attrName>ppt_w</p:attrName>
                                        </p:attrNameLst>
                                      </p:cBhvr>
                                      <p:tavLst>
                                        <p:tav tm="0">
                                          <p:val>
                                            <p:fltVal val="0"/>
                                          </p:val>
                                        </p:tav>
                                        <p:tav tm="100000">
                                          <p:val>
                                            <p:strVal val="#ppt_w"/>
                                          </p:val>
                                        </p:tav>
                                      </p:tavLst>
                                    </p:anim>
                                    <p:anim calcmode="lin" valueType="num">
                                      <p:cBhvr>
                                        <p:cTn id="38" dur="500" fill="hold"/>
                                        <p:tgtEl>
                                          <p:spTgt spid="281"/>
                                        </p:tgtEl>
                                        <p:attrNameLst>
                                          <p:attrName>ppt_h</p:attrName>
                                        </p:attrNameLst>
                                      </p:cBhvr>
                                      <p:tavLst>
                                        <p:tav tm="0">
                                          <p:val>
                                            <p:fltVal val="0"/>
                                          </p:val>
                                        </p:tav>
                                        <p:tav tm="100000">
                                          <p:val>
                                            <p:strVal val="#ppt_h"/>
                                          </p:val>
                                        </p:tav>
                                      </p:tavLst>
                                    </p:anim>
                                    <p:animEffect transition="in" filter="fade">
                                      <p:cBhvr>
                                        <p:cTn id="39" dur="500"/>
                                        <p:tgtEl>
                                          <p:spTgt spid="281"/>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289"/>
                                        </p:tgtEl>
                                        <p:attrNameLst>
                                          <p:attrName>style.visibility</p:attrName>
                                        </p:attrNameLst>
                                      </p:cBhvr>
                                      <p:to>
                                        <p:strVal val="visible"/>
                                      </p:to>
                                    </p:set>
                                    <p:animEffect transition="in" filter="wipe(left)">
                                      <p:cBhvr>
                                        <p:cTn id="43" dur="500"/>
                                        <p:tgtEl>
                                          <p:spTgt spid="289"/>
                                        </p:tgtEl>
                                      </p:cBhvr>
                                    </p:animEffect>
                                  </p:childTnLst>
                                </p:cTn>
                              </p:par>
                            </p:childTnLst>
                          </p:cTn>
                        </p:par>
                        <p:par>
                          <p:cTn id="44" fill="hold">
                            <p:stCondLst>
                              <p:cond delay="4500"/>
                            </p:stCondLst>
                            <p:childTnLst>
                              <p:par>
                                <p:cTn id="45" presetID="12" presetClass="entr" presetSubtype="8" fill="hold" grpId="0" nodeType="afterEffect">
                                  <p:stCondLst>
                                    <p:cond delay="0"/>
                                  </p:stCondLst>
                                  <p:childTnLst>
                                    <p:set>
                                      <p:cBhvr>
                                        <p:cTn id="46" dur="1" fill="hold">
                                          <p:stCondLst>
                                            <p:cond delay="0"/>
                                          </p:stCondLst>
                                        </p:cTn>
                                        <p:tgtEl>
                                          <p:spTgt spid="288"/>
                                        </p:tgtEl>
                                        <p:attrNameLst>
                                          <p:attrName>style.visibility</p:attrName>
                                        </p:attrNameLst>
                                      </p:cBhvr>
                                      <p:to>
                                        <p:strVal val="visible"/>
                                      </p:to>
                                    </p:set>
                                    <p:animEffect transition="in" filter="slide(fromLeft)">
                                      <p:cBhvr>
                                        <p:cTn id="47" dur="500"/>
                                        <p:tgtEl>
                                          <p:spTgt spid="288"/>
                                        </p:tgtEl>
                                      </p:cBhvr>
                                    </p:animEffect>
                                  </p:childTnLst>
                                </p:cTn>
                              </p:par>
                            </p:childTnLst>
                          </p:cTn>
                        </p:par>
                        <p:par>
                          <p:cTn id="48" fill="hold">
                            <p:stCondLst>
                              <p:cond delay="5000"/>
                            </p:stCondLst>
                            <p:childTnLst>
                              <p:par>
                                <p:cTn id="49" presetID="53" presetClass="entr" presetSubtype="0" fill="hold" nodeType="after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p:cTn id="51" dur="500" fill="hold"/>
                                        <p:tgtEl>
                                          <p:spTgt spid="5"/>
                                        </p:tgtEl>
                                        <p:attrNameLst>
                                          <p:attrName>ppt_w</p:attrName>
                                        </p:attrNameLst>
                                      </p:cBhvr>
                                      <p:tavLst>
                                        <p:tav tm="0">
                                          <p:val>
                                            <p:fltVal val="0"/>
                                          </p:val>
                                        </p:tav>
                                        <p:tav tm="100000">
                                          <p:val>
                                            <p:strVal val="#ppt_w"/>
                                          </p:val>
                                        </p:tav>
                                      </p:tavLst>
                                    </p:anim>
                                    <p:anim calcmode="lin" valueType="num">
                                      <p:cBhvr>
                                        <p:cTn id="52" dur="500" fill="hold"/>
                                        <p:tgtEl>
                                          <p:spTgt spid="5"/>
                                        </p:tgtEl>
                                        <p:attrNameLst>
                                          <p:attrName>ppt_h</p:attrName>
                                        </p:attrNameLst>
                                      </p:cBhvr>
                                      <p:tavLst>
                                        <p:tav tm="0">
                                          <p:val>
                                            <p:fltVal val="0"/>
                                          </p:val>
                                        </p:tav>
                                        <p:tav tm="100000">
                                          <p:val>
                                            <p:strVal val="#ppt_h"/>
                                          </p:val>
                                        </p:tav>
                                      </p:tavLst>
                                    </p:anim>
                                    <p:animEffect transition="in" filter="fade">
                                      <p:cBhvr>
                                        <p:cTn id="53" dur="500"/>
                                        <p:tgtEl>
                                          <p:spTgt spid="5"/>
                                        </p:tgtEl>
                                      </p:cBhvr>
                                    </p:animEffect>
                                  </p:childTnLst>
                                </p:cTn>
                              </p:par>
                            </p:childTnLst>
                          </p:cTn>
                        </p:par>
                        <p:par>
                          <p:cTn id="54" fill="hold">
                            <p:stCondLst>
                              <p:cond delay="5500"/>
                            </p:stCondLst>
                            <p:childTnLst>
                              <p:par>
                                <p:cTn id="55" presetID="53" presetClass="entr" presetSubtype="0" fill="hold" grpId="0" nodeType="afterEffect">
                                  <p:stCondLst>
                                    <p:cond delay="0"/>
                                  </p:stCondLst>
                                  <p:childTnLst>
                                    <p:set>
                                      <p:cBhvr>
                                        <p:cTn id="56" dur="1" fill="hold">
                                          <p:stCondLst>
                                            <p:cond delay="0"/>
                                          </p:stCondLst>
                                        </p:cTn>
                                        <p:tgtEl>
                                          <p:spTgt spid="282"/>
                                        </p:tgtEl>
                                        <p:attrNameLst>
                                          <p:attrName>style.visibility</p:attrName>
                                        </p:attrNameLst>
                                      </p:cBhvr>
                                      <p:to>
                                        <p:strVal val="visible"/>
                                      </p:to>
                                    </p:set>
                                    <p:anim calcmode="lin" valueType="num">
                                      <p:cBhvr>
                                        <p:cTn id="57" dur="500" fill="hold"/>
                                        <p:tgtEl>
                                          <p:spTgt spid="282"/>
                                        </p:tgtEl>
                                        <p:attrNameLst>
                                          <p:attrName>ppt_w</p:attrName>
                                        </p:attrNameLst>
                                      </p:cBhvr>
                                      <p:tavLst>
                                        <p:tav tm="0">
                                          <p:val>
                                            <p:fltVal val="0"/>
                                          </p:val>
                                        </p:tav>
                                        <p:tav tm="100000">
                                          <p:val>
                                            <p:strVal val="#ppt_w"/>
                                          </p:val>
                                        </p:tav>
                                      </p:tavLst>
                                    </p:anim>
                                    <p:anim calcmode="lin" valueType="num">
                                      <p:cBhvr>
                                        <p:cTn id="58" dur="500" fill="hold"/>
                                        <p:tgtEl>
                                          <p:spTgt spid="282"/>
                                        </p:tgtEl>
                                        <p:attrNameLst>
                                          <p:attrName>ppt_h</p:attrName>
                                        </p:attrNameLst>
                                      </p:cBhvr>
                                      <p:tavLst>
                                        <p:tav tm="0">
                                          <p:val>
                                            <p:fltVal val="0"/>
                                          </p:val>
                                        </p:tav>
                                        <p:tav tm="100000">
                                          <p:val>
                                            <p:strVal val="#ppt_h"/>
                                          </p:val>
                                        </p:tav>
                                      </p:tavLst>
                                    </p:anim>
                                    <p:animEffect transition="in" filter="fade">
                                      <p:cBhvr>
                                        <p:cTn id="59" dur="500"/>
                                        <p:tgtEl>
                                          <p:spTgt spid="282"/>
                                        </p:tgtEl>
                                      </p:cBhvr>
                                    </p:animEffect>
                                  </p:childTnLst>
                                </p:cTn>
                              </p:par>
                            </p:childTnLst>
                          </p:cTn>
                        </p:par>
                        <p:par>
                          <p:cTn id="60" fill="hold">
                            <p:stCondLst>
                              <p:cond delay="6000"/>
                            </p:stCondLst>
                            <p:childTnLst>
                              <p:par>
                                <p:cTn id="61" presetID="22" presetClass="entr" presetSubtype="8" fill="hold" grpId="0" nodeType="afterEffect">
                                  <p:stCondLst>
                                    <p:cond delay="0"/>
                                  </p:stCondLst>
                                  <p:childTnLst>
                                    <p:set>
                                      <p:cBhvr>
                                        <p:cTn id="62" dur="1" fill="hold">
                                          <p:stCondLst>
                                            <p:cond delay="0"/>
                                          </p:stCondLst>
                                        </p:cTn>
                                        <p:tgtEl>
                                          <p:spTgt spid="290"/>
                                        </p:tgtEl>
                                        <p:attrNameLst>
                                          <p:attrName>style.visibility</p:attrName>
                                        </p:attrNameLst>
                                      </p:cBhvr>
                                      <p:to>
                                        <p:strVal val="visible"/>
                                      </p:to>
                                    </p:set>
                                    <p:animEffect transition="in" filter="wipe(left)">
                                      <p:cBhvr>
                                        <p:cTn id="63" dur="500"/>
                                        <p:tgtEl>
                                          <p:spTgt spid="290"/>
                                        </p:tgtEl>
                                      </p:cBhvr>
                                    </p:animEffect>
                                  </p:childTnLst>
                                </p:cTn>
                              </p:par>
                            </p:childTnLst>
                          </p:cTn>
                        </p:par>
                        <p:par>
                          <p:cTn id="64" fill="hold">
                            <p:stCondLst>
                              <p:cond delay="6500"/>
                            </p:stCondLst>
                            <p:childTnLst>
                              <p:par>
                                <p:cTn id="65" presetID="53" presetClass="entr" presetSubtype="0" fill="hold" grpId="0" nodeType="afterEffect">
                                  <p:stCondLst>
                                    <p:cond delay="0"/>
                                  </p:stCondLst>
                                  <p:childTnLst>
                                    <p:set>
                                      <p:cBhvr>
                                        <p:cTn id="66" dur="1" fill="hold">
                                          <p:stCondLst>
                                            <p:cond delay="0"/>
                                          </p:stCondLst>
                                        </p:cTn>
                                        <p:tgtEl>
                                          <p:spTgt spid="303"/>
                                        </p:tgtEl>
                                        <p:attrNameLst>
                                          <p:attrName>style.visibility</p:attrName>
                                        </p:attrNameLst>
                                      </p:cBhvr>
                                      <p:to>
                                        <p:strVal val="visible"/>
                                      </p:to>
                                    </p:set>
                                    <p:anim calcmode="lin" valueType="num">
                                      <p:cBhvr>
                                        <p:cTn id="67" dur="500" fill="hold"/>
                                        <p:tgtEl>
                                          <p:spTgt spid="303"/>
                                        </p:tgtEl>
                                        <p:attrNameLst>
                                          <p:attrName>ppt_w</p:attrName>
                                        </p:attrNameLst>
                                      </p:cBhvr>
                                      <p:tavLst>
                                        <p:tav tm="0">
                                          <p:val>
                                            <p:fltVal val="0"/>
                                          </p:val>
                                        </p:tav>
                                        <p:tav tm="100000">
                                          <p:val>
                                            <p:strVal val="#ppt_w"/>
                                          </p:val>
                                        </p:tav>
                                      </p:tavLst>
                                    </p:anim>
                                    <p:anim calcmode="lin" valueType="num">
                                      <p:cBhvr>
                                        <p:cTn id="68" dur="500" fill="hold"/>
                                        <p:tgtEl>
                                          <p:spTgt spid="303"/>
                                        </p:tgtEl>
                                        <p:attrNameLst>
                                          <p:attrName>ppt_h</p:attrName>
                                        </p:attrNameLst>
                                      </p:cBhvr>
                                      <p:tavLst>
                                        <p:tav tm="0">
                                          <p:val>
                                            <p:fltVal val="0"/>
                                          </p:val>
                                        </p:tav>
                                        <p:tav tm="100000">
                                          <p:val>
                                            <p:strVal val="#ppt_h"/>
                                          </p:val>
                                        </p:tav>
                                      </p:tavLst>
                                    </p:anim>
                                    <p:animEffect transition="in" filter="fade">
                                      <p:cBhvr>
                                        <p:cTn id="69" dur="500"/>
                                        <p:tgtEl>
                                          <p:spTgt spid="303"/>
                                        </p:tgtEl>
                                      </p:cBhvr>
                                    </p:animEffect>
                                  </p:childTnLst>
                                </p:cTn>
                              </p:par>
                            </p:childTnLst>
                          </p:cTn>
                        </p:par>
                        <p:par>
                          <p:cTn id="70" fill="hold">
                            <p:stCondLst>
                              <p:cond delay="7000"/>
                            </p:stCondLst>
                            <p:childTnLst>
                              <p:par>
                                <p:cTn id="71" presetID="22" presetClass="entr" presetSubtype="8" fill="hold" nodeType="afterEffect">
                                  <p:stCondLst>
                                    <p:cond delay="0"/>
                                  </p:stCondLst>
                                  <p:childTnLst>
                                    <p:set>
                                      <p:cBhvr>
                                        <p:cTn id="72" dur="1" fill="hold">
                                          <p:stCondLst>
                                            <p:cond delay="0"/>
                                          </p:stCondLst>
                                        </p:cTn>
                                        <p:tgtEl>
                                          <p:spTgt spid="6"/>
                                        </p:tgtEl>
                                        <p:attrNameLst>
                                          <p:attrName>style.visibility</p:attrName>
                                        </p:attrNameLst>
                                      </p:cBhvr>
                                      <p:to>
                                        <p:strVal val="visible"/>
                                      </p:to>
                                    </p:set>
                                    <p:animEffect transition="in" filter="wipe(left)">
                                      <p:cBhvr>
                                        <p:cTn id="73" dur="500"/>
                                        <p:tgtEl>
                                          <p:spTgt spid="6"/>
                                        </p:tgtEl>
                                      </p:cBhvr>
                                    </p:animEffect>
                                  </p:childTnLst>
                                </p:cTn>
                              </p:par>
                            </p:childTnLst>
                          </p:cTn>
                        </p:par>
                        <p:par>
                          <p:cTn id="74" fill="hold">
                            <p:stCondLst>
                              <p:cond delay="7500"/>
                            </p:stCondLst>
                            <p:childTnLst>
                              <p:par>
                                <p:cTn id="75" presetID="53" presetClass="entr" presetSubtype="0" fill="hold" grpId="0" nodeType="afterEffect">
                                  <p:stCondLst>
                                    <p:cond delay="0"/>
                                  </p:stCondLst>
                                  <p:childTnLst>
                                    <p:set>
                                      <p:cBhvr>
                                        <p:cTn id="76" dur="1" fill="hold">
                                          <p:stCondLst>
                                            <p:cond delay="0"/>
                                          </p:stCondLst>
                                        </p:cTn>
                                        <p:tgtEl>
                                          <p:spTgt spid="314"/>
                                        </p:tgtEl>
                                        <p:attrNameLst>
                                          <p:attrName>style.visibility</p:attrName>
                                        </p:attrNameLst>
                                      </p:cBhvr>
                                      <p:to>
                                        <p:strVal val="visible"/>
                                      </p:to>
                                    </p:set>
                                    <p:anim calcmode="lin" valueType="num">
                                      <p:cBhvr>
                                        <p:cTn id="77" dur="500" fill="hold"/>
                                        <p:tgtEl>
                                          <p:spTgt spid="314"/>
                                        </p:tgtEl>
                                        <p:attrNameLst>
                                          <p:attrName>ppt_w</p:attrName>
                                        </p:attrNameLst>
                                      </p:cBhvr>
                                      <p:tavLst>
                                        <p:tav tm="0">
                                          <p:val>
                                            <p:fltVal val="0"/>
                                          </p:val>
                                        </p:tav>
                                        <p:tav tm="100000">
                                          <p:val>
                                            <p:strVal val="#ppt_w"/>
                                          </p:val>
                                        </p:tav>
                                      </p:tavLst>
                                    </p:anim>
                                    <p:anim calcmode="lin" valueType="num">
                                      <p:cBhvr>
                                        <p:cTn id="78" dur="500" fill="hold"/>
                                        <p:tgtEl>
                                          <p:spTgt spid="314"/>
                                        </p:tgtEl>
                                        <p:attrNameLst>
                                          <p:attrName>ppt_h</p:attrName>
                                        </p:attrNameLst>
                                      </p:cBhvr>
                                      <p:tavLst>
                                        <p:tav tm="0">
                                          <p:val>
                                            <p:fltVal val="0"/>
                                          </p:val>
                                        </p:tav>
                                        <p:tav tm="100000">
                                          <p:val>
                                            <p:strVal val="#ppt_h"/>
                                          </p:val>
                                        </p:tav>
                                      </p:tavLst>
                                    </p:anim>
                                    <p:animEffect transition="in" filter="fade">
                                      <p:cBhvr>
                                        <p:cTn id="79" dur="500"/>
                                        <p:tgtEl>
                                          <p:spTgt spid="314"/>
                                        </p:tgtEl>
                                      </p:cBhvr>
                                    </p:animEffect>
                                  </p:childTnLst>
                                </p:cTn>
                              </p:par>
                            </p:childTnLst>
                          </p:cTn>
                        </p:par>
                        <p:par>
                          <p:cTn id="80" fill="hold">
                            <p:stCondLst>
                              <p:cond delay="8000"/>
                            </p:stCondLst>
                            <p:childTnLst>
                              <p:par>
                                <p:cTn id="81" presetID="22" presetClass="entr" presetSubtype="8" fill="hold" nodeType="after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wipe(left)">
                                      <p:cBhvr>
                                        <p:cTn id="83" dur="500"/>
                                        <p:tgtEl>
                                          <p:spTgt spid="7"/>
                                        </p:tgtEl>
                                      </p:cBhvr>
                                    </p:animEffect>
                                  </p:childTnLst>
                                </p:cTn>
                              </p:par>
                            </p:childTnLst>
                          </p:cTn>
                        </p:par>
                        <p:par>
                          <p:cTn id="84" fill="hold">
                            <p:stCondLst>
                              <p:cond delay="8500"/>
                            </p:stCondLst>
                            <p:childTnLst>
                              <p:par>
                                <p:cTn id="85" presetID="53" presetClass="entr" presetSubtype="0" fill="hold" grpId="0" nodeType="afterEffect">
                                  <p:stCondLst>
                                    <p:cond delay="0"/>
                                  </p:stCondLst>
                                  <p:childTnLst>
                                    <p:set>
                                      <p:cBhvr>
                                        <p:cTn id="86" dur="1" fill="hold">
                                          <p:stCondLst>
                                            <p:cond delay="0"/>
                                          </p:stCondLst>
                                        </p:cTn>
                                        <p:tgtEl>
                                          <p:spTgt spid="318"/>
                                        </p:tgtEl>
                                        <p:attrNameLst>
                                          <p:attrName>style.visibility</p:attrName>
                                        </p:attrNameLst>
                                      </p:cBhvr>
                                      <p:to>
                                        <p:strVal val="visible"/>
                                      </p:to>
                                    </p:set>
                                    <p:anim calcmode="lin" valueType="num">
                                      <p:cBhvr>
                                        <p:cTn id="87" dur="500" fill="hold"/>
                                        <p:tgtEl>
                                          <p:spTgt spid="318"/>
                                        </p:tgtEl>
                                        <p:attrNameLst>
                                          <p:attrName>ppt_w</p:attrName>
                                        </p:attrNameLst>
                                      </p:cBhvr>
                                      <p:tavLst>
                                        <p:tav tm="0">
                                          <p:val>
                                            <p:fltVal val="0"/>
                                          </p:val>
                                        </p:tav>
                                        <p:tav tm="100000">
                                          <p:val>
                                            <p:strVal val="#ppt_w"/>
                                          </p:val>
                                        </p:tav>
                                      </p:tavLst>
                                    </p:anim>
                                    <p:anim calcmode="lin" valueType="num">
                                      <p:cBhvr>
                                        <p:cTn id="88" dur="500" fill="hold"/>
                                        <p:tgtEl>
                                          <p:spTgt spid="318"/>
                                        </p:tgtEl>
                                        <p:attrNameLst>
                                          <p:attrName>ppt_h</p:attrName>
                                        </p:attrNameLst>
                                      </p:cBhvr>
                                      <p:tavLst>
                                        <p:tav tm="0">
                                          <p:val>
                                            <p:fltVal val="0"/>
                                          </p:val>
                                        </p:tav>
                                        <p:tav tm="100000">
                                          <p:val>
                                            <p:strVal val="#ppt_h"/>
                                          </p:val>
                                        </p:tav>
                                      </p:tavLst>
                                    </p:anim>
                                    <p:animEffect transition="in" filter="fade">
                                      <p:cBhvr>
                                        <p:cTn id="89" dur="500"/>
                                        <p:tgtEl>
                                          <p:spTgt spid="318"/>
                                        </p:tgtEl>
                                      </p:cBhvr>
                                    </p:animEffect>
                                  </p:childTnLst>
                                </p:cTn>
                              </p:par>
                            </p:childTnLst>
                          </p:cTn>
                        </p:par>
                        <p:par>
                          <p:cTn id="90" fill="hold">
                            <p:stCondLst>
                              <p:cond delay="9000"/>
                            </p:stCondLst>
                            <p:childTnLst>
                              <p:par>
                                <p:cTn id="91" presetID="22" presetClass="entr" presetSubtype="8" fill="hold" nodeType="afterEffect">
                                  <p:stCondLst>
                                    <p:cond delay="0"/>
                                  </p:stCondLst>
                                  <p:childTnLst>
                                    <p:set>
                                      <p:cBhvr>
                                        <p:cTn id="92" dur="1" fill="hold">
                                          <p:stCondLst>
                                            <p:cond delay="0"/>
                                          </p:stCondLst>
                                        </p:cTn>
                                        <p:tgtEl>
                                          <p:spTgt spid="8"/>
                                        </p:tgtEl>
                                        <p:attrNameLst>
                                          <p:attrName>style.visibility</p:attrName>
                                        </p:attrNameLst>
                                      </p:cBhvr>
                                      <p:to>
                                        <p:strVal val="visible"/>
                                      </p:to>
                                    </p:set>
                                    <p:animEffect transition="in" filter="wipe(left)">
                                      <p:cBhvr>
                                        <p:cTn id="93" dur="500"/>
                                        <p:tgtEl>
                                          <p:spTgt spid="8"/>
                                        </p:tgtEl>
                                      </p:cBhvr>
                                    </p:animEffect>
                                  </p:childTnLst>
                                </p:cTn>
                              </p:par>
                            </p:childTnLst>
                          </p:cTn>
                        </p:par>
                        <p:par>
                          <p:cTn id="94" fill="hold">
                            <p:stCondLst>
                              <p:cond delay="9500"/>
                            </p:stCondLst>
                            <p:childTnLst>
                              <p:par>
                                <p:cTn id="95" presetID="53" presetClass="entr" presetSubtype="0" fill="hold" grpId="0" nodeType="afterEffect">
                                  <p:stCondLst>
                                    <p:cond delay="0"/>
                                  </p:stCondLst>
                                  <p:childTnLst>
                                    <p:set>
                                      <p:cBhvr>
                                        <p:cTn id="96" dur="1" fill="hold">
                                          <p:stCondLst>
                                            <p:cond delay="0"/>
                                          </p:stCondLst>
                                        </p:cTn>
                                        <p:tgtEl>
                                          <p:spTgt spid="322"/>
                                        </p:tgtEl>
                                        <p:attrNameLst>
                                          <p:attrName>style.visibility</p:attrName>
                                        </p:attrNameLst>
                                      </p:cBhvr>
                                      <p:to>
                                        <p:strVal val="visible"/>
                                      </p:to>
                                    </p:set>
                                    <p:anim calcmode="lin" valueType="num">
                                      <p:cBhvr>
                                        <p:cTn id="97" dur="500" fill="hold"/>
                                        <p:tgtEl>
                                          <p:spTgt spid="322"/>
                                        </p:tgtEl>
                                        <p:attrNameLst>
                                          <p:attrName>ppt_w</p:attrName>
                                        </p:attrNameLst>
                                      </p:cBhvr>
                                      <p:tavLst>
                                        <p:tav tm="0">
                                          <p:val>
                                            <p:fltVal val="0"/>
                                          </p:val>
                                        </p:tav>
                                        <p:tav tm="100000">
                                          <p:val>
                                            <p:strVal val="#ppt_w"/>
                                          </p:val>
                                        </p:tav>
                                      </p:tavLst>
                                    </p:anim>
                                    <p:anim calcmode="lin" valueType="num">
                                      <p:cBhvr>
                                        <p:cTn id="98" dur="500" fill="hold"/>
                                        <p:tgtEl>
                                          <p:spTgt spid="322"/>
                                        </p:tgtEl>
                                        <p:attrNameLst>
                                          <p:attrName>ppt_h</p:attrName>
                                        </p:attrNameLst>
                                      </p:cBhvr>
                                      <p:tavLst>
                                        <p:tav tm="0">
                                          <p:val>
                                            <p:fltVal val="0"/>
                                          </p:val>
                                        </p:tav>
                                        <p:tav tm="100000">
                                          <p:val>
                                            <p:strVal val="#ppt_h"/>
                                          </p:val>
                                        </p:tav>
                                      </p:tavLst>
                                    </p:anim>
                                    <p:animEffect transition="in" filter="fade">
                                      <p:cBhvr>
                                        <p:cTn id="99" dur="500"/>
                                        <p:tgtEl>
                                          <p:spTgt spid="322"/>
                                        </p:tgtEl>
                                      </p:cBhvr>
                                    </p:animEffect>
                                  </p:childTnLst>
                                </p:cTn>
                              </p:par>
                            </p:childTnLst>
                          </p:cTn>
                        </p:par>
                        <p:par>
                          <p:cTn id="100" fill="hold">
                            <p:stCondLst>
                              <p:cond delay="10000"/>
                            </p:stCondLst>
                            <p:childTnLst>
                              <p:par>
                                <p:cTn id="101" presetID="22" presetClass="entr" presetSubtype="8" fill="hold" nodeType="afterEffect">
                                  <p:stCondLst>
                                    <p:cond delay="0"/>
                                  </p:stCondLst>
                                  <p:childTnLst>
                                    <p:set>
                                      <p:cBhvr>
                                        <p:cTn id="102" dur="1" fill="hold">
                                          <p:stCondLst>
                                            <p:cond delay="0"/>
                                          </p:stCondLst>
                                        </p:cTn>
                                        <p:tgtEl>
                                          <p:spTgt spid="9"/>
                                        </p:tgtEl>
                                        <p:attrNameLst>
                                          <p:attrName>style.visibility</p:attrName>
                                        </p:attrNameLst>
                                      </p:cBhvr>
                                      <p:to>
                                        <p:strVal val="visible"/>
                                      </p:to>
                                    </p:set>
                                    <p:animEffect transition="in" filter="wipe(left)">
                                      <p:cBhvr>
                                        <p:cTn id="10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8" grpId="0" animBg="1"/>
      <p:bldP spid="282" grpId="0"/>
      <p:bldP spid="287" grpId="0" animBg="1"/>
      <p:bldGraphic spid="249" grpId="0">
        <p:bldSub>
          <a:bldChart bld="series"/>
        </p:bldSub>
      </p:bldGraphic>
      <p:bldP spid="281" grpId="0"/>
      <p:bldP spid="289" grpId="0"/>
      <p:bldP spid="290" grpId="0"/>
      <p:bldP spid="303" grpId="0" animBg="1"/>
      <p:bldP spid="314" grpId="0" animBg="1"/>
      <p:bldP spid="318" grpId="0" animBg="1"/>
      <p:bldP spid="322"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Revenue Infographic</a:t>
            </a:r>
            <a:endParaRPr lang="en-US" dirty="0"/>
          </a:p>
        </p:txBody>
      </p:sp>
      <p:sp>
        <p:nvSpPr>
          <p:cNvPr id="8" name="Text Placeholder 7"/>
          <p:cNvSpPr>
            <a:spLocks noGrp="1"/>
          </p:cNvSpPr>
          <p:nvPr>
            <p:ph type="body" sz="half" idx="2"/>
          </p:nvPr>
        </p:nvSpPr>
        <p:spPr/>
        <p:txBody>
          <a:bodyPr/>
          <a:lstStyle/>
          <a:p>
            <a:r>
              <a:rPr lang="en-US"/>
              <a:t>Revenue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297</a:t>
            </a:fld>
            <a:endParaRPr lang="en-US" dirty="0"/>
          </a:p>
        </p:txBody>
      </p:sp>
      <p:sp>
        <p:nvSpPr>
          <p:cNvPr id="5" name="Rectangle 4"/>
          <p:cNvSpPr/>
          <p:nvPr/>
        </p:nvSpPr>
        <p:spPr bwMode="auto">
          <a:xfrm>
            <a:off x="640556" y="3638550"/>
            <a:ext cx="1416844" cy="150495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 name="Rectangle 5"/>
          <p:cNvSpPr/>
          <p:nvPr/>
        </p:nvSpPr>
        <p:spPr bwMode="auto">
          <a:xfrm>
            <a:off x="2246554" y="2952750"/>
            <a:ext cx="1416844" cy="219075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 name="Rectangle 8"/>
          <p:cNvSpPr/>
          <p:nvPr/>
        </p:nvSpPr>
        <p:spPr bwMode="auto">
          <a:xfrm>
            <a:off x="3852552" y="3409950"/>
            <a:ext cx="1416844" cy="173355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 name="Rectangle 9"/>
          <p:cNvSpPr/>
          <p:nvPr/>
        </p:nvSpPr>
        <p:spPr bwMode="auto">
          <a:xfrm>
            <a:off x="5458550" y="3943350"/>
            <a:ext cx="1416844" cy="120015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Rectangle 11"/>
          <p:cNvSpPr/>
          <p:nvPr/>
        </p:nvSpPr>
        <p:spPr bwMode="auto">
          <a:xfrm>
            <a:off x="7064549" y="2724150"/>
            <a:ext cx="1416844" cy="2419350"/>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2" name="Group 12"/>
          <p:cNvGrpSpPr/>
          <p:nvPr/>
        </p:nvGrpSpPr>
        <p:grpSpPr>
          <a:xfrm>
            <a:off x="777851" y="2011845"/>
            <a:ext cx="1142254" cy="1142254"/>
            <a:chOff x="1075693" y="1086256"/>
            <a:chExt cx="1142254" cy="1142254"/>
          </a:xfrm>
        </p:grpSpPr>
        <p:grpSp>
          <p:nvGrpSpPr>
            <p:cNvPr id="3" name="Group 62"/>
            <p:cNvGrpSpPr/>
            <p:nvPr/>
          </p:nvGrpSpPr>
          <p:grpSpPr>
            <a:xfrm>
              <a:off x="1194068" y="1204631"/>
              <a:ext cx="905504" cy="905504"/>
              <a:chOff x="957321" y="1131575"/>
              <a:chExt cx="905504" cy="905504"/>
            </a:xfrm>
          </p:grpSpPr>
          <p:sp>
            <p:nvSpPr>
              <p:cNvPr id="16" name="Freeform 15"/>
              <p:cNvSpPr/>
              <p:nvPr/>
            </p:nvSpPr>
            <p:spPr>
              <a:xfrm>
                <a:off x="957321" y="113157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sp>
            <p:nvSpPr>
              <p:cNvPr id="17" name="Freeform 116"/>
              <p:cNvSpPr>
                <a:spLocks noEditPoints="1"/>
              </p:cNvSpPr>
              <p:nvPr/>
            </p:nvSpPr>
            <p:spPr bwMode="auto">
              <a:xfrm>
                <a:off x="1190295" y="1407087"/>
                <a:ext cx="439557" cy="354481"/>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 name="Freeform 14"/>
            <p:cNvSpPr/>
            <p:nvPr/>
          </p:nvSpPr>
          <p:spPr>
            <a:xfrm>
              <a:off x="1075693" y="1086256"/>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4" name="Group 17"/>
          <p:cNvGrpSpPr/>
          <p:nvPr/>
        </p:nvGrpSpPr>
        <p:grpSpPr>
          <a:xfrm>
            <a:off x="2383849" y="1362489"/>
            <a:ext cx="1142254" cy="1142254"/>
            <a:chOff x="2133600" y="1510935"/>
            <a:chExt cx="1142254" cy="1142254"/>
          </a:xfrm>
        </p:grpSpPr>
        <p:grpSp>
          <p:nvGrpSpPr>
            <p:cNvPr id="11" name="Group 64"/>
            <p:cNvGrpSpPr/>
            <p:nvPr/>
          </p:nvGrpSpPr>
          <p:grpSpPr>
            <a:xfrm>
              <a:off x="2251975" y="1629310"/>
              <a:ext cx="905504" cy="905504"/>
              <a:chOff x="2222093" y="3487327"/>
              <a:chExt cx="905504" cy="905504"/>
            </a:xfrm>
          </p:grpSpPr>
          <p:sp>
            <p:nvSpPr>
              <p:cNvPr id="21" name="Freeform 20"/>
              <p:cNvSpPr/>
              <p:nvPr/>
            </p:nvSpPr>
            <p:spPr>
              <a:xfrm>
                <a:off x="2222093" y="3487327"/>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22" name="Freeform 105"/>
              <p:cNvSpPr>
                <a:spLocks noEditPoints="1"/>
              </p:cNvSpPr>
              <p:nvPr/>
            </p:nvSpPr>
            <p:spPr bwMode="auto">
              <a:xfrm>
                <a:off x="2457767" y="3726147"/>
                <a:ext cx="434156" cy="427865"/>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accent3">
                      <a:lumMod val="50000"/>
                    </a:schemeClr>
                  </a:solidFill>
                </a:endParaRPr>
              </a:p>
            </p:txBody>
          </p:sp>
        </p:grpSp>
        <p:sp>
          <p:nvSpPr>
            <p:cNvPr id="20" name="Freeform 19"/>
            <p:cNvSpPr/>
            <p:nvPr/>
          </p:nvSpPr>
          <p:spPr>
            <a:xfrm>
              <a:off x="2133600"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13" name="Group 22"/>
          <p:cNvGrpSpPr/>
          <p:nvPr/>
        </p:nvGrpSpPr>
        <p:grpSpPr>
          <a:xfrm>
            <a:off x="3989847" y="1809750"/>
            <a:ext cx="1142254" cy="1142254"/>
            <a:chOff x="3352800" y="1510935"/>
            <a:chExt cx="1142254" cy="1142254"/>
          </a:xfrm>
        </p:grpSpPr>
        <p:grpSp>
          <p:nvGrpSpPr>
            <p:cNvPr id="14" name="Group 68"/>
            <p:cNvGrpSpPr/>
            <p:nvPr/>
          </p:nvGrpSpPr>
          <p:grpSpPr>
            <a:xfrm>
              <a:off x="3471175" y="1629310"/>
              <a:ext cx="905504" cy="905504"/>
              <a:chOff x="3486865" y="1132752"/>
              <a:chExt cx="905504" cy="905504"/>
            </a:xfrm>
          </p:grpSpPr>
          <p:sp>
            <p:nvSpPr>
              <p:cNvPr id="26" name="Freeform 25"/>
              <p:cNvSpPr/>
              <p:nvPr/>
            </p:nvSpPr>
            <p:spPr>
              <a:xfrm>
                <a:off x="3486865" y="1132752"/>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82880"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27" name="Freeform 15"/>
              <p:cNvSpPr>
                <a:spLocks noEditPoints="1"/>
              </p:cNvSpPr>
              <p:nvPr/>
            </p:nvSpPr>
            <p:spPr bwMode="auto">
              <a:xfrm>
                <a:off x="3721031" y="1421565"/>
                <a:ext cx="437172" cy="327879"/>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Freeform 24"/>
            <p:cNvSpPr/>
            <p:nvPr/>
          </p:nvSpPr>
          <p:spPr>
            <a:xfrm>
              <a:off x="3352800"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18" name="Group 27"/>
          <p:cNvGrpSpPr/>
          <p:nvPr/>
        </p:nvGrpSpPr>
        <p:grpSpPr>
          <a:xfrm>
            <a:off x="5595845" y="2372967"/>
            <a:ext cx="1142254" cy="1142254"/>
            <a:chOff x="4648200" y="1510935"/>
            <a:chExt cx="1142254" cy="1142254"/>
          </a:xfrm>
        </p:grpSpPr>
        <p:grpSp>
          <p:nvGrpSpPr>
            <p:cNvPr id="19" name="Group 77"/>
            <p:cNvGrpSpPr/>
            <p:nvPr/>
          </p:nvGrpSpPr>
          <p:grpSpPr>
            <a:xfrm>
              <a:off x="4766575" y="1629310"/>
              <a:ext cx="905504" cy="905504"/>
              <a:chOff x="4751637" y="3488705"/>
              <a:chExt cx="905504" cy="905504"/>
            </a:xfrm>
          </p:grpSpPr>
          <p:sp>
            <p:nvSpPr>
              <p:cNvPr id="32" name="Freeform 31"/>
              <p:cNvSpPr/>
              <p:nvPr/>
            </p:nvSpPr>
            <p:spPr>
              <a:xfrm>
                <a:off x="4751637" y="348870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91440" numCol="1" spcCol="1270" anchor="ctr" anchorCtr="0">
                <a:noAutofit/>
              </a:bodyPr>
              <a:lstStyle/>
              <a:p>
                <a:pPr lvl="0" algn="ctr" defTabSz="889000">
                  <a:lnSpc>
                    <a:spcPct val="90000"/>
                  </a:lnSpc>
                  <a:spcBef>
                    <a:spcPct val="0"/>
                  </a:spcBef>
                  <a:spcAft>
                    <a:spcPct val="35000"/>
                  </a:spcAft>
                </a:pPr>
                <a:endParaRPr lang="en-US" sz="3200" kern="1200" dirty="0"/>
              </a:p>
            </p:txBody>
          </p:sp>
          <p:sp>
            <p:nvSpPr>
              <p:cNvPr id="33" name="Freeform 57"/>
              <p:cNvSpPr>
                <a:spLocks noEditPoints="1"/>
              </p:cNvSpPr>
              <p:nvPr/>
            </p:nvSpPr>
            <p:spPr bwMode="auto">
              <a:xfrm>
                <a:off x="5026751" y="3763819"/>
                <a:ext cx="355277" cy="355277"/>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1" name="Freeform 30"/>
            <p:cNvSpPr/>
            <p:nvPr/>
          </p:nvSpPr>
          <p:spPr>
            <a:xfrm>
              <a:off x="4648200"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grpSp>
        <p:nvGrpSpPr>
          <p:cNvPr id="23" name="Group 33"/>
          <p:cNvGrpSpPr/>
          <p:nvPr/>
        </p:nvGrpSpPr>
        <p:grpSpPr>
          <a:xfrm>
            <a:off x="7201844" y="1143828"/>
            <a:ext cx="1142254" cy="1142254"/>
            <a:chOff x="7044429" y="1510935"/>
            <a:chExt cx="1142254" cy="1142254"/>
          </a:xfrm>
        </p:grpSpPr>
        <p:grpSp>
          <p:nvGrpSpPr>
            <p:cNvPr id="24" name="Group 81"/>
            <p:cNvGrpSpPr/>
            <p:nvPr/>
          </p:nvGrpSpPr>
          <p:grpSpPr>
            <a:xfrm>
              <a:off x="7162804" y="1629310"/>
              <a:ext cx="905504" cy="905504"/>
              <a:chOff x="7281179" y="3488705"/>
              <a:chExt cx="905504" cy="905504"/>
            </a:xfrm>
          </p:grpSpPr>
          <p:sp>
            <p:nvSpPr>
              <p:cNvPr id="37" name="Freeform 36"/>
              <p:cNvSpPr/>
              <p:nvPr/>
            </p:nvSpPr>
            <p:spPr>
              <a:xfrm>
                <a:off x="7281179" y="3488705"/>
                <a:ext cx="905504" cy="90550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58008" rIns="158008" bIns="158008" numCol="1" spcCol="1270" anchor="ctr" anchorCtr="0">
                <a:noAutofit/>
              </a:bodyPr>
              <a:lstStyle/>
              <a:p>
                <a:pPr lvl="0" algn="ctr" defTabSz="889000">
                  <a:lnSpc>
                    <a:spcPct val="90000"/>
                  </a:lnSpc>
                  <a:spcBef>
                    <a:spcPct val="0"/>
                  </a:spcBef>
                  <a:spcAft>
                    <a:spcPct val="35000"/>
                  </a:spcAft>
                </a:pPr>
                <a:endParaRPr lang="en-US" sz="3200" kern="1200" dirty="0">
                  <a:latin typeface="FontAwesome" pitchFamily="2" charset="0"/>
                </a:endParaRPr>
              </a:p>
            </p:txBody>
          </p:sp>
          <p:sp>
            <p:nvSpPr>
              <p:cNvPr id="38" name="Freeform 152"/>
              <p:cNvSpPr>
                <a:spLocks noEditPoints="1"/>
              </p:cNvSpPr>
              <p:nvPr/>
            </p:nvSpPr>
            <p:spPr bwMode="auto">
              <a:xfrm>
                <a:off x="7542869" y="3764890"/>
                <a:ext cx="382124" cy="353134"/>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Freeform 35"/>
            <p:cNvSpPr/>
            <p:nvPr/>
          </p:nvSpPr>
          <p:spPr>
            <a:xfrm>
              <a:off x="7044429" y="1510935"/>
              <a:ext cx="1142254" cy="1142254"/>
            </a:xfrm>
            <a:custGeom>
              <a:avLst/>
              <a:gdLst>
                <a:gd name="connsiteX0" fmla="*/ 0 w 905504"/>
                <a:gd name="connsiteY0" fmla="*/ 452752 h 905504"/>
                <a:gd name="connsiteX1" fmla="*/ 132608 w 905504"/>
                <a:gd name="connsiteY1" fmla="*/ 132608 h 905504"/>
                <a:gd name="connsiteX2" fmla="*/ 452752 w 905504"/>
                <a:gd name="connsiteY2" fmla="*/ 0 h 905504"/>
                <a:gd name="connsiteX3" fmla="*/ 772896 w 905504"/>
                <a:gd name="connsiteY3" fmla="*/ 132608 h 905504"/>
                <a:gd name="connsiteX4" fmla="*/ 905504 w 905504"/>
                <a:gd name="connsiteY4" fmla="*/ 452752 h 905504"/>
                <a:gd name="connsiteX5" fmla="*/ 772896 w 905504"/>
                <a:gd name="connsiteY5" fmla="*/ 772896 h 905504"/>
                <a:gd name="connsiteX6" fmla="*/ 452752 w 905504"/>
                <a:gd name="connsiteY6" fmla="*/ 905504 h 905504"/>
                <a:gd name="connsiteX7" fmla="*/ 132608 w 905504"/>
                <a:gd name="connsiteY7" fmla="*/ 772896 h 905504"/>
                <a:gd name="connsiteX8" fmla="*/ 0 w 905504"/>
                <a:gd name="connsiteY8" fmla="*/ 452752 h 9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504" h="905504">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a:solidFill>
                <a:schemeClr val="tx1">
                  <a:lumMod val="75000"/>
                  <a:lumOff val="25000"/>
                </a:schemeClr>
              </a:solid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2880" tIns="182880" rIns="158008" bIns="158008" numCol="1" spcCol="1270" anchor="ctr" anchorCtr="0">
              <a:noAutofit/>
            </a:bodyPr>
            <a:lstStyle/>
            <a:p>
              <a:pPr lvl="0" algn="ctr" defTabSz="889000">
                <a:lnSpc>
                  <a:spcPct val="90000"/>
                </a:lnSpc>
                <a:spcBef>
                  <a:spcPct val="0"/>
                </a:spcBef>
                <a:spcAft>
                  <a:spcPct val="35000"/>
                </a:spcAft>
              </a:pPr>
              <a:endParaRPr lang="en-US" sz="3600" kern="1200" dirty="0">
                <a:latin typeface="FontAwesome" pitchFamily="2" charset="0"/>
              </a:endParaRPr>
            </a:p>
          </p:txBody>
        </p:sp>
      </p:grpSp>
      <p:sp>
        <p:nvSpPr>
          <p:cNvPr id="39" name="Rectangle 38"/>
          <p:cNvSpPr/>
          <p:nvPr/>
        </p:nvSpPr>
        <p:spPr>
          <a:xfrm>
            <a:off x="1052423" y="3863838"/>
            <a:ext cx="593111" cy="430887"/>
          </a:xfrm>
          <a:prstGeom prst="rect">
            <a:avLst/>
          </a:prstGeom>
        </p:spPr>
        <p:txBody>
          <a:bodyPr wrap="none" lIns="0" tIns="0" rIns="0" bIns="0">
            <a:spAutoFit/>
          </a:bodyPr>
          <a:lstStyle/>
          <a:p>
            <a:pPr algn="ctr"/>
            <a:r>
              <a:rPr lang="en-US" sz="2800" b="1" dirty="0">
                <a:solidFill>
                  <a:schemeClr val="bg1"/>
                </a:solidFill>
              </a:rPr>
              <a:t>50%</a:t>
            </a:r>
          </a:p>
        </p:txBody>
      </p:sp>
      <p:sp>
        <p:nvSpPr>
          <p:cNvPr id="40" name="Rectangle 39"/>
          <p:cNvSpPr/>
          <p:nvPr/>
        </p:nvSpPr>
        <p:spPr>
          <a:xfrm>
            <a:off x="2419573" y="2622674"/>
            <a:ext cx="1070806" cy="215444"/>
          </a:xfrm>
          <a:prstGeom prst="rect">
            <a:avLst/>
          </a:prstGeom>
        </p:spPr>
        <p:txBody>
          <a:bodyPr wrap="none" lIns="0" tIns="0" rIns="0" bIns="0">
            <a:spAutoFit/>
          </a:bodyPr>
          <a:lstStyle/>
          <a:p>
            <a:pPr algn="ctr"/>
            <a:r>
              <a:rPr lang="en-US" sz="1400" b="1" dirty="0">
                <a:solidFill>
                  <a:schemeClr val="accent2"/>
                </a:solidFill>
              </a:rPr>
              <a:t>Title Goes Here</a:t>
            </a:r>
          </a:p>
        </p:txBody>
      </p:sp>
      <p:sp>
        <p:nvSpPr>
          <p:cNvPr id="41" name="Rectangle 40"/>
          <p:cNvSpPr/>
          <p:nvPr/>
        </p:nvSpPr>
        <p:spPr>
          <a:xfrm>
            <a:off x="4025571" y="3055357"/>
            <a:ext cx="1070806" cy="215444"/>
          </a:xfrm>
          <a:prstGeom prst="rect">
            <a:avLst/>
          </a:prstGeom>
        </p:spPr>
        <p:txBody>
          <a:bodyPr wrap="none" lIns="0" tIns="0" rIns="0" bIns="0">
            <a:spAutoFit/>
          </a:bodyPr>
          <a:lstStyle/>
          <a:p>
            <a:pPr algn="ctr"/>
            <a:r>
              <a:rPr lang="en-US" sz="1400" b="1" dirty="0">
                <a:solidFill>
                  <a:schemeClr val="accent3"/>
                </a:solidFill>
              </a:rPr>
              <a:t>Title Goes Here</a:t>
            </a:r>
          </a:p>
        </p:txBody>
      </p:sp>
      <p:sp>
        <p:nvSpPr>
          <p:cNvPr id="42" name="Rectangle 41"/>
          <p:cNvSpPr/>
          <p:nvPr/>
        </p:nvSpPr>
        <p:spPr>
          <a:xfrm>
            <a:off x="5631569" y="3618672"/>
            <a:ext cx="1070806" cy="215444"/>
          </a:xfrm>
          <a:prstGeom prst="rect">
            <a:avLst/>
          </a:prstGeom>
        </p:spPr>
        <p:txBody>
          <a:bodyPr wrap="none" lIns="0" tIns="0" rIns="0" bIns="0">
            <a:spAutoFit/>
          </a:bodyPr>
          <a:lstStyle/>
          <a:p>
            <a:pPr algn="ctr"/>
            <a:r>
              <a:rPr lang="en-US" sz="1400" b="1" dirty="0">
                <a:solidFill>
                  <a:schemeClr val="accent4"/>
                </a:solidFill>
              </a:rPr>
              <a:t>Title Goes Here</a:t>
            </a:r>
          </a:p>
        </p:txBody>
      </p:sp>
      <p:sp>
        <p:nvSpPr>
          <p:cNvPr id="43" name="Rectangle 42"/>
          <p:cNvSpPr/>
          <p:nvPr/>
        </p:nvSpPr>
        <p:spPr>
          <a:xfrm>
            <a:off x="7237568" y="2376429"/>
            <a:ext cx="1070806" cy="215444"/>
          </a:xfrm>
          <a:prstGeom prst="rect">
            <a:avLst/>
          </a:prstGeom>
        </p:spPr>
        <p:txBody>
          <a:bodyPr wrap="none" lIns="0" tIns="0" rIns="0" bIns="0">
            <a:spAutoFit/>
          </a:bodyPr>
          <a:lstStyle/>
          <a:p>
            <a:pPr algn="ctr"/>
            <a:r>
              <a:rPr lang="en-US" sz="1400" b="1" dirty="0">
                <a:solidFill>
                  <a:schemeClr val="accent5"/>
                </a:solidFill>
              </a:rPr>
              <a:t>Title Goes Here</a:t>
            </a:r>
          </a:p>
        </p:txBody>
      </p:sp>
      <p:sp>
        <p:nvSpPr>
          <p:cNvPr id="44" name="Rectangle 43"/>
          <p:cNvSpPr/>
          <p:nvPr/>
        </p:nvSpPr>
        <p:spPr>
          <a:xfrm>
            <a:off x="2658421" y="3154099"/>
            <a:ext cx="593111" cy="430887"/>
          </a:xfrm>
          <a:prstGeom prst="rect">
            <a:avLst/>
          </a:prstGeom>
        </p:spPr>
        <p:txBody>
          <a:bodyPr wrap="none" lIns="0" tIns="0" rIns="0" bIns="0">
            <a:spAutoFit/>
          </a:bodyPr>
          <a:lstStyle/>
          <a:p>
            <a:pPr algn="ctr"/>
            <a:r>
              <a:rPr lang="en-US" sz="2800" b="1" dirty="0">
                <a:solidFill>
                  <a:schemeClr val="bg1"/>
                </a:solidFill>
              </a:rPr>
              <a:t>70%</a:t>
            </a:r>
          </a:p>
        </p:txBody>
      </p:sp>
      <p:sp>
        <p:nvSpPr>
          <p:cNvPr id="45" name="Rectangle 44"/>
          <p:cNvSpPr/>
          <p:nvPr/>
        </p:nvSpPr>
        <p:spPr>
          <a:xfrm>
            <a:off x="4264419" y="3618672"/>
            <a:ext cx="593111" cy="430887"/>
          </a:xfrm>
          <a:prstGeom prst="rect">
            <a:avLst/>
          </a:prstGeom>
        </p:spPr>
        <p:txBody>
          <a:bodyPr wrap="none" lIns="0" tIns="0" rIns="0" bIns="0">
            <a:spAutoFit/>
          </a:bodyPr>
          <a:lstStyle/>
          <a:p>
            <a:pPr algn="ctr"/>
            <a:r>
              <a:rPr lang="en-US" sz="2800" b="1" dirty="0">
                <a:solidFill>
                  <a:schemeClr val="bg1"/>
                </a:solidFill>
              </a:rPr>
              <a:t>60%</a:t>
            </a:r>
          </a:p>
        </p:txBody>
      </p:sp>
      <p:sp>
        <p:nvSpPr>
          <p:cNvPr id="46" name="Rectangle 45"/>
          <p:cNvSpPr/>
          <p:nvPr/>
        </p:nvSpPr>
        <p:spPr>
          <a:xfrm>
            <a:off x="5870417" y="4158793"/>
            <a:ext cx="593111" cy="430887"/>
          </a:xfrm>
          <a:prstGeom prst="rect">
            <a:avLst/>
          </a:prstGeom>
        </p:spPr>
        <p:txBody>
          <a:bodyPr wrap="none" lIns="0" tIns="0" rIns="0" bIns="0">
            <a:spAutoFit/>
          </a:bodyPr>
          <a:lstStyle/>
          <a:p>
            <a:pPr algn="ctr"/>
            <a:r>
              <a:rPr lang="en-US" sz="2800" b="1" dirty="0">
                <a:solidFill>
                  <a:schemeClr val="bg1"/>
                </a:solidFill>
              </a:rPr>
              <a:t>40%</a:t>
            </a:r>
          </a:p>
        </p:txBody>
      </p:sp>
      <p:sp>
        <p:nvSpPr>
          <p:cNvPr id="47" name="Rectangle 46"/>
          <p:cNvSpPr/>
          <p:nvPr/>
        </p:nvSpPr>
        <p:spPr>
          <a:xfrm>
            <a:off x="7476416" y="2938655"/>
            <a:ext cx="593111" cy="430887"/>
          </a:xfrm>
          <a:prstGeom prst="rect">
            <a:avLst/>
          </a:prstGeom>
        </p:spPr>
        <p:txBody>
          <a:bodyPr wrap="none" lIns="0" tIns="0" rIns="0" bIns="0">
            <a:spAutoFit/>
          </a:bodyPr>
          <a:lstStyle/>
          <a:p>
            <a:pPr algn="ctr"/>
            <a:r>
              <a:rPr lang="en-US" sz="2800" b="1" dirty="0">
                <a:solidFill>
                  <a:schemeClr val="bg1"/>
                </a:solidFill>
              </a:rPr>
              <a:t>90%</a:t>
            </a:r>
          </a:p>
        </p:txBody>
      </p:sp>
      <p:sp>
        <p:nvSpPr>
          <p:cNvPr id="49" name="Rectangle 48"/>
          <p:cNvSpPr/>
          <p:nvPr/>
        </p:nvSpPr>
        <p:spPr>
          <a:xfrm>
            <a:off x="813575" y="3274520"/>
            <a:ext cx="1070806" cy="215444"/>
          </a:xfrm>
          <a:prstGeom prst="rect">
            <a:avLst/>
          </a:prstGeom>
        </p:spPr>
        <p:txBody>
          <a:bodyPr wrap="none" lIns="0" tIns="0" rIns="0" bIns="0">
            <a:spAutoFit/>
          </a:bodyPr>
          <a:lstStyle/>
          <a:p>
            <a:pPr algn="ctr"/>
            <a:r>
              <a:rPr lang="en-US" sz="1400" b="1" dirty="0">
                <a:solidFill>
                  <a:schemeClr val="accent1"/>
                </a:solidFill>
              </a:rPr>
              <a:t>Title Goes Here</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par>
                                <p:cTn id="8" presetID="53"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Effect transition="in" filter="fade">
                                      <p:cBhvr>
                                        <p:cTn id="12" dur="500"/>
                                        <p:tgtEl>
                                          <p:spTgt spid="2"/>
                                        </p:tgtEl>
                                      </p:cBhvr>
                                    </p:animEffect>
                                  </p:childTnLst>
                                </p:cTn>
                              </p:par>
                            </p:childTnLst>
                          </p:cTn>
                        </p:par>
                        <p:par>
                          <p:cTn id="13" fill="hold">
                            <p:stCondLst>
                              <p:cond delay="500"/>
                            </p:stCondLst>
                            <p:childTnLst>
                              <p:par>
                                <p:cTn id="14" presetID="53" presetClass="entr" presetSubtype="0" fill="hold" grpId="0" nodeType="afterEffect">
                                  <p:stCondLst>
                                    <p:cond delay="0"/>
                                  </p:stCondLst>
                                  <p:childTnLst>
                                    <p:set>
                                      <p:cBhvr>
                                        <p:cTn id="15" dur="1" fill="hold">
                                          <p:stCondLst>
                                            <p:cond delay="0"/>
                                          </p:stCondLst>
                                        </p:cTn>
                                        <p:tgtEl>
                                          <p:spTgt spid="49"/>
                                        </p:tgtEl>
                                        <p:attrNameLst>
                                          <p:attrName>style.visibility</p:attrName>
                                        </p:attrNameLst>
                                      </p:cBhvr>
                                      <p:to>
                                        <p:strVal val="visible"/>
                                      </p:to>
                                    </p:set>
                                    <p:anim calcmode="lin" valueType="num">
                                      <p:cBhvr>
                                        <p:cTn id="16" dur="500" fill="hold"/>
                                        <p:tgtEl>
                                          <p:spTgt spid="49"/>
                                        </p:tgtEl>
                                        <p:attrNameLst>
                                          <p:attrName>ppt_w</p:attrName>
                                        </p:attrNameLst>
                                      </p:cBhvr>
                                      <p:tavLst>
                                        <p:tav tm="0">
                                          <p:val>
                                            <p:fltVal val="0"/>
                                          </p:val>
                                        </p:tav>
                                        <p:tav tm="100000">
                                          <p:val>
                                            <p:strVal val="#ppt_w"/>
                                          </p:val>
                                        </p:tav>
                                      </p:tavLst>
                                    </p:anim>
                                    <p:anim calcmode="lin" valueType="num">
                                      <p:cBhvr>
                                        <p:cTn id="17" dur="500" fill="hold"/>
                                        <p:tgtEl>
                                          <p:spTgt spid="49"/>
                                        </p:tgtEl>
                                        <p:attrNameLst>
                                          <p:attrName>ppt_h</p:attrName>
                                        </p:attrNameLst>
                                      </p:cBhvr>
                                      <p:tavLst>
                                        <p:tav tm="0">
                                          <p:val>
                                            <p:fltVal val="0"/>
                                          </p:val>
                                        </p:tav>
                                        <p:tav tm="100000">
                                          <p:val>
                                            <p:strVal val="#ppt_h"/>
                                          </p:val>
                                        </p:tav>
                                      </p:tavLst>
                                    </p:anim>
                                    <p:animEffect transition="in" filter="fade">
                                      <p:cBhvr>
                                        <p:cTn id="18" dur="500"/>
                                        <p:tgtEl>
                                          <p:spTgt spid="49"/>
                                        </p:tgtEl>
                                      </p:cBhvr>
                                    </p:animEffect>
                                  </p:childTnLst>
                                </p:cTn>
                              </p:par>
                            </p:childTnLst>
                          </p:cTn>
                        </p:par>
                        <p:par>
                          <p:cTn id="19" fill="hold">
                            <p:stCondLst>
                              <p:cond delay="1000"/>
                            </p:stCondLst>
                            <p:childTnLst>
                              <p:par>
                                <p:cTn id="20" presetID="53" presetClass="entr" presetSubtype="0" fill="hold" grpId="0"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p:cTn id="22" dur="500" fill="hold"/>
                                        <p:tgtEl>
                                          <p:spTgt spid="39"/>
                                        </p:tgtEl>
                                        <p:attrNameLst>
                                          <p:attrName>ppt_w</p:attrName>
                                        </p:attrNameLst>
                                      </p:cBhvr>
                                      <p:tavLst>
                                        <p:tav tm="0">
                                          <p:val>
                                            <p:fltVal val="0"/>
                                          </p:val>
                                        </p:tav>
                                        <p:tav tm="100000">
                                          <p:val>
                                            <p:strVal val="#ppt_w"/>
                                          </p:val>
                                        </p:tav>
                                      </p:tavLst>
                                    </p:anim>
                                    <p:anim calcmode="lin" valueType="num">
                                      <p:cBhvr>
                                        <p:cTn id="23" dur="500" fill="hold"/>
                                        <p:tgtEl>
                                          <p:spTgt spid="39"/>
                                        </p:tgtEl>
                                        <p:attrNameLst>
                                          <p:attrName>ppt_h</p:attrName>
                                        </p:attrNameLst>
                                      </p:cBhvr>
                                      <p:tavLst>
                                        <p:tav tm="0">
                                          <p:val>
                                            <p:fltVal val="0"/>
                                          </p:val>
                                        </p:tav>
                                        <p:tav tm="100000">
                                          <p:val>
                                            <p:strVal val="#ppt_h"/>
                                          </p:val>
                                        </p:tav>
                                      </p:tavLst>
                                    </p:anim>
                                    <p:animEffect transition="in" filter="fade">
                                      <p:cBhvr>
                                        <p:cTn id="24" dur="500"/>
                                        <p:tgtEl>
                                          <p:spTgt spid="39"/>
                                        </p:tgtEl>
                                      </p:cBhvr>
                                    </p:animEffect>
                                  </p:childTnLst>
                                </p:cTn>
                              </p:par>
                            </p:childTnLst>
                          </p:cTn>
                        </p:par>
                        <p:par>
                          <p:cTn id="25" fill="hold">
                            <p:stCondLst>
                              <p:cond delay="1500"/>
                            </p:stCondLst>
                            <p:childTnLst>
                              <p:par>
                                <p:cTn id="26" presetID="22" presetClass="entr" presetSubtype="4" fill="hold" grpId="0" nodeType="after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wipe(down)">
                                      <p:cBhvr>
                                        <p:cTn id="28" dur="500"/>
                                        <p:tgtEl>
                                          <p:spTgt spid="6"/>
                                        </p:tgtEl>
                                      </p:cBhvr>
                                    </p:animEffect>
                                  </p:childTnLst>
                                </p:cTn>
                              </p:par>
                              <p:par>
                                <p:cTn id="29" presetID="53" presetClass="entr" presetSubtype="0"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500" fill="hold"/>
                                        <p:tgtEl>
                                          <p:spTgt spid="4"/>
                                        </p:tgtEl>
                                        <p:attrNameLst>
                                          <p:attrName>ppt_w</p:attrName>
                                        </p:attrNameLst>
                                      </p:cBhvr>
                                      <p:tavLst>
                                        <p:tav tm="0">
                                          <p:val>
                                            <p:fltVal val="0"/>
                                          </p:val>
                                        </p:tav>
                                        <p:tav tm="100000">
                                          <p:val>
                                            <p:strVal val="#ppt_w"/>
                                          </p:val>
                                        </p:tav>
                                      </p:tavLst>
                                    </p:anim>
                                    <p:anim calcmode="lin" valueType="num">
                                      <p:cBhvr>
                                        <p:cTn id="32" dur="500" fill="hold"/>
                                        <p:tgtEl>
                                          <p:spTgt spid="4"/>
                                        </p:tgtEl>
                                        <p:attrNameLst>
                                          <p:attrName>ppt_h</p:attrName>
                                        </p:attrNameLst>
                                      </p:cBhvr>
                                      <p:tavLst>
                                        <p:tav tm="0">
                                          <p:val>
                                            <p:fltVal val="0"/>
                                          </p:val>
                                        </p:tav>
                                        <p:tav tm="100000">
                                          <p:val>
                                            <p:strVal val="#ppt_h"/>
                                          </p:val>
                                        </p:tav>
                                      </p:tavLst>
                                    </p:anim>
                                    <p:animEffect transition="in" filter="fade">
                                      <p:cBhvr>
                                        <p:cTn id="33" dur="500"/>
                                        <p:tgtEl>
                                          <p:spTgt spid="4"/>
                                        </p:tgtEl>
                                      </p:cBhvr>
                                    </p:animEffect>
                                  </p:childTnLst>
                                </p:cTn>
                              </p:par>
                            </p:childTnLst>
                          </p:cTn>
                        </p:par>
                        <p:par>
                          <p:cTn id="34" fill="hold">
                            <p:stCondLst>
                              <p:cond delay="2000"/>
                            </p:stCondLst>
                            <p:childTnLst>
                              <p:par>
                                <p:cTn id="35" presetID="53" presetClass="entr" presetSubtype="0"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p:cTn id="37" dur="500" fill="hold"/>
                                        <p:tgtEl>
                                          <p:spTgt spid="40"/>
                                        </p:tgtEl>
                                        <p:attrNameLst>
                                          <p:attrName>ppt_w</p:attrName>
                                        </p:attrNameLst>
                                      </p:cBhvr>
                                      <p:tavLst>
                                        <p:tav tm="0">
                                          <p:val>
                                            <p:fltVal val="0"/>
                                          </p:val>
                                        </p:tav>
                                        <p:tav tm="100000">
                                          <p:val>
                                            <p:strVal val="#ppt_w"/>
                                          </p:val>
                                        </p:tav>
                                      </p:tavLst>
                                    </p:anim>
                                    <p:anim calcmode="lin" valueType="num">
                                      <p:cBhvr>
                                        <p:cTn id="38" dur="500" fill="hold"/>
                                        <p:tgtEl>
                                          <p:spTgt spid="40"/>
                                        </p:tgtEl>
                                        <p:attrNameLst>
                                          <p:attrName>ppt_h</p:attrName>
                                        </p:attrNameLst>
                                      </p:cBhvr>
                                      <p:tavLst>
                                        <p:tav tm="0">
                                          <p:val>
                                            <p:fltVal val="0"/>
                                          </p:val>
                                        </p:tav>
                                        <p:tav tm="100000">
                                          <p:val>
                                            <p:strVal val="#ppt_h"/>
                                          </p:val>
                                        </p:tav>
                                      </p:tavLst>
                                    </p:anim>
                                    <p:animEffect transition="in" filter="fade">
                                      <p:cBhvr>
                                        <p:cTn id="39" dur="500"/>
                                        <p:tgtEl>
                                          <p:spTgt spid="40"/>
                                        </p:tgtEl>
                                      </p:cBhvr>
                                    </p:animEffect>
                                  </p:childTnLst>
                                </p:cTn>
                              </p:par>
                            </p:childTnLst>
                          </p:cTn>
                        </p:par>
                        <p:par>
                          <p:cTn id="40" fill="hold">
                            <p:stCondLst>
                              <p:cond delay="2500"/>
                            </p:stCondLst>
                            <p:childTnLst>
                              <p:par>
                                <p:cTn id="41" presetID="53" presetClass="entr" presetSubtype="0" fill="hold" grpId="0" nodeType="after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p:cTn id="43" dur="500" fill="hold"/>
                                        <p:tgtEl>
                                          <p:spTgt spid="44"/>
                                        </p:tgtEl>
                                        <p:attrNameLst>
                                          <p:attrName>ppt_w</p:attrName>
                                        </p:attrNameLst>
                                      </p:cBhvr>
                                      <p:tavLst>
                                        <p:tav tm="0">
                                          <p:val>
                                            <p:fltVal val="0"/>
                                          </p:val>
                                        </p:tav>
                                        <p:tav tm="100000">
                                          <p:val>
                                            <p:strVal val="#ppt_w"/>
                                          </p:val>
                                        </p:tav>
                                      </p:tavLst>
                                    </p:anim>
                                    <p:anim calcmode="lin" valueType="num">
                                      <p:cBhvr>
                                        <p:cTn id="44" dur="500" fill="hold"/>
                                        <p:tgtEl>
                                          <p:spTgt spid="44"/>
                                        </p:tgtEl>
                                        <p:attrNameLst>
                                          <p:attrName>ppt_h</p:attrName>
                                        </p:attrNameLst>
                                      </p:cBhvr>
                                      <p:tavLst>
                                        <p:tav tm="0">
                                          <p:val>
                                            <p:fltVal val="0"/>
                                          </p:val>
                                        </p:tav>
                                        <p:tav tm="100000">
                                          <p:val>
                                            <p:strVal val="#ppt_h"/>
                                          </p:val>
                                        </p:tav>
                                      </p:tavLst>
                                    </p:anim>
                                    <p:animEffect transition="in" filter="fade">
                                      <p:cBhvr>
                                        <p:cTn id="45" dur="500"/>
                                        <p:tgtEl>
                                          <p:spTgt spid="44"/>
                                        </p:tgtEl>
                                      </p:cBhvr>
                                    </p:animEffect>
                                  </p:childTnLst>
                                </p:cTn>
                              </p:par>
                            </p:childTnLst>
                          </p:cTn>
                        </p:par>
                        <p:par>
                          <p:cTn id="46" fill="hold">
                            <p:stCondLst>
                              <p:cond delay="3000"/>
                            </p:stCondLst>
                            <p:childTnLst>
                              <p:par>
                                <p:cTn id="47" presetID="22" presetClass="entr" presetSubtype="4" fill="hold" grpId="0" nodeType="after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down)">
                                      <p:cBhvr>
                                        <p:cTn id="49" dur="500"/>
                                        <p:tgtEl>
                                          <p:spTgt spid="9"/>
                                        </p:tgtEl>
                                      </p:cBhvr>
                                    </p:animEffect>
                                  </p:childTnLst>
                                </p:cTn>
                              </p:par>
                              <p:par>
                                <p:cTn id="50" presetID="53" presetClass="entr" presetSubtype="0" fill="hold" nodeType="with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p:cTn id="52" dur="500" fill="hold"/>
                                        <p:tgtEl>
                                          <p:spTgt spid="13"/>
                                        </p:tgtEl>
                                        <p:attrNameLst>
                                          <p:attrName>ppt_w</p:attrName>
                                        </p:attrNameLst>
                                      </p:cBhvr>
                                      <p:tavLst>
                                        <p:tav tm="0">
                                          <p:val>
                                            <p:fltVal val="0"/>
                                          </p:val>
                                        </p:tav>
                                        <p:tav tm="100000">
                                          <p:val>
                                            <p:strVal val="#ppt_w"/>
                                          </p:val>
                                        </p:tav>
                                      </p:tavLst>
                                    </p:anim>
                                    <p:anim calcmode="lin" valueType="num">
                                      <p:cBhvr>
                                        <p:cTn id="53" dur="500" fill="hold"/>
                                        <p:tgtEl>
                                          <p:spTgt spid="13"/>
                                        </p:tgtEl>
                                        <p:attrNameLst>
                                          <p:attrName>ppt_h</p:attrName>
                                        </p:attrNameLst>
                                      </p:cBhvr>
                                      <p:tavLst>
                                        <p:tav tm="0">
                                          <p:val>
                                            <p:fltVal val="0"/>
                                          </p:val>
                                        </p:tav>
                                        <p:tav tm="100000">
                                          <p:val>
                                            <p:strVal val="#ppt_h"/>
                                          </p:val>
                                        </p:tav>
                                      </p:tavLst>
                                    </p:anim>
                                    <p:animEffect transition="in" filter="fade">
                                      <p:cBhvr>
                                        <p:cTn id="54" dur="500"/>
                                        <p:tgtEl>
                                          <p:spTgt spid="13"/>
                                        </p:tgtEl>
                                      </p:cBhvr>
                                    </p:animEffect>
                                  </p:childTnLst>
                                </p:cTn>
                              </p:par>
                            </p:childTnLst>
                          </p:cTn>
                        </p:par>
                        <p:par>
                          <p:cTn id="55" fill="hold">
                            <p:stCondLst>
                              <p:cond delay="3500"/>
                            </p:stCondLst>
                            <p:childTnLst>
                              <p:par>
                                <p:cTn id="56" presetID="53" presetClass="entr" presetSubtype="0" fill="hold" grpId="0" nodeType="afterEffect">
                                  <p:stCondLst>
                                    <p:cond delay="0"/>
                                  </p:stCondLst>
                                  <p:childTnLst>
                                    <p:set>
                                      <p:cBhvr>
                                        <p:cTn id="57" dur="1" fill="hold">
                                          <p:stCondLst>
                                            <p:cond delay="0"/>
                                          </p:stCondLst>
                                        </p:cTn>
                                        <p:tgtEl>
                                          <p:spTgt spid="41"/>
                                        </p:tgtEl>
                                        <p:attrNameLst>
                                          <p:attrName>style.visibility</p:attrName>
                                        </p:attrNameLst>
                                      </p:cBhvr>
                                      <p:to>
                                        <p:strVal val="visible"/>
                                      </p:to>
                                    </p:set>
                                    <p:anim calcmode="lin" valueType="num">
                                      <p:cBhvr>
                                        <p:cTn id="58" dur="500" fill="hold"/>
                                        <p:tgtEl>
                                          <p:spTgt spid="41"/>
                                        </p:tgtEl>
                                        <p:attrNameLst>
                                          <p:attrName>ppt_w</p:attrName>
                                        </p:attrNameLst>
                                      </p:cBhvr>
                                      <p:tavLst>
                                        <p:tav tm="0">
                                          <p:val>
                                            <p:fltVal val="0"/>
                                          </p:val>
                                        </p:tav>
                                        <p:tav tm="100000">
                                          <p:val>
                                            <p:strVal val="#ppt_w"/>
                                          </p:val>
                                        </p:tav>
                                      </p:tavLst>
                                    </p:anim>
                                    <p:anim calcmode="lin" valueType="num">
                                      <p:cBhvr>
                                        <p:cTn id="59" dur="500" fill="hold"/>
                                        <p:tgtEl>
                                          <p:spTgt spid="41"/>
                                        </p:tgtEl>
                                        <p:attrNameLst>
                                          <p:attrName>ppt_h</p:attrName>
                                        </p:attrNameLst>
                                      </p:cBhvr>
                                      <p:tavLst>
                                        <p:tav tm="0">
                                          <p:val>
                                            <p:fltVal val="0"/>
                                          </p:val>
                                        </p:tav>
                                        <p:tav tm="100000">
                                          <p:val>
                                            <p:strVal val="#ppt_h"/>
                                          </p:val>
                                        </p:tav>
                                      </p:tavLst>
                                    </p:anim>
                                    <p:animEffect transition="in" filter="fade">
                                      <p:cBhvr>
                                        <p:cTn id="60" dur="500"/>
                                        <p:tgtEl>
                                          <p:spTgt spid="41"/>
                                        </p:tgtEl>
                                      </p:cBhvr>
                                    </p:animEffect>
                                  </p:childTnLst>
                                </p:cTn>
                              </p:par>
                            </p:childTnLst>
                          </p:cTn>
                        </p:par>
                        <p:par>
                          <p:cTn id="61" fill="hold">
                            <p:stCondLst>
                              <p:cond delay="4000"/>
                            </p:stCondLst>
                            <p:childTnLst>
                              <p:par>
                                <p:cTn id="62" presetID="53" presetClass="entr" presetSubtype="0" fill="hold" grpId="0" nodeType="afterEffect">
                                  <p:stCondLst>
                                    <p:cond delay="0"/>
                                  </p:stCondLst>
                                  <p:childTnLst>
                                    <p:set>
                                      <p:cBhvr>
                                        <p:cTn id="63" dur="1" fill="hold">
                                          <p:stCondLst>
                                            <p:cond delay="0"/>
                                          </p:stCondLst>
                                        </p:cTn>
                                        <p:tgtEl>
                                          <p:spTgt spid="45"/>
                                        </p:tgtEl>
                                        <p:attrNameLst>
                                          <p:attrName>style.visibility</p:attrName>
                                        </p:attrNameLst>
                                      </p:cBhvr>
                                      <p:to>
                                        <p:strVal val="visible"/>
                                      </p:to>
                                    </p:set>
                                    <p:anim calcmode="lin" valueType="num">
                                      <p:cBhvr>
                                        <p:cTn id="64" dur="500" fill="hold"/>
                                        <p:tgtEl>
                                          <p:spTgt spid="45"/>
                                        </p:tgtEl>
                                        <p:attrNameLst>
                                          <p:attrName>ppt_w</p:attrName>
                                        </p:attrNameLst>
                                      </p:cBhvr>
                                      <p:tavLst>
                                        <p:tav tm="0">
                                          <p:val>
                                            <p:fltVal val="0"/>
                                          </p:val>
                                        </p:tav>
                                        <p:tav tm="100000">
                                          <p:val>
                                            <p:strVal val="#ppt_w"/>
                                          </p:val>
                                        </p:tav>
                                      </p:tavLst>
                                    </p:anim>
                                    <p:anim calcmode="lin" valueType="num">
                                      <p:cBhvr>
                                        <p:cTn id="65" dur="500" fill="hold"/>
                                        <p:tgtEl>
                                          <p:spTgt spid="45"/>
                                        </p:tgtEl>
                                        <p:attrNameLst>
                                          <p:attrName>ppt_h</p:attrName>
                                        </p:attrNameLst>
                                      </p:cBhvr>
                                      <p:tavLst>
                                        <p:tav tm="0">
                                          <p:val>
                                            <p:fltVal val="0"/>
                                          </p:val>
                                        </p:tav>
                                        <p:tav tm="100000">
                                          <p:val>
                                            <p:strVal val="#ppt_h"/>
                                          </p:val>
                                        </p:tav>
                                      </p:tavLst>
                                    </p:anim>
                                    <p:animEffect transition="in" filter="fade">
                                      <p:cBhvr>
                                        <p:cTn id="66" dur="500"/>
                                        <p:tgtEl>
                                          <p:spTgt spid="45"/>
                                        </p:tgtEl>
                                      </p:cBhvr>
                                    </p:animEffect>
                                  </p:childTnLst>
                                </p:cTn>
                              </p:par>
                            </p:childTnLst>
                          </p:cTn>
                        </p:par>
                        <p:par>
                          <p:cTn id="67" fill="hold">
                            <p:stCondLst>
                              <p:cond delay="4500"/>
                            </p:stCondLst>
                            <p:childTnLst>
                              <p:par>
                                <p:cTn id="68" presetID="22" presetClass="entr" presetSubtype="4" fill="hold" grpId="0" nodeType="after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wipe(down)">
                                      <p:cBhvr>
                                        <p:cTn id="70" dur="500"/>
                                        <p:tgtEl>
                                          <p:spTgt spid="10"/>
                                        </p:tgtEl>
                                      </p:cBhvr>
                                    </p:animEffect>
                                  </p:childTnLst>
                                </p:cTn>
                              </p:par>
                              <p:par>
                                <p:cTn id="71" presetID="53" presetClass="entr" presetSubtype="0" fill="hold" nodeType="withEffect">
                                  <p:stCondLst>
                                    <p:cond delay="0"/>
                                  </p:stCondLst>
                                  <p:childTnLst>
                                    <p:set>
                                      <p:cBhvr>
                                        <p:cTn id="72" dur="1" fill="hold">
                                          <p:stCondLst>
                                            <p:cond delay="0"/>
                                          </p:stCondLst>
                                        </p:cTn>
                                        <p:tgtEl>
                                          <p:spTgt spid="18"/>
                                        </p:tgtEl>
                                        <p:attrNameLst>
                                          <p:attrName>style.visibility</p:attrName>
                                        </p:attrNameLst>
                                      </p:cBhvr>
                                      <p:to>
                                        <p:strVal val="visible"/>
                                      </p:to>
                                    </p:set>
                                    <p:anim calcmode="lin" valueType="num">
                                      <p:cBhvr>
                                        <p:cTn id="73" dur="500" fill="hold"/>
                                        <p:tgtEl>
                                          <p:spTgt spid="18"/>
                                        </p:tgtEl>
                                        <p:attrNameLst>
                                          <p:attrName>ppt_w</p:attrName>
                                        </p:attrNameLst>
                                      </p:cBhvr>
                                      <p:tavLst>
                                        <p:tav tm="0">
                                          <p:val>
                                            <p:fltVal val="0"/>
                                          </p:val>
                                        </p:tav>
                                        <p:tav tm="100000">
                                          <p:val>
                                            <p:strVal val="#ppt_w"/>
                                          </p:val>
                                        </p:tav>
                                      </p:tavLst>
                                    </p:anim>
                                    <p:anim calcmode="lin" valueType="num">
                                      <p:cBhvr>
                                        <p:cTn id="74" dur="500" fill="hold"/>
                                        <p:tgtEl>
                                          <p:spTgt spid="18"/>
                                        </p:tgtEl>
                                        <p:attrNameLst>
                                          <p:attrName>ppt_h</p:attrName>
                                        </p:attrNameLst>
                                      </p:cBhvr>
                                      <p:tavLst>
                                        <p:tav tm="0">
                                          <p:val>
                                            <p:fltVal val="0"/>
                                          </p:val>
                                        </p:tav>
                                        <p:tav tm="100000">
                                          <p:val>
                                            <p:strVal val="#ppt_h"/>
                                          </p:val>
                                        </p:tav>
                                      </p:tavLst>
                                    </p:anim>
                                    <p:animEffect transition="in" filter="fade">
                                      <p:cBhvr>
                                        <p:cTn id="75" dur="500"/>
                                        <p:tgtEl>
                                          <p:spTgt spid="18"/>
                                        </p:tgtEl>
                                      </p:cBhvr>
                                    </p:animEffect>
                                  </p:childTnLst>
                                </p:cTn>
                              </p:par>
                            </p:childTnLst>
                          </p:cTn>
                        </p:par>
                        <p:par>
                          <p:cTn id="76" fill="hold">
                            <p:stCondLst>
                              <p:cond delay="5000"/>
                            </p:stCondLst>
                            <p:childTnLst>
                              <p:par>
                                <p:cTn id="77" presetID="53" presetClass="entr" presetSubtype="0" fill="hold" grpId="0" nodeType="afterEffect">
                                  <p:stCondLst>
                                    <p:cond delay="0"/>
                                  </p:stCondLst>
                                  <p:childTnLst>
                                    <p:set>
                                      <p:cBhvr>
                                        <p:cTn id="78" dur="1" fill="hold">
                                          <p:stCondLst>
                                            <p:cond delay="0"/>
                                          </p:stCondLst>
                                        </p:cTn>
                                        <p:tgtEl>
                                          <p:spTgt spid="42"/>
                                        </p:tgtEl>
                                        <p:attrNameLst>
                                          <p:attrName>style.visibility</p:attrName>
                                        </p:attrNameLst>
                                      </p:cBhvr>
                                      <p:to>
                                        <p:strVal val="visible"/>
                                      </p:to>
                                    </p:set>
                                    <p:anim calcmode="lin" valueType="num">
                                      <p:cBhvr>
                                        <p:cTn id="79" dur="500" fill="hold"/>
                                        <p:tgtEl>
                                          <p:spTgt spid="42"/>
                                        </p:tgtEl>
                                        <p:attrNameLst>
                                          <p:attrName>ppt_w</p:attrName>
                                        </p:attrNameLst>
                                      </p:cBhvr>
                                      <p:tavLst>
                                        <p:tav tm="0">
                                          <p:val>
                                            <p:fltVal val="0"/>
                                          </p:val>
                                        </p:tav>
                                        <p:tav tm="100000">
                                          <p:val>
                                            <p:strVal val="#ppt_w"/>
                                          </p:val>
                                        </p:tav>
                                      </p:tavLst>
                                    </p:anim>
                                    <p:anim calcmode="lin" valueType="num">
                                      <p:cBhvr>
                                        <p:cTn id="80" dur="500" fill="hold"/>
                                        <p:tgtEl>
                                          <p:spTgt spid="42"/>
                                        </p:tgtEl>
                                        <p:attrNameLst>
                                          <p:attrName>ppt_h</p:attrName>
                                        </p:attrNameLst>
                                      </p:cBhvr>
                                      <p:tavLst>
                                        <p:tav tm="0">
                                          <p:val>
                                            <p:fltVal val="0"/>
                                          </p:val>
                                        </p:tav>
                                        <p:tav tm="100000">
                                          <p:val>
                                            <p:strVal val="#ppt_h"/>
                                          </p:val>
                                        </p:tav>
                                      </p:tavLst>
                                    </p:anim>
                                    <p:animEffect transition="in" filter="fade">
                                      <p:cBhvr>
                                        <p:cTn id="81" dur="500"/>
                                        <p:tgtEl>
                                          <p:spTgt spid="42"/>
                                        </p:tgtEl>
                                      </p:cBhvr>
                                    </p:animEffect>
                                  </p:childTnLst>
                                </p:cTn>
                              </p:par>
                            </p:childTnLst>
                          </p:cTn>
                        </p:par>
                        <p:par>
                          <p:cTn id="82" fill="hold">
                            <p:stCondLst>
                              <p:cond delay="5500"/>
                            </p:stCondLst>
                            <p:childTnLst>
                              <p:par>
                                <p:cTn id="83" presetID="53" presetClass="entr" presetSubtype="0" fill="hold" grpId="0" nodeType="afterEffect">
                                  <p:stCondLst>
                                    <p:cond delay="0"/>
                                  </p:stCondLst>
                                  <p:childTnLst>
                                    <p:set>
                                      <p:cBhvr>
                                        <p:cTn id="84" dur="1" fill="hold">
                                          <p:stCondLst>
                                            <p:cond delay="0"/>
                                          </p:stCondLst>
                                        </p:cTn>
                                        <p:tgtEl>
                                          <p:spTgt spid="46"/>
                                        </p:tgtEl>
                                        <p:attrNameLst>
                                          <p:attrName>style.visibility</p:attrName>
                                        </p:attrNameLst>
                                      </p:cBhvr>
                                      <p:to>
                                        <p:strVal val="visible"/>
                                      </p:to>
                                    </p:set>
                                    <p:anim calcmode="lin" valueType="num">
                                      <p:cBhvr>
                                        <p:cTn id="85" dur="500" fill="hold"/>
                                        <p:tgtEl>
                                          <p:spTgt spid="46"/>
                                        </p:tgtEl>
                                        <p:attrNameLst>
                                          <p:attrName>ppt_w</p:attrName>
                                        </p:attrNameLst>
                                      </p:cBhvr>
                                      <p:tavLst>
                                        <p:tav tm="0">
                                          <p:val>
                                            <p:fltVal val="0"/>
                                          </p:val>
                                        </p:tav>
                                        <p:tav tm="100000">
                                          <p:val>
                                            <p:strVal val="#ppt_w"/>
                                          </p:val>
                                        </p:tav>
                                      </p:tavLst>
                                    </p:anim>
                                    <p:anim calcmode="lin" valueType="num">
                                      <p:cBhvr>
                                        <p:cTn id="86" dur="500" fill="hold"/>
                                        <p:tgtEl>
                                          <p:spTgt spid="46"/>
                                        </p:tgtEl>
                                        <p:attrNameLst>
                                          <p:attrName>ppt_h</p:attrName>
                                        </p:attrNameLst>
                                      </p:cBhvr>
                                      <p:tavLst>
                                        <p:tav tm="0">
                                          <p:val>
                                            <p:fltVal val="0"/>
                                          </p:val>
                                        </p:tav>
                                        <p:tav tm="100000">
                                          <p:val>
                                            <p:strVal val="#ppt_h"/>
                                          </p:val>
                                        </p:tav>
                                      </p:tavLst>
                                    </p:anim>
                                    <p:animEffect transition="in" filter="fade">
                                      <p:cBhvr>
                                        <p:cTn id="87" dur="500"/>
                                        <p:tgtEl>
                                          <p:spTgt spid="46"/>
                                        </p:tgtEl>
                                      </p:cBhvr>
                                    </p:animEffect>
                                  </p:childTnLst>
                                </p:cTn>
                              </p:par>
                            </p:childTnLst>
                          </p:cTn>
                        </p:par>
                        <p:par>
                          <p:cTn id="88" fill="hold">
                            <p:stCondLst>
                              <p:cond delay="6000"/>
                            </p:stCondLst>
                            <p:childTnLst>
                              <p:par>
                                <p:cTn id="89" presetID="22" presetClass="entr" presetSubtype="4"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wipe(down)">
                                      <p:cBhvr>
                                        <p:cTn id="91" dur="500"/>
                                        <p:tgtEl>
                                          <p:spTgt spid="12"/>
                                        </p:tgtEl>
                                      </p:cBhvr>
                                    </p:animEffect>
                                  </p:childTnLst>
                                </p:cTn>
                              </p:par>
                              <p:par>
                                <p:cTn id="92" presetID="53" presetClass="entr" presetSubtype="0" fill="hold" nodeType="withEffect">
                                  <p:stCondLst>
                                    <p:cond delay="0"/>
                                  </p:stCondLst>
                                  <p:childTnLst>
                                    <p:set>
                                      <p:cBhvr>
                                        <p:cTn id="93" dur="1" fill="hold">
                                          <p:stCondLst>
                                            <p:cond delay="0"/>
                                          </p:stCondLst>
                                        </p:cTn>
                                        <p:tgtEl>
                                          <p:spTgt spid="23"/>
                                        </p:tgtEl>
                                        <p:attrNameLst>
                                          <p:attrName>style.visibility</p:attrName>
                                        </p:attrNameLst>
                                      </p:cBhvr>
                                      <p:to>
                                        <p:strVal val="visible"/>
                                      </p:to>
                                    </p:set>
                                    <p:anim calcmode="lin" valueType="num">
                                      <p:cBhvr>
                                        <p:cTn id="94" dur="500" fill="hold"/>
                                        <p:tgtEl>
                                          <p:spTgt spid="23"/>
                                        </p:tgtEl>
                                        <p:attrNameLst>
                                          <p:attrName>ppt_w</p:attrName>
                                        </p:attrNameLst>
                                      </p:cBhvr>
                                      <p:tavLst>
                                        <p:tav tm="0">
                                          <p:val>
                                            <p:fltVal val="0"/>
                                          </p:val>
                                        </p:tav>
                                        <p:tav tm="100000">
                                          <p:val>
                                            <p:strVal val="#ppt_w"/>
                                          </p:val>
                                        </p:tav>
                                      </p:tavLst>
                                    </p:anim>
                                    <p:anim calcmode="lin" valueType="num">
                                      <p:cBhvr>
                                        <p:cTn id="95" dur="500" fill="hold"/>
                                        <p:tgtEl>
                                          <p:spTgt spid="23"/>
                                        </p:tgtEl>
                                        <p:attrNameLst>
                                          <p:attrName>ppt_h</p:attrName>
                                        </p:attrNameLst>
                                      </p:cBhvr>
                                      <p:tavLst>
                                        <p:tav tm="0">
                                          <p:val>
                                            <p:fltVal val="0"/>
                                          </p:val>
                                        </p:tav>
                                        <p:tav tm="100000">
                                          <p:val>
                                            <p:strVal val="#ppt_h"/>
                                          </p:val>
                                        </p:tav>
                                      </p:tavLst>
                                    </p:anim>
                                    <p:animEffect transition="in" filter="fade">
                                      <p:cBhvr>
                                        <p:cTn id="96" dur="500"/>
                                        <p:tgtEl>
                                          <p:spTgt spid="23"/>
                                        </p:tgtEl>
                                      </p:cBhvr>
                                    </p:animEffect>
                                  </p:childTnLst>
                                </p:cTn>
                              </p:par>
                            </p:childTnLst>
                          </p:cTn>
                        </p:par>
                        <p:par>
                          <p:cTn id="97" fill="hold">
                            <p:stCondLst>
                              <p:cond delay="6500"/>
                            </p:stCondLst>
                            <p:childTnLst>
                              <p:par>
                                <p:cTn id="98" presetID="53" presetClass="entr" presetSubtype="0" fill="hold" grpId="0" nodeType="afterEffect">
                                  <p:stCondLst>
                                    <p:cond delay="0"/>
                                  </p:stCondLst>
                                  <p:childTnLst>
                                    <p:set>
                                      <p:cBhvr>
                                        <p:cTn id="99" dur="1" fill="hold">
                                          <p:stCondLst>
                                            <p:cond delay="0"/>
                                          </p:stCondLst>
                                        </p:cTn>
                                        <p:tgtEl>
                                          <p:spTgt spid="43"/>
                                        </p:tgtEl>
                                        <p:attrNameLst>
                                          <p:attrName>style.visibility</p:attrName>
                                        </p:attrNameLst>
                                      </p:cBhvr>
                                      <p:to>
                                        <p:strVal val="visible"/>
                                      </p:to>
                                    </p:set>
                                    <p:anim calcmode="lin" valueType="num">
                                      <p:cBhvr>
                                        <p:cTn id="100" dur="500" fill="hold"/>
                                        <p:tgtEl>
                                          <p:spTgt spid="43"/>
                                        </p:tgtEl>
                                        <p:attrNameLst>
                                          <p:attrName>ppt_w</p:attrName>
                                        </p:attrNameLst>
                                      </p:cBhvr>
                                      <p:tavLst>
                                        <p:tav tm="0">
                                          <p:val>
                                            <p:fltVal val="0"/>
                                          </p:val>
                                        </p:tav>
                                        <p:tav tm="100000">
                                          <p:val>
                                            <p:strVal val="#ppt_w"/>
                                          </p:val>
                                        </p:tav>
                                      </p:tavLst>
                                    </p:anim>
                                    <p:anim calcmode="lin" valueType="num">
                                      <p:cBhvr>
                                        <p:cTn id="101" dur="500" fill="hold"/>
                                        <p:tgtEl>
                                          <p:spTgt spid="43"/>
                                        </p:tgtEl>
                                        <p:attrNameLst>
                                          <p:attrName>ppt_h</p:attrName>
                                        </p:attrNameLst>
                                      </p:cBhvr>
                                      <p:tavLst>
                                        <p:tav tm="0">
                                          <p:val>
                                            <p:fltVal val="0"/>
                                          </p:val>
                                        </p:tav>
                                        <p:tav tm="100000">
                                          <p:val>
                                            <p:strVal val="#ppt_h"/>
                                          </p:val>
                                        </p:tav>
                                      </p:tavLst>
                                    </p:anim>
                                    <p:animEffect transition="in" filter="fade">
                                      <p:cBhvr>
                                        <p:cTn id="102" dur="500"/>
                                        <p:tgtEl>
                                          <p:spTgt spid="43"/>
                                        </p:tgtEl>
                                      </p:cBhvr>
                                    </p:animEffect>
                                  </p:childTnLst>
                                </p:cTn>
                              </p:par>
                            </p:childTnLst>
                          </p:cTn>
                        </p:par>
                        <p:par>
                          <p:cTn id="103" fill="hold">
                            <p:stCondLst>
                              <p:cond delay="7000"/>
                            </p:stCondLst>
                            <p:childTnLst>
                              <p:par>
                                <p:cTn id="104" presetID="53" presetClass="entr" presetSubtype="0" fill="hold" grpId="0" nodeType="afterEffect">
                                  <p:stCondLst>
                                    <p:cond delay="0"/>
                                  </p:stCondLst>
                                  <p:childTnLst>
                                    <p:set>
                                      <p:cBhvr>
                                        <p:cTn id="105" dur="1" fill="hold">
                                          <p:stCondLst>
                                            <p:cond delay="0"/>
                                          </p:stCondLst>
                                        </p:cTn>
                                        <p:tgtEl>
                                          <p:spTgt spid="47"/>
                                        </p:tgtEl>
                                        <p:attrNameLst>
                                          <p:attrName>style.visibility</p:attrName>
                                        </p:attrNameLst>
                                      </p:cBhvr>
                                      <p:to>
                                        <p:strVal val="visible"/>
                                      </p:to>
                                    </p:set>
                                    <p:anim calcmode="lin" valueType="num">
                                      <p:cBhvr>
                                        <p:cTn id="106" dur="500" fill="hold"/>
                                        <p:tgtEl>
                                          <p:spTgt spid="47"/>
                                        </p:tgtEl>
                                        <p:attrNameLst>
                                          <p:attrName>ppt_w</p:attrName>
                                        </p:attrNameLst>
                                      </p:cBhvr>
                                      <p:tavLst>
                                        <p:tav tm="0">
                                          <p:val>
                                            <p:fltVal val="0"/>
                                          </p:val>
                                        </p:tav>
                                        <p:tav tm="100000">
                                          <p:val>
                                            <p:strVal val="#ppt_w"/>
                                          </p:val>
                                        </p:tav>
                                      </p:tavLst>
                                    </p:anim>
                                    <p:anim calcmode="lin" valueType="num">
                                      <p:cBhvr>
                                        <p:cTn id="107" dur="500" fill="hold"/>
                                        <p:tgtEl>
                                          <p:spTgt spid="47"/>
                                        </p:tgtEl>
                                        <p:attrNameLst>
                                          <p:attrName>ppt_h</p:attrName>
                                        </p:attrNameLst>
                                      </p:cBhvr>
                                      <p:tavLst>
                                        <p:tav tm="0">
                                          <p:val>
                                            <p:fltVal val="0"/>
                                          </p:val>
                                        </p:tav>
                                        <p:tav tm="100000">
                                          <p:val>
                                            <p:strVal val="#ppt_h"/>
                                          </p:val>
                                        </p:tav>
                                      </p:tavLst>
                                    </p:anim>
                                    <p:animEffect transition="in" filter="fade">
                                      <p:cBhvr>
                                        <p:cTn id="10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2" grpId="0" animBg="1"/>
      <p:bldP spid="39" grpId="0"/>
      <p:bldP spid="40" grpId="0"/>
      <p:bldP spid="41" grpId="0"/>
      <p:bldP spid="42" grpId="0"/>
      <p:bldP spid="43" grpId="0"/>
      <p:bldP spid="44" grpId="0"/>
      <p:bldP spid="45" grpId="0"/>
      <p:bldP spid="46" grpId="0"/>
      <p:bldP spid="47" grpId="0"/>
      <p:bldP spid="49" grpId="0"/>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42"/>
          <p:cNvGrpSpPr/>
          <p:nvPr/>
        </p:nvGrpSpPr>
        <p:grpSpPr>
          <a:xfrm>
            <a:off x="609600" y="1126813"/>
            <a:ext cx="7924800" cy="2357806"/>
            <a:chOff x="609600" y="1126813"/>
            <a:chExt cx="7924800" cy="2357806"/>
          </a:xfrm>
        </p:grpSpPr>
        <p:grpSp>
          <p:nvGrpSpPr>
            <p:cNvPr id="3" name="Group 61"/>
            <p:cNvGrpSpPr/>
            <p:nvPr/>
          </p:nvGrpSpPr>
          <p:grpSpPr>
            <a:xfrm>
              <a:off x="609600" y="1126813"/>
              <a:ext cx="7918708" cy="2357806"/>
              <a:chOff x="856234" y="1246789"/>
              <a:chExt cx="7425819" cy="2189066"/>
            </a:xfrm>
          </p:grpSpPr>
          <p:cxnSp>
            <p:nvCxnSpPr>
              <p:cNvPr id="42" name="Straight Connector 41"/>
              <p:cNvCxnSpPr/>
              <p:nvPr/>
            </p:nvCxnSpPr>
            <p:spPr>
              <a:xfrm>
                <a:off x="856234"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1531308"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2206382"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2881456"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3556530"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4231604"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906678"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5581752"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256826"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6931900"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7606974"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8282053" y="1246789"/>
                <a:ext cx="0" cy="2189066"/>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 name="Group 141"/>
            <p:cNvGrpSpPr/>
            <p:nvPr/>
          </p:nvGrpSpPr>
          <p:grpSpPr>
            <a:xfrm>
              <a:off x="609844" y="1126813"/>
              <a:ext cx="7924556" cy="2357806"/>
              <a:chOff x="609844" y="1126813"/>
              <a:chExt cx="7924556" cy="2357806"/>
            </a:xfrm>
          </p:grpSpPr>
          <p:cxnSp>
            <p:nvCxnSpPr>
              <p:cNvPr id="37" name="Straight Connector 36"/>
              <p:cNvCxnSpPr/>
              <p:nvPr/>
            </p:nvCxnSpPr>
            <p:spPr>
              <a:xfrm>
                <a:off x="609844" y="1912749"/>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609844" y="2305717"/>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609844" y="2698685"/>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844" y="3091653"/>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609844" y="1126813"/>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609844" y="1519781"/>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609844" y="3484619"/>
                <a:ext cx="7924556" cy="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sp>
        <p:nvSpPr>
          <p:cNvPr id="7" name="Title 6"/>
          <p:cNvSpPr>
            <a:spLocks noGrp="1"/>
          </p:cNvSpPr>
          <p:nvPr>
            <p:ph type="title"/>
          </p:nvPr>
        </p:nvSpPr>
        <p:spPr/>
        <p:txBody>
          <a:bodyPr/>
          <a:lstStyle/>
          <a:p>
            <a:r>
              <a:rPr lang="en-US"/>
              <a:t>Total Quality Management</a:t>
            </a:r>
            <a:endParaRPr lang="en-US" dirty="0"/>
          </a:p>
        </p:txBody>
      </p:sp>
      <p:sp>
        <p:nvSpPr>
          <p:cNvPr id="8" name="Text Placeholder 7"/>
          <p:cNvSpPr>
            <a:spLocks noGrp="1"/>
          </p:cNvSpPr>
          <p:nvPr>
            <p:ph type="body" sz="half" idx="2"/>
          </p:nvPr>
        </p:nvSpPr>
        <p:spPr/>
        <p:txBody>
          <a:bodyPr/>
          <a:lstStyle/>
          <a:p>
            <a:r>
              <a:rPr lang="en-US"/>
              <a:t>Total Quality Management</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298</a:t>
            </a:fld>
            <a:endParaRPr lang="en-US" dirty="0"/>
          </a:p>
        </p:txBody>
      </p:sp>
      <p:sp>
        <p:nvSpPr>
          <p:cNvPr id="6" name="Freeform 6"/>
          <p:cNvSpPr>
            <a:spLocks/>
          </p:cNvSpPr>
          <p:nvPr/>
        </p:nvSpPr>
        <p:spPr bwMode="auto">
          <a:xfrm>
            <a:off x="1076726" y="1405806"/>
            <a:ext cx="1492517" cy="209582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2">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2514600" y="1405806"/>
            <a:ext cx="1492517" cy="209582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4">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p:cNvSpPr>
            <a:spLocks/>
          </p:cNvSpPr>
          <p:nvPr/>
        </p:nvSpPr>
        <p:spPr bwMode="auto">
          <a:xfrm>
            <a:off x="614755" y="2191741"/>
            <a:ext cx="1137156" cy="1309893"/>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1">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6"/>
          <p:cNvSpPr>
            <a:spLocks/>
          </p:cNvSpPr>
          <p:nvPr/>
        </p:nvSpPr>
        <p:spPr bwMode="auto">
          <a:xfrm>
            <a:off x="1751911" y="1143828"/>
            <a:ext cx="1679082" cy="2357806"/>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3">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6"/>
          <p:cNvSpPr>
            <a:spLocks/>
          </p:cNvSpPr>
          <p:nvPr/>
        </p:nvSpPr>
        <p:spPr bwMode="auto">
          <a:xfrm>
            <a:off x="3276600" y="1769800"/>
            <a:ext cx="1492517" cy="1731834"/>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5">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6"/>
          <p:cNvSpPr>
            <a:spLocks/>
          </p:cNvSpPr>
          <p:nvPr/>
        </p:nvSpPr>
        <p:spPr bwMode="auto">
          <a:xfrm>
            <a:off x="3982278" y="1405806"/>
            <a:ext cx="1492517" cy="209582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6">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6"/>
          <p:cNvSpPr>
            <a:spLocks/>
          </p:cNvSpPr>
          <p:nvPr/>
        </p:nvSpPr>
        <p:spPr bwMode="auto">
          <a:xfrm>
            <a:off x="4905837" y="2191741"/>
            <a:ext cx="1137156" cy="1309893"/>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1">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6"/>
          <p:cNvSpPr>
            <a:spLocks/>
          </p:cNvSpPr>
          <p:nvPr/>
        </p:nvSpPr>
        <p:spPr bwMode="auto">
          <a:xfrm>
            <a:off x="5488924" y="1405806"/>
            <a:ext cx="1492517" cy="209582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2">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6"/>
          <p:cNvSpPr>
            <a:spLocks/>
          </p:cNvSpPr>
          <p:nvPr/>
        </p:nvSpPr>
        <p:spPr bwMode="auto">
          <a:xfrm>
            <a:off x="7026916" y="1405806"/>
            <a:ext cx="1492517" cy="209582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4">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6"/>
          <p:cNvSpPr>
            <a:spLocks/>
          </p:cNvSpPr>
          <p:nvPr/>
        </p:nvSpPr>
        <p:spPr bwMode="auto">
          <a:xfrm>
            <a:off x="6193926" y="1143828"/>
            <a:ext cx="1679082" cy="2357806"/>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3">
              <a:alpha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 name="Group 136"/>
          <p:cNvGrpSpPr/>
          <p:nvPr/>
        </p:nvGrpSpPr>
        <p:grpSpPr>
          <a:xfrm>
            <a:off x="800404" y="3637019"/>
            <a:ext cx="703718" cy="707055"/>
            <a:chOff x="886162" y="3281022"/>
            <a:chExt cx="703718" cy="707055"/>
          </a:xfrm>
        </p:grpSpPr>
        <p:sp>
          <p:nvSpPr>
            <p:cNvPr id="57" name="Oval 56"/>
            <p:cNvSpPr>
              <a:spLocks noChangeAspect="1"/>
            </p:cNvSpPr>
            <p:nvPr/>
          </p:nvSpPr>
          <p:spPr>
            <a:xfrm>
              <a:off x="1088218" y="3281022"/>
              <a:ext cx="200183" cy="194452"/>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9" name="Group 120"/>
            <p:cNvGrpSpPr/>
            <p:nvPr/>
          </p:nvGrpSpPr>
          <p:grpSpPr>
            <a:xfrm>
              <a:off x="886162" y="3475474"/>
              <a:ext cx="703718" cy="512603"/>
              <a:chOff x="943769" y="3705902"/>
              <a:chExt cx="703718" cy="512603"/>
            </a:xfrm>
          </p:grpSpPr>
          <p:sp>
            <p:nvSpPr>
              <p:cNvPr id="59" name="TextBox 58"/>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60" name="Straight Connector 59"/>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0" name="Group 137"/>
          <p:cNvGrpSpPr/>
          <p:nvPr/>
        </p:nvGrpSpPr>
        <p:grpSpPr>
          <a:xfrm>
            <a:off x="1539213" y="3637019"/>
            <a:ext cx="703718" cy="1032175"/>
            <a:chOff x="1543503" y="3281022"/>
            <a:chExt cx="703718" cy="1032175"/>
          </a:xfrm>
        </p:grpSpPr>
        <p:sp>
          <p:nvSpPr>
            <p:cNvPr id="62" name="Oval 61"/>
            <p:cNvSpPr>
              <a:spLocks noChangeAspect="1"/>
            </p:cNvSpPr>
            <p:nvPr/>
          </p:nvSpPr>
          <p:spPr>
            <a:xfrm>
              <a:off x="1744938" y="3281022"/>
              <a:ext cx="200183" cy="19445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2" name="Group 107"/>
            <p:cNvGrpSpPr/>
            <p:nvPr/>
          </p:nvGrpSpPr>
          <p:grpSpPr>
            <a:xfrm>
              <a:off x="1543503" y="3475474"/>
              <a:ext cx="703718" cy="837723"/>
              <a:chOff x="1592299" y="3705902"/>
              <a:chExt cx="703718" cy="837723"/>
            </a:xfrm>
          </p:grpSpPr>
          <p:cxnSp>
            <p:nvCxnSpPr>
              <p:cNvPr id="64" name="Straight Connector 63"/>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13" name="Group 136"/>
          <p:cNvGrpSpPr/>
          <p:nvPr/>
        </p:nvGrpSpPr>
        <p:grpSpPr>
          <a:xfrm>
            <a:off x="2278022" y="3637019"/>
            <a:ext cx="703718" cy="707055"/>
            <a:chOff x="886162" y="3281022"/>
            <a:chExt cx="703718" cy="707055"/>
          </a:xfrm>
        </p:grpSpPr>
        <p:sp>
          <p:nvSpPr>
            <p:cNvPr id="102" name="Oval 101"/>
            <p:cNvSpPr>
              <a:spLocks noChangeAspect="1"/>
            </p:cNvSpPr>
            <p:nvPr/>
          </p:nvSpPr>
          <p:spPr>
            <a:xfrm>
              <a:off x="1088218" y="3281022"/>
              <a:ext cx="200183" cy="194452"/>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4" name="Group 120"/>
            <p:cNvGrpSpPr/>
            <p:nvPr/>
          </p:nvGrpSpPr>
          <p:grpSpPr>
            <a:xfrm>
              <a:off x="886162" y="3475474"/>
              <a:ext cx="703718" cy="512603"/>
              <a:chOff x="943769" y="3705902"/>
              <a:chExt cx="703718" cy="512603"/>
            </a:xfrm>
          </p:grpSpPr>
          <p:sp>
            <p:nvSpPr>
              <p:cNvPr id="104" name="TextBox 103"/>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105" name="Straight Connector 104"/>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15" name="Group 137"/>
          <p:cNvGrpSpPr/>
          <p:nvPr/>
        </p:nvGrpSpPr>
        <p:grpSpPr>
          <a:xfrm>
            <a:off x="3016831" y="3637019"/>
            <a:ext cx="703718" cy="1032175"/>
            <a:chOff x="1543503" y="3281022"/>
            <a:chExt cx="703718" cy="1032175"/>
          </a:xfrm>
        </p:grpSpPr>
        <p:sp>
          <p:nvSpPr>
            <p:cNvPr id="107" name="Oval 106"/>
            <p:cNvSpPr>
              <a:spLocks noChangeAspect="1"/>
            </p:cNvSpPr>
            <p:nvPr/>
          </p:nvSpPr>
          <p:spPr>
            <a:xfrm>
              <a:off x="1744938" y="3281022"/>
              <a:ext cx="200183" cy="194452"/>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6" name="Group 107"/>
            <p:cNvGrpSpPr/>
            <p:nvPr/>
          </p:nvGrpSpPr>
          <p:grpSpPr>
            <a:xfrm>
              <a:off x="1543503" y="3475474"/>
              <a:ext cx="703718" cy="837723"/>
              <a:chOff x="1592299" y="3705902"/>
              <a:chExt cx="703718" cy="837723"/>
            </a:xfrm>
          </p:grpSpPr>
          <p:cxnSp>
            <p:nvCxnSpPr>
              <p:cNvPr id="109" name="Straight Connector 108"/>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10" name="TextBox 109"/>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18" name="Group 136"/>
          <p:cNvGrpSpPr/>
          <p:nvPr/>
        </p:nvGrpSpPr>
        <p:grpSpPr>
          <a:xfrm>
            <a:off x="3755640" y="3637019"/>
            <a:ext cx="703718" cy="707055"/>
            <a:chOff x="886162" y="3281022"/>
            <a:chExt cx="703718" cy="707055"/>
          </a:xfrm>
        </p:grpSpPr>
        <p:sp>
          <p:nvSpPr>
            <p:cNvPr id="112" name="Oval 111"/>
            <p:cNvSpPr>
              <a:spLocks noChangeAspect="1"/>
            </p:cNvSpPr>
            <p:nvPr/>
          </p:nvSpPr>
          <p:spPr>
            <a:xfrm>
              <a:off x="1088218" y="3281022"/>
              <a:ext cx="200183" cy="194452"/>
            </a:xfrm>
            <a:prstGeom prst="ellipse">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19" name="Group 120"/>
            <p:cNvGrpSpPr/>
            <p:nvPr/>
          </p:nvGrpSpPr>
          <p:grpSpPr>
            <a:xfrm>
              <a:off x="886162" y="3475474"/>
              <a:ext cx="703718" cy="512603"/>
              <a:chOff x="943769" y="3705902"/>
              <a:chExt cx="703718" cy="512603"/>
            </a:xfrm>
          </p:grpSpPr>
          <p:sp>
            <p:nvSpPr>
              <p:cNvPr id="114" name="TextBox 113"/>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115" name="Straight Connector 114"/>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20" name="Group 137"/>
          <p:cNvGrpSpPr/>
          <p:nvPr/>
        </p:nvGrpSpPr>
        <p:grpSpPr>
          <a:xfrm>
            <a:off x="4494449" y="3637019"/>
            <a:ext cx="703718" cy="1032175"/>
            <a:chOff x="1543503" y="3281022"/>
            <a:chExt cx="703718" cy="1032175"/>
          </a:xfrm>
        </p:grpSpPr>
        <p:sp>
          <p:nvSpPr>
            <p:cNvPr id="117" name="Oval 116"/>
            <p:cNvSpPr>
              <a:spLocks noChangeAspect="1"/>
            </p:cNvSpPr>
            <p:nvPr/>
          </p:nvSpPr>
          <p:spPr>
            <a:xfrm>
              <a:off x="1744938" y="3281022"/>
              <a:ext cx="200183" cy="194452"/>
            </a:xfrm>
            <a:prstGeom prst="ellipse">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21" name="Group 107"/>
            <p:cNvGrpSpPr/>
            <p:nvPr/>
          </p:nvGrpSpPr>
          <p:grpSpPr>
            <a:xfrm>
              <a:off x="1543503" y="3475474"/>
              <a:ext cx="703718" cy="837723"/>
              <a:chOff x="1592299" y="3705902"/>
              <a:chExt cx="703718" cy="837723"/>
            </a:xfrm>
          </p:grpSpPr>
          <p:cxnSp>
            <p:nvCxnSpPr>
              <p:cNvPr id="119" name="Straight Connector 118"/>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0" name="TextBox 119"/>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23" name="Group 136"/>
          <p:cNvGrpSpPr/>
          <p:nvPr/>
        </p:nvGrpSpPr>
        <p:grpSpPr>
          <a:xfrm>
            <a:off x="5233258" y="3637019"/>
            <a:ext cx="703718" cy="707055"/>
            <a:chOff x="886162" y="3281022"/>
            <a:chExt cx="703718" cy="707055"/>
          </a:xfrm>
        </p:grpSpPr>
        <p:sp>
          <p:nvSpPr>
            <p:cNvPr id="122" name="Oval 121"/>
            <p:cNvSpPr>
              <a:spLocks noChangeAspect="1"/>
            </p:cNvSpPr>
            <p:nvPr/>
          </p:nvSpPr>
          <p:spPr>
            <a:xfrm>
              <a:off x="1088218" y="3281022"/>
              <a:ext cx="200183" cy="194452"/>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24" name="Group 120"/>
            <p:cNvGrpSpPr/>
            <p:nvPr/>
          </p:nvGrpSpPr>
          <p:grpSpPr>
            <a:xfrm>
              <a:off x="886162" y="3475474"/>
              <a:ext cx="703718" cy="512603"/>
              <a:chOff x="943769" y="3705902"/>
              <a:chExt cx="703718" cy="512603"/>
            </a:xfrm>
          </p:grpSpPr>
          <p:sp>
            <p:nvSpPr>
              <p:cNvPr id="124" name="TextBox 123"/>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125" name="Straight Connector 124"/>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25" name="Group 137"/>
          <p:cNvGrpSpPr/>
          <p:nvPr/>
        </p:nvGrpSpPr>
        <p:grpSpPr>
          <a:xfrm>
            <a:off x="5972067" y="3637019"/>
            <a:ext cx="703718" cy="1032175"/>
            <a:chOff x="1543503" y="3281022"/>
            <a:chExt cx="703718" cy="1032175"/>
          </a:xfrm>
        </p:grpSpPr>
        <p:sp>
          <p:nvSpPr>
            <p:cNvPr id="127" name="Oval 126"/>
            <p:cNvSpPr>
              <a:spLocks noChangeAspect="1"/>
            </p:cNvSpPr>
            <p:nvPr/>
          </p:nvSpPr>
          <p:spPr>
            <a:xfrm>
              <a:off x="1744938" y="3281022"/>
              <a:ext cx="200183" cy="19445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26" name="Group 127"/>
            <p:cNvGrpSpPr/>
            <p:nvPr/>
          </p:nvGrpSpPr>
          <p:grpSpPr>
            <a:xfrm>
              <a:off x="1543503" y="3475474"/>
              <a:ext cx="703718" cy="837723"/>
              <a:chOff x="1592299" y="3705902"/>
              <a:chExt cx="703718" cy="837723"/>
            </a:xfrm>
          </p:grpSpPr>
          <p:cxnSp>
            <p:nvCxnSpPr>
              <p:cNvPr id="129" name="Straight Connector 128"/>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grpSp>
        <p:nvGrpSpPr>
          <p:cNvPr id="33" name="Group 136"/>
          <p:cNvGrpSpPr/>
          <p:nvPr/>
        </p:nvGrpSpPr>
        <p:grpSpPr>
          <a:xfrm>
            <a:off x="6710876" y="3637019"/>
            <a:ext cx="703718" cy="707055"/>
            <a:chOff x="886162" y="3281022"/>
            <a:chExt cx="703718" cy="707055"/>
          </a:xfrm>
        </p:grpSpPr>
        <p:sp>
          <p:nvSpPr>
            <p:cNvPr id="132" name="Oval 131"/>
            <p:cNvSpPr>
              <a:spLocks noChangeAspect="1"/>
            </p:cNvSpPr>
            <p:nvPr/>
          </p:nvSpPr>
          <p:spPr>
            <a:xfrm>
              <a:off x="1088218" y="3281022"/>
              <a:ext cx="200183" cy="194452"/>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35" name="Group 120"/>
            <p:cNvGrpSpPr/>
            <p:nvPr/>
          </p:nvGrpSpPr>
          <p:grpSpPr>
            <a:xfrm>
              <a:off x="886162" y="3475474"/>
              <a:ext cx="703718" cy="512603"/>
              <a:chOff x="943769" y="3705902"/>
              <a:chExt cx="703718" cy="512603"/>
            </a:xfrm>
          </p:grpSpPr>
          <p:sp>
            <p:nvSpPr>
              <p:cNvPr id="134" name="TextBox 133"/>
              <p:cNvSpPr txBox="1"/>
              <p:nvPr/>
            </p:nvSpPr>
            <p:spPr>
              <a:xfrm>
                <a:off x="943769" y="405692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cxnSp>
            <p:nvCxnSpPr>
              <p:cNvPr id="135" name="Straight Connector 134"/>
              <p:cNvCxnSpPr/>
              <p:nvPr/>
            </p:nvCxnSpPr>
            <p:spPr>
              <a:xfrm>
                <a:off x="1246034" y="3705902"/>
                <a:ext cx="0" cy="342098"/>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36" name="Group 137"/>
          <p:cNvGrpSpPr/>
          <p:nvPr/>
        </p:nvGrpSpPr>
        <p:grpSpPr>
          <a:xfrm>
            <a:off x="7449682" y="3637019"/>
            <a:ext cx="703718" cy="1032175"/>
            <a:chOff x="1543503" y="3281022"/>
            <a:chExt cx="703718" cy="1032175"/>
          </a:xfrm>
        </p:grpSpPr>
        <p:sp>
          <p:nvSpPr>
            <p:cNvPr id="137" name="Oval 136"/>
            <p:cNvSpPr>
              <a:spLocks noChangeAspect="1"/>
            </p:cNvSpPr>
            <p:nvPr/>
          </p:nvSpPr>
          <p:spPr>
            <a:xfrm>
              <a:off x="1744938" y="3281022"/>
              <a:ext cx="200183" cy="194452"/>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tx1">
                    <a:lumMod val="50000"/>
                    <a:lumOff val="50000"/>
                  </a:schemeClr>
                </a:solidFill>
              </a:endParaRPr>
            </a:p>
          </p:txBody>
        </p:sp>
        <p:grpSp>
          <p:nvGrpSpPr>
            <p:cNvPr id="41" name="Group 137"/>
            <p:cNvGrpSpPr/>
            <p:nvPr/>
          </p:nvGrpSpPr>
          <p:grpSpPr>
            <a:xfrm>
              <a:off x="1543503" y="3475474"/>
              <a:ext cx="703718" cy="837723"/>
              <a:chOff x="1592299" y="3705902"/>
              <a:chExt cx="703718" cy="837723"/>
            </a:xfrm>
          </p:grpSpPr>
          <p:cxnSp>
            <p:nvCxnSpPr>
              <p:cNvPr id="139" name="Straight Connector 138"/>
              <p:cNvCxnSpPr/>
              <p:nvPr/>
            </p:nvCxnSpPr>
            <p:spPr>
              <a:xfrm>
                <a:off x="1893825" y="3705902"/>
                <a:ext cx="0" cy="651665"/>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a:off x="1592299" y="4382042"/>
                <a:ext cx="703718" cy="161583"/>
              </a:xfrm>
              <a:prstGeom prst="rect">
                <a:avLst/>
              </a:prstGeom>
              <a:noFill/>
            </p:spPr>
            <p:txBody>
              <a:bodyPr wrap="none" lIns="0" tIns="0" rIns="0" bIns="0" rtlCol="0" anchor="t">
                <a:spAutoFit/>
              </a:bodyPr>
              <a:lstStyle/>
              <a:p>
                <a:pPr algn="ctr"/>
                <a:r>
                  <a:rPr lang="en-US" sz="1050" b="1" dirty="0">
                    <a:solidFill>
                      <a:schemeClr val="tx1">
                        <a:lumMod val="50000"/>
                        <a:lumOff val="50000"/>
                      </a:schemeClr>
                    </a:solidFill>
                  </a:rPr>
                  <a:t>KEYWORD</a:t>
                </a:r>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1000"/>
                                        <p:tgtEl>
                                          <p:spTgt spid="2"/>
                                        </p:tgtEl>
                                      </p:cBhvr>
                                    </p:animEffect>
                                  </p:childTnLst>
                                </p:cTn>
                              </p:par>
                            </p:childTnLst>
                          </p:cTn>
                        </p:par>
                        <p:par>
                          <p:cTn id="8" fill="hold">
                            <p:stCondLst>
                              <p:cond delay="10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4" accel="50000" decel="5000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childTnLst>
                          </p:cTn>
                        </p:par>
                        <p:par>
                          <p:cTn id="18" fill="hold">
                            <p:stCondLst>
                              <p:cond delay="20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ppt_x"/>
                                          </p:val>
                                        </p:tav>
                                        <p:tav tm="100000">
                                          <p:val>
                                            <p:strVal val="#ppt_x"/>
                                          </p:val>
                                        </p:tav>
                                      </p:tavLst>
                                    </p:anim>
                                    <p:anim calcmode="lin" valueType="num">
                                      <p:cBhvr additive="base">
                                        <p:cTn id="22" dur="500" fill="hold"/>
                                        <p:tgtEl>
                                          <p:spTgt spid="6"/>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2" presetClass="entr" presetSubtype="4" accel="50000" decel="50000"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 fill="hold"/>
                                        <p:tgtEl>
                                          <p:spTgt spid="10"/>
                                        </p:tgtEl>
                                        <p:attrNameLst>
                                          <p:attrName>ppt_x</p:attrName>
                                        </p:attrNameLst>
                                      </p:cBhvr>
                                      <p:tavLst>
                                        <p:tav tm="0">
                                          <p:val>
                                            <p:strVal val="#ppt_x"/>
                                          </p:val>
                                        </p:tav>
                                        <p:tav tm="100000">
                                          <p:val>
                                            <p:strVal val="#ppt_x"/>
                                          </p:val>
                                        </p:tav>
                                      </p:tavLst>
                                    </p:anim>
                                    <p:anim calcmode="lin" valueType="num">
                                      <p:cBhvr additive="base">
                                        <p:cTn id="27" dur="500" fill="hold"/>
                                        <p:tgtEl>
                                          <p:spTgt spid="10"/>
                                        </p:tgtEl>
                                        <p:attrNameLst>
                                          <p:attrName>ppt_y</p:attrName>
                                        </p:attrNameLst>
                                      </p:cBhvr>
                                      <p:tavLst>
                                        <p:tav tm="0">
                                          <p:val>
                                            <p:strVal val="1+#ppt_h/2"/>
                                          </p:val>
                                        </p:tav>
                                        <p:tav tm="100000">
                                          <p:val>
                                            <p:strVal val="#ppt_y"/>
                                          </p:val>
                                        </p:tav>
                                      </p:tavLst>
                                    </p:anim>
                                  </p:childTnLst>
                                </p:cTn>
                              </p:par>
                            </p:childTnLst>
                          </p:cTn>
                        </p:par>
                        <p:par>
                          <p:cTn id="28" fill="hold">
                            <p:stCondLst>
                              <p:cond delay="3000"/>
                            </p:stCondLst>
                            <p:childTnLst>
                              <p:par>
                                <p:cTn id="29" presetID="2" presetClass="entr" presetSubtype="4" accel="50000" decel="5000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ppt_x"/>
                                          </p:val>
                                        </p:tav>
                                        <p:tav tm="100000">
                                          <p:val>
                                            <p:strVal val="#ppt_x"/>
                                          </p:val>
                                        </p:tav>
                                      </p:tavLst>
                                    </p:anim>
                                    <p:anim calcmode="lin" valueType="num">
                                      <p:cBhvr additive="base">
                                        <p:cTn id="32" dur="500" fill="hold"/>
                                        <p:tgtEl>
                                          <p:spTgt spid="22"/>
                                        </p:tgtEl>
                                        <p:attrNameLst>
                                          <p:attrName>ppt_y</p:attrName>
                                        </p:attrNameLst>
                                      </p:cBhvr>
                                      <p:tavLst>
                                        <p:tav tm="0">
                                          <p:val>
                                            <p:strVal val="1+#ppt_h/2"/>
                                          </p:val>
                                        </p:tav>
                                        <p:tav tm="100000">
                                          <p:val>
                                            <p:strVal val="#ppt_y"/>
                                          </p:val>
                                        </p:tav>
                                      </p:tavLst>
                                    </p:anim>
                                  </p:childTnLst>
                                </p:cTn>
                              </p:par>
                            </p:childTnLst>
                          </p:cTn>
                        </p:par>
                        <p:par>
                          <p:cTn id="33" fill="hold">
                            <p:stCondLst>
                              <p:cond delay="3500"/>
                            </p:stCondLst>
                            <p:childTnLst>
                              <p:par>
                                <p:cTn id="34" presetID="2" presetClass="entr" presetSubtype="4" accel="50000" decel="50000"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fill="hold"/>
                                        <p:tgtEl>
                                          <p:spTgt spid="13"/>
                                        </p:tgtEl>
                                        <p:attrNameLst>
                                          <p:attrName>ppt_x</p:attrName>
                                        </p:attrNameLst>
                                      </p:cBhvr>
                                      <p:tavLst>
                                        <p:tav tm="0">
                                          <p:val>
                                            <p:strVal val="#ppt_x"/>
                                          </p:val>
                                        </p:tav>
                                        <p:tav tm="100000">
                                          <p:val>
                                            <p:strVal val="#ppt_x"/>
                                          </p:val>
                                        </p:tav>
                                      </p:tavLst>
                                    </p:anim>
                                    <p:anim calcmode="lin" valueType="num">
                                      <p:cBhvr additive="base">
                                        <p:cTn id="37" dur="500" fill="hold"/>
                                        <p:tgtEl>
                                          <p:spTgt spid="13"/>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2" presetClass="entr" presetSubtype="4" accel="50000" decel="5000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additive="base">
                                        <p:cTn id="41" dur="500" fill="hold"/>
                                        <p:tgtEl>
                                          <p:spTgt spid="11"/>
                                        </p:tgtEl>
                                        <p:attrNameLst>
                                          <p:attrName>ppt_x</p:attrName>
                                        </p:attrNameLst>
                                      </p:cBhvr>
                                      <p:tavLst>
                                        <p:tav tm="0">
                                          <p:val>
                                            <p:strVal val="#ppt_x"/>
                                          </p:val>
                                        </p:tav>
                                        <p:tav tm="100000">
                                          <p:val>
                                            <p:strVal val="#ppt_x"/>
                                          </p:val>
                                        </p:tav>
                                      </p:tavLst>
                                    </p:anim>
                                    <p:anim calcmode="lin" valueType="num">
                                      <p:cBhvr additive="base">
                                        <p:cTn id="42" dur="500" fill="hold"/>
                                        <p:tgtEl>
                                          <p:spTgt spid="11"/>
                                        </p:tgtEl>
                                        <p:attrNameLst>
                                          <p:attrName>ppt_y</p:attrName>
                                        </p:attrNameLst>
                                      </p:cBhvr>
                                      <p:tavLst>
                                        <p:tav tm="0">
                                          <p:val>
                                            <p:strVal val="1+#ppt_h/2"/>
                                          </p:val>
                                        </p:tav>
                                        <p:tav tm="100000">
                                          <p:val>
                                            <p:strVal val="#ppt_y"/>
                                          </p:val>
                                        </p:tav>
                                      </p:tavLst>
                                    </p:anim>
                                  </p:childTnLst>
                                </p:cTn>
                              </p:par>
                            </p:childTnLst>
                          </p:cTn>
                        </p:par>
                        <p:par>
                          <p:cTn id="43" fill="hold">
                            <p:stCondLst>
                              <p:cond delay="4500"/>
                            </p:stCondLst>
                            <p:childTnLst>
                              <p:par>
                                <p:cTn id="44" presetID="2" presetClass="entr" presetSubtype="4" accel="50000" decel="50000" fill="hold" nodeType="after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 fill="hold"/>
                                        <p:tgtEl>
                                          <p:spTgt spid="15"/>
                                        </p:tgtEl>
                                        <p:attrNameLst>
                                          <p:attrName>ppt_x</p:attrName>
                                        </p:attrNameLst>
                                      </p:cBhvr>
                                      <p:tavLst>
                                        <p:tav tm="0">
                                          <p:val>
                                            <p:strVal val="#ppt_x"/>
                                          </p:val>
                                        </p:tav>
                                        <p:tav tm="100000">
                                          <p:val>
                                            <p:strVal val="#ppt_x"/>
                                          </p:val>
                                        </p:tav>
                                      </p:tavLst>
                                    </p:anim>
                                    <p:anim calcmode="lin" valueType="num">
                                      <p:cBhvr additive="base">
                                        <p:cTn id="47" dur="500" fill="hold"/>
                                        <p:tgtEl>
                                          <p:spTgt spid="15"/>
                                        </p:tgtEl>
                                        <p:attrNameLst>
                                          <p:attrName>ppt_y</p:attrName>
                                        </p:attrNameLst>
                                      </p:cBhvr>
                                      <p:tavLst>
                                        <p:tav tm="0">
                                          <p:val>
                                            <p:strVal val="1+#ppt_h/2"/>
                                          </p:val>
                                        </p:tav>
                                        <p:tav tm="100000">
                                          <p:val>
                                            <p:strVal val="#ppt_y"/>
                                          </p:val>
                                        </p:tav>
                                      </p:tavLst>
                                    </p:anim>
                                  </p:childTnLst>
                                </p:cTn>
                              </p:par>
                            </p:childTnLst>
                          </p:cTn>
                        </p:par>
                        <p:par>
                          <p:cTn id="48" fill="hold">
                            <p:stCondLst>
                              <p:cond delay="5000"/>
                            </p:stCondLst>
                            <p:childTnLst>
                              <p:par>
                                <p:cTn id="49" presetID="2" presetClass="entr" presetSubtype="4" accel="50000" decel="5000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2" presetClass="entr" presetSubtype="4" accel="50000" decel="50000" fill="hold" nodeType="afterEffect">
                                  <p:stCondLst>
                                    <p:cond delay="0"/>
                                  </p:stCondLst>
                                  <p:childTnLst>
                                    <p:set>
                                      <p:cBhvr>
                                        <p:cTn id="55" dur="1" fill="hold">
                                          <p:stCondLst>
                                            <p:cond delay="0"/>
                                          </p:stCondLst>
                                        </p:cTn>
                                        <p:tgtEl>
                                          <p:spTgt spid="18"/>
                                        </p:tgtEl>
                                        <p:attrNameLst>
                                          <p:attrName>style.visibility</p:attrName>
                                        </p:attrNameLst>
                                      </p:cBhvr>
                                      <p:to>
                                        <p:strVal val="visible"/>
                                      </p:to>
                                    </p:set>
                                    <p:anim calcmode="lin" valueType="num">
                                      <p:cBhvr additive="base">
                                        <p:cTn id="56" dur="500" fill="hold"/>
                                        <p:tgtEl>
                                          <p:spTgt spid="18"/>
                                        </p:tgtEl>
                                        <p:attrNameLst>
                                          <p:attrName>ppt_x</p:attrName>
                                        </p:attrNameLst>
                                      </p:cBhvr>
                                      <p:tavLst>
                                        <p:tav tm="0">
                                          <p:val>
                                            <p:strVal val="#ppt_x"/>
                                          </p:val>
                                        </p:tav>
                                        <p:tav tm="100000">
                                          <p:val>
                                            <p:strVal val="#ppt_x"/>
                                          </p:val>
                                        </p:tav>
                                      </p:tavLst>
                                    </p:anim>
                                    <p:anim calcmode="lin" valueType="num">
                                      <p:cBhvr additive="base">
                                        <p:cTn id="57" dur="500" fill="hold"/>
                                        <p:tgtEl>
                                          <p:spTgt spid="18"/>
                                        </p:tgtEl>
                                        <p:attrNameLst>
                                          <p:attrName>ppt_y</p:attrName>
                                        </p:attrNameLst>
                                      </p:cBhvr>
                                      <p:tavLst>
                                        <p:tav tm="0">
                                          <p:val>
                                            <p:strVal val="1+#ppt_h/2"/>
                                          </p:val>
                                        </p:tav>
                                        <p:tav tm="100000">
                                          <p:val>
                                            <p:strVal val="#ppt_y"/>
                                          </p:val>
                                        </p:tav>
                                      </p:tavLst>
                                    </p:anim>
                                  </p:childTnLst>
                                </p:cTn>
                              </p:par>
                            </p:childTnLst>
                          </p:cTn>
                        </p:par>
                        <p:par>
                          <p:cTn id="58" fill="hold">
                            <p:stCondLst>
                              <p:cond delay="6000"/>
                            </p:stCondLst>
                            <p:childTnLst>
                              <p:par>
                                <p:cTn id="59" presetID="2" presetClass="entr" presetSubtype="4" accel="50000" decel="5000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 calcmode="lin" valueType="num">
                                      <p:cBhvr additive="base">
                                        <p:cTn id="61" dur="500" fill="hold"/>
                                        <p:tgtEl>
                                          <p:spTgt spid="28"/>
                                        </p:tgtEl>
                                        <p:attrNameLst>
                                          <p:attrName>ppt_x</p:attrName>
                                        </p:attrNameLst>
                                      </p:cBhvr>
                                      <p:tavLst>
                                        <p:tav tm="0">
                                          <p:val>
                                            <p:strVal val="#ppt_x"/>
                                          </p:val>
                                        </p:tav>
                                        <p:tav tm="100000">
                                          <p:val>
                                            <p:strVal val="#ppt_x"/>
                                          </p:val>
                                        </p:tav>
                                      </p:tavLst>
                                    </p:anim>
                                    <p:anim calcmode="lin" valueType="num">
                                      <p:cBhvr additive="base">
                                        <p:cTn id="62" dur="500" fill="hold"/>
                                        <p:tgtEl>
                                          <p:spTgt spid="28"/>
                                        </p:tgtEl>
                                        <p:attrNameLst>
                                          <p:attrName>ppt_y</p:attrName>
                                        </p:attrNameLst>
                                      </p:cBhvr>
                                      <p:tavLst>
                                        <p:tav tm="0">
                                          <p:val>
                                            <p:strVal val="1+#ppt_h/2"/>
                                          </p:val>
                                        </p:tav>
                                        <p:tav tm="100000">
                                          <p:val>
                                            <p:strVal val="#ppt_y"/>
                                          </p:val>
                                        </p:tav>
                                      </p:tavLst>
                                    </p:anim>
                                  </p:childTnLst>
                                </p:cTn>
                              </p:par>
                            </p:childTnLst>
                          </p:cTn>
                        </p:par>
                        <p:par>
                          <p:cTn id="63" fill="hold">
                            <p:stCondLst>
                              <p:cond delay="6500"/>
                            </p:stCondLst>
                            <p:childTnLst>
                              <p:par>
                                <p:cTn id="64" presetID="2" presetClass="entr" presetSubtype="4" accel="50000" decel="50000" fill="hold" nodeType="after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 fill="hold"/>
                                        <p:tgtEl>
                                          <p:spTgt spid="20"/>
                                        </p:tgtEl>
                                        <p:attrNameLst>
                                          <p:attrName>ppt_x</p:attrName>
                                        </p:attrNameLst>
                                      </p:cBhvr>
                                      <p:tavLst>
                                        <p:tav tm="0">
                                          <p:val>
                                            <p:strVal val="#ppt_x"/>
                                          </p:val>
                                        </p:tav>
                                        <p:tav tm="100000">
                                          <p:val>
                                            <p:strVal val="#ppt_x"/>
                                          </p:val>
                                        </p:tav>
                                      </p:tavLst>
                                    </p:anim>
                                    <p:anim calcmode="lin" valueType="num">
                                      <p:cBhvr additive="base">
                                        <p:cTn id="67" dur="500" fill="hold"/>
                                        <p:tgtEl>
                                          <p:spTgt spid="20"/>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2" presetClass="entr" presetSubtype="4" accel="50000" decel="50000" fill="hold" grpId="0" nodeType="afterEffect">
                                  <p:stCondLst>
                                    <p:cond delay="0"/>
                                  </p:stCondLst>
                                  <p:childTnLst>
                                    <p:set>
                                      <p:cBhvr>
                                        <p:cTn id="70" dur="1" fill="hold">
                                          <p:stCondLst>
                                            <p:cond delay="0"/>
                                          </p:stCondLst>
                                        </p:cTn>
                                        <p:tgtEl>
                                          <p:spTgt spid="29"/>
                                        </p:tgtEl>
                                        <p:attrNameLst>
                                          <p:attrName>style.visibility</p:attrName>
                                        </p:attrNameLst>
                                      </p:cBhvr>
                                      <p:to>
                                        <p:strVal val="visible"/>
                                      </p:to>
                                    </p:set>
                                    <p:anim calcmode="lin" valueType="num">
                                      <p:cBhvr additive="base">
                                        <p:cTn id="71" dur="500" fill="hold"/>
                                        <p:tgtEl>
                                          <p:spTgt spid="29"/>
                                        </p:tgtEl>
                                        <p:attrNameLst>
                                          <p:attrName>ppt_x</p:attrName>
                                        </p:attrNameLst>
                                      </p:cBhvr>
                                      <p:tavLst>
                                        <p:tav tm="0">
                                          <p:val>
                                            <p:strVal val="#ppt_x"/>
                                          </p:val>
                                        </p:tav>
                                        <p:tav tm="100000">
                                          <p:val>
                                            <p:strVal val="#ppt_x"/>
                                          </p:val>
                                        </p:tav>
                                      </p:tavLst>
                                    </p:anim>
                                    <p:anim calcmode="lin" valueType="num">
                                      <p:cBhvr additive="base">
                                        <p:cTn id="72" dur="500" fill="hold"/>
                                        <p:tgtEl>
                                          <p:spTgt spid="29"/>
                                        </p:tgtEl>
                                        <p:attrNameLst>
                                          <p:attrName>ppt_y</p:attrName>
                                        </p:attrNameLst>
                                      </p:cBhvr>
                                      <p:tavLst>
                                        <p:tav tm="0">
                                          <p:val>
                                            <p:strVal val="1+#ppt_h/2"/>
                                          </p:val>
                                        </p:tav>
                                        <p:tav tm="100000">
                                          <p:val>
                                            <p:strVal val="#ppt_y"/>
                                          </p:val>
                                        </p:tav>
                                      </p:tavLst>
                                    </p:anim>
                                  </p:childTnLst>
                                </p:cTn>
                              </p:par>
                            </p:childTnLst>
                          </p:cTn>
                        </p:par>
                        <p:par>
                          <p:cTn id="73" fill="hold">
                            <p:stCondLst>
                              <p:cond delay="7500"/>
                            </p:stCondLst>
                            <p:childTnLst>
                              <p:par>
                                <p:cTn id="74" presetID="2" presetClass="entr" presetSubtype="4" accel="50000" decel="50000" fill="hold" nodeType="afterEffect">
                                  <p:stCondLst>
                                    <p:cond delay="0"/>
                                  </p:stCondLst>
                                  <p:childTnLst>
                                    <p:set>
                                      <p:cBhvr>
                                        <p:cTn id="75" dur="1" fill="hold">
                                          <p:stCondLst>
                                            <p:cond delay="0"/>
                                          </p:stCondLst>
                                        </p:cTn>
                                        <p:tgtEl>
                                          <p:spTgt spid="23"/>
                                        </p:tgtEl>
                                        <p:attrNameLst>
                                          <p:attrName>style.visibility</p:attrName>
                                        </p:attrNameLst>
                                      </p:cBhvr>
                                      <p:to>
                                        <p:strVal val="visible"/>
                                      </p:to>
                                    </p:set>
                                    <p:anim calcmode="lin" valueType="num">
                                      <p:cBhvr additive="base">
                                        <p:cTn id="76" dur="500" fill="hold"/>
                                        <p:tgtEl>
                                          <p:spTgt spid="23"/>
                                        </p:tgtEl>
                                        <p:attrNameLst>
                                          <p:attrName>ppt_x</p:attrName>
                                        </p:attrNameLst>
                                      </p:cBhvr>
                                      <p:tavLst>
                                        <p:tav tm="0">
                                          <p:val>
                                            <p:strVal val="#ppt_x"/>
                                          </p:val>
                                        </p:tav>
                                        <p:tav tm="100000">
                                          <p:val>
                                            <p:strVal val="#ppt_x"/>
                                          </p:val>
                                        </p:tav>
                                      </p:tavLst>
                                    </p:anim>
                                    <p:anim calcmode="lin" valueType="num">
                                      <p:cBhvr additive="base">
                                        <p:cTn id="77" dur="500" fill="hold"/>
                                        <p:tgtEl>
                                          <p:spTgt spid="23"/>
                                        </p:tgtEl>
                                        <p:attrNameLst>
                                          <p:attrName>ppt_y</p:attrName>
                                        </p:attrNameLst>
                                      </p:cBhvr>
                                      <p:tavLst>
                                        <p:tav tm="0">
                                          <p:val>
                                            <p:strVal val="1+#ppt_h/2"/>
                                          </p:val>
                                        </p:tav>
                                        <p:tav tm="100000">
                                          <p:val>
                                            <p:strVal val="#ppt_y"/>
                                          </p:val>
                                        </p:tav>
                                      </p:tavLst>
                                    </p:anim>
                                  </p:childTnLst>
                                </p:cTn>
                              </p:par>
                            </p:childTnLst>
                          </p:cTn>
                        </p:par>
                        <p:par>
                          <p:cTn id="78" fill="hold">
                            <p:stCondLst>
                              <p:cond delay="8000"/>
                            </p:stCondLst>
                            <p:childTnLst>
                              <p:par>
                                <p:cTn id="79" presetID="2" presetClass="entr" presetSubtype="4" accel="50000" decel="50000" fill="hold" grpId="0" nodeType="afterEffect">
                                  <p:stCondLst>
                                    <p:cond delay="0"/>
                                  </p:stCondLst>
                                  <p:childTnLst>
                                    <p:set>
                                      <p:cBhvr>
                                        <p:cTn id="80" dur="1" fill="hold">
                                          <p:stCondLst>
                                            <p:cond delay="0"/>
                                          </p:stCondLst>
                                        </p:cTn>
                                        <p:tgtEl>
                                          <p:spTgt spid="31"/>
                                        </p:tgtEl>
                                        <p:attrNameLst>
                                          <p:attrName>style.visibility</p:attrName>
                                        </p:attrNameLst>
                                      </p:cBhvr>
                                      <p:to>
                                        <p:strVal val="visible"/>
                                      </p:to>
                                    </p:set>
                                    <p:anim calcmode="lin" valueType="num">
                                      <p:cBhvr additive="base">
                                        <p:cTn id="81" dur="500" fill="hold"/>
                                        <p:tgtEl>
                                          <p:spTgt spid="31"/>
                                        </p:tgtEl>
                                        <p:attrNameLst>
                                          <p:attrName>ppt_x</p:attrName>
                                        </p:attrNameLst>
                                      </p:cBhvr>
                                      <p:tavLst>
                                        <p:tav tm="0">
                                          <p:val>
                                            <p:strVal val="#ppt_x"/>
                                          </p:val>
                                        </p:tav>
                                        <p:tav tm="100000">
                                          <p:val>
                                            <p:strVal val="#ppt_x"/>
                                          </p:val>
                                        </p:tav>
                                      </p:tavLst>
                                    </p:anim>
                                    <p:anim calcmode="lin" valueType="num">
                                      <p:cBhvr additive="base">
                                        <p:cTn id="82" dur="500" fill="hold"/>
                                        <p:tgtEl>
                                          <p:spTgt spid="31"/>
                                        </p:tgtEl>
                                        <p:attrNameLst>
                                          <p:attrName>ppt_y</p:attrName>
                                        </p:attrNameLst>
                                      </p:cBhvr>
                                      <p:tavLst>
                                        <p:tav tm="0">
                                          <p:val>
                                            <p:strVal val="1+#ppt_h/2"/>
                                          </p:val>
                                        </p:tav>
                                        <p:tav tm="100000">
                                          <p:val>
                                            <p:strVal val="#ppt_y"/>
                                          </p:val>
                                        </p:tav>
                                      </p:tavLst>
                                    </p:anim>
                                  </p:childTnLst>
                                </p:cTn>
                              </p:par>
                            </p:childTnLst>
                          </p:cTn>
                        </p:par>
                        <p:par>
                          <p:cTn id="83" fill="hold">
                            <p:stCondLst>
                              <p:cond delay="8500"/>
                            </p:stCondLst>
                            <p:childTnLst>
                              <p:par>
                                <p:cTn id="84" presetID="2" presetClass="entr" presetSubtype="4" accel="50000" decel="50000" fill="hold" nodeType="after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 fill="hold"/>
                                        <p:tgtEl>
                                          <p:spTgt spid="25"/>
                                        </p:tgtEl>
                                        <p:attrNameLst>
                                          <p:attrName>ppt_x</p:attrName>
                                        </p:attrNameLst>
                                      </p:cBhvr>
                                      <p:tavLst>
                                        <p:tav tm="0">
                                          <p:val>
                                            <p:strVal val="#ppt_x"/>
                                          </p:val>
                                        </p:tav>
                                        <p:tav tm="100000">
                                          <p:val>
                                            <p:strVal val="#ppt_x"/>
                                          </p:val>
                                        </p:tav>
                                      </p:tavLst>
                                    </p:anim>
                                    <p:anim calcmode="lin" valueType="num">
                                      <p:cBhvr additive="base">
                                        <p:cTn id="87" dur="500" fill="hold"/>
                                        <p:tgtEl>
                                          <p:spTgt spid="25"/>
                                        </p:tgtEl>
                                        <p:attrNameLst>
                                          <p:attrName>ppt_y</p:attrName>
                                        </p:attrNameLst>
                                      </p:cBhvr>
                                      <p:tavLst>
                                        <p:tav tm="0">
                                          <p:val>
                                            <p:strVal val="1+#ppt_h/2"/>
                                          </p:val>
                                        </p:tav>
                                        <p:tav tm="100000">
                                          <p:val>
                                            <p:strVal val="#ppt_y"/>
                                          </p:val>
                                        </p:tav>
                                      </p:tavLst>
                                    </p:anim>
                                  </p:childTnLst>
                                </p:cTn>
                              </p:par>
                            </p:childTnLst>
                          </p:cTn>
                        </p:par>
                        <p:par>
                          <p:cTn id="88" fill="hold">
                            <p:stCondLst>
                              <p:cond delay="9000"/>
                            </p:stCondLst>
                            <p:childTnLst>
                              <p:par>
                                <p:cTn id="89" presetID="2" presetClass="entr" presetSubtype="4" accel="50000" decel="50000" fill="hold" grpId="0" nodeType="after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additive="base">
                                        <p:cTn id="91" dur="500" fill="hold"/>
                                        <p:tgtEl>
                                          <p:spTgt spid="34"/>
                                        </p:tgtEl>
                                        <p:attrNameLst>
                                          <p:attrName>ppt_x</p:attrName>
                                        </p:attrNameLst>
                                      </p:cBhvr>
                                      <p:tavLst>
                                        <p:tav tm="0">
                                          <p:val>
                                            <p:strVal val="#ppt_x"/>
                                          </p:val>
                                        </p:tav>
                                        <p:tav tm="100000">
                                          <p:val>
                                            <p:strVal val="#ppt_x"/>
                                          </p:val>
                                        </p:tav>
                                      </p:tavLst>
                                    </p:anim>
                                    <p:anim calcmode="lin" valueType="num">
                                      <p:cBhvr additive="base">
                                        <p:cTn id="92" dur="500" fill="hold"/>
                                        <p:tgtEl>
                                          <p:spTgt spid="34"/>
                                        </p:tgtEl>
                                        <p:attrNameLst>
                                          <p:attrName>ppt_y</p:attrName>
                                        </p:attrNameLst>
                                      </p:cBhvr>
                                      <p:tavLst>
                                        <p:tav tm="0">
                                          <p:val>
                                            <p:strVal val="1+#ppt_h/2"/>
                                          </p:val>
                                        </p:tav>
                                        <p:tav tm="100000">
                                          <p:val>
                                            <p:strVal val="#ppt_y"/>
                                          </p:val>
                                        </p:tav>
                                      </p:tavLst>
                                    </p:anim>
                                  </p:childTnLst>
                                </p:cTn>
                              </p:par>
                            </p:childTnLst>
                          </p:cTn>
                        </p:par>
                        <p:par>
                          <p:cTn id="93" fill="hold">
                            <p:stCondLst>
                              <p:cond delay="9500"/>
                            </p:stCondLst>
                            <p:childTnLst>
                              <p:par>
                                <p:cTn id="94" presetID="2" presetClass="entr" presetSubtype="4" accel="50000" decel="50000" fill="hold" nodeType="afterEffect">
                                  <p:stCondLst>
                                    <p:cond delay="0"/>
                                  </p:stCondLst>
                                  <p:childTnLst>
                                    <p:set>
                                      <p:cBhvr>
                                        <p:cTn id="95" dur="1" fill="hold">
                                          <p:stCondLst>
                                            <p:cond delay="0"/>
                                          </p:stCondLst>
                                        </p:cTn>
                                        <p:tgtEl>
                                          <p:spTgt spid="33"/>
                                        </p:tgtEl>
                                        <p:attrNameLst>
                                          <p:attrName>style.visibility</p:attrName>
                                        </p:attrNameLst>
                                      </p:cBhvr>
                                      <p:to>
                                        <p:strVal val="visible"/>
                                      </p:to>
                                    </p:set>
                                    <p:anim calcmode="lin" valueType="num">
                                      <p:cBhvr additive="base">
                                        <p:cTn id="96" dur="500" fill="hold"/>
                                        <p:tgtEl>
                                          <p:spTgt spid="33"/>
                                        </p:tgtEl>
                                        <p:attrNameLst>
                                          <p:attrName>ppt_x</p:attrName>
                                        </p:attrNameLst>
                                      </p:cBhvr>
                                      <p:tavLst>
                                        <p:tav tm="0">
                                          <p:val>
                                            <p:strVal val="#ppt_x"/>
                                          </p:val>
                                        </p:tav>
                                        <p:tav tm="100000">
                                          <p:val>
                                            <p:strVal val="#ppt_x"/>
                                          </p:val>
                                        </p:tav>
                                      </p:tavLst>
                                    </p:anim>
                                    <p:anim calcmode="lin" valueType="num">
                                      <p:cBhvr additive="base">
                                        <p:cTn id="97" dur="500" fill="hold"/>
                                        <p:tgtEl>
                                          <p:spTgt spid="33"/>
                                        </p:tgtEl>
                                        <p:attrNameLst>
                                          <p:attrName>ppt_y</p:attrName>
                                        </p:attrNameLst>
                                      </p:cBhvr>
                                      <p:tavLst>
                                        <p:tav tm="0">
                                          <p:val>
                                            <p:strVal val="1+#ppt_h/2"/>
                                          </p:val>
                                        </p:tav>
                                        <p:tav tm="100000">
                                          <p:val>
                                            <p:strVal val="#ppt_y"/>
                                          </p:val>
                                        </p:tav>
                                      </p:tavLst>
                                    </p:anim>
                                  </p:childTnLst>
                                </p:cTn>
                              </p:par>
                            </p:childTnLst>
                          </p:cTn>
                        </p:par>
                        <p:par>
                          <p:cTn id="98" fill="hold">
                            <p:stCondLst>
                              <p:cond delay="10000"/>
                            </p:stCondLst>
                            <p:childTnLst>
                              <p:par>
                                <p:cTn id="99" presetID="2" presetClass="entr" presetSubtype="4" accel="50000" decel="50000" fill="hold" grpId="0" nodeType="afterEffect">
                                  <p:stCondLst>
                                    <p:cond delay="0"/>
                                  </p:stCondLst>
                                  <p:childTnLst>
                                    <p:set>
                                      <p:cBhvr>
                                        <p:cTn id="100" dur="1" fill="hold">
                                          <p:stCondLst>
                                            <p:cond delay="0"/>
                                          </p:stCondLst>
                                        </p:cTn>
                                        <p:tgtEl>
                                          <p:spTgt spid="32"/>
                                        </p:tgtEl>
                                        <p:attrNameLst>
                                          <p:attrName>style.visibility</p:attrName>
                                        </p:attrNameLst>
                                      </p:cBhvr>
                                      <p:to>
                                        <p:strVal val="visible"/>
                                      </p:to>
                                    </p:set>
                                    <p:anim calcmode="lin" valueType="num">
                                      <p:cBhvr additive="base">
                                        <p:cTn id="101" dur="500" fill="hold"/>
                                        <p:tgtEl>
                                          <p:spTgt spid="32"/>
                                        </p:tgtEl>
                                        <p:attrNameLst>
                                          <p:attrName>ppt_x</p:attrName>
                                        </p:attrNameLst>
                                      </p:cBhvr>
                                      <p:tavLst>
                                        <p:tav tm="0">
                                          <p:val>
                                            <p:strVal val="#ppt_x"/>
                                          </p:val>
                                        </p:tav>
                                        <p:tav tm="100000">
                                          <p:val>
                                            <p:strVal val="#ppt_x"/>
                                          </p:val>
                                        </p:tav>
                                      </p:tavLst>
                                    </p:anim>
                                    <p:anim calcmode="lin" valueType="num">
                                      <p:cBhvr additive="base">
                                        <p:cTn id="102" dur="500" fill="hold"/>
                                        <p:tgtEl>
                                          <p:spTgt spid="32"/>
                                        </p:tgtEl>
                                        <p:attrNameLst>
                                          <p:attrName>ppt_y</p:attrName>
                                        </p:attrNameLst>
                                      </p:cBhvr>
                                      <p:tavLst>
                                        <p:tav tm="0">
                                          <p:val>
                                            <p:strVal val="1+#ppt_h/2"/>
                                          </p:val>
                                        </p:tav>
                                        <p:tav tm="100000">
                                          <p:val>
                                            <p:strVal val="#ppt_y"/>
                                          </p:val>
                                        </p:tav>
                                      </p:tavLst>
                                    </p:anim>
                                  </p:childTnLst>
                                </p:cTn>
                              </p:par>
                            </p:childTnLst>
                          </p:cTn>
                        </p:par>
                        <p:par>
                          <p:cTn id="103" fill="hold">
                            <p:stCondLst>
                              <p:cond delay="10500"/>
                            </p:stCondLst>
                            <p:childTnLst>
                              <p:par>
                                <p:cTn id="104" presetID="2" presetClass="entr" presetSubtype="4" accel="50000" decel="50000" fill="hold" nodeType="afterEffect">
                                  <p:stCondLst>
                                    <p:cond delay="0"/>
                                  </p:stCondLst>
                                  <p:childTnLst>
                                    <p:set>
                                      <p:cBhvr>
                                        <p:cTn id="105" dur="1" fill="hold">
                                          <p:stCondLst>
                                            <p:cond delay="0"/>
                                          </p:stCondLst>
                                        </p:cTn>
                                        <p:tgtEl>
                                          <p:spTgt spid="36"/>
                                        </p:tgtEl>
                                        <p:attrNameLst>
                                          <p:attrName>style.visibility</p:attrName>
                                        </p:attrNameLst>
                                      </p:cBhvr>
                                      <p:to>
                                        <p:strVal val="visible"/>
                                      </p:to>
                                    </p:set>
                                    <p:anim calcmode="lin" valueType="num">
                                      <p:cBhvr additive="base">
                                        <p:cTn id="106" dur="500" fill="hold"/>
                                        <p:tgtEl>
                                          <p:spTgt spid="36"/>
                                        </p:tgtEl>
                                        <p:attrNameLst>
                                          <p:attrName>ppt_x</p:attrName>
                                        </p:attrNameLst>
                                      </p:cBhvr>
                                      <p:tavLst>
                                        <p:tav tm="0">
                                          <p:val>
                                            <p:strVal val="#ppt_x"/>
                                          </p:val>
                                        </p:tav>
                                        <p:tav tm="100000">
                                          <p:val>
                                            <p:strVal val="#ppt_x"/>
                                          </p:val>
                                        </p:tav>
                                      </p:tavLst>
                                    </p:anim>
                                    <p:anim calcmode="lin" valueType="num">
                                      <p:cBhvr additive="base">
                                        <p:cTn id="107"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1" grpId="0" animBg="1"/>
      <p:bldP spid="17" grpId="0" animBg="1"/>
      <p:bldP spid="22" grpId="0" animBg="1"/>
      <p:bldP spid="27" grpId="0" animBg="1"/>
      <p:bldP spid="28" grpId="0" animBg="1"/>
      <p:bldP spid="29" grpId="0" animBg="1"/>
      <p:bldP spid="31" grpId="0" animBg="1"/>
      <p:bldP spid="32" grpId="0" animBg="1"/>
      <p:bldP spid="34"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AutoShape 8"/>
          <p:cNvSpPr>
            <a:spLocks/>
          </p:cNvSpPr>
          <p:nvPr/>
        </p:nvSpPr>
        <p:spPr bwMode="auto">
          <a:xfrm>
            <a:off x="3892254" y="1621564"/>
            <a:ext cx="691153" cy="691121"/>
          </a:xfrm>
          <a:custGeom>
            <a:avLst/>
            <a:gdLst>
              <a:gd name="T0" fmla="*/ 311063 w 19679"/>
              <a:gd name="T1" fmla="*/ 341445 h 19679"/>
              <a:gd name="T2" fmla="*/ 311063 w 19679"/>
              <a:gd name="T3" fmla="*/ 341445 h 19679"/>
              <a:gd name="T4" fmla="*/ 311063 w 19679"/>
              <a:gd name="T5" fmla="*/ 341445 h 19679"/>
              <a:gd name="T6" fmla="*/ 311063 w 19679"/>
              <a:gd name="T7" fmla="*/ 34144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3">
              <a:alpha val="72940"/>
            </a:schemeClr>
          </a:solidFill>
          <a:ln w="12700" cap="flat" cmpd="sng">
            <a:noFill/>
            <a:prstDash val="solid"/>
            <a:miter lim="0"/>
            <a:headEnd/>
            <a:tailEnd/>
          </a:ln>
          <a:effectLst/>
        </p:spPr>
        <p:txBody>
          <a:bodyPr lIns="0" tIns="0" rIns="0" bIns="0" anchor="ctr"/>
          <a:lstStyle/>
          <a:p>
            <a:endParaRPr lang="en-US"/>
          </a:p>
        </p:txBody>
      </p:sp>
      <p:sp>
        <p:nvSpPr>
          <p:cNvPr id="128" name="AutoShape 9"/>
          <p:cNvSpPr>
            <a:spLocks/>
          </p:cNvSpPr>
          <p:nvPr/>
        </p:nvSpPr>
        <p:spPr bwMode="auto">
          <a:xfrm>
            <a:off x="4230856" y="1473466"/>
            <a:ext cx="987361" cy="987316"/>
          </a:xfrm>
          <a:custGeom>
            <a:avLst/>
            <a:gdLst>
              <a:gd name="T0" fmla="*/ 444376 w 19679"/>
              <a:gd name="T1" fmla="*/ 487779 h 19679"/>
              <a:gd name="T2" fmla="*/ 444376 w 19679"/>
              <a:gd name="T3" fmla="*/ 487779 h 19679"/>
              <a:gd name="T4" fmla="*/ 444376 w 19679"/>
              <a:gd name="T5" fmla="*/ 487779 h 19679"/>
              <a:gd name="T6" fmla="*/ 444376 w 19679"/>
              <a:gd name="T7" fmla="*/ 48777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3">
              <a:alpha val="72940"/>
            </a:schemeClr>
          </a:solidFill>
          <a:ln w="12700" cap="flat" cmpd="sng">
            <a:noFill/>
            <a:prstDash val="solid"/>
            <a:miter lim="0"/>
            <a:headEnd/>
            <a:tailEnd/>
          </a:ln>
          <a:effectLst/>
        </p:spPr>
        <p:txBody>
          <a:bodyPr lIns="0" tIns="0" rIns="0" bIns="0" anchor="ctr"/>
          <a:lstStyle/>
          <a:p>
            <a:endParaRPr lang="en-US"/>
          </a:p>
        </p:txBody>
      </p:sp>
      <p:sp>
        <p:nvSpPr>
          <p:cNvPr id="129" name="AutoShape 10"/>
          <p:cNvSpPr>
            <a:spLocks/>
          </p:cNvSpPr>
          <p:nvPr/>
        </p:nvSpPr>
        <p:spPr bwMode="auto">
          <a:xfrm>
            <a:off x="4908060" y="1325369"/>
            <a:ext cx="1283568" cy="1283510"/>
          </a:xfrm>
          <a:custGeom>
            <a:avLst/>
            <a:gdLst>
              <a:gd name="T0" fmla="*/ 577688 w 19679"/>
              <a:gd name="T1" fmla="*/ 634112 h 19679"/>
              <a:gd name="T2" fmla="*/ 577688 w 19679"/>
              <a:gd name="T3" fmla="*/ 634112 h 19679"/>
              <a:gd name="T4" fmla="*/ 577688 w 19679"/>
              <a:gd name="T5" fmla="*/ 634112 h 19679"/>
              <a:gd name="T6" fmla="*/ 577688 w 19679"/>
              <a:gd name="T7" fmla="*/ 6341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3">
              <a:alpha val="72940"/>
            </a:schemeClr>
          </a:solidFill>
          <a:ln w="12700" cap="flat" cmpd="sng">
            <a:noFill/>
            <a:prstDash val="solid"/>
            <a:miter lim="0"/>
            <a:headEnd/>
            <a:tailEnd/>
          </a:ln>
          <a:effectLst/>
        </p:spPr>
        <p:txBody>
          <a:bodyPr lIns="0" tIns="0" rIns="0" bIns="0" anchor="ctr"/>
          <a:lstStyle/>
          <a:p>
            <a:endParaRPr lang="en-US"/>
          </a:p>
        </p:txBody>
      </p:sp>
      <p:sp>
        <p:nvSpPr>
          <p:cNvPr id="130" name="AutoShape 11"/>
          <p:cNvSpPr>
            <a:spLocks/>
          </p:cNvSpPr>
          <p:nvPr/>
        </p:nvSpPr>
        <p:spPr bwMode="auto">
          <a:xfrm>
            <a:off x="5754562" y="1621564"/>
            <a:ext cx="691152" cy="691121"/>
          </a:xfrm>
          <a:custGeom>
            <a:avLst/>
            <a:gdLst>
              <a:gd name="T0" fmla="*/ 311063 w 19679"/>
              <a:gd name="T1" fmla="*/ 341445 h 19679"/>
              <a:gd name="T2" fmla="*/ 311063 w 19679"/>
              <a:gd name="T3" fmla="*/ 341445 h 19679"/>
              <a:gd name="T4" fmla="*/ 311063 w 19679"/>
              <a:gd name="T5" fmla="*/ 341445 h 19679"/>
              <a:gd name="T6" fmla="*/ 311063 w 19679"/>
              <a:gd name="T7" fmla="*/ 34144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2940"/>
            </a:schemeClr>
          </a:solidFill>
          <a:ln w="12700" cap="flat" cmpd="sng">
            <a:noFill/>
            <a:prstDash val="solid"/>
            <a:miter lim="0"/>
            <a:headEnd/>
            <a:tailEnd/>
          </a:ln>
          <a:effectLst/>
        </p:spPr>
        <p:txBody>
          <a:bodyPr lIns="0" tIns="0" rIns="0" bIns="0" anchor="ctr"/>
          <a:lstStyle/>
          <a:p>
            <a:endParaRPr lang="en-US"/>
          </a:p>
        </p:txBody>
      </p:sp>
      <p:sp>
        <p:nvSpPr>
          <p:cNvPr id="131" name="AutoShape 12"/>
          <p:cNvSpPr>
            <a:spLocks/>
          </p:cNvSpPr>
          <p:nvPr/>
        </p:nvSpPr>
        <p:spPr bwMode="auto">
          <a:xfrm>
            <a:off x="6262462" y="1350052"/>
            <a:ext cx="1234200" cy="1234144"/>
          </a:xfrm>
          <a:custGeom>
            <a:avLst/>
            <a:gdLst>
              <a:gd name="T0" fmla="*/ 555469 w 19679"/>
              <a:gd name="T1" fmla="*/ 609723 h 19679"/>
              <a:gd name="T2" fmla="*/ 555469 w 19679"/>
              <a:gd name="T3" fmla="*/ 609723 h 19679"/>
              <a:gd name="T4" fmla="*/ 555469 w 19679"/>
              <a:gd name="T5" fmla="*/ 609723 h 19679"/>
              <a:gd name="T6" fmla="*/ 555469 w 19679"/>
              <a:gd name="T7" fmla="*/ 60972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2940"/>
            </a:schemeClr>
          </a:solidFill>
          <a:ln w="12700" cap="flat" cmpd="sng">
            <a:noFill/>
            <a:prstDash val="solid"/>
            <a:miter lim="0"/>
            <a:headEnd/>
            <a:tailEnd/>
          </a:ln>
          <a:effectLst/>
        </p:spPr>
        <p:txBody>
          <a:bodyPr lIns="0" tIns="0" rIns="0" bIns="0" anchor="ctr"/>
          <a:lstStyle/>
          <a:p>
            <a:endParaRPr lang="en-US"/>
          </a:p>
        </p:txBody>
      </p:sp>
      <p:sp>
        <p:nvSpPr>
          <p:cNvPr id="132" name="AutoShape 13"/>
          <p:cNvSpPr>
            <a:spLocks/>
          </p:cNvSpPr>
          <p:nvPr/>
        </p:nvSpPr>
        <p:spPr bwMode="auto">
          <a:xfrm rot="1351254">
            <a:off x="1616515" y="1621564"/>
            <a:ext cx="691152" cy="691121"/>
          </a:xfrm>
          <a:custGeom>
            <a:avLst/>
            <a:gdLst>
              <a:gd name="T0" fmla="*/ 311063 w 19679"/>
              <a:gd name="T1" fmla="*/ 341445 h 19679"/>
              <a:gd name="T2" fmla="*/ 311063 w 19679"/>
              <a:gd name="T3" fmla="*/ 341445 h 19679"/>
              <a:gd name="T4" fmla="*/ 311063 w 19679"/>
              <a:gd name="T5" fmla="*/ 341445 h 19679"/>
              <a:gd name="T6" fmla="*/ 311063 w 19679"/>
              <a:gd name="T7" fmla="*/ 34144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1">
              <a:alpha val="76862"/>
            </a:schemeClr>
          </a:solidFill>
          <a:ln w="12700" cap="flat" cmpd="sng">
            <a:noFill/>
            <a:prstDash val="solid"/>
            <a:miter lim="0"/>
            <a:headEnd/>
            <a:tailEnd/>
          </a:ln>
          <a:effectLst/>
        </p:spPr>
        <p:txBody>
          <a:bodyPr lIns="0" tIns="0" rIns="0" bIns="0" anchor="ctr"/>
          <a:lstStyle/>
          <a:p>
            <a:endParaRPr lang="en-US"/>
          </a:p>
        </p:txBody>
      </p:sp>
      <p:sp>
        <p:nvSpPr>
          <p:cNvPr id="133" name="AutoShape 14"/>
          <p:cNvSpPr>
            <a:spLocks/>
          </p:cNvSpPr>
          <p:nvPr/>
        </p:nvSpPr>
        <p:spPr bwMode="auto">
          <a:xfrm rot="1351254">
            <a:off x="2134600" y="1350052"/>
            <a:ext cx="1234200" cy="1234144"/>
          </a:xfrm>
          <a:custGeom>
            <a:avLst/>
            <a:gdLst>
              <a:gd name="T0" fmla="*/ 555469 w 19679"/>
              <a:gd name="T1" fmla="*/ 609723 h 19679"/>
              <a:gd name="T2" fmla="*/ 555469 w 19679"/>
              <a:gd name="T3" fmla="*/ 609723 h 19679"/>
              <a:gd name="T4" fmla="*/ 555469 w 19679"/>
              <a:gd name="T5" fmla="*/ 609723 h 19679"/>
              <a:gd name="T6" fmla="*/ 555469 w 19679"/>
              <a:gd name="T7" fmla="*/ 60972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2">
              <a:alpha val="76862"/>
            </a:schemeClr>
          </a:solidFill>
          <a:ln w="12700" cap="flat" cmpd="sng">
            <a:noFill/>
            <a:prstDash val="solid"/>
            <a:miter lim="0"/>
            <a:headEnd/>
            <a:tailEnd/>
          </a:ln>
          <a:effectLst/>
        </p:spPr>
        <p:txBody>
          <a:bodyPr lIns="0" tIns="0" rIns="0" bIns="0" anchor="ctr"/>
          <a:lstStyle/>
          <a:p>
            <a:endParaRPr lang="en-US"/>
          </a:p>
        </p:txBody>
      </p:sp>
      <p:sp>
        <p:nvSpPr>
          <p:cNvPr id="134" name="AutoShape 15"/>
          <p:cNvSpPr>
            <a:spLocks/>
          </p:cNvSpPr>
          <p:nvPr/>
        </p:nvSpPr>
        <p:spPr bwMode="auto">
          <a:xfrm rot="1351254">
            <a:off x="3226098" y="1655187"/>
            <a:ext cx="623901" cy="623875"/>
          </a:xfrm>
          <a:custGeom>
            <a:avLst/>
            <a:gdLst>
              <a:gd name="T0" fmla="*/ 280796 w 19679"/>
              <a:gd name="T1" fmla="*/ 308222 h 19679"/>
              <a:gd name="T2" fmla="*/ 280796 w 19679"/>
              <a:gd name="T3" fmla="*/ 308222 h 19679"/>
              <a:gd name="T4" fmla="*/ 280796 w 19679"/>
              <a:gd name="T5" fmla="*/ 308222 h 19679"/>
              <a:gd name="T6" fmla="*/ 280796 w 19679"/>
              <a:gd name="T7" fmla="*/ 30822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alpha val="76862"/>
            </a:schemeClr>
          </a:solidFill>
          <a:ln w="12700" cap="flat" cmpd="sng">
            <a:noFill/>
            <a:prstDash val="solid"/>
            <a:miter lim="0"/>
            <a:headEnd/>
            <a:tailEnd/>
          </a:ln>
          <a:effectLst/>
        </p:spPr>
        <p:txBody>
          <a:bodyPr lIns="0" tIns="0" rIns="0" bIns="0" anchor="ctr"/>
          <a:lstStyle/>
          <a:p>
            <a:endParaRPr lang="en-US"/>
          </a:p>
        </p:txBody>
      </p:sp>
      <p:sp>
        <p:nvSpPr>
          <p:cNvPr id="135" name="AutoShape 16"/>
          <p:cNvSpPr>
            <a:spLocks/>
          </p:cNvSpPr>
          <p:nvPr/>
        </p:nvSpPr>
        <p:spPr bwMode="auto">
          <a:xfrm rot="1351254">
            <a:off x="3686151" y="1811155"/>
            <a:ext cx="311951" cy="311938"/>
          </a:xfrm>
          <a:custGeom>
            <a:avLst/>
            <a:gdLst>
              <a:gd name="T0" fmla="*/ 140398 w 19679"/>
              <a:gd name="T1" fmla="*/ 154111 h 19679"/>
              <a:gd name="T2" fmla="*/ 140398 w 19679"/>
              <a:gd name="T3" fmla="*/ 154111 h 19679"/>
              <a:gd name="T4" fmla="*/ 140398 w 19679"/>
              <a:gd name="T5" fmla="*/ 154111 h 19679"/>
              <a:gd name="T6" fmla="*/ 140398 w 19679"/>
              <a:gd name="T7" fmla="*/ 154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alpha val="72940"/>
            </a:schemeClr>
          </a:solidFill>
          <a:ln w="12700" cap="flat" cmpd="sng">
            <a:noFill/>
            <a:prstDash val="solid"/>
            <a:miter lim="0"/>
            <a:headEnd/>
            <a:tailEnd/>
          </a:ln>
          <a:effectLst/>
        </p:spPr>
        <p:txBody>
          <a:bodyPr lIns="0" tIns="0" rIns="0" bIns="0" anchor="ctr"/>
          <a:lstStyle/>
          <a:p>
            <a:endParaRPr lang="en-US"/>
          </a:p>
        </p:txBody>
      </p:sp>
      <p:sp>
        <p:nvSpPr>
          <p:cNvPr id="136" name="AutoShape 17"/>
          <p:cNvSpPr>
            <a:spLocks/>
          </p:cNvSpPr>
          <p:nvPr/>
        </p:nvSpPr>
        <p:spPr bwMode="auto">
          <a:xfrm>
            <a:off x="760197" y="1868392"/>
            <a:ext cx="197474" cy="197465"/>
          </a:xfrm>
          <a:custGeom>
            <a:avLst/>
            <a:gdLst>
              <a:gd name="T0" fmla="*/ 88876 w 19679"/>
              <a:gd name="T1" fmla="*/ 97557 h 19679"/>
              <a:gd name="T2" fmla="*/ 88876 w 19679"/>
              <a:gd name="T3" fmla="*/ 97557 h 19679"/>
              <a:gd name="T4" fmla="*/ 88876 w 19679"/>
              <a:gd name="T5" fmla="*/ 97557 h 19679"/>
              <a:gd name="T6" fmla="*/ 88876 w 19679"/>
              <a:gd name="T7" fmla="*/ 9755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alpha val="76862"/>
            </a:schemeClr>
          </a:solidFill>
          <a:ln w="12700" cap="flat" cmpd="sng">
            <a:noFill/>
            <a:prstDash val="solid"/>
            <a:miter lim="0"/>
            <a:headEnd/>
            <a:tailEnd/>
          </a:ln>
          <a:effectLst/>
        </p:spPr>
        <p:txBody>
          <a:bodyPr lIns="0" tIns="0" rIns="0" bIns="0" anchor="ctr"/>
          <a:lstStyle/>
          <a:p>
            <a:endParaRPr lang="en-US"/>
          </a:p>
        </p:txBody>
      </p:sp>
      <p:sp>
        <p:nvSpPr>
          <p:cNvPr id="137" name="AutoShape 18"/>
          <p:cNvSpPr>
            <a:spLocks/>
          </p:cNvSpPr>
          <p:nvPr/>
        </p:nvSpPr>
        <p:spPr bwMode="auto">
          <a:xfrm rot="1351254">
            <a:off x="1173921" y="1684609"/>
            <a:ext cx="565057" cy="565031"/>
          </a:xfrm>
          <a:custGeom>
            <a:avLst/>
            <a:gdLst>
              <a:gd name="T0" fmla="*/ 254312 w 19679"/>
              <a:gd name="T1" fmla="*/ 279151 h 19679"/>
              <a:gd name="T2" fmla="*/ 254312 w 19679"/>
              <a:gd name="T3" fmla="*/ 279151 h 19679"/>
              <a:gd name="T4" fmla="*/ 254312 w 19679"/>
              <a:gd name="T5" fmla="*/ 279151 h 19679"/>
              <a:gd name="T6" fmla="*/ 254312 w 19679"/>
              <a:gd name="T7" fmla="*/ 27915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1">
              <a:alpha val="76862"/>
            </a:schemeClr>
          </a:solidFill>
          <a:ln w="12700" cap="flat" cmpd="sng">
            <a:noFill/>
            <a:prstDash val="solid"/>
            <a:miter lim="0"/>
            <a:headEnd/>
            <a:tailEnd/>
          </a:ln>
          <a:effectLst/>
        </p:spPr>
        <p:txBody>
          <a:bodyPr lIns="0" tIns="0" rIns="0" bIns="0" anchor="ctr"/>
          <a:lstStyle/>
          <a:p>
            <a:endParaRPr lang="en-US"/>
          </a:p>
        </p:txBody>
      </p:sp>
      <p:sp>
        <p:nvSpPr>
          <p:cNvPr id="138" name="AutoShape 19"/>
          <p:cNvSpPr>
            <a:spLocks/>
          </p:cNvSpPr>
          <p:nvPr/>
        </p:nvSpPr>
        <p:spPr bwMode="auto">
          <a:xfrm rot="1351254">
            <a:off x="931170" y="1811155"/>
            <a:ext cx="311951" cy="311938"/>
          </a:xfrm>
          <a:custGeom>
            <a:avLst/>
            <a:gdLst>
              <a:gd name="T0" fmla="*/ 140398 w 19679"/>
              <a:gd name="T1" fmla="*/ 154111 h 19679"/>
              <a:gd name="T2" fmla="*/ 140398 w 19679"/>
              <a:gd name="T3" fmla="*/ 154111 h 19679"/>
              <a:gd name="T4" fmla="*/ 140398 w 19679"/>
              <a:gd name="T5" fmla="*/ 154111 h 19679"/>
              <a:gd name="T6" fmla="*/ 140398 w 19679"/>
              <a:gd name="T7" fmla="*/ 154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alpha val="76862"/>
            </a:schemeClr>
          </a:solidFill>
          <a:ln w="12700" cap="flat" cmpd="sng">
            <a:noFill/>
            <a:prstDash val="solid"/>
            <a:miter lim="0"/>
            <a:headEnd/>
            <a:tailEnd/>
          </a:ln>
          <a:effectLst/>
        </p:spPr>
        <p:txBody>
          <a:bodyPr lIns="0" tIns="0" rIns="0" bIns="0" anchor="ctr"/>
          <a:lstStyle/>
          <a:p>
            <a:endParaRPr lang="en-US"/>
          </a:p>
        </p:txBody>
      </p:sp>
      <p:sp>
        <p:nvSpPr>
          <p:cNvPr id="140" name="AutoShape 20"/>
          <p:cNvSpPr>
            <a:spLocks/>
          </p:cNvSpPr>
          <p:nvPr/>
        </p:nvSpPr>
        <p:spPr bwMode="auto">
          <a:xfrm>
            <a:off x="8186331" y="1868392"/>
            <a:ext cx="197474" cy="197465"/>
          </a:xfrm>
          <a:custGeom>
            <a:avLst/>
            <a:gdLst>
              <a:gd name="T0" fmla="*/ 88876 w 19679"/>
              <a:gd name="T1" fmla="*/ 97557 h 19679"/>
              <a:gd name="T2" fmla="*/ 88876 w 19679"/>
              <a:gd name="T3" fmla="*/ 97557 h 19679"/>
              <a:gd name="T4" fmla="*/ 88876 w 19679"/>
              <a:gd name="T5" fmla="*/ 97557 h 19679"/>
              <a:gd name="T6" fmla="*/ 88876 w 19679"/>
              <a:gd name="T7" fmla="*/ 9755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5">
              <a:alpha val="76862"/>
            </a:schemeClr>
          </a:solidFill>
          <a:ln w="12700" cap="flat" cmpd="sng">
            <a:noFill/>
            <a:prstDash val="solid"/>
            <a:miter lim="0"/>
            <a:headEnd/>
            <a:tailEnd/>
          </a:ln>
          <a:effectLst/>
        </p:spPr>
        <p:txBody>
          <a:bodyPr lIns="0" tIns="0" rIns="0" bIns="0" anchor="ctr"/>
          <a:lstStyle/>
          <a:p>
            <a:endParaRPr lang="en-US"/>
          </a:p>
        </p:txBody>
      </p:sp>
      <p:sp>
        <p:nvSpPr>
          <p:cNvPr id="143" name="AutoShape 21"/>
          <p:cNvSpPr>
            <a:spLocks/>
          </p:cNvSpPr>
          <p:nvPr/>
        </p:nvSpPr>
        <p:spPr bwMode="auto">
          <a:xfrm rot="1351254">
            <a:off x="7426497" y="1684609"/>
            <a:ext cx="565056" cy="565031"/>
          </a:xfrm>
          <a:custGeom>
            <a:avLst/>
            <a:gdLst>
              <a:gd name="T0" fmla="*/ 254312 w 19679"/>
              <a:gd name="T1" fmla="*/ 279151 h 19679"/>
              <a:gd name="T2" fmla="*/ 254312 w 19679"/>
              <a:gd name="T3" fmla="*/ 279151 h 19679"/>
              <a:gd name="T4" fmla="*/ 254312 w 19679"/>
              <a:gd name="T5" fmla="*/ 279151 h 19679"/>
              <a:gd name="T6" fmla="*/ 254312 w 19679"/>
              <a:gd name="T7" fmla="*/ 27915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5">
              <a:alpha val="76862"/>
            </a:schemeClr>
          </a:solidFill>
          <a:ln w="12700" cap="flat" cmpd="sng">
            <a:noFill/>
            <a:prstDash val="solid"/>
            <a:miter lim="0"/>
            <a:headEnd/>
            <a:tailEnd/>
          </a:ln>
          <a:effectLst/>
        </p:spPr>
        <p:txBody>
          <a:bodyPr lIns="0" tIns="0" rIns="0" bIns="0" anchor="ctr"/>
          <a:lstStyle/>
          <a:p>
            <a:endParaRPr lang="en-US"/>
          </a:p>
        </p:txBody>
      </p:sp>
      <p:sp>
        <p:nvSpPr>
          <p:cNvPr id="144" name="AutoShape 22"/>
          <p:cNvSpPr>
            <a:spLocks/>
          </p:cNvSpPr>
          <p:nvPr/>
        </p:nvSpPr>
        <p:spPr bwMode="auto">
          <a:xfrm rot="1351254">
            <a:off x="7918664" y="1811155"/>
            <a:ext cx="311951" cy="311938"/>
          </a:xfrm>
          <a:custGeom>
            <a:avLst/>
            <a:gdLst>
              <a:gd name="T0" fmla="*/ 140398 w 19679"/>
              <a:gd name="T1" fmla="*/ 154111 h 19679"/>
              <a:gd name="T2" fmla="*/ 140398 w 19679"/>
              <a:gd name="T3" fmla="*/ 154111 h 19679"/>
              <a:gd name="T4" fmla="*/ 140398 w 19679"/>
              <a:gd name="T5" fmla="*/ 154111 h 19679"/>
              <a:gd name="T6" fmla="*/ 140398 w 19679"/>
              <a:gd name="T7" fmla="*/ 154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5">
              <a:alpha val="76862"/>
            </a:schemeClr>
          </a:solidFill>
          <a:ln w="12700" cap="flat" cmpd="sng">
            <a:noFill/>
            <a:prstDash val="solid"/>
            <a:miter lim="0"/>
            <a:headEnd/>
            <a:tailEnd/>
          </a:ln>
          <a:effectLst/>
        </p:spPr>
        <p:txBody>
          <a:bodyPr lIns="0" tIns="0" rIns="0" bIns="0" anchor="ctr"/>
          <a:lstStyle/>
          <a:p>
            <a:endParaRPr lang="en-US"/>
          </a:p>
        </p:txBody>
      </p:sp>
      <p:sp>
        <p:nvSpPr>
          <p:cNvPr id="63" name="Title 62"/>
          <p:cNvSpPr>
            <a:spLocks noGrp="1"/>
          </p:cNvSpPr>
          <p:nvPr>
            <p:ph type="title"/>
          </p:nvPr>
        </p:nvSpPr>
        <p:spPr/>
        <p:txBody>
          <a:bodyPr/>
          <a:lstStyle/>
          <a:p>
            <a:r>
              <a:rPr lang="id-ID"/>
              <a:t>Core Featured</a:t>
            </a:r>
            <a:endParaRPr lang="en-US" dirty="0"/>
          </a:p>
        </p:txBody>
      </p:sp>
      <p:sp>
        <p:nvSpPr>
          <p:cNvPr id="64" name="Text Placeholder 63"/>
          <p:cNvSpPr>
            <a:spLocks noGrp="1"/>
          </p:cNvSpPr>
          <p:nvPr>
            <p:ph type="body" sz="half" idx="2"/>
          </p:nvPr>
        </p:nvSpPr>
        <p:spPr/>
        <p:txBody>
          <a:bodyPr/>
          <a:lstStyle/>
          <a:p>
            <a:r>
              <a:rPr lang="id-ID"/>
              <a:t>Core Featured</a:t>
            </a:r>
            <a:endParaRPr lang="en-US" dirty="0"/>
          </a:p>
        </p:txBody>
      </p:sp>
      <p:sp>
        <p:nvSpPr>
          <p:cNvPr id="55" name="Slide Number Placeholder 54"/>
          <p:cNvSpPr>
            <a:spLocks noGrp="1"/>
          </p:cNvSpPr>
          <p:nvPr>
            <p:ph type="sldNum" sz="quarter" idx="12"/>
          </p:nvPr>
        </p:nvSpPr>
        <p:spPr/>
        <p:txBody>
          <a:bodyPr/>
          <a:lstStyle/>
          <a:p>
            <a:fld id="{B6F15528-21DE-4FAA-801E-634DDDAF4B2B}" type="slidenum">
              <a:rPr lang="en-US" smtClean="0"/>
              <a:pPr/>
              <a:t>299</a:t>
            </a:fld>
            <a:endParaRPr lang="en-US"/>
          </a:p>
        </p:txBody>
      </p:sp>
      <p:grpSp>
        <p:nvGrpSpPr>
          <p:cNvPr id="2" name="Group 67"/>
          <p:cNvGrpSpPr/>
          <p:nvPr/>
        </p:nvGrpSpPr>
        <p:grpSpPr>
          <a:xfrm>
            <a:off x="1124214" y="4046982"/>
            <a:ext cx="6895572" cy="201168"/>
            <a:chOff x="1281573" y="4171950"/>
            <a:chExt cx="6895572" cy="201168"/>
          </a:xfrm>
        </p:grpSpPr>
        <p:grpSp>
          <p:nvGrpSpPr>
            <p:cNvPr id="3" name="Group 50"/>
            <p:cNvGrpSpPr/>
            <p:nvPr/>
          </p:nvGrpSpPr>
          <p:grpSpPr>
            <a:xfrm>
              <a:off x="1281573" y="4171950"/>
              <a:ext cx="1061577" cy="201168"/>
              <a:chOff x="2221306" y="3914656"/>
              <a:chExt cx="1061577" cy="201168"/>
            </a:xfrm>
          </p:grpSpPr>
          <p:sp>
            <p:nvSpPr>
              <p:cNvPr id="86" name="TextBox 85"/>
              <p:cNvSpPr txBox="1"/>
              <p:nvPr/>
            </p:nvSpPr>
            <p:spPr>
              <a:xfrm>
                <a:off x="2470160" y="3934938"/>
                <a:ext cx="812723"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CONSTRUCTION</a:t>
                </a:r>
              </a:p>
            </p:txBody>
          </p:sp>
          <p:sp>
            <p:nvSpPr>
              <p:cNvPr id="87" name="Oval 86"/>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tx1">
                      <a:lumMod val="50000"/>
                      <a:lumOff val="50000"/>
                    </a:schemeClr>
                  </a:solidFill>
                </a:endParaRPr>
              </a:p>
            </p:txBody>
          </p:sp>
        </p:grpSp>
        <p:grpSp>
          <p:nvGrpSpPr>
            <p:cNvPr id="4" name="Group 45"/>
            <p:cNvGrpSpPr/>
            <p:nvPr/>
          </p:nvGrpSpPr>
          <p:grpSpPr>
            <a:xfrm>
              <a:off x="2545111" y="4171950"/>
              <a:ext cx="763908" cy="201168"/>
              <a:chOff x="3776442" y="3947915"/>
              <a:chExt cx="763908" cy="201168"/>
            </a:xfrm>
          </p:grpSpPr>
          <p:sp>
            <p:nvSpPr>
              <p:cNvPr id="84" name="TextBox 83"/>
              <p:cNvSpPr txBox="1"/>
              <p:nvPr/>
            </p:nvSpPr>
            <p:spPr>
              <a:xfrm>
                <a:off x="4020977" y="3968197"/>
                <a:ext cx="519373"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ANALYSIS</a:t>
                </a:r>
              </a:p>
            </p:txBody>
          </p:sp>
          <p:sp>
            <p:nvSpPr>
              <p:cNvPr id="85" name="Oval 84"/>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tx1">
                      <a:lumMod val="50000"/>
                      <a:lumOff val="50000"/>
                    </a:schemeClr>
                  </a:solidFill>
                </a:endParaRPr>
              </a:p>
            </p:txBody>
          </p:sp>
        </p:grpSp>
        <p:grpSp>
          <p:nvGrpSpPr>
            <p:cNvPr id="5" name="Group 37"/>
            <p:cNvGrpSpPr/>
            <p:nvPr/>
          </p:nvGrpSpPr>
          <p:grpSpPr>
            <a:xfrm>
              <a:off x="3467100" y="4171950"/>
              <a:ext cx="1011544" cy="201168"/>
              <a:chOff x="4725932" y="3949014"/>
              <a:chExt cx="1011544" cy="201168"/>
            </a:xfrm>
          </p:grpSpPr>
          <p:sp>
            <p:nvSpPr>
              <p:cNvPr id="82" name="TextBox 81"/>
              <p:cNvSpPr txBox="1"/>
              <p:nvPr/>
            </p:nvSpPr>
            <p:spPr>
              <a:xfrm>
                <a:off x="4964829" y="3966831"/>
                <a:ext cx="772647"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IMPROVEMENT</a:t>
                </a:r>
              </a:p>
            </p:txBody>
          </p:sp>
          <p:sp>
            <p:nvSpPr>
              <p:cNvPr id="83" name="Oval 82"/>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tx1">
                      <a:lumMod val="50000"/>
                      <a:lumOff val="50000"/>
                    </a:schemeClr>
                  </a:solidFill>
                </a:endParaRPr>
              </a:p>
            </p:txBody>
          </p:sp>
        </p:grpSp>
        <p:grpSp>
          <p:nvGrpSpPr>
            <p:cNvPr id="6" name="Group 41"/>
            <p:cNvGrpSpPr/>
            <p:nvPr/>
          </p:nvGrpSpPr>
          <p:grpSpPr>
            <a:xfrm>
              <a:off x="4618933" y="4171950"/>
              <a:ext cx="3558212" cy="201168"/>
              <a:chOff x="6077268" y="3949014"/>
              <a:chExt cx="3558212" cy="201168"/>
            </a:xfrm>
          </p:grpSpPr>
          <p:sp>
            <p:nvSpPr>
              <p:cNvPr id="77" name="TextBox 76"/>
              <p:cNvSpPr txBox="1"/>
              <p:nvPr/>
            </p:nvSpPr>
            <p:spPr>
              <a:xfrm>
                <a:off x="6332724" y="3976991"/>
                <a:ext cx="94737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RECONSTRUCTION</a:t>
                </a:r>
              </a:p>
            </p:txBody>
          </p:sp>
          <p:sp>
            <p:nvSpPr>
              <p:cNvPr id="79" name="Oval 78"/>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tx1">
                      <a:lumMod val="50000"/>
                      <a:lumOff val="50000"/>
                    </a:schemeClr>
                  </a:solidFill>
                </a:endParaRPr>
              </a:p>
            </p:txBody>
          </p:sp>
          <p:sp>
            <p:nvSpPr>
              <p:cNvPr id="80" name="TextBox 79"/>
              <p:cNvSpPr txBox="1"/>
              <p:nvPr/>
            </p:nvSpPr>
            <p:spPr>
              <a:xfrm>
                <a:off x="8688105" y="3976991"/>
                <a:ext cx="94737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RECONSTRUCTION</a:t>
                </a:r>
              </a:p>
            </p:txBody>
          </p:sp>
          <p:sp>
            <p:nvSpPr>
              <p:cNvPr id="81" name="Oval 80"/>
              <p:cNvSpPr>
                <a:spLocks noChangeAspect="1"/>
              </p:cNvSpPr>
              <p:nvPr/>
            </p:nvSpPr>
            <p:spPr>
              <a:xfrm>
                <a:off x="8432649" y="3949014"/>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tx1">
                      <a:lumMod val="50000"/>
                      <a:lumOff val="50000"/>
                    </a:schemeClr>
                  </a:solidFill>
                </a:endParaRPr>
              </a:p>
            </p:txBody>
          </p:sp>
        </p:grpSp>
        <p:grpSp>
          <p:nvGrpSpPr>
            <p:cNvPr id="7" name="Group 37"/>
            <p:cNvGrpSpPr/>
            <p:nvPr/>
          </p:nvGrpSpPr>
          <p:grpSpPr>
            <a:xfrm>
              <a:off x="5914333" y="4171950"/>
              <a:ext cx="1021069" cy="201168"/>
              <a:chOff x="4725932" y="3949014"/>
              <a:chExt cx="1021069" cy="201168"/>
            </a:xfrm>
          </p:grpSpPr>
          <p:sp>
            <p:nvSpPr>
              <p:cNvPr id="75" name="TextBox 74"/>
              <p:cNvSpPr txBox="1"/>
              <p:nvPr/>
            </p:nvSpPr>
            <p:spPr>
              <a:xfrm>
                <a:off x="4974354" y="3966831"/>
                <a:ext cx="772647"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IMPROVEMENT</a:t>
                </a:r>
              </a:p>
            </p:txBody>
          </p:sp>
          <p:sp>
            <p:nvSpPr>
              <p:cNvPr id="76" name="Oval 75"/>
              <p:cNvSpPr>
                <a:spLocks noChangeAspect="1"/>
              </p:cNvSpPr>
              <p:nvPr/>
            </p:nvSpPr>
            <p:spPr>
              <a:xfrm>
                <a:off x="4725932"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tx1">
                      <a:lumMod val="50000"/>
                      <a:lumOff val="50000"/>
                    </a:schemeClr>
                  </a:solidFill>
                </a:endParaRPr>
              </a:p>
            </p:txBody>
          </p:sp>
        </p:grpSp>
      </p:grpSp>
      <p:sp>
        <p:nvSpPr>
          <p:cNvPr id="89" name="TextBox 88"/>
          <p:cNvSpPr txBox="1"/>
          <p:nvPr/>
        </p:nvSpPr>
        <p:spPr>
          <a:xfrm>
            <a:off x="467618" y="2876550"/>
            <a:ext cx="1789807" cy="892552"/>
          </a:xfrm>
          <a:prstGeom prst="rect">
            <a:avLst/>
          </a:prstGeom>
          <a:noFill/>
        </p:spPr>
        <p:txBody>
          <a:bodyPr wrap="square" rtlCol="0">
            <a:spAutoFit/>
          </a:bodyPr>
          <a:lstStyle/>
          <a:p>
            <a:pPr algn="ctr"/>
            <a:r>
              <a:rPr lang="en-US" sz="1200" b="1" dirty="0">
                <a:solidFill>
                  <a:schemeClr val="accent1"/>
                </a:solidFill>
              </a:rPr>
              <a:t>Title Goes Here</a:t>
            </a:r>
            <a:endParaRPr lang="en-US" sz="1200" dirty="0">
              <a:solidFill>
                <a:schemeClr val="accent1"/>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90" name="TextBox 89"/>
          <p:cNvSpPr txBox="1"/>
          <p:nvPr/>
        </p:nvSpPr>
        <p:spPr>
          <a:xfrm>
            <a:off x="2074962" y="2876550"/>
            <a:ext cx="1789807" cy="892552"/>
          </a:xfrm>
          <a:prstGeom prst="rect">
            <a:avLst/>
          </a:prstGeom>
          <a:noFill/>
        </p:spPr>
        <p:txBody>
          <a:bodyPr wrap="square" rtlCol="0">
            <a:spAutoFit/>
          </a:bodyPr>
          <a:lstStyle/>
          <a:p>
            <a:pPr algn="ctr"/>
            <a:r>
              <a:rPr lang="en-US" sz="1200" b="1" dirty="0">
                <a:solidFill>
                  <a:schemeClr val="accent2"/>
                </a:solidFill>
              </a:rPr>
              <a:t>Title Goes Here</a:t>
            </a:r>
            <a:endParaRPr lang="en-US" sz="1200" dirty="0">
              <a:solidFill>
                <a:schemeClr val="accent2"/>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91" name="TextBox 90"/>
          <p:cNvSpPr txBox="1"/>
          <p:nvPr/>
        </p:nvSpPr>
        <p:spPr>
          <a:xfrm>
            <a:off x="3682306" y="2876550"/>
            <a:ext cx="1789807" cy="892552"/>
          </a:xfrm>
          <a:prstGeom prst="rect">
            <a:avLst/>
          </a:prstGeom>
          <a:noFill/>
        </p:spPr>
        <p:txBody>
          <a:bodyPr wrap="square" rtlCol="0">
            <a:spAutoFit/>
          </a:bodyPr>
          <a:lstStyle/>
          <a:p>
            <a:pPr algn="ctr"/>
            <a:r>
              <a:rPr lang="en-US" sz="1200" b="1" dirty="0">
                <a:solidFill>
                  <a:schemeClr val="accent3"/>
                </a:solidFill>
              </a:rPr>
              <a:t>Title Goes Here</a:t>
            </a:r>
            <a:endParaRPr lang="en-US" sz="1200" dirty="0">
              <a:solidFill>
                <a:schemeClr val="accent3"/>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92" name="TextBox 91"/>
          <p:cNvSpPr txBox="1"/>
          <p:nvPr/>
        </p:nvSpPr>
        <p:spPr>
          <a:xfrm>
            <a:off x="5289650" y="2876550"/>
            <a:ext cx="1789807" cy="892552"/>
          </a:xfrm>
          <a:prstGeom prst="rect">
            <a:avLst/>
          </a:prstGeom>
          <a:noFill/>
        </p:spPr>
        <p:txBody>
          <a:bodyPr wrap="square" rtlCol="0">
            <a:spAutoFit/>
          </a:bodyPr>
          <a:lstStyle/>
          <a:p>
            <a:pPr algn="ctr"/>
            <a:r>
              <a:rPr lang="en-US" sz="1200" b="1" dirty="0">
                <a:solidFill>
                  <a:schemeClr val="accent4"/>
                </a:solidFill>
              </a:rPr>
              <a:t>Title Goes Here</a:t>
            </a:r>
            <a:endParaRPr lang="en-US" sz="1200" dirty="0">
              <a:solidFill>
                <a:schemeClr val="accent4"/>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93" name="TextBox 92"/>
          <p:cNvSpPr txBox="1"/>
          <p:nvPr/>
        </p:nvSpPr>
        <p:spPr>
          <a:xfrm>
            <a:off x="6896993" y="2876550"/>
            <a:ext cx="1789807" cy="892552"/>
          </a:xfrm>
          <a:prstGeom prst="rect">
            <a:avLst/>
          </a:prstGeom>
          <a:noFill/>
        </p:spPr>
        <p:txBody>
          <a:bodyPr wrap="square" rtlCol="0">
            <a:spAutoFit/>
          </a:bodyPr>
          <a:lstStyle/>
          <a:p>
            <a:pPr algn="ctr"/>
            <a:r>
              <a:rPr lang="en-US" sz="1200" b="1" dirty="0">
                <a:solidFill>
                  <a:schemeClr val="accent5"/>
                </a:solidFill>
              </a:rPr>
              <a:t>Title Goes Here</a:t>
            </a:r>
            <a:endParaRPr lang="en-US" sz="1200" dirty="0">
              <a:solidFill>
                <a:schemeClr val="accent5"/>
              </a:solidFill>
            </a:endParaRPr>
          </a:p>
          <a:p>
            <a:pPr algn="ctr"/>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36"/>
                                        </p:tgtEl>
                                        <p:attrNameLst>
                                          <p:attrName>style.visibility</p:attrName>
                                        </p:attrNameLst>
                                      </p:cBhvr>
                                      <p:to>
                                        <p:strVal val="visible"/>
                                      </p:to>
                                    </p:set>
                                    <p:anim calcmode="lin" valueType="num">
                                      <p:cBhvr>
                                        <p:cTn id="7" dur="500" fill="hold"/>
                                        <p:tgtEl>
                                          <p:spTgt spid="136"/>
                                        </p:tgtEl>
                                        <p:attrNameLst>
                                          <p:attrName>ppt_w</p:attrName>
                                        </p:attrNameLst>
                                      </p:cBhvr>
                                      <p:tavLst>
                                        <p:tav tm="0">
                                          <p:val>
                                            <p:fltVal val="0"/>
                                          </p:val>
                                        </p:tav>
                                        <p:tav tm="100000">
                                          <p:val>
                                            <p:strVal val="#ppt_w"/>
                                          </p:val>
                                        </p:tav>
                                      </p:tavLst>
                                    </p:anim>
                                    <p:anim calcmode="lin" valueType="num">
                                      <p:cBhvr>
                                        <p:cTn id="8" dur="500" fill="hold"/>
                                        <p:tgtEl>
                                          <p:spTgt spid="136"/>
                                        </p:tgtEl>
                                        <p:attrNameLst>
                                          <p:attrName>ppt_h</p:attrName>
                                        </p:attrNameLst>
                                      </p:cBhvr>
                                      <p:tavLst>
                                        <p:tav tm="0">
                                          <p:val>
                                            <p:fltVal val="0"/>
                                          </p:val>
                                        </p:tav>
                                        <p:tav tm="100000">
                                          <p:val>
                                            <p:strVal val="#ppt_h"/>
                                          </p:val>
                                        </p:tav>
                                      </p:tavLst>
                                    </p:anim>
                                    <p:animEffect transition="in" filter="fade">
                                      <p:cBhvr>
                                        <p:cTn id="9" dur="500"/>
                                        <p:tgtEl>
                                          <p:spTgt spid="136"/>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38"/>
                                        </p:tgtEl>
                                        <p:attrNameLst>
                                          <p:attrName>style.visibility</p:attrName>
                                        </p:attrNameLst>
                                      </p:cBhvr>
                                      <p:to>
                                        <p:strVal val="visible"/>
                                      </p:to>
                                    </p:set>
                                    <p:anim calcmode="lin" valueType="num">
                                      <p:cBhvr>
                                        <p:cTn id="13" dur="500" fill="hold"/>
                                        <p:tgtEl>
                                          <p:spTgt spid="138"/>
                                        </p:tgtEl>
                                        <p:attrNameLst>
                                          <p:attrName>ppt_w</p:attrName>
                                        </p:attrNameLst>
                                      </p:cBhvr>
                                      <p:tavLst>
                                        <p:tav tm="0">
                                          <p:val>
                                            <p:fltVal val="0"/>
                                          </p:val>
                                        </p:tav>
                                        <p:tav tm="100000">
                                          <p:val>
                                            <p:strVal val="#ppt_w"/>
                                          </p:val>
                                        </p:tav>
                                      </p:tavLst>
                                    </p:anim>
                                    <p:anim calcmode="lin" valueType="num">
                                      <p:cBhvr>
                                        <p:cTn id="14" dur="500" fill="hold"/>
                                        <p:tgtEl>
                                          <p:spTgt spid="138"/>
                                        </p:tgtEl>
                                        <p:attrNameLst>
                                          <p:attrName>ppt_h</p:attrName>
                                        </p:attrNameLst>
                                      </p:cBhvr>
                                      <p:tavLst>
                                        <p:tav tm="0">
                                          <p:val>
                                            <p:fltVal val="0"/>
                                          </p:val>
                                        </p:tav>
                                        <p:tav tm="100000">
                                          <p:val>
                                            <p:strVal val="#ppt_h"/>
                                          </p:val>
                                        </p:tav>
                                      </p:tavLst>
                                    </p:anim>
                                    <p:animEffect transition="in" filter="fade">
                                      <p:cBhvr>
                                        <p:cTn id="15" dur="500"/>
                                        <p:tgtEl>
                                          <p:spTgt spid="138"/>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137"/>
                                        </p:tgtEl>
                                        <p:attrNameLst>
                                          <p:attrName>style.visibility</p:attrName>
                                        </p:attrNameLst>
                                      </p:cBhvr>
                                      <p:to>
                                        <p:strVal val="visible"/>
                                      </p:to>
                                    </p:set>
                                    <p:anim calcmode="lin" valueType="num">
                                      <p:cBhvr>
                                        <p:cTn id="19" dur="500" fill="hold"/>
                                        <p:tgtEl>
                                          <p:spTgt spid="137"/>
                                        </p:tgtEl>
                                        <p:attrNameLst>
                                          <p:attrName>ppt_w</p:attrName>
                                        </p:attrNameLst>
                                      </p:cBhvr>
                                      <p:tavLst>
                                        <p:tav tm="0">
                                          <p:val>
                                            <p:fltVal val="0"/>
                                          </p:val>
                                        </p:tav>
                                        <p:tav tm="100000">
                                          <p:val>
                                            <p:strVal val="#ppt_w"/>
                                          </p:val>
                                        </p:tav>
                                      </p:tavLst>
                                    </p:anim>
                                    <p:anim calcmode="lin" valueType="num">
                                      <p:cBhvr>
                                        <p:cTn id="20" dur="500" fill="hold"/>
                                        <p:tgtEl>
                                          <p:spTgt spid="137"/>
                                        </p:tgtEl>
                                        <p:attrNameLst>
                                          <p:attrName>ppt_h</p:attrName>
                                        </p:attrNameLst>
                                      </p:cBhvr>
                                      <p:tavLst>
                                        <p:tav tm="0">
                                          <p:val>
                                            <p:fltVal val="0"/>
                                          </p:val>
                                        </p:tav>
                                        <p:tav tm="100000">
                                          <p:val>
                                            <p:strVal val="#ppt_h"/>
                                          </p:val>
                                        </p:tav>
                                      </p:tavLst>
                                    </p:anim>
                                    <p:animEffect transition="in" filter="fade">
                                      <p:cBhvr>
                                        <p:cTn id="21" dur="500"/>
                                        <p:tgtEl>
                                          <p:spTgt spid="1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132"/>
                                        </p:tgtEl>
                                        <p:attrNameLst>
                                          <p:attrName>style.visibility</p:attrName>
                                        </p:attrNameLst>
                                      </p:cBhvr>
                                      <p:to>
                                        <p:strVal val="visible"/>
                                      </p:to>
                                    </p:set>
                                    <p:anim calcmode="lin" valueType="num">
                                      <p:cBhvr>
                                        <p:cTn id="25" dur="500" fill="hold"/>
                                        <p:tgtEl>
                                          <p:spTgt spid="132"/>
                                        </p:tgtEl>
                                        <p:attrNameLst>
                                          <p:attrName>ppt_w</p:attrName>
                                        </p:attrNameLst>
                                      </p:cBhvr>
                                      <p:tavLst>
                                        <p:tav tm="0">
                                          <p:val>
                                            <p:fltVal val="0"/>
                                          </p:val>
                                        </p:tav>
                                        <p:tav tm="100000">
                                          <p:val>
                                            <p:strVal val="#ppt_w"/>
                                          </p:val>
                                        </p:tav>
                                      </p:tavLst>
                                    </p:anim>
                                    <p:anim calcmode="lin" valueType="num">
                                      <p:cBhvr>
                                        <p:cTn id="26" dur="500" fill="hold"/>
                                        <p:tgtEl>
                                          <p:spTgt spid="132"/>
                                        </p:tgtEl>
                                        <p:attrNameLst>
                                          <p:attrName>ppt_h</p:attrName>
                                        </p:attrNameLst>
                                      </p:cBhvr>
                                      <p:tavLst>
                                        <p:tav tm="0">
                                          <p:val>
                                            <p:fltVal val="0"/>
                                          </p:val>
                                        </p:tav>
                                        <p:tav tm="100000">
                                          <p:val>
                                            <p:strVal val="#ppt_h"/>
                                          </p:val>
                                        </p:tav>
                                      </p:tavLst>
                                    </p:anim>
                                    <p:animEffect transition="in" filter="fade">
                                      <p:cBhvr>
                                        <p:cTn id="27" dur="500"/>
                                        <p:tgtEl>
                                          <p:spTgt spid="132"/>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133"/>
                                        </p:tgtEl>
                                        <p:attrNameLst>
                                          <p:attrName>style.visibility</p:attrName>
                                        </p:attrNameLst>
                                      </p:cBhvr>
                                      <p:to>
                                        <p:strVal val="visible"/>
                                      </p:to>
                                    </p:set>
                                    <p:anim calcmode="lin" valueType="num">
                                      <p:cBhvr>
                                        <p:cTn id="31" dur="500" fill="hold"/>
                                        <p:tgtEl>
                                          <p:spTgt spid="133"/>
                                        </p:tgtEl>
                                        <p:attrNameLst>
                                          <p:attrName>ppt_w</p:attrName>
                                        </p:attrNameLst>
                                      </p:cBhvr>
                                      <p:tavLst>
                                        <p:tav tm="0">
                                          <p:val>
                                            <p:fltVal val="0"/>
                                          </p:val>
                                        </p:tav>
                                        <p:tav tm="100000">
                                          <p:val>
                                            <p:strVal val="#ppt_w"/>
                                          </p:val>
                                        </p:tav>
                                      </p:tavLst>
                                    </p:anim>
                                    <p:anim calcmode="lin" valueType="num">
                                      <p:cBhvr>
                                        <p:cTn id="32" dur="500" fill="hold"/>
                                        <p:tgtEl>
                                          <p:spTgt spid="133"/>
                                        </p:tgtEl>
                                        <p:attrNameLst>
                                          <p:attrName>ppt_h</p:attrName>
                                        </p:attrNameLst>
                                      </p:cBhvr>
                                      <p:tavLst>
                                        <p:tav tm="0">
                                          <p:val>
                                            <p:fltVal val="0"/>
                                          </p:val>
                                        </p:tav>
                                        <p:tav tm="100000">
                                          <p:val>
                                            <p:strVal val="#ppt_h"/>
                                          </p:val>
                                        </p:tav>
                                      </p:tavLst>
                                    </p:anim>
                                    <p:animEffect transition="in" filter="fade">
                                      <p:cBhvr>
                                        <p:cTn id="33" dur="500"/>
                                        <p:tgtEl>
                                          <p:spTgt spid="133"/>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134"/>
                                        </p:tgtEl>
                                        <p:attrNameLst>
                                          <p:attrName>style.visibility</p:attrName>
                                        </p:attrNameLst>
                                      </p:cBhvr>
                                      <p:to>
                                        <p:strVal val="visible"/>
                                      </p:to>
                                    </p:set>
                                    <p:anim calcmode="lin" valueType="num">
                                      <p:cBhvr>
                                        <p:cTn id="37" dur="500" fill="hold"/>
                                        <p:tgtEl>
                                          <p:spTgt spid="134"/>
                                        </p:tgtEl>
                                        <p:attrNameLst>
                                          <p:attrName>ppt_w</p:attrName>
                                        </p:attrNameLst>
                                      </p:cBhvr>
                                      <p:tavLst>
                                        <p:tav tm="0">
                                          <p:val>
                                            <p:fltVal val="0"/>
                                          </p:val>
                                        </p:tav>
                                        <p:tav tm="100000">
                                          <p:val>
                                            <p:strVal val="#ppt_w"/>
                                          </p:val>
                                        </p:tav>
                                      </p:tavLst>
                                    </p:anim>
                                    <p:anim calcmode="lin" valueType="num">
                                      <p:cBhvr>
                                        <p:cTn id="38" dur="500" fill="hold"/>
                                        <p:tgtEl>
                                          <p:spTgt spid="134"/>
                                        </p:tgtEl>
                                        <p:attrNameLst>
                                          <p:attrName>ppt_h</p:attrName>
                                        </p:attrNameLst>
                                      </p:cBhvr>
                                      <p:tavLst>
                                        <p:tav tm="0">
                                          <p:val>
                                            <p:fltVal val="0"/>
                                          </p:val>
                                        </p:tav>
                                        <p:tav tm="100000">
                                          <p:val>
                                            <p:strVal val="#ppt_h"/>
                                          </p:val>
                                        </p:tav>
                                      </p:tavLst>
                                    </p:anim>
                                    <p:animEffect transition="in" filter="fade">
                                      <p:cBhvr>
                                        <p:cTn id="39" dur="500"/>
                                        <p:tgtEl>
                                          <p:spTgt spid="134"/>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135"/>
                                        </p:tgtEl>
                                        <p:attrNameLst>
                                          <p:attrName>style.visibility</p:attrName>
                                        </p:attrNameLst>
                                      </p:cBhvr>
                                      <p:to>
                                        <p:strVal val="visible"/>
                                      </p:to>
                                    </p:set>
                                    <p:anim calcmode="lin" valueType="num">
                                      <p:cBhvr>
                                        <p:cTn id="43" dur="500" fill="hold"/>
                                        <p:tgtEl>
                                          <p:spTgt spid="135"/>
                                        </p:tgtEl>
                                        <p:attrNameLst>
                                          <p:attrName>ppt_w</p:attrName>
                                        </p:attrNameLst>
                                      </p:cBhvr>
                                      <p:tavLst>
                                        <p:tav tm="0">
                                          <p:val>
                                            <p:fltVal val="0"/>
                                          </p:val>
                                        </p:tav>
                                        <p:tav tm="100000">
                                          <p:val>
                                            <p:strVal val="#ppt_w"/>
                                          </p:val>
                                        </p:tav>
                                      </p:tavLst>
                                    </p:anim>
                                    <p:anim calcmode="lin" valueType="num">
                                      <p:cBhvr>
                                        <p:cTn id="44" dur="500" fill="hold"/>
                                        <p:tgtEl>
                                          <p:spTgt spid="135"/>
                                        </p:tgtEl>
                                        <p:attrNameLst>
                                          <p:attrName>ppt_h</p:attrName>
                                        </p:attrNameLst>
                                      </p:cBhvr>
                                      <p:tavLst>
                                        <p:tav tm="0">
                                          <p:val>
                                            <p:fltVal val="0"/>
                                          </p:val>
                                        </p:tav>
                                        <p:tav tm="100000">
                                          <p:val>
                                            <p:strVal val="#ppt_h"/>
                                          </p:val>
                                        </p:tav>
                                      </p:tavLst>
                                    </p:anim>
                                    <p:animEffect transition="in" filter="fade">
                                      <p:cBhvr>
                                        <p:cTn id="45" dur="500"/>
                                        <p:tgtEl>
                                          <p:spTgt spid="135"/>
                                        </p:tgtEl>
                                      </p:cBhvr>
                                    </p:animEffect>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125"/>
                                        </p:tgtEl>
                                        <p:attrNameLst>
                                          <p:attrName>style.visibility</p:attrName>
                                        </p:attrNameLst>
                                      </p:cBhvr>
                                      <p:to>
                                        <p:strVal val="visible"/>
                                      </p:to>
                                    </p:set>
                                    <p:anim calcmode="lin" valueType="num">
                                      <p:cBhvr>
                                        <p:cTn id="49" dur="500" fill="hold"/>
                                        <p:tgtEl>
                                          <p:spTgt spid="125"/>
                                        </p:tgtEl>
                                        <p:attrNameLst>
                                          <p:attrName>ppt_w</p:attrName>
                                        </p:attrNameLst>
                                      </p:cBhvr>
                                      <p:tavLst>
                                        <p:tav tm="0">
                                          <p:val>
                                            <p:fltVal val="0"/>
                                          </p:val>
                                        </p:tav>
                                        <p:tav tm="100000">
                                          <p:val>
                                            <p:strVal val="#ppt_w"/>
                                          </p:val>
                                        </p:tav>
                                      </p:tavLst>
                                    </p:anim>
                                    <p:anim calcmode="lin" valueType="num">
                                      <p:cBhvr>
                                        <p:cTn id="50" dur="500" fill="hold"/>
                                        <p:tgtEl>
                                          <p:spTgt spid="125"/>
                                        </p:tgtEl>
                                        <p:attrNameLst>
                                          <p:attrName>ppt_h</p:attrName>
                                        </p:attrNameLst>
                                      </p:cBhvr>
                                      <p:tavLst>
                                        <p:tav tm="0">
                                          <p:val>
                                            <p:fltVal val="0"/>
                                          </p:val>
                                        </p:tav>
                                        <p:tav tm="100000">
                                          <p:val>
                                            <p:strVal val="#ppt_h"/>
                                          </p:val>
                                        </p:tav>
                                      </p:tavLst>
                                    </p:anim>
                                    <p:animEffect transition="in" filter="fade">
                                      <p:cBhvr>
                                        <p:cTn id="51" dur="500"/>
                                        <p:tgtEl>
                                          <p:spTgt spid="125"/>
                                        </p:tgtEl>
                                      </p:cBhvr>
                                    </p:animEffect>
                                  </p:childTnLst>
                                </p:cTn>
                              </p:par>
                            </p:childTnLst>
                          </p:cTn>
                        </p:par>
                        <p:par>
                          <p:cTn id="52" fill="hold">
                            <p:stCondLst>
                              <p:cond delay="4000"/>
                            </p:stCondLst>
                            <p:childTnLst>
                              <p:par>
                                <p:cTn id="53" presetID="53" presetClass="entr" presetSubtype="0" fill="hold" grpId="0" nodeType="afterEffect">
                                  <p:stCondLst>
                                    <p:cond delay="0"/>
                                  </p:stCondLst>
                                  <p:childTnLst>
                                    <p:set>
                                      <p:cBhvr>
                                        <p:cTn id="54" dur="1" fill="hold">
                                          <p:stCondLst>
                                            <p:cond delay="0"/>
                                          </p:stCondLst>
                                        </p:cTn>
                                        <p:tgtEl>
                                          <p:spTgt spid="128"/>
                                        </p:tgtEl>
                                        <p:attrNameLst>
                                          <p:attrName>style.visibility</p:attrName>
                                        </p:attrNameLst>
                                      </p:cBhvr>
                                      <p:to>
                                        <p:strVal val="visible"/>
                                      </p:to>
                                    </p:set>
                                    <p:anim calcmode="lin" valueType="num">
                                      <p:cBhvr>
                                        <p:cTn id="55" dur="500" fill="hold"/>
                                        <p:tgtEl>
                                          <p:spTgt spid="128"/>
                                        </p:tgtEl>
                                        <p:attrNameLst>
                                          <p:attrName>ppt_w</p:attrName>
                                        </p:attrNameLst>
                                      </p:cBhvr>
                                      <p:tavLst>
                                        <p:tav tm="0">
                                          <p:val>
                                            <p:fltVal val="0"/>
                                          </p:val>
                                        </p:tav>
                                        <p:tav tm="100000">
                                          <p:val>
                                            <p:strVal val="#ppt_w"/>
                                          </p:val>
                                        </p:tav>
                                      </p:tavLst>
                                    </p:anim>
                                    <p:anim calcmode="lin" valueType="num">
                                      <p:cBhvr>
                                        <p:cTn id="56" dur="500" fill="hold"/>
                                        <p:tgtEl>
                                          <p:spTgt spid="128"/>
                                        </p:tgtEl>
                                        <p:attrNameLst>
                                          <p:attrName>ppt_h</p:attrName>
                                        </p:attrNameLst>
                                      </p:cBhvr>
                                      <p:tavLst>
                                        <p:tav tm="0">
                                          <p:val>
                                            <p:fltVal val="0"/>
                                          </p:val>
                                        </p:tav>
                                        <p:tav tm="100000">
                                          <p:val>
                                            <p:strVal val="#ppt_h"/>
                                          </p:val>
                                        </p:tav>
                                      </p:tavLst>
                                    </p:anim>
                                    <p:animEffect transition="in" filter="fade">
                                      <p:cBhvr>
                                        <p:cTn id="57" dur="500"/>
                                        <p:tgtEl>
                                          <p:spTgt spid="128"/>
                                        </p:tgtEl>
                                      </p:cBhvr>
                                    </p:animEffect>
                                  </p:childTnLst>
                                </p:cTn>
                              </p:par>
                            </p:childTnLst>
                          </p:cTn>
                        </p:par>
                        <p:par>
                          <p:cTn id="58" fill="hold">
                            <p:stCondLst>
                              <p:cond delay="4500"/>
                            </p:stCondLst>
                            <p:childTnLst>
                              <p:par>
                                <p:cTn id="59" presetID="53" presetClass="entr" presetSubtype="0" fill="hold" grpId="0" nodeType="afterEffect">
                                  <p:stCondLst>
                                    <p:cond delay="0"/>
                                  </p:stCondLst>
                                  <p:childTnLst>
                                    <p:set>
                                      <p:cBhvr>
                                        <p:cTn id="60" dur="1" fill="hold">
                                          <p:stCondLst>
                                            <p:cond delay="0"/>
                                          </p:stCondLst>
                                        </p:cTn>
                                        <p:tgtEl>
                                          <p:spTgt spid="129"/>
                                        </p:tgtEl>
                                        <p:attrNameLst>
                                          <p:attrName>style.visibility</p:attrName>
                                        </p:attrNameLst>
                                      </p:cBhvr>
                                      <p:to>
                                        <p:strVal val="visible"/>
                                      </p:to>
                                    </p:set>
                                    <p:anim calcmode="lin" valueType="num">
                                      <p:cBhvr>
                                        <p:cTn id="61" dur="500" fill="hold"/>
                                        <p:tgtEl>
                                          <p:spTgt spid="129"/>
                                        </p:tgtEl>
                                        <p:attrNameLst>
                                          <p:attrName>ppt_w</p:attrName>
                                        </p:attrNameLst>
                                      </p:cBhvr>
                                      <p:tavLst>
                                        <p:tav tm="0">
                                          <p:val>
                                            <p:fltVal val="0"/>
                                          </p:val>
                                        </p:tav>
                                        <p:tav tm="100000">
                                          <p:val>
                                            <p:strVal val="#ppt_w"/>
                                          </p:val>
                                        </p:tav>
                                      </p:tavLst>
                                    </p:anim>
                                    <p:anim calcmode="lin" valueType="num">
                                      <p:cBhvr>
                                        <p:cTn id="62" dur="500" fill="hold"/>
                                        <p:tgtEl>
                                          <p:spTgt spid="129"/>
                                        </p:tgtEl>
                                        <p:attrNameLst>
                                          <p:attrName>ppt_h</p:attrName>
                                        </p:attrNameLst>
                                      </p:cBhvr>
                                      <p:tavLst>
                                        <p:tav tm="0">
                                          <p:val>
                                            <p:fltVal val="0"/>
                                          </p:val>
                                        </p:tav>
                                        <p:tav tm="100000">
                                          <p:val>
                                            <p:strVal val="#ppt_h"/>
                                          </p:val>
                                        </p:tav>
                                      </p:tavLst>
                                    </p:anim>
                                    <p:animEffect transition="in" filter="fade">
                                      <p:cBhvr>
                                        <p:cTn id="63" dur="500"/>
                                        <p:tgtEl>
                                          <p:spTgt spid="129"/>
                                        </p:tgtEl>
                                      </p:cBhvr>
                                    </p:animEffect>
                                  </p:childTnLst>
                                </p:cTn>
                              </p:par>
                            </p:childTnLst>
                          </p:cTn>
                        </p:par>
                        <p:par>
                          <p:cTn id="64" fill="hold">
                            <p:stCondLst>
                              <p:cond delay="5000"/>
                            </p:stCondLst>
                            <p:childTnLst>
                              <p:par>
                                <p:cTn id="65" presetID="53" presetClass="entr" presetSubtype="0" fill="hold" grpId="0" nodeType="afterEffect">
                                  <p:stCondLst>
                                    <p:cond delay="0"/>
                                  </p:stCondLst>
                                  <p:childTnLst>
                                    <p:set>
                                      <p:cBhvr>
                                        <p:cTn id="66" dur="1" fill="hold">
                                          <p:stCondLst>
                                            <p:cond delay="0"/>
                                          </p:stCondLst>
                                        </p:cTn>
                                        <p:tgtEl>
                                          <p:spTgt spid="130"/>
                                        </p:tgtEl>
                                        <p:attrNameLst>
                                          <p:attrName>style.visibility</p:attrName>
                                        </p:attrNameLst>
                                      </p:cBhvr>
                                      <p:to>
                                        <p:strVal val="visible"/>
                                      </p:to>
                                    </p:set>
                                    <p:anim calcmode="lin" valueType="num">
                                      <p:cBhvr>
                                        <p:cTn id="67" dur="500" fill="hold"/>
                                        <p:tgtEl>
                                          <p:spTgt spid="130"/>
                                        </p:tgtEl>
                                        <p:attrNameLst>
                                          <p:attrName>ppt_w</p:attrName>
                                        </p:attrNameLst>
                                      </p:cBhvr>
                                      <p:tavLst>
                                        <p:tav tm="0">
                                          <p:val>
                                            <p:fltVal val="0"/>
                                          </p:val>
                                        </p:tav>
                                        <p:tav tm="100000">
                                          <p:val>
                                            <p:strVal val="#ppt_w"/>
                                          </p:val>
                                        </p:tav>
                                      </p:tavLst>
                                    </p:anim>
                                    <p:anim calcmode="lin" valueType="num">
                                      <p:cBhvr>
                                        <p:cTn id="68" dur="500" fill="hold"/>
                                        <p:tgtEl>
                                          <p:spTgt spid="130"/>
                                        </p:tgtEl>
                                        <p:attrNameLst>
                                          <p:attrName>ppt_h</p:attrName>
                                        </p:attrNameLst>
                                      </p:cBhvr>
                                      <p:tavLst>
                                        <p:tav tm="0">
                                          <p:val>
                                            <p:fltVal val="0"/>
                                          </p:val>
                                        </p:tav>
                                        <p:tav tm="100000">
                                          <p:val>
                                            <p:strVal val="#ppt_h"/>
                                          </p:val>
                                        </p:tav>
                                      </p:tavLst>
                                    </p:anim>
                                    <p:animEffect transition="in" filter="fade">
                                      <p:cBhvr>
                                        <p:cTn id="69" dur="500"/>
                                        <p:tgtEl>
                                          <p:spTgt spid="130"/>
                                        </p:tgtEl>
                                      </p:cBhvr>
                                    </p:animEffect>
                                  </p:childTnLst>
                                </p:cTn>
                              </p:par>
                            </p:childTnLst>
                          </p:cTn>
                        </p:par>
                        <p:par>
                          <p:cTn id="70" fill="hold">
                            <p:stCondLst>
                              <p:cond delay="5500"/>
                            </p:stCondLst>
                            <p:childTnLst>
                              <p:par>
                                <p:cTn id="71" presetID="53" presetClass="entr" presetSubtype="0" fill="hold" grpId="0" nodeType="afterEffect">
                                  <p:stCondLst>
                                    <p:cond delay="0"/>
                                  </p:stCondLst>
                                  <p:childTnLst>
                                    <p:set>
                                      <p:cBhvr>
                                        <p:cTn id="72" dur="1" fill="hold">
                                          <p:stCondLst>
                                            <p:cond delay="0"/>
                                          </p:stCondLst>
                                        </p:cTn>
                                        <p:tgtEl>
                                          <p:spTgt spid="131"/>
                                        </p:tgtEl>
                                        <p:attrNameLst>
                                          <p:attrName>style.visibility</p:attrName>
                                        </p:attrNameLst>
                                      </p:cBhvr>
                                      <p:to>
                                        <p:strVal val="visible"/>
                                      </p:to>
                                    </p:set>
                                    <p:anim calcmode="lin" valueType="num">
                                      <p:cBhvr>
                                        <p:cTn id="73" dur="500" fill="hold"/>
                                        <p:tgtEl>
                                          <p:spTgt spid="131"/>
                                        </p:tgtEl>
                                        <p:attrNameLst>
                                          <p:attrName>ppt_w</p:attrName>
                                        </p:attrNameLst>
                                      </p:cBhvr>
                                      <p:tavLst>
                                        <p:tav tm="0">
                                          <p:val>
                                            <p:fltVal val="0"/>
                                          </p:val>
                                        </p:tav>
                                        <p:tav tm="100000">
                                          <p:val>
                                            <p:strVal val="#ppt_w"/>
                                          </p:val>
                                        </p:tav>
                                      </p:tavLst>
                                    </p:anim>
                                    <p:anim calcmode="lin" valueType="num">
                                      <p:cBhvr>
                                        <p:cTn id="74" dur="500" fill="hold"/>
                                        <p:tgtEl>
                                          <p:spTgt spid="131"/>
                                        </p:tgtEl>
                                        <p:attrNameLst>
                                          <p:attrName>ppt_h</p:attrName>
                                        </p:attrNameLst>
                                      </p:cBhvr>
                                      <p:tavLst>
                                        <p:tav tm="0">
                                          <p:val>
                                            <p:fltVal val="0"/>
                                          </p:val>
                                        </p:tav>
                                        <p:tav tm="100000">
                                          <p:val>
                                            <p:strVal val="#ppt_h"/>
                                          </p:val>
                                        </p:tav>
                                      </p:tavLst>
                                    </p:anim>
                                    <p:animEffect transition="in" filter="fade">
                                      <p:cBhvr>
                                        <p:cTn id="75" dur="500"/>
                                        <p:tgtEl>
                                          <p:spTgt spid="131"/>
                                        </p:tgtEl>
                                      </p:cBhvr>
                                    </p:animEffect>
                                  </p:childTnLst>
                                </p:cTn>
                              </p:par>
                            </p:childTnLst>
                          </p:cTn>
                        </p:par>
                        <p:par>
                          <p:cTn id="76" fill="hold">
                            <p:stCondLst>
                              <p:cond delay="6000"/>
                            </p:stCondLst>
                            <p:childTnLst>
                              <p:par>
                                <p:cTn id="77" presetID="53" presetClass="entr" presetSubtype="0" fill="hold" grpId="0" nodeType="afterEffect">
                                  <p:stCondLst>
                                    <p:cond delay="0"/>
                                  </p:stCondLst>
                                  <p:childTnLst>
                                    <p:set>
                                      <p:cBhvr>
                                        <p:cTn id="78" dur="1" fill="hold">
                                          <p:stCondLst>
                                            <p:cond delay="0"/>
                                          </p:stCondLst>
                                        </p:cTn>
                                        <p:tgtEl>
                                          <p:spTgt spid="143"/>
                                        </p:tgtEl>
                                        <p:attrNameLst>
                                          <p:attrName>style.visibility</p:attrName>
                                        </p:attrNameLst>
                                      </p:cBhvr>
                                      <p:to>
                                        <p:strVal val="visible"/>
                                      </p:to>
                                    </p:set>
                                    <p:anim calcmode="lin" valueType="num">
                                      <p:cBhvr>
                                        <p:cTn id="79" dur="500" fill="hold"/>
                                        <p:tgtEl>
                                          <p:spTgt spid="143"/>
                                        </p:tgtEl>
                                        <p:attrNameLst>
                                          <p:attrName>ppt_w</p:attrName>
                                        </p:attrNameLst>
                                      </p:cBhvr>
                                      <p:tavLst>
                                        <p:tav tm="0">
                                          <p:val>
                                            <p:fltVal val="0"/>
                                          </p:val>
                                        </p:tav>
                                        <p:tav tm="100000">
                                          <p:val>
                                            <p:strVal val="#ppt_w"/>
                                          </p:val>
                                        </p:tav>
                                      </p:tavLst>
                                    </p:anim>
                                    <p:anim calcmode="lin" valueType="num">
                                      <p:cBhvr>
                                        <p:cTn id="80" dur="500" fill="hold"/>
                                        <p:tgtEl>
                                          <p:spTgt spid="143"/>
                                        </p:tgtEl>
                                        <p:attrNameLst>
                                          <p:attrName>ppt_h</p:attrName>
                                        </p:attrNameLst>
                                      </p:cBhvr>
                                      <p:tavLst>
                                        <p:tav tm="0">
                                          <p:val>
                                            <p:fltVal val="0"/>
                                          </p:val>
                                        </p:tav>
                                        <p:tav tm="100000">
                                          <p:val>
                                            <p:strVal val="#ppt_h"/>
                                          </p:val>
                                        </p:tav>
                                      </p:tavLst>
                                    </p:anim>
                                    <p:animEffect transition="in" filter="fade">
                                      <p:cBhvr>
                                        <p:cTn id="81" dur="500"/>
                                        <p:tgtEl>
                                          <p:spTgt spid="143"/>
                                        </p:tgtEl>
                                      </p:cBhvr>
                                    </p:animEffect>
                                  </p:childTnLst>
                                </p:cTn>
                              </p:par>
                            </p:childTnLst>
                          </p:cTn>
                        </p:par>
                        <p:par>
                          <p:cTn id="82" fill="hold">
                            <p:stCondLst>
                              <p:cond delay="6500"/>
                            </p:stCondLst>
                            <p:childTnLst>
                              <p:par>
                                <p:cTn id="83" presetID="53" presetClass="entr" presetSubtype="0" fill="hold" grpId="0" nodeType="afterEffect">
                                  <p:stCondLst>
                                    <p:cond delay="0"/>
                                  </p:stCondLst>
                                  <p:childTnLst>
                                    <p:set>
                                      <p:cBhvr>
                                        <p:cTn id="84" dur="1" fill="hold">
                                          <p:stCondLst>
                                            <p:cond delay="0"/>
                                          </p:stCondLst>
                                        </p:cTn>
                                        <p:tgtEl>
                                          <p:spTgt spid="144"/>
                                        </p:tgtEl>
                                        <p:attrNameLst>
                                          <p:attrName>style.visibility</p:attrName>
                                        </p:attrNameLst>
                                      </p:cBhvr>
                                      <p:to>
                                        <p:strVal val="visible"/>
                                      </p:to>
                                    </p:set>
                                    <p:anim calcmode="lin" valueType="num">
                                      <p:cBhvr>
                                        <p:cTn id="85" dur="500" fill="hold"/>
                                        <p:tgtEl>
                                          <p:spTgt spid="144"/>
                                        </p:tgtEl>
                                        <p:attrNameLst>
                                          <p:attrName>ppt_w</p:attrName>
                                        </p:attrNameLst>
                                      </p:cBhvr>
                                      <p:tavLst>
                                        <p:tav tm="0">
                                          <p:val>
                                            <p:fltVal val="0"/>
                                          </p:val>
                                        </p:tav>
                                        <p:tav tm="100000">
                                          <p:val>
                                            <p:strVal val="#ppt_w"/>
                                          </p:val>
                                        </p:tav>
                                      </p:tavLst>
                                    </p:anim>
                                    <p:anim calcmode="lin" valueType="num">
                                      <p:cBhvr>
                                        <p:cTn id="86" dur="500" fill="hold"/>
                                        <p:tgtEl>
                                          <p:spTgt spid="144"/>
                                        </p:tgtEl>
                                        <p:attrNameLst>
                                          <p:attrName>ppt_h</p:attrName>
                                        </p:attrNameLst>
                                      </p:cBhvr>
                                      <p:tavLst>
                                        <p:tav tm="0">
                                          <p:val>
                                            <p:fltVal val="0"/>
                                          </p:val>
                                        </p:tav>
                                        <p:tav tm="100000">
                                          <p:val>
                                            <p:strVal val="#ppt_h"/>
                                          </p:val>
                                        </p:tav>
                                      </p:tavLst>
                                    </p:anim>
                                    <p:animEffect transition="in" filter="fade">
                                      <p:cBhvr>
                                        <p:cTn id="87" dur="500"/>
                                        <p:tgtEl>
                                          <p:spTgt spid="144"/>
                                        </p:tgtEl>
                                      </p:cBhvr>
                                    </p:animEffect>
                                  </p:childTnLst>
                                </p:cTn>
                              </p:par>
                            </p:childTnLst>
                          </p:cTn>
                        </p:par>
                        <p:par>
                          <p:cTn id="88" fill="hold">
                            <p:stCondLst>
                              <p:cond delay="7000"/>
                            </p:stCondLst>
                            <p:childTnLst>
                              <p:par>
                                <p:cTn id="89" presetID="53" presetClass="entr" presetSubtype="0" fill="hold" grpId="0" nodeType="afterEffect">
                                  <p:stCondLst>
                                    <p:cond delay="0"/>
                                  </p:stCondLst>
                                  <p:childTnLst>
                                    <p:set>
                                      <p:cBhvr>
                                        <p:cTn id="90" dur="1" fill="hold">
                                          <p:stCondLst>
                                            <p:cond delay="0"/>
                                          </p:stCondLst>
                                        </p:cTn>
                                        <p:tgtEl>
                                          <p:spTgt spid="140"/>
                                        </p:tgtEl>
                                        <p:attrNameLst>
                                          <p:attrName>style.visibility</p:attrName>
                                        </p:attrNameLst>
                                      </p:cBhvr>
                                      <p:to>
                                        <p:strVal val="visible"/>
                                      </p:to>
                                    </p:set>
                                    <p:anim calcmode="lin" valueType="num">
                                      <p:cBhvr>
                                        <p:cTn id="91" dur="500" fill="hold"/>
                                        <p:tgtEl>
                                          <p:spTgt spid="140"/>
                                        </p:tgtEl>
                                        <p:attrNameLst>
                                          <p:attrName>ppt_w</p:attrName>
                                        </p:attrNameLst>
                                      </p:cBhvr>
                                      <p:tavLst>
                                        <p:tav tm="0">
                                          <p:val>
                                            <p:fltVal val="0"/>
                                          </p:val>
                                        </p:tav>
                                        <p:tav tm="100000">
                                          <p:val>
                                            <p:strVal val="#ppt_w"/>
                                          </p:val>
                                        </p:tav>
                                      </p:tavLst>
                                    </p:anim>
                                    <p:anim calcmode="lin" valueType="num">
                                      <p:cBhvr>
                                        <p:cTn id="92" dur="500" fill="hold"/>
                                        <p:tgtEl>
                                          <p:spTgt spid="140"/>
                                        </p:tgtEl>
                                        <p:attrNameLst>
                                          <p:attrName>ppt_h</p:attrName>
                                        </p:attrNameLst>
                                      </p:cBhvr>
                                      <p:tavLst>
                                        <p:tav tm="0">
                                          <p:val>
                                            <p:fltVal val="0"/>
                                          </p:val>
                                        </p:tav>
                                        <p:tav tm="100000">
                                          <p:val>
                                            <p:strVal val="#ppt_h"/>
                                          </p:val>
                                        </p:tav>
                                      </p:tavLst>
                                    </p:anim>
                                    <p:animEffect transition="in" filter="fade">
                                      <p:cBhvr>
                                        <p:cTn id="93" dur="500"/>
                                        <p:tgtEl>
                                          <p:spTgt spid="140"/>
                                        </p:tgtEl>
                                      </p:cBhvr>
                                    </p:animEffect>
                                  </p:childTnLst>
                                </p:cTn>
                              </p:par>
                            </p:childTnLst>
                          </p:cTn>
                        </p:par>
                        <p:par>
                          <p:cTn id="94" fill="hold">
                            <p:stCondLst>
                              <p:cond delay="8000"/>
                            </p:stCondLst>
                            <p:childTnLst>
                              <p:par>
                                <p:cTn id="95" presetID="2" presetClass="entr" presetSubtype="4" accel="50000" decel="50000" fill="hold" grpId="0" nodeType="afterEffect">
                                  <p:stCondLst>
                                    <p:cond delay="0"/>
                                  </p:stCondLst>
                                  <p:childTnLst>
                                    <p:set>
                                      <p:cBhvr>
                                        <p:cTn id="96" dur="1" fill="hold">
                                          <p:stCondLst>
                                            <p:cond delay="0"/>
                                          </p:stCondLst>
                                        </p:cTn>
                                        <p:tgtEl>
                                          <p:spTgt spid="89"/>
                                        </p:tgtEl>
                                        <p:attrNameLst>
                                          <p:attrName>style.visibility</p:attrName>
                                        </p:attrNameLst>
                                      </p:cBhvr>
                                      <p:to>
                                        <p:strVal val="visible"/>
                                      </p:to>
                                    </p:set>
                                    <p:anim calcmode="lin" valueType="num">
                                      <p:cBhvr additive="base">
                                        <p:cTn id="97" dur="500" fill="hold"/>
                                        <p:tgtEl>
                                          <p:spTgt spid="89"/>
                                        </p:tgtEl>
                                        <p:attrNameLst>
                                          <p:attrName>ppt_x</p:attrName>
                                        </p:attrNameLst>
                                      </p:cBhvr>
                                      <p:tavLst>
                                        <p:tav tm="0">
                                          <p:val>
                                            <p:strVal val="#ppt_x"/>
                                          </p:val>
                                        </p:tav>
                                        <p:tav tm="100000">
                                          <p:val>
                                            <p:strVal val="#ppt_x"/>
                                          </p:val>
                                        </p:tav>
                                      </p:tavLst>
                                    </p:anim>
                                    <p:anim calcmode="lin" valueType="num">
                                      <p:cBhvr additive="base">
                                        <p:cTn id="98" dur="500" fill="hold"/>
                                        <p:tgtEl>
                                          <p:spTgt spid="89"/>
                                        </p:tgtEl>
                                        <p:attrNameLst>
                                          <p:attrName>ppt_y</p:attrName>
                                        </p:attrNameLst>
                                      </p:cBhvr>
                                      <p:tavLst>
                                        <p:tav tm="0">
                                          <p:val>
                                            <p:strVal val="1+#ppt_h/2"/>
                                          </p:val>
                                        </p:tav>
                                        <p:tav tm="100000">
                                          <p:val>
                                            <p:strVal val="#ppt_y"/>
                                          </p:val>
                                        </p:tav>
                                      </p:tavLst>
                                    </p:anim>
                                  </p:childTnLst>
                                </p:cTn>
                              </p:par>
                            </p:childTnLst>
                          </p:cTn>
                        </p:par>
                        <p:par>
                          <p:cTn id="99" fill="hold">
                            <p:stCondLst>
                              <p:cond delay="8500"/>
                            </p:stCondLst>
                            <p:childTnLst>
                              <p:par>
                                <p:cTn id="100" presetID="2" presetClass="entr" presetSubtype="4" accel="50000" decel="50000" fill="hold" grpId="0" nodeType="afterEffect">
                                  <p:stCondLst>
                                    <p:cond delay="0"/>
                                  </p:stCondLst>
                                  <p:childTnLst>
                                    <p:set>
                                      <p:cBhvr>
                                        <p:cTn id="101" dur="1" fill="hold">
                                          <p:stCondLst>
                                            <p:cond delay="0"/>
                                          </p:stCondLst>
                                        </p:cTn>
                                        <p:tgtEl>
                                          <p:spTgt spid="90"/>
                                        </p:tgtEl>
                                        <p:attrNameLst>
                                          <p:attrName>style.visibility</p:attrName>
                                        </p:attrNameLst>
                                      </p:cBhvr>
                                      <p:to>
                                        <p:strVal val="visible"/>
                                      </p:to>
                                    </p:set>
                                    <p:anim calcmode="lin" valueType="num">
                                      <p:cBhvr additive="base">
                                        <p:cTn id="102" dur="500" fill="hold"/>
                                        <p:tgtEl>
                                          <p:spTgt spid="90"/>
                                        </p:tgtEl>
                                        <p:attrNameLst>
                                          <p:attrName>ppt_x</p:attrName>
                                        </p:attrNameLst>
                                      </p:cBhvr>
                                      <p:tavLst>
                                        <p:tav tm="0">
                                          <p:val>
                                            <p:strVal val="#ppt_x"/>
                                          </p:val>
                                        </p:tav>
                                        <p:tav tm="100000">
                                          <p:val>
                                            <p:strVal val="#ppt_x"/>
                                          </p:val>
                                        </p:tav>
                                      </p:tavLst>
                                    </p:anim>
                                    <p:anim calcmode="lin" valueType="num">
                                      <p:cBhvr additive="base">
                                        <p:cTn id="103" dur="500" fill="hold"/>
                                        <p:tgtEl>
                                          <p:spTgt spid="90"/>
                                        </p:tgtEl>
                                        <p:attrNameLst>
                                          <p:attrName>ppt_y</p:attrName>
                                        </p:attrNameLst>
                                      </p:cBhvr>
                                      <p:tavLst>
                                        <p:tav tm="0">
                                          <p:val>
                                            <p:strVal val="1+#ppt_h/2"/>
                                          </p:val>
                                        </p:tav>
                                        <p:tav tm="100000">
                                          <p:val>
                                            <p:strVal val="#ppt_y"/>
                                          </p:val>
                                        </p:tav>
                                      </p:tavLst>
                                    </p:anim>
                                  </p:childTnLst>
                                </p:cTn>
                              </p:par>
                            </p:childTnLst>
                          </p:cTn>
                        </p:par>
                        <p:par>
                          <p:cTn id="104" fill="hold">
                            <p:stCondLst>
                              <p:cond delay="9000"/>
                            </p:stCondLst>
                            <p:childTnLst>
                              <p:par>
                                <p:cTn id="105" presetID="2" presetClass="entr" presetSubtype="4" accel="50000" decel="50000" fill="hold" grpId="0" nodeType="afterEffect">
                                  <p:stCondLst>
                                    <p:cond delay="0"/>
                                  </p:stCondLst>
                                  <p:childTnLst>
                                    <p:set>
                                      <p:cBhvr>
                                        <p:cTn id="106" dur="1" fill="hold">
                                          <p:stCondLst>
                                            <p:cond delay="0"/>
                                          </p:stCondLst>
                                        </p:cTn>
                                        <p:tgtEl>
                                          <p:spTgt spid="91"/>
                                        </p:tgtEl>
                                        <p:attrNameLst>
                                          <p:attrName>style.visibility</p:attrName>
                                        </p:attrNameLst>
                                      </p:cBhvr>
                                      <p:to>
                                        <p:strVal val="visible"/>
                                      </p:to>
                                    </p:set>
                                    <p:anim calcmode="lin" valueType="num">
                                      <p:cBhvr additive="base">
                                        <p:cTn id="107" dur="500" fill="hold"/>
                                        <p:tgtEl>
                                          <p:spTgt spid="91"/>
                                        </p:tgtEl>
                                        <p:attrNameLst>
                                          <p:attrName>ppt_x</p:attrName>
                                        </p:attrNameLst>
                                      </p:cBhvr>
                                      <p:tavLst>
                                        <p:tav tm="0">
                                          <p:val>
                                            <p:strVal val="#ppt_x"/>
                                          </p:val>
                                        </p:tav>
                                        <p:tav tm="100000">
                                          <p:val>
                                            <p:strVal val="#ppt_x"/>
                                          </p:val>
                                        </p:tav>
                                      </p:tavLst>
                                    </p:anim>
                                    <p:anim calcmode="lin" valueType="num">
                                      <p:cBhvr additive="base">
                                        <p:cTn id="108" dur="500" fill="hold"/>
                                        <p:tgtEl>
                                          <p:spTgt spid="91"/>
                                        </p:tgtEl>
                                        <p:attrNameLst>
                                          <p:attrName>ppt_y</p:attrName>
                                        </p:attrNameLst>
                                      </p:cBhvr>
                                      <p:tavLst>
                                        <p:tav tm="0">
                                          <p:val>
                                            <p:strVal val="1+#ppt_h/2"/>
                                          </p:val>
                                        </p:tav>
                                        <p:tav tm="100000">
                                          <p:val>
                                            <p:strVal val="#ppt_y"/>
                                          </p:val>
                                        </p:tav>
                                      </p:tavLst>
                                    </p:anim>
                                  </p:childTnLst>
                                </p:cTn>
                              </p:par>
                            </p:childTnLst>
                          </p:cTn>
                        </p:par>
                        <p:par>
                          <p:cTn id="109" fill="hold">
                            <p:stCondLst>
                              <p:cond delay="9500"/>
                            </p:stCondLst>
                            <p:childTnLst>
                              <p:par>
                                <p:cTn id="110" presetID="2" presetClass="entr" presetSubtype="4" accel="50000" decel="50000" fill="hold" grpId="0" nodeType="afterEffect">
                                  <p:stCondLst>
                                    <p:cond delay="0"/>
                                  </p:stCondLst>
                                  <p:childTnLst>
                                    <p:set>
                                      <p:cBhvr>
                                        <p:cTn id="111" dur="1" fill="hold">
                                          <p:stCondLst>
                                            <p:cond delay="0"/>
                                          </p:stCondLst>
                                        </p:cTn>
                                        <p:tgtEl>
                                          <p:spTgt spid="92"/>
                                        </p:tgtEl>
                                        <p:attrNameLst>
                                          <p:attrName>style.visibility</p:attrName>
                                        </p:attrNameLst>
                                      </p:cBhvr>
                                      <p:to>
                                        <p:strVal val="visible"/>
                                      </p:to>
                                    </p:set>
                                    <p:anim calcmode="lin" valueType="num">
                                      <p:cBhvr additive="base">
                                        <p:cTn id="112" dur="500" fill="hold"/>
                                        <p:tgtEl>
                                          <p:spTgt spid="92"/>
                                        </p:tgtEl>
                                        <p:attrNameLst>
                                          <p:attrName>ppt_x</p:attrName>
                                        </p:attrNameLst>
                                      </p:cBhvr>
                                      <p:tavLst>
                                        <p:tav tm="0">
                                          <p:val>
                                            <p:strVal val="#ppt_x"/>
                                          </p:val>
                                        </p:tav>
                                        <p:tav tm="100000">
                                          <p:val>
                                            <p:strVal val="#ppt_x"/>
                                          </p:val>
                                        </p:tav>
                                      </p:tavLst>
                                    </p:anim>
                                    <p:anim calcmode="lin" valueType="num">
                                      <p:cBhvr additive="base">
                                        <p:cTn id="113" dur="500" fill="hold"/>
                                        <p:tgtEl>
                                          <p:spTgt spid="92"/>
                                        </p:tgtEl>
                                        <p:attrNameLst>
                                          <p:attrName>ppt_y</p:attrName>
                                        </p:attrNameLst>
                                      </p:cBhvr>
                                      <p:tavLst>
                                        <p:tav tm="0">
                                          <p:val>
                                            <p:strVal val="1+#ppt_h/2"/>
                                          </p:val>
                                        </p:tav>
                                        <p:tav tm="100000">
                                          <p:val>
                                            <p:strVal val="#ppt_y"/>
                                          </p:val>
                                        </p:tav>
                                      </p:tavLst>
                                    </p:anim>
                                  </p:childTnLst>
                                </p:cTn>
                              </p:par>
                            </p:childTnLst>
                          </p:cTn>
                        </p:par>
                        <p:par>
                          <p:cTn id="114" fill="hold">
                            <p:stCondLst>
                              <p:cond delay="10000"/>
                            </p:stCondLst>
                            <p:childTnLst>
                              <p:par>
                                <p:cTn id="115" presetID="2" presetClass="entr" presetSubtype="4" accel="50000" decel="50000" fill="hold" grpId="0" nodeType="afterEffect">
                                  <p:stCondLst>
                                    <p:cond delay="0"/>
                                  </p:stCondLst>
                                  <p:childTnLst>
                                    <p:set>
                                      <p:cBhvr>
                                        <p:cTn id="116" dur="1" fill="hold">
                                          <p:stCondLst>
                                            <p:cond delay="0"/>
                                          </p:stCondLst>
                                        </p:cTn>
                                        <p:tgtEl>
                                          <p:spTgt spid="93"/>
                                        </p:tgtEl>
                                        <p:attrNameLst>
                                          <p:attrName>style.visibility</p:attrName>
                                        </p:attrNameLst>
                                      </p:cBhvr>
                                      <p:to>
                                        <p:strVal val="visible"/>
                                      </p:to>
                                    </p:set>
                                    <p:anim calcmode="lin" valueType="num">
                                      <p:cBhvr additive="base">
                                        <p:cTn id="117" dur="500" fill="hold"/>
                                        <p:tgtEl>
                                          <p:spTgt spid="93"/>
                                        </p:tgtEl>
                                        <p:attrNameLst>
                                          <p:attrName>ppt_x</p:attrName>
                                        </p:attrNameLst>
                                      </p:cBhvr>
                                      <p:tavLst>
                                        <p:tav tm="0">
                                          <p:val>
                                            <p:strVal val="#ppt_x"/>
                                          </p:val>
                                        </p:tav>
                                        <p:tav tm="100000">
                                          <p:val>
                                            <p:strVal val="#ppt_x"/>
                                          </p:val>
                                        </p:tav>
                                      </p:tavLst>
                                    </p:anim>
                                    <p:anim calcmode="lin" valueType="num">
                                      <p:cBhvr additive="base">
                                        <p:cTn id="118" dur="500" fill="hold"/>
                                        <p:tgtEl>
                                          <p:spTgt spid="93"/>
                                        </p:tgtEl>
                                        <p:attrNameLst>
                                          <p:attrName>ppt_y</p:attrName>
                                        </p:attrNameLst>
                                      </p:cBhvr>
                                      <p:tavLst>
                                        <p:tav tm="0">
                                          <p:val>
                                            <p:strVal val="1+#ppt_h/2"/>
                                          </p:val>
                                        </p:tav>
                                        <p:tav tm="100000">
                                          <p:val>
                                            <p:strVal val="#ppt_y"/>
                                          </p:val>
                                        </p:tav>
                                      </p:tavLst>
                                    </p:anim>
                                  </p:childTnLst>
                                </p:cTn>
                              </p:par>
                            </p:childTnLst>
                          </p:cTn>
                        </p:par>
                        <p:par>
                          <p:cTn id="119" fill="hold">
                            <p:stCondLst>
                              <p:cond delay="10500"/>
                            </p:stCondLst>
                            <p:childTnLst>
                              <p:par>
                                <p:cTn id="120" presetID="22" presetClass="entr" presetSubtype="4" fill="hold" nodeType="afterEffect">
                                  <p:stCondLst>
                                    <p:cond delay="0"/>
                                  </p:stCondLst>
                                  <p:childTnLst>
                                    <p:set>
                                      <p:cBhvr>
                                        <p:cTn id="121" dur="1" fill="hold">
                                          <p:stCondLst>
                                            <p:cond delay="0"/>
                                          </p:stCondLst>
                                        </p:cTn>
                                        <p:tgtEl>
                                          <p:spTgt spid="2"/>
                                        </p:tgtEl>
                                        <p:attrNameLst>
                                          <p:attrName>style.visibility</p:attrName>
                                        </p:attrNameLst>
                                      </p:cBhvr>
                                      <p:to>
                                        <p:strVal val="visible"/>
                                      </p:to>
                                    </p:set>
                                    <p:animEffect transition="in" filter="wipe(down)">
                                      <p:cBhvr>
                                        <p:cTn id="1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40" grpId="0" animBg="1"/>
      <p:bldP spid="143" grpId="0" animBg="1"/>
      <p:bldP spid="144" grpId="0" animBg="1"/>
      <p:bldP spid="89" grpId="0"/>
      <p:bldP spid="90" grpId="0"/>
      <p:bldP spid="91" grpId="0"/>
      <p:bldP spid="92" grpId="0"/>
      <p:bldP spid="93"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Gantt Chart</a:t>
            </a:r>
            <a:endParaRPr lang="en-US" dirty="0"/>
          </a:p>
        </p:txBody>
      </p:sp>
      <p:sp>
        <p:nvSpPr>
          <p:cNvPr id="45" name="Text Placeholder 44"/>
          <p:cNvSpPr>
            <a:spLocks noGrp="1"/>
          </p:cNvSpPr>
          <p:nvPr>
            <p:ph type="body" sz="half" idx="2"/>
          </p:nvPr>
        </p:nvSpPr>
        <p:spPr/>
        <p:txBody>
          <a:bodyPr/>
          <a:lstStyle/>
          <a:p>
            <a:r>
              <a:rPr lang="en-US"/>
              <a:t>Gantt Chart</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300</a:t>
            </a:fld>
            <a:endParaRPr lang="en-US" dirty="0"/>
          </a:p>
        </p:txBody>
      </p:sp>
      <p:graphicFrame>
        <p:nvGraphicFramePr>
          <p:cNvPr id="5" name="Table 4"/>
          <p:cNvGraphicFramePr>
            <a:graphicFrameLocks noGrp="1"/>
          </p:cNvGraphicFramePr>
          <p:nvPr/>
        </p:nvGraphicFramePr>
        <p:xfrm>
          <a:off x="685800" y="1279598"/>
          <a:ext cx="7848610" cy="2820384"/>
        </p:xfrm>
        <a:graphic>
          <a:graphicData uri="http://schemas.openxmlformats.org/drawingml/2006/table">
            <a:tbl>
              <a:tblPr firstRow="1" bandRow="1">
                <a:tableStyleId>{5C22544A-7EE6-4342-B048-85BDC9FD1C3A}</a:tableStyleId>
              </a:tblPr>
              <a:tblGrid>
                <a:gridCol w="1339618">
                  <a:extLst>
                    <a:ext uri="{9D8B030D-6E8A-4147-A177-3AD203B41FA5}">
                      <a16:colId xmlns:a16="http://schemas.microsoft.com/office/drawing/2014/main" val="20000"/>
                    </a:ext>
                  </a:extLst>
                </a:gridCol>
                <a:gridCol w="231206">
                  <a:extLst>
                    <a:ext uri="{9D8B030D-6E8A-4147-A177-3AD203B41FA5}">
                      <a16:colId xmlns:a16="http://schemas.microsoft.com/office/drawing/2014/main" val="20001"/>
                    </a:ext>
                  </a:extLst>
                </a:gridCol>
                <a:gridCol w="231206">
                  <a:extLst>
                    <a:ext uri="{9D8B030D-6E8A-4147-A177-3AD203B41FA5}">
                      <a16:colId xmlns:a16="http://schemas.microsoft.com/office/drawing/2014/main" val="20002"/>
                    </a:ext>
                  </a:extLst>
                </a:gridCol>
                <a:gridCol w="231206">
                  <a:extLst>
                    <a:ext uri="{9D8B030D-6E8A-4147-A177-3AD203B41FA5}">
                      <a16:colId xmlns:a16="http://schemas.microsoft.com/office/drawing/2014/main" val="20003"/>
                    </a:ext>
                  </a:extLst>
                </a:gridCol>
                <a:gridCol w="231206">
                  <a:extLst>
                    <a:ext uri="{9D8B030D-6E8A-4147-A177-3AD203B41FA5}">
                      <a16:colId xmlns:a16="http://schemas.microsoft.com/office/drawing/2014/main" val="20004"/>
                    </a:ext>
                  </a:extLst>
                </a:gridCol>
                <a:gridCol w="231206">
                  <a:extLst>
                    <a:ext uri="{9D8B030D-6E8A-4147-A177-3AD203B41FA5}">
                      <a16:colId xmlns:a16="http://schemas.microsoft.com/office/drawing/2014/main" val="20005"/>
                    </a:ext>
                  </a:extLst>
                </a:gridCol>
                <a:gridCol w="231206">
                  <a:extLst>
                    <a:ext uri="{9D8B030D-6E8A-4147-A177-3AD203B41FA5}">
                      <a16:colId xmlns:a16="http://schemas.microsoft.com/office/drawing/2014/main" val="20006"/>
                    </a:ext>
                  </a:extLst>
                </a:gridCol>
                <a:gridCol w="231206">
                  <a:extLst>
                    <a:ext uri="{9D8B030D-6E8A-4147-A177-3AD203B41FA5}">
                      <a16:colId xmlns:a16="http://schemas.microsoft.com/office/drawing/2014/main" val="20007"/>
                    </a:ext>
                  </a:extLst>
                </a:gridCol>
                <a:gridCol w="231206">
                  <a:extLst>
                    <a:ext uri="{9D8B030D-6E8A-4147-A177-3AD203B41FA5}">
                      <a16:colId xmlns:a16="http://schemas.microsoft.com/office/drawing/2014/main" val="20008"/>
                    </a:ext>
                  </a:extLst>
                </a:gridCol>
                <a:gridCol w="231206">
                  <a:extLst>
                    <a:ext uri="{9D8B030D-6E8A-4147-A177-3AD203B41FA5}">
                      <a16:colId xmlns:a16="http://schemas.microsoft.com/office/drawing/2014/main" val="20009"/>
                    </a:ext>
                  </a:extLst>
                </a:gridCol>
                <a:gridCol w="231206">
                  <a:extLst>
                    <a:ext uri="{9D8B030D-6E8A-4147-A177-3AD203B41FA5}">
                      <a16:colId xmlns:a16="http://schemas.microsoft.com/office/drawing/2014/main" val="20010"/>
                    </a:ext>
                  </a:extLst>
                </a:gridCol>
                <a:gridCol w="231206">
                  <a:extLst>
                    <a:ext uri="{9D8B030D-6E8A-4147-A177-3AD203B41FA5}">
                      <a16:colId xmlns:a16="http://schemas.microsoft.com/office/drawing/2014/main" val="20011"/>
                    </a:ext>
                  </a:extLst>
                </a:gridCol>
                <a:gridCol w="231206">
                  <a:extLst>
                    <a:ext uri="{9D8B030D-6E8A-4147-A177-3AD203B41FA5}">
                      <a16:colId xmlns:a16="http://schemas.microsoft.com/office/drawing/2014/main" val="20012"/>
                    </a:ext>
                  </a:extLst>
                </a:gridCol>
                <a:gridCol w="231206">
                  <a:extLst>
                    <a:ext uri="{9D8B030D-6E8A-4147-A177-3AD203B41FA5}">
                      <a16:colId xmlns:a16="http://schemas.microsoft.com/office/drawing/2014/main" val="20013"/>
                    </a:ext>
                  </a:extLst>
                </a:gridCol>
                <a:gridCol w="231206">
                  <a:extLst>
                    <a:ext uri="{9D8B030D-6E8A-4147-A177-3AD203B41FA5}">
                      <a16:colId xmlns:a16="http://schemas.microsoft.com/office/drawing/2014/main" val="20014"/>
                    </a:ext>
                  </a:extLst>
                </a:gridCol>
                <a:gridCol w="231206">
                  <a:extLst>
                    <a:ext uri="{9D8B030D-6E8A-4147-A177-3AD203B41FA5}">
                      <a16:colId xmlns:a16="http://schemas.microsoft.com/office/drawing/2014/main" val="20015"/>
                    </a:ext>
                  </a:extLst>
                </a:gridCol>
                <a:gridCol w="231206">
                  <a:extLst>
                    <a:ext uri="{9D8B030D-6E8A-4147-A177-3AD203B41FA5}">
                      <a16:colId xmlns:a16="http://schemas.microsoft.com/office/drawing/2014/main" val="20016"/>
                    </a:ext>
                  </a:extLst>
                </a:gridCol>
                <a:gridCol w="231206">
                  <a:extLst>
                    <a:ext uri="{9D8B030D-6E8A-4147-A177-3AD203B41FA5}">
                      <a16:colId xmlns:a16="http://schemas.microsoft.com/office/drawing/2014/main" val="20017"/>
                    </a:ext>
                  </a:extLst>
                </a:gridCol>
                <a:gridCol w="231206">
                  <a:extLst>
                    <a:ext uri="{9D8B030D-6E8A-4147-A177-3AD203B41FA5}">
                      <a16:colId xmlns:a16="http://schemas.microsoft.com/office/drawing/2014/main" val="20018"/>
                    </a:ext>
                  </a:extLst>
                </a:gridCol>
                <a:gridCol w="231206">
                  <a:extLst>
                    <a:ext uri="{9D8B030D-6E8A-4147-A177-3AD203B41FA5}">
                      <a16:colId xmlns:a16="http://schemas.microsoft.com/office/drawing/2014/main" val="20019"/>
                    </a:ext>
                  </a:extLst>
                </a:gridCol>
                <a:gridCol w="231206">
                  <a:extLst>
                    <a:ext uri="{9D8B030D-6E8A-4147-A177-3AD203B41FA5}">
                      <a16:colId xmlns:a16="http://schemas.microsoft.com/office/drawing/2014/main" val="20020"/>
                    </a:ext>
                  </a:extLst>
                </a:gridCol>
                <a:gridCol w="231206">
                  <a:extLst>
                    <a:ext uri="{9D8B030D-6E8A-4147-A177-3AD203B41FA5}">
                      <a16:colId xmlns:a16="http://schemas.microsoft.com/office/drawing/2014/main" val="20021"/>
                    </a:ext>
                  </a:extLst>
                </a:gridCol>
                <a:gridCol w="231206">
                  <a:extLst>
                    <a:ext uri="{9D8B030D-6E8A-4147-A177-3AD203B41FA5}">
                      <a16:colId xmlns:a16="http://schemas.microsoft.com/office/drawing/2014/main" val="20022"/>
                    </a:ext>
                  </a:extLst>
                </a:gridCol>
                <a:gridCol w="231206">
                  <a:extLst>
                    <a:ext uri="{9D8B030D-6E8A-4147-A177-3AD203B41FA5}">
                      <a16:colId xmlns:a16="http://schemas.microsoft.com/office/drawing/2014/main" val="20023"/>
                    </a:ext>
                  </a:extLst>
                </a:gridCol>
                <a:gridCol w="231206">
                  <a:extLst>
                    <a:ext uri="{9D8B030D-6E8A-4147-A177-3AD203B41FA5}">
                      <a16:colId xmlns:a16="http://schemas.microsoft.com/office/drawing/2014/main" val="20024"/>
                    </a:ext>
                  </a:extLst>
                </a:gridCol>
                <a:gridCol w="231206">
                  <a:extLst>
                    <a:ext uri="{9D8B030D-6E8A-4147-A177-3AD203B41FA5}">
                      <a16:colId xmlns:a16="http://schemas.microsoft.com/office/drawing/2014/main" val="20025"/>
                    </a:ext>
                  </a:extLst>
                </a:gridCol>
                <a:gridCol w="231206">
                  <a:extLst>
                    <a:ext uri="{9D8B030D-6E8A-4147-A177-3AD203B41FA5}">
                      <a16:colId xmlns:a16="http://schemas.microsoft.com/office/drawing/2014/main" val="20026"/>
                    </a:ext>
                  </a:extLst>
                </a:gridCol>
                <a:gridCol w="231206">
                  <a:extLst>
                    <a:ext uri="{9D8B030D-6E8A-4147-A177-3AD203B41FA5}">
                      <a16:colId xmlns:a16="http://schemas.microsoft.com/office/drawing/2014/main" val="20027"/>
                    </a:ext>
                  </a:extLst>
                </a:gridCol>
                <a:gridCol w="266430">
                  <a:extLst>
                    <a:ext uri="{9D8B030D-6E8A-4147-A177-3AD203B41FA5}">
                      <a16:colId xmlns:a16="http://schemas.microsoft.com/office/drawing/2014/main" val="20028"/>
                    </a:ext>
                  </a:extLst>
                </a:gridCol>
              </a:tblGrid>
              <a:tr h="457200">
                <a:tc>
                  <a:txBody>
                    <a:bodyPr/>
                    <a:lstStyle/>
                    <a:p>
                      <a:pPr algn="ctr"/>
                      <a:r>
                        <a:rPr lang="en-US" sz="1600" dirty="0"/>
                        <a:t>Task</a:t>
                      </a:r>
                    </a:p>
                  </a:txBody>
                  <a:tcPr marL="45720" marR="45720" anchor="ctr">
                    <a:solidFill>
                      <a:schemeClr val="bg1">
                        <a:lumMod val="65000"/>
                      </a:schemeClr>
                    </a:solidFill>
                  </a:tcPr>
                </a:tc>
                <a:tc>
                  <a:txBody>
                    <a:bodyPr/>
                    <a:lstStyle/>
                    <a:p>
                      <a:r>
                        <a:rPr lang="en-US" sz="1200" dirty="0"/>
                        <a:t>M</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W</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F</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M</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W</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F</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M</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W</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F</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M</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W</a:t>
                      </a:r>
                    </a:p>
                  </a:txBody>
                  <a:tcPr marL="45720" marR="45720" anchor="ctr">
                    <a:solidFill>
                      <a:schemeClr val="bg1">
                        <a:lumMod val="65000"/>
                      </a:schemeClr>
                    </a:solidFill>
                  </a:tcPr>
                </a:tc>
                <a:tc>
                  <a:txBody>
                    <a:bodyPr/>
                    <a:lstStyle/>
                    <a:p>
                      <a:r>
                        <a:rPr lang="en-US" sz="1200" dirty="0"/>
                        <a:t>T</a:t>
                      </a:r>
                    </a:p>
                  </a:txBody>
                  <a:tcPr marL="45720" marR="45720" anchor="ctr">
                    <a:solidFill>
                      <a:schemeClr val="bg1">
                        <a:lumMod val="65000"/>
                      </a:schemeClr>
                    </a:solidFill>
                  </a:tcPr>
                </a:tc>
                <a:tc>
                  <a:txBody>
                    <a:bodyPr/>
                    <a:lstStyle/>
                    <a:p>
                      <a:r>
                        <a:rPr lang="en-US" sz="1200" dirty="0"/>
                        <a:t>F</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tc>
                  <a:txBody>
                    <a:bodyPr/>
                    <a:lstStyle/>
                    <a:p>
                      <a:r>
                        <a:rPr lang="en-US" sz="1200" dirty="0"/>
                        <a:t>S</a:t>
                      </a:r>
                    </a:p>
                  </a:txBody>
                  <a:tcPr marL="45720" marR="45720" anchor="ctr">
                    <a:solidFill>
                      <a:schemeClr val="bg1">
                        <a:lumMod val="65000"/>
                      </a:schemeClr>
                    </a:solidFill>
                  </a:tcPr>
                </a:tc>
                <a:extLst>
                  <a:ext uri="{0D108BD9-81ED-4DB2-BD59-A6C34878D82A}">
                    <a16:rowId xmlns:a16="http://schemas.microsoft.com/office/drawing/2014/main" val="10000"/>
                  </a:ext>
                </a:extLst>
              </a:tr>
              <a:tr h="393864">
                <a:tc>
                  <a:txBody>
                    <a:bodyPr/>
                    <a:lstStyle/>
                    <a:p>
                      <a:pPr algn="ctr"/>
                      <a:r>
                        <a:rPr lang="en-US" sz="1400" dirty="0">
                          <a:solidFill>
                            <a:schemeClr val="bg1"/>
                          </a:solidFill>
                        </a:rPr>
                        <a:t>Activity01</a:t>
                      </a:r>
                    </a:p>
                  </a:txBody>
                  <a:tcPr marL="45720" marR="45720" anchor="ctr">
                    <a:solidFill>
                      <a:schemeClr val="accent1"/>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extLst>
                  <a:ext uri="{0D108BD9-81ED-4DB2-BD59-A6C34878D82A}">
                    <a16:rowId xmlns:a16="http://schemas.microsoft.com/office/drawing/2014/main" val="10001"/>
                  </a:ext>
                </a:extLst>
              </a:tr>
              <a:tr h="39386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rPr>
                        <a:t>Activity02</a:t>
                      </a:r>
                    </a:p>
                  </a:txBody>
                  <a:tcPr marL="45720" marR="45720" anchor="ctr">
                    <a:solidFill>
                      <a:schemeClr val="accent2"/>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extLst>
                  <a:ext uri="{0D108BD9-81ED-4DB2-BD59-A6C34878D82A}">
                    <a16:rowId xmlns:a16="http://schemas.microsoft.com/office/drawing/2014/main" val="10002"/>
                  </a:ext>
                </a:extLst>
              </a:tr>
              <a:tr h="39386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rPr>
                        <a:t>Activity03</a:t>
                      </a:r>
                    </a:p>
                  </a:txBody>
                  <a:tcPr marL="45720" marR="45720" anchor="ctr">
                    <a:solidFill>
                      <a:schemeClr val="accent3"/>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extLst>
                  <a:ext uri="{0D108BD9-81ED-4DB2-BD59-A6C34878D82A}">
                    <a16:rowId xmlns:a16="http://schemas.microsoft.com/office/drawing/2014/main" val="10003"/>
                  </a:ext>
                </a:extLst>
              </a:tr>
              <a:tr h="39386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rPr>
                        <a:t>Activity04</a:t>
                      </a:r>
                    </a:p>
                  </a:txBody>
                  <a:tcPr marL="45720" marR="45720" anchor="ctr">
                    <a:solidFill>
                      <a:schemeClr val="accent4"/>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extLst>
                  <a:ext uri="{0D108BD9-81ED-4DB2-BD59-A6C34878D82A}">
                    <a16:rowId xmlns:a16="http://schemas.microsoft.com/office/drawing/2014/main" val="10004"/>
                  </a:ext>
                </a:extLst>
              </a:tr>
              <a:tr h="39386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rPr>
                        <a:t>Activity05</a:t>
                      </a:r>
                    </a:p>
                  </a:txBody>
                  <a:tcPr marL="45720" marR="45720" anchor="ctr">
                    <a:solidFill>
                      <a:schemeClr val="accent5"/>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tc>
                  <a:txBody>
                    <a:bodyPr/>
                    <a:lstStyle/>
                    <a:p>
                      <a:endParaRPr lang="en-US" dirty="0"/>
                    </a:p>
                  </a:txBody>
                  <a:tcPr marL="45720" marR="45720">
                    <a:solidFill>
                      <a:schemeClr val="bg1">
                        <a:lumMod val="85000"/>
                      </a:schemeClr>
                    </a:solidFill>
                  </a:tcPr>
                </a:tc>
                <a:extLst>
                  <a:ext uri="{0D108BD9-81ED-4DB2-BD59-A6C34878D82A}">
                    <a16:rowId xmlns:a16="http://schemas.microsoft.com/office/drawing/2014/main" val="10005"/>
                  </a:ext>
                </a:extLst>
              </a:tr>
              <a:tr h="39386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rPr>
                        <a:t>Activity06</a:t>
                      </a:r>
                    </a:p>
                  </a:txBody>
                  <a:tcPr marL="45720" marR="45720" anchor="ctr">
                    <a:solidFill>
                      <a:schemeClr val="accent6"/>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tc>
                  <a:txBody>
                    <a:bodyPr/>
                    <a:lstStyle/>
                    <a:p>
                      <a:endParaRPr lang="en-US" dirty="0"/>
                    </a:p>
                  </a:txBody>
                  <a:tcPr marL="45720" marR="45720">
                    <a:solidFill>
                      <a:schemeClr val="tx2">
                        <a:lumMod val="25000"/>
                        <a:lumOff val="75000"/>
                      </a:schemeClr>
                    </a:solidFill>
                  </a:tcPr>
                </a:tc>
                <a:extLst>
                  <a:ext uri="{0D108BD9-81ED-4DB2-BD59-A6C34878D82A}">
                    <a16:rowId xmlns:a16="http://schemas.microsoft.com/office/drawing/2014/main" val="10006"/>
                  </a:ext>
                </a:extLst>
              </a:tr>
            </a:tbl>
          </a:graphicData>
        </a:graphic>
      </p:graphicFrame>
      <p:grpSp>
        <p:nvGrpSpPr>
          <p:cNvPr id="2" name="Group 12"/>
          <p:cNvGrpSpPr/>
          <p:nvPr/>
        </p:nvGrpSpPr>
        <p:grpSpPr>
          <a:xfrm>
            <a:off x="2305050" y="1897507"/>
            <a:ext cx="3009900" cy="120650"/>
            <a:chOff x="2705100" y="1741859"/>
            <a:chExt cx="3009900" cy="120650"/>
          </a:xfrm>
        </p:grpSpPr>
        <p:sp>
          <p:nvSpPr>
            <p:cNvPr id="6" name="Right Arrow 5"/>
            <p:cNvSpPr/>
            <p:nvPr/>
          </p:nvSpPr>
          <p:spPr>
            <a:xfrm>
              <a:off x="3810000" y="1741859"/>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705100" y="1741859"/>
              <a:ext cx="1104900" cy="1206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13"/>
          <p:cNvGrpSpPr/>
          <p:nvPr/>
        </p:nvGrpSpPr>
        <p:grpSpPr>
          <a:xfrm>
            <a:off x="3886200" y="2270198"/>
            <a:ext cx="2171700" cy="120650"/>
            <a:chOff x="2705100" y="1741859"/>
            <a:chExt cx="3009900" cy="120650"/>
          </a:xfrm>
        </p:grpSpPr>
        <p:sp>
          <p:nvSpPr>
            <p:cNvPr id="15" name="Right Arrow 14"/>
            <p:cNvSpPr/>
            <p:nvPr/>
          </p:nvSpPr>
          <p:spPr>
            <a:xfrm>
              <a:off x="3810000" y="1741859"/>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p:cNvSpPr/>
            <p:nvPr/>
          </p:nvSpPr>
          <p:spPr>
            <a:xfrm>
              <a:off x="2705100" y="1741859"/>
              <a:ext cx="1104900" cy="1206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16"/>
          <p:cNvGrpSpPr/>
          <p:nvPr/>
        </p:nvGrpSpPr>
        <p:grpSpPr>
          <a:xfrm>
            <a:off x="3276600" y="2651198"/>
            <a:ext cx="2171700" cy="120650"/>
            <a:chOff x="2705100" y="1741859"/>
            <a:chExt cx="3009900" cy="120650"/>
          </a:xfrm>
        </p:grpSpPr>
        <p:sp>
          <p:nvSpPr>
            <p:cNvPr id="18" name="Right Arrow 17"/>
            <p:cNvSpPr/>
            <p:nvPr/>
          </p:nvSpPr>
          <p:spPr>
            <a:xfrm>
              <a:off x="3810000" y="1741859"/>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p:cNvSpPr/>
            <p:nvPr/>
          </p:nvSpPr>
          <p:spPr>
            <a:xfrm>
              <a:off x="2705100" y="1741859"/>
              <a:ext cx="1104900" cy="1206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19"/>
          <p:cNvGrpSpPr/>
          <p:nvPr/>
        </p:nvGrpSpPr>
        <p:grpSpPr>
          <a:xfrm>
            <a:off x="4267200" y="3055058"/>
            <a:ext cx="3009900" cy="120650"/>
            <a:chOff x="2705100" y="1741859"/>
            <a:chExt cx="3009900" cy="120650"/>
          </a:xfrm>
        </p:grpSpPr>
        <p:sp>
          <p:nvSpPr>
            <p:cNvPr id="21" name="Right Arrow 20"/>
            <p:cNvSpPr/>
            <p:nvPr/>
          </p:nvSpPr>
          <p:spPr>
            <a:xfrm>
              <a:off x="3810000" y="1741859"/>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p:cNvSpPr/>
            <p:nvPr/>
          </p:nvSpPr>
          <p:spPr>
            <a:xfrm>
              <a:off x="2705100" y="1741859"/>
              <a:ext cx="1104900" cy="1206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22"/>
          <p:cNvGrpSpPr/>
          <p:nvPr/>
        </p:nvGrpSpPr>
        <p:grpSpPr>
          <a:xfrm>
            <a:off x="3733800" y="3489398"/>
            <a:ext cx="3276600" cy="120650"/>
            <a:chOff x="2705100" y="1741859"/>
            <a:chExt cx="3009900" cy="120650"/>
          </a:xfrm>
        </p:grpSpPr>
        <p:sp>
          <p:nvSpPr>
            <p:cNvPr id="24" name="Right Arrow 23"/>
            <p:cNvSpPr/>
            <p:nvPr/>
          </p:nvSpPr>
          <p:spPr>
            <a:xfrm>
              <a:off x="3810000" y="1741859"/>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2705100" y="1741859"/>
              <a:ext cx="1104900" cy="1206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Right Arrow 26"/>
          <p:cNvSpPr/>
          <p:nvPr/>
        </p:nvSpPr>
        <p:spPr>
          <a:xfrm>
            <a:off x="7102756" y="3870398"/>
            <a:ext cx="1374494"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32"/>
          <p:cNvGrpSpPr/>
          <p:nvPr/>
        </p:nvGrpSpPr>
        <p:grpSpPr>
          <a:xfrm>
            <a:off x="5239441" y="4161939"/>
            <a:ext cx="952500" cy="370802"/>
            <a:chOff x="5372100" y="4230547"/>
            <a:chExt cx="952500" cy="370802"/>
          </a:xfrm>
        </p:grpSpPr>
        <p:grpSp>
          <p:nvGrpSpPr>
            <p:cNvPr id="10" name="Group 31"/>
            <p:cNvGrpSpPr/>
            <p:nvPr/>
          </p:nvGrpSpPr>
          <p:grpSpPr>
            <a:xfrm>
              <a:off x="5372100" y="4230547"/>
              <a:ext cx="952500" cy="370802"/>
              <a:chOff x="5372100" y="4230547"/>
              <a:chExt cx="952500" cy="370802"/>
            </a:xfrm>
          </p:grpSpPr>
          <p:sp>
            <p:nvSpPr>
              <p:cNvPr id="29" name="Round Same Side Corner Rectangle 28"/>
              <p:cNvSpPr/>
              <p:nvPr/>
            </p:nvSpPr>
            <p:spPr>
              <a:xfrm rot="10800000">
                <a:off x="5372100" y="4324350"/>
                <a:ext cx="952500" cy="276999"/>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ight Triangle 30"/>
              <p:cNvSpPr/>
              <p:nvPr/>
            </p:nvSpPr>
            <p:spPr>
              <a:xfrm rot="8100000">
                <a:off x="5754546" y="4230547"/>
                <a:ext cx="187606" cy="187606"/>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 name="TextBox 29"/>
            <p:cNvSpPr txBox="1"/>
            <p:nvPr/>
          </p:nvSpPr>
          <p:spPr>
            <a:xfrm>
              <a:off x="5665606" y="4370517"/>
              <a:ext cx="365486" cy="184666"/>
            </a:xfrm>
            <a:prstGeom prst="rect">
              <a:avLst/>
            </a:prstGeom>
            <a:noFill/>
          </p:spPr>
          <p:txBody>
            <a:bodyPr wrap="none" lIns="0" tIns="0" rIns="0" bIns="0" rtlCol="0" anchor="t">
              <a:spAutoFit/>
            </a:bodyPr>
            <a:lstStyle/>
            <a:p>
              <a:pPr algn="ctr"/>
              <a:r>
                <a:rPr lang="en-US" sz="1200" b="1" dirty="0">
                  <a:solidFill>
                    <a:schemeClr val="bg1"/>
                  </a:solidFill>
                </a:rPr>
                <a:t>Today</a:t>
              </a:r>
            </a:p>
          </p:txBody>
        </p:sp>
      </p:grpSp>
      <p:grpSp>
        <p:nvGrpSpPr>
          <p:cNvPr id="11" name="Group 63"/>
          <p:cNvGrpSpPr/>
          <p:nvPr/>
        </p:nvGrpSpPr>
        <p:grpSpPr>
          <a:xfrm>
            <a:off x="1973804" y="4276928"/>
            <a:ext cx="1371183" cy="201168"/>
            <a:chOff x="1105494" y="4417230"/>
            <a:chExt cx="1371183" cy="201168"/>
          </a:xfrm>
        </p:grpSpPr>
        <p:grpSp>
          <p:nvGrpSpPr>
            <p:cNvPr id="13" name="Group 50"/>
            <p:cNvGrpSpPr/>
            <p:nvPr/>
          </p:nvGrpSpPr>
          <p:grpSpPr>
            <a:xfrm>
              <a:off x="1105494" y="4417230"/>
              <a:ext cx="731825" cy="201168"/>
              <a:chOff x="2221306" y="3914656"/>
              <a:chExt cx="731825" cy="201168"/>
            </a:xfrm>
          </p:grpSpPr>
          <p:sp>
            <p:nvSpPr>
              <p:cNvPr id="51" name="TextBox 50"/>
              <p:cNvSpPr txBox="1"/>
              <p:nvPr/>
            </p:nvSpPr>
            <p:spPr>
              <a:xfrm>
                <a:off x="2486657" y="3934938"/>
                <a:ext cx="466474"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Finished</a:t>
                </a:r>
              </a:p>
            </p:txBody>
          </p:sp>
          <p:sp>
            <p:nvSpPr>
              <p:cNvPr id="52" name="Oval 51"/>
              <p:cNvSpPr>
                <a:spLocks noChangeAspect="1"/>
              </p:cNvSpPr>
              <p:nvPr/>
            </p:nvSpPr>
            <p:spPr>
              <a:xfrm>
                <a:off x="2221306" y="3914656"/>
                <a:ext cx="207097" cy="20116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4" name="Group 45"/>
            <p:cNvGrpSpPr/>
            <p:nvPr/>
          </p:nvGrpSpPr>
          <p:grpSpPr>
            <a:xfrm>
              <a:off x="1946202" y="4417230"/>
              <a:ext cx="530475" cy="201168"/>
              <a:chOff x="3239312" y="3947915"/>
              <a:chExt cx="530475" cy="201168"/>
            </a:xfrm>
          </p:grpSpPr>
          <p:sp>
            <p:nvSpPr>
              <p:cNvPr id="49" name="TextBox 48"/>
              <p:cNvSpPr txBox="1"/>
              <p:nvPr/>
            </p:nvSpPr>
            <p:spPr>
              <a:xfrm>
                <a:off x="3487657" y="3968197"/>
                <a:ext cx="282130"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Open</a:t>
                </a:r>
              </a:p>
            </p:txBody>
          </p:sp>
          <p:sp>
            <p:nvSpPr>
              <p:cNvPr id="50" name="Oval 49"/>
              <p:cNvSpPr>
                <a:spLocks noChangeAspect="1"/>
              </p:cNvSpPr>
              <p:nvPr/>
            </p:nvSpPr>
            <p:spPr>
              <a:xfrm>
                <a:off x="3239312" y="3947915"/>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childTnLst>
                                </p:cTn>
                              </p:par>
                            </p:childTnLst>
                          </p:cTn>
                        </p:par>
                        <p:par>
                          <p:cTn id="8" fill="hold">
                            <p:stCondLst>
                              <p:cond delay="1000"/>
                            </p:stCondLst>
                            <p:childTnLst>
                              <p:par>
                                <p:cTn id="9" presetID="2" presetClass="entr" presetSubtype="4" accel="50000" decel="5000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2" presetClass="entr" presetSubtype="8"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childTnLst>
                          </p:cTn>
                        </p:par>
                        <p:par>
                          <p:cTn id="17" fill="hold">
                            <p:stCondLst>
                              <p:cond delay="2000"/>
                            </p:stCondLst>
                            <p:childTnLst>
                              <p:par>
                                <p:cTn id="18" presetID="22" presetClass="entr" presetSubtype="8"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wipe(left)">
                                      <p:cBhvr>
                                        <p:cTn id="20" dur="500"/>
                                        <p:tgtEl>
                                          <p:spTgt spid="3"/>
                                        </p:tgtEl>
                                      </p:cBhvr>
                                    </p:animEffect>
                                  </p:childTnLst>
                                </p:cTn>
                              </p:par>
                            </p:childTnLst>
                          </p:cTn>
                        </p:par>
                        <p:par>
                          <p:cTn id="21" fill="hold">
                            <p:stCondLst>
                              <p:cond delay="2500"/>
                            </p:stCondLst>
                            <p:childTnLst>
                              <p:par>
                                <p:cTn id="22" presetID="22" presetClass="entr" presetSubtype="8"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left)">
                                      <p:cBhvr>
                                        <p:cTn id="24" dur="500"/>
                                        <p:tgtEl>
                                          <p:spTgt spid="4"/>
                                        </p:tgtEl>
                                      </p:cBhvr>
                                    </p:animEffect>
                                  </p:childTnLst>
                                </p:cTn>
                              </p:par>
                            </p:childTnLst>
                          </p:cTn>
                        </p:par>
                        <p:par>
                          <p:cTn id="25" fill="hold">
                            <p:stCondLst>
                              <p:cond delay="3000"/>
                            </p:stCondLst>
                            <p:childTnLst>
                              <p:par>
                                <p:cTn id="26" presetID="22" presetClass="entr" presetSubtype="8"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wipe(left)">
                                      <p:cBhvr>
                                        <p:cTn id="28" dur="500"/>
                                        <p:tgtEl>
                                          <p:spTgt spid="7"/>
                                        </p:tgtEl>
                                      </p:cBhvr>
                                    </p:animEffect>
                                  </p:childTnLst>
                                </p:cTn>
                              </p:par>
                            </p:childTnLst>
                          </p:cTn>
                        </p:par>
                        <p:par>
                          <p:cTn id="29" fill="hold">
                            <p:stCondLst>
                              <p:cond delay="3500"/>
                            </p:stCondLst>
                            <p:childTnLst>
                              <p:par>
                                <p:cTn id="30" presetID="22" presetClass="entr" presetSubtype="8"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ipe(left)">
                                      <p:cBhvr>
                                        <p:cTn id="32" dur="500"/>
                                        <p:tgtEl>
                                          <p:spTgt spid="8"/>
                                        </p:tgtEl>
                                      </p:cBhvr>
                                    </p:animEffect>
                                  </p:childTnLst>
                                </p:cTn>
                              </p:par>
                            </p:childTnLst>
                          </p:cTn>
                        </p:par>
                        <p:par>
                          <p:cTn id="33" fill="hold">
                            <p:stCondLst>
                              <p:cond delay="4000"/>
                            </p:stCondLst>
                            <p:childTnLst>
                              <p:par>
                                <p:cTn id="34" presetID="22" presetClass="entr" presetSubtype="8" fill="hold" grpId="0" nodeType="after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wipe(left)">
                                      <p:cBhvr>
                                        <p:cTn id="36" dur="500"/>
                                        <p:tgtEl>
                                          <p:spTgt spid="27"/>
                                        </p:tgtEl>
                                      </p:cBhvr>
                                    </p:animEffect>
                                  </p:childTnLst>
                                </p:cTn>
                              </p:par>
                            </p:childTnLst>
                          </p:cTn>
                        </p:par>
                        <p:par>
                          <p:cTn id="37" fill="hold">
                            <p:stCondLst>
                              <p:cond delay="4500"/>
                            </p:stCondLst>
                            <p:childTnLst>
                              <p:par>
                                <p:cTn id="38" presetID="22" presetClass="entr" presetSubtype="4" fill="hold"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wipe(down)">
                                      <p:cBhvr>
                                        <p:cTn id="4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Gantt Chart Infographic</a:t>
            </a:r>
            <a:endParaRPr lang="en-US" dirty="0"/>
          </a:p>
        </p:txBody>
      </p:sp>
      <p:sp>
        <p:nvSpPr>
          <p:cNvPr id="137" name="Text Placeholder 136"/>
          <p:cNvSpPr>
            <a:spLocks noGrp="1"/>
          </p:cNvSpPr>
          <p:nvPr>
            <p:ph type="body" sz="half" idx="2"/>
          </p:nvPr>
        </p:nvSpPr>
        <p:spPr/>
        <p:txBody>
          <a:bodyPr/>
          <a:lstStyle/>
          <a:p>
            <a:r>
              <a:rPr lang="en-US"/>
              <a:t>Gantt Chart Infographic</a:t>
            </a:r>
            <a:endParaRPr lang="en-US" dirty="0"/>
          </a:p>
        </p:txBody>
      </p:sp>
      <p:sp>
        <p:nvSpPr>
          <p:cNvPr id="42" name="Slide Number Placeholder 41"/>
          <p:cNvSpPr>
            <a:spLocks noGrp="1"/>
          </p:cNvSpPr>
          <p:nvPr>
            <p:ph type="sldNum" sz="quarter" idx="12"/>
          </p:nvPr>
        </p:nvSpPr>
        <p:spPr/>
        <p:txBody>
          <a:bodyPr/>
          <a:lstStyle/>
          <a:p>
            <a:fld id="{C136B7D2-B98C-44FD-8D04-7EC62A564975}" type="slidenum">
              <a:rPr lang="en-US" smtClean="0"/>
              <a:pPr/>
              <a:t>301</a:t>
            </a:fld>
            <a:endParaRPr lang="en-US" dirty="0"/>
          </a:p>
        </p:txBody>
      </p:sp>
      <p:sp>
        <p:nvSpPr>
          <p:cNvPr id="44" name="Rectangle 43"/>
          <p:cNvSpPr/>
          <p:nvPr/>
        </p:nvSpPr>
        <p:spPr>
          <a:xfrm>
            <a:off x="609600" y="1647827"/>
            <a:ext cx="1752600" cy="393700"/>
          </a:xfrm>
          <a:prstGeom prst="rect">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Step one</a:t>
            </a:r>
          </a:p>
        </p:txBody>
      </p:sp>
      <p:sp>
        <p:nvSpPr>
          <p:cNvPr id="45" name="Rectangle 44"/>
          <p:cNvSpPr/>
          <p:nvPr/>
        </p:nvSpPr>
        <p:spPr>
          <a:xfrm>
            <a:off x="609600" y="2041527"/>
            <a:ext cx="1752600" cy="393700"/>
          </a:xfrm>
          <a:prstGeom prst="rect">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Step Two</a:t>
            </a:r>
          </a:p>
        </p:txBody>
      </p:sp>
      <p:sp>
        <p:nvSpPr>
          <p:cNvPr id="46" name="Rectangle 45"/>
          <p:cNvSpPr/>
          <p:nvPr/>
        </p:nvSpPr>
        <p:spPr>
          <a:xfrm>
            <a:off x="609600" y="2435227"/>
            <a:ext cx="1752600" cy="393700"/>
          </a:xfrm>
          <a:prstGeom prst="rect">
            <a:avLst/>
          </a:prstGeom>
          <a:solidFill>
            <a:schemeClr val="accent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Step Three</a:t>
            </a:r>
          </a:p>
        </p:txBody>
      </p:sp>
      <p:sp>
        <p:nvSpPr>
          <p:cNvPr id="47" name="Rectangle 46"/>
          <p:cNvSpPr/>
          <p:nvPr/>
        </p:nvSpPr>
        <p:spPr>
          <a:xfrm>
            <a:off x="609600" y="2828927"/>
            <a:ext cx="1752600" cy="393700"/>
          </a:xfrm>
          <a:prstGeom prst="rect">
            <a:avLst/>
          </a:prstGeom>
          <a:solidFill>
            <a:schemeClr val="accent4"/>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Step Four</a:t>
            </a:r>
          </a:p>
        </p:txBody>
      </p:sp>
      <p:sp>
        <p:nvSpPr>
          <p:cNvPr id="48" name="Rectangle 47"/>
          <p:cNvSpPr/>
          <p:nvPr/>
        </p:nvSpPr>
        <p:spPr>
          <a:xfrm>
            <a:off x="609600" y="3222627"/>
            <a:ext cx="1752600" cy="393700"/>
          </a:xfrm>
          <a:prstGeom prst="rect">
            <a:avLst/>
          </a:prstGeom>
          <a:solidFill>
            <a:schemeClr val="accent5"/>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Step Five</a:t>
            </a:r>
          </a:p>
        </p:txBody>
      </p:sp>
      <p:sp>
        <p:nvSpPr>
          <p:cNvPr id="49" name="Rectangle 48"/>
          <p:cNvSpPr/>
          <p:nvPr/>
        </p:nvSpPr>
        <p:spPr>
          <a:xfrm>
            <a:off x="609600" y="3616327"/>
            <a:ext cx="1752600" cy="393700"/>
          </a:xfrm>
          <a:prstGeom prst="rect">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Step Six</a:t>
            </a:r>
          </a:p>
        </p:txBody>
      </p:sp>
      <p:graphicFrame>
        <p:nvGraphicFramePr>
          <p:cNvPr id="50" name="Table 49"/>
          <p:cNvGraphicFramePr>
            <a:graphicFrameLocks noGrp="1"/>
          </p:cNvGraphicFramePr>
          <p:nvPr/>
        </p:nvGraphicFramePr>
        <p:xfrm>
          <a:off x="2362200" y="1266825"/>
          <a:ext cx="6096000" cy="2743202"/>
        </p:xfrm>
        <a:graphic>
          <a:graphicData uri="http://schemas.openxmlformats.org/drawingml/2006/table">
            <a:tbl>
              <a:tblPr firstRow="1" bandRow="1">
                <a:tableStyleId>{073A0DAA-6AF3-43AB-8588-CEC1D06C72B9}</a:tableStyleId>
              </a:tblPr>
              <a:tblGrid>
                <a:gridCol w="10160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016000">
                  <a:extLst>
                    <a:ext uri="{9D8B030D-6E8A-4147-A177-3AD203B41FA5}">
                      <a16:colId xmlns:a16="http://schemas.microsoft.com/office/drawing/2014/main" val="20002"/>
                    </a:ext>
                  </a:extLst>
                </a:gridCol>
                <a:gridCol w="1016000">
                  <a:extLst>
                    <a:ext uri="{9D8B030D-6E8A-4147-A177-3AD203B41FA5}">
                      <a16:colId xmlns:a16="http://schemas.microsoft.com/office/drawing/2014/main" val="20003"/>
                    </a:ext>
                  </a:extLst>
                </a:gridCol>
                <a:gridCol w="1016000">
                  <a:extLst>
                    <a:ext uri="{9D8B030D-6E8A-4147-A177-3AD203B41FA5}">
                      <a16:colId xmlns:a16="http://schemas.microsoft.com/office/drawing/2014/main" val="20004"/>
                    </a:ext>
                  </a:extLst>
                </a:gridCol>
                <a:gridCol w="1016000">
                  <a:extLst>
                    <a:ext uri="{9D8B030D-6E8A-4147-A177-3AD203B41FA5}">
                      <a16:colId xmlns:a16="http://schemas.microsoft.com/office/drawing/2014/main" val="20005"/>
                    </a:ext>
                  </a:extLst>
                </a:gridCol>
              </a:tblGrid>
              <a:tr h="391886">
                <a:tc>
                  <a:txBody>
                    <a:bodyPr/>
                    <a:lstStyle/>
                    <a:p>
                      <a:pPr algn="ctr"/>
                      <a:r>
                        <a:rPr lang="en-US" sz="1200" dirty="0"/>
                        <a:t>JAN</a:t>
                      </a:r>
                    </a:p>
                  </a:txBody>
                  <a:tcPr anchor="ctr">
                    <a:solidFill>
                      <a:schemeClr val="bg1">
                        <a:lumMod val="75000"/>
                      </a:schemeClr>
                    </a:solidFill>
                  </a:tcPr>
                </a:tc>
                <a:tc>
                  <a:txBody>
                    <a:bodyPr/>
                    <a:lstStyle/>
                    <a:p>
                      <a:pPr algn="ctr"/>
                      <a:r>
                        <a:rPr lang="en-US" sz="1200" dirty="0"/>
                        <a:t>FEB</a:t>
                      </a:r>
                    </a:p>
                  </a:txBody>
                  <a:tcPr anchor="ctr">
                    <a:solidFill>
                      <a:schemeClr val="bg1">
                        <a:lumMod val="75000"/>
                      </a:schemeClr>
                    </a:solidFill>
                  </a:tcPr>
                </a:tc>
                <a:tc>
                  <a:txBody>
                    <a:bodyPr/>
                    <a:lstStyle/>
                    <a:p>
                      <a:pPr algn="ctr"/>
                      <a:r>
                        <a:rPr lang="en-US" sz="1200" dirty="0"/>
                        <a:t>MAR</a:t>
                      </a:r>
                    </a:p>
                  </a:txBody>
                  <a:tcPr anchor="ctr">
                    <a:solidFill>
                      <a:schemeClr val="bg1">
                        <a:lumMod val="75000"/>
                      </a:schemeClr>
                    </a:solidFill>
                  </a:tcPr>
                </a:tc>
                <a:tc>
                  <a:txBody>
                    <a:bodyPr/>
                    <a:lstStyle/>
                    <a:p>
                      <a:pPr algn="ctr"/>
                      <a:r>
                        <a:rPr lang="en-US" sz="1200" dirty="0"/>
                        <a:t>APR</a:t>
                      </a:r>
                    </a:p>
                  </a:txBody>
                  <a:tcPr anchor="ctr">
                    <a:solidFill>
                      <a:schemeClr val="bg1">
                        <a:lumMod val="75000"/>
                      </a:schemeClr>
                    </a:solidFill>
                  </a:tcPr>
                </a:tc>
                <a:tc>
                  <a:txBody>
                    <a:bodyPr/>
                    <a:lstStyle/>
                    <a:p>
                      <a:pPr algn="ctr"/>
                      <a:r>
                        <a:rPr lang="en-US" sz="1200" dirty="0"/>
                        <a:t>MAY</a:t>
                      </a:r>
                    </a:p>
                  </a:txBody>
                  <a:tcPr anchor="ctr">
                    <a:solidFill>
                      <a:schemeClr val="bg1">
                        <a:lumMod val="75000"/>
                      </a:schemeClr>
                    </a:solidFill>
                  </a:tcPr>
                </a:tc>
                <a:tc>
                  <a:txBody>
                    <a:bodyPr/>
                    <a:lstStyle/>
                    <a:p>
                      <a:pPr algn="ctr"/>
                      <a:r>
                        <a:rPr lang="en-US" sz="1200" dirty="0"/>
                        <a:t>JUN</a:t>
                      </a:r>
                    </a:p>
                  </a:txBody>
                  <a:tcPr anchor="ctr">
                    <a:solidFill>
                      <a:schemeClr val="bg1">
                        <a:lumMod val="75000"/>
                      </a:schemeClr>
                    </a:solidFill>
                  </a:tcPr>
                </a:tc>
                <a:extLst>
                  <a:ext uri="{0D108BD9-81ED-4DB2-BD59-A6C34878D82A}">
                    <a16:rowId xmlns:a16="http://schemas.microsoft.com/office/drawing/2014/main" val="10000"/>
                  </a:ext>
                </a:extLst>
              </a:tr>
              <a:tr h="391886">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extLst>
                  <a:ext uri="{0D108BD9-81ED-4DB2-BD59-A6C34878D82A}">
                    <a16:rowId xmlns:a16="http://schemas.microsoft.com/office/drawing/2014/main" val="10001"/>
                  </a:ext>
                </a:extLst>
              </a:tr>
              <a:tr h="391886">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extLst>
                  <a:ext uri="{0D108BD9-81ED-4DB2-BD59-A6C34878D82A}">
                    <a16:rowId xmlns:a16="http://schemas.microsoft.com/office/drawing/2014/main" val="10002"/>
                  </a:ext>
                </a:extLst>
              </a:tr>
              <a:tr h="391886">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extLst>
                  <a:ext uri="{0D108BD9-81ED-4DB2-BD59-A6C34878D82A}">
                    <a16:rowId xmlns:a16="http://schemas.microsoft.com/office/drawing/2014/main" val="10003"/>
                  </a:ext>
                </a:extLst>
              </a:tr>
              <a:tr h="391886">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extLst>
                  <a:ext uri="{0D108BD9-81ED-4DB2-BD59-A6C34878D82A}">
                    <a16:rowId xmlns:a16="http://schemas.microsoft.com/office/drawing/2014/main" val="10004"/>
                  </a:ext>
                </a:extLst>
              </a:tr>
              <a:tr h="391886">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extLst>
                  <a:ext uri="{0D108BD9-81ED-4DB2-BD59-A6C34878D82A}">
                    <a16:rowId xmlns:a16="http://schemas.microsoft.com/office/drawing/2014/main" val="10005"/>
                  </a:ext>
                </a:extLst>
              </a:tr>
              <a:tr h="391886">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tc>
                  <a:txBody>
                    <a:bodyPr/>
                    <a:lstStyle/>
                    <a:p>
                      <a:endParaRPr lang="en-US" dirty="0"/>
                    </a:p>
                  </a:txBody>
                  <a:tcPr>
                    <a:solidFill>
                      <a:schemeClr val="tx2">
                        <a:lumMod val="10000"/>
                        <a:lumOff val="90000"/>
                      </a:schemeClr>
                    </a:solidFill>
                  </a:tcPr>
                </a:tc>
                <a:extLst>
                  <a:ext uri="{0D108BD9-81ED-4DB2-BD59-A6C34878D82A}">
                    <a16:rowId xmlns:a16="http://schemas.microsoft.com/office/drawing/2014/main" val="10006"/>
                  </a:ext>
                </a:extLst>
              </a:tr>
            </a:tbl>
          </a:graphicData>
        </a:graphic>
      </p:graphicFrame>
      <p:sp>
        <p:nvSpPr>
          <p:cNvPr id="52" name="Right Arrow 51"/>
          <p:cNvSpPr/>
          <p:nvPr/>
        </p:nvSpPr>
        <p:spPr>
          <a:xfrm>
            <a:off x="2667000" y="1800227"/>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ight Arrow 52"/>
          <p:cNvSpPr/>
          <p:nvPr/>
        </p:nvSpPr>
        <p:spPr>
          <a:xfrm>
            <a:off x="3619500" y="2193927"/>
            <a:ext cx="2476500" cy="120650"/>
          </a:xfrm>
          <a:prstGeom prst="rightArrow">
            <a:avLst>
              <a:gd name="adj1" fmla="val 10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Right Arrow 53"/>
          <p:cNvSpPr/>
          <p:nvPr/>
        </p:nvSpPr>
        <p:spPr>
          <a:xfrm>
            <a:off x="3619500" y="2581277"/>
            <a:ext cx="3543300" cy="120650"/>
          </a:xfrm>
          <a:prstGeom prst="rightArrow">
            <a:avLst>
              <a:gd name="adj1" fmla="val 10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ight Arrow 54"/>
          <p:cNvSpPr/>
          <p:nvPr/>
        </p:nvSpPr>
        <p:spPr>
          <a:xfrm>
            <a:off x="5486400" y="2971802"/>
            <a:ext cx="1905000" cy="120650"/>
          </a:xfrm>
          <a:prstGeom prst="right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ight Arrow 55"/>
          <p:cNvSpPr/>
          <p:nvPr/>
        </p:nvSpPr>
        <p:spPr>
          <a:xfrm>
            <a:off x="2667000" y="3765552"/>
            <a:ext cx="5486400" cy="120650"/>
          </a:xfrm>
          <a:prstGeom prst="rightArrow">
            <a:avLst>
              <a:gd name="adj1" fmla="val 100000"/>
              <a:gd name="adj2"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ight Arrow 56"/>
          <p:cNvSpPr/>
          <p:nvPr/>
        </p:nvSpPr>
        <p:spPr>
          <a:xfrm>
            <a:off x="3619500" y="3381377"/>
            <a:ext cx="2476500" cy="120650"/>
          </a:xfrm>
          <a:prstGeom prst="rightArrow">
            <a:avLst>
              <a:gd name="adj1" fmla="val 100000"/>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94"/>
          <p:cNvGrpSpPr/>
          <p:nvPr/>
        </p:nvGrpSpPr>
        <p:grpSpPr>
          <a:xfrm>
            <a:off x="1028811" y="4267200"/>
            <a:ext cx="7086378" cy="201168"/>
            <a:chOff x="1105494" y="4417230"/>
            <a:chExt cx="7086378" cy="201168"/>
          </a:xfrm>
        </p:grpSpPr>
        <p:grpSp>
          <p:nvGrpSpPr>
            <p:cNvPr id="4" name="Group 50"/>
            <p:cNvGrpSpPr/>
            <p:nvPr/>
          </p:nvGrpSpPr>
          <p:grpSpPr>
            <a:xfrm>
              <a:off x="1105494" y="4417230"/>
              <a:ext cx="1245947" cy="201168"/>
              <a:chOff x="2221306" y="3914656"/>
              <a:chExt cx="1245947" cy="201168"/>
            </a:xfrm>
          </p:grpSpPr>
          <p:sp>
            <p:nvSpPr>
              <p:cNvPr id="83" name="TextBox 82"/>
              <p:cNvSpPr txBox="1"/>
              <p:nvPr/>
            </p:nvSpPr>
            <p:spPr>
              <a:xfrm>
                <a:off x="2433317" y="3934938"/>
                <a:ext cx="1033936"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CONSTRUCTION</a:t>
                </a:r>
              </a:p>
            </p:txBody>
          </p:sp>
          <p:sp>
            <p:nvSpPr>
              <p:cNvPr id="86" name="Oval 85"/>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5"/>
            <p:cNvGrpSpPr/>
            <p:nvPr/>
          </p:nvGrpSpPr>
          <p:grpSpPr>
            <a:xfrm>
              <a:off x="2483332" y="4417230"/>
              <a:ext cx="873098" cy="201168"/>
              <a:chOff x="3776442" y="3947915"/>
              <a:chExt cx="873098" cy="201168"/>
            </a:xfrm>
          </p:grpSpPr>
          <p:sp>
            <p:nvSpPr>
              <p:cNvPr id="79" name="TextBox 78"/>
              <p:cNvSpPr txBox="1"/>
              <p:nvPr/>
            </p:nvSpPr>
            <p:spPr>
              <a:xfrm>
                <a:off x="4001927" y="3968197"/>
                <a:ext cx="647613"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ANALYSIS</a:t>
                </a:r>
              </a:p>
            </p:txBody>
          </p:sp>
          <p:sp>
            <p:nvSpPr>
              <p:cNvPr id="82" name="Oval 81"/>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37"/>
            <p:cNvGrpSpPr/>
            <p:nvPr/>
          </p:nvGrpSpPr>
          <p:grpSpPr>
            <a:xfrm>
              <a:off x="3548888" y="4417230"/>
              <a:ext cx="1173634" cy="201168"/>
              <a:chOff x="4725932" y="3949014"/>
              <a:chExt cx="1173634" cy="201168"/>
            </a:xfrm>
          </p:grpSpPr>
          <p:sp>
            <p:nvSpPr>
              <p:cNvPr id="76" name="TextBox 75"/>
              <p:cNvSpPr txBox="1"/>
              <p:nvPr/>
            </p:nvSpPr>
            <p:spPr>
              <a:xfrm>
                <a:off x="4945779" y="3966831"/>
                <a:ext cx="953787"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IMPROVEMENT</a:t>
                </a:r>
              </a:p>
            </p:txBody>
          </p:sp>
          <p:sp>
            <p:nvSpPr>
              <p:cNvPr id="78" name="Oval 77"/>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41"/>
            <p:cNvGrpSpPr/>
            <p:nvPr/>
          </p:nvGrpSpPr>
          <p:grpSpPr>
            <a:xfrm>
              <a:off x="4838700" y="4417230"/>
              <a:ext cx="1457801" cy="201168"/>
              <a:chOff x="6077268" y="3949014"/>
              <a:chExt cx="1457801" cy="201168"/>
            </a:xfrm>
          </p:grpSpPr>
          <p:sp>
            <p:nvSpPr>
              <p:cNvPr id="74" name="TextBox 73"/>
              <p:cNvSpPr txBox="1"/>
              <p:nvPr/>
            </p:nvSpPr>
            <p:spPr>
              <a:xfrm>
                <a:off x="6323199" y="3976991"/>
                <a:ext cx="1211870"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RECONSTRUCTION</a:t>
                </a:r>
              </a:p>
            </p:txBody>
          </p:sp>
          <p:sp>
            <p:nvSpPr>
              <p:cNvPr id="75" name="Oval 74"/>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41"/>
            <p:cNvGrpSpPr/>
            <p:nvPr/>
          </p:nvGrpSpPr>
          <p:grpSpPr>
            <a:xfrm>
              <a:off x="6433899" y="4417230"/>
              <a:ext cx="750877" cy="201168"/>
              <a:chOff x="6077268" y="3949014"/>
              <a:chExt cx="750877" cy="201168"/>
            </a:xfrm>
          </p:grpSpPr>
          <p:sp>
            <p:nvSpPr>
              <p:cNvPr id="88" name="TextBox 87"/>
              <p:cNvSpPr txBox="1"/>
              <p:nvPr/>
            </p:nvSpPr>
            <p:spPr>
              <a:xfrm>
                <a:off x="6323199" y="3976991"/>
                <a:ext cx="504946"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REVIEW</a:t>
                </a:r>
              </a:p>
            </p:txBody>
          </p:sp>
          <p:sp>
            <p:nvSpPr>
              <p:cNvPr id="90" name="Oval 89"/>
              <p:cNvSpPr>
                <a:spLocks noChangeAspect="1"/>
              </p:cNvSpPr>
              <p:nvPr/>
            </p:nvSpPr>
            <p:spPr>
              <a:xfrm>
                <a:off x="6077268"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41"/>
            <p:cNvGrpSpPr/>
            <p:nvPr/>
          </p:nvGrpSpPr>
          <p:grpSpPr>
            <a:xfrm>
              <a:off x="7402523" y="4417230"/>
              <a:ext cx="789349" cy="201168"/>
              <a:chOff x="6077268" y="3949014"/>
              <a:chExt cx="789349" cy="201168"/>
            </a:xfrm>
          </p:grpSpPr>
          <p:sp>
            <p:nvSpPr>
              <p:cNvPr id="93" name="TextBox 92"/>
              <p:cNvSpPr txBox="1"/>
              <p:nvPr/>
            </p:nvSpPr>
            <p:spPr>
              <a:xfrm>
                <a:off x="6323199" y="3976991"/>
                <a:ext cx="543418"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LAUNCH</a:t>
                </a:r>
              </a:p>
            </p:txBody>
          </p:sp>
          <p:sp>
            <p:nvSpPr>
              <p:cNvPr id="94" name="Oval 93"/>
              <p:cNvSpPr>
                <a:spLocks noChangeAspect="1"/>
              </p:cNvSpPr>
              <p:nvPr/>
            </p:nvSpPr>
            <p:spPr>
              <a:xfrm>
                <a:off x="6077268" y="3949014"/>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down)">
                                      <p:cBhvr>
                                        <p:cTn id="7" dur="500"/>
                                        <p:tgtEl>
                                          <p:spTgt spid="4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down)">
                                      <p:cBhvr>
                                        <p:cTn id="11" dur="500"/>
                                        <p:tgtEl>
                                          <p:spTgt spid="4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6"/>
                                        </p:tgtEl>
                                        <p:attrNameLst>
                                          <p:attrName>style.visibility</p:attrName>
                                        </p:attrNameLst>
                                      </p:cBhvr>
                                      <p:to>
                                        <p:strVal val="visible"/>
                                      </p:to>
                                    </p:set>
                                    <p:animEffect transition="in" filter="wipe(down)">
                                      <p:cBhvr>
                                        <p:cTn id="15" dur="500"/>
                                        <p:tgtEl>
                                          <p:spTgt spid="4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wipe(down)">
                                      <p:cBhvr>
                                        <p:cTn id="19" dur="500"/>
                                        <p:tgtEl>
                                          <p:spTgt spid="47"/>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wipe(down)">
                                      <p:cBhvr>
                                        <p:cTn id="23" dur="500"/>
                                        <p:tgtEl>
                                          <p:spTgt spid="48"/>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wipe(down)">
                                      <p:cBhvr>
                                        <p:cTn id="27" dur="500"/>
                                        <p:tgtEl>
                                          <p:spTgt spid="49"/>
                                        </p:tgtEl>
                                      </p:cBhvr>
                                    </p:animEffect>
                                  </p:childTnLst>
                                </p:cTn>
                              </p:par>
                              <p:par>
                                <p:cTn id="28" presetID="10" presetClass="entr" presetSubtype="0" fill="hold" nodeType="with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1000"/>
                                        <p:tgtEl>
                                          <p:spTgt spid="50"/>
                                        </p:tgtEl>
                                      </p:cBhvr>
                                    </p:animEffect>
                                  </p:childTnLst>
                                </p:cTn>
                              </p:par>
                            </p:childTnLst>
                          </p:cTn>
                        </p:par>
                        <p:par>
                          <p:cTn id="31" fill="hold">
                            <p:stCondLst>
                              <p:cond delay="3500"/>
                            </p:stCondLst>
                            <p:childTnLst>
                              <p:par>
                                <p:cTn id="32" presetID="22" presetClass="entr" presetSubtype="8" fill="hold" grpId="0"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wipe(left)">
                                      <p:cBhvr>
                                        <p:cTn id="34" dur="500"/>
                                        <p:tgtEl>
                                          <p:spTgt spid="52"/>
                                        </p:tgtEl>
                                      </p:cBhvr>
                                    </p:animEffect>
                                  </p:childTnLst>
                                </p:cTn>
                              </p:par>
                            </p:childTnLst>
                          </p:cTn>
                        </p:par>
                        <p:par>
                          <p:cTn id="35" fill="hold">
                            <p:stCondLst>
                              <p:cond delay="4000"/>
                            </p:stCondLst>
                            <p:childTnLst>
                              <p:par>
                                <p:cTn id="36" presetID="22" presetClass="entr" presetSubtype="8" fill="hold" grpId="0" nodeType="afterEffect">
                                  <p:stCondLst>
                                    <p:cond delay="0"/>
                                  </p:stCondLst>
                                  <p:childTnLst>
                                    <p:set>
                                      <p:cBhvr>
                                        <p:cTn id="37" dur="1" fill="hold">
                                          <p:stCondLst>
                                            <p:cond delay="0"/>
                                          </p:stCondLst>
                                        </p:cTn>
                                        <p:tgtEl>
                                          <p:spTgt spid="53"/>
                                        </p:tgtEl>
                                        <p:attrNameLst>
                                          <p:attrName>style.visibility</p:attrName>
                                        </p:attrNameLst>
                                      </p:cBhvr>
                                      <p:to>
                                        <p:strVal val="visible"/>
                                      </p:to>
                                    </p:set>
                                    <p:animEffect transition="in" filter="wipe(left)">
                                      <p:cBhvr>
                                        <p:cTn id="38" dur="500"/>
                                        <p:tgtEl>
                                          <p:spTgt spid="53"/>
                                        </p:tgtEl>
                                      </p:cBhvr>
                                    </p:animEffect>
                                  </p:childTnLst>
                                </p:cTn>
                              </p:par>
                            </p:childTnLst>
                          </p:cTn>
                        </p:par>
                        <p:par>
                          <p:cTn id="39" fill="hold">
                            <p:stCondLst>
                              <p:cond delay="4500"/>
                            </p:stCondLst>
                            <p:childTnLst>
                              <p:par>
                                <p:cTn id="40" presetID="22" presetClass="entr" presetSubtype="8" fill="hold" grpId="0" nodeType="afterEffect">
                                  <p:stCondLst>
                                    <p:cond delay="0"/>
                                  </p:stCondLst>
                                  <p:childTnLst>
                                    <p:set>
                                      <p:cBhvr>
                                        <p:cTn id="41" dur="1" fill="hold">
                                          <p:stCondLst>
                                            <p:cond delay="0"/>
                                          </p:stCondLst>
                                        </p:cTn>
                                        <p:tgtEl>
                                          <p:spTgt spid="54"/>
                                        </p:tgtEl>
                                        <p:attrNameLst>
                                          <p:attrName>style.visibility</p:attrName>
                                        </p:attrNameLst>
                                      </p:cBhvr>
                                      <p:to>
                                        <p:strVal val="visible"/>
                                      </p:to>
                                    </p:set>
                                    <p:animEffect transition="in" filter="wipe(left)">
                                      <p:cBhvr>
                                        <p:cTn id="42" dur="500"/>
                                        <p:tgtEl>
                                          <p:spTgt spid="54"/>
                                        </p:tgtEl>
                                      </p:cBhvr>
                                    </p:animEffect>
                                  </p:childTnLst>
                                </p:cTn>
                              </p:par>
                            </p:childTnLst>
                          </p:cTn>
                        </p:par>
                        <p:par>
                          <p:cTn id="43" fill="hold">
                            <p:stCondLst>
                              <p:cond delay="5000"/>
                            </p:stCondLst>
                            <p:childTnLst>
                              <p:par>
                                <p:cTn id="44" presetID="22" presetClass="entr" presetSubtype="8" fill="hold" grpId="0" nodeType="afterEffect">
                                  <p:stCondLst>
                                    <p:cond delay="0"/>
                                  </p:stCondLst>
                                  <p:childTnLst>
                                    <p:set>
                                      <p:cBhvr>
                                        <p:cTn id="45" dur="1" fill="hold">
                                          <p:stCondLst>
                                            <p:cond delay="0"/>
                                          </p:stCondLst>
                                        </p:cTn>
                                        <p:tgtEl>
                                          <p:spTgt spid="55"/>
                                        </p:tgtEl>
                                        <p:attrNameLst>
                                          <p:attrName>style.visibility</p:attrName>
                                        </p:attrNameLst>
                                      </p:cBhvr>
                                      <p:to>
                                        <p:strVal val="visible"/>
                                      </p:to>
                                    </p:set>
                                    <p:animEffect transition="in" filter="wipe(left)">
                                      <p:cBhvr>
                                        <p:cTn id="46" dur="500"/>
                                        <p:tgtEl>
                                          <p:spTgt spid="55"/>
                                        </p:tgtEl>
                                      </p:cBhvr>
                                    </p:animEffect>
                                  </p:childTnLst>
                                </p:cTn>
                              </p:par>
                            </p:childTnLst>
                          </p:cTn>
                        </p:par>
                        <p:par>
                          <p:cTn id="47" fill="hold">
                            <p:stCondLst>
                              <p:cond delay="5500"/>
                            </p:stCondLst>
                            <p:childTnLst>
                              <p:par>
                                <p:cTn id="48" presetID="22" presetClass="entr" presetSubtype="8" fill="hold" grpId="0" nodeType="afterEffect">
                                  <p:stCondLst>
                                    <p:cond delay="0"/>
                                  </p:stCondLst>
                                  <p:childTnLst>
                                    <p:set>
                                      <p:cBhvr>
                                        <p:cTn id="49" dur="1" fill="hold">
                                          <p:stCondLst>
                                            <p:cond delay="0"/>
                                          </p:stCondLst>
                                        </p:cTn>
                                        <p:tgtEl>
                                          <p:spTgt spid="57"/>
                                        </p:tgtEl>
                                        <p:attrNameLst>
                                          <p:attrName>style.visibility</p:attrName>
                                        </p:attrNameLst>
                                      </p:cBhvr>
                                      <p:to>
                                        <p:strVal val="visible"/>
                                      </p:to>
                                    </p:set>
                                    <p:animEffect transition="in" filter="wipe(left)">
                                      <p:cBhvr>
                                        <p:cTn id="50" dur="500"/>
                                        <p:tgtEl>
                                          <p:spTgt spid="57"/>
                                        </p:tgtEl>
                                      </p:cBhvr>
                                    </p:animEffect>
                                  </p:childTnLst>
                                </p:cTn>
                              </p:par>
                            </p:childTnLst>
                          </p:cTn>
                        </p:par>
                        <p:par>
                          <p:cTn id="51" fill="hold">
                            <p:stCondLst>
                              <p:cond delay="6000"/>
                            </p:stCondLst>
                            <p:childTnLst>
                              <p:par>
                                <p:cTn id="52" presetID="22" presetClass="entr" presetSubtype="8" fill="hold" grpId="0" nodeType="afterEffect">
                                  <p:stCondLst>
                                    <p:cond delay="0"/>
                                  </p:stCondLst>
                                  <p:childTnLst>
                                    <p:set>
                                      <p:cBhvr>
                                        <p:cTn id="53" dur="1" fill="hold">
                                          <p:stCondLst>
                                            <p:cond delay="0"/>
                                          </p:stCondLst>
                                        </p:cTn>
                                        <p:tgtEl>
                                          <p:spTgt spid="56"/>
                                        </p:tgtEl>
                                        <p:attrNameLst>
                                          <p:attrName>style.visibility</p:attrName>
                                        </p:attrNameLst>
                                      </p:cBhvr>
                                      <p:to>
                                        <p:strVal val="visible"/>
                                      </p:to>
                                    </p:set>
                                    <p:animEffect transition="in" filter="wipe(left)">
                                      <p:cBhvr>
                                        <p:cTn id="54" dur="500"/>
                                        <p:tgtEl>
                                          <p:spTgt spid="56"/>
                                        </p:tgtEl>
                                      </p:cBhvr>
                                    </p:animEffect>
                                  </p:childTnLst>
                                </p:cTn>
                              </p:par>
                            </p:childTnLst>
                          </p:cTn>
                        </p:par>
                        <p:par>
                          <p:cTn id="55" fill="hold">
                            <p:stCondLst>
                              <p:cond delay="6500"/>
                            </p:stCondLst>
                            <p:childTnLst>
                              <p:par>
                                <p:cTn id="56" presetID="22" presetClass="entr" presetSubtype="4" fill="hold" nodeType="afterEffect">
                                  <p:stCondLst>
                                    <p:cond delay="0"/>
                                  </p:stCondLst>
                                  <p:childTnLst>
                                    <p:set>
                                      <p:cBhvr>
                                        <p:cTn id="57" dur="1" fill="hold">
                                          <p:stCondLst>
                                            <p:cond delay="0"/>
                                          </p:stCondLst>
                                        </p:cTn>
                                        <p:tgtEl>
                                          <p:spTgt spid="3"/>
                                        </p:tgtEl>
                                        <p:attrNameLst>
                                          <p:attrName>style.visibility</p:attrName>
                                        </p:attrNameLst>
                                      </p:cBhvr>
                                      <p:to>
                                        <p:strVal val="visible"/>
                                      </p:to>
                                    </p:set>
                                    <p:animEffect transition="in" filter="wipe(down)">
                                      <p:cBhvr>
                                        <p:cTn id="5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P spid="47" grpId="0" animBg="1"/>
      <p:bldP spid="48" grpId="0" animBg="1"/>
      <p:bldP spid="49" grpId="0" animBg="1"/>
      <p:bldP spid="52" grpId="0" animBg="1"/>
      <p:bldP spid="53" grpId="0" animBg="1"/>
      <p:bldP spid="54" grpId="0" animBg="1"/>
      <p:bldP spid="55" grpId="0" animBg="1"/>
      <p:bldP spid="56" grpId="0" animBg="1"/>
      <p:bldP spid="57"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Timeline Project  Infographic</a:t>
            </a:r>
            <a:endParaRPr lang="en-US" dirty="0"/>
          </a:p>
        </p:txBody>
      </p:sp>
      <p:sp>
        <p:nvSpPr>
          <p:cNvPr id="4" name="Text Placeholder 3"/>
          <p:cNvSpPr>
            <a:spLocks noGrp="1"/>
          </p:cNvSpPr>
          <p:nvPr>
            <p:ph type="body" sz="half" idx="2"/>
          </p:nvPr>
        </p:nvSpPr>
        <p:spPr/>
        <p:txBody>
          <a:bodyPr/>
          <a:lstStyle/>
          <a:p>
            <a:r>
              <a:rPr lang="en-US"/>
              <a:t>Timeline Project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302</a:t>
            </a:fld>
            <a:endParaRPr lang="en-US" dirty="0"/>
          </a:p>
        </p:txBody>
      </p:sp>
      <p:grpSp>
        <p:nvGrpSpPr>
          <p:cNvPr id="3" name="Group 136"/>
          <p:cNvGrpSpPr/>
          <p:nvPr/>
        </p:nvGrpSpPr>
        <p:grpSpPr>
          <a:xfrm>
            <a:off x="533400" y="2463507"/>
            <a:ext cx="609600" cy="563880"/>
            <a:chOff x="533400" y="2463507"/>
            <a:chExt cx="609600" cy="563880"/>
          </a:xfrm>
        </p:grpSpPr>
        <p:sp>
          <p:nvSpPr>
            <p:cNvPr id="33" name="Rectangle 32"/>
            <p:cNvSpPr/>
            <p:nvPr/>
          </p:nvSpPr>
          <p:spPr>
            <a:xfrm>
              <a:off x="696335" y="2858110"/>
              <a:ext cx="283731" cy="169277"/>
            </a:xfrm>
            <a:prstGeom prst="rect">
              <a:avLst/>
            </a:prstGeom>
          </p:spPr>
          <p:txBody>
            <a:bodyPr wrap="none" lIns="0" tIns="0" rIns="0" bIns="0">
              <a:spAutoFit/>
            </a:bodyPr>
            <a:lstStyle/>
            <a:p>
              <a:r>
                <a:rPr lang="en-US" sz="1100" b="1" dirty="0">
                  <a:solidFill>
                    <a:schemeClr val="tx1">
                      <a:lumMod val="50000"/>
                      <a:lumOff val="50000"/>
                    </a:schemeClr>
                  </a:solidFill>
                </a:rPr>
                <a:t>JAN</a:t>
              </a:r>
            </a:p>
          </p:txBody>
        </p:sp>
        <p:grpSp>
          <p:nvGrpSpPr>
            <p:cNvPr id="5" name="Group 48"/>
            <p:cNvGrpSpPr/>
            <p:nvPr/>
          </p:nvGrpSpPr>
          <p:grpSpPr>
            <a:xfrm>
              <a:off x="533400" y="2463507"/>
              <a:ext cx="609600" cy="304800"/>
              <a:chOff x="685800" y="2419350"/>
              <a:chExt cx="609600" cy="304800"/>
            </a:xfrm>
          </p:grpSpPr>
          <p:sp>
            <p:nvSpPr>
              <p:cNvPr id="46" name="Rectangle 45"/>
              <p:cNvSpPr/>
              <p:nvPr/>
            </p:nvSpPr>
            <p:spPr>
              <a:xfrm>
                <a:off x="685800" y="2647950"/>
                <a:ext cx="609600" cy="76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47"/>
              <p:cNvSpPr/>
              <p:nvPr/>
            </p:nvSpPr>
            <p:spPr>
              <a:xfrm>
                <a:off x="685800" y="2419350"/>
                <a:ext cx="609600" cy="2286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 name="Group 137"/>
          <p:cNvGrpSpPr/>
          <p:nvPr/>
        </p:nvGrpSpPr>
        <p:grpSpPr>
          <a:xfrm>
            <a:off x="1212273" y="2387307"/>
            <a:ext cx="609600" cy="640080"/>
            <a:chOff x="1212273" y="2387307"/>
            <a:chExt cx="609600" cy="640080"/>
          </a:xfrm>
        </p:grpSpPr>
        <p:sp>
          <p:nvSpPr>
            <p:cNvPr id="34" name="Rectangle 33"/>
            <p:cNvSpPr/>
            <p:nvPr/>
          </p:nvSpPr>
          <p:spPr>
            <a:xfrm>
              <a:off x="1362091" y="2858110"/>
              <a:ext cx="283732" cy="169277"/>
            </a:xfrm>
            <a:prstGeom prst="rect">
              <a:avLst/>
            </a:prstGeom>
          </p:spPr>
          <p:txBody>
            <a:bodyPr wrap="none" lIns="0" tIns="0" rIns="0" bIns="0">
              <a:spAutoFit/>
            </a:bodyPr>
            <a:lstStyle/>
            <a:p>
              <a:r>
                <a:rPr lang="en-US" sz="1100" b="1" dirty="0">
                  <a:solidFill>
                    <a:schemeClr val="tx1">
                      <a:lumMod val="50000"/>
                      <a:lumOff val="50000"/>
                    </a:schemeClr>
                  </a:solidFill>
                </a:rPr>
                <a:t>FEB</a:t>
              </a:r>
            </a:p>
          </p:txBody>
        </p:sp>
        <p:grpSp>
          <p:nvGrpSpPr>
            <p:cNvPr id="7" name="Group 49"/>
            <p:cNvGrpSpPr/>
            <p:nvPr/>
          </p:nvGrpSpPr>
          <p:grpSpPr>
            <a:xfrm>
              <a:off x="1212273" y="2387307"/>
              <a:ext cx="609600" cy="381000"/>
              <a:chOff x="685800" y="2343150"/>
              <a:chExt cx="609600" cy="381000"/>
            </a:xfrm>
          </p:grpSpPr>
          <p:sp>
            <p:nvSpPr>
              <p:cNvPr id="51" name="Rectangle 50"/>
              <p:cNvSpPr/>
              <p:nvPr/>
            </p:nvSpPr>
            <p:spPr>
              <a:xfrm>
                <a:off x="685800" y="2647950"/>
                <a:ext cx="609600" cy="76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685800" y="2343150"/>
                <a:ext cx="609600" cy="3048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8" name="Group 138"/>
          <p:cNvGrpSpPr/>
          <p:nvPr/>
        </p:nvGrpSpPr>
        <p:grpSpPr>
          <a:xfrm>
            <a:off x="1891146" y="2234907"/>
            <a:ext cx="609600" cy="792480"/>
            <a:chOff x="1891146" y="2234907"/>
            <a:chExt cx="609600" cy="792480"/>
          </a:xfrm>
        </p:grpSpPr>
        <p:sp>
          <p:nvSpPr>
            <p:cNvPr id="35" name="Rectangle 34"/>
            <p:cNvSpPr/>
            <p:nvPr/>
          </p:nvSpPr>
          <p:spPr>
            <a:xfrm>
              <a:off x="2027848" y="2858110"/>
              <a:ext cx="322204" cy="169277"/>
            </a:xfrm>
            <a:prstGeom prst="rect">
              <a:avLst/>
            </a:prstGeom>
          </p:spPr>
          <p:txBody>
            <a:bodyPr wrap="none" lIns="0" tIns="0" rIns="0" bIns="0">
              <a:spAutoFit/>
            </a:bodyPr>
            <a:lstStyle/>
            <a:p>
              <a:r>
                <a:rPr lang="en-US" sz="1100" b="1" dirty="0">
                  <a:solidFill>
                    <a:schemeClr val="tx1">
                      <a:lumMod val="50000"/>
                      <a:lumOff val="50000"/>
                    </a:schemeClr>
                  </a:solidFill>
                </a:rPr>
                <a:t>MAR</a:t>
              </a:r>
            </a:p>
          </p:txBody>
        </p:sp>
        <p:grpSp>
          <p:nvGrpSpPr>
            <p:cNvPr id="9" name="Group 52"/>
            <p:cNvGrpSpPr/>
            <p:nvPr/>
          </p:nvGrpSpPr>
          <p:grpSpPr>
            <a:xfrm>
              <a:off x="1891146" y="2234907"/>
              <a:ext cx="609600" cy="533400"/>
              <a:chOff x="685800" y="2190750"/>
              <a:chExt cx="609600" cy="533400"/>
            </a:xfrm>
          </p:grpSpPr>
          <p:sp>
            <p:nvSpPr>
              <p:cNvPr id="55" name="Rectangle 54"/>
              <p:cNvSpPr/>
              <p:nvPr/>
            </p:nvSpPr>
            <p:spPr>
              <a:xfrm>
                <a:off x="685800" y="2647950"/>
                <a:ext cx="609600" cy="76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ectangle 55"/>
              <p:cNvSpPr/>
              <p:nvPr/>
            </p:nvSpPr>
            <p:spPr>
              <a:xfrm>
                <a:off x="685800" y="2190750"/>
                <a:ext cx="609600" cy="4572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0" name="Group 139"/>
          <p:cNvGrpSpPr/>
          <p:nvPr/>
        </p:nvGrpSpPr>
        <p:grpSpPr>
          <a:xfrm>
            <a:off x="2570019" y="2158707"/>
            <a:ext cx="609600" cy="868680"/>
            <a:chOff x="2570019" y="2158707"/>
            <a:chExt cx="609600" cy="868680"/>
          </a:xfrm>
        </p:grpSpPr>
        <p:sp>
          <p:nvSpPr>
            <p:cNvPr id="36" name="Rectangle 35"/>
            <p:cNvSpPr/>
            <p:nvPr/>
          </p:nvSpPr>
          <p:spPr>
            <a:xfrm>
              <a:off x="2732077" y="2858110"/>
              <a:ext cx="299762" cy="169277"/>
            </a:xfrm>
            <a:prstGeom prst="rect">
              <a:avLst/>
            </a:prstGeom>
          </p:spPr>
          <p:txBody>
            <a:bodyPr wrap="none" lIns="0" tIns="0" rIns="0" bIns="0">
              <a:spAutoFit/>
            </a:bodyPr>
            <a:lstStyle/>
            <a:p>
              <a:r>
                <a:rPr lang="en-US" sz="1100" b="1" dirty="0">
                  <a:solidFill>
                    <a:schemeClr val="tx1">
                      <a:lumMod val="50000"/>
                      <a:lumOff val="50000"/>
                    </a:schemeClr>
                  </a:solidFill>
                </a:rPr>
                <a:t>APR</a:t>
              </a:r>
            </a:p>
          </p:txBody>
        </p:sp>
        <p:grpSp>
          <p:nvGrpSpPr>
            <p:cNvPr id="11" name="Group 57"/>
            <p:cNvGrpSpPr/>
            <p:nvPr/>
          </p:nvGrpSpPr>
          <p:grpSpPr>
            <a:xfrm>
              <a:off x="2570019" y="2158707"/>
              <a:ext cx="609600" cy="609600"/>
              <a:chOff x="685800" y="2114550"/>
              <a:chExt cx="609600" cy="609600"/>
            </a:xfrm>
          </p:grpSpPr>
          <p:sp>
            <p:nvSpPr>
              <p:cNvPr id="63" name="Rectangle 62"/>
              <p:cNvSpPr/>
              <p:nvPr/>
            </p:nvSpPr>
            <p:spPr>
              <a:xfrm>
                <a:off x="685800" y="2647950"/>
                <a:ext cx="609600" cy="76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Rectangle 63"/>
              <p:cNvSpPr/>
              <p:nvPr/>
            </p:nvSpPr>
            <p:spPr>
              <a:xfrm>
                <a:off x="685800" y="2114550"/>
                <a:ext cx="609600" cy="533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140"/>
          <p:cNvGrpSpPr/>
          <p:nvPr/>
        </p:nvGrpSpPr>
        <p:grpSpPr>
          <a:xfrm>
            <a:off x="3248892" y="2006307"/>
            <a:ext cx="609600" cy="1021080"/>
            <a:chOff x="3248892" y="2006307"/>
            <a:chExt cx="609600" cy="1021080"/>
          </a:xfrm>
        </p:grpSpPr>
        <p:sp>
          <p:nvSpPr>
            <p:cNvPr id="37" name="Rectangle 36"/>
            <p:cNvSpPr/>
            <p:nvPr/>
          </p:nvSpPr>
          <p:spPr>
            <a:xfrm>
              <a:off x="3413864" y="2858110"/>
              <a:ext cx="314189" cy="169277"/>
            </a:xfrm>
            <a:prstGeom prst="rect">
              <a:avLst/>
            </a:prstGeom>
          </p:spPr>
          <p:txBody>
            <a:bodyPr wrap="none" lIns="0" tIns="0" rIns="0" bIns="0">
              <a:spAutoFit/>
            </a:bodyPr>
            <a:lstStyle/>
            <a:p>
              <a:r>
                <a:rPr lang="en-US" sz="1100" b="1" dirty="0">
                  <a:solidFill>
                    <a:schemeClr val="tx1">
                      <a:lumMod val="50000"/>
                      <a:lumOff val="50000"/>
                    </a:schemeClr>
                  </a:solidFill>
                </a:rPr>
                <a:t>MAY</a:t>
              </a:r>
            </a:p>
          </p:txBody>
        </p:sp>
        <p:grpSp>
          <p:nvGrpSpPr>
            <p:cNvPr id="13" name="Group 64"/>
            <p:cNvGrpSpPr/>
            <p:nvPr/>
          </p:nvGrpSpPr>
          <p:grpSpPr>
            <a:xfrm>
              <a:off x="3248892" y="2006307"/>
              <a:ext cx="609600" cy="762000"/>
              <a:chOff x="685800" y="1962150"/>
              <a:chExt cx="609600" cy="762000"/>
            </a:xfrm>
          </p:grpSpPr>
          <p:sp>
            <p:nvSpPr>
              <p:cNvPr id="68" name="Rectangle 67"/>
              <p:cNvSpPr/>
              <p:nvPr/>
            </p:nvSpPr>
            <p:spPr>
              <a:xfrm>
                <a:off x="685800" y="2647950"/>
                <a:ext cx="609600" cy="76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Rectangle 68"/>
              <p:cNvSpPr/>
              <p:nvPr/>
            </p:nvSpPr>
            <p:spPr>
              <a:xfrm>
                <a:off x="685800" y="1962150"/>
                <a:ext cx="609600" cy="6858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4" name="Group 141"/>
          <p:cNvGrpSpPr/>
          <p:nvPr/>
        </p:nvGrpSpPr>
        <p:grpSpPr>
          <a:xfrm>
            <a:off x="3927765" y="1930107"/>
            <a:ext cx="609600" cy="1097280"/>
            <a:chOff x="3927765" y="1930107"/>
            <a:chExt cx="609600" cy="1097280"/>
          </a:xfrm>
        </p:grpSpPr>
        <p:sp>
          <p:nvSpPr>
            <p:cNvPr id="39" name="Rectangle 38"/>
            <p:cNvSpPr/>
            <p:nvPr/>
          </p:nvSpPr>
          <p:spPr>
            <a:xfrm>
              <a:off x="4110078" y="2858110"/>
              <a:ext cx="283732" cy="169277"/>
            </a:xfrm>
            <a:prstGeom prst="rect">
              <a:avLst/>
            </a:prstGeom>
          </p:spPr>
          <p:txBody>
            <a:bodyPr wrap="none" lIns="0" tIns="0" rIns="0" bIns="0">
              <a:spAutoFit/>
            </a:bodyPr>
            <a:lstStyle/>
            <a:p>
              <a:r>
                <a:rPr lang="en-US" sz="1100" b="1" dirty="0">
                  <a:solidFill>
                    <a:schemeClr val="tx1">
                      <a:lumMod val="50000"/>
                      <a:lumOff val="50000"/>
                    </a:schemeClr>
                  </a:solidFill>
                </a:rPr>
                <a:t>JUN</a:t>
              </a:r>
            </a:p>
          </p:txBody>
        </p:sp>
        <p:grpSp>
          <p:nvGrpSpPr>
            <p:cNvPr id="15" name="Group 71"/>
            <p:cNvGrpSpPr/>
            <p:nvPr/>
          </p:nvGrpSpPr>
          <p:grpSpPr>
            <a:xfrm>
              <a:off x="3927765" y="1930107"/>
              <a:ext cx="609600" cy="838200"/>
              <a:chOff x="685800" y="1885950"/>
              <a:chExt cx="609600" cy="838200"/>
            </a:xfrm>
          </p:grpSpPr>
          <p:sp>
            <p:nvSpPr>
              <p:cNvPr id="74" name="Rectangle 73"/>
              <p:cNvSpPr/>
              <p:nvPr/>
            </p:nvSpPr>
            <p:spPr>
              <a:xfrm>
                <a:off x="685800" y="2647950"/>
                <a:ext cx="609600" cy="76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Rectangle 76"/>
              <p:cNvSpPr/>
              <p:nvPr/>
            </p:nvSpPr>
            <p:spPr>
              <a:xfrm>
                <a:off x="685800" y="1885950"/>
                <a:ext cx="609600" cy="762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6" name="Group 142"/>
          <p:cNvGrpSpPr/>
          <p:nvPr/>
        </p:nvGrpSpPr>
        <p:grpSpPr>
          <a:xfrm>
            <a:off x="4606638" y="2234907"/>
            <a:ext cx="609600" cy="792480"/>
            <a:chOff x="4606638" y="2234907"/>
            <a:chExt cx="609600" cy="792480"/>
          </a:xfrm>
        </p:grpSpPr>
        <p:sp>
          <p:nvSpPr>
            <p:cNvPr id="40" name="Rectangle 39"/>
            <p:cNvSpPr/>
            <p:nvPr/>
          </p:nvSpPr>
          <p:spPr>
            <a:xfrm>
              <a:off x="4775835" y="2858110"/>
              <a:ext cx="267702" cy="169277"/>
            </a:xfrm>
            <a:prstGeom prst="rect">
              <a:avLst/>
            </a:prstGeom>
          </p:spPr>
          <p:txBody>
            <a:bodyPr wrap="none" lIns="0" tIns="0" rIns="0" bIns="0">
              <a:spAutoFit/>
            </a:bodyPr>
            <a:lstStyle/>
            <a:p>
              <a:r>
                <a:rPr lang="en-US" sz="1100" b="1" dirty="0">
                  <a:solidFill>
                    <a:schemeClr val="tx1">
                      <a:lumMod val="50000"/>
                      <a:lumOff val="50000"/>
                    </a:schemeClr>
                  </a:solidFill>
                </a:rPr>
                <a:t>JUL</a:t>
              </a:r>
            </a:p>
          </p:txBody>
        </p:sp>
        <p:grpSp>
          <p:nvGrpSpPr>
            <p:cNvPr id="17" name="Group 78"/>
            <p:cNvGrpSpPr/>
            <p:nvPr/>
          </p:nvGrpSpPr>
          <p:grpSpPr>
            <a:xfrm>
              <a:off x="4606638" y="2234907"/>
              <a:ext cx="609600" cy="533400"/>
              <a:chOff x="685800" y="2190750"/>
              <a:chExt cx="609600" cy="533400"/>
            </a:xfrm>
          </p:grpSpPr>
          <p:sp>
            <p:nvSpPr>
              <p:cNvPr id="82" name="Rectangle 81"/>
              <p:cNvSpPr/>
              <p:nvPr/>
            </p:nvSpPr>
            <p:spPr>
              <a:xfrm>
                <a:off x="685800" y="2647950"/>
                <a:ext cx="609600" cy="76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Rectangle 82"/>
              <p:cNvSpPr/>
              <p:nvPr/>
            </p:nvSpPr>
            <p:spPr>
              <a:xfrm>
                <a:off x="685800" y="2190750"/>
                <a:ext cx="609600" cy="4572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8" name="Group 143"/>
          <p:cNvGrpSpPr/>
          <p:nvPr/>
        </p:nvGrpSpPr>
        <p:grpSpPr>
          <a:xfrm>
            <a:off x="5285511" y="2463507"/>
            <a:ext cx="609600" cy="563880"/>
            <a:chOff x="5285511" y="2463507"/>
            <a:chExt cx="609600" cy="563880"/>
          </a:xfrm>
        </p:grpSpPr>
        <p:sp>
          <p:nvSpPr>
            <p:cNvPr id="41" name="Rectangle 40"/>
            <p:cNvSpPr/>
            <p:nvPr/>
          </p:nvSpPr>
          <p:spPr>
            <a:xfrm>
              <a:off x="5425562" y="2858110"/>
              <a:ext cx="314189" cy="169277"/>
            </a:xfrm>
            <a:prstGeom prst="rect">
              <a:avLst/>
            </a:prstGeom>
          </p:spPr>
          <p:txBody>
            <a:bodyPr wrap="none" lIns="0" tIns="0" rIns="0" bIns="0">
              <a:spAutoFit/>
            </a:bodyPr>
            <a:lstStyle/>
            <a:p>
              <a:r>
                <a:rPr lang="en-US" sz="1100" b="1" dirty="0">
                  <a:solidFill>
                    <a:schemeClr val="tx1">
                      <a:lumMod val="50000"/>
                      <a:lumOff val="50000"/>
                    </a:schemeClr>
                  </a:solidFill>
                </a:rPr>
                <a:t>AUG</a:t>
              </a:r>
            </a:p>
          </p:txBody>
        </p:sp>
        <p:grpSp>
          <p:nvGrpSpPr>
            <p:cNvPr id="19" name="Group 83"/>
            <p:cNvGrpSpPr/>
            <p:nvPr/>
          </p:nvGrpSpPr>
          <p:grpSpPr>
            <a:xfrm>
              <a:off x="5285511" y="2463507"/>
              <a:ext cx="609600" cy="304800"/>
              <a:chOff x="685800" y="2419350"/>
              <a:chExt cx="609600" cy="304800"/>
            </a:xfrm>
          </p:grpSpPr>
          <p:sp>
            <p:nvSpPr>
              <p:cNvPr id="85" name="Rectangle 84"/>
              <p:cNvSpPr/>
              <p:nvPr/>
            </p:nvSpPr>
            <p:spPr>
              <a:xfrm>
                <a:off x="685800" y="2647950"/>
                <a:ext cx="609600" cy="76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Rectangle 87"/>
              <p:cNvSpPr/>
              <p:nvPr/>
            </p:nvSpPr>
            <p:spPr>
              <a:xfrm>
                <a:off x="685800" y="2419350"/>
                <a:ext cx="609600" cy="2286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0" name="Group 144"/>
          <p:cNvGrpSpPr/>
          <p:nvPr/>
        </p:nvGrpSpPr>
        <p:grpSpPr>
          <a:xfrm>
            <a:off x="5964384" y="2234907"/>
            <a:ext cx="609600" cy="792480"/>
            <a:chOff x="5964384" y="2234907"/>
            <a:chExt cx="609600" cy="792480"/>
          </a:xfrm>
        </p:grpSpPr>
        <p:sp>
          <p:nvSpPr>
            <p:cNvPr id="42" name="Rectangle 41"/>
            <p:cNvSpPr/>
            <p:nvPr/>
          </p:nvSpPr>
          <p:spPr>
            <a:xfrm>
              <a:off x="6121776" y="2858110"/>
              <a:ext cx="283732" cy="169277"/>
            </a:xfrm>
            <a:prstGeom prst="rect">
              <a:avLst/>
            </a:prstGeom>
          </p:spPr>
          <p:txBody>
            <a:bodyPr wrap="none" lIns="0" tIns="0" rIns="0" bIns="0">
              <a:spAutoFit/>
            </a:bodyPr>
            <a:lstStyle/>
            <a:p>
              <a:r>
                <a:rPr lang="en-US" sz="1100" b="1" dirty="0">
                  <a:solidFill>
                    <a:schemeClr val="tx1">
                      <a:lumMod val="50000"/>
                      <a:lumOff val="50000"/>
                    </a:schemeClr>
                  </a:solidFill>
                </a:rPr>
                <a:t>SEP</a:t>
              </a:r>
            </a:p>
          </p:txBody>
        </p:sp>
        <p:grpSp>
          <p:nvGrpSpPr>
            <p:cNvPr id="21" name="Group 91"/>
            <p:cNvGrpSpPr/>
            <p:nvPr/>
          </p:nvGrpSpPr>
          <p:grpSpPr>
            <a:xfrm>
              <a:off x="5964384" y="2234907"/>
              <a:ext cx="609600" cy="533400"/>
              <a:chOff x="685800" y="2190750"/>
              <a:chExt cx="609600" cy="533400"/>
            </a:xfrm>
          </p:grpSpPr>
          <p:sp>
            <p:nvSpPr>
              <p:cNvPr id="96" name="Rectangle 95"/>
              <p:cNvSpPr/>
              <p:nvPr/>
            </p:nvSpPr>
            <p:spPr>
              <a:xfrm>
                <a:off x="685800" y="2647950"/>
                <a:ext cx="609600" cy="76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Rectangle 96"/>
              <p:cNvSpPr/>
              <p:nvPr/>
            </p:nvSpPr>
            <p:spPr>
              <a:xfrm>
                <a:off x="685800" y="2190750"/>
                <a:ext cx="609600" cy="4572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145"/>
          <p:cNvGrpSpPr/>
          <p:nvPr/>
        </p:nvGrpSpPr>
        <p:grpSpPr>
          <a:xfrm>
            <a:off x="6643257" y="2158707"/>
            <a:ext cx="609600" cy="868680"/>
            <a:chOff x="6643257" y="2158707"/>
            <a:chExt cx="609600" cy="868680"/>
          </a:xfrm>
        </p:grpSpPr>
        <p:sp>
          <p:nvSpPr>
            <p:cNvPr id="43" name="Rectangle 42"/>
            <p:cNvSpPr/>
            <p:nvPr/>
          </p:nvSpPr>
          <p:spPr>
            <a:xfrm>
              <a:off x="6787533" y="2858110"/>
              <a:ext cx="298159" cy="169277"/>
            </a:xfrm>
            <a:prstGeom prst="rect">
              <a:avLst/>
            </a:prstGeom>
          </p:spPr>
          <p:txBody>
            <a:bodyPr wrap="none" lIns="0" tIns="0" rIns="0" bIns="0">
              <a:spAutoFit/>
            </a:bodyPr>
            <a:lstStyle/>
            <a:p>
              <a:r>
                <a:rPr lang="en-US" sz="1100" b="1" dirty="0">
                  <a:solidFill>
                    <a:schemeClr val="tx1">
                      <a:lumMod val="50000"/>
                      <a:lumOff val="50000"/>
                    </a:schemeClr>
                  </a:solidFill>
                </a:rPr>
                <a:t>OCT</a:t>
              </a:r>
            </a:p>
          </p:txBody>
        </p:sp>
        <p:grpSp>
          <p:nvGrpSpPr>
            <p:cNvPr id="23" name="Group 97"/>
            <p:cNvGrpSpPr/>
            <p:nvPr/>
          </p:nvGrpSpPr>
          <p:grpSpPr>
            <a:xfrm>
              <a:off x="6643257" y="2158707"/>
              <a:ext cx="609600" cy="609600"/>
              <a:chOff x="685800" y="2114550"/>
              <a:chExt cx="609600" cy="609600"/>
            </a:xfrm>
          </p:grpSpPr>
          <p:sp>
            <p:nvSpPr>
              <p:cNvPr id="99" name="Rectangle 98"/>
              <p:cNvSpPr/>
              <p:nvPr/>
            </p:nvSpPr>
            <p:spPr>
              <a:xfrm>
                <a:off x="685800" y="2647950"/>
                <a:ext cx="609600" cy="76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Rectangle 99"/>
              <p:cNvSpPr/>
              <p:nvPr/>
            </p:nvSpPr>
            <p:spPr>
              <a:xfrm>
                <a:off x="685800" y="2114550"/>
                <a:ext cx="609600" cy="533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4" name="Group 146"/>
          <p:cNvGrpSpPr/>
          <p:nvPr/>
        </p:nvGrpSpPr>
        <p:grpSpPr>
          <a:xfrm>
            <a:off x="7322130" y="2234907"/>
            <a:ext cx="609600" cy="792480"/>
            <a:chOff x="7322130" y="2234907"/>
            <a:chExt cx="609600" cy="792480"/>
          </a:xfrm>
        </p:grpSpPr>
        <p:sp>
          <p:nvSpPr>
            <p:cNvPr id="44" name="Rectangle 43"/>
            <p:cNvSpPr/>
            <p:nvPr/>
          </p:nvSpPr>
          <p:spPr>
            <a:xfrm>
              <a:off x="7467717" y="2858110"/>
              <a:ext cx="306174" cy="169277"/>
            </a:xfrm>
            <a:prstGeom prst="rect">
              <a:avLst/>
            </a:prstGeom>
          </p:spPr>
          <p:txBody>
            <a:bodyPr wrap="none" lIns="0" tIns="0" rIns="0" bIns="0">
              <a:spAutoFit/>
            </a:bodyPr>
            <a:lstStyle/>
            <a:p>
              <a:r>
                <a:rPr lang="en-US" sz="1100" b="1" dirty="0">
                  <a:solidFill>
                    <a:schemeClr val="tx1">
                      <a:lumMod val="50000"/>
                      <a:lumOff val="50000"/>
                    </a:schemeClr>
                  </a:solidFill>
                </a:rPr>
                <a:t>NOV</a:t>
              </a:r>
            </a:p>
          </p:txBody>
        </p:sp>
        <p:grpSp>
          <p:nvGrpSpPr>
            <p:cNvPr id="25" name="Group 100"/>
            <p:cNvGrpSpPr/>
            <p:nvPr/>
          </p:nvGrpSpPr>
          <p:grpSpPr>
            <a:xfrm>
              <a:off x="7322130" y="2234907"/>
              <a:ext cx="609600" cy="533400"/>
              <a:chOff x="685800" y="2190750"/>
              <a:chExt cx="609600" cy="533400"/>
            </a:xfrm>
          </p:grpSpPr>
          <p:sp>
            <p:nvSpPr>
              <p:cNvPr id="102" name="Rectangle 101"/>
              <p:cNvSpPr/>
              <p:nvPr/>
            </p:nvSpPr>
            <p:spPr>
              <a:xfrm>
                <a:off x="685800" y="2647950"/>
                <a:ext cx="609600" cy="76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p:cNvSpPr/>
              <p:nvPr/>
            </p:nvSpPr>
            <p:spPr>
              <a:xfrm>
                <a:off x="685800" y="2190750"/>
                <a:ext cx="609600" cy="4572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6" name="Group 147"/>
          <p:cNvGrpSpPr/>
          <p:nvPr/>
        </p:nvGrpSpPr>
        <p:grpSpPr>
          <a:xfrm>
            <a:off x="8001000" y="1930107"/>
            <a:ext cx="609600" cy="1097280"/>
            <a:chOff x="8001000" y="1930107"/>
            <a:chExt cx="609600" cy="1097280"/>
          </a:xfrm>
        </p:grpSpPr>
        <p:sp>
          <p:nvSpPr>
            <p:cNvPr id="45" name="Rectangle 44"/>
            <p:cNvSpPr/>
            <p:nvPr/>
          </p:nvSpPr>
          <p:spPr>
            <a:xfrm>
              <a:off x="8155919" y="2858110"/>
              <a:ext cx="299762" cy="169277"/>
            </a:xfrm>
            <a:prstGeom prst="rect">
              <a:avLst/>
            </a:prstGeom>
          </p:spPr>
          <p:txBody>
            <a:bodyPr wrap="none" lIns="0" tIns="0" rIns="0" bIns="0">
              <a:spAutoFit/>
            </a:bodyPr>
            <a:lstStyle/>
            <a:p>
              <a:r>
                <a:rPr lang="en-US" sz="1100" b="1" dirty="0">
                  <a:solidFill>
                    <a:schemeClr val="tx1">
                      <a:lumMod val="50000"/>
                      <a:lumOff val="50000"/>
                    </a:schemeClr>
                  </a:solidFill>
                </a:rPr>
                <a:t>DEC</a:t>
              </a:r>
            </a:p>
          </p:txBody>
        </p:sp>
        <p:grpSp>
          <p:nvGrpSpPr>
            <p:cNvPr id="27" name="Group 103"/>
            <p:cNvGrpSpPr/>
            <p:nvPr/>
          </p:nvGrpSpPr>
          <p:grpSpPr>
            <a:xfrm>
              <a:off x="8001000" y="1930107"/>
              <a:ext cx="609600" cy="838200"/>
              <a:chOff x="685800" y="1885950"/>
              <a:chExt cx="609600" cy="838200"/>
            </a:xfrm>
          </p:grpSpPr>
          <p:sp>
            <p:nvSpPr>
              <p:cNvPr id="105" name="Rectangle 104"/>
              <p:cNvSpPr/>
              <p:nvPr/>
            </p:nvSpPr>
            <p:spPr>
              <a:xfrm>
                <a:off x="685800" y="2647950"/>
                <a:ext cx="609600" cy="76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105"/>
              <p:cNvSpPr/>
              <p:nvPr/>
            </p:nvSpPr>
            <p:spPr>
              <a:xfrm>
                <a:off x="685800" y="1885950"/>
                <a:ext cx="609600" cy="762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109" name="Straight Connector 108"/>
          <p:cNvCxnSpPr/>
          <p:nvPr/>
        </p:nvCxnSpPr>
        <p:spPr>
          <a:xfrm rot="5400000" flipH="1" flipV="1">
            <a:off x="610394" y="2234907"/>
            <a:ext cx="457200" cy="1588"/>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10" name="Rectangle 109"/>
          <p:cNvSpPr/>
          <p:nvPr/>
        </p:nvSpPr>
        <p:spPr>
          <a:xfrm>
            <a:off x="439045" y="1786890"/>
            <a:ext cx="799899" cy="161583"/>
          </a:xfrm>
          <a:prstGeom prst="rect">
            <a:avLst/>
          </a:prstGeom>
        </p:spPr>
        <p:txBody>
          <a:bodyPr wrap="none" lIns="0" tIns="0" rIns="0" bIns="0">
            <a:spAutoFit/>
          </a:bodyPr>
          <a:lstStyle/>
          <a:p>
            <a:pPr algn="ctr"/>
            <a:r>
              <a:rPr lang="en-US" sz="1050" b="1" dirty="0">
                <a:solidFill>
                  <a:schemeClr val="tx1">
                    <a:lumMod val="50000"/>
                    <a:lumOff val="50000"/>
                  </a:schemeClr>
                </a:solidFill>
              </a:rPr>
              <a:t>Recollection</a:t>
            </a:r>
          </a:p>
        </p:txBody>
      </p:sp>
      <p:sp>
        <p:nvSpPr>
          <p:cNvPr id="111" name="Rectangle 110"/>
          <p:cNvSpPr/>
          <p:nvPr/>
        </p:nvSpPr>
        <p:spPr>
          <a:xfrm>
            <a:off x="1918627" y="1544515"/>
            <a:ext cx="554639" cy="161583"/>
          </a:xfrm>
          <a:prstGeom prst="rect">
            <a:avLst/>
          </a:prstGeom>
        </p:spPr>
        <p:txBody>
          <a:bodyPr wrap="none" lIns="0" tIns="0" rIns="0" bIns="0">
            <a:spAutoFit/>
          </a:bodyPr>
          <a:lstStyle/>
          <a:p>
            <a:pPr algn="ctr"/>
            <a:r>
              <a:rPr lang="en-US" sz="1050" b="1" dirty="0">
                <a:solidFill>
                  <a:schemeClr val="tx1">
                    <a:lumMod val="50000"/>
                    <a:lumOff val="50000"/>
                  </a:schemeClr>
                </a:solidFill>
              </a:rPr>
              <a:t>Analysis</a:t>
            </a:r>
          </a:p>
        </p:txBody>
      </p:sp>
      <p:sp>
        <p:nvSpPr>
          <p:cNvPr id="112" name="Rectangle 111"/>
          <p:cNvSpPr/>
          <p:nvPr/>
        </p:nvSpPr>
        <p:spPr>
          <a:xfrm>
            <a:off x="3226032" y="1276350"/>
            <a:ext cx="657231" cy="161583"/>
          </a:xfrm>
          <a:prstGeom prst="rect">
            <a:avLst/>
          </a:prstGeom>
        </p:spPr>
        <p:txBody>
          <a:bodyPr wrap="none" lIns="0" tIns="0" rIns="0" bIns="0">
            <a:spAutoFit/>
          </a:bodyPr>
          <a:lstStyle/>
          <a:p>
            <a:pPr algn="ctr"/>
            <a:r>
              <a:rPr lang="en-US" sz="1050" b="1" dirty="0">
                <a:solidFill>
                  <a:schemeClr val="tx1">
                    <a:lumMod val="50000"/>
                    <a:lumOff val="50000"/>
                  </a:schemeClr>
                </a:solidFill>
              </a:rPr>
              <a:t>Projection</a:t>
            </a:r>
          </a:p>
        </p:txBody>
      </p:sp>
      <p:sp>
        <p:nvSpPr>
          <p:cNvPr id="113" name="Rectangle 112"/>
          <p:cNvSpPr/>
          <p:nvPr/>
        </p:nvSpPr>
        <p:spPr>
          <a:xfrm>
            <a:off x="4484845" y="1558485"/>
            <a:ext cx="846386" cy="161583"/>
          </a:xfrm>
          <a:prstGeom prst="rect">
            <a:avLst/>
          </a:prstGeom>
        </p:spPr>
        <p:txBody>
          <a:bodyPr wrap="none" lIns="0" tIns="0" rIns="0" bIns="0">
            <a:spAutoFit/>
          </a:bodyPr>
          <a:lstStyle/>
          <a:p>
            <a:pPr algn="ctr"/>
            <a:r>
              <a:rPr lang="en-US" sz="1050" b="1" dirty="0">
                <a:solidFill>
                  <a:schemeClr val="tx1">
                    <a:lumMod val="50000"/>
                    <a:lumOff val="50000"/>
                  </a:schemeClr>
                </a:solidFill>
              </a:rPr>
              <a:t>Improvement</a:t>
            </a:r>
          </a:p>
        </p:txBody>
      </p:sp>
      <p:sp>
        <p:nvSpPr>
          <p:cNvPr id="114" name="Rectangle 113"/>
          <p:cNvSpPr/>
          <p:nvPr/>
        </p:nvSpPr>
        <p:spPr>
          <a:xfrm>
            <a:off x="5786741" y="1532303"/>
            <a:ext cx="993863" cy="161583"/>
          </a:xfrm>
          <a:prstGeom prst="rect">
            <a:avLst/>
          </a:prstGeom>
        </p:spPr>
        <p:txBody>
          <a:bodyPr wrap="none" lIns="0" tIns="0" rIns="0" bIns="0">
            <a:spAutoFit/>
          </a:bodyPr>
          <a:lstStyle/>
          <a:p>
            <a:pPr algn="ctr"/>
            <a:r>
              <a:rPr lang="en-US" sz="1050" b="1" dirty="0">
                <a:solidFill>
                  <a:schemeClr val="tx1">
                    <a:lumMod val="50000"/>
                    <a:lumOff val="50000"/>
                  </a:schemeClr>
                </a:solidFill>
              </a:rPr>
              <a:t>Implementation</a:t>
            </a:r>
          </a:p>
        </p:txBody>
      </p:sp>
      <p:sp>
        <p:nvSpPr>
          <p:cNvPr id="115" name="Rectangle 114"/>
          <p:cNvSpPr/>
          <p:nvPr/>
        </p:nvSpPr>
        <p:spPr>
          <a:xfrm>
            <a:off x="7391400" y="1517063"/>
            <a:ext cx="464872" cy="161583"/>
          </a:xfrm>
          <a:prstGeom prst="rect">
            <a:avLst/>
          </a:prstGeom>
        </p:spPr>
        <p:txBody>
          <a:bodyPr wrap="none" lIns="0" tIns="0" rIns="0" bIns="0">
            <a:spAutoFit/>
          </a:bodyPr>
          <a:lstStyle/>
          <a:p>
            <a:pPr algn="ctr"/>
            <a:r>
              <a:rPr lang="en-US" sz="1050" b="1" dirty="0">
                <a:solidFill>
                  <a:schemeClr val="tx1">
                    <a:lumMod val="50000"/>
                    <a:lumOff val="50000"/>
                  </a:schemeClr>
                </a:solidFill>
              </a:rPr>
              <a:t>Review</a:t>
            </a:r>
          </a:p>
        </p:txBody>
      </p:sp>
      <p:cxnSp>
        <p:nvCxnSpPr>
          <p:cNvPr id="116" name="Straight Connector 115"/>
          <p:cNvCxnSpPr/>
          <p:nvPr/>
        </p:nvCxnSpPr>
        <p:spPr>
          <a:xfrm rot="5400000" flipH="1" flipV="1">
            <a:off x="1967346" y="2006307"/>
            <a:ext cx="457200" cy="1588"/>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rot="5400000" flipH="1" flipV="1">
            <a:off x="3319938" y="1772321"/>
            <a:ext cx="457200" cy="1588"/>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rot="5400000" flipH="1" flipV="1">
            <a:off x="4669949" y="2014891"/>
            <a:ext cx="457200" cy="1588"/>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5400000" flipH="1" flipV="1">
            <a:off x="6052344" y="2008541"/>
            <a:ext cx="457200" cy="1588"/>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rot="5400000" flipH="1" flipV="1">
            <a:off x="7388931" y="2023781"/>
            <a:ext cx="457200" cy="1588"/>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28" name="Group 128"/>
          <p:cNvGrpSpPr/>
          <p:nvPr/>
        </p:nvGrpSpPr>
        <p:grpSpPr>
          <a:xfrm>
            <a:off x="534194" y="3362325"/>
            <a:ext cx="8076406" cy="1081088"/>
            <a:chOff x="534194" y="3257550"/>
            <a:chExt cx="8076406" cy="1081088"/>
          </a:xfrm>
        </p:grpSpPr>
        <p:cxnSp>
          <p:nvCxnSpPr>
            <p:cNvPr id="122" name="Straight Connector 121"/>
            <p:cNvCxnSpPr/>
            <p:nvPr/>
          </p:nvCxnSpPr>
          <p:spPr>
            <a:xfrm>
              <a:off x="534194" y="3257550"/>
              <a:ext cx="8076406" cy="1588"/>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a:off x="534194" y="3473450"/>
              <a:ext cx="8076406" cy="1588"/>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534194" y="3689350"/>
              <a:ext cx="8076406" cy="1588"/>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a:off x="534194" y="3905250"/>
              <a:ext cx="8076406" cy="1588"/>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534194" y="4121150"/>
              <a:ext cx="8076406" cy="1588"/>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534194" y="4337050"/>
              <a:ext cx="8076406" cy="1588"/>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30" name="Rectangle 129"/>
          <p:cNvSpPr/>
          <p:nvPr/>
        </p:nvSpPr>
        <p:spPr>
          <a:xfrm>
            <a:off x="534194" y="3324225"/>
            <a:ext cx="3575884" cy="76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ectangle 130"/>
          <p:cNvSpPr/>
          <p:nvPr/>
        </p:nvSpPr>
        <p:spPr>
          <a:xfrm>
            <a:off x="1925878" y="3541713"/>
            <a:ext cx="3575884" cy="76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ectangle 131"/>
          <p:cNvSpPr/>
          <p:nvPr/>
        </p:nvSpPr>
        <p:spPr>
          <a:xfrm>
            <a:off x="3279372" y="3765233"/>
            <a:ext cx="2412768" cy="76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ectangle 132"/>
          <p:cNvSpPr/>
          <p:nvPr/>
        </p:nvSpPr>
        <p:spPr>
          <a:xfrm>
            <a:off x="4606638" y="3971925"/>
            <a:ext cx="2412768" cy="76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Rectangle 133"/>
          <p:cNvSpPr/>
          <p:nvPr/>
        </p:nvSpPr>
        <p:spPr>
          <a:xfrm>
            <a:off x="5964384" y="4181475"/>
            <a:ext cx="1357746" cy="76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Rectangle 134"/>
          <p:cNvSpPr/>
          <p:nvPr/>
        </p:nvSpPr>
        <p:spPr>
          <a:xfrm>
            <a:off x="7322130" y="4400550"/>
            <a:ext cx="1357746" cy="76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Bottom)">
                                      <p:cBhvr>
                                        <p:cTn id="7" dur="500"/>
                                        <p:tgtEl>
                                          <p:spTgt spid="3"/>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slide(fromBottom)">
                                      <p:cBhvr>
                                        <p:cTn id="11" dur="500"/>
                                        <p:tgtEl>
                                          <p:spTgt spid="6"/>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slide(fromBottom)">
                                      <p:cBhvr>
                                        <p:cTn id="15" dur="500"/>
                                        <p:tgtEl>
                                          <p:spTgt spid="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slide(fromBottom)">
                                      <p:cBhvr>
                                        <p:cTn id="19" dur="500"/>
                                        <p:tgtEl>
                                          <p:spTgt spid="10"/>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Bottom)">
                                      <p:cBhvr>
                                        <p:cTn id="23" dur="500"/>
                                        <p:tgtEl>
                                          <p:spTgt spid="12"/>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slide(fromBottom)">
                                      <p:cBhvr>
                                        <p:cTn id="27" dur="500"/>
                                        <p:tgtEl>
                                          <p:spTgt spid="14"/>
                                        </p:tgtEl>
                                      </p:cBhvr>
                                    </p:animEffect>
                                  </p:childTnLst>
                                </p:cTn>
                              </p:par>
                            </p:childTnLst>
                          </p:cTn>
                        </p:par>
                        <p:par>
                          <p:cTn id="28" fill="hold">
                            <p:stCondLst>
                              <p:cond delay="3000"/>
                            </p:stCondLst>
                            <p:childTnLst>
                              <p:par>
                                <p:cTn id="29" presetID="12" presetClass="entr" presetSubtype="4" fill="hold"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slide(fromBottom)">
                                      <p:cBhvr>
                                        <p:cTn id="31" dur="500"/>
                                        <p:tgtEl>
                                          <p:spTgt spid="16"/>
                                        </p:tgtEl>
                                      </p:cBhvr>
                                    </p:animEffect>
                                  </p:childTnLst>
                                </p:cTn>
                              </p:par>
                            </p:childTnLst>
                          </p:cTn>
                        </p:par>
                        <p:par>
                          <p:cTn id="32" fill="hold">
                            <p:stCondLst>
                              <p:cond delay="3500"/>
                            </p:stCondLst>
                            <p:childTnLst>
                              <p:par>
                                <p:cTn id="33" presetID="12" presetClass="entr" presetSubtype="4" fill="hold"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slide(fromBottom)">
                                      <p:cBhvr>
                                        <p:cTn id="35" dur="500"/>
                                        <p:tgtEl>
                                          <p:spTgt spid="18"/>
                                        </p:tgtEl>
                                      </p:cBhvr>
                                    </p:animEffect>
                                  </p:childTnLst>
                                </p:cTn>
                              </p:par>
                            </p:childTnLst>
                          </p:cTn>
                        </p:par>
                        <p:par>
                          <p:cTn id="36" fill="hold">
                            <p:stCondLst>
                              <p:cond delay="4000"/>
                            </p:stCondLst>
                            <p:childTnLst>
                              <p:par>
                                <p:cTn id="37" presetID="12" presetClass="entr" presetSubtype="4" fill="hold"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slide(fromBottom)">
                                      <p:cBhvr>
                                        <p:cTn id="39" dur="500"/>
                                        <p:tgtEl>
                                          <p:spTgt spid="20"/>
                                        </p:tgtEl>
                                      </p:cBhvr>
                                    </p:animEffect>
                                  </p:childTnLst>
                                </p:cTn>
                              </p:par>
                            </p:childTnLst>
                          </p:cTn>
                        </p:par>
                        <p:par>
                          <p:cTn id="40" fill="hold">
                            <p:stCondLst>
                              <p:cond delay="4500"/>
                            </p:stCondLst>
                            <p:childTnLst>
                              <p:par>
                                <p:cTn id="41" presetID="12" presetClass="entr" presetSubtype="4" fill="hold"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slide(fromBottom)">
                                      <p:cBhvr>
                                        <p:cTn id="43" dur="500"/>
                                        <p:tgtEl>
                                          <p:spTgt spid="22"/>
                                        </p:tgtEl>
                                      </p:cBhvr>
                                    </p:animEffect>
                                  </p:childTnLst>
                                </p:cTn>
                              </p:par>
                            </p:childTnLst>
                          </p:cTn>
                        </p:par>
                        <p:par>
                          <p:cTn id="44" fill="hold">
                            <p:stCondLst>
                              <p:cond delay="5000"/>
                            </p:stCondLst>
                            <p:childTnLst>
                              <p:par>
                                <p:cTn id="45" presetID="12" presetClass="entr" presetSubtype="4" fill="hold"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slide(fromBottom)">
                                      <p:cBhvr>
                                        <p:cTn id="47" dur="500"/>
                                        <p:tgtEl>
                                          <p:spTgt spid="24"/>
                                        </p:tgtEl>
                                      </p:cBhvr>
                                    </p:animEffect>
                                  </p:childTnLst>
                                </p:cTn>
                              </p:par>
                            </p:childTnLst>
                          </p:cTn>
                        </p:par>
                        <p:par>
                          <p:cTn id="48" fill="hold">
                            <p:stCondLst>
                              <p:cond delay="5500"/>
                            </p:stCondLst>
                            <p:childTnLst>
                              <p:par>
                                <p:cTn id="49" presetID="12" presetClass="entr" presetSubtype="4" fill="hold" nodeType="after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slide(fromBottom)">
                                      <p:cBhvr>
                                        <p:cTn id="51" dur="500"/>
                                        <p:tgtEl>
                                          <p:spTgt spid="26"/>
                                        </p:tgtEl>
                                      </p:cBhvr>
                                    </p:animEffect>
                                  </p:childTnLst>
                                </p:cTn>
                              </p:par>
                            </p:childTnLst>
                          </p:cTn>
                        </p:par>
                        <p:par>
                          <p:cTn id="52" fill="hold">
                            <p:stCondLst>
                              <p:cond delay="6000"/>
                            </p:stCondLst>
                            <p:childTnLst>
                              <p:par>
                                <p:cTn id="53" presetID="18" presetClass="entr" presetSubtype="6" fill="hold" nodeType="afterEffect">
                                  <p:stCondLst>
                                    <p:cond delay="0"/>
                                  </p:stCondLst>
                                  <p:childTnLst>
                                    <p:set>
                                      <p:cBhvr>
                                        <p:cTn id="54" dur="1" fill="hold">
                                          <p:stCondLst>
                                            <p:cond delay="0"/>
                                          </p:stCondLst>
                                        </p:cTn>
                                        <p:tgtEl>
                                          <p:spTgt spid="109"/>
                                        </p:tgtEl>
                                        <p:attrNameLst>
                                          <p:attrName>style.visibility</p:attrName>
                                        </p:attrNameLst>
                                      </p:cBhvr>
                                      <p:to>
                                        <p:strVal val="visible"/>
                                      </p:to>
                                    </p:set>
                                    <p:animEffect transition="in" filter="strips(downRight)">
                                      <p:cBhvr>
                                        <p:cTn id="55" dur="500"/>
                                        <p:tgtEl>
                                          <p:spTgt spid="109"/>
                                        </p:tgtEl>
                                      </p:cBhvr>
                                    </p:animEffect>
                                  </p:childTnLst>
                                </p:cTn>
                              </p:par>
                              <p:par>
                                <p:cTn id="56" presetID="12" presetClass="entr" presetSubtype="4" fill="hold" grpId="0" nodeType="withEffect">
                                  <p:stCondLst>
                                    <p:cond delay="0"/>
                                  </p:stCondLst>
                                  <p:childTnLst>
                                    <p:set>
                                      <p:cBhvr>
                                        <p:cTn id="57" dur="1" fill="hold">
                                          <p:stCondLst>
                                            <p:cond delay="0"/>
                                          </p:stCondLst>
                                        </p:cTn>
                                        <p:tgtEl>
                                          <p:spTgt spid="110"/>
                                        </p:tgtEl>
                                        <p:attrNameLst>
                                          <p:attrName>style.visibility</p:attrName>
                                        </p:attrNameLst>
                                      </p:cBhvr>
                                      <p:to>
                                        <p:strVal val="visible"/>
                                      </p:to>
                                    </p:set>
                                    <p:animEffect transition="in" filter="slide(fromBottom)">
                                      <p:cBhvr>
                                        <p:cTn id="58" dur="500"/>
                                        <p:tgtEl>
                                          <p:spTgt spid="110"/>
                                        </p:tgtEl>
                                      </p:cBhvr>
                                    </p:animEffect>
                                  </p:childTnLst>
                                </p:cTn>
                              </p:par>
                            </p:childTnLst>
                          </p:cTn>
                        </p:par>
                        <p:par>
                          <p:cTn id="59" fill="hold">
                            <p:stCondLst>
                              <p:cond delay="6500"/>
                            </p:stCondLst>
                            <p:childTnLst>
                              <p:par>
                                <p:cTn id="60" presetID="18" presetClass="entr" presetSubtype="6" fill="hold" nodeType="afterEffect">
                                  <p:stCondLst>
                                    <p:cond delay="0"/>
                                  </p:stCondLst>
                                  <p:childTnLst>
                                    <p:set>
                                      <p:cBhvr>
                                        <p:cTn id="61" dur="1" fill="hold">
                                          <p:stCondLst>
                                            <p:cond delay="0"/>
                                          </p:stCondLst>
                                        </p:cTn>
                                        <p:tgtEl>
                                          <p:spTgt spid="116"/>
                                        </p:tgtEl>
                                        <p:attrNameLst>
                                          <p:attrName>style.visibility</p:attrName>
                                        </p:attrNameLst>
                                      </p:cBhvr>
                                      <p:to>
                                        <p:strVal val="visible"/>
                                      </p:to>
                                    </p:set>
                                    <p:animEffect transition="in" filter="strips(downRight)">
                                      <p:cBhvr>
                                        <p:cTn id="62" dur="500"/>
                                        <p:tgtEl>
                                          <p:spTgt spid="116"/>
                                        </p:tgtEl>
                                      </p:cBhvr>
                                    </p:animEffect>
                                  </p:childTnLst>
                                </p:cTn>
                              </p:par>
                              <p:par>
                                <p:cTn id="63" presetID="12" presetClass="entr" presetSubtype="4" fill="hold" grpId="0" nodeType="withEffect">
                                  <p:stCondLst>
                                    <p:cond delay="0"/>
                                  </p:stCondLst>
                                  <p:childTnLst>
                                    <p:set>
                                      <p:cBhvr>
                                        <p:cTn id="64" dur="1" fill="hold">
                                          <p:stCondLst>
                                            <p:cond delay="0"/>
                                          </p:stCondLst>
                                        </p:cTn>
                                        <p:tgtEl>
                                          <p:spTgt spid="111"/>
                                        </p:tgtEl>
                                        <p:attrNameLst>
                                          <p:attrName>style.visibility</p:attrName>
                                        </p:attrNameLst>
                                      </p:cBhvr>
                                      <p:to>
                                        <p:strVal val="visible"/>
                                      </p:to>
                                    </p:set>
                                    <p:animEffect transition="in" filter="slide(fromBottom)">
                                      <p:cBhvr>
                                        <p:cTn id="65" dur="500"/>
                                        <p:tgtEl>
                                          <p:spTgt spid="111"/>
                                        </p:tgtEl>
                                      </p:cBhvr>
                                    </p:animEffect>
                                  </p:childTnLst>
                                </p:cTn>
                              </p:par>
                            </p:childTnLst>
                          </p:cTn>
                        </p:par>
                        <p:par>
                          <p:cTn id="66" fill="hold">
                            <p:stCondLst>
                              <p:cond delay="7000"/>
                            </p:stCondLst>
                            <p:childTnLst>
                              <p:par>
                                <p:cTn id="67" presetID="18" presetClass="entr" presetSubtype="6" fill="hold" nodeType="afterEffect">
                                  <p:stCondLst>
                                    <p:cond delay="0"/>
                                  </p:stCondLst>
                                  <p:childTnLst>
                                    <p:set>
                                      <p:cBhvr>
                                        <p:cTn id="68" dur="1" fill="hold">
                                          <p:stCondLst>
                                            <p:cond delay="0"/>
                                          </p:stCondLst>
                                        </p:cTn>
                                        <p:tgtEl>
                                          <p:spTgt spid="117"/>
                                        </p:tgtEl>
                                        <p:attrNameLst>
                                          <p:attrName>style.visibility</p:attrName>
                                        </p:attrNameLst>
                                      </p:cBhvr>
                                      <p:to>
                                        <p:strVal val="visible"/>
                                      </p:to>
                                    </p:set>
                                    <p:animEffect transition="in" filter="strips(downRight)">
                                      <p:cBhvr>
                                        <p:cTn id="69" dur="500"/>
                                        <p:tgtEl>
                                          <p:spTgt spid="117"/>
                                        </p:tgtEl>
                                      </p:cBhvr>
                                    </p:animEffect>
                                  </p:childTnLst>
                                </p:cTn>
                              </p:par>
                              <p:par>
                                <p:cTn id="70" presetID="12" presetClass="entr" presetSubtype="4" fill="hold" grpId="0" nodeType="withEffect">
                                  <p:stCondLst>
                                    <p:cond delay="0"/>
                                  </p:stCondLst>
                                  <p:childTnLst>
                                    <p:set>
                                      <p:cBhvr>
                                        <p:cTn id="71" dur="1" fill="hold">
                                          <p:stCondLst>
                                            <p:cond delay="0"/>
                                          </p:stCondLst>
                                        </p:cTn>
                                        <p:tgtEl>
                                          <p:spTgt spid="112"/>
                                        </p:tgtEl>
                                        <p:attrNameLst>
                                          <p:attrName>style.visibility</p:attrName>
                                        </p:attrNameLst>
                                      </p:cBhvr>
                                      <p:to>
                                        <p:strVal val="visible"/>
                                      </p:to>
                                    </p:set>
                                    <p:animEffect transition="in" filter="slide(fromBottom)">
                                      <p:cBhvr>
                                        <p:cTn id="72" dur="500"/>
                                        <p:tgtEl>
                                          <p:spTgt spid="112"/>
                                        </p:tgtEl>
                                      </p:cBhvr>
                                    </p:animEffect>
                                  </p:childTnLst>
                                </p:cTn>
                              </p:par>
                            </p:childTnLst>
                          </p:cTn>
                        </p:par>
                        <p:par>
                          <p:cTn id="73" fill="hold">
                            <p:stCondLst>
                              <p:cond delay="7500"/>
                            </p:stCondLst>
                            <p:childTnLst>
                              <p:par>
                                <p:cTn id="74" presetID="18" presetClass="entr" presetSubtype="6" fill="hold" nodeType="afterEffect">
                                  <p:stCondLst>
                                    <p:cond delay="0"/>
                                  </p:stCondLst>
                                  <p:childTnLst>
                                    <p:set>
                                      <p:cBhvr>
                                        <p:cTn id="75" dur="1" fill="hold">
                                          <p:stCondLst>
                                            <p:cond delay="0"/>
                                          </p:stCondLst>
                                        </p:cTn>
                                        <p:tgtEl>
                                          <p:spTgt spid="118"/>
                                        </p:tgtEl>
                                        <p:attrNameLst>
                                          <p:attrName>style.visibility</p:attrName>
                                        </p:attrNameLst>
                                      </p:cBhvr>
                                      <p:to>
                                        <p:strVal val="visible"/>
                                      </p:to>
                                    </p:set>
                                    <p:animEffect transition="in" filter="strips(downRight)">
                                      <p:cBhvr>
                                        <p:cTn id="76" dur="500"/>
                                        <p:tgtEl>
                                          <p:spTgt spid="118"/>
                                        </p:tgtEl>
                                      </p:cBhvr>
                                    </p:animEffect>
                                  </p:childTnLst>
                                </p:cTn>
                              </p:par>
                              <p:par>
                                <p:cTn id="77" presetID="12" presetClass="entr" presetSubtype="4" fill="hold" grpId="0" nodeType="with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slide(fromBottom)">
                                      <p:cBhvr>
                                        <p:cTn id="79" dur="500"/>
                                        <p:tgtEl>
                                          <p:spTgt spid="113"/>
                                        </p:tgtEl>
                                      </p:cBhvr>
                                    </p:animEffect>
                                  </p:childTnLst>
                                </p:cTn>
                              </p:par>
                            </p:childTnLst>
                          </p:cTn>
                        </p:par>
                        <p:par>
                          <p:cTn id="80" fill="hold">
                            <p:stCondLst>
                              <p:cond delay="8000"/>
                            </p:stCondLst>
                            <p:childTnLst>
                              <p:par>
                                <p:cTn id="81" presetID="18" presetClass="entr" presetSubtype="6" fill="hold" nodeType="afterEffect">
                                  <p:stCondLst>
                                    <p:cond delay="0"/>
                                  </p:stCondLst>
                                  <p:childTnLst>
                                    <p:set>
                                      <p:cBhvr>
                                        <p:cTn id="82" dur="1" fill="hold">
                                          <p:stCondLst>
                                            <p:cond delay="0"/>
                                          </p:stCondLst>
                                        </p:cTn>
                                        <p:tgtEl>
                                          <p:spTgt spid="119"/>
                                        </p:tgtEl>
                                        <p:attrNameLst>
                                          <p:attrName>style.visibility</p:attrName>
                                        </p:attrNameLst>
                                      </p:cBhvr>
                                      <p:to>
                                        <p:strVal val="visible"/>
                                      </p:to>
                                    </p:set>
                                    <p:animEffect transition="in" filter="strips(downRight)">
                                      <p:cBhvr>
                                        <p:cTn id="83" dur="500"/>
                                        <p:tgtEl>
                                          <p:spTgt spid="119"/>
                                        </p:tgtEl>
                                      </p:cBhvr>
                                    </p:animEffect>
                                  </p:childTnLst>
                                </p:cTn>
                              </p:par>
                              <p:par>
                                <p:cTn id="84" presetID="12" presetClass="entr" presetSubtype="4" fill="hold" grpId="0" nodeType="withEffect">
                                  <p:stCondLst>
                                    <p:cond delay="0"/>
                                  </p:stCondLst>
                                  <p:childTnLst>
                                    <p:set>
                                      <p:cBhvr>
                                        <p:cTn id="85" dur="1" fill="hold">
                                          <p:stCondLst>
                                            <p:cond delay="0"/>
                                          </p:stCondLst>
                                        </p:cTn>
                                        <p:tgtEl>
                                          <p:spTgt spid="114"/>
                                        </p:tgtEl>
                                        <p:attrNameLst>
                                          <p:attrName>style.visibility</p:attrName>
                                        </p:attrNameLst>
                                      </p:cBhvr>
                                      <p:to>
                                        <p:strVal val="visible"/>
                                      </p:to>
                                    </p:set>
                                    <p:animEffect transition="in" filter="slide(fromBottom)">
                                      <p:cBhvr>
                                        <p:cTn id="86" dur="500"/>
                                        <p:tgtEl>
                                          <p:spTgt spid="114"/>
                                        </p:tgtEl>
                                      </p:cBhvr>
                                    </p:animEffect>
                                  </p:childTnLst>
                                </p:cTn>
                              </p:par>
                            </p:childTnLst>
                          </p:cTn>
                        </p:par>
                        <p:par>
                          <p:cTn id="87" fill="hold">
                            <p:stCondLst>
                              <p:cond delay="8500"/>
                            </p:stCondLst>
                            <p:childTnLst>
                              <p:par>
                                <p:cTn id="88" presetID="18" presetClass="entr" presetSubtype="6" fill="hold" nodeType="afterEffect">
                                  <p:stCondLst>
                                    <p:cond delay="0"/>
                                  </p:stCondLst>
                                  <p:childTnLst>
                                    <p:set>
                                      <p:cBhvr>
                                        <p:cTn id="89" dur="1" fill="hold">
                                          <p:stCondLst>
                                            <p:cond delay="0"/>
                                          </p:stCondLst>
                                        </p:cTn>
                                        <p:tgtEl>
                                          <p:spTgt spid="120"/>
                                        </p:tgtEl>
                                        <p:attrNameLst>
                                          <p:attrName>style.visibility</p:attrName>
                                        </p:attrNameLst>
                                      </p:cBhvr>
                                      <p:to>
                                        <p:strVal val="visible"/>
                                      </p:to>
                                    </p:set>
                                    <p:animEffect transition="in" filter="strips(downRight)">
                                      <p:cBhvr>
                                        <p:cTn id="90" dur="500"/>
                                        <p:tgtEl>
                                          <p:spTgt spid="120"/>
                                        </p:tgtEl>
                                      </p:cBhvr>
                                    </p:animEffect>
                                  </p:childTnLst>
                                </p:cTn>
                              </p:par>
                              <p:par>
                                <p:cTn id="91" presetID="12" presetClass="entr" presetSubtype="4" fill="hold" grpId="0" nodeType="withEffect">
                                  <p:stCondLst>
                                    <p:cond delay="0"/>
                                  </p:stCondLst>
                                  <p:childTnLst>
                                    <p:set>
                                      <p:cBhvr>
                                        <p:cTn id="92" dur="1" fill="hold">
                                          <p:stCondLst>
                                            <p:cond delay="0"/>
                                          </p:stCondLst>
                                        </p:cTn>
                                        <p:tgtEl>
                                          <p:spTgt spid="115"/>
                                        </p:tgtEl>
                                        <p:attrNameLst>
                                          <p:attrName>style.visibility</p:attrName>
                                        </p:attrNameLst>
                                      </p:cBhvr>
                                      <p:to>
                                        <p:strVal val="visible"/>
                                      </p:to>
                                    </p:set>
                                    <p:animEffect transition="in" filter="slide(fromBottom)">
                                      <p:cBhvr>
                                        <p:cTn id="93" dur="500"/>
                                        <p:tgtEl>
                                          <p:spTgt spid="115"/>
                                        </p:tgtEl>
                                      </p:cBhvr>
                                    </p:animEffect>
                                  </p:childTnLst>
                                </p:cTn>
                              </p:par>
                            </p:childTnLst>
                          </p:cTn>
                        </p:par>
                        <p:par>
                          <p:cTn id="94" fill="hold">
                            <p:stCondLst>
                              <p:cond delay="9000"/>
                            </p:stCondLst>
                            <p:childTnLst>
                              <p:par>
                                <p:cTn id="95" presetID="18" presetClass="entr" presetSubtype="6" fill="hold" nodeType="afterEffect">
                                  <p:stCondLst>
                                    <p:cond delay="0"/>
                                  </p:stCondLst>
                                  <p:childTnLst>
                                    <p:set>
                                      <p:cBhvr>
                                        <p:cTn id="96" dur="1" fill="hold">
                                          <p:stCondLst>
                                            <p:cond delay="0"/>
                                          </p:stCondLst>
                                        </p:cTn>
                                        <p:tgtEl>
                                          <p:spTgt spid="28"/>
                                        </p:tgtEl>
                                        <p:attrNameLst>
                                          <p:attrName>style.visibility</p:attrName>
                                        </p:attrNameLst>
                                      </p:cBhvr>
                                      <p:to>
                                        <p:strVal val="visible"/>
                                      </p:to>
                                    </p:set>
                                    <p:animEffect transition="in" filter="strips(downRight)">
                                      <p:cBhvr>
                                        <p:cTn id="97" dur="500"/>
                                        <p:tgtEl>
                                          <p:spTgt spid="28"/>
                                        </p:tgtEl>
                                      </p:cBhvr>
                                    </p:animEffect>
                                  </p:childTnLst>
                                </p:cTn>
                              </p:par>
                            </p:childTnLst>
                          </p:cTn>
                        </p:par>
                        <p:par>
                          <p:cTn id="98" fill="hold">
                            <p:stCondLst>
                              <p:cond delay="9500"/>
                            </p:stCondLst>
                            <p:childTnLst>
                              <p:par>
                                <p:cTn id="99" presetID="18" presetClass="entr" presetSubtype="6" fill="hold" grpId="0" nodeType="afterEffect">
                                  <p:stCondLst>
                                    <p:cond delay="0"/>
                                  </p:stCondLst>
                                  <p:childTnLst>
                                    <p:set>
                                      <p:cBhvr>
                                        <p:cTn id="100" dur="1" fill="hold">
                                          <p:stCondLst>
                                            <p:cond delay="0"/>
                                          </p:stCondLst>
                                        </p:cTn>
                                        <p:tgtEl>
                                          <p:spTgt spid="130"/>
                                        </p:tgtEl>
                                        <p:attrNameLst>
                                          <p:attrName>style.visibility</p:attrName>
                                        </p:attrNameLst>
                                      </p:cBhvr>
                                      <p:to>
                                        <p:strVal val="visible"/>
                                      </p:to>
                                    </p:set>
                                    <p:animEffect transition="in" filter="strips(downRight)">
                                      <p:cBhvr>
                                        <p:cTn id="101" dur="500"/>
                                        <p:tgtEl>
                                          <p:spTgt spid="130"/>
                                        </p:tgtEl>
                                      </p:cBhvr>
                                    </p:animEffect>
                                  </p:childTnLst>
                                </p:cTn>
                              </p:par>
                            </p:childTnLst>
                          </p:cTn>
                        </p:par>
                        <p:par>
                          <p:cTn id="102" fill="hold">
                            <p:stCondLst>
                              <p:cond delay="10000"/>
                            </p:stCondLst>
                            <p:childTnLst>
                              <p:par>
                                <p:cTn id="103" presetID="18" presetClass="entr" presetSubtype="6" fill="hold" grpId="0" nodeType="afterEffect">
                                  <p:stCondLst>
                                    <p:cond delay="0"/>
                                  </p:stCondLst>
                                  <p:childTnLst>
                                    <p:set>
                                      <p:cBhvr>
                                        <p:cTn id="104" dur="1" fill="hold">
                                          <p:stCondLst>
                                            <p:cond delay="0"/>
                                          </p:stCondLst>
                                        </p:cTn>
                                        <p:tgtEl>
                                          <p:spTgt spid="131"/>
                                        </p:tgtEl>
                                        <p:attrNameLst>
                                          <p:attrName>style.visibility</p:attrName>
                                        </p:attrNameLst>
                                      </p:cBhvr>
                                      <p:to>
                                        <p:strVal val="visible"/>
                                      </p:to>
                                    </p:set>
                                    <p:animEffect transition="in" filter="strips(downRight)">
                                      <p:cBhvr>
                                        <p:cTn id="105" dur="500"/>
                                        <p:tgtEl>
                                          <p:spTgt spid="131"/>
                                        </p:tgtEl>
                                      </p:cBhvr>
                                    </p:animEffect>
                                  </p:childTnLst>
                                </p:cTn>
                              </p:par>
                            </p:childTnLst>
                          </p:cTn>
                        </p:par>
                        <p:par>
                          <p:cTn id="106" fill="hold">
                            <p:stCondLst>
                              <p:cond delay="10500"/>
                            </p:stCondLst>
                            <p:childTnLst>
                              <p:par>
                                <p:cTn id="107" presetID="18" presetClass="entr" presetSubtype="6" fill="hold" grpId="0" nodeType="afterEffect">
                                  <p:stCondLst>
                                    <p:cond delay="0"/>
                                  </p:stCondLst>
                                  <p:childTnLst>
                                    <p:set>
                                      <p:cBhvr>
                                        <p:cTn id="108" dur="1" fill="hold">
                                          <p:stCondLst>
                                            <p:cond delay="0"/>
                                          </p:stCondLst>
                                        </p:cTn>
                                        <p:tgtEl>
                                          <p:spTgt spid="132"/>
                                        </p:tgtEl>
                                        <p:attrNameLst>
                                          <p:attrName>style.visibility</p:attrName>
                                        </p:attrNameLst>
                                      </p:cBhvr>
                                      <p:to>
                                        <p:strVal val="visible"/>
                                      </p:to>
                                    </p:set>
                                    <p:animEffect transition="in" filter="strips(downRight)">
                                      <p:cBhvr>
                                        <p:cTn id="109" dur="500"/>
                                        <p:tgtEl>
                                          <p:spTgt spid="132"/>
                                        </p:tgtEl>
                                      </p:cBhvr>
                                    </p:animEffect>
                                  </p:childTnLst>
                                </p:cTn>
                              </p:par>
                            </p:childTnLst>
                          </p:cTn>
                        </p:par>
                        <p:par>
                          <p:cTn id="110" fill="hold">
                            <p:stCondLst>
                              <p:cond delay="11000"/>
                            </p:stCondLst>
                            <p:childTnLst>
                              <p:par>
                                <p:cTn id="111" presetID="18" presetClass="entr" presetSubtype="6" fill="hold" grpId="0" nodeType="afterEffect">
                                  <p:stCondLst>
                                    <p:cond delay="0"/>
                                  </p:stCondLst>
                                  <p:childTnLst>
                                    <p:set>
                                      <p:cBhvr>
                                        <p:cTn id="112" dur="1" fill="hold">
                                          <p:stCondLst>
                                            <p:cond delay="0"/>
                                          </p:stCondLst>
                                        </p:cTn>
                                        <p:tgtEl>
                                          <p:spTgt spid="133"/>
                                        </p:tgtEl>
                                        <p:attrNameLst>
                                          <p:attrName>style.visibility</p:attrName>
                                        </p:attrNameLst>
                                      </p:cBhvr>
                                      <p:to>
                                        <p:strVal val="visible"/>
                                      </p:to>
                                    </p:set>
                                    <p:animEffect transition="in" filter="strips(downRight)">
                                      <p:cBhvr>
                                        <p:cTn id="113" dur="500"/>
                                        <p:tgtEl>
                                          <p:spTgt spid="133"/>
                                        </p:tgtEl>
                                      </p:cBhvr>
                                    </p:animEffect>
                                  </p:childTnLst>
                                </p:cTn>
                              </p:par>
                            </p:childTnLst>
                          </p:cTn>
                        </p:par>
                        <p:par>
                          <p:cTn id="114" fill="hold">
                            <p:stCondLst>
                              <p:cond delay="11500"/>
                            </p:stCondLst>
                            <p:childTnLst>
                              <p:par>
                                <p:cTn id="115" presetID="18" presetClass="entr" presetSubtype="6" fill="hold" grpId="0" nodeType="afterEffect">
                                  <p:stCondLst>
                                    <p:cond delay="0"/>
                                  </p:stCondLst>
                                  <p:childTnLst>
                                    <p:set>
                                      <p:cBhvr>
                                        <p:cTn id="116" dur="1" fill="hold">
                                          <p:stCondLst>
                                            <p:cond delay="0"/>
                                          </p:stCondLst>
                                        </p:cTn>
                                        <p:tgtEl>
                                          <p:spTgt spid="134"/>
                                        </p:tgtEl>
                                        <p:attrNameLst>
                                          <p:attrName>style.visibility</p:attrName>
                                        </p:attrNameLst>
                                      </p:cBhvr>
                                      <p:to>
                                        <p:strVal val="visible"/>
                                      </p:to>
                                    </p:set>
                                    <p:animEffect transition="in" filter="strips(downRight)">
                                      <p:cBhvr>
                                        <p:cTn id="117" dur="500"/>
                                        <p:tgtEl>
                                          <p:spTgt spid="134"/>
                                        </p:tgtEl>
                                      </p:cBhvr>
                                    </p:animEffect>
                                  </p:childTnLst>
                                </p:cTn>
                              </p:par>
                            </p:childTnLst>
                          </p:cTn>
                        </p:par>
                        <p:par>
                          <p:cTn id="118" fill="hold">
                            <p:stCondLst>
                              <p:cond delay="12000"/>
                            </p:stCondLst>
                            <p:childTnLst>
                              <p:par>
                                <p:cTn id="119" presetID="18" presetClass="entr" presetSubtype="6" fill="hold" grpId="0" nodeType="afterEffect">
                                  <p:stCondLst>
                                    <p:cond delay="0"/>
                                  </p:stCondLst>
                                  <p:childTnLst>
                                    <p:set>
                                      <p:cBhvr>
                                        <p:cTn id="120" dur="1" fill="hold">
                                          <p:stCondLst>
                                            <p:cond delay="0"/>
                                          </p:stCondLst>
                                        </p:cTn>
                                        <p:tgtEl>
                                          <p:spTgt spid="135"/>
                                        </p:tgtEl>
                                        <p:attrNameLst>
                                          <p:attrName>style.visibility</p:attrName>
                                        </p:attrNameLst>
                                      </p:cBhvr>
                                      <p:to>
                                        <p:strVal val="visible"/>
                                      </p:to>
                                    </p:set>
                                    <p:animEffect transition="in" filter="strips(downRight)">
                                      <p:cBhvr>
                                        <p:cTn id="121"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P spid="113" grpId="0"/>
      <p:bldP spid="114" grpId="0"/>
      <p:bldP spid="115" grpId="0"/>
      <p:bldP spid="130" grpId="0" animBg="1"/>
      <p:bldP spid="131" grpId="0" animBg="1"/>
      <p:bldP spid="132" grpId="0" animBg="1"/>
      <p:bldP spid="133" grpId="0" animBg="1"/>
      <p:bldP spid="134" grpId="0" animBg="1"/>
      <p:bldP spid="135"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Bar Infographic</a:t>
            </a:r>
            <a:endParaRPr lang="en-US" dirty="0"/>
          </a:p>
        </p:txBody>
      </p:sp>
      <p:sp>
        <p:nvSpPr>
          <p:cNvPr id="4" name="Text Placeholder 3"/>
          <p:cNvSpPr>
            <a:spLocks noGrp="1"/>
          </p:cNvSpPr>
          <p:nvPr>
            <p:ph type="body" sz="half" idx="2"/>
          </p:nvPr>
        </p:nvSpPr>
        <p:spPr/>
        <p:txBody>
          <a:bodyPr/>
          <a:lstStyle/>
          <a:p>
            <a:r>
              <a:rPr lang="en-US"/>
              <a:t>Bar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303</a:t>
            </a:fld>
            <a:endParaRPr lang="en-US" dirty="0"/>
          </a:p>
        </p:txBody>
      </p:sp>
      <p:sp>
        <p:nvSpPr>
          <p:cNvPr id="90" name="Rectangle 89"/>
          <p:cNvSpPr/>
          <p:nvPr/>
        </p:nvSpPr>
        <p:spPr>
          <a:xfrm>
            <a:off x="828472" y="3314700"/>
            <a:ext cx="2667000" cy="762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137"/>
          <p:cNvGrpSpPr/>
          <p:nvPr/>
        </p:nvGrpSpPr>
        <p:grpSpPr>
          <a:xfrm>
            <a:off x="1068058" y="1638301"/>
            <a:ext cx="214311" cy="1647821"/>
            <a:chOff x="1074408" y="1485901"/>
            <a:chExt cx="214311" cy="1647821"/>
          </a:xfrm>
        </p:grpSpPr>
        <p:cxnSp>
          <p:nvCxnSpPr>
            <p:cNvPr id="91" name="Straight Connector 90"/>
            <p:cNvCxnSpPr/>
            <p:nvPr/>
          </p:nvCxnSpPr>
          <p:spPr>
            <a:xfrm rot="16200000" flipV="1">
              <a:off x="359569" y="2302205"/>
              <a:ext cx="1638299" cy="5691"/>
            </a:xfrm>
            <a:prstGeom prst="line">
              <a:avLst/>
            </a:prstGeom>
            <a:ln w="12700">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5" name="Rounded Rectangle 94"/>
            <p:cNvSpPr/>
            <p:nvPr/>
          </p:nvSpPr>
          <p:spPr>
            <a:xfrm>
              <a:off x="1074408" y="2190750"/>
              <a:ext cx="214311" cy="942972"/>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138"/>
          <p:cNvGrpSpPr/>
          <p:nvPr/>
        </p:nvGrpSpPr>
        <p:grpSpPr>
          <a:xfrm>
            <a:off x="1447536" y="1638301"/>
            <a:ext cx="214311" cy="1647821"/>
            <a:chOff x="1447800" y="1485901"/>
            <a:chExt cx="214311" cy="1647821"/>
          </a:xfrm>
        </p:grpSpPr>
        <p:cxnSp>
          <p:nvCxnSpPr>
            <p:cNvPr id="98" name="Straight Connector 97"/>
            <p:cNvCxnSpPr/>
            <p:nvPr/>
          </p:nvCxnSpPr>
          <p:spPr>
            <a:xfrm rot="16200000" flipV="1">
              <a:off x="732961" y="2302205"/>
              <a:ext cx="1638299" cy="5691"/>
            </a:xfrm>
            <a:prstGeom prst="line">
              <a:avLst/>
            </a:prstGeom>
            <a:ln w="12700">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101" name="Rounded Rectangle 100"/>
            <p:cNvSpPr/>
            <p:nvPr/>
          </p:nvSpPr>
          <p:spPr>
            <a:xfrm>
              <a:off x="1447800" y="1962150"/>
              <a:ext cx="214311" cy="1171572"/>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139"/>
          <p:cNvGrpSpPr/>
          <p:nvPr/>
        </p:nvGrpSpPr>
        <p:grpSpPr>
          <a:xfrm>
            <a:off x="1827014" y="1638301"/>
            <a:ext cx="214311" cy="1647821"/>
            <a:chOff x="1828800" y="1485901"/>
            <a:chExt cx="214311" cy="1647821"/>
          </a:xfrm>
        </p:grpSpPr>
        <p:cxnSp>
          <p:nvCxnSpPr>
            <p:cNvPr id="104" name="Straight Connector 103"/>
            <p:cNvCxnSpPr/>
            <p:nvPr/>
          </p:nvCxnSpPr>
          <p:spPr>
            <a:xfrm rot="16200000" flipV="1">
              <a:off x="1113961" y="2302205"/>
              <a:ext cx="1638299" cy="5691"/>
            </a:xfrm>
            <a:prstGeom prst="line">
              <a:avLst/>
            </a:prstGeom>
            <a:ln w="12700">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107" name="Rounded Rectangle 106"/>
            <p:cNvSpPr/>
            <p:nvPr/>
          </p:nvSpPr>
          <p:spPr>
            <a:xfrm>
              <a:off x="1828800" y="1809750"/>
              <a:ext cx="214311" cy="1323972"/>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140"/>
          <p:cNvGrpSpPr/>
          <p:nvPr/>
        </p:nvGrpSpPr>
        <p:grpSpPr>
          <a:xfrm>
            <a:off x="2206492" y="1638301"/>
            <a:ext cx="214311" cy="1647821"/>
            <a:chOff x="2209800" y="1485901"/>
            <a:chExt cx="214311" cy="1647821"/>
          </a:xfrm>
        </p:grpSpPr>
        <p:cxnSp>
          <p:nvCxnSpPr>
            <p:cNvPr id="108" name="Straight Connector 107"/>
            <p:cNvCxnSpPr/>
            <p:nvPr/>
          </p:nvCxnSpPr>
          <p:spPr>
            <a:xfrm rot="16200000" flipV="1">
              <a:off x="1494961" y="2302205"/>
              <a:ext cx="1638299" cy="5691"/>
            </a:xfrm>
            <a:prstGeom prst="line">
              <a:avLst/>
            </a:prstGeom>
            <a:ln w="12700">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121" name="Rounded Rectangle 120"/>
            <p:cNvSpPr/>
            <p:nvPr/>
          </p:nvSpPr>
          <p:spPr>
            <a:xfrm>
              <a:off x="2209800" y="2419350"/>
              <a:ext cx="214311" cy="714372"/>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141"/>
          <p:cNvGrpSpPr/>
          <p:nvPr/>
        </p:nvGrpSpPr>
        <p:grpSpPr>
          <a:xfrm>
            <a:off x="2585970" y="1638301"/>
            <a:ext cx="214311" cy="1647821"/>
            <a:chOff x="2667000" y="1485901"/>
            <a:chExt cx="214311" cy="1647821"/>
          </a:xfrm>
        </p:grpSpPr>
        <p:cxnSp>
          <p:nvCxnSpPr>
            <p:cNvPr id="128" name="Straight Connector 127"/>
            <p:cNvCxnSpPr/>
            <p:nvPr/>
          </p:nvCxnSpPr>
          <p:spPr>
            <a:xfrm rot="16200000" flipV="1">
              <a:off x="1952161" y="2302205"/>
              <a:ext cx="1638299" cy="5691"/>
            </a:xfrm>
            <a:prstGeom prst="line">
              <a:avLst/>
            </a:prstGeom>
            <a:ln w="12700">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2667000" y="1962150"/>
              <a:ext cx="214311" cy="1171572"/>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142"/>
          <p:cNvGrpSpPr/>
          <p:nvPr/>
        </p:nvGrpSpPr>
        <p:grpSpPr>
          <a:xfrm>
            <a:off x="2965450" y="1638301"/>
            <a:ext cx="214311" cy="1647821"/>
            <a:chOff x="2971800" y="1485901"/>
            <a:chExt cx="214311" cy="1647821"/>
          </a:xfrm>
        </p:grpSpPr>
        <p:cxnSp>
          <p:nvCxnSpPr>
            <p:cNvPr id="136" name="Straight Connector 135"/>
            <p:cNvCxnSpPr/>
            <p:nvPr/>
          </p:nvCxnSpPr>
          <p:spPr>
            <a:xfrm rot="16200000" flipV="1">
              <a:off x="2256961" y="2302205"/>
              <a:ext cx="1638299" cy="5691"/>
            </a:xfrm>
            <a:prstGeom prst="line">
              <a:avLst/>
            </a:prstGeom>
            <a:ln w="12700">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137" name="Rounded Rectangle 136"/>
            <p:cNvSpPr/>
            <p:nvPr/>
          </p:nvSpPr>
          <p:spPr>
            <a:xfrm>
              <a:off x="2971800" y="1809750"/>
              <a:ext cx="214311" cy="1323972"/>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4" name="Rectangle 143"/>
          <p:cNvSpPr/>
          <p:nvPr/>
        </p:nvSpPr>
        <p:spPr>
          <a:xfrm>
            <a:off x="1068058" y="3469273"/>
            <a:ext cx="157094" cy="169277"/>
          </a:xfrm>
          <a:prstGeom prst="rect">
            <a:avLst/>
          </a:prstGeom>
        </p:spPr>
        <p:txBody>
          <a:bodyPr wrap="none" lIns="0" tIns="0" rIns="0" bIns="0">
            <a:spAutoFit/>
          </a:bodyPr>
          <a:lstStyle/>
          <a:p>
            <a:r>
              <a:rPr lang="en-US" sz="1100" b="1" dirty="0">
                <a:solidFill>
                  <a:schemeClr val="tx1">
                    <a:lumMod val="50000"/>
                    <a:lumOff val="50000"/>
                  </a:schemeClr>
                </a:solidFill>
              </a:rPr>
              <a:t>55</a:t>
            </a:r>
          </a:p>
        </p:txBody>
      </p:sp>
      <p:sp>
        <p:nvSpPr>
          <p:cNvPr id="145" name="Rectangle 144"/>
          <p:cNvSpPr/>
          <p:nvPr/>
        </p:nvSpPr>
        <p:spPr>
          <a:xfrm>
            <a:off x="1470454" y="3469273"/>
            <a:ext cx="157094" cy="169277"/>
          </a:xfrm>
          <a:prstGeom prst="rect">
            <a:avLst/>
          </a:prstGeom>
        </p:spPr>
        <p:txBody>
          <a:bodyPr wrap="none" lIns="0" tIns="0" rIns="0" bIns="0">
            <a:spAutoFit/>
          </a:bodyPr>
          <a:lstStyle/>
          <a:p>
            <a:r>
              <a:rPr lang="en-US" sz="1100" b="1" dirty="0">
                <a:solidFill>
                  <a:schemeClr val="tx1">
                    <a:lumMod val="50000"/>
                    <a:lumOff val="50000"/>
                  </a:schemeClr>
                </a:solidFill>
              </a:rPr>
              <a:t>70</a:t>
            </a:r>
          </a:p>
        </p:txBody>
      </p:sp>
      <p:sp>
        <p:nvSpPr>
          <p:cNvPr id="146" name="Rectangle 145"/>
          <p:cNvSpPr/>
          <p:nvPr/>
        </p:nvSpPr>
        <p:spPr>
          <a:xfrm>
            <a:off x="1884231" y="3469273"/>
            <a:ext cx="157094" cy="169277"/>
          </a:xfrm>
          <a:prstGeom prst="rect">
            <a:avLst/>
          </a:prstGeom>
        </p:spPr>
        <p:txBody>
          <a:bodyPr wrap="none" lIns="0" tIns="0" rIns="0" bIns="0">
            <a:spAutoFit/>
          </a:bodyPr>
          <a:lstStyle/>
          <a:p>
            <a:r>
              <a:rPr lang="en-US" sz="1100" b="1" dirty="0">
                <a:solidFill>
                  <a:schemeClr val="tx1">
                    <a:lumMod val="50000"/>
                    <a:lumOff val="50000"/>
                  </a:schemeClr>
                </a:solidFill>
              </a:rPr>
              <a:t>85</a:t>
            </a:r>
          </a:p>
        </p:txBody>
      </p:sp>
      <p:sp>
        <p:nvSpPr>
          <p:cNvPr id="147" name="Rectangle 146"/>
          <p:cNvSpPr/>
          <p:nvPr/>
        </p:nvSpPr>
        <p:spPr>
          <a:xfrm>
            <a:off x="2229410" y="3469273"/>
            <a:ext cx="157094" cy="169277"/>
          </a:xfrm>
          <a:prstGeom prst="rect">
            <a:avLst/>
          </a:prstGeom>
        </p:spPr>
        <p:txBody>
          <a:bodyPr wrap="none" lIns="0" tIns="0" rIns="0" bIns="0">
            <a:spAutoFit/>
          </a:bodyPr>
          <a:lstStyle/>
          <a:p>
            <a:r>
              <a:rPr lang="en-US" sz="1100" b="1" dirty="0">
                <a:solidFill>
                  <a:schemeClr val="tx1">
                    <a:lumMod val="50000"/>
                    <a:lumOff val="50000"/>
                  </a:schemeClr>
                </a:solidFill>
              </a:rPr>
              <a:t>40</a:t>
            </a:r>
          </a:p>
        </p:txBody>
      </p:sp>
      <p:sp>
        <p:nvSpPr>
          <p:cNvPr id="148" name="Rectangle 147"/>
          <p:cNvSpPr/>
          <p:nvPr/>
        </p:nvSpPr>
        <p:spPr>
          <a:xfrm>
            <a:off x="2614003" y="3469273"/>
            <a:ext cx="157094" cy="169277"/>
          </a:xfrm>
          <a:prstGeom prst="rect">
            <a:avLst/>
          </a:prstGeom>
        </p:spPr>
        <p:txBody>
          <a:bodyPr wrap="none" lIns="0" tIns="0" rIns="0" bIns="0">
            <a:spAutoFit/>
          </a:bodyPr>
          <a:lstStyle/>
          <a:p>
            <a:r>
              <a:rPr lang="en-US" sz="1100" b="1" dirty="0">
                <a:solidFill>
                  <a:schemeClr val="tx1">
                    <a:lumMod val="50000"/>
                    <a:lumOff val="50000"/>
                  </a:schemeClr>
                </a:solidFill>
              </a:rPr>
              <a:t>60</a:t>
            </a:r>
          </a:p>
        </p:txBody>
      </p:sp>
      <p:sp>
        <p:nvSpPr>
          <p:cNvPr id="149" name="Rectangle 148"/>
          <p:cNvSpPr/>
          <p:nvPr/>
        </p:nvSpPr>
        <p:spPr>
          <a:xfrm>
            <a:off x="3003211" y="3469273"/>
            <a:ext cx="157094" cy="169277"/>
          </a:xfrm>
          <a:prstGeom prst="rect">
            <a:avLst/>
          </a:prstGeom>
        </p:spPr>
        <p:txBody>
          <a:bodyPr wrap="none" lIns="0" tIns="0" rIns="0" bIns="0">
            <a:spAutoFit/>
          </a:bodyPr>
          <a:lstStyle/>
          <a:p>
            <a:r>
              <a:rPr lang="en-US" sz="1100" b="1" dirty="0">
                <a:solidFill>
                  <a:schemeClr val="tx1">
                    <a:lumMod val="50000"/>
                    <a:lumOff val="50000"/>
                  </a:schemeClr>
                </a:solidFill>
              </a:rPr>
              <a:t>80</a:t>
            </a:r>
          </a:p>
        </p:txBody>
      </p:sp>
      <p:grpSp>
        <p:nvGrpSpPr>
          <p:cNvPr id="10" name="Group 149"/>
          <p:cNvGrpSpPr/>
          <p:nvPr/>
        </p:nvGrpSpPr>
        <p:grpSpPr>
          <a:xfrm>
            <a:off x="4584883" y="1577569"/>
            <a:ext cx="1583966" cy="500843"/>
            <a:chOff x="4597686" y="3155872"/>
            <a:chExt cx="1583966" cy="500843"/>
          </a:xfrm>
        </p:grpSpPr>
        <p:sp>
          <p:nvSpPr>
            <p:cNvPr id="151" name="TextBox 150"/>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Phone Setting</a:t>
              </a:r>
            </a:p>
          </p:txBody>
        </p:sp>
        <p:sp>
          <p:nvSpPr>
            <p:cNvPr id="152" name="TextBox 151"/>
            <p:cNvSpPr txBox="1"/>
            <p:nvPr/>
          </p:nvSpPr>
          <p:spPr>
            <a:xfrm>
              <a:off x="4597686" y="3348938"/>
              <a:ext cx="1583966"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1" name="Group 152"/>
          <p:cNvGrpSpPr/>
          <p:nvPr/>
        </p:nvGrpSpPr>
        <p:grpSpPr>
          <a:xfrm>
            <a:off x="6716341" y="1577569"/>
            <a:ext cx="1542507" cy="500843"/>
            <a:chOff x="6978976" y="3155872"/>
            <a:chExt cx="1542507" cy="500843"/>
          </a:xfrm>
        </p:grpSpPr>
        <p:sp>
          <p:nvSpPr>
            <p:cNvPr id="154" name="TextBox 153"/>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Global Access</a:t>
              </a:r>
            </a:p>
          </p:txBody>
        </p:sp>
        <p:sp>
          <p:nvSpPr>
            <p:cNvPr id="155" name="TextBox 154"/>
            <p:cNvSpPr txBox="1"/>
            <p:nvPr/>
          </p:nvSpPr>
          <p:spPr>
            <a:xfrm>
              <a:off x="6978976" y="3348938"/>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2" name="Group 155"/>
          <p:cNvGrpSpPr/>
          <p:nvPr/>
        </p:nvGrpSpPr>
        <p:grpSpPr>
          <a:xfrm>
            <a:off x="4584882" y="2223307"/>
            <a:ext cx="1542507" cy="500843"/>
            <a:chOff x="4597685" y="3914331"/>
            <a:chExt cx="1542507" cy="500843"/>
          </a:xfrm>
        </p:grpSpPr>
        <p:sp>
          <p:nvSpPr>
            <p:cNvPr id="157" name="TextBox 156"/>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Calendar</a:t>
              </a:r>
              <a:endParaRPr lang="en-US" sz="1400" b="1" dirty="0">
                <a:solidFill>
                  <a:schemeClr val="tx1">
                    <a:lumMod val="75000"/>
                    <a:lumOff val="25000"/>
                  </a:schemeClr>
                </a:solidFill>
              </a:endParaRPr>
            </a:p>
          </p:txBody>
        </p:sp>
        <p:sp>
          <p:nvSpPr>
            <p:cNvPr id="158" name="TextBox 157"/>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3" name="Group 158"/>
          <p:cNvGrpSpPr/>
          <p:nvPr/>
        </p:nvGrpSpPr>
        <p:grpSpPr>
          <a:xfrm>
            <a:off x="6716341" y="2223307"/>
            <a:ext cx="1542507" cy="500843"/>
            <a:chOff x="6978976" y="3914331"/>
            <a:chExt cx="1542507" cy="500843"/>
          </a:xfrm>
        </p:grpSpPr>
        <p:sp>
          <p:nvSpPr>
            <p:cNvPr id="160" name="TextBox 159"/>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Smart Touch</a:t>
              </a:r>
            </a:p>
          </p:txBody>
        </p:sp>
        <p:sp>
          <p:nvSpPr>
            <p:cNvPr id="161" name="TextBox 160"/>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4" name="Group 161"/>
          <p:cNvGrpSpPr/>
          <p:nvPr/>
        </p:nvGrpSpPr>
        <p:grpSpPr>
          <a:xfrm>
            <a:off x="4584882" y="2952750"/>
            <a:ext cx="1542507" cy="500843"/>
            <a:chOff x="4597685" y="3914331"/>
            <a:chExt cx="1542507" cy="500843"/>
          </a:xfrm>
        </p:grpSpPr>
        <p:sp>
          <p:nvSpPr>
            <p:cNvPr id="163" name="TextBox 162"/>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GPS Services</a:t>
              </a:r>
              <a:endParaRPr lang="en-US" sz="1400" b="1" dirty="0">
                <a:solidFill>
                  <a:schemeClr val="tx1">
                    <a:lumMod val="75000"/>
                    <a:lumOff val="25000"/>
                  </a:schemeClr>
                </a:solidFill>
              </a:endParaRPr>
            </a:p>
          </p:txBody>
        </p:sp>
        <p:sp>
          <p:nvSpPr>
            <p:cNvPr id="164" name="TextBox 163"/>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5" name="Group 164"/>
          <p:cNvGrpSpPr/>
          <p:nvPr/>
        </p:nvGrpSpPr>
        <p:grpSpPr>
          <a:xfrm>
            <a:off x="6716341" y="2952750"/>
            <a:ext cx="1542507" cy="500843"/>
            <a:chOff x="6978976" y="3914331"/>
            <a:chExt cx="1542507" cy="500843"/>
          </a:xfrm>
        </p:grpSpPr>
        <p:sp>
          <p:nvSpPr>
            <p:cNvPr id="166" name="TextBox 165"/>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Cloud Services</a:t>
              </a:r>
            </a:p>
          </p:txBody>
        </p:sp>
        <p:sp>
          <p:nvSpPr>
            <p:cNvPr id="167" name="TextBox 166"/>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6" name="Group 167"/>
          <p:cNvGrpSpPr/>
          <p:nvPr/>
        </p:nvGrpSpPr>
        <p:grpSpPr>
          <a:xfrm>
            <a:off x="6168849" y="2998000"/>
            <a:ext cx="469021" cy="455593"/>
            <a:chOff x="6299532" y="4190009"/>
            <a:chExt cx="469021" cy="455593"/>
          </a:xfrm>
        </p:grpSpPr>
        <p:sp>
          <p:nvSpPr>
            <p:cNvPr id="169" name="Oval 168"/>
            <p:cNvSpPr>
              <a:spLocks noChangeAspect="1"/>
            </p:cNvSpPr>
            <p:nvPr/>
          </p:nvSpPr>
          <p:spPr>
            <a:xfrm>
              <a:off x="6299532" y="4190009"/>
              <a:ext cx="469021" cy="455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Freeform 63"/>
            <p:cNvSpPr>
              <a:spLocks noEditPoints="1"/>
            </p:cNvSpPr>
            <p:nvPr/>
          </p:nvSpPr>
          <p:spPr bwMode="auto">
            <a:xfrm>
              <a:off x="6386874" y="4310694"/>
              <a:ext cx="294337" cy="214222"/>
            </a:xfrm>
            <a:custGeom>
              <a:avLst/>
              <a:gdLst/>
              <a:ahLst/>
              <a:cxnLst>
                <a:cxn ang="0">
                  <a:pos x="62" y="57"/>
                </a:cxn>
                <a:cxn ang="0">
                  <a:pos x="18" y="57"/>
                </a:cxn>
                <a:cxn ang="0">
                  <a:pos x="0" y="39"/>
                </a:cxn>
                <a:cxn ang="0">
                  <a:pos x="11" y="23"/>
                </a:cxn>
                <a:cxn ang="0">
                  <a:pos x="11" y="21"/>
                </a:cxn>
                <a:cxn ang="0">
                  <a:pos x="31" y="0"/>
                </a:cxn>
                <a:cxn ang="0">
                  <a:pos x="50" y="13"/>
                </a:cxn>
                <a:cxn ang="0">
                  <a:pos x="57" y="11"/>
                </a:cxn>
                <a:cxn ang="0">
                  <a:pos x="67" y="21"/>
                </a:cxn>
                <a:cxn ang="0">
                  <a:pos x="66" y="27"/>
                </a:cxn>
                <a:cxn ang="0">
                  <a:pos x="78" y="42"/>
                </a:cxn>
                <a:cxn ang="0">
                  <a:pos x="62" y="57"/>
                </a:cxn>
                <a:cxn ang="0">
                  <a:pos x="51" y="31"/>
                </a:cxn>
                <a:cxn ang="0">
                  <a:pos x="42" y="31"/>
                </a:cxn>
                <a:cxn ang="0">
                  <a:pos x="42" y="17"/>
                </a:cxn>
                <a:cxn ang="0">
                  <a:pos x="40" y="16"/>
                </a:cxn>
                <a:cxn ang="0">
                  <a:pos x="33" y="16"/>
                </a:cxn>
                <a:cxn ang="0">
                  <a:pos x="31" y="17"/>
                </a:cxn>
                <a:cxn ang="0">
                  <a:pos x="31" y="31"/>
                </a:cxn>
                <a:cxn ang="0">
                  <a:pos x="22" y="31"/>
                </a:cxn>
                <a:cxn ang="0">
                  <a:pos x="21" y="33"/>
                </a:cxn>
                <a:cxn ang="0">
                  <a:pos x="21" y="34"/>
                </a:cxn>
                <a:cxn ang="0">
                  <a:pos x="36" y="48"/>
                </a:cxn>
                <a:cxn ang="0">
                  <a:pos x="36" y="48"/>
                </a:cxn>
                <a:cxn ang="0">
                  <a:pos x="37" y="48"/>
                </a:cxn>
                <a:cxn ang="0">
                  <a:pos x="51" y="34"/>
                </a:cxn>
                <a:cxn ang="0">
                  <a:pos x="52" y="33"/>
                </a:cxn>
                <a:cxn ang="0">
                  <a:pos x="51" y="31"/>
                </a:cxn>
              </a:cxnLst>
              <a:rect l="0" t="0" r="r" b="b"/>
              <a:pathLst>
                <a:path w="78" h="57">
                  <a:moveTo>
                    <a:pt x="62" y="57"/>
                  </a:moveTo>
                  <a:cubicBezTo>
                    <a:pt x="18" y="57"/>
                    <a:pt x="18" y="57"/>
                    <a:pt x="18" y="57"/>
                  </a:cubicBezTo>
                  <a:cubicBezTo>
                    <a:pt x="9" y="57"/>
                    <a:pt x="0" y="49"/>
                    <a:pt x="0" y="39"/>
                  </a:cubicBezTo>
                  <a:cubicBezTo>
                    <a:pt x="0" y="32"/>
                    <a:pt x="5" y="26"/>
                    <a:pt x="11" y="23"/>
                  </a:cubicBezTo>
                  <a:cubicBezTo>
                    <a:pt x="11" y="22"/>
                    <a:pt x="11" y="22"/>
                    <a:pt x="11" y="21"/>
                  </a:cubicBezTo>
                  <a:cubicBezTo>
                    <a:pt x="11" y="10"/>
                    <a:pt x="20" y="0"/>
                    <a:pt x="31" y="0"/>
                  </a:cubicBezTo>
                  <a:cubicBezTo>
                    <a:pt x="40" y="0"/>
                    <a:pt x="47" y="6"/>
                    <a:pt x="50" y="13"/>
                  </a:cubicBezTo>
                  <a:cubicBezTo>
                    <a:pt x="52" y="12"/>
                    <a:pt x="55" y="11"/>
                    <a:pt x="57" y="11"/>
                  </a:cubicBezTo>
                  <a:cubicBezTo>
                    <a:pt x="63" y="11"/>
                    <a:pt x="67" y="15"/>
                    <a:pt x="67" y="21"/>
                  </a:cubicBezTo>
                  <a:cubicBezTo>
                    <a:pt x="67" y="23"/>
                    <a:pt x="67" y="25"/>
                    <a:pt x="66" y="27"/>
                  </a:cubicBezTo>
                  <a:cubicBezTo>
                    <a:pt x="73" y="28"/>
                    <a:pt x="78" y="34"/>
                    <a:pt x="78" y="42"/>
                  </a:cubicBezTo>
                  <a:cubicBezTo>
                    <a:pt x="78" y="50"/>
                    <a:pt x="71" y="57"/>
                    <a:pt x="62" y="57"/>
                  </a:cubicBezTo>
                  <a:close/>
                  <a:moveTo>
                    <a:pt x="51" y="31"/>
                  </a:moveTo>
                  <a:cubicBezTo>
                    <a:pt x="42" y="31"/>
                    <a:pt x="42" y="31"/>
                    <a:pt x="42" y="31"/>
                  </a:cubicBezTo>
                  <a:cubicBezTo>
                    <a:pt x="42" y="17"/>
                    <a:pt x="42" y="17"/>
                    <a:pt x="42" y="17"/>
                  </a:cubicBezTo>
                  <a:cubicBezTo>
                    <a:pt x="42" y="16"/>
                    <a:pt x="41" y="16"/>
                    <a:pt x="40" y="16"/>
                  </a:cubicBezTo>
                  <a:cubicBezTo>
                    <a:pt x="33" y="16"/>
                    <a:pt x="33" y="16"/>
                    <a:pt x="33" y="16"/>
                  </a:cubicBezTo>
                  <a:cubicBezTo>
                    <a:pt x="32" y="16"/>
                    <a:pt x="31" y="16"/>
                    <a:pt x="31" y="17"/>
                  </a:cubicBezTo>
                  <a:cubicBezTo>
                    <a:pt x="31" y="31"/>
                    <a:pt x="31" y="31"/>
                    <a:pt x="31" y="31"/>
                  </a:cubicBezTo>
                  <a:cubicBezTo>
                    <a:pt x="22" y="31"/>
                    <a:pt x="22" y="31"/>
                    <a:pt x="22" y="31"/>
                  </a:cubicBezTo>
                  <a:cubicBezTo>
                    <a:pt x="22" y="31"/>
                    <a:pt x="21" y="32"/>
                    <a:pt x="21" y="33"/>
                  </a:cubicBezTo>
                  <a:cubicBezTo>
                    <a:pt x="21" y="33"/>
                    <a:pt x="21" y="33"/>
                    <a:pt x="21" y="34"/>
                  </a:cubicBezTo>
                  <a:cubicBezTo>
                    <a:pt x="36" y="48"/>
                    <a:pt x="36" y="48"/>
                    <a:pt x="36" y="48"/>
                  </a:cubicBezTo>
                  <a:cubicBezTo>
                    <a:pt x="36" y="48"/>
                    <a:pt x="36" y="48"/>
                    <a:pt x="36" y="48"/>
                  </a:cubicBezTo>
                  <a:cubicBezTo>
                    <a:pt x="37" y="48"/>
                    <a:pt x="37" y="48"/>
                    <a:pt x="37" y="48"/>
                  </a:cubicBezTo>
                  <a:cubicBezTo>
                    <a:pt x="51" y="34"/>
                    <a:pt x="51" y="34"/>
                    <a:pt x="51" y="34"/>
                  </a:cubicBezTo>
                  <a:cubicBezTo>
                    <a:pt x="52" y="33"/>
                    <a:pt x="52" y="33"/>
                    <a:pt x="52" y="33"/>
                  </a:cubicBezTo>
                  <a:cubicBezTo>
                    <a:pt x="52" y="32"/>
                    <a:pt x="51" y="31"/>
                    <a:pt x="51" y="3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70"/>
          <p:cNvGrpSpPr/>
          <p:nvPr/>
        </p:nvGrpSpPr>
        <p:grpSpPr>
          <a:xfrm>
            <a:off x="4016660" y="1619505"/>
            <a:ext cx="469021" cy="455593"/>
            <a:chOff x="630683" y="3383511"/>
            <a:chExt cx="469021" cy="455593"/>
          </a:xfrm>
        </p:grpSpPr>
        <p:sp>
          <p:nvSpPr>
            <p:cNvPr id="172" name="Oval 171"/>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73"/>
          <p:cNvGrpSpPr/>
          <p:nvPr/>
        </p:nvGrpSpPr>
        <p:grpSpPr>
          <a:xfrm>
            <a:off x="4016660" y="2998000"/>
            <a:ext cx="469021" cy="455593"/>
            <a:chOff x="3428938" y="4190009"/>
            <a:chExt cx="469021" cy="455593"/>
          </a:xfrm>
        </p:grpSpPr>
        <p:sp>
          <p:nvSpPr>
            <p:cNvPr id="175" name="Oval 174"/>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76"/>
          <p:cNvGrpSpPr/>
          <p:nvPr/>
        </p:nvGrpSpPr>
        <p:grpSpPr>
          <a:xfrm>
            <a:off x="4016660" y="2296552"/>
            <a:ext cx="469021" cy="455593"/>
            <a:chOff x="6299532" y="3384456"/>
            <a:chExt cx="469021" cy="455593"/>
          </a:xfrm>
        </p:grpSpPr>
        <p:sp>
          <p:nvSpPr>
            <p:cNvPr id="178" name="Oval 177"/>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79"/>
          <p:cNvGrpSpPr/>
          <p:nvPr/>
        </p:nvGrpSpPr>
        <p:grpSpPr>
          <a:xfrm>
            <a:off x="6168849" y="2296552"/>
            <a:ext cx="469021" cy="455593"/>
            <a:chOff x="630683" y="4190009"/>
            <a:chExt cx="469021" cy="455593"/>
          </a:xfrm>
        </p:grpSpPr>
        <p:sp>
          <p:nvSpPr>
            <p:cNvPr id="181" name="Oval 180"/>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2"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182"/>
          <p:cNvGrpSpPr/>
          <p:nvPr/>
        </p:nvGrpSpPr>
        <p:grpSpPr>
          <a:xfrm>
            <a:off x="6168849" y="1619505"/>
            <a:ext cx="469021" cy="455593"/>
            <a:chOff x="3425803" y="3384456"/>
            <a:chExt cx="469021" cy="455593"/>
          </a:xfrm>
        </p:grpSpPr>
        <p:sp>
          <p:nvSpPr>
            <p:cNvPr id="184" name="Oval 183"/>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5"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68" name="Footer Text"/>
          <p:cNvSpPr txBox="1"/>
          <p:nvPr/>
        </p:nvSpPr>
        <p:spPr>
          <a:xfrm>
            <a:off x="692056" y="4013597"/>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69" name="Straight Line buttom"/>
          <p:cNvCxnSpPr/>
          <p:nvPr/>
        </p:nvCxnSpPr>
        <p:spPr>
          <a:xfrm>
            <a:off x="685800" y="3880146"/>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strips(downRight)">
                                      <p:cBhvr>
                                        <p:cTn id="7" dur="500"/>
                                        <p:tgtEl>
                                          <p:spTgt spid="9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Bottom)">
                                      <p:cBhvr>
                                        <p:cTn id="11" dur="500"/>
                                        <p:tgtEl>
                                          <p:spTgt spid="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44"/>
                                        </p:tgtEl>
                                        <p:attrNameLst>
                                          <p:attrName>style.visibility</p:attrName>
                                        </p:attrNameLst>
                                      </p:cBhvr>
                                      <p:to>
                                        <p:strVal val="visible"/>
                                      </p:to>
                                    </p:set>
                                    <p:animEffect transition="in" filter="fade">
                                      <p:cBhvr>
                                        <p:cTn id="14" dur="1000"/>
                                        <p:tgtEl>
                                          <p:spTgt spid="144"/>
                                        </p:tgtEl>
                                      </p:cBhvr>
                                    </p:animEffect>
                                  </p:childTnLst>
                                </p:cTn>
                              </p:par>
                            </p:childTnLst>
                          </p:cTn>
                        </p:par>
                        <p:par>
                          <p:cTn id="15" fill="hold">
                            <p:stCondLst>
                              <p:cond delay="1500"/>
                            </p:stCondLst>
                            <p:childTnLst>
                              <p:par>
                                <p:cTn id="16" presetID="12" presetClass="entr" presetSubtype="4"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lide(fromBottom)">
                                      <p:cBhvr>
                                        <p:cTn id="18" dur="500"/>
                                        <p:tgtEl>
                                          <p:spTgt spid="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45"/>
                                        </p:tgtEl>
                                        <p:attrNameLst>
                                          <p:attrName>style.visibility</p:attrName>
                                        </p:attrNameLst>
                                      </p:cBhvr>
                                      <p:to>
                                        <p:strVal val="visible"/>
                                      </p:to>
                                    </p:set>
                                    <p:animEffect transition="in" filter="fade">
                                      <p:cBhvr>
                                        <p:cTn id="21" dur="1000"/>
                                        <p:tgtEl>
                                          <p:spTgt spid="145"/>
                                        </p:tgtEl>
                                      </p:cBhvr>
                                    </p:animEffect>
                                  </p:childTnLst>
                                </p:cTn>
                              </p:par>
                            </p:childTnLst>
                          </p:cTn>
                        </p:par>
                        <p:par>
                          <p:cTn id="22" fill="hold">
                            <p:stCondLst>
                              <p:cond delay="2500"/>
                            </p:stCondLst>
                            <p:childTnLst>
                              <p:par>
                                <p:cTn id="23" presetID="12" presetClass="entr" presetSubtype="4"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slide(fromBottom)">
                                      <p:cBhvr>
                                        <p:cTn id="25" dur="500"/>
                                        <p:tgtEl>
                                          <p:spTgt spid="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6"/>
                                        </p:tgtEl>
                                        <p:attrNameLst>
                                          <p:attrName>style.visibility</p:attrName>
                                        </p:attrNameLst>
                                      </p:cBhvr>
                                      <p:to>
                                        <p:strVal val="visible"/>
                                      </p:to>
                                    </p:set>
                                    <p:animEffect transition="in" filter="fade">
                                      <p:cBhvr>
                                        <p:cTn id="28" dur="1000"/>
                                        <p:tgtEl>
                                          <p:spTgt spid="146"/>
                                        </p:tgtEl>
                                      </p:cBhvr>
                                    </p:animEffect>
                                  </p:childTnLst>
                                </p:cTn>
                              </p:par>
                            </p:childTnLst>
                          </p:cTn>
                        </p:par>
                        <p:par>
                          <p:cTn id="29" fill="hold">
                            <p:stCondLst>
                              <p:cond delay="3500"/>
                            </p:stCondLst>
                            <p:childTnLst>
                              <p:par>
                                <p:cTn id="30" presetID="12" presetClass="entr" presetSubtype="4" fill="hold" nodeType="after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slide(fromBottom)">
                                      <p:cBhvr>
                                        <p:cTn id="32" dur="500"/>
                                        <p:tgtEl>
                                          <p:spTgt spid="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47"/>
                                        </p:tgtEl>
                                        <p:attrNameLst>
                                          <p:attrName>style.visibility</p:attrName>
                                        </p:attrNameLst>
                                      </p:cBhvr>
                                      <p:to>
                                        <p:strVal val="visible"/>
                                      </p:to>
                                    </p:set>
                                    <p:animEffect transition="in" filter="fade">
                                      <p:cBhvr>
                                        <p:cTn id="35" dur="1000"/>
                                        <p:tgtEl>
                                          <p:spTgt spid="147"/>
                                        </p:tgtEl>
                                      </p:cBhvr>
                                    </p:animEffect>
                                  </p:childTnLst>
                                </p:cTn>
                              </p:par>
                            </p:childTnLst>
                          </p:cTn>
                        </p:par>
                        <p:par>
                          <p:cTn id="36" fill="hold">
                            <p:stCondLst>
                              <p:cond delay="4500"/>
                            </p:stCondLst>
                            <p:childTnLst>
                              <p:par>
                                <p:cTn id="37" presetID="12" presetClass="entr" presetSubtype="4"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slide(fromBottom)">
                                      <p:cBhvr>
                                        <p:cTn id="39" dur="500"/>
                                        <p:tgtEl>
                                          <p:spTgt spid="8"/>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48"/>
                                        </p:tgtEl>
                                        <p:attrNameLst>
                                          <p:attrName>style.visibility</p:attrName>
                                        </p:attrNameLst>
                                      </p:cBhvr>
                                      <p:to>
                                        <p:strVal val="visible"/>
                                      </p:to>
                                    </p:set>
                                    <p:animEffect transition="in" filter="fade">
                                      <p:cBhvr>
                                        <p:cTn id="42" dur="1000"/>
                                        <p:tgtEl>
                                          <p:spTgt spid="148"/>
                                        </p:tgtEl>
                                      </p:cBhvr>
                                    </p:animEffect>
                                  </p:childTnLst>
                                </p:cTn>
                              </p:par>
                            </p:childTnLst>
                          </p:cTn>
                        </p:par>
                        <p:par>
                          <p:cTn id="43" fill="hold">
                            <p:stCondLst>
                              <p:cond delay="5500"/>
                            </p:stCondLst>
                            <p:childTnLst>
                              <p:par>
                                <p:cTn id="44" presetID="12" presetClass="entr" presetSubtype="4" fill="hold" nodeType="after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slide(fromBottom)">
                                      <p:cBhvr>
                                        <p:cTn id="46" dur="500"/>
                                        <p:tgtEl>
                                          <p:spTgt spid="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49"/>
                                        </p:tgtEl>
                                        <p:attrNameLst>
                                          <p:attrName>style.visibility</p:attrName>
                                        </p:attrNameLst>
                                      </p:cBhvr>
                                      <p:to>
                                        <p:strVal val="visible"/>
                                      </p:to>
                                    </p:set>
                                    <p:animEffect transition="in" filter="fade">
                                      <p:cBhvr>
                                        <p:cTn id="49" dur="1000"/>
                                        <p:tgtEl>
                                          <p:spTgt spid="149"/>
                                        </p:tgtEl>
                                      </p:cBhvr>
                                    </p:animEffect>
                                  </p:childTnLst>
                                </p:cTn>
                              </p:par>
                            </p:childTnLst>
                          </p:cTn>
                        </p:par>
                        <p:par>
                          <p:cTn id="50" fill="hold">
                            <p:stCondLst>
                              <p:cond delay="6500"/>
                            </p:stCondLst>
                            <p:childTnLst>
                              <p:par>
                                <p:cTn id="51" presetID="53" presetClass="entr" presetSubtype="0" fill="hold" nodeType="afterEffect">
                                  <p:stCondLst>
                                    <p:cond delay="0"/>
                                  </p:stCondLst>
                                  <p:childTnLst>
                                    <p:set>
                                      <p:cBhvr>
                                        <p:cTn id="52" dur="1" fill="hold">
                                          <p:stCondLst>
                                            <p:cond delay="0"/>
                                          </p:stCondLst>
                                        </p:cTn>
                                        <p:tgtEl>
                                          <p:spTgt spid="17"/>
                                        </p:tgtEl>
                                        <p:attrNameLst>
                                          <p:attrName>style.visibility</p:attrName>
                                        </p:attrNameLst>
                                      </p:cBhvr>
                                      <p:to>
                                        <p:strVal val="visible"/>
                                      </p:to>
                                    </p:set>
                                    <p:anim calcmode="lin" valueType="num">
                                      <p:cBhvr>
                                        <p:cTn id="53" dur="500" fill="hold"/>
                                        <p:tgtEl>
                                          <p:spTgt spid="17"/>
                                        </p:tgtEl>
                                        <p:attrNameLst>
                                          <p:attrName>ppt_w</p:attrName>
                                        </p:attrNameLst>
                                      </p:cBhvr>
                                      <p:tavLst>
                                        <p:tav tm="0">
                                          <p:val>
                                            <p:fltVal val="0"/>
                                          </p:val>
                                        </p:tav>
                                        <p:tav tm="100000">
                                          <p:val>
                                            <p:strVal val="#ppt_w"/>
                                          </p:val>
                                        </p:tav>
                                      </p:tavLst>
                                    </p:anim>
                                    <p:anim calcmode="lin" valueType="num">
                                      <p:cBhvr>
                                        <p:cTn id="54" dur="500" fill="hold"/>
                                        <p:tgtEl>
                                          <p:spTgt spid="17"/>
                                        </p:tgtEl>
                                        <p:attrNameLst>
                                          <p:attrName>ppt_h</p:attrName>
                                        </p:attrNameLst>
                                      </p:cBhvr>
                                      <p:tavLst>
                                        <p:tav tm="0">
                                          <p:val>
                                            <p:fltVal val="0"/>
                                          </p:val>
                                        </p:tav>
                                        <p:tav tm="100000">
                                          <p:val>
                                            <p:strVal val="#ppt_h"/>
                                          </p:val>
                                        </p:tav>
                                      </p:tavLst>
                                    </p:anim>
                                    <p:animEffect transition="in" filter="fade">
                                      <p:cBhvr>
                                        <p:cTn id="55" dur="500"/>
                                        <p:tgtEl>
                                          <p:spTgt spid="17"/>
                                        </p:tgtEl>
                                      </p:cBhvr>
                                    </p:animEffect>
                                  </p:childTnLst>
                                </p:cTn>
                              </p:par>
                              <p:par>
                                <p:cTn id="56" presetID="2" presetClass="entr" presetSubtype="4" accel="50000" decel="50000" fill="hold"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500" fill="hold"/>
                                        <p:tgtEl>
                                          <p:spTgt spid="10"/>
                                        </p:tgtEl>
                                        <p:attrNameLst>
                                          <p:attrName>ppt_x</p:attrName>
                                        </p:attrNameLst>
                                      </p:cBhvr>
                                      <p:tavLst>
                                        <p:tav tm="0">
                                          <p:val>
                                            <p:strVal val="#ppt_x"/>
                                          </p:val>
                                        </p:tav>
                                        <p:tav tm="100000">
                                          <p:val>
                                            <p:strVal val="#ppt_x"/>
                                          </p:val>
                                        </p:tav>
                                      </p:tavLst>
                                    </p:anim>
                                    <p:anim calcmode="lin" valueType="num">
                                      <p:cBhvr additive="base">
                                        <p:cTn id="59" dur="500" fill="hold"/>
                                        <p:tgtEl>
                                          <p:spTgt spid="10"/>
                                        </p:tgtEl>
                                        <p:attrNameLst>
                                          <p:attrName>ppt_y</p:attrName>
                                        </p:attrNameLst>
                                      </p:cBhvr>
                                      <p:tavLst>
                                        <p:tav tm="0">
                                          <p:val>
                                            <p:strVal val="1+#ppt_h/2"/>
                                          </p:val>
                                        </p:tav>
                                        <p:tav tm="100000">
                                          <p:val>
                                            <p:strVal val="#ppt_y"/>
                                          </p:val>
                                        </p:tav>
                                      </p:tavLst>
                                    </p:anim>
                                  </p:childTnLst>
                                </p:cTn>
                              </p:par>
                            </p:childTnLst>
                          </p:cTn>
                        </p:par>
                        <p:par>
                          <p:cTn id="60" fill="hold">
                            <p:stCondLst>
                              <p:cond delay="7000"/>
                            </p:stCondLst>
                            <p:childTnLst>
                              <p:par>
                                <p:cTn id="61" presetID="53" presetClass="entr" presetSubtype="0" fill="hold" nodeType="after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Effect transition="in" filter="fade">
                                      <p:cBhvr>
                                        <p:cTn id="65" dur="500"/>
                                        <p:tgtEl>
                                          <p:spTgt spid="21"/>
                                        </p:tgtEl>
                                      </p:cBhvr>
                                    </p:animEffect>
                                  </p:childTnLst>
                                </p:cTn>
                              </p:par>
                              <p:par>
                                <p:cTn id="66" presetID="2" presetClass="entr" presetSubtype="4" accel="50000" decel="50000" fill="hold" nodeType="withEffect">
                                  <p:stCondLst>
                                    <p:cond delay="0"/>
                                  </p:stCondLst>
                                  <p:childTnLst>
                                    <p:set>
                                      <p:cBhvr>
                                        <p:cTn id="67" dur="1" fill="hold">
                                          <p:stCondLst>
                                            <p:cond delay="0"/>
                                          </p:stCondLst>
                                        </p:cTn>
                                        <p:tgtEl>
                                          <p:spTgt spid="11"/>
                                        </p:tgtEl>
                                        <p:attrNameLst>
                                          <p:attrName>style.visibility</p:attrName>
                                        </p:attrNameLst>
                                      </p:cBhvr>
                                      <p:to>
                                        <p:strVal val="visible"/>
                                      </p:to>
                                    </p:set>
                                    <p:anim calcmode="lin" valueType="num">
                                      <p:cBhvr additive="base">
                                        <p:cTn id="68" dur="500" fill="hold"/>
                                        <p:tgtEl>
                                          <p:spTgt spid="11"/>
                                        </p:tgtEl>
                                        <p:attrNameLst>
                                          <p:attrName>ppt_x</p:attrName>
                                        </p:attrNameLst>
                                      </p:cBhvr>
                                      <p:tavLst>
                                        <p:tav tm="0">
                                          <p:val>
                                            <p:strVal val="#ppt_x"/>
                                          </p:val>
                                        </p:tav>
                                        <p:tav tm="100000">
                                          <p:val>
                                            <p:strVal val="#ppt_x"/>
                                          </p:val>
                                        </p:tav>
                                      </p:tavLst>
                                    </p:anim>
                                    <p:anim calcmode="lin" valueType="num">
                                      <p:cBhvr additive="base">
                                        <p:cTn id="69" dur="500" fill="hold"/>
                                        <p:tgtEl>
                                          <p:spTgt spid="11"/>
                                        </p:tgtEl>
                                        <p:attrNameLst>
                                          <p:attrName>ppt_y</p:attrName>
                                        </p:attrNameLst>
                                      </p:cBhvr>
                                      <p:tavLst>
                                        <p:tav tm="0">
                                          <p:val>
                                            <p:strVal val="1+#ppt_h/2"/>
                                          </p:val>
                                        </p:tav>
                                        <p:tav tm="100000">
                                          <p:val>
                                            <p:strVal val="#ppt_y"/>
                                          </p:val>
                                        </p:tav>
                                      </p:tavLst>
                                    </p:anim>
                                  </p:childTnLst>
                                </p:cTn>
                              </p:par>
                            </p:childTnLst>
                          </p:cTn>
                        </p:par>
                        <p:par>
                          <p:cTn id="70" fill="hold">
                            <p:stCondLst>
                              <p:cond delay="7500"/>
                            </p:stCondLst>
                            <p:childTnLst>
                              <p:par>
                                <p:cTn id="71" presetID="53" presetClass="entr" presetSubtype="0" fill="hold" nodeType="afterEffect">
                                  <p:stCondLst>
                                    <p:cond delay="0"/>
                                  </p:stCondLst>
                                  <p:childTnLst>
                                    <p:set>
                                      <p:cBhvr>
                                        <p:cTn id="72" dur="1" fill="hold">
                                          <p:stCondLst>
                                            <p:cond delay="0"/>
                                          </p:stCondLst>
                                        </p:cTn>
                                        <p:tgtEl>
                                          <p:spTgt spid="19"/>
                                        </p:tgtEl>
                                        <p:attrNameLst>
                                          <p:attrName>style.visibility</p:attrName>
                                        </p:attrNameLst>
                                      </p:cBhvr>
                                      <p:to>
                                        <p:strVal val="visible"/>
                                      </p:to>
                                    </p:set>
                                    <p:anim calcmode="lin" valueType="num">
                                      <p:cBhvr>
                                        <p:cTn id="73" dur="500" fill="hold"/>
                                        <p:tgtEl>
                                          <p:spTgt spid="19"/>
                                        </p:tgtEl>
                                        <p:attrNameLst>
                                          <p:attrName>ppt_w</p:attrName>
                                        </p:attrNameLst>
                                      </p:cBhvr>
                                      <p:tavLst>
                                        <p:tav tm="0">
                                          <p:val>
                                            <p:fltVal val="0"/>
                                          </p:val>
                                        </p:tav>
                                        <p:tav tm="100000">
                                          <p:val>
                                            <p:strVal val="#ppt_w"/>
                                          </p:val>
                                        </p:tav>
                                      </p:tavLst>
                                    </p:anim>
                                    <p:anim calcmode="lin" valueType="num">
                                      <p:cBhvr>
                                        <p:cTn id="74" dur="500" fill="hold"/>
                                        <p:tgtEl>
                                          <p:spTgt spid="19"/>
                                        </p:tgtEl>
                                        <p:attrNameLst>
                                          <p:attrName>ppt_h</p:attrName>
                                        </p:attrNameLst>
                                      </p:cBhvr>
                                      <p:tavLst>
                                        <p:tav tm="0">
                                          <p:val>
                                            <p:fltVal val="0"/>
                                          </p:val>
                                        </p:tav>
                                        <p:tav tm="100000">
                                          <p:val>
                                            <p:strVal val="#ppt_h"/>
                                          </p:val>
                                        </p:tav>
                                      </p:tavLst>
                                    </p:anim>
                                    <p:animEffect transition="in" filter="fade">
                                      <p:cBhvr>
                                        <p:cTn id="75" dur="500"/>
                                        <p:tgtEl>
                                          <p:spTgt spid="19"/>
                                        </p:tgtEl>
                                      </p:cBhvr>
                                    </p:animEffect>
                                  </p:childTnLst>
                                </p:cTn>
                              </p:par>
                              <p:par>
                                <p:cTn id="76" presetID="2" presetClass="entr" presetSubtype="4" accel="50000" decel="50000" fill="hold" nodeType="withEffect">
                                  <p:stCondLst>
                                    <p:cond delay="0"/>
                                  </p:stCondLst>
                                  <p:childTnLst>
                                    <p:set>
                                      <p:cBhvr>
                                        <p:cTn id="77" dur="1" fill="hold">
                                          <p:stCondLst>
                                            <p:cond delay="0"/>
                                          </p:stCondLst>
                                        </p:cTn>
                                        <p:tgtEl>
                                          <p:spTgt spid="12"/>
                                        </p:tgtEl>
                                        <p:attrNameLst>
                                          <p:attrName>style.visibility</p:attrName>
                                        </p:attrNameLst>
                                      </p:cBhvr>
                                      <p:to>
                                        <p:strVal val="visible"/>
                                      </p:to>
                                    </p:set>
                                    <p:anim calcmode="lin" valueType="num">
                                      <p:cBhvr additive="base">
                                        <p:cTn id="78" dur="500" fill="hold"/>
                                        <p:tgtEl>
                                          <p:spTgt spid="12"/>
                                        </p:tgtEl>
                                        <p:attrNameLst>
                                          <p:attrName>ppt_x</p:attrName>
                                        </p:attrNameLst>
                                      </p:cBhvr>
                                      <p:tavLst>
                                        <p:tav tm="0">
                                          <p:val>
                                            <p:strVal val="#ppt_x"/>
                                          </p:val>
                                        </p:tav>
                                        <p:tav tm="100000">
                                          <p:val>
                                            <p:strVal val="#ppt_x"/>
                                          </p:val>
                                        </p:tav>
                                      </p:tavLst>
                                    </p:anim>
                                    <p:anim calcmode="lin" valueType="num">
                                      <p:cBhvr additive="base">
                                        <p:cTn id="79" dur="500" fill="hold"/>
                                        <p:tgtEl>
                                          <p:spTgt spid="12"/>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nodeType="after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p:cTn id="83" dur="500" fill="hold"/>
                                        <p:tgtEl>
                                          <p:spTgt spid="20"/>
                                        </p:tgtEl>
                                        <p:attrNameLst>
                                          <p:attrName>ppt_w</p:attrName>
                                        </p:attrNameLst>
                                      </p:cBhvr>
                                      <p:tavLst>
                                        <p:tav tm="0">
                                          <p:val>
                                            <p:fltVal val="0"/>
                                          </p:val>
                                        </p:tav>
                                        <p:tav tm="100000">
                                          <p:val>
                                            <p:strVal val="#ppt_w"/>
                                          </p:val>
                                        </p:tav>
                                      </p:tavLst>
                                    </p:anim>
                                    <p:anim calcmode="lin" valueType="num">
                                      <p:cBhvr>
                                        <p:cTn id="84" dur="500" fill="hold"/>
                                        <p:tgtEl>
                                          <p:spTgt spid="20"/>
                                        </p:tgtEl>
                                        <p:attrNameLst>
                                          <p:attrName>ppt_h</p:attrName>
                                        </p:attrNameLst>
                                      </p:cBhvr>
                                      <p:tavLst>
                                        <p:tav tm="0">
                                          <p:val>
                                            <p:fltVal val="0"/>
                                          </p:val>
                                        </p:tav>
                                        <p:tav tm="100000">
                                          <p:val>
                                            <p:strVal val="#ppt_h"/>
                                          </p:val>
                                        </p:tav>
                                      </p:tavLst>
                                    </p:anim>
                                    <p:animEffect transition="in" filter="fade">
                                      <p:cBhvr>
                                        <p:cTn id="85" dur="500"/>
                                        <p:tgtEl>
                                          <p:spTgt spid="20"/>
                                        </p:tgtEl>
                                      </p:cBhvr>
                                    </p:animEffect>
                                  </p:childTnLst>
                                </p:cTn>
                              </p:par>
                              <p:par>
                                <p:cTn id="86" presetID="2" presetClass="entr" presetSubtype="4" accel="50000" decel="50000" fill="hold" nodeType="withEffect">
                                  <p:stCondLst>
                                    <p:cond delay="0"/>
                                  </p:stCondLst>
                                  <p:childTnLst>
                                    <p:set>
                                      <p:cBhvr>
                                        <p:cTn id="87" dur="1" fill="hold">
                                          <p:stCondLst>
                                            <p:cond delay="0"/>
                                          </p:stCondLst>
                                        </p:cTn>
                                        <p:tgtEl>
                                          <p:spTgt spid="13"/>
                                        </p:tgtEl>
                                        <p:attrNameLst>
                                          <p:attrName>style.visibility</p:attrName>
                                        </p:attrNameLst>
                                      </p:cBhvr>
                                      <p:to>
                                        <p:strVal val="visible"/>
                                      </p:to>
                                    </p:set>
                                    <p:anim calcmode="lin" valueType="num">
                                      <p:cBhvr additive="base">
                                        <p:cTn id="88" dur="500" fill="hold"/>
                                        <p:tgtEl>
                                          <p:spTgt spid="13"/>
                                        </p:tgtEl>
                                        <p:attrNameLst>
                                          <p:attrName>ppt_x</p:attrName>
                                        </p:attrNameLst>
                                      </p:cBhvr>
                                      <p:tavLst>
                                        <p:tav tm="0">
                                          <p:val>
                                            <p:strVal val="#ppt_x"/>
                                          </p:val>
                                        </p:tav>
                                        <p:tav tm="100000">
                                          <p:val>
                                            <p:strVal val="#ppt_x"/>
                                          </p:val>
                                        </p:tav>
                                      </p:tavLst>
                                    </p:anim>
                                    <p:anim calcmode="lin" valueType="num">
                                      <p:cBhvr additive="base">
                                        <p:cTn id="89" dur="500" fill="hold"/>
                                        <p:tgtEl>
                                          <p:spTgt spid="13"/>
                                        </p:tgtEl>
                                        <p:attrNameLst>
                                          <p:attrName>ppt_y</p:attrName>
                                        </p:attrNameLst>
                                      </p:cBhvr>
                                      <p:tavLst>
                                        <p:tav tm="0">
                                          <p:val>
                                            <p:strVal val="1+#ppt_h/2"/>
                                          </p:val>
                                        </p:tav>
                                        <p:tav tm="100000">
                                          <p:val>
                                            <p:strVal val="#ppt_y"/>
                                          </p:val>
                                        </p:tav>
                                      </p:tavLst>
                                    </p:anim>
                                  </p:childTnLst>
                                </p:cTn>
                              </p:par>
                            </p:childTnLst>
                          </p:cTn>
                        </p:par>
                        <p:par>
                          <p:cTn id="90" fill="hold">
                            <p:stCondLst>
                              <p:cond delay="8500"/>
                            </p:stCondLst>
                            <p:childTnLst>
                              <p:par>
                                <p:cTn id="91" presetID="53" presetClass="entr" presetSubtype="0" fill="hold" nodeType="afterEffect">
                                  <p:stCondLst>
                                    <p:cond delay="0"/>
                                  </p:stCondLst>
                                  <p:childTnLst>
                                    <p:set>
                                      <p:cBhvr>
                                        <p:cTn id="92" dur="1" fill="hold">
                                          <p:stCondLst>
                                            <p:cond delay="0"/>
                                          </p:stCondLst>
                                        </p:cTn>
                                        <p:tgtEl>
                                          <p:spTgt spid="18"/>
                                        </p:tgtEl>
                                        <p:attrNameLst>
                                          <p:attrName>style.visibility</p:attrName>
                                        </p:attrNameLst>
                                      </p:cBhvr>
                                      <p:to>
                                        <p:strVal val="visible"/>
                                      </p:to>
                                    </p:set>
                                    <p:anim calcmode="lin" valueType="num">
                                      <p:cBhvr>
                                        <p:cTn id="93" dur="500" fill="hold"/>
                                        <p:tgtEl>
                                          <p:spTgt spid="18"/>
                                        </p:tgtEl>
                                        <p:attrNameLst>
                                          <p:attrName>ppt_w</p:attrName>
                                        </p:attrNameLst>
                                      </p:cBhvr>
                                      <p:tavLst>
                                        <p:tav tm="0">
                                          <p:val>
                                            <p:fltVal val="0"/>
                                          </p:val>
                                        </p:tav>
                                        <p:tav tm="100000">
                                          <p:val>
                                            <p:strVal val="#ppt_w"/>
                                          </p:val>
                                        </p:tav>
                                      </p:tavLst>
                                    </p:anim>
                                    <p:anim calcmode="lin" valueType="num">
                                      <p:cBhvr>
                                        <p:cTn id="94" dur="500" fill="hold"/>
                                        <p:tgtEl>
                                          <p:spTgt spid="18"/>
                                        </p:tgtEl>
                                        <p:attrNameLst>
                                          <p:attrName>ppt_h</p:attrName>
                                        </p:attrNameLst>
                                      </p:cBhvr>
                                      <p:tavLst>
                                        <p:tav tm="0">
                                          <p:val>
                                            <p:fltVal val="0"/>
                                          </p:val>
                                        </p:tav>
                                        <p:tav tm="100000">
                                          <p:val>
                                            <p:strVal val="#ppt_h"/>
                                          </p:val>
                                        </p:tav>
                                      </p:tavLst>
                                    </p:anim>
                                    <p:animEffect transition="in" filter="fade">
                                      <p:cBhvr>
                                        <p:cTn id="95" dur="500"/>
                                        <p:tgtEl>
                                          <p:spTgt spid="18"/>
                                        </p:tgtEl>
                                      </p:cBhvr>
                                    </p:animEffect>
                                  </p:childTnLst>
                                </p:cTn>
                              </p:par>
                              <p:par>
                                <p:cTn id="96" presetID="2" presetClass="entr" presetSubtype="4" accel="50000" decel="50000" fill="hold" nodeType="withEffect">
                                  <p:stCondLst>
                                    <p:cond delay="0"/>
                                  </p:stCondLst>
                                  <p:childTnLst>
                                    <p:set>
                                      <p:cBhvr>
                                        <p:cTn id="97" dur="1" fill="hold">
                                          <p:stCondLst>
                                            <p:cond delay="0"/>
                                          </p:stCondLst>
                                        </p:cTn>
                                        <p:tgtEl>
                                          <p:spTgt spid="14"/>
                                        </p:tgtEl>
                                        <p:attrNameLst>
                                          <p:attrName>style.visibility</p:attrName>
                                        </p:attrNameLst>
                                      </p:cBhvr>
                                      <p:to>
                                        <p:strVal val="visible"/>
                                      </p:to>
                                    </p:set>
                                    <p:anim calcmode="lin" valueType="num">
                                      <p:cBhvr additive="base">
                                        <p:cTn id="98" dur="500" fill="hold"/>
                                        <p:tgtEl>
                                          <p:spTgt spid="14"/>
                                        </p:tgtEl>
                                        <p:attrNameLst>
                                          <p:attrName>ppt_x</p:attrName>
                                        </p:attrNameLst>
                                      </p:cBhvr>
                                      <p:tavLst>
                                        <p:tav tm="0">
                                          <p:val>
                                            <p:strVal val="#ppt_x"/>
                                          </p:val>
                                        </p:tav>
                                        <p:tav tm="100000">
                                          <p:val>
                                            <p:strVal val="#ppt_x"/>
                                          </p:val>
                                        </p:tav>
                                      </p:tavLst>
                                    </p:anim>
                                    <p:anim calcmode="lin" valueType="num">
                                      <p:cBhvr additive="base">
                                        <p:cTn id="99" dur="500" fill="hold"/>
                                        <p:tgtEl>
                                          <p:spTgt spid="14"/>
                                        </p:tgtEl>
                                        <p:attrNameLst>
                                          <p:attrName>ppt_y</p:attrName>
                                        </p:attrNameLst>
                                      </p:cBhvr>
                                      <p:tavLst>
                                        <p:tav tm="0">
                                          <p:val>
                                            <p:strVal val="1+#ppt_h/2"/>
                                          </p:val>
                                        </p:tav>
                                        <p:tav tm="100000">
                                          <p:val>
                                            <p:strVal val="#ppt_y"/>
                                          </p:val>
                                        </p:tav>
                                      </p:tavLst>
                                    </p:anim>
                                  </p:childTnLst>
                                </p:cTn>
                              </p:par>
                            </p:childTnLst>
                          </p:cTn>
                        </p:par>
                        <p:par>
                          <p:cTn id="100" fill="hold">
                            <p:stCondLst>
                              <p:cond delay="9000"/>
                            </p:stCondLst>
                            <p:childTnLst>
                              <p:par>
                                <p:cTn id="101" presetID="53" presetClass="entr" presetSubtype="0" fill="hold" nodeType="afterEffect">
                                  <p:stCondLst>
                                    <p:cond delay="0"/>
                                  </p:stCondLst>
                                  <p:childTnLst>
                                    <p:set>
                                      <p:cBhvr>
                                        <p:cTn id="102" dur="1" fill="hold">
                                          <p:stCondLst>
                                            <p:cond delay="0"/>
                                          </p:stCondLst>
                                        </p:cTn>
                                        <p:tgtEl>
                                          <p:spTgt spid="16"/>
                                        </p:tgtEl>
                                        <p:attrNameLst>
                                          <p:attrName>style.visibility</p:attrName>
                                        </p:attrNameLst>
                                      </p:cBhvr>
                                      <p:to>
                                        <p:strVal val="visible"/>
                                      </p:to>
                                    </p:set>
                                    <p:anim calcmode="lin" valueType="num">
                                      <p:cBhvr>
                                        <p:cTn id="103" dur="500" fill="hold"/>
                                        <p:tgtEl>
                                          <p:spTgt spid="16"/>
                                        </p:tgtEl>
                                        <p:attrNameLst>
                                          <p:attrName>ppt_w</p:attrName>
                                        </p:attrNameLst>
                                      </p:cBhvr>
                                      <p:tavLst>
                                        <p:tav tm="0">
                                          <p:val>
                                            <p:fltVal val="0"/>
                                          </p:val>
                                        </p:tav>
                                        <p:tav tm="100000">
                                          <p:val>
                                            <p:strVal val="#ppt_w"/>
                                          </p:val>
                                        </p:tav>
                                      </p:tavLst>
                                    </p:anim>
                                    <p:anim calcmode="lin" valueType="num">
                                      <p:cBhvr>
                                        <p:cTn id="104" dur="500" fill="hold"/>
                                        <p:tgtEl>
                                          <p:spTgt spid="16"/>
                                        </p:tgtEl>
                                        <p:attrNameLst>
                                          <p:attrName>ppt_h</p:attrName>
                                        </p:attrNameLst>
                                      </p:cBhvr>
                                      <p:tavLst>
                                        <p:tav tm="0">
                                          <p:val>
                                            <p:fltVal val="0"/>
                                          </p:val>
                                        </p:tav>
                                        <p:tav tm="100000">
                                          <p:val>
                                            <p:strVal val="#ppt_h"/>
                                          </p:val>
                                        </p:tav>
                                      </p:tavLst>
                                    </p:anim>
                                    <p:animEffect transition="in" filter="fade">
                                      <p:cBhvr>
                                        <p:cTn id="105" dur="500"/>
                                        <p:tgtEl>
                                          <p:spTgt spid="16"/>
                                        </p:tgtEl>
                                      </p:cBhvr>
                                    </p:animEffect>
                                  </p:childTnLst>
                                </p:cTn>
                              </p:par>
                              <p:par>
                                <p:cTn id="106" presetID="2" presetClass="entr" presetSubtype="4" accel="50000" decel="50000" fill="hold" nodeType="withEffect">
                                  <p:stCondLst>
                                    <p:cond delay="0"/>
                                  </p:stCondLst>
                                  <p:childTnLst>
                                    <p:set>
                                      <p:cBhvr>
                                        <p:cTn id="107" dur="1" fill="hold">
                                          <p:stCondLst>
                                            <p:cond delay="0"/>
                                          </p:stCondLst>
                                        </p:cTn>
                                        <p:tgtEl>
                                          <p:spTgt spid="15"/>
                                        </p:tgtEl>
                                        <p:attrNameLst>
                                          <p:attrName>style.visibility</p:attrName>
                                        </p:attrNameLst>
                                      </p:cBhvr>
                                      <p:to>
                                        <p:strVal val="visible"/>
                                      </p:to>
                                    </p:set>
                                    <p:anim calcmode="lin" valueType="num">
                                      <p:cBhvr additive="base">
                                        <p:cTn id="108" dur="500" fill="hold"/>
                                        <p:tgtEl>
                                          <p:spTgt spid="15"/>
                                        </p:tgtEl>
                                        <p:attrNameLst>
                                          <p:attrName>ppt_x</p:attrName>
                                        </p:attrNameLst>
                                      </p:cBhvr>
                                      <p:tavLst>
                                        <p:tav tm="0">
                                          <p:val>
                                            <p:strVal val="#ppt_x"/>
                                          </p:val>
                                        </p:tav>
                                        <p:tav tm="100000">
                                          <p:val>
                                            <p:strVal val="#ppt_x"/>
                                          </p:val>
                                        </p:tav>
                                      </p:tavLst>
                                    </p:anim>
                                    <p:anim calcmode="lin" valueType="num">
                                      <p:cBhvr additive="base">
                                        <p:cTn id="109" dur="500" fill="hold"/>
                                        <p:tgtEl>
                                          <p:spTgt spid="15"/>
                                        </p:tgtEl>
                                        <p:attrNameLst>
                                          <p:attrName>ppt_y</p:attrName>
                                        </p:attrNameLst>
                                      </p:cBhvr>
                                      <p:tavLst>
                                        <p:tav tm="0">
                                          <p:val>
                                            <p:strVal val="1+#ppt_h/2"/>
                                          </p:val>
                                        </p:tav>
                                        <p:tav tm="100000">
                                          <p:val>
                                            <p:strVal val="#ppt_y"/>
                                          </p:val>
                                        </p:tav>
                                      </p:tavLst>
                                    </p:anim>
                                  </p:childTnLst>
                                </p:cTn>
                              </p:par>
                            </p:childTnLst>
                          </p:cTn>
                        </p:par>
                        <p:par>
                          <p:cTn id="110" fill="hold">
                            <p:stCondLst>
                              <p:cond delay="9500"/>
                            </p:stCondLst>
                            <p:childTnLst>
                              <p:par>
                                <p:cTn id="111" presetID="13" presetClass="entr" presetSubtype="16" fill="hold" nodeType="afterEffect">
                                  <p:stCondLst>
                                    <p:cond delay="0"/>
                                  </p:stCondLst>
                                  <p:childTnLst>
                                    <p:set>
                                      <p:cBhvr>
                                        <p:cTn id="112" dur="1" fill="hold">
                                          <p:stCondLst>
                                            <p:cond delay="0"/>
                                          </p:stCondLst>
                                        </p:cTn>
                                        <p:tgtEl>
                                          <p:spTgt spid="69"/>
                                        </p:tgtEl>
                                        <p:attrNameLst>
                                          <p:attrName>style.visibility</p:attrName>
                                        </p:attrNameLst>
                                      </p:cBhvr>
                                      <p:to>
                                        <p:strVal val="visible"/>
                                      </p:to>
                                    </p:set>
                                    <p:animEffect transition="in" filter="plus(in)">
                                      <p:cBhvr>
                                        <p:cTn id="113" dur="500"/>
                                        <p:tgtEl>
                                          <p:spTgt spid="69"/>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68"/>
                                        </p:tgtEl>
                                        <p:attrNameLst>
                                          <p:attrName>style.visibility</p:attrName>
                                        </p:attrNameLst>
                                      </p:cBhvr>
                                      <p:to>
                                        <p:strVal val="visible"/>
                                      </p:to>
                                    </p:set>
                                    <p:animEffect transition="in" filter="fade">
                                      <p:cBhvr>
                                        <p:cTn id="116"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144" grpId="0"/>
      <p:bldP spid="145" grpId="0"/>
      <p:bldP spid="146" grpId="0"/>
      <p:bldP spid="147" grpId="0"/>
      <p:bldP spid="148" grpId="0"/>
      <p:bldP spid="149" grpId="0"/>
      <p:bldP spid="68"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Bar Infographic</a:t>
            </a:r>
            <a:endParaRPr lang="en-US" dirty="0"/>
          </a:p>
        </p:txBody>
      </p:sp>
      <p:sp>
        <p:nvSpPr>
          <p:cNvPr id="4" name="Text Placeholder 3"/>
          <p:cNvSpPr>
            <a:spLocks noGrp="1"/>
          </p:cNvSpPr>
          <p:nvPr>
            <p:ph type="body" sz="half" idx="2"/>
          </p:nvPr>
        </p:nvSpPr>
        <p:spPr/>
        <p:txBody>
          <a:bodyPr/>
          <a:lstStyle/>
          <a:p>
            <a:r>
              <a:rPr lang="en-US"/>
              <a:t>Bar Infographic</a:t>
            </a:r>
            <a:endParaRPr lang="en-US" dirty="0"/>
          </a:p>
        </p:txBody>
      </p:sp>
      <p:sp>
        <p:nvSpPr>
          <p:cNvPr id="38" name="Slide Number Placeholder 37"/>
          <p:cNvSpPr>
            <a:spLocks noGrp="1"/>
          </p:cNvSpPr>
          <p:nvPr>
            <p:ph type="sldNum" sz="quarter" idx="12"/>
          </p:nvPr>
        </p:nvSpPr>
        <p:spPr/>
        <p:txBody>
          <a:bodyPr/>
          <a:lstStyle/>
          <a:p>
            <a:fld id="{C136B7D2-B98C-44FD-8D04-7EC62A564975}" type="slidenum">
              <a:rPr lang="en-US" smtClean="0"/>
              <a:pPr/>
              <a:t>304</a:t>
            </a:fld>
            <a:endParaRPr lang="en-US" dirty="0"/>
          </a:p>
        </p:txBody>
      </p:sp>
      <p:sp>
        <p:nvSpPr>
          <p:cNvPr id="33" name="Round Same Side Corner Rectangle 32"/>
          <p:cNvSpPr/>
          <p:nvPr/>
        </p:nvSpPr>
        <p:spPr>
          <a:xfrm>
            <a:off x="4800600" y="141605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ound Same Side Corner Rectangle 40"/>
          <p:cNvSpPr/>
          <p:nvPr/>
        </p:nvSpPr>
        <p:spPr>
          <a:xfrm>
            <a:off x="5376672" y="141605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ound Same Side Corner Rectangle 44"/>
          <p:cNvSpPr/>
          <p:nvPr/>
        </p:nvSpPr>
        <p:spPr>
          <a:xfrm>
            <a:off x="5952744" y="141605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ound Same Side Corner Rectangle 49"/>
          <p:cNvSpPr/>
          <p:nvPr/>
        </p:nvSpPr>
        <p:spPr>
          <a:xfrm>
            <a:off x="6528816" y="141605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ound Same Side Corner Rectangle 54"/>
          <p:cNvSpPr/>
          <p:nvPr/>
        </p:nvSpPr>
        <p:spPr>
          <a:xfrm>
            <a:off x="7104888" y="141605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Round Same Side Corner Rectangle 58"/>
          <p:cNvSpPr/>
          <p:nvPr/>
        </p:nvSpPr>
        <p:spPr>
          <a:xfrm>
            <a:off x="7680960" y="141605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TextBox 61"/>
          <p:cNvSpPr txBox="1"/>
          <p:nvPr/>
        </p:nvSpPr>
        <p:spPr>
          <a:xfrm>
            <a:off x="2042160" y="1798675"/>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63" name="TextBox 62"/>
          <p:cNvSpPr txBox="1"/>
          <p:nvPr/>
        </p:nvSpPr>
        <p:spPr>
          <a:xfrm>
            <a:off x="1012736" y="1492250"/>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65" name="Rectangle 64"/>
          <p:cNvSpPr/>
          <p:nvPr/>
        </p:nvSpPr>
        <p:spPr>
          <a:xfrm>
            <a:off x="994965" y="1771422"/>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68" name="TextBox 67"/>
          <p:cNvSpPr txBox="1"/>
          <p:nvPr/>
        </p:nvSpPr>
        <p:spPr>
          <a:xfrm>
            <a:off x="1012736" y="2392261"/>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grpSp>
        <p:nvGrpSpPr>
          <p:cNvPr id="3" name="Group 117"/>
          <p:cNvGrpSpPr/>
          <p:nvPr/>
        </p:nvGrpSpPr>
        <p:grpSpPr>
          <a:xfrm>
            <a:off x="4747862" y="3954465"/>
            <a:ext cx="3387661" cy="326350"/>
            <a:chOff x="4747862" y="3954465"/>
            <a:chExt cx="3387661" cy="326350"/>
          </a:xfrm>
        </p:grpSpPr>
        <p:cxnSp>
          <p:nvCxnSpPr>
            <p:cNvPr id="78" name="Straight Connector 77"/>
            <p:cNvCxnSpPr/>
            <p:nvPr/>
          </p:nvCxnSpPr>
          <p:spPr>
            <a:xfrm>
              <a:off x="4800600" y="4004858"/>
              <a:ext cx="3261360" cy="1588"/>
            </a:xfrm>
            <a:prstGeom prst="line">
              <a:avLst/>
            </a:prstGeom>
            <a:ln w="12700">
              <a:solidFill>
                <a:schemeClr val="tx1">
                  <a:lumMod val="25000"/>
                  <a:lumOff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9" name="Oval 68"/>
            <p:cNvSpPr/>
            <p:nvPr/>
          </p:nvSpPr>
          <p:spPr>
            <a:xfrm>
              <a:off x="4943044" y="3954465"/>
              <a:ext cx="96113" cy="961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Oval 69"/>
            <p:cNvSpPr/>
            <p:nvPr/>
          </p:nvSpPr>
          <p:spPr>
            <a:xfrm>
              <a:off x="5519116" y="3954465"/>
              <a:ext cx="96113" cy="961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Oval 72"/>
            <p:cNvSpPr/>
            <p:nvPr/>
          </p:nvSpPr>
          <p:spPr>
            <a:xfrm>
              <a:off x="6095188" y="3954465"/>
              <a:ext cx="96113" cy="961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Oval 73"/>
            <p:cNvSpPr/>
            <p:nvPr/>
          </p:nvSpPr>
          <p:spPr>
            <a:xfrm>
              <a:off x="6671260" y="3954465"/>
              <a:ext cx="96113" cy="961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Oval 74"/>
            <p:cNvSpPr/>
            <p:nvPr/>
          </p:nvSpPr>
          <p:spPr>
            <a:xfrm>
              <a:off x="7247332" y="3954465"/>
              <a:ext cx="96113" cy="961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Oval 75"/>
            <p:cNvSpPr/>
            <p:nvPr/>
          </p:nvSpPr>
          <p:spPr>
            <a:xfrm>
              <a:off x="7823404" y="3954465"/>
              <a:ext cx="96113" cy="961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Text Placeholder 3"/>
            <p:cNvSpPr txBox="1">
              <a:spLocks/>
            </p:cNvSpPr>
            <p:nvPr/>
          </p:nvSpPr>
          <p:spPr>
            <a:xfrm>
              <a:off x="4747862"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2002</a:t>
              </a:r>
            </a:p>
          </p:txBody>
        </p:sp>
        <p:sp>
          <p:nvSpPr>
            <p:cNvPr id="80" name="Text Placeholder 3"/>
            <p:cNvSpPr txBox="1">
              <a:spLocks/>
            </p:cNvSpPr>
            <p:nvPr/>
          </p:nvSpPr>
          <p:spPr>
            <a:xfrm>
              <a:off x="5324931"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2008</a:t>
              </a:r>
            </a:p>
          </p:txBody>
        </p:sp>
        <p:sp>
          <p:nvSpPr>
            <p:cNvPr id="85" name="Text Placeholder 3"/>
            <p:cNvSpPr txBox="1">
              <a:spLocks/>
            </p:cNvSpPr>
            <p:nvPr/>
          </p:nvSpPr>
          <p:spPr>
            <a:xfrm>
              <a:off x="5902000"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2010</a:t>
              </a:r>
            </a:p>
          </p:txBody>
        </p:sp>
        <p:sp>
          <p:nvSpPr>
            <p:cNvPr id="86" name="Text Placeholder 3"/>
            <p:cNvSpPr txBox="1">
              <a:spLocks/>
            </p:cNvSpPr>
            <p:nvPr/>
          </p:nvSpPr>
          <p:spPr>
            <a:xfrm>
              <a:off x="6479069"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2012</a:t>
              </a:r>
            </a:p>
          </p:txBody>
        </p:sp>
        <p:sp>
          <p:nvSpPr>
            <p:cNvPr id="92" name="Text Placeholder 3"/>
            <p:cNvSpPr txBox="1">
              <a:spLocks/>
            </p:cNvSpPr>
            <p:nvPr/>
          </p:nvSpPr>
          <p:spPr>
            <a:xfrm>
              <a:off x="7056138"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2014</a:t>
              </a:r>
            </a:p>
          </p:txBody>
        </p:sp>
        <p:sp>
          <p:nvSpPr>
            <p:cNvPr id="93" name="Text Placeholder 3"/>
            <p:cNvSpPr txBox="1">
              <a:spLocks/>
            </p:cNvSpPr>
            <p:nvPr/>
          </p:nvSpPr>
          <p:spPr>
            <a:xfrm>
              <a:off x="7633205"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2015</a:t>
              </a:r>
            </a:p>
          </p:txBody>
        </p:sp>
      </p:grpSp>
      <p:sp>
        <p:nvSpPr>
          <p:cNvPr id="94" name="TextBox 93"/>
          <p:cNvSpPr txBox="1"/>
          <p:nvPr/>
        </p:nvSpPr>
        <p:spPr>
          <a:xfrm>
            <a:off x="1182712" y="3622990"/>
            <a:ext cx="656238" cy="307777"/>
          </a:xfrm>
          <a:prstGeom prst="rect">
            <a:avLst/>
          </a:prstGeom>
          <a:noFill/>
        </p:spPr>
        <p:txBody>
          <a:bodyPr wrap="square" lIns="0" tIns="0" rIns="0" bIns="0" rtlCol="0">
            <a:spAutoFit/>
          </a:bodyPr>
          <a:lstStyle/>
          <a:p>
            <a:pPr algn="ctr"/>
            <a:r>
              <a:rPr lang="en-US" b="1" dirty="0">
                <a:solidFill>
                  <a:schemeClr val="accent1"/>
                </a:solidFill>
              </a:rPr>
              <a:t>75%</a:t>
            </a:r>
          </a:p>
        </p:txBody>
      </p:sp>
      <p:grpSp>
        <p:nvGrpSpPr>
          <p:cNvPr id="5" name="Group 90"/>
          <p:cNvGrpSpPr>
            <a:grpSpLocks noChangeAspect="1"/>
          </p:cNvGrpSpPr>
          <p:nvPr/>
        </p:nvGrpSpPr>
        <p:grpSpPr>
          <a:xfrm>
            <a:off x="1907494" y="3473450"/>
            <a:ext cx="606930" cy="606928"/>
            <a:chOff x="4046972" y="1821242"/>
            <a:chExt cx="751216" cy="751214"/>
          </a:xfrm>
        </p:grpSpPr>
        <p:sp>
          <p:nvSpPr>
            <p:cNvPr id="96" name="Oval 95"/>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179"/>
            <p:cNvGrpSpPr/>
            <p:nvPr/>
          </p:nvGrpSpPr>
          <p:grpSpPr>
            <a:xfrm>
              <a:off x="4321607" y="1938430"/>
              <a:ext cx="201944" cy="516839"/>
              <a:chOff x="5054600" y="1652588"/>
              <a:chExt cx="187325" cy="479424"/>
            </a:xfrm>
            <a:solidFill>
              <a:schemeClr val="bg1"/>
            </a:solidFill>
          </p:grpSpPr>
          <p:sp>
            <p:nvSpPr>
              <p:cNvPr id="9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7" name="Group 91"/>
          <p:cNvGrpSpPr>
            <a:grpSpLocks noChangeAspect="1"/>
          </p:cNvGrpSpPr>
          <p:nvPr/>
        </p:nvGrpSpPr>
        <p:grpSpPr>
          <a:xfrm>
            <a:off x="2592027" y="3473450"/>
            <a:ext cx="606930" cy="606928"/>
            <a:chOff x="5397701" y="1821242"/>
            <a:chExt cx="751216" cy="751214"/>
          </a:xfrm>
        </p:grpSpPr>
        <p:sp>
          <p:nvSpPr>
            <p:cNvPr id="101" name="Oval 100"/>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184"/>
            <p:cNvGrpSpPr/>
            <p:nvPr/>
          </p:nvGrpSpPr>
          <p:grpSpPr>
            <a:xfrm>
              <a:off x="5653784" y="1940300"/>
              <a:ext cx="238994" cy="513083"/>
              <a:chOff x="6213475" y="1668463"/>
              <a:chExt cx="227013" cy="487362"/>
            </a:xfrm>
            <a:solidFill>
              <a:schemeClr val="bg1"/>
            </a:solidFill>
          </p:grpSpPr>
          <p:sp>
            <p:nvSpPr>
              <p:cNvPr id="103"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05" name="TextBox 104"/>
          <p:cNvSpPr txBox="1"/>
          <p:nvPr/>
        </p:nvSpPr>
        <p:spPr>
          <a:xfrm>
            <a:off x="3224478" y="3622990"/>
            <a:ext cx="656238" cy="307777"/>
          </a:xfrm>
          <a:prstGeom prst="rect">
            <a:avLst/>
          </a:prstGeom>
          <a:noFill/>
        </p:spPr>
        <p:txBody>
          <a:bodyPr wrap="square" lIns="0" tIns="0" rIns="0" bIns="0" rtlCol="0">
            <a:spAutoFit/>
          </a:bodyPr>
          <a:lstStyle/>
          <a:p>
            <a:pPr algn="ctr"/>
            <a:r>
              <a:rPr lang="en-US" b="1" dirty="0">
                <a:solidFill>
                  <a:schemeClr val="accent4"/>
                </a:solidFill>
              </a:rPr>
              <a:t>95%</a:t>
            </a:r>
          </a:p>
        </p:txBody>
      </p:sp>
      <p:grpSp>
        <p:nvGrpSpPr>
          <p:cNvPr id="9" name="Group 116"/>
          <p:cNvGrpSpPr/>
          <p:nvPr/>
        </p:nvGrpSpPr>
        <p:grpSpPr>
          <a:xfrm>
            <a:off x="4747862" y="2976436"/>
            <a:ext cx="502318" cy="801814"/>
            <a:chOff x="4747862" y="2976436"/>
            <a:chExt cx="502318" cy="801814"/>
          </a:xfrm>
        </p:grpSpPr>
        <p:sp>
          <p:nvSpPr>
            <p:cNvPr id="32" name="Round Same Side Corner Rectangle 31"/>
            <p:cNvSpPr/>
            <p:nvPr/>
          </p:nvSpPr>
          <p:spPr>
            <a:xfrm>
              <a:off x="4800600" y="2976436"/>
              <a:ext cx="381000" cy="80181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Text Placeholder 3"/>
            <p:cNvSpPr txBox="1">
              <a:spLocks/>
            </p:cNvSpPr>
            <p:nvPr/>
          </p:nvSpPr>
          <p:spPr>
            <a:xfrm>
              <a:off x="4747862" y="311531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10" name="Group 115"/>
          <p:cNvGrpSpPr/>
          <p:nvPr/>
        </p:nvGrpSpPr>
        <p:grpSpPr>
          <a:xfrm>
            <a:off x="5315406" y="2330450"/>
            <a:ext cx="502318" cy="1447800"/>
            <a:chOff x="5315406" y="2330450"/>
            <a:chExt cx="502318" cy="1447800"/>
          </a:xfrm>
        </p:grpSpPr>
        <p:sp>
          <p:nvSpPr>
            <p:cNvPr id="42" name="Round Same Side Corner Rectangle 41"/>
            <p:cNvSpPr/>
            <p:nvPr/>
          </p:nvSpPr>
          <p:spPr>
            <a:xfrm>
              <a:off x="5376672" y="2330450"/>
              <a:ext cx="381000" cy="1447800"/>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Text Placeholder 3"/>
            <p:cNvSpPr txBox="1">
              <a:spLocks/>
            </p:cNvSpPr>
            <p:nvPr/>
          </p:nvSpPr>
          <p:spPr>
            <a:xfrm>
              <a:off x="5315406" y="2469515"/>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11" name="Group 114"/>
          <p:cNvGrpSpPr/>
          <p:nvPr/>
        </p:nvGrpSpPr>
        <p:grpSpPr>
          <a:xfrm>
            <a:off x="5902000" y="2025650"/>
            <a:ext cx="502318" cy="1752600"/>
            <a:chOff x="5902000" y="2025650"/>
            <a:chExt cx="502318" cy="1752600"/>
          </a:xfrm>
        </p:grpSpPr>
        <p:sp>
          <p:nvSpPr>
            <p:cNvPr id="47" name="Round Same Side Corner Rectangle 46"/>
            <p:cNvSpPr/>
            <p:nvPr/>
          </p:nvSpPr>
          <p:spPr>
            <a:xfrm>
              <a:off x="5952744" y="2025650"/>
              <a:ext cx="381000" cy="1752600"/>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Text Placeholder 3"/>
            <p:cNvSpPr txBox="1">
              <a:spLocks/>
            </p:cNvSpPr>
            <p:nvPr/>
          </p:nvSpPr>
          <p:spPr>
            <a:xfrm>
              <a:off x="5902000" y="21780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70%</a:t>
              </a:r>
            </a:p>
          </p:txBody>
        </p:sp>
      </p:grpSp>
      <p:grpSp>
        <p:nvGrpSpPr>
          <p:cNvPr id="12" name="Group 113"/>
          <p:cNvGrpSpPr/>
          <p:nvPr/>
        </p:nvGrpSpPr>
        <p:grpSpPr>
          <a:xfrm>
            <a:off x="6472719" y="1416050"/>
            <a:ext cx="502318" cy="2362200"/>
            <a:chOff x="6472719" y="1416050"/>
            <a:chExt cx="502318" cy="2362200"/>
          </a:xfrm>
        </p:grpSpPr>
        <p:sp>
          <p:nvSpPr>
            <p:cNvPr id="51" name="Round Same Side Corner Rectangle 50"/>
            <p:cNvSpPr/>
            <p:nvPr/>
          </p:nvSpPr>
          <p:spPr>
            <a:xfrm>
              <a:off x="6528816" y="1416050"/>
              <a:ext cx="381000" cy="2362200"/>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Text Placeholder 3"/>
            <p:cNvSpPr txBox="1">
              <a:spLocks/>
            </p:cNvSpPr>
            <p:nvPr/>
          </p:nvSpPr>
          <p:spPr>
            <a:xfrm>
              <a:off x="6472719" y="15684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100%</a:t>
              </a:r>
            </a:p>
          </p:txBody>
        </p:sp>
      </p:grpSp>
      <p:grpSp>
        <p:nvGrpSpPr>
          <p:cNvPr id="13" name="Group 112"/>
          <p:cNvGrpSpPr/>
          <p:nvPr/>
        </p:nvGrpSpPr>
        <p:grpSpPr>
          <a:xfrm>
            <a:off x="7041482" y="2662277"/>
            <a:ext cx="502318" cy="1115973"/>
            <a:chOff x="7041482" y="2662277"/>
            <a:chExt cx="502318" cy="1115973"/>
          </a:xfrm>
        </p:grpSpPr>
        <p:sp>
          <p:nvSpPr>
            <p:cNvPr id="56" name="Round Same Side Corner Rectangle 55"/>
            <p:cNvSpPr/>
            <p:nvPr/>
          </p:nvSpPr>
          <p:spPr>
            <a:xfrm>
              <a:off x="7104888" y="2662277"/>
              <a:ext cx="381000" cy="1115973"/>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Text Placeholder 3"/>
            <p:cNvSpPr txBox="1">
              <a:spLocks/>
            </p:cNvSpPr>
            <p:nvPr/>
          </p:nvSpPr>
          <p:spPr>
            <a:xfrm>
              <a:off x="7041482" y="27876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30%</a:t>
              </a:r>
            </a:p>
          </p:txBody>
        </p:sp>
      </p:grpSp>
      <p:grpSp>
        <p:nvGrpSpPr>
          <p:cNvPr id="14" name="Group 111"/>
          <p:cNvGrpSpPr/>
          <p:nvPr/>
        </p:nvGrpSpPr>
        <p:grpSpPr>
          <a:xfrm>
            <a:off x="7633205" y="2330450"/>
            <a:ext cx="502318" cy="1447800"/>
            <a:chOff x="7633205" y="2330450"/>
            <a:chExt cx="502318" cy="1447800"/>
          </a:xfrm>
        </p:grpSpPr>
        <p:sp>
          <p:nvSpPr>
            <p:cNvPr id="60" name="Round Same Side Corner Rectangle 59"/>
            <p:cNvSpPr/>
            <p:nvPr/>
          </p:nvSpPr>
          <p:spPr>
            <a:xfrm>
              <a:off x="7680960" y="2330450"/>
              <a:ext cx="381000" cy="1447800"/>
            </a:xfrm>
            <a:prstGeom prst="round2SameRect">
              <a:avLst>
                <a:gd name="adj1" fmla="val 50000"/>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Text Placeholder 3"/>
            <p:cNvSpPr txBox="1">
              <a:spLocks/>
            </p:cNvSpPr>
            <p:nvPr/>
          </p:nvSpPr>
          <p:spPr>
            <a:xfrm>
              <a:off x="7633205" y="2492999"/>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65%</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1000"/>
                                        <p:tgtEl>
                                          <p:spTgt spid="3"/>
                                        </p:tgtEl>
                                      </p:cBhvr>
                                    </p:animEffect>
                                  </p:childTnLst>
                                </p:cTn>
                              </p:par>
                            </p:childTnLst>
                          </p:cTn>
                        </p:par>
                        <p:par>
                          <p:cTn id="8" fill="hold">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59"/>
                                        </p:tgtEl>
                                        <p:attrNameLst>
                                          <p:attrName>style.visibility</p:attrName>
                                        </p:attrNameLst>
                                      </p:cBhvr>
                                      <p:to>
                                        <p:strVal val="visible"/>
                                      </p:to>
                                    </p:set>
                                    <p:animEffect transition="in" filter="wipe(down)">
                                      <p:cBhvr>
                                        <p:cTn id="11" dur="1000"/>
                                        <p:tgtEl>
                                          <p:spTgt spid="59"/>
                                        </p:tgtEl>
                                      </p:cBhvr>
                                    </p:animEffect>
                                  </p:childTnLst>
                                </p:cTn>
                              </p:par>
                            </p:childTnLst>
                          </p:cTn>
                        </p:par>
                        <p:par>
                          <p:cTn id="12" fill="hold">
                            <p:stCondLst>
                              <p:cond delay="2000"/>
                            </p:stCondLst>
                            <p:childTnLst>
                              <p:par>
                                <p:cTn id="13" presetID="22" presetClass="entr" presetSubtype="4"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down)">
                                      <p:cBhvr>
                                        <p:cTn id="15" dur="1000"/>
                                        <p:tgtEl>
                                          <p:spTgt spid="14"/>
                                        </p:tgtEl>
                                      </p:cBhvr>
                                    </p:animEffect>
                                  </p:childTnLst>
                                </p:cTn>
                              </p:par>
                            </p:childTnLst>
                          </p:cTn>
                        </p:par>
                        <p:par>
                          <p:cTn id="16" fill="hold">
                            <p:stCondLst>
                              <p:cond delay="3000"/>
                            </p:stCondLst>
                            <p:childTnLst>
                              <p:par>
                                <p:cTn id="17" presetID="22" presetClass="entr" presetSubtype="4" fill="hold" grpId="0" nodeType="afterEffect">
                                  <p:stCondLst>
                                    <p:cond delay="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childTnLst>
                          </p:cTn>
                        </p:par>
                        <p:par>
                          <p:cTn id="20" fill="hold">
                            <p:stCondLst>
                              <p:cond delay="4000"/>
                            </p:stCondLst>
                            <p:childTnLst>
                              <p:par>
                                <p:cTn id="21" presetID="22" presetClass="entr" presetSubtype="4" fill="hold"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1000"/>
                                        <p:tgtEl>
                                          <p:spTgt spid="13"/>
                                        </p:tgtEl>
                                      </p:cBhvr>
                                    </p:animEffect>
                                  </p:childTnLst>
                                </p:cTn>
                              </p:par>
                            </p:childTnLst>
                          </p:cTn>
                        </p:par>
                        <p:par>
                          <p:cTn id="24" fill="hold">
                            <p:stCondLst>
                              <p:cond delay="5000"/>
                            </p:stCondLst>
                            <p:childTnLst>
                              <p:par>
                                <p:cTn id="25" presetID="22" presetClass="entr" presetSubtype="4"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wipe(down)">
                                      <p:cBhvr>
                                        <p:cTn id="27" dur="1000"/>
                                        <p:tgtEl>
                                          <p:spTgt spid="50"/>
                                        </p:tgtEl>
                                      </p:cBhvr>
                                    </p:animEffect>
                                  </p:childTnLst>
                                </p:cTn>
                              </p:par>
                            </p:childTnLst>
                          </p:cTn>
                        </p:par>
                        <p:par>
                          <p:cTn id="28" fill="hold">
                            <p:stCondLst>
                              <p:cond delay="6000"/>
                            </p:stCondLst>
                            <p:childTnLst>
                              <p:par>
                                <p:cTn id="29" presetID="22" presetClass="entr" presetSubtype="4" fill="hold"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wipe(down)">
                                      <p:cBhvr>
                                        <p:cTn id="31" dur="1000"/>
                                        <p:tgtEl>
                                          <p:spTgt spid="12"/>
                                        </p:tgtEl>
                                      </p:cBhvr>
                                    </p:animEffect>
                                  </p:childTnLst>
                                </p:cTn>
                              </p:par>
                            </p:childTnLst>
                          </p:cTn>
                        </p:par>
                        <p:par>
                          <p:cTn id="32" fill="hold">
                            <p:stCondLst>
                              <p:cond delay="7000"/>
                            </p:stCondLst>
                            <p:childTnLst>
                              <p:par>
                                <p:cTn id="33" presetID="22" presetClass="entr" presetSubtype="4" fill="hold" grpId="0" nodeType="after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wipe(down)">
                                      <p:cBhvr>
                                        <p:cTn id="35" dur="1000"/>
                                        <p:tgtEl>
                                          <p:spTgt spid="45"/>
                                        </p:tgtEl>
                                      </p:cBhvr>
                                    </p:animEffect>
                                  </p:childTnLst>
                                </p:cTn>
                              </p:par>
                            </p:childTnLst>
                          </p:cTn>
                        </p:par>
                        <p:par>
                          <p:cTn id="36" fill="hold">
                            <p:stCondLst>
                              <p:cond delay="8000"/>
                            </p:stCondLst>
                            <p:childTnLst>
                              <p:par>
                                <p:cTn id="37" presetID="22" presetClass="entr" presetSubtype="4"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down)">
                                      <p:cBhvr>
                                        <p:cTn id="39" dur="1000"/>
                                        <p:tgtEl>
                                          <p:spTgt spid="11"/>
                                        </p:tgtEl>
                                      </p:cBhvr>
                                    </p:animEffect>
                                  </p:childTnLst>
                                </p:cTn>
                              </p:par>
                            </p:childTnLst>
                          </p:cTn>
                        </p:par>
                        <p:par>
                          <p:cTn id="40" fill="hold">
                            <p:stCondLst>
                              <p:cond delay="9000"/>
                            </p:stCondLst>
                            <p:childTnLst>
                              <p:par>
                                <p:cTn id="41" presetID="22" presetClass="entr" presetSubtype="4"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wipe(down)">
                                      <p:cBhvr>
                                        <p:cTn id="43" dur="1000"/>
                                        <p:tgtEl>
                                          <p:spTgt spid="41"/>
                                        </p:tgtEl>
                                      </p:cBhvr>
                                    </p:animEffect>
                                  </p:childTnLst>
                                </p:cTn>
                              </p:par>
                            </p:childTnLst>
                          </p:cTn>
                        </p:par>
                        <p:par>
                          <p:cTn id="44" fill="hold">
                            <p:stCondLst>
                              <p:cond delay="10000"/>
                            </p:stCondLst>
                            <p:childTnLst>
                              <p:par>
                                <p:cTn id="45" presetID="22" presetClass="entr" presetSubtype="4" fill="hold" nodeType="after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wipe(down)">
                                      <p:cBhvr>
                                        <p:cTn id="47" dur="1000"/>
                                        <p:tgtEl>
                                          <p:spTgt spid="10"/>
                                        </p:tgtEl>
                                      </p:cBhvr>
                                    </p:animEffect>
                                  </p:childTnLst>
                                </p:cTn>
                              </p:par>
                            </p:childTnLst>
                          </p:cTn>
                        </p:par>
                        <p:par>
                          <p:cTn id="48" fill="hold">
                            <p:stCondLst>
                              <p:cond delay="11000"/>
                            </p:stCondLst>
                            <p:childTnLst>
                              <p:par>
                                <p:cTn id="49" presetID="22" presetClass="entr" presetSubtype="4" fill="hold" grpId="0" nodeType="after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wipe(down)">
                                      <p:cBhvr>
                                        <p:cTn id="51" dur="1000"/>
                                        <p:tgtEl>
                                          <p:spTgt spid="33"/>
                                        </p:tgtEl>
                                      </p:cBhvr>
                                    </p:animEffect>
                                  </p:childTnLst>
                                </p:cTn>
                              </p:par>
                            </p:childTnLst>
                          </p:cTn>
                        </p:par>
                        <p:par>
                          <p:cTn id="52" fill="hold">
                            <p:stCondLst>
                              <p:cond delay="12000"/>
                            </p:stCondLst>
                            <p:childTnLst>
                              <p:par>
                                <p:cTn id="53" presetID="22" presetClass="entr" presetSubtype="4" fill="hold" nodeType="after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wipe(down)">
                                      <p:cBhvr>
                                        <p:cTn id="55" dur="1000"/>
                                        <p:tgtEl>
                                          <p:spTgt spid="9"/>
                                        </p:tgtEl>
                                      </p:cBhvr>
                                    </p:animEffect>
                                  </p:childTnLst>
                                </p:cTn>
                              </p:par>
                            </p:childTnLst>
                          </p:cTn>
                        </p:par>
                        <p:par>
                          <p:cTn id="56" fill="hold">
                            <p:stCondLst>
                              <p:cond delay="13000"/>
                            </p:stCondLst>
                            <p:childTnLst>
                              <p:par>
                                <p:cTn id="57" presetID="22" presetClass="entr" presetSubtype="8" fill="hold" grpId="0" nodeType="afterEffect">
                                  <p:stCondLst>
                                    <p:cond delay="0"/>
                                  </p:stCondLst>
                                  <p:childTnLst>
                                    <p:set>
                                      <p:cBhvr>
                                        <p:cTn id="58" dur="1" fill="hold">
                                          <p:stCondLst>
                                            <p:cond delay="0"/>
                                          </p:stCondLst>
                                        </p:cTn>
                                        <p:tgtEl>
                                          <p:spTgt spid="63"/>
                                        </p:tgtEl>
                                        <p:attrNameLst>
                                          <p:attrName>style.visibility</p:attrName>
                                        </p:attrNameLst>
                                      </p:cBhvr>
                                      <p:to>
                                        <p:strVal val="visible"/>
                                      </p:to>
                                    </p:set>
                                    <p:animEffect transition="in" filter="wipe(left)">
                                      <p:cBhvr>
                                        <p:cTn id="59" dur="500"/>
                                        <p:tgtEl>
                                          <p:spTgt spid="63"/>
                                        </p:tgtEl>
                                      </p:cBhvr>
                                    </p:animEffect>
                                  </p:childTnLst>
                                </p:cTn>
                              </p:par>
                            </p:childTnLst>
                          </p:cTn>
                        </p:par>
                        <p:par>
                          <p:cTn id="60" fill="hold">
                            <p:stCondLst>
                              <p:cond delay="13500"/>
                            </p:stCondLst>
                            <p:childTnLst>
                              <p:par>
                                <p:cTn id="61" presetID="22" presetClass="entr" presetSubtype="4" fill="hold" grpId="0" nodeType="afterEffect">
                                  <p:stCondLst>
                                    <p:cond delay="0"/>
                                  </p:stCondLst>
                                  <p:childTnLst>
                                    <p:set>
                                      <p:cBhvr>
                                        <p:cTn id="62" dur="1" fill="hold">
                                          <p:stCondLst>
                                            <p:cond delay="0"/>
                                          </p:stCondLst>
                                        </p:cTn>
                                        <p:tgtEl>
                                          <p:spTgt spid="65"/>
                                        </p:tgtEl>
                                        <p:attrNameLst>
                                          <p:attrName>style.visibility</p:attrName>
                                        </p:attrNameLst>
                                      </p:cBhvr>
                                      <p:to>
                                        <p:strVal val="visible"/>
                                      </p:to>
                                    </p:set>
                                    <p:animEffect transition="in" filter="wipe(down)">
                                      <p:cBhvr>
                                        <p:cTn id="63" dur="500"/>
                                        <p:tgtEl>
                                          <p:spTgt spid="65"/>
                                        </p:tgtEl>
                                      </p:cBhvr>
                                    </p:animEffect>
                                  </p:childTnLst>
                                </p:cTn>
                              </p:par>
                            </p:childTnLst>
                          </p:cTn>
                        </p:par>
                        <p:par>
                          <p:cTn id="64" fill="hold">
                            <p:stCondLst>
                              <p:cond delay="14000"/>
                            </p:stCondLst>
                            <p:childTnLst>
                              <p:par>
                                <p:cTn id="65" presetID="22" presetClass="entr" presetSubtype="8" fill="hold" grpId="0" nodeType="after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wipe(left)">
                                      <p:cBhvr>
                                        <p:cTn id="67" dur="500"/>
                                        <p:tgtEl>
                                          <p:spTgt spid="62"/>
                                        </p:tgtEl>
                                      </p:cBhvr>
                                    </p:animEffect>
                                  </p:childTnLst>
                                </p:cTn>
                              </p:par>
                            </p:childTnLst>
                          </p:cTn>
                        </p:par>
                        <p:par>
                          <p:cTn id="68" fill="hold">
                            <p:stCondLst>
                              <p:cond delay="14500"/>
                            </p:stCondLst>
                            <p:childTnLst>
                              <p:par>
                                <p:cTn id="69" presetID="22" presetClass="entr" presetSubtype="8" fill="hold" grpId="0" nodeType="afterEffect">
                                  <p:stCondLst>
                                    <p:cond delay="0"/>
                                  </p:stCondLst>
                                  <p:childTnLst>
                                    <p:set>
                                      <p:cBhvr>
                                        <p:cTn id="70" dur="1" fill="hold">
                                          <p:stCondLst>
                                            <p:cond delay="0"/>
                                          </p:stCondLst>
                                        </p:cTn>
                                        <p:tgtEl>
                                          <p:spTgt spid="68"/>
                                        </p:tgtEl>
                                        <p:attrNameLst>
                                          <p:attrName>style.visibility</p:attrName>
                                        </p:attrNameLst>
                                      </p:cBhvr>
                                      <p:to>
                                        <p:strVal val="visible"/>
                                      </p:to>
                                    </p:set>
                                    <p:animEffect transition="in" filter="wipe(left)">
                                      <p:cBhvr>
                                        <p:cTn id="71" dur="500"/>
                                        <p:tgtEl>
                                          <p:spTgt spid="68"/>
                                        </p:tgtEl>
                                      </p:cBhvr>
                                    </p:animEffect>
                                  </p:childTnLst>
                                </p:cTn>
                              </p:par>
                            </p:childTnLst>
                          </p:cTn>
                        </p:par>
                        <p:par>
                          <p:cTn id="72" fill="hold">
                            <p:stCondLst>
                              <p:cond delay="15000"/>
                            </p:stCondLst>
                            <p:childTnLst>
                              <p:par>
                                <p:cTn id="73" presetID="23" presetClass="entr" presetSubtype="16" fill="hold" nodeType="afterEffect">
                                  <p:stCondLst>
                                    <p:cond delay="0"/>
                                  </p:stCondLst>
                                  <p:childTnLst>
                                    <p:set>
                                      <p:cBhvr>
                                        <p:cTn id="74" dur="1" fill="hold">
                                          <p:stCondLst>
                                            <p:cond delay="0"/>
                                          </p:stCondLst>
                                        </p:cTn>
                                        <p:tgtEl>
                                          <p:spTgt spid="5"/>
                                        </p:tgtEl>
                                        <p:attrNameLst>
                                          <p:attrName>style.visibility</p:attrName>
                                        </p:attrNameLst>
                                      </p:cBhvr>
                                      <p:to>
                                        <p:strVal val="visible"/>
                                      </p:to>
                                    </p:set>
                                    <p:anim calcmode="lin" valueType="num">
                                      <p:cBhvr>
                                        <p:cTn id="75" dur="500" fill="hold"/>
                                        <p:tgtEl>
                                          <p:spTgt spid="5"/>
                                        </p:tgtEl>
                                        <p:attrNameLst>
                                          <p:attrName>ppt_w</p:attrName>
                                        </p:attrNameLst>
                                      </p:cBhvr>
                                      <p:tavLst>
                                        <p:tav tm="0">
                                          <p:val>
                                            <p:fltVal val="0"/>
                                          </p:val>
                                        </p:tav>
                                        <p:tav tm="100000">
                                          <p:val>
                                            <p:strVal val="#ppt_w"/>
                                          </p:val>
                                        </p:tav>
                                      </p:tavLst>
                                    </p:anim>
                                    <p:anim calcmode="lin" valueType="num">
                                      <p:cBhvr>
                                        <p:cTn id="76" dur="500" fill="hold"/>
                                        <p:tgtEl>
                                          <p:spTgt spid="5"/>
                                        </p:tgtEl>
                                        <p:attrNameLst>
                                          <p:attrName>ppt_h</p:attrName>
                                        </p:attrNameLst>
                                      </p:cBhvr>
                                      <p:tavLst>
                                        <p:tav tm="0">
                                          <p:val>
                                            <p:fltVal val="0"/>
                                          </p:val>
                                        </p:tav>
                                        <p:tav tm="100000">
                                          <p:val>
                                            <p:strVal val="#ppt_h"/>
                                          </p:val>
                                        </p:tav>
                                      </p:tavLst>
                                    </p:anim>
                                  </p:childTnLst>
                                </p:cTn>
                              </p:par>
                            </p:childTnLst>
                          </p:cTn>
                        </p:par>
                        <p:par>
                          <p:cTn id="77" fill="hold">
                            <p:stCondLst>
                              <p:cond delay="15500"/>
                            </p:stCondLst>
                            <p:childTnLst>
                              <p:par>
                                <p:cTn id="78" presetID="22" presetClass="entr" presetSubtype="4" fill="hold" grpId="0" nodeType="afterEffect">
                                  <p:stCondLst>
                                    <p:cond delay="0"/>
                                  </p:stCondLst>
                                  <p:childTnLst>
                                    <p:set>
                                      <p:cBhvr>
                                        <p:cTn id="79" dur="1" fill="hold">
                                          <p:stCondLst>
                                            <p:cond delay="0"/>
                                          </p:stCondLst>
                                        </p:cTn>
                                        <p:tgtEl>
                                          <p:spTgt spid="94"/>
                                        </p:tgtEl>
                                        <p:attrNameLst>
                                          <p:attrName>style.visibility</p:attrName>
                                        </p:attrNameLst>
                                      </p:cBhvr>
                                      <p:to>
                                        <p:strVal val="visible"/>
                                      </p:to>
                                    </p:set>
                                    <p:animEffect transition="in" filter="wipe(down)">
                                      <p:cBhvr>
                                        <p:cTn id="80" dur="500"/>
                                        <p:tgtEl>
                                          <p:spTgt spid="94"/>
                                        </p:tgtEl>
                                      </p:cBhvr>
                                    </p:animEffect>
                                  </p:childTnLst>
                                </p:cTn>
                              </p:par>
                            </p:childTnLst>
                          </p:cTn>
                        </p:par>
                        <p:par>
                          <p:cTn id="81" fill="hold">
                            <p:stCondLst>
                              <p:cond delay="16000"/>
                            </p:stCondLst>
                            <p:childTnLst>
                              <p:par>
                                <p:cTn id="82" presetID="23" presetClass="entr" presetSubtype="16" fill="hold" nodeType="after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p:cTn id="84" dur="500" fill="hold"/>
                                        <p:tgtEl>
                                          <p:spTgt spid="7"/>
                                        </p:tgtEl>
                                        <p:attrNameLst>
                                          <p:attrName>ppt_w</p:attrName>
                                        </p:attrNameLst>
                                      </p:cBhvr>
                                      <p:tavLst>
                                        <p:tav tm="0">
                                          <p:val>
                                            <p:fltVal val="0"/>
                                          </p:val>
                                        </p:tav>
                                        <p:tav tm="100000">
                                          <p:val>
                                            <p:strVal val="#ppt_w"/>
                                          </p:val>
                                        </p:tav>
                                      </p:tavLst>
                                    </p:anim>
                                    <p:anim calcmode="lin" valueType="num">
                                      <p:cBhvr>
                                        <p:cTn id="85" dur="500" fill="hold"/>
                                        <p:tgtEl>
                                          <p:spTgt spid="7"/>
                                        </p:tgtEl>
                                        <p:attrNameLst>
                                          <p:attrName>ppt_h</p:attrName>
                                        </p:attrNameLst>
                                      </p:cBhvr>
                                      <p:tavLst>
                                        <p:tav tm="0">
                                          <p:val>
                                            <p:fltVal val="0"/>
                                          </p:val>
                                        </p:tav>
                                        <p:tav tm="100000">
                                          <p:val>
                                            <p:strVal val="#ppt_h"/>
                                          </p:val>
                                        </p:tav>
                                      </p:tavLst>
                                    </p:anim>
                                  </p:childTnLst>
                                </p:cTn>
                              </p:par>
                            </p:childTnLst>
                          </p:cTn>
                        </p:par>
                        <p:par>
                          <p:cTn id="86" fill="hold">
                            <p:stCondLst>
                              <p:cond delay="16500"/>
                            </p:stCondLst>
                            <p:childTnLst>
                              <p:par>
                                <p:cTn id="87" presetID="22" presetClass="entr" presetSubtype="4" fill="hold" grpId="0" nodeType="afterEffect">
                                  <p:stCondLst>
                                    <p:cond delay="0"/>
                                  </p:stCondLst>
                                  <p:childTnLst>
                                    <p:set>
                                      <p:cBhvr>
                                        <p:cTn id="88" dur="1" fill="hold">
                                          <p:stCondLst>
                                            <p:cond delay="0"/>
                                          </p:stCondLst>
                                        </p:cTn>
                                        <p:tgtEl>
                                          <p:spTgt spid="105"/>
                                        </p:tgtEl>
                                        <p:attrNameLst>
                                          <p:attrName>style.visibility</p:attrName>
                                        </p:attrNameLst>
                                      </p:cBhvr>
                                      <p:to>
                                        <p:strVal val="visible"/>
                                      </p:to>
                                    </p:set>
                                    <p:animEffect transition="in" filter="wipe(down)">
                                      <p:cBhvr>
                                        <p:cTn id="89"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41" grpId="0" animBg="1"/>
      <p:bldP spid="45" grpId="0" animBg="1"/>
      <p:bldP spid="50" grpId="0" animBg="1"/>
      <p:bldP spid="55" grpId="0" animBg="1"/>
      <p:bldP spid="59" grpId="0" animBg="1"/>
      <p:bldP spid="62" grpId="0"/>
      <p:bldP spid="63" grpId="0"/>
      <p:bldP spid="65" grpId="0"/>
      <p:bldP spid="68" grpId="0"/>
      <p:bldP spid="94" grpId="0"/>
      <p:bldP spid="105"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Empowerment Infographic</a:t>
            </a:r>
            <a:endParaRPr lang="en-US" dirty="0"/>
          </a:p>
        </p:txBody>
      </p:sp>
      <p:sp>
        <p:nvSpPr>
          <p:cNvPr id="8" name="Text Placeholder 7"/>
          <p:cNvSpPr>
            <a:spLocks noGrp="1"/>
          </p:cNvSpPr>
          <p:nvPr>
            <p:ph type="body" sz="half" idx="2"/>
          </p:nvPr>
        </p:nvSpPr>
        <p:spPr/>
        <p:txBody>
          <a:bodyPr/>
          <a:lstStyle/>
          <a:p>
            <a:r>
              <a:rPr lang="en-US"/>
              <a:t>Empowerment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305</a:t>
            </a:fld>
            <a:endParaRPr lang="en-US" dirty="0"/>
          </a:p>
        </p:txBody>
      </p:sp>
      <p:grpSp>
        <p:nvGrpSpPr>
          <p:cNvPr id="2" name="Group 171"/>
          <p:cNvGrpSpPr/>
          <p:nvPr/>
        </p:nvGrpSpPr>
        <p:grpSpPr>
          <a:xfrm>
            <a:off x="664630" y="1815445"/>
            <a:ext cx="1676400" cy="1706880"/>
            <a:chOff x="2226730" y="1591310"/>
            <a:chExt cx="1676400" cy="1706880"/>
          </a:xfrm>
        </p:grpSpPr>
        <p:sp>
          <p:nvSpPr>
            <p:cNvPr id="49" name="Rectangle 48"/>
            <p:cNvSpPr/>
            <p:nvPr/>
          </p:nvSpPr>
          <p:spPr>
            <a:xfrm>
              <a:off x="2226730"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2226730"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ectangle 54"/>
            <p:cNvSpPr/>
            <p:nvPr/>
          </p:nvSpPr>
          <p:spPr>
            <a:xfrm>
              <a:off x="2226730"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ectangle 57"/>
            <p:cNvSpPr/>
            <p:nvPr/>
          </p:nvSpPr>
          <p:spPr>
            <a:xfrm>
              <a:off x="2226730"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ectangle 61"/>
            <p:cNvSpPr/>
            <p:nvPr/>
          </p:nvSpPr>
          <p:spPr>
            <a:xfrm>
              <a:off x="2226730"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ectangle 62"/>
            <p:cNvSpPr/>
            <p:nvPr/>
          </p:nvSpPr>
          <p:spPr>
            <a:xfrm>
              <a:off x="2226730"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ectangle 64"/>
            <p:cNvSpPr/>
            <p:nvPr/>
          </p:nvSpPr>
          <p:spPr>
            <a:xfrm>
              <a:off x="2226730"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2226730"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Rectangle 67"/>
            <p:cNvSpPr/>
            <p:nvPr/>
          </p:nvSpPr>
          <p:spPr>
            <a:xfrm>
              <a:off x="2226730"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Rectangle 69"/>
            <p:cNvSpPr/>
            <p:nvPr/>
          </p:nvSpPr>
          <p:spPr>
            <a:xfrm>
              <a:off x="2226730"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Rectangle 73"/>
            <p:cNvSpPr/>
            <p:nvPr/>
          </p:nvSpPr>
          <p:spPr>
            <a:xfrm>
              <a:off x="2396063"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Rectangle 74"/>
            <p:cNvSpPr/>
            <p:nvPr/>
          </p:nvSpPr>
          <p:spPr>
            <a:xfrm>
              <a:off x="2396063"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Rectangle 75"/>
            <p:cNvSpPr/>
            <p:nvPr/>
          </p:nvSpPr>
          <p:spPr>
            <a:xfrm>
              <a:off x="2396063"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Rectangle 76"/>
            <p:cNvSpPr/>
            <p:nvPr/>
          </p:nvSpPr>
          <p:spPr>
            <a:xfrm>
              <a:off x="2396063"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Rectangle 77"/>
            <p:cNvSpPr/>
            <p:nvPr/>
          </p:nvSpPr>
          <p:spPr>
            <a:xfrm>
              <a:off x="2396063"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ectangle 78"/>
            <p:cNvSpPr/>
            <p:nvPr/>
          </p:nvSpPr>
          <p:spPr>
            <a:xfrm>
              <a:off x="2396063"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ectangle 79"/>
            <p:cNvSpPr/>
            <p:nvPr/>
          </p:nvSpPr>
          <p:spPr>
            <a:xfrm>
              <a:off x="2396063"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ectangle 80"/>
            <p:cNvSpPr/>
            <p:nvPr/>
          </p:nvSpPr>
          <p:spPr>
            <a:xfrm>
              <a:off x="2396063"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Rectangle 81"/>
            <p:cNvSpPr/>
            <p:nvPr/>
          </p:nvSpPr>
          <p:spPr>
            <a:xfrm>
              <a:off x="2396063"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Rectangle 82"/>
            <p:cNvSpPr/>
            <p:nvPr/>
          </p:nvSpPr>
          <p:spPr>
            <a:xfrm>
              <a:off x="2396063"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Rectangle 84"/>
            <p:cNvSpPr/>
            <p:nvPr/>
          </p:nvSpPr>
          <p:spPr>
            <a:xfrm>
              <a:off x="2565396"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Rectangle 85"/>
            <p:cNvSpPr/>
            <p:nvPr/>
          </p:nvSpPr>
          <p:spPr>
            <a:xfrm>
              <a:off x="2565396"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Rectangle 86"/>
            <p:cNvSpPr/>
            <p:nvPr/>
          </p:nvSpPr>
          <p:spPr>
            <a:xfrm>
              <a:off x="2565396"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Rectangle 87"/>
            <p:cNvSpPr/>
            <p:nvPr/>
          </p:nvSpPr>
          <p:spPr>
            <a:xfrm>
              <a:off x="2565396"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Rectangle 88"/>
            <p:cNvSpPr/>
            <p:nvPr/>
          </p:nvSpPr>
          <p:spPr>
            <a:xfrm>
              <a:off x="2565396"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Rectangle 89"/>
            <p:cNvSpPr/>
            <p:nvPr/>
          </p:nvSpPr>
          <p:spPr>
            <a:xfrm>
              <a:off x="2565396"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ectangle 90"/>
            <p:cNvSpPr/>
            <p:nvPr/>
          </p:nvSpPr>
          <p:spPr>
            <a:xfrm>
              <a:off x="2565396"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Rectangle 91"/>
            <p:cNvSpPr/>
            <p:nvPr/>
          </p:nvSpPr>
          <p:spPr>
            <a:xfrm>
              <a:off x="2565396"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Rectangle 92"/>
            <p:cNvSpPr/>
            <p:nvPr/>
          </p:nvSpPr>
          <p:spPr>
            <a:xfrm>
              <a:off x="2565396"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93"/>
            <p:cNvSpPr/>
            <p:nvPr/>
          </p:nvSpPr>
          <p:spPr>
            <a:xfrm>
              <a:off x="2565396"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95"/>
            <p:cNvSpPr/>
            <p:nvPr/>
          </p:nvSpPr>
          <p:spPr>
            <a:xfrm>
              <a:off x="2734729"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Rectangle 96"/>
            <p:cNvSpPr/>
            <p:nvPr/>
          </p:nvSpPr>
          <p:spPr>
            <a:xfrm>
              <a:off x="2734729"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Rectangle 97"/>
            <p:cNvSpPr/>
            <p:nvPr/>
          </p:nvSpPr>
          <p:spPr>
            <a:xfrm>
              <a:off x="2734729"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Rectangle 98"/>
            <p:cNvSpPr/>
            <p:nvPr/>
          </p:nvSpPr>
          <p:spPr>
            <a:xfrm>
              <a:off x="2734729"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Rectangle 99"/>
            <p:cNvSpPr/>
            <p:nvPr/>
          </p:nvSpPr>
          <p:spPr>
            <a:xfrm>
              <a:off x="2734729"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Rectangle 100"/>
            <p:cNvSpPr/>
            <p:nvPr/>
          </p:nvSpPr>
          <p:spPr>
            <a:xfrm>
              <a:off x="2734729"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Rectangle 101"/>
            <p:cNvSpPr/>
            <p:nvPr/>
          </p:nvSpPr>
          <p:spPr>
            <a:xfrm>
              <a:off x="2734729"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p:cNvSpPr/>
            <p:nvPr/>
          </p:nvSpPr>
          <p:spPr>
            <a:xfrm>
              <a:off x="2734729"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Rectangle 103"/>
            <p:cNvSpPr/>
            <p:nvPr/>
          </p:nvSpPr>
          <p:spPr>
            <a:xfrm>
              <a:off x="2734729"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104"/>
            <p:cNvSpPr/>
            <p:nvPr/>
          </p:nvSpPr>
          <p:spPr>
            <a:xfrm>
              <a:off x="2734729"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Rectangle 106"/>
            <p:cNvSpPr/>
            <p:nvPr/>
          </p:nvSpPr>
          <p:spPr>
            <a:xfrm>
              <a:off x="2904062"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Rectangle 107"/>
            <p:cNvSpPr/>
            <p:nvPr/>
          </p:nvSpPr>
          <p:spPr>
            <a:xfrm>
              <a:off x="2904062"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Rectangle 108"/>
            <p:cNvSpPr/>
            <p:nvPr/>
          </p:nvSpPr>
          <p:spPr>
            <a:xfrm>
              <a:off x="2904062"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Rectangle 109"/>
            <p:cNvSpPr/>
            <p:nvPr/>
          </p:nvSpPr>
          <p:spPr>
            <a:xfrm>
              <a:off x="2904062"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Rectangle 110"/>
            <p:cNvSpPr/>
            <p:nvPr/>
          </p:nvSpPr>
          <p:spPr>
            <a:xfrm>
              <a:off x="2904062"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Rectangle 111"/>
            <p:cNvSpPr/>
            <p:nvPr/>
          </p:nvSpPr>
          <p:spPr>
            <a:xfrm>
              <a:off x="2904062" y="24549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ectangle 112"/>
            <p:cNvSpPr/>
            <p:nvPr/>
          </p:nvSpPr>
          <p:spPr>
            <a:xfrm>
              <a:off x="2904062"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Rectangle 113"/>
            <p:cNvSpPr/>
            <p:nvPr/>
          </p:nvSpPr>
          <p:spPr>
            <a:xfrm>
              <a:off x="2904062"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Rectangle 114"/>
            <p:cNvSpPr/>
            <p:nvPr/>
          </p:nvSpPr>
          <p:spPr>
            <a:xfrm>
              <a:off x="2904062"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p:cNvSpPr/>
            <p:nvPr/>
          </p:nvSpPr>
          <p:spPr>
            <a:xfrm>
              <a:off x="2904062"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Rectangle 117"/>
            <p:cNvSpPr/>
            <p:nvPr/>
          </p:nvSpPr>
          <p:spPr>
            <a:xfrm>
              <a:off x="3073395"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Rectangle 118"/>
            <p:cNvSpPr/>
            <p:nvPr/>
          </p:nvSpPr>
          <p:spPr>
            <a:xfrm>
              <a:off x="3073395"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Rectangle 119"/>
            <p:cNvSpPr/>
            <p:nvPr/>
          </p:nvSpPr>
          <p:spPr>
            <a:xfrm>
              <a:off x="3073395"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Rectangle 120"/>
            <p:cNvSpPr/>
            <p:nvPr/>
          </p:nvSpPr>
          <p:spPr>
            <a:xfrm>
              <a:off x="3073395"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Rectangle 121"/>
            <p:cNvSpPr/>
            <p:nvPr/>
          </p:nvSpPr>
          <p:spPr>
            <a:xfrm>
              <a:off x="3073395"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ectangle 122"/>
            <p:cNvSpPr/>
            <p:nvPr/>
          </p:nvSpPr>
          <p:spPr>
            <a:xfrm>
              <a:off x="3073395"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ectangle 123"/>
            <p:cNvSpPr/>
            <p:nvPr/>
          </p:nvSpPr>
          <p:spPr>
            <a:xfrm>
              <a:off x="3073395"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ectangle 124"/>
            <p:cNvSpPr/>
            <p:nvPr/>
          </p:nvSpPr>
          <p:spPr>
            <a:xfrm>
              <a:off x="3073395"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ectangle 125"/>
            <p:cNvSpPr/>
            <p:nvPr/>
          </p:nvSpPr>
          <p:spPr>
            <a:xfrm>
              <a:off x="3073395"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ectangle 126"/>
            <p:cNvSpPr/>
            <p:nvPr/>
          </p:nvSpPr>
          <p:spPr>
            <a:xfrm>
              <a:off x="3073395"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ectangle 128"/>
            <p:cNvSpPr/>
            <p:nvPr/>
          </p:nvSpPr>
          <p:spPr>
            <a:xfrm>
              <a:off x="3242728"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ectangle 129"/>
            <p:cNvSpPr/>
            <p:nvPr/>
          </p:nvSpPr>
          <p:spPr>
            <a:xfrm>
              <a:off x="3242728"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ectangle 130"/>
            <p:cNvSpPr/>
            <p:nvPr/>
          </p:nvSpPr>
          <p:spPr>
            <a:xfrm>
              <a:off x="3242728"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ectangle 131"/>
            <p:cNvSpPr/>
            <p:nvPr/>
          </p:nvSpPr>
          <p:spPr>
            <a:xfrm>
              <a:off x="3242728"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ectangle 132"/>
            <p:cNvSpPr/>
            <p:nvPr/>
          </p:nvSpPr>
          <p:spPr>
            <a:xfrm>
              <a:off x="3242728"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Rectangle 133"/>
            <p:cNvSpPr/>
            <p:nvPr/>
          </p:nvSpPr>
          <p:spPr>
            <a:xfrm>
              <a:off x="3242728"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Rectangle 134"/>
            <p:cNvSpPr/>
            <p:nvPr/>
          </p:nvSpPr>
          <p:spPr>
            <a:xfrm>
              <a:off x="3242728"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6" name="Rectangle 135"/>
            <p:cNvSpPr/>
            <p:nvPr/>
          </p:nvSpPr>
          <p:spPr>
            <a:xfrm>
              <a:off x="3242728"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p:cNvSpPr/>
            <p:nvPr/>
          </p:nvSpPr>
          <p:spPr>
            <a:xfrm>
              <a:off x="3242728"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p:cNvSpPr/>
            <p:nvPr/>
          </p:nvSpPr>
          <p:spPr>
            <a:xfrm>
              <a:off x="3242728"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0" name="Rectangle 139"/>
            <p:cNvSpPr/>
            <p:nvPr/>
          </p:nvSpPr>
          <p:spPr>
            <a:xfrm>
              <a:off x="3412061"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Rectangle 140"/>
            <p:cNvSpPr/>
            <p:nvPr/>
          </p:nvSpPr>
          <p:spPr>
            <a:xfrm>
              <a:off x="3412061"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2" name="Rectangle 141"/>
            <p:cNvSpPr/>
            <p:nvPr/>
          </p:nvSpPr>
          <p:spPr>
            <a:xfrm>
              <a:off x="3412061"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 name="Rectangle 142"/>
            <p:cNvSpPr/>
            <p:nvPr/>
          </p:nvSpPr>
          <p:spPr>
            <a:xfrm>
              <a:off x="3412061"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Rectangle 143"/>
            <p:cNvSpPr/>
            <p:nvPr/>
          </p:nvSpPr>
          <p:spPr>
            <a:xfrm>
              <a:off x="3412061"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Rectangle 144"/>
            <p:cNvSpPr/>
            <p:nvPr/>
          </p:nvSpPr>
          <p:spPr>
            <a:xfrm>
              <a:off x="3412061"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Rectangle 145"/>
            <p:cNvSpPr/>
            <p:nvPr/>
          </p:nvSpPr>
          <p:spPr>
            <a:xfrm>
              <a:off x="3412061"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Rectangle 146"/>
            <p:cNvSpPr/>
            <p:nvPr/>
          </p:nvSpPr>
          <p:spPr>
            <a:xfrm>
              <a:off x="3412061"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8" name="Rectangle 147"/>
            <p:cNvSpPr/>
            <p:nvPr/>
          </p:nvSpPr>
          <p:spPr>
            <a:xfrm>
              <a:off x="3412061"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Rectangle 148"/>
            <p:cNvSpPr/>
            <p:nvPr/>
          </p:nvSpPr>
          <p:spPr>
            <a:xfrm>
              <a:off x="3412061"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Rectangle 150"/>
            <p:cNvSpPr/>
            <p:nvPr/>
          </p:nvSpPr>
          <p:spPr>
            <a:xfrm>
              <a:off x="3581394"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p:cNvSpPr/>
            <p:nvPr/>
          </p:nvSpPr>
          <p:spPr>
            <a:xfrm>
              <a:off x="3581394"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Rectangle 152"/>
            <p:cNvSpPr/>
            <p:nvPr/>
          </p:nvSpPr>
          <p:spPr>
            <a:xfrm>
              <a:off x="3581394"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Rectangle 153"/>
            <p:cNvSpPr/>
            <p:nvPr/>
          </p:nvSpPr>
          <p:spPr>
            <a:xfrm>
              <a:off x="3581394"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Rectangle 154"/>
            <p:cNvSpPr/>
            <p:nvPr/>
          </p:nvSpPr>
          <p:spPr>
            <a:xfrm>
              <a:off x="3581394"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6" name="Rectangle 155"/>
            <p:cNvSpPr/>
            <p:nvPr/>
          </p:nvSpPr>
          <p:spPr>
            <a:xfrm>
              <a:off x="3581394"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Rectangle 156"/>
            <p:cNvSpPr/>
            <p:nvPr/>
          </p:nvSpPr>
          <p:spPr>
            <a:xfrm>
              <a:off x="3581394"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Rectangle 157"/>
            <p:cNvSpPr/>
            <p:nvPr/>
          </p:nvSpPr>
          <p:spPr>
            <a:xfrm>
              <a:off x="3581394"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9" name="Rectangle 158"/>
            <p:cNvSpPr/>
            <p:nvPr/>
          </p:nvSpPr>
          <p:spPr>
            <a:xfrm>
              <a:off x="3581394"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Rectangle 159"/>
            <p:cNvSpPr/>
            <p:nvPr/>
          </p:nvSpPr>
          <p:spPr>
            <a:xfrm>
              <a:off x="3581394"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2" name="Rectangle 161"/>
            <p:cNvSpPr/>
            <p:nvPr/>
          </p:nvSpPr>
          <p:spPr>
            <a:xfrm>
              <a:off x="3750730" y="15913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3" name="Rectangle 162"/>
            <p:cNvSpPr/>
            <p:nvPr/>
          </p:nvSpPr>
          <p:spPr>
            <a:xfrm>
              <a:off x="3750730" y="17640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4" name="Rectangle 163"/>
            <p:cNvSpPr/>
            <p:nvPr/>
          </p:nvSpPr>
          <p:spPr>
            <a:xfrm>
              <a:off x="3750730" y="19367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3750730" y="21094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Rectangle 165"/>
            <p:cNvSpPr/>
            <p:nvPr/>
          </p:nvSpPr>
          <p:spPr>
            <a:xfrm>
              <a:off x="3750730" y="228219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Rectangle 166"/>
            <p:cNvSpPr/>
            <p:nvPr/>
          </p:nvSpPr>
          <p:spPr>
            <a:xfrm>
              <a:off x="3750730" y="245491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Rectangle 167"/>
            <p:cNvSpPr/>
            <p:nvPr/>
          </p:nvSpPr>
          <p:spPr>
            <a:xfrm>
              <a:off x="3750730" y="262763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Rectangle 168"/>
            <p:cNvSpPr/>
            <p:nvPr/>
          </p:nvSpPr>
          <p:spPr>
            <a:xfrm>
              <a:off x="3750730" y="280035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ectangle 169"/>
            <p:cNvSpPr/>
            <p:nvPr/>
          </p:nvSpPr>
          <p:spPr>
            <a:xfrm>
              <a:off x="3750730" y="297307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ectangle 170"/>
            <p:cNvSpPr/>
            <p:nvPr/>
          </p:nvSpPr>
          <p:spPr>
            <a:xfrm>
              <a:off x="3750730" y="3145790"/>
              <a:ext cx="152400" cy="152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73"/>
          <p:cNvGrpSpPr/>
          <p:nvPr/>
        </p:nvGrpSpPr>
        <p:grpSpPr>
          <a:xfrm>
            <a:off x="2716387" y="1815445"/>
            <a:ext cx="1676400" cy="1706880"/>
            <a:chOff x="2514600" y="1743710"/>
            <a:chExt cx="1676400" cy="1706880"/>
          </a:xfrm>
        </p:grpSpPr>
        <p:sp>
          <p:nvSpPr>
            <p:cNvPr id="174" name="Rectangle 173"/>
            <p:cNvSpPr/>
            <p:nvPr/>
          </p:nvSpPr>
          <p:spPr>
            <a:xfrm>
              <a:off x="2514600"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Rectangle 174"/>
            <p:cNvSpPr/>
            <p:nvPr/>
          </p:nvSpPr>
          <p:spPr>
            <a:xfrm>
              <a:off x="2514600"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Rectangle 175"/>
            <p:cNvSpPr/>
            <p:nvPr/>
          </p:nvSpPr>
          <p:spPr>
            <a:xfrm>
              <a:off x="2514600"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2514600"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Rectangle 177"/>
            <p:cNvSpPr/>
            <p:nvPr/>
          </p:nvSpPr>
          <p:spPr>
            <a:xfrm>
              <a:off x="2514600"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Rectangle 178"/>
            <p:cNvSpPr/>
            <p:nvPr/>
          </p:nvSpPr>
          <p:spPr>
            <a:xfrm>
              <a:off x="2514600"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ectangle 179"/>
            <p:cNvSpPr/>
            <p:nvPr/>
          </p:nvSpPr>
          <p:spPr>
            <a:xfrm>
              <a:off x="2514600"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Rectangle 180"/>
            <p:cNvSpPr/>
            <p:nvPr/>
          </p:nvSpPr>
          <p:spPr>
            <a:xfrm>
              <a:off x="2514600"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2" name="Rectangle 181"/>
            <p:cNvSpPr/>
            <p:nvPr/>
          </p:nvSpPr>
          <p:spPr>
            <a:xfrm>
              <a:off x="2514600"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Rectangle 182"/>
            <p:cNvSpPr/>
            <p:nvPr/>
          </p:nvSpPr>
          <p:spPr>
            <a:xfrm>
              <a:off x="2514600"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4" name="Rectangle 183"/>
            <p:cNvSpPr/>
            <p:nvPr/>
          </p:nvSpPr>
          <p:spPr>
            <a:xfrm>
              <a:off x="2683933"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5" name="Rectangle 184"/>
            <p:cNvSpPr/>
            <p:nvPr/>
          </p:nvSpPr>
          <p:spPr>
            <a:xfrm>
              <a:off x="2683933"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Rectangle 185"/>
            <p:cNvSpPr/>
            <p:nvPr/>
          </p:nvSpPr>
          <p:spPr>
            <a:xfrm>
              <a:off x="2683933"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7" name="Rectangle 186"/>
            <p:cNvSpPr/>
            <p:nvPr/>
          </p:nvSpPr>
          <p:spPr>
            <a:xfrm>
              <a:off x="2683933"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8" name="Rectangle 187"/>
            <p:cNvSpPr/>
            <p:nvPr/>
          </p:nvSpPr>
          <p:spPr>
            <a:xfrm>
              <a:off x="2683933"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9" name="Rectangle 188"/>
            <p:cNvSpPr/>
            <p:nvPr/>
          </p:nvSpPr>
          <p:spPr>
            <a:xfrm>
              <a:off x="2683933"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ectangle 189"/>
            <p:cNvSpPr/>
            <p:nvPr/>
          </p:nvSpPr>
          <p:spPr>
            <a:xfrm>
              <a:off x="2683933"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ectangle 190"/>
            <p:cNvSpPr/>
            <p:nvPr/>
          </p:nvSpPr>
          <p:spPr>
            <a:xfrm>
              <a:off x="2683933"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2" name="Rectangle 191"/>
            <p:cNvSpPr/>
            <p:nvPr/>
          </p:nvSpPr>
          <p:spPr>
            <a:xfrm>
              <a:off x="2683933"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3" name="Rectangle 192"/>
            <p:cNvSpPr/>
            <p:nvPr/>
          </p:nvSpPr>
          <p:spPr>
            <a:xfrm>
              <a:off x="2683933"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4" name="Rectangle 193"/>
            <p:cNvSpPr/>
            <p:nvPr/>
          </p:nvSpPr>
          <p:spPr>
            <a:xfrm>
              <a:off x="2853266"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5" name="Rectangle 194"/>
            <p:cNvSpPr/>
            <p:nvPr/>
          </p:nvSpPr>
          <p:spPr>
            <a:xfrm>
              <a:off x="2853266"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6" name="Rectangle 195"/>
            <p:cNvSpPr/>
            <p:nvPr/>
          </p:nvSpPr>
          <p:spPr>
            <a:xfrm>
              <a:off x="2853266"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Rectangle 196"/>
            <p:cNvSpPr/>
            <p:nvPr/>
          </p:nvSpPr>
          <p:spPr>
            <a:xfrm>
              <a:off x="2853266"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8" name="Rectangle 197"/>
            <p:cNvSpPr/>
            <p:nvPr/>
          </p:nvSpPr>
          <p:spPr>
            <a:xfrm>
              <a:off x="2853266"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9" name="Rectangle 198"/>
            <p:cNvSpPr/>
            <p:nvPr/>
          </p:nvSpPr>
          <p:spPr>
            <a:xfrm>
              <a:off x="2853266"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0" name="Rectangle 199"/>
            <p:cNvSpPr/>
            <p:nvPr/>
          </p:nvSpPr>
          <p:spPr>
            <a:xfrm>
              <a:off x="2853266"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Rectangle 200"/>
            <p:cNvSpPr/>
            <p:nvPr/>
          </p:nvSpPr>
          <p:spPr>
            <a:xfrm>
              <a:off x="2853266"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Rectangle 201"/>
            <p:cNvSpPr/>
            <p:nvPr/>
          </p:nvSpPr>
          <p:spPr>
            <a:xfrm>
              <a:off x="2853266"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Rectangle 202"/>
            <p:cNvSpPr/>
            <p:nvPr/>
          </p:nvSpPr>
          <p:spPr>
            <a:xfrm>
              <a:off x="2853266"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3022599"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Rectangle 204"/>
            <p:cNvSpPr/>
            <p:nvPr/>
          </p:nvSpPr>
          <p:spPr>
            <a:xfrm>
              <a:off x="3022599"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Rectangle 205"/>
            <p:cNvSpPr/>
            <p:nvPr/>
          </p:nvSpPr>
          <p:spPr>
            <a:xfrm>
              <a:off x="3022599"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3022599"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8" name="Rectangle 207"/>
            <p:cNvSpPr/>
            <p:nvPr/>
          </p:nvSpPr>
          <p:spPr>
            <a:xfrm>
              <a:off x="3022599"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Rectangle 208"/>
            <p:cNvSpPr/>
            <p:nvPr/>
          </p:nvSpPr>
          <p:spPr>
            <a:xfrm>
              <a:off x="3022599"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0" name="Rectangle 209"/>
            <p:cNvSpPr/>
            <p:nvPr/>
          </p:nvSpPr>
          <p:spPr>
            <a:xfrm>
              <a:off x="3022599"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ectangle 210"/>
            <p:cNvSpPr/>
            <p:nvPr/>
          </p:nvSpPr>
          <p:spPr>
            <a:xfrm>
              <a:off x="3022599"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ectangle 211"/>
            <p:cNvSpPr/>
            <p:nvPr/>
          </p:nvSpPr>
          <p:spPr>
            <a:xfrm>
              <a:off x="3022599"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ectangle 212"/>
            <p:cNvSpPr/>
            <p:nvPr/>
          </p:nvSpPr>
          <p:spPr>
            <a:xfrm>
              <a:off x="3022599"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3191932"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ectangle 214"/>
            <p:cNvSpPr/>
            <p:nvPr/>
          </p:nvSpPr>
          <p:spPr>
            <a:xfrm>
              <a:off x="3191932"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Rectangle 215"/>
            <p:cNvSpPr/>
            <p:nvPr/>
          </p:nvSpPr>
          <p:spPr>
            <a:xfrm>
              <a:off x="3191932"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Rectangle 216"/>
            <p:cNvSpPr/>
            <p:nvPr/>
          </p:nvSpPr>
          <p:spPr>
            <a:xfrm>
              <a:off x="3191932"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8" name="Rectangle 217"/>
            <p:cNvSpPr/>
            <p:nvPr/>
          </p:nvSpPr>
          <p:spPr>
            <a:xfrm>
              <a:off x="3191932"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3191932"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ectangle 219"/>
            <p:cNvSpPr/>
            <p:nvPr/>
          </p:nvSpPr>
          <p:spPr>
            <a:xfrm>
              <a:off x="3191932"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Rectangle 220"/>
            <p:cNvSpPr/>
            <p:nvPr/>
          </p:nvSpPr>
          <p:spPr>
            <a:xfrm>
              <a:off x="3191932"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2" name="Rectangle 221"/>
            <p:cNvSpPr/>
            <p:nvPr/>
          </p:nvSpPr>
          <p:spPr>
            <a:xfrm>
              <a:off x="3191932"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Rectangle 222"/>
            <p:cNvSpPr/>
            <p:nvPr/>
          </p:nvSpPr>
          <p:spPr>
            <a:xfrm>
              <a:off x="3191932"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Rectangle 223"/>
            <p:cNvSpPr/>
            <p:nvPr/>
          </p:nvSpPr>
          <p:spPr>
            <a:xfrm>
              <a:off x="3361265"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Rectangle 224"/>
            <p:cNvSpPr/>
            <p:nvPr/>
          </p:nvSpPr>
          <p:spPr>
            <a:xfrm>
              <a:off x="3361265"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6" name="Rectangle 225"/>
            <p:cNvSpPr/>
            <p:nvPr/>
          </p:nvSpPr>
          <p:spPr>
            <a:xfrm>
              <a:off x="3361265"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Rectangle 226"/>
            <p:cNvSpPr/>
            <p:nvPr/>
          </p:nvSpPr>
          <p:spPr>
            <a:xfrm>
              <a:off x="3361265" y="226187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8" name="Rectangle 227"/>
            <p:cNvSpPr/>
            <p:nvPr/>
          </p:nvSpPr>
          <p:spPr>
            <a:xfrm>
              <a:off x="3361265"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ectangle 228"/>
            <p:cNvSpPr/>
            <p:nvPr/>
          </p:nvSpPr>
          <p:spPr>
            <a:xfrm>
              <a:off x="3361265"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Rectangle 229"/>
            <p:cNvSpPr/>
            <p:nvPr/>
          </p:nvSpPr>
          <p:spPr>
            <a:xfrm>
              <a:off x="3361265"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1" name="Rectangle 230"/>
            <p:cNvSpPr/>
            <p:nvPr/>
          </p:nvSpPr>
          <p:spPr>
            <a:xfrm>
              <a:off x="3361265"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2" name="Rectangle 231"/>
            <p:cNvSpPr/>
            <p:nvPr/>
          </p:nvSpPr>
          <p:spPr>
            <a:xfrm>
              <a:off x="3361265"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3" name="Rectangle 232"/>
            <p:cNvSpPr/>
            <p:nvPr/>
          </p:nvSpPr>
          <p:spPr>
            <a:xfrm>
              <a:off x="3361265"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4" name="Rectangle 233"/>
            <p:cNvSpPr/>
            <p:nvPr/>
          </p:nvSpPr>
          <p:spPr>
            <a:xfrm>
              <a:off x="3530598"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5" name="Rectangle 234"/>
            <p:cNvSpPr/>
            <p:nvPr/>
          </p:nvSpPr>
          <p:spPr>
            <a:xfrm>
              <a:off x="3530598"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6" name="Rectangle 235"/>
            <p:cNvSpPr/>
            <p:nvPr/>
          </p:nvSpPr>
          <p:spPr>
            <a:xfrm>
              <a:off x="3530598"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7" name="Rectangle 236"/>
            <p:cNvSpPr/>
            <p:nvPr/>
          </p:nvSpPr>
          <p:spPr>
            <a:xfrm>
              <a:off x="3530598"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8" name="Rectangle 237"/>
            <p:cNvSpPr/>
            <p:nvPr/>
          </p:nvSpPr>
          <p:spPr>
            <a:xfrm>
              <a:off x="3530598"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9" name="Rectangle 238"/>
            <p:cNvSpPr/>
            <p:nvPr/>
          </p:nvSpPr>
          <p:spPr>
            <a:xfrm>
              <a:off x="3530598"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0" name="Rectangle 239"/>
            <p:cNvSpPr/>
            <p:nvPr/>
          </p:nvSpPr>
          <p:spPr>
            <a:xfrm>
              <a:off x="3530598"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1" name="Rectangle 240"/>
            <p:cNvSpPr/>
            <p:nvPr/>
          </p:nvSpPr>
          <p:spPr>
            <a:xfrm>
              <a:off x="3530598"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2" name="Rectangle 241"/>
            <p:cNvSpPr/>
            <p:nvPr/>
          </p:nvSpPr>
          <p:spPr>
            <a:xfrm>
              <a:off x="3530598"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3" name="Rectangle 242"/>
            <p:cNvSpPr/>
            <p:nvPr/>
          </p:nvSpPr>
          <p:spPr>
            <a:xfrm>
              <a:off x="3530598"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4" name="Rectangle 243"/>
            <p:cNvSpPr/>
            <p:nvPr/>
          </p:nvSpPr>
          <p:spPr>
            <a:xfrm>
              <a:off x="3699931"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5" name="Rectangle 244"/>
            <p:cNvSpPr/>
            <p:nvPr/>
          </p:nvSpPr>
          <p:spPr>
            <a:xfrm>
              <a:off x="3699931"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6" name="Rectangle 245"/>
            <p:cNvSpPr/>
            <p:nvPr/>
          </p:nvSpPr>
          <p:spPr>
            <a:xfrm>
              <a:off x="3699931"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7" name="Rectangle 246"/>
            <p:cNvSpPr/>
            <p:nvPr/>
          </p:nvSpPr>
          <p:spPr>
            <a:xfrm>
              <a:off x="3699931"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8" name="Rectangle 247"/>
            <p:cNvSpPr/>
            <p:nvPr/>
          </p:nvSpPr>
          <p:spPr>
            <a:xfrm>
              <a:off x="3699931"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9" name="Rectangle 248"/>
            <p:cNvSpPr/>
            <p:nvPr/>
          </p:nvSpPr>
          <p:spPr>
            <a:xfrm>
              <a:off x="3699931"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0" name="Rectangle 249"/>
            <p:cNvSpPr/>
            <p:nvPr/>
          </p:nvSpPr>
          <p:spPr>
            <a:xfrm>
              <a:off x="3699931"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1" name="Rectangle 250"/>
            <p:cNvSpPr/>
            <p:nvPr/>
          </p:nvSpPr>
          <p:spPr>
            <a:xfrm>
              <a:off x="3699931"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2" name="Rectangle 251"/>
            <p:cNvSpPr/>
            <p:nvPr/>
          </p:nvSpPr>
          <p:spPr>
            <a:xfrm>
              <a:off x="3699931"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3" name="Rectangle 252"/>
            <p:cNvSpPr/>
            <p:nvPr/>
          </p:nvSpPr>
          <p:spPr>
            <a:xfrm>
              <a:off x="3699931"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4" name="Rectangle 253"/>
            <p:cNvSpPr/>
            <p:nvPr/>
          </p:nvSpPr>
          <p:spPr>
            <a:xfrm>
              <a:off x="3869264"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5" name="Rectangle 254"/>
            <p:cNvSpPr/>
            <p:nvPr/>
          </p:nvSpPr>
          <p:spPr>
            <a:xfrm>
              <a:off x="3869264"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6" name="Rectangle 255"/>
            <p:cNvSpPr/>
            <p:nvPr/>
          </p:nvSpPr>
          <p:spPr>
            <a:xfrm>
              <a:off x="3869264"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7" name="Rectangle 256"/>
            <p:cNvSpPr/>
            <p:nvPr/>
          </p:nvSpPr>
          <p:spPr>
            <a:xfrm>
              <a:off x="3869264"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8" name="Rectangle 257"/>
            <p:cNvSpPr/>
            <p:nvPr/>
          </p:nvSpPr>
          <p:spPr>
            <a:xfrm>
              <a:off x="3869264"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9" name="Rectangle 258"/>
            <p:cNvSpPr/>
            <p:nvPr/>
          </p:nvSpPr>
          <p:spPr>
            <a:xfrm>
              <a:off x="3869264"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0" name="Rectangle 259"/>
            <p:cNvSpPr/>
            <p:nvPr/>
          </p:nvSpPr>
          <p:spPr>
            <a:xfrm>
              <a:off x="3869264"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1" name="Rectangle 260"/>
            <p:cNvSpPr/>
            <p:nvPr/>
          </p:nvSpPr>
          <p:spPr>
            <a:xfrm>
              <a:off x="3869264"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2" name="Rectangle 261"/>
            <p:cNvSpPr/>
            <p:nvPr/>
          </p:nvSpPr>
          <p:spPr>
            <a:xfrm>
              <a:off x="3869264"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3" name="Rectangle 262"/>
            <p:cNvSpPr/>
            <p:nvPr/>
          </p:nvSpPr>
          <p:spPr>
            <a:xfrm>
              <a:off x="3869264"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ectangle 263"/>
            <p:cNvSpPr/>
            <p:nvPr/>
          </p:nvSpPr>
          <p:spPr>
            <a:xfrm>
              <a:off x="4038600" y="174371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5" name="Rectangle 264"/>
            <p:cNvSpPr/>
            <p:nvPr/>
          </p:nvSpPr>
          <p:spPr>
            <a:xfrm>
              <a:off x="4038600" y="191643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Rectangle 265"/>
            <p:cNvSpPr/>
            <p:nvPr/>
          </p:nvSpPr>
          <p:spPr>
            <a:xfrm>
              <a:off x="4038600" y="2089150"/>
              <a:ext cx="1524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7" name="Rectangle 266"/>
            <p:cNvSpPr/>
            <p:nvPr/>
          </p:nvSpPr>
          <p:spPr>
            <a:xfrm>
              <a:off x="4038600" y="22618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8" name="Rectangle 267"/>
            <p:cNvSpPr/>
            <p:nvPr/>
          </p:nvSpPr>
          <p:spPr>
            <a:xfrm>
              <a:off x="4038600" y="24345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9" name="Rectangle 268"/>
            <p:cNvSpPr/>
            <p:nvPr/>
          </p:nvSpPr>
          <p:spPr>
            <a:xfrm>
              <a:off x="4038600" y="260731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0" name="Rectangle 269"/>
            <p:cNvSpPr/>
            <p:nvPr/>
          </p:nvSpPr>
          <p:spPr>
            <a:xfrm>
              <a:off x="4038600" y="278003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1" name="Rectangle 270"/>
            <p:cNvSpPr/>
            <p:nvPr/>
          </p:nvSpPr>
          <p:spPr>
            <a:xfrm>
              <a:off x="4038600" y="295275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2" name="Rectangle 271"/>
            <p:cNvSpPr/>
            <p:nvPr/>
          </p:nvSpPr>
          <p:spPr>
            <a:xfrm>
              <a:off x="4038600" y="312547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3" name="Rectangle 272"/>
            <p:cNvSpPr/>
            <p:nvPr/>
          </p:nvSpPr>
          <p:spPr>
            <a:xfrm>
              <a:off x="4038600" y="3298190"/>
              <a:ext cx="152400" cy="152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477"/>
          <p:cNvGrpSpPr/>
          <p:nvPr/>
        </p:nvGrpSpPr>
        <p:grpSpPr>
          <a:xfrm>
            <a:off x="4768144" y="1805285"/>
            <a:ext cx="1676400" cy="1706880"/>
            <a:chOff x="4394199" y="1733550"/>
            <a:chExt cx="1676400" cy="1706880"/>
          </a:xfrm>
        </p:grpSpPr>
        <p:sp>
          <p:nvSpPr>
            <p:cNvPr id="276" name="Rectangle 275"/>
            <p:cNvSpPr/>
            <p:nvPr/>
          </p:nvSpPr>
          <p:spPr>
            <a:xfrm>
              <a:off x="4394199"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7" name="Rectangle 276"/>
            <p:cNvSpPr/>
            <p:nvPr/>
          </p:nvSpPr>
          <p:spPr>
            <a:xfrm>
              <a:off x="4394199"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8" name="Rectangle 277"/>
            <p:cNvSpPr/>
            <p:nvPr/>
          </p:nvSpPr>
          <p:spPr>
            <a:xfrm>
              <a:off x="4394199"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Rectangle 278"/>
            <p:cNvSpPr/>
            <p:nvPr/>
          </p:nvSpPr>
          <p:spPr>
            <a:xfrm>
              <a:off x="4394199"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0" name="Rectangle 279"/>
            <p:cNvSpPr/>
            <p:nvPr/>
          </p:nvSpPr>
          <p:spPr>
            <a:xfrm>
              <a:off x="4394199"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Rectangle 280"/>
            <p:cNvSpPr/>
            <p:nvPr/>
          </p:nvSpPr>
          <p:spPr>
            <a:xfrm>
              <a:off x="4394199"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Rectangle 281"/>
            <p:cNvSpPr/>
            <p:nvPr/>
          </p:nvSpPr>
          <p:spPr>
            <a:xfrm>
              <a:off x="4394199"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3" name="Rectangle 282"/>
            <p:cNvSpPr/>
            <p:nvPr/>
          </p:nvSpPr>
          <p:spPr>
            <a:xfrm>
              <a:off x="4394199"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4" name="Rectangle 283"/>
            <p:cNvSpPr/>
            <p:nvPr/>
          </p:nvSpPr>
          <p:spPr>
            <a:xfrm>
              <a:off x="4394199"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5" name="Rectangle 284"/>
            <p:cNvSpPr/>
            <p:nvPr/>
          </p:nvSpPr>
          <p:spPr>
            <a:xfrm>
              <a:off x="4394199"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6" name="Rectangle 285"/>
            <p:cNvSpPr/>
            <p:nvPr/>
          </p:nvSpPr>
          <p:spPr>
            <a:xfrm>
              <a:off x="4563532"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7" name="Rectangle 286"/>
            <p:cNvSpPr/>
            <p:nvPr/>
          </p:nvSpPr>
          <p:spPr>
            <a:xfrm>
              <a:off x="4563532"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8" name="Rectangle 287"/>
            <p:cNvSpPr/>
            <p:nvPr/>
          </p:nvSpPr>
          <p:spPr>
            <a:xfrm>
              <a:off x="4563532"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9" name="Rectangle 288"/>
            <p:cNvSpPr/>
            <p:nvPr/>
          </p:nvSpPr>
          <p:spPr>
            <a:xfrm>
              <a:off x="4563532"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0" name="Rectangle 289"/>
            <p:cNvSpPr/>
            <p:nvPr/>
          </p:nvSpPr>
          <p:spPr>
            <a:xfrm>
              <a:off x="4563532"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1" name="Rectangle 290"/>
            <p:cNvSpPr/>
            <p:nvPr/>
          </p:nvSpPr>
          <p:spPr>
            <a:xfrm>
              <a:off x="4563532"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2" name="Rectangle 291"/>
            <p:cNvSpPr/>
            <p:nvPr/>
          </p:nvSpPr>
          <p:spPr>
            <a:xfrm>
              <a:off x="4563532"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3" name="Rectangle 292"/>
            <p:cNvSpPr/>
            <p:nvPr/>
          </p:nvSpPr>
          <p:spPr>
            <a:xfrm>
              <a:off x="4563532"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4" name="Rectangle 293"/>
            <p:cNvSpPr/>
            <p:nvPr/>
          </p:nvSpPr>
          <p:spPr>
            <a:xfrm>
              <a:off x="4563532"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5" name="Rectangle 294"/>
            <p:cNvSpPr/>
            <p:nvPr/>
          </p:nvSpPr>
          <p:spPr>
            <a:xfrm>
              <a:off x="4563532"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6" name="Rectangle 295"/>
            <p:cNvSpPr/>
            <p:nvPr/>
          </p:nvSpPr>
          <p:spPr>
            <a:xfrm>
              <a:off x="4732865"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Rectangle 296"/>
            <p:cNvSpPr/>
            <p:nvPr/>
          </p:nvSpPr>
          <p:spPr>
            <a:xfrm>
              <a:off x="4732865"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Rectangle 297"/>
            <p:cNvSpPr/>
            <p:nvPr/>
          </p:nvSpPr>
          <p:spPr>
            <a:xfrm>
              <a:off x="4732865"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Rectangle 298"/>
            <p:cNvSpPr/>
            <p:nvPr/>
          </p:nvSpPr>
          <p:spPr>
            <a:xfrm>
              <a:off x="4732865"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Rectangle 299"/>
            <p:cNvSpPr/>
            <p:nvPr/>
          </p:nvSpPr>
          <p:spPr>
            <a:xfrm>
              <a:off x="4732865"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Rectangle 300"/>
            <p:cNvSpPr/>
            <p:nvPr/>
          </p:nvSpPr>
          <p:spPr>
            <a:xfrm>
              <a:off x="4732865"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Rectangle 301"/>
            <p:cNvSpPr/>
            <p:nvPr/>
          </p:nvSpPr>
          <p:spPr>
            <a:xfrm>
              <a:off x="4732865"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3" name="Rectangle 302"/>
            <p:cNvSpPr/>
            <p:nvPr/>
          </p:nvSpPr>
          <p:spPr>
            <a:xfrm>
              <a:off x="4732865"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4" name="Rectangle 303"/>
            <p:cNvSpPr/>
            <p:nvPr/>
          </p:nvSpPr>
          <p:spPr>
            <a:xfrm>
              <a:off x="4732865"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Rectangle 304"/>
            <p:cNvSpPr/>
            <p:nvPr/>
          </p:nvSpPr>
          <p:spPr>
            <a:xfrm>
              <a:off x="4732865"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6" name="Rectangle 305"/>
            <p:cNvSpPr/>
            <p:nvPr/>
          </p:nvSpPr>
          <p:spPr>
            <a:xfrm>
              <a:off x="4902198"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Rectangle 306"/>
            <p:cNvSpPr/>
            <p:nvPr/>
          </p:nvSpPr>
          <p:spPr>
            <a:xfrm>
              <a:off x="4902198"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Rectangle 307"/>
            <p:cNvSpPr/>
            <p:nvPr/>
          </p:nvSpPr>
          <p:spPr>
            <a:xfrm>
              <a:off x="4902198"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Rectangle 308"/>
            <p:cNvSpPr/>
            <p:nvPr/>
          </p:nvSpPr>
          <p:spPr>
            <a:xfrm>
              <a:off x="4902198"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0" name="Rectangle 309"/>
            <p:cNvSpPr/>
            <p:nvPr/>
          </p:nvSpPr>
          <p:spPr>
            <a:xfrm>
              <a:off x="4902198"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Rectangle 310"/>
            <p:cNvSpPr/>
            <p:nvPr/>
          </p:nvSpPr>
          <p:spPr>
            <a:xfrm>
              <a:off x="4902198"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2" name="Rectangle 311"/>
            <p:cNvSpPr/>
            <p:nvPr/>
          </p:nvSpPr>
          <p:spPr>
            <a:xfrm>
              <a:off x="4902198"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Rectangle 312"/>
            <p:cNvSpPr/>
            <p:nvPr/>
          </p:nvSpPr>
          <p:spPr>
            <a:xfrm>
              <a:off x="4902198"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4" name="Rectangle 313"/>
            <p:cNvSpPr/>
            <p:nvPr/>
          </p:nvSpPr>
          <p:spPr>
            <a:xfrm>
              <a:off x="4902198"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5" name="Rectangle 314"/>
            <p:cNvSpPr/>
            <p:nvPr/>
          </p:nvSpPr>
          <p:spPr>
            <a:xfrm>
              <a:off x="4902198"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6" name="Rectangle 315"/>
            <p:cNvSpPr/>
            <p:nvPr/>
          </p:nvSpPr>
          <p:spPr>
            <a:xfrm>
              <a:off x="5071531"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7" name="Rectangle 316"/>
            <p:cNvSpPr/>
            <p:nvPr/>
          </p:nvSpPr>
          <p:spPr>
            <a:xfrm>
              <a:off x="5071531"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8" name="Rectangle 317"/>
            <p:cNvSpPr/>
            <p:nvPr/>
          </p:nvSpPr>
          <p:spPr>
            <a:xfrm>
              <a:off x="5071531"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9" name="Rectangle 318"/>
            <p:cNvSpPr/>
            <p:nvPr/>
          </p:nvSpPr>
          <p:spPr>
            <a:xfrm>
              <a:off x="5071531"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Rectangle 319"/>
            <p:cNvSpPr/>
            <p:nvPr/>
          </p:nvSpPr>
          <p:spPr>
            <a:xfrm>
              <a:off x="5071531"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1" name="Rectangle 320"/>
            <p:cNvSpPr/>
            <p:nvPr/>
          </p:nvSpPr>
          <p:spPr>
            <a:xfrm>
              <a:off x="5071531"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2" name="Rectangle 321"/>
            <p:cNvSpPr/>
            <p:nvPr/>
          </p:nvSpPr>
          <p:spPr>
            <a:xfrm>
              <a:off x="5071531"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3" name="Rectangle 322"/>
            <p:cNvSpPr/>
            <p:nvPr/>
          </p:nvSpPr>
          <p:spPr>
            <a:xfrm>
              <a:off x="5071531"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4" name="Rectangle 323"/>
            <p:cNvSpPr/>
            <p:nvPr/>
          </p:nvSpPr>
          <p:spPr>
            <a:xfrm>
              <a:off x="5071531"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Rectangle 324"/>
            <p:cNvSpPr/>
            <p:nvPr/>
          </p:nvSpPr>
          <p:spPr>
            <a:xfrm>
              <a:off x="5071531"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ectangle 325"/>
            <p:cNvSpPr/>
            <p:nvPr/>
          </p:nvSpPr>
          <p:spPr>
            <a:xfrm>
              <a:off x="5240864"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7" name="Rectangle 326"/>
            <p:cNvSpPr/>
            <p:nvPr/>
          </p:nvSpPr>
          <p:spPr>
            <a:xfrm>
              <a:off x="5240864"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5240864"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9" name="Rectangle 328"/>
            <p:cNvSpPr/>
            <p:nvPr/>
          </p:nvSpPr>
          <p:spPr>
            <a:xfrm>
              <a:off x="5240864"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0" name="Rectangle 329"/>
            <p:cNvSpPr/>
            <p:nvPr/>
          </p:nvSpPr>
          <p:spPr>
            <a:xfrm>
              <a:off x="5240864"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Rectangle 330"/>
            <p:cNvSpPr/>
            <p:nvPr/>
          </p:nvSpPr>
          <p:spPr>
            <a:xfrm>
              <a:off x="5240864"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2" name="Rectangle 331"/>
            <p:cNvSpPr/>
            <p:nvPr/>
          </p:nvSpPr>
          <p:spPr>
            <a:xfrm>
              <a:off x="5240864"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ectangle 332"/>
            <p:cNvSpPr/>
            <p:nvPr/>
          </p:nvSpPr>
          <p:spPr>
            <a:xfrm>
              <a:off x="5240864"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ectangle 333"/>
            <p:cNvSpPr/>
            <p:nvPr/>
          </p:nvSpPr>
          <p:spPr>
            <a:xfrm>
              <a:off x="5240864"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5" name="Rectangle 334"/>
            <p:cNvSpPr/>
            <p:nvPr/>
          </p:nvSpPr>
          <p:spPr>
            <a:xfrm>
              <a:off x="5240864"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6" name="Rectangle 335"/>
            <p:cNvSpPr/>
            <p:nvPr/>
          </p:nvSpPr>
          <p:spPr>
            <a:xfrm>
              <a:off x="5410197"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7" name="Rectangle 336"/>
            <p:cNvSpPr/>
            <p:nvPr/>
          </p:nvSpPr>
          <p:spPr>
            <a:xfrm>
              <a:off x="5410197"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8" name="Rectangle 337"/>
            <p:cNvSpPr/>
            <p:nvPr/>
          </p:nvSpPr>
          <p:spPr>
            <a:xfrm>
              <a:off x="5410197"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9" name="Rectangle 338"/>
            <p:cNvSpPr/>
            <p:nvPr/>
          </p:nvSpPr>
          <p:spPr>
            <a:xfrm>
              <a:off x="5410197"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0" name="Rectangle 339"/>
            <p:cNvSpPr/>
            <p:nvPr/>
          </p:nvSpPr>
          <p:spPr>
            <a:xfrm>
              <a:off x="5410197"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1" name="Rectangle 340"/>
            <p:cNvSpPr/>
            <p:nvPr/>
          </p:nvSpPr>
          <p:spPr>
            <a:xfrm>
              <a:off x="5410197"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2" name="Rectangle 341"/>
            <p:cNvSpPr/>
            <p:nvPr/>
          </p:nvSpPr>
          <p:spPr>
            <a:xfrm>
              <a:off x="5410197"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3" name="Rectangle 342"/>
            <p:cNvSpPr/>
            <p:nvPr/>
          </p:nvSpPr>
          <p:spPr>
            <a:xfrm>
              <a:off x="5410197"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4" name="Rectangle 343"/>
            <p:cNvSpPr/>
            <p:nvPr/>
          </p:nvSpPr>
          <p:spPr>
            <a:xfrm>
              <a:off x="5410197"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5" name="Rectangle 344"/>
            <p:cNvSpPr/>
            <p:nvPr/>
          </p:nvSpPr>
          <p:spPr>
            <a:xfrm>
              <a:off x="5410197"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6" name="Rectangle 345"/>
            <p:cNvSpPr/>
            <p:nvPr/>
          </p:nvSpPr>
          <p:spPr>
            <a:xfrm>
              <a:off x="5579530"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5579530"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Rectangle 347"/>
            <p:cNvSpPr/>
            <p:nvPr/>
          </p:nvSpPr>
          <p:spPr>
            <a:xfrm>
              <a:off x="5579530"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9" name="Rectangle 348"/>
            <p:cNvSpPr/>
            <p:nvPr/>
          </p:nvSpPr>
          <p:spPr>
            <a:xfrm>
              <a:off x="5579530"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Rectangle 349"/>
            <p:cNvSpPr/>
            <p:nvPr/>
          </p:nvSpPr>
          <p:spPr>
            <a:xfrm>
              <a:off x="5579530"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1" name="Rectangle 350"/>
            <p:cNvSpPr/>
            <p:nvPr/>
          </p:nvSpPr>
          <p:spPr>
            <a:xfrm>
              <a:off x="5579530"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ectangle 351"/>
            <p:cNvSpPr/>
            <p:nvPr/>
          </p:nvSpPr>
          <p:spPr>
            <a:xfrm>
              <a:off x="5579530"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ectangle 352"/>
            <p:cNvSpPr/>
            <p:nvPr/>
          </p:nvSpPr>
          <p:spPr>
            <a:xfrm>
              <a:off x="5579530"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4" name="Rectangle 353"/>
            <p:cNvSpPr/>
            <p:nvPr/>
          </p:nvSpPr>
          <p:spPr>
            <a:xfrm>
              <a:off x="5579530"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5" name="Rectangle 354"/>
            <p:cNvSpPr/>
            <p:nvPr/>
          </p:nvSpPr>
          <p:spPr>
            <a:xfrm>
              <a:off x="5579530"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6" name="Rectangle 355"/>
            <p:cNvSpPr/>
            <p:nvPr/>
          </p:nvSpPr>
          <p:spPr>
            <a:xfrm>
              <a:off x="5748863"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7" name="Rectangle 356"/>
            <p:cNvSpPr/>
            <p:nvPr/>
          </p:nvSpPr>
          <p:spPr>
            <a:xfrm>
              <a:off x="5748863"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8" name="Rectangle 357"/>
            <p:cNvSpPr/>
            <p:nvPr/>
          </p:nvSpPr>
          <p:spPr>
            <a:xfrm>
              <a:off x="5748863"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9" name="Rectangle 358"/>
            <p:cNvSpPr/>
            <p:nvPr/>
          </p:nvSpPr>
          <p:spPr>
            <a:xfrm>
              <a:off x="5748863"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0" name="Rectangle 359"/>
            <p:cNvSpPr/>
            <p:nvPr/>
          </p:nvSpPr>
          <p:spPr>
            <a:xfrm>
              <a:off x="5748863"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1" name="Rectangle 360"/>
            <p:cNvSpPr/>
            <p:nvPr/>
          </p:nvSpPr>
          <p:spPr>
            <a:xfrm>
              <a:off x="5748863"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2" name="Rectangle 361"/>
            <p:cNvSpPr/>
            <p:nvPr/>
          </p:nvSpPr>
          <p:spPr>
            <a:xfrm>
              <a:off x="5748863"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3" name="Rectangle 362"/>
            <p:cNvSpPr/>
            <p:nvPr/>
          </p:nvSpPr>
          <p:spPr>
            <a:xfrm>
              <a:off x="5748863"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4" name="Rectangle 363"/>
            <p:cNvSpPr/>
            <p:nvPr/>
          </p:nvSpPr>
          <p:spPr>
            <a:xfrm>
              <a:off x="5748863"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5" name="Rectangle 364"/>
            <p:cNvSpPr/>
            <p:nvPr/>
          </p:nvSpPr>
          <p:spPr>
            <a:xfrm>
              <a:off x="5748863"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6" name="Rectangle 365"/>
            <p:cNvSpPr/>
            <p:nvPr/>
          </p:nvSpPr>
          <p:spPr>
            <a:xfrm>
              <a:off x="5918199"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7" name="Rectangle 366"/>
            <p:cNvSpPr/>
            <p:nvPr/>
          </p:nvSpPr>
          <p:spPr>
            <a:xfrm>
              <a:off x="5918199"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8" name="Rectangle 367"/>
            <p:cNvSpPr/>
            <p:nvPr/>
          </p:nvSpPr>
          <p:spPr>
            <a:xfrm>
              <a:off x="5918199" y="207899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9" name="Rectangle 368"/>
            <p:cNvSpPr/>
            <p:nvPr/>
          </p:nvSpPr>
          <p:spPr>
            <a:xfrm>
              <a:off x="5918199" y="225171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0" name="Rectangle 369"/>
            <p:cNvSpPr/>
            <p:nvPr/>
          </p:nvSpPr>
          <p:spPr>
            <a:xfrm>
              <a:off x="5918199" y="242443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1" name="Rectangle 370"/>
            <p:cNvSpPr/>
            <p:nvPr/>
          </p:nvSpPr>
          <p:spPr>
            <a:xfrm>
              <a:off x="5918199" y="25971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2" name="Rectangle 371"/>
            <p:cNvSpPr/>
            <p:nvPr/>
          </p:nvSpPr>
          <p:spPr>
            <a:xfrm>
              <a:off x="5918199" y="276987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3" name="Rectangle 372"/>
            <p:cNvSpPr/>
            <p:nvPr/>
          </p:nvSpPr>
          <p:spPr>
            <a:xfrm>
              <a:off x="5918199" y="294259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4" name="Rectangle 373"/>
            <p:cNvSpPr/>
            <p:nvPr/>
          </p:nvSpPr>
          <p:spPr>
            <a:xfrm>
              <a:off x="5918199" y="311531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5" name="Rectangle 374"/>
            <p:cNvSpPr/>
            <p:nvPr/>
          </p:nvSpPr>
          <p:spPr>
            <a:xfrm>
              <a:off x="5918199" y="3288030"/>
              <a:ext cx="152400" cy="152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75"/>
          <p:cNvGrpSpPr/>
          <p:nvPr/>
        </p:nvGrpSpPr>
        <p:grpSpPr>
          <a:xfrm>
            <a:off x="6819900" y="1805285"/>
            <a:ext cx="1676400" cy="1706880"/>
            <a:chOff x="6629400" y="1733550"/>
            <a:chExt cx="1676400" cy="1706880"/>
          </a:xfrm>
        </p:grpSpPr>
        <p:sp>
          <p:nvSpPr>
            <p:cNvPr id="376" name="Rectangle 375"/>
            <p:cNvSpPr/>
            <p:nvPr/>
          </p:nvSpPr>
          <p:spPr>
            <a:xfrm>
              <a:off x="6629400"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7" name="Rectangle 376"/>
            <p:cNvSpPr/>
            <p:nvPr/>
          </p:nvSpPr>
          <p:spPr>
            <a:xfrm>
              <a:off x="6629400"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8" name="Rectangle 377"/>
            <p:cNvSpPr/>
            <p:nvPr/>
          </p:nvSpPr>
          <p:spPr>
            <a:xfrm>
              <a:off x="6629400"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9" name="Rectangle 378"/>
            <p:cNvSpPr/>
            <p:nvPr/>
          </p:nvSpPr>
          <p:spPr>
            <a:xfrm>
              <a:off x="6629400"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0" name="Rectangle 379"/>
            <p:cNvSpPr/>
            <p:nvPr/>
          </p:nvSpPr>
          <p:spPr>
            <a:xfrm>
              <a:off x="6629400"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1" name="Rectangle 380"/>
            <p:cNvSpPr/>
            <p:nvPr/>
          </p:nvSpPr>
          <p:spPr>
            <a:xfrm>
              <a:off x="6629400"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2" name="Rectangle 381"/>
            <p:cNvSpPr/>
            <p:nvPr/>
          </p:nvSpPr>
          <p:spPr>
            <a:xfrm>
              <a:off x="6629400"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3" name="Rectangle 382"/>
            <p:cNvSpPr/>
            <p:nvPr/>
          </p:nvSpPr>
          <p:spPr>
            <a:xfrm>
              <a:off x="6629400"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4" name="Rectangle 383"/>
            <p:cNvSpPr/>
            <p:nvPr/>
          </p:nvSpPr>
          <p:spPr>
            <a:xfrm>
              <a:off x="6629400"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5" name="Rectangle 384"/>
            <p:cNvSpPr/>
            <p:nvPr/>
          </p:nvSpPr>
          <p:spPr>
            <a:xfrm>
              <a:off x="6629400"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6" name="Rectangle 385"/>
            <p:cNvSpPr/>
            <p:nvPr/>
          </p:nvSpPr>
          <p:spPr>
            <a:xfrm>
              <a:off x="6798733"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7" name="Rectangle 386"/>
            <p:cNvSpPr/>
            <p:nvPr/>
          </p:nvSpPr>
          <p:spPr>
            <a:xfrm>
              <a:off x="6798733"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8" name="Rectangle 387"/>
            <p:cNvSpPr/>
            <p:nvPr/>
          </p:nvSpPr>
          <p:spPr>
            <a:xfrm>
              <a:off x="6798733"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9" name="Rectangle 388"/>
            <p:cNvSpPr/>
            <p:nvPr/>
          </p:nvSpPr>
          <p:spPr>
            <a:xfrm>
              <a:off x="6798733"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0" name="Rectangle 389"/>
            <p:cNvSpPr/>
            <p:nvPr/>
          </p:nvSpPr>
          <p:spPr>
            <a:xfrm>
              <a:off x="6798733"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1" name="Rectangle 390"/>
            <p:cNvSpPr/>
            <p:nvPr/>
          </p:nvSpPr>
          <p:spPr>
            <a:xfrm>
              <a:off x="6798733"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2" name="Rectangle 391"/>
            <p:cNvSpPr/>
            <p:nvPr/>
          </p:nvSpPr>
          <p:spPr>
            <a:xfrm>
              <a:off x="6798733"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3" name="Rectangle 392"/>
            <p:cNvSpPr/>
            <p:nvPr/>
          </p:nvSpPr>
          <p:spPr>
            <a:xfrm>
              <a:off x="6798733"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4" name="Rectangle 393"/>
            <p:cNvSpPr/>
            <p:nvPr/>
          </p:nvSpPr>
          <p:spPr>
            <a:xfrm>
              <a:off x="6798733"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5" name="Rectangle 394"/>
            <p:cNvSpPr/>
            <p:nvPr/>
          </p:nvSpPr>
          <p:spPr>
            <a:xfrm>
              <a:off x="6798733"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6" name="Rectangle 395"/>
            <p:cNvSpPr/>
            <p:nvPr/>
          </p:nvSpPr>
          <p:spPr>
            <a:xfrm>
              <a:off x="6968066"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7" name="Rectangle 396"/>
            <p:cNvSpPr/>
            <p:nvPr/>
          </p:nvSpPr>
          <p:spPr>
            <a:xfrm>
              <a:off x="6968066"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8" name="Rectangle 397"/>
            <p:cNvSpPr/>
            <p:nvPr/>
          </p:nvSpPr>
          <p:spPr>
            <a:xfrm>
              <a:off x="6968066"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9" name="Rectangle 398"/>
            <p:cNvSpPr/>
            <p:nvPr/>
          </p:nvSpPr>
          <p:spPr>
            <a:xfrm>
              <a:off x="6968066"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0" name="Rectangle 399"/>
            <p:cNvSpPr/>
            <p:nvPr/>
          </p:nvSpPr>
          <p:spPr>
            <a:xfrm>
              <a:off x="6968066"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1" name="Rectangle 400"/>
            <p:cNvSpPr/>
            <p:nvPr/>
          </p:nvSpPr>
          <p:spPr>
            <a:xfrm>
              <a:off x="6968066"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2" name="Rectangle 401"/>
            <p:cNvSpPr/>
            <p:nvPr/>
          </p:nvSpPr>
          <p:spPr>
            <a:xfrm>
              <a:off x="6968066"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3" name="Rectangle 402"/>
            <p:cNvSpPr/>
            <p:nvPr/>
          </p:nvSpPr>
          <p:spPr>
            <a:xfrm>
              <a:off x="6968066"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4" name="Rectangle 403"/>
            <p:cNvSpPr/>
            <p:nvPr/>
          </p:nvSpPr>
          <p:spPr>
            <a:xfrm>
              <a:off x="6968066"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5" name="Rectangle 404"/>
            <p:cNvSpPr/>
            <p:nvPr/>
          </p:nvSpPr>
          <p:spPr>
            <a:xfrm>
              <a:off x="6968066"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6" name="Rectangle 405"/>
            <p:cNvSpPr/>
            <p:nvPr/>
          </p:nvSpPr>
          <p:spPr>
            <a:xfrm>
              <a:off x="7137399"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7" name="Rectangle 406"/>
            <p:cNvSpPr/>
            <p:nvPr/>
          </p:nvSpPr>
          <p:spPr>
            <a:xfrm>
              <a:off x="7137399"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8" name="Rectangle 407"/>
            <p:cNvSpPr/>
            <p:nvPr/>
          </p:nvSpPr>
          <p:spPr>
            <a:xfrm>
              <a:off x="7137399"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9" name="Rectangle 408"/>
            <p:cNvSpPr/>
            <p:nvPr/>
          </p:nvSpPr>
          <p:spPr>
            <a:xfrm>
              <a:off x="7137399"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0" name="Rectangle 409"/>
            <p:cNvSpPr/>
            <p:nvPr/>
          </p:nvSpPr>
          <p:spPr>
            <a:xfrm>
              <a:off x="7137399"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1" name="Rectangle 410"/>
            <p:cNvSpPr/>
            <p:nvPr/>
          </p:nvSpPr>
          <p:spPr>
            <a:xfrm>
              <a:off x="7137399"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Rectangle 411"/>
            <p:cNvSpPr/>
            <p:nvPr/>
          </p:nvSpPr>
          <p:spPr>
            <a:xfrm>
              <a:off x="7137399"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Rectangle 412"/>
            <p:cNvSpPr/>
            <p:nvPr/>
          </p:nvSpPr>
          <p:spPr>
            <a:xfrm>
              <a:off x="7137399"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Rectangle 413"/>
            <p:cNvSpPr/>
            <p:nvPr/>
          </p:nvSpPr>
          <p:spPr>
            <a:xfrm>
              <a:off x="7137399"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5" name="Rectangle 414"/>
            <p:cNvSpPr/>
            <p:nvPr/>
          </p:nvSpPr>
          <p:spPr>
            <a:xfrm>
              <a:off x="7137399"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6" name="Rectangle 415"/>
            <p:cNvSpPr/>
            <p:nvPr/>
          </p:nvSpPr>
          <p:spPr>
            <a:xfrm>
              <a:off x="7306732"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7" name="Rectangle 416"/>
            <p:cNvSpPr/>
            <p:nvPr/>
          </p:nvSpPr>
          <p:spPr>
            <a:xfrm>
              <a:off x="7306732"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8" name="Rectangle 417"/>
            <p:cNvSpPr/>
            <p:nvPr/>
          </p:nvSpPr>
          <p:spPr>
            <a:xfrm>
              <a:off x="7306732"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9" name="Rectangle 418"/>
            <p:cNvSpPr/>
            <p:nvPr/>
          </p:nvSpPr>
          <p:spPr>
            <a:xfrm>
              <a:off x="7306732"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Rectangle 419"/>
            <p:cNvSpPr/>
            <p:nvPr/>
          </p:nvSpPr>
          <p:spPr>
            <a:xfrm>
              <a:off x="7306732"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Rectangle 420"/>
            <p:cNvSpPr/>
            <p:nvPr/>
          </p:nvSpPr>
          <p:spPr>
            <a:xfrm>
              <a:off x="7306732"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Rectangle 421"/>
            <p:cNvSpPr/>
            <p:nvPr/>
          </p:nvSpPr>
          <p:spPr>
            <a:xfrm>
              <a:off x="7306732"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3" name="Rectangle 422"/>
            <p:cNvSpPr/>
            <p:nvPr/>
          </p:nvSpPr>
          <p:spPr>
            <a:xfrm>
              <a:off x="7306732"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4" name="Rectangle 423"/>
            <p:cNvSpPr/>
            <p:nvPr/>
          </p:nvSpPr>
          <p:spPr>
            <a:xfrm>
              <a:off x="7306732"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5" name="Rectangle 424"/>
            <p:cNvSpPr/>
            <p:nvPr/>
          </p:nvSpPr>
          <p:spPr>
            <a:xfrm>
              <a:off x="7306732"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6" name="Rectangle 425"/>
            <p:cNvSpPr/>
            <p:nvPr/>
          </p:nvSpPr>
          <p:spPr>
            <a:xfrm>
              <a:off x="7476065"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7" name="Rectangle 426"/>
            <p:cNvSpPr/>
            <p:nvPr/>
          </p:nvSpPr>
          <p:spPr>
            <a:xfrm>
              <a:off x="7476065"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8" name="Rectangle 427"/>
            <p:cNvSpPr/>
            <p:nvPr/>
          </p:nvSpPr>
          <p:spPr>
            <a:xfrm>
              <a:off x="7476065"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9" name="Rectangle 428"/>
            <p:cNvSpPr/>
            <p:nvPr/>
          </p:nvSpPr>
          <p:spPr>
            <a:xfrm>
              <a:off x="7476065"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0" name="Rectangle 429"/>
            <p:cNvSpPr/>
            <p:nvPr/>
          </p:nvSpPr>
          <p:spPr>
            <a:xfrm>
              <a:off x="7476065"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1" name="Rectangle 430"/>
            <p:cNvSpPr/>
            <p:nvPr/>
          </p:nvSpPr>
          <p:spPr>
            <a:xfrm>
              <a:off x="7476065"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2" name="Rectangle 431"/>
            <p:cNvSpPr/>
            <p:nvPr/>
          </p:nvSpPr>
          <p:spPr>
            <a:xfrm>
              <a:off x="7476065"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3" name="Rectangle 432"/>
            <p:cNvSpPr/>
            <p:nvPr/>
          </p:nvSpPr>
          <p:spPr>
            <a:xfrm>
              <a:off x="7476065"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4" name="Rectangle 433"/>
            <p:cNvSpPr/>
            <p:nvPr/>
          </p:nvSpPr>
          <p:spPr>
            <a:xfrm>
              <a:off x="7476065"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5" name="Rectangle 434"/>
            <p:cNvSpPr/>
            <p:nvPr/>
          </p:nvSpPr>
          <p:spPr>
            <a:xfrm>
              <a:off x="7476065"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6" name="Rectangle 435"/>
            <p:cNvSpPr/>
            <p:nvPr/>
          </p:nvSpPr>
          <p:spPr>
            <a:xfrm>
              <a:off x="7645398"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7" name="Rectangle 436"/>
            <p:cNvSpPr/>
            <p:nvPr/>
          </p:nvSpPr>
          <p:spPr>
            <a:xfrm>
              <a:off x="7645398"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8" name="Rectangle 437"/>
            <p:cNvSpPr/>
            <p:nvPr/>
          </p:nvSpPr>
          <p:spPr>
            <a:xfrm>
              <a:off x="7645398"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9" name="Rectangle 438"/>
            <p:cNvSpPr/>
            <p:nvPr/>
          </p:nvSpPr>
          <p:spPr>
            <a:xfrm>
              <a:off x="7645398"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0" name="Rectangle 439"/>
            <p:cNvSpPr/>
            <p:nvPr/>
          </p:nvSpPr>
          <p:spPr>
            <a:xfrm>
              <a:off x="7645398"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1" name="Rectangle 440"/>
            <p:cNvSpPr/>
            <p:nvPr/>
          </p:nvSpPr>
          <p:spPr>
            <a:xfrm>
              <a:off x="7645398"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2" name="Rectangle 441"/>
            <p:cNvSpPr/>
            <p:nvPr/>
          </p:nvSpPr>
          <p:spPr>
            <a:xfrm>
              <a:off x="7645398"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3" name="Rectangle 442"/>
            <p:cNvSpPr/>
            <p:nvPr/>
          </p:nvSpPr>
          <p:spPr>
            <a:xfrm>
              <a:off x="7645398"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4" name="Rectangle 443"/>
            <p:cNvSpPr/>
            <p:nvPr/>
          </p:nvSpPr>
          <p:spPr>
            <a:xfrm>
              <a:off x="7645398"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5" name="Rectangle 444"/>
            <p:cNvSpPr/>
            <p:nvPr/>
          </p:nvSpPr>
          <p:spPr>
            <a:xfrm>
              <a:off x="7645398"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7814731"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7" name="Rectangle 446"/>
            <p:cNvSpPr/>
            <p:nvPr/>
          </p:nvSpPr>
          <p:spPr>
            <a:xfrm>
              <a:off x="7814731"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8" name="Rectangle 447"/>
            <p:cNvSpPr/>
            <p:nvPr/>
          </p:nvSpPr>
          <p:spPr>
            <a:xfrm>
              <a:off x="7814731"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Rectangle 448"/>
            <p:cNvSpPr/>
            <p:nvPr/>
          </p:nvSpPr>
          <p:spPr>
            <a:xfrm>
              <a:off x="7814731"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Rectangle 449"/>
            <p:cNvSpPr/>
            <p:nvPr/>
          </p:nvSpPr>
          <p:spPr>
            <a:xfrm>
              <a:off x="7814731"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ectangle 450"/>
            <p:cNvSpPr/>
            <p:nvPr/>
          </p:nvSpPr>
          <p:spPr>
            <a:xfrm>
              <a:off x="7814731"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ectangle 451"/>
            <p:cNvSpPr/>
            <p:nvPr/>
          </p:nvSpPr>
          <p:spPr>
            <a:xfrm>
              <a:off x="7814731"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Rectangle 452"/>
            <p:cNvSpPr/>
            <p:nvPr/>
          </p:nvSpPr>
          <p:spPr>
            <a:xfrm>
              <a:off x="7814731"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Rectangle 453"/>
            <p:cNvSpPr/>
            <p:nvPr/>
          </p:nvSpPr>
          <p:spPr>
            <a:xfrm>
              <a:off x="7814731"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5" name="Rectangle 454"/>
            <p:cNvSpPr/>
            <p:nvPr/>
          </p:nvSpPr>
          <p:spPr>
            <a:xfrm>
              <a:off x="7814731"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6" name="Rectangle 455"/>
            <p:cNvSpPr/>
            <p:nvPr/>
          </p:nvSpPr>
          <p:spPr>
            <a:xfrm>
              <a:off x="7984064"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Rectangle 456"/>
            <p:cNvSpPr/>
            <p:nvPr/>
          </p:nvSpPr>
          <p:spPr>
            <a:xfrm>
              <a:off x="7984064"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8" name="Rectangle 457"/>
            <p:cNvSpPr/>
            <p:nvPr/>
          </p:nvSpPr>
          <p:spPr>
            <a:xfrm>
              <a:off x="7984064"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Rectangle 458"/>
            <p:cNvSpPr/>
            <p:nvPr/>
          </p:nvSpPr>
          <p:spPr>
            <a:xfrm>
              <a:off x="7984064"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Rectangle 459"/>
            <p:cNvSpPr/>
            <p:nvPr/>
          </p:nvSpPr>
          <p:spPr>
            <a:xfrm>
              <a:off x="7984064"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7984064"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7984064"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3" name="Rectangle 462"/>
            <p:cNvSpPr/>
            <p:nvPr/>
          </p:nvSpPr>
          <p:spPr>
            <a:xfrm>
              <a:off x="7984064"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4" name="Rectangle 463"/>
            <p:cNvSpPr/>
            <p:nvPr/>
          </p:nvSpPr>
          <p:spPr>
            <a:xfrm>
              <a:off x="7984064"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Rectangle 464"/>
            <p:cNvSpPr/>
            <p:nvPr/>
          </p:nvSpPr>
          <p:spPr>
            <a:xfrm>
              <a:off x="7984064"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6" name="Rectangle 465"/>
            <p:cNvSpPr/>
            <p:nvPr/>
          </p:nvSpPr>
          <p:spPr>
            <a:xfrm>
              <a:off x="8153400" y="173355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ectangle 466"/>
            <p:cNvSpPr/>
            <p:nvPr/>
          </p:nvSpPr>
          <p:spPr>
            <a:xfrm>
              <a:off x="8153400" y="1906270"/>
              <a:ext cx="152400" cy="1524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ectangle 467"/>
            <p:cNvSpPr/>
            <p:nvPr/>
          </p:nvSpPr>
          <p:spPr>
            <a:xfrm>
              <a:off x="8153400" y="20789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Rectangle 468"/>
            <p:cNvSpPr/>
            <p:nvPr/>
          </p:nvSpPr>
          <p:spPr>
            <a:xfrm>
              <a:off x="8153400" y="22517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Rectangle 469"/>
            <p:cNvSpPr/>
            <p:nvPr/>
          </p:nvSpPr>
          <p:spPr>
            <a:xfrm>
              <a:off x="8153400" y="24244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1" name="Rectangle 470"/>
            <p:cNvSpPr/>
            <p:nvPr/>
          </p:nvSpPr>
          <p:spPr>
            <a:xfrm>
              <a:off x="8153400" y="259715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2" name="Rectangle 471"/>
            <p:cNvSpPr/>
            <p:nvPr/>
          </p:nvSpPr>
          <p:spPr>
            <a:xfrm>
              <a:off x="8153400" y="276987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3" name="Rectangle 472"/>
            <p:cNvSpPr/>
            <p:nvPr/>
          </p:nvSpPr>
          <p:spPr>
            <a:xfrm>
              <a:off x="8153400" y="294259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4" name="Rectangle 473"/>
            <p:cNvSpPr/>
            <p:nvPr/>
          </p:nvSpPr>
          <p:spPr>
            <a:xfrm>
              <a:off x="8153400" y="311531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5" name="Rectangle 474"/>
            <p:cNvSpPr/>
            <p:nvPr/>
          </p:nvSpPr>
          <p:spPr>
            <a:xfrm>
              <a:off x="8153400" y="3288030"/>
              <a:ext cx="152400" cy="152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484"/>
          <p:cNvGrpSpPr/>
          <p:nvPr/>
        </p:nvGrpSpPr>
        <p:grpSpPr>
          <a:xfrm>
            <a:off x="518160" y="3643610"/>
            <a:ext cx="1996440" cy="709315"/>
            <a:chOff x="518160" y="3409950"/>
            <a:chExt cx="1996440" cy="709315"/>
          </a:xfrm>
        </p:grpSpPr>
        <p:sp>
          <p:nvSpPr>
            <p:cNvPr id="479" name="TextBox 478"/>
            <p:cNvSpPr txBox="1"/>
            <p:nvPr/>
          </p:nvSpPr>
          <p:spPr>
            <a:xfrm>
              <a:off x="518160" y="3657600"/>
              <a:ext cx="199644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480" name="TextBox 479"/>
            <p:cNvSpPr txBox="1"/>
            <p:nvPr/>
          </p:nvSpPr>
          <p:spPr>
            <a:xfrm>
              <a:off x="745127" y="3409950"/>
              <a:ext cx="1542506" cy="215444"/>
            </a:xfrm>
            <a:prstGeom prst="rect">
              <a:avLst/>
            </a:prstGeom>
            <a:noFill/>
          </p:spPr>
          <p:txBody>
            <a:bodyPr wrap="square" lIns="0" tIns="0" rIns="0" bIns="0" rtlCol="0" anchor="t">
              <a:spAutoFit/>
            </a:bodyPr>
            <a:lstStyle/>
            <a:p>
              <a:pPr algn="ctr"/>
              <a:r>
                <a:rPr lang="en-US" sz="1400" b="1" dirty="0">
                  <a:solidFill>
                    <a:schemeClr val="tx1">
                      <a:lumMod val="50000"/>
                      <a:lumOff val="50000"/>
                    </a:schemeClr>
                  </a:solidFill>
                </a:rPr>
                <a:t>Description Here</a:t>
              </a:r>
            </a:p>
          </p:txBody>
        </p:sp>
      </p:grpSp>
      <p:sp>
        <p:nvSpPr>
          <p:cNvPr id="481" name="Rectangle 480"/>
          <p:cNvSpPr/>
          <p:nvPr/>
        </p:nvSpPr>
        <p:spPr>
          <a:xfrm>
            <a:off x="664630" y="1238587"/>
            <a:ext cx="923330" cy="553998"/>
          </a:xfrm>
          <a:prstGeom prst="rect">
            <a:avLst/>
          </a:prstGeom>
        </p:spPr>
        <p:txBody>
          <a:bodyPr wrap="none" lIns="0" tIns="0" rIns="0" bIns="0">
            <a:spAutoFit/>
          </a:bodyPr>
          <a:lstStyle/>
          <a:p>
            <a:r>
              <a:rPr lang="en-US" sz="3600" b="1" dirty="0">
                <a:solidFill>
                  <a:schemeClr val="accent1"/>
                </a:solidFill>
              </a:rPr>
              <a:t>45%</a:t>
            </a:r>
            <a:endParaRPr lang="en-US" sz="2400" b="1" dirty="0">
              <a:solidFill>
                <a:schemeClr val="accent1"/>
              </a:solidFill>
            </a:endParaRPr>
          </a:p>
        </p:txBody>
      </p:sp>
      <p:sp>
        <p:nvSpPr>
          <p:cNvPr id="482" name="Rectangle 481"/>
          <p:cNvSpPr/>
          <p:nvPr/>
        </p:nvSpPr>
        <p:spPr>
          <a:xfrm>
            <a:off x="2716387" y="1238587"/>
            <a:ext cx="923330" cy="553998"/>
          </a:xfrm>
          <a:prstGeom prst="rect">
            <a:avLst/>
          </a:prstGeom>
        </p:spPr>
        <p:txBody>
          <a:bodyPr wrap="none" lIns="0" tIns="0" rIns="0" bIns="0">
            <a:spAutoFit/>
          </a:bodyPr>
          <a:lstStyle/>
          <a:p>
            <a:r>
              <a:rPr lang="en-US" sz="3600" b="1" dirty="0">
                <a:solidFill>
                  <a:schemeClr val="accent2"/>
                </a:solidFill>
              </a:rPr>
              <a:t>64%</a:t>
            </a:r>
            <a:endParaRPr lang="en-US" sz="2400" b="1" dirty="0">
              <a:solidFill>
                <a:schemeClr val="accent2"/>
              </a:solidFill>
            </a:endParaRPr>
          </a:p>
        </p:txBody>
      </p:sp>
      <p:sp>
        <p:nvSpPr>
          <p:cNvPr id="483" name="Rectangle 482"/>
          <p:cNvSpPr/>
          <p:nvPr/>
        </p:nvSpPr>
        <p:spPr>
          <a:xfrm>
            <a:off x="4768144" y="1238587"/>
            <a:ext cx="923330" cy="553998"/>
          </a:xfrm>
          <a:prstGeom prst="rect">
            <a:avLst/>
          </a:prstGeom>
        </p:spPr>
        <p:txBody>
          <a:bodyPr wrap="none" lIns="0" tIns="0" rIns="0" bIns="0">
            <a:spAutoFit/>
          </a:bodyPr>
          <a:lstStyle/>
          <a:p>
            <a:r>
              <a:rPr lang="en-US" sz="3600" b="1" dirty="0">
                <a:solidFill>
                  <a:schemeClr val="accent3"/>
                </a:solidFill>
              </a:rPr>
              <a:t>40%</a:t>
            </a:r>
            <a:endParaRPr lang="en-US" sz="2400" b="1" dirty="0">
              <a:solidFill>
                <a:schemeClr val="accent3"/>
              </a:solidFill>
            </a:endParaRPr>
          </a:p>
        </p:txBody>
      </p:sp>
      <p:sp>
        <p:nvSpPr>
          <p:cNvPr id="484" name="Rectangle 483"/>
          <p:cNvSpPr/>
          <p:nvPr/>
        </p:nvSpPr>
        <p:spPr>
          <a:xfrm>
            <a:off x="6849301" y="1238587"/>
            <a:ext cx="923330" cy="553998"/>
          </a:xfrm>
          <a:prstGeom prst="rect">
            <a:avLst/>
          </a:prstGeom>
        </p:spPr>
        <p:txBody>
          <a:bodyPr wrap="none" lIns="0" tIns="0" rIns="0" bIns="0">
            <a:spAutoFit/>
          </a:bodyPr>
          <a:lstStyle/>
          <a:p>
            <a:r>
              <a:rPr lang="en-US" sz="3600" b="1" dirty="0">
                <a:solidFill>
                  <a:schemeClr val="accent4"/>
                </a:solidFill>
              </a:rPr>
              <a:t>80%</a:t>
            </a:r>
            <a:endParaRPr lang="en-US" sz="2400" b="1" dirty="0">
              <a:solidFill>
                <a:schemeClr val="accent4"/>
              </a:solidFill>
            </a:endParaRPr>
          </a:p>
        </p:txBody>
      </p:sp>
      <p:grpSp>
        <p:nvGrpSpPr>
          <p:cNvPr id="9" name="Group 485"/>
          <p:cNvGrpSpPr/>
          <p:nvPr/>
        </p:nvGrpSpPr>
        <p:grpSpPr>
          <a:xfrm>
            <a:off x="2514600" y="3643610"/>
            <a:ext cx="1996440" cy="709315"/>
            <a:chOff x="518160" y="3409950"/>
            <a:chExt cx="1996440" cy="709315"/>
          </a:xfrm>
        </p:grpSpPr>
        <p:sp>
          <p:nvSpPr>
            <p:cNvPr id="487" name="TextBox 486"/>
            <p:cNvSpPr txBox="1"/>
            <p:nvPr/>
          </p:nvSpPr>
          <p:spPr>
            <a:xfrm>
              <a:off x="518160" y="3657600"/>
              <a:ext cx="199644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488" name="TextBox 487"/>
            <p:cNvSpPr txBox="1"/>
            <p:nvPr/>
          </p:nvSpPr>
          <p:spPr>
            <a:xfrm>
              <a:off x="745127" y="3409950"/>
              <a:ext cx="1542506" cy="215444"/>
            </a:xfrm>
            <a:prstGeom prst="rect">
              <a:avLst/>
            </a:prstGeom>
            <a:noFill/>
          </p:spPr>
          <p:txBody>
            <a:bodyPr wrap="square" lIns="0" tIns="0" rIns="0" bIns="0" rtlCol="0" anchor="t">
              <a:spAutoFit/>
            </a:bodyPr>
            <a:lstStyle/>
            <a:p>
              <a:pPr algn="ctr"/>
              <a:r>
                <a:rPr lang="en-US" sz="1400" b="1" dirty="0">
                  <a:solidFill>
                    <a:schemeClr val="tx1">
                      <a:lumMod val="50000"/>
                      <a:lumOff val="50000"/>
                    </a:schemeClr>
                  </a:solidFill>
                </a:rPr>
                <a:t>Description Here</a:t>
              </a:r>
            </a:p>
          </p:txBody>
        </p:sp>
      </p:grpSp>
      <p:grpSp>
        <p:nvGrpSpPr>
          <p:cNvPr id="10" name="Group 488"/>
          <p:cNvGrpSpPr/>
          <p:nvPr/>
        </p:nvGrpSpPr>
        <p:grpSpPr>
          <a:xfrm>
            <a:off x="4599656" y="3643610"/>
            <a:ext cx="1996440" cy="709315"/>
            <a:chOff x="518160" y="3409950"/>
            <a:chExt cx="1996440" cy="709315"/>
          </a:xfrm>
        </p:grpSpPr>
        <p:sp>
          <p:nvSpPr>
            <p:cNvPr id="490" name="TextBox 489"/>
            <p:cNvSpPr txBox="1"/>
            <p:nvPr/>
          </p:nvSpPr>
          <p:spPr>
            <a:xfrm>
              <a:off x="518160" y="3657600"/>
              <a:ext cx="199644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491" name="TextBox 490"/>
            <p:cNvSpPr txBox="1"/>
            <p:nvPr/>
          </p:nvSpPr>
          <p:spPr>
            <a:xfrm>
              <a:off x="745127" y="3409950"/>
              <a:ext cx="1542506" cy="215444"/>
            </a:xfrm>
            <a:prstGeom prst="rect">
              <a:avLst/>
            </a:prstGeom>
            <a:noFill/>
          </p:spPr>
          <p:txBody>
            <a:bodyPr wrap="square" lIns="0" tIns="0" rIns="0" bIns="0" rtlCol="0" anchor="t">
              <a:spAutoFit/>
            </a:bodyPr>
            <a:lstStyle/>
            <a:p>
              <a:pPr algn="ctr"/>
              <a:r>
                <a:rPr lang="en-US" sz="1400" b="1" dirty="0">
                  <a:solidFill>
                    <a:schemeClr val="tx1">
                      <a:lumMod val="50000"/>
                      <a:lumOff val="50000"/>
                    </a:schemeClr>
                  </a:solidFill>
                </a:rPr>
                <a:t>Description Here</a:t>
              </a:r>
            </a:p>
          </p:txBody>
        </p:sp>
      </p:grpSp>
      <p:grpSp>
        <p:nvGrpSpPr>
          <p:cNvPr id="11" name="Group 491"/>
          <p:cNvGrpSpPr/>
          <p:nvPr/>
        </p:nvGrpSpPr>
        <p:grpSpPr>
          <a:xfrm>
            <a:off x="6629400" y="3643610"/>
            <a:ext cx="1996440" cy="709315"/>
            <a:chOff x="518160" y="3409950"/>
            <a:chExt cx="1996440" cy="709315"/>
          </a:xfrm>
        </p:grpSpPr>
        <p:sp>
          <p:nvSpPr>
            <p:cNvPr id="493" name="TextBox 492"/>
            <p:cNvSpPr txBox="1"/>
            <p:nvPr/>
          </p:nvSpPr>
          <p:spPr>
            <a:xfrm>
              <a:off x="518160" y="3657600"/>
              <a:ext cx="1996440" cy="461665"/>
            </a:xfrm>
            <a:prstGeom prst="rect">
              <a:avLst/>
            </a:prstGeom>
            <a:noFill/>
          </p:spPr>
          <p:txBody>
            <a:bodyPr wrap="square" lIns="0" tIns="0" rIns="0" bIns="0" rtlCol="0">
              <a:spAutoFit/>
            </a:bodyPr>
            <a:lstStyle/>
            <a:p>
              <a:pPr lvl="0" algn="ctr"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494" name="TextBox 493"/>
            <p:cNvSpPr txBox="1"/>
            <p:nvPr/>
          </p:nvSpPr>
          <p:spPr>
            <a:xfrm>
              <a:off x="745127" y="3409950"/>
              <a:ext cx="1542506" cy="215444"/>
            </a:xfrm>
            <a:prstGeom prst="rect">
              <a:avLst/>
            </a:prstGeom>
            <a:noFill/>
          </p:spPr>
          <p:txBody>
            <a:bodyPr wrap="square" lIns="0" tIns="0" rIns="0" bIns="0" rtlCol="0" anchor="t">
              <a:spAutoFit/>
            </a:bodyPr>
            <a:lstStyle/>
            <a:p>
              <a:pPr algn="ctr"/>
              <a:r>
                <a:rPr lang="en-US" sz="1400" b="1" dirty="0">
                  <a:solidFill>
                    <a:schemeClr val="tx1">
                      <a:lumMod val="50000"/>
                      <a:lumOff val="50000"/>
                    </a:schemeClr>
                  </a:solidFill>
                </a:rPr>
                <a:t>Description Here</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481"/>
                                        </p:tgtEl>
                                        <p:attrNameLst>
                                          <p:attrName>style.visibility</p:attrName>
                                        </p:attrNameLst>
                                      </p:cBhvr>
                                      <p:to>
                                        <p:strVal val="visible"/>
                                      </p:to>
                                    </p:set>
                                    <p:anim calcmode="lin" valueType="num">
                                      <p:cBhvr>
                                        <p:cTn id="11" dur="500" fill="hold"/>
                                        <p:tgtEl>
                                          <p:spTgt spid="481"/>
                                        </p:tgtEl>
                                        <p:attrNameLst>
                                          <p:attrName>ppt_w</p:attrName>
                                        </p:attrNameLst>
                                      </p:cBhvr>
                                      <p:tavLst>
                                        <p:tav tm="0">
                                          <p:val>
                                            <p:fltVal val="0"/>
                                          </p:val>
                                        </p:tav>
                                        <p:tav tm="100000">
                                          <p:val>
                                            <p:strVal val="#ppt_w"/>
                                          </p:val>
                                        </p:tav>
                                      </p:tavLst>
                                    </p:anim>
                                    <p:anim calcmode="lin" valueType="num">
                                      <p:cBhvr>
                                        <p:cTn id="12" dur="500" fill="hold"/>
                                        <p:tgtEl>
                                          <p:spTgt spid="481"/>
                                        </p:tgtEl>
                                        <p:attrNameLst>
                                          <p:attrName>ppt_h</p:attrName>
                                        </p:attrNameLst>
                                      </p:cBhvr>
                                      <p:tavLst>
                                        <p:tav tm="0">
                                          <p:val>
                                            <p:fltVal val="0"/>
                                          </p:val>
                                        </p:tav>
                                        <p:tav tm="100000">
                                          <p:val>
                                            <p:strVal val="#ppt_h"/>
                                          </p:val>
                                        </p:tav>
                                      </p:tavLst>
                                    </p:anim>
                                    <p:animEffect transition="in" filter="fade">
                                      <p:cBhvr>
                                        <p:cTn id="13" dur="500"/>
                                        <p:tgtEl>
                                          <p:spTgt spid="481"/>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down)">
                                      <p:cBhvr>
                                        <p:cTn id="17" dur="500"/>
                                        <p:tgtEl>
                                          <p:spTgt spid="6"/>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down)">
                                      <p:cBhvr>
                                        <p:cTn id="21" dur="500"/>
                                        <p:tgtEl>
                                          <p:spTgt spid="3"/>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482"/>
                                        </p:tgtEl>
                                        <p:attrNameLst>
                                          <p:attrName>style.visibility</p:attrName>
                                        </p:attrNameLst>
                                      </p:cBhvr>
                                      <p:to>
                                        <p:strVal val="visible"/>
                                      </p:to>
                                    </p:set>
                                    <p:anim calcmode="lin" valueType="num">
                                      <p:cBhvr>
                                        <p:cTn id="25" dur="500" fill="hold"/>
                                        <p:tgtEl>
                                          <p:spTgt spid="482"/>
                                        </p:tgtEl>
                                        <p:attrNameLst>
                                          <p:attrName>ppt_w</p:attrName>
                                        </p:attrNameLst>
                                      </p:cBhvr>
                                      <p:tavLst>
                                        <p:tav tm="0">
                                          <p:val>
                                            <p:fltVal val="0"/>
                                          </p:val>
                                        </p:tav>
                                        <p:tav tm="100000">
                                          <p:val>
                                            <p:strVal val="#ppt_w"/>
                                          </p:val>
                                        </p:tav>
                                      </p:tavLst>
                                    </p:anim>
                                    <p:anim calcmode="lin" valueType="num">
                                      <p:cBhvr>
                                        <p:cTn id="26" dur="500" fill="hold"/>
                                        <p:tgtEl>
                                          <p:spTgt spid="482"/>
                                        </p:tgtEl>
                                        <p:attrNameLst>
                                          <p:attrName>ppt_h</p:attrName>
                                        </p:attrNameLst>
                                      </p:cBhvr>
                                      <p:tavLst>
                                        <p:tav tm="0">
                                          <p:val>
                                            <p:fltVal val="0"/>
                                          </p:val>
                                        </p:tav>
                                        <p:tav tm="100000">
                                          <p:val>
                                            <p:strVal val="#ppt_h"/>
                                          </p:val>
                                        </p:tav>
                                      </p:tavLst>
                                    </p:anim>
                                    <p:animEffect transition="in" filter="fade">
                                      <p:cBhvr>
                                        <p:cTn id="27" dur="500"/>
                                        <p:tgtEl>
                                          <p:spTgt spid="482"/>
                                        </p:tgtEl>
                                      </p:cBhvr>
                                    </p:animEffect>
                                  </p:childTnLst>
                                </p:cTn>
                              </p:par>
                            </p:childTnLst>
                          </p:cTn>
                        </p:par>
                        <p:par>
                          <p:cTn id="28" fill="hold">
                            <p:stCondLst>
                              <p:cond delay="2500"/>
                            </p:stCondLst>
                            <p:childTnLst>
                              <p:par>
                                <p:cTn id="29" presetID="22" presetClass="entr" presetSubtype="4"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wipe(down)">
                                      <p:cBhvr>
                                        <p:cTn id="31" dur="500"/>
                                        <p:tgtEl>
                                          <p:spTgt spid="9"/>
                                        </p:tgtEl>
                                      </p:cBhvr>
                                    </p:animEffec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wipe(down)">
                                      <p:cBhvr>
                                        <p:cTn id="35" dur="500"/>
                                        <p:tgtEl>
                                          <p:spTgt spid="4"/>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483"/>
                                        </p:tgtEl>
                                        <p:attrNameLst>
                                          <p:attrName>style.visibility</p:attrName>
                                        </p:attrNameLst>
                                      </p:cBhvr>
                                      <p:to>
                                        <p:strVal val="visible"/>
                                      </p:to>
                                    </p:set>
                                    <p:anim calcmode="lin" valueType="num">
                                      <p:cBhvr>
                                        <p:cTn id="39" dur="500" fill="hold"/>
                                        <p:tgtEl>
                                          <p:spTgt spid="483"/>
                                        </p:tgtEl>
                                        <p:attrNameLst>
                                          <p:attrName>ppt_w</p:attrName>
                                        </p:attrNameLst>
                                      </p:cBhvr>
                                      <p:tavLst>
                                        <p:tav tm="0">
                                          <p:val>
                                            <p:fltVal val="0"/>
                                          </p:val>
                                        </p:tav>
                                        <p:tav tm="100000">
                                          <p:val>
                                            <p:strVal val="#ppt_w"/>
                                          </p:val>
                                        </p:tav>
                                      </p:tavLst>
                                    </p:anim>
                                    <p:anim calcmode="lin" valueType="num">
                                      <p:cBhvr>
                                        <p:cTn id="40" dur="500" fill="hold"/>
                                        <p:tgtEl>
                                          <p:spTgt spid="483"/>
                                        </p:tgtEl>
                                        <p:attrNameLst>
                                          <p:attrName>ppt_h</p:attrName>
                                        </p:attrNameLst>
                                      </p:cBhvr>
                                      <p:tavLst>
                                        <p:tav tm="0">
                                          <p:val>
                                            <p:fltVal val="0"/>
                                          </p:val>
                                        </p:tav>
                                        <p:tav tm="100000">
                                          <p:val>
                                            <p:strVal val="#ppt_h"/>
                                          </p:val>
                                        </p:tav>
                                      </p:tavLst>
                                    </p:anim>
                                    <p:animEffect transition="in" filter="fade">
                                      <p:cBhvr>
                                        <p:cTn id="41" dur="500"/>
                                        <p:tgtEl>
                                          <p:spTgt spid="483"/>
                                        </p:tgtEl>
                                      </p:cBhvr>
                                    </p:animEffect>
                                  </p:childTnLst>
                                </p:cTn>
                              </p:par>
                            </p:childTnLst>
                          </p:cTn>
                        </p:par>
                        <p:par>
                          <p:cTn id="42" fill="hold">
                            <p:stCondLst>
                              <p:cond delay="4000"/>
                            </p:stCondLst>
                            <p:childTnLst>
                              <p:par>
                                <p:cTn id="43" presetID="22" presetClass="entr" presetSubtype="4"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wipe(down)">
                                      <p:cBhvr>
                                        <p:cTn id="45" dur="500"/>
                                        <p:tgtEl>
                                          <p:spTgt spid="10"/>
                                        </p:tgtEl>
                                      </p:cBhvr>
                                    </p:animEffect>
                                  </p:childTnLst>
                                </p:cTn>
                              </p:par>
                            </p:childTnLst>
                          </p:cTn>
                        </p:par>
                        <p:par>
                          <p:cTn id="46" fill="hold">
                            <p:stCondLst>
                              <p:cond delay="4500"/>
                            </p:stCondLst>
                            <p:childTnLst>
                              <p:par>
                                <p:cTn id="47" presetID="22" presetClass="entr" presetSubtype="4" fill="hold" nodeType="afterEffect">
                                  <p:stCondLst>
                                    <p:cond delay="0"/>
                                  </p:stCondLst>
                                  <p:childTnLst>
                                    <p:set>
                                      <p:cBhvr>
                                        <p:cTn id="48" dur="1" fill="hold">
                                          <p:stCondLst>
                                            <p:cond delay="0"/>
                                          </p:stCondLst>
                                        </p:cTn>
                                        <p:tgtEl>
                                          <p:spTgt spid="5"/>
                                        </p:tgtEl>
                                        <p:attrNameLst>
                                          <p:attrName>style.visibility</p:attrName>
                                        </p:attrNameLst>
                                      </p:cBhvr>
                                      <p:to>
                                        <p:strVal val="visible"/>
                                      </p:to>
                                    </p:set>
                                    <p:animEffect transition="in" filter="wipe(down)">
                                      <p:cBhvr>
                                        <p:cTn id="49" dur="500"/>
                                        <p:tgtEl>
                                          <p:spTgt spid="5"/>
                                        </p:tgtEl>
                                      </p:cBhvr>
                                    </p:animEffect>
                                  </p:childTnLst>
                                </p:cTn>
                              </p:par>
                            </p:childTnLst>
                          </p:cTn>
                        </p:par>
                        <p:par>
                          <p:cTn id="50" fill="hold">
                            <p:stCondLst>
                              <p:cond delay="5000"/>
                            </p:stCondLst>
                            <p:childTnLst>
                              <p:par>
                                <p:cTn id="51" presetID="53" presetClass="entr" presetSubtype="0" fill="hold" grpId="0" nodeType="afterEffect">
                                  <p:stCondLst>
                                    <p:cond delay="0"/>
                                  </p:stCondLst>
                                  <p:childTnLst>
                                    <p:set>
                                      <p:cBhvr>
                                        <p:cTn id="52" dur="1" fill="hold">
                                          <p:stCondLst>
                                            <p:cond delay="0"/>
                                          </p:stCondLst>
                                        </p:cTn>
                                        <p:tgtEl>
                                          <p:spTgt spid="484"/>
                                        </p:tgtEl>
                                        <p:attrNameLst>
                                          <p:attrName>style.visibility</p:attrName>
                                        </p:attrNameLst>
                                      </p:cBhvr>
                                      <p:to>
                                        <p:strVal val="visible"/>
                                      </p:to>
                                    </p:set>
                                    <p:anim calcmode="lin" valueType="num">
                                      <p:cBhvr>
                                        <p:cTn id="53" dur="500" fill="hold"/>
                                        <p:tgtEl>
                                          <p:spTgt spid="484"/>
                                        </p:tgtEl>
                                        <p:attrNameLst>
                                          <p:attrName>ppt_w</p:attrName>
                                        </p:attrNameLst>
                                      </p:cBhvr>
                                      <p:tavLst>
                                        <p:tav tm="0">
                                          <p:val>
                                            <p:fltVal val="0"/>
                                          </p:val>
                                        </p:tav>
                                        <p:tav tm="100000">
                                          <p:val>
                                            <p:strVal val="#ppt_w"/>
                                          </p:val>
                                        </p:tav>
                                      </p:tavLst>
                                    </p:anim>
                                    <p:anim calcmode="lin" valueType="num">
                                      <p:cBhvr>
                                        <p:cTn id="54" dur="500" fill="hold"/>
                                        <p:tgtEl>
                                          <p:spTgt spid="484"/>
                                        </p:tgtEl>
                                        <p:attrNameLst>
                                          <p:attrName>ppt_h</p:attrName>
                                        </p:attrNameLst>
                                      </p:cBhvr>
                                      <p:tavLst>
                                        <p:tav tm="0">
                                          <p:val>
                                            <p:fltVal val="0"/>
                                          </p:val>
                                        </p:tav>
                                        <p:tav tm="100000">
                                          <p:val>
                                            <p:strVal val="#ppt_h"/>
                                          </p:val>
                                        </p:tav>
                                      </p:tavLst>
                                    </p:anim>
                                    <p:animEffect transition="in" filter="fade">
                                      <p:cBhvr>
                                        <p:cTn id="55" dur="500"/>
                                        <p:tgtEl>
                                          <p:spTgt spid="484"/>
                                        </p:tgtEl>
                                      </p:cBhvr>
                                    </p:animEffect>
                                  </p:childTnLst>
                                </p:cTn>
                              </p:par>
                            </p:childTnLst>
                          </p:cTn>
                        </p:par>
                        <p:par>
                          <p:cTn id="56" fill="hold">
                            <p:stCondLst>
                              <p:cond delay="5500"/>
                            </p:stCondLst>
                            <p:childTnLst>
                              <p:par>
                                <p:cTn id="57" presetID="22" presetClass="entr" presetSubtype="4" fill="hold" nodeType="after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wipe(down)">
                                      <p:cBhvr>
                                        <p:cTn id="5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 grpId="0"/>
      <p:bldP spid="482" grpId="0"/>
      <p:bldP spid="483" grpId="0"/>
      <p:bldP spid="484"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Pie Chart Infographic</a:t>
            </a:r>
            <a:endParaRPr lang="en-US" dirty="0"/>
          </a:p>
        </p:txBody>
      </p:sp>
      <p:sp>
        <p:nvSpPr>
          <p:cNvPr id="8" name="Text Placeholder 7"/>
          <p:cNvSpPr>
            <a:spLocks noGrp="1"/>
          </p:cNvSpPr>
          <p:nvPr>
            <p:ph type="body" sz="half" idx="2"/>
          </p:nvPr>
        </p:nvSpPr>
        <p:spPr/>
        <p:txBody>
          <a:bodyPr/>
          <a:lstStyle/>
          <a:p>
            <a:r>
              <a:rPr lang="en-US"/>
              <a:t>Pie Chart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306</a:t>
            </a:fld>
            <a:endParaRPr lang="en-US" dirty="0"/>
          </a:p>
        </p:txBody>
      </p:sp>
      <p:graphicFrame>
        <p:nvGraphicFramePr>
          <p:cNvPr id="10" name="Chart 9"/>
          <p:cNvGraphicFramePr/>
          <p:nvPr/>
        </p:nvGraphicFramePr>
        <p:xfrm>
          <a:off x="279400" y="1504950"/>
          <a:ext cx="3810000" cy="2794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a:off x="4961590" y="1419610"/>
            <a:ext cx="247828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65000"/>
                    <a:lumOff val="35000"/>
                  </a:schemeClr>
                </a:solidFill>
              </a:rPr>
              <a:t>There are many variations of passages of Lorem Ipsum available .</a:t>
            </a:r>
          </a:p>
        </p:txBody>
      </p:sp>
      <p:sp>
        <p:nvSpPr>
          <p:cNvPr id="12" name="TextBox 11"/>
          <p:cNvSpPr txBox="1"/>
          <p:nvPr/>
        </p:nvSpPr>
        <p:spPr>
          <a:xfrm>
            <a:off x="4961589" y="2207672"/>
            <a:ext cx="2478281"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65000"/>
                    <a:lumOff val="35000"/>
                  </a:schemeClr>
                </a:solidFill>
              </a:rPr>
              <a:t>There are many variations of passages</a:t>
            </a:r>
            <a:r>
              <a:rPr lang="ar-IQ" sz="1000" dirty="0">
                <a:solidFill>
                  <a:schemeClr val="tx1">
                    <a:lumMod val="65000"/>
                    <a:lumOff val="35000"/>
                  </a:schemeClr>
                </a:solidFill>
              </a:rPr>
              <a:t> </a:t>
            </a:r>
            <a:r>
              <a:rPr lang="en-US" sz="1000" dirty="0">
                <a:solidFill>
                  <a:schemeClr val="tx1">
                    <a:lumMod val="65000"/>
                    <a:lumOff val="35000"/>
                  </a:schemeClr>
                </a:solidFill>
              </a:rPr>
              <a:t>of Lorem Ipsum available.</a:t>
            </a:r>
          </a:p>
        </p:txBody>
      </p:sp>
      <p:sp>
        <p:nvSpPr>
          <p:cNvPr id="13" name="TextBox 12"/>
          <p:cNvSpPr txBox="1"/>
          <p:nvPr/>
        </p:nvSpPr>
        <p:spPr>
          <a:xfrm>
            <a:off x="4961590" y="2990232"/>
            <a:ext cx="247828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65000"/>
                    <a:lumOff val="35000"/>
                  </a:schemeClr>
                </a:solidFill>
              </a:rPr>
              <a:t>There are many variations of passages of Lorem Ipsum available</a:t>
            </a:r>
          </a:p>
        </p:txBody>
      </p:sp>
      <p:sp>
        <p:nvSpPr>
          <p:cNvPr id="14" name="TextBox 13"/>
          <p:cNvSpPr txBox="1"/>
          <p:nvPr/>
        </p:nvSpPr>
        <p:spPr>
          <a:xfrm>
            <a:off x="4961590" y="3772792"/>
            <a:ext cx="2478280"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65000"/>
                    <a:lumOff val="35000"/>
                  </a:schemeClr>
                </a:solidFill>
              </a:rPr>
              <a:t>There are many variations of passages of Lorem Ipsum available</a:t>
            </a:r>
          </a:p>
        </p:txBody>
      </p:sp>
      <p:sp>
        <p:nvSpPr>
          <p:cNvPr id="15" name="Text Placeholder 3"/>
          <p:cNvSpPr txBox="1">
            <a:spLocks/>
          </p:cNvSpPr>
          <p:nvPr/>
        </p:nvSpPr>
        <p:spPr>
          <a:xfrm>
            <a:off x="7344500" y="1529322"/>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1"/>
                </a:solidFill>
                <a:effectLst/>
                <a:uLnTx/>
                <a:uFillTx/>
                <a:latin typeface="+mn-lt"/>
                <a:ea typeface="+mn-ea"/>
                <a:cs typeface="+mn-cs"/>
              </a:rPr>
              <a:t>20%</a:t>
            </a:r>
          </a:p>
        </p:txBody>
      </p:sp>
      <p:sp>
        <p:nvSpPr>
          <p:cNvPr id="16" name="Text Placeholder 3"/>
          <p:cNvSpPr txBox="1">
            <a:spLocks/>
          </p:cNvSpPr>
          <p:nvPr/>
        </p:nvSpPr>
        <p:spPr>
          <a:xfrm>
            <a:off x="7343698" y="3930628"/>
            <a:ext cx="511358"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4"/>
                </a:solidFill>
                <a:effectLst/>
                <a:uLnTx/>
                <a:uFillTx/>
                <a:latin typeface="+mn-lt"/>
                <a:ea typeface="+mn-ea"/>
                <a:cs typeface="+mn-cs"/>
              </a:rPr>
              <a:t>25%</a:t>
            </a:r>
          </a:p>
        </p:txBody>
      </p:sp>
      <p:sp>
        <p:nvSpPr>
          <p:cNvPr id="17" name="Text Placeholder 3"/>
          <p:cNvSpPr txBox="1">
            <a:spLocks/>
          </p:cNvSpPr>
          <p:nvPr/>
        </p:nvSpPr>
        <p:spPr>
          <a:xfrm>
            <a:off x="7343698" y="2329757"/>
            <a:ext cx="511358"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2"/>
                </a:solidFill>
                <a:effectLst/>
                <a:uLnTx/>
                <a:uFillTx/>
                <a:latin typeface="+mn-lt"/>
                <a:ea typeface="+mn-ea"/>
                <a:cs typeface="+mn-cs"/>
              </a:rPr>
              <a:t>15%</a:t>
            </a:r>
          </a:p>
        </p:txBody>
      </p:sp>
      <p:sp>
        <p:nvSpPr>
          <p:cNvPr id="18" name="Text Placeholder 3"/>
          <p:cNvSpPr txBox="1">
            <a:spLocks/>
          </p:cNvSpPr>
          <p:nvPr/>
        </p:nvSpPr>
        <p:spPr>
          <a:xfrm>
            <a:off x="7344500" y="3130192"/>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3"/>
                </a:solidFill>
                <a:effectLst/>
                <a:uLnTx/>
                <a:uFillTx/>
                <a:latin typeface="+mn-lt"/>
                <a:ea typeface="+mn-ea"/>
                <a:cs typeface="+mn-cs"/>
              </a:rPr>
              <a:t>40%</a:t>
            </a:r>
          </a:p>
        </p:txBody>
      </p:sp>
      <p:grpSp>
        <p:nvGrpSpPr>
          <p:cNvPr id="2" name="Group 18"/>
          <p:cNvGrpSpPr/>
          <p:nvPr/>
        </p:nvGrpSpPr>
        <p:grpSpPr>
          <a:xfrm>
            <a:off x="4445519" y="1472375"/>
            <a:ext cx="493370" cy="479245"/>
            <a:chOff x="860271" y="1518068"/>
            <a:chExt cx="493370" cy="479245"/>
          </a:xfrm>
        </p:grpSpPr>
        <p:sp>
          <p:nvSpPr>
            <p:cNvPr id="20" name="Rounded Rectangle 19"/>
            <p:cNvSpPr/>
            <p:nvPr/>
          </p:nvSpPr>
          <p:spPr>
            <a:xfrm>
              <a:off x="860271" y="151806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21" name="Freeform 6"/>
            <p:cNvSpPr>
              <a:spLocks noEditPoints="1"/>
            </p:cNvSpPr>
            <p:nvPr/>
          </p:nvSpPr>
          <p:spPr bwMode="auto">
            <a:xfrm>
              <a:off x="997419" y="1671965"/>
              <a:ext cx="219075" cy="171450"/>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 21"/>
          <p:cNvGrpSpPr/>
          <p:nvPr/>
        </p:nvGrpSpPr>
        <p:grpSpPr>
          <a:xfrm>
            <a:off x="4425407" y="2260437"/>
            <a:ext cx="493370" cy="479245"/>
            <a:chOff x="840159" y="2185414"/>
            <a:chExt cx="493370" cy="479245"/>
          </a:xfrm>
        </p:grpSpPr>
        <p:sp>
          <p:nvSpPr>
            <p:cNvPr id="23" name="Rounded Rectangle 22"/>
            <p:cNvSpPr/>
            <p:nvPr/>
          </p:nvSpPr>
          <p:spPr>
            <a:xfrm>
              <a:off x="840159" y="2185414"/>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24" name="Freeform 100"/>
            <p:cNvSpPr>
              <a:spLocks noEditPoints="1"/>
            </p:cNvSpPr>
            <p:nvPr/>
          </p:nvSpPr>
          <p:spPr bwMode="auto">
            <a:xfrm>
              <a:off x="971750" y="2314705"/>
              <a:ext cx="230188" cy="220663"/>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24"/>
          <p:cNvGrpSpPr/>
          <p:nvPr/>
        </p:nvGrpSpPr>
        <p:grpSpPr>
          <a:xfrm>
            <a:off x="4425407" y="3042997"/>
            <a:ext cx="493370" cy="479245"/>
            <a:chOff x="840159" y="2852760"/>
            <a:chExt cx="493370" cy="479245"/>
          </a:xfrm>
        </p:grpSpPr>
        <p:sp>
          <p:nvSpPr>
            <p:cNvPr id="26" name="Rounded Rectangle 25"/>
            <p:cNvSpPr/>
            <p:nvPr/>
          </p:nvSpPr>
          <p:spPr>
            <a:xfrm>
              <a:off x="840159" y="2852760"/>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27" name="Freeform 144"/>
            <p:cNvSpPr>
              <a:spLocks noEditPoints="1"/>
            </p:cNvSpPr>
            <p:nvPr/>
          </p:nvSpPr>
          <p:spPr bwMode="auto">
            <a:xfrm>
              <a:off x="955869" y="2990792"/>
              <a:ext cx="261950" cy="203180"/>
            </a:xfrm>
            <a:custGeom>
              <a:avLst/>
              <a:gdLst/>
              <a:ahLst/>
              <a:cxnLst>
                <a:cxn ang="0">
                  <a:pos x="67" y="55"/>
                </a:cxn>
                <a:cxn ang="0">
                  <a:pos x="65" y="56"/>
                </a:cxn>
                <a:cxn ang="0">
                  <a:pos x="8" y="56"/>
                </a:cxn>
                <a:cxn ang="0">
                  <a:pos x="6" y="55"/>
                </a:cxn>
                <a:cxn ang="0">
                  <a:pos x="0" y="36"/>
                </a:cxn>
                <a:cxn ang="0">
                  <a:pos x="36" y="0"/>
                </a:cxn>
                <a:cxn ang="0">
                  <a:pos x="72" y="36"/>
                </a:cxn>
                <a:cxn ang="0">
                  <a:pos x="67" y="55"/>
                </a:cxn>
                <a:cxn ang="0">
                  <a:pos x="11" y="30"/>
                </a:cxn>
                <a:cxn ang="0">
                  <a:pos x="6" y="36"/>
                </a:cxn>
                <a:cxn ang="0">
                  <a:pos x="11" y="41"/>
                </a:cxn>
                <a:cxn ang="0">
                  <a:pos x="16" y="36"/>
                </a:cxn>
                <a:cxn ang="0">
                  <a:pos x="11" y="30"/>
                </a:cxn>
                <a:cxn ang="0">
                  <a:pos x="18" y="12"/>
                </a:cxn>
                <a:cxn ang="0">
                  <a:pos x="13" y="18"/>
                </a:cxn>
                <a:cxn ang="0">
                  <a:pos x="18" y="23"/>
                </a:cxn>
                <a:cxn ang="0">
                  <a:pos x="24" y="18"/>
                </a:cxn>
                <a:cxn ang="0">
                  <a:pos x="18" y="12"/>
                </a:cxn>
                <a:cxn ang="0">
                  <a:pos x="45" y="22"/>
                </a:cxn>
                <a:cxn ang="0">
                  <a:pos x="43" y="18"/>
                </a:cxn>
                <a:cxn ang="0">
                  <a:pos x="40" y="20"/>
                </a:cxn>
                <a:cxn ang="0">
                  <a:pos x="36" y="36"/>
                </a:cxn>
                <a:cxn ang="0">
                  <a:pos x="29" y="41"/>
                </a:cxn>
                <a:cxn ang="0">
                  <a:pos x="34" y="51"/>
                </a:cxn>
                <a:cxn ang="0">
                  <a:pos x="44" y="45"/>
                </a:cxn>
                <a:cxn ang="0">
                  <a:pos x="41" y="37"/>
                </a:cxn>
                <a:cxn ang="0">
                  <a:pos x="45" y="22"/>
                </a:cxn>
                <a:cxn ang="0">
                  <a:pos x="36" y="5"/>
                </a:cxn>
                <a:cxn ang="0">
                  <a:pos x="31" y="10"/>
                </a:cxn>
                <a:cxn ang="0">
                  <a:pos x="36" y="15"/>
                </a:cxn>
                <a:cxn ang="0">
                  <a:pos x="42" y="10"/>
                </a:cxn>
                <a:cxn ang="0">
                  <a:pos x="36" y="5"/>
                </a:cxn>
                <a:cxn ang="0">
                  <a:pos x="54" y="12"/>
                </a:cxn>
                <a:cxn ang="0">
                  <a:pos x="49" y="18"/>
                </a:cxn>
                <a:cxn ang="0">
                  <a:pos x="54" y="23"/>
                </a:cxn>
                <a:cxn ang="0">
                  <a:pos x="60" y="18"/>
                </a:cxn>
                <a:cxn ang="0">
                  <a:pos x="54" y="12"/>
                </a:cxn>
                <a:cxn ang="0">
                  <a:pos x="62" y="30"/>
                </a:cxn>
                <a:cxn ang="0">
                  <a:pos x="57" y="36"/>
                </a:cxn>
                <a:cxn ang="0">
                  <a:pos x="62" y="41"/>
                </a:cxn>
                <a:cxn ang="0">
                  <a:pos x="67" y="36"/>
                </a:cxn>
                <a:cxn ang="0">
                  <a:pos x="62" y="30"/>
                </a:cxn>
              </a:cxnLst>
              <a:rect l="0" t="0" r="r" b="b"/>
              <a:pathLst>
                <a:path w="72" h="56">
                  <a:moveTo>
                    <a:pt x="67" y="55"/>
                  </a:moveTo>
                  <a:cubicBezTo>
                    <a:pt x="66" y="56"/>
                    <a:pt x="66" y="56"/>
                    <a:pt x="65" y="56"/>
                  </a:cubicBezTo>
                  <a:cubicBezTo>
                    <a:pt x="8" y="56"/>
                    <a:pt x="8" y="56"/>
                    <a:pt x="8" y="56"/>
                  </a:cubicBezTo>
                  <a:cubicBezTo>
                    <a:pt x="7" y="56"/>
                    <a:pt x="7" y="56"/>
                    <a:pt x="6" y="55"/>
                  </a:cubicBezTo>
                  <a:cubicBezTo>
                    <a:pt x="2" y="49"/>
                    <a:pt x="0" y="42"/>
                    <a:pt x="0" y="36"/>
                  </a:cubicBezTo>
                  <a:cubicBezTo>
                    <a:pt x="0" y="16"/>
                    <a:pt x="17" y="0"/>
                    <a:pt x="36" y="0"/>
                  </a:cubicBezTo>
                  <a:cubicBezTo>
                    <a:pt x="56" y="0"/>
                    <a:pt x="72" y="16"/>
                    <a:pt x="72" y="36"/>
                  </a:cubicBezTo>
                  <a:cubicBezTo>
                    <a:pt x="72" y="42"/>
                    <a:pt x="70" y="49"/>
                    <a:pt x="67" y="55"/>
                  </a:cubicBezTo>
                  <a:close/>
                  <a:moveTo>
                    <a:pt x="11" y="30"/>
                  </a:moveTo>
                  <a:cubicBezTo>
                    <a:pt x="8" y="30"/>
                    <a:pt x="6" y="33"/>
                    <a:pt x="6" y="36"/>
                  </a:cubicBezTo>
                  <a:cubicBezTo>
                    <a:pt x="6" y="38"/>
                    <a:pt x="8" y="41"/>
                    <a:pt x="11" y="41"/>
                  </a:cubicBezTo>
                  <a:cubicBezTo>
                    <a:pt x="14" y="41"/>
                    <a:pt x="16" y="38"/>
                    <a:pt x="16" y="36"/>
                  </a:cubicBezTo>
                  <a:cubicBezTo>
                    <a:pt x="16" y="33"/>
                    <a:pt x="14" y="30"/>
                    <a:pt x="11" y="30"/>
                  </a:cubicBezTo>
                  <a:close/>
                  <a:moveTo>
                    <a:pt x="18" y="12"/>
                  </a:moveTo>
                  <a:cubicBezTo>
                    <a:pt x="16" y="12"/>
                    <a:pt x="13" y="15"/>
                    <a:pt x="13" y="18"/>
                  </a:cubicBezTo>
                  <a:cubicBezTo>
                    <a:pt x="13" y="20"/>
                    <a:pt x="16" y="23"/>
                    <a:pt x="18" y="23"/>
                  </a:cubicBezTo>
                  <a:cubicBezTo>
                    <a:pt x="21" y="23"/>
                    <a:pt x="24" y="20"/>
                    <a:pt x="24" y="18"/>
                  </a:cubicBezTo>
                  <a:cubicBezTo>
                    <a:pt x="24" y="15"/>
                    <a:pt x="21" y="12"/>
                    <a:pt x="18" y="12"/>
                  </a:cubicBezTo>
                  <a:close/>
                  <a:moveTo>
                    <a:pt x="45" y="22"/>
                  </a:moveTo>
                  <a:cubicBezTo>
                    <a:pt x="45" y="20"/>
                    <a:pt x="44" y="19"/>
                    <a:pt x="43" y="18"/>
                  </a:cubicBezTo>
                  <a:cubicBezTo>
                    <a:pt x="42" y="18"/>
                    <a:pt x="40" y="19"/>
                    <a:pt x="40" y="20"/>
                  </a:cubicBezTo>
                  <a:cubicBezTo>
                    <a:pt x="36" y="36"/>
                    <a:pt x="36" y="36"/>
                    <a:pt x="36" y="36"/>
                  </a:cubicBezTo>
                  <a:cubicBezTo>
                    <a:pt x="33" y="36"/>
                    <a:pt x="30" y="38"/>
                    <a:pt x="29" y="41"/>
                  </a:cubicBezTo>
                  <a:cubicBezTo>
                    <a:pt x="28" y="45"/>
                    <a:pt x="30" y="50"/>
                    <a:pt x="34" y="51"/>
                  </a:cubicBezTo>
                  <a:cubicBezTo>
                    <a:pt x="39" y="52"/>
                    <a:pt x="43" y="49"/>
                    <a:pt x="44" y="45"/>
                  </a:cubicBezTo>
                  <a:cubicBezTo>
                    <a:pt x="45" y="42"/>
                    <a:pt x="43" y="39"/>
                    <a:pt x="41" y="37"/>
                  </a:cubicBezTo>
                  <a:lnTo>
                    <a:pt x="45" y="22"/>
                  </a:lnTo>
                  <a:close/>
                  <a:moveTo>
                    <a:pt x="36" y="5"/>
                  </a:moveTo>
                  <a:cubicBezTo>
                    <a:pt x="34" y="5"/>
                    <a:pt x="31" y="7"/>
                    <a:pt x="31" y="10"/>
                  </a:cubicBezTo>
                  <a:cubicBezTo>
                    <a:pt x="31" y="13"/>
                    <a:pt x="34" y="15"/>
                    <a:pt x="36" y="15"/>
                  </a:cubicBezTo>
                  <a:cubicBezTo>
                    <a:pt x="39" y="15"/>
                    <a:pt x="42" y="13"/>
                    <a:pt x="42" y="10"/>
                  </a:cubicBezTo>
                  <a:cubicBezTo>
                    <a:pt x="42" y="7"/>
                    <a:pt x="39" y="5"/>
                    <a:pt x="36" y="5"/>
                  </a:cubicBezTo>
                  <a:close/>
                  <a:moveTo>
                    <a:pt x="54" y="12"/>
                  </a:moveTo>
                  <a:cubicBezTo>
                    <a:pt x="52" y="12"/>
                    <a:pt x="49" y="15"/>
                    <a:pt x="49" y="18"/>
                  </a:cubicBezTo>
                  <a:cubicBezTo>
                    <a:pt x="49" y="20"/>
                    <a:pt x="52" y="23"/>
                    <a:pt x="54" y="23"/>
                  </a:cubicBezTo>
                  <a:cubicBezTo>
                    <a:pt x="57" y="23"/>
                    <a:pt x="60" y="20"/>
                    <a:pt x="60" y="18"/>
                  </a:cubicBezTo>
                  <a:cubicBezTo>
                    <a:pt x="60" y="15"/>
                    <a:pt x="57" y="12"/>
                    <a:pt x="54" y="12"/>
                  </a:cubicBezTo>
                  <a:close/>
                  <a:moveTo>
                    <a:pt x="62" y="30"/>
                  </a:moveTo>
                  <a:cubicBezTo>
                    <a:pt x="59" y="30"/>
                    <a:pt x="57" y="33"/>
                    <a:pt x="57" y="36"/>
                  </a:cubicBezTo>
                  <a:cubicBezTo>
                    <a:pt x="57" y="38"/>
                    <a:pt x="59" y="41"/>
                    <a:pt x="62" y="41"/>
                  </a:cubicBezTo>
                  <a:cubicBezTo>
                    <a:pt x="65" y="41"/>
                    <a:pt x="67" y="38"/>
                    <a:pt x="67" y="36"/>
                  </a:cubicBezTo>
                  <a:cubicBezTo>
                    <a:pt x="67" y="33"/>
                    <a:pt x="65" y="30"/>
                    <a:pt x="62" y="3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27"/>
          <p:cNvGrpSpPr/>
          <p:nvPr/>
        </p:nvGrpSpPr>
        <p:grpSpPr>
          <a:xfrm>
            <a:off x="4425407" y="3825557"/>
            <a:ext cx="493370" cy="479245"/>
            <a:chOff x="840159" y="3520106"/>
            <a:chExt cx="493370" cy="479245"/>
          </a:xfrm>
        </p:grpSpPr>
        <p:sp>
          <p:nvSpPr>
            <p:cNvPr id="29" name="Rounded Rectangle 28"/>
            <p:cNvSpPr/>
            <p:nvPr/>
          </p:nvSpPr>
          <p:spPr>
            <a:xfrm>
              <a:off x="840159" y="3520106"/>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31" name="Freeform 152"/>
            <p:cNvSpPr>
              <a:spLocks noEditPoints="1"/>
            </p:cNvSpPr>
            <p:nvPr/>
          </p:nvSpPr>
          <p:spPr bwMode="auto">
            <a:xfrm>
              <a:off x="955869" y="3638690"/>
              <a:ext cx="261950" cy="24207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33" name="Elbow Connector 32"/>
          <p:cNvCxnSpPr/>
          <p:nvPr/>
        </p:nvCxnSpPr>
        <p:spPr>
          <a:xfrm rot="10800000" flipV="1">
            <a:off x="1651001" y="1711998"/>
            <a:ext cx="2794519" cy="1164552"/>
          </a:xfrm>
          <a:prstGeom prst="bentConnector3">
            <a:avLst>
              <a:gd name="adj1" fmla="val 100445"/>
            </a:avLst>
          </a:prstGeom>
          <a:ln w="19050">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Elbow Connector 35"/>
          <p:cNvCxnSpPr/>
          <p:nvPr/>
        </p:nvCxnSpPr>
        <p:spPr>
          <a:xfrm rot="10800000">
            <a:off x="2032001" y="3772793"/>
            <a:ext cx="2413521" cy="290259"/>
          </a:xfrm>
          <a:prstGeom prst="bentConnector3">
            <a:avLst>
              <a:gd name="adj1" fmla="val 99978"/>
            </a:avLst>
          </a:prstGeom>
          <a:ln w="19050">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Elbow Connector 38"/>
          <p:cNvCxnSpPr/>
          <p:nvPr/>
        </p:nvCxnSpPr>
        <p:spPr>
          <a:xfrm rot="10800000">
            <a:off x="2032001" y="2207672"/>
            <a:ext cx="2413521" cy="295100"/>
          </a:xfrm>
          <a:prstGeom prst="bentConnector3">
            <a:avLst>
              <a:gd name="adj1" fmla="val 34684"/>
            </a:avLst>
          </a:prstGeom>
          <a:ln w="19050">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Elbow Connector 41"/>
          <p:cNvCxnSpPr>
            <a:stCxn id="26" idx="1"/>
          </p:cNvCxnSpPr>
          <p:nvPr/>
        </p:nvCxnSpPr>
        <p:spPr>
          <a:xfrm rot="10800000">
            <a:off x="2794003" y="2876552"/>
            <a:ext cx="1631405" cy="406069"/>
          </a:xfrm>
          <a:prstGeom prst="bentConnector3">
            <a:avLst>
              <a:gd name="adj1" fmla="val 50000"/>
            </a:avLst>
          </a:prstGeom>
          <a:ln w="19050">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edge">
                                      <p:cBhvr>
                                        <p:cTn id="7" dur="1000"/>
                                        <p:tgtEl>
                                          <p:spTgt spid="10"/>
                                        </p:tgtEl>
                                      </p:cBhvr>
                                    </p:animEffect>
                                  </p:childTnLst>
                                </p:cTn>
                              </p:par>
                            </p:childTnLst>
                          </p:cTn>
                        </p:par>
                        <p:par>
                          <p:cTn id="8" fill="hold">
                            <p:stCondLst>
                              <p:cond delay="1000"/>
                            </p:stCondLst>
                            <p:childTnLst>
                              <p:par>
                                <p:cTn id="9" presetID="18" presetClass="entr" presetSubtype="3" fill="hold" nodeType="after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strips(upRight)">
                                      <p:cBhvr>
                                        <p:cTn id="11" dur="500"/>
                                        <p:tgtEl>
                                          <p:spTgt spid="33"/>
                                        </p:tgtEl>
                                      </p:cBhvr>
                                    </p:animEffect>
                                  </p:childTnLst>
                                </p:cTn>
                              </p:par>
                            </p:childTnLst>
                          </p:cTn>
                        </p:par>
                        <p:par>
                          <p:cTn id="12" fill="hold">
                            <p:stCondLst>
                              <p:cond delay="15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500"/>
                                        <p:tgtEl>
                                          <p:spTgt spid="11"/>
                                        </p:tgtEl>
                                      </p:cBhvr>
                                    </p:animEffect>
                                  </p:childTnLst>
                                </p:cTn>
                              </p:par>
                            </p:childTnLst>
                          </p:cTn>
                        </p:par>
                        <p:par>
                          <p:cTn id="22" fill="hold">
                            <p:stCondLst>
                              <p:cond delay="2500"/>
                            </p:stCondLst>
                            <p:childTnLst>
                              <p:par>
                                <p:cTn id="23" presetID="53" presetClass="entr" presetSubtype="0"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p:cTn id="25" dur="500" fill="hold"/>
                                        <p:tgtEl>
                                          <p:spTgt spid="15"/>
                                        </p:tgtEl>
                                        <p:attrNameLst>
                                          <p:attrName>ppt_w</p:attrName>
                                        </p:attrNameLst>
                                      </p:cBhvr>
                                      <p:tavLst>
                                        <p:tav tm="0">
                                          <p:val>
                                            <p:fltVal val="0"/>
                                          </p:val>
                                        </p:tav>
                                        <p:tav tm="100000">
                                          <p:val>
                                            <p:strVal val="#ppt_w"/>
                                          </p:val>
                                        </p:tav>
                                      </p:tavLst>
                                    </p:anim>
                                    <p:anim calcmode="lin" valueType="num">
                                      <p:cBhvr>
                                        <p:cTn id="26" dur="500" fill="hold"/>
                                        <p:tgtEl>
                                          <p:spTgt spid="15"/>
                                        </p:tgtEl>
                                        <p:attrNameLst>
                                          <p:attrName>ppt_h</p:attrName>
                                        </p:attrNameLst>
                                      </p:cBhvr>
                                      <p:tavLst>
                                        <p:tav tm="0">
                                          <p:val>
                                            <p:fltVal val="0"/>
                                          </p:val>
                                        </p:tav>
                                        <p:tav tm="100000">
                                          <p:val>
                                            <p:strVal val="#ppt_h"/>
                                          </p:val>
                                        </p:tav>
                                      </p:tavLst>
                                    </p:anim>
                                    <p:animEffect transition="in" filter="fade">
                                      <p:cBhvr>
                                        <p:cTn id="27" dur="500"/>
                                        <p:tgtEl>
                                          <p:spTgt spid="15"/>
                                        </p:tgtEl>
                                      </p:cBhvr>
                                    </p:animEffect>
                                  </p:childTnLst>
                                </p:cTn>
                              </p:par>
                            </p:childTnLst>
                          </p:cTn>
                        </p:par>
                        <p:par>
                          <p:cTn id="28" fill="hold">
                            <p:stCondLst>
                              <p:cond delay="3000"/>
                            </p:stCondLst>
                            <p:childTnLst>
                              <p:par>
                                <p:cTn id="29" presetID="18" presetClass="entr" presetSubtype="6" fill="hold" nodeType="after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strips(downRight)">
                                      <p:cBhvr>
                                        <p:cTn id="31" dur="500"/>
                                        <p:tgtEl>
                                          <p:spTgt spid="39"/>
                                        </p:tgtEl>
                                      </p:cBhvr>
                                    </p:animEffect>
                                  </p:childTnLst>
                                </p:cTn>
                              </p:par>
                            </p:childTnLst>
                          </p:cTn>
                        </p:par>
                        <p:par>
                          <p:cTn id="32" fill="hold">
                            <p:stCondLst>
                              <p:cond delay="3500"/>
                            </p:stCondLst>
                            <p:childTnLst>
                              <p:par>
                                <p:cTn id="33" presetID="53" presetClass="entr" presetSubtype="0"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500" fill="hold"/>
                                        <p:tgtEl>
                                          <p:spTgt spid="3"/>
                                        </p:tgtEl>
                                        <p:attrNameLst>
                                          <p:attrName>ppt_w</p:attrName>
                                        </p:attrNameLst>
                                      </p:cBhvr>
                                      <p:tavLst>
                                        <p:tav tm="0">
                                          <p:val>
                                            <p:fltVal val="0"/>
                                          </p:val>
                                        </p:tav>
                                        <p:tav tm="100000">
                                          <p:val>
                                            <p:strVal val="#ppt_w"/>
                                          </p:val>
                                        </p:tav>
                                      </p:tavLst>
                                    </p:anim>
                                    <p:anim calcmode="lin" valueType="num">
                                      <p:cBhvr>
                                        <p:cTn id="36" dur="500" fill="hold"/>
                                        <p:tgtEl>
                                          <p:spTgt spid="3"/>
                                        </p:tgtEl>
                                        <p:attrNameLst>
                                          <p:attrName>ppt_h</p:attrName>
                                        </p:attrNameLst>
                                      </p:cBhvr>
                                      <p:tavLst>
                                        <p:tav tm="0">
                                          <p:val>
                                            <p:fltVal val="0"/>
                                          </p:val>
                                        </p:tav>
                                        <p:tav tm="100000">
                                          <p:val>
                                            <p:strVal val="#ppt_h"/>
                                          </p:val>
                                        </p:tav>
                                      </p:tavLst>
                                    </p:anim>
                                    <p:animEffect transition="in" filter="fade">
                                      <p:cBhvr>
                                        <p:cTn id="37" dur="500"/>
                                        <p:tgtEl>
                                          <p:spTgt spid="3"/>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wipe(left)">
                                      <p:cBhvr>
                                        <p:cTn id="41" dur="500"/>
                                        <p:tgtEl>
                                          <p:spTgt spid="12"/>
                                        </p:tgtEl>
                                      </p:cBhvr>
                                    </p:animEffect>
                                  </p:childTnLst>
                                </p:cTn>
                              </p:par>
                            </p:childTnLst>
                          </p:cTn>
                        </p:par>
                        <p:par>
                          <p:cTn id="42" fill="hold">
                            <p:stCondLst>
                              <p:cond delay="4500"/>
                            </p:stCondLst>
                            <p:childTnLst>
                              <p:par>
                                <p:cTn id="43" presetID="53" presetClass="entr" presetSubtype="0" fill="hold" grpId="0" nodeType="after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p:cTn id="45" dur="500" fill="hold"/>
                                        <p:tgtEl>
                                          <p:spTgt spid="17"/>
                                        </p:tgtEl>
                                        <p:attrNameLst>
                                          <p:attrName>ppt_w</p:attrName>
                                        </p:attrNameLst>
                                      </p:cBhvr>
                                      <p:tavLst>
                                        <p:tav tm="0">
                                          <p:val>
                                            <p:fltVal val="0"/>
                                          </p:val>
                                        </p:tav>
                                        <p:tav tm="100000">
                                          <p:val>
                                            <p:strVal val="#ppt_w"/>
                                          </p:val>
                                        </p:tav>
                                      </p:tavLst>
                                    </p:anim>
                                    <p:anim calcmode="lin" valueType="num">
                                      <p:cBhvr>
                                        <p:cTn id="46" dur="500" fill="hold"/>
                                        <p:tgtEl>
                                          <p:spTgt spid="17"/>
                                        </p:tgtEl>
                                        <p:attrNameLst>
                                          <p:attrName>ppt_h</p:attrName>
                                        </p:attrNameLst>
                                      </p:cBhvr>
                                      <p:tavLst>
                                        <p:tav tm="0">
                                          <p:val>
                                            <p:fltVal val="0"/>
                                          </p:val>
                                        </p:tav>
                                        <p:tav tm="100000">
                                          <p:val>
                                            <p:strVal val="#ppt_h"/>
                                          </p:val>
                                        </p:tav>
                                      </p:tavLst>
                                    </p:anim>
                                    <p:animEffect transition="in" filter="fade">
                                      <p:cBhvr>
                                        <p:cTn id="47" dur="500"/>
                                        <p:tgtEl>
                                          <p:spTgt spid="17"/>
                                        </p:tgtEl>
                                      </p:cBhvr>
                                    </p:animEffect>
                                  </p:childTnLst>
                                </p:cTn>
                              </p:par>
                            </p:childTnLst>
                          </p:cTn>
                        </p:par>
                        <p:par>
                          <p:cTn id="48" fill="hold">
                            <p:stCondLst>
                              <p:cond delay="5000"/>
                            </p:stCondLst>
                            <p:childTnLst>
                              <p:par>
                                <p:cTn id="49" presetID="18" presetClass="entr" presetSubtype="6" fill="hold" nodeType="afterEffect">
                                  <p:stCondLst>
                                    <p:cond delay="0"/>
                                  </p:stCondLst>
                                  <p:childTnLst>
                                    <p:set>
                                      <p:cBhvr>
                                        <p:cTn id="50" dur="1" fill="hold">
                                          <p:stCondLst>
                                            <p:cond delay="0"/>
                                          </p:stCondLst>
                                        </p:cTn>
                                        <p:tgtEl>
                                          <p:spTgt spid="42"/>
                                        </p:tgtEl>
                                        <p:attrNameLst>
                                          <p:attrName>style.visibility</p:attrName>
                                        </p:attrNameLst>
                                      </p:cBhvr>
                                      <p:to>
                                        <p:strVal val="visible"/>
                                      </p:to>
                                    </p:set>
                                    <p:animEffect transition="in" filter="strips(downRight)">
                                      <p:cBhvr>
                                        <p:cTn id="51" dur="500"/>
                                        <p:tgtEl>
                                          <p:spTgt spid="42"/>
                                        </p:tgtEl>
                                      </p:cBhvr>
                                    </p:animEffect>
                                  </p:childTnLst>
                                </p:cTn>
                              </p:par>
                            </p:childTnLst>
                          </p:cTn>
                        </p:par>
                        <p:par>
                          <p:cTn id="52" fill="hold">
                            <p:stCondLst>
                              <p:cond delay="5500"/>
                            </p:stCondLst>
                            <p:childTnLst>
                              <p:par>
                                <p:cTn id="53" presetID="53" presetClass="entr" presetSubtype="0"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p:cTn id="55" dur="500" fill="hold"/>
                                        <p:tgtEl>
                                          <p:spTgt spid="4"/>
                                        </p:tgtEl>
                                        <p:attrNameLst>
                                          <p:attrName>ppt_w</p:attrName>
                                        </p:attrNameLst>
                                      </p:cBhvr>
                                      <p:tavLst>
                                        <p:tav tm="0">
                                          <p:val>
                                            <p:fltVal val="0"/>
                                          </p:val>
                                        </p:tav>
                                        <p:tav tm="100000">
                                          <p:val>
                                            <p:strVal val="#ppt_w"/>
                                          </p:val>
                                        </p:tav>
                                      </p:tavLst>
                                    </p:anim>
                                    <p:anim calcmode="lin" valueType="num">
                                      <p:cBhvr>
                                        <p:cTn id="56" dur="500" fill="hold"/>
                                        <p:tgtEl>
                                          <p:spTgt spid="4"/>
                                        </p:tgtEl>
                                        <p:attrNameLst>
                                          <p:attrName>ppt_h</p:attrName>
                                        </p:attrNameLst>
                                      </p:cBhvr>
                                      <p:tavLst>
                                        <p:tav tm="0">
                                          <p:val>
                                            <p:fltVal val="0"/>
                                          </p:val>
                                        </p:tav>
                                        <p:tav tm="100000">
                                          <p:val>
                                            <p:strVal val="#ppt_h"/>
                                          </p:val>
                                        </p:tav>
                                      </p:tavLst>
                                    </p:anim>
                                    <p:animEffect transition="in" filter="fade">
                                      <p:cBhvr>
                                        <p:cTn id="57" dur="500"/>
                                        <p:tgtEl>
                                          <p:spTgt spid="4"/>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left)">
                                      <p:cBhvr>
                                        <p:cTn id="61" dur="500"/>
                                        <p:tgtEl>
                                          <p:spTgt spid="13"/>
                                        </p:tgtEl>
                                      </p:cBhvr>
                                    </p:animEffect>
                                  </p:childTnLst>
                                </p:cTn>
                              </p:par>
                            </p:childTnLst>
                          </p:cTn>
                        </p:par>
                        <p:par>
                          <p:cTn id="62" fill="hold">
                            <p:stCondLst>
                              <p:cond delay="6500"/>
                            </p:stCondLst>
                            <p:childTnLst>
                              <p:par>
                                <p:cTn id="63" presetID="53" presetClass="entr" presetSubtype="0" fill="hold" grpId="0" nodeType="afterEffect">
                                  <p:stCondLst>
                                    <p:cond delay="0"/>
                                  </p:stCondLst>
                                  <p:childTnLst>
                                    <p:set>
                                      <p:cBhvr>
                                        <p:cTn id="64" dur="1" fill="hold">
                                          <p:stCondLst>
                                            <p:cond delay="0"/>
                                          </p:stCondLst>
                                        </p:cTn>
                                        <p:tgtEl>
                                          <p:spTgt spid="18"/>
                                        </p:tgtEl>
                                        <p:attrNameLst>
                                          <p:attrName>style.visibility</p:attrName>
                                        </p:attrNameLst>
                                      </p:cBhvr>
                                      <p:to>
                                        <p:strVal val="visible"/>
                                      </p:to>
                                    </p:set>
                                    <p:anim calcmode="lin" valueType="num">
                                      <p:cBhvr>
                                        <p:cTn id="65" dur="500" fill="hold"/>
                                        <p:tgtEl>
                                          <p:spTgt spid="18"/>
                                        </p:tgtEl>
                                        <p:attrNameLst>
                                          <p:attrName>ppt_w</p:attrName>
                                        </p:attrNameLst>
                                      </p:cBhvr>
                                      <p:tavLst>
                                        <p:tav tm="0">
                                          <p:val>
                                            <p:fltVal val="0"/>
                                          </p:val>
                                        </p:tav>
                                        <p:tav tm="100000">
                                          <p:val>
                                            <p:strVal val="#ppt_w"/>
                                          </p:val>
                                        </p:tav>
                                      </p:tavLst>
                                    </p:anim>
                                    <p:anim calcmode="lin" valueType="num">
                                      <p:cBhvr>
                                        <p:cTn id="66" dur="500" fill="hold"/>
                                        <p:tgtEl>
                                          <p:spTgt spid="18"/>
                                        </p:tgtEl>
                                        <p:attrNameLst>
                                          <p:attrName>ppt_h</p:attrName>
                                        </p:attrNameLst>
                                      </p:cBhvr>
                                      <p:tavLst>
                                        <p:tav tm="0">
                                          <p:val>
                                            <p:fltVal val="0"/>
                                          </p:val>
                                        </p:tav>
                                        <p:tav tm="100000">
                                          <p:val>
                                            <p:strVal val="#ppt_h"/>
                                          </p:val>
                                        </p:tav>
                                      </p:tavLst>
                                    </p:anim>
                                    <p:animEffect transition="in" filter="fade">
                                      <p:cBhvr>
                                        <p:cTn id="67" dur="500"/>
                                        <p:tgtEl>
                                          <p:spTgt spid="18"/>
                                        </p:tgtEl>
                                      </p:cBhvr>
                                    </p:animEffect>
                                  </p:childTnLst>
                                </p:cTn>
                              </p:par>
                            </p:childTnLst>
                          </p:cTn>
                        </p:par>
                        <p:par>
                          <p:cTn id="68" fill="hold">
                            <p:stCondLst>
                              <p:cond delay="7000"/>
                            </p:stCondLst>
                            <p:childTnLst>
                              <p:par>
                                <p:cTn id="69" presetID="18" presetClass="entr" presetSubtype="6" fill="hold" nodeType="after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strips(downRight)">
                                      <p:cBhvr>
                                        <p:cTn id="71" dur="500"/>
                                        <p:tgtEl>
                                          <p:spTgt spid="36"/>
                                        </p:tgtEl>
                                      </p:cBhvr>
                                    </p:animEffect>
                                  </p:childTnLst>
                                </p:cTn>
                              </p:par>
                            </p:childTnLst>
                          </p:cTn>
                        </p:par>
                        <p:par>
                          <p:cTn id="72" fill="hold">
                            <p:stCondLst>
                              <p:cond delay="7500"/>
                            </p:stCondLst>
                            <p:childTnLst>
                              <p:par>
                                <p:cTn id="73" presetID="53" presetClass="entr" presetSubtype="0" fill="hold" nodeType="afterEffect">
                                  <p:stCondLst>
                                    <p:cond delay="0"/>
                                  </p:stCondLst>
                                  <p:childTnLst>
                                    <p:set>
                                      <p:cBhvr>
                                        <p:cTn id="74" dur="1" fill="hold">
                                          <p:stCondLst>
                                            <p:cond delay="0"/>
                                          </p:stCondLst>
                                        </p:cTn>
                                        <p:tgtEl>
                                          <p:spTgt spid="5"/>
                                        </p:tgtEl>
                                        <p:attrNameLst>
                                          <p:attrName>style.visibility</p:attrName>
                                        </p:attrNameLst>
                                      </p:cBhvr>
                                      <p:to>
                                        <p:strVal val="visible"/>
                                      </p:to>
                                    </p:set>
                                    <p:anim calcmode="lin" valueType="num">
                                      <p:cBhvr>
                                        <p:cTn id="75" dur="500" fill="hold"/>
                                        <p:tgtEl>
                                          <p:spTgt spid="5"/>
                                        </p:tgtEl>
                                        <p:attrNameLst>
                                          <p:attrName>ppt_w</p:attrName>
                                        </p:attrNameLst>
                                      </p:cBhvr>
                                      <p:tavLst>
                                        <p:tav tm="0">
                                          <p:val>
                                            <p:fltVal val="0"/>
                                          </p:val>
                                        </p:tav>
                                        <p:tav tm="100000">
                                          <p:val>
                                            <p:strVal val="#ppt_w"/>
                                          </p:val>
                                        </p:tav>
                                      </p:tavLst>
                                    </p:anim>
                                    <p:anim calcmode="lin" valueType="num">
                                      <p:cBhvr>
                                        <p:cTn id="76" dur="500" fill="hold"/>
                                        <p:tgtEl>
                                          <p:spTgt spid="5"/>
                                        </p:tgtEl>
                                        <p:attrNameLst>
                                          <p:attrName>ppt_h</p:attrName>
                                        </p:attrNameLst>
                                      </p:cBhvr>
                                      <p:tavLst>
                                        <p:tav tm="0">
                                          <p:val>
                                            <p:fltVal val="0"/>
                                          </p:val>
                                        </p:tav>
                                        <p:tav tm="100000">
                                          <p:val>
                                            <p:strVal val="#ppt_h"/>
                                          </p:val>
                                        </p:tav>
                                      </p:tavLst>
                                    </p:anim>
                                    <p:animEffect transition="in" filter="fade">
                                      <p:cBhvr>
                                        <p:cTn id="77" dur="500"/>
                                        <p:tgtEl>
                                          <p:spTgt spid="5"/>
                                        </p:tgtEl>
                                      </p:cBhvr>
                                    </p:animEffect>
                                  </p:childTnLst>
                                </p:cTn>
                              </p:par>
                            </p:childTnLst>
                          </p:cTn>
                        </p:par>
                        <p:par>
                          <p:cTn id="78" fill="hold">
                            <p:stCondLst>
                              <p:cond delay="8000"/>
                            </p:stCondLst>
                            <p:childTnLst>
                              <p:par>
                                <p:cTn id="79" presetID="22" presetClass="entr" presetSubtype="8" fill="hold" grpId="0" nodeType="afterEffect">
                                  <p:stCondLst>
                                    <p:cond delay="0"/>
                                  </p:stCondLst>
                                  <p:childTnLst>
                                    <p:set>
                                      <p:cBhvr>
                                        <p:cTn id="80" dur="1" fill="hold">
                                          <p:stCondLst>
                                            <p:cond delay="0"/>
                                          </p:stCondLst>
                                        </p:cTn>
                                        <p:tgtEl>
                                          <p:spTgt spid="14"/>
                                        </p:tgtEl>
                                        <p:attrNameLst>
                                          <p:attrName>style.visibility</p:attrName>
                                        </p:attrNameLst>
                                      </p:cBhvr>
                                      <p:to>
                                        <p:strVal val="visible"/>
                                      </p:to>
                                    </p:set>
                                    <p:animEffect transition="in" filter="wipe(left)">
                                      <p:cBhvr>
                                        <p:cTn id="81" dur="500"/>
                                        <p:tgtEl>
                                          <p:spTgt spid="14"/>
                                        </p:tgtEl>
                                      </p:cBhvr>
                                    </p:animEffect>
                                  </p:childTnLst>
                                </p:cTn>
                              </p:par>
                            </p:childTnLst>
                          </p:cTn>
                        </p:par>
                        <p:par>
                          <p:cTn id="82" fill="hold">
                            <p:stCondLst>
                              <p:cond delay="8500"/>
                            </p:stCondLst>
                            <p:childTnLst>
                              <p:par>
                                <p:cTn id="83" presetID="53" presetClass="entr" presetSubtype="0" fill="hold" grpId="0" nodeType="afterEffect">
                                  <p:stCondLst>
                                    <p:cond delay="0"/>
                                  </p:stCondLst>
                                  <p:childTnLst>
                                    <p:set>
                                      <p:cBhvr>
                                        <p:cTn id="84" dur="1" fill="hold">
                                          <p:stCondLst>
                                            <p:cond delay="0"/>
                                          </p:stCondLst>
                                        </p:cTn>
                                        <p:tgtEl>
                                          <p:spTgt spid="16"/>
                                        </p:tgtEl>
                                        <p:attrNameLst>
                                          <p:attrName>style.visibility</p:attrName>
                                        </p:attrNameLst>
                                      </p:cBhvr>
                                      <p:to>
                                        <p:strVal val="visible"/>
                                      </p:to>
                                    </p:set>
                                    <p:anim calcmode="lin" valueType="num">
                                      <p:cBhvr>
                                        <p:cTn id="85" dur="500" fill="hold"/>
                                        <p:tgtEl>
                                          <p:spTgt spid="16"/>
                                        </p:tgtEl>
                                        <p:attrNameLst>
                                          <p:attrName>ppt_w</p:attrName>
                                        </p:attrNameLst>
                                      </p:cBhvr>
                                      <p:tavLst>
                                        <p:tav tm="0">
                                          <p:val>
                                            <p:fltVal val="0"/>
                                          </p:val>
                                        </p:tav>
                                        <p:tav tm="100000">
                                          <p:val>
                                            <p:strVal val="#ppt_w"/>
                                          </p:val>
                                        </p:tav>
                                      </p:tavLst>
                                    </p:anim>
                                    <p:anim calcmode="lin" valueType="num">
                                      <p:cBhvr>
                                        <p:cTn id="86" dur="500" fill="hold"/>
                                        <p:tgtEl>
                                          <p:spTgt spid="16"/>
                                        </p:tgtEl>
                                        <p:attrNameLst>
                                          <p:attrName>ppt_h</p:attrName>
                                        </p:attrNameLst>
                                      </p:cBhvr>
                                      <p:tavLst>
                                        <p:tav tm="0">
                                          <p:val>
                                            <p:fltVal val="0"/>
                                          </p:val>
                                        </p:tav>
                                        <p:tav tm="100000">
                                          <p:val>
                                            <p:strVal val="#ppt_h"/>
                                          </p:val>
                                        </p:tav>
                                      </p:tavLst>
                                    </p:anim>
                                    <p:animEffect transition="in" filter="fade">
                                      <p:cBhvr>
                                        <p:cTn id="8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0" grpId="0">
        <p:bldAsOne/>
      </p:bldGraphic>
      <p:bldP spid="11" grpId="0"/>
      <p:bldP spid="12" grpId="0"/>
      <p:bldP spid="13" grpId="0"/>
      <p:bldP spid="14" grpId="0"/>
      <p:bldP spid="15" grpId="0"/>
      <p:bldP spid="16" grpId="0"/>
      <p:bldP spid="17" grpId="0"/>
      <p:bldP spid="18" grpId="0"/>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Plan Infographic</a:t>
            </a:r>
            <a:endParaRPr lang="en-US" dirty="0"/>
          </a:p>
        </p:txBody>
      </p:sp>
      <p:sp>
        <p:nvSpPr>
          <p:cNvPr id="8" name="Text Placeholder 7"/>
          <p:cNvSpPr>
            <a:spLocks noGrp="1"/>
          </p:cNvSpPr>
          <p:nvPr>
            <p:ph type="body" sz="half" idx="2"/>
          </p:nvPr>
        </p:nvSpPr>
        <p:spPr/>
        <p:txBody>
          <a:bodyPr/>
          <a:lstStyle/>
          <a:p>
            <a:r>
              <a:rPr lang="en-US"/>
              <a:t>Plan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307</a:t>
            </a:fld>
            <a:endParaRPr lang="en-US" dirty="0"/>
          </a:p>
        </p:txBody>
      </p:sp>
      <p:sp>
        <p:nvSpPr>
          <p:cNvPr id="33" name="Oval 32"/>
          <p:cNvSpPr/>
          <p:nvPr/>
        </p:nvSpPr>
        <p:spPr>
          <a:xfrm>
            <a:off x="4303140" y="1466848"/>
            <a:ext cx="2952751" cy="2952751"/>
          </a:xfrm>
          <a:prstGeom prst="ellipse">
            <a:avLst/>
          </a:prstGeom>
          <a:solidFill>
            <a:schemeClr val="bg1">
              <a:lumMod val="95000"/>
            </a:schemeClr>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Oval 33"/>
          <p:cNvSpPr/>
          <p:nvPr/>
        </p:nvSpPr>
        <p:spPr>
          <a:xfrm>
            <a:off x="4705570" y="1872122"/>
            <a:ext cx="2147890" cy="2147890"/>
          </a:xfrm>
          <a:prstGeom prst="ellipse">
            <a:avLst/>
          </a:prstGeom>
          <a:solidFill>
            <a:schemeClr val="bg1">
              <a:lumMod val="85000"/>
            </a:schemeClr>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Oval 37"/>
          <p:cNvSpPr/>
          <p:nvPr/>
        </p:nvSpPr>
        <p:spPr>
          <a:xfrm>
            <a:off x="5066727" y="2229231"/>
            <a:ext cx="1434387" cy="1434387"/>
          </a:xfrm>
          <a:prstGeom prst="ellipse">
            <a:avLst/>
          </a:prstGeom>
          <a:solidFill>
            <a:schemeClr val="bg1">
              <a:lumMod val="95000"/>
            </a:schemeClr>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Oval 38"/>
          <p:cNvSpPr/>
          <p:nvPr/>
        </p:nvSpPr>
        <p:spPr>
          <a:xfrm>
            <a:off x="5487742" y="2654409"/>
            <a:ext cx="586652" cy="586652"/>
          </a:xfrm>
          <a:prstGeom prst="ellipse">
            <a:avLst/>
          </a:prstGeom>
          <a:solidFill>
            <a:schemeClr val="bg1">
              <a:lumMod val="85000"/>
            </a:schemeClr>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Block Arc 47"/>
          <p:cNvSpPr/>
          <p:nvPr/>
        </p:nvSpPr>
        <p:spPr>
          <a:xfrm rot="10800000">
            <a:off x="4303141" y="1469692"/>
            <a:ext cx="2952750" cy="2952750"/>
          </a:xfrm>
          <a:prstGeom prst="blockArc">
            <a:avLst>
              <a:gd name="adj1" fmla="val 16158116"/>
              <a:gd name="adj2" fmla="val 5409154"/>
              <a:gd name="adj3" fmla="val 586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Block Arc 48"/>
          <p:cNvSpPr/>
          <p:nvPr/>
        </p:nvSpPr>
        <p:spPr>
          <a:xfrm rot="10800000">
            <a:off x="4705572" y="1872123"/>
            <a:ext cx="2147888" cy="2147888"/>
          </a:xfrm>
          <a:prstGeom prst="blockArc">
            <a:avLst>
              <a:gd name="adj1" fmla="val 14698952"/>
              <a:gd name="adj2" fmla="val 5440372"/>
              <a:gd name="adj3" fmla="val 994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Block Arc 49"/>
          <p:cNvSpPr/>
          <p:nvPr/>
        </p:nvSpPr>
        <p:spPr>
          <a:xfrm rot="10800000">
            <a:off x="5065141" y="2231692"/>
            <a:ext cx="1428750" cy="1428750"/>
          </a:xfrm>
          <a:prstGeom prst="blockArc">
            <a:avLst>
              <a:gd name="adj1" fmla="val 13629918"/>
              <a:gd name="adj2" fmla="val 5390526"/>
              <a:gd name="adj3" fmla="val 1348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1" name="Block Arc 50"/>
          <p:cNvSpPr/>
          <p:nvPr/>
        </p:nvSpPr>
        <p:spPr>
          <a:xfrm rot="10800000">
            <a:off x="5490989" y="2657540"/>
            <a:ext cx="577055" cy="577055"/>
          </a:xfrm>
          <a:prstGeom prst="blockArc">
            <a:avLst>
              <a:gd name="adj1" fmla="val 10800000"/>
              <a:gd name="adj2" fmla="val 5236583"/>
              <a:gd name="adj3" fmla="val 2828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Text Placeholder 3"/>
          <p:cNvSpPr txBox="1">
            <a:spLocks/>
          </p:cNvSpPr>
          <p:nvPr/>
        </p:nvSpPr>
        <p:spPr>
          <a:xfrm>
            <a:off x="7836915" y="1043107"/>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1"/>
                </a:solidFill>
                <a:effectLst/>
                <a:uLnTx/>
                <a:uFillTx/>
                <a:latin typeface="+mn-lt"/>
                <a:ea typeface="+mn-ea"/>
                <a:cs typeface="+mn-cs"/>
              </a:rPr>
              <a:t>50%</a:t>
            </a:r>
          </a:p>
        </p:txBody>
      </p:sp>
      <p:sp>
        <p:nvSpPr>
          <p:cNvPr id="57" name="Text Placeholder 3"/>
          <p:cNvSpPr txBox="1">
            <a:spLocks/>
          </p:cNvSpPr>
          <p:nvPr/>
        </p:nvSpPr>
        <p:spPr>
          <a:xfrm>
            <a:off x="7836915" y="2243792"/>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4"/>
                </a:solidFill>
                <a:effectLst/>
                <a:uLnTx/>
                <a:uFillTx/>
                <a:latin typeface="+mn-lt"/>
                <a:ea typeface="+mn-ea"/>
                <a:cs typeface="+mn-cs"/>
              </a:rPr>
              <a:t>90%</a:t>
            </a:r>
          </a:p>
        </p:txBody>
      </p:sp>
      <p:sp>
        <p:nvSpPr>
          <p:cNvPr id="61" name="Text Placeholder 3"/>
          <p:cNvSpPr txBox="1">
            <a:spLocks/>
          </p:cNvSpPr>
          <p:nvPr/>
        </p:nvSpPr>
        <p:spPr>
          <a:xfrm>
            <a:off x="7836915" y="1443335"/>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2"/>
                </a:solidFill>
                <a:effectLst/>
                <a:uLnTx/>
                <a:uFillTx/>
                <a:latin typeface="+mn-lt"/>
                <a:ea typeface="+mn-ea"/>
                <a:cs typeface="+mn-cs"/>
              </a:rPr>
              <a:t>60%</a:t>
            </a:r>
          </a:p>
        </p:txBody>
      </p:sp>
      <p:sp>
        <p:nvSpPr>
          <p:cNvPr id="63" name="Text Placeholder 3"/>
          <p:cNvSpPr txBox="1">
            <a:spLocks/>
          </p:cNvSpPr>
          <p:nvPr/>
        </p:nvSpPr>
        <p:spPr>
          <a:xfrm>
            <a:off x="7836915" y="1843563"/>
            <a:ext cx="509755" cy="36933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accent3"/>
                </a:solidFill>
                <a:effectLst/>
                <a:uLnTx/>
                <a:uFillTx/>
                <a:latin typeface="+mn-lt"/>
                <a:ea typeface="+mn-ea"/>
                <a:cs typeface="+mn-cs"/>
              </a:rPr>
              <a:t>70%</a:t>
            </a:r>
          </a:p>
        </p:txBody>
      </p:sp>
      <p:cxnSp>
        <p:nvCxnSpPr>
          <p:cNvPr id="41" name="Elbow Connector 40"/>
          <p:cNvCxnSpPr/>
          <p:nvPr/>
        </p:nvCxnSpPr>
        <p:spPr>
          <a:xfrm flipV="1">
            <a:off x="5833706" y="1227773"/>
            <a:ext cx="1922772" cy="334881"/>
          </a:xfrm>
          <a:prstGeom prst="bentConnector3">
            <a:avLst>
              <a:gd name="adj1" fmla="val 36922"/>
            </a:avLst>
          </a:prstGeom>
          <a:ln w="19050" cmpd="sng">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2" name="Elbow Connector 41"/>
          <p:cNvCxnSpPr/>
          <p:nvPr/>
        </p:nvCxnSpPr>
        <p:spPr>
          <a:xfrm flipV="1">
            <a:off x="5833706" y="1650563"/>
            <a:ext cx="1922772" cy="334881"/>
          </a:xfrm>
          <a:prstGeom prst="bentConnector3">
            <a:avLst>
              <a:gd name="adj1" fmla="val 46730"/>
            </a:avLst>
          </a:prstGeom>
          <a:ln w="19050" cmpd="sng">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3" name="Elbow Connector 42"/>
          <p:cNvCxnSpPr/>
          <p:nvPr/>
        </p:nvCxnSpPr>
        <p:spPr>
          <a:xfrm flipV="1">
            <a:off x="5823978" y="2007301"/>
            <a:ext cx="1922772" cy="334881"/>
          </a:xfrm>
          <a:prstGeom prst="bentConnector3">
            <a:avLst>
              <a:gd name="adj1" fmla="val 55557"/>
            </a:avLst>
          </a:prstGeom>
          <a:ln w="19050" cmpd="sng">
            <a:solidFill>
              <a:schemeClr val="accent3"/>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4" name="Elbow Connector 43"/>
          <p:cNvCxnSpPr/>
          <p:nvPr/>
        </p:nvCxnSpPr>
        <p:spPr>
          <a:xfrm flipV="1">
            <a:off x="5814250" y="2404387"/>
            <a:ext cx="1922772" cy="334881"/>
          </a:xfrm>
          <a:prstGeom prst="bentConnector3">
            <a:avLst>
              <a:gd name="adj1" fmla="val 67000"/>
            </a:avLst>
          </a:prstGeom>
          <a:ln w="19050" cmpd="sng">
            <a:solidFill>
              <a:schemeClr val="accent4"/>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2" name="Group 49"/>
          <p:cNvGrpSpPr/>
          <p:nvPr/>
        </p:nvGrpSpPr>
        <p:grpSpPr>
          <a:xfrm>
            <a:off x="1097608" y="1369922"/>
            <a:ext cx="3205532" cy="533860"/>
            <a:chOff x="1270277" y="1192718"/>
            <a:chExt cx="3205532" cy="533860"/>
          </a:xfrm>
        </p:grpSpPr>
        <p:sp>
          <p:nvSpPr>
            <p:cNvPr id="46" name="Text Placeholder 3"/>
            <p:cNvSpPr txBox="1">
              <a:spLocks/>
            </p:cNvSpPr>
            <p:nvPr/>
          </p:nvSpPr>
          <p:spPr>
            <a:xfrm>
              <a:off x="1270277" y="119271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47" name="Text Placeholder 3"/>
            <p:cNvSpPr txBox="1">
              <a:spLocks/>
            </p:cNvSpPr>
            <p:nvPr/>
          </p:nvSpPr>
          <p:spPr>
            <a:xfrm>
              <a:off x="1270277" y="1418801"/>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3" name="Group 52"/>
          <p:cNvGrpSpPr/>
          <p:nvPr/>
        </p:nvGrpSpPr>
        <p:grpSpPr>
          <a:xfrm>
            <a:off x="1097608" y="2196529"/>
            <a:ext cx="3205532" cy="533860"/>
            <a:chOff x="1270277" y="2114430"/>
            <a:chExt cx="3205532" cy="533860"/>
          </a:xfrm>
        </p:grpSpPr>
        <p:sp>
          <p:nvSpPr>
            <p:cNvPr id="54" name="Text Placeholder 3"/>
            <p:cNvSpPr txBox="1">
              <a:spLocks/>
            </p:cNvSpPr>
            <p:nvPr/>
          </p:nvSpPr>
          <p:spPr>
            <a:xfrm>
              <a:off x="1270277" y="211443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56" name="Text Placeholder 3"/>
            <p:cNvSpPr txBox="1">
              <a:spLocks/>
            </p:cNvSpPr>
            <p:nvPr/>
          </p:nvSpPr>
          <p:spPr>
            <a:xfrm>
              <a:off x="1270277" y="2340513"/>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grpSp>
        <p:nvGrpSpPr>
          <p:cNvPr id="4" name="Group 58"/>
          <p:cNvGrpSpPr/>
          <p:nvPr/>
        </p:nvGrpSpPr>
        <p:grpSpPr>
          <a:xfrm>
            <a:off x="1097608" y="3014475"/>
            <a:ext cx="3205532" cy="533860"/>
            <a:chOff x="1270277" y="3036142"/>
            <a:chExt cx="3205532" cy="533860"/>
          </a:xfrm>
        </p:grpSpPr>
        <p:sp>
          <p:nvSpPr>
            <p:cNvPr id="59" name="Text Placeholder 3"/>
            <p:cNvSpPr txBox="1">
              <a:spLocks/>
            </p:cNvSpPr>
            <p:nvPr/>
          </p:nvSpPr>
          <p:spPr>
            <a:xfrm>
              <a:off x="1270277" y="3036142"/>
              <a:ext cx="1215076"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3"/>
                  </a:solidFill>
                  <a:effectLst/>
                  <a:uLnTx/>
                  <a:uFillTx/>
                  <a:latin typeface="+mj-lt"/>
                  <a:ea typeface="+mn-ea"/>
                  <a:cs typeface="+mn-cs"/>
                </a:rPr>
                <a:t>Number Three</a:t>
              </a:r>
            </a:p>
          </p:txBody>
        </p:sp>
        <p:sp>
          <p:nvSpPr>
            <p:cNvPr id="60" name="Text Placeholder 3"/>
            <p:cNvSpPr txBox="1">
              <a:spLocks/>
            </p:cNvSpPr>
            <p:nvPr/>
          </p:nvSpPr>
          <p:spPr>
            <a:xfrm>
              <a:off x="1270277" y="3262225"/>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grpSp>
        <p:nvGrpSpPr>
          <p:cNvPr id="5" name="Group 61"/>
          <p:cNvGrpSpPr/>
          <p:nvPr/>
        </p:nvGrpSpPr>
        <p:grpSpPr>
          <a:xfrm>
            <a:off x="1097608" y="3810042"/>
            <a:ext cx="3205532" cy="522412"/>
            <a:chOff x="1270277" y="3047590"/>
            <a:chExt cx="3205532" cy="522412"/>
          </a:xfrm>
        </p:grpSpPr>
        <p:sp>
          <p:nvSpPr>
            <p:cNvPr id="64" name="Text Placeholder 3"/>
            <p:cNvSpPr txBox="1">
              <a:spLocks/>
            </p:cNvSpPr>
            <p:nvPr/>
          </p:nvSpPr>
          <p:spPr>
            <a:xfrm>
              <a:off x="1270277" y="3047590"/>
              <a:ext cx="1125308"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4"/>
                  </a:solidFill>
                  <a:effectLst/>
                  <a:uLnTx/>
                  <a:uFillTx/>
                  <a:latin typeface="+mj-lt"/>
                  <a:ea typeface="+mn-ea"/>
                  <a:cs typeface="+mn-cs"/>
                </a:rPr>
                <a:t>Number </a:t>
              </a:r>
              <a:r>
                <a:rPr lang="en-US" b="1" dirty="0">
                  <a:solidFill>
                    <a:schemeClr val="accent4"/>
                  </a:solidFill>
                  <a:latin typeface="+mj-lt"/>
                </a:rPr>
                <a:t>Four</a:t>
              </a:r>
              <a:endParaRPr kumimoji="0" lang="en-US" b="1" i="0" u="none" strike="noStrike" kern="1200" cap="none" spc="0" normalizeH="0" baseline="0" noProof="0" dirty="0">
                <a:ln>
                  <a:noFill/>
                </a:ln>
                <a:solidFill>
                  <a:schemeClr val="accent4"/>
                </a:solidFill>
                <a:effectLst/>
                <a:uLnTx/>
                <a:uFillTx/>
                <a:latin typeface="+mj-lt"/>
                <a:ea typeface="+mn-ea"/>
                <a:cs typeface="+mn-cs"/>
              </a:endParaRPr>
            </a:p>
          </p:txBody>
        </p:sp>
        <p:sp>
          <p:nvSpPr>
            <p:cNvPr id="65" name="Text Placeholder 3"/>
            <p:cNvSpPr txBox="1">
              <a:spLocks/>
            </p:cNvSpPr>
            <p:nvPr/>
          </p:nvSpPr>
          <p:spPr>
            <a:xfrm>
              <a:off x="1270277" y="3262225"/>
              <a:ext cx="3205532"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sp>
        <p:nvSpPr>
          <p:cNvPr id="66" name="Freeform 45"/>
          <p:cNvSpPr>
            <a:spLocks noEditPoints="1"/>
          </p:cNvSpPr>
          <p:nvPr/>
        </p:nvSpPr>
        <p:spPr bwMode="auto">
          <a:xfrm>
            <a:off x="701460" y="1524564"/>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45"/>
          <p:cNvSpPr>
            <a:spLocks noEditPoints="1"/>
          </p:cNvSpPr>
          <p:nvPr/>
        </p:nvSpPr>
        <p:spPr bwMode="auto">
          <a:xfrm>
            <a:off x="701460" y="2337398"/>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45"/>
          <p:cNvSpPr>
            <a:spLocks noEditPoints="1"/>
          </p:cNvSpPr>
          <p:nvPr/>
        </p:nvSpPr>
        <p:spPr bwMode="auto">
          <a:xfrm>
            <a:off x="701460" y="3150232"/>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45"/>
          <p:cNvSpPr>
            <a:spLocks noEditPoints="1"/>
          </p:cNvSpPr>
          <p:nvPr/>
        </p:nvSpPr>
        <p:spPr bwMode="auto">
          <a:xfrm>
            <a:off x="701460" y="3963065"/>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Effect transition="in" filter="fade">
                                      <p:cBhvr>
                                        <p:cTn id="9" dur="1000"/>
                                        <p:tgtEl>
                                          <p:spTgt spid="33"/>
                                        </p:tgtEl>
                                      </p:cBhvr>
                                    </p:animEffect>
                                  </p:childTnLst>
                                </p:cTn>
                              </p:par>
                            </p:childTnLst>
                          </p:cTn>
                        </p:par>
                        <p:par>
                          <p:cTn id="10" fill="hold">
                            <p:stCondLst>
                              <p:cond delay="1000"/>
                            </p:stCondLst>
                            <p:childTnLst>
                              <p:par>
                                <p:cTn id="11" presetID="20" presetClass="entr" presetSubtype="0" fill="hold" grpId="0" nodeType="after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wedge">
                                      <p:cBhvr>
                                        <p:cTn id="13" dur="1000"/>
                                        <p:tgtEl>
                                          <p:spTgt spid="48"/>
                                        </p:tgtEl>
                                      </p:cBhvr>
                                    </p:animEffect>
                                  </p:childTnLst>
                                </p:cTn>
                              </p:par>
                            </p:childTnLst>
                          </p:cTn>
                        </p:par>
                        <p:par>
                          <p:cTn id="14" fill="hold">
                            <p:stCondLst>
                              <p:cond delay="2000"/>
                            </p:stCondLst>
                            <p:childTnLst>
                              <p:par>
                                <p:cTn id="15" presetID="22" presetClass="entr" presetSubtype="8" fill="hold" nodeType="after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wipe(left)">
                                      <p:cBhvr>
                                        <p:cTn id="17" dur="500"/>
                                        <p:tgtEl>
                                          <p:spTgt spid="41"/>
                                        </p:tgtEl>
                                      </p:cBhvr>
                                    </p:animEffect>
                                  </p:childTnLst>
                                </p:cTn>
                              </p:par>
                            </p:childTnLst>
                          </p:cTn>
                        </p:par>
                        <p:par>
                          <p:cTn id="18" fill="hold">
                            <p:stCondLst>
                              <p:cond delay="2500"/>
                            </p:stCondLst>
                            <p:childTnLst>
                              <p:par>
                                <p:cTn id="19" presetID="53" presetClass="entr" presetSubtype="0" fill="hold" grpId="0" nodeType="after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p:cTn id="21" dur="500" fill="hold"/>
                                        <p:tgtEl>
                                          <p:spTgt spid="53"/>
                                        </p:tgtEl>
                                        <p:attrNameLst>
                                          <p:attrName>ppt_w</p:attrName>
                                        </p:attrNameLst>
                                      </p:cBhvr>
                                      <p:tavLst>
                                        <p:tav tm="0">
                                          <p:val>
                                            <p:fltVal val="0"/>
                                          </p:val>
                                        </p:tav>
                                        <p:tav tm="100000">
                                          <p:val>
                                            <p:strVal val="#ppt_w"/>
                                          </p:val>
                                        </p:tav>
                                      </p:tavLst>
                                    </p:anim>
                                    <p:anim calcmode="lin" valueType="num">
                                      <p:cBhvr>
                                        <p:cTn id="22" dur="500" fill="hold"/>
                                        <p:tgtEl>
                                          <p:spTgt spid="53"/>
                                        </p:tgtEl>
                                        <p:attrNameLst>
                                          <p:attrName>ppt_h</p:attrName>
                                        </p:attrNameLst>
                                      </p:cBhvr>
                                      <p:tavLst>
                                        <p:tav tm="0">
                                          <p:val>
                                            <p:fltVal val="0"/>
                                          </p:val>
                                        </p:tav>
                                        <p:tav tm="100000">
                                          <p:val>
                                            <p:strVal val="#ppt_h"/>
                                          </p:val>
                                        </p:tav>
                                      </p:tavLst>
                                    </p:anim>
                                    <p:animEffect transition="in" filter="fade">
                                      <p:cBhvr>
                                        <p:cTn id="23" dur="500"/>
                                        <p:tgtEl>
                                          <p:spTgt spid="53"/>
                                        </p:tgtEl>
                                      </p:cBhvr>
                                    </p:animEffect>
                                  </p:childTnLst>
                                </p:cTn>
                              </p:par>
                            </p:childTnLst>
                          </p:cTn>
                        </p:par>
                        <p:par>
                          <p:cTn id="24" fill="hold">
                            <p:stCondLst>
                              <p:cond delay="3000"/>
                            </p:stCondLst>
                            <p:childTnLst>
                              <p:par>
                                <p:cTn id="25" presetID="53"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 calcmode="lin" valueType="num">
                                      <p:cBhvr>
                                        <p:cTn id="27" dur="1000" fill="hold"/>
                                        <p:tgtEl>
                                          <p:spTgt spid="34"/>
                                        </p:tgtEl>
                                        <p:attrNameLst>
                                          <p:attrName>ppt_w</p:attrName>
                                        </p:attrNameLst>
                                      </p:cBhvr>
                                      <p:tavLst>
                                        <p:tav tm="0">
                                          <p:val>
                                            <p:fltVal val="0"/>
                                          </p:val>
                                        </p:tav>
                                        <p:tav tm="100000">
                                          <p:val>
                                            <p:strVal val="#ppt_w"/>
                                          </p:val>
                                        </p:tav>
                                      </p:tavLst>
                                    </p:anim>
                                    <p:anim calcmode="lin" valueType="num">
                                      <p:cBhvr>
                                        <p:cTn id="28" dur="1000" fill="hold"/>
                                        <p:tgtEl>
                                          <p:spTgt spid="34"/>
                                        </p:tgtEl>
                                        <p:attrNameLst>
                                          <p:attrName>ppt_h</p:attrName>
                                        </p:attrNameLst>
                                      </p:cBhvr>
                                      <p:tavLst>
                                        <p:tav tm="0">
                                          <p:val>
                                            <p:fltVal val="0"/>
                                          </p:val>
                                        </p:tav>
                                        <p:tav tm="100000">
                                          <p:val>
                                            <p:strVal val="#ppt_h"/>
                                          </p:val>
                                        </p:tav>
                                      </p:tavLst>
                                    </p:anim>
                                    <p:animEffect transition="in" filter="fade">
                                      <p:cBhvr>
                                        <p:cTn id="29" dur="1000"/>
                                        <p:tgtEl>
                                          <p:spTgt spid="34"/>
                                        </p:tgtEl>
                                      </p:cBhvr>
                                    </p:animEffect>
                                  </p:childTnLst>
                                </p:cTn>
                              </p:par>
                            </p:childTnLst>
                          </p:cTn>
                        </p:par>
                        <p:par>
                          <p:cTn id="30" fill="hold">
                            <p:stCondLst>
                              <p:cond delay="4000"/>
                            </p:stCondLst>
                            <p:childTnLst>
                              <p:par>
                                <p:cTn id="31" presetID="16" presetClass="entr" presetSubtype="26" fill="hold" grpId="0" nodeType="after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barn(inHorizontal)">
                                      <p:cBhvr>
                                        <p:cTn id="33" dur="1000"/>
                                        <p:tgtEl>
                                          <p:spTgt spid="49"/>
                                        </p:tgtEl>
                                      </p:cBhvr>
                                    </p:animEffect>
                                  </p:childTnLst>
                                </p:cTn>
                              </p:par>
                            </p:childTnLst>
                          </p:cTn>
                        </p:par>
                        <p:par>
                          <p:cTn id="34" fill="hold">
                            <p:stCondLst>
                              <p:cond delay="5000"/>
                            </p:stCondLst>
                            <p:childTnLst>
                              <p:par>
                                <p:cTn id="35" presetID="22" presetClass="entr" presetSubtype="8" fill="hold" nodeType="after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wipe(left)">
                                      <p:cBhvr>
                                        <p:cTn id="37" dur="500"/>
                                        <p:tgtEl>
                                          <p:spTgt spid="42"/>
                                        </p:tgtEl>
                                      </p:cBhvr>
                                    </p:animEffect>
                                  </p:childTnLst>
                                </p:cTn>
                              </p:par>
                            </p:childTnLst>
                          </p:cTn>
                        </p:par>
                        <p:par>
                          <p:cTn id="38" fill="hold">
                            <p:stCondLst>
                              <p:cond delay="5500"/>
                            </p:stCondLst>
                            <p:childTnLst>
                              <p:par>
                                <p:cTn id="39" presetID="53" presetClass="entr" presetSubtype="0" fill="hold" grpId="0" nodeType="afterEffect">
                                  <p:stCondLst>
                                    <p:cond delay="0"/>
                                  </p:stCondLst>
                                  <p:childTnLst>
                                    <p:set>
                                      <p:cBhvr>
                                        <p:cTn id="40" dur="1" fill="hold">
                                          <p:stCondLst>
                                            <p:cond delay="0"/>
                                          </p:stCondLst>
                                        </p:cTn>
                                        <p:tgtEl>
                                          <p:spTgt spid="61"/>
                                        </p:tgtEl>
                                        <p:attrNameLst>
                                          <p:attrName>style.visibility</p:attrName>
                                        </p:attrNameLst>
                                      </p:cBhvr>
                                      <p:to>
                                        <p:strVal val="visible"/>
                                      </p:to>
                                    </p:set>
                                    <p:anim calcmode="lin" valueType="num">
                                      <p:cBhvr>
                                        <p:cTn id="41" dur="500" fill="hold"/>
                                        <p:tgtEl>
                                          <p:spTgt spid="61"/>
                                        </p:tgtEl>
                                        <p:attrNameLst>
                                          <p:attrName>ppt_w</p:attrName>
                                        </p:attrNameLst>
                                      </p:cBhvr>
                                      <p:tavLst>
                                        <p:tav tm="0">
                                          <p:val>
                                            <p:fltVal val="0"/>
                                          </p:val>
                                        </p:tav>
                                        <p:tav tm="100000">
                                          <p:val>
                                            <p:strVal val="#ppt_w"/>
                                          </p:val>
                                        </p:tav>
                                      </p:tavLst>
                                    </p:anim>
                                    <p:anim calcmode="lin" valueType="num">
                                      <p:cBhvr>
                                        <p:cTn id="42" dur="500" fill="hold"/>
                                        <p:tgtEl>
                                          <p:spTgt spid="61"/>
                                        </p:tgtEl>
                                        <p:attrNameLst>
                                          <p:attrName>ppt_h</p:attrName>
                                        </p:attrNameLst>
                                      </p:cBhvr>
                                      <p:tavLst>
                                        <p:tav tm="0">
                                          <p:val>
                                            <p:fltVal val="0"/>
                                          </p:val>
                                        </p:tav>
                                        <p:tav tm="100000">
                                          <p:val>
                                            <p:strVal val="#ppt_h"/>
                                          </p:val>
                                        </p:tav>
                                      </p:tavLst>
                                    </p:anim>
                                    <p:animEffect transition="in" filter="fade">
                                      <p:cBhvr>
                                        <p:cTn id="43" dur="500"/>
                                        <p:tgtEl>
                                          <p:spTgt spid="61"/>
                                        </p:tgtEl>
                                      </p:cBhvr>
                                    </p:animEffect>
                                  </p:childTnLst>
                                </p:cTn>
                              </p:par>
                            </p:childTnLst>
                          </p:cTn>
                        </p:par>
                        <p:par>
                          <p:cTn id="44" fill="hold">
                            <p:stCondLst>
                              <p:cond delay="6000"/>
                            </p:stCondLst>
                            <p:childTnLst>
                              <p:par>
                                <p:cTn id="45" presetID="53" presetClass="entr" presetSubtype="0" fill="hold" grpId="0" nodeType="afterEffect">
                                  <p:stCondLst>
                                    <p:cond delay="0"/>
                                  </p:stCondLst>
                                  <p:childTnLst>
                                    <p:set>
                                      <p:cBhvr>
                                        <p:cTn id="46" dur="1" fill="hold">
                                          <p:stCondLst>
                                            <p:cond delay="0"/>
                                          </p:stCondLst>
                                        </p:cTn>
                                        <p:tgtEl>
                                          <p:spTgt spid="38"/>
                                        </p:tgtEl>
                                        <p:attrNameLst>
                                          <p:attrName>style.visibility</p:attrName>
                                        </p:attrNameLst>
                                      </p:cBhvr>
                                      <p:to>
                                        <p:strVal val="visible"/>
                                      </p:to>
                                    </p:set>
                                    <p:anim calcmode="lin" valueType="num">
                                      <p:cBhvr>
                                        <p:cTn id="47" dur="1000" fill="hold"/>
                                        <p:tgtEl>
                                          <p:spTgt spid="38"/>
                                        </p:tgtEl>
                                        <p:attrNameLst>
                                          <p:attrName>ppt_w</p:attrName>
                                        </p:attrNameLst>
                                      </p:cBhvr>
                                      <p:tavLst>
                                        <p:tav tm="0">
                                          <p:val>
                                            <p:fltVal val="0"/>
                                          </p:val>
                                        </p:tav>
                                        <p:tav tm="100000">
                                          <p:val>
                                            <p:strVal val="#ppt_w"/>
                                          </p:val>
                                        </p:tav>
                                      </p:tavLst>
                                    </p:anim>
                                    <p:anim calcmode="lin" valueType="num">
                                      <p:cBhvr>
                                        <p:cTn id="48" dur="1000" fill="hold"/>
                                        <p:tgtEl>
                                          <p:spTgt spid="38"/>
                                        </p:tgtEl>
                                        <p:attrNameLst>
                                          <p:attrName>ppt_h</p:attrName>
                                        </p:attrNameLst>
                                      </p:cBhvr>
                                      <p:tavLst>
                                        <p:tav tm="0">
                                          <p:val>
                                            <p:fltVal val="0"/>
                                          </p:val>
                                        </p:tav>
                                        <p:tav tm="100000">
                                          <p:val>
                                            <p:strVal val="#ppt_h"/>
                                          </p:val>
                                        </p:tav>
                                      </p:tavLst>
                                    </p:anim>
                                    <p:animEffect transition="in" filter="fade">
                                      <p:cBhvr>
                                        <p:cTn id="49" dur="1000"/>
                                        <p:tgtEl>
                                          <p:spTgt spid="38"/>
                                        </p:tgtEl>
                                      </p:cBhvr>
                                    </p:animEffect>
                                  </p:childTnLst>
                                </p:cTn>
                              </p:par>
                            </p:childTnLst>
                          </p:cTn>
                        </p:par>
                        <p:par>
                          <p:cTn id="50" fill="hold">
                            <p:stCondLst>
                              <p:cond delay="7000"/>
                            </p:stCondLst>
                            <p:childTnLst>
                              <p:par>
                                <p:cTn id="51" presetID="20" presetClass="entr" presetSubtype="0" fill="hold" grpId="0" nodeType="afterEffect">
                                  <p:stCondLst>
                                    <p:cond delay="0"/>
                                  </p:stCondLst>
                                  <p:childTnLst>
                                    <p:set>
                                      <p:cBhvr>
                                        <p:cTn id="52" dur="1" fill="hold">
                                          <p:stCondLst>
                                            <p:cond delay="0"/>
                                          </p:stCondLst>
                                        </p:cTn>
                                        <p:tgtEl>
                                          <p:spTgt spid="50"/>
                                        </p:tgtEl>
                                        <p:attrNameLst>
                                          <p:attrName>style.visibility</p:attrName>
                                        </p:attrNameLst>
                                      </p:cBhvr>
                                      <p:to>
                                        <p:strVal val="visible"/>
                                      </p:to>
                                    </p:set>
                                    <p:animEffect transition="in" filter="wedge">
                                      <p:cBhvr>
                                        <p:cTn id="53" dur="1000"/>
                                        <p:tgtEl>
                                          <p:spTgt spid="50"/>
                                        </p:tgtEl>
                                      </p:cBhvr>
                                    </p:animEffect>
                                  </p:childTnLst>
                                </p:cTn>
                              </p:par>
                            </p:childTnLst>
                          </p:cTn>
                        </p:par>
                        <p:par>
                          <p:cTn id="54" fill="hold">
                            <p:stCondLst>
                              <p:cond delay="8000"/>
                            </p:stCondLst>
                            <p:childTnLst>
                              <p:par>
                                <p:cTn id="55" presetID="22" presetClass="entr" presetSubtype="8" fill="hold" nodeType="afterEffect">
                                  <p:stCondLst>
                                    <p:cond delay="0"/>
                                  </p:stCondLst>
                                  <p:childTnLst>
                                    <p:set>
                                      <p:cBhvr>
                                        <p:cTn id="56" dur="1" fill="hold">
                                          <p:stCondLst>
                                            <p:cond delay="0"/>
                                          </p:stCondLst>
                                        </p:cTn>
                                        <p:tgtEl>
                                          <p:spTgt spid="43"/>
                                        </p:tgtEl>
                                        <p:attrNameLst>
                                          <p:attrName>style.visibility</p:attrName>
                                        </p:attrNameLst>
                                      </p:cBhvr>
                                      <p:to>
                                        <p:strVal val="visible"/>
                                      </p:to>
                                    </p:set>
                                    <p:animEffect transition="in" filter="wipe(left)">
                                      <p:cBhvr>
                                        <p:cTn id="57" dur="500"/>
                                        <p:tgtEl>
                                          <p:spTgt spid="43"/>
                                        </p:tgtEl>
                                      </p:cBhvr>
                                    </p:animEffect>
                                  </p:childTnLst>
                                </p:cTn>
                              </p:par>
                            </p:childTnLst>
                          </p:cTn>
                        </p:par>
                        <p:par>
                          <p:cTn id="58" fill="hold">
                            <p:stCondLst>
                              <p:cond delay="8500"/>
                            </p:stCondLst>
                            <p:childTnLst>
                              <p:par>
                                <p:cTn id="59" presetID="53" presetClass="entr" presetSubtype="0" fill="hold" grpId="0" nodeType="afterEffect">
                                  <p:stCondLst>
                                    <p:cond delay="0"/>
                                  </p:stCondLst>
                                  <p:childTnLst>
                                    <p:set>
                                      <p:cBhvr>
                                        <p:cTn id="60" dur="1" fill="hold">
                                          <p:stCondLst>
                                            <p:cond delay="0"/>
                                          </p:stCondLst>
                                        </p:cTn>
                                        <p:tgtEl>
                                          <p:spTgt spid="63"/>
                                        </p:tgtEl>
                                        <p:attrNameLst>
                                          <p:attrName>style.visibility</p:attrName>
                                        </p:attrNameLst>
                                      </p:cBhvr>
                                      <p:to>
                                        <p:strVal val="visible"/>
                                      </p:to>
                                    </p:set>
                                    <p:anim calcmode="lin" valueType="num">
                                      <p:cBhvr>
                                        <p:cTn id="61" dur="500" fill="hold"/>
                                        <p:tgtEl>
                                          <p:spTgt spid="63"/>
                                        </p:tgtEl>
                                        <p:attrNameLst>
                                          <p:attrName>ppt_w</p:attrName>
                                        </p:attrNameLst>
                                      </p:cBhvr>
                                      <p:tavLst>
                                        <p:tav tm="0">
                                          <p:val>
                                            <p:fltVal val="0"/>
                                          </p:val>
                                        </p:tav>
                                        <p:tav tm="100000">
                                          <p:val>
                                            <p:strVal val="#ppt_w"/>
                                          </p:val>
                                        </p:tav>
                                      </p:tavLst>
                                    </p:anim>
                                    <p:anim calcmode="lin" valueType="num">
                                      <p:cBhvr>
                                        <p:cTn id="62" dur="500" fill="hold"/>
                                        <p:tgtEl>
                                          <p:spTgt spid="63"/>
                                        </p:tgtEl>
                                        <p:attrNameLst>
                                          <p:attrName>ppt_h</p:attrName>
                                        </p:attrNameLst>
                                      </p:cBhvr>
                                      <p:tavLst>
                                        <p:tav tm="0">
                                          <p:val>
                                            <p:fltVal val="0"/>
                                          </p:val>
                                        </p:tav>
                                        <p:tav tm="100000">
                                          <p:val>
                                            <p:strVal val="#ppt_h"/>
                                          </p:val>
                                        </p:tav>
                                      </p:tavLst>
                                    </p:anim>
                                    <p:animEffect transition="in" filter="fade">
                                      <p:cBhvr>
                                        <p:cTn id="63" dur="500"/>
                                        <p:tgtEl>
                                          <p:spTgt spid="63"/>
                                        </p:tgtEl>
                                      </p:cBhvr>
                                    </p:animEffect>
                                  </p:childTnLst>
                                </p:cTn>
                              </p:par>
                            </p:childTnLst>
                          </p:cTn>
                        </p:par>
                        <p:par>
                          <p:cTn id="64" fill="hold">
                            <p:stCondLst>
                              <p:cond delay="9000"/>
                            </p:stCondLst>
                            <p:childTnLst>
                              <p:par>
                                <p:cTn id="65" presetID="53" presetClass="entr" presetSubtype="0"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p:cTn id="67" dur="1000" fill="hold"/>
                                        <p:tgtEl>
                                          <p:spTgt spid="39"/>
                                        </p:tgtEl>
                                        <p:attrNameLst>
                                          <p:attrName>ppt_w</p:attrName>
                                        </p:attrNameLst>
                                      </p:cBhvr>
                                      <p:tavLst>
                                        <p:tav tm="0">
                                          <p:val>
                                            <p:fltVal val="0"/>
                                          </p:val>
                                        </p:tav>
                                        <p:tav tm="100000">
                                          <p:val>
                                            <p:strVal val="#ppt_w"/>
                                          </p:val>
                                        </p:tav>
                                      </p:tavLst>
                                    </p:anim>
                                    <p:anim calcmode="lin" valueType="num">
                                      <p:cBhvr>
                                        <p:cTn id="68" dur="1000" fill="hold"/>
                                        <p:tgtEl>
                                          <p:spTgt spid="39"/>
                                        </p:tgtEl>
                                        <p:attrNameLst>
                                          <p:attrName>ppt_h</p:attrName>
                                        </p:attrNameLst>
                                      </p:cBhvr>
                                      <p:tavLst>
                                        <p:tav tm="0">
                                          <p:val>
                                            <p:fltVal val="0"/>
                                          </p:val>
                                        </p:tav>
                                        <p:tav tm="100000">
                                          <p:val>
                                            <p:strVal val="#ppt_h"/>
                                          </p:val>
                                        </p:tav>
                                      </p:tavLst>
                                    </p:anim>
                                    <p:animEffect transition="in" filter="fade">
                                      <p:cBhvr>
                                        <p:cTn id="69" dur="1000"/>
                                        <p:tgtEl>
                                          <p:spTgt spid="39"/>
                                        </p:tgtEl>
                                      </p:cBhvr>
                                    </p:animEffect>
                                  </p:childTnLst>
                                </p:cTn>
                              </p:par>
                            </p:childTnLst>
                          </p:cTn>
                        </p:par>
                        <p:par>
                          <p:cTn id="70" fill="hold">
                            <p:stCondLst>
                              <p:cond delay="10000"/>
                            </p:stCondLst>
                            <p:childTnLst>
                              <p:par>
                                <p:cTn id="71" presetID="20" presetClass="entr" presetSubtype="0" fill="hold" grpId="0" nodeType="afterEffect">
                                  <p:stCondLst>
                                    <p:cond delay="0"/>
                                  </p:stCondLst>
                                  <p:childTnLst>
                                    <p:set>
                                      <p:cBhvr>
                                        <p:cTn id="72" dur="1" fill="hold">
                                          <p:stCondLst>
                                            <p:cond delay="0"/>
                                          </p:stCondLst>
                                        </p:cTn>
                                        <p:tgtEl>
                                          <p:spTgt spid="51"/>
                                        </p:tgtEl>
                                        <p:attrNameLst>
                                          <p:attrName>style.visibility</p:attrName>
                                        </p:attrNameLst>
                                      </p:cBhvr>
                                      <p:to>
                                        <p:strVal val="visible"/>
                                      </p:to>
                                    </p:set>
                                    <p:animEffect transition="in" filter="wedge">
                                      <p:cBhvr>
                                        <p:cTn id="73" dur="1000"/>
                                        <p:tgtEl>
                                          <p:spTgt spid="51"/>
                                        </p:tgtEl>
                                      </p:cBhvr>
                                    </p:animEffect>
                                  </p:childTnLst>
                                </p:cTn>
                              </p:par>
                            </p:childTnLst>
                          </p:cTn>
                        </p:par>
                        <p:par>
                          <p:cTn id="74" fill="hold">
                            <p:stCondLst>
                              <p:cond delay="11000"/>
                            </p:stCondLst>
                            <p:childTnLst>
                              <p:par>
                                <p:cTn id="75" presetID="22" presetClass="entr" presetSubtype="8" fill="hold"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wipe(left)">
                                      <p:cBhvr>
                                        <p:cTn id="77" dur="500"/>
                                        <p:tgtEl>
                                          <p:spTgt spid="44"/>
                                        </p:tgtEl>
                                      </p:cBhvr>
                                    </p:animEffect>
                                  </p:childTnLst>
                                </p:cTn>
                              </p:par>
                            </p:childTnLst>
                          </p:cTn>
                        </p:par>
                        <p:par>
                          <p:cTn id="78" fill="hold">
                            <p:stCondLst>
                              <p:cond delay="11500"/>
                            </p:stCondLst>
                            <p:childTnLst>
                              <p:par>
                                <p:cTn id="79" presetID="53" presetClass="entr" presetSubtype="0" fill="hold" grpId="0" nodeType="afterEffect">
                                  <p:stCondLst>
                                    <p:cond delay="0"/>
                                  </p:stCondLst>
                                  <p:childTnLst>
                                    <p:set>
                                      <p:cBhvr>
                                        <p:cTn id="80" dur="1" fill="hold">
                                          <p:stCondLst>
                                            <p:cond delay="0"/>
                                          </p:stCondLst>
                                        </p:cTn>
                                        <p:tgtEl>
                                          <p:spTgt spid="57"/>
                                        </p:tgtEl>
                                        <p:attrNameLst>
                                          <p:attrName>style.visibility</p:attrName>
                                        </p:attrNameLst>
                                      </p:cBhvr>
                                      <p:to>
                                        <p:strVal val="visible"/>
                                      </p:to>
                                    </p:set>
                                    <p:anim calcmode="lin" valueType="num">
                                      <p:cBhvr>
                                        <p:cTn id="81" dur="500" fill="hold"/>
                                        <p:tgtEl>
                                          <p:spTgt spid="57"/>
                                        </p:tgtEl>
                                        <p:attrNameLst>
                                          <p:attrName>ppt_w</p:attrName>
                                        </p:attrNameLst>
                                      </p:cBhvr>
                                      <p:tavLst>
                                        <p:tav tm="0">
                                          <p:val>
                                            <p:fltVal val="0"/>
                                          </p:val>
                                        </p:tav>
                                        <p:tav tm="100000">
                                          <p:val>
                                            <p:strVal val="#ppt_w"/>
                                          </p:val>
                                        </p:tav>
                                      </p:tavLst>
                                    </p:anim>
                                    <p:anim calcmode="lin" valueType="num">
                                      <p:cBhvr>
                                        <p:cTn id="82" dur="500" fill="hold"/>
                                        <p:tgtEl>
                                          <p:spTgt spid="57"/>
                                        </p:tgtEl>
                                        <p:attrNameLst>
                                          <p:attrName>ppt_h</p:attrName>
                                        </p:attrNameLst>
                                      </p:cBhvr>
                                      <p:tavLst>
                                        <p:tav tm="0">
                                          <p:val>
                                            <p:fltVal val="0"/>
                                          </p:val>
                                        </p:tav>
                                        <p:tav tm="100000">
                                          <p:val>
                                            <p:strVal val="#ppt_h"/>
                                          </p:val>
                                        </p:tav>
                                      </p:tavLst>
                                    </p:anim>
                                    <p:animEffect transition="in" filter="fade">
                                      <p:cBhvr>
                                        <p:cTn id="83" dur="500"/>
                                        <p:tgtEl>
                                          <p:spTgt spid="57"/>
                                        </p:tgtEl>
                                      </p:cBhvr>
                                    </p:animEffect>
                                  </p:childTnLst>
                                </p:cTn>
                              </p:par>
                            </p:childTnLst>
                          </p:cTn>
                        </p:par>
                        <p:par>
                          <p:cTn id="84" fill="hold">
                            <p:stCondLst>
                              <p:cond delay="12000"/>
                            </p:stCondLst>
                            <p:childTnLst>
                              <p:par>
                                <p:cTn id="85" presetID="53" presetClass="entr" presetSubtype="0" fill="hold" grpId="0" nodeType="afterEffect">
                                  <p:stCondLst>
                                    <p:cond delay="0"/>
                                  </p:stCondLst>
                                  <p:childTnLst>
                                    <p:set>
                                      <p:cBhvr>
                                        <p:cTn id="86" dur="1" fill="hold">
                                          <p:stCondLst>
                                            <p:cond delay="0"/>
                                          </p:stCondLst>
                                        </p:cTn>
                                        <p:tgtEl>
                                          <p:spTgt spid="66"/>
                                        </p:tgtEl>
                                        <p:attrNameLst>
                                          <p:attrName>style.visibility</p:attrName>
                                        </p:attrNameLst>
                                      </p:cBhvr>
                                      <p:to>
                                        <p:strVal val="visible"/>
                                      </p:to>
                                    </p:set>
                                    <p:anim calcmode="lin" valueType="num">
                                      <p:cBhvr>
                                        <p:cTn id="87" dur="500" fill="hold"/>
                                        <p:tgtEl>
                                          <p:spTgt spid="66"/>
                                        </p:tgtEl>
                                        <p:attrNameLst>
                                          <p:attrName>ppt_w</p:attrName>
                                        </p:attrNameLst>
                                      </p:cBhvr>
                                      <p:tavLst>
                                        <p:tav tm="0">
                                          <p:val>
                                            <p:fltVal val="0"/>
                                          </p:val>
                                        </p:tav>
                                        <p:tav tm="100000">
                                          <p:val>
                                            <p:strVal val="#ppt_w"/>
                                          </p:val>
                                        </p:tav>
                                      </p:tavLst>
                                    </p:anim>
                                    <p:anim calcmode="lin" valueType="num">
                                      <p:cBhvr>
                                        <p:cTn id="88" dur="500" fill="hold"/>
                                        <p:tgtEl>
                                          <p:spTgt spid="66"/>
                                        </p:tgtEl>
                                        <p:attrNameLst>
                                          <p:attrName>ppt_h</p:attrName>
                                        </p:attrNameLst>
                                      </p:cBhvr>
                                      <p:tavLst>
                                        <p:tav tm="0">
                                          <p:val>
                                            <p:fltVal val="0"/>
                                          </p:val>
                                        </p:tav>
                                        <p:tav tm="100000">
                                          <p:val>
                                            <p:strVal val="#ppt_h"/>
                                          </p:val>
                                        </p:tav>
                                      </p:tavLst>
                                    </p:anim>
                                    <p:animEffect transition="in" filter="fade">
                                      <p:cBhvr>
                                        <p:cTn id="89" dur="500"/>
                                        <p:tgtEl>
                                          <p:spTgt spid="66"/>
                                        </p:tgtEl>
                                      </p:cBhvr>
                                    </p:animEffect>
                                  </p:childTnLst>
                                </p:cTn>
                              </p:par>
                            </p:childTnLst>
                          </p:cTn>
                        </p:par>
                        <p:par>
                          <p:cTn id="90" fill="hold">
                            <p:stCondLst>
                              <p:cond delay="12500"/>
                            </p:stCondLst>
                            <p:childTnLst>
                              <p:par>
                                <p:cTn id="91" presetID="2" presetClass="entr" presetSubtype="4" accel="50000" decel="50000" fill="hold" nodeType="afterEffect">
                                  <p:stCondLst>
                                    <p:cond delay="0"/>
                                  </p:stCondLst>
                                  <p:childTnLst>
                                    <p:set>
                                      <p:cBhvr>
                                        <p:cTn id="92" dur="1" fill="hold">
                                          <p:stCondLst>
                                            <p:cond delay="0"/>
                                          </p:stCondLst>
                                        </p:cTn>
                                        <p:tgtEl>
                                          <p:spTgt spid="2"/>
                                        </p:tgtEl>
                                        <p:attrNameLst>
                                          <p:attrName>style.visibility</p:attrName>
                                        </p:attrNameLst>
                                      </p:cBhvr>
                                      <p:to>
                                        <p:strVal val="visible"/>
                                      </p:to>
                                    </p:set>
                                    <p:anim calcmode="lin" valueType="num">
                                      <p:cBhvr additive="base">
                                        <p:cTn id="93" dur="500" fill="hold"/>
                                        <p:tgtEl>
                                          <p:spTgt spid="2"/>
                                        </p:tgtEl>
                                        <p:attrNameLst>
                                          <p:attrName>ppt_x</p:attrName>
                                        </p:attrNameLst>
                                      </p:cBhvr>
                                      <p:tavLst>
                                        <p:tav tm="0">
                                          <p:val>
                                            <p:strVal val="#ppt_x"/>
                                          </p:val>
                                        </p:tav>
                                        <p:tav tm="100000">
                                          <p:val>
                                            <p:strVal val="#ppt_x"/>
                                          </p:val>
                                        </p:tav>
                                      </p:tavLst>
                                    </p:anim>
                                    <p:anim calcmode="lin" valueType="num">
                                      <p:cBhvr additive="base">
                                        <p:cTn id="94" dur="500" fill="hold"/>
                                        <p:tgtEl>
                                          <p:spTgt spid="2"/>
                                        </p:tgtEl>
                                        <p:attrNameLst>
                                          <p:attrName>ppt_y</p:attrName>
                                        </p:attrNameLst>
                                      </p:cBhvr>
                                      <p:tavLst>
                                        <p:tav tm="0">
                                          <p:val>
                                            <p:strVal val="1+#ppt_h/2"/>
                                          </p:val>
                                        </p:tav>
                                        <p:tav tm="100000">
                                          <p:val>
                                            <p:strVal val="#ppt_y"/>
                                          </p:val>
                                        </p:tav>
                                      </p:tavLst>
                                    </p:anim>
                                  </p:childTnLst>
                                </p:cTn>
                              </p:par>
                            </p:childTnLst>
                          </p:cTn>
                        </p:par>
                        <p:par>
                          <p:cTn id="95" fill="hold">
                            <p:stCondLst>
                              <p:cond delay="13000"/>
                            </p:stCondLst>
                            <p:childTnLst>
                              <p:par>
                                <p:cTn id="96" presetID="53" presetClass="entr" presetSubtype="0" fill="hold" grpId="0" nodeType="afterEffect">
                                  <p:stCondLst>
                                    <p:cond delay="0"/>
                                  </p:stCondLst>
                                  <p:childTnLst>
                                    <p:set>
                                      <p:cBhvr>
                                        <p:cTn id="97" dur="1" fill="hold">
                                          <p:stCondLst>
                                            <p:cond delay="0"/>
                                          </p:stCondLst>
                                        </p:cTn>
                                        <p:tgtEl>
                                          <p:spTgt spid="68"/>
                                        </p:tgtEl>
                                        <p:attrNameLst>
                                          <p:attrName>style.visibility</p:attrName>
                                        </p:attrNameLst>
                                      </p:cBhvr>
                                      <p:to>
                                        <p:strVal val="visible"/>
                                      </p:to>
                                    </p:set>
                                    <p:anim calcmode="lin" valueType="num">
                                      <p:cBhvr>
                                        <p:cTn id="98" dur="500" fill="hold"/>
                                        <p:tgtEl>
                                          <p:spTgt spid="68"/>
                                        </p:tgtEl>
                                        <p:attrNameLst>
                                          <p:attrName>ppt_w</p:attrName>
                                        </p:attrNameLst>
                                      </p:cBhvr>
                                      <p:tavLst>
                                        <p:tav tm="0">
                                          <p:val>
                                            <p:fltVal val="0"/>
                                          </p:val>
                                        </p:tav>
                                        <p:tav tm="100000">
                                          <p:val>
                                            <p:strVal val="#ppt_w"/>
                                          </p:val>
                                        </p:tav>
                                      </p:tavLst>
                                    </p:anim>
                                    <p:anim calcmode="lin" valueType="num">
                                      <p:cBhvr>
                                        <p:cTn id="99" dur="500" fill="hold"/>
                                        <p:tgtEl>
                                          <p:spTgt spid="68"/>
                                        </p:tgtEl>
                                        <p:attrNameLst>
                                          <p:attrName>ppt_h</p:attrName>
                                        </p:attrNameLst>
                                      </p:cBhvr>
                                      <p:tavLst>
                                        <p:tav tm="0">
                                          <p:val>
                                            <p:fltVal val="0"/>
                                          </p:val>
                                        </p:tav>
                                        <p:tav tm="100000">
                                          <p:val>
                                            <p:strVal val="#ppt_h"/>
                                          </p:val>
                                        </p:tav>
                                      </p:tavLst>
                                    </p:anim>
                                    <p:animEffect transition="in" filter="fade">
                                      <p:cBhvr>
                                        <p:cTn id="100" dur="500"/>
                                        <p:tgtEl>
                                          <p:spTgt spid="68"/>
                                        </p:tgtEl>
                                      </p:cBhvr>
                                    </p:animEffect>
                                  </p:childTnLst>
                                </p:cTn>
                              </p:par>
                            </p:childTnLst>
                          </p:cTn>
                        </p:par>
                        <p:par>
                          <p:cTn id="101" fill="hold">
                            <p:stCondLst>
                              <p:cond delay="13500"/>
                            </p:stCondLst>
                            <p:childTnLst>
                              <p:par>
                                <p:cTn id="102" presetID="2" presetClass="entr" presetSubtype="4" accel="50000" decel="50000" fill="hold" nodeType="afterEffect">
                                  <p:stCondLst>
                                    <p:cond delay="0"/>
                                  </p:stCondLst>
                                  <p:childTnLst>
                                    <p:set>
                                      <p:cBhvr>
                                        <p:cTn id="103" dur="1" fill="hold">
                                          <p:stCondLst>
                                            <p:cond delay="0"/>
                                          </p:stCondLst>
                                        </p:cTn>
                                        <p:tgtEl>
                                          <p:spTgt spid="3"/>
                                        </p:tgtEl>
                                        <p:attrNameLst>
                                          <p:attrName>style.visibility</p:attrName>
                                        </p:attrNameLst>
                                      </p:cBhvr>
                                      <p:to>
                                        <p:strVal val="visible"/>
                                      </p:to>
                                    </p:set>
                                    <p:anim calcmode="lin" valueType="num">
                                      <p:cBhvr additive="base">
                                        <p:cTn id="104" dur="500" fill="hold"/>
                                        <p:tgtEl>
                                          <p:spTgt spid="3"/>
                                        </p:tgtEl>
                                        <p:attrNameLst>
                                          <p:attrName>ppt_x</p:attrName>
                                        </p:attrNameLst>
                                      </p:cBhvr>
                                      <p:tavLst>
                                        <p:tav tm="0">
                                          <p:val>
                                            <p:strVal val="#ppt_x"/>
                                          </p:val>
                                        </p:tav>
                                        <p:tav tm="100000">
                                          <p:val>
                                            <p:strVal val="#ppt_x"/>
                                          </p:val>
                                        </p:tav>
                                      </p:tavLst>
                                    </p:anim>
                                    <p:anim calcmode="lin" valueType="num">
                                      <p:cBhvr additive="base">
                                        <p:cTn id="105" dur="500" fill="hold"/>
                                        <p:tgtEl>
                                          <p:spTgt spid="3"/>
                                        </p:tgtEl>
                                        <p:attrNameLst>
                                          <p:attrName>ppt_y</p:attrName>
                                        </p:attrNameLst>
                                      </p:cBhvr>
                                      <p:tavLst>
                                        <p:tav tm="0">
                                          <p:val>
                                            <p:strVal val="1+#ppt_h/2"/>
                                          </p:val>
                                        </p:tav>
                                        <p:tav tm="100000">
                                          <p:val>
                                            <p:strVal val="#ppt_y"/>
                                          </p:val>
                                        </p:tav>
                                      </p:tavLst>
                                    </p:anim>
                                  </p:childTnLst>
                                </p:cTn>
                              </p:par>
                            </p:childTnLst>
                          </p:cTn>
                        </p:par>
                        <p:par>
                          <p:cTn id="106" fill="hold">
                            <p:stCondLst>
                              <p:cond delay="14000"/>
                            </p:stCondLst>
                            <p:childTnLst>
                              <p:par>
                                <p:cTn id="107" presetID="53" presetClass="entr" presetSubtype="0" fill="hold" grpId="0" nodeType="afterEffect">
                                  <p:stCondLst>
                                    <p:cond delay="0"/>
                                  </p:stCondLst>
                                  <p:childTnLst>
                                    <p:set>
                                      <p:cBhvr>
                                        <p:cTn id="108" dur="1" fill="hold">
                                          <p:stCondLst>
                                            <p:cond delay="0"/>
                                          </p:stCondLst>
                                        </p:cTn>
                                        <p:tgtEl>
                                          <p:spTgt spid="70"/>
                                        </p:tgtEl>
                                        <p:attrNameLst>
                                          <p:attrName>style.visibility</p:attrName>
                                        </p:attrNameLst>
                                      </p:cBhvr>
                                      <p:to>
                                        <p:strVal val="visible"/>
                                      </p:to>
                                    </p:set>
                                    <p:anim calcmode="lin" valueType="num">
                                      <p:cBhvr>
                                        <p:cTn id="109" dur="500" fill="hold"/>
                                        <p:tgtEl>
                                          <p:spTgt spid="70"/>
                                        </p:tgtEl>
                                        <p:attrNameLst>
                                          <p:attrName>ppt_w</p:attrName>
                                        </p:attrNameLst>
                                      </p:cBhvr>
                                      <p:tavLst>
                                        <p:tav tm="0">
                                          <p:val>
                                            <p:fltVal val="0"/>
                                          </p:val>
                                        </p:tav>
                                        <p:tav tm="100000">
                                          <p:val>
                                            <p:strVal val="#ppt_w"/>
                                          </p:val>
                                        </p:tav>
                                      </p:tavLst>
                                    </p:anim>
                                    <p:anim calcmode="lin" valueType="num">
                                      <p:cBhvr>
                                        <p:cTn id="110" dur="500" fill="hold"/>
                                        <p:tgtEl>
                                          <p:spTgt spid="70"/>
                                        </p:tgtEl>
                                        <p:attrNameLst>
                                          <p:attrName>ppt_h</p:attrName>
                                        </p:attrNameLst>
                                      </p:cBhvr>
                                      <p:tavLst>
                                        <p:tav tm="0">
                                          <p:val>
                                            <p:fltVal val="0"/>
                                          </p:val>
                                        </p:tav>
                                        <p:tav tm="100000">
                                          <p:val>
                                            <p:strVal val="#ppt_h"/>
                                          </p:val>
                                        </p:tav>
                                      </p:tavLst>
                                    </p:anim>
                                    <p:animEffect transition="in" filter="fade">
                                      <p:cBhvr>
                                        <p:cTn id="111" dur="500"/>
                                        <p:tgtEl>
                                          <p:spTgt spid="70"/>
                                        </p:tgtEl>
                                      </p:cBhvr>
                                    </p:animEffect>
                                  </p:childTnLst>
                                </p:cTn>
                              </p:par>
                            </p:childTnLst>
                          </p:cTn>
                        </p:par>
                        <p:par>
                          <p:cTn id="112" fill="hold">
                            <p:stCondLst>
                              <p:cond delay="14500"/>
                            </p:stCondLst>
                            <p:childTnLst>
                              <p:par>
                                <p:cTn id="113" presetID="2" presetClass="entr" presetSubtype="4" accel="50000" decel="50000" fill="hold" nodeType="afterEffect">
                                  <p:stCondLst>
                                    <p:cond delay="0"/>
                                  </p:stCondLst>
                                  <p:childTnLst>
                                    <p:set>
                                      <p:cBhvr>
                                        <p:cTn id="114" dur="1" fill="hold">
                                          <p:stCondLst>
                                            <p:cond delay="0"/>
                                          </p:stCondLst>
                                        </p:cTn>
                                        <p:tgtEl>
                                          <p:spTgt spid="4"/>
                                        </p:tgtEl>
                                        <p:attrNameLst>
                                          <p:attrName>style.visibility</p:attrName>
                                        </p:attrNameLst>
                                      </p:cBhvr>
                                      <p:to>
                                        <p:strVal val="visible"/>
                                      </p:to>
                                    </p:set>
                                    <p:anim calcmode="lin" valueType="num">
                                      <p:cBhvr additive="base">
                                        <p:cTn id="115" dur="500" fill="hold"/>
                                        <p:tgtEl>
                                          <p:spTgt spid="4"/>
                                        </p:tgtEl>
                                        <p:attrNameLst>
                                          <p:attrName>ppt_x</p:attrName>
                                        </p:attrNameLst>
                                      </p:cBhvr>
                                      <p:tavLst>
                                        <p:tav tm="0">
                                          <p:val>
                                            <p:strVal val="#ppt_x"/>
                                          </p:val>
                                        </p:tav>
                                        <p:tav tm="100000">
                                          <p:val>
                                            <p:strVal val="#ppt_x"/>
                                          </p:val>
                                        </p:tav>
                                      </p:tavLst>
                                    </p:anim>
                                    <p:anim calcmode="lin" valueType="num">
                                      <p:cBhvr additive="base">
                                        <p:cTn id="116" dur="500" fill="hold"/>
                                        <p:tgtEl>
                                          <p:spTgt spid="4"/>
                                        </p:tgtEl>
                                        <p:attrNameLst>
                                          <p:attrName>ppt_y</p:attrName>
                                        </p:attrNameLst>
                                      </p:cBhvr>
                                      <p:tavLst>
                                        <p:tav tm="0">
                                          <p:val>
                                            <p:strVal val="1+#ppt_h/2"/>
                                          </p:val>
                                        </p:tav>
                                        <p:tav tm="100000">
                                          <p:val>
                                            <p:strVal val="#ppt_y"/>
                                          </p:val>
                                        </p:tav>
                                      </p:tavLst>
                                    </p:anim>
                                  </p:childTnLst>
                                </p:cTn>
                              </p:par>
                            </p:childTnLst>
                          </p:cTn>
                        </p:par>
                        <p:par>
                          <p:cTn id="117" fill="hold">
                            <p:stCondLst>
                              <p:cond delay="15000"/>
                            </p:stCondLst>
                            <p:childTnLst>
                              <p:par>
                                <p:cTn id="118" presetID="53" presetClass="entr" presetSubtype="0" fill="hold" grpId="0" nodeType="afterEffect">
                                  <p:stCondLst>
                                    <p:cond delay="0"/>
                                  </p:stCondLst>
                                  <p:childTnLst>
                                    <p:set>
                                      <p:cBhvr>
                                        <p:cTn id="119" dur="1" fill="hold">
                                          <p:stCondLst>
                                            <p:cond delay="0"/>
                                          </p:stCondLst>
                                        </p:cTn>
                                        <p:tgtEl>
                                          <p:spTgt spid="71"/>
                                        </p:tgtEl>
                                        <p:attrNameLst>
                                          <p:attrName>style.visibility</p:attrName>
                                        </p:attrNameLst>
                                      </p:cBhvr>
                                      <p:to>
                                        <p:strVal val="visible"/>
                                      </p:to>
                                    </p:set>
                                    <p:anim calcmode="lin" valueType="num">
                                      <p:cBhvr>
                                        <p:cTn id="120" dur="500" fill="hold"/>
                                        <p:tgtEl>
                                          <p:spTgt spid="71"/>
                                        </p:tgtEl>
                                        <p:attrNameLst>
                                          <p:attrName>ppt_w</p:attrName>
                                        </p:attrNameLst>
                                      </p:cBhvr>
                                      <p:tavLst>
                                        <p:tav tm="0">
                                          <p:val>
                                            <p:fltVal val="0"/>
                                          </p:val>
                                        </p:tav>
                                        <p:tav tm="100000">
                                          <p:val>
                                            <p:strVal val="#ppt_w"/>
                                          </p:val>
                                        </p:tav>
                                      </p:tavLst>
                                    </p:anim>
                                    <p:anim calcmode="lin" valueType="num">
                                      <p:cBhvr>
                                        <p:cTn id="121" dur="500" fill="hold"/>
                                        <p:tgtEl>
                                          <p:spTgt spid="71"/>
                                        </p:tgtEl>
                                        <p:attrNameLst>
                                          <p:attrName>ppt_h</p:attrName>
                                        </p:attrNameLst>
                                      </p:cBhvr>
                                      <p:tavLst>
                                        <p:tav tm="0">
                                          <p:val>
                                            <p:fltVal val="0"/>
                                          </p:val>
                                        </p:tav>
                                        <p:tav tm="100000">
                                          <p:val>
                                            <p:strVal val="#ppt_h"/>
                                          </p:val>
                                        </p:tav>
                                      </p:tavLst>
                                    </p:anim>
                                    <p:animEffect transition="in" filter="fade">
                                      <p:cBhvr>
                                        <p:cTn id="122" dur="500"/>
                                        <p:tgtEl>
                                          <p:spTgt spid="71"/>
                                        </p:tgtEl>
                                      </p:cBhvr>
                                    </p:animEffect>
                                  </p:childTnLst>
                                </p:cTn>
                              </p:par>
                            </p:childTnLst>
                          </p:cTn>
                        </p:par>
                        <p:par>
                          <p:cTn id="123" fill="hold">
                            <p:stCondLst>
                              <p:cond delay="15500"/>
                            </p:stCondLst>
                            <p:childTnLst>
                              <p:par>
                                <p:cTn id="124" presetID="2" presetClass="entr" presetSubtype="4" accel="50000" decel="50000" fill="hold" nodeType="afterEffect">
                                  <p:stCondLst>
                                    <p:cond delay="0"/>
                                  </p:stCondLst>
                                  <p:childTnLst>
                                    <p:set>
                                      <p:cBhvr>
                                        <p:cTn id="125" dur="1" fill="hold">
                                          <p:stCondLst>
                                            <p:cond delay="0"/>
                                          </p:stCondLst>
                                        </p:cTn>
                                        <p:tgtEl>
                                          <p:spTgt spid="5"/>
                                        </p:tgtEl>
                                        <p:attrNameLst>
                                          <p:attrName>style.visibility</p:attrName>
                                        </p:attrNameLst>
                                      </p:cBhvr>
                                      <p:to>
                                        <p:strVal val="visible"/>
                                      </p:to>
                                    </p:set>
                                    <p:anim calcmode="lin" valueType="num">
                                      <p:cBhvr additive="base">
                                        <p:cTn id="126" dur="500" fill="hold"/>
                                        <p:tgtEl>
                                          <p:spTgt spid="5"/>
                                        </p:tgtEl>
                                        <p:attrNameLst>
                                          <p:attrName>ppt_x</p:attrName>
                                        </p:attrNameLst>
                                      </p:cBhvr>
                                      <p:tavLst>
                                        <p:tav tm="0">
                                          <p:val>
                                            <p:strVal val="#ppt_x"/>
                                          </p:val>
                                        </p:tav>
                                        <p:tav tm="100000">
                                          <p:val>
                                            <p:strVal val="#ppt_x"/>
                                          </p:val>
                                        </p:tav>
                                      </p:tavLst>
                                    </p:anim>
                                    <p:anim calcmode="lin" valueType="num">
                                      <p:cBhvr additive="base">
                                        <p:cTn id="127"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8" grpId="0" animBg="1"/>
      <p:bldP spid="39" grpId="0" animBg="1"/>
      <p:bldP spid="48" grpId="0" animBg="1"/>
      <p:bldP spid="49" grpId="0" animBg="1"/>
      <p:bldP spid="50" grpId="0" animBg="1"/>
      <p:bldP spid="51" grpId="0" animBg="1"/>
      <p:bldP spid="53" grpId="0"/>
      <p:bldP spid="57" grpId="0"/>
      <p:bldP spid="61" grpId="0"/>
      <p:bldP spid="63" grpId="0"/>
      <p:bldP spid="66" grpId="0" animBg="1"/>
      <p:bldP spid="68" grpId="0" animBg="1"/>
      <p:bldP spid="70" grpId="0" animBg="1"/>
      <p:bldP spid="71"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55"/>
          <p:cNvGrpSpPr/>
          <p:nvPr/>
        </p:nvGrpSpPr>
        <p:grpSpPr>
          <a:xfrm>
            <a:off x="539510" y="1341072"/>
            <a:ext cx="4478056" cy="2044618"/>
            <a:chOff x="803822" y="1016361"/>
            <a:chExt cx="7536357" cy="2044618"/>
          </a:xfrm>
        </p:grpSpPr>
        <p:cxnSp>
          <p:nvCxnSpPr>
            <p:cNvPr id="149" name="Straight Connector 148"/>
            <p:cNvCxnSpPr/>
            <p:nvPr/>
          </p:nvCxnSpPr>
          <p:spPr>
            <a:xfrm>
              <a:off x="803822" y="101636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803822" y="135713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803822" y="169790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803822" y="203867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a:off x="803822" y="237944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803822" y="272021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803822" y="3060979"/>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p:txBody>
          <a:bodyPr/>
          <a:lstStyle/>
          <a:p>
            <a:r>
              <a:rPr lang="en-US"/>
              <a:t>Pyramids Chart Slide</a:t>
            </a:r>
            <a:endParaRPr lang="en-US" dirty="0"/>
          </a:p>
        </p:txBody>
      </p:sp>
      <p:sp>
        <p:nvSpPr>
          <p:cNvPr id="4" name="Text Placeholder 3"/>
          <p:cNvSpPr>
            <a:spLocks noGrp="1"/>
          </p:cNvSpPr>
          <p:nvPr>
            <p:ph type="body" sz="half" idx="2"/>
          </p:nvPr>
        </p:nvSpPr>
        <p:spPr/>
        <p:txBody>
          <a:bodyPr/>
          <a:lstStyle/>
          <a:p>
            <a:r>
              <a:rPr lang="en-US"/>
              <a:t>Pyramids Chart Slide</a:t>
            </a:r>
            <a:endParaRPr lang="en-US" dirty="0"/>
          </a:p>
        </p:txBody>
      </p:sp>
      <p:sp>
        <p:nvSpPr>
          <p:cNvPr id="157" name="Slide Number Placeholder 156"/>
          <p:cNvSpPr>
            <a:spLocks noGrp="1"/>
          </p:cNvSpPr>
          <p:nvPr>
            <p:ph type="sldNum" sz="quarter" idx="12"/>
          </p:nvPr>
        </p:nvSpPr>
        <p:spPr/>
        <p:txBody>
          <a:bodyPr/>
          <a:lstStyle/>
          <a:p>
            <a:fld id="{C136B7D2-B98C-44FD-8D04-7EC62A564975}" type="slidenum">
              <a:rPr lang="en-US" smtClean="0"/>
              <a:pPr/>
              <a:t>308</a:t>
            </a:fld>
            <a:endParaRPr lang="en-US" dirty="0"/>
          </a:p>
        </p:txBody>
      </p:sp>
      <p:sp>
        <p:nvSpPr>
          <p:cNvPr id="21" name="Isosceles Triangle 20"/>
          <p:cNvSpPr/>
          <p:nvPr/>
        </p:nvSpPr>
        <p:spPr>
          <a:xfrm>
            <a:off x="707428" y="1972819"/>
            <a:ext cx="914400" cy="1412871"/>
          </a:xfrm>
          <a:prstGeom prst="triangle">
            <a:avLst/>
          </a:prstGeom>
          <a:gradFill>
            <a:gsLst>
              <a:gs pos="0">
                <a:schemeClr val="accent1"/>
              </a:gs>
              <a:gs pos="48000">
                <a:schemeClr val="accent1"/>
              </a:gs>
              <a:gs pos="50000">
                <a:schemeClr val="accent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Isosceles Triangle 21"/>
          <p:cNvSpPr/>
          <p:nvPr/>
        </p:nvSpPr>
        <p:spPr>
          <a:xfrm>
            <a:off x="1359118" y="2275577"/>
            <a:ext cx="914400" cy="1110113"/>
          </a:xfrm>
          <a:prstGeom prst="triangle">
            <a:avLst/>
          </a:prstGeom>
          <a:gradFill>
            <a:gsLst>
              <a:gs pos="0">
                <a:schemeClr val="accent2"/>
              </a:gs>
              <a:gs pos="48000">
                <a:schemeClr val="accent2"/>
              </a:gs>
              <a:gs pos="50000">
                <a:schemeClr val="accent2">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Isosceles Triangle 27"/>
          <p:cNvSpPr/>
          <p:nvPr/>
        </p:nvSpPr>
        <p:spPr>
          <a:xfrm flipH="1">
            <a:off x="2662498" y="1670062"/>
            <a:ext cx="914400" cy="1715628"/>
          </a:xfrm>
          <a:prstGeom prst="triangle">
            <a:avLst/>
          </a:prstGeom>
          <a:gradFill>
            <a:gsLst>
              <a:gs pos="100000">
                <a:schemeClr val="accent4"/>
              </a:gs>
              <a:gs pos="51000">
                <a:schemeClr val="accent4"/>
              </a:gs>
              <a:gs pos="50000">
                <a:schemeClr val="accent4">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22"/>
          <p:cNvSpPr/>
          <p:nvPr/>
        </p:nvSpPr>
        <p:spPr>
          <a:xfrm>
            <a:off x="2010808" y="2611976"/>
            <a:ext cx="914400" cy="773714"/>
          </a:xfrm>
          <a:prstGeom prst="triangle">
            <a:avLst/>
          </a:prstGeom>
          <a:gradFill>
            <a:gsLst>
              <a:gs pos="0">
                <a:schemeClr val="accent3"/>
              </a:gs>
              <a:gs pos="48000">
                <a:schemeClr val="accent3"/>
              </a:gs>
              <a:gs pos="50000">
                <a:schemeClr val="accent3">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Isosceles Triangle 30"/>
          <p:cNvSpPr/>
          <p:nvPr/>
        </p:nvSpPr>
        <p:spPr>
          <a:xfrm flipH="1">
            <a:off x="3314188" y="2037696"/>
            <a:ext cx="914400" cy="1347994"/>
          </a:xfrm>
          <a:prstGeom prst="triangle">
            <a:avLst/>
          </a:prstGeom>
          <a:gradFill>
            <a:gsLst>
              <a:gs pos="100000">
                <a:schemeClr val="accent5"/>
              </a:gs>
              <a:gs pos="51000">
                <a:schemeClr val="accent5"/>
              </a:gs>
              <a:gs pos="50000">
                <a:schemeClr val="accent5">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Isosceles Triangle 33"/>
          <p:cNvSpPr/>
          <p:nvPr/>
        </p:nvSpPr>
        <p:spPr>
          <a:xfrm flipH="1">
            <a:off x="3965878" y="2446179"/>
            <a:ext cx="914400" cy="939511"/>
          </a:xfrm>
          <a:prstGeom prst="triangle">
            <a:avLst/>
          </a:prstGeom>
          <a:gradFill>
            <a:gsLst>
              <a:gs pos="100000">
                <a:schemeClr val="accent6"/>
              </a:gs>
              <a:gs pos="51000">
                <a:schemeClr val="accent6"/>
              </a:gs>
              <a:gs pos="50000">
                <a:schemeClr val="accent6">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136"/>
          <p:cNvGrpSpPr/>
          <p:nvPr/>
        </p:nvGrpSpPr>
        <p:grpSpPr>
          <a:xfrm>
            <a:off x="854132" y="3605733"/>
            <a:ext cx="612347" cy="714749"/>
            <a:chOff x="886162" y="3281022"/>
            <a:chExt cx="612347" cy="714749"/>
          </a:xfrm>
        </p:grpSpPr>
        <p:sp>
          <p:nvSpPr>
            <p:cNvPr id="59" name="Oval 58"/>
            <p:cNvSpPr>
              <a:spLocks noChangeAspect="1"/>
            </p:cNvSpPr>
            <p:nvPr/>
          </p:nvSpPr>
          <p:spPr>
            <a:xfrm>
              <a:off x="1088218" y="3281022"/>
              <a:ext cx="200183" cy="194452"/>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120"/>
            <p:cNvGrpSpPr/>
            <p:nvPr/>
          </p:nvGrpSpPr>
          <p:grpSpPr>
            <a:xfrm>
              <a:off x="886162" y="3475474"/>
              <a:ext cx="612347" cy="520297"/>
              <a:chOff x="943769" y="3705902"/>
              <a:chExt cx="612347" cy="520297"/>
            </a:xfrm>
          </p:grpSpPr>
          <p:sp>
            <p:nvSpPr>
              <p:cNvPr id="58" name="TextBox 57"/>
              <p:cNvSpPr txBox="1"/>
              <p:nvPr/>
            </p:nvSpPr>
            <p:spPr>
              <a:xfrm>
                <a:off x="943769" y="4056922"/>
                <a:ext cx="612347" cy="169277"/>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KEYWORD</a:t>
                </a:r>
              </a:p>
            </p:txBody>
          </p:sp>
          <p:cxnSp>
            <p:nvCxnSpPr>
              <p:cNvPr id="103" name="Straight Connector 102"/>
              <p:cNvCxnSpPr/>
              <p:nvPr/>
            </p:nvCxnSpPr>
            <p:spPr>
              <a:xfrm>
                <a:off x="1246034" y="3705902"/>
                <a:ext cx="0" cy="34209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grpSp>
        <p:nvGrpSpPr>
          <p:cNvPr id="7" name="Group 137"/>
          <p:cNvGrpSpPr/>
          <p:nvPr/>
        </p:nvGrpSpPr>
        <p:grpSpPr>
          <a:xfrm>
            <a:off x="1487809" y="3605733"/>
            <a:ext cx="612347" cy="1039869"/>
            <a:chOff x="1543503" y="3281022"/>
            <a:chExt cx="612347" cy="1039869"/>
          </a:xfrm>
        </p:grpSpPr>
        <p:sp>
          <p:nvSpPr>
            <p:cNvPr id="85" name="Oval 84"/>
            <p:cNvSpPr>
              <a:spLocks noChangeAspect="1"/>
            </p:cNvSpPr>
            <p:nvPr/>
          </p:nvSpPr>
          <p:spPr>
            <a:xfrm>
              <a:off x="1744938" y="3281022"/>
              <a:ext cx="200183" cy="19445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107"/>
            <p:cNvGrpSpPr/>
            <p:nvPr/>
          </p:nvGrpSpPr>
          <p:grpSpPr>
            <a:xfrm>
              <a:off x="1543503" y="3475474"/>
              <a:ext cx="612347" cy="845417"/>
              <a:chOff x="1592299" y="3705902"/>
              <a:chExt cx="612347" cy="845417"/>
            </a:xfrm>
          </p:grpSpPr>
          <p:cxnSp>
            <p:nvCxnSpPr>
              <p:cNvPr id="104" name="Straight Connector 103"/>
              <p:cNvCxnSpPr/>
              <p:nvPr/>
            </p:nvCxnSpPr>
            <p:spPr>
              <a:xfrm>
                <a:off x="1898472" y="3705902"/>
                <a:ext cx="0" cy="65166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07" name="TextBox 106"/>
              <p:cNvSpPr txBox="1"/>
              <p:nvPr/>
            </p:nvSpPr>
            <p:spPr>
              <a:xfrm>
                <a:off x="1592299" y="4382042"/>
                <a:ext cx="612347" cy="169277"/>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KEYWORD</a:t>
                </a:r>
              </a:p>
            </p:txBody>
          </p:sp>
        </p:grpSp>
      </p:grpSp>
      <p:grpSp>
        <p:nvGrpSpPr>
          <p:cNvPr id="9" name="Group 139"/>
          <p:cNvGrpSpPr/>
          <p:nvPr/>
        </p:nvGrpSpPr>
        <p:grpSpPr>
          <a:xfrm>
            <a:off x="2812770" y="3605733"/>
            <a:ext cx="612347" cy="1039869"/>
            <a:chOff x="2858185" y="3281022"/>
            <a:chExt cx="612347" cy="1039869"/>
          </a:xfrm>
        </p:grpSpPr>
        <p:sp>
          <p:nvSpPr>
            <p:cNvPr id="86" name="Oval 85"/>
            <p:cNvSpPr>
              <a:spLocks noChangeAspect="1"/>
            </p:cNvSpPr>
            <p:nvPr/>
          </p:nvSpPr>
          <p:spPr>
            <a:xfrm>
              <a:off x="3058378" y="3281022"/>
              <a:ext cx="200183" cy="194452"/>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108"/>
            <p:cNvGrpSpPr/>
            <p:nvPr/>
          </p:nvGrpSpPr>
          <p:grpSpPr>
            <a:xfrm>
              <a:off x="2858185" y="3475474"/>
              <a:ext cx="612347" cy="845417"/>
              <a:chOff x="1592299" y="3705902"/>
              <a:chExt cx="612347" cy="845417"/>
            </a:xfrm>
          </p:grpSpPr>
          <p:cxnSp>
            <p:nvCxnSpPr>
              <p:cNvPr id="110" name="Straight Connector 109"/>
              <p:cNvCxnSpPr/>
              <p:nvPr/>
            </p:nvCxnSpPr>
            <p:spPr>
              <a:xfrm>
                <a:off x="1899218" y="3705902"/>
                <a:ext cx="0" cy="65166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1" name="TextBox 110"/>
              <p:cNvSpPr txBox="1"/>
              <p:nvPr/>
            </p:nvSpPr>
            <p:spPr>
              <a:xfrm>
                <a:off x="1592299" y="4382042"/>
                <a:ext cx="612347" cy="169277"/>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KEYWORD</a:t>
                </a:r>
              </a:p>
            </p:txBody>
          </p:sp>
        </p:grpSp>
      </p:grpSp>
      <p:grpSp>
        <p:nvGrpSpPr>
          <p:cNvPr id="11" name="Group 141"/>
          <p:cNvGrpSpPr/>
          <p:nvPr/>
        </p:nvGrpSpPr>
        <p:grpSpPr>
          <a:xfrm>
            <a:off x="4117183" y="3605733"/>
            <a:ext cx="612347" cy="1039869"/>
            <a:chOff x="4172867" y="3281022"/>
            <a:chExt cx="612347" cy="1039869"/>
          </a:xfrm>
        </p:grpSpPr>
        <p:sp>
          <p:nvSpPr>
            <p:cNvPr id="88" name="Oval 87"/>
            <p:cNvSpPr>
              <a:spLocks noChangeAspect="1"/>
            </p:cNvSpPr>
            <p:nvPr/>
          </p:nvSpPr>
          <p:spPr>
            <a:xfrm>
              <a:off x="4371818" y="3281022"/>
              <a:ext cx="200183" cy="194452"/>
            </a:xfrm>
            <a:prstGeom prst="ellipse">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1"/>
            <p:cNvGrpSpPr/>
            <p:nvPr/>
          </p:nvGrpSpPr>
          <p:grpSpPr>
            <a:xfrm>
              <a:off x="4172867" y="3475474"/>
              <a:ext cx="612347" cy="845417"/>
              <a:chOff x="1592299" y="3705902"/>
              <a:chExt cx="612347" cy="845417"/>
            </a:xfrm>
          </p:grpSpPr>
          <p:cxnSp>
            <p:nvCxnSpPr>
              <p:cNvPr id="113" name="Straight Connector 112"/>
              <p:cNvCxnSpPr/>
              <p:nvPr/>
            </p:nvCxnSpPr>
            <p:spPr>
              <a:xfrm>
                <a:off x="1899218" y="3705902"/>
                <a:ext cx="0" cy="65166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4" name="TextBox 113"/>
              <p:cNvSpPr txBox="1"/>
              <p:nvPr/>
            </p:nvSpPr>
            <p:spPr>
              <a:xfrm>
                <a:off x="1592299" y="4382042"/>
                <a:ext cx="612347" cy="169277"/>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KEYWORD</a:t>
                </a:r>
              </a:p>
            </p:txBody>
          </p:sp>
        </p:grpSp>
      </p:grpSp>
      <p:grpSp>
        <p:nvGrpSpPr>
          <p:cNvPr id="13" name="Group 138"/>
          <p:cNvGrpSpPr/>
          <p:nvPr/>
        </p:nvGrpSpPr>
        <p:grpSpPr>
          <a:xfrm>
            <a:off x="2158545" y="3605733"/>
            <a:ext cx="612347" cy="714749"/>
            <a:chOff x="2200844" y="3281022"/>
            <a:chExt cx="612347" cy="714749"/>
          </a:xfrm>
        </p:grpSpPr>
        <p:sp>
          <p:nvSpPr>
            <p:cNvPr id="98" name="Oval 97"/>
            <p:cNvSpPr>
              <a:spLocks noChangeAspect="1"/>
            </p:cNvSpPr>
            <p:nvPr/>
          </p:nvSpPr>
          <p:spPr>
            <a:xfrm>
              <a:off x="2401658" y="3281022"/>
              <a:ext cx="200183" cy="194452"/>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121"/>
            <p:cNvGrpSpPr/>
            <p:nvPr/>
          </p:nvGrpSpPr>
          <p:grpSpPr>
            <a:xfrm>
              <a:off x="2200844" y="3475474"/>
              <a:ext cx="612347" cy="520297"/>
              <a:chOff x="943769" y="3705902"/>
              <a:chExt cx="612347" cy="520297"/>
            </a:xfrm>
          </p:grpSpPr>
          <p:sp>
            <p:nvSpPr>
              <p:cNvPr id="123" name="TextBox 122"/>
              <p:cNvSpPr txBox="1"/>
              <p:nvPr/>
            </p:nvSpPr>
            <p:spPr>
              <a:xfrm>
                <a:off x="943769" y="4056922"/>
                <a:ext cx="612347" cy="169277"/>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KEYWORD</a:t>
                </a:r>
              </a:p>
            </p:txBody>
          </p:sp>
          <p:cxnSp>
            <p:nvCxnSpPr>
              <p:cNvPr id="124" name="Straight Connector 123"/>
              <p:cNvCxnSpPr/>
              <p:nvPr/>
            </p:nvCxnSpPr>
            <p:spPr>
              <a:xfrm>
                <a:off x="1246034" y="3705902"/>
                <a:ext cx="0" cy="34209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5" name="Group 140"/>
          <p:cNvGrpSpPr/>
          <p:nvPr/>
        </p:nvGrpSpPr>
        <p:grpSpPr>
          <a:xfrm>
            <a:off x="3462958" y="3605733"/>
            <a:ext cx="612347" cy="714749"/>
            <a:chOff x="3515526" y="3281022"/>
            <a:chExt cx="612347" cy="714749"/>
          </a:xfrm>
        </p:grpSpPr>
        <p:sp>
          <p:nvSpPr>
            <p:cNvPr id="87" name="Oval 86"/>
            <p:cNvSpPr>
              <a:spLocks noChangeAspect="1"/>
            </p:cNvSpPr>
            <p:nvPr/>
          </p:nvSpPr>
          <p:spPr>
            <a:xfrm>
              <a:off x="3715098" y="3281022"/>
              <a:ext cx="200183" cy="194452"/>
            </a:xfrm>
            <a:prstGeom prst="ellipse">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124"/>
            <p:cNvGrpSpPr/>
            <p:nvPr/>
          </p:nvGrpSpPr>
          <p:grpSpPr>
            <a:xfrm>
              <a:off x="3515526" y="3475474"/>
              <a:ext cx="612347" cy="520297"/>
              <a:chOff x="943769" y="3705902"/>
              <a:chExt cx="612347" cy="520297"/>
            </a:xfrm>
          </p:grpSpPr>
          <p:sp>
            <p:nvSpPr>
              <p:cNvPr id="126" name="TextBox 125"/>
              <p:cNvSpPr txBox="1"/>
              <p:nvPr/>
            </p:nvSpPr>
            <p:spPr>
              <a:xfrm>
                <a:off x="943769" y="4056922"/>
                <a:ext cx="612347" cy="169277"/>
              </a:xfrm>
              <a:prstGeom prst="rect">
                <a:avLst/>
              </a:prstGeom>
              <a:noFill/>
            </p:spPr>
            <p:txBody>
              <a:bodyPr wrap="none" lIns="0" tIns="0" rIns="0" bIns="0" rtlCol="0" anchor="t">
                <a:spAutoFit/>
              </a:bodyPr>
              <a:lstStyle/>
              <a:p>
                <a:pPr algn="ctr"/>
                <a:r>
                  <a:rPr lang="en-US" sz="1100" b="1" dirty="0">
                    <a:solidFill>
                      <a:schemeClr val="tx1">
                        <a:lumMod val="75000"/>
                        <a:lumOff val="25000"/>
                      </a:schemeClr>
                    </a:solidFill>
                  </a:rPr>
                  <a:t>KEYWORD</a:t>
                </a:r>
              </a:p>
            </p:txBody>
          </p:sp>
          <p:cxnSp>
            <p:nvCxnSpPr>
              <p:cNvPr id="127" name="Straight Connector 126"/>
              <p:cNvCxnSpPr/>
              <p:nvPr/>
            </p:nvCxnSpPr>
            <p:spPr>
              <a:xfrm>
                <a:off x="1246034" y="3705902"/>
                <a:ext cx="0" cy="34209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7" name="Group 279"/>
          <p:cNvGrpSpPr/>
          <p:nvPr/>
        </p:nvGrpSpPr>
        <p:grpSpPr>
          <a:xfrm>
            <a:off x="867604" y="1171890"/>
            <a:ext cx="555782" cy="555779"/>
            <a:chOff x="846989" y="1401020"/>
            <a:chExt cx="877416" cy="877416"/>
          </a:xfrm>
          <a:effectLst/>
        </p:grpSpPr>
        <p:sp>
          <p:nvSpPr>
            <p:cNvPr id="102" name="Teardrop 101"/>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105" name="Oval 10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90%</a:t>
              </a:r>
            </a:p>
          </p:txBody>
        </p:sp>
      </p:grpSp>
      <p:grpSp>
        <p:nvGrpSpPr>
          <p:cNvPr id="18" name="Group 279"/>
          <p:cNvGrpSpPr/>
          <p:nvPr/>
        </p:nvGrpSpPr>
        <p:grpSpPr>
          <a:xfrm>
            <a:off x="1536839" y="1545098"/>
            <a:ext cx="555782" cy="555779"/>
            <a:chOff x="846989" y="1401020"/>
            <a:chExt cx="877416" cy="877416"/>
          </a:xfrm>
          <a:effectLst/>
        </p:grpSpPr>
        <p:sp>
          <p:nvSpPr>
            <p:cNvPr id="109" name="Teardrop 10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112" name="Oval 11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80%</a:t>
              </a:r>
            </a:p>
          </p:txBody>
        </p:sp>
      </p:grpSp>
      <p:grpSp>
        <p:nvGrpSpPr>
          <p:cNvPr id="19" name="Group 279"/>
          <p:cNvGrpSpPr/>
          <p:nvPr/>
        </p:nvGrpSpPr>
        <p:grpSpPr>
          <a:xfrm>
            <a:off x="2183285" y="1917546"/>
            <a:ext cx="555782" cy="555779"/>
            <a:chOff x="846989" y="1401020"/>
            <a:chExt cx="877416" cy="877416"/>
          </a:xfrm>
          <a:effectLst/>
        </p:grpSpPr>
        <p:sp>
          <p:nvSpPr>
            <p:cNvPr id="118" name="Teardrop 117"/>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121" name="Oval 12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70%</a:t>
              </a:r>
            </a:p>
          </p:txBody>
        </p:sp>
      </p:grpSp>
      <p:grpSp>
        <p:nvGrpSpPr>
          <p:cNvPr id="20" name="Group 279"/>
          <p:cNvGrpSpPr/>
          <p:nvPr/>
        </p:nvGrpSpPr>
        <p:grpSpPr>
          <a:xfrm>
            <a:off x="2833625" y="976518"/>
            <a:ext cx="555782" cy="555779"/>
            <a:chOff x="846989" y="1401020"/>
            <a:chExt cx="877416" cy="877416"/>
          </a:xfrm>
          <a:effectLst/>
        </p:grpSpPr>
        <p:sp>
          <p:nvSpPr>
            <p:cNvPr id="125" name="Teardrop 124"/>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128" name="Oval 12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95%</a:t>
              </a:r>
            </a:p>
          </p:txBody>
        </p:sp>
      </p:grpSp>
      <p:grpSp>
        <p:nvGrpSpPr>
          <p:cNvPr id="24" name="Group 279"/>
          <p:cNvGrpSpPr/>
          <p:nvPr/>
        </p:nvGrpSpPr>
        <p:grpSpPr>
          <a:xfrm>
            <a:off x="3504513" y="1358915"/>
            <a:ext cx="555782" cy="555779"/>
            <a:chOff x="846989" y="1401020"/>
            <a:chExt cx="877416" cy="877416"/>
          </a:xfrm>
          <a:effectLst/>
        </p:grpSpPr>
        <p:sp>
          <p:nvSpPr>
            <p:cNvPr id="134" name="Teardrop 133"/>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137" name="Oval 13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85%</a:t>
              </a:r>
            </a:p>
          </p:txBody>
        </p:sp>
      </p:grpSp>
      <p:grpSp>
        <p:nvGrpSpPr>
          <p:cNvPr id="25" name="Group 279"/>
          <p:cNvGrpSpPr/>
          <p:nvPr/>
        </p:nvGrpSpPr>
        <p:grpSpPr>
          <a:xfrm>
            <a:off x="4150411" y="1759642"/>
            <a:ext cx="555782" cy="555779"/>
            <a:chOff x="846989" y="1401020"/>
            <a:chExt cx="877416" cy="877416"/>
          </a:xfrm>
          <a:effectLst/>
        </p:grpSpPr>
        <p:sp>
          <p:nvSpPr>
            <p:cNvPr id="139" name="Teardrop 138"/>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140" name="Oval 13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75%</a:t>
              </a:r>
            </a:p>
          </p:txBody>
        </p:sp>
      </p:grpSp>
      <p:sp>
        <p:nvSpPr>
          <p:cNvPr id="79" name="TextBox 78"/>
          <p:cNvSpPr txBox="1"/>
          <p:nvPr/>
        </p:nvSpPr>
        <p:spPr>
          <a:xfrm>
            <a:off x="5731804" y="1149339"/>
            <a:ext cx="2987900" cy="584775"/>
          </a:xfrm>
          <a:prstGeom prst="rect">
            <a:avLst/>
          </a:prstGeom>
          <a:noFill/>
        </p:spPr>
        <p:txBody>
          <a:bodyPr wrap="square" rtlCol="0">
            <a:spAutoFit/>
          </a:bodyPr>
          <a:lstStyle/>
          <a:p>
            <a:r>
              <a:rPr lang="en-US" sz="1200" b="1" dirty="0">
                <a:solidFill>
                  <a:schemeClr val="accent1"/>
                </a:solidFill>
              </a:rPr>
              <a:t>Title Goes Here</a:t>
            </a:r>
            <a:endParaRPr lang="en-US" sz="1200" dirty="0">
              <a:solidFill>
                <a:schemeClr val="accent1"/>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80" name="TextBox 79"/>
          <p:cNvSpPr txBox="1"/>
          <p:nvPr/>
        </p:nvSpPr>
        <p:spPr>
          <a:xfrm>
            <a:off x="5731804" y="1793290"/>
            <a:ext cx="2987900" cy="584775"/>
          </a:xfrm>
          <a:prstGeom prst="rect">
            <a:avLst/>
          </a:prstGeom>
          <a:noFill/>
        </p:spPr>
        <p:txBody>
          <a:bodyPr wrap="square" rtlCol="0">
            <a:spAutoFit/>
          </a:bodyPr>
          <a:lstStyle/>
          <a:p>
            <a:r>
              <a:rPr lang="en-US" sz="1200" b="1" dirty="0">
                <a:solidFill>
                  <a:schemeClr val="accent2"/>
                </a:solidFill>
              </a:rPr>
              <a:t>Title Goes Here</a:t>
            </a:r>
            <a:endParaRPr lang="en-US" sz="1200" dirty="0">
              <a:solidFill>
                <a:schemeClr val="accent2"/>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81" name="TextBox 80"/>
          <p:cNvSpPr txBox="1"/>
          <p:nvPr/>
        </p:nvSpPr>
        <p:spPr>
          <a:xfrm>
            <a:off x="5731804" y="2437241"/>
            <a:ext cx="2987900" cy="584775"/>
          </a:xfrm>
          <a:prstGeom prst="rect">
            <a:avLst/>
          </a:prstGeom>
          <a:noFill/>
        </p:spPr>
        <p:txBody>
          <a:bodyPr wrap="square" rtlCol="0">
            <a:spAutoFit/>
          </a:bodyPr>
          <a:lstStyle/>
          <a:p>
            <a:r>
              <a:rPr lang="en-US" sz="1200" b="1" dirty="0">
                <a:solidFill>
                  <a:schemeClr val="accent3"/>
                </a:solidFill>
              </a:rPr>
              <a:t>Title Goes Here</a:t>
            </a:r>
            <a:endParaRPr lang="en-US" sz="1200" dirty="0">
              <a:solidFill>
                <a:schemeClr val="accent3"/>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sp>
        <p:nvSpPr>
          <p:cNvPr id="82" name="TextBox 81"/>
          <p:cNvSpPr txBox="1"/>
          <p:nvPr/>
        </p:nvSpPr>
        <p:spPr>
          <a:xfrm>
            <a:off x="5731803" y="3097703"/>
            <a:ext cx="2987901" cy="584775"/>
          </a:xfrm>
          <a:prstGeom prst="rect">
            <a:avLst/>
          </a:prstGeom>
          <a:noFill/>
        </p:spPr>
        <p:txBody>
          <a:bodyPr wrap="square" rtlCol="0">
            <a:spAutoFit/>
          </a:bodyPr>
          <a:lstStyle/>
          <a:p>
            <a:r>
              <a:rPr lang="en-US" sz="1200" b="1" dirty="0">
                <a:solidFill>
                  <a:schemeClr val="accent4"/>
                </a:solidFill>
              </a:rPr>
              <a:t>Title Goes Here</a:t>
            </a:r>
            <a:endParaRPr lang="en-US" sz="1200" dirty="0">
              <a:solidFill>
                <a:schemeClr val="accent4"/>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b="1" dirty="0">
              <a:solidFill>
                <a:schemeClr val="tx1">
                  <a:lumMod val="65000"/>
                  <a:lumOff val="35000"/>
                </a:schemeClr>
              </a:solidFill>
            </a:endParaRPr>
          </a:p>
        </p:txBody>
      </p:sp>
      <p:sp>
        <p:nvSpPr>
          <p:cNvPr id="83" name="TextBox 82"/>
          <p:cNvSpPr txBox="1"/>
          <p:nvPr/>
        </p:nvSpPr>
        <p:spPr>
          <a:xfrm>
            <a:off x="5710796" y="3790556"/>
            <a:ext cx="3008907" cy="584775"/>
          </a:xfrm>
          <a:prstGeom prst="rect">
            <a:avLst/>
          </a:prstGeom>
          <a:noFill/>
        </p:spPr>
        <p:txBody>
          <a:bodyPr wrap="square" rtlCol="0">
            <a:spAutoFit/>
          </a:bodyPr>
          <a:lstStyle/>
          <a:p>
            <a:r>
              <a:rPr lang="en-US" sz="1200" b="1" dirty="0">
                <a:solidFill>
                  <a:schemeClr val="accent5"/>
                </a:solidFill>
              </a:rPr>
              <a:t>Title Goes Here</a:t>
            </a:r>
            <a:endParaRPr lang="en-US" sz="1200" dirty="0">
              <a:solidFill>
                <a:schemeClr val="accent5"/>
              </a:solidFill>
            </a:endParaRPr>
          </a:p>
          <a:p>
            <a:r>
              <a:rPr lang="en-US" sz="1000" dirty="0">
                <a:solidFill>
                  <a:schemeClr val="tx1">
                    <a:lumMod val="50000"/>
                    <a:lumOff val="50000"/>
                  </a:schemeClr>
                </a:solidFill>
              </a:rPr>
              <a:t>There are many variations of passages of lorem ipsum available, but the majority have suffered</a:t>
            </a:r>
            <a:endParaRPr lang="en-US" sz="1000" dirty="0">
              <a:solidFill>
                <a:schemeClr val="tx1">
                  <a:lumMod val="65000"/>
                  <a:lumOff val="35000"/>
                </a:schemeClr>
              </a:solidFill>
            </a:endParaRPr>
          </a:p>
        </p:txBody>
      </p:sp>
      <p:grpSp>
        <p:nvGrpSpPr>
          <p:cNvPr id="26" name="Group 83"/>
          <p:cNvGrpSpPr/>
          <p:nvPr/>
        </p:nvGrpSpPr>
        <p:grpSpPr>
          <a:xfrm>
            <a:off x="5205677" y="1212378"/>
            <a:ext cx="493370" cy="479245"/>
            <a:chOff x="5205677" y="1309828"/>
            <a:chExt cx="493370" cy="479245"/>
          </a:xfrm>
        </p:grpSpPr>
        <p:sp>
          <p:nvSpPr>
            <p:cNvPr id="89" name="Rounded Rectangle 88"/>
            <p:cNvSpPr/>
            <p:nvPr/>
          </p:nvSpPr>
          <p:spPr>
            <a:xfrm>
              <a:off x="5205677" y="130982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90" name="Freeform 117"/>
            <p:cNvSpPr>
              <a:spLocks/>
            </p:cNvSpPr>
            <p:nvPr/>
          </p:nvSpPr>
          <p:spPr bwMode="auto">
            <a:xfrm>
              <a:off x="5317181" y="1414269"/>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90"/>
          <p:cNvGrpSpPr/>
          <p:nvPr/>
        </p:nvGrpSpPr>
        <p:grpSpPr>
          <a:xfrm>
            <a:off x="5205677" y="1869098"/>
            <a:ext cx="493370" cy="479245"/>
            <a:chOff x="5205677" y="1966548"/>
            <a:chExt cx="493370" cy="479245"/>
          </a:xfrm>
        </p:grpSpPr>
        <p:sp>
          <p:nvSpPr>
            <p:cNvPr id="92" name="Rounded Rectangle 91"/>
            <p:cNvSpPr/>
            <p:nvPr/>
          </p:nvSpPr>
          <p:spPr>
            <a:xfrm>
              <a:off x="5205677" y="1966548"/>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93" name="Freeform 36"/>
            <p:cNvSpPr>
              <a:spLocks noEditPoints="1"/>
            </p:cNvSpPr>
            <p:nvPr/>
          </p:nvSpPr>
          <p:spPr bwMode="auto">
            <a:xfrm>
              <a:off x="5317181" y="2059372"/>
              <a:ext cx="270363" cy="293597"/>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93"/>
          <p:cNvGrpSpPr/>
          <p:nvPr/>
        </p:nvGrpSpPr>
        <p:grpSpPr>
          <a:xfrm>
            <a:off x="5205677" y="2525818"/>
            <a:ext cx="493370" cy="479245"/>
            <a:chOff x="5205677" y="2623268"/>
            <a:chExt cx="493370" cy="479245"/>
          </a:xfrm>
        </p:grpSpPr>
        <p:sp>
          <p:nvSpPr>
            <p:cNvPr id="95" name="Rounded Rectangle 94"/>
            <p:cNvSpPr/>
            <p:nvPr/>
          </p:nvSpPr>
          <p:spPr>
            <a:xfrm>
              <a:off x="5205677" y="2623268"/>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96" name="Freeform 13"/>
            <p:cNvSpPr>
              <a:spLocks noEditPoints="1"/>
            </p:cNvSpPr>
            <p:nvPr/>
          </p:nvSpPr>
          <p:spPr bwMode="auto">
            <a:xfrm>
              <a:off x="5301275" y="2711803"/>
              <a:ext cx="302175" cy="302175"/>
            </a:xfrm>
            <a:custGeom>
              <a:avLst/>
              <a:gdLst/>
              <a:ahLst/>
              <a:cxnLst>
                <a:cxn ang="0">
                  <a:pos x="60" y="40"/>
                </a:cxn>
                <a:cxn ang="0">
                  <a:pos x="40" y="60"/>
                </a:cxn>
                <a:cxn ang="0">
                  <a:pos x="36" y="61"/>
                </a:cxn>
                <a:cxn ang="0">
                  <a:pos x="33" y="60"/>
                </a:cxn>
                <a:cxn ang="0">
                  <a:pos x="4" y="31"/>
                </a:cxn>
                <a:cxn ang="0">
                  <a:pos x="0" y="22"/>
                </a:cxn>
                <a:cxn ang="0">
                  <a:pos x="0" y="6"/>
                </a:cxn>
                <a:cxn ang="0">
                  <a:pos x="6" y="0"/>
                </a:cxn>
                <a:cxn ang="0">
                  <a:pos x="22" y="0"/>
                </a:cxn>
                <a:cxn ang="0">
                  <a:pos x="31" y="4"/>
                </a:cxn>
                <a:cxn ang="0">
                  <a:pos x="60" y="33"/>
                </a:cxn>
                <a:cxn ang="0">
                  <a:pos x="61" y="36"/>
                </a:cxn>
                <a:cxn ang="0">
                  <a:pos x="60" y="40"/>
                </a:cxn>
                <a:cxn ang="0">
                  <a:pos x="13" y="8"/>
                </a:cxn>
                <a:cxn ang="0">
                  <a:pos x="8" y="13"/>
                </a:cxn>
                <a:cxn ang="0">
                  <a:pos x="13" y="18"/>
                </a:cxn>
                <a:cxn ang="0">
                  <a:pos x="18" y="13"/>
                </a:cxn>
                <a:cxn ang="0">
                  <a:pos x="13" y="8"/>
                </a:cxn>
              </a:cxnLst>
              <a:rect l="0" t="0" r="r" b="b"/>
              <a:pathLst>
                <a:path w="61" h="61">
                  <a:moveTo>
                    <a:pt x="60" y="40"/>
                  </a:moveTo>
                  <a:cubicBezTo>
                    <a:pt x="40" y="60"/>
                    <a:pt x="40" y="60"/>
                    <a:pt x="40" y="60"/>
                  </a:cubicBezTo>
                  <a:cubicBezTo>
                    <a:pt x="39" y="61"/>
                    <a:pt x="38" y="61"/>
                    <a:pt x="36" y="61"/>
                  </a:cubicBezTo>
                  <a:cubicBezTo>
                    <a:pt x="35" y="61"/>
                    <a:pt x="34" y="61"/>
                    <a:pt x="33" y="60"/>
                  </a:cubicBezTo>
                  <a:cubicBezTo>
                    <a:pt x="4" y="31"/>
                    <a:pt x="4" y="31"/>
                    <a:pt x="4" y="31"/>
                  </a:cubicBezTo>
                  <a:cubicBezTo>
                    <a:pt x="2" y="29"/>
                    <a:pt x="0" y="25"/>
                    <a:pt x="0" y="22"/>
                  </a:cubicBezTo>
                  <a:cubicBezTo>
                    <a:pt x="0" y="6"/>
                    <a:pt x="0" y="6"/>
                    <a:pt x="0" y="6"/>
                  </a:cubicBezTo>
                  <a:cubicBezTo>
                    <a:pt x="0" y="3"/>
                    <a:pt x="3" y="0"/>
                    <a:pt x="6" y="0"/>
                  </a:cubicBezTo>
                  <a:cubicBezTo>
                    <a:pt x="22" y="0"/>
                    <a:pt x="22" y="0"/>
                    <a:pt x="22" y="0"/>
                  </a:cubicBezTo>
                  <a:cubicBezTo>
                    <a:pt x="25" y="0"/>
                    <a:pt x="29" y="2"/>
                    <a:pt x="31" y="4"/>
                  </a:cubicBezTo>
                  <a:cubicBezTo>
                    <a:pt x="60" y="33"/>
                    <a:pt x="60" y="33"/>
                    <a:pt x="60" y="33"/>
                  </a:cubicBezTo>
                  <a:cubicBezTo>
                    <a:pt x="61" y="34"/>
                    <a:pt x="61" y="35"/>
                    <a:pt x="61" y="36"/>
                  </a:cubicBezTo>
                  <a:cubicBezTo>
                    <a:pt x="61" y="38"/>
                    <a:pt x="61" y="39"/>
                    <a:pt x="60" y="40"/>
                  </a:cubicBezTo>
                  <a:close/>
                  <a:moveTo>
                    <a:pt x="13" y="8"/>
                  </a:moveTo>
                  <a:cubicBezTo>
                    <a:pt x="10" y="8"/>
                    <a:pt x="8" y="10"/>
                    <a:pt x="8" y="13"/>
                  </a:cubicBezTo>
                  <a:cubicBezTo>
                    <a:pt x="8" y="16"/>
                    <a:pt x="10" y="18"/>
                    <a:pt x="13" y="18"/>
                  </a:cubicBezTo>
                  <a:cubicBezTo>
                    <a:pt x="16" y="18"/>
                    <a:pt x="18" y="16"/>
                    <a:pt x="18" y="13"/>
                  </a:cubicBezTo>
                  <a:cubicBezTo>
                    <a:pt x="18" y="10"/>
                    <a:pt x="16" y="8"/>
                    <a:pt x="13" y="8"/>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 name="Group 96"/>
          <p:cNvGrpSpPr/>
          <p:nvPr/>
        </p:nvGrpSpPr>
        <p:grpSpPr>
          <a:xfrm>
            <a:off x="5205677" y="3182538"/>
            <a:ext cx="493370" cy="479245"/>
            <a:chOff x="5205677" y="3279988"/>
            <a:chExt cx="493370" cy="479245"/>
          </a:xfrm>
        </p:grpSpPr>
        <p:sp>
          <p:nvSpPr>
            <p:cNvPr id="99" name="Rounded Rectangle 98"/>
            <p:cNvSpPr/>
            <p:nvPr/>
          </p:nvSpPr>
          <p:spPr>
            <a:xfrm>
              <a:off x="5205677" y="3279988"/>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91440" rtlCol="0" anchor="ctr"/>
            <a:lstStyle/>
            <a:p>
              <a:pPr algn="ctr"/>
              <a:endParaRPr lang="en-US" dirty="0">
                <a:solidFill>
                  <a:schemeClr val="bg1"/>
                </a:solidFill>
                <a:latin typeface="FontAwesome" pitchFamily="2" charset="0"/>
              </a:endParaRPr>
            </a:p>
          </p:txBody>
        </p:sp>
        <p:sp>
          <p:nvSpPr>
            <p:cNvPr id="100" name="Freeform 171"/>
            <p:cNvSpPr>
              <a:spLocks noEditPoints="1"/>
            </p:cNvSpPr>
            <p:nvPr/>
          </p:nvSpPr>
          <p:spPr bwMode="auto">
            <a:xfrm>
              <a:off x="5300142" y="3369769"/>
              <a:ext cx="304440" cy="299683"/>
            </a:xfrm>
            <a:custGeom>
              <a:avLst/>
              <a:gdLst/>
              <a:ahLst/>
              <a:cxnLst>
                <a:cxn ang="0">
                  <a:pos x="30" y="58"/>
                </a:cxn>
                <a:cxn ang="0">
                  <a:pos x="0" y="29"/>
                </a:cxn>
                <a:cxn ang="0">
                  <a:pos x="30" y="0"/>
                </a:cxn>
                <a:cxn ang="0">
                  <a:pos x="59" y="29"/>
                </a:cxn>
                <a:cxn ang="0">
                  <a:pos x="30" y="58"/>
                </a:cxn>
                <a:cxn ang="0">
                  <a:pos x="30" y="8"/>
                </a:cxn>
                <a:cxn ang="0">
                  <a:pos x="9" y="29"/>
                </a:cxn>
                <a:cxn ang="0">
                  <a:pos x="30" y="49"/>
                </a:cxn>
                <a:cxn ang="0">
                  <a:pos x="50" y="29"/>
                </a:cxn>
                <a:cxn ang="0">
                  <a:pos x="30" y="8"/>
                </a:cxn>
                <a:cxn ang="0">
                  <a:pos x="34" y="32"/>
                </a:cxn>
                <a:cxn ang="0">
                  <a:pos x="33" y="34"/>
                </a:cxn>
                <a:cxn ang="0">
                  <a:pos x="21" y="34"/>
                </a:cxn>
                <a:cxn ang="0">
                  <a:pos x="20" y="32"/>
                </a:cxn>
                <a:cxn ang="0">
                  <a:pos x="20" y="30"/>
                </a:cxn>
                <a:cxn ang="0">
                  <a:pos x="21" y="29"/>
                </a:cxn>
                <a:cxn ang="0">
                  <a:pos x="30" y="29"/>
                </a:cxn>
                <a:cxn ang="0">
                  <a:pos x="30" y="15"/>
                </a:cxn>
                <a:cxn ang="0">
                  <a:pos x="31" y="14"/>
                </a:cxn>
                <a:cxn ang="0">
                  <a:pos x="33" y="14"/>
                </a:cxn>
                <a:cxn ang="0">
                  <a:pos x="34" y="15"/>
                </a:cxn>
                <a:cxn ang="0">
                  <a:pos x="34" y="32"/>
                </a:cxn>
              </a:cxnLst>
              <a:rect l="0" t="0" r="r" b="b"/>
              <a:pathLst>
                <a:path w="59" h="58">
                  <a:moveTo>
                    <a:pt x="30" y="58"/>
                  </a:moveTo>
                  <a:cubicBezTo>
                    <a:pt x="13" y="58"/>
                    <a:pt x="0" y="45"/>
                    <a:pt x="0" y="29"/>
                  </a:cubicBezTo>
                  <a:cubicBezTo>
                    <a:pt x="0" y="13"/>
                    <a:pt x="13" y="0"/>
                    <a:pt x="30" y="0"/>
                  </a:cubicBezTo>
                  <a:cubicBezTo>
                    <a:pt x="46" y="0"/>
                    <a:pt x="59" y="13"/>
                    <a:pt x="59" y="29"/>
                  </a:cubicBezTo>
                  <a:cubicBezTo>
                    <a:pt x="59" y="45"/>
                    <a:pt x="46" y="58"/>
                    <a:pt x="30" y="58"/>
                  </a:cubicBezTo>
                  <a:close/>
                  <a:moveTo>
                    <a:pt x="30" y="8"/>
                  </a:moveTo>
                  <a:cubicBezTo>
                    <a:pt x="18" y="8"/>
                    <a:pt x="9" y="17"/>
                    <a:pt x="9" y="29"/>
                  </a:cubicBezTo>
                  <a:cubicBezTo>
                    <a:pt x="9" y="40"/>
                    <a:pt x="18" y="49"/>
                    <a:pt x="30" y="49"/>
                  </a:cubicBezTo>
                  <a:cubicBezTo>
                    <a:pt x="41" y="49"/>
                    <a:pt x="50" y="40"/>
                    <a:pt x="50" y="29"/>
                  </a:cubicBezTo>
                  <a:cubicBezTo>
                    <a:pt x="50" y="17"/>
                    <a:pt x="41" y="8"/>
                    <a:pt x="30" y="8"/>
                  </a:cubicBezTo>
                  <a:close/>
                  <a:moveTo>
                    <a:pt x="34" y="32"/>
                  </a:moveTo>
                  <a:cubicBezTo>
                    <a:pt x="34" y="33"/>
                    <a:pt x="34" y="34"/>
                    <a:pt x="33" y="34"/>
                  </a:cubicBezTo>
                  <a:cubicBezTo>
                    <a:pt x="21" y="34"/>
                    <a:pt x="21" y="34"/>
                    <a:pt x="21" y="34"/>
                  </a:cubicBezTo>
                  <a:cubicBezTo>
                    <a:pt x="20" y="34"/>
                    <a:pt x="20" y="33"/>
                    <a:pt x="20" y="32"/>
                  </a:cubicBezTo>
                  <a:cubicBezTo>
                    <a:pt x="20" y="30"/>
                    <a:pt x="20" y="30"/>
                    <a:pt x="20" y="30"/>
                  </a:cubicBezTo>
                  <a:cubicBezTo>
                    <a:pt x="20" y="29"/>
                    <a:pt x="20" y="29"/>
                    <a:pt x="21" y="29"/>
                  </a:cubicBezTo>
                  <a:cubicBezTo>
                    <a:pt x="30" y="29"/>
                    <a:pt x="30" y="29"/>
                    <a:pt x="30" y="29"/>
                  </a:cubicBezTo>
                  <a:cubicBezTo>
                    <a:pt x="30" y="15"/>
                    <a:pt x="30" y="15"/>
                    <a:pt x="30" y="15"/>
                  </a:cubicBezTo>
                  <a:cubicBezTo>
                    <a:pt x="30" y="15"/>
                    <a:pt x="30" y="14"/>
                    <a:pt x="31" y="14"/>
                  </a:cubicBezTo>
                  <a:cubicBezTo>
                    <a:pt x="33" y="14"/>
                    <a:pt x="33" y="14"/>
                    <a:pt x="33" y="14"/>
                  </a:cubicBezTo>
                  <a:cubicBezTo>
                    <a:pt x="34" y="14"/>
                    <a:pt x="34" y="15"/>
                    <a:pt x="34" y="15"/>
                  </a:cubicBezTo>
                  <a:lnTo>
                    <a:pt x="34" y="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 name="Group 105"/>
          <p:cNvGrpSpPr/>
          <p:nvPr/>
        </p:nvGrpSpPr>
        <p:grpSpPr>
          <a:xfrm>
            <a:off x="5205677" y="3839258"/>
            <a:ext cx="493370" cy="479245"/>
            <a:chOff x="5205677" y="3936708"/>
            <a:chExt cx="493370" cy="479245"/>
          </a:xfrm>
        </p:grpSpPr>
        <p:sp>
          <p:nvSpPr>
            <p:cNvPr id="116" name="Rounded Rectangle 115"/>
            <p:cNvSpPr/>
            <p:nvPr/>
          </p:nvSpPr>
          <p:spPr>
            <a:xfrm>
              <a:off x="5205677" y="3936708"/>
              <a:ext cx="493370" cy="47924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FontAwesome" pitchFamily="2" charset="0"/>
              </a:endParaRPr>
            </a:p>
          </p:txBody>
        </p:sp>
        <p:sp>
          <p:nvSpPr>
            <p:cNvPr id="117" name="Freeform 135"/>
            <p:cNvSpPr>
              <a:spLocks noEditPoints="1"/>
            </p:cNvSpPr>
            <p:nvPr/>
          </p:nvSpPr>
          <p:spPr bwMode="auto">
            <a:xfrm>
              <a:off x="5326950" y="4058855"/>
              <a:ext cx="250825" cy="23495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35688159"/>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trips(downRight)">
                                      <p:cBhvr>
                                        <p:cTn id="7" dur="500"/>
                                        <p:tgtEl>
                                          <p:spTgt spid="3"/>
                                        </p:tgtEl>
                                      </p:cBhvr>
                                    </p:animEffect>
                                  </p:childTnLst>
                                </p:cTn>
                              </p:par>
                            </p:childTnLst>
                          </p:cTn>
                        </p:par>
                        <p:par>
                          <p:cTn id="8" fill="hold">
                            <p:stCondLst>
                              <p:cond delay="5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4" accel="50000" decel="50000"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ppt_x"/>
                                          </p:val>
                                        </p:tav>
                                        <p:tav tm="100000">
                                          <p:val>
                                            <p:strVal val="#ppt_x"/>
                                          </p:val>
                                        </p:tav>
                                      </p:tavLst>
                                    </p:anim>
                                    <p:anim calcmode="lin" valueType="num">
                                      <p:cBhvr additive="base">
                                        <p:cTn id="27" dur="500" fill="hold"/>
                                        <p:tgtEl>
                                          <p:spTgt spid="7"/>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 presetClass="entr" presetSubtype="4" accel="50000" decel="50000"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500" fill="hold"/>
                                        <p:tgtEl>
                                          <p:spTgt spid="23"/>
                                        </p:tgtEl>
                                        <p:attrNameLst>
                                          <p:attrName>ppt_x</p:attrName>
                                        </p:attrNameLst>
                                      </p:cBhvr>
                                      <p:tavLst>
                                        <p:tav tm="0">
                                          <p:val>
                                            <p:strVal val="#ppt_x"/>
                                          </p:val>
                                        </p:tav>
                                        <p:tav tm="100000">
                                          <p:val>
                                            <p:strVal val="#ppt_x"/>
                                          </p:val>
                                        </p:tav>
                                      </p:tavLst>
                                    </p:anim>
                                    <p:anim calcmode="lin" valueType="num">
                                      <p:cBhvr additive="base">
                                        <p:cTn id="32" dur="500" fill="hold"/>
                                        <p:tgtEl>
                                          <p:spTgt spid="23"/>
                                        </p:tgtEl>
                                        <p:attrNameLst>
                                          <p:attrName>ppt_y</p:attrName>
                                        </p:attrNameLst>
                                      </p:cBhvr>
                                      <p:tavLst>
                                        <p:tav tm="0">
                                          <p:val>
                                            <p:strVal val="1+#ppt_h/2"/>
                                          </p:val>
                                        </p:tav>
                                        <p:tav tm="100000">
                                          <p:val>
                                            <p:strVal val="#ppt_y"/>
                                          </p:val>
                                        </p:tav>
                                      </p:tavLst>
                                    </p:anim>
                                  </p:childTnLst>
                                </p:cTn>
                              </p:par>
                            </p:childTnLst>
                          </p:cTn>
                        </p:par>
                        <p:par>
                          <p:cTn id="33" fill="hold">
                            <p:stCondLst>
                              <p:cond delay="3000"/>
                            </p:stCondLst>
                            <p:childTnLst>
                              <p:par>
                                <p:cTn id="34" presetID="2" presetClass="entr" presetSubtype="4" accel="50000" decel="50000"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fill="hold"/>
                                        <p:tgtEl>
                                          <p:spTgt spid="13"/>
                                        </p:tgtEl>
                                        <p:attrNameLst>
                                          <p:attrName>ppt_x</p:attrName>
                                        </p:attrNameLst>
                                      </p:cBhvr>
                                      <p:tavLst>
                                        <p:tav tm="0">
                                          <p:val>
                                            <p:strVal val="#ppt_x"/>
                                          </p:val>
                                        </p:tav>
                                        <p:tav tm="100000">
                                          <p:val>
                                            <p:strVal val="#ppt_x"/>
                                          </p:val>
                                        </p:tav>
                                      </p:tavLst>
                                    </p:anim>
                                    <p:anim calcmode="lin" valueType="num">
                                      <p:cBhvr additive="base">
                                        <p:cTn id="37" dur="500" fill="hold"/>
                                        <p:tgtEl>
                                          <p:spTgt spid="13"/>
                                        </p:tgtEl>
                                        <p:attrNameLst>
                                          <p:attrName>ppt_y</p:attrName>
                                        </p:attrNameLst>
                                      </p:cBhvr>
                                      <p:tavLst>
                                        <p:tav tm="0">
                                          <p:val>
                                            <p:strVal val="1+#ppt_h/2"/>
                                          </p:val>
                                        </p:tav>
                                        <p:tav tm="100000">
                                          <p:val>
                                            <p:strVal val="#ppt_y"/>
                                          </p:val>
                                        </p:tav>
                                      </p:tavLst>
                                    </p:anim>
                                  </p:childTnLst>
                                </p:cTn>
                              </p:par>
                            </p:childTnLst>
                          </p:cTn>
                        </p:par>
                        <p:par>
                          <p:cTn id="38" fill="hold">
                            <p:stCondLst>
                              <p:cond delay="3500"/>
                            </p:stCondLst>
                            <p:childTnLst>
                              <p:par>
                                <p:cTn id="39" presetID="2" presetClass="entr" presetSubtype="4" accel="50000" decel="50000" fill="hold" grpId="0" nodeType="afterEffect">
                                  <p:stCondLst>
                                    <p:cond delay="0"/>
                                  </p:stCondLst>
                                  <p:childTnLst>
                                    <p:set>
                                      <p:cBhvr>
                                        <p:cTn id="40" dur="1" fill="hold">
                                          <p:stCondLst>
                                            <p:cond delay="0"/>
                                          </p:stCondLst>
                                        </p:cTn>
                                        <p:tgtEl>
                                          <p:spTgt spid="28"/>
                                        </p:tgtEl>
                                        <p:attrNameLst>
                                          <p:attrName>style.visibility</p:attrName>
                                        </p:attrNameLst>
                                      </p:cBhvr>
                                      <p:to>
                                        <p:strVal val="visible"/>
                                      </p:to>
                                    </p:set>
                                    <p:anim calcmode="lin" valueType="num">
                                      <p:cBhvr additive="base">
                                        <p:cTn id="41" dur="500" fill="hold"/>
                                        <p:tgtEl>
                                          <p:spTgt spid="28"/>
                                        </p:tgtEl>
                                        <p:attrNameLst>
                                          <p:attrName>ppt_x</p:attrName>
                                        </p:attrNameLst>
                                      </p:cBhvr>
                                      <p:tavLst>
                                        <p:tav tm="0">
                                          <p:val>
                                            <p:strVal val="#ppt_x"/>
                                          </p:val>
                                        </p:tav>
                                        <p:tav tm="100000">
                                          <p:val>
                                            <p:strVal val="#ppt_x"/>
                                          </p:val>
                                        </p:tav>
                                      </p:tavLst>
                                    </p:anim>
                                    <p:anim calcmode="lin" valueType="num">
                                      <p:cBhvr additive="base">
                                        <p:cTn id="42" dur="500" fill="hold"/>
                                        <p:tgtEl>
                                          <p:spTgt spid="28"/>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 presetClass="entr" presetSubtype="4" accel="50000" decel="50000" fill="hold"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fill="hold"/>
                                        <p:tgtEl>
                                          <p:spTgt spid="9"/>
                                        </p:tgtEl>
                                        <p:attrNameLst>
                                          <p:attrName>ppt_x</p:attrName>
                                        </p:attrNameLst>
                                      </p:cBhvr>
                                      <p:tavLst>
                                        <p:tav tm="0">
                                          <p:val>
                                            <p:strVal val="#ppt_x"/>
                                          </p:val>
                                        </p:tav>
                                        <p:tav tm="100000">
                                          <p:val>
                                            <p:strVal val="#ppt_x"/>
                                          </p:val>
                                        </p:tav>
                                      </p:tavLst>
                                    </p:anim>
                                    <p:anim calcmode="lin" valueType="num">
                                      <p:cBhvr additive="base">
                                        <p:cTn id="47" dur="500" fill="hold"/>
                                        <p:tgtEl>
                                          <p:spTgt spid="9"/>
                                        </p:tgtEl>
                                        <p:attrNameLst>
                                          <p:attrName>ppt_y</p:attrName>
                                        </p:attrNameLst>
                                      </p:cBhvr>
                                      <p:tavLst>
                                        <p:tav tm="0">
                                          <p:val>
                                            <p:strVal val="1+#ppt_h/2"/>
                                          </p:val>
                                        </p:tav>
                                        <p:tav tm="100000">
                                          <p:val>
                                            <p:strVal val="#ppt_y"/>
                                          </p:val>
                                        </p:tav>
                                      </p:tavLst>
                                    </p:anim>
                                  </p:childTnLst>
                                </p:cTn>
                              </p:par>
                            </p:childTnLst>
                          </p:cTn>
                        </p:par>
                        <p:par>
                          <p:cTn id="48" fill="hold">
                            <p:stCondLst>
                              <p:cond delay="4500"/>
                            </p:stCondLst>
                            <p:childTnLst>
                              <p:par>
                                <p:cTn id="49" presetID="2" presetClass="entr" presetSubtype="4" accel="50000" decel="50000" fill="hold" grpId="0" nodeType="afterEffect">
                                  <p:stCondLst>
                                    <p:cond delay="0"/>
                                  </p:stCondLst>
                                  <p:childTnLst>
                                    <p:set>
                                      <p:cBhvr>
                                        <p:cTn id="50" dur="1" fill="hold">
                                          <p:stCondLst>
                                            <p:cond delay="0"/>
                                          </p:stCondLst>
                                        </p:cTn>
                                        <p:tgtEl>
                                          <p:spTgt spid="31"/>
                                        </p:tgtEl>
                                        <p:attrNameLst>
                                          <p:attrName>style.visibility</p:attrName>
                                        </p:attrNameLst>
                                      </p:cBhvr>
                                      <p:to>
                                        <p:strVal val="visible"/>
                                      </p:to>
                                    </p:set>
                                    <p:anim calcmode="lin" valueType="num">
                                      <p:cBhvr additive="base">
                                        <p:cTn id="51" dur="500" fill="hold"/>
                                        <p:tgtEl>
                                          <p:spTgt spid="31"/>
                                        </p:tgtEl>
                                        <p:attrNameLst>
                                          <p:attrName>ppt_x</p:attrName>
                                        </p:attrNameLst>
                                      </p:cBhvr>
                                      <p:tavLst>
                                        <p:tav tm="0">
                                          <p:val>
                                            <p:strVal val="#ppt_x"/>
                                          </p:val>
                                        </p:tav>
                                        <p:tav tm="100000">
                                          <p:val>
                                            <p:strVal val="#ppt_x"/>
                                          </p:val>
                                        </p:tav>
                                      </p:tavLst>
                                    </p:anim>
                                    <p:anim calcmode="lin" valueType="num">
                                      <p:cBhvr additive="base">
                                        <p:cTn id="52" dur="500" fill="hold"/>
                                        <p:tgtEl>
                                          <p:spTgt spid="31"/>
                                        </p:tgtEl>
                                        <p:attrNameLst>
                                          <p:attrName>ppt_y</p:attrName>
                                        </p:attrNameLst>
                                      </p:cBhvr>
                                      <p:tavLst>
                                        <p:tav tm="0">
                                          <p:val>
                                            <p:strVal val="1+#ppt_h/2"/>
                                          </p:val>
                                        </p:tav>
                                        <p:tav tm="100000">
                                          <p:val>
                                            <p:strVal val="#ppt_y"/>
                                          </p:val>
                                        </p:tav>
                                      </p:tavLst>
                                    </p:anim>
                                  </p:childTnLst>
                                </p:cTn>
                              </p:par>
                            </p:childTnLst>
                          </p:cTn>
                        </p:par>
                        <p:par>
                          <p:cTn id="53" fill="hold">
                            <p:stCondLst>
                              <p:cond delay="5000"/>
                            </p:stCondLst>
                            <p:childTnLst>
                              <p:par>
                                <p:cTn id="54" presetID="2" presetClass="entr" presetSubtype="4" accel="50000" decel="50000" fill="hold" nodeType="afterEffect">
                                  <p:stCondLst>
                                    <p:cond delay="0"/>
                                  </p:stCondLst>
                                  <p:childTnLst>
                                    <p:set>
                                      <p:cBhvr>
                                        <p:cTn id="55" dur="1" fill="hold">
                                          <p:stCondLst>
                                            <p:cond delay="0"/>
                                          </p:stCondLst>
                                        </p:cTn>
                                        <p:tgtEl>
                                          <p:spTgt spid="15"/>
                                        </p:tgtEl>
                                        <p:attrNameLst>
                                          <p:attrName>style.visibility</p:attrName>
                                        </p:attrNameLst>
                                      </p:cBhvr>
                                      <p:to>
                                        <p:strVal val="visible"/>
                                      </p:to>
                                    </p:set>
                                    <p:anim calcmode="lin" valueType="num">
                                      <p:cBhvr additive="base">
                                        <p:cTn id="56" dur="500" fill="hold"/>
                                        <p:tgtEl>
                                          <p:spTgt spid="15"/>
                                        </p:tgtEl>
                                        <p:attrNameLst>
                                          <p:attrName>ppt_x</p:attrName>
                                        </p:attrNameLst>
                                      </p:cBhvr>
                                      <p:tavLst>
                                        <p:tav tm="0">
                                          <p:val>
                                            <p:strVal val="#ppt_x"/>
                                          </p:val>
                                        </p:tav>
                                        <p:tav tm="100000">
                                          <p:val>
                                            <p:strVal val="#ppt_x"/>
                                          </p:val>
                                        </p:tav>
                                      </p:tavLst>
                                    </p:anim>
                                    <p:anim calcmode="lin" valueType="num">
                                      <p:cBhvr additive="base">
                                        <p:cTn id="57" dur="500" fill="hold"/>
                                        <p:tgtEl>
                                          <p:spTgt spid="15"/>
                                        </p:tgtEl>
                                        <p:attrNameLst>
                                          <p:attrName>ppt_y</p:attrName>
                                        </p:attrNameLst>
                                      </p:cBhvr>
                                      <p:tavLst>
                                        <p:tav tm="0">
                                          <p:val>
                                            <p:strVal val="1+#ppt_h/2"/>
                                          </p:val>
                                        </p:tav>
                                        <p:tav tm="100000">
                                          <p:val>
                                            <p:strVal val="#ppt_y"/>
                                          </p:val>
                                        </p:tav>
                                      </p:tavLst>
                                    </p:anim>
                                  </p:childTnLst>
                                </p:cTn>
                              </p:par>
                            </p:childTnLst>
                          </p:cTn>
                        </p:par>
                        <p:par>
                          <p:cTn id="58" fill="hold">
                            <p:stCondLst>
                              <p:cond delay="5500"/>
                            </p:stCondLst>
                            <p:childTnLst>
                              <p:par>
                                <p:cTn id="59" presetID="2" presetClass="entr" presetSubtype="4" accel="50000" decel="50000" fill="hold" grpId="0" nodeType="afterEffect">
                                  <p:stCondLst>
                                    <p:cond delay="0"/>
                                  </p:stCondLst>
                                  <p:childTnLst>
                                    <p:set>
                                      <p:cBhvr>
                                        <p:cTn id="60" dur="1" fill="hold">
                                          <p:stCondLst>
                                            <p:cond delay="0"/>
                                          </p:stCondLst>
                                        </p:cTn>
                                        <p:tgtEl>
                                          <p:spTgt spid="34"/>
                                        </p:tgtEl>
                                        <p:attrNameLst>
                                          <p:attrName>style.visibility</p:attrName>
                                        </p:attrNameLst>
                                      </p:cBhvr>
                                      <p:to>
                                        <p:strVal val="visible"/>
                                      </p:to>
                                    </p:set>
                                    <p:anim calcmode="lin" valueType="num">
                                      <p:cBhvr additive="base">
                                        <p:cTn id="61" dur="500" fill="hold"/>
                                        <p:tgtEl>
                                          <p:spTgt spid="34"/>
                                        </p:tgtEl>
                                        <p:attrNameLst>
                                          <p:attrName>ppt_x</p:attrName>
                                        </p:attrNameLst>
                                      </p:cBhvr>
                                      <p:tavLst>
                                        <p:tav tm="0">
                                          <p:val>
                                            <p:strVal val="#ppt_x"/>
                                          </p:val>
                                        </p:tav>
                                        <p:tav tm="100000">
                                          <p:val>
                                            <p:strVal val="#ppt_x"/>
                                          </p:val>
                                        </p:tav>
                                      </p:tavLst>
                                    </p:anim>
                                    <p:anim calcmode="lin" valueType="num">
                                      <p:cBhvr additive="base">
                                        <p:cTn id="62" dur="500" fill="hold"/>
                                        <p:tgtEl>
                                          <p:spTgt spid="34"/>
                                        </p:tgtEl>
                                        <p:attrNameLst>
                                          <p:attrName>ppt_y</p:attrName>
                                        </p:attrNameLst>
                                      </p:cBhvr>
                                      <p:tavLst>
                                        <p:tav tm="0">
                                          <p:val>
                                            <p:strVal val="1+#ppt_h/2"/>
                                          </p:val>
                                        </p:tav>
                                        <p:tav tm="100000">
                                          <p:val>
                                            <p:strVal val="#ppt_y"/>
                                          </p:val>
                                        </p:tav>
                                      </p:tavLst>
                                    </p:anim>
                                  </p:childTnLst>
                                </p:cTn>
                              </p:par>
                            </p:childTnLst>
                          </p:cTn>
                        </p:par>
                        <p:par>
                          <p:cTn id="63" fill="hold">
                            <p:stCondLst>
                              <p:cond delay="6000"/>
                            </p:stCondLst>
                            <p:childTnLst>
                              <p:par>
                                <p:cTn id="64" presetID="2" presetClass="entr" presetSubtype="4" accel="50000" decel="50000"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additive="base">
                                        <p:cTn id="66" dur="500" fill="hold"/>
                                        <p:tgtEl>
                                          <p:spTgt spid="11"/>
                                        </p:tgtEl>
                                        <p:attrNameLst>
                                          <p:attrName>ppt_x</p:attrName>
                                        </p:attrNameLst>
                                      </p:cBhvr>
                                      <p:tavLst>
                                        <p:tav tm="0">
                                          <p:val>
                                            <p:strVal val="#ppt_x"/>
                                          </p:val>
                                        </p:tav>
                                        <p:tav tm="100000">
                                          <p:val>
                                            <p:strVal val="#ppt_x"/>
                                          </p:val>
                                        </p:tav>
                                      </p:tavLst>
                                    </p:anim>
                                    <p:anim calcmode="lin" valueType="num">
                                      <p:cBhvr additive="base">
                                        <p:cTn id="67" dur="500" fill="hold"/>
                                        <p:tgtEl>
                                          <p:spTgt spid="11"/>
                                        </p:tgtEl>
                                        <p:attrNameLst>
                                          <p:attrName>ppt_y</p:attrName>
                                        </p:attrNameLst>
                                      </p:cBhvr>
                                      <p:tavLst>
                                        <p:tav tm="0">
                                          <p:val>
                                            <p:strVal val="1+#ppt_h/2"/>
                                          </p:val>
                                        </p:tav>
                                        <p:tav tm="100000">
                                          <p:val>
                                            <p:strVal val="#ppt_y"/>
                                          </p:val>
                                        </p:tav>
                                      </p:tavLst>
                                    </p:anim>
                                  </p:childTnLst>
                                </p:cTn>
                              </p:par>
                            </p:childTnLst>
                          </p:cTn>
                        </p:par>
                        <p:par>
                          <p:cTn id="68" fill="hold">
                            <p:stCondLst>
                              <p:cond delay="6500"/>
                            </p:stCondLst>
                            <p:childTnLst>
                              <p:par>
                                <p:cTn id="69" presetID="2" presetClass="entr" presetSubtype="1" accel="50000" decel="50000" fill="hold" nodeType="after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500" fill="hold"/>
                                        <p:tgtEl>
                                          <p:spTgt spid="17"/>
                                        </p:tgtEl>
                                        <p:attrNameLst>
                                          <p:attrName>ppt_x</p:attrName>
                                        </p:attrNameLst>
                                      </p:cBhvr>
                                      <p:tavLst>
                                        <p:tav tm="0">
                                          <p:val>
                                            <p:strVal val="#ppt_x"/>
                                          </p:val>
                                        </p:tav>
                                        <p:tav tm="100000">
                                          <p:val>
                                            <p:strVal val="#ppt_x"/>
                                          </p:val>
                                        </p:tav>
                                      </p:tavLst>
                                    </p:anim>
                                    <p:anim calcmode="lin" valueType="num">
                                      <p:cBhvr additive="base">
                                        <p:cTn id="72" dur="500" fill="hold"/>
                                        <p:tgtEl>
                                          <p:spTgt spid="17"/>
                                        </p:tgtEl>
                                        <p:attrNameLst>
                                          <p:attrName>ppt_y</p:attrName>
                                        </p:attrNameLst>
                                      </p:cBhvr>
                                      <p:tavLst>
                                        <p:tav tm="0">
                                          <p:val>
                                            <p:strVal val="0-#ppt_h/2"/>
                                          </p:val>
                                        </p:tav>
                                        <p:tav tm="100000">
                                          <p:val>
                                            <p:strVal val="#ppt_y"/>
                                          </p:val>
                                        </p:tav>
                                      </p:tavLst>
                                    </p:anim>
                                  </p:childTnLst>
                                </p:cTn>
                              </p:par>
                            </p:childTnLst>
                          </p:cTn>
                        </p:par>
                        <p:par>
                          <p:cTn id="73" fill="hold">
                            <p:stCondLst>
                              <p:cond delay="7000"/>
                            </p:stCondLst>
                            <p:childTnLst>
                              <p:par>
                                <p:cTn id="74" presetID="2" presetClass="entr" presetSubtype="1" accel="50000" decel="50000" fill="hold" nodeType="afterEffect">
                                  <p:stCondLst>
                                    <p:cond delay="0"/>
                                  </p:stCondLst>
                                  <p:childTnLst>
                                    <p:set>
                                      <p:cBhvr>
                                        <p:cTn id="75" dur="1" fill="hold">
                                          <p:stCondLst>
                                            <p:cond delay="0"/>
                                          </p:stCondLst>
                                        </p:cTn>
                                        <p:tgtEl>
                                          <p:spTgt spid="18"/>
                                        </p:tgtEl>
                                        <p:attrNameLst>
                                          <p:attrName>style.visibility</p:attrName>
                                        </p:attrNameLst>
                                      </p:cBhvr>
                                      <p:to>
                                        <p:strVal val="visible"/>
                                      </p:to>
                                    </p:set>
                                    <p:anim calcmode="lin" valueType="num">
                                      <p:cBhvr additive="base">
                                        <p:cTn id="76" dur="500" fill="hold"/>
                                        <p:tgtEl>
                                          <p:spTgt spid="18"/>
                                        </p:tgtEl>
                                        <p:attrNameLst>
                                          <p:attrName>ppt_x</p:attrName>
                                        </p:attrNameLst>
                                      </p:cBhvr>
                                      <p:tavLst>
                                        <p:tav tm="0">
                                          <p:val>
                                            <p:strVal val="#ppt_x"/>
                                          </p:val>
                                        </p:tav>
                                        <p:tav tm="100000">
                                          <p:val>
                                            <p:strVal val="#ppt_x"/>
                                          </p:val>
                                        </p:tav>
                                      </p:tavLst>
                                    </p:anim>
                                    <p:anim calcmode="lin" valueType="num">
                                      <p:cBhvr additive="base">
                                        <p:cTn id="77" dur="500" fill="hold"/>
                                        <p:tgtEl>
                                          <p:spTgt spid="18"/>
                                        </p:tgtEl>
                                        <p:attrNameLst>
                                          <p:attrName>ppt_y</p:attrName>
                                        </p:attrNameLst>
                                      </p:cBhvr>
                                      <p:tavLst>
                                        <p:tav tm="0">
                                          <p:val>
                                            <p:strVal val="0-#ppt_h/2"/>
                                          </p:val>
                                        </p:tav>
                                        <p:tav tm="100000">
                                          <p:val>
                                            <p:strVal val="#ppt_y"/>
                                          </p:val>
                                        </p:tav>
                                      </p:tavLst>
                                    </p:anim>
                                  </p:childTnLst>
                                </p:cTn>
                              </p:par>
                            </p:childTnLst>
                          </p:cTn>
                        </p:par>
                        <p:par>
                          <p:cTn id="78" fill="hold">
                            <p:stCondLst>
                              <p:cond delay="7500"/>
                            </p:stCondLst>
                            <p:childTnLst>
                              <p:par>
                                <p:cTn id="79" presetID="2" presetClass="entr" presetSubtype="1" accel="50000" decel="50000" fill="hold" nodeType="afterEffect">
                                  <p:stCondLst>
                                    <p:cond delay="0"/>
                                  </p:stCondLst>
                                  <p:childTnLst>
                                    <p:set>
                                      <p:cBhvr>
                                        <p:cTn id="80" dur="1" fill="hold">
                                          <p:stCondLst>
                                            <p:cond delay="0"/>
                                          </p:stCondLst>
                                        </p:cTn>
                                        <p:tgtEl>
                                          <p:spTgt spid="19"/>
                                        </p:tgtEl>
                                        <p:attrNameLst>
                                          <p:attrName>style.visibility</p:attrName>
                                        </p:attrNameLst>
                                      </p:cBhvr>
                                      <p:to>
                                        <p:strVal val="visible"/>
                                      </p:to>
                                    </p:set>
                                    <p:anim calcmode="lin" valueType="num">
                                      <p:cBhvr additive="base">
                                        <p:cTn id="81" dur="500" fill="hold"/>
                                        <p:tgtEl>
                                          <p:spTgt spid="19"/>
                                        </p:tgtEl>
                                        <p:attrNameLst>
                                          <p:attrName>ppt_x</p:attrName>
                                        </p:attrNameLst>
                                      </p:cBhvr>
                                      <p:tavLst>
                                        <p:tav tm="0">
                                          <p:val>
                                            <p:strVal val="#ppt_x"/>
                                          </p:val>
                                        </p:tav>
                                        <p:tav tm="100000">
                                          <p:val>
                                            <p:strVal val="#ppt_x"/>
                                          </p:val>
                                        </p:tav>
                                      </p:tavLst>
                                    </p:anim>
                                    <p:anim calcmode="lin" valueType="num">
                                      <p:cBhvr additive="base">
                                        <p:cTn id="82" dur="500" fill="hold"/>
                                        <p:tgtEl>
                                          <p:spTgt spid="19"/>
                                        </p:tgtEl>
                                        <p:attrNameLst>
                                          <p:attrName>ppt_y</p:attrName>
                                        </p:attrNameLst>
                                      </p:cBhvr>
                                      <p:tavLst>
                                        <p:tav tm="0">
                                          <p:val>
                                            <p:strVal val="0-#ppt_h/2"/>
                                          </p:val>
                                        </p:tav>
                                        <p:tav tm="100000">
                                          <p:val>
                                            <p:strVal val="#ppt_y"/>
                                          </p:val>
                                        </p:tav>
                                      </p:tavLst>
                                    </p:anim>
                                  </p:childTnLst>
                                </p:cTn>
                              </p:par>
                            </p:childTnLst>
                          </p:cTn>
                        </p:par>
                        <p:par>
                          <p:cTn id="83" fill="hold">
                            <p:stCondLst>
                              <p:cond delay="8000"/>
                            </p:stCondLst>
                            <p:childTnLst>
                              <p:par>
                                <p:cTn id="84" presetID="2" presetClass="entr" presetSubtype="1" accel="50000" decel="50000" fill="hold" nodeType="afterEffect">
                                  <p:stCondLst>
                                    <p:cond delay="0"/>
                                  </p:stCondLst>
                                  <p:childTnLst>
                                    <p:set>
                                      <p:cBhvr>
                                        <p:cTn id="85" dur="1" fill="hold">
                                          <p:stCondLst>
                                            <p:cond delay="0"/>
                                          </p:stCondLst>
                                        </p:cTn>
                                        <p:tgtEl>
                                          <p:spTgt spid="20"/>
                                        </p:tgtEl>
                                        <p:attrNameLst>
                                          <p:attrName>style.visibility</p:attrName>
                                        </p:attrNameLst>
                                      </p:cBhvr>
                                      <p:to>
                                        <p:strVal val="visible"/>
                                      </p:to>
                                    </p:set>
                                    <p:anim calcmode="lin" valueType="num">
                                      <p:cBhvr additive="base">
                                        <p:cTn id="86" dur="500" fill="hold"/>
                                        <p:tgtEl>
                                          <p:spTgt spid="20"/>
                                        </p:tgtEl>
                                        <p:attrNameLst>
                                          <p:attrName>ppt_x</p:attrName>
                                        </p:attrNameLst>
                                      </p:cBhvr>
                                      <p:tavLst>
                                        <p:tav tm="0">
                                          <p:val>
                                            <p:strVal val="#ppt_x"/>
                                          </p:val>
                                        </p:tav>
                                        <p:tav tm="100000">
                                          <p:val>
                                            <p:strVal val="#ppt_x"/>
                                          </p:val>
                                        </p:tav>
                                      </p:tavLst>
                                    </p:anim>
                                    <p:anim calcmode="lin" valueType="num">
                                      <p:cBhvr additive="base">
                                        <p:cTn id="87" dur="500" fill="hold"/>
                                        <p:tgtEl>
                                          <p:spTgt spid="20"/>
                                        </p:tgtEl>
                                        <p:attrNameLst>
                                          <p:attrName>ppt_y</p:attrName>
                                        </p:attrNameLst>
                                      </p:cBhvr>
                                      <p:tavLst>
                                        <p:tav tm="0">
                                          <p:val>
                                            <p:strVal val="0-#ppt_h/2"/>
                                          </p:val>
                                        </p:tav>
                                        <p:tav tm="100000">
                                          <p:val>
                                            <p:strVal val="#ppt_y"/>
                                          </p:val>
                                        </p:tav>
                                      </p:tavLst>
                                    </p:anim>
                                  </p:childTnLst>
                                </p:cTn>
                              </p:par>
                            </p:childTnLst>
                          </p:cTn>
                        </p:par>
                        <p:par>
                          <p:cTn id="88" fill="hold">
                            <p:stCondLst>
                              <p:cond delay="8500"/>
                            </p:stCondLst>
                            <p:childTnLst>
                              <p:par>
                                <p:cTn id="89" presetID="2" presetClass="entr" presetSubtype="1" accel="50000" decel="50000" fill="hold" nodeType="after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500" fill="hold"/>
                                        <p:tgtEl>
                                          <p:spTgt spid="24"/>
                                        </p:tgtEl>
                                        <p:attrNameLst>
                                          <p:attrName>ppt_x</p:attrName>
                                        </p:attrNameLst>
                                      </p:cBhvr>
                                      <p:tavLst>
                                        <p:tav tm="0">
                                          <p:val>
                                            <p:strVal val="#ppt_x"/>
                                          </p:val>
                                        </p:tav>
                                        <p:tav tm="100000">
                                          <p:val>
                                            <p:strVal val="#ppt_x"/>
                                          </p:val>
                                        </p:tav>
                                      </p:tavLst>
                                    </p:anim>
                                    <p:anim calcmode="lin" valueType="num">
                                      <p:cBhvr additive="base">
                                        <p:cTn id="92" dur="500" fill="hold"/>
                                        <p:tgtEl>
                                          <p:spTgt spid="24"/>
                                        </p:tgtEl>
                                        <p:attrNameLst>
                                          <p:attrName>ppt_y</p:attrName>
                                        </p:attrNameLst>
                                      </p:cBhvr>
                                      <p:tavLst>
                                        <p:tav tm="0">
                                          <p:val>
                                            <p:strVal val="0-#ppt_h/2"/>
                                          </p:val>
                                        </p:tav>
                                        <p:tav tm="100000">
                                          <p:val>
                                            <p:strVal val="#ppt_y"/>
                                          </p:val>
                                        </p:tav>
                                      </p:tavLst>
                                    </p:anim>
                                  </p:childTnLst>
                                </p:cTn>
                              </p:par>
                            </p:childTnLst>
                          </p:cTn>
                        </p:par>
                        <p:par>
                          <p:cTn id="93" fill="hold">
                            <p:stCondLst>
                              <p:cond delay="9000"/>
                            </p:stCondLst>
                            <p:childTnLst>
                              <p:par>
                                <p:cTn id="94" presetID="2" presetClass="entr" presetSubtype="1" accel="50000" decel="50000" fill="hold" nodeType="afterEffect">
                                  <p:stCondLst>
                                    <p:cond delay="0"/>
                                  </p:stCondLst>
                                  <p:childTnLst>
                                    <p:set>
                                      <p:cBhvr>
                                        <p:cTn id="95" dur="1" fill="hold">
                                          <p:stCondLst>
                                            <p:cond delay="0"/>
                                          </p:stCondLst>
                                        </p:cTn>
                                        <p:tgtEl>
                                          <p:spTgt spid="25"/>
                                        </p:tgtEl>
                                        <p:attrNameLst>
                                          <p:attrName>style.visibility</p:attrName>
                                        </p:attrNameLst>
                                      </p:cBhvr>
                                      <p:to>
                                        <p:strVal val="visible"/>
                                      </p:to>
                                    </p:set>
                                    <p:anim calcmode="lin" valueType="num">
                                      <p:cBhvr additive="base">
                                        <p:cTn id="96" dur="500" fill="hold"/>
                                        <p:tgtEl>
                                          <p:spTgt spid="25"/>
                                        </p:tgtEl>
                                        <p:attrNameLst>
                                          <p:attrName>ppt_x</p:attrName>
                                        </p:attrNameLst>
                                      </p:cBhvr>
                                      <p:tavLst>
                                        <p:tav tm="0">
                                          <p:val>
                                            <p:strVal val="#ppt_x"/>
                                          </p:val>
                                        </p:tav>
                                        <p:tav tm="100000">
                                          <p:val>
                                            <p:strVal val="#ppt_x"/>
                                          </p:val>
                                        </p:tav>
                                      </p:tavLst>
                                    </p:anim>
                                    <p:anim calcmode="lin" valueType="num">
                                      <p:cBhvr additive="base">
                                        <p:cTn id="97" dur="500" fill="hold"/>
                                        <p:tgtEl>
                                          <p:spTgt spid="25"/>
                                        </p:tgtEl>
                                        <p:attrNameLst>
                                          <p:attrName>ppt_y</p:attrName>
                                        </p:attrNameLst>
                                      </p:cBhvr>
                                      <p:tavLst>
                                        <p:tav tm="0">
                                          <p:val>
                                            <p:strVal val="0-#ppt_h/2"/>
                                          </p:val>
                                        </p:tav>
                                        <p:tav tm="100000">
                                          <p:val>
                                            <p:strVal val="#ppt_y"/>
                                          </p:val>
                                        </p:tav>
                                      </p:tavLst>
                                    </p:anim>
                                  </p:childTnLst>
                                </p:cTn>
                              </p:par>
                            </p:childTnLst>
                          </p:cTn>
                        </p:par>
                        <p:par>
                          <p:cTn id="98" fill="hold">
                            <p:stCondLst>
                              <p:cond delay="9500"/>
                            </p:stCondLst>
                            <p:childTnLst>
                              <p:par>
                                <p:cTn id="99" presetID="53" presetClass="entr" presetSubtype="0" fill="hold" nodeType="afterEffect">
                                  <p:stCondLst>
                                    <p:cond delay="0"/>
                                  </p:stCondLst>
                                  <p:childTnLst>
                                    <p:set>
                                      <p:cBhvr>
                                        <p:cTn id="100" dur="1" fill="hold">
                                          <p:stCondLst>
                                            <p:cond delay="0"/>
                                          </p:stCondLst>
                                        </p:cTn>
                                        <p:tgtEl>
                                          <p:spTgt spid="26"/>
                                        </p:tgtEl>
                                        <p:attrNameLst>
                                          <p:attrName>style.visibility</p:attrName>
                                        </p:attrNameLst>
                                      </p:cBhvr>
                                      <p:to>
                                        <p:strVal val="visible"/>
                                      </p:to>
                                    </p:set>
                                    <p:anim calcmode="lin" valueType="num">
                                      <p:cBhvr>
                                        <p:cTn id="101" dur="500" fill="hold"/>
                                        <p:tgtEl>
                                          <p:spTgt spid="26"/>
                                        </p:tgtEl>
                                        <p:attrNameLst>
                                          <p:attrName>ppt_w</p:attrName>
                                        </p:attrNameLst>
                                      </p:cBhvr>
                                      <p:tavLst>
                                        <p:tav tm="0">
                                          <p:val>
                                            <p:fltVal val="0"/>
                                          </p:val>
                                        </p:tav>
                                        <p:tav tm="100000">
                                          <p:val>
                                            <p:strVal val="#ppt_w"/>
                                          </p:val>
                                        </p:tav>
                                      </p:tavLst>
                                    </p:anim>
                                    <p:anim calcmode="lin" valueType="num">
                                      <p:cBhvr>
                                        <p:cTn id="102" dur="500" fill="hold"/>
                                        <p:tgtEl>
                                          <p:spTgt spid="26"/>
                                        </p:tgtEl>
                                        <p:attrNameLst>
                                          <p:attrName>ppt_h</p:attrName>
                                        </p:attrNameLst>
                                      </p:cBhvr>
                                      <p:tavLst>
                                        <p:tav tm="0">
                                          <p:val>
                                            <p:fltVal val="0"/>
                                          </p:val>
                                        </p:tav>
                                        <p:tav tm="100000">
                                          <p:val>
                                            <p:strVal val="#ppt_h"/>
                                          </p:val>
                                        </p:tav>
                                      </p:tavLst>
                                    </p:anim>
                                    <p:animEffect transition="in" filter="fade">
                                      <p:cBhvr>
                                        <p:cTn id="103" dur="500"/>
                                        <p:tgtEl>
                                          <p:spTgt spid="26"/>
                                        </p:tgtEl>
                                      </p:cBhvr>
                                    </p:animEffect>
                                  </p:childTnLst>
                                </p:cTn>
                              </p:par>
                              <p:par>
                                <p:cTn id="104" presetID="2" presetClass="entr" presetSubtype="2" accel="50000" decel="50000" fill="hold" grpId="0" nodeType="withEffect">
                                  <p:stCondLst>
                                    <p:cond delay="0"/>
                                  </p:stCondLst>
                                  <p:childTnLst>
                                    <p:set>
                                      <p:cBhvr>
                                        <p:cTn id="105" dur="1" fill="hold">
                                          <p:stCondLst>
                                            <p:cond delay="0"/>
                                          </p:stCondLst>
                                        </p:cTn>
                                        <p:tgtEl>
                                          <p:spTgt spid="79"/>
                                        </p:tgtEl>
                                        <p:attrNameLst>
                                          <p:attrName>style.visibility</p:attrName>
                                        </p:attrNameLst>
                                      </p:cBhvr>
                                      <p:to>
                                        <p:strVal val="visible"/>
                                      </p:to>
                                    </p:set>
                                    <p:anim calcmode="lin" valueType="num">
                                      <p:cBhvr additive="base">
                                        <p:cTn id="106" dur="500" fill="hold"/>
                                        <p:tgtEl>
                                          <p:spTgt spid="79"/>
                                        </p:tgtEl>
                                        <p:attrNameLst>
                                          <p:attrName>ppt_x</p:attrName>
                                        </p:attrNameLst>
                                      </p:cBhvr>
                                      <p:tavLst>
                                        <p:tav tm="0">
                                          <p:val>
                                            <p:strVal val="1+#ppt_w/2"/>
                                          </p:val>
                                        </p:tav>
                                        <p:tav tm="100000">
                                          <p:val>
                                            <p:strVal val="#ppt_x"/>
                                          </p:val>
                                        </p:tav>
                                      </p:tavLst>
                                    </p:anim>
                                    <p:anim calcmode="lin" valueType="num">
                                      <p:cBhvr additive="base">
                                        <p:cTn id="107" dur="500" fill="hold"/>
                                        <p:tgtEl>
                                          <p:spTgt spid="79"/>
                                        </p:tgtEl>
                                        <p:attrNameLst>
                                          <p:attrName>ppt_y</p:attrName>
                                        </p:attrNameLst>
                                      </p:cBhvr>
                                      <p:tavLst>
                                        <p:tav tm="0">
                                          <p:val>
                                            <p:strVal val="#ppt_y"/>
                                          </p:val>
                                        </p:tav>
                                        <p:tav tm="100000">
                                          <p:val>
                                            <p:strVal val="#ppt_y"/>
                                          </p:val>
                                        </p:tav>
                                      </p:tavLst>
                                    </p:anim>
                                  </p:childTnLst>
                                </p:cTn>
                              </p:par>
                            </p:childTnLst>
                          </p:cTn>
                        </p:par>
                        <p:par>
                          <p:cTn id="108" fill="hold">
                            <p:stCondLst>
                              <p:cond delay="10000"/>
                            </p:stCondLst>
                            <p:childTnLst>
                              <p:par>
                                <p:cTn id="109" presetID="53" presetClass="entr" presetSubtype="0" fill="hold" nodeType="afterEffect">
                                  <p:stCondLst>
                                    <p:cond delay="0"/>
                                  </p:stCondLst>
                                  <p:childTnLst>
                                    <p:set>
                                      <p:cBhvr>
                                        <p:cTn id="110" dur="1" fill="hold">
                                          <p:stCondLst>
                                            <p:cond delay="0"/>
                                          </p:stCondLst>
                                        </p:cTn>
                                        <p:tgtEl>
                                          <p:spTgt spid="27"/>
                                        </p:tgtEl>
                                        <p:attrNameLst>
                                          <p:attrName>style.visibility</p:attrName>
                                        </p:attrNameLst>
                                      </p:cBhvr>
                                      <p:to>
                                        <p:strVal val="visible"/>
                                      </p:to>
                                    </p:set>
                                    <p:anim calcmode="lin" valueType="num">
                                      <p:cBhvr>
                                        <p:cTn id="111" dur="500" fill="hold"/>
                                        <p:tgtEl>
                                          <p:spTgt spid="27"/>
                                        </p:tgtEl>
                                        <p:attrNameLst>
                                          <p:attrName>ppt_w</p:attrName>
                                        </p:attrNameLst>
                                      </p:cBhvr>
                                      <p:tavLst>
                                        <p:tav tm="0">
                                          <p:val>
                                            <p:fltVal val="0"/>
                                          </p:val>
                                        </p:tav>
                                        <p:tav tm="100000">
                                          <p:val>
                                            <p:strVal val="#ppt_w"/>
                                          </p:val>
                                        </p:tav>
                                      </p:tavLst>
                                    </p:anim>
                                    <p:anim calcmode="lin" valueType="num">
                                      <p:cBhvr>
                                        <p:cTn id="112" dur="500" fill="hold"/>
                                        <p:tgtEl>
                                          <p:spTgt spid="27"/>
                                        </p:tgtEl>
                                        <p:attrNameLst>
                                          <p:attrName>ppt_h</p:attrName>
                                        </p:attrNameLst>
                                      </p:cBhvr>
                                      <p:tavLst>
                                        <p:tav tm="0">
                                          <p:val>
                                            <p:fltVal val="0"/>
                                          </p:val>
                                        </p:tav>
                                        <p:tav tm="100000">
                                          <p:val>
                                            <p:strVal val="#ppt_h"/>
                                          </p:val>
                                        </p:tav>
                                      </p:tavLst>
                                    </p:anim>
                                    <p:animEffect transition="in" filter="fade">
                                      <p:cBhvr>
                                        <p:cTn id="113" dur="500"/>
                                        <p:tgtEl>
                                          <p:spTgt spid="27"/>
                                        </p:tgtEl>
                                      </p:cBhvr>
                                    </p:animEffect>
                                  </p:childTnLst>
                                </p:cTn>
                              </p:par>
                              <p:par>
                                <p:cTn id="114" presetID="2" presetClass="entr" presetSubtype="2" accel="50000" decel="50000" fill="hold" grpId="0" nodeType="withEffect">
                                  <p:stCondLst>
                                    <p:cond delay="0"/>
                                  </p:stCondLst>
                                  <p:childTnLst>
                                    <p:set>
                                      <p:cBhvr>
                                        <p:cTn id="115" dur="1" fill="hold">
                                          <p:stCondLst>
                                            <p:cond delay="0"/>
                                          </p:stCondLst>
                                        </p:cTn>
                                        <p:tgtEl>
                                          <p:spTgt spid="80"/>
                                        </p:tgtEl>
                                        <p:attrNameLst>
                                          <p:attrName>style.visibility</p:attrName>
                                        </p:attrNameLst>
                                      </p:cBhvr>
                                      <p:to>
                                        <p:strVal val="visible"/>
                                      </p:to>
                                    </p:set>
                                    <p:anim calcmode="lin" valueType="num">
                                      <p:cBhvr additive="base">
                                        <p:cTn id="116" dur="500" fill="hold"/>
                                        <p:tgtEl>
                                          <p:spTgt spid="80"/>
                                        </p:tgtEl>
                                        <p:attrNameLst>
                                          <p:attrName>ppt_x</p:attrName>
                                        </p:attrNameLst>
                                      </p:cBhvr>
                                      <p:tavLst>
                                        <p:tav tm="0">
                                          <p:val>
                                            <p:strVal val="1+#ppt_w/2"/>
                                          </p:val>
                                        </p:tav>
                                        <p:tav tm="100000">
                                          <p:val>
                                            <p:strVal val="#ppt_x"/>
                                          </p:val>
                                        </p:tav>
                                      </p:tavLst>
                                    </p:anim>
                                    <p:anim calcmode="lin" valueType="num">
                                      <p:cBhvr additive="base">
                                        <p:cTn id="117" dur="500" fill="hold"/>
                                        <p:tgtEl>
                                          <p:spTgt spid="80"/>
                                        </p:tgtEl>
                                        <p:attrNameLst>
                                          <p:attrName>ppt_y</p:attrName>
                                        </p:attrNameLst>
                                      </p:cBhvr>
                                      <p:tavLst>
                                        <p:tav tm="0">
                                          <p:val>
                                            <p:strVal val="#ppt_y"/>
                                          </p:val>
                                        </p:tav>
                                        <p:tav tm="100000">
                                          <p:val>
                                            <p:strVal val="#ppt_y"/>
                                          </p:val>
                                        </p:tav>
                                      </p:tavLst>
                                    </p:anim>
                                  </p:childTnLst>
                                </p:cTn>
                              </p:par>
                            </p:childTnLst>
                          </p:cTn>
                        </p:par>
                        <p:par>
                          <p:cTn id="118" fill="hold">
                            <p:stCondLst>
                              <p:cond delay="10500"/>
                            </p:stCondLst>
                            <p:childTnLst>
                              <p:par>
                                <p:cTn id="119" presetID="53" presetClass="entr" presetSubtype="0" fill="hold" nodeType="afterEffect">
                                  <p:stCondLst>
                                    <p:cond delay="0"/>
                                  </p:stCondLst>
                                  <p:childTnLst>
                                    <p:set>
                                      <p:cBhvr>
                                        <p:cTn id="120" dur="1" fill="hold">
                                          <p:stCondLst>
                                            <p:cond delay="0"/>
                                          </p:stCondLst>
                                        </p:cTn>
                                        <p:tgtEl>
                                          <p:spTgt spid="29"/>
                                        </p:tgtEl>
                                        <p:attrNameLst>
                                          <p:attrName>style.visibility</p:attrName>
                                        </p:attrNameLst>
                                      </p:cBhvr>
                                      <p:to>
                                        <p:strVal val="visible"/>
                                      </p:to>
                                    </p:set>
                                    <p:anim calcmode="lin" valueType="num">
                                      <p:cBhvr>
                                        <p:cTn id="121" dur="500" fill="hold"/>
                                        <p:tgtEl>
                                          <p:spTgt spid="29"/>
                                        </p:tgtEl>
                                        <p:attrNameLst>
                                          <p:attrName>ppt_w</p:attrName>
                                        </p:attrNameLst>
                                      </p:cBhvr>
                                      <p:tavLst>
                                        <p:tav tm="0">
                                          <p:val>
                                            <p:fltVal val="0"/>
                                          </p:val>
                                        </p:tav>
                                        <p:tav tm="100000">
                                          <p:val>
                                            <p:strVal val="#ppt_w"/>
                                          </p:val>
                                        </p:tav>
                                      </p:tavLst>
                                    </p:anim>
                                    <p:anim calcmode="lin" valueType="num">
                                      <p:cBhvr>
                                        <p:cTn id="122" dur="500" fill="hold"/>
                                        <p:tgtEl>
                                          <p:spTgt spid="29"/>
                                        </p:tgtEl>
                                        <p:attrNameLst>
                                          <p:attrName>ppt_h</p:attrName>
                                        </p:attrNameLst>
                                      </p:cBhvr>
                                      <p:tavLst>
                                        <p:tav tm="0">
                                          <p:val>
                                            <p:fltVal val="0"/>
                                          </p:val>
                                        </p:tav>
                                        <p:tav tm="100000">
                                          <p:val>
                                            <p:strVal val="#ppt_h"/>
                                          </p:val>
                                        </p:tav>
                                      </p:tavLst>
                                    </p:anim>
                                    <p:animEffect transition="in" filter="fade">
                                      <p:cBhvr>
                                        <p:cTn id="123" dur="500"/>
                                        <p:tgtEl>
                                          <p:spTgt spid="29"/>
                                        </p:tgtEl>
                                      </p:cBhvr>
                                    </p:animEffect>
                                  </p:childTnLst>
                                </p:cTn>
                              </p:par>
                              <p:par>
                                <p:cTn id="124" presetID="2" presetClass="entr" presetSubtype="2" accel="50000" decel="50000" fill="hold" grpId="0" nodeType="withEffect">
                                  <p:stCondLst>
                                    <p:cond delay="0"/>
                                  </p:stCondLst>
                                  <p:childTnLst>
                                    <p:set>
                                      <p:cBhvr>
                                        <p:cTn id="125" dur="1" fill="hold">
                                          <p:stCondLst>
                                            <p:cond delay="0"/>
                                          </p:stCondLst>
                                        </p:cTn>
                                        <p:tgtEl>
                                          <p:spTgt spid="81"/>
                                        </p:tgtEl>
                                        <p:attrNameLst>
                                          <p:attrName>style.visibility</p:attrName>
                                        </p:attrNameLst>
                                      </p:cBhvr>
                                      <p:to>
                                        <p:strVal val="visible"/>
                                      </p:to>
                                    </p:set>
                                    <p:anim calcmode="lin" valueType="num">
                                      <p:cBhvr additive="base">
                                        <p:cTn id="126" dur="500" fill="hold"/>
                                        <p:tgtEl>
                                          <p:spTgt spid="81"/>
                                        </p:tgtEl>
                                        <p:attrNameLst>
                                          <p:attrName>ppt_x</p:attrName>
                                        </p:attrNameLst>
                                      </p:cBhvr>
                                      <p:tavLst>
                                        <p:tav tm="0">
                                          <p:val>
                                            <p:strVal val="1+#ppt_w/2"/>
                                          </p:val>
                                        </p:tav>
                                        <p:tav tm="100000">
                                          <p:val>
                                            <p:strVal val="#ppt_x"/>
                                          </p:val>
                                        </p:tav>
                                      </p:tavLst>
                                    </p:anim>
                                    <p:anim calcmode="lin" valueType="num">
                                      <p:cBhvr additive="base">
                                        <p:cTn id="127" dur="500" fill="hold"/>
                                        <p:tgtEl>
                                          <p:spTgt spid="81"/>
                                        </p:tgtEl>
                                        <p:attrNameLst>
                                          <p:attrName>ppt_y</p:attrName>
                                        </p:attrNameLst>
                                      </p:cBhvr>
                                      <p:tavLst>
                                        <p:tav tm="0">
                                          <p:val>
                                            <p:strVal val="#ppt_y"/>
                                          </p:val>
                                        </p:tav>
                                        <p:tav tm="100000">
                                          <p:val>
                                            <p:strVal val="#ppt_y"/>
                                          </p:val>
                                        </p:tav>
                                      </p:tavLst>
                                    </p:anim>
                                  </p:childTnLst>
                                </p:cTn>
                              </p:par>
                            </p:childTnLst>
                          </p:cTn>
                        </p:par>
                        <p:par>
                          <p:cTn id="128" fill="hold">
                            <p:stCondLst>
                              <p:cond delay="11000"/>
                            </p:stCondLst>
                            <p:childTnLst>
                              <p:par>
                                <p:cTn id="129" presetID="53" presetClass="entr" presetSubtype="0" fill="hold" nodeType="afterEffect">
                                  <p:stCondLst>
                                    <p:cond delay="0"/>
                                  </p:stCondLst>
                                  <p:childTnLst>
                                    <p:set>
                                      <p:cBhvr>
                                        <p:cTn id="130" dur="1" fill="hold">
                                          <p:stCondLst>
                                            <p:cond delay="0"/>
                                          </p:stCondLst>
                                        </p:cTn>
                                        <p:tgtEl>
                                          <p:spTgt spid="30"/>
                                        </p:tgtEl>
                                        <p:attrNameLst>
                                          <p:attrName>style.visibility</p:attrName>
                                        </p:attrNameLst>
                                      </p:cBhvr>
                                      <p:to>
                                        <p:strVal val="visible"/>
                                      </p:to>
                                    </p:set>
                                    <p:anim calcmode="lin" valueType="num">
                                      <p:cBhvr>
                                        <p:cTn id="131" dur="500" fill="hold"/>
                                        <p:tgtEl>
                                          <p:spTgt spid="30"/>
                                        </p:tgtEl>
                                        <p:attrNameLst>
                                          <p:attrName>ppt_w</p:attrName>
                                        </p:attrNameLst>
                                      </p:cBhvr>
                                      <p:tavLst>
                                        <p:tav tm="0">
                                          <p:val>
                                            <p:fltVal val="0"/>
                                          </p:val>
                                        </p:tav>
                                        <p:tav tm="100000">
                                          <p:val>
                                            <p:strVal val="#ppt_w"/>
                                          </p:val>
                                        </p:tav>
                                      </p:tavLst>
                                    </p:anim>
                                    <p:anim calcmode="lin" valueType="num">
                                      <p:cBhvr>
                                        <p:cTn id="132" dur="500" fill="hold"/>
                                        <p:tgtEl>
                                          <p:spTgt spid="30"/>
                                        </p:tgtEl>
                                        <p:attrNameLst>
                                          <p:attrName>ppt_h</p:attrName>
                                        </p:attrNameLst>
                                      </p:cBhvr>
                                      <p:tavLst>
                                        <p:tav tm="0">
                                          <p:val>
                                            <p:fltVal val="0"/>
                                          </p:val>
                                        </p:tav>
                                        <p:tav tm="100000">
                                          <p:val>
                                            <p:strVal val="#ppt_h"/>
                                          </p:val>
                                        </p:tav>
                                      </p:tavLst>
                                    </p:anim>
                                    <p:animEffect transition="in" filter="fade">
                                      <p:cBhvr>
                                        <p:cTn id="133" dur="500"/>
                                        <p:tgtEl>
                                          <p:spTgt spid="30"/>
                                        </p:tgtEl>
                                      </p:cBhvr>
                                    </p:animEffect>
                                  </p:childTnLst>
                                </p:cTn>
                              </p:par>
                              <p:par>
                                <p:cTn id="134" presetID="2" presetClass="entr" presetSubtype="2" accel="50000" decel="50000" fill="hold" grpId="0" nodeType="withEffect">
                                  <p:stCondLst>
                                    <p:cond delay="0"/>
                                  </p:stCondLst>
                                  <p:childTnLst>
                                    <p:set>
                                      <p:cBhvr>
                                        <p:cTn id="135" dur="1" fill="hold">
                                          <p:stCondLst>
                                            <p:cond delay="0"/>
                                          </p:stCondLst>
                                        </p:cTn>
                                        <p:tgtEl>
                                          <p:spTgt spid="82"/>
                                        </p:tgtEl>
                                        <p:attrNameLst>
                                          <p:attrName>style.visibility</p:attrName>
                                        </p:attrNameLst>
                                      </p:cBhvr>
                                      <p:to>
                                        <p:strVal val="visible"/>
                                      </p:to>
                                    </p:set>
                                    <p:anim calcmode="lin" valueType="num">
                                      <p:cBhvr additive="base">
                                        <p:cTn id="136" dur="500" fill="hold"/>
                                        <p:tgtEl>
                                          <p:spTgt spid="82"/>
                                        </p:tgtEl>
                                        <p:attrNameLst>
                                          <p:attrName>ppt_x</p:attrName>
                                        </p:attrNameLst>
                                      </p:cBhvr>
                                      <p:tavLst>
                                        <p:tav tm="0">
                                          <p:val>
                                            <p:strVal val="1+#ppt_w/2"/>
                                          </p:val>
                                        </p:tav>
                                        <p:tav tm="100000">
                                          <p:val>
                                            <p:strVal val="#ppt_x"/>
                                          </p:val>
                                        </p:tav>
                                      </p:tavLst>
                                    </p:anim>
                                    <p:anim calcmode="lin" valueType="num">
                                      <p:cBhvr additive="base">
                                        <p:cTn id="137" dur="500" fill="hold"/>
                                        <p:tgtEl>
                                          <p:spTgt spid="82"/>
                                        </p:tgtEl>
                                        <p:attrNameLst>
                                          <p:attrName>ppt_y</p:attrName>
                                        </p:attrNameLst>
                                      </p:cBhvr>
                                      <p:tavLst>
                                        <p:tav tm="0">
                                          <p:val>
                                            <p:strVal val="#ppt_y"/>
                                          </p:val>
                                        </p:tav>
                                        <p:tav tm="100000">
                                          <p:val>
                                            <p:strVal val="#ppt_y"/>
                                          </p:val>
                                        </p:tav>
                                      </p:tavLst>
                                    </p:anim>
                                  </p:childTnLst>
                                </p:cTn>
                              </p:par>
                            </p:childTnLst>
                          </p:cTn>
                        </p:par>
                        <p:par>
                          <p:cTn id="138" fill="hold">
                            <p:stCondLst>
                              <p:cond delay="11500"/>
                            </p:stCondLst>
                            <p:childTnLst>
                              <p:par>
                                <p:cTn id="139" presetID="53" presetClass="entr" presetSubtype="0" fill="hold" nodeType="afterEffect">
                                  <p:stCondLst>
                                    <p:cond delay="0"/>
                                  </p:stCondLst>
                                  <p:childTnLst>
                                    <p:set>
                                      <p:cBhvr>
                                        <p:cTn id="140" dur="1" fill="hold">
                                          <p:stCondLst>
                                            <p:cond delay="0"/>
                                          </p:stCondLst>
                                        </p:cTn>
                                        <p:tgtEl>
                                          <p:spTgt spid="32"/>
                                        </p:tgtEl>
                                        <p:attrNameLst>
                                          <p:attrName>style.visibility</p:attrName>
                                        </p:attrNameLst>
                                      </p:cBhvr>
                                      <p:to>
                                        <p:strVal val="visible"/>
                                      </p:to>
                                    </p:set>
                                    <p:anim calcmode="lin" valueType="num">
                                      <p:cBhvr>
                                        <p:cTn id="141" dur="500" fill="hold"/>
                                        <p:tgtEl>
                                          <p:spTgt spid="32"/>
                                        </p:tgtEl>
                                        <p:attrNameLst>
                                          <p:attrName>ppt_w</p:attrName>
                                        </p:attrNameLst>
                                      </p:cBhvr>
                                      <p:tavLst>
                                        <p:tav tm="0">
                                          <p:val>
                                            <p:fltVal val="0"/>
                                          </p:val>
                                        </p:tav>
                                        <p:tav tm="100000">
                                          <p:val>
                                            <p:strVal val="#ppt_w"/>
                                          </p:val>
                                        </p:tav>
                                      </p:tavLst>
                                    </p:anim>
                                    <p:anim calcmode="lin" valueType="num">
                                      <p:cBhvr>
                                        <p:cTn id="142" dur="500" fill="hold"/>
                                        <p:tgtEl>
                                          <p:spTgt spid="32"/>
                                        </p:tgtEl>
                                        <p:attrNameLst>
                                          <p:attrName>ppt_h</p:attrName>
                                        </p:attrNameLst>
                                      </p:cBhvr>
                                      <p:tavLst>
                                        <p:tav tm="0">
                                          <p:val>
                                            <p:fltVal val="0"/>
                                          </p:val>
                                        </p:tav>
                                        <p:tav tm="100000">
                                          <p:val>
                                            <p:strVal val="#ppt_h"/>
                                          </p:val>
                                        </p:tav>
                                      </p:tavLst>
                                    </p:anim>
                                    <p:animEffect transition="in" filter="fade">
                                      <p:cBhvr>
                                        <p:cTn id="143" dur="500"/>
                                        <p:tgtEl>
                                          <p:spTgt spid="32"/>
                                        </p:tgtEl>
                                      </p:cBhvr>
                                    </p:animEffect>
                                  </p:childTnLst>
                                </p:cTn>
                              </p:par>
                              <p:par>
                                <p:cTn id="144" presetID="2" presetClass="entr" presetSubtype="2" accel="50000" decel="50000" fill="hold" grpId="0" nodeType="withEffect">
                                  <p:stCondLst>
                                    <p:cond delay="0"/>
                                  </p:stCondLst>
                                  <p:childTnLst>
                                    <p:set>
                                      <p:cBhvr>
                                        <p:cTn id="145" dur="1" fill="hold">
                                          <p:stCondLst>
                                            <p:cond delay="0"/>
                                          </p:stCondLst>
                                        </p:cTn>
                                        <p:tgtEl>
                                          <p:spTgt spid="83"/>
                                        </p:tgtEl>
                                        <p:attrNameLst>
                                          <p:attrName>style.visibility</p:attrName>
                                        </p:attrNameLst>
                                      </p:cBhvr>
                                      <p:to>
                                        <p:strVal val="visible"/>
                                      </p:to>
                                    </p:set>
                                    <p:anim calcmode="lin" valueType="num">
                                      <p:cBhvr additive="base">
                                        <p:cTn id="146" dur="500" fill="hold"/>
                                        <p:tgtEl>
                                          <p:spTgt spid="83"/>
                                        </p:tgtEl>
                                        <p:attrNameLst>
                                          <p:attrName>ppt_x</p:attrName>
                                        </p:attrNameLst>
                                      </p:cBhvr>
                                      <p:tavLst>
                                        <p:tav tm="0">
                                          <p:val>
                                            <p:strVal val="1+#ppt_w/2"/>
                                          </p:val>
                                        </p:tav>
                                        <p:tav tm="100000">
                                          <p:val>
                                            <p:strVal val="#ppt_x"/>
                                          </p:val>
                                        </p:tav>
                                      </p:tavLst>
                                    </p:anim>
                                    <p:anim calcmode="lin" valueType="num">
                                      <p:cBhvr additive="base">
                                        <p:cTn id="147" dur="500" fill="hold"/>
                                        <p:tgtEl>
                                          <p:spTgt spid="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8" grpId="0" animBg="1"/>
      <p:bldP spid="23" grpId="0" animBg="1"/>
      <p:bldP spid="31" grpId="0" animBg="1"/>
      <p:bldP spid="34" grpId="0" animBg="1"/>
      <p:bldP spid="79" grpId="0"/>
      <p:bldP spid="80" grpId="0"/>
      <p:bldP spid="81" grpId="0"/>
      <p:bldP spid="82" grpId="0"/>
      <p:bldP spid="83"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Set Goal Infographic</a:t>
            </a:r>
            <a:endParaRPr lang="en-US" dirty="0"/>
          </a:p>
        </p:txBody>
      </p:sp>
      <p:sp>
        <p:nvSpPr>
          <p:cNvPr id="8" name="Text Placeholder 7"/>
          <p:cNvSpPr>
            <a:spLocks noGrp="1"/>
          </p:cNvSpPr>
          <p:nvPr>
            <p:ph type="body" sz="half" idx="2"/>
          </p:nvPr>
        </p:nvSpPr>
        <p:spPr/>
        <p:txBody>
          <a:bodyPr/>
          <a:lstStyle/>
          <a:p>
            <a:r>
              <a:rPr lang="en-US"/>
              <a:t>Set Goal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309</a:t>
            </a:fld>
            <a:endParaRPr lang="en-US" dirty="0"/>
          </a:p>
        </p:txBody>
      </p:sp>
      <p:sp>
        <p:nvSpPr>
          <p:cNvPr id="5" name="Chord 4"/>
          <p:cNvSpPr/>
          <p:nvPr/>
        </p:nvSpPr>
        <p:spPr>
          <a:xfrm rot="17559509">
            <a:off x="644767" y="1676389"/>
            <a:ext cx="1068802" cy="1068803"/>
          </a:xfrm>
          <a:prstGeom prst="chord">
            <a:avLst>
              <a:gd name="adj1" fmla="val 3532333"/>
              <a:gd name="adj2" fmla="val 153026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Oval 5"/>
          <p:cNvSpPr/>
          <p:nvPr/>
        </p:nvSpPr>
        <p:spPr>
          <a:xfrm>
            <a:off x="504135" y="1535758"/>
            <a:ext cx="1350067" cy="1350066"/>
          </a:xfrm>
          <a:prstGeom prst="ellipse">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Chord 8"/>
          <p:cNvSpPr/>
          <p:nvPr/>
        </p:nvSpPr>
        <p:spPr>
          <a:xfrm rot="17559509">
            <a:off x="2298990" y="1676390"/>
            <a:ext cx="1068802" cy="1068803"/>
          </a:xfrm>
          <a:prstGeom prst="chord">
            <a:avLst>
              <a:gd name="adj1" fmla="val 4911705"/>
              <a:gd name="adj2" fmla="val 1398645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p:cNvSpPr/>
          <p:nvPr/>
        </p:nvSpPr>
        <p:spPr>
          <a:xfrm>
            <a:off x="2158358" y="1535759"/>
            <a:ext cx="1350067" cy="1350066"/>
          </a:xfrm>
          <a:prstGeom prst="ellipse">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hord 10"/>
          <p:cNvSpPr/>
          <p:nvPr/>
        </p:nvSpPr>
        <p:spPr>
          <a:xfrm rot="17559509">
            <a:off x="3965523" y="1676390"/>
            <a:ext cx="1068802" cy="1068803"/>
          </a:xfrm>
          <a:prstGeom prst="chord">
            <a:avLst>
              <a:gd name="adj1" fmla="val 2121391"/>
              <a:gd name="adj2" fmla="val 168323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p:cNvSpPr/>
          <p:nvPr/>
        </p:nvSpPr>
        <p:spPr>
          <a:xfrm>
            <a:off x="3824891" y="1535759"/>
            <a:ext cx="1350067" cy="1350066"/>
          </a:xfrm>
          <a:prstGeom prst="ellipse">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Chord 12"/>
          <p:cNvSpPr/>
          <p:nvPr/>
        </p:nvSpPr>
        <p:spPr>
          <a:xfrm rot="17559509">
            <a:off x="5627315" y="1676389"/>
            <a:ext cx="1068802" cy="1068803"/>
          </a:xfrm>
          <a:prstGeom prst="chord">
            <a:avLst>
              <a:gd name="adj1" fmla="val 18346902"/>
              <a:gd name="adj2" fmla="val 1813972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p:cNvSpPr/>
          <p:nvPr/>
        </p:nvSpPr>
        <p:spPr>
          <a:xfrm>
            <a:off x="5486684" y="1535759"/>
            <a:ext cx="1350067" cy="1350066"/>
          </a:xfrm>
          <a:prstGeom prst="ellipse">
            <a:avLst/>
          </a:prstGeom>
          <a:no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hord 14"/>
          <p:cNvSpPr/>
          <p:nvPr/>
        </p:nvSpPr>
        <p:spPr>
          <a:xfrm rot="17559509">
            <a:off x="7272983" y="1676391"/>
            <a:ext cx="1068802" cy="1068803"/>
          </a:xfrm>
          <a:prstGeom prst="chord">
            <a:avLst>
              <a:gd name="adj1" fmla="val 4206821"/>
              <a:gd name="adj2" fmla="val 1463926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p:cNvSpPr/>
          <p:nvPr/>
        </p:nvSpPr>
        <p:spPr>
          <a:xfrm>
            <a:off x="7132351" y="1535760"/>
            <a:ext cx="1350067" cy="1350066"/>
          </a:xfrm>
          <a:prstGeom prst="ellipse">
            <a:avLst/>
          </a:prstGeom>
          <a:no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p:cNvSpPr txBox="1"/>
          <p:nvPr/>
        </p:nvSpPr>
        <p:spPr>
          <a:xfrm>
            <a:off x="304800" y="3449343"/>
            <a:ext cx="1789807" cy="892552"/>
          </a:xfrm>
          <a:prstGeom prst="rect">
            <a:avLst/>
          </a:prstGeom>
          <a:noFill/>
        </p:spPr>
        <p:txBody>
          <a:bodyPr wrap="square" rtlCol="0">
            <a:spAutoFit/>
          </a:bodyPr>
          <a:lstStyle/>
          <a:p>
            <a:pPr algn="ctr" rtl="1"/>
            <a:r>
              <a:rPr lang="en-US" sz="1200" b="1" dirty="0">
                <a:solidFill>
                  <a:schemeClr val="accent1"/>
                </a:solidFill>
              </a:rPr>
              <a:t>Title Goes Here</a:t>
            </a:r>
            <a:endParaRPr lang="en-US" sz="1200" dirty="0">
              <a:solidFill>
                <a:schemeClr val="accent1"/>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4" name="TextBox 23"/>
          <p:cNvSpPr txBox="1"/>
          <p:nvPr/>
        </p:nvSpPr>
        <p:spPr>
          <a:xfrm>
            <a:off x="1951935" y="3449343"/>
            <a:ext cx="1789807" cy="892552"/>
          </a:xfrm>
          <a:prstGeom prst="rect">
            <a:avLst/>
          </a:prstGeom>
          <a:noFill/>
        </p:spPr>
        <p:txBody>
          <a:bodyPr wrap="square" rtlCol="0">
            <a:spAutoFit/>
          </a:bodyPr>
          <a:lstStyle/>
          <a:p>
            <a:pPr algn="ctr" rtl="1"/>
            <a:r>
              <a:rPr lang="en-US" sz="1200" b="1" dirty="0">
                <a:solidFill>
                  <a:schemeClr val="accent2"/>
                </a:solidFill>
              </a:rPr>
              <a:t>Title Goes Here</a:t>
            </a:r>
            <a:endParaRPr lang="en-US" sz="1200" dirty="0">
              <a:solidFill>
                <a:schemeClr val="accent2"/>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5" name="TextBox 24"/>
          <p:cNvSpPr txBox="1"/>
          <p:nvPr/>
        </p:nvSpPr>
        <p:spPr>
          <a:xfrm>
            <a:off x="3600775" y="3449343"/>
            <a:ext cx="1789807" cy="892552"/>
          </a:xfrm>
          <a:prstGeom prst="rect">
            <a:avLst/>
          </a:prstGeom>
          <a:noFill/>
        </p:spPr>
        <p:txBody>
          <a:bodyPr wrap="square" rtlCol="0">
            <a:spAutoFit/>
          </a:bodyPr>
          <a:lstStyle/>
          <a:p>
            <a:pPr algn="ctr" rtl="1"/>
            <a:r>
              <a:rPr lang="en-US" sz="1200" b="1" dirty="0">
                <a:solidFill>
                  <a:schemeClr val="accent3"/>
                </a:solidFill>
              </a:rPr>
              <a:t>Title Goes Here</a:t>
            </a:r>
            <a:endParaRPr lang="en-US" sz="1200" dirty="0">
              <a:solidFill>
                <a:schemeClr val="accent3"/>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6" name="TextBox 25"/>
          <p:cNvSpPr txBox="1"/>
          <p:nvPr/>
        </p:nvSpPr>
        <p:spPr>
          <a:xfrm>
            <a:off x="5261925" y="3449343"/>
            <a:ext cx="1789807" cy="892552"/>
          </a:xfrm>
          <a:prstGeom prst="rect">
            <a:avLst/>
          </a:prstGeom>
          <a:noFill/>
        </p:spPr>
        <p:txBody>
          <a:bodyPr wrap="square" rtlCol="0">
            <a:spAutoFit/>
          </a:bodyPr>
          <a:lstStyle/>
          <a:p>
            <a:pPr algn="ctr" rtl="1"/>
            <a:r>
              <a:rPr lang="en-US" sz="1200" b="1" dirty="0">
                <a:solidFill>
                  <a:schemeClr val="accent4"/>
                </a:solidFill>
              </a:rPr>
              <a:t>Title Goes Here</a:t>
            </a:r>
            <a:endParaRPr lang="en-US" sz="1200" dirty="0">
              <a:solidFill>
                <a:schemeClr val="accent4"/>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27" name="TextBox 26"/>
          <p:cNvSpPr txBox="1"/>
          <p:nvPr/>
        </p:nvSpPr>
        <p:spPr>
          <a:xfrm>
            <a:off x="685800" y="3049233"/>
            <a:ext cx="1027807" cy="400110"/>
          </a:xfrm>
          <a:prstGeom prst="rect">
            <a:avLst/>
          </a:prstGeom>
          <a:noFill/>
        </p:spPr>
        <p:txBody>
          <a:bodyPr wrap="square" rtlCol="0">
            <a:spAutoFit/>
          </a:bodyPr>
          <a:lstStyle/>
          <a:p>
            <a:pPr algn="ctr" rtl="1"/>
            <a:r>
              <a:rPr lang="en-US" b="1" dirty="0">
                <a:solidFill>
                  <a:schemeClr val="accent1"/>
                </a:solidFill>
              </a:rPr>
              <a:t>50%</a:t>
            </a:r>
            <a:endParaRPr lang="en-US" dirty="0">
              <a:solidFill>
                <a:schemeClr val="accent1"/>
              </a:solidFill>
            </a:endParaRPr>
          </a:p>
        </p:txBody>
      </p:sp>
      <p:sp>
        <p:nvSpPr>
          <p:cNvPr id="28" name="TextBox 27"/>
          <p:cNvSpPr txBox="1"/>
          <p:nvPr/>
        </p:nvSpPr>
        <p:spPr>
          <a:xfrm>
            <a:off x="2339184" y="3049233"/>
            <a:ext cx="1027807" cy="400110"/>
          </a:xfrm>
          <a:prstGeom prst="rect">
            <a:avLst/>
          </a:prstGeom>
          <a:noFill/>
        </p:spPr>
        <p:txBody>
          <a:bodyPr wrap="square" rtlCol="0">
            <a:spAutoFit/>
          </a:bodyPr>
          <a:lstStyle/>
          <a:p>
            <a:pPr algn="ctr" rtl="1"/>
            <a:r>
              <a:rPr lang="en-US" b="1" dirty="0">
                <a:solidFill>
                  <a:schemeClr val="accent2"/>
                </a:solidFill>
              </a:rPr>
              <a:t>25%</a:t>
            </a:r>
            <a:endParaRPr lang="en-US" dirty="0">
              <a:solidFill>
                <a:schemeClr val="accent2"/>
              </a:solidFill>
            </a:endParaRPr>
          </a:p>
        </p:txBody>
      </p:sp>
      <p:sp>
        <p:nvSpPr>
          <p:cNvPr id="29" name="TextBox 28"/>
          <p:cNvSpPr txBox="1"/>
          <p:nvPr/>
        </p:nvSpPr>
        <p:spPr>
          <a:xfrm>
            <a:off x="3992568" y="3049233"/>
            <a:ext cx="1027807" cy="400110"/>
          </a:xfrm>
          <a:prstGeom prst="rect">
            <a:avLst/>
          </a:prstGeom>
          <a:noFill/>
        </p:spPr>
        <p:txBody>
          <a:bodyPr wrap="square" rtlCol="0">
            <a:spAutoFit/>
          </a:bodyPr>
          <a:lstStyle/>
          <a:p>
            <a:pPr algn="ctr" rtl="1"/>
            <a:r>
              <a:rPr lang="en-US" b="1" dirty="0">
                <a:solidFill>
                  <a:schemeClr val="accent3"/>
                </a:solidFill>
              </a:rPr>
              <a:t>75%</a:t>
            </a:r>
            <a:endParaRPr lang="en-US" dirty="0">
              <a:solidFill>
                <a:schemeClr val="accent3"/>
              </a:solidFill>
            </a:endParaRPr>
          </a:p>
        </p:txBody>
      </p:sp>
      <p:sp>
        <p:nvSpPr>
          <p:cNvPr id="31" name="TextBox 30"/>
          <p:cNvSpPr txBox="1"/>
          <p:nvPr/>
        </p:nvSpPr>
        <p:spPr>
          <a:xfrm>
            <a:off x="5645952" y="3049233"/>
            <a:ext cx="1027807" cy="400110"/>
          </a:xfrm>
          <a:prstGeom prst="rect">
            <a:avLst/>
          </a:prstGeom>
          <a:noFill/>
        </p:spPr>
        <p:txBody>
          <a:bodyPr wrap="square" rtlCol="0">
            <a:spAutoFit/>
          </a:bodyPr>
          <a:lstStyle/>
          <a:p>
            <a:pPr algn="ctr" rtl="1"/>
            <a:r>
              <a:rPr lang="en-US" b="1" dirty="0">
                <a:solidFill>
                  <a:schemeClr val="accent4"/>
                </a:solidFill>
              </a:rPr>
              <a:t>100%</a:t>
            </a:r>
            <a:endParaRPr lang="en-US" dirty="0">
              <a:solidFill>
                <a:schemeClr val="accent4"/>
              </a:solidFill>
            </a:endParaRPr>
          </a:p>
        </p:txBody>
      </p:sp>
      <p:sp>
        <p:nvSpPr>
          <p:cNvPr id="32" name="TextBox 31"/>
          <p:cNvSpPr txBox="1"/>
          <p:nvPr/>
        </p:nvSpPr>
        <p:spPr>
          <a:xfrm>
            <a:off x="6918335" y="3449343"/>
            <a:ext cx="1789807" cy="892552"/>
          </a:xfrm>
          <a:prstGeom prst="rect">
            <a:avLst/>
          </a:prstGeom>
          <a:noFill/>
        </p:spPr>
        <p:txBody>
          <a:bodyPr wrap="square" rtlCol="0">
            <a:spAutoFit/>
          </a:bodyPr>
          <a:lstStyle/>
          <a:p>
            <a:pPr algn="ctr" rtl="1"/>
            <a:r>
              <a:rPr lang="en-US" sz="1200" b="1" dirty="0">
                <a:solidFill>
                  <a:schemeClr val="accent5"/>
                </a:solidFill>
              </a:rPr>
              <a:t>Title Goes Here</a:t>
            </a:r>
            <a:endParaRPr lang="en-US" sz="1200" dirty="0">
              <a:solidFill>
                <a:schemeClr val="accent5"/>
              </a:solidFill>
            </a:endParaRPr>
          </a:p>
          <a:p>
            <a:pPr algn="ctr" rtl="1"/>
            <a:r>
              <a:rPr lang="en-US" sz="1000" dirty="0">
                <a:solidFill>
                  <a:schemeClr val="tx1">
                    <a:lumMod val="65000"/>
                    <a:lumOff val="35000"/>
                  </a:schemeClr>
                </a:solidFill>
              </a:rPr>
              <a:t>There are many variations of passages of Lorem Ipsum available but the suffered</a:t>
            </a:r>
            <a:br>
              <a:rPr lang="en-US" sz="1000" dirty="0">
                <a:solidFill>
                  <a:schemeClr val="tx1">
                    <a:lumMod val="65000"/>
                    <a:lumOff val="35000"/>
                  </a:schemeClr>
                </a:solidFill>
              </a:rPr>
            </a:br>
            <a:r>
              <a:rPr lang="en-US" sz="1000" dirty="0">
                <a:solidFill>
                  <a:schemeClr val="tx1">
                    <a:lumMod val="65000"/>
                    <a:lumOff val="35000"/>
                  </a:schemeClr>
                </a:solidFill>
              </a:rPr>
              <a:t> alteration in</a:t>
            </a:r>
          </a:p>
        </p:txBody>
      </p:sp>
      <p:sp>
        <p:nvSpPr>
          <p:cNvPr id="33" name="TextBox 32"/>
          <p:cNvSpPr txBox="1"/>
          <p:nvPr/>
        </p:nvSpPr>
        <p:spPr>
          <a:xfrm>
            <a:off x="7299335" y="3049233"/>
            <a:ext cx="1027807" cy="400110"/>
          </a:xfrm>
          <a:prstGeom prst="rect">
            <a:avLst/>
          </a:prstGeom>
          <a:noFill/>
        </p:spPr>
        <p:txBody>
          <a:bodyPr wrap="square" rtlCol="0">
            <a:spAutoFit/>
          </a:bodyPr>
          <a:lstStyle/>
          <a:p>
            <a:pPr algn="ctr" rtl="1"/>
            <a:r>
              <a:rPr lang="en-US" b="1" dirty="0">
                <a:solidFill>
                  <a:schemeClr val="accent5"/>
                </a:solidFill>
              </a:rPr>
              <a:t>45%</a:t>
            </a:r>
            <a:endParaRPr lang="en-US" dirty="0">
              <a:solidFill>
                <a:schemeClr val="accent5"/>
              </a:solidFill>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Effect transition="in" filter="fade">
                                      <p:cBhvr>
                                        <p:cTn id="9" dur="1000"/>
                                        <p:tgtEl>
                                          <p:spTgt spid="6"/>
                                        </p:tgtEl>
                                      </p:cBhvr>
                                    </p:animEffect>
                                  </p:childTnLst>
                                </p:cTn>
                              </p:par>
                            </p:childTnLst>
                          </p:cTn>
                        </p:par>
                        <p:par>
                          <p:cTn id="10" fill="hold">
                            <p:stCondLst>
                              <p:cond delay="1000"/>
                            </p:stCondLst>
                            <p:childTnLst>
                              <p:par>
                                <p:cTn id="11" presetID="22" presetClass="entr" presetSubtype="4" fill="hold" grpId="0" nodeType="after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500"/>
                                        <p:tgtEl>
                                          <p:spTgt spid="5"/>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par>
                                <p:cTn id="20" presetID="2" presetClass="entr" presetSubtype="4" accel="50000" decel="50000" fill="hold" grpId="0" nodeType="with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additive="base">
                                        <p:cTn id="22" dur="500" fill="hold"/>
                                        <p:tgtEl>
                                          <p:spTgt spid="23"/>
                                        </p:tgtEl>
                                        <p:attrNameLst>
                                          <p:attrName>ppt_x</p:attrName>
                                        </p:attrNameLst>
                                      </p:cBhvr>
                                      <p:tavLst>
                                        <p:tav tm="0">
                                          <p:val>
                                            <p:strVal val="#ppt_x"/>
                                          </p:val>
                                        </p:tav>
                                        <p:tav tm="100000">
                                          <p:val>
                                            <p:strVal val="#ppt_x"/>
                                          </p:val>
                                        </p:tav>
                                      </p:tavLst>
                                    </p:anim>
                                    <p:anim calcmode="lin" valueType="num">
                                      <p:cBhvr additive="base">
                                        <p:cTn id="23" dur="500" fill="hold"/>
                                        <p:tgtEl>
                                          <p:spTgt spid="2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1000" fill="hold"/>
                                        <p:tgtEl>
                                          <p:spTgt spid="10"/>
                                        </p:tgtEl>
                                        <p:attrNameLst>
                                          <p:attrName>ppt_w</p:attrName>
                                        </p:attrNameLst>
                                      </p:cBhvr>
                                      <p:tavLst>
                                        <p:tav tm="0">
                                          <p:val>
                                            <p:fltVal val="0"/>
                                          </p:val>
                                        </p:tav>
                                        <p:tav tm="100000">
                                          <p:val>
                                            <p:strVal val="#ppt_w"/>
                                          </p:val>
                                        </p:tav>
                                      </p:tavLst>
                                    </p:anim>
                                    <p:anim calcmode="lin" valueType="num">
                                      <p:cBhvr>
                                        <p:cTn id="28" dur="1000" fill="hold"/>
                                        <p:tgtEl>
                                          <p:spTgt spid="10"/>
                                        </p:tgtEl>
                                        <p:attrNameLst>
                                          <p:attrName>ppt_h</p:attrName>
                                        </p:attrNameLst>
                                      </p:cBhvr>
                                      <p:tavLst>
                                        <p:tav tm="0">
                                          <p:val>
                                            <p:fltVal val="0"/>
                                          </p:val>
                                        </p:tav>
                                        <p:tav tm="100000">
                                          <p:val>
                                            <p:strVal val="#ppt_h"/>
                                          </p:val>
                                        </p:tav>
                                      </p:tavLst>
                                    </p:anim>
                                    <p:animEffect transition="in" filter="fade">
                                      <p:cBhvr>
                                        <p:cTn id="29" dur="1000"/>
                                        <p:tgtEl>
                                          <p:spTgt spid="10"/>
                                        </p:tgtEl>
                                      </p:cBhvr>
                                    </p:animEffect>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down)">
                                      <p:cBhvr>
                                        <p:cTn id="33" dur="500"/>
                                        <p:tgtEl>
                                          <p:spTgt spid="9"/>
                                        </p:tgtEl>
                                      </p:cBhvr>
                                    </p:animEffect>
                                  </p:childTnLst>
                                </p:cTn>
                              </p:par>
                            </p:childTnLst>
                          </p:cTn>
                        </p:par>
                        <p:par>
                          <p:cTn id="34" fill="hold">
                            <p:stCondLst>
                              <p:cond delay="3500"/>
                            </p:stCondLst>
                            <p:childTnLst>
                              <p:par>
                                <p:cTn id="35" presetID="53" presetClass="entr" presetSubtype="0" fill="hold" grpId="0" nodeType="afterEffect">
                                  <p:stCondLst>
                                    <p:cond delay="0"/>
                                  </p:stCondLst>
                                  <p:childTnLst>
                                    <p:set>
                                      <p:cBhvr>
                                        <p:cTn id="36" dur="1" fill="hold">
                                          <p:stCondLst>
                                            <p:cond delay="0"/>
                                          </p:stCondLst>
                                        </p:cTn>
                                        <p:tgtEl>
                                          <p:spTgt spid="28"/>
                                        </p:tgtEl>
                                        <p:attrNameLst>
                                          <p:attrName>style.visibility</p:attrName>
                                        </p:attrNameLst>
                                      </p:cBhvr>
                                      <p:to>
                                        <p:strVal val="visible"/>
                                      </p:to>
                                    </p:set>
                                    <p:anim calcmode="lin" valueType="num">
                                      <p:cBhvr>
                                        <p:cTn id="37" dur="500" fill="hold"/>
                                        <p:tgtEl>
                                          <p:spTgt spid="28"/>
                                        </p:tgtEl>
                                        <p:attrNameLst>
                                          <p:attrName>ppt_w</p:attrName>
                                        </p:attrNameLst>
                                      </p:cBhvr>
                                      <p:tavLst>
                                        <p:tav tm="0">
                                          <p:val>
                                            <p:fltVal val="0"/>
                                          </p:val>
                                        </p:tav>
                                        <p:tav tm="100000">
                                          <p:val>
                                            <p:strVal val="#ppt_w"/>
                                          </p:val>
                                        </p:tav>
                                      </p:tavLst>
                                    </p:anim>
                                    <p:anim calcmode="lin" valueType="num">
                                      <p:cBhvr>
                                        <p:cTn id="38" dur="500" fill="hold"/>
                                        <p:tgtEl>
                                          <p:spTgt spid="28"/>
                                        </p:tgtEl>
                                        <p:attrNameLst>
                                          <p:attrName>ppt_h</p:attrName>
                                        </p:attrNameLst>
                                      </p:cBhvr>
                                      <p:tavLst>
                                        <p:tav tm="0">
                                          <p:val>
                                            <p:fltVal val="0"/>
                                          </p:val>
                                        </p:tav>
                                        <p:tav tm="100000">
                                          <p:val>
                                            <p:strVal val="#ppt_h"/>
                                          </p:val>
                                        </p:tav>
                                      </p:tavLst>
                                    </p:anim>
                                    <p:animEffect transition="in" filter="fade">
                                      <p:cBhvr>
                                        <p:cTn id="39" dur="500"/>
                                        <p:tgtEl>
                                          <p:spTgt spid="28"/>
                                        </p:tgtEl>
                                      </p:cBhvr>
                                    </p:animEffect>
                                  </p:childTnLst>
                                </p:cTn>
                              </p:par>
                              <p:par>
                                <p:cTn id="40" presetID="2" presetClass="entr" presetSubtype="4" accel="50000" decel="50000" fill="hold" grpId="0" nodeType="with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additive="base">
                                        <p:cTn id="42" dur="500" fill="hold"/>
                                        <p:tgtEl>
                                          <p:spTgt spid="24"/>
                                        </p:tgtEl>
                                        <p:attrNameLst>
                                          <p:attrName>ppt_x</p:attrName>
                                        </p:attrNameLst>
                                      </p:cBhvr>
                                      <p:tavLst>
                                        <p:tav tm="0">
                                          <p:val>
                                            <p:strVal val="#ppt_x"/>
                                          </p:val>
                                        </p:tav>
                                        <p:tav tm="100000">
                                          <p:val>
                                            <p:strVal val="#ppt_x"/>
                                          </p:val>
                                        </p:tav>
                                      </p:tavLst>
                                    </p:anim>
                                    <p:anim calcmode="lin" valueType="num">
                                      <p:cBhvr additive="base">
                                        <p:cTn id="43" dur="500" fill="hold"/>
                                        <p:tgtEl>
                                          <p:spTgt spid="24"/>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1000" fill="hold"/>
                                        <p:tgtEl>
                                          <p:spTgt spid="12"/>
                                        </p:tgtEl>
                                        <p:attrNameLst>
                                          <p:attrName>ppt_w</p:attrName>
                                        </p:attrNameLst>
                                      </p:cBhvr>
                                      <p:tavLst>
                                        <p:tav tm="0">
                                          <p:val>
                                            <p:fltVal val="0"/>
                                          </p:val>
                                        </p:tav>
                                        <p:tav tm="100000">
                                          <p:val>
                                            <p:strVal val="#ppt_w"/>
                                          </p:val>
                                        </p:tav>
                                      </p:tavLst>
                                    </p:anim>
                                    <p:anim calcmode="lin" valueType="num">
                                      <p:cBhvr>
                                        <p:cTn id="48" dur="1000" fill="hold"/>
                                        <p:tgtEl>
                                          <p:spTgt spid="12"/>
                                        </p:tgtEl>
                                        <p:attrNameLst>
                                          <p:attrName>ppt_h</p:attrName>
                                        </p:attrNameLst>
                                      </p:cBhvr>
                                      <p:tavLst>
                                        <p:tav tm="0">
                                          <p:val>
                                            <p:fltVal val="0"/>
                                          </p:val>
                                        </p:tav>
                                        <p:tav tm="100000">
                                          <p:val>
                                            <p:strVal val="#ppt_h"/>
                                          </p:val>
                                        </p:tav>
                                      </p:tavLst>
                                    </p:anim>
                                    <p:animEffect transition="in" filter="fade">
                                      <p:cBhvr>
                                        <p:cTn id="49" dur="1000"/>
                                        <p:tgtEl>
                                          <p:spTgt spid="12"/>
                                        </p:tgtEl>
                                      </p:cBhvr>
                                    </p:animEffect>
                                  </p:childTnLst>
                                </p:cTn>
                              </p:par>
                            </p:childTnLst>
                          </p:cTn>
                        </p:par>
                        <p:par>
                          <p:cTn id="50" fill="hold">
                            <p:stCondLst>
                              <p:cond delay="5000"/>
                            </p:stCondLst>
                            <p:childTnLst>
                              <p:par>
                                <p:cTn id="51" presetID="22" presetClass="entr" presetSubtype="4" fill="hold" grpId="0" nodeType="after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wipe(down)">
                                      <p:cBhvr>
                                        <p:cTn id="53" dur="500"/>
                                        <p:tgtEl>
                                          <p:spTgt spid="11"/>
                                        </p:tgtEl>
                                      </p:cBhvr>
                                    </p:animEffect>
                                  </p:childTnLst>
                                </p:cTn>
                              </p:par>
                            </p:childTnLst>
                          </p:cTn>
                        </p:par>
                        <p:par>
                          <p:cTn id="54" fill="hold">
                            <p:stCondLst>
                              <p:cond delay="5500"/>
                            </p:stCondLst>
                            <p:childTnLst>
                              <p:par>
                                <p:cTn id="55" presetID="53" presetClass="entr" presetSubtype="0" fill="hold" grpId="0" nodeType="after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p:cTn id="57" dur="500" fill="hold"/>
                                        <p:tgtEl>
                                          <p:spTgt spid="29"/>
                                        </p:tgtEl>
                                        <p:attrNameLst>
                                          <p:attrName>ppt_w</p:attrName>
                                        </p:attrNameLst>
                                      </p:cBhvr>
                                      <p:tavLst>
                                        <p:tav tm="0">
                                          <p:val>
                                            <p:fltVal val="0"/>
                                          </p:val>
                                        </p:tav>
                                        <p:tav tm="100000">
                                          <p:val>
                                            <p:strVal val="#ppt_w"/>
                                          </p:val>
                                        </p:tav>
                                      </p:tavLst>
                                    </p:anim>
                                    <p:anim calcmode="lin" valueType="num">
                                      <p:cBhvr>
                                        <p:cTn id="58" dur="500" fill="hold"/>
                                        <p:tgtEl>
                                          <p:spTgt spid="29"/>
                                        </p:tgtEl>
                                        <p:attrNameLst>
                                          <p:attrName>ppt_h</p:attrName>
                                        </p:attrNameLst>
                                      </p:cBhvr>
                                      <p:tavLst>
                                        <p:tav tm="0">
                                          <p:val>
                                            <p:fltVal val="0"/>
                                          </p:val>
                                        </p:tav>
                                        <p:tav tm="100000">
                                          <p:val>
                                            <p:strVal val="#ppt_h"/>
                                          </p:val>
                                        </p:tav>
                                      </p:tavLst>
                                    </p:anim>
                                    <p:animEffect transition="in" filter="fade">
                                      <p:cBhvr>
                                        <p:cTn id="59" dur="500"/>
                                        <p:tgtEl>
                                          <p:spTgt spid="29"/>
                                        </p:tgtEl>
                                      </p:cBhvr>
                                    </p:animEffect>
                                  </p:childTnLst>
                                </p:cTn>
                              </p:par>
                              <p:par>
                                <p:cTn id="60" presetID="2" presetClass="entr" presetSubtype="4" accel="50000" decel="50000"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500" fill="hold"/>
                                        <p:tgtEl>
                                          <p:spTgt spid="25"/>
                                        </p:tgtEl>
                                        <p:attrNameLst>
                                          <p:attrName>ppt_x</p:attrName>
                                        </p:attrNameLst>
                                      </p:cBhvr>
                                      <p:tavLst>
                                        <p:tav tm="0">
                                          <p:val>
                                            <p:strVal val="#ppt_x"/>
                                          </p:val>
                                        </p:tav>
                                        <p:tav tm="100000">
                                          <p:val>
                                            <p:strVal val="#ppt_x"/>
                                          </p:val>
                                        </p:tav>
                                      </p:tavLst>
                                    </p:anim>
                                    <p:anim calcmode="lin" valueType="num">
                                      <p:cBhvr additive="base">
                                        <p:cTn id="63" dur="500" fill="hold"/>
                                        <p:tgtEl>
                                          <p:spTgt spid="25"/>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Effect transition="in" filter="fade">
                                      <p:cBhvr>
                                        <p:cTn id="69" dur="1000"/>
                                        <p:tgtEl>
                                          <p:spTgt spid="14"/>
                                        </p:tgtEl>
                                      </p:cBhvr>
                                    </p:animEffect>
                                  </p:childTnLst>
                                </p:cTn>
                              </p:par>
                            </p:childTnLst>
                          </p:cTn>
                        </p:par>
                        <p:par>
                          <p:cTn id="70" fill="hold">
                            <p:stCondLst>
                              <p:cond delay="7000"/>
                            </p:stCondLst>
                            <p:childTnLst>
                              <p:par>
                                <p:cTn id="71" presetID="22" presetClass="entr" presetSubtype="4" fill="hold" grpId="0" nodeType="after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wipe(down)">
                                      <p:cBhvr>
                                        <p:cTn id="73" dur="500"/>
                                        <p:tgtEl>
                                          <p:spTgt spid="13"/>
                                        </p:tgtEl>
                                      </p:cBhvr>
                                    </p:animEffect>
                                  </p:childTnLst>
                                </p:cTn>
                              </p:par>
                            </p:childTnLst>
                          </p:cTn>
                        </p:par>
                        <p:par>
                          <p:cTn id="74" fill="hold">
                            <p:stCondLst>
                              <p:cond delay="7500"/>
                            </p:stCondLst>
                            <p:childTnLst>
                              <p:par>
                                <p:cTn id="75" presetID="53" presetClass="entr" presetSubtype="0" fill="hold" grpId="0" nodeType="afterEffect">
                                  <p:stCondLst>
                                    <p:cond delay="0"/>
                                  </p:stCondLst>
                                  <p:childTnLst>
                                    <p:set>
                                      <p:cBhvr>
                                        <p:cTn id="76" dur="1" fill="hold">
                                          <p:stCondLst>
                                            <p:cond delay="0"/>
                                          </p:stCondLst>
                                        </p:cTn>
                                        <p:tgtEl>
                                          <p:spTgt spid="31"/>
                                        </p:tgtEl>
                                        <p:attrNameLst>
                                          <p:attrName>style.visibility</p:attrName>
                                        </p:attrNameLst>
                                      </p:cBhvr>
                                      <p:to>
                                        <p:strVal val="visible"/>
                                      </p:to>
                                    </p:set>
                                    <p:anim calcmode="lin" valueType="num">
                                      <p:cBhvr>
                                        <p:cTn id="77" dur="500" fill="hold"/>
                                        <p:tgtEl>
                                          <p:spTgt spid="31"/>
                                        </p:tgtEl>
                                        <p:attrNameLst>
                                          <p:attrName>ppt_w</p:attrName>
                                        </p:attrNameLst>
                                      </p:cBhvr>
                                      <p:tavLst>
                                        <p:tav tm="0">
                                          <p:val>
                                            <p:fltVal val="0"/>
                                          </p:val>
                                        </p:tav>
                                        <p:tav tm="100000">
                                          <p:val>
                                            <p:strVal val="#ppt_w"/>
                                          </p:val>
                                        </p:tav>
                                      </p:tavLst>
                                    </p:anim>
                                    <p:anim calcmode="lin" valueType="num">
                                      <p:cBhvr>
                                        <p:cTn id="78" dur="500" fill="hold"/>
                                        <p:tgtEl>
                                          <p:spTgt spid="31"/>
                                        </p:tgtEl>
                                        <p:attrNameLst>
                                          <p:attrName>ppt_h</p:attrName>
                                        </p:attrNameLst>
                                      </p:cBhvr>
                                      <p:tavLst>
                                        <p:tav tm="0">
                                          <p:val>
                                            <p:fltVal val="0"/>
                                          </p:val>
                                        </p:tav>
                                        <p:tav tm="100000">
                                          <p:val>
                                            <p:strVal val="#ppt_h"/>
                                          </p:val>
                                        </p:tav>
                                      </p:tavLst>
                                    </p:anim>
                                    <p:animEffect transition="in" filter="fade">
                                      <p:cBhvr>
                                        <p:cTn id="79" dur="500"/>
                                        <p:tgtEl>
                                          <p:spTgt spid="31"/>
                                        </p:tgtEl>
                                      </p:cBhvr>
                                    </p:animEffect>
                                  </p:childTnLst>
                                </p:cTn>
                              </p:par>
                              <p:par>
                                <p:cTn id="80" presetID="2" presetClass="entr" presetSubtype="4" accel="50000" decel="50000"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500" fill="hold"/>
                                        <p:tgtEl>
                                          <p:spTgt spid="26"/>
                                        </p:tgtEl>
                                        <p:attrNameLst>
                                          <p:attrName>ppt_x</p:attrName>
                                        </p:attrNameLst>
                                      </p:cBhvr>
                                      <p:tavLst>
                                        <p:tav tm="0">
                                          <p:val>
                                            <p:strVal val="#ppt_x"/>
                                          </p:val>
                                        </p:tav>
                                        <p:tav tm="100000">
                                          <p:val>
                                            <p:strVal val="#ppt_x"/>
                                          </p:val>
                                        </p:tav>
                                      </p:tavLst>
                                    </p:anim>
                                    <p:anim calcmode="lin" valueType="num">
                                      <p:cBhvr additive="base">
                                        <p:cTn id="83" dur="500" fill="hold"/>
                                        <p:tgtEl>
                                          <p:spTgt spid="26"/>
                                        </p:tgtEl>
                                        <p:attrNameLst>
                                          <p:attrName>ppt_y</p:attrName>
                                        </p:attrNameLst>
                                      </p:cBhvr>
                                      <p:tavLst>
                                        <p:tav tm="0">
                                          <p:val>
                                            <p:strVal val="1+#ppt_h/2"/>
                                          </p:val>
                                        </p:tav>
                                        <p:tav tm="100000">
                                          <p:val>
                                            <p:strVal val="#ppt_y"/>
                                          </p:val>
                                        </p:tav>
                                      </p:tavLst>
                                    </p:anim>
                                  </p:childTnLst>
                                </p:cTn>
                              </p:par>
                            </p:childTnLst>
                          </p:cTn>
                        </p:par>
                        <p:par>
                          <p:cTn id="84" fill="hold">
                            <p:stCondLst>
                              <p:cond delay="8000"/>
                            </p:stCondLst>
                            <p:childTnLst>
                              <p:par>
                                <p:cTn id="85" presetID="53" presetClass="entr" presetSubtype="0" fill="hold" grpId="0" nodeType="afterEffect">
                                  <p:stCondLst>
                                    <p:cond delay="0"/>
                                  </p:stCondLst>
                                  <p:childTnLst>
                                    <p:set>
                                      <p:cBhvr>
                                        <p:cTn id="86" dur="1" fill="hold">
                                          <p:stCondLst>
                                            <p:cond delay="0"/>
                                          </p:stCondLst>
                                        </p:cTn>
                                        <p:tgtEl>
                                          <p:spTgt spid="16"/>
                                        </p:tgtEl>
                                        <p:attrNameLst>
                                          <p:attrName>style.visibility</p:attrName>
                                        </p:attrNameLst>
                                      </p:cBhvr>
                                      <p:to>
                                        <p:strVal val="visible"/>
                                      </p:to>
                                    </p:set>
                                    <p:anim calcmode="lin" valueType="num">
                                      <p:cBhvr>
                                        <p:cTn id="87" dur="1000" fill="hold"/>
                                        <p:tgtEl>
                                          <p:spTgt spid="16"/>
                                        </p:tgtEl>
                                        <p:attrNameLst>
                                          <p:attrName>ppt_w</p:attrName>
                                        </p:attrNameLst>
                                      </p:cBhvr>
                                      <p:tavLst>
                                        <p:tav tm="0">
                                          <p:val>
                                            <p:fltVal val="0"/>
                                          </p:val>
                                        </p:tav>
                                        <p:tav tm="100000">
                                          <p:val>
                                            <p:strVal val="#ppt_w"/>
                                          </p:val>
                                        </p:tav>
                                      </p:tavLst>
                                    </p:anim>
                                    <p:anim calcmode="lin" valueType="num">
                                      <p:cBhvr>
                                        <p:cTn id="88" dur="1000" fill="hold"/>
                                        <p:tgtEl>
                                          <p:spTgt spid="16"/>
                                        </p:tgtEl>
                                        <p:attrNameLst>
                                          <p:attrName>ppt_h</p:attrName>
                                        </p:attrNameLst>
                                      </p:cBhvr>
                                      <p:tavLst>
                                        <p:tav tm="0">
                                          <p:val>
                                            <p:fltVal val="0"/>
                                          </p:val>
                                        </p:tav>
                                        <p:tav tm="100000">
                                          <p:val>
                                            <p:strVal val="#ppt_h"/>
                                          </p:val>
                                        </p:tav>
                                      </p:tavLst>
                                    </p:anim>
                                    <p:animEffect transition="in" filter="fade">
                                      <p:cBhvr>
                                        <p:cTn id="89" dur="1000"/>
                                        <p:tgtEl>
                                          <p:spTgt spid="16"/>
                                        </p:tgtEl>
                                      </p:cBhvr>
                                    </p:animEffect>
                                  </p:childTnLst>
                                </p:cTn>
                              </p:par>
                            </p:childTnLst>
                          </p:cTn>
                        </p:par>
                        <p:par>
                          <p:cTn id="90" fill="hold">
                            <p:stCondLst>
                              <p:cond delay="9000"/>
                            </p:stCondLst>
                            <p:childTnLst>
                              <p:par>
                                <p:cTn id="91" presetID="22" presetClass="entr" presetSubtype="4" fill="hold" grpId="0" nodeType="after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wipe(down)">
                                      <p:cBhvr>
                                        <p:cTn id="93" dur="500"/>
                                        <p:tgtEl>
                                          <p:spTgt spid="15"/>
                                        </p:tgtEl>
                                      </p:cBhvr>
                                    </p:animEffect>
                                  </p:childTnLst>
                                </p:cTn>
                              </p:par>
                            </p:childTnLst>
                          </p:cTn>
                        </p:par>
                        <p:par>
                          <p:cTn id="94" fill="hold">
                            <p:stCondLst>
                              <p:cond delay="9500"/>
                            </p:stCondLst>
                            <p:childTnLst>
                              <p:par>
                                <p:cTn id="95" presetID="53" presetClass="entr" presetSubtype="0" fill="hold" grpId="0" nodeType="after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p:cTn id="97" dur="500" fill="hold"/>
                                        <p:tgtEl>
                                          <p:spTgt spid="33"/>
                                        </p:tgtEl>
                                        <p:attrNameLst>
                                          <p:attrName>ppt_w</p:attrName>
                                        </p:attrNameLst>
                                      </p:cBhvr>
                                      <p:tavLst>
                                        <p:tav tm="0">
                                          <p:val>
                                            <p:fltVal val="0"/>
                                          </p:val>
                                        </p:tav>
                                        <p:tav tm="100000">
                                          <p:val>
                                            <p:strVal val="#ppt_w"/>
                                          </p:val>
                                        </p:tav>
                                      </p:tavLst>
                                    </p:anim>
                                    <p:anim calcmode="lin" valueType="num">
                                      <p:cBhvr>
                                        <p:cTn id="98" dur="500" fill="hold"/>
                                        <p:tgtEl>
                                          <p:spTgt spid="33"/>
                                        </p:tgtEl>
                                        <p:attrNameLst>
                                          <p:attrName>ppt_h</p:attrName>
                                        </p:attrNameLst>
                                      </p:cBhvr>
                                      <p:tavLst>
                                        <p:tav tm="0">
                                          <p:val>
                                            <p:fltVal val="0"/>
                                          </p:val>
                                        </p:tav>
                                        <p:tav tm="100000">
                                          <p:val>
                                            <p:strVal val="#ppt_h"/>
                                          </p:val>
                                        </p:tav>
                                      </p:tavLst>
                                    </p:anim>
                                    <p:animEffect transition="in" filter="fade">
                                      <p:cBhvr>
                                        <p:cTn id="99" dur="500"/>
                                        <p:tgtEl>
                                          <p:spTgt spid="33"/>
                                        </p:tgtEl>
                                      </p:cBhvr>
                                    </p:animEffect>
                                  </p:childTnLst>
                                </p:cTn>
                              </p:par>
                              <p:par>
                                <p:cTn id="100" presetID="2" presetClass="entr" presetSubtype="4" accel="50000" decel="50000" fill="hold" grpId="0" nodeType="withEffect">
                                  <p:stCondLst>
                                    <p:cond delay="0"/>
                                  </p:stCondLst>
                                  <p:childTnLst>
                                    <p:set>
                                      <p:cBhvr>
                                        <p:cTn id="101" dur="1" fill="hold">
                                          <p:stCondLst>
                                            <p:cond delay="0"/>
                                          </p:stCondLst>
                                        </p:cTn>
                                        <p:tgtEl>
                                          <p:spTgt spid="32"/>
                                        </p:tgtEl>
                                        <p:attrNameLst>
                                          <p:attrName>style.visibility</p:attrName>
                                        </p:attrNameLst>
                                      </p:cBhvr>
                                      <p:to>
                                        <p:strVal val="visible"/>
                                      </p:to>
                                    </p:set>
                                    <p:anim calcmode="lin" valueType="num">
                                      <p:cBhvr additive="base">
                                        <p:cTn id="102" dur="500" fill="hold"/>
                                        <p:tgtEl>
                                          <p:spTgt spid="32"/>
                                        </p:tgtEl>
                                        <p:attrNameLst>
                                          <p:attrName>ppt_x</p:attrName>
                                        </p:attrNameLst>
                                      </p:cBhvr>
                                      <p:tavLst>
                                        <p:tav tm="0">
                                          <p:val>
                                            <p:strVal val="#ppt_x"/>
                                          </p:val>
                                        </p:tav>
                                        <p:tav tm="100000">
                                          <p:val>
                                            <p:strVal val="#ppt_x"/>
                                          </p:val>
                                        </p:tav>
                                      </p:tavLst>
                                    </p:anim>
                                    <p:anim calcmode="lin" valueType="num">
                                      <p:cBhvr additive="base">
                                        <p:cTn id="103"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1" grpId="0" animBg="1"/>
      <p:bldP spid="12" grpId="0" animBg="1"/>
      <p:bldP spid="13" grpId="0" animBg="1"/>
      <p:bldP spid="14" grpId="0" animBg="1"/>
      <p:bldP spid="15" grpId="0" animBg="1"/>
      <p:bldP spid="16" grpId="0" animBg="1"/>
      <p:bldP spid="23" grpId="0"/>
      <p:bldP spid="24" grpId="0"/>
      <p:bldP spid="25" grpId="0"/>
      <p:bldP spid="26" grpId="0"/>
      <p:bldP spid="27" grpId="0"/>
      <p:bldP spid="28" grpId="0"/>
      <p:bldP spid="29" grpId="0"/>
      <p:bldP spid="31" grpId="0"/>
      <p:bldP spid="32" grpId="0"/>
      <p:bldP spid="33"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Project Yearly Timeline</a:t>
            </a:r>
            <a:endParaRPr lang="en-US" dirty="0"/>
          </a:p>
        </p:txBody>
      </p:sp>
      <p:sp>
        <p:nvSpPr>
          <p:cNvPr id="4" name="Text Placeholder 3"/>
          <p:cNvSpPr>
            <a:spLocks noGrp="1"/>
          </p:cNvSpPr>
          <p:nvPr>
            <p:ph type="body" sz="half" idx="2"/>
          </p:nvPr>
        </p:nvSpPr>
        <p:spPr/>
        <p:txBody>
          <a:bodyPr/>
          <a:lstStyle/>
          <a:p>
            <a:r>
              <a:rPr lang="en-US"/>
              <a:t>Project Yearly Timeline</a:t>
            </a:r>
            <a:endParaRPr lang="en-US" dirty="0"/>
          </a:p>
        </p:txBody>
      </p:sp>
      <p:sp>
        <p:nvSpPr>
          <p:cNvPr id="49" name="Slide Number Placeholder 48"/>
          <p:cNvSpPr>
            <a:spLocks noGrp="1"/>
          </p:cNvSpPr>
          <p:nvPr>
            <p:ph type="sldNum" sz="quarter" idx="12"/>
          </p:nvPr>
        </p:nvSpPr>
        <p:spPr/>
        <p:txBody>
          <a:bodyPr/>
          <a:lstStyle/>
          <a:p>
            <a:fld id="{C136B7D2-B98C-44FD-8D04-7EC62A564975}" type="slidenum">
              <a:rPr lang="en-US" smtClean="0"/>
              <a:pPr/>
              <a:t>310</a:t>
            </a:fld>
            <a:endParaRPr lang="en-US" dirty="0"/>
          </a:p>
        </p:txBody>
      </p:sp>
      <p:graphicFrame>
        <p:nvGraphicFramePr>
          <p:cNvPr id="62" name="Chart 61"/>
          <p:cNvGraphicFramePr/>
          <p:nvPr/>
        </p:nvGraphicFramePr>
        <p:xfrm>
          <a:off x="595958" y="1247246"/>
          <a:ext cx="1871368" cy="1980688"/>
        </p:xfrm>
        <a:graphic>
          <a:graphicData uri="http://schemas.openxmlformats.org/drawingml/2006/chart">
            <c:chart xmlns:c="http://schemas.openxmlformats.org/drawingml/2006/chart" xmlns:r="http://schemas.openxmlformats.org/officeDocument/2006/relationships" r:id="rId3"/>
          </a:graphicData>
        </a:graphic>
      </p:graphicFrame>
      <p:sp>
        <p:nvSpPr>
          <p:cNvPr id="68" name="TextBox 67"/>
          <p:cNvSpPr txBox="1"/>
          <p:nvPr/>
        </p:nvSpPr>
        <p:spPr>
          <a:xfrm>
            <a:off x="1211641" y="2068311"/>
            <a:ext cx="640002" cy="338554"/>
          </a:xfrm>
          <a:prstGeom prst="rect">
            <a:avLst/>
          </a:prstGeom>
          <a:noFill/>
        </p:spPr>
        <p:txBody>
          <a:bodyPr wrap="square" rtlCol="0" anchor="ctr">
            <a:spAutoFit/>
          </a:bodyPr>
          <a:lstStyle/>
          <a:p>
            <a:pPr algn="ctr"/>
            <a:r>
              <a:rPr lang="en-US" sz="1600" b="1" dirty="0">
                <a:solidFill>
                  <a:schemeClr val="accent1"/>
                </a:solidFill>
              </a:rPr>
              <a:t>50%</a:t>
            </a:r>
            <a:endParaRPr lang="en-US" sz="1200" b="1" dirty="0">
              <a:solidFill>
                <a:schemeClr val="accent1"/>
              </a:solidFill>
            </a:endParaRPr>
          </a:p>
        </p:txBody>
      </p:sp>
      <p:sp>
        <p:nvSpPr>
          <p:cNvPr id="50" name="TextBox 49"/>
          <p:cNvSpPr txBox="1"/>
          <p:nvPr/>
        </p:nvSpPr>
        <p:spPr>
          <a:xfrm>
            <a:off x="1304015" y="3237424"/>
            <a:ext cx="455254" cy="246221"/>
          </a:xfrm>
          <a:prstGeom prst="rect">
            <a:avLst/>
          </a:prstGeom>
          <a:noFill/>
        </p:spPr>
        <p:txBody>
          <a:bodyPr wrap="none" lIns="0" tIns="0" rIns="0" bIns="0" rtlCol="0">
            <a:spAutoFit/>
          </a:bodyPr>
          <a:lstStyle/>
          <a:p>
            <a:pPr algn="ctr"/>
            <a:r>
              <a:rPr lang="en-US" sz="1600" b="1" dirty="0">
                <a:solidFill>
                  <a:schemeClr val="accent1"/>
                </a:solidFill>
              </a:rPr>
              <a:t>2001</a:t>
            </a:r>
          </a:p>
        </p:txBody>
      </p:sp>
      <p:grpSp>
        <p:nvGrpSpPr>
          <p:cNvPr id="3" name="Group 25"/>
          <p:cNvGrpSpPr/>
          <p:nvPr/>
        </p:nvGrpSpPr>
        <p:grpSpPr>
          <a:xfrm>
            <a:off x="792091" y="3578895"/>
            <a:ext cx="1479103" cy="709660"/>
            <a:chOff x="764014" y="1586047"/>
            <a:chExt cx="1544637" cy="709660"/>
          </a:xfrm>
        </p:grpSpPr>
        <p:sp>
          <p:nvSpPr>
            <p:cNvPr id="34"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459,769K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35"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aphicFrame>
        <p:nvGraphicFramePr>
          <p:cNvPr id="36" name="Chart 35"/>
          <p:cNvGraphicFramePr/>
          <p:nvPr/>
        </p:nvGraphicFramePr>
        <p:xfrm>
          <a:off x="2628900" y="1247246"/>
          <a:ext cx="1871368" cy="1980688"/>
        </p:xfrm>
        <a:graphic>
          <a:graphicData uri="http://schemas.openxmlformats.org/drawingml/2006/chart">
            <c:chart xmlns:c="http://schemas.openxmlformats.org/drawingml/2006/chart" xmlns:r="http://schemas.openxmlformats.org/officeDocument/2006/relationships" r:id="rId4"/>
          </a:graphicData>
        </a:graphic>
      </p:graphicFrame>
      <p:sp>
        <p:nvSpPr>
          <p:cNvPr id="37" name="TextBox 36"/>
          <p:cNvSpPr txBox="1"/>
          <p:nvPr/>
        </p:nvSpPr>
        <p:spPr>
          <a:xfrm>
            <a:off x="3244583" y="2068311"/>
            <a:ext cx="640002" cy="338554"/>
          </a:xfrm>
          <a:prstGeom prst="rect">
            <a:avLst/>
          </a:prstGeom>
          <a:noFill/>
        </p:spPr>
        <p:txBody>
          <a:bodyPr wrap="square" rtlCol="0" anchor="ctr">
            <a:spAutoFit/>
          </a:bodyPr>
          <a:lstStyle/>
          <a:p>
            <a:pPr algn="ctr"/>
            <a:r>
              <a:rPr lang="en-US" sz="1600" b="1" dirty="0">
                <a:solidFill>
                  <a:schemeClr val="accent2"/>
                </a:solidFill>
              </a:rPr>
              <a:t>70%</a:t>
            </a:r>
            <a:endParaRPr lang="en-US" sz="1200" b="1" dirty="0">
              <a:solidFill>
                <a:schemeClr val="accent2"/>
              </a:solidFill>
            </a:endParaRPr>
          </a:p>
        </p:txBody>
      </p:sp>
      <p:sp>
        <p:nvSpPr>
          <p:cNvPr id="38" name="TextBox 37"/>
          <p:cNvSpPr txBox="1"/>
          <p:nvPr/>
        </p:nvSpPr>
        <p:spPr>
          <a:xfrm>
            <a:off x="3336957" y="3237424"/>
            <a:ext cx="455253" cy="246221"/>
          </a:xfrm>
          <a:prstGeom prst="rect">
            <a:avLst/>
          </a:prstGeom>
          <a:noFill/>
        </p:spPr>
        <p:txBody>
          <a:bodyPr wrap="none" lIns="0" tIns="0" rIns="0" bIns="0" rtlCol="0">
            <a:spAutoFit/>
          </a:bodyPr>
          <a:lstStyle/>
          <a:p>
            <a:pPr algn="ctr"/>
            <a:r>
              <a:rPr lang="en-US" sz="1600" b="1" dirty="0">
                <a:solidFill>
                  <a:schemeClr val="accent2"/>
                </a:solidFill>
              </a:rPr>
              <a:t>2010</a:t>
            </a:r>
          </a:p>
        </p:txBody>
      </p:sp>
      <p:grpSp>
        <p:nvGrpSpPr>
          <p:cNvPr id="5" name="Group 25"/>
          <p:cNvGrpSpPr/>
          <p:nvPr/>
        </p:nvGrpSpPr>
        <p:grpSpPr>
          <a:xfrm>
            <a:off x="2820172" y="3578895"/>
            <a:ext cx="1479103" cy="709660"/>
            <a:chOff x="764014" y="1586047"/>
            <a:chExt cx="1544637" cy="709660"/>
          </a:xfrm>
        </p:grpSpPr>
        <p:sp>
          <p:nvSpPr>
            <p:cNvPr id="41"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559,769K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42"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aphicFrame>
        <p:nvGraphicFramePr>
          <p:cNvPr id="43" name="Chart 42"/>
          <p:cNvGraphicFramePr/>
          <p:nvPr/>
        </p:nvGraphicFramePr>
        <p:xfrm>
          <a:off x="4642567" y="1247246"/>
          <a:ext cx="1871368" cy="1980688"/>
        </p:xfrm>
        <a:graphic>
          <a:graphicData uri="http://schemas.openxmlformats.org/drawingml/2006/chart">
            <c:chart xmlns:c="http://schemas.openxmlformats.org/drawingml/2006/chart" xmlns:r="http://schemas.openxmlformats.org/officeDocument/2006/relationships" r:id="rId5"/>
          </a:graphicData>
        </a:graphic>
      </p:graphicFrame>
      <p:sp>
        <p:nvSpPr>
          <p:cNvPr id="44" name="TextBox 43"/>
          <p:cNvSpPr txBox="1"/>
          <p:nvPr/>
        </p:nvSpPr>
        <p:spPr>
          <a:xfrm>
            <a:off x="5258250" y="2068311"/>
            <a:ext cx="640002" cy="338554"/>
          </a:xfrm>
          <a:prstGeom prst="rect">
            <a:avLst/>
          </a:prstGeom>
          <a:noFill/>
        </p:spPr>
        <p:txBody>
          <a:bodyPr wrap="square" rtlCol="0" anchor="ctr">
            <a:spAutoFit/>
          </a:bodyPr>
          <a:lstStyle/>
          <a:p>
            <a:pPr algn="ctr"/>
            <a:r>
              <a:rPr lang="en-US" sz="1600" b="1" dirty="0">
                <a:solidFill>
                  <a:schemeClr val="accent3"/>
                </a:solidFill>
              </a:rPr>
              <a:t>80%</a:t>
            </a:r>
            <a:endParaRPr lang="en-US" sz="1200" b="1" dirty="0">
              <a:solidFill>
                <a:schemeClr val="accent3"/>
              </a:solidFill>
            </a:endParaRPr>
          </a:p>
        </p:txBody>
      </p:sp>
      <p:sp>
        <p:nvSpPr>
          <p:cNvPr id="45" name="TextBox 44"/>
          <p:cNvSpPr txBox="1"/>
          <p:nvPr/>
        </p:nvSpPr>
        <p:spPr>
          <a:xfrm>
            <a:off x="5350624" y="3237424"/>
            <a:ext cx="455253" cy="246221"/>
          </a:xfrm>
          <a:prstGeom prst="rect">
            <a:avLst/>
          </a:prstGeom>
          <a:noFill/>
        </p:spPr>
        <p:txBody>
          <a:bodyPr wrap="none" lIns="0" tIns="0" rIns="0" bIns="0" rtlCol="0">
            <a:spAutoFit/>
          </a:bodyPr>
          <a:lstStyle/>
          <a:p>
            <a:pPr algn="ctr"/>
            <a:r>
              <a:rPr lang="en-US" sz="1600" b="1" dirty="0">
                <a:solidFill>
                  <a:schemeClr val="accent3"/>
                </a:solidFill>
              </a:rPr>
              <a:t>2012</a:t>
            </a:r>
          </a:p>
        </p:txBody>
      </p:sp>
      <p:grpSp>
        <p:nvGrpSpPr>
          <p:cNvPr id="6" name="Group 25"/>
          <p:cNvGrpSpPr/>
          <p:nvPr/>
        </p:nvGrpSpPr>
        <p:grpSpPr>
          <a:xfrm>
            <a:off x="4848253" y="3578895"/>
            <a:ext cx="1479103" cy="709660"/>
            <a:chOff x="764014" y="1586047"/>
            <a:chExt cx="1544637" cy="709660"/>
          </a:xfrm>
        </p:grpSpPr>
        <p:sp>
          <p:nvSpPr>
            <p:cNvPr id="47"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48"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graphicFrame>
        <p:nvGraphicFramePr>
          <p:cNvPr id="54" name="Chart 53"/>
          <p:cNvGraphicFramePr/>
          <p:nvPr/>
        </p:nvGraphicFramePr>
        <p:xfrm>
          <a:off x="6680200" y="1247246"/>
          <a:ext cx="1871368" cy="1980688"/>
        </p:xfrm>
        <a:graphic>
          <a:graphicData uri="http://schemas.openxmlformats.org/drawingml/2006/chart">
            <c:chart xmlns:c="http://schemas.openxmlformats.org/drawingml/2006/chart" xmlns:r="http://schemas.openxmlformats.org/officeDocument/2006/relationships" r:id="rId6"/>
          </a:graphicData>
        </a:graphic>
      </p:graphicFrame>
      <p:sp>
        <p:nvSpPr>
          <p:cNvPr id="56" name="TextBox 55"/>
          <p:cNvSpPr txBox="1"/>
          <p:nvPr/>
        </p:nvSpPr>
        <p:spPr>
          <a:xfrm>
            <a:off x="7295883" y="2068311"/>
            <a:ext cx="640002" cy="338554"/>
          </a:xfrm>
          <a:prstGeom prst="rect">
            <a:avLst/>
          </a:prstGeom>
          <a:noFill/>
        </p:spPr>
        <p:txBody>
          <a:bodyPr wrap="square" rtlCol="0" anchor="ctr">
            <a:spAutoFit/>
          </a:bodyPr>
          <a:lstStyle/>
          <a:p>
            <a:pPr algn="ctr"/>
            <a:r>
              <a:rPr lang="en-US" sz="1600" b="1" dirty="0">
                <a:solidFill>
                  <a:schemeClr val="accent4"/>
                </a:solidFill>
              </a:rPr>
              <a:t>40%</a:t>
            </a:r>
            <a:endParaRPr lang="en-US" sz="1200" b="1" dirty="0">
              <a:solidFill>
                <a:schemeClr val="accent4"/>
              </a:solidFill>
            </a:endParaRPr>
          </a:p>
        </p:txBody>
      </p:sp>
      <p:sp>
        <p:nvSpPr>
          <p:cNvPr id="59" name="TextBox 58"/>
          <p:cNvSpPr txBox="1"/>
          <p:nvPr/>
        </p:nvSpPr>
        <p:spPr>
          <a:xfrm>
            <a:off x="7388257" y="3237424"/>
            <a:ext cx="455253" cy="246221"/>
          </a:xfrm>
          <a:prstGeom prst="rect">
            <a:avLst/>
          </a:prstGeom>
          <a:noFill/>
        </p:spPr>
        <p:txBody>
          <a:bodyPr wrap="none" lIns="0" tIns="0" rIns="0" bIns="0" rtlCol="0">
            <a:spAutoFit/>
          </a:bodyPr>
          <a:lstStyle/>
          <a:p>
            <a:pPr algn="ctr"/>
            <a:r>
              <a:rPr lang="en-US" sz="1600" b="1" dirty="0">
                <a:solidFill>
                  <a:schemeClr val="accent4"/>
                </a:solidFill>
              </a:rPr>
              <a:t>2015</a:t>
            </a:r>
          </a:p>
        </p:txBody>
      </p:sp>
      <p:grpSp>
        <p:nvGrpSpPr>
          <p:cNvPr id="7" name="Group 25"/>
          <p:cNvGrpSpPr/>
          <p:nvPr/>
        </p:nvGrpSpPr>
        <p:grpSpPr>
          <a:xfrm>
            <a:off x="6876333" y="3578895"/>
            <a:ext cx="1479103" cy="709660"/>
            <a:chOff x="764014" y="1586047"/>
            <a:chExt cx="1544637" cy="709660"/>
          </a:xfrm>
        </p:grpSpPr>
        <p:sp>
          <p:nvSpPr>
            <p:cNvPr id="61" name="Text Placeholder 3"/>
            <p:cNvSpPr txBox="1">
              <a:spLocks/>
            </p:cNvSpPr>
            <p:nvPr/>
          </p:nvSpPr>
          <p:spPr>
            <a:xfrm>
              <a:off x="1189809" y="1586047"/>
              <a:ext cx="693047"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50000"/>
                      <a:lumOff val="50000"/>
                    </a:schemeClr>
                  </a:solidFill>
                  <a:effectLst/>
                  <a:uLnTx/>
                  <a:uFillTx/>
                  <a:latin typeface="+mn-lt"/>
                  <a:ea typeface="+mn-ea"/>
                  <a:cs typeface="+mn-cs"/>
                </a:rPr>
                <a:t>959,769K</a:t>
              </a:r>
              <a:endParaRPr kumimoji="0" lang="en-US" sz="1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63" name="Text Placeholder 3"/>
            <p:cNvSpPr txBox="1">
              <a:spLocks/>
            </p:cNvSpPr>
            <p:nvPr/>
          </p:nvSpPr>
          <p:spPr>
            <a:xfrm>
              <a:off x="764014" y="1772487"/>
              <a:ext cx="1544637"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a:t>
              </a:r>
            </a:p>
            <a:p>
              <a:pPr lvl="0" defTabSz="914400">
                <a:spcBef>
                  <a:spcPct val="20000"/>
                </a:spcBef>
                <a:defRPr/>
              </a:pPr>
              <a:r>
                <a:rPr lang="en-US" sz="1000" dirty="0">
                  <a:solidFill>
                    <a:schemeClr val="tx1">
                      <a:lumMod val="50000"/>
                      <a:lumOff val="50000"/>
                    </a:schemeClr>
                  </a:solidFill>
                </a:rPr>
                <a:t> of passages of lorem</a:t>
              </a:r>
            </a:p>
            <a:p>
              <a:pPr lvl="0" defTabSz="914400">
                <a:spcBef>
                  <a:spcPct val="20000"/>
                </a:spcBef>
                <a:defRPr/>
              </a:pPr>
              <a:r>
                <a:rPr lang="en-US" sz="1000" dirty="0">
                  <a:solidFill>
                    <a:schemeClr val="tx1">
                      <a:lumMod val="50000"/>
                      <a:lumOff val="50000"/>
                    </a:schemeClr>
                  </a:solidFill>
                </a:rPr>
                <a:t> ipsum available</a:t>
              </a:r>
            </a:p>
          </p:txBody>
        </p:sp>
      </p:grpSp>
    </p:spTree>
    <p:extLst>
      <p:ext uri="{BB962C8B-B14F-4D97-AF65-F5344CB8AC3E}">
        <p14:creationId xmlns:p14="http://schemas.microsoft.com/office/powerpoint/2010/main" val="3497610968"/>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after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wedge">
                                      <p:cBhvr>
                                        <p:cTn id="7" dur="2000"/>
                                        <p:tgtEl>
                                          <p:spTgt spid="62"/>
                                        </p:tgtEl>
                                      </p:cBhvr>
                                    </p:animEffect>
                                  </p:childTnLst>
                                </p:cTn>
                              </p:par>
                            </p:childTnLst>
                          </p:cTn>
                        </p:par>
                        <p:par>
                          <p:cTn id="8" fill="hold">
                            <p:stCondLst>
                              <p:cond delay="2000"/>
                            </p:stCondLst>
                            <p:childTnLst>
                              <p:par>
                                <p:cTn id="9" presetID="23" presetClass="entr" presetSubtype="16" fill="hold" grpId="0" nodeType="after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p:cTn id="11" dur="500" fill="hold"/>
                                        <p:tgtEl>
                                          <p:spTgt spid="68"/>
                                        </p:tgtEl>
                                        <p:attrNameLst>
                                          <p:attrName>ppt_w</p:attrName>
                                        </p:attrNameLst>
                                      </p:cBhvr>
                                      <p:tavLst>
                                        <p:tav tm="0">
                                          <p:val>
                                            <p:fltVal val="0"/>
                                          </p:val>
                                        </p:tav>
                                        <p:tav tm="100000">
                                          <p:val>
                                            <p:strVal val="#ppt_w"/>
                                          </p:val>
                                        </p:tav>
                                      </p:tavLst>
                                    </p:anim>
                                    <p:anim calcmode="lin" valueType="num">
                                      <p:cBhvr>
                                        <p:cTn id="12" dur="500" fill="hold"/>
                                        <p:tgtEl>
                                          <p:spTgt spid="68"/>
                                        </p:tgtEl>
                                        <p:attrNameLst>
                                          <p:attrName>ppt_h</p:attrName>
                                        </p:attrNameLst>
                                      </p:cBhvr>
                                      <p:tavLst>
                                        <p:tav tm="0">
                                          <p:val>
                                            <p:fltVal val="0"/>
                                          </p:val>
                                        </p:tav>
                                        <p:tav tm="100000">
                                          <p:val>
                                            <p:strVal val="#ppt_h"/>
                                          </p:val>
                                        </p:tav>
                                      </p:tavLst>
                                    </p:anim>
                                  </p:childTnLst>
                                </p:cTn>
                              </p:par>
                            </p:childTnLst>
                          </p:cTn>
                        </p:par>
                        <p:par>
                          <p:cTn id="13" fill="hold">
                            <p:stCondLst>
                              <p:cond delay="2500"/>
                            </p:stCondLst>
                            <p:childTnLst>
                              <p:par>
                                <p:cTn id="14" presetID="23" presetClass="entr" presetSubtype="16" fill="hold" grpId="0" nodeType="afterEffect">
                                  <p:stCondLst>
                                    <p:cond delay="0"/>
                                  </p:stCondLst>
                                  <p:childTnLst>
                                    <p:set>
                                      <p:cBhvr>
                                        <p:cTn id="15" dur="1" fill="hold">
                                          <p:stCondLst>
                                            <p:cond delay="0"/>
                                          </p:stCondLst>
                                        </p:cTn>
                                        <p:tgtEl>
                                          <p:spTgt spid="50"/>
                                        </p:tgtEl>
                                        <p:attrNameLst>
                                          <p:attrName>style.visibility</p:attrName>
                                        </p:attrNameLst>
                                      </p:cBhvr>
                                      <p:to>
                                        <p:strVal val="visible"/>
                                      </p:to>
                                    </p:set>
                                    <p:anim calcmode="lin" valueType="num">
                                      <p:cBhvr>
                                        <p:cTn id="16" dur="500" fill="hold"/>
                                        <p:tgtEl>
                                          <p:spTgt spid="50"/>
                                        </p:tgtEl>
                                        <p:attrNameLst>
                                          <p:attrName>ppt_w</p:attrName>
                                        </p:attrNameLst>
                                      </p:cBhvr>
                                      <p:tavLst>
                                        <p:tav tm="0">
                                          <p:val>
                                            <p:fltVal val="0"/>
                                          </p:val>
                                        </p:tav>
                                        <p:tav tm="100000">
                                          <p:val>
                                            <p:strVal val="#ppt_w"/>
                                          </p:val>
                                        </p:tav>
                                      </p:tavLst>
                                    </p:anim>
                                    <p:anim calcmode="lin" valueType="num">
                                      <p:cBhvr>
                                        <p:cTn id="17" dur="500" fill="hold"/>
                                        <p:tgtEl>
                                          <p:spTgt spid="50"/>
                                        </p:tgtEl>
                                        <p:attrNameLst>
                                          <p:attrName>ppt_h</p:attrName>
                                        </p:attrNameLst>
                                      </p:cBhvr>
                                      <p:tavLst>
                                        <p:tav tm="0">
                                          <p:val>
                                            <p:fltVal val="0"/>
                                          </p:val>
                                        </p:tav>
                                        <p:tav tm="100000">
                                          <p:val>
                                            <p:strVal val="#ppt_h"/>
                                          </p:val>
                                        </p:tav>
                                      </p:tavLst>
                                    </p:anim>
                                  </p:childTnLst>
                                </p:cTn>
                              </p:par>
                            </p:childTnLst>
                          </p:cTn>
                        </p:par>
                        <p:par>
                          <p:cTn id="18" fill="hold">
                            <p:stCondLst>
                              <p:cond delay="3000"/>
                            </p:stCondLst>
                            <p:childTnLst>
                              <p:par>
                                <p:cTn id="19" presetID="2" presetClass="entr" presetSubtype="4" accel="50000" decel="5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1+#ppt_h/2"/>
                                          </p:val>
                                        </p:tav>
                                        <p:tav tm="100000">
                                          <p:val>
                                            <p:strVal val="#ppt_y"/>
                                          </p:val>
                                        </p:tav>
                                      </p:tavLst>
                                    </p:anim>
                                  </p:childTnLst>
                                </p:cTn>
                              </p:par>
                            </p:childTnLst>
                          </p:cTn>
                        </p:par>
                        <p:par>
                          <p:cTn id="23" fill="hold">
                            <p:stCondLst>
                              <p:cond delay="3500"/>
                            </p:stCondLst>
                            <p:childTnLst>
                              <p:par>
                                <p:cTn id="24" presetID="20" presetClass="entr" presetSubtype="0" fill="hold" grpId="0"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wedge">
                                      <p:cBhvr>
                                        <p:cTn id="26" dur="2000"/>
                                        <p:tgtEl>
                                          <p:spTgt spid="36"/>
                                        </p:tgtEl>
                                      </p:cBhvr>
                                    </p:animEffect>
                                  </p:childTnLst>
                                </p:cTn>
                              </p:par>
                            </p:childTnLst>
                          </p:cTn>
                        </p:par>
                        <p:par>
                          <p:cTn id="27" fill="hold">
                            <p:stCondLst>
                              <p:cond delay="5500"/>
                            </p:stCondLst>
                            <p:childTnLst>
                              <p:par>
                                <p:cTn id="28" presetID="23" presetClass="entr" presetSubtype="16" fill="hold" grpId="0" nodeType="afterEffect">
                                  <p:stCondLst>
                                    <p:cond delay="0"/>
                                  </p:stCondLst>
                                  <p:childTnLst>
                                    <p:set>
                                      <p:cBhvr>
                                        <p:cTn id="29" dur="1" fill="hold">
                                          <p:stCondLst>
                                            <p:cond delay="0"/>
                                          </p:stCondLst>
                                        </p:cTn>
                                        <p:tgtEl>
                                          <p:spTgt spid="37"/>
                                        </p:tgtEl>
                                        <p:attrNameLst>
                                          <p:attrName>style.visibility</p:attrName>
                                        </p:attrNameLst>
                                      </p:cBhvr>
                                      <p:to>
                                        <p:strVal val="visible"/>
                                      </p:to>
                                    </p:set>
                                    <p:anim calcmode="lin" valueType="num">
                                      <p:cBhvr>
                                        <p:cTn id="30" dur="500" fill="hold"/>
                                        <p:tgtEl>
                                          <p:spTgt spid="37"/>
                                        </p:tgtEl>
                                        <p:attrNameLst>
                                          <p:attrName>ppt_w</p:attrName>
                                        </p:attrNameLst>
                                      </p:cBhvr>
                                      <p:tavLst>
                                        <p:tav tm="0">
                                          <p:val>
                                            <p:fltVal val="0"/>
                                          </p:val>
                                        </p:tav>
                                        <p:tav tm="100000">
                                          <p:val>
                                            <p:strVal val="#ppt_w"/>
                                          </p:val>
                                        </p:tav>
                                      </p:tavLst>
                                    </p:anim>
                                    <p:anim calcmode="lin" valueType="num">
                                      <p:cBhvr>
                                        <p:cTn id="31" dur="500" fill="hold"/>
                                        <p:tgtEl>
                                          <p:spTgt spid="37"/>
                                        </p:tgtEl>
                                        <p:attrNameLst>
                                          <p:attrName>ppt_h</p:attrName>
                                        </p:attrNameLst>
                                      </p:cBhvr>
                                      <p:tavLst>
                                        <p:tav tm="0">
                                          <p:val>
                                            <p:fltVal val="0"/>
                                          </p:val>
                                        </p:tav>
                                        <p:tav tm="100000">
                                          <p:val>
                                            <p:strVal val="#ppt_h"/>
                                          </p:val>
                                        </p:tav>
                                      </p:tavLst>
                                    </p:anim>
                                  </p:childTnLst>
                                </p:cTn>
                              </p:par>
                            </p:childTnLst>
                          </p:cTn>
                        </p:par>
                        <p:par>
                          <p:cTn id="32" fill="hold">
                            <p:stCondLst>
                              <p:cond delay="6000"/>
                            </p:stCondLst>
                            <p:childTnLst>
                              <p:par>
                                <p:cTn id="33" presetID="23" presetClass="entr" presetSubtype="16"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 calcmode="lin" valueType="num">
                                      <p:cBhvr>
                                        <p:cTn id="35" dur="500" fill="hold"/>
                                        <p:tgtEl>
                                          <p:spTgt spid="38"/>
                                        </p:tgtEl>
                                        <p:attrNameLst>
                                          <p:attrName>ppt_w</p:attrName>
                                        </p:attrNameLst>
                                      </p:cBhvr>
                                      <p:tavLst>
                                        <p:tav tm="0">
                                          <p:val>
                                            <p:fltVal val="0"/>
                                          </p:val>
                                        </p:tav>
                                        <p:tav tm="100000">
                                          <p:val>
                                            <p:strVal val="#ppt_w"/>
                                          </p:val>
                                        </p:tav>
                                      </p:tavLst>
                                    </p:anim>
                                    <p:anim calcmode="lin" valueType="num">
                                      <p:cBhvr>
                                        <p:cTn id="36" dur="500" fill="hold"/>
                                        <p:tgtEl>
                                          <p:spTgt spid="38"/>
                                        </p:tgtEl>
                                        <p:attrNameLst>
                                          <p:attrName>ppt_h</p:attrName>
                                        </p:attrNameLst>
                                      </p:cBhvr>
                                      <p:tavLst>
                                        <p:tav tm="0">
                                          <p:val>
                                            <p:fltVal val="0"/>
                                          </p:val>
                                        </p:tav>
                                        <p:tav tm="100000">
                                          <p:val>
                                            <p:strVal val="#ppt_h"/>
                                          </p:val>
                                        </p:tav>
                                      </p:tavLst>
                                    </p:anim>
                                  </p:childTnLst>
                                </p:cTn>
                              </p:par>
                            </p:childTnLst>
                          </p:cTn>
                        </p:par>
                        <p:par>
                          <p:cTn id="37" fill="hold">
                            <p:stCondLst>
                              <p:cond delay="6500"/>
                            </p:stCondLst>
                            <p:childTnLst>
                              <p:par>
                                <p:cTn id="38" presetID="2" presetClass="entr" presetSubtype="4" accel="50000" decel="50000"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500" fill="hold"/>
                                        <p:tgtEl>
                                          <p:spTgt spid="5"/>
                                        </p:tgtEl>
                                        <p:attrNameLst>
                                          <p:attrName>ppt_x</p:attrName>
                                        </p:attrNameLst>
                                      </p:cBhvr>
                                      <p:tavLst>
                                        <p:tav tm="0">
                                          <p:val>
                                            <p:strVal val="#ppt_x"/>
                                          </p:val>
                                        </p:tav>
                                        <p:tav tm="100000">
                                          <p:val>
                                            <p:strVal val="#ppt_x"/>
                                          </p:val>
                                        </p:tav>
                                      </p:tavLst>
                                    </p:anim>
                                    <p:anim calcmode="lin" valueType="num">
                                      <p:cBhvr additive="base">
                                        <p:cTn id="41" dur="500" fill="hold"/>
                                        <p:tgtEl>
                                          <p:spTgt spid="5"/>
                                        </p:tgtEl>
                                        <p:attrNameLst>
                                          <p:attrName>ppt_y</p:attrName>
                                        </p:attrNameLst>
                                      </p:cBhvr>
                                      <p:tavLst>
                                        <p:tav tm="0">
                                          <p:val>
                                            <p:strVal val="1+#ppt_h/2"/>
                                          </p:val>
                                        </p:tav>
                                        <p:tav tm="100000">
                                          <p:val>
                                            <p:strVal val="#ppt_y"/>
                                          </p:val>
                                        </p:tav>
                                      </p:tavLst>
                                    </p:anim>
                                  </p:childTnLst>
                                </p:cTn>
                              </p:par>
                            </p:childTnLst>
                          </p:cTn>
                        </p:par>
                        <p:par>
                          <p:cTn id="42" fill="hold">
                            <p:stCondLst>
                              <p:cond delay="7000"/>
                            </p:stCondLst>
                            <p:childTnLst>
                              <p:par>
                                <p:cTn id="43" presetID="20" presetClass="entr" presetSubtype="0" fill="hold" grpId="0" nodeType="after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wedge">
                                      <p:cBhvr>
                                        <p:cTn id="45" dur="2000"/>
                                        <p:tgtEl>
                                          <p:spTgt spid="43"/>
                                        </p:tgtEl>
                                      </p:cBhvr>
                                    </p:animEffect>
                                  </p:childTnLst>
                                </p:cTn>
                              </p:par>
                            </p:childTnLst>
                          </p:cTn>
                        </p:par>
                        <p:par>
                          <p:cTn id="46" fill="hold">
                            <p:stCondLst>
                              <p:cond delay="9000"/>
                            </p:stCondLst>
                            <p:childTnLst>
                              <p:par>
                                <p:cTn id="47" presetID="23" presetClass="entr" presetSubtype="16" fill="hold" grpId="0" nodeType="afterEffect">
                                  <p:stCondLst>
                                    <p:cond delay="0"/>
                                  </p:stCondLst>
                                  <p:childTnLst>
                                    <p:set>
                                      <p:cBhvr>
                                        <p:cTn id="48" dur="1" fill="hold">
                                          <p:stCondLst>
                                            <p:cond delay="0"/>
                                          </p:stCondLst>
                                        </p:cTn>
                                        <p:tgtEl>
                                          <p:spTgt spid="44"/>
                                        </p:tgtEl>
                                        <p:attrNameLst>
                                          <p:attrName>style.visibility</p:attrName>
                                        </p:attrNameLst>
                                      </p:cBhvr>
                                      <p:to>
                                        <p:strVal val="visible"/>
                                      </p:to>
                                    </p:set>
                                    <p:anim calcmode="lin" valueType="num">
                                      <p:cBhvr>
                                        <p:cTn id="49" dur="500" fill="hold"/>
                                        <p:tgtEl>
                                          <p:spTgt spid="44"/>
                                        </p:tgtEl>
                                        <p:attrNameLst>
                                          <p:attrName>ppt_w</p:attrName>
                                        </p:attrNameLst>
                                      </p:cBhvr>
                                      <p:tavLst>
                                        <p:tav tm="0">
                                          <p:val>
                                            <p:fltVal val="0"/>
                                          </p:val>
                                        </p:tav>
                                        <p:tav tm="100000">
                                          <p:val>
                                            <p:strVal val="#ppt_w"/>
                                          </p:val>
                                        </p:tav>
                                      </p:tavLst>
                                    </p:anim>
                                    <p:anim calcmode="lin" valueType="num">
                                      <p:cBhvr>
                                        <p:cTn id="50" dur="500" fill="hold"/>
                                        <p:tgtEl>
                                          <p:spTgt spid="44"/>
                                        </p:tgtEl>
                                        <p:attrNameLst>
                                          <p:attrName>ppt_h</p:attrName>
                                        </p:attrNameLst>
                                      </p:cBhvr>
                                      <p:tavLst>
                                        <p:tav tm="0">
                                          <p:val>
                                            <p:fltVal val="0"/>
                                          </p:val>
                                        </p:tav>
                                        <p:tav tm="100000">
                                          <p:val>
                                            <p:strVal val="#ppt_h"/>
                                          </p:val>
                                        </p:tav>
                                      </p:tavLst>
                                    </p:anim>
                                  </p:childTnLst>
                                </p:cTn>
                              </p:par>
                            </p:childTnLst>
                          </p:cTn>
                        </p:par>
                        <p:par>
                          <p:cTn id="51" fill="hold">
                            <p:stCondLst>
                              <p:cond delay="9500"/>
                            </p:stCondLst>
                            <p:childTnLst>
                              <p:par>
                                <p:cTn id="52" presetID="23" presetClass="entr" presetSubtype="16" fill="hold" grpId="0" nodeType="afterEffect">
                                  <p:stCondLst>
                                    <p:cond delay="0"/>
                                  </p:stCondLst>
                                  <p:childTnLst>
                                    <p:set>
                                      <p:cBhvr>
                                        <p:cTn id="53" dur="1" fill="hold">
                                          <p:stCondLst>
                                            <p:cond delay="0"/>
                                          </p:stCondLst>
                                        </p:cTn>
                                        <p:tgtEl>
                                          <p:spTgt spid="45"/>
                                        </p:tgtEl>
                                        <p:attrNameLst>
                                          <p:attrName>style.visibility</p:attrName>
                                        </p:attrNameLst>
                                      </p:cBhvr>
                                      <p:to>
                                        <p:strVal val="visible"/>
                                      </p:to>
                                    </p:set>
                                    <p:anim calcmode="lin" valueType="num">
                                      <p:cBhvr>
                                        <p:cTn id="54" dur="500" fill="hold"/>
                                        <p:tgtEl>
                                          <p:spTgt spid="45"/>
                                        </p:tgtEl>
                                        <p:attrNameLst>
                                          <p:attrName>ppt_w</p:attrName>
                                        </p:attrNameLst>
                                      </p:cBhvr>
                                      <p:tavLst>
                                        <p:tav tm="0">
                                          <p:val>
                                            <p:fltVal val="0"/>
                                          </p:val>
                                        </p:tav>
                                        <p:tav tm="100000">
                                          <p:val>
                                            <p:strVal val="#ppt_w"/>
                                          </p:val>
                                        </p:tav>
                                      </p:tavLst>
                                    </p:anim>
                                    <p:anim calcmode="lin" valueType="num">
                                      <p:cBhvr>
                                        <p:cTn id="55" dur="500" fill="hold"/>
                                        <p:tgtEl>
                                          <p:spTgt spid="45"/>
                                        </p:tgtEl>
                                        <p:attrNameLst>
                                          <p:attrName>ppt_h</p:attrName>
                                        </p:attrNameLst>
                                      </p:cBhvr>
                                      <p:tavLst>
                                        <p:tav tm="0">
                                          <p:val>
                                            <p:fltVal val="0"/>
                                          </p:val>
                                        </p:tav>
                                        <p:tav tm="100000">
                                          <p:val>
                                            <p:strVal val="#ppt_h"/>
                                          </p:val>
                                        </p:tav>
                                      </p:tavLst>
                                    </p:anim>
                                  </p:childTnLst>
                                </p:cTn>
                              </p:par>
                            </p:childTnLst>
                          </p:cTn>
                        </p:par>
                        <p:par>
                          <p:cTn id="56" fill="hold">
                            <p:stCondLst>
                              <p:cond delay="10000"/>
                            </p:stCondLst>
                            <p:childTnLst>
                              <p:par>
                                <p:cTn id="57" presetID="2" presetClass="entr" presetSubtype="4" accel="50000" decel="50000" fill="hold" nodeType="after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additive="base">
                                        <p:cTn id="59" dur="500" fill="hold"/>
                                        <p:tgtEl>
                                          <p:spTgt spid="6"/>
                                        </p:tgtEl>
                                        <p:attrNameLst>
                                          <p:attrName>ppt_x</p:attrName>
                                        </p:attrNameLst>
                                      </p:cBhvr>
                                      <p:tavLst>
                                        <p:tav tm="0">
                                          <p:val>
                                            <p:strVal val="#ppt_x"/>
                                          </p:val>
                                        </p:tav>
                                        <p:tav tm="100000">
                                          <p:val>
                                            <p:strVal val="#ppt_x"/>
                                          </p:val>
                                        </p:tav>
                                      </p:tavLst>
                                    </p:anim>
                                    <p:anim calcmode="lin" valueType="num">
                                      <p:cBhvr additive="base">
                                        <p:cTn id="60" dur="500" fill="hold"/>
                                        <p:tgtEl>
                                          <p:spTgt spid="6"/>
                                        </p:tgtEl>
                                        <p:attrNameLst>
                                          <p:attrName>ppt_y</p:attrName>
                                        </p:attrNameLst>
                                      </p:cBhvr>
                                      <p:tavLst>
                                        <p:tav tm="0">
                                          <p:val>
                                            <p:strVal val="1+#ppt_h/2"/>
                                          </p:val>
                                        </p:tav>
                                        <p:tav tm="100000">
                                          <p:val>
                                            <p:strVal val="#ppt_y"/>
                                          </p:val>
                                        </p:tav>
                                      </p:tavLst>
                                    </p:anim>
                                  </p:childTnLst>
                                </p:cTn>
                              </p:par>
                            </p:childTnLst>
                          </p:cTn>
                        </p:par>
                        <p:par>
                          <p:cTn id="61" fill="hold">
                            <p:stCondLst>
                              <p:cond delay="10500"/>
                            </p:stCondLst>
                            <p:childTnLst>
                              <p:par>
                                <p:cTn id="62" presetID="20" presetClass="entr" presetSubtype="0" fill="hold" grpId="0" nodeType="afterEffect">
                                  <p:stCondLst>
                                    <p:cond delay="0"/>
                                  </p:stCondLst>
                                  <p:childTnLst>
                                    <p:set>
                                      <p:cBhvr>
                                        <p:cTn id="63" dur="1" fill="hold">
                                          <p:stCondLst>
                                            <p:cond delay="0"/>
                                          </p:stCondLst>
                                        </p:cTn>
                                        <p:tgtEl>
                                          <p:spTgt spid="54"/>
                                        </p:tgtEl>
                                        <p:attrNameLst>
                                          <p:attrName>style.visibility</p:attrName>
                                        </p:attrNameLst>
                                      </p:cBhvr>
                                      <p:to>
                                        <p:strVal val="visible"/>
                                      </p:to>
                                    </p:set>
                                    <p:animEffect transition="in" filter="wedge">
                                      <p:cBhvr>
                                        <p:cTn id="64" dur="2000"/>
                                        <p:tgtEl>
                                          <p:spTgt spid="54"/>
                                        </p:tgtEl>
                                      </p:cBhvr>
                                    </p:animEffect>
                                  </p:childTnLst>
                                </p:cTn>
                              </p:par>
                            </p:childTnLst>
                          </p:cTn>
                        </p:par>
                        <p:par>
                          <p:cTn id="65" fill="hold">
                            <p:stCondLst>
                              <p:cond delay="12500"/>
                            </p:stCondLst>
                            <p:childTnLst>
                              <p:par>
                                <p:cTn id="66" presetID="23" presetClass="entr" presetSubtype="16" fill="hold" grpId="0" nodeType="afterEffect">
                                  <p:stCondLst>
                                    <p:cond delay="0"/>
                                  </p:stCondLst>
                                  <p:childTnLst>
                                    <p:set>
                                      <p:cBhvr>
                                        <p:cTn id="67" dur="1" fill="hold">
                                          <p:stCondLst>
                                            <p:cond delay="0"/>
                                          </p:stCondLst>
                                        </p:cTn>
                                        <p:tgtEl>
                                          <p:spTgt spid="56"/>
                                        </p:tgtEl>
                                        <p:attrNameLst>
                                          <p:attrName>style.visibility</p:attrName>
                                        </p:attrNameLst>
                                      </p:cBhvr>
                                      <p:to>
                                        <p:strVal val="visible"/>
                                      </p:to>
                                    </p:set>
                                    <p:anim calcmode="lin" valueType="num">
                                      <p:cBhvr>
                                        <p:cTn id="68" dur="500" fill="hold"/>
                                        <p:tgtEl>
                                          <p:spTgt spid="56"/>
                                        </p:tgtEl>
                                        <p:attrNameLst>
                                          <p:attrName>ppt_w</p:attrName>
                                        </p:attrNameLst>
                                      </p:cBhvr>
                                      <p:tavLst>
                                        <p:tav tm="0">
                                          <p:val>
                                            <p:fltVal val="0"/>
                                          </p:val>
                                        </p:tav>
                                        <p:tav tm="100000">
                                          <p:val>
                                            <p:strVal val="#ppt_w"/>
                                          </p:val>
                                        </p:tav>
                                      </p:tavLst>
                                    </p:anim>
                                    <p:anim calcmode="lin" valueType="num">
                                      <p:cBhvr>
                                        <p:cTn id="69" dur="500" fill="hold"/>
                                        <p:tgtEl>
                                          <p:spTgt spid="56"/>
                                        </p:tgtEl>
                                        <p:attrNameLst>
                                          <p:attrName>ppt_h</p:attrName>
                                        </p:attrNameLst>
                                      </p:cBhvr>
                                      <p:tavLst>
                                        <p:tav tm="0">
                                          <p:val>
                                            <p:fltVal val="0"/>
                                          </p:val>
                                        </p:tav>
                                        <p:tav tm="100000">
                                          <p:val>
                                            <p:strVal val="#ppt_h"/>
                                          </p:val>
                                        </p:tav>
                                      </p:tavLst>
                                    </p:anim>
                                  </p:childTnLst>
                                </p:cTn>
                              </p:par>
                            </p:childTnLst>
                          </p:cTn>
                        </p:par>
                        <p:par>
                          <p:cTn id="70" fill="hold">
                            <p:stCondLst>
                              <p:cond delay="13000"/>
                            </p:stCondLst>
                            <p:childTnLst>
                              <p:par>
                                <p:cTn id="71" presetID="23" presetClass="entr" presetSubtype="16" fill="hold" grpId="0" nodeType="afterEffect">
                                  <p:stCondLst>
                                    <p:cond delay="0"/>
                                  </p:stCondLst>
                                  <p:childTnLst>
                                    <p:set>
                                      <p:cBhvr>
                                        <p:cTn id="72" dur="1" fill="hold">
                                          <p:stCondLst>
                                            <p:cond delay="0"/>
                                          </p:stCondLst>
                                        </p:cTn>
                                        <p:tgtEl>
                                          <p:spTgt spid="59"/>
                                        </p:tgtEl>
                                        <p:attrNameLst>
                                          <p:attrName>style.visibility</p:attrName>
                                        </p:attrNameLst>
                                      </p:cBhvr>
                                      <p:to>
                                        <p:strVal val="visible"/>
                                      </p:to>
                                    </p:set>
                                    <p:anim calcmode="lin" valueType="num">
                                      <p:cBhvr>
                                        <p:cTn id="73" dur="500" fill="hold"/>
                                        <p:tgtEl>
                                          <p:spTgt spid="59"/>
                                        </p:tgtEl>
                                        <p:attrNameLst>
                                          <p:attrName>ppt_w</p:attrName>
                                        </p:attrNameLst>
                                      </p:cBhvr>
                                      <p:tavLst>
                                        <p:tav tm="0">
                                          <p:val>
                                            <p:fltVal val="0"/>
                                          </p:val>
                                        </p:tav>
                                        <p:tav tm="100000">
                                          <p:val>
                                            <p:strVal val="#ppt_w"/>
                                          </p:val>
                                        </p:tav>
                                      </p:tavLst>
                                    </p:anim>
                                    <p:anim calcmode="lin" valueType="num">
                                      <p:cBhvr>
                                        <p:cTn id="74" dur="500" fill="hold"/>
                                        <p:tgtEl>
                                          <p:spTgt spid="59"/>
                                        </p:tgtEl>
                                        <p:attrNameLst>
                                          <p:attrName>ppt_h</p:attrName>
                                        </p:attrNameLst>
                                      </p:cBhvr>
                                      <p:tavLst>
                                        <p:tav tm="0">
                                          <p:val>
                                            <p:fltVal val="0"/>
                                          </p:val>
                                        </p:tav>
                                        <p:tav tm="100000">
                                          <p:val>
                                            <p:strVal val="#ppt_h"/>
                                          </p:val>
                                        </p:tav>
                                      </p:tavLst>
                                    </p:anim>
                                  </p:childTnLst>
                                </p:cTn>
                              </p:par>
                            </p:childTnLst>
                          </p:cTn>
                        </p:par>
                        <p:par>
                          <p:cTn id="75" fill="hold">
                            <p:stCondLst>
                              <p:cond delay="13500"/>
                            </p:stCondLst>
                            <p:childTnLst>
                              <p:par>
                                <p:cTn id="76" presetID="2" presetClass="entr" presetSubtype="4" accel="50000" decel="50000" fill="hold" nodeType="after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500" fill="hold"/>
                                        <p:tgtEl>
                                          <p:spTgt spid="7"/>
                                        </p:tgtEl>
                                        <p:attrNameLst>
                                          <p:attrName>ppt_x</p:attrName>
                                        </p:attrNameLst>
                                      </p:cBhvr>
                                      <p:tavLst>
                                        <p:tav tm="0">
                                          <p:val>
                                            <p:strVal val="#ppt_x"/>
                                          </p:val>
                                        </p:tav>
                                        <p:tav tm="100000">
                                          <p:val>
                                            <p:strVal val="#ppt_x"/>
                                          </p:val>
                                        </p:tav>
                                      </p:tavLst>
                                    </p:anim>
                                    <p:anim calcmode="lin" valueType="num">
                                      <p:cBhvr additive="base">
                                        <p:cTn id="79"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2" grpId="0">
        <p:bldAsOne/>
      </p:bldGraphic>
      <p:bldP spid="68" grpId="0"/>
      <p:bldP spid="50" grpId="0"/>
      <p:bldGraphic spid="36" grpId="0">
        <p:bldAsOne/>
      </p:bldGraphic>
      <p:bldP spid="37" grpId="0"/>
      <p:bldP spid="38" grpId="0"/>
      <p:bldGraphic spid="43" grpId="0">
        <p:bldAsOne/>
      </p:bldGraphic>
      <p:bldP spid="44" grpId="0"/>
      <p:bldP spid="45" grpId="0"/>
      <p:bldGraphic spid="54" grpId="0">
        <p:bldAsOne/>
      </p:bldGraphic>
      <p:bldP spid="56" grpId="0"/>
      <p:bldP spid="59"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Project Yearly Timeline</a:t>
            </a:r>
            <a:endParaRPr lang="en-US" dirty="0"/>
          </a:p>
        </p:txBody>
      </p:sp>
      <p:sp>
        <p:nvSpPr>
          <p:cNvPr id="4" name="Text Placeholder 3"/>
          <p:cNvSpPr>
            <a:spLocks noGrp="1"/>
          </p:cNvSpPr>
          <p:nvPr>
            <p:ph type="body" sz="half" idx="2"/>
          </p:nvPr>
        </p:nvSpPr>
        <p:spPr/>
        <p:txBody>
          <a:bodyPr/>
          <a:lstStyle/>
          <a:p>
            <a:r>
              <a:rPr lang="en-US"/>
              <a:t>Project Yearly Timeline</a:t>
            </a:r>
            <a:endParaRPr lang="en-US" dirty="0"/>
          </a:p>
        </p:txBody>
      </p:sp>
      <p:sp>
        <p:nvSpPr>
          <p:cNvPr id="49" name="Slide Number Placeholder 48"/>
          <p:cNvSpPr>
            <a:spLocks noGrp="1"/>
          </p:cNvSpPr>
          <p:nvPr>
            <p:ph type="sldNum" sz="quarter" idx="12"/>
          </p:nvPr>
        </p:nvSpPr>
        <p:spPr/>
        <p:txBody>
          <a:bodyPr/>
          <a:lstStyle/>
          <a:p>
            <a:fld id="{C136B7D2-B98C-44FD-8D04-7EC62A564975}" type="slidenum">
              <a:rPr lang="en-US" smtClean="0"/>
              <a:pPr/>
              <a:t>311</a:t>
            </a:fld>
            <a:endParaRPr lang="en-US" dirty="0"/>
          </a:p>
        </p:txBody>
      </p:sp>
      <p:grpSp>
        <p:nvGrpSpPr>
          <p:cNvPr id="3" name="Group 33"/>
          <p:cNvGrpSpPr>
            <a:grpSpLocks noChangeAspect="1"/>
          </p:cNvGrpSpPr>
          <p:nvPr/>
        </p:nvGrpSpPr>
        <p:grpSpPr>
          <a:xfrm>
            <a:off x="595958" y="1304396"/>
            <a:ext cx="1871368" cy="1980688"/>
            <a:chOff x="1263334" y="1439274"/>
            <a:chExt cx="1555283" cy="1646138"/>
          </a:xfrm>
        </p:grpSpPr>
        <p:graphicFrame>
          <p:nvGraphicFramePr>
            <p:cNvPr id="62" name="Chart 61"/>
            <p:cNvGraphicFramePr/>
            <p:nvPr/>
          </p:nvGraphicFramePr>
          <p:xfrm>
            <a:off x="1263334" y="1439274"/>
            <a:ext cx="1555283" cy="1646138"/>
          </p:xfrm>
          <a:graphic>
            <a:graphicData uri="http://schemas.openxmlformats.org/drawingml/2006/chart">
              <c:chart xmlns:c="http://schemas.openxmlformats.org/drawingml/2006/chart" xmlns:r="http://schemas.openxmlformats.org/officeDocument/2006/relationships" r:id="rId3"/>
            </a:graphicData>
          </a:graphic>
        </p:graphicFrame>
        <p:sp>
          <p:nvSpPr>
            <p:cNvPr id="68" name="TextBox 67"/>
            <p:cNvSpPr txBox="1"/>
            <p:nvPr/>
          </p:nvSpPr>
          <p:spPr>
            <a:xfrm>
              <a:off x="1775024" y="2121656"/>
              <a:ext cx="531902" cy="281370"/>
            </a:xfrm>
            <a:prstGeom prst="rect">
              <a:avLst/>
            </a:prstGeom>
            <a:noFill/>
          </p:spPr>
          <p:txBody>
            <a:bodyPr wrap="square" rtlCol="0" anchor="ctr">
              <a:spAutoFit/>
            </a:bodyPr>
            <a:lstStyle/>
            <a:p>
              <a:pPr algn="ctr"/>
              <a:r>
                <a:rPr lang="en-US" sz="1600" b="1" dirty="0">
                  <a:solidFill>
                    <a:schemeClr val="accent1"/>
                  </a:solidFill>
                </a:rPr>
                <a:t>70%</a:t>
              </a:r>
              <a:endParaRPr lang="en-US" sz="1200" b="1" dirty="0">
                <a:solidFill>
                  <a:schemeClr val="accent1"/>
                </a:solidFill>
              </a:endParaRPr>
            </a:p>
          </p:txBody>
        </p:sp>
      </p:grpSp>
      <p:grpSp>
        <p:nvGrpSpPr>
          <p:cNvPr id="5" name="Group 34"/>
          <p:cNvGrpSpPr>
            <a:grpSpLocks noChangeAspect="1"/>
          </p:cNvGrpSpPr>
          <p:nvPr/>
        </p:nvGrpSpPr>
        <p:grpSpPr>
          <a:xfrm>
            <a:off x="2627981" y="1304398"/>
            <a:ext cx="1871368" cy="1980689"/>
            <a:chOff x="2992668" y="1439274"/>
            <a:chExt cx="1555283" cy="1646138"/>
          </a:xfrm>
        </p:grpSpPr>
        <p:graphicFrame>
          <p:nvGraphicFramePr>
            <p:cNvPr id="64" name="Chart 63"/>
            <p:cNvGraphicFramePr/>
            <p:nvPr/>
          </p:nvGraphicFramePr>
          <p:xfrm>
            <a:off x="2992668" y="1439274"/>
            <a:ext cx="1555283" cy="1646138"/>
          </p:xfrm>
          <a:graphic>
            <a:graphicData uri="http://schemas.openxmlformats.org/drawingml/2006/chart">
              <c:chart xmlns:c="http://schemas.openxmlformats.org/drawingml/2006/chart" xmlns:r="http://schemas.openxmlformats.org/officeDocument/2006/relationships" r:id="rId4"/>
            </a:graphicData>
          </a:graphic>
        </p:graphicFrame>
        <p:sp>
          <p:nvSpPr>
            <p:cNvPr id="69" name="TextBox 68"/>
            <p:cNvSpPr txBox="1"/>
            <p:nvPr/>
          </p:nvSpPr>
          <p:spPr>
            <a:xfrm>
              <a:off x="3504358" y="2115460"/>
              <a:ext cx="531902" cy="281370"/>
            </a:xfrm>
            <a:prstGeom prst="rect">
              <a:avLst/>
            </a:prstGeom>
            <a:noFill/>
          </p:spPr>
          <p:txBody>
            <a:bodyPr wrap="square" rtlCol="0" anchor="ctr">
              <a:spAutoFit/>
            </a:bodyPr>
            <a:lstStyle/>
            <a:p>
              <a:pPr algn="ctr"/>
              <a:r>
                <a:rPr lang="en-US" sz="1600" b="1" dirty="0">
                  <a:solidFill>
                    <a:schemeClr val="accent2"/>
                  </a:solidFill>
                </a:rPr>
                <a:t>50%</a:t>
              </a:r>
            </a:p>
          </p:txBody>
        </p:sp>
      </p:grpSp>
      <p:grpSp>
        <p:nvGrpSpPr>
          <p:cNvPr id="6" name="Group 35"/>
          <p:cNvGrpSpPr>
            <a:grpSpLocks noChangeAspect="1"/>
          </p:cNvGrpSpPr>
          <p:nvPr/>
        </p:nvGrpSpPr>
        <p:grpSpPr>
          <a:xfrm>
            <a:off x="4660004" y="1304396"/>
            <a:ext cx="1871368" cy="1980688"/>
            <a:chOff x="4659025" y="1439274"/>
            <a:chExt cx="1555283" cy="1646138"/>
          </a:xfrm>
        </p:grpSpPr>
        <p:graphicFrame>
          <p:nvGraphicFramePr>
            <p:cNvPr id="65" name="Chart 64"/>
            <p:cNvGraphicFramePr/>
            <p:nvPr/>
          </p:nvGraphicFramePr>
          <p:xfrm>
            <a:off x="4659025" y="1439274"/>
            <a:ext cx="1555283" cy="1646138"/>
          </p:xfrm>
          <a:graphic>
            <a:graphicData uri="http://schemas.openxmlformats.org/drawingml/2006/chart">
              <c:chart xmlns:c="http://schemas.openxmlformats.org/drawingml/2006/chart" xmlns:r="http://schemas.openxmlformats.org/officeDocument/2006/relationships" r:id="rId5"/>
            </a:graphicData>
          </a:graphic>
        </p:graphicFrame>
        <p:sp>
          <p:nvSpPr>
            <p:cNvPr id="70" name="TextBox 69"/>
            <p:cNvSpPr txBox="1"/>
            <p:nvPr/>
          </p:nvSpPr>
          <p:spPr>
            <a:xfrm>
              <a:off x="5170715" y="2138344"/>
              <a:ext cx="531902" cy="281370"/>
            </a:xfrm>
            <a:prstGeom prst="rect">
              <a:avLst/>
            </a:prstGeom>
            <a:noFill/>
          </p:spPr>
          <p:txBody>
            <a:bodyPr wrap="square" rtlCol="0" anchor="ctr">
              <a:spAutoFit/>
            </a:bodyPr>
            <a:lstStyle/>
            <a:p>
              <a:pPr algn="ctr"/>
              <a:r>
                <a:rPr lang="en-US" sz="1600" b="1" dirty="0">
                  <a:solidFill>
                    <a:schemeClr val="accent3"/>
                  </a:solidFill>
                </a:rPr>
                <a:t>90%</a:t>
              </a:r>
              <a:endParaRPr lang="en-US" sz="1200" b="1" dirty="0">
                <a:solidFill>
                  <a:schemeClr val="accent3"/>
                </a:solidFill>
              </a:endParaRPr>
            </a:p>
          </p:txBody>
        </p:sp>
      </p:grpSp>
      <p:grpSp>
        <p:nvGrpSpPr>
          <p:cNvPr id="7" name="Group 36"/>
          <p:cNvGrpSpPr>
            <a:grpSpLocks noChangeAspect="1"/>
          </p:cNvGrpSpPr>
          <p:nvPr/>
        </p:nvGrpSpPr>
        <p:grpSpPr>
          <a:xfrm>
            <a:off x="6692026" y="1304396"/>
            <a:ext cx="1871368" cy="1980688"/>
            <a:chOff x="6325383" y="1439274"/>
            <a:chExt cx="1555283" cy="1646138"/>
          </a:xfrm>
        </p:grpSpPr>
        <p:graphicFrame>
          <p:nvGraphicFramePr>
            <p:cNvPr id="66" name="Chart 65"/>
            <p:cNvGraphicFramePr/>
            <p:nvPr/>
          </p:nvGraphicFramePr>
          <p:xfrm>
            <a:off x="6325383" y="1439274"/>
            <a:ext cx="1555283" cy="1646138"/>
          </p:xfrm>
          <a:graphic>
            <a:graphicData uri="http://schemas.openxmlformats.org/drawingml/2006/chart">
              <c:chart xmlns:c="http://schemas.openxmlformats.org/drawingml/2006/chart" xmlns:r="http://schemas.openxmlformats.org/officeDocument/2006/relationships" r:id="rId6"/>
            </a:graphicData>
          </a:graphic>
        </p:graphicFrame>
        <p:sp>
          <p:nvSpPr>
            <p:cNvPr id="71" name="TextBox 70"/>
            <p:cNvSpPr txBox="1"/>
            <p:nvPr/>
          </p:nvSpPr>
          <p:spPr>
            <a:xfrm>
              <a:off x="6779912" y="2138345"/>
              <a:ext cx="666544" cy="281370"/>
            </a:xfrm>
            <a:prstGeom prst="rect">
              <a:avLst/>
            </a:prstGeom>
            <a:noFill/>
          </p:spPr>
          <p:txBody>
            <a:bodyPr wrap="square" rtlCol="0" anchor="ctr">
              <a:spAutoFit/>
            </a:bodyPr>
            <a:lstStyle/>
            <a:p>
              <a:pPr algn="ctr"/>
              <a:r>
                <a:rPr lang="en-US" sz="1600" b="1" dirty="0">
                  <a:solidFill>
                    <a:schemeClr val="accent4"/>
                  </a:solidFill>
                </a:rPr>
                <a:t>100%</a:t>
              </a:r>
              <a:endParaRPr lang="en-US" sz="1200" b="1" dirty="0">
                <a:solidFill>
                  <a:schemeClr val="accent4"/>
                </a:solidFill>
              </a:endParaRPr>
            </a:p>
          </p:txBody>
        </p:sp>
      </p:grpSp>
      <p:sp>
        <p:nvSpPr>
          <p:cNvPr id="50" name="TextBox 49"/>
          <p:cNvSpPr txBox="1"/>
          <p:nvPr/>
        </p:nvSpPr>
        <p:spPr>
          <a:xfrm>
            <a:off x="1304015" y="3294574"/>
            <a:ext cx="455254" cy="246221"/>
          </a:xfrm>
          <a:prstGeom prst="rect">
            <a:avLst/>
          </a:prstGeom>
          <a:noFill/>
        </p:spPr>
        <p:txBody>
          <a:bodyPr wrap="none" lIns="0" tIns="0" rIns="0" bIns="0" rtlCol="0">
            <a:spAutoFit/>
          </a:bodyPr>
          <a:lstStyle/>
          <a:p>
            <a:pPr algn="ctr"/>
            <a:r>
              <a:rPr lang="en-US" sz="1600" b="1" dirty="0">
                <a:solidFill>
                  <a:schemeClr val="accent1"/>
                </a:solidFill>
              </a:rPr>
              <a:t>2001</a:t>
            </a:r>
          </a:p>
        </p:txBody>
      </p:sp>
      <p:sp>
        <p:nvSpPr>
          <p:cNvPr id="51" name="TextBox 50"/>
          <p:cNvSpPr txBox="1"/>
          <p:nvPr/>
        </p:nvSpPr>
        <p:spPr>
          <a:xfrm>
            <a:off x="3336038" y="3294574"/>
            <a:ext cx="455254" cy="246221"/>
          </a:xfrm>
          <a:prstGeom prst="rect">
            <a:avLst/>
          </a:prstGeom>
          <a:noFill/>
        </p:spPr>
        <p:txBody>
          <a:bodyPr wrap="none" lIns="0" tIns="0" rIns="0" bIns="0" rtlCol="0">
            <a:spAutoFit/>
          </a:bodyPr>
          <a:lstStyle/>
          <a:p>
            <a:pPr algn="ctr"/>
            <a:r>
              <a:rPr lang="en-US" sz="1600" b="1" dirty="0">
                <a:solidFill>
                  <a:schemeClr val="accent2"/>
                </a:solidFill>
              </a:rPr>
              <a:t>2005</a:t>
            </a:r>
          </a:p>
        </p:txBody>
      </p:sp>
      <p:sp>
        <p:nvSpPr>
          <p:cNvPr id="52" name="TextBox 51"/>
          <p:cNvSpPr txBox="1"/>
          <p:nvPr/>
        </p:nvSpPr>
        <p:spPr>
          <a:xfrm>
            <a:off x="5368061" y="3294574"/>
            <a:ext cx="455254" cy="246221"/>
          </a:xfrm>
          <a:prstGeom prst="rect">
            <a:avLst/>
          </a:prstGeom>
          <a:noFill/>
        </p:spPr>
        <p:txBody>
          <a:bodyPr wrap="none" lIns="0" tIns="0" rIns="0" bIns="0" rtlCol="0">
            <a:spAutoFit/>
          </a:bodyPr>
          <a:lstStyle/>
          <a:p>
            <a:pPr algn="ctr"/>
            <a:r>
              <a:rPr lang="en-US" sz="1600" b="1" dirty="0">
                <a:solidFill>
                  <a:schemeClr val="accent3"/>
                </a:solidFill>
              </a:rPr>
              <a:t>2007</a:t>
            </a:r>
          </a:p>
        </p:txBody>
      </p:sp>
      <p:sp>
        <p:nvSpPr>
          <p:cNvPr id="53" name="TextBox 52"/>
          <p:cNvSpPr txBox="1"/>
          <p:nvPr/>
        </p:nvSpPr>
        <p:spPr>
          <a:xfrm>
            <a:off x="7400083" y="3294574"/>
            <a:ext cx="455254" cy="246221"/>
          </a:xfrm>
          <a:prstGeom prst="rect">
            <a:avLst/>
          </a:prstGeom>
          <a:noFill/>
        </p:spPr>
        <p:txBody>
          <a:bodyPr wrap="none" lIns="0" tIns="0" rIns="0" bIns="0" rtlCol="0">
            <a:spAutoFit/>
          </a:bodyPr>
          <a:lstStyle/>
          <a:p>
            <a:pPr algn="ctr"/>
            <a:r>
              <a:rPr lang="en-US" sz="1600" b="1" dirty="0">
                <a:solidFill>
                  <a:schemeClr val="accent4"/>
                </a:solidFill>
              </a:rPr>
              <a:t>2014</a:t>
            </a:r>
          </a:p>
        </p:txBody>
      </p:sp>
      <p:grpSp>
        <p:nvGrpSpPr>
          <p:cNvPr id="8" name="Group 37"/>
          <p:cNvGrpSpPr/>
          <p:nvPr/>
        </p:nvGrpSpPr>
        <p:grpSpPr>
          <a:xfrm>
            <a:off x="883558" y="3692578"/>
            <a:ext cx="1296168" cy="558403"/>
            <a:chOff x="654725" y="3050273"/>
            <a:chExt cx="1296168" cy="558403"/>
          </a:xfrm>
        </p:grpSpPr>
        <p:sp>
          <p:nvSpPr>
            <p:cNvPr id="39" name="Isosceles Triangle 38"/>
            <p:cNvSpPr/>
            <p:nvPr/>
          </p:nvSpPr>
          <p:spPr>
            <a:xfrm>
              <a:off x="1158914" y="3050273"/>
              <a:ext cx="287790" cy="21276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55" name="Round Same Side Corner Rectangle 54"/>
            <p:cNvSpPr/>
            <p:nvPr/>
          </p:nvSpPr>
          <p:spPr>
            <a:xfrm>
              <a:off x="654725" y="3187760"/>
              <a:ext cx="1296168" cy="420916"/>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9" name="Group 55"/>
          <p:cNvGrpSpPr/>
          <p:nvPr/>
        </p:nvGrpSpPr>
        <p:grpSpPr>
          <a:xfrm>
            <a:off x="2915581" y="3704498"/>
            <a:ext cx="1296168" cy="558403"/>
            <a:chOff x="654725" y="3050273"/>
            <a:chExt cx="1296168" cy="558403"/>
          </a:xfrm>
        </p:grpSpPr>
        <p:sp>
          <p:nvSpPr>
            <p:cNvPr id="57" name="Isosceles Triangle 56"/>
            <p:cNvSpPr/>
            <p:nvPr/>
          </p:nvSpPr>
          <p:spPr>
            <a:xfrm>
              <a:off x="1158914" y="3050273"/>
              <a:ext cx="287790" cy="21276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58" name="Round Same Side Corner Rectangle 57"/>
            <p:cNvSpPr/>
            <p:nvPr/>
          </p:nvSpPr>
          <p:spPr>
            <a:xfrm>
              <a:off x="654725" y="3187760"/>
              <a:ext cx="1296168" cy="420916"/>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10" name="Group 62"/>
          <p:cNvGrpSpPr/>
          <p:nvPr/>
        </p:nvGrpSpPr>
        <p:grpSpPr>
          <a:xfrm>
            <a:off x="4947604" y="3692578"/>
            <a:ext cx="1296168" cy="558403"/>
            <a:chOff x="654725" y="3050273"/>
            <a:chExt cx="1296168" cy="558403"/>
          </a:xfrm>
        </p:grpSpPr>
        <p:sp>
          <p:nvSpPr>
            <p:cNvPr id="67" name="Isosceles Triangle 66"/>
            <p:cNvSpPr/>
            <p:nvPr/>
          </p:nvSpPr>
          <p:spPr>
            <a:xfrm>
              <a:off x="1158914" y="3050273"/>
              <a:ext cx="287790" cy="21276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72" name="Round Same Side Corner Rectangle 71"/>
            <p:cNvSpPr/>
            <p:nvPr/>
          </p:nvSpPr>
          <p:spPr>
            <a:xfrm>
              <a:off x="654725" y="3187760"/>
              <a:ext cx="1296168" cy="420916"/>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11" name="Group 72"/>
          <p:cNvGrpSpPr/>
          <p:nvPr/>
        </p:nvGrpSpPr>
        <p:grpSpPr>
          <a:xfrm>
            <a:off x="6979626" y="3692578"/>
            <a:ext cx="1296168" cy="558403"/>
            <a:chOff x="654725" y="3050273"/>
            <a:chExt cx="1296168" cy="558403"/>
          </a:xfrm>
        </p:grpSpPr>
        <p:sp>
          <p:nvSpPr>
            <p:cNvPr id="74" name="Isosceles Triangle 73"/>
            <p:cNvSpPr/>
            <p:nvPr/>
          </p:nvSpPr>
          <p:spPr>
            <a:xfrm>
              <a:off x="1158914" y="3050273"/>
              <a:ext cx="287790" cy="21276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75" name="Round Same Side Corner Rectangle 74"/>
            <p:cNvSpPr/>
            <p:nvPr/>
          </p:nvSpPr>
          <p:spPr>
            <a:xfrm>
              <a:off x="654725" y="3187760"/>
              <a:ext cx="1296168" cy="420916"/>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spTree>
    <p:extLst>
      <p:ext uri="{BB962C8B-B14F-4D97-AF65-F5344CB8AC3E}">
        <p14:creationId xmlns:p14="http://schemas.microsoft.com/office/powerpoint/2010/main" val="3497610968"/>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edge">
                                      <p:cBhvr>
                                        <p:cTn id="7" dur="1000"/>
                                        <p:tgtEl>
                                          <p:spTgt spid="3"/>
                                        </p:tgtEl>
                                      </p:cBhvr>
                                    </p:animEffect>
                                  </p:childTnLst>
                                </p:cTn>
                              </p:par>
                            </p:childTnLst>
                          </p:cTn>
                        </p:par>
                        <p:par>
                          <p:cTn id="8" fill="hold">
                            <p:stCondLst>
                              <p:cond delay="10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500" fill="hold"/>
                                        <p:tgtEl>
                                          <p:spTgt spid="50"/>
                                        </p:tgtEl>
                                        <p:attrNameLst>
                                          <p:attrName>ppt_x</p:attrName>
                                        </p:attrNameLst>
                                      </p:cBhvr>
                                      <p:tavLst>
                                        <p:tav tm="0">
                                          <p:val>
                                            <p:strVal val="#ppt_x"/>
                                          </p:val>
                                        </p:tav>
                                        <p:tav tm="100000">
                                          <p:val>
                                            <p:strVal val="#ppt_x"/>
                                          </p:val>
                                        </p:tav>
                                      </p:tavLst>
                                    </p:anim>
                                    <p:anim calcmode="lin" valueType="num">
                                      <p:cBhvr additive="base">
                                        <p:cTn id="12" dur="50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4" accel="50000" decel="5000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ppt_x"/>
                                          </p:val>
                                        </p:tav>
                                        <p:tav tm="100000">
                                          <p:val>
                                            <p:strVal val="#ppt_x"/>
                                          </p:val>
                                        </p:tav>
                                      </p:tavLst>
                                    </p:anim>
                                    <p:anim calcmode="lin" valueType="num">
                                      <p:cBhvr additive="base">
                                        <p:cTn id="16" dur="500" fill="hold"/>
                                        <p:tgtEl>
                                          <p:spTgt spid="8"/>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0" presetClass="entr" presetSubtype="0" fill="hold"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edge">
                                      <p:cBhvr>
                                        <p:cTn id="20" dur="1000"/>
                                        <p:tgtEl>
                                          <p:spTgt spid="5"/>
                                        </p:tgtEl>
                                      </p:cBhvr>
                                    </p:animEffect>
                                  </p:childTnLst>
                                </p:cTn>
                              </p:par>
                            </p:childTnLst>
                          </p:cTn>
                        </p:par>
                        <p:par>
                          <p:cTn id="21" fill="hold">
                            <p:stCondLst>
                              <p:cond delay="2500"/>
                            </p:stCondLst>
                            <p:childTnLst>
                              <p:par>
                                <p:cTn id="22" presetID="2" presetClass="entr" presetSubtype="4" accel="50000" decel="50000" fill="hold" grpId="0" nodeType="afterEffect">
                                  <p:stCondLst>
                                    <p:cond delay="0"/>
                                  </p:stCondLst>
                                  <p:childTnLst>
                                    <p:set>
                                      <p:cBhvr>
                                        <p:cTn id="23" dur="1" fill="hold">
                                          <p:stCondLst>
                                            <p:cond delay="0"/>
                                          </p:stCondLst>
                                        </p:cTn>
                                        <p:tgtEl>
                                          <p:spTgt spid="51"/>
                                        </p:tgtEl>
                                        <p:attrNameLst>
                                          <p:attrName>style.visibility</p:attrName>
                                        </p:attrNameLst>
                                      </p:cBhvr>
                                      <p:to>
                                        <p:strVal val="visible"/>
                                      </p:to>
                                    </p:set>
                                    <p:anim calcmode="lin" valueType="num">
                                      <p:cBhvr additive="base">
                                        <p:cTn id="24" dur="500" fill="hold"/>
                                        <p:tgtEl>
                                          <p:spTgt spid="51"/>
                                        </p:tgtEl>
                                        <p:attrNameLst>
                                          <p:attrName>ppt_x</p:attrName>
                                        </p:attrNameLst>
                                      </p:cBhvr>
                                      <p:tavLst>
                                        <p:tav tm="0">
                                          <p:val>
                                            <p:strVal val="#ppt_x"/>
                                          </p:val>
                                        </p:tav>
                                        <p:tav tm="100000">
                                          <p:val>
                                            <p:strVal val="#ppt_x"/>
                                          </p:val>
                                        </p:tav>
                                      </p:tavLst>
                                    </p:anim>
                                    <p:anim calcmode="lin" valueType="num">
                                      <p:cBhvr additive="base">
                                        <p:cTn id="25" dur="500" fill="hold"/>
                                        <p:tgtEl>
                                          <p:spTgt spid="51"/>
                                        </p:tgtEl>
                                        <p:attrNameLst>
                                          <p:attrName>ppt_y</p:attrName>
                                        </p:attrNameLst>
                                      </p:cBhvr>
                                      <p:tavLst>
                                        <p:tav tm="0">
                                          <p:val>
                                            <p:strVal val="1+#ppt_h/2"/>
                                          </p:val>
                                        </p:tav>
                                        <p:tav tm="100000">
                                          <p:val>
                                            <p:strVal val="#ppt_y"/>
                                          </p:val>
                                        </p:tav>
                                      </p:tavLst>
                                    </p:anim>
                                  </p:childTnLst>
                                </p:cTn>
                              </p:par>
                              <p:par>
                                <p:cTn id="26" presetID="2" presetClass="entr" presetSubtype="4" accel="50000" decel="50000" fill="hold" nodeType="withEffect">
                                  <p:stCondLst>
                                    <p:cond delay="0"/>
                                  </p:stCondLst>
                                  <p:childTnLst>
                                    <p:set>
                                      <p:cBhvr>
                                        <p:cTn id="27" dur="1" fill="hold">
                                          <p:stCondLst>
                                            <p:cond delay="0"/>
                                          </p:stCondLst>
                                        </p:cTn>
                                        <p:tgtEl>
                                          <p:spTgt spid="9"/>
                                        </p:tgtEl>
                                        <p:attrNameLst>
                                          <p:attrName>style.visibility</p:attrName>
                                        </p:attrNameLst>
                                      </p:cBhvr>
                                      <p:to>
                                        <p:strVal val="visible"/>
                                      </p:to>
                                    </p:set>
                                    <p:anim calcmode="lin" valueType="num">
                                      <p:cBhvr additive="base">
                                        <p:cTn id="28" dur="500" fill="hold"/>
                                        <p:tgtEl>
                                          <p:spTgt spid="9"/>
                                        </p:tgtEl>
                                        <p:attrNameLst>
                                          <p:attrName>ppt_x</p:attrName>
                                        </p:attrNameLst>
                                      </p:cBhvr>
                                      <p:tavLst>
                                        <p:tav tm="0">
                                          <p:val>
                                            <p:strVal val="#ppt_x"/>
                                          </p:val>
                                        </p:tav>
                                        <p:tav tm="100000">
                                          <p:val>
                                            <p:strVal val="#ppt_x"/>
                                          </p:val>
                                        </p:tav>
                                      </p:tavLst>
                                    </p:anim>
                                    <p:anim calcmode="lin" valueType="num">
                                      <p:cBhvr additive="base">
                                        <p:cTn id="29" dur="500" fill="hold"/>
                                        <p:tgtEl>
                                          <p:spTgt spid="9"/>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0" presetClass="entr" presetSubtype="0"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edge">
                                      <p:cBhvr>
                                        <p:cTn id="33" dur="1000"/>
                                        <p:tgtEl>
                                          <p:spTgt spid="6"/>
                                        </p:tgtEl>
                                      </p:cBhvr>
                                    </p:animEffect>
                                  </p:childTnLst>
                                </p:cTn>
                              </p:par>
                            </p:childTnLst>
                          </p:cTn>
                        </p:par>
                        <p:par>
                          <p:cTn id="34" fill="hold">
                            <p:stCondLst>
                              <p:cond delay="4000"/>
                            </p:stCondLst>
                            <p:childTnLst>
                              <p:par>
                                <p:cTn id="35" presetID="2" presetClass="entr" presetSubtype="4" accel="50000" decel="50000" fill="hold" grpId="0" nodeType="afterEffect">
                                  <p:stCondLst>
                                    <p:cond delay="0"/>
                                  </p:stCondLst>
                                  <p:childTnLst>
                                    <p:set>
                                      <p:cBhvr>
                                        <p:cTn id="36" dur="1" fill="hold">
                                          <p:stCondLst>
                                            <p:cond delay="0"/>
                                          </p:stCondLst>
                                        </p:cTn>
                                        <p:tgtEl>
                                          <p:spTgt spid="52"/>
                                        </p:tgtEl>
                                        <p:attrNameLst>
                                          <p:attrName>style.visibility</p:attrName>
                                        </p:attrNameLst>
                                      </p:cBhvr>
                                      <p:to>
                                        <p:strVal val="visible"/>
                                      </p:to>
                                    </p:set>
                                    <p:anim calcmode="lin" valueType="num">
                                      <p:cBhvr additive="base">
                                        <p:cTn id="37" dur="500" fill="hold"/>
                                        <p:tgtEl>
                                          <p:spTgt spid="52"/>
                                        </p:tgtEl>
                                        <p:attrNameLst>
                                          <p:attrName>ppt_x</p:attrName>
                                        </p:attrNameLst>
                                      </p:cBhvr>
                                      <p:tavLst>
                                        <p:tav tm="0">
                                          <p:val>
                                            <p:strVal val="#ppt_x"/>
                                          </p:val>
                                        </p:tav>
                                        <p:tav tm="100000">
                                          <p:val>
                                            <p:strVal val="#ppt_x"/>
                                          </p:val>
                                        </p:tav>
                                      </p:tavLst>
                                    </p:anim>
                                    <p:anim calcmode="lin" valueType="num">
                                      <p:cBhvr additive="base">
                                        <p:cTn id="38" dur="500" fill="hold"/>
                                        <p:tgtEl>
                                          <p:spTgt spid="52"/>
                                        </p:tgtEl>
                                        <p:attrNameLst>
                                          <p:attrName>ppt_y</p:attrName>
                                        </p:attrNameLst>
                                      </p:cBhvr>
                                      <p:tavLst>
                                        <p:tav tm="0">
                                          <p:val>
                                            <p:strVal val="1+#ppt_h/2"/>
                                          </p:val>
                                        </p:tav>
                                        <p:tav tm="100000">
                                          <p:val>
                                            <p:strVal val="#ppt_y"/>
                                          </p:val>
                                        </p:tav>
                                      </p:tavLst>
                                    </p:anim>
                                  </p:childTnLst>
                                </p:cTn>
                              </p:par>
                              <p:par>
                                <p:cTn id="39" presetID="2" presetClass="entr" presetSubtype="4" accel="50000" decel="50000"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childTnLst>
                          </p:cTn>
                        </p:par>
                        <p:par>
                          <p:cTn id="43" fill="hold">
                            <p:stCondLst>
                              <p:cond delay="4500"/>
                            </p:stCondLst>
                            <p:childTnLst>
                              <p:par>
                                <p:cTn id="44" presetID="20" presetClass="entr" presetSubtype="0"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wedge">
                                      <p:cBhvr>
                                        <p:cTn id="46" dur="1000"/>
                                        <p:tgtEl>
                                          <p:spTgt spid="7"/>
                                        </p:tgtEl>
                                      </p:cBhvr>
                                    </p:animEffect>
                                  </p:childTnLst>
                                </p:cTn>
                              </p:par>
                            </p:childTnLst>
                          </p:cTn>
                        </p:par>
                        <p:par>
                          <p:cTn id="47" fill="hold">
                            <p:stCondLst>
                              <p:cond delay="5500"/>
                            </p:stCondLst>
                            <p:childTnLst>
                              <p:par>
                                <p:cTn id="48" presetID="2" presetClass="entr" presetSubtype="4" accel="50000" decel="50000" fill="hold" grpId="0" nodeType="afterEffect">
                                  <p:stCondLst>
                                    <p:cond delay="0"/>
                                  </p:stCondLst>
                                  <p:childTnLst>
                                    <p:set>
                                      <p:cBhvr>
                                        <p:cTn id="49" dur="1" fill="hold">
                                          <p:stCondLst>
                                            <p:cond delay="0"/>
                                          </p:stCondLst>
                                        </p:cTn>
                                        <p:tgtEl>
                                          <p:spTgt spid="53"/>
                                        </p:tgtEl>
                                        <p:attrNameLst>
                                          <p:attrName>style.visibility</p:attrName>
                                        </p:attrNameLst>
                                      </p:cBhvr>
                                      <p:to>
                                        <p:strVal val="visible"/>
                                      </p:to>
                                    </p:set>
                                    <p:anim calcmode="lin" valueType="num">
                                      <p:cBhvr additive="base">
                                        <p:cTn id="50" dur="500" fill="hold"/>
                                        <p:tgtEl>
                                          <p:spTgt spid="53"/>
                                        </p:tgtEl>
                                        <p:attrNameLst>
                                          <p:attrName>ppt_x</p:attrName>
                                        </p:attrNameLst>
                                      </p:cBhvr>
                                      <p:tavLst>
                                        <p:tav tm="0">
                                          <p:val>
                                            <p:strVal val="#ppt_x"/>
                                          </p:val>
                                        </p:tav>
                                        <p:tav tm="100000">
                                          <p:val>
                                            <p:strVal val="#ppt_x"/>
                                          </p:val>
                                        </p:tav>
                                      </p:tavLst>
                                    </p:anim>
                                    <p:anim calcmode="lin" valueType="num">
                                      <p:cBhvr additive="base">
                                        <p:cTn id="51" dur="500" fill="hold"/>
                                        <p:tgtEl>
                                          <p:spTgt spid="53"/>
                                        </p:tgtEl>
                                        <p:attrNameLst>
                                          <p:attrName>ppt_y</p:attrName>
                                        </p:attrNameLst>
                                      </p:cBhvr>
                                      <p:tavLst>
                                        <p:tav tm="0">
                                          <p:val>
                                            <p:strVal val="1+#ppt_h/2"/>
                                          </p:val>
                                        </p:tav>
                                        <p:tav tm="100000">
                                          <p:val>
                                            <p:strVal val="#ppt_y"/>
                                          </p:val>
                                        </p:tav>
                                      </p:tavLst>
                                    </p:anim>
                                  </p:childTnLst>
                                </p:cTn>
                              </p:par>
                              <p:par>
                                <p:cTn id="52" presetID="2" presetClass="entr" presetSubtype="4" accel="50000" decel="50000" fill="hold"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additive="base">
                                        <p:cTn id="54" dur="500" fill="hold"/>
                                        <p:tgtEl>
                                          <p:spTgt spid="11"/>
                                        </p:tgtEl>
                                        <p:attrNameLst>
                                          <p:attrName>ppt_x</p:attrName>
                                        </p:attrNameLst>
                                      </p:cBhvr>
                                      <p:tavLst>
                                        <p:tav tm="0">
                                          <p:val>
                                            <p:strVal val="#ppt_x"/>
                                          </p:val>
                                        </p:tav>
                                        <p:tav tm="100000">
                                          <p:val>
                                            <p:strVal val="#ppt_x"/>
                                          </p:val>
                                        </p:tav>
                                      </p:tavLst>
                                    </p:anim>
                                    <p:anim calcmode="lin" valueType="num">
                                      <p:cBhvr additive="base">
                                        <p:cTn id="5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1" grpId="0"/>
      <p:bldP spid="52" grpId="0"/>
      <p:bldP spid="53"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Project Yearly Timeline</a:t>
            </a:r>
            <a:endParaRPr lang="en-US" dirty="0"/>
          </a:p>
        </p:txBody>
      </p:sp>
      <p:sp>
        <p:nvSpPr>
          <p:cNvPr id="4" name="Text Placeholder 3"/>
          <p:cNvSpPr>
            <a:spLocks noGrp="1"/>
          </p:cNvSpPr>
          <p:nvPr>
            <p:ph type="body" sz="half" idx="2"/>
          </p:nvPr>
        </p:nvSpPr>
        <p:spPr/>
        <p:txBody>
          <a:bodyPr/>
          <a:lstStyle/>
          <a:p>
            <a:r>
              <a:rPr lang="en-US"/>
              <a:t>Project Yearly Timeline</a:t>
            </a:r>
            <a:endParaRPr lang="en-US" dirty="0"/>
          </a:p>
        </p:txBody>
      </p:sp>
      <p:sp>
        <p:nvSpPr>
          <p:cNvPr id="46" name="Slide Number Placeholder 45"/>
          <p:cNvSpPr>
            <a:spLocks noGrp="1"/>
          </p:cNvSpPr>
          <p:nvPr>
            <p:ph type="sldNum" sz="quarter" idx="12"/>
          </p:nvPr>
        </p:nvSpPr>
        <p:spPr/>
        <p:txBody>
          <a:bodyPr/>
          <a:lstStyle/>
          <a:p>
            <a:fld id="{C136B7D2-B98C-44FD-8D04-7EC62A564975}" type="slidenum">
              <a:rPr lang="en-US" smtClean="0"/>
              <a:pPr/>
              <a:t>312</a:t>
            </a:fld>
            <a:endParaRPr lang="en-US" dirty="0"/>
          </a:p>
        </p:txBody>
      </p:sp>
      <p:grpSp>
        <p:nvGrpSpPr>
          <p:cNvPr id="3" name="Group 50"/>
          <p:cNvGrpSpPr/>
          <p:nvPr/>
        </p:nvGrpSpPr>
        <p:grpSpPr>
          <a:xfrm>
            <a:off x="654724" y="1592431"/>
            <a:ext cx="1296169" cy="1296168"/>
            <a:chOff x="1400541" y="1592431"/>
            <a:chExt cx="1296169" cy="1296168"/>
          </a:xfrm>
        </p:grpSpPr>
        <p:sp>
          <p:nvSpPr>
            <p:cNvPr id="35" name="Oval 34"/>
            <p:cNvSpPr/>
            <p:nvPr/>
          </p:nvSpPr>
          <p:spPr>
            <a:xfrm>
              <a:off x="1533041"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36" name="Pie 35"/>
            <p:cNvSpPr/>
            <p:nvPr/>
          </p:nvSpPr>
          <p:spPr>
            <a:xfrm>
              <a:off x="1400541" y="1592431"/>
              <a:ext cx="1296169" cy="1296168"/>
            </a:xfrm>
            <a:prstGeom prst="pie">
              <a:avLst>
                <a:gd name="adj1" fmla="val 27111"/>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68" name="TextBox 67"/>
            <p:cNvSpPr txBox="1"/>
            <p:nvPr/>
          </p:nvSpPr>
          <p:spPr>
            <a:xfrm>
              <a:off x="1520277" y="2119522"/>
              <a:ext cx="489216" cy="215444"/>
            </a:xfrm>
            <a:prstGeom prst="rect">
              <a:avLst/>
            </a:prstGeom>
            <a:noFill/>
          </p:spPr>
          <p:txBody>
            <a:bodyPr wrap="square" lIns="0" tIns="0" rIns="0" bIns="0" rtlCol="0">
              <a:spAutoFit/>
            </a:bodyPr>
            <a:lstStyle/>
            <a:p>
              <a:pPr algn="ctr"/>
              <a:r>
                <a:rPr lang="en-US" sz="1400" b="1" dirty="0">
                  <a:solidFill>
                    <a:schemeClr val="bg1"/>
                  </a:solidFill>
                </a:rPr>
                <a:t>75%</a:t>
              </a:r>
            </a:p>
          </p:txBody>
        </p:sp>
      </p:grpSp>
      <p:grpSp>
        <p:nvGrpSpPr>
          <p:cNvPr id="5" name="Group 51"/>
          <p:cNvGrpSpPr/>
          <p:nvPr/>
        </p:nvGrpSpPr>
        <p:grpSpPr>
          <a:xfrm>
            <a:off x="2335069" y="1592431"/>
            <a:ext cx="1296169" cy="1296168"/>
            <a:chOff x="3099936" y="1592431"/>
            <a:chExt cx="1296169" cy="1296168"/>
          </a:xfrm>
        </p:grpSpPr>
        <p:sp>
          <p:nvSpPr>
            <p:cNvPr id="37" name="Oval 36"/>
            <p:cNvSpPr/>
            <p:nvPr/>
          </p:nvSpPr>
          <p:spPr>
            <a:xfrm>
              <a:off x="3232436"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38" name="Pie 37"/>
            <p:cNvSpPr/>
            <p:nvPr/>
          </p:nvSpPr>
          <p:spPr>
            <a:xfrm>
              <a:off x="3099936" y="1592431"/>
              <a:ext cx="1296169" cy="1296168"/>
            </a:xfrm>
            <a:prstGeom prst="pie">
              <a:avLst>
                <a:gd name="adj1" fmla="val 5379724"/>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9" name="TextBox 38"/>
            <p:cNvSpPr txBox="1"/>
            <p:nvPr/>
          </p:nvSpPr>
          <p:spPr>
            <a:xfrm>
              <a:off x="3219672" y="2085624"/>
              <a:ext cx="489216" cy="215444"/>
            </a:xfrm>
            <a:prstGeom prst="rect">
              <a:avLst/>
            </a:prstGeom>
            <a:noFill/>
          </p:spPr>
          <p:txBody>
            <a:bodyPr wrap="square" lIns="0" tIns="0" rIns="0" bIns="0" rtlCol="0">
              <a:spAutoFit/>
            </a:bodyPr>
            <a:lstStyle/>
            <a:p>
              <a:pPr algn="ctr"/>
              <a:r>
                <a:rPr lang="en-US" sz="1400" b="1" dirty="0">
                  <a:solidFill>
                    <a:schemeClr val="bg1"/>
                  </a:solidFill>
                </a:rPr>
                <a:t>50%</a:t>
              </a:r>
            </a:p>
          </p:txBody>
        </p:sp>
      </p:grpSp>
      <p:grpSp>
        <p:nvGrpSpPr>
          <p:cNvPr id="6" name="Group 60"/>
          <p:cNvGrpSpPr/>
          <p:nvPr/>
        </p:nvGrpSpPr>
        <p:grpSpPr>
          <a:xfrm>
            <a:off x="3957830" y="1592431"/>
            <a:ext cx="1296169" cy="1296168"/>
            <a:chOff x="4834295" y="1592431"/>
            <a:chExt cx="1296169" cy="1296168"/>
          </a:xfrm>
        </p:grpSpPr>
        <p:sp>
          <p:nvSpPr>
            <p:cNvPr id="40" name="Oval 39"/>
            <p:cNvSpPr/>
            <p:nvPr/>
          </p:nvSpPr>
          <p:spPr>
            <a:xfrm>
              <a:off x="4966795"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41" name="Pie 40"/>
            <p:cNvSpPr/>
            <p:nvPr/>
          </p:nvSpPr>
          <p:spPr>
            <a:xfrm>
              <a:off x="4834295" y="1592431"/>
              <a:ext cx="1296169" cy="1296168"/>
            </a:xfrm>
            <a:prstGeom prst="pie">
              <a:avLst>
                <a:gd name="adj1" fmla="val 19548649"/>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42" name="TextBox 41"/>
            <p:cNvSpPr txBox="1"/>
            <p:nvPr/>
          </p:nvSpPr>
          <p:spPr>
            <a:xfrm>
              <a:off x="4954031" y="2085624"/>
              <a:ext cx="489216" cy="215444"/>
            </a:xfrm>
            <a:prstGeom prst="rect">
              <a:avLst/>
            </a:prstGeom>
            <a:noFill/>
          </p:spPr>
          <p:txBody>
            <a:bodyPr wrap="square" lIns="0" tIns="0" rIns="0" bIns="0" rtlCol="0">
              <a:spAutoFit/>
            </a:bodyPr>
            <a:lstStyle/>
            <a:p>
              <a:pPr algn="ctr"/>
              <a:r>
                <a:rPr lang="en-US" sz="1400" b="1" dirty="0">
                  <a:solidFill>
                    <a:schemeClr val="bg1"/>
                  </a:solidFill>
                </a:rPr>
                <a:t>85%</a:t>
              </a:r>
            </a:p>
          </p:txBody>
        </p:sp>
      </p:grpSp>
      <p:grpSp>
        <p:nvGrpSpPr>
          <p:cNvPr id="7" name="Group 61"/>
          <p:cNvGrpSpPr/>
          <p:nvPr/>
        </p:nvGrpSpPr>
        <p:grpSpPr>
          <a:xfrm>
            <a:off x="5580111" y="1592431"/>
            <a:ext cx="1296169" cy="1296168"/>
            <a:chOff x="6447291" y="1592431"/>
            <a:chExt cx="1296169" cy="1296168"/>
          </a:xfrm>
        </p:grpSpPr>
        <p:sp>
          <p:nvSpPr>
            <p:cNvPr id="43" name="Oval 42"/>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44" name="Pie 43"/>
            <p:cNvSpPr/>
            <p:nvPr/>
          </p:nvSpPr>
          <p:spPr>
            <a:xfrm>
              <a:off x="6447291" y="1592431"/>
              <a:ext cx="1296169" cy="1296168"/>
            </a:xfrm>
            <a:prstGeom prst="pie">
              <a:avLst>
                <a:gd name="adj1" fmla="val 17910010"/>
                <a:gd name="adj2" fmla="val 53510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45" name="TextBox 44"/>
            <p:cNvSpPr txBox="1"/>
            <p:nvPr/>
          </p:nvSpPr>
          <p:spPr>
            <a:xfrm>
              <a:off x="7151229" y="2134506"/>
              <a:ext cx="489216" cy="215444"/>
            </a:xfrm>
            <a:prstGeom prst="rect">
              <a:avLst/>
            </a:prstGeom>
            <a:noFill/>
          </p:spPr>
          <p:txBody>
            <a:bodyPr wrap="square" lIns="0" tIns="0" rIns="0" bIns="0" rtlCol="0">
              <a:spAutoFit/>
            </a:bodyPr>
            <a:lstStyle/>
            <a:p>
              <a:pPr algn="ctr"/>
              <a:r>
                <a:rPr lang="en-US" sz="1400" b="1" dirty="0">
                  <a:solidFill>
                    <a:schemeClr val="bg1"/>
                  </a:solidFill>
                </a:rPr>
                <a:t>75%</a:t>
              </a:r>
            </a:p>
          </p:txBody>
        </p:sp>
      </p:grpSp>
      <p:sp>
        <p:nvSpPr>
          <p:cNvPr id="47" name="TextBox 46"/>
          <p:cNvSpPr txBox="1"/>
          <p:nvPr/>
        </p:nvSpPr>
        <p:spPr>
          <a:xfrm>
            <a:off x="1118840" y="3017949"/>
            <a:ext cx="397545" cy="215444"/>
          </a:xfrm>
          <a:prstGeom prst="rect">
            <a:avLst/>
          </a:prstGeom>
          <a:noFill/>
        </p:spPr>
        <p:txBody>
          <a:bodyPr wrap="none" lIns="0" tIns="0" rIns="0" bIns="0" rtlCol="0">
            <a:spAutoFit/>
          </a:bodyPr>
          <a:lstStyle/>
          <a:p>
            <a:pPr algn="ctr"/>
            <a:r>
              <a:rPr lang="en-US" sz="1400" b="1" dirty="0">
                <a:solidFill>
                  <a:schemeClr val="accent1"/>
                </a:solidFill>
              </a:rPr>
              <a:t>2001</a:t>
            </a:r>
          </a:p>
        </p:txBody>
      </p:sp>
      <p:sp>
        <p:nvSpPr>
          <p:cNvPr id="48" name="TextBox 47"/>
          <p:cNvSpPr txBox="1"/>
          <p:nvPr/>
        </p:nvSpPr>
        <p:spPr>
          <a:xfrm>
            <a:off x="2791336" y="3017949"/>
            <a:ext cx="397545" cy="215444"/>
          </a:xfrm>
          <a:prstGeom prst="rect">
            <a:avLst/>
          </a:prstGeom>
          <a:noFill/>
        </p:spPr>
        <p:txBody>
          <a:bodyPr wrap="none" lIns="0" tIns="0" rIns="0" bIns="0" rtlCol="0">
            <a:spAutoFit/>
          </a:bodyPr>
          <a:lstStyle/>
          <a:p>
            <a:pPr algn="ctr"/>
            <a:r>
              <a:rPr lang="en-US" sz="1400" b="1" dirty="0">
                <a:solidFill>
                  <a:schemeClr val="accent2"/>
                </a:solidFill>
              </a:rPr>
              <a:t>2005</a:t>
            </a:r>
          </a:p>
        </p:txBody>
      </p:sp>
      <p:sp>
        <p:nvSpPr>
          <p:cNvPr id="49" name="TextBox 48"/>
          <p:cNvSpPr txBox="1"/>
          <p:nvPr/>
        </p:nvSpPr>
        <p:spPr>
          <a:xfrm>
            <a:off x="4397157" y="3017949"/>
            <a:ext cx="397545" cy="215444"/>
          </a:xfrm>
          <a:prstGeom prst="rect">
            <a:avLst/>
          </a:prstGeom>
          <a:noFill/>
        </p:spPr>
        <p:txBody>
          <a:bodyPr wrap="none" lIns="0" tIns="0" rIns="0" bIns="0" rtlCol="0">
            <a:spAutoFit/>
          </a:bodyPr>
          <a:lstStyle/>
          <a:p>
            <a:pPr algn="ctr"/>
            <a:r>
              <a:rPr lang="en-US" sz="1400" b="1" dirty="0">
                <a:solidFill>
                  <a:schemeClr val="accent3"/>
                </a:solidFill>
              </a:rPr>
              <a:t>2007</a:t>
            </a:r>
          </a:p>
        </p:txBody>
      </p:sp>
      <p:sp>
        <p:nvSpPr>
          <p:cNvPr id="50" name="TextBox 49"/>
          <p:cNvSpPr txBox="1"/>
          <p:nvPr/>
        </p:nvSpPr>
        <p:spPr>
          <a:xfrm>
            <a:off x="6022028" y="3017949"/>
            <a:ext cx="397545" cy="215444"/>
          </a:xfrm>
          <a:prstGeom prst="rect">
            <a:avLst/>
          </a:prstGeom>
          <a:noFill/>
        </p:spPr>
        <p:txBody>
          <a:bodyPr wrap="none" lIns="0" tIns="0" rIns="0" bIns="0" rtlCol="0">
            <a:spAutoFit/>
          </a:bodyPr>
          <a:lstStyle/>
          <a:p>
            <a:pPr algn="ctr"/>
            <a:r>
              <a:rPr lang="en-US" sz="1400" b="1" dirty="0">
                <a:solidFill>
                  <a:schemeClr val="accent4"/>
                </a:solidFill>
              </a:rPr>
              <a:t>2010</a:t>
            </a:r>
          </a:p>
        </p:txBody>
      </p:sp>
      <p:grpSp>
        <p:nvGrpSpPr>
          <p:cNvPr id="8" name="Group 52"/>
          <p:cNvGrpSpPr/>
          <p:nvPr/>
        </p:nvGrpSpPr>
        <p:grpSpPr>
          <a:xfrm>
            <a:off x="7193107" y="1592431"/>
            <a:ext cx="1296169" cy="1296168"/>
            <a:chOff x="6447291" y="1592431"/>
            <a:chExt cx="1296169" cy="1296168"/>
          </a:xfrm>
        </p:grpSpPr>
        <p:sp>
          <p:nvSpPr>
            <p:cNvPr id="54" name="Oval 53"/>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55" name="Pie 54"/>
            <p:cNvSpPr/>
            <p:nvPr/>
          </p:nvSpPr>
          <p:spPr>
            <a:xfrm>
              <a:off x="6447291" y="1592431"/>
              <a:ext cx="1296169" cy="1296168"/>
            </a:xfrm>
            <a:prstGeom prst="pie">
              <a:avLst>
                <a:gd name="adj1" fmla="val 93326"/>
                <a:gd name="adj2" fmla="val 1370627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56" name="TextBox 55"/>
            <p:cNvSpPr txBox="1"/>
            <p:nvPr/>
          </p:nvSpPr>
          <p:spPr>
            <a:xfrm>
              <a:off x="6511163" y="2085624"/>
              <a:ext cx="489216" cy="215444"/>
            </a:xfrm>
            <a:prstGeom prst="rect">
              <a:avLst/>
            </a:prstGeom>
            <a:noFill/>
          </p:spPr>
          <p:txBody>
            <a:bodyPr wrap="square" lIns="0" tIns="0" rIns="0" bIns="0" rtlCol="0">
              <a:spAutoFit/>
            </a:bodyPr>
            <a:lstStyle/>
            <a:p>
              <a:pPr algn="ctr"/>
              <a:r>
                <a:rPr lang="en-US" sz="1400" b="1" dirty="0">
                  <a:solidFill>
                    <a:schemeClr val="bg1"/>
                  </a:solidFill>
                </a:rPr>
                <a:t>65%</a:t>
              </a:r>
            </a:p>
          </p:txBody>
        </p:sp>
      </p:grpSp>
      <p:sp>
        <p:nvSpPr>
          <p:cNvPr id="57" name="TextBox 56"/>
          <p:cNvSpPr txBox="1"/>
          <p:nvPr/>
        </p:nvSpPr>
        <p:spPr>
          <a:xfrm>
            <a:off x="7657223" y="3017949"/>
            <a:ext cx="397545" cy="215444"/>
          </a:xfrm>
          <a:prstGeom prst="rect">
            <a:avLst/>
          </a:prstGeom>
          <a:noFill/>
        </p:spPr>
        <p:txBody>
          <a:bodyPr wrap="none" lIns="0" tIns="0" rIns="0" bIns="0" rtlCol="0">
            <a:spAutoFit/>
          </a:bodyPr>
          <a:lstStyle/>
          <a:p>
            <a:pPr algn="ctr"/>
            <a:r>
              <a:rPr lang="en-US" sz="1400" b="1" dirty="0">
                <a:solidFill>
                  <a:schemeClr val="accent5"/>
                </a:solidFill>
              </a:rPr>
              <a:t>2014</a:t>
            </a:r>
          </a:p>
        </p:txBody>
      </p:sp>
      <p:grpSp>
        <p:nvGrpSpPr>
          <p:cNvPr id="9" name="Group 59"/>
          <p:cNvGrpSpPr/>
          <p:nvPr/>
        </p:nvGrpSpPr>
        <p:grpSpPr>
          <a:xfrm>
            <a:off x="654724" y="3404543"/>
            <a:ext cx="1296168" cy="558403"/>
            <a:chOff x="654725" y="3050273"/>
            <a:chExt cx="1296168" cy="558403"/>
          </a:xfrm>
        </p:grpSpPr>
        <p:sp>
          <p:nvSpPr>
            <p:cNvPr id="59" name="Isosceles Triangle 58"/>
            <p:cNvSpPr/>
            <p:nvPr/>
          </p:nvSpPr>
          <p:spPr>
            <a:xfrm>
              <a:off x="1158914" y="3050273"/>
              <a:ext cx="287790" cy="21276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58" name="Round Same Side Corner Rectangle 57"/>
            <p:cNvSpPr/>
            <p:nvPr/>
          </p:nvSpPr>
          <p:spPr>
            <a:xfrm>
              <a:off x="654725" y="3187760"/>
              <a:ext cx="1296168" cy="420916"/>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10" name="Group 78"/>
          <p:cNvGrpSpPr/>
          <p:nvPr/>
        </p:nvGrpSpPr>
        <p:grpSpPr>
          <a:xfrm>
            <a:off x="2335069" y="3404543"/>
            <a:ext cx="1296168" cy="558403"/>
            <a:chOff x="654725" y="3050273"/>
            <a:chExt cx="1296168" cy="558403"/>
          </a:xfrm>
        </p:grpSpPr>
        <p:sp>
          <p:nvSpPr>
            <p:cNvPr id="80" name="Isosceles Triangle 79"/>
            <p:cNvSpPr/>
            <p:nvPr/>
          </p:nvSpPr>
          <p:spPr>
            <a:xfrm>
              <a:off x="1158914" y="3050273"/>
              <a:ext cx="287790" cy="21276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81" name="Round Same Side Corner Rectangle 80"/>
            <p:cNvSpPr/>
            <p:nvPr/>
          </p:nvSpPr>
          <p:spPr>
            <a:xfrm>
              <a:off x="654725" y="3187760"/>
              <a:ext cx="1296168" cy="420916"/>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11" name="Group 81"/>
          <p:cNvGrpSpPr/>
          <p:nvPr/>
        </p:nvGrpSpPr>
        <p:grpSpPr>
          <a:xfrm>
            <a:off x="3957830" y="3404543"/>
            <a:ext cx="1296168" cy="558403"/>
            <a:chOff x="654725" y="3050273"/>
            <a:chExt cx="1296168" cy="558403"/>
          </a:xfrm>
        </p:grpSpPr>
        <p:sp>
          <p:nvSpPr>
            <p:cNvPr id="83" name="Isosceles Triangle 82"/>
            <p:cNvSpPr/>
            <p:nvPr/>
          </p:nvSpPr>
          <p:spPr>
            <a:xfrm>
              <a:off x="1158914" y="3050273"/>
              <a:ext cx="287790" cy="21276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84" name="Round Same Side Corner Rectangle 83"/>
            <p:cNvSpPr/>
            <p:nvPr/>
          </p:nvSpPr>
          <p:spPr>
            <a:xfrm>
              <a:off x="654725" y="3187760"/>
              <a:ext cx="1296168" cy="420916"/>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12" name="Group 84"/>
          <p:cNvGrpSpPr/>
          <p:nvPr/>
        </p:nvGrpSpPr>
        <p:grpSpPr>
          <a:xfrm>
            <a:off x="5580111" y="3404543"/>
            <a:ext cx="1296168" cy="558403"/>
            <a:chOff x="654725" y="3050273"/>
            <a:chExt cx="1296168" cy="558403"/>
          </a:xfrm>
        </p:grpSpPr>
        <p:sp>
          <p:nvSpPr>
            <p:cNvPr id="86" name="Isosceles Triangle 85"/>
            <p:cNvSpPr/>
            <p:nvPr/>
          </p:nvSpPr>
          <p:spPr>
            <a:xfrm>
              <a:off x="1158914" y="3050273"/>
              <a:ext cx="287790" cy="21276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87" name="Round Same Side Corner Rectangle 86"/>
            <p:cNvSpPr/>
            <p:nvPr/>
          </p:nvSpPr>
          <p:spPr>
            <a:xfrm>
              <a:off x="654725" y="3187760"/>
              <a:ext cx="1296168" cy="420916"/>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grpSp>
        <p:nvGrpSpPr>
          <p:cNvPr id="13" name="Group 87"/>
          <p:cNvGrpSpPr/>
          <p:nvPr/>
        </p:nvGrpSpPr>
        <p:grpSpPr>
          <a:xfrm>
            <a:off x="7193107" y="3404543"/>
            <a:ext cx="1296168" cy="558403"/>
            <a:chOff x="654725" y="3050273"/>
            <a:chExt cx="1296168" cy="558403"/>
          </a:xfrm>
        </p:grpSpPr>
        <p:sp>
          <p:nvSpPr>
            <p:cNvPr id="89" name="Isosceles Triangle 88"/>
            <p:cNvSpPr/>
            <p:nvPr/>
          </p:nvSpPr>
          <p:spPr>
            <a:xfrm>
              <a:off x="1158914" y="3050273"/>
              <a:ext cx="287790" cy="21276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solidFill>
                  <a:schemeClr val="bg1"/>
                </a:solidFill>
                <a:latin typeface="+mj-lt"/>
              </a:endParaRPr>
            </a:p>
          </p:txBody>
        </p:sp>
        <p:sp>
          <p:nvSpPr>
            <p:cNvPr id="90" name="Round Same Side Corner Rectangle 89"/>
            <p:cNvSpPr/>
            <p:nvPr/>
          </p:nvSpPr>
          <p:spPr>
            <a:xfrm>
              <a:off x="654725" y="3187760"/>
              <a:ext cx="1296168" cy="420916"/>
            </a:xfrm>
            <a:prstGeom prst="round2Same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latin typeface="+mj-lt"/>
                </a:rPr>
                <a:t>Keyword</a:t>
              </a:r>
            </a:p>
          </p:txBody>
        </p:sp>
      </p:grpSp>
    </p:spTree>
    <p:extLst>
      <p:ext uri="{BB962C8B-B14F-4D97-AF65-F5344CB8AC3E}">
        <p14:creationId xmlns:p14="http://schemas.microsoft.com/office/powerpoint/2010/main" val="1689204965"/>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edge">
                                      <p:cBhvr>
                                        <p:cTn id="7" dur="1000"/>
                                        <p:tgtEl>
                                          <p:spTgt spid="3"/>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slide(fromBottom)">
                                      <p:cBhvr>
                                        <p:cTn id="11" dur="500"/>
                                        <p:tgtEl>
                                          <p:spTgt spid="47"/>
                                        </p:tgtEl>
                                      </p:cBhvr>
                                    </p:animEffect>
                                  </p:childTnLst>
                                </p:cTn>
                              </p:par>
                              <p:par>
                                <p:cTn id="12" presetID="2" presetClass="entr" presetSubtype="4" accel="50000" decel="5000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500" fill="hold"/>
                                        <p:tgtEl>
                                          <p:spTgt spid="9"/>
                                        </p:tgtEl>
                                        <p:attrNameLst>
                                          <p:attrName>ppt_x</p:attrName>
                                        </p:attrNameLst>
                                      </p:cBhvr>
                                      <p:tavLst>
                                        <p:tav tm="0">
                                          <p:val>
                                            <p:strVal val="#ppt_x"/>
                                          </p:val>
                                        </p:tav>
                                        <p:tav tm="100000">
                                          <p:val>
                                            <p:strVal val="#ppt_x"/>
                                          </p:val>
                                        </p:tav>
                                      </p:tavLst>
                                    </p:anim>
                                    <p:anim calcmode="lin" valueType="num">
                                      <p:cBhvr additive="base">
                                        <p:cTn id="15" dur="500" fill="hold"/>
                                        <p:tgtEl>
                                          <p:spTgt spid="9"/>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0"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edge">
                                      <p:cBhvr>
                                        <p:cTn id="19" dur="1000"/>
                                        <p:tgtEl>
                                          <p:spTgt spid="5"/>
                                        </p:tgtEl>
                                      </p:cBhvr>
                                    </p:animEffect>
                                  </p:childTnLst>
                                </p:cTn>
                              </p:par>
                            </p:childTnLst>
                          </p:cTn>
                        </p:par>
                        <p:par>
                          <p:cTn id="20" fill="hold">
                            <p:stCondLst>
                              <p:cond delay="2500"/>
                            </p:stCondLst>
                            <p:childTnLst>
                              <p:par>
                                <p:cTn id="21" presetID="12" presetClass="entr" presetSubtype="4" fill="hold" grpId="0"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slide(fromBottom)">
                                      <p:cBhvr>
                                        <p:cTn id="23" dur="500"/>
                                        <p:tgtEl>
                                          <p:spTgt spid="48"/>
                                        </p:tgtEl>
                                      </p:cBhvr>
                                    </p:animEffect>
                                  </p:childTnLst>
                                </p:cTn>
                              </p:par>
                              <p:par>
                                <p:cTn id="24" presetID="2" presetClass="entr" presetSubtype="4" accel="50000" decel="5000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 fill="hold"/>
                                        <p:tgtEl>
                                          <p:spTgt spid="10"/>
                                        </p:tgtEl>
                                        <p:attrNameLst>
                                          <p:attrName>ppt_x</p:attrName>
                                        </p:attrNameLst>
                                      </p:cBhvr>
                                      <p:tavLst>
                                        <p:tav tm="0">
                                          <p:val>
                                            <p:strVal val="#ppt_x"/>
                                          </p:val>
                                        </p:tav>
                                        <p:tav tm="100000">
                                          <p:val>
                                            <p:strVal val="#ppt_x"/>
                                          </p:val>
                                        </p:tav>
                                      </p:tavLst>
                                    </p:anim>
                                    <p:anim calcmode="lin" valueType="num">
                                      <p:cBhvr additive="base">
                                        <p:cTn id="27" dur="500" fill="hold"/>
                                        <p:tgtEl>
                                          <p:spTgt spid="10"/>
                                        </p:tgtEl>
                                        <p:attrNameLst>
                                          <p:attrName>ppt_y</p:attrName>
                                        </p:attrNameLst>
                                      </p:cBhvr>
                                      <p:tavLst>
                                        <p:tav tm="0">
                                          <p:val>
                                            <p:strVal val="1+#ppt_h/2"/>
                                          </p:val>
                                        </p:tav>
                                        <p:tav tm="100000">
                                          <p:val>
                                            <p:strVal val="#ppt_y"/>
                                          </p:val>
                                        </p:tav>
                                      </p:tavLst>
                                    </p:anim>
                                  </p:childTnLst>
                                </p:cTn>
                              </p:par>
                            </p:childTnLst>
                          </p:cTn>
                        </p:par>
                        <p:par>
                          <p:cTn id="28" fill="hold">
                            <p:stCondLst>
                              <p:cond delay="3000"/>
                            </p:stCondLst>
                            <p:childTnLst>
                              <p:par>
                                <p:cTn id="29" presetID="2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wedge">
                                      <p:cBhvr>
                                        <p:cTn id="31" dur="1000"/>
                                        <p:tgtEl>
                                          <p:spTgt spid="6"/>
                                        </p:tgtEl>
                                      </p:cBhvr>
                                    </p:animEffect>
                                  </p:childTnLst>
                                </p:cTn>
                              </p:par>
                            </p:childTnLst>
                          </p:cTn>
                        </p:par>
                        <p:par>
                          <p:cTn id="32" fill="hold">
                            <p:stCondLst>
                              <p:cond delay="4000"/>
                            </p:stCondLst>
                            <p:childTnLst>
                              <p:par>
                                <p:cTn id="33" presetID="12" presetClass="entr" presetSubtype="4" fill="hold" grpId="0" nodeType="after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slide(fromBottom)">
                                      <p:cBhvr>
                                        <p:cTn id="35" dur="500"/>
                                        <p:tgtEl>
                                          <p:spTgt spid="49"/>
                                        </p:tgtEl>
                                      </p:cBhvr>
                                    </p:animEffect>
                                  </p:childTnLst>
                                </p:cTn>
                              </p:par>
                              <p:par>
                                <p:cTn id="36" presetID="2" presetClass="entr" presetSubtype="4" accel="50000" decel="50000" fill="hold"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500" fill="hold"/>
                                        <p:tgtEl>
                                          <p:spTgt spid="11"/>
                                        </p:tgtEl>
                                        <p:attrNameLst>
                                          <p:attrName>ppt_x</p:attrName>
                                        </p:attrNameLst>
                                      </p:cBhvr>
                                      <p:tavLst>
                                        <p:tav tm="0">
                                          <p:val>
                                            <p:strVal val="#ppt_x"/>
                                          </p:val>
                                        </p:tav>
                                        <p:tav tm="100000">
                                          <p:val>
                                            <p:strVal val="#ppt_x"/>
                                          </p:val>
                                        </p:tav>
                                      </p:tavLst>
                                    </p:anim>
                                    <p:anim calcmode="lin" valueType="num">
                                      <p:cBhvr additive="base">
                                        <p:cTn id="39" dur="500" fill="hold"/>
                                        <p:tgtEl>
                                          <p:spTgt spid="11"/>
                                        </p:tgtEl>
                                        <p:attrNameLst>
                                          <p:attrName>ppt_y</p:attrName>
                                        </p:attrNameLst>
                                      </p:cBhvr>
                                      <p:tavLst>
                                        <p:tav tm="0">
                                          <p:val>
                                            <p:strVal val="1+#ppt_h/2"/>
                                          </p:val>
                                        </p:tav>
                                        <p:tav tm="100000">
                                          <p:val>
                                            <p:strVal val="#ppt_y"/>
                                          </p:val>
                                        </p:tav>
                                      </p:tavLst>
                                    </p:anim>
                                  </p:childTnLst>
                                </p:cTn>
                              </p:par>
                            </p:childTnLst>
                          </p:cTn>
                        </p:par>
                        <p:par>
                          <p:cTn id="40" fill="hold">
                            <p:stCondLst>
                              <p:cond delay="4500"/>
                            </p:stCondLst>
                            <p:childTnLst>
                              <p:par>
                                <p:cTn id="41" presetID="20" presetClass="entr" presetSubtype="0" fill="hold" nodeType="after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wedge">
                                      <p:cBhvr>
                                        <p:cTn id="43" dur="1000"/>
                                        <p:tgtEl>
                                          <p:spTgt spid="7"/>
                                        </p:tgtEl>
                                      </p:cBhvr>
                                    </p:animEffect>
                                  </p:childTnLst>
                                </p:cTn>
                              </p:par>
                            </p:childTnLst>
                          </p:cTn>
                        </p:par>
                        <p:par>
                          <p:cTn id="44" fill="hold">
                            <p:stCondLst>
                              <p:cond delay="5500"/>
                            </p:stCondLst>
                            <p:childTnLst>
                              <p:par>
                                <p:cTn id="45" presetID="12" presetClass="entr" presetSubtype="4" fill="hold" grpId="0" nodeType="afterEffect">
                                  <p:stCondLst>
                                    <p:cond delay="0"/>
                                  </p:stCondLst>
                                  <p:childTnLst>
                                    <p:set>
                                      <p:cBhvr>
                                        <p:cTn id="46" dur="1" fill="hold">
                                          <p:stCondLst>
                                            <p:cond delay="0"/>
                                          </p:stCondLst>
                                        </p:cTn>
                                        <p:tgtEl>
                                          <p:spTgt spid="50"/>
                                        </p:tgtEl>
                                        <p:attrNameLst>
                                          <p:attrName>style.visibility</p:attrName>
                                        </p:attrNameLst>
                                      </p:cBhvr>
                                      <p:to>
                                        <p:strVal val="visible"/>
                                      </p:to>
                                    </p:set>
                                    <p:animEffect transition="in" filter="slide(fromBottom)">
                                      <p:cBhvr>
                                        <p:cTn id="47" dur="500"/>
                                        <p:tgtEl>
                                          <p:spTgt spid="50"/>
                                        </p:tgtEl>
                                      </p:cBhvr>
                                    </p:animEffect>
                                  </p:childTnLst>
                                </p:cTn>
                              </p:par>
                              <p:par>
                                <p:cTn id="48" presetID="2" presetClass="entr" presetSubtype="4" accel="50000" decel="50000" fill="hold"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additive="base">
                                        <p:cTn id="50" dur="500" fill="hold"/>
                                        <p:tgtEl>
                                          <p:spTgt spid="12"/>
                                        </p:tgtEl>
                                        <p:attrNameLst>
                                          <p:attrName>ppt_x</p:attrName>
                                        </p:attrNameLst>
                                      </p:cBhvr>
                                      <p:tavLst>
                                        <p:tav tm="0">
                                          <p:val>
                                            <p:strVal val="#ppt_x"/>
                                          </p:val>
                                        </p:tav>
                                        <p:tav tm="100000">
                                          <p:val>
                                            <p:strVal val="#ppt_x"/>
                                          </p:val>
                                        </p:tav>
                                      </p:tavLst>
                                    </p:anim>
                                    <p:anim calcmode="lin" valueType="num">
                                      <p:cBhvr additive="base">
                                        <p:cTn id="51" dur="500" fill="hold"/>
                                        <p:tgtEl>
                                          <p:spTgt spid="12"/>
                                        </p:tgtEl>
                                        <p:attrNameLst>
                                          <p:attrName>ppt_y</p:attrName>
                                        </p:attrNameLst>
                                      </p:cBhvr>
                                      <p:tavLst>
                                        <p:tav tm="0">
                                          <p:val>
                                            <p:strVal val="1+#ppt_h/2"/>
                                          </p:val>
                                        </p:tav>
                                        <p:tav tm="100000">
                                          <p:val>
                                            <p:strVal val="#ppt_y"/>
                                          </p:val>
                                        </p:tav>
                                      </p:tavLst>
                                    </p:anim>
                                  </p:childTnLst>
                                </p:cTn>
                              </p:par>
                            </p:childTnLst>
                          </p:cTn>
                        </p:par>
                        <p:par>
                          <p:cTn id="52" fill="hold">
                            <p:stCondLst>
                              <p:cond delay="6000"/>
                            </p:stCondLst>
                            <p:childTnLst>
                              <p:par>
                                <p:cTn id="53" presetID="20" presetClass="entr" presetSubtype="0" fill="hold"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wedge">
                                      <p:cBhvr>
                                        <p:cTn id="55" dur="1000"/>
                                        <p:tgtEl>
                                          <p:spTgt spid="8"/>
                                        </p:tgtEl>
                                      </p:cBhvr>
                                    </p:animEffect>
                                  </p:childTnLst>
                                </p:cTn>
                              </p:par>
                            </p:childTnLst>
                          </p:cTn>
                        </p:par>
                        <p:par>
                          <p:cTn id="56" fill="hold">
                            <p:stCondLst>
                              <p:cond delay="7000"/>
                            </p:stCondLst>
                            <p:childTnLst>
                              <p:par>
                                <p:cTn id="57" presetID="12" presetClass="entr" presetSubtype="4" fill="hold" grpId="0" nodeType="afterEffect">
                                  <p:stCondLst>
                                    <p:cond delay="0"/>
                                  </p:stCondLst>
                                  <p:childTnLst>
                                    <p:set>
                                      <p:cBhvr>
                                        <p:cTn id="58" dur="1" fill="hold">
                                          <p:stCondLst>
                                            <p:cond delay="0"/>
                                          </p:stCondLst>
                                        </p:cTn>
                                        <p:tgtEl>
                                          <p:spTgt spid="57"/>
                                        </p:tgtEl>
                                        <p:attrNameLst>
                                          <p:attrName>style.visibility</p:attrName>
                                        </p:attrNameLst>
                                      </p:cBhvr>
                                      <p:to>
                                        <p:strVal val="visible"/>
                                      </p:to>
                                    </p:set>
                                    <p:animEffect transition="in" filter="slide(fromBottom)">
                                      <p:cBhvr>
                                        <p:cTn id="59" dur="500"/>
                                        <p:tgtEl>
                                          <p:spTgt spid="57"/>
                                        </p:tgtEl>
                                      </p:cBhvr>
                                    </p:animEffect>
                                  </p:childTnLst>
                                </p:cTn>
                              </p:par>
                              <p:par>
                                <p:cTn id="60" presetID="2" presetClass="entr" presetSubtype="4" accel="50000" decel="50000" fill="hold" nodeType="withEffect">
                                  <p:stCondLst>
                                    <p:cond delay="0"/>
                                  </p:stCondLst>
                                  <p:childTnLst>
                                    <p:set>
                                      <p:cBhvr>
                                        <p:cTn id="61" dur="1" fill="hold">
                                          <p:stCondLst>
                                            <p:cond delay="0"/>
                                          </p:stCondLst>
                                        </p:cTn>
                                        <p:tgtEl>
                                          <p:spTgt spid="13"/>
                                        </p:tgtEl>
                                        <p:attrNameLst>
                                          <p:attrName>style.visibility</p:attrName>
                                        </p:attrNameLst>
                                      </p:cBhvr>
                                      <p:to>
                                        <p:strVal val="visible"/>
                                      </p:to>
                                    </p:set>
                                    <p:anim calcmode="lin" valueType="num">
                                      <p:cBhvr additive="base">
                                        <p:cTn id="62" dur="500" fill="hold"/>
                                        <p:tgtEl>
                                          <p:spTgt spid="13"/>
                                        </p:tgtEl>
                                        <p:attrNameLst>
                                          <p:attrName>ppt_x</p:attrName>
                                        </p:attrNameLst>
                                      </p:cBhvr>
                                      <p:tavLst>
                                        <p:tav tm="0">
                                          <p:val>
                                            <p:strVal val="#ppt_x"/>
                                          </p:val>
                                        </p:tav>
                                        <p:tav tm="100000">
                                          <p:val>
                                            <p:strVal val="#ppt_x"/>
                                          </p:val>
                                        </p:tav>
                                      </p:tavLst>
                                    </p:anim>
                                    <p:anim calcmode="lin" valueType="num">
                                      <p:cBhvr additive="base">
                                        <p:cTn id="63"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P spid="50" grpId="0"/>
      <p:bldP spid="57" grpId="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itle 36"/>
          <p:cNvSpPr>
            <a:spLocks noGrp="1"/>
          </p:cNvSpPr>
          <p:nvPr>
            <p:ph type="title"/>
          </p:nvPr>
        </p:nvSpPr>
        <p:spPr/>
        <p:txBody>
          <a:bodyPr/>
          <a:lstStyle/>
          <a:p>
            <a:r>
              <a:rPr lang="en-US"/>
              <a:t>Comparison Infographic</a:t>
            </a:r>
            <a:endParaRPr lang="en-US" dirty="0"/>
          </a:p>
        </p:txBody>
      </p:sp>
      <p:sp>
        <p:nvSpPr>
          <p:cNvPr id="45" name="Text Placeholder 44"/>
          <p:cNvSpPr>
            <a:spLocks noGrp="1"/>
          </p:cNvSpPr>
          <p:nvPr>
            <p:ph type="body" sz="half" idx="2"/>
          </p:nvPr>
        </p:nvSpPr>
        <p:spPr/>
        <p:txBody>
          <a:bodyPr/>
          <a:lstStyle/>
          <a:p>
            <a:r>
              <a:rPr lang="en-US"/>
              <a:t>Comparison Infographic</a:t>
            </a:r>
            <a:endParaRPr lang="en-US" dirty="0"/>
          </a:p>
        </p:txBody>
      </p:sp>
      <p:sp>
        <p:nvSpPr>
          <p:cNvPr id="43" name="Slide Number Placeholder 42"/>
          <p:cNvSpPr>
            <a:spLocks noGrp="1"/>
          </p:cNvSpPr>
          <p:nvPr>
            <p:ph type="sldNum" sz="quarter" idx="12"/>
          </p:nvPr>
        </p:nvSpPr>
        <p:spPr/>
        <p:txBody>
          <a:bodyPr/>
          <a:lstStyle/>
          <a:p>
            <a:fld id="{C136B7D2-B98C-44FD-8D04-7EC62A564975}" type="slidenum">
              <a:rPr lang="en-US" smtClean="0"/>
              <a:pPr/>
              <a:t>313</a:t>
            </a:fld>
            <a:endParaRPr lang="en-US" dirty="0"/>
          </a:p>
        </p:txBody>
      </p:sp>
      <p:graphicFrame>
        <p:nvGraphicFramePr>
          <p:cNvPr id="5" name="Chart 4"/>
          <p:cNvGraphicFramePr/>
          <p:nvPr/>
        </p:nvGraphicFramePr>
        <p:xfrm>
          <a:off x="4533900" y="1268245"/>
          <a:ext cx="4114800" cy="27432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p:cNvGraphicFramePr/>
          <p:nvPr/>
        </p:nvGraphicFramePr>
        <p:xfrm>
          <a:off x="514350" y="1268245"/>
          <a:ext cx="4114800" cy="2743201"/>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63"/>
          <p:cNvGrpSpPr/>
          <p:nvPr/>
        </p:nvGrpSpPr>
        <p:grpSpPr>
          <a:xfrm>
            <a:off x="1570343" y="4121280"/>
            <a:ext cx="6003315" cy="201168"/>
            <a:chOff x="1105494" y="4417230"/>
            <a:chExt cx="6003315" cy="201168"/>
          </a:xfrm>
        </p:grpSpPr>
        <p:grpSp>
          <p:nvGrpSpPr>
            <p:cNvPr id="3" name="Group 50"/>
            <p:cNvGrpSpPr/>
            <p:nvPr/>
          </p:nvGrpSpPr>
          <p:grpSpPr>
            <a:xfrm>
              <a:off x="1105494" y="4417230"/>
              <a:ext cx="1159828" cy="201168"/>
              <a:chOff x="2221306" y="3914656"/>
              <a:chExt cx="1159828" cy="201168"/>
            </a:xfrm>
          </p:grpSpPr>
          <p:sp>
            <p:nvSpPr>
              <p:cNvPr id="24" name="TextBox 23"/>
              <p:cNvSpPr txBox="1"/>
              <p:nvPr/>
            </p:nvSpPr>
            <p:spPr>
              <a:xfrm>
                <a:off x="2486657" y="3934938"/>
                <a:ext cx="894477"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CONSTRUCTION</a:t>
                </a:r>
              </a:p>
            </p:txBody>
          </p:sp>
          <p:sp>
            <p:nvSpPr>
              <p:cNvPr id="25" name="Oval 24"/>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4" name="Group 45"/>
            <p:cNvGrpSpPr/>
            <p:nvPr/>
          </p:nvGrpSpPr>
          <p:grpSpPr>
            <a:xfrm>
              <a:off x="2483332" y="4417230"/>
              <a:ext cx="823824" cy="201168"/>
              <a:chOff x="3776442" y="3947915"/>
              <a:chExt cx="823824" cy="201168"/>
            </a:xfrm>
          </p:grpSpPr>
          <p:sp>
            <p:nvSpPr>
              <p:cNvPr id="22" name="TextBox 21"/>
              <p:cNvSpPr txBox="1"/>
              <p:nvPr/>
            </p:nvSpPr>
            <p:spPr>
              <a:xfrm>
                <a:off x="4024787" y="3968197"/>
                <a:ext cx="575479"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ANALYSIS</a:t>
                </a:r>
              </a:p>
            </p:txBody>
          </p:sp>
          <p:sp>
            <p:nvSpPr>
              <p:cNvPr id="23" name="Oval 22"/>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7" name="Group 37"/>
            <p:cNvGrpSpPr/>
            <p:nvPr/>
          </p:nvGrpSpPr>
          <p:grpSpPr>
            <a:xfrm>
              <a:off x="3548888" y="4417230"/>
              <a:ext cx="1087886" cy="201168"/>
              <a:chOff x="4725932" y="3949014"/>
              <a:chExt cx="1087886" cy="201168"/>
            </a:xfrm>
          </p:grpSpPr>
          <p:sp>
            <p:nvSpPr>
              <p:cNvPr id="20" name="TextBox 19"/>
              <p:cNvSpPr txBox="1"/>
              <p:nvPr/>
            </p:nvSpPr>
            <p:spPr>
              <a:xfrm>
                <a:off x="4961019" y="3966831"/>
                <a:ext cx="852799"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IMPROVEMENT</a:t>
                </a:r>
              </a:p>
            </p:txBody>
          </p:sp>
          <p:sp>
            <p:nvSpPr>
              <p:cNvPr id="21" name="Oval 20"/>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8" name="Group 41"/>
            <p:cNvGrpSpPr/>
            <p:nvPr/>
          </p:nvGrpSpPr>
          <p:grpSpPr>
            <a:xfrm>
              <a:off x="4838700" y="4417230"/>
              <a:ext cx="1281866" cy="201168"/>
              <a:chOff x="6077268" y="3949014"/>
              <a:chExt cx="1281866" cy="201168"/>
            </a:xfrm>
          </p:grpSpPr>
          <p:sp>
            <p:nvSpPr>
              <p:cNvPr id="18" name="TextBox 17"/>
              <p:cNvSpPr txBox="1"/>
              <p:nvPr/>
            </p:nvSpPr>
            <p:spPr>
              <a:xfrm>
                <a:off x="6315579" y="3969371"/>
                <a:ext cx="1043555"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RECONSTRUCTION</a:t>
                </a:r>
              </a:p>
            </p:txBody>
          </p:sp>
          <p:sp>
            <p:nvSpPr>
              <p:cNvPr id="19" name="Oval 18"/>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9" name="Group 41"/>
            <p:cNvGrpSpPr/>
            <p:nvPr/>
          </p:nvGrpSpPr>
          <p:grpSpPr>
            <a:xfrm>
              <a:off x="6433899" y="4417230"/>
              <a:ext cx="674910" cy="201168"/>
              <a:chOff x="6077268" y="3949014"/>
              <a:chExt cx="674910" cy="201168"/>
            </a:xfrm>
          </p:grpSpPr>
          <p:sp>
            <p:nvSpPr>
              <p:cNvPr id="16" name="TextBox 15"/>
              <p:cNvSpPr txBox="1"/>
              <p:nvPr/>
            </p:nvSpPr>
            <p:spPr>
              <a:xfrm>
                <a:off x="6311352" y="3969296"/>
                <a:ext cx="440826" cy="169277"/>
              </a:xfrm>
              <a:prstGeom prst="rect">
                <a:avLst/>
              </a:prstGeom>
              <a:noFill/>
            </p:spPr>
            <p:txBody>
              <a:bodyPr wrap="none" lIns="0" tIns="0" rIns="0" bIns="0" rtlCol="0" anchor="t">
                <a:spAutoFit/>
              </a:bodyPr>
              <a:lstStyle/>
              <a:p>
                <a:pPr algn="ctr"/>
                <a:r>
                  <a:rPr lang="en-US" sz="1100" dirty="0">
                    <a:solidFill>
                      <a:schemeClr val="tx1">
                        <a:lumMod val="75000"/>
                        <a:lumOff val="25000"/>
                      </a:schemeClr>
                    </a:solidFill>
                  </a:rPr>
                  <a:t>REVIEW</a:t>
                </a:r>
              </a:p>
            </p:txBody>
          </p:sp>
          <p:sp>
            <p:nvSpPr>
              <p:cNvPr id="17" name="Oval 16"/>
              <p:cNvSpPr>
                <a:spLocks noChangeAspect="1"/>
              </p:cNvSpPr>
              <p:nvPr/>
            </p:nvSpPr>
            <p:spPr>
              <a:xfrm>
                <a:off x="6077268"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spTree>
  </p:cSld>
  <p:clrMapOvr>
    <a:masterClrMapping/>
  </p:clrMapOvr>
  <p:transition spd="med" advClick="0"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1000"/>
                                        <p:tgtEl>
                                          <p:spTgt spid="5"/>
                                        </p:tgtEl>
                                      </p:cBhvr>
                                    </p:animEffect>
                                  </p:childTnLst>
                                </p:cTn>
                              </p:par>
                            </p:childTnLst>
                          </p:cTn>
                        </p:par>
                        <p:par>
                          <p:cTn id="11" fill="hold">
                            <p:stCondLst>
                              <p:cond delay="1000"/>
                            </p:stCondLst>
                            <p:childTnLst>
                              <p:par>
                                <p:cTn id="12" presetID="2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down)">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Graphic spid="6" grpId="0">
        <p:bldAsOne/>
      </p:bldGraphic>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 name="Chart 63"/>
          <p:cNvGraphicFramePr/>
          <p:nvPr/>
        </p:nvGraphicFramePr>
        <p:xfrm>
          <a:off x="794524" y="1189182"/>
          <a:ext cx="7554952" cy="2435247"/>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a:t>Columns Chart Slide</a:t>
            </a:r>
            <a:endParaRPr lang="en-US" dirty="0"/>
          </a:p>
        </p:txBody>
      </p:sp>
      <p:sp>
        <p:nvSpPr>
          <p:cNvPr id="4" name="Text Placeholder 3"/>
          <p:cNvSpPr>
            <a:spLocks noGrp="1"/>
          </p:cNvSpPr>
          <p:nvPr>
            <p:ph type="body" sz="half" idx="2"/>
          </p:nvPr>
        </p:nvSpPr>
        <p:spPr/>
        <p:txBody>
          <a:bodyPr/>
          <a:lstStyle/>
          <a:p>
            <a:r>
              <a:rPr lang="en-US"/>
              <a:t>Columns Chart Slide</a:t>
            </a:r>
            <a:endParaRPr lang="en-US" dirty="0"/>
          </a:p>
        </p:txBody>
      </p:sp>
      <p:sp>
        <p:nvSpPr>
          <p:cNvPr id="57" name="Slide Number Placeholder 56"/>
          <p:cNvSpPr>
            <a:spLocks noGrp="1"/>
          </p:cNvSpPr>
          <p:nvPr>
            <p:ph type="sldNum" sz="quarter" idx="12"/>
          </p:nvPr>
        </p:nvSpPr>
        <p:spPr/>
        <p:txBody>
          <a:bodyPr/>
          <a:lstStyle/>
          <a:p>
            <a:fld id="{C136B7D2-B98C-44FD-8D04-7EC62A564975}" type="slidenum">
              <a:rPr lang="en-US" smtClean="0"/>
              <a:pPr/>
              <a:t>314</a:t>
            </a:fld>
            <a:endParaRPr lang="en-US" dirty="0"/>
          </a:p>
        </p:txBody>
      </p:sp>
      <p:grpSp>
        <p:nvGrpSpPr>
          <p:cNvPr id="3" name="Group 78"/>
          <p:cNvGrpSpPr/>
          <p:nvPr/>
        </p:nvGrpSpPr>
        <p:grpSpPr>
          <a:xfrm>
            <a:off x="654724" y="3781497"/>
            <a:ext cx="1296168" cy="518463"/>
            <a:chOff x="654724" y="3666283"/>
            <a:chExt cx="1296168" cy="518463"/>
          </a:xfrm>
        </p:grpSpPr>
        <p:grpSp>
          <p:nvGrpSpPr>
            <p:cNvPr id="5" name="Group 57"/>
            <p:cNvGrpSpPr/>
            <p:nvPr/>
          </p:nvGrpSpPr>
          <p:grpSpPr>
            <a:xfrm flipV="1">
              <a:off x="654724" y="3666283"/>
              <a:ext cx="1296168" cy="518463"/>
              <a:chOff x="654725" y="3090213"/>
              <a:chExt cx="1296168" cy="518463"/>
            </a:xfrm>
          </p:grpSpPr>
          <p:sp>
            <p:nvSpPr>
              <p:cNvPr id="59" name="Isosceles Triangle 58"/>
              <p:cNvSpPr/>
              <p:nvPr/>
            </p:nvSpPr>
            <p:spPr>
              <a:xfrm>
                <a:off x="1158914" y="3090213"/>
                <a:ext cx="287790" cy="21276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60" name="Round Same Side Corner Rectangle 59"/>
              <p:cNvSpPr/>
              <p:nvPr/>
            </p:nvSpPr>
            <p:spPr>
              <a:xfrm>
                <a:off x="654725" y="3187760"/>
                <a:ext cx="1296168" cy="420916"/>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endParaRPr lang="en-US" sz="1400" dirty="0">
                  <a:solidFill>
                    <a:schemeClr val="bg1"/>
                  </a:solidFill>
                </a:endParaRPr>
              </a:p>
            </p:txBody>
          </p:sp>
        </p:grpSp>
        <p:sp>
          <p:nvSpPr>
            <p:cNvPr id="74" name="TextBox 73"/>
            <p:cNvSpPr txBox="1"/>
            <p:nvPr/>
          </p:nvSpPr>
          <p:spPr>
            <a:xfrm>
              <a:off x="831741" y="3765547"/>
              <a:ext cx="900888" cy="215444"/>
            </a:xfrm>
            <a:prstGeom prst="rect">
              <a:avLst/>
            </a:prstGeom>
            <a:noFill/>
          </p:spPr>
          <p:txBody>
            <a:bodyPr wrap="none" lIns="0" tIns="0" rIns="0" bIns="0" rtlCol="0" anchor="t">
              <a:spAutoFit/>
            </a:bodyPr>
            <a:lstStyle/>
            <a:p>
              <a:pPr algn="ctr"/>
              <a:r>
                <a:rPr lang="en-US" sz="1400" b="1" dirty="0">
                  <a:solidFill>
                    <a:schemeClr val="bg1"/>
                  </a:solidFill>
                </a:rPr>
                <a:t>Construction</a:t>
              </a:r>
            </a:p>
          </p:txBody>
        </p:sp>
      </p:grpSp>
      <p:grpSp>
        <p:nvGrpSpPr>
          <p:cNvPr id="6" name="Group 79"/>
          <p:cNvGrpSpPr/>
          <p:nvPr/>
        </p:nvGrpSpPr>
        <p:grpSpPr>
          <a:xfrm>
            <a:off x="2335069" y="3781497"/>
            <a:ext cx="1296168" cy="518463"/>
            <a:chOff x="2335069" y="3666283"/>
            <a:chExt cx="1296168" cy="518463"/>
          </a:xfrm>
        </p:grpSpPr>
        <p:grpSp>
          <p:nvGrpSpPr>
            <p:cNvPr id="7" name="Group 60"/>
            <p:cNvGrpSpPr/>
            <p:nvPr/>
          </p:nvGrpSpPr>
          <p:grpSpPr>
            <a:xfrm flipV="1">
              <a:off x="2335069" y="3666283"/>
              <a:ext cx="1296168" cy="518463"/>
              <a:chOff x="654725" y="3090213"/>
              <a:chExt cx="1296168" cy="518463"/>
            </a:xfrm>
          </p:grpSpPr>
          <p:sp>
            <p:nvSpPr>
              <p:cNvPr id="62" name="Isosceles Triangle 61"/>
              <p:cNvSpPr/>
              <p:nvPr/>
            </p:nvSpPr>
            <p:spPr>
              <a:xfrm>
                <a:off x="1158914" y="3090213"/>
                <a:ext cx="287790" cy="21276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63" name="Round Same Side Corner Rectangle 62"/>
              <p:cNvSpPr/>
              <p:nvPr/>
            </p:nvSpPr>
            <p:spPr>
              <a:xfrm>
                <a:off x="654725" y="3187760"/>
                <a:ext cx="1296168" cy="420916"/>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grpSp>
        <p:sp>
          <p:nvSpPr>
            <p:cNvPr id="75" name="TextBox 74"/>
            <p:cNvSpPr txBox="1"/>
            <p:nvPr/>
          </p:nvSpPr>
          <p:spPr>
            <a:xfrm>
              <a:off x="2662845" y="3765547"/>
              <a:ext cx="593111" cy="215444"/>
            </a:xfrm>
            <a:prstGeom prst="rect">
              <a:avLst/>
            </a:prstGeom>
            <a:noFill/>
          </p:spPr>
          <p:txBody>
            <a:bodyPr wrap="none" lIns="0" tIns="0" rIns="0" bIns="0" rtlCol="0" anchor="t">
              <a:spAutoFit/>
            </a:bodyPr>
            <a:lstStyle/>
            <a:p>
              <a:pPr algn="ctr"/>
              <a:r>
                <a:rPr lang="en-US" sz="1400" b="1" dirty="0">
                  <a:solidFill>
                    <a:schemeClr val="bg1"/>
                  </a:solidFill>
                </a:rPr>
                <a:t>Analysis</a:t>
              </a:r>
            </a:p>
          </p:txBody>
        </p:sp>
      </p:grpSp>
      <p:grpSp>
        <p:nvGrpSpPr>
          <p:cNvPr id="8" name="Group 80"/>
          <p:cNvGrpSpPr/>
          <p:nvPr/>
        </p:nvGrpSpPr>
        <p:grpSpPr>
          <a:xfrm>
            <a:off x="3957830" y="3781497"/>
            <a:ext cx="1296168" cy="518463"/>
            <a:chOff x="3957830" y="3666283"/>
            <a:chExt cx="1296168" cy="518463"/>
          </a:xfrm>
        </p:grpSpPr>
        <p:grpSp>
          <p:nvGrpSpPr>
            <p:cNvPr id="9" name="Group 64"/>
            <p:cNvGrpSpPr/>
            <p:nvPr/>
          </p:nvGrpSpPr>
          <p:grpSpPr>
            <a:xfrm flipV="1">
              <a:off x="3957830" y="3666283"/>
              <a:ext cx="1296168" cy="518463"/>
              <a:chOff x="654725" y="3090213"/>
              <a:chExt cx="1296168" cy="518463"/>
            </a:xfrm>
          </p:grpSpPr>
          <p:sp>
            <p:nvSpPr>
              <p:cNvPr id="66" name="Isosceles Triangle 65"/>
              <p:cNvSpPr/>
              <p:nvPr/>
            </p:nvSpPr>
            <p:spPr>
              <a:xfrm>
                <a:off x="1158914" y="3090213"/>
                <a:ext cx="287790" cy="21276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67" name="Round Same Side Corner Rectangle 66"/>
              <p:cNvSpPr/>
              <p:nvPr/>
            </p:nvSpPr>
            <p:spPr>
              <a:xfrm>
                <a:off x="654725" y="3187760"/>
                <a:ext cx="1296168" cy="420916"/>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grpSp>
        <p:sp>
          <p:nvSpPr>
            <p:cNvPr id="76" name="TextBox 75"/>
            <p:cNvSpPr txBox="1"/>
            <p:nvPr/>
          </p:nvSpPr>
          <p:spPr>
            <a:xfrm>
              <a:off x="4163485" y="3773242"/>
              <a:ext cx="926536" cy="215444"/>
            </a:xfrm>
            <a:prstGeom prst="rect">
              <a:avLst/>
            </a:prstGeom>
            <a:noFill/>
          </p:spPr>
          <p:txBody>
            <a:bodyPr wrap="none" lIns="0" tIns="0" rIns="0" bIns="0" rtlCol="0" anchor="t">
              <a:spAutoFit/>
            </a:bodyPr>
            <a:lstStyle/>
            <a:p>
              <a:pPr algn="ctr"/>
              <a:r>
                <a:rPr lang="en-US" sz="1400" b="1" dirty="0">
                  <a:solidFill>
                    <a:schemeClr val="bg1"/>
                  </a:solidFill>
                </a:rPr>
                <a:t>Improvement</a:t>
              </a:r>
            </a:p>
          </p:txBody>
        </p:sp>
      </p:grpSp>
      <p:grpSp>
        <p:nvGrpSpPr>
          <p:cNvPr id="10" name="Group 81"/>
          <p:cNvGrpSpPr/>
          <p:nvPr/>
        </p:nvGrpSpPr>
        <p:grpSpPr>
          <a:xfrm>
            <a:off x="5580111" y="3781497"/>
            <a:ext cx="1296168" cy="518463"/>
            <a:chOff x="5580111" y="3666283"/>
            <a:chExt cx="1296168" cy="518463"/>
          </a:xfrm>
        </p:grpSpPr>
        <p:grpSp>
          <p:nvGrpSpPr>
            <p:cNvPr id="11" name="Group 67"/>
            <p:cNvGrpSpPr/>
            <p:nvPr/>
          </p:nvGrpSpPr>
          <p:grpSpPr>
            <a:xfrm flipV="1">
              <a:off x="5580111" y="3666283"/>
              <a:ext cx="1296168" cy="518463"/>
              <a:chOff x="654725" y="3090213"/>
              <a:chExt cx="1296168" cy="518463"/>
            </a:xfrm>
          </p:grpSpPr>
          <p:sp>
            <p:nvSpPr>
              <p:cNvPr id="69" name="Isosceles Triangle 68"/>
              <p:cNvSpPr/>
              <p:nvPr/>
            </p:nvSpPr>
            <p:spPr>
              <a:xfrm>
                <a:off x="1158914" y="3090213"/>
                <a:ext cx="287790" cy="21276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70" name="Round Same Side Corner Rectangle 69"/>
              <p:cNvSpPr/>
              <p:nvPr/>
            </p:nvSpPr>
            <p:spPr>
              <a:xfrm>
                <a:off x="654725" y="3187760"/>
                <a:ext cx="1296168" cy="420916"/>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grpSp>
        <p:sp>
          <p:nvSpPr>
            <p:cNvPr id="77" name="TextBox 76"/>
            <p:cNvSpPr txBox="1"/>
            <p:nvPr/>
          </p:nvSpPr>
          <p:spPr>
            <a:xfrm>
              <a:off x="5710425" y="3773242"/>
              <a:ext cx="1069203" cy="215444"/>
            </a:xfrm>
            <a:prstGeom prst="rect">
              <a:avLst/>
            </a:prstGeom>
            <a:noFill/>
          </p:spPr>
          <p:txBody>
            <a:bodyPr wrap="none" lIns="0" tIns="0" rIns="0" bIns="0" rtlCol="0" anchor="t">
              <a:spAutoFit/>
            </a:bodyPr>
            <a:lstStyle/>
            <a:p>
              <a:pPr algn="ctr"/>
              <a:r>
                <a:rPr lang="en-US" sz="1400" b="1" dirty="0">
                  <a:solidFill>
                    <a:schemeClr val="bg1"/>
                  </a:solidFill>
                </a:rPr>
                <a:t>Reconstruction</a:t>
              </a:r>
            </a:p>
          </p:txBody>
        </p:sp>
      </p:grpSp>
      <p:grpSp>
        <p:nvGrpSpPr>
          <p:cNvPr id="12" name="Group 82"/>
          <p:cNvGrpSpPr/>
          <p:nvPr/>
        </p:nvGrpSpPr>
        <p:grpSpPr>
          <a:xfrm>
            <a:off x="7193107" y="3781497"/>
            <a:ext cx="1296168" cy="518463"/>
            <a:chOff x="7193107" y="3666283"/>
            <a:chExt cx="1296168" cy="518463"/>
          </a:xfrm>
        </p:grpSpPr>
        <p:grpSp>
          <p:nvGrpSpPr>
            <p:cNvPr id="13" name="Group 70"/>
            <p:cNvGrpSpPr/>
            <p:nvPr/>
          </p:nvGrpSpPr>
          <p:grpSpPr>
            <a:xfrm flipV="1">
              <a:off x="7193107" y="3666283"/>
              <a:ext cx="1296168" cy="518463"/>
              <a:chOff x="654725" y="3090213"/>
              <a:chExt cx="1296168" cy="518463"/>
            </a:xfrm>
          </p:grpSpPr>
          <p:sp>
            <p:nvSpPr>
              <p:cNvPr id="72" name="Isosceles Triangle 71"/>
              <p:cNvSpPr/>
              <p:nvPr/>
            </p:nvSpPr>
            <p:spPr>
              <a:xfrm>
                <a:off x="1158914" y="3090213"/>
                <a:ext cx="287790" cy="21276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73" name="Round Same Side Corner Rectangle 72"/>
              <p:cNvSpPr/>
              <p:nvPr/>
            </p:nvSpPr>
            <p:spPr>
              <a:xfrm>
                <a:off x="654725" y="3187760"/>
                <a:ext cx="1296168" cy="420916"/>
              </a:xfrm>
              <a:prstGeom prst="round2Same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grpSp>
        <p:sp>
          <p:nvSpPr>
            <p:cNvPr id="78" name="TextBox 77"/>
            <p:cNvSpPr txBox="1"/>
            <p:nvPr/>
          </p:nvSpPr>
          <p:spPr>
            <a:xfrm>
              <a:off x="7525399" y="3765547"/>
              <a:ext cx="593111" cy="215444"/>
            </a:xfrm>
            <a:prstGeom prst="rect">
              <a:avLst/>
            </a:prstGeom>
            <a:noFill/>
          </p:spPr>
          <p:txBody>
            <a:bodyPr wrap="none" lIns="0" tIns="0" rIns="0" bIns="0" rtlCol="0" anchor="t">
              <a:spAutoFit/>
            </a:bodyPr>
            <a:lstStyle/>
            <a:p>
              <a:pPr algn="ctr"/>
              <a:r>
                <a:rPr lang="en-US" sz="1400" b="1" dirty="0">
                  <a:solidFill>
                    <a:schemeClr val="bg1"/>
                  </a:solidFill>
                </a:rPr>
                <a:t>Analysis</a:t>
              </a:r>
            </a:p>
          </p:txBody>
        </p:sp>
      </p:grpSp>
    </p:spTree>
    <p:extLst>
      <p:ext uri="{BB962C8B-B14F-4D97-AF65-F5344CB8AC3E}">
        <p14:creationId xmlns:p14="http://schemas.microsoft.com/office/powerpoint/2010/main" val="3623004850"/>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4">
                                            <p:graphicEl>
                                              <a:chart seriesIdx="-3" categoryIdx="-3" bldStep="gridLegend"/>
                                            </p:graphicEl>
                                          </p:spTgt>
                                        </p:tgtEl>
                                        <p:attrNameLst>
                                          <p:attrName>style.visibility</p:attrName>
                                        </p:attrNameLst>
                                      </p:cBhvr>
                                      <p:to>
                                        <p:strVal val="visible"/>
                                      </p:to>
                                    </p:set>
                                    <p:animEffect transition="in" filter="fade">
                                      <p:cBhvr>
                                        <p:cTn id="7" dur="1000"/>
                                        <p:tgtEl>
                                          <p:spTgt spid="64">
                                            <p:graphicEl>
                                              <a:chart seriesIdx="-3" categoryIdx="-3" bldStep="gridLegend"/>
                                            </p:graphicEl>
                                          </p:spTgt>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64">
                                            <p:graphicEl>
                                              <a:chart seriesIdx="0" categoryIdx="-4" bldStep="series"/>
                                            </p:graphicEl>
                                          </p:spTgt>
                                        </p:tgtEl>
                                        <p:attrNameLst>
                                          <p:attrName>style.visibility</p:attrName>
                                        </p:attrNameLst>
                                      </p:cBhvr>
                                      <p:to>
                                        <p:strVal val="visible"/>
                                      </p:to>
                                    </p:set>
                                    <p:animEffect transition="in" filter="slide(fromBottom)">
                                      <p:cBhvr>
                                        <p:cTn id="11" dur="1000"/>
                                        <p:tgtEl>
                                          <p:spTgt spid="64">
                                            <p:graphicEl>
                                              <a:chart seriesIdx="0" categoryIdx="-4" bldStep="series"/>
                                            </p:graphicEl>
                                          </p:spTgt>
                                        </p:tgtEl>
                                      </p:cBhvr>
                                    </p:animEffect>
                                  </p:childTnLst>
                                </p:cTn>
                              </p:par>
                            </p:childTnLst>
                          </p:cTn>
                        </p:par>
                        <p:par>
                          <p:cTn id="12" fill="hold">
                            <p:stCondLst>
                              <p:cond delay="2000"/>
                            </p:stCondLst>
                            <p:childTnLst>
                              <p:par>
                                <p:cTn id="13" presetID="12" presetClass="entr" presetSubtype="4" fill="hold" grpId="0" nodeType="afterEffect">
                                  <p:stCondLst>
                                    <p:cond delay="0"/>
                                  </p:stCondLst>
                                  <p:childTnLst>
                                    <p:set>
                                      <p:cBhvr>
                                        <p:cTn id="14" dur="1" fill="hold">
                                          <p:stCondLst>
                                            <p:cond delay="0"/>
                                          </p:stCondLst>
                                        </p:cTn>
                                        <p:tgtEl>
                                          <p:spTgt spid="64">
                                            <p:graphicEl>
                                              <a:chart seriesIdx="1" categoryIdx="-4" bldStep="series"/>
                                            </p:graphicEl>
                                          </p:spTgt>
                                        </p:tgtEl>
                                        <p:attrNameLst>
                                          <p:attrName>style.visibility</p:attrName>
                                        </p:attrNameLst>
                                      </p:cBhvr>
                                      <p:to>
                                        <p:strVal val="visible"/>
                                      </p:to>
                                    </p:set>
                                    <p:animEffect transition="in" filter="slide(fromBottom)">
                                      <p:cBhvr>
                                        <p:cTn id="15" dur="1000"/>
                                        <p:tgtEl>
                                          <p:spTgt spid="64">
                                            <p:graphicEl>
                                              <a:chart seriesIdx="1" categoryIdx="-4" bldStep="series"/>
                                            </p:graphicEl>
                                          </p:spTgt>
                                        </p:tgtEl>
                                      </p:cBhvr>
                                    </p:animEffect>
                                  </p:childTnLst>
                                </p:cTn>
                              </p:par>
                            </p:childTnLst>
                          </p:cTn>
                        </p:par>
                        <p:par>
                          <p:cTn id="16" fill="hold">
                            <p:stCondLst>
                              <p:cond delay="3000"/>
                            </p:stCondLst>
                            <p:childTnLst>
                              <p:par>
                                <p:cTn id="17" presetID="12" presetClass="entr" presetSubtype="4" fill="hold" grpId="0" nodeType="afterEffect">
                                  <p:stCondLst>
                                    <p:cond delay="0"/>
                                  </p:stCondLst>
                                  <p:childTnLst>
                                    <p:set>
                                      <p:cBhvr>
                                        <p:cTn id="18" dur="1" fill="hold">
                                          <p:stCondLst>
                                            <p:cond delay="0"/>
                                          </p:stCondLst>
                                        </p:cTn>
                                        <p:tgtEl>
                                          <p:spTgt spid="64">
                                            <p:graphicEl>
                                              <a:chart seriesIdx="2" categoryIdx="-4" bldStep="series"/>
                                            </p:graphicEl>
                                          </p:spTgt>
                                        </p:tgtEl>
                                        <p:attrNameLst>
                                          <p:attrName>style.visibility</p:attrName>
                                        </p:attrNameLst>
                                      </p:cBhvr>
                                      <p:to>
                                        <p:strVal val="visible"/>
                                      </p:to>
                                    </p:set>
                                    <p:animEffect transition="in" filter="slide(fromBottom)">
                                      <p:cBhvr>
                                        <p:cTn id="19" dur="1000"/>
                                        <p:tgtEl>
                                          <p:spTgt spid="64">
                                            <p:graphicEl>
                                              <a:chart seriesIdx="2" categoryIdx="-4" bldStep="series"/>
                                            </p:graphicEl>
                                          </p:spTgt>
                                        </p:tgtEl>
                                      </p:cBhvr>
                                    </p:animEffect>
                                  </p:childTnLst>
                                </p:cTn>
                              </p:par>
                            </p:childTnLst>
                          </p:cTn>
                        </p:par>
                        <p:par>
                          <p:cTn id="20" fill="hold">
                            <p:stCondLst>
                              <p:cond delay="4000"/>
                            </p:stCondLst>
                            <p:childTnLst>
                              <p:par>
                                <p:cTn id="21" presetID="12" presetClass="entr" presetSubtype="4" fill="hold" grpId="0" nodeType="afterEffect">
                                  <p:stCondLst>
                                    <p:cond delay="0"/>
                                  </p:stCondLst>
                                  <p:childTnLst>
                                    <p:set>
                                      <p:cBhvr>
                                        <p:cTn id="22" dur="1" fill="hold">
                                          <p:stCondLst>
                                            <p:cond delay="0"/>
                                          </p:stCondLst>
                                        </p:cTn>
                                        <p:tgtEl>
                                          <p:spTgt spid="64">
                                            <p:graphicEl>
                                              <a:chart seriesIdx="3" categoryIdx="-4" bldStep="series"/>
                                            </p:graphicEl>
                                          </p:spTgt>
                                        </p:tgtEl>
                                        <p:attrNameLst>
                                          <p:attrName>style.visibility</p:attrName>
                                        </p:attrNameLst>
                                      </p:cBhvr>
                                      <p:to>
                                        <p:strVal val="visible"/>
                                      </p:to>
                                    </p:set>
                                    <p:animEffect transition="in" filter="slide(fromBottom)">
                                      <p:cBhvr>
                                        <p:cTn id="23" dur="500"/>
                                        <p:tgtEl>
                                          <p:spTgt spid="64">
                                            <p:graphicEl>
                                              <a:chart seriesIdx="3" categoryIdx="-4" bldStep="series"/>
                                            </p:graphicEl>
                                          </p:spTgt>
                                        </p:tgtEl>
                                      </p:cBhvr>
                                    </p:animEffect>
                                  </p:childTnLst>
                                </p:cTn>
                              </p:par>
                            </p:childTnLst>
                          </p:cTn>
                        </p:par>
                        <p:par>
                          <p:cTn id="24" fill="hold">
                            <p:stCondLst>
                              <p:cond delay="4500"/>
                            </p:stCondLst>
                            <p:childTnLst>
                              <p:par>
                                <p:cTn id="25" presetID="12" presetClass="entr" presetSubtype="4" fill="hold" grpId="0" nodeType="afterEffect">
                                  <p:stCondLst>
                                    <p:cond delay="0"/>
                                  </p:stCondLst>
                                  <p:childTnLst>
                                    <p:set>
                                      <p:cBhvr>
                                        <p:cTn id="26" dur="1" fill="hold">
                                          <p:stCondLst>
                                            <p:cond delay="0"/>
                                          </p:stCondLst>
                                        </p:cTn>
                                        <p:tgtEl>
                                          <p:spTgt spid="64">
                                            <p:graphicEl>
                                              <a:chart seriesIdx="4" categoryIdx="-4" bldStep="series"/>
                                            </p:graphicEl>
                                          </p:spTgt>
                                        </p:tgtEl>
                                        <p:attrNameLst>
                                          <p:attrName>style.visibility</p:attrName>
                                        </p:attrNameLst>
                                      </p:cBhvr>
                                      <p:to>
                                        <p:strVal val="visible"/>
                                      </p:to>
                                    </p:set>
                                    <p:animEffect transition="in" filter="slide(fromBottom)">
                                      <p:cBhvr>
                                        <p:cTn id="27" dur="500"/>
                                        <p:tgtEl>
                                          <p:spTgt spid="64">
                                            <p:graphicEl>
                                              <a:chart seriesIdx="4" categoryIdx="-4" bldStep="series"/>
                                            </p:graphicEl>
                                          </p:spTgt>
                                        </p:tgtEl>
                                      </p:cBhvr>
                                    </p:animEffect>
                                  </p:childTnLst>
                                </p:cTn>
                              </p:par>
                            </p:childTnLst>
                          </p:cTn>
                        </p:par>
                        <p:par>
                          <p:cTn id="28" fill="hold">
                            <p:stCondLst>
                              <p:cond delay="5000"/>
                            </p:stCondLst>
                            <p:childTnLst>
                              <p:par>
                                <p:cTn id="29" presetID="2" presetClass="entr" presetSubtype="4" accel="50000" decel="5000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par>
                          <p:cTn id="33" fill="hold">
                            <p:stCondLst>
                              <p:cond delay="5500"/>
                            </p:stCondLst>
                            <p:childTnLst>
                              <p:par>
                                <p:cTn id="34" presetID="2" presetClass="entr" presetSubtype="4" accel="50000" decel="5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par>
                          <p:cTn id="38" fill="hold">
                            <p:stCondLst>
                              <p:cond delay="6000"/>
                            </p:stCondLst>
                            <p:childTnLst>
                              <p:par>
                                <p:cTn id="39" presetID="2" presetClass="entr" presetSubtype="4" accel="50000" decel="50000" fill="hold" nodeType="after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500" fill="hold"/>
                                        <p:tgtEl>
                                          <p:spTgt spid="8"/>
                                        </p:tgtEl>
                                        <p:attrNameLst>
                                          <p:attrName>ppt_x</p:attrName>
                                        </p:attrNameLst>
                                      </p:cBhvr>
                                      <p:tavLst>
                                        <p:tav tm="0">
                                          <p:val>
                                            <p:strVal val="#ppt_x"/>
                                          </p:val>
                                        </p:tav>
                                        <p:tav tm="100000">
                                          <p:val>
                                            <p:strVal val="#ppt_x"/>
                                          </p:val>
                                        </p:tav>
                                      </p:tavLst>
                                    </p:anim>
                                    <p:anim calcmode="lin" valueType="num">
                                      <p:cBhvr additive="base">
                                        <p:cTn id="42" dur="500" fill="hold"/>
                                        <p:tgtEl>
                                          <p:spTgt spid="8"/>
                                        </p:tgtEl>
                                        <p:attrNameLst>
                                          <p:attrName>ppt_y</p:attrName>
                                        </p:attrNameLst>
                                      </p:cBhvr>
                                      <p:tavLst>
                                        <p:tav tm="0">
                                          <p:val>
                                            <p:strVal val="1+#ppt_h/2"/>
                                          </p:val>
                                        </p:tav>
                                        <p:tav tm="100000">
                                          <p:val>
                                            <p:strVal val="#ppt_y"/>
                                          </p:val>
                                        </p:tav>
                                      </p:tavLst>
                                    </p:anim>
                                  </p:childTnLst>
                                </p:cTn>
                              </p:par>
                            </p:childTnLst>
                          </p:cTn>
                        </p:par>
                        <p:par>
                          <p:cTn id="43" fill="hold">
                            <p:stCondLst>
                              <p:cond delay="6500"/>
                            </p:stCondLst>
                            <p:childTnLst>
                              <p:par>
                                <p:cTn id="44" presetID="2" presetClass="entr" presetSubtype="4" accel="50000" decel="50000" fill="hold" nodeType="after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additive="base">
                                        <p:cTn id="46" dur="500" fill="hold"/>
                                        <p:tgtEl>
                                          <p:spTgt spid="10"/>
                                        </p:tgtEl>
                                        <p:attrNameLst>
                                          <p:attrName>ppt_x</p:attrName>
                                        </p:attrNameLst>
                                      </p:cBhvr>
                                      <p:tavLst>
                                        <p:tav tm="0">
                                          <p:val>
                                            <p:strVal val="#ppt_x"/>
                                          </p:val>
                                        </p:tav>
                                        <p:tav tm="100000">
                                          <p:val>
                                            <p:strVal val="#ppt_x"/>
                                          </p:val>
                                        </p:tav>
                                      </p:tavLst>
                                    </p:anim>
                                    <p:anim calcmode="lin" valueType="num">
                                      <p:cBhvr additive="base">
                                        <p:cTn id="47" dur="500" fill="hold"/>
                                        <p:tgtEl>
                                          <p:spTgt spid="10"/>
                                        </p:tgtEl>
                                        <p:attrNameLst>
                                          <p:attrName>ppt_y</p:attrName>
                                        </p:attrNameLst>
                                      </p:cBhvr>
                                      <p:tavLst>
                                        <p:tav tm="0">
                                          <p:val>
                                            <p:strVal val="1+#ppt_h/2"/>
                                          </p:val>
                                        </p:tav>
                                        <p:tav tm="100000">
                                          <p:val>
                                            <p:strVal val="#ppt_y"/>
                                          </p:val>
                                        </p:tav>
                                      </p:tavLst>
                                    </p:anim>
                                  </p:childTnLst>
                                </p:cTn>
                              </p:par>
                            </p:childTnLst>
                          </p:cTn>
                        </p:par>
                        <p:par>
                          <p:cTn id="48" fill="hold">
                            <p:stCondLst>
                              <p:cond delay="7000"/>
                            </p:stCondLst>
                            <p:childTnLst>
                              <p:par>
                                <p:cTn id="49" presetID="2" presetClass="entr" presetSubtype="4" accel="50000" decel="5000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Sub>
          <a:bldChart bld="series"/>
        </p:bldSub>
      </p:bldGraphic>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Pie Infographic</a:t>
            </a:r>
            <a:endParaRPr lang="en-US" dirty="0"/>
          </a:p>
        </p:txBody>
      </p:sp>
      <p:sp>
        <p:nvSpPr>
          <p:cNvPr id="3" name="Text Placeholder 2"/>
          <p:cNvSpPr>
            <a:spLocks noGrp="1"/>
          </p:cNvSpPr>
          <p:nvPr>
            <p:ph type="body" sz="half" idx="2"/>
          </p:nvPr>
        </p:nvSpPr>
        <p:spPr/>
        <p:txBody>
          <a:bodyPr/>
          <a:lstStyle/>
          <a:p>
            <a:r>
              <a:rPr lang="en-US"/>
              <a:t>Pie Infographic</a:t>
            </a:r>
            <a:endParaRPr lang="en-US" dirty="0"/>
          </a:p>
        </p:txBody>
      </p:sp>
      <p:sp>
        <p:nvSpPr>
          <p:cNvPr id="84" name="Slide Number Placeholder 83"/>
          <p:cNvSpPr>
            <a:spLocks noGrp="1"/>
          </p:cNvSpPr>
          <p:nvPr>
            <p:ph type="sldNum" sz="quarter" idx="12"/>
          </p:nvPr>
        </p:nvSpPr>
        <p:spPr/>
        <p:txBody>
          <a:bodyPr/>
          <a:lstStyle/>
          <a:p>
            <a:fld id="{C136B7D2-B98C-44FD-8D04-7EC62A564975}" type="slidenum">
              <a:rPr lang="en-US" smtClean="0"/>
              <a:pPr/>
              <a:t>315</a:t>
            </a:fld>
            <a:endParaRPr lang="en-US" dirty="0"/>
          </a:p>
        </p:txBody>
      </p:sp>
      <p:sp>
        <p:nvSpPr>
          <p:cNvPr id="8" name="Pie 7"/>
          <p:cNvSpPr/>
          <p:nvPr/>
        </p:nvSpPr>
        <p:spPr>
          <a:xfrm rot="19800000">
            <a:off x="2429294" y="1334385"/>
            <a:ext cx="3607328" cy="3607326"/>
          </a:xfrm>
          <a:prstGeom prst="pie">
            <a:avLst>
              <a:gd name="adj1" fmla="val 16327401"/>
              <a:gd name="adj2" fmla="val 1801495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ie 6"/>
          <p:cNvSpPr/>
          <p:nvPr/>
        </p:nvSpPr>
        <p:spPr>
          <a:xfrm rot="19800000">
            <a:off x="2594886" y="1487025"/>
            <a:ext cx="3342394" cy="3342392"/>
          </a:xfrm>
          <a:prstGeom prst="pie">
            <a:avLst>
              <a:gd name="adj1" fmla="val 18159773"/>
              <a:gd name="adj2" fmla="val 2051592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Pie 5"/>
          <p:cNvSpPr/>
          <p:nvPr/>
        </p:nvSpPr>
        <p:spPr>
          <a:xfrm rot="19800000">
            <a:off x="2737356" y="1663997"/>
            <a:ext cx="3069545" cy="3069543"/>
          </a:xfrm>
          <a:prstGeom prst="pie">
            <a:avLst>
              <a:gd name="adj1" fmla="val 20699155"/>
              <a:gd name="adj2" fmla="val 154427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Pie 4"/>
          <p:cNvSpPr/>
          <p:nvPr/>
        </p:nvSpPr>
        <p:spPr>
          <a:xfrm rot="19800000">
            <a:off x="2892849" y="1833450"/>
            <a:ext cx="2796697" cy="2796695"/>
          </a:xfrm>
          <a:prstGeom prst="pie">
            <a:avLst>
              <a:gd name="adj1" fmla="val 1672706"/>
              <a:gd name="adj2" fmla="val 724704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Pie 3"/>
          <p:cNvSpPr/>
          <p:nvPr/>
        </p:nvSpPr>
        <p:spPr>
          <a:xfrm rot="19800000">
            <a:off x="3045388" y="2024126"/>
            <a:ext cx="2387426" cy="2387424"/>
          </a:xfrm>
          <a:prstGeom prst="pie">
            <a:avLst>
              <a:gd name="adj1" fmla="val 7302043"/>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15"/>
          <p:cNvGrpSpPr/>
          <p:nvPr/>
        </p:nvGrpSpPr>
        <p:grpSpPr>
          <a:xfrm>
            <a:off x="1317431" y="1189182"/>
            <a:ext cx="1583966" cy="500843"/>
            <a:chOff x="4597686" y="3155872"/>
            <a:chExt cx="1583966" cy="500843"/>
          </a:xfrm>
        </p:grpSpPr>
        <p:sp>
          <p:nvSpPr>
            <p:cNvPr id="17" name="TextBox 16"/>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Phone Setting</a:t>
              </a:r>
            </a:p>
          </p:txBody>
        </p:sp>
        <p:sp>
          <p:nvSpPr>
            <p:cNvPr id="18" name="TextBox 17"/>
            <p:cNvSpPr txBox="1"/>
            <p:nvPr/>
          </p:nvSpPr>
          <p:spPr>
            <a:xfrm>
              <a:off x="4597686" y="3348938"/>
              <a:ext cx="1583966"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0" name="Group 18"/>
          <p:cNvGrpSpPr/>
          <p:nvPr/>
        </p:nvGrpSpPr>
        <p:grpSpPr>
          <a:xfrm>
            <a:off x="1296700" y="1902360"/>
            <a:ext cx="1542507" cy="500843"/>
            <a:chOff x="6978976" y="3155872"/>
            <a:chExt cx="1542507" cy="500843"/>
          </a:xfrm>
        </p:grpSpPr>
        <p:sp>
          <p:nvSpPr>
            <p:cNvPr id="20" name="TextBox 19"/>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Global Access</a:t>
              </a:r>
            </a:p>
          </p:txBody>
        </p:sp>
        <p:sp>
          <p:nvSpPr>
            <p:cNvPr id="21" name="TextBox 20"/>
            <p:cNvSpPr txBox="1"/>
            <p:nvPr/>
          </p:nvSpPr>
          <p:spPr>
            <a:xfrm>
              <a:off x="6978976" y="3348938"/>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1" name="Group 21"/>
          <p:cNvGrpSpPr/>
          <p:nvPr/>
        </p:nvGrpSpPr>
        <p:grpSpPr>
          <a:xfrm>
            <a:off x="1317430" y="2528141"/>
            <a:ext cx="1542507" cy="500843"/>
            <a:chOff x="4597685" y="3914331"/>
            <a:chExt cx="1542507" cy="500843"/>
          </a:xfrm>
        </p:grpSpPr>
        <p:sp>
          <p:nvSpPr>
            <p:cNvPr id="23" name="TextBox 22"/>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Calendar</a:t>
              </a:r>
              <a:endParaRPr lang="en-US" sz="1400" b="1" dirty="0">
                <a:solidFill>
                  <a:schemeClr val="tx1">
                    <a:lumMod val="75000"/>
                    <a:lumOff val="25000"/>
                  </a:schemeClr>
                </a:solidFill>
              </a:endParaRPr>
            </a:p>
          </p:txBody>
        </p:sp>
        <p:sp>
          <p:nvSpPr>
            <p:cNvPr id="24" name="TextBox 23"/>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2" name="Group 24"/>
          <p:cNvGrpSpPr/>
          <p:nvPr/>
        </p:nvGrpSpPr>
        <p:grpSpPr>
          <a:xfrm>
            <a:off x="1301283" y="3176382"/>
            <a:ext cx="1542507" cy="500843"/>
            <a:chOff x="6978976" y="3914331"/>
            <a:chExt cx="1542507" cy="500843"/>
          </a:xfrm>
        </p:grpSpPr>
        <p:sp>
          <p:nvSpPr>
            <p:cNvPr id="26" name="TextBox 25"/>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Smart Touch</a:t>
              </a:r>
            </a:p>
          </p:txBody>
        </p:sp>
        <p:sp>
          <p:nvSpPr>
            <p:cNvPr id="27" name="TextBox 26"/>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3" name="Group 27"/>
          <p:cNvGrpSpPr/>
          <p:nvPr/>
        </p:nvGrpSpPr>
        <p:grpSpPr>
          <a:xfrm>
            <a:off x="1317430" y="3914331"/>
            <a:ext cx="1542507" cy="500843"/>
            <a:chOff x="4597685" y="3914331"/>
            <a:chExt cx="1542507" cy="500843"/>
          </a:xfrm>
        </p:grpSpPr>
        <p:sp>
          <p:nvSpPr>
            <p:cNvPr id="29" name="TextBox 28"/>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GPS Services</a:t>
              </a:r>
              <a:endParaRPr lang="en-US" sz="1400" b="1" dirty="0">
                <a:solidFill>
                  <a:schemeClr val="tx1">
                    <a:lumMod val="75000"/>
                    <a:lumOff val="25000"/>
                  </a:schemeClr>
                </a:solidFill>
              </a:endParaRPr>
            </a:p>
          </p:txBody>
        </p:sp>
        <p:sp>
          <p:nvSpPr>
            <p:cNvPr id="30" name="TextBox 29"/>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4" name="Group 30"/>
          <p:cNvGrpSpPr/>
          <p:nvPr/>
        </p:nvGrpSpPr>
        <p:grpSpPr>
          <a:xfrm>
            <a:off x="749208" y="1211807"/>
            <a:ext cx="469021" cy="455593"/>
            <a:chOff x="630683" y="3383511"/>
            <a:chExt cx="469021" cy="455593"/>
          </a:xfrm>
        </p:grpSpPr>
        <p:sp>
          <p:nvSpPr>
            <p:cNvPr id="32" name="Oval 31"/>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33"/>
          <p:cNvGrpSpPr/>
          <p:nvPr/>
        </p:nvGrpSpPr>
        <p:grpSpPr>
          <a:xfrm>
            <a:off x="749208" y="3936956"/>
            <a:ext cx="469021" cy="455593"/>
            <a:chOff x="3428938" y="4190009"/>
            <a:chExt cx="469021" cy="455593"/>
          </a:xfrm>
        </p:grpSpPr>
        <p:sp>
          <p:nvSpPr>
            <p:cNvPr id="35" name="Oval 34"/>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36"/>
          <p:cNvGrpSpPr/>
          <p:nvPr/>
        </p:nvGrpSpPr>
        <p:grpSpPr>
          <a:xfrm>
            <a:off x="749208" y="2550766"/>
            <a:ext cx="469021" cy="455593"/>
            <a:chOff x="6299532" y="3384456"/>
            <a:chExt cx="469021" cy="455593"/>
          </a:xfrm>
        </p:grpSpPr>
        <p:sp>
          <p:nvSpPr>
            <p:cNvPr id="38" name="Oval 37"/>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39"/>
          <p:cNvGrpSpPr/>
          <p:nvPr/>
        </p:nvGrpSpPr>
        <p:grpSpPr>
          <a:xfrm>
            <a:off x="753791" y="3199007"/>
            <a:ext cx="469021" cy="455593"/>
            <a:chOff x="630683" y="4190009"/>
            <a:chExt cx="469021" cy="455593"/>
          </a:xfrm>
        </p:grpSpPr>
        <p:sp>
          <p:nvSpPr>
            <p:cNvPr id="41" name="Oval 40"/>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42"/>
          <p:cNvGrpSpPr/>
          <p:nvPr/>
        </p:nvGrpSpPr>
        <p:grpSpPr>
          <a:xfrm>
            <a:off x="749208" y="1924985"/>
            <a:ext cx="469021" cy="455593"/>
            <a:chOff x="3425803" y="3384456"/>
            <a:chExt cx="469021" cy="455593"/>
          </a:xfrm>
        </p:grpSpPr>
        <p:sp>
          <p:nvSpPr>
            <p:cNvPr id="44" name="Oval 43"/>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6" name="TextBox 45"/>
          <p:cNvSpPr txBox="1"/>
          <p:nvPr/>
        </p:nvSpPr>
        <p:spPr>
          <a:xfrm>
            <a:off x="5962209" y="1121252"/>
            <a:ext cx="2757495" cy="1508105"/>
          </a:xfrm>
          <a:prstGeom prst="rect">
            <a:avLst/>
          </a:prstGeom>
          <a:noFill/>
        </p:spPr>
        <p:txBody>
          <a:bodyPr wrap="square" rtlCol="0">
            <a:spAutoFit/>
          </a:bodyPr>
          <a:lstStyle/>
          <a:p>
            <a:r>
              <a:rPr lang="en-US" sz="1200" b="1" dirty="0">
                <a:solidFill>
                  <a:schemeClr val="bg1">
                    <a:lumMod val="65000"/>
                  </a:schemeClr>
                </a:solidFill>
              </a:rPr>
              <a:t>PROJECTS DEVELOPMENT</a:t>
            </a:r>
            <a:endParaRPr lang="en-US" sz="12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which do look</a:t>
            </a:r>
            <a:br>
              <a:rPr lang="en-US" sz="1000" dirty="0">
                <a:solidFill>
                  <a:schemeClr val="tx1">
                    <a:lumMod val="65000"/>
                    <a:lumOff val="35000"/>
                  </a:schemeClr>
                </a:solidFill>
              </a:rPr>
            </a:br>
            <a:endParaRPr lang="en-US" sz="1000" dirty="0">
              <a:solidFill>
                <a:schemeClr val="tx1">
                  <a:lumMod val="65000"/>
                  <a:lumOff val="35000"/>
                </a:schemeClr>
              </a:solidFill>
            </a:endParaRPr>
          </a:p>
          <a:p>
            <a:r>
              <a:rPr lang="en-US" sz="1000" dirty="0">
                <a:solidFill>
                  <a:schemeClr val="tx1">
                    <a:lumMod val="65000"/>
                    <a:lumOff val="35000"/>
                  </a:schemeClr>
                </a:solidFill>
              </a:rPr>
              <a:t>even slightly believable  If you are going to use a passage of the Lorem Ipsum you</a:t>
            </a:r>
            <a:br>
              <a:rPr lang="en-US" sz="1000" dirty="0">
                <a:solidFill>
                  <a:schemeClr val="tx1">
                    <a:lumMod val="65000"/>
                    <a:lumOff val="35000"/>
                  </a:schemeClr>
                </a:solidFill>
              </a:rPr>
            </a:br>
            <a:r>
              <a:rPr lang="en-US" sz="1000" dirty="0">
                <a:solidFill>
                  <a:schemeClr val="tx1">
                    <a:lumMod val="65000"/>
                    <a:lumOff val="35000"/>
                  </a:schemeClr>
                </a:solidFill>
              </a:rPr>
              <a:t>need to be sure there isn't anything</a:t>
            </a:r>
          </a:p>
        </p:txBody>
      </p:sp>
      <p:sp>
        <p:nvSpPr>
          <p:cNvPr id="47" name="TextBox 46"/>
          <p:cNvSpPr txBox="1"/>
          <p:nvPr/>
        </p:nvSpPr>
        <p:spPr>
          <a:xfrm>
            <a:off x="3442608" y="3203989"/>
            <a:ext cx="489216" cy="276999"/>
          </a:xfrm>
          <a:prstGeom prst="rect">
            <a:avLst/>
          </a:prstGeom>
          <a:noFill/>
        </p:spPr>
        <p:txBody>
          <a:bodyPr wrap="square" lIns="0" tIns="0" rIns="0" bIns="0" rtlCol="0">
            <a:spAutoFit/>
          </a:bodyPr>
          <a:lstStyle/>
          <a:p>
            <a:pPr algn="ctr"/>
            <a:r>
              <a:rPr lang="en-US" sz="1800" b="1" dirty="0">
                <a:solidFill>
                  <a:schemeClr val="bg1"/>
                </a:solidFill>
              </a:rPr>
              <a:t>75%</a:t>
            </a:r>
          </a:p>
        </p:txBody>
      </p:sp>
      <p:sp>
        <p:nvSpPr>
          <p:cNvPr id="48" name="TextBox 47"/>
          <p:cNvSpPr txBox="1"/>
          <p:nvPr/>
        </p:nvSpPr>
        <p:spPr>
          <a:xfrm>
            <a:off x="3728312" y="1950946"/>
            <a:ext cx="489216" cy="246221"/>
          </a:xfrm>
          <a:prstGeom prst="rect">
            <a:avLst/>
          </a:prstGeom>
          <a:noFill/>
        </p:spPr>
        <p:txBody>
          <a:bodyPr wrap="square" lIns="0" tIns="0" rIns="0" bIns="0" rtlCol="0">
            <a:spAutoFit/>
          </a:bodyPr>
          <a:lstStyle/>
          <a:p>
            <a:pPr algn="ctr"/>
            <a:r>
              <a:rPr lang="en-US" sz="1600" b="1" dirty="0">
                <a:solidFill>
                  <a:schemeClr val="bg1"/>
                </a:solidFill>
              </a:rPr>
              <a:t>35%</a:t>
            </a:r>
          </a:p>
        </p:txBody>
      </p:sp>
      <p:sp>
        <p:nvSpPr>
          <p:cNvPr id="49" name="TextBox 48"/>
          <p:cNvSpPr txBox="1"/>
          <p:nvPr/>
        </p:nvSpPr>
        <p:spPr>
          <a:xfrm>
            <a:off x="4366520" y="2267919"/>
            <a:ext cx="489216" cy="246221"/>
          </a:xfrm>
          <a:prstGeom prst="rect">
            <a:avLst/>
          </a:prstGeom>
          <a:noFill/>
        </p:spPr>
        <p:txBody>
          <a:bodyPr wrap="square" lIns="0" tIns="0" rIns="0" bIns="0" rtlCol="0">
            <a:spAutoFit/>
          </a:bodyPr>
          <a:lstStyle/>
          <a:p>
            <a:pPr algn="ctr"/>
            <a:r>
              <a:rPr lang="en-US" sz="1600" b="1" dirty="0">
                <a:solidFill>
                  <a:schemeClr val="bg1"/>
                </a:solidFill>
              </a:rPr>
              <a:t>45%</a:t>
            </a:r>
          </a:p>
        </p:txBody>
      </p:sp>
      <p:sp>
        <p:nvSpPr>
          <p:cNvPr id="50" name="TextBox 49"/>
          <p:cNvSpPr txBox="1"/>
          <p:nvPr/>
        </p:nvSpPr>
        <p:spPr>
          <a:xfrm>
            <a:off x="4845462" y="2733624"/>
            <a:ext cx="489216" cy="246221"/>
          </a:xfrm>
          <a:prstGeom prst="rect">
            <a:avLst/>
          </a:prstGeom>
          <a:noFill/>
        </p:spPr>
        <p:txBody>
          <a:bodyPr wrap="square" lIns="0" tIns="0" rIns="0" bIns="0" rtlCol="0">
            <a:spAutoFit/>
          </a:bodyPr>
          <a:lstStyle/>
          <a:p>
            <a:pPr algn="ctr"/>
            <a:r>
              <a:rPr lang="en-US" sz="1600" b="1" dirty="0">
                <a:solidFill>
                  <a:schemeClr val="bg1"/>
                </a:solidFill>
              </a:rPr>
              <a:t>65%</a:t>
            </a:r>
          </a:p>
        </p:txBody>
      </p:sp>
      <p:sp>
        <p:nvSpPr>
          <p:cNvPr id="51" name="TextBox 50"/>
          <p:cNvSpPr txBox="1"/>
          <p:nvPr/>
        </p:nvSpPr>
        <p:spPr>
          <a:xfrm>
            <a:off x="4641950" y="3594002"/>
            <a:ext cx="489216" cy="246221"/>
          </a:xfrm>
          <a:prstGeom prst="rect">
            <a:avLst/>
          </a:prstGeom>
          <a:noFill/>
        </p:spPr>
        <p:txBody>
          <a:bodyPr wrap="square" lIns="0" tIns="0" rIns="0" bIns="0" rtlCol="0">
            <a:spAutoFit/>
          </a:bodyPr>
          <a:lstStyle/>
          <a:p>
            <a:pPr algn="ctr"/>
            <a:r>
              <a:rPr lang="en-US" sz="1600" b="1" dirty="0">
                <a:solidFill>
                  <a:schemeClr val="bg1"/>
                </a:solidFill>
              </a:rPr>
              <a:t>65%</a:t>
            </a:r>
          </a:p>
        </p:txBody>
      </p:sp>
      <p:sp>
        <p:nvSpPr>
          <p:cNvPr id="52" name="Rounded Rectangle 51"/>
          <p:cNvSpPr/>
          <p:nvPr/>
        </p:nvSpPr>
        <p:spPr>
          <a:xfrm>
            <a:off x="6080147" y="3843768"/>
            <a:ext cx="2341248" cy="705344"/>
          </a:xfrm>
          <a:prstGeom prst="roundRect">
            <a:avLst>
              <a:gd name="adj" fmla="val 687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ounded Rectangle 52"/>
          <p:cNvSpPr/>
          <p:nvPr/>
        </p:nvSpPr>
        <p:spPr>
          <a:xfrm>
            <a:off x="6080147" y="2974999"/>
            <a:ext cx="2341248" cy="705344"/>
          </a:xfrm>
          <a:prstGeom prst="roundRect">
            <a:avLst>
              <a:gd name="adj" fmla="val 687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TextBox 53"/>
          <p:cNvSpPr txBox="1"/>
          <p:nvPr/>
        </p:nvSpPr>
        <p:spPr>
          <a:xfrm>
            <a:off x="6254598" y="3121655"/>
            <a:ext cx="793059" cy="430887"/>
          </a:xfrm>
          <a:prstGeom prst="rect">
            <a:avLst/>
          </a:prstGeom>
          <a:noFill/>
        </p:spPr>
        <p:txBody>
          <a:bodyPr wrap="square" lIns="0" tIns="0" rIns="0" bIns="0" rtlCol="0">
            <a:spAutoFit/>
          </a:bodyPr>
          <a:lstStyle/>
          <a:p>
            <a:pPr algn="ctr"/>
            <a:r>
              <a:rPr lang="en-US" sz="2800" b="1" dirty="0">
                <a:solidFill>
                  <a:schemeClr val="bg1"/>
                </a:solidFill>
              </a:rPr>
              <a:t>35%</a:t>
            </a:r>
          </a:p>
        </p:txBody>
      </p:sp>
      <p:sp>
        <p:nvSpPr>
          <p:cNvPr id="55" name="TextBox 54"/>
          <p:cNvSpPr txBox="1"/>
          <p:nvPr/>
        </p:nvSpPr>
        <p:spPr>
          <a:xfrm>
            <a:off x="6238218" y="3980503"/>
            <a:ext cx="793059" cy="430887"/>
          </a:xfrm>
          <a:prstGeom prst="rect">
            <a:avLst/>
          </a:prstGeom>
          <a:noFill/>
        </p:spPr>
        <p:txBody>
          <a:bodyPr wrap="square" lIns="0" tIns="0" rIns="0" bIns="0" rtlCol="0">
            <a:spAutoFit/>
          </a:bodyPr>
          <a:lstStyle/>
          <a:p>
            <a:pPr algn="ctr"/>
            <a:r>
              <a:rPr lang="en-US" sz="2800" b="1" dirty="0">
                <a:solidFill>
                  <a:schemeClr val="bg1"/>
                </a:solidFill>
              </a:rPr>
              <a:t>65%</a:t>
            </a:r>
          </a:p>
        </p:txBody>
      </p:sp>
      <p:grpSp>
        <p:nvGrpSpPr>
          <p:cNvPr id="25" name="Group 55"/>
          <p:cNvGrpSpPr/>
          <p:nvPr/>
        </p:nvGrpSpPr>
        <p:grpSpPr>
          <a:xfrm>
            <a:off x="7180478" y="3084265"/>
            <a:ext cx="1042337" cy="471830"/>
            <a:chOff x="6901680" y="1348999"/>
            <a:chExt cx="1395645" cy="631760"/>
          </a:xfrm>
          <a:solidFill>
            <a:schemeClr val="bg1"/>
          </a:solidFill>
        </p:grpSpPr>
        <p:grpSp>
          <p:nvGrpSpPr>
            <p:cNvPr id="28" name="Group 179"/>
            <p:cNvGrpSpPr/>
            <p:nvPr/>
          </p:nvGrpSpPr>
          <p:grpSpPr>
            <a:xfrm>
              <a:off x="8050477" y="1348999"/>
              <a:ext cx="246848" cy="631760"/>
              <a:chOff x="5054600" y="1652588"/>
              <a:chExt cx="187325" cy="479424"/>
            </a:xfrm>
            <a:grpFill/>
          </p:grpSpPr>
          <p:sp>
            <p:nvSpPr>
              <p:cNvPr id="6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6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31" name="Group 179"/>
            <p:cNvGrpSpPr/>
            <p:nvPr/>
          </p:nvGrpSpPr>
          <p:grpSpPr>
            <a:xfrm>
              <a:off x="7708178" y="1348999"/>
              <a:ext cx="246848" cy="631760"/>
              <a:chOff x="5054600" y="1652588"/>
              <a:chExt cx="187325" cy="479424"/>
            </a:xfrm>
            <a:grpFill/>
          </p:grpSpPr>
          <p:sp>
            <p:nvSpPr>
              <p:cNvPr id="6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6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34" name="Group 179"/>
            <p:cNvGrpSpPr/>
            <p:nvPr/>
          </p:nvGrpSpPr>
          <p:grpSpPr>
            <a:xfrm>
              <a:off x="7288477" y="1348999"/>
              <a:ext cx="246848" cy="631760"/>
              <a:chOff x="5054600" y="1652588"/>
              <a:chExt cx="187325" cy="479424"/>
            </a:xfrm>
            <a:grpFill/>
          </p:grpSpPr>
          <p:sp>
            <p:nvSpPr>
              <p:cNvPr id="6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6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37" name="Group 179"/>
            <p:cNvGrpSpPr/>
            <p:nvPr/>
          </p:nvGrpSpPr>
          <p:grpSpPr>
            <a:xfrm>
              <a:off x="6901680" y="1348999"/>
              <a:ext cx="246848" cy="631760"/>
              <a:chOff x="5054600" y="1652588"/>
              <a:chExt cx="187325" cy="479424"/>
            </a:xfrm>
            <a:grpFill/>
          </p:grpSpPr>
          <p:sp>
            <p:nvSpPr>
              <p:cNvPr id="6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6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grpSp>
        <p:nvGrpSpPr>
          <p:cNvPr id="40" name="Group 68"/>
          <p:cNvGrpSpPr/>
          <p:nvPr/>
        </p:nvGrpSpPr>
        <p:grpSpPr>
          <a:xfrm>
            <a:off x="7186899" y="3964432"/>
            <a:ext cx="1088112" cy="461827"/>
            <a:chOff x="6881576" y="2111447"/>
            <a:chExt cx="1456936" cy="618367"/>
          </a:xfrm>
          <a:solidFill>
            <a:schemeClr val="bg1"/>
          </a:solidFill>
        </p:grpSpPr>
        <p:grpSp>
          <p:nvGrpSpPr>
            <p:cNvPr id="43" name="Group 184"/>
            <p:cNvGrpSpPr/>
            <p:nvPr/>
          </p:nvGrpSpPr>
          <p:grpSpPr>
            <a:xfrm>
              <a:off x="6881576" y="2111447"/>
              <a:ext cx="288035" cy="618367"/>
              <a:chOff x="6213475" y="1668463"/>
              <a:chExt cx="227013" cy="487362"/>
            </a:xfrm>
            <a:grpFill/>
          </p:grpSpPr>
          <p:sp>
            <p:nvSpPr>
              <p:cNvPr id="80"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Group 184"/>
            <p:cNvGrpSpPr/>
            <p:nvPr/>
          </p:nvGrpSpPr>
          <p:grpSpPr>
            <a:xfrm>
              <a:off x="7278112" y="2111447"/>
              <a:ext cx="288035" cy="618367"/>
              <a:chOff x="6213475" y="1668463"/>
              <a:chExt cx="227013" cy="487362"/>
            </a:xfrm>
            <a:grpFill/>
          </p:grpSpPr>
          <p:sp>
            <p:nvSpPr>
              <p:cNvPr id="7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Group 184"/>
            <p:cNvGrpSpPr/>
            <p:nvPr/>
          </p:nvGrpSpPr>
          <p:grpSpPr>
            <a:xfrm>
              <a:off x="7708178" y="2111447"/>
              <a:ext cx="288035" cy="618367"/>
              <a:chOff x="6213475" y="1668463"/>
              <a:chExt cx="227013" cy="487362"/>
            </a:xfrm>
            <a:grpFill/>
          </p:grpSpPr>
          <p:sp>
            <p:nvSpPr>
              <p:cNvPr id="7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Group 184"/>
            <p:cNvGrpSpPr/>
            <p:nvPr/>
          </p:nvGrpSpPr>
          <p:grpSpPr>
            <a:xfrm>
              <a:off x="8050477" y="2111447"/>
              <a:ext cx="288035" cy="618367"/>
              <a:chOff x="6213475" y="1668463"/>
              <a:chExt cx="227013" cy="487362"/>
            </a:xfrm>
            <a:grpFill/>
          </p:grpSpPr>
          <p:sp>
            <p:nvSpPr>
              <p:cNvPr id="7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1888498773"/>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2" presetClass="entr" presetSubtype="4" accel="50000" decel="50000" fill="hold"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53" presetClass="entr" presetSubtype="0" fill="hold" nodeType="after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p:cTn id="17" dur="500" fill="hold"/>
                                        <p:tgtEl>
                                          <p:spTgt spid="22"/>
                                        </p:tgtEl>
                                        <p:attrNameLst>
                                          <p:attrName>ppt_w</p:attrName>
                                        </p:attrNameLst>
                                      </p:cBhvr>
                                      <p:tavLst>
                                        <p:tav tm="0">
                                          <p:val>
                                            <p:fltVal val="0"/>
                                          </p:val>
                                        </p:tav>
                                        <p:tav tm="100000">
                                          <p:val>
                                            <p:strVal val="#ppt_w"/>
                                          </p:val>
                                        </p:tav>
                                      </p:tavLst>
                                    </p:anim>
                                    <p:anim calcmode="lin" valueType="num">
                                      <p:cBhvr>
                                        <p:cTn id="18" dur="500" fill="hold"/>
                                        <p:tgtEl>
                                          <p:spTgt spid="22"/>
                                        </p:tgtEl>
                                        <p:attrNameLst>
                                          <p:attrName>ppt_h</p:attrName>
                                        </p:attrNameLst>
                                      </p:cBhvr>
                                      <p:tavLst>
                                        <p:tav tm="0">
                                          <p:val>
                                            <p:fltVal val="0"/>
                                          </p:val>
                                        </p:tav>
                                        <p:tav tm="100000">
                                          <p:val>
                                            <p:strVal val="#ppt_h"/>
                                          </p:val>
                                        </p:tav>
                                      </p:tavLst>
                                    </p:anim>
                                    <p:animEffect transition="in" filter="fade">
                                      <p:cBhvr>
                                        <p:cTn id="19" dur="500"/>
                                        <p:tgtEl>
                                          <p:spTgt spid="22"/>
                                        </p:tgtEl>
                                      </p:cBhvr>
                                    </p:animEffect>
                                  </p:childTnLst>
                                </p:cTn>
                              </p:par>
                              <p:par>
                                <p:cTn id="20" presetID="2" presetClass="entr" presetSubtype="4" accel="50000" decel="50000" fill="hold"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53" presetClass="entr" presetSubtype="0" fill="hold" nodeType="after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p:cTn id="27" dur="500" fill="hold"/>
                                        <p:tgtEl>
                                          <p:spTgt spid="16"/>
                                        </p:tgtEl>
                                        <p:attrNameLst>
                                          <p:attrName>ppt_w</p:attrName>
                                        </p:attrNameLst>
                                      </p:cBhvr>
                                      <p:tavLst>
                                        <p:tav tm="0">
                                          <p:val>
                                            <p:fltVal val="0"/>
                                          </p:val>
                                        </p:tav>
                                        <p:tav tm="100000">
                                          <p:val>
                                            <p:strVal val="#ppt_w"/>
                                          </p:val>
                                        </p:tav>
                                      </p:tavLst>
                                    </p:anim>
                                    <p:anim calcmode="lin" valueType="num">
                                      <p:cBhvr>
                                        <p:cTn id="28" dur="500" fill="hold"/>
                                        <p:tgtEl>
                                          <p:spTgt spid="16"/>
                                        </p:tgtEl>
                                        <p:attrNameLst>
                                          <p:attrName>ppt_h</p:attrName>
                                        </p:attrNameLst>
                                      </p:cBhvr>
                                      <p:tavLst>
                                        <p:tav tm="0">
                                          <p:val>
                                            <p:fltVal val="0"/>
                                          </p:val>
                                        </p:tav>
                                        <p:tav tm="100000">
                                          <p:val>
                                            <p:strVal val="#ppt_h"/>
                                          </p:val>
                                        </p:tav>
                                      </p:tavLst>
                                    </p:anim>
                                    <p:animEffect transition="in" filter="fade">
                                      <p:cBhvr>
                                        <p:cTn id="29" dur="500"/>
                                        <p:tgtEl>
                                          <p:spTgt spid="16"/>
                                        </p:tgtEl>
                                      </p:cBhvr>
                                    </p:animEffect>
                                  </p:childTnLst>
                                </p:cTn>
                              </p:par>
                              <p:par>
                                <p:cTn id="30" presetID="2" presetClass="entr" presetSubtype="4" accel="50000" decel="50000" fill="hold" nodeType="with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500" fill="hold"/>
                                        <p:tgtEl>
                                          <p:spTgt spid="11"/>
                                        </p:tgtEl>
                                        <p:attrNameLst>
                                          <p:attrName>ppt_x</p:attrName>
                                        </p:attrNameLst>
                                      </p:cBhvr>
                                      <p:tavLst>
                                        <p:tav tm="0">
                                          <p:val>
                                            <p:strVal val="#ppt_x"/>
                                          </p:val>
                                        </p:tav>
                                        <p:tav tm="100000">
                                          <p:val>
                                            <p:strVal val="#ppt_x"/>
                                          </p:val>
                                        </p:tav>
                                      </p:tavLst>
                                    </p:anim>
                                    <p:anim calcmode="lin" valueType="num">
                                      <p:cBhvr additive="base">
                                        <p:cTn id="33" dur="500" fill="hold"/>
                                        <p:tgtEl>
                                          <p:spTgt spid="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53" presetClass="entr" presetSubtype="0" fill="hold" nodeType="after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Effect transition="in" filter="fade">
                                      <p:cBhvr>
                                        <p:cTn id="39" dur="500"/>
                                        <p:tgtEl>
                                          <p:spTgt spid="19"/>
                                        </p:tgtEl>
                                      </p:cBhvr>
                                    </p:animEffect>
                                  </p:childTnLst>
                                </p:cTn>
                              </p:par>
                              <p:par>
                                <p:cTn id="40" presetID="2" presetClass="entr" presetSubtype="4" accel="50000" decel="50000"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53" presetClass="entr" presetSubtype="0" fill="hold" nodeType="after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p:cTn id="47" dur="500" fill="hold"/>
                                        <p:tgtEl>
                                          <p:spTgt spid="15"/>
                                        </p:tgtEl>
                                        <p:attrNameLst>
                                          <p:attrName>ppt_w</p:attrName>
                                        </p:attrNameLst>
                                      </p:cBhvr>
                                      <p:tavLst>
                                        <p:tav tm="0">
                                          <p:val>
                                            <p:fltVal val="0"/>
                                          </p:val>
                                        </p:tav>
                                        <p:tav tm="100000">
                                          <p:val>
                                            <p:strVal val="#ppt_w"/>
                                          </p:val>
                                        </p:tav>
                                      </p:tavLst>
                                    </p:anim>
                                    <p:anim calcmode="lin" valueType="num">
                                      <p:cBhvr>
                                        <p:cTn id="48" dur="500" fill="hold"/>
                                        <p:tgtEl>
                                          <p:spTgt spid="15"/>
                                        </p:tgtEl>
                                        <p:attrNameLst>
                                          <p:attrName>ppt_h</p:attrName>
                                        </p:attrNameLst>
                                      </p:cBhvr>
                                      <p:tavLst>
                                        <p:tav tm="0">
                                          <p:val>
                                            <p:fltVal val="0"/>
                                          </p:val>
                                        </p:tav>
                                        <p:tav tm="100000">
                                          <p:val>
                                            <p:strVal val="#ppt_h"/>
                                          </p:val>
                                        </p:tav>
                                      </p:tavLst>
                                    </p:anim>
                                    <p:animEffect transition="in" filter="fade">
                                      <p:cBhvr>
                                        <p:cTn id="49" dur="500"/>
                                        <p:tgtEl>
                                          <p:spTgt spid="15"/>
                                        </p:tgtEl>
                                      </p:cBhvr>
                                    </p:animEffect>
                                  </p:childTnLst>
                                </p:cTn>
                              </p:par>
                              <p:par>
                                <p:cTn id="50" presetID="2" presetClass="entr" presetSubtype="4" accel="50000" decel="50000" fill="hold" nodeType="with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500" fill="hold"/>
                                        <p:tgtEl>
                                          <p:spTgt spid="13"/>
                                        </p:tgtEl>
                                        <p:attrNameLst>
                                          <p:attrName>ppt_x</p:attrName>
                                        </p:attrNameLst>
                                      </p:cBhvr>
                                      <p:tavLst>
                                        <p:tav tm="0">
                                          <p:val>
                                            <p:strVal val="#ppt_x"/>
                                          </p:val>
                                        </p:tav>
                                        <p:tav tm="100000">
                                          <p:val>
                                            <p:strVal val="#ppt_x"/>
                                          </p:val>
                                        </p:tav>
                                      </p:tavLst>
                                    </p:anim>
                                    <p:anim calcmode="lin" valueType="num">
                                      <p:cBhvr additive="base">
                                        <p:cTn id="53" dur="50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3500"/>
                            </p:stCondLst>
                            <p:childTnLst>
                              <p:par>
                                <p:cTn id="55" presetID="23" presetClass="entr" presetSubtype="528" fill="hold" grpId="0" nodeType="afterEffect">
                                  <p:stCondLst>
                                    <p:cond delay="0"/>
                                  </p:stCondLst>
                                  <p:childTnLst>
                                    <p:set>
                                      <p:cBhvr>
                                        <p:cTn id="56" dur="1" fill="hold">
                                          <p:stCondLst>
                                            <p:cond delay="0"/>
                                          </p:stCondLst>
                                        </p:cTn>
                                        <p:tgtEl>
                                          <p:spTgt spid="4"/>
                                        </p:tgtEl>
                                        <p:attrNameLst>
                                          <p:attrName>style.visibility</p:attrName>
                                        </p:attrNameLst>
                                      </p:cBhvr>
                                      <p:to>
                                        <p:strVal val="visible"/>
                                      </p:to>
                                    </p:set>
                                    <p:anim calcmode="lin" valueType="num">
                                      <p:cBhvr>
                                        <p:cTn id="57" dur="500" fill="hold"/>
                                        <p:tgtEl>
                                          <p:spTgt spid="4"/>
                                        </p:tgtEl>
                                        <p:attrNameLst>
                                          <p:attrName>ppt_w</p:attrName>
                                        </p:attrNameLst>
                                      </p:cBhvr>
                                      <p:tavLst>
                                        <p:tav tm="0">
                                          <p:val>
                                            <p:fltVal val="0"/>
                                          </p:val>
                                        </p:tav>
                                        <p:tav tm="100000">
                                          <p:val>
                                            <p:strVal val="#ppt_w"/>
                                          </p:val>
                                        </p:tav>
                                      </p:tavLst>
                                    </p:anim>
                                    <p:anim calcmode="lin" valueType="num">
                                      <p:cBhvr>
                                        <p:cTn id="58" dur="500" fill="hold"/>
                                        <p:tgtEl>
                                          <p:spTgt spid="4"/>
                                        </p:tgtEl>
                                        <p:attrNameLst>
                                          <p:attrName>ppt_h</p:attrName>
                                        </p:attrNameLst>
                                      </p:cBhvr>
                                      <p:tavLst>
                                        <p:tav tm="0">
                                          <p:val>
                                            <p:fltVal val="0"/>
                                          </p:val>
                                        </p:tav>
                                        <p:tav tm="100000">
                                          <p:val>
                                            <p:strVal val="#ppt_h"/>
                                          </p:val>
                                        </p:tav>
                                      </p:tavLst>
                                    </p:anim>
                                    <p:anim calcmode="lin" valueType="num">
                                      <p:cBhvr>
                                        <p:cTn id="59" dur="500" fill="hold"/>
                                        <p:tgtEl>
                                          <p:spTgt spid="4"/>
                                        </p:tgtEl>
                                        <p:attrNameLst>
                                          <p:attrName>ppt_x</p:attrName>
                                        </p:attrNameLst>
                                      </p:cBhvr>
                                      <p:tavLst>
                                        <p:tav tm="0">
                                          <p:val>
                                            <p:fltVal val="0.5"/>
                                          </p:val>
                                        </p:tav>
                                        <p:tav tm="100000">
                                          <p:val>
                                            <p:strVal val="#ppt_x"/>
                                          </p:val>
                                        </p:tav>
                                      </p:tavLst>
                                    </p:anim>
                                    <p:anim calcmode="lin" valueType="num">
                                      <p:cBhvr>
                                        <p:cTn id="60" dur="500" fill="hold"/>
                                        <p:tgtEl>
                                          <p:spTgt spid="4"/>
                                        </p:tgtEl>
                                        <p:attrNameLst>
                                          <p:attrName>ppt_y</p:attrName>
                                        </p:attrNameLst>
                                      </p:cBhvr>
                                      <p:tavLst>
                                        <p:tav tm="0">
                                          <p:val>
                                            <p:fltVal val="0.5"/>
                                          </p:val>
                                        </p:tav>
                                        <p:tav tm="100000">
                                          <p:val>
                                            <p:strVal val="#ppt_y"/>
                                          </p:val>
                                        </p:tav>
                                      </p:tavLst>
                                    </p:anim>
                                  </p:childTnLst>
                                </p:cTn>
                              </p:par>
                            </p:childTnLst>
                          </p:cTn>
                        </p:par>
                        <p:par>
                          <p:cTn id="61" fill="hold">
                            <p:stCondLst>
                              <p:cond delay="4000"/>
                            </p:stCondLst>
                            <p:childTnLst>
                              <p:par>
                                <p:cTn id="62" presetID="10" presetClass="entr" presetSubtype="0" fill="hold" grpId="0" nodeType="afterEffect">
                                  <p:stCondLst>
                                    <p:cond delay="0"/>
                                  </p:stCondLst>
                                  <p:childTnLst>
                                    <p:set>
                                      <p:cBhvr>
                                        <p:cTn id="63" dur="1" fill="hold">
                                          <p:stCondLst>
                                            <p:cond delay="0"/>
                                          </p:stCondLst>
                                        </p:cTn>
                                        <p:tgtEl>
                                          <p:spTgt spid="47"/>
                                        </p:tgtEl>
                                        <p:attrNameLst>
                                          <p:attrName>style.visibility</p:attrName>
                                        </p:attrNameLst>
                                      </p:cBhvr>
                                      <p:to>
                                        <p:strVal val="visible"/>
                                      </p:to>
                                    </p:set>
                                    <p:animEffect transition="in" filter="fade">
                                      <p:cBhvr>
                                        <p:cTn id="64" dur="1000"/>
                                        <p:tgtEl>
                                          <p:spTgt spid="47"/>
                                        </p:tgtEl>
                                      </p:cBhvr>
                                    </p:animEffect>
                                  </p:childTnLst>
                                </p:cTn>
                              </p:par>
                            </p:childTnLst>
                          </p:cTn>
                        </p:par>
                        <p:par>
                          <p:cTn id="65" fill="hold">
                            <p:stCondLst>
                              <p:cond delay="5000"/>
                            </p:stCondLst>
                            <p:childTnLst>
                              <p:par>
                                <p:cTn id="66" presetID="23" presetClass="entr" presetSubtype="528" fill="hold" grpId="0" nodeType="afterEffect">
                                  <p:stCondLst>
                                    <p:cond delay="0"/>
                                  </p:stCondLst>
                                  <p:childTnLst>
                                    <p:set>
                                      <p:cBhvr>
                                        <p:cTn id="67" dur="1" fill="hold">
                                          <p:stCondLst>
                                            <p:cond delay="0"/>
                                          </p:stCondLst>
                                        </p:cTn>
                                        <p:tgtEl>
                                          <p:spTgt spid="8"/>
                                        </p:tgtEl>
                                        <p:attrNameLst>
                                          <p:attrName>style.visibility</p:attrName>
                                        </p:attrNameLst>
                                      </p:cBhvr>
                                      <p:to>
                                        <p:strVal val="visible"/>
                                      </p:to>
                                    </p:set>
                                    <p:anim calcmode="lin" valueType="num">
                                      <p:cBhvr>
                                        <p:cTn id="68" dur="500" fill="hold"/>
                                        <p:tgtEl>
                                          <p:spTgt spid="8"/>
                                        </p:tgtEl>
                                        <p:attrNameLst>
                                          <p:attrName>ppt_w</p:attrName>
                                        </p:attrNameLst>
                                      </p:cBhvr>
                                      <p:tavLst>
                                        <p:tav tm="0">
                                          <p:val>
                                            <p:fltVal val="0"/>
                                          </p:val>
                                        </p:tav>
                                        <p:tav tm="100000">
                                          <p:val>
                                            <p:strVal val="#ppt_w"/>
                                          </p:val>
                                        </p:tav>
                                      </p:tavLst>
                                    </p:anim>
                                    <p:anim calcmode="lin" valueType="num">
                                      <p:cBhvr>
                                        <p:cTn id="69" dur="500" fill="hold"/>
                                        <p:tgtEl>
                                          <p:spTgt spid="8"/>
                                        </p:tgtEl>
                                        <p:attrNameLst>
                                          <p:attrName>ppt_h</p:attrName>
                                        </p:attrNameLst>
                                      </p:cBhvr>
                                      <p:tavLst>
                                        <p:tav tm="0">
                                          <p:val>
                                            <p:fltVal val="0"/>
                                          </p:val>
                                        </p:tav>
                                        <p:tav tm="100000">
                                          <p:val>
                                            <p:strVal val="#ppt_h"/>
                                          </p:val>
                                        </p:tav>
                                      </p:tavLst>
                                    </p:anim>
                                    <p:anim calcmode="lin" valueType="num">
                                      <p:cBhvr>
                                        <p:cTn id="70" dur="500" fill="hold"/>
                                        <p:tgtEl>
                                          <p:spTgt spid="8"/>
                                        </p:tgtEl>
                                        <p:attrNameLst>
                                          <p:attrName>ppt_x</p:attrName>
                                        </p:attrNameLst>
                                      </p:cBhvr>
                                      <p:tavLst>
                                        <p:tav tm="0">
                                          <p:val>
                                            <p:fltVal val="0.5"/>
                                          </p:val>
                                        </p:tav>
                                        <p:tav tm="100000">
                                          <p:val>
                                            <p:strVal val="#ppt_x"/>
                                          </p:val>
                                        </p:tav>
                                      </p:tavLst>
                                    </p:anim>
                                    <p:anim calcmode="lin" valueType="num">
                                      <p:cBhvr>
                                        <p:cTn id="71" dur="500" fill="hold"/>
                                        <p:tgtEl>
                                          <p:spTgt spid="8"/>
                                        </p:tgtEl>
                                        <p:attrNameLst>
                                          <p:attrName>ppt_y</p:attrName>
                                        </p:attrNameLst>
                                      </p:cBhvr>
                                      <p:tavLst>
                                        <p:tav tm="0">
                                          <p:val>
                                            <p:fltVal val="0.5"/>
                                          </p:val>
                                        </p:tav>
                                        <p:tav tm="100000">
                                          <p:val>
                                            <p:strVal val="#ppt_y"/>
                                          </p:val>
                                        </p:tav>
                                      </p:tavLst>
                                    </p:anim>
                                  </p:childTnLst>
                                </p:cTn>
                              </p:par>
                            </p:childTnLst>
                          </p:cTn>
                        </p:par>
                        <p:par>
                          <p:cTn id="72" fill="hold">
                            <p:stCondLst>
                              <p:cond delay="5500"/>
                            </p:stCondLst>
                            <p:childTnLst>
                              <p:par>
                                <p:cTn id="73" presetID="10" presetClass="entr" presetSubtype="0" fill="hold" grpId="0" nodeType="afterEffect">
                                  <p:stCondLst>
                                    <p:cond delay="0"/>
                                  </p:stCondLst>
                                  <p:childTnLst>
                                    <p:set>
                                      <p:cBhvr>
                                        <p:cTn id="74" dur="1" fill="hold">
                                          <p:stCondLst>
                                            <p:cond delay="0"/>
                                          </p:stCondLst>
                                        </p:cTn>
                                        <p:tgtEl>
                                          <p:spTgt spid="48"/>
                                        </p:tgtEl>
                                        <p:attrNameLst>
                                          <p:attrName>style.visibility</p:attrName>
                                        </p:attrNameLst>
                                      </p:cBhvr>
                                      <p:to>
                                        <p:strVal val="visible"/>
                                      </p:to>
                                    </p:set>
                                    <p:animEffect transition="in" filter="fade">
                                      <p:cBhvr>
                                        <p:cTn id="75" dur="1000"/>
                                        <p:tgtEl>
                                          <p:spTgt spid="48"/>
                                        </p:tgtEl>
                                      </p:cBhvr>
                                    </p:animEffect>
                                  </p:childTnLst>
                                </p:cTn>
                              </p:par>
                            </p:childTnLst>
                          </p:cTn>
                        </p:par>
                        <p:par>
                          <p:cTn id="76" fill="hold">
                            <p:stCondLst>
                              <p:cond delay="6500"/>
                            </p:stCondLst>
                            <p:childTnLst>
                              <p:par>
                                <p:cTn id="77" presetID="23" presetClass="entr" presetSubtype="528" fill="hold" grpId="0" nodeType="afterEffect">
                                  <p:stCondLst>
                                    <p:cond delay="0"/>
                                  </p:stCondLst>
                                  <p:childTnLst>
                                    <p:set>
                                      <p:cBhvr>
                                        <p:cTn id="78" dur="1" fill="hold">
                                          <p:stCondLst>
                                            <p:cond delay="0"/>
                                          </p:stCondLst>
                                        </p:cTn>
                                        <p:tgtEl>
                                          <p:spTgt spid="7"/>
                                        </p:tgtEl>
                                        <p:attrNameLst>
                                          <p:attrName>style.visibility</p:attrName>
                                        </p:attrNameLst>
                                      </p:cBhvr>
                                      <p:to>
                                        <p:strVal val="visible"/>
                                      </p:to>
                                    </p:set>
                                    <p:anim calcmode="lin" valueType="num">
                                      <p:cBhvr>
                                        <p:cTn id="79" dur="500" fill="hold"/>
                                        <p:tgtEl>
                                          <p:spTgt spid="7"/>
                                        </p:tgtEl>
                                        <p:attrNameLst>
                                          <p:attrName>ppt_w</p:attrName>
                                        </p:attrNameLst>
                                      </p:cBhvr>
                                      <p:tavLst>
                                        <p:tav tm="0">
                                          <p:val>
                                            <p:fltVal val="0"/>
                                          </p:val>
                                        </p:tav>
                                        <p:tav tm="100000">
                                          <p:val>
                                            <p:strVal val="#ppt_w"/>
                                          </p:val>
                                        </p:tav>
                                      </p:tavLst>
                                    </p:anim>
                                    <p:anim calcmode="lin" valueType="num">
                                      <p:cBhvr>
                                        <p:cTn id="80" dur="500" fill="hold"/>
                                        <p:tgtEl>
                                          <p:spTgt spid="7"/>
                                        </p:tgtEl>
                                        <p:attrNameLst>
                                          <p:attrName>ppt_h</p:attrName>
                                        </p:attrNameLst>
                                      </p:cBhvr>
                                      <p:tavLst>
                                        <p:tav tm="0">
                                          <p:val>
                                            <p:fltVal val="0"/>
                                          </p:val>
                                        </p:tav>
                                        <p:tav tm="100000">
                                          <p:val>
                                            <p:strVal val="#ppt_h"/>
                                          </p:val>
                                        </p:tav>
                                      </p:tavLst>
                                    </p:anim>
                                    <p:anim calcmode="lin" valueType="num">
                                      <p:cBhvr>
                                        <p:cTn id="81" dur="500" fill="hold"/>
                                        <p:tgtEl>
                                          <p:spTgt spid="7"/>
                                        </p:tgtEl>
                                        <p:attrNameLst>
                                          <p:attrName>ppt_x</p:attrName>
                                        </p:attrNameLst>
                                      </p:cBhvr>
                                      <p:tavLst>
                                        <p:tav tm="0">
                                          <p:val>
                                            <p:fltVal val="0.5"/>
                                          </p:val>
                                        </p:tav>
                                        <p:tav tm="100000">
                                          <p:val>
                                            <p:strVal val="#ppt_x"/>
                                          </p:val>
                                        </p:tav>
                                      </p:tavLst>
                                    </p:anim>
                                    <p:anim calcmode="lin" valueType="num">
                                      <p:cBhvr>
                                        <p:cTn id="82" dur="500" fill="hold"/>
                                        <p:tgtEl>
                                          <p:spTgt spid="7"/>
                                        </p:tgtEl>
                                        <p:attrNameLst>
                                          <p:attrName>ppt_y</p:attrName>
                                        </p:attrNameLst>
                                      </p:cBhvr>
                                      <p:tavLst>
                                        <p:tav tm="0">
                                          <p:val>
                                            <p:fltVal val="0.5"/>
                                          </p:val>
                                        </p:tav>
                                        <p:tav tm="100000">
                                          <p:val>
                                            <p:strVal val="#ppt_y"/>
                                          </p:val>
                                        </p:tav>
                                      </p:tavLst>
                                    </p:anim>
                                  </p:childTnLst>
                                </p:cTn>
                              </p:par>
                            </p:childTnLst>
                          </p:cTn>
                        </p:par>
                        <p:par>
                          <p:cTn id="83" fill="hold">
                            <p:stCondLst>
                              <p:cond delay="7000"/>
                            </p:stCondLst>
                            <p:childTnLst>
                              <p:par>
                                <p:cTn id="84" presetID="10" presetClass="entr" presetSubtype="0" fill="hold" grpId="0" nodeType="afterEffect">
                                  <p:stCondLst>
                                    <p:cond delay="0"/>
                                  </p:stCondLst>
                                  <p:childTnLst>
                                    <p:set>
                                      <p:cBhvr>
                                        <p:cTn id="85" dur="1" fill="hold">
                                          <p:stCondLst>
                                            <p:cond delay="0"/>
                                          </p:stCondLst>
                                        </p:cTn>
                                        <p:tgtEl>
                                          <p:spTgt spid="49"/>
                                        </p:tgtEl>
                                        <p:attrNameLst>
                                          <p:attrName>style.visibility</p:attrName>
                                        </p:attrNameLst>
                                      </p:cBhvr>
                                      <p:to>
                                        <p:strVal val="visible"/>
                                      </p:to>
                                    </p:set>
                                    <p:animEffect transition="in" filter="fade">
                                      <p:cBhvr>
                                        <p:cTn id="86" dur="1000"/>
                                        <p:tgtEl>
                                          <p:spTgt spid="49"/>
                                        </p:tgtEl>
                                      </p:cBhvr>
                                    </p:animEffect>
                                  </p:childTnLst>
                                </p:cTn>
                              </p:par>
                            </p:childTnLst>
                          </p:cTn>
                        </p:par>
                        <p:par>
                          <p:cTn id="87" fill="hold">
                            <p:stCondLst>
                              <p:cond delay="8000"/>
                            </p:stCondLst>
                            <p:childTnLst>
                              <p:par>
                                <p:cTn id="88" presetID="23" presetClass="entr" presetSubtype="528" fill="hold" grpId="0" nodeType="after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 calcmode="lin" valueType="num">
                                      <p:cBhvr>
                                        <p:cTn id="92" dur="500" fill="hold"/>
                                        <p:tgtEl>
                                          <p:spTgt spid="6"/>
                                        </p:tgtEl>
                                        <p:attrNameLst>
                                          <p:attrName>ppt_x</p:attrName>
                                        </p:attrNameLst>
                                      </p:cBhvr>
                                      <p:tavLst>
                                        <p:tav tm="0">
                                          <p:val>
                                            <p:fltVal val="0.5"/>
                                          </p:val>
                                        </p:tav>
                                        <p:tav tm="100000">
                                          <p:val>
                                            <p:strVal val="#ppt_x"/>
                                          </p:val>
                                        </p:tav>
                                      </p:tavLst>
                                    </p:anim>
                                    <p:anim calcmode="lin" valueType="num">
                                      <p:cBhvr>
                                        <p:cTn id="93" dur="500" fill="hold"/>
                                        <p:tgtEl>
                                          <p:spTgt spid="6"/>
                                        </p:tgtEl>
                                        <p:attrNameLst>
                                          <p:attrName>ppt_y</p:attrName>
                                        </p:attrNameLst>
                                      </p:cBhvr>
                                      <p:tavLst>
                                        <p:tav tm="0">
                                          <p:val>
                                            <p:fltVal val="0.5"/>
                                          </p:val>
                                        </p:tav>
                                        <p:tav tm="100000">
                                          <p:val>
                                            <p:strVal val="#ppt_y"/>
                                          </p:val>
                                        </p:tav>
                                      </p:tavLst>
                                    </p:anim>
                                  </p:childTnLst>
                                </p:cTn>
                              </p:par>
                            </p:childTnLst>
                          </p:cTn>
                        </p:par>
                        <p:par>
                          <p:cTn id="94" fill="hold">
                            <p:stCondLst>
                              <p:cond delay="8500"/>
                            </p:stCondLst>
                            <p:childTnLst>
                              <p:par>
                                <p:cTn id="95" presetID="10" presetClass="entr" presetSubtype="0" fill="hold" grpId="0" nodeType="afterEffect">
                                  <p:stCondLst>
                                    <p:cond delay="0"/>
                                  </p:stCondLst>
                                  <p:childTnLst>
                                    <p:set>
                                      <p:cBhvr>
                                        <p:cTn id="96" dur="1" fill="hold">
                                          <p:stCondLst>
                                            <p:cond delay="0"/>
                                          </p:stCondLst>
                                        </p:cTn>
                                        <p:tgtEl>
                                          <p:spTgt spid="50"/>
                                        </p:tgtEl>
                                        <p:attrNameLst>
                                          <p:attrName>style.visibility</p:attrName>
                                        </p:attrNameLst>
                                      </p:cBhvr>
                                      <p:to>
                                        <p:strVal val="visible"/>
                                      </p:to>
                                    </p:set>
                                    <p:animEffect transition="in" filter="fade">
                                      <p:cBhvr>
                                        <p:cTn id="97" dur="1000"/>
                                        <p:tgtEl>
                                          <p:spTgt spid="50"/>
                                        </p:tgtEl>
                                      </p:cBhvr>
                                    </p:animEffect>
                                  </p:childTnLst>
                                </p:cTn>
                              </p:par>
                            </p:childTnLst>
                          </p:cTn>
                        </p:par>
                        <p:par>
                          <p:cTn id="98" fill="hold">
                            <p:stCondLst>
                              <p:cond delay="9500"/>
                            </p:stCondLst>
                            <p:childTnLst>
                              <p:par>
                                <p:cTn id="99" presetID="23" presetClass="entr" presetSubtype="528" fill="hold" grpId="0" nodeType="afterEffect">
                                  <p:stCondLst>
                                    <p:cond delay="0"/>
                                  </p:stCondLst>
                                  <p:childTnLst>
                                    <p:set>
                                      <p:cBhvr>
                                        <p:cTn id="100" dur="1" fill="hold">
                                          <p:stCondLst>
                                            <p:cond delay="0"/>
                                          </p:stCondLst>
                                        </p:cTn>
                                        <p:tgtEl>
                                          <p:spTgt spid="5"/>
                                        </p:tgtEl>
                                        <p:attrNameLst>
                                          <p:attrName>style.visibility</p:attrName>
                                        </p:attrNameLst>
                                      </p:cBhvr>
                                      <p:to>
                                        <p:strVal val="visible"/>
                                      </p:to>
                                    </p:set>
                                    <p:anim calcmode="lin" valueType="num">
                                      <p:cBhvr>
                                        <p:cTn id="101" dur="500" fill="hold"/>
                                        <p:tgtEl>
                                          <p:spTgt spid="5"/>
                                        </p:tgtEl>
                                        <p:attrNameLst>
                                          <p:attrName>ppt_w</p:attrName>
                                        </p:attrNameLst>
                                      </p:cBhvr>
                                      <p:tavLst>
                                        <p:tav tm="0">
                                          <p:val>
                                            <p:fltVal val="0"/>
                                          </p:val>
                                        </p:tav>
                                        <p:tav tm="100000">
                                          <p:val>
                                            <p:strVal val="#ppt_w"/>
                                          </p:val>
                                        </p:tav>
                                      </p:tavLst>
                                    </p:anim>
                                    <p:anim calcmode="lin" valueType="num">
                                      <p:cBhvr>
                                        <p:cTn id="102" dur="500" fill="hold"/>
                                        <p:tgtEl>
                                          <p:spTgt spid="5"/>
                                        </p:tgtEl>
                                        <p:attrNameLst>
                                          <p:attrName>ppt_h</p:attrName>
                                        </p:attrNameLst>
                                      </p:cBhvr>
                                      <p:tavLst>
                                        <p:tav tm="0">
                                          <p:val>
                                            <p:fltVal val="0"/>
                                          </p:val>
                                        </p:tav>
                                        <p:tav tm="100000">
                                          <p:val>
                                            <p:strVal val="#ppt_h"/>
                                          </p:val>
                                        </p:tav>
                                      </p:tavLst>
                                    </p:anim>
                                    <p:anim calcmode="lin" valueType="num">
                                      <p:cBhvr>
                                        <p:cTn id="103" dur="500" fill="hold"/>
                                        <p:tgtEl>
                                          <p:spTgt spid="5"/>
                                        </p:tgtEl>
                                        <p:attrNameLst>
                                          <p:attrName>ppt_x</p:attrName>
                                        </p:attrNameLst>
                                      </p:cBhvr>
                                      <p:tavLst>
                                        <p:tav tm="0">
                                          <p:val>
                                            <p:fltVal val="0.5"/>
                                          </p:val>
                                        </p:tav>
                                        <p:tav tm="100000">
                                          <p:val>
                                            <p:strVal val="#ppt_x"/>
                                          </p:val>
                                        </p:tav>
                                      </p:tavLst>
                                    </p:anim>
                                    <p:anim calcmode="lin" valueType="num">
                                      <p:cBhvr>
                                        <p:cTn id="104" dur="500" fill="hold"/>
                                        <p:tgtEl>
                                          <p:spTgt spid="5"/>
                                        </p:tgtEl>
                                        <p:attrNameLst>
                                          <p:attrName>ppt_y</p:attrName>
                                        </p:attrNameLst>
                                      </p:cBhvr>
                                      <p:tavLst>
                                        <p:tav tm="0">
                                          <p:val>
                                            <p:fltVal val="0.5"/>
                                          </p:val>
                                        </p:tav>
                                        <p:tav tm="100000">
                                          <p:val>
                                            <p:strVal val="#ppt_y"/>
                                          </p:val>
                                        </p:tav>
                                      </p:tavLst>
                                    </p:anim>
                                  </p:childTnLst>
                                </p:cTn>
                              </p:par>
                            </p:childTnLst>
                          </p:cTn>
                        </p:par>
                        <p:par>
                          <p:cTn id="105" fill="hold">
                            <p:stCondLst>
                              <p:cond delay="10000"/>
                            </p:stCondLst>
                            <p:childTnLst>
                              <p:par>
                                <p:cTn id="106" presetID="10" presetClass="entr" presetSubtype="0" fill="hold" grpId="0" nodeType="afterEffect">
                                  <p:stCondLst>
                                    <p:cond delay="0"/>
                                  </p:stCondLst>
                                  <p:childTnLst>
                                    <p:set>
                                      <p:cBhvr>
                                        <p:cTn id="107" dur="1" fill="hold">
                                          <p:stCondLst>
                                            <p:cond delay="0"/>
                                          </p:stCondLst>
                                        </p:cTn>
                                        <p:tgtEl>
                                          <p:spTgt spid="51"/>
                                        </p:tgtEl>
                                        <p:attrNameLst>
                                          <p:attrName>style.visibility</p:attrName>
                                        </p:attrNameLst>
                                      </p:cBhvr>
                                      <p:to>
                                        <p:strVal val="visible"/>
                                      </p:to>
                                    </p:set>
                                    <p:animEffect transition="in" filter="fade">
                                      <p:cBhvr>
                                        <p:cTn id="108" dur="1000"/>
                                        <p:tgtEl>
                                          <p:spTgt spid="51"/>
                                        </p:tgtEl>
                                      </p:cBhvr>
                                    </p:animEffect>
                                  </p:childTnLst>
                                </p:cTn>
                              </p:par>
                            </p:childTnLst>
                          </p:cTn>
                        </p:par>
                        <p:par>
                          <p:cTn id="109" fill="hold">
                            <p:stCondLst>
                              <p:cond delay="11000"/>
                            </p:stCondLst>
                            <p:childTnLst>
                              <p:par>
                                <p:cTn id="110" presetID="10" presetClass="entr" presetSubtype="0" fill="hold" nodeType="afterEffect">
                                  <p:stCondLst>
                                    <p:cond delay="0"/>
                                  </p:stCondLst>
                                  <p:childTnLst>
                                    <p:set>
                                      <p:cBhvr>
                                        <p:cTn id="111" dur="1" fill="hold">
                                          <p:stCondLst>
                                            <p:cond delay="0"/>
                                          </p:stCondLst>
                                        </p:cTn>
                                        <p:tgtEl>
                                          <p:spTgt spid="46"/>
                                        </p:tgtEl>
                                        <p:attrNameLst>
                                          <p:attrName>style.visibility</p:attrName>
                                        </p:attrNameLst>
                                      </p:cBhvr>
                                      <p:to>
                                        <p:strVal val="visible"/>
                                      </p:to>
                                    </p:set>
                                    <p:animEffect transition="in" filter="fade">
                                      <p:cBhvr>
                                        <p:cTn id="112" dur="1000"/>
                                        <p:tgtEl>
                                          <p:spTgt spid="46"/>
                                        </p:tgtEl>
                                      </p:cBhvr>
                                    </p:animEffect>
                                  </p:childTnLst>
                                </p:cTn>
                              </p:par>
                            </p:childTnLst>
                          </p:cTn>
                        </p:par>
                        <p:par>
                          <p:cTn id="113" fill="hold">
                            <p:stCondLst>
                              <p:cond delay="12000"/>
                            </p:stCondLst>
                            <p:childTnLst>
                              <p:par>
                                <p:cTn id="114" presetID="53" presetClass="entr" presetSubtype="0" fill="hold" grpId="0" nodeType="afterEffect">
                                  <p:stCondLst>
                                    <p:cond delay="0"/>
                                  </p:stCondLst>
                                  <p:childTnLst>
                                    <p:set>
                                      <p:cBhvr>
                                        <p:cTn id="115" dur="1" fill="hold">
                                          <p:stCondLst>
                                            <p:cond delay="0"/>
                                          </p:stCondLst>
                                        </p:cTn>
                                        <p:tgtEl>
                                          <p:spTgt spid="53"/>
                                        </p:tgtEl>
                                        <p:attrNameLst>
                                          <p:attrName>style.visibility</p:attrName>
                                        </p:attrNameLst>
                                      </p:cBhvr>
                                      <p:to>
                                        <p:strVal val="visible"/>
                                      </p:to>
                                    </p:set>
                                    <p:anim calcmode="lin" valueType="num">
                                      <p:cBhvr>
                                        <p:cTn id="116" dur="500" fill="hold"/>
                                        <p:tgtEl>
                                          <p:spTgt spid="53"/>
                                        </p:tgtEl>
                                        <p:attrNameLst>
                                          <p:attrName>ppt_w</p:attrName>
                                        </p:attrNameLst>
                                      </p:cBhvr>
                                      <p:tavLst>
                                        <p:tav tm="0">
                                          <p:val>
                                            <p:fltVal val="0"/>
                                          </p:val>
                                        </p:tav>
                                        <p:tav tm="100000">
                                          <p:val>
                                            <p:strVal val="#ppt_w"/>
                                          </p:val>
                                        </p:tav>
                                      </p:tavLst>
                                    </p:anim>
                                    <p:anim calcmode="lin" valueType="num">
                                      <p:cBhvr>
                                        <p:cTn id="117" dur="500" fill="hold"/>
                                        <p:tgtEl>
                                          <p:spTgt spid="53"/>
                                        </p:tgtEl>
                                        <p:attrNameLst>
                                          <p:attrName>ppt_h</p:attrName>
                                        </p:attrNameLst>
                                      </p:cBhvr>
                                      <p:tavLst>
                                        <p:tav tm="0">
                                          <p:val>
                                            <p:fltVal val="0"/>
                                          </p:val>
                                        </p:tav>
                                        <p:tav tm="100000">
                                          <p:val>
                                            <p:strVal val="#ppt_h"/>
                                          </p:val>
                                        </p:tav>
                                      </p:tavLst>
                                    </p:anim>
                                    <p:animEffect transition="in" filter="fade">
                                      <p:cBhvr>
                                        <p:cTn id="118" dur="500"/>
                                        <p:tgtEl>
                                          <p:spTgt spid="53"/>
                                        </p:tgtEl>
                                      </p:cBhvr>
                                    </p:animEffect>
                                  </p:childTnLst>
                                </p:cTn>
                              </p:par>
                            </p:childTnLst>
                          </p:cTn>
                        </p:par>
                        <p:par>
                          <p:cTn id="119" fill="hold">
                            <p:stCondLst>
                              <p:cond delay="12500"/>
                            </p:stCondLst>
                            <p:childTnLst>
                              <p:par>
                                <p:cTn id="120" presetID="53" presetClass="entr" presetSubtype="0" fill="hold" nodeType="afterEffect">
                                  <p:stCondLst>
                                    <p:cond delay="0"/>
                                  </p:stCondLst>
                                  <p:childTnLst>
                                    <p:set>
                                      <p:cBhvr>
                                        <p:cTn id="121" dur="1" fill="hold">
                                          <p:stCondLst>
                                            <p:cond delay="0"/>
                                          </p:stCondLst>
                                        </p:cTn>
                                        <p:tgtEl>
                                          <p:spTgt spid="25"/>
                                        </p:tgtEl>
                                        <p:attrNameLst>
                                          <p:attrName>style.visibility</p:attrName>
                                        </p:attrNameLst>
                                      </p:cBhvr>
                                      <p:to>
                                        <p:strVal val="visible"/>
                                      </p:to>
                                    </p:set>
                                    <p:anim calcmode="lin" valueType="num">
                                      <p:cBhvr>
                                        <p:cTn id="122" dur="500" fill="hold"/>
                                        <p:tgtEl>
                                          <p:spTgt spid="25"/>
                                        </p:tgtEl>
                                        <p:attrNameLst>
                                          <p:attrName>ppt_w</p:attrName>
                                        </p:attrNameLst>
                                      </p:cBhvr>
                                      <p:tavLst>
                                        <p:tav tm="0">
                                          <p:val>
                                            <p:fltVal val="0"/>
                                          </p:val>
                                        </p:tav>
                                        <p:tav tm="100000">
                                          <p:val>
                                            <p:strVal val="#ppt_w"/>
                                          </p:val>
                                        </p:tav>
                                      </p:tavLst>
                                    </p:anim>
                                    <p:anim calcmode="lin" valueType="num">
                                      <p:cBhvr>
                                        <p:cTn id="123" dur="500" fill="hold"/>
                                        <p:tgtEl>
                                          <p:spTgt spid="25"/>
                                        </p:tgtEl>
                                        <p:attrNameLst>
                                          <p:attrName>ppt_h</p:attrName>
                                        </p:attrNameLst>
                                      </p:cBhvr>
                                      <p:tavLst>
                                        <p:tav tm="0">
                                          <p:val>
                                            <p:fltVal val="0"/>
                                          </p:val>
                                        </p:tav>
                                        <p:tav tm="100000">
                                          <p:val>
                                            <p:strVal val="#ppt_h"/>
                                          </p:val>
                                        </p:tav>
                                      </p:tavLst>
                                    </p:anim>
                                    <p:animEffect transition="in" filter="fade">
                                      <p:cBhvr>
                                        <p:cTn id="124" dur="500"/>
                                        <p:tgtEl>
                                          <p:spTgt spid="25"/>
                                        </p:tgtEl>
                                      </p:cBhvr>
                                    </p:animEffect>
                                  </p:childTnLst>
                                </p:cTn>
                              </p:par>
                            </p:childTnLst>
                          </p:cTn>
                        </p:par>
                        <p:par>
                          <p:cTn id="125" fill="hold">
                            <p:stCondLst>
                              <p:cond delay="13000"/>
                            </p:stCondLst>
                            <p:childTnLst>
                              <p:par>
                                <p:cTn id="126" presetID="53" presetClass="entr" presetSubtype="0" fill="hold" grpId="0" nodeType="afterEffect">
                                  <p:stCondLst>
                                    <p:cond delay="0"/>
                                  </p:stCondLst>
                                  <p:childTnLst>
                                    <p:set>
                                      <p:cBhvr>
                                        <p:cTn id="127" dur="1" fill="hold">
                                          <p:stCondLst>
                                            <p:cond delay="0"/>
                                          </p:stCondLst>
                                        </p:cTn>
                                        <p:tgtEl>
                                          <p:spTgt spid="54"/>
                                        </p:tgtEl>
                                        <p:attrNameLst>
                                          <p:attrName>style.visibility</p:attrName>
                                        </p:attrNameLst>
                                      </p:cBhvr>
                                      <p:to>
                                        <p:strVal val="visible"/>
                                      </p:to>
                                    </p:set>
                                    <p:anim calcmode="lin" valueType="num">
                                      <p:cBhvr>
                                        <p:cTn id="128" dur="500" fill="hold"/>
                                        <p:tgtEl>
                                          <p:spTgt spid="54"/>
                                        </p:tgtEl>
                                        <p:attrNameLst>
                                          <p:attrName>ppt_w</p:attrName>
                                        </p:attrNameLst>
                                      </p:cBhvr>
                                      <p:tavLst>
                                        <p:tav tm="0">
                                          <p:val>
                                            <p:fltVal val="0"/>
                                          </p:val>
                                        </p:tav>
                                        <p:tav tm="100000">
                                          <p:val>
                                            <p:strVal val="#ppt_w"/>
                                          </p:val>
                                        </p:tav>
                                      </p:tavLst>
                                    </p:anim>
                                    <p:anim calcmode="lin" valueType="num">
                                      <p:cBhvr>
                                        <p:cTn id="129" dur="500" fill="hold"/>
                                        <p:tgtEl>
                                          <p:spTgt spid="54"/>
                                        </p:tgtEl>
                                        <p:attrNameLst>
                                          <p:attrName>ppt_h</p:attrName>
                                        </p:attrNameLst>
                                      </p:cBhvr>
                                      <p:tavLst>
                                        <p:tav tm="0">
                                          <p:val>
                                            <p:fltVal val="0"/>
                                          </p:val>
                                        </p:tav>
                                        <p:tav tm="100000">
                                          <p:val>
                                            <p:strVal val="#ppt_h"/>
                                          </p:val>
                                        </p:tav>
                                      </p:tavLst>
                                    </p:anim>
                                    <p:animEffect transition="in" filter="fade">
                                      <p:cBhvr>
                                        <p:cTn id="130" dur="500"/>
                                        <p:tgtEl>
                                          <p:spTgt spid="54"/>
                                        </p:tgtEl>
                                      </p:cBhvr>
                                    </p:animEffect>
                                  </p:childTnLst>
                                </p:cTn>
                              </p:par>
                            </p:childTnLst>
                          </p:cTn>
                        </p:par>
                        <p:par>
                          <p:cTn id="131" fill="hold">
                            <p:stCondLst>
                              <p:cond delay="13500"/>
                            </p:stCondLst>
                            <p:childTnLst>
                              <p:par>
                                <p:cTn id="132" presetID="53" presetClass="entr" presetSubtype="0" fill="hold" grpId="0" nodeType="afterEffect">
                                  <p:stCondLst>
                                    <p:cond delay="0"/>
                                  </p:stCondLst>
                                  <p:childTnLst>
                                    <p:set>
                                      <p:cBhvr>
                                        <p:cTn id="133" dur="1" fill="hold">
                                          <p:stCondLst>
                                            <p:cond delay="0"/>
                                          </p:stCondLst>
                                        </p:cTn>
                                        <p:tgtEl>
                                          <p:spTgt spid="52"/>
                                        </p:tgtEl>
                                        <p:attrNameLst>
                                          <p:attrName>style.visibility</p:attrName>
                                        </p:attrNameLst>
                                      </p:cBhvr>
                                      <p:to>
                                        <p:strVal val="visible"/>
                                      </p:to>
                                    </p:set>
                                    <p:anim calcmode="lin" valueType="num">
                                      <p:cBhvr>
                                        <p:cTn id="134" dur="500" fill="hold"/>
                                        <p:tgtEl>
                                          <p:spTgt spid="52"/>
                                        </p:tgtEl>
                                        <p:attrNameLst>
                                          <p:attrName>ppt_w</p:attrName>
                                        </p:attrNameLst>
                                      </p:cBhvr>
                                      <p:tavLst>
                                        <p:tav tm="0">
                                          <p:val>
                                            <p:fltVal val="0"/>
                                          </p:val>
                                        </p:tav>
                                        <p:tav tm="100000">
                                          <p:val>
                                            <p:strVal val="#ppt_w"/>
                                          </p:val>
                                        </p:tav>
                                      </p:tavLst>
                                    </p:anim>
                                    <p:anim calcmode="lin" valueType="num">
                                      <p:cBhvr>
                                        <p:cTn id="135" dur="500" fill="hold"/>
                                        <p:tgtEl>
                                          <p:spTgt spid="52"/>
                                        </p:tgtEl>
                                        <p:attrNameLst>
                                          <p:attrName>ppt_h</p:attrName>
                                        </p:attrNameLst>
                                      </p:cBhvr>
                                      <p:tavLst>
                                        <p:tav tm="0">
                                          <p:val>
                                            <p:fltVal val="0"/>
                                          </p:val>
                                        </p:tav>
                                        <p:tav tm="100000">
                                          <p:val>
                                            <p:strVal val="#ppt_h"/>
                                          </p:val>
                                        </p:tav>
                                      </p:tavLst>
                                    </p:anim>
                                    <p:animEffect transition="in" filter="fade">
                                      <p:cBhvr>
                                        <p:cTn id="136" dur="500"/>
                                        <p:tgtEl>
                                          <p:spTgt spid="52"/>
                                        </p:tgtEl>
                                      </p:cBhvr>
                                    </p:animEffect>
                                  </p:childTnLst>
                                </p:cTn>
                              </p:par>
                            </p:childTnLst>
                          </p:cTn>
                        </p:par>
                        <p:par>
                          <p:cTn id="137" fill="hold">
                            <p:stCondLst>
                              <p:cond delay="14000"/>
                            </p:stCondLst>
                            <p:childTnLst>
                              <p:par>
                                <p:cTn id="138" presetID="53" presetClass="entr" presetSubtype="0" fill="hold" nodeType="afterEffect">
                                  <p:stCondLst>
                                    <p:cond delay="0"/>
                                  </p:stCondLst>
                                  <p:childTnLst>
                                    <p:set>
                                      <p:cBhvr>
                                        <p:cTn id="139" dur="1" fill="hold">
                                          <p:stCondLst>
                                            <p:cond delay="0"/>
                                          </p:stCondLst>
                                        </p:cTn>
                                        <p:tgtEl>
                                          <p:spTgt spid="40"/>
                                        </p:tgtEl>
                                        <p:attrNameLst>
                                          <p:attrName>style.visibility</p:attrName>
                                        </p:attrNameLst>
                                      </p:cBhvr>
                                      <p:to>
                                        <p:strVal val="visible"/>
                                      </p:to>
                                    </p:set>
                                    <p:anim calcmode="lin" valueType="num">
                                      <p:cBhvr>
                                        <p:cTn id="140" dur="500" fill="hold"/>
                                        <p:tgtEl>
                                          <p:spTgt spid="40"/>
                                        </p:tgtEl>
                                        <p:attrNameLst>
                                          <p:attrName>ppt_w</p:attrName>
                                        </p:attrNameLst>
                                      </p:cBhvr>
                                      <p:tavLst>
                                        <p:tav tm="0">
                                          <p:val>
                                            <p:fltVal val="0"/>
                                          </p:val>
                                        </p:tav>
                                        <p:tav tm="100000">
                                          <p:val>
                                            <p:strVal val="#ppt_w"/>
                                          </p:val>
                                        </p:tav>
                                      </p:tavLst>
                                    </p:anim>
                                    <p:anim calcmode="lin" valueType="num">
                                      <p:cBhvr>
                                        <p:cTn id="141" dur="500" fill="hold"/>
                                        <p:tgtEl>
                                          <p:spTgt spid="40"/>
                                        </p:tgtEl>
                                        <p:attrNameLst>
                                          <p:attrName>ppt_h</p:attrName>
                                        </p:attrNameLst>
                                      </p:cBhvr>
                                      <p:tavLst>
                                        <p:tav tm="0">
                                          <p:val>
                                            <p:fltVal val="0"/>
                                          </p:val>
                                        </p:tav>
                                        <p:tav tm="100000">
                                          <p:val>
                                            <p:strVal val="#ppt_h"/>
                                          </p:val>
                                        </p:tav>
                                      </p:tavLst>
                                    </p:anim>
                                    <p:animEffect transition="in" filter="fade">
                                      <p:cBhvr>
                                        <p:cTn id="142" dur="500"/>
                                        <p:tgtEl>
                                          <p:spTgt spid="40"/>
                                        </p:tgtEl>
                                      </p:cBhvr>
                                    </p:animEffect>
                                  </p:childTnLst>
                                </p:cTn>
                              </p:par>
                            </p:childTnLst>
                          </p:cTn>
                        </p:par>
                        <p:par>
                          <p:cTn id="143" fill="hold">
                            <p:stCondLst>
                              <p:cond delay="14500"/>
                            </p:stCondLst>
                            <p:childTnLst>
                              <p:par>
                                <p:cTn id="144" presetID="53" presetClass="entr" presetSubtype="0" fill="hold" grpId="0" nodeType="afterEffect">
                                  <p:stCondLst>
                                    <p:cond delay="0"/>
                                  </p:stCondLst>
                                  <p:childTnLst>
                                    <p:set>
                                      <p:cBhvr>
                                        <p:cTn id="145" dur="1" fill="hold">
                                          <p:stCondLst>
                                            <p:cond delay="0"/>
                                          </p:stCondLst>
                                        </p:cTn>
                                        <p:tgtEl>
                                          <p:spTgt spid="55"/>
                                        </p:tgtEl>
                                        <p:attrNameLst>
                                          <p:attrName>style.visibility</p:attrName>
                                        </p:attrNameLst>
                                      </p:cBhvr>
                                      <p:to>
                                        <p:strVal val="visible"/>
                                      </p:to>
                                    </p:set>
                                    <p:anim calcmode="lin" valueType="num">
                                      <p:cBhvr>
                                        <p:cTn id="146" dur="500" fill="hold"/>
                                        <p:tgtEl>
                                          <p:spTgt spid="55"/>
                                        </p:tgtEl>
                                        <p:attrNameLst>
                                          <p:attrName>ppt_w</p:attrName>
                                        </p:attrNameLst>
                                      </p:cBhvr>
                                      <p:tavLst>
                                        <p:tav tm="0">
                                          <p:val>
                                            <p:fltVal val="0"/>
                                          </p:val>
                                        </p:tav>
                                        <p:tav tm="100000">
                                          <p:val>
                                            <p:strVal val="#ppt_w"/>
                                          </p:val>
                                        </p:tav>
                                      </p:tavLst>
                                    </p:anim>
                                    <p:anim calcmode="lin" valueType="num">
                                      <p:cBhvr>
                                        <p:cTn id="147" dur="500" fill="hold"/>
                                        <p:tgtEl>
                                          <p:spTgt spid="55"/>
                                        </p:tgtEl>
                                        <p:attrNameLst>
                                          <p:attrName>ppt_h</p:attrName>
                                        </p:attrNameLst>
                                      </p:cBhvr>
                                      <p:tavLst>
                                        <p:tav tm="0">
                                          <p:val>
                                            <p:fltVal val="0"/>
                                          </p:val>
                                        </p:tav>
                                        <p:tav tm="100000">
                                          <p:val>
                                            <p:strVal val="#ppt_h"/>
                                          </p:val>
                                        </p:tav>
                                      </p:tavLst>
                                    </p:anim>
                                    <p:animEffect transition="in" filter="fade">
                                      <p:cBhvr>
                                        <p:cTn id="14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animBg="1"/>
      <p:bldP spid="6" grpId="0" animBg="1"/>
      <p:bldP spid="5" grpId="0" animBg="1"/>
      <p:bldP spid="4" grpId="0" animBg="1"/>
      <p:bldP spid="47" grpId="0"/>
      <p:bldP spid="48" grpId="0"/>
      <p:bldP spid="49" grpId="0"/>
      <p:bldP spid="50" grpId="0"/>
      <p:bldP spid="51" grpId="0"/>
      <p:bldP spid="52" grpId="0" animBg="1"/>
      <p:bldP spid="53" grpId="0" animBg="1"/>
      <p:bldP spid="54" grpId="0"/>
      <p:bldP spid="55"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Pyramid Chart Slide</a:t>
            </a:r>
            <a:endParaRPr lang="en-US" dirty="0"/>
          </a:p>
        </p:txBody>
      </p:sp>
      <p:sp>
        <p:nvSpPr>
          <p:cNvPr id="4" name="Text Placeholder 3"/>
          <p:cNvSpPr>
            <a:spLocks noGrp="1"/>
          </p:cNvSpPr>
          <p:nvPr>
            <p:ph type="body" sz="half" idx="2"/>
          </p:nvPr>
        </p:nvSpPr>
        <p:spPr/>
        <p:txBody>
          <a:bodyPr/>
          <a:lstStyle/>
          <a:p>
            <a:r>
              <a:rPr lang="en-US"/>
              <a:t>Pyramid Chart Slide</a:t>
            </a:r>
            <a:endParaRPr lang="en-US" dirty="0"/>
          </a:p>
        </p:txBody>
      </p:sp>
      <p:sp>
        <p:nvSpPr>
          <p:cNvPr id="24" name="Slide Number Placeholder 23"/>
          <p:cNvSpPr>
            <a:spLocks noGrp="1"/>
          </p:cNvSpPr>
          <p:nvPr>
            <p:ph type="sldNum" sz="quarter" idx="12"/>
          </p:nvPr>
        </p:nvSpPr>
        <p:spPr/>
        <p:txBody>
          <a:bodyPr/>
          <a:lstStyle/>
          <a:p>
            <a:fld id="{C136B7D2-B98C-44FD-8D04-7EC62A564975}" type="slidenum">
              <a:rPr lang="en-US" smtClean="0"/>
              <a:pPr/>
              <a:t>316</a:t>
            </a:fld>
            <a:endParaRPr lang="en-US" dirty="0"/>
          </a:p>
        </p:txBody>
      </p:sp>
      <p:sp>
        <p:nvSpPr>
          <p:cNvPr id="62" name="Text Placeholder 3"/>
          <p:cNvSpPr txBox="1">
            <a:spLocks/>
          </p:cNvSpPr>
          <p:nvPr/>
        </p:nvSpPr>
        <p:spPr>
          <a:xfrm>
            <a:off x="928953" y="3331677"/>
            <a:ext cx="461665" cy="276999"/>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1"/>
                </a:solidFill>
                <a:effectLst/>
                <a:uLnTx/>
                <a:uFillTx/>
                <a:latin typeface="+mn-lt"/>
                <a:ea typeface="+mn-ea"/>
                <a:cs typeface="+mn-cs"/>
              </a:rPr>
              <a:t>80%</a:t>
            </a:r>
          </a:p>
        </p:txBody>
      </p:sp>
      <p:sp>
        <p:nvSpPr>
          <p:cNvPr id="63" name="Text Placeholder 3"/>
          <p:cNvSpPr txBox="1">
            <a:spLocks/>
          </p:cNvSpPr>
          <p:nvPr/>
        </p:nvSpPr>
        <p:spPr>
          <a:xfrm>
            <a:off x="4026998" y="3331677"/>
            <a:ext cx="461665" cy="276999"/>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4"/>
                </a:solidFill>
                <a:effectLst/>
                <a:uLnTx/>
                <a:uFillTx/>
                <a:latin typeface="+mn-lt"/>
                <a:ea typeface="+mn-ea"/>
                <a:cs typeface="+mn-cs"/>
              </a:rPr>
              <a:t>90%</a:t>
            </a:r>
          </a:p>
        </p:txBody>
      </p:sp>
      <p:sp>
        <p:nvSpPr>
          <p:cNvPr id="64" name="Text Placeholder 3"/>
          <p:cNvSpPr txBox="1">
            <a:spLocks/>
          </p:cNvSpPr>
          <p:nvPr/>
        </p:nvSpPr>
        <p:spPr>
          <a:xfrm>
            <a:off x="1961635" y="3331677"/>
            <a:ext cx="461665" cy="276999"/>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2"/>
                </a:solidFill>
                <a:effectLst/>
                <a:uLnTx/>
                <a:uFillTx/>
                <a:latin typeface="+mn-lt"/>
                <a:ea typeface="+mn-ea"/>
                <a:cs typeface="+mn-cs"/>
              </a:rPr>
              <a:t>30%</a:t>
            </a:r>
          </a:p>
        </p:txBody>
      </p:sp>
      <p:sp>
        <p:nvSpPr>
          <p:cNvPr id="65" name="Text Placeholder 3"/>
          <p:cNvSpPr txBox="1">
            <a:spLocks/>
          </p:cNvSpPr>
          <p:nvPr/>
        </p:nvSpPr>
        <p:spPr>
          <a:xfrm>
            <a:off x="2994317" y="3331677"/>
            <a:ext cx="461665" cy="276999"/>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3"/>
                </a:solidFill>
                <a:effectLst/>
                <a:uLnTx/>
                <a:uFillTx/>
                <a:latin typeface="+mn-lt"/>
                <a:ea typeface="+mn-ea"/>
                <a:cs typeface="+mn-cs"/>
              </a:rPr>
              <a:t>70%</a:t>
            </a:r>
          </a:p>
        </p:txBody>
      </p:sp>
      <p:grpSp>
        <p:nvGrpSpPr>
          <p:cNvPr id="3" name="Group 55"/>
          <p:cNvGrpSpPr/>
          <p:nvPr/>
        </p:nvGrpSpPr>
        <p:grpSpPr>
          <a:xfrm>
            <a:off x="1573778" y="1565553"/>
            <a:ext cx="1057231" cy="1737320"/>
            <a:chOff x="712331" y="1623831"/>
            <a:chExt cx="1672669" cy="2555930"/>
          </a:xfrm>
        </p:grpSpPr>
        <p:sp>
          <p:nvSpPr>
            <p:cNvPr id="57" name="Freeform 9"/>
            <p:cNvSpPr>
              <a:spLocks/>
            </p:cNvSpPr>
            <p:nvPr/>
          </p:nvSpPr>
          <p:spPr bwMode="auto">
            <a:xfrm>
              <a:off x="712331" y="1623831"/>
              <a:ext cx="871582" cy="2555930"/>
            </a:xfrm>
            <a:custGeom>
              <a:avLst/>
              <a:gdLst/>
              <a:ahLst/>
              <a:cxnLst>
                <a:cxn ang="0">
                  <a:pos x="408" y="0"/>
                </a:cxn>
                <a:cxn ang="0">
                  <a:pos x="339" y="1520"/>
                </a:cxn>
                <a:cxn ang="0">
                  <a:pos x="0" y="1420"/>
                </a:cxn>
                <a:cxn ang="0">
                  <a:pos x="408" y="0"/>
                </a:cxn>
              </a:cxnLst>
              <a:rect l="0" t="0" r="r" b="b"/>
              <a:pathLst>
                <a:path w="408" h="1520">
                  <a:moveTo>
                    <a:pt x="408" y="0"/>
                  </a:moveTo>
                  <a:lnTo>
                    <a:pt x="339" y="1520"/>
                  </a:lnTo>
                  <a:lnTo>
                    <a:pt x="0" y="1420"/>
                  </a:lnTo>
                  <a:lnTo>
                    <a:pt x="408"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10"/>
            <p:cNvSpPr>
              <a:spLocks/>
            </p:cNvSpPr>
            <p:nvPr/>
          </p:nvSpPr>
          <p:spPr bwMode="auto">
            <a:xfrm>
              <a:off x="1436514" y="1623831"/>
              <a:ext cx="948486" cy="2555930"/>
            </a:xfrm>
            <a:custGeom>
              <a:avLst/>
              <a:gdLst/>
              <a:ahLst/>
              <a:cxnLst>
                <a:cxn ang="0">
                  <a:pos x="0" y="1520"/>
                </a:cxn>
                <a:cxn ang="0">
                  <a:pos x="69" y="0"/>
                </a:cxn>
                <a:cxn ang="0">
                  <a:pos x="444" y="1394"/>
                </a:cxn>
                <a:cxn ang="0">
                  <a:pos x="0" y="1520"/>
                </a:cxn>
              </a:cxnLst>
              <a:rect l="0" t="0" r="r" b="b"/>
              <a:pathLst>
                <a:path w="444" h="1520">
                  <a:moveTo>
                    <a:pt x="0" y="1520"/>
                  </a:moveTo>
                  <a:lnTo>
                    <a:pt x="69" y="0"/>
                  </a:lnTo>
                  <a:lnTo>
                    <a:pt x="444" y="1394"/>
                  </a:lnTo>
                  <a:lnTo>
                    <a:pt x="0" y="152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77"/>
          <p:cNvGrpSpPr/>
          <p:nvPr/>
        </p:nvGrpSpPr>
        <p:grpSpPr>
          <a:xfrm>
            <a:off x="712331" y="2336652"/>
            <a:ext cx="861447" cy="926382"/>
            <a:chOff x="712331" y="1623831"/>
            <a:chExt cx="1672669" cy="2555930"/>
          </a:xfrm>
        </p:grpSpPr>
        <p:sp>
          <p:nvSpPr>
            <p:cNvPr id="79" name="Freeform 9"/>
            <p:cNvSpPr>
              <a:spLocks/>
            </p:cNvSpPr>
            <p:nvPr/>
          </p:nvSpPr>
          <p:spPr bwMode="auto">
            <a:xfrm>
              <a:off x="712331" y="1623831"/>
              <a:ext cx="871582" cy="2555930"/>
            </a:xfrm>
            <a:custGeom>
              <a:avLst/>
              <a:gdLst/>
              <a:ahLst/>
              <a:cxnLst>
                <a:cxn ang="0">
                  <a:pos x="408" y="0"/>
                </a:cxn>
                <a:cxn ang="0">
                  <a:pos x="339" y="1520"/>
                </a:cxn>
                <a:cxn ang="0">
                  <a:pos x="0" y="1420"/>
                </a:cxn>
                <a:cxn ang="0">
                  <a:pos x="408" y="0"/>
                </a:cxn>
              </a:cxnLst>
              <a:rect l="0" t="0" r="r" b="b"/>
              <a:pathLst>
                <a:path w="408" h="1520">
                  <a:moveTo>
                    <a:pt x="408" y="0"/>
                  </a:moveTo>
                  <a:lnTo>
                    <a:pt x="339" y="1520"/>
                  </a:lnTo>
                  <a:lnTo>
                    <a:pt x="0" y="1420"/>
                  </a:lnTo>
                  <a:lnTo>
                    <a:pt x="408"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
            <p:cNvSpPr>
              <a:spLocks/>
            </p:cNvSpPr>
            <p:nvPr/>
          </p:nvSpPr>
          <p:spPr bwMode="auto">
            <a:xfrm>
              <a:off x="1436514" y="1623831"/>
              <a:ext cx="948486" cy="2555930"/>
            </a:xfrm>
            <a:custGeom>
              <a:avLst/>
              <a:gdLst/>
              <a:ahLst/>
              <a:cxnLst>
                <a:cxn ang="0">
                  <a:pos x="0" y="1520"/>
                </a:cxn>
                <a:cxn ang="0">
                  <a:pos x="69" y="0"/>
                </a:cxn>
                <a:cxn ang="0">
                  <a:pos x="444" y="1394"/>
                </a:cxn>
                <a:cxn ang="0">
                  <a:pos x="0" y="1520"/>
                </a:cxn>
              </a:cxnLst>
              <a:rect l="0" t="0" r="r" b="b"/>
              <a:pathLst>
                <a:path w="444" h="1520">
                  <a:moveTo>
                    <a:pt x="0" y="1520"/>
                  </a:moveTo>
                  <a:lnTo>
                    <a:pt x="69" y="0"/>
                  </a:lnTo>
                  <a:lnTo>
                    <a:pt x="444" y="1394"/>
                  </a:lnTo>
                  <a:lnTo>
                    <a:pt x="0" y="152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80"/>
          <p:cNvGrpSpPr/>
          <p:nvPr/>
        </p:nvGrpSpPr>
        <p:grpSpPr>
          <a:xfrm>
            <a:off x="2631009" y="1824185"/>
            <a:ext cx="1055150" cy="1400533"/>
            <a:chOff x="712331" y="1623831"/>
            <a:chExt cx="1672670" cy="2555930"/>
          </a:xfrm>
        </p:grpSpPr>
        <p:sp>
          <p:nvSpPr>
            <p:cNvPr id="82" name="Freeform 9"/>
            <p:cNvSpPr>
              <a:spLocks/>
            </p:cNvSpPr>
            <p:nvPr/>
          </p:nvSpPr>
          <p:spPr bwMode="auto">
            <a:xfrm>
              <a:off x="712331" y="1623831"/>
              <a:ext cx="871582" cy="2555930"/>
            </a:xfrm>
            <a:custGeom>
              <a:avLst/>
              <a:gdLst/>
              <a:ahLst/>
              <a:cxnLst>
                <a:cxn ang="0">
                  <a:pos x="408" y="0"/>
                </a:cxn>
                <a:cxn ang="0">
                  <a:pos x="339" y="1520"/>
                </a:cxn>
                <a:cxn ang="0">
                  <a:pos x="0" y="1420"/>
                </a:cxn>
                <a:cxn ang="0">
                  <a:pos x="408" y="0"/>
                </a:cxn>
              </a:cxnLst>
              <a:rect l="0" t="0" r="r" b="b"/>
              <a:pathLst>
                <a:path w="408" h="1520">
                  <a:moveTo>
                    <a:pt x="408" y="0"/>
                  </a:moveTo>
                  <a:lnTo>
                    <a:pt x="339" y="1520"/>
                  </a:lnTo>
                  <a:lnTo>
                    <a:pt x="0" y="1420"/>
                  </a:lnTo>
                  <a:lnTo>
                    <a:pt x="408"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10"/>
            <p:cNvSpPr>
              <a:spLocks/>
            </p:cNvSpPr>
            <p:nvPr/>
          </p:nvSpPr>
          <p:spPr bwMode="auto">
            <a:xfrm>
              <a:off x="1436515" y="1623831"/>
              <a:ext cx="948486" cy="2555930"/>
            </a:xfrm>
            <a:custGeom>
              <a:avLst/>
              <a:gdLst/>
              <a:ahLst/>
              <a:cxnLst>
                <a:cxn ang="0">
                  <a:pos x="0" y="1520"/>
                </a:cxn>
                <a:cxn ang="0">
                  <a:pos x="69" y="0"/>
                </a:cxn>
                <a:cxn ang="0">
                  <a:pos x="444" y="1394"/>
                </a:cxn>
                <a:cxn ang="0">
                  <a:pos x="0" y="1520"/>
                </a:cxn>
              </a:cxnLst>
              <a:rect l="0" t="0" r="r" b="b"/>
              <a:pathLst>
                <a:path w="444" h="1520">
                  <a:moveTo>
                    <a:pt x="0" y="1520"/>
                  </a:moveTo>
                  <a:lnTo>
                    <a:pt x="69" y="0"/>
                  </a:lnTo>
                  <a:lnTo>
                    <a:pt x="444" y="1394"/>
                  </a:lnTo>
                  <a:lnTo>
                    <a:pt x="0" y="152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83"/>
          <p:cNvGrpSpPr/>
          <p:nvPr/>
        </p:nvGrpSpPr>
        <p:grpSpPr>
          <a:xfrm>
            <a:off x="3718295" y="1487398"/>
            <a:ext cx="1055150" cy="1737320"/>
            <a:chOff x="712331" y="1623831"/>
            <a:chExt cx="1672669" cy="2555930"/>
          </a:xfrm>
        </p:grpSpPr>
        <p:sp>
          <p:nvSpPr>
            <p:cNvPr id="85" name="Freeform 9"/>
            <p:cNvSpPr>
              <a:spLocks/>
            </p:cNvSpPr>
            <p:nvPr/>
          </p:nvSpPr>
          <p:spPr bwMode="auto">
            <a:xfrm>
              <a:off x="712331" y="1623831"/>
              <a:ext cx="871582" cy="2555930"/>
            </a:xfrm>
            <a:custGeom>
              <a:avLst/>
              <a:gdLst/>
              <a:ahLst/>
              <a:cxnLst>
                <a:cxn ang="0">
                  <a:pos x="408" y="0"/>
                </a:cxn>
                <a:cxn ang="0">
                  <a:pos x="339" y="1520"/>
                </a:cxn>
                <a:cxn ang="0">
                  <a:pos x="0" y="1420"/>
                </a:cxn>
                <a:cxn ang="0">
                  <a:pos x="408" y="0"/>
                </a:cxn>
              </a:cxnLst>
              <a:rect l="0" t="0" r="r" b="b"/>
              <a:pathLst>
                <a:path w="408" h="1520">
                  <a:moveTo>
                    <a:pt x="408" y="0"/>
                  </a:moveTo>
                  <a:lnTo>
                    <a:pt x="339" y="1520"/>
                  </a:lnTo>
                  <a:lnTo>
                    <a:pt x="0" y="1420"/>
                  </a:lnTo>
                  <a:lnTo>
                    <a:pt x="40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10"/>
            <p:cNvSpPr>
              <a:spLocks/>
            </p:cNvSpPr>
            <p:nvPr/>
          </p:nvSpPr>
          <p:spPr bwMode="auto">
            <a:xfrm>
              <a:off x="1436514" y="1623831"/>
              <a:ext cx="948486" cy="2555930"/>
            </a:xfrm>
            <a:custGeom>
              <a:avLst/>
              <a:gdLst/>
              <a:ahLst/>
              <a:cxnLst>
                <a:cxn ang="0">
                  <a:pos x="0" y="1520"/>
                </a:cxn>
                <a:cxn ang="0">
                  <a:pos x="69" y="0"/>
                </a:cxn>
                <a:cxn ang="0">
                  <a:pos x="444" y="1394"/>
                </a:cxn>
                <a:cxn ang="0">
                  <a:pos x="0" y="1520"/>
                </a:cxn>
              </a:cxnLst>
              <a:rect l="0" t="0" r="r" b="b"/>
              <a:pathLst>
                <a:path w="444" h="1520">
                  <a:moveTo>
                    <a:pt x="0" y="1520"/>
                  </a:moveTo>
                  <a:lnTo>
                    <a:pt x="69" y="0"/>
                  </a:lnTo>
                  <a:lnTo>
                    <a:pt x="444" y="1394"/>
                  </a:lnTo>
                  <a:lnTo>
                    <a:pt x="0" y="152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Oval 87"/>
          <p:cNvSpPr/>
          <p:nvPr/>
        </p:nvSpPr>
        <p:spPr>
          <a:xfrm>
            <a:off x="1045993" y="1983793"/>
            <a:ext cx="230428" cy="23042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Oval 88"/>
          <p:cNvSpPr/>
          <p:nvPr/>
        </p:nvSpPr>
        <p:spPr>
          <a:xfrm>
            <a:off x="1987305" y="1181562"/>
            <a:ext cx="230428" cy="23042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Oval 89"/>
          <p:cNvSpPr/>
          <p:nvPr/>
        </p:nvSpPr>
        <p:spPr>
          <a:xfrm>
            <a:off x="3074218" y="1534824"/>
            <a:ext cx="230428" cy="23042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Oval 90"/>
          <p:cNvSpPr/>
          <p:nvPr/>
        </p:nvSpPr>
        <p:spPr>
          <a:xfrm>
            <a:off x="4142212" y="1131575"/>
            <a:ext cx="230428" cy="23042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5" name="Straight Connector 94"/>
          <p:cNvCxnSpPr>
            <a:stCxn id="88" idx="7"/>
            <a:endCxn id="89" idx="3"/>
          </p:cNvCxnSpPr>
          <p:nvPr/>
        </p:nvCxnSpPr>
        <p:spPr>
          <a:xfrm flipV="1">
            <a:off x="1242676" y="1378245"/>
            <a:ext cx="778374" cy="63929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a:stCxn id="90" idx="6"/>
            <a:endCxn id="91" idx="2"/>
          </p:cNvCxnSpPr>
          <p:nvPr/>
        </p:nvCxnSpPr>
        <p:spPr>
          <a:xfrm flipV="1">
            <a:off x="3304646" y="1246789"/>
            <a:ext cx="837566" cy="403249"/>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89" idx="5"/>
            <a:endCxn id="90" idx="2"/>
          </p:cNvCxnSpPr>
          <p:nvPr/>
        </p:nvCxnSpPr>
        <p:spPr>
          <a:xfrm>
            <a:off x="2183988" y="1378245"/>
            <a:ext cx="890230" cy="27179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8" name="Group 125"/>
          <p:cNvGrpSpPr/>
          <p:nvPr/>
        </p:nvGrpSpPr>
        <p:grpSpPr>
          <a:xfrm>
            <a:off x="6868433" y="1246789"/>
            <a:ext cx="1583966" cy="500843"/>
            <a:chOff x="4597686" y="3155872"/>
            <a:chExt cx="1583966" cy="500843"/>
          </a:xfrm>
        </p:grpSpPr>
        <p:sp>
          <p:nvSpPr>
            <p:cNvPr id="127" name="TextBox 126"/>
            <p:cNvSpPr txBox="1"/>
            <p:nvPr/>
          </p:nvSpPr>
          <p:spPr>
            <a:xfrm>
              <a:off x="4597686"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Phone Setting</a:t>
              </a:r>
            </a:p>
          </p:txBody>
        </p:sp>
        <p:sp>
          <p:nvSpPr>
            <p:cNvPr id="128" name="TextBox 127"/>
            <p:cNvSpPr txBox="1"/>
            <p:nvPr/>
          </p:nvSpPr>
          <p:spPr>
            <a:xfrm>
              <a:off x="4597686" y="3348938"/>
              <a:ext cx="1583966"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9" name="Group 128"/>
          <p:cNvGrpSpPr/>
          <p:nvPr/>
        </p:nvGrpSpPr>
        <p:grpSpPr>
          <a:xfrm>
            <a:off x="6847702" y="1959967"/>
            <a:ext cx="1542507" cy="500843"/>
            <a:chOff x="6978976" y="3155872"/>
            <a:chExt cx="1542507" cy="500843"/>
          </a:xfrm>
        </p:grpSpPr>
        <p:sp>
          <p:nvSpPr>
            <p:cNvPr id="130" name="TextBox 129"/>
            <p:cNvSpPr txBox="1"/>
            <p:nvPr/>
          </p:nvSpPr>
          <p:spPr>
            <a:xfrm>
              <a:off x="6978977" y="3155872"/>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Global Access</a:t>
              </a:r>
            </a:p>
          </p:txBody>
        </p:sp>
        <p:sp>
          <p:nvSpPr>
            <p:cNvPr id="131" name="TextBox 130"/>
            <p:cNvSpPr txBox="1"/>
            <p:nvPr/>
          </p:nvSpPr>
          <p:spPr>
            <a:xfrm>
              <a:off x="6978976" y="3348938"/>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0" name="Group 131"/>
          <p:cNvGrpSpPr/>
          <p:nvPr/>
        </p:nvGrpSpPr>
        <p:grpSpPr>
          <a:xfrm>
            <a:off x="6868432" y="2585748"/>
            <a:ext cx="1542507" cy="500843"/>
            <a:chOff x="4597685" y="3914331"/>
            <a:chExt cx="1542507" cy="500843"/>
          </a:xfrm>
        </p:grpSpPr>
        <p:sp>
          <p:nvSpPr>
            <p:cNvPr id="133" name="TextBox 132"/>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Calendar</a:t>
              </a:r>
              <a:endParaRPr lang="en-US" sz="1400" b="1" dirty="0">
                <a:solidFill>
                  <a:schemeClr val="tx1">
                    <a:lumMod val="75000"/>
                    <a:lumOff val="25000"/>
                  </a:schemeClr>
                </a:solidFill>
              </a:endParaRPr>
            </a:p>
          </p:txBody>
        </p:sp>
        <p:sp>
          <p:nvSpPr>
            <p:cNvPr id="134" name="TextBox 133"/>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1" name="Group 134"/>
          <p:cNvGrpSpPr/>
          <p:nvPr/>
        </p:nvGrpSpPr>
        <p:grpSpPr>
          <a:xfrm>
            <a:off x="6852285" y="3233989"/>
            <a:ext cx="1542507" cy="500843"/>
            <a:chOff x="6978976" y="3914331"/>
            <a:chExt cx="1542507" cy="500843"/>
          </a:xfrm>
        </p:grpSpPr>
        <p:sp>
          <p:nvSpPr>
            <p:cNvPr id="136" name="TextBox 135"/>
            <p:cNvSpPr txBox="1"/>
            <p:nvPr/>
          </p:nvSpPr>
          <p:spPr>
            <a:xfrm>
              <a:off x="6978977"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Smart Touch</a:t>
              </a:r>
            </a:p>
          </p:txBody>
        </p:sp>
        <p:sp>
          <p:nvSpPr>
            <p:cNvPr id="137" name="TextBox 136"/>
            <p:cNvSpPr txBox="1"/>
            <p:nvPr/>
          </p:nvSpPr>
          <p:spPr>
            <a:xfrm>
              <a:off x="6978976"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2" name="Group 137"/>
          <p:cNvGrpSpPr/>
          <p:nvPr/>
        </p:nvGrpSpPr>
        <p:grpSpPr>
          <a:xfrm>
            <a:off x="6868432" y="3971938"/>
            <a:ext cx="1542507" cy="500843"/>
            <a:chOff x="4597685" y="3914331"/>
            <a:chExt cx="1542507" cy="500843"/>
          </a:xfrm>
        </p:grpSpPr>
        <p:sp>
          <p:nvSpPr>
            <p:cNvPr id="139" name="TextBox 138"/>
            <p:cNvSpPr txBox="1"/>
            <p:nvPr/>
          </p:nvSpPr>
          <p:spPr>
            <a:xfrm>
              <a:off x="4597686" y="3914331"/>
              <a:ext cx="1542506" cy="184666"/>
            </a:xfrm>
            <a:prstGeom prst="rect">
              <a:avLst/>
            </a:prstGeom>
            <a:noFill/>
          </p:spPr>
          <p:txBody>
            <a:bodyPr wrap="square" lIns="0" tIns="0" rIns="0" bIns="0" rtlCol="0" anchor="t">
              <a:spAutoFit/>
            </a:bodyPr>
            <a:lstStyle/>
            <a:p>
              <a:r>
                <a:rPr lang="en-US" sz="1200" b="1" dirty="0">
                  <a:solidFill>
                    <a:schemeClr val="tx1">
                      <a:lumMod val="75000"/>
                      <a:lumOff val="25000"/>
                    </a:schemeClr>
                  </a:solidFill>
                </a:rPr>
                <a:t>GPS Services</a:t>
              </a:r>
              <a:endParaRPr lang="en-US" sz="1400" b="1" dirty="0">
                <a:solidFill>
                  <a:schemeClr val="tx1">
                    <a:lumMod val="75000"/>
                    <a:lumOff val="25000"/>
                  </a:schemeClr>
                </a:solidFill>
              </a:endParaRPr>
            </a:p>
          </p:txBody>
        </p:sp>
        <p:sp>
          <p:nvSpPr>
            <p:cNvPr id="140" name="TextBox 139"/>
            <p:cNvSpPr txBox="1"/>
            <p:nvPr/>
          </p:nvSpPr>
          <p:spPr>
            <a:xfrm>
              <a:off x="4597685" y="4107397"/>
              <a:ext cx="1542507" cy="307777"/>
            </a:xfrm>
            <a:prstGeom prst="rect">
              <a:avLst/>
            </a:prstGeom>
            <a:noFill/>
          </p:spPr>
          <p:txBody>
            <a:bodyPr wrap="square" lIns="0" tIns="0" rIns="0" bIns="0" rtlCol="0" anchor="t">
              <a:spAutoFit/>
            </a:bodyPr>
            <a:lstStyle/>
            <a:p>
              <a:pPr lvl="0" defTabSz="914400">
                <a:spcBef>
                  <a:spcPct val="20000"/>
                </a:spcBef>
                <a:defRPr/>
              </a:pPr>
              <a:r>
                <a:rPr lang="en-US" sz="1000" dirty="0">
                  <a:solidFill>
                    <a:schemeClr val="tx1">
                      <a:lumMod val="65000"/>
                      <a:lumOff val="35000"/>
                    </a:schemeClr>
                  </a:solidFill>
                </a:rPr>
                <a:t>There are many variations  passages lorem available</a:t>
              </a:r>
            </a:p>
          </p:txBody>
        </p:sp>
      </p:grpSp>
      <p:grpSp>
        <p:nvGrpSpPr>
          <p:cNvPr id="13" name="Group 140"/>
          <p:cNvGrpSpPr/>
          <p:nvPr/>
        </p:nvGrpSpPr>
        <p:grpSpPr>
          <a:xfrm>
            <a:off x="6300210" y="1269414"/>
            <a:ext cx="469021" cy="455593"/>
            <a:chOff x="630683" y="3383511"/>
            <a:chExt cx="469021" cy="455593"/>
          </a:xfrm>
        </p:grpSpPr>
        <p:sp>
          <p:nvSpPr>
            <p:cNvPr id="142" name="Oval 141"/>
            <p:cNvSpPr>
              <a:spLocks noChangeAspect="1"/>
            </p:cNvSpPr>
            <p:nvPr/>
          </p:nvSpPr>
          <p:spPr>
            <a:xfrm>
              <a:off x="630683" y="3383511"/>
              <a:ext cx="469021" cy="4555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 name="Freeform 117"/>
            <p:cNvSpPr>
              <a:spLocks/>
            </p:cNvSpPr>
            <p:nvPr/>
          </p:nvSpPr>
          <p:spPr bwMode="auto">
            <a:xfrm>
              <a:off x="730012" y="3476126"/>
              <a:ext cx="270363" cy="270363"/>
            </a:xfrm>
            <a:custGeom>
              <a:avLst/>
              <a:gdLst/>
              <a:ahLst/>
              <a:cxnLst>
                <a:cxn ang="0">
                  <a:pos x="56" y="51"/>
                </a:cxn>
                <a:cxn ang="0">
                  <a:pos x="51" y="55"/>
                </a:cxn>
                <a:cxn ang="0">
                  <a:pos x="43" y="57"/>
                </a:cxn>
                <a:cxn ang="0">
                  <a:pos x="33" y="54"/>
                </a:cxn>
                <a:cxn ang="0">
                  <a:pos x="26" y="51"/>
                </a:cxn>
                <a:cxn ang="0">
                  <a:pos x="7" y="32"/>
                </a:cxn>
                <a:cxn ang="0">
                  <a:pos x="3" y="25"/>
                </a:cxn>
                <a:cxn ang="0">
                  <a:pos x="0" y="14"/>
                </a:cxn>
                <a:cxn ang="0">
                  <a:pos x="3" y="7"/>
                </a:cxn>
                <a:cxn ang="0">
                  <a:pos x="7" y="2"/>
                </a:cxn>
                <a:cxn ang="0">
                  <a:pos x="12" y="0"/>
                </a:cxn>
                <a:cxn ang="0">
                  <a:pos x="13" y="1"/>
                </a:cxn>
                <a:cxn ang="0">
                  <a:pos x="15" y="4"/>
                </a:cxn>
                <a:cxn ang="0">
                  <a:pos x="19" y="10"/>
                </a:cxn>
                <a:cxn ang="0">
                  <a:pos x="21" y="14"/>
                </a:cxn>
                <a:cxn ang="0">
                  <a:pos x="14" y="22"/>
                </a:cxn>
                <a:cxn ang="0">
                  <a:pos x="15" y="26"/>
                </a:cxn>
                <a:cxn ang="0">
                  <a:pos x="32" y="42"/>
                </a:cxn>
                <a:cxn ang="0">
                  <a:pos x="35" y="44"/>
                </a:cxn>
                <a:cxn ang="0">
                  <a:pos x="43" y="36"/>
                </a:cxn>
                <a:cxn ang="0">
                  <a:pos x="47" y="38"/>
                </a:cxn>
                <a:cxn ang="0">
                  <a:pos x="54" y="42"/>
                </a:cxn>
                <a:cxn ang="0">
                  <a:pos x="57" y="44"/>
                </a:cxn>
                <a:cxn ang="0">
                  <a:pos x="57" y="45"/>
                </a:cxn>
                <a:cxn ang="0">
                  <a:pos x="56" y="51"/>
                </a:cxn>
              </a:cxnLst>
              <a:rect l="0" t="0" r="r" b="b"/>
              <a:pathLst>
                <a:path w="57" h="57">
                  <a:moveTo>
                    <a:pt x="56" y="51"/>
                  </a:moveTo>
                  <a:cubicBezTo>
                    <a:pt x="55" y="53"/>
                    <a:pt x="53" y="54"/>
                    <a:pt x="51" y="55"/>
                  </a:cubicBezTo>
                  <a:cubicBezTo>
                    <a:pt x="49" y="56"/>
                    <a:pt x="46" y="57"/>
                    <a:pt x="43" y="57"/>
                  </a:cubicBezTo>
                  <a:cubicBezTo>
                    <a:pt x="40" y="57"/>
                    <a:pt x="36" y="55"/>
                    <a:pt x="33" y="54"/>
                  </a:cubicBezTo>
                  <a:cubicBezTo>
                    <a:pt x="30" y="53"/>
                    <a:pt x="28" y="52"/>
                    <a:pt x="26" y="51"/>
                  </a:cubicBezTo>
                  <a:cubicBezTo>
                    <a:pt x="19" y="47"/>
                    <a:pt x="11" y="38"/>
                    <a:pt x="7" y="32"/>
                  </a:cubicBezTo>
                  <a:cubicBezTo>
                    <a:pt x="5" y="29"/>
                    <a:pt x="4" y="27"/>
                    <a:pt x="3" y="25"/>
                  </a:cubicBezTo>
                  <a:cubicBezTo>
                    <a:pt x="2" y="21"/>
                    <a:pt x="0" y="18"/>
                    <a:pt x="0" y="14"/>
                  </a:cubicBezTo>
                  <a:cubicBezTo>
                    <a:pt x="0" y="11"/>
                    <a:pt x="1" y="9"/>
                    <a:pt x="3" y="7"/>
                  </a:cubicBezTo>
                  <a:cubicBezTo>
                    <a:pt x="4" y="5"/>
                    <a:pt x="5" y="3"/>
                    <a:pt x="7" y="2"/>
                  </a:cubicBezTo>
                  <a:cubicBezTo>
                    <a:pt x="8" y="1"/>
                    <a:pt x="11" y="0"/>
                    <a:pt x="12" y="0"/>
                  </a:cubicBezTo>
                  <a:cubicBezTo>
                    <a:pt x="13" y="0"/>
                    <a:pt x="13" y="0"/>
                    <a:pt x="13" y="1"/>
                  </a:cubicBezTo>
                  <a:cubicBezTo>
                    <a:pt x="14" y="1"/>
                    <a:pt x="15" y="3"/>
                    <a:pt x="15" y="4"/>
                  </a:cubicBezTo>
                  <a:cubicBezTo>
                    <a:pt x="17" y="6"/>
                    <a:pt x="18" y="8"/>
                    <a:pt x="19" y="10"/>
                  </a:cubicBezTo>
                  <a:cubicBezTo>
                    <a:pt x="20" y="12"/>
                    <a:pt x="21" y="13"/>
                    <a:pt x="21" y="14"/>
                  </a:cubicBezTo>
                  <a:cubicBezTo>
                    <a:pt x="21" y="17"/>
                    <a:pt x="14" y="20"/>
                    <a:pt x="14" y="22"/>
                  </a:cubicBezTo>
                  <a:cubicBezTo>
                    <a:pt x="14" y="23"/>
                    <a:pt x="15" y="25"/>
                    <a:pt x="15" y="26"/>
                  </a:cubicBezTo>
                  <a:cubicBezTo>
                    <a:pt x="19" y="33"/>
                    <a:pt x="24" y="38"/>
                    <a:pt x="32" y="42"/>
                  </a:cubicBezTo>
                  <a:cubicBezTo>
                    <a:pt x="33" y="43"/>
                    <a:pt x="34" y="44"/>
                    <a:pt x="35" y="44"/>
                  </a:cubicBezTo>
                  <a:cubicBezTo>
                    <a:pt x="37" y="44"/>
                    <a:pt x="41" y="36"/>
                    <a:pt x="43" y="36"/>
                  </a:cubicBezTo>
                  <a:cubicBezTo>
                    <a:pt x="45" y="36"/>
                    <a:pt x="46" y="38"/>
                    <a:pt x="47" y="38"/>
                  </a:cubicBezTo>
                  <a:cubicBezTo>
                    <a:pt x="49" y="40"/>
                    <a:pt x="52" y="41"/>
                    <a:pt x="54" y="42"/>
                  </a:cubicBezTo>
                  <a:cubicBezTo>
                    <a:pt x="55" y="43"/>
                    <a:pt x="57" y="43"/>
                    <a:pt x="57" y="44"/>
                  </a:cubicBezTo>
                  <a:cubicBezTo>
                    <a:pt x="57" y="45"/>
                    <a:pt x="57" y="45"/>
                    <a:pt x="57" y="45"/>
                  </a:cubicBezTo>
                  <a:cubicBezTo>
                    <a:pt x="57" y="47"/>
                    <a:pt x="56" y="49"/>
                    <a:pt x="56"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4" name="Group 143"/>
          <p:cNvGrpSpPr/>
          <p:nvPr/>
        </p:nvGrpSpPr>
        <p:grpSpPr>
          <a:xfrm>
            <a:off x="6300210" y="3994563"/>
            <a:ext cx="469021" cy="455593"/>
            <a:chOff x="3428938" y="4190009"/>
            <a:chExt cx="469021" cy="455593"/>
          </a:xfrm>
        </p:grpSpPr>
        <p:sp>
          <p:nvSpPr>
            <p:cNvPr id="145" name="Oval 144"/>
            <p:cNvSpPr>
              <a:spLocks noChangeAspect="1"/>
            </p:cNvSpPr>
            <p:nvPr/>
          </p:nvSpPr>
          <p:spPr>
            <a:xfrm>
              <a:off x="3428938" y="4190009"/>
              <a:ext cx="469021" cy="45559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Freeform 83"/>
            <p:cNvSpPr>
              <a:spLocks noEditPoints="1"/>
            </p:cNvSpPr>
            <p:nvPr/>
          </p:nvSpPr>
          <p:spPr bwMode="auto">
            <a:xfrm>
              <a:off x="3571129" y="4279327"/>
              <a:ext cx="184638" cy="27695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146"/>
          <p:cNvGrpSpPr/>
          <p:nvPr/>
        </p:nvGrpSpPr>
        <p:grpSpPr>
          <a:xfrm>
            <a:off x="6300210" y="2608373"/>
            <a:ext cx="469021" cy="455593"/>
            <a:chOff x="6299532" y="3384456"/>
            <a:chExt cx="469021" cy="455593"/>
          </a:xfrm>
        </p:grpSpPr>
        <p:sp>
          <p:nvSpPr>
            <p:cNvPr id="148" name="Oval 147"/>
            <p:cNvSpPr>
              <a:spLocks noChangeAspect="1"/>
            </p:cNvSpPr>
            <p:nvPr/>
          </p:nvSpPr>
          <p:spPr>
            <a:xfrm>
              <a:off x="6299532" y="3384456"/>
              <a:ext cx="469021" cy="45559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Freeform 36"/>
            <p:cNvSpPr>
              <a:spLocks noEditPoints="1"/>
            </p:cNvSpPr>
            <p:nvPr/>
          </p:nvSpPr>
          <p:spPr bwMode="auto">
            <a:xfrm>
              <a:off x="6435895" y="3505670"/>
              <a:ext cx="196295" cy="213164"/>
            </a:xfrm>
            <a:custGeom>
              <a:avLst/>
              <a:gdLst/>
              <a:ahLst/>
              <a:cxnLst>
                <a:cxn ang="0">
                  <a:pos x="55" y="64"/>
                </a:cxn>
                <a:cxn ang="0">
                  <a:pos x="0" y="59"/>
                </a:cxn>
                <a:cxn ang="0">
                  <a:pos x="4" y="9"/>
                </a:cxn>
                <a:cxn ang="0">
                  <a:pos x="9" y="5"/>
                </a:cxn>
                <a:cxn ang="0">
                  <a:pos x="17" y="0"/>
                </a:cxn>
                <a:cxn ang="0">
                  <a:pos x="23" y="9"/>
                </a:cxn>
                <a:cxn ang="0">
                  <a:pos x="36" y="5"/>
                </a:cxn>
                <a:cxn ang="0">
                  <a:pos x="44" y="0"/>
                </a:cxn>
                <a:cxn ang="0">
                  <a:pos x="50" y="9"/>
                </a:cxn>
                <a:cxn ang="0">
                  <a:pos x="59" y="13"/>
                </a:cxn>
                <a:cxn ang="0">
                  <a:pos x="15" y="33"/>
                </a:cxn>
                <a:cxn ang="0">
                  <a:pos x="4" y="23"/>
                </a:cxn>
                <a:cxn ang="0">
                  <a:pos x="15" y="33"/>
                </a:cxn>
                <a:cxn ang="0">
                  <a:pos x="15" y="35"/>
                </a:cxn>
                <a:cxn ang="0">
                  <a:pos x="4" y="47"/>
                </a:cxn>
                <a:cxn ang="0">
                  <a:pos x="15" y="59"/>
                </a:cxn>
                <a:cxn ang="0">
                  <a:pos x="4" y="49"/>
                </a:cxn>
                <a:cxn ang="0">
                  <a:pos x="15" y="59"/>
                </a:cxn>
                <a:cxn ang="0">
                  <a:pos x="17" y="4"/>
                </a:cxn>
                <a:cxn ang="0">
                  <a:pos x="13" y="5"/>
                </a:cxn>
                <a:cxn ang="0">
                  <a:pos x="15" y="17"/>
                </a:cxn>
                <a:cxn ang="0">
                  <a:pos x="18" y="16"/>
                </a:cxn>
                <a:cxn ang="0">
                  <a:pos x="28" y="33"/>
                </a:cxn>
                <a:cxn ang="0">
                  <a:pos x="17" y="23"/>
                </a:cxn>
                <a:cxn ang="0">
                  <a:pos x="28" y="33"/>
                </a:cxn>
                <a:cxn ang="0">
                  <a:pos x="28" y="35"/>
                </a:cxn>
                <a:cxn ang="0">
                  <a:pos x="17" y="47"/>
                </a:cxn>
                <a:cxn ang="0">
                  <a:pos x="28" y="59"/>
                </a:cxn>
                <a:cxn ang="0">
                  <a:pos x="17" y="49"/>
                </a:cxn>
                <a:cxn ang="0">
                  <a:pos x="28" y="59"/>
                </a:cxn>
                <a:cxn ang="0">
                  <a:pos x="42" y="23"/>
                </a:cxn>
                <a:cxn ang="0">
                  <a:pos x="31" y="33"/>
                </a:cxn>
                <a:cxn ang="0">
                  <a:pos x="42" y="47"/>
                </a:cxn>
                <a:cxn ang="0">
                  <a:pos x="31" y="35"/>
                </a:cxn>
                <a:cxn ang="0">
                  <a:pos x="42" y="47"/>
                </a:cxn>
                <a:cxn ang="0">
                  <a:pos x="42" y="49"/>
                </a:cxn>
                <a:cxn ang="0">
                  <a:pos x="31" y="59"/>
                </a:cxn>
                <a:cxn ang="0">
                  <a:pos x="45" y="5"/>
                </a:cxn>
                <a:cxn ang="0">
                  <a:pos x="42" y="4"/>
                </a:cxn>
                <a:cxn ang="0">
                  <a:pos x="41" y="16"/>
                </a:cxn>
                <a:cxn ang="0">
                  <a:pos x="44" y="17"/>
                </a:cxn>
                <a:cxn ang="0">
                  <a:pos x="45" y="5"/>
                </a:cxn>
                <a:cxn ang="0">
                  <a:pos x="55" y="23"/>
                </a:cxn>
                <a:cxn ang="0">
                  <a:pos x="44" y="33"/>
                </a:cxn>
                <a:cxn ang="0">
                  <a:pos x="55" y="47"/>
                </a:cxn>
                <a:cxn ang="0">
                  <a:pos x="44" y="35"/>
                </a:cxn>
                <a:cxn ang="0">
                  <a:pos x="55" y="47"/>
                </a:cxn>
                <a:cxn ang="0">
                  <a:pos x="55" y="49"/>
                </a:cxn>
                <a:cxn ang="0">
                  <a:pos x="44" y="59"/>
                </a:cxn>
              </a:cxnLst>
              <a:rect l="0" t="0" r="r" b="b"/>
              <a:pathLst>
                <a:path w="59" h="64">
                  <a:moveTo>
                    <a:pt x="59" y="59"/>
                  </a:moveTo>
                  <a:cubicBezTo>
                    <a:pt x="59" y="62"/>
                    <a:pt x="57" y="64"/>
                    <a:pt x="55" y="64"/>
                  </a:cubicBezTo>
                  <a:cubicBezTo>
                    <a:pt x="4" y="64"/>
                    <a:pt x="4" y="64"/>
                    <a:pt x="4" y="64"/>
                  </a:cubicBezTo>
                  <a:cubicBezTo>
                    <a:pt x="2" y="64"/>
                    <a:pt x="0" y="62"/>
                    <a:pt x="0" y="59"/>
                  </a:cubicBezTo>
                  <a:cubicBezTo>
                    <a:pt x="0" y="13"/>
                    <a:pt x="0" y="13"/>
                    <a:pt x="0" y="13"/>
                  </a:cubicBezTo>
                  <a:cubicBezTo>
                    <a:pt x="0" y="11"/>
                    <a:pt x="2" y="9"/>
                    <a:pt x="4" y="9"/>
                  </a:cubicBezTo>
                  <a:cubicBezTo>
                    <a:pt x="9" y="9"/>
                    <a:pt x="9" y="9"/>
                    <a:pt x="9" y="9"/>
                  </a:cubicBezTo>
                  <a:cubicBezTo>
                    <a:pt x="9" y="5"/>
                    <a:pt x="9" y="5"/>
                    <a:pt x="9" y="5"/>
                  </a:cubicBezTo>
                  <a:cubicBezTo>
                    <a:pt x="9" y="2"/>
                    <a:pt x="11" y="0"/>
                    <a:pt x="15" y="0"/>
                  </a:cubicBezTo>
                  <a:cubicBezTo>
                    <a:pt x="17" y="0"/>
                    <a:pt x="17" y="0"/>
                    <a:pt x="17" y="0"/>
                  </a:cubicBezTo>
                  <a:cubicBezTo>
                    <a:pt x="20" y="0"/>
                    <a:pt x="23" y="2"/>
                    <a:pt x="23" y="5"/>
                  </a:cubicBezTo>
                  <a:cubicBezTo>
                    <a:pt x="23" y="9"/>
                    <a:pt x="23" y="9"/>
                    <a:pt x="23" y="9"/>
                  </a:cubicBezTo>
                  <a:cubicBezTo>
                    <a:pt x="36" y="9"/>
                    <a:pt x="36" y="9"/>
                    <a:pt x="36" y="9"/>
                  </a:cubicBezTo>
                  <a:cubicBezTo>
                    <a:pt x="36" y="5"/>
                    <a:pt x="36" y="5"/>
                    <a:pt x="36" y="5"/>
                  </a:cubicBezTo>
                  <a:cubicBezTo>
                    <a:pt x="36" y="2"/>
                    <a:pt x="39" y="0"/>
                    <a:pt x="42" y="0"/>
                  </a:cubicBezTo>
                  <a:cubicBezTo>
                    <a:pt x="44" y="0"/>
                    <a:pt x="44" y="0"/>
                    <a:pt x="44" y="0"/>
                  </a:cubicBezTo>
                  <a:cubicBezTo>
                    <a:pt x="47" y="0"/>
                    <a:pt x="50" y="2"/>
                    <a:pt x="50" y="5"/>
                  </a:cubicBezTo>
                  <a:cubicBezTo>
                    <a:pt x="50" y="9"/>
                    <a:pt x="50" y="9"/>
                    <a:pt x="50" y="9"/>
                  </a:cubicBezTo>
                  <a:cubicBezTo>
                    <a:pt x="55" y="9"/>
                    <a:pt x="55" y="9"/>
                    <a:pt x="55" y="9"/>
                  </a:cubicBezTo>
                  <a:cubicBezTo>
                    <a:pt x="57" y="9"/>
                    <a:pt x="59" y="11"/>
                    <a:pt x="59" y="13"/>
                  </a:cubicBezTo>
                  <a:lnTo>
                    <a:pt x="59" y="59"/>
                  </a:lnTo>
                  <a:close/>
                  <a:moveTo>
                    <a:pt x="15" y="33"/>
                  </a:moveTo>
                  <a:cubicBezTo>
                    <a:pt x="15" y="23"/>
                    <a:pt x="15" y="23"/>
                    <a:pt x="15" y="23"/>
                  </a:cubicBezTo>
                  <a:cubicBezTo>
                    <a:pt x="4" y="23"/>
                    <a:pt x="4" y="23"/>
                    <a:pt x="4" y="23"/>
                  </a:cubicBezTo>
                  <a:cubicBezTo>
                    <a:pt x="4" y="33"/>
                    <a:pt x="4" y="33"/>
                    <a:pt x="4" y="33"/>
                  </a:cubicBezTo>
                  <a:lnTo>
                    <a:pt x="15" y="33"/>
                  </a:lnTo>
                  <a:close/>
                  <a:moveTo>
                    <a:pt x="15" y="47"/>
                  </a:moveTo>
                  <a:cubicBezTo>
                    <a:pt x="15" y="35"/>
                    <a:pt x="15" y="35"/>
                    <a:pt x="15" y="35"/>
                  </a:cubicBezTo>
                  <a:cubicBezTo>
                    <a:pt x="4" y="35"/>
                    <a:pt x="4" y="35"/>
                    <a:pt x="4" y="35"/>
                  </a:cubicBezTo>
                  <a:cubicBezTo>
                    <a:pt x="4" y="47"/>
                    <a:pt x="4" y="47"/>
                    <a:pt x="4" y="47"/>
                  </a:cubicBezTo>
                  <a:lnTo>
                    <a:pt x="15" y="47"/>
                  </a:lnTo>
                  <a:close/>
                  <a:moveTo>
                    <a:pt x="15" y="59"/>
                  </a:moveTo>
                  <a:cubicBezTo>
                    <a:pt x="15" y="49"/>
                    <a:pt x="15" y="49"/>
                    <a:pt x="15" y="49"/>
                  </a:cubicBezTo>
                  <a:cubicBezTo>
                    <a:pt x="4" y="49"/>
                    <a:pt x="4" y="49"/>
                    <a:pt x="4" y="49"/>
                  </a:cubicBezTo>
                  <a:cubicBezTo>
                    <a:pt x="4" y="59"/>
                    <a:pt x="4" y="59"/>
                    <a:pt x="4" y="59"/>
                  </a:cubicBezTo>
                  <a:lnTo>
                    <a:pt x="15" y="59"/>
                  </a:lnTo>
                  <a:close/>
                  <a:moveTo>
                    <a:pt x="18" y="5"/>
                  </a:moveTo>
                  <a:cubicBezTo>
                    <a:pt x="18" y="5"/>
                    <a:pt x="18" y="4"/>
                    <a:pt x="17" y="4"/>
                  </a:cubicBezTo>
                  <a:cubicBezTo>
                    <a:pt x="15" y="4"/>
                    <a:pt x="15" y="4"/>
                    <a:pt x="15" y="4"/>
                  </a:cubicBezTo>
                  <a:cubicBezTo>
                    <a:pt x="14" y="4"/>
                    <a:pt x="13" y="5"/>
                    <a:pt x="13" y="5"/>
                  </a:cubicBezTo>
                  <a:cubicBezTo>
                    <a:pt x="13" y="16"/>
                    <a:pt x="13" y="16"/>
                    <a:pt x="13" y="16"/>
                  </a:cubicBezTo>
                  <a:cubicBezTo>
                    <a:pt x="13" y="16"/>
                    <a:pt x="14" y="17"/>
                    <a:pt x="15" y="17"/>
                  </a:cubicBezTo>
                  <a:cubicBezTo>
                    <a:pt x="17" y="17"/>
                    <a:pt x="17" y="17"/>
                    <a:pt x="17" y="17"/>
                  </a:cubicBezTo>
                  <a:cubicBezTo>
                    <a:pt x="18" y="17"/>
                    <a:pt x="18" y="16"/>
                    <a:pt x="18" y="16"/>
                  </a:cubicBezTo>
                  <a:lnTo>
                    <a:pt x="18" y="5"/>
                  </a:lnTo>
                  <a:close/>
                  <a:moveTo>
                    <a:pt x="28" y="33"/>
                  </a:moveTo>
                  <a:cubicBezTo>
                    <a:pt x="28" y="23"/>
                    <a:pt x="28" y="23"/>
                    <a:pt x="28" y="23"/>
                  </a:cubicBezTo>
                  <a:cubicBezTo>
                    <a:pt x="17" y="23"/>
                    <a:pt x="17" y="23"/>
                    <a:pt x="17" y="23"/>
                  </a:cubicBezTo>
                  <a:cubicBezTo>
                    <a:pt x="17" y="33"/>
                    <a:pt x="17" y="33"/>
                    <a:pt x="17" y="33"/>
                  </a:cubicBezTo>
                  <a:lnTo>
                    <a:pt x="28" y="33"/>
                  </a:lnTo>
                  <a:close/>
                  <a:moveTo>
                    <a:pt x="28" y="47"/>
                  </a:moveTo>
                  <a:cubicBezTo>
                    <a:pt x="28" y="35"/>
                    <a:pt x="28" y="35"/>
                    <a:pt x="28" y="35"/>
                  </a:cubicBezTo>
                  <a:cubicBezTo>
                    <a:pt x="17" y="35"/>
                    <a:pt x="17" y="35"/>
                    <a:pt x="17" y="35"/>
                  </a:cubicBezTo>
                  <a:cubicBezTo>
                    <a:pt x="17" y="47"/>
                    <a:pt x="17" y="47"/>
                    <a:pt x="17" y="47"/>
                  </a:cubicBezTo>
                  <a:lnTo>
                    <a:pt x="28" y="47"/>
                  </a:lnTo>
                  <a:close/>
                  <a:moveTo>
                    <a:pt x="28" y="59"/>
                  </a:moveTo>
                  <a:cubicBezTo>
                    <a:pt x="28" y="49"/>
                    <a:pt x="28" y="49"/>
                    <a:pt x="28" y="49"/>
                  </a:cubicBezTo>
                  <a:cubicBezTo>
                    <a:pt x="17" y="49"/>
                    <a:pt x="17" y="49"/>
                    <a:pt x="17" y="49"/>
                  </a:cubicBezTo>
                  <a:cubicBezTo>
                    <a:pt x="17" y="59"/>
                    <a:pt x="17" y="59"/>
                    <a:pt x="17" y="59"/>
                  </a:cubicBezTo>
                  <a:lnTo>
                    <a:pt x="28" y="59"/>
                  </a:lnTo>
                  <a:close/>
                  <a:moveTo>
                    <a:pt x="42" y="33"/>
                  </a:moveTo>
                  <a:cubicBezTo>
                    <a:pt x="42" y="23"/>
                    <a:pt x="42" y="23"/>
                    <a:pt x="42" y="23"/>
                  </a:cubicBezTo>
                  <a:cubicBezTo>
                    <a:pt x="31" y="23"/>
                    <a:pt x="31" y="23"/>
                    <a:pt x="31" y="23"/>
                  </a:cubicBezTo>
                  <a:cubicBezTo>
                    <a:pt x="31" y="33"/>
                    <a:pt x="31" y="33"/>
                    <a:pt x="31" y="33"/>
                  </a:cubicBezTo>
                  <a:lnTo>
                    <a:pt x="42" y="33"/>
                  </a:lnTo>
                  <a:close/>
                  <a:moveTo>
                    <a:pt x="42" y="47"/>
                  </a:moveTo>
                  <a:cubicBezTo>
                    <a:pt x="42" y="35"/>
                    <a:pt x="42" y="35"/>
                    <a:pt x="42" y="35"/>
                  </a:cubicBezTo>
                  <a:cubicBezTo>
                    <a:pt x="31" y="35"/>
                    <a:pt x="31" y="35"/>
                    <a:pt x="31" y="35"/>
                  </a:cubicBezTo>
                  <a:cubicBezTo>
                    <a:pt x="31" y="47"/>
                    <a:pt x="31" y="47"/>
                    <a:pt x="31" y="47"/>
                  </a:cubicBezTo>
                  <a:lnTo>
                    <a:pt x="42" y="47"/>
                  </a:lnTo>
                  <a:close/>
                  <a:moveTo>
                    <a:pt x="42" y="59"/>
                  </a:moveTo>
                  <a:cubicBezTo>
                    <a:pt x="42" y="49"/>
                    <a:pt x="42" y="49"/>
                    <a:pt x="42" y="49"/>
                  </a:cubicBezTo>
                  <a:cubicBezTo>
                    <a:pt x="31" y="49"/>
                    <a:pt x="31" y="49"/>
                    <a:pt x="31" y="49"/>
                  </a:cubicBezTo>
                  <a:cubicBezTo>
                    <a:pt x="31" y="59"/>
                    <a:pt x="31" y="59"/>
                    <a:pt x="31" y="59"/>
                  </a:cubicBezTo>
                  <a:lnTo>
                    <a:pt x="42" y="59"/>
                  </a:lnTo>
                  <a:close/>
                  <a:moveTo>
                    <a:pt x="45" y="5"/>
                  </a:moveTo>
                  <a:cubicBezTo>
                    <a:pt x="45" y="5"/>
                    <a:pt x="45" y="4"/>
                    <a:pt x="44" y="4"/>
                  </a:cubicBezTo>
                  <a:cubicBezTo>
                    <a:pt x="42" y="4"/>
                    <a:pt x="42" y="4"/>
                    <a:pt x="42" y="4"/>
                  </a:cubicBezTo>
                  <a:cubicBezTo>
                    <a:pt x="41" y="4"/>
                    <a:pt x="41" y="5"/>
                    <a:pt x="41" y="5"/>
                  </a:cubicBezTo>
                  <a:cubicBezTo>
                    <a:pt x="41" y="16"/>
                    <a:pt x="41" y="16"/>
                    <a:pt x="41" y="16"/>
                  </a:cubicBezTo>
                  <a:cubicBezTo>
                    <a:pt x="41" y="16"/>
                    <a:pt x="41" y="17"/>
                    <a:pt x="42" y="17"/>
                  </a:cubicBezTo>
                  <a:cubicBezTo>
                    <a:pt x="44" y="17"/>
                    <a:pt x="44" y="17"/>
                    <a:pt x="44" y="17"/>
                  </a:cubicBezTo>
                  <a:cubicBezTo>
                    <a:pt x="45" y="17"/>
                    <a:pt x="45" y="16"/>
                    <a:pt x="45" y="16"/>
                  </a:cubicBezTo>
                  <a:lnTo>
                    <a:pt x="45" y="5"/>
                  </a:lnTo>
                  <a:close/>
                  <a:moveTo>
                    <a:pt x="55" y="33"/>
                  </a:moveTo>
                  <a:cubicBezTo>
                    <a:pt x="55" y="23"/>
                    <a:pt x="55" y="23"/>
                    <a:pt x="55" y="23"/>
                  </a:cubicBezTo>
                  <a:cubicBezTo>
                    <a:pt x="44" y="23"/>
                    <a:pt x="44" y="23"/>
                    <a:pt x="44" y="23"/>
                  </a:cubicBezTo>
                  <a:cubicBezTo>
                    <a:pt x="44" y="33"/>
                    <a:pt x="44" y="33"/>
                    <a:pt x="44" y="33"/>
                  </a:cubicBezTo>
                  <a:lnTo>
                    <a:pt x="55" y="33"/>
                  </a:lnTo>
                  <a:close/>
                  <a:moveTo>
                    <a:pt x="55" y="47"/>
                  </a:moveTo>
                  <a:cubicBezTo>
                    <a:pt x="55" y="35"/>
                    <a:pt x="55" y="35"/>
                    <a:pt x="55" y="35"/>
                  </a:cubicBezTo>
                  <a:cubicBezTo>
                    <a:pt x="44" y="35"/>
                    <a:pt x="44" y="35"/>
                    <a:pt x="44" y="35"/>
                  </a:cubicBezTo>
                  <a:cubicBezTo>
                    <a:pt x="44" y="47"/>
                    <a:pt x="44" y="47"/>
                    <a:pt x="44" y="47"/>
                  </a:cubicBezTo>
                  <a:lnTo>
                    <a:pt x="55" y="47"/>
                  </a:lnTo>
                  <a:close/>
                  <a:moveTo>
                    <a:pt x="55" y="59"/>
                  </a:moveTo>
                  <a:cubicBezTo>
                    <a:pt x="55" y="49"/>
                    <a:pt x="55" y="49"/>
                    <a:pt x="55" y="49"/>
                  </a:cubicBezTo>
                  <a:cubicBezTo>
                    <a:pt x="44" y="49"/>
                    <a:pt x="44" y="49"/>
                    <a:pt x="44" y="49"/>
                  </a:cubicBezTo>
                  <a:cubicBezTo>
                    <a:pt x="44" y="59"/>
                    <a:pt x="44" y="59"/>
                    <a:pt x="44" y="59"/>
                  </a:cubicBezTo>
                  <a:lnTo>
                    <a:pt x="55" y="5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49"/>
          <p:cNvGrpSpPr/>
          <p:nvPr/>
        </p:nvGrpSpPr>
        <p:grpSpPr>
          <a:xfrm>
            <a:off x="6304793" y="3256614"/>
            <a:ext cx="469021" cy="455593"/>
            <a:chOff x="630683" y="4190009"/>
            <a:chExt cx="469021" cy="455593"/>
          </a:xfrm>
        </p:grpSpPr>
        <p:sp>
          <p:nvSpPr>
            <p:cNvPr id="151" name="Oval 150"/>
            <p:cNvSpPr>
              <a:spLocks noChangeAspect="1"/>
            </p:cNvSpPr>
            <p:nvPr/>
          </p:nvSpPr>
          <p:spPr>
            <a:xfrm>
              <a:off x="630683" y="4190009"/>
              <a:ext cx="469021" cy="4555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Freeform 103"/>
            <p:cNvSpPr>
              <a:spLocks noEditPoints="1"/>
            </p:cNvSpPr>
            <p:nvPr/>
          </p:nvSpPr>
          <p:spPr bwMode="auto">
            <a:xfrm>
              <a:off x="765181" y="4270535"/>
              <a:ext cx="200025" cy="294541"/>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52"/>
          <p:cNvGrpSpPr/>
          <p:nvPr/>
        </p:nvGrpSpPr>
        <p:grpSpPr>
          <a:xfrm>
            <a:off x="6300210" y="1982592"/>
            <a:ext cx="469021" cy="455593"/>
            <a:chOff x="3425803" y="3384456"/>
            <a:chExt cx="469021" cy="455593"/>
          </a:xfrm>
        </p:grpSpPr>
        <p:sp>
          <p:nvSpPr>
            <p:cNvPr id="154" name="Oval 153"/>
            <p:cNvSpPr>
              <a:spLocks noChangeAspect="1"/>
            </p:cNvSpPr>
            <p:nvPr/>
          </p:nvSpPr>
          <p:spPr>
            <a:xfrm>
              <a:off x="3425803" y="3384456"/>
              <a:ext cx="469021" cy="4555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Freeform 5"/>
            <p:cNvSpPr>
              <a:spLocks noEditPoints="1"/>
            </p:cNvSpPr>
            <p:nvPr/>
          </p:nvSpPr>
          <p:spPr bwMode="auto">
            <a:xfrm>
              <a:off x="3520613" y="3471340"/>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55"/>
          <p:cNvGrpSpPr/>
          <p:nvPr/>
        </p:nvGrpSpPr>
        <p:grpSpPr>
          <a:xfrm>
            <a:off x="4841811" y="1824185"/>
            <a:ext cx="1055150" cy="1400533"/>
            <a:chOff x="712331" y="1623831"/>
            <a:chExt cx="1672670" cy="2555930"/>
          </a:xfrm>
        </p:grpSpPr>
        <p:sp>
          <p:nvSpPr>
            <p:cNvPr id="157" name="Freeform 9"/>
            <p:cNvSpPr>
              <a:spLocks/>
            </p:cNvSpPr>
            <p:nvPr/>
          </p:nvSpPr>
          <p:spPr bwMode="auto">
            <a:xfrm>
              <a:off x="712331" y="1623831"/>
              <a:ext cx="871582" cy="2555930"/>
            </a:xfrm>
            <a:custGeom>
              <a:avLst/>
              <a:gdLst/>
              <a:ahLst/>
              <a:cxnLst>
                <a:cxn ang="0">
                  <a:pos x="408" y="0"/>
                </a:cxn>
                <a:cxn ang="0">
                  <a:pos x="339" y="1520"/>
                </a:cxn>
                <a:cxn ang="0">
                  <a:pos x="0" y="1420"/>
                </a:cxn>
                <a:cxn ang="0">
                  <a:pos x="408" y="0"/>
                </a:cxn>
              </a:cxnLst>
              <a:rect l="0" t="0" r="r" b="b"/>
              <a:pathLst>
                <a:path w="408" h="1520">
                  <a:moveTo>
                    <a:pt x="408" y="0"/>
                  </a:moveTo>
                  <a:lnTo>
                    <a:pt x="339" y="1520"/>
                  </a:lnTo>
                  <a:lnTo>
                    <a:pt x="0" y="1420"/>
                  </a:lnTo>
                  <a:lnTo>
                    <a:pt x="408"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0"/>
            <p:cNvSpPr>
              <a:spLocks/>
            </p:cNvSpPr>
            <p:nvPr/>
          </p:nvSpPr>
          <p:spPr bwMode="auto">
            <a:xfrm>
              <a:off x="1436515" y="1623831"/>
              <a:ext cx="948486" cy="2555930"/>
            </a:xfrm>
            <a:custGeom>
              <a:avLst/>
              <a:gdLst/>
              <a:ahLst/>
              <a:cxnLst>
                <a:cxn ang="0">
                  <a:pos x="0" y="1520"/>
                </a:cxn>
                <a:cxn ang="0">
                  <a:pos x="69" y="0"/>
                </a:cxn>
                <a:cxn ang="0">
                  <a:pos x="444" y="1394"/>
                </a:cxn>
                <a:cxn ang="0">
                  <a:pos x="0" y="1520"/>
                </a:cxn>
              </a:cxnLst>
              <a:rect l="0" t="0" r="r" b="b"/>
              <a:pathLst>
                <a:path w="444" h="1520">
                  <a:moveTo>
                    <a:pt x="0" y="1520"/>
                  </a:moveTo>
                  <a:lnTo>
                    <a:pt x="69" y="0"/>
                  </a:lnTo>
                  <a:lnTo>
                    <a:pt x="444" y="1394"/>
                  </a:lnTo>
                  <a:lnTo>
                    <a:pt x="0" y="1520"/>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9" name="Text Placeholder 3"/>
          <p:cNvSpPr txBox="1">
            <a:spLocks/>
          </p:cNvSpPr>
          <p:nvPr/>
        </p:nvSpPr>
        <p:spPr>
          <a:xfrm>
            <a:off x="5067806" y="3331677"/>
            <a:ext cx="461665" cy="276999"/>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accent5"/>
                </a:solidFill>
                <a:effectLst/>
                <a:uLnTx/>
                <a:uFillTx/>
                <a:latin typeface="+mn-lt"/>
                <a:ea typeface="+mn-ea"/>
                <a:cs typeface="+mn-cs"/>
              </a:rPr>
              <a:t>70%</a:t>
            </a:r>
          </a:p>
        </p:txBody>
      </p:sp>
      <p:sp>
        <p:nvSpPr>
          <p:cNvPr id="161" name="Oval 160"/>
          <p:cNvSpPr/>
          <p:nvPr/>
        </p:nvSpPr>
        <p:spPr>
          <a:xfrm>
            <a:off x="5276406" y="1461749"/>
            <a:ext cx="230428" cy="230428"/>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63" name="Straight Connector 162"/>
          <p:cNvCxnSpPr>
            <a:stCxn id="91" idx="6"/>
            <a:endCxn id="161" idx="2"/>
          </p:cNvCxnSpPr>
          <p:nvPr/>
        </p:nvCxnSpPr>
        <p:spPr>
          <a:xfrm>
            <a:off x="4372640" y="1246789"/>
            <a:ext cx="903766" cy="330174"/>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4" name="Rounded Rectangle 163"/>
          <p:cNvSpPr/>
          <p:nvPr/>
        </p:nvSpPr>
        <p:spPr>
          <a:xfrm>
            <a:off x="3411556" y="3816559"/>
            <a:ext cx="2341248" cy="705344"/>
          </a:xfrm>
          <a:prstGeom prst="roundRect">
            <a:avLst>
              <a:gd name="adj" fmla="val 687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ounded Rectangle 164"/>
          <p:cNvSpPr/>
          <p:nvPr/>
        </p:nvSpPr>
        <p:spPr>
          <a:xfrm>
            <a:off x="885152" y="3813630"/>
            <a:ext cx="2341248" cy="705344"/>
          </a:xfrm>
          <a:prstGeom prst="roundRect">
            <a:avLst>
              <a:gd name="adj" fmla="val 687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TextBox 165"/>
          <p:cNvSpPr txBox="1"/>
          <p:nvPr/>
        </p:nvSpPr>
        <p:spPr>
          <a:xfrm>
            <a:off x="1059603" y="3960286"/>
            <a:ext cx="793059" cy="430887"/>
          </a:xfrm>
          <a:prstGeom prst="rect">
            <a:avLst/>
          </a:prstGeom>
          <a:noFill/>
        </p:spPr>
        <p:txBody>
          <a:bodyPr wrap="square" lIns="0" tIns="0" rIns="0" bIns="0" rtlCol="0">
            <a:spAutoFit/>
          </a:bodyPr>
          <a:lstStyle/>
          <a:p>
            <a:pPr algn="ctr"/>
            <a:r>
              <a:rPr lang="en-US" sz="2800" b="1" dirty="0">
                <a:solidFill>
                  <a:schemeClr val="bg1"/>
                </a:solidFill>
              </a:rPr>
              <a:t>35%</a:t>
            </a:r>
          </a:p>
        </p:txBody>
      </p:sp>
      <p:sp>
        <p:nvSpPr>
          <p:cNvPr id="167" name="TextBox 166"/>
          <p:cNvSpPr txBox="1"/>
          <p:nvPr/>
        </p:nvSpPr>
        <p:spPr>
          <a:xfrm>
            <a:off x="3569627" y="3953294"/>
            <a:ext cx="793059" cy="430887"/>
          </a:xfrm>
          <a:prstGeom prst="rect">
            <a:avLst/>
          </a:prstGeom>
          <a:noFill/>
        </p:spPr>
        <p:txBody>
          <a:bodyPr wrap="square" lIns="0" tIns="0" rIns="0" bIns="0" rtlCol="0">
            <a:spAutoFit/>
          </a:bodyPr>
          <a:lstStyle/>
          <a:p>
            <a:pPr algn="ctr"/>
            <a:r>
              <a:rPr lang="en-US" sz="2800" b="1" dirty="0">
                <a:solidFill>
                  <a:schemeClr val="bg1"/>
                </a:solidFill>
              </a:rPr>
              <a:t>65%</a:t>
            </a:r>
          </a:p>
        </p:txBody>
      </p:sp>
      <p:grpSp>
        <p:nvGrpSpPr>
          <p:cNvPr id="19" name="Group 167"/>
          <p:cNvGrpSpPr/>
          <p:nvPr/>
        </p:nvGrpSpPr>
        <p:grpSpPr>
          <a:xfrm>
            <a:off x="1985483" y="3922896"/>
            <a:ext cx="1042337" cy="471830"/>
            <a:chOff x="6901680" y="1348999"/>
            <a:chExt cx="1395645" cy="631760"/>
          </a:xfrm>
          <a:solidFill>
            <a:schemeClr val="bg1"/>
          </a:solidFill>
        </p:grpSpPr>
        <p:grpSp>
          <p:nvGrpSpPr>
            <p:cNvPr id="20" name="Group 179"/>
            <p:cNvGrpSpPr/>
            <p:nvPr/>
          </p:nvGrpSpPr>
          <p:grpSpPr>
            <a:xfrm>
              <a:off x="8050477" y="1348999"/>
              <a:ext cx="246848" cy="631760"/>
              <a:chOff x="5054600" y="1652588"/>
              <a:chExt cx="187325" cy="479424"/>
            </a:xfrm>
            <a:grpFill/>
          </p:grpSpPr>
          <p:sp>
            <p:nvSpPr>
              <p:cNvPr id="17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80"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21" name="Group 179"/>
            <p:cNvGrpSpPr/>
            <p:nvPr/>
          </p:nvGrpSpPr>
          <p:grpSpPr>
            <a:xfrm>
              <a:off x="7708178" y="1348999"/>
              <a:ext cx="246848" cy="631760"/>
              <a:chOff x="5054600" y="1652588"/>
              <a:chExt cx="187325" cy="479424"/>
            </a:xfrm>
            <a:grpFill/>
          </p:grpSpPr>
          <p:sp>
            <p:nvSpPr>
              <p:cNvPr id="17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7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22" name="Group 179"/>
            <p:cNvGrpSpPr/>
            <p:nvPr/>
          </p:nvGrpSpPr>
          <p:grpSpPr>
            <a:xfrm>
              <a:off x="7288477" y="1348999"/>
              <a:ext cx="246848" cy="631760"/>
              <a:chOff x="5054600" y="1652588"/>
              <a:chExt cx="187325" cy="479424"/>
            </a:xfrm>
            <a:grpFill/>
          </p:grpSpPr>
          <p:sp>
            <p:nvSpPr>
              <p:cNvPr id="17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7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23" name="Group 179"/>
            <p:cNvGrpSpPr/>
            <p:nvPr/>
          </p:nvGrpSpPr>
          <p:grpSpPr>
            <a:xfrm>
              <a:off x="6901680" y="1348999"/>
              <a:ext cx="246848" cy="631760"/>
              <a:chOff x="5054600" y="1652588"/>
              <a:chExt cx="187325" cy="479424"/>
            </a:xfrm>
            <a:grpFill/>
          </p:grpSpPr>
          <p:sp>
            <p:nvSpPr>
              <p:cNvPr id="17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7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grpSp>
        <p:nvGrpSpPr>
          <p:cNvPr id="25" name="Group 180"/>
          <p:cNvGrpSpPr/>
          <p:nvPr/>
        </p:nvGrpSpPr>
        <p:grpSpPr>
          <a:xfrm>
            <a:off x="4518308" y="3937223"/>
            <a:ext cx="1088112" cy="461827"/>
            <a:chOff x="6881576" y="2111447"/>
            <a:chExt cx="1456936" cy="618367"/>
          </a:xfrm>
          <a:solidFill>
            <a:schemeClr val="bg1"/>
          </a:solidFill>
        </p:grpSpPr>
        <p:grpSp>
          <p:nvGrpSpPr>
            <p:cNvPr id="26" name="Group 184"/>
            <p:cNvGrpSpPr/>
            <p:nvPr/>
          </p:nvGrpSpPr>
          <p:grpSpPr>
            <a:xfrm>
              <a:off x="6881576" y="2111447"/>
              <a:ext cx="288035" cy="618367"/>
              <a:chOff x="6213475" y="1668463"/>
              <a:chExt cx="227013" cy="487362"/>
            </a:xfrm>
            <a:grpFill/>
          </p:grpSpPr>
          <p:sp>
            <p:nvSpPr>
              <p:cNvPr id="192"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184"/>
            <p:cNvGrpSpPr/>
            <p:nvPr/>
          </p:nvGrpSpPr>
          <p:grpSpPr>
            <a:xfrm>
              <a:off x="7278112" y="2111447"/>
              <a:ext cx="288035" cy="618367"/>
              <a:chOff x="6213475" y="1668463"/>
              <a:chExt cx="227013" cy="487362"/>
            </a:xfrm>
            <a:grpFill/>
          </p:grpSpPr>
          <p:sp>
            <p:nvSpPr>
              <p:cNvPr id="190"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184"/>
            <p:cNvGrpSpPr/>
            <p:nvPr/>
          </p:nvGrpSpPr>
          <p:grpSpPr>
            <a:xfrm>
              <a:off x="7708178" y="2111447"/>
              <a:ext cx="288035" cy="618367"/>
              <a:chOff x="6213475" y="1668463"/>
              <a:chExt cx="227013" cy="487362"/>
            </a:xfrm>
            <a:grpFill/>
          </p:grpSpPr>
          <p:sp>
            <p:nvSpPr>
              <p:cNvPr id="18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 name="Group 184"/>
            <p:cNvGrpSpPr/>
            <p:nvPr/>
          </p:nvGrpSpPr>
          <p:grpSpPr>
            <a:xfrm>
              <a:off x="8050477" y="2111447"/>
              <a:ext cx="288035" cy="618367"/>
              <a:chOff x="6213475" y="1668463"/>
              <a:chExt cx="227013" cy="487362"/>
            </a:xfrm>
            <a:grpFill/>
          </p:grpSpPr>
          <p:sp>
            <p:nvSpPr>
              <p:cNvPr id="18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205107613"/>
      </p:ext>
    </p:extLst>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62"/>
                                        </p:tgtEl>
                                        <p:attrNameLst>
                                          <p:attrName>style.visibility</p:attrName>
                                        </p:attrNameLst>
                                      </p:cBhvr>
                                      <p:to>
                                        <p:strVal val="visible"/>
                                      </p:to>
                                    </p:set>
                                    <p:anim calcmode="lin" valueType="num">
                                      <p:cBhvr>
                                        <p:cTn id="12" dur="500" fill="hold"/>
                                        <p:tgtEl>
                                          <p:spTgt spid="62"/>
                                        </p:tgtEl>
                                        <p:attrNameLst>
                                          <p:attrName>ppt_w</p:attrName>
                                        </p:attrNameLst>
                                      </p:cBhvr>
                                      <p:tavLst>
                                        <p:tav tm="0">
                                          <p:val>
                                            <p:fltVal val="0"/>
                                          </p:val>
                                        </p:tav>
                                        <p:tav tm="100000">
                                          <p:val>
                                            <p:strVal val="#ppt_w"/>
                                          </p:val>
                                        </p:tav>
                                      </p:tavLst>
                                    </p:anim>
                                    <p:anim calcmode="lin" valueType="num">
                                      <p:cBhvr>
                                        <p:cTn id="13" dur="500" fill="hold"/>
                                        <p:tgtEl>
                                          <p:spTgt spid="62"/>
                                        </p:tgtEl>
                                        <p:attrNameLst>
                                          <p:attrName>ppt_h</p:attrName>
                                        </p:attrNameLst>
                                      </p:cBhvr>
                                      <p:tavLst>
                                        <p:tav tm="0">
                                          <p:val>
                                            <p:fltVal val="0"/>
                                          </p:val>
                                        </p:tav>
                                        <p:tav tm="100000">
                                          <p:val>
                                            <p:strVal val="#ppt_h"/>
                                          </p:val>
                                        </p:tav>
                                      </p:tavLst>
                                    </p:anim>
                                    <p:animEffect transition="in" filter="fade">
                                      <p:cBhvr>
                                        <p:cTn id="14" dur="500"/>
                                        <p:tgtEl>
                                          <p:spTgt spid="62"/>
                                        </p:tgtEl>
                                      </p:cBhvr>
                                    </p:animEffect>
                                  </p:childTnLst>
                                </p:cTn>
                              </p:par>
                              <p:par>
                                <p:cTn id="15" presetID="53" presetClass="entr" presetSubtype="0" fill="hold" grpId="0" nodeType="withEffect">
                                  <p:stCondLst>
                                    <p:cond delay="0"/>
                                  </p:stCondLst>
                                  <p:childTnLst>
                                    <p:set>
                                      <p:cBhvr>
                                        <p:cTn id="16" dur="1" fill="hold">
                                          <p:stCondLst>
                                            <p:cond delay="0"/>
                                          </p:stCondLst>
                                        </p:cTn>
                                        <p:tgtEl>
                                          <p:spTgt spid="88"/>
                                        </p:tgtEl>
                                        <p:attrNameLst>
                                          <p:attrName>style.visibility</p:attrName>
                                        </p:attrNameLst>
                                      </p:cBhvr>
                                      <p:to>
                                        <p:strVal val="visible"/>
                                      </p:to>
                                    </p:set>
                                    <p:anim calcmode="lin" valueType="num">
                                      <p:cBhvr>
                                        <p:cTn id="17" dur="500" fill="hold"/>
                                        <p:tgtEl>
                                          <p:spTgt spid="88"/>
                                        </p:tgtEl>
                                        <p:attrNameLst>
                                          <p:attrName>ppt_w</p:attrName>
                                        </p:attrNameLst>
                                      </p:cBhvr>
                                      <p:tavLst>
                                        <p:tav tm="0">
                                          <p:val>
                                            <p:fltVal val="0"/>
                                          </p:val>
                                        </p:tav>
                                        <p:tav tm="100000">
                                          <p:val>
                                            <p:strVal val="#ppt_w"/>
                                          </p:val>
                                        </p:tav>
                                      </p:tavLst>
                                    </p:anim>
                                    <p:anim calcmode="lin" valueType="num">
                                      <p:cBhvr>
                                        <p:cTn id="18" dur="500" fill="hold"/>
                                        <p:tgtEl>
                                          <p:spTgt spid="88"/>
                                        </p:tgtEl>
                                        <p:attrNameLst>
                                          <p:attrName>ppt_h</p:attrName>
                                        </p:attrNameLst>
                                      </p:cBhvr>
                                      <p:tavLst>
                                        <p:tav tm="0">
                                          <p:val>
                                            <p:fltVal val="0"/>
                                          </p:val>
                                        </p:tav>
                                        <p:tav tm="100000">
                                          <p:val>
                                            <p:strVal val="#ppt_h"/>
                                          </p:val>
                                        </p:tav>
                                      </p:tavLst>
                                    </p:anim>
                                    <p:animEffect transition="in" filter="fade">
                                      <p:cBhvr>
                                        <p:cTn id="19" dur="500"/>
                                        <p:tgtEl>
                                          <p:spTgt spid="88"/>
                                        </p:tgtEl>
                                      </p:cBhvr>
                                    </p:animEffect>
                                  </p:childTnLst>
                                </p:cTn>
                              </p:par>
                            </p:childTnLst>
                          </p:cTn>
                        </p:par>
                        <p:par>
                          <p:cTn id="20" fill="hold">
                            <p:stCondLst>
                              <p:cond delay="1000"/>
                            </p:stCondLst>
                            <p:childTnLst>
                              <p:par>
                                <p:cTn id="21" presetID="2" presetClass="entr" presetSubtype="4" accel="50000" decel="5000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childTnLst>
                          </p:cTn>
                        </p:par>
                        <p:par>
                          <p:cTn id="25" fill="hold">
                            <p:stCondLst>
                              <p:cond delay="1500"/>
                            </p:stCondLst>
                            <p:childTnLst>
                              <p:par>
                                <p:cTn id="26" presetID="53" presetClass="entr" presetSubtype="0" fill="hold" grpId="0" nodeType="afterEffect">
                                  <p:stCondLst>
                                    <p:cond delay="0"/>
                                  </p:stCondLst>
                                  <p:childTnLst>
                                    <p:set>
                                      <p:cBhvr>
                                        <p:cTn id="27" dur="1" fill="hold">
                                          <p:stCondLst>
                                            <p:cond delay="0"/>
                                          </p:stCondLst>
                                        </p:cTn>
                                        <p:tgtEl>
                                          <p:spTgt spid="64"/>
                                        </p:tgtEl>
                                        <p:attrNameLst>
                                          <p:attrName>style.visibility</p:attrName>
                                        </p:attrNameLst>
                                      </p:cBhvr>
                                      <p:to>
                                        <p:strVal val="visible"/>
                                      </p:to>
                                    </p:set>
                                    <p:anim calcmode="lin" valueType="num">
                                      <p:cBhvr>
                                        <p:cTn id="28" dur="500" fill="hold"/>
                                        <p:tgtEl>
                                          <p:spTgt spid="64"/>
                                        </p:tgtEl>
                                        <p:attrNameLst>
                                          <p:attrName>ppt_w</p:attrName>
                                        </p:attrNameLst>
                                      </p:cBhvr>
                                      <p:tavLst>
                                        <p:tav tm="0">
                                          <p:val>
                                            <p:fltVal val="0"/>
                                          </p:val>
                                        </p:tav>
                                        <p:tav tm="100000">
                                          <p:val>
                                            <p:strVal val="#ppt_w"/>
                                          </p:val>
                                        </p:tav>
                                      </p:tavLst>
                                    </p:anim>
                                    <p:anim calcmode="lin" valueType="num">
                                      <p:cBhvr>
                                        <p:cTn id="29" dur="500" fill="hold"/>
                                        <p:tgtEl>
                                          <p:spTgt spid="64"/>
                                        </p:tgtEl>
                                        <p:attrNameLst>
                                          <p:attrName>ppt_h</p:attrName>
                                        </p:attrNameLst>
                                      </p:cBhvr>
                                      <p:tavLst>
                                        <p:tav tm="0">
                                          <p:val>
                                            <p:fltVal val="0"/>
                                          </p:val>
                                        </p:tav>
                                        <p:tav tm="100000">
                                          <p:val>
                                            <p:strVal val="#ppt_h"/>
                                          </p:val>
                                        </p:tav>
                                      </p:tavLst>
                                    </p:anim>
                                    <p:animEffect transition="in" filter="fade">
                                      <p:cBhvr>
                                        <p:cTn id="30" dur="500"/>
                                        <p:tgtEl>
                                          <p:spTgt spid="64"/>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89"/>
                                        </p:tgtEl>
                                        <p:attrNameLst>
                                          <p:attrName>style.visibility</p:attrName>
                                        </p:attrNameLst>
                                      </p:cBhvr>
                                      <p:to>
                                        <p:strVal val="visible"/>
                                      </p:to>
                                    </p:set>
                                    <p:anim calcmode="lin" valueType="num">
                                      <p:cBhvr>
                                        <p:cTn id="33" dur="500" fill="hold"/>
                                        <p:tgtEl>
                                          <p:spTgt spid="89"/>
                                        </p:tgtEl>
                                        <p:attrNameLst>
                                          <p:attrName>ppt_w</p:attrName>
                                        </p:attrNameLst>
                                      </p:cBhvr>
                                      <p:tavLst>
                                        <p:tav tm="0">
                                          <p:val>
                                            <p:fltVal val="0"/>
                                          </p:val>
                                        </p:tav>
                                        <p:tav tm="100000">
                                          <p:val>
                                            <p:strVal val="#ppt_w"/>
                                          </p:val>
                                        </p:tav>
                                      </p:tavLst>
                                    </p:anim>
                                    <p:anim calcmode="lin" valueType="num">
                                      <p:cBhvr>
                                        <p:cTn id="34" dur="500" fill="hold"/>
                                        <p:tgtEl>
                                          <p:spTgt spid="89"/>
                                        </p:tgtEl>
                                        <p:attrNameLst>
                                          <p:attrName>ppt_h</p:attrName>
                                        </p:attrNameLst>
                                      </p:cBhvr>
                                      <p:tavLst>
                                        <p:tav tm="0">
                                          <p:val>
                                            <p:fltVal val="0"/>
                                          </p:val>
                                        </p:tav>
                                        <p:tav tm="100000">
                                          <p:val>
                                            <p:strVal val="#ppt_h"/>
                                          </p:val>
                                        </p:tav>
                                      </p:tavLst>
                                    </p:anim>
                                    <p:animEffect transition="in" filter="fade">
                                      <p:cBhvr>
                                        <p:cTn id="35" dur="500"/>
                                        <p:tgtEl>
                                          <p:spTgt spid="89"/>
                                        </p:tgtEl>
                                      </p:cBhvr>
                                    </p:animEffect>
                                  </p:childTnLst>
                                </p:cTn>
                              </p:par>
                            </p:childTnLst>
                          </p:cTn>
                        </p:par>
                        <p:par>
                          <p:cTn id="36" fill="hold">
                            <p:stCondLst>
                              <p:cond delay="2000"/>
                            </p:stCondLst>
                            <p:childTnLst>
                              <p:par>
                                <p:cTn id="37" presetID="18" presetClass="entr" presetSubtype="3" fill="hold" nodeType="afterEffect">
                                  <p:stCondLst>
                                    <p:cond delay="0"/>
                                  </p:stCondLst>
                                  <p:childTnLst>
                                    <p:set>
                                      <p:cBhvr>
                                        <p:cTn id="38" dur="1" fill="hold">
                                          <p:stCondLst>
                                            <p:cond delay="0"/>
                                          </p:stCondLst>
                                        </p:cTn>
                                        <p:tgtEl>
                                          <p:spTgt spid="95"/>
                                        </p:tgtEl>
                                        <p:attrNameLst>
                                          <p:attrName>style.visibility</p:attrName>
                                        </p:attrNameLst>
                                      </p:cBhvr>
                                      <p:to>
                                        <p:strVal val="visible"/>
                                      </p:to>
                                    </p:set>
                                    <p:animEffect transition="in" filter="strips(upRight)">
                                      <p:cBhvr>
                                        <p:cTn id="39" dur="500"/>
                                        <p:tgtEl>
                                          <p:spTgt spid="95"/>
                                        </p:tgtEl>
                                      </p:cBhvr>
                                    </p:animEffect>
                                  </p:childTnLst>
                                </p:cTn>
                              </p:par>
                            </p:childTnLst>
                          </p:cTn>
                        </p:par>
                        <p:par>
                          <p:cTn id="40" fill="hold">
                            <p:stCondLst>
                              <p:cond delay="2500"/>
                            </p:stCondLst>
                            <p:childTnLst>
                              <p:par>
                                <p:cTn id="41" presetID="2" presetClass="entr" presetSubtype="4" accel="50000" decel="5000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ppt_x"/>
                                          </p:val>
                                        </p:tav>
                                        <p:tav tm="100000">
                                          <p:val>
                                            <p:strVal val="#ppt_x"/>
                                          </p:val>
                                        </p:tav>
                                      </p:tavLst>
                                    </p:anim>
                                    <p:anim calcmode="lin" valueType="num">
                                      <p:cBhvr additive="base">
                                        <p:cTn id="44" dur="500" fill="hold"/>
                                        <p:tgtEl>
                                          <p:spTgt spid="6"/>
                                        </p:tgtEl>
                                        <p:attrNameLst>
                                          <p:attrName>ppt_y</p:attrName>
                                        </p:attrNameLst>
                                      </p:cBhvr>
                                      <p:tavLst>
                                        <p:tav tm="0">
                                          <p:val>
                                            <p:strVal val="1+#ppt_h/2"/>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65"/>
                                        </p:tgtEl>
                                        <p:attrNameLst>
                                          <p:attrName>style.visibility</p:attrName>
                                        </p:attrNameLst>
                                      </p:cBhvr>
                                      <p:to>
                                        <p:strVal val="visible"/>
                                      </p:to>
                                    </p:set>
                                    <p:anim calcmode="lin" valueType="num">
                                      <p:cBhvr>
                                        <p:cTn id="48" dur="500" fill="hold"/>
                                        <p:tgtEl>
                                          <p:spTgt spid="65"/>
                                        </p:tgtEl>
                                        <p:attrNameLst>
                                          <p:attrName>ppt_w</p:attrName>
                                        </p:attrNameLst>
                                      </p:cBhvr>
                                      <p:tavLst>
                                        <p:tav tm="0">
                                          <p:val>
                                            <p:fltVal val="0"/>
                                          </p:val>
                                        </p:tav>
                                        <p:tav tm="100000">
                                          <p:val>
                                            <p:strVal val="#ppt_w"/>
                                          </p:val>
                                        </p:tav>
                                      </p:tavLst>
                                    </p:anim>
                                    <p:anim calcmode="lin" valueType="num">
                                      <p:cBhvr>
                                        <p:cTn id="49" dur="500" fill="hold"/>
                                        <p:tgtEl>
                                          <p:spTgt spid="65"/>
                                        </p:tgtEl>
                                        <p:attrNameLst>
                                          <p:attrName>ppt_h</p:attrName>
                                        </p:attrNameLst>
                                      </p:cBhvr>
                                      <p:tavLst>
                                        <p:tav tm="0">
                                          <p:val>
                                            <p:fltVal val="0"/>
                                          </p:val>
                                        </p:tav>
                                        <p:tav tm="100000">
                                          <p:val>
                                            <p:strVal val="#ppt_h"/>
                                          </p:val>
                                        </p:tav>
                                      </p:tavLst>
                                    </p:anim>
                                    <p:animEffect transition="in" filter="fade">
                                      <p:cBhvr>
                                        <p:cTn id="50" dur="500"/>
                                        <p:tgtEl>
                                          <p:spTgt spid="65"/>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90"/>
                                        </p:tgtEl>
                                        <p:attrNameLst>
                                          <p:attrName>style.visibility</p:attrName>
                                        </p:attrNameLst>
                                      </p:cBhvr>
                                      <p:to>
                                        <p:strVal val="visible"/>
                                      </p:to>
                                    </p:set>
                                    <p:anim calcmode="lin" valueType="num">
                                      <p:cBhvr>
                                        <p:cTn id="53" dur="500" fill="hold"/>
                                        <p:tgtEl>
                                          <p:spTgt spid="90"/>
                                        </p:tgtEl>
                                        <p:attrNameLst>
                                          <p:attrName>ppt_w</p:attrName>
                                        </p:attrNameLst>
                                      </p:cBhvr>
                                      <p:tavLst>
                                        <p:tav tm="0">
                                          <p:val>
                                            <p:fltVal val="0"/>
                                          </p:val>
                                        </p:tav>
                                        <p:tav tm="100000">
                                          <p:val>
                                            <p:strVal val="#ppt_w"/>
                                          </p:val>
                                        </p:tav>
                                      </p:tavLst>
                                    </p:anim>
                                    <p:anim calcmode="lin" valueType="num">
                                      <p:cBhvr>
                                        <p:cTn id="54" dur="500" fill="hold"/>
                                        <p:tgtEl>
                                          <p:spTgt spid="90"/>
                                        </p:tgtEl>
                                        <p:attrNameLst>
                                          <p:attrName>ppt_h</p:attrName>
                                        </p:attrNameLst>
                                      </p:cBhvr>
                                      <p:tavLst>
                                        <p:tav tm="0">
                                          <p:val>
                                            <p:fltVal val="0"/>
                                          </p:val>
                                        </p:tav>
                                        <p:tav tm="100000">
                                          <p:val>
                                            <p:strVal val="#ppt_h"/>
                                          </p:val>
                                        </p:tav>
                                      </p:tavLst>
                                    </p:anim>
                                    <p:animEffect transition="in" filter="fade">
                                      <p:cBhvr>
                                        <p:cTn id="55" dur="500"/>
                                        <p:tgtEl>
                                          <p:spTgt spid="90"/>
                                        </p:tgtEl>
                                      </p:cBhvr>
                                    </p:animEffect>
                                  </p:childTnLst>
                                </p:cTn>
                              </p:par>
                            </p:childTnLst>
                          </p:cTn>
                        </p:par>
                        <p:par>
                          <p:cTn id="56" fill="hold">
                            <p:stCondLst>
                              <p:cond delay="3500"/>
                            </p:stCondLst>
                            <p:childTnLst>
                              <p:par>
                                <p:cTn id="57" presetID="18" presetClass="entr" presetSubtype="6" fill="hold" nodeType="afterEffect">
                                  <p:stCondLst>
                                    <p:cond delay="0"/>
                                  </p:stCondLst>
                                  <p:childTnLst>
                                    <p:set>
                                      <p:cBhvr>
                                        <p:cTn id="58" dur="1" fill="hold">
                                          <p:stCondLst>
                                            <p:cond delay="0"/>
                                          </p:stCondLst>
                                        </p:cTn>
                                        <p:tgtEl>
                                          <p:spTgt spid="101"/>
                                        </p:tgtEl>
                                        <p:attrNameLst>
                                          <p:attrName>style.visibility</p:attrName>
                                        </p:attrNameLst>
                                      </p:cBhvr>
                                      <p:to>
                                        <p:strVal val="visible"/>
                                      </p:to>
                                    </p:set>
                                    <p:animEffect transition="in" filter="strips(downRight)">
                                      <p:cBhvr>
                                        <p:cTn id="59" dur="500"/>
                                        <p:tgtEl>
                                          <p:spTgt spid="101"/>
                                        </p:tgtEl>
                                      </p:cBhvr>
                                    </p:animEffect>
                                  </p:childTnLst>
                                </p:cTn>
                              </p:par>
                            </p:childTnLst>
                          </p:cTn>
                        </p:par>
                        <p:par>
                          <p:cTn id="60" fill="hold">
                            <p:stCondLst>
                              <p:cond delay="4000"/>
                            </p:stCondLst>
                            <p:childTnLst>
                              <p:par>
                                <p:cTn id="61" presetID="2" presetClass="entr" presetSubtype="4" accel="50000" decel="50000" fill="hold" nodeType="after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500" fill="hold"/>
                                        <p:tgtEl>
                                          <p:spTgt spid="7"/>
                                        </p:tgtEl>
                                        <p:attrNameLst>
                                          <p:attrName>ppt_x</p:attrName>
                                        </p:attrNameLst>
                                      </p:cBhvr>
                                      <p:tavLst>
                                        <p:tav tm="0">
                                          <p:val>
                                            <p:strVal val="#ppt_x"/>
                                          </p:val>
                                        </p:tav>
                                        <p:tav tm="100000">
                                          <p:val>
                                            <p:strVal val="#ppt_x"/>
                                          </p:val>
                                        </p:tav>
                                      </p:tavLst>
                                    </p:anim>
                                    <p:anim calcmode="lin" valueType="num">
                                      <p:cBhvr additive="base">
                                        <p:cTn id="64" dur="500" fill="hold"/>
                                        <p:tgtEl>
                                          <p:spTgt spid="7"/>
                                        </p:tgtEl>
                                        <p:attrNameLst>
                                          <p:attrName>ppt_y</p:attrName>
                                        </p:attrNameLst>
                                      </p:cBhvr>
                                      <p:tavLst>
                                        <p:tav tm="0">
                                          <p:val>
                                            <p:strVal val="1+#ppt_h/2"/>
                                          </p:val>
                                        </p:tav>
                                        <p:tav tm="100000">
                                          <p:val>
                                            <p:strVal val="#ppt_y"/>
                                          </p:val>
                                        </p:tav>
                                      </p:tavLst>
                                    </p:anim>
                                  </p:childTnLst>
                                </p:cTn>
                              </p:par>
                            </p:childTnLst>
                          </p:cTn>
                        </p:par>
                        <p:par>
                          <p:cTn id="65" fill="hold">
                            <p:stCondLst>
                              <p:cond delay="4500"/>
                            </p:stCondLst>
                            <p:childTnLst>
                              <p:par>
                                <p:cTn id="66" presetID="53" presetClass="entr" presetSubtype="0" fill="hold" grpId="0" nodeType="afterEffect">
                                  <p:stCondLst>
                                    <p:cond delay="0"/>
                                  </p:stCondLst>
                                  <p:childTnLst>
                                    <p:set>
                                      <p:cBhvr>
                                        <p:cTn id="67" dur="1" fill="hold">
                                          <p:stCondLst>
                                            <p:cond delay="0"/>
                                          </p:stCondLst>
                                        </p:cTn>
                                        <p:tgtEl>
                                          <p:spTgt spid="63"/>
                                        </p:tgtEl>
                                        <p:attrNameLst>
                                          <p:attrName>style.visibility</p:attrName>
                                        </p:attrNameLst>
                                      </p:cBhvr>
                                      <p:to>
                                        <p:strVal val="visible"/>
                                      </p:to>
                                    </p:set>
                                    <p:anim calcmode="lin" valueType="num">
                                      <p:cBhvr>
                                        <p:cTn id="68" dur="500" fill="hold"/>
                                        <p:tgtEl>
                                          <p:spTgt spid="63"/>
                                        </p:tgtEl>
                                        <p:attrNameLst>
                                          <p:attrName>ppt_w</p:attrName>
                                        </p:attrNameLst>
                                      </p:cBhvr>
                                      <p:tavLst>
                                        <p:tav tm="0">
                                          <p:val>
                                            <p:fltVal val="0"/>
                                          </p:val>
                                        </p:tav>
                                        <p:tav tm="100000">
                                          <p:val>
                                            <p:strVal val="#ppt_w"/>
                                          </p:val>
                                        </p:tav>
                                      </p:tavLst>
                                    </p:anim>
                                    <p:anim calcmode="lin" valueType="num">
                                      <p:cBhvr>
                                        <p:cTn id="69" dur="500" fill="hold"/>
                                        <p:tgtEl>
                                          <p:spTgt spid="63"/>
                                        </p:tgtEl>
                                        <p:attrNameLst>
                                          <p:attrName>ppt_h</p:attrName>
                                        </p:attrNameLst>
                                      </p:cBhvr>
                                      <p:tavLst>
                                        <p:tav tm="0">
                                          <p:val>
                                            <p:fltVal val="0"/>
                                          </p:val>
                                        </p:tav>
                                        <p:tav tm="100000">
                                          <p:val>
                                            <p:strVal val="#ppt_h"/>
                                          </p:val>
                                        </p:tav>
                                      </p:tavLst>
                                    </p:anim>
                                    <p:animEffect transition="in" filter="fade">
                                      <p:cBhvr>
                                        <p:cTn id="70" dur="500"/>
                                        <p:tgtEl>
                                          <p:spTgt spid="63"/>
                                        </p:tgtEl>
                                      </p:cBhvr>
                                    </p:animEffect>
                                  </p:childTnLst>
                                </p:cTn>
                              </p:par>
                              <p:par>
                                <p:cTn id="71" presetID="53" presetClass="entr" presetSubtype="0" fill="hold" grpId="0" nodeType="withEffect">
                                  <p:stCondLst>
                                    <p:cond delay="0"/>
                                  </p:stCondLst>
                                  <p:childTnLst>
                                    <p:set>
                                      <p:cBhvr>
                                        <p:cTn id="72" dur="1" fill="hold">
                                          <p:stCondLst>
                                            <p:cond delay="0"/>
                                          </p:stCondLst>
                                        </p:cTn>
                                        <p:tgtEl>
                                          <p:spTgt spid="91"/>
                                        </p:tgtEl>
                                        <p:attrNameLst>
                                          <p:attrName>style.visibility</p:attrName>
                                        </p:attrNameLst>
                                      </p:cBhvr>
                                      <p:to>
                                        <p:strVal val="visible"/>
                                      </p:to>
                                    </p:set>
                                    <p:anim calcmode="lin" valueType="num">
                                      <p:cBhvr>
                                        <p:cTn id="73" dur="500" fill="hold"/>
                                        <p:tgtEl>
                                          <p:spTgt spid="91"/>
                                        </p:tgtEl>
                                        <p:attrNameLst>
                                          <p:attrName>ppt_w</p:attrName>
                                        </p:attrNameLst>
                                      </p:cBhvr>
                                      <p:tavLst>
                                        <p:tav tm="0">
                                          <p:val>
                                            <p:fltVal val="0"/>
                                          </p:val>
                                        </p:tav>
                                        <p:tav tm="100000">
                                          <p:val>
                                            <p:strVal val="#ppt_w"/>
                                          </p:val>
                                        </p:tav>
                                      </p:tavLst>
                                    </p:anim>
                                    <p:anim calcmode="lin" valueType="num">
                                      <p:cBhvr>
                                        <p:cTn id="74" dur="500" fill="hold"/>
                                        <p:tgtEl>
                                          <p:spTgt spid="91"/>
                                        </p:tgtEl>
                                        <p:attrNameLst>
                                          <p:attrName>ppt_h</p:attrName>
                                        </p:attrNameLst>
                                      </p:cBhvr>
                                      <p:tavLst>
                                        <p:tav tm="0">
                                          <p:val>
                                            <p:fltVal val="0"/>
                                          </p:val>
                                        </p:tav>
                                        <p:tav tm="100000">
                                          <p:val>
                                            <p:strVal val="#ppt_h"/>
                                          </p:val>
                                        </p:tav>
                                      </p:tavLst>
                                    </p:anim>
                                    <p:animEffect transition="in" filter="fade">
                                      <p:cBhvr>
                                        <p:cTn id="75" dur="500"/>
                                        <p:tgtEl>
                                          <p:spTgt spid="91"/>
                                        </p:tgtEl>
                                      </p:cBhvr>
                                    </p:animEffect>
                                  </p:childTnLst>
                                </p:cTn>
                              </p:par>
                            </p:childTnLst>
                          </p:cTn>
                        </p:par>
                        <p:par>
                          <p:cTn id="76" fill="hold">
                            <p:stCondLst>
                              <p:cond delay="5000"/>
                            </p:stCondLst>
                            <p:childTnLst>
                              <p:par>
                                <p:cTn id="77" presetID="18" presetClass="entr" presetSubtype="3" fill="hold" nodeType="afterEffect">
                                  <p:stCondLst>
                                    <p:cond delay="0"/>
                                  </p:stCondLst>
                                  <p:childTnLst>
                                    <p:set>
                                      <p:cBhvr>
                                        <p:cTn id="78" dur="1" fill="hold">
                                          <p:stCondLst>
                                            <p:cond delay="0"/>
                                          </p:stCondLst>
                                        </p:cTn>
                                        <p:tgtEl>
                                          <p:spTgt spid="99"/>
                                        </p:tgtEl>
                                        <p:attrNameLst>
                                          <p:attrName>style.visibility</p:attrName>
                                        </p:attrNameLst>
                                      </p:cBhvr>
                                      <p:to>
                                        <p:strVal val="visible"/>
                                      </p:to>
                                    </p:set>
                                    <p:animEffect transition="in" filter="strips(upRight)">
                                      <p:cBhvr>
                                        <p:cTn id="79" dur="500"/>
                                        <p:tgtEl>
                                          <p:spTgt spid="99"/>
                                        </p:tgtEl>
                                      </p:cBhvr>
                                    </p:animEffect>
                                  </p:childTnLst>
                                </p:cTn>
                              </p:par>
                            </p:childTnLst>
                          </p:cTn>
                        </p:par>
                        <p:par>
                          <p:cTn id="80" fill="hold">
                            <p:stCondLst>
                              <p:cond delay="5500"/>
                            </p:stCondLst>
                            <p:childTnLst>
                              <p:par>
                                <p:cTn id="81" presetID="2" presetClass="entr" presetSubtype="4" accel="50000" decel="50000" fill="hold" nodeType="afterEffect">
                                  <p:stCondLst>
                                    <p:cond delay="0"/>
                                  </p:stCondLst>
                                  <p:childTnLst>
                                    <p:set>
                                      <p:cBhvr>
                                        <p:cTn id="82" dur="1" fill="hold">
                                          <p:stCondLst>
                                            <p:cond delay="0"/>
                                          </p:stCondLst>
                                        </p:cTn>
                                        <p:tgtEl>
                                          <p:spTgt spid="18"/>
                                        </p:tgtEl>
                                        <p:attrNameLst>
                                          <p:attrName>style.visibility</p:attrName>
                                        </p:attrNameLst>
                                      </p:cBhvr>
                                      <p:to>
                                        <p:strVal val="visible"/>
                                      </p:to>
                                    </p:set>
                                    <p:anim calcmode="lin" valueType="num">
                                      <p:cBhvr additive="base">
                                        <p:cTn id="83" dur="500" fill="hold"/>
                                        <p:tgtEl>
                                          <p:spTgt spid="18"/>
                                        </p:tgtEl>
                                        <p:attrNameLst>
                                          <p:attrName>ppt_x</p:attrName>
                                        </p:attrNameLst>
                                      </p:cBhvr>
                                      <p:tavLst>
                                        <p:tav tm="0">
                                          <p:val>
                                            <p:strVal val="#ppt_x"/>
                                          </p:val>
                                        </p:tav>
                                        <p:tav tm="100000">
                                          <p:val>
                                            <p:strVal val="#ppt_x"/>
                                          </p:val>
                                        </p:tav>
                                      </p:tavLst>
                                    </p:anim>
                                    <p:anim calcmode="lin" valueType="num">
                                      <p:cBhvr additive="base">
                                        <p:cTn id="84" dur="500" fill="hold"/>
                                        <p:tgtEl>
                                          <p:spTgt spid="18"/>
                                        </p:tgtEl>
                                        <p:attrNameLst>
                                          <p:attrName>ppt_y</p:attrName>
                                        </p:attrNameLst>
                                      </p:cBhvr>
                                      <p:tavLst>
                                        <p:tav tm="0">
                                          <p:val>
                                            <p:strVal val="1+#ppt_h/2"/>
                                          </p:val>
                                        </p:tav>
                                        <p:tav tm="100000">
                                          <p:val>
                                            <p:strVal val="#ppt_y"/>
                                          </p:val>
                                        </p:tav>
                                      </p:tavLst>
                                    </p:anim>
                                  </p:childTnLst>
                                </p:cTn>
                              </p:par>
                            </p:childTnLst>
                          </p:cTn>
                        </p:par>
                        <p:par>
                          <p:cTn id="85" fill="hold">
                            <p:stCondLst>
                              <p:cond delay="6000"/>
                            </p:stCondLst>
                            <p:childTnLst>
                              <p:par>
                                <p:cTn id="86" presetID="53" presetClass="entr" presetSubtype="0" fill="hold" grpId="0" nodeType="afterEffect">
                                  <p:stCondLst>
                                    <p:cond delay="0"/>
                                  </p:stCondLst>
                                  <p:childTnLst>
                                    <p:set>
                                      <p:cBhvr>
                                        <p:cTn id="87" dur="1" fill="hold">
                                          <p:stCondLst>
                                            <p:cond delay="0"/>
                                          </p:stCondLst>
                                        </p:cTn>
                                        <p:tgtEl>
                                          <p:spTgt spid="159"/>
                                        </p:tgtEl>
                                        <p:attrNameLst>
                                          <p:attrName>style.visibility</p:attrName>
                                        </p:attrNameLst>
                                      </p:cBhvr>
                                      <p:to>
                                        <p:strVal val="visible"/>
                                      </p:to>
                                    </p:set>
                                    <p:anim calcmode="lin" valueType="num">
                                      <p:cBhvr>
                                        <p:cTn id="88" dur="500" fill="hold"/>
                                        <p:tgtEl>
                                          <p:spTgt spid="159"/>
                                        </p:tgtEl>
                                        <p:attrNameLst>
                                          <p:attrName>ppt_w</p:attrName>
                                        </p:attrNameLst>
                                      </p:cBhvr>
                                      <p:tavLst>
                                        <p:tav tm="0">
                                          <p:val>
                                            <p:fltVal val="0"/>
                                          </p:val>
                                        </p:tav>
                                        <p:tav tm="100000">
                                          <p:val>
                                            <p:strVal val="#ppt_w"/>
                                          </p:val>
                                        </p:tav>
                                      </p:tavLst>
                                    </p:anim>
                                    <p:anim calcmode="lin" valueType="num">
                                      <p:cBhvr>
                                        <p:cTn id="89" dur="500" fill="hold"/>
                                        <p:tgtEl>
                                          <p:spTgt spid="159"/>
                                        </p:tgtEl>
                                        <p:attrNameLst>
                                          <p:attrName>ppt_h</p:attrName>
                                        </p:attrNameLst>
                                      </p:cBhvr>
                                      <p:tavLst>
                                        <p:tav tm="0">
                                          <p:val>
                                            <p:fltVal val="0"/>
                                          </p:val>
                                        </p:tav>
                                        <p:tav tm="100000">
                                          <p:val>
                                            <p:strVal val="#ppt_h"/>
                                          </p:val>
                                        </p:tav>
                                      </p:tavLst>
                                    </p:anim>
                                    <p:animEffect transition="in" filter="fade">
                                      <p:cBhvr>
                                        <p:cTn id="90" dur="500"/>
                                        <p:tgtEl>
                                          <p:spTgt spid="159"/>
                                        </p:tgtEl>
                                      </p:cBhvr>
                                    </p:animEffect>
                                  </p:childTnLst>
                                </p:cTn>
                              </p:par>
                              <p:par>
                                <p:cTn id="91" presetID="53" presetClass="entr" presetSubtype="0" fill="hold" grpId="0" nodeType="withEffect">
                                  <p:stCondLst>
                                    <p:cond delay="0"/>
                                  </p:stCondLst>
                                  <p:childTnLst>
                                    <p:set>
                                      <p:cBhvr>
                                        <p:cTn id="92" dur="1" fill="hold">
                                          <p:stCondLst>
                                            <p:cond delay="0"/>
                                          </p:stCondLst>
                                        </p:cTn>
                                        <p:tgtEl>
                                          <p:spTgt spid="161"/>
                                        </p:tgtEl>
                                        <p:attrNameLst>
                                          <p:attrName>style.visibility</p:attrName>
                                        </p:attrNameLst>
                                      </p:cBhvr>
                                      <p:to>
                                        <p:strVal val="visible"/>
                                      </p:to>
                                    </p:set>
                                    <p:anim calcmode="lin" valueType="num">
                                      <p:cBhvr>
                                        <p:cTn id="93" dur="500" fill="hold"/>
                                        <p:tgtEl>
                                          <p:spTgt spid="161"/>
                                        </p:tgtEl>
                                        <p:attrNameLst>
                                          <p:attrName>ppt_w</p:attrName>
                                        </p:attrNameLst>
                                      </p:cBhvr>
                                      <p:tavLst>
                                        <p:tav tm="0">
                                          <p:val>
                                            <p:fltVal val="0"/>
                                          </p:val>
                                        </p:tav>
                                        <p:tav tm="100000">
                                          <p:val>
                                            <p:strVal val="#ppt_w"/>
                                          </p:val>
                                        </p:tav>
                                      </p:tavLst>
                                    </p:anim>
                                    <p:anim calcmode="lin" valueType="num">
                                      <p:cBhvr>
                                        <p:cTn id="94" dur="500" fill="hold"/>
                                        <p:tgtEl>
                                          <p:spTgt spid="161"/>
                                        </p:tgtEl>
                                        <p:attrNameLst>
                                          <p:attrName>ppt_h</p:attrName>
                                        </p:attrNameLst>
                                      </p:cBhvr>
                                      <p:tavLst>
                                        <p:tav tm="0">
                                          <p:val>
                                            <p:fltVal val="0"/>
                                          </p:val>
                                        </p:tav>
                                        <p:tav tm="100000">
                                          <p:val>
                                            <p:strVal val="#ppt_h"/>
                                          </p:val>
                                        </p:tav>
                                      </p:tavLst>
                                    </p:anim>
                                    <p:animEffect transition="in" filter="fade">
                                      <p:cBhvr>
                                        <p:cTn id="95" dur="500"/>
                                        <p:tgtEl>
                                          <p:spTgt spid="161"/>
                                        </p:tgtEl>
                                      </p:cBhvr>
                                    </p:animEffect>
                                  </p:childTnLst>
                                </p:cTn>
                              </p:par>
                            </p:childTnLst>
                          </p:cTn>
                        </p:par>
                        <p:par>
                          <p:cTn id="96" fill="hold">
                            <p:stCondLst>
                              <p:cond delay="6500"/>
                            </p:stCondLst>
                            <p:childTnLst>
                              <p:par>
                                <p:cTn id="97" presetID="18" presetClass="entr" presetSubtype="6" fill="hold" nodeType="afterEffect">
                                  <p:stCondLst>
                                    <p:cond delay="0"/>
                                  </p:stCondLst>
                                  <p:childTnLst>
                                    <p:set>
                                      <p:cBhvr>
                                        <p:cTn id="98" dur="1" fill="hold">
                                          <p:stCondLst>
                                            <p:cond delay="0"/>
                                          </p:stCondLst>
                                        </p:cTn>
                                        <p:tgtEl>
                                          <p:spTgt spid="163"/>
                                        </p:tgtEl>
                                        <p:attrNameLst>
                                          <p:attrName>style.visibility</p:attrName>
                                        </p:attrNameLst>
                                      </p:cBhvr>
                                      <p:to>
                                        <p:strVal val="visible"/>
                                      </p:to>
                                    </p:set>
                                    <p:animEffect transition="in" filter="strips(downRight)">
                                      <p:cBhvr>
                                        <p:cTn id="99" dur="500"/>
                                        <p:tgtEl>
                                          <p:spTgt spid="163"/>
                                        </p:tgtEl>
                                      </p:cBhvr>
                                    </p:animEffect>
                                  </p:childTnLst>
                                </p:cTn>
                              </p:par>
                            </p:childTnLst>
                          </p:cTn>
                        </p:par>
                        <p:par>
                          <p:cTn id="100" fill="hold">
                            <p:stCondLst>
                              <p:cond delay="7000"/>
                            </p:stCondLst>
                            <p:childTnLst>
                              <p:par>
                                <p:cTn id="101" presetID="53" presetClass="entr" presetSubtype="0" fill="hold" nodeType="afterEffect">
                                  <p:stCondLst>
                                    <p:cond delay="0"/>
                                  </p:stCondLst>
                                  <p:childTnLst>
                                    <p:set>
                                      <p:cBhvr>
                                        <p:cTn id="102" dur="1" fill="hold">
                                          <p:stCondLst>
                                            <p:cond delay="0"/>
                                          </p:stCondLst>
                                        </p:cTn>
                                        <p:tgtEl>
                                          <p:spTgt spid="13"/>
                                        </p:tgtEl>
                                        <p:attrNameLst>
                                          <p:attrName>style.visibility</p:attrName>
                                        </p:attrNameLst>
                                      </p:cBhvr>
                                      <p:to>
                                        <p:strVal val="visible"/>
                                      </p:to>
                                    </p:set>
                                    <p:anim calcmode="lin" valueType="num">
                                      <p:cBhvr>
                                        <p:cTn id="103" dur="500" fill="hold"/>
                                        <p:tgtEl>
                                          <p:spTgt spid="13"/>
                                        </p:tgtEl>
                                        <p:attrNameLst>
                                          <p:attrName>ppt_w</p:attrName>
                                        </p:attrNameLst>
                                      </p:cBhvr>
                                      <p:tavLst>
                                        <p:tav tm="0">
                                          <p:val>
                                            <p:fltVal val="0"/>
                                          </p:val>
                                        </p:tav>
                                        <p:tav tm="100000">
                                          <p:val>
                                            <p:strVal val="#ppt_w"/>
                                          </p:val>
                                        </p:tav>
                                      </p:tavLst>
                                    </p:anim>
                                    <p:anim calcmode="lin" valueType="num">
                                      <p:cBhvr>
                                        <p:cTn id="104" dur="500" fill="hold"/>
                                        <p:tgtEl>
                                          <p:spTgt spid="13"/>
                                        </p:tgtEl>
                                        <p:attrNameLst>
                                          <p:attrName>ppt_h</p:attrName>
                                        </p:attrNameLst>
                                      </p:cBhvr>
                                      <p:tavLst>
                                        <p:tav tm="0">
                                          <p:val>
                                            <p:fltVal val="0"/>
                                          </p:val>
                                        </p:tav>
                                        <p:tav tm="100000">
                                          <p:val>
                                            <p:strVal val="#ppt_h"/>
                                          </p:val>
                                        </p:tav>
                                      </p:tavLst>
                                    </p:anim>
                                    <p:animEffect transition="in" filter="fade">
                                      <p:cBhvr>
                                        <p:cTn id="105" dur="500"/>
                                        <p:tgtEl>
                                          <p:spTgt spid="13"/>
                                        </p:tgtEl>
                                      </p:cBhvr>
                                    </p:animEffect>
                                  </p:childTnLst>
                                </p:cTn>
                              </p:par>
                              <p:par>
                                <p:cTn id="106" presetID="2" presetClass="entr" presetSubtype="4" accel="50000" decel="50000" fill="hold" nodeType="withEffect">
                                  <p:stCondLst>
                                    <p:cond delay="0"/>
                                  </p:stCondLst>
                                  <p:childTnLst>
                                    <p:set>
                                      <p:cBhvr>
                                        <p:cTn id="107" dur="1" fill="hold">
                                          <p:stCondLst>
                                            <p:cond delay="0"/>
                                          </p:stCondLst>
                                        </p:cTn>
                                        <p:tgtEl>
                                          <p:spTgt spid="8"/>
                                        </p:tgtEl>
                                        <p:attrNameLst>
                                          <p:attrName>style.visibility</p:attrName>
                                        </p:attrNameLst>
                                      </p:cBhvr>
                                      <p:to>
                                        <p:strVal val="visible"/>
                                      </p:to>
                                    </p:set>
                                    <p:anim calcmode="lin" valueType="num">
                                      <p:cBhvr additive="base">
                                        <p:cTn id="108" dur="500" fill="hold"/>
                                        <p:tgtEl>
                                          <p:spTgt spid="8"/>
                                        </p:tgtEl>
                                        <p:attrNameLst>
                                          <p:attrName>ppt_x</p:attrName>
                                        </p:attrNameLst>
                                      </p:cBhvr>
                                      <p:tavLst>
                                        <p:tav tm="0">
                                          <p:val>
                                            <p:strVal val="#ppt_x"/>
                                          </p:val>
                                        </p:tav>
                                        <p:tav tm="100000">
                                          <p:val>
                                            <p:strVal val="#ppt_x"/>
                                          </p:val>
                                        </p:tav>
                                      </p:tavLst>
                                    </p:anim>
                                    <p:anim calcmode="lin" valueType="num">
                                      <p:cBhvr additive="base">
                                        <p:cTn id="109" dur="500" fill="hold"/>
                                        <p:tgtEl>
                                          <p:spTgt spid="8"/>
                                        </p:tgtEl>
                                        <p:attrNameLst>
                                          <p:attrName>ppt_y</p:attrName>
                                        </p:attrNameLst>
                                      </p:cBhvr>
                                      <p:tavLst>
                                        <p:tav tm="0">
                                          <p:val>
                                            <p:strVal val="1+#ppt_h/2"/>
                                          </p:val>
                                        </p:tav>
                                        <p:tav tm="100000">
                                          <p:val>
                                            <p:strVal val="#ppt_y"/>
                                          </p:val>
                                        </p:tav>
                                      </p:tavLst>
                                    </p:anim>
                                  </p:childTnLst>
                                </p:cTn>
                              </p:par>
                            </p:childTnLst>
                          </p:cTn>
                        </p:par>
                        <p:par>
                          <p:cTn id="110" fill="hold">
                            <p:stCondLst>
                              <p:cond delay="7500"/>
                            </p:stCondLst>
                            <p:childTnLst>
                              <p:par>
                                <p:cTn id="111" presetID="53" presetClass="entr" presetSubtype="0" fill="hold" nodeType="afterEffect">
                                  <p:stCondLst>
                                    <p:cond delay="0"/>
                                  </p:stCondLst>
                                  <p:childTnLst>
                                    <p:set>
                                      <p:cBhvr>
                                        <p:cTn id="112" dur="1" fill="hold">
                                          <p:stCondLst>
                                            <p:cond delay="0"/>
                                          </p:stCondLst>
                                        </p:cTn>
                                        <p:tgtEl>
                                          <p:spTgt spid="17"/>
                                        </p:tgtEl>
                                        <p:attrNameLst>
                                          <p:attrName>style.visibility</p:attrName>
                                        </p:attrNameLst>
                                      </p:cBhvr>
                                      <p:to>
                                        <p:strVal val="visible"/>
                                      </p:to>
                                    </p:set>
                                    <p:anim calcmode="lin" valueType="num">
                                      <p:cBhvr>
                                        <p:cTn id="113" dur="500" fill="hold"/>
                                        <p:tgtEl>
                                          <p:spTgt spid="17"/>
                                        </p:tgtEl>
                                        <p:attrNameLst>
                                          <p:attrName>ppt_w</p:attrName>
                                        </p:attrNameLst>
                                      </p:cBhvr>
                                      <p:tavLst>
                                        <p:tav tm="0">
                                          <p:val>
                                            <p:fltVal val="0"/>
                                          </p:val>
                                        </p:tav>
                                        <p:tav tm="100000">
                                          <p:val>
                                            <p:strVal val="#ppt_w"/>
                                          </p:val>
                                        </p:tav>
                                      </p:tavLst>
                                    </p:anim>
                                    <p:anim calcmode="lin" valueType="num">
                                      <p:cBhvr>
                                        <p:cTn id="114" dur="500" fill="hold"/>
                                        <p:tgtEl>
                                          <p:spTgt spid="17"/>
                                        </p:tgtEl>
                                        <p:attrNameLst>
                                          <p:attrName>ppt_h</p:attrName>
                                        </p:attrNameLst>
                                      </p:cBhvr>
                                      <p:tavLst>
                                        <p:tav tm="0">
                                          <p:val>
                                            <p:fltVal val="0"/>
                                          </p:val>
                                        </p:tav>
                                        <p:tav tm="100000">
                                          <p:val>
                                            <p:strVal val="#ppt_h"/>
                                          </p:val>
                                        </p:tav>
                                      </p:tavLst>
                                    </p:anim>
                                    <p:animEffect transition="in" filter="fade">
                                      <p:cBhvr>
                                        <p:cTn id="115" dur="500"/>
                                        <p:tgtEl>
                                          <p:spTgt spid="17"/>
                                        </p:tgtEl>
                                      </p:cBhvr>
                                    </p:animEffect>
                                  </p:childTnLst>
                                </p:cTn>
                              </p:par>
                              <p:par>
                                <p:cTn id="116" presetID="2" presetClass="entr" presetSubtype="4" accel="50000" decel="50000" fill="hold" nodeType="withEffect">
                                  <p:stCondLst>
                                    <p:cond delay="0"/>
                                  </p:stCondLst>
                                  <p:childTnLst>
                                    <p:set>
                                      <p:cBhvr>
                                        <p:cTn id="117" dur="1" fill="hold">
                                          <p:stCondLst>
                                            <p:cond delay="0"/>
                                          </p:stCondLst>
                                        </p:cTn>
                                        <p:tgtEl>
                                          <p:spTgt spid="9"/>
                                        </p:tgtEl>
                                        <p:attrNameLst>
                                          <p:attrName>style.visibility</p:attrName>
                                        </p:attrNameLst>
                                      </p:cBhvr>
                                      <p:to>
                                        <p:strVal val="visible"/>
                                      </p:to>
                                    </p:set>
                                    <p:anim calcmode="lin" valueType="num">
                                      <p:cBhvr additive="base">
                                        <p:cTn id="118" dur="500" fill="hold"/>
                                        <p:tgtEl>
                                          <p:spTgt spid="9"/>
                                        </p:tgtEl>
                                        <p:attrNameLst>
                                          <p:attrName>ppt_x</p:attrName>
                                        </p:attrNameLst>
                                      </p:cBhvr>
                                      <p:tavLst>
                                        <p:tav tm="0">
                                          <p:val>
                                            <p:strVal val="#ppt_x"/>
                                          </p:val>
                                        </p:tav>
                                        <p:tav tm="100000">
                                          <p:val>
                                            <p:strVal val="#ppt_x"/>
                                          </p:val>
                                        </p:tav>
                                      </p:tavLst>
                                    </p:anim>
                                    <p:anim calcmode="lin" valueType="num">
                                      <p:cBhvr additive="base">
                                        <p:cTn id="119" dur="500" fill="hold"/>
                                        <p:tgtEl>
                                          <p:spTgt spid="9"/>
                                        </p:tgtEl>
                                        <p:attrNameLst>
                                          <p:attrName>ppt_y</p:attrName>
                                        </p:attrNameLst>
                                      </p:cBhvr>
                                      <p:tavLst>
                                        <p:tav tm="0">
                                          <p:val>
                                            <p:strVal val="1+#ppt_h/2"/>
                                          </p:val>
                                        </p:tav>
                                        <p:tav tm="100000">
                                          <p:val>
                                            <p:strVal val="#ppt_y"/>
                                          </p:val>
                                        </p:tav>
                                      </p:tavLst>
                                    </p:anim>
                                  </p:childTnLst>
                                </p:cTn>
                              </p:par>
                            </p:childTnLst>
                          </p:cTn>
                        </p:par>
                        <p:par>
                          <p:cTn id="120" fill="hold">
                            <p:stCondLst>
                              <p:cond delay="8000"/>
                            </p:stCondLst>
                            <p:childTnLst>
                              <p:par>
                                <p:cTn id="121" presetID="53" presetClass="entr" presetSubtype="0" fill="hold" nodeType="afterEffect">
                                  <p:stCondLst>
                                    <p:cond delay="0"/>
                                  </p:stCondLst>
                                  <p:childTnLst>
                                    <p:set>
                                      <p:cBhvr>
                                        <p:cTn id="122" dur="1" fill="hold">
                                          <p:stCondLst>
                                            <p:cond delay="0"/>
                                          </p:stCondLst>
                                        </p:cTn>
                                        <p:tgtEl>
                                          <p:spTgt spid="15"/>
                                        </p:tgtEl>
                                        <p:attrNameLst>
                                          <p:attrName>style.visibility</p:attrName>
                                        </p:attrNameLst>
                                      </p:cBhvr>
                                      <p:to>
                                        <p:strVal val="visible"/>
                                      </p:to>
                                    </p:set>
                                    <p:anim calcmode="lin" valueType="num">
                                      <p:cBhvr>
                                        <p:cTn id="123" dur="500" fill="hold"/>
                                        <p:tgtEl>
                                          <p:spTgt spid="15"/>
                                        </p:tgtEl>
                                        <p:attrNameLst>
                                          <p:attrName>ppt_w</p:attrName>
                                        </p:attrNameLst>
                                      </p:cBhvr>
                                      <p:tavLst>
                                        <p:tav tm="0">
                                          <p:val>
                                            <p:fltVal val="0"/>
                                          </p:val>
                                        </p:tav>
                                        <p:tav tm="100000">
                                          <p:val>
                                            <p:strVal val="#ppt_w"/>
                                          </p:val>
                                        </p:tav>
                                      </p:tavLst>
                                    </p:anim>
                                    <p:anim calcmode="lin" valueType="num">
                                      <p:cBhvr>
                                        <p:cTn id="124" dur="500" fill="hold"/>
                                        <p:tgtEl>
                                          <p:spTgt spid="15"/>
                                        </p:tgtEl>
                                        <p:attrNameLst>
                                          <p:attrName>ppt_h</p:attrName>
                                        </p:attrNameLst>
                                      </p:cBhvr>
                                      <p:tavLst>
                                        <p:tav tm="0">
                                          <p:val>
                                            <p:fltVal val="0"/>
                                          </p:val>
                                        </p:tav>
                                        <p:tav tm="100000">
                                          <p:val>
                                            <p:strVal val="#ppt_h"/>
                                          </p:val>
                                        </p:tav>
                                      </p:tavLst>
                                    </p:anim>
                                    <p:animEffect transition="in" filter="fade">
                                      <p:cBhvr>
                                        <p:cTn id="125" dur="500"/>
                                        <p:tgtEl>
                                          <p:spTgt spid="15"/>
                                        </p:tgtEl>
                                      </p:cBhvr>
                                    </p:animEffect>
                                  </p:childTnLst>
                                </p:cTn>
                              </p:par>
                              <p:par>
                                <p:cTn id="126" presetID="2" presetClass="entr" presetSubtype="4" accel="50000" decel="50000" fill="hold" nodeType="withEffect">
                                  <p:stCondLst>
                                    <p:cond delay="0"/>
                                  </p:stCondLst>
                                  <p:childTnLst>
                                    <p:set>
                                      <p:cBhvr>
                                        <p:cTn id="127" dur="1" fill="hold">
                                          <p:stCondLst>
                                            <p:cond delay="0"/>
                                          </p:stCondLst>
                                        </p:cTn>
                                        <p:tgtEl>
                                          <p:spTgt spid="10"/>
                                        </p:tgtEl>
                                        <p:attrNameLst>
                                          <p:attrName>style.visibility</p:attrName>
                                        </p:attrNameLst>
                                      </p:cBhvr>
                                      <p:to>
                                        <p:strVal val="visible"/>
                                      </p:to>
                                    </p:set>
                                    <p:anim calcmode="lin" valueType="num">
                                      <p:cBhvr additive="base">
                                        <p:cTn id="128" dur="500" fill="hold"/>
                                        <p:tgtEl>
                                          <p:spTgt spid="10"/>
                                        </p:tgtEl>
                                        <p:attrNameLst>
                                          <p:attrName>ppt_x</p:attrName>
                                        </p:attrNameLst>
                                      </p:cBhvr>
                                      <p:tavLst>
                                        <p:tav tm="0">
                                          <p:val>
                                            <p:strVal val="#ppt_x"/>
                                          </p:val>
                                        </p:tav>
                                        <p:tav tm="100000">
                                          <p:val>
                                            <p:strVal val="#ppt_x"/>
                                          </p:val>
                                        </p:tav>
                                      </p:tavLst>
                                    </p:anim>
                                    <p:anim calcmode="lin" valueType="num">
                                      <p:cBhvr additive="base">
                                        <p:cTn id="129" dur="500" fill="hold"/>
                                        <p:tgtEl>
                                          <p:spTgt spid="10"/>
                                        </p:tgtEl>
                                        <p:attrNameLst>
                                          <p:attrName>ppt_y</p:attrName>
                                        </p:attrNameLst>
                                      </p:cBhvr>
                                      <p:tavLst>
                                        <p:tav tm="0">
                                          <p:val>
                                            <p:strVal val="1+#ppt_h/2"/>
                                          </p:val>
                                        </p:tav>
                                        <p:tav tm="100000">
                                          <p:val>
                                            <p:strVal val="#ppt_y"/>
                                          </p:val>
                                        </p:tav>
                                      </p:tavLst>
                                    </p:anim>
                                  </p:childTnLst>
                                </p:cTn>
                              </p:par>
                            </p:childTnLst>
                          </p:cTn>
                        </p:par>
                        <p:par>
                          <p:cTn id="130" fill="hold">
                            <p:stCondLst>
                              <p:cond delay="8500"/>
                            </p:stCondLst>
                            <p:childTnLst>
                              <p:par>
                                <p:cTn id="131" presetID="53" presetClass="entr" presetSubtype="0" fill="hold" nodeType="afterEffect">
                                  <p:stCondLst>
                                    <p:cond delay="0"/>
                                  </p:stCondLst>
                                  <p:childTnLst>
                                    <p:set>
                                      <p:cBhvr>
                                        <p:cTn id="132" dur="1" fill="hold">
                                          <p:stCondLst>
                                            <p:cond delay="0"/>
                                          </p:stCondLst>
                                        </p:cTn>
                                        <p:tgtEl>
                                          <p:spTgt spid="16"/>
                                        </p:tgtEl>
                                        <p:attrNameLst>
                                          <p:attrName>style.visibility</p:attrName>
                                        </p:attrNameLst>
                                      </p:cBhvr>
                                      <p:to>
                                        <p:strVal val="visible"/>
                                      </p:to>
                                    </p:set>
                                    <p:anim calcmode="lin" valueType="num">
                                      <p:cBhvr>
                                        <p:cTn id="133" dur="500" fill="hold"/>
                                        <p:tgtEl>
                                          <p:spTgt spid="16"/>
                                        </p:tgtEl>
                                        <p:attrNameLst>
                                          <p:attrName>ppt_w</p:attrName>
                                        </p:attrNameLst>
                                      </p:cBhvr>
                                      <p:tavLst>
                                        <p:tav tm="0">
                                          <p:val>
                                            <p:fltVal val="0"/>
                                          </p:val>
                                        </p:tav>
                                        <p:tav tm="100000">
                                          <p:val>
                                            <p:strVal val="#ppt_w"/>
                                          </p:val>
                                        </p:tav>
                                      </p:tavLst>
                                    </p:anim>
                                    <p:anim calcmode="lin" valueType="num">
                                      <p:cBhvr>
                                        <p:cTn id="134" dur="500" fill="hold"/>
                                        <p:tgtEl>
                                          <p:spTgt spid="16"/>
                                        </p:tgtEl>
                                        <p:attrNameLst>
                                          <p:attrName>ppt_h</p:attrName>
                                        </p:attrNameLst>
                                      </p:cBhvr>
                                      <p:tavLst>
                                        <p:tav tm="0">
                                          <p:val>
                                            <p:fltVal val="0"/>
                                          </p:val>
                                        </p:tav>
                                        <p:tav tm="100000">
                                          <p:val>
                                            <p:strVal val="#ppt_h"/>
                                          </p:val>
                                        </p:tav>
                                      </p:tavLst>
                                    </p:anim>
                                    <p:animEffect transition="in" filter="fade">
                                      <p:cBhvr>
                                        <p:cTn id="135" dur="500"/>
                                        <p:tgtEl>
                                          <p:spTgt spid="16"/>
                                        </p:tgtEl>
                                      </p:cBhvr>
                                    </p:animEffect>
                                  </p:childTnLst>
                                </p:cTn>
                              </p:par>
                              <p:par>
                                <p:cTn id="136" presetID="2" presetClass="entr" presetSubtype="4" accel="50000" decel="50000" fill="hold" nodeType="withEffect">
                                  <p:stCondLst>
                                    <p:cond delay="0"/>
                                  </p:stCondLst>
                                  <p:childTnLst>
                                    <p:set>
                                      <p:cBhvr>
                                        <p:cTn id="137" dur="1" fill="hold">
                                          <p:stCondLst>
                                            <p:cond delay="0"/>
                                          </p:stCondLst>
                                        </p:cTn>
                                        <p:tgtEl>
                                          <p:spTgt spid="11"/>
                                        </p:tgtEl>
                                        <p:attrNameLst>
                                          <p:attrName>style.visibility</p:attrName>
                                        </p:attrNameLst>
                                      </p:cBhvr>
                                      <p:to>
                                        <p:strVal val="visible"/>
                                      </p:to>
                                    </p:set>
                                    <p:anim calcmode="lin" valueType="num">
                                      <p:cBhvr additive="base">
                                        <p:cTn id="138" dur="500" fill="hold"/>
                                        <p:tgtEl>
                                          <p:spTgt spid="11"/>
                                        </p:tgtEl>
                                        <p:attrNameLst>
                                          <p:attrName>ppt_x</p:attrName>
                                        </p:attrNameLst>
                                      </p:cBhvr>
                                      <p:tavLst>
                                        <p:tav tm="0">
                                          <p:val>
                                            <p:strVal val="#ppt_x"/>
                                          </p:val>
                                        </p:tav>
                                        <p:tav tm="100000">
                                          <p:val>
                                            <p:strVal val="#ppt_x"/>
                                          </p:val>
                                        </p:tav>
                                      </p:tavLst>
                                    </p:anim>
                                    <p:anim calcmode="lin" valueType="num">
                                      <p:cBhvr additive="base">
                                        <p:cTn id="139" dur="500" fill="hold"/>
                                        <p:tgtEl>
                                          <p:spTgt spid="11"/>
                                        </p:tgtEl>
                                        <p:attrNameLst>
                                          <p:attrName>ppt_y</p:attrName>
                                        </p:attrNameLst>
                                      </p:cBhvr>
                                      <p:tavLst>
                                        <p:tav tm="0">
                                          <p:val>
                                            <p:strVal val="1+#ppt_h/2"/>
                                          </p:val>
                                        </p:tav>
                                        <p:tav tm="100000">
                                          <p:val>
                                            <p:strVal val="#ppt_y"/>
                                          </p:val>
                                        </p:tav>
                                      </p:tavLst>
                                    </p:anim>
                                  </p:childTnLst>
                                </p:cTn>
                              </p:par>
                            </p:childTnLst>
                          </p:cTn>
                        </p:par>
                        <p:par>
                          <p:cTn id="140" fill="hold">
                            <p:stCondLst>
                              <p:cond delay="9000"/>
                            </p:stCondLst>
                            <p:childTnLst>
                              <p:par>
                                <p:cTn id="141" presetID="53" presetClass="entr" presetSubtype="0" fill="hold" nodeType="afterEffect">
                                  <p:stCondLst>
                                    <p:cond delay="0"/>
                                  </p:stCondLst>
                                  <p:childTnLst>
                                    <p:set>
                                      <p:cBhvr>
                                        <p:cTn id="142" dur="1" fill="hold">
                                          <p:stCondLst>
                                            <p:cond delay="0"/>
                                          </p:stCondLst>
                                        </p:cTn>
                                        <p:tgtEl>
                                          <p:spTgt spid="14"/>
                                        </p:tgtEl>
                                        <p:attrNameLst>
                                          <p:attrName>style.visibility</p:attrName>
                                        </p:attrNameLst>
                                      </p:cBhvr>
                                      <p:to>
                                        <p:strVal val="visible"/>
                                      </p:to>
                                    </p:set>
                                    <p:anim calcmode="lin" valueType="num">
                                      <p:cBhvr>
                                        <p:cTn id="143" dur="500" fill="hold"/>
                                        <p:tgtEl>
                                          <p:spTgt spid="14"/>
                                        </p:tgtEl>
                                        <p:attrNameLst>
                                          <p:attrName>ppt_w</p:attrName>
                                        </p:attrNameLst>
                                      </p:cBhvr>
                                      <p:tavLst>
                                        <p:tav tm="0">
                                          <p:val>
                                            <p:fltVal val="0"/>
                                          </p:val>
                                        </p:tav>
                                        <p:tav tm="100000">
                                          <p:val>
                                            <p:strVal val="#ppt_w"/>
                                          </p:val>
                                        </p:tav>
                                      </p:tavLst>
                                    </p:anim>
                                    <p:anim calcmode="lin" valueType="num">
                                      <p:cBhvr>
                                        <p:cTn id="144" dur="500" fill="hold"/>
                                        <p:tgtEl>
                                          <p:spTgt spid="14"/>
                                        </p:tgtEl>
                                        <p:attrNameLst>
                                          <p:attrName>ppt_h</p:attrName>
                                        </p:attrNameLst>
                                      </p:cBhvr>
                                      <p:tavLst>
                                        <p:tav tm="0">
                                          <p:val>
                                            <p:fltVal val="0"/>
                                          </p:val>
                                        </p:tav>
                                        <p:tav tm="100000">
                                          <p:val>
                                            <p:strVal val="#ppt_h"/>
                                          </p:val>
                                        </p:tav>
                                      </p:tavLst>
                                    </p:anim>
                                    <p:animEffect transition="in" filter="fade">
                                      <p:cBhvr>
                                        <p:cTn id="145" dur="500"/>
                                        <p:tgtEl>
                                          <p:spTgt spid="14"/>
                                        </p:tgtEl>
                                      </p:cBhvr>
                                    </p:animEffect>
                                  </p:childTnLst>
                                </p:cTn>
                              </p:par>
                              <p:par>
                                <p:cTn id="146" presetID="2" presetClass="entr" presetSubtype="4" accel="50000" decel="50000" fill="hold" nodeType="withEffect">
                                  <p:stCondLst>
                                    <p:cond delay="0"/>
                                  </p:stCondLst>
                                  <p:childTnLst>
                                    <p:set>
                                      <p:cBhvr>
                                        <p:cTn id="147" dur="1" fill="hold">
                                          <p:stCondLst>
                                            <p:cond delay="0"/>
                                          </p:stCondLst>
                                        </p:cTn>
                                        <p:tgtEl>
                                          <p:spTgt spid="12"/>
                                        </p:tgtEl>
                                        <p:attrNameLst>
                                          <p:attrName>style.visibility</p:attrName>
                                        </p:attrNameLst>
                                      </p:cBhvr>
                                      <p:to>
                                        <p:strVal val="visible"/>
                                      </p:to>
                                    </p:set>
                                    <p:anim calcmode="lin" valueType="num">
                                      <p:cBhvr additive="base">
                                        <p:cTn id="148" dur="500" fill="hold"/>
                                        <p:tgtEl>
                                          <p:spTgt spid="12"/>
                                        </p:tgtEl>
                                        <p:attrNameLst>
                                          <p:attrName>ppt_x</p:attrName>
                                        </p:attrNameLst>
                                      </p:cBhvr>
                                      <p:tavLst>
                                        <p:tav tm="0">
                                          <p:val>
                                            <p:strVal val="#ppt_x"/>
                                          </p:val>
                                        </p:tav>
                                        <p:tav tm="100000">
                                          <p:val>
                                            <p:strVal val="#ppt_x"/>
                                          </p:val>
                                        </p:tav>
                                      </p:tavLst>
                                    </p:anim>
                                    <p:anim calcmode="lin" valueType="num">
                                      <p:cBhvr additive="base">
                                        <p:cTn id="149" dur="500" fill="hold"/>
                                        <p:tgtEl>
                                          <p:spTgt spid="12"/>
                                        </p:tgtEl>
                                        <p:attrNameLst>
                                          <p:attrName>ppt_y</p:attrName>
                                        </p:attrNameLst>
                                      </p:cBhvr>
                                      <p:tavLst>
                                        <p:tav tm="0">
                                          <p:val>
                                            <p:strVal val="1+#ppt_h/2"/>
                                          </p:val>
                                        </p:tav>
                                        <p:tav tm="100000">
                                          <p:val>
                                            <p:strVal val="#ppt_y"/>
                                          </p:val>
                                        </p:tav>
                                      </p:tavLst>
                                    </p:anim>
                                  </p:childTnLst>
                                </p:cTn>
                              </p:par>
                            </p:childTnLst>
                          </p:cTn>
                        </p:par>
                        <p:par>
                          <p:cTn id="150" fill="hold">
                            <p:stCondLst>
                              <p:cond delay="9500"/>
                            </p:stCondLst>
                            <p:childTnLst>
                              <p:par>
                                <p:cTn id="151" presetID="53" presetClass="entr" presetSubtype="0" fill="hold" grpId="0" nodeType="afterEffect">
                                  <p:stCondLst>
                                    <p:cond delay="0"/>
                                  </p:stCondLst>
                                  <p:childTnLst>
                                    <p:set>
                                      <p:cBhvr>
                                        <p:cTn id="152" dur="1" fill="hold">
                                          <p:stCondLst>
                                            <p:cond delay="0"/>
                                          </p:stCondLst>
                                        </p:cTn>
                                        <p:tgtEl>
                                          <p:spTgt spid="165"/>
                                        </p:tgtEl>
                                        <p:attrNameLst>
                                          <p:attrName>style.visibility</p:attrName>
                                        </p:attrNameLst>
                                      </p:cBhvr>
                                      <p:to>
                                        <p:strVal val="visible"/>
                                      </p:to>
                                    </p:set>
                                    <p:anim calcmode="lin" valueType="num">
                                      <p:cBhvr>
                                        <p:cTn id="153" dur="500" fill="hold"/>
                                        <p:tgtEl>
                                          <p:spTgt spid="165"/>
                                        </p:tgtEl>
                                        <p:attrNameLst>
                                          <p:attrName>ppt_w</p:attrName>
                                        </p:attrNameLst>
                                      </p:cBhvr>
                                      <p:tavLst>
                                        <p:tav tm="0">
                                          <p:val>
                                            <p:fltVal val="0"/>
                                          </p:val>
                                        </p:tav>
                                        <p:tav tm="100000">
                                          <p:val>
                                            <p:strVal val="#ppt_w"/>
                                          </p:val>
                                        </p:tav>
                                      </p:tavLst>
                                    </p:anim>
                                    <p:anim calcmode="lin" valueType="num">
                                      <p:cBhvr>
                                        <p:cTn id="154" dur="500" fill="hold"/>
                                        <p:tgtEl>
                                          <p:spTgt spid="165"/>
                                        </p:tgtEl>
                                        <p:attrNameLst>
                                          <p:attrName>ppt_h</p:attrName>
                                        </p:attrNameLst>
                                      </p:cBhvr>
                                      <p:tavLst>
                                        <p:tav tm="0">
                                          <p:val>
                                            <p:fltVal val="0"/>
                                          </p:val>
                                        </p:tav>
                                        <p:tav tm="100000">
                                          <p:val>
                                            <p:strVal val="#ppt_h"/>
                                          </p:val>
                                        </p:tav>
                                      </p:tavLst>
                                    </p:anim>
                                    <p:animEffect transition="in" filter="fade">
                                      <p:cBhvr>
                                        <p:cTn id="155" dur="500"/>
                                        <p:tgtEl>
                                          <p:spTgt spid="165"/>
                                        </p:tgtEl>
                                      </p:cBhvr>
                                    </p:animEffect>
                                  </p:childTnLst>
                                </p:cTn>
                              </p:par>
                            </p:childTnLst>
                          </p:cTn>
                        </p:par>
                        <p:par>
                          <p:cTn id="156" fill="hold">
                            <p:stCondLst>
                              <p:cond delay="10000"/>
                            </p:stCondLst>
                            <p:childTnLst>
                              <p:par>
                                <p:cTn id="157" presetID="53" presetClass="entr" presetSubtype="0" fill="hold" nodeType="afterEffect">
                                  <p:stCondLst>
                                    <p:cond delay="0"/>
                                  </p:stCondLst>
                                  <p:childTnLst>
                                    <p:set>
                                      <p:cBhvr>
                                        <p:cTn id="158" dur="1" fill="hold">
                                          <p:stCondLst>
                                            <p:cond delay="0"/>
                                          </p:stCondLst>
                                        </p:cTn>
                                        <p:tgtEl>
                                          <p:spTgt spid="19"/>
                                        </p:tgtEl>
                                        <p:attrNameLst>
                                          <p:attrName>style.visibility</p:attrName>
                                        </p:attrNameLst>
                                      </p:cBhvr>
                                      <p:to>
                                        <p:strVal val="visible"/>
                                      </p:to>
                                    </p:set>
                                    <p:anim calcmode="lin" valueType="num">
                                      <p:cBhvr>
                                        <p:cTn id="159" dur="500" fill="hold"/>
                                        <p:tgtEl>
                                          <p:spTgt spid="19"/>
                                        </p:tgtEl>
                                        <p:attrNameLst>
                                          <p:attrName>ppt_w</p:attrName>
                                        </p:attrNameLst>
                                      </p:cBhvr>
                                      <p:tavLst>
                                        <p:tav tm="0">
                                          <p:val>
                                            <p:fltVal val="0"/>
                                          </p:val>
                                        </p:tav>
                                        <p:tav tm="100000">
                                          <p:val>
                                            <p:strVal val="#ppt_w"/>
                                          </p:val>
                                        </p:tav>
                                      </p:tavLst>
                                    </p:anim>
                                    <p:anim calcmode="lin" valueType="num">
                                      <p:cBhvr>
                                        <p:cTn id="160" dur="500" fill="hold"/>
                                        <p:tgtEl>
                                          <p:spTgt spid="19"/>
                                        </p:tgtEl>
                                        <p:attrNameLst>
                                          <p:attrName>ppt_h</p:attrName>
                                        </p:attrNameLst>
                                      </p:cBhvr>
                                      <p:tavLst>
                                        <p:tav tm="0">
                                          <p:val>
                                            <p:fltVal val="0"/>
                                          </p:val>
                                        </p:tav>
                                        <p:tav tm="100000">
                                          <p:val>
                                            <p:strVal val="#ppt_h"/>
                                          </p:val>
                                        </p:tav>
                                      </p:tavLst>
                                    </p:anim>
                                    <p:animEffect transition="in" filter="fade">
                                      <p:cBhvr>
                                        <p:cTn id="161" dur="500"/>
                                        <p:tgtEl>
                                          <p:spTgt spid="19"/>
                                        </p:tgtEl>
                                      </p:cBhvr>
                                    </p:animEffect>
                                  </p:childTnLst>
                                </p:cTn>
                              </p:par>
                            </p:childTnLst>
                          </p:cTn>
                        </p:par>
                        <p:par>
                          <p:cTn id="162" fill="hold">
                            <p:stCondLst>
                              <p:cond delay="10500"/>
                            </p:stCondLst>
                            <p:childTnLst>
                              <p:par>
                                <p:cTn id="163" presetID="53" presetClass="entr" presetSubtype="0" fill="hold" grpId="0" nodeType="afterEffect">
                                  <p:stCondLst>
                                    <p:cond delay="0"/>
                                  </p:stCondLst>
                                  <p:childTnLst>
                                    <p:set>
                                      <p:cBhvr>
                                        <p:cTn id="164" dur="1" fill="hold">
                                          <p:stCondLst>
                                            <p:cond delay="0"/>
                                          </p:stCondLst>
                                        </p:cTn>
                                        <p:tgtEl>
                                          <p:spTgt spid="166"/>
                                        </p:tgtEl>
                                        <p:attrNameLst>
                                          <p:attrName>style.visibility</p:attrName>
                                        </p:attrNameLst>
                                      </p:cBhvr>
                                      <p:to>
                                        <p:strVal val="visible"/>
                                      </p:to>
                                    </p:set>
                                    <p:anim calcmode="lin" valueType="num">
                                      <p:cBhvr>
                                        <p:cTn id="165" dur="500" fill="hold"/>
                                        <p:tgtEl>
                                          <p:spTgt spid="166"/>
                                        </p:tgtEl>
                                        <p:attrNameLst>
                                          <p:attrName>ppt_w</p:attrName>
                                        </p:attrNameLst>
                                      </p:cBhvr>
                                      <p:tavLst>
                                        <p:tav tm="0">
                                          <p:val>
                                            <p:fltVal val="0"/>
                                          </p:val>
                                        </p:tav>
                                        <p:tav tm="100000">
                                          <p:val>
                                            <p:strVal val="#ppt_w"/>
                                          </p:val>
                                        </p:tav>
                                      </p:tavLst>
                                    </p:anim>
                                    <p:anim calcmode="lin" valueType="num">
                                      <p:cBhvr>
                                        <p:cTn id="166" dur="500" fill="hold"/>
                                        <p:tgtEl>
                                          <p:spTgt spid="166"/>
                                        </p:tgtEl>
                                        <p:attrNameLst>
                                          <p:attrName>ppt_h</p:attrName>
                                        </p:attrNameLst>
                                      </p:cBhvr>
                                      <p:tavLst>
                                        <p:tav tm="0">
                                          <p:val>
                                            <p:fltVal val="0"/>
                                          </p:val>
                                        </p:tav>
                                        <p:tav tm="100000">
                                          <p:val>
                                            <p:strVal val="#ppt_h"/>
                                          </p:val>
                                        </p:tav>
                                      </p:tavLst>
                                    </p:anim>
                                    <p:animEffect transition="in" filter="fade">
                                      <p:cBhvr>
                                        <p:cTn id="167" dur="500"/>
                                        <p:tgtEl>
                                          <p:spTgt spid="166"/>
                                        </p:tgtEl>
                                      </p:cBhvr>
                                    </p:animEffect>
                                  </p:childTnLst>
                                </p:cTn>
                              </p:par>
                            </p:childTnLst>
                          </p:cTn>
                        </p:par>
                        <p:par>
                          <p:cTn id="168" fill="hold">
                            <p:stCondLst>
                              <p:cond delay="11000"/>
                            </p:stCondLst>
                            <p:childTnLst>
                              <p:par>
                                <p:cTn id="169" presetID="53" presetClass="entr" presetSubtype="0" fill="hold" grpId="0" nodeType="afterEffect">
                                  <p:stCondLst>
                                    <p:cond delay="0"/>
                                  </p:stCondLst>
                                  <p:childTnLst>
                                    <p:set>
                                      <p:cBhvr>
                                        <p:cTn id="170" dur="1" fill="hold">
                                          <p:stCondLst>
                                            <p:cond delay="0"/>
                                          </p:stCondLst>
                                        </p:cTn>
                                        <p:tgtEl>
                                          <p:spTgt spid="164"/>
                                        </p:tgtEl>
                                        <p:attrNameLst>
                                          <p:attrName>style.visibility</p:attrName>
                                        </p:attrNameLst>
                                      </p:cBhvr>
                                      <p:to>
                                        <p:strVal val="visible"/>
                                      </p:to>
                                    </p:set>
                                    <p:anim calcmode="lin" valueType="num">
                                      <p:cBhvr>
                                        <p:cTn id="171" dur="500" fill="hold"/>
                                        <p:tgtEl>
                                          <p:spTgt spid="164"/>
                                        </p:tgtEl>
                                        <p:attrNameLst>
                                          <p:attrName>ppt_w</p:attrName>
                                        </p:attrNameLst>
                                      </p:cBhvr>
                                      <p:tavLst>
                                        <p:tav tm="0">
                                          <p:val>
                                            <p:fltVal val="0"/>
                                          </p:val>
                                        </p:tav>
                                        <p:tav tm="100000">
                                          <p:val>
                                            <p:strVal val="#ppt_w"/>
                                          </p:val>
                                        </p:tav>
                                      </p:tavLst>
                                    </p:anim>
                                    <p:anim calcmode="lin" valueType="num">
                                      <p:cBhvr>
                                        <p:cTn id="172" dur="500" fill="hold"/>
                                        <p:tgtEl>
                                          <p:spTgt spid="164"/>
                                        </p:tgtEl>
                                        <p:attrNameLst>
                                          <p:attrName>ppt_h</p:attrName>
                                        </p:attrNameLst>
                                      </p:cBhvr>
                                      <p:tavLst>
                                        <p:tav tm="0">
                                          <p:val>
                                            <p:fltVal val="0"/>
                                          </p:val>
                                        </p:tav>
                                        <p:tav tm="100000">
                                          <p:val>
                                            <p:strVal val="#ppt_h"/>
                                          </p:val>
                                        </p:tav>
                                      </p:tavLst>
                                    </p:anim>
                                    <p:animEffect transition="in" filter="fade">
                                      <p:cBhvr>
                                        <p:cTn id="173" dur="500"/>
                                        <p:tgtEl>
                                          <p:spTgt spid="164"/>
                                        </p:tgtEl>
                                      </p:cBhvr>
                                    </p:animEffect>
                                  </p:childTnLst>
                                </p:cTn>
                              </p:par>
                            </p:childTnLst>
                          </p:cTn>
                        </p:par>
                        <p:par>
                          <p:cTn id="174" fill="hold">
                            <p:stCondLst>
                              <p:cond delay="11500"/>
                            </p:stCondLst>
                            <p:childTnLst>
                              <p:par>
                                <p:cTn id="175" presetID="53" presetClass="entr" presetSubtype="0" fill="hold" nodeType="afterEffect">
                                  <p:stCondLst>
                                    <p:cond delay="0"/>
                                  </p:stCondLst>
                                  <p:childTnLst>
                                    <p:set>
                                      <p:cBhvr>
                                        <p:cTn id="176" dur="1" fill="hold">
                                          <p:stCondLst>
                                            <p:cond delay="0"/>
                                          </p:stCondLst>
                                        </p:cTn>
                                        <p:tgtEl>
                                          <p:spTgt spid="25"/>
                                        </p:tgtEl>
                                        <p:attrNameLst>
                                          <p:attrName>style.visibility</p:attrName>
                                        </p:attrNameLst>
                                      </p:cBhvr>
                                      <p:to>
                                        <p:strVal val="visible"/>
                                      </p:to>
                                    </p:set>
                                    <p:anim calcmode="lin" valueType="num">
                                      <p:cBhvr>
                                        <p:cTn id="177" dur="500" fill="hold"/>
                                        <p:tgtEl>
                                          <p:spTgt spid="25"/>
                                        </p:tgtEl>
                                        <p:attrNameLst>
                                          <p:attrName>ppt_w</p:attrName>
                                        </p:attrNameLst>
                                      </p:cBhvr>
                                      <p:tavLst>
                                        <p:tav tm="0">
                                          <p:val>
                                            <p:fltVal val="0"/>
                                          </p:val>
                                        </p:tav>
                                        <p:tav tm="100000">
                                          <p:val>
                                            <p:strVal val="#ppt_w"/>
                                          </p:val>
                                        </p:tav>
                                      </p:tavLst>
                                    </p:anim>
                                    <p:anim calcmode="lin" valueType="num">
                                      <p:cBhvr>
                                        <p:cTn id="178" dur="500" fill="hold"/>
                                        <p:tgtEl>
                                          <p:spTgt spid="25"/>
                                        </p:tgtEl>
                                        <p:attrNameLst>
                                          <p:attrName>ppt_h</p:attrName>
                                        </p:attrNameLst>
                                      </p:cBhvr>
                                      <p:tavLst>
                                        <p:tav tm="0">
                                          <p:val>
                                            <p:fltVal val="0"/>
                                          </p:val>
                                        </p:tav>
                                        <p:tav tm="100000">
                                          <p:val>
                                            <p:strVal val="#ppt_h"/>
                                          </p:val>
                                        </p:tav>
                                      </p:tavLst>
                                    </p:anim>
                                    <p:animEffect transition="in" filter="fade">
                                      <p:cBhvr>
                                        <p:cTn id="179" dur="500"/>
                                        <p:tgtEl>
                                          <p:spTgt spid="25"/>
                                        </p:tgtEl>
                                      </p:cBhvr>
                                    </p:animEffect>
                                  </p:childTnLst>
                                </p:cTn>
                              </p:par>
                            </p:childTnLst>
                          </p:cTn>
                        </p:par>
                        <p:par>
                          <p:cTn id="180" fill="hold">
                            <p:stCondLst>
                              <p:cond delay="12000"/>
                            </p:stCondLst>
                            <p:childTnLst>
                              <p:par>
                                <p:cTn id="181" presetID="53" presetClass="entr" presetSubtype="0" fill="hold" grpId="0" nodeType="afterEffect">
                                  <p:stCondLst>
                                    <p:cond delay="0"/>
                                  </p:stCondLst>
                                  <p:childTnLst>
                                    <p:set>
                                      <p:cBhvr>
                                        <p:cTn id="182" dur="1" fill="hold">
                                          <p:stCondLst>
                                            <p:cond delay="0"/>
                                          </p:stCondLst>
                                        </p:cTn>
                                        <p:tgtEl>
                                          <p:spTgt spid="167"/>
                                        </p:tgtEl>
                                        <p:attrNameLst>
                                          <p:attrName>style.visibility</p:attrName>
                                        </p:attrNameLst>
                                      </p:cBhvr>
                                      <p:to>
                                        <p:strVal val="visible"/>
                                      </p:to>
                                    </p:set>
                                    <p:anim calcmode="lin" valueType="num">
                                      <p:cBhvr>
                                        <p:cTn id="183" dur="500" fill="hold"/>
                                        <p:tgtEl>
                                          <p:spTgt spid="167"/>
                                        </p:tgtEl>
                                        <p:attrNameLst>
                                          <p:attrName>ppt_w</p:attrName>
                                        </p:attrNameLst>
                                      </p:cBhvr>
                                      <p:tavLst>
                                        <p:tav tm="0">
                                          <p:val>
                                            <p:fltVal val="0"/>
                                          </p:val>
                                        </p:tav>
                                        <p:tav tm="100000">
                                          <p:val>
                                            <p:strVal val="#ppt_w"/>
                                          </p:val>
                                        </p:tav>
                                      </p:tavLst>
                                    </p:anim>
                                    <p:anim calcmode="lin" valueType="num">
                                      <p:cBhvr>
                                        <p:cTn id="184" dur="500" fill="hold"/>
                                        <p:tgtEl>
                                          <p:spTgt spid="167"/>
                                        </p:tgtEl>
                                        <p:attrNameLst>
                                          <p:attrName>ppt_h</p:attrName>
                                        </p:attrNameLst>
                                      </p:cBhvr>
                                      <p:tavLst>
                                        <p:tav tm="0">
                                          <p:val>
                                            <p:fltVal val="0"/>
                                          </p:val>
                                        </p:tav>
                                        <p:tav tm="100000">
                                          <p:val>
                                            <p:strVal val="#ppt_h"/>
                                          </p:val>
                                        </p:tav>
                                      </p:tavLst>
                                    </p:anim>
                                    <p:animEffect transition="in" filter="fade">
                                      <p:cBhvr>
                                        <p:cTn id="185"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P spid="88" grpId="0" animBg="1"/>
      <p:bldP spid="89" grpId="0" animBg="1"/>
      <p:bldP spid="90" grpId="0" animBg="1"/>
      <p:bldP spid="91" grpId="0" animBg="1"/>
      <p:bldP spid="159" grpId="0"/>
      <p:bldP spid="161" grpId="0" animBg="1"/>
      <p:bldP spid="164" grpId="0" animBg="1"/>
      <p:bldP spid="165" grpId="0" animBg="1"/>
      <p:bldP spid="166" grpId="0"/>
      <p:bldP spid="167"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7"/>
          <p:cNvSpPr>
            <a:spLocks noChangeArrowheads="1"/>
          </p:cNvSpPr>
          <p:nvPr/>
        </p:nvSpPr>
        <p:spPr bwMode="auto">
          <a:xfrm>
            <a:off x="727075" y="1098550"/>
            <a:ext cx="1177925" cy="563563"/>
          </a:xfrm>
          <a:prstGeom prst="homePlate">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TextBox 43"/>
          <p:cNvSpPr txBox="1"/>
          <p:nvPr/>
        </p:nvSpPr>
        <p:spPr>
          <a:xfrm>
            <a:off x="3733800" y="3360565"/>
            <a:ext cx="3111749" cy="523220"/>
          </a:xfrm>
          <a:prstGeom prst="rect">
            <a:avLst/>
          </a:prstGeom>
          <a:noFill/>
        </p:spPr>
        <p:txBody>
          <a:bodyPr wrap="none" rtlCol="0">
            <a:spAutoFit/>
          </a:bodyPr>
          <a:lstStyle/>
          <a:p>
            <a:r>
              <a:rPr lang="en-US" sz="2800" b="1" cap="all" dirty="0">
                <a:solidFill>
                  <a:schemeClr val="tx1">
                    <a:lumMod val="50000"/>
                    <a:lumOff val="50000"/>
                  </a:schemeClr>
                </a:solidFill>
              </a:rPr>
              <a:t>MAP INFOGRAPHICS</a:t>
            </a:r>
            <a:endParaRPr lang="en-US" sz="2800" b="1" dirty="0">
              <a:solidFill>
                <a:schemeClr val="tx1">
                  <a:lumMod val="50000"/>
                  <a:lumOff val="50000"/>
                </a:schemeClr>
              </a:solidFill>
            </a:endParaRPr>
          </a:p>
        </p:txBody>
      </p:sp>
      <p:sp>
        <p:nvSpPr>
          <p:cNvPr id="4101" name="Freeform 5"/>
          <p:cNvSpPr>
            <a:spLocks/>
          </p:cNvSpPr>
          <p:nvPr/>
        </p:nvSpPr>
        <p:spPr bwMode="auto">
          <a:xfrm>
            <a:off x="-3175" y="1495425"/>
            <a:ext cx="730250" cy="1295400"/>
          </a:xfrm>
          <a:custGeom>
            <a:avLst/>
            <a:gdLst/>
            <a:ahLst/>
            <a:cxnLst>
              <a:cxn ang="0">
                <a:pos x="460" y="460"/>
              </a:cxn>
              <a:cxn ang="0">
                <a:pos x="460" y="816"/>
              </a:cxn>
              <a:cxn ang="0">
                <a:pos x="0" y="357"/>
              </a:cxn>
              <a:cxn ang="0">
                <a:pos x="0" y="0"/>
              </a:cxn>
              <a:cxn ang="0">
                <a:pos x="460" y="460"/>
              </a:cxn>
            </a:cxnLst>
            <a:rect l="0" t="0" r="r" b="b"/>
            <a:pathLst>
              <a:path w="460" h="816">
                <a:moveTo>
                  <a:pt x="460" y="460"/>
                </a:moveTo>
                <a:lnTo>
                  <a:pt x="460" y="816"/>
                </a:lnTo>
                <a:lnTo>
                  <a:pt x="0" y="357"/>
                </a:lnTo>
                <a:lnTo>
                  <a:pt x="0" y="0"/>
                </a:lnTo>
                <a:lnTo>
                  <a:pt x="460" y="460"/>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Rectangle 7"/>
          <p:cNvSpPr>
            <a:spLocks noChangeArrowheads="1"/>
          </p:cNvSpPr>
          <p:nvPr/>
        </p:nvSpPr>
        <p:spPr bwMode="auto">
          <a:xfrm>
            <a:off x="727075" y="1662113"/>
            <a:ext cx="1177925" cy="563563"/>
          </a:xfrm>
          <a:prstGeom prst="homePlate">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4" name="Rectangle 8"/>
          <p:cNvSpPr>
            <a:spLocks noChangeArrowheads="1"/>
          </p:cNvSpPr>
          <p:nvPr/>
        </p:nvSpPr>
        <p:spPr bwMode="auto">
          <a:xfrm>
            <a:off x="727075" y="2225675"/>
            <a:ext cx="1177925" cy="565150"/>
          </a:xfrm>
          <a:prstGeom prst="homePlate">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5" name="Rectangle 9"/>
          <p:cNvSpPr>
            <a:spLocks noChangeArrowheads="1"/>
          </p:cNvSpPr>
          <p:nvPr/>
        </p:nvSpPr>
        <p:spPr bwMode="auto">
          <a:xfrm>
            <a:off x="727075" y="2790825"/>
            <a:ext cx="1177925" cy="563563"/>
          </a:xfrm>
          <a:prstGeom prst="homePlate">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6" name="Rectangle 10"/>
          <p:cNvSpPr>
            <a:spLocks noChangeArrowheads="1"/>
          </p:cNvSpPr>
          <p:nvPr/>
        </p:nvSpPr>
        <p:spPr bwMode="auto">
          <a:xfrm>
            <a:off x="727075" y="3354388"/>
            <a:ext cx="11779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7" name="Rectangle 11"/>
          <p:cNvSpPr>
            <a:spLocks noChangeArrowheads="1"/>
          </p:cNvSpPr>
          <p:nvPr/>
        </p:nvSpPr>
        <p:spPr bwMode="auto">
          <a:xfrm>
            <a:off x="727075" y="3921125"/>
            <a:ext cx="1177925" cy="566738"/>
          </a:xfrm>
          <a:prstGeom prst="homePlate">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13"/>
          <p:cNvSpPr>
            <a:spLocks/>
          </p:cNvSpPr>
          <p:nvPr/>
        </p:nvSpPr>
        <p:spPr bwMode="auto">
          <a:xfrm>
            <a:off x="-3175" y="931863"/>
            <a:ext cx="730250" cy="1293813"/>
          </a:xfrm>
          <a:custGeom>
            <a:avLst/>
            <a:gdLst/>
            <a:ahLst/>
            <a:cxnLst>
              <a:cxn ang="0">
                <a:pos x="0" y="0"/>
              </a:cxn>
              <a:cxn ang="0">
                <a:pos x="460" y="460"/>
              </a:cxn>
              <a:cxn ang="0">
                <a:pos x="460" y="815"/>
              </a:cxn>
              <a:cxn ang="0">
                <a:pos x="0" y="355"/>
              </a:cxn>
              <a:cxn ang="0">
                <a:pos x="0" y="0"/>
              </a:cxn>
            </a:cxnLst>
            <a:rect l="0" t="0" r="r" b="b"/>
            <a:pathLst>
              <a:path w="460" h="815">
                <a:moveTo>
                  <a:pt x="0" y="0"/>
                </a:moveTo>
                <a:lnTo>
                  <a:pt x="460" y="460"/>
                </a:lnTo>
                <a:lnTo>
                  <a:pt x="460" y="815"/>
                </a:lnTo>
                <a:lnTo>
                  <a:pt x="0" y="355"/>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14"/>
          <p:cNvSpPr>
            <a:spLocks/>
          </p:cNvSpPr>
          <p:nvPr/>
        </p:nvSpPr>
        <p:spPr bwMode="auto">
          <a:xfrm>
            <a:off x="-3175" y="365125"/>
            <a:ext cx="730250" cy="1296988"/>
          </a:xfrm>
          <a:custGeom>
            <a:avLst/>
            <a:gdLst/>
            <a:ahLst/>
            <a:cxnLst>
              <a:cxn ang="0">
                <a:pos x="460" y="460"/>
              </a:cxn>
              <a:cxn ang="0">
                <a:pos x="460" y="817"/>
              </a:cxn>
              <a:cxn ang="0">
                <a:pos x="0" y="357"/>
              </a:cxn>
              <a:cxn ang="0">
                <a:pos x="0" y="0"/>
              </a:cxn>
              <a:cxn ang="0">
                <a:pos x="460" y="460"/>
              </a:cxn>
            </a:cxnLst>
            <a:rect l="0" t="0" r="r" b="b"/>
            <a:pathLst>
              <a:path w="460" h="817">
                <a:moveTo>
                  <a:pt x="460" y="460"/>
                </a:moveTo>
                <a:lnTo>
                  <a:pt x="460" y="817"/>
                </a:lnTo>
                <a:lnTo>
                  <a:pt x="0" y="357"/>
                </a:lnTo>
                <a:lnTo>
                  <a:pt x="0" y="0"/>
                </a:lnTo>
                <a:lnTo>
                  <a:pt x="460" y="46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15"/>
          <p:cNvSpPr>
            <a:spLocks/>
          </p:cNvSpPr>
          <p:nvPr/>
        </p:nvSpPr>
        <p:spPr bwMode="auto">
          <a:xfrm>
            <a:off x="-3175" y="2062163"/>
            <a:ext cx="730250" cy="1292225"/>
          </a:xfrm>
          <a:custGeom>
            <a:avLst/>
            <a:gdLst/>
            <a:ahLst/>
            <a:cxnLst>
              <a:cxn ang="0">
                <a:pos x="0" y="0"/>
              </a:cxn>
              <a:cxn ang="0">
                <a:pos x="460" y="459"/>
              </a:cxn>
              <a:cxn ang="0">
                <a:pos x="460" y="814"/>
              </a:cxn>
              <a:cxn ang="0">
                <a:pos x="0" y="355"/>
              </a:cxn>
              <a:cxn ang="0">
                <a:pos x="0" y="0"/>
              </a:cxn>
            </a:cxnLst>
            <a:rect l="0" t="0" r="r" b="b"/>
            <a:pathLst>
              <a:path w="460" h="814">
                <a:moveTo>
                  <a:pt x="0" y="0"/>
                </a:moveTo>
                <a:lnTo>
                  <a:pt x="460" y="459"/>
                </a:lnTo>
                <a:lnTo>
                  <a:pt x="460" y="814"/>
                </a:lnTo>
                <a:lnTo>
                  <a:pt x="0" y="355"/>
                </a:lnTo>
                <a:lnTo>
                  <a:pt x="0" y="0"/>
                </a:ln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16"/>
          <p:cNvSpPr>
            <a:spLocks/>
          </p:cNvSpPr>
          <p:nvPr/>
        </p:nvSpPr>
        <p:spPr bwMode="auto">
          <a:xfrm>
            <a:off x="-3175" y="2625725"/>
            <a:ext cx="730250" cy="1295400"/>
          </a:xfrm>
          <a:custGeom>
            <a:avLst/>
            <a:gdLst/>
            <a:ahLst/>
            <a:cxnLst>
              <a:cxn ang="0">
                <a:pos x="460" y="459"/>
              </a:cxn>
              <a:cxn ang="0">
                <a:pos x="460" y="816"/>
              </a:cxn>
              <a:cxn ang="0">
                <a:pos x="0" y="356"/>
              </a:cxn>
              <a:cxn ang="0">
                <a:pos x="0" y="0"/>
              </a:cxn>
              <a:cxn ang="0">
                <a:pos x="460" y="459"/>
              </a:cxn>
            </a:cxnLst>
            <a:rect l="0" t="0" r="r" b="b"/>
            <a:pathLst>
              <a:path w="460" h="816">
                <a:moveTo>
                  <a:pt x="460" y="459"/>
                </a:moveTo>
                <a:lnTo>
                  <a:pt x="460" y="816"/>
                </a:lnTo>
                <a:lnTo>
                  <a:pt x="0" y="356"/>
                </a:lnTo>
                <a:lnTo>
                  <a:pt x="0" y="0"/>
                </a:lnTo>
                <a:lnTo>
                  <a:pt x="460" y="459"/>
                </a:lnTo>
                <a:close/>
              </a:path>
            </a:pathLst>
          </a:custGeom>
          <a:solidFill>
            <a:schemeClr val="accent5">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18"/>
          <p:cNvSpPr>
            <a:spLocks/>
          </p:cNvSpPr>
          <p:nvPr/>
        </p:nvSpPr>
        <p:spPr bwMode="auto">
          <a:xfrm>
            <a:off x="-3175" y="3190875"/>
            <a:ext cx="730250" cy="1296988"/>
          </a:xfrm>
          <a:custGeom>
            <a:avLst/>
            <a:gdLst/>
            <a:ahLst/>
            <a:cxnLst>
              <a:cxn ang="0">
                <a:pos x="0" y="0"/>
              </a:cxn>
              <a:cxn ang="0">
                <a:pos x="460" y="460"/>
              </a:cxn>
              <a:cxn ang="0">
                <a:pos x="460" y="817"/>
              </a:cxn>
              <a:cxn ang="0">
                <a:pos x="0" y="357"/>
              </a:cxn>
              <a:cxn ang="0">
                <a:pos x="0" y="0"/>
              </a:cxn>
            </a:cxnLst>
            <a:rect l="0" t="0" r="r" b="b"/>
            <a:pathLst>
              <a:path w="460" h="817">
                <a:moveTo>
                  <a:pt x="0" y="0"/>
                </a:moveTo>
                <a:lnTo>
                  <a:pt x="460" y="460"/>
                </a:lnTo>
                <a:lnTo>
                  <a:pt x="460" y="817"/>
                </a:lnTo>
                <a:lnTo>
                  <a:pt x="0" y="357"/>
                </a:lnTo>
                <a:lnTo>
                  <a:pt x="0"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6"/>
          <p:cNvSpPr>
            <a:spLocks noChangeArrowheads="1"/>
          </p:cNvSpPr>
          <p:nvPr/>
        </p:nvSpPr>
        <p:spPr bwMode="auto">
          <a:xfrm>
            <a:off x="8474369" y="1095375"/>
            <a:ext cx="669631" cy="566738"/>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7"/>
          <p:cNvSpPr>
            <a:spLocks noChangeArrowheads="1"/>
          </p:cNvSpPr>
          <p:nvPr/>
        </p:nvSpPr>
        <p:spPr bwMode="auto">
          <a:xfrm>
            <a:off x="8474369" y="1662113"/>
            <a:ext cx="669631" cy="563563"/>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8"/>
          <p:cNvSpPr>
            <a:spLocks noChangeArrowheads="1"/>
          </p:cNvSpPr>
          <p:nvPr/>
        </p:nvSpPr>
        <p:spPr bwMode="auto">
          <a:xfrm>
            <a:off x="8474369" y="2225675"/>
            <a:ext cx="669631" cy="565150"/>
          </a:xfrm>
          <a:prstGeom prst="rect">
            <a:avLst/>
          </a:prstGeom>
          <a:solidFill>
            <a:schemeClr val="accent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9"/>
          <p:cNvSpPr>
            <a:spLocks noChangeArrowheads="1"/>
          </p:cNvSpPr>
          <p:nvPr/>
        </p:nvSpPr>
        <p:spPr bwMode="auto">
          <a:xfrm>
            <a:off x="8474369" y="2790825"/>
            <a:ext cx="669631" cy="563563"/>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Rectangle 10"/>
          <p:cNvSpPr>
            <a:spLocks noChangeArrowheads="1"/>
          </p:cNvSpPr>
          <p:nvPr/>
        </p:nvSpPr>
        <p:spPr bwMode="auto">
          <a:xfrm>
            <a:off x="8474369" y="3354388"/>
            <a:ext cx="669631" cy="566738"/>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Rectangle 11"/>
          <p:cNvSpPr>
            <a:spLocks noChangeArrowheads="1"/>
          </p:cNvSpPr>
          <p:nvPr/>
        </p:nvSpPr>
        <p:spPr bwMode="auto">
          <a:xfrm>
            <a:off x="8474369" y="3921125"/>
            <a:ext cx="669631" cy="566738"/>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2" name="Rectangle 6"/>
          <p:cNvSpPr>
            <a:spLocks noChangeArrowheads="1"/>
          </p:cNvSpPr>
          <p:nvPr/>
        </p:nvSpPr>
        <p:spPr bwMode="auto">
          <a:xfrm>
            <a:off x="727075" y="3354387"/>
            <a:ext cx="3006725" cy="566738"/>
          </a:xfrm>
          <a:prstGeom prst="homePlate">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42297953"/>
      </p:ext>
    </p:extLst>
  </p:cSld>
  <p:clrMapOvr>
    <a:masterClrMapping/>
  </p:clrMapOvr>
  <p:transition spd="slow"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slide(fromLeft)">
                                      <p:cBhvr>
                                        <p:cTn id="7" dur="1000"/>
                                        <p:tgtEl>
                                          <p:spTgt spid="410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slide(fromBottom)">
                                      <p:cBhvr>
                                        <p:cTn id="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102"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74"/>
          <p:cNvGrpSpPr/>
          <p:nvPr/>
        </p:nvGrpSpPr>
        <p:grpSpPr>
          <a:xfrm>
            <a:off x="1193115" y="1292925"/>
            <a:ext cx="6757770" cy="3362728"/>
            <a:chOff x="538789" y="1131575"/>
            <a:chExt cx="5819028" cy="2895599"/>
          </a:xfrm>
          <a:solidFill>
            <a:schemeClr val="bg1">
              <a:lumMod val="85000"/>
            </a:schemeClr>
          </a:solidFill>
        </p:grpSpPr>
        <p:grpSp>
          <p:nvGrpSpPr>
            <p:cNvPr id="4" name="Group 341"/>
            <p:cNvGrpSpPr/>
            <p:nvPr/>
          </p:nvGrpSpPr>
          <p:grpSpPr>
            <a:xfrm>
              <a:off x="2984512" y="2355982"/>
              <a:ext cx="1110006" cy="1241414"/>
              <a:chOff x="4097338" y="2217738"/>
              <a:chExt cx="1139825" cy="1274763"/>
            </a:xfrm>
            <a:grpFill/>
          </p:grpSpPr>
          <p:sp>
            <p:nvSpPr>
              <p:cNvPr id="447"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274"/>
            <p:cNvGrpSpPr/>
            <p:nvPr/>
          </p:nvGrpSpPr>
          <p:grpSpPr>
            <a:xfrm>
              <a:off x="1945621" y="2801220"/>
              <a:ext cx="759070" cy="1225954"/>
              <a:chOff x="3030538" y="2674938"/>
              <a:chExt cx="779463" cy="1258888"/>
            </a:xfrm>
            <a:grpFill/>
          </p:grpSpPr>
          <p:sp>
            <p:nvSpPr>
              <p:cNvPr id="445"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277"/>
            <p:cNvGrpSpPr/>
            <p:nvPr/>
          </p:nvGrpSpPr>
          <p:grpSpPr>
            <a:xfrm>
              <a:off x="538789" y="1131575"/>
              <a:ext cx="2523022" cy="1757766"/>
              <a:chOff x="1585913" y="960438"/>
              <a:chExt cx="2590800" cy="1804987"/>
            </a:xfrm>
            <a:grpFill/>
          </p:grpSpPr>
          <p:sp>
            <p:nvSpPr>
              <p:cNvPr id="382"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4"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6"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8"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0"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2"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4"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6"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8"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1"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3"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3"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5"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7"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9"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0"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1"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2"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4"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5"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6"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7"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8"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9"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0"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1"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2"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3"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4"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5"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7"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9"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1"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3"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45"/>
            <p:cNvGrpSpPr/>
            <p:nvPr/>
          </p:nvGrpSpPr>
          <p:grpSpPr>
            <a:xfrm>
              <a:off x="3103551" y="1256797"/>
              <a:ext cx="669405" cy="1125467"/>
              <a:chOff x="4219575" y="1089025"/>
              <a:chExt cx="687388" cy="1155701"/>
            </a:xfrm>
            <a:grpFill/>
          </p:grpSpPr>
          <p:sp>
            <p:nvSpPr>
              <p:cNvPr id="367"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343"/>
              <p:cNvGrpSpPr/>
              <p:nvPr/>
            </p:nvGrpSpPr>
            <p:grpSpPr>
              <a:xfrm>
                <a:off x="4219575" y="1089025"/>
                <a:ext cx="687388" cy="1155701"/>
                <a:chOff x="4219575" y="1089025"/>
                <a:chExt cx="687388" cy="1155701"/>
              </a:xfrm>
              <a:grpFill/>
            </p:grpSpPr>
            <p:sp>
              <p:nvSpPr>
                <p:cNvPr id="369"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0"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2"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4"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6"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8"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0"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9" name="Group 363"/>
            <p:cNvGrpSpPr/>
            <p:nvPr/>
          </p:nvGrpSpPr>
          <p:grpSpPr>
            <a:xfrm>
              <a:off x="5105582" y="3000650"/>
              <a:ext cx="941496" cy="822457"/>
              <a:chOff x="6275388" y="2879725"/>
              <a:chExt cx="966788" cy="844551"/>
            </a:xfrm>
            <a:grpFill/>
          </p:grpSpPr>
          <p:sp>
            <p:nvSpPr>
              <p:cNvPr id="349"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0" name="Group 361"/>
              <p:cNvGrpSpPr/>
              <p:nvPr/>
            </p:nvGrpSpPr>
            <p:grpSpPr>
              <a:xfrm>
                <a:off x="6275388" y="2917825"/>
                <a:ext cx="966788" cy="806451"/>
                <a:chOff x="6275388" y="2917825"/>
                <a:chExt cx="966788" cy="806451"/>
              </a:xfrm>
              <a:grpFill/>
            </p:grpSpPr>
            <p:sp>
              <p:nvSpPr>
                <p:cNvPr id="351"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3"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5"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7"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9"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1"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3"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5"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1" name="Group 383"/>
            <p:cNvGrpSpPr/>
            <p:nvPr/>
          </p:nvGrpSpPr>
          <p:grpSpPr>
            <a:xfrm>
              <a:off x="3584348" y="1207327"/>
              <a:ext cx="2773469" cy="1960289"/>
              <a:chOff x="4713288" y="1038225"/>
              <a:chExt cx="2847975" cy="2012950"/>
            </a:xfrm>
            <a:grpFill/>
          </p:grpSpPr>
          <p:sp>
            <p:nvSpPr>
              <p:cNvPr id="282"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3"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4"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5"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6"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7"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9"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3"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5"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7"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9"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1"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3"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5"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2"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4"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6"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8"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0"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2"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4"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6"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8"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0"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2"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4"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6"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9"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1"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3"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5"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7"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p:txBody>
          <a:bodyPr/>
          <a:lstStyle/>
          <a:p>
            <a:r>
              <a:rPr lang="en-US"/>
              <a:t>World Map Infographic</a:t>
            </a:r>
            <a:endParaRPr lang="en-US" dirty="0"/>
          </a:p>
        </p:txBody>
      </p:sp>
      <p:sp>
        <p:nvSpPr>
          <p:cNvPr id="97" name="Slide Number Placeholder 96"/>
          <p:cNvSpPr>
            <a:spLocks noGrp="1"/>
          </p:cNvSpPr>
          <p:nvPr>
            <p:ph type="sldNum" sz="quarter" idx="12"/>
          </p:nvPr>
        </p:nvSpPr>
        <p:spPr/>
        <p:txBody>
          <a:bodyPr/>
          <a:lstStyle/>
          <a:p>
            <a:fld id="{C136B7D2-B98C-44FD-8D04-7EC62A564975}" type="slidenum">
              <a:rPr lang="en-US" smtClean="0"/>
              <a:pPr/>
              <a:t>318</a:t>
            </a:fld>
            <a:endParaRPr lang="en-US" dirty="0"/>
          </a:p>
        </p:txBody>
      </p:sp>
      <p:sp>
        <p:nvSpPr>
          <p:cNvPr id="77" name="Rounded Rectangle 76"/>
          <p:cNvSpPr>
            <a:spLocks noChangeAspect="1"/>
          </p:cNvSpPr>
          <p:nvPr/>
        </p:nvSpPr>
        <p:spPr>
          <a:xfrm>
            <a:off x="3048085" y="4566364"/>
            <a:ext cx="200183" cy="194452"/>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2" name="TextBox 221"/>
          <p:cNvSpPr txBox="1"/>
          <p:nvPr/>
        </p:nvSpPr>
        <p:spPr>
          <a:xfrm>
            <a:off x="1005246" y="2698699"/>
            <a:ext cx="1202252" cy="169277"/>
          </a:xfrm>
          <a:prstGeom prst="rect">
            <a:avLst/>
          </a:prstGeom>
          <a:noFill/>
        </p:spPr>
        <p:txBody>
          <a:bodyPr wrap="none" lIns="0" tIns="0" rIns="0" bIns="0" rtlCol="0" anchor="t">
            <a:spAutoFit/>
          </a:bodyPr>
          <a:lstStyle/>
          <a:p>
            <a:r>
              <a:rPr lang="en-US" sz="1100" b="1" dirty="0">
                <a:solidFill>
                  <a:schemeClr val="accent1"/>
                </a:solidFill>
              </a:rPr>
              <a:t>NORTH AMERICA</a:t>
            </a:r>
          </a:p>
        </p:txBody>
      </p:sp>
      <p:sp>
        <p:nvSpPr>
          <p:cNvPr id="223" name="TextBox 222"/>
          <p:cNvSpPr txBox="1"/>
          <p:nvPr/>
        </p:nvSpPr>
        <p:spPr>
          <a:xfrm>
            <a:off x="3638344" y="2399619"/>
            <a:ext cx="597921" cy="169277"/>
          </a:xfrm>
          <a:prstGeom prst="rect">
            <a:avLst/>
          </a:prstGeom>
          <a:noFill/>
        </p:spPr>
        <p:txBody>
          <a:bodyPr wrap="none" lIns="0" tIns="0" rIns="0" bIns="0" rtlCol="0" anchor="t">
            <a:spAutoFit/>
          </a:bodyPr>
          <a:lstStyle/>
          <a:p>
            <a:r>
              <a:rPr lang="en-US" sz="1100" b="1" dirty="0">
                <a:solidFill>
                  <a:schemeClr val="accent3"/>
                </a:solidFill>
              </a:rPr>
              <a:t>EUROPE</a:t>
            </a:r>
          </a:p>
        </p:txBody>
      </p:sp>
      <p:sp>
        <p:nvSpPr>
          <p:cNvPr id="224" name="TextBox 223"/>
          <p:cNvSpPr txBox="1"/>
          <p:nvPr/>
        </p:nvSpPr>
        <p:spPr>
          <a:xfrm>
            <a:off x="1881256" y="3904796"/>
            <a:ext cx="1115691" cy="169277"/>
          </a:xfrm>
          <a:prstGeom prst="rect">
            <a:avLst/>
          </a:prstGeom>
          <a:noFill/>
        </p:spPr>
        <p:txBody>
          <a:bodyPr wrap="none" lIns="0" tIns="0" rIns="0" bIns="0" rtlCol="0" anchor="t">
            <a:spAutoFit/>
          </a:bodyPr>
          <a:lstStyle/>
          <a:p>
            <a:r>
              <a:rPr lang="en-US" sz="1100" b="1" dirty="0">
                <a:solidFill>
                  <a:schemeClr val="accent2"/>
                </a:solidFill>
              </a:rPr>
              <a:t>LATIN AMERICA</a:t>
            </a:r>
          </a:p>
        </p:txBody>
      </p:sp>
      <p:sp>
        <p:nvSpPr>
          <p:cNvPr id="225" name="TextBox 224"/>
          <p:cNvSpPr txBox="1"/>
          <p:nvPr/>
        </p:nvSpPr>
        <p:spPr>
          <a:xfrm>
            <a:off x="4002868" y="3791569"/>
            <a:ext cx="535404" cy="169277"/>
          </a:xfrm>
          <a:prstGeom prst="rect">
            <a:avLst/>
          </a:prstGeom>
          <a:noFill/>
        </p:spPr>
        <p:txBody>
          <a:bodyPr wrap="none" lIns="0" tIns="0" rIns="0" bIns="0" rtlCol="0" anchor="t">
            <a:spAutoFit/>
          </a:bodyPr>
          <a:lstStyle/>
          <a:p>
            <a:pPr algn="ctr"/>
            <a:r>
              <a:rPr lang="en-US" sz="1100" b="1" dirty="0">
                <a:solidFill>
                  <a:schemeClr val="accent6"/>
                </a:solidFill>
              </a:rPr>
              <a:t>AFRICA</a:t>
            </a:r>
          </a:p>
        </p:txBody>
      </p:sp>
      <p:sp>
        <p:nvSpPr>
          <p:cNvPr id="226" name="TextBox 225"/>
          <p:cNvSpPr txBox="1"/>
          <p:nvPr/>
        </p:nvSpPr>
        <p:spPr>
          <a:xfrm>
            <a:off x="6703103" y="2761283"/>
            <a:ext cx="338234" cy="169277"/>
          </a:xfrm>
          <a:prstGeom prst="rect">
            <a:avLst/>
          </a:prstGeom>
          <a:noFill/>
        </p:spPr>
        <p:txBody>
          <a:bodyPr wrap="none" lIns="0" tIns="0" rIns="0" bIns="0" rtlCol="0" anchor="t">
            <a:spAutoFit/>
          </a:bodyPr>
          <a:lstStyle/>
          <a:p>
            <a:pPr algn="r"/>
            <a:r>
              <a:rPr lang="en-US" sz="1100" b="1" dirty="0">
                <a:solidFill>
                  <a:schemeClr val="accent4"/>
                </a:solidFill>
              </a:rPr>
              <a:t>ASIA</a:t>
            </a:r>
          </a:p>
        </p:txBody>
      </p:sp>
      <p:sp>
        <p:nvSpPr>
          <p:cNvPr id="227" name="TextBox 226"/>
          <p:cNvSpPr txBox="1"/>
          <p:nvPr/>
        </p:nvSpPr>
        <p:spPr>
          <a:xfrm>
            <a:off x="7256077" y="3735519"/>
            <a:ext cx="819135" cy="169277"/>
          </a:xfrm>
          <a:prstGeom prst="rect">
            <a:avLst/>
          </a:prstGeom>
          <a:noFill/>
        </p:spPr>
        <p:txBody>
          <a:bodyPr wrap="none" lIns="0" tIns="0" rIns="0" bIns="0" rtlCol="0" anchor="t">
            <a:spAutoFit/>
          </a:bodyPr>
          <a:lstStyle/>
          <a:p>
            <a:pPr algn="r"/>
            <a:r>
              <a:rPr lang="en-US" sz="1100" b="1" dirty="0">
                <a:solidFill>
                  <a:schemeClr val="accent5"/>
                </a:solidFill>
              </a:rPr>
              <a:t>AUSTRALIA</a:t>
            </a:r>
          </a:p>
        </p:txBody>
      </p:sp>
      <p:sp>
        <p:nvSpPr>
          <p:cNvPr id="228" name="Oval 227"/>
          <p:cNvSpPr/>
          <p:nvPr/>
        </p:nvSpPr>
        <p:spPr>
          <a:xfrm>
            <a:off x="2101572" y="1817173"/>
            <a:ext cx="992839" cy="992839"/>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Oval 228"/>
          <p:cNvSpPr/>
          <p:nvPr/>
        </p:nvSpPr>
        <p:spPr>
          <a:xfrm>
            <a:off x="2940010" y="3192425"/>
            <a:ext cx="843823" cy="843823"/>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Oval 229"/>
          <p:cNvSpPr/>
          <p:nvPr/>
        </p:nvSpPr>
        <p:spPr>
          <a:xfrm>
            <a:off x="4255116" y="1937462"/>
            <a:ext cx="684037" cy="684037"/>
          </a:xfrm>
          <a:prstGeom prst="ellipse">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1" name="Oval 230"/>
          <p:cNvSpPr/>
          <p:nvPr/>
        </p:nvSpPr>
        <p:spPr>
          <a:xfrm>
            <a:off x="5199481" y="1739974"/>
            <a:ext cx="1398594" cy="1398594"/>
          </a:xfrm>
          <a:prstGeom prst="ellipse">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2" name="Oval 231"/>
          <p:cNvSpPr/>
          <p:nvPr/>
        </p:nvSpPr>
        <p:spPr>
          <a:xfrm>
            <a:off x="6607949" y="3519185"/>
            <a:ext cx="526045" cy="526045"/>
          </a:xfrm>
          <a:prstGeom prst="ellipse">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3" name="Oval 232"/>
          <p:cNvSpPr/>
          <p:nvPr/>
        </p:nvSpPr>
        <p:spPr>
          <a:xfrm>
            <a:off x="4373610" y="3094579"/>
            <a:ext cx="684037" cy="684037"/>
          </a:xfrm>
          <a:prstGeom prst="ellipse">
            <a:avLst/>
          </a:prstGeom>
          <a:solidFill>
            <a:schemeClr val="accent6">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4" name="Text Placeholder 3"/>
          <p:cNvSpPr txBox="1">
            <a:spLocks/>
          </p:cNvSpPr>
          <p:nvPr/>
        </p:nvSpPr>
        <p:spPr>
          <a:xfrm>
            <a:off x="3053343" y="3429670"/>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50%</a:t>
            </a:r>
          </a:p>
        </p:txBody>
      </p:sp>
      <p:sp>
        <p:nvSpPr>
          <p:cNvPr id="235" name="Text Placeholder 3"/>
          <p:cNvSpPr txBox="1">
            <a:spLocks/>
          </p:cNvSpPr>
          <p:nvPr/>
        </p:nvSpPr>
        <p:spPr>
          <a:xfrm>
            <a:off x="2289413" y="2128926"/>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60%</a:t>
            </a:r>
          </a:p>
        </p:txBody>
      </p:sp>
      <p:sp>
        <p:nvSpPr>
          <p:cNvPr id="236" name="Text Placeholder 3"/>
          <p:cNvSpPr txBox="1">
            <a:spLocks/>
          </p:cNvSpPr>
          <p:nvPr/>
        </p:nvSpPr>
        <p:spPr>
          <a:xfrm>
            <a:off x="5488409" y="2193050"/>
            <a:ext cx="820739" cy="49244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200" b="1" i="0" u="none" strike="noStrike" kern="1200" cap="none" spc="0" normalizeH="0" baseline="0" noProof="0" dirty="0">
                <a:ln>
                  <a:noFill/>
                </a:ln>
                <a:solidFill>
                  <a:schemeClr val="bg1"/>
                </a:solidFill>
                <a:effectLst/>
                <a:uLnTx/>
                <a:uFillTx/>
                <a:latin typeface="+mn-lt"/>
                <a:ea typeface="+mn-ea"/>
                <a:cs typeface="+mn-cs"/>
              </a:rPr>
              <a:t>90%</a:t>
            </a:r>
          </a:p>
        </p:txBody>
      </p:sp>
      <p:sp>
        <p:nvSpPr>
          <p:cNvPr id="237" name="Text Placeholder 3"/>
          <p:cNvSpPr txBox="1">
            <a:spLocks/>
          </p:cNvSpPr>
          <p:nvPr/>
        </p:nvSpPr>
        <p:spPr>
          <a:xfrm>
            <a:off x="4459147" y="3282709"/>
            <a:ext cx="512962" cy="307777"/>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40%</a:t>
            </a:r>
          </a:p>
        </p:txBody>
      </p:sp>
      <p:sp>
        <p:nvSpPr>
          <p:cNvPr id="238" name="Text Placeholder 3"/>
          <p:cNvSpPr txBox="1">
            <a:spLocks/>
          </p:cNvSpPr>
          <p:nvPr/>
        </p:nvSpPr>
        <p:spPr>
          <a:xfrm>
            <a:off x="4366302" y="2140980"/>
            <a:ext cx="461665"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50%</a:t>
            </a:r>
          </a:p>
        </p:txBody>
      </p:sp>
      <p:sp>
        <p:nvSpPr>
          <p:cNvPr id="239" name="Text Placeholder 3"/>
          <p:cNvSpPr txBox="1">
            <a:spLocks/>
          </p:cNvSpPr>
          <p:nvPr/>
        </p:nvSpPr>
        <p:spPr>
          <a:xfrm>
            <a:off x="6691435" y="3674485"/>
            <a:ext cx="359073" cy="21544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20%</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228"/>
                                        </p:tgtEl>
                                        <p:attrNameLst>
                                          <p:attrName>style.visibility</p:attrName>
                                        </p:attrNameLst>
                                      </p:cBhvr>
                                      <p:to>
                                        <p:strVal val="visible"/>
                                      </p:to>
                                    </p:set>
                                    <p:anim calcmode="lin" valueType="num">
                                      <p:cBhvr>
                                        <p:cTn id="13" dur="500" fill="hold"/>
                                        <p:tgtEl>
                                          <p:spTgt spid="228"/>
                                        </p:tgtEl>
                                        <p:attrNameLst>
                                          <p:attrName>ppt_w</p:attrName>
                                        </p:attrNameLst>
                                      </p:cBhvr>
                                      <p:tavLst>
                                        <p:tav tm="0">
                                          <p:val>
                                            <p:fltVal val="0"/>
                                          </p:val>
                                        </p:tav>
                                        <p:tav tm="100000">
                                          <p:val>
                                            <p:strVal val="#ppt_w"/>
                                          </p:val>
                                        </p:tav>
                                      </p:tavLst>
                                    </p:anim>
                                    <p:anim calcmode="lin" valueType="num">
                                      <p:cBhvr>
                                        <p:cTn id="14" dur="500" fill="hold"/>
                                        <p:tgtEl>
                                          <p:spTgt spid="228"/>
                                        </p:tgtEl>
                                        <p:attrNameLst>
                                          <p:attrName>ppt_h</p:attrName>
                                        </p:attrNameLst>
                                      </p:cBhvr>
                                      <p:tavLst>
                                        <p:tav tm="0">
                                          <p:val>
                                            <p:fltVal val="0"/>
                                          </p:val>
                                        </p:tav>
                                        <p:tav tm="100000">
                                          <p:val>
                                            <p:strVal val="#ppt_h"/>
                                          </p:val>
                                        </p:tav>
                                      </p:tavLst>
                                    </p:anim>
                                    <p:animEffect transition="in" filter="fade">
                                      <p:cBhvr>
                                        <p:cTn id="15" dur="500"/>
                                        <p:tgtEl>
                                          <p:spTgt spid="228"/>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235"/>
                                        </p:tgtEl>
                                        <p:attrNameLst>
                                          <p:attrName>style.visibility</p:attrName>
                                        </p:attrNameLst>
                                      </p:cBhvr>
                                      <p:to>
                                        <p:strVal val="visible"/>
                                      </p:to>
                                    </p:set>
                                    <p:anim calcmode="lin" valueType="num">
                                      <p:cBhvr>
                                        <p:cTn id="19" dur="500" fill="hold"/>
                                        <p:tgtEl>
                                          <p:spTgt spid="235"/>
                                        </p:tgtEl>
                                        <p:attrNameLst>
                                          <p:attrName>ppt_w</p:attrName>
                                        </p:attrNameLst>
                                      </p:cBhvr>
                                      <p:tavLst>
                                        <p:tav tm="0">
                                          <p:val>
                                            <p:fltVal val="0"/>
                                          </p:val>
                                        </p:tav>
                                        <p:tav tm="100000">
                                          <p:val>
                                            <p:strVal val="#ppt_w"/>
                                          </p:val>
                                        </p:tav>
                                      </p:tavLst>
                                    </p:anim>
                                    <p:anim calcmode="lin" valueType="num">
                                      <p:cBhvr>
                                        <p:cTn id="20" dur="500" fill="hold"/>
                                        <p:tgtEl>
                                          <p:spTgt spid="235"/>
                                        </p:tgtEl>
                                        <p:attrNameLst>
                                          <p:attrName>ppt_h</p:attrName>
                                        </p:attrNameLst>
                                      </p:cBhvr>
                                      <p:tavLst>
                                        <p:tav tm="0">
                                          <p:val>
                                            <p:fltVal val="0"/>
                                          </p:val>
                                        </p:tav>
                                        <p:tav tm="100000">
                                          <p:val>
                                            <p:strVal val="#ppt_h"/>
                                          </p:val>
                                        </p:tav>
                                      </p:tavLst>
                                    </p:anim>
                                    <p:animEffect transition="in" filter="fade">
                                      <p:cBhvr>
                                        <p:cTn id="21" dur="500"/>
                                        <p:tgtEl>
                                          <p:spTgt spid="235"/>
                                        </p:tgtEl>
                                      </p:cBhvr>
                                    </p:animEffect>
                                  </p:childTnLst>
                                </p:cTn>
                              </p:par>
                            </p:childTnLst>
                          </p:cTn>
                        </p:par>
                        <p:par>
                          <p:cTn id="22" fill="hold">
                            <p:stCondLst>
                              <p:cond delay="1500"/>
                            </p:stCondLst>
                            <p:childTnLst>
                              <p:par>
                                <p:cTn id="23" presetID="2" presetClass="entr" presetSubtype="8" accel="50000" decel="50000" fill="hold" grpId="0" nodeType="afterEffect">
                                  <p:stCondLst>
                                    <p:cond delay="0"/>
                                  </p:stCondLst>
                                  <p:childTnLst>
                                    <p:set>
                                      <p:cBhvr>
                                        <p:cTn id="24" dur="1" fill="hold">
                                          <p:stCondLst>
                                            <p:cond delay="0"/>
                                          </p:stCondLst>
                                        </p:cTn>
                                        <p:tgtEl>
                                          <p:spTgt spid="222"/>
                                        </p:tgtEl>
                                        <p:attrNameLst>
                                          <p:attrName>style.visibility</p:attrName>
                                        </p:attrNameLst>
                                      </p:cBhvr>
                                      <p:to>
                                        <p:strVal val="visible"/>
                                      </p:to>
                                    </p:set>
                                    <p:anim calcmode="lin" valueType="num">
                                      <p:cBhvr additive="base">
                                        <p:cTn id="25" dur="500" fill="hold"/>
                                        <p:tgtEl>
                                          <p:spTgt spid="222"/>
                                        </p:tgtEl>
                                        <p:attrNameLst>
                                          <p:attrName>ppt_x</p:attrName>
                                        </p:attrNameLst>
                                      </p:cBhvr>
                                      <p:tavLst>
                                        <p:tav tm="0">
                                          <p:val>
                                            <p:strVal val="0-#ppt_w/2"/>
                                          </p:val>
                                        </p:tav>
                                        <p:tav tm="100000">
                                          <p:val>
                                            <p:strVal val="#ppt_x"/>
                                          </p:val>
                                        </p:tav>
                                      </p:tavLst>
                                    </p:anim>
                                    <p:anim calcmode="lin" valueType="num">
                                      <p:cBhvr additive="base">
                                        <p:cTn id="26" dur="500" fill="hold"/>
                                        <p:tgtEl>
                                          <p:spTgt spid="222"/>
                                        </p:tgtEl>
                                        <p:attrNameLst>
                                          <p:attrName>ppt_y</p:attrName>
                                        </p:attrNameLst>
                                      </p:cBhvr>
                                      <p:tavLst>
                                        <p:tav tm="0">
                                          <p:val>
                                            <p:strVal val="#ppt_y"/>
                                          </p:val>
                                        </p:tav>
                                        <p:tav tm="100000">
                                          <p:val>
                                            <p:strVal val="#ppt_y"/>
                                          </p:val>
                                        </p:tav>
                                      </p:tavLst>
                                    </p:anim>
                                  </p:childTnLst>
                                </p:cTn>
                              </p:par>
                            </p:childTnLst>
                          </p:cTn>
                        </p:par>
                        <p:par>
                          <p:cTn id="27" fill="hold">
                            <p:stCondLst>
                              <p:cond delay="2000"/>
                            </p:stCondLst>
                            <p:childTnLst>
                              <p:par>
                                <p:cTn id="28" presetID="53" presetClass="entr" presetSubtype="0" fill="hold" grpId="0" nodeType="afterEffect">
                                  <p:stCondLst>
                                    <p:cond delay="0"/>
                                  </p:stCondLst>
                                  <p:childTnLst>
                                    <p:set>
                                      <p:cBhvr>
                                        <p:cTn id="29" dur="1" fill="hold">
                                          <p:stCondLst>
                                            <p:cond delay="0"/>
                                          </p:stCondLst>
                                        </p:cTn>
                                        <p:tgtEl>
                                          <p:spTgt spid="229"/>
                                        </p:tgtEl>
                                        <p:attrNameLst>
                                          <p:attrName>style.visibility</p:attrName>
                                        </p:attrNameLst>
                                      </p:cBhvr>
                                      <p:to>
                                        <p:strVal val="visible"/>
                                      </p:to>
                                    </p:set>
                                    <p:anim calcmode="lin" valueType="num">
                                      <p:cBhvr>
                                        <p:cTn id="30" dur="500" fill="hold"/>
                                        <p:tgtEl>
                                          <p:spTgt spid="229"/>
                                        </p:tgtEl>
                                        <p:attrNameLst>
                                          <p:attrName>ppt_w</p:attrName>
                                        </p:attrNameLst>
                                      </p:cBhvr>
                                      <p:tavLst>
                                        <p:tav tm="0">
                                          <p:val>
                                            <p:fltVal val="0"/>
                                          </p:val>
                                        </p:tav>
                                        <p:tav tm="100000">
                                          <p:val>
                                            <p:strVal val="#ppt_w"/>
                                          </p:val>
                                        </p:tav>
                                      </p:tavLst>
                                    </p:anim>
                                    <p:anim calcmode="lin" valueType="num">
                                      <p:cBhvr>
                                        <p:cTn id="31" dur="500" fill="hold"/>
                                        <p:tgtEl>
                                          <p:spTgt spid="229"/>
                                        </p:tgtEl>
                                        <p:attrNameLst>
                                          <p:attrName>ppt_h</p:attrName>
                                        </p:attrNameLst>
                                      </p:cBhvr>
                                      <p:tavLst>
                                        <p:tav tm="0">
                                          <p:val>
                                            <p:fltVal val="0"/>
                                          </p:val>
                                        </p:tav>
                                        <p:tav tm="100000">
                                          <p:val>
                                            <p:strVal val="#ppt_h"/>
                                          </p:val>
                                        </p:tav>
                                      </p:tavLst>
                                    </p:anim>
                                    <p:animEffect transition="in" filter="fade">
                                      <p:cBhvr>
                                        <p:cTn id="32" dur="500"/>
                                        <p:tgtEl>
                                          <p:spTgt spid="229"/>
                                        </p:tgtEl>
                                      </p:cBhvr>
                                    </p:animEffect>
                                  </p:childTnLst>
                                </p:cTn>
                              </p:par>
                            </p:childTnLst>
                          </p:cTn>
                        </p:par>
                        <p:par>
                          <p:cTn id="33" fill="hold">
                            <p:stCondLst>
                              <p:cond delay="2500"/>
                            </p:stCondLst>
                            <p:childTnLst>
                              <p:par>
                                <p:cTn id="34" presetID="53" presetClass="entr" presetSubtype="0" fill="hold" grpId="0" nodeType="afterEffect">
                                  <p:stCondLst>
                                    <p:cond delay="0"/>
                                  </p:stCondLst>
                                  <p:childTnLst>
                                    <p:set>
                                      <p:cBhvr>
                                        <p:cTn id="35" dur="1" fill="hold">
                                          <p:stCondLst>
                                            <p:cond delay="0"/>
                                          </p:stCondLst>
                                        </p:cTn>
                                        <p:tgtEl>
                                          <p:spTgt spid="234"/>
                                        </p:tgtEl>
                                        <p:attrNameLst>
                                          <p:attrName>style.visibility</p:attrName>
                                        </p:attrNameLst>
                                      </p:cBhvr>
                                      <p:to>
                                        <p:strVal val="visible"/>
                                      </p:to>
                                    </p:set>
                                    <p:anim calcmode="lin" valueType="num">
                                      <p:cBhvr>
                                        <p:cTn id="36" dur="500" fill="hold"/>
                                        <p:tgtEl>
                                          <p:spTgt spid="234"/>
                                        </p:tgtEl>
                                        <p:attrNameLst>
                                          <p:attrName>ppt_w</p:attrName>
                                        </p:attrNameLst>
                                      </p:cBhvr>
                                      <p:tavLst>
                                        <p:tav tm="0">
                                          <p:val>
                                            <p:fltVal val="0"/>
                                          </p:val>
                                        </p:tav>
                                        <p:tav tm="100000">
                                          <p:val>
                                            <p:strVal val="#ppt_w"/>
                                          </p:val>
                                        </p:tav>
                                      </p:tavLst>
                                    </p:anim>
                                    <p:anim calcmode="lin" valueType="num">
                                      <p:cBhvr>
                                        <p:cTn id="37" dur="500" fill="hold"/>
                                        <p:tgtEl>
                                          <p:spTgt spid="234"/>
                                        </p:tgtEl>
                                        <p:attrNameLst>
                                          <p:attrName>ppt_h</p:attrName>
                                        </p:attrNameLst>
                                      </p:cBhvr>
                                      <p:tavLst>
                                        <p:tav tm="0">
                                          <p:val>
                                            <p:fltVal val="0"/>
                                          </p:val>
                                        </p:tav>
                                        <p:tav tm="100000">
                                          <p:val>
                                            <p:strVal val="#ppt_h"/>
                                          </p:val>
                                        </p:tav>
                                      </p:tavLst>
                                    </p:anim>
                                    <p:animEffect transition="in" filter="fade">
                                      <p:cBhvr>
                                        <p:cTn id="38" dur="500"/>
                                        <p:tgtEl>
                                          <p:spTgt spid="234"/>
                                        </p:tgtEl>
                                      </p:cBhvr>
                                    </p:animEffect>
                                  </p:childTnLst>
                                </p:cTn>
                              </p:par>
                            </p:childTnLst>
                          </p:cTn>
                        </p:par>
                        <p:par>
                          <p:cTn id="39" fill="hold">
                            <p:stCondLst>
                              <p:cond delay="3000"/>
                            </p:stCondLst>
                            <p:childTnLst>
                              <p:par>
                                <p:cTn id="40" presetID="2" presetClass="entr" presetSubtype="8" accel="50000" decel="50000" fill="hold" grpId="0" nodeType="afterEffect">
                                  <p:stCondLst>
                                    <p:cond delay="0"/>
                                  </p:stCondLst>
                                  <p:childTnLst>
                                    <p:set>
                                      <p:cBhvr>
                                        <p:cTn id="41" dur="1" fill="hold">
                                          <p:stCondLst>
                                            <p:cond delay="0"/>
                                          </p:stCondLst>
                                        </p:cTn>
                                        <p:tgtEl>
                                          <p:spTgt spid="224"/>
                                        </p:tgtEl>
                                        <p:attrNameLst>
                                          <p:attrName>style.visibility</p:attrName>
                                        </p:attrNameLst>
                                      </p:cBhvr>
                                      <p:to>
                                        <p:strVal val="visible"/>
                                      </p:to>
                                    </p:set>
                                    <p:anim calcmode="lin" valueType="num">
                                      <p:cBhvr additive="base">
                                        <p:cTn id="42" dur="500" fill="hold"/>
                                        <p:tgtEl>
                                          <p:spTgt spid="224"/>
                                        </p:tgtEl>
                                        <p:attrNameLst>
                                          <p:attrName>ppt_x</p:attrName>
                                        </p:attrNameLst>
                                      </p:cBhvr>
                                      <p:tavLst>
                                        <p:tav tm="0">
                                          <p:val>
                                            <p:strVal val="0-#ppt_w/2"/>
                                          </p:val>
                                        </p:tav>
                                        <p:tav tm="100000">
                                          <p:val>
                                            <p:strVal val="#ppt_x"/>
                                          </p:val>
                                        </p:tav>
                                      </p:tavLst>
                                    </p:anim>
                                    <p:anim calcmode="lin" valueType="num">
                                      <p:cBhvr additive="base">
                                        <p:cTn id="43" dur="500" fill="hold"/>
                                        <p:tgtEl>
                                          <p:spTgt spid="224"/>
                                        </p:tgtEl>
                                        <p:attrNameLst>
                                          <p:attrName>ppt_y</p:attrName>
                                        </p:attrNameLst>
                                      </p:cBhvr>
                                      <p:tavLst>
                                        <p:tav tm="0">
                                          <p:val>
                                            <p:strVal val="#ppt_y"/>
                                          </p:val>
                                        </p:tav>
                                        <p:tav tm="100000">
                                          <p:val>
                                            <p:strVal val="#ppt_y"/>
                                          </p:val>
                                        </p:tav>
                                      </p:tavLst>
                                    </p:anim>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230"/>
                                        </p:tgtEl>
                                        <p:attrNameLst>
                                          <p:attrName>style.visibility</p:attrName>
                                        </p:attrNameLst>
                                      </p:cBhvr>
                                      <p:to>
                                        <p:strVal val="visible"/>
                                      </p:to>
                                    </p:set>
                                    <p:anim calcmode="lin" valueType="num">
                                      <p:cBhvr>
                                        <p:cTn id="47" dur="500" fill="hold"/>
                                        <p:tgtEl>
                                          <p:spTgt spid="230"/>
                                        </p:tgtEl>
                                        <p:attrNameLst>
                                          <p:attrName>ppt_w</p:attrName>
                                        </p:attrNameLst>
                                      </p:cBhvr>
                                      <p:tavLst>
                                        <p:tav tm="0">
                                          <p:val>
                                            <p:fltVal val="0"/>
                                          </p:val>
                                        </p:tav>
                                        <p:tav tm="100000">
                                          <p:val>
                                            <p:strVal val="#ppt_w"/>
                                          </p:val>
                                        </p:tav>
                                      </p:tavLst>
                                    </p:anim>
                                    <p:anim calcmode="lin" valueType="num">
                                      <p:cBhvr>
                                        <p:cTn id="48" dur="500" fill="hold"/>
                                        <p:tgtEl>
                                          <p:spTgt spid="230"/>
                                        </p:tgtEl>
                                        <p:attrNameLst>
                                          <p:attrName>ppt_h</p:attrName>
                                        </p:attrNameLst>
                                      </p:cBhvr>
                                      <p:tavLst>
                                        <p:tav tm="0">
                                          <p:val>
                                            <p:fltVal val="0"/>
                                          </p:val>
                                        </p:tav>
                                        <p:tav tm="100000">
                                          <p:val>
                                            <p:strVal val="#ppt_h"/>
                                          </p:val>
                                        </p:tav>
                                      </p:tavLst>
                                    </p:anim>
                                    <p:animEffect transition="in" filter="fade">
                                      <p:cBhvr>
                                        <p:cTn id="49" dur="500"/>
                                        <p:tgtEl>
                                          <p:spTgt spid="230"/>
                                        </p:tgtEl>
                                      </p:cBhvr>
                                    </p:animEffect>
                                  </p:childTnLst>
                                </p:cTn>
                              </p:par>
                            </p:childTnLst>
                          </p:cTn>
                        </p:par>
                        <p:par>
                          <p:cTn id="50" fill="hold">
                            <p:stCondLst>
                              <p:cond delay="4000"/>
                            </p:stCondLst>
                            <p:childTnLst>
                              <p:par>
                                <p:cTn id="51" presetID="53" presetClass="entr" presetSubtype="0" fill="hold" grpId="0" nodeType="afterEffect">
                                  <p:stCondLst>
                                    <p:cond delay="0"/>
                                  </p:stCondLst>
                                  <p:childTnLst>
                                    <p:set>
                                      <p:cBhvr>
                                        <p:cTn id="52" dur="1" fill="hold">
                                          <p:stCondLst>
                                            <p:cond delay="0"/>
                                          </p:stCondLst>
                                        </p:cTn>
                                        <p:tgtEl>
                                          <p:spTgt spid="238"/>
                                        </p:tgtEl>
                                        <p:attrNameLst>
                                          <p:attrName>style.visibility</p:attrName>
                                        </p:attrNameLst>
                                      </p:cBhvr>
                                      <p:to>
                                        <p:strVal val="visible"/>
                                      </p:to>
                                    </p:set>
                                    <p:anim calcmode="lin" valueType="num">
                                      <p:cBhvr>
                                        <p:cTn id="53" dur="500" fill="hold"/>
                                        <p:tgtEl>
                                          <p:spTgt spid="238"/>
                                        </p:tgtEl>
                                        <p:attrNameLst>
                                          <p:attrName>ppt_w</p:attrName>
                                        </p:attrNameLst>
                                      </p:cBhvr>
                                      <p:tavLst>
                                        <p:tav tm="0">
                                          <p:val>
                                            <p:fltVal val="0"/>
                                          </p:val>
                                        </p:tav>
                                        <p:tav tm="100000">
                                          <p:val>
                                            <p:strVal val="#ppt_w"/>
                                          </p:val>
                                        </p:tav>
                                      </p:tavLst>
                                    </p:anim>
                                    <p:anim calcmode="lin" valueType="num">
                                      <p:cBhvr>
                                        <p:cTn id="54" dur="500" fill="hold"/>
                                        <p:tgtEl>
                                          <p:spTgt spid="238"/>
                                        </p:tgtEl>
                                        <p:attrNameLst>
                                          <p:attrName>ppt_h</p:attrName>
                                        </p:attrNameLst>
                                      </p:cBhvr>
                                      <p:tavLst>
                                        <p:tav tm="0">
                                          <p:val>
                                            <p:fltVal val="0"/>
                                          </p:val>
                                        </p:tav>
                                        <p:tav tm="100000">
                                          <p:val>
                                            <p:strVal val="#ppt_h"/>
                                          </p:val>
                                        </p:tav>
                                      </p:tavLst>
                                    </p:anim>
                                    <p:animEffect transition="in" filter="fade">
                                      <p:cBhvr>
                                        <p:cTn id="55" dur="500"/>
                                        <p:tgtEl>
                                          <p:spTgt spid="238"/>
                                        </p:tgtEl>
                                      </p:cBhvr>
                                    </p:animEffect>
                                  </p:childTnLst>
                                </p:cTn>
                              </p:par>
                            </p:childTnLst>
                          </p:cTn>
                        </p:par>
                        <p:par>
                          <p:cTn id="56" fill="hold">
                            <p:stCondLst>
                              <p:cond delay="4500"/>
                            </p:stCondLst>
                            <p:childTnLst>
                              <p:par>
                                <p:cTn id="57" presetID="2" presetClass="entr" presetSubtype="4" accel="50000" decel="50000" fill="hold" grpId="0" nodeType="afterEffect">
                                  <p:stCondLst>
                                    <p:cond delay="0"/>
                                  </p:stCondLst>
                                  <p:childTnLst>
                                    <p:set>
                                      <p:cBhvr>
                                        <p:cTn id="58" dur="1" fill="hold">
                                          <p:stCondLst>
                                            <p:cond delay="0"/>
                                          </p:stCondLst>
                                        </p:cTn>
                                        <p:tgtEl>
                                          <p:spTgt spid="223"/>
                                        </p:tgtEl>
                                        <p:attrNameLst>
                                          <p:attrName>style.visibility</p:attrName>
                                        </p:attrNameLst>
                                      </p:cBhvr>
                                      <p:to>
                                        <p:strVal val="visible"/>
                                      </p:to>
                                    </p:set>
                                    <p:anim calcmode="lin" valueType="num">
                                      <p:cBhvr additive="base">
                                        <p:cTn id="59" dur="500" fill="hold"/>
                                        <p:tgtEl>
                                          <p:spTgt spid="223"/>
                                        </p:tgtEl>
                                        <p:attrNameLst>
                                          <p:attrName>ppt_x</p:attrName>
                                        </p:attrNameLst>
                                      </p:cBhvr>
                                      <p:tavLst>
                                        <p:tav tm="0">
                                          <p:val>
                                            <p:strVal val="#ppt_x"/>
                                          </p:val>
                                        </p:tav>
                                        <p:tav tm="100000">
                                          <p:val>
                                            <p:strVal val="#ppt_x"/>
                                          </p:val>
                                        </p:tav>
                                      </p:tavLst>
                                    </p:anim>
                                    <p:anim calcmode="lin" valueType="num">
                                      <p:cBhvr additive="base">
                                        <p:cTn id="60" dur="500" fill="hold"/>
                                        <p:tgtEl>
                                          <p:spTgt spid="223"/>
                                        </p:tgtEl>
                                        <p:attrNameLst>
                                          <p:attrName>ppt_y</p:attrName>
                                        </p:attrNameLst>
                                      </p:cBhvr>
                                      <p:tavLst>
                                        <p:tav tm="0">
                                          <p:val>
                                            <p:strVal val="1+#ppt_h/2"/>
                                          </p:val>
                                        </p:tav>
                                        <p:tav tm="100000">
                                          <p:val>
                                            <p:strVal val="#ppt_y"/>
                                          </p:val>
                                        </p:tav>
                                      </p:tavLst>
                                    </p:anim>
                                  </p:childTnLst>
                                </p:cTn>
                              </p:par>
                            </p:childTnLst>
                          </p:cTn>
                        </p:par>
                        <p:par>
                          <p:cTn id="61" fill="hold">
                            <p:stCondLst>
                              <p:cond delay="5000"/>
                            </p:stCondLst>
                            <p:childTnLst>
                              <p:par>
                                <p:cTn id="62" presetID="53" presetClass="entr" presetSubtype="0" fill="hold" grpId="0" nodeType="afterEffect">
                                  <p:stCondLst>
                                    <p:cond delay="0"/>
                                  </p:stCondLst>
                                  <p:childTnLst>
                                    <p:set>
                                      <p:cBhvr>
                                        <p:cTn id="63" dur="1" fill="hold">
                                          <p:stCondLst>
                                            <p:cond delay="0"/>
                                          </p:stCondLst>
                                        </p:cTn>
                                        <p:tgtEl>
                                          <p:spTgt spid="233"/>
                                        </p:tgtEl>
                                        <p:attrNameLst>
                                          <p:attrName>style.visibility</p:attrName>
                                        </p:attrNameLst>
                                      </p:cBhvr>
                                      <p:to>
                                        <p:strVal val="visible"/>
                                      </p:to>
                                    </p:set>
                                    <p:anim calcmode="lin" valueType="num">
                                      <p:cBhvr>
                                        <p:cTn id="64" dur="500" fill="hold"/>
                                        <p:tgtEl>
                                          <p:spTgt spid="233"/>
                                        </p:tgtEl>
                                        <p:attrNameLst>
                                          <p:attrName>ppt_w</p:attrName>
                                        </p:attrNameLst>
                                      </p:cBhvr>
                                      <p:tavLst>
                                        <p:tav tm="0">
                                          <p:val>
                                            <p:fltVal val="0"/>
                                          </p:val>
                                        </p:tav>
                                        <p:tav tm="100000">
                                          <p:val>
                                            <p:strVal val="#ppt_w"/>
                                          </p:val>
                                        </p:tav>
                                      </p:tavLst>
                                    </p:anim>
                                    <p:anim calcmode="lin" valueType="num">
                                      <p:cBhvr>
                                        <p:cTn id="65" dur="500" fill="hold"/>
                                        <p:tgtEl>
                                          <p:spTgt spid="233"/>
                                        </p:tgtEl>
                                        <p:attrNameLst>
                                          <p:attrName>ppt_h</p:attrName>
                                        </p:attrNameLst>
                                      </p:cBhvr>
                                      <p:tavLst>
                                        <p:tav tm="0">
                                          <p:val>
                                            <p:fltVal val="0"/>
                                          </p:val>
                                        </p:tav>
                                        <p:tav tm="100000">
                                          <p:val>
                                            <p:strVal val="#ppt_h"/>
                                          </p:val>
                                        </p:tav>
                                      </p:tavLst>
                                    </p:anim>
                                    <p:animEffect transition="in" filter="fade">
                                      <p:cBhvr>
                                        <p:cTn id="66" dur="500"/>
                                        <p:tgtEl>
                                          <p:spTgt spid="233"/>
                                        </p:tgtEl>
                                      </p:cBhvr>
                                    </p:animEffect>
                                  </p:childTnLst>
                                </p:cTn>
                              </p:par>
                            </p:childTnLst>
                          </p:cTn>
                        </p:par>
                        <p:par>
                          <p:cTn id="67" fill="hold">
                            <p:stCondLst>
                              <p:cond delay="5500"/>
                            </p:stCondLst>
                            <p:childTnLst>
                              <p:par>
                                <p:cTn id="68" presetID="53" presetClass="entr" presetSubtype="0" fill="hold" grpId="0" nodeType="afterEffect">
                                  <p:stCondLst>
                                    <p:cond delay="0"/>
                                  </p:stCondLst>
                                  <p:childTnLst>
                                    <p:set>
                                      <p:cBhvr>
                                        <p:cTn id="69" dur="1" fill="hold">
                                          <p:stCondLst>
                                            <p:cond delay="0"/>
                                          </p:stCondLst>
                                        </p:cTn>
                                        <p:tgtEl>
                                          <p:spTgt spid="237"/>
                                        </p:tgtEl>
                                        <p:attrNameLst>
                                          <p:attrName>style.visibility</p:attrName>
                                        </p:attrNameLst>
                                      </p:cBhvr>
                                      <p:to>
                                        <p:strVal val="visible"/>
                                      </p:to>
                                    </p:set>
                                    <p:anim calcmode="lin" valueType="num">
                                      <p:cBhvr>
                                        <p:cTn id="70" dur="500" fill="hold"/>
                                        <p:tgtEl>
                                          <p:spTgt spid="237"/>
                                        </p:tgtEl>
                                        <p:attrNameLst>
                                          <p:attrName>ppt_w</p:attrName>
                                        </p:attrNameLst>
                                      </p:cBhvr>
                                      <p:tavLst>
                                        <p:tav tm="0">
                                          <p:val>
                                            <p:fltVal val="0"/>
                                          </p:val>
                                        </p:tav>
                                        <p:tav tm="100000">
                                          <p:val>
                                            <p:strVal val="#ppt_w"/>
                                          </p:val>
                                        </p:tav>
                                      </p:tavLst>
                                    </p:anim>
                                    <p:anim calcmode="lin" valueType="num">
                                      <p:cBhvr>
                                        <p:cTn id="71" dur="500" fill="hold"/>
                                        <p:tgtEl>
                                          <p:spTgt spid="237"/>
                                        </p:tgtEl>
                                        <p:attrNameLst>
                                          <p:attrName>ppt_h</p:attrName>
                                        </p:attrNameLst>
                                      </p:cBhvr>
                                      <p:tavLst>
                                        <p:tav tm="0">
                                          <p:val>
                                            <p:fltVal val="0"/>
                                          </p:val>
                                        </p:tav>
                                        <p:tav tm="100000">
                                          <p:val>
                                            <p:strVal val="#ppt_h"/>
                                          </p:val>
                                        </p:tav>
                                      </p:tavLst>
                                    </p:anim>
                                    <p:animEffect transition="in" filter="fade">
                                      <p:cBhvr>
                                        <p:cTn id="72" dur="500"/>
                                        <p:tgtEl>
                                          <p:spTgt spid="237"/>
                                        </p:tgtEl>
                                      </p:cBhvr>
                                    </p:animEffect>
                                  </p:childTnLst>
                                </p:cTn>
                              </p:par>
                            </p:childTnLst>
                          </p:cTn>
                        </p:par>
                        <p:par>
                          <p:cTn id="73" fill="hold">
                            <p:stCondLst>
                              <p:cond delay="6000"/>
                            </p:stCondLst>
                            <p:childTnLst>
                              <p:par>
                                <p:cTn id="74" presetID="2" presetClass="entr" presetSubtype="4" accel="50000" decel="50000" fill="hold" grpId="0" nodeType="afterEffect">
                                  <p:stCondLst>
                                    <p:cond delay="0"/>
                                  </p:stCondLst>
                                  <p:childTnLst>
                                    <p:set>
                                      <p:cBhvr>
                                        <p:cTn id="75" dur="1" fill="hold">
                                          <p:stCondLst>
                                            <p:cond delay="0"/>
                                          </p:stCondLst>
                                        </p:cTn>
                                        <p:tgtEl>
                                          <p:spTgt spid="225"/>
                                        </p:tgtEl>
                                        <p:attrNameLst>
                                          <p:attrName>style.visibility</p:attrName>
                                        </p:attrNameLst>
                                      </p:cBhvr>
                                      <p:to>
                                        <p:strVal val="visible"/>
                                      </p:to>
                                    </p:set>
                                    <p:anim calcmode="lin" valueType="num">
                                      <p:cBhvr additive="base">
                                        <p:cTn id="76" dur="500" fill="hold"/>
                                        <p:tgtEl>
                                          <p:spTgt spid="225"/>
                                        </p:tgtEl>
                                        <p:attrNameLst>
                                          <p:attrName>ppt_x</p:attrName>
                                        </p:attrNameLst>
                                      </p:cBhvr>
                                      <p:tavLst>
                                        <p:tav tm="0">
                                          <p:val>
                                            <p:strVal val="#ppt_x"/>
                                          </p:val>
                                        </p:tav>
                                        <p:tav tm="100000">
                                          <p:val>
                                            <p:strVal val="#ppt_x"/>
                                          </p:val>
                                        </p:tav>
                                      </p:tavLst>
                                    </p:anim>
                                    <p:anim calcmode="lin" valueType="num">
                                      <p:cBhvr additive="base">
                                        <p:cTn id="77" dur="500" fill="hold"/>
                                        <p:tgtEl>
                                          <p:spTgt spid="225"/>
                                        </p:tgtEl>
                                        <p:attrNameLst>
                                          <p:attrName>ppt_y</p:attrName>
                                        </p:attrNameLst>
                                      </p:cBhvr>
                                      <p:tavLst>
                                        <p:tav tm="0">
                                          <p:val>
                                            <p:strVal val="1+#ppt_h/2"/>
                                          </p:val>
                                        </p:tav>
                                        <p:tav tm="100000">
                                          <p:val>
                                            <p:strVal val="#ppt_y"/>
                                          </p:val>
                                        </p:tav>
                                      </p:tavLst>
                                    </p:anim>
                                  </p:childTnLst>
                                </p:cTn>
                              </p:par>
                            </p:childTnLst>
                          </p:cTn>
                        </p:par>
                        <p:par>
                          <p:cTn id="78" fill="hold">
                            <p:stCondLst>
                              <p:cond delay="6500"/>
                            </p:stCondLst>
                            <p:childTnLst>
                              <p:par>
                                <p:cTn id="79" presetID="53" presetClass="entr" presetSubtype="0" fill="hold" grpId="0" nodeType="afterEffect">
                                  <p:stCondLst>
                                    <p:cond delay="0"/>
                                  </p:stCondLst>
                                  <p:childTnLst>
                                    <p:set>
                                      <p:cBhvr>
                                        <p:cTn id="80" dur="1" fill="hold">
                                          <p:stCondLst>
                                            <p:cond delay="0"/>
                                          </p:stCondLst>
                                        </p:cTn>
                                        <p:tgtEl>
                                          <p:spTgt spid="231"/>
                                        </p:tgtEl>
                                        <p:attrNameLst>
                                          <p:attrName>style.visibility</p:attrName>
                                        </p:attrNameLst>
                                      </p:cBhvr>
                                      <p:to>
                                        <p:strVal val="visible"/>
                                      </p:to>
                                    </p:set>
                                    <p:anim calcmode="lin" valueType="num">
                                      <p:cBhvr>
                                        <p:cTn id="81" dur="500" fill="hold"/>
                                        <p:tgtEl>
                                          <p:spTgt spid="231"/>
                                        </p:tgtEl>
                                        <p:attrNameLst>
                                          <p:attrName>ppt_w</p:attrName>
                                        </p:attrNameLst>
                                      </p:cBhvr>
                                      <p:tavLst>
                                        <p:tav tm="0">
                                          <p:val>
                                            <p:fltVal val="0"/>
                                          </p:val>
                                        </p:tav>
                                        <p:tav tm="100000">
                                          <p:val>
                                            <p:strVal val="#ppt_w"/>
                                          </p:val>
                                        </p:tav>
                                      </p:tavLst>
                                    </p:anim>
                                    <p:anim calcmode="lin" valueType="num">
                                      <p:cBhvr>
                                        <p:cTn id="82" dur="500" fill="hold"/>
                                        <p:tgtEl>
                                          <p:spTgt spid="231"/>
                                        </p:tgtEl>
                                        <p:attrNameLst>
                                          <p:attrName>ppt_h</p:attrName>
                                        </p:attrNameLst>
                                      </p:cBhvr>
                                      <p:tavLst>
                                        <p:tav tm="0">
                                          <p:val>
                                            <p:fltVal val="0"/>
                                          </p:val>
                                        </p:tav>
                                        <p:tav tm="100000">
                                          <p:val>
                                            <p:strVal val="#ppt_h"/>
                                          </p:val>
                                        </p:tav>
                                      </p:tavLst>
                                    </p:anim>
                                    <p:animEffect transition="in" filter="fade">
                                      <p:cBhvr>
                                        <p:cTn id="83" dur="500"/>
                                        <p:tgtEl>
                                          <p:spTgt spid="231"/>
                                        </p:tgtEl>
                                      </p:cBhvr>
                                    </p:animEffect>
                                  </p:childTnLst>
                                </p:cTn>
                              </p:par>
                            </p:childTnLst>
                          </p:cTn>
                        </p:par>
                        <p:par>
                          <p:cTn id="84" fill="hold">
                            <p:stCondLst>
                              <p:cond delay="7000"/>
                            </p:stCondLst>
                            <p:childTnLst>
                              <p:par>
                                <p:cTn id="85" presetID="53" presetClass="entr" presetSubtype="0" fill="hold" grpId="0" nodeType="afterEffect">
                                  <p:stCondLst>
                                    <p:cond delay="0"/>
                                  </p:stCondLst>
                                  <p:childTnLst>
                                    <p:set>
                                      <p:cBhvr>
                                        <p:cTn id="86" dur="1" fill="hold">
                                          <p:stCondLst>
                                            <p:cond delay="0"/>
                                          </p:stCondLst>
                                        </p:cTn>
                                        <p:tgtEl>
                                          <p:spTgt spid="236"/>
                                        </p:tgtEl>
                                        <p:attrNameLst>
                                          <p:attrName>style.visibility</p:attrName>
                                        </p:attrNameLst>
                                      </p:cBhvr>
                                      <p:to>
                                        <p:strVal val="visible"/>
                                      </p:to>
                                    </p:set>
                                    <p:anim calcmode="lin" valueType="num">
                                      <p:cBhvr>
                                        <p:cTn id="87" dur="500" fill="hold"/>
                                        <p:tgtEl>
                                          <p:spTgt spid="236"/>
                                        </p:tgtEl>
                                        <p:attrNameLst>
                                          <p:attrName>ppt_w</p:attrName>
                                        </p:attrNameLst>
                                      </p:cBhvr>
                                      <p:tavLst>
                                        <p:tav tm="0">
                                          <p:val>
                                            <p:fltVal val="0"/>
                                          </p:val>
                                        </p:tav>
                                        <p:tav tm="100000">
                                          <p:val>
                                            <p:strVal val="#ppt_w"/>
                                          </p:val>
                                        </p:tav>
                                      </p:tavLst>
                                    </p:anim>
                                    <p:anim calcmode="lin" valueType="num">
                                      <p:cBhvr>
                                        <p:cTn id="88" dur="500" fill="hold"/>
                                        <p:tgtEl>
                                          <p:spTgt spid="236"/>
                                        </p:tgtEl>
                                        <p:attrNameLst>
                                          <p:attrName>ppt_h</p:attrName>
                                        </p:attrNameLst>
                                      </p:cBhvr>
                                      <p:tavLst>
                                        <p:tav tm="0">
                                          <p:val>
                                            <p:fltVal val="0"/>
                                          </p:val>
                                        </p:tav>
                                        <p:tav tm="100000">
                                          <p:val>
                                            <p:strVal val="#ppt_h"/>
                                          </p:val>
                                        </p:tav>
                                      </p:tavLst>
                                    </p:anim>
                                    <p:animEffect transition="in" filter="fade">
                                      <p:cBhvr>
                                        <p:cTn id="89" dur="500"/>
                                        <p:tgtEl>
                                          <p:spTgt spid="236"/>
                                        </p:tgtEl>
                                      </p:cBhvr>
                                    </p:animEffect>
                                  </p:childTnLst>
                                </p:cTn>
                              </p:par>
                            </p:childTnLst>
                          </p:cTn>
                        </p:par>
                        <p:par>
                          <p:cTn id="90" fill="hold">
                            <p:stCondLst>
                              <p:cond delay="7500"/>
                            </p:stCondLst>
                            <p:childTnLst>
                              <p:par>
                                <p:cTn id="91" presetID="2" presetClass="entr" presetSubtype="2" accel="50000" decel="50000" fill="hold" grpId="0" nodeType="afterEffect">
                                  <p:stCondLst>
                                    <p:cond delay="0"/>
                                  </p:stCondLst>
                                  <p:childTnLst>
                                    <p:set>
                                      <p:cBhvr>
                                        <p:cTn id="92" dur="1" fill="hold">
                                          <p:stCondLst>
                                            <p:cond delay="0"/>
                                          </p:stCondLst>
                                        </p:cTn>
                                        <p:tgtEl>
                                          <p:spTgt spid="226"/>
                                        </p:tgtEl>
                                        <p:attrNameLst>
                                          <p:attrName>style.visibility</p:attrName>
                                        </p:attrNameLst>
                                      </p:cBhvr>
                                      <p:to>
                                        <p:strVal val="visible"/>
                                      </p:to>
                                    </p:set>
                                    <p:anim calcmode="lin" valueType="num">
                                      <p:cBhvr additive="base">
                                        <p:cTn id="93" dur="500" fill="hold"/>
                                        <p:tgtEl>
                                          <p:spTgt spid="226"/>
                                        </p:tgtEl>
                                        <p:attrNameLst>
                                          <p:attrName>ppt_x</p:attrName>
                                        </p:attrNameLst>
                                      </p:cBhvr>
                                      <p:tavLst>
                                        <p:tav tm="0">
                                          <p:val>
                                            <p:strVal val="1+#ppt_w/2"/>
                                          </p:val>
                                        </p:tav>
                                        <p:tav tm="100000">
                                          <p:val>
                                            <p:strVal val="#ppt_x"/>
                                          </p:val>
                                        </p:tav>
                                      </p:tavLst>
                                    </p:anim>
                                    <p:anim calcmode="lin" valueType="num">
                                      <p:cBhvr additive="base">
                                        <p:cTn id="94" dur="500" fill="hold"/>
                                        <p:tgtEl>
                                          <p:spTgt spid="226"/>
                                        </p:tgtEl>
                                        <p:attrNameLst>
                                          <p:attrName>ppt_y</p:attrName>
                                        </p:attrNameLst>
                                      </p:cBhvr>
                                      <p:tavLst>
                                        <p:tav tm="0">
                                          <p:val>
                                            <p:strVal val="#ppt_y"/>
                                          </p:val>
                                        </p:tav>
                                        <p:tav tm="100000">
                                          <p:val>
                                            <p:strVal val="#ppt_y"/>
                                          </p:val>
                                        </p:tav>
                                      </p:tavLst>
                                    </p:anim>
                                  </p:childTnLst>
                                </p:cTn>
                              </p:par>
                            </p:childTnLst>
                          </p:cTn>
                        </p:par>
                        <p:par>
                          <p:cTn id="95" fill="hold">
                            <p:stCondLst>
                              <p:cond delay="8000"/>
                            </p:stCondLst>
                            <p:childTnLst>
                              <p:par>
                                <p:cTn id="96" presetID="53" presetClass="entr" presetSubtype="0" fill="hold" grpId="0" nodeType="afterEffect">
                                  <p:stCondLst>
                                    <p:cond delay="0"/>
                                  </p:stCondLst>
                                  <p:childTnLst>
                                    <p:set>
                                      <p:cBhvr>
                                        <p:cTn id="97" dur="1" fill="hold">
                                          <p:stCondLst>
                                            <p:cond delay="0"/>
                                          </p:stCondLst>
                                        </p:cTn>
                                        <p:tgtEl>
                                          <p:spTgt spid="232"/>
                                        </p:tgtEl>
                                        <p:attrNameLst>
                                          <p:attrName>style.visibility</p:attrName>
                                        </p:attrNameLst>
                                      </p:cBhvr>
                                      <p:to>
                                        <p:strVal val="visible"/>
                                      </p:to>
                                    </p:set>
                                    <p:anim calcmode="lin" valueType="num">
                                      <p:cBhvr>
                                        <p:cTn id="98" dur="500" fill="hold"/>
                                        <p:tgtEl>
                                          <p:spTgt spid="232"/>
                                        </p:tgtEl>
                                        <p:attrNameLst>
                                          <p:attrName>ppt_w</p:attrName>
                                        </p:attrNameLst>
                                      </p:cBhvr>
                                      <p:tavLst>
                                        <p:tav tm="0">
                                          <p:val>
                                            <p:fltVal val="0"/>
                                          </p:val>
                                        </p:tav>
                                        <p:tav tm="100000">
                                          <p:val>
                                            <p:strVal val="#ppt_w"/>
                                          </p:val>
                                        </p:tav>
                                      </p:tavLst>
                                    </p:anim>
                                    <p:anim calcmode="lin" valueType="num">
                                      <p:cBhvr>
                                        <p:cTn id="99" dur="500" fill="hold"/>
                                        <p:tgtEl>
                                          <p:spTgt spid="232"/>
                                        </p:tgtEl>
                                        <p:attrNameLst>
                                          <p:attrName>ppt_h</p:attrName>
                                        </p:attrNameLst>
                                      </p:cBhvr>
                                      <p:tavLst>
                                        <p:tav tm="0">
                                          <p:val>
                                            <p:fltVal val="0"/>
                                          </p:val>
                                        </p:tav>
                                        <p:tav tm="100000">
                                          <p:val>
                                            <p:strVal val="#ppt_h"/>
                                          </p:val>
                                        </p:tav>
                                      </p:tavLst>
                                    </p:anim>
                                    <p:animEffect transition="in" filter="fade">
                                      <p:cBhvr>
                                        <p:cTn id="100" dur="500"/>
                                        <p:tgtEl>
                                          <p:spTgt spid="232"/>
                                        </p:tgtEl>
                                      </p:cBhvr>
                                    </p:animEffect>
                                  </p:childTnLst>
                                </p:cTn>
                              </p:par>
                            </p:childTnLst>
                          </p:cTn>
                        </p:par>
                        <p:par>
                          <p:cTn id="101" fill="hold">
                            <p:stCondLst>
                              <p:cond delay="8500"/>
                            </p:stCondLst>
                            <p:childTnLst>
                              <p:par>
                                <p:cTn id="102" presetID="53" presetClass="entr" presetSubtype="0" fill="hold" grpId="0" nodeType="afterEffect">
                                  <p:stCondLst>
                                    <p:cond delay="0"/>
                                  </p:stCondLst>
                                  <p:childTnLst>
                                    <p:set>
                                      <p:cBhvr>
                                        <p:cTn id="103" dur="1" fill="hold">
                                          <p:stCondLst>
                                            <p:cond delay="0"/>
                                          </p:stCondLst>
                                        </p:cTn>
                                        <p:tgtEl>
                                          <p:spTgt spid="239"/>
                                        </p:tgtEl>
                                        <p:attrNameLst>
                                          <p:attrName>style.visibility</p:attrName>
                                        </p:attrNameLst>
                                      </p:cBhvr>
                                      <p:to>
                                        <p:strVal val="visible"/>
                                      </p:to>
                                    </p:set>
                                    <p:anim calcmode="lin" valueType="num">
                                      <p:cBhvr>
                                        <p:cTn id="104" dur="500" fill="hold"/>
                                        <p:tgtEl>
                                          <p:spTgt spid="239"/>
                                        </p:tgtEl>
                                        <p:attrNameLst>
                                          <p:attrName>ppt_w</p:attrName>
                                        </p:attrNameLst>
                                      </p:cBhvr>
                                      <p:tavLst>
                                        <p:tav tm="0">
                                          <p:val>
                                            <p:fltVal val="0"/>
                                          </p:val>
                                        </p:tav>
                                        <p:tav tm="100000">
                                          <p:val>
                                            <p:strVal val="#ppt_w"/>
                                          </p:val>
                                        </p:tav>
                                      </p:tavLst>
                                    </p:anim>
                                    <p:anim calcmode="lin" valueType="num">
                                      <p:cBhvr>
                                        <p:cTn id="105" dur="500" fill="hold"/>
                                        <p:tgtEl>
                                          <p:spTgt spid="239"/>
                                        </p:tgtEl>
                                        <p:attrNameLst>
                                          <p:attrName>ppt_h</p:attrName>
                                        </p:attrNameLst>
                                      </p:cBhvr>
                                      <p:tavLst>
                                        <p:tav tm="0">
                                          <p:val>
                                            <p:fltVal val="0"/>
                                          </p:val>
                                        </p:tav>
                                        <p:tav tm="100000">
                                          <p:val>
                                            <p:strVal val="#ppt_h"/>
                                          </p:val>
                                        </p:tav>
                                      </p:tavLst>
                                    </p:anim>
                                    <p:animEffect transition="in" filter="fade">
                                      <p:cBhvr>
                                        <p:cTn id="106" dur="500"/>
                                        <p:tgtEl>
                                          <p:spTgt spid="239"/>
                                        </p:tgtEl>
                                      </p:cBhvr>
                                    </p:animEffect>
                                  </p:childTnLst>
                                </p:cTn>
                              </p:par>
                            </p:childTnLst>
                          </p:cTn>
                        </p:par>
                        <p:par>
                          <p:cTn id="107" fill="hold">
                            <p:stCondLst>
                              <p:cond delay="9000"/>
                            </p:stCondLst>
                            <p:childTnLst>
                              <p:par>
                                <p:cTn id="108" presetID="2" presetClass="entr" presetSubtype="2" accel="50000" decel="50000" fill="hold" grpId="0" nodeType="afterEffect">
                                  <p:stCondLst>
                                    <p:cond delay="0"/>
                                  </p:stCondLst>
                                  <p:childTnLst>
                                    <p:set>
                                      <p:cBhvr>
                                        <p:cTn id="109" dur="1" fill="hold">
                                          <p:stCondLst>
                                            <p:cond delay="0"/>
                                          </p:stCondLst>
                                        </p:cTn>
                                        <p:tgtEl>
                                          <p:spTgt spid="227"/>
                                        </p:tgtEl>
                                        <p:attrNameLst>
                                          <p:attrName>style.visibility</p:attrName>
                                        </p:attrNameLst>
                                      </p:cBhvr>
                                      <p:to>
                                        <p:strVal val="visible"/>
                                      </p:to>
                                    </p:set>
                                    <p:anim calcmode="lin" valueType="num">
                                      <p:cBhvr additive="base">
                                        <p:cTn id="110" dur="500" fill="hold"/>
                                        <p:tgtEl>
                                          <p:spTgt spid="227"/>
                                        </p:tgtEl>
                                        <p:attrNameLst>
                                          <p:attrName>ppt_x</p:attrName>
                                        </p:attrNameLst>
                                      </p:cBhvr>
                                      <p:tavLst>
                                        <p:tav tm="0">
                                          <p:val>
                                            <p:strVal val="1+#ppt_w/2"/>
                                          </p:val>
                                        </p:tav>
                                        <p:tav tm="100000">
                                          <p:val>
                                            <p:strVal val="#ppt_x"/>
                                          </p:val>
                                        </p:tav>
                                      </p:tavLst>
                                    </p:anim>
                                    <p:anim calcmode="lin" valueType="num">
                                      <p:cBhvr additive="base">
                                        <p:cTn id="111" dur="500" fill="hold"/>
                                        <p:tgtEl>
                                          <p:spTgt spid="2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223" grpId="0"/>
      <p:bldP spid="224" grpId="0"/>
      <p:bldP spid="225" grpId="0"/>
      <p:bldP spid="226" grpId="0"/>
      <p:bldP spid="227" grpId="0"/>
      <p:bldP spid="228" grpId="0" animBg="1"/>
      <p:bldP spid="229" grpId="0" animBg="1"/>
      <p:bldP spid="230" grpId="0" animBg="1"/>
      <p:bldP spid="231" grpId="0" animBg="1"/>
      <p:bldP spid="232" grpId="0" animBg="1"/>
      <p:bldP spid="233" grpId="0" animBg="1"/>
      <p:bldP spid="234" grpId="0"/>
      <p:bldP spid="235" grpId="0"/>
      <p:bldP spid="236" grpId="0"/>
      <p:bldP spid="237" grpId="0"/>
      <p:bldP spid="238" grpId="0"/>
      <p:bldP spid="239"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74"/>
          <p:cNvGrpSpPr/>
          <p:nvPr/>
        </p:nvGrpSpPr>
        <p:grpSpPr>
          <a:xfrm>
            <a:off x="1193115" y="1201384"/>
            <a:ext cx="6757770" cy="3362728"/>
            <a:chOff x="538789" y="1131575"/>
            <a:chExt cx="5819028" cy="2895599"/>
          </a:xfrm>
          <a:solidFill>
            <a:schemeClr val="tx1">
              <a:lumMod val="10000"/>
              <a:lumOff val="90000"/>
            </a:schemeClr>
          </a:solidFill>
        </p:grpSpPr>
        <p:grpSp>
          <p:nvGrpSpPr>
            <p:cNvPr id="4" name="Group 341"/>
            <p:cNvGrpSpPr/>
            <p:nvPr/>
          </p:nvGrpSpPr>
          <p:grpSpPr>
            <a:xfrm>
              <a:off x="2984512" y="2355982"/>
              <a:ext cx="1110006" cy="1241414"/>
              <a:chOff x="4097338" y="2217738"/>
              <a:chExt cx="1139825" cy="1274763"/>
            </a:xfrm>
            <a:grpFill/>
          </p:grpSpPr>
          <p:sp>
            <p:nvSpPr>
              <p:cNvPr id="447"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274"/>
            <p:cNvGrpSpPr/>
            <p:nvPr/>
          </p:nvGrpSpPr>
          <p:grpSpPr>
            <a:xfrm>
              <a:off x="1945621" y="2801220"/>
              <a:ext cx="759070" cy="1225954"/>
              <a:chOff x="3030538" y="2674938"/>
              <a:chExt cx="779463" cy="1258888"/>
            </a:xfrm>
            <a:grpFill/>
          </p:grpSpPr>
          <p:sp>
            <p:nvSpPr>
              <p:cNvPr id="445"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277"/>
            <p:cNvGrpSpPr/>
            <p:nvPr/>
          </p:nvGrpSpPr>
          <p:grpSpPr>
            <a:xfrm>
              <a:off x="538789" y="1131575"/>
              <a:ext cx="2523022" cy="1757766"/>
              <a:chOff x="1585913" y="960438"/>
              <a:chExt cx="2590800" cy="1804987"/>
            </a:xfrm>
            <a:grpFill/>
          </p:grpSpPr>
          <p:sp>
            <p:nvSpPr>
              <p:cNvPr id="382"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4"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6"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8"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0"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2"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4"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6"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8"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1"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3"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3"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5"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7"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9"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0"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1"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2"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4"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5"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6"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7"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8"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9"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0"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1"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2"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3"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4"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5"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7"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9"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1"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3"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45"/>
            <p:cNvGrpSpPr/>
            <p:nvPr/>
          </p:nvGrpSpPr>
          <p:grpSpPr>
            <a:xfrm>
              <a:off x="3103551" y="1256797"/>
              <a:ext cx="669405" cy="1125467"/>
              <a:chOff x="4219575" y="1089025"/>
              <a:chExt cx="687388" cy="1155701"/>
            </a:xfrm>
            <a:grpFill/>
          </p:grpSpPr>
          <p:sp>
            <p:nvSpPr>
              <p:cNvPr id="367"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8" name="Group 343"/>
              <p:cNvGrpSpPr/>
              <p:nvPr/>
            </p:nvGrpSpPr>
            <p:grpSpPr>
              <a:xfrm>
                <a:off x="4219575" y="1089025"/>
                <a:ext cx="687388" cy="1155701"/>
                <a:chOff x="4219575" y="1089025"/>
                <a:chExt cx="687388" cy="1155701"/>
              </a:xfrm>
              <a:grpFill/>
            </p:grpSpPr>
            <p:sp>
              <p:nvSpPr>
                <p:cNvPr id="369"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0"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2"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4"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6"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8"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0"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9" name="Group 363"/>
            <p:cNvGrpSpPr/>
            <p:nvPr/>
          </p:nvGrpSpPr>
          <p:grpSpPr>
            <a:xfrm>
              <a:off x="5105582" y="3000650"/>
              <a:ext cx="941496" cy="822457"/>
              <a:chOff x="6275388" y="2879725"/>
              <a:chExt cx="966788" cy="844551"/>
            </a:xfrm>
            <a:grpFill/>
          </p:grpSpPr>
          <p:sp>
            <p:nvSpPr>
              <p:cNvPr id="349"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0" name="Group 361"/>
              <p:cNvGrpSpPr/>
              <p:nvPr/>
            </p:nvGrpSpPr>
            <p:grpSpPr>
              <a:xfrm>
                <a:off x="6275388" y="2917825"/>
                <a:ext cx="966788" cy="806451"/>
                <a:chOff x="6275388" y="2917825"/>
                <a:chExt cx="966788" cy="806451"/>
              </a:xfrm>
              <a:grpFill/>
            </p:grpSpPr>
            <p:sp>
              <p:nvSpPr>
                <p:cNvPr id="351"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3"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5"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7"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9"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1"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3"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5"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1" name="Group 383"/>
            <p:cNvGrpSpPr/>
            <p:nvPr/>
          </p:nvGrpSpPr>
          <p:grpSpPr>
            <a:xfrm>
              <a:off x="3584348" y="1207327"/>
              <a:ext cx="2773469" cy="1960289"/>
              <a:chOff x="4713288" y="1038225"/>
              <a:chExt cx="2847975" cy="2012950"/>
            </a:xfrm>
            <a:grpFill/>
          </p:grpSpPr>
          <p:sp>
            <p:nvSpPr>
              <p:cNvPr id="282"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3"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4"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5"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6"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7"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9"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3"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5"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7"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9"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1"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3"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5"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2"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4"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6"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8"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0"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2"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4"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6"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8"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0"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2"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4"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6"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9"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1"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3"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5"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7"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p:txBody>
          <a:bodyPr/>
          <a:lstStyle/>
          <a:p>
            <a:r>
              <a:rPr lang="en-US"/>
              <a:t>World Map Infographic</a:t>
            </a:r>
            <a:endParaRPr lang="en-US" dirty="0"/>
          </a:p>
        </p:txBody>
      </p:sp>
      <p:sp>
        <p:nvSpPr>
          <p:cNvPr id="97" name="Slide Number Placeholder 96"/>
          <p:cNvSpPr>
            <a:spLocks noGrp="1"/>
          </p:cNvSpPr>
          <p:nvPr>
            <p:ph type="sldNum" sz="quarter" idx="12"/>
          </p:nvPr>
        </p:nvSpPr>
        <p:spPr/>
        <p:txBody>
          <a:bodyPr/>
          <a:lstStyle/>
          <a:p>
            <a:fld id="{C136B7D2-B98C-44FD-8D04-7EC62A564975}" type="slidenum">
              <a:rPr lang="en-US" smtClean="0"/>
              <a:pPr/>
              <a:t>319</a:t>
            </a:fld>
            <a:endParaRPr lang="en-US" dirty="0"/>
          </a:p>
        </p:txBody>
      </p:sp>
      <p:grpSp>
        <p:nvGrpSpPr>
          <p:cNvPr id="12" name="Group 279"/>
          <p:cNvGrpSpPr/>
          <p:nvPr/>
        </p:nvGrpSpPr>
        <p:grpSpPr>
          <a:xfrm>
            <a:off x="4399179" y="2694918"/>
            <a:ext cx="810746" cy="810746"/>
            <a:chOff x="846989" y="1401020"/>
            <a:chExt cx="877416" cy="877416"/>
          </a:xfrm>
          <a:effectLst>
            <a:outerShdw blurRad="63500" dir="11640000" sx="1000" sy="1000" rotWithShape="0">
              <a:prstClr val="black">
                <a:alpha val="15000"/>
              </a:prstClr>
            </a:outerShdw>
          </a:effectLst>
        </p:grpSpPr>
        <p:sp>
          <p:nvSpPr>
            <p:cNvPr id="99" name="Teardrop 98"/>
            <p:cNvSpPr/>
            <p:nvPr/>
          </p:nvSpPr>
          <p:spPr>
            <a:xfrm rot="8100000">
              <a:off x="846989" y="1401020"/>
              <a:ext cx="877416" cy="877416"/>
            </a:xfrm>
            <a:prstGeom prst="teardrop">
              <a:avLst/>
            </a:prstGeom>
            <a:solidFill>
              <a:schemeClr val="accent1"/>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02" name="Oval 10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accent1"/>
                  </a:solidFill>
                </a:rPr>
                <a:t>90%</a:t>
              </a:r>
            </a:p>
          </p:txBody>
        </p:sp>
      </p:grpSp>
      <p:grpSp>
        <p:nvGrpSpPr>
          <p:cNvPr id="13" name="Group 279"/>
          <p:cNvGrpSpPr/>
          <p:nvPr/>
        </p:nvGrpSpPr>
        <p:grpSpPr>
          <a:xfrm>
            <a:off x="1857765" y="1360837"/>
            <a:ext cx="714812" cy="714812"/>
            <a:chOff x="846989" y="1401020"/>
            <a:chExt cx="877416" cy="877416"/>
          </a:xfrm>
          <a:effectLst>
            <a:outerShdw blurRad="63500" dir="11640000" sx="1000" sy="1000" rotWithShape="0">
              <a:prstClr val="black">
                <a:alpha val="15000"/>
              </a:prstClr>
            </a:outerShdw>
          </a:effectLst>
        </p:grpSpPr>
        <p:sp>
          <p:nvSpPr>
            <p:cNvPr id="104" name="Teardrop 103"/>
            <p:cNvSpPr/>
            <p:nvPr/>
          </p:nvSpPr>
          <p:spPr>
            <a:xfrm rot="8100000">
              <a:off x="846989" y="1401020"/>
              <a:ext cx="877416" cy="877416"/>
            </a:xfrm>
            <a:prstGeom prst="teardrop">
              <a:avLst/>
            </a:prstGeom>
            <a:solidFill>
              <a:schemeClr val="accent2"/>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05" name="Oval 10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2"/>
                  </a:solidFill>
                </a:rPr>
                <a:t>80%</a:t>
              </a:r>
            </a:p>
          </p:txBody>
        </p:sp>
      </p:grpSp>
      <p:grpSp>
        <p:nvGrpSpPr>
          <p:cNvPr id="14" name="Group 279"/>
          <p:cNvGrpSpPr/>
          <p:nvPr/>
        </p:nvGrpSpPr>
        <p:grpSpPr>
          <a:xfrm>
            <a:off x="2904103" y="2876841"/>
            <a:ext cx="667499" cy="667499"/>
            <a:chOff x="846989" y="1401020"/>
            <a:chExt cx="877416" cy="877416"/>
          </a:xfrm>
          <a:effectLst>
            <a:outerShdw blurRad="63500" dir="11640000" sx="1000" sy="1000" rotWithShape="0">
              <a:prstClr val="black">
                <a:alpha val="15000"/>
              </a:prstClr>
            </a:outerShdw>
          </a:effectLst>
        </p:grpSpPr>
        <p:sp>
          <p:nvSpPr>
            <p:cNvPr id="107" name="Teardrop 106"/>
            <p:cNvSpPr/>
            <p:nvPr/>
          </p:nvSpPr>
          <p:spPr>
            <a:xfrm rot="8100000">
              <a:off x="846989" y="1401020"/>
              <a:ext cx="877416" cy="877416"/>
            </a:xfrm>
            <a:prstGeom prst="teardrop">
              <a:avLst/>
            </a:prstGeom>
            <a:solidFill>
              <a:schemeClr val="accent3"/>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08" name="Oval 10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3"/>
                  </a:solidFill>
                </a:rPr>
                <a:t>80%</a:t>
              </a:r>
            </a:p>
          </p:txBody>
        </p:sp>
      </p:grpSp>
      <p:grpSp>
        <p:nvGrpSpPr>
          <p:cNvPr id="15" name="Group 279"/>
          <p:cNvGrpSpPr/>
          <p:nvPr/>
        </p:nvGrpSpPr>
        <p:grpSpPr>
          <a:xfrm>
            <a:off x="5690875" y="1744189"/>
            <a:ext cx="494121" cy="494121"/>
            <a:chOff x="846989" y="1401020"/>
            <a:chExt cx="877416" cy="877416"/>
          </a:xfrm>
          <a:effectLst>
            <a:outerShdw blurRad="63500" dir="11640000" sx="1000" sy="1000" rotWithShape="0">
              <a:prstClr val="black">
                <a:alpha val="15000"/>
              </a:prstClr>
            </a:outerShdw>
          </a:effectLst>
        </p:grpSpPr>
        <p:sp>
          <p:nvSpPr>
            <p:cNvPr id="110" name="Teardrop 109"/>
            <p:cNvSpPr/>
            <p:nvPr/>
          </p:nvSpPr>
          <p:spPr>
            <a:xfrm rot="8100000">
              <a:off x="846989" y="1401020"/>
              <a:ext cx="877416" cy="877416"/>
            </a:xfrm>
            <a:prstGeom prst="teardrop">
              <a:avLst/>
            </a:prstGeom>
            <a:solidFill>
              <a:schemeClr val="accent4"/>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accent4"/>
                </a:solidFill>
              </a:endParaRPr>
            </a:p>
          </p:txBody>
        </p:sp>
        <p:sp>
          <p:nvSpPr>
            <p:cNvPr id="111" name="Oval 11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accent4"/>
                  </a:solidFill>
                </a:rPr>
                <a:t>60%</a:t>
              </a:r>
            </a:p>
          </p:txBody>
        </p:sp>
      </p:grpSp>
      <p:grpSp>
        <p:nvGrpSpPr>
          <p:cNvPr id="16" name="Group 279"/>
          <p:cNvGrpSpPr/>
          <p:nvPr/>
        </p:nvGrpSpPr>
        <p:grpSpPr>
          <a:xfrm>
            <a:off x="4479640" y="1489419"/>
            <a:ext cx="494121" cy="494121"/>
            <a:chOff x="846989" y="1401020"/>
            <a:chExt cx="877416" cy="877416"/>
          </a:xfrm>
          <a:effectLst>
            <a:outerShdw blurRad="63500" dir="11640000" sx="1000" sy="1000" rotWithShape="0">
              <a:prstClr val="black">
                <a:alpha val="15000"/>
              </a:prstClr>
            </a:outerShdw>
          </a:effectLst>
        </p:grpSpPr>
        <p:sp>
          <p:nvSpPr>
            <p:cNvPr id="113" name="Teardrop 112"/>
            <p:cNvSpPr/>
            <p:nvPr/>
          </p:nvSpPr>
          <p:spPr>
            <a:xfrm rot="8100000">
              <a:off x="846989" y="1401020"/>
              <a:ext cx="877416" cy="877416"/>
            </a:xfrm>
            <a:prstGeom prst="teardrop">
              <a:avLst/>
            </a:prstGeom>
            <a:solidFill>
              <a:schemeClr val="accent5"/>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accent4"/>
                </a:solidFill>
              </a:endParaRPr>
            </a:p>
          </p:txBody>
        </p:sp>
        <p:sp>
          <p:nvSpPr>
            <p:cNvPr id="114" name="Oval 11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accent5"/>
                  </a:solidFill>
                </a:rPr>
                <a:t>70%</a:t>
              </a:r>
            </a:p>
          </p:txBody>
        </p:sp>
      </p:grpSp>
      <p:grpSp>
        <p:nvGrpSpPr>
          <p:cNvPr id="17" name="Group 279"/>
          <p:cNvGrpSpPr/>
          <p:nvPr/>
        </p:nvGrpSpPr>
        <p:grpSpPr>
          <a:xfrm>
            <a:off x="6703459" y="3323762"/>
            <a:ext cx="412332" cy="412330"/>
            <a:chOff x="846989" y="1401020"/>
            <a:chExt cx="877416" cy="877416"/>
          </a:xfrm>
          <a:effectLst>
            <a:outerShdw blurRad="63500" dir="11640000" sx="1000" sy="1000" rotWithShape="0">
              <a:prstClr val="black">
                <a:alpha val="15000"/>
              </a:prstClr>
            </a:outerShdw>
          </a:effectLst>
        </p:grpSpPr>
        <p:sp>
          <p:nvSpPr>
            <p:cNvPr id="116" name="Teardrop 115"/>
            <p:cNvSpPr/>
            <p:nvPr/>
          </p:nvSpPr>
          <p:spPr>
            <a:xfrm rot="8100000">
              <a:off x="846989" y="1401020"/>
              <a:ext cx="877416" cy="877416"/>
            </a:xfrm>
            <a:prstGeom prst="teardrop">
              <a:avLst/>
            </a:prstGeom>
            <a:solidFill>
              <a:schemeClr val="accent6"/>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accent6"/>
                </a:solidFill>
              </a:endParaRPr>
            </a:p>
          </p:txBody>
        </p:sp>
        <p:sp>
          <p:nvSpPr>
            <p:cNvPr id="117" name="Oval 11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6"/>
                  </a:solidFill>
                </a:rPr>
                <a:t>50%</a:t>
              </a:r>
            </a:p>
          </p:txBody>
        </p:sp>
      </p:grpSp>
      <p:sp>
        <p:nvSpPr>
          <p:cNvPr id="77" name="Rounded Rectangle 76"/>
          <p:cNvSpPr>
            <a:spLocks noChangeAspect="1"/>
          </p:cNvSpPr>
          <p:nvPr/>
        </p:nvSpPr>
        <p:spPr>
          <a:xfrm>
            <a:off x="3048085" y="4474823"/>
            <a:ext cx="200183" cy="194452"/>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 name="Group 222"/>
          <p:cNvGrpSpPr/>
          <p:nvPr/>
        </p:nvGrpSpPr>
        <p:grpSpPr>
          <a:xfrm>
            <a:off x="539752" y="2084774"/>
            <a:ext cx="1623715" cy="770145"/>
            <a:chOff x="539752" y="2084774"/>
            <a:chExt cx="1623715" cy="770145"/>
          </a:xfrm>
        </p:grpSpPr>
        <p:sp>
          <p:nvSpPr>
            <p:cNvPr id="60" name="Rounded Rectangle 59"/>
            <p:cNvSpPr/>
            <p:nvPr/>
          </p:nvSpPr>
          <p:spPr>
            <a:xfrm>
              <a:off x="539752" y="2084774"/>
              <a:ext cx="1433227" cy="770145"/>
            </a:xfrm>
            <a:prstGeom prst="roundRect">
              <a:avLst/>
            </a:prstGeom>
            <a:solidFill>
              <a:schemeClr val="bg2"/>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TextBox 77"/>
            <p:cNvSpPr txBox="1"/>
            <p:nvPr/>
          </p:nvSpPr>
          <p:spPr>
            <a:xfrm>
              <a:off x="710542" y="2168501"/>
              <a:ext cx="1091646" cy="153888"/>
            </a:xfrm>
            <a:prstGeom prst="rect">
              <a:avLst/>
            </a:prstGeom>
            <a:noFill/>
          </p:spPr>
          <p:txBody>
            <a:bodyPr wrap="none" lIns="0" tIns="0" rIns="0" bIns="0" rtlCol="0" anchor="t">
              <a:spAutoFit/>
            </a:bodyPr>
            <a:lstStyle/>
            <a:p>
              <a:pPr algn="ctr"/>
              <a:r>
                <a:rPr lang="en-US" sz="1000" b="1" dirty="0">
                  <a:solidFill>
                    <a:schemeClr val="accent2"/>
                  </a:solidFill>
                </a:rPr>
                <a:t>NORTH AMERICA</a:t>
              </a:r>
            </a:p>
          </p:txBody>
        </p:sp>
        <p:sp>
          <p:nvSpPr>
            <p:cNvPr id="80" name="Text Placeholder 3"/>
            <p:cNvSpPr txBox="1">
              <a:spLocks/>
            </p:cNvSpPr>
            <p:nvPr/>
          </p:nvSpPr>
          <p:spPr>
            <a:xfrm>
              <a:off x="583187" y="2341322"/>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222" name="Isosceles Triangle 221"/>
            <p:cNvSpPr/>
            <p:nvPr/>
          </p:nvSpPr>
          <p:spPr>
            <a:xfrm rot="5400000">
              <a:off x="1951622" y="2309136"/>
              <a:ext cx="227537" cy="19615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9" name="Group 223"/>
          <p:cNvGrpSpPr/>
          <p:nvPr/>
        </p:nvGrpSpPr>
        <p:grpSpPr>
          <a:xfrm>
            <a:off x="1478578" y="3488685"/>
            <a:ext cx="1623715" cy="770145"/>
            <a:chOff x="539752" y="2084774"/>
            <a:chExt cx="1623715" cy="770145"/>
          </a:xfrm>
        </p:grpSpPr>
        <p:sp>
          <p:nvSpPr>
            <p:cNvPr id="225" name="Rounded Rectangle 224"/>
            <p:cNvSpPr/>
            <p:nvPr/>
          </p:nvSpPr>
          <p:spPr>
            <a:xfrm>
              <a:off x="539752" y="2084774"/>
              <a:ext cx="1433227" cy="770145"/>
            </a:xfrm>
            <a:prstGeom prst="roundRect">
              <a:avLst/>
            </a:prstGeom>
            <a:solidFill>
              <a:schemeClr val="bg2"/>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6" name="TextBox 225"/>
            <p:cNvSpPr txBox="1"/>
            <p:nvPr/>
          </p:nvSpPr>
          <p:spPr>
            <a:xfrm>
              <a:off x="749816" y="2168501"/>
              <a:ext cx="1013098" cy="153888"/>
            </a:xfrm>
            <a:prstGeom prst="rect">
              <a:avLst/>
            </a:prstGeom>
            <a:noFill/>
          </p:spPr>
          <p:txBody>
            <a:bodyPr wrap="none" lIns="0" tIns="0" rIns="0" bIns="0" rtlCol="0" anchor="t">
              <a:spAutoFit/>
            </a:bodyPr>
            <a:lstStyle/>
            <a:p>
              <a:pPr algn="ctr"/>
              <a:r>
                <a:rPr lang="en-US" sz="1000" b="1" dirty="0">
                  <a:solidFill>
                    <a:schemeClr val="accent3"/>
                  </a:solidFill>
                </a:rPr>
                <a:t>LATIN AMERICA</a:t>
              </a:r>
            </a:p>
          </p:txBody>
        </p:sp>
        <p:sp>
          <p:nvSpPr>
            <p:cNvPr id="227" name="Text Placeholder 3"/>
            <p:cNvSpPr txBox="1">
              <a:spLocks/>
            </p:cNvSpPr>
            <p:nvPr/>
          </p:nvSpPr>
          <p:spPr>
            <a:xfrm>
              <a:off x="583187" y="2341322"/>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228" name="Isosceles Triangle 227"/>
            <p:cNvSpPr/>
            <p:nvPr/>
          </p:nvSpPr>
          <p:spPr>
            <a:xfrm rot="5400000">
              <a:off x="1951622" y="2309136"/>
              <a:ext cx="227537" cy="19615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228"/>
          <p:cNvGrpSpPr/>
          <p:nvPr/>
        </p:nvGrpSpPr>
        <p:grpSpPr>
          <a:xfrm>
            <a:off x="2932126" y="1751698"/>
            <a:ext cx="1623715" cy="770145"/>
            <a:chOff x="539752" y="2084774"/>
            <a:chExt cx="1623715" cy="770145"/>
          </a:xfrm>
        </p:grpSpPr>
        <p:sp>
          <p:nvSpPr>
            <p:cNvPr id="230" name="Rounded Rectangle 229"/>
            <p:cNvSpPr/>
            <p:nvPr/>
          </p:nvSpPr>
          <p:spPr>
            <a:xfrm>
              <a:off x="539752" y="2084774"/>
              <a:ext cx="1433227" cy="770145"/>
            </a:xfrm>
            <a:prstGeom prst="roundRect">
              <a:avLst/>
            </a:prstGeom>
            <a:solidFill>
              <a:schemeClr val="bg2"/>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1" name="TextBox 230"/>
            <p:cNvSpPr txBox="1"/>
            <p:nvPr/>
          </p:nvSpPr>
          <p:spPr>
            <a:xfrm>
              <a:off x="986259" y="2168501"/>
              <a:ext cx="540212" cy="153888"/>
            </a:xfrm>
            <a:prstGeom prst="rect">
              <a:avLst/>
            </a:prstGeom>
            <a:noFill/>
          </p:spPr>
          <p:txBody>
            <a:bodyPr wrap="none" lIns="0" tIns="0" rIns="0" bIns="0" rtlCol="0" anchor="t">
              <a:spAutoFit/>
            </a:bodyPr>
            <a:lstStyle/>
            <a:p>
              <a:pPr algn="ctr"/>
              <a:r>
                <a:rPr lang="en-US" sz="1000" b="1" dirty="0">
                  <a:solidFill>
                    <a:schemeClr val="accent5"/>
                  </a:solidFill>
                </a:rPr>
                <a:t>EUROPE</a:t>
              </a:r>
              <a:endParaRPr lang="en-US" sz="1000" b="1" dirty="0">
                <a:solidFill>
                  <a:schemeClr val="accent3"/>
                </a:solidFill>
              </a:endParaRPr>
            </a:p>
          </p:txBody>
        </p:sp>
        <p:sp>
          <p:nvSpPr>
            <p:cNvPr id="232" name="Text Placeholder 3"/>
            <p:cNvSpPr txBox="1">
              <a:spLocks/>
            </p:cNvSpPr>
            <p:nvPr/>
          </p:nvSpPr>
          <p:spPr>
            <a:xfrm>
              <a:off x="583187" y="2341322"/>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233" name="Isosceles Triangle 232"/>
            <p:cNvSpPr/>
            <p:nvPr/>
          </p:nvSpPr>
          <p:spPr>
            <a:xfrm rot="5400000">
              <a:off x="1951622" y="2309136"/>
              <a:ext cx="227537" cy="196153"/>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33"/>
          <p:cNvGrpSpPr/>
          <p:nvPr/>
        </p:nvGrpSpPr>
        <p:grpSpPr>
          <a:xfrm>
            <a:off x="4848486" y="3435855"/>
            <a:ext cx="1638209" cy="770145"/>
            <a:chOff x="334770" y="2084774"/>
            <a:chExt cx="1638209" cy="770145"/>
          </a:xfrm>
        </p:grpSpPr>
        <p:sp>
          <p:nvSpPr>
            <p:cNvPr id="235" name="Rounded Rectangle 234"/>
            <p:cNvSpPr/>
            <p:nvPr/>
          </p:nvSpPr>
          <p:spPr>
            <a:xfrm>
              <a:off x="539752" y="2084774"/>
              <a:ext cx="1433227" cy="770145"/>
            </a:xfrm>
            <a:prstGeom prst="roundRect">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6" name="TextBox 235"/>
            <p:cNvSpPr txBox="1"/>
            <p:nvPr/>
          </p:nvSpPr>
          <p:spPr>
            <a:xfrm>
              <a:off x="1013510" y="2168501"/>
              <a:ext cx="485709" cy="153888"/>
            </a:xfrm>
            <a:prstGeom prst="rect">
              <a:avLst/>
            </a:prstGeom>
            <a:noFill/>
          </p:spPr>
          <p:txBody>
            <a:bodyPr wrap="none" lIns="0" tIns="0" rIns="0" bIns="0" rtlCol="0" anchor="t">
              <a:spAutoFit/>
            </a:bodyPr>
            <a:lstStyle/>
            <a:p>
              <a:pPr algn="ctr"/>
              <a:r>
                <a:rPr lang="en-US" sz="1000" b="1" dirty="0">
                  <a:solidFill>
                    <a:schemeClr val="accent1"/>
                  </a:solidFill>
                </a:rPr>
                <a:t>AFRICA</a:t>
              </a:r>
            </a:p>
          </p:txBody>
        </p:sp>
        <p:sp>
          <p:nvSpPr>
            <p:cNvPr id="237" name="Text Placeholder 3"/>
            <p:cNvSpPr txBox="1">
              <a:spLocks/>
            </p:cNvSpPr>
            <p:nvPr/>
          </p:nvSpPr>
          <p:spPr>
            <a:xfrm>
              <a:off x="583187" y="2331797"/>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238" name="Isosceles Triangle 237"/>
            <p:cNvSpPr/>
            <p:nvPr/>
          </p:nvSpPr>
          <p:spPr>
            <a:xfrm rot="16200000" flipH="1">
              <a:off x="319078" y="2309136"/>
              <a:ext cx="227537" cy="19615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2" name="Group 238"/>
          <p:cNvGrpSpPr/>
          <p:nvPr/>
        </p:nvGrpSpPr>
        <p:grpSpPr>
          <a:xfrm>
            <a:off x="6012175" y="2089640"/>
            <a:ext cx="1638209" cy="770145"/>
            <a:chOff x="334770" y="2084774"/>
            <a:chExt cx="1638209" cy="770145"/>
          </a:xfrm>
        </p:grpSpPr>
        <p:sp>
          <p:nvSpPr>
            <p:cNvPr id="240" name="Rounded Rectangle 239"/>
            <p:cNvSpPr/>
            <p:nvPr/>
          </p:nvSpPr>
          <p:spPr>
            <a:xfrm>
              <a:off x="539752" y="2084774"/>
              <a:ext cx="1433227" cy="770145"/>
            </a:xfrm>
            <a:prstGeom prst="roundRect">
              <a:avLst/>
            </a:prstGeom>
            <a:solidFill>
              <a:schemeClr val="bg2"/>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1" name="TextBox 240"/>
            <p:cNvSpPr txBox="1"/>
            <p:nvPr/>
          </p:nvSpPr>
          <p:spPr>
            <a:xfrm>
              <a:off x="1103278" y="2168501"/>
              <a:ext cx="306174" cy="153888"/>
            </a:xfrm>
            <a:prstGeom prst="rect">
              <a:avLst/>
            </a:prstGeom>
            <a:noFill/>
          </p:spPr>
          <p:txBody>
            <a:bodyPr wrap="none" lIns="0" tIns="0" rIns="0" bIns="0" rtlCol="0" anchor="t">
              <a:spAutoFit/>
            </a:bodyPr>
            <a:lstStyle/>
            <a:p>
              <a:pPr algn="ctr"/>
              <a:r>
                <a:rPr lang="en-US" sz="1000" b="1" dirty="0">
                  <a:solidFill>
                    <a:schemeClr val="accent4"/>
                  </a:solidFill>
                </a:rPr>
                <a:t>ASIA</a:t>
              </a:r>
            </a:p>
          </p:txBody>
        </p:sp>
        <p:sp>
          <p:nvSpPr>
            <p:cNvPr id="242" name="Text Placeholder 3"/>
            <p:cNvSpPr txBox="1">
              <a:spLocks/>
            </p:cNvSpPr>
            <p:nvPr/>
          </p:nvSpPr>
          <p:spPr>
            <a:xfrm>
              <a:off x="583187" y="2331797"/>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243" name="Isosceles Triangle 242"/>
            <p:cNvSpPr/>
            <p:nvPr/>
          </p:nvSpPr>
          <p:spPr>
            <a:xfrm rot="16200000" flipH="1">
              <a:off x="319078" y="2309136"/>
              <a:ext cx="227537" cy="19615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3" name="Group 243"/>
          <p:cNvGrpSpPr/>
          <p:nvPr/>
        </p:nvGrpSpPr>
        <p:grpSpPr>
          <a:xfrm>
            <a:off x="6949069" y="3605385"/>
            <a:ext cx="1638209" cy="770145"/>
            <a:chOff x="334770" y="2084774"/>
            <a:chExt cx="1638209" cy="770145"/>
          </a:xfrm>
        </p:grpSpPr>
        <p:sp>
          <p:nvSpPr>
            <p:cNvPr id="245" name="Rounded Rectangle 244"/>
            <p:cNvSpPr/>
            <p:nvPr/>
          </p:nvSpPr>
          <p:spPr>
            <a:xfrm>
              <a:off x="539752" y="2084774"/>
              <a:ext cx="1433227" cy="770145"/>
            </a:xfrm>
            <a:prstGeom prst="roundRect">
              <a:avLst/>
            </a:prstGeom>
            <a:solidFill>
              <a:schemeClr val="bg2"/>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6" name="TextBox 245"/>
            <p:cNvSpPr txBox="1"/>
            <p:nvPr/>
          </p:nvSpPr>
          <p:spPr>
            <a:xfrm>
              <a:off x="885270" y="2168501"/>
              <a:ext cx="742191" cy="153888"/>
            </a:xfrm>
            <a:prstGeom prst="rect">
              <a:avLst/>
            </a:prstGeom>
            <a:noFill/>
          </p:spPr>
          <p:txBody>
            <a:bodyPr wrap="none" lIns="0" tIns="0" rIns="0" bIns="0" rtlCol="0" anchor="t">
              <a:spAutoFit/>
            </a:bodyPr>
            <a:lstStyle/>
            <a:p>
              <a:pPr algn="ctr"/>
              <a:r>
                <a:rPr lang="en-US" sz="1000" b="1" dirty="0">
                  <a:solidFill>
                    <a:schemeClr val="accent6"/>
                  </a:solidFill>
                </a:rPr>
                <a:t>AUSTRALIA</a:t>
              </a:r>
            </a:p>
          </p:txBody>
        </p:sp>
        <p:sp>
          <p:nvSpPr>
            <p:cNvPr id="247" name="Text Placeholder 3"/>
            <p:cNvSpPr txBox="1">
              <a:spLocks/>
            </p:cNvSpPr>
            <p:nvPr/>
          </p:nvSpPr>
          <p:spPr>
            <a:xfrm>
              <a:off x="583187" y="2331797"/>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248" name="Isosceles Triangle 247"/>
            <p:cNvSpPr/>
            <p:nvPr/>
          </p:nvSpPr>
          <p:spPr>
            <a:xfrm rot="16200000" flipH="1">
              <a:off x="319078" y="2309136"/>
              <a:ext cx="227537" cy="19615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500" fill="hold"/>
                                        <p:tgtEl>
                                          <p:spTgt spid="13"/>
                                        </p:tgtEl>
                                        <p:attrNameLst>
                                          <p:attrName>ppt_x</p:attrName>
                                        </p:attrNameLst>
                                      </p:cBhvr>
                                      <p:tavLst>
                                        <p:tav tm="0">
                                          <p:val>
                                            <p:strVal val="#ppt_x"/>
                                          </p:val>
                                        </p:tav>
                                        <p:tav tm="100000">
                                          <p:val>
                                            <p:strVal val="#ppt_x"/>
                                          </p:val>
                                        </p:tav>
                                      </p:tavLst>
                                    </p:anim>
                                    <p:anim calcmode="lin" valueType="num">
                                      <p:cBhvr additive="base">
                                        <p:cTn id="19" dur="500" fill="hold"/>
                                        <p:tgtEl>
                                          <p:spTgt spid="13"/>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500" fill="hold"/>
                                        <p:tgtEl>
                                          <p:spTgt spid="14"/>
                                        </p:tgtEl>
                                        <p:attrNameLst>
                                          <p:attrName>ppt_x</p:attrName>
                                        </p:attrNameLst>
                                      </p:cBhvr>
                                      <p:tavLst>
                                        <p:tav tm="0">
                                          <p:val>
                                            <p:strVal val="#ppt_x"/>
                                          </p:val>
                                        </p:tav>
                                        <p:tav tm="100000">
                                          <p:val>
                                            <p:strVal val="#ppt_x"/>
                                          </p:val>
                                        </p:tav>
                                      </p:tavLst>
                                    </p:anim>
                                    <p:anim calcmode="lin" valueType="num">
                                      <p:cBhvr additive="base">
                                        <p:cTn id="24" dur="500" fill="hold"/>
                                        <p:tgtEl>
                                          <p:spTgt spid="14"/>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15"/>
                                        </p:tgtEl>
                                        <p:attrNameLst>
                                          <p:attrName>style.visibility</p:attrName>
                                        </p:attrNameLst>
                                      </p:cBhvr>
                                      <p:to>
                                        <p:strVal val="visible"/>
                                      </p:to>
                                    </p:set>
                                    <p:anim calcmode="lin" valueType="num">
                                      <p:cBhvr additive="base">
                                        <p:cTn id="28" dur="500" fill="hold"/>
                                        <p:tgtEl>
                                          <p:spTgt spid="15"/>
                                        </p:tgtEl>
                                        <p:attrNameLst>
                                          <p:attrName>ppt_x</p:attrName>
                                        </p:attrNameLst>
                                      </p:cBhvr>
                                      <p:tavLst>
                                        <p:tav tm="0">
                                          <p:val>
                                            <p:strVal val="#ppt_x"/>
                                          </p:val>
                                        </p:tav>
                                        <p:tav tm="100000">
                                          <p:val>
                                            <p:strVal val="#ppt_x"/>
                                          </p:val>
                                        </p:tav>
                                      </p:tavLst>
                                    </p:anim>
                                    <p:anim calcmode="lin" valueType="num">
                                      <p:cBhvr additive="base">
                                        <p:cTn id="29" dur="500" fill="hold"/>
                                        <p:tgtEl>
                                          <p:spTgt spid="15"/>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additive="base">
                                        <p:cTn id="33" dur="500" fill="hold"/>
                                        <p:tgtEl>
                                          <p:spTgt spid="16"/>
                                        </p:tgtEl>
                                        <p:attrNameLst>
                                          <p:attrName>ppt_x</p:attrName>
                                        </p:attrNameLst>
                                      </p:cBhvr>
                                      <p:tavLst>
                                        <p:tav tm="0">
                                          <p:val>
                                            <p:strVal val="#ppt_x"/>
                                          </p:val>
                                        </p:tav>
                                        <p:tav tm="100000">
                                          <p:val>
                                            <p:strVal val="#ppt_x"/>
                                          </p:val>
                                        </p:tav>
                                      </p:tavLst>
                                    </p:anim>
                                    <p:anim calcmode="lin" valueType="num">
                                      <p:cBhvr additive="base">
                                        <p:cTn id="34" dur="500" fill="hold"/>
                                        <p:tgtEl>
                                          <p:spTgt spid="16"/>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500" fill="hold"/>
                                        <p:tgtEl>
                                          <p:spTgt spid="17"/>
                                        </p:tgtEl>
                                        <p:attrNameLst>
                                          <p:attrName>ppt_x</p:attrName>
                                        </p:attrNameLst>
                                      </p:cBhvr>
                                      <p:tavLst>
                                        <p:tav tm="0">
                                          <p:val>
                                            <p:strVal val="#ppt_x"/>
                                          </p:val>
                                        </p:tav>
                                        <p:tav tm="100000">
                                          <p:val>
                                            <p:strVal val="#ppt_x"/>
                                          </p:val>
                                        </p:tav>
                                      </p:tavLst>
                                    </p:anim>
                                    <p:anim calcmode="lin" valueType="num">
                                      <p:cBhvr additive="base">
                                        <p:cTn id="39" dur="500" fill="hold"/>
                                        <p:tgtEl>
                                          <p:spTgt spid="17"/>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8" accel="50000" decel="50000" fill="hold" nodeType="after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500" fill="hold"/>
                                        <p:tgtEl>
                                          <p:spTgt spid="18"/>
                                        </p:tgtEl>
                                        <p:attrNameLst>
                                          <p:attrName>ppt_x</p:attrName>
                                        </p:attrNameLst>
                                      </p:cBhvr>
                                      <p:tavLst>
                                        <p:tav tm="0">
                                          <p:val>
                                            <p:strVal val="0-#ppt_w/2"/>
                                          </p:val>
                                        </p:tav>
                                        <p:tav tm="100000">
                                          <p:val>
                                            <p:strVal val="#ppt_x"/>
                                          </p:val>
                                        </p:tav>
                                      </p:tavLst>
                                    </p:anim>
                                    <p:anim calcmode="lin" valueType="num">
                                      <p:cBhvr additive="base">
                                        <p:cTn id="44" dur="500" fill="hold"/>
                                        <p:tgtEl>
                                          <p:spTgt spid="18"/>
                                        </p:tgtEl>
                                        <p:attrNameLst>
                                          <p:attrName>ppt_y</p:attrName>
                                        </p:attrNameLst>
                                      </p:cBhvr>
                                      <p:tavLst>
                                        <p:tav tm="0">
                                          <p:val>
                                            <p:strVal val="#ppt_y"/>
                                          </p:val>
                                        </p:tav>
                                        <p:tav tm="100000">
                                          <p:val>
                                            <p:strVal val="#ppt_y"/>
                                          </p:val>
                                        </p:tav>
                                      </p:tavLst>
                                    </p:anim>
                                  </p:childTnLst>
                                </p:cTn>
                              </p:par>
                            </p:childTnLst>
                          </p:cTn>
                        </p:par>
                        <p:par>
                          <p:cTn id="45" fill="hold">
                            <p:stCondLst>
                              <p:cond delay="4000"/>
                            </p:stCondLst>
                            <p:childTnLst>
                              <p:par>
                                <p:cTn id="46" presetID="2" presetClass="entr" presetSubtype="8" accel="50000" decel="50000" fill="hold" nodeType="afterEffect">
                                  <p:stCondLst>
                                    <p:cond delay="0"/>
                                  </p:stCondLst>
                                  <p:childTnLst>
                                    <p:set>
                                      <p:cBhvr>
                                        <p:cTn id="47" dur="1" fill="hold">
                                          <p:stCondLst>
                                            <p:cond delay="0"/>
                                          </p:stCondLst>
                                        </p:cTn>
                                        <p:tgtEl>
                                          <p:spTgt spid="19"/>
                                        </p:tgtEl>
                                        <p:attrNameLst>
                                          <p:attrName>style.visibility</p:attrName>
                                        </p:attrNameLst>
                                      </p:cBhvr>
                                      <p:to>
                                        <p:strVal val="visible"/>
                                      </p:to>
                                    </p:set>
                                    <p:anim calcmode="lin" valueType="num">
                                      <p:cBhvr additive="base">
                                        <p:cTn id="48" dur="500" fill="hold"/>
                                        <p:tgtEl>
                                          <p:spTgt spid="19"/>
                                        </p:tgtEl>
                                        <p:attrNameLst>
                                          <p:attrName>ppt_x</p:attrName>
                                        </p:attrNameLst>
                                      </p:cBhvr>
                                      <p:tavLst>
                                        <p:tav tm="0">
                                          <p:val>
                                            <p:strVal val="0-#ppt_w/2"/>
                                          </p:val>
                                        </p:tav>
                                        <p:tav tm="100000">
                                          <p:val>
                                            <p:strVal val="#ppt_x"/>
                                          </p:val>
                                        </p:tav>
                                      </p:tavLst>
                                    </p:anim>
                                    <p:anim calcmode="lin" valueType="num">
                                      <p:cBhvr additive="base">
                                        <p:cTn id="49" dur="500" fill="hold"/>
                                        <p:tgtEl>
                                          <p:spTgt spid="19"/>
                                        </p:tgtEl>
                                        <p:attrNameLst>
                                          <p:attrName>ppt_y</p:attrName>
                                        </p:attrNameLst>
                                      </p:cBhvr>
                                      <p:tavLst>
                                        <p:tav tm="0">
                                          <p:val>
                                            <p:strVal val="#ppt_y"/>
                                          </p:val>
                                        </p:tav>
                                        <p:tav tm="100000">
                                          <p:val>
                                            <p:strVal val="#ppt_y"/>
                                          </p:val>
                                        </p:tav>
                                      </p:tavLst>
                                    </p:anim>
                                  </p:childTnLst>
                                </p:cTn>
                              </p:par>
                            </p:childTnLst>
                          </p:cTn>
                        </p:par>
                        <p:par>
                          <p:cTn id="50" fill="hold">
                            <p:stCondLst>
                              <p:cond delay="4500"/>
                            </p:stCondLst>
                            <p:childTnLst>
                              <p:par>
                                <p:cTn id="51" presetID="2" presetClass="entr" presetSubtype="8" accel="50000" decel="50000" fill="hold" nodeType="after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0-#ppt_w/2"/>
                                          </p:val>
                                        </p:tav>
                                        <p:tav tm="100000">
                                          <p:val>
                                            <p:strVal val="#ppt_x"/>
                                          </p:val>
                                        </p:tav>
                                      </p:tavLst>
                                    </p:anim>
                                    <p:anim calcmode="lin" valueType="num">
                                      <p:cBhvr additive="base">
                                        <p:cTn id="54" dur="500" fill="hold"/>
                                        <p:tgtEl>
                                          <p:spTgt spid="20"/>
                                        </p:tgtEl>
                                        <p:attrNameLst>
                                          <p:attrName>ppt_y</p:attrName>
                                        </p:attrNameLst>
                                      </p:cBhvr>
                                      <p:tavLst>
                                        <p:tav tm="0">
                                          <p:val>
                                            <p:strVal val="#ppt_y"/>
                                          </p:val>
                                        </p:tav>
                                        <p:tav tm="100000">
                                          <p:val>
                                            <p:strVal val="#ppt_y"/>
                                          </p:val>
                                        </p:tav>
                                      </p:tavLst>
                                    </p:anim>
                                  </p:childTnLst>
                                </p:cTn>
                              </p:par>
                            </p:childTnLst>
                          </p:cTn>
                        </p:par>
                        <p:par>
                          <p:cTn id="55" fill="hold">
                            <p:stCondLst>
                              <p:cond delay="5000"/>
                            </p:stCondLst>
                            <p:childTnLst>
                              <p:par>
                                <p:cTn id="56" presetID="2" presetClass="entr" presetSubtype="2" accel="50000" decel="50000" fill="hold" nodeType="afterEffect">
                                  <p:stCondLst>
                                    <p:cond delay="0"/>
                                  </p:stCondLst>
                                  <p:childTnLst>
                                    <p:set>
                                      <p:cBhvr>
                                        <p:cTn id="57" dur="1" fill="hold">
                                          <p:stCondLst>
                                            <p:cond delay="0"/>
                                          </p:stCondLst>
                                        </p:cTn>
                                        <p:tgtEl>
                                          <p:spTgt spid="21"/>
                                        </p:tgtEl>
                                        <p:attrNameLst>
                                          <p:attrName>style.visibility</p:attrName>
                                        </p:attrNameLst>
                                      </p:cBhvr>
                                      <p:to>
                                        <p:strVal val="visible"/>
                                      </p:to>
                                    </p:set>
                                    <p:anim calcmode="lin" valueType="num">
                                      <p:cBhvr additive="base">
                                        <p:cTn id="58" dur="500" fill="hold"/>
                                        <p:tgtEl>
                                          <p:spTgt spid="21"/>
                                        </p:tgtEl>
                                        <p:attrNameLst>
                                          <p:attrName>ppt_x</p:attrName>
                                        </p:attrNameLst>
                                      </p:cBhvr>
                                      <p:tavLst>
                                        <p:tav tm="0">
                                          <p:val>
                                            <p:strVal val="1+#ppt_w/2"/>
                                          </p:val>
                                        </p:tav>
                                        <p:tav tm="100000">
                                          <p:val>
                                            <p:strVal val="#ppt_x"/>
                                          </p:val>
                                        </p:tav>
                                      </p:tavLst>
                                    </p:anim>
                                    <p:anim calcmode="lin" valueType="num">
                                      <p:cBhvr additive="base">
                                        <p:cTn id="59" dur="500" fill="hold"/>
                                        <p:tgtEl>
                                          <p:spTgt spid="21"/>
                                        </p:tgtEl>
                                        <p:attrNameLst>
                                          <p:attrName>ppt_y</p:attrName>
                                        </p:attrNameLst>
                                      </p:cBhvr>
                                      <p:tavLst>
                                        <p:tav tm="0">
                                          <p:val>
                                            <p:strVal val="#ppt_y"/>
                                          </p:val>
                                        </p:tav>
                                        <p:tav tm="100000">
                                          <p:val>
                                            <p:strVal val="#ppt_y"/>
                                          </p:val>
                                        </p:tav>
                                      </p:tavLst>
                                    </p:anim>
                                  </p:childTnLst>
                                </p:cTn>
                              </p:par>
                            </p:childTnLst>
                          </p:cTn>
                        </p:par>
                        <p:par>
                          <p:cTn id="60" fill="hold">
                            <p:stCondLst>
                              <p:cond delay="5500"/>
                            </p:stCondLst>
                            <p:childTnLst>
                              <p:par>
                                <p:cTn id="61" presetID="2" presetClass="entr" presetSubtype="2" accel="50000" decel="50000" fill="hold" nodeType="after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500" fill="hold"/>
                                        <p:tgtEl>
                                          <p:spTgt spid="22"/>
                                        </p:tgtEl>
                                        <p:attrNameLst>
                                          <p:attrName>ppt_x</p:attrName>
                                        </p:attrNameLst>
                                      </p:cBhvr>
                                      <p:tavLst>
                                        <p:tav tm="0">
                                          <p:val>
                                            <p:strVal val="1+#ppt_w/2"/>
                                          </p:val>
                                        </p:tav>
                                        <p:tav tm="100000">
                                          <p:val>
                                            <p:strVal val="#ppt_x"/>
                                          </p:val>
                                        </p:tav>
                                      </p:tavLst>
                                    </p:anim>
                                    <p:anim calcmode="lin" valueType="num">
                                      <p:cBhvr additive="base">
                                        <p:cTn id="64" dur="500" fill="hold"/>
                                        <p:tgtEl>
                                          <p:spTgt spid="22"/>
                                        </p:tgtEl>
                                        <p:attrNameLst>
                                          <p:attrName>ppt_y</p:attrName>
                                        </p:attrNameLst>
                                      </p:cBhvr>
                                      <p:tavLst>
                                        <p:tav tm="0">
                                          <p:val>
                                            <p:strVal val="#ppt_y"/>
                                          </p:val>
                                        </p:tav>
                                        <p:tav tm="100000">
                                          <p:val>
                                            <p:strVal val="#ppt_y"/>
                                          </p:val>
                                        </p:tav>
                                      </p:tavLst>
                                    </p:anim>
                                  </p:childTnLst>
                                </p:cTn>
                              </p:par>
                            </p:childTnLst>
                          </p:cTn>
                        </p:par>
                        <p:par>
                          <p:cTn id="65" fill="hold">
                            <p:stCondLst>
                              <p:cond delay="6000"/>
                            </p:stCondLst>
                            <p:childTnLst>
                              <p:par>
                                <p:cTn id="66" presetID="2" presetClass="entr" presetSubtype="2" accel="50000" decel="50000" fill="hold" nodeType="afterEffect">
                                  <p:stCondLst>
                                    <p:cond delay="0"/>
                                  </p:stCondLst>
                                  <p:childTnLst>
                                    <p:set>
                                      <p:cBhvr>
                                        <p:cTn id="67" dur="1" fill="hold">
                                          <p:stCondLst>
                                            <p:cond delay="0"/>
                                          </p:stCondLst>
                                        </p:cTn>
                                        <p:tgtEl>
                                          <p:spTgt spid="23"/>
                                        </p:tgtEl>
                                        <p:attrNameLst>
                                          <p:attrName>style.visibility</p:attrName>
                                        </p:attrNameLst>
                                      </p:cBhvr>
                                      <p:to>
                                        <p:strVal val="visible"/>
                                      </p:to>
                                    </p:set>
                                    <p:anim calcmode="lin" valueType="num">
                                      <p:cBhvr additive="base">
                                        <p:cTn id="68" dur="500" fill="hold"/>
                                        <p:tgtEl>
                                          <p:spTgt spid="23"/>
                                        </p:tgtEl>
                                        <p:attrNameLst>
                                          <p:attrName>ppt_x</p:attrName>
                                        </p:attrNameLst>
                                      </p:cBhvr>
                                      <p:tavLst>
                                        <p:tav tm="0">
                                          <p:val>
                                            <p:strVal val="1+#ppt_w/2"/>
                                          </p:val>
                                        </p:tav>
                                        <p:tav tm="100000">
                                          <p:val>
                                            <p:strVal val="#ppt_x"/>
                                          </p:val>
                                        </p:tav>
                                      </p:tavLst>
                                    </p:anim>
                                    <p:anim calcmode="lin" valueType="num">
                                      <p:cBhvr additive="base">
                                        <p:cTn id="69" dur="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p:txBody>
          <a:bodyPr/>
          <a:lstStyle/>
          <a:p>
            <a:r>
              <a:rPr lang="en-US"/>
              <a:t>World Map Infographic</a:t>
            </a:r>
            <a:endParaRPr lang="en-US" dirty="0"/>
          </a:p>
        </p:txBody>
      </p:sp>
      <p:sp>
        <p:nvSpPr>
          <p:cNvPr id="222" name="Slide Number Placeholder 221"/>
          <p:cNvSpPr>
            <a:spLocks noGrp="1"/>
          </p:cNvSpPr>
          <p:nvPr>
            <p:ph type="sldNum" sz="quarter" idx="12"/>
          </p:nvPr>
        </p:nvSpPr>
        <p:spPr/>
        <p:txBody>
          <a:bodyPr/>
          <a:lstStyle/>
          <a:p>
            <a:fld id="{C136B7D2-B98C-44FD-8D04-7EC62A564975}" type="slidenum">
              <a:rPr lang="en-US" smtClean="0"/>
              <a:pPr/>
              <a:t>320</a:t>
            </a:fld>
            <a:endParaRPr lang="en-US" dirty="0"/>
          </a:p>
        </p:txBody>
      </p:sp>
      <p:sp>
        <p:nvSpPr>
          <p:cNvPr id="5150" name="Freeform 30"/>
          <p:cNvSpPr>
            <a:spLocks/>
          </p:cNvSpPr>
          <p:nvPr/>
        </p:nvSpPr>
        <p:spPr bwMode="auto">
          <a:xfrm>
            <a:off x="3188580" y="2361993"/>
            <a:ext cx="6184" cy="7730"/>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3" name="Freeform 163"/>
          <p:cNvSpPr>
            <a:spLocks/>
          </p:cNvSpPr>
          <p:nvPr/>
        </p:nvSpPr>
        <p:spPr bwMode="auto">
          <a:xfrm>
            <a:off x="3426659" y="1669399"/>
            <a:ext cx="27827" cy="24736"/>
          </a:xfrm>
          <a:custGeom>
            <a:avLst/>
            <a:gdLst/>
            <a:ahLst/>
            <a:cxnLst>
              <a:cxn ang="0">
                <a:pos x="7" y="0"/>
              </a:cxn>
              <a:cxn ang="0">
                <a:pos x="22" y="19"/>
              </a:cxn>
              <a:cxn ang="0">
                <a:pos x="8" y="0"/>
              </a:cxn>
              <a:cxn ang="0">
                <a:pos x="8" y="1"/>
              </a:cxn>
              <a:cxn ang="0">
                <a:pos x="7" y="0"/>
              </a:cxn>
            </a:cxnLst>
            <a:rect l="0" t="0" r="r" b="b"/>
            <a:pathLst>
              <a:path w="22" h="19">
                <a:moveTo>
                  <a:pt x="7" y="0"/>
                </a:moveTo>
                <a:cubicBezTo>
                  <a:pt x="13" y="7"/>
                  <a:pt x="19" y="9"/>
                  <a:pt x="22" y="19"/>
                </a:cubicBezTo>
                <a:cubicBezTo>
                  <a:pt x="13" y="17"/>
                  <a:pt x="0" y="3"/>
                  <a:pt x="8" y="0"/>
                </a:cubicBezTo>
                <a:cubicBezTo>
                  <a:pt x="8" y="1"/>
                  <a:pt x="8" y="1"/>
                  <a:pt x="8" y="1"/>
                </a:cubicBezTo>
                <a:lnTo>
                  <a:pt x="7" y="0"/>
                </a:ln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 name="Group 341"/>
          <p:cNvGrpSpPr/>
          <p:nvPr/>
        </p:nvGrpSpPr>
        <p:grpSpPr>
          <a:xfrm>
            <a:off x="4231423" y="2381462"/>
            <a:ext cx="815115" cy="911613"/>
            <a:chOff x="4097338" y="2217738"/>
            <a:chExt cx="1139825" cy="1274763"/>
          </a:xfrm>
          <a:solidFill>
            <a:schemeClr val="accent4"/>
          </a:solidFill>
        </p:grpSpPr>
        <p:sp>
          <p:nvSpPr>
            <p:cNvPr id="5125"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6"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274"/>
          <p:cNvGrpSpPr/>
          <p:nvPr/>
        </p:nvGrpSpPr>
        <p:grpSpPr>
          <a:xfrm>
            <a:off x="3468530" y="2708416"/>
            <a:ext cx="557412" cy="900260"/>
            <a:chOff x="3030538" y="2674938"/>
            <a:chExt cx="779463" cy="1258888"/>
          </a:xfrm>
          <a:solidFill>
            <a:schemeClr val="accent2"/>
          </a:solidFill>
        </p:grpSpPr>
        <p:sp>
          <p:nvSpPr>
            <p:cNvPr id="5142"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3"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277"/>
          <p:cNvGrpSpPr/>
          <p:nvPr/>
        </p:nvGrpSpPr>
        <p:grpSpPr>
          <a:xfrm>
            <a:off x="2435445" y="1482337"/>
            <a:ext cx="1852741" cy="1290789"/>
            <a:chOff x="1585913" y="960438"/>
            <a:chExt cx="2590800" cy="1804987"/>
          </a:xfrm>
          <a:solidFill>
            <a:schemeClr val="accent1"/>
          </a:solidFill>
        </p:grpSpPr>
        <p:sp>
          <p:nvSpPr>
            <p:cNvPr id="279"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0"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1"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2"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3"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4"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5"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6"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7"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9"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3"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5"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7"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9"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1"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3"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5"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8"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0"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2"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4"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6"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8"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0"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2"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4"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6"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8"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0"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2"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4"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6"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9"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1"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45"/>
          <p:cNvGrpSpPr/>
          <p:nvPr/>
        </p:nvGrpSpPr>
        <p:grpSpPr>
          <a:xfrm>
            <a:off x="4318837" y="1574293"/>
            <a:ext cx="491567" cy="826469"/>
            <a:chOff x="4219575" y="1089025"/>
            <a:chExt cx="687388" cy="1155701"/>
          </a:xfrm>
          <a:solidFill>
            <a:schemeClr val="accent3"/>
          </a:solidFill>
        </p:grpSpPr>
        <p:sp>
          <p:nvSpPr>
            <p:cNvPr id="347"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 name="Group 343"/>
            <p:cNvGrpSpPr/>
            <p:nvPr/>
          </p:nvGrpSpPr>
          <p:grpSpPr>
            <a:xfrm>
              <a:off x="4219575" y="1089025"/>
              <a:ext cx="687388" cy="1155701"/>
              <a:chOff x="4219575" y="1089025"/>
              <a:chExt cx="687388" cy="1155701"/>
            </a:xfrm>
            <a:grpFill/>
          </p:grpSpPr>
          <p:sp>
            <p:nvSpPr>
              <p:cNvPr id="349"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1"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3"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5"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7"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9"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1"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8" name="Group 363"/>
          <p:cNvGrpSpPr/>
          <p:nvPr/>
        </p:nvGrpSpPr>
        <p:grpSpPr>
          <a:xfrm>
            <a:off x="5788997" y="2854864"/>
            <a:ext cx="691373" cy="603958"/>
            <a:chOff x="6275388" y="2879725"/>
            <a:chExt cx="966788" cy="844551"/>
          </a:xfrm>
          <a:solidFill>
            <a:schemeClr val="accent6"/>
          </a:solidFill>
        </p:grpSpPr>
        <p:sp>
          <p:nvSpPr>
            <p:cNvPr id="365"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9" name="Group 361"/>
            <p:cNvGrpSpPr/>
            <p:nvPr/>
          </p:nvGrpSpPr>
          <p:grpSpPr>
            <a:xfrm>
              <a:off x="6275388" y="2917825"/>
              <a:ext cx="966788" cy="806451"/>
              <a:chOff x="6275388" y="2917825"/>
              <a:chExt cx="966788" cy="806451"/>
            </a:xfrm>
            <a:grpFill/>
          </p:grpSpPr>
          <p:sp>
            <p:nvSpPr>
              <p:cNvPr id="367"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0"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2"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4"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6"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8"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0"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2"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0" name="Group 383"/>
          <p:cNvGrpSpPr/>
          <p:nvPr/>
        </p:nvGrpSpPr>
        <p:grpSpPr>
          <a:xfrm>
            <a:off x="4671903" y="1537964"/>
            <a:ext cx="2036653" cy="1439507"/>
            <a:chOff x="4713288" y="1038225"/>
            <a:chExt cx="2847975" cy="2012950"/>
          </a:xfrm>
          <a:solidFill>
            <a:schemeClr val="accent5"/>
          </a:solidFill>
        </p:grpSpPr>
        <p:sp>
          <p:nvSpPr>
            <p:cNvPr id="385"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6"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8"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0"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2"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4"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6"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8"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1"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3"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3"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5"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7"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9"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0"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1"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2"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4"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5"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6"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7"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8"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9"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0"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1"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2"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3"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4"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5"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7"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9"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1"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3"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5"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7"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90" name="Freeform 489"/>
          <p:cNvSpPr/>
          <p:nvPr/>
        </p:nvSpPr>
        <p:spPr>
          <a:xfrm>
            <a:off x="8384878" y="1710395"/>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4"/>
                </a:solidFill>
                <a:latin typeface="FontAwesome" pitchFamily="2" charset="0"/>
              </a:rPr>
              <a:t></a:t>
            </a:r>
            <a:endParaRPr lang="en-US" sz="2800" dirty="0">
              <a:solidFill>
                <a:schemeClr val="accent4"/>
              </a:solidFill>
              <a:latin typeface="FontAwesome" pitchFamily="2" charset="0"/>
            </a:endParaRPr>
          </a:p>
        </p:txBody>
      </p:sp>
      <p:grpSp>
        <p:nvGrpSpPr>
          <p:cNvPr id="11" name="Group 228"/>
          <p:cNvGrpSpPr/>
          <p:nvPr/>
        </p:nvGrpSpPr>
        <p:grpSpPr>
          <a:xfrm>
            <a:off x="6744614" y="1592431"/>
            <a:ext cx="1543266" cy="438562"/>
            <a:chOff x="7061224" y="1630929"/>
            <a:chExt cx="1543266" cy="438562"/>
          </a:xfrm>
        </p:grpSpPr>
        <p:sp>
          <p:nvSpPr>
            <p:cNvPr id="489" name="Text Placeholder 3"/>
            <p:cNvSpPr txBox="1">
              <a:spLocks/>
            </p:cNvSpPr>
            <p:nvPr/>
          </p:nvSpPr>
          <p:spPr>
            <a:xfrm>
              <a:off x="7061224" y="1761714"/>
              <a:ext cx="154326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passages but the majority</a:t>
              </a:r>
            </a:p>
          </p:txBody>
        </p:sp>
        <p:sp>
          <p:nvSpPr>
            <p:cNvPr id="509" name="Text Placeholder 3"/>
            <p:cNvSpPr txBox="1">
              <a:spLocks/>
            </p:cNvSpPr>
            <p:nvPr/>
          </p:nvSpPr>
          <p:spPr>
            <a:xfrm>
              <a:off x="7164315" y="1630929"/>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b="1" dirty="0">
                  <a:solidFill>
                    <a:schemeClr val="accent4"/>
                  </a:solidFill>
                </a:rPr>
                <a:t>90% Africa</a:t>
              </a:r>
            </a:p>
          </p:txBody>
        </p:sp>
      </p:grpSp>
      <p:sp>
        <p:nvSpPr>
          <p:cNvPr id="513" name="Freeform 512"/>
          <p:cNvSpPr/>
          <p:nvPr/>
        </p:nvSpPr>
        <p:spPr>
          <a:xfrm>
            <a:off x="8384878" y="2371006"/>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5"/>
                </a:solidFill>
                <a:latin typeface="FontAwesome" pitchFamily="2" charset="0"/>
              </a:rPr>
              <a:t></a:t>
            </a:r>
            <a:endParaRPr lang="en-US" sz="2800" dirty="0">
              <a:solidFill>
                <a:schemeClr val="accent5"/>
              </a:solidFill>
              <a:latin typeface="FontAwesome" pitchFamily="2" charset="0"/>
            </a:endParaRPr>
          </a:p>
        </p:txBody>
      </p:sp>
      <p:grpSp>
        <p:nvGrpSpPr>
          <p:cNvPr id="12" name="Group 229"/>
          <p:cNvGrpSpPr/>
          <p:nvPr/>
        </p:nvGrpSpPr>
        <p:grpSpPr>
          <a:xfrm>
            <a:off x="6744615" y="2253042"/>
            <a:ext cx="1543266" cy="438562"/>
            <a:chOff x="7061225" y="2159455"/>
            <a:chExt cx="1543266" cy="438562"/>
          </a:xfrm>
        </p:grpSpPr>
        <p:sp>
          <p:nvSpPr>
            <p:cNvPr id="512" name="Text Placeholder 3"/>
            <p:cNvSpPr txBox="1">
              <a:spLocks/>
            </p:cNvSpPr>
            <p:nvPr/>
          </p:nvSpPr>
          <p:spPr>
            <a:xfrm>
              <a:off x="7061225" y="2290240"/>
              <a:ext cx="154326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passages but the majority</a:t>
              </a:r>
            </a:p>
          </p:txBody>
        </p:sp>
        <p:sp>
          <p:nvSpPr>
            <p:cNvPr id="514" name="Text Placeholder 3"/>
            <p:cNvSpPr txBox="1">
              <a:spLocks/>
            </p:cNvSpPr>
            <p:nvPr/>
          </p:nvSpPr>
          <p:spPr>
            <a:xfrm>
              <a:off x="7164315" y="2159455"/>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b="1" dirty="0">
                  <a:solidFill>
                    <a:schemeClr val="accent5"/>
                  </a:solidFill>
                </a:rPr>
                <a:t>80% Asia</a:t>
              </a:r>
            </a:p>
          </p:txBody>
        </p:sp>
      </p:grpSp>
      <p:sp>
        <p:nvSpPr>
          <p:cNvPr id="517" name="Freeform 516"/>
          <p:cNvSpPr/>
          <p:nvPr/>
        </p:nvSpPr>
        <p:spPr>
          <a:xfrm>
            <a:off x="8384878" y="3010540"/>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6"/>
                </a:solidFill>
                <a:latin typeface="FontAwesome" pitchFamily="2" charset="0"/>
              </a:rPr>
              <a:t></a:t>
            </a:r>
            <a:endParaRPr lang="en-US" sz="2800" dirty="0">
              <a:solidFill>
                <a:schemeClr val="accent6"/>
              </a:solidFill>
              <a:latin typeface="FontAwesome" pitchFamily="2" charset="0"/>
            </a:endParaRPr>
          </a:p>
        </p:txBody>
      </p:sp>
      <p:grpSp>
        <p:nvGrpSpPr>
          <p:cNvPr id="13" name="Group 230"/>
          <p:cNvGrpSpPr/>
          <p:nvPr/>
        </p:nvGrpSpPr>
        <p:grpSpPr>
          <a:xfrm>
            <a:off x="6728409" y="2892576"/>
            <a:ext cx="1559472" cy="438562"/>
            <a:chOff x="7045019" y="2687981"/>
            <a:chExt cx="1559472" cy="438562"/>
          </a:xfrm>
        </p:grpSpPr>
        <p:sp>
          <p:nvSpPr>
            <p:cNvPr id="516" name="Text Placeholder 3"/>
            <p:cNvSpPr txBox="1">
              <a:spLocks/>
            </p:cNvSpPr>
            <p:nvPr/>
          </p:nvSpPr>
          <p:spPr>
            <a:xfrm>
              <a:off x="7045019" y="2818766"/>
              <a:ext cx="155947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passages but the majority</a:t>
              </a:r>
            </a:p>
          </p:txBody>
        </p:sp>
        <p:sp>
          <p:nvSpPr>
            <p:cNvPr id="518" name="Text Placeholder 3"/>
            <p:cNvSpPr txBox="1">
              <a:spLocks/>
            </p:cNvSpPr>
            <p:nvPr/>
          </p:nvSpPr>
          <p:spPr>
            <a:xfrm>
              <a:off x="7164315" y="2687981"/>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b="1" dirty="0">
                  <a:solidFill>
                    <a:schemeClr val="accent6"/>
                  </a:solidFill>
                </a:rPr>
                <a:t>70% Australia</a:t>
              </a:r>
            </a:p>
          </p:txBody>
        </p:sp>
      </p:grpSp>
      <p:sp>
        <p:nvSpPr>
          <p:cNvPr id="521" name="Freeform 520"/>
          <p:cNvSpPr/>
          <p:nvPr/>
        </p:nvSpPr>
        <p:spPr>
          <a:xfrm>
            <a:off x="539510" y="1725602"/>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1"/>
                </a:solidFill>
                <a:latin typeface="FontAwesome" pitchFamily="2" charset="0"/>
              </a:rPr>
              <a:t></a:t>
            </a:r>
            <a:endParaRPr lang="en-US" sz="2800" dirty="0">
              <a:solidFill>
                <a:schemeClr val="accent1"/>
              </a:solidFill>
              <a:latin typeface="FontAwesome" pitchFamily="2" charset="0"/>
            </a:endParaRPr>
          </a:p>
        </p:txBody>
      </p:sp>
      <p:grpSp>
        <p:nvGrpSpPr>
          <p:cNvPr id="14" name="Group 225"/>
          <p:cNvGrpSpPr/>
          <p:nvPr/>
        </p:nvGrpSpPr>
        <p:grpSpPr>
          <a:xfrm>
            <a:off x="847052" y="1607638"/>
            <a:ext cx="1647875" cy="438562"/>
            <a:chOff x="968076" y="1646136"/>
            <a:chExt cx="1647875" cy="438562"/>
          </a:xfrm>
        </p:grpSpPr>
        <p:sp>
          <p:nvSpPr>
            <p:cNvPr id="520" name="Text Placeholder 3"/>
            <p:cNvSpPr txBox="1">
              <a:spLocks/>
            </p:cNvSpPr>
            <p:nvPr/>
          </p:nvSpPr>
          <p:spPr>
            <a:xfrm>
              <a:off x="968076" y="1776921"/>
              <a:ext cx="164787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sp>
          <p:nvSpPr>
            <p:cNvPr id="522" name="Text Placeholder 3"/>
            <p:cNvSpPr txBox="1">
              <a:spLocks/>
            </p:cNvSpPr>
            <p:nvPr/>
          </p:nvSpPr>
          <p:spPr>
            <a:xfrm>
              <a:off x="968076" y="1646136"/>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accent1"/>
                  </a:solidFill>
                </a:rPr>
                <a:t>90% North America</a:t>
              </a:r>
            </a:p>
          </p:txBody>
        </p:sp>
      </p:grpSp>
      <p:sp>
        <p:nvSpPr>
          <p:cNvPr id="525" name="Freeform 524"/>
          <p:cNvSpPr/>
          <p:nvPr/>
        </p:nvSpPr>
        <p:spPr>
          <a:xfrm>
            <a:off x="539510" y="2406602"/>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2"/>
                </a:solidFill>
                <a:latin typeface="FontAwesome" pitchFamily="2" charset="0"/>
              </a:rPr>
              <a:t></a:t>
            </a:r>
            <a:endParaRPr lang="en-US" sz="2800" dirty="0">
              <a:solidFill>
                <a:schemeClr val="accent2"/>
              </a:solidFill>
              <a:latin typeface="FontAwesome" pitchFamily="2" charset="0"/>
            </a:endParaRPr>
          </a:p>
        </p:txBody>
      </p:sp>
      <p:grpSp>
        <p:nvGrpSpPr>
          <p:cNvPr id="15" name="Group 226"/>
          <p:cNvGrpSpPr/>
          <p:nvPr/>
        </p:nvGrpSpPr>
        <p:grpSpPr>
          <a:xfrm>
            <a:off x="847052" y="2288638"/>
            <a:ext cx="1622899" cy="438562"/>
            <a:chOff x="968076" y="2195051"/>
            <a:chExt cx="1622899" cy="438562"/>
          </a:xfrm>
        </p:grpSpPr>
        <p:sp>
          <p:nvSpPr>
            <p:cNvPr id="524" name="Text Placeholder 3"/>
            <p:cNvSpPr txBox="1">
              <a:spLocks/>
            </p:cNvSpPr>
            <p:nvPr/>
          </p:nvSpPr>
          <p:spPr>
            <a:xfrm>
              <a:off x="968076" y="2325836"/>
              <a:ext cx="1622899"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sp>
          <p:nvSpPr>
            <p:cNvPr id="526" name="Text Placeholder 3"/>
            <p:cNvSpPr txBox="1">
              <a:spLocks/>
            </p:cNvSpPr>
            <p:nvPr/>
          </p:nvSpPr>
          <p:spPr>
            <a:xfrm>
              <a:off x="968076" y="2195051"/>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accent2"/>
                  </a:solidFill>
                </a:rPr>
                <a:t>90% Latin America</a:t>
              </a:r>
            </a:p>
          </p:txBody>
        </p:sp>
      </p:grpSp>
      <p:sp>
        <p:nvSpPr>
          <p:cNvPr id="529" name="Freeform 528"/>
          <p:cNvSpPr/>
          <p:nvPr/>
        </p:nvSpPr>
        <p:spPr>
          <a:xfrm>
            <a:off x="539510" y="3066523"/>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3"/>
                </a:solidFill>
                <a:latin typeface="FontAwesome" pitchFamily="2" charset="0"/>
              </a:rPr>
              <a:t></a:t>
            </a:r>
            <a:endParaRPr lang="en-US" sz="2800" dirty="0">
              <a:solidFill>
                <a:schemeClr val="accent3"/>
              </a:solidFill>
              <a:latin typeface="FontAwesome" pitchFamily="2" charset="0"/>
            </a:endParaRPr>
          </a:p>
        </p:txBody>
      </p:sp>
      <p:grpSp>
        <p:nvGrpSpPr>
          <p:cNvPr id="16" name="Group 227"/>
          <p:cNvGrpSpPr/>
          <p:nvPr/>
        </p:nvGrpSpPr>
        <p:grpSpPr>
          <a:xfrm>
            <a:off x="847052" y="2948559"/>
            <a:ext cx="1647875" cy="438562"/>
            <a:chOff x="968076" y="2743964"/>
            <a:chExt cx="1647875" cy="438562"/>
          </a:xfrm>
        </p:grpSpPr>
        <p:sp>
          <p:nvSpPr>
            <p:cNvPr id="528" name="Text Placeholder 3"/>
            <p:cNvSpPr txBox="1">
              <a:spLocks/>
            </p:cNvSpPr>
            <p:nvPr/>
          </p:nvSpPr>
          <p:spPr>
            <a:xfrm>
              <a:off x="968076" y="2874749"/>
              <a:ext cx="164787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sp>
          <p:nvSpPr>
            <p:cNvPr id="530" name="Text Placeholder 3"/>
            <p:cNvSpPr txBox="1">
              <a:spLocks/>
            </p:cNvSpPr>
            <p:nvPr/>
          </p:nvSpPr>
          <p:spPr>
            <a:xfrm>
              <a:off x="968076" y="2743964"/>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accent3"/>
                  </a:solidFill>
                </a:rPr>
                <a:t>100% Europe</a:t>
              </a:r>
            </a:p>
          </p:txBody>
        </p:sp>
      </p:grpSp>
      <p:sp>
        <p:nvSpPr>
          <p:cNvPr id="208" name="Footer Text"/>
          <p:cNvSpPr txBox="1"/>
          <p:nvPr/>
        </p:nvSpPr>
        <p:spPr>
          <a:xfrm>
            <a:off x="692056" y="3975497"/>
            <a:ext cx="7759889" cy="615553"/>
          </a:xfrm>
          <a:prstGeom prst="rect">
            <a:avLst/>
          </a:prstGeom>
          <a:noFill/>
        </p:spPr>
        <p:txBody>
          <a:bodyPr wrap="square" lIns="0" tIns="0" rIns="0" bIns="0" rtlCol="0">
            <a:spAutoFit/>
          </a:bodyPr>
          <a:lstStyle/>
          <a:p>
            <a:pPr algn="ctr"/>
            <a:r>
              <a:rPr lang="en-US" sz="1000" dirty="0">
                <a:solidFill>
                  <a:schemeClr val="tx1">
                    <a:lumMod val="50000"/>
                    <a:lumOff val="50000"/>
                  </a:schemeClr>
                </a:solidFill>
              </a:rPr>
              <a:t>There are many variations of passages of lorem ipsum available, but the majority have suffered alteration in some form, by injected humour randomized words which don't look even slightly believable. If you are going to use A passage of lorem ipsum, you need  to be sure </a:t>
            </a:r>
            <a:br>
              <a:rPr lang="en-US" sz="1000" dirty="0">
                <a:solidFill>
                  <a:schemeClr val="tx1">
                    <a:lumMod val="50000"/>
                    <a:lumOff val="50000"/>
                  </a:schemeClr>
                </a:solidFill>
              </a:rPr>
            </a:br>
            <a:r>
              <a:rPr lang="en-US" sz="1000" dirty="0">
                <a:solidFill>
                  <a:schemeClr val="tx1">
                    <a:lumMod val="50000"/>
                    <a:lumOff val="50000"/>
                  </a:schemeClr>
                </a:solidFill>
              </a:rPr>
              <a:t> there embarrassing hidden in the middle of text. All the lorem ipsum generators on the internet tend to repeat</a:t>
            </a:r>
            <a:br>
              <a:rPr lang="en-US" sz="1000" dirty="0">
                <a:solidFill>
                  <a:schemeClr val="tx1">
                    <a:lumMod val="50000"/>
                    <a:lumOff val="50000"/>
                  </a:schemeClr>
                </a:solidFill>
              </a:rPr>
            </a:br>
            <a:r>
              <a:rPr lang="en-US" sz="1000" dirty="0">
                <a:solidFill>
                  <a:schemeClr val="tx1">
                    <a:lumMod val="50000"/>
                    <a:lumOff val="50000"/>
                  </a:schemeClr>
                </a:solidFill>
              </a:rPr>
              <a:t>predefined chunks as of lorem but the majority have suffered alteration in some form  necessary.</a:t>
            </a:r>
          </a:p>
        </p:txBody>
      </p:sp>
      <p:cxnSp>
        <p:nvCxnSpPr>
          <p:cNvPr id="209" name="Straight Line buttom"/>
          <p:cNvCxnSpPr/>
          <p:nvPr/>
        </p:nvCxnSpPr>
        <p:spPr>
          <a:xfrm>
            <a:off x="685800" y="3842046"/>
            <a:ext cx="7772400" cy="0"/>
          </a:xfrm>
          <a:prstGeom prst="line">
            <a:avLst/>
          </a:prstGeom>
          <a:ln w="19050">
            <a:solidFill>
              <a:schemeClr val="tx1">
                <a:lumMod val="50000"/>
                <a:lumOff val="50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animEffect transition="in" filter="fade">
                                      <p:cBhvr>
                                        <p:cTn id="15" dur="500"/>
                                        <p:tgtEl>
                                          <p:spTgt spid="4"/>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Effect transition="in" filter="fade">
                                      <p:cBhvr>
                                        <p:cTn id="21" dur="500"/>
                                        <p:tgtEl>
                                          <p:spTgt spid="3"/>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500" fill="hold"/>
                                        <p:tgtEl>
                                          <p:spTgt spid="6"/>
                                        </p:tgtEl>
                                        <p:attrNameLst>
                                          <p:attrName>ppt_w</p:attrName>
                                        </p:attrNameLst>
                                      </p:cBhvr>
                                      <p:tavLst>
                                        <p:tav tm="0">
                                          <p:val>
                                            <p:fltVal val="0"/>
                                          </p:val>
                                        </p:tav>
                                        <p:tav tm="100000">
                                          <p:val>
                                            <p:strVal val="#ppt_w"/>
                                          </p:val>
                                        </p:tav>
                                      </p:tavLst>
                                    </p:anim>
                                    <p:anim calcmode="lin" valueType="num">
                                      <p:cBhvr>
                                        <p:cTn id="26" dur="500" fill="hold"/>
                                        <p:tgtEl>
                                          <p:spTgt spid="6"/>
                                        </p:tgtEl>
                                        <p:attrNameLst>
                                          <p:attrName>ppt_h</p:attrName>
                                        </p:attrNameLst>
                                      </p:cBhvr>
                                      <p:tavLst>
                                        <p:tav tm="0">
                                          <p:val>
                                            <p:fltVal val="0"/>
                                          </p:val>
                                        </p:tav>
                                        <p:tav tm="100000">
                                          <p:val>
                                            <p:strVal val="#ppt_h"/>
                                          </p:val>
                                        </p:tav>
                                      </p:tavLst>
                                    </p:anim>
                                    <p:animEffect transition="in" filter="fade">
                                      <p:cBhvr>
                                        <p:cTn id="27" dur="500"/>
                                        <p:tgtEl>
                                          <p:spTgt spid="6"/>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Effect transition="in" filter="fade">
                                      <p:cBhvr>
                                        <p:cTn id="39" dur="500"/>
                                        <p:tgtEl>
                                          <p:spTgt spid="8"/>
                                        </p:tgtEl>
                                      </p:cBhvr>
                                    </p:animEffect>
                                  </p:childTnLst>
                                </p:cTn>
                              </p:par>
                            </p:childTnLst>
                          </p:cTn>
                        </p:par>
                        <p:par>
                          <p:cTn id="40" fill="hold">
                            <p:stCondLst>
                              <p:cond delay="3000"/>
                            </p:stCondLst>
                            <p:childTnLst>
                              <p:par>
                                <p:cTn id="41" presetID="2" presetClass="entr" presetSubtype="8" accel="50000" decel="50000" fill="hold" grpId="0" nodeType="afterEffect">
                                  <p:stCondLst>
                                    <p:cond delay="0"/>
                                  </p:stCondLst>
                                  <p:childTnLst>
                                    <p:set>
                                      <p:cBhvr>
                                        <p:cTn id="42" dur="1" fill="hold">
                                          <p:stCondLst>
                                            <p:cond delay="0"/>
                                          </p:stCondLst>
                                        </p:cTn>
                                        <p:tgtEl>
                                          <p:spTgt spid="521"/>
                                        </p:tgtEl>
                                        <p:attrNameLst>
                                          <p:attrName>style.visibility</p:attrName>
                                        </p:attrNameLst>
                                      </p:cBhvr>
                                      <p:to>
                                        <p:strVal val="visible"/>
                                      </p:to>
                                    </p:set>
                                    <p:anim calcmode="lin" valueType="num">
                                      <p:cBhvr additive="base">
                                        <p:cTn id="43" dur="500" fill="hold"/>
                                        <p:tgtEl>
                                          <p:spTgt spid="521"/>
                                        </p:tgtEl>
                                        <p:attrNameLst>
                                          <p:attrName>ppt_x</p:attrName>
                                        </p:attrNameLst>
                                      </p:cBhvr>
                                      <p:tavLst>
                                        <p:tav tm="0">
                                          <p:val>
                                            <p:strVal val="0-#ppt_w/2"/>
                                          </p:val>
                                        </p:tav>
                                        <p:tav tm="100000">
                                          <p:val>
                                            <p:strVal val="#ppt_x"/>
                                          </p:val>
                                        </p:tav>
                                      </p:tavLst>
                                    </p:anim>
                                    <p:anim calcmode="lin" valueType="num">
                                      <p:cBhvr additive="base">
                                        <p:cTn id="44" dur="500" fill="hold"/>
                                        <p:tgtEl>
                                          <p:spTgt spid="521"/>
                                        </p:tgtEl>
                                        <p:attrNameLst>
                                          <p:attrName>ppt_y</p:attrName>
                                        </p:attrNameLst>
                                      </p:cBhvr>
                                      <p:tavLst>
                                        <p:tav tm="0">
                                          <p:val>
                                            <p:strVal val="#ppt_y"/>
                                          </p:val>
                                        </p:tav>
                                        <p:tav tm="100000">
                                          <p:val>
                                            <p:strVal val="#ppt_y"/>
                                          </p:val>
                                        </p:tav>
                                      </p:tavLst>
                                    </p:anim>
                                  </p:childTnLst>
                                </p:cTn>
                              </p:par>
                              <p:par>
                                <p:cTn id="45" presetID="2" presetClass="entr" presetSubtype="4" accel="50000" decel="50000"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1+#ppt_h/2"/>
                                          </p:val>
                                        </p:tav>
                                        <p:tav tm="100000">
                                          <p:val>
                                            <p:strVal val="#ppt_y"/>
                                          </p:val>
                                        </p:tav>
                                      </p:tavLst>
                                    </p:anim>
                                  </p:childTnLst>
                                </p:cTn>
                              </p:par>
                            </p:childTnLst>
                          </p:cTn>
                        </p:par>
                        <p:par>
                          <p:cTn id="49" fill="hold">
                            <p:stCondLst>
                              <p:cond delay="3500"/>
                            </p:stCondLst>
                            <p:childTnLst>
                              <p:par>
                                <p:cTn id="50" presetID="2" presetClass="entr" presetSubtype="8" accel="50000" decel="50000" fill="hold" grpId="0" nodeType="afterEffect">
                                  <p:stCondLst>
                                    <p:cond delay="0"/>
                                  </p:stCondLst>
                                  <p:childTnLst>
                                    <p:set>
                                      <p:cBhvr>
                                        <p:cTn id="51" dur="1" fill="hold">
                                          <p:stCondLst>
                                            <p:cond delay="0"/>
                                          </p:stCondLst>
                                        </p:cTn>
                                        <p:tgtEl>
                                          <p:spTgt spid="525"/>
                                        </p:tgtEl>
                                        <p:attrNameLst>
                                          <p:attrName>style.visibility</p:attrName>
                                        </p:attrNameLst>
                                      </p:cBhvr>
                                      <p:to>
                                        <p:strVal val="visible"/>
                                      </p:to>
                                    </p:set>
                                    <p:anim calcmode="lin" valueType="num">
                                      <p:cBhvr additive="base">
                                        <p:cTn id="52" dur="500" fill="hold"/>
                                        <p:tgtEl>
                                          <p:spTgt spid="525"/>
                                        </p:tgtEl>
                                        <p:attrNameLst>
                                          <p:attrName>ppt_x</p:attrName>
                                        </p:attrNameLst>
                                      </p:cBhvr>
                                      <p:tavLst>
                                        <p:tav tm="0">
                                          <p:val>
                                            <p:strVal val="0-#ppt_w/2"/>
                                          </p:val>
                                        </p:tav>
                                        <p:tav tm="100000">
                                          <p:val>
                                            <p:strVal val="#ppt_x"/>
                                          </p:val>
                                        </p:tav>
                                      </p:tavLst>
                                    </p:anim>
                                    <p:anim calcmode="lin" valueType="num">
                                      <p:cBhvr additive="base">
                                        <p:cTn id="53" dur="500" fill="hold"/>
                                        <p:tgtEl>
                                          <p:spTgt spid="525"/>
                                        </p:tgtEl>
                                        <p:attrNameLst>
                                          <p:attrName>ppt_y</p:attrName>
                                        </p:attrNameLst>
                                      </p:cBhvr>
                                      <p:tavLst>
                                        <p:tav tm="0">
                                          <p:val>
                                            <p:strVal val="#ppt_y"/>
                                          </p:val>
                                        </p:tav>
                                        <p:tav tm="100000">
                                          <p:val>
                                            <p:strVal val="#ppt_y"/>
                                          </p:val>
                                        </p:tav>
                                      </p:tavLst>
                                    </p:anim>
                                  </p:childTnLst>
                                </p:cTn>
                              </p:par>
                              <p:par>
                                <p:cTn id="54" presetID="2" presetClass="entr" presetSubtype="4" accel="50000" decel="50000" fill="hold" nodeType="withEffect">
                                  <p:stCondLst>
                                    <p:cond delay="0"/>
                                  </p:stCondLst>
                                  <p:childTnLst>
                                    <p:set>
                                      <p:cBhvr>
                                        <p:cTn id="55" dur="1" fill="hold">
                                          <p:stCondLst>
                                            <p:cond delay="0"/>
                                          </p:stCondLst>
                                        </p:cTn>
                                        <p:tgtEl>
                                          <p:spTgt spid="15"/>
                                        </p:tgtEl>
                                        <p:attrNameLst>
                                          <p:attrName>style.visibility</p:attrName>
                                        </p:attrNameLst>
                                      </p:cBhvr>
                                      <p:to>
                                        <p:strVal val="visible"/>
                                      </p:to>
                                    </p:set>
                                    <p:anim calcmode="lin" valueType="num">
                                      <p:cBhvr additive="base">
                                        <p:cTn id="56" dur="500" fill="hold"/>
                                        <p:tgtEl>
                                          <p:spTgt spid="15"/>
                                        </p:tgtEl>
                                        <p:attrNameLst>
                                          <p:attrName>ppt_x</p:attrName>
                                        </p:attrNameLst>
                                      </p:cBhvr>
                                      <p:tavLst>
                                        <p:tav tm="0">
                                          <p:val>
                                            <p:strVal val="#ppt_x"/>
                                          </p:val>
                                        </p:tav>
                                        <p:tav tm="100000">
                                          <p:val>
                                            <p:strVal val="#ppt_x"/>
                                          </p:val>
                                        </p:tav>
                                      </p:tavLst>
                                    </p:anim>
                                    <p:anim calcmode="lin" valueType="num">
                                      <p:cBhvr additive="base">
                                        <p:cTn id="57" dur="500" fill="hold"/>
                                        <p:tgtEl>
                                          <p:spTgt spid="15"/>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8" accel="50000" decel="50000" fill="hold" grpId="0" nodeType="afterEffect">
                                  <p:stCondLst>
                                    <p:cond delay="0"/>
                                  </p:stCondLst>
                                  <p:childTnLst>
                                    <p:set>
                                      <p:cBhvr>
                                        <p:cTn id="60" dur="1" fill="hold">
                                          <p:stCondLst>
                                            <p:cond delay="0"/>
                                          </p:stCondLst>
                                        </p:cTn>
                                        <p:tgtEl>
                                          <p:spTgt spid="529"/>
                                        </p:tgtEl>
                                        <p:attrNameLst>
                                          <p:attrName>style.visibility</p:attrName>
                                        </p:attrNameLst>
                                      </p:cBhvr>
                                      <p:to>
                                        <p:strVal val="visible"/>
                                      </p:to>
                                    </p:set>
                                    <p:anim calcmode="lin" valueType="num">
                                      <p:cBhvr additive="base">
                                        <p:cTn id="61" dur="500" fill="hold"/>
                                        <p:tgtEl>
                                          <p:spTgt spid="529"/>
                                        </p:tgtEl>
                                        <p:attrNameLst>
                                          <p:attrName>ppt_x</p:attrName>
                                        </p:attrNameLst>
                                      </p:cBhvr>
                                      <p:tavLst>
                                        <p:tav tm="0">
                                          <p:val>
                                            <p:strVal val="0-#ppt_w/2"/>
                                          </p:val>
                                        </p:tav>
                                        <p:tav tm="100000">
                                          <p:val>
                                            <p:strVal val="#ppt_x"/>
                                          </p:val>
                                        </p:tav>
                                      </p:tavLst>
                                    </p:anim>
                                    <p:anim calcmode="lin" valueType="num">
                                      <p:cBhvr additive="base">
                                        <p:cTn id="62" dur="500" fill="hold"/>
                                        <p:tgtEl>
                                          <p:spTgt spid="529"/>
                                        </p:tgtEl>
                                        <p:attrNameLst>
                                          <p:attrName>ppt_y</p:attrName>
                                        </p:attrNameLst>
                                      </p:cBhvr>
                                      <p:tavLst>
                                        <p:tav tm="0">
                                          <p:val>
                                            <p:strVal val="#ppt_y"/>
                                          </p:val>
                                        </p:tav>
                                        <p:tav tm="100000">
                                          <p:val>
                                            <p:strVal val="#ppt_y"/>
                                          </p:val>
                                        </p:tav>
                                      </p:tavLst>
                                    </p:anim>
                                  </p:childTnLst>
                                </p:cTn>
                              </p:par>
                              <p:par>
                                <p:cTn id="63" presetID="2" presetClass="entr" presetSubtype="4" accel="50000" decel="50000" fill="hold" nodeType="withEffect">
                                  <p:stCondLst>
                                    <p:cond delay="0"/>
                                  </p:stCondLst>
                                  <p:childTnLst>
                                    <p:set>
                                      <p:cBhvr>
                                        <p:cTn id="64" dur="1" fill="hold">
                                          <p:stCondLst>
                                            <p:cond delay="0"/>
                                          </p:stCondLst>
                                        </p:cTn>
                                        <p:tgtEl>
                                          <p:spTgt spid="16"/>
                                        </p:tgtEl>
                                        <p:attrNameLst>
                                          <p:attrName>style.visibility</p:attrName>
                                        </p:attrNameLst>
                                      </p:cBhvr>
                                      <p:to>
                                        <p:strVal val="visible"/>
                                      </p:to>
                                    </p:set>
                                    <p:anim calcmode="lin" valueType="num">
                                      <p:cBhvr additive="base">
                                        <p:cTn id="65" dur="500" fill="hold"/>
                                        <p:tgtEl>
                                          <p:spTgt spid="16"/>
                                        </p:tgtEl>
                                        <p:attrNameLst>
                                          <p:attrName>ppt_x</p:attrName>
                                        </p:attrNameLst>
                                      </p:cBhvr>
                                      <p:tavLst>
                                        <p:tav tm="0">
                                          <p:val>
                                            <p:strVal val="#ppt_x"/>
                                          </p:val>
                                        </p:tav>
                                        <p:tav tm="100000">
                                          <p:val>
                                            <p:strVal val="#ppt_x"/>
                                          </p:val>
                                        </p:tav>
                                      </p:tavLst>
                                    </p:anim>
                                    <p:anim calcmode="lin" valueType="num">
                                      <p:cBhvr additive="base">
                                        <p:cTn id="66" dur="500" fill="hold"/>
                                        <p:tgtEl>
                                          <p:spTgt spid="16"/>
                                        </p:tgtEl>
                                        <p:attrNameLst>
                                          <p:attrName>ppt_y</p:attrName>
                                        </p:attrNameLst>
                                      </p:cBhvr>
                                      <p:tavLst>
                                        <p:tav tm="0">
                                          <p:val>
                                            <p:strVal val="1+#ppt_h/2"/>
                                          </p:val>
                                        </p:tav>
                                        <p:tav tm="100000">
                                          <p:val>
                                            <p:strVal val="#ppt_y"/>
                                          </p:val>
                                        </p:tav>
                                      </p:tavLst>
                                    </p:anim>
                                  </p:childTnLst>
                                </p:cTn>
                              </p:par>
                            </p:childTnLst>
                          </p:cTn>
                        </p:par>
                        <p:par>
                          <p:cTn id="67" fill="hold">
                            <p:stCondLst>
                              <p:cond delay="4500"/>
                            </p:stCondLst>
                            <p:childTnLst>
                              <p:par>
                                <p:cTn id="68" presetID="2" presetClass="entr" presetSubtype="2" accel="50000" decel="50000" fill="hold" grpId="0" nodeType="afterEffect">
                                  <p:stCondLst>
                                    <p:cond delay="0"/>
                                  </p:stCondLst>
                                  <p:childTnLst>
                                    <p:set>
                                      <p:cBhvr>
                                        <p:cTn id="69" dur="1" fill="hold">
                                          <p:stCondLst>
                                            <p:cond delay="0"/>
                                          </p:stCondLst>
                                        </p:cTn>
                                        <p:tgtEl>
                                          <p:spTgt spid="490"/>
                                        </p:tgtEl>
                                        <p:attrNameLst>
                                          <p:attrName>style.visibility</p:attrName>
                                        </p:attrNameLst>
                                      </p:cBhvr>
                                      <p:to>
                                        <p:strVal val="visible"/>
                                      </p:to>
                                    </p:set>
                                    <p:anim calcmode="lin" valueType="num">
                                      <p:cBhvr additive="base">
                                        <p:cTn id="70" dur="500" fill="hold"/>
                                        <p:tgtEl>
                                          <p:spTgt spid="490"/>
                                        </p:tgtEl>
                                        <p:attrNameLst>
                                          <p:attrName>ppt_x</p:attrName>
                                        </p:attrNameLst>
                                      </p:cBhvr>
                                      <p:tavLst>
                                        <p:tav tm="0">
                                          <p:val>
                                            <p:strVal val="1+#ppt_w/2"/>
                                          </p:val>
                                        </p:tav>
                                        <p:tav tm="100000">
                                          <p:val>
                                            <p:strVal val="#ppt_x"/>
                                          </p:val>
                                        </p:tav>
                                      </p:tavLst>
                                    </p:anim>
                                    <p:anim calcmode="lin" valueType="num">
                                      <p:cBhvr additive="base">
                                        <p:cTn id="71" dur="500" fill="hold"/>
                                        <p:tgtEl>
                                          <p:spTgt spid="490"/>
                                        </p:tgtEl>
                                        <p:attrNameLst>
                                          <p:attrName>ppt_y</p:attrName>
                                        </p:attrNameLst>
                                      </p:cBhvr>
                                      <p:tavLst>
                                        <p:tav tm="0">
                                          <p:val>
                                            <p:strVal val="#ppt_y"/>
                                          </p:val>
                                        </p:tav>
                                        <p:tav tm="100000">
                                          <p:val>
                                            <p:strVal val="#ppt_y"/>
                                          </p:val>
                                        </p:tav>
                                      </p:tavLst>
                                    </p:anim>
                                  </p:childTnLst>
                                </p:cTn>
                              </p:par>
                              <p:par>
                                <p:cTn id="72" presetID="2" presetClass="entr" presetSubtype="4" accel="50000" decel="50000" fill="hold" nodeType="withEffect">
                                  <p:stCondLst>
                                    <p:cond delay="0"/>
                                  </p:stCondLst>
                                  <p:childTnLst>
                                    <p:set>
                                      <p:cBhvr>
                                        <p:cTn id="73" dur="1" fill="hold">
                                          <p:stCondLst>
                                            <p:cond delay="0"/>
                                          </p:stCondLst>
                                        </p:cTn>
                                        <p:tgtEl>
                                          <p:spTgt spid="11"/>
                                        </p:tgtEl>
                                        <p:attrNameLst>
                                          <p:attrName>style.visibility</p:attrName>
                                        </p:attrNameLst>
                                      </p:cBhvr>
                                      <p:to>
                                        <p:strVal val="visible"/>
                                      </p:to>
                                    </p:set>
                                    <p:anim calcmode="lin" valueType="num">
                                      <p:cBhvr additive="base">
                                        <p:cTn id="74" dur="500" fill="hold"/>
                                        <p:tgtEl>
                                          <p:spTgt spid="11"/>
                                        </p:tgtEl>
                                        <p:attrNameLst>
                                          <p:attrName>ppt_x</p:attrName>
                                        </p:attrNameLst>
                                      </p:cBhvr>
                                      <p:tavLst>
                                        <p:tav tm="0">
                                          <p:val>
                                            <p:strVal val="#ppt_x"/>
                                          </p:val>
                                        </p:tav>
                                        <p:tav tm="100000">
                                          <p:val>
                                            <p:strVal val="#ppt_x"/>
                                          </p:val>
                                        </p:tav>
                                      </p:tavLst>
                                    </p:anim>
                                    <p:anim calcmode="lin" valueType="num">
                                      <p:cBhvr additive="base">
                                        <p:cTn id="75" dur="500" fill="hold"/>
                                        <p:tgtEl>
                                          <p:spTgt spid="11"/>
                                        </p:tgtEl>
                                        <p:attrNameLst>
                                          <p:attrName>ppt_y</p:attrName>
                                        </p:attrNameLst>
                                      </p:cBhvr>
                                      <p:tavLst>
                                        <p:tav tm="0">
                                          <p:val>
                                            <p:strVal val="1+#ppt_h/2"/>
                                          </p:val>
                                        </p:tav>
                                        <p:tav tm="100000">
                                          <p:val>
                                            <p:strVal val="#ppt_y"/>
                                          </p:val>
                                        </p:tav>
                                      </p:tavLst>
                                    </p:anim>
                                  </p:childTnLst>
                                </p:cTn>
                              </p:par>
                            </p:childTnLst>
                          </p:cTn>
                        </p:par>
                        <p:par>
                          <p:cTn id="76" fill="hold">
                            <p:stCondLst>
                              <p:cond delay="5000"/>
                            </p:stCondLst>
                            <p:childTnLst>
                              <p:par>
                                <p:cTn id="77" presetID="2" presetClass="entr" presetSubtype="2" accel="50000" decel="50000" fill="hold" grpId="0" nodeType="afterEffect">
                                  <p:stCondLst>
                                    <p:cond delay="0"/>
                                  </p:stCondLst>
                                  <p:childTnLst>
                                    <p:set>
                                      <p:cBhvr>
                                        <p:cTn id="78" dur="1" fill="hold">
                                          <p:stCondLst>
                                            <p:cond delay="0"/>
                                          </p:stCondLst>
                                        </p:cTn>
                                        <p:tgtEl>
                                          <p:spTgt spid="513"/>
                                        </p:tgtEl>
                                        <p:attrNameLst>
                                          <p:attrName>style.visibility</p:attrName>
                                        </p:attrNameLst>
                                      </p:cBhvr>
                                      <p:to>
                                        <p:strVal val="visible"/>
                                      </p:to>
                                    </p:set>
                                    <p:anim calcmode="lin" valueType="num">
                                      <p:cBhvr additive="base">
                                        <p:cTn id="79" dur="500" fill="hold"/>
                                        <p:tgtEl>
                                          <p:spTgt spid="513"/>
                                        </p:tgtEl>
                                        <p:attrNameLst>
                                          <p:attrName>ppt_x</p:attrName>
                                        </p:attrNameLst>
                                      </p:cBhvr>
                                      <p:tavLst>
                                        <p:tav tm="0">
                                          <p:val>
                                            <p:strVal val="1+#ppt_w/2"/>
                                          </p:val>
                                        </p:tav>
                                        <p:tav tm="100000">
                                          <p:val>
                                            <p:strVal val="#ppt_x"/>
                                          </p:val>
                                        </p:tav>
                                      </p:tavLst>
                                    </p:anim>
                                    <p:anim calcmode="lin" valueType="num">
                                      <p:cBhvr additive="base">
                                        <p:cTn id="80" dur="500" fill="hold"/>
                                        <p:tgtEl>
                                          <p:spTgt spid="513"/>
                                        </p:tgtEl>
                                        <p:attrNameLst>
                                          <p:attrName>ppt_y</p:attrName>
                                        </p:attrNameLst>
                                      </p:cBhvr>
                                      <p:tavLst>
                                        <p:tav tm="0">
                                          <p:val>
                                            <p:strVal val="#ppt_y"/>
                                          </p:val>
                                        </p:tav>
                                        <p:tav tm="100000">
                                          <p:val>
                                            <p:strVal val="#ppt_y"/>
                                          </p:val>
                                        </p:tav>
                                      </p:tavLst>
                                    </p:anim>
                                  </p:childTnLst>
                                </p:cTn>
                              </p:par>
                              <p:par>
                                <p:cTn id="81" presetID="2" presetClass="entr" presetSubtype="4" accel="50000" decel="50000" fill="hold" nodeType="withEffect">
                                  <p:stCondLst>
                                    <p:cond delay="0"/>
                                  </p:stCondLst>
                                  <p:childTnLst>
                                    <p:set>
                                      <p:cBhvr>
                                        <p:cTn id="82" dur="1" fill="hold">
                                          <p:stCondLst>
                                            <p:cond delay="0"/>
                                          </p:stCondLst>
                                        </p:cTn>
                                        <p:tgtEl>
                                          <p:spTgt spid="12"/>
                                        </p:tgtEl>
                                        <p:attrNameLst>
                                          <p:attrName>style.visibility</p:attrName>
                                        </p:attrNameLst>
                                      </p:cBhvr>
                                      <p:to>
                                        <p:strVal val="visible"/>
                                      </p:to>
                                    </p:set>
                                    <p:anim calcmode="lin" valueType="num">
                                      <p:cBhvr additive="base">
                                        <p:cTn id="83" dur="500" fill="hold"/>
                                        <p:tgtEl>
                                          <p:spTgt spid="12"/>
                                        </p:tgtEl>
                                        <p:attrNameLst>
                                          <p:attrName>ppt_x</p:attrName>
                                        </p:attrNameLst>
                                      </p:cBhvr>
                                      <p:tavLst>
                                        <p:tav tm="0">
                                          <p:val>
                                            <p:strVal val="#ppt_x"/>
                                          </p:val>
                                        </p:tav>
                                        <p:tav tm="100000">
                                          <p:val>
                                            <p:strVal val="#ppt_x"/>
                                          </p:val>
                                        </p:tav>
                                      </p:tavLst>
                                    </p:anim>
                                    <p:anim calcmode="lin" valueType="num">
                                      <p:cBhvr additive="base">
                                        <p:cTn id="84" dur="500" fill="hold"/>
                                        <p:tgtEl>
                                          <p:spTgt spid="12"/>
                                        </p:tgtEl>
                                        <p:attrNameLst>
                                          <p:attrName>ppt_y</p:attrName>
                                        </p:attrNameLst>
                                      </p:cBhvr>
                                      <p:tavLst>
                                        <p:tav tm="0">
                                          <p:val>
                                            <p:strVal val="1+#ppt_h/2"/>
                                          </p:val>
                                        </p:tav>
                                        <p:tav tm="100000">
                                          <p:val>
                                            <p:strVal val="#ppt_y"/>
                                          </p:val>
                                        </p:tav>
                                      </p:tavLst>
                                    </p:anim>
                                  </p:childTnLst>
                                </p:cTn>
                              </p:par>
                            </p:childTnLst>
                          </p:cTn>
                        </p:par>
                        <p:par>
                          <p:cTn id="85" fill="hold">
                            <p:stCondLst>
                              <p:cond delay="5500"/>
                            </p:stCondLst>
                            <p:childTnLst>
                              <p:par>
                                <p:cTn id="86" presetID="2" presetClass="entr" presetSubtype="2" accel="50000" decel="50000" fill="hold" grpId="0" nodeType="afterEffect">
                                  <p:stCondLst>
                                    <p:cond delay="0"/>
                                  </p:stCondLst>
                                  <p:childTnLst>
                                    <p:set>
                                      <p:cBhvr>
                                        <p:cTn id="87" dur="1" fill="hold">
                                          <p:stCondLst>
                                            <p:cond delay="0"/>
                                          </p:stCondLst>
                                        </p:cTn>
                                        <p:tgtEl>
                                          <p:spTgt spid="517"/>
                                        </p:tgtEl>
                                        <p:attrNameLst>
                                          <p:attrName>style.visibility</p:attrName>
                                        </p:attrNameLst>
                                      </p:cBhvr>
                                      <p:to>
                                        <p:strVal val="visible"/>
                                      </p:to>
                                    </p:set>
                                    <p:anim calcmode="lin" valueType="num">
                                      <p:cBhvr additive="base">
                                        <p:cTn id="88" dur="500" fill="hold"/>
                                        <p:tgtEl>
                                          <p:spTgt spid="517"/>
                                        </p:tgtEl>
                                        <p:attrNameLst>
                                          <p:attrName>ppt_x</p:attrName>
                                        </p:attrNameLst>
                                      </p:cBhvr>
                                      <p:tavLst>
                                        <p:tav tm="0">
                                          <p:val>
                                            <p:strVal val="1+#ppt_w/2"/>
                                          </p:val>
                                        </p:tav>
                                        <p:tav tm="100000">
                                          <p:val>
                                            <p:strVal val="#ppt_x"/>
                                          </p:val>
                                        </p:tav>
                                      </p:tavLst>
                                    </p:anim>
                                    <p:anim calcmode="lin" valueType="num">
                                      <p:cBhvr additive="base">
                                        <p:cTn id="89" dur="500" fill="hold"/>
                                        <p:tgtEl>
                                          <p:spTgt spid="517"/>
                                        </p:tgtEl>
                                        <p:attrNameLst>
                                          <p:attrName>ppt_y</p:attrName>
                                        </p:attrNameLst>
                                      </p:cBhvr>
                                      <p:tavLst>
                                        <p:tav tm="0">
                                          <p:val>
                                            <p:strVal val="#ppt_y"/>
                                          </p:val>
                                        </p:tav>
                                        <p:tav tm="100000">
                                          <p:val>
                                            <p:strVal val="#ppt_y"/>
                                          </p:val>
                                        </p:tav>
                                      </p:tavLst>
                                    </p:anim>
                                  </p:childTnLst>
                                </p:cTn>
                              </p:par>
                              <p:par>
                                <p:cTn id="90" presetID="2" presetClass="entr" presetSubtype="4" accel="50000" decel="50000" fill="hold" nodeType="with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additive="base">
                                        <p:cTn id="92" dur="500" fill="hold"/>
                                        <p:tgtEl>
                                          <p:spTgt spid="13"/>
                                        </p:tgtEl>
                                        <p:attrNameLst>
                                          <p:attrName>ppt_x</p:attrName>
                                        </p:attrNameLst>
                                      </p:cBhvr>
                                      <p:tavLst>
                                        <p:tav tm="0">
                                          <p:val>
                                            <p:strVal val="#ppt_x"/>
                                          </p:val>
                                        </p:tav>
                                        <p:tav tm="100000">
                                          <p:val>
                                            <p:strVal val="#ppt_x"/>
                                          </p:val>
                                        </p:tav>
                                      </p:tavLst>
                                    </p:anim>
                                    <p:anim calcmode="lin" valueType="num">
                                      <p:cBhvr additive="base">
                                        <p:cTn id="93" dur="500" fill="hold"/>
                                        <p:tgtEl>
                                          <p:spTgt spid="13"/>
                                        </p:tgtEl>
                                        <p:attrNameLst>
                                          <p:attrName>ppt_y</p:attrName>
                                        </p:attrNameLst>
                                      </p:cBhvr>
                                      <p:tavLst>
                                        <p:tav tm="0">
                                          <p:val>
                                            <p:strVal val="1+#ppt_h/2"/>
                                          </p:val>
                                        </p:tav>
                                        <p:tav tm="100000">
                                          <p:val>
                                            <p:strVal val="#ppt_y"/>
                                          </p:val>
                                        </p:tav>
                                      </p:tavLst>
                                    </p:anim>
                                  </p:childTnLst>
                                </p:cTn>
                              </p:par>
                            </p:childTnLst>
                          </p:cTn>
                        </p:par>
                        <p:par>
                          <p:cTn id="94" fill="hold">
                            <p:stCondLst>
                              <p:cond delay="6000"/>
                            </p:stCondLst>
                            <p:childTnLst>
                              <p:par>
                                <p:cTn id="95" presetID="13" presetClass="entr" presetSubtype="16" fill="hold" nodeType="afterEffect">
                                  <p:stCondLst>
                                    <p:cond delay="0"/>
                                  </p:stCondLst>
                                  <p:childTnLst>
                                    <p:set>
                                      <p:cBhvr>
                                        <p:cTn id="96" dur="1" fill="hold">
                                          <p:stCondLst>
                                            <p:cond delay="0"/>
                                          </p:stCondLst>
                                        </p:cTn>
                                        <p:tgtEl>
                                          <p:spTgt spid="209"/>
                                        </p:tgtEl>
                                        <p:attrNameLst>
                                          <p:attrName>style.visibility</p:attrName>
                                        </p:attrNameLst>
                                      </p:cBhvr>
                                      <p:to>
                                        <p:strVal val="visible"/>
                                      </p:to>
                                    </p:set>
                                    <p:animEffect transition="in" filter="plus(in)">
                                      <p:cBhvr>
                                        <p:cTn id="97" dur="500"/>
                                        <p:tgtEl>
                                          <p:spTgt spid="209"/>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08"/>
                                        </p:tgtEl>
                                        <p:attrNameLst>
                                          <p:attrName>style.visibility</p:attrName>
                                        </p:attrNameLst>
                                      </p:cBhvr>
                                      <p:to>
                                        <p:strVal val="visible"/>
                                      </p:to>
                                    </p:set>
                                    <p:animEffect transition="in" filter="fade">
                                      <p:cBhvr>
                                        <p:cTn id="100"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 grpId="0"/>
      <p:bldP spid="513" grpId="0"/>
      <p:bldP spid="517" grpId="0"/>
      <p:bldP spid="521" grpId="0"/>
      <p:bldP spid="525" grpId="0"/>
      <p:bldP spid="529" grpId="0"/>
      <p:bldP spid="208"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USA Map Infographic</a:t>
            </a:r>
            <a:endParaRPr lang="en-US" dirty="0"/>
          </a:p>
        </p:txBody>
      </p:sp>
      <p:sp>
        <p:nvSpPr>
          <p:cNvPr id="8" name="Text Placeholder 7"/>
          <p:cNvSpPr>
            <a:spLocks noGrp="1"/>
          </p:cNvSpPr>
          <p:nvPr>
            <p:ph type="body" sz="half" idx="2"/>
          </p:nvPr>
        </p:nvSpPr>
        <p:spPr/>
        <p:txBody>
          <a:bodyPr/>
          <a:lstStyle/>
          <a:p>
            <a:r>
              <a:rPr lang="en-US"/>
              <a:t>USA Map Infographic</a:t>
            </a:r>
            <a:endParaRPr lang="en-US" dirty="0"/>
          </a:p>
        </p:txBody>
      </p:sp>
      <p:sp>
        <p:nvSpPr>
          <p:cNvPr id="30" name="Slide Number Placeholder 29"/>
          <p:cNvSpPr>
            <a:spLocks noGrp="1"/>
          </p:cNvSpPr>
          <p:nvPr>
            <p:ph type="sldNum" sz="quarter" idx="12"/>
          </p:nvPr>
        </p:nvSpPr>
        <p:spPr/>
        <p:txBody>
          <a:bodyPr/>
          <a:lstStyle/>
          <a:p>
            <a:fld id="{C136B7D2-B98C-44FD-8D04-7EC62A564975}" type="slidenum">
              <a:rPr lang="en-US" smtClean="0"/>
              <a:pPr/>
              <a:t>321</a:t>
            </a:fld>
            <a:endParaRPr lang="en-US" dirty="0"/>
          </a:p>
        </p:txBody>
      </p:sp>
      <p:grpSp>
        <p:nvGrpSpPr>
          <p:cNvPr id="111" name="Group 110"/>
          <p:cNvGrpSpPr/>
          <p:nvPr/>
        </p:nvGrpSpPr>
        <p:grpSpPr>
          <a:xfrm>
            <a:off x="683341" y="1197576"/>
            <a:ext cx="4193459" cy="2593374"/>
            <a:chOff x="812374" y="1547444"/>
            <a:chExt cx="4367012" cy="2700705"/>
          </a:xfrm>
        </p:grpSpPr>
        <p:grpSp>
          <p:nvGrpSpPr>
            <p:cNvPr id="2" name="Group 126"/>
            <p:cNvGrpSpPr/>
            <p:nvPr/>
          </p:nvGrpSpPr>
          <p:grpSpPr>
            <a:xfrm>
              <a:off x="871406" y="1642700"/>
              <a:ext cx="4192599" cy="2562517"/>
              <a:chOff x="871406" y="1642700"/>
              <a:chExt cx="4192599" cy="2562517"/>
            </a:xfrm>
            <a:solidFill>
              <a:schemeClr val="tx1">
                <a:lumMod val="10000"/>
                <a:lumOff val="90000"/>
              </a:schemeClr>
            </a:solidFill>
          </p:grpSpPr>
          <p:sp>
            <p:nvSpPr>
              <p:cNvPr id="308" name="Freeform 5"/>
              <p:cNvSpPr>
                <a:spLocks/>
              </p:cNvSpPr>
              <p:nvPr/>
            </p:nvSpPr>
            <p:spPr bwMode="auto">
              <a:xfrm>
                <a:off x="1862871" y="2140445"/>
                <a:ext cx="578244" cy="487013"/>
              </a:xfrm>
              <a:custGeom>
                <a:avLst/>
                <a:gdLst/>
                <a:ahLst/>
                <a:cxnLst>
                  <a:cxn ang="0">
                    <a:pos x="9" y="230"/>
                  </a:cxn>
                  <a:cxn ang="0">
                    <a:pos x="44" y="36"/>
                  </a:cxn>
                  <a:cxn ang="0">
                    <a:pos x="44" y="0"/>
                  </a:cxn>
                  <a:cxn ang="0">
                    <a:pos x="53" y="0"/>
                  </a:cxn>
                  <a:cxn ang="0">
                    <a:pos x="149" y="9"/>
                  </a:cxn>
                  <a:cxn ang="0">
                    <a:pos x="246" y="27"/>
                  </a:cxn>
                  <a:cxn ang="0">
                    <a:pos x="361" y="36"/>
                  </a:cxn>
                  <a:cxn ang="0">
                    <a:pos x="431" y="44"/>
                  </a:cxn>
                  <a:cxn ang="0">
                    <a:pos x="422" y="204"/>
                  </a:cxn>
                  <a:cxn ang="0">
                    <a:pos x="413" y="363"/>
                  </a:cxn>
                  <a:cxn ang="0">
                    <a:pos x="317" y="354"/>
                  </a:cxn>
                  <a:cxn ang="0">
                    <a:pos x="273" y="345"/>
                  </a:cxn>
                  <a:cxn ang="0">
                    <a:pos x="176" y="336"/>
                  </a:cxn>
                  <a:cxn ang="0">
                    <a:pos x="114" y="327"/>
                  </a:cxn>
                  <a:cxn ang="0">
                    <a:pos x="0" y="310"/>
                  </a:cxn>
                  <a:cxn ang="0">
                    <a:pos x="9" y="230"/>
                  </a:cxn>
                </a:cxnLst>
                <a:rect l="0" t="0" r="r" b="b"/>
                <a:pathLst>
                  <a:path w="431" h="363">
                    <a:moveTo>
                      <a:pt x="9" y="230"/>
                    </a:moveTo>
                    <a:lnTo>
                      <a:pt x="44" y="36"/>
                    </a:lnTo>
                    <a:lnTo>
                      <a:pt x="44" y="0"/>
                    </a:lnTo>
                    <a:lnTo>
                      <a:pt x="53" y="0"/>
                    </a:lnTo>
                    <a:lnTo>
                      <a:pt x="149" y="9"/>
                    </a:lnTo>
                    <a:lnTo>
                      <a:pt x="246" y="27"/>
                    </a:lnTo>
                    <a:lnTo>
                      <a:pt x="361" y="36"/>
                    </a:lnTo>
                    <a:lnTo>
                      <a:pt x="431" y="44"/>
                    </a:lnTo>
                    <a:lnTo>
                      <a:pt x="422" y="204"/>
                    </a:lnTo>
                    <a:lnTo>
                      <a:pt x="413" y="363"/>
                    </a:lnTo>
                    <a:lnTo>
                      <a:pt x="317" y="354"/>
                    </a:lnTo>
                    <a:lnTo>
                      <a:pt x="273" y="345"/>
                    </a:lnTo>
                    <a:lnTo>
                      <a:pt x="176" y="336"/>
                    </a:lnTo>
                    <a:lnTo>
                      <a:pt x="114" y="327"/>
                    </a:lnTo>
                    <a:lnTo>
                      <a:pt x="0" y="310"/>
                    </a:lnTo>
                    <a:lnTo>
                      <a:pt x="9" y="23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6"/>
              <p:cNvSpPr>
                <a:spLocks/>
              </p:cNvSpPr>
              <p:nvPr/>
            </p:nvSpPr>
            <p:spPr bwMode="auto">
              <a:xfrm>
                <a:off x="1862871" y="2140445"/>
                <a:ext cx="578244" cy="487013"/>
              </a:xfrm>
              <a:custGeom>
                <a:avLst/>
                <a:gdLst/>
                <a:ahLst/>
                <a:cxnLst>
                  <a:cxn ang="0">
                    <a:pos x="9" y="230"/>
                  </a:cxn>
                  <a:cxn ang="0">
                    <a:pos x="44" y="36"/>
                  </a:cxn>
                  <a:cxn ang="0">
                    <a:pos x="44" y="0"/>
                  </a:cxn>
                  <a:cxn ang="0">
                    <a:pos x="53" y="0"/>
                  </a:cxn>
                  <a:cxn ang="0">
                    <a:pos x="149" y="9"/>
                  </a:cxn>
                  <a:cxn ang="0">
                    <a:pos x="246" y="27"/>
                  </a:cxn>
                  <a:cxn ang="0">
                    <a:pos x="361" y="36"/>
                  </a:cxn>
                  <a:cxn ang="0">
                    <a:pos x="431" y="44"/>
                  </a:cxn>
                  <a:cxn ang="0">
                    <a:pos x="422" y="204"/>
                  </a:cxn>
                  <a:cxn ang="0">
                    <a:pos x="413" y="363"/>
                  </a:cxn>
                  <a:cxn ang="0">
                    <a:pos x="317" y="354"/>
                  </a:cxn>
                  <a:cxn ang="0">
                    <a:pos x="273" y="345"/>
                  </a:cxn>
                  <a:cxn ang="0">
                    <a:pos x="176" y="336"/>
                  </a:cxn>
                  <a:cxn ang="0">
                    <a:pos x="114" y="327"/>
                  </a:cxn>
                  <a:cxn ang="0">
                    <a:pos x="0" y="310"/>
                  </a:cxn>
                  <a:cxn ang="0">
                    <a:pos x="9" y="230"/>
                  </a:cxn>
                </a:cxnLst>
                <a:rect l="0" t="0" r="r" b="b"/>
                <a:pathLst>
                  <a:path w="431" h="363">
                    <a:moveTo>
                      <a:pt x="9" y="230"/>
                    </a:moveTo>
                    <a:lnTo>
                      <a:pt x="44" y="36"/>
                    </a:lnTo>
                    <a:lnTo>
                      <a:pt x="44" y="0"/>
                    </a:lnTo>
                    <a:lnTo>
                      <a:pt x="53" y="0"/>
                    </a:lnTo>
                    <a:lnTo>
                      <a:pt x="149" y="9"/>
                    </a:lnTo>
                    <a:lnTo>
                      <a:pt x="246" y="27"/>
                    </a:lnTo>
                    <a:lnTo>
                      <a:pt x="361" y="36"/>
                    </a:lnTo>
                    <a:lnTo>
                      <a:pt x="431" y="44"/>
                    </a:lnTo>
                    <a:lnTo>
                      <a:pt x="422" y="204"/>
                    </a:lnTo>
                    <a:lnTo>
                      <a:pt x="413" y="363"/>
                    </a:lnTo>
                    <a:lnTo>
                      <a:pt x="317" y="354"/>
                    </a:lnTo>
                    <a:lnTo>
                      <a:pt x="273" y="345"/>
                    </a:lnTo>
                    <a:lnTo>
                      <a:pt x="176" y="336"/>
                    </a:lnTo>
                    <a:lnTo>
                      <a:pt x="114" y="327"/>
                    </a:lnTo>
                    <a:lnTo>
                      <a:pt x="0" y="310"/>
                    </a:lnTo>
                    <a:lnTo>
                      <a:pt x="9" y="23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9"/>
              <p:cNvSpPr>
                <a:spLocks/>
              </p:cNvSpPr>
              <p:nvPr/>
            </p:nvSpPr>
            <p:spPr bwMode="auto">
              <a:xfrm>
                <a:off x="4153037" y="2567084"/>
                <a:ext cx="364924" cy="379682"/>
              </a:xfrm>
              <a:custGeom>
                <a:avLst/>
                <a:gdLst/>
                <a:ahLst/>
                <a:cxnLst>
                  <a:cxn ang="0">
                    <a:pos x="0" y="195"/>
                  </a:cxn>
                  <a:cxn ang="0">
                    <a:pos x="9" y="177"/>
                  </a:cxn>
                  <a:cxn ang="0">
                    <a:pos x="17" y="168"/>
                  </a:cxn>
                  <a:cxn ang="0">
                    <a:pos x="17" y="151"/>
                  </a:cxn>
                  <a:cxn ang="0">
                    <a:pos x="26" y="142"/>
                  </a:cxn>
                  <a:cxn ang="0">
                    <a:pos x="35" y="142"/>
                  </a:cxn>
                  <a:cxn ang="0">
                    <a:pos x="35" y="124"/>
                  </a:cxn>
                  <a:cxn ang="0">
                    <a:pos x="44" y="115"/>
                  </a:cxn>
                  <a:cxn ang="0">
                    <a:pos x="70" y="98"/>
                  </a:cxn>
                  <a:cxn ang="0">
                    <a:pos x="88" y="71"/>
                  </a:cxn>
                  <a:cxn ang="0">
                    <a:pos x="88" y="62"/>
                  </a:cxn>
                  <a:cxn ang="0">
                    <a:pos x="88" y="45"/>
                  </a:cxn>
                  <a:cxn ang="0">
                    <a:pos x="88" y="9"/>
                  </a:cxn>
                  <a:cxn ang="0">
                    <a:pos x="88" y="0"/>
                  </a:cxn>
                  <a:cxn ang="0">
                    <a:pos x="167" y="62"/>
                  </a:cxn>
                  <a:cxn ang="0">
                    <a:pos x="185" y="89"/>
                  </a:cxn>
                  <a:cxn ang="0">
                    <a:pos x="193" y="80"/>
                  </a:cxn>
                  <a:cxn ang="0">
                    <a:pos x="211" y="62"/>
                  </a:cxn>
                  <a:cxn ang="0">
                    <a:pos x="211" y="62"/>
                  </a:cxn>
                  <a:cxn ang="0">
                    <a:pos x="228" y="62"/>
                  </a:cxn>
                  <a:cxn ang="0">
                    <a:pos x="237" y="54"/>
                  </a:cxn>
                  <a:cxn ang="0">
                    <a:pos x="255" y="54"/>
                  </a:cxn>
                  <a:cxn ang="0">
                    <a:pos x="264" y="62"/>
                  </a:cxn>
                  <a:cxn ang="0">
                    <a:pos x="272" y="71"/>
                  </a:cxn>
                  <a:cxn ang="0">
                    <a:pos x="272" y="89"/>
                  </a:cxn>
                  <a:cxn ang="0">
                    <a:pos x="237" y="80"/>
                  </a:cxn>
                  <a:cxn ang="0">
                    <a:pos x="228" y="98"/>
                  </a:cxn>
                  <a:cxn ang="0">
                    <a:pos x="220" y="115"/>
                  </a:cxn>
                  <a:cxn ang="0">
                    <a:pos x="202" y="124"/>
                  </a:cxn>
                  <a:cxn ang="0">
                    <a:pos x="202" y="142"/>
                  </a:cxn>
                  <a:cxn ang="0">
                    <a:pos x="193" y="160"/>
                  </a:cxn>
                  <a:cxn ang="0">
                    <a:pos x="176" y="151"/>
                  </a:cxn>
                  <a:cxn ang="0">
                    <a:pos x="167" y="168"/>
                  </a:cxn>
                  <a:cxn ang="0">
                    <a:pos x="158" y="186"/>
                  </a:cxn>
                  <a:cxn ang="0">
                    <a:pos x="149" y="213"/>
                  </a:cxn>
                  <a:cxn ang="0">
                    <a:pos x="149" y="230"/>
                  </a:cxn>
                  <a:cxn ang="0">
                    <a:pos x="149" y="248"/>
                  </a:cxn>
                  <a:cxn ang="0">
                    <a:pos x="123" y="257"/>
                  </a:cxn>
                  <a:cxn ang="0">
                    <a:pos x="114" y="266"/>
                  </a:cxn>
                  <a:cxn ang="0">
                    <a:pos x="88" y="275"/>
                  </a:cxn>
                  <a:cxn ang="0">
                    <a:pos x="70" y="283"/>
                  </a:cxn>
                  <a:cxn ang="0">
                    <a:pos x="53" y="266"/>
                  </a:cxn>
                  <a:cxn ang="0">
                    <a:pos x="35" y="257"/>
                  </a:cxn>
                  <a:cxn ang="0">
                    <a:pos x="9" y="230"/>
                  </a:cxn>
                  <a:cxn ang="0">
                    <a:pos x="0" y="204"/>
                  </a:cxn>
                  <a:cxn ang="0">
                    <a:pos x="0" y="195"/>
                  </a:cxn>
                </a:cxnLst>
                <a:rect l="0" t="0" r="r" b="b"/>
                <a:pathLst>
                  <a:path w="272" h="283">
                    <a:moveTo>
                      <a:pt x="0" y="195"/>
                    </a:moveTo>
                    <a:lnTo>
                      <a:pt x="0" y="195"/>
                    </a:lnTo>
                    <a:lnTo>
                      <a:pt x="0" y="195"/>
                    </a:lnTo>
                    <a:lnTo>
                      <a:pt x="9" y="195"/>
                    </a:lnTo>
                    <a:lnTo>
                      <a:pt x="9" y="186"/>
                    </a:lnTo>
                    <a:lnTo>
                      <a:pt x="9" y="177"/>
                    </a:lnTo>
                    <a:lnTo>
                      <a:pt x="17" y="177"/>
                    </a:lnTo>
                    <a:lnTo>
                      <a:pt x="17" y="168"/>
                    </a:lnTo>
                    <a:lnTo>
                      <a:pt x="17" y="168"/>
                    </a:lnTo>
                    <a:lnTo>
                      <a:pt x="17" y="160"/>
                    </a:lnTo>
                    <a:lnTo>
                      <a:pt x="17" y="160"/>
                    </a:lnTo>
                    <a:lnTo>
                      <a:pt x="17" y="151"/>
                    </a:lnTo>
                    <a:lnTo>
                      <a:pt x="17" y="151"/>
                    </a:lnTo>
                    <a:lnTo>
                      <a:pt x="26" y="142"/>
                    </a:lnTo>
                    <a:lnTo>
                      <a:pt x="26" y="142"/>
                    </a:lnTo>
                    <a:lnTo>
                      <a:pt x="35" y="151"/>
                    </a:lnTo>
                    <a:lnTo>
                      <a:pt x="35" y="151"/>
                    </a:lnTo>
                    <a:lnTo>
                      <a:pt x="35" y="142"/>
                    </a:lnTo>
                    <a:lnTo>
                      <a:pt x="35" y="133"/>
                    </a:lnTo>
                    <a:lnTo>
                      <a:pt x="35" y="133"/>
                    </a:lnTo>
                    <a:lnTo>
                      <a:pt x="35" y="124"/>
                    </a:lnTo>
                    <a:lnTo>
                      <a:pt x="44" y="124"/>
                    </a:lnTo>
                    <a:lnTo>
                      <a:pt x="44" y="115"/>
                    </a:lnTo>
                    <a:lnTo>
                      <a:pt x="44" y="115"/>
                    </a:lnTo>
                    <a:lnTo>
                      <a:pt x="53" y="107"/>
                    </a:lnTo>
                    <a:lnTo>
                      <a:pt x="61" y="107"/>
                    </a:lnTo>
                    <a:lnTo>
                      <a:pt x="70" y="98"/>
                    </a:lnTo>
                    <a:lnTo>
                      <a:pt x="79" y="89"/>
                    </a:lnTo>
                    <a:lnTo>
                      <a:pt x="79" y="89"/>
                    </a:lnTo>
                    <a:lnTo>
                      <a:pt x="88" y="71"/>
                    </a:lnTo>
                    <a:lnTo>
                      <a:pt x="88" y="71"/>
                    </a:lnTo>
                    <a:lnTo>
                      <a:pt x="88" y="62"/>
                    </a:lnTo>
                    <a:lnTo>
                      <a:pt x="88" y="62"/>
                    </a:lnTo>
                    <a:lnTo>
                      <a:pt x="88" y="62"/>
                    </a:lnTo>
                    <a:lnTo>
                      <a:pt x="88" y="54"/>
                    </a:lnTo>
                    <a:lnTo>
                      <a:pt x="88" y="45"/>
                    </a:lnTo>
                    <a:lnTo>
                      <a:pt x="88" y="36"/>
                    </a:lnTo>
                    <a:lnTo>
                      <a:pt x="88" y="27"/>
                    </a:lnTo>
                    <a:lnTo>
                      <a:pt x="88" y="9"/>
                    </a:lnTo>
                    <a:lnTo>
                      <a:pt x="88" y="9"/>
                    </a:lnTo>
                    <a:lnTo>
                      <a:pt x="88" y="0"/>
                    </a:lnTo>
                    <a:lnTo>
                      <a:pt x="88" y="0"/>
                    </a:lnTo>
                    <a:lnTo>
                      <a:pt x="88" y="0"/>
                    </a:lnTo>
                    <a:lnTo>
                      <a:pt x="105" y="71"/>
                    </a:lnTo>
                    <a:lnTo>
                      <a:pt x="167" y="62"/>
                    </a:lnTo>
                    <a:lnTo>
                      <a:pt x="176" y="107"/>
                    </a:lnTo>
                    <a:lnTo>
                      <a:pt x="176" y="98"/>
                    </a:lnTo>
                    <a:lnTo>
                      <a:pt x="185" y="89"/>
                    </a:lnTo>
                    <a:lnTo>
                      <a:pt x="185" y="89"/>
                    </a:lnTo>
                    <a:lnTo>
                      <a:pt x="193" y="80"/>
                    </a:lnTo>
                    <a:lnTo>
                      <a:pt x="193" y="80"/>
                    </a:lnTo>
                    <a:lnTo>
                      <a:pt x="193" y="71"/>
                    </a:lnTo>
                    <a:lnTo>
                      <a:pt x="202" y="80"/>
                    </a:lnTo>
                    <a:lnTo>
                      <a:pt x="211" y="62"/>
                    </a:lnTo>
                    <a:lnTo>
                      <a:pt x="211" y="62"/>
                    </a:lnTo>
                    <a:lnTo>
                      <a:pt x="211" y="62"/>
                    </a:lnTo>
                    <a:lnTo>
                      <a:pt x="211" y="62"/>
                    </a:lnTo>
                    <a:lnTo>
                      <a:pt x="220" y="62"/>
                    </a:lnTo>
                    <a:lnTo>
                      <a:pt x="228" y="62"/>
                    </a:lnTo>
                    <a:lnTo>
                      <a:pt x="228" y="62"/>
                    </a:lnTo>
                    <a:lnTo>
                      <a:pt x="228" y="54"/>
                    </a:lnTo>
                    <a:lnTo>
                      <a:pt x="237" y="54"/>
                    </a:lnTo>
                    <a:lnTo>
                      <a:pt x="237" y="54"/>
                    </a:lnTo>
                    <a:lnTo>
                      <a:pt x="246" y="45"/>
                    </a:lnTo>
                    <a:lnTo>
                      <a:pt x="246" y="54"/>
                    </a:lnTo>
                    <a:lnTo>
                      <a:pt x="255" y="54"/>
                    </a:lnTo>
                    <a:lnTo>
                      <a:pt x="264" y="54"/>
                    </a:lnTo>
                    <a:lnTo>
                      <a:pt x="264" y="54"/>
                    </a:lnTo>
                    <a:lnTo>
                      <a:pt x="264" y="62"/>
                    </a:lnTo>
                    <a:lnTo>
                      <a:pt x="272" y="62"/>
                    </a:lnTo>
                    <a:lnTo>
                      <a:pt x="272" y="62"/>
                    </a:lnTo>
                    <a:lnTo>
                      <a:pt x="272" y="71"/>
                    </a:lnTo>
                    <a:lnTo>
                      <a:pt x="272" y="71"/>
                    </a:lnTo>
                    <a:lnTo>
                      <a:pt x="272" y="80"/>
                    </a:lnTo>
                    <a:lnTo>
                      <a:pt x="272" y="89"/>
                    </a:lnTo>
                    <a:lnTo>
                      <a:pt x="237" y="71"/>
                    </a:lnTo>
                    <a:lnTo>
                      <a:pt x="237" y="71"/>
                    </a:lnTo>
                    <a:lnTo>
                      <a:pt x="237" y="80"/>
                    </a:lnTo>
                    <a:lnTo>
                      <a:pt x="237" y="80"/>
                    </a:lnTo>
                    <a:lnTo>
                      <a:pt x="237" y="98"/>
                    </a:lnTo>
                    <a:lnTo>
                      <a:pt x="228" y="98"/>
                    </a:lnTo>
                    <a:lnTo>
                      <a:pt x="228" y="107"/>
                    </a:lnTo>
                    <a:lnTo>
                      <a:pt x="228" y="115"/>
                    </a:lnTo>
                    <a:lnTo>
                      <a:pt x="220" y="115"/>
                    </a:lnTo>
                    <a:lnTo>
                      <a:pt x="220" y="124"/>
                    </a:lnTo>
                    <a:lnTo>
                      <a:pt x="211" y="124"/>
                    </a:lnTo>
                    <a:lnTo>
                      <a:pt x="202" y="124"/>
                    </a:lnTo>
                    <a:lnTo>
                      <a:pt x="202" y="133"/>
                    </a:lnTo>
                    <a:lnTo>
                      <a:pt x="202" y="142"/>
                    </a:lnTo>
                    <a:lnTo>
                      <a:pt x="202" y="142"/>
                    </a:lnTo>
                    <a:lnTo>
                      <a:pt x="202" y="151"/>
                    </a:lnTo>
                    <a:lnTo>
                      <a:pt x="193" y="160"/>
                    </a:lnTo>
                    <a:lnTo>
                      <a:pt x="193" y="160"/>
                    </a:lnTo>
                    <a:lnTo>
                      <a:pt x="185" y="160"/>
                    </a:lnTo>
                    <a:lnTo>
                      <a:pt x="185" y="160"/>
                    </a:lnTo>
                    <a:lnTo>
                      <a:pt x="176" y="151"/>
                    </a:lnTo>
                    <a:lnTo>
                      <a:pt x="167" y="151"/>
                    </a:lnTo>
                    <a:lnTo>
                      <a:pt x="167" y="168"/>
                    </a:lnTo>
                    <a:lnTo>
                      <a:pt x="167" y="168"/>
                    </a:lnTo>
                    <a:lnTo>
                      <a:pt x="167" y="168"/>
                    </a:lnTo>
                    <a:lnTo>
                      <a:pt x="167" y="186"/>
                    </a:lnTo>
                    <a:lnTo>
                      <a:pt x="158" y="186"/>
                    </a:lnTo>
                    <a:lnTo>
                      <a:pt x="158" y="195"/>
                    </a:lnTo>
                    <a:lnTo>
                      <a:pt x="158" y="204"/>
                    </a:lnTo>
                    <a:lnTo>
                      <a:pt x="149" y="213"/>
                    </a:lnTo>
                    <a:lnTo>
                      <a:pt x="149" y="222"/>
                    </a:lnTo>
                    <a:lnTo>
                      <a:pt x="149" y="230"/>
                    </a:lnTo>
                    <a:lnTo>
                      <a:pt x="149" y="230"/>
                    </a:lnTo>
                    <a:lnTo>
                      <a:pt x="149" y="239"/>
                    </a:lnTo>
                    <a:lnTo>
                      <a:pt x="149" y="248"/>
                    </a:lnTo>
                    <a:lnTo>
                      <a:pt x="149" y="248"/>
                    </a:lnTo>
                    <a:lnTo>
                      <a:pt x="141" y="248"/>
                    </a:lnTo>
                    <a:lnTo>
                      <a:pt x="132" y="248"/>
                    </a:lnTo>
                    <a:lnTo>
                      <a:pt x="123" y="257"/>
                    </a:lnTo>
                    <a:lnTo>
                      <a:pt x="114" y="257"/>
                    </a:lnTo>
                    <a:lnTo>
                      <a:pt x="114" y="266"/>
                    </a:lnTo>
                    <a:lnTo>
                      <a:pt x="114" y="266"/>
                    </a:lnTo>
                    <a:lnTo>
                      <a:pt x="105" y="266"/>
                    </a:lnTo>
                    <a:lnTo>
                      <a:pt x="97" y="275"/>
                    </a:lnTo>
                    <a:lnTo>
                      <a:pt x="88" y="275"/>
                    </a:lnTo>
                    <a:lnTo>
                      <a:pt x="88" y="266"/>
                    </a:lnTo>
                    <a:lnTo>
                      <a:pt x="79" y="275"/>
                    </a:lnTo>
                    <a:lnTo>
                      <a:pt x="70" y="283"/>
                    </a:lnTo>
                    <a:lnTo>
                      <a:pt x="61" y="283"/>
                    </a:lnTo>
                    <a:lnTo>
                      <a:pt x="53" y="275"/>
                    </a:lnTo>
                    <a:lnTo>
                      <a:pt x="53" y="266"/>
                    </a:lnTo>
                    <a:lnTo>
                      <a:pt x="44" y="266"/>
                    </a:lnTo>
                    <a:lnTo>
                      <a:pt x="44" y="257"/>
                    </a:lnTo>
                    <a:lnTo>
                      <a:pt x="35" y="257"/>
                    </a:lnTo>
                    <a:lnTo>
                      <a:pt x="26" y="248"/>
                    </a:lnTo>
                    <a:lnTo>
                      <a:pt x="17" y="239"/>
                    </a:lnTo>
                    <a:lnTo>
                      <a:pt x="9" y="230"/>
                    </a:lnTo>
                    <a:lnTo>
                      <a:pt x="9" y="230"/>
                    </a:lnTo>
                    <a:lnTo>
                      <a:pt x="0" y="213"/>
                    </a:lnTo>
                    <a:lnTo>
                      <a:pt x="0" y="204"/>
                    </a:lnTo>
                    <a:lnTo>
                      <a:pt x="0" y="204"/>
                    </a:lnTo>
                    <a:lnTo>
                      <a:pt x="0" y="195"/>
                    </a:lnTo>
                    <a:lnTo>
                      <a:pt x="0" y="195"/>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10"/>
              <p:cNvSpPr>
                <a:spLocks/>
              </p:cNvSpPr>
              <p:nvPr/>
            </p:nvSpPr>
            <p:spPr bwMode="auto">
              <a:xfrm>
                <a:off x="4153037" y="2567084"/>
                <a:ext cx="364924" cy="379682"/>
              </a:xfrm>
              <a:custGeom>
                <a:avLst/>
                <a:gdLst/>
                <a:ahLst/>
                <a:cxnLst>
                  <a:cxn ang="0">
                    <a:pos x="0" y="195"/>
                  </a:cxn>
                  <a:cxn ang="0">
                    <a:pos x="9" y="177"/>
                  </a:cxn>
                  <a:cxn ang="0">
                    <a:pos x="17" y="168"/>
                  </a:cxn>
                  <a:cxn ang="0">
                    <a:pos x="17" y="151"/>
                  </a:cxn>
                  <a:cxn ang="0">
                    <a:pos x="26" y="142"/>
                  </a:cxn>
                  <a:cxn ang="0">
                    <a:pos x="35" y="142"/>
                  </a:cxn>
                  <a:cxn ang="0">
                    <a:pos x="35" y="124"/>
                  </a:cxn>
                  <a:cxn ang="0">
                    <a:pos x="44" y="115"/>
                  </a:cxn>
                  <a:cxn ang="0">
                    <a:pos x="70" y="98"/>
                  </a:cxn>
                  <a:cxn ang="0">
                    <a:pos x="88" y="71"/>
                  </a:cxn>
                  <a:cxn ang="0">
                    <a:pos x="88" y="62"/>
                  </a:cxn>
                  <a:cxn ang="0">
                    <a:pos x="88" y="45"/>
                  </a:cxn>
                  <a:cxn ang="0">
                    <a:pos x="88" y="9"/>
                  </a:cxn>
                  <a:cxn ang="0">
                    <a:pos x="88" y="0"/>
                  </a:cxn>
                  <a:cxn ang="0">
                    <a:pos x="167" y="62"/>
                  </a:cxn>
                  <a:cxn ang="0">
                    <a:pos x="185" y="89"/>
                  </a:cxn>
                  <a:cxn ang="0">
                    <a:pos x="193" y="80"/>
                  </a:cxn>
                  <a:cxn ang="0">
                    <a:pos x="211" y="62"/>
                  </a:cxn>
                  <a:cxn ang="0">
                    <a:pos x="211" y="62"/>
                  </a:cxn>
                  <a:cxn ang="0">
                    <a:pos x="228" y="62"/>
                  </a:cxn>
                  <a:cxn ang="0">
                    <a:pos x="237" y="54"/>
                  </a:cxn>
                  <a:cxn ang="0">
                    <a:pos x="255" y="54"/>
                  </a:cxn>
                  <a:cxn ang="0">
                    <a:pos x="264" y="62"/>
                  </a:cxn>
                  <a:cxn ang="0">
                    <a:pos x="272" y="71"/>
                  </a:cxn>
                  <a:cxn ang="0">
                    <a:pos x="272" y="89"/>
                  </a:cxn>
                  <a:cxn ang="0">
                    <a:pos x="237" y="80"/>
                  </a:cxn>
                  <a:cxn ang="0">
                    <a:pos x="228" y="98"/>
                  </a:cxn>
                  <a:cxn ang="0">
                    <a:pos x="220" y="115"/>
                  </a:cxn>
                  <a:cxn ang="0">
                    <a:pos x="202" y="124"/>
                  </a:cxn>
                  <a:cxn ang="0">
                    <a:pos x="202" y="142"/>
                  </a:cxn>
                  <a:cxn ang="0">
                    <a:pos x="193" y="160"/>
                  </a:cxn>
                  <a:cxn ang="0">
                    <a:pos x="176" y="151"/>
                  </a:cxn>
                  <a:cxn ang="0">
                    <a:pos x="167" y="168"/>
                  </a:cxn>
                  <a:cxn ang="0">
                    <a:pos x="158" y="186"/>
                  </a:cxn>
                  <a:cxn ang="0">
                    <a:pos x="149" y="213"/>
                  </a:cxn>
                  <a:cxn ang="0">
                    <a:pos x="149" y="230"/>
                  </a:cxn>
                  <a:cxn ang="0">
                    <a:pos x="149" y="248"/>
                  </a:cxn>
                  <a:cxn ang="0">
                    <a:pos x="123" y="257"/>
                  </a:cxn>
                  <a:cxn ang="0">
                    <a:pos x="114" y="266"/>
                  </a:cxn>
                  <a:cxn ang="0">
                    <a:pos x="88" y="275"/>
                  </a:cxn>
                  <a:cxn ang="0">
                    <a:pos x="70" y="283"/>
                  </a:cxn>
                  <a:cxn ang="0">
                    <a:pos x="53" y="266"/>
                  </a:cxn>
                  <a:cxn ang="0">
                    <a:pos x="35" y="257"/>
                  </a:cxn>
                  <a:cxn ang="0">
                    <a:pos x="9" y="230"/>
                  </a:cxn>
                  <a:cxn ang="0">
                    <a:pos x="0" y="204"/>
                  </a:cxn>
                  <a:cxn ang="0">
                    <a:pos x="0" y="195"/>
                  </a:cxn>
                </a:cxnLst>
                <a:rect l="0" t="0" r="r" b="b"/>
                <a:pathLst>
                  <a:path w="272" h="283">
                    <a:moveTo>
                      <a:pt x="0" y="195"/>
                    </a:moveTo>
                    <a:lnTo>
                      <a:pt x="0" y="195"/>
                    </a:lnTo>
                    <a:lnTo>
                      <a:pt x="0" y="195"/>
                    </a:lnTo>
                    <a:lnTo>
                      <a:pt x="9" y="195"/>
                    </a:lnTo>
                    <a:lnTo>
                      <a:pt x="9" y="186"/>
                    </a:lnTo>
                    <a:lnTo>
                      <a:pt x="9" y="177"/>
                    </a:lnTo>
                    <a:lnTo>
                      <a:pt x="17" y="177"/>
                    </a:lnTo>
                    <a:lnTo>
                      <a:pt x="17" y="168"/>
                    </a:lnTo>
                    <a:lnTo>
                      <a:pt x="17" y="168"/>
                    </a:lnTo>
                    <a:lnTo>
                      <a:pt x="17" y="160"/>
                    </a:lnTo>
                    <a:lnTo>
                      <a:pt x="17" y="160"/>
                    </a:lnTo>
                    <a:lnTo>
                      <a:pt x="17" y="151"/>
                    </a:lnTo>
                    <a:lnTo>
                      <a:pt x="17" y="151"/>
                    </a:lnTo>
                    <a:lnTo>
                      <a:pt x="26" y="142"/>
                    </a:lnTo>
                    <a:lnTo>
                      <a:pt x="26" y="142"/>
                    </a:lnTo>
                    <a:lnTo>
                      <a:pt x="35" y="151"/>
                    </a:lnTo>
                    <a:lnTo>
                      <a:pt x="35" y="151"/>
                    </a:lnTo>
                    <a:lnTo>
                      <a:pt x="35" y="142"/>
                    </a:lnTo>
                    <a:lnTo>
                      <a:pt x="35" y="133"/>
                    </a:lnTo>
                    <a:lnTo>
                      <a:pt x="35" y="133"/>
                    </a:lnTo>
                    <a:lnTo>
                      <a:pt x="35" y="124"/>
                    </a:lnTo>
                    <a:lnTo>
                      <a:pt x="44" y="124"/>
                    </a:lnTo>
                    <a:lnTo>
                      <a:pt x="44" y="115"/>
                    </a:lnTo>
                    <a:lnTo>
                      <a:pt x="44" y="115"/>
                    </a:lnTo>
                    <a:lnTo>
                      <a:pt x="53" y="107"/>
                    </a:lnTo>
                    <a:lnTo>
                      <a:pt x="61" y="107"/>
                    </a:lnTo>
                    <a:lnTo>
                      <a:pt x="70" y="98"/>
                    </a:lnTo>
                    <a:lnTo>
                      <a:pt x="79" y="89"/>
                    </a:lnTo>
                    <a:lnTo>
                      <a:pt x="79" y="89"/>
                    </a:lnTo>
                    <a:lnTo>
                      <a:pt x="88" y="71"/>
                    </a:lnTo>
                    <a:lnTo>
                      <a:pt x="88" y="71"/>
                    </a:lnTo>
                    <a:lnTo>
                      <a:pt x="88" y="62"/>
                    </a:lnTo>
                    <a:lnTo>
                      <a:pt x="88" y="62"/>
                    </a:lnTo>
                    <a:lnTo>
                      <a:pt x="88" y="62"/>
                    </a:lnTo>
                    <a:lnTo>
                      <a:pt x="88" y="54"/>
                    </a:lnTo>
                    <a:lnTo>
                      <a:pt x="88" y="45"/>
                    </a:lnTo>
                    <a:lnTo>
                      <a:pt x="88" y="36"/>
                    </a:lnTo>
                    <a:lnTo>
                      <a:pt x="88" y="27"/>
                    </a:lnTo>
                    <a:lnTo>
                      <a:pt x="88" y="9"/>
                    </a:lnTo>
                    <a:lnTo>
                      <a:pt x="88" y="9"/>
                    </a:lnTo>
                    <a:lnTo>
                      <a:pt x="88" y="0"/>
                    </a:lnTo>
                    <a:lnTo>
                      <a:pt x="88" y="0"/>
                    </a:lnTo>
                    <a:lnTo>
                      <a:pt x="88" y="0"/>
                    </a:lnTo>
                    <a:lnTo>
                      <a:pt x="105" y="71"/>
                    </a:lnTo>
                    <a:lnTo>
                      <a:pt x="167" y="62"/>
                    </a:lnTo>
                    <a:lnTo>
                      <a:pt x="176" y="107"/>
                    </a:lnTo>
                    <a:lnTo>
                      <a:pt x="176" y="98"/>
                    </a:lnTo>
                    <a:lnTo>
                      <a:pt x="185" y="89"/>
                    </a:lnTo>
                    <a:lnTo>
                      <a:pt x="185" y="89"/>
                    </a:lnTo>
                    <a:lnTo>
                      <a:pt x="193" y="80"/>
                    </a:lnTo>
                    <a:lnTo>
                      <a:pt x="193" y="80"/>
                    </a:lnTo>
                    <a:lnTo>
                      <a:pt x="193" y="71"/>
                    </a:lnTo>
                    <a:lnTo>
                      <a:pt x="202" y="80"/>
                    </a:lnTo>
                    <a:lnTo>
                      <a:pt x="211" y="62"/>
                    </a:lnTo>
                    <a:lnTo>
                      <a:pt x="211" y="62"/>
                    </a:lnTo>
                    <a:lnTo>
                      <a:pt x="211" y="62"/>
                    </a:lnTo>
                    <a:lnTo>
                      <a:pt x="211" y="62"/>
                    </a:lnTo>
                    <a:lnTo>
                      <a:pt x="220" y="62"/>
                    </a:lnTo>
                    <a:lnTo>
                      <a:pt x="228" y="62"/>
                    </a:lnTo>
                    <a:lnTo>
                      <a:pt x="228" y="62"/>
                    </a:lnTo>
                    <a:lnTo>
                      <a:pt x="228" y="54"/>
                    </a:lnTo>
                    <a:lnTo>
                      <a:pt x="237" y="54"/>
                    </a:lnTo>
                    <a:lnTo>
                      <a:pt x="237" y="54"/>
                    </a:lnTo>
                    <a:lnTo>
                      <a:pt x="246" y="45"/>
                    </a:lnTo>
                    <a:lnTo>
                      <a:pt x="246" y="54"/>
                    </a:lnTo>
                    <a:lnTo>
                      <a:pt x="255" y="54"/>
                    </a:lnTo>
                    <a:lnTo>
                      <a:pt x="264" y="54"/>
                    </a:lnTo>
                    <a:lnTo>
                      <a:pt x="264" y="54"/>
                    </a:lnTo>
                    <a:lnTo>
                      <a:pt x="264" y="62"/>
                    </a:lnTo>
                    <a:lnTo>
                      <a:pt x="272" y="62"/>
                    </a:lnTo>
                    <a:lnTo>
                      <a:pt x="272" y="62"/>
                    </a:lnTo>
                    <a:lnTo>
                      <a:pt x="272" y="71"/>
                    </a:lnTo>
                    <a:lnTo>
                      <a:pt x="272" y="71"/>
                    </a:lnTo>
                    <a:lnTo>
                      <a:pt x="272" y="80"/>
                    </a:lnTo>
                    <a:lnTo>
                      <a:pt x="272" y="89"/>
                    </a:lnTo>
                    <a:lnTo>
                      <a:pt x="237" y="71"/>
                    </a:lnTo>
                    <a:lnTo>
                      <a:pt x="237" y="71"/>
                    </a:lnTo>
                    <a:lnTo>
                      <a:pt x="237" y="80"/>
                    </a:lnTo>
                    <a:lnTo>
                      <a:pt x="237" y="80"/>
                    </a:lnTo>
                    <a:lnTo>
                      <a:pt x="237" y="98"/>
                    </a:lnTo>
                    <a:lnTo>
                      <a:pt x="228" y="98"/>
                    </a:lnTo>
                    <a:lnTo>
                      <a:pt x="228" y="107"/>
                    </a:lnTo>
                    <a:lnTo>
                      <a:pt x="228" y="115"/>
                    </a:lnTo>
                    <a:lnTo>
                      <a:pt x="220" y="115"/>
                    </a:lnTo>
                    <a:lnTo>
                      <a:pt x="220" y="124"/>
                    </a:lnTo>
                    <a:lnTo>
                      <a:pt x="211" y="124"/>
                    </a:lnTo>
                    <a:lnTo>
                      <a:pt x="202" y="124"/>
                    </a:lnTo>
                    <a:lnTo>
                      <a:pt x="202" y="133"/>
                    </a:lnTo>
                    <a:lnTo>
                      <a:pt x="202" y="142"/>
                    </a:lnTo>
                    <a:lnTo>
                      <a:pt x="202" y="142"/>
                    </a:lnTo>
                    <a:lnTo>
                      <a:pt x="202" y="151"/>
                    </a:lnTo>
                    <a:lnTo>
                      <a:pt x="193" y="160"/>
                    </a:lnTo>
                    <a:lnTo>
                      <a:pt x="193" y="160"/>
                    </a:lnTo>
                    <a:lnTo>
                      <a:pt x="185" y="160"/>
                    </a:lnTo>
                    <a:lnTo>
                      <a:pt x="185" y="160"/>
                    </a:lnTo>
                    <a:lnTo>
                      <a:pt x="176" y="151"/>
                    </a:lnTo>
                    <a:lnTo>
                      <a:pt x="167" y="151"/>
                    </a:lnTo>
                    <a:lnTo>
                      <a:pt x="167" y="168"/>
                    </a:lnTo>
                    <a:lnTo>
                      <a:pt x="167" y="168"/>
                    </a:lnTo>
                    <a:lnTo>
                      <a:pt x="167" y="168"/>
                    </a:lnTo>
                    <a:lnTo>
                      <a:pt x="167" y="186"/>
                    </a:lnTo>
                    <a:lnTo>
                      <a:pt x="158" y="186"/>
                    </a:lnTo>
                    <a:lnTo>
                      <a:pt x="158" y="195"/>
                    </a:lnTo>
                    <a:lnTo>
                      <a:pt x="158" y="204"/>
                    </a:lnTo>
                    <a:lnTo>
                      <a:pt x="149" y="213"/>
                    </a:lnTo>
                    <a:lnTo>
                      <a:pt x="149" y="222"/>
                    </a:lnTo>
                    <a:lnTo>
                      <a:pt x="149" y="230"/>
                    </a:lnTo>
                    <a:lnTo>
                      <a:pt x="149" y="230"/>
                    </a:lnTo>
                    <a:lnTo>
                      <a:pt x="149" y="239"/>
                    </a:lnTo>
                    <a:lnTo>
                      <a:pt x="149" y="248"/>
                    </a:lnTo>
                    <a:lnTo>
                      <a:pt x="149" y="248"/>
                    </a:lnTo>
                    <a:lnTo>
                      <a:pt x="141" y="248"/>
                    </a:lnTo>
                    <a:lnTo>
                      <a:pt x="132" y="248"/>
                    </a:lnTo>
                    <a:lnTo>
                      <a:pt x="123" y="257"/>
                    </a:lnTo>
                    <a:lnTo>
                      <a:pt x="114" y="257"/>
                    </a:lnTo>
                    <a:lnTo>
                      <a:pt x="114" y="266"/>
                    </a:lnTo>
                    <a:lnTo>
                      <a:pt x="114" y="266"/>
                    </a:lnTo>
                    <a:lnTo>
                      <a:pt x="105" y="266"/>
                    </a:lnTo>
                    <a:lnTo>
                      <a:pt x="97" y="275"/>
                    </a:lnTo>
                    <a:lnTo>
                      <a:pt x="88" y="275"/>
                    </a:lnTo>
                    <a:lnTo>
                      <a:pt x="88" y="266"/>
                    </a:lnTo>
                    <a:lnTo>
                      <a:pt x="79" y="275"/>
                    </a:lnTo>
                    <a:lnTo>
                      <a:pt x="70" y="283"/>
                    </a:lnTo>
                    <a:lnTo>
                      <a:pt x="61" y="283"/>
                    </a:lnTo>
                    <a:lnTo>
                      <a:pt x="53" y="275"/>
                    </a:lnTo>
                    <a:lnTo>
                      <a:pt x="53" y="266"/>
                    </a:lnTo>
                    <a:lnTo>
                      <a:pt x="44" y="266"/>
                    </a:lnTo>
                    <a:lnTo>
                      <a:pt x="44" y="257"/>
                    </a:lnTo>
                    <a:lnTo>
                      <a:pt x="35" y="257"/>
                    </a:lnTo>
                    <a:lnTo>
                      <a:pt x="26" y="248"/>
                    </a:lnTo>
                    <a:lnTo>
                      <a:pt x="17" y="239"/>
                    </a:lnTo>
                    <a:lnTo>
                      <a:pt x="9" y="230"/>
                    </a:lnTo>
                    <a:lnTo>
                      <a:pt x="9" y="230"/>
                    </a:lnTo>
                    <a:lnTo>
                      <a:pt x="0" y="213"/>
                    </a:lnTo>
                    <a:lnTo>
                      <a:pt x="0" y="204"/>
                    </a:lnTo>
                    <a:lnTo>
                      <a:pt x="0" y="204"/>
                    </a:lnTo>
                    <a:lnTo>
                      <a:pt x="0" y="195"/>
                    </a:lnTo>
                    <a:lnTo>
                      <a:pt x="0" y="195"/>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19"/>
              <p:cNvSpPr>
                <a:spLocks/>
              </p:cNvSpPr>
              <p:nvPr/>
            </p:nvSpPr>
            <p:spPr bwMode="auto">
              <a:xfrm>
                <a:off x="4081930" y="2662340"/>
                <a:ext cx="649350" cy="367607"/>
              </a:xfrm>
              <a:custGeom>
                <a:avLst/>
                <a:gdLst/>
                <a:ahLst/>
                <a:cxnLst>
                  <a:cxn ang="0">
                    <a:pos x="26" y="265"/>
                  </a:cxn>
                  <a:cxn ang="0">
                    <a:pos x="44" y="248"/>
                  </a:cxn>
                  <a:cxn ang="0">
                    <a:pos x="62" y="230"/>
                  </a:cxn>
                  <a:cxn ang="0">
                    <a:pos x="97" y="195"/>
                  </a:cxn>
                  <a:cxn ang="0">
                    <a:pos x="123" y="212"/>
                  </a:cxn>
                  <a:cxn ang="0">
                    <a:pos x="150" y="204"/>
                  </a:cxn>
                  <a:cxn ang="0">
                    <a:pos x="167" y="186"/>
                  </a:cxn>
                  <a:cxn ang="0">
                    <a:pos x="202" y="177"/>
                  </a:cxn>
                  <a:cxn ang="0">
                    <a:pos x="202" y="159"/>
                  </a:cxn>
                  <a:cxn ang="0">
                    <a:pos x="211" y="124"/>
                  </a:cxn>
                  <a:cxn ang="0">
                    <a:pos x="220" y="97"/>
                  </a:cxn>
                  <a:cxn ang="0">
                    <a:pos x="238" y="89"/>
                  </a:cxn>
                  <a:cxn ang="0">
                    <a:pos x="255" y="80"/>
                  </a:cxn>
                  <a:cxn ang="0">
                    <a:pos x="255" y="53"/>
                  </a:cxn>
                  <a:cxn ang="0">
                    <a:pos x="281" y="44"/>
                  </a:cxn>
                  <a:cxn ang="0">
                    <a:pos x="290" y="9"/>
                  </a:cxn>
                  <a:cxn ang="0">
                    <a:pos x="325" y="18"/>
                  </a:cxn>
                  <a:cxn ang="0">
                    <a:pos x="343" y="0"/>
                  </a:cxn>
                  <a:cxn ang="0">
                    <a:pos x="352" y="18"/>
                  </a:cxn>
                  <a:cxn ang="0">
                    <a:pos x="378" y="27"/>
                  </a:cxn>
                  <a:cxn ang="0">
                    <a:pos x="369" y="44"/>
                  </a:cxn>
                  <a:cxn ang="0">
                    <a:pos x="369" y="44"/>
                  </a:cxn>
                  <a:cxn ang="0">
                    <a:pos x="369" y="71"/>
                  </a:cxn>
                  <a:cxn ang="0">
                    <a:pos x="387" y="71"/>
                  </a:cxn>
                  <a:cxn ang="0">
                    <a:pos x="405" y="80"/>
                  </a:cxn>
                  <a:cxn ang="0">
                    <a:pos x="422" y="89"/>
                  </a:cxn>
                  <a:cxn ang="0">
                    <a:pos x="431" y="89"/>
                  </a:cxn>
                  <a:cxn ang="0">
                    <a:pos x="440" y="106"/>
                  </a:cxn>
                  <a:cxn ang="0">
                    <a:pos x="431" y="115"/>
                  </a:cxn>
                  <a:cxn ang="0">
                    <a:pos x="405" y="97"/>
                  </a:cxn>
                  <a:cxn ang="0">
                    <a:pos x="387" y="89"/>
                  </a:cxn>
                  <a:cxn ang="0">
                    <a:pos x="396" y="97"/>
                  </a:cxn>
                  <a:cxn ang="0">
                    <a:pos x="422" y="115"/>
                  </a:cxn>
                  <a:cxn ang="0">
                    <a:pos x="440" y="124"/>
                  </a:cxn>
                  <a:cxn ang="0">
                    <a:pos x="449" y="133"/>
                  </a:cxn>
                  <a:cxn ang="0">
                    <a:pos x="440" y="133"/>
                  </a:cxn>
                  <a:cxn ang="0">
                    <a:pos x="422" y="133"/>
                  </a:cxn>
                  <a:cxn ang="0">
                    <a:pos x="440" y="151"/>
                  </a:cxn>
                  <a:cxn ang="0">
                    <a:pos x="449" y="159"/>
                  </a:cxn>
                  <a:cxn ang="0">
                    <a:pos x="440" y="159"/>
                  </a:cxn>
                  <a:cxn ang="0">
                    <a:pos x="422" y="159"/>
                  </a:cxn>
                  <a:cxn ang="0">
                    <a:pos x="405" y="151"/>
                  </a:cxn>
                  <a:cxn ang="0">
                    <a:pos x="387" y="151"/>
                  </a:cxn>
                  <a:cxn ang="0">
                    <a:pos x="422" y="159"/>
                  </a:cxn>
                  <a:cxn ang="0">
                    <a:pos x="431" y="168"/>
                  </a:cxn>
                  <a:cxn ang="0">
                    <a:pos x="449" y="177"/>
                  </a:cxn>
                  <a:cxn ang="0">
                    <a:pos x="457" y="168"/>
                  </a:cxn>
                  <a:cxn ang="0">
                    <a:pos x="484" y="195"/>
                  </a:cxn>
                  <a:cxn ang="0">
                    <a:pos x="475" y="195"/>
                  </a:cxn>
                  <a:cxn ang="0">
                    <a:pos x="475" y="195"/>
                  </a:cxn>
                  <a:cxn ang="0">
                    <a:pos x="158" y="257"/>
                  </a:cxn>
                  <a:cxn ang="0">
                    <a:pos x="106" y="265"/>
                  </a:cxn>
                  <a:cxn ang="0">
                    <a:pos x="0" y="274"/>
                  </a:cxn>
                </a:cxnLst>
                <a:rect l="0" t="0" r="r" b="b"/>
                <a:pathLst>
                  <a:path w="484" h="274">
                    <a:moveTo>
                      <a:pt x="0" y="274"/>
                    </a:moveTo>
                    <a:lnTo>
                      <a:pt x="18" y="274"/>
                    </a:lnTo>
                    <a:lnTo>
                      <a:pt x="18" y="265"/>
                    </a:lnTo>
                    <a:lnTo>
                      <a:pt x="26" y="265"/>
                    </a:lnTo>
                    <a:lnTo>
                      <a:pt x="35" y="257"/>
                    </a:lnTo>
                    <a:lnTo>
                      <a:pt x="35" y="257"/>
                    </a:lnTo>
                    <a:lnTo>
                      <a:pt x="44" y="248"/>
                    </a:lnTo>
                    <a:lnTo>
                      <a:pt x="44" y="248"/>
                    </a:lnTo>
                    <a:lnTo>
                      <a:pt x="53" y="248"/>
                    </a:lnTo>
                    <a:lnTo>
                      <a:pt x="53" y="239"/>
                    </a:lnTo>
                    <a:lnTo>
                      <a:pt x="62" y="239"/>
                    </a:lnTo>
                    <a:lnTo>
                      <a:pt x="62" y="230"/>
                    </a:lnTo>
                    <a:lnTo>
                      <a:pt x="62" y="221"/>
                    </a:lnTo>
                    <a:lnTo>
                      <a:pt x="79" y="212"/>
                    </a:lnTo>
                    <a:lnTo>
                      <a:pt x="97" y="186"/>
                    </a:lnTo>
                    <a:lnTo>
                      <a:pt x="97" y="195"/>
                    </a:lnTo>
                    <a:lnTo>
                      <a:pt x="106" y="195"/>
                    </a:lnTo>
                    <a:lnTo>
                      <a:pt x="106" y="204"/>
                    </a:lnTo>
                    <a:lnTo>
                      <a:pt x="114" y="212"/>
                    </a:lnTo>
                    <a:lnTo>
                      <a:pt x="123" y="212"/>
                    </a:lnTo>
                    <a:lnTo>
                      <a:pt x="132" y="204"/>
                    </a:lnTo>
                    <a:lnTo>
                      <a:pt x="141" y="195"/>
                    </a:lnTo>
                    <a:lnTo>
                      <a:pt x="141" y="204"/>
                    </a:lnTo>
                    <a:lnTo>
                      <a:pt x="150" y="204"/>
                    </a:lnTo>
                    <a:lnTo>
                      <a:pt x="158" y="195"/>
                    </a:lnTo>
                    <a:lnTo>
                      <a:pt x="167" y="195"/>
                    </a:lnTo>
                    <a:lnTo>
                      <a:pt x="167" y="195"/>
                    </a:lnTo>
                    <a:lnTo>
                      <a:pt x="167" y="186"/>
                    </a:lnTo>
                    <a:lnTo>
                      <a:pt x="176" y="186"/>
                    </a:lnTo>
                    <a:lnTo>
                      <a:pt x="185" y="177"/>
                    </a:lnTo>
                    <a:lnTo>
                      <a:pt x="194" y="177"/>
                    </a:lnTo>
                    <a:lnTo>
                      <a:pt x="202" y="177"/>
                    </a:lnTo>
                    <a:lnTo>
                      <a:pt x="202" y="177"/>
                    </a:lnTo>
                    <a:lnTo>
                      <a:pt x="202" y="168"/>
                    </a:lnTo>
                    <a:lnTo>
                      <a:pt x="202" y="159"/>
                    </a:lnTo>
                    <a:lnTo>
                      <a:pt x="202" y="159"/>
                    </a:lnTo>
                    <a:lnTo>
                      <a:pt x="202" y="151"/>
                    </a:lnTo>
                    <a:lnTo>
                      <a:pt x="202" y="142"/>
                    </a:lnTo>
                    <a:lnTo>
                      <a:pt x="211" y="133"/>
                    </a:lnTo>
                    <a:lnTo>
                      <a:pt x="211" y="124"/>
                    </a:lnTo>
                    <a:lnTo>
                      <a:pt x="211" y="115"/>
                    </a:lnTo>
                    <a:lnTo>
                      <a:pt x="220" y="115"/>
                    </a:lnTo>
                    <a:lnTo>
                      <a:pt x="220" y="97"/>
                    </a:lnTo>
                    <a:lnTo>
                      <a:pt x="220" y="97"/>
                    </a:lnTo>
                    <a:lnTo>
                      <a:pt x="220" y="97"/>
                    </a:lnTo>
                    <a:lnTo>
                      <a:pt x="220" y="80"/>
                    </a:lnTo>
                    <a:lnTo>
                      <a:pt x="229" y="80"/>
                    </a:lnTo>
                    <a:lnTo>
                      <a:pt x="238" y="89"/>
                    </a:lnTo>
                    <a:lnTo>
                      <a:pt x="238" y="89"/>
                    </a:lnTo>
                    <a:lnTo>
                      <a:pt x="246" y="89"/>
                    </a:lnTo>
                    <a:lnTo>
                      <a:pt x="246" y="89"/>
                    </a:lnTo>
                    <a:lnTo>
                      <a:pt x="255" y="80"/>
                    </a:lnTo>
                    <a:lnTo>
                      <a:pt x="255" y="71"/>
                    </a:lnTo>
                    <a:lnTo>
                      <a:pt x="255" y="71"/>
                    </a:lnTo>
                    <a:lnTo>
                      <a:pt x="255" y="62"/>
                    </a:lnTo>
                    <a:lnTo>
                      <a:pt x="255" y="53"/>
                    </a:lnTo>
                    <a:lnTo>
                      <a:pt x="264" y="53"/>
                    </a:lnTo>
                    <a:lnTo>
                      <a:pt x="273" y="53"/>
                    </a:lnTo>
                    <a:lnTo>
                      <a:pt x="273" y="44"/>
                    </a:lnTo>
                    <a:lnTo>
                      <a:pt x="281" y="44"/>
                    </a:lnTo>
                    <a:lnTo>
                      <a:pt x="281" y="36"/>
                    </a:lnTo>
                    <a:lnTo>
                      <a:pt x="281" y="27"/>
                    </a:lnTo>
                    <a:lnTo>
                      <a:pt x="290" y="27"/>
                    </a:lnTo>
                    <a:lnTo>
                      <a:pt x="290" y="9"/>
                    </a:lnTo>
                    <a:lnTo>
                      <a:pt x="290" y="9"/>
                    </a:lnTo>
                    <a:lnTo>
                      <a:pt x="290" y="0"/>
                    </a:lnTo>
                    <a:lnTo>
                      <a:pt x="290" y="0"/>
                    </a:lnTo>
                    <a:lnTo>
                      <a:pt x="325" y="18"/>
                    </a:lnTo>
                    <a:lnTo>
                      <a:pt x="325" y="9"/>
                    </a:lnTo>
                    <a:lnTo>
                      <a:pt x="325" y="0"/>
                    </a:lnTo>
                    <a:lnTo>
                      <a:pt x="334" y="0"/>
                    </a:lnTo>
                    <a:lnTo>
                      <a:pt x="343" y="0"/>
                    </a:lnTo>
                    <a:lnTo>
                      <a:pt x="343" y="9"/>
                    </a:lnTo>
                    <a:lnTo>
                      <a:pt x="343" y="18"/>
                    </a:lnTo>
                    <a:lnTo>
                      <a:pt x="352" y="18"/>
                    </a:lnTo>
                    <a:lnTo>
                      <a:pt x="352" y="18"/>
                    </a:lnTo>
                    <a:lnTo>
                      <a:pt x="361" y="18"/>
                    </a:lnTo>
                    <a:lnTo>
                      <a:pt x="369" y="27"/>
                    </a:lnTo>
                    <a:lnTo>
                      <a:pt x="369" y="27"/>
                    </a:lnTo>
                    <a:lnTo>
                      <a:pt x="378" y="27"/>
                    </a:lnTo>
                    <a:lnTo>
                      <a:pt x="378" y="36"/>
                    </a:lnTo>
                    <a:lnTo>
                      <a:pt x="378" y="36"/>
                    </a:lnTo>
                    <a:lnTo>
                      <a:pt x="378" y="36"/>
                    </a:lnTo>
                    <a:lnTo>
                      <a:pt x="369" y="44"/>
                    </a:lnTo>
                    <a:lnTo>
                      <a:pt x="378" y="44"/>
                    </a:lnTo>
                    <a:lnTo>
                      <a:pt x="369" y="53"/>
                    </a:lnTo>
                    <a:lnTo>
                      <a:pt x="369" y="53"/>
                    </a:lnTo>
                    <a:lnTo>
                      <a:pt x="369" y="44"/>
                    </a:lnTo>
                    <a:lnTo>
                      <a:pt x="369" y="62"/>
                    </a:lnTo>
                    <a:lnTo>
                      <a:pt x="369" y="71"/>
                    </a:lnTo>
                    <a:lnTo>
                      <a:pt x="369" y="71"/>
                    </a:lnTo>
                    <a:lnTo>
                      <a:pt x="369" y="71"/>
                    </a:lnTo>
                    <a:lnTo>
                      <a:pt x="369" y="71"/>
                    </a:lnTo>
                    <a:lnTo>
                      <a:pt x="378" y="71"/>
                    </a:lnTo>
                    <a:lnTo>
                      <a:pt x="378" y="71"/>
                    </a:lnTo>
                    <a:lnTo>
                      <a:pt x="387" y="71"/>
                    </a:lnTo>
                    <a:lnTo>
                      <a:pt x="387" y="71"/>
                    </a:lnTo>
                    <a:lnTo>
                      <a:pt x="396" y="80"/>
                    </a:lnTo>
                    <a:lnTo>
                      <a:pt x="396" y="80"/>
                    </a:lnTo>
                    <a:lnTo>
                      <a:pt x="405" y="80"/>
                    </a:lnTo>
                    <a:lnTo>
                      <a:pt x="405" y="80"/>
                    </a:lnTo>
                    <a:lnTo>
                      <a:pt x="413" y="80"/>
                    </a:lnTo>
                    <a:lnTo>
                      <a:pt x="413" y="80"/>
                    </a:lnTo>
                    <a:lnTo>
                      <a:pt x="422" y="89"/>
                    </a:lnTo>
                    <a:lnTo>
                      <a:pt x="422" y="89"/>
                    </a:lnTo>
                    <a:lnTo>
                      <a:pt x="422" y="89"/>
                    </a:lnTo>
                    <a:lnTo>
                      <a:pt x="422" y="89"/>
                    </a:lnTo>
                    <a:lnTo>
                      <a:pt x="431" y="89"/>
                    </a:lnTo>
                    <a:lnTo>
                      <a:pt x="440" y="97"/>
                    </a:lnTo>
                    <a:lnTo>
                      <a:pt x="440" y="97"/>
                    </a:lnTo>
                    <a:lnTo>
                      <a:pt x="440" y="97"/>
                    </a:lnTo>
                    <a:lnTo>
                      <a:pt x="440" y="106"/>
                    </a:lnTo>
                    <a:lnTo>
                      <a:pt x="440" y="106"/>
                    </a:lnTo>
                    <a:lnTo>
                      <a:pt x="440" y="115"/>
                    </a:lnTo>
                    <a:lnTo>
                      <a:pt x="431" y="115"/>
                    </a:lnTo>
                    <a:lnTo>
                      <a:pt x="431" y="115"/>
                    </a:lnTo>
                    <a:lnTo>
                      <a:pt x="422" y="115"/>
                    </a:lnTo>
                    <a:lnTo>
                      <a:pt x="413" y="106"/>
                    </a:lnTo>
                    <a:lnTo>
                      <a:pt x="413" y="106"/>
                    </a:lnTo>
                    <a:lnTo>
                      <a:pt x="405" y="97"/>
                    </a:lnTo>
                    <a:lnTo>
                      <a:pt x="405" y="97"/>
                    </a:lnTo>
                    <a:lnTo>
                      <a:pt x="396" y="89"/>
                    </a:lnTo>
                    <a:lnTo>
                      <a:pt x="396" y="89"/>
                    </a:lnTo>
                    <a:lnTo>
                      <a:pt x="387" y="89"/>
                    </a:lnTo>
                    <a:lnTo>
                      <a:pt x="378" y="89"/>
                    </a:lnTo>
                    <a:lnTo>
                      <a:pt x="387" y="89"/>
                    </a:lnTo>
                    <a:lnTo>
                      <a:pt x="396" y="89"/>
                    </a:lnTo>
                    <a:lnTo>
                      <a:pt x="396" y="97"/>
                    </a:lnTo>
                    <a:lnTo>
                      <a:pt x="405" y="97"/>
                    </a:lnTo>
                    <a:lnTo>
                      <a:pt x="405" y="106"/>
                    </a:lnTo>
                    <a:lnTo>
                      <a:pt x="413" y="106"/>
                    </a:lnTo>
                    <a:lnTo>
                      <a:pt x="422" y="115"/>
                    </a:lnTo>
                    <a:lnTo>
                      <a:pt x="422" y="115"/>
                    </a:lnTo>
                    <a:lnTo>
                      <a:pt x="431" y="115"/>
                    </a:lnTo>
                    <a:lnTo>
                      <a:pt x="431" y="115"/>
                    </a:lnTo>
                    <a:lnTo>
                      <a:pt x="440" y="124"/>
                    </a:lnTo>
                    <a:lnTo>
                      <a:pt x="440" y="124"/>
                    </a:lnTo>
                    <a:lnTo>
                      <a:pt x="440" y="124"/>
                    </a:lnTo>
                    <a:lnTo>
                      <a:pt x="449" y="124"/>
                    </a:lnTo>
                    <a:lnTo>
                      <a:pt x="449" y="133"/>
                    </a:lnTo>
                    <a:lnTo>
                      <a:pt x="449" y="142"/>
                    </a:lnTo>
                    <a:lnTo>
                      <a:pt x="440" y="133"/>
                    </a:lnTo>
                    <a:lnTo>
                      <a:pt x="440" y="133"/>
                    </a:lnTo>
                    <a:lnTo>
                      <a:pt x="440" y="133"/>
                    </a:lnTo>
                    <a:lnTo>
                      <a:pt x="440" y="142"/>
                    </a:lnTo>
                    <a:lnTo>
                      <a:pt x="440" y="151"/>
                    </a:lnTo>
                    <a:lnTo>
                      <a:pt x="431" y="142"/>
                    </a:lnTo>
                    <a:lnTo>
                      <a:pt x="422" y="133"/>
                    </a:lnTo>
                    <a:lnTo>
                      <a:pt x="413" y="133"/>
                    </a:lnTo>
                    <a:lnTo>
                      <a:pt x="422" y="142"/>
                    </a:lnTo>
                    <a:lnTo>
                      <a:pt x="431" y="142"/>
                    </a:lnTo>
                    <a:lnTo>
                      <a:pt x="440" y="151"/>
                    </a:lnTo>
                    <a:lnTo>
                      <a:pt x="440" y="151"/>
                    </a:lnTo>
                    <a:lnTo>
                      <a:pt x="449" y="151"/>
                    </a:lnTo>
                    <a:lnTo>
                      <a:pt x="449" y="151"/>
                    </a:lnTo>
                    <a:lnTo>
                      <a:pt x="449" y="159"/>
                    </a:lnTo>
                    <a:lnTo>
                      <a:pt x="449" y="168"/>
                    </a:lnTo>
                    <a:lnTo>
                      <a:pt x="449" y="168"/>
                    </a:lnTo>
                    <a:lnTo>
                      <a:pt x="449" y="168"/>
                    </a:lnTo>
                    <a:lnTo>
                      <a:pt x="440" y="159"/>
                    </a:lnTo>
                    <a:lnTo>
                      <a:pt x="431" y="159"/>
                    </a:lnTo>
                    <a:lnTo>
                      <a:pt x="431" y="159"/>
                    </a:lnTo>
                    <a:lnTo>
                      <a:pt x="422" y="151"/>
                    </a:lnTo>
                    <a:lnTo>
                      <a:pt x="422" y="159"/>
                    </a:lnTo>
                    <a:lnTo>
                      <a:pt x="413" y="151"/>
                    </a:lnTo>
                    <a:lnTo>
                      <a:pt x="413" y="151"/>
                    </a:lnTo>
                    <a:lnTo>
                      <a:pt x="413" y="151"/>
                    </a:lnTo>
                    <a:lnTo>
                      <a:pt x="405" y="151"/>
                    </a:lnTo>
                    <a:lnTo>
                      <a:pt x="405" y="151"/>
                    </a:lnTo>
                    <a:lnTo>
                      <a:pt x="396" y="151"/>
                    </a:lnTo>
                    <a:lnTo>
                      <a:pt x="387" y="151"/>
                    </a:lnTo>
                    <a:lnTo>
                      <a:pt x="387" y="151"/>
                    </a:lnTo>
                    <a:lnTo>
                      <a:pt x="405" y="151"/>
                    </a:lnTo>
                    <a:lnTo>
                      <a:pt x="413" y="159"/>
                    </a:lnTo>
                    <a:lnTo>
                      <a:pt x="413" y="159"/>
                    </a:lnTo>
                    <a:lnTo>
                      <a:pt x="422" y="159"/>
                    </a:lnTo>
                    <a:lnTo>
                      <a:pt x="422" y="159"/>
                    </a:lnTo>
                    <a:lnTo>
                      <a:pt x="431" y="159"/>
                    </a:lnTo>
                    <a:lnTo>
                      <a:pt x="431" y="168"/>
                    </a:lnTo>
                    <a:lnTo>
                      <a:pt x="431" y="168"/>
                    </a:lnTo>
                    <a:lnTo>
                      <a:pt x="440" y="168"/>
                    </a:lnTo>
                    <a:lnTo>
                      <a:pt x="440" y="177"/>
                    </a:lnTo>
                    <a:lnTo>
                      <a:pt x="440" y="177"/>
                    </a:lnTo>
                    <a:lnTo>
                      <a:pt x="449" y="177"/>
                    </a:lnTo>
                    <a:lnTo>
                      <a:pt x="449" y="177"/>
                    </a:lnTo>
                    <a:lnTo>
                      <a:pt x="457" y="177"/>
                    </a:lnTo>
                    <a:lnTo>
                      <a:pt x="449" y="177"/>
                    </a:lnTo>
                    <a:lnTo>
                      <a:pt x="457" y="168"/>
                    </a:lnTo>
                    <a:lnTo>
                      <a:pt x="457" y="168"/>
                    </a:lnTo>
                    <a:lnTo>
                      <a:pt x="475" y="168"/>
                    </a:lnTo>
                    <a:lnTo>
                      <a:pt x="475" y="177"/>
                    </a:lnTo>
                    <a:lnTo>
                      <a:pt x="484" y="195"/>
                    </a:lnTo>
                    <a:lnTo>
                      <a:pt x="484" y="195"/>
                    </a:lnTo>
                    <a:lnTo>
                      <a:pt x="484" y="186"/>
                    </a:lnTo>
                    <a:lnTo>
                      <a:pt x="475" y="186"/>
                    </a:lnTo>
                    <a:lnTo>
                      <a:pt x="475" y="195"/>
                    </a:lnTo>
                    <a:lnTo>
                      <a:pt x="475" y="195"/>
                    </a:lnTo>
                    <a:lnTo>
                      <a:pt x="475" y="195"/>
                    </a:lnTo>
                    <a:lnTo>
                      <a:pt x="475" y="195"/>
                    </a:lnTo>
                    <a:lnTo>
                      <a:pt x="475" y="195"/>
                    </a:lnTo>
                    <a:lnTo>
                      <a:pt x="413" y="212"/>
                    </a:lnTo>
                    <a:lnTo>
                      <a:pt x="343" y="221"/>
                    </a:lnTo>
                    <a:lnTo>
                      <a:pt x="211" y="248"/>
                    </a:lnTo>
                    <a:lnTo>
                      <a:pt x="158" y="257"/>
                    </a:lnTo>
                    <a:lnTo>
                      <a:pt x="141" y="257"/>
                    </a:lnTo>
                    <a:lnTo>
                      <a:pt x="132" y="257"/>
                    </a:lnTo>
                    <a:lnTo>
                      <a:pt x="123" y="257"/>
                    </a:lnTo>
                    <a:lnTo>
                      <a:pt x="106" y="265"/>
                    </a:lnTo>
                    <a:lnTo>
                      <a:pt x="79" y="265"/>
                    </a:lnTo>
                    <a:lnTo>
                      <a:pt x="35" y="274"/>
                    </a:lnTo>
                    <a:lnTo>
                      <a:pt x="26" y="274"/>
                    </a:lnTo>
                    <a:lnTo>
                      <a:pt x="0" y="27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23"/>
              <p:cNvSpPr>
                <a:spLocks/>
              </p:cNvSpPr>
              <p:nvPr/>
            </p:nvSpPr>
            <p:spPr bwMode="auto">
              <a:xfrm>
                <a:off x="4719206" y="1963350"/>
                <a:ext cx="142213" cy="260277"/>
              </a:xfrm>
              <a:custGeom>
                <a:avLst/>
                <a:gdLst/>
                <a:ahLst/>
                <a:cxnLst>
                  <a:cxn ang="0">
                    <a:pos x="0" y="26"/>
                  </a:cxn>
                  <a:cxn ang="0">
                    <a:pos x="18" y="17"/>
                  </a:cxn>
                  <a:cxn ang="0">
                    <a:pos x="97" y="0"/>
                  </a:cxn>
                  <a:cxn ang="0">
                    <a:pos x="97" y="0"/>
                  </a:cxn>
                  <a:cxn ang="0">
                    <a:pos x="106" y="8"/>
                  </a:cxn>
                  <a:cxn ang="0">
                    <a:pos x="97" y="17"/>
                  </a:cxn>
                  <a:cxn ang="0">
                    <a:pos x="97" y="26"/>
                  </a:cxn>
                  <a:cxn ang="0">
                    <a:pos x="106" y="26"/>
                  </a:cxn>
                  <a:cxn ang="0">
                    <a:pos x="106" y="35"/>
                  </a:cxn>
                  <a:cxn ang="0">
                    <a:pos x="106" y="35"/>
                  </a:cxn>
                  <a:cxn ang="0">
                    <a:pos x="106" y="44"/>
                  </a:cxn>
                  <a:cxn ang="0">
                    <a:pos x="97" y="53"/>
                  </a:cxn>
                  <a:cxn ang="0">
                    <a:pos x="88" y="53"/>
                  </a:cxn>
                  <a:cxn ang="0">
                    <a:pos x="88" y="61"/>
                  </a:cxn>
                  <a:cxn ang="0">
                    <a:pos x="88" y="70"/>
                  </a:cxn>
                  <a:cxn ang="0">
                    <a:pos x="88" y="79"/>
                  </a:cxn>
                  <a:cxn ang="0">
                    <a:pos x="88" y="88"/>
                  </a:cxn>
                  <a:cxn ang="0">
                    <a:pos x="88" y="88"/>
                  </a:cxn>
                  <a:cxn ang="0">
                    <a:pos x="88" y="97"/>
                  </a:cxn>
                  <a:cxn ang="0">
                    <a:pos x="88" y="97"/>
                  </a:cxn>
                  <a:cxn ang="0">
                    <a:pos x="88" y="106"/>
                  </a:cxn>
                  <a:cxn ang="0">
                    <a:pos x="79" y="114"/>
                  </a:cxn>
                  <a:cxn ang="0">
                    <a:pos x="88" y="114"/>
                  </a:cxn>
                  <a:cxn ang="0">
                    <a:pos x="79" y="123"/>
                  </a:cxn>
                  <a:cxn ang="0">
                    <a:pos x="88" y="141"/>
                  </a:cxn>
                  <a:cxn ang="0">
                    <a:pos x="88" y="150"/>
                  </a:cxn>
                  <a:cxn ang="0">
                    <a:pos x="88" y="168"/>
                  </a:cxn>
                  <a:cxn ang="0">
                    <a:pos x="88" y="168"/>
                  </a:cxn>
                  <a:cxn ang="0">
                    <a:pos x="88" y="176"/>
                  </a:cxn>
                  <a:cxn ang="0">
                    <a:pos x="88" y="185"/>
                  </a:cxn>
                  <a:cxn ang="0">
                    <a:pos x="97" y="185"/>
                  </a:cxn>
                  <a:cxn ang="0">
                    <a:pos x="53" y="194"/>
                  </a:cxn>
                  <a:cxn ang="0">
                    <a:pos x="44" y="194"/>
                  </a:cxn>
                  <a:cxn ang="0">
                    <a:pos x="44" y="185"/>
                  </a:cxn>
                  <a:cxn ang="0">
                    <a:pos x="35" y="141"/>
                  </a:cxn>
                  <a:cxn ang="0">
                    <a:pos x="26" y="132"/>
                  </a:cxn>
                  <a:cxn ang="0">
                    <a:pos x="26" y="141"/>
                  </a:cxn>
                  <a:cxn ang="0">
                    <a:pos x="26" y="132"/>
                  </a:cxn>
                  <a:cxn ang="0">
                    <a:pos x="26" y="123"/>
                  </a:cxn>
                  <a:cxn ang="0">
                    <a:pos x="18" y="114"/>
                  </a:cxn>
                  <a:cxn ang="0">
                    <a:pos x="18" y="106"/>
                  </a:cxn>
                  <a:cxn ang="0">
                    <a:pos x="18" y="97"/>
                  </a:cxn>
                  <a:cxn ang="0">
                    <a:pos x="18" y="88"/>
                  </a:cxn>
                  <a:cxn ang="0">
                    <a:pos x="18" y="88"/>
                  </a:cxn>
                  <a:cxn ang="0">
                    <a:pos x="18" y="79"/>
                  </a:cxn>
                  <a:cxn ang="0">
                    <a:pos x="18" y="70"/>
                  </a:cxn>
                  <a:cxn ang="0">
                    <a:pos x="18" y="70"/>
                  </a:cxn>
                  <a:cxn ang="0">
                    <a:pos x="18" y="61"/>
                  </a:cxn>
                  <a:cxn ang="0">
                    <a:pos x="9" y="61"/>
                  </a:cxn>
                  <a:cxn ang="0">
                    <a:pos x="9" y="53"/>
                  </a:cxn>
                  <a:cxn ang="0">
                    <a:pos x="9" y="44"/>
                  </a:cxn>
                  <a:cxn ang="0">
                    <a:pos x="0" y="35"/>
                  </a:cxn>
                  <a:cxn ang="0">
                    <a:pos x="0" y="35"/>
                  </a:cxn>
                  <a:cxn ang="0">
                    <a:pos x="0" y="26"/>
                  </a:cxn>
                  <a:cxn ang="0">
                    <a:pos x="0" y="26"/>
                  </a:cxn>
                </a:cxnLst>
                <a:rect l="0" t="0" r="r" b="b"/>
                <a:pathLst>
                  <a:path w="106" h="194">
                    <a:moveTo>
                      <a:pt x="0" y="26"/>
                    </a:moveTo>
                    <a:lnTo>
                      <a:pt x="18" y="17"/>
                    </a:lnTo>
                    <a:lnTo>
                      <a:pt x="97" y="0"/>
                    </a:lnTo>
                    <a:lnTo>
                      <a:pt x="97" y="0"/>
                    </a:lnTo>
                    <a:lnTo>
                      <a:pt x="106" y="8"/>
                    </a:lnTo>
                    <a:lnTo>
                      <a:pt x="97" y="17"/>
                    </a:lnTo>
                    <a:lnTo>
                      <a:pt x="97" y="26"/>
                    </a:lnTo>
                    <a:lnTo>
                      <a:pt x="106" y="26"/>
                    </a:lnTo>
                    <a:lnTo>
                      <a:pt x="106" y="35"/>
                    </a:lnTo>
                    <a:lnTo>
                      <a:pt x="106" y="35"/>
                    </a:lnTo>
                    <a:lnTo>
                      <a:pt x="106" y="44"/>
                    </a:lnTo>
                    <a:lnTo>
                      <a:pt x="97" y="53"/>
                    </a:lnTo>
                    <a:lnTo>
                      <a:pt x="88" y="53"/>
                    </a:lnTo>
                    <a:lnTo>
                      <a:pt x="88" y="61"/>
                    </a:lnTo>
                    <a:lnTo>
                      <a:pt x="88" y="70"/>
                    </a:lnTo>
                    <a:lnTo>
                      <a:pt x="88" y="79"/>
                    </a:lnTo>
                    <a:lnTo>
                      <a:pt x="88" y="88"/>
                    </a:lnTo>
                    <a:lnTo>
                      <a:pt x="88" y="88"/>
                    </a:lnTo>
                    <a:lnTo>
                      <a:pt x="88" y="97"/>
                    </a:lnTo>
                    <a:lnTo>
                      <a:pt x="88" y="97"/>
                    </a:lnTo>
                    <a:lnTo>
                      <a:pt x="88" y="106"/>
                    </a:lnTo>
                    <a:lnTo>
                      <a:pt x="79" y="114"/>
                    </a:lnTo>
                    <a:lnTo>
                      <a:pt x="88" y="114"/>
                    </a:lnTo>
                    <a:lnTo>
                      <a:pt x="79" y="123"/>
                    </a:lnTo>
                    <a:lnTo>
                      <a:pt x="88" y="141"/>
                    </a:lnTo>
                    <a:lnTo>
                      <a:pt x="88" y="150"/>
                    </a:lnTo>
                    <a:lnTo>
                      <a:pt x="88" y="168"/>
                    </a:lnTo>
                    <a:lnTo>
                      <a:pt x="88" y="168"/>
                    </a:lnTo>
                    <a:lnTo>
                      <a:pt x="88" y="176"/>
                    </a:lnTo>
                    <a:lnTo>
                      <a:pt x="88" y="185"/>
                    </a:lnTo>
                    <a:lnTo>
                      <a:pt x="97" y="185"/>
                    </a:lnTo>
                    <a:lnTo>
                      <a:pt x="53" y="194"/>
                    </a:lnTo>
                    <a:lnTo>
                      <a:pt x="44" y="194"/>
                    </a:lnTo>
                    <a:lnTo>
                      <a:pt x="44" y="185"/>
                    </a:lnTo>
                    <a:lnTo>
                      <a:pt x="35" y="141"/>
                    </a:lnTo>
                    <a:lnTo>
                      <a:pt x="26" y="132"/>
                    </a:lnTo>
                    <a:lnTo>
                      <a:pt x="26" y="141"/>
                    </a:lnTo>
                    <a:lnTo>
                      <a:pt x="26" y="132"/>
                    </a:lnTo>
                    <a:lnTo>
                      <a:pt x="26" y="123"/>
                    </a:lnTo>
                    <a:lnTo>
                      <a:pt x="18" y="114"/>
                    </a:lnTo>
                    <a:lnTo>
                      <a:pt x="18" y="106"/>
                    </a:lnTo>
                    <a:lnTo>
                      <a:pt x="18" y="97"/>
                    </a:lnTo>
                    <a:lnTo>
                      <a:pt x="18" y="88"/>
                    </a:lnTo>
                    <a:lnTo>
                      <a:pt x="18" y="88"/>
                    </a:lnTo>
                    <a:lnTo>
                      <a:pt x="18" y="79"/>
                    </a:lnTo>
                    <a:lnTo>
                      <a:pt x="18" y="70"/>
                    </a:lnTo>
                    <a:lnTo>
                      <a:pt x="18" y="70"/>
                    </a:lnTo>
                    <a:lnTo>
                      <a:pt x="18" y="61"/>
                    </a:lnTo>
                    <a:lnTo>
                      <a:pt x="9" y="61"/>
                    </a:lnTo>
                    <a:lnTo>
                      <a:pt x="9" y="53"/>
                    </a:lnTo>
                    <a:lnTo>
                      <a:pt x="9" y="44"/>
                    </a:lnTo>
                    <a:lnTo>
                      <a:pt x="0" y="35"/>
                    </a:lnTo>
                    <a:lnTo>
                      <a:pt x="0" y="35"/>
                    </a:lnTo>
                    <a:lnTo>
                      <a:pt x="0" y="26"/>
                    </a:lnTo>
                    <a:lnTo>
                      <a:pt x="0" y="2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25"/>
              <p:cNvSpPr>
                <a:spLocks/>
              </p:cNvSpPr>
              <p:nvPr/>
            </p:nvSpPr>
            <p:spPr bwMode="auto">
              <a:xfrm>
                <a:off x="1555638" y="2414138"/>
                <a:ext cx="460180" cy="593001"/>
              </a:xfrm>
              <a:custGeom>
                <a:avLst/>
                <a:gdLst/>
                <a:ahLst/>
                <a:cxnLst>
                  <a:cxn ang="0">
                    <a:pos x="0" y="397"/>
                  </a:cxn>
                  <a:cxn ang="0">
                    <a:pos x="70" y="0"/>
                  </a:cxn>
                  <a:cxn ang="0">
                    <a:pos x="88" y="8"/>
                  </a:cxn>
                  <a:cxn ang="0">
                    <a:pos x="176" y="17"/>
                  </a:cxn>
                  <a:cxn ang="0">
                    <a:pos x="238" y="26"/>
                  </a:cxn>
                  <a:cxn ang="0">
                    <a:pos x="229" y="106"/>
                  </a:cxn>
                  <a:cxn ang="0">
                    <a:pos x="343" y="123"/>
                  </a:cxn>
                  <a:cxn ang="0">
                    <a:pos x="308" y="442"/>
                  </a:cxn>
                  <a:cxn ang="0">
                    <a:pos x="220" y="433"/>
                  </a:cxn>
                  <a:cxn ang="0">
                    <a:pos x="141" y="415"/>
                  </a:cxn>
                  <a:cxn ang="0">
                    <a:pos x="53" y="406"/>
                  </a:cxn>
                  <a:cxn ang="0">
                    <a:pos x="0" y="397"/>
                  </a:cxn>
                </a:cxnLst>
                <a:rect l="0" t="0" r="r" b="b"/>
                <a:pathLst>
                  <a:path w="343" h="442">
                    <a:moveTo>
                      <a:pt x="0" y="397"/>
                    </a:moveTo>
                    <a:lnTo>
                      <a:pt x="70" y="0"/>
                    </a:lnTo>
                    <a:lnTo>
                      <a:pt x="88" y="8"/>
                    </a:lnTo>
                    <a:lnTo>
                      <a:pt x="176" y="17"/>
                    </a:lnTo>
                    <a:lnTo>
                      <a:pt x="238" y="26"/>
                    </a:lnTo>
                    <a:lnTo>
                      <a:pt x="229" y="106"/>
                    </a:lnTo>
                    <a:lnTo>
                      <a:pt x="343" y="123"/>
                    </a:lnTo>
                    <a:lnTo>
                      <a:pt x="308" y="442"/>
                    </a:lnTo>
                    <a:lnTo>
                      <a:pt x="220" y="433"/>
                    </a:lnTo>
                    <a:lnTo>
                      <a:pt x="141" y="415"/>
                    </a:lnTo>
                    <a:lnTo>
                      <a:pt x="53" y="406"/>
                    </a:lnTo>
                    <a:lnTo>
                      <a:pt x="0" y="39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26"/>
              <p:cNvSpPr>
                <a:spLocks/>
              </p:cNvSpPr>
              <p:nvPr/>
            </p:nvSpPr>
            <p:spPr bwMode="auto">
              <a:xfrm>
                <a:off x="1555638" y="2414138"/>
                <a:ext cx="460180" cy="593001"/>
              </a:xfrm>
              <a:custGeom>
                <a:avLst/>
                <a:gdLst/>
                <a:ahLst/>
                <a:cxnLst>
                  <a:cxn ang="0">
                    <a:pos x="0" y="397"/>
                  </a:cxn>
                  <a:cxn ang="0">
                    <a:pos x="70" y="0"/>
                  </a:cxn>
                  <a:cxn ang="0">
                    <a:pos x="88" y="8"/>
                  </a:cxn>
                  <a:cxn ang="0">
                    <a:pos x="176" y="17"/>
                  </a:cxn>
                  <a:cxn ang="0">
                    <a:pos x="238" y="26"/>
                  </a:cxn>
                  <a:cxn ang="0">
                    <a:pos x="229" y="106"/>
                  </a:cxn>
                  <a:cxn ang="0">
                    <a:pos x="343" y="123"/>
                  </a:cxn>
                  <a:cxn ang="0">
                    <a:pos x="308" y="442"/>
                  </a:cxn>
                  <a:cxn ang="0">
                    <a:pos x="220" y="433"/>
                  </a:cxn>
                  <a:cxn ang="0">
                    <a:pos x="141" y="415"/>
                  </a:cxn>
                  <a:cxn ang="0">
                    <a:pos x="53" y="406"/>
                  </a:cxn>
                  <a:cxn ang="0">
                    <a:pos x="0" y="397"/>
                  </a:cxn>
                </a:cxnLst>
                <a:rect l="0" t="0" r="r" b="b"/>
                <a:pathLst>
                  <a:path w="343" h="442">
                    <a:moveTo>
                      <a:pt x="0" y="397"/>
                    </a:moveTo>
                    <a:lnTo>
                      <a:pt x="70" y="0"/>
                    </a:lnTo>
                    <a:lnTo>
                      <a:pt x="88" y="8"/>
                    </a:lnTo>
                    <a:lnTo>
                      <a:pt x="176" y="17"/>
                    </a:lnTo>
                    <a:lnTo>
                      <a:pt x="238" y="26"/>
                    </a:lnTo>
                    <a:lnTo>
                      <a:pt x="229" y="106"/>
                    </a:lnTo>
                    <a:lnTo>
                      <a:pt x="343" y="123"/>
                    </a:lnTo>
                    <a:lnTo>
                      <a:pt x="308" y="442"/>
                    </a:lnTo>
                    <a:lnTo>
                      <a:pt x="220" y="433"/>
                    </a:lnTo>
                    <a:lnTo>
                      <a:pt x="141" y="415"/>
                    </a:lnTo>
                    <a:lnTo>
                      <a:pt x="53" y="406"/>
                    </a:lnTo>
                    <a:lnTo>
                      <a:pt x="0" y="39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39"/>
              <p:cNvSpPr>
                <a:spLocks/>
              </p:cNvSpPr>
              <p:nvPr/>
            </p:nvSpPr>
            <p:spPr bwMode="auto">
              <a:xfrm>
                <a:off x="3538570" y="3007139"/>
                <a:ext cx="720457" cy="260277"/>
              </a:xfrm>
              <a:custGeom>
                <a:avLst/>
                <a:gdLst/>
                <a:ahLst/>
                <a:cxnLst>
                  <a:cxn ang="0">
                    <a:pos x="0" y="194"/>
                  </a:cxn>
                  <a:cxn ang="0">
                    <a:pos x="9" y="185"/>
                  </a:cxn>
                  <a:cxn ang="0">
                    <a:pos x="18" y="176"/>
                  </a:cxn>
                  <a:cxn ang="0">
                    <a:pos x="18" y="159"/>
                  </a:cxn>
                  <a:cxn ang="0">
                    <a:pos x="9" y="159"/>
                  </a:cxn>
                  <a:cxn ang="0">
                    <a:pos x="18" y="159"/>
                  </a:cxn>
                  <a:cxn ang="0">
                    <a:pos x="18" y="150"/>
                  </a:cxn>
                  <a:cxn ang="0">
                    <a:pos x="27" y="141"/>
                  </a:cxn>
                  <a:cxn ang="0">
                    <a:pos x="27" y="132"/>
                  </a:cxn>
                  <a:cxn ang="0">
                    <a:pos x="27" y="132"/>
                  </a:cxn>
                  <a:cxn ang="0">
                    <a:pos x="35" y="123"/>
                  </a:cxn>
                  <a:cxn ang="0">
                    <a:pos x="35" y="115"/>
                  </a:cxn>
                  <a:cxn ang="0">
                    <a:pos x="35" y="106"/>
                  </a:cxn>
                  <a:cxn ang="0">
                    <a:pos x="44" y="97"/>
                  </a:cxn>
                  <a:cxn ang="0">
                    <a:pos x="44" y="88"/>
                  </a:cxn>
                  <a:cxn ang="0">
                    <a:pos x="44" y="79"/>
                  </a:cxn>
                  <a:cxn ang="0">
                    <a:pos x="44" y="70"/>
                  </a:cxn>
                  <a:cxn ang="0">
                    <a:pos x="44" y="70"/>
                  </a:cxn>
                  <a:cxn ang="0">
                    <a:pos x="141" y="62"/>
                  </a:cxn>
                  <a:cxn ang="0">
                    <a:pos x="132" y="44"/>
                  </a:cxn>
                  <a:cxn ang="0">
                    <a:pos x="150" y="44"/>
                  </a:cxn>
                  <a:cxn ang="0">
                    <a:pos x="203" y="44"/>
                  </a:cxn>
                  <a:cxn ang="0">
                    <a:pos x="264" y="35"/>
                  </a:cxn>
                  <a:cxn ang="0">
                    <a:pos x="308" y="26"/>
                  </a:cxn>
                  <a:cxn ang="0">
                    <a:pos x="361" y="26"/>
                  </a:cxn>
                  <a:cxn ang="0">
                    <a:pos x="405" y="26"/>
                  </a:cxn>
                  <a:cxn ang="0">
                    <a:pos x="431" y="17"/>
                  </a:cxn>
                  <a:cxn ang="0">
                    <a:pos x="484" y="8"/>
                  </a:cxn>
                  <a:cxn ang="0">
                    <a:pos x="528" y="0"/>
                  </a:cxn>
                  <a:cxn ang="0">
                    <a:pos x="528" y="8"/>
                  </a:cxn>
                  <a:cxn ang="0">
                    <a:pos x="528" y="26"/>
                  </a:cxn>
                  <a:cxn ang="0">
                    <a:pos x="519" y="26"/>
                  </a:cxn>
                  <a:cxn ang="0">
                    <a:pos x="511" y="44"/>
                  </a:cxn>
                  <a:cxn ang="0">
                    <a:pos x="502" y="44"/>
                  </a:cxn>
                  <a:cxn ang="0">
                    <a:pos x="493" y="53"/>
                  </a:cxn>
                  <a:cxn ang="0">
                    <a:pos x="484" y="62"/>
                  </a:cxn>
                  <a:cxn ang="0">
                    <a:pos x="475" y="62"/>
                  </a:cxn>
                  <a:cxn ang="0">
                    <a:pos x="467" y="62"/>
                  </a:cxn>
                  <a:cxn ang="0">
                    <a:pos x="467" y="70"/>
                  </a:cxn>
                  <a:cxn ang="0">
                    <a:pos x="458" y="79"/>
                  </a:cxn>
                  <a:cxn ang="0">
                    <a:pos x="431" y="97"/>
                  </a:cxn>
                  <a:cxn ang="0">
                    <a:pos x="414" y="106"/>
                  </a:cxn>
                  <a:cxn ang="0">
                    <a:pos x="405" y="115"/>
                  </a:cxn>
                  <a:cxn ang="0">
                    <a:pos x="396" y="123"/>
                  </a:cxn>
                  <a:cxn ang="0">
                    <a:pos x="387" y="132"/>
                  </a:cxn>
                  <a:cxn ang="0">
                    <a:pos x="361" y="159"/>
                  </a:cxn>
                  <a:cxn ang="0">
                    <a:pos x="229" y="168"/>
                  </a:cxn>
                  <a:cxn ang="0">
                    <a:pos x="141" y="176"/>
                  </a:cxn>
                  <a:cxn ang="0">
                    <a:pos x="88" y="185"/>
                  </a:cxn>
                </a:cxnLst>
                <a:rect l="0" t="0" r="r" b="b"/>
                <a:pathLst>
                  <a:path w="537" h="194">
                    <a:moveTo>
                      <a:pt x="0" y="194"/>
                    </a:moveTo>
                    <a:lnTo>
                      <a:pt x="0" y="194"/>
                    </a:lnTo>
                    <a:lnTo>
                      <a:pt x="9" y="185"/>
                    </a:lnTo>
                    <a:lnTo>
                      <a:pt x="9" y="185"/>
                    </a:lnTo>
                    <a:lnTo>
                      <a:pt x="18" y="176"/>
                    </a:lnTo>
                    <a:lnTo>
                      <a:pt x="18" y="176"/>
                    </a:lnTo>
                    <a:lnTo>
                      <a:pt x="18" y="168"/>
                    </a:lnTo>
                    <a:lnTo>
                      <a:pt x="18" y="159"/>
                    </a:lnTo>
                    <a:lnTo>
                      <a:pt x="9" y="159"/>
                    </a:lnTo>
                    <a:lnTo>
                      <a:pt x="9" y="159"/>
                    </a:lnTo>
                    <a:lnTo>
                      <a:pt x="18" y="150"/>
                    </a:lnTo>
                    <a:lnTo>
                      <a:pt x="18" y="159"/>
                    </a:lnTo>
                    <a:lnTo>
                      <a:pt x="18" y="150"/>
                    </a:lnTo>
                    <a:lnTo>
                      <a:pt x="18" y="150"/>
                    </a:lnTo>
                    <a:lnTo>
                      <a:pt x="18" y="150"/>
                    </a:lnTo>
                    <a:lnTo>
                      <a:pt x="27" y="141"/>
                    </a:lnTo>
                    <a:lnTo>
                      <a:pt x="27" y="141"/>
                    </a:lnTo>
                    <a:lnTo>
                      <a:pt x="27" y="132"/>
                    </a:lnTo>
                    <a:lnTo>
                      <a:pt x="27" y="132"/>
                    </a:lnTo>
                    <a:lnTo>
                      <a:pt x="27" y="132"/>
                    </a:lnTo>
                    <a:lnTo>
                      <a:pt x="27" y="132"/>
                    </a:lnTo>
                    <a:lnTo>
                      <a:pt x="35" y="123"/>
                    </a:lnTo>
                    <a:lnTo>
                      <a:pt x="35" y="115"/>
                    </a:lnTo>
                    <a:lnTo>
                      <a:pt x="35" y="115"/>
                    </a:lnTo>
                    <a:lnTo>
                      <a:pt x="35" y="115"/>
                    </a:lnTo>
                    <a:lnTo>
                      <a:pt x="35" y="106"/>
                    </a:lnTo>
                    <a:lnTo>
                      <a:pt x="35" y="97"/>
                    </a:lnTo>
                    <a:lnTo>
                      <a:pt x="44" y="97"/>
                    </a:lnTo>
                    <a:lnTo>
                      <a:pt x="35" y="88"/>
                    </a:lnTo>
                    <a:lnTo>
                      <a:pt x="44" y="88"/>
                    </a:lnTo>
                    <a:lnTo>
                      <a:pt x="44" y="79"/>
                    </a:lnTo>
                    <a:lnTo>
                      <a:pt x="44" y="79"/>
                    </a:lnTo>
                    <a:lnTo>
                      <a:pt x="44" y="70"/>
                    </a:lnTo>
                    <a:lnTo>
                      <a:pt x="44" y="70"/>
                    </a:lnTo>
                    <a:lnTo>
                      <a:pt x="44" y="70"/>
                    </a:lnTo>
                    <a:lnTo>
                      <a:pt x="44" y="70"/>
                    </a:lnTo>
                    <a:lnTo>
                      <a:pt x="53" y="70"/>
                    </a:lnTo>
                    <a:lnTo>
                      <a:pt x="141" y="62"/>
                    </a:lnTo>
                    <a:lnTo>
                      <a:pt x="141" y="53"/>
                    </a:lnTo>
                    <a:lnTo>
                      <a:pt x="132" y="44"/>
                    </a:lnTo>
                    <a:lnTo>
                      <a:pt x="141" y="44"/>
                    </a:lnTo>
                    <a:lnTo>
                      <a:pt x="150" y="44"/>
                    </a:lnTo>
                    <a:lnTo>
                      <a:pt x="176" y="44"/>
                    </a:lnTo>
                    <a:lnTo>
                      <a:pt x="203" y="44"/>
                    </a:lnTo>
                    <a:lnTo>
                      <a:pt x="238" y="35"/>
                    </a:lnTo>
                    <a:lnTo>
                      <a:pt x="264" y="35"/>
                    </a:lnTo>
                    <a:lnTo>
                      <a:pt x="299" y="35"/>
                    </a:lnTo>
                    <a:lnTo>
                      <a:pt x="308" y="26"/>
                    </a:lnTo>
                    <a:lnTo>
                      <a:pt x="343" y="26"/>
                    </a:lnTo>
                    <a:lnTo>
                      <a:pt x="361" y="26"/>
                    </a:lnTo>
                    <a:lnTo>
                      <a:pt x="379" y="26"/>
                    </a:lnTo>
                    <a:lnTo>
                      <a:pt x="405" y="26"/>
                    </a:lnTo>
                    <a:lnTo>
                      <a:pt x="405" y="17"/>
                    </a:lnTo>
                    <a:lnTo>
                      <a:pt x="431" y="17"/>
                    </a:lnTo>
                    <a:lnTo>
                      <a:pt x="440" y="17"/>
                    </a:lnTo>
                    <a:lnTo>
                      <a:pt x="484" y="8"/>
                    </a:lnTo>
                    <a:lnTo>
                      <a:pt x="511" y="8"/>
                    </a:lnTo>
                    <a:lnTo>
                      <a:pt x="528" y="0"/>
                    </a:lnTo>
                    <a:lnTo>
                      <a:pt x="537" y="0"/>
                    </a:lnTo>
                    <a:lnTo>
                      <a:pt x="528" y="8"/>
                    </a:lnTo>
                    <a:lnTo>
                      <a:pt x="528" y="17"/>
                    </a:lnTo>
                    <a:lnTo>
                      <a:pt x="528" y="26"/>
                    </a:lnTo>
                    <a:lnTo>
                      <a:pt x="528" y="26"/>
                    </a:lnTo>
                    <a:lnTo>
                      <a:pt x="519" y="26"/>
                    </a:lnTo>
                    <a:lnTo>
                      <a:pt x="519" y="44"/>
                    </a:lnTo>
                    <a:lnTo>
                      <a:pt x="511" y="44"/>
                    </a:lnTo>
                    <a:lnTo>
                      <a:pt x="511" y="44"/>
                    </a:lnTo>
                    <a:lnTo>
                      <a:pt x="502" y="44"/>
                    </a:lnTo>
                    <a:lnTo>
                      <a:pt x="493" y="53"/>
                    </a:lnTo>
                    <a:lnTo>
                      <a:pt x="493" y="53"/>
                    </a:lnTo>
                    <a:lnTo>
                      <a:pt x="484" y="62"/>
                    </a:lnTo>
                    <a:lnTo>
                      <a:pt x="484" y="62"/>
                    </a:lnTo>
                    <a:lnTo>
                      <a:pt x="475" y="53"/>
                    </a:lnTo>
                    <a:lnTo>
                      <a:pt x="475" y="62"/>
                    </a:lnTo>
                    <a:lnTo>
                      <a:pt x="475" y="62"/>
                    </a:lnTo>
                    <a:lnTo>
                      <a:pt x="467" y="62"/>
                    </a:lnTo>
                    <a:lnTo>
                      <a:pt x="467" y="62"/>
                    </a:lnTo>
                    <a:lnTo>
                      <a:pt x="467" y="70"/>
                    </a:lnTo>
                    <a:lnTo>
                      <a:pt x="458" y="79"/>
                    </a:lnTo>
                    <a:lnTo>
                      <a:pt x="458" y="79"/>
                    </a:lnTo>
                    <a:lnTo>
                      <a:pt x="449" y="88"/>
                    </a:lnTo>
                    <a:lnTo>
                      <a:pt x="431" y="97"/>
                    </a:lnTo>
                    <a:lnTo>
                      <a:pt x="431" y="106"/>
                    </a:lnTo>
                    <a:lnTo>
                      <a:pt x="414" y="106"/>
                    </a:lnTo>
                    <a:lnTo>
                      <a:pt x="405" y="106"/>
                    </a:lnTo>
                    <a:lnTo>
                      <a:pt x="405" y="115"/>
                    </a:lnTo>
                    <a:lnTo>
                      <a:pt x="405" y="115"/>
                    </a:lnTo>
                    <a:lnTo>
                      <a:pt x="396" y="123"/>
                    </a:lnTo>
                    <a:lnTo>
                      <a:pt x="396" y="132"/>
                    </a:lnTo>
                    <a:lnTo>
                      <a:pt x="387" y="132"/>
                    </a:lnTo>
                    <a:lnTo>
                      <a:pt x="387" y="150"/>
                    </a:lnTo>
                    <a:lnTo>
                      <a:pt x="361" y="159"/>
                    </a:lnTo>
                    <a:lnTo>
                      <a:pt x="299" y="159"/>
                    </a:lnTo>
                    <a:lnTo>
                      <a:pt x="229" y="168"/>
                    </a:lnTo>
                    <a:lnTo>
                      <a:pt x="141" y="176"/>
                    </a:lnTo>
                    <a:lnTo>
                      <a:pt x="141" y="176"/>
                    </a:lnTo>
                    <a:lnTo>
                      <a:pt x="141" y="176"/>
                    </a:lnTo>
                    <a:lnTo>
                      <a:pt x="88" y="185"/>
                    </a:lnTo>
                    <a:lnTo>
                      <a:pt x="0" y="19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40"/>
              <p:cNvSpPr>
                <a:spLocks/>
              </p:cNvSpPr>
              <p:nvPr/>
            </p:nvSpPr>
            <p:spPr bwMode="auto">
              <a:xfrm>
                <a:off x="3538570" y="3007139"/>
                <a:ext cx="720457" cy="260277"/>
              </a:xfrm>
              <a:custGeom>
                <a:avLst/>
                <a:gdLst/>
                <a:ahLst/>
                <a:cxnLst>
                  <a:cxn ang="0">
                    <a:pos x="0" y="194"/>
                  </a:cxn>
                  <a:cxn ang="0">
                    <a:pos x="9" y="185"/>
                  </a:cxn>
                  <a:cxn ang="0">
                    <a:pos x="18" y="176"/>
                  </a:cxn>
                  <a:cxn ang="0">
                    <a:pos x="18" y="159"/>
                  </a:cxn>
                  <a:cxn ang="0">
                    <a:pos x="9" y="159"/>
                  </a:cxn>
                  <a:cxn ang="0">
                    <a:pos x="18" y="159"/>
                  </a:cxn>
                  <a:cxn ang="0">
                    <a:pos x="18" y="150"/>
                  </a:cxn>
                  <a:cxn ang="0">
                    <a:pos x="27" y="141"/>
                  </a:cxn>
                  <a:cxn ang="0">
                    <a:pos x="27" y="132"/>
                  </a:cxn>
                  <a:cxn ang="0">
                    <a:pos x="27" y="132"/>
                  </a:cxn>
                  <a:cxn ang="0">
                    <a:pos x="35" y="123"/>
                  </a:cxn>
                  <a:cxn ang="0">
                    <a:pos x="35" y="115"/>
                  </a:cxn>
                  <a:cxn ang="0">
                    <a:pos x="35" y="106"/>
                  </a:cxn>
                  <a:cxn ang="0">
                    <a:pos x="44" y="97"/>
                  </a:cxn>
                  <a:cxn ang="0">
                    <a:pos x="44" y="88"/>
                  </a:cxn>
                  <a:cxn ang="0">
                    <a:pos x="44" y="79"/>
                  </a:cxn>
                  <a:cxn ang="0">
                    <a:pos x="44" y="70"/>
                  </a:cxn>
                  <a:cxn ang="0">
                    <a:pos x="44" y="70"/>
                  </a:cxn>
                  <a:cxn ang="0">
                    <a:pos x="141" y="62"/>
                  </a:cxn>
                  <a:cxn ang="0">
                    <a:pos x="132" y="44"/>
                  </a:cxn>
                  <a:cxn ang="0">
                    <a:pos x="150" y="44"/>
                  </a:cxn>
                  <a:cxn ang="0">
                    <a:pos x="203" y="44"/>
                  </a:cxn>
                  <a:cxn ang="0">
                    <a:pos x="264" y="35"/>
                  </a:cxn>
                  <a:cxn ang="0">
                    <a:pos x="308" y="26"/>
                  </a:cxn>
                  <a:cxn ang="0">
                    <a:pos x="361" y="26"/>
                  </a:cxn>
                  <a:cxn ang="0">
                    <a:pos x="405" y="26"/>
                  </a:cxn>
                  <a:cxn ang="0">
                    <a:pos x="431" y="17"/>
                  </a:cxn>
                  <a:cxn ang="0">
                    <a:pos x="484" y="8"/>
                  </a:cxn>
                  <a:cxn ang="0">
                    <a:pos x="528" y="0"/>
                  </a:cxn>
                  <a:cxn ang="0">
                    <a:pos x="528" y="8"/>
                  </a:cxn>
                  <a:cxn ang="0">
                    <a:pos x="528" y="26"/>
                  </a:cxn>
                  <a:cxn ang="0">
                    <a:pos x="519" y="26"/>
                  </a:cxn>
                  <a:cxn ang="0">
                    <a:pos x="511" y="44"/>
                  </a:cxn>
                  <a:cxn ang="0">
                    <a:pos x="502" y="44"/>
                  </a:cxn>
                  <a:cxn ang="0">
                    <a:pos x="493" y="53"/>
                  </a:cxn>
                  <a:cxn ang="0">
                    <a:pos x="484" y="62"/>
                  </a:cxn>
                  <a:cxn ang="0">
                    <a:pos x="475" y="62"/>
                  </a:cxn>
                  <a:cxn ang="0">
                    <a:pos x="467" y="62"/>
                  </a:cxn>
                  <a:cxn ang="0">
                    <a:pos x="467" y="70"/>
                  </a:cxn>
                  <a:cxn ang="0">
                    <a:pos x="458" y="79"/>
                  </a:cxn>
                  <a:cxn ang="0">
                    <a:pos x="431" y="97"/>
                  </a:cxn>
                  <a:cxn ang="0">
                    <a:pos x="414" y="106"/>
                  </a:cxn>
                  <a:cxn ang="0">
                    <a:pos x="405" y="115"/>
                  </a:cxn>
                  <a:cxn ang="0">
                    <a:pos x="396" y="123"/>
                  </a:cxn>
                  <a:cxn ang="0">
                    <a:pos x="387" y="132"/>
                  </a:cxn>
                  <a:cxn ang="0">
                    <a:pos x="361" y="159"/>
                  </a:cxn>
                  <a:cxn ang="0">
                    <a:pos x="229" y="168"/>
                  </a:cxn>
                  <a:cxn ang="0">
                    <a:pos x="141" y="176"/>
                  </a:cxn>
                  <a:cxn ang="0">
                    <a:pos x="88" y="185"/>
                  </a:cxn>
                </a:cxnLst>
                <a:rect l="0" t="0" r="r" b="b"/>
                <a:pathLst>
                  <a:path w="537" h="194">
                    <a:moveTo>
                      <a:pt x="0" y="194"/>
                    </a:moveTo>
                    <a:lnTo>
                      <a:pt x="0" y="194"/>
                    </a:lnTo>
                    <a:lnTo>
                      <a:pt x="9" y="185"/>
                    </a:lnTo>
                    <a:lnTo>
                      <a:pt x="9" y="185"/>
                    </a:lnTo>
                    <a:lnTo>
                      <a:pt x="18" y="176"/>
                    </a:lnTo>
                    <a:lnTo>
                      <a:pt x="18" y="176"/>
                    </a:lnTo>
                    <a:lnTo>
                      <a:pt x="18" y="168"/>
                    </a:lnTo>
                    <a:lnTo>
                      <a:pt x="18" y="159"/>
                    </a:lnTo>
                    <a:lnTo>
                      <a:pt x="9" y="159"/>
                    </a:lnTo>
                    <a:lnTo>
                      <a:pt x="9" y="159"/>
                    </a:lnTo>
                    <a:lnTo>
                      <a:pt x="18" y="150"/>
                    </a:lnTo>
                    <a:lnTo>
                      <a:pt x="18" y="159"/>
                    </a:lnTo>
                    <a:lnTo>
                      <a:pt x="18" y="150"/>
                    </a:lnTo>
                    <a:lnTo>
                      <a:pt x="18" y="150"/>
                    </a:lnTo>
                    <a:lnTo>
                      <a:pt x="18" y="150"/>
                    </a:lnTo>
                    <a:lnTo>
                      <a:pt x="27" y="141"/>
                    </a:lnTo>
                    <a:lnTo>
                      <a:pt x="27" y="141"/>
                    </a:lnTo>
                    <a:lnTo>
                      <a:pt x="27" y="132"/>
                    </a:lnTo>
                    <a:lnTo>
                      <a:pt x="27" y="132"/>
                    </a:lnTo>
                    <a:lnTo>
                      <a:pt x="27" y="132"/>
                    </a:lnTo>
                    <a:lnTo>
                      <a:pt x="27" y="132"/>
                    </a:lnTo>
                    <a:lnTo>
                      <a:pt x="35" y="123"/>
                    </a:lnTo>
                    <a:lnTo>
                      <a:pt x="35" y="115"/>
                    </a:lnTo>
                    <a:lnTo>
                      <a:pt x="35" y="115"/>
                    </a:lnTo>
                    <a:lnTo>
                      <a:pt x="35" y="115"/>
                    </a:lnTo>
                    <a:lnTo>
                      <a:pt x="35" y="106"/>
                    </a:lnTo>
                    <a:lnTo>
                      <a:pt x="35" y="97"/>
                    </a:lnTo>
                    <a:lnTo>
                      <a:pt x="44" y="97"/>
                    </a:lnTo>
                    <a:lnTo>
                      <a:pt x="35" y="88"/>
                    </a:lnTo>
                    <a:lnTo>
                      <a:pt x="44" y="88"/>
                    </a:lnTo>
                    <a:lnTo>
                      <a:pt x="44" y="79"/>
                    </a:lnTo>
                    <a:lnTo>
                      <a:pt x="44" y="79"/>
                    </a:lnTo>
                    <a:lnTo>
                      <a:pt x="44" y="70"/>
                    </a:lnTo>
                    <a:lnTo>
                      <a:pt x="44" y="70"/>
                    </a:lnTo>
                    <a:lnTo>
                      <a:pt x="44" y="70"/>
                    </a:lnTo>
                    <a:lnTo>
                      <a:pt x="44" y="70"/>
                    </a:lnTo>
                    <a:lnTo>
                      <a:pt x="53" y="70"/>
                    </a:lnTo>
                    <a:lnTo>
                      <a:pt x="141" y="62"/>
                    </a:lnTo>
                    <a:lnTo>
                      <a:pt x="141" y="53"/>
                    </a:lnTo>
                    <a:lnTo>
                      <a:pt x="132" y="44"/>
                    </a:lnTo>
                    <a:lnTo>
                      <a:pt x="141" y="44"/>
                    </a:lnTo>
                    <a:lnTo>
                      <a:pt x="150" y="44"/>
                    </a:lnTo>
                    <a:lnTo>
                      <a:pt x="176" y="44"/>
                    </a:lnTo>
                    <a:lnTo>
                      <a:pt x="203" y="44"/>
                    </a:lnTo>
                    <a:lnTo>
                      <a:pt x="238" y="35"/>
                    </a:lnTo>
                    <a:lnTo>
                      <a:pt x="264" y="35"/>
                    </a:lnTo>
                    <a:lnTo>
                      <a:pt x="299" y="35"/>
                    </a:lnTo>
                    <a:lnTo>
                      <a:pt x="308" y="26"/>
                    </a:lnTo>
                    <a:lnTo>
                      <a:pt x="343" y="26"/>
                    </a:lnTo>
                    <a:lnTo>
                      <a:pt x="361" y="26"/>
                    </a:lnTo>
                    <a:lnTo>
                      <a:pt x="379" y="26"/>
                    </a:lnTo>
                    <a:lnTo>
                      <a:pt x="405" y="26"/>
                    </a:lnTo>
                    <a:lnTo>
                      <a:pt x="405" y="17"/>
                    </a:lnTo>
                    <a:lnTo>
                      <a:pt x="431" y="17"/>
                    </a:lnTo>
                    <a:lnTo>
                      <a:pt x="440" y="17"/>
                    </a:lnTo>
                    <a:lnTo>
                      <a:pt x="484" y="8"/>
                    </a:lnTo>
                    <a:lnTo>
                      <a:pt x="511" y="8"/>
                    </a:lnTo>
                    <a:lnTo>
                      <a:pt x="528" y="0"/>
                    </a:lnTo>
                    <a:lnTo>
                      <a:pt x="537" y="0"/>
                    </a:lnTo>
                    <a:lnTo>
                      <a:pt x="528" y="8"/>
                    </a:lnTo>
                    <a:lnTo>
                      <a:pt x="528" y="17"/>
                    </a:lnTo>
                    <a:lnTo>
                      <a:pt x="528" y="26"/>
                    </a:lnTo>
                    <a:lnTo>
                      <a:pt x="528" y="26"/>
                    </a:lnTo>
                    <a:lnTo>
                      <a:pt x="519" y="26"/>
                    </a:lnTo>
                    <a:lnTo>
                      <a:pt x="519" y="44"/>
                    </a:lnTo>
                    <a:lnTo>
                      <a:pt x="511" y="44"/>
                    </a:lnTo>
                    <a:lnTo>
                      <a:pt x="511" y="44"/>
                    </a:lnTo>
                    <a:lnTo>
                      <a:pt x="502" y="44"/>
                    </a:lnTo>
                    <a:lnTo>
                      <a:pt x="493" y="53"/>
                    </a:lnTo>
                    <a:lnTo>
                      <a:pt x="493" y="53"/>
                    </a:lnTo>
                    <a:lnTo>
                      <a:pt x="484" y="62"/>
                    </a:lnTo>
                    <a:lnTo>
                      <a:pt x="484" y="62"/>
                    </a:lnTo>
                    <a:lnTo>
                      <a:pt x="475" y="53"/>
                    </a:lnTo>
                    <a:lnTo>
                      <a:pt x="475" y="62"/>
                    </a:lnTo>
                    <a:lnTo>
                      <a:pt x="475" y="62"/>
                    </a:lnTo>
                    <a:lnTo>
                      <a:pt x="467" y="62"/>
                    </a:lnTo>
                    <a:lnTo>
                      <a:pt x="467" y="62"/>
                    </a:lnTo>
                    <a:lnTo>
                      <a:pt x="467" y="70"/>
                    </a:lnTo>
                    <a:lnTo>
                      <a:pt x="458" y="79"/>
                    </a:lnTo>
                    <a:lnTo>
                      <a:pt x="458" y="79"/>
                    </a:lnTo>
                    <a:lnTo>
                      <a:pt x="449" y="88"/>
                    </a:lnTo>
                    <a:lnTo>
                      <a:pt x="431" y="97"/>
                    </a:lnTo>
                    <a:lnTo>
                      <a:pt x="431" y="106"/>
                    </a:lnTo>
                    <a:lnTo>
                      <a:pt x="414" y="106"/>
                    </a:lnTo>
                    <a:lnTo>
                      <a:pt x="405" y="106"/>
                    </a:lnTo>
                    <a:lnTo>
                      <a:pt x="405" y="115"/>
                    </a:lnTo>
                    <a:lnTo>
                      <a:pt x="405" y="115"/>
                    </a:lnTo>
                    <a:lnTo>
                      <a:pt x="396" y="123"/>
                    </a:lnTo>
                    <a:lnTo>
                      <a:pt x="396" y="132"/>
                    </a:lnTo>
                    <a:lnTo>
                      <a:pt x="387" y="132"/>
                    </a:lnTo>
                    <a:lnTo>
                      <a:pt x="387" y="150"/>
                    </a:lnTo>
                    <a:lnTo>
                      <a:pt x="361" y="159"/>
                    </a:lnTo>
                    <a:lnTo>
                      <a:pt x="299" y="159"/>
                    </a:lnTo>
                    <a:lnTo>
                      <a:pt x="229" y="168"/>
                    </a:lnTo>
                    <a:lnTo>
                      <a:pt x="141" y="176"/>
                    </a:lnTo>
                    <a:lnTo>
                      <a:pt x="141" y="176"/>
                    </a:lnTo>
                    <a:lnTo>
                      <a:pt x="141" y="176"/>
                    </a:lnTo>
                    <a:lnTo>
                      <a:pt x="88" y="185"/>
                    </a:lnTo>
                    <a:lnTo>
                      <a:pt x="0" y="194"/>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41"/>
              <p:cNvSpPr>
                <a:spLocks/>
              </p:cNvSpPr>
              <p:nvPr/>
            </p:nvSpPr>
            <p:spPr bwMode="auto">
              <a:xfrm>
                <a:off x="4140962" y="3149352"/>
                <a:ext cx="425298" cy="331383"/>
              </a:xfrm>
              <a:custGeom>
                <a:avLst/>
                <a:gdLst/>
                <a:ahLst/>
                <a:cxnLst>
                  <a:cxn ang="0">
                    <a:pos x="35" y="26"/>
                  </a:cxn>
                  <a:cxn ang="0">
                    <a:pos x="62" y="17"/>
                  </a:cxn>
                  <a:cxn ang="0">
                    <a:pos x="141" y="0"/>
                  </a:cxn>
                  <a:cxn ang="0">
                    <a:pos x="158" y="17"/>
                  </a:cxn>
                  <a:cxn ang="0">
                    <a:pos x="158" y="26"/>
                  </a:cxn>
                  <a:cxn ang="0">
                    <a:pos x="317" y="70"/>
                  </a:cxn>
                  <a:cxn ang="0">
                    <a:pos x="299" y="88"/>
                  </a:cxn>
                  <a:cxn ang="0">
                    <a:pos x="290" y="132"/>
                  </a:cxn>
                  <a:cxn ang="0">
                    <a:pos x="281" y="115"/>
                  </a:cxn>
                  <a:cxn ang="0">
                    <a:pos x="281" y="132"/>
                  </a:cxn>
                  <a:cxn ang="0">
                    <a:pos x="281" y="141"/>
                  </a:cxn>
                  <a:cxn ang="0">
                    <a:pos x="281" y="150"/>
                  </a:cxn>
                  <a:cxn ang="0">
                    <a:pos x="264" y="150"/>
                  </a:cxn>
                  <a:cxn ang="0">
                    <a:pos x="264" y="168"/>
                  </a:cxn>
                  <a:cxn ang="0">
                    <a:pos x="246" y="177"/>
                  </a:cxn>
                  <a:cxn ang="0">
                    <a:pos x="246" y="177"/>
                  </a:cxn>
                  <a:cxn ang="0">
                    <a:pos x="246" y="185"/>
                  </a:cxn>
                  <a:cxn ang="0">
                    <a:pos x="229" y="194"/>
                  </a:cxn>
                  <a:cxn ang="0">
                    <a:pos x="229" y="203"/>
                  </a:cxn>
                  <a:cxn ang="0">
                    <a:pos x="211" y="203"/>
                  </a:cxn>
                  <a:cxn ang="0">
                    <a:pos x="211" y="212"/>
                  </a:cxn>
                  <a:cxn ang="0">
                    <a:pos x="211" y="221"/>
                  </a:cxn>
                  <a:cxn ang="0">
                    <a:pos x="211" y="221"/>
                  </a:cxn>
                  <a:cxn ang="0">
                    <a:pos x="202" y="221"/>
                  </a:cxn>
                  <a:cxn ang="0">
                    <a:pos x="194" y="212"/>
                  </a:cxn>
                  <a:cxn ang="0">
                    <a:pos x="202" y="230"/>
                  </a:cxn>
                  <a:cxn ang="0">
                    <a:pos x="194" y="238"/>
                  </a:cxn>
                  <a:cxn ang="0">
                    <a:pos x="194" y="247"/>
                  </a:cxn>
                  <a:cxn ang="0">
                    <a:pos x="176" y="247"/>
                  </a:cxn>
                  <a:cxn ang="0">
                    <a:pos x="176" y="230"/>
                  </a:cxn>
                  <a:cxn ang="0">
                    <a:pos x="167" y="212"/>
                  </a:cxn>
                  <a:cxn ang="0">
                    <a:pos x="150" y="203"/>
                  </a:cxn>
                  <a:cxn ang="0">
                    <a:pos x="141" y="185"/>
                  </a:cxn>
                  <a:cxn ang="0">
                    <a:pos x="123" y="168"/>
                  </a:cxn>
                  <a:cxn ang="0">
                    <a:pos x="114" y="159"/>
                  </a:cxn>
                  <a:cxn ang="0">
                    <a:pos x="106" y="150"/>
                  </a:cxn>
                  <a:cxn ang="0">
                    <a:pos x="97" y="141"/>
                  </a:cxn>
                  <a:cxn ang="0">
                    <a:pos x="88" y="124"/>
                  </a:cxn>
                  <a:cxn ang="0">
                    <a:pos x="62" y="115"/>
                  </a:cxn>
                  <a:cxn ang="0">
                    <a:pos x="35" y="88"/>
                  </a:cxn>
                  <a:cxn ang="0">
                    <a:pos x="26" y="79"/>
                  </a:cxn>
                  <a:cxn ang="0">
                    <a:pos x="0" y="62"/>
                  </a:cxn>
                  <a:cxn ang="0">
                    <a:pos x="9" y="44"/>
                  </a:cxn>
                </a:cxnLst>
                <a:rect l="0" t="0" r="r" b="b"/>
                <a:pathLst>
                  <a:path w="317" h="247">
                    <a:moveTo>
                      <a:pt x="18" y="35"/>
                    </a:moveTo>
                    <a:lnTo>
                      <a:pt x="26" y="26"/>
                    </a:lnTo>
                    <a:lnTo>
                      <a:pt x="35" y="26"/>
                    </a:lnTo>
                    <a:lnTo>
                      <a:pt x="44" y="17"/>
                    </a:lnTo>
                    <a:lnTo>
                      <a:pt x="53" y="17"/>
                    </a:lnTo>
                    <a:lnTo>
                      <a:pt x="62" y="17"/>
                    </a:lnTo>
                    <a:lnTo>
                      <a:pt x="62" y="9"/>
                    </a:lnTo>
                    <a:lnTo>
                      <a:pt x="123" y="9"/>
                    </a:lnTo>
                    <a:lnTo>
                      <a:pt x="141" y="0"/>
                    </a:lnTo>
                    <a:lnTo>
                      <a:pt x="150" y="9"/>
                    </a:lnTo>
                    <a:lnTo>
                      <a:pt x="150" y="9"/>
                    </a:lnTo>
                    <a:lnTo>
                      <a:pt x="158" y="17"/>
                    </a:lnTo>
                    <a:lnTo>
                      <a:pt x="158" y="17"/>
                    </a:lnTo>
                    <a:lnTo>
                      <a:pt x="158" y="26"/>
                    </a:lnTo>
                    <a:lnTo>
                      <a:pt x="158" y="26"/>
                    </a:lnTo>
                    <a:lnTo>
                      <a:pt x="229" y="17"/>
                    </a:lnTo>
                    <a:lnTo>
                      <a:pt x="317" y="70"/>
                    </a:lnTo>
                    <a:lnTo>
                      <a:pt x="317" y="70"/>
                    </a:lnTo>
                    <a:lnTo>
                      <a:pt x="317" y="79"/>
                    </a:lnTo>
                    <a:lnTo>
                      <a:pt x="308" y="79"/>
                    </a:lnTo>
                    <a:lnTo>
                      <a:pt x="299" y="88"/>
                    </a:lnTo>
                    <a:lnTo>
                      <a:pt x="290" y="115"/>
                    </a:lnTo>
                    <a:lnTo>
                      <a:pt x="290" y="115"/>
                    </a:lnTo>
                    <a:lnTo>
                      <a:pt x="290" y="132"/>
                    </a:lnTo>
                    <a:lnTo>
                      <a:pt x="281" y="132"/>
                    </a:lnTo>
                    <a:lnTo>
                      <a:pt x="281" y="124"/>
                    </a:lnTo>
                    <a:lnTo>
                      <a:pt x="281" y="115"/>
                    </a:lnTo>
                    <a:lnTo>
                      <a:pt x="281" y="115"/>
                    </a:lnTo>
                    <a:lnTo>
                      <a:pt x="281" y="124"/>
                    </a:lnTo>
                    <a:lnTo>
                      <a:pt x="281" y="132"/>
                    </a:lnTo>
                    <a:lnTo>
                      <a:pt x="281" y="132"/>
                    </a:lnTo>
                    <a:lnTo>
                      <a:pt x="290" y="141"/>
                    </a:lnTo>
                    <a:lnTo>
                      <a:pt x="281" y="141"/>
                    </a:lnTo>
                    <a:lnTo>
                      <a:pt x="281" y="141"/>
                    </a:lnTo>
                    <a:lnTo>
                      <a:pt x="281" y="141"/>
                    </a:lnTo>
                    <a:lnTo>
                      <a:pt x="281" y="150"/>
                    </a:lnTo>
                    <a:lnTo>
                      <a:pt x="273" y="150"/>
                    </a:lnTo>
                    <a:lnTo>
                      <a:pt x="273" y="159"/>
                    </a:lnTo>
                    <a:lnTo>
                      <a:pt x="264" y="150"/>
                    </a:lnTo>
                    <a:lnTo>
                      <a:pt x="264" y="159"/>
                    </a:lnTo>
                    <a:lnTo>
                      <a:pt x="264" y="168"/>
                    </a:lnTo>
                    <a:lnTo>
                      <a:pt x="264" y="168"/>
                    </a:lnTo>
                    <a:lnTo>
                      <a:pt x="255" y="168"/>
                    </a:lnTo>
                    <a:lnTo>
                      <a:pt x="255" y="177"/>
                    </a:lnTo>
                    <a:lnTo>
                      <a:pt x="246" y="177"/>
                    </a:lnTo>
                    <a:lnTo>
                      <a:pt x="246" y="168"/>
                    </a:lnTo>
                    <a:lnTo>
                      <a:pt x="246" y="168"/>
                    </a:lnTo>
                    <a:lnTo>
                      <a:pt x="246" y="177"/>
                    </a:lnTo>
                    <a:lnTo>
                      <a:pt x="246" y="177"/>
                    </a:lnTo>
                    <a:lnTo>
                      <a:pt x="246" y="185"/>
                    </a:lnTo>
                    <a:lnTo>
                      <a:pt x="246" y="185"/>
                    </a:lnTo>
                    <a:lnTo>
                      <a:pt x="246" y="194"/>
                    </a:lnTo>
                    <a:lnTo>
                      <a:pt x="237" y="194"/>
                    </a:lnTo>
                    <a:lnTo>
                      <a:pt x="229" y="194"/>
                    </a:lnTo>
                    <a:lnTo>
                      <a:pt x="229" y="194"/>
                    </a:lnTo>
                    <a:lnTo>
                      <a:pt x="229" y="194"/>
                    </a:lnTo>
                    <a:lnTo>
                      <a:pt x="229" y="203"/>
                    </a:lnTo>
                    <a:lnTo>
                      <a:pt x="220" y="203"/>
                    </a:lnTo>
                    <a:lnTo>
                      <a:pt x="220" y="203"/>
                    </a:lnTo>
                    <a:lnTo>
                      <a:pt x="211" y="203"/>
                    </a:lnTo>
                    <a:lnTo>
                      <a:pt x="202" y="212"/>
                    </a:lnTo>
                    <a:lnTo>
                      <a:pt x="202" y="203"/>
                    </a:lnTo>
                    <a:lnTo>
                      <a:pt x="211" y="212"/>
                    </a:lnTo>
                    <a:lnTo>
                      <a:pt x="211" y="212"/>
                    </a:lnTo>
                    <a:lnTo>
                      <a:pt x="220" y="212"/>
                    </a:lnTo>
                    <a:lnTo>
                      <a:pt x="211" y="221"/>
                    </a:lnTo>
                    <a:lnTo>
                      <a:pt x="220" y="212"/>
                    </a:lnTo>
                    <a:lnTo>
                      <a:pt x="211" y="221"/>
                    </a:lnTo>
                    <a:lnTo>
                      <a:pt x="211" y="221"/>
                    </a:lnTo>
                    <a:lnTo>
                      <a:pt x="202" y="221"/>
                    </a:lnTo>
                    <a:lnTo>
                      <a:pt x="202" y="212"/>
                    </a:lnTo>
                    <a:lnTo>
                      <a:pt x="202" y="221"/>
                    </a:lnTo>
                    <a:lnTo>
                      <a:pt x="194" y="221"/>
                    </a:lnTo>
                    <a:lnTo>
                      <a:pt x="194" y="212"/>
                    </a:lnTo>
                    <a:lnTo>
                      <a:pt x="194" y="212"/>
                    </a:lnTo>
                    <a:lnTo>
                      <a:pt x="194" y="221"/>
                    </a:lnTo>
                    <a:lnTo>
                      <a:pt x="194" y="221"/>
                    </a:lnTo>
                    <a:lnTo>
                      <a:pt x="202" y="230"/>
                    </a:lnTo>
                    <a:lnTo>
                      <a:pt x="202" y="230"/>
                    </a:lnTo>
                    <a:lnTo>
                      <a:pt x="202" y="238"/>
                    </a:lnTo>
                    <a:lnTo>
                      <a:pt x="194" y="238"/>
                    </a:lnTo>
                    <a:lnTo>
                      <a:pt x="194" y="230"/>
                    </a:lnTo>
                    <a:lnTo>
                      <a:pt x="194" y="238"/>
                    </a:lnTo>
                    <a:lnTo>
                      <a:pt x="194" y="247"/>
                    </a:lnTo>
                    <a:lnTo>
                      <a:pt x="194" y="247"/>
                    </a:lnTo>
                    <a:lnTo>
                      <a:pt x="185" y="247"/>
                    </a:lnTo>
                    <a:lnTo>
                      <a:pt x="176" y="247"/>
                    </a:lnTo>
                    <a:lnTo>
                      <a:pt x="176" y="238"/>
                    </a:lnTo>
                    <a:lnTo>
                      <a:pt x="176" y="230"/>
                    </a:lnTo>
                    <a:lnTo>
                      <a:pt x="176" y="230"/>
                    </a:lnTo>
                    <a:lnTo>
                      <a:pt x="167" y="221"/>
                    </a:lnTo>
                    <a:lnTo>
                      <a:pt x="167" y="221"/>
                    </a:lnTo>
                    <a:lnTo>
                      <a:pt x="167" y="212"/>
                    </a:lnTo>
                    <a:lnTo>
                      <a:pt x="158" y="212"/>
                    </a:lnTo>
                    <a:lnTo>
                      <a:pt x="150" y="203"/>
                    </a:lnTo>
                    <a:lnTo>
                      <a:pt x="150" y="203"/>
                    </a:lnTo>
                    <a:lnTo>
                      <a:pt x="150" y="194"/>
                    </a:lnTo>
                    <a:lnTo>
                      <a:pt x="150" y="194"/>
                    </a:lnTo>
                    <a:lnTo>
                      <a:pt x="141" y="185"/>
                    </a:lnTo>
                    <a:lnTo>
                      <a:pt x="141" y="177"/>
                    </a:lnTo>
                    <a:lnTo>
                      <a:pt x="132" y="168"/>
                    </a:lnTo>
                    <a:lnTo>
                      <a:pt x="123" y="168"/>
                    </a:lnTo>
                    <a:lnTo>
                      <a:pt x="123" y="168"/>
                    </a:lnTo>
                    <a:lnTo>
                      <a:pt x="123" y="168"/>
                    </a:lnTo>
                    <a:lnTo>
                      <a:pt x="114" y="159"/>
                    </a:lnTo>
                    <a:lnTo>
                      <a:pt x="114" y="159"/>
                    </a:lnTo>
                    <a:lnTo>
                      <a:pt x="106" y="150"/>
                    </a:lnTo>
                    <a:lnTo>
                      <a:pt x="106" y="150"/>
                    </a:lnTo>
                    <a:lnTo>
                      <a:pt x="106" y="150"/>
                    </a:lnTo>
                    <a:lnTo>
                      <a:pt x="106" y="141"/>
                    </a:lnTo>
                    <a:lnTo>
                      <a:pt x="97" y="141"/>
                    </a:lnTo>
                    <a:lnTo>
                      <a:pt x="88" y="132"/>
                    </a:lnTo>
                    <a:lnTo>
                      <a:pt x="88" y="132"/>
                    </a:lnTo>
                    <a:lnTo>
                      <a:pt x="88" y="124"/>
                    </a:lnTo>
                    <a:lnTo>
                      <a:pt x="79" y="124"/>
                    </a:lnTo>
                    <a:lnTo>
                      <a:pt x="70" y="115"/>
                    </a:lnTo>
                    <a:lnTo>
                      <a:pt x="62" y="115"/>
                    </a:lnTo>
                    <a:lnTo>
                      <a:pt x="44" y="97"/>
                    </a:lnTo>
                    <a:lnTo>
                      <a:pt x="44" y="88"/>
                    </a:lnTo>
                    <a:lnTo>
                      <a:pt x="35" y="88"/>
                    </a:lnTo>
                    <a:lnTo>
                      <a:pt x="35" y="79"/>
                    </a:lnTo>
                    <a:lnTo>
                      <a:pt x="35" y="70"/>
                    </a:lnTo>
                    <a:lnTo>
                      <a:pt x="26" y="79"/>
                    </a:lnTo>
                    <a:lnTo>
                      <a:pt x="18" y="70"/>
                    </a:lnTo>
                    <a:lnTo>
                      <a:pt x="9" y="70"/>
                    </a:lnTo>
                    <a:lnTo>
                      <a:pt x="0" y="62"/>
                    </a:lnTo>
                    <a:lnTo>
                      <a:pt x="0" y="62"/>
                    </a:lnTo>
                    <a:lnTo>
                      <a:pt x="0" y="53"/>
                    </a:lnTo>
                    <a:lnTo>
                      <a:pt x="9" y="44"/>
                    </a:lnTo>
                    <a:lnTo>
                      <a:pt x="18" y="35"/>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42"/>
              <p:cNvSpPr>
                <a:spLocks/>
              </p:cNvSpPr>
              <p:nvPr/>
            </p:nvSpPr>
            <p:spPr bwMode="auto">
              <a:xfrm>
                <a:off x="4140962" y="3149352"/>
                <a:ext cx="425298" cy="331383"/>
              </a:xfrm>
              <a:custGeom>
                <a:avLst/>
                <a:gdLst/>
                <a:ahLst/>
                <a:cxnLst>
                  <a:cxn ang="0">
                    <a:pos x="35" y="26"/>
                  </a:cxn>
                  <a:cxn ang="0">
                    <a:pos x="62" y="17"/>
                  </a:cxn>
                  <a:cxn ang="0">
                    <a:pos x="141" y="0"/>
                  </a:cxn>
                  <a:cxn ang="0">
                    <a:pos x="158" y="17"/>
                  </a:cxn>
                  <a:cxn ang="0">
                    <a:pos x="158" y="26"/>
                  </a:cxn>
                  <a:cxn ang="0">
                    <a:pos x="317" y="70"/>
                  </a:cxn>
                  <a:cxn ang="0">
                    <a:pos x="299" y="88"/>
                  </a:cxn>
                  <a:cxn ang="0">
                    <a:pos x="290" y="132"/>
                  </a:cxn>
                  <a:cxn ang="0">
                    <a:pos x="281" y="115"/>
                  </a:cxn>
                  <a:cxn ang="0">
                    <a:pos x="281" y="132"/>
                  </a:cxn>
                  <a:cxn ang="0">
                    <a:pos x="281" y="141"/>
                  </a:cxn>
                  <a:cxn ang="0">
                    <a:pos x="281" y="150"/>
                  </a:cxn>
                  <a:cxn ang="0">
                    <a:pos x="264" y="150"/>
                  </a:cxn>
                  <a:cxn ang="0">
                    <a:pos x="264" y="168"/>
                  </a:cxn>
                  <a:cxn ang="0">
                    <a:pos x="246" y="177"/>
                  </a:cxn>
                  <a:cxn ang="0">
                    <a:pos x="246" y="177"/>
                  </a:cxn>
                  <a:cxn ang="0">
                    <a:pos x="246" y="185"/>
                  </a:cxn>
                  <a:cxn ang="0">
                    <a:pos x="229" y="194"/>
                  </a:cxn>
                  <a:cxn ang="0">
                    <a:pos x="229" y="203"/>
                  </a:cxn>
                  <a:cxn ang="0">
                    <a:pos x="211" y="203"/>
                  </a:cxn>
                  <a:cxn ang="0">
                    <a:pos x="211" y="212"/>
                  </a:cxn>
                  <a:cxn ang="0">
                    <a:pos x="211" y="221"/>
                  </a:cxn>
                  <a:cxn ang="0">
                    <a:pos x="211" y="221"/>
                  </a:cxn>
                  <a:cxn ang="0">
                    <a:pos x="202" y="221"/>
                  </a:cxn>
                  <a:cxn ang="0">
                    <a:pos x="194" y="212"/>
                  </a:cxn>
                  <a:cxn ang="0">
                    <a:pos x="202" y="230"/>
                  </a:cxn>
                  <a:cxn ang="0">
                    <a:pos x="194" y="238"/>
                  </a:cxn>
                  <a:cxn ang="0">
                    <a:pos x="194" y="247"/>
                  </a:cxn>
                  <a:cxn ang="0">
                    <a:pos x="176" y="247"/>
                  </a:cxn>
                  <a:cxn ang="0">
                    <a:pos x="176" y="230"/>
                  </a:cxn>
                  <a:cxn ang="0">
                    <a:pos x="167" y="212"/>
                  </a:cxn>
                  <a:cxn ang="0">
                    <a:pos x="150" y="203"/>
                  </a:cxn>
                  <a:cxn ang="0">
                    <a:pos x="141" y="185"/>
                  </a:cxn>
                  <a:cxn ang="0">
                    <a:pos x="123" y="168"/>
                  </a:cxn>
                  <a:cxn ang="0">
                    <a:pos x="114" y="159"/>
                  </a:cxn>
                  <a:cxn ang="0">
                    <a:pos x="106" y="150"/>
                  </a:cxn>
                  <a:cxn ang="0">
                    <a:pos x="97" y="141"/>
                  </a:cxn>
                  <a:cxn ang="0">
                    <a:pos x="88" y="124"/>
                  </a:cxn>
                  <a:cxn ang="0">
                    <a:pos x="62" y="115"/>
                  </a:cxn>
                  <a:cxn ang="0">
                    <a:pos x="35" y="88"/>
                  </a:cxn>
                  <a:cxn ang="0">
                    <a:pos x="26" y="79"/>
                  </a:cxn>
                  <a:cxn ang="0">
                    <a:pos x="0" y="62"/>
                  </a:cxn>
                  <a:cxn ang="0">
                    <a:pos x="9" y="44"/>
                  </a:cxn>
                </a:cxnLst>
                <a:rect l="0" t="0" r="r" b="b"/>
                <a:pathLst>
                  <a:path w="317" h="247">
                    <a:moveTo>
                      <a:pt x="18" y="35"/>
                    </a:moveTo>
                    <a:lnTo>
                      <a:pt x="26" y="26"/>
                    </a:lnTo>
                    <a:lnTo>
                      <a:pt x="35" y="26"/>
                    </a:lnTo>
                    <a:lnTo>
                      <a:pt x="44" y="17"/>
                    </a:lnTo>
                    <a:lnTo>
                      <a:pt x="53" y="17"/>
                    </a:lnTo>
                    <a:lnTo>
                      <a:pt x="62" y="17"/>
                    </a:lnTo>
                    <a:lnTo>
                      <a:pt x="62" y="9"/>
                    </a:lnTo>
                    <a:lnTo>
                      <a:pt x="123" y="9"/>
                    </a:lnTo>
                    <a:lnTo>
                      <a:pt x="141" y="0"/>
                    </a:lnTo>
                    <a:lnTo>
                      <a:pt x="150" y="9"/>
                    </a:lnTo>
                    <a:lnTo>
                      <a:pt x="150" y="9"/>
                    </a:lnTo>
                    <a:lnTo>
                      <a:pt x="158" y="17"/>
                    </a:lnTo>
                    <a:lnTo>
                      <a:pt x="158" y="17"/>
                    </a:lnTo>
                    <a:lnTo>
                      <a:pt x="158" y="26"/>
                    </a:lnTo>
                    <a:lnTo>
                      <a:pt x="158" y="26"/>
                    </a:lnTo>
                    <a:lnTo>
                      <a:pt x="229" y="17"/>
                    </a:lnTo>
                    <a:lnTo>
                      <a:pt x="317" y="70"/>
                    </a:lnTo>
                    <a:lnTo>
                      <a:pt x="317" y="70"/>
                    </a:lnTo>
                    <a:lnTo>
                      <a:pt x="317" y="79"/>
                    </a:lnTo>
                    <a:lnTo>
                      <a:pt x="308" y="79"/>
                    </a:lnTo>
                    <a:lnTo>
                      <a:pt x="299" y="88"/>
                    </a:lnTo>
                    <a:lnTo>
                      <a:pt x="290" y="115"/>
                    </a:lnTo>
                    <a:lnTo>
                      <a:pt x="290" y="115"/>
                    </a:lnTo>
                    <a:lnTo>
                      <a:pt x="290" y="132"/>
                    </a:lnTo>
                    <a:lnTo>
                      <a:pt x="281" y="132"/>
                    </a:lnTo>
                    <a:lnTo>
                      <a:pt x="281" y="124"/>
                    </a:lnTo>
                    <a:lnTo>
                      <a:pt x="281" y="115"/>
                    </a:lnTo>
                    <a:lnTo>
                      <a:pt x="281" y="115"/>
                    </a:lnTo>
                    <a:lnTo>
                      <a:pt x="281" y="124"/>
                    </a:lnTo>
                    <a:lnTo>
                      <a:pt x="281" y="132"/>
                    </a:lnTo>
                    <a:lnTo>
                      <a:pt x="281" y="132"/>
                    </a:lnTo>
                    <a:lnTo>
                      <a:pt x="290" y="141"/>
                    </a:lnTo>
                    <a:lnTo>
                      <a:pt x="281" y="141"/>
                    </a:lnTo>
                    <a:lnTo>
                      <a:pt x="281" y="141"/>
                    </a:lnTo>
                    <a:lnTo>
                      <a:pt x="281" y="141"/>
                    </a:lnTo>
                    <a:lnTo>
                      <a:pt x="281" y="150"/>
                    </a:lnTo>
                    <a:lnTo>
                      <a:pt x="273" y="150"/>
                    </a:lnTo>
                    <a:lnTo>
                      <a:pt x="273" y="159"/>
                    </a:lnTo>
                    <a:lnTo>
                      <a:pt x="264" y="150"/>
                    </a:lnTo>
                    <a:lnTo>
                      <a:pt x="264" y="159"/>
                    </a:lnTo>
                    <a:lnTo>
                      <a:pt x="264" y="168"/>
                    </a:lnTo>
                    <a:lnTo>
                      <a:pt x="264" y="168"/>
                    </a:lnTo>
                    <a:lnTo>
                      <a:pt x="255" y="168"/>
                    </a:lnTo>
                    <a:lnTo>
                      <a:pt x="255" y="177"/>
                    </a:lnTo>
                    <a:lnTo>
                      <a:pt x="246" y="177"/>
                    </a:lnTo>
                    <a:lnTo>
                      <a:pt x="246" y="168"/>
                    </a:lnTo>
                    <a:lnTo>
                      <a:pt x="246" y="168"/>
                    </a:lnTo>
                    <a:lnTo>
                      <a:pt x="246" y="177"/>
                    </a:lnTo>
                    <a:lnTo>
                      <a:pt x="246" y="177"/>
                    </a:lnTo>
                    <a:lnTo>
                      <a:pt x="246" y="185"/>
                    </a:lnTo>
                    <a:lnTo>
                      <a:pt x="246" y="185"/>
                    </a:lnTo>
                    <a:lnTo>
                      <a:pt x="246" y="194"/>
                    </a:lnTo>
                    <a:lnTo>
                      <a:pt x="237" y="194"/>
                    </a:lnTo>
                    <a:lnTo>
                      <a:pt x="229" y="194"/>
                    </a:lnTo>
                    <a:lnTo>
                      <a:pt x="229" y="194"/>
                    </a:lnTo>
                    <a:lnTo>
                      <a:pt x="229" y="194"/>
                    </a:lnTo>
                    <a:lnTo>
                      <a:pt x="229" y="203"/>
                    </a:lnTo>
                    <a:lnTo>
                      <a:pt x="220" y="203"/>
                    </a:lnTo>
                    <a:lnTo>
                      <a:pt x="220" y="203"/>
                    </a:lnTo>
                    <a:lnTo>
                      <a:pt x="211" y="203"/>
                    </a:lnTo>
                    <a:lnTo>
                      <a:pt x="202" y="212"/>
                    </a:lnTo>
                    <a:lnTo>
                      <a:pt x="202" y="203"/>
                    </a:lnTo>
                    <a:lnTo>
                      <a:pt x="211" y="212"/>
                    </a:lnTo>
                    <a:lnTo>
                      <a:pt x="211" y="212"/>
                    </a:lnTo>
                    <a:lnTo>
                      <a:pt x="220" y="212"/>
                    </a:lnTo>
                    <a:lnTo>
                      <a:pt x="211" y="221"/>
                    </a:lnTo>
                    <a:lnTo>
                      <a:pt x="220" y="212"/>
                    </a:lnTo>
                    <a:lnTo>
                      <a:pt x="211" y="221"/>
                    </a:lnTo>
                    <a:lnTo>
                      <a:pt x="211" y="221"/>
                    </a:lnTo>
                    <a:lnTo>
                      <a:pt x="202" y="221"/>
                    </a:lnTo>
                    <a:lnTo>
                      <a:pt x="202" y="212"/>
                    </a:lnTo>
                    <a:lnTo>
                      <a:pt x="202" y="221"/>
                    </a:lnTo>
                    <a:lnTo>
                      <a:pt x="194" y="221"/>
                    </a:lnTo>
                    <a:lnTo>
                      <a:pt x="194" y="212"/>
                    </a:lnTo>
                    <a:lnTo>
                      <a:pt x="194" y="212"/>
                    </a:lnTo>
                    <a:lnTo>
                      <a:pt x="194" y="221"/>
                    </a:lnTo>
                    <a:lnTo>
                      <a:pt x="194" y="221"/>
                    </a:lnTo>
                    <a:lnTo>
                      <a:pt x="202" y="230"/>
                    </a:lnTo>
                    <a:lnTo>
                      <a:pt x="202" y="230"/>
                    </a:lnTo>
                    <a:lnTo>
                      <a:pt x="202" y="238"/>
                    </a:lnTo>
                    <a:lnTo>
                      <a:pt x="194" y="238"/>
                    </a:lnTo>
                    <a:lnTo>
                      <a:pt x="194" y="230"/>
                    </a:lnTo>
                    <a:lnTo>
                      <a:pt x="194" y="238"/>
                    </a:lnTo>
                    <a:lnTo>
                      <a:pt x="194" y="247"/>
                    </a:lnTo>
                    <a:lnTo>
                      <a:pt x="194" y="247"/>
                    </a:lnTo>
                    <a:lnTo>
                      <a:pt x="185" y="247"/>
                    </a:lnTo>
                    <a:lnTo>
                      <a:pt x="176" y="247"/>
                    </a:lnTo>
                    <a:lnTo>
                      <a:pt x="176" y="238"/>
                    </a:lnTo>
                    <a:lnTo>
                      <a:pt x="176" y="230"/>
                    </a:lnTo>
                    <a:lnTo>
                      <a:pt x="176" y="230"/>
                    </a:lnTo>
                    <a:lnTo>
                      <a:pt x="167" y="221"/>
                    </a:lnTo>
                    <a:lnTo>
                      <a:pt x="167" y="221"/>
                    </a:lnTo>
                    <a:lnTo>
                      <a:pt x="167" y="212"/>
                    </a:lnTo>
                    <a:lnTo>
                      <a:pt x="158" y="212"/>
                    </a:lnTo>
                    <a:lnTo>
                      <a:pt x="150" y="203"/>
                    </a:lnTo>
                    <a:lnTo>
                      <a:pt x="150" y="203"/>
                    </a:lnTo>
                    <a:lnTo>
                      <a:pt x="150" y="194"/>
                    </a:lnTo>
                    <a:lnTo>
                      <a:pt x="150" y="194"/>
                    </a:lnTo>
                    <a:lnTo>
                      <a:pt x="141" y="185"/>
                    </a:lnTo>
                    <a:lnTo>
                      <a:pt x="141" y="177"/>
                    </a:lnTo>
                    <a:lnTo>
                      <a:pt x="132" y="168"/>
                    </a:lnTo>
                    <a:lnTo>
                      <a:pt x="123" y="168"/>
                    </a:lnTo>
                    <a:lnTo>
                      <a:pt x="123" y="168"/>
                    </a:lnTo>
                    <a:lnTo>
                      <a:pt x="123" y="168"/>
                    </a:lnTo>
                    <a:lnTo>
                      <a:pt x="114" y="159"/>
                    </a:lnTo>
                    <a:lnTo>
                      <a:pt x="114" y="159"/>
                    </a:lnTo>
                    <a:lnTo>
                      <a:pt x="106" y="150"/>
                    </a:lnTo>
                    <a:lnTo>
                      <a:pt x="106" y="150"/>
                    </a:lnTo>
                    <a:lnTo>
                      <a:pt x="106" y="150"/>
                    </a:lnTo>
                    <a:lnTo>
                      <a:pt x="106" y="141"/>
                    </a:lnTo>
                    <a:lnTo>
                      <a:pt x="97" y="141"/>
                    </a:lnTo>
                    <a:lnTo>
                      <a:pt x="88" y="132"/>
                    </a:lnTo>
                    <a:lnTo>
                      <a:pt x="88" y="132"/>
                    </a:lnTo>
                    <a:lnTo>
                      <a:pt x="88" y="124"/>
                    </a:lnTo>
                    <a:lnTo>
                      <a:pt x="79" y="124"/>
                    </a:lnTo>
                    <a:lnTo>
                      <a:pt x="70" y="115"/>
                    </a:lnTo>
                    <a:lnTo>
                      <a:pt x="62" y="115"/>
                    </a:lnTo>
                    <a:lnTo>
                      <a:pt x="44" y="97"/>
                    </a:lnTo>
                    <a:lnTo>
                      <a:pt x="44" y="88"/>
                    </a:lnTo>
                    <a:lnTo>
                      <a:pt x="35" y="88"/>
                    </a:lnTo>
                    <a:lnTo>
                      <a:pt x="35" y="79"/>
                    </a:lnTo>
                    <a:lnTo>
                      <a:pt x="35" y="70"/>
                    </a:lnTo>
                    <a:lnTo>
                      <a:pt x="26" y="79"/>
                    </a:lnTo>
                    <a:lnTo>
                      <a:pt x="18" y="70"/>
                    </a:lnTo>
                    <a:lnTo>
                      <a:pt x="9" y="70"/>
                    </a:lnTo>
                    <a:lnTo>
                      <a:pt x="0" y="62"/>
                    </a:lnTo>
                    <a:lnTo>
                      <a:pt x="0" y="62"/>
                    </a:lnTo>
                    <a:lnTo>
                      <a:pt x="0" y="53"/>
                    </a:lnTo>
                    <a:lnTo>
                      <a:pt x="9" y="44"/>
                    </a:lnTo>
                    <a:lnTo>
                      <a:pt x="18" y="35"/>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43"/>
              <p:cNvSpPr>
                <a:spLocks/>
              </p:cNvSpPr>
              <p:nvPr/>
            </p:nvSpPr>
            <p:spPr bwMode="auto">
              <a:xfrm>
                <a:off x="2429040" y="2093489"/>
                <a:ext cx="578244" cy="391756"/>
              </a:xfrm>
              <a:custGeom>
                <a:avLst/>
                <a:gdLst/>
                <a:ahLst/>
                <a:cxnLst>
                  <a:cxn ang="0">
                    <a:pos x="0" y="239"/>
                  </a:cxn>
                  <a:cxn ang="0">
                    <a:pos x="9" y="79"/>
                  </a:cxn>
                  <a:cxn ang="0">
                    <a:pos x="18" y="71"/>
                  </a:cxn>
                  <a:cxn ang="0">
                    <a:pos x="18" y="0"/>
                  </a:cxn>
                  <a:cxn ang="0">
                    <a:pos x="115" y="9"/>
                  </a:cxn>
                  <a:cxn ang="0">
                    <a:pos x="229" y="17"/>
                  </a:cxn>
                  <a:cxn ang="0">
                    <a:pos x="326" y="17"/>
                  </a:cxn>
                  <a:cxn ang="0">
                    <a:pos x="431" y="17"/>
                  </a:cxn>
                  <a:cxn ang="0">
                    <a:pos x="422" y="26"/>
                  </a:cxn>
                  <a:cxn ang="0">
                    <a:pos x="422" y="35"/>
                  </a:cxn>
                  <a:cxn ang="0">
                    <a:pos x="414" y="35"/>
                  </a:cxn>
                  <a:cxn ang="0">
                    <a:pos x="414" y="44"/>
                  </a:cxn>
                  <a:cxn ang="0">
                    <a:pos x="414" y="44"/>
                  </a:cxn>
                  <a:cxn ang="0">
                    <a:pos x="414" y="44"/>
                  </a:cxn>
                  <a:cxn ang="0">
                    <a:pos x="422" y="62"/>
                  </a:cxn>
                  <a:cxn ang="0">
                    <a:pos x="422" y="62"/>
                  </a:cxn>
                  <a:cxn ang="0">
                    <a:pos x="431" y="62"/>
                  </a:cxn>
                  <a:cxn ang="0">
                    <a:pos x="431" y="71"/>
                  </a:cxn>
                  <a:cxn ang="0">
                    <a:pos x="431" y="212"/>
                  </a:cxn>
                  <a:cxn ang="0">
                    <a:pos x="422" y="212"/>
                  </a:cxn>
                  <a:cxn ang="0">
                    <a:pos x="431" y="212"/>
                  </a:cxn>
                  <a:cxn ang="0">
                    <a:pos x="431" y="221"/>
                  </a:cxn>
                  <a:cxn ang="0">
                    <a:pos x="431" y="230"/>
                  </a:cxn>
                  <a:cxn ang="0">
                    <a:pos x="431" y="230"/>
                  </a:cxn>
                  <a:cxn ang="0">
                    <a:pos x="431" y="230"/>
                  </a:cxn>
                  <a:cxn ang="0">
                    <a:pos x="431" y="239"/>
                  </a:cxn>
                  <a:cxn ang="0">
                    <a:pos x="431" y="239"/>
                  </a:cxn>
                  <a:cxn ang="0">
                    <a:pos x="431" y="247"/>
                  </a:cxn>
                  <a:cxn ang="0">
                    <a:pos x="431" y="256"/>
                  </a:cxn>
                  <a:cxn ang="0">
                    <a:pos x="431" y="265"/>
                  </a:cxn>
                  <a:cxn ang="0">
                    <a:pos x="431" y="265"/>
                  </a:cxn>
                  <a:cxn ang="0">
                    <a:pos x="422" y="265"/>
                  </a:cxn>
                  <a:cxn ang="0">
                    <a:pos x="422" y="274"/>
                  </a:cxn>
                  <a:cxn ang="0">
                    <a:pos x="431" y="274"/>
                  </a:cxn>
                  <a:cxn ang="0">
                    <a:pos x="431" y="292"/>
                  </a:cxn>
                  <a:cxn ang="0">
                    <a:pos x="431" y="283"/>
                  </a:cxn>
                  <a:cxn ang="0">
                    <a:pos x="422" y="283"/>
                  </a:cxn>
                  <a:cxn ang="0">
                    <a:pos x="422" y="274"/>
                  </a:cxn>
                  <a:cxn ang="0">
                    <a:pos x="414" y="274"/>
                  </a:cxn>
                  <a:cxn ang="0">
                    <a:pos x="414" y="274"/>
                  </a:cxn>
                  <a:cxn ang="0">
                    <a:pos x="405" y="274"/>
                  </a:cxn>
                  <a:cxn ang="0">
                    <a:pos x="405" y="265"/>
                  </a:cxn>
                  <a:cxn ang="0">
                    <a:pos x="405" y="265"/>
                  </a:cxn>
                  <a:cxn ang="0">
                    <a:pos x="396" y="265"/>
                  </a:cxn>
                  <a:cxn ang="0">
                    <a:pos x="387" y="256"/>
                  </a:cxn>
                  <a:cxn ang="0">
                    <a:pos x="361" y="265"/>
                  </a:cxn>
                  <a:cxn ang="0">
                    <a:pos x="352" y="256"/>
                  </a:cxn>
                  <a:cxn ang="0">
                    <a:pos x="352" y="265"/>
                  </a:cxn>
                  <a:cxn ang="0">
                    <a:pos x="343" y="265"/>
                  </a:cxn>
                  <a:cxn ang="0">
                    <a:pos x="326" y="256"/>
                  </a:cxn>
                  <a:cxn ang="0">
                    <a:pos x="317" y="247"/>
                  </a:cxn>
                  <a:cxn ang="0">
                    <a:pos x="255" y="247"/>
                  </a:cxn>
                  <a:cxn ang="0">
                    <a:pos x="159" y="247"/>
                  </a:cxn>
                  <a:cxn ang="0">
                    <a:pos x="62" y="239"/>
                  </a:cxn>
                  <a:cxn ang="0">
                    <a:pos x="0" y="239"/>
                  </a:cxn>
                </a:cxnLst>
                <a:rect l="0" t="0" r="r" b="b"/>
                <a:pathLst>
                  <a:path w="431" h="292">
                    <a:moveTo>
                      <a:pt x="0" y="239"/>
                    </a:moveTo>
                    <a:lnTo>
                      <a:pt x="9" y="79"/>
                    </a:lnTo>
                    <a:lnTo>
                      <a:pt x="18" y="71"/>
                    </a:lnTo>
                    <a:lnTo>
                      <a:pt x="18" y="0"/>
                    </a:lnTo>
                    <a:lnTo>
                      <a:pt x="115" y="9"/>
                    </a:lnTo>
                    <a:lnTo>
                      <a:pt x="229" y="17"/>
                    </a:lnTo>
                    <a:lnTo>
                      <a:pt x="326" y="17"/>
                    </a:lnTo>
                    <a:lnTo>
                      <a:pt x="431" y="17"/>
                    </a:lnTo>
                    <a:lnTo>
                      <a:pt x="422" y="26"/>
                    </a:lnTo>
                    <a:lnTo>
                      <a:pt x="422" y="35"/>
                    </a:lnTo>
                    <a:lnTo>
                      <a:pt x="414" y="35"/>
                    </a:lnTo>
                    <a:lnTo>
                      <a:pt x="414" y="44"/>
                    </a:lnTo>
                    <a:lnTo>
                      <a:pt x="414" y="44"/>
                    </a:lnTo>
                    <a:lnTo>
                      <a:pt x="414" y="44"/>
                    </a:lnTo>
                    <a:lnTo>
                      <a:pt x="422" y="62"/>
                    </a:lnTo>
                    <a:lnTo>
                      <a:pt x="422" y="62"/>
                    </a:lnTo>
                    <a:lnTo>
                      <a:pt x="431" y="62"/>
                    </a:lnTo>
                    <a:lnTo>
                      <a:pt x="431" y="71"/>
                    </a:lnTo>
                    <a:lnTo>
                      <a:pt x="431" y="212"/>
                    </a:lnTo>
                    <a:lnTo>
                      <a:pt x="422" y="212"/>
                    </a:lnTo>
                    <a:lnTo>
                      <a:pt x="431" y="212"/>
                    </a:lnTo>
                    <a:lnTo>
                      <a:pt x="431" y="221"/>
                    </a:lnTo>
                    <a:lnTo>
                      <a:pt x="431" y="230"/>
                    </a:lnTo>
                    <a:lnTo>
                      <a:pt x="431" y="230"/>
                    </a:lnTo>
                    <a:lnTo>
                      <a:pt x="431" y="230"/>
                    </a:lnTo>
                    <a:lnTo>
                      <a:pt x="431" y="239"/>
                    </a:lnTo>
                    <a:lnTo>
                      <a:pt x="431" y="239"/>
                    </a:lnTo>
                    <a:lnTo>
                      <a:pt x="431" y="247"/>
                    </a:lnTo>
                    <a:lnTo>
                      <a:pt x="431" y="256"/>
                    </a:lnTo>
                    <a:lnTo>
                      <a:pt x="431" y="265"/>
                    </a:lnTo>
                    <a:lnTo>
                      <a:pt x="431" y="265"/>
                    </a:lnTo>
                    <a:lnTo>
                      <a:pt x="422" y="265"/>
                    </a:lnTo>
                    <a:lnTo>
                      <a:pt x="422" y="274"/>
                    </a:lnTo>
                    <a:lnTo>
                      <a:pt x="431" y="274"/>
                    </a:lnTo>
                    <a:lnTo>
                      <a:pt x="431" y="292"/>
                    </a:lnTo>
                    <a:lnTo>
                      <a:pt x="431" y="283"/>
                    </a:lnTo>
                    <a:lnTo>
                      <a:pt x="422" y="283"/>
                    </a:lnTo>
                    <a:lnTo>
                      <a:pt x="422" y="274"/>
                    </a:lnTo>
                    <a:lnTo>
                      <a:pt x="414" y="274"/>
                    </a:lnTo>
                    <a:lnTo>
                      <a:pt x="414" y="274"/>
                    </a:lnTo>
                    <a:lnTo>
                      <a:pt x="405" y="274"/>
                    </a:lnTo>
                    <a:lnTo>
                      <a:pt x="405" y="265"/>
                    </a:lnTo>
                    <a:lnTo>
                      <a:pt x="405" y="265"/>
                    </a:lnTo>
                    <a:lnTo>
                      <a:pt x="396" y="265"/>
                    </a:lnTo>
                    <a:lnTo>
                      <a:pt x="387" y="256"/>
                    </a:lnTo>
                    <a:lnTo>
                      <a:pt x="361" y="265"/>
                    </a:lnTo>
                    <a:lnTo>
                      <a:pt x="352" y="256"/>
                    </a:lnTo>
                    <a:lnTo>
                      <a:pt x="352" y="265"/>
                    </a:lnTo>
                    <a:lnTo>
                      <a:pt x="343" y="265"/>
                    </a:lnTo>
                    <a:lnTo>
                      <a:pt x="326" y="256"/>
                    </a:lnTo>
                    <a:lnTo>
                      <a:pt x="317" y="247"/>
                    </a:lnTo>
                    <a:lnTo>
                      <a:pt x="255" y="247"/>
                    </a:lnTo>
                    <a:lnTo>
                      <a:pt x="159" y="247"/>
                    </a:lnTo>
                    <a:lnTo>
                      <a:pt x="62" y="239"/>
                    </a:lnTo>
                    <a:lnTo>
                      <a:pt x="0" y="23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44"/>
              <p:cNvSpPr>
                <a:spLocks/>
              </p:cNvSpPr>
              <p:nvPr/>
            </p:nvSpPr>
            <p:spPr bwMode="auto">
              <a:xfrm>
                <a:off x="2429040" y="2093489"/>
                <a:ext cx="578244" cy="391756"/>
              </a:xfrm>
              <a:custGeom>
                <a:avLst/>
                <a:gdLst/>
                <a:ahLst/>
                <a:cxnLst>
                  <a:cxn ang="0">
                    <a:pos x="0" y="239"/>
                  </a:cxn>
                  <a:cxn ang="0">
                    <a:pos x="9" y="79"/>
                  </a:cxn>
                  <a:cxn ang="0">
                    <a:pos x="18" y="71"/>
                  </a:cxn>
                  <a:cxn ang="0">
                    <a:pos x="18" y="0"/>
                  </a:cxn>
                  <a:cxn ang="0">
                    <a:pos x="115" y="9"/>
                  </a:cxn>
                  <a:cxn ang="0">
                    <a:pos x="229" y="17"/>
                  </a:cxn>
                  <a:cxn ang="0">
                    <a:pos x="326" y="17"/>
                  </a:cxn>
                  <a:cxn ang="0">
                    <a:pos x="431" y="17"/>
                  </a:cxn>
                  <a:cxn ang="0">
                    <a:pos x="422" y="26"/>
                  </a:cxn>
                  <a:cxn ang="0">
                    <a:pos x="422" y="35"/>
                  </a:cxn>
                  <a:cxn ang="0">
                    <a:pos x="414" y="35"/>
                  </a:cxn>
                  <a:cxn ang="0">
                    <a:pos x="414" y="44"/>
                  </a:cxn>
                  <a:cxn ang="0">
                    <a:pos x="414" y="44"/>
                  </a:cxn>
                  <a:cxn ang="0">
                    <a:pos x="414" y="44"/>
                  </a:cxn>
                  <a:cxn ang="0">
                    <a:pos x="422" y="62"/>
                  </a:cxn>
                  <a:cxn ang="0">
                    <a:pos x="422" y="62"/>
                  </a:cxn>
                  <a:cxn ang="0">
                    <a:pos x="431" y="62"/>
                  </a:cxn>
                  <a:cxn ang="0">
                    <a:pos x="431" y="71"/>
                  </a:cxn>
                  <a:cxn ang="0">
                    <a:pos x="431" y="212"/>
                  </a:cxn>
                  <a:cxn ang="0">
                    <a:pos x="422" y="212"/>
                  </a:cxn>
                  <a:cxn ang="0">
                    <a:pos x="431" y="212"/>
                  </a:cxn>
                  <a:cxn ang="0">
                    <a:pos x="431" y="221"/>
                  </a:cxn>
                  <a:cxn ang="0">
                    <a:pos x="431" y="230"/>
                  </a:cxn>
                  <a:cxn ang="0">
                    <a:pos x="431" y="230"/>
                  </a:cxn>
                  <a:cxn ang="0">
                    <a:pos x="431" y="230"/>
                  </a:cxn>
                  <a:cxn ang="0">
                    <a:pos x="431" y="239"/>
                  </a:cxn>
                  <a:cxn ang="0">
                    <a:pos x="431" y="239"/>
                  </a:cxn>
                  <a:cxn ang="0">
                    <a:pos x="431" y="247"/>
                  </a:cxn>
                  <a:cxn ang="0">
                    <a:pos x="431" y="256"/>
                  </a:cxn>
                  <a:cxn ang="0">
                    <a:pos x="431" y="265"/>
                  </a:cxn>
                  <a:cxn ang="0">
                    <a:pos x="431" y="265"/>
                  </a:cxn>
                  <a:cxn ang="0">
                    <a:pos x="422" y="265"/>
                  </a:cxn>
                  <a:cxn ang="0">
                    <a:pos x="422" y="274"/>
                  </a:cxn>
                  <a:cxn ang="0">
                    <a:pos x="431" y="274"/>
                  </a:cxn>
                  <a:cxn ang="0">
                    <a:pos x="431" y="292"/>
                  </a:cxn>
                  <a:cxn ang="0">
                    <a:pos x="431" y="283"/>
                  </a:cxn>
                  <a:cxn ang="0">
                    <a:pos x="422" y="283"/>
                  </a:cxn>
                  <a:cxn ang="0">
                    <a:pos x="422" y="274"/>
                  </a:cxn>
                  <a:cxn ang="0">
                    <a:pos x="414" y="274"/>
                  </a:cxn>
                  <a:cxn ang="0">
                    <a:pos x="414" y="274"/>
                  </a:cxn>
                  <a:cxn ang="0">
                    <a:pos x="405" y="274"/>
                  </a:cxn>
                  <a:cxn ang="0">
                    <a:pos x="405" y="265"/>
                  </a:cxn>
                  <a:cxn ang="0">
                    <a:pos x="405" y="265"/>
                  </a:cxn>
                  <a:cxn ang="0">
                    <a:pos x="396" y="265"/>
                  </a:cxn>
                  <a:cxn ang="0">
                    <a:pos x="387" y="256"/>
                  </a:cxn>
                  <a:cxn ang="0">
                    <a:pos x="361" y="265"/>
                  </a:cxn>
                  <a:cxn ang="0">
                    <a:pos x="352" y="256"/>
                  </a:cxn>
                  <a:cxn ang="0">
                    <a:pos x="352" y="265"/>
                  </a:cxn>
                  <a:cxn ang="0">
                    <a:pos x="343" y="265"/>
                  </a:cxn>
                  <a:cxn ang="0">
                    <a:pos x="326" y="256"/>
                  </a:cxn>
                  <a:cxn ang="0">
                    <a:pos x="317" y="247"/>
                  </a:cxn>
                  <a:cxn ang="0">
                    <a:pos x="255" y="247"/>
                  </a:cxn>
                  <a:cxn ang="0">
                    <a:pos x="159" y="247"/>
                  </a:cxn>
                  <a:cxn ang="0">
                    <a:pos x="62" y="239"/>
                  </a:cxn>
                  <a:cxn ang="0">
                    <a:pos x="0" y="239"/>
                  </a:cxn>
                </a:cxnLst>
                <a:rect l="0" t="0" r="r" b="b"/>
                <a:pathLst>
                  <a:path w="431" h="292">
                    <a:moveTo>
                      <a:pt x="0" y="239"/>
                    </a:moveTo>
                    <a:lnTo>
                      <a:pt x="9" y="79"/>
                    </a:lnTo>
                    <a:lnTo>
                      <a:pt x="18" y="71"/>
                    </a:lnTo>
                    <a:lnTo>
                      <a:pt x="18" y="0"/>
                    </a:lnTo>
                    <a:lnTo>
                      <a:pt x="115" y="9"/>
                    </a:lnTo>
                    <a:lnTo>
                      <a:pt x="229" y="17"/>
                    </a:lnTo>
                    <a:lnTo>
                      <a:pt x="326" y="17"/>
                    </a:lnTo>
                    <a:lnTo>
                      <a:pt x="431" y="17"/>
                    </a:lnTo>
                    <a:lnTo>
                      <a:pt x="422" y="26"/>
                    </a:lnTo>
                    <a:lnTo>
                      <a:pt x="422" y="35"/>
                    </a:lnTo>
                    <a:lnTo>
                      <a:pt x="414" y="35"/>
                    </a:lnTo>
                    <a:lnTo>
                      <a:pt x="414" y="44"/>
                    </a:lnTo>
                    <a:lnTo>
                      <a:pt x="414" y="44"/>
                    </a:lnTo>
                    <a:lnTo>
                      <a:pt x="414" y="44"/>
                    </a:lnTo>
                    <a:lnTo>
                      <a:pt x="422" y="62"/>
                    </a:lnTo>
                    <a:lnTo>
                      <a:pt x="422" y="62"/>
                    </a:lnTo>
                    <a:lnTo>
                      <a:pt x="431" y="62"/>
                    </a:lnTo>
                    <a:lnTo>
                      <a:pt x="431" y="71"/>
                    </a:lnTo>
                    <a:lnTo>
                      <a:pt x="431" y="212"/>
                    </a:lnTo>
                    <a:lnTo>
                      <a:pt x="422" y="212"/>
                    </a:lnTo>
                    <a:lnTo>
                      <a:pt x="431" y="212"/>
                    </a:lnTo>
                    <a:lnTo>
                      <a:pt x="431" y="221"/>
                    </a:lnTo>
                    <a:lnTo>
                      <a:pt x="431" y="230"/>
                    </a:lnTo>
                    <a:lnTo>
                      <a:pt x="431" y="230"/>
                    </a:lnTo>
                    <a:lnTo>
                      <a:pt x="431" y="230"/>
                    </a:lnTo>
                    <a:lnTo>
                      <a:pt x="431" y="239"/>
                    </a:lnTo>
                    <a:lnTo>
                      <a:pt x="431" y="239"/>
                    </a:lnTo>
                    <a:lnTo>
                      <a:pt x="431" y="247"/>
                    </a:lnTo>
                    <a:lnTo>
                      <a:pt x="431" y="256"/>
                    </a:lnTo>
                    <a:lnTo>
                      <a:pt x="431" y="265"/>
                    </a:lnTo>
                    <a:lnTo>
                      <a:pt x="431" y="265"/>
                    </a:lnTo>
                    <a:lnTo>
                      <a:pt x="422" y="265"/>
                    </a:lnTo>
                    <a:lnTo>
                      <a:pt x="422" y="274"/>
                    </a:lnTo>
                    <a:lnTo>
                      <a:pt x="431" y="274"/>
                    </a:lnTo>
                    <a:lnTo>
                      <a:pt x="431" y="292"/>
                    </a:lnTo>
                    <a:lnTo>
                      <a:pt x="431" y="283"/>
                    </a:lnTo>
                    <a:lnTo>
                      <a:pt x="422" y="283"/>
                    </a:lnTo>
                    <a:lnTo>
                      <a:pt x="422" y="274"/>
                    </a:lnTo>
                    <a:lnTo>
                      <a:pt x="414" y="274"/>
                    </a:lnTo>
                    <a:lnTo>
                      <a:pt x="414" y="274"/>
                    </a:lnTo>
                    <a:lnTo>
                      <a:pt x="405" y="274"/>
                    </a:lnTo>
                    <a:lnTo>
                      <a:pt x="405" y="265"/>
                    </a:lnTo>
                    <a:lnTo>
                      <a:pt x="405" y="265"/>
                    </a:lnTo>
                    <a:lnTo>
                      <a:pt x="396" y="265"/>
                    </a:lnTo>
                    <a:lnTo>
                      <a:pt x="387" y="256"/>
                    </a:lnTo>
                    <a:lnTo>
                      <a:pt x="361" y="265"/>
                    </a:lnTo>
                    <a:lnTo>
                      <a:pt x="352" y="256"/>
                    </a:lnTo>
                    <a:lnTo>
                      <a:pt x="352" y="265"/>
                    </a:lnTo>
                    <a:lnTo>
                      <a:pt x="343" y="265"/>
                    </a:lnTo>
                    <a:lnTo>
                      <a:pt x="326" y="256"/>
                    </a:lnTo>
                    <a:lnTo>
                      <a:pt x="317" y="247"/>
                    </a:lnTo>
                    <a:lnTo>
                      <a:pt x="255" y="247"/>
                    </a:lnTo>
                    <a:lnTo>
                      <a:pt x="159" y="247"/>
                    </a:lnTo>
                    <a:lnTo>
                      <a:pt x="62" y="239"/>
                    </a:lnTo>
                    <a:lnTo>
                      <a:pt x="0" y="23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53"/>
              <p:cNvSpPr>
                <a:spLocks/>
              </p:cNvSpPr>
              <p:nvPr/>
            </p:nvSpPr>
            <p:spPr bwMode="auto">
              <a:xfrm>
                <a:off x="871406" y="1809063"/>
                <a:ext cx="672158" cy="568852"/>
              </a:xfrm>
              <a:custGeom>
                <a:avLst/>
                <a:gdLst/>
                <a:ahLst/>
                <a:cxnLst>
                  <a:cxn ang="0">
                    <a:pos x="0" y="291"/>
                  </a:cxn>
                  <a:cxn ang="0">
                    <a:pos x="9" y="274"/>
                  </a:cxn>
                  <a:cxn ang="0">
                    <a:pos x="9" y="247"/>
                  </a:cxn>
                  <a:cxn ang="0">
                    <a:pos x="26" y="221"/>
                  </a:cxn>
                  <a:cxn ang="0">
                    <a:pos x="35" y="212"/>
                  </a:cxn>
                  <a:cxn ang="0">
                    <a:pos x="35" y="212"/>
                  </a:cxn>
                  <a:cxn ang="0">
                    <a:pos x="35" y="212"/>
                  </a:cxn>
                  <a:cxn ang="0">
                    <a:pos x="44" y="185"/>
                  </a:cxn>
                  <a:cxn ang="0">
                    <a:pos x="44" y="185"/>
                  </a:cxn>
                  <a:cxn ang="0">
                    <a:pos x="61" y="150"/>
                  </a:cxn>
                  <a:cxn ang="0">
                    <a:pos x="70" y="132"/>
                  </a:cxn>
                  <a:cxn ang="0">
                    <a:pos x="70" y="115"/>
                  </a:cxn>
                  <a:cxn ang="0">
                    <a:pos x="79" y="88"/>
                  </a:cxn>
                  <a:cxn ang="0">
                    <a:pos x="88" y="70"/>
                  </a:cxn>
                  <a:cxn ang="0">
                    <a:pos x="97" y="53"/>
                  </a:cxn>
                  <a:cxn ang="0">
                    <a:pos x="97" y="44"/>
                  </a:cxn>
                  <a:cxn ang="0">
                    <a:pos x="97" y="35"/>
                  </a:cxn>
                  <a:cxn ang="0">
                    <a:pos x="105" y="17"/>
                  </a:cxn>
                  <a:cxn ang="0">
                    <a:pos x="114" y="0"/>
                  </a:cxn>
                  <a:cxn ang="0">
                    <a:pos x="114" y="8"/>
                  </a:cxn>
                  <a:cxn ang="0">
                    <a:pos x="123" y="0"/>
                  </a:cxn>
                  <a:cxn ang="0">
                    <a:pos x="132" y="8"/>
                  </a:cxn>
                  <a:cxn ang="0">
                    <a:pos x="141" y="17"/>
                  </a:cxn>
                  <a:cxn ang="0">
                    <a:pos x="149" y="17"/>
                  </a:cxn>
                  <a:cxn ang="0">
                    <a:pos x="167" y="35"/>
                  </a:cxn>
                  <a:cxn ang="0">
                    <a:pos x="167" y="70"/>
                  </a:cxn>
                  <a:cxn ang="0">
                    <a:pos x="185" y="79"/>
                  </a:cxn>
                  <a:cxn ang="0">
                    <a:pos x="202" y="70"/>
                  </a:cxn>
                  <a:cxn ang="0">
                    <a:pos x="220" y="70"/>
                  </a:cxn>
                  <a:cxn ang="0">
                    <a:pos x="237" y="79"/>
                  </a:cxn>
                  <a:cxn ang="0">
                    <a:pos x="255" y="88"/>
                  </a:cxn>
                  <a:cxn ang="0">
                    <a:pos x="281" y="88"/>
                  </a:cxn>
                  <a:cxn ang="0">
                    <a:pos x="299" y="88"/>
                  </a:cxn>
                  <a:cxn ang="0">
                    <a:pos x="334" y="88"/>
                  </a:cxn>
                  <a:cxn ang="0">
                    <a:pos x="352" y="88"/>
                  </a:cxn>
                  <a:cxn ang="0">
                    <a:pos x="369" y="88"/>
                  </a:cxn>
                  <a:cxn ang="0">
                    <a:pos x="484" y="115"/>
                  </a:cxn>
                  <a:cxn ang="0">
                    <a:pos x="492" y="132"/>
                  </a:cxn>
                  <a:cxn ang="0">
                    <a:pos x="484" y="159"/>
                  </a:cxn>
                  <a:cxn ang="0">
                    <a:pos x="466" y="194"/>
                  </a:cxn>
                  <a:cxn ang="0">
                    <a:pos x="449" y="212"/>
                  </a:cxn>
                  <a:cxn ang="0">
                    <a:pos x="440" y="238"/>
                  </a:cxn>
                  <a:cxn ang="0">
                    <a:pos x="449" y="247"/>
                  </a:cxn>
                  <a:cxn ang="0">
                    <a:pos x="449" y="265"/>
                  </a:cxn>
                  <a:cxn ang="0">
                    <a:pos x="440" y="283"/>
                  </a:cxn>
                  <a:cxn ang="0">
                    <a:pos x="237" y="380"/>
                  </a:cxn>
                  <a:cxn ang="0">
                    <a:pos x="0" y="318"/>
                  </a:cxn>
                </a:cxnLst>
                <a:rect l="0" t="0" r="r" b="b"/>
                <a:pathLst>
                  <a:path w="501" h="424">
                    <a:moveTo>
                      <a:pt x="0" y="318"/>
                    </a:moveTo>
                    <a:lnTo>
                      <a:pt x="0" y="309"/>
                    </a:lnTo>
                    <a:lnTo>
                      <a:pt x="0" y="291"/>
                    </a:lnTo>
                    <a:lnTo>
                      <a:pt x="0" y="283"/>
                    </a:lnTo>
                    <a:lnTo>
                      <a:pt x="0" y="274"/>
                    </a:lnTo>
                    <a:lnTo>
                      <a:pt x="9" y="274"/>
                    </a:lnTo>
                    <a:lnTo>
                      <a:pt x="9" y="265"/>
                    </a:lnTo>
                    <a:lnTo>
                      <a:pt x="9" y="256"/>
                    </a:lnTo>
                    <a:lnTo>
                      <a:pt x="9" y="247"/>
                    </a:lnTo>
                    <a:lnTo>
                      <a:pt x="17" y="229"/>
                    </a:lnTo>
                    <a:lnTo>
                      <a:pt x="26" y="212"/>
                    </a:lnTo>
                    <a:lnTo>
                      <a:pt x="26" y="221"/>
                    </a:lnTo>
                    <a:lnTo>
                      <a:pt x="26" y="212"/>
                    </a:lnTo>
                    <a:lnTo>
                      <a:pt x="35" y="212"/>
                    </a:lnTo>
                    <a:lnTo>
                      <a:pt x="35" y="212"/>
                    </a:lnTo>
                    <a:lnTo>
                      <a:pt x="35" y="212"/>
                    </a:lnTo>
                    <a:lnTo>
                      <a:pt x="35" y="212"/>
                    </a:lnTo>
                    <a:lnTo>
                      <a:pt x="35" y="212"/>
                    </a:lnTo>
                    <a:lnTo>
                      <a:pt x="35" y="212"/>
                    </a:lnTo>
                    <a:lnTo>
                      <a:pt x="35" y="212"/>
                    </a:lnTo>
                    <a:lnTo>
                      <a:pt x="35" y="212"/>
                    </a:lnTo>
                    <a:lnTo>
                      <a:pt x="35" y="203"/>
                    </a:lnTo>
                    <a:lnTo>
                      <a:pt x="35" y="194"/>
                    </a:lnTo>
                    <a:lnTo>
                      <a:pt x="44" y="185"/>
                    </a:lnTo>
                    <a:lnTo>
                      <a:pt x="53" y="185"/>
                    </a:lnTo>
                    <a:lnTo>
                      <a:pt x="44" y="185"/>
                    </a:lnTo>
                    <a:lnTo>
                      <a:pt x="44" y="185"/>
                    </a:lnTo>
                    <a:lnTo>
                      <a:pt x="44" y="185"/>
                    </a:lnTo>
                    <a:lnTo>
                      <a:pt x="44" y="176"/>
                    </a:lnTo>
                    <a:lnTo>
                      <a:pt x="61" y="150"/>
                    </a:lnTo>
                    <a:lnTo>
                      <a:pt x="61" y="141"/>
                    </a:lnTo>
                    <a:lnTo>
                      <a:pt x="61" y="141"/>
                    </a:lnTo>
                    <a:lnTo>
                      <a:pt x="70" y="132"/>
                    </a:lnTo>
                    <a:lnTo>
                      <a:pt x="70" y="132"/>
                    </a:lnTo>
                    <a:lnTo>
                      <a:pt x="70" y="123"/>
                    </a:lnTo>
                    <a:lnTo>
                      <a:pt x="70" y="115"/>
                    </a:lnTo>
                    <a:lnTo>
                      <a:pt x="70" y="106"/>
                    </a:lnTo>
                    <a:lnTo>
                      <a:pt x="79" y="97"/>
                    </a:lnTo>
                    <a:lnTo>
                      <a:pt x="79" y="88"/>
                    </a:lnTo>
                    <a:lnTo>
                      <a:pt x="88" y="79"/>
                    </a:lnTo>
                    <a:lnTo>
                      <a:pt x="88" y="70"/>
                    </a:lnTo>
                    <a:lnTo>
                      <a:pt x="88" y="70"/>
                    </a:lnTo>
                    <a:lnTo>
                      <a:pt x="88" y="61"/>
                    </a:lnTo>
                    <a:lnTo>
                      <a:pt x="97" y="61"/>
                    </a:lnTo>
                    <a:lnTo>
                      <a:pt x="97" y="53"/>
                    </a:lnTo>
                    <a:lnTo>
                      <a:pt x="97" y="53"/>
                    </a:lnTo>
                    <a:lnTo>
                      <a:pt x="97" y="53"/>
                    </a:lnTo>
                    <a:lnTo>
                      <a:pt x="97" y="44"/>
                    </a:lnTo>
                    <a:lnTo>
                      <a:pt x="105" y="44"/>
                    </a:lnTo>
                    <a:lnTo>
                      <a:pt x="97" y="35"/>
                    </a:lnTo>
                    <a:lnTo>
                      <a:pt x="97" y="35"/>
                    </a:lnTo>
                    <a:lnTo>
                      <a:pt x="105" y="26"/>
                    </a:lnTo>
                    <a:lnTo>
                      <a:pt x="105" y="26"/>
                    </a:lnTo>
                    <a:lnTo>
                      <a:pt x="105" y="17"/>
                    </a:lnTo>
                    <a:lnTo>
                      <a:pt x="105" y="17"/>
                    </a:lnTo>
                    <a:lnTo>
                      <a:pt x="105" y="8"/>
                    </a:lnTo>
                    <a:lnTo>
                      <a:pt x="114" y="0"/>
                    </a:lnTo>
                    <a:lnTo>
                      <a:pt x="114" y="8"/>
                    </a:lnTo>
                    <a:lnTo>
                      <a:pt x="114" y="8"/>
                    </a:lnTo>
                    <a:lnTo>
                      <a:pt x="114" y="8"/>
                    </a:lnTo>
                    <a:lnTo>
                      <a:pt x="114" y="8"/>
                    </a:lnTo>
                    <a:lnTo>
                      <a:pt x="114" y="0"/>
                    </a:lnTo>
                    <a:lnTo>
                      <a:pt x="123" y="0"/>
                    </a:lnTo>
                    <a:lnTo>
                      <a:pt x="123" y="8"/>
                    </a:lnTo>
                    <a:lnTo>
                      <a:pt x="123" y="8"/>
                    </a:lnTo>
                    <a:lnTo>
                      <a:pt x="132" y="8"/>
                    </a:lnTo>
                    <a:lnTo>
                      <a:pt x="132" y="8"/>
                    </a:lnTo>
                    <a:lnTo>
                      <a:pt x="141" y="17"/>
                    </a:lnTo>
                    <a:lnTo>
                      <a:pt x="141" y="17"/>
                    </a:lnTo>
                    <a:lnTo>
                      <a:pt x="141" y="17"/>
                    </a:lnTo>
                    <a:lnTo>
                      <a:pt x="149" y="17"/>
                    </a:lnTo>
                    <a:lnTo>
                      <a:pt x="149" y="17"/>
                    </a:lnTo>
                    <a:lnTo>
                      <a:pt x="158" y="17"/>
                    </a:lnTo>
                    <a:lnTo>
                      <a:pt x="158" y="26"/>
                    </a:lnTo>
                    <a:lnTo>
                      <a:pt x="167" y="35"/>
                    </a:lnTo>
                    <a:lnTo>
                      <a:pt x="158" y="61"/>
                    </a:lnTo>
                    <a:lnTo>
                      <a:pt x="167" y="61"/>
                    </a:lnTo>
                    <a:lnTo>
                      <a:pt x="167" y="70"/>
                    </a:lnTo>
                    <a:lnTo>
                      <a:pt x="176" y="70"/>
                    </a:lnTo>
                    <a:lnTo>
                      <a:pt x="176" y="70"/>
                    </a:lnTo>
                    <a:lnTo>
                      <a:pt x="185" y="79"/>
                    </a:lnTo>
                    <a:lnTo>
                      <a:pt x="193" y="79"/>
                    </a:lnTo>
                    <a:lnTo>
                      <a:pt x="202" y="70"/>
                    </a:lnTo>
                    <a:lnTo>
                      <a:pt x="202" y="70"/>
                    </a:lnTo>
                    <a:lnTo>
                      <a:pt x="211" y="70"/>
                    </a:lnTo>
                    <a:lnTo>
                      <a:pt x="211" y="70"/>
                    </a:lnTo>
                    <a:lnTo>
                      <a:pt x="220" y="70"/>
                    </a:lnTo>
                    <a:lnTo>
                      <a:pt x="229" y="70"/>
                    </a:lnTo>
                    <a:lnTo>
                      <a:pt x="237" y="79"/>
                    </a:lnTo>
                    <a:lnTo>
                      <a:pt x="237" y="79"/>
                    </a:lnTo>
                    <a:lnTo>
                      <a:pt x="246" y="79"/>
                    </a:lnTo>
                    <a:lnTo>
                      <a:pt x="246" y="88"/>
                    </a:lnTo>
                    <a:lnTo>
                      <a:pt x="255" y="88"/>
                    </a:lnTo>
                    <a:lnTo>
                      <a:pt x="264" y="88"/>
                    </a:lnTo>
                    <a:lnTo>
                      <a:pt x="273" y="79"/>
                    </a:lnTo>
                    <a:lnTo>
                      <a:pt x="281" y="88"/>
                    </a:lnTo>
                    <a:lnTo>
                      <a:pt x="281" y="88"/>
                    </a:lnTo>
                    <a:lnTo>
                      <a:pt x="290" y="88"/>
                    </a:lnTo>
                    <a:lnTo>
                      <a:pt x="299" y="88"/>
                    </a:lnTo>
                    <a:lnTo>
                      <a:pt x="308" y="88"/>
                    </a:lnTo>
                    <a:lnTo>
                      <a:pt x="317" y="88"/>
                    </a:lnTo>
                    <a:lnTo>
                      <a:pt x="334" y="88"/>
                    </a:lnTo>
                    <a:lnTo>
                      <a:pt x="334" y="88"/>
                    </a:lnTo>
                    <a:lnTo>
                      <a:pt x="343" y="88"/>
                    </a:lnTo>
                    <a:lnTo>
                      <a:pt x="352" y="88"/>
                    </a:lnTo>
                    <a:lnTo>
                      <a:pt x="361" y="88"/>
                    </a:lnTo>
                    <a:lnTo>
                      <a:pt x="361" y="88"/>
                    </a:lnTo>
                    <a:lnTo>
                      <a:pt x="369" y="88"/>
                    </a:lnTo>
                    <a:lnTo>
                      <a:pt x="413" y="97"/>
                    </a:lnTo>
                    <a:lnTo>
                      <a:pt x="484" y="115"/>
                    </a:lnTo>
                    <a:lnTo>
                      <a:pt x="484" y="115"/>
                    </a:lnTo>
                    <a:lnTo>
                      <a:pt x="484" y="123"/>
                    </a:lnTo>
                    <a:lnTo>
                      <a:pt x="484" y="123"/>
                    </a:lnTo>
                    <a:lnTo>
                      <a:pt x="492" y="132"/>
                    </a:lnTo>
                    <a:lnTo>
                      <a:pt x="501" y="141"/>
                    </a:lnTo>
                    <a:lnTo>
                      <a:pt x="492" y="150"/>
                    </a:lnTo>
                    <a:lnTo>
                      <a:pt x="484" y="159"/>
                    </a:lnTo>
                    <a:lnTo>
                      <a:pt x="475" y="176"/>
                    </a:lnTo>
                    <a:lnTo>
                      <a:pt x="466" y="185"/>
                    </a:lnTo>
                    <a:lnTo>
                      <a:pt x="466" y="194"/>
                    </a:lnTo>
                    <a:lnTo>
                      <a:pt x="466" y="194"/>
                    </a:lnTo>
                    <a:lnTo>
                      <a:pt x="457" y="203"/>
                    </a:lnTo>
                    <a:lnTo>
                      <a:pt x="449" y="212"/>
                    </a:lnTo>
                    <a:lnTo>
                      <a:pt x="449" y="221"/>
                    </a:lnTo>
                    <a:lnTo>
                      <a:pt x="440" y="221"/>
                    </a:lnTo>
                    <a:lnTo>
                      <a:pt x="440" y="238"/>
                    </a:lnTo>
                    <a:lnTo>
                      <a:pt x="440" y="238"/>
                    </a:lnTo>
                    <a:lnTo>
                      <a:pt x="440" y="247"/>
                    </a:lnTo>
                    <a:lnTo>
                      <a:pt x="449" y="247"/>
                    </a:lnTo>
                    <a:lnTo>
                      <a:pt x="449" y="247"/>
                    </a:lnTo>
                    <a:lnTo>
                      <a:pt x="449" y="256"/>
                    </a:lnTo>
                    <a:lnTo>
                      <a:pt x="449" y="265"/>
                    </a:lnTo>
                    <a:lnTo>
                      <a:pt x="440" y="274"/>
                    </a:lnTo>
                    <a:lnTo>
                      <a:pt x="440" y="274"/>
                    </a:lnTo>
                    <a:lnTo>
                      <a:pt x="440" y="283"/>
                    </a:lnTo>
                    <a:lnTo>
                      <a:pt x="405" y="424"/>
                    </a:lnTo>
                    <a:lnTo>
                      <a:pt x="334" y="406"/>
                    </a:lnTo>
                    <a:lnTo>
                      <a:pt x="237" y="380"/>
                    </a:lnTo>
                    <a:lnTo>
                      <a:pt x="132" y="353"/>
                    </a:lnTo>
                    <a:lnTo>
                      <a:pt x="9" y="318"/>
                    </a:lnTo>
                    <a:lnTo>
                      <a:pt x="0" y="3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54"/>
              <p:cNvSpPr>
                <a:spLocks/>
              </p:cNvSpPr>
              <p:nvPr/>
            </p:nvSpPr>
            <p:spPr bwMode="auto">
              <a:xfrm>
                <a:off x="871406" y="1809063"/>
                <a:ext cx="672158" cy="568852"/>
              </a:xfrm>
              <a:custGeom>
                <a:avLst/>
                <a:gdLst/>
                <a:ahLst/>
                <a:cxnLst>
                  <a:cxn ang="0">
                    <a:pos x="0" y="291"/>
                  </a:cxn>
                  <a:cxn ang="0">
                    <a:pos x="9" y="274"/>
                  </a:cxn>
                  <a:cxn ang="0">
                    <a:pos x="9" y="247"/>
                  </a:cxn>
                  <a:cxn ang="0">
                    <a:pos x="26" y="221"/>
                  </a:cxn>
                  <a:cxn ang="0">
                    <a:pos x="35" y="212"/>
                  </a:cxn>
                  <a:cxn ang="0">
                    <a:pos x="35" y="212"/>
                  </a:cxn>
                  <a:cxn ang="0">
                    <a:pos x="35" y="212"/>
                  </a:cxn>
                  <a:cxn ang="0">
                    <a:pos x="44" y="185"/>
                  </a:cxn>
                  <a:cxn ang="0">
                    <a:pos x="44" y="185"/>
                  </a:cxn>
                  <a:cxn ang="0">
                    <a:pos x="61" y="150"/>
                  </a:cxn>
                  <a:cxn ang="0">
                    <a:pos x="70" y="132"/>
                  </a:cxn>
                  <a:cxn ang="0">
                    <a:pos x="70" y="115"/>
                  </a:cxn>
                  <a:cxn ang="0">
                    <a:pos x="79" y="88"/>
                  </a:cxn>
                  <a:cxn ang="0">
                    <a:pos x="88" y="70"/>
                  </a:cxn>
                  <a:cxn ang="0">
                    <a:pos x="97" y="53"/>
                  </a:cxn>
                  <a:cxn ang="0">
                    <a:pos x="97" y="44"/>
                  </a:cxn>
                  <a:cxn ang="0">
                    <a:pos x="97" y="35"/>
                  </a:cxn>
                  <a:cxn ang="0">
                    <a:pos x="105" y="17"/>
                  </a:cxn>
                  <a:cxn ang="0">
                    <a:pos x="114" y="0"/>
                  </a:cxn>
                  <a:cxn ang="0">
                    <a:pos x="114" y="8"/>
                  </a:cxn>
                  <a:cxn ang="0">
                    <a:pos x="123" y="0"/>
                  </a:cxn>
                  <a:cxn ang="0">
                    <a:pos x="132" y="8"/>
                  </a:cxn>
                  <a:cxn ang="0">
                    <a:pos x="141" y="17"/>
                  </a:cxn>
                  <a:cxn ang="0">
                    <a:pos x="149" y="17"/>
                  </a:cxn>
                  <a:cxn ang="0">
                    <a:pos x="167" y="35"/>
                  </a:cxn>
                  <a:cxn ang="0">
                    <a:pos x="167" y="70"/>
                  </a:cxn>
                  <a:cxn ang="0">
                    <a:pos x="185" y="79"/>
                  </a:cxn>
                  <a:cxn ang="0">
                    <a:pos x="202" y="70"/>
                  </a:cxn>
                  <a:cxn ang="0">
                    <a:pos x="220" y="70"/>
                  </a:cxn>
                  <a:cxn ang="0">
                    <a:pos x="237" y="79"/>
                  </a:cxn>
                  <a:cxn ang="0">
                    <a:pos x="255" y="88"/>
                  </a:cxn>
                  <a:cxn ang="0">
                    <a:pos x="281" y="88"/>
                  </a:cxn>
                  <a:cxn ang="0">
                    <a:pos x="299" y="88"/>
                  </a:cxn>
                  <a:cxn ang="0">
                    <a:pos x="334" y="88"/>
                  </a:cxn>
                  <a:cxn ang="0">
                    <a:pos x="352" y="88"/>
                  </a:cxn>
                  <a:cxn ang="0">
                    <a:pos x="369" y="88"/>
                  </a:cxn>
                  <a:cxn ang="0">
                    <a:pos x="484" y="115"/>
                  </a:cxn>
                  <a:cxn ang="0">
                    <a:pos x="492" y="132"/>
                  </a:cxn>
                  <a:cxn ang="0">
                    <a:pos x="484" y="159"/>
                  </a:cxn>
                  <a:cxn ang="0">
                    <a:pos x="466" y="194"/>
                  </a:cxn>
                  <a:cxn ang="0">
                    <a:pos x="449" y="212"/>
                  </a:cxn>
                  <a:cxn ang="0">
                    <a:pos x="440" y="238"/>
                  </a:cxn>
                  <a:cxn ang="0">
                    <a:pos x="449" y="247"/>
                  </a:cxn>
                  <a:cxn ang="0">
                    <a:pos x="449" y="265"/>
                  </a:cxn>
                  <a:cxn ang="0">
                    <a:pos x="440" y="283"/>
                  </a:cxn>
                  <a:cxn ang="0">
                    <a:pos x="237" y="380"/>
                  </a:cxn>
                  <a:cxn ang="0">
                    <a:pos x="0" y="318"/>
                  </a:cxn>
                </a:cxnLst>
                <a:rect l="0" t="0" r="r" b="b"/>
                <a:pathLst>
                  <a:path w="501" h="424">
                    <a:moveTo>
                      <a:pt x="0" y="318"/>
                    </a:moveTo>
                    <a:lnTo>
                      <a:pt x="0" y="309"/>
                    </a:lnTo>
                    <a:lnTo>
                      <a:pt x="0" y="291"/>
                    </a:lnTo>
                    <a:lnTo>
                      <a:pt x="0" y="283"/>
                    </a:lnTo>
                    <a:lnTo>
                      <a:pt x="0" y="274"/>
                    </a:lnTo>
                    <a:lnTo>
                      <a:pt x="9" y="274"/>
                    </a:lnTo>
                    <a:lnTo>
                      <a:pt x="9" y="265"/>
                    </a:lnTo>
                    <a:lnTo>
                      <a:pt x="9" y="256"/>
                    </a:lnTo>
                    <a:lnTo>
                      <a:pt x="9" y="247"/>
                    </a:lnTo>
                    <a:lnTo>
                      <a:pt x="17" y="229"/>
                    </a:lnTo>
                    <a:lnTo>
                      <a:pt x="26" y="212"/>
                    </a:lnTo>
                    <a:lnTo>
                      <a:pt x="26" y="221"/>
                    </a:lnTo>
                    <a:lnTo>
                      <a:pt x="26" y="212"/>
                    </a:lnTo>
                    <a:lnTo>
                      <a:pt x="35" y="212"/>
                    </a:lnTo>
                    <a:lnTo>
                      <a:pt x="35" y="212"/>
                    </a:lnTo>
                    <a:lnTo>
                      <a:pt x="35" y="212"/>
                    </a:lnTo>
                    <a:lnTo>
                      <a:pt x="35" y="212"/>
                    </a:lnTo>
                    <a:lnTo>
                      <a:pt x="35" y="212"/>
                    </a:lnTo>
                    <a:lnTo>
                      <a:pt x="35" y="212"/>
                    </a:lnTo>
                    <a:lnTo>
                      <a:pt x="35" y="212"/>
                    </a:lnTo>
                    <a:lnTo>
                      <a:pt x="35" y="212"/>
                    </a:lnTo>
                    <a:lnTo>
                      <a:pt x="35" y="203"/>
                    </a:lnTo>
                    <a:lnTo>
                      <a:pt x="35" y="194"/>
                    </a:lnTo>
                    <a:lnTo>
                      <a:pt x="44" y="185"/>
                    </a:lnTo>
                    <a:lnTo>
                      <a:pt x="53" y="185"/>
                    </a:lnTo>
                    <a:lnTo>
                      <a:pt x="44" y="185"/>
                    </a:lnTo>
                    <a:lnTo>
                      <a:pt x="44" y="185"/>
                    </a:lnTo>
                    <a:lnTo>
                      <a:pt x="44" y="185"/>
                    </a:lnTo>
                    <a:lnTo>
                      <a:pt x="44" y="176"/>
                    </a:lnTo>
                    <a:lnTo>
                      <a:pt x="61" y="150"/>
                    </a:lnTo>
                    <a:lnTo>
                      <a:pt x="61" y="141"/>
                    </a:lnTo>
                    <a:lnTo>
                      <a:pt x="61" y="141"/>
                    </a:lnTo>
                    <a:lnTo>
                      <a:pt x="70" y="132"/>
                    </a:lnTo>
                    <a:lnTo>
                      <a:pt x="70" y="132"/>
                    </a:lnTo>
                    <a:lnTo>
                      <a:pt x="70" y="123"/>
                    </a:lnTo>
                    <a:lnTo>
                      <a:pt x="70" y="115"/>
                    </a:lnTo>
                    <a:lnTo>
                      <a:pt x="70" y="106"/>
                    </a:lnTo>
                    <a:lnTo>
                      <a:pt x="79" y="97"/>
                    </a:lnTo>
                    <a:lnTo>
                      <a:pt x="79" y="88"/>
                    </a:lnTo>
                    <a:lnTo>
                      <a:pt x="88" y="79"/>
                    </a:lnTo>
                    <a:lnTo>
                      <a:pt x="88" y="70"/>
                    </a:lnTo>
                    <a:lnTo>
                      <a:pt x="88" y="70"/>
                    </a:lnTo>
                    <a:lnTo>
                      <a:pt x="88" y="61"/>
                    </a:lnTo>
                    <a:lnTo>
                      <a:pt x="97" y="61"/>
                    </a:lnTo>
                    <a:lnTo>
                      <a:pt x="97" y="53"/>
                    </a:lnTo>
                    <a:lnTo>
                      <a:pt x="97" y="53"/>
                    </a:lnTo>
                    <a:lnTo>
                      <a:pt x="97" y="53"/>
                    </a:lnTo>
                    <a:lnTo>
                      <a:pt x="97" y="44"/>
                    </a:lnTo>
                    <a:lnTo>
                      <a:pt x="105" y="44"/>
                    </a:lnTo>
                    <a:lnTo>
                      <a:pt x="97" y="35"/>
                    </a:lnTo>
                    <a:lnTo>
                      <a:pt x="97" y="35"/>
                    </a:lnTo>
                    <a:lnTo>
                      <a:pt x="105" y="26"/>
                    </a:lnTo>
                    <a:lnTo>
                      <a:pt x="105" y="26"/>
                    </a:lnTo>
                    <a:lnTo>
                      <a:pt x="105" y="17"/>
                    </a:lnTo>
                    <a:lnTo>
                      <a:pt x="105" y="17"/>
                    </a:lnTo>
                    <a:lnTo>
                      <a:pt x="105" y="8"/>
                    </a:lnTo>
                    <a:lnTo>
                      <a:pt x="114" y="0"/>
                    </a:lnTo>
                    <a:lnTo>
                      <a:pt x="114" y="8"/>
                    </a:lnTo>
                    <a:lnTo>
                      <a:pt x="114" y="8"/>
                    </a:lnTo>
                    <a:lnTo>
                      <a:pt x="114" y="8"/>
                    </a:lnTo>
                    <a:lnTo>
                      <a:pt x="114" y="8"/>
                    </a:lnTo>
                    <a:lnTo>
                      <a:pt x="114" y="0"/>
                    </a:lnTo>
                    <a:lnTo>
                      <a:pt x="123" y="0"/>
                    </a:lnTo>
                    <a:lnTo>
                      <a:pt x="123" y="8"/>
                    </a:lnTo>
                    <a:lnTo>
                      <a:pt x="123" y="8"/>
                    </a:lnTo>
                    <a:lnTo>
                      <a:pt x="132" y="8"/>
                    </a:lnTo>
                    <a:lnTo>
                      <a:pt x="132" y="8"/>
                    </a:lnTo>
                    <a:lnTo>
                      <a:pt x="141" y="17"/>
                    </a:lnTo>
                    <a:lnTo>
                      <a:pt x="141" y="17"/>
                    </a:lnTo>
                    <a:lnTo>
                      <a:pt x="141" y="17"/>
                    </a:lnTo>
                    <a:lnTo>
                      <a:pt x="149" y="17"/>
                    </a:lnTo>
                    <a:lnTo>
                      <a:pt x="149" y="17"/>
                    </a:lnTo>
                    <a:lnTo>
                      <a:pt x="158" y="17"/>
                    </a:lnTo>
                    <a:lnTo>
                      <a:pt x="158" y="26"/>
                    </a:lnTo>
                    <a:lnTo>
                      <a:pt x="167" y="35"/>
                    </a:lnTo>
                    <a:lnTo>
                      <a:pt x="158" y="61"/>
                    </a:lnTo>
                    <a:lnTo>
                      <a:pt x="167" y="61"/>
                    </a:lnTo>
                    <a:lnTo>
                      <a:pt x="167" y="70"/>
                    </a:lnTo>
                    <a:lnTo>
                      <a:pt x="176" y="70"/>
                    </a:lnTo>
                    <a:lnTo>
                      <a:pt x="176" y="70"/>
                    </a:lnTo>
                    <a:lnTo>
                      <a:pt x="185" y="79"/>
                    </a:lnTo>
                    <a:lnTo>
                      <a:pt x="193" y="79"/>
                    </a:lnTo>
                    <a:lnTo>
                      <a:pt x="202" y="70"/>
                    </a:lnTo>
                    <a:lnTo>
                      <a:pt x="202" y="70"/>
                    </a:lnTo>
                    <a:lnTo>
                      <a:pt x="211" y="70"/>
                    </a:lnTo>
                    <a:lnTo>
                      <a:pt x="211" y="70"/>
                    </a:lnTo>
                    <a:lnTo>
                      <a:pt x="220" y="70"/>
                    </a:lnTo>
                    <a:lnTo>
                      <a:pt x="229" y="70"/>
                    </a:lnTo>
                    <a:lnTo>
                      <a:pt x="237" y="79"/>
                    </a:lnTo>
                    <a:lnTo>
                      <a:pt x="237" y="79"/>
                    </a:lnTo>
                    <a:lnTo>
                      <a:pt x="246" y="79"/>
                    </a:lnTo>
                    <a:lnTo>
                      <a:pt x="246" y="88"/>
                    </a:lnTo>
                    <a:lnTo>
                      <a:pt x="255" y="88"/>
                    </a:lnTo>
                    <a:lnTo>
                      <a:pt x="264" y="88"/>
                    </a:lnTo>
                    <a:lnTo>
                      <a:pt x="273" y="79"/>
                    </a:lnTo>
                    <a:lnTo>
                      <a:pt x="281" y="88"/>
                    </a:lnTo>
                    <a:lnTo>
                      <a:pt x="281" y="88"/>
                    </a:lnTo>
                    <a:lnTo>
                      <a:pt x="290" y="88"/>
                    </a:lnTo>
                    <a:lnTo>
                      <a:pt x="299" y="88"/>
                    </a:lnTo>
                    <a:lnTo>
                      <a:pt x="308" y="88"/>
                    </a:lnTo>
                    <a:lnTo>
                      <a:pt x="317" y="88"/>
                    </a:lnTo>
                    <a:lnTo>
                      <a:pt x="334" y="88"/>
                    </a:lnTo>
                    <a:lnTo>
                      <a:pt x="334" y="88"/>
                    </a:lnTo>
                    <a:lnTo>
                      <a:pt x="343" y="88"/>
                    </a:lnTo>
                    <a:lnTo>
                      <a:pt x="352" y="88"/>
                    </a:lnTo>
                    <a:lnTo>
                      <a:pt x="361" y="88"/>
                    </a:lnTo>
                    <a:lnTo>
                      <a:pt x="361" y="88"/>
                    </a:lnTo>
                    <a:lnTo>
                      <a:pt x="369" y="88"/>
                    </a:lnTo>
                    <a:lnTo>
                      <a:pt x="413" y="97"/>
                    </a:lnTo>
                    <a:lnTo>
                      <a:pt x="484" y="115"/>
                    </a:lnTo>
                    <a:lnTo>
                      <a:pt x="484" y="115"/>
                    </a:lnTo>
                    <a:lnTo>
                      <a:pt x="484" y="123"/>
                    </a:lnTo>
                    <a:lnTo>
                      <a:pt x="484" y="123"/>
                    </a:lnTo>
                    <a:lnTo>
                      <a:pt x="492" y="132"/>
                    </a:lnTo>
                    <a:lnTo>
                      <a:pt x="501" y="141"/>
                    </a:lnTo>
                    <a:lnTo>
                      <a:pt x="492" y="150"/>
                    </a:lnTo>
                    <a:lnTo>
                      <a:pt x="484" y="159"/>
                    </a:lnTo>
                    <a:lnTo>
                      <a:pt x="475" y="176"/>
                    </a:lnTo>
                    <a:lnTo>
                      <a:pt x="466" y="185"/>
                    </a:lnTo>
                    <a:lnTo>
                      <a:pt x="466" y="194"/>
                    </a:lnTo>
                    <a:lnTo>
                      <a:pt x="466" y="194"/>
                    </a:lnTo>
                    <a:lnTo>
                      <a:pt x="457" y="203"/>
                    </a:lnTo>
                    <a:lnTo>
                      <a:pt x="449" y="212"/>
                    </a:lnTo>
                    <a:lnTo>
                      <a:pt x="449" y="221"/>
                    </a:lnTo>
                    <a:lnTo>
                      <a:pt x="440" y="221"/>
                    </a:lnTo>
                    <a:lnTo>
                      <a:pt x="440" y="238"/>
                    </a:lnTo>
                    <a:lnTo>
                      <a:pt x="440" y="238"/>
                    </a:lnTo>
                    <a:lnTo>
                      <a:pt x="440" y="247"/>
                    </a:lnTo>
                    <a:lnTo>
                      <a:pt x="449" y="247"/>
                    </a:lnTo>
                    <a:lnTo>
                      <a:pt x="449" y="247"/>
                    </a:lnTo>
                    <a:lnTo>
                      <a:pt x="449" y="256"/>
                    </a:lnTo>
                    <a:lnTo>
                      <a:pt x="449" y="265"/>
                    </a:lnTo>
                    <a:lnTo>
                      <a:pt x="440" y="274"/>
                    </a:lnTo>
                    <a:lnTo>
                      <a:pt x="440" y="274"/>
                    </a:lnTo>
                    <a:lnTo>
                      <a:pt x="440" y="283"/>
                    </a:lnTo>
                    <a:lnTo>
                      <a:pt x="405" y="424"/>
                    </a:lnTo>
                    <a:lnTo>
                      <a:pt x="334" y="406"/>
                    </a:lnTo>
                    <a:lnTo>
                      <a:pt x="237" y="380"/>
                    </a:lnTo>
                    <a:lnTo>
                      <a:pt x="132" y="353"/>
                    </a:lnTo>
                    <a:lnTo>
                      <a:pt x="9" y="318"/>
                    </a:lnTo>
                    <a:lnTo>
                      <a:pt x="0" y="31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55"/>
              <p:cNvSpPr>
                <a:spLocks/>
              </p:cNvSpPr>
              <p:nvPr/>
            </p:nvSpPr>
            <p:spPr bwMode="auto">
              <a:xfrm>
                <a:off x="2465264" y="3054097"/>
                <a:ext cx="719115" cy="367607"/>
              </a:xfrm>
              <a:custGeom>
                <a:avLst/>
                <a:gdLst/>
                <a:ahLst/>
                <a:cxnLst>
                  <a:cxn ang="0">
                    <a:pos x="0" y="0"/>
                  </a:cxn>
                  <a:cxn ang="0">
                    <a:pos x="167" y="9"/>
                  </a:cxn>
                  <a:cxn ang="0">
                    <a:pos x="448" y="9"/>
                  </a:cxn>
                  <a:cxn ang="0">
                    <a:pos x="527" y="53"/>
                  </a:cxn>
                  <a:cxn ang="0">
                    <a:pos x="536" y="141"/>
                  </a:cxn>
                  <a:cxn ang="0">
                    <a:pos x="527" y="274"/>
                  </a:cxn>
                  <a:cxn ang="0">
                    <a:pos x="519" y="265"/>
                  </a:cxn>
                  <a:cxn ang="0">
                    <a:pos x="492" y="256"/>
                  </a:cxn>
                  <a:cxn ang="0">
                    <a:pos x="483" y="256"/>
                  </a:cxn>
                  <a:cxn ang="0">
                    <a:pos x="475" y="256"/>
                  </a:cxn>
                  <a:cxn ang="0">
                    <a:pos x="466" y="256"/>
                  </a:cxn>
                  <a:cxn ang="0">
                    <a:pos x="457" y="265"/>
                  </a:cxn>
                  <a:cxn ang="0">
                    <a:pos x="448" y="256"/>
                  </a:cxn>
                  <a:cxn ang="0">
                    <a:pos x="439" y="265"/>
                  </a:cxn>
                  <a:cxn ang="0">
                    <a:pos x="422" y="265"/>
                  </a:cxn>
                  <a:cxn ang="0">
                    <a:pos x="413" y="274"/>
                  </a:cxn>
                  <a:cxn ang="0">
                    <a:pos x="404" y="265"/>
                  </a:cxn>
                  <a:cxn ang="0">
                    <a:pos x="395" y="256"/>
                  </a:cxn>
                  <a:cxn ang="0">
                    <a:pos x="387" y="265"/>
                  </a:cxn>
                  <a:cxn ang="0">
                    <a:pos x="378" y="256"/>
                  </a:cxn>
                  <a:cxn ang="0">
                    <a:pos x="378" y="256"/>
                  </a:cxn>
                  <a:cxn ang="0">
                    <a:pos x="369" y="274"/>
                  </a:cxn>
                  <a:cxn ang="0">
                    <a:pos x="369" y="274"/>
                  </a:cxn>
                  <a:cxn ang="0">
                    <a:pos x="369" y="265"/>
                  </a:cxn>
                  <a:cxn ang="0">
                    <a:pos x="352" y="265"/>
                  </a:cxn>
                  <a:cxn ang="0">
                    <a:pos x="343" y="256"/>
                  </a:cxn>
                  <a:cxn ang="0">
                    <a:pos x="343" y="256"/>
                  </a:cxn>
                  <a:cxn ang="0">
                    <a:pos x="325" y="256"/>
                  </a:cxn>
                  <a:cxn ang="0">
                    <a:pos x="316" y="256"/>
                  </a:cxn>
                  <a:cxn ang="0">
                    <a:pos x="316" y="248"/>
                  </a:cxn>
                  <a:cxn ang="0">
                    <a:pos x="308" y="248"/>
                  </a:cxn>
                  <a:cxn ang="0">
                    <a:pos x="299" y="239"/>
                  </a:cxn>
                  <a:cxn ang="0">
                    <a:pos x="290" y="248"/>
                  </a:cxn>
                  <a:cxn ang="0">
                    <a:pos x="281" y="239"/>
                  </a:cxn>
                  <a:cxn ang="0">
                    <a:pos x="272" y="239"/>
                  </a:cxn>
                  <a:cxn ang="0">
                    <a:pos x="255" y="239"/>
                  </a:cxn>
                  <a:cxn ang="0">
                    <a:pos x="246" y="230"/>
                  </a:cxn>
                  <a:cxn ang="0">
                    <a:pos x="237" y="230"/>
                  </a:cxn>
                  <a:cxn ang="0">
                    <a:pos x="237" y="221"/>
                  </a:cxn>
                  <a:cxn ang="0">
                    <a:pos x="228" y="212"/>
                  </a:cxn>
                  <a:cxn ang="0">
                    <a:pos x="220" y="221"/>
                  </a:cxn>
                  <a:cxn ang="0">
                    <a:pos x="211" y="212"/>
                  </a:cxn>
                  <a:cxn ang="0">
                    <a:pos x="202" y="212"/>
                  </a:cxn>
                  <a:cxn ang="0">
                    <a:pos x="184" y="203"/>
                  </a:cxn>
                  <a:cxn ang="0">
                    <a:pos x="184" y="195"/>
                  </a:cxn>
                  <a:cxn ang="0">
                    <a:pos x="184" y="44"/>
                  </a:cxn>
                  <a:cxn ang="0">
                    <a:pos x="149" y="44"/>
                  </a:cxn>
                  <a:cxn ang="0">
                    <a:pos x="0" y="44"/>
                  </a:cxn>
                </a:cxnLst>
                <a:rect l="0" t="0" r="r" b="b"/>
                <a:pathLst>
                  <a:path w="536" h="274">
                    <a:moveTo>
                      <a:pt x="0" y="44"/>
                    </a:moveTo>
                    <a:lnTo>
                      <a:pt x="0" y="0"/>
                    </a:lnTo>
                    <a:lnTo>
                      <a:pt x="61" y="0"/>
                    </a:lnTo>
                    <a:lnTo>
                      <a:pt x="167" y="9"/>
                    </a:lnTo>
                    <a:lnTo>
                      <a:pt x="308" y="9"/>
                    </a:lnTo>
                    <a:lnTo>
                      <a:pt x="448" y="9"/>
                    </a:lnTo>
                    <a:lnTo>
                      <a:pt x="527" y="9"/>
                    </a:lnTo>
                    <a:lnTo>
                      <a:pt x="527" y="53"/>
                    </a:lnTo>
                    <a:lnTo>
                      <a:pt x="536" y="115"/>
                    </a:lnTo>
                    <a:lnTo>
                      <a:pt x="536" y="141"/>
                    </a:lnTo>
                    <a:lnTo>
                      <a:pt x="536" y="274"/>
                    </a:lnTo>
                    <a:lnTo>
                      <a:pt x="527" y="274"/>
                    </a:lnTo>
                    <a:lnTo>
                      <a:pt x="519" y="274"/>
                    </a:lnTo>
                    <a:lnTo>
                      <a:pt x="519" y="265"/>
                    </a:lnTo>
                    <a:lnTo>
                      <a:pt x="510" y="265"/>
                    </a:lnTo>
                    <a:lnTo>
                      <a:pt x="492" y="256"/>
                    </a:lnTo>
                    <a:lnTo>
                      <a:pt x="492" y="256"/>
                    </a:lnTo>
                    <a:lnTo>
                      <a:pt x="483" y="256"/>
                    </a:lnTo>
                    <a:lnTo>
                      <a:pt x="483" y="256"/>
                    </a:lnTo>
                    <a:lnTo>
                      <a:pt x="475" y="256"/>
                    </a:lnTo>
                    <a:lnTo>
                      <a:pt x="475" y="256"/>
                    </a:lnTo>
                    <a:lnTo>
                      <a:pt x="466" y="256"/>
                    </a:lnTo>
                    <a:lnTo>
                      <a:pt x="457" y="256"/>
                    </a:lnTo>
                    <a:lnTo>
                      <a:pt x="457" y="265"/>
                    </a:lnTo>
                    <a:lnTo>
                      <a:pt x="448" y="265"/>
                    </a:lnTo>
                    <a:lnTo>
                      <a:pt x="448" y="256"/>
                    </a:lnTo>
                    <a:lnTo>
                      <a:pt x="439" y="265"/>
                    </a:lnTo>
                    <a:lnTo>
                      <a:pt x="439" y="265"/>
                    </a:lnTo>
                    <a:lnTo>
                      <a:pt x="431" y="265"/>
                    </a:lnTo>
                    <a:lnTo>
                      <a:pt x="422" y="265"/>
                    </a:lnTo>
                    <a:lnTo>
                      <a:pt x="422" y="274"/>
                    </a:lnTo>
                    <a:lnTo>
                      <a:pt x="413" y="274"/>
                    </a:lnTo>
                    <a:lnTo>
                      <a:pt x="413" y="265"/>
                    </a:lnTo>
                    <a:lnTo>
                      <a:pt x="404" y="265"/>
                    </a:lnTo>
                    <a:lnTo>
                      <a:pt x="404" y="256"/>
                    </a:lnTo>
                    <a:lnTo>
                      <a:pt x="395" y="256"/>
                    </a:lnTo>
                    <a:lnTo>
                      <a:pt x="395" y="265"/>
                    </a:lnTo>
                    <a:lnTo>
                      <a:pt x="387" y="265"/>
                    </a:lnTo>
                    <a:lnTo>
                      <a:pt x="387" y="256"/>
                    </a:lnTo>
                    <a:lnTo>
                      <a:pt x="378" y="256"/>
                    </a:lnTo>
                    <a:lnTo>
                      <a:pt x="378" y="256"/>
                    </a:lnTo>
                    <a:lnTo>
                      <a:pt x="378" y="256"/>
                    </a:lnTo>
                    <a:lnTo>
                      <a:pt x="369" y="265"/>
                    </a:lnTo>
                    <a:lnTo>
                      <a:pt x="369" y="274"/>
                    </a:lnTo>
                    <a:lnTo>
                      <a:pt x="369" y="274"/>
                    </a:lnTo>
                    <a:lnTo>
                      <a:pt x="369" y="274"/>
                    </a:lnTo>
                    <a:lnTo>
                      <a:pt x="360" y="265"/>
                    </a:lnTo>
                    <a:lnTo>
                      <a:pt x="369" y="265"/>
                    </a:lnTo>
                    <a:lnTo>
                      <a:pt x="360" y="256"/>
                    </a:lnTo>
                    <a:lnTo>
                      <a:pt x="352" y="265"/>
                    </a:lnTo>
                    <a:lnTo>
                      <a:pt x="352" y="265"/>
                    </a:lnTo>
                    <a:lnTo>
                      <a:pt x="343" y="256"/>
                    </a:lnTo>
                    <a:lnTo>
                      <a:pt x="343" y="256"/>
                    </a:lnTo>
                    <a:lnTo>
                      <a:pt x="343" y="256"/>
                    </a:lnTo>
                    <a:lnTo>
                      <a:pt x="334" y="248"/>
                    </a:lnTo>
                    <a:lnTo>
                      <a:pt x="325" y="256"/>
                    </a:lnTo>
                    <a:lnTo>
                      <a:pt x="316" y="265"/>
                    </a:lnTo>
                    <a:lnTo>
                      <a:pt x="316" y="256"/>
                    </a:lnTo>
                    <a:lnTo>
                      <a:pt x="316" y="256"/>
                    </a:lnTo>
                    <a:lnTo>
                      <a:pt x="316" y="248"/>
                    </a:lnTo>
                    <a:lnTo>
                      <a:pt x="308" y="248"/>
                    </a:lnTo>
                    <a:lnTo>
                      <a:pt x="308" y="248"/>
                    </a:lnTo>
                    <a:lnTo>
                      <a:pt x="308" y="239"/>
                    </a:lnTo>
                    <a:lnTo>
                      <a:pt x="299" y="239"/>
                    </a:lnTo>
                    <a:lnTo>
                      <a:pt x="290" y="239"/>
                    </a:lnTo>
                    <a:lnTo>
                      <a:pt x="290" y="248"/>
                    </a:lnTo>
                    <a:lnTo>
                      <a:pt x="281" y="248"/>
                    </a:lnTo>
                    <a:lnTo>
                      <a:pt x="281" y="239"/>
                    </a:lnTo>
                    <a:lnTo>
                      <a:pt x="272" y="239"/>
                    </a:lnTo>
                    <a:lnTo>
                      <a:pt x="272" y="239"/>
                    </a:lnTo>
                    <a:lnTo>
                      <a:pt x="264" y="239"/>
                    </a:lnTo>
                    <a:lnTo>
                      <a:pt x="255" y="239"/>
                    </a:lnTo>
                    <a:lnTo>
                      <a:pt x="246" y="230"/>
                    </a:lnTo>
                    <a:lnTo>
                      <a:pt x="246" y="230"/>
                    </a:lnTo>
                    <a:lnTo>
                      <a:pt x="246" y="230"/>
                    </a:lnTo>
                    <a:lnTo>
                      <a:pt x="237" y="230"/>
                    </a:lnTo>
                    <a:lnTo>
                      <a:pt x="237" y="230"/>
                    </a:lnTo>
                    <a:lnTo>
                      <a:pt x="237" y="221"/>
                    </a:lnTo>
                    <a:lnTo>
                      <a:pt x="228" y="221"/>
                    </a:lnTo>
                    <a:lnTo>
                      <a:pt x="228" y="212"/>
                    </a:lnTo>
                    <a:lnTo>
                      <a:pt x="228" y="212"/>
                    </a:lnTo>
                    <a:lnTo>
                      <a:pt x="220" y="221"/>
                    </a:lnTo>
                    <a:lnTo>
                      <a:pt x="220" y="221"/>
                    </a:lnTo>
                    <a:lnTo>
                      <a:pt x="211" y="212"/>
                    </a:lnTo>
                    <a:lnTo>
                      <a:pt x="211" y="221"/>
                    </a:lnTo>
                    <a:lnTo>
                      <a:pt x="202" y="212"/>
                    </a:lnTo>
                    <a:lnTo>
                      <a:pt x="193" y="203"/>
                    </a:lnTo>
                    <a:lnTo>
                      <a:pt x="184" y="203"/>
                    </a:lnTo>
                    <a:lnTo>
                      <a:pt x="184" y="203"/>
                    </a:lnTo>
                    <a:lnTo>
                      <a:pt x="184" y="195"/>
                    </a:lnTo>
                    <a:lnTo>
                      <a:pt x="184" y="53"/>
                    </a:lnTo>
                    <a:lnTo>
                      <a:pt x="184" y="44"/>
                    </a:lnTo>
                    <a:lnTo>
                      <a:pt x="176" y="44"/>
                    </a:lnTo>
                    <a:lnTo>
                      <a:pt x="149" y="44"/>
                    </a:lnTo>
                    <a:lnTo>
                      <a:pt x="88" y="44"/>
                    </a:lnTo>
                    <a:lnTo>
                      <a:pt x="0" y="4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56"/>
              <p:cNvSpPr>
                <a:spLocks/>
              </p:cNvSpPr>
              <p:nvPr/>
            </p:nvSpPr>
            <p:spPr bwMode="auto">
              <a:xfrm>
                <a:off x="2465264" y="3054097"/>
                <a:ext cx="719115" cy="367607"/>
              </a:xfrm>
              <a:custGeom>
                <a:avLst/>
                <a:gdLst/>
                <a:ahLst/>
                <a:cxnLst>
                  <a:cxn ang="0">
                    <a:pos x="0" y="0"/>
                  </a:cxn>
                  <a:cxn ang="0">
                    <a:pos x="167" y="9"/>
                  </a:cxn>
                  <a:cxn ang="0">
                    <a:pos x="448" y="9"/>
                  </a:cxn>
                  <a:cxn ang="0">
                    <a:pos x="527" y="53"/>
                  </a:cxn>
                  <a:cxn ang="0">
                    <a:pos x="536" y="141"/>
                  </a:cxn>
                  <a:cxn ang="0">
                    <a:pos x="527" y="274"/>
                  </a:cxn>
                  <a:cxn ang="0">
                    <a:pos x="519" y="265"/>
                  </a:cxn>
                  <a:cxn ang="0">
                    <a:pos x="492" y="256"/>
                  </a:cxn>
                  <a:cxn ang="0">
                    <a:pos x="483" y="256"/>
                  </a:cxn>
                  <a:cxn ang="0">
                    <a:pos x="475" y="256"/>
                  </a:cxn>
                  <a:cxn ang="0">
                    <a:pos x="466" y="256"/>
                  </a:cxn>
                  <a:cxn ang="0">
                    <a:pos x="457" y="265"/>
                  </a:cxn>
                  <a:cxn ang="0">
                    <a:pos x="448" y="256"/>
                  </a:cxn>
                  <a:cxn ang="0">
                    <a:pos x="439" y="265"/>
                  </a:cxn>
                  <a:cxn ang="0">
                    <a:pos x="422" y="265"/>
                  </a:cxn>
                  <a:cxn ang="0">
                    <a:pos x="413" y="274"/>
                  </a:cxn>
                  <a:cxn ang="0">
                    <a:pos x="404" y="265"/>
                  </a:cxn>
                  <a:cxn ang="0">
                    <a:pos x="395" y="256"/>
                  </a:cxn>
                  <a:cxn ang="0">
                    <a:pos x="387" y="265"/>
                  </a:cxn>
                  <a:cxn ang="0">
                    <a:pos x="378" y="256"/>
                  </a:cxn>
                  <a:cxn ang="0">
                    <a:pos x="378" y="256"/>
                  </a:cxn>
                  <a:cxn ang="0">
                    <a:pos x="369" y="274"/>
                  </a:cxn>
                  <a:cxn ang="0">
                    <a:pos x="369" y="274"/>
                  </a:cxn>
                  <a:cxn ang="0">
                    <a:pos x="369" y="265"/>
                  </a:cxn>
                  <a:cxn ang="0">
                    <a:pos x="352" y="265"/>
                  </a:cxn>
                  <a:cxn ang="0">
                    <a:pos x="343" y="256"/>
                  </a:cxn>
                  <a:cxn ang="0">
                    <a:pos x="343" y="256"/>
                  </a:cxn>
                  <a:cxn ang="0">
                    <a:pos x="325" y="256"/>
                  </a:cxn>
                  <a:cxn ang="0">
                    <a:pos x="316" y="256"/>
                  </a:cxn>
                  <a:cxn ang="0">
                    <a:pos x="316" y="248"/>
                  </a:cxn>
                  <a:cxn ang="0">
                    <a:pos x="308" y="248"/>
                  </a:cxn>
                  <a:cxn ang="0">
                    <a:pos x="299" y="239"/>
                  </a:cxn>
                  <a:cxn ang="0">
                    <a:pos x="290" y="248"/>
                  </a:cxn>
                  <a:cxn ang="0">
                    <a:pos x="281" y="239"/>
                  </a:cxn>
                  <a:cxn ang="0">
                    <a:pos x="272" y="239"/>
                  </a:cxn>
                  <a:cxn ang="0">
                    <a:pos x="255" y="239"/>
                  </a:cxn>
                  <a:cxn ang="0">
                    <a:pos x="246" y="230"/>
                  </a:cxn>
                  <a:cxn ang="0">
                    <a:pos x="237" y="230"/>
                  </a:cxn>
                  <a:cxn ang="0">
                    <a:pos x="237" y="221"/>
                  </a:cxn>
                  <a:cxn ang="0">
                    <a:pos x="228" y="212"/>
                  </a:cxn>
                  <a:cxn ang="0">
                    <a:pos x="220" y="221"/>
                  </a:cxn>
                  <a:cxn ang="0">
                    <a:pos x="211" y="212"/>
                  </a:cxn>
                  <a:cxn ang="0">
                    <a:pos x="202" y="212"/>
                  </a:cxn>
                  <a:cxn ang="0">
                    <a:pos x="184" y="203"/>
                  </a:cxn>
                  <a:cxn ang="0">
                    <a:pos x="184" y="195"/>
                  </a:cxn>
                  <a:cxn ang="0">
                    <a:pos x="184" y="44"/>
                  </a:cxn>
                  <a:cxn ang="0">
                    <a:pos x="149" y="44"/>
                  </a:cxn>
                  <a:cxn ang="0">
                    <a:pos x="0" y="44"/>
                  </a:cxn>
                </a:cxnLst>
                <a:rect l="0" t="0" r="r" b="b"/>
                <a:pathLst>
                  <a:path w="536" h="274">
                    <a:moveTo>
                      <a:pt x="0" y="44"/>
                    </a:moveTo>
                    <a:lnTo>
                      <a:pt x="0" y="0"/>
                    </a:lnTo>
                    <a:lnTo>
                      <a:pt x="61" y="0"/>
                    </a:lnTo>
                    <a:lnTo>
                      <a:pt x="167" y="9"/>
                    </a:lnTo>
                    <a:lnTo>
                      <a:pt x="308" y="9"/>
                    </a:lnTo>
                    <a:lnTo>
                      <a:pt x="448" y="9"/>
                    </a:lnTo>
                    <a:lnTo>
                      <a:pt x="527" y="9"/>
                    </a:lnTo>
                    <a:lnTo>
                      <a:pt x="527" y="53"/>
                    </a:lnTo>
                    <a:lnTo>
                      <a:pt x="536" y="115"/>
                    </a:lnTo>
                    <a:lnTo>
                      <a:pt x="536" y="141"/>
                    </a:lnTo>
                    <a:lnTo>
                      <a:pt x="536" y="274"/>
                    </a:lnTo>
                    <a:lnTo>
                      <a:pt x="527" y="274"/>
                    </a:lnTo>
                    <a:lnTo>
                      <a:pt x="519" y="274"/>
                    </a:lnTo>
                    <a:lnTo>
                      <a:pt x="519" y="265"/>
                    </a:lnTo>
                    <a:lnTo>
                      <a:pt x="510" y="265"/>
                    </a:lnTo>
                    <a:lnTo>
                      <a:pt x="492" y="256"/>
                    </a:lnTo>
                    <a:lnTo>
                      <a:pt x="492" y="256"/>
                    </a:lnTo>
                    <a:lnTo>
                      <a:pt x="483" y="256"/>
                    </a:lnTo>
                    <a:lnTo>
                      <a:pt x="483" y="256"/>
                    </a:lnTo>
                    <a:lnTo>
                      <a:pt x="475" y="256"/>
                    </a:lnTo>
                    <a:lnTo>
                      <a:pt x="475" y="256"/>
                    </a:lnTo>
                    <a:lnTo>
                      <a:pt x="466" y="256"/>
                    </a:lnTo>
                    <a:lnTo>
                      <a:pt x="457" y="256"/>
                    </a:lnTo>
                    <a:lnTo>
                      <a:pt x="457" y="265"/>
                    </a:lnTo>
                    <a:lnTo>
                      <a:pt x="448" y="265"/>
                    </a:lnTo>
                    <a:lnTo>
                      <a:pt x="448" y="256"/>
                    </a:lnTo>
                    <a:lnTo>
                      <a:pt x="439" y="265"/>
                    </a:lnTo>
                    <a:lnTo>
                      <a:pt x="439" y="265"/>
                    </a:lnTo>
                    <a:lnTo>
                      <a:pt x="431" y="265"/>
                    </a:lnTo>
                    <a:lnTo>
                      <a:pt x="422" y="265"/>
                    </a:lnTo>
                    <a:lnTo>
                      <a:pt x="422" y="274"/>
                    </a:lnTo>
                    <a:lnTo>
                      <a:pt x="413" y="274"/>
                    </a:lnTo>
                    <a:lnTo>
                      <a:pt x="413" y="265"/>
                    </a:lnTo>
                    <a:lnTo>
                      <a:pt x="404" y="265"/>
                    </a:lnTo>
                    <a:lnTo>
                      <a:pt x="404" y="256"/>
                    </a:lnTo>
                    <a:lnTo>
                      <a:pt x="395" y="256"/>
                    </a:lnTo>
                    <a:lnTo>
                      <a:pt x="395" y="265"/>
                    </a:lnTo>
                    <a:lnTo>
                      <a:pt x="387" y="265"/>
                    </a:lnTo>
                    <a:lnTo>
                      <a:pt x="387" y="256"/>
                    </a:lnTo>
                    <a:lnTo>
                      <a:pt x="378" y="256"/>
                    </a:lnTo>
                    <a:lnTo>
                      <a:pt x="378" y="256"/>
                    </a:lnTo>
                    <a:lnTo>
                      <a:pt x="378" y="256"/>
                    </a:lnTo>
                    <a:lnTo>
                      <a:pt x="369" y="265"/>
                    </a:lnTo>
                    <a:lnTo>
                      <a:pt x="369" y="274"/>
                    </a:lnTo>
                    <a:lnTo>
                      <a:pt x="369" y="274"/>
                    </a:lnTo>
                    <a:lnTo>
                      <a:pt x="369" y="274"/>
                    </a:lnTo>
                    <a:lnTo>
                      <a:pt x="360" y="265"/>
                    </a:lnTo>
                    <a:lnTo>
                      <a:pt x="369" y="265"/>
                    </a:lnTo>
                    <a:lnTo>
                      <a:pt x="360" y="256"/>
                    </a:lnTo>
                    <a:lnTo>
                      <a:pt x="352" y="265"/>
                    </a:lnTo>
                    <a:lnTo>
                      <a:pt x="352" y="265"/>
                    </a:lnTo>
                    <a:lnTo>
                      <a:pt x="343" y="256"/>
                    </a:lnTo>
                    <a:lnTo>
                      <a:pt x="343" y="256"/>
                    </a:lnTo>
                    <a:lnTo>
                      <a:pt x="343" y="256"/>
                    </a:lnTo>
                    <a:lnTo>
                      <a:pt x="334" y="248"/>
                    </a:lnTo>
                    <a:lnTo>
                      <a:pt x="325" y="256"/>
                    </a:lnTo>
                    <a:lnTo>
                      <a:pt x="316" y="265"/>
                    </a:lnTo>
                    <a:lnTo>
                      <a:pt x="316" y="256"/>
                    </a:lnTo>
                    <a:lnTo>
                      <a:pt x="316" y="256"/>
                    </a:lnTo>
                    <a:lnTo>
                      <a:pt x="316" y="248"/>
                    </a:lnTo>
                    <a:lnTo>
                      <a:pt x="308" y="248"/>
                    </a:lnTo>
                    <a:lnTo>
                      <a:pt x="308" y="248"/>
                    </a:lnTo>
                    <a:lnTo>
                      <a:pt x="308" y="239"/>
                    </a:lnTo>
                    <a:lnTo>
                      <a:pt x="299" y="239"/>
                    </a:lnTo>
                    <a:lnTo>
                      <a:pt x="290" y="239"/>
                    </a:lnTo>
                    <a:lnTo>
                      <a:pt x="290" y="248"/>
                    </a:lnTo>
                    <a:lnTo>
                      <a:pt x="281" y="248"/>
                    </a:lnTo>
                    <a:lnTo>
                      <a:pt x="281" y="239"/>
                    </a:lnTo>
                    <a:lnTo>
                      <a:pt x="272" y="239"/>
                    </a:lnTo>
                    <a:lnTo>
                      <a:pt x="272" y="239"/>
                    </a:lnTo>
                    <a:lnTo>
                      <a:pt x="264" y="239"/>
                    </a:lnTo>
                    <a:lnTo>
                      <a:pt x="255" y="239"/>
                    </a:lnTo>
                    <a:lnTo>
                      <a:pt x="246" y="230"/>
                    </a:lnTo>
                    <a:lnTo>
                      <a:pt x="246" y="230"/>
                    </a:lnTo>
                    <a:lnTo>
                      <a:pt x="246" y="230"/>
                    </a:lnTo>
                    <a:lnTo>
                      <a:pt x="237" y="230"/>
                    </a:lnTo>
                    <a:lnTo>
                      <a:pt x="237" y="230"/>
                    </a:lnTo>
                    <a:lnTo>
                      <a:pt x="237" y="221"/>
                    </a:lnTo>
                    <a:lnTo>
                      <a:pt x="228" y="221"/>
                    </a:lnTo>
                    <a:lnTo>
                      <a:pt x="228" y="212"/>
                    </a:lnTo>
                    <a:lnTo>
                      <a:pt x="228" y="212"/>
                    </a:lnTo>
                    <a:lnTo>
                      <a:pt x="220" y="221"/>
                    </a:lnTo>
                    <a:lnTo>
                      <a:pt x="220" y="221"/>
                    </a:lnTo>
                    <a:lnTo>
                      <a:pt x="211" y="212"/>
                    </a:lnTo>
                    <a:lnTo>
                      <a:pt x="211" y="221"/>
                    </a:lnTo>
                    <a:lnTo>
                      <a:pt x="202" y="212"/>
                    </a:lnTo>
                    <a:lnTo>
                      <a:pt x="193" y="203"/>
                    </a:lnTo>
                    <a:lnTo>
                      <a:pt x="184" y="203"/>
                    </a:lnTo>
                    <a:lnTo>
                      <a:pt x="184" y="203"/>
                    </a:lnTo>
                    <a:lnTo>
                      <a:pt x="184" y="195"/>
                    </a:lnTo>
                    <a:lnTo>
                      <a:pt x="184" y="53"/>
                    </a:lnTo>
                    <a:lnTo>
                      <a:pt x="184" y="44"/>
                    </a:lnTo>
                    <a:lnTo>
                      <a:pt x="176" y="44"/>
                    </a:lnTo>
                    <a:lnTo>
                      <a:pt x="149" y="44"/>
                    </a:lnTo>
                    <a:lnTo>
                      <a:pt x="88" y="44"/>
                    </a:lnTo>
                    <a:lnTo>
                      <a:pt x="0" y="44"/>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61"/>
              <p:cNvSpPr>
                <a:spLocks/>
              </p:cNvSpPr>
              <p:nvPr/>
            </p:nvSpPr>
            <p:spPr bwMode="auto">
              <a:xfrm>
                <a:off x="4719206" y="2923958"/>
                <a:ext cx="12075" cy="12075"/>
              </a:xfrm>
              <a:custGeom>
                <a:avLst/>
                <a:gdLst/>
                <a:ahLst/>
                <a:cxnLst>
                  <a:cxn ang="0">
                    <a:pos x="0" y="0"/>
                  </a:cxn>
                  <a:cxn ang="0">
                    <a:pos x="0" y="0"/>
                  </a:cxn>
                  <a:cxn ang="0">
                    <a:pos x="9" y="0"/>
                  </a:cxn>
                  <a:cxn ang="0">
                    <a:pos x="9" y="9"/>
                  </a:cxn>
                  <a:cxn ang="0">
                    <a:pos x="0" y="0"/>
                  </a:cxn>
                </a:cxnLst>
                <a:rect l="0" t="0" r="r" b="b"/>
                <a:pathLst>
                  <a:path w="9" h="9">
                    <a:moveTo>
                      <a:pt x="0" y="0"/>
                    </a:moveTo>
                    <a:lnTo>
                      <a:pt x="0" y="0"/>
                    </a:lnTo>
                    <a:lnTo>
                      <a:pt x="9" y="0"/>
                    </a:lnTo>
                    <a:lnTo>
                      <a:pt x="9" y="9"/>
                    </a:lnTo>
                    <a:lnTo>
                      <a:pt x="0"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62"/>
              <p:cNvSpPr>
                <a:spLocks/>
              </p:cNvSpPr>
              <p:nvPr/>
            </p:nvSpPr>
            <p:spPr bwMode="auto">
              <a:xfrm>
                <a:off x="4719206" y="2923958"/>
                <a:ext cx="12075" cy="12075"/>
              </a:xfrm>
              <a:custGeom>
                <a:avLst/>
                <a:gdLst/>
                <a:ahLst/>
                <a:cxnLst>
                  <a:cxn ang="0">
                    <a:pos x="0" y="0"/>
                  </a:cxn>
                  <a:cxn ang="0">
                    <a:pos x="0" y="0"/>
                  </a:cxn>
                  <a:cxn ang="0">
                    <a:pos x="9" y="0"/>
                  </a:cxn>
                  <a:cxn ang="0">
                    <a:pos x="9" y="9"/>
                  </a:cxn>
                  <a:cxn ang="0">
                    <a:pos x="0" y="0"/>
                  </a:cxn>
                </a:cxnLst>
                <a:rect l="0" t="0" r="r" b="b"/>
                <a:pathLst>
                  <a:path w="9" h="9">
                    <a:moveTo>
                      <a:pt x="0" y="0"/>
                    </a:moveTo>
                    <a:lnTo>
                      <a:pt x="0" y="0"/>
                    </a:lnTo>
                    <a:lnTo>
                      <a:pt x="9" y="0"/>
                    </a:lnTo>
                    <a:lnTo>
                      <a:pt x="9" y="9"/>
                    </a:lnTo>
                    <a:lnTo>
                      <a:pt x="0"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63"/>
              <p:cNvSpPr>
                <a:spLocks/>
              </p:cNvSpPr>
              <p:nvPr/>
            </p:nvSpPr>
            <p:spPr bwMode="auto">
              <a:xfrm>
                <a:off x="4743355" y="3078246"/>
                <a:ext cx="10733" cy="12075"/>
              </a:xfrm>
              <a:custGeom>
                <a:avLst/>
                <a:gdLst/>
                <a:ahLst/>
                <a:cxnLst>
                  <a:cxn ang="0">
                    <a:pos x="0" y="9"/>
                  </a:cxn>
                  <a:cxn ang="0">
                    <a:pos x="8" y="0"/>
                  </a:cxn>
                  <a:cxn ang="0">
                    <a:pos x="8" y="0"/>
                  </a:cxn>
                  <a:cxn ang="0">
                    <a:pos x="0" y="9"/>
                  </a:cxn>
                </a:cxnLst>
                <a:rect l="0" t="0" r="r" b="b"/>
                <a:pathLst>
                  <a:path w="8" h="9">
                    <a:moveTo>
                      <a:pt x="0" y="9"/>
                    </a:moveTo>
                    <a:lnTo>
                      <a:pt x="8" y="0"/>
                    </a:lnTo>
                    <a:lnTo>
                      <a:pt x="8" y="0"/>
                    </a:lnTo>
                    <a:lnTo>
                      <a:pt x="0"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64"/>
              <p:cNvSpPr>
                <a:spLocks/>
              </p:cNvSpPr>
              <p:nvPr/>
            </p:nvSpPr>
            <p:spPr bwMode="auto">
              <a:xfrm>
                <a:off x="4743355" y="3078246"/>
                <a:ext cx="10733" cy="12075"/>
              </a:xfrm>
              <a:custGeom>
                <a:avLst/>
                <a:gdLst/>
                <a:ahLst/>
                <a:cxnLst>
                  <a:cxn ang="0">
                    <a:pos x="0" y="9"/>
                  </a:cxn>
                  <a:cxn ang="0">
                    <a:pos x="8" y="0"/>
                  </a:cxn>
                  <a:cxn ang="0">
                    <a:pos x="8" y="0"/>
                  </a:cxn>
                  <a:cxn ang="0">
                    <a:pos x="0" y="9"/>
                  </a:cxn>
                </a:cxnLst>
                <a:rect l="0" t="0" r="r" b="b"/>
                <a:pathLst>
                  <a:path w="8" h="9">
                    <a:moveTo>
                      <a:pt x="0" y="9"/>
                    </a:moveTo>
                    <a:lnTo>
                      <a:pt x="8" y="0"/>
                    </a:lnTo>
                    <a:lnTo>
                      <a:pt x="8" y="0"/>
                    </a:lnTo>
                    <a:lnTo>
                      <a:pt x="0"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65"/>
              <p:cNvSpPr>
                <a:spLocks/>
              </p:cNvSpPr>
              <p:nvPr/>
            </p:nvSpPr>
            <p:spPr bwMode="auto">
              <a:xfrm>
                <a:off x="4057781" y="2923958"/>
                <a:ext cx="708382" cy="319308"/>
              </a:xfrm>
              <a:custGeom>
                <a:avLst/>
                <a:gdLst/>
                <a:ahLst/>
                <a:cxnLst>
                  <a:cxn ang="0">
                    <a:pos x="9" y="185"/>
                  </a:cxn>
                  <a:cxn ang="0">
                    <a:pos x="27" y="168"/>
                  </a:cxn>
                  <a:cxn ang="0">
                    <a:pos x="71" y="141"/>
                  </a:cxn>
                  <a:cxn ang="0">
                    <a:pos x="80" y="124"/>
                  </a:cxn>
                  <a:cxn ang="0">
                    <a:pos x="97" y="124"/>
                  </a:cxn>
                  <a:cxn ang="0">
                    <a:pos x="115" y="106"/>
                  </a:cxn>
                  <a:cxn ang="0">
                    <a:pos x="132" y="88"/>
                  </a:cxn>
                  <a:cxn ang="0">
                    <a:pos x="141" y="70"/>
                  </a:cxn>
                  <a:cxn ang="0">
                    <a:pos x="229" y="53"/>
                  </a:cxn>
                  <a:cxn ang="0">
                    <a:pos x="493" y="9"/>
                  </a:cxn>
                  <a:cxn ang="0">
                    <a:pos x="511" y="26"/>
                  </a:cxn>
                  <a:cxn ang="0">
                    <a:pos x="502" y="26"/>
                  </a:cxn>
                  <a:cxn ang="0">
                    <a:pos x="484" y="26"/>
                  </a:cxn>
                  <a:cxn ang="0">
                    <a:pos x="493" y="35"/>
                  </a:cxn>
                  <a:cxn ang="0">
                    <a:pos x="475" y="35"/>
                  </a:cxn>
                  <a:cxn ang="0">
                    <a:pos x="458" y="53"/>
                  </a:cxn>
                  <a:cxn ang="0">
                    <a:pos x="458" y="35"/>
                  </a:cxn>
                  <a:cxn ang="0">
                    <a:pos x="458" y="44"/>
                  </a:cxn>
                  <a:cxn ang="0">
                    <a:pos x="467" y="53"/>
                  </a:cxn>
                  <a:cxn ang="0">
                    <a:pos x="493" y="53"/>
                  </a:cxn>
                  <a:cxn ang="0">
                    <a:pos x="502" y="62"/>
                  </a:cxn>
                  <a:cxn ang="0">
                    <a:pos x="502" y="70"/>
                  </a:cxn>
                  <a:cxn ang="0">
                    <a:pos x="519" y="53"/>
                  </a:cxn>
                  <a:cxn ang="0">
                    <a:pos x="528" y="53"/>
                  </a:cxn>
                  <a:cxn ang="0">
                    <a:pos x="519" y="70"/>
                  </a:cxn>
                  <a:cxn ang="0">
                    <a:pos x="493" y="97"/>
                  </a:cxn>
                  <a:cxn ang="0">
                    <a:pos x="484" y="97"/>
                  </a:cxn>
                  <a:cxn ang="0">
                    <a:pos x="475" y="88"/>
                  </a:cxn>
                  <a:cxn ang="0">
                    <a:pos x="458" y="97"/>
                  </a:cxn>
                  <a:cxn ang="0">
                    <a:pos x="475" y="106"/>
                  </a:cxn>
                  <a:cxn ang="0">
                    <a:pos x="484" y="115"/>
                  </a:cxn>
                  <a:cxn ang="0">
                    <a:pos x="475" y="132"/>
                  </a:cxn>
                  <a:cxn ang="0">
                    <a:pos x="458" y="124"/>
                  </a:cxn>
                  <a:cxn ang="0">
                    <a:pos x="475" y="141"/>
                  </a:cxn>
                  <a:cxn ang="0">
                    <a:pos x="493" y="132"/>
                  </a:cxn>
                  <a:cxn ang="0">
                    <a:pos x="493" y="132"/>
                  </a:cxn>
                  <a:cxn ang="0">
                    <a:pos x="502" y="132"/>
                  </a:cxn>
                  <a:cxn ang="0">
                    <a:pos x="493" y="150"/>
                  </a:cxn>
                  <a:cxn ang="0">
                    <a:pos x="475" y="150"/>
                  </a:cxn>
                  <a:cxn ang="0">
                    <a:pos x="458" y="159"/>
                  </a:cxn>
                  <a:cxn ang="0">
                    <a:pos x="440" y="168"/>
                  </a:cxn>
                  <a:cxn ang="0">
                    <a:pos x="440" y="177"/>
                  </a:cxn>
                  <a:cxn ang="0">
                    <a:pos x="423" y="212"/>
                  </a:cxn>
                  <a:cxn ang="0">
                    <a:pos x="414" y="212"/>
                  </a:cxn>
                  <a:cxn ang="0">
                    <a:pos x="414" y="238"/>
                  </a:cxn>
                  <a:cxn ang="0">
                    <a:pos x="379" y="238"/>
                  </a:cxn>
                  <a:cxn ang="0">
                    <a:pos x="220" y="194"/>
                  </a:cxn>
                  <a:cxn ang="0">
                    <a:pos x="212" y="177"/>
                  </a:cxn>
                  <a:cxn ang="0">
                    <a:pos x="124" y="185"/>
                  </a:cxn>
                  <a:cxn ang="0">
                    <a:pos x="88" y="194"/>
                  </a:cxn>
                </a:cxnLst>
                <a:rect l="0" t="0" r="r" b="b"/>
                <a:pathLst>
                  <a:path w="528" h="238">
                    <a:moveTo>
                      <a:pt x="0" y="212"/>
                    </a:moveTo>
                    <a:lnTo>
                      <a:pt x="0" y="194"/>
                    </a:lnTo>
                    <a:lnTo>
                      <a:pt x="9" y="194"/>
                    </a:lnTo>
                    <a:lnTo>
                      <a:pt x="9" y="185"/>
                    </a:lnTo>
                    <a:lnTo>
                      <a:pt x="18" y="177"/>
                    </a:lnTo>
                    <a:lnTo>
                      <a:pt x="18" y="177"/>
                    </a:lnTo>
                    <a:lnTo>
                      <a:pt x="18" y="168"/>
                    </a:lnTo>
                    <a:lnTo>
                      <a:pt x="27" y="168"/>
                    </a:lnTo>
                    <a:lnTo>
                      <a:pt x="44" y="168"/>
                    </a:lnTo>
                    <a:lnTo>
                      <a:pt x="44" y="159"/>
                    </a:lnTo>
                    <a:lnTo>
                      <a:pt x="62" y="150"/>
                    </a:lnTo>
                    <a:lnTo>
                      <a:pt x="71" y="141"/>
                    </a:lnTo>
                    <a:lnTo>
                      <a:pt x="71" y="141"/>
                    </a:lnTo>
                    <a:lnTo>
                      <a:pt x="80" y="132"/>
                    </a:lnTo>
                    <a:lnTo>
                      <a:pt x="80" y="124"/>
                    </a:lnTo>
                    <a:lnTo>
                      <a:pt x="80" y="124"/>
                    </a:lnTo>
                    <a:lnTo>
                      <a:pt x="88" y="124"/>
                    </a:lnTo>
                    <a:lnTo>
                      <a:pt x="88" y="124"/>
                    </a:lnTo>
                    <a:lnTo>
                      <a:pt x="88" y="115"/>
                    </a:lnTo>
                    <a:lnTo>
                      <a:pt x="97" y="124"/>
                    </a:lnTo>
                    <a:lnTo>
                      <a:pt x="97" y="124"/>
                    </a:lnTo>
                    <a:lnTo>
                      <a:pt x="106" y="115"/>
                    </a:lnTo>
                    <a:lnTo>
                      <a:pt x="106" y="115"/>
                    </a:lnTo>
                    <a:lnTo>
                      <a:pt x="115" y="106"/>
                    </a:lnTo>
                    <a:lnTo>
                      <a:pt x="124" y="106"/>
                    </a:lnTo>
                    <a:lnTo>
                      <a:pt x="124" y="106"/>
                    </a:lnTo>
                    <a:lnTo>
                      <a:pt x="132" y="106"/>
                    </a:lnTo>
                    <a:lnTo>
                      <a:pt x="132" y="88"/>
                    </a:lnTo>
                    <a:lnTo>
                      <a:pt x="141" y="88"/>
                    </a:lnTo>
                    <a:lnTo>
                      <a:pt x="141" y="88"/>
                    </a:lnTo>
                    <a:lnTo>
                      <a:pt x="141" y="79"/>
                    </a:lnTo>
                    <a:lnTo>
                      <a:pt x="141" y="70"/>
                    </a:lnTo>
                    <a:lnTo>
                      <a:pt x="150" y="62"/>
                    </a:lnTo>
                    <a:lnTo>
                      <a:pt x="159" y="62"/>
                    </a:lnTo>
                    <a:lnTo>
                      <a:pt x="176" y="62"/>
                    </a:lnTo>
                    <a:lnTo>
                      <a:pt x="229" y="53"/>
                    </a:lnTo>
                    <a:lnTo>
                      <a:pt x="361" y="26"/>
                    </a:lnTo>
                    <a:lnTo>
                      <a:pt x="431" y="17"/>
                    </a:lnTo>
                    <a:lnTo>
                      <a:pt x="493" y="0"/>
                    </a:lnTo>
                    <a:lnTo>
                      <a:pt x="493" y="9"/>
                    </a:lnTo>
                    <a:lnTo>
                      <a:pt x="502" y="9"/>
                    </a:lnTo>
                    <a:lnTo>
                      <a:pt x="502" y="9"/>
                    </a:lnTo>
                    <a:lnTo>
                      <a:pt x="502" y="17"/>
                    </a:lnTo>
                    <a:lnTo>
                      <a:pt x="511" y="26"/>
                    </a:lnTo>
                    <a:lnTo>
                      <a:pt x="511" y="35"/>
                    </a:lnTo>
                    <a:lnTo>
                      <a:pt x="511" y="26"/>
                    </a:lnTo>
                    <a:lnTo>
                      <a:pt x="502" y="17"/>
                    </a:lnTo>
                    <a:lnTo>
                      <a:pt x="502" y="26"/>
                    </a:lnTo>
                    <a:lnTo>
                      <a:pt x="511" y="26"/>
                    </a:lnTo>
                    <a:lnTo>
                      <a:pt x="502" y="26"/>
                    </a:lnTo>
                    <a:lnTo>
                      <a:pt x="493" y="26"/>
                    </a:lnTo>
                    <a:lnTo>
                      <a:pt x="484" y="26"/>
                    </a:lnTo>
                    <a:lnTo>
                      <a:pt x="493" y="26"/>
                    </a:lnTo>
                    <a:lnTo>
                      <a:pt x="493" y="26"/>
                    </a:lnTo>
                    <a:lnTo>
                      <a:pt x="493" y="35"/>
                    </a:lnTo>
                    <a:lnTo>
                      <a:pt x="493" y="35"/>
                    </a:lnTo>
                    <a:lnTo>
                      <a:pt x="484" y="35"/>
                    </a:lnTo>
                    <a:lnTo>
                      <a:pt x="493" y="35"/>
                    </a:lnTo>
                    <a:lnTo>
                      <a:pt x="484" y="35"/>
                    </a:lnTo>
                    <a:lnTo>
                      <a:pt x="475" y="35"/>
                    </a:lnTo>
                    <a:lnTo>
                      <a:pt x="484" y="44"/>
                    </a:lnTo>
                    <a:lnTo>
                      <a:pt x="475" y="53"/>
                    </a:lnTo>
                    <a:lnTo>
                      <a:pt x="467" y="53"/>
                    </a:lnTo>
                    <a:lnTo>
                      <a:pt x="458" y="53"/>
                    </a:lnTo>
                    <a:lnTo>
                      <a:pt x="458" y="35"/>
                    </a:lnTo>
                    <a:lnTo>
                      <a:pt x="458" y="35"/>
                    </a:lnTo>
                    <a:lnTo>
                      <a:pt x="458" y="35"/>
                    </a:lnTo>
                    <a:lnTo>
                      <a:pt x="458" y="35"/>
                    </a:lnTo>
                    <a:lnTo>
                      <a:pt x="458" y="26"/>
                    </a:lnTo>
                    <a:lnTo>
                      <a:pt x="458" y="35"/>
                    </a:lnTo>
                    <a:lnTo>
                      <a:pt x="458" y="35"/>
                    </a:lnTo>
                    <a:lnTo>
                      <a:pt x="458" y="44"/>
                    </a:lnTo>
                    <a:lnTo>
                      <a:pt x="458" y="44"/>
                    </a:lnTo>
                    <a:lnTo>
                      <a:pt x="467" y="53"/>
                    </a:lnTo>
                    <a:lnTo>
                      <a:pt x="467" y="62"/>
                    </a:lnTo>
                    <a:lnTo>
                      <a:pt x="467" y="53"/>
                    </a:lnTo>
                    <a:lnTo>
                      <a:pt x="475" y="53"/>
                    </a:lnTo>
                    <a:lnTo>
                      <a:pt x="475" y="53"/>
                    </a:lnTo>
                    <a:lnTo>
                      <a:pt x="493" y="53"/>
                    </a:lnTo>
                    <a:lnTo>
                      <a:pt x="493" y="53"/>
                    </a:lnTo>
                    <a:lnTo>
                      <a:pt x="502" y="44"/>
                    </a:lnTo>
                    <a:lnTo>
                      <a:pt x="502" y="44"/>
                    </a:lnTo>
                    <a:lnTo>
                      <a:pt x="502" y="53"/>
                    </a:lnTo>
                    <a:lnTo>
                      <a:pt x="502" y="62"/>
                    </a:lnTo>
                    <a:lnTo>
                      <a:pt x="502" y="62"/>
                    </a:lnTo>
                    <a:lnTo>
                      <a:pt x="511" y="62"/>
                    </a:lnTo>
                    <a:lnTo>
                      <a:pt x="502" y="70"/>
                    </a:lnTo>
                    <a:lnTo>
                      <a:pt x="502" y="70"/>
                    </a:lnTo>
                    <a:lnTo>
                      <a:pt x="511" y="70"/>
                    </a:lnTo>
                    <a:lnTo>
                      <a:pt x="511" y="53"/>
                    </a:lnTo>
                    <a:lnTo>
                      <a:pt x="511" y="53"/>
                    </a:lnTo>
                    <a:lnTo>
                      <a:pt x="519" y="53"/>
                    </a:lnTo>
                    <a:lnTo>
                      <a:pt x="519" y="44"/>
                    </a:lnTo>
                    <a:lnTo>
                      <a:pt x="519" y="44"/>
                    </a:lnTo>
                    <a:lnTo>
                      <a:pt x="519" y="53"/>
                    </a:lnTo>
                    <a:lnTo>
                      <a:pt x="528" y="53"/>
                    </a:lnTo>
                    <a:lnTo>
                      <a:pt x="528" y="62"/>
                    </a:lnTo>
                    <a:lnTo>
                      <a:pt x="528" y="70"/>
                    </a:lnTo>
                    <a:lnTo>
                      <a:pt x="519" y="70"/>
                    </a:lnTo>
                    <a:lnTo>
                      <a:pt x="519" y="70"/>
                    </a:lnTo>
                    <a:lnTo>
                      <a:pt x="519" y="79"/>
                    </a:lnTo>
                    <a:lnTo>
                      <a:pt x="511" y="88"/>
                    </a:lnTo>
                    <a:lnTo>
                      <a:pt x="511" y="97"/>
                    </a:lnTo>
                    <a:lnTo>
                      <a:pt x="493" y="97"/>
                    </a:lnTo>
                    <a:lnTo>
                      <a:pt x="493" y="97"/>
                    </a:lnTo>
                    <a:lnTo>
                      <a:pt x="484" y="88"/>
                    </a:lnTo>
                    <a:lnTo>
                      <a:pt x="484" y="97"/>
                    </a:lnTo>
                    <a:lnTo>
                      <a:pt x="484" y="97"/>
                    </a:lnTo>
                    <a:lnTo>
                      <a:pt x="475" y="88"/>
                    </a:lnTo>
                    <a:lnTo>
                      <a:pt x="484" y="88"/>
                    </a:lnTo>
                    <a:lnTo>
                      <a:pt x="475" y="88"/>
                    </a:lnTo>
                    <a:lnTo>
                      <a:pt x="475" y="88"/>
                    </a:lnTo>
                    <a:lnTo>
                      <a:pt x="475" y="97"/>
                    </a:lnTo>
                    <a:lnTo>
                      <a:pt x="475" y="97"/>
                    </a:lnTo>
                    <a:lnTo>
                      <a:pt x="467" y="97"/>
                    </a:lnTo>
                    <a:lnTo>
                      <a:pt x="458" y="97"/>
                    </a:lnTo>
                    <a:lnTo>
                      <a:pt x="449" y="97"/>
                    </a:lnTo>
                    <a:lnTo>
                      <a:pt x="449" y="97"/>
                    </a:lnTo>
                    <a:lnTo>
                      <a:pt x="449" y="97"/>
                    </a:lnTo>
                    <a:lnTo>
                      <a:pt x="475" y="106"/>
                    </a:lnTo>
                    <a:lnTo>
                      <a:pt x="475" y="106"/>
                    </a:lnTo>
                    <a:lnTo>
                      <a:pt x="484" y="106"/>
                    </a:lnTo>
                    <a:lnTo>
                      <a:pt x="484" y="115"/>
                    </a:lnTo>
                    <a:lnTo>
                      <a:pt x="484" y="115"/>
                    </a:lnTo>
                    <a:lnTo>
                      <a:pt x="475" y="115"/>
                    </a:lnTo>
                    <a:lnTo>
                      <a:pt x="484" y="115"/>
                    </a:lnTo>
                    <a:lnTo>
                      <a:pt x="484" y="124"/>
                    </a:lnTo>
                    <a:lnTo>
                      <a:pt x="475" y="132"/>
                    </a:lnTo>
                    <a:lnTo>
                      <a:pt x="475" y="132"/>
                    </a:lnTo>
                    <a:lnTo>
                      <a:pt x="467" y="132"/>
                    </a:lnTo>
                    <a:lnTo>
                      <a:pt x="458" y="132"/>
                    </a:lnTo>
                    <a:lnTo>
                      <a:pt x="458" y="124"/>
                    </a:lnTo>
                    <a:lnTo>
                      <a:pt x="449" y="124"/>
                    </a:lnTo>
                    <a:lnTo>
                      <a:pt x="458" y="132"/>
                    </a:lnTo>
                    <a:lnTo>
                      <a:pt x="467" y="141"/>
                    </a:lnTo>
                    <a:lnTo>
                      <a:pt x="475" y="141"/>
                    </a:lnTo>
                    <a:lnTo>
                      <a:pt x="484" y="132"/>
                    </a:lnTo>
                    <a:lnTo>
                      <a:pt x="493" y="132"/>
                    </a:lnTo>
                    <a:lnTo>
                      <a:pt x="484" y="132"/>
                    </a:lnTo>
                    <a:lnTo>
                      <a:pt x="493" y="132"/>
                    </a:lnTo>
                    <a:lnTo>
                      <a:pt x="493" y="124"/>
                    </a:lnTo>
                    <a:lnTo>
                      <a:pt x="493" y="124"/>
                    </a:lnTo>
                    <a:lnTo>
                      <a:pt x="493" y="124"/>
                    </a:lnTo>
                    <a:lnTo>
                      <a:pt x="493" y="132"/>
                    </a:lnTo>
                    <a:lnTo>
                      <a:pt x="502" y="132"/>
                    </a:lnTo>
                    <a:lnTo>
                      <a:pt x="502" y="124"/>
                    </a:lnTo>
                    <a:lnTo>
                      <a:pt x="502" y="124"/>
                    </a:lnTo>
                    <a:lnTo>
                      <a:pt x="502" y="132"/>
                    </a:lnTo>
                    <a:lnTo>
                      <a:pt x="502" y="132"/>
                    </a:lnTo>
                    <a:lnTo>
                      <a:pt x="502" y="141"/>
                    </a:lnTo>
                    <a:lnTo>
                      <a:pt x="493" y="150"/>
                    </a:lnTo>
                    <a:lnTo>
                      <a:pt x="493" y="150"/>
                    </a:lnTo>
                    <a:lnTo>
                      <a:pt x="484" y="150"/>
                    </a:lnTo>
                    <a:lnTo>
                      <a:pt x="484" y="150"/>
                    </a:lnTo>
                    <a:lnTo>
                      <a:pt x="484" y="150"/>
                    </a:lnTo>
                    <a:lnTo>
                      <a:pt x="475" y="150"/>
                    </a:lnTo>
                    <a:lnTo>
                      <a:pt x="475" y="150"/>
                    </a:lnTo>
                    <a:lnTo>
                      <a:pt x="475" y="150"/>
                    </a:lnTo>
                    <a:lnTo>
                      <a:pt x="458" y="159"/>
                    </a:lnTo>
                    <a:lnTo>
                      <a:pt x="458" y="159"/>
                    </a:lnTo>
                    <a:lnTo>
                      <a:pt x="449" y="168"/>
                    </a:lnTo>
                    <a:lnTo>
                      <a:pt x="449" y="177"/>
                    </a:lnTo>
                    <a:lnTo>
                      <a:pt x="449" y="177"/>
                    </a:lnTo>
                    <a:lnTo>
                      <a:pt x="440" y="168"/>
                    </a:lnTo>
                    <a:lnTo>
                      <a:pt x="440" y="168"/>
                    </a:lnTo>
                    <a:lnTo>
                      <a:pt x="440" y="168"/>
                    </a:lnTo>
                    <a:lnTo>
                      <a:pt x="440" y="168"/>
                    </a:lnTo>
                    <a:lnTo>
                      <a:pt x="440" y="177"/>
                    </a:lnTo>
                    <a:lnTo>
                      <a:pt x="440" y="177"/>
                    </a:lnTo>
                    <a:lnTo>
                      <a:pt x="431" y="185"/>
                    </a:lnTo>
                    <a:lnTo>
                      <a:pt x="423" y="194"/>
                    </a:lnTo>
                    <a:lnTo>
                      <a:pt x="423" y="212"/>
                    </a:lnTo>
                    <a:lnTo>
                      <a:pt x="423" y="212"/>
                    </a:lnTo>
                    <a:lnTo>
                      <a:pt x="423" y="230"/>
                    </a:lnTo>
                    <a:lnTo>
                      <a:pt x="414" y="212"/>
                    </a:lnTo>
                    <a:lnTo>
                      <a:pt x="414" y="212"/>
                    </a:lnTo>
                    <a:lnTo>
                      <a:pt x="414" y="212"/>
                    </a:lnTo>
                    <a:lnTo>
                      <a:pt x="414" y="221"/>
                    </a:lnTo>
                    <a:lnTo>
                      <a:pt x="414" y="230"/>
                    </a:lnTo>
                    <a:lnTo>
                      <a:pt x="414" y="238"/>
                    </a:lnTo>
                    <a:lnTo>
                      <a:pt x="405" y="238"/>
                    </a:lnTo>
                    <a:lnTo>
                      <a:pt x="387" y="238"/>
                    </a:lnTo>
                    <a:lnTo>
                      <a:pt x="379" y="238"/>
                    </a:lnTo>
                    <a:lnTo>
                      <a:pt x="379" y="238"/>
                    </a:lnTo>
                    <a:lnTo>
                      <a:pt x="379" y="238"/>
                    </a:lnTo>
                    <a:lnTo>
                      <a:pt x="291" y="185"/>
                    </a:lnTo>
                    <a:lnTo>
                      <a:pt x="220" y="194"/>
                    </a:lnTo>
                    <a:lnTo>
                      <a:pt x="220" y="194"/>
                    </a:lnTo>
                    <a:lnTo>
                      <a:pt x="220" y="185"/>
                    </a:lnTo>
                    <a:lnTo>
                      <a:pt x="220" y="185"/>
                    </a:lnTo>
                    <a:lnTo>
                      <a:pt x="212" y="177"/>
                    </a:lnTo>
                    <a:lnTo>
                      <a:pt x="212" y="177"/>
                    </a:lnTo>
                    <a:lnTo>
                      <a:pt x="203" y="168"/>
                    </a:lnTo>
                    <a:lnTo>
                      <a:pt x="185" y="177"/>
                    </a:lnTo>
                    <a:lnTo>
                      <a:pt x="124" y="177"/>
                    </a:lnTo>
                    <a:lnTo>
                      <a:pt x="124" y="185"/>
                    </a:lnTo>
                    <a:lnTo>
                      <a:pt x="115" y="185"/>
                    </a:lnTo>
                    <a:lnTo>
                      <a:pt x="106" y="185"/>
                    </a:lnTo>
                    <a:lnTo>
                      <a:pt x="97" y="194"/>
                    </a:lnTo>
                    <a:lnTo>
                      <a:pt x="88" y="194"/>
                    </a:lnTo>
                    <a:lnTo>
                      <a:pt x="80" y="203"/>
                    </a:lnTo>
                    <a:lnTo>
                      <a:pt x="0" y="21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66"/>
              <p:cNvSpPr>
                <a:spLocks/>
              </p:cNvSpPr>
              <p:nvPr/>
            </p:nvSpPr>
            <p:spPr bwMode="auto">
              <a:xfrm>
                <a:off x="4057781" y="2923958"/>
                <a:ext cx="708382" cy="319308"/>
              </a:xfrm>
              <a:custGeom>
                <a:avLst/>
                <a:gdLst/>
                <a:ahLst/>
                <a:cxnLst>
                  <a:cxn ang="0">
                    <a:pos x="9" y="185"/>
                  </a:cxn>
                  <a:cxn ang="0">
                    <a:pos x="27" y="168"/>
                  </a:cxn>
                  <a:cxn ang="0">
                    <a:pos x="71" y="141"/>
                  </a:cxn>
                  <a:cxn ang="0">
                    <a:pos x="80" y="124"/>
                  </a:cxn>
                  <a:cxn ang="0">
                    <a:pos x="97" y="124"/>
                  </a:cxn>
                  <a:cxn ang="0">
                    <a:pos x="115" y="106"/>
                  </a:cxn>
                  <a:cxn ang="0">
                    <a:pos x="132" y="88"/>
                  </a:cxn>
                  <a:cxn ang="0">
                    <a:pos x="141" y="70"/>
                  </a:cxn>
                  <a:cxn ang="0">
                    <a:pos x="229" y="53"/>
                  </a:cxn>
                  <a:cxn ang="0">
                    <a:pos x="493" y="9"/>
                  </a:cxn>
                  <a:cxn ang="0">
                    <a:pos x="511" y="26"/>
                  </a:cxn>
                  <a:cxn ang="0">
                    <a:pos x="502" y="26"/>
                  </a:cxn>
                  <a:cxn ang="0">
                    <a:pos x="484" y="26"/>
                  </a:cxn>
                  <a:cxn ang="0">
                    <a:pos x="493" y="35"/>
                  </a:cxn>
                  <a:cxn ang="0">
                    <a:pos x="475" y="35"/>
                  </a:cxn>
                  <a:cxn ang="0">
                    <a:pos x="458" y="53"/>
                  </a:cxn>
                  <a:cxn ang="0">
                    <a:pos x="458" y="35"/>
                  </a:cxn>
                  <a:cxn ang="0">
                    <a:pos x="458" y="44"/>
                  </a:cxn>
                  <a:cxn ang="0">
                    <a:pos x="467" y="53"/>
                  </a:cxn>
                  <a:cxn ang="0">
                    <a:pos x="493" y="53"/>
                  </a:cxn>
                  <a:cxn ang="0">
                    <a:pos x="502" y="62"/>
                  </a:cxn>
                  <a:cxn ang="0">
                    <a:pos x="502" y="70"/>
                  </a:cxn>
                  <a:cxn ang="0">
                    <a:pos x="519" y="53"/>
                  </a:cxn>
                  <a:cxn ang="0">
                    <a:pos x="528" y="53"/>
                  </a:cxn>
                  <a:cxn ang="0">
                    <a:pos x="519" y="70"/>
                  </a:cxn>
                  <a:cxn ang="0">
                    <a:pos x="493" y="97"/>
                  </a:cxn>
                  <a:cxn ang="0">
                    <a:pos x="484" y="97"/>
                  </a:cxn>
                  <a:cxn ang="0">
                    <a:pos x="475" y="88"/>
                  </a:cxn>
                  <a:cxn ang="0">
                    <a:pos x="458" y="97"/>
                  </a:cxn>
                  <a:cxn ang="0">
                    <a:pos x="475" y="106"/>
                  </a:cxn>
                  <a:cxn ang="0">
                    <a:pos x="484" y="115"/>
                  </a:cxn>
                  <a:cxn ang="0">
                    <a:pos x="475" y="132"/>
                  </a:cxn>
                  <a:cxn ang="0">
                    <a:pos x="458" y="124"/>
                  </a:cxn>
                  <a:cxn ang="0">
                    <a:pos x="475" y="141"/>
                  </a:cxn>
                  <a:cxn ang="0">
                    <a:pos x="493" y="132"/>
                  </a:cxn>
                  <a:cxn ang="0">
                    <a:pos x="493" y="132"/>
                  </a:cxn>
                  <a:cxn ang="0">
                    <a:pos x="502" y="132"/>
                  </a:cxn>
                  <a:cxn ang="0">
                    <a:pos x="493" y="150"/>
                  </a:cxn>
                  <a:cxn ang="0">
                    <a:pos x="475" y="150"/>
                  </a:cxn>
                  <a:cxn ang="0">
                    <a:pos x="458" y="159"/>
                  </a:cxn>
                  <a:cxn ang="0">
                    <a:pos x="440" y="168"/>
                  </a:cxn>
                  <a:cxn ang="0">
                    <a:pos x="440" y="177"/>
                  </a:cxn>
                  <a:cxn ang="0">
                    <a:pos x="423" y="212"/>
                  </a:cxn>
                  <a:cxn ang="0">
                    <a:pos x="414" y="212"/>
                  </a:cxn>
                  <a:cxn ang="0">
                    <a:pos x="414" y="238"/>
                  </a:cxn>
                  <a:cxn ang="0">
                    <a:pos x="379" y="238"/>
                  </a:cxn>
                  <a:cxn ang="0">
                    <a:pos x="220" y="194"/>
                  </a:cxn>
                  <a:cxn ang="0">
                    <a:pos x="212" y="177"/>
                  </a:cxn>
                  <a:cxn ang="0">
                    <a:pos x="124" y="185"/>
                  </a:cxn>
                  <a:cxn ang="0">
                    <a:pos x="88" y="194"/>
                  </a:cxn>
                </a:cxnLst>
                <a:rect l="0" t="0" r="r" b="b"/>
                <a:pathLst>
                  <a:path w="528" h="238">
                    <a:moveTo>
                      <a:pt x="0" y="212"/>
                    </a:moveTo>
                    <a:lnTo>
                      <a:pt x="0" y="194"/>
                    </a:lnTo>
                    <a:lnTo>
                      <a:pt x="9" y="194"/>
                    </a:lnTo>
                    <a:lnTo>
                      <a:pt x="9" y="185"/>
                    </a:lnTo>
                    <a:lnTo>
                      <a:pt x="18" y="177"/>
                    </a:lnTo>
                    <a:lnTo>
                      <a:pt x="18" y="177"/>
                    </a:lnTo>
                    <a:lnTo>
                      <a:pt x="18" y="168"/>
                    </a:lnTo>
                    <a:lnTo>
                      <a:pt x="27" y="168"/>
                    </a:lnTo>
                    <a:lnTo>
                      <a:pt x="44" y="168"/>
                    </a:lnTo>
                    <a:lnTo>
                      <a:pt x="44" y="159"/>
                    </a:lnTo>
                    <a:lnTo>
                      <a:pt x="62" y="150"/>
                    </a:lnTo>
                    <a:lnTo>
                      <a:pt x="71" y="141"/>
                    </a:lnTo>
                    <a:lnTo>
                      <a:pt x="71" y="141"/>
                    </a:lnTo>
                    <a:lnTo>
                      <a:pt x="80" y="132"/>
                    </a:lnTo>
                    <a:lnTo>
                      <a:pt x="80" y="124"/>
                    </a:lnTo>
                    <a:lnTo>
                      <a:pt x="80" y="124"/>
                    </a:lnTo>
                    <a:lnTo>
                      <a:pt x="88" y="124"/>
                    </a:lnTo>
                    <a:lnTo>
                      <a:pt x="88" y="124"/>
                    </a:lnTo>
                    <a:lnTo>
                      <a:pt x="88" y="115"/>
                    </a:lnTo>
                    <a:lnTo>
                      <a:pt x="97" y="124"/>
                    </a:lnTo>
                    <a:lnTo>
                      <a:pt x="97" y="124"/>
                    </a:lnTo>
                    <a:lnTo>
                      <a:pt x="106" y="115"/>
                    </a:lnTo>
                    <a:lnTo>
                      <a:pt x="106" y="115"/>
                    </a:lnTo>
                    <a:lnTo>
                      <a:pt x="115" y="106"/>
                    </a:lnTo>
                    <a:lnTo>
                      <a:pt x="124" y="106"/>
                    </a:lnTo>
                    <a:lnTo>
                      <a:pt x="124" y="106"/>
                    </a:lnTo>
                    <a:lnTo>
                      <a:pt x="132" y="106"/>
                    </a:lnTo>
                    <a:lnTo>
                      <a:pt x="132" y="88"/>
                    </a:lnTo>
                    <a:lnTo>
                      <a:pt x="141" y="88"/>
                    </a:lnTo>
                    <a:lnTo>
                      <a:pt x="141" y="88"/>
                    </a:lnTo>
                    <a:lnTo>
                      <a:pt x="141" y="79"/>
                    </a:lnTo>
                    <a:lnTo>
                      <a:pt x="141" y="70"/>
                    </a:lnTo>
                    <a:lnTo>
                      <a:pt x="150" y="62"/>
                    </a:lnTo>
                    <a:lnTo>
                      <a:pt x="159" y="62"/>
                    </a:lnTo>
                    <a:lnTo>
                      <a:pt x="176" y="62"/>
                    </a:lnTo>
                    <a:lnTo>
                      <a:pt x="229" y="53"/>
                    </a:lnTo>
                    <a:lnTo>
                      <a:pt x="361" y="26"/>
                    </a:lnTo>
                    <a:lnTo>
                      <a:pt x="431" y="17"/>
                    </a:lnTo>
                    <a:lnTo>
                      <a:pt x="493" y="0"/>
                    </a:lnTo>
                    <a:lnTo>
                      <a:pt x="493" y="9"/>
                    </a:lnTo>
                    <a:lnTo>
                      <a:pt x="502" y="9"/>
                    </a:lnTo>
                    <a:lnTo>
                      <a:pt x="502" y="9"/>
                    </a:lnTo>
                    <a:lnTo>
                      <a:pt x="502" y="17"/>
                    </a:lnTo>
                    <a:lnTo>
                      <a:pt x="511" y="26"/>
                    </a:lnTo>
                    <a:lnTo>
                      <a:pt x="511" y="35"/>
                    </a:lnTo>
                    <a:lnTo>
                      <a:pt x="511" y="26"/>
                    </a:lnTo>
                    <a:lnTo>
                      <a:pt x="502" y="17"/>
                    </a:lnTo>
                    <a:lnTo>
                      <a:pt x="502" y="26"/>
                    </a:lnTo>
                    <a:lnTo>
                      <a:pt x="511" y="26"/>
                    </a:lnTo>
                    <a:lnTo>
                      <a:pt x="502" y="26"/>
                    </a:lnTo>
                    <a:lnTo>
                      <a:pt x="493" y="26"/>
                    </a:lnTo>
                    <a:lnTo>
                      <a:pt x="484" y="26"/>
                    </a:lnTo>
                    <a:lnTo>
                      <a:pt x="493" y="26"/>
                    </a:lnTo>
                    <a:lnTo>
                      <a:pt x="493" y="26"/>
                    </a:lnTo>
                    <a:lnTo>
                      <a:pt x="493" y="35"/>
                    </a:lnTo>
                    <a:lnTo>
                      <a:pt x="493" y="35"/>
                    </a:lnTo>
                    <a:lnTo>
                      <a:pt x="484" y="35"/>
                    </a:lnTo>
                    <a:lnTo>
                      <a:pt x="493" y="35"/>
                    </a:lnTo>
                    <a:lnTo>
                      <a:pt x="484" y="35"/>
                    </a:lnTo>
                    <a:lnTo>
                      <a:pt x="475" y="35"/>
                    </a:lnTo>
                    <a:lnTo>
                      <a:pt x="484" y="44"/>
                    </a:lnTo>
                    <a:lnTo>
                      <a:pt x="475" y="53"/>
                    </a:lnTo>
                    <a:lnTo>
                      <a:pt x="467" y="53"/>
                    </a:lnTo>
                    <a:lnTo>
                      <a:pt x="458" y="53"/>
                    </a:lnTo>
                    <a:lnTo>
                      <a:pt x="458" y="35"/>
                    </a:lnTo>
                    <a:lnTo>
                      <a:pt x="458" y="35"/>
                    </a:lnTo>
                    <a:lnTo>
                      <a:pt x="458" y="35"/>
                    </a:lnTo>
                    <a:lnTo>
                      <a:pt x="458" y="35"/>
                    </a:lnTo>
                    <a:lnTo>
                      <a:pt x="458" y="26"/>
                    </a:lnTo>
                    <a:lnTo>
                      <a:pt x="458" y="35"/>
                    </a:lnTo>
                    <a:lnTo>
                      <a:pt x="458" y="35"/>
                    </a:lnTo>
                    <a:lnTo>
                      <a:pt x="458" y="44"/>
                    </a:lnTo>
                    <a:lnTo>
                      <a:pt x="458" y="44"/>
                    </a:lnTo>
                    <a:lnTo>
                      <a:pt x="467" y="53"/>
                    </a:lnTo>
                    <a:lnTo>
                      <a:pt x="467" y="62"/>
                    </a:lnTo>
                    <a:lnTo>
                      <a:pt x="467" y="53"/>
                    </a:lnTo>
                    <a:lnTo>
                      <a:pt x="475" y="53"/>
                    </a:lnTo>
                    <a:lnTo>
                      <a:pt x="475" y="53"/>
                    </a:lnTo>
                    <a:lnTo>
                      <a:pt x="493" y="53"/>
                    </a:lnTo>
                    <a:lnTo>
                      <a:pt x="493" y="53"/>
                    </a:lnTo>
                    <a:lnTo>
                      <a:pt x="502" y="44"/>
                    </a:lnTo>
                    <a:lnTo>
                      <a:pt x="502" y="44"/>
                    </a:lnTo>
                    <a:lnTo>
                      <a:pt x="502" y="53"/>
                    </a:lnTo>
                    <a:lnTo>
                      <a:pt x="502" y="62"/>
                    </a:lnTo>
                    <a:lnTo>
                      <a:pt x="502" y="62"/>
                    </a:lnTo>
                    <a:lnTo>
                      <a:pt x="511" y="62"/>
                    </a:lnTo>
                    <a:lnTo>
                      <a:pt x="502" y="70"/>
                    </a:lnTo>
                    <a:lnTo>
                      <a:pt x="502" y="70"/>
                    </a:lnTo>
                    <a:lnTo>
                      <a:pt x="511" y="70"/>
                    </a:lnTo>
                    <a:lnTo>
                      <a:pt x="511" y="53"/>
                    </a:lnTo>
                    <a:lnTo>
                      <a:pt x="511" y="53"/>
                    </a:lnTo>
                    <a:lnTo>
                      <a:pt x="519" y="53"/>
                    </a:lnTo>
                    <a:lnTo>
                      <a:pt x="519" y="44"/>
                    </a:lnTo>
                    <a:lnTo>
                      <a:pt x="519" y="44"/>
                    </a:lnTo>
                    <a:lnTo>
                      <a:pt x="519" y="53"/>
                    </a:lnTo>
                    <a:lnTo>
                      <a:pt x="528" y="53"/>
                    </a:lnTo>
                    <a:lnTo>
                      <a:pt x="528" y="62"/>
                    </a:lnTo>
                    <a:lnTo>
                      <a:pt x="528" y="70"/>
                    </a:lnTo>
                    <a:lnTo>
                      <a:pt x="519" y="70"/>
                    </a:lnTo>
                    <a:lnTo>
                      <a:pt x="519" y="70"/>
                    </a:lnTo>
                    <a:lnTo>
                      <a:pt x="519" y="79"/>
                    </a:lnTo>
                    <a:lnTo>
                      <a:pt x="511" y="88"/>
                    </a:lnTo>
                    <a:lnTo>
                      <a:pt x="511" y="97"/>
                    </a:lnTo>
                    <a:lnTo>
                      <a:pt x="493" y="97"/>
                    </a:lnTo>
                    <a:lnTo>
                      <a:pt x="493" y="97"/>
                    </a:lnTo>
                    <a:lnTo>
                      <a:pt x="484" y="88"/>
                    </a:lnTo>
                    <a:lnTo>
                      <a:pt x="484" y="97"/>
                    </a:lnTo>
                    <a:lnTo>
                      <a:pt x="484" y="97"/>
                    </a:lnTo>
                    <a:lnTo>
                      <a:pt x="475" y="88"/>
                    </a:lnTo>
                    <a:lnTo>
                      <a:pt x="484" y="88"/>
                    </a:lnTo>
                    <a:lnTo>
                      <a:pt x="475" y="88"/>
                    </a:lnTo>
                    <a:lnTo>
                      <a:pt x="475" y="88"/>
                    </a:lnTo>
                    <a:lnTo>
                      <a:pt x="475" y="97"/>
                    </a:lnTo>
                    <a:lnTo>
                      <a:pt x="475" y="97"/>
                    </a:lnTo>
                    <a:lnTo>
                      <a:pt x="467" y="97"/>
                    </a:lnTo>
                    <a:lnTo>
                      <a:pt x="458" y="97"/>
                    </a:lnTo>
                    <a:lnTo>
                      <a:pt x="449" y="97"/>
                    </a:lnTo>
                    <a:lnTo>
                      <a:pt x="449" y="97"/>
                    </a:lnTo>
                    <a:lnTo>
                      <a:pt x="449" y="97"/>
                    </a:lnTo>
                    <a:lnTo>
                      <a:pt x="475" y="106"/>
                    </a:lnTo>
                    <a:lnTo>
                      <a:pt x="475" y="106"/>
                    </a:lnTo>
                    <a:lnTo>
                      <a:pt x="484" y="106"/>
                    </a:lnTo>
                    <a:lnTo>
                      <a:pt x="484" y="115"/>
                    </a:lnTo>
                    <a:lnTo>
                      <a:pt x="484" y="115"/>
                    </a:lnTo>
                    <a:lnTo>
                      <a:pt x="475" y="115"/>
                    </a:lnTo>
                    <a:lnTo>
                      <a:pt x="484" y="115"/>
                    </a:lnTo>
                    <a:lnTo>
                      <a:pt x="484" y="124"/>
                    </a:lnTo>
                    <a:lnTo>
                      <a:pt x="475" y="132"/>
                    </a:lnTo>
                    <a:lnTo>
                      <a:pt x="475" y="132"/>
                    </a:lnTo>
                    <a:lnTo>
                      <a:pt x="467" y="132"/>
                    </a:lnTo>
                    <a:lnTo>
                      <a:pt x="458" y="132"/>
                    </a:lnTo>
                    <a:lnTo>
                      <a:pt x="458" y="124"/>
                    </a:lnTo>
                    <a:lnTo>
                      <a:pt x="449" y="124"/>
                    </a:lnTo>
                    <a:lnTo>
                      <a:pt x="458" y="132"/>
                    </a:lnTo>
                    <a:lnTo>
                      <a:pt x="467" y="141"/>
                    </a:lnTo>
                    <a:lnTo>
                      <a:pt x="475" y="141"/>
                    </a:lnTo>
                    <a:lnTo>
                      <a:pt x="484" y="132"/>
                    </a:lnTo>
                    <a:lnTo>
                      <a:pt x="493" y="132"/>
                    </a:lnTo>
                    <a:lnTo>
                      <a:pt x="484" y="132"/>
                    </a:lnTo>
                    <a:lnTo>
                      <a:pt x="493" y="132"/>
                    </a:lnTo>
                    <a:lnTo>
                      <a:pt x="493" y="124"/>
                    </a:lnTo>
                    <a:lnTo>
                      <a:pt x="493" y="124"/>
                    </a:lnTo>
                    <a:lnTo>
                      <a:pt x="493" y="124"/>
                    </a:lnTo>
                    <a:lnTo>
                      <a:pt x="493" y="132"/>
                    </a:lnTo>
                    <a:lnTo>
                      <a:pt x="502" y="132"/>
                    </a:lnTo>
                    <a:lnTo>
                      <a:pt x="502" y="124"/>
                    </a:lnTo>
                    <a:lnTo>
                      <a:pt x="502" y="124"/>
                    </a:lnTo>
                    <a:lnTo>
                      <a:pt x="502" y="132"/>
                    </a:lnTo>
                    <a:lnTo>
                      <a:pt x="502" y="132"/>
                    </a:lnTo>
                    <a:lnTo>
                      <a:pt x="502" y="141"/>
                    </a:lnTo>
                    <a:lnTo>
                      <a:pt x="493" y="150"/>
                    </a:lnTo>
                    <a:lnTo>
                      <a:pt x="493" y="150"/>
                    </a:lnTo>
                    <a:lnTo>
                      <a:pt x="484" y="150"/>
                    </a:lnTo>
                    <a:lnTo>
                      <a:pt x="484" y="150"/>
                    </a:lnTo>
                    <a:lnTo>
                      <a:pt x="484" y="150"/>
                    </a:lnTo>
                    <a:lnTo>
                      <a:pt x="475" y="150"/>
                    </a:lnTo>
                    <a:lnTo>
                      <a:pt x="475" y="150"/>
                    </a:lnTo>
                    <a:lnTo>
                      <a:pt x="475" y="150"/>
                    </a:lnTo>
                    <a:lnTo>
                      <a:pt x="458" y="159"/>
                    </a:lnTo>
                    <a:lnTo>
                      <a:pt x="458" y="159"/>
                    </a:lnTo>
                    <a:lnTo>
                      <a:pt x="449" y="168"/>
                    </a:lnTo>
                    <a:lnTo>
                      <a:pt x="449" y="177"/>
                    </a:lnTo>
                    <a:lnTo>
                      <a:pt x="449" y="177"/>
                    </a:lnTo>
                    <a:lnTo>
                      <a:pt x="440" y="168"/>
                    </a:lnTo>
                    <a:lnTo>
                      <a:pt x="440" y="168"/>
                    </a:lnTo>
                    <a:lnTo>
                      <a:pt x="440" y="168"/>
                    </a:lnTo>
                    <a:lnTo>
                      <a:pt x="440" y="168"/>
                    </a:lnTo>
                    <a:lnTo>
                      <a:pt x="440" y="177"/>
                    </a:lnTo>
                    <a:lnTo>
                      <a:pt x="440" y="177"/>
                    </a:lnTo>
                    <a:lnTo>
                      <a:pt x="431" y="185"/>
                    </a:lnTo>
                    <a:lnTo>
                      <a:pt x="423" y="194"/>
                    </a:lnTo>
                    <a:lnTo>
                      <a:pt x="423" y="212"/>
                    </a:lnTo>
                    <a:lnTo>
                      <a:pt x="423" y="212"/>
                    </a:lnTo>
                    <a:lnTo>
                      <a:pt x="423" y="230"/>
                    </a:lnTo>
                    <a:lnTo>
                      <a:pt x="414" y="212"/>
                    </a:lnTo>
                    <a:lnTo>
                      <a:pt x="414" y="212"/>
                    </a:lnTo>
                    <a:lnTo>
                      <a:pt x="414" y="212"/>
                    </a:lnTo>
                    <a:lnTo>
                      <a:pt x="414" y="221"/>
                    </a:lnTo>
                    <a:lnTo>
                      <a:pt x="414" y="230"/>
                    </a:lnTo>
                    <a:lnTo>
                      <a:pt x="414" y="238"/>
                    </a:lnTo>
                    <a:lnTo>
                      <a:pt x="405" y="238"/>
                    </a:lnTo>
                    <a:lnTo>
                      <a:pt x="387" y="238"/>
                    </a:lnTo>
                    <a:lnTo>
                      <a:pt x="379" y="238"/>
                    </a:lnTo>
                    <a:lnTo>
                      <a:pt x="379" y="238"/>
                    </a:lnTo>
                    <a:lnTo>
                      <a:pt x="379" y="238"/>
                    </a:lnTo>
                    <a:lnTo>
                      <a:pt x="291" y="185"/>
                    </a:lnTo>
                    <a:lnTo>
                      <a:pt x="220" y="194"/>
                    </a:lnTo>
                    <a:lnTo>
                      <a:pt x="220" y="194"/>
                    </a:lnTo>
                    <a:lnTo>
                      <a:pt x="220" y="185"/>
                    </a:lnTo>
                    <a:lnTo>
                      <a:pt x="220" y="185"/>
                    </a:lnTo>
                    <a:lnTo>
                      <a:pt x="212" y="177"/>
                    </a:lnTo>
                    <a:lnTo>
                      <a:pt x="212" y="177"/>
                    </a:lnTo>
                    <a:lnTo>
                      <a:pt x="203" y="168"/>
                    </a:lnTo>
                    <a:lnTo>
                      <a:pt x="185" y="177"/>
                    </a:lnTo>
                    <a:lnTo>
                      <a:pt x="124" y="177"/>
                    </a:lnTo>
                    <a:lnTo>
                      <a:pt x="124" y="185"/>
                    </a:lnTo>
                    <a:lnTo>
                      <a:pt x="115" y="185"/>
                    </a:lnTo>
                    <a:lnTo>
                      <a:pt x="106" y="185"/>
                    </a:lnTo>
                    <a:lnTo>
                      <a:pt x="97" y="194"/>
                    </a:lnTo>
                    <a:lnTo>
                      <a:pt x="88" y="194"/>
                    </a:lnTo>
                    <a:lnTo>
                      <a:pt x="80" y="203"/>
                    </a:lnTo>
                    <a:lnTo>
                      <a:pt x="0" y="212"/>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67"/>
              <p:cNvSpPr>
                <a:spLocks/>
              </p:cNvSpPr>
              <p:nvPr/>
            </p:nvSpPr>
            <p:spPr bwMode="auto">
              <a:xfrm>
                <a:off x="4731280" y="2923958"/>
                <a:ext cx="46958" cy="71107"/>
              </a:xfrm>
              <a:custGeom>
                <a:avLst/>
                <a:gdLst/>
                <a:ahLst/>
                <a:cxnLst>
                  <a:cxn ang="0">
                    <a:pos x="0" y="0"/>
                  </a:cxn>
                  <a:cxn ang="0">
                    <a:pos x="0" y="0"/>
                  </a:cxn>
                  <a:cxn ang="0">
                    <a:pos x="0" y="0"/>
                  </a:cxn>
                  <a:cxn ang="0">
                    <a:pos x="9" y="17"/>
                  </a:cxn>
                  <a:cxn ang="0">
                    <a:pos x="17" y="26"/>
                  </a:cxn>
                  <a:cxn ang="0">
                    <a:pos x="35" y="44"/>
                  </a:cxn>
                  <a:cxn ang="0">
                    <a:pos x="35" y="53"/>
                  </a:cxn>
                  <a:cxn ang="0">
                    <a:pos x="35" y="53"/>
                  </a:cxn>
                  <a:cxn ang="0">
                    <a:pos x="26" y="44"/>
                  </a:cxn>
                  <a:cxn ang="0">
                    <a:pos x="26" y="44"/>
                  </a:cxn>
                  <a:cxn ang="0">
                    <a:pos x="17" y="44"/>
                  </a:cxn>
                  <a:cxn ang="0">
                    <a:pos x="26" y="35"/>
                  </a:cxn>
                  <a:cxn ang="0">
                    <a:pos x="17" y="35"/>
                  </a:cxn>
                  <a:cxn ang="0">
                    <a:pos x="17" y="26"/>
                  </a:cxn>
                  <a:cxn ang="0">
                    <a:pos x="9" y="17"/>
                  </a:cxn>
                  <a:cxn ang="0">
                    <a:pos x="0" y="0"/>
                  </a:cxn>
                </a:cxnLst>
                <a:rect l="0" t="0" r="r" b="b"/>
                <a:pathLst>
                  <a:path w="35" h="53">
                    <a:moveTo>
                      <a:pt x="0" y="0"/>
                    </a:moveTo>
                    <a:lnTo>
                      <a:pt x="0" y="0"/>
                    </a:lnTo>
                    <a:lnTo>
                      <a:pt x="0" y="0"/>
                    </a:lnTo>
                    <a:lnTo>
                      <a:pt x="9" y="17"/>
                    </a:lnTo>
                    <a:lnTo>
                      <a:pt x="17" y="26"/>
                    </a:lnTo>
                    <a:lnTo>
                      <a:pt x="35" y="44"/>
                    </a:lnTo>
                    <a:lnTo>
                      <a:pt x="35" y="53"/>
                    </a:lnTo>
                    <a:lnTo>
                      <a:pt x="35" y="53"/>
                    </a:lnTo>
                    <a:lnTo>
                      <a:pt x="26" y="44"/>
                    </a:lnTo>
                    <a:lnTo>
                      <a:pt x="26" y="44"/>
                    </a:lnTo>
                    <a:lnTo>
                      <a:pt x="17" y="44"/>
                    </a:lnTo>
                    <a:lnTo>
                      <a:pt x="26" y="35"/>
                    </a:lnTo>
                    <a:lnTo>
                      <a:pt x="17" y="35"/>
                    </a:lnTo>
                    <a:lnTo>
                      <a:pt x="17" y="26"/>
                    </a:lnTo>
                    <a:lnTo>
                      <a:pt x="9" y="17"/>
                    </a:lnTo>
                    <a:lnTo>
                      <a:pt x="0"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68"/>
              <p:cNvSpPr>
                <a:spLocks/>
              </p:cNvSpPr>
              <p:nvPr/>
            </p:nvSpPr>
            <p:spPr bwMode="auto">
              <a:xfrm>
                <a:off x="4731280" y="2923958"/>
                <a:ext cx="46958" cy="71107"/>
              </a:xfrm>
              <a:custGeom>
                <a:avLst/>
                <a:gdLst/>
                <a:ahLst/>
                <a:cxnLst>
                  <a:cxn ang="0">
                    <a:pos x="0" y="0"/>
                  </a:cxn>
                  <a:cxn ang="0">
                    <a:pos x="0" y="0"/>
                  </a:cxn>
                  <a:cxn ang="0">
                    <a:pos x="0" y="0"/>
                  </a:cxn>
                  <a:cxn ang="0">
                    <a:pos x="9" y="17"/>
                  </a:cxn>
                  <a:cxn ang="0">
                    <a:pos x="17" y="26"/>
                  </a:cxn>
                  <a:cxn ang="0">
                    <a:pos x="35" y="44"/>
                  </a:cxn>
                  <a:cxn ang="0">
                    <a:pos x="35" y="53"/>
                  </a:cxn>
                  <a:cxn ang="0">
                    <a:pos x="35" y="53"/>
                  </a:cxn>
                  <a:cxn ang="0">
                    <a:pos x="26" y="44"/>
                  </a:cxn>
                  <a:cxn ang="0">
                    <a:pos x="26" y="44"/>
                  </a:cxn>
                  <a:cxn ang="0">
                    <a:pos x="17" y="44"/>
                  </a:cxn>
                  <a:cxn ang="0">
                    <a:pos x="26" y="35"/>
                  </a:cxn>
                  <a:cxn ang="0">
                    <a:pos x="17" y="35"/>
                  </a:cxn>
                  <a:cxn ang="0">
                    <a:pos x="17" y="26"/>
                  </a:cxn>
                  <a:cxn ang="0">
                    <a:pos x="9" y="17"/>
                  </a:cxn>
                  <a:cxn ang="0">
                    <a:pos x="0" y="0"/>
                  </a:cxn>
                </a:cxnLst>
                <a:rect l="0" t="0" r="r" b="b"/>
                <a:pathLst>
                  <a:path w="35" h="53">
                    <a:moveTo>
                      <a:pt x="0" y="0"/>
                    </a:moveTo>
                    <a:lnTo>
                      <a:pt x="0" y="0"/>
                    </a:lnTo>
                    <a:lnTo>
                      <a:pt x="0" y="0"/>
                    </a:lnTo>
                    <a:lnTo>
                      <a:pt x="9" y="17"/>
                    </a:lnTo>
                    <a:lnTo>
                      <a:pt x="17" y="26"/>
                    </a:lnTo>
                    <a:lnTo>
                      <a:pt x="35" y="44"/>
                    </a:lnTo>
                    <a:lnTo>
                      <a:pt x="35" y="53"/>
                    </a:lnTo>
                    <a:lnTo>
                      <a:pt x="35" y="53"/>
                    </a:lnTo>
                    <a:lnTo>
                      <a:pt x="26" y="44"/>
                    </a:lnTo>
                    <a:lnTo>
                      <a:pt x="26" y="44"/>
                    </a:lnTo>
                    <a:lnTo>
                      <a:pt x="17" y="44"/>
                    </a:lnTo>
                    <a:lnTo>
                      <a:pt x="26" y="35"/>
                    </a:lnTo>
                    <a:lnTo>
                      <a:pt x="17" y="35"/>
                    </a:lnTo>
                    <a:lnTo>
                      <a:pt x="17" y="26"/>
                    </a:lnTo>
                    <a:lnTo>
                      <a:pt x="9" y="17"/>
                    </a:lnTo>
                    <a:lnTo>
                      <a:pt x="0"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69"/>
              <p:cNvSpPr>
                <a:spLocks/>
              </p:cNvSpPr>
              <p:nvPr/>
            </p:nvSpPr>
            <p:spPr bwMode="auto">
              <a:xfrm>
                <a:off x="4636025" y="3161427"/>
                <a:ext cx="24149" cy="22808"/>
              </a:xfrm>
              <a:custGeom>
                <a:avLst/>
                <a:gdLst/>
                <a:ahLst/>
                <a:cxnLst>
                  <a:cxn ang="0">
                    <a:pos x="18" y="0"/>
                  </a:cxn>
                  <a:cxn ang="0">
                    <a:pos x="0" y="8"/>
                  </a:cxn>
                  <a:cxn ang="0">
                    <a:pos x="0" y="17"/>
                  </a:cxn>
                  <a:cxn ang="0">
                    <a:pos x="0" y="8"/>
                  </a:cxn>
                  <a:cxn ang="0">
                    <a:pos x="9" y="8"/>
                  </a:cxn>
                  <a:cxn ang="0">
                    <a:pos x="9" y="0"/>
                  </a:cxn>
                  <a:cxn ang="0">
                    <a:pos x="18" y="0"/>
                  </a:cxn>
                </a:cxnLst>
                <a:rect l="0" t="0" r="r" b="b"/>
                <a:pathLst>
                  <a:path w="18" h="17">
                    <a:moveTo>
                      <a:pt x="18" y="0"/>
                    </a:moveTo>
                    <a:lnTo>
                      <a:pt x="0" y="8"/>
                    </a:lnTo>
                    <a:lnTo>
                      <a:pt x="0" y="17"/>
                    </a:lnTo>
                    <a:lnTo>
                      <a:pt x="0" y="8"/>
                    </a:lnTo>
                    <a:lnTo>
                      <a:pt x="9" y="8"/>
                    </a:lnTo>
                    <a:lnTo>
                      <a:pt x="9" y="0"/>
                    </a:lnTo>
                    <a:lnTo>
                      <a:pt x="18"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70"/>
              <p:cNvSpPr>
                <a:spLocks/>
              </p:cNvSpPr>
              <p:nvPr/>
            </p:nvSpPr>
            <p:spPr bwMode="auto">
              <a:xfrm>
                <a:off x="4636025" y="3161427"/>
                <a:ext cx="24149" cy="22808"/>
              </a:xfrm>
              <a:custGeom>
                <a:avLst/>
                <a:gdLst/>
                <a:ahLst/>
                <a:cxnLst>
                  <a:cxn ang="0">
                    <a:pos x="18" y="0"/>
                  </a:cxn>
                  <a:cxn ang="0">
                    <a:pos x="0" y="8"/>
                  </a:cxn>
                  <a:cxn ang="0">
                    <a:pos x="0" y="17"/>
                  </a:cxn>
                  <a:cxn ang="0">
                    <a:pos x="0" y="8"/>
                  </a:cxn>
                  <a:cxn ang="0">
                    <a:pos x="9" y="8"/>
                  </a:cxn>
                  <a:cxn ang="0">
                    <a:pos x="9" y="0"/>
                  </a:cxn>
                  <a:cxn ang="0">
                    <a:pos x="18" y="0"/>
                  </a:cxn>
                </a:cxnLst>
                <a:rect l="0" t="0" r="r" b="b"/>
                <a:pathLst>
                  <a:path w="18" h="17">
                    <a:moveTo>
                      <a:pt x="18" y="0"/>
                    </a:moveTo>
                    <a:lnTo>
                      <a:pt x="0" y="8"/>
                    </a:lnTo>
                    <a:lnTo>
                      <a:pt x="0" y="17"/>
                    </a:lnTo>
                    <a:lnTo>
                      <a:pt x="0" y="8"/>
                    </a:lnTo>
                    <a:lnTo>
                      <a:pt x="9" y="8"/>
                    </a:lnTo>
                    <a:lnTo>
                      <a:pt x="9" y="0"/>
                    </a:lnTo>
                    <a:lnTo>
                      <a:pt x="18"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71"/>
              <p:cNvSpPr>
                <a:spLocks/>
              </p:cNvSpPr>
              <p:nvPr/>
            </p:nvSpPr>
            <p:spPr bwMode="auto">
              <a:xfrm>
                <a:off x="4684323" y="3125203"/>
                <a:ext cx="22808" cy="12075"/>
              </a:xfrm>
              <a:custGeom>
                <a:avLst/>
                <a:gdLst/>
                <a:ahLst/>
                <a:cxnLst>
                  <a:cxn ang="0">
                    <a:pos x="17" y="9"/>
                  </a:cxn>
                  <a:cxn ang="0">
                    <a:pos x="8" y="9"/>
                  </a:cxn>
                  <a:cxn ang="0">
                    <a:pos x="0" y="9"/>
                  </a:cxn>
                  <a:cxn ang="0">
                    <a:pos x="0" y="9"/>
                  </a:cxn>
                  <a:cxn ang="0">
                    <a:pos x="8" y="9"/>
                  </a:cxn>
                  <a:cxn ang="0">
                    <a:pos x="17" y="0"/>
                  </a:cxn>
                  <a:cxn ang="0">
                    <a:pos x="17" y="9"/>
                  </a:cxn>
                </a:cxnLst>
                <a:rect l="0" t="0" r="r" b="b"/>
                <a:pathLst>
                  <a:path w="17" h="9">
                    <a:moveTo>
                      <a:pt x="17" y="9"/>
                    </a:moveTo>
                    <a:lnTo>
                      <a:pt x="8" y="9"/>
                    </a:lnTo>
                    <a:lnTo>
                      <a:pt x="0" y="9"/>
                    </a:lnTo>
                    <a:lnTo>
                      <a:pt x="0" y="9"/>
                    </a:lnTo>
                    <a:lnTo>
                      <a:pt x="8" y="9"/>
                    </a:lnTo>
                    <a:lnTo>
                      <a:pt x="17" y="0"/>
                    </a:lnTo>
                    <a:lnTo>
                      <a:pt x="17"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72"/>
              <p:cNvSpPr>
                <a:spLocks/>
              </p:cNvSpPr>
              <p:nvPr/>
            </p:nvSpPr>
            <p:spPr bwMode="auto">
              <a:xfrm>
                <a:off x="4684323" y="3125203"/>
                <a:ext cx="22808" cy="12075"/>
              </a:xfrm>
              <a:custGeom>
                <a:avLst/>
                <a:gdLst/>
                <a:ahLst/>
                <a:cxnLst>
                  <a:cxn ang="0">
                    <a:pos x="17" y="9"/>
                  </a:cxn>
                  <a:cxn ang="0">
                    <a:pos x="8" y="9"/>
                  </a:cxn>
                  <a:cxn ang="0">
                    <a:pos x="0" y="9"/>
                  </a:cxn>
                  <a:cxn ang="0">
                    <a:pos x="0" y="9"/>
                  </a:cxn>
                  <a:cxn ang="0">
                    <a:pos x="8" y="9"/>
                  </a:cxn>
                  <a:cxn ang="0">
                    <a:pos x="17" y="0"/>
                  </a:cxn>
                  <a:cxn ang="0">
                    <a:pos x="17" y="9"/>
                  </a:cxn>
                </a:cxnLst>
                <a:rect l="0" t="0" r="r" b="b"/>
                <a:pathLst>
                  <a:path w="17" h="9">
                    <a:moveTo>
                      <a:pt x="17" y="9"/>
                    </a:moveTo>
                    <a:lnTo>
                      <a:pt x="8" y="9"/>
                    </a:lnTo>
                    <a:lnTo>
                      <a:pt x="0" y="9"/>
                    </a:lnTo>
                    <a:lnTo>
                      <a:pt x="0" y="9"/>
                    </a:lnTo>
                    <a:lnTo>
                      <a:pt x="8" y="9"/>
                    </a:lnTo>
                    <a:lnTo>
                      <a:pt x="17" y="0"/>
                    </a:lnTo>
                    <a:lnTo>
                      <a:pt x="17"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73"/>
              <p:cNvSpPr>
                <a:spLocks/>
              </p:cNvSpPr>
              <p:nvPr/>
            </p:nvSpPr>
            <p:spPr bwMode="auto">
              <a:xfrm>
                <a:off x="4719206" y="3101053"/>
                <a:ext cx="24149" cy="36224"/>
              </a:xfrm>
              <a:custGeom>
                <a:avLst/>
                <a:gdLst/>
                <a:ahLst/>
                <a:cxnLst>
                  <a:cxn ang="0">
                    <a:pos x="18" y="0"/>
                  </a:cxn>
                  <a:cxn ang="0">
                    <a:pos x="9" y="9"/>
                  </a:cxn>
                  <a:cxn ang="0">
                    <a:pos x="0" y="27"/>
                  </a:cxn>
                  <a:cxn ang="0">
                    <a:pos x="9" y="18"/>
                  </a:cxn>
                  <a:cxn ang="0">
                    <a:pos x="9" y="9"/>
                  </a:cxn>
                  <a:cxn ang="0">
                    <a:pos x="9" y="0"/>
                  </a:cxn>
                  <a:cxn ang="0">
                    <a:pos x="18" y="0"/>
                  </a:cxn>
                </a:cxnLst>
                <a:rect l="0" t="0" r="r" b="b"/>
                <a:pathLst>
                  <a:path w="18" h="27">
                    <a:moveTo>
                      <a:pt x="18" y="0"/>
                    </a:moveTo>
                    <a:lnTo>
                      <a:pt x="9" y="9"/>
                    </a:lnTo>
                    <a:lnTo>
                      <a:pt x="0" y="27"/>
                    </a:lnTo>
                    <a:lnTo>
                      <a:pt x="9" y="18"/>
                    </a:lnTo>
                    <a:lnTo>
                      <a:pt x="9" y="9"/>
                    </a:lnTo>
                    <a:lnTo>
                      <a:pt x="9" y="0"/>
                    </a:lnTo>
                    <a:lnTo>
                      <a:pt x="18"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74"/>
              <p:cNvSpPr>
                <a:spLocks/>
              </p:cNvSpPr>
              <p:nvPr/>
            </p:nvSpPr>
            <p:spPr bwMode="auto">
              <a:xfrm>
                <a:off x="4719206" y="3101053"/>
                <a:ext cx="24149" cy="36224"/>
              </a:xfrm>
              <a:custGeom>
                <a:avLst/>
                <a:gdLst/>
                <a:ahLst/>
                <a:cxnLst>
                  <a:cxn ang="0">
                    <a:pos x="18" y="0"/>
                  </a:cxn>
                  <a:cxn ang="0">
                    <a:pos x="9" y="9"/>
                  </a:cxn>
                  <a:cxn ang="0">
                    <a:pos x="0" y="27"/>
                  </a:cxn>
                  <a:cxn ang="0">
                    <a:pos x="9" y="18"/>
                  </a:cxn>
                  <a:cxn ang="0">
                    <a:pos x="9" y="9"/>
                  </a:cxn>
                  <a:cxn ang="0">
                    <a:pos x="9" y="0"/>
                  </a:cxn>
                  <a:cxn ang="0">
                    <a:pos x="18" y="0"/>
                  </a:cxn>
                </a:cxnLst>
                <a:rect l="0" t="0" r="r" b="b"/>
                <a:pathLst>
                  <a:path w="18" h="27">
                    <a:moveTo>
                      <a:pt x="18" y="0"/>
                    </a:moveTo>
                    <a:lnTo>
                      <a:pt x="9" y="9"/>
                    </a:lnTo>
                    <a:lnTo>
                      <a:pt x="0" y="27"/>
                    </a:lnTo>
                    <a:lnTo>
                      <a:pt x="9" y="18"/>
                    </a:lnTo>
                    <a:lnTo>
                      <a:pt x="9" y="9"/>
                    </a:lnTo>
                    <a:lnTo>
                      <a:pt x="9" y="0"/>
                    </a:lnTo>
                    <a:lnTo>
                      <a:pt x="18"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79"/>
              <p:cNvSpPr>
                <a:spLocks/>
              </p:cNvSpPr>
              <p:nvPr/>
            </p:nvSpPr>
            <p:spPr bwMode="auto">
              <a:xfrm>
                <a:off x="1885679" y="3007139"/>
                <a:ext cx="579585" cy="605076"/>
              </a:xfrm>
              <a:custGeom>
                <a:avLst/>
                <a:gdLst/>
                <a:ahLst/>
                <a:cxnLst>
                  <a:cxn ang="0">
                    <a:pos x="0" y="451"/>
                  </a:cxn>
                  <a:cxn ang="0">
                    <a:pos x="0" y="442"/>
                  </a:cxn>
                  <a:cxn ang="0">
                    <a:pos x="62" y="0"/>
                  </a:cxn>
                  <a:cxn ang="0">
                    <a:pos x="159" y="8"/>
                  </a:cxn>
                  <a:cxn ang="0">
                    <a:pos x="256" y="17"/>
                  </a:cxn>
                  <a:cxn ang="0">
                    <a:pos x="361" y="26"/>
                  </a:cxn>
                  <a:cxn ang="0">
                    <a:pos x="432" y="35"/>
                  </a:cxn>
                  <a:cxn ang="0">
                    <a:pos x="432" y="79"/>
                  </a:cxn>
                  <a:cxn ang="0">
                    <a:pos x="432" y="79"/>
                  </a:cxn>
                  <a:cxn ang="0">
                    <a:pos x="432" y="79"/>
                  </a:cxn>
                  <a:cxn ang="0">
                    <a:pos x="414" y="274"/>
                  </a:cxn>
                  <a:cxn ang="0">
                    <a:pos x="414" y="344"/>
                  </a:cxn>
                  <a:cxn ang="0">
                    <a:pos x="405" y="424"/>
                  </a:cxn>
                  <a:cxn ang="0">
                    <a:pos x="405" y="433"/>
                  </a:cxn>
                  <a:cxn ang="0">
                    <a:pos x="396" y="433"/>
                  </a:cxn>
                  <a:cxn ang="0">
                    <a:pos x="344" y="424"/>
                  </a:cxn>
                  <a:cxn ang="0">
                    <a:pos x="282" y="424"/>
                  </a:cxn>
                  <a:cxn ang="0">
                    <a:pos x="220" y="415"/>
                  </a:cxn>
                  <a:cxn ang="0">
                    <a:pos x="168" y="415"/>
                  </a:cxn>
                  <a:cxn ang="0">
                    <a:pos x="168" y="415"/>
                  </a:cxn>
                  <a:cxn ang="0">
                    <a:pos x="168" y="424"/>
                  </a:cxn>
                  <a:cxn ang="0">
                    <a:pos x="176" y="424"/>
                  </a:cxn>
                  <a:cxn ang="0">
                    <a:pos x="176" y="433"/>
                  </a:cxn>
                  <a:cxn ang="0">
                    <a:pos x="176" y="433"/>
                  </a:cxn>
                  <a:cxn ang="0">
                    <a:pos x="62" y="415"/>
                  </a:cxn>
                  <a:cxn ang="0">
                    <a:pos x="62" y="424"/>
                  </a:cxn>
                  <a:cxn ang="0">
                    <a:pos x="62" y="451"/>
                  </a:cxn>
                  <a:cxn ang="0">
                    <a:pos x="53" y="451"/>
                  </a:cxn>
                  <a:cxn ang="0">
                    <a:pos x="0" y="451"/>
                  </a:cxn>
                </a:cxnLst>
                <a:rect l="0" t="0" r="r" b="b"/>
                <a:pathLst>
                  <a:path w="432" h="451">
                    <a:moveTo>
                      <a:pt x="0" y="451"/>
                    </a:moveTo>
                    <a:lnTo>
                      <a:pt x="0" y="442"/>
                    </a:lnTo>
                    <a:lnTo>
                      <a:pt x="62" y="0"/>
                    </a:lnTo>
                    <a:lnTo>
                      <a:pt x="159" y="8"/>
                    </a:lnTo>
                    <a:lnTo>
                      <a:pt x="256" y="17"/>
                    </a:lnTo>
                    <a:lnTo>
                      <a:pt x="361" y="26"/>
                    </a:lnTo>
                    <a:lnTo>
                      <a:pt x="432" y="35"/>
                    </a:lnTo>
                    <a:lnTo>
                      <a:pt x="432" y="79"/>
                    </a:lnTo>
                    <a:lnTo>
                      <a:pt x="432" y="79"/>
                    </a:lnTo>
                    <a:lnTo>
                      <a:pt x="432" y="79"/>
                    </a:lnTo>
                    <a:lnTo>
                      <a:pt x="414" y="274"/>
                    </a:lnTo>
                    <a:lnTo>
                      <a:pt x="414" y="344"/>
                    </a:lnTo>
                    <a:lnTo>
                      <a:pt x="405" y="424"/>
                    </a:lnTo>
                    <a:lnTo>
                      <a:pt x="405" y="433"/>
                    </a:lnTo>
                    <a:lnTo>
                      <a:pt x="396" y="433"/>
                    </a:lnTo>
                    <a:lnTo>
                      <a:pt x="344" y="424"/>
                    </a:lnTo>
                    <a:lnTo>
                      <a:pt x="282" y="424"/>
                    </a:lnTo>
                    <a:lnTo>
                      <a:pt x="220" y="415"/>
                    </a:lnTo>
                    <a:lnTo>
                      <a:pt x="168" y="415"/>
                    </a:lnTo>
                    <a:lnTo>
                      <a:pt x="168" y="415"/>
                    </a:lnTo>
                    <a:lnTo>
                      <a:pt x="168" y="424"/>
                    </a:lnTo>
                    <a:lnTo>
                      <a:pt x="176" y="424"/>
                    </a:lnTo>
                    <a:lnTo>
                      <a:pt x="176" y="433"/>
                    </a:lnTo>
                    <a:lnTo>
                      <a:pt x="176" y="433"/>
                    </a:lnTo>
                    <a:lnTo>
                      <a:pt x="62" y="415"/>
                    </a:lnTo>
                    <a:lnTo>
                      <a:pt x="62" y="424"/>
                    </a:lnTo>
                    <a:lnTo>
                      <a:pt x="62" y="451"/>
                    </a:lnTo>
                    <a:lnTo>
                      <a:pt x="53" y="451"/>
                    </a:lnTo>
                    <a:lnTo>
                      <a:pt x="0" y="451"/>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80"/>
              <p:cNvSpPr>
                <a:spLocks/>
              </p:cNvSpPr>
              <p:nvPr/>
            </p:nvSpPr>
            <p:spPr bwMode="auto">
              <a:xfrm>
                <a:off x="1885679" y="3007139"/>
                <a:ext cx="579585" cy="605076"/>
              </a:xfrm>
              <a:custGeom>
                <a:avLst/>
                <a:gdLst/>
                <a:ahLst/>
                <a:cxnLst>
                  <a:cxn ang="0">
                    <a:pos x="0" y="451"/>
                  </a:cxn>
                  <a:cxn ang="0">
                    <a:pos x="0" y="442"/>
                  </a:cxn>
                  <a:cxn ang="0">
                    <a:pos x="62" y="0"/>
                  </a:cxn>
                  <a:cxn ang="0">
                    <a:pos x="159" y="8"/>
                  </a:cxn>
                  <a:cxn ang="0">
                    <a:pos x="256" y="17"/>
                  </a:cxn>
                  <a:cxn ang="0">
                    <a:pos x="361" y="26"/>
                  </a:cxn>
                  <a:cxn ang="0">
                    <a:pos x="432" y="35"/>
                  </a:cxn>
                  <a:cxn ang="0">
                    <a:pos x="432" y="79"/>
                  </a:cxn>
                  <a:cxn ang="0">
                    <a:pos x="432" y="79"/>
                  </a:cxn>
                  <a:cxn ang="0">
                    <a:pos x="432" y="79"/>
                  </a:cxn>
                  <a:cxn ang="0">
                    <a:pos x="414" y="274"/>
                  </a:cxn>
                  <a:cxn ang="0">
                    <a:pos x="414" y="344"/>
                  </a:cxn>
                  <a:cxn ang="0">
                    <a:pos x="405" y="424"/>
                  </a:cxn>
                  <a:cxn ang="0">
                    <a:pos x="405" y="433"/>
                  </a:cxn>
                  <a:cxn ang="0">
                    <a:pos x="396" y="433"/>
                  </a:cxn>
                  <a:cxn ang="0">
                    <a:pos x="344" y="424"/>
                  </a:cxn>
                  <a:cxn ang="0">
                    <a:pos x="282" y="424"/>
                  </a:cxn>
                  <a:cxn ang="0">
                    <a:pos x="220" y="415"/>
                  </a:cxn>
                  <a:cxn ang="0">
                    <a:pos x="168" y="415"/>
                  </a:cxn>
                  <a:cxn ang="0">
                    <a:pos x="168" y="415"/>
                  </a:cxn>
                  <a:cxn ang="0">
                    <a:pos x="168" y="424"/>
                  </a:cxn>
                  <a:cxn ang="0">
                    <a:pos x="176" y="424"/>
                  </a:cxn>
                  <a:cxn ang="0">
                    <a:pos x="176" y="433"/>
                  </a:cxn>
                  <a:cxn ang="0">
                    <a:pos x="176" y="433"/>
                  </a:cxn>
                  <a:cxn ang="0">
                    <a:pos x="62" y="415"/>
                  </a:cxn>
                  <a:cxn ang="0">
                    <a:pos x="62" y="424"/>
                  </a:cxn>
                  <a:cxn ang="0">
                    <a:pos x="62" y="451"/>
                  </a:cxn>
                  <a:cxn ang="0">
                    <a:pos x="53" y="451"/>
                  </a:cxn>
                  <a:cxn ang="0">
                    <a:pos x="0" y="451"/>
                  </a:cxn>
                </a:cxnLst>
                <a:rect l="0" t="0" r="r" b="b"/>
                <a:pathLst>
                  <a:path w="432" h="451">
                    <a:moveTo>
                      <a:pt x="0" y="451"/>
                    </a:moveTo>
                    <a:lnTo>
                      <a:pt x="0" y="442"/>
                    </a:lnTo>
                    <a:lnTo>
                      <a:pt x="62" y="0"/>
                    </a:lnTo>
                    <a:lnTo>
                      <a:pt x="159" y="8"/>
                    </a:lnTo>
                    <a:lnTo>
                      <a:pt x="256" y="17"/>
                    </a:lnTo>
                    <a:lnTo>
                      <a:pt x="361" y="26"/>
                    </a:lnTo>
                    <a:lnTo>
                      <a:pt x="432" y="35"/>
                    </a:lnTo>
                    <a:lnTo>
                      <a:pt x="432" y="79"/>
                    </a:lnTo>
                    <a:lnTo>
                      <a:pt x="432" y="79"/>
                    </a:lnTo>
                    <a:lnTo>
                      <a:pt x="432" y="79"/>
                    </a:lnTo>
                    <a:lnTo>
                      <a:pt x="414" y="274"/>
                    </a:lnTo>
                    <a:lnTo>
                      <a:pt x="414" y="344"/>
                    </a:lnTo>
                    <a:lnTo>
                      <a:pt x="405" y="424"/>
                    </a:lnTo>
                    <a:lnTo>
                      <a:pt x="405" y="433"/>
                    </a:lnTo>
                    <a:lnTo>
                      <a:pt x="396" y="433"/>
                    </a:lnTo>
                    <a:lnTo>
                      <a:pt x="344" y="424"/>
                    </a:lnTo>
                    <a:lnTo>
                      <a:pt x="282" y="424"/>
                    </a:lnTo>
                    <a:lnTo>
                      <a:pt x="220" y="415"/>
                    </a:lnTo>
                    <a:lnTo>
                      <a:pt x="168" y="415"/>
                    </a:lnTo>
                    <a:lnTo>
                      <a:pt x="168" y="415"/>
                    </a:lnTo>
                    <a:lnTo>
                      <a:pt x="168" y="424"/>
                    </a:lnTo>
                    <a:lnTo>
                      <a:pt x="176" y="424"/>
                    </a:lnTo>
                    <a:lnTo>
                      <a:pt x="176" y="433"/>
                    </a:lnTo>
                    <a:lnTo>
                      <a:pt x="176" y="433"/>
                    </a:lnTo>
                    <a:lnTo>
                      <a:pt x="62" y="415"/>
                    </a:lnTo>
                    <a:lnTo>
                      <a:pt x="62" y="424"/>
                    </a:lnTo>
                    <a:lnTo>
                      <a:pt x="62" y="451"/>
                    </a:lnTo>
                    <a:lnTo>
                      <a:pt x="53" y="451"/>
                    </a:lnTo>
                    <a:lnTo>
                      <a:pt x="0" y="451"/>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83"/>
              <p:cNvSpPr>
                <a:spLocks/>
              </p:cNvSpPr>
              <p:nvPr/>
            </p:nvSpPr>
            <p:spPr bwMode="auto">
              <a:xfrm>
                <a:off x="4684323" y="2402064"/>
                <a:ext cx="118064" cy="248202"/>
              </a:xfrm>
              <a:custGeom>
                <a:avLst/>
                <a:gdLst/>
                <a:ahLst/>
                <a:cxnLst>
                  <a:cxn ang="0">
                    <a:pos x="8" y="141"/>
                  </a:cxn>
                  <a:cxn ang="0">
                    <a:pos x="8" y="132"/>
                  </a:cxn>
                  <a:cxn ang="0">
                    <a:pos x="17" y="123"/>
                  </a:cxn>
                  <a:cxn ang="0">
                    <a:pos x="26" y="115"/>
                  </a:cxn>
                  <a:cxn ang="0">
                    <a:pos x="26" y="106"/>
                  </a:cxn>
                  <a:cxn ang="0">
                    <a:pos x="26" y="106"/>
                  </a:cxn>
                  <a:cxn ang="0">
                    <a:pos x="35" y="97"/>
                  </a:cxn>
                  <a:cxn ang="0">
                    <a:pos x="44" y="88"/>
                  </a:cxn>
                  <a:cxn ang="0">
                    <a:pos x="26" y="79"/>
                  </a:cxn>
                  <a:cxn ang="0">
                    <a:pos x="17" y="70"/>
                  </a:cxn>
                  <a:cxn ang="0">
                    <a:pos x="8" y="62"/>
                  </a:cxn>
                  <a:cxn ang="0">
                    <a:pos x="0" y="53"/>
                  </a:cxn>
                  <a:cxn ang="0">
                    <a:pos x="8" y="44"/>
                  </a:cxn>
                  <a:cxn ang="0">
                    <a:pos x="8" y="35"/>
                  </a:cxn>
                  <a:cxn ang="0">
                    <a:pos x="8" y="26"/>
                  </a:cxn>
                  <a:cxn ang="0">
                    <a:pos x="17" y="9"/>
                  </a:cxn>
                  <a:cxn ang="0">
                    <a:pos x="17" y="0"/>
                  </a:cxn>
                  <a:cxn ang="0">
                    <a:pos x="70" y="17"/>
                  </a:cxn>
                  <a:cxn ang="0">
                    <a:pos x="70" y="35"/>
                  </a:cxn>
                  <a:cxn ang="0">
                    <a:pos x="70" y="44"/>
                  </a:cxn>
                  <a:cxn ang="0">
                    <a:pos x="61" y="44"/>
                  </a:cxn>
                  <a:cxn ang="0">
                    <a:pos x="70" y="62"/>
                  </a:cxn>
                  <a:cxn ang="0">
                    <a:pos x="79" y="62"/>
                  </a:cxn>
                  <a:cxn ang="0">
                    <a:pos x="79" y="88"/>
                  </a:cxn>
                  <a:cxn ang="0">
                    <a:pos x="88" y="106"/>
                  </a:cxn>
                  <a:cxn ang="0">
                    <a:pos x="79" y="97"/>
                  </a:cxn>
                  <a:cxn ang="0">
                    <a:pos x="79" y="88"/>
                  </a:cxn>
                  <a:cxn ang="0">
                    <a:pos x="79" y="97"/>
                  </a:cxn>
                  <a:cxn ang="0">
                    <a:pos x="79" y="106"/>
                  </a:cxn>
                  <a:cxn ang="0">
                    <a:pos x="79" y="115"/>
                  </a:cxn>
                  <a:cxn ang="0">
                    <a:pos x="79" y="132"/>
                  </a:cxn>
                  <a:cxn ang="0">
                    <a:pos x="70" y="132"/>
                  </a:cxn>
                  <a:cxn ang="0">
                    <a:pos x="70" y="150"/>
                  </a:cxn>
                  <a:cxn ang="0">
                    <a:pos x="70" y="150"/>
                  </a:cxn>
                  <a:cxn ang="0">
                    <a:pos x="61" y="159"/>
                  </a:cxn>
                  <a:cxn ang="0">
                    <a:pos x="61" y="168"/>
                  </a:cxn>
                  <a:cxn ang="0">
                    <a:pos x="61" y="177"/>
                  </a:cxn>
                  <a:cxn ang="0">
                    <a:pos x="52" y="185"/>
                  </a:cxn>
                  <a:cxn ang="0">
                    <a:pos x="52" y="185"/>
                  </a:cxn>
                  <a:cxn ang="0">
                    <a:pos x="52" y="168"/>
                  </a:cxn>
                  <a:cxn ang="0">
                    <a:pos x="35" y="177"/>
                  </a:cxn>
                  <a:cxn ang="0">
                    <a:pos x="17" y="168"/>
                  </a:cxn>
                  <a:cxn ang="0">
                    <a:pos x="8" y="150"/>
                  </a:cxn>
                  <a:cxn ang="0">
                    <a:pos x="8" y="150"/>
                  </a:cxn>
                  <a:cxn ang="0">
                    <a:pos x="0" y="141"/>
                  </a:cxn>
                </a:cxnLst>
                <a:rect l="0" t="0" r="r" b="b"/>
                <a:pathLst>
                  <a:path w="88" h="185">
                    <a:moveTo>
                      <a:pt x="0" y="141"/>
                    </a:moveTo>
                    <a:lnTo>
                      <a:pt x="8" y="141"/>
                    </a:lnTo>
                    <a:lnTo>
                      <a:pt x="8" y="132"/>
                    </a:lnTo>
                    <a:lnTo>
                      <a:pt x="8" y="132"/>
                    </a:lnTo>
                    <a:lnTo>
                      <a:pt x="8" y="123"/>
                    </a:lnTo>
                    <a:lnTo>
                      <a:pt x="17" y="123"/>
                    </a:lnTo>
                    <a:lnTo>
                      <a:pt x="17" y="123"/>
                    </a:lnTo>
                    <a:lnTo>
                      <a:pt x="26" y="115"/>
                    </a:lnTo>
                    <a:lnTo>
                      <a:pt x="26" y="115"/>
                    </a:lnTo>
                    <a:lnTo>
                      <a:pt x="26" y="106"/>
                    </a:lnTo>
                    <a:lnTo>
                      <a:pt x="26" y="106"/>
                    </a:lnTo>
                    <a:lnTo>
                      <a:pt x="26" y="106"/>
                    </a:lnTo>
                    <a:lnTo>
                      <a:pt x="26" y="106"/>
                    </a:lnTo>
                    <a:lnTo>
                      <a:pt x="35" y="97"/>
                    </a:lnTo>
                    <a:lnTo>
                      <a:pt x="35" y="97"/>
                    </a:lnTo>
                    <a:lnTo>
                      <a:pt x="44" y="88"/>
                    </a:lnTo>
                    <a:lnTo>
                      <a:pt x="26" y="79"/>
                    </a:lnTo>
                    <a:lnTo>
                      <a:pt x="26" y="79"/>
                    </a:lnTo>
                    <a:lnTo>
                      <a:pt x="17" y="79"/>
                    </a:lnTo>
                    <a:lnTo>
                      <a:pt x="17" y="70"/>
                    </a:lnTo>
                    <a:lnTo>
                      <a:pt x="17" y="70"/>
                    </a:lnTo>
                    <a:lnTo>
                      <a:pt x="8" y="62"/>
                    </a:lnTo>
                    <a:lnTo>
                      <a:pt x="8" y="62"/>
                    </a:lnTo>
                    <a:lnTo>
                      <a:pt x="0" y="53"/>
                    </a:lnTo>
                    <a:lnTo>
                      <a:pt x="8" y="44"/>
                    </a:lnTo>
                    <a:lnTo>
                      <a:pt x="8" y="44"/>
                    </a:lnTo>
                    <a:lnTo>
                      <a:pt x="8" y="35"/>
                    </a:lnTo>
                    <a:lnTo>
                      <a:pt x="8" y="35"/>
                    </a:lnTo>
                    <a:lnTo>
                      <a:pt x="0" y="35"/>
                    </a:lnTo>
                    <a:lnTo>
                      <a:pt x="8" y="26"/>
                    </a:lnTo>
                    <a:lnTo>
                      <a:pt x="17" y="17"/>
                    </a:lnTo>
                    <a:lnTo>
                      <a:pt x="17" y="9"/>
                    </a:lnTo>
                    <a:lnTo>
                      <a:pt x="17" y="9"/>
                    </a:lnTo>
                    <a:lnTo>
                      <a:pt x="17" y="0"/>
                    </a:lnTo>
                    <a:lnTo>
                      <a:pt x="70" y="17"/>
                    </a:lnTo>
                    <a:lnTo>
                      <a:pt x="70" y="17"/>
                    </a:lnTo>
                    <a:lnTo>
                      <a:pt x="70" y="26"/>
                    </a:lnTo>
                    <a:lnTo>
                      <a:pt x="70" y="35"/>
                    </a:lnTo>
                    <a:lnTo>
                      <a:pt x="70" y="35"/>
                    </a:lnTo>
                    <a:lnTo>
                      <a:pt x="70" y="44"/>
                    </a:lnTo>
                    <a:lnTo>
                      <a:pt x="61" y="44"/>
                    </a:lnTo>
                    <a:lnTo>
                      <a:pt x="61" y="44"/>
                    </a:lnTo>
                    <a:lnTo>
                      <a:pt x="61" y="62"/>
                    </a:lnTo>
                    <a:lnTo>
                      <a:pt x="70" y="62"/>
                    </a:lnTo>
                    <a:lnTo>
                      <a:pt x="70" y="62"/>
                    </a:lnTo>
                    <a:lnTo>
                      <a:pt x="79" y="62"/>
                    </a:lnTo>
                    <a:lnTo>
                      <a:pt x="79" y="70"/>
                    </a:lnTo>
                    <a:lnTo>
                      <a:pt x="79" y="88"/>
                    </a:lnTo>
                    <a:lnTo>
                      <a:pt x="88" y="88"/>
                    </a:lnTo>
                    <a:lnTo>
                      <a:pt x="88" y="106"/>
                    </a:lnTo>
                    <a:lnTo>
                      <a:pt x="88" y="106"/>
                    </a:lnTo>
                    <a:lnTo>
                      <a:pt x="79" y="97"/>
                    </a:lnTo>
                    <a:lnTo>
                      <a:pt x="88" y="97"/>
                    </a:lnTo>
                    <a:lnTo>
                      <a:pt x="79" y="88"/>
                    </a:lnTo>
                    <a:lnTo>
                      <a:pt x="79" y="97"/>
                    </a:lnTo>
                    <a:lnTo>
                      <a:pt x="79" y="97"/>
                    </a:lnTo>
                    <a:lnTo>
                      <a:pt x="79" y="97"/>
                    </a:lnTo>
                    <a:lnTo>
                      <a:pt x="79" y="106"/>
                    </a:lnTo>
                    <a:lnTo>
                      <a:pt x="79" y="115"/>
                    </a:lnTo>
                    <a:lnTo>
                      <a:pt x="79" y="115"/>
                    </a:lnTo>
                    <a:lnTo>
                      <a:pt x="79" y="123"/>
                    </a:lnTo>
                    <a:lnTo>
                      <a:pt x="79" y="132"/>
                    </a:lnTo>
                    <a:lnTo>
                      <a:pt x="79" y="132"/>
                    </a:lnTo>
                    <a:lnTo>
                      <a:pt x="70" y="132"/>
                    </a:lnTo>
                    <a:lnTo>
                      <a:pt x="70" y="141"/>
                    </a:lnTo>
                    <a:lnTo>
                      <a:pt x="70" y="150"/>
                    </a:lnTo>
                    <a:lnTo>
                      <a:pt x="70" y="150"/>
                    </a:lnTo>
                    <a:lnTo>
                      <a:pt x="70" y="150"/>
                    </a:lnTo>
                    <a:lnTo>
                      <a:pt x="61" y="159"/>
                    </a:lnTo>
                    <a:lnTo>
                      <a:pt x="61" y="159"/>
                    </a:lnTo>
                    <a:lnTo>
                      <a:pt x="61" y="159"/>
                    </a:lnTo>
                    <a:lnTo>
                      <a:pt x="61" y="168"/>
                    </a:lnTo>
                    <a:lnTo>
                      <a:pt x="61" y="177"/>
                    </a:lnTo>
                    <a:lnTo>
                      <a:pt x="61" y="177"/>
                    </a:lnTo>
                    <a:lnTo>
                      <a:pt x="52" y="185"/>
                    </a:lnTo>
                    <a:lnTo>
                      <a:pt x="52" y="185"/>
                    </a:lnTo>
                    <a:lnTo>
                      <a:pt x="52" y="185"/>
                    </a:lnTo>
                    <a:lnTo>
                      <a:pt x="52" y="185"/>
                    </a:lnTo>
                    <a:lnTo>
                      <a:pt x="52" y="177"/>
                    </a:lnTo>
                    <a:lnTo>
                      <a:pt x="52" y="168"/>
                    </a:lnTo>
                    <a:lnTo>
                      <a:pt x="35" y="168"/>
                    </a:lnTo>
                    <a:lnTo>
                      <a:pt x="35" y="177"/>
                    </a:lnTo>
                    <a:lnTo>
                      <a:pt x="26" y="168"/>
                    </a:lnTo>
                    <a:lnTo>
                      <a:pt x="17" y="168"/>
                    </a:lnTo>
                    <a:lnTo>
                      <a:pt x="17" y="159"/>
                    </a:lnTo>
                    <a:lnTo>
                      <a:pt x="8" y="150"/>
                    </a:lnTo>
                    <a:lnTo>
                      <a:pt x="8" y="150"/>
                    </a:lnTo>
                    <a:lnTo>
                      <a:pt x="8" y="150"/>
                    </a:lnTo>
                    <a:lnTo>
                      <a:pt x="0" y="150"/>
                    </a:lnTo>
                    <a:lnTo>
                      <a:pt x="0" y="141"/>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85"/>
              <p:cNvSpPr>
                <a:spLocks/>
              </p:cNvSpPr>
              <p:nvPr/>
            </p:nvSpPr>
            <p:spPr bwMode="auto">
              <a:xfrm>
                <a:off x="4825194" y="1927126"/>
                <a:ext cx="142213" cy="284426"/>
              </a:xfrm>
              <a:custGeom>
                <a:avLst/>
                <a:gdLst/>
                <a:ahLst/>
                <a:cxnLst>
                  <a:cxn ang="0">
                    <a:pos x="18" y="212"/>
                  </a:cxn>
                  <a:cxn ang="0">
                    <a:pos x="9" y="212"/>
                  </a:cxn>
                  <a:cxn ang="0">
                    <a:pos x="9" y="203"/>
                  </a:cxn>
                  <a:cxn ang="0">
                    <a:pos x="9" y="195"/>
                  </a:cxn>
                  <a:cxn ang="0">
                    <a:pos x="9" y="195"/>
                  </a:cxn>
                  <a:cxn ang="0">
                    <a:pos x="9" y="177"/>
                  </a:cxn>
                  <a:cxn ang="0">
                    <a:pos x="9" y="168"/>
                  </a:cxn>
                  <a:cxn ang="0">
                    <a:pos x="0" y="150"/>
                  </a:cxn>
                  <a:cxn ang="0">
                    <a:pos x="9" y="141"/>
                  </a:cxn>
                  <a:cxn ang="0">
                    <a:pos x="0" y="141"/>
                  </a:cxn>
                  <a:cxn ang="0">
                    <a:pos x="9" y="133"/>
                  </a:cxn>
                  <a:cxn ang="0">
                    <a:pos x="9" y="124"/>
                  </a:cxn>
                  <a:cxn ang="0">
                    <a:pos x="9" y="124"/>
                  </a:cxn>
                  <a:cxn ang="0">
                    <a:pos x="9" y="115"/>
                  </a:cxn>
                  <a:cxn ang="0">
                    <a:pos x="9" y="115"/>
                  </a:cxn>
                  <a:cxn ang="0">
                    <a:pos x="9" y="106"/>
                  </a:cxn>
                  <a:cxn ang="0">
                    <a:pos x="9" y="97"/>
                  </a:cxn>
                  <a:cxn ang="0">
                    <a:pos x="9" y="88"/>
                  </a:cxn>
                  <a:cxn ang="0">
                    <a:pos x="9" y="80"/>
                  </a:cxn>
                  <a:cxn ang="0">
                    <a:pos x="18" y="80"/>
                  </a:cxn>
                  <a:cxn ang="0">
                    <a:pos x="27" y="71"/>
                  </a:cxn>
                  <a:cxn ang="0">
                    <a:pos x="27" y="62"/>
                  </a:cxn>
                  <a:cxn ang="0">
                    <a:pos x="27" y="62"/>
                  </a:cxn>
                  <a:cxn ang="0">
                    <a:pos x="27" y="53"/>
                  </a:cxn>
                  <a:cxn ang="0">
                    <a:pos x="18" y="53"/>
                  </a:cxn>
                  <a:cxn ang="0">
                    <a:pos x="18" y="44"/>
                  </a:cxn>
                  <a:cxn ang="0">
                    <a:pos x="27" y="35"/>
                  </a:cxn>
                  <a:cxn ang="0">
                    <a:pos x="18" y="27"/>
                  </a:cxn>
                  <a:cxn ang="0">
                    <a:pos x="18" y="27"/>
                  </a:cxn>
                  <a:cxn ang="0">
                    <a:pos x="18" y="27"/>
                  </a:cxn>
                  <a:cxn ang="0">
                    <a:pos x="18" y="18"/>
                  </a:cxn>
                  <a:cxn ang="0">
                    <a:pos x="27" y="9"/>
                  </a:cxn>
                  <a:cxn ang="0">
                    <a:pos x="27" y="9"/>
                  </a:cxn>
                  <a:cxn ang="0">
                    <a:pos x="27" y="0"/>
                  </a:cxn>
                  <a:cxn ang="0">
                    <a:pos x="35" y="0"/>
                  </a:cxn>
                  <a:cxn ang="0">
                    <a:pos x="35" y="0"/>
                  </a:cxn>
                  <a:cxn ang="0">
                    <a:pos x="35" y="0"/>
                  </a:cxn>
                  <a:cxn ang="0">
                    <a:pos x="79" y="115"/>
                  </a:cxn>
                  <a:cxn ang="0">
                    <a:pos x="79" y="133"/>
                  </a:cxn>
                  <a:cxn ang="0">
                    <a:pos x="79" y="133"/>
                  </a:cxn>
                  <a:cxn ang="0">
                    <a:pos x="79" y="141"/>
                  </a:cxn>
                  <a:cxn ang="0">
                    <a:pos x="88" y="141"/>
                  </a:cxn>
                  <a:cxn ang="0">
                    <a:pos x="88" y="150"/>
                  </a:cxn>
                  <a:cxn ang="0">
                    <a:pos x="97" y="150"/>
                  </a:cxn>
                  <a:cxn ang="0">
                    <a:pos x="97" y="159"/>
                  </a:cxn>
                  <a:cxn ang="0">
                    <a:pos x="106" y="159"/>
                  </a:cxn>
                  <a:cxn ang="0">
                    <a:pos x="106" y="159"/>
                  </a:cxn>
                  <a:cxn ang="0">
                    <a:pos x="106" y="159"/>
                  </a:cxn>
                  <a:cxn ang="0">
                    <a:pos x="106" y="177"/>
                  </a:cxn>
                  <a:cxn ang="0">
                    <a:pos x="106" y="177"/>
                  </a:cxn>
                  <a:cxn ang="0">
                    <a:pos x="106" y="177"/>
                  </a:cxn>
                  <a:cxn ang="0">
                    <a:pos x="97" y="177"/>
                  </a:cxn>
                  <a:cxn ang="0">
                    <a:pos x="97" y="186"/>
                  </a:cxn>
                  <a:cxn ang="0">
                    <a:pos x="88" y="186"/>
                  </a:cxn>
                  <a:cxn ang="0">
                    <a:pos x="88" y="186"/>
                  </a:cxn>
                  <a:cxn ang="0">
                    <a:pos x="88" y="195"/>
                  </a:cxn>
                  <a:cxn ang="0">
                    <a:pos x="79" y="203"/>
                  </a:cxn>
                  <a:cxn ang="0">
                    <a:pos x="18" y="212"/>
                  </a:cxn>
                </a:cxnLst>
                <a:rect l="0" t="0" r="r" b="b"/>
                <a:pathLst>
                  <a:path w="106" h="212">
                    <a:moveTo>
                      <a:pt x="18" y="212"/>
                    </a:moveTo>
                    <a:lnTo>
                      <a:pt x="9" y="212"/>
                    </a:lnTo>
                    <a:lnTo>
                      <a:pt x="9" y="203"/>
                    </a:lnTo>
                    <a:lnTo>
                      <a:pt x="9" y="195"/>
                    </a:lnTo>
                    <a:lnTo>
                      <a:pt x="9" y="195"/>
                    </a:lnTo>
                    <a:lnTo>
                      <a:pt x="9" y="177"/>
                    </a:lnTo>
                    <a:lnTo>
                      <a:pt x="9" y="168"/>
                    </a:lnTo>
                    <a:lnTo>
                      <a:pt x="0" y="150"/>
                    </a:lnTo>
                    <a:lnTo>
                      <a:pt x="9" y="141"/>
                    </a:lnTo>
                    <a:lnTo>
                      <a:pt x="0" y="141"/>
                    </a:lnTo>
                    <a:lnTo>
                      <a:pt x="9" y="133"/>
                    </a:lnTo>
                    <a:lnTo>
                      <a:pt x="9" y="124"/>
                    </a:lnTo>
                    <a:lnTo>
                      <a:pt x="9" y="124"/>
                    </a:lnTo>
                    <a:lnTo>
                      <a:pt x="9" y="115"/>
                    </a:lnTo>
                    <a:lnTo>
                      <a:pt x="9" y="115"/>
                    </a:lnTo>
                    <a:lnTo>
                      <a:pt x="9" y="106"/>
                    </a:lnTo>
                    <a:lnTo>
                      <a:pt x="9" y="97"/>
                    </a:lnTo>
                    <a:lnTo>
                      <a:pt x="9" y="88"/>
                    </a:lnTo>
                    <a:lnTo>
                      <a:pt x="9" y="80"/>
                    </a:lnTo>
                    <a:lnTo>
                      <a:pt x="18" y="80"/>
                    </a:lnTo>
                    <a:lnTo>
                      <a:pt x="27" y="71"/>
                    </a:lnTo>
                    <a:lnTo>
                      <a:pt x="27" y="62"/>
                    </a:lnTo>
                    <a:lnTo>
                      <a:pt x="27" y="62"/>
                    </a:lnTo>
                    <a:lnTo>
                      <a:pt x="27" y="53"/>
                    </a:lnTo>
                    <a:lnTo>
                      <a:pt x="18" y="53"/>
                    </a:lnTo>
                    <a:lnTo>
                      <a:pt x="18" y="44"/>
                    </a:lnTo>
                    <a:lnTo>
                      <a:pt x="27" y="35"/>
                    </a:lnTo>
                    <a:lnTo>
                      <a:pt x="18" y="27"/>
                    </a:lnTo>
                    <a:lnTo>
                      <a:pt x="18" y="27"/>
                    </a:lnTo>
                    <a:lnTo>
                      <a:pt x="18" y="27"/>
                    </a:lnTo>
                    <a:lnTo>
                      <a:pt x="18" y="18"/>
                    </a:lnTo>
                    <a:lnTo>
                      <a:pt x="27" y="9"/>
                    </a:lnTo>
                    <a:lnTo>
                      <a:pt x="27" y="9"/>
                    </a:lnTo>
                    <a:lnTo>
                      <a:pt x="27" y="0"/>
                    </a:lnTo>
                    <a:lnTo>
                      <a:pt x="35" y="0"/>
                    </a:lnTo>
                    <a:lnTo>
                      <a:pt x="35" y="0"/>
                    </a:lnTo>
                    <a:lnTo>
                      <a:pt x="35" y="0"/>
                    </a:lnTo>
                    <a:lnTo>
                      <a:pt x="79" y="115"/>
                    </a:lnTo>
                    <a:lnTo>
                      <a:pt x="79" y="133"/>
                    </a:lnTo>
                    <a:lnTo>
                      <a:pt x="79" y="133"/>
                    </a:lnTo>
                    <a:lnTo>
                      <a:pt x="79" y="141"/>
                    </a:lnTo>
                    <a:lnTo>
                      <a:pt x="88" y="141"/>
                    </a:lnTo>
                    <a:lnTo>
                      <a:pt x="88" y="150"/>
                    </a:lnTo>
                    <a:lnTo>
                      <a:pt x="97" y="150"/>
                    </a:lnTo>
                    <a:lnTo>
                      <a:pt x="97" y="159"/>
                    </a:lnTo>
                    <a:lnTo>
                      <a:pt x="106" y="159"/>
                    </a:lnTo>
                    <a:lnTo>
                      <a:pt x="106" y="159"/>
                    </a:lnTo>
                    <a:lnTo>
                      <a:pt x="106" y="159"/>
                    </a:lnTo>
                    <a:lnTo>
                      <a:pt x="106" y="177"/>
                    </a:lnTo>
                    <a:lnTo>
                      <a:pt x="106" y="177"/>
                    </a:lnTo>
                    <a:lnTo>
                      <a:pt x="106" y="177"/>
                    </a:lnTo>
                    <a:lnTo>
                      <a:pt x="97" y="177"/>
                    </a:lnTo>
                    <a:lnTo>
                      <a:pt x="97" y="186"/>
                    </a:lnTo>
                    <a:lnTo>
                      <a:pt x="88" y="186"/>
                    </a:lnTo>
                    <a:lnTo>
                      <a:pt x="88" y="186"/>
                    </a:lnTo>
                    <a:lnTo>
                      <a:pt x="88" y="195"/>
                    </a:lnTo>
                    <a:lnTo>
                      <a:pt x="79" y="203"/>
                    </a:lnTo>
                    <a:lnTo>
                      <a:pt x="18" y="21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Freeform 87"/>
              <p:cNvSpPr>
                <a:spLocks/>
              </p:cNvSpPr>
              <p:nvPr/>
            </p:nvSpPr>
            <p:spPr bwMode="auto">
              <a:xfrm>
                <a:off x="1119607" y="2318883"/>
                <a:ext cx="529945" cy="830470"/>
              </a:xfrm>
              <a:custGeom>
                <a:avLst/>
                <a:gdLst/>
                <a:ahLst/>
                <a:cxnLst>
                  <a:cxn ang="0">
                    <a:pos x="8" y="177"/>
                  </a:cxn>
                  <a:cxn ang="0">
                    <a:pos x="52" y="0"/>
                  </a:cxn>
                  <a:cxn ang="0">
                    <a:pos x="149" y="26"/>
                  </a:cxn>
                  <a:cxn ang="0">
                    <a:pos x="220" y="44"/>
                  </a:cxn>
                  <a:cxn ang="0">
                    <a:pos x="316" y="62"/>
                  </a:cxn>
                  <a:cxn ang="0">
                    <a:pos x="395" y="71"/>
                  </a:cxn>
                  <a:cxn ang="0">
                    <a:pos x="325" y="468"/>
                  </a:cxn>
                  <a:cxn ang="0">
                    <a:pos x="316" y="530"/>
                  </a:cxn>
                  <a:cxn ang="0">
                    <a:pos x="307" y="530"/>
                  </a:cxn>
                  <a:cxn ang="0">
                    <a:pos x="299" y="539"/>
                  </a:cxn>
                  <a:cxn ang="0">
                    <a:pos x="299" y="539"/>
                  </a:cxn>
                  <a:cxn ang="0">
                    <a:pos x="290" y="530"/>
                  </a:cxn>
                  <a:cxn ang="0">
                    <a:pos x="290" y="530"/>
                  </a:cxn>
                  <a:cxn ang="0">
                    <a:pos x="281" y="530"/>
                  </a:cxn>
                  <a:cxn ang="0">
                    <a:pos x="281" y="521"/>
                  </a:cxn>
                  <a:cxn ang="0">
                    <a:pos x="272" y="530"/>
                  </a:cxn>
                  <a:cxn ang="0">
                    <a:pos x="272" y="530"/>
                  </a:cxn>
                  <a:cxn ang="0">
                    <a:pos x="264" y="539"/>
                  </a:cxn>
                  <a:cxn ang="0">
                    <a:pos x="272" y="548"/>
                  </a:cxn>
                  <a:cxn ang="0">
                    <a:pos x="264" y="548"/>
                  </a:cxn>
                  <a:cxn ang="0">
                    <a:pos x="264" y="557"/>
                  </a:cxn>
                  <a:cxn ang="0">
                    <a:pos x="264" y="566"/>
                  </a:cxn>
                  <a:cxn ang="0">
                    <a:pos x="264" y="575"/>
                  </a:cxn>
                  <a:cxn ang="0">
                    <a:pos x="264" y="583"/>
                  </a:cxn>
                  <a:cxn ang="0">
                    <a:pos x="264" y="592"/>
                  </a:cxn>
                  <a:cxn ang="0">
                    <a:pos x="264" y="601"/>
                  </a:cxn>
                  <a:cxn ang="0">
                    <a:pos x="264" y="601"/>
                  </a:cxn>
                  <a:cxn ang="0">
                    <a:pos x="255" y="619"/>
                  </a:cxn>
                  <a:cxn ang="0">
                    <a:pos x="184" y="504"/>
                  </a:cxn>
                  <a:cxn ang="0">
                    <a:pos x="0" y="230"/>
                  </a:cxn>
                  <a:cxn ang="0">
                    <a:pos x="8" y="177"/>
                  </a:cxn>
                </a:cxnLst>
                <a:rect l="0" t="0" r="r" b="b"/>
                <a:pathLst>
                  <a:path w="395" h="619">
                    <a:moveTo>
                      <a:pt x="8" y="177"/>
                    </a:moveTo>
                    <a:lnTo>
                      <a:pt x="52" y="0"/>
                    </a:lnTo>
                    <a:lnTo>
                      <a:pt x="149" y="26"/>
                    </a:lnTo>
                    <a:lnTo>
                      <a:pt x="220" y="44"/>
                    </a:lnTo>
                    <a:lnTo>
                      <a:pt x="316" y="62"/>
                    </a:lnTo>
                    <a:lnTo>
                      <a:pt x="395" y="71"/>
                    </a:lnTo>
                    <a:lnTo>
                      <a:pt x="325" y="468"/>
                    </a:lnTo>
                    <a:lnTo>
                      <a:pt x="316" y="530"/>
                    </a:lnTo>
                    <a:lnTo>
                      <a:pt x="307" y="530"/>
                    </a:lnTo>
                    <a:lnTo>
                      <a:pt x="299" y="539"/>
                    </a:lnTo>
                    <a:lnTo>
                      <a:pt x="299" y="539"/>
                    </a:lnTo>
                    <a:lnTo>
                      <a:pt x="290" y="530"/>
                    </a:lnTo>
                    <a:lnTo>
                      <a:pt x="290" y="530"/>
                    </a:lnTo>
                    <a:lnTo>
                      <a:pt x="281" y="530"/>
                    </a:lnTo>
                    <a:lnTo>
                      <a:pt x="281" y="521"/>
                    </a:lnTo>
                    <a:lnTo>
                      <a:pt x="272" y="530"/>
                    </a:lnTo>
                    <a:lnTo>
                      <a:pt x="272" y="530"/>
                    </a:lnTo>
                    <a:lnTo>
                      <a:pt x="264" y="539"/>
                    </a:lnTo>
                    <a:lnTo>
                      <a:pt x="272" y="548"/>
                    </a:lnTo>
                    <a:lnTo>
                      <a:pt x="264" y="548"/>
                    </a:lnTo>
                    <a:lnTo>
                      <a:pt x="264" y="557"/>
                    </a:lnTo>
                    <a:lnTo>
                      <a:pt x="264" y="566"/>
                    </a:lnTo>
                    <a:lnTo>
                      <a:pt x="264" y="575"/>
                    </a:lnTo>
                    <a:lnTo>
                      <a:pt x="264" y="583"/>
                    </a:lnTo>
                    <a:lnTo>
                      <a:pt x="264" y="592"/>
                    </a:lnTo>
                    <a:lnTo>
                      <a:pt x="264" y="601"/>
                    </a:lnTo>
                    <a:lnTo>
                      <a:pt x="264" y="601"/>
                    </a:lnTo>
                    <a:lnTo>
                      <a:pt x="255" y="619"/>
                    </a:lnTo>
                    <a:lnTo>
                      <a:pt x="184" y="504"/>
                    </a:lnTo>
                    <a:lnTo>
                      <a:pt x="0" y="230"/>
                    </a:lnTo>
                    <a:lnTo>
                      <a:pt x="8" y="17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88"/>
              <p:cNvSpPr>
                <a:spLocks/>
              </p:cNvSpPr>
              <p:nvPr/>
            </p:nvSpPr>
            <p:spPr bwMode="auto">
              <a:xfrm>
                <a:off x="1119607" y="2318883"/>
                <a:ext cx="529945" cy="830470"/>
              </a:xfrm>
              <a:custGeom>
                <a:avLst/>
                <a:gdLst/>
                <a:ahLst/>
                <a:cxnLst>
                  <a:cxn ang="0">
                    <a:pos x="8" y="177"/>
                  </a:cxn>
                  <a:cxn ang="0">
                    <a:pos x="52" y="0"/>
                  </a:cxn>
                  <a:cxn ang="0">
                    <a:pos x="149" y="26"/>
                  </a:cxn>
                  <a:cxn ang="0">
                    <a:pos x="220" y="44"/>
                  </a:cxn>
                  <a:cxn ang="0">
                    <a:pos x="316" y="62"/>
                  </a:cxn>
                  <a:cxn ang="0">
                    <a:pos x="395" y="71"/>
                  </a:cxn>
                  <a:cxn ang="0">
                    <a:pos x="325" y="468"/>
                  </a:cxn>
                  <a:cxn ang="0">
                    <a:pos x="316" y="530"/>
                  </a:cxn>
                  <a:cxn ang="0">
                    <a:pos x="307" y="530"/>
                  </a:cxn>
                  <a:cxn ang="0">
                    <a:pos x="299" y="539"/>
                  </a:cxn>
                  <a:cxn ang="0">
                    <a:pos x="299" y="539"/>
                  </a:cxn>
                  <a:cxn ang="0">
                    <a:pos x="290" y="530"/>
                  </a:cxn>
                  <a:cxn ang="0">
                    <a:pos x="290" y="530"/>
                  </a:cxn>
                  <a:cxn ang="0">
                    <a:pos x="281" y="530"/>
                  </a:cxn>
                  <a:cxn ang="0">
                    <a:pos x="281" y="521"/>
                  </a:cxn>
                  <a:cxn ang="0">
                    <a:pos x="272" y="530"/>
                  </a:cxn>
                  <a:cxn ang="0">
                    <a:pos x="272" y="530"/>
                  </a:cxn>
                  <a:cxn ang="0">
                    <a:pos x="264" y="539"/>
                  </a:cxn>
                  <a:cxn ang="0">
                    <a:pos x="272" y="548"/>
                  </a:cxn>
                  <a:cxn ang="0">
                    <a:pos x="264" y="548"/>
                  </a:cxn>
                  <a:cxn ang="0">
                    <a:pos x="264" y="557"/>
                  </a:cxn>
                  <a:cxn ang="0">
                    <a:pos x="264" y="566"/>
                  </a:cxn>
                  <a:cxn ang="0">
                    <a:pos x="264" y="575"/>
                  </a:cxn>
                  <a:cxn ang="0">
                    <a:pos x="264" y="583"/>
                  </a:cxn>
                  <a:cxn ang="0">
                    <a:pos x="264" y="592"/>
                  </a:cxn>
                  <a:cxn ang="0">
                    <a:pos x="264" y="601"/>
                  </a:cxn>
                  <a:cxn ang="0">
                    <a:pos x="264" y="601"/>
                  </a:cxn>
                  <a:cxn ang="0">
                    <a:pos x="255" y="619"/>
                  </a:cxn>
                  <a:cxn ang="0">
                    <a:pos x="184" y="504"/>
                  </a:cxn>
                  <a:cxn ang="0">
                    <a:pos x="0" y="230"/>
                  </a:cxn>
                  <a:cxn ang="0">
                    <a:pos x="8" y="177"/>
                  </a:cxn>
                </a:cxnLst>
                <a:rect l="0" t="0" r="r" b="b"/>
                <a:pathLst>
                  <a:path w="395" h="619">
                    <a:moveTo>
                      <a:pt x="8" y="177"/>
                    </a:moveTo>
                    <a:lnTo>
                      <a:pt x="52" y="0"/>
                    </a:lnTo>
                    <a:lnTo>
                      <a:pt x="149" y="26"/>
                    </a:lnTo>
                    <a:lnTo>
                      <a:pt x="220" y="44"/>
                    </a:lnTo>
                    <a:lnTo>
                      <a:pt x="316" y="62"/>
                    </a:lnTo>
                    <a:lnTo>
                      <a:pt x="395" y="71"/>
                    </a:lnTo>
                    <a:lnTo>
                      <a:pt x="325" y="468"/>
                    </a:lnTo>
                    <a:lnTo>
                      <a:pt x="316" y="530"/>
                    </a:lnTo>
                    <a:lnTo>
                      <a:pt x="307" y="530"/>
                    </a:lnTo>
                    <a:lnTo>
                      <a:pt x="299" y="539"/>
                    </a:lnTo>
                    <a:lnTo>
                      <a:pt x="299" y="539"/>
                    </a:lnTo>
                    <a:lnTo>
                      <a:pt x="290" y="530"/>
                    </a:lnTo>
                    <a:lnTo>
                      <a:pt x="290" y="530"/>
                    </a:lnTo>
                    <a:lnTo>
                      <a:pt x="281" y="530"/>
                    </a:lnTo>
                    <a:lnTo>
                      <a:pt x="281" y="521"/>
                    </a:lnTo>
                    <a:lnTo>
                      <a:pt x="272" y="530"/>
                    </a:lnTo>
                    <a:lnTo>
                      <a:pt x="272" y="530"/>
                    </a:lnTo>
                    <a:lnTo>
                      <a:pt x="264" y="539"/>
                    </a:lnTo>
                    <a:lnTo>
                      <a:pt x="272" y="548"/>
                    </a:lnTo>
                    <a:lnTo>
                      <a:pt x="264" y="548"/>
                    </a:lnTo>
                    <a:lnTo>
                      <a:pt x="264" y="557"/>
                    </a:lnTo>
                    <a:lnTo>
                      <a:pt x="264" y="566"/>
                    </a:lnTo>
                    <a:lnTo>
                      <a:pt x="264" y="575"/>
                    </a:lnTo>
                    <a:lnTo>
                      <a:pt x="264" y="583"/>
                    </a:lnTo>
                    <a:lnTo>
                      <a:pt x="264" y="592"/>
                    </a:lnTo>
                    <a:lnTo>
                      <a:pt x="264" y="601"/>
                    </a:lnTo>
                    <a:lnTo>
                      <a:pt x="264" y="601"/>
                    </a:lnTo>
                    <a:lnTo>
                      <a:pt x="255" y="619"/>
                    </a:lnTo>
                    <a:lnTo>
                      <a:pt x="184" y="504"/>
                    </a:lnTo>
                    <a:lnTo>
                      <a:pt x="0" y="230"/>
                    </a:lnTo>
                    <a:lnTo>
                      <a:pt x="8" y="17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89"/>
              <p:cNvSpPr>
                <a:spLocks/>
              </p:cNvSpPr>
              <p:nvPr/>
            </p:nvSpPr>
            <p:spPr bwMode="auto">
              <a:xfrm>
                <a:off x="2416966" y="2414138"/>
                <a:ext cx="685574" cy="331383"/>
              </a:xfrm>
              <a:custGeom>
                <a:avLst/>
                <a:gdLst/>
                <a:ahLst/>
                <a:cxnLst>
                  <a:cxn ang="0">
                    <a:pos x="9" y="0"/>
                  </a:cxn>
                  <a:cxn ang="0">
                    <a:pos x="168" y="8"/>
                  </a:cxn>
                  <a:cxn ang="0">
                    <a:pos x="326" y="8"/>
                  </a:cxn>
                  <a:cxn ang="0">
                    <a:pos x="352" y="26"/>
                  </a:cxn>
                  <a:cxn ang="0">
                    <a:pos x="361" y="17"/>
                  </a:cxn>
                  <a:cxn ang="0">
                    <a:pos x="396" y="17"/>
                  </a:cxn>
                  <a:cxn ang="0">
                    <a:pos x="414" y="26"/>
                  </a:cxn>
                  <a:cxn ang="0">
                    <a:pos x="414" y="35"/>
                  </a:cxn>
                  <a:cxn ang="0">
                    <a:pos x="423" y="35"/>
                  </a:cxn>
                  <a:cxn ang="0">
                    <a:pos x="431" y="44"/>
                  </a:cxn>
                  <a:cxn ang="0">
                    <a:pos x="440" y="53"/>
                  </a:cxn>
                  <a:cxn ang="0">
                    <a:pos x="449" y="53"/>
                  </a:cxn>
                  <a:cxn ang="0">
                    <a:pos x="449" y="61"/>
                  </a:cxn>
                  <a:cxn ang="0">
                    <a:pos x="449" y="70"/>
                  </a:cxn>
                  <a:cxn ang="0">
                    <a:pos x="458" y="88"/>
                  </a:cxn>
                  <a:cxn ang="0">
                    <a:pos x="467" y="97"/>
                  </a:cxn>
                  <a:cxn ang="0">
                    <a:pos x="467" y="106"/>
                  </a:cxn>
                  <a:cxn ang="0">
                    <a:pos x="467" y="114"/>
                  </a:cxn>
                  <a:cxn ang="0">
                    <a:pos x="467" y="123"/>
                  </a:cxn>
                  <a:cxn ang="0">
                    <a:pos x="475" y="132"/>
                  </a:cxn>
                  <a:cxn ang="0">
                    <a:pos x="475" y="141"/>
                  </a:cxn>
                  <a:cxn ang="0">
                    <a:pos x="475" y="150"/>
                  </a:cxn>
                  <a:cxn ang="0">
                    <a:pos x="475" y="159"/>
                  </a:cxn>
                  <a:cxn ang="0">
                    <a:pos x="484" y="176"/>
                  </a:cxn>
                  <a:cxn ang="0">
                    <a:pos x="484" y="194"/>
                  </a:cxn>
                  <a:cxn ang="0">
                    <a:pos x="484" y="203"/>
                  </a:cxn>
                  <a:cxn ang="0">
                    <a:pos x="493" y="221"/>
                  </a:cxn>
                  <a:cxn ang="0">
                    <a:pos x="502" y="229"/>
                  </a:cxn>
                  <a:cxn ang="0">
                    <a:pos x="511" y="238"/>
                  </a:cxn>
                  <a:cxn ang="0">
                    <a:pos x="511" y="247"/>
                  </a:cxn>
                  <a:cxn ang="0">
                    <a:pos x="335" y="247"/>
                  </a:cxn>
                  <a:cxn ang="0">
                    <a:pos x="115" y="238"/>
                  </a:cxn>
                  <a:cxn ang="0">
                    <a:pos x="115" y="159"/>
                  </a:cxn>
                  <a:cxn ang="0">
                    <a:pos x="0" y="159"/>
                  </a:cxn>
                </a:cxnLst>
                <a:rect l="0" t="0" r="r" b="b"/>
                <a:pathLst>
                  <a:path w="511" h="247">
                    <a:moveTo>
                      <a:pt x="0" y="159"/>
                    </a:moveTo>
                    <a:lnTo>
                      <a:pt x="9" y="0"/>
                    </a:lnTo>
                    <a:lnTo>
                      <a:pt x="71" y="0"/>
                    </a:lnTo>
                    <a:lnTo>
                      <a:pt x="168" y="8"/>
                    </a:lnTo>
                    <a:lnTo>
                      <a:pt x="264" y="8"/>
                    </a:lnTo>
                    <a:lnTo>
                      <a:pt x="326" y="8"/>
                    </a:lnTo>
                    <a:lnTo>
                      <a:pt x="335" y="17"/>
                    </a:lnTo>
                    <a:lnTo>
                      <a:pt x="352" y="26"/>
                    </a:lnTo>
                    <a:lnTo>
                      <a:pt x="361" y="26"/>
                    </a:lnTo>
                    <a:lnTo>
                      <a:pt x="361" y="17"/>
                    </a:lnTo>
                    <a:lnTo>
                      <a:pt x="370" y="26"/>
                    </a:lnTo>
                    <a:lnTo>
                      <a:pt x="396" y="17"/>
                    </a:lnTo>
                    <a:lnTo>
                      <a:pt x="405" y="26"/>
                    </a:lnTo>
                    <a:lnTo>
                      <a:pt x="414" y="26"/>
                    </a:lnTo>
                    <a:lnTo>
                      <a:pt x="414" y="26"/>
                    </a:lnTo>
                    <a:lnTo>
                      <a:pt x="414" y="35"/>
                    </a:lnTo>
                    <a:lnTo>
                      <a:pt x="423" y="35"/>
                    </a:lnTo>
                    <a:lnTo>
                      <a:pt x="423" y="35"/>
                    </a:lnTo>
                    <a:lnTo>
                      <a:pt x="431" y="35"/>
                    </a:lnTo>
                    <a:lnTo>
                      <a:pt x="431" y="44"/>
                    </a:lnTo>
                    <a:lnTo>
                      <a:pt x="440" y="44"/>
                    </a:lnTo>
                    <a:lnTo>
                      <a:pt x="440" y="53"/>
                    </a:lnTo>
                    <a:lnTo>
                      <a:pt x="449" y="53"/>
                    </a:lnTo>
                    <a:lnTo>
                      <a:pt x="449" y="53"/>
                    </a:lnTo>
                    <a:lnTo>
                      <a:pt x="449" y="61"/>
                    </a:lnTo>
                    <a:lnTo>
                      <a:pt x="449" y="61"/>
                    </a:lnTo>
                    <a:lnTo>
                      <a:pt x="449" y="70"/>
                    </a:lnTo>
                    <a:lnTo>
                      <a:pt x="449" y="70"/>
                    </a:lnTo>
                    <a:lnTo>
                      <a:pt x="458" y="79"/>
                    </a:lnTo>
                    <a:lnTo>
                      <a:pt x="458" y="88"/>
                    </a:lnTo>
                    <a:lnTo>
                      <a:pt x="467" y="97"/>
                    </a:lnTo>
                    <a:lnTo>
                      <a:pt x="467" y="97"/>
                    </a:lnTo>
                    <a:lnTo>
                      <a:pt x="467" y="106"/>
                    </a:lnTo>
                    <a:lnTo>
                      <a:pt x="467" y="106"/>
                    </a:lnTo>
                    <a:lnTo>
                      <a:pt x="467" y="114"/>
                    </a:lnTo>
                    <a:lnTo>
                      <a:pt x="467" y="114"/>
                    </a:lnTo>
                    <a:lnTo>
                      <a:pt x="467" y="123"/>
                    </a:lnTo>
                    <a:lnTo>
                      <a:pt x="467" y="123"/>
                    </a:lnTo>
                    <a:lnTo>
                      <a:pt x="475" y="123"/>
                    </a:lnTo>
                    <a:lnTo>
                      <a:pt x="475" y="132"/>
                    </a:lnTo>
                    <a:lnTo>
                      <a:pt x="475" y="132"/>
                    </a:lnTo>
                    <a:lnTo>
                      <a:pt x="475" y="141"/>
                    </a:lnTo>
                    <a:lnTo>
                      <a:pt x="475" y="141"/>
                    </a:lnTo>
                    <a:lnTo>
                      <a:pt x="475" y="150"/>
                    </a:lnTo>
                    <a:lnTo>
                      <a:pt x="484" y="159"/>
                    </a:lnTo>
                    <a:lnTo>
                      <a:pt x="475" y="159"/>
                    </a:lnTo>
                    <a:lnTo>
                      <a:pt x="475" y="168"/>
                    </a:lnTo>
                    <a:lnTo>
                      <a:pt x="484" y="176"/>
                    </a:lnTo>
                    <a:lnTo>
                      <a:pt x="484" y="194"/>
                    </a:lnTo>
                    <a:lnTo>
                      <a:pt x="484" y="194"/>
                    </a:lnTo>
                    <a:lnTo>
                      <a:pt x="484" y="203"/>
                    </a:lnTo>
                    <a:lnTo>
                      <a:pt x="484" y="203"/>
                    </a:lnTo>
                    <a:lnTo>
                      <a:pt x="493" y="212"/>
                    </a:lnTo>
                    <a:lnTo>
                      <a:pt x="493" y="221"/>
                    </a:lnTo>
                    <a:lnTo>
                      <a:pt x="502" y="229"/>
                    </a:lnTo>
                    <a:lnTo>
                      <a:pt x="502" y="229"/>
                    </a:lnTo>
                    <a:lnTo>
                      <a:pt x="502" y="238"/>
                    </a:lnTo>
                    <a:lnTo>
                      <a:pt x="511" y="238"/>
                    </a:lnTo>
                    <a:lnTo>
                      <a:pt x="511" y="247"/>
                    </a:lnTo>
                    <a:lnTo>
                      <a:pt x="511" y="247"/>
                    </a:lnTo>
                    <a:lnTo>
                      <a:pt x="414" y="247"/>
                    </a:lnTo>
                    <a:lnTo>
                      <a:pt x="335" y="247"/>
                    </a:lnTo>
                    <a:lnTo>
                      <a:pt x="185" y="247"/>
                    </a:lnTo>
                    <a:lnTo>
                      <a:pt x="115" y="238"/>
                    </a:lnTo>
                    <a:lnTo>
                      <a:pt x="115" y="168"/>
                    </a:lnTo>
                    <a:lnTo>
                      <a:pt x="115" y="159"/>
                    </a:lnTo>
                    <a:lnTo>
                      <a:pt x="53" y="159"/>
                    </a:lnTo>
                    <a:lnTo>
                      <a:pt x="0" y="15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90"/>
              <p:cNvSpPr>
                <a:spLocks/>
              </p:cNvSpPr>
              <p:nvPr/>
            </p:nvSpPr>
            <p:spPr bwMode="auto">
              <a:xfrm>
                <a:off x="2416966" y="2414138"/>
                <a:ext cx="685574" cy="331383"/>
              </a:xfrm>
              <a:custGeom>
                <a:avLst/>
                <a:gdLst/>
                <a:ahLst/>
                <a:cxnLst>
                  <a:cxn ang="0">
                    <a:pos x="9" y="0"/>
                  </a:cxn>
                  <a:cxn ang="0">
                    <a:pos x="168" y="8"/>
                  </a:cxn>
                  <a:cxn ang="0">
                    <a:pos x="326" y="8"/>
                  </a:cxn>
                  <a:cxn ang="0">
                    <a:pos x="352" y="26"/>
                  </a:cxn>
                  <a:cxn ang="0">
                    <a:pos x="361" y="17"/>
                  </a:cxn>
                  <a:cxn ang="0">
                    <a:pos x="396" y="17"/>
                  </a:cxn>
                  <a:cxn ang="0">
                    <a:pos x="414" y="26"/>
                  </a:cxn>
                  <a:cxn ang="0">
                    <a:pos x="414" y="35"/>
                  </a:cxn>
                  <a:cxn ang="0">
                    <a:pos x="423" y="35"/>
                  </a:cxn>
                  <a:cxn ang="0">
                    <a:pos x="431" y="44"/>
                  </a:cxn>
                  <a:cxn ang="0">
                    <a:pos x="440" y="53"/>
                  </a:cxn>
                  <a:cxn ang="0">
                    <a:pos x="449" y="53"/>
                  </a:cxn>
                  <a:cxn ang="0">
                    <a:pos x="449" y="61"/>
                  </a:cxn>
                  <a:cxn ang="0">
                    <a:pos x="449" y="70"/>
                  </a:cxn>
                  <a:cxn ang="0">
                    <a:pos x="458" y="88"/>
                  </a:cxn>
                  <a:cxn ang="0">
                    <a:pos x="467" y="97"/>
                  </a:cxn>
                  <a:cxn ang="0">
                    <a:pos x="467" y="106"/>
                  </a:cxn>
                  <a:cxn ang="0">
                    <a:pos x="467" y="114"/>
                  </a:cxn>
                  <a:cxn ang="0">
                    <a:pos x="467" y="123"/>
                  </a:cxn>
                  <a:cxn ang="0">
                    <a:pos x="475" y="132"/>
                  </a:cxn>
                  <a:cxn ang="0">
                    <a:pos x="475" y="141"/>
                  </a:cxn>
                  <a:cxn ang="0">
                    <a:pos x="475" y="150"/>
                  </a:cxn>
                  <a:cxn ang="0">
                    <a:pos x="475" y="159"/>
                  </a:cxn>
                  <a:cxn ang="0">
                    <a:pos x="484" y="176"/>
                  </a:cxn>
                  <a:cxn ang="0">
                    <a:pos x="484" y="194"/>
                  </a:cxn>
                  <a:cxn ang="0">
                    <a:pos x="484" y="203"/>
                  </a:cxn>
                  <a:cxn ang="0">
                    <a:pos x="493" y="221"/>
                  </a:cxn>
                  <a:cxn ang="0">
                    <a:pos x="502" y="229"/>
                  </a:cxn>
                  <a:cxn ang="0">
                    <a:pos x="511" y="238"/>
                  </a:cxn>
                  <a:cxn ang="0">
                    <a:pos x="511" y="247"/>
                  </a:cxn>
                  <a:cxn ang="0">
                    <a:pos x="335" y="247"/>
                  </a:cxn>
                  <a:cxn ang="0">
                    <a:pos x="115" y="238"/>
                  </a:cxn>
                  <a:cxn ang="0">
                    <a:pos x="115" y="159"/>
                  </a:cxn>
                  <a:cxn ang="0">
                    <a:pos x="0" y="159"/>
                  </a:cxn>
                </a:cxnLst>
                <a:rect l="0" t="0" r="r" b="b"/>
                <a:pathLst>
                  <a:path w="511" h="247">
                    <a:moveTo>
                      <a:pt x="0" y="159"/>
                    </a:moveTo>
                    <a:lnTo>
                      <a:pt x="9" y="0"/>
                    </a:lnTo>
                    <a:lnTo>
                      <a:pt x="71" y="0"/>
                    </a:lnTo>
                    <a:lnTo>
                      <a:pt x="168" y="8"/>
                    </a:lnTo>
                    <a:lnTo>
                      <a:pt x="264" y="8"/>
                    </a:lnTo>
                    <a:lnTo>
                      <a:pt x="326" y="8"/>
                    </a:lnTo>
                    <a:lnTo>
                      <a:pt x="335" y="17"/>
                    </a:lnTo>
                    <a:lnTo>
                      <a:pt x="352" y="26"/>
                    </a:lnTo>
                    <a:lnTo>
                      <a:pt x="361" y="26"/>
                    </a:lnTo>
                    <a:lnTo>
                      <a:pt x="361" y="17"/>
                    </a:lnTo>
                    <a:lnTo>
                      <a:pt x="370" y="26"/>
                    </a:lnTo>
                    <a:lnTo>
                      <a:pt x="396" y="17"/>
                    </a:lnTo>
                    <a:lnTo>
                      <a:pt x="405" y="26"/>
                    </a:lnTo>
                    <a:lnTo>
                      <a:pt x="414" y="26"/>
                    </a:lnTo>
                    <a:lnTo>
                      <a:pt x="414" y="26"/>
                    </a:lnTo>
                    <a:lnTo>
                      <a:pt x="414" y="35"/>
                    </a:lnTo>
                    <a:lnTo>
                      <a:pt x="423" y="35"/>
                    </a:lnTo>
                    <a:lnTo>
                      <a:pt x="423" y="35"/>
                    </a:lnTo>
                    <a:lnTo>
                      <a:pt x="431" y="35"/>
                    </a:lnTo>
                    <a:lnTo>
                      <a:pt x="431" y="44"/>
                    </a:lnTo>
                    <a:lnTo>
                      <a:pt x="440" y="44"/>
                    </a:lnTo>
                    <a:lnTo>
                      <a:pt x="440" y="53"/>
                    </a:lnTo>
                    <a:lnTo>
                      <a:pt x="449" y="53"/>
                    </a:lnTo>
                    <a:lnTo>
                      <a:pt x="449" y="53"/>
                    </a:lnTo>
                    <a:lnTo>
                      <a:pt x="449" y="61"/>
                    </a:lnTo>
                    <a:lnTo>
                      <a:pt x="449" y="61"/>
                    </a:lnTo>
                    <a:lnTo>
                      <a:pt x="449" y="70"/>
                    </a:lnTo>
                    <a:lnTo>
                      <a:pt x="449" y="70"/>
                    </a:lnTo>
                    <a:lnTo>
                      <a:pt x="458" y="79"/>
                    </a:lnTo>
                    <a:lnTo>
                      <a:pt x="458" y="88"/>
                    </a:lnTo>
                    <a:lnTo>
                      <a:pt x="467" y="97"/>
                    </a:lnTo>
                    <a:lnTo>
                      <a:pt x="467" y="97"/>
                    </a:lnTo>
                    <a:lnTo>
                      <a:pt x="467" y="106"/>
                    </a:lnTo>
                    <a:lnTo>
                      <a:pt x="467" y="106"/>
                    </a:lnTo>
                    <a:lnTo>
                      <a:pt x="467" y="114"/>
                    </a:lnTo>
                    <a:lnTo>
                      <a:pt x="467" y="114"/>
                    </a:lnTo>
                    <a:lnTo>
                      <a:pt x="467" y="123"/>
                    </a:lnTo>
                    <a:lnTo>
                      <a:pt x="467" y="123"/>
                    </a:lnTo>
                    <a:lnTo>
                      <a:pt x="475" y="123"/>
                    </a:lnTo>
                    <a:lnTo>
                      <a:pt x="475" y="132"/>
                    </a:lnTo>
                    <a:lnTo>
                      <a:pt x="475" y="132"/>
                    </a:lnTo>
                    <a:lnTo>
                      <a:pt x="475" y="141"/>
                    </a:lnTo>
                    <a:lnTo>
                      <a:pt x="475" y="141"/>
                    </a:lnTo>
                    <a:lnTo>
                      <a:pt x="475" y="150"/>
                    </a:lnTo>
                    <a:lnTo>
                      <a:pt x="484" y="159"/>
                    </a:lnTo>
                    <a:lnTo>
                      <a:pt x="475" y="159"/>
                    </a:lnTo>
                    <a:lnTo>
                      <a:pt x="475" y="168"/>
                    </a:lnTo>
                    <a:lnTo>
                      <a:pt x="484" y="176"/>
                    </a:lnTo>
                    <a:lnTo>
                      <a:pt x="484" y="194"/>
                    </a:lnTo>
                    <a:lnTo>
                      <a:pt x="484" y="194"/>
                    </a:lnTo>
                    <a:lnTo>
                      <a:pt x="484" y="203"/>
                    </a:lnTo>
                    <a:lnTo>
                      <a:pt x="484" y="203"/>
                    </a:lnTo>
                    <a:lnTo>
                      <a:pt x="493" y="212"/>
                    </a:lnTo>
                    <a:lnTo>
                      <a:pt x="493" y="221"/>
                    </a:lnTo>
                    <a:lnTo>
                      <a:pt x="502" y="229"/>
                    </a:lnTo>
                    <a:lnTo>
                      <a:pt x="502" y="229"/>
                    </a:lnTo>
                    <a:lnTo>
                      <a:pt x="502" y="238"/>
                    </a:lnTo>
                    <a:lnTo>
                      <a:pt x="511" y="238"/>
                    </a:lnTo>
                    <a:lnTo>
                      <a:pt x="511" y="247"/>
                    </a:lnTo>
                    <a:lnTo>
                      <a:pt x="511" y="247"/>
                    </a:lnTo>
                    <a:lnTo>
                      <a:pt x="414" y="247"/>
                    </a:lnTo>
                    <a:lnTo>
                      <a:pt x="335" y="247"/>
                    </a:lnTo>
                    <a:lnTo>
                      <a:pt x="185" y="247"/>
                    </a:lnTo>
                    <a:lnTo>
                      <a:pt x="115" y="238"/>
                    </a:lnTo>
                    <a:lnTo>
                      <a:pt x="115" y="168"/>
                    </a:lnTo>
                    <a:lnTo>
                      <a:pt x="115" y="159"/>
                    </a:lnTo>
                    <a:lnTo>
                      <a:pt x="53" y="159"/>
                    </a:lnTo>
                    <a:lnTo>
                      <a:pt x="0" y="15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93"/>
              <p:cNvSpPr>
                <a:spLocks/>
              </p:cNvSpPr>
              <p:nvPr/>
            </p:nvSpPr>
            <p:spPr bwMode="auto">
              <a:xfrm>
                <a:off x="3066315" y="2674415"/>
                <a:ext cx="567511" cy="487013"/>
              </a:xfrm>
              <a:custGeom>
                <a:avLst/>
                <a:gdLst/>
                <a:ahLst/>
                <a:cxnLst>
                  <a:cxn ang="0">
                    <a:pos x="71" y="9"/>
                  </a:cxn>
                  <a:cxn ang="0">
                    <a:pos x="203" y="0"/>
                  </a:cxn>
                  <a:cxn ang="0">
                    <a:pos x="247" y="0"/>
                  </a:cxn>
                  <a:cxn ang="0">
                    <a:pos x="255" y="18"/>
                  </a:cxn>
                  <a:cxn ang="0">
                    <a:pos x="255" y="18"/>
                  </a:cxn>
                  <a:cxn ang="0">
                    <a:pos x="255" y="35"/>
                  </a:cxn>
                  <a:cxn ang="0">
                    <a:pos x="264" y="44"/>
                  </a:cxn>
                  <a:cxn ang="0">
                    <a:pos x="264" y="62"/>
                  </a:cxn>
                  <a:cxn ang="0">
                    <a:pos x="273" y="71"/>
                  </a:cxn>
                  <a:cxn ang="0">
                    <a:pos x="282" y="80"/>
                  </a:cxn>
                  <a:cxn ang="0">
                    <a:pos x="299" y="97"/>
                  </a:cxn>
                  <a:cxn ang="0">
                    <a:pos x="308" y="106"/>
                  </a:cxn>
                  <a:cxn ang="0">
                    <a:pos x="317" y="133"/>
                  </a:cxn>
                  <a:cxn ang="0">
                    <a:pos x="326" y="124"/>
                  </a:cxn>
                  <a:cxn ang="0">
                    <a:pos x="335" y="124"/>
                  </a:cxn>
                  <a:cxn ang="0">
                    <a:pos x="343" y="133"/>
                  </a:cxn>
                  <a:cxn ang="0">
                    <a:pos x="343" y="142"/>
                  </a:cxn>
                  <a:cxn ang="0">
                    <a:pos x="343" y="159"/>
                  </a:cxn>
                  <a:cxn ang="0">
                    <a:pos x="335" y="168"/>
                  </a:cxn>
                  <a:cxn ang="0">
                    <a:pos x="335" y="186"/>
                  </a:cxn>
                  <a:cxn ang="0">
                    <a:pos x="361" y="203"/>
                  </a:cxn>
                  <a:cxn ang="0">
                    <a:pos x="361" y="212"/>
                  </a:cxn>
                  <a:cxn ang="0">
                    <a:pos x="379" y="212"/>
                  </a:cxn>
                  <a:cxn ang="0">
                    <a:pos x="387" y="221"/>
                  </a:cxn>
                  <a:cxn ang="0">
                    <a:pos x="387" y="230"/>
                  </a:cxn>
                  <a:cxn ang="0">
                    <a:pos x="396" y="248"/>
                  </a:cxn>
                  <a:cxn ang="0">
                    <a:pos x="396" y="265"/>
                  </a:cxn>
                  <a:cxn ang="0">
                    <a:pos x="414" y="274"/>
                  </a:cxn>
                  <a:cxn ang="0">
                    <a:pos x="423" y="283"/>
                  </a:cxn>
                  <a:cxn ang="0">
                    <a:pos x="423" y="292"/>
                  </a:cxn>
                  <a:cxn ang="0">
                    <a:pos x="414" y="301"/>
                  </a:cxn>
                  <a:cxn ang="0">
                    <a:pos x="414" y="310"/>
                  </a:cxn>
                  <a:cxn ang="0">
                    <a:pos x="405" y="318"/>
                  </a:cxn>
                  <a:cxn ang="0">
                    <a:pos x="396" y="318"/>
                  </a:cxn>
                  <a:cxn ang="0">
                    <a:pos x="396" y="318"/>
                  </a:cxn>
                  <a:cxn ang="0">
                    <a:pos x="396" y="327"/>
                  </a:cxn>
                  <a:cxn ang="0">
                    <a:pos x="387" y="336"/>
                  </a:cxn>
                  <a:cxn ang="0">
                    <a:pos x="387" y="345"/>
                  </a:cxn>
                  <a:cxn ang="0">
                    <a:pos x="352" y="363"/>
                  </a:cxn>
                  <a:cxn ang="0">
                    <a:pos x="352" y="354"/>
                  </a:cxn>
                  <a:cxn ang="0">
                    <a:pos x="361" y="345"/>
                  </a:cxn>
                  <a:cxn ang="0">
                    <a:pos x="361" y="336"/>
                  </a:cxn>
                  <a:cxn ang="0">
                    <a:pos x="361" y="318"/>
                  </a:cxn>
                  <a:cxn ang="0">
                    <a:pos x="238" y="327"/>
                  </a:cxn>
                  <a:cxn ang="0">
                    <a:pos x="79" y="336"/>
                  </a:cxn>
                  <a:cxn ang="0">
                    <a:pos x="71" y="124"/>
                  </a:cxn>
                  <a:cxn ang="0">
                    <a:pos x="62" y="115"/>
                  </a:cxn>
                  <a:cxn ang="0">
                    <a:pos x="53" y="106"/>
                  </a:cxn>
                  <a:cxn ang="0">
                    <a:pos x="44" y="97"/>
                  </a:cxn>
                  <a:cxn ang="0">
                    <a:pos x="53" y="80"/>
                  </a:cxn>
                  <a:cxn ang="0">
                    <a:pos x="53" y="80"/>
                  </a:cxn>
                  <a:cxn ang="0">
                    <a:pos x="53" y="71"/>
                  </a:cxn>
                  <a:cxn ang="0">
                    <a:pos x="44" y="62"/>
                  </a:cxn>
                  <a:cxn ang="0">
                    <a:pos x="27" y="53"/>
                  </a:cxn>
                  <a:cxn ang="0">
                    <a:pos x="27" y="44"/>
                  </a:cxn>
                  <a:cxn ang="0">
                    <a:pos x="18" y="35"/>
                  </a:cxn>
                  <a:cxn ang="0">
                    <a:pos x="9" y="27"/>
                  </a:cxn>
                  <a:cxn ang="0">
                    <a:pos x="0" y="9"/>
                  </a:cxn>
                </a:cxnLst>
                <a:rect l="0" t="0" r="r" b="b"/>
                <a:pathLst>
                  <a:path w="423" h="363">
                    <a:moveTo>
                      <a:pt x="0" y="9"/>
                    </a:moveTo>
                    <a:lnTo>
                      <a:pt x="71" y="9"/>
                    </a:lnTo>
                    <a:lnTo>
                      <a:pt x="106" y="9"/>
                    </a:lnTo>
                    <a:lnTo>
                      <a:pt x="203" y="0"/>
                    </a:lnTo>
                    <a:lnTo>
                      <a:pt x="238" y="0"/>
                    </a:lnTo>
                    <a:lnTo>
                      <a:pt x="247" y="0"/>
                    </a:lnTo>
                    <a:lnTo>
                      <a:pt x="255" y="9"/>
                    </a:lnTo>
                    <a:lnTo>
                      <a:pt x="255" y="18"/>
                    </a:lnTo>
                    <a:lnTo>
                      <a:pt x="255" y="18"/>
                    </a:lnTo>
                    <a:lnTo>
                      <a:pt x="255" y="18"/>
                    </a:lnTo>
                    <a:lnTo>
                      <a:pt x="255" y="27"/>
                    </a:lnTo>
                    <a:lnTo>
                      <a:pt x="255" y="35"/>
                    </a:lnTo>
                    <a:lnTo>
                      <a:pt x="255" y="44"/>
                    </a:lnTo>
                    <a:lnTo>
                      <a:pt x="264" y="44"/>
                    </a:lnTo>
                    <a:lnTo>
                      <a:pt x="264" y="62"/>
                    </a:lnTo>
                    <a:lnTo>
                      <a:pt x="264" y="62"/>
                    </a:lnTo>
                    <a:lnTo>
                      <a:pt x="264" y="71"/>
                    </a:lnTo>
                    <a:lnTo>
                      <a:pt x="273" y="71"/>
                    </a:lnTo>
                    <a:lnTo>
                      <a:pt x="282" y="80"/>
                    </a:lnTo>
                    <a:lnTo>
                      <a:pt x="282" y="80"/>
                    </a:lnTo>
                    <a:lnTo>
                      <a:pt x="282" y="88"/>
                    </a:lnTo>
                    <a:lnTo>
                      <a:pt x="299" y="97"/>
                    </a:lnTo>
                    <a:lnTo>
                      <a:pt x="299" y="97"/>
                    </a:lnTo>
                    <a:lnTo>
                      <a:pt x="308" y="106"/>
                    </a:lnTo>
                    <a:lnTo>
                      <a:pt x="308" y="124"/>
                    </a:lnTo>
                    <a:lnTo>
                      <a:pt x="317" y="133"/>
                    </a:lnTo>
                    <a:lnTo>
                      <a:pt x="317" y="133"/>
                    </a:lnTo>
                    <a:lnTo>
                      <a:pt x="326" y="124"/>
                    </a:lnTo>
                    <a:lnTo>
                      <a:pt x="326" y="124"/>
                    </a:lnTo>
                    <a:lnTo>
                      <a:pt x="335" y="124"/>
                    </a:lnTo>
                    <a:lnTo>
                      <a:pt x="335" y="124"/>
                    </a:lnTo>
                    <a:lnTo>
                      <a:pt x="343" y="133"/>
                    </a:lnTo>
                    <a:lnTo>
                      <a:pt x="343" y="133"/>
                    </a:lnTo>
                    <a:lnTo>
                      <a:pt x="343" y="142"/>
                    </a:lnTo>
                    <a:lnTo>
                      <a:pt x="343" y="150"/>
                    </a:lnTo>
                    <a:lnTo>
                      <a:pt x="343" y="159"/>
                    </a:lnTo>
                    <a:lnTo>
                      <a:pt x="335" y="168"/>
                    </a:lnTo>
                    <a:lnTo>
                      <a:pt x="335" y="168"/>
                    </a:lnTo>
                    <a:lnTo>
                      <a:pt x="335" y="177"/>
                    </a:lnTo>
                    <a:lnTo>
                      <a:pt x="335" y="186"/>
                    </a:lnTo>
                    <a:lnTo>
                      <a:pt x="343" y="195"/>
                    </a:lnTo>
                    <a:lnTo>
                      <a:pt x="361" y="203"/>
                    </a:lnTo>
                    <a:lnTo>
                      <a:pt x="361" y="203"/>
                    </a:lnTo>
                    <a:lnTo>
                      <a:pt x="361" y="212"/>
                    </a:lnTo>
                    <a:lnTo>
                      <a:pt x="370" y="203"/>
                    </a:lnTo>
                    <a:lnTo>
                      <a:pt x="379" y="212"/>
                    </a:lnTo>
                    <a:lnTo>
                      <a:pt x="379" y="221"/>
                    </a:lnTo>
                    <a:lnTo>
                      <a:pt x="387" y="221"/>
                    </a:lnTo>
                    <a:lnTo>
                      <a:pt x="387" y="221"/>
                    </a:lnTo>
                    <a:lnTo>
                      <a:pt x="387" y="230"/>
                    </a:lnTo>
                    <a:lnTo>
                      <a:pt x="396" y="248"/>
                    </a:lnTo>
                    <a:lnTo>
                      <a:pt x="396" y="248"/>
                    </a:lnTo>
                    <a:lnTo>
                      <a:pt x="396" y="256"/>
                    </a:lnTo>
                    <a:lnTo>
                      <a:pt x="396" y="265"/>
                    </a:lnTo>
                    <a:lnTo>
                      <a:pt x="405" y="274"/>
                    </a:lnTo>
                    <a:lnTo>
                      <a:pt x="414" y="274"/>
                    </a:lnTo>
                    <a:lnTo>
                      <a:pt x="423" y="274"/>
                    </a:lnTo>
                    <a:lnTo>
                      <a:pt x="423" y="283"/>
                    </a:lnTo>
                    <a:lnTo>
                      <a:pt x="423" y="283"/>
                    </a:lnTo>
                    <a:lnTo>
                      <a:pt x="423" y="292"/>
                    </a:lnTo>
                    <a:lnTo>
                      <a:pt x="414" y="301"/>
                    </a:lnTo>
                    <a:lnTo>
                      <a:pt x="414" y="301"/>
                    </a:lnTo>
                    <a:lnTo>
                      <a:pt x="414" y="310"/>
                    </a:lnTo>
                    <a:lnTo>
                      <a:pt x="414" y="310"/>
                    </a:lnTo>
                    <a:lnTo>
                      <a:pt x="405" y="310"/>
                    </a:lnTo>
                    <a:lnTo>
                      <a:pt x="405" y="318"/>
                    </a:lnTo>
                    <a:lnTo>
                      <a:pt x="396" y="318"/>
                    </a:lnTo>
                    <a:lnTo>
                      <a:pt x="396" y="318"/>
                    </a:lnTo>
                    <a:lnTo>
                      <a:pt x="396" y="318"/>
                    </a:lnTo>
                    <a:lnTo>
                      <a:pt x="396" y="318"/>
                    </a:lnTo>
                    <a:lnTo>
                      <a:pt x="396" y="327"/>
                    </a:lnTo>
                    <a:lnTo>
                      <a:pt x="396" y="327"/>
                    </a:lnTo>
                    <a:lnTo>
                      <a:pt x="396" y="336"/>
                    </a:lnTo>
                    <a:lnTo>
                      <a:pt x="387" y="336"/>
                    </a:lnTo>
                    <a:lnTo>
                      <a:pt x="396" y="345"/>
                    </a:lnTo>
                    <a:lnTo>
                      <a:pt x="387" y="345"/>
                    </a:lnTo>
                    <a:lnTo>
                      <a:pt x="387" y="354"/>
                    </a:lnTo>
                    <a:lnTo>
                      <a:pt x="352" y="363"/>
                    </a:lnTo>
                    <a:lnTo>
                      <a:pt x="352" y="354"/>
                    </a:lnTo>
                    <a:lnTo>
                      <a:pt x="352" y="354"/>
                    </a:lnTo>
                    <a:lnTo>
                      <a:pt x="352" y="345"/>
                    </a:lnTo>
                    <a:lnTo>
                      <a:pt x="361" y="345"/>
                    </a:lnTo>
                    <a:lnTo>
                      <a:pt x="361" y="336"/>
                    </a:lnTo>
                    <a:lnTo>
                      <a:pt x="361" y="336"/>
                    </a:lnTo>
                    <a:lnTo>
                      <a:pt x="361" y="327"/>
                    </a:lnTo>
                    <a:lnTo>
                      <a:pt x="361" y="318"/>
                    </a:lnTo>
                    <a:lnTo>
                      <a:pt x="352" y="318"/>
                    </a:lnTo>
                    <a:lnTo>
                      <a:pt x="238" y="327"/>
                    </a:lnTo>
                    <a:lnTo>
                      <a:pt x="141" y="327"/>
                    </a:lnTo>
                    <a:lnTo>
                      <a:pt x="79" y="336"/>
                    </a:lnTo>
                    <a:lnTo>
                      <a:pt x="79" y="292"/>
                    </a:lnTo>
                    <a:lnTo>
                      <a:pt x="71" y="124"/>
                    </a:lnTo>
                    <a:lnTo>
                      <a:pt x="71" y="124"/>
                    </a:lnTo>
                    <a:lnTo>
                      <a:pt x="62" y="115"/>
                    </a:lnTo>
                    <a:lnTo>
                      <a:pt x="53" y="106"/>
                    </a:lnTo>
                    <a:lnTo>
                      <a:pt x="53" y="106"/>
                    </a:lnTo>
                    <a:lnTo>
                      <a:pt x="53" y="97"/>
                    </a:lnTo>
                    <a:lnTo>
                      <a:pt x="44" y="97"/>
                    </a:lnTo>
                    <a:lnTo>
                      <a:pt x="44" y="88"/>
                    </a:lnTo>
                    <a:lnTo>
                      <a:pt x="53" y="80"/>
                    </a:lnTo>
                    <a:lnTo>
                      <a:pt x="53" y="71"/>
                    </a:lnTo>
                    <a:lnTo>
                      <a:pt x="53" y="80"/>
                    </a:lnTo>
                    <a:lnTo>
                      <a:pt x="53" y="71"/>
                    </a:lnTo>
                    <a:lnTo>
                      <a:pt x="53" y="71"/>
                    </a:lnTo>
                    <a:lnTo>
                      <a:pt x="53" y="62"/>
                    </a:lnTo>
                    <a:lnTo>
                      <a:pt x="44" y="62"/>
                    </a:lnTo>
                    <a:lnTo>
                      <a:pt x="44" y="62"/>
                    </a:lnTo>
                    <a:lnTo>
                      <a:pt x="27" y="53"/>
                    </a:lnTo>
                    <a:lnTo>
                      <a:pt x="27" y="53"/>
                    </a:lnTo>
                    <a:lnTo>
                      <a:pt x="27" y="44"/>
                    </a:lnTo>
                    <a:lnTo>
                      <a:pt x="18" y="44"/>
                    </a:lnTo>
                    <a:lnTo>
                      <a:pt x="18" y="35"/>
                    </a:lnTo>
                    <a:lnTo>
                      <a:pt x="18" y="35"/>
                    </a:lnTo>
                    <a:lnTo>
                      <a:pt x="9" y="27"/>
                    </a:lnTo>
                    <a:lnTo>
                      <a:pt x="9" y="18"/>
                    </a:lnTo>
                    <a:lnTo>
                      <a:pt x="0" y="9"/>
                    </a:lnTo>
                    <a:lnTo>
                      <a:pt x="0"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94"/>
              <p:cNvSpPr>
                <a:spLocks/>
              </p:cNvSpPr>
              <p:nvPr/>
            </p:nvSpPr>
            <p:spPr bwMode="auto">
              <a:xfrm>
                <a:off x="3066315" y="2674415"/>
                <a:ext cx="567511" cy="487013"/>
              </a:xfrm>
              <a:custGeom>
                <a:avLst/>
                <a:gdLst/>
                <a:ahLst/>
                <a:cxnLst>
                  <a:cxn ang="0">
                    <a:pos x="71" y="9"/>
                  </a:cxn>
                  <a:cxn ang="0">
                    <a:pos x="203" y="0"/>
                  </a:cxn>
                  <a:cxn ang="0">
                    <a:pos x="247" y="0"/>
                  </a:cxn>
                  <a:cxn ang="0">
                    <a:pos x="255" y="18"/>
                  </a:cxn>
                  <a:cxn ang="0">
                    <a:pos x="255" y="18"/>
                  </a:cxn>
                  <a:cxn ang="0">
                    <a:pos x="255" y="35"/>
                  </a:cxn>
                  <a:cxn ang="0">
                    <a:pos x="264" y="44"/>
                  </a:cxn>
                  <a:cxn ang="0">
                    <a:pos x="264" y="62"/>
                  </a:cxn>
                  <a:cxn ang="0">
                    <a:pos x="273" y="71"/>
                  </a:cxn>
                  <a:cxn ang="0">
                    <a:pos x="282" y="80"/>
                  </a:cxn>
                  <a:cxn ang="0">
                    <a:pos x="299" y="97"/>
                  </a:cxn>
                  <a:cxn ang="0">
                    <a:pos x="308" y="106"/>
                  </a:cxn>
                  <a:cxn ang="0">
                    <a:pos x="317" y="133"/>
                  </a:cxn>
                  <a:cxn ang="0">
                    <a:pos x="326" y="124"/>
                  </a:cxn>
                  <a:cxn ang="0">
                    <a:pos x="335" y="124"/>
                  </a:cxn>
                  <a:cxn ang="0">
                    <a:pos x="343" y="133"/>
                  </a:cxn>
                  <a:cxn ang="0">
                    <a:pos x="343" y="142"/>
                  </a:cxn>
                  <a:cxn ang="0">
                    <a:pos x="343" y="159"/>
                  </a:cxn>
                  <a:cxn ang="0">
                    <a:pos x="335" y="168"/>
                  </a:cxn>
                  <a:cxn ang="0">
                    <a:pos x="335" y="186"/>
                  </a:cxn>
                  <a:cxn ang="0">
                    <a:pos x="361" y="203"/>
                  </a:cxn>
                  <a:cxn ang="0">
                    <a:pos x="361" y="212"/>
                  </a:cxn>
                  <a:cxn ang="0">
                    <a:pos x="379" y="212"/>
                  </a:cxn>
                  <a:cxn ang="0">
                    <a:pos x="387" y="221"/>
                  </a:cxn>
                  <a:cxn ang="0">
                    <a:pos x="387" y="230"/>
                  </a:cxn>
                  <a:cxn ang="0">
                    <a:pos x="396" y="248"/>
                  </a:cxn>
                  <a:cxn ang="0">
                    <a:pos x="396" y="265"/>
                  </a:cxn>
                  <a:cxn ang="0">
                    <a:pos x="414" y="274"/>
                  </a:cxn>
                  <a:cxn ang="0">
                    <a:pos x="423" y="283"/>
                  </a:cxn>
                  <a:cxn ang="0">
                    <a:pos x="423" y="292"/>
                  </a:cxn>
                  <a:cxn ang="0">
                    <a:pos x="414" y="301"/>
                  </a:cxn>
                  <a:cxn ang="0">
                    <a:pos x="414" y="310"/>
                  </a:cxn>
                  <a:cxn ang="0">
                    <a:pos x="405" y="318"/>
                  </a:cxn>
                  <a:cxn ang="0">
                    <a:pos x="396" y="318"/>
                  </a:cxn>
                  <a:cxn ang="0">
                    <a:pos x="396" y="318"/>
                  </a:cxn>
                  <a:cxn ang="0">
                    <a:pos x="396" y="327"/>
                  </a:cxn>
                  <a:cxn ang="0">
                    <a:pos x="387" y="336"/>
                  </a:cxn>
                  <a:cxn ang="0">
                    <a:pos x="387" y="345"/>
                  </a:cxn>
                  <a:cxn ang="0">
                    <a:pos x="352" y="363"/>
                  </a:cxn>
                  <a:cxn ang="0">
                    <a:pos x="352" y="354"/>
                  </a:cxn>
                  <a:cxn ang="0">
                    <a:pos x="361" y="345"/>
                  </a:cxn>
                  <a:cxn ang="0">
                    <a:pos x="361" y="336"/>
                  </a:cxn>
                  <a:cxn ang="0">
                    <a:pos x="361" y="318"/>
                  </a:cxn>
                  <a:cxn ang="0">
                    <a:pos x="238" y="327"/>
                  </a:cxn>
                  <a:cxn ang="0">
                    <a:pos x="79" y="336"/>
                  </a:cxn>
                  <a:cxn ang="0">
                    <a:pos x="71" y="124"/>
                  </a:cxn>
                  <a:cxn ang="0">
                    <a:pos x="62" y="115"/>
                  </a:cxn>
                  <a:cxn ang="0">
                    <a:pos x="53" y="106"/>
                  </a:cxn>
                  <a:cxn ang="0">
                    <a:pos x="44" y="97"/>
                  </a:cxn>
                  <a:cxn ang="0">
                    <a:pos x="53" y="80"/>
                  </a:cxn>
                  <a:cxn ang="0">
                    <a:pos x="53" y="80"/>
                  </a:cxn>
                  <a:cxn ang="0">
                    <a:pos x="53" y="71"/>
                  </a:cxn>
                  <a:cxn ang="0">
                    <a:pos x="44" y="62"/>
                  </a:cxn>
                  <a:cxn ang="0">
                    <a:pos x="27" y="53"/>
                  </a:cxn>
                  <a:cxn ang="0">
                    <a:pos x="27" y="44"/>
                  </a:cxn>
                  <a:cxn ang="0">
                    <a:pos x="18" y="35"/>
                  </a:cxn>
                  <a:cxn ang="0">
                    <a:pos x="9" y="27"/>
                  </a:cxn>
                  <a:cxn ang="0">
                    <a:pos x="0" y="9"/>
                  </a:cxn>
                </a:cxnLst>
                <a:rect l="0" t="0" r="r" b="b"/>
                <a:pathLst>
                  <a:path w="423" h="363">
                    <a:moveTo>
                      <a:pt x="0" y="9"/>
                    </a:moveTo>
                    <a:lnTo>
                      <a:pt x="71" y="9"/>
                    </a:lnTo>
                    <a:lnTo>
                      <a:pt x="106" y="9"/>
                    </a:lnTo>
                    <a:lnTo>
                      <a:pt x="203" y="0"/>
                    </a:lnTo>
                    <a:lnTo>
                      <a:pt x="238" y="0"/>
                    </a:lnTo>
                    <a:lnTo>
                      <a:pt x="247" y="0"/>
                    </a:lnTo>
                    <a:lnTo>
                      <a:pt x="255" y="9"/>
                    </a:lnTo>
                    <a:lnTo>
                      <a:pt x="255" y="18"/>
                    </a:lnTo>
                    <a:lnTo>
                      <a:pt x="255" y="18"/>
                    </a:lnTo>
                    <a:lnTo>
                      <a:pt x="255" y="18"/>
                    </a:lnTo>
                    <a:lnTo>
                      <a:pt x="255" y="27"/>
                    </a:lnTo>
                    <a:lnTo>
                      <a:pt x="255" y="35"/>
                    </a:lnTo>
                    <a:lnTo>
                      <a:pt x="255" y="44"/>
                    </a:lnTo>
                    <a:lnTo>
                      <a:pt x="264" y="44"/>
                    </a:lnTo>
                    <a:lnTo>
                      <a:pt x="264" y="62"/>
                    </a:lnTo>
                    <a:lnTo>
                      <a:pt x="264" y="62"/>
                    </a:lnTo>
                    <a:lnTo>
                      <a:pt x="264" y="71"/>
                    </a:lnTo>
                    <a:lnTo>
                      <a:pt x="273" y="71"/>
                    </a:lnTo>
                    <a:lnTo>
                      <a:pt x="282" y="80"/>
                    </a:lnTo>
                    <a:lnTo>
                      <a:pt x="282" y="80"/>
                    </a:lnTo>
                    <a:lnTo>
                      <a:pt x="282" y="88"/>
                    </a:lnTo>
                    <a:lnTo>
                      <a:pt x="299" y="97"/>
                    </a:lnTo>
                    <a:lnTo>
                      <a:pt x="299" y="97"/>
                    </a:lnTo>
                    <a:lnTo>
                      <a:pt x="308" y="106"/>
                    </a:lnTo>
                    <a:lnTo>
                      <a:pt x="308" y="124"/>
                    </a:lnTo>
                    <a:lnTo>
                      <a:pt x="317" y="133"/>
                    </a:lnTo>
                    <a:lnTo>
                      <a:pt x="317" y="133"/>
                    </a:lnTo>
                    <a:lnTo>
                      <a:pt x="326" y="124"/>
                    </a:lnTo>
                    <a:lnTo>
                      <a:pt x="326" y="124"/>
                    </a:lnTo>
                    <a:lnTo>
                      <a:pt x="335" y="124"/>
                    </a:lnTo>
                    <a:lnTo>
                      <a:pt x="335" y="124"/>
                    </a:lnTo>
                    <a:lnTo>
                      <a:pt x="343" y="133"/>
                    </a:lnTo>
                    <a:lnTo>
                      <a:pt x="343" y="133"/>
                    </a:lnTo>
                    <a:lnTo>
                      <a:pt x="343" y="142"/>
                    </a:lnTo>
                    <a:lnTo>
                      <a:pt x="343" y="150"/>
                    </a:lnTo>
                    <a:lnTo>
                      <a:pt x="343" y="159"/>
                    </a:lnTo>
                    <a:lnTo>
                      <a:pt x="335" y="168"/>
                    </a:lnTo>
                    <a:lnTo>
                      <a:pt x="335" y="168"/>
                    </a:lnTo>
                    <a:lnTo>
                      <a:pt x="335" y="177"/>
                    </a:lnTo>
                    <a:lnTo>
                      <a:pt x="335" y="186"/>
                    </a:lnTo>
                    <a:lnTo>
                      <a:pt x="343" y="195"/>
                    </a:lnTo>
                    <a:lnTo>
                      <a:pt x="361" y="203"/>
                    </a:lnTo>
                    <a:lnTo>
                      <a:pt x="361" y="203"/>
                    </a:lnTo>
                    <a:lnTo>
                      <a:pt x="361" y="212"/>
                    </a:lnTo>
                    <a:lnTo>
                      <a:pt x="370" y="203"/>
                    </a:lnTo>
                    <a:lnTo>
                      <a:pt x="379" y="212"/>
                    </a:lnTo>
                    <a:lnTo>
                      <a:pt x="379" y="221"/>
                    </a:lnTo>
                    <a:lnTo>
                      <a:pt x="387" y="221"/>
                    </a:lnTo>
                    <a:lnTo>
                      <a:pt x="387" y="221"/>
                    </a:lnTo>
                    <a:lnTo>
                      <a:pt x="387" y="230"/>
                    </a:lnTo>
                    <a:lnTo>
                      <a:pt x="396" y="248"/>
                    </a:lnTo>
                    <a:lnTo>
                      <a:pt x="396" y="248"/>
                    </a:lnTo>
                    <a:lnTo>
                      <a:pt x="396" y="256"/>
                    </a:lnTo>
                    <a:lnTo>
                      <a:pt x="396" y="265"/>
                    </a:lnTo>
                    <a:lnTo>
                      <a:pt x="405" y="274"/>
                    </a:lnTo>
                    <a:lnTo>
                      <a:pt x="414" y="274"/>
                    </a:lnTo>
                    <a:lnTo>
                      <a:pt x="423" y="274"/>
                    </a:lnTo>
                    <a:lnTo>
                      <a:pt x="423" y="283"/>
                    </a:lnTo>
                    <a:lnTo>
                      <a:pt x="423" y="283"/>
                    </a:lnTo>
                    <a:lnTo>
                      <a:pt x="423" y="292"/>
                    </a:lnTo>
                    <a:lnTo>
                      <a:pt x="414" y="301"/>
                    </a:lnTo>
                    <a:lnTo>
                      <a:pt x="414" y="301"/>
                    </a:lnTo>
                    <a:lnTo>
                      <a:pt x="414" y="310"/>
                    </a:lnTo>
                    <a:lnTo>
                      <a:pt x="414" y="310"/>
                    </a:lnTo>
                    <a:lnTo>
                      <a:pt x="405" y="310"/>
                    </a:lnTo>
                    <a:lnTo>
                      <a:pt x="405" y="318"/>
                    </a:lnTo>
                    <a:lnTo>
                      <a:pt x="396" y="318"/>
                    </a:lnTo>
                    <a:lnTo>
                      <a:pt x="396" y="318"/>
                    </a:lnTo>
                    <a:lnTo>
                      <a:pt x="396" y="318"/>
                    </a:lnTo>
                    <a:lnTo>
                      <a:pt x="396" y="318"/>
                    </a:lnTo>
                    <a:lnTo>
                      <a:pt x="396" y="327"/>
                    </a:lnTo>
                    <a:lnTo>
                      <a:pt x="396" y="327"/>
                    </a:lnTo>
                    <a:lnTo>
                      <a:pt x="396" y="336"/>
                    </a:lnTo>
                    <a:lnTo>
                      <a:pt x="387" y="336"/>
                    </a:lnTo>
                    <a:lnTo>
                      <a:pt x="396" y="345"/>
                    </a:lnTo>
                    <a:lnTo>
                      <a:pt x="387" y="345"/>
                    </a:lnTo>
                    <a:lnTo>
                      <a:pt x="387" y="354"/>
                    </a:lnTo>
                    <a:lnTo>
                      <a:pt x="352" y="363"/>
                    </a:lnTo>
                    <a:lnTo>
                      <a:pt x="352" y="354"/>
                    </a:lnTo>
                    <a:lnTo>
                      <a:pt x="352" y="354"/>
                    </a:lnTo>
                    <a:lnTo>
                      <a:pt x="352" y="345"/>
                    </a:lnTo>
                    <a:lnTo>
                      <a:pt x="361" y="345"/>
                    </a:lnTo>
                    <a:lnTo>
                      <a:pt x="361" y="336"/>
                    </a:lnTo>
                    <a:lnTo>
                      <a:pt x="361" y="336"/>
                    </a:lnTo>
                    <a:lnTo>
                      <a:pt x="361" y="327"/>
                    </a:lnTo>
                    <a:lnTo>
                      <a:pt x="361" y="318"/>
                    </a:lnTo>
                    <a:lnTo>
                      <a:pt x="352" y="318"/>
                    </a:lnTo>
                    <a:lnTo>
                      <a:pt x="238" y="327"/>
                    </a:lnTo>
                    <a:lnTo>
                      <a:pt x="141" y="327"/>
                    </a:lnTo>
                    <a:lnTo>
                      <a:pt x="79" y="336"/>
                    </a:lnTo>
                    <a:lnTo>
                      <a:pt x="79" y="292"/>
                    </a:lnTo>
                    <a:lnTo>
                      <a:pt x="71" y="124"/>
                    </a:lnTo>
                    <a:lnTo>
                      <a:pt x="71" y="124"/>
                    </a:lnTo>
                    <a:lnTo>
                      <a:pt x="62" y="115"/>
                    </a:lnTo>
                    <a:lnTo>
                      <a:pt x="53" y="106"/>
                    </a:lnTo>
                    <a:lnTo>
                      <a:pt x="53" y="106"/>
                    </a:lnTo>
                    <a:lnTo>
                      <a:pt x="53" y="97"/>
                    </a:lnTo>
                    <a:lnTo>
                      <a:pt x="44" y="97"/>
                    </a:lnTo>
                    <a:lnTo>
                      <a:pt x="44" y="88"/>
                    </a:lnTo>
                    <a:lnTo>
                      <a:pt x="53" y="80"/>
                    </a:lnTo>
                    <a:lnTo>
                      <a:pt x="53" y="71"/>
                    </a:lnTo>
                    <a:lnTo>
                      <a:pt x="53" y="80"/>
                    </a:lnTo>
                    <a:lnTo>
                      <a:pt x="53" y="71"/>
                    </a:lnTo>
                    <a:lnTo>
                      <a:pt x="53" y="71"/>
                    </a:lnTo>
                    <a:lnTo>
                      <a:pt x="53" y="62"/>
                    </a:lnTo>
                    <a:lnTo>
                      <a:pt x="44" y="62"/>
                    </a:lnTo>
                    <a:lnTo>
                      <a:pt x="44" y="62"/>
                    </a:lnTo>
                    <a:lnTo>
                      <a:pt x="27" y="53"/>
                    </a:lnTo>
                    <a:lnTo>
                      <a:pt x="27" y="53"/>
                    </a:lnTo>
                    <a:lnTo>
                      <a:pt x="27" y="44"/>
                    </a:lnTo>
                    <a:lnTo>
                      <a:pt x="18" y="44"/>
                    </a:lnTo>
                    <a:lnTo>
                      <a:pt x="18" y="35"/>
                    </a:lnTo>
                    <a:lnTo>
                      <a:pt x="18" y="35"/>
                    </a:lnTo>
                    <a:lnTo>
                      <a:pt x="9" y="27"/>
                    </a:lnTo>
                    <a:lnTo>
                      <a:pt x="9" y="18"/>
                    </a:lnTo>
                    <a:lnTo>
                      <a:pt x="0" y="9"/>
                    </a:lnTo>
                    <a:lnTo>
                      <a:pt x="0"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95"/>
              <p:cNvSpPr>
                <a:spLocks/>
              </p:cNvSpPr>
              <p:nvPr/>
            </p:nvSpPr>
            <p:spPr bwMode="auto">
              <a:xfrm>
                <a:off x="3456730" y="3243266"/>
                <a:ext cx="295159" cy="523236"/>
              </a:xfrm>
              <a:custGeom>
                <a:avLst/>
                <a:gdLst/>
                <a:ahLst/>
                <a:cxnLst>
                  <a:cxn ang="0">
                    <a:pos x="17" y="168"/>
                  </a:cxn>
                  <a:cxn ang="0">
                    <a:pos x="26" y="160"/>
                  </a:cxn>
                  <a:cxn ang="0">
                    <a:pos x="17" y="142"/>
                  </a:cxn>
                  <a:cxn ang="0">
                    <a:pos x="17" y="142"/>
                  </a:cxn>
                  <a:cxn ang="0">
                    <a:pos x="17" y="133"/>
                  </a:cxn>
                  <a:cxn ang="0">
                    <a:pos x="17" y="124"/>
                  </a:cxn>
                  <a:cxn ang="0">
                    <a:pos x="26" y="115"/>
                  </a:cxn>
                  <a:cxn ang="0">
                    <a:pos x="26" y="115"/>
                  </a:cxn>
                  <a:cxn ang="0">
                    <a:pos x="26" y="98"/>
                  </a:cxn>
                  <a:cxn ang="0">
                    <a:pos x="35" y="89"/>
                  </a:cxn>
                  <a:cxn ang="0">
                    <a:pos x="26" y="80"/>
                  </a:cxn>
                  <a:cxn ang="0">
                    <a:pos x="44" y="71"/>
                  </a:cxn>
                  <a:cxn ang="0">
                    <a:pos x="44" y="62"/>
                  </a:cxn>
                  <a:cxn ang="0">
                    <a:pos x="52" y="54"/>
                  </a:cxn>
                  <a:cxn ang="0">
                    <a:pos x="52" y="45"/>
                  </a:cxn>
                  <a:cxn ang="0">
                    <a:pos x="52" y="36"/>
                  </a:cxn>
                  <a:cxn ang="0">
                    <a:pos x="52" y="27"/>
                  </a:cxn>
                  <a:cxn ang="0">
                    <a:pos x="70" y="18"/>
                  </a:cxn>
                  <a:cxn ang="0">
                    <a:pos x="149" y="9"/>
                  </a:cxn>
                  <a:cxn ang="0">
                    <a:pos x="202" y="9"/>
                  </a:cxn>
                  <a:cxn ang="0">
                    <a:pos x="220" y="372"/>
                  </a:cxn>
                  <a:cxn ang="0">
                    <a:pos x="202" y="372"/>
                  </a:cxn>
                  <a:cxn ang="0">
                    <a:pos x="193" y="372"/>
                  </a:cxn>
                  <a:cxn ang="0">
                    <a:pos x="193" y="372"/>
                  </a:cxn>
                  <a:cxn ang="0">
                    <a:pos x="167" y="381"/>
                  </a:cxn>
                  <a:cxn ang="0">
                    <a:pos x="158" y="381"/>
                  </a:cxn>
                  <a:cxn ang="0">
                    <a:pos x="149" y="390"/>
                  </a:cxn>
                  <a:cxn ang="0">
                    <a:pos x="140" y="390"/>
                  </a:cxn>
                  <a:cxn ang="0">
                    <a:pos x="140" y="381"/>
                  </a:cxn>
                  <a:cxn ang="0">
                    <a:pos x="123" y="363"/>
                  </a:cxn>
                  <a:cxn ang="0">
                    <a:pos x="123" y="345"/>
                  </a:cxn>
                  <a:cxn ang="0">
                    <a:pos x="123" y="328"/>
                  </a:cxn>
                  <a:cxn ang="0">
                    <a:pos x="0" y="336"/>
                  </a:cxn>
                  <a:cxn ang="0">
                    <a:pos x="0" y="319"/>
                  </a:cxn>
                  <a:cxn ang="0">
                    <a:pos x="0" y="310"/>
                  </a:cxn>
                  <a:cxn ang="0">
                    <a:pos x="8" y="292"/>
                  </a:cxn>
                  <a:cxn ang="0">
                    <a:pos x="8" y="283"/>
                  </a:cxn>
                  <a:cxn ang="0">
                    <a:pos x="8" y="275"/>
                  </a:cxn>
                  <a:cxn ang="0">
                    <a:pos x="35" y="257"/>
                  </a:cxn>
                  <a:cxn ang="0">
                    <a:pos x="26" y="248"/>
                  </a:cxn>
                  <a:cxn ang="0">
                    <a:pos x="26" y="248"/>
                  </a:cxn>
                  <a:cxn ang="0">
                    <a:pos x="35" y="239"/>
                  </a:cxn>
                  <a:cxn ang="0">
                    <a:pos x="44" y="230"/>
                  </a:cxn>
                  <a:cxn ang="0">
                    <a:pos x="35" y="222"/>
                  </a:cxn>
                  <a:cxn ang="0">
                    <a:pos x="26" y="213"/>
                  </a:cxn>
                  <a:cxn ang="0">
                    <a:pos x="35" y="204"/>
                  </a:cxn>
                  <a:cxn ang="0">
                    <a:pos x="26" y="195"/>
                  </a:cxn>
                  <a:cxn ang="0">
                    <a:pos x="26" y="186"/>
                  </a:cxn>
                  <a:cxn ang="0">
                    <a:pos x="17" y="186"/>
                  </a:cxn>
                </a:cxnLst>
                <a:rect l="0" t="0" r="r" b="b"/>
                <a:pathLst>
                  <a:path w="220" h="390">
                    <a:moveTo>
                      <a:pt x="17" y="177"/>
                    </a:moveTo>
                    <a:lnTo>
                      <a:pt x="17" y="168"/>
                    </a:lnTo>
                    <a:lnTo>
                      <a:pt x="17" y="168"/>
                    </a:lnTo>
                    <a:lnTo>
                      <a:pt x="26" y="168"/>
                    </a:lnTo>
                    <a:lnTo>
                      <a:pt x="26" y="168"/>
                    </a:lnTo>
                    <a:lnTo>
                      <a:pt x="26" y="160"/>
                    </a:lnTo>
                    <a:lnTo>
                      <a:pt x="17" y="160"/>
                    </a:lnTo>
                    <a:lnTo>
                      <a:pt x="17" y="151"/>
                    </a:lnTo>
                    <a:lnTo>
                      <a:pt x="17" y="142"/>
                    </a:lnTo>
                    <a:lnTo>
                      <a:pt x="17" y="142"/>
                    </a:lnTo>
                    <a:lnTo>
                      <a:pt x="17" y="142"/>
                    </a:lnTo>
                    <a:lnTo>
                      <a:pt x="17" y="142"/>
                    </a:lnTo>
                    <a:lnTo>
                      <a:pt x="17" y="133"/>
                    </a:lnTo>
                    <a:lnTo>
                      <a:pt x="8" y="142"/>
                    </a:lnTo>
                    <a:lnTo>
                      <a:pt x="17" y="133"/>
                    </a:lnTo>
                    <a:lnTo>
                      <a:pt x="8" y="133"/>
                    </a:lnTo>
                    <a:lnTo>
                      <a:pt x="17" y="124"/>
                    </a:lnTo>
                    <a:lnTo>
                      <a:pt x="17" y="124"/>
                    </a:lnTo>
                    <a:lnTo>
                      <a:pt x="17" y="124"/>
                    </a:lnTo>
                    <a:lnTo>
                      <a:pt x="17" y="124"/>
                    </a:lnTo>
                    <a:lnTo>
                      <a:pt x="26" y="115"/>
                    </a:lnTo>
                    <a:lnTo>
                      <a:pt x="17" y="115"/>
                    </a:lnTo>
                    <a:lnTo>
                      <a:pt x="17" y="115"/>
                    </a:lnTo>
                    <a:lnTo>
                      <a:pt x="26" y="115"/>
                    </a:lnTo>
                    <a:lnTo>
                      <a:pt x="26" y="115"/>
                    </a:lnTo>
                    <a:lnTo>
                      <a:pt x="26" y="107"/>
                    </a:lnTo>
                    <a:lnTo>
                      <a:pt x="26" y="98"/>
                    </a:lnTo>
                    <a:lnTo>
                      <a:pt x="17" y="98"/>
                    </a:lnTo>
                    <a:lnTo>
                      <a:pt x="35" y="98"/>
                    </a:lnTo>
                    <a:lnTo>
                      <a:pt x="35" y="89"/>
                    </a:lnTo>
                    <a:lnTo>
                      <a:pt x="35" y="80"/>
                    </a:lnTo>
                    <a:lnTo>
                      <a:pt x="35" y="80"/>
                    </a:lnTo>
                    <a:lnTo>
                      <a:pt x="26" y="80"/>
                    </a:lnTo>
                    <a:lnTo>
                      <a:pt x="35" y="80"/>
                    </a:lnTo>
                    <a:lnTo>
                      <a:pt x="35" y="80"/>
                    </a:lnTo>
                    <a:lnTo>
                      <a:pt x="44" y="71"/>
                    </a:lnTo>
                    <a:lnTo>
                      <a:pt x="44" y="71"/>
                    </a:lnTo>
                    <a:lnTo>
                      <a:pt x="44" y="71"/>
                    </a:lnTo>
                    <a:lnTo>
                      <a:pt x="44" y="62"/>
                    </a:lnTo>
                    <a:lnTo>
                      <a:pt x="52" y="62"/>
                    </a:lnTo>
                    <a:lnTo>
                      <a:pt x="52" y="54"/>
                    </a:lnTo>
                    <a:lnTo>
                      <a:pt x="52" y="54"/>
                    </a:lnTo>
                    <a:lnTo>
                      <a:pt x="52" y="45"/>
                    </a:lnTo>
                    <a:lnTo>
                      <a:pt x="52" y="36"/>
                    </a:lnTo>
                    <a:lnTo>
                      <a:pt x="52" y="45"/>
                    </a:lnTo>
                    <a:lnTo>
                      <a:pt x="52" y="45"/>
                    </a:lnTo>
                    <a:lnTo>
                      <a:pt x="52" y="36"/>
                    </a:lnTo>
                    <a:lnTo>
                      <a:pt x="52" y="36"/>
                    </a:lnTo>
                    <a:lnTo>
                      <a:pt x="52" y="36"/>
                    </a:lnTo>
                    <a:lnTo>
                      <a:pt x="52" y="36"/>
                    </a:lnTo>
                    <a:lnTo>
                      <a:pt x="52" y="27"/>
                    </a:lnTo>
                    <a:lnTo>
                      <a:pt x="61" y="27"/>
                    </a:lnTo>
                    <a:lnTo>
                      <a:pt x="61" y="27"/>
                    </a:lnTo>
                    <a:lnTo>
                      <a:pt x="70" y="18"/>
                    </a:lnTo>
                    <a:lnTo>
                      <a:pt x="70" y="18"/>
                    </a:lnTo>
                    <a:lnTo>
                      <a:pt x="61" y="18"/>
                    </a:lnTo>
                    <a:lnTo>
                      <a:pt x="149" y="9"/>
                    </a:lnTo>
                    <a:lnTo>
                      <a:pt x="202" y="0"/>
                    </a:lnTo>
                    <a:lnTo>
                      <a:pt x="202" y="0"/>
                    </a:lnTo>
                    <a:lnTo>
                      <a:pt x="202" y="9"/>
                    </a:lnTo>
                    <a:lnTo>
                      <a:pt x="211" y="9"/>
                    </a:lnTo>
                    <a:lnTo>
                      <a:pt x="202" y="248"/>
                    </a:lnTo>
                    <a:lnTo>
                      <a:pt x="220" y="372"/>
                    </a:lnTo>
                    <a:lnTo>
                      <a:pt x="220" y="372"/>
                    </a:lnTo>
                    <a:lnTo>
                      <a:pt x="220" y="372"/>
                    </a:lnTo>
                    <a:lnTo>
                      <a:pt x="202" y="372"/>
                    </a:lnTo>
                    <a:lnTo>
                      <a:pt x="202" y="372"/>
                    </a:lnTo>
                    <a:lnTo>
                      <a:pt x="202" y="372"/>
                    </a:lnTo>
                    <a:lnTo>
                      <a:pt x="193" y="372"/>
                    </a:lnTo>
                    <a:lnTo>
                      <a:pt x="193" y="372"/>
                    </a:lnTo>
                    <a:lnTo>
                      <a:pt x="184" y="372"/>
                    </a:lnTo>
                    <a:lnTo>
                      <a:pt x="193" y="372"/>
                    </a:lnTo>
                    <a:lnTo>
                      <a:pt x="184" y="372"/>
                    </a:lnTo>
                    <a:lnTo>
                      <a:pt x="176" y="372"/>
                    </a:lnTo>
                    <a:lnTo>
                      <a:pt x="167" y="381"/>
                    </a:lnTo>
                    <a:lnTo>
                      <a:pt x="158" y="381"/>
                    </a:lnTo>
                    <a:lnTo>
                      <a:pt x="158" y="381"/>
                    </a:lnTo>
                    <a:lnTo>
                      <a:pt x="158" y="381"/>
                    </a:lnTo>
                    <a:lnTo>
                      <a:pt x="158" y="381"/>
                    </a:lnTo>
                    <a:lnTo>
                      <a:pt x="158" y="381"/>
                    </a:lnTo>
                    <a:lnTo>
                      <a:pt x="149" y="390"/>
                    </a:lnTo>
                    <a:lnTo>
                      <a:pt x="149" y="390"/>
                    </a:lnTo>
                    <a:lnTo>
                      <a:pt x="149" y="390"/>
                    </a:lnTo>
                    <a:lnTo>
                      <a:pt x="140" y="390"/>
                    </a:lnTo>
                    <a:lnTo>
                      <a:pt x="140" y="390"/>
                    </a:lnTo>
                    <a:lnTo>
                      <a:pt x="140" y="381"/>
                    </a:lnTo>
                    <a:lnTo>
                      <a:pt x="140" y="381"/>
                    </a:lnTo>
                    <a:lnTo>
                      <a:pt x="132" y="381"/>
                    </a:lnTo>
                    <a:lnTo>
                      <a:pt x="132" y="372"/>
                    </a:lnTo>
                    <a:lnTo>
                      <a:pt x="123" y="363"/>
                    </a:lnTo>
                    <a:lnTo>
                      <a:pt x="123" y="363"/>
                    </a:lnTo>
                    <a:lnTo>
                      <a:pt x="123" y="354"/>
                    </a:lnTo>
                    <a:lnTo>
                      <a:pt x="123" y="345"/>
                    </a:lnTo>
                    <a:lnTo>
                      <a:pt x="123" y="336"/>
                    </a:lnTo>
                    <a:lnTo>
                      <a:pt x="123" y="328"/>
                    </a:lnTo>
                    <a:lnTo>
                      <a:pt x="123" y="328"/>
                    </a:lnTo>
                    <a:lnTo>
                      <a:pt x="61" y="336"/>
                    </a:lnTo>
                    <a:lnTo>
                      <a:pt x="0" y="336"/>
                    </a:lnTo>
                    <a:lnTo>
                      <a:pt x="0" y="336"/>
                    </a:lnTo>
                    <a:lnTo>
                      <a:pt x="0" y="328"/>
                    </a:lnTo>
                    <a:lnTo>
                      <a:pt x="0" y="319"/>
                    </a:lnTo>
                    <a:lnTo>
                      <a:pt x="0" y="319"/>
                    </a:lnTo>
                    <a:lnTo>
                      <a:pt x="0" y="319"/>
                    </a:lnTo>
                    <a:lnTo>
                      <a:pt x="8" y="310"/>
                    </a:lnTo>
                    <a:lnTo>
                      <a:pt x="0" y="310"/>
                    </a:lnTo>
                    <a:lnTo>
                      <a:pt x="8" y="310"/>
                    </a:lnTo>
                    <a:lnTo>
                      <a:pt x="0" y="292"/>
                    </a:lnTo>
                    <a:lnTo>
                      <a:pt x="8" y="292"/>
                    </a:lnTo>
                    <a:lnTo>
                      <a:pt x="8" y="292"/>
                    </a:lnTo>
                    <a:lnTo>
                      <a:pt x="8" y="292"/>
                    </a:lnTo>
                    <a:lnTo>
                      <a:pt x="8" y="283"/>
                    </a:lnTo>
                    <a:lnTo>
                      <a:pt x="8" y="283"/>
                    </a:lnTo>
                    <a:lnTo>
                      <a:pt x="17" y="275"/>
                    </a:lnTo>
                    <a:lnTo>
                      <a:pt x="8" y="275"/>
                    </a:lnTo>
                    <a:lnTo>
                      <a:pt x="17" y="266"/>
                    </a:lnTo>
                    <a:lnTo>
                      <a:pt x="17" y="266"/>
                    </a:lnTo>
                    <a:lnTo>
                      <a:pt x="35" y="257"/>
                    </a:lnTo>
                    <a:lnTo>
                      <a:pt x="26" y="257"/>
                    </a:lnTo>
                    <a:lnTo>
                      <a:pt x="26" y="248"/>
                    </a:lnTo>
                    <a:lnTo>
                      <a:pt x="26" y="248"/>
                    </a:lnTo>
                    <a:lnTo>
                      <a:pt x="35" y="248"/>
                    </a:lnTo>
                    <a:lnTo>
                      <a:pt x="35" y="239"/>
                    </a:lnTo>
                    <a:lnTo>
                      <a:pt x="26" y="248"/>
                    </a:lnTo>
                    <a:lnTo>
                      <a:pt x="26" y="239"/>
                    </a:lnTo>
                    <a:lnTo>
                      <a:pt x="26" y="239"/>
                    </a:lnTo>
                    <a:lnTo>
                      <a:pt x="35" y="239"/>
                    </a:lnTo>
                    <a:lnTo>
                      <a:pt x="35" y="230"/>
                    </a:lnTo>
                    <a:lnTo>
                      <a:pt x="44" y="230"/>
                    </a:lnTo>
                    <a:lnTo>
                      <a:pt x="44" y="230"/>
                    </a:lnTo>
                    <a:lnTo>
                      <a:pt x="44" y="230"/>
                    </a:lnTo>
                    <a:lnTo>
                      <a:pt x="35" y="230"/>
                    </a:lnTo>
                    <a:lnTo>
                      <a:pt x="35" y="222"/>
                    </a:lnTo>
                    <a:lnTo>
                      <a:pt x="26" y="222"/>
                    </a:lnTo>
                    <a:lnTo>
                      <a:pt x="26" y="213"/>
                    </a:lnTo>
                    <a:lnTo>
                      <a:pt x="26" y="213"/>
                    </a:lnTo>
                    <a:lnTo>
                      <a:pt x="35" y="222"/>
                    </a:lnTo>
                    <a:lnTo>
                      <a:pt x="26" y="213"/>
                    </a:lnTo>
                    <a:lnTo>
                      <a:pt x="35" y="204"/>
                    </a:lnTo>
                    <a:lnTo>
                      <a:pt x="26" y="213"/>
                    </a:lnTo>
                    <a:lnTo>
                      <a:pt x="26" y="204"/>
                    </a:lnTo>
                    <a:lnTo>
                      <a:pt x="26" y="195"/>
                    </a:lnTo>
                    <a:lnTo>
                      <a:pt x="26" y="195"/>
                    </a:lnTo>
                    <a:lnTo>
                      <a:pt x="17" y="195"/>
                    </a:lnTo>
                    <a:lnTo>
                      <a:pt x="26" y="186"/>
                    </a:lnTo>
                    <a:lnTo>
                      <a:pt x="26" y="177"/>
                    </a:lnTo>
                    <a:lnTo>
                      <a:pt x="17" y="177"/>
                    </a:lnTo>
                    <a:lnTo>
                      <a:pt x="17" y="186"/>
                    </a:lnTo>
                    <a:lnTo>
                      <a:pt x="17" y="177"/>
                    </a:lnTo>
                    <a:lnTo>
                      <a:pt x="17" y="17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96"/>
              <p:cNvSpPr>
                <a:spLocks/>
              </p:cNvSpPr>
              <p:nvPr/>
            </p:nvSpPr>
            <p:spPr bwMode="auto">
              <a:xfrm>
                <a:off x="3456730" y="3243266"/>
                <a:ext cx="295159" cy="523236"/>
              </a:xfrm>
              <a:custGeom>
                <a:avLst/>
                <a:gdLst/>
                <a:ahLst/>
                <a:cxnLst>
                  <a:cxn ang="0">
                    <a:pos x="17" y="168"/>
                  </a:cxn>
                  <a:cxn ang="0">
                    <a:pos x="26" y="160"/>
                  </a:cxn>
                  <a:cxn ang="0">
                    <a:pos x="17" y="142"/>
                  </a:cxn>
                  <a:cxn ang="0">
                    <a:pos x="17" y="142"/>
                  </a:cxn>
                  <a:cxn ang="0">
                    <a:pos x="17" y="133"/>
                  </a:cxn>
                  <a:cxn ang="0">
                    <a:pos x="17" y="124"/>
                  </a:cxn>
                  <a:cxn ang="0">
                    <a:pos x="26" y="115"/>
                  </a:cxn>
                  <a:cxn ang="0">
                    <a:pos x="26" y="115"/>
                  </a:cxn>
                  <a:cxn ang="0">
                    <a:pos x="26" y="98"/>
                  </a:cxn>
                  <a:cxn ang="0">
                    <a:pos x="35" y="89"/>
                  </a:cxn>
                  <a:cxn ang="0">
                    <a:pos x="26" y="80"/>
                  </a:cxn>
                  <a:cxn ang="0">
                    <a:pos x="44" y="71"/>
                  </a:cxn>
                  <a:cxn ang="0">
                    <a:pos x="44" y="62"/>
                  </a:cxn>
                  <a:cxn ang="0">
                    <a:pos x="52" y="54"/>
                  </a:cxn>
                  <a:cxn ang="0">
                    <a:pos x="52" y="45"/>
                  </a:cxn>
                  <a:cxn ang="0">
                    <a:pos x="52" y="36"/>
                  </a:cxn>
                  <a:cxn ang="0">
                    <a:pos x="52" y="27"/>
                  </a:cxn>
                  <a:cxn ang="0">
                    <a:pos x="70" y="18"/>
                  </a:cxn>
                  <a:cxn ang="0">
                    <a:pos x="149" y="9"/>
                  </a:cxn>
                  <a:cxn ang="0">
                    <a:pos x="202" y="9"/>
                  </a:cxn>
                  <a:cxn ang="0">
                    <a:pos x="220" y="372"/>
                  </a:cxn>
                  <a:cxn ang="0">
                    <a:pos x="202" y="372"/>
                  </a:cxn>
                  <a:cxn ang="0">
                    <a:pos x="193" y="372"/>
                  </a:cxn>
                  <a:cxn ang="0">
                    <a:pos x="193" y="372"/>
                  </a:cxn>
                  <a:cxn ang="0">
                    <a:pos x="167" y="381"/>
                  </a:cxn>
                  <a:cxn ang="0">
                    <a:pos x="158" y="381"/>
                  </a:cxn>
                  <a:cxn ang="0">
                    <a:pos x="149" y="390"/>
                  </a:cxn>
                  <a:cxn ang="0">
                    <a:pos x="140" y="390"/>
                  </a:cxn>
                  <a:cxn ang="0">
                    <a:pos x="140" y="381"/>
                  </a:cxn>
                  <a:cxn ang="0">
                    <a:pos x="123" y="363"/>
                  </a:cxn>
                  <a:cxn ang="0">
                    <a:pos x="123" y="345"/>
                  </a:cxn>
                  <a:cxn ang="0">
                    <a:pos x="123" y="328"/>
                  </a:cxn>
                  <a:cxn ang="0">
                    <a:pos x="0" y="336"/>
                  </a:cxn>
                  <a:cxn ang="0">
                    <a:pos x="0" y="319"/>
                  </a:cxn>
                  <a:cxn ang="0">
                    <a:pos x="0" y="310"/>
                  </a:cxn>
                  <a:cxn ang="0">
                    <a:pos x="8" y="292"/>
                  </a:cxn>
                  <a:cxn ang="0">
                    <a:pos x="8" y="283"/>
                  </a:cxn>
                  <a:cxn ang="0">
                    <a:pos x="8" y="275"/>
                  </a:cxn>
                  <a:cxn ang="0">
                    <a:pos x="35" y="257"/>
                  </a:cxn>
                  <a:cxn ang="0">
                    <a:pos x="26" y="248"/>
                  </a:cxn>
                  <a:cxn ang="0">
                    <a:pos x="26" y="248"/>
                  </a:cxn>
                  <a:cxn ang="0">
                    <a:pos x="35" y="239"/>
                  </a:cxn>
                  <a:cxn ang="0">
                    <a:pos x="44" y="230"/>
                  </a:cxn>
                  <a:cxn ang="0">
                    <a:pos x="35" y="222"/>
                  </a:cxn>
                  <a:cxn ang="0">
                    <a:pos x="26" y="213"/>
                  </a:cxn>
                  <a:cxn ang="0">
                    <a:pos x="35" y="204"/>
                  </a:cxn>
                  <a:cxn ang="0">
                    <a:pos x="26" y="195"/>
                  </a:cxn>
                  <a:cxn ang="0">
                    <a:pos x="26" y="186"/>
                  </a:cxn>
                  <a:cxn ang="0">
                    <a:pos x="17" y="186"/>
                  </a:cxn>
                </a:cxnLst>
                <a:rect l="0" t="0" r="r" b="b"/>
                <a:pathLst>
                  <a:path w="220" h="390">
                    <a:moveTo>
                      <a:pt x="17" y="177"/>
                    </a:moveTo>
                    <a:lnTo>
                      <a:pt x="17" y="168"/>
                    </a:lnTo>
                    <a:lnTo>
                      <a:pt x="17" y="168"/>
                    </a:lnTo>
                    <a:lnTo>
                      <a:pt x="26" y="168"/>
                    </a:lnTo>
                    <a:lnTo>
                      <a:pt x="26" y="168"/>
                    </a:lnTo>
                    <a:lnTo>
                      <a:pt x="26" y="160"/>
                    </a:lnTo>
                    <a:lnTo>
                      <a:pt x="17" y="160"/>
                    </a:lnTo>
                    <a:lnTo>
                      <a:pt x="17" y="151"/>
                    </a:lnTo>
                    <a:lnTo>
                      <a:pt x="17" y="142"/>
                    </a:lnTo>
                    <a:lnTo>
                      <a:pt x="17" y="142"/>
                    </a:lnTo>
                    <a:lnTo>
                      <a:pt x="17" y="142"/>
                    </a:lnTo>
                    <a:lnTo>
                      <a:pt x="17" y="142"/>
                    </a:lnTo>
                    <a:lnTo>
                      <a:pt x="17" y="133"/>
                    </a:lnTo>
                    <a:lnTo>
                      <a:pt x="8" y="142"/>
                    </a:lnTo>
                    <a:lnTo>
                      <a:pt x="17" y="133"/>
                    </a:lnTo>
                    <a:lnTo>
                      <a:pt x="8" y="133"/>
                    </a:lnTo>
                    <a:lnTo>
                      <a:pt x="17" y="124"/>
                    </a:lnTo>
                    <a:lnTo>
                      <a:pt x="17" y="124"/>
                    </a:lnTo>
                    <a:lnTo>
                      <a:pt x="17" y="124"/>
                    </a:lnTo>
                    <a:lnTo>
                      <a:pt x="17" y="124"/>
                    </a:lnTo>
                    <a:lnTo>
                      <a:pt x="26" y="115"/>
                    </a:lnTo>
                    <a:lnTo>
                      <a:pt x="17" y="115"/>
                    </a:lnTo>
                    <a:lnTo>
                      <a:pt x="17" y="115"/>
                    </a:lnTo>
                    <a:lnTo>
                      <a:pt x="26" y="115"/>
                    </a:lnTo>
                    <a:lnTo>
                      <a:pt x="26" y="115"/>
                    </a:lnTo>
                    <a:lnTo>
                      <a:pt x="26" y="107"/>
                    </a:lnTo>
                    <a:lnTo>
                      <a:pt x="26" y="98"/>
                    </a:lnTo>
                    <a:lnTo>
                      <a:pt x="17" y="98"/>
                    </a:lnTo>
                    <a:lnTo>
                      <a:pt x="35" y="98"/>
                    </a:lnTo>
                    <a:lnTo>
                      <a:pt x="35" y="89"/>
                    </a:lnTo>
                    <a:lnTo>
                      <a:pt x="35" y="80"/>
                    </a:lnTo>
                    <a:lnTo>
                      <a:pt x="35" y="80"/>
                    </a:lnTo>
                    <a:lnTo>
                      <a:pt x="26" y="80"/>
                    </a:lnTo>
                    <a:lnTo>
                      <a:pt x="35" y="80"/>
                    </a:lnTo>
                    <a:lnTo>
                      <a:pt x="35" y="80"/>
                    </a:lnTo>
                    <a:lnTo>
                      <a:pt x="44" y="71"/>
                    </a:lnTo>
                    <a:lnTo>
                      <a:pt x="44" y="71"/>
                    </a:lnTo>
                    <a:lnTo>
                      <a:pt x="44" y="71"/>
                    </a:lnTo>
                    <a:lnTo>
                      <a:pt x="44" y="62"/>
                    </a:lnTo>
                    <a:lnTo>
                      <a:pt x="52" y="62"/>
                    </a:lnTo>
                    <a:lnTo>
                      <a:pt x="52" y="54"/>
                    </a:lnTo>
                    <a:lnTo>
                      <a:pt x="52" y="54"/>
                    </a:lnTo>
                    <a:lnTo>
                      <a:pt x="52" y="45"/>
                    </a:lnTo>
                    <a:lnTo>
                      <a:pt x="52" y="36"/>
                    </a:lnTo>
                    <a:lnTo>
                      <a:pt x="52" y="45"/>
                    </a:lnTo>
                    <a:lnTo>
                      <a:pt x="52" y="45"/>
                    </a:lnTo>
                    <a:lnTo>
                      <a:pt x="52" y="36"/>
                    </a:lnTo>
                    <a:lnTo>
                      <a:pt x="52" y="36"/>
                    </a:lnTo>
                    <a:lnTo>
                      <a:pt x="52" y="36"/>
                    </a:lnTo>
                    <a:lnTo>
                      <a:pt x="52" y="36"/>
                    </a:lnTo>
                    <a:lnTo>
                      <a:pt x="52" y="27"/>
                    </a:lnTo>
                    <a:lnTo>
                      <a:pt x="61" y="27"/>
                    </a:lnTo>
                    <a:lnTo>
                      <a:pt x="61" y="27"/>
                    </a:lnTo>
                    <a:lnTo>
                      <a:pt x="70" y="18"/>
                    </a:lnTo>
                    <a:lnTo>
                      <a:pt x="70" y="18"/>
                    </a:lnTo>
                    <a:lnTo>
                      <a:pt x="61" y="18"/>
                    </a:lnTo>
                    <a:lnTo>
                      <a:pt x="149" y="9"/>
                    </a:lnTo>
                    <a:lnTo>
                      <a:pt x="202" y="0"/>
                    </a:lnTo>
                    <a:lnTo>
                      <a:pt x="202" y="0"/>
                    </a:lnTo>
                    <a:lnTo>
                      <a:pt x="202" y="9"/>
                    </a:lnTo>
                    <a:lnTo>
                      <a:pt x="211" y="9"/>
                    </a:lnTo>
                    <a:lnTo>
                      <a:pt x="202" y="248"/>
                    </a:lnTo>
                    <a:lnTo>
                      <a:pt x="220" y="372"/>
                    </a:lnTo>
                    <a:lnTo>
                      <a:pt x="220" y="372"/>
                    </a:lnTo>
                    <a:lnTo>
                      <a:pt x="220" y="372"/>
                    </a:lnTo>
                    <a:lnTo>
                      <a:pt x="202" y="372"/>
                    </a:lnTo>
                    <a:lnTo>
                      <a:pt x="202" y="372"/>
                    </a:lnTo>
                    <a:lnTo>
                      <a:pt x="202" y="372"/>
                    </a:lnTo>
                    <a:lnTo>
                      <a:pt x="193" y="372"/>
                    </a:lnTo>
                    <a:lnTo>
                      <a:pt x="193" y="372"/>
                    </a:lnTo>
                    <a:lnTo>
                      <a:pt x="184" y="372"/>
                    </a:lnTo>
                    <a:lnTo>
                      <a:pt x="193" y="372"/>
                    </a:lnTo>
                    <a:lnTo>
                      <a:pt x="184" y="372"/>
                    </a:lnTo>
                    <a:lnTo>
                      <a:pt x="176" y="372"/>
                    </a:lnTo>
                    <a:lnTo>
                      <a:pt x="167" y="381"/>
                    </a:lnTo>
                    <a:lnTo>
                      <a:pt x="158" y="381"/>
                    </a:lnTo>
                    <a:lnTo>
                      <a:pt x="158" y="381"/>
                    </a:lnTo>
                    <a:lnTo>
                      <a:pt x="158" y="381"/>
                    </a:lnTo>
                    <a:lnTo>
                      <a:pt x="158" y="381"/>
                    </a:lnTo>
                    <a:lnTo>
                      <a:pt x="158" y="381"/>
                    </a:lnTo>
                    <a:lnTo>
                      <a:pt x="149" y="390"/>
                    </a:lnTo>
                    <a:lnTo>
                      <a:pt x="149" y="390"/>
                    </a:lnTo>
                    <a:lnTo>
                      <a:pt x="149" y="390"/>
                    </a:lnTo>
                    <a:lnTo>
                      <a:pt x="140" y="390"/>
                    </a:lnTo>
                    <a:lnTo>
                      <a:pt x="140" y="390"/>
                    </a:lnTo>
                    <a:lnTo>
                      <a:pt x="140" y="381"/>
                    </a:lnTo>
                    <a:lnTo>
                      <a:pt x="140" y="381"/>
                    </a:lnTo>
                    <a:lnTo>
                      <a:pt x="132" y="381"/>
                    </a:lnTo>
                    <a:lnTo>
                      <a:pt x="132" y="372"/>
                    </a:lnTo>
                    <a:lnTo>
                      <a:pt x="123" y="363"/>
                    </a:lnTo>
                    <a:lnTo>
                      <a:pt x="123" y="363"/>
                    </a:lnTo>
                    <a:lnTo>
                      <a:pt x="123" y="354"/>
                    </a:lnTo>
                    <a:lnTo>
                      <a:pt x="123" y="345"/>
                    </a:lnTo>
                    <a:lnTo>
                      <a:pt x="123" y="336"/>
                    </a:lnTo>
                    <a:lnTo>
                      <a:pt x="123" y="328"/>
                    </a:lnTo>
                    <a:lnTo>
                      <a:pt x="123" y="328"/>
                    </a:lnTo>
                    <a:lnTo>
                      <a:pt x="61" y="336"/>
                    </a:lnTo>
                    <a:lnTo>
                      <a:pt x="0" y="336"/>
                    </a:lnTo>
                    <a:lnTo>
                      <a:pt x="0" y="336"/>
                    </a:lnTo>
                    <a:lnTo>
                      <a:pt x="0" y="328"/>
                    </a:lnTo>
                    <a:lnTo>
                      <a:pt x="0" y="319"/>
                    </a:lnTo>
                    <a:lnTo>
                      <a:pt x="0" y="319"/>
                    </a:lnTo>
                    <a:lnTo>
                      <a:pt x="0" y="319"/>
                    </a:lnTo>
                    <a:lnTo>
                      <a:pt x="8" y="310"/>
                    </a:lnTo>
                    <a:lnTo>
                      <a:pt x="0" y="310"/>
                    </a:lnTo>
                    <a:lnTo>
                      <a:pt x="8" y="310"/>
                    </a:lnTo>
                    <a:lnTo>
                      <a:pt x="0" y="292"/>
                    </a:lnTo>
                    <a:lnTo>
                      <a:pt x="8" y="292"/>
                    </a:lnTo>
                    <a:lnTo>
                      <a:pt x="8" y="292"/>
                    </a:lnTo>
                    <a:lnTo>
                      <a:pt x="8" y="292"/>
                    </a:lnTo>
                    <a:lnTo>
                      <a:pt x="8" y="283"/>
                    </a:lnTo>
                    <a:lnTo>
                      <a:pt x="8" y="283"/>
                    </a:lnTo>
                    <a:lnTo>
                      <a:pt x="17" y="275"/>
                    </a:lnTo>
                    <a:lnTo>
                      <a:pt x="8" y="275"/>
                    </a:lnTo>
                    <a:lnTo>
                      <a:pt x="17" y="266"/>
                    </a:lnTo>
                    <a:lnTo>
                      <a:pt x="17" y="266"/>
                    </a:lnTo>
                    <a:lnTo>
                      <a:pt x="35" y="257"/>
                    </a:lnTo>
                    <a:lnTo>
                      <a:pt x="26" y="257"/>
                    </a:lnTo>
                    <a:lnTo>
                      <a:pt x="26" y="248"/>
                    </a:lnTo>
                    <a:lnTo>
                      <a:pt x="26" y="248"/>
                    </a:lnTo>
                    <a:lnTo>
                      <a:pt x="35" y="248"/>
                    </a:lnTo>
                    <a:lnTo>
                      <a:pt x="35" y="239"/>
                    </a:lnTo>
                    <a:lnTo>
                      <a:pt x="26" y="248"/>
                    </a:lnTo>
                    <a:lnTo>
                      <a:pt x="26" y="239"/>
                    </a:lnTo>
                    <a:lnTo>
                      <a:pt x="26" y="239"/>
                    </a:lnTo>
                    <a:lnTo>
                      <a:pt x="35" y="239"/>
                    </a:lnTo>
                    <a:lnTo>
                      <a:pt x="35" y="230"/>
                    </a:lnTo>
                    <a:lnTo>
                      <a:pt x="44" y="230"/>
                    </a:lnTo>
                    <a:lnTo>
                      <a:pt x="44" y="230"/>
                    </a:lnTo>
                    <a:lnTo>
                      <a:pt x="44" y="230"/>
                    </a:lnTo>
                    <a:lnTo>
                      <a:pt x="35" y="230"/>
                    </a:lnTo>
                    <a:lnTo>
                      <a:pt x="35" y="222"/>
                    </a:lnTo>
                    <a:lnTo>
                      <a:pt x="26" y="222"/>
                    </a:lnTo>
                    <a:lnTo>
                      <a:pt x="26" y="213"/>
                    </a:lnTo>
                    <a:lnTo>
                      <a:pt x="26" y="213"/>
                    </a:lnTo>
                    <a:lnTo>
                      <a:pt x="35" y="222"/>
                    </a:lnTo>
                    <a:lnTo>
                      <a:pt x="26" y="213"/>
                    </a:lnTo>
                    <a:lnTo>
                      <a:pt x="35" y="204"/>
                    </a:lnTo>
                    <a:lnTo>
                      <a:pt x="26" y="213"/>
                    </a:lnTo>
                    <a:lnTo>
                      <a:pt x="26" y="204"/>
                    </a:lnTo>
                    <a:lnTo>
                      <a:pt x="26" y="195"/>
                    </a:lnTo>
                    <a:lnTo>
                      <a:pt x="26" y="195"/>
                    </a:lnTo>
                    <a:lnTo>
                      <a:pt x="17" y="195"/>
                    </a:lnTo>
                    <a:lnTo>
                      <a:pt x="26" y="186"/>
                    </a:lnTo>
                    <a:lnTo>
                      <a:pt x="26" y="177"/>
                    </a:lnTo>
                    <a:lnTo>
                      <a:pt x="17" y="177"/>
                    </a:lnTo>
                    <a:lnTo>
                      <a:pt x="17" y="186"/>
                    </a:lnTo>
                    <a:lnTo>
                      <a:pt x="17" y="177"/>
                    </a:lnTo>
                    <a:lnTo>
                      <a:pt x="17" y="17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Rectangle 97"/>
              <p:cNvSpPr>
                <a:spLocks noChangeArrowheads="1"/>
              </p:cNvSpPr>
              <p:nvPr/>
            </p:nvSpPr>
            <p:spPr bwMode="auto">
              <a:xfrm>
                <a:off x="3668708" y="3777236"/>
                <a:ext cx="12075" cy="1342"/>
              </a:xfrm>
              <a:prstGeom prst="rect">
                <a:avLst/>
              </a:prstGeom>
              <a:grpFill/>
              <a:ln w="9525">
                <a:solidFill>
                  <a:schemeClr val="tx1">
                    <a:lumMod val="25000"/>
                    <a:lumOff val="75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3" name="Rectangle 98"/>
              <p:cNvSpPr>
                <a:spLocks noChangeArrowheads="1"/>
              </p:cNvSpPr>
              <p:nvPr/>
            </p:nvSpPr>
            <p:spPr bwMode="auto">
              <a:xfrm>
                <a:off x="3668708" y="3777236"/>
                <a:ext cx="12075" cy="1342"/>
              </a:xfrm>
              <a:prstGeom prst="rect">
                <a:avLst/>
              </a:prstGeom>
              <a:grpFill/>
              <a:ln w="9525">
                <a:solidFill>
                  <a:schemeClr val="tx1">
                    <a:lumMod val="25000"/>
                    <a:lumOff val="75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99"/>
              <p:cNvSpPr>
                <a:spLocks/>
              </p:cNvSpPr>
              <p:nvPr/>
            </p:nvSpPr>
            <p:spPr bwMode="auto">
              <a:xfrm>
                <a:off x="3727740" y="3754429"/>
                <a:ext cx="12075" cy="1342"/>
              </a:xfrm>
              <a:custGeom>
                <a:avLst/>
                <a:gdLst/>
                <a:ahLst/>
                <a:cxnLst>
                  <a:cxn ang="0">
                    <a:pos x="0" y="0"/>
                  </a:cxn>
                  <a:cxn ang="0">
                    <a:pos x="9" y="0"/>
                  </a:cxn>
                  <a:cxn ang="0">
                    <a:pos x="0" y="0"/>
                  </a:cxn>
                  <a:cxn ang="0">
                    <a:pos x="0" y="0"/>
                  </a:cxn>
                  <a:cxn ang="0">
                    <a:pos x="0" y="0"/>
                  </a:cxn>
                </a:cxnLst>
                <a:rect l="0" t="0" r="r" b="b"/>
                <a:pathLst>
                  <a:path w="9">
                    <a:moveTo>
                      <a:pt x="0" y="0"/>
                    </a:moveTo>
                    <a:lnTo>
                      <a:pt x="9" y="0"/>
                    </a:lnTo>
                    <a:lnTo>
                      <a:pt x="0" y="0"/>
                    </a:lnTo>
                    <a:lnTo>
                      <a:pt x="0" y="0"/>
                    </a:lnTo>
                    <a:lnTo>
                      <a:pt x="0"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100"/>
              <p:cNvSpPr>
                <a:spLocks/>
              </p:cNvSpPr>
              <p:nvPr/>
            </p:nvSpPr>
            <p:spPr bwMode="auto">
              <a:xfrm>
                <a:off x="3727740" y="3754429"/>
                <a:ext cx="12075" cy="1342"/>
              </a:xfrm>
              <a:custGeom>
                <a:avLst/>
                <a:gdLst/>
                <a:ahLst/>
                <a:cxnLst>
                  <a:cxn ang="0">
                    <a:pos x="0" y="0"/>
                  </a:cxn>
                  <a:cxn ang="0">
                    <a:pos x="9" y="0"/>
                  </a:cxn>
                  <a:cxn ang="0">
                    <a:pos x="0" y="0"/>
                  </a:cxn>
                  <a:cxn ang="0">
                    <a:pos x="0" y="0"/>
                  </a:cxn>
                  <a:cxn ang="0">
                    <a:pos x="0" y="0"/>
                  </a:cxn>
                </a:cxnLst>
                <a:rect l="0" t="0" r="r" b="b"/>
                <a:pathLst>
                  <a:path w="9">
                    <a:moveTo>
                      <a:pt x="0" y="0"/>
                    </a:moveTo>
                    <a:lnTo>
                      <a:pt x="9" y="0"/>
                    </a:lnTo>
                    <a:lnTo>
                      <a:pt x="0" y="0"/>
                    </a:lnTo>
                    <a:lnTo>
                      <a:pt x="0" y="0"/>
                    </a:lnTo>
                    <a:lnTo>
                      <a:pt x="0"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101"/>
              <p:cNvSpPr>
                <a:spLocks/>
              </p:cNvSpPr>
              <p:nvPr/>
            </p:nvSpPr>
            <p:spPr bwMode="auto">
              <a:xfrm>
                <a:off x="2948252" y="1748689"/>
                <a:ext cx="555436" cy="629226"/>
              </a:xfrm>
              <a:custGeom>
                <a:avLst/>
                <a:gdLst/>
                <a:ahLst/>
                <a:cxnLst>
                  <a:cxn ang="0">
                    <a:pos x="115" y="36"/>
                  </a:cxn>
                  <a:cxn ang="0">
                    <a:pos x="115" y="0"/>
                  </a:cxn>
                  <a:cxn ang="0">
                    <a:pos x="132" y="27"/>
                  </a:cxn>
                  <a:cxn ang="0">
                    <a:pos x="141" y="53"/>
                  </a:cxn>
                  <a:cxn ang="0">
                    <a:pos x="159" y="53"/>
                  </a:cxn>
                  <a:cxn ang="0">
                    <a:pos x="194" y="71"/>
                  </a:cxn>
                  <a:cxn ang="0">
                    <a:pos x="211" y="62"/>
                  </a:cxn>
                  <a:cxn ang="0">
                    <a:pos x="220" y="53"/>
                  </a:cxn>
                  <a:cxn ang="0">
                    <a:pos x="247" y="71"/>
                  </a:cxn>
                  <a:cxn ang="0">
                    <a:pos x="255" y="80"/>
                  </a:cxn>
                  <a:cxn ang="0">
                    <a:pos x="264" y="80"/>
                  </a:cxn>
                  <a:cxn ang="0">
                    <a:pos x="282" y="80"/>
                  </a:cxn>
                  <a:cxn ang="0">
                    <a:pos x="308" y="98"/>
                  </a:cxn>
                  <a:cxn ang="0">
                    <a:pos x="326" y="89"/>
                  </a:cxn>
                  <a:cxn ang="0">
                    <a:pos x="343" y="89"/>
                  </a:cxn>
                  <a:cxn ang="0">
                    <a:pos x="352" y="89"/>
                  </a:cxn>
                  <a:cxn ang="0">
                    <a:pos x="370" y="89"/>
                  </a:cxn>
                  <a:cxn ang="0">
                    <a:pos x="387" y="98"/>
                  </a:cxn>
                  <a:cxn ang="0">
                    <a:pos x="414" y="98"/>
                  </a:cxn>
                  <a:cxn ang="0">
                    <a:pos x="396" y="106"/>
                  </a:cxn>
                  <a:cxn ang="0">
                    <a:pos x="361" y="124"/>
                  </a:cxn>
                  <a:cxn ang="0">
                    <a:pos x="326" y="160"/>
                  </a:cxn>
                  <a:cxn ang="0">
                    <a:pos x="308" y="177"/>
                  </a:cxn>
                  <a:cxn ang="0">
                    <a:pos x="282" y="204"/>
                  </a:cxn>
                  <a:cxn ang="0">
                    <a:pos x="273" y="213"/>
                  </a:cxn>
                  <a:cxn ang="0">
                    <a:pos x="273" y="257"/>
                  </a:cxn>
                  <a:cxn ang="0">
                    <a:pos x="247" y="274"/>
                  </a:cxn>
                  <a:cxn ang="0">
                    <a:pos x="247" y="283"/>
                  </a:cxn>
                  <a:cxn ang="0">
                    <a:pos x="255" y="301"/>
                  </a:cxn>
                  <a:cxn ang="0">
                    <a:pos x="255" y="328"/>
                  </a:cxn>
                  <a:cxn ang="0">
                    <a:pos x="255" y="354"/>
                  </a:cxn>
                  <a:cxn ang="0">
                    <a:pos x="264" y="372"/>
                  </a:cxn>
                  <a:cxn ang="0">
                    <a:pos x="282" y="381"/>
                  </a:cxn>
                  <a:cxn ang="0">
                    <a:pos x="299" y="389"/>
                  </a:cxn>
                  <a:cxn ang="0">
                    <a:pos x="326" y="416"/>
                  </a:cxn>
                  <a:cxn ang="0">
                    <a:pos x="335" y="425"/>
                  </a:cxn>
                  <a:cxn ang="0">
                    <a:pos x="343" y="451"/>
                  </a:cxn>
                  <a:cxn ang="0">
                    <a:pos x="291" y="460"/>
                  </a:cxn>
                  <a:cxn ang="0">
                    <a:pos x="44" y="469"/>
                  </a:cxn>
                  <a:cxn ang="0">
                    <a:pos x="35" y="319"/>
                  </a:cxn>
                  <a:cxn ang="0">
                    <a:pos x="27" y="301"/>
                  </a:cxn>
                  <a:cxn ang="0">
                    <a:pos x="35" y="292"/>
                  </a:cxn>
                  <a:cxn ang="0">
                    <a:pos x="44" y="266"/>
                  </a:cxn>
                  <a:cxn ang="0">
                    <a:pos x="35" y="248"/>
                  </a:cxn>
                  <a:cxn ang="0">
                    <a:pos x="27" y="230"/>
                  </a:cxn>
                  <a:cxn ang="0">
                    <a:pos x="27" y="204"/>
                  </a:cxn>
                  <a:cxn ang="0">
                    <a:pos x="27" y="186"/>
                  </a:cxn>
                  <a:cxn ang="0">
                    <a:pos x="27" y="160"/>
                  </a:cxn>
                  <a:cxn ang="0">
                    <a:pos x="27" y="133"/>
                  </a:cxn>
                  <a:cxn ang="0">
                    <a:pos x="9" y="98"/>
                  </a:cxn>
                  <a:cxn ang="0">
                    <a:pos x="9" y="80"/>
                  </a:cxn>
                  <a:cxn ang="0">
                    <a:pos x="9" y="62"/>
                  </a:cxn>
                  <a:cxn ang="0">
                    <a:pos x="0" y="36"/>
                  </a:cxn>
                </a:cxnLst>
                <a:rect l="0" t="0" r="r" b="b"/>
                <a:pathLst>
                  <a:path w="414" h="469">
                    <a:moveTo>
                      <a:pt x="9" y="36"/>
                    </a:moveTo>
                    <a:lnTo>
                      <a:pt x="71" y="36"/>
                    </a:lnTo>
                    <a:lnTo>
                      <a:pt x="115" y="36"/>
                    </a:lnTo>
                    <a:lnTo>
                      <a:pt x="115" y="27"/>
                    </a:lnTo>
                    <a:lnTo>
                      <a:pt x="115" y="0"/>
                    </a:lnTo>
                    <a:lnTo>
                      <a:pt x="115" y="0"/>
                    </a:lnTo>
                    <a:lnTo>
                      <a:pt x="123" y="9"/>
                    </a:lnTo>
                    <a:lnTo>
                      <a:pt x="132" y="9"/>
                    </a:lnTo>
                    <a:lnTo>
                      <a:pt x="132" y="27"/>
                    </a:lnTo>
                    <a:lnTo>
                      <a:pt x="141" y="45"/>
                    </a:lnTo>
                    <a:lnTo>
                      <a:pt x="141" y="45"/>
                    </a:lnTo>
                    <a:lnTo>
                      <a:pt x="141" y="53"/>
                    </a:lnTo>
                    <a:lnTo>
                      <a:pt x="150" y="53"/>
                    </a:lnTo>
                    <a:lnTo>
                      <a:pt x="159" y="53"/>
                    </a:lnTo>
                    <a:lnTo>
                      <a:pt x="159" y="53"/>
                    </a:lnTo>
                    <a:lnTo>
                      <a:pt x="185" y="62"/>
                    </a:lnTo>
                    <a:lnTo>
                      <a:pt x="185" y="62"/>
                    </a:lnTo>
                    <a:lnTo>
                      <a:pt x="194" y="71"/>
                    </a:lnTo>
                    <a:lnTo>
                      <a:pt x="203" y="62"/>
                    </a:lnTo>
                    <a:lnTo>
                      <a:pt x="203" y="62"/>
                    </a:lnTo>
                    <a:lnTo>
                      <a:pt x="211" y="62"/>
                    </a:lnTo>
                    <a:lnTo>
                      <a:pt x="211" y="62"/>
                    </a:lnTo>
                    <a:lnTo>
                      <a:pt x="211" y="62"/>
                    </a:lnTo>
                    <a:lnTo>
                      <a:pt x="220" y="53"/>
                    </a:lnTo>
                    <a:lnTo>
                      <a:pt x="229" y="53"/>
                    </a:lnTo>
                    <a:lnTo>
                      <a:pt x="247" y="62"/>
                    </a:lnTo>
                    <a:lnTo>
                      <a:pt x="247" y="71"/>
                    </a:lnTo>
                    <a:lnTo>
                      <a:pt x="255" y="71"/>
                    </a:lnTo>
                    <a:lnTo>
                      <a:pt x="255" y="71"/>
                    </a:lnTo>
                    <a:lnTo>
                      <a:pt x="255" y="80"/>
                    </a:lnTo>
                    <a:lnTo>
                      <a:pt x="264" y="80"/>
                    </a:lnTo>
                    <a:lnTo>
                      <a:pt x="264" y="89"/>
                    </a:lnTo>
                    <a:lnTo>
                      <a:pt x="264" y="80"/>
                    </a:lnTo>
                    <a:lnTo>
                      <a:pt x="273" y="80"/>
                    </a:lnTo>
                    <a:lnTo>
                      <a:pt x="282" y="80"/>
                    </a:lnTo>
                    <a:lnTo>
                      <a:pt x="282" y="80"/>
                    </a:lnTo>
                    <a:lnTo>
                      <a:pt x="299" y="89"/>
                    </a:lnTo>
                    <a:lnTo>
                      <a:pt x="299" y="98"/>
                    </a:lnTo>
                    <a:lnTo>
                      <a:pt x="308" y="98"/>
                    </a:lnTo>
                    <a:lnTo>
                      <a:pt x="317" y="98"/>
                    </a:lnTo>
                    <a:lnTo>
                      <a:pt x="326" y="98"/>
                    </a:lnTo>
                    <a:lnTo>
                      <a:pt x="326" y="89"/>
                    </a:lnTo>
                    <a:lnTo>
                      <a:pt x="335" y="80"/>
                    </a:lnTo>
                    <a:lnTo>
                      <a:pt x="343" y="80"/>
                    </a:lnTo>
                    <a:lnTo>
                      <a:pt x="343" y="89"/>
                    </a:lnTo>
                    <a:lnTo>
                      <a:pt x="343" y="89"/>
                    </a:lnTo>
                    <a:lnTo>
                      <a:pt x="352" y="89"/>
                    </a:lnTo>
                    <a:lnTo>
                      <a:pt x="352" y="89"/>
                    </a:lnTo>
                    <a:lnTo>
                      <a:pt x="361" y="89"/>
                    </a:lnTo>
                    <a:lnTo>
                      <a:pt x="370" y="89"/>
                    </a:lnTo>
                    <a:lnTo>
                      <a:pt x="370" y="89"/>
                    </a:lnTo>
                    <a:lnTo>
                      <a:pt x="387" y="89"/>
                    </a:lnTo>
                    <a:lnTo>
                      <a:pt x="387" y="98"/>
                    </a:lnTo>
                    <a:lnTo>
                      <a:pt x="387" y="98"/>
                    </a:lnTo>
                    <a:lnTo>
                      <a:pt x="396" y="98"/>
                    </a:lnTo>
                    <a:lnTo>
                      <a:pt x="396" y="98"/>
                    </a:lnTo>
                    <a:lnTo>
                      <a:pt x="414" y="98"/>
                    </a:lnTo>
                    <a:lnTo>
                      <a:pt x="405" y="98"/>
                    </a:lnTo>
                    <a:lnTo>
                      <a:pt x="405" y="106"/>
                    </a:lnTo>
                    <a:lnTo>
                      <a:pt x="396" y="106"/>
                    </a:lnTo>
                    <a:lnTo>
                      <a:pt x="379" y="115"/>
                    </a:lnTo>
                    <a:lnTo>
                      <a:pt x="379" y="115"/>
                    </a:lnTo>
                    <a:lnTo>
                      <a:pt x="361" y="124"/>
                    </a:lnTo>
                    <a:lnTo>
                      <a:pt x="352" y="133"/>
                    </a:lnTo>
                    <a:lnTo>
                      <a:pt x="335" y="151"/>
                    </a:lnTo>
                    <a:lnTo>
                      <a:pt x="326" y="160"/>
                    </a:lnTo>
                    <a:lnTo>
                      <a:pt x="308" y="168"/>
                    </a:lnTo>
                    <a:lnTo>
                      <a:pt x="308" y="177"/>
                    </a:lnTo>
                    <a:lnTo>
                      <a:pt x="308" y="177"/>
                    </a:lnTo>
                    <a:lnTo>
                      <a:pt x="299" y="186"/>
                    </a:lnTo>
                    <a:lnTo>
                      <a:pt x="282" y="195"/>
                    </a:lnTo>
                    <a:lnTo>
                      <a:pt x="282" y="204"/>
                    </a:lnTo>
                    <a:lnTo>
                      <a:pt x="282" y="204"/>
                    </a:lnTo>
                    <a:lnTo>
                      <a:pt x="282" y="204"/>
                    </a:lnTo>
                    <a:lnTo>
                      <a:pt x="273" y="213"/>
                    </a:lnTo>
                    <a:lnTo>
                      <a:pt x="273" y="213"/>
                    </a:lnTo>
                    <a:lnTo>
                      <a:pt x="273" y="248"/>
                    </a:lnTo>
                    <a:lnTo>
                      <a:pt x="273" y="257"/>
                    </a:lnTo>
                    <a:lnTo>
                      <a:pt x="273" y="257"/>
                    </a:lnTo>
                    <a:lnTo>
                      <a:pt x="264" y="266"/>
                    </a:lnTo>
                    <a:lnTo>
                      <a:pt x="247" y="274"/>
                    </a:lnTo>
                    <a:lnTo>
                      <a:pt x="247" y="274"/>
                    </a:lnTo>
                    <a:lnTo>
                      <a:pt x="247" y="283"/>
                    </a:lnTo>
                    <a:lnTo>
                      <a:pt x="247" y="283"/>
                    </a:lnTo>
                    <a:lnTo>
                      <a:pt x="247" y="292"/>
                    </a:lnTo>
                    <a:lnTo>
                      <a:pt x="247" y="301"/>
                    </a:lnTo>
                    <a:lnTo>
                      <a:pt x="255" y="301"/>
                    </a:lnTo>
                    <a:lnTo>
                      <a:pt x="255" y="310"/>
                    </a:lnTo>
                    <a:lnTo>
                      <a:pt x="255" y="319"/>
                    </a:lnTo>
                    <a:lnTo>
                      <a:pt x="255" y="328"/>
                    </a:lnTo>
                    <a:lnTo>
                      <a:pt x="247" y="336"/>
                    </a:lnTo>
                    <a:lnTo>
                      <a:pt x="255" y="345"/>
                    </a:lnTo>
                    <a:lnTo>
                      <a:pt x="255" y="354"/>
                    </a:lnTo>
                    <a:lnTo>
                      <a:pt x="247" y="363"/>
                    </a:lnTo>
                    <a:lnTo>
                      <a:pt x="255" y="372"/>
                    </a:lnTo>
                    <a:lnTo>
                      <a:pt x="264" y="372"/>
                    </a:lnTo>
                    <a:lnTo>
                      <a:pt x="273" y="372"/>
                    </a:lnTo>
                    <a:lnTo>
                      <a:pt x="282" y="381"/>
                    </a:lnTo>
                    <a:lnTo>
                      <a:pt x="282" y="381"/>
                    </a:lnTo>
                    <a:lnTo>
                      <a:pt x="282" y="389"/>
                    </a:lnTo>
                    <a:lnTo>
                      <a:pt x="291" y="389"/>
                    </a:lnTo>
                    <a:lnTo>
                      <a:pt x="299" y="389"/>
                    </a:lnTo>
                    <a:lnTo>
                      <a:pt x="308" y="407"/>
                    </a:lnTo>
                    <a:lnTo>
                      <a:pt x="317" y="416"/>
                    </a:lnTo>
                    <a:lnTo>
                      <a:pt x="326" y="416"/>
                    </a:lnTo>
                    <a:lnTo>
                      <a:pt x="326" y="416"/>
                    </a:lnTo>
                    <a:lnTo>
                      <a:pt x="335" y="416"/>
                    </a:lnTo>
                    <a:lnTo>
                      <a:pt x="335" y="425"/>
                    </a:lnTo>
                    <a:lnTo>
                      <a:pt x="343" y="434"/>
                    </a:lnTo>
                    <a:lnTo>
                      <a:pt x="343" y="442"/>
                    </a:lnTo>
                    <a:lnTo>
                      <a:pt x="343" y="451"/>
                    </a:lnTo>
                    <a:lnTo>
                      <a:pt x="343" y="451"/>
                    </a:lnTo>
                    <a:lnTo>
                      <a:pt x="343" y="460"/>
                    </a:lnTo>
                    <a:lnTo>
                      <a:pt x="291" y="460"/>
                    </a:lnTo>
                    <a:lnTo>
                      <a:pt x="203" y="460"/>
                    </a:lnTo>
                    <a:lnTo>
                      <a:pt x="106" y="469"/>
                    </a:lnTo>
                    <a:lnTo>
                      <a:pt x="44" y="469"/>
                    </a:lnTo>
                    <a:lnTo>
                      <a:pt x="44" y="328"/>
                    </a:lnTo>
                    <a:lnTo>
                      <a:pt x="44" y="319"/>
                    </a:lnTo>
                    <a:lnTo>
                      <a:pt x="35" y="319"/>
                    </a:lnTo>
                    <a:lnTo>
                      <a:pt x="35" y="319"/>
                    </a:lnTo>
                    <a:lnTo>
                      <a:pt x="27" y="301"/>
                    </a:lnTo>
                    <a:lnTo>
                      <a:pt x="27" y="301"/>
                    </a:lnTo>
                    <a:lnTo>
                      <a:pt x="27" y="301"/>
                    </a:lnTo>
                    <a:lnTo>
                      <a:pt x="27" y="292"/>
                    </a:lnTo>
                    <a:lnTo>
                      <a:pt x="35" y="292"/>
                    </a:lnTo>
                    <a:lnTo>
                      <a:pt x="35" y="283"/>
                    </a:lnTo>
                    <a:lnTo>
                      <a:pt x="44" y="274"/>
                    </a:lnTo>
                    <a:lnTo>
                      <a:pt x="44" y="266"/>
                    </a:lnTo>
                    <a:lnTo>
                      <a:pt x="44" y="266"/>
                    </a:lnTo>
                    <a:lnTo>
                      <a:pt x="35" y="257"/>
                    </a:lnTo>
                    <a:lnTo>
                      <a:pt x="35" y="248"/>
                    </a:lnTo>
                    <a:lnTo>
                      <a:pt x="35" y="239"/>
                    </a:lnTo>
                    <a:lnTo>
                      <a:pt x="35" y="230"/>
                    </a:lnTo>
                    <a:lnTo>
                      <a:pt x="27" y="230"/>
                    </a:lnTo>
                    <a:lnTo>
                      <a:pt x="27" y="221"/>
                    </a:lnTo>
                    <a:lnTo>
                      <a:pt x="27" y="221"/>
                    </a:lnTo>
                    <a:lnTo>
                      <a:pt x="27" y="204"/>
                    </a:lnTo>
                    <a:lnTo>
                      <a:pt x="27" y="195"/>
                    </a:lnTo>
                    <a:lnTo>
                      <a:pt x="27" y="186"/>
                    </a:lnTo>
                    <a:lnTo>
                      <a:pt x="27" y="186"/>
                    </a:lnTo>
                    <a:lnTo>
                      <a:pt x="27" y="168"/>
                    </a:lnTo>
                    <a:lnTo>
                      <a:pt x="27" y="160"/>
                    </a:lnTo>
                    <a:lnTo>
                      <a:pt x="27" y="160"/>
                    </a:lnTo>
                    <a:lnTo>
                      <a:pt x="27" y="151"/>
                    </a:lnTo>
                    <a:lnTo>
                      <a:pt x="27" y="151"/>
                    </a:lnTo>
                    <a:lnTo>
                      <a:pt x="27" y="133"/>
                    </a:lnTo>
                    <a:lnTo>
                      <a:pt x="18" y="124"/>
                    </a:lnTo>
                    <a:lnTo>
                      <a:pt x="18" y="115"/>
                    </a:lnTo>
                    <a:lnTo>
                      <a:pt x="9" y="98"/>
                    </a:lnTo>
                    <a:lnTo>
                      <a:pt x="9" y="98"/>
                    </a:lnTo>
                    <a:lnTo>
                      <a:pt x="9" y="89"/>
                    </a:lnTo>
                    <a:lnTo>
                      <a:pt x="9" y="80"/>
                    </a:lnTo>
                    <a:lnTo>
                      <a:pt x="9" y="80"/>
                    </a:lnTo>
                    <a:lnTo>
                      <a:pt x="9" y="71"/>
                    </a:lnTo>
                    <a:lnTo>
                      <a:pt x="9" y="62"/>
                    </a:lnTo>
                    <a:lnTo>
                      <a:pt x="9" y="53"/>
                    </a:lnTo>
                    <a:lnTo>
                      <a:pt x="9" y="36"/>
                    </a:lnTo>
                    <a:lnTo>
                      <a:pt x="0" y="36"/>
                    </a:lnTo>
                    <a:lnTo>
                      <a:pt x="0" y="36"/>
                    </a:lnTo>
                    <a:lnTo>
                      <a:pt x="9" y="3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102"/>
              <p:cNvSpPr>
                <a:spLocks/>
              </p:cNvSpPr>
              <p:nvPr/>
            </p:nvSpPr>
            <p:spPr bwMode="auto">
              <a:xfrm>
                <a:off x="2948252" y="1748689"/>
                <a:ext cx="555436" cy="629226"/>
              </a:xfrm>
              <a:custGeom>
                <a:avLst/>
                <a:gdLst/>
                <a:ahLst/>
                <a:cxnLst>
                  <a:cxn ang="0">
                    <a:pos x="115" y="36"/>
                  </a:cxn>
                  <a:cxn ang="0">
                    <a:pos x="115" y="0"/>
                  </a:cxn>
                  <a:cxn ang="0">
                    <a:pos x="132" y="27"/>
                  </a:cxn>
                  <a:cxn ang="0">
                    <a:pos x="141" y="53"/>
                  </a:cxn>
                  <a:cxn ang="0">
                    <a:pos x="159" y="53"/>
                  </a:cxn>
                  <a:cxn ang="0">
                    <a:pos x="194" y="71"/>
                  </a:cxn>
                  <a:cxn ang="0">
                    <a:pos x="211" y="62"/>
                  </a:cxn>
                  <a:cxn ang="0">
                    <a:pos x="220" y="53"/>
                  </a:cxn>
                  <a:cxn ang="0">
                    <a:pos x="247" y="71"/>
                  </a:cxn>
                  <a:cxn ang="0">
                    <a:pos x="255" y="80"/>
                  </a:cxn>
                  <a:cxn ang="0">
                    <a:pos x="264" y="80"/>
                  </a:cxn>
                  <a:cxn ang="0">
                    <a:pos x="282" y="80"/>
                  </a:cxn>
                  <a:cxn ang="0">
                    <a:pos x="308" y="98"/>
                  </a:cxn>
                  <a:cxn ang="0">
                    <a:pos x="326" y="89"/>
                  </a:cxn>
                  <a:cxn ang="0">
                    <a:pos x="343" y="89"/>
                  </a:cxn>
                  <a:cxn ang="0">
                    <a:pos x="352" y="89"/>
                  </a:cxn>
                  <a:cxn ang="0">
                    <a:pos x="370" y="89"/>
                  </a:cxn>
                  <a:cxn ang="0">
                    <a:pos x="387" y="98"/>
                  </a:cxn>
                  <a:cxn ang="0">
                    <a:pos x="414" y="98"/>
                  </a:cxn>
                  <a:cxn ang="0">
                    <a:pos x="396" y="106"/>
                  </a:cxn>
                  <a:cxn ang="0">
                    <a:pos x="361" y="124"/>
                  </a:cxn>
                  <a:cxn ang="0">
                    <a:pos x="326" y="160"/>
                  </a:cxn>
                  <a:cxn ang="0">
                    <a:pos x="308" y="177"/>
                  </a:cxn>
                  <a:cxn ang="0">
                    <a:pos x="282" y="204"/>
                  </a:cxn>
                  <a:cxn ang="0">
                    <a:pos x="273" y="213"/>
                  </a:cxn>
                  <a:cxn ang="0">
                    <a:pos x="273" y="257"/>
                  </a:cxn>
                  <a:cxn ang="0">
                    <a:pos x="247" y="274"/>
                  </a:cxn>
                  <a:cxn ang="0">
                    <a:pos x="247" y="283"/>
                  </a:cxn>
                  <a:cxn ang="0">
                    <a:pos x="255" y="301"/>
                  </a:cxn>
                  <a:cxn ang="0">
                    <a:pos x="255" y="328"/>
                  </a:cxn>
                  <a:cxn ang="0">
                    <a:pos x="255" y="354"/>
                  </a:cxn>
                  <a:cxn ang="0">
                    <a:pos x="264" y="372"/>
                  </a:cxn>
                  <a:cxn ang="0">
                    <a:pos x="282" y="381"/>
                  </a:cxn>
                  <a:cxn ang="0">
                    <a:pos x="299" y="389"/>
                  </a:cxn>
                  <a:cxn ang="0">
                    <a:pos x="326" y="416"/>
                  </a:cxn>
                  <a:cxn ang="0">
                    <a:pos x="335" y="425"/>
                  </a:cxn>
                  <a:cxn ang="0">
                    <a:pos x="343" y="451"/>
                  </a:cxn>
                  <a:cxn ang="0">
                    <a:pos x="291" y="460"/>
                  </a:cxn>
                  <a:cxn ang="0">
                    <a:pos x="44" y="469"/>
                  </a:cxn>
                  <a:cxn ang="0">
                    <a:pos x="35" y="319"/>
                  </a:cxn>
                  <a:cxn ang="0">
                    <a:pos x="27" y="301"/>
                  </a:cxn>
                  <a:cxn ang="0">
                    <a:pos x="35" y="292"/>
                  </a:cxn>
                  <a:cxn ang="0">
                    <a:pos x="44" y="266"/>
                  </a:cxn>
                  <a:cxn ang="0">
                    <a:pos x="35" y="248"/>
                  </a:cxn>
                  <a:cxn ang="0">
                    <a:pos x="27" y="230"/>
                  </a:cxn>
                  <a:cxn ang="0">
                    <a:pos x="27" y="204"/>
                  </a:cxn>
                  <a:cxn ang="0">
                    <a:pos x="27" y="186"/>
                  </a:cxn>
                  <a:cxn ang="0">
                    <a:pos x="27" y="160"/>
                  </a:cxn>
                  <a:cxn ang="0">
                    <a:pos x="27" y="133"/>
                  </a:cxn>
                  <a:cxn ang="0">
                    <a:pos x="9" y="98"/>
                  </a:cxn>
                  <a:cxn ang="0">
                    <a:pos x="9" y="80"/>
                  </a:cxn>
                  <a:cxn ang="0">
                    <a:pos x="9" y="62"/>
                  </a:cxn>
                  <a:cxn ang="0">
                    <a:pos x="0" y="36"/>
                  </a:cxn>
                </a:cxnLst>
                <a:rect l="0" t="0" r="r" b="b"/>
                <a:pathLst>
                  <a:path w="414" h="469">
                    <a:moveTo>
                      <a:pt x="9" y="36"/>
                    </a:moveTo>
                    <a:lnTo>
                      <a:pt x="71" y="36"/>
                    </a:lnTo>
                    <a:lnTo>
                      <a:pt x="115" y="36"/>
                    </a:lnTo>
                    <a:lnTo>
                      <a:pt x="115" y="27"/>
                    </a:lnTo>
                    <a:lnTo>
                      <a:pt x="115" y="0"/>
                    </a:lnTo>
                    <a:lnTo>
                      <a:pt x="115" y="0"/>
                    </a:lnTo>
                    <a:lnTo>
                      <a:pt x="123" y="9"/>
                    </a:lnTo>
                    <a:lnTo>
                      <a:pt x="132" y="9"/>
                    </a:lnTo>
                    <a:lnTo>
                      <a:pt x="132" y="27"/>
                    </a:lnTo>
                    <a:lnTo>
                      <a:pt x="141" y="45"/>
                    </a:lnTo>
                    <a:lnTo>
                      <a:pt x="141" y="45"/>
                    </a:lnTo>
                    <a:lnTo>
                      <a:pt x="141" y="53"/>
                    </a:lnTo>
                    <a:lnTo>
                      <a:pt x="150" y="53"/>
                    </a:lnTo>
                    <a:lnTo>
                      <a:pt x="159" y="53"/>
                    </a:lnTo>
                    <a:lnTo>
                      <a:pt x="159" y="53"/>
                    </a:lnTo>
                    <a:lnTo>
                      <a:pt x="185" y="62"/>
                    </a:lnTo>
                    <a:lnTo>
                      <a:pt x="185" y="62"/>
                    </a:lnTo>
                    <a:lnTo>
                      <a:pt x="194" y="71"/>
                    </a:lnTo>
                    <a:lnTo>
                      <a:pt x="203" y="62"/>
                    </a:lnTo>
                    <a:lnTo>
                      <a:pt x="203" y="62"/>
                    </a:lnTo>
                    <a:lnTo>
                      <a:pt x="211" y="62"/>
                    </a:lnTo>
                    <a:lnTo>
                      <a:pt x="211" y="62"/>
                    </a:lnTo>
                    <a:lnTo>
                      <a:pt x="211" y="62"/>
                    </a:lnTo>
                    <a:lnTo>
                      <a:pt x="220" y="53"/>
                    </a:lnTo>
                    <a:lnTo>
                      <a:pt x="229" y="53"/>
                    </a:lnTo>
                    <a:lnTo>
                      <a:pt x="247" y="62"/>
                    </a:lnTo>
                    <a:lnTo>
                      <a:pt x="247" y="71"/>
                    </a:lnTo>
                    <a:lnTo>
                      <a:pt x="255" y="71"/>
                    </a:lnTo>
                    <a:lnTo>
                      <a:pt x="255" y="71"/>
                    </a:lnTo>
                    <a:lnTo>
                      <a:pt x="255" y="80"/>
                    </a:lnTo>
                    <a:lnTo>
                      <a:pt x="264" y="80"/>
                    </a:lnTo>
                    <a:lnTo>
                      <a:pt x="264" y="89"/>
                    </a:lnTo>
                    <a:lnTo>
                      <a:pt x="264" y="80"/>
                    </a:lnTo>
                    <a:lnTo>
                      <a:pt x="273" y="80"/>
                    </a:lnTo>
                    <a:lnTo>
                      <a:pt x="282" y="80"/>
                    </a:lnTo>
                    <a:lnTo>
                      <a:pt x="282" y="80"/>
                    </a:lnTo>
                    <a:lnTo>
                      <a:pt x="299" y="89"/>
                    </a:lnTo>
                    <a:lnTo>
                      <a:pt x="299" y="98"/>
                    </a:lnTo>
                    <a:lnTo>
                      <a:pt x="308" y="98"/>
                    </a:lnTo>
                    <a:lnTo>
                      <a:pt x="317" y="98"/>
                    </a:lnTo>
                    <a:lnTo>
                      <a:pt x="326" y="98"/>
                    </a:lnTo>
                    <a:lnTo>
                      <a:pt x="326" y="89"/>
                    </a:lnTo>
                    <a:lnTo>
                      <a:pt x="335" y="80"/>
                    </a:lnTo>
                    <a:lnTo>
                      <a:pt x="343" y="80"/>
                    </a:lnTo>
                    <a:lnTo>
                      <a:pt x="343" y="89"/>
                    </a:lnTo>
                    <a:lnTo>
                      <a:pt x="343" y="89"/>
                    </a:lnTo>
                    <a:lnTo>
                      <a:pt x="352" y="89"/>
                    </a:lnTo>
                    <a:lnTo>
                      <a:pt x="352" y="89"/>
                    </a:lnTo>
                    <a:lnTo>
                      <a:pt x="361" y="89"/>
                    </a:lnTo>
                    <a:lnTo>
                      <a:pt x="370" y="89"/>
                    </a:lnTo>
                    <a:lnTo>
                      <a:pt x="370" y="89"/>
                    </a:lnTo>
                    <a:lnTo>
                      <a:pt x="387" y="89"/>
                    </a:lnTo>
                    <a:lnTo>
                      <a:pt x="387" y="98"/>
                    </a:lnTo>
                    <a:lnTo>
                      <a:pt x="387" y="98"/>
                    </a:lnTo>
                    <a:lnTo>
                      <a:pt x="396" y="98"/>
                    </a:lnTo>
                    <a:lnTo>
                      <a:pt x="396" y="98"/>
                    </a:lnTo>
                    <a:lnTo>
                      <a:pt x="414" y="98"/>
                    </a:lnTo>
                    <a:lnTo>
                      <a:pt x="405" y="98"/>
                    </a:lnTo>
                    <a:lnTo>
                      <a:pt x="405" y="106"/>
                    </a:lnTo>
                    <a:lnTo>
                      <a:pt x="396" y="106"/>
                    </a:lnTo>
                    <a:lnTo>
                      <a:pt x="379" y="115"/>
                    </a:lnTo>
                    <a:lnTo>
                      <a:pt x="379" y="115"/>
                    </a:lnTo>
                    <a:lnTo>
                      <a:pt x="361" y="124"/>
                    </a:lnTo>
                    <a:lnTo>
                      <a:pt x="352" y="133"/>
                    </a:lnTo>
                    <a:lnTo>
                      <a:pt x="335" y="151"/>
                    </a:lnTo>
                    <a:lnTo>
                      <a:pt x="326" y="160"/>
                    </a:lnTo>
                    <a:lnTo>
                      <a:pt x="308" y="168"/>
                    </a:lnTo>
                    <a:lnTo>
                      <a:pt x="308" y="177"/>
                    </a:lnTo>
                    <a:lnTo>
                      <a:pt x="308" y="177"/>
                    </a:lnTo>
                    <a:lnTo>
                      <a:pt x="299" y="186"/>
                    </a:lnTo>
                    <a:lnTo>
                      <a:pt x="282" y="195"/>
                    </a:lnTo>
                    <a:lnTo>
                      <a:pt x="282" y="204"/>
                    </a:lnTo>
                    <a:lnTo>
                      <a:pt x="282" y="204"/>
                    </a:lnTo>
                    <a:lnTo>
                      <a:pt x="282" y="204"/>
                    </a:lnTo>
                    <a:lnTo>
                      <a:pt x="273" y="213"/>
                    </a:lnTo>
                    <a:lnTo>
                      <a:pt x="273" y="213"/>
                    </a:lnTo>
                    <a:lnTo>
                      <a:pt x="273" y="248"/>
                    </a:lnTo>
                    <a:lnTo>
                      <a:pt x="273" y="257"/>
                    </a:lnTo>
                    <a:lnTo>
                      <a:pt x="273" y="257"/>
                    </a:lnTo>
                    <a:lnTo>
                      <a:pt x="264" y="266"/>
                    </a:lnTo>
                    <a:lnTo>
                      <a:pt x="247" y="274"/>
                    </a:lnTo>
                    <a:lnTo>
                      <a:pt x="247" y="274"/>
                    </a:lnTo>
                    <a:lnTo>
                      <a:pt x="247" y="283"/>
                    </a:lnTo>
                    <a:lnTo>
                      <a:pt x="247" y="283"/>
                    </a:lnTo>
                    <a:lnTo>
                      <a:pt x="247" y="292"/>
                    </a:lnTo>
                    <a:lnTo>
                      <a:pt x="247" y="301"/>
                    </a:lnTo>
                    <a:lnTo>
                      <a:pt x="255" y="301"/>
                    </a:lnTo>
                    <a:lnTo>
                      <a:pt x="255" y="310"/>
                    </a:lnTo>
                    <a:lnTo>
                      <a:pt x="255" y="319"/>
                    </a:lnTo>
                    <a:lnTo>
                      <a:pt x="255" y="328"/>
                    </a:lnTo>
                    <a:lnTo>
                      <a:pt x="247" y="336"/>
                    </a:lnTo>
                    <a:lnTo>
                      <a:pt x="255" y="345"/>
                    </a:lnTo>
                    <a:lnTo>
                      <a:pt x="255" y="354"/>
                    </a:lnTo>
                    <a:lnTo>
                      <a:pt x="247" y="363"/>
                    </a:lnTo>
                    <a:lnTo>
                      <a:pt x="255" y="372"/>
                    </a:lnTo>
                    <a:lnTo>
                      <a:pt x="264" y="372"/>
                    </a:lnTo>
                    <a:lnTo>
                      <a:pt x="273" y="372"/>
                    </a:lnTo>
                    <a:lnTo>
                      <a:pt x="282" y="381"/>
                    </a:lnTo>
                    <a:lnTo>
                      <a:pt x="282" y="381"/>
                    </a:lnTo>
                    <a:lnTo>
                      <a:pt x="282" y="389"/>
                    </a:lnTo>
                    <a:lnTo>
                      <a:pt x="291" y="389"/>
                    </a:lnTo>
                    <a:lnTo>
                      <a:pt x="299" y="389"/>
                    </a:lnTo>
                    <a:lnTo>
                      <a:pt x="308" y="407"/>
                    </a:lnTo>
                    <a:lnTo>
                      <a:pt x="317" y="416"/>
                    </a:lnTo>
                    <a:lnTo>
                      <a:pt x="326" y="416"/>
                    </a:lnTo>
                    <a:lnTo>
                      <a:pt x="326" y="416"/>
                    </a:lnTo>
                    <a:lnTo>
                      <a:pt x="335" y="416"/>
                    </a:lnTo>
                    <a:lnTo>
                      <a:pt x="335" y="425"/>
                    </a:lnTo>
                    <a:lnTo>
                      <a:pt x="343" y="434"/>
                    </a:lnTo>
                    <a:lnTo>
                      <a:pt x="343" y="442"/>
                    </a:lnTo>
                    <a:lnTo>
                      <a:pt x="343" y="451"/>
                    </a:lnTo>
                    <a:lnTo>
                      <a:pt x="343" y="451"/>
                    </a:lnTo>
                    <a:lnTo>
                      <a:pt x="343" y="460"/>
                    </a:lnTo>
                    <a:lnTo>
                      <a:pt x="291" y="460"/>
                    </a:lnTo>
                    <a:lnTo>
                      <a:pt x="203" y="460"/>
                    </a:lnTo>
                    <a:lnTo>
                      <a:pt x="106" y="469"/>
                    </a:lnTo>
                    <a:lnTo>
                      <a:pt x="44" y="469"/>
                    </a:lnTo>
                    <a:lnTo>
                      <a:pt x="44" y="328"/>
                    </a:lnTo>
                    <a:lnTo>
                      <a:pt x="44" y="319"/>
                    </a:lnTo>
                    <a:lnTo>
                      <a:pt x="35" y="319"/>
                    </a:lnTo>
                    <a:lnTo>
                      <a:pt x="35" y="319"/>
                    </a:lnTo>
                    <a:lnTo>
                      <a:pt x="27" y="301"/>
                    </a:lnTo>
                    <a:lnTo>
                      <a:pt x="27" y="301"/>
                    </a:lnTo>
                    <a:lnTo>
                      <a:pt x="27" y="301"/>
                    </a:lnTo>
                    <a:lnTo>
                      <a:pt x="27" y="292"/>
                    </a:lnTo>
                    <a:lnTo>
                      <a:pt x="35" y="292"/>
                    </a:lnTo>
                    <a:lnTo>
                      <a:pt x="35" y="283"/>
                    </a:lnTo>
                    <a:lnTo>
                      <a:pt x="44" y="274"/>
                    </a:lnTo>
                    <a:lnTo>
                      <a:pt x="44" y="266"/>
                    </a:lnTo>
                    <a:lnTo>
                      <a:pt x="44" y="266"/>
                    </a:lnTo>
                    <a:lnTo>
                      <a:pt x="35" y="257"/>
                    </a:lnTo>
                    <a:lnTo>
                      <a:pt x="35" y="248"/>
                    </a:lnTo>
                    <a:lnTo>
                      <a:pt x="35" y="239"/>
                    </a:lnTo>
                    <a:lnTo>
                      <a:pt x="35" y="230"/>
                    </a:lnTo>
                    <a:lnTo>
                      <a:pt x="27" y="230"/>
                    </a:lnTo>
                    <a:lnTo>
                      <a:pt x="27" y="221"/>
                    </a:lnTo>
                    <a:lnTo>
                      <a:pt x="27" y="221"/>
                    </a:lnTo>
                    <a:lnTo>
                      <a:pt x="27" y="204"/>
                    </a:lnTo>
                    <a:lnTo>
                      <a:pt x="27" y="195"/>
                    </a:lnTo>
                    <a:lnTo>
                      <a:pt x="27" y="186"/>
                    </a:lnTo>
                    <a:lnTo>
                      <a:pt x="27" y="186"/>
                    </a:lnTo>
                    <a:lnTo>
                      <a:pt x="27" y="168"/>
                    </a:lnTo>
                    <a:lnTo>
                      <a:pt x="27" y="160"/>
                    </a:lnTo>
                    <a:lnTo>
                      <a:pt x="27" y="160"/>
                    </a:lnTo>
                    <a:lnTo>
                      <a:pt x="27" y="151"/>
                    </a:lnTo>
                    <a:lnTo>
                      <a:pt x="27" y="151"/>
                    </a:lnTo>
                    <a:lnTo>
                      <a:pt x="27" y="133"/>
                    </a:lnTo>
                    <a:lnTo>
                      <a:pt x="18" y="124"/>
                    </a:lnTo>
                    <a:lnTo>
                      <a:pt x="18" y="115"/>
                    </a:lnTo>
                    <a:lnTo>
                      <a:pt x="9" y="98"/>
                    </a:lnTo>
                    <a:lnTo>
                      <a:pt x="9" y="98"/>
                    </a:lnTo>
                    <a:lnTo>
                      <a:pt x="9" y="89"/>
                    </a:lnTo>
                    <a:lnTo>
                      <a:pt x="9" y="80"/>
                    </a:lnTo>
                    <a:lnTo>
                      <a:pt x="9" y="80"/>
                    </a:lnTo>
                    <a:lnTo>
                      <a:pt x="9" y="71"/>
                    </a:lnTo>
                    <a:lnTo>
                      <a:pt x="9" y="62"/>
                    </a:lnTo>
                    <a:lnTo>
                      <a:pt x="9" y="53"/>
                    </a:lnTo>
                    <a:lnTo>
                      <a:pt x="9" y="36"/>
                    </a:lnTo>
                    <a:lnTo>
                      <a:pt x="0" y="36"/>
                    </a:lnTo>
                    <a:lnTo>
                      <a:pt x="0" y="36"/>
                    </a:lnTo>
                    <a:lnTo>
                      <a:pt x="9" y="36"/>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103"/>
              <p:cNvSpPr>
                <a:spLocks/>
              </p:cNvSpPr>
              <p:nvPr/>
            </p:nvSpPr>
            <p:spPr bwMode="auto">
              <a:xfrm>
                <a:off x="3692857" y="2140445"/>
                <a:ext cx="22808" cy="59032"/>
              </a:xfrm>
              <a:custGeom>
                <a:avLst/>
                <a:gdLst/>
                <a:ahLst/>
                <a:cxnLst>
                  <a:cxn ang="0">
                    <a:pos x="0" y="27"/>
                  </a:cxn>
                  <a:cxn ang="0">
                    <a:pos x="0" y="27"/>
                  </a:cxn>
                  <a:cxn ang="0">
                    <a:pos x="0" y="18"/>
                  </a:cxn>
                  <a:cxn ang="0">
                    <a:pos x="8" y="9"/>
                  </a:cxn>
                  <a:cxn ang="0">
                    <a:pos x="8" y="9"/>
                  </a:cxn>
                  <a:cxn ang="0">
                    <a:pos x="17" y="0"/>
                  </a:cxn>
                  <a:cxn ang="0">
                    <a:pos x="17" y="9"/>
                  </a:cxn>
                  <a:cxn ang="0">
                    <a:pos x="8" y="18"/>
                  </a:cxn>
                  <a:cxn ang="0">
                    <a:pos x="17" y="18"/>
                  </a:cxn>
                  <a:cxn ang="0">
                    <a:pos x="8" y="27"/>
                  </a:cxn>
                  <a:cxn ang="0">
                    <a:pos x="8" y="36"/>
                  </a:cxn>
                  <a:cxn ang="0">
                    <a:pos x="8" y="36"/>
                  </a:cxn>
                  <a:cxn ang="0">
                    <a:pos x="0" y="44"/>
                  </a:cxn>
                  <a:cxn ang="0">
                    <a:pos x="0" y="44"/>
                  </a:cxn>
                  <a:cxn ang="0">
                    <a:pos x="0" y="36"/>
                  </a:cxn>
                  <a:cxn ang="0">
                    <a:pos x="0" y="27"/>
                  </a:cxn>
                </a:cxnLst>
                <a:rect l="0" t="0" r="r" b="b"/>
                <a:pathLst>
                  <a:path w="17" h="44">
                    <a:moveTo>
                      <a:pt x="0" y="27"/>
                    </a:moveTo>
                    <a:lnTo>
                      <a:pt x="0" y="27"/>
                    </a:lnTo>
                    <a:lnTo>
                      <a:pt x="0" y="18"/>
                    </a:lnTo>
                    <a:lnTo>
                      <a:pt x="8" y="9"/>
                    </a:lnTo>
                    <a:lnTo>
                      <a:pt x="8" y="9"/>
                    </a:lnTo>
                    <a:lnTo>
                      <a:pt x="17" y="0"/>
                    </a:lnTo>
                    <a:lnTo>
                      <a:pt x="17" y="9"/>
                    </a:lnTo>
                    <a:lnTo>
                      <a:pt x="8" y="18"/>
                    </a:lnTo>
                    <a:lnTo>
                      <a:pt x="17" y="18"/>
                    </a:lnTo>
                    <a:lnTo>
                      <a:pt x="8" y="27"/>
                    </a:lnTo>
                    <a:lnTo>
                      <a:pt x="8" y="36"/>
                    </a:lnTo>
                    <a:lnTo>
                      <a:pt x="8" y="36"/>
                    </a:lnTo>
                    <a:lnTo>
                      <a:pt x="0" y="44"/>
                    </a:lnTo>
                    <a:lnTo>
                      <a:pt x="0" y="44"/>
                    </a:lnTo>
                    <a:lnTo>
                      <a:pt x="0" y="36"/>
                    </a:lnTo>
                    <a:lnTo>
                      <a:pt x="0" y="2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104"/>
              <p:cNvSpPr>
                <a:spLocks/>
              </p:cNvSpPr>
              <p:nvPr/>
            </p:nvSpPr>
            <p:spPr bwMode="auto">
              <a:xfrm>
                <a:off x="3692857" y="2140445"/>
                <a:ext cx="22808" cy="59032"/>
              </a:xfrm>
              <a:custGeom>
                <a:avLst/>
                <a:gdLst/>
                <a:ahLst/>
                <a:cxnLst>
                  <a:cxn ang="0">
                    <a:pos x="0" y="27"/>
                  </a:cxn>
                  <a:cxn ang="0">
                    <a:pos x="0" y="27"/>
                  </a:cxn>
                  <a:cxn ang="0">
                    <a:pos x="0" y="18"/>
                  </a:cxn>
                  <a:cxn ang="0">
                    <a:pos x="8" y="9"/>
                  </a:cxn>
                  <a:cxn ang="0">
                    <a:pos x="8" y="9"/>
                  </a:cxn>
                  <a:cxn ang="0">
                    <a:pos x="17" y="0"/>
                  </a:cxn>
                  <a:cxn ang="0">
                    <a:pos x="17" y="9"/>
                  </a:cxn>
                  <a:cxn ang="0">
                    <a:pos x="8" y="18"/>
                  </a:cxn>
                  <a:cxn ang="0">
                    <a:pos x="17" y="18"/>
                  </a:cxn>
                  <a:cxn ang="0">
                    <a:pos x="8" y="27"/>
                  </a:cxn>
                  <a:cxn ang="0">
                    <a:pos x="8" y="36"/>
                  </a:cxn>
                  <a:cxn ang="0">
                    <a:pos x="8" y="36"/>
                  </a:cxn>
                  <a:cxn ang="0">
                    <a:pos x="0" y="44"/>
                  </a:cxn>
                  <a:cxn ang="0">
                    <a:pos x="0" y="44"/>
                  </a:cxn>
                  <a:cxn ang="0">
                    <a:pos x="0" y="36"/>
                  </a:cxn>
                  <a:cxn ang="0">
                    <a:pos x="0" y="27"/>
                  </a:cxn>
                </a:cxnLst>
                <a:rect l="0" t="0" r="r" b="b"/>
                <a:pathLst>
                  <a:path w="17" h="44">
                    <a:moveTo>
                      <a:pt x="0" y="27"/>
                    </a:moveTo>
                    <a:lnTo>
                      <a:pt x="0" y="27"/>
                    </a:lnTo>
                    <a:lnTo>
                      <a:pt x="0" y="18"/>
                    </a:lnTo>
                    <a:lnTo>
                      <a:pt x="8" y="9"/>
                    </a:lnTo>
                    <a:lnTo>
                      <a:pt x="8" y="9"/>
                    </a:lnTo>
                    <a:lnTo>
                      <a:pt x="17" y="0"/>
                    </a:lnTo>
                    <a:lnTo>
                      <a:pt x="17" y="9"/>
                    </a:lnTo>
                    <a:lnTo>
                      <a:pt x="8" y="18"/>
                    </a:lnTo>
                    <a:lnTo>
                      <a:pt x="17" y="18"/>
                    </a:lnTo>
                    <a:lnTo>
                      <a:pt x="8" y="27"/>
                    </a:lnTo>
                    <a:lnTo>
                      <a:pt x="8" y="36"/>
                    </a:lnTo>
                    <a:lnTo>
                      <a:pt x="8" y="36"/>
                    </a:lnTo>
                    <a:lnTo>
                      <a:pt x="0" y="44"/>
                    </a:lnTo>
                    <a:lnTo>
                      <a:pt x="0" y="44"/>
                    </a:lnTo>
                    <a:lnTo>
                      <a:pt x="0" y="36"/>
                    </a:lnTo>
                    <a:lnTo>
                      <a:pt x="0" y="2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105"/>
              <p:cNvSpPr>
                <a:spLocks/>
              </p:cNvSpPr>
              <p:nvPr/>
            </p:nvSpPr>
            <p:spPr bwMode="auto">
              <a:xfrm>
                <a:off x="3762622" y="2069339"/>
                <a:ext cx="331383" cy="450788"/>
              </a:xfrm>
              <a:custGeom>
                <a:avLst/>
                <a:gdLst/>
                <a:ahLst/>
                <a:cxnLst>
                  <a:cxn ang="0">
                    <a:pos x="9" y="327"/>
                  </a:cxn>
                  <a:cxn ang="0">
                    <a:pos x="18" y="301"/>
                  </a:cxn>
                  <a:cxn ang="0">
                    <a:pos x="27" y="265"/>
                  </a:cxn>
                  <a:cxn ang="0">
                    <a:pos x="18" y="221"/>
                  </a:cxn>
                  <a:cxn ang="0">
                    <a:pos x="0" y="186"/>
                  </a:cxn>
                  <a:cxn ang="0">
                    <a:pos x="9" y="168"/>
                  </a:cxn>
                  <a:cxn ang="0">
                    <a:pos x="0" y="150"/>
                  </a:cxn>
                  <a:cxn ang="0">
                    <a:pos x="9" y="124"/>
                  </a:cxn>
                  <a:cxn ang="0">
                    <a:pos x="9" y="97"/>
                  </a:cxn>
                  <a:cxn ang="0">
                    <a:pos x="18" y="89"/>
                  </a:cxn>
                  <a:cxn ang="0">
                    <a:pos x="36" y="71"/>
                  </a:cxn>
                  <a:cxn ang="0">
                    <a:pos x="36" y="53"/>
                  </a:cxn>
                  <a:cxn ang="0">
                    <a:pos x="44" y="71"/>
                  </a:cxn>
                  <a:cxn ang="0">
                    <a:pos x="44" y="89"/>
                  </a:cxn>
                  <a:cxn ang="0">
                    <a:pos x="53" y="71"/>
                  </a:cxn>
                  <a:cxn ang="0">
                    <a:pos x="53" y="80"/>
                  </a:cxn>
                  <a:cxn ang="0">
                    <a:pos x="53" y="62"/>
                  </a:cxn>
                  <a:cxn ang="0">
                    <a:pos x="62" y="44"/>
                  </a:cxn>
                  <a:cxn ang="0">
                    <a:pos x="71" y="35"/>
                  </a:cxn>
                  <a:cxn ang="0">
                    <a:pos x="62" y="18"/>
                  </a:cxn>
                  <a:cxn ang="0">
                    <a:pos x="80" y="9"/>
                  </a:cxn>
                  <a:cxn ang="0">
                    <a:pos x="88" y="9"/>
                  </a:cxn>
                  <a:cxn ang="0">
                    <a:pos x="106" y="9"/>
                  </a:cxn>
                  <a:cxn ang="0">
                    <a:pos x="115" y="18"/>
                  </a:cxn>
                  <a:cxn ang="0">
                    <a:pos x="132" y="27"/>
                  </a:cxn>
                  <a:cxn ang="0">
                    <a:pos x="159" y="27"/>
                  </a:cxn>
                  <a:cxn ang="0">
                    <a:pos x="168" y="44"/>
                  </a:cxn>
                  <a:cxn ang="0">
                    <a:pos x="168" y="53"/>
                  </a:cxn>
                  <a:cxn ang="0">
                    <a:pos x="168" y="62"/>
                  </a:cxn>
                  <a:cxn ang="0">
                    <a:pos x="176" y="89"/>
                  </a:cxn>
                  <a:cxn ang="0">
                    <a:pos x="168" y="115"/>
                  </a:cxn>
                  <a:cxn ang="0">
                    <a:pos x="159" y="133"/>
                  </a:cxn>
                  <a:cxn ang="0">
                    <a:pos x="150" y="150"/>
                  </a:cxn>
                  <a:cxn ang="0">
                    <a:pos x="159" y="168"/>
                  </a:cxn>
                  <a:cxn ang="0">
                    <a:pos x="168" y="159"/>
                  </a:cxn>
                  <a:cxn ang="0">
                    <a:pos x="176" y="142"/>
                  </a:cxn>
                  <a:cxn ang="0">
                    <a:pos x="194" y="133"/>
                  </a:cxn>
                  <a:cxn ang="0">
                    <a:pos x="212" y="124"/>
                  </a:cxn>
                  <a:cxn ang="0">
                    <a:pos x="229" y="159"/>
                  </a:cxn>
                  <a:cxn ang="0">
                    <a:pos x="238" y="186"/>
                  </a:cxn>
                  <a:cxn ang="0">
                    <a:pos x="247" y="203"/>
                  </a:cxn>
                  <a:cxn ang="0">
                    <a:pos x="238" y="221"/>
                  </a:cxn>
                  <a:cxn ang="0">
                    <a:pos x="238" y="239"/>
                  </a:cxn>
                  <a:cxn ang="0">
                    <a:pos x="238" y="230"/>
                  </a:cxn>
                  <a:cxn ang="0">
                    <a:pos x="229" y="239"/>
                  </a:cxn>
                  <a:cxn ang="0">
                    <a:pos x="220" y="257"/>
                  </a:cxn>
                  <a:cxn ang="0">
                    <a:pos x="212" y="265"/>
                  </a:cxn>
                  <a:cxn ang="0">
                    <a:pos x="203" y="301"/>
                  </a:cxn>
                  <a:cxn ang="0">
                    <a:pos x="124" y="327"/>
                  </a:cxn>
                  <a:cxn ang="0">
                    <a:pos x="0" y="336"/>
                  </a:cxn>
                </a:cxnLst>
                <a:rect l="0" t="0" r="r" b="b"/>
                <a:pathLst>
                  <a:path w="247" h="336">
                    <a:moveTo>
                      <a:pt x="0" y="336"/>
                    </a:moveTo>
                    <a:lnTo>
                      <a:pt x="0" y="336"/>
                    </a:lnTo>
                    <a:lnTo>
                      <a:pt x="9" y="327"/>
                    </a:lnTo>
                    <a:lnTo>
                      <a:pt x="9" y="318"/>
                    </a:lnTo>
                    <a:lnTo>
                      <a:pt x="18" y="318"/>
                    </a:lnTo>
                    <a:lnTo>
                      <a:pt x="18" y="301"/>
                    </a:lnTo>
                    <a:lnTo>
                      <a:pt x="27" y="292"/>
                    </a:lnTo>
                    <a:lnTo>
                      <a:pt x="27" y="283"/>
                    </a:lnTo>
                    <a:lnTo>
                      <a:pt x="27" y="265"/>
                    </a:lnTo>
                    <a:lnTo>
                      <a:pt x="27" y="257"/>
                    </a:lnTo>
                    <a:lnTo>
                      <a:pt x="27" y="230"/>
                    </a:lnTo>
                    <a:lnTo>
                      <a:pt x="18" y="221"/>
                    </a:lnTo>
                    <a:lnTo>
                      <a:pt x="27" y="212"/>
                    </a:lnTo>
                    <a:lnTo>
                      <a:pt x="18" y="212"/>
                    </a:lnTo>
                    <a:lnTo>
                      <a:pt x="0" y="186"/>
                    </a:lnTo>
                    <a:lnTo>
                      <a:pt x="0" y="186"/>
                    </a:lnTo>
                    <a:lnTo>
                      <a:pt x="0" y="177"/>
                    </a:lnTo>
                    <a:lnTo>
                      <a:pt x="9" y="168"/>
                    </a:lnTo>
                    <a:lnTo>
                      <a:pt x="0" y="159"/>
                    </a:lnTo>
                    <a:lnTo>
                      <a:pt x="0" y="150"/>
                    </a:lnTo>
                    <a:lnTo>
                      <a:pt x="0" y="150"/>
                    </a:lnTo>
                    <a:lnTo>
                      <a:pt x="9" y="142"/>
                    </a:lnTo>
                    <a:lnTo>
                      <a:pt x="9" y="124"/>
                    </a:lnTo>
                    <a:lnTo>
                      <a:pt x="9" y="124"/>
                    </a:lnTo>
                    <a:lnTo>
                      <a:pt x="9" y="115"/>
                    </a:lnTo>
                    <a:lnTo>
                      <a:pt x="9" y="106"/>
                    </a:lnTo>
                    <a:lnTo>
                      <a:pt x="9" y="97"/>
                    </a:lnTo>
                    <a:lnTo>
                      <a:pt x="18" y="97"/>
                    </a:lnTo>
                    <a:lnTo>
                      <a:pt x="18" y="89"/>
                    </a:lnTo>
                    <a:lnTo>
                      <a:pt x="18" y="89"/>
                    </a:lnTo>
                    <a:lnTo>
                      <a:pt x="27" y="80"/>
                    </a:lnTo>
                    <a:lnTo>
                      <a:pt x="27" y="80"/>
                    </a:lnTo>
                    <a:lnTo>
                      <a:pt x="36" y="71"/>
                    </a:lnTo>
                    <a:lnTo>
                      <a:pt x="36" y="71"/>
                    </a:lnTo>
                    <a:lnTo>
                      <a:pt x="36" y="62"/>
                    </a:lnTo>
                    <a:lnTo>
                      <a:pt x="36" y="53"/>
                    </a:lnTo>
                    <a:lnTo>
                      <a:pt x="44" y="53"/>
                    </a:lnTo>
                    <a:lnTo>
                      <a:pt x="44" y="71"/>
                    </a:lnTo>
                    <a:lnTo>
                      <a:pt x="44" y="71"/>
                    </a:lnTo>
                    <a:lnTo>
                      <a:pt x="44" y="80"/>
                    </a:lnTo>
                    <a:lnTo>
                      <a:pt x="44" y="80"/>
                    </a:lnTo>
                    <a:lnTo>
                      <a:pt x="44" y="89"/>
                    </a:lnTo>
                    <a:lnTo>
                      <a:pt x="44" y="80"/>
                    </a:lnTo>
                    <a:lnTo>
                      <a:pt x="44" y="71"/>
                    </a:lnTo>
                    <a:lnTo>
                      <a:pt x="53" y="71"/>
                    </a:lnTo>
                    <a:lnTo>
                      <a:pt x="53" y="80"/>
                    </a:lnTo>
                    <a:lnTo>
                      <a:pt x="44" y="89"/>
                    </a:lnTo>
                    <a:lnTo>
                      <a:pt x="53" y="80"/>
                    </a:lnTo>
                    <a:lnTo>
                      <a:pt x="53" y="80"/>
                    </a:lnTo>
                    <a:lnTo>
                      <a:pt x="53" y="71"/>
                    </a:lnTo>
                    <a:lnTo>
                      <a:pt x="53" y="62"/>
                    </a:lnTo>
                    <a:lnTo>
                      <a:pt x="53" y="53"/>
                    </a:lnTo>
                    <a:lnTo>
                      <a:pt x="53" y="44"/>
                    </a:lnTo>
                    <a:lnTo>
                      <a:pt x="62" y="44"/>
                    </a:lnTo>
                    <a:lnTo>
                      <a:pt x="62" y="35"/>
                    </a:lnTo>
                    <a:lnTo>
                      <a:pt x="71" y="35"/>
                    </a:lnTo>
                    <a:lnTo>
                      <a:pt x="71" y="35"/>
                    </a:lnTo>
                    <a:lnTo>
                      <a:pt x="71" y="27"/>
                    </a:lnTo>
                    <a:lnTo>
                      <a:pt x="62" y="27"/>
                    </a:lnTo>
                    <a:lnTo>
                      <a:pt x="62" y="18"/>
                    </a:lnTo>
                    <a:lnTo>
                      <a:pt x="71" y="18"/>
                    </a:lnTo>
                    <a:lnTo>
                      <a:pt x="71" y="9"/>
                    </a:lnTo>
                    <a:lnTo>
                      <a:pt x="80" y="9"/>
                    </a:lnTo>
                    <a:lnTo>
                      <a:pt x="80" y="0"/>
                    </a:lnTo>
                    <a:lnTo>
                      <a:pt x="88" y="9"/>
                    </a:lnTo>
                    <a:lnTo>
                      <a:pt x="88" y="9"/>
                    </a:lnTo>
                    <a:lnTo>
                      <a:pt x="97" y="9"/>
                    </a:lnTo>
                    <a:lnTo>
                      <a:pt x="106" y="9"/>
                    </a:lnTo>
                    <a:lnTo>
                      <a:pt x="106" y="9"/>
                    </a:lnTo>
                    <a:lnTo>
                      <a:pt x="115" y="9"/>
                    </a:lnTo>
                    <a:lnTo>
                      <a:pt x="115" y="18"/>
                    </a:lnTo>
                    <a:lnTo>
                      <a:pt x="115" y="18"/>
                    </a:lnTo>
                    <a:lnTo>
                      <a:pt x="124" y="18"/>
                    </a:lnTo>
                    <a:lnTo>
                      <a:pt x="132" y="18"/>
                    </a:lnTo>
                    <a:lnTo>
                      <a:pt x="132" y="27"/>
                    </a:lnTo>
                    <a:lnTo>
                      <a:pt x="141" y="27"/>
                    </a:lnTo>
                    <a:lnTo>
                      <a:pt x="150" y="27"/>
                    </a:lnTo>
                    <a:lnTo>
                      <a:pt x="159" y="27"/>
                    </a:lnTo>
                    <a:lnTo>
                      <a:pt x="159" y="35"/>
                    </a:lnTo>
                    <a:lnTo>
                      <a:pt x="159" y="35"/>
                    </a:lnTo>
                    <a:lnTo>
                      <a:pt x="168" y="44"/>
                    </a:lnTo>
                    <a:lnTo>
                      <a:pt x="168" y="44"/>
                    </a:lnTo>
                    <a:lnTo>
                      <a:pt x="168" y="44"/>
                    </a:lnTo>
                    <a:lnTo>
                      <a:pt x="168" y="53"/>
                    </a:lnTo>
                    <a:lnTo>
                      <a:pt x="159" y="53"/>
                    </a:lnTo>
                    <a:lnTo>
                      <a:pt x="168" y="62"/>
                    </a:lnTo>
                    <a:lnTo>
                      <a:pt x="168" y="62"/>
                    </a:lnTo>
                    <a:lnTo>
                      <a:pt x="176" y="71"/>
                    </a:lnTo>
                    <a:lnTo>
                      <a:pt x="176" y="80"/>
                    </a:lnTo>
                    <a:lnTo>
                      <a:pt x="176" y="89"/>
                    </a:lnTo>
                    <a:lnTo>
                      <a:pt x="176" y="106"/>
                    </a:lnTo>
                    <a:lnTo>
                      <a:pt x="168" y="106"/>
                    </a:lnTo>
                    <a:lnTo>
                      <a:pt x="168" y="115"/>
                    </a:lnTo>
                    <a:lnTo>
                      <a:pt x="168" y="115"/>
                    </a:lnTo>
                    <a:lnTo>
                      <a:pt x="168" y="124"/>
                    </a:lnTo>
                    <a:lnTo>
                      <a:pt x="159" y="133"/>
                    </a:lnTo>
                    <a:lnTo>
                      <a:pt x="159" y="133"/>
                    </a:lnTo>
                    <a:lnTo>
                      <a:pt x="150" y="142"/>
                    </a:lnTo>
                    <a:lnTo>
                      <a:pt x="150" y="150"/>
                    </a:lnTo>
                    <a:lnTo>
                      <a:pt x="150" y="159"/>
                    </a:lnTo>
                    <a:lnTo>
                      <a:pt x="159" y="168"/>
                    </a:lnTo>
                    <a:lnTo>
                      <a:pt x="159" y="168"/>
                    </a:lnTo>
                    <a:lnTo>
                      <a:pt x="168" y="168"/>
                    </a:lnTo>
                    <a:lnTo>
                      <a:pt x="168" y="159"/>
                    </a:lnTo>
                    <a:lnTo>
                      <a:pt x="168" y="159"/>
                    </a:lnTo>
                    <a:lnTo>
                      <a:pt x="176" y="150"/>
                    </a:lnTo>
                    <a:lnTo>
                      <a:pt x="176" y="142"/>
                    </a:lnTo>
                    <a:lnTo>
                      <a:pt x="176" y="142"/>
                    </a:lnTo>
                    <a:lnTo>
                      <a:pt x="185" y="142"/>
                    </a:lnTo>
                    <a:lnTo>
                      <a:pt x="185" y="133"/>
                    </a:lnTo>
                    <a:lnTo>
                      <a:pt x="194" y="133"/>
                    </a:lnTo>
                    <a:lnTo>
                      <a:pt x="203" y="124"/>
                    </a:lnTo>
                    <a:lnTo>
                      <a:pt x="203" y="124"/>
                    </a:lnTo>
                    <a:lnTo>
                      <a:pt x="212" y="124"/>
                    </a:lnTo>
                    <a:lnTo>
                      <a:pt x="212" y="133"/>
                    </a:lnTo>
                    <a:lnTo>
                      <a:pt x="220" y="142"/>
                    </a:lnTo>
                    <a:lnTo>
                      <a:pt x="229" y="159"/>
                    </a:lnTo>
                    <a:lnTo>
                      <a:pt x="229" y="168"/>
                    </a:lnTo>
                    <a:lnTo>
                      <a:pt x="229" y="177"/>
                    </a:lnTo>
                    <a:lnTo>
                      <a:pt x="238" y="186"/>
                    </a:lnTo>
                    <a:lnTo>
                      <a:pt x="238" y="195"/>
                    </a:lnTo>
                    <a:lnTo>
                      <a:pt x="247" y="203"/>
                    </a:lnTo>
                    <a:lnTo>
                      <a:pt x="247" y="203"/>
                    </a:lnTo>
                    <a:lnTo>
                      <a:pt x="247" y="203"/>
                    </a:lnTo>
                    <a:lnTo>
                      <a:pt x="238" y="212"/>
                    </a:lnTo>
                    <a:lnTo>
                      <a:pt x="238" y="221"/>
                    </a:lnTo>
                    <a:lnTo>
                      <a:pt x="247" y="221"/>
                    </a:lnTo>
                    <a:lnTo>
                      <a:pt x="238" y="230"/>
                    </a:lnTo>
                    <a:lnTo>
                      <a:pt x="238" y="239"/>
                    </a:lnTo>
                    <a:lnTo>
                      <a:pt x="238" y="239"/>
                    </a:lnTo>
                    <a:lnTo>
                      <a:pt x="238" y="239"/>
                    </a:lnTo>
                    <a:lnTo>
                      <a:pt x="238" y="230"/>
                    </a:lnTo>
                    <a:lnTo>
                      <a:pt x="229" y="230"/>
                    </a:lnTo>
                    <a:lnTo>
                      <a:pt x="229" y="230"/>
                    </a:lnTo>
                    <a:lnTo>
                      <a:pt x="229" y="239"/>
                    </a:lnTo>
                    <a:lnTo>
                      <a:pt x="220" y="239"/>
                    </a:lnTo>
                    <a:lnTo>
                      <a:pt x="220" y="257"/>
                    </a:lnTo>
                    <a:lnTo>
                      <a:pt x="220" y="257"/>
                    </a:lnTo>
                    <a:lnTo>
                      <a:pt x="212" y="265"/>
                    </a:lnTo>
                    <a:lnTo>
                      <a:pt x="212" y="265"/>
                    </a:lnTo>
                    <a:lnTo>
                      <a:pt x="212" y="265"/>
                    </a:lnTo>
                    <a:lnTo>
                      <a:pt x="212" y="274"/>
                    </a:lnTo>
                    <a:lnTo>
                      <a:pt x="212" y="283"/>
                    </a:lnTo>
                    <a:lnTo>
                      <a:pt x="203" y="301"/>
                    </a:lnTo>
                    <a:lnTo>
                      <a:pt x="194" y="310"/>
                    </a:lnTo>
                    <a:lnTo>
                      <a:pt x="176" y="318"/>
                    </a:lnTo>
                    <a:lnTo>
                      <a:pt x="124" y="327"/>
                    </a:lnTo>
                    <a:lnTo>
                      <a:pt x="115" y="318"/>
                    </a:lnTo>
                    <a:lnTo>
                      <a:pt x="36" y="327"/>
                    </a:lnTo>
                    <a:lnTo>
                      <a:pt x="0" y="336"/>
                    </a:lnTo>
                    <a:lnTo>
                      <a:pt x="0" y="33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106"/>
              <p:cNvSpPr>
                <a:spLocks/>
              </p:cNvSpPr>
              <p:nvPr/>
            </p:nvSpPr>
            <p:spPr bwMode="auto">
              <a:xfrm>
                <a:off x="3762622" y="2069339"/>
                <a:ext cx="331383" cy="450788"/>
              </a:xfrm>
              <a:custGeom>
                <a:avLst/>
                <a:gdLst/>
                <a:ahLst/>
                <a:cxnLst>
                  <a:cxn ang="0">
                    <a:pos x="9" y="327"/>
                  </a:cxn>
                  <a:cxn ang="0">
                    <a:pos x="18" y="301"/>
                  </a:cxn>
                  <a:cxn ang="0">
                    <a:pos x="27" y="265"/>
                  </a:cxn>
                  <a:cxn ang="0">
                    <a:pos x="18" y="221"/>
                  </a:cxn>
                  <a:cxn ang="0">
                    <a:pos x="0" y="186"/>
                  </a:cxn>
                  <a:cxn ang="0">
                    <a:pos x="9" y="168"/>
                  </a:cxn>
                  <a:cxn ang="0">
                    <a:pos x="0" y="150"/>
                  </a:cxn>
                  <a:cxn ang="0">
                    <a:pos x="9" y="124"/>
                  </a:cxn>
                  <a:cxn ang="0">
                    <a:pos x="9" y="97"/>
                  </a:cxn>
                  <a:cxn ang="0">
                    <a:pos x="18" y="89"/>
                  </a:cxn>
                  <a:cxn ang="0">
                    <a:pos x="36" y="71"/>
                  </a:cxn>
                  <a:cxn ang="0">
                    <a:pos x="36" y="53"/>
                  </a:cxn>
                  <a:cxn ang="0">
                    <a:pos x="44" y="71"/>
                  </a:cxn>
                  <a:cxn ang="0">
                    <a:pos x="44" y="89"/>
                  </a:cxn>
                  <a:cxn ang="0">
                    <a:pos x="53" y="71"/>
                  </a:cxn>
                  <a:cxn ang="0">
                    <a:pos x="53" y="80"/>
                  </a:cxn>
                  <a:cxn ang="0">
                    <a:pos x="53" y="62"/>
                  </a:cxn>
                  <a:cxn ang="0">
                    <a:pos x="62" y="44"/>
                  </a:cxn>
                  <a:cxn ang="0">
                    <a:pos x="71" y="35"/>
                  </a:cxn>
                  <a:cxn ang="0">
                    <a:pos x="62" y="18"/>
                  </a:cxn>
                  <a:cxn ang="0">
                    <a:pos x="80" y="9"/>
                  </a:cxn>
                  <a:cxn ang="0">
                    <a:pos x="88" y="9"/>
                  </a:cxn>
                  <a:cxn ang="0">
                    <a:pos x="106" y="9"/>
                  </a:cxn>
                  <a:cxn ang="0">
                    <a:pos x="115" y="18"/>
                  </a:cxn>
                  <a:cxn ang="0">
                    <a:pos x="132" y="27"/>
                  </a:cxn>
                  <a:cxn ang="0">
                    <a:pos x="159" y="27"/>
                  </a:cxn>
                  <a:cxn ang="0">
                    <a:pos x="168" y="44"/>
                  </a:cxn>
                  <a:cxn ang="0">
                    <a:pos x="168" y="53"/>
                  </a:cxn>
                  <a:cxn ang="0">
                    <a:pos x="168" y="62"/>
                  </a:cxn>
                  <a:cxn ang="0">
                    <a:pos x="176" y="89"/>
                  </a:cxn>
                  <a:cxn ang="0">
                    <a:pos x="168" y="115"/>
                  </a:cxn>
                  <a:cxn ang="0">
                    <a:pos x="159" y="133"/>
                  </a:cxn>
                  <a:cxn ang="0">
                    <a:pos x="150" y="150"/>
                  </a:cxn>
                  <a:cxn ang="0">
                    <a:pos x="159" y="168"/>
                  </a:cxn>
                  <a:cxn ang="0">
                    <a:pos x="168" y="159"/>
                  </a:cxn>
                  <a:cxn ang="0">
                    <a:pos x="176" y="142"/>
                  </a:cxn>
                  <a:cxn ang="0">
                    <a:pos x="194" y="133"/>
                  </a:cxn>
                  <a:cxn ang="0">
                    <a:pos x="212" y="124"/>
                  </a:cxn>
                  <a:cxn ang="0">
                    <a:pos x="229" y="159"/>
                  </a:cxn>
                  <a:cxn ang="0">
                    <a:pos x="238" y="186"/>
                  </a:cxn>
                  <a:cxn ang="0">
                    <a:pos x="247" y="203"/>
                  </a:cxn>
                  <a:cxn ang="0">
                    <a:pos x="238" y="221"/>
                  </a:cxn>
                  <a:cxn ang="0">
                    <a:pos x="238" y="239"/>
                  </a:cxn>
                  <a:cxn ang="0">
                    <a:pos x="238" y="230"/>
                  </a:cxn>
                  <a:cxn ang="0">
                    <a:pos x="229" y="239"/>
                  </a:cxn>
                  <a:cxn ang="0">
                    <a:pos x="220" y="257"/>
                  </a:cxn>
                  <a:cxn ang="0">
                    <a:pos x="212" y="265"/>
                  </a:cxn>
                  <a:cxn ang="0">
                    <a:pos x="203" y="301"/>
                  </a:cxn>
                  <a:cxn ang="0">
                    <a:pos x="124" y="327"/>
                  </a:cxn>
                  <a:cxn ang="0">
                    <a:pos x="0" y="336"/>
                  </a:cxn>
                </a:cxnLst>
                <a:rect l="0" t="0" r="r" b="b"/>
                <a:pathLst>
                  <a:path w="247" h="336">
                    <a:moveTo>
                      <a:pt x="0" y="336"/>
                    </a:moveTo>
                    <a:lnTo>
                      <a:pt x="0" y="336"/>
                    </a:lnTo>
                    <a:lnTo>
                      <a:pt x="9" y="327"/>
                    </a:lnTo>
                    <a:lnTo>
                      <a:pt x="9" y="318"/>
                    </a:lnTo>
                    <a:lnTo>
                      <a:pt x="18" y="318"/>
                    </a:lnTo>
                    <a:lnTo>
                      <a:pt x="18" y="301"/>
                    </a:lnTo>
                    <a:lnTo>
                      <a:pt x="27" y="292"/>
                    </a:lnTo>
                    <a:lnTo>
                      <a:pt x="27" y="283"/>
                    </a:lnTo>
                    <a:lnTo>
                      <a:pt x="27" y="265"/>
                    </a:lnTo>
                    <a:lnTo>
                      <a:pt x="27" y="257"/>
                    </a:lnTo>
                    <a:lnTo>
                      <a:pt x="27" y="230"/>
                    </a:lnTo>
                    <a:lnTo>
                      <a:pt x="18" y="221"/>
                    </a:lnTo>
                    <a:lnTo>
                      <a:pt x="27" y="212"/>
                    </a:lnTo>
                    <a:lnTo>
                      <a:pt x="18" y="212"/>
                    </a:lnTo>
                    <a:lnTo>
                      <a:pt x="0" y="186"/>
                    </a:lnTo>
                    <a:lnTo>
                      <a:pt x="0" y="186"/>
                    </a:lnTo>
                    <a:lnTo>
                      <a:pt x="0" y="177"/>
                    </a:lnTo>
                    <a:lnTo>
                      <a:pt x="9" y="168"/>
                    </a:lnTo>
                    <a:lnTo>
                      <a:pt x="0" y="159"/>
                    </a:lnTo>
                    <a:lnTo>
                      <a:pt x="0" y="150"/>
                    </a:lnTo>
                    <a:lnTo>
                      <a:pt x="0" y="150"/>
                    </a:lnTo>
                    <a:lnTo>
                      <a:pt x="9" y="142"/>
                    </a:lnTo>
                    <a:lnTo>
                      <a:pt x="9" y="124"/>
                    </a:lnTo>
                    <a:lnTo>
                      <a:pt x="9" y="124"/>
                    </a:lnTo>
                    <a:lnTo>
                      <a:pt x="9" y="115"/>
                    </a:lnTo>
                    <a:lnTo>
                      <a:pt x="9" y="106"/>
                    </a:lnTo>
                    <a:lnTo>
                      <a:pt x="9" y="97"/>
                    </a:lnTo>
                    <a:lnTo>
                      <a:pt x="18" y="97"/>
                    </a:lnTo>
                    <a:lnTo>
                      <a:pt x="18" y="89"/>
                    </a:lnTo>
                    <a:lnTo>
                      <a:pt x="18" y="89"/>
                    </a:lnTo>
                    <a:lnTo>
                      <a:pt x="27" y="80"/>
                    </a:lnTo>
                    <a:lnTo>
                      <a:pt x="27" y="80"/>
                    </a:lnTo>
                    <a:lnTo>
                      <a:pt x="36" y="71"/>
                    </a:lnTo>
                    <a:lnTo>
                      <a:pt x="36" y="71"/>
                    </a:lnTo>
                    <a:lnTo>
                      <a:pt x="36" y="62"/>
                    </a:lnTo>
                    <a:lnTo>
                      <a:pt x="36" y="53"/>
                    </a:lnTo>
                    <a:lnTo>
                      <a:pt x="44" y="53"/>
                    </a:lnTo>
                    <a:lnTo>
                      <a:pt x="44" y="71"/>
                    </a:lnTo>
                    <a:lnTo>
                      <a:pt x="44" y="71"/>
                    </a:lnTo>
                    <a:lnTo>
                      <a:pt x="44" y="80"/>
                    </a:lnTo>
                    <a:lnTo>
                      <a:pt x="44" y="80"/>
                    </a:lnTo>
                    <a:lnTo>
                      <a:pt x="44" y="89"/>
                    </a:lnTo>
                    <a:lnTo>
                      <a:pt x="44" y="80"/>
                    </a:lnTo>
                    <a:lnTo>
                      <a:pt x="44" y="71"/>
                    </a:lnTo>
                    <a:lnTo>
                      <a:pt x="53" y="71"/>
                    </a:lnTo>
                    <a:lnTo>
                      <a:pt x="53" y="80"/>
                    </a:lnTo>
                    <a:lnTo>
                      <a:pt x="44" y="89"/>
                    </a:lnTo>
                    <a:lnTo>
                      <a:pt x="53" y="80"/>
                    </a:lnTo>
                    <a:lnTo>
                      <a:pt x="53" y="80"/>
                    </a:lnTo>
                    <a:lnTo>
                      <a:pt x="53" y="71"/>
                    </a:lnTo>
                    <a:lnTo>
                      <a:pt x="53" y="62"/>
                    </a:lnTo>
                    <a:lnTo>
                      <a:pt x="53" y="53"/>
                    </a:lnTo>
                    <a:lnTo>
                      <a:pt x="53" y="44"/>
                    </a:lnTo>
                    <a:lnTo>
                      <a:pt x="62" y="44"/>
                    </a:lnTo>
                    <a:lnTo>
                      <a:pt x="62" y="35"/>
                    </a:lnTo>
                    <a:lnTo>
                      <a:pt x="71" y="35"/>
                    </a:lnTo>
                    <a:lnTo>
                      <a:pt x="71" y="35"/>
                    </a:lnTo>
                    <a:lnTo>
                      <a:pt x="71" y="27"/>
                    </a:lnTo>
                    <a:lnTo>
                      <a:pt x="62" y="27"/>
                    </a:lnTo>
                    <a:lnTo>
                      <a:pt x="62" y="18"/>
                    </a:lnTo>
                    <a:lnTo>
                      <a:pt x="71" y="18"/>
                    </a:lnTo>
                    <a:lnTo>
                      <a:pt x="71" y="9"/>
                    </a:lnTo>
                    <a:lnTo>
                      <a:pt x="80" y="9"/>
                    </a:lnTo>
                    <a:lnTo>
                      <a:pt x="80" y="0"/>
                    </a:lnTo>
                    <a:lnTo>
                      <a:pt x="88" y="9"/>
                    </a:lnTo>
                    <a:lnTo>
                      <a:pt x="88" y="9"/>
                    </a:lnTo>
                    <a:lnTo>
                      <a:pt x="97" y="9"/>
                    </a:lnTo>
                    <a:lnTo>
                      <a:pt x="106" y="9"/>
                    </a:lnTo>
                    <a:lnTo>
                      <a:pt x="106" y="9"/>
                    </a:lnTo>
                    <a:lnTo>
                      <a:pt x="115" y="9"/>
                    </a:lnTo>
                    <a:lnTo>
                      <a:pt x="115" y="18"/>
                    </a:lnTo>
                    <a:lnTo>
                      <a:pt x="115" y="18"/>
                    </a:lnTo>
                    <a:lnTo>
                      <a:pt x="124" y="18"/>
                    </a:lnTo>
                    <a:lnTo>
                      <a:pt x="132" y="18"/>
                    </a:lnTo>
                    <a:lnTo>
                      <a:pt x="132" y="27"/>
                    </a:lnTo>
                    <a:lnTo>
                      <a:pt x="141" y="27"/>
                    </a:lnTo>
                    <a:lnTo>
                      <a:pt x="150" y="27"/>
                    </a:lnTo>
                    <a:lnTo>
                      <a:pt x="159" y="27"/>
                    </a:lnTo>
                    <a:lnTo>
                      <a:pt x="159" y="35"/>
                    </a:lnTo>
                    <a:lnTo>
                      <a:pt x="159" y="35"/>
                    </a:lnTo>
                    <a:lnTo>
                      <a:pt x="168" y="44"/>
                    </a:lnTo>
                    <a:lnTo>
                      <a:pt x="168" y="44"/>
                    </a:lnTo>
                    <a:lnTo>
                      <a:pt x="168" y="44"/>
                    </a:lnTo>
                    <a:lnTo>
                      <a:pt x="168" y="53"/>
                    </a:lnTo>
                    <a:lnTo>
                      <a:pt x="159" y="53"/>
                    </a:lnTo>
                    <a:lnTo>
                      <a:pt x="168" y="62"/>
                    </a:lnTo>
                    <a:lnTo>
                      <a:pt x="168" y="62"/>
                    </a:lnTo>
                    <a:lnTo>
                      <a:pt x="176" y="71"/>
                    </a:lnTo>
                    <a:lnTo>
                      <a:pt x="176" y="80"/>
                    </a:lnTo>
                    <a:lnTo>
                      <a:pt x="176" y="89"/>
                    </a:lnTo>
                    <a:lnTo>
                      <a:pt x="176" y="106"/>
                    </a:lnTo>
                    <a:lnTo>
                      <a:pt x="168" y="106"/>
                    </a:lnTo>
                    <a:lnTo>
                      <a:pt x="168" y="115"/>
                    </a:lnTo>
                    <a:lnTo>
                      <a:pt x="168" y="115"/>
                    </a:lnTo>
                    <a:lnTo>
                      <a:pt x="168" y="124"/>
                    </a:lnTo>
                    <a:lnTo>
                      <a:pt x="159" y="133"/>
                    </a:lnTo>
                    <a:lnTo>
                      <a:pt x="159" y="133"/>
                    </a:lnTo>
                    <a:lnTo>
                      <a:pt x="150" y="142"/>
                    </a:lnTo>
                    <a:lnTo>
                      <a:pt x="150" y="150"/>
                    </a:lnTo>
                    <a:lnTo>
                      <a:pt x="150" y="159"/>
                    </a:lnTo>
                    <a:lnTo>
                      <a:pt x="159" y="168"/>
                    </a:lnTo>
                    <a:lnTo>
                      <a:pt x="159" y="168"/>
                    </a:lnTo>
                    <a:lnTo>
                      <a:pt x="168" y="168"/>
                    </a:lnTo>
                    <a:lnTo>
                      <a:pt x="168" y="159"/>
                    </a:lnTo>
                    <a:lnTo>
                      <a:pt x="168" y="159"/>
                    </a:lnTo>
                    <a:lnTo>
                      <a:pt x="176" y="150"/>
                    </a:lnTo>
                    <a:lnTo>
                      <a:pt x="176" y="142"/>
                    </a:lnTo>
                    <a:lnTo>
                      <a:pt x="176" y="142"/>
                    </a:lnTo>
                    <a:lnTo>
                      <a:pt x="185" y="142"/>
                    </a:lnTo>
                    <a:lnTo>
                      <a:pt x="185" y="133"/>
                    </a:lnTo>
                    <a:lnTo>
                      <a:pt x="194" y="133"/>
                    </a:lnTo>
                    <a:lnTo>
                      <a:pt x="203" y="124"/>
                    </a:lnTo>
                    <a:lnTo>
                      <a:pt x="203" y="124"/>
                    </a:lnTo>
                    <a:lnTo>
                      <a:pt x="212" y="124"/>
                    </a:lnTo>
                    <a:lnTo>
                      <a:pt x="212" y="133"/>
                    </a:lnTo>
                    <a:lnTo>
                      <a:pt x="220" y="142"/>
                    </a:lnTo>
                    <a:lnTo>
                      <a:pt x="229" y="159"/>
                    </a:lnTo>
                    <a:lnTo>
                      <a:pt x="229" y="168"/>
                    </a:lnTo>
                    <a:lnTo>
                      <a:pt x="229" y="177"/>
                    </a:lnTo>
                    <a:lnTo>
                      <a:pt x="238" y="186"/>
                    </a:lnTo>
                    <a:lnTo>
                      <a:pt x="238" y="195"/>
                    </a:lnTo>
                    <a:lnTo>
                      <a:pt x="247" y="203"/>
                    </a:lnTo>
                    <a:lnTo>
                      <a:pt x="247" y="203"/>
                    </a:lnTo>
                    <a:lnTo>
                      <a:pt x="247" y="203"/>
                    </a:lnTo>
                    <a:lnTo>
                      <a:pt x="238" y="212"/>
                    </a:lnTo>
                    <a:lnTo>
                      <a:pt x="238" y="221"/>
                    </a:lnTo>
                    <a:lnTo>
                      <a:pt x="247" y="221"/>
                    </a:lnTo>
                    <a:lnTo>
                      <a:pt x="238" y="230"/>
                    </a:lnTo>
                    <a:lnTo>
                      <a:pt x="238" y="239"/>
                    </a:lnTo>
                    <a:lnTo>
                      <a:pt x="238" y="239"/>
                    </a:lnTo>
                    <a:lnTo>
                      <a:pt x="238" y="239"/>
                    </a:lnTo>
                    <a:lnTo>
                      <a:pt x="238" y="230"/>
                    </a:lnTo>
                    <a:lnTo>
                      <a:pt x="229" y="230"/>
                    </a:lnTo>
                    <a:lnTo>
                      <a:pt x="229" y="230"/>
                    </a:lnTo>
                    <a:lnTo>
                      <a:pt x="229" y="239"/>
                    </a:lnTo>
                    <a:lnTo>
                      <a:pt x="220" y="239"/>
                    </a:lnTo>
                    <a:lnTo>
                      <a:pt x="220" y="257"/>
                    </a:lnTo>
                    <a:lnTo>
                      <a:pt x="220" y="257"/>
                    </a:lnTo>
                    <a:lnTo>
                      <a:pt x="212" y="265"/>
                    </a:lnTo>
                    <a:lnTo>
                      <a:pt x="212" y="265"/>
                    </a:lnTo>
                    <a:lnTo>
                      <a:pt x="212" y="265"/>
                    </a:lnTo>
                    <a:lnTo>
                      <a:pt x="212" y="274"/>
                    </a:lnTo>
                    <a:lnTo>
                      <a:pt x="212" y="283"/>
                    </a:lnTo>
                    <a:lnTo>
                      <a:pt x="203" y="301"/>
                    </a:lnTo>
                    <a:lnTo>
                      <a:pt x="194" y="310"/>
                    </a:lnTo>
                    <a:lnTo>
                      <a:pt x="176" y="318"/>
                    </a:lnTo>
                    <a:lnTo>
                      <a:pt x="124" y="327"/>
                    </a:lnTo>
                    <a:lnTo>
                      <a:pt x="115" y="318"/>
                    </a:lnTo>
                    <a:lnTo>
                      <a:pt x="36" y="327"/>
                    </a:lnTo>
                    <a:lnTo>
                      <a:pt x="0" y="336"/>
                    </a:lnTo>
                    <a:lnTo>
                      <a:pt x="0" y="336"/>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107"/>
              <p:cNvSpPr>
                <a:spLocks/>
              </p:cNvSpPr>
              <p:nvPr/>
            </p:nvSpPr>
            <p:spPr bwMode="auto">
              <a:xfrm>
                <a:off x="3456730" y="1951276"/>
                <a:ext cx="472254" cy="213320"/>
              </a:xfrm>
              <a:custGeom>
                <a:avLst/>
                <a:gdLst/>
                <a:ahLst/>
                <a:cxnLst>
                  <a:cxn ang="0">
                    <a:pos x="17" y="53"/>
                  </a:cxn>
                  <a:cxn ang="0">
                    <a:pos x="35" y="35"/>
                  </a:cxn>
                  <a:cxn ang="0">
                    <a:pos x="52" y="35"/>
                  </a:cxn>
                  <a:cxn ang="0">
                    <a:pos x="70" y="17"/>
                  </a:cxn>
                  <a:cxn ang="0">
                    <a:pos x="88" y="9"/>
                  </a:cxn>
                  <a:cxn ang="0">
                    <a:pos x="96" y="26"/>
                  </a:cxn>
                  <a:cxn ang="0">
                    <a:pos x="105" y="26"/>
                  </a:cxn>
                  <a:cxn ang="0">
                    <a:pos x="105" y="26"/>
                  </a:cxn>
                  <a:cxn ang="0">
                    <a:pos x="123" y="26"/>
                  </a:cxn>
                  <a:cxn ang="0">
                    <a:pos x="140" y="26"/>
                  </a:cxn>
                  <a:cxn ang="0">
                    <a:pos x="158" y="44"/>
                  </a:cxn>
                  <a:cxn ang="0">
                    <a:pos x="167" y="53"/>
                  </a:cxn>
                  <a:cxn ang="0">
                    <a:pos x="193" y="53"/>
                  </a:cxn>
                  <a:cxn ang="0">
                    <a:pos x="211" y="44"/>
                  </a:cxn>
                  <a:cxn ang="0">
                    <a:pos x="237" y="26"/>
                  </a:cxn>
                  <a:cxn ang="0">
                    <a:pos x="264" y="26"/>
                  </a:cxn>
                  <a:cxn ang="0">
                    <a:pos x="290" y="17"/>
                  </a:cxn>
                  <a:cxn ang="0">
                    <a:pos x="299" y="44"/>
                  </a:cxn>
                  <a:cxn ang="0">
                    <a:pos x="316" y="35"/>
                  </a:cxn>
                  <a:cxn ang="0">
                    <a:pos x="325" y="35"/>
                  </a:cxn>
                  <a:cxn ang="0">
                    <a:pos x="334" y="44"/>
                  </a:cxn>
                  <a:cxn ang="0">
                    <a:pos x="343" y="53"/>
                  </a:cxn>
                  <a:cxn ang="0">
                    <a:pos x="352" y="62"/>
                  </a:cxn>
                  <a:cxn ang="0">
                    <a:pos x="325" y="70"/>
                  </a:cxn>
                  <a:cxn ang="0">
                    <a:pos x="308" y="70"/>
                  </a:cxn>
                  <a:cxn ang="0">
                    <a:pos x="308" y="88"/>
                  </a:cxn>
                  <a:cxn ang="0">
                    <a:pos x="281" y="70"/>
                  </a:cxn>
                  <a:cxn ang="0">
                    <a:pos x="264" y="79"/>
                  </a:cxn>
                  <a:cxn ang="0">
                    <a:pos x="237" y="88"/>
                  </a:cxn>
                  <a:cxn ang="0">
                    <a:pos x="228" y="88"/>
                  </a:cxn>
                  <a:cxn ang="0">
                    <a:pos x="220" y="106"/>
                  </a:cxn>
                  <a:cxn ang="0">
                    <a:pos x="202" y="115"/>
                  </a:cxn>
                  <a:cxn ang="0">
                    <a:pos x="211" y="97"/>
                  </a:cxn>
                  <a:cxn ang="0">
                    <a:pos x="193" y="106"/>
                  </a:cxn>
                  <a:cxn ang="0">
                    <a:pos x="193" y="106"/>
                  </a:cxn>
                  <a:cxn ang="0">
                    <a:pos x="184" y="106"/>
                  </a:cxn>
                  <a:cxn ang="0">
                    <a:pos x="176" y="123"/>
                  </a:cxn>
                  <a:cxn ang="0">
                    <a:pos x="158" y="159"/>
                  </a:cxn>
                  <a:cxn ang="0">
                    <a:pos x="158" y="159"/>
                  </a:cxn>
                  <a:cxn ang="0">
                    <a:pos x="158" y="141"/>
                  </a:cxn>
                  <a:cxn ang="0">
                    <a:pos x="140" y="141"/>
                  </a:cxn>
                  <a:cxn ang="0">
                    <a:pos x="140" y="123"/>
                  </a:cxn>
                  <a:cxn ang="0">
                    <a:pos x="132" y="115"/>
                  </a:cxn>
                  <a:cxn ang="0">
                    <a:pos x="123" y="97"/>
                  </a:cxn>
                  <a:cxn ang="0">
                    <a:pos x="96" y="97"/>
                  </a:cxn>
                  <a:cxn ang="0">
                    <a:pos x="70" y="88"/>
                  </a:cxn>
                  <a:cxn ang="0">
                    <a:pos x="0" y="62"/>
                  </a:cxn>
                </a:cxnLst>
                <a:rect l="0" t="0" r="r" b="b"/>
                <a:pathLst>
                  <a:path w="352" h="159">
                    <a:moveTo>
                      <a:pt x="0" y="62"/>
                    </a:moveTo>
                    <a:lnTo>
                      <a:pt x="0" y="53"/>
                    </a:lnTo>
                    <a:lnTo>
                      <a:pt x="17" y="53"/>
                    </a:lnTo>
                    <a:lnTo>
                      <a:pt x="26" y="44"/>
                    </a:lnTo>
                    <a:lnTo>
                      <a:pt x="35" y="35"/>
                    </a:lnTo>
                    <a:lnTo>
                      <a:pt x="35" y="35"/>
                    </a:lnTo>
                    <a:lnTo>
                      <a:pt x="44" y="35"/>
                    </a:lnTo>
                    <a:lnTo>
                      <a:pt x="44" y="35"/>
                    </a:lnTo>
                    <a:lnTo>
                      <a:pt x="52" y="35"/>
                    </a:lnTo>
                    <a:lnTo>
                      <a:pt x="52" y="26"/>
                    </a:lnTo>
                    <a:lnTo>
                      <a:pt x="61" y="26"/>
                    </a:lnTo>
                    <a:lnTo>
                      <a:pt x="70" y="17"/>
                    </a:lnTo>
                    <a:lnTo>
                      <a:pt x="70" y="17"/>
                    </a:lnTo>
                    <a:lnTo>
                      <a:pt x="88" y="0"/>
                    </a:lnTo>
                    <a:lnTo>
                      <a:pt x="88" y="9"/>
                    </a:lnTo>
                    <a:lnTo>
                      <a:pt x="88" y="9"/>
                    </a:lnTo>
                    <a:lnTo>
                      <a:pt x="96" y="17"/>
                    </a:lnTo>
                    <a:lnTo>
                      <a:pt x="96" y="26"/>
                    </a:lnTo>
                    <a:lnTo>
                      <a:pt x="96" y="35"/>
                    </a:lnTo>
                    <a:lnTo>
                      <a:pt x="105" y="35"/>
                    </a:lnTo>
                    <a:lnTo>
                      <a:pt x="105" y="26"/>
                    </a:lnTo>
                    <a:lnTo>
                      <a:pt x="105" y="26"/>
                    </a:lnTo>
                    <a:lnTo>
                      <a:pt x="114" y="17"/>
                    </a:lnTo>
                    <a:lnTo>
                      <a:pt x="105" y="26"/>
                    </a:lnTo>
                    <a:lnTo>
                      <a:pt x="114" y="26"/>
                    </a:lnTo>
                    <a:lnTo>
                      <a:pt x="114" y="26"/>
                    </a:lnTo>
                    <a:lnTo>
                      <a:pt x="123" y="26"/>
                    </a:lnTo>
                    <a:lnTo>
                      <a:pt x="132" y="26"/>
                    </a:lnTo>
                    <a:lnTo>
                      <a:pt x="132" y="26"/>
                    </a:lnTo>
                    <a:lnTo>
                      <a:pt x="140" y="26"/>
                    </a:lnTo>
                    <a:lnTo>
                      <a:pt x="149" y="26"/>
                    </a:lnTo>
                    <a:lnTo>
                      <a:pt x="149" y="35"/>
                    </a:lnTo>
                    <a:lnTo>
                      <a:pt x="158" y="44"/>
                    </a:lnTo>
                    <a:lnTo>
                      <a:pt x="158" y="53"/>
                    </a:lnTo>
                    <a:lnTo>
                      <a:pt x="167" y="53"/>
                    </a:lnTo>
                    <a:lnTo>
                      <a:pt x="167" y="53"/>
                    </a:lnTo>
                    <a:lnTo>
                      <a:pt x="184" y="44"/>
                    </a:lnTo>
                    <a:lnTo>
                      <a:pt x="184" y="53"/>
                    </a:lnTo>
                    <a:lnTo>
                      <a:pt x="193" y="53"/>
                    </a:lnTo>
                    <a:lnTo>
                      <a:pt x="193" y="53"/>
                    </a:lnTo>
                    <a:lnTo>
                      <a:pt x="202" y="53"/>
                    </a:lnTo>
                    <a:lnTo>
                      <a:pt x="211" y="44"/>
                    </a:lnTo>
                    <a:lnTo>
                      <a:pt x="220" y="35"/>
                    </a:lnTo>
                    <a:lnTo>
                      <a:pt x="228" y="35"/>
                    </a:lnTo>
                    <a:lnTo>
                      <a:pt x="237" y="26"/>
                    </a:lnTo>
                    <a:lnTo>
                      <a:pt x="237" y="26"/>
                    </a:lnTo>
                    <a:lnTo>
                      <a:pt x="255" y="26"/>
                    </a:lnTo>
                    <a:lnTo>
                      <a:pt x="264" y="26"/>
                    </a:lnTo>
                    <a:lnTo>
                      <a:pt x="272" y="17"/>
                    </a:lnTo>
                    <a:lnTo>
                      <a:pt x="281" y="17"/>
                    </a:lnTo>
                    <a:lnTo>
                      <a:pt x="290" y="17"/>
                    </a:lnTo>
                    <a:lnTo>
                      <a:pt x="290" y="35"/>
                    </a:lnTo>
                    <a:lnTo>
                      <a:pt x="290" y="35"/>
                    </a:lnTo>
                    <a:lnTo>
                      <a:pt x="299" y="44"/>
                    </a:lnTo>
                    <a:lnTo>
                      <a:pt x="308" y="35"/>
                    </a:lnTo>
                    <a:lnTo>
                      <a:pt x="316" y="44"/>
                    </a:lnTo>
                    <a:lnTo>
                      <a:pt x="316" y="35"/>
                    </a:lnTo>
                    <a:lnTo>
                      <a:pt x="325" y="35"/>
                    </a:lnTo>
                    <a:lnTo>
                      <a:pt x="325" y="35"/>
                    </a:lnTo>
                    <a:lnTo>
                      <a:pt x="325" y="35"/>
                    </a:lnTo>
                    <a:lnTo>
                      <a:pt x="334" y="35"/>
                    </a:lnTo>
                    <a:lnTo>
                      <a:pt x="334" y="44"/>
                    </a:lnTo>
                    <a:lnTo>
                      <a:pt x="334" y="44"/>
                    </a:lnTo>
                    <a:lnTo>
                      <a:pt x="334" y="53"/>
                    </a:lnTo>
                    <a:lnTo>
                      <a:pt x="343" y="53"/>
                    </a:lnTo>
                    <a:lnTo>
                      <a:pt x="343" y="53"/>
                    </a:lnTo>
                    <a:lnTo>
                      <a:pt x="343" y="62"/>
                    </a:lnTo>
                    <a:lnTo>
                      <a:pt x="343" y="62"/>
                    </a:lnTo>
                    <a:lnTo>
                      <a:pt x="352" y="62"/>
                    </a:lnTo>
                    <a:lnTo>
                      <a:pt x="352" y="70"/>
                    </a:lnTo>
                    <a:lnTo>
                      <a:pt x="352" y="70"/>
                    </a:lnTo>
                    <a:lnTo>
                      <a:pt x="325" y="70"/>
                    </a:lnTo>
                    <a:lnTo>
                      <a:pt x="325" y="70"/>
                    </a:lnTo>
                    <a:lnTo>
                      <a:pt x="316" y="70"/>
                    </a:lnTo>
                    <a:lnTo>
                      <a:pt x="308" y="70"/>
                    </a:lnTo>
                    <a:lnTo>
                      <a:pt x="308" y="79"/>
                    </a:lnTo>
                    <a:lnTo>
                      <a:pt x="308" y="88"/>
                    </a:lnTo>
                    <a:lnTo>
                      <a:pt x="308" y="88"/>
                    </a:lnTo>
                    <a:lnTo>
                      <a:pt x="299" y="79"/>
                    </a:lnTo>
                    <a:lnTo>
                      <a:pt x="281" y="70"/>
                    </a:lnTo>
                    <a:lnTo>
                      <a:pt x="281" y="70"/>
                    </a:lnTo>
                    <a:lnTo>
                      <a:pt x="272" y="70"/>
                    </a:lnTo>
                    <a:lnTo>
                      <a:pt x="264" y="70"/>
                    </a:lnTo>
                    <a:lnTo>
                      <a:pt x="264" y="79"/>
                    </a:lnTo>
                    <a:lnTo>
                      <a:pt x="255" y="79"/>
                    </a:lnTo>
                    <a:lnTo>
                      <a:pt x="246" y="79"/>
                    </a:lnTo>
                    <a:lnTo>
                      <a:pt x="237" y="88"/>
                    </a:lnTo>
                    <a:lnTo>
                      <a:pt x="237" y="88"/>
                    </a:lnTo>
                    <a:lnTo>
                      <a:pt x="228" y="88"/>
                    </a:lnTo>
                    <a:lnTo>
                      <a:pt x="228" y="88"/>
                    </a:lnTo>
                    <a:lnTo>
                      <a:pt x="220" y="97"/>
                    </a:lnTo>
                    <a:lnTo>
                      <a:pt x="220" y="97"/>
                    </a:lnTo>
                    <a:lnTo>
                      <a:pt x="220" y="106"/>
                    </a:lnTo>
                    <a:lnTo>
                      <a:pt x="211" y="106"/>
                    </a:lnTo>
                    <a:lnTo>
                      <a:pt x="211" y="115"/>
                    </a:lnTo>
                    <a:lnTo>
                      <a:pt x="202" y="115"/>
                    </a:lnTo>
                    <a:lnTo>
                      <a:pt x="211" y="106"/>
                    </a:lnTo>
                    <a:lnTo>
                      <a:pt x="211" y="106"/>
                    </a:lnTo>
                    <a:lnTo>
                      <a:pt x="211" y="97"/>
                    </a:lnTo>
                    <a:lnTo>
                      <a:pt x="211" y="97"/>
                    </a:lnTo>
                    <a:lnTo>
                      <a:pt x="202" y="97"/>
                    </a:lnTo>
                    <a:lnTo>
                      <a:pt x="193" y="106"/>
                    </a:lnTo>
                    <a:lnTo>
                      <a:pt x="193" y="106"/>
                    </a:lnTo>
                    <a:lnTo>
                      <a:pt x="193" y="115"/>
                    </a:lnTo>
                    <a:lnTo>
                      <a:pt x="193" y="106"/>
                    </a:lnTo>
                    <a:lnTo>
                      <a:pt x="184" y="106"/>
                    </a:lnTo>
                    <a:lnTo>
                      <a:pt x="193" y="97"/>
                    </a:lnTo>
                    <a:lnTo>
                      <a:pt x="184" y="106"/>
                    </a:lnTo>
                    <a:lnTo>
                      <a:pt x="184" y="115"/>
                    </a:lnTo>
                    <a:lnTo>
                      <a:pt x="176" y="115"/>
                    </a:lnTo>
                    <a:lnTo>
                      <a:pt x="176" y="123"/>
                    </a:lnTo>
                    <a:lnTo>
                      <a:pt x="176" y="132"/>
                    </a:lnTo>
                    <a:lnTo>
                      <a:pt x="167" y="150"/>
                    </a:lnTo>
                    <a:lnTo>
                      <a:pt x="158" y="159"/>
                    </a:lnTo>
                    <a:lnTo>
                      <a:pt x="158" y="159"/>
                    </a:lnTo>
                    <a:lnTo>
                      <a:pt x="158" y="159"/>
                    </a:lnTo>
                    <a:lnTo>
                      <a:pt x="158" y="159"/>
                    </a:lnTo>
                    <a:lnTo>
                      <a:pt x="149" y="159"/>
                    </a:lnTo>
                    <a:lnTo>
                      <a:pt x="149" y="150"/>
                    </a:lnTo>
                    <a:lnTo>
                      <a:pt x="158" y="141"/>
                    </a:lnTo>
                    <a:lnTo>
                      <a:pt x="149" y="141"/>
                    </a:lnTo>
                    <a:lnTo>
                      <a:pt x="140" y="141"/>
                    </a:lnTo>
                    <a:lnTo>
                      <a:pt x="140" y="141"/>
                    </a:lnTo>
                    <a:lnTo>
                      <a:pt x="140" y="132"/>
                    </a:lnTo>
                    <a:lnTo>
                      <a:pt x="149" y="123"/>
                    </a:lnTo>
                    <a:lnTo>
                      <a:pt x="140" y="123"/>
                    </a:lnTo>
                    <a:lnTo>
                      <a:pt x="140" y="115"/>
                    </a:lnTo>
                    <a:lnTo>
                      <a:pt x="140" y="115"/>
                    </a:lnTo>
                    <a:lnTo>
                      <a:pt x="132" y="115"/>
                    </a:lnTo>
                    <a:lnTo>
                      <a:pt x="123" y="115"/>
                    </a:lnTo>
                    <a:lnTo>
                      <a:pt x="123" y="106"/>
                    </a:lnTo>
                    <a:lnTo>
                      <a:pt x="123" y="97"/>
                    </a:lnTo>
                    <a:lnTo>
                      <a:pt x="105" y="97"/>
                    </a:lnTo>
                    <a:lnTo>
                      <a:pt x="105" y="97"/>
                    </a:lnTo>
                    <a:lnTo>
                      <a:pt x="96" y="97"/>
                    </a:lnTo>
                    <a:lnTo>
                      <a:pt x="88" y="97"/>
                    </a:lnTo>
                    <a:lnTo>
                      <a:pt x="88" y="97"/>
                    </a:lnTo>
                    <a:lnTo>
                      <a:pt x="70" y="88"/>
                    </a:lnTo>
                    <a:lnTo>
                      <a:pt x="17" y="79"/>
                    </a:lnTo>
                    <a:lnTo>
                      <a:pt x="8" y="70"/>
                    </a:lnTo>
                    <a:lnTo>
                      <a:pt x="0" y="62"/>
                    </a:lnTo>
                    <a:lnTo>
                      <a:pt x="0" y="62"/>
                    </a:lnTo>
                    <a:lnTo>
                      <a:pt x="0" y="6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109"/>
              <p:cNvSpPr>
                <a:spLocks/>
              </p:cNvSpPr>
              <p:nvPr/>
            </p:nvSpPr>
            <p:spPr bwMode="auto">
              <a:xfrm>
                <a:off x="3574793" y="1915051"/>
                <a:ext cx="59032" cy="59032"/>
              </a:xfrm>
              <a:custGeom>
                <a:avLst/>
                <a:gdLst/>
                <a:ahLst/>
                <a:cxnLst>
                  <a:cxn ang="0">
                    <a:pos x="35" y="18"/>
                  </a:cxn>
                  <a:cxn ang="0">
                    <a:pos x="26" y="18"/>
                  </a:cxn>
                  <a:cxn ang="0">
                    <a:pos x="17" y="36"/>
                  </a:cxn>
                  <a:cxn ang="0">
                    <a:pos x="17" y="44"/>
                  </a:cxn>
                  <a:cxn ang="0">
                    <a:pos x="8" y="44"/>
                  </a:cxn>
                  <a:cxn ang="0">
                    <a:pos x="17" y="36"/>
                  </a:cxn>
                  <a:cxn ang="0">
                    <a:pos x="17" y="27"/>
                  </a:cxn>
                  <a:cxn ang="0">
                    <a:pos x="8" y="36"/>
                  </a:cxn>
                  <a:cxn ang="0">
                    <a:pos x="0" y="36"/>
                  </a:cxn>
                  <a:cxn ang="0">
                    <a:pos x="0" y="27"/>
                  </a:cxn>
                  <a:cxn ang="0">
                    <a:pos x="8" y="27"/>
                  </a:cxn>
                  <a:cxn ang="0">
                    <a:pos x="8" y="18"/>
                  </a:cxn>
                  <a:cxn ang="0">
                    <a:pos x="17" y="9"/>
                  </a:cxn>
                  <a:cxn ang="0">
                    <a:pos x="35" y="9"/>
                  </a:cxn>
                  <a:cxn ang="0">
                    <a:pos x="44" y="0"/>
                  </a:cxn>
                  <a:cxn ang="0">
                    <a:pos x="44" y="9"/>
                  </a:cxn>
                  <a:cxn ang="0">
                    <a:pos x="44" y="9"/>
                  </a:cxn>
                  <a:cxn ang="0">
                    <a:pos x="35" y="9"/>
                  </a:cxn>
                  <a:cxn ang="0">
                    <a:pos x="35" y="18"/>
                  </a:cxn>
                </a:cxnLst>
                <a:rect l="0" t="0" r="r" b="b"/>
                <a:pathLst>
                  <a:path w="44" h="44">
                    <a:moveTo>
                      <a:pt x="35" y="18"/>
                    </a:moveTo>
                    <a:lnTo>
                      <a:pt x="26" y="18"/>
                    </a:lnTo>
                    <a:lnTo>
                      <a:pt x="17" y="36"/>
                    </a:lnTo>
                    <a:lnTo>
                      <a:pt x="17" y="44"/>
                    </a:lnTo>
                    <a:lnTo>
                      <a:pt x="8" y="44"/>
                    </a:lnTo>
                    <a:lnTo>
                      <a:pt x="17" y="36"/>
                    </a:lnTo>
                    <a:lnTo>
                      <a:pt x="17" y="27"/>
                    </a:lnTo>
                    <a:lnTo>
                      <a:pt x="8" y="36"/>
                    </a:lnTo>
                    <a:lnTo>
                      <a:pt x="0" y="36"/>
                    </a:lnTo>
                    <a:lnTo>
                      <a:pt x="0" y="27"/>
                    </a:lnTo>
                    <a:lnTo>
                      <a:pt x="8" y="27"/>
                    </a:lnTo>
                    <a:lnTo>
                      <a:pt x="8" y="18"/>
                    </a:lnTo>
                    <a:lnTo>
                      <a:pt x="17" y="9"/>
                    </a:lnTo>
                    <a:lnTo>
                      <a:pt x="35" y="9"/>
                    </a:lnTo>
                    <a:lnTo>
                      <a:pt x="44" y="0"/>
                    </a:lnTo>
                    <a:lnTo>
                      <a:pt x="44" y="9"/>
                    </a:lnTo>
                    <a:lnTo>
                      <a:pt x="44" y="9"/>
                    </a:lnTo>
                    <a:lnTo>
                      <a:pt x="35" y="9"/>
                    </a:lnTo>
                    <a:lnTo>
                      <a:pt x="35" y="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110"/>
              <p:cNvSpPr>
                <a:spLocks/>
              </p:cNvSpPr>
              <p:nvPr/>
            </p:nvSpPr>
            <p:spPr bwMode="auto">
              <a:xfrm>
                <a:off x="3574793" y="1915051"/>
                <a:ext cx="59032" cy="59032"/>
              </a:xfrm>
              <a:custGeom>
                <a:avLst/>
                <a:gdLst/>
                <a:ahLst/>
                <a:cxnLst>
                  <a:cxn ang="0">
                    <a:pos x="35" y="18"/>
                  </a:cxn>
                  <a:cxn ang="0">
                    <a:pos x="26" y="18"/>
                  </a:cxn>
                  <a:cxn ang="0">
                    <a:pos x="17" y="36"/>
                  </a:cxn>
                  <a:cxn ang="0">
                    <a:pos x="17" y="44"/>
                  </a:cxn>
                  <a:cxn ang="0">
                    <a:pos x="8" y="44"/>
                  </a:cxn>
                  <a:cxn ang="0">
                    <a:pos x="17" y="36"/>
                  </a:cxn>
                  <a:cxn ang="0">
                    <a:pos x="17" y="27"/>
                  </a:cxn>
                  <a:cxn ang="0">
                    <a:pos x="8" y="36"/>
                  </a:cxn>
                  <a:cxn ang="0">
                    <a:pos x="0" y="36"/>
                  </a:cxn>
                  <a:cxn ang="0">
                    <a:pos x="0" y="27"/>
                  </a:cxn>
                  <a:cxn ang="0">
                    <a:pos x="8" y="27"/>
                  </a:cxn>
                  <a:cxn ang="0">
                    <a:pos x="8" y="18"/>
                  </a:cxn>
                  <a:cxn ang="0">
                    <a:pos x="17" y="9"/>
                  </a:cxn>
                  <a:cxn ang="0">
                    <a:pos x="35" y="9"/>
                  </a:cxn>
                  <a:cxn ang="0">
                    <a:pos x="44" y="0"/>
                  </a:cxn>
                  <a:cxn ang="0">
                    <a:pos x="44" y="9"/>
                  </a:cxn>
                  <a:cxn ang="0">
                    <a:pos x="44" y="9"/>
                  </a:cxn>
                  <a:cxn ang="0">
                    <a:pos x="35" y="9"/>
                  </a:cxn>
                  <a:cxn ang="0">
                    <a:pos x="35" y="18"/>
                  </a:cxn>
                </a:cxnLst>
                <a:rect l="0" t="0" r="r" b="b"/>
                <a:pathLst>
                  <a:path w="44" h="44">
                    <a:moveTo>
                      <a:pt x="35" y="18"/>
                    </a:moveTo>
                    <a:lnTo>
                      <a:pt x="26" y="18"/>
                    </a:lnTo>
                    <a:lnTo>
                      <a:pt x="17" y="36"/>
                    </a:lnTo>
                    <a:lnTo>
                      <a:pt x="17" y="44"/>
                    </a:lnTo>
                    <a:lnTo>
                      <a:pt x="8" y="44"/>
                    </a:lnTo>
                    <a:lnTo>
                      <a:pt x="17" y="36"/>
                    </a:lnTo>
                    <a:lnTo>
                      <a:pt x="17" y="27"/>
                    </a:lnTo>
                    <a:lnTo>
                      <a:pt x="8" y="36"/>
                    </a:lnTo>
                    <a:lnTo>
                      <a:pt x="0" y="36"/>
                    </a:lnTo>
                    <a:lnTo>
                      <a:pt x="0" y="27"/>
                    </a:lnTo>
                    <a:lnTo>
                      <a:pt x="8" y="27"/>
                    </a:lnTo>
                    <a:lnTo>
                      <a:pt x="8" y="18"/>
                    </a:lnTo>
                    <a:lnTo>
                      <a:pt x="17" y="9"/>
                    </a:lnTo>
                    <a:lnTo>
                      <a:pt x="35" y="9"/>
                    </a:lnTo>
                    <a:lnTo>
                      <a:pt x="44" y="0"/>
                    </a:lnTo>
                    <a:lnTo>
                      <a:pt x="44" y="9"/>
                    </a:lnTo>
                    <a:lnTo>
                      <a:pt x="44" y="9"/>
                    </a:lnTo>
                    <a:lnTo>
                      <a:pt x="35" y="9"/>
                    </a:lnTo>
                    <a:lnTo>
                      <a:pt x="35" y="1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111"/>
              <p:cNvSpPr>
                <a:spLocks/>
              </p:cNvSpPr>
              <p:nvPr/>
            </p:nvSpPr>
            <p:spPr bwMode="auto">
              <a:xfrm>
                <a:off x="3928984" y="2034457"/>
                <a:ext cx="34882" cy="10733"/>
              </a:xfrm>
              <a:custGeom>
                <a:avLst/>
                <a:gdLst/>
                <a:ahLst/>
                <a:cxnLst>
                  <a:cxn ang="0">
                    <a:pos x="17" y="0"/>
                  </a:cxn>
                  <a:cxn ang="0">
                    <a:pos x="26" y="0"/>
                  </a:cxn>
                  <a:cxn ang="0">
                    <a:pos x="26" y="8"/>
                  </a:cxn>
                  <a:cxn ang="0">
                    <a:pos x="17" y="8"/>
                  </a:cxn>
                  <a:cxn ang="0">
                    <a:pos x="8" y="8"/>
                  </a:cxn>
                  <a:cxn ang="0">
                    <a:pos x="8" y="8"/>
                  </a:cxn>
                  <a:cxn ang="0">
                    <a:pos x="0" y="8"/>
                  </a:cxn>
                  <a:cxn ang="0">
                    <a:pos x="8" y="8"/>
                  </a:cxn>
                  <a:cxn ang="0">
                    <a:pos x="17" y="0"/>
                  </a:cxn>
                  <a:cxn ang="0">
                    <a:pos x="8" y="0"/>
                  </a:cxn>
                  <a:cxn ang="0">
                    <a:pos x="17" y="0"/>
                  </a:cxn>
                </a:cxnLst>
                <a:rect l="0" t="0" r="r" b="b"/>
                <a:pathLst>
                  <a:path w="26" h="8">
                    <a:moveTo>
                      <a:pt x="17" y="0"/>
                    </a:moveTo>
                    <a:lnTo>
                      <a:pt x="26" y="0"/>
                    </a:lnTo>
                    <a:lnTo>
                      <a:pt x="26" y="8"/>
                    </a:lnTo>
                    <a:lnTo>
                      <a:pt x="17" y="8"/>
                    </a:lnTo>
                    <a:lnTo>
                      <a:pt x="8" y="8"/>
                    </a:lnTo>
                    <a:lnTo>
                      <a:pt x="8" y="8"/>
                    </a:lnTo>
                    <a:lnTo>
                      <a:pt x="0" y="8"/>
                    </a:lnTo>
                    <a:lnTo>
                      <a:pt x="8" y="8"/>
                    </a:lnTo>
                    <a:lnTo>
                      <a:pt x="17" y="0"/>
                    </a:lnTo>
                    <a:lnTo>
                      <a:pt x="8" y="0"/>
                    </a:lnTo>
                    <a:lnTo>
                      <a:pt x="17"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112"/>
              <p:cNvSpPr>
                <a:spLocks/>
              </p:cNvSpPr>
              <p:nvPr/>
            </p:nvSpPr>
            <p:spPr bwMode="auto">
              <a:xfrm>
                <a:off x="3928984" y="2034457"/>
                <a:ext cx="34882" cy="10733"/>
              </a:xfrm>
              <a:custGeom>
                <a:avLst/>
                <a:gdLst/>
                <a:ahLst/>
                <a:cxnLst>
                  <a:cxn ang="0">
                    <a:pos x="17" y="0"/>
                  </a:cxn>
                  <a:cxn ang="0">
                    <a:pos x="26" y="0"/>
                  </a:cxn>
                  <a:cxn ang="0">
                    <a:pos x="26" y="8"/>
                  </a:cxn>
                  <a:cxn ang="0">
                    <a:pos x="17" y="8"/>
                  </a:cxn>
                  <a:cxn ang="0">
                    <a:pos x="8" y="8"/>
                  </a:cxn>
                  <a:cxn ang="0">
                    <a:pos x="8" y="8"/>
                  </a:cxn>
                  <a:cxn ang="0">
                    <a:pos x="0" y="8"/>
                  </a:cxn>
                  <a:cxn ang="0">
                    <a:pos x="8" y="8"/>
                  </a:cxn>
                  <a:cxn ang="0">
                    <a:pos x="17" y="0"/>
                  </a:cxn>
                  <a:cxn ang="0">
                    <a:pos x="8" y="0"/>
                  </a:cxn>
                  <a:cxn ang="0">
                    <a:pos x="17" y="0"/>
                  </a:cxn>
                </a:cxnLst>
                <a:rect l="0" t="0" r="r" b="b"/>
                <a:pathLst>
                  <a:path w="26" h="8">
                    <a:moveTo>
                      <a:pt x="17" y="0"/>
                    </a:moveTo>
                    <a:lnTo>
                      <a:pt x="26" y="0"/>
                    </a:lnTo>
                    <a:lnTo>
                      <a:pt x="26" y="8"/>
                    </a:lnTo>
                    <a:lnTo>
                      <a:pt x="17" y="8"/>
                    </a:lnTo>
                    <a:lnTo>
                      <a:pt x="8" y="8"/>
                    </a:lnTo>
                    <a:lnTo>
                      <a:pt x="8" y="8"/>
                    </a:lnTo>
                    <a:lnTo>
                      <a:pt x="0" y="8"/>
                    </a:lnTo>
                    <a:lnTo>
                      <a:pt x="8" y="8"/>
                    </a:lnTo>
                    <a:lnTo>
                      <a:pt x="17" y="0"/>
                    </a:lnTo>
                    <a:lnTo>
                      <a:pt x="8" y="0"/>
                    </a:lnTo>
                    <a:lnTo>
                      <a:pt x="17"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13"/>
              <p:cNvSpPr>
                <a:spLocks/>
              </p:cNvSpPr>
              <p:nvPr/>
            </p:nvSpPr>
            <p:spPr bwMode="auto">
              <a:xfrm>
                <a:off x="4792995" y="2163924"/>
                <a:ext cx="271010" cy="154288"/>
              </a:xfrm>
              <a:custGeom>
                <a:avLst/>
                <a:gdLst/>
                <a:ahLst/>
                <a:cxnLst>
                  <a:cxn ang="0">
                    <a:pos x="44" y="35"/>
                  </a:cxn>
                  <a:cxn ang="0">
                    <a:pos x="114" y="18"/>
                  </a:cxn>
                  <a:cxn ang="0">
                    <a:pos x="114" y="9"/>
                  </a:cxn>
                  <a:cxn ang="0">
                    <a:pos x="123" y="0"/>
                  </a:cxn>
                  <a:cxn ang="0">
                    <a:pos x="132" y="0"/>
                  </a:cxn>
                  <a:cxn ang="0">
                    <a:pos x="132" y="9"/>
                  </a:cxn>
                  <a:cxn ang="0">
                    <a:pos x="141" y="18"/>
                  </a:cxn>
                  <a:cxn ang="0">
                    <a:pos x="141" y="18"/>
                  </a:cxn>
                  <a:cxn ang="0">
                    <a:pos x="149" y="18"/>
                  </a:cxn>
                  <a:cxn ang="0">
                    <a:pos x="132" y="35"/>
                  </a:cxn>
                  <a:cxn ang="0">
                    <a:pos x="132" y="35"/>
                  </a:cxn>
                  <a:cxn ang="0">
                    <a:pos x="132" y="44"/>
                  </a:cxn>
                  <a:cxn ang="0">
                    <a:pos x="141" y="53"/>
                  </a:cxn>
                  <a:cxn ang="0">
                    <a:pos x="149" y="53"/>
                  </a:cxn>
                  <a:cxn ang="0">
                    <a:pos x="158" y="62"/>
                  </a:cxn>
                  <a:cxn ang="0">
                    <a:pos x="158" y="71"/>
                  </a:cxn>
                  <a:cxn ang="0">
                    <a:pos x="167" y="71"/>
                  </a:cxn>
                  <a:cxn ang="0">
                    <a:pos x="176" y="79"/>
                  </a:cxn>
                  <a:cxn ang="0">
                    <a:pos x="185" y="79"/>
                  </a:cxn>
                  <a:cxn ang="0">
                    <a:pos x="202" y="71"/>
                  </a:cxn>
                  <a:cxn ang="0">
                    <a:pos x="193" y="62"/>
                  </a:cxn>
                  <a:cxn ang="0">
                    <a:pos x="185" y="53"/>
                  </a:cxn>
                  <a:cxn ang="0">
                    <a:pos x="185" y="53"/>
                  </a:cxn>
                  <a:cxn ang="0">
                    <a:pos x="193" y="53"/>
                  </a:cxn>
                  <a:cxn ang="0">
                    <a:pos x="202" y="79"/>
                  </a:cxn>
                  <a:cxn ang="0">
                    <a:pos x="193" y="79"/>
                  </a:cxn>
                  <a:cxn ang="0">
                    <a:pos x="176" y="88"/>
                  </a:cxn>
                  <a:cxn ang="0">
                    <a:pos x="176" y="97"/>
                  </a:cxn>
                  <a:cxn ang="0">
                    <a:pos x="167" y="88"/>
                  </a:cxn>
                  <a:cxn ang="0">
                    <a:pos x="158" y="88"/>
                  </a:cxn>
                  <a:cxn ang="0">
                    <a:pos x="149" y="97"/>
                  </a:cxn>
                  <a:cxn ang="0">
                    <a:pos x="141" y="106"/>
                  </a:cxn>
                  <a:cxn ang="0">
                    <a:pos x="141" y="106"/>
                  </a:cxn>
                  <a:cxn ang="0">
                    <a:pos x="132" y="97"/>
                  </a:cxn>
                  <a:cxn ang="0">
                    <a:pos x="132" y="88"/>
                  </a:cxn>
                  <a:cxn ang="0">
                    <a:pos x="132" y="97"/>
                  </a:cxn>
                  <a:cxn ang="0">
                    <a:pos x="123" y="97"/>
                  </a:cxn>
                  <a:cxn ang="0">
                    <a:pos x="123" y="88"/>
                  </a:cxn>
                  <a:cxn ang="0">
                    <a:pos x="114" y="79"/>
                  </a:cxn>
                  <a:cxn ang="0">
                    <a:pos x="97" y="79"/>
                  </a:cxn>
                  <a:cxn ang="0">
                    <a:pos x="79" y="88"/>
                  </a:cxn>
                  <a:cxn ang="0">
                    <a:pos x="53" y="97"/>
                  </a:cxn>
                  <a:cxn ang="0">
                    <a:pos x="35" y="97"/>
                  </a:cxn>
                  <a:cxn ang="0">
                    <a:pos x="0" y="106"/>
                  </a:cxn>
                  <a:cxn ang="0">
                    <a:pos x="0" y="53"/>
                  </a:cxn>
                </a:cxnLst>
                <a:rect l="0" t="0" r="r" b="b"/>
                <a:pathLst>
                  <a:path w="202" h="115">
                    <a:moveTo>
                      <a:pt x="0" y="44"/>
                    </a:moveTo>
                    <a:lnTo>
                      <a:pt x="44" y="35"/>
                    </a:lnTo>
                    <a:lnTo>
                      <a:pt x="105" y="26"/>
                    </a:lnTo>
                    <a:lnTo>
                      <a:pt x="114" y="18"/>
                    </a:lnTo>
                    <a:lnTo>
                      <a:pt x="114" y="9"/>
                    </a:lnTo>
                    <a:lnTo>
                      <a:pt x="114" y="9"/>
                    </a:lnTo>
                    <a:lnTo>
                      <a:pt x="123" y="9"/>
                    </a:lnTo>
                    <a:lnTo>
                      <a:pt x="123" y="0"/>
                    </a:lnTo>
                    <a:lnTo>
                      <a:pt x="132" y="0"/>
                    </a:lnTo>
                    <a:lnTo>
                      <a:pt x="132" y="0"/>
                    </a:lnTo>
                    <a:lnTo>
                      <a:pt x="132" y="9"/>
                    </a:lnTo>
                    <a:lnTo>
                      <a:pt x="132" y="9"/>
                    </a:lnTo>
                    <a:lnTo>
                      <a:pt x="132" y="18"/>
                    </a:lnTo>
                    <a:lnTo>
                      <a:pt x="141" y="18"/>
                    </a:lnTo>
                    <a:lnTo>
                      <a:pt x="141" y="18"/>
                    </a:lnTo>
                    <a:lnTo>
                      <a:pt x="141" y="18"/>
                    </a:lnTo>
                    <a:lnTo>
                      <a:pt x="149" y="18"/>
                    </a:lnTo>
                    <a:lnTo>
                      <a:pt x="149" y="18"/>
                    </a:lnTo>
                    <a:lnTo>
                      <a:pt x="141" y="26"/>
                    </a:lnTo>
                    <a:lnTo>
                      <a:pt x="132" y="35"/>
                    </a:lnTo>
                    <a:lnTo>
                      <a:pt x="132" y="35"/>
                    </a:lnTo>
                    <a:lnTo>
                      <a:pt x="132" y="35"/>
                    </a:lnTo>
                    <a:lnTo>
                      <a:pt x="132" y="44"/>
                    </a:lnTo>
                    <a:lnTo>
                      <a:pt x="132" y="44"/>
                    </a:lnTo>
                    <a:lnTo>
                      <a:pt x="132" y="53"/>
                    </a:lnTo>
                    <a:lnTo>
                      <a:pt x="141" y="53"/>
                    </a:lnTo>
                    <a:lnTo>
                      <a:pt x="141" y="53"/>
                    </a:lnTo>
                    <a:lnTo>
                      <a:pt x="149" y="53"/>
                    </a:lnTo>
                    <a:lnTo>
                      <a:pt x="158" y="62"/>
                    </a:lnTo>
                    <a:lnTo>
                      <a:pt x="158" y="62"/>
                    </a:lnTo>
                    <a:lnTo>
                      <a:pt x="158" y="62"/>
                    </a:lnTo>
                    <a:lnTo>
                      <a:pt x="158" y="71"/>
                    </a:lnTo>
                    <a:lnTo>
                      <a:pt x="158" y="71"/>
                    </a:lnTo>
                    <a:lnTo>
                      <a:pt x="167" y="71"/>
                    </a:lnTo>
                    <a:lnTo>
                      <a:pt x="167" y="79"/>
                    </a:lnTo>
                    <a:lnTo>
                      <a:pt x="176" y="79"/>
                    </a:lnTo>
                    <a:lnTo>
                      <a:pt x="176" y="79"/>
                    </a:lnTo>
                    <a:lnTo>
                      <a:pt x="185" y="79"/>
                    </a:lnTo>
                    <a:lnTo>
                      <a:pt x="193" y="79"/>
                    </a:lnTo>
                    <a:lnTo>
                      <a:pt x="202" y="71"/>
                    </a:lnTo>
                    <a:lnTo>
                      <a:pt x="193" y="62"/>
                    </a:lnTo>
                    <a:lnTo>
                      <a:pt x="193" y="62"/>
                    </a:lnTo>
                    <a:lnTo>
                      <a:pt x="193" y="53"/>
                    </a:lnTo>
                    <a:lnTo>
                      <a:pt x="185" y="53"/>
                    </a:lnTo>
                    <a:lnTo>
                      <a:pt x="176" y="53"/>
                    </a:lnTo>
                    <a:lnTo>
                      <a:pt x="185" y="53"/>
                    </a:lnTo>
                    <a:lnTo>
                      <a:pt x="193" y="53"/>
                    </a:lnTo>
                    <a:lnTo>
                      <a:pt x="193" y="53"/>
                    </a:lnTo>
                    <a:lnTo>
                      <a:pt x="202" y="71"/>
                    </a:lnTo>
                    <a:lnTo>
                      <a:pt x="202" y="79"/>
                    </a:lnTo>
                    <a:lnTo>
                      <a:pt x="202" y="79"/>
                    </a:lnTo>
                    <a:lnTo>
                      <a:pt x="193" y="79"/>
                    </a:lnTo>
                    <a:lnTo>
                      <a:pt x="185" y="88"/>
                    </a:lnTo>
                    <a:lnTo>
                      <a:pt x="176" y="88"/>
                    </a:lnTo>
                    <a:lnTo>
                      <a:pt x="176" y="97"/>
                    </a:lnTo>
                    <a:lnTo>
                      <a:pt x="176" y="97"/>
                    </a:lnTo>
                    <a:lnTo>
                      <a:pt x="167" y="97"/>
                    </a:lnTo>
                    <a:lnTo>
                      <a:pt x="167" y="88"/>
                    </a:lnTo>
                    <a:lnTo>
                      <a:pt x="167" y="88"/>
                    </a:lnTo>
                    <a:lnTo>
                      <a:pt x="158" y="88"/>
                    </a:lnTo>
                    <a:lnTo>
                      <a:pt x="158" y="97"/>
                    </a:lnTo>
                    <a:lnTo>
                      <a:pt x="149" y="97"/>
                    </a:lnTo>
                    <a:lnTo>
                      <a:pt x="149" y="106"/>
                    </a:lnTo>
                    <a:lnTo>
                      <a:pt x="141" y="106"/>
                    </a:lnTo>
                    <a:lnTo>
                      <a:pt x="141" y="115"/>
                    </a:lnTo>
                    <a:lnTo>
                      <a:pt x="141" y="106"/>
                    </a:lnTo>
                    <a:lnTo>
                      <a:pt x="141" y="97"/>
                    </a:lnTo>
                    <a:lnTo>
                      <a:pt x="132" y="97"/>
                    </a:lnTo>
                    <a:lnTo>
                      <a:pt x="132" y="97"/>
                    </a:lnTo>
                    <a:lnTo>
                      <a:pt x="132" y="88"/>
                    </a:lnTo>
                    <a:lnTo>
                      <a:pt x="132" y="97"/>
                    </a:lnTo>
                    <a:lnTo>
                      <a:pt x="132" y="97"/>
                    </a:lnTo>
                    <a:lnTo>
                      <a:pt x="123" y="97"/>
                    </a:lnTo>
                    <a:lnTo>
                      <a:pt x="123" y="97"/>
                    </a:lnTo>
                    <a:lnTo>
                      <a:pt x="123" y="88"/>
                    </a:lnTo>
                    <a:lnTo>
                      <a:pt x="123" y="88"/>
                    </a:lnTo>
                    <a:lnTo>
                      <a:pt x="123" y="88"/>
                    </a:lnTo>
                    <a:lnTo>
                      <a:pt x="114" y="79"/>
                    </a:lnTo>
                    <a:lnTo>
                      <a:pt x="114" y="79"/>
                    </a:lnTo>
                    <a:lnTo>
                      <a:pt x="97" y="79"/>
                    </a:lnTo>
                    <a:lnTo>
                      <a:pt x="88" y="79"/>
                    </a:lnTo>
                    <a:lnTo>
                      <a:pt x="79" y="88"/>
                    </a:lnTo>
                    <a:lnTo>
                      <a:pt x="53" y="88"/>
                    </a:lnTo>
                    <a:lnTo>
                      <a:pt x="53" y="97"/>
                    </a:lnTo>
                    <a:lnTo>
                      <a:pt x="44" y="97"/>
                    </a:lnTo>
                    <a:lnTo>
                      <a:pt x="35" y="97"/>
                    </a:lnTo>
                    <a:lnTo>
                      <a:pt x="35" y="97"/>
                    </a:lnTo>
                    <a:lnTo>
                      <a:pt x="0" y="106"/>
                    </a:lnTo>
                    <a:lnTo>
                      <a:pt x="0" y="97"/>
                    </a:lnTo>
                    <a:lnTo>
                      <a:pt x="0" y="53"/>
                    </a:lnTo>
                    <a:lnTo>
                      <a:pt x="0" y="4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19"/>
              <p:cNvSpPr>
                <a:spLocks/>
              </p:cNvSpPr>
              <p:nvPr/>
            </p:nvSpPr>
            <p:spPr bwMode="auto">
              <a:xfrm>
                <a:off x="4743355" y="2757596"/>
                <a:ext cx="10733" cy="24149"/>
              </a:xfrm>
              <a:custGeom>
                <a:avLst/>
                <a:gdLst/>
                <a:ahLst/>
                <a:cxnLst>
                  <a:cxn ang="0">
                    <a:pos x="8" y="0"/>
                  </a:cxn>
                  <a:cxn ang="0">
                    <a:pos x="8" y="0"/>
                  </a:cxn>
                  <a:cxn ang="0">
                    <a:pos x="0" y="9"/>
                  </a:cxn>
                  <a:cxn ang="0">
                    <a:pos x="0" y="18"/>
                  </a:cxn>
                  <a:cxn ang="0">
                    <a:pos x="0" y="9"/>
                  </a:cxn>
                  <a:cxn ang="0">
                    <a:pos x="0" y="0"/>
                  </a:cxn>
                  <a:cxn ang="0">
                    <a:pos x="8" y="0"/>
                  </a:cxn>
                </a:cxnLst>
                <a:rect l="0" t="0" r="r" b="b"/>
                <a:pathLst>
                  <a:path w="8" h="18">
                    <a:moveTo>
                      <a:pt x="8" y="0"/>
                    </a:moveTo>
                    <a:lnTo>
                      <a:pt x="8" y="0"/>
                    </a:lnTo>
                    <a:lnTo>
                      <a:pt x="0" y="9"/>
                    </a:lnTo>
                    <a:lnTo>
                      <a:pt x="0" y="18"/>
                    </a:lnTo>
                    <a:lnTo>
                      <a:pt x="0" y="9"/>
                    </a:lnTo>
                    <a:lnTo>
                      <a:pt x="0" y="0"/>
                    </a:lnTo>
                    <a:lnTo>
                      <a:pt x="8"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20"/>
              <p:cNvSpPr>
                <a:spLocks/>
              </p:cNvSpPr>
              <p:nvPr/>
            </p:nvSpPr>
            <p:spPr bwMode="auto">
              <a:xfrm>
                <a:off x="4743355" y="2757596"/>
                <a:ext cx="10733" cy="24149"/>
              </a:xfrm>
              <a:custGeom>
                <a:avLst/>
                <a:gdLst/>
                <a:ahLst/>
                <a:cxnLst>
                  <a:cxn ang="0">
                    <a:pos x="8" y="0"/>
                  </a:cxn>
                  <a:cxn ang="0">
                    <a:pos x="8" y="0"/>
                  </a:cxn>
                  <a:cxn ang="0">
                    <a:pos x="0" y="9"/>
                  </a:cxn>
                  <a:cxn ang="0">
                    <a:pos x="0" y="18"/>
                  </a:cxn>
                  <a:cxn ang="0">
                    <a:pos x="0" y="9"/>
                  </a:cxn>
                  <a:cxn ang="0">
                    <a:pos x="0" y="0"/>
                  </a:cxn>
                  <a:cxn ang="0">
                    <a:pos x="8" y="0"/>
                  </a:cxn>
                </a:cxnLst>
                <a:rect l="0" t="0" r="r" b="b"/>
                <a:pathLst>
                  <a:path w="8" h="18">
                    <a:moveTo>
                      <a:pt x="8" y="0"/>
                    </a:moveTo>
                    <a:lnTo>
                      <a:pt x="8" y="0"/>
                    </a:lnTo>
                    <a:lnTo>
                      <a:pt x="0" y="9"/>
                    </a:lnTo>
                    <a:lnTo>
                      <a:pt x="0" y="18"/>
                    </a:lnTo>
                    <a:lnTo>
                      <a:pt x="0" y="9"/>
                    </a:lnTo>
                    <a:lnTo>
                      <a:pt x="0" y="0"/>
                    </a:lnTo>
                    <a:lnTo>
                      <a:pt x="8"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21"/>
              <p:cNvSpPr>
                <a:spLocks/>
              </p:cNvSpPr>
              <p:nvPr/>
            </p:nvSpPr>
            <p:spPr bwMode="auto">
              <a:xfrm>
                <a:off x="4754088" y="2721372"/>
                <a:ext cx="1342" cy="36224"/>
              </a:xfrm>
              <a:custGeom>
                <a:avLst/>
                <a:gdLst/>
                <a:ahLst/>
                <a:cxnLst>
                  <a:cxn ang="0">
                    <a:pos x="0" y="27"/>
                  </a:cxn>
                  <a:cxn ang="0">
                    <a:pos x="0" y="9"/>
                  </a:cxn>
                  <a:cxn ang="0">
                    <a:pos x="0" y="0"/>
                  </a:cxn>
                  <a:cxn ang="0">
                    <a:pos x="0" y="18"/>
                  </a:cxn>
                  <a:cxn ang="0">
                    <a:pos x="0" y="27"/>
                  </a:cxn>
                  <a:cxn ang="0">
                    <a:pos x="0" y="27"/>
                  </a:cxn>
                </a:cxnLst>
                <a:rect l="0" t="0" r="r" b="b"/>
                <a:pathLst>
                  <a:path h="27">
                    <a:moveTo>
                      <a:pt x="0" y="27"/>
                    </a:moveTo>
                    <a:lnTo>
                      <a:pt x="0" y="9"/>
                    </a:lnTo>
                    <a:lnTo>
                      <a:pt x="0" y="0"/>
                    </a:lnTo>
                    <a:lnTo>
                      <a:pt x="0" y="18"/>
                    </a:lnTo>
                    <a:lnTo>
                      <a:pt x="0" y="27"/>
                    </a:lnTo>
                    <a:lnTo>
                      <a:pt x="0" y="2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22"/>
              <p:cNvSpPr>
                <a:spLocks/>
              </p:cNvSpPr>
              <p:nvPr/>
            </p:nvSpPr>
            <p:spPr bwMode="auto">
              <a:xfrm>
                <a:off x="4754088" y="2721372"/>
                <a:ext cx="1342" cy="36224"/>
              </a:xfrm>
              <a:custGeom>
                <a:avLst/>
                <a:gdLst/>
                <a:ahLst/>
                <a:cxnLst>
                  <a:cxn ang="0">
                    <a:pos x="0" y="27"/>
                  </a:cxn>
                  <a:cxn ang="0">
                    <a:pos x="0" y="9"/>
                  </a:cxn>
                  <a:cxn ang="0">
                    <a:pos x="0" y="0"/>
                  </a:cxn>
                  <a:cxn ang="0">
                    <a:pos x="0" y="18"/>
                  </a:cxn>
                  <a:cxn ang="0">
                    <a:pos x="0" y="27"/>
                  </a:cxn>
                  <a:cxn ang="0">
                    <a:pos x="0" y="27"/>
                  </a:cxn>
                </a:cxnLst>
                <a:rect l="0" t="0" r="r" b="b"/>
                <a:pathLst>
                  <a:path h="27">
                    <a:moveTo>
                      <a:pt x="0" y="27"/>
                    </a:moveTo>
                    <a:lnTo>
                      <a:pt x="0" y="9"/>
                    </a:lnTo>
                    <a:lnTo>
                      <a:pt x="0" y="0"/>
                    </a:lnTo>
                    <a:lnTo>
                      <a:pt x="0" y="18"/>
                    </a:lnTo>
                    <a:lnTo>
                      <a:pt x="0" y="27"/>
                    </a:lnTo>
                    <a:lnTo>
                      <a:pt x="0" y="2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27"/>
              <p:cNvSpPr>
                <a:spLocks/>
              </p:cNvSpPr>
              <p:nvPr/>
            </p:nvSpPr>
            <p:spPr bwMode="auto">
              <a:xfrm>
                <a:off x="3231336" y="3480736"/>
                <a:ext cx="472254" cy="427981"/>
              </a:xfrm>
              <a:custGeom>
                <a:avLst/>
                <a:gdLst/>
                <a:ahLst/>
                <a:cxnLst>
                  <a:cxn ang="0">
                    <a:pos x="185" y="9"/>
                  </a:cxn>
                  <a:cxn ang="0">
                    <a:pos x="194" y="18"/>
                  </a:cxn>
                  <a:cxn ang="0">
                    <a:pos x="194" y="36"/>
                  </a:cxn>
                  <a:cxn ang="0">
                    <a:pos x="203" y="45"/>
                  </a:cxn>
                  <a:cxn ang="0">
                    <a:pos x="203" y="53"/>
                  </a:cxn>
                  <a:cxn ang="0">
                    <a:pos x="203" y="62"/>
                  </a:cxn>
                  <a:cxn ang="0">
                    <a:pos x="203" y="80"/>
                  </a:cxn>
                  <a:cxn ang="0">
                    <a:pos x="176" y="106"/>
                  </a:cxn>
                  <a:cxn ang="0">
                    <a:pos x="168" y="115"/>
                  </a:cxn>
                  <a:cxn ang="0">
                    <a:pos x="168" y="142"/>
                  </a:cxn>
                  <a:cxn ang="0">
                    <a:pos x="229" y="159"/>
                  </a:cxn>
                  <a:cxn ang="0">
                    <a:pos x="291" y="177"/>
                  </a:cxn>
                  <a:cxn ang="0">
                    <a:pos x="308" y="204"/>
                  </a:cxn>
                  <a:cxn ang="0">
                    <a:pos x="308" y="221"/>
                  </a:cxn>
                  <a:cxn ang="0">
                    <a:pos x="291" y="213"/>
                  </a:cxn>
                  <a:cxn ang="0">
                    <a:pos x="264" y="204"/>
                  </a:cxn>
                  <a:cxn ang="0">
                    <a:pos x="256" y="230"/>
                  </a:cxn>
                  <a:cxn ang="0">
                    <a:pos x="291" y="221"/>
                  </a:cxn>
                  <a:cxn ang="0">
                    <a:pos x="300" y="221"/>
                  </a:cxn>
                  <a:cxn ang="0">
                    <a:pos x="300" y="239"/>
                  </a:cxn>
                  <a:cxn ang="0">
                    <a:pos x="317" y="230"/>
                  </a:cxn>
                  <a:cxn ang="0">
                    <a:pos x="326" y="248"/>
                  </a:cxn>
                  <a:cxn ang="0">
                    <a:pos x="317" y="257"/>
                  </a:cxn>
                  <a:cxn ang="0">
                    <a:pos x="308" y="274"/>
                  </a:cxn>
                  <a:cxn ang="0">
                    <a:pos x="344" y="283"/>
                  </a:cxn>
                  <a:cxn ang="0">
                    <a:pos x="352" y="292"/>
                  </a:cxn>
                  <a:cxn ang="0">
                    <a:pos x="335" y="301"/>
                  </a:cxn>
                  <a:cxn ang="0">
                    <a:pos x="335" y="292"/>
                  </a:cxn>
                  <a:cxn ang="0">
                    <a:pos x="317" y="292"/>
                  </a:cxn>
                  <a:cxn ang="0">
                    <a:pos x="300" y="283"/>
                  </a:cxn>
                  <a:cxn ang="0">
                    <a:pos x="273" y="266"/>
                  </a:cxn>
                  <a:cxn ang="0">
                    <a:pos x="282" y="292"/>
                  </a:cxn>
                  <a:cxn ang="0">
                    <a:pos x="273" y="292"/>
                  </a:cxn>
                  <a:cxn ang="0">
                    <a:pos x="247" y="292"/>
                  </a:cxn>
                  <a:cxn ang="0">
                    <a:pos x="229" y="301"/>
                  </a:cxn>
                  <a:cxn ang="0">
                    <a:pos x="212" y="301"/>
                  </a:cxn>
                  <a:cxn ang="0">
                    <a:pos x="203" y="274"/>
                  </a:cxn>
                  <a:cxn ang="0">
                    <a:pos x="194" y="274"/>
                  </a:cxn>
                  <a:cxn ang="0">
                    <a:pos x="168" y="257"/>
                  </a:cxn>
                  <a:cxn ang="0">
                    <a:pos x="150" y="257"/>
                  </a:cxn>
                  <a:cxn ang="0">
                    <a:pos x="141" y="274"/>
                  </a:cxn>
                  <a:cxn ang="0">
                    <a:pos x="88" y="274"/>
                  </a:cxn>
                  <a:cxn ang="0">
                    <a:pos x="53" y="257"/>
                  </a:cxn>
                  <a:cxn ang="0">
                    <a:pos x="53" y="239"/>
                  </a:cxn>
                  <a:cxn ang="0">
                    <a:pos x="27" y="266"/>
                  </a:cxn>
                  <a:cxn ang="0">
                    <a:pos x="27" y="257"/>
                  </a:cxn>
                  <a:cxn ang="0">
                    <a:pos x="27" y="239"/>
                  </a:cxn>
                  <a:cxn ang="0">
                    <a:pos x="27" y="195"/>
                  </a:cxn>
                  <a:cxn ang="0">
                    <a:pos x="36" y="168"/>
                  </a:cxn>
                  <a:cxn ang="0">
                    <a:pos x="36" y="151"/>
                  </a:cxn>
                  <a:cxn ang="0">
                    <a:pos x="18" y="124"/>
                  </a:cxn>
                  <a:cxn ang="0">
                    <a:pos x="0" y="89"/>
                  </a:cxn>
                </a:cxnLst>
                <a:rect l="0" t="0" r="r" b="b"/>
                <a:pathLst>
                  <a:path w="352" h="319">
                    <a:moveTo>
                      <a:pt x="0" y="9"/>
                    </a:moveTo>
                    <a:lnTo>
                      <a:pt x="80" y="9"/>
                    </a:lnTo>
                    <a:lnTo>
                      <a:pt x="185" y="0"/>
                    </a:lnTo>
                    <a:lnTo>
                      <a:pt x="185" y="0"/>
                    </a:lnTo>
                    <a:lnTo>
                      <a:pt x="185" y="9"/>
                    </a:lnTo>
                    <a:lnTo>
                      <a:pt x="185" y="0"/>
                    </a:lnTo>
                    <a:lnTo>
                      <a:pt x="194" y="0"/>
                    </a:lnTo>
                    <a:lnTo>
                      <a:pt x="194" y="9"/>
                    </a:lnTo>
                    <a:lnTo>
                      <a:pt x="185" y="18"/>
                    </a:lnTo>
                    <a:lnTo>
                      <a:pt x="194" y="18"/>
                    </a:lnTo>
                    <a:lnTo>
                      <a:pt x="194" y="18"/>
                    </a:lnTo>
                    <a:lnTo>
                      <a:pt x="194" y="27"/>
                    </a:lnTo>
                    <a:lnTo>
                      <a:pt x="194" y="36"/>
                    </a:lnTo>
                    <a:lnTo>
                      <a:pt x="203" y="27"/>
                    </a:lnTo>
                    <a:lnTo>
                      <a:pt x="194" y="36"/>
                    </a:lnTo>
                    <a:lnTo>
                      <a:pt x="203" y="45"/>
                    </a:lnTo>
                    <a:lnTo>
                      <a:pt x="194" y="36"/>
                    </a:lnTo>
                    <a:lnTo>
                      <a:pt x="194" y="36"/>
                    </a:lnTo>
                    <a:lnTo>
                      <a:pt x="194" y="45"/>
                    </a:lnTo>
                    <a:lnTo>
                      <a:pt x="203" y="45"/>
                    </a:lnTo>
                    <a:lnTo>
                      <a:pt x="203" y="53"/>
                    </a:lnTo>
                    <a:lnTo>
                      <a:pt x="212" y="53"/>
                    </a:lnTo>
                    <a:lnTo>
                      <a:pt x="212" y="53"/>
                    </a:lnTo>
                    <a:lnTo>
                      <a:pt x="212" y="53"/>
                    </a:lnTo>
                    <a:lnTo>
                      <a:pt x="203" y="53"/>
                    </a:lnTo>
                    <a:lnTo>
                      <a:pt x="203" y="62"/>
                    </a:lnTo>
                    <a:lnTo>
                      <a:pt x="194" y="62"/>
                    </a:lnTo>
                    <a:lnTo>
                      <a:pt x="194" y="62"/>
                    </a:lnTo>
                    <a:lnTo>
                      <a:pt x="194" y="71"/>
                    </a:lnTo>
                    <a:lnTo>
                      <a:pt x="203" y="62"/>
                    </a:lnTo>
                    <a:lnTo>
                      <a:pt x="203" y="71"/>
                    </a:lnTo>
                    <a:lnTo>
                      <a:pt x="194" y="71"/>
                    </a:lnTo>
                    <a:lnTo>
                      <a:pt x="194" y="71"/>
                    </a:lnTo>
                    <a:lnTo>
                      <a:pt x="194" y="80"/>
                    </a:lnTo>
                    <a:lnTo>
                      <a:pt x="203" y="80"/>
                    </a:lnTo>
                    <a:lnTo>
                      <a:pt x="185" y="89"/>
                    </a:lnTo>
                    <a:lnTo>
                      <a:pt x="185" y="89"/>
                    </a:lnTo>
                    <a:lnTo>
                      <a:pt x="176" y="98"/>
                    </a:lnTo>
                    <a:lnTo>
                      <a:pt x="185" y="98"/>
                    </a:lnTo>
                    <a:lnTo>
                      <a:pt x="176" y="106"/>
                    </a:lnTo>
                    <a:lnTo>
                      <a:pt x="176" y="106"/>
                    </a:lnTo>
                    <a:lnTo>
                      <a:pt x="176" y="115"/>
                    </a:lnTo>
                    <a:lnTo>
                      <a:pt x="176" y="115"/>
                    </a:lnTo>
                    <a:lnTo>
                      <a:pt x="176" y="115"/>
                    </a:lnTo>
                    <a:lnTo>
                      <a:pt x="168" y="115"/>
                    </a:lnTo>
                    <a:lnTo>
                      <a:pt x="176" y="133"/>
                    </a:lnTo>
                    <a:lnTo>
                      <a:pt x="168" y="133"/>
                    </a:lnTo>
                    <a:lnTo>
                      <a:pt x="176" y="133"/>
                    </a:lnTo>
                    <a:lnTo>
                      <a:pt x="168" y="142"/>
                    </a:lnTo>
                    <a:lnTo>
                      <a:pt x="168" y="142"/>
                    </a:lnTo>
                    <a:lnTo>
                      <a:pt x="168" y="142"/>
                    </a:lnTo>
                    <a:lnTo>
                      <a:pt x="168" y="151"/>
                    </a:lnTo>
                    <a:lnTo>
                      <a:pt x="168" y="159"/>
                    </a:lnTo>
                    <a:lnTo>
                      <a:pt x="168" y="159"/>
                    </a:lnTo>
                    <a:lnTo>
                      <a:pt x="229" y="159"/>
                    </a:lnTo>
                    <a:lnTo>
                      <a:pt x="291" y="151"/>
                    </a:lnTo>
                    <a:lnTo>
                      <a:pt x="291" y="151"/>
                    </a:lnTo>
                    <a:lnTo>
                      <a:pt x="291" y="159"/>
                    </a:lnTo>
                    <a:lnTo>
                      <a:pt x="291" y="168"/>
                    </a:lnTo>
                    <a:lnTo>
                      <a:pt x="291" y="177"/>
                    </a:lnTo>
                    <a:lnTo>
                      <a:pt x="291" y="186"/>
                    </a:lnTo>
                    <a:lnTo>
                      <a:pt x="291" y="186"/>
                    </a:lnTo>
                    <a:lnTo>
                      <a:pt x="300" y="195"/>
                    </a:lnTo>
                    <a:lnTo>
                      <a:pt x="300" y="204"/>
                    </a:lnTo>
                    <a:lnTo>
                      <a:pt x="308" y="204"/>
                    </a:lnTo>
                    <a:lnTo>
                      <a:pt x="308" y="204"/>
                    </a:lnTo>
                    <a:lnTo>
                      <a:pt x="308" y="213"/>
                    </a:lnTo>
                    <a:lnTo>
                      <a:pt x="308" y="213"/>
                    </a:lnTo>
                    <a:lnTo>
                      <a:pt x="317" y="213"/>
                    </a:lnTo>
                    <a:lnTo>
                      <a:pt x="308" y="221"/>
                    </a:lnTo>
                    <a:lnTo>
                      <a:pt x="308" y="213"/>
                    </a:lnTo>
                    <a:lnTo>
                      <a:pt x="308" y="221"/>
                    </a:lnTo>
                    <a:lnTo>
                      <a:pt x="300" y="221"/>
                    </a:lnTo>
                    <a:lnTo>
                      <a:pt x="291" y="213"/>
                    </a:lnTo>
                    <a:lnTo>
                      <a:pt x="291" y="213"/>
                    </a:lnTo>
                    <a:lnTo>
                      <a:pt x="291" y="213"/>
                    </a:lnTo>
                    <a:lnTo>
                      <a:pt x="282" y="213"/>
                    </a:lnTo>
                    <a:lnTo>
                      <a:pt x="282" y="204"/>
                    </a:lnTo>
                    <a:lnTo>
                      <a:pt x="273" y="204"/>
                    </a:lnTo>
                    <a:lnTo>
                      <a:pt x="264" y="204"/>
                    </a:lnTo>
                    <a:lnTo>
                      <a:pt x="264" y="204"/>
                    </a:lnTo>
                    <a:lnTo>
                      <a:pt x="256" y="213"/>
                    </a:lnTo>
                    <a:lnTo>
                      <a:pt x="256" y="221"/>
                    </a:lnTo>
                    <a:lnTo>
                      <a:pt x="256" y="221"/>
                    </a:lnTo>
                    <a:lnTo>
                      <a:pt x="256" y="230"/>
                    </a:lnTo>
                    <a:lnTo>
                      <a:pt x="264" y="230"/>
                    </a:lnTo>
                    <a:lnTo>
                      <a:pt x="282" y="230"/>
                    </a:lnTo>
                    <a:lnTo>
                      <a:pt x="282" y="221"/>
                    </a:lnTo>
                    <a:lnTo>
                      <a:pt x="291" y="221"/>
                    </a:lnTo>
                    <a:lnTo>
                      <a:pt x="291" y="221"/>
                    </a:lnTo>
                    <a:lnTo>
                      <a:pt x="300" y="221"/>
                    </a:lnTo>
                    <a:lnTo>
                      <a:pt x="300" y="221"/>
                    </a:lnTo>
                    <a:lnTo>
                      <a:pt x="308" y="221"/>
                    </a:lnTo>
                    <a:lnTo>
                      <a:pt x="308" y="221"/>
                    </a:lnTo>
                    <a:lnTo>
                      <a:pt x="300" y="221"/>
                    </a:lnTo>
                    <a:lnTo>
                      <a:pt x="291" y="230"/>
                    </a:lnTo>
                    <a:lnTo>
                      <a:pt x="291" y="230"/>
                    </a:lnTo>
                    <a:lnTo>
                      <a:pt x="300" y="239"/>
                    </a:lnTo>
                    <a:lnTo>
                      <a:pt x="300" y="239"/>
                    </a:lnTo>
                    <a:lnTo>
                      <a:pt x="300" y="239"/>
                    </a:lnTo>
                    <a:lnTo>
                      <a:pt x="308" y="239"/>
                    </a:lnTo>
                    <a:lnTo>
                      <a:pt x="308" y="239"/>
                    </a:lnTo>
                    <a:lnTo>
                      <a:pt x="308" y="230"/>
                    </a:lnTo>
                    <a:lnTo>
                      <a:pt x="317" y="221"/>
                    </a:lnTo>
                    <a:lnTo>
                      <a:pt x="317" y="230"/>
                    </a:lnTo>
                    <a:lnTo>
                      <a:pt x="317" y="239"/>
                    </a:lnTo>
                    <a:lnTo>
                      <a:pt x="326" y="239"/>
                    </a:lnTo>
                    <a:lnTo>
                      <a:pt x="326" y="239"/>
                    </a:lnTo>
                    <a:lnTo>
                      <a:pt x="326" y="248"/>
                    </a:lnTo>
                    <a:lnTo>
                      <a:pt x="326" y="248"/>
                    </a:lnTo>
                    <a:lnTo>
                      <a:pt x="317" y="248"/>
                    </a:lnTo>
                    <a:lnTo>
                      <a:pt x="308" y="248"/>
                    </a:lnTo>
                    <a:lnTo>
                      <a:pt x="317" y="257"/>
                    </a:lnTo>
                    <a:lnTo>
                      <a:pt x="317" y="257"/>
                    </a:lnTo>
                    <a:lnTo>
                      <a:pt x="317" y="257"/>
                    </a:lnTo>
                    <a:lnTo>
                      <a:pt x="308" y="257"/>
                    </a:lnTo>
                    <a:lnTo>
                      <a:pt x="308" y="266"/>
                    </a:lnTo>
                    <a:lnTo>
                      <a:pt x="308" y="266"/>
                    </a:lnTo>
                    <a:lnTo>
                      <a:pt x="308" y="266"/>
                    </a:lnTo>
                    <a:lnTo>
                      <a:pt x="308" y="274"/>
                    </a:lnTo>
                    <a:lnTo>
                      <a:pt x="317" y="274"/>
                    </a:lnTo>
                    <a:lnTo>
                      <a:pt x="317" y="274"/>
                    </a:lnTo>
                    <a:lnTo>
                      <a:pt x="326" y="274"/>
                    </a:lnTo>
                    <a:lnTo>
                      <a:pt x="335" y="283"/>
                    </a:lnTo>
                    <a:lnTo>
                      <a:pt x="344" y="283"/>
                    </a:lnTo>
                    <a:lnTo>
                      <a:pt x="344" y="283"/>
                    </a:lnTo>
                    <a:lnTo>
                      <a:pt x="352" y="292"/>
                    </a:lnTo>
                    <a:lnTo>
                      <a:pt x="352" y="292"/>
                    </a:lnTo>
                    <a:lnTo>
                      <a:pt x="352" y="292"/>
                    </a:lnTo>
                    <a:lnTo>
                      <a:pt x="352" y="292"/>
                    </a:lnTo>
                    <a:lnTo>
                      <a:pt x="352" y="301"/>
                    </a:lnTo>
                    <a:lnTo>
                      <a:pt x="344" y="301"/>
                    </a:lnTo>
                    <a:lnTo>
                      <a:pt x="344" y="310"/>
                    </a:lnTo>
                    <a:lnTo>
                      <a:pt x="335" y="301"/>
                    </a:lnTo>
                    <a:lnTo>
                      <a:pt x="335" y="301"/>
                    </a:lnTo>
                    <a:lnTo>
                      <a:pt x="335" y="310"/>
                    </a:lnTo>
                    <a:lnTo>
                      <a:pt x="326" y="319"/>
                    </a:lnTo>
                    <a:lnTo>
                      <a:pt x="335" y="301"/>
                    </a:lnTo>
                    <a:lnTo>
                      <a:pt x="335" y="301"/>
                    </a:lnTo>
                    <a:lnTo>
                      <a:pt x="335" y="292"/>
                    </a:lnTo>
                    <a:lnTo>
                      <a:pt x="335" y="301"/>
                    </a:lnTo>
                    <a:lnTo>
                      <a:pt x="326" y="301"/>
                    </a:lnTo>
                    <a:lnTo>
                      <a:pt x="326" y="292"/>
                    </a:lnTo>
                    <a:lnTo>
                      <a:pt x="326" y="292"/>
                    </a:lnTo>
                    <a:lnTo>
                      <a:pt x="317" y="292"/>
                    </a:lnTo>
                    <a:lnTo>
                      <a:pt x="308" y="292"/>
                    </a:lnTo>
                    <a:lnTo>
                      <a:pt x="308" y="283"/>
                    </a:lnTo>
                    <a:lnTo>
                      <a:pt x="300" y="283"/>
                    </a:lnTo>
                    <a:lnTo>
                      <a:pt x="300" y="283"/>
                    </a:lnTo>
                    <a:lnTo>
                      <a:pt x="300" y="283"/>
                    </a:lnTo>
                    <a:lnTo>
                      <a:pt x="300" y="274"/>
                    </a:lnTo>
                    <a:lnTo>
                      <a:pt x="291" y="274"/>
                    </a:lnTo>
                    <a:lnTo>
                      <a:pt x="291" y="274"/>
                    </a:lnTo>
                    <a:lnTo>
                      <a:pt x="273" y="266"/>
                    </a:lnTo>
                    <a:lnTo>
                      <a:pt x="273" y="266"/>
                    </a:lnTo>
                    <a:lnTo>
                      <a:pt x="273" y="274"/>
                    </a:lnTo>
                    <a:lnTo>
                      <a:pt x="282" y="274"/>
                    </a:lnTo>
                    <a:lnTo>
                      <a:pt x="282" y="292"/>
                    </a:lnTo>
                    <a:lnTo>
                      <a:pt x="282" y="292"/>
                    </a:lnTo>
                    <a:lnTo>
                      <a:pt x="282" y="292"/>
                    </a:lnTo>
                    <a:lnTo>
                      <a:pt x="282" y="301"/>
                    </a:lnTo>
                    <a:lnTo>
                      <a:pt x="273" y="301"/>
                    </a:lnTo>
                    <a:lnTo>
                      <a:pt x="273" y="310"/>
                    </a:lnTo>
                    <a:lnTo>
                      <a:pt x="264" y="301"/>
                    </a:lnTo>
                    <a:lnTo>
                      <a:pt x="273" y="292"/>
                    </a:lnTo>
                    <a:lnTo>
                      <a:pt x="264" y="292"/>
                    </a:lnTo>
                    <a:lnTo>
                      <a:pt x="256" y="292"/>
                    </a:lnTo>
                    <a:lnTo>
                      <a:pt x="256" y="292"/>
                    </a:lnTo>
                    <a:lnTo>
                      <a:pt x="256" y="292"/>
                    </a:lnTo>
                    <a:lnTo>
                      <a:pt x="247" y="292"/>
                    </a:lnTo>
                    <a:lnTo>
                      <a:pt x="247" y="292"/>
                    </a:lnTo>
                    <a:lnTo>
                      <a:pt x="247" y="301"/>
                    </a:lnTo>
                    <a:lnTo>
                      <a:pt x="247" y="301"/>
                    </a:lnTo>
                    <a:lnTo>
                      <a:pt x="238" y="310"/>
                    </a:lnTo>
                    <a:lnTo>
                      <a:pt x="229" y="301"/>
                    </a:lnTo>
                    <a:lnTo>
                      <a:pt x="229" y="301"/>
                    </a:lnTo>
                    <a:lnTo>
                      <a:pt x="229" y="310"/>
                    </a:lnTo>
                    <a:lnTo>
                      <a:pt x="220" y="301"/>
                    </a:lnTo>
                    <a:lnTo>
                      <a:pt x="212" y="301"/>
                    </a:lnTo>
                    <a:lnTo>
                      <a:pt x="212" y="301"/>
                    </a:lnTo>
                    <a:lnTo>
                      <a:pt x="212" y="292"/>
                    </a:lnTo>
                    <a:lnTo>
                      <a:pt x="203" y="292"/>
                    </a:lnTo>
                    <a:lnTo>
                      <a:pt x="203" y="283"/>
                    </a:lnTo>
                    <a:lnTo>
                      <a:pt x="194" y="283"/>
                    </a:lnTo>
                    <a:lnTo>
                      <a:pt x="203" y="274"/>
                    </a:lnTo>
                    <a:lnTo>
                      <a:pt x="203" y="274"/>
                    </a:lnTo>
                    <a:lnTo>
                      <a:pt x="203" y="266"/>
                    </a:lnTo>
                    <a:lnTo>
                      <a:pt x="203" y="274"/>
                    </a:lnTo>
                    <a:lnTo>
                      <a:pt x="194" y="274"/>
                    </a:lnTo>
                    <a:lnTo>
                      <a:pt x="194" y="274"/>
                    </a:lnTo>
                    <a:lnTo>
                      <a:pt x="185" y="274"/>
                    </a:lnTo>
                    <a:lnTo>
                      <a:pt x="176" y="274"/>
                    </a:lnTo>
                    <a:lnTo>
                      <a:pt x="176" y="266"/>
                    </a:lnTo>
                    <a:lnTo>
                      <a:pt x="176" y="266"/>
                    </a:lnTo>
                    <a:lnTo>
                      <a:pt x="168" y="257"/>
                    </a:lnTo>
                    <a:lnTo>
                      <a:pt x="159" y="266"/>
                    </a:lnTo>
                    <a:lnTo>
                      <a:pt x="159" y="266"/>
                    </a:lnTo>
                    <a:lnTo>
                      <a:pt x="159" y="257"/>
                    </a:lnTo>
                    <a:lnTo>
                      <a:pt x="159" y="257"/>
                    </a:lnTo>
                    <a:lnTo>
                      <a:pt x="150" y="257"/>
                    </a:lnTo>
                    <a:lnTo>
                      <a:pt x="141" y="257"/>
                    </a:lnTo>
                    <a:lnTo>
                      <a:pt x="141" y="266"/>
                    </a:lnTo>
                    <a:lnTo>
                      <a:pt x="132" y="266"/>
                    </a:lnTo>
                    <a:lnTo>
                      <a:pt x="141" y="266"/>
                    </a:lnTo>
                    <a:lnTo>
                      <a:pt x="141" y="274"/>
                    </a:lnTo>
                    <a:lnTo>
                      <a:pt x="141" y="274"/>
                    </a:lnTo>
                    <a:lnTo>
                      <a:pt x="132" y="274"/>
                    </a:lnTo>
                    <a:lnTo>
                      <a:pt x="124" y="274"/>
                    </a:lnTo>
                    <a:lnTo>
                      <a:pt x="97" y="274"/>
                    </a:lnTo>
                    <a:lnTo>
                      <a:pt x="88" y="274"/>
                    </a:lnTo>
                    <a:lnTo>
                      <a:pt x="88" y="266"/>
                    </a:lnTo>
                    <a:lnTo>
                      <a:pt x="80" y="266"/>
                    </a:lnTo>
                    <a:lnTo>
                      <a:pt x="62" y="266"/>
                    </a:lnTo>
                    <a:lnTo>
                      <a:pt x="62" y="266"/>
                    </a:lnTo>
                    <a:lnTo>
                      <a:pt x="53" y="257"/>
                    </a:lnTo>
                    <a:lnTo>
                      <a:pt x="53" y="257"/>
                    </a:lnTo>
                    <a:lnTo>
                      <a:pt x="62" y="257"/>
                    </a:lnTo>
                    <a:lnTo>
                      <a:pt x="62" y="248"/>
                    </a:lnTo>
                    <a:lnTo>
                      <a:pt x="62" y="248"/>
                    </a:lnTo>
                    <a:lnTo>
                      <a:pt x="53" y="239"/>
                    </a:lnTo>
                    <a:lnTo>
                      <a:pt x="53" y="257"/>
                    </a:lnTo>
                    <a:lnTo>
                      <a:pt x="53" y="257"/>
                    </a:lnTo>
                    <a:lnTo>
                      <a:pt x="53" y="257"/>
                    </a:lnTo>
                    <a:lnTo>
                      <a:pt x="53" y="266"/>
                    </a:lnTo>
                    <a:lnTo>
                      <a:pt x="27" y="266"/>
                    </a:lnTo>
                    <a:lnTo>
                      <a:pt x="27" y="266"/>
                    </a:lnTo>
                    <a:lnTo>
                      <a:pt x="18" y="266"/>
                    </a:lnTo>
                    <a:lnTo>
                      <a:pt x="18" y="257"/>
                    </a:lnTo>
                    <a:lnTo>
                      <a:pt x="27" y="257"/>
                    </a:lnTo>
                    <a:lnTo>
                      <a:pt x="27" y="257"/>
                    </a:lnTo>
                    <a:lnTo>
                      <a:pt x="27" y="248"/>
                    </a:lnTo>
                    <a:lnTo>
                      <a:pt x="27" y="248"/>
                    </a:lnTo>
                    <a:lnTo>
                      <a:pt x="27" y="248"/>
                    </a:lnTo>
                    <a:lnTo>
                      <a:pt x="27" y="239"/>
                    </a:lnTo>
                    <a:lnTo>
                      <a:pt x="27" y="239"/>
                    </a:lnTo>
                    <a:lnTo>
                      <a:pt x="27" y="221"/>
                    </a:lnTo>
                    <a:lnTo>
                      <a:pt x="27" y="213"/>
                    </a:lnTo>
                    <a:lnTo>
                      <a:pt x="27" y="213"/>
                    </a:lnTo>
                    <a:lnTo>
                      <a:pt x="27" y="204"/>
                    </a:lnTo>
                    <a:lnTo>
                      <a:pt x="27" y="195"/>
                    </a:lnTo>
                    <a:lnTo>
                      <a:pt x="36" y="195"/>
                    </a:lnTo>
                    <a:lnTo>
                      <a:pt x="36" y="186"/>
                    </a:lnTo>
                    <a:lnTo>
                      <a:pt x="36" y="177"/>
                    </a:lnTo>
                    <a:lnTo>
                      <a:pt x="36" y="177"/>
                    </a:lnTo>
                    <a:lnTo>
                      <a:pt x="36" y="168"/>
                    </a:lnTo>
                    <a:lnTo>
                      <a:pt x="36" y="168"/>
                    </a:lnTo>
                    <a:lnTo>
                      <a:pt x="36" y="159"/>
                    </a:lnTo>
                    <a:lnTo>
                      <a:pt x="36" y="159"/>
                    </a:lnTo>
                    <a:lnTo>
                      <a:pt x="36" y="151"/>
                    </a:lnTo>
                    <a:lnTo>
                      <a:pt x="36" y="151"/>
                    </a:lnTo>
                    <a:lnTo>
                      <a:pt x="27" y="142"/>
                    </a:lnTo>
                    <a:lnTo>
                      <a:pt x="27" y="133"/>
                    </a:lnTo>
                    <a:lnTo>
                      <a:pt x="27" y="133"/>
                    </a:lnTo>
                    <a:lnTo>
                      <a:pt x="27" y="133"/>
                    </a:lnTo>
                    <a:lnTo>
                      <a:pt x="18" y="124"/>
                    </a:lnTo>
                    <a:lnTo>
                      <a:pt x="18" y="124"/>
                    </a:lnTo>
                    <a:lnTo>
                      <a:pt x="18" y="115"/>
                    </a:lnTo>
                    <a:lnTo>
                      <a:pt x="18" y="98"/>
                    </a:lnTo>
                    <a:lnTo>
                      <a:pt x="9" y="98"/>
                    </a:lnTo>
                    <a:lnTo>
                      <a:pt x="0" y="89"/>
                    </a:lnTo>
                    <a:lnTo>
                      <a:pt x="0"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29"/>
              <p:cNvSpPr>
                <a:spLocks/>
              </p:cNvSpPr>
              <p:nvPr/>
            </p:nvSpPr>
            <p:spPr bwMode="auto">
              <a:xfrm>
                <a:off x="3491612" y="3872492"/>
                <a:ext cx="24149" cy="12075"/>
              </a:xfrm>
              <a:custGeom>
                <a:avLst/>
                <a:gdLst/>
                <a:ahLst/>
                <a:cxnLst>
                  <a:cxn ang="0">
                    <a:pos x="18" y="9"/>
                  </a:cxn>
                  <a:cxn ang="0">
                    <a:pos x="9" y="9"/>
                  </a:cxn>
                  <a:cxn ang="0">
                    <a:pos x="9" y="9"/>
                  </a:cxn>
                  <a:cxn ang="0">
                    <a:pos x="0" y="0"/>
                  </a:cxn>
                  <a:cxn ang="0">
                    <a:pos x="0" y="0"/>
                  </a:cxn>
                  <a:cxn ang="0">
                    <a:pos x="9" y="0"/>
                  </a:cxn>
                  <a:cxn ang="0">
                    <a:pos x="9" y="0"/>
                  </a:cxn>
                  <a:cxn ang="0">
                    <a:pos x="18" y="9"/>
                  </a:cxn>
                </a:cxnLst>
                <a:rect l="0" t="0" r="r" b="b"/>
                <a:pathLst>
                  <a:path w="18" h="9">
                    <a:moveTo>
                      <a:pt x="18" y="9"/>
                    </a:moveTo>
                    <a:lnTo>
                      <a:pt x="9" y="9"/>
                    </a:lnTo>
                    <a:lnTo>
                      <a:pt x="9" y="9"/>
                    </a:lnTo>
                    <a:lnTo>
                      <a:pt x="0" y="0"/>
                    </a:lnTo>
                    <a:lnTo>
                      <a:pt x="0" y="0"/>
                    </a:lnTo>
                    <a:lnTo>
                      <a:pt x="9" y="0"/>
                    </a:lnTo>
                    <a:lnTo>
                      <a:pt x="9" y="0"/>
                    </a:lnTo>
                    <a:lnTo>
                      <a:pt x="18"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30"/>
              <p:cNvSpPr>
                <a:spLocks/>
              </p:cNvSpPr>
              <p:nvPr/>
            </p:nvSpPr>
            <p:spPr bwMode="auto">
              <a:xfrm>
                <a:off x="3491612" y="3872492"/>
                <a:ext cx="24149" cy="12075"/>
              </a:xfrm>
              <a:custGeom>
                <a:avLst/>
                <a:gdLst/>
                <a:ahLst/>
                <a:cxnLst>
                  <a:cxn ang="0">
                    <a:pos x="18" y="9"/>
                  </a:cxn>
                  <a:cxn ang="0">
                    <a:pos x="9" y="9"/>
                  </a:cxn>
                  <a:cxn ang="0">
                    <a:pos x="9" y="9"/>
                  </a:cxn>
                  <a:cxn ang="0">
                    <a:pos x="0" y="0"/>
                  </a:cxn>
                  <a:cxn ang="0">
                    <a:pos x="0" y="0"/>
                  </a:cxn>
                  <a:cxn ang="0">
                    <a:pos x="9" y="0"/>
                  </a:cxn>
                  <a:cxn ang="0">
                    <a:pos x="9" y="0"/>
                  </a:cxn>
                  <a:cxn ang="0">
                    <a:pos x="18" y="9"/>
                  </a:cxn>
                </a:cxnLst>
                <a:rect l="0" t="0" r="r" b="b"/>
                <a:pathLst>
                  <a:path w="18" h="9">
                    <a:moveTo>
                      <a:pt x="18" y="9"/>
                    </a:moveTo>
                    <a:lnTo>
                      <a:pt x="9" y="9"/>
                    </a:lnTo>
                    <a:lnTo>
                      <a:pt x="9" y="9"/>
                    </a:lnTo>
                    <a:lnTo>
                      <a:pt x="0" y="0"/>
                    </a:lnTo>
                    <a:lnTo>
                      <a:pt x="0" y="0"/>
                    </a:lnTo>
                    <a:lnTo>
                      <a:pt x="9" y="0"/>
                    </a:lnTo>
                    <a:lnTo>
                      <a:pt x="9" y="0"/>
                    </a:lnTo>
                    <a:lnTo>
                      <a:pt x="18"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31"/>
              <p:cNvSpPr>
                <a:spLocks/>
              </p:cNvSpPr>
              <p:nvPr/>
            </p:nvSpPr>
            <p:spPr bwMode="auto">
              <a:xfrm>
                <a:off x="3609676" y="2781745"/>
                <a:ext cx="602393" cy="319308"/>
              </a:xfrm>
              <a:custGeom>
                <a:avLst/>
                <a:gdLst/>
                <a:ahLst/>
                <a:cxnLst>
                  <a:cxn ang="0">
                    <a:pos x="9" y="230"/>
                  </a:cxn>
                  <a:cxn ang="0">
                    <a:pos x="9" y="221"/>
                  </a:cxn>
                  <a:cxn ang="0">
                    <a:pos x="18" y="203"/>
                  </a:cxn>
                  <a:cxn ang="0">
                    <a:pos x="9" y="185"/>
                  </a:cxn>
                  <a:cxn ang="0">
                    <a:pos x="26" y="176"/>
                  </a:cxn>
                  <a:cxn ang="0">
                    <a:pos x="44" y="185"/>
                  </a:cxn>
                  <a:cxn ang="0">
                    <a:pos x="53" y="176"/>
                  </a:cxn>
                  <a:cxn ang="0">
                    <a:pos x="53" y="159"/>
                  </a:cxn>
                  <a:cxn ang="0">
                    <a:pos x="70" y="150"/>
                  </a:cxn>
                  <a:cxn ang="0">
                    <a:pos x="70" y="132"/>
                  </a:cxn>
                  <a:cxn ang="0">
                    <a:pos x="79" y="123"/>
                  </a:cxn>
                  <a:cxn ang="0">
                    <a:pos x="79" y="115"/>
                  </a:cxn>
                  <a:cxn ang="0">
                    <a:pos x="97" y="123"/>
                  </a:cxn>
                  <a:cxn ang="0">
                    <a:pos x="106" y="115"/>
                  </a:cxn>
                  <a:cxn ang="0">
                    <a:pos x="132" y="123"/>
                  </a:cxn>
                  <a:cxn ang="0">
                    <a:pos x="141" y="106"/>
                  </a:cxn>
                  <a:cxn ang="0">
                    <a:pos x="150" y="106"/>
                  </a:cxn>
                  <a:cxn ang="0">
                    <a:pos x="167" y="106"/>
                  </a:cxn>
                  <a:cxn ang="0">
                    <a:pos x="167" y="88"/>
                  </a:cxn>
                  <a:cxn ang="0">
                    <a:pos x="176" y="88"/>
                  </a:cxn>
                  <a:cxn ang="0">
                    <a:pos x="194" y="97"/>
                  </a:cxn>
                  <a:cxn ang="0">
                    <a:pos x="202" y="79"/>
                  </a:cxn>
                  <a:cxn ang="0">
                    <a:pos x="220" y="70"/>
                  </a:cxn>
                  <a:cxn ang="0">
                    <a:pos x="229" y="53"/>
                  </a:cxn>
                  <a:cxn ang="0">
                    <a:pos x="229" y="35"/>
                  </a:cxn>
                  <a:cxn ang="0">
                    <a:pos x="238" y="35"/>
                  </a:cxn>
                  <a:cxn ang="0">
                    <a:pos x="264" y="17"/>
                  </a:cxn>
                  <a:cxn ang="0">
                    <a:pos x="255" y="0"/>
                  </a:cxn>
                  <a:cxn ang="0">
                    <a:pos x="273" y="0"/>
                  </a:cxn>
                  <a:cxn ang="0">
                    <a:pos x="290" y="8"/>
                  </a:cxn>
                  <a:cxn ang="0">
                    <a:pos x="317" y="17"/>
                  </a:cxn>
                  <a:cxn ang="0">
                    <a:pos x="334" y="26"/>
                  </a:cxn>
                  <a:cxn ang="0">
                    <a:pos x="352" y="26"/>
                  </a:cxn>
                  <a:cxn ang="0">
                    <a:pos x="361" y="26"/>
                  </a:cxn>
                  <a:cxn ang="0">
                    <a:pos x="378" y="8"/>
                  </a:cxn>
                  <a:cxn ang="0">
                    <a:pos x="396" y="26"/>
                  </a:cxn>
                  <a:cxn ang="0">
                    <a:pos x="405" y="35"/>
                  </a:cxn>
                  <a:cxn ang="0">
                    <a:pos x="405" y="53"/>
                  </a:cxn>
                  <a:cxn ang="0">
                    <a:pos x="422" y="79"/>
                  </a:cxn>
                  <a:cxn ang="0">
                    <a:pos x="449" y="97"/>
                  </a:cxn>
                  <a:cxn ang="0">
                    <a:pos x="414" y="141"/>
                  </a:cxn>
                  <a:cxn ang="0">
                    <a:pos x="405" y="159"/>
                  </a:cxn>
                  <a:cxn ang="0">
                    <a:pos x="387" y="168"/>
                  </a:cxn>
                  <a:cxn ang="0">
                    <a:pos x="370" y="176"/>
                  </a:cxn>
                  <a:cxn ang="0">
                    <a:pos x="352" y="194"/>
                  </a:cxn>
                  <a:cxn ang="0">
                    <a:pos x="290" y="194"/>
                  </a:cxn>
                  <a:cxn ang="0">
                    <a:pos x="211" y="203"/>
                  </a:cxn>
                  <a:cxn ang="0">
                    <a:pos x="123" y="212"/>
                  </a:cxn>
                  <a:cxn ang="0">
                    <a:pos x="79" y="212"/>
                  </a:cxn>
                  <a:cxn ang="0">
                    <a:pos x="0" y="238"/>
                  </a:cxn>
                </a:cxnLst>
                <a:rect l="0" t="0" r="r" b="b"/>
                <a:pathLst>
                  <a:path w="449" h="238">
                    <a:moveTo>
                      <a:pt x="0" y="238"/>
                    </a:moveTo>
                    <a:lnTo>
                      <a:pt x="0" y="230"/>
                    </a:lnTo>
                    <a:lnTo>
                      <a:pt x="9" y="230"/>
                    </a:lnTo>
                    <a:lnTo>
                      <a:pt x="9" y="230"/>
                    </a:lnTo>
                    <a:lnTo>
                      <a:pt x="9" y="221"/>
                    </a:lnTo>
                    <a:lnTo>
                      <a:pt x="9" y="221"/>
                    </a:lnTo>
                    <a:lnTo>
                      <a:pt x="18" y="212"/>
                    </a:lnTo>
                    <a:lnTo>
                      <a:pt x="18" y="203"/>
                    </a:lnTo>
                    <a:lnTo>
                      <a:pt x="18" y="203"/>
                    </a:lnTo>
                    <a:lnTo>
                      <a:pt x="18" y="194"/>
                    </a:lnTo>
                    <a:lnTo>
                      <a:pt x="9" y="194"/>
                    </a:lnTo>
                    <a:lnTo>
                      <a:pt x="9" y="185"/>
                    </a:lnTo>
                    <a:lnTo>
                      <a:pt x="18" y="176"/>
                    </a:lnTo>
                    <a:lnTo>
                      <a:pt x="26" y="176"/>
                    </a:lnTo>
                    <a:lnTo>
                      <a:pt x="26" y="176"/>
                    </a:lnTo>
                    <a:lnTo>
                      <a:pt x="35" y="176"/>
                    </a:lnTo>
                    <a:lnTo>
                      <a:pt x="44" y="185"/>
                    </a:lnTo>
                    <a:lnTo>
                      <a:pt x="44" y="185"/>
                    </a:lnTo>
                    <a:lnTo>
                      <a:pt x="53" y="185"/>
                    </a:lnTo>
                    <a:lnTo>
                      <a:pt x="53" y="176"/>
                    </a:lnTo>
                    <a:lnTo>
                      <a:pt x="53" y="176"/>
                    </a:lnTo>
                    <a:lnTo>
                      <a:pt x="53" y="168"/>
                    </a:lnTo>
                    <a:lnTo>
                      <a:pt x="53" y="168"/>
                    </a:lnTo>
                    <a:lnTo>
                      <a:pt x="53" y="159"/>
                    </a:lnTo>
                    <a:lnTo>
                      <a:pt x="53" y="159"/>
                    </a:lnTo>
                    <a:lnTo>
                      <a:pt x="62" y="159"/>
                    </a:lnTo>
                    <a:lnTo>
                      <a:pt x="70" y="150"/>
                    </a:lnTo>
                    <a:lnTo>
                      <a:pt x="70" y="150"/>
                    </a:lnTo>
                    <a:lnTo>
                      <a:pt x="70" y="141"/>
                    </a:lnTo>
                    <a:lnTo>
                      <a:pt x="70" y="132"/>
                    </a:lnTo>
                    <a:lnTo>
                      <a:pt x="70" y="132"/>
                    </a:lnTo>
                    <a:lnTo>
                      <a:pt x="79" y="123"/>
                    </a:lnTo>
                    <a:lnTo>
                      <a:pt x="79" y="123"/>
                    </a:lnTo>
                    <a:lnTo>
                      <a:pt x="79" y="123"/>
                    </a:lnTo>
                    <a:lnTo>
                      <a:pt x="79" y="123"/>
                    </a:lnTo>
                    <a:lnTo>
                      <a:pt x="79" y="115"/>
                    </a:lnTo>
                    <a:lnTo>
                      <a:pt x="88" y="115"/>
                    </a:lnTo>
                    <a:lnTo>
                      <a:pt x="97" y="115"/>
                    </a:lnTo>
                    <a:lnTo>
                      <a:pt x="97" y="123"/>
                    </a:lnTo>
                    <a:lnTo>
                      <a:pt x="106" y="115"/>
                    </a:lnTo>
                    <a:lnTo>
                      <a:pt x="97" y="115"/>
                    </a:lnTo>
                    <a:lnTo>
                      <a:pt x="106" y="115"/>
                    </a:lnTo>
                    <a:lnTo>
                      <a:pt x="114" y="106"/>
                    </a:lnTo>
                    <a:lnTo>
                      <a:pt x="132" y="115"/>
                    </a:lnTo>
                    <a:lnTo>
                      <a:pt x="132" y="123"/>
                    </a:lnTo>
                    <a:lnTo>
                      <a:pt x="132" y="115"/>
                    </a:lnTo>
                    <a:lnTo>
                      <a:pt x="132" y="115"/>
                    </a:lnTo>
                    <a:lnTo>
                      <a:pt x="141" y="106"/>
                    </a:lnTo>
                    <a:lnTo>
                      <a:pt x="141" y="106"/>
                    </a:lnTo>
                    <a:lnTo>
                      <a:pt x="150" y="106"/>
                    </a:lnTo>
                    <a:lnTo>
                      <a:pt x="150" y="106"/>
                    </a:lnTo>
                    <a:lnTo>
                      <a:pt x="158" y="106"/>
                    </a:lnTo>
                    <a:lnTo>
                      <a:pt x="158" y="115"/>
                    </a:lnTo>
                    <a:lnTo>
                      <a:pt x="167" y="106"/>
                    </a:lnTo>
                    <a:lnTo>
                      <a:pt x="167" y="106"/>
                    </a:lnTo>
                    <a:lnTo>
                      <a:pt x="167" y="97"/>
                    </a:lnTo>
                    <a:lnTo>
                      <a:pt x="167" y="88"/>
                    </a:lnTo>
                    <a:lnTo>
                      <a:pt x="176" y="88"/>
                    </a:lnTo>
                    <a:lnTo>
                      <a:pt x="176" y="79"/>
                    </a:lnTo>
                    <a:lnTo>
                      <a:pt x="176" y="88"/>
                    </a:lnTo>
                    <a:lnTo>
                      <a:pt x="185" y="97"/>
                    </a:lnTo>
                    <a:lnTo>
                      <a:pt x="185" y="97"/>
                    </a:lnTo>
                    <a:lnTo>
                      <a:pt x="194" y="97"/>
                    </a:lnTo>
                    <a:lnTo>
                      <a:pt x="202" y="97"/>
                    </a:lnTo>
                    <a:lnTo>
                      <a:pt x="202" y="88"/>
                    </a:lnTo>
                    <a:lnTo>
                      <a:pt x="202" y="79"/>
                    </a:lnTo>
                    <a:lnTo>
                      <a:pt x="202" y="70"/>
                    </a:lnTo>
                    <a:lnTo>
                      <a:pt x="211" y="70"/>
                    </a:lnTo>
                    <a:lnTo>
                      <a:pt x="220" y="70"/>
                    </a:lnTo>
                    <a:lnTo>
                      <a:pt x="220" y="62"/>
                    </a:lnTo>
                    <a:lnTo>
                      <a:pt x="220" y="53"/>
                    </a:lnTo>
                    <a:lnTo>
                      <a:pt x="229" y="53"/>
                    </a:lnTo>
                    <a:lnTo>
                      <a:pt x="229" y="44"/>
                    </a:lnTo>
                    <a:lnTo>
                      <a:pt x="229" y="35"/>
                    </a:lnTo>
                    <a:lnTo>
                      <a:pt x="229" y="35"/>
                    </a:lnTo>
                    <a:lnTo>
                      <a:pt x="229" y="35"/>
                    </a:lnTo>
                    <a:lnTo>
                      <a:pt x="238" y="35"/>
                    </a:lnTo>
                    <a:lnTo>
                      <a:pt x="238" y="35"/>
                    </a:lnTo>
                    <a:lnTo>
                      <a:pt x="255" y="26"/>
                    </a:lnTo>
                    <a:lnTo>
                      <a:pt x="264" y="26"/>
                    </a:lnTo>
                    <a:lnTo>
                      <a:pt x="264" y="17"/>
                    </a:lnTo>
                    <a:lnTo>
                      <a:pt x="255" y="17"/>
                    </a:lnTo>
                    <a:lnTo>
                      <a:pt x="264" y="8"/>
                    </a:lnTo>
                    <a:lnTo>
                      <a:pt x="255" y="0"/>
                    </a:lnTo>
                    <a:lnTo>
                      <a:pt x="255" y="0"/>
                    </a:lnTo>
                    <a:lnTo>
                      <a:pt x="264" y="0"/>
                    </a:lnTo>
                    <a:lnTo>
                      <a:pt x="273" y="0"/>
                    </a:lnTo>
                    <a:lnTo>
                      <a:pt x="282" y="0"/>
                    </a:lnTo>
                    <a:lnTo>
                      <a:pt x="290" y="0"/>
                    </a:lnTo>
                    <a:lnTo>
                      <a:pt x="290" y="8"/>
                    </a:lnTo>
                    <a:lnTo>
                      <a:pt x="299" y="17"/>
                    </a:lnTo>
                    <a:lnTo>
                      <a:pt x="308" y="17"/>
                    </a:lnTo>
                    <a:lnTo>
                      <a:pt x="317" y="17"/>
                    </a:lnTo>
                    <a:lnTo>
                      <a:pt x="317" y="17"/>
                    </a:lnTo>
                    <a:lnTo>
                      <a:pt x="334" y="26"/>
                    </a:lnTo>
                    <a:lnTo>
                      <a:pt x="334" y="26"/>
                    </a:lnTo>
                    <a:lnTo>
                      <a:pt x="343" y="26"/>
                    </a:lnTo>
                    <a:lnTo>
                      <a:pt x="343" y="26"/>
                    </a:lnTo>
                    <a:lnTo>
                      <a:pt x="352" y="26"/>
                    </a:lnTo>
                    <a:lnTo>
                      <a:pt x="352" y="26"/>
                    </a:lnTo>
                    <a:lnTo>
                      <a:pt x="361" y="26"/>
                    </a:lnTo>
                    <a:lnTo>
                      <a:pt x="361" y="26"/>
                    </a:lnTo>
                    <a:lnTo>
                      <a:pt x="370" y="17"/>
                    </a:lnTo>
                    <a:lnTo>
                      <a:pt x="370" y="17"/>
                    </a:lnTo>
                    <a:lnTo>
                      <a:pt x="378" y="8"/>
                    </a:lnTo>
                    <a:lnTo>
                      <a:pt x="387" y="17"/>
                    </a:lnTo>
                    <a:lnTo>
                      <a:pt x="387" y="26"/>
                    </a:lnTo>
                    <a:lnTo>
                      <a:pt x="396" y="26"/>
                    </a:lnTo>
                    <a:lnTo>
                      <a:pt x="396" y="35"/>
                    </a:lnTo>
                    <a:lnTo>
                      <a:pt x="405" y="35"/>
                    </a:lnTo>
                    <a:lnTo>
                      <a:pt x="405" y="35"/>
                    </a:lnTo>
                    <a:lnTo>
                      <a:pt x="405" y="44"/>
                    </a:lnTo>
                    <a:lnTo>
                      <a:pt x="405" y="44"/>
                    </a:lnTo>
                    <a:lnTo>
                      <a:pt x="405" y="53"/>
                    </a:lnTo>
                    <a:lnTo>
                      <a:pt x="414" y="70"/>
                    </a:lnTo>
                    <a:lnTo>
                      <a:pt x="414" y="70"/>
                    </a:lnTo>
                    <a:lnTo>
                      <a:pt x="422" y="79"/>
                    </a:lnTo>
                    <a:lnTo>
                      <a:pt x="431" y="88"/>
                    </a:lnTo>
                    <a:lnTo>
                      <a:pt x="440" y="97"/>
                    </a:lnTo>
                    <a:lnTo>
                      <a:pt x="449" y="97"/>
                    </a:lnTo>
                    <a:lnTo>
                      <a:pt x="431" y="123"/>
                    </a:lnTo>
                    <a:lnTo>
                      <a:pt x="414" y="132"/>
                    </a:lnTo>
                    <a:lnTo>
                      <a:pt x="414" y="141"/>
                    </a:lnTo>
                    <a:lnTo>
                      <a:pt x="414" y="150"/>
                    </a:lnTo>
                    <a:lnTo>
                      <a:pt x="405" y="150"/>
                    </a:lnTo>
                    <a:lnTo>
                      <a:pt x="405" y="159"/>
                    </a:lnTo>
                    <a:lnTo>
                      <a:pt x="396" y="159"/>
                    </a:lnTo>
                    <a:lnTo>
                      <a:pt x="396" y="159"/>
                    </a:lnTo>
                    <a:lnTo>
                      <a:pt x="387" y="168"/>
                    </a:lnTo>
                    <a:lnTo>
                      <a:pt x="387" y="168"/>
                    </a:lnTo>
                    <a:lnTo>
                      <a:pt x="378" y="176"/>
                    </a:lnTo>
                    <a:lnTo>
                      <a:pt x="370" y="176"/>
                    </a:lnTo>
                    <a:lnTo>
                      <a:pt x="370" y="185"/>
                    </a:lnTo>
                    <a:lnTo>
                      <a:pt x="352" y="185"/>
                    </a:lnTo>
                    <a:lnTo>
                      <a:pt x="352" y="194"/>
                    </a:lnTo>
                    <a:lnTo>
                      <a:pt x="326" y="194"/>
                    </a:lnTo>
                    <a:lnTo>
                      <a:pt x="308" y="194"/>
                    </a:lnTo>
                    <a:lnTo>
                      <a:pt x="290" y="194"/>
                    </a:lnTo>
                    <a:lnTo>
                      <a:pt x="255" y="194"/>
                    </a:lnTo>
                    <a:lnTo>
                      <a:pt x="246" y="203"/>
                    </a:lnTo>
                    <a:lnTo>
                      <a:pt x="211" y="203"/>
                    </a:lnTo>
                    <a:lnTo>
                      <a:pt x="185" y="203"/>
                    </a:lnTo>
                    <a:lnTo>
                      <a:pt x="150" y="212"/>
                    </a:lnTo>
                    <a:lnTo>
                      <a:pt x="123" y="212"/>
                    </a:lnTo>
                    <a:lnTo>
                      <a:pt x="97" y="212"/>
                    </a:lnTo>
                    <a:lnTo>
                      <a:pt x="88" y="212"/>
                    </a:lnTo>
                    <a:lnTo>
                      <a:pt x="79" y="212"/>
                    </a:lnTo>
                    <a:lnTo>
                      <a:pt x="88" y="221"/>
                    </a:lnTo>
                    <a:lnTo>
                      <a:pt x="88" y="230"/>
                    </a:lnTo>
                    <a:lnTo>
                      <a:pt x="0" y="23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32"/>
              <p:cNvSpPr>
                <a:spLocks/>
              </p:cNvSpPr>
              <p:nvPr/>
            </p:nvSpPr>
            <p:spPr bwMode="auto">
              <a:xfrm>
                <a:off x="3609676" y="2781745"/>
                <a:ext cx="602393" cy="319308"/>
              </a:xfrm>
              <a:custGeom>
                <a:avLst/>
                <a:gdLst/>
                <a:ahLst/>
                <a:cxnLst>
                  <a:cxn ang="0">
                    <a:pos x="9" y="230"/>
                  </a:cxn>
                  <a:cxn ang="0">
                    <a:pos x="9" y="221"/>
                  </a:cxn>
                  <a:cxn ang="0">
                    <a:pos x="18" y="203"/>
                  </a:cxn>
                  <a:cxn ang="0">
                    <a:pos x="9" y="185"/>
                  </a:cxn>
                  <a:cxn ang="0">
                    <a:pos x="26" y="176"/>
                  </a:cxn>
                  <a:cxn ang="0">
                    <a:pos x="44" y="185"/>
                  </a:cxn>
                  <a:cxn ang="0">
                    <a:pos x="53" y="176"/>
                  </a:cxn>
                  <a:cxn ang="0">
                    <a:pos x="53" y="159"/>
                  </a:cxn>
                  <a:cxn ang="0">
                    <a:pos x="70" y="150"/>
                  </a:cxn>
                  <a:cxn ang="0">
                    <a:pos x="70" y="132"/>
                  </a:cxn>
                  <a:cxn ang="0">
                    <a:pos x="79" y="123"/>
                  </a:cxn>
                  <a:cxn ang="0">
                    <a:pos x="79" y="115"/>
                  </a:cxn>
                  <a:cxn ang="0">
                    <a:pos x="97" y="123"/>
                  </a:cxn>
                  <a:cxn ang="0">
                    <a:pos x="106" y="115"/>
                  </a:cxn>
                  <a:cxn ang="0">
                    <a:pos x="132" y="123"/>
                  </a:cxn>
                  <a:cxn ang="0">
                    <a:pos x="141" y="106"/>
                  </a:cxn>
                  <a:cxn ang="0">
                    <a:pos x="150" y="106"/>
                  </a:cxn>
                  <a:cxn ang="0">
                    <a:pos x="167" y="106"/>
                  </a:cxn>
                  <a:cxn ang="0">
                    <a:pos x="167" y="88"/>
                  </a:cxn>
                  <a:cxn ang="0">
                    <a:pos x="176" y="88"/>
                  </a:cxn>
                  <a:cxn ang="0">
                    <a:pos x="194" y="97"/>
                  </a:cxn>
                  <a:cxn ang="0">
                    <a:pos x="202" y="79"/>
                  </a:cxn>
                  <a:cxn ang="0">
                    <a:pos x="220" y="70"/>
                  </a:cxn>
                  <a:cxn ang="0">
                    <a:pos x="229" y="53"/>
                  </a:cxn>
                  <a:cxn ang="0">
                    <a:pos x="229" y="35"/>
                  </a:cxn>
                  <a:cxn ang="0">
                    <a:pos x="238" y="35"/>
                  </a:cxn>
                  <a:cxn ang="0">
                    <a:pos x="264" y="17"/>
                  </a:cxn>
                  <a:cxn ang="0">
                    <a:pos x="255" y="0"/>
                  </a:cxn>
                  <a:cxn ang="0">
                    <a:pos x="273" y="0"/>
                  </a:cxn>
                  <a:cxn ang="0">
                    <a:pos x="290" y="8"/>
                  </a:cxn>
                  <a:cxn ang="0">
                    <a:pos x="317" y="17"/>
                  </a:cxn>
                  <a:cxn ang="0">
                    <a:pos x="334" y="26"/>
                  </a:cxn>
                  <a:cxn ang="0">
                    <a:pos x="352" y="26"/>
                  </a:cxn>
                  <a:cxn ang="0">
                    <a:pos x="361" y="26"/>
                  </a:cxn>
                  <a:cxn ang="0">
                    <a:pos x="378" y="8"/>
                  </a:cxn>
                  <a:cxn ang="0">
                    <a:pos x="396" y="26"/>
                  </a:cxn>
                  <a:cxn ang="0">
                    <a:pos x="405" y="35"/>
                  </a:cxn>
                  <a:cxn ang="0">
                    <a:pos x="405" y="53"/>
                  </a:cxn>
                  <a:cxn ang="0">
                    <a:pos x="422" y="79"/>
                  </a:cxn>
                  <a:cxn ang="0">
                    <a:pos x="449" y="97"/>
                  </a:cxn>
                  <a:cxn ang="0">
                    <a:pos x="414" y="141"/>
                  </a:cxn>
                  <a:cxn ang="0">
                    <a:pos x="405" y="159"/>
                  </a:cxn>
                  <a:cxn ang="0">
                    <a:pos x="387" y="168"/>
                  </a:cxn>
                  <a:cxn ang="0">
                    <a:pos x="370" y="176"/>
                  </a:cxn>
                  <a:cxn ang="0">
                    <a:pos x="352" y="194"/>
                  </a:cxn>
                  <a:cxn ang="0">
                    <a:pos x="290" y="194"/>
                  </a:cxn>
                  <a:cxn ang="0">
                    <a:pos x="211" y="203"/>
                  </a:cxn>
                  <a:cxn ang="0">
                    <a:pos x="123" y="212"/>
                  </a:cxn>
                  <a:cxn ang="0">
                    <a:pos x="79" y="212"/>
                  </a:cxn>
                  <a:cxn ang="0">
                    <a:pos x="0" y="238"/>
                  </a:cxn>
                </a:cxnLst>
                <a:rect l="0" t="0" r="r" b="b"/>
                <a:pathLst>
                  <a:path w="449" h="238">
                    <a:moveTo>
                      <a:pt x="0" y="238"/>
                    </a:moveTo>
                    <a:lnTo>
                      <a:pt x="0" y="230"/>
                    </a:lnTo>
                    <a:lnTo>
                      <a:pt x="9" y="230"/>
                    </a:lnTo>
                    <a:lnTo>
                      <a:pt x="9" y="230"/>
                    </a:lnTo>
                    <a:lnTo>
                      <a:pt x="9" y="221"/>
                    </a:lnTo>
                    <a:lnTo>
                      <a:pt x="9" y="221"/>
                    </a:lnTo>
                    <a:lnTo>
                      <a:pt x="18" y="212"/>
                    </a:lnTo>
                    <a:lnTo>
                      <a:pt x="18" y="203"/>
                    </a:lnTo>
                    <a:lnTo>
                      <a:pt x="18" y="203"/>
                    </a:lnTo>
                    <a:lnTo>
                      <a:pt x="18" y="194"/>
                    </a:lnTo>
                    <a:lnTo>
                      <a:pt x="9" y="194"/>
                    </a:lnTo>
                    <a:lnTo>
                      <a:pt x="9" y="185"/>
                    </a:lnTo>
                    <a:lnTo>
                      <a:pt x="18" y="176"/>
                    </a:lnTo>
                    <a:lnTo>
                      <a:pt x="26" y="176"/>
                    </a:lnTo>
                    <a:lnTo>
                      <a:pt x="26" y="176"/>
                    </a:lnTo>
                    <a:lnTo>
                      <a:pt x="35" y="176"/>
                    </a:lnTo>
                    <a:lnTo>
                      <a:pt x="44" y="185"/>
                    </a:lnTo>
                    <a:lnTo>
                      <a:pt x="44" y="185"/>
                    </a:lnTo>
                    <a:lnTo>
                      <a:pt x="53" y="185"/>
                    </a:lnTo>
                    <a:lnTo>
                      <a:pt x="53" y="176"/>
                    </a:lnTo>
                    <a:lnTo>
                      <a:pt x="53" y="176"/>
                    </a:lnTo>
                    <a:lnTo>
                      <a:pt x="53" y="168"/>
                    </a:lnTo>
                    <a:lnTo>
                      <a:pt x="53" y="168"/>
                    </a:lnTo>
                    <a:lnTo>
                      <a:pt x="53" y="159"/>
                    </a:lnTo>
                    <a:lnTo>
                      <a:pt x="53" y="159"/>
                    </a:lnTo>
                    <a:lnTo>
                      <a:pt x="62" y="159"/>
                    </a:lnTo>
                    <a:lnTo>
                      <a:pt x="70" y="150"/>
                    </a:lnTo>
                    <a:lnTo>
                      <a:pt x="70" y="150"/>
                    </a:lnTo>
                    <a:lnTo>
                      <a:pt x="70" y="141"/>
                    </a:lnTo>
                    <a:lnTo>
                      <a:pt x="70" y="132"/>
                    </a:lnTo>
                    <a:lnTo>
                      <a:pt x="70" y="132"/>
                    </a:lnTo>
                    <a:lnTo>
                      <a:pt x="79" y="123"/>
                    </a:lnTo>
                    <a:lnTo>
                      <a:pt x="79" y="123"/>
                    </a:lnTo>
                    <a:lnTo>
                      <a:pt x="79" y="123"/>
                    </a:lnTo>
                    <a:lnTo>
                      <a:pt x="79" y="123"/>
                    </a:lnTo>
                    <a:lnTo>
                      <a:pt x="79" y="115"/>
                    </a:lnTo>
                    <a:lnTo>
                      <a:pt x="88" y="115"/>
                    </a:lnTo>
                    <a:lnTo>
                      <a:pt x="97" y="115"/>
                    </a:lnTo>
                    <a:lnTo>
                      <a:pt x="97" y="123"/>
                    </a:lnTo>
                    <a:lnTo>
                      <a:pt x="106" y="115"/>
                    </a:lnTo>
                    <a:lnTo>
                      <a:pt x="97" y="115"/>
                    </a:lnTo>
                    <a:lnTo>
                      <a:pt x="106" y="115"/>
                    </a:lnTo>
                    <a:lnTo>
                      <a:pt x="114" y="106"/>
                    </a:lnTo>
                    <a:lnTo>
                      <a:pt x="132" y="115"/>
                    </a:lnTo>
                    <a:lnTo>
                      <a:pt x="132" y="123"/>
                    </a:lnTo>
                    <a:lnTo>
                      <a:pt x="132" y="115"/>
                    </a:lnTo>
                    <a:lnTo>
                      <a:pt x="132" y="115"/>
                    </a:lnTo>
                    <a:lnTo>
                      <a:pt x="141" y="106"/>
                    </a:lnTo>
                    <a:lnTo>
                      <a:pt x="141" y="106"/>
                    </a:lnTo>
                    <a:lnTo>
                      <a:pt x="150" y="106"/>
                    </a:lnTo>
                    <a:lnTo>
                      <a:pt x="150" y="106"/>
                    </a:lnTo>
                    <a:lnTo>
                      <a:pt x="158" y="106"/>
                    </a:lnTo>
                    <a:lnTo>
                      <a:pt x="158" y="115"/>
                    </a:lnTo>
                    <a:lnTo>
                      <a:pt x="167" y="106"/>
                    </a:lnTo>
                    <a:lnTo>
                      <a:pt x="167" y="106"/>
                    </a:lnTo>
                    <a:lnTo>
                      <a:pt x="167" y="97"/>
                    </a:lnTo>
                    <a:lnTo>
                      <a:pt x="167" y="88"/>
                    </a:lnTo>
                    <a:lnTo>
                      <a:pt x="176" y="88"/>
                    </a:lnTo>
                    <a:lnTo>
                      <a:pt x="176" y="79"/>
                    </a:lnTo>
                    <a:lnTo>
                      <a:pt x="176" y="88"/>
                    </a:lnTo>
                    <a:lnTo>
                      <a:pt x="185" y="97"/>
                    </a:lnTo>
                    <a:lnTo>
                      <a:pt x="185" y="97"/>
                    </a:lnTo>
                    <a:lnTo>
                      <a:pt x="194" y="97"/>
                    </a:lnTo>
                    <a:lnTo>
                      <a:pt x="202" y="97"/>
                    </a:lnTo>
                    <a:lnTo>
                      <a:pt x="202" y="88"/>
                    </a:lnTo>
                    <a:lnTo>
                      <a:pt x="202" y="79"/>
                    </a:lnTo>
                    <a:lnTo>
                      <a:pt x="202" y="70"/>
                    </a:lnTo>
                    <a:lnTo>
                      <a:pt x="211" y="70"/>
                    </a:lnTo>
                    <a:lnTo>
                      <a:pt x="220" y="70"/>
                    </a:lnTo>
                    <a:lnTo>
                      <a:pt x="220" y="62"/>
                    </a:lnTo>
                    <a:lnTo>
                      <a:pt x="220" y="53"/>
                    </a:lnTo>
                    <a:lnTo>
                      <a:pt x="229" y="53"/>
                    </a:lnTo>
                    <a:lnTo>
                      <a:pt x="229" y="44"/>
                    </a:lnTo>
                    <a:lnTo>
                      <a:pt x="229" y="35"/>
                    </a:lnTo>
                    <a:lnTo>
                      <a:pt x="229" y="35"/>
                    </a:lnTo>
                    <a:lnTo>
                      <a:pt x="229" y="35"/>
                    </a:lnTo>
                    <a:lnTo>
                      <a:pt x="238" y="35"/>
                    </a:lnTo>
                    <a:lnTo>
                      <a:pt x="238" y="35"/>
                    </a:lnTo>
                    <a:lnTo>
                      <a:pt x="255" y="26"/>
                    </a:lnTo>
                    <a:lnTo>
                      <a:pt x="264" y="26"/>
                    </a:lnTo>
                    <a:lnTo>
                      <a:pt x="264" y="17"/>
                    </a:lnTo>
                    <a:lnTo>
                      <a:pt x="255" y="17"/>
                    </a:lnTo>
                    <a:lnTo>
                      <a:pt x="264" y="8"/>
                    </a:lnTo>
                    <a:lnTo>
                      <a:pt x="255" y="0"/>
                    </a:lnTo>
                    <a:lnTo>
                      <a:pt x="255" y="0"/>
                    </a:lnTo>
                    <a:lnTo>
                      <a:pt x="264" y="0"/>
                    </a:lnTo>
                    <a:lnTo>
                      <a:pt x="273" y="0"/>
                    </a:lnTo>
                    <a:lnTo>
                      <a:pt x="282" y="0"/>
                    </a:lnTo>
                    <a:lnTo>
                      <a:pt x="290" y="0"/>
                    </a:lnTo>
                    <a:lnTo>
                      <a:pt x="290" y="8"/>
                    </a:lnTo>
                    <a:lnTo>
                      <a:pt x="299" y="17"/>
                    </a:lnTo>
                    <a:lnTo>
                      <a:pt x="308" y="17"/>
                    </a:lnTo>
                    <a:lnTo>
                      <a:pt x="317" y="17"/>
                    </a:lnTo>
                    <a:lnTo>
                      <a:pt x="317" y="17"/>
                    </a:lnTo>
                    <a:lnTo>
                      <a:pt x="334" y="26"/>
                    </a:lnTo>
                    <a:lnTo>
                      <a:pt x="334" y="26"/>
                    </a:lnTo>
                    <a:lnTo>
                      <a:pt x="343" y="26"/>
                    </a:lnTo>
                    <a:lnTo>
                      <a:pt x="343" y="26"/>
                    </a:lnTo>
                    <a:lnTo>
                      <a:pt x="352" y="26"/>
                    </a:lnTo>
                    <a:lnTo>
                      <a:pt x="352" y="26"/>
                    </a:lnTo>
                    <a:lnTo>
                      <a:pt x="361" y="26"/>
                    </a:lnTo>
                    <a:lnTo>
                      <a:pt x="361" y="26"/>
                    </a:lnTo>
                    <a:lnTo>
                      <a:pt x="370" y="17"/>
                    </a:lnTo>
                    <a:lnTo>
                      <a:pt x="370" y="17"/>
                    </a:lnTo>
                    <a:lnTo>
                      <a:pt x="378" y="8"/>
                    </a:lnTo>
                    <a:lnTo>
                      <a:pt x="387" y="17"/>
                    </a:lnTo>
                    <a:lnTo>
                      <a:pt x="387" y="26"/>
                    </a:lnTo>
                    <a:lnTo>
                      <a:pt x="396" y="26"/>
                    </a:lnTo>
                    <a:lnTo>
                      <a:pt x="396" y="35"/>
                    </a:lnTo>
                    <a:lnTo>
                      <a:pt x="405" y="35"/>
                    </a:lnTo>
                    <a:lnTo>
                      <a:pt x="405" y="35"/>
                    </a:lnTo>
                    <a:lnTo>
                      <a:pt x="405" y="44"/>
                    </a:lnTo>
                    <a:lnTo>
                      <a:pt x="405" y="44"/>
                    </a:lnTo>
                    <a:lnTo>
                      <a:pt x="405" y="53"/>
                    </a:lnTo>
                    <a:lnTo>
                      <a:pt x="414" y="70"/>
                    </a:lnTo>
                    <a:lnTo>
                      <a:pt x="414" y="70"/>
                    </a:lnTo>
                    <a:lnTo>
                      <a:pt x="422" y="79"/>
                    </a:lnTo>
                    <a:lnTo>
                      <a:pt x="431" y="88"/>
                    </a:lnTo>
                    <a:lnTo>
                      <a:pt x="440" y="97"/>
                    </a:lnTo>
                    <a:lnTo>
                      <a:pt x="449" y="97"/>
                    </a:lnTo>
                    <a:lnTo>
                      <a:pt x="431" y="123"/>
                    </a:lnTo>
                    <a:lnTo>
                      <a:pt x="414" y="132"/>
                    </a:lnTo>
                    <a:lnTo>
                      <a:pt x="414" y="141"/>
                    </a:lnTo>
                    <a:lnTo>
                      <a:pt x="414" y="150"/>
                    </a:lnTo>
                    <a:lnTo>
                      <a:pt x="405" y="150"/>
                    </a:lnTo>
                    <a:lnTo>
                      <a:pt x="405" y="159"/>
                    </a:lnTo>
                    <a:lnTo>
                      <a:pt x="396" y="159"/>
                    </a:lnTo>
                    <a:lnTo>
                      <a:pt x="396" y="159"/>
                    </a:lnTo>
                    <a:lnTo>
                      <a:pt x="387" y="168"/>
                    </a:lnTo>
                    <a:lnTo>
                      <a:pt x="387" y="168"/>
                    </a:lnTo>
                    <a:lnTo>
                      <a:pt x="378" y="176"/>
                    </a:lnTo>
                    <a:lnTo>
                      <a:pt x="370" y="176"/>
                    </a:lnTo>
                    <a:lnTo>
                      <a:pt x="370" y="185"/>
                    </a:lnTo>
                    <a:lnTo>
                      <a:pt x="352" y="185"/>
                    </a:lnTo>
                    <a:lnTo>
                      <a:pt x="352" y="194"/>
                    </a:lnTo>
                    <a:lnTo>
                      <a:pt x="326" y="194"/>
                    </a:lnTo>
                    <a:lnTo>
                      <a:pt x="308" y="194"/>
                    </a:lnTo>
                    <a:lnTo>
                      <a:pt x="290" y="194"/>
                    </a:lnTo>
                    <a:lnTo>
                      <a:pt x="255" y="194"/>
                    </a:lnTo>
                    <a:lnTo>
                      <a:pt x="246" y="203"/>
                    </a:lnTo>
                    <a:lnTo>
                      <a:pt x="211" y="203"/>
                    </a:lnTo>
                    <a:lnTo>
                      <a:pt x="185" y="203"/>
                    </a:lnTo>
                    <a:lnTo>
                      <a:pt x="150" y="212"/>
                    </a:lnTo>
                    <a:lnTo>
                      <a:pt x="123" y="212"/>
                    </a:lnTo>
                    <a:lnTo>
                      <a:pt x="97" y="212"/>
                    </a:lnTo>
                    <a:lnTo>
                      <a:pt x="88" y="212"/>
                    </a:lnTo>
                    <a:lnTo>
                      <a:pt x="79" y="212"/>
                    </a:lnTo>
                    <a:lnTo>
                      <a:pt x="88" y="221"/>
                    </a:lnTo>
                    <a:lnTo>
                      <a:pt x="88" y="230"/>
                    </a:lnTo>
                    <a:lnTo>
                      <a:pt x="0" y="23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33"/>
              <p:cNvSpPr>
                <a:spLocks/>
              </p:cNvSpPr>
              <p:nvPr/>
            </p:nvSpPr>
            <p:spPr bwMode="auto">
              <a:xfrm>
                <a:off x="2547104" y="2733446"/>
                <a:ext cx="625200" cy="332725"/>
              </a:xfrm>
              <a:custGeom>
                <a:avLst/>
                <a:gdLst/>
                <a:ahLst/>
                <a:cxnLst>
                  <a:cxn ang="0">
                    <a:pos x="0" y="239"/>
                  </a:cxn>
                  <a:cxn ang="0">
                    <a:pos x="18" y="0"/>
                  </a:cxn>
                  <a:cxn ang="0">
                    <a:pos x="88" y="9"/>
                  </a:cxn>
                  <a:cxn ang="0">
                    <a:pos x="238" y="9"/>
                  </a:cxn>
                  <a:cxn ang="0">
                    <a:pos x="317" y="9"/>
                  </a:cxn>
                  <a:cxn ang="0">
                    <a:pos x="414" y="9"/>
                  </a:cxn>
                  <a:cxn ang="0">
                    <a:pos x="431" y="18"/>
                  </a:cxn>
                  <a:cxn ang="0">
                    <a:pos x="431" y="18"/>
                  </a:cxn>
                  <a:cxn ang="0">
                    <a:pos x="440" y="18"/>
                  </a:cxn>
                  <a:cxn ang="0">
                    <a:pos x="440" y="27"/>
                  </a:cxn>
                  <a:cxn ang="0">
                    <a:pos x="440" y="27"/>
                  </a:cxn>
                  <a:cxn ang="0">
                    <a:pos x="440" y="36"/>
                  </a:cxn>
                  <a:cxn ang="0">
                    <a:pos x="440" y="27"/>
                  </a:cxn>
                  <a:cxn ang="0">
                    <a:pos x="440" y="36"/>
                  </a:cxn>
                  <a:cxn ang="0">
                    <a:pos x="431" y="44"/>
                  </a:cxn>
                  <a:cxn ang="0">
                    <a:pos x="431" y="53"/>
                  </a:cxn>
                  <a:cxn ang="0">
                    <a:pos x="440" y="53"/>
                  </a:cxn>
                  <a:cxn ang="0">
                    <a:pos x="440" y="62"/>
                  </a:cxn>
                  <a:cxn ang="0">
                    <a:pos x="440" y="62"/>
                  </a:cxn>
                  <a:cxn ang="0">
                    <a:pos x="449" y="71"/>
                  </a:cxn>
                  <a:cxn ang="0">
                    <a:pos x="458" y="80"/>
                  </a:cxn>
                  <a:cxn ang="0">
                    <a:pos x="458" y="80"/>
                  </a:cxn>
                  <a:cxn ang="0">
                    <a:pos x="466" y="248"/>
                  </a:cxn>
                  <a:cxn ang="0">
                    <a:pos x="387" y="248"/>
                  </a:cxn>
                  <a:cxn ang="0">
                    <a:pos x="247" y="248"/>
                  </a:cxn>
                  <a:cxn ang="0">
                    <a:pos x="106" y="248"/>
                  </a:cxn>
                  <a:cxn ang="0">
                    <a:pos x="0" y="239"/>
                  </a:cxn>
                </a:cxnLst>
                <a:rect l="0" t="0" r="r" b="b"/>
                <a:pathLst>
                  <a:path w="466" h="248">
                    <a:moveTo>
                      <a:pt x="0" y="239"/>
                    </a:moveTo>
                    <a:lnTo>
                      <a:pt x="18" y="0"/>
                    </a:lnTo>
                    <a:lnTo>
                      <a:pt x="88" y="9"/>
                    </a:lnTo>
                    <a:lnTo>
                      <a:pt x="238" y="9"/>
                    </a:lnTo>
                    <a:lnTo>
                      <a:pt x="317" y="9"/>
                    </a:lnTo>
                    <a:lnTo>
                      <a:pt x="414" y="9"/>
                    </a:lnTo>
                    <a:lnTo>
                      <a:pt x="431" y="18"/>
                    </a:lnTo>
                    <a:lnTo>
                      <a:pt x="431" y="18"/>
                    </a:lnTo>
                    <a:lnTo>
                      <a:pt x="440" y="18"/>
                    </a:lnTo>
                    <a:lnTo>
                      <a:pt x="440" y="27"/>
                    </a:lnTo>
                    <a:lnTo>
                      <a:pt x="440" y="27"/>
                    </a:lnTo>
                    <a:lnTo>
                      <a:pt x="440" y="36"/>
                    </a:lnTo>
                    <a:lnTo>
                      <a:pt x="440" y="27"/>
                    </a:lnTo>
                    <a:lnTo>
                      <a:pt x="440" y="36"/>
                    </a:lnTo>
                    <a:lnTo>
                      <a:pt x="431" y="44"/>
                    </a:lnTo>
                    <a:lnTo>
                      <a:pt x="431" y="53"/>
                    </a:lnTo>
                    <a:lnTo>
                      <a:pt x="440" y="53"/>
                    </a:lnTo>
                    <a:lnTo>
                      <a:pt x="440" y="62"/>
                    </a:lnTo>
                    <a:lnTo>
                      <a:pt x="440" y="62"/>
                    </a:lnTo>
                    <a:lnTo>
                      <a:pt x="449" y="71"/>
                    </a:lnTo>
                    <a:lnTo>
                      <a:pt x="458" y="80"/>
                    </a:lnTo>
                    <a:lnTo>
                      <a:pt x="458" y="80"/>
                    </a:lnTo>
                    <a:lnTo>
                      <a:pt x="466" y="248"/>
                    </a:lnTo>
                    <a:lnTo>
                      <a:pt x="387" y="248"/>
                    </a:lnTo>
                    <a:lnTo>
                      <a:pt x="247" y="248"/>
                    </a:lnTo>
                    <a:lnTo>
                      <a:pt x="106" y="248"/>
                    </a:lnTo>
                    <a:lnTo>
                      <a:pt x="0" y="23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34"/>
              <p:cNvSpPr>
                <a:spLocks/>
              </p:cNvSpPr>
              <p:nvPr/>
            </p:nvSpPr>
            <p:spPr bwMode="auto">
              <a:xfrm>
                <a:off x="2547104" y="2733446"/>
                <a:ext cx="625200" cy="332725"/>
              </a:xfrm>
              <a:custGeom>
                <a:avLst/>
                <a:gdLst/>
                <a:ahLst/>
                <a:cxnLst>
                  <a:cxn ang="0">
                    <a:pos x="0" y="239"/>
                  </a:cxn>
                  <a:cxn ang="0">
                    <a:pos x="18" y="0"/>
                  </a:cxn>
                  <a:cxn ang="0">
                    <a:pos x="88" y="9"/>
                  </a:cxn>
                  <a:cxn ang="0">
                    <a:pos x="238" y="9"/>
                  </a:cxn>
                  <a:cxn ang="0">
                    <a:pos x="317" y="9"/>
                  </a:cxn>
                  <a:cxn ang="0">
                    <a:pos x="414" y="9"/>
                  </a:cxn>
                  <a:cxn ang="0">
                    <a:pos x="431" y="18"/>
                  </a:cxn>
                  <a:cxn ang="0">
                    <a:pos x="431" y="18"/>
                  </a:cxn>
                  <a:cxn ang="0">
                    <a:pos x="440" y="18"/>
                  </a:cxn>
                  <a:cxn ang="0">
                    <a:pos x="440" y="27"/>
                  </a:cxn>
                  <a:cxn ang="0">
                    <a:pos x="440" y="27"/>
                  </a:cxn>
                  <a:cxn ang="0">
                    <a:pos x="440" y="36"/>
                  </a:cxn>
                  <a:cxn ang="0">
                    <a:pos x="440" y="27"/>
                  </a:cxn>
                  <a:cxn ang="0">
                    <a:pos x="440" y="36"/>
                  </a:cxn>
                  <a:cxn ang="0">
                    <a:pos x="431" y="44"/>
                  </a:cxn>
                  <a:cxn ang="0">
                    <a:pos x="431" y="53"/>
                  </a:cxn>
                  <a:cxn ang="0">
                    <a:pos x="440" y="53"/>
                  </a:cxn>
                  <a:cxn ang="0">
                    <a:pos x="440" y="62"/>
                  </a:cxn>
                  <a:cxn ang="0">
                    <a:pos x="440" y="62"/>
                  </a:cxn>
                  <a:cxn ang="0">
                    <a:pos x="449" y="71"/>
                  </a:cxn>
                  <a:cxn ang="0">
                    <a:pos x="458" y="80"/>
                  </a:cxn>
                  <a:cxn ang="0">
                    <a:pos x="458" y="80"/>
                  </a:cxn>
                  <a:cxn ang="0">
                    <a:pos x="466" y="248"/>
                  </a:cxn>
                  <a:cxn ang="0">
                    <a:pos x="387" y="248"/>
                  </a:cxn>
                  <a:cxn ang="0">
                    <a:pos x="247" y="248"/>
                  </a:cxn>
                  <a:cxn ang="0">
                    <a:pos x="106" y="248"/>
                  </a:cxn>
                  <a:cxn ang="0">
                    <a:pos x="0" y="239"/>
                  </a:cxn>
                </a:cxnLst>
                <a:rect l="0" t="0" r="r" b="b"/>
                <a:pathLst>
                  <a:path w="466" h="248">
                    <a:moveTo>
                      <a:pt x="0" y="239"/>
                    </a:moveTo>
                    <a:lnTo>
                      <a:pt x="18" y="0"/>
                    </a:lnTo>
                    <a:lnTo>
                      <a:pt x="88" y="9"/>
                    </a:lnTo>
                    <a:lnTo>
                      <a:pt x="238" y="9"/>
                    </a:lnTo>
                    <a:lnTo>
                      <a:pt x="317" y="9"/>
                    </a:lnTo>
                    <a:lnTo>
                      <a:pt x="414" y="9"/>
                    </a:lnTo>
                    <a:lnTo>
                      <a:pt x="431" y="18"/>
                    </a:lnTo>
                    <a:lnTo>
                      <a:pt x="431" y="18"/>
                    </a:lnTo>
                    <a:lnTo>
                      <a:pt x="440" y="18"/>
                    </a:lnTo>
                    <a:lnTo>
                      <a:pt x="440" y="27"/>
                    </a:lnTo>
                    <a:lnTo>
                      <a:pt x="440" y="27"/>
                    </a:lnTo>
                    <a:lnTo>
                      <a:pt x="440" y="36"/>
                    </a:lnTo>
                    <a:lnTo>
                      <a:pt x="440" y="27"/>
                    </a:lnTo>
                    <a:lnTo>
                      <a:pt x="440" y="36"/>
                    </a:lnTo>
                    <a:lnTo>
                      <a:pt x="431" y="44"/>
                    </a:lnTo>
                    <a:lnTo>
                      <a:pt x="431" y="53"/>
                    </a:lnTo>
                    <a:lnTo>
                      <a:pt x="440" y="53"/>
                    </a:lnTo>
                    <a:lnTo>
                      <a:pt x="440" y="62"/>
                    </a:lnTo>
                    <a:lnTo>
                      <a:pt x="440" y="62"/>
                    </a:lnTo>
                    <a:lnTo>
                      <a:pt x="449" y="71"/>
                    </a:lnTo>
                    <a:lnTo>
                      <a:pt x="458" y="80"/>
                    </a:lnTo>
                    <a:lnTo>
                      <a:pt x="458" y="80"/>
                    </a:lnTo>
                    <a:lnTo>
                      <a:pt x="466" y="248"/>
                    </a:lnTo>
                    <a:lnTo>
                      <a:pt x="387" y="248"/>
                    </a:lnTo>
                    <a:lnTo>
                      <a:pt x="247" y="248"/>
                    </a:lnTo>
                    <a:lnTo>
                      <a:pt x="106" y="248"/>
                    </a:lnTo>
                    <a:lnTo>
                      <a:pt x="0" y="23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37"/>
              <p:cNvSpPr>
                <a:spLocks/>
              </p:cNvSpPr>
              <p:nvPr/>
            </p:nvSpPr>
            <p:spPr bwMode="auto">
              <a:xfrm>
                <a:off x="3703590" y="2495978"/>
                <a:ext cx="260277" cy="450788"/>
              </a:xfrm>
              <a:custGeom>
                <a:avLst/>
                <a:gdLst/>
                <a:ahLst/>
                <a:cxnLst>
                  <a:cxn ang="0">
                    <a:pos x="0" y="336"/>
                  </a:cxn>
                  <a:cxn ang="0">
                    <a:pos x="0" y="319"/>
                  </a:cxn>
                  <a:cxn ang="0">
                    <a:pos x="9" y="310"/>
                  </a:cxn>
                  <a:cxn ang="0">
                    <a:pos x="9" y="301"/>
                  </a:cxn>
                  <a:cxn ang="0">
                    <a:pos x="18" y="292"/>
                  </a:cxn>
                  <a:cxn ang="0">
                    <a:pos x="18" y="275"/>
                  </a:cxn>
                  <a:cxn ang="0">
                    <a:pos x="27" y="266"/>
                  </a:cxn>
                  <a:cxn ang="0">
                    <a:pos x="27" y="248"/>
                  </a:cxn>
                  <a:cxn ang="0">
                    <a:pos x="27" y="239"/>
                  </a:cxn>
                  <a:cxn ang="0">
                    <a:pos x="18" y="230"/>
                  </a:cxn>
                  <a:cxn ang="0">
                    <a:pos x="18" y="213"/>
                  </a:cxn>
                  <a:cxn ang="0">
                    <a:pos x="9" y="27"/>
                  </a:cxn>
                  <a:cxn ang="0">
                    <a:pos x="9" y="27"/>
                  </a:cxn>
                  <a:cxn ang="0">
                    <a:pos x="27" y="27"/>
                  </a:cxn>
                  <a:cxn ang="0">
                    <a:pos x="44" y="18"/>
                  </a:cxn>
                  <a:cxn ang="0">
                    <a:pos x="80" y="9"/>
                  </a:cxn>
                  <a:cxn ang="0">
                    <a:pos x="168" y="9"/>
                  </a:cxn>
                  <a:cxn ang="0">
                    <a:pos x="185" y="213"/>
                  </a:cxn>
                  <a:cxn ang="0">
                    <a:pos x="194" y="221"/>
                  </a:cxn>
                  <a:cxn ang="0">
                    <a:pos x="194" y="230"/>
                  </a:cxn>
                  <a:cxn ang="0">
                    <a:pos x="185" y="239"/>
                  </a:cxn>
                  <a:cxn ang="0">
                    <a:pos x="168" y="248"/>
                  </a:cxn>
                  <a:cxn ang="0">
                    <a:pos x="159" y="248"/>
                  </a:cxn>
                  <a:cxn ang="0">
                    <a:pos x="159" y="257"/>
                  </a:cxn>
                  <a:cxn ang="0">
                    <a:pos x="150" y="266"/>
                  </a:cxn>
                  <a:cxn ang="0">
                    <a:pos x="150" y="283"/>
                  </a:cxn>
                  <a:cxn ang="0">
                    <a:pos x="132" y="283"/>
                  </a:cxn>
                  <a:cxn ang="0">
                    <a:pos x="132" y="301"/>
                  </a:cxn>
                  <a:cxn ang="0">
                    <a:pos x="124" y="310"/>
                  </a:cxn>
                  <a:cxn ang="0">
                    <a:pos x="115" y="310"/>
                  </a:cxn>
                  <a:cxn ang="0">
                    <a:pos x="106" y="292"/>
                  </a:cxn>
                  <a:cxn ang="0">
                    <a:pos x="97" y="301"/>
                  </a:cxn>
                  <a:cxn ang="0">
                    <a:pos x="97" y="319"/>
                  </a:cxn>
                  <a:cxn ang="0">
                    <a:pos x="88" y="328"/>
                  </a:cxn>
                  <a:cxn ang="0">
                    <a:pos x="80" y="319"/>
                  </a:cxn>
                  <a:cxn ang="0">
                    <a:pos x="71" y="319"/>
                  </a:cxn>
                  <a:cxn ang="0">
                    <a:pos x="62" y="328"/>
                  </a:cxn>
                  <a:cxn ang="0">
                    <a:pos x="62" y="336"/>
                  </a:cxn>
                  <a:cxn ang="0">
                    <a:pos x="44" y="319"/>
                  </a:cxn>
                  <a:cxn ang="0">
                    <a:pos x="27" y="328"/>
                  </a:cxn>
                  <a:cxn ang="0">
                    <a:pos x="27" y="336"/>
                  </a:cxn>
                  <a:cxn ang="0">
                    <a:pos x="18" y="328"/>
                  </a:cxn>
                  <a:cxn ang="0">
                    <a:pos x="9" y="336"/>
                  </a:cxn>
                  <a:cxn ang="0">
                    <a:pos x="9" y="336"/>
                  </a:cxn>
                </a:cxnLst>
                <a:rect l="0" t="0" r="r" b="b"/>
                <a:pathLst>
                  <a:path w="194" h="336">
                    <a:moveTo>
                      <a:pt x="9" y="336"/>
                    </a:moveTo>
                    <a:lnTo>
                      <a:pt x="0" y="336"/>
                    </a:lnTo>
                    <a:lnTo>
                      <a:pt x="0" y="328"/>
                    </a:lnTo>
                    <a:lnTo>
                      <a:pt x="0" y="319"/>
                    </a:lnTo>
                    <a:lnTo>
                      <a:pt x="9" y="319"/>
                    </a:lnTo>
                    <a:lnTo>
                      <a:pt x="9" y="310"/>
                    </a:lnTo>
                    <a:lnTo>
                      <a:pt x="9" y="310"/>
                    </a:lnTo>
                    <a:lnTo>
                      <a:pt x="9" y="301"/>
                    </a:lnTo>
                    <a:lnTo>
                      <a:pt x="9" y="292"/>
                    </a:lnTo>
                    <a:lnTo>
                      <a:pt x="18" y="292"/>
                    </a:lnTo>
                    <a:lnTo>
                      <a:pt x="18" y="283"/>
                    </a:lnTo>
                    <a:lnTo>
                      <a:pt x="18" y="275"/>
                    </a:lnTo>
                    <a:lnTo>
                      <a:pt x="27" y="266"/>
                    </a:lnTo>
                    <a:lnTo>
                      <a:pt x="27" y="266"/>
                    </a:lnTo>
                    <a:lnTo>
                      <a:pt x="27" y="257"/>
                    </a:lnTo>
                    <a:lnTo>
                      <a:pt x="27" y="248"/>
                    </a:lnTo>
                    <a:lnTo>
                      <a:pt x="27" y="248"/>
                    </a:lnTo>
                    <a:lnTo>
                      <a:pt x="27" y="239"/>
                    </a:lnTo>
                    <a:lnTo>
                      <a:pt x="18" y="230"/>
                    </a:lnTo>
                    <a:lnTo>
                      <a:pt x="18" y="230"/>
                    </a:lnTo>
                    <a:lnTo>
                      <a:pt x="18" y="221"/>
                    </a:lnTo>
                    <a:lnTo>
                      <a:pt x="18" y="213"/>
                    </a:lnTo>
                    <a:lnTo>
                      <a:pt x="27" y="213"/>
                    </a:lnTo>
                    <a:lnTo>
                      <a:pt x="9" y="27"/>
                    </a:lnTo>
                    <a:lnTo>
                      <a:pt x="9" y="27"/>
                    </a:lnTo>
                    <a:lnTo>
                      <a:pt x="9" y="27"/>
                    </a:lnTo>
                    <a:lnTo>
                      <a:pt x="18" y="27"/>
                    </a:lnTo>
                    <a:lnTo>
                      <a:pt x="27" y="27"/>
                    </a:lnTo>
                    <a:lnTo>
                      <a:pt x="36" y="27"/>
                    </a:lnTo>
                    <a:lnTo>
                      <a:pt x="44" y="18"/>
                    </a:lnTo>
                    <a:lnTo>
                      <a:pt x="44" y="18"/>
                    </a:lnTo>
                    <a:lnTo>
                      <a:pt x="80" y="9"/>
                    </a:lnTo>
                    <a:lnTo>
                      <a:pt x="159" y="0"/>
                    </a:lnTo>
                    <a:lnTo>
                      <a:pt x="168" y="9"/>
                    </a:lnTo>
                    <a:lnTo>
                      <a:pt x="176" y="80"/>
                    </a:lnTo>
                    <a:lnTo>
                      <a:pt x="185" y="213"/>
                    </a:lnTo>
                    <a:lnTo>
                      <a:pt x="185" y="213"/>
                    </a:lnTo>
                    <a:lnTo>
                      <a:pt x="194" y="221"/>
                    </a:lnTo>
                    <a:lnTo>
                      <a:pt x="185" y="230"/>
                    </a:lnTo>
                    <a:lnTo>
                      <a:pt x="194" y="230"/>
                    </a:lnTo>
                    <a:lnTo>
                      <a:pt x="194" y="239"/>
                    </a:lnTo>
                    <a:lnTo>
                      <a:pt x="185" y="239"/>
                    </a:lnTo>
                    <a:lnTo>
                      <a:pt x="168" y="248"/>
                    </a:lnTo>
                    <a:lnTo>
                      <a:pt x="168" y="248"/>
                    </a:lnTo>
                    <a:lnTo>
                      <a:pt x="159" y="248"/>
                    </a:lnTo>
                    <a:lnTo>
                      <a:pt x="159" y="248"/>
                    </a:lnTo>
                    <a:lnTo>
                      <a:pt x="159" y="248"/>
                    </a:lnTo>
                    <a:lnTo>
                      <a:pt x="159" y="257"/>
                    </a:lnTo>
                    <a:lnTo>
                      <a:pt x="159" y="266"/>
                    </a:lnTo>
                    <a:lnTo>
                      <a:pt x="150" y="266"/>
                    </a:lnTo>
                    <a:lnTo>
                      <a:pt x="150" y="275"/>
                    </a:lnTo>
                    <a:lnTo>
                      <a:pt x="150" y="283"/>
                    </a:lnTo>
                    <a:lnTo>
                      <a:pt x="141" y="283"/>
                    </a:lnTo>
                    <a:lnTo>
                      <a:pt x="132" y="283"/>
                    </a:lnTo>
                    <a:lnTo>
                      <a:pt x="132" y="292"/>
                    </a:lnTo>
                    <a:lnTo>
                      <a:pt x="132" y="301"/>
                    </a:lnTo>
                    <a:lnTo>
                      <a:pt x="132" y="310"/>
                    </a:lnTo>
                    <a:lnTo>
                      <a:pt x="124" y="310"/>
                    </a:lnTo>
                    <a:lnTo>
                      <a:pt x="115" y="310"/>
                    </a:lnTo>
                    <a:lnTo>
                      <a:pt x="115" y="310"/>
                    </a:lnTo>
                    <a:lnTo>
                      <a:pt x="106" y="301"/>
                    </a:lnTo>
                    <a:lnTo>
                      <a:pt x="106" y="292"/>
                    </a:lnTo>
                    <a:lnTo>
                      <a:pt x="106" y="301"/>
                    </a:lnTo>
                    <a:lnTo>
                      <a:pt x="97" y="301"/>
                    </a:lnTo>
                    <a:lnTo>
                      <a:pt x="97" y="310"/>
                    </a:lnTo>
                    <a:lnTo>
                      <a:pt x="97" y="319"/>
                    </a:lnTo>
                    <a:lnTo>
                      <a:pt x="97" y="319"/>
                    </a:lnTo>
                    <a:lnTo>
                      <a:pt x="88" y="328"/>
                    </a:lnTo>
                    <a:lnTo>
                      <a:pt x="88" y="319"/>
                    </a:lnTo>
                    <a:lnTo>
                      <a:pt x="80" y="319"/>
                    </a:lnTo>
                    <a:lnTo>
                      <a:pt x="80" y="319"/>
                    </a:lnTo>
                    <a:lnTo>
                      <a:pt x="71" y="319"/>
                    </a:lnTo>
                    <a:lnTo>
                      <a:pt x="71" y="319"/>
                    </a:lnTo>
                    <a:lnTo>
                      <a:pt x="62" y="328"/>
                    </a:lnTo>
                    <a:lnTo>
                      <a:pt x="62" y="328"/>
                    </a:lnTo>
                    <a:lnTo>
                      <a:pt x="62" y="336"/>
                    </a:lnTo>
                    <a:lnTo>
                      <a:pt x="62" y="328"/>
                    </a:lnTo>
                    <a:lnTo>
                      <a:pt x="44" y="319"/>
                    </a:lnTo>
                    <a:lnTo>
                      <a:pt x="36" y="328"/>
                    </a:lnTo>
                    <a:lnTo>
                      <a:pt x="27" y="328"/>
                    </a:lnTo>
                    <a:lnTo>
                      <a:pt x="36" y="328"/>
                    </a:lnTo>
                    <a:lnTo>
                      <a:pt x="27" y="336"/>
                    </a:lnTo>
                    <a:lnTo>
                      <a:pt x="27" y="328"/>
                    </a:lnTo>
                    <a:lnTo>
                      <a:pt x="18" y="328"/>
                    </a:lnTo>
                    <a:lnTo>
                      <a:pt x="9" y="328"/>
                    </a:lnTo>
                    <a:lnTo>
                      <a:pt x="9" y="336"/>
                    </a:lnTo>
                    <a:lnTo>
                      <a:pt x="9" y="336"/>
                    </a:lnTo>
                    <a:lnTo>
                      <a:pt x="9" y="33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139"/>
              <p:cNvSpPr>
                <a:spLocks/>
              </p:cNvSpPr>
              <p:nvPr/>
            </p:nvSpPr>
            <p:spPr bwMode="auto">
              <a:xfrm>
                <a:off x="3408431" y="2449020"/>
                <a:ext cx="331383" cy="593001"/>
              </a:xfrm>
              <a:custGeom>
                <a:avLst/>
                <a:gdLst/>
                <a:ahLst/>
                <a:cxnLst>
                  <a:cxn ang="0">
                    <a:pos x="9" y="177"/>
                  </a:cxn>
                  <a:cxn ang="0">
                    <a:pos x="18" y="159"/>
                  </a:cxn>
                  <a:cxn ang="0">
                    <a:pos x="27" y="142"/>
                  </a:cxn>
                  <a:cxn ang="0">
                    <a:pos x="18" y="115"/>
                  </a:cxn>
                  <a:cxn ang="0">
                    <a:pos x="44" y="97"/>
                  </a:cxn>
                  <a:cxn ang="0">
                    <a:pos x="62" y="80"/>
                  </a:cxn>
                  <a:cxn ang="0">
                    <a:pos x="71" y="44"/>
                  </a:cxn>
                  <a:cxn ang="0">
                    <a:pos x="62" y="35"/>
                  </a:cxn>
                  <a:cxn ang="0">
                    <a:pos x="44" y="18"/>
                  </a:cxn>
                  <a:cxn ang="0">
                    <a:pos x="132" y="9"/>
                  </a:cxn>
                  <a:cxn ang="0">
                    <a:pos x="203" y="0"/>
                  </a:cxn>
                  <a:cxn ang="0">
                    <a:pos x="212" y="27"/>
                  </a:cxn>
                  <a:cxn ang="0">
                    <a:pos x="220" y="44"/>
                  </a:cxn>
                  <a:cxn ang="0">
                    <a:pos x="229" y="62"/>
                  </a:cxn>
                  <a:cxn ang="0">
                    <a:pos x="238" y="256"/>
                  </a:cxn>
                  <a:cxn ang="0">
                    <a:pos x="247" y="274"/>
                  </a:cxn>
                  <a:cxn ang="0">
                    <a:pos x="247" y="292"/>
                  </a:cxn>
                  <a:cxn ang="0">
                    <a:pos x="238" y="310"/>
                  </a:cxn>
                  <a:cxn ang="0">
                    <a:pos x="229" y="327"/>
                  </a:cxn>
                  <a:cxn ang="0">
                    <a:pos x="229" y="345"/>
                  </a:cxn>
                  <a:cxn ang="0">
                    <a:pos x="220" y="363"/>
                  </a:cxn>
                  <a:cxn ang="0">
                    <a:pos x="229" y="371"/>
                  </a:cxn>
                  <a:cxn ang="0">
                    <a:pos x="220" y="389"/>
                  </a:cxn>
                  <a:cxn ang="0">
                    <a:pos x="212" y="407"/>
                  </a:cxn>
                  <a:cxn ang="0">
                    <a:pos x="203" y="416"/>
                  </a:cxn>
                  <a:cxn ang="0">
                    <a:pos x="203" y="424"/>
                  </a:cxn>
                  <a:cxn ang="0">
                    <a:pos x="194" y="433"/>
                  </a:cxn>
                  <a:cxn ang="0">
                    <a:pos x="176" y="424"/>
                  </a:cxn>
                  <a:cxn ang="0">
                    <a:pos x="159" y="442"/>
                  </a:cxn>
                  <a:cxn ang="0">
                    <a:pos x="150" y="442"/>
                  </a:cxn>
                  <a:cxn ang="0">
                    <a:pos x="141" y="416"/>
                  </a:cxn>
                  <a:cxn ang="0">
                    <a:pos x="132" y="389"/>
                  </a:cxn>
                  <a:cxn ang="0">
                    <a:pos x="124" y="380"/>
                  </a:cxn>
                  <a:cxn ang="0">
                    <a:pos x="106" y="371"/>
                  </a:cxn>
                  <a:cxn ang="0">
                    <a:pos x="80" y="354"/>
                  </a:cxn>
                  <a:cxn ang="0">
                    <a:pos x="80" y="336"/>
                  </a:cxn>
                  <a:cxn ang="0">
                    <a:pos x="88" y="310"/>
                  </a:cxn>
                  <a:cxn ang="0">
                    <a:pos x="80" y="292"/>
                  </a:cxn>
                  <a:cxn ang="0">
                    <a:pos x="71" y="292"/>
                  </a:cxn>
                  <a:cxn ang="0">
                    <a:pos x="53" y="292"/>
                  </a:cxn>
                  <a:cxn ang="0">
                    <a:pos x="44" y="265"/>
                  </a:cxn>
                  <a:cxn ang="0">
                    <a:pos x="27" y="248"/>
                  </a:cxn>
                  <a:cxn ang="0">
                    <a:pos x="9" y="230"/>
                  </a:cxn>
                  <a:cxn ang="0">
                    <a:pos x="0" y="212"/>
                  </a:cxn>
                  <a:cxn ang="0">
                    <a:pos x="0" y="186"/>
                  </a:cxn>
                </a:cxnLst>
                <a:rect l="0" t="0" r="r" b="b"/>
                <a:pathLst>
                  <a:path w="247" h="442">
                    <a:moveTo>
                      <a:pt x="0" y="186"/>
                    </a:moveTo>
                    <a:lnTo>
                      <a:pt x="9" y="177"/>
                    </a:lnTo>
                    <a:lnTo>
                      <a:pt x="9" y="177"/>
                    </a:lnTo>
                    <a:lnTo>
                      <a:pt x="9" y="168"/>
                    </a:lnTo>
                    <a:lnTo>
                      <a:pt x="9" y="168"/>
                    </a:lnTo>
                    <a:lnTo>
                      <a:pt x="18" y="159"/>
                    </a:lnTo>
                    <a:lnTo>
                      <a:pt x="18" y="150"/>
                    </a:lnTo>
                    <a:lnTo>
                      <a:pt x="18" y="150"/>
                    </a:lnTo>
                    <a:lnTo>
                      <a:pt x="27" y="142"/>
                    </a:lnTo>
                    <a:lnTo>
                      <a:pt x="27" y="133"/>
                    </a:lnTo>
                    <a:lnTo>
                      <a:pt x="27" y="124"/>
                    </a:lnTo>
                    <a:lnTo>
                      <a:pt x="18" y="115"/>
                    </a:lnTo>
                    <a:lnTo>
                      <a:pt x="18" y="106"/>
                    </a:lnTo>
                    <a:lnTo>
                      <a:pt x="27" y="97"/>
                    </a:lnTo>
                    <a:lnTo>
                      <a:pt x="44" y="97"/>
                    </a:lnTo>
                    <a:lnTo>
                      <a:pt x="44" y="88"/>
                    </a:lnTo>
                    <a:lnTo>
                      <a:pt x="62" y="88"/>
                    </a:lnTo>
                    <a:lnTo>
                      <a:pt x="62" y="80"/>
                    </a:lnTo>
                    <a:lnTo>
                      <a:pt x="62" y="71"/>
                    </a:lnTo>
                    <a:lnTo>
                      <a:pt x="71" y="62"/>
                    </a:lnTo>
                    <a:lnTo>
                      <a:pt x="71" y="44"/>
                    </a:lnTo>
                    <a:lnTo>
                      <a:pt x="71" y="44"/>
                    </a:lnTo>
                    <a:lnTo>
                      <a:pt x="62" y="35"/>
                    </a:lnTo>
                    <a:lnTo>
                      <a:pt x="62" y="35"/>
                    </a:lnTo>
                    <a:lnTo>
                      <a:pt x="53" y="27"/>
                    </a:lnTo>
                    <a:lnTo>
                      <a:pt x="53" y="27"/>
                    </a:lnTo>
                    <a:lnTo>
                      <a:pt x="44" y="18"/>
                    </a:lnTo>
                    <a:lnTo>
                      <a:pt x="44" y="9"/>
                    </a:lnTo>
                    <a:lnTo>
                      <a:pt x="44" y="9"/>
                    </a:lnTo>
                    <a:lnTo>
                      <a:pt x="132" y="9"/>
                    </a:lnTo>
                    <a:lnTo>
                      <a:pt x="203" y="0"/>
                    </a:lnTo>
                    <a:lnTo>
                      <a:pt x="203" y="0"/>
                    </a:lnTo>
                    <a:lnTo>
                      <a:pt x="203" y="0"/>
                    </a:lnTo>
                    <a:lnTo>
                      <a:pt x="203" y="18"/>
                    </a:lnTo>
                    <a:lnTo>
                      <a:pt x="203" y="18"/>
                    </a:lnTo>
                    <a:lnTo>
                      <a:pt x="212" y="27"/>
                    </a:lnTo>
                    <a:lnTo>
                      <a:pt x="212" y="35"/>
                    </a:lnTo>
                    <a:lnTo>
                      <a:pt x="220" y="44"/>
                    </a:lnTo>
                    <a:lnTo>
                      <a:pt x="220" y="44"/>
                    </a:lnTo>
                    <a:lnTo>
                      <a:pt x="220" y="53"/>
                    </a:lnTo>
                    <a:lnTo>
                      <a:pt x="229" y="62"/>
                    </a:lnTo>
                    <a:lnTo>
                      <a:pt x="229" y="62"/>
                    </a:lnTo>
                    <a:lnTo>
                      <a:pt x="247" y="248"/>
                    </a:lnTo>
                    <a:lnTo>
                      <a:pt x="238" y="248"/>
                    </a:lnTo>
                    <a:lnTo>
                      <a:pt x="238" y="256"/>
                    </a:lnTo>
                    <a:lnTo>
                      <a:pt x="238" y="265"/>
                    </a:lnTo>
                    <a:lnTo>
                      <a:pt x="238" y="265"/>
                    </a:lnTo>
                    <a:lnTo>
                      <a:pt x="247" y="274"/>
                    </a:lnTo>
                    <a:lnTo>
                      <a:pt x="247" y="283"/>
                    </a:lnTo>
                    <a:lnTo>
                      <a:pt x="247" y="283"/>
                    </a:lnTo>
                    <a:lnTo>
                      <a:pt x="247" y="292"/>
                    </a:lnTo>
                    <a:lnTo>
                      <a:pt x="247" y="301"/>
                    </a:lnTo>
                    <a:lnTo>
                      <a:pt x="247" y="301"/>
                    </a:lnTo>
                    <a:lnTo>
                      <a:pt x="238" y="310"/>
                    </a:lnTo>
                    <a:lnTo>
                      <a:pt x="238" y="318"/>
                    </a:lnTo>
                    <a:lnTo>
                      <a:pt x="238" y="327"/>
                    </a:lnTo>
                    <a:lnTo>
                      <a:pt x="229" y="327"/>
                    </a:lnTo>
                    <a:lnTo>
                      <a:pt x="229" y="336"/>
                    </a:lnTo>
                    <a:lnTo>
                      <a:pt x="229" y="345"/>
                    </a:lnTo>
                    <a:lnTo>
                      <a:pt x="229" y="345"/>
                    </a:lnTo>
                    <a:lnTo>
                      <a:pt x="229" y="354"/>
                    </a:lnTo>
                    <a:lnTo>
                      <a:pt x="220" y="354"/>
                    </a:lnTo>
                    <a:lnTo>
                      <a:pt x="220" y="363"/>
                    </a:lnTo>
                    <a:lnTo>
                      <a:pt x="220" y="371"/>
                    </a:lnTo>
                    <a:lnTo>
                      <a:pt x="229" y="371"/>
                    </a:lnTo>
                    <a:lnTo>
                      <a:pt x="229" y="371"/>
                    </a:lnTo>
                    <a:lnTo>
                      <a:pt x="220" y="380"/>
                    </a:lnTo>
                    <a:lnTo>
                      <a:pt x="220" y="380"/>
                    </a:lnTo>
                    <a:lnTo>
                      <a:pt x="220" y="389"/>
                    </a:lnTo>
                    <a:lnTo>
                      <a:pt x="220" y="398"/>
                    </a:lnTo>
                    <a:lnTo>
                      <a:pt x="220" y="398"/>
                    </a:lnTo>
                    <a:lnTo>
                      <a:pt x="212" y="407"/>
                    </a:lnTo>
                    <a:lnTo>
                      <a:pt x="203" y="407"/>
                    </a:lnTo>
                    <a:lnTo>
                      <a:pt x="203" y="407"/>
                    </a:lnTo>
                    <a:lnTo>
                      <a:pt x="203" y="416"/>
                    </a:lnTo>
                    <a:lnTo>
                      <a:pt x="203" y="416"/>
                    </a:lnTo>
                    <a:lnTo>
                      <a:pt x="203" y="424"/>
                    </a:lnTo>
                    <a:lnTo>
                      <a:pt x="203" y="424"/>
                    </a:lnTo>
                    <a:lnTo>
                      <a:pt x="203" y="433"/>
                    </a:lnTo>
                    <a:lnTo>
                      <a:pt x="194" y="433"/>
                    </a:lnTo>
                    <a:lnTo>
                      <a:pt x="194" y="433"/>
                    </a:lnTo>
                    <a:lnTo>
                      <a:pt x="185" y="424"/>
                    </a:lnTo>
                    <a:lnTo>
                      <a:pt x="176" y="424"/>
                    </a:lnTo>
                    <a:lnTo>
                      <a:pt x="176" y="424"/>
                    </a:lnTo>
                    <a:lnTo>
                      <a:pt x="168" y="424"/>
                    </a:lnTo>
                    <a:lnTo>
                      <a:pt x="159" y="433"/>
                    </a:lnTo>
                    <a:lnTo>
                      <a:pt x="159" y="442"/>
                    </a:lnTo>
                    <a:lnTo>
                      <a:pt x="168" y="442"/>
                    </a:lnTo>
                    <a:lnTo>
                      <a:pt x="159" y="442"/>
                    </a:lnTo>
                    <a:lnTo>
                      <a:pt x="150" y="442"/>
                    </a:lnTo>
                    <a:lnTo>
                      <a:pt x="141" y="433"/>
                    </a:lnTo>
                    <a:lnTo>
                      <a:pt x="141" y="424"/>
                    </a:lnTo>
                    <a:lnTo>
                      <a:pt x="141" y="416"/>
                    </a:lnTo>
                    <a:lnTo>
                      <a:pt x="141" y="416"/>
                    </a:lnTo>
                    <a:lnTo>
                      <a:pt x="132" y="398"/>
                    </a:lnTo>
                    <a:lnTo>
                      <a:pt x="132" y="389"/>
                    </a:lnTo>
                    <a:lnTo>
                      <a:pt x="132" y="389"/>
                    </a:lnTo>
                    <a:lnTo>
                      <a:pt x="124" y="389"/>
                    </a:lnTo>
                    <a:lnTo>
                      <a:pt x="124" y="380"/>
                    </a:lnTo>
                    <a:lnTo>
                      <a:pt x="115" y="371"/>
                    </a:lnTo>
                    <a:lnTo>
                      <a:pt x="106" y="380"/>
                    </a:lnTo>
                    <a:lnTo>
                      <a:pt x="106" y="371"/>
                    </a:lnTo>
                    <a:lnTo>
                      <a:pt x="106" y="371"/>
                    </a:lnTo>
                    <a:lnTo>
                      <a:pt x="88" y="363"/>
                    </a:lnTo>
                    <a:lnTo>
                      <a:pt x="80" y="354"/>
                    </a:lnTo>
                    <a:lnTo>
                      <a:pt x="80" y="345"/>
                    </a:lnTo>
                    <a:lnTo>
                      <a:pt x="80" y="336"/>
                    </a:lnTo>
                    <a:lnTo>
                      <a:pt x="80" y="336"/>
                    </a:lnTo>
                    <a:lnTo>
                      <a:pt x="88" y="327"/>
                    </a:lnTo>
                    <a:lnTo>
                      <a:pt x="88" y="318"/>
                    </a:lnTo>
                    <a:lnTo>
                      <a:pt x="88" y="310"/>
                    </a:lnTo>
                    <a:lnTo>
                      <a:pt x="88" y="301"/>
                    </a:lnTo>
                    <a:lnTo>
                      <a:pt x="88" y="301"/>
                    </a:lnTo>
                    <a:lnTo>
                      <a:pt x="80" y="292"/>
                    </a:lnTo>
                    <a:lnTo>
                      <a:pt x="80" y="292"/>
                    </a:lnTo>
                    <a:lnTo>
                      <a:pt x="71" y="292"/>
                    </a:lnTo>
                    <a:lnTo>
                      <a:pt x="71" y="292"/>
                    </a:lnTo>
                    <a:lnTo>
                      <a:pt x="62" y="301"/>
                    </a:lnTo>
                    <a:lnTo>
                      <a:pt x="62" y="301"/>
                    </a:lnTo>
                    <a:lnTo>
                      <a:pt x="53" y="292"/>
                    </a:lnTo>
                    <a:lnTo>
                      <a:pt x="53" y="274"/>
                    </a:lnTo>
                    <a:lnTo>
                      <a:pt x="44" y="265"/>
                    </a:lnTo>
                    <a:lnTo>
                      <a:pt x="44" y="265"/>
                    </a:lnTo>
                    <a:lnTo>
                      <a:pt x="27" y="256"/>
                    </a:lnTo>
                    <a:lnTo>
                      <a:pt x="27" y="248"/>
                    </a:lnTo>
                    <a:lnTo>
                      <a:pt x="27" y="248"/>
                    </a:lnTo>
                    <a:lnTo>
                      <a:pt x="18" y="239"/>
                    </a:lnTo>
                    <a:lnTo>
                      <a:pt x="9" y="239"/>
                    </a:lnTo>
                    <a:lnTo>
                      <a:pt x="9" y="230"/>
                    </a:lnTo>
                    <a:lnTo>
                      <a:pt x="9" y="230"/>
                    </a:lnTo>
                    <a:lnTo>
                      <a:pt x="9" y="212"/>
                    </a:lnTo>
                    <a:lnTo>
                      <a:pt x="0" y="212"/>
                    </a:lnTo>
                    <a:lnTo>
                      <a:pt x="0" y="203"/>
                    </a:lnTo>
                    <a:lnTo>
                      <a:pt x="0" y="195"/>
                    </a:lnTo>
                    <a:lnTo>
                      <a:pt x="0" y="186"/>
                    </a:lnTo>
                    <a:lnTo>
                      <a:pt x="0" y="18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140"/>
              <p:cNvSpPr>
                <a:spLocks/>
              </p:cNvSpPr>
              <p:nvPr/>
            </p:nvSpPr>
            <p:spPr bwMode="auto">
              <a:xfrm>
                <a:off x="3408431" y="2449020"/>
                <a:ext cx="331383" cy="593001"/>
              </a:xfrm>
              <a:custGeom>
                <a:avLst/>
                <a:gdLst/>
                <a:ahLst/>
                <a:cxnLst>
                  <a:cxn ang="0">
                    <a:pos x="9" y="177"/>
                  </a:cxn>
                  <a:cxn ang="0">
                    <a:pos x="18" y="159"/>
                  </a:cxn>
                  <a:cxn ang="0">
                    <a:pos x="27" y="142"/>
                  </a:cxn>
                  <a:cxn ang="0">
                    <a:pos x="18" y="115"/>
                  </a:cxn>
                  <a:cxn ang="0">
                    <a:pos x="44" y="97"/>
                  </a:cxn>
                  <a:cxn ang="0">
                    <a:pos x="62" y="80"/>
                  </a:cxn>
                  <a:cxn ang="0">
                    <a:pos x="71" y="44"/>
                  </a:cxn>
                  <a:cxn ang="0">
                    <a:pos x="62" y="35"/>
                  </a:cxn>
                  <a:cxn ang="0">
                    <a:pos x="44" y="18"/>
                  </a:cxn>
                  <a:cxn ang="0">
                    <a:pos x="132" y="9"/>
                  </a:cxn>
                  <a:cxn ang="0">
                    <a:pos x="203" y="0"/>
                  </a:cxn>
                  <a:cxn ang="0">
                    <a:pos x="212" y="27"/>
                  </a:cxn>
                  <a:cxn ang="0">
                    <a:pos x="220" y="44"/>
                  </a:cxn>
                  <a:cxn ang="0">
                    <a:pos x="229" y="62"/>
                  </a:cxn>
                  <a:cxn ang="0">
                    <a:pos x="238" y="256"/>
                  </a:cxn>
                  <a:cxn ang="0">
                    <a:pos x="247" y="274"/>
                  </a:cxn>
                  <a:cxn ang="0">
                    <a:pos x="247" y="292"/>
                  </a:cxn>
                  <a:cxn ang="0">
                    <a:pos x="238" y="310"/>
                  </a:cxn>
                  <a:cxn ang="0">
                    <a:pos x="229" y="327"/>
                  </a:cxn>
                  <a:cxn ang="0">
                    <a:pos x="229" y="345"/>
                  </a:cxn>
                  <a:cxn ang="0">
                    <a:pos x="220" y="363"/>
                  </a:cxn>
                  <a:cxn ang="0">
                    <a:pos x="229" y="371"/>
                  </a:cxn>
                  <a:cxn ang="0">
                    <a:pos x="220" y="389"/>
                  </a:cxn>
                  <a:cxn ang="0">
                    <a:pos x="212" y="407"/>
                  </a:cxn>
                  <a:cxn ang="0">
                    <a:pos x="203" y="416"/>
                  </a:cxn>
                  <a:cxn ang="0">
                    <a:pos x="203" y="424"/>
                  </a:cxn>
                  <a:cxn ang="0">
                    <a:pos x="194" y="433"/>
                  </a:cxn>
                  <a:cxn ang="0">
                    <a:pos x="176" y="424"/>
                  </a:cxn>
                  <a:cxn ang="0">
                    <a:pos x="159" y="442"/>
                  </a:cxn>
                  <a:cxn ang="0">
                    <a:pos x="150" y="442"/>
                  </a:cxn>
                  <a:cxn ang="0">
                    <a:pos x="141" y="416"/>
                  </a:cxn>
                  <a:cxn ang="0">
                    <a:pos x="132" y="389"/>
                  </a:cxn>
                  <a:cxn ang="0">
                    <a:pos x="124" y="380"/>
                  </a:cxn>
                  <a:cxn ang="0">
                    <a:pos x="106" y="371"/>
                  </a:cxn>
                  <a:cxn ang="0">
                    <a:pos x="80" y="354"/>
                  </a:cxn>
                  <a:cxn ang="0">
                    <a:pos x="80" y="336"/>
                  </a:cxn>
                  <a:cxn ang="0">
                    <a:pos x="88" y="310"/>
                  </a:cxn>
                  <a:cxn ang="0">
                    <a:pos x="80" y="292"/>
                  </a:cxn>
                  <a:cxn ang="0">
                    <a:pos x="71" y="292"/>
                  </a:cxn>
                  <a:cxn ang="0">
                    <a:pos x="53" y="292"/>
                  </a:cxn>
                  <a:cxn ang="0">
                    <a:pos x="44" y="265"/>
                  </a:cxn>
                  <a:cxn ang="0">
                    <a:pos x="27" y="248"/>
                  </a:cxn>
                  <a:cxn ang="0">
                    <a:pos x="9" y="230"/>
                  </a:cxn>
                  <a:cxn ang="0">
                    <a:pos x="0" y="212"/>
                  </a:cxn>
                  <a:cxn ang="0">
                    <a:pos x="0" y="186"/>
                  </a:cxn>
                </a:cxnLst>
                <a:rect l="0" t="0" r="r" b="b"/>
                <a:pathLst>
                  <a:path w="247" h="442">
                    <a:moveTo>
                      <a:pt x="0" y="186"/>
                    </a:moveTo>
                    <a:lnTo>
                      <a:pt x="9" y="177"/>
                    </a:lnTo>
                    <a:lnTo>
                      <a:pt x="9" y="177"/>
                    </a:lnTo>
                    <a:lnTo>
                      <a:pt x="9" y="168"/>
                    </a:lnTo>
                    <a:lnTo>
                      <a:pt x="9" y="168"/>
                    </a:lnTo>
                    <a:lnTo>
                      <a:pt x="18" y="159"/>
                    </a:lnTo>
                    <a:lnTo>
                      <a:pt x="18" y="150"/>
                    </a:lnTo>
                    <a:lnTo>
                      <a:pt x="18" y="150"/>
                    </a:lnTo>
                    <a:lnTo>
                      <a:pt x="27" y="142"/>
                    </a:lnTo>
                    <a:lnTo>
                      <a:pt x="27" y="133"/>
                    </a:lnTo>
                    <a:lnTo>
                      <a:pt x="27" y="124"/>
                    </a:lnTo>
                    <a:lnTo>
                      <a:pt x="18" y="115"/>
                    </a:lnTo>
                    <a:lnTo>
                      <a:pt x="18" y="106"/>
                    </a:lnTo>
                    <a:lnTo>
                      <a:pt x="27" y="97"/>
                    </a:lnTo>
                    <a:lnTo>
                      <a:pt x="44" y="97"/>
                    </a:lnTo>
                    <a:lnTo>
                      <a:pt x="44" y="88"/>
                    </a:lnTo>
                    <a:lnTo>
                      <a:pt x="62" y="88"/>
                    </a:lnTo>
                    <a:lnTo>
                      <a:pt x="62" y="80"/>
                    </a:lnTo>
                    <a:lnTo>
                      <a:pt x="62" y="71"/>
                    </a:lnTo>
                    <a:lnTo>
                      <a:pt x="71" y="62"/>
                    </a:lnTo>
                    <a:lnTo>
                      <a:pt x="71" y="44"/>
                    </a:lnTo>
                    <a:lnTo>
                      <a:pt x="71" y="44"/>
                    </a:lnTo>
                    <a:lnTo>
                      <a:pt x="62" y="35"/>
                    </a:lnTo>
                    <a:lnTo>
                      <a:pt x="62" y="35"/>
                    </a:lnTo>
                    <a:lnTo>
                      <a:pt x="53" y="27"/>
                    </a:lnTo>
                    <a:lnTo>
                      <a:pt x="53" y="27"/>
                    </a:lnTo>
                    <a:lnTo>
                      <a:pt x="44" y="18"/>
                    </a:lnTo>
                    <a:lnTo>
                      <a:pt x="44" y="9"/>
                    </a:lnTo>
                    <a:lnTo>
                      <a:pt x="44" y="9"/>
                    </a:lnTo>
                    <a:lnTo>
                      <a:pt x="132" y="9"/>
                    </a:lnTo>
                    <a:lnTo>
                      <a:pt x="203" y="0"/>
                    </a:lnTo>
                    <a:lnTo>
                      <a:pt x="203" y="0"/>
                    </a:lnTo>
                    <a:lnTo>
                      <a:pt x="203" y="0"/>
                    </a:lnTo>
                    <a:lnTo>
                      <a:pt x="203" y="18"/>
                    </a:lnTo>
                    <a:lnTo>
                      <a:pt x="203" y="18"/>
                    </a:lnTo>
                    <a:lnTo>
                      <a:pt x="212" y="27"/>
                    </a:lnTo>
                    <a:lnTo>
                      <a:pt x="212" y="35"/>
                    </a:lnTo>
                    <a:lnTo>
                      <a:pt x="220" y="44"/>
                    </a:lnTo>
                    <a:lnTo>
                      <a:pt x="220" y="44"/>
                    </a:lnTo>
                    <a:lnTo>
                      <a:pt x="220" y="53"/>
                    </a:lnTo>
                    <a:lnTo>
                      <a:pt x="229" y="62"/>
                    </a:lnTo>
                    <a:lnTo>
                      <a:pt x="229" y="62"/>
                    </a:lnTo>
                    <a:lnTo>
                      <a:pt x="247" y="248"/>
                    </a:lnTo>
                    <a:lnTo>
                      <a:pt x="238" y="248"/>
                    </a:lnTo>
                    <a:lnTo>
                      <a:pt x="238" y="256"/>
                    </a:lnTo>
                    <a:lnTo>
                      <a:pt x="238" y="265"/>
                    </a:lnTo>
                    <a:lnTo>
                      <a:pt x="238" y="265"/>
                    </a:lnTo>
                    <a:lnTo>
                      <a:pt x="247" y="274"/>
                    </a:lnTo>
                    <a:lnTo>
                      <a:pt x="247" y="283"/>
                    </a:lnTo>
                    <a:lnTo>
                      <a:pt x="247" y="283"/>
                    </a:lnTo>
                    <a:lnTo>
                      <a:pt x="247" y="292"/>
                    </a:lnTo>
                    <a:lnTo>
                      <a:pt x="247" y="301"/>
                    </a:lnTo>
                    <a:lnTo>
                      <a:pt x="247" y="301"/>
                    </a:lnTo>
                    <a:lnTo>
                      <a:pt x="238" y="310"/>
                    </a:lnTo>
                    <a:lnTo>
                      <a:pt x="238" y="318"/>
                    </a:lnTo>
                    <a:lnTo>
                      <a:pt x="238" y="327"/>
                    </a:lnTo>
                    <a:lnTo>
                      <a:pt x="229" y="327"/>
                    </a:lnTo>
                    <a:lnTo>
                      <a:pt x="229" y="336"/>
                    </a:lnTo>
                    <a:lnTo>
                      <a:pt x="229" y="345"/>
                    </a:lnTo>
                    <a:lnTo>
                      <a:pt x="229" y="345"/>
                    </a:lnTo>
                    <a:lnTo>
                      <a:pt x="229" y="354"/>
                    </a:lnTo>
                    <a:lnTo>
                      <a:pt x="220" y="354"/>
                    </a:lnTo>
                    <a:lnTo>
                      <a:pt x="220" y="363"/>
                    </a:lnTo>
                    <a:lnTo>
                      <a:pt x="220" y="371"/>
                    </a:lnTo>
                    <a:lnTo>
                      <a:pt x="229" y="371"/>
                    </a:lnTo>
                    <a:lnTo>
                      <a:pt x="229" y="371"/>
                    </a:lnTo>
                    <a:lnTo>
                      <a:pt x="220" y="380"/>
                    </a:lnTo>
                    <a:lnTo>
                      <a:pt x="220" y="380"/>
                    </a:lnTo>
                    <a:lnTo>
                      <a:pt x="220" y="389"/>
                    </a:lnTo>
                    <a:lnTo>
                      <a:pt x="220" y="398"/>
                    </a:lnTo>
                    <a:lnTo>
                      <a:pt x="220" y="398"/>
                    </a:lnTo>
                    <a:lnTo>
                      <a:pt x="212" y="407"/>
                    </a:lnTo>
                    <a:lnTo>
                      <a:pt x="203" y="407"/>
                    </a:lnTo>
                    <a:lnTo>
                      <a:pt x="203" y="407"/>
                    </a:lnTo>
                    <a:lnTo>
                      <a:pt x="203" y="416"/>
                    </a:lnTo>
                    <a:lnTo>
                      <a:pt x="203" y="416"/>
                    </a:lnTo>
                    <a:lnTo>
                      <a:pt x="203" y="424"/>
                    </a:lnTo>
                    <a:lnTo>
                      <a:pt x="203" y="424"/>
                    </a:lnTo>
                    <a:lnTo>
                      <a:pt x="203" y="433"/>
                    </a:lnTo>
                    <a:lnTo>
                      <a:pt x="194" y="433"/>
                    </a:lnTo>
                    <a:lnTo>
                      <a:pt x="194" y="433"/>
                    </a:lnTo>
                    <a:lnTo>
                      <a:pt x="185" y="424"/>
                    </a:lnTo>
                    <a:lnTo>
                      <a:pt x="176" y="424"/>
                    </a:lnTo>
                    <a:lnTo>
                      <a:pt x="176" y="424"/>
                    </a:lnTo>
                    <a:lnTo>
                      <a:pt x="168" y="424"/>
                    </a:lnTo>
                    <a:lnTo>
                      <a:pt x="159" y="433"/>
                    </a:lnTo>
                    <a:lnTo>
                      <a:pt x="159" y="442"/>
                    </a:lnTo>
                    <a:lnTo>
                      <a:pt x="168" y="442"/>
                    </a:lnTo>
                    <a:lnTo>
                      <a:pt x="159" y="442"/>
                    </a:lnTo>
                    <a:lnTo>
                      <a:pt x="150" y="442"/>
                    </a:lnTo>
                    <a:lnTo>
                      <a:pt x="141" y="433"/>
                    </a:lnTo>
                    <a:lnTo>
                      <a:pt x="141" y="424"/>
                    </a:lnTo>
                    <a:lnTo>
                      <a:pt x="141" y="416"/>
                    </a:lnTo>
                    <a:lnTo>
                      <a:pt x="141" y="416"/>
                    </a:lnTo>
                    <a:lnTo>
                      <a:pt x="132" y="398"/>
                    </a:lnTo>
                    <a:lnTo>
                      <a:pt x="132" y="389"/>
                    </a:lnTo>
                    <a:lnTo>
                      <a:pt x="132" y="389"/>
                    </a:lnTo>
                    <a:lnTo>
                      <a:pt x="124" y="389"/>
                    </a:lnTo>
                    <a:lnTo>
                      <a:pt x="124" y="380"/>
                    </a:lnTo>
                    <a:lnTo>
                      <a:pt x="115" y="371"/>
                    </a:lnTo>
                    <a:lnTo>
                      <a:pt x="106" y="380"/>
                    </a:lnTo>
                    <a:lnTo>
                      <a:pt x="106" y="371"/>
                    </a:lnTo>
                    <a:lnTo>
                      <a:pt x="106" y="371"/>
                    </a:lnTo>
                    <a:lnTo>
                      <a:pt x="88" y="363"/>
                    </a:lnTo>
                    <a:lnTo>
                      <a:pt x="80" y="354"/>
                    </a:lnTo>
                    <a:lnTo>
                      <a:pt x="80" y="345"/>
                    </a:lnTo>
                    <a:lnTo>
                      <a:pt x="80" y="336"/>
                    </a:lnTo>
                    <a:lnTo>
                      <a:pt x="80" y="336"/>
                    </a:lnTo>
                    <a:lnTo>
                      <a:pt x="88" y="327"/>
                    </a:lnTo>
                    <a:lnTo>
                      <a:pt x="88" y="318"/>
                    </a:lnTo>
                    <a:lnTo>
                      <a:pt x="88" y="310"/>
                    </a:lnTo>
                    <a:lnTo>
                      <a:pt x="88" y="301"/>
                    </a:lnTo>
                    <a:lnTo>
                      <a:pt x="88" y="301"/>
                    </a:lnTo>
                    <a:lnTo>
                      <a:pt x="80" y="292"/>
                    </a:lnTo>
                    <a:lnTo>
                      <a:pt x="80" y="292"/>
                    </a:lnTo>
                    <a:lnTo>
                      <a:pt x="71" y="292"/>
                    </a:lnTo>
                    <a:lnTo>
                      <a:pt x="71" y="292"/>
                    </a:lnTo>
                    <a:lnTo>
                      <a:pt x="62" y="301"/>
                    </a:lnTo>
                    <a:lnTo>
                      <a:pt x="62" y="301"/>
                    </a:lnTo>
                    <a:lnTo>
                      <a:pt x="53" y="292"/>
                    </a:lnTo>
                    <a:lnTo>
                      <a:pt x="53" y="274"/>
                    </a:lnTo>
                    <a:lnTo>
                      <a:pt x="44" y="265"/>
                    </a:lnTo>
                    <a:lnTo>
                      <a:pt x="44" y="265"/>
                    </a:lnTo>
                    <a:lnTo>
                      <a:pt x="27" y="256"/>
                    </a:lnTo>
                    <a:lnTo>
                      <a:pt x="27" y="248"/>
                    </a:lnTo>
                    <a:lnTo>
                      <a:pt x="27" y="248"/>
                    </a:lnTo>
                    <a:lnTo>
                      <a:pt x="18" y="239"/>
                    </a:lnTo>
                    <a:lnTo>
                      <a:pt x="9" y="239"/>
                    </a:lnTo>
                    <a:lnTo>
                      <a:pt x="9" y="230"/>
                    </a:lnTo>
                    <a:lnTo>
                      <a:pt x="9" y="230"/>
                    </a:lnTo>
                    <a:lnTo>
                      <a:pt x="9" y="212"/>
                    </a:lnTo>
                    <a:lnTo>
                      <a:pt x="0" y="212"/>
                    </a:lnTo>
                    <a:lnTo>
                      <a:pt x="0" y="203"/>
                    </a:lnTo>
                    <a:lnTo>
                      <a:pt x="0" y="195"/>
                    </a:lnTo>
                    <a:lnTo>
                      <a:pt x="0" y="186"/>
                    </a:lnTo>
                    <a:lnTo>
                      <a:pt x="0" y="186"/>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141"/>
              <p:cNvSpPr>
                <a:spLocks/>
              </p:cNvSpPr>
              <p:nvPr/>
            </p:nvSpPr>
            <p:spPr bwMode="auto">
              <a:xfrm>
                <a:off x="1414766" y="1642700"/>
                <a:ext cx="507137" cy="806321"/>
              </a:xfrm>
              <a:custGeom>
                <a:avLst/>
                <a:gdLst/>
                <a:ahLst/>
                <a:cxnLst>
                  <a:cxn ang="0">
                    <a:pos x="35" y="407"/>
                  </a:cxn>
                  <a:cxn ang="0">
                    <a:pos x="35" y="398"/>
                  </a:cxn>
                  <a:cxn ang="0">
                    <a:pos x="44" y="380"/>
                  </a:cxn>
                  <a:cxn ang="0">
                    <a:pos x="44" y="371"/>
                  </a:cxn>
                  <a:cxn ang="0">
                    <a:pos x="35" y="362"/>
                  </a:cxn>
                  <a:cxn ang="0">
                    <a:pos x="35" y="345"/>
                  </a:cxn>
                  <a:cxn ang="0">
                    <a:pos x="44" y="336"/>
                  </a:cxn>
                  <a:cxn ang="0">
                    <a:pos x="61" y="318"/>
                  </a:cxn>
                  <a:cxn ang="0">
                    <a:pos x="61" y="309"/>
                  </a:cxn>
                  <a:cxn ang="0">
                    <a:pos x="79" y="283"/>
                  </a:cxn>
                  <a:cxn ang="0">
                    <a:pos x="96" y="265"/>
                  </a:cxn>
                  <a:cxn ang="0">
                    <a:pos x="79" y="247"/>
                  </a:cxn>
                  <a:cxn ang="0">
                    <a:pos x="79" y="239"/>
                  </a:cxn>
                  <a:cxn ang="0">
                    <a:pos x="70" y="230"/>
                  </a:cxn>
                  <a:cxn ang="0">
                    <a:pos x="70" y="203"/>
                  </a:cxn>
                  <a:cxn ang="0">
                    <a:pos x="79" y="185"/>
                  </a:cxn>
                  <a:cxn ang="0">
                    <a:pos x="114" y="0"/>
                  </a:cxn>
                  <a:cxn ang="0">
                    <a:pos x="167" y="9"/>
                  </a:cxn>
                  <a:cxn ang="0">
                    <a:pos x="149" y="88"/>
                  </a:cxn>
                  <a:cxn ang="0">
                    <a:pos x="158" y="106"/>
                  </a:cxn>
                  <a:cxn ang="0">
                    <a:pos x="167" y="124"/>
                  </a:cxn>
                  <a:cxn ang="0">
                    <a:pos x="167" y="132"/>
                  </a:cxn>
                  <a:cxn ang="0">
                    <a:pos x="167" y="141"/>
                  </a:cxn>
                  <a:cxn ang="0">
                    <a:pos x="175" y="150"/>
                  </a:cxn>
                  <a:cxn ang="0">
                    <a:pos x="184" y="168"/>
                  </a:cxn>
                  <a:cxn ang="0">
                    <a:pos x="193" y="177"/>
                  </a:cxn>
                  <a:cxn ang="0">
                    <a:pos x="193" y="185"/>
                  </a:cxn>
                  <a:cxn ang="0">
                    <a:pos x="202" y="194"/>
                  </a:cxn>
                  <a:cxn ang="0">
                    <a:pos x="211" y="203"/>
                  </a:cxn>
                  <a:cxn ang="0">
                    <a:pos x="211" y="212"/>
                  </a:cxn>
                  <a:cxn ang="0">
                    <a:pos x="219" y="212"/>
                  </a:cxn>
                  <a:cxn ang="0">
                    <a:pos x="211" y="239"/>
                  </a:cxn>
                  <a:cxn ang="0">
                    <a:pos x="211" y="247"/>
                  </a:cxn>
                  <a:cxn ang="0">
                    <a:pos x="202" y="256"/>
                  </a:cxn>
                  <a:cxn ang="0">
                    <a:pos x="211" y="274"/>
                  </a:cxn>
                  <a:cxn ang="0">
                    <a:pos x="202" y="274"/>
                  </a:cxn>
                  <a:cxn ang="0">
                    <a:pos x="193" y="292"/>
                  </a:cxn>
                  <a:cxn ang="0">
                    <a:pos x="202" y="292"/>
                  </a:cxn>
                  <a:cxn ang="0">
                    <a:pos x="211" y="300"/>
                  </a:cxn>
                  <a:cxn ang="0">
                    <a:pos x="228" y="292"/>
                  </a:cxn>
                  <a:cxn ang="0">
                    <a:pos x="237" y="309"/>
                  </a:cxn>
                  <a:cxn ang="0">
                    <a:pos x="246" y="336"/>
                  </a:cxn>
                  <a:cxn ang="0">
                    <a:pos x="246" y="345"/>
                  </a:cxn>
                  <a:cxn ang="0">
                    <a:pos x="246" y="353"/>
                  </a:cxn>
                  <a:cxn ang="0">
                    <a:pos x="255" y="362"/>
                  </a:cxn>
                  <a:cxn ang="0">
                    <a:pos x="263" y="371"/>
                  </a:cxn>
                  <a:cxn ang="0">
                    <a:pos x="263" y="380"/>
                  </a:cxn>
                  <a:cxn ang="0">
                    <a:pos x="263" y="389"/>
                  </a:cxn>
                  <a:cxn ang="0">
                    <a:pos x="272" y="407"/>
                  </a:cxn>
                  <a:cxn ang="0">
                    <a:pos x="272" y="398"/>
                  </a:cxn>
                  <a:cxn ang="0">
                    <a:pos x="290" y="398"/>
                  </a:cxn>
                  <a:cxn ang="0">
                    <a:pos x="299" y="398"/>
                  </a:cxn>
                  <a:cxn ang="0">
                    <a:pos x="307" y="389"/>
                  </a:cxn>
                  <a:cxn ang="0">
                    <a:pos x="334" y="398"/>
                  </a:cxn>
                  <a:cxn ang="0">
                    <a:pos x="343" y="398"/>
                  </a:cxn>
                  <a:cxn ang="0">
                    <a:pos x="351" y="398"/>
                  </a:cxn>
                  <a:cxn ang="0">
                    <a:pos x="360" y="389"/>
                  </a:cxn>
                  <a:cxn ang="0">
                    <a:pos x="369" y="407"/>
                  </a:cxn>
                  <a:cxn ang="0">
                    <a:pos x="343" y="601"/>
                  </a:cxn>
                  <a:cxn ang="0">
                    <a:pos x="193" y="583"/>
                  </a:cxn>
                  <a:cxn ang="0">
                    <a:pos x="96" y="566"/>
                  </a:cxn>
                </a:cxnLst>
                <a:rect l="0" t="0" r="r" b="b"/>
                <a:pathLst>
                  <a:path w="378" h="601">
                    <a:moveTo>
                      <a:pt x="0" y="548"/>
                    </a:moveTo>
                    <a:lnTo>
                      <a:pt x="35" y="407"/>
                    </a:lnTo>
                    <a:lnTo>
                      <a:pt x="35" y="398"/>
                    </a:lnTo>
                    <a:lnTo>
                      <a:pt x="35" y="398"/>
                    </a:lnTo>
                    <a:lnTo>
                      <a:pt x="44" y="389"/>
                    </a:lnTo>
                    <a:lnTo>
                      <a:pt x="44" y="380"/>
                    </a:lnTo>
                    <a:lnTo>
                      <a:pt x="44" y="371"/>
                    </a:lnTo>
                    <a:lnTo>
                      <a:pt x="44" y="371"/>
                    </a:lnTo>
                    <a:lnTo>
                      <a:pt x="35" y="371"/>
                    </a:lnTo>
                    <a:lnTo>
                      <a:pt x="35" y="362"/>
                    </a:lnTo>
                    <a:lnTo>
                      <a:pt x="35" y="362"/>
                    </a:lnTo>
                    <a:lnTo>
                      <a:pt x="35" y="345"/>
                    </a:lnTo>
                    <a:lnTo>
                      <a:pt x="44" y="345"/>
                    </a:lnTo>
                    <a:lnTo>
                      <a:pt x="44" y="336"/>
                    </a:lnTo>
                    <a:lnTo>
                      <a:pt x="52" y="327"/>
                    </a:lnTo>
                    <a:lnTo>
                      <a:pt x="61" y="318"/>
                    </a:lnTo>
                    <a:lnTo>
                      <a:pt x="61" y="318"/>
                    </a:lnTo>
                    <a:lnTo>
                      <a:pt x="61" y="309"/>
                    </a:lnTo>
                    <a:lnTo>
                      <a:pt x="70" y="300"/>
                    </a:lnTo>
                    <a:lnTo>
                      <a:pt x="79" y="283"/>
                    </a:lnTo>
                    <a:lnTo>
                      <a:pt x="87" y="274"/>
                    </a:lnTo>
                    <a:lnTo>
                      <a:pt x="96" y="265"/>
                    </a:lnTo>
                    <a:lnTo>
                      <a:pt x="87" y="256"/>
                    </a:lnTo>
                    <a:lnTo>
                      <a:pt x="79" y="247"/>
                    </a:lnTo>
                    <a:lnTo>
                      <a:pt x="79" y="247"/>
                    </a:lnTo>
                    <a:lnTo>
                      <a:pt x="79" y="239"/>
                    </a:lnTo>
                    <a:lnTo>
                      <a:pt x="79" y="239"/>
                    </a:lnTo>
                    <a:lnTo>
                      <a:pt x="70" y="230"/>
                    </a:lnTo>
                    <a:lnTo>
                      <a:pt x="79" y="212"/>
                    </a:lnTo>
                    <a:lnTo>
                      <a:pt x="70" y="203"/>
                    </a:lnTo>
                    <a:lnTo>
                      <a:pt x="79" y="203"/>
                    </a:lnTo>
                    <a:lnTo>
                      <a:pt x="79" y="185"/>
                    </a:lnTo>
                    <a:lnTo>
                      <a:pt x="114" y="9"/>
                    </a:lnTo>
                    <a:lnTo>
                      <a:pt x="114" y="0"/>
                    </a:lnTo>
                    <a:lnTo>
                      <a:pt x="158" y="9"/>
                    </a:lnTo>
                    <a:lnTo>
                      <a:pt x="167" y="9"/>
                    </a:lnTo>
                    <a:lnTo>
                      <a:pt x="167" y="17"/>
                    </a:lnTo>
                    <a:lnTo>
                      <a:pt x="149" y="88"/>
                    </a:lnTo>
                    <a:lnTo>
                      <a:pt x="158" y="106"/>
                    </a:lnTo>
                    <a:lnTo>
                      <a:pt x="158" y="106"/>
                    </a:lnTo>
                    <a:lnTo>
                      <a:pt x="167" y="115"/>
                    </a:lnTo>
                    <a:lnTo>
                      <a:pt x="167" y="124"/>
                    </a:lnTo>
                    <a:lnTo>
                      <a:pt x="167" y="132"/>
                    </a:lnTo>
                    <a:lnTo>
                      <a:pt x="167" y="132"/>
                    </a:lnTo>
                    <a:lnTo>
                      <a:pt x="158" y="132"/>
                    </a:lnTo>
                    <a:lnTo>
                      <a:pt x="167" y="141"/>
                    </a:lnTo>
                    <a:lnTo>
                      <a:pt x="167" y="150"/>
                    </a:lnTo>
                    <a:lnTo>
                      <a:pt x="175" y="150"/>
                    </a:lnTo>
                    <a:lnTo>
                      <a:pt x="175" y="159"/>
                    </a:lnTo>
                    <a:lnTo>
                      <a:pt x="184" y="168"/>
                    </a:lnTo>
                    <a:lnTo>
                      <a:pt x="184" y="168"/>
                    </a:lnTo>
                    <a:lnTo>
                      <a:pt x="193" y="177"/>
                    </a:lnTo>
                    <a:lnTo>
                      <a:pt x="193" y="185"/>
                    </a:lnTo>
                    <a:lnTo>
                      <a:pt x="193" y="185"/>
                    </a:lnTo>
                    <a:lnTo>
                      <a:pt x="193" y="194"/>
                    </a:lnTo>
                    <a:lnTo>
                      <a:pt x="202" y="194"/>
                    </a:lnTo>
                    <a:lnTo>
                      <a:pt x="202" y="203"/>
                    </a:lnTo>
                    <a:lnTo>
                      <a:pt x="211" y="203"/>
                    </a:lnTo>
                    <a:lnTo>
                      <a:pt x="211" y="203"/>
                    </a:lnTo>
                    <a:lnTo>
                      <a:pt x="211" y="212"/>
                    </a:lnTo>
                    <a:lnTo>
                      <a:pt x="219" y="212"/>
                    </a:lnTo>
                    <a:lnTo>
                      <a:pt x="219" y="212"/>
                    </a:lnTo>
                    <a:lnTo>
                      <a:pt x="219" y="230"/>
                    </a:lnTo>
                    <a:lnTo>
                      <a:pt x="211" y="239"/>
                    </a:lnTo>
                    <a:lnTo>
                      <a:pt x="211" y="239"/>
                    </a:lnTo>
                    <a:lnTo>
                      <a:pt x="211" y="247"/>
                    </a:lnTo>
                    <a:lnTo>
                      <a:pt x="211" y="247"/>
                    </a:lnTo>
                    <a:lnTo>
                      <a:pt x="202" y="256"/>
                    </a:lnTo>
                    <a:lnTo>
                      <a:pt x="211" y="265"/>
                    </a:lnTo>
                    <a:lnTo>
                      <a:pt x="211" y="274"/>
                    </a:lnTo>
                    <a:lnTo>
                      <a:pt x="202" y="274"/>
                    </a:lnTo>
                    <a:lnTo>
                      <a:pt x="202" y="274"/>
                    </a:lnTo>
                    <a:lnTo>
                      <a:pt x="202" y="283"/>
                    </a:lnTo>
                    <a:lnTo>
                      <a:pt x="193" y="292"/>
                    </a:lnTo>
                    <a:lnTo>
                      <a:pt x="193" y="292"/>
                    </a:lnTo>
                    <a:lnTo>
                      <a:pt x="202" y="292"/>
                    </a:lnTo>
                    <a:lnTo>
                      <a:pt x="202" y="300"/>
                    </a:lnTo>
                    <a:lnTo>
                      <a:pt x="211" y="300"/>
                    </a:lnTo>
                    <a:lnTo>
                      <a:pt x="228" y="292"/>
                    </a:lnTo>
                    <a:lnTo>
                      <a:pt x="228" y="292"/>
                    </a:lnTo>
                    <a:lnTo>
                      <a:pt x="237" y="300"/>
                    </a:lnTo>
                    <a:lnTo>
                      <a:pt x="237" y="309"/>
                    </a:lnTo>
                    <a:lnTo>
                      <a:pt x="237" y="327"/>
                    </a:lnTo>
                    <a:lnTo>
                      <a:pt x="246" y="336"/>
                    </a:lnTo>
                    <a:lnTo>
                      <a:pt x="246" y="336"/>
                    </a:lnTo>
                    <a:lnTo>
                      <a:pt x="246" y="345"/>
                    </a:lnTo>
                    <a:lnTo>
                      <a:pt x="246" y="345"/>
                    </a:lnTo>
                    <a:lnTo>
                      <a:pt x="246" y="353"/>
                    </a:lnTo>
                    <a:lnTo>
                      <a:pt x="246" y="362"/>
                    </a:lnTo>
                    <a:lnTo>
                      <a:pt x="255" y="362"/>
                    </a:lnTo>
                    <a:lnTo>
                      <a:pt x="255" y="362"/>
                    </a:lnTo>
                    <a:lnTo>
                      <a:pt x="263" y="371"/>
                    </a:lnTo>
                    <a:lnTo>
                      <a:pt x="263" y="380"/>
                    </a:lnTo>
                    <a:lnTo>
                      <a:pt x="263" y="380"/>
                    </a:lnTo>
                    <a:lnTo>
                      <a:pt x="263" y="389"/>
                    </a:lnTo>
                    <a:lnTo>
                      <a:pt x="263" y="389"/>
                    </a:lnTo>
                    <a:lnTo>
                      <a:pt x="272" y="398"/>
                    </a:lnTo>
                    <a:lnTo>
                      <a:pt x="272" y="407"/>
                    </a:lnTo>
                    <a:lnTo>
                      <a:pt x="272" y="407"/>
                    </a:lnTo>
                    <a:lnTo>
                      <a:pt x="272" y="398"/>
                    </a:lnTo>
                    <a:lnTo>
                      <a:pt x="281" y="398"/>
                    </a:lnTo>
                    <a:lnTo>
                      <a:pt x="290" y="398"/>
                    </a:lnTo>
                    <a:lnTo>
                      <a:pt x="299" y="398"/>
                    </a:lnTo>
                    <a:lnTo>
                      <a:pt x="299" y="398"/>
                    </a:lnTo>
                    <a:lnTo>
                      <a:pt x="307" y="398"/>
                    </a:lnTo>
                    <a:lnTo>
                      <a:pt x="307" y="389"/>
                    </a:lnTo>
                    <a:lnTo>
                      <a:pt x="316" y="398"/>
                    </a:lnTo>
                    <a:lnTo>
                      <a:pt x="334" y="398"/>
                    </a:lnTo>
                    <a:lnTo>
                      <a:pt x="334" y="398"/>
                    </a:lnTo>
                    <a:lnTo>
                      <a:pt x="343" y="398"/>
                    </a:lnTo>
                    <a:lnTo>
                      <a:pt x="351" y="398"/>
                    </a:lnTo>
                    <a:lnTo>
                      <a:pt x="351" y="398"/>
                    </a:lnTo>
                    <a:lnTo>
                      <a:pt x="360" y="389"/>
                    </a:lnTo>
                    <a:lnTo>
                      <a:pt x="360" y="389"/>
                    </a:lnTo>
                    <a:lnTo>
                      <a:pt x="369" y="398"/>
                    </a:lnTo>
                    <a:lnTo>
                      <a:pt x="369" y="407"/>
                    </a:lnTo>
                    <a:lnTo>
                      <a:pt x="378" y="407"/>
                    </a:lnTo>
                    <a:lnTo>
                      <a:pt x="343" y="601"/>
                    </a:lnTo>
                    <a:lnTo>
                      <a:pt x="281" y="592"/>
                    </a:lnTo>
                    <a:lnTo>
                      <a:pt x="193" y="583"/>
                    </a:lnTo>
                    <a:lnTo>
                      <a:pt x="175" y="575"/>
                    </a:lnTo>
                    <a:lnTo>
                      <a:pt x="96" y="566"/>
                    </a:lnTo>
                    <a:lnTo>
                      <a:pt x="0" y="54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142"/>
              <p:cNvSpPr>
                <a:spLocks/>
              </p:cNvSpPr>
              <p:nvPr/>
            </p:nvSpPr>
            <p:spPr bwMode="auto">
              <a:xfrm>
                <a:off x="1414766" y="1642700"/>
                <a:ext cx="507137" cy="806321"/>
              </a:xfrm>
              <a:custGeom>
                <a:avLst/>
                <a:gdLst/>
                <a:ahLst/>
                <a:cxnLst>
                  <a:cxn ang="0">
                    <a:pos x="35" y="407"/>
                  </a:cxn>
                  <a:cxn ang="0">
                    <a:pos x="35" y="398"/>
                  </a:cxn>
                  <a:cxn ang="0">
                    <a:pos x="44" y="380"/>
                  </a:cxn>
                  <a:cxn ang="0">
                    <a:pos x="44" y="371"/>
                  </a:cxn>
                  <a:cxn ang="0">
                    <a:pos x="35" y="362"/>
                  </a:cxn>
                  <a:cxn ang="0">
                    <a:pos x="35" y="345"/>
                  </a:cxn>
                  <a:cxn ang="0">
                    <a:pos x="44" y="336"/>
                  </a:cxn>
                  <a:cxn ang="0">
                    <a:pos x="61" y="318"/>
                  </a:cxn>
                  <a:cxn ang="0">
                    <a:pos x="61" y="309"/>
                  </a:cxn>
                  <a:cxn ang="0">
                    <a:pos x="79" y="283"/>
                  </a:cxn>
                  <a:cxn ang="0">
                    <a:pos x="96" y="265"/>
                  </a:cxn>
                  <a:cxn ang="0">
                    <a:pos x="79" y="247"/>
                  </a:cxn>
                  <a:cxn ang="0">
                    <a:pos x="79" y="239"/>
                  </a:cxn>
                  <a:cxn ang="0">
                    <a:pos x="70" y="230"/>
                  </a:cxn>
                  <a:cxn ang="0">
                    <a:pos x="70" y="203"/>
                  </a:cxn>
                  <a:cxn ang="0">
                    <a:pos x="79" y="185"/>
                  </a:cxn>
                  <a:cxn ang="0">
                    <a:pos x="114" y="0"/>
                  </a:cxn>
                  <a:cxn ang="0">
                    <a:pos x="167" y="9"/>
                  </a:cxn>
                  <a:cxn ang="0">
                    <a:pos x="149" y="88"/>
                  </a:cxn>
                  <a:cxn ang="0">
                    <a:pos x="158" y="106"/>
                  </a:cxn>
                  <a:cxn ang="0">
                    <a:pos x="167" y="124"/>
                  </a:cxn>
                  <a:cxn ang="0">
                    <a:pos x="167" y="132"/>
                  </a:cxn>
                  <a:cxn ang="0">
                    <a:pos x="167" y="141"/>
                  </a:cxn>
                  <a:cxn ang="0">
                    <a:pos x="175" y="150"/>
                  </a:cxn>
                  <a:cxn ang="0">
                    <a:pos x="184" y="168"/>
                  </a:cxn>
                  <a:cxn ang="0">
                    <a:pos x="193" y="177"/>
                  </a:cxn>
                  <a:cxn ang="0">
                    <a:pos x="193" y="185"/>
                  </a:cxn>
                  <a:cxn ang="0">
                    <a:pos x="202" y="194"/>
                  </a:cxn>
                  <a:cxn ang="0">
                    <a:pos x="211" y="203"/>
                  </a:cxn>
                  <a:cxn ang="0">
                    <a:pos x="211" y="212"/>
                  </a:cxn>
                  <a:cxn ang="0">
                    <a:pos x="219" y="212"/>
                  </a:cxn>
                  <a:cxn ang="0">
                    <a:pos x="211" y="239"/>
                  </a:cxn>
                  <a:cxn ang="0">
                    <a:pos x="211" y="247"/>
                  </a:cxn>
                  <a:cxn ang="0">
                    <a:pos x="202" y="256"/>
                  </a:cxn>
                  <a:cxn ang="0">
                    <a:pos x="211" y="274"/>
                  </a:cxn>
                  <a:cxn ang="0">
                    <a:pos x="202" y="274"/>
                  </a:cxn>
                  <a:cxn ang="0">
                    <a:pos x="193" y="292"/>
                  </a:cxn>
                  <a:cxn ang="0">
                    <a:pos x="202" y="292"/>
                  </a:cxn>
                  <a:cxn ang="0">
                    <a:pos x="211" y="300"/>
                  </a:cxn>
                  <a:cxn ang="0">
                    <a:pos x="228" y="292"/>
                  </a:cxn>
                  <a:cxn ang="0">
                    <a:pos x="237" y="309"/>
                  </a:cxn>
                  <a:cxn ang="0">
                    <a:pos x="246" y="336"/>
                  </a:cxn>
                  <a:cxn ang="0">
                    <a:pos x="246" y="345"/>
                  </a:cxn>
                  <a:cxn ang="0">
                    <a:pos x="246" y="353"/>
                  </a:cxn>
                  <a:cxn ang="0">
                    <a:pos x="255" y="362"/>
                  </a:cxn>
                  <a:cxn ang="0">
                    <a:pos x="263" y="371"/>
                  </a:cxn>
                  <a:cxn ang="0">
                    <a:pos x="263" y="380"/>
                  </a:cxn>
                  <a:cxn ang="0">
                    <a:pos x="263" y="389"/>
                  </a:cxn>
                  <a:cxn ang="0">
                    <a:pos x="272" y="407"/>
                  </a:cxn>
                  <a:cxn ang="0">
                    <a:pos x="272" y="398"/>
                  </a:cxn>
                  <a:cxn ang="0">
                    <a:pos x="290" y="398"/>
                  </a:cxn>
                  <a:cxn ang="0">
                    <a:pos x="299" y="398"/>
                  </a:cxn>
                  <a:cxn ang="0">
                    <a:pos x="307" y="389"/>
                  </a:cxn>
                  <a:cxn ang="0">
                    <a:pos x="334" y="398"/>
                  </a:cxn>
                  <a:cxn ang="0">
                    <a:pos x="343" y="398"/>
                  </a:cxn>
                  <a:cxn ang="0">
                    <a:pos x="351" y="398"/>
                  </a:cxn>
                  <a:cxn ang="0">
                    <a:pos x="360" y="389"/>
                  </a:cxn>
                  <a:cxn ang="0">
                    <a:pos x="369" y="407"/>
                  </a:cxn>
                  <a:cxn ang="0">
                    <a:pos x="343" y="601"/>
                  </a:cxn>
                  <a:cxn ang="0">
                    <a:pos x="193" y="583"/>
                  </a:cxn>
                  <a:cxn ang="0">
                    <a:pos x="96" y="566"/>
                  </a:cxn>
                </a:cxnLst>
                <a:rect l="0" t="0" r="r" b="b"/>
                <a:pathLst>
                  <a:path w="378" h="601">
                    <a:moveTo>
                      <a:pt x="0" y="548"/>
                    </a:moveTo>
                    <a:lnTo>
                      <a:pt x="35" y="407"/>
                    </a:lnTo>
                    <a:lnTo>
                      <a:pt x="35" y="398"/>
                    </a:lnTo>
                    <a:lnTo>
                      <a:pt x="35" y="398"/>
                    </a:lnTo>
                    <a:lnTo>
                      <a:pt x="44" y="389"/>
                    </a:lnTo>
                    <a:lnTo>
                      <a:pt x="44" y="380"/>
                    </a:lnTo>
                    <a:lnTo>
                      <a:pt x="44" y="371"/>
                    </a:lnTo>
                    <a:lnTo>
                      <a:pt x="44" y="371"/>
                    </a:lnTo>
                    <a:lnTo>
                      <a:pt x="35" y="371"/>
                    </a:lnTo>
                    <a:lnTo>
                      <a:pt x="35" y="362"/>
                    </a:lnTo>
                    <a:lnTo>
                      <a:pt x="35" y="362"/>
                    </a:lnTo>
                    <a:lnTo>
                      <a:pt x="35" y="345"/>
                    </a:lnTo>
                    <a:lnTo>
                      <a:pt x="44" y="345"/>
                    </a:lnTo>
                    <a:lnTo>
                      <a:pt x="44" y="336"/>
                    </a:lnTo>
                    <a:lnTo>
                      <a:pt x="52" y="327"/>
                    </a:lnTo>
                    <a:lnTo>
                      <a:pt x="61" y="318"/>
                    </a:lnTo>
                    <a:lnTo>
                      <a:pt x="61" y="318"/>
                    </a:lnTo>
                    <a:lnTo>
                      <a:pt x="61" y="309"/>
                    </a:lnTo>
                    <a:lnTo>
                      <a:pt x="70" y="300"/>
                    </a:lnTo>
                    <a:lnTo>
                      <a:pt x="79" y="283"/>
                    </a:lnTo>
                    <a:lnTo>
                      <a:pt x="87" y="274"/>
                    </a:lnTo>
                    <a:lnTo>
                      <a:pt x="96" y="265"/>
                    </a:lnTo>
                    <a:lnTo>
                      <a:pt x="87" y="256"/>
                    </a:lnTo>
                    <a:lnTo>
                      <a:pt x="79" y="247"/>
                    </a:lnTo>
                    <a:lnTo>
                      <a:pt x="79" y="247"/>
                    </a:lnTo>
                    <a:lnTo>
                      <a:pt x="79" y="239"/>
                    </a:lnTo>
                    <a:lnTo>
                      <a:pt x="79" y="239"/>
                    </a:lnTo>
                    <a:lnTo>
                      <a:pt x="70" y="230"/>
                    </a:lnTo>
                    <a:lnTo>
                      <a:pt x="79" y="212"/>
                    </a:lnTo>
                    <a:lnTo>
                      <a:pt x="70" y="203"/>
                    </a:lnTo>
                    <a:lnTo>
                      <a:pt x="79" y="203"/>
                    </a:lnTo>
                    <a:lnTo>
                      <a:pt x="79" y="185"/>
                    </a:lnTo>
                    <a:lnTo>
                      <a:pt x="114" y="9"/>
                    </a:lnTo>
                    <a:lnTo>
                      <a:pt x="114" y="0"/>
                    </a:lnTo>
                    <a:lnTo>
                      <a:pt x="158" y="9"/>
                    </a:lnTo>
                    <a:lnTo>
                      <a:pt x="167" y="9"/>
                    </a:lnTo>
                    <a:lnTo>
                      <a:pt x="167" y="17"/>
                    </a:lnTo>
                    <a:lnTo>
                      <a:pt x="149" y="88"/>
                    </a:lnTo>
                    <a:lnTo>
                      <a:pt x="158" y="106"/>
                    </a:lnTo>
                    <a:lnTo>
                      <a:pt x="158" y="106"/>
                    </a:lnTo>
                    <a:lnTo>
                      <a:pt x="167" y="115"/>
                    </a:lnTo>
                    <a:lnTo>
                      <a:pt x="167" y="124"/>
                    </a:lnTo>
                    <a:lnTo>
                      <a:pt x="167" y="132"/>
                    </a:lnTo>
                    <a:lnTo>
                      <a:pt x="167" y="132"/>
                    </a:lnTo>
                    <a:lnTo>
                      <a:pt x="158" y="132"/>
                    </a:lnTo>
                    <a:lnTo>
                      <a:pt x="167" y="141"/>
                    </a:lnTo>
                    <a:lnTo>
                      <a:pt x="167" y="150"/>
                    </a:lnTo>
                    <a:lnTo>
                      <a:pt x="175" y="150"/>
                    </a:lnTo>
                    <a:lnTo>
                      <a:pt x="175" y="159"/>
                    </a:lnTo>
                    <a:lnTo>
                      <a:pt x="184" y="168"/>
                    </a:lnTo>
                    <a:lnTo>
                      <a:pt x="184" y="168"/>
                    </a:lnTo>
                    <a:lnTo>
                      <a:pt x="193" y="177"/>
                    </a:lnTo>
                    <a:lnTo>
                      <a:pt x="193" y="185"/>
                    </a:lnTo>
                    <a:lnTo>
                      <a:pt x="193" y="185"/>
                    </a:lnTo>
                    <a:lnTo>
                      <a:pt x="193" y="194"/>
                    </a:lnTo>
                    <a:lnTo>
                      <a:pt x="202" y="194"/>
                    </a:lnTo>
                    <a:lnTo>
                      <a:pt x="202" y="203"/>
                    </a:lnTo>
                    <a:lnTo>
                      <a:pt x="211" y="203"/>
                    </a:lnTo>
                    <a:lnTo>
                      <a:pt x="211" y="203"/>
                    </a:lnTo>
                    <a:lnTo>
                      <a:pt x="211" y="212"/>
                    </a:lnTo>
                    <a:lnTo>
                      <a:pt x="219" y="212"/>
                    </a:lnTo>
                    <a:lnTo>
                      <a:pt x="219" y="212"/>
                    </a:lnTo>
                    <a:lnTo>
                      <a:pt x="219" y="230"/>
                    </a:lnTo>
                    <a:lnTo>
                      <a:pt x="211" y="239"/>
                    </a:lnTo>
                    <a:lnTo>
                      <a:pt x="211" y="239"/>
                    </a:lnTo>
                    <a:lnTo>
                      <a:pt x="211" y="247"/>
                    </a:lnTo>
                    <a:lnTo>
                      <a:pt x="211" y="247"/>
                    </a:lnTo>
                    <a:lnTo>
                      <a:pt x="202" y="256"/>
                    </a:lnTo>
                    <a:lnTo>
                      <a:pt x="211" y="265"/>
                    </a:lnTo>
                    <a:lnTo>
                      <a:pt x="211" y="274"/>
                    </a:lnTo>
                    <a:lnTo>
                      <a:pt x="202" y="274"/>
                    </a:lnTo>
                    <a:lnTo>
                      <a:pt x="202" y="274"/>
                    </a:lnTo>
                    <a:lnTo>
                      <a:pt x="202" y="283"/>
                    </a:lnTo>
                    <a:lnTo>
                      <a:pt x="193" y="292"/>
                    </a:lnTo>
                    <a:lnTo>
                      <a:pt x="193" y="292"/>
                    </a:lnTo>
                    <a:lnTo>
                      <a:pt x="202" y="292"/>
                    </a:lnTo>
                    <a:lnTo>
                      <a:pt x="202" y="300"/>
                    </a:lnTo>
                    <a:lnTo>
                      <a:pt x="211" y="300"/>
                    </a:lnTo>
                    <a:lnTo>
                      <a:pt x="228" y="292"/>
                    </a:lnTo>
                    <a:lnTo>
                      <a:pt x="228" y="292"/>
                    </a:lnTo>
                    <a:lnTo>
                      <a:pt x="237" y="300"/>
                    </a:lnTo>
                    <a:lnTo>
                      <a:pt x="237" y="309"/>
                    </a:lnTo>
                    <a:lnTo>
                      <a:pt x="237" y="327"/>
                    </a:lnTo>
                    <a:lnTo>
                      <a:pt x="246" y="336"/>
                    </a:lnTo>
                    <a:lnTo>
                      <a:pt x="246" y="336"/>
                    </a:lnTo>
                    <a:lnTo>
                      <a:pt x="246" y="345"/>
                    </a:lnTo>
                    <a:lnTo>
                      <a:pt x="246" y="345"/>
                    </a:lnTo>
                    <a:lnTo>
                      <a:pt x="246" y="353"/>
                    </a:lnTo>
                    <a:lnTo>
                      <a:pt x="246" y="362"/>
                    </a:lnTo>
                    <a:lnTo>
                      <a:pt x="255" y="362"/>
                    </a:lnTo>
                    <a:lnTo>
                      <a:pt x="255" y="362"/>
                    </a:lnTo>
                    <a:lnTo>
                      <a:pt x="263" y="371"/>
                    </a:lnTo>
                    <a:lnTo>
                      <a:pt x="263" y="380"/>
                    </a:lnTo>
                    <a:lnTo>
                      <a:pt x="263" y="380"/>
                    </a:lnTo>
                    <a:lnTo>
                      <a:pt x="263" y="389"/>
                    </a:lnTo>
                    <a:lnTo>
                      <a:pt x="263" y="389"/>
                    </a:lnTo>
                    <a:lnTo>
                      <a:pt x="272" y="398"/>
                    </a:lnTo>
                    <a:lnTo>
                      <a:pt x="272" y="407"/>
                    </a:lnTo>
                    <a:lnTo>
                      <a:pt x="272" y="407"/>
                    </a:lnTo>
                    <a:lnTo>
                      <a:pt x="272" y="398"/>
                    </a:lnTo>
                    <a:lnTo>
                      <a:pt x="281" y="398"/>
                    </a:lnTo>
                    <a:lnTo>
                      <a:pt x="290" y="398"/>
                    </a:lnTo>
                    <a:lnTo>
                      <a:pt x="299" y="398"/>
                    </a:lnTo>
                    <a:lnTo>
                      <a:pt x="299" y="398"/>
                    </a:lnTo>
                    <a:lnTo>
                      <a:pt x="307" y="398"/>
                    </a:lnTo>
                    <a:lnTo>
                      <a:pt x="307" y="389"/>
                    </a:lnTo>
                    <a:lnTo>
                      <a:pt x="316" y="398"/>
                    </a:lnTo>
                    <a:lnTo>
                      <a:pt x="334" y="398"/>
                    </a:lnTo>
                    <a:lnTo>
                      <a:pt x="334" y="398"/>
                    </a:lnTo>
                    <a:lnTo>
                      <a:pt x="343" y="398"/>
                    </a:lnTo>
                    <a:lnTo>
                      <a:pt x="351" y="398"/>
                    </a:lnTo>
                    <a:lnTo>
                      <a:pt x="351" y="398"/>
                    </a:lnTo>
                    <a:lnTo>
                      <a:pt x="360" y="389"/>
                    </a:lnTo>
                    <a:lnTo>
                      <a:pt x="360" y="389"/>
                    </a:lnTo>
                    <a:lnTo>
                      <a:pt x="369" y="398"/>
                    </a:lnTo>
                    <a:lnTo>
                      <a:pt x="369" y="407"/>
                    </a:lnTo>
                    <a:lnTo>
                      <a:pt x="378" y="407"/>
                    </a:lnTo>
                    <a:lnTo>
                      <a:pt x="343" y="601"/>
                    </a:lnTo>
                    <a:lnTo>
                      <a:pt x="281" y="592"/>
                    </a:lnTo>
                    <a:lnTo>
                      <a:pt x="193" y="583"/>
                    </a:lnTo>
                    <a:lnTo>
                      <a:pt x="175" y="575"/>
                    </a:lnTo>
                    <a:lnTo>
                      <a:pt x="96" y="566"/>
                    </a:lnTo>
                    <a:lnTo>
                      <a:pt x="0" y="54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147"/>
              <p:cNvSpPr>
                <a:spLocks/>
              </p:cNvSpPr>
              <p:nvPr/>
            </p:nvSpPr>
            <p:spPr bwMode="auto">
              <a:xfrm>
                <a:off x="3810921" y="3622949"/>
                <a:ext cx="766072" cy="582268"/>
              </a:xfrm>
              <a:custGeom>
                <a:avLst/>
                <a:gdLst/>
                <a:ahLst/>
                <a:cxnLst>
                  <a:cxn ang="0">
                    <a:pos x="17" y="53"/>
                  </a:cxn>
                  <a:cxn ang="0">
                    <a:pos x="70" y="27"/>
                  </a:cxn>
                  <a:cxn ang="0">
                    <a:pos x="360" y="27"/>
                  </a:cxn>
                  <a:cxn ang="0">
                    <a:pos x="387" y="27"/>
                  </a:cxn>
                  <a:cxn ang="0">
                    <a:pos x="387" y="0"/>
                  </a:cxn>
                  <a:cxn ang="0">
                    <a:pos x="413" y="0"/>
                  </a:cxn>
                  <a:cxn ang="0">
                    <a:pos x="422" y="18"/>
                  </a:cxn>
                  <a:cxn ang="0">
                    <a:pos x="431" y="53"/>
                  </a:cxn>
                  <a:cxn ang="0">
                    <a:pos x="501" y="160"/>
                  </a:cxn>
                  <a:cxn ang="0">
                    <a:pos x="510" y="195"/>
                  </a:cxn>
                  <a:cxn ang="0">
                    <a:pos x="501" y="177"/>
                  </a:cxn>
                  <a:cxn ang="0">
                    <a:pos x="492" y="151"/>
                  </a:cxn>
                  <a:cxn ang="0">
                    <a:pos x="492" y="168"/>
                  </a:cxn>
                  <a:cxn ang="0">
                    <a:pos x="545" y="257"/>
                  </a:cxn>
                  <a:cxn ang="0">
                    <a:pos x="563" y="275"/>
                  </a:cxn>
                  <a:cxn ang="0">
                    <a:pos x="571" y="328"/>
                  </a:cxn>
                  <a:cxn ang="0">
                    <a:pos x="571" y="363"/>
                  </a:cxn>
                  <a:cxn ang="0">
                    <a:pos x="563" y="389"/>
                  </a:cxn>
                  <a:cxn ang="0">
                    <a:pos x="563" y="416"/>
                  </a:cxn>
                  <a:cxn ang="0">
                    <a:pos x="545" y="416"/>
                  </a:cxn>
                  <a:cxn ang="0">
                    <a:pos x="527" y="434"/>
                  </a:cxn>
                  <a:cxn ang="0">
                    <a:pos x="519" y="425"/>
                  </a:cxn>
                  <a:cxn ang="0">
                    <a:pos x="510" y="416"/>
                  </a:cxn>
                  <a:cxn ang="0">
                    <a:pos x="483" y="381"/>
                  </a:cxn>
                  <a:cxn ang="0">
                    <a:pos x="457" y="372"/>
                  </a:cxn>
                  <a:cxn ang="0">
                    <a:pos x="440" y="336"/>
                  </a:cxn>
                  <a:cxn ang="0">
                    <a:pos x="448" y="319"/>
                  </a:cxn>
                  <a:cxn ang="0">
                    <a:pos x="431" y="328"/>
                  </a:cxn>
                  <a:cxn ang="0">
                    <a:pos x="431" y="301"/>
                  </a:cxn>
                  <a:cxn ang="0">
                    <a:pos x="413" y="301"/>
                  </a:cxn>
                  <a:cxn ang="0">
                    <a:pos x="404" y="310"/>
                  </a:cxn>
                  <a:cxn ang="0">
                    <a:pos x="387" y="275"/>
                  </a:cxn>
                  <a:cxn ang="0">
                    <a:pos x="378" y="266"/>
                  </a:cxn>
                  <a:cxn ang="0">
                    <a:pos x="378" y="239"/>
                  </a:cxn>
                  <a:cxn ang="0">
                    <a:pos x="369" y="239"/>
                  </a:cxn>
                  <a:cxn ang="0">
                    <a:pos x="369" y="248"/>
                  </a:cxn>
                  <a:cxn ang="0">
                    <a:pos x="360" y="230"/>
                  </a:cxn>
                  <a:cxn ang="0">
                    <a:pos x="360" y="177"/>
                  </a:cxn>
                  <a:cxn ang="0">
                    <a:pos x="352" y="151"/>
                  </a:cxn>
                  <a:cxn ang="0">
                    <a:pos x="325" y="133"/>
                  </a:cxn>
                  <a:cxn ang="0">
                    <a:pos x="299" y="107"/>
                  </a:cxn>
                  <a:cxn ang="0">
                    <a:pos x="255" y="80"/>
                  </a:cxn>
                  <a:cxn ang="0">
                    <a:pos x="228" y="89"/>
                  </a:cxn>
                  <a:cxn ang="0">
                    <a:pos x="228" y="98"/>
                  </a:cxn>
                  <a:cxn ang="0">
                    <a:pos x="202" y="107"/>
                  </a:cxn>
                  <a:cxn ang="0">
                    <a:pos x="176" y="124"/>
                  </a:cxn>
                  <a:cxn ang="0">
                    <a:pos x="167" y="115"/>
                  </a:cxn>
                  <a:cxn ang="0">
                    <a:pos x="158" y="98"/>
                  </a:cxn>
                  <a:cxn ang="0">
                    <a:pos x="149" y="98"/>
                  </a:cxn>
                  <a:cxn ang="0">
                    <a:pos x="158" y="89"/>
                  </a:cxn>
                  <a:cxn ang="0">
                    <a:pos x="149" y="80"/>
                  </a:cxn>
                  <a:cxn ang="0">
                    <a:pos x="132" y="80"/>
                  </a:cxn>
                  <a:cxn ang="0">
                    <a:pos x="96" y="71"/>
                  </a:cxn>
                  <a:cxn ang="0">
                    <a:pos x="96" y="71"/>
                  </a:cxn>
                  <a:cxn ang="0">
                    <a:pos x="96" y="62"/>
                  </a:cxn>
                  <a:cxn ang="0">
                    <a:pos x="61" y="71"/>
                  </a:cxn>
                  <a:cxn ang="0">
                    <a:pos x="52" y="71"/>
                  </a:cxn>
                  <a:cxn ang="0">
                    <a:pos x="44" y="62"/>
                  </a:cxn>
                  <a:cxn ang="0">
                    <a:pos x="35" y="80"/>
                  </a:cxn>
                  <a:cxn ang="0">
                    <a:pos x="26" y="80"/>
                  </a:cxn>
                </a:cxnLst>
                <a:rect l="0" t="0" r="r" b="b"/>
                <a:pathLst>
                  <a:path w="571" h="434">
                    <a:moveTo>
                      <a:pt x="17" y="71"/>
                    </a:moveTo>
                    <a:lnTo>
                      <a:pt x="17" y="71"/>
                    </a:lnTo>
                    <a:lnTo>
                      <a:pt x="17" y="71"/>
                    </a:lnTo>
                    <a:lnTo>
                      <a:pt x="17" y="62"/>
                    </a:lnTo>
                    <a:lnTo>
                      <a:pt x="17" y="53"/>
                    </a:lnTo>
                    <a:lnTo>
                      <a:pt x="8" y="53"/>
                    </a:lnTo>
                    <a:lnTo>
                      <a:pt x="0" y="45"/>
                    </a:lnTo>
                    <a:lnTo>
                      <a:pt x="8" y="36"/>
                    </a:lnTo>
                    <a:lnTo>
                      <a:pt x="8" y="36"/>
                    </a:lnTo>
                    <a:lnTo>
                      <a:pt x="70" y="27"/>
                    </a:lnTo>
                    <a:lnTo>
                      <a:pt x="176" y="18"/>
                    </a:lnTo>
                    <a:lnTo>
                      <a:pt x="184" y="27"/>
                    </a:lnTo>
                    <a:lnTo>
                      <a:pt x="184" y="27"/>
                    </a:lnTo>
                    <a:lnTo>
                      <a:pt x="193" y="36"/>
                    </a:lnTo>
                    <a:lnTo>
                      <a:pt x="360" y="27"/>
                    </a:lnTo>
                    <a:lnTo>
                      <a:pt x="369" y="27"/>
                    </a:lnTo>
                    <a:lnTo>
                      <a:pt x="369" y="36"/>
                    </a:lnTo>
                    <a:lnTo>
                      <a:pt x="378" y="36"/>
                    </a:lnTo>
                    <a:lnTo>
                      <a:pt x="387" y="36"/>
                    </a:lnTo>
                    <a:lnTo>
                      <a:pt x="387" y="27"/>
                    </a:lnTo>
                    <a:lnTo>
                      <a:pt x="378" y="18"/>
                    </a:lnTo>
                    <a:lnTo>
                      <a:pt x="378" y="9"/>
                    </a:lnTo>
                    <a:lnTo>
                      <a:pt x="378" y="9"/>
                    </a:lnTo>
                    <a:lnTo>
                      <a:pt x="378" y="0"/>
                    </a:lnTo>
                    <a:lnTo>
                      <a:pt x="387" y="0"/>
                    </a:lnTo>
                    <a:lnTo>
                      <a:pt x="387" y="0"/>
                    </a:lnTo>
                    <a:lnTo>
                      <a:pt x="396" y="0"/>
                    </a:lnTo>
                    <a:lnTo>
                      <a:pt x="404" y="0"/>
                    </a:lnTo>
                    <a:lnTo>
                      <a:pt x="413" y="0"/>
                    </a:lnTo>
                    <a:lnTo>
                      <a:pt x="413" y="0"/>
                    </a:lnTo>
                    <a:lnTo>
                      <a:pt x="413" y="0"/>
                    </a:lnTo>
                    <a:lnTo>
                      <a:pt x="422" y="9"/>
                    </a:lnTo>
                    <a:lnTo>
                      <a:pt x="422" y="18"/>
                    </a:lnTo>
                    <a:lnTo>
                      <a:pt x="413" y="9"/>
                    </a:lnTo>
                    <a:lnTo>
                      <a:pt x="422" y="18"/>
                    </a:lnTo>
                    <a:lnTo>
                      <a:pt x="422" y="27"/>
                    </a:lnTo>
                    <a:lnTo>
                      <a:pt x="431" y="27"/>
                    </a:lnTo>
                    <a:lnTo>
                      <a:pt x="431" y="36"/>
                    </a:lnTo>
                    <a:lnTo>
                      <a:pt x="431" y="45"/>
                    </a:lnTo>
                    <a:lnTo>
                      <a:pt x="431" y="53"/>
                    </a:lnTo>
                    <a:lnTo>
                      <a:pt x="440" y="71"/>
                    </a:lnTo>
                    <a:lnTo>
                      <a:pt x="448" y="89"/>
                    </a:lnTo>
                    <a:lnTo>
                      <a:pt x="466" y="115"/>
                    </a:lnTo>
                    <a:lnTo>
                      <a:pt x="492" y="151"/>
                    </a:lnTo>
                    <a:lnTo>
                      <a:pt x="501" y="160"/>
                    </a:lnTo>
                    <a:lnTo>
                      <a:pt x="510" y="160"/>
                    </a:lnTo>
                    <a:lnTo>
                      <a:pt x="510" y="168"/>
                    </a:lnTo>
                    <a:lnTo>
                      <a:pt x="510" y="177"/>
                    </a:lnTo>
                    <a:lnTo>
                      <a:pt x="510" y="186"/>
                    </a:lnTo>
                    <a:lnTo>
                      <a:pt x="510" y="195"/>
                    </a:lnTo>
                    <a:lnTo>
                      <a:pt x="510" y="195"/>
                    </a:lnTo>
                    <a:lnTo>
                      <a:pt x="527" y="213"/>
                    </a:lnTo>
                    <a:lnTo>
                      <a:pt x="519" y="204"/>
                    </a:lnTo>
                    <a:lnTo>
                      <a:pt x="510" y="195"/>
                    </a:lnTo>
                    <a:lnTo>
                      <a:pt x="501" y="177"/>
                    </a:lnTo>
                    <a:lnTo>
                      <a:pt x="510" y="168"/>
                    </a:lnTo>
                    <a:lnTo>
                      <a:pt x="501" y="160"/>
                    </a:lnTo>
                    <a:lnTo>
                      <a:pt x="501" y="160"/>
                    </a:lnTo>
                    <a:lnTo>
                      <a:pt x="492" y="160"/>
                    </a:lnTo>
                    <a:lnTo>
                      <a:pt x="492" y="151"/>
                    </a:lnTo>
                    <a:lnTo>
                      <a:pt x="492" y="151"/>
                    </a:lnTo>
                    <a:lnTo>
                      <a:pt x="483" y="151"/>
                    </a:lnTo>
                    <a:lnTo>
                      <a:pt x="483" y="151"/>
                    </a:lnTo>
                    <a:lnTo>
                      <a:pt x="483" y="160"/>
                    </a:lnTo>
                    <a:lnTo>
                      <a:pt x="492" y="168"/>
                    </a:lnTo>
                    <a:lnTo>
                      <a:pt x="501" y="177"/>
                    </a:lnTo>
                    <a:lnTo>
                      <a:pt x="510" y="204"/>
                    </a:lnTo>
                    <a:lnTo>
                      <a:pt x="527" y="230"/>
                    </a:lnTo>
                    <a:lnTo>
                      <a:pt x="536" y="248"/>
                    </a:lnTo>
                    <a:lnTo>
                      <a:pt x="545" y="257"/>
                    </a:lnTo>
                    <a:lnTo>
                      <a:pt x="545" y="266"/>
                    </a:lnTo>
                    <a:lnTo>
                      <a:pt x="545" y="266"/>
                    </a:lnTo>
                    <a:lnTo>
                      <a:pt x="545" y="266"/>
                    </a:lnTo>
                    <a:lnTo>
                      <a:pt x="554" y="266"/>
                    </a:lnTo>
                    <a:lnTo>
                      <a:pt x="563" y="275"/>
                    </a:lnTo>
                    <a:lnTo>
                      <a:pt x="563" y="283"/>
                    </a:lnTo>
                    <a:lnTo>
                      <a:pt x="563" y="283"/>
                    </a:lnTo>
                    <a:lnTo>
                      <a:pt x="571" y="301"/>
                    </a:lnTo>
                    <a:lnTo>
                      <a:pt x="571" y="328"/>
                    </a:lnTo>
                    <a:lnTo>
                      <a:pt x="571" y="328"/>
                    </a:lnTo>
                    <a:lnTo>
                      <a:pt x="571" y="345"/>
                    </a:lnTo>
                    <a:lnTo>
                      <a:pt x="571" y="354"/>
                    </a:lnTo>
                    <a:lnTo>
                      <a:pt x="571" y="363"/>
                    </a:lnTo>
                    <a:lnTo>
                      <a:pt x="571" y="372"/>
                    </a:lnTo>
                    <a:lnTo>
                      <a:pt x="571" y="363"/>
                    </a:lnTo>
                    <a:lnTo>
                      <a:pt x="571" y="372"/>
                    </a:lnTo>
                    <a:lnTo>
                      <a:pt x="571" y="372"/>
                    </a:lnTo>
                    <a:lnTo>
                      <a:pt x="563" y="381"/>
                    </a:lnTo>
                    <a:lnTo>
                      <a:pt x="563" y="381"/>
                    </a:lnTo>
                    <a:lnTo>
                      <a:pt x="563" y="389"/>
                    </a:lnTo>
                    <a:lnTo>
                      <a:pt x="563" y="389"/>
                    </a:lnTo>
                    <a:lnTo>
                      <a:pt x="563" y="398"/>
                    </a:lnTo>
                    <a:lnTo>
                      <a:pt x="563" y="407"/>
                    </a:lnTo>
                    <a:lnTo>
                      <a:pt x="563" y="407"/>
                    </a:lnTo>
                    <a:lnTo>
                      <a:pt x="563" y="416"/>
                    </a:lnTo>
                    <a:lnTo>
                      <a:pt x="563" y="416"/>
                    </a:lnTo>
                    <a:lnTo>
                      <a:pt x="554" y="416"/>
                    </a:lnTo>
                    <a:lnTo>
                      <a:pt x="563" y="416"/>
                    </a:lnTo>
                    <a:lnTo>
                      <a:pt x="554" y="416"/>
                    </a:lnTo>
                    <a:lnTo>
                      <a:pt x="545" y="416"/>
                    </a:lnTo>
                    <a:lnTo>
                      <a:pt x="545" y="425"/>
                    </a:lnTo>
                    <a:lnTo>
                      <a:pt x="536" y="425"/>
                    </a:lnTo>
                    <a:lnTo>
                      <a:pt x="536" y="425"/>
                    </a:lnTo>
                    <a:lnTo>
                      <a:pt x="527" y="425"/>
                    </a:lnTo>
                    <a:lnTo>
                      <a:pt x="527" y="434"/>
                    </a:lnTo>
                    <a:lnTo>
                      <a:pt x="510" y="434"/>
                    </a:lnTo>
                    <a:lnTo>
                      <a:pt x="510" y="425"/>
                    </a:lnTo>
                    <a:lnTo>
                      <a:pt x="510" y="425"/>
                    </a:lnTo>
                    <a:lnTo>
                      <a:pt x="510" y="416"/>
                    </a:lnTo>
                    <a:lnTo>
                      <a:pt x="519" y="425"/>
                    </a:lnTo>
                    <a:lnTo>
                      <a:pt x="519" y="425"/>
                    </a:lnTo>
                    <a:lnTo>
                      <a:pt x="527" y="416"/>
                    </a:lnTo>
                    <a:lnTo>
                      <a:pt x="519" y="416"/>
                    </a:lnTo>
                    <a:lnTo>
                      <a:pt x="519" y="416"/>
                    </a:lnTo>
                    <a:lnTo>
                      <a:pt x="510" y="416"/>
                    </a:lnTo>
                    <a:lnTo>
                      <a:pt x="501" y="407"/>
                    </a:lnTo>
                    <a:lnTo>
                      <a:pt x="501" y="398"/>
                    </a:lnTo>
                    <a:lnTo>
                      <a:pt x="492" y="389"/>
                    </a:lnTo>
                    <a:lnTo>
                      <a:pt x="483" y="389"/>
                    </a:lnTo>
                    <a:lnTo>
                      <a:pt x="483" y="381"/>
                    </a:lnTo>
                    <a:lnTo>
                      <a:pt x="475" y="381"/>
                    </a:lnTo>
                    <a:lnTo>
                      <a:pt x="475" y="381"/>
                    </a:lnTo>
                    <a:lnTo>
                      <a:pt x="466" y="381"/>
                    </a:lnTo>
                    <a:lnTo>
                      <a:pt x="466" y="381"/>
                    </a:lnTo>
                    <a:lnTo>
                      <a:pt x="457" y="372"/>
                    </a:lnTo>
                    <a:lnTo>
                      <a:pt x="466" y="372"/>
                    </a:lnTo>
                    <a:lnTo>
                      <a:pt x="457" y="372"/>
                    </a:lnTo>
                    <a:lnTo>
                      <a:pt x="448" y="363"/>
                    </a:lnTo>
                    <a:lnTo>
                      <a:pt x="448" y="345"/>
                    </a:lnTo>
                    <a:lnTo>
                      <a:pt x="440" y="336"/>
                    </a:lnTo>
                    <a:lnTo>
                      <a:pt x="440" y="336"/>
                    </a:lnTo>
                    <a:lnTo>
                      <a:pt x="440" y="336"/>
                    </a:lnTo>
                    <a:lnTo>
                      <a:pt x="440" y="328"/>
                    </a:lnTo>
                    <a:lnTo>
                      <a:pt x="440" y="328"/>
                    </a:lnTo>
                    <a:lnTo>
                      <a:pt x="448" y="319"/>
                    </a:lnTo>
                    <a:lnTo>
                      <a:pt x="440" y="328"/>
                    </a:lnTo>
                    <a:lnTo>
                      <a:pt x="440" y="328"/>
                    </a:lnTo>
                    <a:lnTo>
                      <a:pt x="431" y="336"/>
                    </a:lnTo>
                    <a:lnTo>
                      <a:pt x="431" y="336"/>
                    </a:lnTo>
                    <a:lnTo>
                      <a:pt x="431" y="328"/>
                    </a:lnTo>
                    <a:lnTo>
                      <a:pt x="422" y="328"/>
                    </a:lnTo>
                    <a:lnTo>
                      <a:pt x="422" y="319"/>
                    </a:lnTo>
                    <a:lnTo>
                      <a:pt x="422" y="310"/>
                    </a:lnTo>
                    <a:lnTo>
                      <a:pt x="422" y="301"/>
                    </a:lnTo>
                    <a:lnTo>
                      <a:pt x="431" y="301"/>
                    </a:lnTo>
                    <a:lnTo>
                      <a:pt x="431" y="301"/>
                    </a:lnTo>
                    <a:lnTo>
                      <a:pt x="413" y="310"/>
                    </a:lnTo>
                    <a:lnTo>
                      <a:pt x="413" y="301"/>
                    </a:lnTo>
                    <a:lnTo>
                      <a:pt x="413" y="301"/>
                    </a:lnTo>
                    <a:lnTo>
                      <a:pt x="413" y="301"/>
                    </a:lnTo>
                    <a:lnTo>
                      <a:pt x="413" y="310"/>
                    </a:lnTo>
                    <a:lnTo>
                      <a:pt x="422" y="319"/>
                    </a:lnTo>
                    <a:lnTo>
                      <a:pt x="413" y="310"/>
                    </a:lnTo>
                    <a:lnTo>
                      <a:pt x="413" y="319"/>
                    </a:lnTo>
                    <a:lnTo>
                      <a:pt x="404" y="310"/>
                    </a:lnTo>
                    <a:lnTo>
                      <a:pt x="396" y="301"/>
                    </a:lnTo>
                    <a:lnTo>
                      <a:pt x="396" y="301"/>
                    </a:lnTo>
                    <a:lnTo>
                      <a:pt x="387" y="283"/>
                    </a:lnTo>
                    <a:lnTo>
                      <a:pt x="387" y="283"/>
                    </a:lnTo>
                    <a:lnTo>
                      <a:pt x="387" y="275"/>
                    </a:lnTo>
                    <a:lnTo>
                      <a:pt x="369" y="266"/>
                    </a:lnTo>
                    <a:lnTo>
                      <a:pt x="369" y="266"/>
                    </a:lnTo>
                    <a:lnTo>
                      <a:pt x="378" y="266"/>
                    </a:lnTo>
                    <a:lnTo>
                      <a:pt x="378" y="266"/>
                    </a:lnTo>
                    <a:lnTo>
                      <a:pt x="378" y="266"/>
                    </a:lnTo>
                    <a:lnTo>
                      <a:pt x="378" y="257"/>
                    </a:lnTo>
                    <a:lnTo>
                      <a:pt x="387" y="239"/>
                    </a:lnTo>
                    <a:lnTo>
                      <a:pt x="387" y="239"/>
                    </a:lnTo>
                    <a:lnTo>
                      <a:pt x="387" y="230"/>
                    </a:lnTo>
                    <a:lnTo>
                      <a:pt x="378" y="239"/>
                    </a:lnTo>
                    <a:lnTo>
                      <a:pt x="378" y="230"/>
                    </a:lnTo>
                    <a:lnTo>
                      <a:pt x="369" y="221"/>
                    </a:lnTo>
                    <a:lnTo>
                      <a:pt x="369" y="230"/>
                    </a:lnTo>
                    <a:lnTo>
                      <a:pt x="369" y="230"/>
                    </a:lnTo>
                    <a:lnTo>
                      <a:pt x="369" y="239"/>
                    </a:lnTo>
                    <a:lnTo>
                      <a:pt x="369" y="239"/>
                    </a:lnTo>
                    <a:lnTo>
                      <a:pt x="378" y="239"/>
                    </a:lnTo>
                    <a:lnTo>
                      <a:pt x="378" y="248"/>
                    </a:lnTo>
                    <a:lnTo>
                      <a:pt x="369" y="248"/>
                    </a:lnTo>
                    <a:lnTo>
                      <a:pt x="369" y="248"/>
                    </a:lnTo>
                    <a:lnTo>
                      <a:pt x="360" y="239"/>
                    </a:lnTo>
                    <a:lnTo>
                      <a:pt x="369" y="248"/>
                    </a:lnTo>
                    <a:lnTo>
                      <a:pt x="360" y="248"/>
                    </a:lnTo>
                    <a:lnTo>
                      <a:pt x="360" y="239"/>
                    </a:lnTo>
                    <a:lnTo>
                      <a:pt x="360" y="230"/>
                    </a:lnTo>
                    <a:lnTo>
                      <a:pt x="360" y="221"/>
                    </a:lnTo>
                    <a:lnTo>
                      <a:pt x="360" y="221"/>
                    </a:lnTo>
                    <a:lnTo>
                      <a:pt x="360" y="195"/>
                    </a:lnTo>
                    <a:lnTo>
                      <a:pt x="360" y="186"/>
                    </a:lnTo>
                    <a:lnTo>
                      <a:pt x="360" y="177"/>
                    </a:lnTo>
                    <a:lnTo>
                      <a:pt x="360" y="168"/>
                    </a:lnTo>
                    <a:lnTo>
                      <a:pt x="360" y="160"/>
                    </a:lnTo>
                    <a:lnTo>
                      <a:pt x="360" y="160"/>
                    </a:lnTo>
                    <a:lnTo>
                      <a:pt x="352" y="160"/>
                    </a:lnTo>
                    <a:lnTo>
                      <a:pt x="352" y="151"/>
                    </a:lnTo>
                    <a:lnTo>
                      <a:pt x="352" y="142"/>
                    </a:lnTo>
                    <a:lnTo>
                      <a:pt x="343" y="142"/>
                    </a:lnTo>
                    <a:lnTo>
                      <a:pt x="334" y="142"/>
                    </a:lnTo>
                    <a:lnTo>
                      <a:pt x="325" y="142"/>
                    </a:lnTo>
                    <a:lnTo>
                      <a:pt x="325" y="133"/>
                    </a:lnTo>
                    <a:lnTo>
                      <a:pt x="325" y="133"/>
                    </a:lnTo>
                    <a:lnTo>
                      <a:pt x="316" y="124"/>
                    </a:lnTo>
                    <a:lnTo>
                      <a:pt x="299" y="115"/>
                    </a:lnTo>
                    <a:lnTo>
                      <a:pt x="299" y="107"/>
                    </a:lnTo>
                    <a:lnTo>
                      <a:pt x="299" y="107"/>
                    </a:lnTo>
                    <a:lnTo>
                      <a:pt x="290" y="98"/>
                    </a:lnTo>
                    <a:lnTo>
                      <a:pt x="281" y="89"/>
                    </a:lnTo>
                    <a:lnTo>
                      <a:pt x="272" y="80"/>
                    </a:lnTo>
                    <a:lnTo>
                      <a:pt x="264" y="80"/>
                    </a:lnTo>
                    <a:lnTo>
                      <a:pt x="255" y="80"/>
                    </a:lnTo>
                    <a:lnTo>
                      <a:pt x="255" y="80"/>
                    </a:lnTo>
                    <a:lnTo>
                      <a:pt x="246" y="80"/>
                    </a:lnTo>
                    <a:lnTo>
                      <a:pt x="237" y="80"/>
                    </a:lnTo>
                    <a:lnTo>
                      <a:pt x="228" y="80"/>
                    </a:lnTo>
                    <a:lnTo>
                      <a:pt x="228" y="89"/>
                    </a:lnTo>
                    <a:lnTo>
                      <a:pt x="228" y="89"/>
                    </a:lnTo>
                    <a:lnTo>
                      <a:pt x="228" y="89"/>
                    </a:lnTo>
                    <a:lnTo>
                      <a:pt x="228" y="89"/>
                    </a:lnTo>
                    <a:lnTo>
                      <a:pt x="237" y="98"/>
                    </a:lnTo>
                    <a:lnTo>
                      <a:pt x="228" y="98"/>
                    </a:lnTo>
                    <a:lnTo>
                      <a:pt x="228" y="98"/>
                    </a:lnTo>
                    <a:lnTo>
                      <a:pt x="220" y="98"/>
                    </a:lnTo>
                    <a:lnTo>
                      <a:pt x="202" y="107"/>
                    </a:lnTo>
                    <a:lnTo>
                      <a:pt x="202" y="107"/>
                    </a:lnTo>
                    <a:lnTo>
                      <a:pt x="202" y="107"/>
                    </a:lnTo>
                    <a:lnTo>
                      <a:pt x="193" y="115"/>
                    </a:lnTo>
                    <a:lnTo>
                      <a:pt x="193" y="115"/>
                    </a:lnTo>
                    <a:lnTo>
                      <a:pt x="184" y="115"/>
                    </a:lnTo>
                    <a:lnTo>
                      <a:pt x="176" y="115"/>
                    </a:lnTo>
                    <a:lnTo>
                      <a:pt x="176" y="124"/>
                    </a:lnTo>
                    <a:lnTo>
                      <a:pt x="167" y="124"/>
                    </a:lnTo>
                    <a:lnTo>
                      <a:pt x="167" y="115"/>
                    </a:lnTo>
                    <a:lnTo>
                      <a:pt x="167" y="115"/>
                    </a:lnTo>
                    <a:lnTo>
                      <a:pt x="167" y="107"/>
                    </a:lnTo>
                    <a:lnTo>
                      <a:pt x="167" y="115"/>
                    </a:lnTo>
                    <a:lnTo>
                      <a:pt x="167" y="115"/>
                    </a:lnTo>
                    <a:lnTo>
                      <a:pt x="167" y="115"/>
                    </a:lnTo>
                    <a:lnTo>
                      <a:pt x="167" y="115"/>
                    </a:lnTo>
                    <a:lnTo>
                      <a:pt x="167" y="107"/>
                    </a:lnTo>
                    <a:lnTo>
                      <a:pt x="158" y="98"/>
                    </a:lnTo>
                    <a:lnTo>
                      <a:pt x="158" y="98"/>
                    </a:lnTo>
                    <a:lnTo>
                      <a:pt x="149" y="98"/>
                    </a:lnTo>
                    <a:lnTo>
                      <a:pt x="149" y="98"/>
                    </a:lnTo>
                    <a:lnTo>
                      <a:pt x="149" y="98"/>
                    </a:lnTo>
                    <a:lnTo>
                      <a:pt x="149" y="98"/>
                    </a:lnTo>
                    <a:lnTo>
                      <a:pt x="140" y="89"/>
                    </a:lnTo>
                    <a:lnTo>
                      <a:pt x="149" y="89"/>
                    </a:lnTo>
                    <a:lnTo>
                      <a:pt x="158" y="98"/>
                    </a:lnTo>
                    <a:lnTo>
                      <a:pt x="158" y="89"/>
                    </a:lnTo>
                    <a:lnTo>
                      <a:pt x="158" y="89"/>
                    </a:lnTo>
                    <a:lnTo>
                      <a:pt x="149" y="89"/>
                    </a:lnTo>
                    <a:lnTo>
                      <a:pt x="149" y="89"/>
                    </a:lnTo>
                    <a:lnTo>
                      <a:pt x="140" y="80"/>
                    </a:lnTo>
                    <a:lnTo>
                      <a:pt x="140" y="80"/>
                    </a:lnTo>
                    <a:lnTo>
                      <a:pt x="149" y="80"/>
                    </a:lnTo>
                    <a:lnTo>
                      <a:pt x="149" y="71"/>
                    </a:lnTo>
                    <a:lnTo>
                      <a:pt x="140" y="80"/>
                    </a:lnTo>
                    <a:lnTo>
                      <a:pt x="132" y="80"/>
                    </a:lnTo>
                    <a:lnTo>
                      <a:pt x="132" y="80"/>
                    </a:lnTo>
                    <a:lnTo>
                      <a:pt x="132" y="80"/>
                    </a:lnTo>
                    <a:lnTo>
                      <a:pt x="140" y="80"/>
                    </a:lnTo>
                    <a:lnTo>
                      <a:pt x="140" y="89"/>
                    </a:lnTo>
                    <a:lnTo>
                      <a:pt x="132" y="80"/>
                    </a:lnTo>
                    <a:lnTo>
                      <a:pt x="114" y="80"/>
                    </a:lnTo>
                    <a:lnTo>
                      <a:pt x="96" y="71"/>
                    </a:lnTo>
                    <a:lnTo>
                      <a:pt x="88" y="71"/>
                    </a:lnTo>
                    <a:lnTo>
                      <a:pt x="88" y="71"/>
                    </a:lnTo>
                    <a:lnTo>
                      <a:pt x="96" y="71"/>
                    </a:lnTo>
                    <a:lnTo>
                      <a:pt x="96" y="71"/>
                    </a:lnTo>
                    <a:lnTo>
                      <a:pt x="96" y="71"/>
                    </a:lnTo>
                    <a:lnTo>
                      <a:pt x="105" y="71"/>
                    </a:lnTo>
                    <a:lnTo>
                      <a:pt x="114" y="71"/>
                    </a:lnTo>
                    <a:lnTo>
                      <a:pt x="105" y="71"/>
                    </a:lnTo>
                    <a:lnTo>
                      <a:pt x="96" y="62"/>
                    </a:lnTo>
                    <a:lnTo>
                      <a:pt x="96" y="62"/>
                    </a:lnTo>
                    <a:lnTo>
                      <a:pt x="88" y="71"/>
                    </a:lnTo>
                    <a:lnTo>
                      <a:pt x="88" y="62"/>
                    </a:lnTo>
                    <a:lnTo>
                      <a:pt x="79" y="71"/>
                    </a:lnTo>
                    <a:lnTo>
                      <a:pt x="79" y="71"/>
                    </a:lnTo>
                    <a:lnTo>
                      <a:pt x="61" y="71"/>
                    </a:lnTo>
                    <a:lnTo>
                      <a:pt x="44" y="80"/>
                    </a:lnTo>
                    <a:lnTo>
                      <a:pt x="44" y="80"/>
                    </a:lnTo>
                    <a:lnTo>
                      <a:pt x="44" y="80"/>
                    </a:lnTo>
                    <a:lnTo>
                      <a:pt x="52" y="80"/>
                    </a:lnTo>
                    <a:lnTo>
                      <a:pt x="52" y="71"/>
                    </a:lnTo>
                    <a:lnTo>
                      <a:pt x="52" y="71"/>
                    </a:lnTo>
                    <a:lnTo>
                      <a:pt x="44" y="62"/>
                    </a:lnTo>
                    <a:lnTo>
                      <a:pt x="44" y="71"/>
                    </a:lnTo>
                    <a:lnTo>
                      <a:pt x="44" y="71"/>
                    </a:lnTo>
                    <a:lnTo>
                      <a:pt x="44" y="62"/>
                    </a:lnTo>
                    <a:lnTo>
                      <a:pt x="35" y="71"/>
                    </a:lnTo>
                    <a:lnTo>
                      <a:pt x="35" y="71"/>
                    </a:lnTo>
                    <a:lnTo>
                      <a:pt x="35" y="71"/>
                    </a:lnTo>
                    <a:lnTo>
                      <a:pt x="35" y="80"/>
                    </a:lnTo>
                    <a:lnTo>
                      <a:pt x="35" y="80"/>
                    </a:lnTo>
                    <a:lnTo>
                      <a:pt x="26" y="89"/>
                    </a:lnTo>
                    <a:lnTo>
                      <a:pt x="26" y="89"/>
                    </a:lnTo>
                    <a:lnTo>
                      <a:pt x="17" y="89"/>
                    </a:lnTo>
                    <a:lnTo>
                      <a:pt x="17" y="80"/>
                    </a:lnTo>
                    <a:lnTo>
                      <a:pt x="26" y="80"/>
                    </a:lnTo>
                    <a:lnTo>
                      <a:pt x="26" y="80"/>
                    </a:lnTo>
                    <a:lnTo>
                      <a:pt x="17" y="71"/>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409"/>
              <p:cNvGrpSpPr/>
              <p:nvPr/>
            </p:nvGrpSpPr>
            <p:grpSpPr>
              <a:xfrm>
                <a:off x="4377089" y="2567084"/>
                <a:ext cx="376999" cy="214661"/>
                <a:chOff x="4714875" y="2476501"/>
                <a:chExt cx="446088" cy="254000"/>
              </a:xfrm>
              <a:grpFill/>
            </p:grpSpPr>
            <p:sp>
              <p:nvSpPr>
                <p:cNvPr id="411" name="Freeform 123"/>
                <p:cNvSpPr>
                  <a:spLocks/>
                </p:cNvSpPr>
                <p:nvPr/>
              </p:nvSpPr>
              <p:spPr bwMode="auto">
                <a:xfrm>
                  <a:off x="4714875" y="2505076"/>
                  <a:ext cx="446088" cy="225425"/>
                </a:xfrm>
                <a:custGeom>
                  <a:avLst/>
                  <a:gdLst/>
                  <a:ahLst/>
                  <a:cxnLst>
                    <a:cxn ang="0">
                      <a:pos x="220" y="0"/>
                    </a:cxn>
                    <a:cxn ang="0">
                      <a:pos x="246" y="97"/>
                    </a:cxn>
                    <a:cxn ang="0">
                      <a:pos x="273" y="89"/>
                    </a:cxn>
                    <a:cxn ang="0">
                      <a:pos x="273" y="106"/>
                    </a:cxn>
                    <a:cxn ang="0">
                      <a:pos x="273" y="124"/>
                    </a:cxn>
                    <a:cxn ang="0">
                      <a:pos x="246" y="133"/>
                    </a:cxn>
                    <a:cxn ang="0">
                      <a:pos x="246" y="133"/>
                    </a:cxn>
                    <a:cxn ang="0">
                      <a:pos x="237" y="124"/>
                    </a:cxn>
                    <a:cxn ang="0">
                      <a:pos x="237" y="115"/>
                    </a:cxn>
                    <a:cxn ang="0">
                      <a:pos x="229" y="115"/>
                    </a:cxn>
                    <a:cxn ang="0">
                      <a:pos x="229" y="115"/>
                    </a:cxn>
                    <a:cxn ang="0">
                      <a:pos x="220" y="115"/>
                    </a:cxn>
                    <a:cxn ang="0">
                      <a:pos x="211" y="106"/>
                    </a:cxn>
                    <a:cxn ang="0">
                      <a:pos x="202" y="97"/>
                    </a:cxn>
                    <a:cxn ang="0">
                      <a:pos x="220" y="89"/>
                    </a:cxn>
                    <a:cxn ang="0">
                      <a:pos x="211" y="80"/>
                    </a:cxn>
                    <a:cxn ang="0">
                      <a:pos x="202" y="89"/>
                    </a:cxn>
                    <a:cxn ang="0">
                      <a:pos x="202" y="71"/>
                    </a:cxn>
                    <a:cxn ang="0">
                      <a:pos x="211" y="71"/>
                    </a:cxn>
                    <a:cxn ang="0">
                      <a:pos x="202" y="62"/>
                    </a:cxn>
                    <a:cxn ang="0">
                      <a:pos x="193" y="62"/>
                    </a:cxn>
                    <a:cxn ang="0">
                      <a:pos x="202" y="53"/>
                    </a:cxn>
                    <a:cxn ang="0">
                      <a:pos x="202" y="53"/>
                    </a:cxn>
                    <a:cxn ang="0">
                      <a:pos x="202" y="27"/>
                    </a:cxn>
                    <a:cxn ang="0">
                      <a:pos x="211" y="27"/>
                    </a:cxn>
                    <a:cxn ang="0">
                      <a:pos x="211" y="18"/>
                    </a:cxn>
                    <a:cxn ang="0">
                      <a:pos x="202" y="18"/>
                    </a:cxn>
                    <a:cxn ang="0">
                      <a:pos x="202" y="27"/>
                    </a:cxn>
                    <a:cxn ang="0">
                      <a:pos x="193" y="27"/>
                    </a:cxn>
                    <a:cxn ang="0">
                      <a:pos x="185" y="36"/>
                    </a:cxn>
                    <a:cxn ang="0">
                      <a:pos x="185" y="44"/>
                    </a:cxn>
                    <a:cxn ang="0">
                      <a:pos x="185" y="44"/>
                    </a:cxn>
                    <a:cxn ang="0">
                      <a:pos x="185" y="62"/>
                    </a:cxn>
                    <a:cxn ang="0">
                      <a:pos x="185" y="62"/>
                    </a:cxn>
                    <a:cxn ang="0">
                      <a:pos x="185" y="71"/>
                    </a:cxn>
                    <a:cxn ang="0">
                      <a:pos x="193" y="89"/>
                    </a:cxn>
                    <a:cxn ang="0">
                      <a:pos x="202" y="115"/>
                    </a:cxn>
                    <a:cxn ang="0">
                      <a:pos x="185" y="106"/>
                    </a:cxn>
                    <a:cxn ang="0">
                      <a:pos x="185" y="97"/>
                    </a:cxn>
                    <a:cxn ang="0">
                      <a:pos x="193" y="115"/>
                    </a:cxn>
                    <a:cxn ang="0">
                      <a:pos x="211" y="133"/>
                    </a:cxn>
                    <a:cxn ang="0">
                      <a:pos x="202" y="133"/>
                    </a:cxn>
                    <a:cxn ang="0">
                      <a:pos x="185" y="124"/>
                    </a:cxn>
                    <a:cxn ang="0">
                      <a:pos x="176" y="115"/>
                    </a:cxn>
                    <a:cxn ang="0">
                      <a:pos x="167" y="124"/>
                    </a:cxn>
                    <a:cxn ang="0">
                      <a:pos x="158" y="115"/>
                    </a:cxn>
                    <a:cxn ang="0">
                      <a:pos x="149" y="115"/>
                    </a:cxn>
                    <a:cxn ang="0">
                      <a:pos x="149" y="106"/>
                    </a:cxn>
                    <a:cxn ang="0">
                      <a:pos x="158" y="89"/>
                    </a:cxn>
                    <a:cxn ang="0">
                      <a:pos x="158" y="80"/>
                    </a:cxn>
                    <a:cxn ang="0">
                      <a:pos x="149" y="80"/>
                    </a:cxn>
                    <a:cxn ang="0">
                      <a:pos x="132" y="71"/>
                    </a:cxn>
                    <a:cxn ang="0">
                      <a:pos x="123" y="53"/>
                    </a:cxn>
                    <a:cxn ang="0">
                      <a:pos x="105" y="53"/>
                    </a:cxn>
                    <a:cxn ang="0">
                      <a:pos x="97" y="44"/>
                    </a:cxn>
                    <a:cxn ang="0">
                      <a:pos x="88" y="36"/>
                    </a:cxn>
                    <a:cxn ang="0">
                      <a:pos x="70" y="36"/>
                    </a:cxn>
                    <a:cxn ang="0">
                      <a:pos x="61" y="44"/>
                    </a:cxn>
                    <a:cxn ang="0">
                      <a:pos x="44" y="44"/>
                    </a:cxn>
                    <a:cxn ang="0">
                      <a:pos x="44" y="44"/>
                    </a:cxn>
                    <a:cxn ang="0">
                      <a:pos x="26" y="62"/>
                    </a:cxn>
                    <a:cxn ang="0">
                      <a:pos x="18" y="71"/>
                    </a:cxn>
                    <a:cxn ang="0">
                      <a:pos x="0" y="44"/>
                    </a:cxn>
                  </a:cxnLst>
                  <a:rect l="0" t="0" r="r" b="b"/>
                  <a:pathLst>
                    <a:path w="281" h="142">
                      <a:moveTo>
                        <a:pt x="0" y="44"/>
                      </a:moveTo>
                      <a:lnTo>
                        <a:pt x="97" y="27"/>
                      </a:lnTo>
                      <a:lnTo>
                        <a:pt x="220" y="0"/>
                      </a:lnTo>
                      <a:lnTo>
                        <a:pt x="229" y="53"/>
                      </a:lnTo>
                      <a:lnTo>
                        <a:pt x="237" y="89"/>
                      </a:lnTo>
                      <a:lnTo>
                        <a:pt x="246" y="97"/>
                      </a:lnTo>
                      <a:lnTo>
                        <a:pt x="281" y="89"/>
                      </a:lnTo>
                      <a:lnTo>
                        <a:pt x="281" y="89"/>
                      </a:lnTo>
                      <a:lnTo>
                        <a:pt x="273" y="89"/>
                      </a:lnTo>
                      <a:lnTo>
                        <a:pt x="281" y="97"/>
                      </a:lnTo>
                      <a:lnTo>
                        <a:pt x="281" y="106"/>
                      </a:lnTo>
                      <a:lnTo>
                        <a:pt x="273" y="106"/>
                      </a:lnTo>
                      <a:lnTo>
                        <a:pt x="273" y="115"/>
                      </a:lnTo>
                      <a:lnTo>
                        <a:pt x="273" y="124"/>
                      </a:lnTo>
                      <a:lnTo>
                        <a:pt x="273" y="124"/>
                      </a:lnTo>
                      <a:lnTo>
                        <a:pt x="255" y="133"/>
                      </a:lnTo>
                      <a:lnTo>
                        <a:pt x="255" y="133"/>
                      </a:lnTo>
                      <a:lnTo>
                        <a:pt x="246" y="133"/>
                      </a:lnTo>
                      <a:lnTo>
                        <a:pt x="237" y="142"/>
                      </a:lnTo>
                      <a:lnTo>
                        <a:pt x="237" y="133"/>
                      </a:lnTo>
                      <a:lnTo>
                        <a:pt x="246" y="133"/>
                      </a:lnTo>
                      <a:lnTo>
                        <a:pt x="246" y="124"/>
                      </a:lnTo>
                      <a:lnTo>
                        <a:pt x="237" y="124"/>
                      </a:lnTo>
                      <a:lnTo>
                        <a:pt x="237" y="124"/>
                      </a:lnTo>
                      <a:lnTo>
                        <a:pt x="237" y="124"/>
                      </a:lnTo>
                      <a:lnTo>
                        <a:pt x="237" y="124"/>
                      </a:lnTo>
                      <a:lnTo>
                        <a:pt x="237" y="115"/>
                      </a:lnTo>
                      <a:lnTo>
                        <a:pt x="237" y="115"/>
                      </a:lnTo>
                      <a:lnTo>
                        <a:pt x="237" y="106"/>
                      </a:lnTo>
                      <a:lnTo>
                        <a:pt x="229" y="115"/>
                      </a:lnTo>
                      <a:lnTo>
                        <a:pt x="229" y="115"/>
                      </a:lnTo>
                      <a:lnTo>
                        <a:pt x="229" y="106"/>
                      </a:lnTo>
                      <a:lnTo>
                        <a:pt x="229" y="115"/>
                      </a:lnTo>
                      <a:lnTo>
                        <a:pt x="229" y="115"/>
                      </a:lnTo>
                      <a:lnTo>
                        <a:pt x="220" y="115"/>
                      </a:lnTo>
                      <a:lnTo>
                        <a:pt x="220" y="115"/>
                      </a:lnTo>
                      <a:lnTo>
                        <a:pt x="211" y="106"/>
                      </a:lnTo>
                      <a:lnTo>
                        <a:pt x="211" y="115"/>
                      </a:lnTo>
                      <a:lnTo>
                        <a:pt x="211" y="106"/>
                      </a:lnTo>
                      <a:lnTo>
                        <a:pt x="211" y="106"/>
                      </a:lnTo>
                      <a:lnTo>
                        <a:pt x="211" y="97"/>
                      </a:lnTo>
                      <a:lnTo>
                        <a:pt x="202" y="97"/>
                      </a:lnTo>
                      <a:lnTo>
                        <a:pt x="211" y="89"/>
                      </a:lnTo>
                      <a:lnTo>
                        <a:pt x="220" y="89"/>
                      </a:lnTo>
                      <a:lnTo>
                        <a:pt x="220" y="89"/>
                      </a:lnTo>
                      <a:lnTo>
                        <a:pt x="220" y="89"/>
                      </a:lnTo>
                      <a:lnTo>
                        <a:pt x="211" y="89"/>
                      </a:lnTo>
                      <a:lnTo>
                        <a:pt x="211" y="80"/>
                      </a:lnTo>
                      <a:lnTo>
                        <a:pt x="211" y="80"/>
                      </a:lnTo>
                      <a:lnTo>
                        <a:pt x="202" y="80"/>
                      </a:lnTo>
                      <a:lnTo>
                        <a:pt x="202" y="89"/>
                      </a:lnTo>
                      <a:lnTo>
                        <a:pt x="202" y="80"/>
                      </a:lnTo>
                      <a:lnTo>
                        <a:pt x="202" y="80"/>
                      </a:lnTo>
                      <a:lnTo>
                        <a:pt x="202" y="71"/>
                      </a:lnTo>
                      <a:lnTo>
                        <a:pt x="211" y="80"/>
                      </a:lnTo>
                      <a:lnTo>
                        <a:pt x="211" y="71"/>
                      </a:lnTo>
                      <a:lnTo>
                        <a:pt x="211" y="71"/>
                      </a:lnTo>
                      <a:lnTo>
                        <a:pt x="202" y="71"/>
                      </a:lnTo>
                      <a:lnTo>
                        <a:pt x="202" y="62"/>
                      </a:lnTo>
                      <a:lnTo>
                        <a:pt x="202" y="62"/>
                      </a:lnTo>
                      <a:lnTo>
                        <a:pt x="193" y="71"/>
                      </a:lnTo>
                      <a:lnTo>
                        <a:pt x="193" y="71"/>
                      </a:lnTo>
                      <a:lnTo>
                        <a:pt x="193" y="62"/>
                      </a:lnTo>
                      <a:lnTo>
                        <a:pt x="202" y="62"/>
                      </a:lnTo>
                      <a:lnTo>
                        <a:pt x="202" y="62"/>
                      </a:lnTo>
                      <a:lnTo>
                        <a:pt x="202" y="53"/>
                      </a:lnTo>
                      <a:lnTo>
                        <a:pt x="202" y="53"/>
                      </a:lnTo>
                      <a:lnTo>
                        <a:pt x="202" y="53"/>
                      </a:lnTo>
                      <a:lnTo>
                        <a:pt x="202" y="53"/>
                      </a:lnTo>
                      <a:lnTo>
                        <a:pt x="193" y="53"/>
                      </a:lnTo>
                      <a:lnTo>
                        <a:pt x="202" y="36"/>
                      </a:lnTo>
                      <a:lnTo>
                        <a:pt x="202" y="27"/>
                      </a:lnTo>
                      <a:lnTo>
                        <a:pt x="211" y="27"/>
                      </a:lnTo>
                      <a:lnTo>
                        <a:pt x="211" y="27"/>
                      </a:lnTo>
                      <a:lnTo>
                        <a:pt x="211" y="27"/>
                      </a:lnTo>
                      <a:lnTo>
                        <a:pt x="211" y="18"/>
                      </a:lnTo>
                      <a:lnTo>
                        <a:pt x="211" y="18"/>
                      </a:lnTo>
                      <a:lnTo>
                        <a:pt x="211" y="18"/>
                      </a:lnTo>
                      <a:lnTo>
                        <a:pt x="211" y="9"/>
                      </a:lnTo>
                      <a:lnTo>
                        <a:pt x="202" y="18"/>
                      </a:lnTo>
                      <a:lnTo>
                        <a:pt x="202" y="18"/>
                      </a:lnTo>
                      <a:lnTo>
                        <a:pt x="202" y="18"/>
                      </a:lnTo>
                      <a:lnTo>
                        <a:pt x="202" y="27"/>
                      </a:lnTo>
                      <a:lnTo>
                        <a:pt x="202" y="27"/>
                      </a:lnTo>
                      <a:lnTo>
                        <a:pt x="193" y="27"/>
                      </a:lnTo>
                      <a:lnTo>
                        <a:pt x="193" y="27"/>
                      </a:lnTo>
                      <a:lnTo>
                        <a:pt x="193" y="27"/>
                      </a:lnTo>
                      <a:lnTo>
                        <a:pt x="193" y="36"/>
                      </a:lnTo>
                      <a:lnTo>
                        <a:pt x="185" y="27"/>
                      </a:lnTo>
                      <a:lnTo>
                        <a:pt x="185" y="36"/>
                      </a:lnTo>
                      <a:lnTo>
                        <a:pt x="185" y="36"/>
                      </a:lnTo>
                      <a:lnTo>
                        <a:pt x="185" y="44"/>
                      </a:lnTo>
                      <a:lnTo>
                        <a:pt x="185" y="44"/>
                      </a:lnTo>
                      <a:lnTo>
                        <a:pt x="185" y="44"/>
                      </a:lnTo>
                      <a:lnTo>
                        <a:pt x="185" y="44"/>
                      </a:lnTo>
                      <a:lnTo>
                        <a:pt x="185" y="44"/>
                      </a:lnTo>
                      <a:lnTo>
                        <a:pt x="176" y="44"/>
                      </a:lnTo>
                      <a:lnTo>
                        <a:pt x="185" y="53"/>
                      </a:lnTo>
                      <a:lnTo>
                        <a:pt x="185" y="62"/>
                      </a:lnTo>
                      <a:lnTo>
                        <a:pt x="193" y="62"/>
                      </a:lnTo>
                      <a:lnTo>
                        <a:pt x="193" y="62"/>
                      </a:lnTo>
                      <a:lnTo>
                        <a:pt x="185" y="62"/>
                      </a:lnTo>
                      <a:lnTo>
                        <a:pt x="185" y="62"/>
                      </a:lnTo>
                      <a:lnTo>
                        <a:pt x="185" y="62"/>
                      </a:lnTo>
                      <a:lnTo>
                        <a:pt x="185" y="71"/>
                      </a:lnTo>
                      <a:lnTo>
                        <a:pt x="185" y="80"/>
                      </a:lnTo>
                      <a:lnTo>
                        <a:pt x="185" y="89"/>
                      </a:lnTo>
                      <a:lnTo>
                        <a:pt x="193" y="89"/>
                      </a:lnTo>
                      <a:lnTo>
                        <a:pt x="193" y="97"/>
                      </a:lnTo>
                      <a:lnTo>
                        <a:pt x="202" y="115"/>
                      </a:lnTo>
                      <a:lnTo>
                        <a:pt x="202" y="115"/>
                      </a:lnTo>
                      <a:lnTo>
                        <a:pt x="193" y="115"/>
                      </a:lnTo>
                      <a:lnTo>
                        <a:pt x="193" y="115"/>
                      </a:lnTo>
                      <a:lnTo>
                        <a:pt x="185" y="106"/>
                      </a:lnTo>
                      <a:lnTo>
                        <a:pt x="185" y="97"/>
                      </a:lnTo>
                      <a:lnTo>
                        <a:pt x="185" y="89"/>
                      </a:lnTo>
                      <a:lnTo>
                        <a:pt x="185" y="97"/>
                      </a:lnTo>
                      <a:lnTo>
                        <a:pt x="185" y="106"/>
                      </a:lnTo>
                      <a:lnTo>
                        <a:pt x="185" y="106"/>
                      </a:lnTo>
                      <a:lnTo>
                        <a:pt x="193" y="115"/>
                      </a:lnTo>
                      <a:lnTo>
                        <a:pt x="202" y="115"/>
                      </a:lnTo>
                      <a:lnTo>
                        <a:pt x="202" y="124"/>
                      </a:lnTo>
                      <a:lnTo>
                        <a:pt x="211" y="133"/>
                      </a:lnTo>
                      <a:lnTo>
                        <a:pt x="211" y="133"/>
                      </a:lnTo>
                      <a:lnTo>
                        <a:pt x="202" y="133"/>
                      </a:lnTo>
                      <a:lnTo>
                        <a:pt x="202" y="133"/>
                      </a:lnTo>
                      <a:lnTo>
                        <a:pt x="202" y="133"/>
                      </a:lnTo>
                      <a:lnTo>
                        <a:pt x="193" y="124"/>
                      </a:lnTo>
                      <a:lnTo>
                        <a:pt x="185" y="124"/>
                      </a:lnTo>
                      <a:lnTo>
                        <a:pt x="185" y="124"/>
                      </a:lnTo>
                      <a:lnTo>
                        <a:pt x="176" y="124"/>
                      </a:lnTo>
                      <a:lnTo>
                        <a:pt x="176" y="115"/>
                      </a:lnTo>
                      <a:lnTo>
                        <a:pt x="176" y="124"/>
                      </a:lnTo>
                      <a:lnTo>
                        <a:pt x="176" y="124"/>
                      </a:lnTo>
                      <a:lnTo>
                        <a:pt x="167" y="124"/>
                      </a:lnTo>
                      <a:lnTo>
                        <a:pt x="167" y="115"/>
                      </a:lnTo>
                      <a:lnTo>
                        <a:pt x="167" y="115"/>
                      </a:lnTo>
                      <a:lnTo>
                        <a:pt x="158" y="115"/>
                      </a:lnTo>
                      <a:lnTo>
                        <a:pt x="158" y="115"/>
                      </a:lnTo>
                      <a:lnTo>
                        <a:pt x="158" y="124"/>
                      </a:lnTo>
                      <a:lnTo>
                        <a:pt x="149" y="115"/>
                      </a:lnTo>
                      <a:lnTo>
                        <a:pt x="149" y="115"/>
                      </a:lnTo>
                      <a:lnTo>
                        <a:pt x="149" y="106"/>
                      </a:lnTo>
                      <a:lnTo>
                        <a:pt x="149" y="106"/>
                      </a:lnTo>
                      <a:lnTo>
                        <a:pt x="158" y="106"/>
                      </a:lnTo>
                      <a:lnTo>
                        <a:pt x="158" y="97"/>
                      </a:lnTo>
                      <a:lnTo>
                        <a:pt x="158" y="89"/>
                      </a:lnTo>
                      <a:lnTo>
                        <a:pt x="158" y="89"/>
                      </a:lnTo>
                      <a:lnTo>
                        <a:pt x="158" y="80"/>
                      </a:lnTo>
                      <a:lnTo>
                        <a:pt x="158" y="80"/>
                      </a:lnTo>
                      <a:lnTo>
                        <a:pt x="158" y="71"/>
                      </a:lnTo>
                      <a:lnTo>
                        <a:pt x="149" y="80"/>
                      </a:lnTo>
                      <a:lnTo>
                        <a:pt x="149" y="80"/>
                      </a:lnTo>
                      <a:lnTo>
                        <a:pt x="141" y="71"/>
                      </a:lnTo>
                      <a:lnTo>
                        <a:pt x="132" y="71"/>
                      </a:lnTo>
                      <a:lnTo>
                        <a:pt x="132" y="71"/>
                      </a:lnTo>
                      <a:lnTo>
                        <a:pt x="123" y="71"/>
                      </a:lnTo>
                      <a:lnTo>
                        <a:pt x="123" y="62"/>
                      </a:lnTo>
                      <a:lnTo>
                        <a:pt x="123" y="53"/>
                      </a:lnTo>
                      <a:lnTo>
                        <a:pt x="114" y="53"/>
                      </a:lnTo>
                      <a:lnTo>
                        <a:pt x="105" y="53"/>
                      </a:lnTo>
                      <a:lnTo>
                        <a:pt x="105" y="53"/>
                      </a:lnTo>
                      <a:lnTo>
                        <a:pt x="105" y="44"/>
                      </a:lnTo>
                      <a:lnTo>
                        <a:pt x="105" y="44"/>
                      </a:lnTo>
                      <a:lnTo>
                        <a:pt x="97" y="44"/>
                      </a:lnTo>
                      <a:lnTo>
                        <a:pt x="97" y="36"/>
                      </a:lnTo>
                      <a:lnTo>
                        <a:pt x="97" y="36"/>
                      </a:lnTo>
                      <a:lnTo>
                        <a:pt x="88" y="36"/>
                      </a:lnTo>
                      <a:lnTo>
                        <a:pt x="79" y="36"/>
                      </a:lnTo>
                      <a:lnTo>
                        <a:pt x="79" y="27"/>
                      </a:lnTo>
                      <a:lnTo>
                        <a:pt x="70" y="36"/>
                      </a:lnTo>
                      <a:lnTo>
                        <a:pt x="70" y="36"/>
                      </a:lnTo>
                      <a:lnTo>
                        <a:pt x="61" y="36"/>
                      </a:lnTo>
                      <a:lnTo>
                        <a:pt x="61" y="44"/>
                      </a:lnTo>
                      <a:lnTo>
                        <a:pt x="61" y="44"/>
                      </a:lnTo>
                      <a:lnTo>
                        <a:pt x="53" y="44"/>
                      </a:lnTo>
                      <a:lnTo>
                        <a:pt x="44" y="44"/>
                      </a:lnTo>
                      <a:lnTo>
                        <a:pt x="44" y="44"/>
                      </a:lnTo>
                      <a:lnTo>
                        <a:pt x="44" y="44"/>
                      </a:lnTo>
                      <a:lnTo>
                        <a:pt x="44" y="44"/>
                      </a:lnTo>
                      <a:lnTo>
                        <a:pt x="35" y="62"/>
                      </a:lnTo>
                      <a:lnTo>
                        <a:pt x="26" y="53"/>
                      </a:lnTo>
                      <a:lnTo>
                        <a:pt x="26" y="62"/>
                      </a:lnTo>
                      <a:lnTo>
                        <a:pt x="26" y="62"/>
                      </a:lnTo>
                      <a:lnTo>
                        <a:pt x="18" y="71"/>
                      </a:lnTo>
                      <a:lnTo>
                        <a:pt x="18" y="71"/>
                      </a:lnTo>
                      <a:lnTo>
                        <a:pt x="9" y="80"/>
                      </a:lnTo>
                      <a:lnTo>
                        <a:pt x="9" y="89"/>
                      </a:lnTo>
                      <a:lnTo>
                        <a:pt x="0" y="4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149"/>
                <p:cNvSpPr>
                  <a:spLocks/>
                </p:cNvSpPr>
                <p:nvPr/>
              </p:nvSpPr>
              <p:spPr bwMode="auto">
                <a:xfrm>
                  <a:off x="5064125" y="2476501"/>
                  <a:ext cx="96838" cy="182563"/>
                </a:xfrm>
                <a:custGeom>
                  <a:avLst/>
                  <a:gdLst/>
                  <a:ahLst/>
                  <a:cxnLst>
                    <a:cxn ang="0">
                      <a:pos x="0" y="18"/>
                    </a:cxn>
                    <a:cxn ang="0">
                      <a:pos x="0" y="9"/>
                    </a:cxn>
                    <a:cxn ang="0">
                      <a:pos x="0" y="9"/>
                    </a:cxn>
                    <a:cxn ang="0">
                      <a:pos x="9" y="0"/>
                    </a:cxn>
                    <a:cxn ang="0">
                      <a:pos x="9" y="0"/>
                    </a:cxn>
                    <a:cxn ang="0">
                      <a:pos x="17" y="0"/>
                    </a:cxn>
                    <a:cxn ang="0">
                      <a:pos x="17" y="9"/>
                    </a:cxn>
                    <a:cxn ang="0">
                      <a:pos x="17" y="9"/>
                    </a:cxn>
                    <a:cxn ang="0">
                      <a:pos x="9" y="9"/>
                    </a:cxn>
                    <a:cxn ang="0">
                      <a:pos x="9" y="18"/>
                    </a:cxn>
                    <a:cxn ang="0">
                      <a:pos x="9" y="18"/>
                    </a:cxn>
                    <a:cxn ang="0">
                      <a:pos x="9" y="27"/>
                    </a:cxn>
                    <a:cxn ang="0">
                      <a:pos x="9" y="27"/>
                    </a:cxn>
                    <a:cxn ang="0">
                      <a:pos x="17" y="36"/>
                    </a:cxn>
                    <a:cxn ang="0">
                      <a:pos x="17" y="45"/>
                    </a:cxn>
                    <a:cxn ang="0">
                      <a:pos x="26" y="45"/>
                    </a:cxn>
                    <a:cxn ang="0">
                      <a:pos x="26" y="54"/>
                    </a:cxn>
                    <a:cxn ang="0">
                      <a:pos x="26" y="54"/>
                    </a:cxn>
                    <a:cxn ang="0">
                      <a:pos x="35" y="62"/>
                    </a:cxn>
                    <a:cxn ang="0">
                      <a:pos x="35" y="71"/>
                    </a:cxn>
                    <a:cxn ang="0">
                      <a:pos x="35" y="71"/>
                    </a:cxn>
                    <a:cxn ang="0">
                      <a:pos x="44" y="80"/>
                    </a:cxn>
                    <a:cxn ang="0">
                      <a:pos x="53" y="80"/>
                    </a:cxn>
                    <a:cxn ang="0">
                      <a:pos x="53" y="80"/>
                    </a:cxn>
                    <a:cxn ang="0">
                      <a:pos x="53" y="89"/>
                    </a:cxn>
                    <a:cxn ang="0">
                      <a:pos x="53" y="89"/>
                    </a:cxn>
                    <a:cxn ang="0">
                      <a:pos x="53" y="89"/>
                    </a:cxn>
                    <a:cxn ang="0">
                      <a:pos x="53" y="98"/>
                    </a:cxn>
                    <a:cxn ang="0">
                      <a:pos x="53" y="98"/>
                    </a:cxn>
                    <a:cxn ang="0">
                      <a:pos x="61" y="98"/>
                    </a:cxn>
                    <a:cxn ang="0">
                      <a:pos x="61" y="107"/>
                    </a:cxn>
                    <a:cxn ang="0">
                      <a:pos x="61" y="107"/>
                    </a:cxn>
                    <a:cxn ang="0">
                      <a:pos x="61" y="107"/>
                    </a:cxn>
                    <a:cxn ang="0">
                      <a:pos x="26" y="115"/>
                    </a:cxn>
                    <a:cxn ang="0">
                      <a:pos x="17" y="107"/>
                    </a:cxn>
                    <a:cxn ang="0">
                      <a:pos x="9" y="71"/>
                    </a:cxn>
                    <a:cxn ang="0">
                      <a:pos x="0" y="18"/>
                    </a:cxn>
                  </a:cxnLst>
                  <a:rect l="0" t="0" r="r" b="b"/>
                  <a:pathLst>
                    <a:path w="61" h="115">
                      <a:moveTo>
                        <a:pt x="0" y="18"/>
                      </a:moveTo>
                      <a:lnTo>
                        <a:pt x="0" y="9"/>
                      </a:lnTo>
                      <a:lnTo>
                        <a:pt x="0" y="9"/>
                      </a:lnTo>
                      <a:lnTo>
                        <a:pt x="9" y="0"/>
                      </a:lnTo>
                      <a:lnTo>
                        <a:pt x="9" y="0"/>
                      </a:lnTo>
                      <a:lnTo>
                        <a:pt x="17" y="0"/>
                      </a:lnTo>
                      <a:lnTo>
                        <a:pt x="17" y="9"/>
                      </a:lnTo>
                      <a:lnTo>
                        <a:pt x="17" y="9"/>
                      </a:lnTo>
                      <a:lnTo>
                        <a:pt x="9" y="9"/>
                      </a:lnTo>
                      <a:lnTo>
                        <a:pt x="9" y="18"/>
                      </a:lnTo>
                      <a:lnTo>
                        <a:pt x="9" y="18"/>
                      </a:lnTo>
                      <a:lnTo>
                        <a:pt x="9" y="27"/>
                      </a:lnTo>
                      <a:lnTo>
                        <a:pt x="9" y="27"/>
                      </a:lnTo>
                      <a:lnTo>
                        <a:pt x="17" y="36"/>
                      </a:lnTo>
                      <a:lnTo>
                        <a:pt x="17" y="45"/>
                      </a:lnTo>
                      <a:lnTo>
                        <a:pt x="26" y="45"/>
                      </a:lnTo>
                      <a:lnTo>
                        <a:pt x="26" y="54"/>
                      </a:lnTo>
                      <a:lnTo>
                        <a:pt x="26" y="54"/>
                      </a:lnTo>
                      <a:lnTo>
                        <a:pt x="35" y="62"/>
                      </a:lnTo>
                      <a:lnTo>
                        <a:pt x="35" y="71"/>
                      </a:lnTo>
                      <a:lnTo>
                        <a:pt x="35" y="71"/>
                      </a:lnTo>
                      <a:lnTo>
                        <a:pt x="44" y="80"/>
                      </a:lnTo>
                      <a:lnTo>
                        <a:pt x="53" y="80"/>
                      </a:lnTo>
                      <a:lnTo>
                        <a:pt x="53" y="80"/>
                      </a:lnTo>
                      <a:lnTo>
                        <a:pt x="53" y="89"/>
                      </a:lnTo>
                      <a:lnTo>
                        <a:pt x="53" y="89"/>
                      </a:lnTo>
                      <a:lnTo>
                        <a:pt x="53" y="89"/>
                      </a:lnTo>
                      <a:lnTo>
                        <a:pt x="53" y="98"/>
                      </a:lnTo>
                      <a:lnTo>
                        <a:pt x="53" y="98"/>
                      </a:lnTo>
                      <a:lnTo>
                        <a:pt x="61" y="98"/>
                      </a:lnTo>
                      <a:lnTo>
                        <a:pt x="61" y="107"/>
                      </a:lnTo>
                      <a:lnTo>
                        <a:pt x="61" y="107"/>
                      </a:lnTo>
                      <a:lnTo>
                        <a:pt x="61" y="107"/>
                      </a:lnTo>
                      <a:lnTo>
                        <a:pt x="26" y="115"/>
                      </a:lnTo>
                      <a:lnTo>
                        <a:pt x="17" y="107"/>
                      </a:lnTo>
                      <a:lnTo>
                        <a:pt x="9" y="71"/>
                      </a:lnTo>
                      <a:lnTo>
                        <a:pt x="0" y="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13" name="Freeform 151"/>
              <p:cNvSpPr>
                <a:spLocks/>
              </p:cNvSpPr>
              <p:nvPr/>
            </p:nvSpPr>
            <p:spPr bwMode="auto">
              <a:xfrm>
                <a:off x="4790312" y="2270584"/>
                <a:ext cx="140872" cy="143555"/>
              </a:xfrm>
              <a:custGeom>
                <a:avLst/>
                <a:gdLst/>
                <a:ahLst/>
                <a:cxnLst>
                  <a:cxn ang="0">
                    <a:pos x="0" y="27"/>
                  </a:cxn>
                  <a:cxn ang="0">
                    <a:pos x="35" y="18"/>
                  </a:cxn>
                  <a:cxn ang="0">
                    <a:pos x="35" y="18"/>
                  </a:cxn>
                  <a:cxn ang="0">
                    <a:pos x="44" y="18"/>
                  </a:cxn>
                  <a:cxn ang="0">
                    <a:pos x="53" y="18"/>
                  </a:cxn>
                  <a:cxn ang="0">
                    <a:pos x="53" y="9"/>
                  </a:cxn>
                  <a:cxn ang="0">
                    <a:pos x="79" y="9"/>
                  </a:cxn>
                  <a:cxn ang="0">
                    <a:pos x="88" y="0"/>
                  </a:cxn>
                  <a:cxn ang="0">
                    <a:pos x="97" y="0"/>
                  </a:cxn>
                  <a:cxn ang="0">
                    <a:pos x="105" y="45"/>
                  </a:cxn>
                  <a:cxn ang="0">
                    <a:pos x="105" y="53"/>
                  </a:cxn>
                  <a:cxn ang="0">
                    <a:pos x="105" y="53"/>
                  </a:cxn>
                  <a:cxn ang="0">
                    <a:pos x="105" y="53"/>
                  </a:cxn>
                  <a:cxn ang="0">
                    <a:pos x="105" y="62"/>
                  </a:cxn>
                  <a:cxn ang="0">
                    <a:pos x="105" y="53"/>
                  </a:cxn>
                  <a:cxn ang="0">
                    <a:pos x="88" y="62"/>
                  </a:cxn>
                  <a:cxn ang="0">
                    <a:pos x="79" y="71"/>
                  </a:cxn>
                  <a:cxn ang="0">
                    <a:pos x="79" y="62"/>
                  </a:cxn>
                  <a:cxn ang="0">
                    <a:pos x="79" y="62"/>
                  </a:cxn>
                  <a:cxn ang="0">
                    <a:pos x="70" y="62"/>
                  </a:cxn>
                  <a:cxn ang="0">
                    <a:pos x="79" y="71"/>
                  </a:cxn>
                  <a:cxn ang="0">
                    <a:pos x="79" y="71"/>
                  </a:cxn>
                  <a:cxn ang="0">
                    <a:pos x="61" y="71"/>
                  </a:cxn>
                  <a:cxn ang="0">
                    <a:pos x="61" y="80"/>
                  </a:cxn>
                  <a:cxn ang="0">
                    <a:pos x="53" y="80"/>
                  </a:cxn>
                  <a:cxn ang="0">
                    <a:pos x="44" y="80"/>
                  </a:cxn>
                  <a:cxn ang="0">
                    <a:pos x="44" y="80"/>
                  </a:cxn>
                  <a:cxn ang="0">
                    <a:pos x="35" y="89"/>
                  </a:cxn>
                  <a:cxn ang="0">
                    <a:pos x="35" y="89"/>
                  </a:cxn>
                  <a:cxn ang="0">
                    <a:pos x="26" y="98"/>
                  </a:cxn>
                  <a:cxn ang="0">
                    <a:pos x="26" y="98"/>
                  </a:cxn>
                  <a:cxn ang="0">
                    <a:pos x="17" y="107"/>
                  </a:cxn>
                  <a:cxn ang="0">
                    <a:pos x="9" y="107"/>
                  </a:cxn>
                  <a:cxn ang="0">
                    <a:pos x="0" y="107"/>
                  </a:cxn>
                  <a:cxn ang="0">
                    <a:pos x="0" y="98"/>
                  </a:cxn>
                  <a:cxn ang="0">
                    <a:pos x="9" y="89"/>
                  </a:cxn>
                  <a:cxn ang="0">
                    <a:pos x="9" y="89"/>
                  </a:cxn>
                  <a:cxn ang="0">
                    <a:pos x="9" y="80"/>
                  </a:cxn>
                  <a:cxn ang="0">
                    <a:pos x="0" y="27"/>
                  </a:cxn>
                </a:cxnLst>
                <a:rect l="0" t="0" r="r" b="b"/>
                <a:pathLst>
                  <a:path w="105" h="107">
                    <a:moveTo>
                      <a:pt x="0" y="27"/>
                    </a:moveTo>
                    <a:lnTo>
                      <a:pt x="35" y="18"/>
                    </a:lnTo>
                    <a:lnTo>
                      <a:pt x="35" y="18"/>
                    </a:lnTo>
                    <a:lnTo>
                      <a:pt x="44" y="18"/>
                    </a:lnTo>
                    <a:lnTo>
                      <a:pt x="53" y="18"/>
                    </a:lnTo>
                    <a:lnTo>
                      <a:pt x="53" y="9"/>
                    </a:lnTo>
                    <a:lnTo>
                      <a:pt x="79" y="9"/>
                    </a:lnTo>
                    <a:lnTo>
                      <a:pt x="88" y="0"/>
                    </a:lnTo>
                    <a:lnTo>
                      <a:pt x="97" y="0"/>
                    </a:lnTo>
                    <a:lnTo>
                      <a:pt x="105" y="45"/>
                    </a:lnTo>
                    <a:lnTo>
                      <a:pt x="105" y="53"/>
                    </a:lnTo>
                    <a:lnTo>
                      <a:pt x="105" y="53"/>
                    </a:lnTo>
                    <a:lnTo>
                      <a:pt x="105" y="53"/>
                    </a:lnTo>
                    <a:lnTo>
                      <a:pt x="105" y="62"/>
                    </a:lnTo>
                    <a:lnTo>
                      <a:pt x="105" y="53"/>
                    </a:lnTo>
                    <a:lnTo>
                      <a:pt x="88" y="62"/>
                    </a:lnTo>
                    <a:lnTo>
                      <a:pt x="79" y="71"/>
                    </a:lnTo>
                    <a:lnTo>
                      <a:pt x="79" y="62"/>
                    </a:lnTo>
                    <a:lnTo>
                      <a:pt x="79" y="62"/>
                    </a:lnTo>
                    <a:lnTo>
                      <a:pt x="70" y="62"/>
                    </a:lnTo>
                    <a:lnTo>
                      <a:pt x="79" y="71"/>
                    </a:lnTo>
                    <a:lnTo>
                      <a:pt x="79" y="71"/>
                    </a:lnTo>
                    <a:lnTo>
                      <a:pt x="61" y="71"/>
                    </a:lnTo>
                    <a:lnTo>
                      <a:pt x="61" y="80"/>
                    </a:lnTo>
                    <a:lnTo>
                      <a:pt x="53" y="80"/>
                    </a:lnTo>
                    <a:lnTo>
                      <a:pt x="44" y="80"/>
                    </a:lnTo>
                    <a:lnTo>
                      <a:pt x="44" y="80"/>
                    </a:lnTo>
                    <a:lnTo>
                      <a:pt x="35" y="89"/>
                    </a:lnTo>
                    <a:lnTo>
                      <a:pt x="35" y="89"/>
                    </a:lnTo>
                    <a:lnTo>
                      <a:pt x="26" y="98"/>
                    </a:lnTo>
                    <a:lnTo>
                      <a:pt x="26" y="98"/>
                    </a:lnTo>
                    <a:lnTo>
                      <a:pt x="17" y="107"/>
                    </a:lnTo>
                    <a:lnTo>
                      <a:pt x="9" y="107"/>
                    </a:lnTo>
                    <a:lnTo>
                      <a:pt x="0" y="107"/>
                    </a:lnTo>
                    <a:lnTo>
                      <a:pt x="0" y="98"/>
                    </a:lnTo>
                    <a:lnTo>
                      <a:pt x="9" y="89"/>
                    </a:lnTo>
                    <a:lnTo>
                      <a:pt x="9" y="89"/>
                    </a:lnTo>
                    <a:lnTo>
                      <a:pt x="9" y="80"/>
                    </a:lnTo>
                    <a:lnTo>
                      <a:pt x="0" y="2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157"/>
              <p:cNvSpPr>
                <a:spLocks/>
              </p:cNvSpPr>
              <p:nvPr/>
            </p:nvSpPr>
            <p:spPr bwMode="auto">
              <a:xfrm>
                <a:off x="1402692" y="2946766"/>
                <a:ext cx="566169" cy="665449"/>
              </a:xfrm>
              <a:custGeom>
                <a:avLst/>
                <a:gdLst/>
                <a:ahLst/>
                <a:cxnLst>
                  <a:cxn ang="0">
                    <a:pos x="9" y="328"/>
                  </a:cxn>
                  <a:cxn ang="0">
                    <a:pos x="17" y="328"/>
                  </a:cxn>
                  <a:cxn ang="0">
                    <a:pos x="26" y="319"/>
                  </a:cxn>
                  <a:cxn ang="0">
                    <a:pos x="26" y="310"/>
                  </a:cxn>
                  <a:cxn ang="0">
                    <a:pos x="26" y="301"/>
                  </a:cxn>
                  <a:cxn ang="0">
                    <a:pos x="17" y="292"/>
                  </a:cxn>
                  <a:cxn ang="0">
                    <a:pos x="17" y="283"/>
                  </a:cxn>
                  <a:cxn ang="0">
                    <a:pos x="17" y="275"/>
                  </a:cxn>
                  <a:cxn ang="0">
                    <a:pos x="35" y="257"/>
                  </a:cxn>
                  <a:cxn ang="0">
                    <a:pos x="35" y="248"/>
                  </a:cxn>
                  <a:cxn ang="0">
                    <a:pos x="44" y="230"/>
                  </a:cxn>
                  <a:cxn ang="0">
                    <a:pos x="53" y="221"/>
                  </a:cxn>
                  <a:cxn ang="0">
                    <a:pos x="70" y="204"/>
                  </a:cxn>
                  <a:cxn ang="0">
                    <a:pos x="53" y="195"/>
                  </a:cxn>
                  <a:cxn ang="0">
                    <a:pos x="53" y="177"/>
                  </a:cxn>
                  <a:cxn ang="0">
                    <a:pos x="53" y="168"/>
                  </a:cxn>
                  <a:cxn ang="0">
                    <a:pos x="44" y="151"/>
                  </a:cxn>
                  <a:cxn ang="0">
                    <a:pos x="53" y="133"/>
                  </a:cxn>
                  <a:cxn ang="0">
                    <a:pos x="53" y="124"/>
                  </a:cxn>
                  <a:cxn ang="0">
                    <a:pos x="53" y="107"/>
                  </a:cxn>
                  <a:cxn ang="0">
                    <a:pos x="53" y="89"/>
                  </a:cxn>
                  <a:cxn ang="0">
                    <a:pos x="61" y="80"/>
                  </a:cxn>
                  <a:cxn ang="0">
                    <a:pos x="61" y="62"/>
                  </a:cxn>
                  <a:cxn ang="0">
                    <a:pos x="70" y="53"/>
                  </a:cxn>
                  <a:cxn ang="0">
                    <a:pos x="79" y="62"/>
                  </a:cxn>
                  <a:cxn ang="0">
                    <a:pos x="88" y="71"/>
                  </a:cxn>
                  <a:cxn ang="0">
                    <a:pos x="96" y="62"/>
                  </a:cxn>
                  <a:cxn ang="0">
                    <a:pos x="114" y="0"/>
                  </a:cxn>
                  <a:cxn ang="0">
                    <a:pos x="255" y="18"/>
                  </a:cxn>
                  <a:cxn ang="0">
                    <a:pos x="422" y="45"/>
                  </a:cxn>
                  <a:cxn ang="0">
                    <a:pos x="360" y="496"/>
                  </a:cxn>
                  <a:cxn ang="0">
                    <a:pos x="228" y="478"/>
                  </a:cxn>
                  <a:cxn ang="0">
                    <a:pos x="17" y="354"/>
                  </a:cxn>
                  <a:cxn ang="0">
                    <a:pos x="0" y="336"/>
                  </a:cxn>
                </a:cxnLst>
                <a:rect l="0" t="0" r="r" b="b"/>
                <a:pathLst>
                  <a:path w="422" h="496">
                    <a:moveTo>
                      <a:pt x="9" y="328"/>
                    </a:moveTo>
                    <a:lnTo>
                      <a:pt x="9" y="328"/>
                    </a:lnTo>
                    <a:lnTo>
                      <a:pt x="17" y="328"/>
                    </a:lnTo>
                    <a:lnTo>
                      <a:pt x="17" y="328"/>
                    </a:lnTo>
                    <a:lnTo>
                      <a:pt x="17" y="328"/>
                    </a:lnTo>
                    <a:lnTo>
                      <a:pt x="26" y="319"/>
                    </a:lnTo>
                    <a:lnTo>
                      <a:pt x="26" y="319"/>
                    </a:lnTo>
                    <a:lnTo>
                      <a:pt x="26" y="310"/>
                    </a:lnTo>
                    <a:lnTo>
                      <a:pt x="26" y="301"/>
                    </a:lnTo>
                    <a:lnTo>
                      <a:pt x="26" y="301"/>
                    </a:lnTo>
                    <a:lnTo>
                      <a:pt x="17" y="301"/>
                    </a:lnTo>
                    <a:lnTo>
                      <a:pt x="17" y="292"/>
                    </a:lnTo>
                    <a:lnTo>
                      <a:pt x="17" y="292"/>
                    </a:lnTo>
                    <a:lnTo>
                      <a:pt x="17" y="283"/>
                    </a:lnTo>
                    <a:lnTo>
                      <a:pt x="17" y="283"/>
                    </a:lnTo>
                    <a:lnTo>
                      <a:pt x="17" y="275"/>
                    </a:lnTo>
                    <a:lnTo>
                      <a:pt x="26" y="275"/>
                    </a:lnTo>
                    <a:lnTo>
                      <a:pt x="35" y="257"/>
                    </a:lnTo>
                    <a:lnTo>
                      <a:pt x="35" y="257"/>
                    </a:lnTo>
                    <a:lnTo>
                      <a:pt x="35" y="248"/>
                    </a:lnTo>
                    <a:lnTo>
                      <a:pt x="35" y="239"/>
                    </a:lnTo>
                    <a:lnTo>
                      <a:pt x="44" y="230"/>
                    </a:lnTo>
                    <a:lnTo>
                      <a:pt x="44" y="230"/>
                    </a:lnTo>
                    <a:lnTo>
                      <a:pt x="53" y="221"/>
                    </a:lnTo>
                    <a:lnTo>
                      <a:pt x="61" y="213"/>
                    </a:lnTo>
                    <a:lnTo>
                      <a:pt x="70" y="204"/>
                    </a:lnTo>
                    <a:lnTo>
                      <a:pt x="70" y="204"/>
                    </a:lnTo>
                    <a:lnTo>
                      <a:pt x="53" y="195"/>
                    </a:lnTo>
                    <a:lnTo>
                      <a:pt x="61" y="186"/>
                    </a:lnTo>
                    <a:lnTo>
                      <a:pt x="53" y="177"/>
                    </a:lnTo>
                    <a:lnTo>
                      <a:pt x="53" y="177"/>
                    </a:lnTo>
                    <a:lnTo>
                      <a:pt x="53" y="168"/>
                    </a:lnTo>
                    <a:lnTo>
                      <a:pt x="44" y="160"/>
                    </a:lnTo>
                    <a:lnTo>
                      <a:pt x="44" y="151"/>
                    </a:lnTo>
                    <a:lnTo>
                      <a:pt x="44" y="151"/>
                    </a:lnTo>
                    <a:lnTo>
                      <a:pt x="53" y="133"/>
                    </a:lnTo>
                    <a:lnTo>
                      <a:pt x="53" y="133"/>
                    </a:lnTo>
                    <a:lnTo>
                      <a:pt x="53" y="124"/>
                    </a:lnTo>
                    <a:lnTo>
                      <a:pt x="53" y="115"/>
                    </a:lnTo>
                    <a:lnTo>
                      <a:pt x="53" y="107"/>
                    </a:lnTo>
                    <a:lnTo>
                      <a:pt x="53" y="98"/>
                    </a:lnTo>
                    <a:lnTo>
                      <a:pt x="53" y="89"/>
                    </a:lnTo>
                    <a:lnTo>
                      <a:pt x="53" y="80"/>
                    </a:lnTo>
                    <a:lnTo>
                      <a:pt x="61" y="80"/>
                    </a:lnTo>
                    <a:lnTo>
                      <a:pt x="53" y="71"/>
                    </a:lnTo>
                    <a:lnTo>
                      <a:pt x="61" y="62"/>
                    </a:lnTo>
                    <a:lnTo>
                      <a:pt x="61" y="62"/>
                    </a:lnTo>
                    <a:lnTo>
                      <a:pt x="70" y="53"/>
                    </a:lnTo>
                    <a:lnTo>
                      <a:pt x="70" y="62"/>
                    </a:lnTo>
                    <a:lnTo>
                      <a:pt x="79" y="62"/>
                    </a:lnTo>
                    <a:lnTo>
                      <a:pt x="79" y="62"/>
                    </a:lnTo>
                    <a:lnTo>
                      <a:pt x="88" y="71"/>
                    </a:lnTo>
                    <a:lnTo>
                      <a:pt x="88" y="71"/>
                    </a:lnTo>
                    <a:lnTo>
                      <a:pt x="96" y="62"/>
                    </a:lnTo>
                    <a:lnTo>
                      <a:pt x="105" y="62"/>
                    </a:lnTo>
                    <a:lnTo>
                      <a:pt x="114" y="0"/>
                    </a:lnTo>
                    <a:lnTo>
                      <a:pt x="167" y="9"/>
                    </a:lnTo>
                    <a:lnTo>
                      <a:pt x="255" y="18"/>
                    </a:lnTo>
                    <a:lnTo>
                      <a:pt x="334" y="36"/>
                    </a:lnTo>
                    <a:lnTo>
                      <a:pt x="422" y="45"/>
                    </a:lnTo>
                    <a:lnTo>
                      <a:pt x="360" y="487"/>
                    </a:lnTo>
                    <a:lnTo>
                      <a:pt x="360" y="496"/>
                    </a:lnTo>
                    <a:lnTo>
                      <a:pt x="334" y="487"/>
                    </a:lnTo>
                    <a:lnTo>
                      <a:pt x="228" y="478"/>
                    </a:lnTo>
                    <a:lnTo>
                      <a:pt x="149" y="425"/>
                    </a:lnTo>
                    <a:lnTo>
                      <a:pt x="17" y="354"/>
                    </a:lnTo>
                    <a:lnTo>
                      <a:pt x="0" y="336"/>
                    </a:lnTo>
                    <a:lnTo>
                      <a:pt x="0" y="336"/>
                    </a:lnTo>
                    <a:lnTo>
                      <a:pt x="9" y="32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158"/>
              <p:cNvSpPr>
                <a:spLocks/>
              </p:cNvSpPr>
              <p:nvPr/>
            </p:nvSpPr>
            <p:spPr bwMode="auto">
              <a:xfrm>
                <a:off x="1402692" y="2946766"/>
                <a:ext cx="566169" cy="665449"/>
              </a:xfrm>
              <a:custGeom>
                <a:avLst/>
                <a:gdLst/>
                <a:ahLst/>
                <a:cxnLst>
                  <a:cxn ang="0">
                    <a:pos x="9" y="328"/>
                  </a:cxn>
                  <a:cxn ang="0">
                    <a:pos x="17" y="328"/>
                  </a:cxn>
                  <a:cxn ang="0">
                    <a:pos x="26" y="319"/>
                  </a:cxn>
                  <a:cxn ang="0">
                    <a:pos x="26" y="310"/>
                  </a:cxn>
                  <a:cxn ang="0">
                    <a:pos x="26" y="301"/>
                  </a:cxn>
                  <a:cxn ang="0">
                    <a:pos x="17" y="292"/>
                  </a:cxn>
                  <a:cxn ang="0">
                    <a:pos x="17" y="283"/>
                  </a:cxn>
                  <a:cxn ang="0">
                    <a:pos x="17" y="275"/>
                  </a:cxn>
                  <a:cxn ang="0">
                    <a:pos x="35" y="257"/>
                  </a:cxn>
                  <a:cxn ang="0">
                    <a:pos x="35" y="248"/>
                  </a:cxn>
                  <a:cxn ang="0">
                    <a:pos x="44" y="230"/>
                  </a:cxn>
                  <a:cxn ang="0">
                    <a:pos x="53" y="221"/>
                  </a:cxn>
                  <a:cxn ang="0">
                    <a:pos x="70" y="204"/>
                  </a:cxn>
                  <a:cxn ang="0">
                    <a:pos x="53" y="195"/>
                  </a:cxn>
                  <a:cxn ang="0">
                    <a:pos x="53" y="177"/>
                  </a:cxn>
                  <a:cxn ang="0">
                    <a:pos x="53" y="168"/>
                  </a:cxn>
                  <a:cxn ang="0">
                    <a:pos x="44" y="151"/>
                  </a:cxn>
                  <a:cxn ang="0">
                    <a:pos x="53" y="133"/>
                  </a:cxn>
                  <a:cxn ang="0">
                    <a:pos x="53" y="124"/>
                  </a:cxn>
                  <a:cxn ang="0">
                    <a:pos x="53" y="107"/>
                  </a:cxn>
                  <a:cxn ang="0">
                    <a:pos x="53" y="89"/>
                  </a:cxn>
                  <a:cxn ang="0">
                    <a:pos x="61" y="80"/>
                  </a:cxn>
                  <a:cxn ang="0">
                    <a:pos x="61" y="62"/>
                  </a:cxn>
                  <a:cxn ang="0">
                    <a:pos x="70" y="53"/>
                  </a:cxn>
                  <a:cxn ang="0">
                    <a:pos x="79" y="62"/>
                  </a:cxn>
                  <a:cxn ang="0">
                    <a:pos x="88" y="71"/>
                  </a:cxn>
                  <a:cxn ang="0">
                    <a:pos x="96" y="62"/>
                  </a:cxn>
                  <a:cxn ang="0">
                    <a:pos x="114" y="0"/>
                  </a:cxn>
                  <a:cxn ang="0">
                    <a:pos x="255" y="18"/>
                  </a:cxn>
                  <a:cxn ang="0">
                    <a:pos x="422" y="45"/>
                  </a:cxn>
                  <a:cxn ang="0">
                    <a:pos x="360" y="496"/>
                  </a:cxn>
                  <a:cxn ang="0">
                    <a:pos x="228" y="478"/>
                  </a:cxn>
                  <a:cxn ang="0">
                    <a:pos x="17" y="354"/>
                  </a:cxn>
                  <a:cxn ang="0">
                    <a:pos x="0" y="336"/>
                  </a:cxn>
                </a:cxnLst>
                <a:rect l="0" t="0" r="r" b="b"/>
                <a:pathLst>
                  <a:path w="422" h="496">
                    <a:moveTo>
                      <a:pt x="9" y="328"/>
                    </a:moveTo>
                    <a:lnTo>
                      <a:pt x="9" y="328"/>
                    </a:lnTo>
                    <a:lnTo>
                      <a:pt x="17" y="328"/>
                    </a:lnTo>
                    <a:lnTo>
                      <a:pt x="17" y="328"/>
                    </a:lnTo>
                    <a:lnTo>
                      <a:pt x="17" y="328"/>
                    </a:lnTo>
                    <a:lnTo>
                      <a:pt x="26" y="319"/>
                    </a:lnTo>
                    <a:lnTo>
                      <a:pt x="26" y="319"/>
                    </a:lnTo>
                    <a:lnTo>
                      <a:pt x="26" y="310"/>
                    </a:lnTo>
                    <a:lnTo>
                      <a:pt x="26" y="301"/>
                    </a:lnTo>
                    <a:lnTo>
                      <a:pt x="26" y="301"/>
                    </a:lnTo>
                    <a:lnTo>
                      <a:pt x="17" y="301"/>
                    </a:lnTo>
                    <a:lnTo>
                      <a:pt x="17" y="292"/>
                    </a:lnTo>
                    <a:lnTo>
                      <a:pt x="17" y="292"/>
                    </a:lnTo>
                    <a:lnTo>
                      <a:pt x="17" y="283"/>
                    </a:lnTo>
                    <a:lnTo>
                      <a:pt x="17" y="283"/>
                    </a:lnTo>
                    <a:lnTo>
                      <a:pt x="17" y="275"/>
                    </a:lnTo>
                    <a:lnTo>
                      <a:pt x="26" y="275"/>
                    </a:lnTo>
                    <a:lnTo>
                      <a:pt x="35" y="257"/>
                    </a:lnTo>
                    <a:lnTo>
                      <a:pt x="35" y="257"/>
                    </a:lnTo>
                    <a:lnTo>
                      <a:pt x="35" y="248"/>
                    </a:lnTo>
                    <a:lnTo>
                      <a:pt x="35" y="239"/>
                    </a:lnTo>
                    <a:lnTo>
                      <a:pt x="44" y="230"/>
                    </a:lnTo>
                    <a:lnTo>
                      <a:pt x="44" y="230"/>
                    </a:lnTo>
                    <a:lnTo>
                      <a:pt x="53" y="221"/>
                    </a:lnTo>
                    <a:lnTo>
                      <a:pt x="61" y="213"/>
                    </a:lnTo>
                    <a:lnTo>
                      <a:pt x="70" y="204"/>
                    </a:lnTo>
                    <a:lnTo>
                      <a:pt x="70" y="204"/>
                    </a:lnTo>
                    <a:lnTo>
                      <a:pt x="53" y="195"/>
                    </a:lnTo>
                    <a:lnTo>
                      <a:pt x="61" y="186"/>
                    </a:lnTo>
                    <a:lnTo>
                      <a:pt x="53" y="177"/>
                    </a:lnTo>
                    <a:lnTo>
                      <a:pt x="53" y="177"/>
                    </a:lnTo>
                    <a:lnTo>
                      <a:pt x="53" y="168"/>
                    </a:lnTo>
                    <a:lnTo>
                      <a:pt x="44" y="160"/>
                    </a:lnTo>
                    <a:lnTo>
                      <a:pt x="44" y="151"/>
                    </a:lnTo>
                    <a:lnTo>
                      <a:pt x="44" y="151"/>
                    </a:lnTo>
                    <a:lnTo>
                      <a:pt x="53" y="133"/>
                    </a:lnTo>
                    <a:lnTo>
                      <a:pt x="53" y="133"/>
                    </a:lnTo>
                    <a:lnTo>
                      <a:pt x="53" y="124"/>
                    </a:lnTo>
                    <a:lnTo>
                      <a:pt x="53" y="115"/>
                    </a:lnTo>
                    <a:lnTo>
                      <a:pt x="53" y="107"/>
                    </a:lnTo>
                    <a:lnTo>
                      <a:pt x="53" y="98"/>
                    </a:lnTo>
                    <a:lnTo>
                      <a:pt x="53" y="89"/>
                    </a:lnTo>
                    <a:lnTo>
                      <a:pt x="53" y="80"/>
                    </a:lnTo>
                    <a:lnTo>
                      <a:pt x="61" y="80"/>
                    </a:lnTo>
                    <a:lnTo>
                      <a:pt x="53" y="71"/>
                    </a:lnTo>
                    <a:lnTo>
                      <a:pt x="61" y="62"/>
                    </a:lnTo>
                    <a:lnTo>
                      <a:pt x="61" y="62"/>
                    </a:lnTo>
                    <a:lnTo>
                      <a:pt x="70" y="53"/>
                    </a:lnTo>
                    <a:lnTo>
                      <a:pt x="70" y="62"/>
                    </a:lnTo>
                    <a:lnTo>
                      <a:pt x="79" y="62"/>
                    </a:lnTo>
                    <a:lnTo>
                      <a:pt x="79" y="62"/>
                    </a:lnTo>
                    <a:lnTo>
                      <a:pt x="88" y="71"/>
                    </a:lnTo>
                    <a:lnTo>
                      <a:pt x="88" y="71"/>
                    </a:lnTo>
                    <a:lnTo>
                      <a:pt x="96" y="62"/>
                    </a:lnTo>
                    <a:lnTo>
                      <a:pt x="105" y="62"/>
                    </a:lnTo>
                    <a:lnTo>
                      <a:pt x="114" y="0"/>
                    </a:lnTo>
                    <a:lnTo>
                      <a:pt x="167" y="9"/>
                    </a:lnTo>
                    <a:lnTo>
                      <a:pt x="255" y="18"/>
                    </a:lnTo>
                    <a:lnTo>
                      <a:pt x="334" y="36"/>
                    </a:lnTo>
                    <a:lnTo>
                      <a:pt x="422" y="45"/>
                    </a:lnTo>
                    <a:lnTo>
                      <a:pt x="360" y="487"/>
                    </a:lnTo>
                    <a:lnTo>
                      <a:pt x="360" y="496"/>
                    </a:lnTo>
                    <a:lnTo>
                      <a:pt x="334" y="487"/>
                    </a:lnTo>
                    <a:lnTo>
                      <a:pt x="228" y="478"/>
                    </a:lnTo>
                    <a:lnTo>
                      <a:pt x="149" y="425"/>
                    </a:lnTo>
                    <a:lnTo>
                      <a:pt x="17" y="354"/>
                    </a:lnTo>
                    <a:lnTo>
                      <a:pt x="0" y="336"/>
                    </a:lnTo>
                    <a:lnTo>
                      <a:pt x="0" y="336"/>
                    </a:lnTo>
                    <a:lnTo>
                      <a:pt x="9" y="32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159"/>
              <p:cNvSpPr>
                <a:spLocks/>
              </p:cNvSpPr>
              <p:nvPr/>
            </p:nvSpPr>
            <p:spPr bwMode="auto">
              <a:xfrm>
                <a:off x="3172304" y="3101053"/>
                <a:ext cx="413223" cy="391756"/>
              </a:xfrm>
              <a:custGeom>
                <a:avLst/>
                <a:gdLst/>
                <a:ahLst/>
                <a:cxnLst>
                  <a:cxn ang="0">
                    <a:pos x="62" y="9"/>
                  </a:cxn>
                  <a:cxn ang="0">
                    <a:pos x="273" y="0"/>
                  </a:cxn>
                  <a:cxn ang="0">
                    <a:pos x="282" y="9"/>
                  </a:cxn>
                  <a:cxn ang="0">
                    <a:pos x="282" y="18"/>
                  </a:cxn>
                  <a:cxn ang="0">
                    <a:pos x="273" y="27"/>
                  </a:cxn>
                  <a:cxn ang="0">
                    <a:pos x="273" y="36"/>
                  </a:cxn>
                  <a:cxn ang="0">
                    <a:pos x="308" y="36"/>
                  </a:cxn>
                  <a:cxn ang="0">
                    <a:pos x="308" y="45"/>
                  </a:cxn>
                  <a:cxn ang="0">
                    <a:pos x="308" y="53"/>
                  </a:cxn>
                  <a:cxn ang="0">
                    <a:pos x="300" y="62"/>
                  </a:cxn>
                  <a:cxn ang="0">
                    <a:pos x="300" y="62"/>
                  </a:cxn>
                  <a:cxn ang="0">
                    <a:pos x="300" y="71"/>
                  </a:cxn>
                  <a:cxn ang="0">
                    <a:pos x="291" y="80"/>
                  </a:cxn>
                  <a:cxn ang="0">
                    <a:pos x="291" y="89"/>
                  </a:cxn>
                  <a:cxn ang="0">
                    <a:pos x="282" y="89"/>
                  </a:cxn>
                  <a:cxn ang="0">
                    <a:pos x="291" y="89"/>
                  </a:cxn>
                  <a:cxn ang="0">
                    <a:pos x="291" y="106"/>
                  </a:cxn>
                  <a:cxn ang="0">
                    <a:pos x="282" y="115"/>
                  </a:cxn>
                  <a:cxn ang="0">
                    <a:pos x="273" y="124"/>
                  </a:cxn>
                  <a:cxn ang="0">
                    <a:pos x="282" y="124"/>
                  </a:cxn>
                  <a:cxn ang="0">
                    <a:pos x="273" y="133"/>
                  </a:cxn>
                  <a:cxn ang="0">
                    <a:pos x="264" y="133"/>
                  </a:cxn>
                  <a:cxn ang="0">
                    <a:pos x="264" y="142"/>
                  </a:cxn>
                  <a:cxn ang="0">
                    <a:pos x="264" y="142"/>
                  </a:cxn>
                  <a:cxn ang="0">
                    <a:pos x="264" y="151"/>
                  </a:cxn>
                  <a:cxn ang="0">
                    <a:pos x="264" y="151"/>
                  </a:cxn>
                  <a:cxn ang="0">
                    <a:pos x="264" y="160"/>
                  </a:cxn>
                  <a:cxn ang="0">
                    <a:pos x="256" y="168"/>
                  </a:cxn>
                  <a:cxn ang="0">
                    <a:pos x="256" y="177"/>
                  </a:cxn>
                  <a:cxn ang="0">
                    <a:pos x="247" y="186"/>
                  </a:cxn>
                  <a:cxn ang="0">
                    <a:pos x="238" y="186"/>
                  </a:cxn>
                  <a:cxn ang="0">
                    <a:pos x="247" y="186"/>
                  </a:cxn>
                  <a:cxn ang="0">
                    <a:pos x="247" y="204"/>
                  </a:cxn>
                  <a:cxn ang="0">
                    <a:pos x="238" y="204"/>
                  </a:cxn>
                  <a:cxn ang="0">
                    <a:pos x="238" y="221"/>
                  </a:cxn>
                  <a:cxn ang="0">
                    <a:pos x="229" y="221"/>
                  </a:cxn>
                  <a:cxn ang="0">
                    <a:pos x="238" y="221"/>
                  </a:cxn>
                  <a:cxn ang="0">
                    <a:pos x="229" y="230"/>
                  </a:cxn>
                  <a:cxn ang="0">
                    <a:pos x="229" y="230"/>
                  </a:cxn>
                  <a:cxn ang="0">
                    <a:pos x="229" y="239"/>
                  </a:cxn>
                  <a:cxn ang="0">
                    <a:pos x="229" y="239"/>
                  </a:cxn>
                  <a:cxn ang="0">
                    <a:pos x="229" y="248"/>
                  </a:cxn>
                  <a:cxn ang="0">
                    <a:pos x="229" y="248"/>
                  </a:cxn>
                  <a:cxn ang="0">
                    <a:pos x="229" y="266"/>
                  </a:cxn>
                  <a:cxn ang="0">
                    <a:pos x="238" y="274"/>
                  </a:cxn>
                  <a:cxn ang="0">
                    <a:pos x="229" y="274"/>
                  </a:cxn>
                  <a:cxn ang="0">
                    <a:pos x="229" y="283"/>
                  </a:cxn>
                  <a:cxn ang="0">
                    <a:pos x="44" y="292"/>
                  </a:cxn>
                  <a:cxn ang="0">
                    <a:pos x="27" y="248"/>
                  </a:cxn>
                  <a:cxn ang="0">
                    <a:pos x="18" y="248"/>
                  </a:cxn>
                  <a:cxn ang="0">
                    <a:pos x="9" y="239"/>
                  </a:cxn>
                  <a:cxn ang="0">
                    <a:pos x="9" y="80"/>
                  </a:cxn>
                </a:cxnLst>
                <a:rect l="0" t="0" r="r" b="b"/>
                <a:pathLst>
                  <a:path w="308" h="292">
                    <a:moveTo>
                      <a:pt x="0" y="18"/>
                    </a:moveTo>
                    <a:lnTo>
                      <a:pt x="62" y="9"/>
                    </a:lnTo>
                    <a:lnTo>
                      <a:pt x="159" y="9"/>
                    </a:lnTo>
                    <a:lnTo>
                      <a:pt x="273" y="0"/>
                    </a:lnTo>
                    <a:lnTo>
                      <a:pt x="282" y="0"/>
                    </a:lnTo>
                    <a:lnTo>
                      <a:pt x="282" y="9"/>
                    </a:lnTo>
                    <a:lnTo>
                      <a:pt x="282" y="18"/>
                    </a:lnTo>
                    <a:lnTo>
                      <a:pt x="282" y="18"/>
                    </a:lnTo>
                    <a:lnTo>
                      <a:pt x="282" y="27"/>
                    </a:lnTo>
                    <a:lnTo>
                      <a:pt x="273" y="27"/>
                    </a:lnTo>
                    <a:lnTo>
                      <a:pt x="273" y="36"/>
                    </a:lnTo>
                    <a:lnTo>
                      <a:pt x="273" y="36"/>
                    </a:lnTo>
                    <a:lnTo>
                      <a:pt x="273" y="45"/>
                    </a:lnTo>
                    <a:lnTo>
                      <a:pt x="308" y="36"/>
                    </a:lnTo>
                    <a:lnTo>
                      <a:pt x="308" y="45"/>
                    </a:lnTo>
                    <a:lnTo>
                      <a:pt x="308" y="45"/>
                    </a:lnTo>
                    <a:lnTo>
                      <a:pt x="308" y="45"/>
                    </a:lnTo>
                    <a:lnTo>
                      <a:pt x="308" y="53"/>
                    </a:lnTo>
                    <a:lnTo>
                      <a:pt x="300" y="62"/>
                    </a:lnTo>
                    <a:lnTo>
                      <a:pt x="300" y="62"/>
                    </a:lnTo>
                    <a:lnTo>
                      <a:pt x="300" y="62"/>
                    </a:lnTo>
                    <a:lnTo>
                      <a:pt x="300" y="62"/>
                    </a:lnTo>
                    <a:lnTo>
                      <a:pt x="300" y="71"/>
                    </a:lnTo>
                    <a:lnTo>
                      <a:pt x="300" y="71"/>
                    </a:lnTo>
                    <a:lnTo>
                      <a:pt x="291" y="80"/>
                    </a:lnTo>
                    <a:lnTo>
                      <a:pt x="291" y="80"/>
                    </a:lnTo>
                    <a:lnTo>
                      <a:pt x="291" y="80"/>
                    </a:lnTo>
                    <a:lnTo>
                      <a:pt x="291" y="89"/>
                    </a:lnTo>
                    <a:lnTo>
                      <a:pt x="291" y="80"/>
                    </a:lnTo>
                    <a:lnTo>
                      <a:pt x="282" y="89"/>
                    </a:lnTo>
                    <a:lnTo>
                      <a:pt x="282" y="89"/>
                    </a:lnTo>
                    <a:lnTo>
                      <a:pt x="291" y="89"/>
                    </a:lnTo>
                    <a:lnTo>
                      <a:pt x="291" y="98"/>
                    </a:lnTo>
                    <a:lnTo>
                      <a:pt x="291" y="106"/>
                    </a:lnTo>
                    <a:lnTo>
                      <a:pt x="291" y="106"/>
                    </a:lnTo>
                    <a:lnTo>
                      <a:pt x="282" y="115"/>
                    </a:lnTo>
                    <a:lnTo>
                      <a:pt x="282" y="115"/>
                    </a:lnTo>
                    <a:lnTo>
                      <a:pt x="273" y="124"/>
                    </a:lnTo>
                    <a:lnTo>
                      <a:pt x="273" y="124"/>
                    </a:lnTo>
                    <a:lnTo>
                      <a:pt x="282" y="124"/>
                    </a:lnTo>
                    <a:lnTo>
                      <a:pt x="282" y="124"/>
                    </a:lnTo>
                    <a:lnTo>
                      <a:pt x="273" y="133"/>
                    </a:lnTo>
                    <a:lnTo>
                      <a:pt x="273" y="133"/>
                    </a:lnTo>
                    <a:lnTo>
                      <a:pt x="264" y="133"/>
                    </a:lnTo>
                    <a:lnTo>
                      <a:pt x="264" y="142"/>
                    </a:lnTo>
                    <a:lnTo>
                      <a:pt x="264" y="142"/>
                    </a:lnTo>
                    <a:lnTo>
                      <a:pt x="264" y="142"/>
                    </a:lnTo>
                    <a:lnTo>
                      <a:pt x="264" y="142"/>
                    </a:lnTo>
                    <a:lnTo>
                      <a:pt x="264" y="151"/>
                    </a:lnTo>
                    <a:lnTo>
                      <a:pt x="264" y="151"/>
                    </a:lnTo>
                    <a:lnTo>
                      <a:pt x="264" y="142"/>
                    </a:lnTo>
                    <a:lnTo>
                      <a:pt x="264" y="151"/>
                    </a:lnTo>
                    <a:lnTo>
                      <a:pt x="264" y="160"/>
                    </a:lnTo>
                    <a:lnTo>
                      <a:pt x="264" y="160"/>
                    </a:lnTo>
                    <a:lnTo>
                      <a:pt x="264" y="168"/>
                    </a:lnTo>
                    <a:lnTo>
                      <a:pt x="256" y="168"/>
                    </a:lnTo>
                    <a:lnTo>
                      <a:pt x="256" y="177"/>
                    </a:lnTo>
                    <a:lnTo>
                      <a:pt x="256" y="177"/>
                    </a:lnTo>
                    <a:lnTo>
                      <a:pt x="256" y="177"/>
                    </a:lnTo>
                    <a:lnTo>
                      <a:pt x="247" y="186"/>
                    </a:lnTo>
                    <a:lnTo>
                      <a:pt x="247" y="186"/>
                    </a:lnTo>
                    <a:lnTo>
                      <a:pt x="238" y="186"/>
                    </a:lnTo>
                    <a:lnTo>
                      <a:pt x="247" y="186"/>
                    </a:lnTo>
                    <a:lnTo>
                      <a:pt x="247" y="186"/>
                    </a:lnTo>
                    <a:lnTo>
                      <a:pt x="247" y="195"/>
                    </a:lnTo>
                    <a:lnTo>
                      <a:pt x="247" y="204"/>
                    </a:lnTo>
                    <a:lnTo>
                      <a:pt x="229" y="204"/>
                    </a:lnTo>
                    <a:lnTo>
                      <a:pt x="238" y="204"/>
                    </a:lnTo>
                    <a:lnTo>
                      <a:pt x="238" y="213"/>
                    </a:lnTo>
                    <a:lnTo>
                      <a:pt x="238" y="221"/>
                    </a:lnTo>
                    <a:lnTo>
                      <a:pt x="238" y="221"/>
                    </a:lnTo>
                    <a:lnTo>
                      <a:pt x="229" y="221"/>
                    </a:lnTo>
                    <a:lnTo>
                      <a:pt x="229" y="221"/>
                    </a:lnTo>
                    <a:lnTo>
                      <a:pt x="238" y="221"/>
                    </a:lnTo>
                    <a:lnTo>
                      <a:pt x="229" y="230"/>
                    </a:lnTo>
                    <a:lnTo>
                      <a:pt x="229" y="230"/>
                    </a:lnTo>
                    <a:lnTo>
                      <a:pt x="229" y="230"/>
                    </a:lnTo>
                    <a:lnTo>
                      <a:pt x="229" y="230"/>
                    </a:lnTo>
                    <a:lnTo>
                      <a:pt x="220" y="239"/>
                    </a:lnTo>
                    <a:lnTo>
                      <a:pt x="229" y="239"/>
                    </a:lnTo>
                    <a:lnTo>
                      <a:pt x="220" y="248"/>
                    </a:lnTo>
                    <a:lnTo>
                      <a:pt x="229" y="239"/>
                    </a:lnTo>
                    <a:lnTo>
                      <a:pt x="229" y="248"/>
                    </a:lnTo>
                    <a:lnTo>
                      <a:pt x="229" y="248"/>
                    </a:lnTo>
                    <a:lnTo>
                      <a:pt x="229" y="248"/>
                    </a:lnTo>
                    <a:lnTo>
                      <a:pt x="229" y="248"/>
                    </a:lnTo>
                    <a:lnTo>
                      <a:pt x="229" y="257"/>
                    </a:lnTo>
                    <a:lnTo>
                      <a:pt x="229" y="266"/>
                    </a:lnTo>
                    <a:lnTo>
                      <a:pt x="238" y="266"/>
                    </a:lnTo>
                    <a:lnTo>
                      <a:pt x="238" y="274"/>
                    </a:lnTo>
                    <a:lnTo>
                      <a:pt x="238" y="274"/>
                    </a:lnTo>
                    <a:lnTo>
                      <a:pt x="229" y="274"/>
                    </a:lnTo>
                    <a:lnTo>
                      <a:pt x="229" y="274"/>
                    </a:lnTo>
                    <a:lnTo>
                      <a:pt x="229" y="283"/>
                    </a:lnTo>
                    <a:lnTo>
                      <a:pt x="124" y="292"/>
                    </a:lnTo>
                    <a:lnTo>
                      <a:pt x="44" y="292"/>
                    </a:lnTo>
                    <a:lnTo>
                      <a:pt x="44" y="248"/>
                    </a:lnTo>
                    <a:lnTo>
                      <a:pt x="27" y="248"/>
                    </a:lnTo>
                    <a:lnTo>
                      <a:pt x="18" y="248"/>
                    </a:lnTo>
                    <a:lnTo>
                      <a:pt x="18" y="248"/>
                    </a:lnTo>
                    <a:lnTo>
                      <a:pt x="18" y="239"/>
                    </a:lnTo>
                    <a:lnTo>
                      <a:pt x="9" y="239"/>
                    </a:lnTo>
                    <a:lnTo>
                      <a:pt x="9" y="106"/>
                    </a:lnTo>
                    <a:lnTo>
                      <a:pt x="9" y="80"/>
                    </a:lnTo>
                    <a:lnTo>
                      <a:pt x="0" y="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160"/>
              <p:cNvSpPr>
                <a:spLocks/>
              </p:cNvSpPr>
              <p:nvPr/>
            </p:nvSpPr>
            <p:spPr bwMode="auto">
              <a:xfrm>
                <a:off x="3172304" y="3101053"/>
                <a:ext cx="413223" cy="391756"/>
              </a:xfrm>
              <a:custGeom>
                <a:avLst/>
                <a:gdLst/>
                <a:ahLst/>
                <a:cxnLst>
                  <a:cxn ang="0">
                    <a:pos x="62" y="9"/>
                  </a:cxn>
                  <a:cxn ang="0">
                    <a:pos x="273" y="0"/>
                  </a:cxn>
                  <a:cxn ang="0">
                    <a:pos x="282" y="9"/>
                  </a:cxn>
                  <a:cxn ang="0">
                    <a:pos x="282" y="18"/>
                  </a:cxn>
                  <a:cxn ang="0">
                    <a:pos x="273" y="27"/>
                  </a:cxn>
                  <a:cxn ang="0">
                    <a:pos x="273" y="36"/>
                  </a:cxn>
                  <a:cxn ang="0">
                    <a:pos x="308" y="36"/>
                  </a:cxn>
                  <a:cxn ang="0">
                    <a:pos x="308" y="45"/>
                  </a:cxn>
                  <a:cxn ang="0">
                    <a:pos x="308" y="53"/>
                  </a:cxn>
                  <a:cxn ang="0">
                    <a:pos x="300" y="62"/>
                  </a:cxn>
                  <a:cxn ang="0">
                    <a:pos x="300" y="62"/>
                  </a:cxn>
                  <a:cxn ang="0">
                    <a:pos x="300" y="71"/>
                  </a:cxn>
                  <a:cxn ang="0">
                    <a:pos x="291" y="80"/>
                  </a:cxn>
                  <a:cxn ang="0">
                    <a:pos x="291" y="89"/>
                  </a:cxn>
                  <a:cxn ang="0">
                    <a:pos x="282" y="89"/>
                  </a:cxn>
                  <a:cxn ang="0">
                    <a:pos x="291" y="89"/>
                  </a:cxn>
                  <a:cxn ang="0">
                    <a:pos x="291" y="106"/>
                  </a:cxn>
                  <a:cxn ang="0">
                    <a:pos x="282" y="115"/>
                  </a:cxn>
                  <a:cxn ang="0">
                    <a:pos x="273" y="124"/>
                  </a:cxn>
                  <a:cxn ang="0">
                    <a:pos x="282" y="124"/>
                  </a:cxn>
                  <a:cxn ang="0">
                    <a:pos x="273" y="133"/>
                  </a:cxn>
                  <a:cxn ang="0">
                    <a:pos x="264" y="133"/>
                  </a:cxn>
                  <a:cxn ang="0">
                    <a:pos x="264" y="142"/>
                  </a:cxn>
                  <a:cxn ang="0">
                    <a:pos x="264" y="142"/>
                  </a:cxn>
                  <a:cxn ang="0">
                    <a:pos x="264" y="151"/>
                  </a:cxn>
                  <a:cxn ang="0">
                    <a:pos x="264" y="151"/>
                  </a:cxn>
                  <a:cxn ang="0">
                    <a:pos x="264" y="160"/>
                  </a:cxn>
                  <a:cxn ang="0">
                    <a:pos x="256" y="168"/>
                  </a:cxn>
                  <a:cxn ang="0">
                    <a:pos x="256" y="177"/>
                  </a:cxn>
                  <a:cxn ang="0">
                    <a:pos x="247" y="186"/>
                  </a:cxn>
                  <a:cxn ang="0">
                    <a:pos x="238" y="186"/>
                  </a:cxn>
                  <a:cxn ang="0">
                    <a:pos x="247" y="186"/>
                  </a:cxn>
                  <a:cxn ang="0">
                    <a:pos x="247" y="204"/>
                  </a:cxn>
                  <a:cxn ang="0">
                    <a:pos x="238" y="204"/>
                  </a:cxn>
                  <a:cxn ang="0">
                    <a:pos x="238" y="221"/>
                  </a:cxn>
                  <a:cxn ang="0">
                    <a:pos x="229" y="221"/>
                  </a:cxn>
                  <a:cxn ang="0">
                    <a:pos x="238" y="221"/>
                  </a:cxn>
                  <a:cxn ang="0">
                    <a:pos x="229" y="230"/>
                  </a:cxn>
                  <a:cxn ang="0">
                    <a:pos x="229" y="230"/>
                  </a:cxn>
                  <a:cxn ang="0">
                    <a:pos x="229" y="239"/>
                  </a:cxn>
                  <a:cxn ang="0">
                    <a:pos x="229" y="239"/>
                  </a:cxn>
                  <a:cxn ang="0">
                    <a:pos x="229" y="248"/>
                  </a:cxn>
                  <a:cxn ang="0">
                    <a:pos x="229" y="248"/>
                  </a:cxn>
                  <a:cxn ang="0">
                    <a:pos x="229" y="266"/>
                  </a:cxn>
                  <a:cxn ang="0">
                    <a:pos x="238" y="274"/>
                  </a:cxn>
                  <a:cxn ang="0">
                    <a:pos x="229" y="274"/>
                  </a:cxn>
                  <a:cxn ang="0">
                    <a:pos x="229" y="283"/>
                  </a:cxn>
                  <a:cxn ang="0">
                    <a:pos x="44" y="292"/>
                  </a:cxn>
                  <a:cxn ang="0">
                    <a:pos x="27" y="248"/>
                  </a:cxn>
                  <a:cxn ang="0">
                    <a:pos x="18" y="248"/>
                  </a:cxn>
                  <a:cxn ang="0">
                    <a:pos x="9" y="239"/>
                  </a:cxn>
                  <a:cxn ang="0">
                    <a:pos x="9" y="80"/>
                  </a:cxn>
                </a:cxnLst>
                <a:rect l="0" t="0" r="r" b="b"/>
                <a:pathLst>
                  <a:path w="308" h="292">
                    <a:moveTo>
                      <a:pt x="0" y="18"/>
                    </a:moveTo>
                    <a:lnTo>
                      <a:pt x="62" y="9"/>
                    </a:lnTo>
                    <a:lnTo>
                      <a:pt x="159" y="9"/>
                    </a:lnTo>
                    <a:lnTo>
                      <a:pt x="273" y="0"/>
                    </a:lnTo>
                    <a:lnTo>
                      <a:pt x="282" y="0"/>
                    </a:lnTo>
                    <a:lnTo>
                      <a:pt x="282" y="9"/>
                    </a:lnTo>
                    <a:lnTo>
                      <a:pt x="282" y="18"/>
                    </a:lnTo>
                    <a:lnTo>
                      <a:pt x="282" y="18"/>
                    </a:lnTo>
                    <a:lnTo>
                      <a:pt x="282" y="27"/>
                    </a:lnTo>
                    <a:lnTo>
                      <a:pt x="273" y="27"/>
                    </a:lnTo>
                    <a:lnTo>
                      <a:pt x="273" y="36"/>
                    </a:lnTo>
                    <a:lnTo>
                      <a:pt x="273" y="36"/>
                    </a:lnTo>
                    <a:lnTo>
                      <a:pt x="273" y="45"/>
                    </a:lnTo>
                    <a:lnTo>
                      <a:pt x="308" y="36"/>
                    </a:lnTo>
                    <a:lnTo>
                      <a:pt x="308" y="45"/>
                    </a:lnTo>
                    <a:lnTo>
                      <a:pt x="308" y="45"/>
                    </a:lnTo>
                    <a:lnTo>
                      <a:pt x="308" y="45"/>
                    </a:lnTo>
                    <a:lnTo>
                      <a:pt x="308" y="53"/>
                    </a:lnTo>
                    <a:lnTo>
                      <a:pt x="300" y="62"/>
                    </a:lnTo>
                    <a:lnTo>
                      <a:pt x="300" y="62"/>
                    </a:lnTo>
                    <a:lnTo>
                      <a:pt x="300" y="62"/>
                    </a:lnTo>
                    <a:lnTo>
                      <a:pt x="300" y="62"/>
                    </a:lnTo>
                    <a:lnTo>
                      <a:pt x="300" y="71"/>
                    </a:lnTo>
                    <a:lnTo>
                      <a:pt x="300" y="71"/>
                    </a:lnTo>
                    <a:lnTo>
                      <a:pt x="291" y="80"/>
                    </a:lnTo>
                    <a:lnTo>
                      <a:pt x="291" y="80"/>
                    </a:lnTo>
                    <a:lnTo>
                      <a:pt x="291" y="80"/>
                    </a:lnTo>
                    <a:lnTo>
                      <a:pt x="291" y="89"/>
                    </a:lnTo>
                    <a:lnTo>
                      <a:pt x="291" y="80"/>
                    </a:lnTo>
                    <a:lnTo>
                      <a:pt x="282" y="89"/>
                    </a:lnTo>
                    <a:lnTo>
                      <a:pt x="282" y="89"/>
                    </a:lnTo>
                    <a:lnTo>
                      <a:pt x="291" y="89"/>
                    </a:lnTo>
                    <a:lnTo>
                      <a:pt x="291" y="98"/>
                    </a:lnTo>
                    <a:lnTo>
                      <a:pt x="291" y="106"/>
                    </a:lnTo>
                    <a:lnTo>
                      <a:pt x="291" y="106"/>
                    </a:lnTo>
                    <a:lnTo>
                      <a:pt x="282" y="115"/>
                    </a:lnTo>
                    <a:lnTo>
                      <a:pt x="282" y="115"/>
                    </a:lnTo>
                    <a:lnTo>
                      <a:pt x="273" y="124"/>
                    </a:lnTo>
                    <a:lnTo>
                      <a:pt x="273" y="124"/>
                    </a:lnTo>
                    <a:lnTo>
                      <a:pt x="282" y="124"/>
                    </a:lnTo>
                    <a:lnTo>
                      <a:pt x="282" y="124"/>
                    </a:lnTo>
                    <a:lnTo>
                      <a:pt x="273" y="133"/>
                    </a:lnTo>
                    <a:lnTo>
                      <a:pt x="273" y="133"/>
                    </a:lnTo>
                    <a:lnTo>
                      <a:pt x="264" y="133"/>
                    </a:lnTo>
                    <a:lnTo>
                      <a:pt x="264" y="142"/>
                    </a:lnTo>
                    <a:lnTo>
                      <a:pt x="264" y="142"/>
                    </a:lnTo>
                    <a:lnTo>
                      <a:pt x="264" y="142"/>
                    </a:lnTo>
                    <a:lnTo>
                      <a:pt x="264" y="142"/>
                    </a:lnTo>
                    <a:lnTo>
                      <a:pt x="264" y="151"/>
                    </a:lnTo>
                    <a:lnTo>
                      <a:pt x="264" y="151"/>
                    </a:lnTo>
                    <a:lnTo>
                      <a:pt x="264" y="142"/>
                    </a:lnTo>
                    <a:lnTo>
                      <a:pt x="264" y="151"/>
                    </a:lnTo>
                    <a:lnTo>
                      <a:pt x="264" y="160"/>
                    </a:lnTo>
                    <a:lnTo>
                      <a:pt x="264" y="160"/>
                    </a:lnTo>
                    <a:lnTo>
                      <a:pt x="264" y="168"/>
                    </a:lnTo>
                    <a:lnTo>
                      <a:pt x="256" y="168"/>
                    </a:lnTo>
                    <a:lnTo>
                      <a:pt x="256" y="177"/>
                    </a:lnTo>
                    <a:lnTo>
                      <a:pt x="256" y="177"/>
                    </a:lnTo>
                    <a:lnTo>
                      <a:pt x="256" y="177"/>
                    </a:lnTo>
                    <a:lnTo>
                      <a:pt x="247" y="186"/>
                    </a:lnTo>
                    <a:lnTo>
                      <a:pt x="247" y="186"/>
                    </a:lnTo>
                    <a:lnTo>
                      <a:pt x="238" y="186"/>
                    </a:lnTo>
                    <a:lnTo>
                      <a:pt x="247" y="186"/>
                    </a:lnTo>
                    <a:lnTo>
                      <a:pt x="247" y="186"/>
                    </a:lnTo>
                    <a:lnTo>
                      <a:pt x="247" y="195"/>
                    </a:lnTo>
                    <a:lnTo>
                      <a:pt x="247" y="204"/>
                    </a:lnTo>
                    <a:lnTo>
                      <a:pt x="229" y="204"/>
                    </a:lnTo>
                    <a:lnTo>
                      <a:pt x="238" y="204"/>
                    </a:lnTo>
                    <a:lnTo>
                      <a:pt x="238" y="213"/>
                    </a:lnTo>
                    <a:lnTo>
                      <a:pt x="238" y="221"/>
                    </a:lnTo>
                    <a:lnTo>
                      <a:pt x="238" y="221"/>
                    </a:lnTo>
                    <a:lnTo>
                      <a:pt x="229" y="221"/>
                    </a:lnTo>
                    <a:lnTo>
                      <a:pt x="229" y="221"/>
                    </a:lnTo>
                    <a:lnTo>
                      <a:pt x="238" y="221"/>
                    </a:lnTo>
                    <a:lnTo>
                      <a:pt x="229" y="230"/>
                    </a:lnTo>
                    <a:lnTo>
                      <a:pt x="229" y="230"/>
                    </a:lnTo>
                    <a:lnTo>
                      <a:pt x="229" y="230"/>
                    </a:lnTo>
                    <a:lnTo>
                      <a:pt x="229" y="230"/>
                    </a:lnTo>
                    <a:lnTo>
                      <a:pt x="220" y="239"/>
                    </a:lnTo>
                    <a:lnTo>
                      <a:pt x="229" y="239"/>
                    </a:lnTo>
                    <a:lnTo>
                      <a:pt x="220" y="248"/>
                    </a:lnTo>
                    <a:lnTo>
                      <a:pt x="229" y="239"/>
                    </a:lnTo>
                    <a:lnTo>
                      <a:pt x="229" y="248"/>
                    </a:lnTo>
                    <a:lnTo>
                      <a:pt x="229" y="248"/>
                    </a:lnTo>
                    <a:lnTo>
                      <a:pt x="229" y="248"/>
                    </a:lnTo>
                    <a:lnTo>
                      <a:pt x="229" y="248"/>
                    </a:lnTo>
                    <a:lnTo>
                      <a:pt x="229" y="257"/>
                    </a:lnTo>
                    <a:lnTo>
                      <a:pt x="229" y="266"/>
                    </a:lnTo>
                    <a:lnTo>
                      <a:pt x="238" y="266"/>
                    </a:lnTo>
                    <a:lnTo>
                      <a:pt x="238" y="274"/>
                    </a:lnTo>
                    <a:lnTo>
                      <a:pt x="238" y="274"/>
                    </a:lnTo>
                    <a:lnTo>
                      <a:pt x="229" y="274"/>
                    </a:lnTo>
                    <a:lnTo>
                      <a:pt x="229" y="274"/>
                    </a:lnTo>
                    <a:lnTo>
                      <a:pt x="229" y="283"/>
                    </a:lnTo>
                    <a:lnTo>
                      <a:pt x="124" y="292"/>
                    </a:lnTo>
                    <a:lnTo>
                      <a:pt x="44" y="292"/>
                    </a:lnTo>
                    <a:lnTo>
                      <a:pt x="44" y="248"/>
                    </a:lnTo>
                    <a:lnTo>
                      <a:pt x="27" y="248"/>
                    </a:lnTo>
                    <a:lnTo>
                      <a:pt x="18" y="248"/>
                    </a:lnTo>
                    <a:lnTo>
                      <a:pt x="18" y="248"/>
                    </a:lnTo>
                    <a:lnTo>
                      <a:pt x="18" y="239"/>
                    </a:lnTo>
                    <a:lnTo>
                      <a:pt x="9" y="239"/>
                    </a:lnTo>
                    <a:lnTo>
                      <a:pt x="9" y="106"/>
                    </a:lnTo>
                    <a:lnTo>
                      <a:pt x="9" y="80"/>
                    </a:lnTo>
                    <a:lnTo>
                      <a:pt x="0" y="1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161"/>
              <p:cNvSpPr>
                <a:spLocks/>
              </p:cNvSpPr>
              <p:nvPr/>
            </p:nvSpPr>
            <p:spPr bwMode="auto">
              <a:xfrm>
                <a:off x="3727740" y="3220459"/>
                <a:ext cx="319308" cy="533969"/>
              </a:xfrm>
              <a:custGeom>
                <a:avLst/>
                <a:gdLst/>
                <a:ahLst/>
                <a:cxnLst>
                  <a:cxn ang="0">
                    <a:pos x="0" y="17"/>
                  </a:cxn>
                  <a:cxn ang="0">
                    <a:pos x="158" y="0"/>
                  </a:cxn>
                  <a:cxn ang="0">
                    <a:pos x="211" y="168"/>
                  </a:cxn>
                  <a:cxn ang="0">
                    <a:pos x="211" y="177"/>
                  </a:cxn>
                  <a:cxn ang="0">
                    <a:pos x="220" y="185"/>
                  </a:cxn>
                  <a:cxn ang="0">
                    <a:pos x="229" y="194"/>
                  </a:cxn>
                  <a:cxn ang="0">
                    <a:pos x="229" y="212"/>
                  </a:cxn>
                  <a:cxn ang="0">
                    <a:pos x="238" y="221"/>
                  </a:cxn>
                  <a:cxn ang="0">
                    <a:pos x="229" y="230"/>
                  </a:cxn>
                  <a:cxn ang="0">
                    <a:pos x="229" y="239"/>
                  </a:cxn>
                  <a:cxn ang="0">
                    <a:pos x="229" y="256"/>
                  </a:cxn>
                  <a:cxn ang="0">
                    <a:pos x="229" y="274"/>
                  </a:cxn>
                  <a:cxn ang="0">
                    <a:pos x="229" y="283"/>
                  </a:cxn>
                  <a:cxn ang="0">
                    <a:pos x="229" y="300"/>
                  </a:cxn>
                  <a:cxn ang="0">
                    <a:pos x="238" y="309"/>
                  </a:cxn>
                  <a:cxn ang="0">
                    <a:pos x="132" y="327"/>
                  </a:cxn>
                  <a:cxn ang="0">
                    <a:pos x="70" y="336"/>
                  </a:cxn>
                  <a:cxn ang="0">
                    <a:pos x="70" y="353"/>
                  </a:cxn>
                  <a:cxn ang="0">
                    <a:pos x="79" y="362"/>
                  </a:cxn>
                  <a:cxn ang="0">
                    <a:pos x="79" y="371"/>
                  </a:cxn>
                  <a:cxn ang="0">
                    <a:pos x="79" y="380"/>
                  </a:cxn>
                  <a:cxn ang="0">
                    <a:pos x="70" y="389"/>
                  </a:cxn>
                  <a:cxn ang="0">
                    <a:pos x="70" y="389"/>
                  </a:cxn>
                  <a:cxn ang="0">
                    <a:pos x="44" y="398"/>
                  </a:cxn>
                  <a:cxn ang="0">
                    <a:pos x="53" y="398"/>
                  </a:cxn>
                  <a:cxn ang="0">
                    <a:pos x="62" y="389"/>
                  </a:cxn>
                  <a:cxn ang="0">
                    <a:pos x="53" y="389"/>
                  </a:cxn>
                  <a:cxn ang="0">
                    <a:pos x="44" y="380"/>
                  </a:cxn>
                  <a:cxn ang="0">
                    <a:pos x="53" y="371"/>
                  </a:cxn>
                  <a:cxn ang="0">
                    <a:pos x="44" y="362"/>
                  </a:cxn>
                  <a:cxn ang="0">
                    <a:pos x="44" y="362"/>
                  </a:cxn>
                  <a:cxn ang="0">
                    <a:pos x="35" y="371"/>
                  </a:cxn>
                  <a:cxn ang="0">
                    <a:pos x="35" y="389"/>
                  </a:cxn>
                  <a:cxn ang="0">
                    <a:pos x="18" y="389"/>
                  </a:cxn>
                  <a:cxn ang="0">
                    <a:pos x="0" y="265"/>
                  </a:cxn>
                  <a:cxn ang="0">
                    <a:pos x="0" y="26"/>
                  </a:cxn>
                </a:cxnLst>
                <a:rect l="0" t="0" r="r" b="b"/>
                <a:pathLst>
                  <a:path w="238" h="398">
                    <a:moveTo>
                      <a:pt x="0" y="17"/>
                    </a:moveTo>
                    <a:lnTo>
                      <a:pt x="0" y="17"/>
                    </a:lnTo>
                    <a:lnTo>
                      <a:pt x="88" y="9"/>
                    </a:lnTo>
                    <a:lnTo>
                      <a:pt x="158" y="0"/>
                    </a:lnTo>
                    <a:lnTo>
                      <a:pt x="185" y="79"/>
                    </a:lnTo>
                    <a:lnTo>
                      <a:pt x="211" y="168"/>
                    </a:lnTo>
                    <a:lnTo>
                      <a:pt x="211" y="168"/>
                    </a:lnTo>
                    <a:lnTo>
                      <a:pt x="211" y="177"/>
                    </a:lnTo>
                    <a:lnTo>
                      <a:pt x="211" y="177"/>
                    </a:lnTo>
                    <a:lnTo>
                      <a:pt x="220" y="185"/>
                    </a:lnTo>
                    <a:lnTo>
                      <a:pt x="229" y="194"/>
                    </a:lnTo>
                    <a:lnTo>
                      <a:pt x="229" y="194"/>
                    </a:lnTo>
                    <a:lnTo>
                      <a:pt x="229" y="203"/>
                    </a:lnTo>
                    <a:lnTo>
                      <a:pt x="229" y="212"/>
                    </a:lnTo>
                    <a:lnTo>
                      <a:pt x="229" y="212"/>
                    </a:lnTo>
                    <a:lnTo>
                      <a:pt x="238" y="221"/>
                    </a:lnTo>
                    <a:lnTo>
                      <a:pt x="229" y="221"/>
                    </a:lnTo>
                    <a:lnTo>
                      <a:pt x="229" y="230"/>
                    </a:lnTo>
                    <a:lnTo>
                      <a:pt x="229" y="239"/>
                    </a:lnTo>
                    <a:lnTo>
                      <a:pt x="229" y="239"/>
                    </a:lnTo>
                    <a:lnTo>
                      <a:pt x="220" y="247"/>
                    </a:lnTo>
                    <a:lnTo>
                      <a:pt x="229" y="256"/>
                    </a:lnTo>
                    <a:lnTo>
                      <a:pt x="229" y="265"/>
                    </a:lnTo>
                    <a:lnTo>
                      <a:pt x="229" y="274"/>
                    </a:lnTo>
                    <a:lnTo>
                      <a:pt x="229" y="274"/>
                    </a:lnTo>
                    <a:lnTo>
                      <a:pt x="229" y="283"/>
                    </a:lnTo>
                    <a:lnTo>
                      <a:pt x="229" y="292"/>
                    </a:lnTo>
                    <a:lnTo>
                      <a:pt x="229" y="300"/>
                    </a:lnTo>
                    <a:lnTo>
                      <a:pt x="238" y="300"/>
                    </a:lnTo>
                    <a:lnTo>
                      <a:pt x="238" y="309"/>
                    </a:lnTo>
                    <a:lnTo>
                      <a:pt x="238" y="318"/>
                    </a:lnTo>
                    <a:lnTo>
                      <a:pt x="132" y="327"/>
                    </a:lnTo>
                    <a:lnTo>
                      <a:pt x="70" y="336"/>
                    </a:lnTo>
                    <a:lnTo>
                      <a:pt x="70" y="336"/>
                    </a:lnTo>
                    <a:lnTo>
                      <a:pt x="62" y="345"/>
                    </a:lnTo>
                    <a:lnTo>
                      <a:pt x="70" y="353"/>
                    </a:lnTo>
                    <a:lnTo>
                      <a:pt x="79" y="353"/>
                    </a:lnTo>
                    <a:lnTo>
                      <a:pt x="79" y="362"/>
                    </a:lnTo>
                    <a:lnTo>
                      <a:pt x="79" y="371"/>
                    </a:lnTo>
                    <a:lnTo>
                      <a:pt x="79" y="371"/>
                    </a:lnTo>
                    <a:lnTo>
                      <a:pt x="79" y="371"/>
                    </a:lnTo>
                    <a:lnTo>
                      <a:pt x="79" y="380"/>
                    </a:lnTo>
                    <a:lnTo>
                      <a:pt x="79" y="389"/>
                    </a:lnTo>
                    <a:lnTo>
                      <a:pt x="70" y="389"/>
                    </a:lnTo>
                    <a:lnTo>
                      <a:pt x="70" y="389"/>
                    </a:lnTo>
                    <a:lnTo>
                      <a:pt x="70" y="389"/>
                    </a:lnTo>
                    <a:lnTo>
                      <a:pt x="62" y="398"/>
                    </a:lnTo>
                    <a:lnTo>
                      <a:pt x="44" y="398"/>
                    </a:lnTo>
                    <a:lnTo>
                      <a:pt x="53" y="398"/>
                    </a:lnTo>
                    <a:lnTo>
                      <a:pt x="53" y="398"/>
                    </a:lnTo>
                    <a:lnTo>
                      <a:pt x="62" y="398"/>
                    </a:lnTo>
                    <a:lnTo>
                      <a:pt x="62" y="389"/>
                    </a:lnTo>
                    <a:lnTo>
                      <a:pt x="53" y="380"/>
                    </a:lnTo>
                    <a:lnTo>
                      <a:pt x="53" y="389"/>
                    </a:lnTo>
                    <a:lnTo>
                      <a:pt x="53" y="380"/>
                    </a:lnTo>
                    <a:lnTo>
                      <a:pt x="44" y="380"/>
                    </a:lnTo>
                    <a:lnTo>
                      <a:pt x="53" y="371"/>
                    </a:lnTo>
                    <a:lnTo>
                      <a:pt x="53" y="371"/>
                    </a:lnTo>
                    <a:lnTo>
                      <a:pt x="44" y="362"/>
                    </a:lnTo>
                    <a:lnTo>
                      <a:pt x="44" y="362"/>
                    </a:lnTo>
                    <a:lnTo>
                      <a:pt x="44" y="362"/>
                    </a:lnTo>
                    <a:lnTo>
                      <a:pt x="44" y="362"/>
                    </a:lnTo>
                    <a:lnTo>
                      <a:pt x="35" y="362"/>
                    </a:lnTo>
                    <a:lnTo>
                      <a:pt x="35" y="371"/>
                    </a:lnTo>
                    <a:lnTo>
                      <a:pt x="35" y="389"/>
                    </a:lnTo>
                    <a:lnTo>
                      <a:pt x="35" y="389"/>
                    </a:lnTo>
                    <a:lnTo>
                      <a:pt x="26" y="389"/>
                    </a:lnTo>
                    <a:lnTo>
                      <a:pt x="18" y="389"/>
                    </a:lnTo>
                    <a:lnTo>
                      <a:pt x="18" y="389"/>
                    </a:lnTo>
                    <a:lnTo>
                      <a:pt x="0" y="265"/>
                    </a:lnTo>
                    <a:lnTo>
                      <a:pt x="9" y="26"/>
                    </a:lnTo>
                    <a:lnTo>
                      <a:pt x="0" y="26"/>
                    </a:lnTo>
                    <a:lnTo>
                      <a:pt x="0" y="1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163"/>
              <p:cNvSpPr>
                <a:spLocks/>
              </p:cNvSpPr>
              <p:nvPr/>
            </p:nvSpPr>
            <p:spPr bwMode="auto">
              <a:xfrm>
                <a:off x="3762622" y="3754429"/>
                <a:ext cx="12075" cy="1342"/>
              </a:xfrm>
              <a:custGeom>
                <a:avLst/>
                <a:gdLst/>
                <a:ahLst/>
                <a:cxnLst>
                  <a:cxn ang="0">
                    <a:pos x="9" y="0"/>
                  </a:cxn>
                  <a:cxn ang="0">
                    <a:pos x="9" y="0"/>
                  </a:cxn>
                  <a:cxn ang="0">
                    <a:pos x="0" y="0"/>
                  </a:cxn>
                  <a:cxn ang="0">
                    <a:pos x="9" y="0"/>
                  </a:cxn>
                </a:cxnLst>
                <a:rect l="0" t="0" r="r" b="b"/>
                <a:pathLst>
                  <a:path w="9">
                    <a:moveTo>
                      <a:pt x="9" y="0"/>
                    </a:moveTo>
                    <a:lnTo>
                      <a:pt x="9" y="0"/>
                    </a:lnTo>
                    <a:lnTo>
                      <a:pt x="0" y="0"/>
                    </a:lnTo>
                    <a:lnTo>
                      <a:pt x="9"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164"/>
              <p:cNvSpPr>
                <a:spLocks/>
              </p:cNvSpPr>
              <p:nvPr/>
            </p:nvSpPr>
            <p:spPr bwMode="auto">
              <a:xfrm>
                <a:off x="3762622" y="3754429"/>
                <a:ext cx="12075" cy="1342"/>
              </a:xfrm>
              <a:custGeom>
                <a:avLst/>
                <a:gdLst/>
                <a:ahLst/>
                <a:cxnLst>
                  <a:cxn ang="0">
                    <a:pos x="9" y="0"/>
                  </a:cxn>
                  <a:cxn ang="0">
                    <a:pos x="9" y="0"/>
                  </a:cxn>
                  <a:cxn ang="0">
                    <a:pos x="0" y="0"/>
                  </a:cxn>
                  <a:cxn ang="0">
                    <a:pos x="9" y="0"/>
                  </a:cxn>
                </a:cxnLst>
                <a:rect l="0" t="0" r="r" b="b"/>
                <a:pathLst>
                  <a:path w="9">
                    <a:moveTo>
                      <a:pt x="9" y="0"/>
                    </a:moveTo>
                    <a:lnTo>
                      <a:pt x="9" y="0"/>
                    </a:lnTo>
                    <a:lnTo>
                      <a:pt x="0" y="0"/>
                    </a:lnTo>
                    <a:lnTo>
                      <a:pt x="9"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 name="Freeform 57"/>
              <p:cNvSpPr>
                <a:spLocks/>
              </p:cNvSpPr>
              <p:nvPr/>
            </p:nvSpPr>
            <p:spPr bwMode="auto">
              <a:xfrm>
                <a:off x="3928984" y="2424871"/>
                <a:ext cx="342117" cy="403832"/>
              </a:xfrm>
              <a:custGeom>
                <a:avLst/>
                <a:gdLst/>
                <a:ahLst/>
                <a:cxnLst>
                  <a:cxn ang="0">
                    <a:pos x="52" y="53"/>
                  </a:cxn>
                  <a:cxn ang="0">
                    <a:pos x="79" y="45"/>
                  </a:cxn>
                  <a:cxn ang="0">
                    <a:pos x="88" y="53"/>
                  </a:cxn>
                  <a:cxn ang="0">
                    <a:pos x="105" y="62"/>
                  </a:cxn>
                  <a:cxn ang="0">
                    <a:pos x="114" y="53"/>
                  </a:cxn>
                  <a:cxn ang="0">
                    <a:pos x="114" y="62"/>
                  </a:cxn>
                  <a:cxn ang="0">
                    <a:pos x="114" y="62"/>
                  </a:cxn>
                  <a:cxn ang="0">
                    <a:pos x="123" y="62"/>
                  </a:cxn>
                  <a:cxn ang="0">
                    <a:pos x="132" y="62"/>
                  </a:cxn>
                  <a:cxn ang="0">
                    <a:pos x="149" y="62"/>
                  </a:cxn>
                  <a:cxn ang="0">
                    <a:pos x="158" y="53"/>
                  </a:cxn>
                  <a:cxn ang="0">
                    <a:pos x="176" y="53"/>
                  </a:cxn>
                  <a:cxn ang="0">
                    <a:pos x="193" y="36"/>
                  </a:cxn>
                  <a:cxn ang="0">
                    <a:pos x="202" y="27"/>
                  </a:cxn>
                  <a:cxn ang="0">
                    <a:pos x="237" y="0"/>
                  </a:cxn>
                  <a:cxn ang="0">
                    <a:pos x="255" y="106"/>
                  </a:cxn>
                  <a:cxn ang="0">
                    <a:pos x="255" y="106"/>
                  </a:cxn>
                  <a:cxn ang="0">
                    <a:pos x="255" y="115"/>
                  </a:cxn>
                  <a:cxn ang="0">
                    <a:pos x="255" y="142"/>
                  </a:cxn>
                  <a:cxn ang="0">
                    <a:pos x="255" y="160"/>
                  </a:cxn>
                  <a:cxn ang="0">
                    <a:pos x="255" y="168"/>
                  </a:cxn>
                  <a:cxn ang="0">
                    <a:pos x="255" y="177"/>
                  </a:cxn>
                  <a:cxn ang="0">
                    <a:pos x="246" y="195"/>
                  </a:cxn>
                  <a:cxn ang="0">
                    <a:pos x="237" y="204"/>
                  </a:cxn>
                  <a:cxn ang="0">
                    <a:pos x="220" y="213"/>
                  </a:cxn>
                  <a:cxn ang="0">
                    <a:pos x="211" y="221"/>
                  </a:cxn>
                  <a:cxn ang="0">
                    <a:pos x="202" y="230"/>
                  </a:cxn>
                  <a:cxn ang="0">
                    <a:pos x="202" y="239"/>
                  </a:cxn>
                  <a:cxn ang="0">
                    <a:pos x="202" y="257"/>
                  </a:cxn>
                  <a:cxn ang="0">
                    <a:pos x="193" y="248"/>
                  </a:cxn>
                  <a:cxn ang="0">
                    <a:pos x="184" y="257"/>
                  </a:cxn>
                  <a:cxn ang="0">
                    <a:pos x="184" y="266"/>
                  </a:cxn>
                  <a:cxn ang="0">
                    <a:pos x="184" y="274"/>
                  </a:cxn>
                  <a:cxn ang="0">
                    <a:pos x="184" y="283"/>
                  </a:cxn>
                  <a:cxn ang="0">
                    <a:pos x="176" y="292"/>
                  </a:cxn>
                  <a:cxn ang="0">
                    <a:pos x="167" y="301"/>
                  </a:cxn>
                  <a:cxn ang="0">
                    <a:pos x="167" y="301"/>
                  </a:cxn>
                  <a:cxn ang="0">
                    <a:pos x="158" y="292"/>
                  </a:cxn>
                  <a:cxn ang="0">
                    <a:pos x="149" y="283"/>
                  </a:cxn>
                  <a:cxn ang="0">
                    <a:pos x="132" y="283"/>
                  </a:cxn>
                  <a:cxn ang="0">
                    <a:pos x="123" y="292"/>
                  </a:cxn>
                  <a:cxn ang="0">
                    <a:pos x="114" y="292"/>
                  </a:cxn>
                  <a:cxn ang="0">
                    <a:pos x="105" y="292"/>
                  </a:cxn>
                  <a:cxn ang="0">
                    <a:pos x="96" y="292"/>
                  </a:cxn>
                  <a:cxn ang="0">
                    <a:pos x="79" y="283"/>
                  </a:cxn>
                  <a:cxn ang="0">
                    <a:pos x="70" y="283"/>
                  </a:cxn>
                  <a:cxn ang="0">
                    <a:pos x="52" y="274"/>
                  </a:cxn>
                  <a:cxn ang="0">
                    <a:pos x="44" y="266"/>
                  </a:cxn>
                  <a:cxn ang="0">
                    <a:pos x="26" y="266"/>
                  </a:cxn>
                  <a:cxn ang="0">
                    <a:pos x="8" y="133"/>
                  </a:cxn>
                </a:cxnLst>
                <a:rect l="0" t="0" r="r" b="b"/>
                <a:pathLst>
                  <a:path w="255" h="301">
                    <a:moveTo>
                      <a:pt x="0" y="62"/>
                    </a:moveTo>
                    <a:lnTo>
                      <a:pt x="52" y="53"/>
                    </a:lnTo>
                    <a:lnTo>
                      <a:pt x="70" y="45"/>
                    </a:lnTo>
                    <a:lnTo>
                      <a:pt x="79" y="45"/>
                    </a:lnTo>
                    <a:lnTo>
                      <a:pt x="88" y="53"/>
                    </a:lnTo>
                    <a:lnTo>
                      <a:pt x="88" y="53"/>
                    </a:lnTo>
                    <a:lnTo>
                      <a:pt x="96" y="53"/>
                    </a:lnTo>
                    <a:lnTo>
                      <a:pt x="105" y="62"/>
                    </a:lnTo>
                    <a:lnTo>
                      <a:pt x="105" y="62"/>
                    </a:lnTo>
                    <a:lnTo>
                      <a:pt x="114" y="53"/>
                    </a:lnTo>
                    <a:lnTo>
                      <a:pt x="114" y="62"/>
                    </a:lnTo>
                    <a:lnTo>
                      <a:pt x="114" y="62"/>
                    </a:lnTo>
                    <a:lnTo>
                      <a:pt x="105" y="62"/>
                    </a:lnTo>
                    <a:lnTo>
                      <a:pt x="114" y="62"/>
                    </a:lnTo>
                    <a:lnTo>
                      <a:pt x="114" y="62"/>
                    </a:lnTo>
                    <a:lnTo>
                      <a:pt x="123" y="62"/>
                    </a:lnTo>
                    <a:lnTo>
                      <a:pt x="132" y="62"/>
                    </a:lnTo>
                    <a:lnTo>
                      <a:pt x="132" y="62"/>
                    </a:lnTo>
                    <a:lnTo>
                      <a:pt x="140" y="62"/>
                    </a:lnTo>
                    <a:lnTo>
                      <a:pt x="149" y="62"/>
                    </a:lnTo>
                    <a:lnTo>
                      <a:pt x="149" y="53"/>
                    </a:lnTo>
                    <a:lnTo>
                      <a:pt x="158" y="53"/>
                    </a:lnTo>
                    <a:lnTo>
                      <a:pt x="167" y="53"/>
                    </a:lnTo>
                    <a:lnTo>
                      <a:pt x="176" y="53"/>
                    </a:lnTo>
                    <a:lnTo>
                      <a:pt x="184" y="45"/>
                    </a:lnTo>
                    <a:lnTo>
                      <a:pt x="193" y="36"/>
                    </a:lnTo>
                    <a:lnTo>
                      <a:pt x="193" y="27"/>
                    </a:lnTo>
                    <a:lnTo>
                      <a:pt x="202" y="27"/>
                    </a:lnTo>
                    <a:lnTo>
                      <a:pt x="211" y="18"/>
                    </a:lnTo>
                    <a:lnTo>
                      <a:pt x="237" y="0"/>
                    </a:lnTo>
                    <a:lnTo>
                      <a:pt x="237" y="0"/>
                    </a:lnTo>
                    <a:lnTo>
                      <a:pt x="255" y="106"/>
                    </a:lnTo>
                    <a:lnTo>
                      <a:pt x="255" y="106"/>
                    </a:lnTo>
                    <a:lnTo>
                      <a:pt x="255" y="106"/>
                    </a:lnTo>
                    <a:lnTo>
                      <a:pt x="255" y="115"/>
                    </a:lnTo>
                    <a:lnTo>
                      <a:pt x="255" y="115"/>
                    </a:lnTo>
                    <a:lnTo>
                      <a:pt x="255" y="133"/>
                    </a:lnTo>
                    <a:lnTo>
                      <a:pt x="255" y="142"/>
                    </a:lnTo>
                    <a:lnTo>
                      <a:pt x="255" y="151"/>
                    </a:lnTo>
                    <a:lnTo>
                      <a:pt x="255" y="160"/>
                    </a:lnTo>
                    <a:lnTo>
                      <a:pt x="255" y="168"/>
                    </a:lnTo>
                    <a:lnTo>
                      <a:pt x="255" y="168"/>
                    </a:lnTo>
                    <a:lnTo>
                      <a:pt x="255" y="168"/>
                    </a:lnTo>
                    <a:lnTo>
                      <a:pt x="255" y="177"/>
                    </a:lnTo>
                    <a:lnTo>
                      <a:pt x="255" y="177"/>
                    </a:lnTo>
                    <a:lnTo>
                      <a:pt x="246" y="195"/>
                    </a:lnTo>
                    <a:lnTo>
                      <a:pt x="246" y="195"/>
                    </a:lnTo>
                    <a:lnTo>
                      <a:pt x="237" y="204"/>
                    </a:lnTo>
                    <a:lnTo>
                      <a:pt x="228" y="213"/>
                    </a:lnTo>
                    <a:lnTo>
                      <a:pt x="220" y="213"/>
                    </a:lnTo>
                    <a:lnTo>
                      <a:pt x="211" y="221"/>
                    </a:lnTo>
                    <a:lnTo>
                      <a:pt x="211" y="221"/>
                    </a:lnTo>
                    <a:lnTo>
                      <a:pt x="211" y="230"/>
                    </a:lnTo>
                    <a:lnTo>
                      <a:pt x="202" y="230"/>
                    </a:lnTo>
                    <a:lnTo>
                      <a:pt x="202" y="239"/>
                    </a:lnTo>
                    <a:lnTo>
                      <a:pt x="202" y="239"/>
                    </a:lnTo>
                    <a:lnTo>
                      <a:pt x="202" y="248"/>
                    </a:lnTo>
                    <a:lnTo>
                      <a:pt x="202" y="257"/>
                    </a:lnTo>
                    <a:lnTo>
                      <a:pt x="202" y="257"/>
                    </a:lnTo>
                    <a:lnTo>
                      <a:pt x="193" y="248"/>
                    </a:lnTo>
                    <a:lnTo>
                      <a:pt x="193" y="248"/>
                    </a:lnTo>
                    <a:lnTo>
                      <a:pt x="184" y="257"/>
                    </a:lnTo>
                    <a:lnTo>
                      <a:pt x="184" y="257"/>
                    </a:lnTo>
                    <a:lnTo>
                      <a:pt x="184" y="266"/>
                    </a:lnTo>
                    <a:lnTo>
                      <a:pt x="184" y="266"/>
                    </a:lnTo>
                    <a:lnTo>
                      <a:pt x="184" y="274"/>
                    </a:lnTo>
                    <a:lnTo>
                      <a:pt x="184" y="274"/>
                    </a:lnTo>
                    <a:lnTo>
                      <a:pt x="184" y="283"/>
                    </a:lnTo>
                    <a:lnTo>
                      <a:pt x="176" y="283"/>
                    </a:lnTo>
                    <a:lnTo>
                      <a:pt x="176" y="292"/>
                    </a:lnTo>
                    <a:lnTo>
                      <a:pt x="176" y="301"/>
                    </a:lnTo>
                    <a:lnTo>
                      <a:pt x="167" y="301"/>
                    </a:lnTo>
                    <a:lnTo>
                      <a:pt x="167" y="301"/>
                    </a:lnTo>
                    <a:lnTo>
                      <a:pt x="167" y="301"/>
                    </a:lnTo>
                    <a:lnTo>
                      <a:pt x="158" y="301"/>
                    </a:lnTo>
                    <a:lnTo>
                      <a:pt x="158" y="292"/>
                    </a:lnTo>
                    <a:lnTo>
                      <a:pt x="149" y="292"/>
                    </a:lnTo>
                    <a:lnTo>
                      <a:pt x="149" y="283"/>
                    </a:lnTo>
                    <a:lnTo>
                      <a:pt x="140" y="274"/>
                    </a:lnTo>
                    <a:lnTo>
                      <a:pt x="132" y="283"/>
                    </a:lnTo>
                    <a:lnTo>
                      <a:pt x="132" y="283"/>
                    </a:lnTo>
                    <a:lnTo>
                      <a:pt x="123" y="292"/>
                    </a:lnTo>
                    <a:lnTo>
                      <a:pt x="123" y="292"/>
                    </a:lnTo>
                    <a:lnTo>
                      <a:pt x="114" y="292"/>
                    </a:lnTo>
                    <a:lnTo>
                      <a:pt x="114" y="292"/>
                    </a:lnTo>
                    <a:lnTo>
                      <a:pt x="105" y="292"/>
                    </a:lnTo>
                    <a:lnTo>
                      <a:pt x="105" y="292"/>
                    </a:lnTo>
                    <a:lnTo>
                      <a:pt x="96" y="292"/>
                    </a:lnTo>
                    <a:lnTo>
                      <a:pt x="96" y="292"/>
                    </a:lnTo>
                    <a:lnTo>
                      <a:pt x="79" y="283"/>
                    </a:lnTo>
                    <a:lnTo>
                      <a:pt x="79" y="283"/>
                    </a:lnTo>
                    <a:lnTo>
                      <a:pt x="70" y="283"/>
                    </a:lnTo>
                    <a:lnTo>
                      <a:pt x="61" y="283"/>
                    </a:lnTo>
                    <a:lnTo>
                      <a:pt x="52" y="274"/>
                    </a:lnTo>
                    <a:lnTo>
                      <a:pt x="52" y="266"/>
                    </a:lnTo>
                    <a:lnTo>
                      <a:pt x="44" y="266"/>
                    </a:lnTo>
                    <a:lnTo>
                      <a:pt x="35" y="266"/>
                    </a:lnTo>
                    <a:lnTo>
                      <a:pt x="26" y="266"/>
                    </a:lnTo>
                    <a:lnTo>
                      <a:pt x="17" y="266"/>
                    </a:lnTo>
                    <a:lnTo>
                      <a:pt x="8" y="133"/>
                    </a:lnTo>
                    <a:lnTo>
                      <a:pt x="0" y="6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27"/>
            <p:cNvGrpSpPr/>
            <p:nvPr/>
          </p:nvGrpSpPr>
          <p:grpSpPr>
            <a:xfrm>
              <a:off x="812374" y="1547444"/>
              <a:ext cx="4367012" cy="2700705"/>
              <a:chOff x="812374" y="1547444"/>
              <a:chExt cx="4367012" cy="2700705"/>
            </a:xfrm>
          </p:grpSpPr>
          <p:sp>
            <p:nvSpPr>
              <p:cNvPr id="129" name="Freeform 138"/>
              <p:cNvSpPr>
                <a:spLocks/>
              </p:cNvSpPr>
              <p:nvPr/>
            </p:nvSpPr>
            <p:spPr bwMode="auto">
              <a:xfrm>
                <a:off x="3703590" y="2495978"/>
                <a:ext cx="260277" cy="450788"/>
              </a:xfrm>
              <a:custGeom>
                <a:avLst/>
                <a:gdLst/>
                <a:ahLst/>
                <a:cxnLst>
                  <a:cxn ang="0">
                    <a:pos x="0" y="336"/>
                  </a:cxn>
                  <a:cxn ang="0">
                    <a:pos x="0" y="319"/>
                  </a:cxn>
                  <a:cxn ang="0">
                    <a:pos x="9" y="310"/>
                  </a:cxn>
                  <a:cxn ang="0">
                    <a:pos x="9" y="301"/>
                  </a:cxn>
                  <a:cxn ang="0">
                    <a:pos x="18" y="292"/>
                  </a:cxn>
                  <a:cxn ang="0">
                    <a:pos x="18" y="275"/>
                  </a:cxn>
                  <a:cxn ang="0">
                    <a:pos x="27" y="266"/>
                  </a:cxn>
                  <a:cxn ang="0">
                    <a:pos x="27" y="248"/>
                  </a:cxn>
                  <a:cxn ang="0">
                    <a:pos x="27" y="239"/>
                  </a:cxn>
                  <a:cxn ang="0">
                    <a:pos x="18" y="230"/>
                  </a:cxn>
                  <a:cxn ang="0">
                    <a:pos x="18" y="213"/>
                  </a:cxn>
                  <a:cxn ang="0">
                    <a:pos x="9" y="27"/>
                  </a:cxn>
                  <a:cxn ang="0">
                    <a:pos x="9" y="27"/>
                  </a:cxn>
                  <a:cxn ang="0">
                    <a:pos x="27" y="27"/>
                  </a:cxn>
                  <a:cxn ang="0">
                    <a:pos x="44" y="18"/>
                  </a:cxn>
                  <a:cxn ang="0">
                    <a:pos x="80" y="9"/>
                  </a:cxn>
                  <a:cxn ang="0">
                    <a:pos x="168" y="9"/>
                  </a:cxn>
                  <a:cxn ang="0">
                    <a:pos x="185" y="213"/>
                  </a:cxn>
                  <a:cxn ang="0">
                    <a:pos x="194" y="221"/>
                  </a:cxn>
                  <a:cxn ang="0">
                    <a:pos x="194" y="230"/>
                  </a:cxn>
                  <a:cxn ang="0">
                    <a:pos x="185" y="239"/>
                  </a:cxn>
                  <a:cxn ang="0">
                    <a:pos x="168" y="248"/>
                  </a:cxn>
                  <a:cxn ang="0">
                    <a:pos x="159" y="248"/>
                  </a:cxn>
                  <a:cxn ang="0">
                    <a:pos x="159" y="257"/>
                  </a:cxn>
                  <a:cxn ang="0">
                    <a:pos x="150" y="266"/>
                  </a:cxn>
                  <a:cxn ang="0">
                    <a:pos x="150" y="283"/>
                  </a:cxn>
                  <a:cxn ang="0">
                    <a:pos x="132" y="283"/>
                  </a:cxn>
                  <a:cxn ang="0">
                    <a:pos x="132" y="301"/>
                  </a:cxn>
                  <a:cxn ang="0">
                    <a:pos x="124" y="310"/>
                  </a:cxn>
                  <a:cxn ang="0">
                    <a:pos x="115" y="310"/>
                  </a:cxn>
                  <a:cxn ang="0">
                    <a:pos x="106" y="292"/>
                  </a:cxn>
                  <a:cxn ang="0">
                    <a:pos x="97" y="301"/>
                  </a:cxn>
                  <a:cxn ang="0">
                    <a:pos x="97" y="319"/>
                  </a:cxn>
                  <a:cxn ang="0">
                    <a:pos x="88" y="328"/>
                  </a:cxn>
                  <a:cxn ang="0">
                    <a:pos x="80" y="319"/>
                  </a:cxn>
                  <a:cxn ang="0">
                    <a:pos x="71" y="319"/>
                  </a:cxn>
                  <a:cxn ang="0">
                    <a:pos x="62" y="328"/>
                  </a:cxn>
                  <a:cxn ang="0">
                    <a:pos x="62" y="336"/>
                  </a:cxn>
                  <a:cxn ang="0">
                    <a:pos x="44" y="319"/>
                  </a:cxn>
                  <a:cxn ang="0">
                    <a:pos x="27" y="328"/>
                  </a:cxn>
                  <a:cxn ang="0">
                    <a:pos x="27" y="336"/>
                  </a:cxn>
                  <a:cxn ang="0">
                    <a:pos x="18" y="328"/>
                  </a:cxn>
                  <a:cxn ang="0">
                    <a:pos x="9" y="336"/>
                  </a:cxn>
                  <a:cxn ang="0">
                    <a:pos x="9" y="336"/>
                  </a:cxn>
                </a:cxnLst>
                <a:rect l="0" t="0" r="r" b="b"/>
                <a:pathLst>
                  <a:path w="194" h="336">
                    <a:moveTo>
                      <a:pt x="9" y="336"/>
                    </a:moveTo>
                    <a:lnTo>
                      <a:pt x="0" y="336"/>
                    </a:lnTo>
                    <a:lnTo>
                      <a:pt x="0" y="328"/>
                    </a:lnTo>
                    <a:lnTo>
                      <a:pt x="0" y="319"/>
                    </a:lnTo>
                    <a:lnTo>
                      <a:pt x="9" y="319"/>
                    </a:lnTo>
                    <a:lnTo>
                      <a:pt x="9" y="310"/>
                    </a:lnTo>
                    <a:lnTo>
                      <a:pt x="9" y="310"/>
                    </a:lnTo>
                    <a:lnTo>
                      <a:pt x="9" y="301"/>
                    </a:lnTo>
                    <a:lnTo>
                      <a:pt x="9" y="292"/>
                    </a:lnTo>
                    <a:lnTo>
                      <a:pt x="18" y="292"/>
                    </a:lnTo>
                    <a:lnTo>
                      <a:pt x="18" y="283"/>
                    </a:lnTo>
                    <a:lnTo>
                      <a:pt x="18" y="275"/>
                    </a:lnTo>
                    <a:lnTo>
                      <a:pt x="27" y="266"/>
                    </a:lnTo>
                    <a:lnTo>
                      <a:pt x="27" y="266"/>
                    </a:lnTo>
                    <a:lnTo>
                      <a:pt x="27" y="257"/>
                    </a:lnTo>
                    <a:lnTo>
                      <a:pt x="27" y="248"/>
                    </a:lnTo>
                    <a:lnTo>
                      <a:pt x="27" y="248"/>
                    </a:lnTo>
                    <a:lnTo>
                      <a:pt x="27" y="239"/>
                    </a:lnTo>
                    <a:lnTo>
                      <a:pt x="18" y="230"/>
                    </a:lnTo>
                    <a:lnTo>
                      <a:pt x="18" y="230"/>
                    </a:lnTo>
                    <a:lnTo>
                      <a:pt x="18" y="221"/>
                    </a:lnTo>
                    <a:lnTo>
                      <a:pt x="18" y="213"/>
                    </a:lnTo>
                    <a:lnTo>
                      <a:pt x="27" y="213"/>
                    </a:lnTo>
                    <a:lnTo>
                      <a:pt x="9" y="27"/>
                    </a:lnTo>
                    <a:lnTo>
                      <a:pt x="9" y="27"/>
                    </a:lnTo>
                    <a:lnTo>
                      <a:pt x="9" y="27"/>
                    </a:lnTo>
                    <a:lnTo>
                      <a:pt x="18" y="27"/>
                    </a:lnTo>
                    <a:lnTo>
                      <a:pt x="27" y="27"/>
                    </a:lnTo>
                    <a:lnTo>
                      <a:pt x="36" y="27"/>
                    </a:lnTo>
                    <a:lnTo>
                      <a:pt x="44" y="18"/>
                    </a:lnTo>
                    <a:lnTo>
                      <a:pt x="44" y="18"/>
                    </a:lnTo>
                    <a:lnTo>
                      <a:pt x="80" y="9"/>
                    </a:lnTo>
                    <a:lnTo>
                      <a:pt x="159" y="0"/>
                    </a:lnTo>
                    <a:lnTo>
                      <a:pt x="168" y="9"/>
                    </a:lnTo>
                    <a:lnTo>
                      <a:pt x="176" y="80"/>
                    </a:lnTo>
                    <a:lnTo>
                      <a:pt x="185" y="213"/>
                    </a:lnTo>
                    <a:lnTo>
                      <a:pt x="185" y="213"/>
                    </a:lnTo>
                    <a:lnTo>
                      <a:pt x="194" y="221"/>
                    </a:lnTo>
                    <a:lnTo>
                      <a:pt x="185" y="230"/>
                    </a:lnTo>
                    <a:lnTo>
                      <a:pt x="194" y="230"/>
                    </a:lnTo>
                    <a:lnTo>
                      <a:pt x="194" y="239"/>
                    </a:lnTo>
                    <a:lnTo>
                      <a:pt x="185" y="239"/>
                    </a:lnTo>
                    <a:lnTo>
                      <a:pt x="168" y="248"/>
                    </a:lnTo>
                    <a:lnTo>
                      <a:pt x="168" y="248"/>
                    </a:lnTo>
                    <a:lnTo>
                      <a:pt x="159" y="248"/>
                    </a:lnTo>
                    <a:lnTo>
                      <a:pt x="159" y="248"/>
                    </a:lnTo>
                    <a:lnTo>
                      <a:pt x="159" y="248"/>
                    </a:lnTo>
                    <a:lnTo>
                      <a:pt x="159" y="257"/>
                    </a:lnTo>
                    <a:lnTo>
                      <a:pt x="159" y="266"/>
                    </a:lnTo>
                    <a:lnTo>
                      <a:pt x="150" y="266"/>
                    </a:lnTo>
                    <a:lnTo>
                      <a:pt x="150" y="275"/>
                    </a:lnTo>
                    <a:lnTo>
                      <a:pt x="150" y="283"/>
                    </a:lnTo>
                    <a:lnTo>
                      <a:pt x="141" y="283"/>
                    </a:lnTo>
                    <a:lnTo>
                      <a:pt x="132" y="283"/>
                    </a:lnTo>
                    <a:lnTo>
                      <a:pt x="132" y="292"/>
                    </a:lnTo>
                    <a:lnTo>
                      <a:pt x="132" y="301"/>
                    </a:lnTo>
                    <a:lnTo>
                      <a:pt x="132" y="310"/>
                    </a:lnTo>
                    <a:lnTo>
                      <a:pt x="124" y="310"/>
                    </a:lnTo>
                    <a:lnTo>
                      <a:pt x="115" y="310"/>
                    </a:lnTo>
                    <a:lnTo>
                      <a:pt x="115" y="310"/>
                    </a:lnTo>
                    <a:lnTo>
                      <a:pt x="106" y="301"/>
                    </a:lnTo>
                    <a:lnTo>
                      <a:pt x="106" y="292"/>
                    </a:lnTo>
                    <a:lnTo>
                      <a:pt x="106" y="301"/>
                    </a:lnTo>
                    <a:lnTo>
                      <a:pt x="97" y="301"/>
                    </a:lnTo>
                    <a:lnTo>
                      <a:pt x="97" y="310"/>
                    </a:lnTo>
                    <a:lnTo>
                      <a:pt x="97" y="319"/>
                    </a:lnTo>
                    <a:lnTo>
                      <a:pt x="97" y="319"/>
                    </a:lnTo>
                    <a:lnTo>
                      <a:pt x="88" y="328"/>
                    </a:lnTo>
                    <a:lnTo>
                      <a:pt x="88" y="319"/>
                    </a:lnTo>
                    <a:lnTo>
                      <a:pt x="80" y="319"/>
                    </a:lnTo>
                    <a:lnTo>
                      <a:pt x="80" y="319"/>
                    </a:lnTo>
                    <a:lnTo>
                      <a:pt x="71" y="319"/>
                    </a:lnTo>
                    <a:lnTo>
                      <a:pt x="71" y="319"/>
                    </a:lnTo>
                    <a:lnTo>
                      <a:pt x="62" y="328"/>
                    </a:lnTo>
                    <a:lnTo>
                      <a:pt x="62" y="328"/>
                    </a:lnTo>
                    <a:lnTo>
                      <a:pt x="62" y="336"/>
                    </a:lnTo>
                    <a:lnTo>
                      <a:pt x="62" y="328"/>
                    </a:lnTo>
                    <a:lnTo>
                      <a:pt x="44" y="319"/>
                    </a:lnTo>
                    <a:lnTo>
                      <a:pt x="36" y="328"/>
                    </a:lnTo>
                    <a:lnTo>
                      <a:pt x="27" y="328"/>
                    </a:lnTo>
                    <a:lnTo>
                      <a:pt x="36" y="328"/>
                    </a:lnTo>
                    <a:lnTo>
                      <a:pt x="27" y="336"/>
                    </a:lnTo>
                    <a:lnTo>
                      <a:pt x="27" y="328"/>
                    </a:lnTo>
                    <a:lnTo>
                      <a:pt x="18" y="328"/>
                    </a:lnTo>
                    <a:lnTo>
                      <a:pt x="9" y="328"/>
                    </a:lnTo>
                    <a:lnTo>
                      <a:pt x="9" y="336"/>
                    </a:lnTo>
                    <a:lnTo>
                      <a:pt x="9" y="336"/>
                    </a:lnTo>
                    <a:lnTo>
                      <a:pt x="9" y="336"/>
                    </a:lnTo>
                  </a:path>
                </a:pathLst>
              </a:custGeom>
              <a:solidFill>
                <a:schemeClr val="accent1"/>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7"/>
              <p:cNvSpPr>
                <a:spLocks/>
              </p:cNvSpPr>
              <p:nvPr/>
            </p:nvSpPr>
            <p:spPr bwMode="auto">
              <a:xfrm>
                <a:off x="3279634" y="1998232"/>
                <a:ext cx="413223" cy="462863"/>
              </a:xfrm>
              <a:custGeom>
                <a:avLst/>
                <a:gdLst/>
                <a:ahLst/>
                <a:cxnLst>
                  <a:cxn ang="0">
                    <a:pos x="44" y="18"/>
                  </a:cxn>
                  <a:cxn ang="0">
                    <a:pos x="79" y="9"/>
                  </a:cxn>
                  <a:cxn ang="0">
                    <a:pos x="96" y="0"/>
                  </a:cxn>
                  <a:cxn ang="0">
                    <a:pos x="105" y="9"/>
                  </a:cxn>
                  <a:cxn ang="0">
                    <a:pos x="105" y="18"/>
                  </a:cxn>
                  <a:cxn ang="0">
                    <a:pos x="105" y="18"/>
                  </a:cxn>
                  <a:cxn ang="0">
                    <a:pos x="132" y="27"/>
                  </a:cxn>
                  <a:cxn ang="0">
                    <a:pos x="140" y="35"/>
                  </a:cxn>
                  <a:cxn ang="0">
                    <a:pos x="220" y="62"/>
                  </a:cxn>
                  <a:cxn ang="0">
                    <a:pos x="237" y="62"/>
                  </a:cxn>
                  <a:cxn ang="0">
                    <a:pos x="255" y="71"/>
                  </a:cxn>
                  <a:cxn ang="0">
                    <a:pos x="272" y="80"/>
                  </a:cxn>
                  <a:cxn ang="0">
                    <a:pos x="281" y="88"/>
                  </a:cxn>
                  <a:cxn ang="0">
                    <a:pos x="272" y="106"/>
                  </a:cxn>
                  <a:cxn ang="0">
                    <a:pos x="281" y="115"/>
                  </a:cxn>
                  <a:cxn ang="0">
                    <a:pos x="290" y="124"/>
                  </a:cxn>
                  <a:cxn ang="0">
                    <a:pos x="290" y="133"/>
                  </a:cxn>
                  <a:cxn ang="0">
                    <a:pos x="281" y="150"/>
                  </a:cxn>
                  <a:cxn ang="0">
                    <a:pos x="272" y="168"/>
                  </a:cxn>
                  <a:cxn ang="0">
                    <a:pos x="281" y="168"/>
                  </a:cxn>
                  <a:cxn ang="0">
                    <a:pos x="290" y="150"/>
                  </a:cxn>
                  <a:cxn ang="0">
                    <a:pos x="299" y="142"/>
                  </a:cxn>
                  <a:cxn ang="0">
                    <a:pos x="308" y="159"/>
                  </a:cxn>
                  <a:cxn ang="0">
                    <a:pos x="299" y="186"/>
                  </a:cxn>
                  <a:cxn ang="0">
                    <a:pos x="299" y="203"/>
                  </a:cxn>
                  <a:cxn ang="0">
                    <a:pos x="290" y="230"/>
                  </a:cxn>
                  <a:cxn ang="0">
                    <a:pos x="290" y="248"/>
                  </a:cxn>
                  <a:cxn ang="0">
                    <a:pos x="290" y="265"/>
                  </a:cxn>
                  <a:cxn ang="0">
                    <a:pos x="290" y="292"/>
                  </a:cxn>
                  <a:cxn ang="0">
                    <a:pos x="299" y="310"/>
                  </a:cxn>
                  <a:cxn ang="0">
                    <a:pos x="299" y="327"/>
                  </a:cxn>
                  <a:cxn ang="0">
                    <a:pos x="228" y="345"/>
                  </a:cxn>
                  <a:cxn ang="0">
                    <a:pos x="114" y="336"/>
                  </a:cxn>
                  <a:cxn ang="0">
                    <a:pos x="105" y="318"/>
                  </a:cxn>
                  <a:cxn ang="0">
                    <a:pos x="105" y="301"/>
                  </a:cxn>
                  <a:cxn ang="0">
                    <a:pos x="105" y="283"/>
                  </a:cxn>
                  <a:cxn ang="0">
                    <a:pos x="96" y="274"/>
                  </a:cxn>
                  <a:cxn ang="0">
                    <a:pos x="96" y="256"/>
                  </a:cxn>
                  <a:cxn ang="0">
                    <a:pos x="88" y="230"/>
                  </a:cxn>
                  <a:cxn ang="0">
                    <a:pos x="70" y="230"/>
                  </a:cxn>
                  <a:cxn ang="0">
                    <a:pos x="44" y="203"/>
                  </a:cxn>
                  <a:cxn ang="0">
                    <a:pos x="35" y="195"/>
                  </a:cxn>
                  <a:cxn ang="0">
                    <a:pos x="8" y="186"/>
                  </a:cxn>
                  <a:cxn ang="0">
                    <a:pos x="8" y="159"/>
                  </a:cxn>
                  <a:cxn ang="0">
                    <a:pos x="8" y="133"/>
                  </a:cxn>
                  <a:cxn ang="0">
                    <a:pos x="0" y="115"/>
                  </a:cxn>
                  <a:cxn ang="0">
                    <a:pos x="0" y="97"/>
                  </a:cxn>
                  <a:cxn ang="0">
                    <a:pos x="17" y="80"/>
                  </a:cxn>
                  <a:cxn ang="0">
                    <a:pos x="26" y="62"/>
                  </a:cxn>
                  <a:cxn ang="0">
                    <a:pos x="35" y="18"/>
                  </a:cxn>
                </a:cxnLst>
                <a:rect l="0" t="0" r="r" b="b"/>
                <a:pathLst>
                  <a:path w="308" h="345">
                    <a:moveTo>
                      <a:pt x="35" y="18"/>
                    </a:moveTo>
                    <a:lnTo>
                      <a:pt x="44" y="18"/>
                    </a:lnTo>
                    <a:lnTo>
                      <a:pt x="44" y="18"/>
                    </a:lnTo>
                    <a:lnTo>
                      <a:pt x="52" y="18"/>
                    </a:lnTo>
                    <a:lnTo>
                      <a:pt x="70" y="9"/>
                    </a:lnTo>
                    <a:lnTo>
                      <a:pt x="79" y="9"/>
                    </a:lnTo>
                    <a:lnTo>
                      <a:pt x="88" y="9"/>
                    </a:lnTo>
                    <a:lnTo>
                      <a:pt x="88" y="0"/>
                    </a:lnTo>
                    <a:lnTo>
                      <a:pt x="96" y="0"/>
                    </a:lnTo>
                    <a:lnTo>
                      <a:pt x="105" y="0"/>
                    </a:lnTo>
                    <a:lnTo>
                      <a:pt x="105" y="0"/>
                    </a:lnTo>
                    <a:lnTo>
                      <a:pt x="105" y="9"/>
                    </a:lnTo>
                    <a:lnTo>
                      <a:pt x="105" y="9"/>
                    </a:lnTo>
                    <a:lnTo>
                      <a:pt x="105" y="18"/>
                    </a:lnTo>
                    <a:lnTo>
                      <a:pt x="105" y="18"/>
                    </a:lnTo>
                    <a:lnTo>
                      <a:pt x="96" y="27"/>
                    </a:lnTo>
                    <a:lnTo>
                      <a:pt x="105" y="27"/>
                    </a:lnTo>
                    <a:lnTo>
                      <a:pt x="105" y="18"/>
                    </a:lnTo>
                    <a:lnTo>
                      <a:pt x="114" y="18"/>
                    </a:lnTo>
                    <a:lnTo>
                      <a:pt x="123" y="27"/>
                    </a:lnTo>
                    <a:lnTo>
                      <a:pt x="132" y="27"/>
                    </a:lnTo>
                    <a:lnTo>
                      <a:pt x="132" y="27"/>
                    </a:lnTo>
                    <a:lnTo>
                      <a:pt x="132" y="27"/>
                    </a:lnTo>
                    <a:lnTo>
                      <a:pt x="140" y="35"/>
                    </a:lnTo>
                    <a:lnTo>
                      <a:pt x="149" y="44"/>
                    </a:lnTo>
                    <a:lnTo>
                      <a:pt x="202" y="53"/>
                    </a:lnTo>
                    <a:lnTo>
                      <a:pt x="220" y="62"/>
                    </a:lnTo>
                    <a:lnTo>
                      <a:pt x="220" y="62"/>
                    </a:lnTo>
                    <a:lnTo>
                      <a:pt x="228" y="62"/>
                    </a:lnTo>
                    <a:lnTo>
                      <a:pt x="237" y="62"/>
                    </a:lnTo>
                    <a:lnTo>
                      <a:pt x="237" y="62"/>
                    </a:lnTo>
                    <a:lnTo>
                      <a:pt x="255" y="62"/>
                    </a:lnTo>
                    <a:lnTo>
                      <a:pt x="255" y="71"/>
                    </a:lnTo>
                    <a:lnTo>
                      <a:pt x="255" y="80"/>
                    </a:lnTo>
                    <a:lnTo>
                      <a:pt x="264" y="80"/>
                    </a:lnTo>
                    <a:lnTo>
                      <a:pt x="272" y="80"/>
                    </a:lnTo>
                    <a:lnTo>
                      <a:pt x="272" y="80"/>
                    </a:lnTo>
                    <a:lnTo>
                      <a:pt x="272" y="88"/>
                    </a:lnTo>
                    <a:lnTo>
                      <a:pt x="281" y="88"/>
                    </a:lnTo>
                    <a:lnTo>
                      <a:pt x="272" y="97"/>
                    </a:lnTo>
                    <a:lnTo>
                      <a:pt x="272" y="106"/>
                    </a:lnTo>
                    <a:lnTo>
                      <a:pt x="272" y="106"/>
                    </a:lnTo>
                    <a:lnTo>
                      <a:pt x="281" y="106"/>
                    </a:lnTo>
                    <a:lnTo>
                      <a:pt x="290" y="106"/>
                    </a:lnTo>
                    <a:lnTo>
                      <a:pt x="281" y="115"/>
                    </a:lnTo>
                    <a:lnTo>
                      <a:pt x="281" y="124"/>
                    </a:lnTo>
                    <a:lnTo>
                      <a:pt x="290" y="124"/>
                    </a:lnTo>
                    <a:lnTo>
                      <a:pt x="290" y="124"/>
                    </a:lnTo>
                    <a:lnTo>
                      <a:pt x="290" y="124"/>
                    </a:lnTo>
                    <a:lnTo>
                      <a:pt x="290" y="133"/>
                    </a:lnTo>
                    <a:lnTo>
                      <a:pt x="290" y="133"/>
                    </a:lnTo>
                    <a:lnTo>
                      <a:pt x="290" y="142"/>
                    </a:lnTo>
                    <a:lnTo>
                      <a:pt x="281" y="142"/>
                    </a:lnTo>
                    <a:lnTo>
                      <a:pt x="281" y="150"/>
                    </a:lnTo>
                    <a:lnTo>
                      <a:pt x="281" y="150"/>
                    </a:lnTo>
                    <a:lnTo>
                      <a:pt x="272" y="159"/>
                    </a:lnTo>
                    <a:lnTo>
                      <a:pt x="272" y="168"/>
                    </a:lnTo>
                    <a:lnTo>
                      <a:pt x="272" y="177"/>
                    </a:lnTo>
                    <a:lnTo>
                      <a:pt x="281" y="177"/>
                    </a:lnTo>
                    <a:lnTo>
                      <a:pt x="281" y="168"/>
                    </a:lnTo>
                    <a:lnTo>
                      <a:pt x="281" y="168"/>
                    </a:lnTo>
                    <a:lnTo>
                      <a:pt x="290" y="159"/>
                    </a:lnTo>
                    <a:lnTo>
                      <a:pt x="290" y="150"/>
                    </a:lnTo>
                    <a:lnTo>
                      <a:pt x="290" y="150"/>
                    </a:lnTo>
                    <a:lnTo>
                      <a:pt x="299" y="150"/>
                    </a:lnTo>
                    <a:lnTo>
                      <a:pt x="299" y="142"/>
                    </a:lnTo>
                    <a:lnTo>
                      <a:pt x="308" y="150"/>
                    </a:lnTo>
                    <a:lnTo>
                      <a:pt x="308" y="150"/>
                    </a:lnTo>
                    <a:lnTo>
                      <a:pt x="308" y="159"/>
                    </a:lnTo>
                    <a:lnTo>
                      <a:pt x="299" y="177"/>
                    </a:lnTo>
                    <a:lnTo>
                      <a:pt x="299" y="186"/>
                    </a:lnTo>
                    <a:lnTo>
                      <a:pt x="299" y="186"/>
                    </a:lnTo>
                    <a:lnTo>
                      <a:pt x="308" y="203"/>
                    </a:lnTo>
                    <a:lnTo>
                      <a:pt x="308" y="203"/>
                    </a:lnTo>
                    <a:lnTo>
                      <a:pt x="299" y="203"/>
                    </a:lnTo>
                    <a:lnTo>
                      <a:pt x="299" y="212"/>
                    </a:lnTo>
                    <a:lnTo>
                      <a:pt x="290" y="221"/>
                    </a:lnTo>
                    <a:lnTo>
                      <a:pt x="290" y="230"/>
                    </a:lnTo>
                    <a:lnTo>
                      <a:pt x="299" y="239"/>
                    </a:lnTo>
                    <a:lnTo>
                      <a:pt x="299" y="239"/>
                    </a:lnTo>
                    <a:lnTo>
                      <a:pt x="290" y="248"/>
                    </a:lnTo>
                    <a:lnTo>
                      <a:pt x="290" y="256"/>
                    </a:lnTo>
                    <a:lnTo>
                      <a:pt x="290" y="256"/>
                    </a:lnTo>
                    <a:lnTo>
                      <a:pt x="290" y="265"/>
                    </a:lnTo>
                    <a:lnTo>
                      <a:pt x="290" y="274"/>
                    </a:lnTo>
                    <a:lnTo>
                      <a:pt x="290" y="292"/>
                    </a:lnTo>
                    <a:lnTo>
                      <a:pt x="290" y="292"/>
                    </a:lnTo>
                    <a:lnTo>
                      <a:pt x="299" y="301"/>
                    </a:lnTo>
                    <a:lnTo>
                      <a:pt x="299" y="301"/>
                    </a:lnTo>
                    <a:lnTo>
                      <a:pt x="299" y="310"/>
                    </a:lnTo>
                    <a:lnTo>
                      <a:pt x="299" y="318"/>
                    </a:lnTo>
                    <a:lnTo>
                      <a:pt x="299" y="318"/>
                    </a:lnTo>
                    <a:lnTo>
                      <a:pt x="299" y="327"/>
                    </a:lnTo>
                    <a:lnTo>
                      <a:pt x="299" y="336"/>
                    </a:lnTo>
                    <a:lnTo>
                      <a:pt x="299" y="336"/>
                    </a:lnTo>
                    <a:lnTo>
                      <a:pt x="228" y="345"/>
                    </a:lnTo>
                    <a:lnTo>
                      <a:pt x="140" y="345"/>
                    </a:lnTo>
                    <a:lnTo>
                      <a:pt x="132" y="336"/>
                    </a:lnTo>
                    <a:lnTo>
                      <a:pt x="114" y="336"/>
                    </a:lnTo>
                    <a:lnTo>
                      <a:pt x="114" y="327"/>
                    </a:lnTo>
                    <a:lnTo>
                      <a:pt x="114" y="327"/>
                    </a:lnTo>
                    <a:lnTo>
                      <a:pt x="105" y="318"/>
                    </a:lnTo>
                    <a:lnTo>
                      <a:pt x="105" y="318"/>
                    </a:lnTo>
                    <a:lnTo>
                      <a:pt x="105" y="310"/>
                    </a:lnTo>
                    <a:lnTo>
                      <a:pt x="105" y="301"/>
                    </a:lnTo>
                    <a:lnTo>
                      <a:pt x="105" y="292"/>
                    </a:lnTo>
                    <a:lnTo>
                      <a:pt x="105" y="283"/>
                    </a:lnTo>
                    <a:lnTo>
                      <a:pt x="105" y="283"/>
                    </a:lnTo>
                    <a:lnTo>
                      <a:pt x="96" y="274"/>
                    </a:lnTo>
                    <a:lnTo>
                      <a:pt x="96" y="274"/>
                    </a:lnTo>
                    <a:lnTo>
                      <a:pt x="96" y="274"/>
                    </a:lnTo>
                    <a:lnTo>
                      <a:pt x="96" y="265"/>
                    </a:lnTo>
                    <a:lnTo>
                      <a:pt x="96" y="265"/>
                    </a:lnTo>
                    <a:lnTo>
                      <a:pt x="96" y="256"/>
                    </a:lnTo>
                    <a:lnTo>
                      <a:pt x="96" y="248"/>
                    </a:lnTo>
                    <a:lnTo>
                      <a:pt x="88" y="239"/>
                    </a:lnTo>
                    <a:lnTo>
                      <a:pt x="88" y="230"/>
                    </a:lnTo>
                    <a:lnTo>
                      <a:pt x="79" y="230"/>
                    </a:lnTo>
                    <a:lnTo>
                      <a:pt x="79" y="230"/>
                    </a:lnTo>
                    <a:lnTo>
                      <a:pt x="70" y="230"/>
                    </a:lnTo>
                    <a:lnTo>
                      <a:pt x="61" y="221"/>
                    </a:lnTo>
                    <a:lnTo>
                      <a:pt x="52" y="203"/>
                    </a:lnTo>
                    <a:lnTo>
                      <a:pt x="44" y="203"/>
                    </a:lnTo>
                    <a:lnTo>
                      <a:pt x="35" y="203"/>
                    </a:lnTo>
                    <a:lnTo>
                      <a:pt x="35" y="195"/>
                    </a:lnTo>
                    <a:lnTo>
                      <a:pt x="35" y="195"/>
                    </a:lnTo>
                    <a:lnTo>
                      <a:pt x="26" y="186"/>
                    </a:lnTo>
                    <a:lnTo>
                      <a:pt x="17" y="186"/>
                    </a:lnTo>
                    <a:lnTo>
                      <a:pt x="8" y="186"/>
                    </a:lnTo>
                    <a:lnTo>
                      <a:pt x="0" y="177"/>
                    </a:lnTo>
                    <a:lnTo>
                      <a:pt x="8" y="168"/>
                    </a:lnTo>
                    <a:lnTo>
                      <a:pt x="8" y="159"/>
                    </a:lnTo>
                    <a:lnTo>
                      <a:pt x="0" y="150"/>
                    </a:lnTo>
                    <a:lnTo>
                      <a:pt x="8" y="142"/>
                    </a:lnTo>
                    <a:lnTo>
                      <a:pt x="8" y="133"/>
                    </a:lnTo>
                    <a:lnTo>
                      <a:pt x="8" y="124"/>
                    </a:lnTo>
                    <a:lnTo>
                      <a:pt x="8" y="115"/>
                    </a:lnTo>
                    <a:lnTo>
                      <a:pt x="0" y="115"/>
                    </a:lnTo>
                    <a:lnTo>
                      <a:pt x="0" y="106"/>
                    </a:lnTo>
                    <a:lnTo>
                      <a:pt x="0" y="97"/>
                    </a:lnTo>
                    <a:lnTo>
                      <a:pt x="0" y="97"/>
                    </a:lnTo>
                    <a:lnTo>
                      <a:pt x="0" y="88"/>
                    </a:lnTo>
                    <a:lnTo>
                      <a:pt x="0" y="88"/>
                    </a:lnTo>
                    <a:lnTo>
                      <a:pt x="17" y="80"/>
                    </a:lnTo>
                    <a:lnTo>
                      <a:pt x="26" y="71"/>
                    </a:lnTo>
                    <a:lnTo>
                      <a:pt x="26" y="71"/>
                    </a:lnTo>
                    <a:lnTo>
                      <a:pt x="26" y="62"/>
                    </a:lnTo>
                    <a:lnTo>
                      <a:pt x="26" y="27"/>
                    </a:lnTo>
                    <a:lnTo>
                      <a:pt x="26" y="27"/>
                    </a:lnTo>
                    <a:lnTo>
                      <a:pt x="35" y="18"/>
                    </a:lnTo>
                    <a:lnTo>
                      <a:pt x="35" y="18"/>
                    </a:lnTo>
                    <a:lnTo>
                      <a:pt x="35" y="18"/>
                    </a:lnTo>
                    <a:close/>
                  </a:path>
                </a:pathLst>
              </a:custGeom>
              <a:solidFill>
                <a:schemeClr val="accent3"/>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7"/>
              <p:cNvSpPr>
                <a:spLocks/>
              </p:cNvSpPr>
              <p:nvPr/>
            </p:nvSpPr>
            <p:spPr bwMode="auto">
              <a:xfrm>
                <a:off x="1012277" y="1547444"/>
                <a:ext cx="555436" cy="415906"/>
              </a:xfrm>
              <a:custGeom>
                <a:avLst/>
                <a:gdLst/>
                <a:ahLst/>
                <a:cxnLst>
                  <a:cxn ang="0">
                    <a:pos x="18" y="195"/>
                  </a:cxn>
                  <a:cxn ang="0">
                    <a:pos x="9" y="159"/>
                  </a:cxn>
                  <a:cxn ang="0">
                    <a:pos x="18" y="186"/>
                  </a:cxn>
                  <a:cxn ang="0">
                    <a:pos x="18" y="168"/>
                  </a:cxn>
                  <a:cxn ang="0">
                    <a:pos x="18" y="159"/>
                  </a:cxn>
                  <a:cxn ang="0">
                    <a:pos x="9" y="142"/>
                  </a:cxn>
                  <a:cxn ang="0">
                    <a:pos x="27" y="142"/>
                  </a:cxn>
                  <a:cxn ang="0">
                    <a:pos x="9" y="133"/>
                  </a:cxn>
                  <a:cxn ang="0">
                    <a:pos x="18" y="80"/>
                  </a:cxn>
                  <a:cxn ang="0">
                    <a:pos x="9" y="53"/>
                  </a:cxn>
                  <a:cxn ang="0">
                    <a:pos x="9" y="35"/>
                  </a:cxn>
                  <a:cxn ang="0">
                    <a:pos x="18" y="18"/>
                  </a:cxn>
                  <a:cxn ang="0">
                    <a:pos x="44" y="44"/>
                  </a:cxn>
                  <a:cxn ang="0">
                    <a:pos x="71" y="53"/>
                  </a:cxn>
                  <a:cxn ang="0">
                    <a:pos x="88" y="62"/>
                  </a:cxn>
                  <a:cxn ang="0">
                    <a:pos x="97" y="71"/>
                  </a:cxn>
                  <a:cxn ang="0">
                    <a:pos x="106" y="88"/>
                  </a:cxn>
                  <a:cxn ang="0">
                    <a:pos x="97" y="88"/>
                  </a:cxn>
                  <a:cxn ang="0">
                    <a:pos x="71" y="115"/>
                  </a:cxn>
                  <a:cxn ang="0">
                    <a:pos x="80" y="124"/>
                  </a:cxn>
                  <a:cxn ang="0">
                    <a:pos x="97" y="97"/>
                  </a:cxn>
                  <a:cxn ang="0">
                    <a:pos x="106" y="97"/>
                  </a:cxn>
                  <a:cxn ang="0">
                    <a:pos x="97" y="106"/>
                  </a:cxn>
                  <a:cxn ang="0">
                    <a:pos x="97" y="133"/>
                  </a:cxn>
                  <a:cxn ang="0">
                    <a:pos x="88" y="133"/>
                  </a:cxn>
                  <a:cxn ang="0">
                    <a:pos x="88" y="133"/>
                  </a:cxn>
                  <a:cxn ang="0">
                    <a:pos x="71" y="133"/>
                  </a:cxn>
                  <a:cxn ang="0">
                    <a:pos x="80" y="142"/>
                  </a:cxn>
                  <a:cxn ang="0">
                    <a:pos x="97" y="142"/>
                  </a:cxn>
                  <a:cxn ang="0">
                    <a:pos x="115" y="115"/>
                  </a:cxn>
                  <a:cxn ang="0">
                    <a:pos x="115" y="97"/>
                  </a:cxn>
                  <a:cxn ang="0">
                    <a:pos x="124" y="80"/>
                  </a:cxn>
                  <a:cxn ang="0">
                    <a:pos x="124" y="53"/>
                  </a:cxn>
                  <a:cxn ang="0">
                    <a:pos x="124" y="44"/>
                  </a:cxn>
                  <a:cxn ang="0">
                    <a:pos x="132" y="44"/>
                  </a:cxn>
                  <a:cxn ang="0">
                    <a:pos x="124" y="27"/>
                  </a:cxn>
                  <a:cxn ang="0">
                    <a:pos x="124" y="9"/>
                  </a:cxn>
                  <a:cxn ang="0">
                    <a:pos x="370" y="62"/>
                  </a:cxn>
                  <a:cxn ang="0">
                    <a:pos x="379" y="274"/>
                  </a:cxn>
                  <a:cxn ang="0">
                    <a:pos x="379" y="310"/>
                  </a:cxn>
                  <a:cxn ang="0">
                    <a:pos x="256" y="283"/>
                  </a:cxn>
                  <a:cxn ang="0">
                    <a:pos x="229" y="283"/>
                  </a:cxn>
                  <a:cxn ang="0">
                    <a:pos x="185" y="283"/>
                  </a:cxn>
                  <a:cxn ang="0">
                    <a:pos x="159" y="283"/>
                  </a:cxn>
                  <a:cxn ang="0">
                    <a:pos x="132" y="274"/>
                  </a:cxn>
                  <a:cxn ang="0">
                    <a:pos x="106" y="265"/>
                  </a:cxn>
                  <a:cxn ang="0">
                    <a:pos x="88" y="274"/>
                  </a:cxn>
                  <a:cxn ang="0">
                    <a:pos x="62" y="265"/>
                  </a:cxn>
                  <a:cxn ang="0">
                    <a:pos x="53" y="221"/>
                  </a:cxn>
                  <a:cxn ang="0">
                    <a:pos x="36" y="212"/>
                  </a:cxn>
                  <a:cxn ang="0">
                    <a:pos x="27" y="195"/>
                  </a:cxn>
                </a:cxnLst>
                <a:rect l="0" t="0" r="r" b="b"/>
                <a:pathLst>
                  <a:path w="414" h="310">
                    <a:moveTo>
                      <a:pt x="27" y="195"/>
                    </a:moveTo>
                    <a:lnTo>
                      <a:pt x="27" y="195"/>
                    </a:lnTo>
                    <a:lnTo>
                      <a:pt x="27" y="195"/>
                    </a:lnTo>
                    <a:lnTo>
                      <a:pt x="18" y="195"/>
                    </a:lnTo>
                    <a:lnTo>
                      <a:pt x="9" y="195"/>
                    </a:lnTo>
                    <a:lnTo>
                      <a:pt x="9" y="186"/>
                    </a:lnTo>
                    <a:lnTo>
                      <a:pt x="0" y="186"/>
                    </a:lnTo>
                    <a:lnTo>
                      <a:pt x="9" y="159"/>
                    </a:lnTo>
                    <a:lnTo>
                      <a:pt x="9" y="168"/>
                    </a:lnTo>
                    <a:lnTo>
                      <a:pt x="9" y="177"/>
                    </a:lnTo>
                    <a:lnTo>
                      <a:pt x="9" y="177"/>
                    </a:lnTo>
                    <a:lnTo>
                      <a:pt x="18" y="186"/>
                    </a:lnTo>
                    <a:lnTo>
                      <a:pt x="18" y="177"/>
                    </a:lnTo>
                    <a:lnTo>
                      <a:pt x="9" y="177"/>
                    </a:lnTo>
                    <a:lnTo>
                      <a:pt x="18" y="168"/>
                    </a:lnTo>
                    <a:lnTo>
                      <a:pt x="18" y="168"/>
                    </a:lnTo>
                    <a:lnTo>
                      <a:pt x="18" y="159"/>
                    </a:lnTo>
                    <a:lnTo>
                      <a:pt x="27" y="159"/>
                    </a:lnTo>
                    <a:lnTo>
                      <a:pt x="27" y="159"/>
                    </a:lnTo>
                    <a:lnTo>
                      <a:pt x="18" y="159"/>
                    </a:lnTo>
                    <a:lnTo>
                      <a:pt x="9" y="150"/>
                    </a:lnTo>
                    <a:lnTo>
                      <a:pt x="9" y="159"/>
                    </a:lnTo>
                    <a:lnTo>
                      <a:pt x="9" y="150"/>
                    </a:lnTo>
                    <a:lnTo>
                      <a:pt x="9" y="142"/>
                    </a:lnTo>
                    <a:lnTo>
                      <a:pt x="9" y="142"/>
                    </a:lnTo>
                    <a:lnTo>
                      <a:pt x="18" y="142"/>
                    </a:lnTo>
                    <a:lnTo>
                      <a:pt x="27" y="142"/>
                    </a:lnTo>
                    <a:lnTo>
                      <a:pt x="27" y="142"/>
                    </a:lnTo>
                    <a:lnTo>
                      <a:pt x="18" y="133"/>
                    </a:lnTo>
                    <a:lnTo>
                      <a:pt x="18" y="133"/>
                    </a:lnTo>
                    <a:lnTo>
                      <a:pt x="9" y="133"/>
                    </a:lnTo>
                    <a:lnTo>
                      <a:pt x="9" y="133"/>
                    </a:lnTo>
                    <a:lnTo>
                      <a:pt x="9" y="124"/>
                    </a:lnTo>
                    <a:lnTo>
                      <a:pt x="18" y="115"/>
                    </a:lnTo>
                    <a:lnTo>
                      <a:pt x="9" y="97"/>
                    </a:lnTo>
                    <a:lnTo>
                      <a:pt x="18" y="80"/>
                    </a:lnTo>
                    <a:lnTo>
                      <a:pt x="18" y="71"/>
                    </a:lnTo>
                    <a:lnTo>
                      <a:pt x="9" y="62"/>
                    </a:lnTo>
                    <a:lnTo>
                      <a:pt x="9" y="62"/>
                    </a:lnTo>
                    <a:lnTo>
                      <a:pt x="9" y="53"/>
                    </a:lnTo>
                    <a:lnTo>
                      <a:pt x="9" y="44"/>
                    </a:lnTo>
                    <a:lnTo>
                      <a:pt x="9" y="44"/>
                    </a:lnTo>
                    <a:lnTo>
                      <a:pt x="9" y="35"/>
                    </a:lnTo>
                    <a:lnTo>
                      <a:pt x="9" y="35"/>
                    </a:lnTo>
                    <a:lnTo>
                      <a:pt x="9" y="27"/>
                    </a:lnTo>
                    <a:lnTo>
                      <a:pt x="18" y="27"/>
                    </a:lnTo>
                    <a:lnTo>
                      <a:pt x="9" y="18"/>
                    </a:lnTo>
                    <a:lnTo>
                      <a:pt x="18" y="18"/>
                    </a:lnTo>
                    <a:lnTo>
                      <a:pt x="27" y="35"/>
                    </a:lnTo>
                    <a:lnTo>
                      <a:pt x="36" y="35"/>
                    </a:lnTo>
                    <a:lnTo>
                      <a:pt x="36" y="35"/>
                    </a:lnTo>
                    <a:lnTo>
                      <a:pt x="44" y="44"/>
                    </a:lnTo>
                    <a:lnTo>
                      <a:pt x="44" y="44"/>
                    </a:lnTo>
                    <a:lnTo>
                      <a:pt x="62" y="53"/>
                    </a:lnTo>
                    <a:lnTo>
                      <a:pt x="62" y="53"/>
                    </a:lnTo>
                    <a:lnTo>
                      <a:pt x="71" y="53"/>
                    </a:lnTo>
                    <a:lnTo>
                      <a:pt x="80" y="62"/>
                    </a:lnTo>
                    <a:lnTo>
                      <a:pt x="88" y="62"/>
                    </a:lnTo>
                    <a:lnTo>
                      <a:pt x="88" y="62"/>
                    </a:lnTo>
                    <a:lnTo>
                      <a:pt x="88" y="62"/>
                    </a:lnTo>
                    <a:lnTo>
                      <a:pt x="88" y="71"/>
                    </a:lnTo>
                    <a:lnTo>
                      <a:pt x="97" y="71"/>
                    </a:lnTo>
                    <a:lnTo>
                      <a:pt x="97" y="71"/>
                    </a:lnTo>
                    <a:lnTo>
                      <a:pt x="97" y="71"/>
                    </a:lnTo>
                    <a:lnTo>
                      <a:pt x="106" y="62"/>
                    </a:lnTo>
                    <a:lnTo>
                      <a:pt x="106" y="71"/>
                    </a:lnTo>
                    <a:lnTo>
                      <a:pt x="106" y="80"/>
                    </a:lnTo>
                    <a:lnTo>
                      <a:pt x="106" y="88"/>
                    </a:lnTo>
                    <a:lnTo>
                      <a:pt x="97" y="97"/>
                    </a:lnTo>
                    <a:lnTo>
                      <a:pt x="97" y="97"/>
                    </a:lnTo>
                    <a:lnTo>
                      <a:pt x="97" y="97"/>
                    </a:lnTo>
                    <a:lnTo>
                      <a:pt x="97" y="88"/>
                    </a:lnTo>
                    <a:lnTo>
                      <a:pt x="88" y="97"/>
                    </a:lnTo>
                    <a:lnTo>
                      <a:pt x="88" y="106"/>
                    </a:lnTo>
                    <a:lnTo>
                      <a:pt x="80" y="115"/>
                    </a:lnTo>
                    <a:lnTo>
                      <a:pt x="71" y="115"/>
                    </a:lnTo>
                    <a:lnTo>
                      <a:pt x="80" y="124"/>
                    </a:lnTo>
                    <a:lnTo>
                      <a:pt x="88" y="124"/>
                    </a:lnTo>
                    <a:lnTo>
                      <a:pt x="80" y="124"/>
                    </a:lnTo>
                    <a:lnTo>
                      <a:pt x="80" y="124"/>
                    </a:lnTo>
                    <a:lnTo>
                      <a:pt x="80" y="115"/>
                    </a:lnTo>
                    <a:lnTo>
                      <a:pt x="88" y="106"/>
                    </a:lnTo>
                    <a:lnTo>
                      <a:pt x="97" y="106"/>
                    </a:lnTo>
                    <a:lnTo>
                      <a:pt x="97" y="97"/>
                    </a:lnTo>
                    <a:lnTo>
                      <a:pt x="115" y="88"/>
                    </a:lnTo>
                    <a:lnTo>
                      <a:pt x="115" y="88"/>
                    </a:lnTo>
                    <a:lnTo>
                      <a:pt x="115" y="97"/>
                    </a:lnTo>
                    <a:lnTo>
                      <a:pt x="106" y="97"/>
                    </a:lnTo>
                    <a:lnTo>
                      <a:pt x="106" y="97"/>
                    </a:lnTo>
                    <a:lnTo>
                      <a:pt x="106" y="106"/>
                    </a:lnTo>
                    <a:lnTo>
                      <a:pt x="106" y="106"/>
                    </a:lnTo>
                    <a:lnTo>
                      <a:pt x="97" y="106"/>
                    </a:lnTo>
                    <a:lnTo>
                      <a:pt x="97" y="115"/>
                    </a:lnTo>
                    <a:lnTo>
                      <a:pt x="106" y="115"/>
                    </a:lnTo>
                    <a:lnTo>
                      <a:pt x="106" y="115"/>
                    </a:lnTo>
                    <a:lnTo>
                      <a:pt x="97" y="133"/>
                    </a:lnTo>
                    <a:lnTo>
                      <a:pt x="97" y="133"/>
                    </a:lnTo>
                    <a:lnTo>
                      <a:pt x="97" y="124"/>
                    </a:lnTo>
                    <a:lnTo>
                      <a:pt x="97" y="124"/>
                    </a:lnTo>
                    <a:lnTo>
                      <a:pt x="88" y="133"/>
                    </a:lnTo>
                    <a:lnTo>
                      <a:pt x="88" y="142"/>
                    </a:lnTo>
                    <a:lnTo>
                      <a:pt x="88" y="142"/>
                    </a:lnTo>
                    <a:lnTo>
                      <a:pt x="88" y="133"/>
                    </a:lnTo>
                    <a:lnTo>
                      <a:pt x="88" y="133"/>
                    </a:lnTo>
                    <a:lnTo>
                      <a:pt x="88" y="124"/>
                    </a:lnTo>
                    <a:lnTo>
                      <a:pt x="80" y="133"/>
                    </a:lnTo>
                    <a:lnTo>
                      <a:pt x="80" y="133"/>
                    </a:lnTo>
                    <a:lnTo>
                      <a:pt x="71" y="133"/>
                    </a:lnTo>
                    <a:lnTo>
                      <a:pt x="80" y="142"/>
                    </a:lnTo>
                    <a:lnTo>
                      <a:pt x="80" y="142"/>
                    </a:lnTo>
                    <a:lnTo>
                      <a:pt x="80" y="150"/>
                    </a:lnTo>
                    <a:lnTo>
                      <a:pt x="80" y="142"/>
                    </a:lnTo>
                    <a:lnTo>
                      <a:pt x="88" y="142"/>
                    </a:lnTo>
                    <a:lnTo>
                      <a:pt x="88" y="142"/>
                    </a:lnTo>
                    <a:lnTo>
                      <a:pt x="88" y="142"/>
                    </a:lnTo>
                    <a:lnTo>
                      <a:pt x="97" y="142"/>
                    </a:lnTo>
                    <a:lnTo>
                      <a:pt x="97" y="133"/>
                    </a:lnTo>
                    <a:lnTo>
                      <a:pt x="106" y="133"/>
                    </a:lnTo>
                    <a:lnTo>
                      <a:pt x="115" y="124"/>
                    </a:lnTo>
                    <a:lnTo>
                      <a:pt x="115" y="115"/>
                    </a:lnTo>
                    <a:lnTo>
                      <a:pt x="115" y="115"/>
                    </a:lnTo>
                    <a:lnTo>
                      <a:pt x="115" y="106"/>
                    </a:lnTo>
                    <a:lnTo>
                      <a:pt x="124" y="106"/>
                    </a:lnTo>
                    <a:lnTo>
                      <a:pt x="115" y="97"/>
                    </a:lnTo>
                    <a:lnTo>
                      <a:pt x="124" y="88"/>
                    </a:lnTo>
                    <a:lnTo>
                      <a:pt x="132" y="88"/>
                    </a:lnTo>
                    <a:lnTo>
                      <a:pt x="132" y="80"/>
                    </a:lnTo>
                    <a:lnTo>
                      <a:pt x="124" y="80"/>
                    </a:lnTo>
                    <a:lnTo>
                      <a:pt x="124" y="71"/>
                    </a:lnTo>
                    <a:lnTo>
                      <a:pt x="124" y="62"/>
                    </a:lnTo>
                    <a:lnTo>
                      <a:pt x="132" y="62"/>
                    </a:lnTo>
                    <a:lnTo>
                      <a:pt x="124" y="53"/>
                    </a:lnTo>
                    <a:lnTo>
                      <a:pt x="124" y="53"/>
                    </a:lnTo>
                    <a:lnTo>
                      <a:pt x="115" y="53"/>
                    </a:lnTo>
                    <a:lnTo>
                      <a:pt x="115" y="44"/>
                    </a:lnTo>
                    <a:lnTo>
                      <a:pt x="124" y="44"/>
                    </a:lnTo>
                    <a:lnTo>
                      <a:pt x="124" y="44"/>
                    </a:lnTo>
                    <a:lnTo>
                      <a:pt x="132" y="44"/>
                    </a:lnTo>
                    <a:lnTo>
                      <a:pt x="124" y="35"/>
                    </a:lnTo>
                    <a:lnTo>
                      <a:pt x="132" y="44"/>
                    </a:lnTo>
                    <a:lnTo>
                      <a:pt x="132" y="35"/>
                    </a:lnTo>
                    <a:lnTo>
                      <a:pt x="132" y="27"/>
                    </a:lnTo>
                    <a:lnTo>
                      <a:pt x="132" y="27"/>
                    </a:lnTo>
                    <a:lnTo>
                      <a:pt x="124" y="27"/>
                    </a:lnTo>
                    <a:lnTo>
                      <a:pt x="124" y="18"/>
                    </a:lnTo>
                    <a:lnTo>
                      <a:pt x="124" y="18"/>
                    </a:lnTo>
                    <a:lnTo>
                      <a:pt x="124" y="9"/>
                    </a:lnTo>
                    <a:lnTo>
                      <a:pt x="124" y="9"/>
                    </a:lnTo>
                    <a:lnTo>
                      <a:pt x="124" y="0"/>
                    </a:lnTo>
                    <a:lnTo>
                      <a:pt x="194" y="18"/>
                    </a:lnTo>
                    <a:lnTo>
                      <a:pt x="273" y="44"/>
                    </a:lnTo>
                    <a:lnTo>
                      <a:pt x="370" y="62"/>
                    </a:lnTo>
                    <a:lnTo>
                      <a:pt x="414" y="71"/>
                    </a:lnTo>
                    <a:lnTo>
                      <a:pt x="414" y="80"/>
                    </a:lnTo>
                    <a:lnTo>
                      <a:pt x="379" y="256"/>
                    </a:lnTo>
                    <a:lnTo>
                      <a:pt x="379" y="274"/>
                    </a:lnTo>
                    <a:lnTo>
                      <a:pt x="370" y="274"/>
                    </a:lnTo>
                    <a:lnTo>
                      <a:pt x="379" y="283"/>
                    </a:lnTo>
                    <a:lnTo>
                      <a:pt x="370" y="301"/>
                    </a:lnTo>
                    <a:lnTo>
                      <a:pt x="379" y="310"/>
                    </a:lnTo>
                    <a:lnTo>
                      <a:pt x="308" y="292"/>
                    </a:lnTo>
                    <a:lnTo>
                      <a:pt x="264" y="283"/>
                    </a:lnTo>
                    <a:lnTo>
                      <a:pt x="256" y="283"/>
                    </a:lnTo>
                    <a:lnTo>
                      <a:pt x="256" y="283"/>
                    </a:lnTo>
                    <a:lnTo>
                      <a:pt x="247" y="283"/>
                    </a:lnTo>
                    <a:lnTo>
                      <a:pt x="238" y="283"/>
                    </a:lnTo>
                    <a:lnTo>
                      <a:pt x="229" y="283"/>
                    </a:lnTo>
                    <a:lnTo>
                      <a:pt x="229" y="283"/>
                    </a:lnTo>
                    <a:lnTo>
                      <a:pt x="212" y="283"/>
                    </a:lnTo>
                    <a:lnTo>
                      <a:pt x="203" y="283"/>
                    </a:lnTo>
                    <a:lnTo>
                      <a:pt x="194" y="283"/>
                    </a:lnTo>
                    <a:lnTo>
                      <a:pt x="185" y="283"/>
                    </a:lnTo>
                    <a:lnTo>
                      <a:pt x="176" y="283"/>
                    </a:lnTo>
                    <a:lnTo>
                      <a:pt x="176" y="283"/>
                    </a:lnTo>
                    <a:lnTo>
                      <a:pt x="168" y="274"/>
                    </a:lnTo>
                    <a:lnTo>
                      <a:pt x="159" y="283"/>
                    </a:lnTo>
                    <a:lnTo>
                      <a:pt x="150" y="283"/>
                    </a:lnTo>
                    <a:lnTo>
                      <a:pt x="141" y="283"/>
                    </a:lnTo>
                    <a:lnTo>
                      <a:pt x="141" y="274"/>
                    </a:lnTo>
                    <a:lnTo>
                      <a:pt x="132" y="274"/>
                    </a:lnTo>
                    <a:lnTo>
                      <a:pt x="132" y="274"/>
                    </a:lnTo>
                    <a:lnTo>
                      <a:pt x="124" y="265"/>
                    </a:lnTo>
                    <a:lnTo>
                      <a:pt x="115" y="265"/>
                    </a:lnTo>
                    <a:lnTo>
                      <a:pt x="106" y="265"/>
                    </a:lnTo>
                    <a:lnTo>
                      <a:pt x="106" y="265"/>
                    </a:lnTo>
                    <a:lnTo>
                      <a:pt x="97" y="265"/>
                    </a:lnTo>
                    <a:lnTo>
                      <a:pt x="97" y="265"/>
                    </a:lnTo>
                    <a:lnTo>
                      <a:pt x="88" y="274"/>
                    </a:lnTo>
                    <a:lnTo>
                      <a:pt x="80" y="274"/>
                    </a:lnTo>
                    <a:lnTo>
                      <a:pt x="71" y="265"/>
                    </a:lnTo>
                    <a:lnTo>
                      <a:pt x="71" y="265"/>
                    </a:lnTo>
                    <a:lnTo>
                      <a:pt x="62" y="265"/>
                    </a:lnTo>
                    <a:lnTo>
                      <a:pt x="62" y="256"/>
                    </a:lnTo>
                    <a:lnTo>
                      <a:pt x="53" y="256"/>
                    </a:lnTo>
                    <a:lnTo>
                      <a:pt x="62" y="230"/>
                    </a:lnTo>
                    <a:lnTo>
                      <a:pt x="53" y="221"/>
                    </a:lnTo>
                    <a:lnTo>
                      <a:pt x="53" y="212"/>
                    </a:lnTo>
                    <a:lnTo>
                      <a:pt x="44" y="212"/>
                    </a:lnTo>
                    <a:lnTo>
                      <a:pt x="44" y="212"/>
                    </a:lnTo>
                    <a:lnTo>
                      <a:pt x="36" y="212"/>
                    </a:lnTo>
                    <a:lnTo>
                      <a:pt x="36" y="203"/>
                    </a:lnTo>
                    <a:lnTo>
                      <a:pt x="36" y="203"/>
                    </a:lnTo>
                    <a:lnTo>
                      <a:pt x="36" y="203"/>
                    </a:lnTo>
                    <a:lnTo>
                      <a:pt x="27" y="195"/>
                    </a:lnTo>
                    <a:close/>
                  </a:path>
                </a:pathLst>
              </a:custGeom>
              <a:solidFill>
                <a:schemeClr val="accent1"/>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51"/>
              <p:cNvSpPr>
                <a:spLocks/>
              </p:cNvSpPr>
              <p:nvPr/>
            </p:nvSpPr>
            <p:spPr bwMode="auto">
              <a:xfrm>
                <a:off x="4246951" y="2341690"/>
                <a:ext cx="496404" cy="320650"/>
              </a:xfrm>
              <a:custGeom>
                <a:avLst/>
                <a:gdLst/>
                <a:ahLst/>
                <a:cxnLst>
                  <a:cxn ang="0">
                    <a:pos x="9" y="62"/>
                  </a:cxn>
                  <a:cxn ang="0">
                    <a:pos x="27" y="45"/>
                  </a:cxn>
                  <a:cxn ang="0">
                    <a:pos x="44" y="36"/>
                  </a:cxn>
                  <a:cxn ang="0">
                    <a:pos x="44" y="54"/>
                  </a:cxn>
                  <a:cxn ang="0">
                    <a:pos x="167" y="27"/>
                  </a:cxn>
                  <a:cxn ang="0">
                    <a:pos x="299" y="0"/>
                  </a:cxn>
                  <a:cxn ang="0">
                    <a:pos x="299" y="9"/>
                  </a:cxn>
                  <a:cxn ang="0">
                    <a:pos x="308" y="9"/>
                  </a:cxn>
                  <a:cxn ang="0">
                    <a:pos x="317" y="27"/>
                  </a:cxn>
                  <a:cxn ang="0">
                    <a:pos x="326" y="36"/>
                  </a:cxn>
                  <a:cxn ang="0">
                    <a:pos x="343" y="36"/>
                  </a:cxn>
                  <a:cxn ang="0">
                    <a:pos x="343" y="45"/>
                  </a:cxn>
                  <a:cxn ang="0">
                    <a:pos x="343" y="54"/>
                  </a:cxn>
                  <a:cxn ang="0">
                    <a:pos x="334" y="71"/>
                  </a:cxn>
                  <a:cxn ang="0">
                    <a:pos x="334" y="80"/>
                  </a:cxn>
                  <a:cxn ang="0">
                    <a:pos x="334" y="89"/>
                  </a:cxn>
                  <a:cxn ang="0">
                    <a:pos x="326" y="98"/>
                  </a:cxn>
                  <a:cxn ang="0">
                    <a:pos x="334" y="107"/>
                  </a:cxn>
                  <a:cxn ang="0">
                    <a:pos x="343" y="115"/>
                  </a:cxn>
                  <a:cxn ang="0">
                    <a:pos x="352" y="124"/>
                  </a:cxn>
                  <a:cxn ang="0">
                    <a:pos x="370" y="133"/>
                  </a:cxn>
                  <a:cxn ang="0">
                    <a:pos x="361" y="142"/>
                  </a:cxn>
                  <a:cxn ang="0">
                    <a:pos x="352" y="151"/>
                  </a:cxn>
                  <a:cxn ang="0">
                    <a:pos x="352" y="151"/>
                  </a:cxn>
                  <a:cxn ang="0">
                    <a:pos x="343" y="160"/>
                  </a:cxn>
                  <a:cxn ang="0">
                    <a:pos x="334" y="168"/>
                  </a:cxn>
                  <a:cxn ang="0">
                    <a:pos x="334" y="168"/>
                  </a:cxn>
                  <a:cxn ang="0">
                    <a:pos x="326" y="168"/>
                  </a:cxn>
                  <a:cxn ang="0">
                    <a:pos x="317" y="177"/>
                  </a:cxn>
                  <a:cxn ang="0">
                    <a:pos x="194" y="213"/>
                  </a:cxn>
                  <a:cxn ang="0">
                    <a:pos x="35" y="239"/>
                  </a:cxn>
                  <a:cxn ang="0">
                    <a:pos x="0" y="62"/>
                  </a:cxn>
                </a:cxnLst>
                <a:rect l="0" t="0" r="r" b="b"/>
                <a:pathLst>
                  <a:path w="370" h="239">
                    <a:moveTo>
                      <a:pt x="0" y="62"/>
                    </a:moveTo>
                    <a:lnTo>
                      <a:pt x="9" y="62"/>
                    </a:lnTo>
                    <a:lnTo>
                      <a:pt x="18" y="54"/>
                    </a:lnTo>
                    <a:lnTo>
                      <a:pt x="27" y="45"/>
                    </a:lnTo>
                    <a:lnTo>
                      <a:pt x="27" y="45"/>
                    </a:lnTo>
                    <a:lnTo>
                      <a:pt x="44" y="36"/>
                    </a:lnTo>
                    <a:lnTo>
                      <a:pt x="44" y="36"/>
                    </a:lnTo>
                    <a:lnTo>
                      <a:pt x="44" y="54"/>
                    </a:lnTo>
                    <a:lnTo>
                      <a:pt x="97" y="45"/>
                    </a:lnTo>
                    <a:lnTo>
                      <a:pt x="167" y="27"/>
                    </a:lnTo>
                    <a:lnTo>
                      <a:pt x="246" y="18"/>
                    </a:lnTo>
                    <a:lnTo>
                      <a:pt x="299" y="0"/>
                    </a:lnTo>
                    <a:lnTo>
                      <a:pt x="299" y="0"/>
                    </a:lnTo>
                    <a:lnTo>
                      <a:pt x="299" y="9"/>
                    </a:lnTo>
                    <a:lnTo>
                      <a:pt x="308" y="9"/>
                    </a:lnTo>
                    <a:lnTo>
                      <a:pt x="308" y="9"/>
                    </a:lnTo>
                    <a:lnTo>
                      <a:pt x="317" y="18"/>
                    </a:lnTo>
                    <a:lnTo>
                      <a:pt x="317" y="27"/>
                    </a:lnTo>
                    <a:lnTo>
                      <a:pt x="326" y="27"/>
                    </a:lnTo>
                    <a:lnTo>
                      <a:pt x="326" y="36"/>
                    </a:lnTo>
                    <a:lnTo>
                      <a:pt x="334" y="36"/>
                    </a:lnTo>
                    <a:lnTo>
                      <a:pt x="343" y="36"/>
                    </a:lnTo>
                    <a:lnTo>
                      <a:pt x="343" y="45"/>
                    </a:lnTo>
                    <a:lnTo>
                      <a:pt x="343" y="45"/>
                    </a:lnTo>
                    <a:lnTo>
                      <a:pt x="343" y="54"/>
                    </a:lnTo>
                    <a:lnTo>
                      <a:pt x="343" y="54"/>
                    </a:lnTo>
                    <a:lnTo>
                      <a:pt x="343" y="62"/>
                    </a:lnTo>
                    <a:lnTo>
                      <a:pt x="334" y="71"/>
                    </a:lnTo>
                    <a:lnTo>
                      <a:pt x="326" y="80"/>
                    </a:lnTo>
                    <a:lnTo>
                      <a:pt x="334" y="80"/>
                    </a:lnTo>
                    <a:lnTo>
                      <a:pt x="334" y="80"/>
                    </a:lnTo>
                    <a:lnTo>
                      <a:pt x="334" y="89"/>
                    </a:lnTo>
                    <a:lnTo>
                      <a:pt x="334" y="89"/>
                    </a:lnTo>
                    <a:lnTo>
                      <a:pt x="326" y="98"/>
                    </a:lnTo>
                    <a:lnTo>
                      <a:pt x="334" y="107"/>
                    </a:lnTo>
                    <a:lnTo>
                      <a:pt x="334" y="107"/>
                    </a:lnTo>
                    <a:lnTo>
                      <a:pt x="343" y="115"/>
                    </a:lnTo>
                    <a:lnTo>
                      <a:pt x="343" y="115"/>
                    </a:lnTo>
                    <a:lnTo>
                      <a:pt x="343" y="124"/>
                    </a:lnTo>
                    <a:lnTo>
                      <a:pt x="352" y="124"/>
                    </a:lnTo>
                    <a:lnTo>
                      <a:pt x="352" y="124"/>
                    </a:lnTo>
                    <a:lnTo>
                      <a:pt x="370" y="133"/>
                    </a:lnTo>
                    <a:lnTo>
                      <a:pt x="361" y="142"/>
                    </a:lnTo>
                    <a:lnTo>
                      <a:pt x="361" y="142"/>
                    </a:lnTo>
                    <a:lnTo>
                      <a:pt x="352" y="151"/>
                    </a:lnTo>
                    <a:lnTo>
                      <a:pt x="352" y="151"/>
                    </a:lnTo>
                    <a:lnTo>
                      <a:pt x="352" y="151"/>
                    </a:lnTo>
                    <a:lnTo>
                      <a:pt x="352" y="151"/>
                    </a:lnTo>
                    <a:lnTo>
                      <a:pt x="343" y="160"/>
                    </a:lnTo>
                    <a:lnTo>
                      <a:pt x="343" y="160"/>
                    </a:lnTo>
                    <a:lnTo>
                      <a:pt x="343" y="168"/>
                    </a:lnTo>
                    <a:lnTo>
                      <a:pt x="334" y="168"/>
                    </a:lnTo>
                    <a:lnTo>
                      <a:pt x="334" y="177"/>
                    </a:lnTo>
                    <a:lnTo>
                      <a:pt x="334" y="168"/>
                    </a:lnTo>
                    <a:lnTo>
                      <a:pt x="326" y="168"/>
                    </a:lnTo>
                    <a:lnTo>
                      <a:pt x="326" y="168"/>
                    </a:lnTo>
                    <a:lnTo>
                      <a:pt x="317" y="177"/>
                    </a:lnTo>
                    <a:lnTo>
                      <a:pt x="317" y="177"/>
                    </a:lnTo>
                    <a:lnTo>
                      <a:pt x="317" y="186"/>
                    </a:lnTo>
                    <a:lnTo>
                      <a:pt x="194" y="213"/>
                    </a:lnTo>
                    <a:lnTo>
                      <a:pt x="97" y="230"/>
                    </a:lnTo>
                    <a:lnTo>
                      <a:pt x="35" y="239"/>
                    </a:lnTo>
                    <a:lnTo>
                      <a:pt x="18" y="168"/>
                    </a:lnTo>
                    <a:lnTo>
                      <a:pt x="0" y="62"/>
                    </a:lnTo>
                    <a:lnTo>
                      <a:pt x="0" y="62"/>
                    </a:lnTo>
                    <a:close/>
                  </a:path>
                </a:pathLst>
              </a:custGeom>
              <a:solidFill>
                <a:schemeClr val="accent2"/>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59"/>
              <p:cNvSpPr>
                <a:spLocks/>
              </p:cNvSpPr>
              <p:nvPr/>
            </p:nvSpPr>
            <p:spPr bwMode="auto">
              <a:xfrm>
                <a:off x="2453189" y="1772838"/>
                <a:ext cx="554094" cy="343458"/>
              </a:xfrm>
              <a:custGeom>
                <a:avLst/>
                <a:gdLst/>
                <a:ahLst/>
                <a:cxnLst>
                  <a:cxn ang="0">
                    <a:pos x="0" y="239"/>
                  </a:cxn>
                  <a:cxn ang="0">
                    <a:pos x="17" y="0"/>
                  </a:cxn>
                  <a:cxn ang="0">
                    <a:pos x="17" y="0"/>
                  </a:cxn>
                  <a:cxn ang="0">
                    <a:pos x="97" y="9"/>
                  </a:cxn>
                  <a:cxn ang="0">
                    <a:pos x="220" y="9"/>
                  </a:cxn>
                  <a:cxn ang="0">
                    <a:pos x="325" y="18"/>
                  </a:cxn>
                  <a:cxn ang="0">
                    <a:pos x="378" y="18"/>
                  </a:cxn>
                  <a:cxn ang="0">
                    <a:pos x="369" y="18"/>
                  </a:cxn>
                  <a:cxn ang="0">
                    <a:pos x="369" y="18"/>
                  </a:cxn>
                  <a:cxn ang="0">
                    <a:pos x="378" y="18"/>
                  </a:cxn>
                  <a:cxn ang="0">
                    <a:pos x="378" y="35"/>
                  </a:cxn>
                  <a:cxn ang="0">
                    <a:pos x="378" y="44"/>
                  </a:cxn>
                  <a:cxn ang="0">
                    <a:pos x="378" y="53"/>
                  </a:cxn>
                  <a:cxn ang="0">
                    <a:pos x="378" y="62"/>
                  </a:cxn>
                  <a:cxn ang="0">
                    <a:pos x="378" y="62"/>
                  </a:cxn>
                  <a:cxn ang="0">
                    <a:pos x="378" y="71"/>
                  </a:cxn>
                  <a:cxn ang="0">
                    <a:pos x="378" y="80"/>
                  </a:cxn>
                  <a:cxn ang="0">
                    <a:pos x="378" y="80"/>
                  </a:cxn>
                  <a:cxn ang="0">
                    <a:pos x="387" y="97"/>
                  </a:cxn>
                  <a:cxn ang="0">
                    <a:pos x="387" y="106"/>
                  </a:cxn>
                  <a:cxn ang="0">
                    <a:pos x="396" y="115"/>
                  </a:cxn>
                  <a:cxn ang="0">
                    <a:pos x="396" y="133"/>
                  </a:cxn>
                  <a:cxn ang="0">
                    <a:pos x="396" y="133"/>
                  </a:cxn>
                  <a:cxn ang="0">
                    <a:pos x="396" y="142"/>
                  </a:cxn>
                  <a:cxn ang="0">
                    <a:pos x="396" y="142"/>
                  </a:cxn>
                  <a:cxn ang="0">
                    <a:pos x="396" y="150"/>
                  </a:cxn>
                  <a:cxn ang="0">
                    <a:pos x="396" y="168"/>
                  </a:cxn>
                  <a:cxn ang="0">
                    <a:pos x="396" y="168"/>
                  </a:cxn>
                  <a:cxn ang="0">
                    <a:pos x="396" y="177"/>
                  </a:cxn>
                  <a:cxn ang="0">
                    <a:pos x="396" y="186"/>
                  </a:cxn>
                  <a:cxn ang="0">
                    <a:pos x="396" y="203"/>
                  </a:cxn>
                  <a:cxn ang="0">
                    <a:pos x="396" y="203"/>
                  </a:cxn>
                  <a:cxn ang="0">
                    <a:pos x="396" y="212"/>
                  </a:cxn>
                  <a:cxn ang="0">
                    <a:pos x="404" y="212"/>
                  </a:cxn>
                  <a:cxn ang="0">
                    <a:pos x="404" y="221"/>
                  </a:cxn>
                  <a:cxn ang="0">
                    <a:pos x="404" y="230"/>
                  </a:cxn>
                  <a:cxn ang="0">
                    <a:pos x="404" y="239"/>
                  </a:cxn>
                  <a:cxn ang="0">
                    <a:pos x="413" y="248"/>
                  </a:cxn>
                  <a:cxn ang="0">
                    <a:pos x="413" y="248"/>
                  </a:cxn>
                  <a:cxn ang="0">
                    <a:pos x="413" y="256"/>
                  </a:cxn>
                  <a:cxn ang="0">
                    <a:pos x="308" y="256"/>
                  </a:cxn>
                  <a:cxn ang="0">
                    <a:pos x="211" y="256"/>
                  </a:cxn>
                  <a:cxn ang="0">
                    <a:pos x="97" y="248"/>
                  </a:cxn>
                  <a:cxn ang="0">
                    <a:pos x="0" y="239"/>
                  </a:cxn>
                </a:cxnLst>
                <a:rect l="0" t="0" r="r" b="b"/>
                <a:pathLst>
                  <a:path w="413" h="256">
                    <a:moveTo>
                      <a:pt x="0" y="239"/>
                    </a:moveTo>
                    <a:lnTo>
                      <a:pt x="17" y="0"/>
                    </a:lnTo>
                    <a:lnTo>
                      <a:pt x="17" y="0"/>
                    </a:lnTo>
                    <a:lnTo>
                      <a:pt x="97" y="9"/>
                    </a:lnTo>
                    <a:lnTo>
                      <a:pt x="220" y="9"/>
                    </a:lnTo>
                    <a:lnTo>
                      <a:pt x="325" y="18"/>
                    </a:lnTo>
                    <a:lnTo>
                      <a:pt x="378" y="18"/>
                    </a:lnTo>
                    <a:lnTo>
                      <a:pt x="369" y="18"/>
                    </a:lnTo>
                    <a:lnTo>
                      <a:pt x="369" y="18"/>
                    </a:lnTo>
                    <a:lnTo>
                      <a:pt x="378" y="18"/>
                    </a:lnTo>
                    <a:lnTo>
                      <a:pt x="378" y="35"/>
                    </a:lnTo>
                    <a:lnTo>
                      <a:pt x="378" y="44"/>
                    </a:lnTo>
                    <a:lnTo>
                      <a:pt x="378" y="53"/>
                    </a:lnTo>
                    <a:lnTo>
                      <a:pt x="378" y="62"/>
                    </a:lnTo>
                    <a:lnTo>
                      <a:pt x="378" y="62"/>
                    </a:lnTo>
                    <a:lnTo>
                      <a:pt x="378" y="71"/>
                    </a:lnTo>
                    <a:lnTo>
                      <a:pt x="378" y="80"/>
                    </a:lnTo>
                    <a:lnTo>
                      <a:pt x="378" y="80"/>
                    </a:lnTo>
                    <a:lnTo>
                      <a:pt x="387" y="97"/>
                    </a:lnTo>
                    <a:lnTo>
                      <a:pt x="387" y="106"/>
                    </a:lnTo>
                    <a:lnTo>
                      <a:pt x="396" y="115"/>
                    </a:lnTo>
                    <a:lnTo>
                      <a:pt x="396" y="133"/>
                    </a:lnTo>
                    <a:lnTo>
                      <a:pt x="396" y="133"/>
                    </a:lnTo>
                    <a:lnTo>
                      <a:pt x="396" y="142"/>
                    </a:lnTo>
                    <a:lnTo>
                      <a:pt x="396" y="142"/>
                    </a:lnTo>
                    <a:lnTo>
                      <a:pt x="396" y="150"/>
                    </a:lnTo>
                    <a:lnTo>
                      <a:pt x="396" y="168"/>
                    </a:lnTo>
                    <a:lnTo>
                      <a:pt x="396" y="168"/>
                    </a:lnTo>
                    <a:lnTo>
                      <a:pt x="396" y="177"/>
                    </a:lnTo>
                    <a:lnTo>
                      <a:pt x="396" y="186"/>
                    </a:lnTo>
                    <a:lnTo>
                      <a:pt x="396" y="203"/>
                    </a:lnTo>
                    <a:lnTo>
                      <a:pt x="396" y="203"/>
                    </a:lnTo>
                    <a:lnTo>
                      <a:pt x="396" y="212"/>
                    </a:lnTo>
                    <a:lnTo>
                      <a:pt x="404" y="212"/>
                    </a:lnTo>
                    <a:lnTo>
                      <a:pt x="404" y="221"/>
                    </a:lnTo>
                    <a:lnTo>
                      <a:pt x="404" y="230"/>
                    </a:lnTo>
                    <a:lnTo>
                      <a:pt x="404" y="239"/>
                    </a:lnTo>
                    <a:lnTo>
                      <a:pt x="413" y="248"/>
                    </a:lnTo>
                    <a:lnTo>
                      <a:pt x="413" y="248"/>
                    </a:lnTo>
                    <a:lnTo>
                      <a:pt x="413" y="256"/>
                    </a:lnTo>
                    <a:lnTo>
                      <a:pt x="308" y="256"/>
                    </a:lnTo>
                    <a:lnTo>
                      <a:pt x="211" y="256"/>
                    </a:lnTo>
                    <a:lnTo>
                      <a:pt x="97" y="248"/>
                    </a:lnTo>
                    <a:lnTo>
                      <a:pt x="0" y="239"/>
                    </a:lnTo>
                    <a:close/>
                  </a:path>
                </a:pathLst>
              </a:custGeom>
              <a:solidFill>
                <a:schemeClr val="accent3"/>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655"/>
              <p:cNvGrpSpPr/>
              <p:nvPr/>
            </p:nvGrpSpPr>
            <p:grpSpPr>
              <a:xfrm>
                <a:off x="4305977" y="1998232"/>
                <a:ext cx="625199" cy="474938"/>
                <a:chOff x="4630738" y="1803401"/>
                <a:chExt cx="739775" cy="561976"/>
              </a:xfrm>
              <a:solidFill>
                <a:schemeClr val="accent3"/>
              </a:solidFill>
            </p:grpSpPr>
            <p:sp>
              <p:nvSpPr>
                <p:cNvPr id="142" name="Freeform 75"/>
                <p:cNvSpPr>
                  <a:spLocks/>
                </p:cNvSpPr>
                <p:nvPr/>
              </p:nvSpPr>
              <p:spPr bwMode="auto">
                <a:xfrm>
                  <a:off x="4630738" y="1803401"/>
                  <a:ext cx="587375" cy="533400"/>
                </a:xfrm>
                <a:custGeom>
                  <a:avLst/>
                  <a:gdLst/>
                  <a:ahLst/>
                  <a:cxnLst>
                    <a:cxn ang="0">
                      <a:pos x="0" y="292"/>
                    </a:cxn>
                    <a:cxn ang="0">
                      <a:pos x="18" y="265"/>
                    </a:cxn>
                    <a:cxn ang="0">
                      <a:pos x="27" y="256"/>
                    </a:cxn>
                    <a:cxn ang="0">
                      <a:pos x="44" y="239"/>
                    </a:cxn>
                    <a:cxn ang="0">
                      <a:pos x="35" y="221"/>
                    </a:cxn>
                    <a:cxn ang="0">
                      <a:pos x="35" y="221"/>
                    </a:cxn>
                    <a:cxn ang="0">
                      <a:pos x="27" y="212"/>
                    </a:cxn>
                    <a:cxn ang="0">
                      <a:pos x="27" y="203"/>
                    </a:cxn>
                    <a:cxn ang="0">
                      <a:pos x="35" y="195"/>
                    </a:cxn>
                    <a:cxn ang="0">
                      <a:pos x="44" y="195"/>
                    </a:cxn>
                    <a:cxn ang="0">
                      <a:pos x="71" y="186"/>
                    </a:cxn>
                    <a:cxn ang="0">
                      <a:pos x="106" y="186"/>
                    </a:cxn>
                    <a:cxn ang="0">
                      <a:pos x="132" y="177"/>
                    </a:cxn>
                    <a:cxn ang="0">
                      <a:pos x="141" y="177"/>
                    </a:cxn>
                    <a:cxn ang="0">
                      <a:pos x="150" y="177"/>
                    </a:cxn>
                    <a:cxn ang="0">
                      <a:pos x="158" y="159"/>
                    </a:cxn>
                    <a:cxn ang="0">
                      <a:pos x="167" y="150"/>
                    </a:cxn>
                    <a:cxn ang="0">
                      <a:pos x="176" y="150"/>
                    </a:cxn>
                    <a:cxn ang="0">
                      <a:pos x="176" y="142"/>
                    </a:cxn>
                    <a:cxn ang="0">
                      <a:pos x="167" y="124"/>
                    </a:cxn>
                    <a:cxn ang="0">
                      <a:pos x="176" y="115"/>
                    </a:cxn>
                    <a:cxn ang="0">
                      <a:pos x="176" y="115"/>
                    </a:cxn>
                    <a:cxn ang="0">
                      <a:pos x="167" y="106"/>
                    </a:cxn>
                    <a:cxn ang="0">
                      <a:pos x="167" y="115"/>
                    </a:cxn>
                    <a:cxn ang="0">
                      <a:pos x="158" y="106"/>
                    </a:cxn>
                    <a:cxn ang="0">
                      <a:pos x="176" y="88"/>
                    </a:cxn>
                    <a:cxn ang="0">
                      <a:pos x="185" y="80"/>
                    </a:cxn>
                    <a:cxn ang="0">
                      <a:pos x="202" y="44"/>
                    </a:cxn>
                    <a:cxn ang="0">
                      <a:pos x="229" y="18"/>
                    </a:cxn>
                    <a:cxn ang="0">
                      <a:pos x="273" y="9"/>
                    </a:cxn>
                    <a:cxn ang="0">
                      <a:pos x="308" y="0"/>
                    </a:cxn>
                    <a:cxn ang="0">
                      <a:pos x="308" y="9"/>
                    </a:cxn>
                    <a:cxn ang="0">
                      <a:pos x="317" y="27"/>
                    </a:cxn>
                    <a:cxn ang="0">
                      <a:pos x="326" y="35"/>
                    </a:cxn>
                    <a:cxn ang="0">
                      <a:pos x="326" y="44"/>
                    </a:cxn>
                    <a:cxn ang="0">
                      <a:pos x="326" y="62"/>
                    </a:cxn>
                    <a:cxn ang="0">
                      <a:pos x="326" y="71"/>
                    </a:cxn>
                    <a:cxn ang="0">
                      <a:pos x="326" y="88"/>
                    </a:cxn>
                    <a:cxn ang="0">
                      <a:pos x="334" y="106"/>
                    </a:cxn>
                    <a:cxn ang="0">
                      <a:pos x="334" y="106"/>
                    </a:cxn>
                    <a:cxn ang="0">
                      <a:pos x="352" y="159"/>
                    </a:cxn>
                    <a:cxn ang="0">
                      <a:pos x="361" y="168"/>
                    </a:cxn>
                    <a:cxn ang="0">
                      <a:pos x="361" y="221"/>
                    </a:cxn>
                    <a:cxn ang="0">
                      <a:pos x="370" y="283"/>
                    </a:cxn>
                    <a:cxn ang="0">
                      <a:pos x="370" y="292"/>
                    </a:cxn>
                    <a:cxn ang="0">
                      <a:pos x="361" y="310"/>
                    </a:cxn>
                    <a:cxn ang="0">
                      <a:pos x="361" y="318"/>
                    </a:cxn>
                    <a:cxn ang="0">
                      <a:pos x="361" y="327"/>
                    </a:cxn>
                    <a:cxn ang="0">
                      <a:pos x="352" y="336"/>
                    </a:cxn>
                    <a:cxn ang="0">
                      <a:pos x="352" y="310"/>
                    </a:cxn>
                    <a:cxn ang="0">
                      <a:pos x="343" y="301"/>
                    </a:cxn>
                    <a:cxn ang="0">
                      <a:pos x="343" y="292"/>
                    </a:cxn>
                    <a:cxn ang="0">
                      <a:pos x="352" y="301"/>
                    </a:cxn>
                    <a:cxn ang="0">
                      <a:pos x="299" y="301"/>
                    </a:cxn>
                    <a:cxn ang="0">
                      <a:pos x="299" y="292"/>
                    </a:cxn>
                    <a:cxn ang="0">
                      <a:pos x="282" y="292"/>
                    </a:cxn>
                    <a:cxn ang="0">
                      <a:pos x="273" y="283"/>
                    </a:cxn>
                    <a:cxn ang="0">
                      <a:pos x="264" y="265"/>
                    </a:cxn>
                    <a:cxn ang="0">
                      <a:pos x="255" y="265"/>
                    </a:cxn>
                    <a:cxn ang="0">
                      <a:pos x="255" y="256"/>
                    </a:cxn>
                    <a:cxn ang="0">
                      <a:pos x="123" y="283"/>
                    </a:cxn>
                    <a:cxn ang="0">
                      <a:pos x="0" y="310"/>
                    </a:cxn>
                    <a:cxn ang="0">
                      <a:pos x="0" y="292"/>
                    </a:cxn>
                  </a:cxnLst>
                  <a:rect l="0" t="0" r="r" b="b"/>
                  <a:pathLst>
                    <a:path w="370" h="336">
                      <a:moveTo>
                        <a:pt x="0" y="292"/>
                      </a:moveTo>
                      <a:lnTo>
                        <a:pt x="0" y="292"/>
                      </a:lnTo>
                      <a:lnTo>
                        <a:pt x="9" y="274"/>
                      </a:lnTo>
                      <a:lnTo>
                        <a:pt x="18" y="265"/>
                      </a:lnTo>
                      <a:lnTo>
                        <a:pt x="27" y="256"/>
                      </a:lnTo>
                      <a:lnTo>
                        <a:pt x="27" y="256"/>
                      </a:lnTo>
                      <a:lnTo>
                        <a:pt x="35" y="248"/>
                      </a:lnTo>
                      <a:lnTo>
                        <a:pt x="44" y="239"/>
                      </a:lnTo>
                      <a:lnTo>
                        <a:pt x="44" y="239"/>
                      </a:lnTo>
                      <a:lnTo>
                        <a:pt x="35" y="221"/>
                      </a:lnTo>
                      <a:lnTo>
                        <a:pt x="35" y="221"/>
                      </a:lnTo>
                      <a:lnTo>
                        <a:pt x="35" y="221"/>
                      </a:lnTo>
                      <a:lnTo>
                        <a:pt x="27" y="212"/>
                      </a:lnTo>
                      <a:lnTo>
                        <a:pt x="27" y="212"/>
                      </a:lnTo>
                      <a:lnTo>
                        <a:pt x="27" y="203"/>
                      </a:lnTo>
                      <a:lnTo>
                        <a:pt x="27" y="203"/>
                      </a:lnTo>
                      <a:lnTo>
                        <a:pt x="27" y="203"/>
                      </a:lnTo>
                      <a:lnTo>
                        <a:pt x="35" y="195"/>
                      </a:lnTo>
                      <a:lnTo>
                        <a:pt x="35" y="195"/>
                      </a:lnTo>
                      <a:lnTo>
                        <a:pt x="44" y="195"/>
                      </a:lnTo>
                      <a:lnTo>
                        <a:pt x="53" y="186"/>
                      </a:lnTo>
                      <a:lnTo>
                        <a:pt x="71" y="186"/>
                      </a:lnTo>
                      <a:lnTo>
                        <a:pt x="97" y="186"/>
                      </a:lnTo>
                      <a:lnTo>
                        <a:pt x="106" y="186"/>
                      </a:lnTo>
                      <a:lnTo>
                        <a:pt x="114" y="186"/>
                      </a:lnTo>
                      <a:lnTo>
                        <a:pt x="132" y="177"/>
                      </a:lnTo>
                      <a:lnTo>
                        <a:pt x="141" y="177"/>
                      </a:lnTo>
                      <a:lnTo>
                        <a:pt x="141" y="177"/>
                      </a:lnTo>
                      <a:lnTo>
                        <a:pt x="150" y="177"/>
                      </a:lnTo>
                      <a:lnTo>
                        <a:pt x="150" y="177"/>
                      </a:lnTo>
                      <a:lnTo>
                        <a:pt x="158" y="168"/>
                      </a:lnTo>
                      <a:lnTo>
                        <a:pt x="158" y="159"/>
                      </a:lnTo>
                      <a:lnTo>
                        <a:pt x="167" y="159"/>
                      </a:lnTo>
                      <a:lnTo>
                        <a:pt x="167" y="150"/>
                      </a:lnTo>
                      <a:lnTo>
                        <a:pt x="176" y="150"/>
                      </a:lnTo>
                      <a:lnTo>
                        <a:pt x="176" y="150"/>
                      </a:lnTo>
                      <a:lnTo>
                        <a:pt x="176" y="142"/>
                      </a:lnTo>
                      <a:lnTo>
                        <a:pt x="176" y="142"/>
                      </a:lnTo>
                      <a:lnTo>
                        <a:pt x="176" y="133"/>
                      </a:lnTo>
                      <a:lnTo>
                        <a:pt x="167" y="124"/>
                      </a:lnTo>
                      <a:lnTo>
                        <a:pt x="176" y="124"/>
                      </a:lnTo>
                      <a:lnTo>
                        <a:pt x="176" y="115"/>
                      </a:lnTo>
                      <a:lnTo>
                        <a:pt x="176" y="115"/>
                      </a:lnTo>
                      <a:lnTo>
                        <a:pt x="176" y="115"/>
                      </a:lnTo>
                      <a:lnTo>
                        <a:pt x="167" y="106"/>
                      </a:lnTo>
                      <a:lnTo>
                        <a:pt x="167" y="106"/>
                      </a:lnTo>
                      <a:lnTo>
                        <a:pt x="167" y="115"/>
                      </a:lnTo>
                      <a:lnTo>
                        <a:pt x="167" y="115"/>
                      </a:lnTo>
                      <a:lnTo>
                        <a:pt x="158" y="106"/>
                      </a:lnTo>
                      <a:lnTo>
                        <a:pt x="158" y="106"/>
                      </a:lnTo>
                      <a:lnTo>
                        <a:pt x="167" y="97"/>
                      </a:lnTo>
                      <a:lnTo>
                        <a:pt x="176" y="88"/>
                      </a:lnTo>
                      <a:lnTo>
                        <a:pt x="176" y="88"/>
                      </a:lnTo>
                      <a:lnTo>
                        <a:pt x="185" y="80"/>
                      </a:lnTo>
                      <a:lnTo>
                        <a:pt x="185" y="71"/>
                      </a:lnTo>
                      <a:lnTo>
                        <a:pt x="202" y="44"/>
                      </a:lnTo>
                      <a:lnTo>
                        <a:pt x="220" y="27"/>
                      </a:lnTo>
                      <a:lnTo>
                        <a:pt x="229" y="18"/>
                      </a:lnTo>
                      <a:lnTo>
                        <a:pt x="238" y="18"/>
                      </a:lnTo>
                      <a:lnTo>
                        <a:pt x="273" y="9"/>
                      </a:lnTo>
                      <a:lnTo>
                        <a:pt x="308" y="0"/>
                      </a:lnTo>
                      <a:lnTo>
                        <a:pt x="308" y="0"/>
                      </a:lnTo>
                      <a:lnTo>
                        <a:pt x="308" y="9"/>
                      </a:lnTo>
                      <a:lnTo>
                        <a:pt x="308" y="9"/>
                      </a:lnTo>
                      <a:lnTo>
                        <a:pt x="317" y="18"/>
                      </a:lnTo>
                      <a:lnTo>
                        <a:pt x="317" y="27"/>
                      </a:lnTo>
                      <a:lnTo>
                        <a:pt x="317" y="35"/>
                      </a:lnTo>
                      <a:lnTo>
                        <a:pt x="326" y="35"/>
                      </a:lnTo>
                      <a:lnTo>
                        <a:pt x="326" y="44"/>
                      </a:lnTo>
                      <a:lnTo>
                        <a:pt x="326" y="44"/>
                      </a:lnTo>
                      <a:lnTo>
                        <a:pt x="326" y="53"/>
                      </a:lnTo>
                      <a:lnTo>
                        <a:pt x="326" y="62"/>
                      </a:lnTo>
                      <a:lnTo>
                        <a:pt x="326" y="62"/>
                      </a:lnTo>
                      <a:lnTo>
                        <a:pt x="326" y="71"/>
                      </a:lnTo>
                      <a:lnTo>
                        <a:pt x="326" y="80"/>
                      </a:lnTo>
                      <a:lnTo>
                        <a:pt x="326" y="88"/>
                      </a:lnTo>
                      <a:lnTo>
                        <a:pt x="334" y="97"/>
                      </a:lnTo>
                      <a:lnTo>
                        <a:pt x="334" y="106"/>
                      </a:lnTo>
                      <a:lnTo>
                        <a:pt x="334" y="115"/>
                      </a:lnTo>
                      <a:lnTo>
                        <a:pt x="334" y="106"/>
                      </a:lnTo>
                      <a:lnTo>
                        <a:pt x="343" y="115"/>
                      </a:lnTo>
                      <a:lnTo>
                        <a:pt x="352" y="159"/>
                      </a:lnTo>
                      <a:lnTo>
                        <a:pt x="352" y="168"/>
                      </a:lnTo>
                      <a:lnTo>
                        <a:pt x="361" y="168"/>
                      </a:lnTo>
                      <a:lnTo>
                        <a:pt x="361" y="177"/>
                      </a:lnTo>
                      <a:lnTo>
                        <a:pt x="361" y="221"/>
                      </a:lnTo>
                      <a:lnTo>
                        <a:pt x="361" y="230"/>
                      </a:lnTo>
                      <a:lnTo>
                        <a:pt x="370" y="283"/>
                      </a:lnTo>
                      <a:lnTo>
                        <a:pt x="370" y="292"/>
                      </a:lnTo>
                      <a:lnTo>
                        <a:pt x="370" y="292"/>
                      </a:lnTo>
                      <a:lnTo>
                        <a:pt x="361" y="301"/>
                      </a:lnTo>
                      <a:lnTo>
                        <a:pt x="361" y="310"/>
                      </a:lnTo>
                      <a:lnTo>
                        <a:pt x="370" y="310"/>
                      </a:lnTo>
                      <a:lnTo>
                        <a:pt x="361" y="318"/>
                      </a:lnTo>
                      <a:lnTo>
                        <a:pt x="361" y="327"/>
                      </a:lnTo>
                      <a:lnTo>
                        <a:pt x="361" y="327"/>
                      </a:lnTo>
                      <a:lnTo>
                        <a:pt x="352" y="336"/>
                      </a:lnTo>
                      <a:lnTo>
                        <a:pt x="352" y="336"/>
                      </a:lnTo>
                      <a:lnTo>
                        <a:pt x="352" y="327"/>
                      </a:lnTo>
                      <a:lnTo>
                        <a:pt x="352" y="310"/>
                      </a:lnTo>
                      <a:lnTo>
                        <a:pt x="352" y="301"/>
                      </a:lnTo>
                      <a:lnTo>
                        <a:pt x="343" y="301"/>
                      </a:lnTo>
                      <a:lnTo>
                        <a:pt x="343" y="292"/>
                      </a:lnTo>
                      <a:lnTo>
                        <a:pt x="343" y="292"/>
                      </a:lnTo>
                      <a:lnTo>
                        <a:pt x="343" y="301"/>
                      </a:lnTo>
                      <a:lnTo>
                        <a:pt x="352" y="301"/>
                      </a:lnTo>
                      <a:lnTo>
                        <a:pt x="352" y="318"/>
                      </a:lnTo>
                      <a:lnTo>
                        <a:pt x="299" y="301"/>
                      </a:lnTo>
                      <a:lnTo>
                        <a:pt x="299" y="301"/>
                      </a:lnTo>
                      <a:lnTo>
                        <a:pt x="299" y="292"/>
                      </a:lnTo>
                      <a:lnTo>
                        <a:pt x="290" y="292"/>
                      </a:lnTo>
                      <a:lnTo>
                        <a:pt x="282" y="292"/>
                      </a:lnTo>
                      <a:lnTo>
                        <a:pt x="282" y="283"/>
                      </a:lnTo>
                      <a:lnTo>
                        <a:pt x="273" y="283"/>
                      </a:lnTo>
                      <a:lnTo>
                        <a:pt x="273" y="274"/>
                      </a:lnTo>
                      <a:lnTo>
                        <a:pt x="264" y="265"/>
                      </a:lnTo>
                      <a:lnTo>
                        <a:pt x="264" y="265"/>
                      </a:lnTo>
                      <a:lnTo>
                        <a:pt x="255" y="265"/>
                      </a:lnTo>
                      <a:lnTo>
                        <a:pt x="255" y="256"/>
                      </a:lnTo>
                      <a:lnTo>
                        <a:pt x="255" y="256"/>
                      </a:lnTo>
                      <a:lnTo>
                        <a:pt x="202" y="274"/>
                      </a:lnTo>
                      <a:lnTo>
                        <a:pt x="123" y="283"/>
                      </a:lnTo>
                      <a:lnTo>
                        <a:pt x="53" y="301"/>
                      </a:lnTo>
                      <a:lnTo>
                        <a:pt x="0" y="310"/>
                      </a:lnTo>
                      <a:lnTo>
                        <a:pt x="0" y="292"/>
                      </a:lnTo>
                      <a:lnTo>
                        <a:pt x="0" y="29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77"/>
                <p:cNvSpPr>
                  <a:spLocks/>
                </p:cNvSpPr>
                <p:nvPr/>
              </p:nvSpPr>
              <p:spPr bwMode="auto">
                <a:xfrm>
                  <a:off x="5189538" y="2252664"/>
                  <a:ext cx="180975" cy="112713"/>
                </a:xfrm>
                <a:custGeom>
                  <a:avLst/>
                  <a:gdLst/>
                  <a:ahLst/>
                  <a:cxnLst>
                    <a:cxn ang="0">
                      <a:pos x="35" y="53"/>
                    </a:cxn>
                    <a:cxn ang="0">
                      <a:pos x="18" y="62"/>
                    </a:cxn>
                    <a:cxn ang="0">
                      <a:pos x="9" y="71"/>
                    </a:cxn>
                    <a:cxn ang="0">
                      <a:pos x="18" y="62"/>
                    </a:cxn>
                    <a:cxn ang="0">
                      <a:pos x="0" y="62"/>
                    </a:cxn>
                    <a:cxn ang="0">
                      <a:pos x="0" y="62"/>
                    </a:cxn>
                    <a:cxn ang="0">
                      <a:pos x="0" y="62"/>
                    </a:cxn>
                    <a:cxn ang="0">
                      <a:pos x="9" y="53"/>
                    </a:cxn>
                    <a:cxn ang="0">
                      <a:pos x="18" y="44"/>
                    </a:cxn>
                    <a:cxn ang="0">
                      <a:pos x="18" y="44"/>
                    </a:cxn>
                    <a:cxn ang="0">
                      <a:pos x="18" y="44"/>
                    </a:cxn>
                    <a:cxn ang="0">
                      <a:pos x="18" y="35"/>
                    </a:cxn>
                    <a:cxn ang="0">
                      <a:pos x="26" y="35"/>
                    </a:cxn>
                    <a:cxn ang="0">
                      <a:pos x="26" y="35"/>
                    </a:cxn>
                    <a:cxn ang="0">
                      <a:pos x="35" y="27"/>
                    </a:cxn>
                    <a:cxn ang="0">
                      <a:pos x="44" y="27"/>
                    </a:cxn>
                    <a:cxn ang="0">
                      <a:pos x="44" y="27"/>
                    </a:cxn>
                    <a:cxn ang="0">
                      <a:pos x="53" y="27"/>
                    </a:cxn>
                    <a:cxn ang="0">
                      <a:pos x="70" y="18"/>
                    </a:cxn>
                    <a:cxn ang="0">
                      <a:pos x="79" y="18"/>
                    </a:cxn>
                    <a:cxn ang="0">
                      <a:pos x="88" y="0"/>
                    </a:cxn>
                    <a:cxn ang="0">
                      <a:pos x="88" y="9"/>
                    </a:cxn>
                    <a:cxn ang="0">
                      <a:pos x="88" y="9"/>
                    </a:cxn>
                    <a:cxn ang="0">
                      <a:pos x="79" y="18"/>
                    </a:cxn>
                    <a:cxn ang="0">
                      <a:pos x="79" y="18"/>
                    </a:cxn>
                    <a:cxn ang="0">
                      <a:pos x="79" y="18"/>
                    </a:cxn>
                    <a:cxn ang="0">
                      <a:pos x="88" y="18"/>
                    </a:cxn>
                    <a:cxn ang="0">
                      <a:pos x="88" y="9"/>
                    </a:cxn>
                    <a:cxn ang="0">
                      <a:pos x="97" y="9"/>
                    </a:cxn>
                    <a:cxn ang="0">
                      <a:pos x="106" y="0"/>
                    </a:cxn>
                    <a:cxn ang="0">
                      <a:pos x="106" y="9"/>
                    </a:cxn>
                    <a:cxn ang="0">
                      <a:pos x="106" y="0"/>
                    </a:cxn>
                    <a:cxn ang="0">
                      <a:pos x="114" y="0"/>
                    </a:cxn>
                    <a:cxn ang="0">
                      <a:pos x="106" y="9"/>
                    </a:cxn>
                    <a:cxn ang="0">
                      <a:pos x="106" y="9"/>
                    </a:cxn>
                    <a:cxn ang="0">
                      <a:pos x="88" y="18"/>
                    </a:cxn>
                    <a:cxn ang="0">
                      <a:pos x="88" y="18"/>
                    </a:cxn>
                    <a:cxn ang="0">
                      <a:pos x="88" y="27"/>
                    </a:cxn>
                    <a:cxn ang="0">
                      <a:pos x="79" y="35"/>
                    </a:cxn>
                    <a:cxn ang="0">
                      <a:pos x="70" y="35"/>
                    </a:cxn>
                    <a:cxn ang="0">
                      <a:pos x="62" y="35"/>
                    </a:cxn>
                    <a:cxn ang="0">
                      <a:pos x="62" y="35"/>
                    </a:cxn>
                    <a:cxn ang="0">
                      <a:pos x="53" y="44"/>
                    </a:cxn>
                    <a:cxn ang="0">
                      <a:pos x="44" y="44"/>
                    </a:cxn>
                    <a:cxn ang="0">
                      <a:pos x="35" y="53"/>
                    </a:cxn>
                    <a:cxn ang="0">
                      <a:pos x="35" y="53"/>
                    </a:cxn>
                  </a:cxnLst>
                  <a:rect l="0" t="0" r="r" b="b"/>
                  <a:pathLst>
                    <a:path w="114" h="71">
                      <a:moveTo>
                        <a:pt x="35" y="53"/>
                      </a:moveTo>
                      <a:lnTo>
                        <a:pt x="18" y="62"/>
                      </a:lnTo>
                      <a:lnTo>
                        <a:pt x="9" y="71"/>
                      </a:lnTo>
                      <a:lnTo>
                        <a:pt x="18" y="62"/>
                      </a:lnTo>
                      <a:lnTo>
                        <a:pt x="0" y="62"/>
                      </a:lnTo>
                      <a:lnTo>
                        <a:pt x="0" y="62"/>
                      </a:lnTo>
                      <a:lnTo>
                        <a:pt x="0" y="62"/>
                      </a:lnTo>
                      <a:lnTo>
                        <a:pt x="9" y="53"/>
                      </a:lnTo>
                      <a:lnTo>
                        <a:pt x="18" y="44"/>
                      </a:lnTo>
                      <a:lnTo>
                        <a:pt x="18" y="44"/>
                      </a:lnTo>
                      <a:lnTo>
                        <a:pt x="18" y="44"/>
                      </a:lnTo>
                      <a:lnTo>
                        <a:pt x="18" y="35"/>
                      </a:lnTo>
                      <a:lnTo>
                        <a:pt x="26" y="35"/>
                      </a:lnTo>
                      <a:lnTo>
                        <a:pt x="26" y="35"/>
                      </a:lnTo>
                      <a:lnTo>
                        <a:pt x="35" y="27"/>
                      </a:lnTo>
                      <a:lnTo>
                        <a:pt x="44" y="27"/>
                      </a:lnTo>
                      <a:lnTo>
                        <a:pt x="44" y="27"/>
                      </a:lnTo>
                      <a:lnTo>
                        <a:pt x="53" y="27"/>
                      </a:lnTo>
                      <a:lnTo>
                        <a:pt x="70" y="18"/>
                      </a:lnTo>
                      <a:lnTo>
                        <a:pt x="79" y="18"/>
                      </a:lnTo>
                      <a:lnTo>
                        <a:pt x="88" y="0"/>
                      </a:lnTo>
                      <a:lnTo>
                        <a:pt x="88" y="9"/>
                      </a:lnTo>
                      <a:lnTo>
                        <a:pt x="88" y="9"/>
                      </a:lnTo>
                      <a:lnTo>
                        <a:pt x="79" y="18"/>
                      </a:lnTo>
                      <a:lnTo>
                        <a:pt x="79" y="18"/>
                      </a:lnTo>
                      <a:lnTo>
                        <a:pt x="79" y="18"/>
                      </a:lnTo>
                      <a:lnTo>
                        <a:pt x="88" y="18"/>
                      </a:lnTo>
                      <a:lnTo>
                        <a:pt x="88" y="9"/>
                      </a:lnTo>
                      <a:lnTo>
                        <a:pt x="97" y="9"/>
                      </a:lnTo>
                      <a:lnTo>
                        <a:pt x="106" y="0"/>
                      </a:lnTo>
                      <a:lnTo>
                        <a:pt x="106" y="9"/>
                      </a:lnTo>
                      <a:lnTo>
                        <a:pt x="106" y="0"/>
                      </a:lnTo>
                      <a:lnTo>
                        <a:pt x="114" y="0"/>
                      </a:lnTo>
                      <a:lnTo>
                        <a:pt x="106" y="9"/>
                      </a:lnTo>
                      <a:lnTo>
                        <a:pt x="106" y="9"/>
                      </a:lnTo>
                      <a:lnTo>
                        <a:pt x="88" y="18"/>
                      </a:lnTo>
                      <a:lnTo>
                        <a:pt x="88" y="18"/>
                      </a:lnTo>
                      <a:lnTo>
                        <a:pt x="88" y="27"/>
                      </a:lnTo>
                      <a:lnTo>
                        <a:pt x="79" y="35"/>
                      </a:lnTo>
                      <a:lnTo>
                        <a:pt x="70" y="35"/>
                      </a:lnTo>
                      <a:lnTo>
                        <a:pt x="62" y="35"/>
                      </a:lnTo>
                      <a:lnTo>
                        <a:pt x="62" y="35"/>
                      </a:lnTo>
                      <a:lnTo>
                        <a:pt x="53" y="44"/>
                      </a:lnTo>
                      <a:lnTo>
                        <a:pt x="44" y="44"/>
                      </a:lnTo>
                      <a:lnTo>
                        <a:pt x="35" y="53"/>
                      </a:lnTo>
                      <a:lnTo>
                        <a:pt x="35" y="53"/>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5" name="Freeform 91"/>
              <p:cNvSpPr>
                <a:spLocks/>
              </p:cNvSpPr>
              <p:nvPr/>
            </p:nvSpPr>
            <p:spPr bwMode="auto">
              <a:xfrm>
                <a:off x="1614670" y="1654775"/>
                <a:ext cx="861328" cy="544702"/>
              </a:xfrm>
              <a:custGeom>
                <a:avLst/>
                <a:gdLst/>
                <a:ahLst/>
                <a:cxnLst>
                  <a:cxn ang="0">
                    <a:pos x="18" y="115"/>
                  </a:cxn>
                  <a:cxn ang="0">
                    <a:pos x="9" y="97"/>
                  </a:cxn>
                  <a:cxn ang="0">
                    <a:pos x="0" y="79"/>
                  </a:cxn>
                  <a:cxn ang="0">
                    <a:pos x="18" y="0"/>
                  </a:cxn>
                  <a:cxn ang="0">
                    <a:pos x="229" y="44"/>
                  </a:cxn>
                  <a:cxn ang="0">
                    <a:pos x="422" y="70"/>
                  </a:cxn>
                  <a:cxn ang="0">
                    <a:pos x="607" y="88"/>
                  </a:cxn>
                  <a:cxn ang="0">
                    <a:pos x="642" y="88"/>
                  </a:cxn>
                  <a:cxn ang="0">
                    <a:pos x="625" y="398"/>
                  </a:cxn>
                  <a:cxn ang="0">
                    <a:pos x="546" y="398"/>
                  </a:cxn>
                  <a:cxn ang="0">
                    <a:pos x="334" y="371"/>
                  </a:cxn>
                  <a:cxn ang="0">
                    <a:pos x="229" y="362"/>
                  </a:cxn>
                  <a:cxn ang="0">
                    <a:pos x="220" y="398"/>
                  </a:cxn>
                  <a:cxn ang="0">
                    <a:pos x="211" y="380"/>
                  </a:cxn>
                  <a:cxn ang="0">
                    <a:pos x="202" y="389"/>
                  </a:cxn>
                  <a:cxn ang="0">
                    <a:pos x="194" y="389"/>
                  </a:cxn>
                  <a:cxn ang="0">
                    <a:pos x="185" y="389"/>
                  </a:cxn>
                  <a:cxn ang="0">
                    <a:pos x="158" y="380"/>
                  </a:cxn>
                  <a:cxn ang="0">
                    <a:pos x="150" y="389"/>
                  </a:cxn>
                  <a:cxn ang="0">
                    <a:pos x="141" y="389"/>
                  </a:cxn>
                  <a:cxn ang="0">
                    <a:pos x="123" y="389"/>
                  </a:cxn>
                  <a:cxn ang="0">
                    <a:pos x="123" y="398"/>
                  </a:cxn>
                  <a:cxn ang="0">
                    <a:pos x="114" y="380"/>
                  </a:cxn>
                  <a:cxn ang="0">
                    <a:pos x="114" y="371"/>
                  </a:cxn>
                  <a:cxn ang="0">
                    <a:pos x="114" y="362"/>
                  </a:cxn>
                  <a:cxn ang="0">
                    <a:pos x="106" y="353"/>
                  </a:cxn>
                  <a:cxn ang="0">
                    <a:pos x="97" y="344"/>
                  </a:cxn>
                  <a:cxn ang="0">
                    <a:pos x="97" y="336"/>
                  </a:cxn>
                  <a:cxn ang="0">
                    <a:pos x="97" y="327"/>
                  </a:cxn>
                  <a:cxn ang="0">
                    <a:pos x="88" y="300"/>
                  </a:cxn>
                  <a:cxn ang="0">
                    <a:pos x="79" y="283"/>
                  </a:cxn>
                  <a:cxn ang="0">
                    <a:pos x="62" y="291"/>
                  </a:cxn>
                  <a:cxn ang="0">
                    <a:pos x="53" y="283"/>
                  </a:cxn>
                  <a:cxn ang="0">
                    <a:pos x="44" y="283"/>
                  </a:cxn>
                  <a:cxn ang="0">
                    <a:pos x="53" y="265"/>
                  </a:cxn>
                  <a:cxn ang="0">
                    <a:pos x="62" y="265"/>
                  </a:cxn>
                  <a:cxn ang="0">
                    <a:pos x="53" y="247"/>
                  </a:cxn>
                  <a:cxn ang="0">
                    <a:pos x="62" y="238"/>
                  </a:cxn>
                  <a:cxn ang="0">
                    <a:pos x="62" y="230"/>
                  </a:cxn>
                  <a:cxn ang="0">
                    <a:pos x="70" y="203"/>
                  </a:cxn>
                  <a:cxn ang="0">
                    <a:pos x="62" y="203"/>
                  </a:cxn>
                  <a:cxn ang="0">
                    <a:pos x="62" y="194"/>
                  </a:cxn>
                  <a:cxn ang="0">
                    <a:pos x="53" y="185"/>
                  </a:cxn>
                  <a:cxn ang="0">
                    <a:pos x="44" y="176"/>
                  </a:cxn>
                  <a:cxn ang="0">
                    <a:pos x="44" y="168"/>
                  </a:cxn>
                  <a:cxn ang="0">
                    <a:pos x="35" y="159"/>
                  </a:cxn>
                  <a:cxn ang="0">
                    <a:pos x="26" y="141"/>
                  </a:cxn>
                  <a:cxn ang="0">
                    <a:pos x="18" y="132"/>
                  </a:cxn>
                  <a:cxn ang="0">
                    <a:pos x="18" y="123"/>
                  </a:cxn>
                </a:cxnLst>
                <a:rect l="0" t="0" r="r" b="b"/>
                <a:pathLst>
                  <a:path w="642" h="406">
                    <a:moveTo>
                      <a:pt x="18" y="123"/>
                    </a:moveTo>
                    <a:lnTo>
                      <a:pt x="18" y="115"/>
                    </a:lnTo>
                    <a:lnTo>
                      <a:pt x="18" y="106"/>
                    </a:lnTo>
                    <a:lnTo>
                      <a:pt x="9" y="97"/>
                    </a:lnTo>
                    <a:lnTo>
                      <a:pt x="9" y="97"/>
                    </a:lnTo>
                    <a:lnTo>
                      <a:pt x="0" y="79"/>
                    </a:lnTo>
                    <a:lnTo>
                      <a:pt x="18" y="8"/>
                    </a:lnTo>
                    <a:lnTo>
                      <a:pt x="18" y="0"/>
                    </a:lnTo>
                    <a:lnTo>
                      <a:pt x="97" y="17"/>
                    </a:lnTo>
                    <a:lnTo>
                      <a:pt x="229" y="44"/>
                    </a:lnTo>
                    <a:lnTo>
                      <a:pt x="343" y="62"/>
                    </a:lnTo>
                    <a:lnTo>
                      <a:pt x="422" y="70"/>
                    </a:lnTo>
                    <a:lnTo>
                      <a:pt x="502" y="79"/>
                    </a:lnTo>
                    <a:lnTo>
                      <a:pt x="607" y="88"/>
                    </a:lnTo>
                    <a:lnTo>
                      <a:pt x="642" y="88"/>
                    </a:lnTo>
                    <a:lnTo>
                      <a:pt x="642" y="88"/>
                    </a:lnTo>
                    <a:lnTo>
                      <a:pt x="625" y="327"/>
                    </a:lnTo>
                    <a:lnTo>
                      <a:pt x="625" y="398"/>
                    </a:lnTo>
                    <a:lnTo>
                      <a:pt x="616" y="406"/>
                    </a:lnTo>
                    <a:lnTo>
                      <a:pt x="546" y="398"/>
                    </a:lnTo>
                    <a:lnTo>
                      <a:pt x="431" y="389"/>
                    </a:lnTo>
                    <a:lnTo>
                      <a:pt x="334" y="371"/>
                    </a:lnTo>
                    <a:lnTo>
                      <a:pt x="238" y="362"/>
                    </a:lnTo>
                    <a:lnTo>
                      <a:pt x="229" y="362"/>
                    </a:lnTo>
                    <a:lnTo>
                      <a:pt x="229" y="398"/>
                    </a:lnTo>
                    <a:lnTo>
                      <a:pt x="220" y="398"/>
                    </a:lnTo>
                    <a:lnTo>
                      <a:pt x="220" y="389"/>
                    </a:lnTo>
                    <a:lnTo>
                      <a:pt x="211" y="380"/>
                    </a:lnTo>
                    <a:lnTo>
                      <a:pt x="211" y="380"/>
                    </a:lnTo>
                    <a:lnTo>
                      <a:pt x="202" y="389"/>
                    </a:lnTo>
                    <a:lnTo>
                      <a:pt x="202" y="389"/>
                    </a:lnTo>
                    <a:lnTo>
                      <a:pt x="194" y="389"/>
                    </a:lnTo>
                    <a:lnTo>
                      <a:pt x="185" y="389"/>
                    </a:lnTo>
                    <a:lnTo>
                      <a:pt x="185" y="389"/>
                    </a:lnTo>
                    <a:lnTo>
                      <a:pt x="167" y="389"/>
                    </a:lnTo>
                    <a:lnTo>
                      <a:pt x="158" y="380"/>
                    </a:lnTo>
                    <a:lnTo>
                      <a:pt x="158" y="389"/>
                    </a:lnTo>
                    <a:lnTo>
                      <a:pt x="150" y="389"/>
                    </a:lnTo>
                    <a:lnTo>
                      <a:pt x="150" y="389"/>
                    </a:lnTo>
                    <a:lnTo>
                      <a:pt x="141" y="389"/>
                    </a:lnTo>
                    <a:lnTo>
                      <a:pt x="132" y="389"/>
                    </a:lnTo>
                    <a:lnTo>
                      <a:pt x="123" y="389"/>
                    </a:lnTo>
                    <a:lnTo>
                      <a:pt x="123" y="398"/>
                    </a:lnTo>
                    <a:lnTo>
                      <a:pt x="123" y="398"/>
                    </a:lnTo>
                    <a:lnTo>
                      <a:pt x="123" y="389"/>
                    </a:lnTo>
                    <a:lnTo>
                      <a:pt x="114" y="380"/>
                    </a:lnTo>
                    <a:lnTo>
                      <a:pt x="114" y="380"/>
                    </a:lnTo>
                    <a:lnTo>
                      <a:pt x="114" y="371"/>
                    </a:lnTo>
                    <a:lnTo>
                      <a:pt x="114" y="371"/>
                    </a:lnTo>
                    <a:lnTo>
                      <a:pt x="114" y="362"/>
                    </a:lnTo>
                    <a:lnTo>
                      <a:pt x="106" y="353"/>
                    </a:lnTo>
                    <a:lnTo>
                      <a:pt x="106" y="353"/>
                    </a:lnTo>
                    <a:lnTo>
                      <a:pt x="97" y="353"/>
                    </a:lnTo>
                    <a:lnTo>
                      <a:pt x="97" y="344"/>
                    </a:lnTo>
                    <a:lnTo>
                      <a:pt x="97" y="336"/>
                    </a:lnTo>
                    <a:lnTo>
                      <a:pt x="97" y="336"/>
                    </a:lnTo>
                    <a:lnTo>
                      <a:pt x="97" y="327"/>
                    </a:lnTo>
                    <a:lnTo>
                      <a:pt x="97" y="327"/>
                    </a:lnTo>
                    <a:lnTo>
                      <a:pt x="88" y="318"/>
                    </a:lnTo>
                    <a:lnTo>
                      <a:pt x="88" y="300"/>
                    </a:lnTo>
                    <a:lnTo>
                      <a:pt x="88" y="291"/>
                    </a:lnTo>
                    <a:lnTo>
                      <a:pt x="79" y="283"/>
                    </a:lnTo>
                    <a:lnTo>
                      <a:pt x="79" y="283"/>
                    </a:lnTo>
                    <a:lnTo>
                      <a:pt x="62" y="291"/>
                    </a:lnTo>
                    <a:lnTo>
                      <a:pt x="53" y="291"/>
                    </a:lnTo>
                    <a:lnTo>
                      <a:pt x="53" y="283"/>
                    </a:lnTo>
                    <a:lnTo>
                      <a:pt x="44" y="283"/>
                    </a:lnTo>
                    <a:lnTo>
                      <a:pt x="44" y="283"/>
                    </a:lnTo>
                    <a:lnTo>
                      <a:pt x="53" y="274"/>
                    </a:lnTo>
                    <a:lnTo>
                      <a:pt x="53" y="265"/>
                    </a:lnTo>
                    <a:lnTo>
                      <a:pt x="53" y="265"/>
                    </a:lnTo>
                    <a:lnTo>
                      <a:pt x="62" y="265"/>
                    </a:lnTo>
                    <a:lnTo>
                      <a:pt x="62" y="256"/>
                    </a:lnTo>
                    <a:lnTo>
                      <a:pt x="53" y="247"/>
                    </a:lnTo>
                    <a:lnTo>
                      <a:pt x="62" y="238"/>
                    </a:lnTo>
                    <a:lnTo>
                      <a:pt x="62" y="238"/>
                    </a:lnTo>
                    <a:lnTo>
                      <a:pt x="62" y="230"/>
                    </a:lnTo>
                    <a:lnTo>
                      <a:pt x="62" y="230"/>
                    </a:lnTo>
                    <a:lnTo>
                      <a:pt x="70" y="221"/>
                    </a:lnTo>
                    <a:lnTo>
                      <a:pt x="70" y="203"/>
                    </a:lnTo>
                    <a:lnTo>
                      <a:pt x="70" y="203"/>
                    </a:lnTo>
                    <a:lnTo>
                      <a:pt x="62" y="203"/>
                    </a:lnTo>
                    <a:lnTo>
                      <a:pt x="62" y="194"/>
                    </a:lnTo>
                    <a:lnTo>
                      <a:pt x="62" y="194"/>
                    </a:lnTo>
                    <a:lnTo>
                      <a:pt x="53" y="194"/>
                    </a:lnTo>
                    <a:lnTo>
                      <a:pt x="53" y="185"/>
                    </a:lnTo>
                    <a:lnTo>
                      <a:pt x="44" y="185"/>
                    </a:lnTo>
                    <a:lnTo>
                      <a:pt x="44" y="176"/>
                    </a:lnTo>
                    <a:lnTo>
                      <a:pt x="44" y="176"/>
                    </a:lnTo>
                    <a:lnTo>
                      <a:pt x="44" y="168"/>
                    </a:lnTo>
                    <a:lnTo>
                      <a:pt x="35" y="159"/>
                    </a:lnTo>
                    <a:lnTo>
                      <a:pt x="35" y="159"/>
                    </a:lnTo>
                    <a:lnTo>
                      <a:pt x="26" y="150"/>
                    </a:lnTo>
                    <a:lnTo>
                      <a:pt x="26" y="141"/>
                    </a:lnTo>
                    <a:lnTo>
                      <a:pt x="18" y="141"/>
                    </a:lnTo>
                    <a:lnTo>
                      <a:pt x="18" y="132"/>
                    </a:lnTo>
                    <a:lnTo>
                      <a:pt x="9" y="123"/>
                    </a:lnTo>
                    <a:lnTo>
                      <a:pt x="18" y="123"/>
                    </a:lnTo>
                    <a:lnTo>
                      <a:pt x="18" y="123"/>
                    </a:lnTo>
                    <a:close/>
                  </a:path>
                </a:pathLst>
              </a:custGeom>
              <a:solidFill>
                <a:schemeClr val="accent2"/>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25"/>
              <p:cNvSpPr>
                <a:spLocks/>
              </p:cNvSpPr>
              <p:nvPr/>
            </p:nvSpPr>
            <p:spPr bwMode="auto">
              <a:xfrm>
                <a:off x="4872152" y="1654775"/>
                <a:ext cx="307234" cy="485671"/>
              </a:xfrm>
              <a:custGeom>
                <a:avLst/>
                <a:gdLst/>
                <a:ahLst/>
                <a:cxnLst>
                  <a:cxn ang="0">
                    <a:pos x="9" y="194"/>
                  </a:cxn>
                  <a:cxn ang="0">
                    <a:pos x="18" y="185"/>
                  </a:cxn>
                  <a:cxn ang="0">
                    <a:pos x="18" y="176"/>
                  </a:cxn>
                  <a:cxn ang="0">
                    <a:pos x="18" y="168"/>
                  </a:cxn>
                  <a:cxn ang="0">
                    <a:pos x="36" y="141"/>
                  </a:cxn>
                  <a:cxn ang="0">
                    <a:pos x="27" y="123"/>
                  </a:cxn>
                  <a:cxn ang="0">
                    <a:pos x="27" y="79"/>
                  </a:cxn>
                  <a:cxn ang="0">
                    <a:pos x="62" y="8"/>
                  </a:cxn>
                  <a:cxn ang="0">
                    <a:pos x="80" y="26"/>
                  </a:cxn>
                  <a:cxn ang="0">
                    <a:pos x="88" y="8"/>
                  </a:cxn>
                  <a:cxn ang="0">
                    <a:pos x="106" y="0"/>
                  </a:cxn>
                  <a:cxn ang="0">
                    <a:pos x="132" y="17"/>
                  </a:cxn>
                  <a:cxn ang="0">
                    <a:pos x="168" y="97"/>
                  </a:cxn>
                  <a:cxn ang="0">
                    <a:pos x="168" y="115"/>
                  </a:cxn>
                  <a:cxn ang="0">
                    <a:pos x="176" y="123"/>
                  </a:cxn>
                  <a:cxn ang="0">
                    <a:pos x="194" y="123"/>
                  </a:cxn>
                  <a:cxn ang="0">
                    <a:pos x="194" y="141"/>
                  </a:cxn>
                  <a:cxn ang="0">
                    <a:pos x="203" y="150"/>
                  </a:cxn>
                  <a:cxn ang="0">
                    <a:pos x="212" y="150"/>
                  </a:cxn>
                  <a:cxn ang="0">
                    <a:pos x="229" y="159"/>
                  </a:cxn>
                  <a:cxn ang="0">
                    <a:pos x="229" y="168"/>
                  </a:cxn>
                  <a:cxn ang="0">
                    <a:pos x="229" y="176"/>
                  </a:cxn>
                  <a:cxn ang="0">
                    <a:pos x="212" y="185"/>
                  </a:cxn>
                  <a:cxn ang="0">
                    <a:pos x="212" y="194"/>
                  </a:cxn>
                  <a:cxn ang="0">
                    <a:pos x="212" y="203"/>
                  </a:cxn>
                  <a:cxn ang="0">
                    <a:pos x="203" y="203"/>
                  </a:cxn>
                  <a:cxn ang="0">
                    <a:pos x="194" y="212"/>
                  </a:cxn>
                  <a:cxn ang="0">
                    <a:pos x="194" y="221"/>
                  </a:cxn>
                  <a:cxn ang="0">
                    <a:pos x="185" y="221"/>
                  </a:cxn>
                  <a:cxn ang="0">
                    <a:pos x="168" y="212"/>
                  </a:cxn>
                  <a:cxn ang="0">
                    <a:pos x="159" y="221"/>
                  </a:cxn>
                  <a:cxn ang="0">
                    <a:pos x="159" y="238"/>
                  </a:cxn>
                  <a:cxn ang="0">
                    <a:pos x="150" y="238"/>
                  </a:cxn>
                  <a:cxn ang="0">
                    <a:pos x="141" y="230"/>
                  </a:cxn>
                  <a:cxn ang="0">
                    <a:pos x="141" y="230"/>
                  </a:cxn>
                  <a:cxn ang="0">
                    <a:pos x="141" y="247"/>
                  </a:cxn>
                  <a:cxn ang="0">
                    <a:pos x="132" y="256"/>
                  </a:cxn>
                  <a:cxn ang="0">
                    <a:pos x="132" y="274"/>
                  </a:cxn>
                  <a:cxn ang="0">
                    <a:pos x="124" y="274"/>
                  </a:cxn>
                  <a:cxn ang="0">
                    <a:pos x="115" y="283"/>
                  </a:cxn>
                  <a:cxn ang="0">
                    <a:pos x="115" y="274"/>
                  </a:cxn>
                  <a:cxn ang="0">
                    <a:pos x="106" y="291"/>
                  </a:cxn>
                  <a:cxn ang="0">
                    <a:pos x="106" y="283"/>
                  </a:cxn>
                  <a:cxn ang="0">
                    <a:pos x="106" y="291"/>
                  </a:cxn>
                  <a:cxn ang="0">
                    <a:pos x="97" y="283"/>
                  </a:cxn>
                  <a:cxn ang="0">
                    <a:pos x="106" y="300"/>
                  </a:cxn>
                  <a:cxn ang="0">
                    <a:pos x="97" y="291"/>
                  </a:cxn>
                  <a:cxn ang="0">
                    <a:pos x="97" y="300"/>
                  </a:cxn>
                  <a:cxn ang="0">
                    <a:pos x="88" y="300"/>
                  </a:cxn>
                  <a:cxn ang="0">
                    <a:pos x="88" y="318"/>
                  </a:cxn>
                  <a:cxn ang="0">
                    <a:pos x="80" y="336"/>
                  </a:cxn>
                  <a:cxn ang="0">
                    <a:pos x="80" y="353"/>
                  </a:cxn>
                  <a:cxn ang="0">
                    <a:pos x="71" y="362"/>
                  </a:cxn>
                  <a:cxn ang="0">
                    <a:pos x="53" y="353"/>
                  </a:cxn>
                  <a:cxn ang="0">
                    <a:pos x="44" y="336"/>
                  </a:cxn>
                  <a:cxn ang="0">
                    <a:pos x="0" y="203"/>
                  </a:cxn>
                </a:cxnLst>
                <a:rect l="0" t="0" r="r" b="b"/>
                <a:pathLst>
                  <a:path w="229" h="362">
                    <a:moveTo>
                      <a:pt x="0" y="203"/>
                    </a:moveTo>
                    <a:lnTo>
                      <a:pt x="9" y="194"/>
                    </a:lnTo>
                    <a:lnTo>
                      <a:pt x="9" y="194"/>
                    </a:lnTo>
                    <a:lnTo>
                      <a:pt x="18" y="194"/>
                    </a:lnTo>
                    <a:lnTo>
                      <a:pt x="18" y="194"/>
                    </a:lnTo>
                    <a:lnTo>
                      <a:pt x="18" y="185"/>
                    </a:lnTo>
                    <a:lnTo>
                      <a:pt x="18" y="185"/>
                    </a:lnTo>
                    <a:lnTo>
                      <a:pt x="27" y="185"/>
                    </a:lnTo>
                    <a:lnTo>
                      <a:pt x="18" y="176"/>
                    </a:lnTo>
                    <a:lnTo>
                      <a:pt x="18" y="176"/>
                    </a:lnTo>
                    <a:lnTo>
                      <a:pt x="18" y="168"/>
                    </a:lnTo>
                    <a:lnTo>
                      <a:pt x="18" y="168"/>
                    </a:lnTo>
                    <a:lnTo>
                      <a:pt x="27" y="159"/>
                    </a:lnTo>
                    <a:lnTo>
                      <a:pt x="27" y="150"/>
                    </a:lnTo>
                    <a:lnTo>
                      <a:pt x="36" y="141"/>
                    </a:lnTo>
                    <a:lnTo>
                      <a:pt x="27" y="132"/>
                    </a:lnTo>
                    <a:lnTo>
                      <a:pt x="27" y="123"/>
                    </a:lnTo>
                    <a:lnTo>
                      <a:pt x="27" y="123"/>
                    </a:lnTo>
                    <a:lnTo>
                      <a:pt x="27" y="106"/>
                    </a:lnTo>
                    <a:lnTo>
                      <a:pt x="36" y="97"/>
                    </a:lnTo>
                    <a:lnTo>
                      <a:pt x="27" y="79"/>
                    </a:lnTo>
                    <a:lnTo>
                      <a:pt x="53" y="8"/>
                    </a:lnTo>
                    <a:lnTo>
                      <a:pt x="62" y="8"/>
                    </a:lnTo>
                    <a:lnTo>
                      <a:pt x="62" y="8"/>
                    </a:lnTo>
                    <a:lnTo>
                      <a:pt x="62" y="17"/>
                    </a:lnTo>
                    <a:lnTo>
                      <a:pt x="71" y="26"/>
                    </a:lnTo>
                    <a:lnTo>
                      <a:pt x="80" y="26"/>
                    </a:lnTo>
                    <a:lnTo>
                      <a:pt x="80" y="17"/>
                    </a:lnTo>
                    <a:lnTo>
                      <a:pt x="88" y="17"/>
                    </a:lnTo>
                    <a:lnTo>
                      <a:pt x="88" y="8"/>
                    </a:lnTo>
                    <a:lnTo>
                      <a:pt x="97" y="8"/>
                    </a:lnTo>
                    <a:lnTo>
                      <a:pt x="97" y="0"/>
                    </a:lnTo>
                    <a:lnTo>
                      <a:pt x="106" y="0"/>
                    </a:lnTo>
                    <a:lnTo>
                      <a:pt x="115" y="0"/>
                    </a:lnTo>
                    <a:lnTo>
                      <a:pt x="124" y="8"/>
                    </a:lnTo>
                    <a:lnTo>
                      <a:pt x="132" y="17"/>
                    </a:lnTo>
                    <a:lnTo>
                      <a:pt x="132" y="17"/>
                    </a:lnTo>
                    <a:lnTo>
                      <a:pt x="159" y="79"/>
                    </a:lnTo>
                    <a:lnTo>
                      <a:pt x="168" y="97"/>
                    </a:lnTo>
                    <a:lnTo>
                      <a:pt x="168" y="106"/>
                    </a:lnTo>
                    <a:lnTo>
                      <a:pt x="168" y="106"/>
                    </a:lnTo>
                    <a:lnTo>
                      <a:pt x="168" y="115"/>
                    </a:lnTo>
                    <a:lnTo>
                      <a:pt x="168" y="115"/>
                    </a:lnTo>
                    <a:lnTo>
                      <a:pt x="176" y="115"/>
                    </a:lnTo>
                    <a:lnTo>
                      <a:pt x="176" y="123"/>
                    </a:lnTo>
                    <a:lnTo>
                      <a:pt x="185" y="123"/>
                    </a:lnTo>
                    <a:lnTo>
                      <a:pt x="185" y="123"/>
                    </a:lnTo>
                    <a:lnTo>
                      <a:pt x="194" y="123"/>
                    </a:lnTo>
                    <a:lnTo>
                      <a:pt x="194" y="123"/>
                    </a:lnTo>
                    <a:lnTo>
                      <a:pt x="194" y="132"/>
                    </a:lnTo>
                    <a:lnTo>
                      <a:pt x="194" y="141"/>
                    </a:lnTo>
                    <a:lnTo>
                      <a:pt x="194" y="141"/>
                    </a:lnTo>
                    <a:lnTo>
                      <a:pt x="203" y="150"/>
                    </a:lnTo>
                    <a:lnTo>
                      <a:pt x="203" y="150"/>
                    </a:lnTo>
                    <a:lnTo>
                      <a:pt x="212" y="150"/>
                    </a:lnTo>
                    <a:lnTo>
                      <a:pt x="212" y="150"/>
                    </a:lnTo>
                    <a:lnTo>
                      <a:pt x="212" y="150"/>
                    </a:lnTo>
                    <a:lnTo>
                      <a:pt x="220" y="150"/>
                    </a:lnTo>
                    <a:lnTo>
                      <a:pt x="220" y="150"/>
                    </a:lnTo>
                    <a:lnTo>
                      <a:pt x="229" y="159"/>
                    </a:lnTo>
                    <a:lnTo>
                      <a:pt x="220" y="168"/>
                    </a:lnTo>
                    <a:lnTo>
                      <a:pt x="220" y="176"/>
                    </a:lnTo>
                    <a:lnTo>
                      <a:pt x="229" y="168"/>
                    </a:lnTo>
                    <a:lnTo>
                      <a:pt x="229" y="168"/>
                    </a:lnTo>
                    <a:lnTo>
                      <a:pt x="229" y="168"/>
                    </a:lnTo>
                    <a:lnTo>
                      <a:pt x="229" y="176"/>
                    </a:lnTo>
                    <a:lnTo>
                      <a:pt x="229" y="185"/>
                    </a:lnTo>
                    <a:lnTo>
                      <a:pt x="220" y="185"/>
                    </a:lnTo>
                    <a:lnTo>
                      <a:pt x="212" y="185"/>
                    </a:lnTo>
                    <a:lnTo>
                      <a:pt x="220" y="194"/>
                    </a:lnTo>
                    <a:lnTo>
                      <a:pt x="212" y="194"/>
                    </a:lnTo>
                    <a:lnTo>
                      <a:pt x="212" y="194"/>
                    </a:lnTo>
                    <a:lnTo>
                      <a:pt x="212" y="194"/>
                    </a:lnTo>
                    <a:lnTo>
                      <a:pt x="212" y="194"/>
                    </a:lnTo>
                    <a:lnTo>
                      <a:pt x="212" y="203"/>
                    </a:lnTo>
                    <a:lnTo>
                      <a:pt x="203" y="203"/>
                    </a:lnTo>
                    <a:lnTo>
                      <a:pt x="203" y="203"/>
                    </a:lnTo>
                    <a:lnTo>
                      <a:pt x="203" y="203"/>
                    </a:lnTo>
                    <a:lnTo>
                      <a:pt x="194" y="203"/>
                    </a:lnTo>
                    <a:lnTo>
                      <a:pt x="194" y="203"/>
                    </a:lnTo>
                    <a:lnTo>
                      <a:pt x="194" y="212"/>
                    </a:lnTo>
                    <a:lnTo>
                      <a:pt x="194" y="221"/>
                    </a:lnTo>
                    <a:lnTo>
                      <a:pt x="194" y="212"/>
                    </a:lnTo>
                    <a:lnTo>
                      <a:pt x="194" y="221"/>
                    </a:lnTo>
                    <a:lnTo>
                      <a:pt x="185" y="212"/>
                    </a:lnTo>
                    <a:lnTo>
                      <a:pt x="185" y="212"/>
                    </a:lnTo>
                    <a:lnTo>
                      <a:pt x="185" y="221"/>
                    </a:lnTo>
                    <a:lnTo>
                      <a:pt x="185" y="221"/>
                    </a:lnTo>
                    <a:lnTo>
                      <a:pt x="185" y="221"/>
                    </a:lnTo>
                    <a:lnTo>
                      <a:pt x="168" y="212"/>
                    </a:lnTo>
                    <a:lnTo>
                      <a:pt x="168" y="221"/>
                    </a:lnTo>
                    <a:lnTo>
                      <a:pt x="168" y="221"/>
                    </a:lnTo>
                    <a:lnTo>
                      <a:pt x="159" y="221"/>
                    </a:lnTo>
                    <a:lnTo>
                      <a:pt x="159" y="221"/>
                    </a:lnTo>
                    <a:lnTo>
                      <a:pt x="159" y="230"/>
                    </a:lnTo>
                    <a:lnTo>
                      <a:pt x="159" y="238"/>
                    </a:lnTo>
                    <a:lnTo>
                      <a:pt x="168" y="238"/>
                    </a:lnTo>
                    <a:lnTo>
                      <a:pt x="159" y="238"/>
                    </a:lnTo>
                    <a:lnTo>
                      <a:pt x="150" y="238"/>
                    </a:lnTo>
                    <a:lnTo>
                      <a:pt x="150" y="238"/>
                    </a:lnTo>
                    <a:lnTo>
                      <a:pt x="150" y="230"/>
                    </a:lnTo>
                    <a:lnTo>
                      <a:pt x="141" y="230"/>
                    </a:lnTo>
                    <a:lnTo>
                      <a:pt x="141" y="221"/>
                    </a:lnTo>
                    <a:lnTo>
                      <a:pt x="141" y="221"/>
                    </a:lnTo>
                    <a:lnTo>
                      <a:pt x="141" y="230"/>
                    </a:lnTo>
                    <a:lnTo>
                      <a:pt x="132" y="230"/>
                    </a:lnTo>
                    <a:lnTo>
                      <a:pt x="141" y="238"/>
                    </a:lnTo>
                    <a:lnTo>
                      <a:pt x="141" y="247"/>
                    </a:lnTo>
                    <a:lnTo>
                      <a:pt x="132" y="247"/>
                    </a:lnTo>
                    <a:lnTo>
                      <a:pt x="141" y="256"/>
                    </a:lnTo>
                    <a:lnTo>
                      <a:pt x="132" y="256"/>
                    </a:lnTo>
                    <a:lnTo>
                      <a:pt x="141" y="265"/>
                    </a:lnTo>
                    <a:lnTo>
                      <a:pt x="132" y="265"/>
                    </a:lnTo>
                    <a:lnTo>
                      <a:pt x="132" y="274"/>
                    </a:lnTo>
                    <a:lnTo>
                      <a:pt x="124" y="274"/>
                    </a:lnTo>
                    <a:lnTo>
                      <a:pt x="124" y="274"/>
                    </a:lnTo>
                    <a:lnTo>
                      <a:pt x="124" y="274"/>
                    </a:lnTo>
                    <a:lnTo>
                      <a:pt x="124" y="283"/>
                    </a:lnTo>
                    <a:lnTo>
                      <a:pt x="124" y="283"/>
                    </a:lnTo>
                    <a:lnTo>
                      <a:pt x="115" y="283"/>
                    </a:lnTo>
                    <a:lnTo>
                      <a:pt x="115" y="283"/>
                    </a:lnTo>
                    <a:lnTo>
                      <a:pt x="115" y="274"/>
                    </a:lnTo>
                    <a:lnTo>
                      <a:pt x="115" y="274"/>
                    </a:lnTo>
                    <a:lnTo>
                      <a:pt x="115" y="283"/>
                    </a:lnTo>
                    <a:lnTo>
                      <a:pt x="115" y="291"/>
                    </a:lnTo>
                    <a:lnTo>
                      <a:pt x="106" y="291"/>
                    </a:lnTo>
                    <a:lnTo>
                      <a:pt x="115" y="283"/>
                    </a:lnTo>
                    <a:lnTo>
                      <a:pt x="106" y="274"/>
                    </a:lnTo>
                    <a:lnTo>
                      <a:pt x="106" y="283"/>
                    </a:lnTo>
                    <a:lnTo>
                      <a:pt x="106" y="283"/>
                    </a:lnTo>
                    <a:lnTo>
                      <a:pt x="106" y="291"/>
                    </a:lnTo>
                    <a:lnTo>
                      <a:pt x="106" y="291"/>
                    </a:lnTo>
                    <a:lnTo>
                      <a:pt x="97" y="283"/>
                    </a:lnTo>
                    <a:lnTo>
                      <a:pt x="97" y="274"/>
                    </a:lnTo>
                    <a:lnTo>
                      <a:pt x="97" y="283"/>
                    </a:lnTo>
                    <a:lnTo>
                      <a:pt x="97" y="283"/>
                    </a:lnTo>
                    <a:lnTo>
                      <a:pt x="97" y="283"/>
                    </a:lnTo>
                    <a:lnTo>
                      <a:pt x="106" y="300"/>
                    </a:lnTo>
                    <a:lnTo>
                      <a:pt x="106" y="300"/>
                    </a:lnTo>
                    <a:lnTo>
                      <a:pt x="97" y="291"/>
                    </a:lnTo>
                    <a:lnTo>
                      <a:pt x="97" y="291"/>
                    </a:lnTo>
                    <a:lnTo>
                      <a:pt x="97" y="300"/>
                    </a:lnTo>
                    <a:lnTo>
                      <a:pt x="97" y="300"/>
                    </a:lnTo>
                    <a:lnTo>
                      <a:pt x="97" y="300"/>
                    </a:lnTo>
                    <a:lnTo>
                      <a:pt x="97" y="300"/>
                    </a:lnTo>
                    <a:lnTo>
                      <a:pt x="88" y="291"/>
                    </a:lnTo>
                    <a:lnTo>
                      <a:pt x="88" y="300"/>
                    </a:lnTo>
                    <a:lnTo>
                      <a:pt x="80" y="309"/>
                    </a:lnTo>
                    <a:lnTo>
                      <a:pt x="80" y="318"/>
                    </a:lnTo>
                    <a:lnTo>
                      <a:pt x="88" y="318"/>
                    </a:lnTo>
                    <a:lnTo>
                      <a:pt x="80" y="327"/>
                    </a:lnTo>
                    <a:lnTo>
                      <a:pt x="80" y="327"/>
                    </a:lnTo>
                    <a:lnTo>
                      <a:pt x="80" y="336"/>
                    </a:lnTo>
                    <a:lnTo>
                      <a:pt x="71" y="344"/>
                    </a:lnTo>
                    <a:lnTo>
                      <a:pt x="71" y="353"/>
                    </a:lnTo>
                    <a:lnTo>
                      <a:pt x="80" y="353"/>
                    </a:lnTo>
                    <a:lnTo>
                      <a:pt x="71" y="362"/>
                    </a:lnTo>
                    <a:lnTo>
                      <a:pt x="71" y="362"/>
                    </a:lnTo>
                    <a:lnTo>
                      <a:pt x="71" y="362"/>
                    </a:lnTo>
                    <a:lnTo>
                      <a:pt x="62" y="362"/>
                    </a:lnTo>
                    <a:lnTo>
                      <a:pt x="62" y="353"/>
                    </a:lnTo>
                    <a:lnTo>
                      <a:pt x="53" y="353"/>
                    </a:lnTo>
                    <a:lnTo>
                      <a:pt x="53" y="344"/>
                    </a:lnTo>
                    <a:lnTo>
                      <a:pt x="44" y="344"/>
                    </a:lnTo>
                    <a:lnTo>
                      <a:pt x="44" y="336"/>
                    </a:lnTo>
                    <a:lnTo>
                      <a:pt x="44" y="336"/>
                    </a:lnTo>
                    <a:lnTo>
                      <a:pt x="44" y="318"/>
                    </a:lnTo>
                    <a:lnTo>
                      <a:pt x="0" y="203"/>
                    </a:lnTo>
                    <a:lnTo>
                      <a:pt x="0" y="203"/>
                    </a:lnTo>
                    <a:close/>
                  </a:path>
                </a:pathLst>
              </a:custGeom>
              <a:solidFill>
                <a:schemeClr val="accent5"/>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35"/>
              <p:cNvSpPr>
                <a:spLocks/>
              </p:cNvSpPr>
              <p:nvPr/>
            </p:nvSpPr>
            <p:spPr bwMode="auto">
              <a:xfrm>
                <a:off x="2995209" y="2365839"/>
                <a:ext cx="508479" cy="332725"/>
              </a:xfrm>
              <a:custGeom>
                <a:avLst/>
                <a:gdLst/>
                <a:ahLst/>
                <a:cxnLst>
                  <a:cxn ang="0">
                    <a:pos x="9" y="71"/>
                  </a:cxn>
                  <a:cxn ang="0">
                    <a:pos x="0" y="62"/>
                  </a:cxn>
                  <a:cxn ang="0">
                    <a:pos x="9" y="62"/>
                  </a:cxn>
                  <a:cxn ang="0">
                    <a:pos x="9" y="44"/>
                  </a:cxn>
                  <a:cxn ang="0">
                    <a:pos x="9" y="36"/>
                  </a:cxn>
                  <a:cxn ang="0">
                    <a:pos x="9" y="27"/>
                  </a:cxn>
                  <a:cxn ang="0">
                    <a:pos x="9" y="18"/>
                  </a:cxn>
                  <a:cxn ang="0">
                    <a:pos x="0" y="9"/>
                  </a:cxn>
                  <a:cxn ang="0">
                    <a:pos x="71" y="9"/>
                  </a:cxn>
                  <a:cxn ang="0">
                    <a:pos x="256" y="0"/>
                  </a:cxn>
                  <a:cxn ang="0">
                    <a:pos x="308" y="0"/>
                  </a:cxn>
                  <a:cxn ang="0">
                    <a:pos x="317" y="9"/>
                  </a:cxn>
                  <a:cxn ang="0">
                    <a:pos x="317" y="18"/>
                  </a:cxn>
                  <a:cxn ang="0">
                    <a:pos x="317" y="36"/>
                  </a:cxn>
                  <a:cxn ang="0">
                    <a:pos x="317" y="44"/>
                  </a:cxn>
                  <a:cxn ang="0">
                    <a:pos x="326" y="53"/>
                  </a:cxn>
                  <a:cxn ang="0">
                    <a:pos x="344" y="62"/>
                  </a:cxn>
                  <a:cxn ang="0">
                    <a:pos x="352" y="71"/>
                  </a:cxn>
                  <a:cxn ang="0">
                    <a:pos x="361" y="89"/>
                  </a:cxn>
                  <a:cxn ang="0">
                    <a:pos x="370" y="97"/>
                  </a:cxn>
                  <a:cxn ang="0">
                    <a:pos x="379" y="106"/>
                  </a:cxn>
                  <a:cxn ang="0">
                    <a:pos x="379" y="124"/>
                  </a:cxn>
                  <a:cxn ang="0">
                    <a:pos x="370" y="142"/>
                  </a:cxn>
                  <a:cxn ang="0">
                    <a:pos x="352" y="150"/>
                  </a:cxn>
                  <a:cxn ang="0">
                    <a:pos x="335" y="159"/>
                  </a:cxn>
                  <a:cxn ang="0">
                    <a:pos x="326" y="177"/>
                  </a:cxn>
                  <a:cxn ang="0">
                    <a:pos x="335" y="195"/>
                  </a:cxn>
                  <a:cxn ang="0">
                    <a:pos x="326" y="212"/>
                  </a:cxn>
                  <a:cxn ang="0">
                    <a:pos x="326" y="221"/>
                  </a:cxn>
                  <a:cxn ang="0">
                    <a:pos x="317" y="230"/>
                  </a:cxn>
                  <a:cxn ang="0">
                    <a:pos x="317" y="239"/>
                  </a:cxn>
                  <a:cxn ang="0">
                    <a:pos x="308" y="248"/>
                  </a:cxn>
                  <a:cxn ang="0">
                    <a:pos x="300" y="230"/>
                  </a:cxn>
                  <a:cxn ang="0">
                    <a:pos x="256" y="230"/>
                  </a:cxn>
                  <a:cxn ang="0">
                    <a:pos x="124" y="239"/>
                  </a:cxn>
                  <a:cxn ang="0">
                    <a:pos x="53" y="230"/>
                  </a:cxn>
                  <a:cxn ang="0">
                    <a:pos x="53" y="212"/>
                  </a:cxn>
                  <a:cxn ang="0">
                    <a:pos x="44" y="195"/>
                  </a:cxn>
                  <a:cxn ang="0">
                    <a:pos x="44" y="186"/>
                  </a:cxn>
                  <a:cxn ang="0">
                    <a:pos x="44" y="177"/>
                  </a:cxn>
                  <a:cxn ang="0">
                    <a:pos x="44" y="168"/>
                  </a:cxn>
                  <a:cxn ang="0">
                    <a:pos x="36" y="159"/>
                  </a:cxn>
                  <a:cxn ang="0">
                    <a:pos x="36" y="150"/>
                  </a:cxn>
                  <a:cxn ang="0">
                    <a:pos x="36" y="142"/>
                  </a:cxn>
                  <a:cxn ang="0">
                    <a:pos x="36" y="133"/>
                  </a:cxn>
                  <a:cxn ang="0">
                    <a:pos x="27" y="124"/>
                  </a:cxn>
                  <a:cxn ang="0">
                    <a:pos x="18" y="106"/>
                  </a:cxn>
                  <a:cxn ang="0">
                    <a:pos x="18" y="97"/>
                  </a:cxn>
                  <a:cxn ang="0">
                    <a:pos x="18" y="89"/>
                  </a:cxn>
                  <a:cxn ang="0">
                    <a:pos x="9" y="89"/>
                  </a:cxn>
                </a:cxnLst>
                <a:rect l="0" t="0" r="r" b="b"/>
                <a:pathLst>
                  <a:path w="379" h="248">
                    <a:moveTo>
                      <a:pt x="9" y="89"/>
                    </a:moveTo>
                    <a:lnTo>
                      <a:pt x="9" y="71"/>
                    </a:lnTo>
                    <a:lnTo>
                      <a:pt x="0" y="71"/>
                    </a:lnTo>
                    <a:lnTo>
                      <a:pt x="0" y="62"/>
                    </a:lnTo>
                    <a:lnTo>
                      <a:pt x="9" y="62"/>
                    </a:lnTo>
                    <a:lnTo>
                      <a:pt x="9" y="62"/>
                    </a:lnTo>
                    <a:lnTo>
                      <a:pt x="9" y="53"/>
                    </a:lnTo>
                    <a:lnTo>
                      <a:pt x="9" y="44"/>
                    </a:lnTo>
                    <a:lnTo>
                      <a:pt x="9" y="36"/>
                    </a:lnTo>
                    <a:lnTo>
                      <a:pt x="9" y="36"/>
                    </a:lnTo>
                    <a:lnTo>
                      <a:pt x="9" y="27"/>
                    </a:lnTo>
                    <a:lnTo>
                      <a:pt x="9" y="27"/>
                    </a:lnTo>
                    <a:lnTo>
                      <a:pt x="9" y="27"/>
                    </a:lnTo>
                    <a:lnTo>
                      <a:pt x="9" y="18"/>
                    </a:lnTo>
                    <a:lnTo>
                      <a:pt x="9" y="9"/>
                    </a:lnTo>
                    <a:lnTo>
                      <a:pt x="0" y="9"/>
                    </a:lnTo>
                    <a:lnTo>
                      <a:pt x="9" y="9"/>
                    </a:lnTo>
                    <a:lnTo>
                      <a:pt x="71" y="9"/>
                    </a:lnTo>
                    <a:lnTo>
                      <a:pt x="168" y="0"/>
                    </a:lnTo>
                    <a:lnTo>
                      <a:pt x="256" y="0"/>
                    </a:lnTo>
                    <a:lnTo>
                      <a:pt x="308" y="0"/>
                    </a:lnTo>
                    <a:lnTo>
                      <a:pt x="308" y="0"/>
                    </a:lnTo>
                    <a:lnTo>
                      <a:pt x="308" y="0"/>
                    </a:lnTo>
                    <a:lnTo>
                      <a:pt x="317" y="9"/>
                    </a:lnTo>
                    <a:lnTo>
                      <a:pt x="317" y="9"/>
                    </a:lnTo>
                    <a:lnTo>
                      <a:pt x="317" y="18"/>
                    </a:lnTo>
                    <a:lnTo>
                      <a:pt x="317" y="27"/>
                    </a:lnTo>
                    <a:lnTo>
                      <a:pt x="317" y="36"/>
                    </a:lnTo>
                    <a:lnTo>
                      <a:pt x="317" y="44"/>
                    </a:lnTo>
                    <a:lnTo>
                      <a:pt x="317" y="44"/>
                    </a:lnTo>
                    <a:lnTo>
                      <a:pt x="326" y="53"/>
                    </a:lnTo>
                    <a:lnTo>
                      <a:pt x="326" y="53"/>
                    </a:lnTo>
                    <a:lnTo>
                      <a:pt x="326" y="62"/>
                    </a:lnTo>
                    <a:lnTo>
                      <a:pt x="344" y="62"/>
                    </a:lnTo>
                    <a:lnTo>
                      <a:pt x="352" y="71"/>
                    </a:lnTo>
                    <a:lnTo>
                      <a:pt x="352" y="71"/>
                    </a:lnTo>
                    <a:lnTo>
                      <a:pt x="352" y="80"/>
                    </a:lnTo>
                    <a:lnTo>
                      <a:pt x="361" y="89"/>
                    </a:lnTo>
                    <a:lnTo>
                      <a:pt x="361" y="89"/>
                    </a:lnTo>
                    <a:lnTo>
                      <a:pt x="370" y="97"/>
                    </a:lnTo>
                    <a:lnTo>
                      <a:pt x="370" y="97"/>
                    </a:lnTo>
                    <a:lnTo>
                      <a:pt x="379" y="106"/>
                    </a:lnTo>
                    <a:lnTo>
                      <a:pt x="379" y="106"/>
                    </a:lnTo>
                    <a:lnTo>
                      <a:pt x="379" y="124"/>
                    </a:lnTo>
                    <a:lnTo>
                      <a:pt x="370" y="133"/>
                    </a:lnTo>
                    <a:lnTo>
                      <a:pt x="370" y="142"/>
                    </a:lnTo>
                    <a:lnTo>
                      <a:pt x="370" y="150"/>
                    </a:lnTo>
                    <a:lnTo>
                      <a:pt x="352" y="150"/>
                    </a:lnTo>
                    <a:lnTo>
                      <a:pt x="352" y="159"/>
                    </a:lnTo>
                    <a:lnTo>
                      <a:pt x="335" y="159"/>
                    </a:lnTo>
                    <a:lnTo>
                      <a:pt x="326" y="168"/>
                    </a:lnTo>
                    <a:lnTo>
                      <a:pt x="326" y="177"/>
                    </a:lnTo>
                    <a:lnTo>
                      <a:pt x="335" y="186"/>
                    </a:lnTo>
                    <a:lnTo>
                      <a:pt x="335" y="195"/>
                    </a:lnTo>
                    <a:lnTo>
                      <a:pt x="335" y="204"/>
                    </a:lnTo>
                    <a:lnTo>
                      <a:pt x="326" y="212"/>
                    </a:lnTo>
                    <a:lnTo>
                      <a:pt x="326" y="212"/>
                    </a:lnTo>
                    <a:lnTo>
                      <a:pt x="326" y="221"/>
                    </a:lnTo>
                    <a:lnTo>
                      <a:pt x="317" y="230"/>
                    </a:lnTo>
                    <a:lnTo>
                      <a:pt x="317" y="230"/>
                    </a:lnTo>
                    <a:lnTo>
                      <a:pt x="317" y="239"/>
                    </a:lnTo>
                    <a:lnTo>
                      <a:pt x="317" y="239"/>
                    </a:lnTo>
                    <a:lnTo>
                      <a:pt x="308" y="248"/>
                    </a:lnTo>
                    <a:lnTo>
                      <a:pt x="308" y="248"/>
                    </a:lnTo>
                    <a:lnTo>
                      <a:pt x="308" y="239"/>
                    </a:lnTo>
                    <a:lnTo>
                      <a:pt x="300" y="230"/>
                    </a:lnTo>
                    <a:lnTo>
                      <a:pt x="291" y="230"/>
                    </a:lnTo>
                    <a:lnTo>
                      <a:pt x="256" y="230"/>
                    </a:lnTo>
                    <a:lnTo>
                      <a:pt x="159" y="239"/>
                    </a:lnTo>
                    <a:lnTo>
                      <a:pt x="124" y="239"/>
                    </a:lnTo>
                    <a:lnTo>
                      <a:pt x="53" y="239"/>
                    </a:lnTo>
                    <a:lnTo>
                      <a:pt x="53" y="230"/>
                    </a:lnTo>
                    <a:lnTo>
                      <a:pt x="53" y="230"/>
                    </a:lnTo>
                    <a:lnTo>
                      <a:pt x="53" y="212"/>
                    </a:lnTo>
                    <a:lnTo>
                      <a:pt x="44" y="204"/>
                    </a:lnTo>
                    <a:lnTo>
                      <a:pt x="44" y="195"/>
                    </a:lnTo>
                    <a:lnTo>
                      <a:pt x="53" y="195"/>
                    </a:lnTo>
                    <a:lnTo>
                      <a:pt x="44" y="186"/>
                    </a:lnTo>
                    <a:lnTo>
                      <a:pt x="44" y="177"/>
                    </a:lnTo>
                    <a:lnTo>
                      <a:pt x="44" y="177"/>
                    </a:lnTo>
                    <a:lnTo>
                      <a:pt x="44" y="168"/>
                    </a:lnTo>
                    <a:lnTo>
                      <a:pt x="44" y="168"/>
                    </a:lnTo>
                    <a:lnTo>
                      <a:pt x="44" y="159"/>
                    </a:lnTo>
                    <a:lnTo>
                      <a:pt x="36" y="159"/>
                    </a:lnTo>
                    <a:lnTo>
                      <a:pt x="36" y="159"/>
                    </a:lnTo>
                    <a:lnTo>
                      <a:pt x="36" y="150"/>
                    </a:lnTo>
                    <a:lnTo>
                      <a:pt x="36" y="150"/>
                    </a:lnTo>
                    <a:lnTo>
                      <a:pt x="36" y="142"/>
                    </a:lnTo>
                    <a:lnTo>
                      <a:pt x="36" y="142"/>
                    </a:lnTo>
                    <a:lnTo>
                      <a:pt x="36" y="133"/>
                    </a:lnTo>
                    <a:lnTo>
                      <a:pt x="36" y="133"/>
                    </a:lnTo>
                    <a:lnTo>
                      <a:pt x="27" y="124"/>
                    </a:lnTo>
                    <a:lnTo>
                      <a:pt x="27" y="115"/>
                    </a:lnTo>
                    <a:lnTo>
                      <a:pt x="18" y="106"/>
                    </a:lnTo>
                    <a:lnTo>
                      <a:pt x="18" y="106"/>
                    </a:lnTo>
                    <a:lnTo>
                      <a:pt x="18" y="97"/>
                    </a:lnTo>
                    <a:lnTo>
                      <a:pt x="18" y="97"/>
                    </a:lnTo>
                    <a:lnTo>
                      <a:pt x="18" y="89"/>
                    </a:lnTo>
                    <a:lnTo>
                      <a:pt x="18" y="89"/>
                    </a:lnTo>
                    <a:lnTo>
                      <a:pt x="9" y="89"/>
                    </a:lnTo>
                    <a:close/>
                  </a:path>
                </a:pathLst>
              </a:custGeom>
              <a:solidFill>
                <a:schemeClr val="accent5"/>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43"/>
              <p:cNvSpPr>
                <a:spLocks/>
              </p:cNvSpPr>
              <p:nvPr/>
            </p:nvSpPr>
            <p:spPr bwMode="auto">
              <a:xfrm>
                <a:off x="3939717" y="3196310"/>
                <a:ext cx="461521" cy="474938"/>
              </a:xfrm>
              <a:custGeom>
                <a:avLst/>
                <a:gdLst/>
                <a:ahLst/>
                <a:cxnLst>
                  <a:cxn ang="0">
                    <a:pos x="88" y="9"/>
                  </a:cxn>
                  <a:cxn ang="0">
                    <a:pos x="150" y="18"/>
                  </a:cxn>
                  <a:cxn ang="0">
                    <a:pos x="159" y="35"/>
                  </a:cxn>
                  <a:cxn ang="0">
                    <a:pos x="185" y="35"/>
                  </a:cxn>
                  <a:cxn ang="0">
                    <a:pos x="194" y="53"/>
                  </a:cxn>
                  <a:cxn ang="0">
                    <a:pos x="220" y="80"/>
                  </a:cxn>
                  <a:cxn ang="0">
                    <a:pos x="238" y="97"/>
                  </a:cxn>
                  <a:cxn ang="0">
                    <a:pos x="256" y="106"/>
                  </a:cxn>
                  <a:cxn ang="0">
                    <a:pos x="256" y="115"/>
                  </a:cxn>
                  <a:cxn ang="0">
                    <a:pos x="273" y="133"/>
                  </a:cxn>
                  <a:cxn ang="0">
                    <a:pos x="282" y="133"/>
                  </a:cxn>
                  <a:cxn ang="0">
                    <a:pos x="300" y="159"/>
                  </a:cxn>
                  <a:cxn ang="0">
                    <a:pos x="300" y="168"/>
                  </a:cxn>
                  <a:cxn ang="0">
                    <a:pos x="317" y="186"/>
                  </a:cxn>
                  <a:cxn ang="0">
                    <a:pos x="326" y="195"/>
                  </a:cxn>
                  <a:cxn ang="0">
                    <a:pos x="335" y="212"/>
                  </a:cxn>
                  <a:cxn ang="0">
                    <a:pos x="344" y="212"/>
                  </a:cxn>
                  <a:cxn ang="0">
                    <a:pos x="344" y="221"/>
                  </a:cxn>
                  <a:cxn ang="0">
                    <a:pos x="326" y="230"/>
                  </a:cxn>
                  <a:cxn ang="0">
                    <a:pos x="326" y="239"/>
                  </a:cxn>
                  <a:cxn ang="0">
                    <a:pos x="335" y="248"/>
                  </a:cxn>
                  <a:cxn ang="0">
                    <a:pos x="326" y="248"/>
                  </a:cxn>
                  <a:cxn ang="0">
                    <a:pos x="326" y="257"/>
                  </a:cxn>
                  <a:cxn ang="0">
                    <a:pos x="326" y="274"/>
                  </a:cxn>
                  <a:cxn ang="0">
                    <a:pos x="308" y="274"/>
                  </a:cxn>
                  <a:cxn ang="0">
                    <a:pos x="326" y="274"/>
                  </a:cxn>
                  <a:cxn ang="0">
                    <a:pos x="317" y="283"/>
                  </a:cxn>
                  <a:cxn ang="0">
                    <a:pos x="317" y="292"/>
                  </a:cxn>
                  <a:cxn ang="0">
                    <a:pos x="317" y="301"/>
                  </a:cxn>
                  <a:cxn ang="0">
                    <a:pos x="317" y="310"/>
                  </a:cxn>
                  <a:cxn ang="0">
                    <a:pos x="317" y="318"/>
                  </a:cxn>
                  <a:cxn ang="0">
                    <a:pos x="300" y="318"/>
                  </a:cxn>
                  <a:cxn ang="0">
                    <a:pos x="282" y="318"/>
                  </a:cxn>
                  <a:cxn ang="0">
                    <a:pos x="282" y="336"/>
                  </a:cxn>
                  <a:cxn ang="0">
                    <a:pos x="282" y="354"/>
                  </a:cxn>
                  <a:cxn ang="0">
                    <a:pos x="264" y="345"/>
                  </a:cxn>
                  <a:cxn ang="0">
                    <a:pos x="88" y="345"/>
                  </a:cxn>
                  <a:cxn ang="0">
                    <a:pos x="80" y="318"/>
                  </a:cxn>
                  <a:cxn ang="0">
                    <a:pos x="71" y="301"/>
                  </a:cxn>
                  <a:cxn ang="0">
                    <a:pos x="71" y="283"/>
                  </a:cxn>
                  <a:cxn ang="0">
                    <a:pos x="71" y="257"/>
                  </a:cxn>
                  <a:cxn ang="0">
                    <a:pos x="71" y="239"/>
                  </a:cxn>
                  <a:cxn ang="0">
                    <a:pos x="71" y="230"/>
                  </a:cxn>
                  <a:cxn ang="0">
                    <a:pos x="71" y="212"/>
                  </a:cxn>
                  <a:cxn ang="0">
                    <a:pos x="53" y="195"/>
                  </a:cxn>
                  <a:cxn ang="0">
                    <a:pos x="27" y="97"/>
                  </a:cxn>
                </a:cxnLst>
                <a:rect l="0" t="0" r="r" b="b"/>
                <a:pathLst>
                  <a:path w="344" h="354">
                    <a:moveTo>
                      <a:pt x="0" y="18"/>
                    </a:moveTo>
                    <a:lnTo>
                      <a:pt x="62" y="18"/>
                    </a:lnTo>
                    <a:lnTo>
                      <a:pt x="88" y="9"/>
                    </a:lnTo>
                    <a:lnTo>
                      <a:pt x="168" y="0"/>
                    </a:lnTo>
                    <a:lnTo>
                      <a:pt x="159" y="9"/>
                    </a:lnTo>
                    <a:lnTo>
                      <a:pt x="150" y="18"/>
                    </a:lnTo>
                    <a:lnTo>
                      <a:pt x="150" y="27"/>
                    </a:lnTo>
                    <a:lnTo>
                      <a:pt x="150" y="27"/>
                    </a:lnTo>
                    <a:lnTo>
                      <a:pt x="159" y="35"/>
                    </a:lnTo>
                    <a:lnTo>
                      <a:pt x="168" y="35"/>
                    </a:lnTo>
                    <a:lnTo>
                      <a:pt x="176" y="44"/>
                    </a:lnTo>
                    <a:lnTo>
                      <a:pt x="185" y="35"/>
                    </a:lnTo>
                    <a:lnTo>
                      <a:pt x="185" y="44"/>
                    </a:lnTo>
                    <a:lnTo>
                      <a:pt x="185" y="53"/>
                    </a:lnTo>
                    <a:lnTo>
                      <a:pt x="194" y="53"/>
                    </a:lnTo>
                    <a:lnTo>
                      <a:pt x="194" y="62"/>
                    </a:lnTo>
                    <a:lnTo>
                      <a:pt x="212" y="80"/>
                    </a:lnTo>
                    <a:lnTo>
                      <a:pt x="220" y="80"/>
                    </a:lnTo>
                    <a:lnTo>
                      <a:pt x="229" y="89"/>
                    </a:lnTo>
                    <a:lnTo>
                      <a:pt x="238" y="89"/>
                    </a:lnTo>
                    <a:lnTo>
                      <a:pt x="238" y="97"/>
                    </a:lnTo>
                    <a:lnTo>
                      <a:pt x="238" y="97"/>
                    </a:lnTo>
                    <a:lnTo>
                      <a:pt x="247" y="106"/>
                    </a:lnTo>
                    <a:lnTo>
                      <a:pt x="256" y="106"/>
                    </a:lnTo>
                    <a:lnTo>
                      <a:pt x="256" y="115"/>
                    </a:lnTo>
                    <a:lnTo>
                      <a:pt x="256" y="115"/>
                    </a:lnTo>
                    <a:lnTo>
                      <a:pt x="256" y="115"/>
                    </a:lnTo>
                    <a:lnTo>
                      <a:pt x="264" y="124"/>
                    </a:lnTo>
                    <a:lnTo>
                      <a:pt x="264" y="124"/>
                    </a:lnTo>
                    <a:lnTo>
                      <a:pt x="273" y="133"/>
                    </a:lnTo>
                    <a:lnTo>
                      <a:pt x="273" y="133"/>
                    </a:lnTo>
                    <a:lnTo>
                      <a:pt x="273" y="133"/>
                    </a:lnTo>
                    <a:lnTo>
                      <a:pt x="282" y="133"/>
                    </a:lnTo>
                    <a:lnTo>
                      <a:pt x="291" y="142"/>
                    </a:lnTo>
                    <a:lnTo>
                      <a:pt x="291" y="150"/>
                    </a:lnTo>
                    <a:lnTo>
                      <a:pt x="300" y="159"/>
                    </a:lnTo>
                    <a:lnTo>
                      <a:pt x="300" y="159"/>
                    </a:lnTo>
                    <a:lnTo>
                      <a:pt x="300" y="168"/>
                    </a:lnTo>
                    <a:lnTo>
                      <a:pt x="300" y="168"/>
                    </a:lnTo>
                    <a:lnTo>
                      <a:pt x="308" y="177"/>
                    </a:lnTo>
                    <a:lnTo>
                      <a:pt x="317" y="177"/>
                    </a:lnTo>
                    <a:lnTo>
                      <a:pt x="317" y="186"/>
                    </a:lnTo>
                    <a:lnTo>
                      <a:pt x="317" y="186"/>
                    </a:lnTo>
                    <a:lnTo>
                      <a:pt x="326" y="195"/>
                    </a:lnTo>
                    <a:lnTo>
                      <a:pt x="326" y="195"/>
                    </a:lnTo>
                    <a:lnTo>
                      <a:pt x="326" y="203"/>
                    </a:lnTo>
                    <a:lnTo>
                      <a:pt x="326" y="212"/>
                    </a:lnTo>
                    <a:lnTo>
                      <a:pt x="335" y="212"/>
                    </a:lnTo>
                    <a:lnTo>
                      <a:pt x="344" y="212"/>
                    </a:lnTo>
                    <a:lnTo>
                      <a:pt x="344" y="212"/>
                    </a:lnTo>
                    <a:lnTo>
                      <a:pt x="344" y="212"/>
                    </a:lnTo>
                    <a:lnTo>
                      <a:pt x="344" y="221"/>
                    </a:lnTo>
                    <a:lnTo>
                      <a:pt x="335" y="221"/>
                    </a:lnTo>
                    <a:lnTo>
                      <a:pt x="344" y="221"/>
                    </a:lnTo>
                    <a:lnTo>
                      <a:pt x="335" y="230"/>
                    </a:lnTo>
                    <a:lnTo>
                      <a:pt x="326" y="221"/>
                    </a:lnTo>
                    <a:lnTo>
                      <a:pt x="326" y="230"/>
                    </a:lnTo>
                    <a:lnTo>
                      <a:pt x="335" y="230"/>
                    </a:lnTo>
                    <a:lnTo>
                      <a:pt x="335" y="239"/>
                    </a:lnTo>
                    <a:lnTo>
                      <a:pt x="326" y="239"/>
                    </a:lnTo>
                    <a:lnTo>
                      <a:pt x="326" y="248"/>
                    </a:lnTo>
                    <a:lnTo>
                      <a:pt x="335" y="239"/>
                    </a:lnTo>
                    <a:lnTo>
                      <a:pt x="335" y="248"/>
                    </a:lnTo>
                    <a:lnTo>
                      <a:pt x="326" y="248"/>
                    </a:lnTo>
                    <a:lnTo>
                      <a:pt x="326" y="248"/>
                    </a:lnTo>
                    <a:lnTo>
                      <a:pt x="326" y="248"/>
                    </a:lnTo>
                    <a:lnTo>
                      <a:pt x="326" y="257"/>
                    </a:lnTo>
                    <a:lnTo>
                      <a:pt x="326" y="257"/>
                    </a:lnTo>
                    <a:lnTo>
                      <a:pt x="326" y="257"/>
                    </a:lnTo>
                    <a:lnTo>
                      <a:pt x="326" y="265"/>
                    </a:lnTo>
                    <a:lnTo>
                      <a:pt x="326" y="265"/>
                    </a:lnTo>
                    <a:lnTo>
                      <a:pt x="326" y="274"/>
                    </a:lnTo>
                    <a:lnTo>
                      <a:pt x="317" y="274"/>
                    </a:lnTo>
                    <a:lnTo>
                      <a:pt x="317" y="274"/>
                    </a:lnTo>
                    <a:lnTo>
                      <a:pt x="308" y="274"/>
                    </a:lnTo>
                    <a:lnTo>
                      <a:pt x="317" y="274"/>
                    </a:lnTo>
                    <a:lnTo>
                      <a:pt x="317" y="274"/>
                    </a:lnTo>
                    <a:lnTo>
                      <a:pt x="326" y="274"/>
                    </a:lnTo>
                    <a:lnTo>
                      <a:pt x="326" y="283"/>
                    </a:lnTo>
                    <a:lnTo>
                      <a:pt x="317" y="283"/>
                    </a:lnTo>
                    <a:lnTo>
                      <a:pt x="317" y="283"/>
                    </a:lnTo>
                    <a:lnTo>
                      <a:pt x="317" y="292"/>
                    </a:lnTo>
                    <a:lnTo>
                      <a:pt x="317" y="292"/>
                    </a:lnTo>
                    <a:lnTo>
                      <a:pt x="317" y="292"/>
                    </a:lnTo>
                    <a:lnTo>
                      <a:pt x="317" y="292"/>
                    </a:lnTo>
                    <a:lnTo>
                      <a:pt x="317" y="301"/>
                    </a:lnTo>
                    <a:lnTo>
                      <a:pt x="317" y="301"/>
                    </a:lnTo>
                    <a:lnTo>
                      <a:pt x="317" y="301"/>
                    </a:lnTo>
                    <a:lnTo>
                      <a:pt x="317" y="310"/>
                    </a:lnTo>
                    <a:lnTo>
                      <a:pt x="317" y="310"/>
                    </a:lnTo>
                    <a:lnTo>
                      <a:pt x="317" y="318"/>
                    </a:lnTo>
                    <a:lnTo>
                      <a:pt x="317" y="318"/>
                    </a:lnTo>
                    <a:lnTo>
                      <a:pt x="317" y="318"/>
                    </a:lnTo>
                    <a:lnTo>
                      <a:pt x="317" y="318"/>
                    </a:lnTo>
                    <a:lnTo>
                      <a:pt x="308" y="318"/>
                    </a:lnTo>
                    <a:lnTo>
                      <a:pt x="300" y="318"/>
                    </a:lnTo>
                    <a:lnTo>
                      <a:pt x="291" y="318"/>
                    </a:lnTo>
                    <a:lnTo>
                      <a:pt x="291" y="318"/>
                    </a:lnTo>
                    <a:lnTo>
                      <a:pt x="282" y="318"/>
                    </a:lnTo>
                    <a:lnTo>
                      <a:pt x="282" y="327"/>
                    </a:lnTo>
                    <a:lnTo>
                      <a:pt x="282" y="327"/>
                    </a:lnTo>
                    <a:lnTo>
                      <a:pt x="282" y="336"/>
                    </a:lnTo>
                    <a:lnTo>
                      <a:pt x="291" y="345"/>
                    </a:lnTo>
                    <a:lnTo>
                      <a:pt x="291" y="354"/>
                    </a:lnTo>
                    <a:lnTo>
                      <a:pt x="282" y="354"/>
                    </a:lnTo>
                    <a:lnTo>
                      <a:pt x="273" y="354"/>
                    </a:lnTo>
                    <a:lnTo>
                      <a:pt x="273" y="345"/>
                    </a:lnTo>
                    <a:lnTo>
                      <a:pt x="264" y="345"/>
                    </a:lnTo>
                    <a:lnTo>
                      <a:pt x="97" y="354"/>
                    </a:lnTo>
                    <a:lnTo>
                      <a:pt x="88" y="345"/>
                    </a:lnTo>
                    <a:lnTo>
                      <a:pt x="88" y="345"/>
                    </a:lnTo>
                    <a:lnTo>
                      <a:pt x="80" y="336"/>
                    </a:lnTo>
                    <a:lnTo>
                      <a:pt x="80" y="327"/>
                    </a:lnTo>
                    <a:lnTo>
                      <a:pt x="80" y="318"/>
                    </a:lnTo>
                    <a:lnTo>
                      <a:pt x="71" y="318"/>
                    </a:lnTo>
                    <a:lnTo>
                      <a:pt x="71" y="310"/>
                    </a:lnTo>
                    <a:lnTo>
                      <a:pt x="71" y="301"/>
                    </a:lnTo>
                    <a:lnTo>
                      <a:pt x="71" y="292"/>
                    </a:lnTo>
                    <a:lnTo>
                      <a:pt x="71" y="292"/>
                    </a:lnTo>
                    <a:lnTo>
                      <a:pt x="71" y="283"/>
                    </a:lnTo>
                    <a:lnTo>
                      <a:pt x="71" y="274"/>
                    </a:lnTo>
                    <a:lnTo>
                      <a:pt x="62" y="265"/>
                    </a:lnTo>
                    <a:lnTo>
                      <a:pt x="71" y="257"/>
                    </a:lnTo>
                    <a:lnTo>
                      <a:pt x="71" y="257"/>
                    </a:lnTo>
                    <a:lnTo>
                      <a:pt x="71" y="248"/>
                    </a:lnTo>
                    <a:lnTo>
                      <a:pt x="71" y="239"/>
                    </a:lnTo>
                    <a:lnTo>
                      <a:pt x="80" y="239"/>
                    </a:lnTo>
                    <a:lnTo>
                      <a:pt x="71" y="230"/>
                    </a:lnTo>
                    <a:lnTo>
                      <a:pt x="71" y="230"/>
                    </a:lnTo>
                    <a:lnTo>
                      <a:pt x="71" y="221"/>
                    </a:lnTo>
                    <a:lnTo>
                      <a:pt x="71" y="212"/>
                    </a:lnTo>
                    <a:lnTo>
                      <a:pt x="71" y="212"/>
                    </a:lnTo>
                    <a:lnTo>
                      <a:pt x="62" y="203"/>
                    </a:lnTo>
                    <a:lnTo>
                      <a:pt x="53" y="195"/>
                    </a:lnTo>
                    <a:lnTo>
                      <a:pt x="53" y="195"/>
                    </a:lnTo>
                    <a:lnTo>
                      <a:pt x="53" y="186"/>
                    </a:lnTo>
                    <a:lnTo>
                      <a:pt x="53" y="186"/>
                    </a:lnTo>
                    <a:lnTo>
                      <a:pt x="27" y="97"/>
                    </a:lnTo>
                    <a:lnTo>
                      <a:pt x="0" y="18"/>
                    </a:lnTo>
                    <a:close/>
                  </a:path>
                </a:pathLst>
              </a:custGeom>
              <a:solidFill>
                <a:schemeClr val="accent4"/>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53"/>
              <p:cNvSpPr>
                <a:spLocks/>
              </p:cNvSpPr>
              <p:nvPr/>
            </p:nvSpPr>
            <p:spPr bwMode="auto">
              <a:xfrm>
                <a:off x="1968861" y="2579159"/>
                <a:ext cx="602393" cy="474938"/>
              </a:xfrm>
              <a:custGeom>
                <a:avLst/>
                <a:gdLst/>
                <a:ahLst/>
                <a:cxnLst>
                  <a:cxn ang="0">
                    <a:pos x="0" y="319"/>
                  </a:cxn>
                  <a:cxn ang="0">
                    <a:pos x="35" y="0"/>
                  </a:cxn>
                  <a:cxn ang="0">
                    <a:pos x="97" y="9"/>
                  </a:cxn>
                  <a:cxn ang="0">
                    <a:pos x="194" y="18"/>
                  </a:cxn>
                  <a:cxn ang="0">
                    <a:pos x="238" y="27"/>
                  </a:cxn>
                  <a:cxn ang="0">
                    <a:pos x="334" y="36"/>
                  </a:cxn>
                  <a:cxn ang="0">
                    <a:pos x="387" y="36"/>
                  </a:cxn>
                  <a:cxn ang="0">
                    <a:pos x="449" y="36"/>
                  </a:cxn>
                  <a:cxn ang="0">
                    <a:pos x="449" y="45"/>
                  </a:cxn>
                  <a:cxn ang="0">
                    <a:pos x="449" y="115"/>
                  </a:cxn>
                  <a:cxn ang="0">
                    <a:pos x="431" y="354"/>
                  </a:cxn>
                  <a:cxn ang="0">
                    <a:pos x="370" y="354"/>
                  </a:cxn>
                  <a:cxn ang="0">
                    <a:pos x="299" y="345"/>
                  </a:cxn>
                  <a:cxn ang="0">
                    <a:pos x="194" y="336"/>
                  </a:cxn>
                  <a:cxn ang="0">
                    <a:pos x="97" y="327"/>
                  </a:cxn>
                  <a:cxn ang="0">
                    <a:pos x="0" y="319"/>
                  </a:cxn>
                </a:cxnLst>
                <a:rect l="0" t="0" r="r" b="b"/>
                <a:pathLst>
                  <a:path w="449" h="354">
                    <a:moveTo>
                      <a:pt x="0" y="319"/>
                    </a:moveTo>
                    <a:lnTo>
                      <a:pt x="35" y="0"/>
                    </a:lnTo>
                    <a:lnTo>
                      <a:pt x="97" y="9"/>
                    </a:lnTo>
                    <a:lnTo>
                      <a:pt x="194" y="18"/>
                    </a:lnTo>
                    <a:lnTo>
                      <a:pt x="238" y="27"/>
                    </a:lnTo>
                    <a:lnTo>
                      <a:pt x="334" y="36"/>
                    </a:lnTo>
                    <a:lnTo>
                      <a:pt x="387" y="36"/>
                    </a:lnTo>
                    <a:lnTo>
                      <a:pt x="449" y="36"/>
                    </a:lnTo>
                    <a:lnTo>
                      <a:pt x="449" y="45"/>
                    </a:lnTo>
                    <a:lnTo>
                      <a:pt x="449" y="115"/>
                    </a:lnTo>
                    <a:lnTo>
                      <a:pt x="431" y="354"/>
                    </a:lnTo>
                    <a:lnTo>
                      <a:pt x="370" y="354"/>
                    </a:lnTo>
                    <a:lnTo>
                      <a:pt x="299" y="345"/>
                    </a:lnTo>
                    <a:lnTo>
                      <a:pt x="194" y="336"/>
                    </a:lnTo>
                    <a:lnTo>
                      <a:pt x="97" y="327"/>
                    </a:lnTo>
                    <a:lnTo>
                      <a:pt x="0" y="319"/>
                    </a:lnTo>
                    <a:close/>
                  </a:path>
                </a:pathLst>
              </a:custGeom>
              <a:solidFill>
                <a:schemeClr val="accent2"/>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55"/>
              <p:cNvSpPr>
                <a:spLocks/>
              </p:cNvSpPr>
              <p:nvPr/>
            </p:nvSpPr>
            <p:spPr bwMode="auto">
              <a:xfrm>
                <a:off x="812374" y="2235701"/>
                <a:ext cx="684232" cy="1151120"/>
              </a:xfrm>
              <a:custGeom>
                <a:avLst/>
                <a:gdLst/>
                <a:ahLst/>
                <a:cxnLst>
                  <a:cxn ang="0">
                    <a:pos x="44" y="26"/>
                  </a:cxn>
                  <a:cxn ang="0">
                    <a:pos x="44" y="0"/>
                  </a:cxn>
                  <a:cxn ang="0">
                    <a:pos x="237" y="239"/>
                  </a:cxn>
                  <a:cxn ang="0">
                    <a:pos x="484" y="681"/>
                  </a:cxn>
                  <a:cxn ang="0">
                    <a:pos x="493" y="707"/>
                  </a:cxn>
                  <a:cxn ang="0">
                    <a:pos x="510" y="734"/>
                  </a:cxn>
                  <a:cxn ang="0">
                    <a:pos x="484" y="760"/>
                  </a:cxn>
                  <a:cxn ang="0">
                    <a:pos x="475" y="787"/>
                  </a:cxn>
                  <a:cxn ang="0">
                    <a:pos x="457" y="813"/>
                  </a:cxn>
                  <a:cxn ang="0">
                    <a:pos x="466" y="831"/>
                  </a:cxn>
                  <a:cxn ang="0">
                    <a:pos x="466" y="849"/>
                  </a:cxn>
                  <a:cxn ang="0">
                    <a:pos x="449" y="858"/>
                  </a:cxn>
                  <a:cxn ang="0">
                    <a:pos x="290" y="831"/>
                  </a:cxn>
                  <a:cxn ang="0">
                    <a:pos x="290" y="822"/>
                  </a:cxn>
                  <a:cxn ang="0">
                    <a:pos x="290" y="805"/>
                  </a:cxn>
                  <a:cxn ang="0">
                    <a:pos x="264" y="751"/>
                  </a:cxn>
                  <a:cxn ang="0">
                    <a:pos x="246" y="725"/>
                  </a:cxn>
                  <a:cxn ang="0">
                    <a:pos x="229" y="725"/>
                  </a:cxn>
                  <a:cxn ang="0">
                    <a:pos x="229" y="698"/>
                  </a:cxn>
                  <a:cxn ang="0">
                    <a:pos x="185" y="672"/>
                  </a:cxn>
                  <a:cxn ang="0">
                    <a:pos x="158" y="654"/>
                  </a:cxn>
                  <a:cxn ang="0">
                    <a:pos x="132" y="645"/>
                  </a:cxn>
                  <a:cxn ang="0">
                    <a:pos x="105" y="628"/>
                  </a:cxn>
                  <a:cxn ang="0">
                    <a:pos x="114" y="610"/>
                  </a:cxn>
                  <a:cxn ang="0">
                    <a:pos x="114" y="583"/>
                  </a:cxn>
                  <a:cxn ang="0">
                    <a:pos x="105" y="566"/>
                  </a:cxn>
                  <a:cxn ang="0">
                    <a:pos x="88" y="530"/>
                  </a:cxn>
                  <a:cxn ang="0">
                    <a:pos x="79" y="504"/>
                  </a:cxn>
                  <a:cxn ang="0">
                    <a:pos x="61" y="477"/>
                  </a:cxn>
                  <a:cxn ang="0">
                    <a:pos x="79" y="442"/>
                  </a:cxn>
                  <a:cxn ang="0">
                    <a:pos x="61" y="424"/>
                  </a:cxn>
                  <a:cxn ang="0">
                    <a:pos x="53" y="389"/>
                  </a:cxn>
                  <a:cxn ang="0">
                    <a:pos x="53" y="371"/>
                  </a:cxn>
                  <a:cxn ang="0">
                    <a:pos x="61" y="354"/>
                  </a:cxn>
                  <a:cxn ang="0">
                    <a:pos x="61" y="371"/>
                  </a:cxn>
                  <a:cxn ang="0">
                    <a:pos x="79" y="380"/>
                  </a:cxn>
                  <a:cxn ang="0">
                    <a:pos x="70" y="354"/>
                  </a:cxn>
                  <a:cxn ang="0">
                    <a:pos x="70" y="336"/>
                  </a:cxn>
                  <a:cxn ang="0">
                    <a:pos x="88" y="336"/>
                  </a:cxn>
                  <a:cxn ang="0">
                    <a:pos x="123" y="354"/>
                  </a:cxn>
                  <a:cxn ang="0">
                    <a:pos x="114" y="345"/>
                  </a:cxn>
                  <a:cxn ang="0">
                    <a:pos x="105" y="336"/>
                  </a:cxn>
                  <a:cxn ang="0">
                    <a:pos x="79" y="336"/>
                  </a:cxn>
                  <a:cxn ang="0">
                    <a:pos x="61" y="327"/>
                  </a:cxn>
                  <a:cxn ang="0">
                    <a:pos x="61" y="345"/>
                  </a:cxn>
                  <a:cxn ang="0">
                    <a:pos x="44" y="336"/>
                  </a:cxn>
                  <a:cxn ang="0">
                    <a:pos x="35" y="318"/>
                  </a:cxn>
                  <a:cxn ang="0">
                    <a:pos x="44" y="309"/>
                  </a:cxn>
                  <a:cxn ang="0">
                    <a:pos x="35" y="301"/>
                  </a:cxn>
                  <a:cxn ang="0">
                    <a:pos x="26" y="274"/>
                  </a:cxn>
                  <a:cxn ang="0">
                    <a:pos x="9" y="239"/>
                  </a:cxn>
                  <a:cxn ang="0">
                    <a:pos x="17" y="194"/>
                  </a:cxn>
                  <a:cxn ang="0">
                    <a:pos x="17" y="168"/>
                  </a:cxn>
                  <a:cxn ang="0">
                    <a:pos x="0" y="133"/>
                  </a:cxn>
                  <a:cxn ang="0">
                    <a:pos x="9" y="106"/>
                  </a:cxn>
                  <a:cxn ang="0">
                    <a:pos x="26" y="88"/>
                  </a:cxn>
                  <a:cxn ang="0">
                    <a:pos x="35" y="71"/>
                  </a:cxn>
                </a:cxnLst>
                <a:rect l="0" t="0" r="r" b="b"/>
                <a:pathLst>
                  <a:path w="510" h="858">
                    <a:moveTo>
                      <a:pt x="44" y="44"/>
                    </a:moveTo>
                    <a:lnTo>
                      <a:pt x="44" y="35"/>
                    </a:lnTo>
                    <a:lnTo>
                      <a:pt x="44" y="35"/>
                    </a:lnTo>
                    <a:lnTo>
                      <a:pt x="44" y="26"/>
                    </a:lnTo>
                    <a:lnTo>
                      <a:pt x="44" y="18"/>
                    </a:lnTo>
                    <a:lnTo>
                      <a:pt x="44" y="18"/>
                    </a:lnTo>
                    <a:lnTo>
                      <a:pt x="44" y="9"/>
                    </a:lnTo>
                    <a:lnTo>
                      <a:pt x="44" y="0"/>
                    </a:lnTo>
                    <a:lnTo>
                      <a:pt x="53" y="0"/>
                    </a:lnTo>
                    <a:lnTo>
                      <a:pt x="176" y="35"/>
                    </a:lnTo>
                    <a:lnTo>
                      <a:pt x="281" y="62"/>
                    </a:lnTo>
                    <a:lnTo>
                      <a:pt x="237" y="239"/>
                    </a:lnTo>
                    <a:lnTo>
                      <a:pt x="229" y="292"/>
                    </a:lnTo>
                    <a:lnTo>
                      <a:pt x="413" y="566"/>
                    </a:lnTo>
                    <a:lnTo>
                      <a:pt x="484" y="681"/>
                    </a:lnTo>
                    <a:lnTo>
                      <a:pt x="484" y="681"/>
                    </a:lnTo>
                    <a:lnTo>
                      <a:pt x="484" y="690"/>
                    </a:lnTo>
                    <a:lnTo>
                      <a:pt x="493" y="698"/>
                    </a:lnTo>
                    <a:lnTo>
                      <a:pt x="493" y="707"/>
                    </a:lnTo>
                    <a:lnTo>
                      <a:pt x="493" y="707"/>
                    </a:lnTo>
                    <a:lnTo>
                      <a:pt x="501" y="716"/>
                    </a:lnTo>
                    <a:lnTo>
                      <a:pt x="493" y="725"/>
                    </a:lnTo>
                    <a:lnTo>
                      <a:pt x="510" y="734"/>
                    </a:lnTo>
                    <a:lnTo>
                      <a:pt x="510" y="734"/>
                    </a:lnTo>
                    <a:lnTo>
                      <a:pt x="501" y="743"/>
                    </a:lnTo>
                    <a:lnTo>
                      <a:pt x="493" y="751"/>
                    </a:lnTo>
                    <a:lnTo>
                      <a:pt x="484" y="760"/>
                    </a:lnTo>
                    <a:lnTo>
                      <a:pt x="484" y="760"/>
                    </a:lnTo>
                    <a:lnTo>
                      <a:pt x="475" y="769"/>
                    </a:lnTo>
                    <a:lnTo>
                      <a:pt x="475" y="778"/>
                    </a:lnTo>
                    <a:lnTo>
                      <a:pt x="475" y="787"/>
                    </a:lnTo>
                    <a:lnTo>
                      <a:pt x="475" y="787"/>
                    </a:lnTo>
                    <a:lnTo>
                      <a:pt x="466" y="805"/>
                    </a:lnTo>
                    <a:lnTo>
                      <a:pt x="457" y="805"/>
                    </a:lnTo>
                    <a:lnTo>
                      <a:pt x="457" y="813"/>
                    </a:lnTo>
                    <a:lnTo>
                      <a:pt x="457" y="813"/>
                    </a:lnTo>
                    <a:lnTo>
                      <a:pt x="457" y="822"/>
                    </a:lnTo>
                    <a:lnTo>
                      <a:pt x="457" y="822"/>
                    </a:lnTo>
                    <a:lnTo>
                      <a:pt x="457" y="831"/>
                    </a:lnTo>
                    <a:lnTo>
                      <a:pt x="466" y="831"/>
                    </a:lnTo>
                    <a:lnTo>
                      <a:pt x="466" y="831"/>
                    </a:lnTo>
                    <a:lnTo>
                      <a:pt x="466" y="840"/>
                    </a:lnTo>
                    <a:lnTo>
                      <a:pt x="466" y="849"/>
                    </a:lnTo>
                    <a:lnTo>
                      <a:pt x="466" y="849"/>
                    </a:lnTo>
                    <a:lnTo>
                      <a:pt x="457" y="858"/>
                    </a:lnTo>
                    <a:lnTo>
                      <a:pt x="457" y="858"/>
                    </a:lnTo>
                    <a:lnTo>
                      <a:pt x="457" y="858"/>
                    </a:lnTo>
                    <a:lnTo>
                      <a:pt x="449" y="858"/>
                    </a:lnTo>
                    <a:lnTo>
                      <a:pt x="449" y="858"/>
                    </a:lnTo>
                    <a:lnTo>
                      <a:pt x="290" y="840"/>
                    </a:lnTo>
                    <a:lnTo>
                      <a:pt x="290" y="840"/>
                    </a:lnTo>
                    <a:lnTo>
                      <a:pt x="290" y="831"/>
                    </a:lnTo>
                    <a:lnTo>
                      <a:pt x="290" y="822"/>
                    </a:lnTo>
                    <a:lnTo>
                      <a:pt x="290" y="831"/>
                    </a:lnTo>
                    <a:lnTo>
                      <a:pt x="290" y="822"/>
                    </a:lnTo>
                    <a:lnTo>
                      <a:pt x="290" y="822"/>
                    </a:lnTo>
                    <a:lnTo>
                      <a:pt x="281" y="831"/>
                    </a:lnTo>
                    <a:lnTo>
                      <a:pt x="281" y="822"/>
                    </a:lnTo>
                    <a:lnTo>
                      <a:pt x="290" y="813"/>
                    </a:lnTo>
                    <a:lnTo>
                      <a:pt x="290" y="805"/>
                    </a:lnTo>
                    <a:lnTo>
                      <a:pt x="290" y="787"/>
                    </a:lnTo>
                    <a:lnTo>
                      <a:pt x="281" y="778"/>
                    </a:lnTo>
                    <a:lnTo>
                      <a:pt x="281" y="769"/>
                    </a:lnTo>
                    <a:lnTo>
                      <a:pt x="264" y="751"/>
                    </a:lnTo>
                    <a:lnTo>
                      <a:pt x="255" y="743"/>
                    </a:lnTo>
                    <a:lnTo>
                      <a:pt x="255" y="743"/>
                    </a:lnTo>
                    <a:lnTo>
                      <a:pt x="246" y="734"/>
                    </a:lnTo>
                    <a:lnTo>
                      <a:pt x="246" y="725"/>
                    </a:lnTo>
                    <a:lnTo>
                      <a:pt x="237" y="725"/>
                    </a:lnTo>
                    <a:lnTo>
                      <a:pt x="237" y="734"/>
                    </a:lnTo>
                    <a:lnTo>
                      <a:pt x="229" y="725"/>
                    </a:lnTo>
                    <a:lnTo>
                      <a:pt x="229" y="725"/>
                    </a:lnTo>
                    <a:lnTo>
                      <a:pt x="229" y="716"/>
                    </a:lnTo>
                    <a:lnTo>
                      <a:pt x="229" y="716"/>
                    </a:lnTo>
                    <a:lnTo>
                      <a:pt x="229" y="698"/>
                    </a:lnTo>
                    <a:lnTo>
                      <a:pt x="229" y="698"/>
                    </a:lnTo>
                    <a:lnTo>
                      <a:pt x="202" y="698"/>
                    </a:lnTo>
                    <a:lnTo>
                      <a:pt x="193" y="690"/>
                    </a:lnTo>
                    <a:lnTo>
                      <a:pt x="185" y="681"/>
                    </a:lnTo>
                    <a:lnTo>
                      <a:pt x="185" y="672"/>
                    </a:lnTo>
                    <a:lnTo>
                      <a:pt x="176" y="663"/>
                    </a:lnTo>
                    <a:lnTo>
                      <a:pt x="176" y="663"/>
                    </a:lnTo>
                    <a:lnTo>
                      <a:pt x="167" y="654"/>
                    </a:lnTo>
                    <a:lnTo>
                      <a:pt x="158" y="654"/>
                    </a:lnTo>
                    <a:lnTo>
                      <a:pt x="149" y="654"/>
                    </a:lnTo>
                    <a:lnTo>
                      <a:pt x="141" y="645"/>
                    </a:lnTo>
                    <a:lnTo>
                      <a:pt x="141" y="645"/>
                    </a:lnTo>
                    <a:lnTo>
                      <a:pt x="132" y="645"/>
                    </a:lnTo>
                    <a:lnTo>
                      <a:pt x="114" y="645"/>
                    </a:lnTo>
                    <a:lnTo>
                      <a:pt x="114" y="637"/>
                    </a:lnTo>
                    <a:lnTo>
                      <a:pt x="105" y="628"/>
                    </a:lnTo>
                    <a:lnTo>
                      <a:pt x="105" y="628"/>
                    </a:lnTo>
                    <a:lnTo>
                      <a:pt x="105" y="628"/>
                    </a:lnTo>
                    <a:lnTo>
                      <a:pt x="105" y="619"/>
                    </a:lnTo>
                    <a:lnTo>
                      <a:pt x="105" y="610"/>
                    </a:lnTo>
                    <a:lnTo>
                      <a:pt x="114" y="610"/>
                    </a:lnTo>
                    <a:lnTo>
                      <a:pt x="114" y="601"/>
                    </a:lnTo>
                    <a:lnTo>
                      <a:pt x="114" y="592"/>
                    </a:lnTo>
                    <a:lnTo>
                      <a:pt x="114" y="583"/>
                    </a:lnTo>
                    <a:lnTo>
                      <a:pt x="114" y="583"/>
                    </a:lnTo>
                    <a:lnTo>
                      <a:pt x="105" y="583"/>
                    </a:lnTo>
                    <a:lnTo>
                      <a:pt x="105" y="575"/>
                    </a:lnTo>
                    <a:lnTo>
                      <a:pt x="105" y="566"/>
                    </a:lnTo>
                    <a:lnTo>
                      <a:pt x="105" y="566"/>
                    </a:lnTo>
                    <a:lnTo>
                      <a:pt x="105" y="557"/>
                    </a:lnTo>
                    <a:lnTo>
                      <a:pt x="97" y="548"/>
                    </a:lnTo>
                    <a:lnTo>
                      <a:pt x="97" y="539"/>
                    </a:lnTo>
                    <a:lnTo>
                      <a:pt x="88" y="530"/>
                    </a:lnTo>
                    <a:lnTo>
                      <a:pt x="88" y="530"/>
                    </a:lnTo>
                    <a:lnTo>
                      <a:pt x="88" y="522"/>
                    </a:lnTo>
                    <a:lnTo>
                      <a:pt x="79" y="513"/>
                    </a:lnTo>
                    <a:lnTo>
                      <a:pt x="79" y="504"/>
                    </a:lnTo>
                    <a:lnTo>
                      <a:pt x="79" y="504"/>
                    </a:lnTo>
                    <a:lnTo>
                      <a:pt x="70" y="486"/>
                    </a:lnTo>
                    <a:lnTo>
                      <a:pt x="61" y="477"/>
                    </a:lnTo>
                    <a:lnTo>
                      <a:pt x="61" y="477"/>
                    </a:lnTo>
                    <a:lnTo>
                      <a:pt x="61" y="460"/>
                    </a:lnTo>
                    <a:lnTo>
                      <a:pt x="61" y="451"/>
                    </a:lnTo>
                    <a:lnTo>
                      <a:pt x="70" y="451"/>
                    </a:lnTo>
                    <a:lnTo>
                      <a:pt x="79" y="442"/>
                    </a:lnTo>
                    <a:lnTo>
                      <a:pt x="79" y="442"/>
                    </a:lnTo>
                    <a:lnTo>
                      <a:pt x="79" y="433"/>
                    </a:lnTo>
                    <a:lnTo>
                      <a:pt x="79" y="424"/>
                    </a:lnTo>
                    <a:lnTo>
                      <a:pt x="61" y="424"/>
                    </a:lnTo>
                    <a:lnTo>
                      <a:pt x="61" y="415"/>
                    </a:lnTo>
                    <a:lnTo>
                      <a:pt x="53" y="407"/>
                    </a:lnTo>
                    <a:lnTo>
                      <a:pt x="53" y="398"/>
                    </a:lnTo>
                    <a:lnTo>
                      <a:pt x="53" y="389"/>
                    </a:lnTo>
                    <a:lnTo>
                      <a:pt x="53" y="389"/>
                    </a:lnTo>
                    <a:lnTo>
                      <a:pt x="53" y="389"/>
                    </a:lnTo>
                    <a:lnTo>
                      <a:pt x="53" y="371"/>
                    </a:lnTo>
                    <a:lnTo>
                      <a:pt x="53" y="371"/>
                    </a:lnTo>
                    <a:lnTo>
                      <a:pt x="53" y="362"/>
                    </a:lnTo>
                    <a:lnTo>
                      <a:pt x="53" y="354"/>
                    </a:lnTo>
                    <a:lnTo>
                      <a:pt x="53" y="354"/>
                    </a:lnTo>
                    <a:lnTo>
                      <a:pt x="61" y="354"/>
                    </a:lnTo>
                    <a:lnTo>
                      <a:pt x="61" y="354"/>
                    </a:lnTo>
                    <a:lnTo>
                      <a:pt x="61" y="354"/>
                    </a:lnTo>
                    <a:lnTo>
                      <a:pt x="61" y="362"/>
                    </a:lnTo>
                    <a:lnTo>
                      <a:pt x="61" y="371"/>
                    </a:lnTo>
                    <a:lnTo>
                      <a:pt x="61" y="371"/>
                    </a:lnTo>
                    <a:lnTo>
                      <a:pt x="70" y="380"/>
                    </a:lnTo>
                    <a:lnTo>
                      <a:pt x="70" y="380"/>
                    </a:lnTo>
                    <a:lnTo>
                      <a:pt x="79" y="380"/>
                    </a:lnTo>
                    <a:lnTo>
                      <a:pt x="70" y="380"/>
                    </a:lnTo>
                    <a:lnTo>
                      <a:pt x="70" y="371"/>
                    </a:lnTo>
                    <a:lnTo>
                      <a:pt x="70" y="362"/>
                    </a:lnTo>
                    <a:lnTo>
                      <a:pt x="70" y="354"/>
                    </a:lnTo>
                    <a:lnTo>
                      <a:pt x="70" y="354"/>
                    </a:lnTo>
                    <a:lnTo>
                      <a:pt x="70" y="345"/>
                    </a:lnTo>
                    <a:lnTo>
                      <a:pt x="61" y="345"/>
                    </a:lnTo>
                    <a:lnTo>
                      <a:pt x="70" y="336"/>
                    </a:lnTo>
                    <a:lnTo>
                      <a:pt x="70" y="336"/>
                    </a:lnTo>
                    <a:lnTo>
                      <a:pt x="79" y="336"/>
                    </a:lnTo>
                    <a:lnTo>
                      <a:pt x="79" y="336"/>
                    </a:lnTo>
                    <a:lnTo>
                      <a:pt x="88" y="336"/>
                    </a:lnTo>
                    <a:lnTo>
                      <a:pt x="105" y="345"/>
                    </a:lnTo>
                    <a:lnTo>
                      <a:pt x="114" y="345"/>
                    </a:lnTo>
                    <a:lnTo>
                      <a:pt x="123" y="354"/>
                    </a:lnTo>
                    <a:lnTo>
                      <a:pt x="123" y="354"/>
                    </a:lnTo>
                    <a:lnTo>
                      <a:pt x="123" y="345"/>
                    </a:lnTo>
                    <a:lnTo>
                      <a:pt x="114" y="345"/>
                    </a:lnTo>
                    <a:lnTo>
                      <a:pt x="114" y="336"/>
                    </a:lnTo>
                    <a:lnTo>
                      <a:pt x="114" y="345"/>
                    </a:lnTo>
                    <a:lnTo>
                      <a:pt x="105" y="345"/>
                    </a:lnTo>
                    <a:lnTo>
                      <a:pt x="114" y="336"/>
                    </a:lnTo>
                    <a:lnTo>
                      <a:pt x="114" y="336"/>
                    </a:lnTo>
                    <a:lnTo>
                      <a:pt x="105" y="336"/>
                    </a:lnTo>
                    <a:lnTo>
                      <a:pt x="97" y="336"/>
                    </a:lnTo>
                    <a:lnTo>
                      <a:pt x="97" y="336"/>
                    </a:lnTo>
                    <a:lnTo>
                      <a:pt x="88" y="336"/>
                    </a:lnTo>
                    <a:lnTo>
                      <a:pt x="79" y="336"/>
                    </a:lnTo>
                    <a:lnTo>
                      <a:pt x="79" y="336"/>
                    </a:lnTo>
                    <a:lnTo>
                      <a:pt x="70" y="327"/>
                    </a:lnTo>
                    <a:lnTo>
                      <a:pt x="70" y="327"/>
                    </a:lnTo>
                    <a:lnTo>
                      <a:pt x="61" y="327"/>
                    </a:lnTo>
                    <a:lnTo>
                      <a:pt x="61" y="327"/>
                    </a:lnTo>
                    <a:lnTo>
                      <a:pt x="61" y="336"/>
                    </a:lnTo>
                    <a:lnTo>
                      <a:pt x="61" y="336"/>
                    </a:lnTo>
                    <a:lnTo>
                      <a:pt x="61" y="345"/>
                    </a:lnTo>
                    <a:lnTo>
                      <a:pt x="53" y="345"/>
                    </a:lnTo>
                    <a:lnTo>
                      <a:pt x="53" y="345"/>
                    </a:lnTo>
                    <a:lnTo>
                      <a:pt x="53" y="336"/>
                    </a:lnTo>
                    <a:lnTo>
                      <a:pt x="44" y="336"/>
                    </a:lnTo>
                    <a:lnTo>
                      <a:pt x="44" y="327"/>
                    </a:lnTo>
                    <a:lnTo>
                      <a:pt x="35" y="327"/>
                    </a:lnTo>
                    <a:lnTo>
                      <a:pt x="35" y="327"/>
                    </a:lnTo>
                    <a:lnTo>
                      <a:pt x="35" y="318"/>
                    </a:lnTo>
                    <a:lnTo>
                      <a:pt x="35" y="318"/>
                    </a:lnTo>
                    <a:lnTo>
                      <a:pt x="35" y="309"/>
                    </a:lnTo>
                    <a:lnTo>
                      <a:pt x="44" y="318"/>
                    </a:lnTo>
                    <a:lnTo>
                      <a:pt x="44" y="309"/>
                    </a:lnTo>
                    <a:lnTo>
                      <a:pt x="35" y="301"/>
                    </a:lnTo>
                    <a:lnTo>
                      <a:pt x="35" y="301"/>
                    </a:lnTo>
                    <a:lnTo>
                      <a:pt x="35" y="301"/>
                    </a:lnTo>
                    <a:lnTo>
                      <a:pt x="35" y="301"/>
                    </a:lnTo>
                    <a:lnTo>
                      <a:pt x="35" y="292"/>
                    </a:lnTo>
                    <a:lnTo>
                      <a:pt x="35" y="283"/>
                    </a:lnTo>
                    <a:lnTo>
                      <a:pt x="26" y="283"/>
                    </a:lnTo>
                    <a:lnTo>
                      <a:pt x="26" y="274"/>
                    </a:lnTo>
                    <a:lnTo>
                      <a:pt x="17" y="265"/>
                    </a:lnTo>
                    <a:lnTo>
                      <a:pt x="9" y="247"/>
                    </a:lnTo>
                    <a:lnTo>
                      <a:pt x="9" y="239"/>
                    </a:lnTo>
                    <a:lnTo>
                      <a:pt x="9" y="239"/>
                    </a:lnTo>
                    <a:lnTo>
                      <a:pt x="17" y="230"/>
                    </a:lnTo>
                    <a:lnTo>
                      <a:pt x="9" y="212"/>
                    </a:lnTo>
                    <a:lnTo>
                      <a:pt x="17" y="194"/>
                    </a:lnTo>
                    <a:lnTo>
                      <a:pt x="17" y="194"/>
                    </a:lnTo>
                    <a:lnTo>
                      <a:pt x="17" y="186"/>
                    </a:lnTo>
                    <a:lnTo>
                      <a:pt x="17" y="186"/>
                    </a:lnTo>
                    <a:lnTo>
                      <a:pt x="17" y="177"/>
                    </a:lnTo>
                    <a:lnTo>
                      <a:pt x="17" y="168"/>
                    </a:lnTo>
                    <a:lnTo>
                      <a:pt x="17" y="159"/>
                    </a:lnTo>
                    <a:lnTo>
                      <a:pt x="9" y="150"/>
                    </a:lnTo>
                    <a:lnTo>
                      <a:pt x="9" y="150"/>
                    </a:lnTo>
                    <a:lnTo>
                      <a:pt x="0" y="133"/>
                    </a:lnTo>
                    <a:lnTo>
                      <a:pt x="0" y="124"/>
                    </a:lnTo>
                    <a:lnTo>
                      <a:pt x="0" y="115"/>
                    </a:lnTo>
                    <a:lnTo>
                      <a:pt x="9" y="106"/>
                    </a:lnTo>
                    <a:lnTo>
                      <a:pt x="9" y="106"/>
                    </a:lnTo>
                    <a:lnTo>
                      <a:pt x="17" y="97"/>
                    </a:lnTo>
                    <a:lnTo>
                      <a:pt x="17" y="97"/>
                    </a:lnTo>
                    <a:lnTo>
                      <a:pt x="26" y="88"/>
                    </a:lnTo>
                    <a:lnTo>
                      <a:pt x="26" y="88"/>
                    </a:lnTo>
                    <a:lnTo>
                      <a:pt x="26" y="88"/>
                    </a:lnTo>
                    <a:lnTo>
                      <a:pt x="26" y="79"/>
                    </a:lnTo>
                    <a:lnTo>
                      <a:pt x="35" y="71"/>
                    </a:lnTo>
                    <a:lnTo>
                      <a:pt x="35" y="71"/>
                    </a:lnTo>
                    <a:lnTo>
                      <a:pt x="44" y="44"/>
                    </a:lnTo>
                    <a:close/>
                  </a:path>
                </a:pathLst>
              </a:custGeom>
              <a:solidFill>
                <a:schemeClr val="accent1"/>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27"/>
              <p:cNvSpPr>
                <a:spLocks/>
              </p:cNvSpPr>
              <p:nvPr/>
            </p:nvSpPr>
            <p:spPr bwMode="auto">
              <a:xfrm>
                <a:off x="2111073" y="3109103"/>
                <a:ext cx="1168562" cy="1139046"/>
              </a:xfrm>
              <a:custGeom>
                <a:avLst/>
                <a:gdLst/>
                <a:ahLst/>
                <a:cxnLst>
                  <a:cxn ang="0">
                    <a:pos x="114" y="345"/>
                  </a:cxn>
                  <a:cxn ang="0">
                    <a:pos x="264" y="0"/>
                  </a:cxn>
                  <a:cxn ang="0">
                    <a:pos x="448" y="9"/>
                  </a:cxn>
                  <a:cxn ang="0">
                    <a:pos x="475" y="168"/>
                  </a:cxn>
                  <a:cxn ang="0">
                    <a:pos x="501" y="186"/>
                  </a:cxn>
                  <a:cxn ang="0">
                    <a:pos x="536" y="195"/>
                  </a:cxn>
                  <a:cxn ang="0">
                    <a:pos x="572" y="195"/>
                  </a:cxn>
                  <a:cxn ang="0">
                    <a:pos x="589" y="212"/>
                  </a:cxn>
                  <a:cxn ang="0">
                    <a:pos x="624" y="212"/>
                  </a:cxn>
                  <a:cxn ang="0">
                    <a:pos x="642" y="212"/>
                  </a:cxn>
                  <a:cxn ang="0">
                    <a:pos x="668" y="212"/>
                  </a:cxn>
                  <a:cxn ang="0">
                    <a:pos x="703" y="221"/>
                  </a:cxn>
                  <a:cxn ang="0">
                    <a:pos x="739" y="212"/>
                  </a:cxn>
                  <a:cxn ang="0">
                    <a:pos x="783" y="221"/>
                  </a:cxn>
                  <a:cxn ang="0">
                    <a:pos x="818" y="239"/>
                  </a:cxn>
                  <a:cxn ang="0">
                    <a:pos x="853" y="398"/>
                  </a:cxn>
                  <a:cxn ang="0">
                    <a:pos x="871" y="425"/>
                  </a:cxn>
                  <a:cxn ang="0">
                    <a:pos x="871" y="460"/>
                  </a:cxn>
                  <a:cxn ang="0">
                    <a:pos x="862" y="513"/>
                  </a:cxn>
                  <a:cxn ang="0">
                    <a:pos x="844" y="548"/>
                  </a:cxn>
                  <a:cxn ang="0">
                    <a:pos x="791" y="566"/>
                  </a:cxn>
                  <a:cxn ang="0">
                    <a:pos x="800" y="540"/>
                  </a:cxn>
                  <a:cxn ang="0">
                    <a:pos x="774" y="557"/>
                  </a:cxn>
                  <a:cxn ang="0">
                    <a:pos x="765" y="593"/>
                  </a:cxn>
                  <a:cxn ang="0">
                    <a:pos x="712" y="628"/>
                  </a:cxn>
                  <a:cxn ang="0">
                    <a:pos x="695" y="646"/>
                  </a:cxn>
                  <a:cxn ang="0">
                    <a:pos x="686" y="628"/>
                  </a:cxn>
                  <a:cxn ang="0">
                    <a:pos x="668" y="628"/>
                  </a:cxn>
                  <a:cxn ang="0">
                    <a:pos x="677" y="646"/>
                  </a:cxn>
                  <a:cxn ang="0">
                    <a:pos x="659" y="663"/>
                  </a:cxn>
                  <a:cxn ang="0">
                    <a:pos x="642" y="672"/>
                  </a:cxn>
                  <a:cxn ang="0">
                    <a:pos x="642" y="672"/>
                  </a:cxn>
                  <a:cxn ang="0">
                    <a:pos x="607" y="699"/>
                  </a:cxn>
                  <a:cxn ang="0">
                    <a:pos x="607" y="734"/>
                  </a:cxn>
                  <a:cxn ang="0">
                    <a:pos x="589" y="734"/>
                  </a:cxn>
                  <a:cxn ang="0">
                    <a:pos x="607" y="752"/>
                  </a:cxn>
                  <a:cxn ang="0">
                    <a:pos x="607" y="778"/>
                  </a:cxn>
                  <a:cxn ang="0">
                    <a:pos x="624" y="840"/>
                  </a:cxn>
                  <a:cxn ang="0">
                    <a:pos x="616" y="849"/>
                  </a:cxn>
                  <a:cxn ang="0">
                    <a:pos x="572" y="831"/>
                  </a:cxn>
                  <a:cxn ang="0">
                    <a:pos x="519" y="814"/>
                  </a:cxn>
                  <a:cxn ang="0">
                    <a:pos x="492" y="796"/>
                  </a:cxn>
                  <a:cxn ang="0">
                    <a:pos x="466" y="752"/>
                  </a:cxn>
                  <a:cxn ang="0">
                    <a:pos x="466" y="716"/>
                  </a:cxn>
                  <a:cxn ang="0">
                    <a:pos x="431" y="681"/>
                  </a:cxn>
                  <a:cxn ang="0">
                    <a:pos x="413" y="637"/>
                  </a:cxn>
                  <a:cxn ang="0">
                    <a:pos x="387" y="593"/>
                  </a:cxn>
                  <a:cxn ang="0">
                    <a:pos x="352" y="548"/>
                  </a:cxn>
                  <a:cxn ang="0">
                    <a:pos x="325" y="540"/>
                  </a:cxn>
                  <a:cxn ang="0">
                    <a:pos x="281" y="522"/>
                  </a:cxn>
                  <a:cxn ang="0">
                    <a:pos x="246" y="540"/>
                  </a:cxn>
                  <a:cxn ang="0">
                    <a:pos x="220" y="584"/>
                  </a:cxn>
                  <a:cxn ang="0">
                    <a:pos x="193" y="575"/>
                  </a:cxn>
                  <a:cxn ang="0">
                    <a:pos x="140" y="540"/>
                  </a:cxn>
                  <a:cxn ang="0">
                    <a:pos x="114" y="487"/>
                  </a:cxn>
                  <a:cxn ang="0">
                    <a:pos x="96" y="442"/>
                  </a:cxn>
                  <a:cxn ang="0">
                    <a:pos x="44" y="389"/>
                  </a:cxn>
                  <a:cxn ang="0">
                    <a:pos x="17" y="354"/>
                  </a:cxn>
                </a:cxnLst>
                <a:rect l="0" t="0" r="r" b="b"/>
                <a:pathLst>
                  <a:path w="871" h="849">
                    <a:moveTo>
                      <a:pt x="8" y="354"/>
                    </a:moveTo>
                    <a:lnTo>
                      <a:pt x="8" y="345"/>
                    </a:lnTo>
                    <a:lnTo>
                      <a:pt x="0" y="345"/>
                    </a:lnTo>
                    <a:lnTo>
                      <a:pt x="0" y="336"/>
                    </a:lnTo>
                    <a:lnTo>
                      <a:pt x="0" y="336"/>
                    </a:lnTo>
                    <a:lnTo>
                      <a:pt x="52" y="336"/>
                    </a:lnTo>
                    <a:lnTo>
                      <a:pt x="114" y="345"/>
                    </a:lnTo>
                    <a:lnTo>
                      <a:pt x="176" y="345"/>
                    </a:lnTo>
                    <a:lnTo>
                      <a:pt x="228" y="354"/>
                    </a:lnTo>
                    <a:lnTo>
                      <a:pt x="237" y="354"/>
                    </a:lnTo>
                    <a:lnTo>
                      <a:pt x="237" y="345"/>
                    </a:lnTo>
                    <a:lnTo>
                      <a:pt x="246" y="265"/>
                    </a:lnTo>
                    <a:lnTo>
                      <a:pt x="246" y="195"/>
                    </a:lnTo>
                    <a:lnTo>
                      <a:pt x="264" y="0"/>
                    </a:lnTo>
                    <a:lnTo>
                      <a:pt x="264" y="0"/>
                    </a:lnTo>
                    <a:lnTo>
                      <a:pt x="264" y="0"/>
                    </a:lnTo>
                    <a:lnTo>
                      <a:pt x="352" y="0"/>
                    </a:lnTo>
                    <a:lnTo>
                      <a:pt x="413" y="0"/>
                    </a:lnTo>
                    <a:lnTo>
                      <a:pt x="440" y="0"/>
                    </a:lnTo>
                    <a:lnTo>
                      <a:pt x="448" y="0"/>
                    </a:lnTo>
                    <a:lnTo>
                      <a:pt x="448" y="9"/>
                    </a:lnTo>
                    <a:lnTo>
                      <a:pt x="448" y="151"/>
                    </a:lnTo>
                    <a:lnTo>
                      <a:pt x="448" y="159"/>
                    </a:lnTo>
                    <a:lnTo>
                      <a:pt x="448" y="159"/>
                    </a:lnTo>
                    <a:lnTo>
                      <a:pt x="457" y="159"/>
                    </a:lnTo>
                    <a:lnTo>
                      <a:pt x="466" y="168"/>
                    </a:lnTo>
                    <a:lnTo>
                      <a:pt x="475" y="177"/>
                    </a:lnTo>
                    <a:lnTo>
                      <a:pt x="475" y="168"/>
                    </a:lnTo>
                    <a:lnTo>
                      <a:pt x="484" y="177"/>
                    </a:lnTo>
                    <a:lnTo>
                      <a:pt x="484" y="177"/>
                    </a:lnTo>
                    <a:lnTo>
                      <a:pt x="492" y="168"/>
                    </a:lnTo>
                    <a:lnTo>
                      <a:pt x="492" y="168"/>
                    </a:lnTo>
                    <a:lnTo>
                      <a:pt x="492" y="177"/>
                    </a:lnTo>
                    <a:lnTo>
                      <a:pt x="501" y="177"/>
                    </a:lnTo>
                    <a:lnTo>
                      <a:pt x="501" y="186"/>
                    </a:lnTo>
                    <a:lnTo>
                      <a:pt x="501" y="186"/>
                    </a:lnTo>
                    <a:lnTo>
                      <a:pt x="510" y="186"/>
                    </a:lnTo>
                    <a:lnTo>
                      <a:pt x="510" y="186"/>
                    </a:lnTo>
                    <a:lnTo>
                      <a:pt x="510" y="186"/>
                    </a:lnTo>
                    <a:lnTo>
                      <a:pt x="519" y="195"/>
                    </a:lnTo>
                    <a:lnTo>
                      <a:pt x="528" y="195"/>
                    </a:lnTo>
                    <a:lnTo>
                      <a:pt x="536" y="195"/>
                    </a:lnTo>
                    <a:lnTo>
                      <a:pt x="536" y="195"/>
                    </a:lnTo>
                    <a:lnTo>
                      <a:pt x="545" y="195"/>
                    </a:lnTo>
                    <a:lnTo>
                      <a:pt x="545" y="204"/>
                    </a:lnTo>
                    <a:lnTo>
                      <a:pt x="554" y="204"/>
                    </a:lnTo>
                    <a:lnTo>
                      <a:pt x="554" y="195"/>
                    </a:lnTo>
                    <a:lnTo>
                      <a:pt x="563" y="195"/>
                    </a:lnTo>
                    <a:lnTo>
                      <a:pt x="572" y="195"/>
                    </a:lnTo>
                    <a:lnTo>
                      <a:pt x="572" y="204"/>
                    </a:lnTo>
                    <a:lnTo>
                      <a:pt x="572" y="204"/>
                    </a:lnTo>
                    <a:lnTo>
                      <a:pt x="580" y="204"/>
                    </a:lnTo>
                    <a:lnTo>
                      <a:pt x="580" y="212"/>
                    </a:lnTo>
                    <a:lnTo>
                      <a:pt x="580" y="212"/>
                    </a:lnTo>
                    <a:lnTo>
                      <a:pt x="580" y="221"/>
                    </a:lnTo>
                    <a:lnTo>
                      <a:pt x="589" y="212"/>
                    </a:lnTo>
                    <a:lnTo>
                      <a:pt x="598" y="204"/>
                    </a:lnTo>
                    <a:lnTo>
                      <a:pt x="607" y="212"/>
                    </a:lnTo>
                    <a:lnTo>
                      <a:pt x="607" y="212"/>
                    </a:lnTo>
                    <a:lnTo>
                      <a:pt x="607" y="212"/>
                    </a:lnTo>
                    <a:lnTo>
                      <a:pt x="616" y="221"/>
                    </a:lnTo>
                    <a:lnTo>
                      <a:pt x="616" y="221"/>
                    </a:lnTo>
                    <a:lnTo>
                      <a:pt x="624" y="212"/>
                    </a:lnTo>
                    <a:lnTo>
                      <a:pt x="633" y="221"/>
                    </a:lnTo>
                    <a:lnTo>
                      <a:pt x="624" y="221"/>
                    </a:lnTo>
                    <a:lnTo>
                      <a:pt x="633" y="230"/>
                    </a:lnTo>
                    <a:lnTo>
                      <a:pt x="633" y="230"/>
                    </a:lnTo>
                    <a:lnTo>
                      <a:pt x="633" y="230"/>
                    </a:lnTo>
                    <a:lnTo>
                      <a:pt x="633" y="221"/>
                    </a:lnTo>
                    <a:lnTo>
                      <a:pt x="642" y="212"/>
                    </a:lnTo>
                    <a:lnTo>
                      <a:pt x="642" y="212"/>
                    </a:lnTo>
                    <a:lnTo>
                      <a:pt x="642" y="212"/>
                    </a:lnTo>
                    <a:lnTo>
                      <a:pt x="651" y="212"/>
                    </a:lnTo>
                    <a:lnTo>
                      <a:pt x="651" y="221"/>
                    </a:lnTo>
                    <a:lnTo>
                      <a:pt x="659" y="221"/>
                    </a:lnTo>
                    <a:lnTo>
                      <a:pt x="659" y="212"/>
                    </a:lnTo>
                    <a:lnTo>
                      <a:pt x="668" y="212"/>
                    </a:lnTo>
                    <a:lnTo>
                      <a:pt x="668" y="221"/>
                    </a:lnTo>
                    <a:lnTo>
                      <a:pt x="677" y="221"/>
                    </a:lnTo>
                    <a:lnTo>
                      <a:pt x="677" y="230"/>
                    </a:lnTo>
                    <a:lnTo>
                      <a:pt x="686" y="230"/>
                    </a:lnTo>
                    <a:lnTo>
                      <a:pt x="686" y="221"/>
                    </a:lnTo>
                    <a:lnTo>
                      <a:pt x="695" y="221"/>
                    </a:lnTo>
                    <a:lnTo>
                      <a:pt x="703" y="221"/>
                    </a:lnTo>
                    <a:lnTo>
                      <a:pt x="703" y="221"/>
                    </a:lnTo>
                    <a:lnTo>
                      <a:pt x="712" y="212"/>
                    </a:lnTo>
                    <a:lnTo>
                      <a:pt x="712" y="221"/>
                    </a:lnTo>
                    <a:lnTo>
                      <a:pt x="721" y="221"/>
                    </a:lnTo>
                    <a:lnTo>
                      <a:pt x="721" y="212"/>
                    </a:lnTo>
                    <a:lnTo>
                      <a:pt x="730" y="212"/>
                    </a:lnTo>
                    <a:lnTo>
                      <a:pt x="739" y="212"/>
                    </a:lnTo>
                    <a:lnTo>
                      <a:pt x="739" y="212"/>
                    </a:lnTo>
                    <a:lnTo>
                      <a:pt x="747" y="212"/>
                    </a:lnTo>
                    <a:lnTo>
                      <a:pt x="747" y="212"/>
                    </a:lnTo>
                    <a:lnTo>
                      <a:pt x="756" y="212"/>
                    </a:lnTo>
                    <a:lnTo>
                      <a:pt x="756" y="212"/>
                    </a:lnTo>
                    <a:lnTo>
                      <a:pt x="774" y="221"/>
                    </a:lnTo>
                    <a:lnTo>
                      <a:pt x="783" y="221"/>
                    </a:lnTo>
                    <a:lnTo>
                      <a:pt x="783" y="230"/>
                    </a:lnTo>
                    <a:lnTo>
                      <a:pt x="791" y="230"/>
                    </a:lnTo>
                    <a:lnTo>
                      <a:pt x="800" y="230"/>
                    </a:lnTo>
                    <a:lnTo>
                      <a:pt x="809" y="230"/>
                    </a:lnTo>
                    <a:lnTo>
                      <a:pt x="809" y="239"/>
                    </a:lnTo>
                    <a:lnTo>
                      <a:pt x="809" y="239"/>
                    </a:lnTo>
                    <a:lnTo>
                      <a:pt x="818" y="239"/>
                    </a:lnTo>
                    <a:lnTo>
                      <a:pt x="835" y="239"/>
                    </a:lnTo>
                    <a:lnTo>
                      <a:pt x="835" y="283"/>
                    </a:lnTo>
                    <a:lnTo>
                      <a:pt x="835" y="363"/>
                    </a:lnTo>
                    <a:lnTo>
                      <a:pt x="844" y="372"/>
                    </a:lnTo>
                    <a:lnTo>
                      <a:pt x="853" y="372"/>
                    </a:lnTo>
                    <a:lnTo>
                      <a:pt x="853" y="389"/>
                    </a:lnTo>
                    <a:lnTo>
                      <a:pt x="853" y="398"/>
                    </a:lnTo>
                    <a:lnTo>
                      <a:pt x="853" y="398"/>
                    </a:lnTo>
                    <a:lnTo>
                      <a:pt x="862" y="407"/>
                    </a:lnTo>
                    <a:lnTo>
                      <a:pt x="862" y="407"/>
                    </a:lnTo>
                    <a:lnTo>
                      <a:pt x="862" y="407"/>
                    </a:lnTo>
                    <a:lnTo>
                      <a:pt x="862" y="416"/>
                    </a:lnTo>
                    <a:lnTo>
                      <a:pt x="871" y="425"/>
                    </a:lnTo>
                    <a:lnTo>
                      <a:pt x="871" y="425"/>
                    </a:lnTo>
                    <a:lnTo>
                      <a:pt x="871" y="433"/>
                    </a:lnTo>
                    <a:lnTo>
                      <a:pt x="871" y="433"/>
                    </a:lnTo>
                    <a:lnTo>
                      <a:pt x="871" y="442"/>
                    </a:lnTo>
                    <a:lnTo>
                      <a:pt x="871" y="442"/>
                    </a:lnTo>
                    <a:lnTo>
                      <a:pt x="871" y="451"/>
                    </a:lnTo>
                    <a:lnTo>
                      <a:pt x="871" y="451"/>
                    </a:lnTo>
                    <a:lnTo>
                      <a:pt x="871" y="460"/>
                    </a:lnTo>
                    <a:lnTo>
                      <a:pt x="871" y="469"/>
                    </a:lnTo>
                    <a:lnTo>
                      <a:pt x="862" y="469"/>
                    </a:lnTo>
                    <a:lnTo>
                      <a:pt x="862" y="478"/>
                    </a:lnTo>
                    <a:lnTo>
                      <a:pt x="862" y="487"/>
                    </a:lnTo>
                    <a:lnTo>
                      <a:pt x="862" y="487"/>
                    </a:lnTo>
                    <a:lnTo>
                      <a:pt x="862" y="495"/>
                    </a:lnTo>
                    <a:lnTo>
                      <a:pt x="862" y="513"/>
                    </a:lnTo>
                    <a:lnTo>
                      <a:pt x="862" y="513"/>
                    </a:lnTo>
                    <a:lnTo>
                      <a:pt x="862" y="522"/>
                    </a:lnTo>
                    <a:lnTo>
                      <a:pt x="862" y="522"/>
                    </a:lnTo>
                    <a:lnTo>
                      <a:pt x="853" y="522"/>
                    </a:lnTo>
                    <a:lnTo>
                      <a:pt x="844" y="540"/>
                    </a:lnTo>
                    <a:lnTo>
                      <a:pt x="853" y="548"/>
                    </a:lnTo>
                    <a:lnTo>
                      <a:pt x="844" y="548"/>
                    </a:lnTo>
                    <a:lnTo>
                      <a:pt x="827" y="557"/>
                    </a:lnTo>
                    <a:lnTo>
                      <a:pt x="809" y="566"/>
                    </a:lnTo>
                    <a:lnTo>
                      <a:pt x="800" y="566"/>
                    </a:lnTo>
                    <a:lnTo>
                      <a:pt x="800" y="566"/>
                    </a:lnTo>
                    <a:lnTo>
                      <a:pt x="791" y="575"/>
                    </a:lnTo>
                    <a:lnTo>
                      <a:pt x="791" y="575"/>
                    </a:lnTo>
                    <a:lnTo>
                      <a:pt x="791" y="566"/>
                    </a:lnTo>
                    <a:lnTo>
                      <a:pt x="809" y="557"/>
                    </a:lnTo>
                    <a:lnTo>
                      <a:pt x="809" y="557"/>
                    </a:lnTo>
                    <a:lnTo>
                      <a:pt x="809" y="557"/>
                    </a:lnTo>
                    <a:lnTo>
                      <a:pt x="800" y="557"/>
                    </a:lnTo>
                    <a:lnTo>
                      <a:pt x="791" y="557"/>
                    </a:lnTo>
                    <a:lnTo>
                      <a:pt x="800" y="548"/>
                    </a:lnTo>
                    <a:lnTo>
                      <a:pt x="800" y="540"/>
                    </a:lnTo>
                    <a:lnTo>
                      <a:pt x="791" y="540"/>
                    </a:lnTo>
                    <a:lnTo>
                      <a:pt x="783" y="548"/>
                    </a:lnTo>
                    <a:lnTo>
                      <a:pt x="783" y="548"/>
                    </a:lnTo>
                    <a:lnTo>
                      <a:pt x="774" y="548"/>
                    </a:lnTo>
                    <a:lnTo>
                      <a:pt x="774" y="548"/>
                    </a:lnTo>
                    <a:lnTo>
                      <a:pt x="774" y="548"/>
                    </a:lnTo>
                    <a:lnTo>
                      <a:pt x="774" y="557"/>
                    </a:lnTo>
                    <a:lnTo>
                      <a:pt x="783" y="557"/>
                    </a:lnTo>
                    <a:lnTo>
                      <a:pt x="783" y="566"/>
                    </a:lnTo>
                    <a:lnTo>
                      <a:pt x="783" y="575"/>
                    </a:lnTo>
                    <a:lnTo>
                      <a:pt x="783" y="575"/>
                    </a:lnTo>
                    <a:lnTo>
                      <a:pt x="783" y="584"/>
                    </a:lnTo>
                    <a:lnTo>
                      <a:pt x="774" y="584"/>
                    </a:lnTo>
                    <a:lnTo>
                      <a:pt x="765" y="593"/>
                    </a:lnTo>
                    <a:lnTo>
                      <a:pt x="765" y="601"/>
                    </a:lnTo>
                    <a:lnTo>
                      <a:pt x="756" y="610"/>
                    </a:lnTo>
                    <a:lnTo>
                      <a:pt x="756" y="610"/>
                    </a:lnTo>
                    <a:lnTo>
                      <a:pt x="747" y="619"/>
                    </a:lnTo>
                    <a:lnTo>
                      <a:pt x="739" y="619"/>
                    </a:lnTo>
                    <a:lnTo>
                      <a:pt x="721" y="619"/>
                    </a:lnTo>
                    <a:lnTo>
                      <a:pt x="712" y="628"/>
                    </a:lnTo>
                    <a:lnTo>
                      <a:pt x="712" y="628"/>
                    </a:lnTo>
                    <a:lnTo>
                      <a:pt x="721" y="628"/>
                    </a:lnTo>
                    <a:lnTo>
                      <a:pt x="730" y="628"/>
                    </a:lnTo>
                    <a:lnTo>
                      <a:pt x="721" y="628"/>
                    </a:lnTo>
                    <a:lnTo>
                      <a:pt x="712" y="637"/>
                    </a:lnTo>
                    <a:lnTo>
                      <a:pt x="695" y="646"/>
                    </a:lnTo>
                    <a:lnTo>
                      <a:pt x="695" y="646"/>
                    </a:lnTo>
                    <a:lnTo>
                      <a:pt x="703" y="637"/>
                    </a:lnTo>
                    <a:lnTo>
                      <a:pt x="703" y="628"/>
                    </a:lnTo>
                    <a:lnTo>
                      <a:pt x="695" y="637"/>
                    </a:lnTo>
                    <a:lnTo>
                      <a:pt x="703" y="628"/>
                    </a:lnTo>
                    <a:lnTo>
                      <a:pt x="695" y="637"/>
                    </a:lnTo>
                    <a:lnTo>
                      <a:pt x="695" y="628"/>
                    </a:lnTo>
                    <a:lnTo>
                      <a:pt x="686" y="628"/>
                    </a:lnTo>
                    <a:lnTo>
                      <a:pt x="686" y="628"/>
                    </a:lnTo>
                    <a:lnTo>
                      <a:pt x="677" y="619"/>
                    </a:lnTo>
                    <a:lnTo>
                      <a:pt x="677" y="628"/>
                    </a:lnTo>
                    <a:lnTo>
                      <a:pt x="686" y="637"/>
                    </a:lnTo>
                    <a:lnTo>
                      <a:pt x="677" y="637"/>
                    </a:lnTo>
                    <a:lnTo>
                      <a:pt x="668" y="628"/>
                    </a:lnTo>
                    <a:lnTo>
                      <a:pt x="668" y="628"/>
                    </a:lnTo>
                    <a:lnTo>
                      <a:pt x="668" y="628"/>
                    </a:lnTo>
                    <a:lnTo>
                      <a:pt x="668" y="637"/>
                    </a:lnTo>
                    <a:lnTo>
                      <a:pt x="677" y="637"/>
                    </a:lnTo>
                    <a:lnTo>
                      <a:pt x="668" y="646"/>
                    </a:lnTo>
                    <a:lnTo>
                      <a:pt x="677" y="646"/>
                    </a:lnTo>
                    <a:lnTo>
                      <a:pt x="686" y="646"/>
                    </a:lnTo>
                    <a:lnTo>
                      <a:pt x="677" y="646"/>
                    </a:lnTo>
                    <a:lnTo>
                      <a:pt x="668" y="655"/>
                    </a:lnTo>
                    <a:lnTo>
                      <a:pt x="659" y="655"/>
                    </a:lnTo>
                    <a:lnTo>
                      <a:pt x="651" y="646"/>
                    </a:lnTo>
                    <a:lnTo>
                      <a:pt x="659" y="646"/>
                    </a:lnTo>
                    <a:lnTo>
                      <a:pt x="651" y="655"/>
                    </a:lnTo>
                    <a:lnTo>
                      <a:pt x="659" y="655"/>
                    </a:lnTo>
                    <a:lnTo>
                      <a:pt x="659" y="663"/>
                    </a:lnTo>
                    <a:lnTo>
                      <a:pt x="651" y="672"/>
                    </a:lnTo>
                    <a:lnTo>
                      <a:pt x="642" y="672"/>
                    </a:lnTo>
                    <a:lnTo>
                      <a:pt x="651" y="663"/>
                    </a:lnTo>
                    <a:lnTo>
                      <a:pt x="651" y="663"/>
                    </a:lnTo>
                    <a:lnTo>
                      <a:pt x="642" y="663"/>
                    </a:lnTo>
                    <a:lnTo>
                      <a:pt x="642" y="672"/>
                    </a:lnTo>
                    <a:lnTo>
                      <a:pt x="642" y="672"/>
                    </a:lnTo>
                    <a:lnTo>
                      <a:pt x="633" y="672"/>
                    </a:lnTo>
                    <a:lnTo>
                      <a:pt x="624" y="672"/>
                    </a:lnTo>
                    <a:lnTo>
                      <a:pt x="633" y="672"/>
                    </a:lnTo>
                    <a:lnTo>
                      <a:pt x="624" y="681"/>
                    </a:lnTo>
                    <a:lnTo>
                      <a:pt x="633" y="681"/>
                    </a:lnTo>
                    <a:lnTo>
                      <a:pt x="633" y="681"/>
                    </a:lnTo>
                    <a:lnTo>
                      <a:pt x="642" y="672"/>
                    </a:lnTo>
                    <a:lnTo>
                      <a:pt x="642" y="681"/>
                    </a:lnTo>
                    <a:lnTo>
                      <a:pt x="633" y="681"/>
                    </a:lnTo>
                    <a:lnTo>
                      <a:pt x="624" y="699"/>
                    </a:lnTo>
                    <a:lnTo>
                      <a:pt x="624" y="690"/>
                    </a:lnTo>
                    <a:lnTo>
                      <a:pt x="607" y="690"/>
                    </a:lnTo>
                    <a:lnTo>
                      <a:pt x="607" y="690"/>
                    </a:lnTo>
                    <a:lnTo>
                      <a:pt x="607" y="699"/>
                    </a:lnTo>
                    <a:lnTo>
                      <a:pt x="616" y="699"/>
                    </a:lnTo>
                    <a:lnTo>
                      <a:pt x="616" y="699"/>
                    </a:lnTo>
                    <a:lnTo>
                      <a:pt x="616" y="708"/>
                    </a:lnTo>
                    <a:lnTo>
                      <a:pt x="616" y="708"/>
                    </a:lnTo>
                    <a:lnTo>
                      <a:pt x="624" y="708"/>
                    </a:lnTo>
                    <a:lnTo>
                      <a:pt x="607" y="734"/>
                    </a:lnTo>
                    <a:lnTo>
                      <a:pt x="607" y="734"/>
                    </a:lnTo>
                    <a:lnTo>
                      <a:pt x="607" y="734"/>
                    </a:lnTo>
                    <a:lnTo>
                      <a:pt x="607" y="734"/>
                    </a:lnTo>
                    <a:lnTo>
                      <a:pt x="598" y="734"/>
                    </a:lnTo>
                    <a:lnTo>
                      <a:pt x="598" y="734"/>
                    </a:lnTo>
                    <a:lnTo>
                      <a:pt x="589" y="725"/>
                    </a:lnTo>
                    <a:lnTo>
                      <a:pt x="589" y="725"/>
                    </a:lnTo>
                    <a:lnTo>
                      <a:pt x="589" y="734"/>
                    </a:lnTo>
                    <a:lnTo>
                      <a:pt x="589" y="734"/>
                    </a:lnTo>
                    <a:lnTo>
                      <a:pt x="589" y="743"/>
                    </a:lnTo>
                    <a:lnTo>
                      <a:pt x="598" y="743"/>
                    </a:lnTo>
                    <a:lnTo>
                      <a:pt x="607" y="743"/>
                    </a:lnTo>
                    <a:lnTo>
                      <a:pt x="607" y="743"/>
                    </a:lnTo>
                    <a:lnTo>
                      <a:pt x="607" y="752"/>
                    </a:lnTo>
                    <a:lnTo>
                      <a:pt x="607" y="752"/>
                    </a:lnTo>
                    <a:lnTo>
                      <a:pt x="607" y="761"/>
                    </a:lnTo>
                    <a:lnTo>
                      <a:pt x="598" y="761"/>
                    </a:lnTo>
                    <a:lnTo>
                      <a:pt x="598" y="761"/>
                    </a:lnTo>
                    <a:lnTo>
                      <a:pt x="607" y="769"/>
                    </a:lnTo>
                    <a:lnTo>
                      <a:pt x="598" y="769"/>
                    </a:lnTo>
                    <a:lnTo>
                      <a:pt x="598" y="778"/>
                    </a:lnTo>
                    <a:lnTo>
                      <a:pt x="607" y="778"/>
                    </a:lnTo>
                    <a:lnTo>
                      <a:pt x="607" y="796"/>
                    </a:lnTo>
                    <a:lnTo>
                      <a:pt x="607" y="805"/>
                    </a:lnTo>
                    <a:lnTo>
                      <a:pt x="616" y="823"/>
                    </a:lnTo>
                    <a:lnTo>
                      <a:pt x="616" y="831"/>
                    </a:lnTo>
                    <a:lnTo>
                      <a:pt x="624" y="831"/>
                    </a:lnTo>
                    <a:lnTo>
                      <a:pt x="616" y="831"/>
                    </a:lnTo>
                    <a:lnTo>
                      <a:pt x="624" y="840"/>
                    </a:lnTo>
                    <a:lnTo>
                      <a:pt x="624" y="831"/>
                    </a:lnTo>
                    <a:lnTo>
                      <a:pt x="624" y="840"/>
                    </a:lnTo>
                    <a:lnTo>
                      <a:pt x="633" y="840"/>
                    </a:lnTo>
                    <a:lnTo>
                      <a:pt x="633" y="840"/>
                    </a:lnTo>
                    <a:lnTo>
                      <a:pt x="624" y="840"/>
                    </a:lnTo>
                    <a:lnTo>
                      <a:pt x="616" y="849"/>
                    </a:lnTo>
                    <a:lnTo>
                      <a:pt x="616" y="849"/>
                    </a:lnTo>
                    <a:lnTo>
                      <a:pt x="607" y="849"/>
                    </a:lnTo>
                    <a:lnTo>
                      <a:pt x="607" y="849"/>
                    </a:lnTo>
                    <a:lnTo>
                      <a:pt x="607" y="849"/>
                    </a:lnTo>
                    <a:lnTo>
                      <a:pt x="598" y="840"/>
                    </a:lnTo>
                    <a:lnTo>
                      <a:pt x="589" y="840"/>
                    </a:lnTo>
                    <a:lnTo>
                      <a:pt x="589" y="831"/>
                    </a:lnTo>
                    <a:lnTo>
                      <a:pt x="572" y="831"/>
                    </a:lnTo>
                    <a:lnTo>
                      <a:pt x="554" y="831"/>
                    </a:lnTo>
                    <a:lnTo>
                      <a:pt x="545" y="831"/>
                    </a:lnTo>
                    <a:lnTo>
                      <a:pt x="536" y="823"/>
                    </a:lnTo>
                    <a:lnTo>
                      <a:pt x="536" y="823"/>
                    </a:lnTo>
                    <a:lnTo>
                      <a:pt x="528" y="823"/>
                    </a:lnTo>
                    <a:lnTo>
                      <a:pt x="528" y="823"/>
                    </a:lnTo>
                    <a:lnTo>
                      <a:pt x="519" y="814"/>
                    </a:lnTo>
                    <a:lnTo>
                      <a:pt x="519" y="814"/>
                    </a:lnTo>
                    <a:lnTo>
                      <a:pt x="510" y="814"/>
                    </a:lnTo>
                    <a:lnTo>
                      <a:pt x="510" y="814"/>
                    </a:lnTo>
                    <a:lnTo>
                      <a:pt x="501" y="805"/>
                    </a:lnTo>
                    <a:lnTo>
                      <a:pt x="492" y="805"/>
                    </a:lnTo>
                    <a:lnTo>
                      <a:pt x="492" y="805"/>
                    </a:lnTo>
                    <a:lnTo>
                      <a:pt x="492" y="796"/>
                    </a:lnTo>
                    <a:lnTo>
                      <a:pt x="484" y="796"/>
                    </a:lnTo>
                    <a:lnTo>
                      <a:pt x="484" y="787"/>
                    </a:lnTo>
                    <a:lnTo>
                      <a:pt x="484" y="769"/>
                    </a:lnTo>
                    <a:lnTo>
                      <a:pt x="475" y="769"/>
                    </a:lnTo>
                    <a:lnTo>
                      <a:pt x="475" y="761"/>
                    </a:lnTo>
                    <a:lnTo>
                      <a:pt x="466" y="752"/>
                    </a:lnTo>
                    <a:lnTo>
                      <a:pt x="466" y="752"/>
                    </a:lnTo>
                    <a:lnTo>
                      <a:pt x="466" y="743"/>
                    </a:lnTo>
                    <a:lnTo>
                      <a:pt x="466" y="743"/>
                    </a:lnTo>
                    <a:lnTo>
                      <a:pt x="466" y="734"/>
                    </a:lnTo>
                    <a:lnTo>
                      <a:pt x="466" y="725"/>
                    </a:lnTo>
                    <a:lnTo>
                      <a:pt x="466" y="725"/>
                    </a:lnTo>
                    <a:lnTo>
                      <a:pt x="466" y="716"/>
                    </a:lnTo>
                    <a:lnTo>
                      <a:pt x="466" y="716"/>
                    </a:lnTo>
                    <a:lnTo>
                      <a:pt x="466" y="708"/>
                    </a:lnTo>
                    <a:lnTo>
                      <a:pt x="457" y="708"/>
                    </a:lnTo>
                    <a:lnTo>
                      <a:pt x="448" y="708"/>
                    </a:lnTo>
                    <a:lnTo>
                      <a:pt x="440" y="690"/>
                    </a:lnTo>
                    <a:lnTo>
                      <a:pt x="440" y="690"/>
                    </a:lnTo>
                    <a:lnTo>
                      <a:pt x="440" y="681"/>
                    </a:lnTo>
                    <a:lnTo>
                      <a:pt x="431" y="681"/>
                    </a:lnTo>
                    <a:lnTo>
                      <a:pt x="431" y="672"/>
                    </a:lnTo>
                    <a:lnTo>
                      <a:pt x="422" y="663"/>
                    </a:lnTo>
                    <a:lnTo>
                      <a:pt x="422" y="663"/>
                    </a:lnTo>
                    <a:lnTo>
                      <a:pt x="413" y="663"/>
                    </a:lnTo>
                    <a:lnTo>
                      <a:pt x="413" y="646"/>
                    </a:lnTo>
                    <a:lnTo>
                      <a:pt x="404" y="637"/>
                    </a:lnTo>
                    <a:lnTo>
                      <a:pt x="413" y="637"/>
                    </a:lnTo>
                    <a:lnTo>
                      <a:pt x="404" y="628"/>
                    </a:lnTo>
                    <a:lnTo>
                      <a:pt x="404" y="628"/>
                    </a:lnTo>
                    <a:lnTo>
                      <a:pt x="396" y="619"/>
                    </a:lnTo>
                    <a:lnTo>
                      <a:pt x="396" y="619"/>
                    </a:lnTo>
                    <a:lnTo>
                      <a:pt x="396" y="619"/>
                    </a:lnTo>
                    <a:lnTo>
                      <a:pt x="396" y="601"/>
                    </a:lnTo>
                    <a:lnTo>
                      <a:pt x="387" y="593"/>
                    </a:lnTo>
                    <a:lnTo>
                      <a:pt x="387" y="584"/>
                    </a:lnTo>
                    <a:lnTo>
                      <a:pt x="378" y="575"/>
                    </a:lnTo>
                    <a:lnTo>
                      <a:pt x="369" y="566"/>
                    </a:lnTo>
                    <a:lnTo>
                      <a:pt x="360" y="557"/>
                    </a:lnTo>
                    <a:lnTo>
                      <a:pt x="360" y="557"/>
                    </a:lnTo>
                    <a:lnTo>
                      <a:pt x="352" y="557"/>
                    </a:lnTo>
                    <a:lnTo>
                      <a:pt x="352" y="548"/>
                    </a:lnTo>
                    <a:lnTo>
                      <a:pt x="352" y="548"/>
                    </a:lnTo>
                    <a:lnTo>
                      <a:pt x="343" y="548"/>
                    </a:lnTo>
                    <a:lnTo>
                      <a:pt x="343" y="540"/>
                    </a:lnTo>
                    <a:lnTo>
                      <a:pt x="343" y="540"/>
                    </a:lnTo>
                    <a:lnTo>
                      <a:pt x="334" y="531"/>
                    </a:lnTo>
                    <a:lnTo>
                      <a:pt x="334" y="531"/>
                    </a:lnTo>
                    <a:lnTo>
                      <a:pt x="325" y="540"/>
                    </a:lnTo>
                    <a:lnTo>
                      <a:pt x="308" y="531"/>
                    </a:lnTo>
                    <a:lnTo>
                      <a:pt x="308" y="531"/>
                    </a:lnTo>
                    <a:lnTo>
                      <a:pt x="299" y="531"/>
                    </a:lnTo>
                    <a:lnTo>
                      <a:pt x="299" y="531"/>
                    </a:lnTo>
                    <a:lnTo>
                      <a:pt x="290" y="531"/>
                    </a:lnTo>
                    <a:lnTo>
                      <a:pt x="281" y="522"/>
                    </a:lnTo>
                    <a:lnTo>
                      <a:pt x="281" y="522"/>
                    </a:lnTo>
                    <a:lnTo>
                      <a:pt x="272" y="531"/>
                    </a:lnTo>
                    <a:lnTo>
                      <a:pt x="272" y="531"/>
                    </a:lnTo>
                    <a:lnTo>
                      <a:pt x="264" y="531"/>
                    </a:lnTo>
                    <a:lnTo>
                      <a:pt x="264" y="531"/>
                    </a:lnTo>
                    <a:lnTo>
                      <a:pt x="255" y="531"/>
                    </a:lnTo>
                    <a:lnTo>
                      <a:pt x="255" y="540"/>
                    </a:lnTo>
                    <a:lnTo>
                      <a:pt x="246" y="540"/>
                    </a:lnTo>
                    <a:lnTo>
                      <a:pt x="237" y="566"/>
                    </a:lnTo>
                    <a:lnTo>
                      <a:pt x="237" y="566"/>
                    </a:lnTo>
                    <a:lnTo>
                      <a:pt x="237" y="566"/>
                    </a:lnTo>
                    <a:lnTo>
                      <a:pt x="237" y="575"/>
                    </a:lnTo>
                    <a:lnTo>
                      <a:pt x="228" y="575"/>
                    </a:lnTo>
                    <a:lnTo>
                      <a:pt x="228" y="584"/>
                    </a:lnTo>
                    <a:lnTo>
                      <a:pt x="220" y="584"/>
                    </a:lnTo>
                    <a:lnTo>
                      <a:pt x="220" y="593"/>
                    </a:lnTo>
                    <a:lnTo>
                      <a:pt x="211" y="593"/>
                    </a:lnTo>
                    <a:lnTo>
                      <a:pt x="211" y="593"/>
                    </a:lnTo>
                    <a:lnTo>
                      <a:pt x="202" y="584"/>
                    </a:lnTo>
                    <a:lnTo>
                      <a:pt x="202" y="584"/>
                    </a:lnTo>
                    <a:lnTo>
                      <a:pt x="193" y="584"/>
                    </a:lnTo>
                    <a:lnTo>
                      <a:pt x="193" y="575"/>
                    </a:lnTo>
                    <a:lnTo>
                      <a:pt x="176" y="575"/>
                    </a:lnTo>
                    <a:lnTo>
                      <a:pt x="176" y="566"/>
                    </a:lnTo>
                    <a:lnTo>
                      <a:pt x="167" y="566"/>
                    </a:lnTo>
                    <a:lnTo>
                      <a:pt x="158" y="557"/>
                    </a:lnTo>
                    <a:lnTo>
                      <a:pt x="149" y="548"/>
                    </a:lnTo>
                    <a:lnTo>
                      <a:pt x="149" y="548"/>
                    </a:lnTo>
                    <a:lnTo>
                      <a:pt x="140" y="540"/>
                    </a:lnTo>
                    <a:lnTo>
                      <a:pt x="132" y="540"/>
                    </a:lnTo>
                    <a:lnTo>
                      <a:pt x="132" y="531"/>
                    </a:lnTo>
                    <a:lnTo>
                      <a:pt x="114" y="504"/>
                    </a:lnTo>
                    <a:lnTo>
                      <a:pt x="114" y="495"/>
                    </a:lnTo>
                    <a:lnTo>
                      <a:pt x="123" y="495"/>
                    </a:lnTo>
                    <a:lnTo>
                      <a:pt x="123" y="487"/>
                    </a:lnTo>
                    <a:lnTo>
                      <a:pt x="114" y="487"/>
                    </a:lnTo>
                    <a:lnTo>
                      <a:pt x="114" y="469"/>
                    </a:lnTo>
                    <a:lnTo>
                      <a:pt x="105" y="469"/>
                    </a:lnTo>
                    <a:lnTo>
                      <a:pt x="105" y="460"/>
                    </a:lnTo>
                    <a:lnTo>
                      <a:pt x="105" y="460"/>
                    </a:lnTo>
                    <a:lnTo>
                      <a:pt x="105" y="451"/>
                    </a:lnTo>
                    <a:lnTo>
                      <a:pt x="105" y="451"/>
                    </a:lnTo>
                    <a:lnTo>
                      <a:pt x="96" y="442"/>
                    </a:lnTo>
                    <a:lnTo>
                      <a:pt x="88" y="433"/>
                    </a:lnTo>
                    <a:lnTo>
                      <a:pt x="79" y="433"/>
                    </a:lnTo>
                    <a:lnTo>
                      <a:pt x="79" y="433"/>
                    </a:lnTo>
                    <a:lnTo>
                      <a:pt x="70" y="425"/>
                    </a:lnTo>
                    <a:lnTo>
                      <a:pt x="61" y="416"/>
                    </a:lnTo>
                    <a:lnTo>
                      <a:pt x="52" y="407"/>
                    </a:lnTo>
                    <a:lnTo>
                      <a:pt x="44" y="389"/>
                    </a:lnTo>
                    <a:lnTo>
                      <a:pt x="44" y="389"/>
                    </a:lnTo>
                    <a:lnTo>
                      <a:pt x="35" y="380"/>
                    </a:lnTo>
                    <a:lnTo>
                      <a:pt x="26" y="380"/>
                    </a:lnTo>
                    <a:lnTo>
                      <a:pt x="26" y="372"/>
                    </a:lnTo>
                    <a:lnTo>
                      <a:pt x="17" y="363"/>
                    </a:lnTo>
                    <a:lnTo>
                      <a:pt x="17" y="363"/>
                    </a:lnTo>
                    <a:lnTo>
                      <a:pt x="17" y="354"/>
                    </a:lnTo>
                    <a:lnTo>
                      <a:pt x="8" y="354"/>
                    </a:lnTo>
                    <a:lnTo>
                      <a:pt x="8" y="354"/>
                    </a:lnTo>
                    <a:lnTo>
                      <a:pt x="8" y="354"/>
                    </a:lnTo>
                    <a:close/>
                  </a:path>
                </a:pathLst>
              </a:custGeom>
              <a:solidFill>
                <a:schemeClr val="accent4"/>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152" name="Freeform 46"/>
          <p:cNvSpPr>
            <a:spLocks noEditPoints="1"/>
          </p:cNvSpPr>
          <p:nvPr/>
        </p:nvSpPr>
        <p:spPr bwMode="auto">
          <a:xfrm>
            <a:off x="4978940" y="1438704"/>
            <a:ext cx="339820" cy="339818"/>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46"/>
          <p:cNvSpPr>
            <a:spLocks noEditPoints="1"/>
          </p:cNvSpPr>
          <p:nvPr/>
        </p:nvSpPr>
        <p:spPr bwMode="auto">
          <a:xfrm>
            <a:off x="4978940" y="2048304"/>
            <a:ext cx="339820" cy="339818"/>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46"/>
          <p:cNvSpPr>
            <a:spLocks noEditPoints="1"/>
          </p:cNvSpPr>
          <p:nvPr/>
        </p:nvSpPr>
        <p:spPr bwMode="auto">
          <a:xfrm>
            <a:off x="4978940" y="2657904"/>
            <a:ext cx="339820" cy="339818"/>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46"/>
          <p:cNvSpPr>
            <a:spLocks noEditPoints="1"/>
          </p:cNvSpPr>
          <p:nvPr/>
        </p:nvSpPr>
        <p:spPr bwMode="auto">
          <a:xfrm>
            <a:off x="4978940" y="3267504"/>
            <a:ext cx="339820" cy="339818"/>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6" name="Group 30"/>
          <p:cNvGrpSpPr/>
          <p:nvPr/>
        </p:nvGrpSpPr>
        <p:grpSpPr>
          <a:xfrm>
            <a:off x="5412659" y="1362075"/>
            <a:ext cx="3048000" cy="493074"/>
            <a:chOff x="1270277" y="1233504"/>
            <a:chExt cx="3048000" cy="493074"/>
          </a:xfrm>
        </p:grpSpPr>
        <p:sp>
          <p:nvSpPr>
            <p:cNvPr id="157" name="Text Placeholder 3"/>
            <p:cNvSpPr txBox="1">
              <a:spLocks/>
            </p:cNvSpPr>
            <p:nvPr/>
          </p:nvSpPr>
          <p:spPr>
            <a:xfrm>
              <a:off x="1270277" y="1233504"/>
              <a:ext cx="1059585"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i="0" u="none" strike="noStrike" kern="1200" cap="none" spc="0" normalizeH="0" baseline="0" noProof="0" dirty="0">
                  <a:ln>
                    <a:noFill/>
                  </a:ln>
                  <a:solidFill>
                    <a:schemeClr val="accent1"/>
                  </a:solidFill>
                  <a:effectLst/>
                  <a:uLnTx/>
                  <a:uFillTx/>
                  <a:latin typeface="+mj-lt"/>
                  <a:ea typeface="+mn-ea"/>
                  <a:cs typeface="+mn-cs"/>
                </a:rPr>
                <a:t>Title Goes Here</a:t>
              </a:r>
            </a:p>
          </p:txBody>
        </p:sp>
        <p:sp>
          <p:nvSpPr>
            <p:cNvPr id="158"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59" name="Group 30"/>
          <p:cNvGrpSpPr/>
          <p:nvPr/>
        </p:nvGrpSpPr>
        <p:grpSpPr>
          <a:xfrm>
            <a:off x="5412659" y="1971675"/>
            <a:ext cx="3048000" cy="493074"/>
            <a:chOff x="1270277" y="1233504"/>
            <a:chExt cx="3048000" cy="493074"/>
          </a:xfrm>
        </p:grpSpPr>
        <p:sp>
          <p:nvSpPr>
            <p:cNvPr id="160" name="Text Placeholder 3"/>
            <p:cNvSpPr txBox="1">
              <a:spLocks/>
            </p:cNvSpPr>
            <p:nvPr/>
          </p:nvSpPr>
          <p:spPr>
            <a:xfrm>
              <a:off x="1270277" y="1233504"/>
              <a:ext cx="91691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2"/>
                  </a:solidFill>
                </a:rPr>
                <a:t>Title Goes Here</a:t>
              </a:r>
            </a:p>
          </p:txBody>
        </p:sp>
        <p:sp>
          <p:nvSpPr>
            <p:cNvPr id="161"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62" name="Group 30"/>
          <p:cNvGrpSpPr/>
          <p:nvPr/>
        </p:nvGrpSpPr>
        <p:grpSpPr>
          <a:xfrm>
            <a:off x="5412659" y="2581275"/>
            <a:ext cx="3048000" cy="493074"/>
            <a:chOff x="1270277" y="1233504"/>
            <a:chExt cx="3048000" cy="493074"/>
          </a:xfrm>
        </p:grpSpPr>
        <p:sp>
          <p:nvSpPr>
            <p:cNvPr id="163" name="Text Placeholder 3"/>
            <p:cNvSpPr txBox="1">
              <a:spLocks/>
            </p:cNvSpPr>
            <p:nvPr/>
          </p:nvSpPr>
          <p:spPr>
            <a:xfrm>
              <a:off x="1270277" y="1233504"/>
              <a:ext cx="91691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3"/>
                  </a:solidFill>
                </a:rPr>
                <a:t>Title Goes Here</a:t>
              </a:r>
            </a:p>
          </p:txBody>
        </p:sp>
        <p:sp>
          <p:nvSpPr>
            <p:cNvPr id="164"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65" name="Group 30"/>
          <p:cNvGrpSpPr/>
          <p:nvPr/>
        </p:nvGrpSpPr>
        <p:grpSpPr>
          <a:xfrm>
            <a:off x="5412659" y="3190875"/>
            <a:ext cx="3048000" cy="493074"/>
            <a:chOff x="1270277" y="1233504"/>
            <a:chExt cx="3048000" cy="493074"/>
          </a:xfrm>
        </p:grpSpPr>
        <p:sp>
          <p:nvSpPr>
            <p:cNvPr id="166" name="Text Placeholder 3"/>
            <p:cNvSpPr txBox="1">
              <a:spLocks/>
            </p:cNvSpPr>
            <p:nvPr/>
          </p:nvSpPr>
          <p:spPr>
            <a:xfrm>
              <a:off x="1270277" y="1233504"/>
              <a:ext cx="91691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4"/>
                  </a:solidFill>
                </a:rPr>
                <a:t>Title Goes Here</a:t>
              </a:r>
            </a:p>
          </p:txBody>
        </p:sp>
        <p:sp>
          <p:nvSpPr>
            <p:cNvPr id="167"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168" name="Freeform 46"/>
          <p:cNvSpPr>
            <a:spLocks noEditPoints="1"/>
          </p:cNvSpPr>
          <p:nvPr/>
        </p:nvSpPr>
        <p:spPr bwMode="auto">
          <a:xfrm>
            <a:off x="4978940" y="3879330"/>
            <a:ext cx="339820" cy="339818"/>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69" name="Group 30"/>
          <p:cNvGrpSpPr/>
          <p:nvPr/>
        </p:nvGrpSpPr>
        <p:grpSpPr>
          <a:xfrm>
            <a:off x="5412659" y="3802701"/>
            <a:ext cx="3048000" cy="493074"/>
            <a:chOff x="1270277" y="1233504"/>
            <a:chExt cx="3048000" cy="493074"/>
          </a:xfrm>
        </p:grpSpPr>
        <p:sp>
          <p:nvSpPr>
            <p:cNvPr id="170" name="Text Placeholder 3"/>
            <p:cNvSpPr txBox="1">
              <a:spLocks/>
            </p:cNvSpPr>
            <p:nvPr/>
          </p:nvSpPr>
          <p:spPr>
            <a:xfrm>
              <a:off x="1270277" y="1233504"/>
              <a:ext cx="916918" cy="184666"/>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200" b="1" dirty="0">
                  <a:solidFill>
                    <a:schemeClr val="accent5"/>
                  </a:solidFill>
                </a:rPr>
                <a:t>Title Goes Here</a:t>
              </a:r>
            </a:p>
          </p:txBody>
        </p:sp>
        <p:sp>
          <p:nvSpPr>
            <p:cNvPr id="171" name="Text Placeholder 3"/>
            <p:cNvSpPr txBox="1">
              <a:spLocks/>
            </p:cNvSpPr>
            <p:nvPr/>
          </p:nvSpPr>
          <p:spPr>
            <a:xfrm>
              <a:off x="1270277" y="1418801"/>
              <a:ext cx="3048000"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sp>
        <p:nvSpPr>
          <p:cNvPr id="172" name="TextBox 171"/>
          <p:cNvSpPr txBox="1"/>
          <p:nvPr/>
        </p:nvSpPr>
        <p:spPr>
          <a:xfrm>
            <a:off x="1163662" y="4011961"/>
            <a:ext cx="656238" cy="307777"/>
          </a:xfrm>
          <a:prstGeom prst="rect">
            <a:avLst/>
          </a:prstGeom>
          <a:noFill/>
        </p:spPr>
        <p:txBody>
          <a:bodyPr wrap="square" lIns="0" tIns="0" rIns="0" bIns="0" rtlCol="0">
            <a:spAutoFit/>
          </a:bodyPr>
          <a:lstStyle/>
          <a:p>
            <a:pPr algn="ctr"/>
            <a:r>
              <a:rPr lang="en-US" b="1" dirty="0">
                <a:solidFill>
                  <a:schemeClr val="accent1"/>
                </a:solidFill>
              </a:rPr>
              <a:t>75%</a:t>
            </a:r>
          </a:p>
        </p:txBody>
      </p:sp>
      <p:grpSp>
        <p:nvGrpSpPr>
          <p:cNvPr id="173" name="Group 90"/>
          <p:cNvGrpSpPr>
            <a:grpSpLocks noChangeAspect="1"/>
          </p:cNvGrpSpPr>
          <p:nvPr/>
        </p:nvGrpSpPr>
        <p:grpSpPr>
          <a:xfrm>
            <a:off x="1888444" y="3862385"/>
            <a:ext cx="606930" cy="606928"/>
            <a:chOff x="4046972" y="1821242"/>
            <a:chExt cx="751216" cy="751214"/>
          </a:xfrm>
        </p:grpSpPr>
        <p:sp>
          <p:nvSpPr>
            <p:cNvPr id="174" name="Oval 173"/>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5" name="Group 179"/>
            <p:cNvGrpSpPr/>
            <p:nvPr/>
          </p:nvGrpSpPr>
          <p:grpSpPr>
            <a:xfrm>
              <a:off x="4321607" y="1938430"/>
              <a:ext cx="201944" cy="516839"/>
              <a:chOff x="5054600" y="1652588"/>
              <a:chExt cx="187325" cy="479424"/>
            </a:xfrm>
            <a:solidFill>
              <a:schemeClr val="bg1"/>
            </a:solidFill>
          </p:grpSpPr>
          <p:sp>
            <p:nvSpPr>
              <p:cNvPr id="17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78" name="Group 91"/>
          <p:cNvGrpSpPr>
            <a:grpSpLocks noChangeAspect="1"/>
          </p:cNvGrpSpPr>
          <p:nvPr/>
        </p:nvGrpSpPr>
        <p:grpSpPr>
          <a:xfrm>
            <a:off x="2572977" y="3862385"/>
            <a:ext cx="606930" cy="606928"/>
            <a:chOff x="5397701" y="1821242"/>
            <a:chExt cx="751216" cy="751214"/>
          </a:xfrm>
        </p:grpSpPr>
        <p:sp>
          <p:nvSpPr>
            <p:cNvPr id="179" name="Oval 178"/>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0" name="Group 184"/>
            <p:cNvGrpSpPr/>
            <p:nvPr/>
          </p:nvGrpSpPr>
          <p:grpSpPr>
            <a:xfrm>
              <a:off x="5653784" y="1940300"/>
              <a:ext cx="238994" cy="513083"/>
              <a:chOff x="6213475" y="1668463"/>
              <a:chExt cx="227013" cy="487362"/>
            </a:xfrm>
            <a:solidFill>
              <a:schemeClr val="bg1"/>
            </a:solidFill>
          </p:grpSpPr>
          <p:sp>
            <p:nvSpPr>
              <p:cNvPr id="181"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83" name="TextBox 182"/>
          <p:cNvSpPr txBox="1"/>
          <p:nvPr/>
        </p:nvSpPr>
        <p:spPr>
          <a:xfrm>
            <a:off x="3205428" y="4011961"/>
            <a:ext cx="656238" cy="307777"/>
          </a:xfrm>
          <a:prstGeom prst="rect">
            <a:avLst/>
          </a:prstGeom>
          <a:noFill/>
        </p:spPr>
        <p:txBody>
          <a:bodyPr wrap="square" lIns="0" tIns="0" rIns="0" bIns="0" rtlCol="0">
            <a:spAutoFit/>
          </a:bodyPr>
          <a:lstStyle/>
          <a:p>
            <a:pPr algn="ctr"/>
            <a:r>
              <a:rPr lang="en-US" b="1" dirty="0">
                <a:solidFill>
                  <a:schemeClr val="accent4"/>
                </a:solidFill>
              </a:rPr>
              <a:t>95%</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p:cTn id="7" dur="500" fill="hold"/>
                                        <p:tgtEl>
                                          <p:spTgt spid="111"/>
                                        </p:tgtEl>
                                        <p:attrNameLst>
                                          <p:attrName>ppt_w</p:attrName>
                                        </p:attrNameLst>
                                      </p:cBhvr>
                                      <p:tavLst>
                                        <p:tav tm="0">
                                          <p:val>
                                            <p:fltVal val="0"/>
                                          </p:val>
                                        </p:tav>
                                        <p:tav tm="100000">
                                          <p:val>
                                            <p:strVal val="#ppt_w"/>
                                          </p:val>
                                        </p:tav>
                                      </p:tavLst>
                                    </p:anim>
                                    <p:anim calcmode="lin" valueType="num">
                                      <p:cBhvr>
                                        <p:cTn id="8" dur="500" fill="hold"/>
                                        <p:tgtEl>
                                          <p:spTgt spid="111"/>
                                        </p:tgtEl>
                                        <p:attrNameLst>
                                          <p:attrName>ppt_h</p:attrName>
                                        </p:attrNameLst>
                                      </p:cBhvr>
                                      <p:tavLst>
                                        <p:tav tm="0">
                                          <p:val>
                                            <p:fltVal val="0"/>
                                          </p:val>
                                        </p:tav>
                                        <p:tav tm="100000">
                                          <p:val>
                                            <p:strVal val="#ppt_h"/>
                                          </p:val>
                                        </p:tav>
                                      </p:tavLst>
                                    </p:anim>
                                    <p:animEffect transition="in" filter="fade">
                                      <p:cBhvr>
                                        <p:cTn id="9" dur="500"/>
                                        <p:tgtEl>
                                          <p:spTgt spid="11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52"/>
                                        </p:tgtEl>
                                        <p:attrNameLst>
                                          <p:attrName>style.visibility</p:attrName>
                                        </p:attrNameLst>
                                      </p:cBhvr>
                                      <p:to>
                                        <p:strVal val="visible"/>
                                      </p:to>
                                    </p:set>
                                    <p:anim calcmode="lin" valueType="num">
                                      <p:cBhvr>
                                        <p:cTn id="13" dur="500" fill="hold"/>
                                        <p:tgtEl>
                                          <p:spTgt spid="152"/>
                                        </p:tgtEl>
                                        <p:attrNameLst>
                                          <p:attrName>ppt_w</p:attrName>
                                        </p:attrNameLst>
                                      </p:cBhvr>
                                      <p:tavLst>
                                        <p:tav tm="0">
                                          <p:val>
                                            <p:fltVal val="0"/>
                                          </p:val>
                                        </p:tav>
                                        <p:tav tm="100000">
                                          <p:val>
                                            <p:strVal val="#ppt_w"/>
                                          </p:val>
                                        </p:tav>
                                      </p:tavLst>
                                    </p:anim>
                                    <p:anim calcmode="lin" valueType="num">
                                      <p:cBhvr>
                                        <p:cTn id="14" dur="500" fill="hold"/>
                                        <p:tgtEl>
                                          <p:spTgt spid="152"/>
                                        </p:tgtEl>
                                        <p:attrNameLst>
                                          <p:attrName>ppt_h</p:attrName>
                                        </p:attrNameLst>
                                      </p:cBhvr>
                                      <p:tavLst>
                                        <p:tav tm="0">
                                          <p:val>
                                            <p:fltVal val="0"/>
                                          </p:val>
                                        </p:tav>
                                        <p:tav tm="100000">
                                          <p:val>
                                            <p:strVal val="#ppt_h"/>
                                          </p:val>
                                        </p:tav>
                                      </p:tavLst>
                                    </p:anim>
                                    <p:animEffect transition="in" filter="fade">
                                      <p:cBhvr>
                                        <p:cTn id="15" dur="500"/>
                                        <p:tgtEl>
                                          <p:spTgt spid="152"/>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156"/>
                                        </p:tgtEl>
                                        <p:attrNameLst>
                                          <p:attrName>style.visibility</p:attrName>
                                        </p:attrNameLst>
                                      </p:cBhvr>
                                      <p:to>
                                        <p:strVal val="visible"/>
                                      </p:to>
                                    </p:set>
                                    <p:animEffect transition="in" filter="wipe(left)">
                                      <p:cBhvr>
                                        <p:cTn id="19" dur="500"/>
                                        <p:tgtEl>
                                          <p:spTgt spid="156"/>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153"/>
                                        </p:tgtEl>
                                        <p:attrNameLst>
                                          <p:attrName>style.visibility</p:attrName>
                                        </p:attrNameLst>
                                      </p:cBhvr>
                                      <p:to>
                                        <p:strVal val="visible"/>
                                      </p:to>
                                    </p:set>
                                    <p:anim calcmode="lin" valueType="num">
                                      <p:cBhvr>
                                        <p:cTn id="23" dur="500" fill="hold"/>
                                        <p:tgtEl>
                                          <p:spTgt spid="153"/>
                                        </p:tgtEl>
                                        <p:attrNameLst>
                                          <p:attrName>ppt_w</p:attrName>
                                        </p:attrNameLst>
                                      </p:cBhvr>
                                      <p:tavLst>
                                        <p:tav tm="0">
                                          <p:val>
                                            <p:fltVal val="0"/>
                                          </p:val>
                                        </p:tav>
                                        <p:tav tm="100000">
                                          <p:val>
                                            <p:strVal val="#ppt_w"/>
                                          </p:val>
                                        </p:tav>
                                      </p:tavLst>
                                    </p:anim>
                                    <p:anim calcmode="lin" valueType="num">
                                      <p:cBhvr>
                                        <p:cTn id="24" dur="500" fill="hold"/>
                                        <p:tgtEl>
                                          <p:spTgt spid="153"/>
                                        </p:tgtEl>
                                        <p:attrNameLst>
                                          <p:attrName>ppt_h</p:attrName>
                                        </p:attrNameLst>
                                      </p:cBhvr>
                                      <p:tavLst>
                                        <p:tav tm="0">
                                          <p:val>
                                            <p:fltVal val="0"/>
                                          </p:val>
                                        </p:tav>
                                        <p:tav tm="100000">
                                          <p:val>
                                            <p:strVal val="#ppt_h"/>
                                          </p:val>
                                        </p:tav>
                                      </p:tavLst>
                                    </p:anim>
                                    <p:animEffect transition="in" filter="fade">
                                      <p:cBhvr>
                                        <p:cTn id="25" dur="500"/>
                                        <p:tgtEl>
                                          <p:spTgt spid="153"/>
                                        </p:tgtEl>
                                      </p:cBhvr>
                                    </p:animEffect>
                                  </p:childTnLst>
                                </p:cTn>
                              </p:par>
                            </p:childTnLst>
                          </p:cTn>
                        </p:par>
                        <p:par>
                          <p:cTn id="26" fill="hold">
                            <p:stCondLst>
                              <p:cond delay="2000"/>
                            </p:stCondLst>
                            <p:childTnLst>
                              <p:par>
                                <p:cTn id="27" presetID="22" presetClass="entr" presetSubtype="8" fill="hold" nodeType="afterEffect">
                                  <p:stCondLst>
                                    <p:cond delay="0"/>
                                  </p:stCondLst>
                                  <p:childTnLst>
                                    <p:set>
                                      <p:cBhvr>
                                        <p:cTn id="28" dur="1" fill="hold">
                                          <p:stCondLst>
                                            <p:cond delay="0"/>
                                          </p:stCondLst>
                                        </p:cTn>
                                        <p:tgtEl>
                                          <p:spTgt spid="159"/>
                                        </p:tgtEl>
                                        <p:attrNameLst>
                                          <p:attrName>style.visibility</p:attrName>
                                        </p:attrNameLst>
                                      </p:cBhvr>
                                      <p:to>
                                        <p:strVal val="visible"/>
                                      </p:to>
                                    </p:set>
                                    <p:animEffect transition="in" filter="wipe(left)">
                                      <p:cBhvr>
                                        <p:cTn id="29" dur="500"/>
                                        <p:tgtEl>
                                          <p:spTgt spid="159"/>
                                        </p:tgtEl>
                                      </p:cBhvr>
                                    </p:animEffect>
                                  </p:childTnLst>
                                </p:cTn>
                              </p:par>
                            </p:childTnLst>
                          </p:cTn>
                        </p:par>
                        <p:par>
                          <p:cTn id="30" fill="hold">
                            <p:stCondLst>
                              <p:cond delay="2500"/>
                            </p:stCondLst>
                            <p:childTnLst>
                              <p:par>
                                <p:cTn id="31" presetID="53" presetClass="entr" presetSubtype="0" fill="hold" grpId="0" nodeType="afterEffect">
                                  <p:stCondLst>
                                    <p:cond delay="0"/>
                                  </p:stCondLst>
                                  <p:childTnLst>
                                    <p:set>
                                      <p:cBhvr>
                                        <p:cTn id="32" dur="1" fill="hold">
                                          <p:stCondLst>
                                            <p:cond delay="0"/>
                                          </p:stCondLst>
                                        </p:cTn>
                                        <p:tgtEl>
                                          <p:spTgt spid="154"/>
                                        </p:tgtEl>
                                        <p:attrNameLst>
                                          <p:attrName>style.visibility</p:attrName>
                                        </p:attrNameLst>
                                      </p:cBhvr>
                                      <p:to>
                                        <p:strVal val="visible"/>
                                      </p:to>
                                    </p:set>
                                    <p:anim calcmode="lin" valueType="num">
                                      <p:cBhvr>
                                        <p:cTn id="33" dur="500" fill="hold"/>
                                        <p:tgtEl>
                                          <p:spTgt spid="154"/>
                                        </p:tgtEl>
                                        <p:attrNameLst>
                                          <p:attrName>ppt_w</p:attrName>
                                        </p:attrNameLst>
                                      </p:cBhvr>
                                      <p:tavLst>
                                        <p:tav tm="0">
                                          <p:val>
                                            <p:fltVal val="0"/>
                                          </p:val>
                                        </p:tav>
                                        <p:tav tm="100000">
                                          <p:val>
                                            <p:strVal val="#ppt_w"/>
                                          </p:val>
                                        </p:tav>
                                      </p:tavLst>
                                    </p:anim>
                                    <p:anim calcmode="lin" valueType="num">
                                      <p:cBhvr>
                                        <p:cTn id="34" dur="500" fill="hold"/>
                                        <p:tgtEl>
                                          <p:spTgt spid="154"/>
                                        </p:tgtEl>
                                        <p:attrNameLst>
                                          <p:attrName>ppt_h</p:attrName>
                                        </p:attrNameLst>
                                      </p:cBhvr>
                                      <p:tavLst>
                                        <p:tav tm="0">
                                          <p:val>
                                            <p:fltVal val="0"/>
                                          </p:val>
                                        </p:tav>
                                        <p:tav tm="100000">
                                          <p:val>
                                            <p:strVal val="#ppt_h"/>
                                          </p:val>
                                        </p:tav>
                                      </p:tavLst>
                                    </p:anim>
                                    <p:animEffect transition="in" filter="fade">
                                      <p:cBhvr>
                                        <p:cTn id="35" dur="500"/>
                                        <p:tgtEl>
                                          <p:spTgt spid="154"/>
                                        </p:tgtEl>
                                      </p:cBhvr>
                                    </p:animEffect>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62"/>
                                        </p:tgtEl>
                                        <p:attrNameLst>
                                          <p:attrName>style.visibility</p:attrName>
                                        </p:attrNameLst>
                                      </p:cBhvr>
                                      <p:to>
                                        <p:strVal val="visible"/>
                                      </p:to>
                                    </p:set>
                                    <p:animEffect transition="in" filter="wipe(left)">
                                      <p:cBhvr>
                                        <p:cTn id="39" dur="500"/>
                                        <p:tgtEl>
                                          <p:spTgt spid="162"/>
                                        </p:tgtEl>
                                      </p:cBhvr>
                                    </p:animEffect>
                                  </p:childTnLst>
                                </p:cTn>
                              </p:par>
                            </p:childTnLst>
                          </p:cTn>
                        </p:par>
                        <p:par>
                          <p:cTn id="40" fill="hold">
                            <p:stCondLst>
                              <p:cond delay="3500"/>
                            </p:stCondLst>
                            <p:childTnLst>
                              <p:par>
                                <p:cTn id="41" presetID="53" presetClass="entr" presetSubtype="0" fill="hold" grpId="0" nodeType="afterEffect">
                                  <p:stCondLst>
                                    <p:cond delay="0"/>
                                  </p:stCondLst>
                                  <p:childTnLst>
                                    <p:set>
                                      <p:cBhvr>
                                        <p:cTn id="42" dur="1" fill="hold">
                                          <p:stCondLst>
                                            <p:cond delay="0"/>
                                          </p:stCondLst>
                                        </p:cTn>
                                        <p:tgtEl>
                                          <p:spTgt spid="155"/>
                                        </p:tgtEl>
                                        <p:attrNameLst>
                                          <p:attrName>style.visibility</p:attrName>
                                        </p:attrNameLst>
                                      </p:cBhvr>
                                      <p:to>
                                        <p:strVal val="visible"/>
                                      </p:to>
                                    </p:set>
                                    <p:anim calcmode="lin" valueType="num">
                                      <p:cBhvr>
                                        <p:cTn id="43" dur="500" fill="hold"/>
                                        <p:tgtEl>
                                          <p:spTgt spid="155"/>
                                        </p:tgtEl>
                                        <p:attrNameLst>
                                          <p:attrName>ppt_w</p:attrName>
                                        </p:attrNameLst>
                                      </p:cBhvr>
                                      <p:tavLst>
                                        <p:tav tm="0">
                                          <p:val>
                                            <p:fltVal val="0"/>
                                          </p:val>
                                        </p:tav>
                                        <p:tav tm="100000">
                                          <p:val>
                                            <p:strVal val="#ppt_w"/>
                                          </p:val>
                                        </p:tav>
                                      </p:tavLst>
                                    </p:anim>
                                    <p:anim calcmode="lin" valueType="num">
                                      <p:cBhvr>
                                        <p:cTn id="44" dur="500" fill="hold"/>
                                        <p:tgtEl>
                                          <p:spTgt spid="155"/>
                                        </p:tgtEl>
                                        <p:attrNameLst>
                                          <p:attrName>ppt_h</p:attrName>
                                        </p:attrNameLst>
                                      </p:cBhvr>
                                      <p:tavLst>
                                        <p:tav tm="0">
                                          <p:val>
                                            <p:fltVal val="0"/>
                                          </p:val>
                                        </p:tav>
                                        <p:tav tm="100000">
                                          <p:val>
                                            <p:strVal val="#ppt_h"/>
                                          </p:val>
                                        </p:tav>
                                      </p:tavLst>
                                    </p:anim>
                                    <p:animEffect transition="in" filter="fade">
                                      <p:cBhvr>
                                        <p:cTn id="45" dur="500"/>
                                        <p:tgtEl>
                                          <p:spTgt spid="155"/>
                                        </p:tgtEl>
                                      </p:cBhvr>
                                    </p:animEffect>
                                  </p:childTnLst>
                                </p:cTn>
                              </p:par>
                            </p:childTnLst>
                          </p:cTn>
                        </p:par>
                        <p:par>
                          <p:cTn id="46" fill="hold">
                            <p:stCondLst>
                              <p:cond delay="4000"/>
                            </p:stCondLst>
                            <p:childTnLst>
                              <p:par>
                                <p:cTn id="47" presetID="22" presetClass="entr" presetSubtype="8" fill="hold" nodeType="afterEffect">
                                  <p:stCondLst>
                                    <p:cond delay="0"/>
                                  </p:stCondLst>
                                  <p:childTnLst>
                                    <p:set>
                                      <p:cBhvr>
                                        <p:cTn id="48" dur="1" fill="hold">
                                          <p:stCondLst>
                                            <p:cond delay="0"/>
                                          </p:stCondLst>
                                        </p:cTn>
                                        <p:tgtEl>
                                          <p:spTgt spid="165"/>
                                        </p:tgtEl>
                                        <p:attrNameLst>
                                          <p:attrName>style.visibility</p:attrName>
                                        </p:attrNameLst>
                                      </p:cBhvr>
                                      <p:to>
                                        <p:strVal val="visible"/>
                                      </p:to>
                                    </p:set>
                                    <p:animEffect transition="in" filter="wipe(left)">
                                      <p:cBhvr>
                                        <p:cTn id="49" dur="500"/>
                                        <p:tgtEl>
                                          <p:spTgt spid="165"/>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168"/>
                                        </p:tgtEl>
                                        <p:attrNameLst>
                                          <p:attrName>style.visibility</p:attrName>
                                        </p:attrNameLst>
                                      </p:cBhvr>
                                      <p:to>
                                        <p:strVal val="visible"/>
                                      </p:to>
                                    </p:set>
                                    <p:anim calcmode="lin" valueType="num">
                                      <p:cBhvr>
                                        <p:cTn id="53" dur="500" fill="hold"/>
                                        <p:tgtEl>
                                          <p:spTgt spid="168"/>
                                        </p:tgtEl>
                                        <p:attrNameLst>
                                          <p:attrName>ppt_w</p:attrName>
                                        </p:attrNameLst>
                                      </p:cBhvr>
                                      <p:tavLst>
                                        <p:tav tm="0">
                                          <p:val>
                                            <p:fltVal val="0"/>
                                          </p:val>
                                        </p:tav>
                                        <p:tav tm="100000">
                                          <p:val>
                                            <p:strVal val="#ppt_w"/>
                                          </p:val>
                                        </p:tav>
                                      </p:tavLst>
                                    </p:anim>
                                    <p:anim calcmode="lin" valueType="num">
                                      <p:cBhvr>
                                        <p:cTn id="54" dur="500" fill="hold"/>
                                        <p:tgtEl>
                                          <p:spTgt spid="168"/>
                                        </p:tgtEl>
                                        <p:attrNameLst>
                                          <p:attrName>ppt_h</p:attrName>
                                        </p:attrNameLst>
                                      </p:cBhvr>
                                      <p:tavLst>
                                        <p:tav tm="0">
                                          <p:val>
                                            <p:fltVal val="0"/>
                                          </p:val>
                                        </p:tav>
                                        <p:tav tm="100000">
                                          <p:val>
                                            <p:strVal val="#ppt_h"/>
                                          </p:val>
                                        </p:tav>
                                      </p:tavLst>
                                    </p:anim>
                                    <p:animEffect transition="in" filter="fade">
                                      <p:cBhvr>
                                        <p:cTn id="55" dur="500"/>
                                        <p:tgtEl>
                                          <p:spTgt spid="168"/>
                                        </p:tgtEl>
                                      </p:cBhvr>
                                    </p:animEffect>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169"/>
                                        </p:tgtEl>
                                        <p:attrNameLst>
                                          <p:attrName>style.visibility</p:attrName>
                                        </p:attrNameLst>
                                      </p:cBhvr>
                                      <p:to>
                                        <p:strVal val="visible"/>
                                      </p:to>
                                    </p:set>
                                    <p:animEffect transition="in" filter="wipe(left)">
                                      <p:cBhvr>
                                        <p:cTn id="59" dur="500"/>
                                        <p:tgtEl>
                                          <p:spTgt spid="169"/>
                                        </p:tgtEl>
                                      </p:cBhvr>
                                    </p:animEffect>
                                  </p:childTnLst>
                                </p:cTn>
                              </p:par>
                            </p:childTnLst>
                          </p:cTn>
                        </p:par>
                        <p:par>
                          <p:cTn id="60" fill="hold">
                            <p:stCondLst>
                              <p:cond delay="5500"/>
                            </p:stCondLst>
                            <p:childTnLst>
                              <p:par>
                                <p:cTn id="61" presetID="53" presetClass="entr" presetSubtype="0" fill="hold" nodeType="afterEffect">
                                  <p:stCondLst>
                                    <p:cond delay="0"/>
                                  </p:stCondLst>
                                  <p:childTnLst>
                                    <p:set>
                                      <p:cBhvr>
                                        <p:cTn id="62" dur="1" fill="hold">
                                          <p:stCondLst>
                                            <p:cond delay="0"/>
                                          </p:stCondLst>
                                        </p:cTn>
                                        <p:tgtEl>
                                          <p:spTgt spid="178"/>
                                        </p:tgtEl>
                                        <p:attrNameLst>
                                          <p:attrName>style.visibility</p:attrName>
                                        </p:attrNameLst>
                                      </p:cBhvr>
                                      <p:to>
                                        <p:strVal val="visible"/>
                                      </p:to>
                                    </p:set>
                                    <p:anim calcmode="lin" valueType="num">
                                      <p:cBhvr>
                                        <p:cTn id="63" dur="500" fill="hold"/>
                                        <p:tgtEl>
                                          <p:spTgt spid="178"/>
                                        </p:tgtEl>
                                        <p:attrNameLst>
                                          <p:attrName>ppt_w</p:attrName>
                                        </p:attrNameLst>
                                      </p:cBhvr>
                                      <p:tavLst>
                                        <p:tav tm="0">
                                          <p:val>
                                            <p:fltVal val="0"/>
                                          </p:val>
                                        </p:tav>
                                        <p:tav tm="100000">
                                          <p:val>
                                            <p:strVal val="#ppt_w"/>
                                          </p:val>
                                        </p:tav>
                                      </p:tavLst>
                                    </p:anim>
                                    <p:anim calcmode="lin" valueType="num">
                                      <p:cBhvr>
                                        <p:cTn id="64" dur="500" fill="hold"/>
                                        <p:tgtEl>
                                          <p:spTgt spid="178"/>
                                        </p:tgtEl>
                                        <p:attrNameLst>
                                          <p:attrName>ppt_h</p:attrName>
                                        </p:attrNameLst>
                                      </p:cBhvr>
                                      <p:tavLst>
                                        <p:tav tm="0">
                                          <p:val>
                                            <p:fltVal val="0"/>
                                          </p:val>
                                        </p:tav>
                                        <p:tav tm="100000">
                                          <p:val>
                                            <p:strVal val="#ppt_h"/>
                                          </p:val>
                                        </p:tav>
                                      </p:tavLst>
                                    </p:anim>
                                    <p:animEffect transition="in" filter="fade">
                                      <p:cBhvr>
                                        <p:cTn id="65" dur="500"/>
                                        <p:tgtEl>
                                          <p:spTgt spid="178"/>
                                        </p:tgtEl>
                                      </p:cBhvr>
                                    </p:animEffect>
                                  </p:childTnLst>
                                </p:cTn>
                              </p:par>
                            </p:childTnLst>
                          </p:cTn>
                        </p:par>
                        <p:par>
                          <p:cTn id="66" fill="hold">
                            <p:stCondLst>
                              <p:cond delay="6000"/>
                            </p:stCondLst>
                            <p:childTnLst>
                              <p:par>
                                <p:cTn id="67" presetID="53" presetClass="entr" presetSubtype="0" fill="hold" grpId="0" nodeType="afterEffect">
                                  <p:stCondLst>
                                    <p:cond delay="0"/>
                                  </p:stCondLst>
                                  <p:childTnLst>
                                    <p:set>
                                      <p:cBhvr>
                                        <p:cTn id="68" dur="1" fill="hold">
                                          <p:stCondLst>
                                            <p:cond delay="0"/>
                                          </p:stCondLst>
                                        </p:cTn>
                                        <p:tgtEl>
                                          <p:spTgt spid="183"/>
                                        </p:tgtEl>
                                        <p:attrNameLst>
                                          <p:attrName>style.visibility</p:attrName>
                                        </p:attrNameLst>
                                      </p:cBhvr>
                                      <p:to>
                                        <p:strVal val="visible"/>
                                      </p:to>
                                    </p:set>
                                    <p:anim calcmode="lin" valueType="num">
                                      <p:cBhvr>
                                        <p:cTn id="69" dur="500" fill="hold"/>
                                        <p:tgtEl>
                                          <p:spTgt spid="183"/>
                                        </p:tgtEl>
                                        <p:attrNameLst>
                                          <p:attrName>ppt_w</p:attrName>
                                        </p:attrNameLst>
                                      </p:cBhvr>
                                      <p:tavLst>
                                        <p:tav tm="0">
                                          <p:val>
                                            <p:fltVal val="0"/>
                                          </p:val>
                                        </p:tav>
                                        <p:tav tm="100000">
                                          <p:val>
                                            <p:strVal val="#ppt_w"/>
                                          </p:val>
                                        </p:tav>
                                      </p:tavLst>
                                    </p:anim>
                                    <p:anim calcmode="lin" valueType="num">
                                      <p:cBhvr>
                                        <p:cTn id="70" dur="500" fill="hold"/>
                                        <p:tgtEl>
                                          <p:spTgt spid="183"/>
                                        </p:tgtEl>
                                        <p:attrNameLst>
                                          <p:attrName>ppt_h</p:attrName>
                                        </p:attrNameLst>
                                      </p:cBhvr>
                                      <p:tavLst>
                                        <p:tav tm="0">
                                          <p:val>
                                            <p:fltVal val="0"/>
                                          </p:val>
                                        </p:tav>
                                        <p:tav tm="100000">
                                          <p:val>
                                            <p:strVal val="#ppt_h"/>
                                          </p:val>
                                        </p:tav>
                                      </p:tavLst>
                                    </p:anim>
                                    <p:animEffect transition="in" filter="fade">
                                      <p:cBhvr>
                                        <p:cTn id="71" dur="500"/>
                                        <p:tgtEl>
                                          <p:spTgt spid="183"/>
                                        </p:tgtEl>
                                      </p:cBhvr>
                                    </p:animEffect>
                                  </p:childTnLst>
                                </p:cTn>
                              </p:par>
                            </p:childTnLst>
                          </p:cTn>
                        </p:par>
                        <p:par>
                          <p:cTn id="72" fill="hold">
                            <p:stCondLst>
                              <p:cond delay="6500"/>
                            </p:stCondLst>
                            <p:childTnLst>
                              <p:par>
                                <p:cTn id="73" presetID="53" presetClass="entr" presetSubtype="0" fill="hold" nodeType="afterEffect">
                                  <p:stCondLst>
                                    <p:cond delay="0"/>
                                  </p:stCondLst>
                                  <p:childTnLst>
                                    <p:set>
                                      <p:cBhvr>
                                        <p:cTn id="74" dur="1" fill="hold">
                                          <p:stCondLst>
                                            <p:cond delay="0"/>
                                          </p:stCondLst>
                                        </p:cTn>
                                        <p:tgtEl>
                                          <p:spTgt spid="173"/>
                                        </p:tgtEl>
                                        <p:attrNameLst>
                                          <p:attrName>style.visibility</p:attrName>
                                        </p:attrNameLst>
                                      </p:cBhvr>
                                      <p:to>
                                        <p:strVal val="visible"/>
                                      </p:to>
                                    </p:set>
                                    <p:anim calcmode="lin" valueType="num">
                                      <p:cBhvr>
                                        <p:cTn id="75" dur="500" fill="hold"/>
                                        <p:tgtEl>
                                          <p:spTgt spid="173"/>
                                        </p:tgtEl>
                                        <p:attrNameLst>
                                          <p:attrName>ppt_w</p:attrName>
                                        </p:attrNameLst>
                                      </p:cBhvr>
                                      <p:tavLst>
                                        <p:tav tm="0">
                                          <p:val>
                                            <p:fltVal val="0"/>
                                          </p:val>
                                        </p:tav>
                                        <p:tav tm="100000">
                                          <p:val>
                                            <p:strVal val="#ppt_w"/>
                                          </p:val>
                                        </p:tav>
                                      </p:tavLst>
                                    </p:anim>
                                    <p:anim calcmode="lin" valueType="num">
                                      <p:cBhvr>
                                        <p:cTn id="76" dur="500" fill="hold"/>
                                        <p:tgtEl>
                                          <p:spTgt spid="173"/>
                                        </p:tgtEl>
                                        <p:attrNameLst>
                                          <p:attrName>ppt_h</p:attrName>
                                        </p:attrNameLst>
                                      </p:cBhvr>
                                      <p:tavLst>
                                        <p:tav tm="0">
                                          <p:val>
                                            <p:fltVal val="0"/>
                                          </p:val>
                                        </p:tav>
                                        <p:tav tm="100000">
                                          <p:val>
                                            <p:strVal val="#ppt_h"/>
                                          </p:val>
                                        </p:tav>
                                      </p:tavLst>
                                    </p:anim>
                                    <p:animEffect transition="in" filter="fade">
                                      <p:cBhvr>
                                        <p:cTn id="77" dur="500"/>
                                        <p:tgtEl>
                                          <p:spTgt spid="173"/>
                                        </p:tgtEl>
                                      </p:cBhvr>
                                    </p:animEffect>
                                  </p:childTnLst>
                                </p:cTn>
                              </p:par>
                            </p:childTnLst>
                          </p:cTn>
                        </p:par>
                        <p:par>
                          <p:cTn id="78" fill="hold">
                            <p:stCondLst>
                              <p:cond delay="7000"/>
                            </p:stCondLst>
                            <p:childTnLst>
                              <p:par>
                                <p:cTn id="79" presetID="53" presetClass="entr" presetSubtype="0" fill="hold" grpId="0" nodeType="afterEffect">
                                  <p:stCondLst>
                                    <p:cond delay="0"/>
                                  </p:stCondLst>
                                  <p:childTnLst>
                                    <p:set>
                                      <p:cBhvr>
                                        <p:cTn id="80" dur="1" fill="hold">
                                          <p:stCondLst>
                                            <p:cond delay="0"/>
                                          </p:stCondLst>
                                        </p:cTn>
                                        <p:tgtEl>
                                          <p:spTgt spid="172"/>
                                        </p:tgtEl>
                                        <p:attrNameLst>
                                          <p:attrName>style.visibility</p:attrName>
                                        </p:attrNameLst>
                                      </p:cBhvr>
                                      <p:to>
                                        <p:strVal val="visible"/>
                                      </p:to>
                                    </p:set>
                                    <p:anim calcmode="lin" valueType="num">
                                      <p:cBhvr>
                                        <p:cTn id="81" dur="500" fill="hold"/>
                                        <p:tgtEl>
                                          <p:spTgt spid="172"/>
                                        </p:tgtEl>
                                        <p:attrNameLst>
                                          <p:attrName>ppt_w</p:attrName>
                                        </p:attrNameLst>
                                      </p:cBhvr>
                                      <p:tavLst>
                                        <p:tav tm="0">
                                          <p:val>
                                            <p:fltVal val="0"/>
                                          </p:val>
                                        </p:tav>
                                        <p:tav tm="100000">
                                          <p:val>
                                            <p:strVal val="#ppt_w"/>
                                          </p:val>
                                        </p:tav>
                                      </p:tavLst>
                                    </p:anim>
                                    <p:anim calcmode="lin" valueType="num">
                                      <p:cBhvr>
                                        <p:cTn id="82" dur="500" fill="hold"/>
                                        <p:tgtEl>
                                          <p:spTgt spid="172"/>
                                        </p:tgtEl>
                                        <p:attrNameLst>
                                          <p:attrName>ppt_h</p:attrName>
                                        </p:attrNameLst>
                                      </p:cBhvr>
                                      <p:tavLst>
                                        <p:tav tm="0">
                                          <p:val>
                                            <p:fltVal val="0"/>
                                          </p:val>
                                        </p:tav>
                                        <p:tav tm="100000">
                                          <p:val>
                                            <p:strVal val="#ppt_h"/>
                                          </p:val>
                                        </p:tav>
                                      </p:tavLst>
                                    </p:anim>
                                    <p:animEffect transition="in" filter="fade">
                                      <p:cBhvr>
                                        <p:cTn id="83" dur="500"/>
                                        <p:tgtEl>
                                          <p:spTgt spid="1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animBg="1"/>
      <p:bldP spid="153" grpId="0" animBg="1"/>
      <p:bldP spid="154" grpId="0" animBg="1"/>
      <p:bldP spid="155" grpId="0" animBg="1"/>
      <p:bldP spid="168" grpId="0" animBg="1"/>
      <p:bldP spid="172" grpId="0"/>
      <p:bldP spid="183"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Africa Map infographic</a:t>
            </a:r>
            <a:endParaRPr lang="en-US" dirty="0"/>
          </a:p>
        </p:txBody>
      </p:sp>
      <p:sp>
        <p:nvSpPr>
          <p:cNvPr id="37" name="Text Placeholder 36"/>
          <p:cNvSpPr>
            <a:spLocks noGrp="1"/>
          </p:cNvSpPr>
          <p:nvPr>
            <p:ph type="body" sz="half" idx="2"/>
          </p:nvPr>
        </p:nvSpPr>
        <p:spPr/>
        <p:txBody>
          <a:bodyPr/>
          <a:lstStyle/>
          <a:p>
            <a:r>
              <a:rPr lang="en-US" dirty="0"/>
              <a:t>Maps Infographic Data Design</a:t>
            </a:r>
          </a:p>
        </p:txBody>
      </p:sp>
      <p:sp>
        <p:nvSpPr>
          <p:cNvPr id="67" name="Slide Number Placeholder 66"/>
          <p:cNvSpPr>
            <a:spLocks noGrp="1"/>
          </p:cNvSpPr>
          <p:nvPr>
            <p:ph type="sldNum" sz="quarter" idx="12"/>
          </p:nvPr>
        </p:nvSpPr>
        <p:spPr/>
        <p:txBody>
          <a:bodyPr/>
          <a:lstStyle/>
          <a:p>
            <a:fld id="{C136B7D2-B98C-44FD-8D04-7EC62A564975}" type="slidenum">
              <a:rPr lang="en-US" smtClean="0"/>
              <a:pPr/>
              <a:t>322</a:t>
            </a:fld>
            <a:endParaRPr lang="en-US" dirty="0"/>
          </a:p>
        </p:txBody>
      </p:sp>
      <p:grpSp>
        <p:nvGrpSpPr>
          <p:cNvPr id="170" name="Group 169"/>
          <p:cNvGrpSpPr/>
          <p:nvPr/>
        </p:nvGrpSpPr>
        <p:grpSpPr>
          <a:xfrm>
            <a:off x="4648200" y="1028367"/>
            <a:ext cx="3606800" cy="4138752"/>
            <a:chOff x="868363" y="935038"/>
            <a:chExt cx="3403600" cy="3905583"/>
          </a:xfrm>
        </p:grpSpPr>
        <p:sp>
          <p:nvSpPr>
            <p:cNvPr id="1031" name="Freeform 7"/>
            <p:cNvSpPr>
              <a:spLocks/>
            </p:cNvSpPr>
            <p:nvPr/>
          </p:nvSpPr>
          <p:spPr bwMode="auto">
            <a:xfrm>
              <a:off x="2566988" y="4839033"/>
              <a:ext cx="3175" cy="1588"/>
            </a:xfrm>
            <a:custGeom>
              <a:avLst/>
              <a:gdLst/>
              <a:ahLst/>
              <a:cxnLst>
                <a:cxn ang="0">
                  <a:pos x="1" y="0"/>
                </a:cxn>
                <a:cxn ang="0">
                  <a:pos x="0" y="0"/>
                </a:cxn>
                <a:cxn ang="0">
                  <a:pos x="1" y="0"/>
                </a:cxn>
              </a:cxnLst>
              <a:rect l="0" t="0" r="r" b="b"/>
              <a:pathLst>
                <a:path w="1">
                  <a:moveTo>
                    <a:pt x="1" y="0"/>
                  </a:moveTo>
                  <a:cubicBezTo>
                    <a:pt x="0"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2" name="Freeform 8"/>
            <p:cNvSpPr>
              <a:spLocks/>
            </p:cNvSpPr>
            <p:nvPr/>
          </p:nvSpPr>
          <p:spPr bwMode="auto">
            <a:xfrm>
              <a:off x="2590801" y="4834270"/>
              <a:ext cx="3175" cy="3175"/>
            </a:xfrm>
            <a:custGeom>
              <a:avLst/>
              <a:gdLst/>
              <a:ahLst/>
              <a:cxnLst>
                <a:cxn ang="0">
                  <a:pos x="1" y="0"/>
                </a:cxn>
                <a:cxn ang="0">
                  <a:pos x="0" y="1"/>
                </a:cxn>
                <a:cxn ang="0">
                  <a:pos x="1" y="0"/>
                </a:cxn>
              </a:cxnLst>
              <a:rect l="0" t="0" r="r" b="b"/>
              <a:pathLst>
                <a:path w="1" h="1">
                  <a:moveTo>
                    <a:pt x="1" y="0"/>
                  </a:moveTo>
                  <a:cubicBezTo>
                    <a:pt x="0" y="1"/>
                    <a:pt x="0" y="1"/>
                    <a:pt x="0" y="1"/>
                  </a:cubicBezTo>
                  <a:cubicBezTo>
                    <a:pt x="0" y="1"/>
                    <a:pt x="0" y="1"/>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Freeform 9"/>
            <p:cNvSpPr>
              <a:spLocks/>
            </p:cNvSpPr>
            <p:nvPr/>
          </p:nvSpPr>
          <p:spPr bwMode="auto">
            <a:xfrm>
              <a:off x="2565401" y="4839033"/>
              <a:ext cx="1588" cy="1588"/>
            </a:xfrm>
            <a:custGeom>
              <a:avLst/>
              <a:gdLst/>
              <a:ahLst/>
              <a:cxnLst>
                <a:cxn ang="0">
                  <a:pos x="1" y="0"/>
                </a:cxn>
                <a:cxn ang="0">
                  <a:pos x="0" y="0"/>
                </a:cxn>
                <a:cxn ang="0">
                  <a:pos x="1" y="0"/>
                </a:cxn>
              </a:cxnLst>
              <a:rect l="0" t="0" r="r" b="b"/>
              <a:pathLst>
                <a:path w="1">
                  <a:moveTo>
                    <a:pt x="1" y="0"/>
                  </a:moveTo>
                  <a:cubicBezTo>
                    <a:pt x="1"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5"/>
            <p:cNvSpPr>
              <a:spLocks/>
            </p:cNvSpPr>
            <p:nvPr/>
          </p:nvSpPr>
          <p:spPr bwMode="auto">
            <a:xfrm>
              <a:off x="2098675" y="935038"/>
              <a:ext cx="207963" cy="361950"/>
            </a:xfrm>
            <a:custGeom>
              <a:avLst/>
              <a:gdLst/>
              <a:ahLst/>
              <a:cxnLst>
                <a:cxn ang="0">
                  <a:pos x="196" y="96"/>
                </a:cxn>
                <a:cxn ang="0">
                  <a:pos x="208" y="92"/>
                </a:cxn>
                <a:cxn ang="0">
                  <a:pos x="128" y="156"/>
                </a:cxn>
                <a:cxn ang="0">
                  <a:pos x="160" y="172"/>
                </a:cxn>
                <a:cxn ang="0">
                  <a:pos x="142" y="276"/>
                </a:cxn>
                <a:cxn ang="0">
                  <a:pos x="159" y="388"/>
                </a:cxn>
                <a:cxn ang="0">
                  <a:pos x="148" y="468"/>
                </a:cxn>
                <a:cxn ang="0">
                  <a:pos x="136" y="472"/>
                </a:cxn>
                <a:cxn ang="0">
                  <a:pos x="77" y="517"/>
                </a:cxn>
                <a:cxn ang="0">
                  <a:pos x="58" y="546"/>
                </a:cxn>
                <a:cxn ang="0">
                  <a:pos x="18" y="644"/>
                </a:cxn>
                <a:cxn ang="0">
                  <a:pos x="44" y="692"/>
                </a:cxn>
                <a:cxn ang="0">
                  <a:pos x="59" y="736"/>
                </a:cxn>
                <a:cxn ang="0">
                  <a:pos x="134" y="780"/>
                </a:cxn>
                <a:cxn ang="0">
                  <a:pos x="165" y="859"/>
                </a:cxn>
                <a:cxn ang="0">
                  <a:pos x="267" y="930"/>
                </a:cxn>
                <a:cxn ang="0">
                  <a:pos x="324" y="1100"/>
                </a:cxn>
                <a:cxn ang="0">
                  <a:pos x="323" y="1264"/>
                </a:cxn>
                <a:cxn ang="0">
                  <a:pos x="500" y="1136"/>
                </a:cxn>
                <a:cxn ang="0">
                  <a:pos x="497" y="1005"/>
                </a:cxn>
                <a:cxn ang="0">
                  <a:pos x="539" y="989"/>
                </a:cxn>
                <a:cxn ang="0">
                  <a:pos x="636" y="907"/>
                </a:cxn>
                <a:cxn ang="0">
                  <a:pos x="732" y="848"/>
                </a:cxn>
                <a:cxn ang="0">
                  <a:pos x="724" y="752"/>
                </a:cxn>
                <a:cxn ang="0">
                  <a:pos x="657" y="728"/>
                </a:cxn>
                <a:cxn ang="0">
                  <a:pos x="639" y="665"/>
                </a:cxn>
                <a:cxn ang="0">
                  <a:pos x="604" y="676"/>
                </a:cxn>
                <a:cxn ang="0">
                  <a:pos x="568" y="680"/>
                </a:cxn>
                <a:cxn ang="0">
                  <a:pos x="570" y="650"/>
                </a:cxn>
                <a:cxn ang="0">
                  <a:pos x="527" y="651"/>
                </a:cxn>
                <a:cxn ang="0">
                  <a:pos x="466" y="552"/>
                </a:cxn>
                <a:cxn ang="0">
                  <a:pos x="508" y="528"/>
                </a:cxn>
                <a:cxn ang="0">
                  <a:pos x="556" y="504"/>
                </a:cxn>
                <a:cxn ang="0">
                  <a:pos x="552" y="496"/>
                </a:cxn>
                <a:cxn ang="0">
                  <a:pos x="652" y="384"/>
                </a:cxn>
                <a:cxn ang="0">
                  <a:pos x="652" y="380"/>
                </a:cxn>
                <a:cxn ang="0">
                  <a:pos x="628" y="313"/>
                </a:cxn>
                <a:cxn ang="0">
                  <a:pos x="539" y="204"/>
                </a:cxn>
                <a:cxn ang="0">
                  <a:pos x="586" y="172"/>
                </a:cxn>
                <a:cxn ang="0">
                  <a:pos x="632" y="56"/>
                </a:cxn>
                <a:cxn ang="0">
                  <a:pos x="500" y="116"/>
                </a:cxn>
                <a:cxn ang="0">
                  <a:pos x="512" y="92"/>
                </a:cxn>
                <a:cxn ang="0">
                  <a:pos x="488" y="76"/>
                </a:cxn>
                <a:cxn ang="0">
                  <a:pos x="484" y="76"/>
                </a:cxn>
                <a:cxn ang="0">
                  <a:pos x="464" y="84"/>
                </a:cxn>
                <a:cxn ang="0">
                  <a:pos x="464" y="80"/>
                </a:cxn>
                <a:cxn ang="0">
                  <a:pos x="500" y="48"/>
                </a:cxn>
                <a:cxn ang="0">
                  <a:pos x="500" y="44"/>
                </a:cxn>
                <a:cxn ang="0">
                  <a:pos x="416" y="48"/>
                </a:cxn>
                <a:cxn ang="0">
                  <a:pos x="432" y="20"/>
                </a:cxn>
                <a:cxn ang="0">
                  <a:pos x="248" y="72"/>
                </a:cxn>
                <a:cxn ang="0">
                  <a:pos x="196" y="96"/>
                </a:cxn>
              </a:cxnLst>
              <a:rect l="0" t="0" r="r" b="b"/>
              <a:pathLst>
                <a:path w="732" h="1264">
                  <a:moveTo>
                    <a:pt x="196" y="96"/>
                  </a:moveTo>
                  <a:cubicBezTo>
                    <a:pt x="208" y="92"/>
                    <a:pt x="208" y="92"/>
                    <a:pt x="208" y="92"/>
                  </a:cubicBezTo>
                  <a:cubicBezTo>
                    <a:pt x="192" y="123"/>
                    <a:pt x="157" y="139"/>
                    <a:pt x="128" y="156"/>
                  </a:cubicBezTo>
                  <a:cubicBezTo>
                    <a:pt x="136" y="170"/>
                    <a:pt x="144" y="171"/>
                    <a:pt x="160" y="172"/>
                  </a:cubicBezTo>
                  <a:cubicBezTo>
                    <a:pt x="142" y="276"/>
                    <a:pt x="142" y="276"/>
                    <a:pt x="142" y="276"/>
                  </a:cubicBezTo>
                  <a:cubicBezTo>
                    <a:pt x="159" y="388"/>
                    <a:pt x="159" y="388"/>
                    <a:pt x="159" y="388"/>
                  </a:cubicBezTo>
                  <a:cubicBezTo>
                    <a:pt x="148" y="468"/>
                    <a:pt x="148" y="468"/>
                    <a:pt x="148" y="468"/>
                  </a:cubicBezTo>
                  <a:cubicBezTo>
                    <a:pt x="136" y="472"/>
                    <a:pt x="136" y="472"/>
                    <a:pt x="136" y="472"/>
                  </a:cubicBezTo>
                  <a:cubicBezTo>
                    <a:pt x="132" y="504"/>
                    <a:pt x="99" y="502"/>
                    <a:pt x="77" y="517"/>
                  </a:cubicBezTo>
                  <a:cubicBezTo>
                    <a:pt x="67" y="524"/>
                    <a:pt x="66" y="537"/>
                    <a:pt x="58" y="546"/>
                  </a:cubicBezTo>
                  <a:cubicBezTo>
                    <a:pt x="26" y="579"/>
                    <a:pt x="0" y="591"/>
                    <a:pt x="18" y="644"/>
                  </a:cubicBezTo>
                  <a:cubicBezTo>
                    <a:pt x="24" y="661"/>
                    <a:pt x="37" y="674"/>
                    <a:pt x="44" y="692"/>
                  </a:cubicBezTo>
                  <a:cubicBezTo>
                    <a:pt x="49" y="706"/>
                    <a:pt x="46" y="725"/>
                    <a:pt x="59" y="736"/>
                  </a:cubicBezTo>
                  <a:cubicBezTo>
                    <a:pt x="81" y="757"/>
                    <a:pt x="113" y="753"/>
                    <a:pt x="134" y="780"/>
                  </a:cubicBezTo>
                  <a:cubicBezTo>
                    <a:pt x="151" y="802"/>
                    <a:pt x="146" y="842"/>
                    <a:pt x="165" y="859"/>
                  </a:cubicBezTo>
                  <a:cubicBezTo>
                    <a:pt x="198" y="888"/>
                    <a:pt x="242" y="893"/>
                    <a:pt x="267" y="930"/>
                  </a:cubicBezTo>
                  <a:cubicBezTo>
                    <a:pt x="298" y="972"/>
                    <a:pt x="309" y="1050"/>
                    <a:pt x="324" y="1100"/>
                  </a:cubicBezTo>
                  <a:cubicBezTo>
                    <a:pt x="304" y="1143"/>
                    <a:pt x="336" y="1220"/>
                    <a:pt x="323" y="1264"/>
                  </a:cubicBezTo>
                  <a:cubicBezTo>
                    <a:pt x="375" y="1252"/>
                    <a:pt x="497" y="1200"/>
                    <a:pt x="500" y="1136"/>
                  </a:cubicBezTo>
                  <a:cubicBezTo>
                    <a:pt x="502" y="1089"/>
                    <a:pt x="451" y="1043"/>
                    <a:pt x="497" y="1005"/>
                  </a:cubicBezTo>
                  <a:cubicBezTo>
                    <a:pt x="509" y="994"/>
                    <a:pt x="526" y="998"/>
                    <a:pt x="539" y="989"/>
                  </a:cubicBezTo>
                  <a:cubicBezTo>
                    <a:pt x="574" y="965"/>
                    <a:pt x="596" y="925"/>
                    <a:pt x="636" y="907"/>
                  </a:cubicBezTo>
                  <a:cubicBezTo>
                    <a:pt x="669" y="892"/>
                    <a:pt x="721" y="888"/>
                    <a:pt x="732" y="848"/>
                  </a:cubicBezTo>
                  <a:cubicBezTo>
                    <a:pt x="699" y="828"/>
                    <a:pt x="698" y="779"/>
                    <a:pt x="724" y="752"/>
                  </a:cubicBezTo>
                  <a:cubicBezTo>
                    <a:pt x="708" y="721"/>
                    <a:pt x="680" y="746"/>
                    <a:pt x="657" y="728"/>
                  </a:cubicBezTo>
                  <a:cubicBezTo>
                    <a:pt x="638" y="712"/>
                    <a:pt x="656" y="682"/>
                    <a:pt x="639" y="665"/>
                  </a:cubicBezTo>
                  <a:cubicBezTo>
                    <a:pt x="624" y="651"/>
                    <a:pt x="605" y="656"/>
                    <a:pt x="604" y="676"/>
                  </a:cubicBezTo>
                  <a:cubicBezTo>
                    <a:pt x="568" y="680"/>
                    <a:pt x="568" y="680"/>
                    <a:pt x="568" y="680"/>
                  </a:cubicBezTo>
                  <a:cubicBezTo>
                    <a:pt x="574" y="671"/>
                    <a:pt x="581" y="659"/>
                    <a:pt x="570" y="650"/>
                  </a:cubicBezTo>
                  <a:cubicBezTo>
                    <a:pt x="559" y="641"/>
                    <a:pt x="540" y="654"/>
                    <a:pt x="527" y="651"/>
                  </a:cubicBezTo>
                  <a:cubicBezTo>
                    <a:pt x="495" y="644"/>
                    <a:pt x="429" y="586"/>
                    <a:pt x="466" y="552"/>
                  </a:cubicBezTo>
                  <a:cubicBezTo>
                    <a:pt x="477" y="541"/>
                    <a:pt x="494" y="537"/>
                    <a:pt x="508" y="528"/>
                  </a:cubicBezTo>
                  <a:cubicBezTo>
                    <a:pt x="524" y="518"/>
                    <a:pt x="538" y="510"/>
                    <a:pt x="556" y="504"/>
                  </a:cubicBezTo>
                  <a:cubicBezTo>
                    <a:pt x="552" y="496"/>
                    <a:pt x="552" y="496"/>
                    <a:pt x="552" y="496"/>
                  </a:cubicBezTo>
                  <a:cubicBezTo>
                    <a:pt x="602" y="476"/>
                    <a:pt x="618" y="420"/>
                    <a:pt x="652" y="384"/>
                  </a:cubicBezTo>
                  <a:cubicBezTo>
                    <a:pt x="652" y="380"/>
                    <a:pt x="652" y="380"/>
                    <a:pt x="652" y="380"/>
                  </a:cubicBezTo>
                  <a:cubicBezTo>
                    <a:pt x="627" y="357"/>
                    <a:pt x="643" y="336"/>
                    <a:pt x="628" y="313"/>
                  </a:cubicBezTo>
                  <a:cubicBezTo>
                    <a:pt x="603" y="274"/>
                    <a:pt x="511" y="275"/>
                    <a:pt x="539" y="204"/>
                  </a:cubicBezTo>
                  <a:cubicBezTo>
                    <a:pt x="548" y="180"/>
                    <a:pt x="569" y="184"/>
                    <a:pt x="586" y="172"/>
                  </a:cubicBezTo>
                  <a:cubicBezTo>
                    <a:pt x="620" y="149"/>
                    <a:pt x="645" y="93"/>
                    <a:pt x="632" y="56"/>
                  </a:cubicBezTo>
                  <a:cubicBezTo>
                    <a:pt x="586" y="66"/>
                    <a:pt x="548" y="123"/>
                    <a:pt x="500" y="116"/>
                  </a:cubicBezTo>
                  <a:cubicBezTo>
                    <a:pt x="512" y="92"/>
                    <a:pt x="512" y="92"/>
                    <a:pt x="512" y="92"/>
                  </a:cubicBezTo>
                  <a:cubicBezTo>
                    <a:pt x="488" y="76"/>
                    <a:pt x="488" y="76"/>
                    <a:pt x="488" y="76"/>
                  </a:cubicBezTo>
                  <a:cubicBezTo>
                    <a:pt x="484" y="76"/>
                    <a:pt x="484" y="76"/>
                    <a:pt x="484" y="76"/>
                  </a:cubicBezTo>
                  <a:cubicBezTo>
                    <a:pt x="464" y="84"/>
                    <a:pt x="464" y="84"/>
                    <a:pt x="464" y="84"/>
                  </a:cubicBezTo>
                  <a:cubicBezTo>
                    <a:pt x="464" y="80"/>
                    <a:pt x="464" y="80"/>
                    <a:pt x="464" y="80"/>
                  </a:cubicBezTo>
                  <a:cubicBezTo>
                    <a:pt x="500" y="48"/>
                    <a:pt x="500" y="48"/>
                    <a:pt x="500" y="48"/>
                  </a:cubicBezTo>
                  <a:cubicBezTo>
                    <a:pt x="500" y="44"/>
                    <a:pt x="500" y="44"/>
                    <a:pt x="500" y="44"/>
                  </a:cubicBezTo>
                  <a:cubicBezTo>
                    <a:pt x="464" y="26"/>
                    <a:pt x="449" y="31"/>
                    <a:pt x="416" y="48"/>
                  </a:cubicBezTo>
                  <a:cubicBezTo>
                    <a:pt x="432" y="20"/>
                    <a:pt x="432" y="20"/>
                    <a:pt x="432" y="20"/>
                  </a:cubicBezTo>
                  <a:cubicBezTo>
                    <a:pt x="373" y="0"/>
                    <a:pt x="295" y="42"/>
                    <a:pt x="248" y="72"/>
                  </a:cubicBezTo>
                  <a:cubicBezTo>
                    <a:pt x="230" y="82"/>
                    <a:pt x="211" y="79"/>
                    <a:pt x="196" y="96"/>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6"/>
            <p:cNvSpPr>
              <a:spLocks/>
            </p:cNvSpPr>
            <p:nvPr/>
          </p:nvSpPr>
          <p:spPr bwMode="auto">
            <a:xfrm>
              <a:off x="877888" y="1008063"/>
              <a:ext cx="800100" cy="738188"/>
            </a:xfrm>
            <a:custGeom>
              <a:avLst/>
              <a:gdLst/>
              <a:ahLst/>
              <a:cxnLst>
                <a:cxn ang="0">
                  <a:pos x="1683" y="384"/>
                </a:cxn>
                <a:cxn ang="0">
                  <a:pos x="1484" y="473"/>
                </a:cxn>
                <a:cxn ang="0">
                  <a:pos x="1360" y="590"/>
                </a:cxn>
                <a:cxn ang="0">
                  <a:pos x="1265" y="785"/>
                </a:cxn>
                <a:cxn ang="0">
                  <a:pos x="1259" y="920"/>
                </a:cxn>
                <a:cxn ang="0">
                  <a:pos x="1227" y="1042"/>
                </a:cxn>
                <a:cxn ang="0">
                  <a:pos x="1044" y="1200"/>
                </a:cxn>
                <a:cxn ang="0">
                  <a:pos x="799" y="1327"/>
                </a:cxn>
                <a:cxn ang="0">
                  <a:pos x="643" y="1469"/>
                </a:cxn>
                <a:cxn ang="0">
                  <a:pos x="459" y="1641"/>
                </a:cxn>
                <a:cxn ang="0">
                  <a:pos x="395" y="1793"/>
                </a:cxn>
                <a:cxn ang="0">
                  <a:pos x="191" y="2085"/>
                </a:cxn>
                <a:cxn ang="0">
                  <a:pos x="211" y="2065"/>
                </a:cxn>
                <a:cxn ang="0">
                  <a:pos x="171" y="2153"/>
                </a:cxn>
                <a:cxn ang="0">
                  <a:pos x="69" y="2323"/>
                </a:cxn>
                <a:cxn ang="0">
                  <a:pos x="4" y="2549"/>
                </a:cxn>
                <a:cxn ang="0">
                  <a:pos x="47" y="2489"/>
                </a:cxn>
                <a:cxn ang="0">
                  <a:pos x="671" y="2489"/>
                </a:cxn>
                <a:cxn ang="0">
                  <a:pos x="710" y="2289"/>
                </a:cxn>
                <a:cxn ang="0">
                  <a:pos x="847" y="2134"/>
                </a:cxn>
                <a:cxn ang="0">
                  <a:pos x="895" y="2001"/>
                </a:cxn>
                <a:cxn ang="0">
                  <a:pos x="1479" y="1685"/>
                </a:cxn>
                <a:cxn ang="0">
                  <a:pos x="1543" y="1160"/>
                </a:cxn>
                <a:cxn ang="0">
                  <a:pos x="1686" y="1088"/>
                </a:cxn>
                <a:cxn ang="0">
                  <a:pos x="1827" y="1059"/>
                </a:cxn>
                <a:cxn ang="0">
                  <a:pos x="2011" y="1002"/>
                </a:cxn>
                <a:cxn ang="0">
                  <a:pos x="2155" y="935"/>
                </a:cxn>
                <a:cxn ang="0">
                  <a:pos x="2283" y="880"/>
                </a:cxn>
                <a:cxn ang="0">
                  <a:pos x="2350" y="847"/>
                </a:cxn>
                <a:cxn ang="0">
                  <a:pos x="2320" y="745"/>
                </a:cxn>
                <a:cxn ang="0">
                  <a:pos x="2439" y="725"/>
                </a:cxn>
                <a:cxn ang="0">
                  <a:pos x="2571" y="663"/>
                </a:cxn>
                <a:cxn ang="0">
                  <a:pos x="2755" y="657"/>
                </a:cxn>
                <a:cxn ang="0">
                  <a:pos x="2707" y="525"/>
                </a:cxn>
                <a:cxn ang="0">
                  <a:pos x="2696" y="421"/>
                </a:cxn>
                <a:cxn ang="0">
                  <a:pos x="2691" y="325"/>
                </a:cxn>
                <a:cxn ang="0">
                  <a:pos x="2679" y="253"/>
                </a:cxn>
                <a:cxn ang="0">
                  <a:pos x="2575" y="148"/>
                </a:cxn>
                <a:cxn ang="0">
                  <a:pos x="2455" y="97"/>
                </a:cxn>
                <a:cxn ang="0">
                  <a:pos x="2279" y="122"/>
                </a:cxn>
                <a:cxn ang="0">
                  <a:pos x="2055" y="13"/>
                </a:cxn>
                <a:cxn ang="0">
                  <a:pos x="1941" y="32"/>
                </a:cxn>
                <a:cxn ang="0">
                  <a:pos x="1840" y="245"/>
                </a:cxn>
              </a:cxnLst>
              <a:rect l="0" t="0" r="r" b="b"/>
              <a:pathLst>
                <a:path w="2799" h="2585">
                  <a:moveTo>
                    <a:pt x="1787" y="313"/>
                  </a:moveTo>
                  <a:cubicBezTo>
                    <a:pt x="1770" y="359"/>
                    <a:pt x="1724" y="369"/>
                    <a:pt x="1683" y="384"/>
                  </a:cubicBezTo>
                  <a:cubicBezTo>
                    <a:pt x="1662" y="391"/>
                    <a:pt x="1646" y="406"/>
                    <a:pt x="1626" y="414"/>
                  </a:cubicBezTo>
                  <a:cubicBezTo>
                    <a:pt x="1578" y="433"/>
                    <a:pt x="1528" y="443"/>
                    <a:pt x="1484" y="473"/>
                  </a:cubicBezTo>
                  <a:cubicBezTo>
                    <a:pt x="1468" y="484"/>
                    <a:pt x="1457" y="503"/>
                    <a:pt x="1443" y="516"/>
                  </a:cubicBezTo>
                  <a:cubicBezTo>
                    <a:pt x="1419" y="537"/>
                    <a:pt x="1374" y="561"/>
                    <a:pt x="1360" y="590"/>
                  </a:cubicBezTo>
                  <a:cubicBezTo>
                    <a:pt x="1350" y="611"/>
                    <a:pt x="1366" y="636"/>
                    <a:pt x="1351" y="657"/>
                  </a:cubicBezTo>
                  <a:cubicBezTo>
                    <a:pt x="1343" y="703"/>
                    <a:pt x="1278" y="734"/>
                    <a:pt x="1265" y="785"/>
                  </a:cubicBezTo>
                  <a:cubicBezTo>
                    <a:pt x="1257" y="815"/>
                    <a:pt x="1265" y="850"/>
                    <a:pt x="1263" y="881"/>
                  </a:cubicBezTo>
                  <a:cubicBezTo>
                    <a:pt x="1262" y="893"/>
                    <a:pt x="1255" y="907"/>
                    <a:pt x="1259" y="920"/>
                  </a:cubicBezTo>
                  <a:cubicBezTo>
                    <a:pt x="1265" y="938"/>
                    <a:pt x="1298" y="947"/>
                    <a:pt x="1293" y="969"/>
                  </a:cubicBezTo>
                  <a:cubicBezTo>
                    <a:pt x="1286" y="1000"/>
                    <a:pt x="1244" y="1018"/>
                    <a:pt x="1227" y="1042"/>
                  </a:cubicBezTo>
                  <a:cubicBezTo>
                    <a:pt x="1200" y="1080"/>
                    <a:pt x="1177" y="1121"/>
                    <a:pt x="1139" y="1150"/>
                  </a:cubicBezTo>
                  <a:cubicBezTo>
                    <a:pt x="1111" y="1172"/>
                    <a:pt x="1072" y="1178"/>
                    <a:pt x="1044" y="1200"/>
                  </a:cubicBezTo>
                  <a:cubicBezTo>
                    <a:pt x="1017" y="1221"/>
                    <a:pt x="1000" y="1255"/>
                    <a:pt x="971" y="1273"/>
                  </a:cubicBezTo>
                  <a:cubicBezTo>
                    <a:pt x="922" y="1303"/>
                    <a:pt x="855" y="1317"/>
                    <a:pt x="799" y="1327"/>
                  </a:cubicBezTo>
                  <a:cubicBezTo>
                    <a:pt x="776" y="1331"/>
                    <a:pt x="740" y="1324"/>
                    <a:pt x="722" y="1340"/>
                  </a:cubicBezTo>
                  <a:cubicBezTo>
                    <a:pt x="689" y="1369"/>
                    <a:pt x="659" y="1428"/>
                    <a:pt x="643" y="1469"/>
                  </a:cubicBezTo>
                  <a:cubicBezTo>
                    <a:pt x="632" y="1495"/>
                    <a:pt x="632" y="1524"/>
                    <a:pt x="611" y="1546"/>
                  </a:cubicBezTo>
                  <a:cubicBezTo>
                    <a:pt x="573" y="1587"/>
                    <a:pt x="486" y="1592"/>
                    <a:pt x="459" y="1641"/>
                  </a:cubicBezTo>
                  <a:cubicBezTo>
                    <a:pt x="452" y="1654"/>
                    <a:pt x="454" y="1671"/>
                    <a:pt x="447" y="1685"/>
                  </a:cubicBezTo>
                  <a:cubicBezTo>
                    <a:pt x="430" y="1720"/>
                    <a:pt x="403" y="1754"/>
                    <a:pt x="395" y="1793"/>
                  </a:cubicBezTo>
                  <a:cubicBezTo>
                    <a:pt x="388" y="1827"/>
                    <a:pt x="405" y="1862"/>
                    <a:pt x="386" y="1893"/>
                  </a:cubicBezTo>
                  <a:cubicBezTo>
                    <a:pt x="339" y="1967"/>
                    <a:pt x="222" y="2000"/>
                    <a:pt x="191" y="2085"/>
                  </a:cubicBezTo>
                  <a:cubicBezTo>
                    <a:pt x="195" y="2089"/>
                    <a:pt x="195" y="2089"/>
                    <a:pt x="195" y="2089"/>
                  </a:cubicBezTo>
                  <a:cubicBezTo>
                    <a:pt x="211" y="2065"/>
                    <a:pt x="211" y="2065"/>
                    <a:pt x="211" y="2065"/>
                  </a:cubicBezTo>
                  <a:cubicBezTo>
                    <a:pt x="235" y="2045"/>
                    <a:pt x="235" y="2045"/>
                    <a:pt x="235" y="2045"/>
                  </a:cubicBezTo>
                  <a:cubicBezTo>
                    <a:pt x="223" y="2083"/>
                    <a:pt x="189" y="2117"/>
                    <a:pt x="171" y="2153"/>
                  </a:cubicBezTo>
                  <a:cubicBezTo>
                    <a:pt x="147" y="2200"/>
                    <a:pt x="138" y="2259"/>
                    <a:pt x="107" y="2304"/>
                  </a:cubicBezTo>
                  <a:cubicBezTo>
                    <a:pt x="97" y="2317"/>
                    <a:pt x="81" y="2314"/>
                    <a:pt x="69" y="2323"/>
                  </a:cubicBezTo>
                  <a:cubicBezTo>
                    <a:pt x="38" y="2347"/>
                    <a:pt x="25" y="2388"/>
                    <a:pt x="23" y="2425"/>
                  </a:cubicBezTo>
                  <a:cubicBezTo>
                    <a:pt x="21" y="2466"/>
                    <a:pt x="11" y="2508"/>
                    <a:pt x="4" y="2549"/>
                  </a:cubicBezTo>
                  <a:cubicBezTo>
                    <a:pt x="0" y="2567"/>
                    <a:pt x="1" y="2585"/>
                    <a:pt x="23" y="2585"/>
                  </a:cubicBezTo>
                  <a:cubicBezTo>
                    <a:pt x="47" y="2489"/>
                    <a:pt x="47" y="2489"/>
                    <a:pt x="47" y="2489"/>
                  </a:cubicBezTo>
                  <a:cubicBezTo>
                    <a:pt x="543" y="2489"/>
                    <a:pt x="543" y="2489"/>
                    <a:pt x="543" y="2489"/>
                  </a:cubicBezTo>
                  <a:cubicBezTo>
                    <a:pt x="671" y="2489"/>
                    <a:pt x="671" y="2489"/>
                    <a:pt x="671" y="2489"/>
                  </a:cubicBezTo>
                  <a:cubicBezTo>
                    <a:pt x="683" y="2489"/>
                    <a:pt x="710" y="2493"/>
                    <a:pt x="720" y="2485"/>
                  </a:cubicBezTo>
                  <a:cubicBezTo>
                    <a:pt x="719" y="2464"/>
                    <a:pt x="716" y="2333"/>
                    <a:pt x="710" y="2289"/>
                  </a:cubicBezTo>
                  <a:cubicBezTo>
                    <a:pt x="707" y="2266"/>
                    <a:pt x="691" y="2246"/>
                    <a:pt x="700" y="2223"/>
                  </a:cubicBezTo>
                  <a:cubicBezTo>
                    <a:pt x="721" y="2166"/>
                    <a:pt x="800" y="2156"/>
                    <a:pt x="847" y="2134"/>
                  </a:cubicBezTo>
                  <a:cubicBezTo>
                    <a:pt x="859" y="2128"/>
                    <a:pt x="882" y="2126"/>
                    <a:pt x="891" y="2114"/>
                  </a:cubicBezTo>
                  <a:cubicBezTo>
                    <a:pt x="907" y="2093"/>
                    <a:pt x="895" y="2027"/>
                    <a:pt x="895" y="2001"/>
                  </a:cubicBezTo>
                  <a:cubicBezTo>
                    <a:pt x="895" y="1685"/>
                    <a:pt x="895" y="1685"/>
                    <a:pt x="895" y="1685"/>
                  </a:cubicBezTo>
                  <a:cubicBezTo>
                    <a:pt x="1479" y="1685"/>
                    <a:pt x="1479" y="1685"/>
                    <a:pt x="1479" y="1685"/>
                  </a:cubicBezTo>
                  <a:cubicBezTo>
                    <a:pt x="1479" y="1201"/>
                    <a:pt x="1479" y="1201"/>
                    <a:pt x="1479" y="1201"/>
                  </a:cubicBezTo>
                  <a:cubicBezTo>
                    <a:pt x="1506" y="1195"/>
                    <a:pt x="1520" y="1173"/>
                    <a:pt x="1543" y="1160"/>
                  </a:cubicBezTo>
                  <a:cubicBezTo>
                    <a:pt x="1576" y="1140"/>
                    <a:pt x="1612" y="1114"/>
                    <a:pt x="1647" y="1097"/>
                  </a:cubicBezTo>
                  <a:cubicBezTo>
                    <a:pt x="1659" y="1091"/>
                    <a:pt x="1673" y="1094"/>
                    <a:pt x="1686" y="1088"/>
                  </a:cubicBezTo>
                  <a:cubicBezTo>
                    <a:pt x="1704" y="1079"/>
                    <a:pt x="1714" y="1059"/>
                    <a:pt x="1735" y="1052"/>
                  </a:cubicBezTo>
                  <a:cubicBezTo>
                    <a:pt x="1767" y="1041"/>
                    <a:pt x="1796" y="1067"/>
                    <a:pt x="1827" y="1059"/>
                  </a:cubicBezTo>
                  <a:cubicBezTo>
                    <a:pt x="1846" y="1054"/>
                    <a:pt x="1848" y="1030"/>
                    <a:pt x="1867" y="1023"/>
                  </a:cubicBezTo>
                  <a:cubicBezTo>
                    <a:pt x="1911" y="1006"/>
                    <a:pt x="1965" y="1015"/>
                    <a:pt x="2011" y="1002"/>
                  </a:cubicBezTo>
                  <a:cubicBezTo>
                    <a:pt x="2036" y="994"/>
                    <a:pt x="2077" y="987"/>
                    <a:pt x="2099" y="974"/>
                  </a:cubicBezTo>
                  <a:cubicBezTo>
                    <a:pt x="2120" y="961"/>
                    <a:pt x="2130" y="944"/>
                    <a:pt x="2155" y="935"/>
                  </a:cubicBezTo>
                  <a:cubicBezTo>
                    <a:pt x="2173" y="929"/>
                    <a:pt x="2193" y="932"/>
                    <a:pt x="2211" y="925"/>
                  </a:cubicBezTo>
                  <a:cubicBezTo>
                    <a:pt x="2237" y="914"/>
                    <a:pt x="2257" y="890"/>
                    <a:pt x="2283" y="880"/>
                  </a:cubicBezTo>
                  <a:cubicBezTo>
                    <a:pt x="2303" y="873"/>
                    <a:pt x="2328" y="882"/>
                    <a:pt x="2345" y="866"/>
                  </a:cubicBezTo>
                  <a:cubicBezTo>
                    <a:pt x="2351" y="861"/>
                    <a:pt x="2354" y="854"/>
                    <a:pt x="2350" y="847"/>
                  </a:cubicBezTo>
                  <a:cubicBezTo>
                    <a:pt x="2344" y="835"/>
                    <a:pt x="2326" y="836"/>
                    <a:pt x="2317" y="826"/>
                  </a:cubicBezTo>
                  <a:cubicBezTo>
                    <a:pt x="2307" y="815"/>
                    <a:pt x="2306" y="753"/>
                    <a:pt x="2320" y="745"/>
                  </a:cubicBezTo>
                  <a:cubicBezTo>
                    <a:pt x="2332" y="738"/>
                    <a:pt x="2349" y="749"/>
                    <a:pt x="2363" y="748"/>
                  </a:cubicBezTo>
                  <a:cubicBezTo>
                    <a:pt x="2386" y="745"/>
                    <a:pt x="2416" y="733"/>
                    <a:pt x="2439" y="725"/>
                  </a:cubicBezTo>
                  <a:cubicBezTo>
                    <a:pt x="2466" y="716"/>
                    <a:pt x="2458" y="694"/>
                    <a:pt x="2476" y="680"/>
                  </a:cubicBezTo>
                  <a:cubicBezTo>
                    <a:pt x="2493" y="666"/>
                    <a:pt x="2549" y="663"/>
                    <a:pt x="2571" y="663"/>
                  </a:cubicBezTo>
                  <a:cubicBezTo>
                    <a:pt x="2630" y="662"/>
                    <a:pt x="2718" y="696"/>
                    <a:pt x="2775" y="669"/>
                  </a:cubicBezTo>
                  <a:cubicBezTo>
                    <a:pt x="2755" y="657"/>
                    <a:pt x="2755" y="657"/>
                    <a:pt x="2755" y="657"/>
                  </a:cubicBezTo>
                  <a:cubicBezTo>
                    <a:pt x="2763" y="630"/>
                    <a:pt x="2775" y="620"/>
                    <a:pt x="2799" y="605"/>
                  </a:cubicBezTo>
                  <a:cubicBezTo>
                    <a:pt x="2707" y="525"/>
                    <a:pt x="2707" y="525"/>
                    <a:pt x="2707" y="525"/>
                  </a:cubicBezTo>
                  <a:cubicBezTo>
                    <a:pt x="2735" y="506"/>
                    <a:pt x="2692" y="488"/>
                    <a:pt x="2687" y="467"/>
                  </a:cubicBezTo>
                  <a:cubicBezTo>
                    <a:pt x="2684" y="451"/>
                    <a:pt x="2697" y="436"/>
                    <a:pt x="2696" y="421"/>
                  </a:cubicBezTo>
                  <a:cubicBezTo>
                    <a:pt x="2694" y="385"/>
                    <a:pt x="2668" y="367"/>
                    <a:pt x="2691" y="329"/>
                  </a:cubicBezTo>
                  <a:cubicBezTo>
                    <a:pt x="2691" y="325"/>
                    <a:pt x="2691" y="325"/>
                    <a:pt x="2691" y="325"/>
                  </a:cubicBezTo>
                  <a:cubicBezTo>
                    <a:pt x="2663" y="273"/>
                    <a:pt x="2663" y="273"/>
                    <a:pt x="2663" y="273"/>
                  </a:cubicBezTo>
                  <a:cubicBezTo>
                    <a:pt x="2679" y="253"/>
                    <a:pt x="2679" y="253"/>
                    <a:pt x="2679" y="253"/>
                  </a:cubicBezTo>
                  <a:cubicBezTo>
                    <a:pt x="2657" y="241"/>
                    <a:pt x="2663" y="229"/>
                    <a:pt x="2671" y="209"/>
                  </a:cubicBezTo>
                  <a:cubicBezTo>
                    <a:pt x="2639" y="192"/>
                    <a:pt x="2608" y="159"/>
                    <a:pt x="2575" y="148"/>
                  </a:cubicBezTo>
                  <a:cubicBezTo>
                    <a:pt x="2556" y="141"/>
                    <a:pt x="2538" y="149"/>
                    <a:pt x="2519" y="147"/>
                  </a:cubicBezTo>
                  <a:cubicBezTo>
                    <a:pt x="2490" y="144"/>
                    <a:pt x="2471" y="118"/>
                    <a:pt x="2455" y="97"/>
                  </a:cubicBezTo>
                  <a:cubicBezTo>
                    <a:pt x="2440" y="104"/>
                    <a:pt x="2430" y="117"/>
                    <a:pt x="2415" y="122"/>
                  </a:cubicBezTo>
                  <a:cubicBezTo>
                    <a:pt x="2370" y="135"/>
                    <a:pt x="2324" y="119"/>
                    <a:pt x="2279" y="122"/>
                  </a:cubicBezTo>
                  <a:cubicBezTo>
                    <a:pt x="2226" y="125"/>
                    <a:pt x="2192" y="147"/>
                    <a:pt x="2139" y="119"/>
                  </a:cubicBezTo>
                  <a:cubicBezTo>
                    <a:pt x="2099" y="98"/>
                    <a:pt x="2041" y="64"/>
                    <a:pt x="2055" y="13"/>
                  </a:cubicBezTo>
                  <a:cubicBezTo>
                    <a:pt x="2028" y="0"/>
                    <a:pt x="2016" y="15"/>
                    <a:pt x="1991" y="22"/>
                  </a:cubicBezTo>
                  <a:cubicBezTo>
                    <a:pt x="1975" y="27"/>
                    <a:pt x="1954" y="21"/>
                    <a:pt x="1941" y="32"/>
                  </a:cubicBezTo>
                  <a:cubicBezTo>
                    <a:pt x="1928" y="43"/>
                    <a:pt x="1922" y="74"/>
                    <a:pt x="1915" y="89"/>
                  </a:cubicBezTo>
                  <a:cubicBezTo>
                    <a:pt x="1890" y="141"/>
                    <a:pt x="1873" y="196"/>
                    <a:pt x="1840" y="245"/>
                  </a:cubicBezTo>
                  <a:cubicBezTo>
                    <a:pt x="1827" y="264"/>
                    <a:pt x="1809" y="305"/>
                    <a:pt x="1787" y="31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7"/>
            <p:cNvSpPr>
              <a:spLocks/>
            </p:cNvSpPr>
            <p:nvPr/>
          </p:nvSpPr>
          <p:spPr bwMode="auto">
            <a:xfrm>
              <a:off x="1250950" y="1211263"/>
              <a:ext cx="1588" cy="1588"/>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8"/>
            <p:cNvSpPr>
              <a:spLocks/>
            </p:cNvSpPr>
            <p:nvPr/>
          </p:nvSpPr>
          <p:spPr bwMode="auto">
            <a:xfrm>
              <a:off x="1295400" y="949325"/>
              <a:ext cx="1028700" cy="885825"/>
            </a:xfrm>
            <a:custGeom>
              <a:avLst/>
              <a:gdLst/>
              <a:ahLst/>
              <a:cxnLst>
                <a:cxn ang="0">
                  <a:pos x="2505" y="56"/>
                </a:cxn>
                <a:cxn ang="0">
                  <a:pos x="2409" y="63"/>
                </a:cxn>
                <a:cxn ang="0">
                  <a:pos x="2113" y="63"/>
                </a:cxn>
                <a:cxn ang="0">
                  <a:pos x="2030" y="40"/>
                </a:cxn>
                <a:cxn ang="0">
                  <a:pos x="1965" y="93"/>
                </a:cxn>
                <a:cxn ang="0">
                  <a:pos x="1701" y="114"/>
                </a:cxn>
                <a:cxn ang="0">
                  <a:pos x="1473" y="231"/>
                </a:cxn>
                <a:cxn ang="0">
                  <a:pos x="1369" y="245"/>
                </a:cxn>
                <a:cxn ang="0">
                  <a:pos x="1125" y="355"/>
                </a:cxn>
                <a:cxn ang="0">
                  <a:pos x="1193" y="435"/>
                </a:cxn>
                <a:cxn ang="0">
                  <a:pos x="1205" y="487"/>
                </a:cxn>
                <a:cxn ang="0">
                  <a:pos x="1235" y="627"/>
                </a:cxn>
                <a:cxn ang="0">
                  <a:pos x="1249" y="727"/>
                </a:cxn>
                <a:cxn ang="0">
                  <a:pos x="1289" y="867"/>
                </a:cxn>
                <a:cxn ang="0">
                  <a:pos x="1313" y="875"/>
                </a:cxn>
                <a:cxn ang="0">
                  <a:pos x="985" y="924"/>
                </a:cxn>
                <a:cxn ang="0">
                  <a:pos x="855" y="947"/>
                </a:cxn>
                <a:cxn ang="0">
                  <a:pos x="885" y="1065"/>
                </a:cxn>
                <a:cxn ang="0">
                  <a:pos x="749" y="1126"/>
                </a:cxn>
                <a:cxn ang="0">
                  <a:pos x="629" y="1173"/>
                </a:cxn>
                <a:cxn ang="0">
                  <a:pos x="409" y="1222"/>
                </a:cxn>
                <a:cxn ang="0">
                  <a:pos x="285" y="1250"/>
                </a:cxn>
                <a:cxn ang="0">
                  <a:pos x="193" y="1294"/>
                </a:cxn>
                <a:cxn ang="0">
                  <a:pos x="49" y="1389"/>
                </a:cxn>
                <a:cxn ang="0">
                  <a:pos x="13" y="1531"/>
                </a:cxn>
                <a:cxn ang="0">
                  <a:pos x="73" y="1693"/>
                </a:cxn>
                <a:cxn ang="0">
                  <a:pos x="649" y="2037"/>
                </a:cxn>
                <a:cxn ang="0">
                  <a:pos x="1561" y="2637"/>
                </a:cxn>
                <a:cxn ang="0">
                  <a:pos x="1723" y="2795"/>
                </a:cxn>
                <a:cxn ang="0">
                  <a:pos x="1841" y="2879"/>
                </a:cxn>
                <a:cxn ang="0">
                  <a:pos x="1946" y="2921"/>
                </a:cxn>
                <a:cxn ang="0">
                  <a:pos x="2085" y="3023"/>
                </a:cxn>
                <a:cxn ang="0">
                  <a:pos x="2101" y="3100"/>
                </a:cxn>
                <a:cxn ang="0">
                  <a:pos x="2261" y="3071"/>
                </a:cxn>
                <a:cxn ang="0">
                  <a:pos x="2529" y="3019"/>
                </a:cxn>
                <a:cxn ang="0">
                  <a:pos x="2809" y="2782"/>
                </a:cxn>
                <a:cxn ang="0">
                  <a:pos x="3601" y="2315"/>
                </a:cxn>
                <a:cxn ang="0">
                  <a:pos x="3393" y="2134"/>
                </a:cxn>
                <a:cxn ang="0">
                  <a:pos x="3240" y="1967"/>
                </a:cxn>
                <a:cxn ang="0">
                  <a:pos x="3227" y="1799"/>
                </a:cxn>
                <a:cxn ang="0">
                  <a:pos x="3241" y="1603"/>
                </a:cxn>
                <a:cxn ang="0">
                  <a:pos x="3224" y="1471"/>
                </a:cxn>
                <a:cxn ang="0">
                  <a:pos x="3171" y="1203"/>
                </a:cxn>
                <a:cxn ang="0">
                  <a:pos x="3110" y="947"/>
                </a:cxn>
                <a:cxn ang="0">
                  <a:pos x="2982" y="807"/>
                </a:cxn>
                <a:cxn ang="0">
                  <a:pos x="2938" y="715"/>
                </a:cxn>
                <a:cxn ang="0">
                  <a:pos x="2858" y="639"/>
                </a:cxn>
                <a:cxn ang="0">
                  <a:pos x="2953" y="423"/>
                </a:cxn>
                <a:cxn ang="0">
                  <a:pos x="2978" y="340"/>
                </a:cxn>
                <a:cxn ang="0">
                  <a:pos x="2971" y="259"/>
                </a:cxn>
                <a:cxn ang="0">
                  <a:pos x="2945" y="115"/>
                </a:cxn>
                <a:cxn ang="0">
                  <a:pos x="3025" y="55"/>
                </a:cxn>
                <a:cxn ang="0">
                  <a:pos x="2941" y="34"/>
                </a:cxn>
                <a:cxn ang="0">
                  <a:pos x="2761" y="15"/>
                </a:cxn>
                <a:cxn ang="0">
                  <a:pos x="2773" y="23"/>
                </a:cxn>
                <a:cxn ang="0">
                  <a:pos x="2673" y="30"/>
                </a:cxn>
                <a:cxn ang="0">
                  <a:pos x="2601" y="39"/>
                </a:cxn>
              </a:cxnLst>
              <a:rect l="0" t="0" r="r" b="b"/>
              <a:pathLst>
                <a:path w="3601" h="3102">
                  <a:moveTo>
                    <a:pt x="2601" y="39"/>
                  </a:moveTo>
                  <a:cubicBezTo>
                    <a:pt x="2569" y="49"/>
                    <a:pt x="2535" y="46"/>
                    <a:pt x="2505" y="56"/>
                  </a:cubicBezTo>
                  <a:cubicBezTo>
                    <a:pt x="2484" y="63"/>
                    <a:pt x="2471" y="84"/>
                    <a:pt x="2449" y="86"/>
                  </a:cubicBezTo>
                  <a:cubicBezTo>
                    <a:pt x="2430" y="88"/>
                    <a:pt x="2414" y="80"/>
                    <a:pt x="2409" y="63"/>
                  </a:cubicBezTo>
                  <a:cubicBezTo>
                    <a:pt x="2335" y="47"/>
                    <a:pt x="2261" y="29"/>
                    <a:pt x="2185" y="40"/>
                  </a:cubicBezTo>
                  <a:cubicBezTo>
                    <a:pt x="2160" y="44"/>
                    <a:pt x="2139" y="61"/>
                    <a:pt x="2113" y="63"/>
                  </a:cubicBezTo>
                  <a:cubicBezTo>
                    <a:pt x="2101" y="63"/>
                    <a:pt x="2075" y="70"/>
                    <a:pt x="2064" y="65"/>
                  </a:cubicBezTo>
                  <a:cubicBezTo>
                    <a:pt x="2052" y="59"/>
                    <a:pt x="2046" y="35"/>
                    <a:pt x="2030" y="40"/>
                  </a:cubicBezTo>
                  <a:cubicBezTo>
                    <a:pt x="2020" y="43"/>
                    <a:pt x="2017" y="59"/>
                    <a:pt x="2011" y="67"/>
                  </a:cubicBezTo>
                  <a:cubicBezTo>
                    <a:pt x="2001" y="80"/>
                    <a:pt x="1982" y="90"/>
                    <a:pt x="1965" y="93"/>
                  </a:cubicBezTo>
                  <a:cubicBezTo>
                    <a:pt x="1950" y="96"/>
                    <a:pt x="1936" y="88"/>
                    <a:pt x="1921" y="89"/>
                  </a:cubicBezTo>
                  <a:cubicBezTo>
                    <a:pt x="1852" y="94"/>
                    <a:pt x="1767" y="96"/>
                    <a:pt x="1701" y="114"/>
                  </a:cubicBezTo>
                  <a:cubicBezTo>
                    <a:pt x="1655" y="127"/>
                    <a:pt x="1589" y="152"/>
                    <a:pt x="1549" y="181"/>
                  </a:cubicBezTo>
                  <a:cubicBezTo>
                    <a:pt x="1518" y="203"/>
                    <a:pt x="1522" y="236"/>
                    <a:pt x="1473" y="231"/>
                  </a:cubicBezTo>
                  <a:cubicBezTo>
                    <a:pt x="1464" y="191"/>
                    <a:pt x="1423" y="240"/>
                    <a:pt x="1409" y="244"/>
                  </a:cubicBezTo>
                  <a:cubicBezTo>
                    <a:pt x="1396" y="248"/>
                    <a:pt x="1382" y="242"/>
                    <a:pt x="1369" y="245"/>
                  </a:cubicBezTo>
                  <a:cubicBezTo>
                    <a:pt x="1322" y="254"/>
                    <a:pt x="1315" y="289"/>
                    <a:pt x="1281" y="313"/>
                  </a:cubicBezTo>
                  <a:cubicBezTo>
                    <a:pt x="1232" y="346"/>
                    <a:pt x="1182" y="355"/>
                    <a:pt x="1125" y="355"/>
                  </a:cubicBezTo>
                  <a:cubicBezTo>
                    <a:pt x="1138" y="381"/>
                    <a:pt x="1185" y="411"/>
                    <a:pt x="1213" y="419"/>
                  </a:cubicBezTo>
                  <a:cubicBezTo>
                    <a:pt x="1193" y="435"/>
                    <a:pt x="1193" y="435"/>
                    <a:pt x="1193" y="435"/>
                  </a:cubicBezTo>
                  <a:cubicBezTo>
                    <a:pt x="1193" y="447"/>
                    <a:pt x="1193" y="447"/>
                    <a:pt x="1193" y="447"/>
                  </a:cubicBezTo>
                  <a:cubicBezTo>
                    <a:pt x="1211" y="460"/>
                    <a:pt x="1212" y="467"/>
                    <a:pt x="1205" y="487"/>
                  </a:cubicBezTo>
                  <a:cubicBezTo>
                    <a:pt x="1236" y="516"/>
                    <a:pt x="1219" y="544"/>
                    <a:pt x="1217" y="579"/>
                  </a:cubicBezTo>
                  <a:cubicBezTo>
                    <a:pt x="1216" y="600"/>
                    <a:pt x="1233" y="609"/>
                    <a:pt x="1235" y="627"/>
                  </a:cubicBezTo>
                  <a:cubicBezTo>
                    <a:pt x="1236" y="642"/>
                    <a:pt x="1224" y="655"/>
                    <a:pt x="1226" y="671"/>
                  </a:cubicBezTo>
                  <a:cubicBezTo>
                    <a:pt x="1229" y="691"/>
                    <a:pt x="1260" y="708"/>
                    <a:pt x="1249" y="727"/>
                  </a:cubicBezTo>
                  <a:cubicBezTo>
                    <a:pt x="1266" y="764"/>
                    <a:pt x="1300" y="787"/>
                    <a:pt x="1337" y="803"/>
                  </a:cubicBezTo>
                  <a:cubicBezTo>
                    <a:pt x="1311" y="825"/>
                    <a:pt x="1302" y="836"/>
                    <a:pt x="1289" y="867"/>
                  </a:cubicBezTo>
                  <a:cubicBezTo>
                    <a:pt x="1313" y="867"/>
                    <a:pt x="1313" y="867"/>
                    <a:pt x="1313" y="867"/>
                  </a:cubicBezTo>
                  <a:cubicBezTo>
                    <a:pt x="1313" y="875"/>
                    <a:pt x="1313" y="875"/>
                    <a:pt x="1313" y="875"/>
                  </a:cubicBezTo>
                  <a:cubicBezTo>
                    <a:pt x="1225" y="868"/>
                    <a:pt x="1105" y="845"/>
                    <a:pt x="1021" y="877"/>
                  </a:cubicBezTo>
                  <a:cubicBezTo>
                    <a:pt x="999" y="886"/>
                    <a:pt x="1007" y="914"/>
                    <a:pt x="985" y="924"/>
                  </a:cubicBezTo>
                  <a:cubicBezTo>
                    <a:pt x="965" y="934"/>
                    <a:pt x="927" y="946"/>
                    <a:pt x="905" y="945"/>
                  </a:cubicBezTo>
                  <a:cubicBezTo>
                    <a:pt x="888" y="945"/>
                    <a:pt x="870" y="935"/>
                    <a:pt x="855" y="947"/>
                  </a:cubicBezTo>
                  <a:cubicBezTo>
                    <a:pt x="841" y="960"/>
                    <a:pt x="853" y="1029"/>
                    <a:pt x="857" y="1047"/>
                  </a:cubicBezTo>
                  <a:cubicBezTo>
                    <a:pt x="865" y="1047"/>
                    <a:pt x="894" y="1050"/>
                    <a:pt x="885" y="1065"/>
                  </a:cubicBezTo>
                  <a:cubicBezTo>
                    <a:pt x="876" y="1082"/>
                    <a:pt x="834" y="1075"/>
                    <a:pt x="817" y="1083"/>
                  </a:cubicBezTo>
                  <a:cubicBezTo>
                    <a:pt x="793" y="1096"/>
                    <a:pt x="775" y="1115"/>
                    <a:pt x="749" y="1126"/>
                  </a:cubicBezTo>
                  <a:cubicBezTo>
                    <a:pt x="725" y="1136"/>
                    <a:pt x="698" y="1135"/>
                    <a:pt x="673" y="1146"/>
                  </a:cubicBezTo>
                  <a:cubicBezTo>
                    <a:pt x="657" y="1153"/>
                    <a:pt x="646" y="1167"/>
                    <a:pt x="629" y="1173"/>
                  </a:cubicBezTo>
                  <a:cubicBezTo>
                    <a:pt x="585" y="1189"/>
                    <a:pt x="543" y="1204"/>
                    <a:pt x="497" y="1211"/>
                  </a:cubicBezTo>
                  <a:cubicBezTo>
                    <a:pt x="469" y="1215"/>
                    <a:pt x="436" y="1211"/>
                    <a:pt x="409" y="1222"/>
                  </a:cubicBezTo>
                  <a:cubicBezTo>
                    <a:pt x="393" y="1229"/>
                    <a:pt x="389" y="1250"/>
                    <a:pt x="373" y="1256"/>
                  </a:cubicBezTo>
                  <a:cubicBezTo>
                    <a:pt x="347" y="1264"/>
                    <a:pt x="313" y="1245"/>
                    <a:pt x="285" y="1250"/>
                  </a:cubicBezTo>
                  <a:cubicBezTo>
                    <a:pt x="259" y="1255"/>
                    <a:pt x="250" y="1276"/>
                    <a:pt x="229" y="1287"/>
                  </a:cubicBezTo>
                  <a:cubicBezTo>
                    <a:pt x="218" y="1293"/>
                    <a:pt x="204" y="1290"/>
                    <a:pt x="193" y="1294"/>
                  </a:cubicBezTo>
                  <a:cubicBezTo>
                    <a:pt x="175" y="1302"/>
                    <a:pt x="161" y="1319"/>
                    <a:pt x="145" y="1329"/>
                  </a:cubicBezTo>
                  <a:cubicBezTo>
                    <a:pt x="112" y="1351"/>
                    <a:pt x="80" y="1365"/>
                    <a:pt x="49" y="1389"/>
                  </a:cubicBezTo>
                  <a:cubicBezTo>
                    <a:pt x="39" y="1397"/>
                    <a:pt x="21" y="1401"/>
                    <a:pt x="15" y="1413"/>
                  </a:cubicBezTo>
                  <a:cubicBezTo>
                    <a:pt x="2" y="1441"/>
                    <a:pt x="13" y="1499"/>
                    <a:pt x="13" y="1531"/>
                  </a:cubicBezTo>
                  <a:cubicBezTo>
                    <a:pt x="13" y="1562"/>
                    <a:pt x="0" y="1631"/>
                    <a:pt x="17" y="1657"/>
                  </a:cubicBezTo>
                  <a:cubicBezTo>
                    <a:pt x="28" y="1674"/>
                    <a:pt x="56" y="1684"/>
                    <a:pt x="73" y="1693"/>
                  </a:cubicBezTo>
                  <a:cubicBezTo>
                    <a:pt x="119" y="1721"/>
                    <a:pt x="166" y="1749"/>
                    <a:pt x="213" y="1775"/>
                  </a:cubicBezTo>
                  <a:cubicBezTo>
                    <a:pt x="361" y="1857"/>
                    <a:pt x="505" y="1948"/>
                    <a:pt x="649" y="2037"/>
                  </a:cubicBezTo>
                  <a:cubicBezTo>
                    <a:pt x="902" y="2192"/>
                    <a:pt x="1148" y="2359"/>
                    <a:pt x="1393" y="2526"/>
                  </a:cubicBezTo>
                  <a:cubicBezTo>
                    <a:pt x="1448" y="2563"/>
                    <a:pt x="1503" y="2604"/>
                    <a:pt x="1561" y="2637"/>
                  </a:cubicBezTo>
                  <a:cubicBezTo>
                    <a:pt x="1609" y="2665"/>
                    <a:pt x="1667" y="2691"/>
                    <a:pt x="1708" y="2729"/>
                  </a:cubicBezTo>
                  <a:cubicBezTo>
                    <a:pt x="1729" y="2749"/>
                    <a:pt x="1706" y="2779"/>
                    <a:pt x="1723" y="2795"/>
                  </a:cubicBezTo>
                  <a:cubicBezTo>
                    <a:pt x="1741" y="2811"/>
                    <a:pt x="1773" y="2810"/>
                    <a:pt x="1792" y="2826"/>
                  </a:cubicBezTo>
                  <a:cubicBezTo>
                    <a:pt x="1813" y="2843"/>
                    <a:pt x="1812" y="2867"/>
                    <a:pt x="1841" y="2879"/>
                  </a:cubicBezTo>
                  <a:cubicBezTo>
                    <a:pt x="1862" y="2887"/>
                    <a:pt x="1888" y="2877"/>
                    <a:pt x="1907" y="2885"/>
                  </a:cubicBezTo>
                  <a:cubicBezTo>
                    <a:pt x="1924" y="2892"/>
                    <a:pt x="1929" y="2914"/>
                    <a:pt x="1946" y="2921"/>
                  </a:cubicBezTo>
                  <a:cubicBezTo>
                    <a:pt x="1984" y="2936"/>
                    <a:pt x="2029" y="2924"/>
                    <a:pt x="2064" y="2951"/>
                  </a:cubicBezTo>
                  <a:cubicBezTo>
                    <a:pt x="2088" y="2969"/>
                    <a:pt x="2062" y="3004"/>
                    <a:pt x="2085" y="3023"/>
                  </a:cubicBezTo>
                  <a:cubicBezTo>
                    <a:pt x="2085" y="3027"/>
                    <a:pt x="2085" y="3027"/>
                    <a:pt x="2085" y="3027"/>
                  </a:cubicBezTo>
                  <a:cubicBezTo>
                    <a:pt x="2060" y="3055"/>
                    <a:pt x="2046" y="3098"/>
                    <a:pt x="2101" y="3100"/>
                  </a:cubicBezTo>
                  <a:cubicBezTo>
                    <a:pt x="2157" y="3102"/>
                    <a:pt x="2206" y="3070"/>
                    <a:pt x="2261" y="3087"/>
                  </a:cubicBezTo>
                  <a:cubicBezTo>
                    <a:pt x="2261" y="3071"/>
                    <a:pt x="2261" y="3071"/>
                    <a:pt x="2261" y="3071"/>
                  </a:cubicBezTo>
                  <a:cubicBezTo>
                    <a:pt x="2315" y="3067"/>
                    <a:pt x="2367" y="3049"/>
                    <a:pt x="2421" y="3041"/>
                  </a:cubicBezTo>
                  <a:cubicBezTo>
                    <a:pt x="2454" y="3035"/>
                    <a:pt x="2499" y="3034"/>
                    <a:pt x="2529" y="3019"/>
                  </a:cubicBezTo>
                  <a:cubicBezTo>
                    <a:pt x="2556" y="3005"/>
                    <a:pt x="2578" y="2978"/>
                    <a:pt x="2601" y="2959"/>
                  </a:cubicBezTo>
                  <a:cubicBezTo>
                    <a:pt x="2671" y="2902"/>
                    <a:pt x="2735" y="2834"/>
                    <a:pt x="2809" y="2782"/>
                  </a:cubicBezTo>
                  <a:cubicBezTo>
                    <a:pt x="2954" y="2679"/>
                    <a:pt x="3115" y="2595"/>
                    <a:pt x="3269" y="2506"/>
                  </a:cubicBezTo>
                  <a:cubicBezTo>
                    <a:pt x="3378" y="2442"/>
                    <a:pt x="3486" y="2368"/>
                    <a:pt x="3601" y="2315"/>
                  </a:cubicBezTo>
                  <a:cubicBezTo>
                    <a:pt x="3587" y="2276"/>
                    <a:pt x="3555" y="2201"/>
                    <a:pt x="3522" y="2174"/>
                  </a:cubicBezTo>
                  <a:cubicBezTo>
                    <a:pt x="3497" y="2154"/>
                    <a:pt x="3426" y="2142"/>
                    <a:pt x="3393" y="2134"/>
                  </a:cubicBezTo>
                  <a:cubicBezTo>
                    <a:pt x="3368" y="2128"/>
                    <a:pt x="3339" y="2149"/>
                    <a:pt x="3317" y="2133"/>
                  </a:cubicBezTo>
                  <a:cubicBezTo>
                    <a:pt x="3260" y="2092"/>
                    <a:pt x="3278" y="2020"/>
                    <a:pt x="3240" y="1967"/>
                  </a:cubicBezTo>
                  <a:cubicBezTo>
                    <a:pt x="3219" y="1937"/>
                    <a:pt x="3160" y="1891"/>
                    <a:pt x="3157" y="1854"/>
                  </a:cubicBezTo>
                  <a:cubicBezTo>
                    <a:pt x="3153" y="1812"/>
                    <a:pt x="3206" y="1817"/>
                    <a:pt x="3227" y="1799"/>
                  </a:cubicBezTo>
                  <a:cubicBezTo>
                    <a:pt x="3242" y="1785"/>
                    <a:pt x="3242" y="1750"/>
                    <a:pt x="3245" y="1731"/>
                  </a:cubicBezTo>
                  <a:cubicBezTo>
                    <a:pt x="3207" y="1699"/>
                    <a:pt x="3202" y="1635"/>
                    <a:pt x="3241" y="1603"/>
                  </a:cubicBezTo>
                  <a:cubicBezTo>
                    <a:pt x="3241" y="1587"/>
                    <a:pt x="3249" y="1571"/>
                    <a:pt x="3246" y="1555"/>
                  </a:cubicBezTo>
                  <a:cubicBezTo>
                    <a:pt x="3241" y="1525"/>
                    <a:pt x="3223" y="1502"/>
                    <a:pt x="3224" y="1471"/>
                  </a:cubicBezTo>
                  <a:cubicBezTo>
                    <a:pt x="3225" y="1430"/>
                    <a:pt x="3244" y="1393"/>
                    <a:pt x="3235" y="1351"/>
                  </a:cubicBezTo>
                  <a:cubicBezTo>
                    <a:pt x="3224" y="1296"/>
                    <a:pt x="3189" y="1254"/>
                    <a:pt x="3171" y="1203"/>
                  </a:cubicBezTo>
                  <a:cubicBezTo>
                    <a:pt x="3162" y="1177"/>
                    <a:pt x="3159" y="1142"/>
                    <a:pt x="3153" y="1115"/>
                  </a:cubicBezTo>
                  <a:cubicBezTo>
                    <a:pt x="3138" y="1059"/>
                    <a:pt x="3125" y="1003"/>
                    <a:pt x="3110" y="947"/>
                  </a:cubicBezTo>
                  <a:cubicBezTo>
                    <a:pt x="3103" y="925"/>
                    <a:pt x="3102" y="895"/>
                    <a:pt x="3089" y="876"/>
                  </a:cubicBezTo>
                  <a:cubicBezTo>
                    <a:pt x="3067" y="842"/>
                    <a:pt x="3013" y="832"/>
                    <a:pt x="2982" y="807"/>
                  </a:cubicBezTo>
                  <a:cubicBezTo>
                    <a:pt x="2964" y="793"/>
                    <a:pt x="2971" y="778"/>
                    <a:pt x="2966" y="759"/>
                  </a:cubicBezTo>
                  <a:cubicBezTo>
                    <a:pt x="2962" y="743"/>
                    <a:pt x="2948" y="727"/>
                    <a:pt x="2938" y="715"/>
                  </a:cubicBezTo>
                  <a:cubicBezTo>
                    <a:pt x="2920" y="694"/>
                    <a:pt x="2889" y="700"/>
                    <a:pt x="2871" y="679"/>
                  </a:cubicBezTo>
                  <a:cubicBezTo>
                    <a:pt x="2862" y="668"/>
                    <a:pt x="2864" y="652"/>
                    <a:pt x="2858" y="639"/>
                  </a:cubicBezTo>
                  <a:cubicBezTo>
                    <a:pt x="2831" y="587"/>
                    <a:pt x="2803" y="533"/>
                    <a:pt x="2877" y="507"/>
                  </a:cubicBezTo>
                  <a:cubicBezTo>
                    <a:pt x="2883" y="457"/>
                    <a:pt x="2951" y="470"/>
                    <a:pt x="2953" y="423"/>
                  </a:cubicBezTo>
                  <a:cubicBezTo>
                    <a:pt x="2965" y="419"/>
                    <a:pt x="2965" y="419"/>
                    <a:pt x="2965" y="419"/>
                  </a:cubicBezTo>
                  <a:cubicBezTo>
                    <a:pt x="2953" y="383"/>
                    <a:pt x="2978" y="371"/>
                    <a:pt x="2978" y="340"/>
                  </a:cubicBezTo>
                  <a:cubicBezTo>
                    <a:pt x="2977" y="329"/>
                    <a:pt x="2968" y="318"/>
                    <a:pt x="2967" y="307"/>
                  </a:cubicBezTo>
                  <a:cubicBezTo>
                    <a:pt x="2965" y="291"/>
                    <a:pt x="2974" y="275"/>
                    <a:pt x="2971" y="259"/>
                  </a:cubicBezTo>
                  <a:cubicBezTo>
                    <a:pt x="2967" y="242"/>
                    <a:pt x="2957" y="230"/>
                    <a:pt x="2960" y="212"/>
                  </a:cubicBezTo>
                  <a:cubicBezTo>
                    <a:pt x="2965" y="177"/>
                    <a:pt x="2993" y="119"/>
                    <a:pt x="2945" y="115"/>
                  </a:cubicBezTo>
                  <a:cubicBezTo>
                    <a:pt x="2993" y="87"/>
                    <a:pt x="2993" y="87"/>
                    <a:pt x="2993" y="87"/>
                  </a:cubicBezTo>
                  <a:cubicBezTo>
                    <a:pt x="3025" y="55"/>
                    <a:pt x="3025" y="55"/>
                    <a:pt x="3025" y="55"/>
                  </a:cubicBezTo>
                  <a:cubicBezTo>
                    <a:pt x="3017" y="35"/>
                    <a:pt x="3017" y="35"/>
                    <a:pt x="3017" y="35"/>
                  </a:cubicBezTo>
                  <a:cubicBezTo>
                    <a:pt x="2991" y="40"/>
                    <a:pt x="2965" y="30"/>
                    <a:pt x="2941" y="34"/>
                  </a:cubicBezTo>
                  <a:cubicBezTo>
                    <a:pt x="2924" y="38"/>
                    <a:pt x="2908" y="53"/>
                    <a:pt x="2889" y="49"/>
                  </a:cubicBezTo>
                  <a:cubicBezTo>
                    <a:pt x="2846" y="41"/>
                    <a:pt x="2812" y="0"/>
                    <a:pt x="2761" y="15"/>
                  </a:cubicBezTo>
                  <a:cubicBezTo>
                    <a:pt x="2761" y="19"/>
                    <a:pt x="2761" y="19"/>
                    <a:pt x="2761" y="19"/>
                  </a:cubicBezTo>
                  <a:cubicBezTo>
                    <a:pt x="2773" y="23"/>
                    <a:pt x="2773" y="23"/>
                    <a:pt x="2773" y="23"/>
                  </a:cubicBezTo>
                  <a:cubicBezTo>
                    <a:pt x="2773" y="31"/>
                    <a:pt x="2773" y="31"/>
                    <a:pt x="2773" y="31"/>
                  </a:cubicBezTo>
                  <a:cubicBezTo>
                    <a:pt x="2740" y="45"/>
                    <a:pt x="2706" y="47"/>
                    <a:pt x="2673" y="30"/>
                  </a:cubicBezTo>
                  <a:cubicBezTo>
                    <a:pt x="2662" y="24"/>
                    <a:pt x="2654" y="11"/>
                    <a:pt x="2641" y="9"/>
                  </a:cubicBezTo>
                  <a:cubicBezTo>
                    <a:pt x="2620" y="5"/>
                    <a:pt x="2600" y="19"/>
                    <a:pt x="2601" y="39"/>
                  </a:cubicBezTo>
                  <a:close/>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9"/>
            <p:cNvSpPr>
              <a:spLocks/>
            </p:cNvSpPr>
            <p:nvPr/>
          </p:nvSpPr>
          <p:spPr bwMode="auto">
            <a:xfrm>
              <a:off x="2189163" y="1133475"/>
              <a:ext cx="792163" cy="677863"/>
            </a:xfrm>
            <a:custGeom>
              <a:avLst/>
              <a:gdLst/>
              <a:ahLst/>
              <a:cxnLst>
                <a:cxn ang="0">
                  <a:pos x="392" y="128"/>
                </a:cxn>
                <a:cxn ang="0">
                  <a:pos x="212" y="239"/>
                </a:cxn>
                <a:cxn ang="0">
                  <a:pos x="167" y="380"/>
                </a:cxn>
                <a:cxn ang="0">
                  <a:pos x="0" y="524"/>
                </a:cxn>
                <a:cxn ang="0">
                  <a:pos x="85" y="852"/>
                </a:cxn>
                <a:cxn ang="0">
                  <a:pos x="74" y="1016"/>
                </a:cxn>
                <a:cxn ang="0">
                  <a:pos x="19" y="1220"/>
                </a:cxn>
                <a:cxn ang="0">
                  <a:pos x="128" y="1436"/>
                </a:cxn>
                <a:cxn ang="0">
                  <a:pos x="248" y="1500"/>
                </a:cxn>
                <a:cxn ang="0">
                  <a:pos x="466" y="1672"/>
                </a:cxn>
                <a:cxn ang="0">
                  <a:pos x="736" y="1740"/>
                </a:cxn>
                <a:cxn ang="0">
                  <a:pos x="896" y="1816"/>
                </a:cxn>
                <a:cxn ang="0">
                  <a:pos x="1116" y="1710"/>
                </a:cxn>
                <a:cxn ang="0">
                  <a:pos x="1260" y="1735"/>
                </a:cxn>
                <a:cxn ang="0">
                  <a:pos x="2236" y="2209"/>
                </a:cxn>
                <a:cxn ang="0">
                  <a:pos x="2560" y="2372"/>
                </a:cxn>
                <a:cxn ang="0">
                  <a:pos x="2732" y="2288"/>
                </a:cxn>
                <a:cxn ang="0">
                  <a:pos x="2730" y="684"/>
                </a:cxn>
                <a:cxn ang="0">
                  <a:pos x="2708" y="480"/>
                </a:cxn>
                <a:cxn ang="0">
                  <a:pos x="2720" y="464"/>
                </a:cxn>
                <a:cxn ang="0">
                  <a:pos x="2736" y="412"/>
                </a:cxn>
                <a:cxn ang="0">
                  <a:pos x="2728" y="211"/>
                </a:cxn>
                <a:cxn ang="0">
                  <a:pos x="2568" y="198"/>
                </a:cxn>
                <a:cxn ang="0">
                  <a:pos x="2404" y="92"/>
                </a:cxn>
                <a:cxn ang="0">
                  <a:pos x="2088" y="64"/>
                </a:cxn>
                <a:cxn ang="0">
                  <a:pos x="1852" y="304"/>
                </a:cxn>
                <a:cxn ang="0">
                  <a:pos x="1712" y="500"/>
                </a:cxn>
                <a:cxn ang="0">
                  <a:pos x="1288" y="333"/>
                </a:cxn>
                <a:cxn ang="0">
                  <a:pos x="1061" y="217"/>
                </a:cxn>
                <a:cxn ang="0">
                  <a:pos x="908" y="110"/>
                </a:cxn>
                <a:cxn ang="0">
                  <a:pos x="748" y="61"/>
                </a:cxn>
                <a:cxn ang="0">
                  <a:pos x="548" y="60"/>
                </a:cxn>
                <a:cxn ang="0">
                  <a:pos x="384" y="0"/>
                </a:cxn>
              </a:cxnLst>
              <a:rect l="0" t="0" r="r" b="b"/>
              <a:pathLst>
                <a:path w="2775" h="2372">
                  <a:moveTo>
                    <a:pt x="384" y="0"/>
                  </a:moveTo>
                  <a:cubicBezTo>
                    <a:pt x="371" y="50"/>
                    <a:pt x="376" y="82"/>
                    <a:pt x="392" y="128"/>
                  </a:cubicBezTo>
                  <a:cubicBezTo>
                    <a:pt x="357" y="139"/>
                    <a:pt x="311" y="153"/>
                    <a:pt x="281" y="173"/>
                  </a:cubicBezTo>
                  <a:cubicBezTo>
                    <a:pt x="255" y="191"/>
                    <a:pt x="237" y="220"/>
                    <a:pt x="212" y="239"/>
                  </a:cubicBezTo>
                  <a:cubicBezTo>
                    <a:pt x="188" y="257"/>
                    <a:pt x="166" y="250"/>
                    <a:pt x="149" y="280"/>
                  </a:cubicBezTo>
                  <a:cubicBezTo>
                    <a:pt x="130" y="314"/>
                    <a:pt x="164" y="346"/>
                    <a:pt x="167" y="380"/>
                  </a:cubicBezTo>
                  <a:cubicBezTo>
                    <a:pt x="172" y="437"/>
                    <a:pt x="92" y="498"/>
                    <a:pt x="40" y="500"/>
                  </a:cubicBezTo>
                  <a:cubicBezTo>
                    <a:pt x="0" y="524"/>
                    <a:pt x="0" y="524"/>
                    <a:pt x="0" y="524"/>
                  </a:cubicBezTo>
                  <a:cubicBezTo>
                    <a:pt x="12" y="569"/>
                    <a:pt x="61" y="606"/>
                    <a:pt x="79" y="652"/>
                  </a:cubicBezTo>
                  <a:cubicBezTo>
                    <a:pt x="107" y="723"/>
                    <a:pt x="79" y="783"/>
                    <a:pt x="85" y="852"/>
                  </a:cubicBezTo>
                  <a:cubicBezTo>
                    <a:pt x="87" y="878"/>
                    <a:pt x="111" y="898"/>
                    <a:pt x="110" y="924"/>
                  </a:cubicBezTo>
                  <a:cubicBezTo>
                    <a:pt x="109" y="958"/>
                    <a:pt x="73" y="982"/>
                    <a:pt x="74" y="1016"/>
                  </a:cubicBezTo>
                  <a:cubicBezTo>
                    <a:pt x="75" y="1061"/>
                    <a:pt x="114" y="1095"/>
                    <a:pt x="99" y="1141"/>
                  </a:cubicBezTo>
                  <a:cubicBezTo>
                    <a:pt x="87" y="1176"/>
                    <a:pt x="4" y="1165"/>
                    <a:pt x="19" y="1220"/>
                  </a:cubicBezTo>
                  <a:cubicBezTo>
                    <a:pt x="32" y="1270"/>
                    <a:pt x="95" y="1311"/>
                    <a:pt x="120" y="1356"/>
                  </a:cubicBezTo>
                  <a:cubicBezTo>
                    <a:pt x="134" y="1381"/>
                    <a:pt x="124" y="1410"/>
                    <a:pt x="128" y="1436"/>
                  </a:cubicBezTo>
                  <a:cubicBezTo>
                    <a:pt x="131" y="1454"/>
                    <a:pt x="174" y="1501"/>
                    <a:pt x="192" y="1508"/>
                  </a:cubicBezTo>
                  <a:cubicBezTo>
                    <a:pt x="211" y="1517"/>
                    <a:pt x="228" y="1500"/>
                    <a:pt x="248" y="1500"/>
                  </a:cubicBezTo>
                  <a:cubicBezTo>
                    <a:pt x="282" y="1501"/>
                    <a:pt x="354" y="1523"/>
                    <a:pt x="383" y="1540"/>
                  </a:cubicBezTo>
                  <a:cubicBezTo>
                    <a:pt x="429" y="1567"/>
                    <a:pt x="425" y="1642"/>
                    <a:pt x="466" y="1672"/>
                  </a:cubicBezTo>
                  <a:cubicBezTo>
                    <a:pt x="480" y="1683"/>
                    <a:pt x="503" y="1683"/>
                    <a:pt x="520" y="1688"/>
                  </a:cubicBezTo>
                  <a:cubicBezTo>
                    <a:pt x="589" y="1709"/>
                    <a:pt x="671" y="1707"/>
                    <a:pt x="736" y="1740"/>
                  </a:cubicBezTo>
                  <a:cubicBezTo>
                    <a:pt x="774" y="1760"/>
                    <a:pt x="813" y="1826"/>
                    <a:pt x="856" y="1832"/>
                  </a:cubicBezTo>
                  <a:cubicBezTo>
                    <a:pt x="870" y="1834"/>
                    <a:pt x="884" y="1822"/>
                    <a:pt x="896" y="1816"/>
                  </a:cubicBezTo>
                  <a:cubicBezTo>
                    <a:pt x="924" y="1802"/>
                    <a:pt x="960" y="1778"/>
                    <a:pt x="992" y="1776"/>
                  </a:cubicBezTo>
                  <a:cubicBezTo>
                    <a:pt x="1022" y="1743"/>
                    <a:pt x="1075" y="1728"/>
                    <a:pt x="1116" y="1710"/>
                  </a:cubicBezTo>
                  <a:cubicBezTo>
                    <a:pt x="1131" y="1703"/>
                    <a:pt x="1151" y="1690"/>
                    <a:pt x="1168" y="1692"/>
                  </a:cubicBezTo>
                  <a:cubicBezTo>
                    <a:pt x="1198" y="1696"/>
                    <a:pt x="1233" y="1722"/>
                    <a:pt x="1260" y="1735"/>
                  </a:cubicBezTo>
                  <a:cubicBezTo>
                    <a:pt x="1321" y="1766"/>
                    <a:pt x="1385" y="1795"/>
                    <a:pt x="1448" y="1823"/>
                  </a:cubicBezTo>
                  <a:cubicBezTo>
                    <a:pt x="1715" y="1939"/>
                    <a:pt x="1974" y="2079"/>
                    <a:pt x="2236" y="2209"/>
                  </a:cubicBezTo>
                  <a:cubicBezTo>
                    <a:pt x="2313" y="2248"/>
                    <a:pt x="2387" y="2291"/>
                    <a:pt x="2464" y="2329"/>
                  </a:cubicBezTo>
                  <a:cubicBezTo>
                    <a:pt x="2494" y="2345"/>
                    <a:pt x="2525" y="2369"/>
                    <a:pt x="2560" y="2372"/>
                  </a:cubicBezTo>
                  <a:cubicBezTo>
                    <a:pt x="2560" y="2288"/>
                    <a:pt x="2560" y="2288"/>
                    <a:pt x="2560" y="2288"/>
                  </a:cubicBezTo>
                  <a:cubicBezTo>
                    <a:pt x="2732" y="2288"/>
                    <a:pt x="2732" y="2288"/>
                    <a:pt x="2732" y="2288"/>
                  </a:cubicBezTo>
                  <a:cubicBezTo>
                    <a:pt x="2732" y="916"/>
                    <a:pt x="2732" y="916"/>
                    <a:pt x="2732" y="916"/>
                  </a:cubicBezTo>
                  <a:cubicBezTo>
                    <a:pt x="2732" y="845"/>
                    <a:pt x="2747" y="753"/>
                    <a:pt x="2730" y="684"/>
                  </a:cubicBezTo>
                  <a:cubicBezTo>
                    <a:pt x="2720" y="645"/>
                    <a:pt x="2707" y="609"/>
                    <a:pt x="2700" y="568"/>
                  </a:cubicBezTo>
                  <a:cubicBezTo>
                    <a:pt x="2692" y="527"/>
                    <a:pt x="2668" y="515"/>
                    <a:pt x="2708" y="480"/>
                  </a:cubicBezTo>
                  <a:cubicBezTo>
                    <a:pt x="2704" y="472"/>
                    <a:pt x="2704" y="472"/>
                    <a:pt x="2704" y="472"/>
                  </a:cubicBezTo>
                  <a:cubicBezTo>
                    <a:pt x="2720" y="464"/>
                    <a:pt x="2720" y="464"/>
                    <a:pt x="2720" y="464"/>
                  </a:cubicBezTo>
                  <a:cubicBezTo>
                    <a:pt x="2736" y="416"/>
                    <a:pt x="2736" y="416"/>
                    <a:pt x="2736" y="416"/>
                  </a:cubicBezTo>
                  <a:cubicBezTo>
                    <a:pt x="2736" y="412"/>
                    <a:pt x="2736" y="412"/>
                    <a:pt x="2736" y="412"/>
                  </a:cubicBezTo>
                  <a:cubicBezTo>
                    <a:pt x="2716" y="385"/>
                    <a:pt x="2698" y="351"/>
                    <a:pt x="2710" y="317"/>
                  </a:cubicBezTo>
                  <a:cubicBezTo>
                    <a:pt x="2724" y="277"/>
                    <a:pt x="2775" y="258"/>
                    <a:pt x="2728" y="211"/>
                  </a:cubicBezTo>
                  <a:cubicBezTo>
                    <a:pt x="2708" y="190"/>
                    <a:pt x="2661" y="200"/>
                    <a:pt x="2636" y="200"/>
                  </a:cubicBezTo>
                  <a:cubicBezTo>
                    <a:pt x="2615" y="201"/>
                    <a:pt x="2588" y="204"/>
                    <a:pt x="2568" y="198"/>
                  </a:cubicBezTo>
                  <a:cubicBezTo>
                    <a:pt x="2547" y="192"/>
                    <a:pt x="2531" y="176"/>
                    <a:pt x="2508" y="170"/>
                  </a:cubicBezTo>
                  <a:cubicBezTo>
                    <a:pt x="2453" y="158"/>
                    <a:pt x="2388" y="175"/>
                    <a:pt x="2404" y="92"/>
                  </a:cubicBezTo>
                  <a:cubicBezTo>
                    <a:pt x="2327" y="66"/>
                    <a:pt x="2225" y="27"/>
                    <a:pt x="2144" y="37"/>
                  </a:cubicBezTo>
                  <a:cubicBezTo>
                    <a:pt x="2122" y="40"/>
                    <a:pt x="2110" y="61"/>
                    <a:pt x="2088" y="64"/>
                  </a:cubicBezTo>
                  <a:cubicBezTo>
                    <a:pt x="2010" y="73"/>
                    <a:pt x="1902" y="109"/>
                    <a:pt x="1858" y="181"/>
                  </a:cubicBezTo>
                  <a:cubicBezTo>
                    <a:pt x="1835" y="217"/>
                    <a:pt x="1835" y="266"/>
                    <a:pt x="1852" y="304"/>
                  </a:cubicBezTo>
                  <a:cubicBezTo>
                    <a:pt x="1860" y="322"/>
                    <a:pt x="1876" y="332"/>
                    <a:pt x="1878" y="352"/>
                  </a:cubicBezTo>
                  <a:cubicBezTo>
                    <a:pt x="1885" y="420"/>
                    <a:pt x="1772" y="500"/>
                    <a:pt x="1712" y="500"/>
                  </a:cubicBezTo>
                  <a:cubicBezTo>
                    <a:pt x="1638" y="501"/>
                    <a:pt x="1603" y="438"/>
                    <a:pt x="1544" y="411"/>
                  </a:cubicBezTo>
                  <a:cubicBezTo>
                    <a:pt x="1466" y="377"/>
                    <a:pt x="1372" y="345"/>
                    <a:pt x="1288" y="333"/>
                  </a:cubicBezTo>
                  <a:cubicBezTo>
                    <a:pt x="1222" y="324"/>
                    <a:pt x="1171" y="339"/>
                    <a:pt x="1112" y="296"/>
                  </a:cubicBezTo>
                  <a:cubicBezTo>
                    <a:pt x="1088" y="279"/>
                    <a:pt x="1068" y="246"/>
                    <a:pt x="1061" y="217"/>
                  </a:cubicBezTo>
                  <a:cubicBezTo>
                    <a:pt x="1052" y="186"/>
                    <a:pt x="1060" y="152"/>
                    <a:pt x="1024" y="134"/>
                  </a:cubicBezTo>
                  <a:cubicBezTo>
                    <a:pt x="990" y="117"/>
                    <a:pt x="944" y="123"/>
                    <a:pt x="908" y="110"/>
                  </a:cubicBezTo>
                  <a:cubicBezTo>
                    <a:pt x="887" y="102"/>
                    <a:pt x="872" y="85"/>
                    <a:pt x="852" y="78"/>
                  </a:cubicBezTo>
                  <a:cubicBezTo>
                    <a:pt x="817" y="66"/>
                    <a:pt x="781" y="70"/>
                    <a:pt x="748" y="61"/>
                  </a:cubicBezTo>
                  <a:cubicBezTo>
                    <a:pt x="726" y="55"/>
                    <a:pt x="707" y="41"/>
                    <a:pt x="684" y="41"/>
                  </a:cubicBezTo>
                  <a:cubicBezTo>
                    <a:pt x="638" y="40"/>
                    <a:pt x="597" y="66"/>
                    <a:pt x="548" y="60"/>
                  </a:cubicBezTo>
                  <a:cubicBezTo>
                    <a:pt x="515" y="56"/>
                    <a:pt x="492" y="35"/>
                    <a:pt x="464" y="21"/>
                  </a:cubicBezTo>
                  <a:cubicBezTo>
                    <a:pt x="441" y="11"/>
                    <a:pt x="408" y="5"/>
                    <a:pt x="384" y="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4" name="Freeform 10"/>
            <p:cNvSpPr>
              <a:spLocks noEditPoints="1"/>
            </p:cNvSpPr>
            <p:nvPr/>
          </p:nvSpPr>
          <p:spPr bwMode="auto">
            <a:xfrm>
              <a:off x="2951163" y="1171575"/>
              <a:ext cx="606425" cy="520700"/>
            </a:xfrm>
            <a:custGeom>
              <a:avLst/>
              <a:gdLst/>
              <a:ahLst/>
              <a:cxnLst>
                <a:cxn ang="0">
                  <a:pos x="1872" y="4"/>
                </a:cxn>
                <a:cxn ang="0">
                  <a:pos x="1836" y="88"/>
                </a:cxn>
                <a:cxn ang="0">
                  <a:pos x="1836" y="88"/>
                </a:cxn>
                <a:cxn ang="0">
                  <a:pos x="28" y="228"/>
                </a:cxn>
                <a:cxn ang="0">
                  <a:pos x="2" y="392"/>
                </a:cxn>
                <a:cxn ang="0">
                  <a:pos x="27" y="496"/>
                </a:cxn>
                <a:cxn ang="0">
                  <a:pos x="56" y="1808"/>
                </a:cxn>
                <a:cxn ang="0">
                  <a:pos x="1028" y="1808"/>
                </a:cxn>
                <a:cxn ang="0">
                  <a:pos x="1180" y="1772"/>
                </a:cxn>
                <a:cxn ang="0">
                  <a:pos x="1384" y="1808"/>
                </a:cxn>
                <a:cxn ang="0">
                  <a:pos x="2024" y="1808"/>
                </a:cxn>
                <a:cxn ang="0">
                  <a:pos x="2045" y="1739"/>
                </a:cxn>
                <a:cxn ang="0">
                  <a:pos x="1928" y="1656"/>
                </a:cxn>
                <a:cxn ang="0">
                  <a:pos x="1880" y="1468"/>
                </a:cxn>
                <a:cxn ang="0">
                  <a:pos x="1888" y="1436"/>
                </a:cxn>
                <a:cxn ang="0">
                  <a:pos x="1775" y="1264"/>
                </a:cxn>
                <a:cxn ang="0">
                  <a:pos x="1612" y="992"/>
                </a:cxn>
                <a:cxn ang="0">
                  <a:pos x="1588" y="912"/>
                </a:cxn>
                <a:cxn ang="0">
                  <a:pos x="1571" y="875"/>
                </a:cxn>
                <a:cxn ang="0">
                  <a:pos x="1552" y="800"/>
                </a:cxn>
                <a:cxn ang="0">
                  <a:pos x="1417" y="637"/>
                </a:cxn>
                <a:cxn ang="0">
                  <a:pos x="1368" y="436"/>
                </a:cxn>
                <a:cxn ang="0">
                  <a:pos x="1478" y="664"/>
                </a:cxn>
                <a:cxn ang="0">
                  <a:pos x="1655" y="811"/>
                </a:cxn>
                <a:cxn ang="0">
                  <a:pos x="1704" y="772"/>
                </a:cxn>
                <a:cxn ang="0">
                  <a:pos x="1728" y="636"/>
                </a:cxn>
                <a:cxn ang="0">
                  <a:pos x="1784" y="476"/>
                </a:cxn>
                <a:cxn ang="0">
                  <a:pos x="1664" y="208"/>
                </a:cxn>
                <a:cxn ang="0">
                  <a:pos x="1696" y="136"/>
                </a:cxn>
                <a:cxn ang="0">
                  <a:pos x="1432" y="212"/>
                </a:cxn>
                <a:cxn ang="0">
                  <a:pos x="1328" y="194"/>
                </a:cxn>
                <a:cxn ang="0">
                  <a:pos x="1260" y="150"/>
                </a:cxn>
                <a:cxn ang="0">
                  <a:pos x="1116" y="136"/>
                </a:cxn>
                <a:cxn ang="0">
                  <a:pos x="984" y="152"/>
                </a:cxn>
                <a:cxn ang="0">
                  <a:pos x="916" y="188"/>
                </a:cxn>
                <a:cxn ang="0">
                  <a:pos x="656" y="231"/>
                </a:cxn>
                <a:cxn ang="0">
                  <a:pos x="488" y="204"/>
                </a:cxn>
                <a:cxn ang="0">
                  <a:pos x="308" y="155"/>
                </a:cxn>
                <a:cxn ang="0">
                  <a:pos x="84" y="148"/>
                </a:cxn>
                <a:cxn ang="0">
                  <a:pos x="76" y="124"/>
                </a:cxn>
              </a:cxnLst>
              <a:rect l="0" t="0" r="r" b="b"/>
              <a:pathLst>
                <a:path w="2124" h="1823">
                  <a:moveTo>
                    <a:pt x="1868" y="0"/>
                  </a:moveTo>
                  <a:cubicBezTo>
                    <a:pt x="1872" y="4"/>
                    <a:pt x="1872" y="4"/>
                    <a:pt x="1872" y="4"/>
                  </a:cubicBezTo>
                  <a:cubicBezTo>
                    <a:pt x="1868" y="0"/>
                    <a:pt x="1868" y="0"/>
                    <a:pt x="1868" y="0"/>
                  </a:cubicBezTo>
                  <a:moveTo>
                    <a:pt x="1836" y="88"/>
                  </a:moveTo>
                  <a:cubicBezTo>
                    <a:pt x="1840" y="92"/>
                    <a:pt x="1840" y="92"/>
                    <a:pt x="1840" y="92"/>
                  </a:cubicBezTo>
                  <a:cubicBezTo>
                    <a:pt x="1836" y="88"/>
                    <a:pt x="1836" y="88"/>
                    <a:pt x="1836" y="88"/>
                  </a:cubicBezTo>
                  <a:moveTo>
                    <a:pt x="76" y="124"/>
                  </a:moveTo>
                  <a:cubicBezTo>
                    <a:pt x="51" y="163"/>
                    <a:pt x="23" y="178"/>
                    <a:pt x="28" y="228"/>
                  </a:cubicBezTo>
                  <a:cubicBezTo>
                    <a:pt x="31" y="253"/>
                    <a:pt x="60" y="272"/>
                    <a:pt x="53" y="299"/>
                  </a:cubicBezTo>
                  <a:cubicBezTo>
                    <a:pt x="44" y="332"/>
                    <a:pt x="0" y="357"/>
                    <a:pt x="2" y="392"/>
                  </a:cubicBezTo>
                  <a:cubicBezTo>
                    <a:pt x="2" y="409"/>
                    <a:pt x="16" y="420"/>
                    <a:pt x="20" y="436"/>
                  </a:cubicBezTo>
                  <a:cubicBezTo>
                    <a:pt x="24" y="456"/>
                    <a:pt x="22" y="477"/>
                    <a:pt x="27" y="496"/>
                  </a:cubicBezTo>
                  <a:cubicBezTo>
                    <a:pt x="39" y="542"/>
                    <a:pt x="56" y="571"/>
                    <a:pt x="56" y="620"/>
                  </a:cubicBezTo>
                  <a:cubicBezTo>
                    <a:pt x="56" y="1808"/>
                    <a:pt x="56" y="1808"/>
                    <a:pt x="56" y="1808"/>
                  </a:cubicBezTo>
                  <a:cubicBezTo>
                    <a:pt x="784" y="1808"/>
                    <a:pt x="784" y="1808"/>
                    <a:pt x="784" y="1808"/>
                  </a:cubicBezTo>
                  <a:cubicBezTo>
                    <a:pt x="1028" y="1808"/>
                    <a:pt x="1028" y="1808"/>
                    <a:pt x="1028" y="1808"/>
                  </a:cubicBezTo>
                  <a:cubicBezTo>
                    <a:pt x="1139" y="1807"/>
                    <a:pt x="1139" y="1807"/>
                    <a:pt x="1139" y="1807"/>
                  </a:cubicBezTo>
                  <a:cubicBezTo>
                    <a:pt x="1180" y="1772"/>
                    <a:pt x="1180" y="1772"/>
                    <a:pt x="1180" y="1772"/>
                  </a:cubicBezTo>
                  <a:cubicBezTo>
                    <a:pt x="1172" y="1804"/>
                    <a:pt x="1172" y="1804"/>
                    <a:pt x="1172" y="1804"/>
                  </a:cubicBezTo>
                  <a:cubicBezTo>
                    <a:pt x="1234" y="1823"/>
                    <a:pt x="1319" y="1808"/>
                    <a:pt x="1384" y="1808"/>
                  </a:cubicBezTo>
                  <a:cubicBezTo>
                    <a:pt x="1836" y="1808"/>
                    <a:pt x="1836" y="1808"/>
                    <a:pt x="1836" y="1808"/>
                  </a:cubicBezTo>
                  <a:cubicBezTo>
                    <a:pt x="2024" y="1808"/>
                    <a:pt x="2024" y="1808"/>
                    <a:pt x="2024" y="1808"/>
                  </a:cubicBezTo>
                  <a:cubicBezTo>
                    <a:pt x="2056" y="1808"/>
                    <a:pt x="2093" y="1813"/>
                    <a:pt x="2124" y="1804"/>
                  </a:cubicBezTo>
                  <a:cubicBezTo>
                    <a:pt x="2045" y="1739"/>
                    <a:pt x="2045" y="1739"/>
                    <a:pt x="2045" y="1739"/>
                  </a:cubicBezTo>
                  <a:cubicBezTo>
                    <a:pt x="1999" y="1691"/>
                    <a:pt x="1999" y="1691"/>
                    <a:pt x="1999" y="1691"/>
                  </a:cubicBezTo>
                  <a:cubicBezTo>
                    <a:pt x="1928" y="1656"/>
                    <a:pt x="1928" y="1656"/>
                    <a:pt x="1928" y="1656"/>
                  </a:cubicBezTo>
                  <a:cubicBezTo>
                    <a:pt x="1880" y="1556"/>
                    <a:pt x="1880" y="1556"/>
                    <a:pt x="1880" y="1556"/>
                  </a:cubicBezTo>
                  <a:cubicBezTo>
                    <a:pt x="1880" y="1468"/>
                    <a:pt x="1880" y="1468"/>
                    <a:pt x="1880" y="1468"/>
                  </a:cubicBezTo>
                  <a:cubicBezTo>
                    <a:pt x="1936" y="1480"/>
                    <a:pt x="1936" y="1480"/>
                    <a:pt x="1936" y="1480"/>
                  </a:cubicBezTo>
                  <a:cubicBezTo>
                    <a:pt x="1888" y="1436"/>
                    <a:pt x="1888" y="1436"/>
                    <a:pt x="1888" y="1436"/>
                  </a:cubicBezTo>
                  <a:cubicBezTo>
                    <a:pt x="1819" y="1364"/>
                    <a:pt x="1819" y="1364"/>
                    <a:pt x="1819" y="1364"/>
                  </a:cubicBezTo>
                  <a:cubicBezTo>
                    <a:pt x="1775" y="1264"/>
                    <a:pt x="1775" y="1264"/>
                    <a:pt x="1775" y="1264"/>
                  </a:cubicBezTo>
                  <a:cubicBezTo>
                    <a:pt x="1685" y="1120"/>
                    <a:pt x="1685" y="1120"/>
                    <a:pt x="1685" y="1120"/>
                  </a:cubicBezTo>
                  <a:cubicBezTo>
                    <a:pt x="1612" y="992"/>
                    <a:pt x="1612" y="992"/>
                    <a:pt x="1612" y="992"/>
                  </a:cubicBezTo>
                  <a:cubicBezTo>
                    <a:pt x="1624" y="988"/>
                    <a:pt x="1624" y="988"/>
                    <a:pt x="1624" y="988"/>
                  </a:cubicBezTo>
                  <a:cubicBezTo>
                    <a:pt x="1588" y="912"/>
                    <a:pt x="1588" y="912"/>
                    <a:pt x="1588" y="912"/>
                  </a:cubicBezTo>
                  <a:cubicBezTo>
                    <a:pt x="1588" y="908"/>
                    <a:pt x="1588" y="908"/>
                    <a:pt x="1588" y="908"/>
                  </a:cubicBezTo>
                  <a:cubicBezTo>
                    <a:pt x="1596" y="893"/>
                    <a:pt x="1580" y="887"/>
                    <a:pt x="1571" y="875"/>
                  </a:cubicBezTo>
                  <a:cubicBezTo>
                    <a:pt x="1555" y="855"/>
                    <a:pt x="1530" y="826"/>
                    <a:pt x="1528" y="800"/>
                  </a:cubicBezTo>
                  <a:cubicBezTo>
                    <a:pt x="1552" y="800"/>
                    <a:pt x="1552" y="800"/>
                    <a:pt x="1552" y="800"/>
                  </a:cubicBezTo>
                  <a:cubicBezTo>
                    <a:pt x="1539" y="769"/>
                    <a:pt x="1515" y="758"/>
                    <a:pt x="1492" y="736"/>
                  </a:cubicBezTo>
                  <a:cubicBezTo>
                    <a:pt x="1463" y="708"/>
                    <a:pt x="1434" y="672"/>
                    <a:pt x="1417" y="637"/>
                  </a:cubicBezTo>
                  <a:cubicBezTo>
                    <a:pt x="1408" y="619"/>
                    <a:pt x="1365" y="599"/>
                    <a:pt x="1396" y="580"/>
                  </a:cubicBezTo>
                  <a:cubicBezTo>
                    <a:pt x="1381" y="518"/>
                    <a:pt x="1307" y="493"/>
                    <a:pt x="1368" y="436"/>
                  </a:cubicBezTo>
                  <a:cubicBezTo>
                    <a:pt x="1379" y="507"/>
                    <a:pt x="1425" y="538"/>
                    <a:pt x="1462" y="593"/>
                  </a:cubicBezTo>
                  <a:cubicBezTo>
                    <a:pt x="1475" y="614"/>
                    <a:pt x="1467" y="642"/>
                    <a:pt x="1478" y="664"/>
                  </a:cubicBezTo>
                  <a:cubicBezTo>
                    <a:pt x="1491" y="690"/>
                    <a:pt x="1515" y="703"/>
                    <a:pt x="1535" y="722"/>
                  </a:cubicBezTo>
                  <a:cubicBezTo>
                    <a:pt x="1568" y="753"/>
                    <a:pt x="1604" y="804"/>
                    <a:pt x="1655" y="811"/>
                  </a:cubicBezTo>
                  <a:cubicBezTo>
                    <a:pt x="1669" y="813"/>
                    <a:pt x="1682" y="780"/>
                    <a:pt x="1700" y="776"/>
                  </a:cubicBezTo>
                  <a:cubicBezTo>
                    <a:pt x="1704" y="772"/>
                    <a:pt x="1704" y="772"/>
                    <a:pt x="1704" y="772"/>
                  </a:cubicBezTo>
                  <a:cubicBezTo>
                    <a:pt x="1693" y="708"/>
                    <a:pt x="1693" y="708"/>
                    <a:pt x="1693" y="708"/>
                  </a:cubicBezTo>
                  <a:cubicBezTo>
                    <a:pt x="1728" y="636"/>
                    <a:pt x="1728" y="636"/>
                    <a:pt x="1728" y="636"/>
                  </a:cubicBezTo>
                  <a:cubicBezTo>
                    <a:pt x="1746" y="548"/>
                    <a:pt x="1746" y="548"/>
                    <a:pt x="1746" y="548"/>
                  </a:cubicBezTo>
                  <a:cubicBezTo>
                    <a:pt x="1784" y="476"/>
                    <a:pt x="1784" y="476"/>
                    <a:pt x="1784" y="476"/>
                  </a:cubicBezTo>
                  <a:cubicBezTo>
                    <a:pt x="1757" y="462"/>
                    <a:pt x="1750" y="423"/>
                    <a:pt x="1740" y="396"/>
                  </a:cubicBezTo>
                  <a:cubicBezTo>
                    <a:pt x="1716" y="333"/>
                    <a:pt x="1691" y="270"/>
                    <a:pt x="1664" y="208"/>
                  </a:cubicBezTo>
                  <a:cubicBezTo>
                    <a:pt x="1720" y="148"/>
                    <a:pt x="1720" y="148"/>
                    <a:pt x="1720" y="148"/>
                  </a:cubicBezTo>
                  <a:cubicBezTo>
                    <a:pt x="1696" y="136"/>
                    <a:pt x="1696" y="136"/>
                    <a:pt x="1696" y="136"/>
                  </a:cubicBezTo>
                  <a:cubicBezTo>
                    <a:pt x="1663" y="181"/>
                    <a:pt x="1607" y="223"/>
                    <a:pt x="1548" y="220"/>
                  </a:cubicBezTo>
                  <a:cubicBezTo>
                    <a:pt x="1502" y="218"/>
                    <a:pt x="1480" y="195"/>
                    <a:pt x="1432" y="212"/>
                  </a:cubicBezTo>
                  <a:cubicBezTo>
                    <a:pt x="1432" y="235"/>
                    <a:pt x="1384" y="237"/>
                    <a:pt x="1369" y="227"/>
                  </a:cubicBezTo>
                  <a:cubicBezTo>
                    <a:pt x="1354" y="217"/>
                    <a:pt x="1344" y="201"/>
                    <a:pt x="1328" y="194"/>
                  </a:cubicBezTo>
                  <a:cubicBezTo>
                    <a:pt x="1312" y="187"/>
                    <a:pt x="1296" y="188"/>
                    <a:pt x="1281" y="175"/>
                  </a:cubicBezTo>
                  <a:cubicBezTo>
                    <a:pt x="1273" y="168"/>
                    <a:pt x="1270" y="155"/>
                    <a:pt x="1260" y="150"/>
                  </a:cubicBezTo>
                  <a:cubicBezTo>
                    <a:pt x="1242" y="140"/>
                    <a:pt x="1212" y="166"/>
                    <a:pt x="1192" y="164"/>
                  </a:cubicBezTo>
                  <a:cubicBezTo>
                    <a:pt x="1166" y="162"/>
                    <a:pt x="1143" y="139"/>
                    <a:pt x="1116" y="136"/>
                  </a:cubicBezTo>
                  <a:cubicBezTo>
                    <a:pt x="1081" y="133"/>
                    <a:pt x="1050" y="160"/>
                    <a:pt x="1016" y="163"/>
                  </a:cubicBezTo>
                  <a:cubicBezTo>
                    <a:pt x="1004" y="164"/>
                    <a:pt x="995" y="155"/>
                    <a:pt x="984" y="152"/>
                  </a:cubicBezTo>
                  <a:cubicBezTo>
                    <a:pt x="980" y="156"/>
                    <a:pt x="980" y="156"/>
                    <a:pt x="980" y="156"/>
                  </a:cubicBezTo>
                  <a:cubicBezTo>
                    <a:pt x="980" y="211"/>
                    <a:pt x="951" y="191"/>
                    <a:pt x="916" y="188"/>
                  </a:cubicBezTo>
                  <a:cubicBezTo>
                    <a:pt x="896" y="226"/>
                    <a:pt x="800" y="280"/>
                    <a:pt x="756" y="271"/>
                  </a:cubicBezTo>
                  <a:cubicBezTo>
                    <a:pt x="723" y="264"/>
                    <a:pt x="691" y="239"/>
                    <a:pt x="656" y="231"/>
                  </a:cubicBezTo>
                  <a:cubicBezTo>
                    <a:pt x="617" y="221"/>
                    <a:pt x="578" y="243"/>
                    <a:pt x="556" y="200"/>
                  </a:cubicBezTo>
                  <a:cubicBezTo>
                    <a:pt x="534" y="206"/>
                    <a:pt x="510" y="217"/>
                    <a:pt x="488" y="204"/>
                  </a:cubicBezTo>
                  <a:cubicBezTo>
                    <a:pt x="476" y="197"/>
                    <a:pt x="473" y="181"/>
                    <a:pt x="459" y="177"/>
                  </a:cubicBezTo>
                  <a:cubicBezTo>
                    <a:pt x="412" y="164"/>
                    <a:pt x="357" y="162"/>
                    <a:pt x="308" y="155"/>
                  </a:cubicBezTo>
                  <a:cubicBezTo>
                    <a:pt x="278" y="151"/>
                    <a:pt x="250" y="137"/>
                    <a:pt x="220" y="134"/>
                  </a:cubicBezTo>
                  <a:cubicBezTo>
                    <a:pt x="174" y="128"/>
                    <a:pt x="133" y="157"/>
                    <a:pt x="84" y="148"/>
                  </a:cubicBezTo>
                  <a:cubicBezTo>
                    <a:pt x="84" y="124"/>
                    <a:pt x="84" y="124"/>
                    <a:pt x="84" y="124"/>
                  </a:cubicBezTo>
                  <a:lnTo>
                    <a:pt x="76" y="124"/>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5" name="Freeform 11"/>
            <p:cNvSpPr>
              <a:spLocks/>
            </p:cNvSpPr>
            <p:nvPr/>
          </p:nvSpPr>
          <p:spPr bwMode="auto">
            <a:xfrm>
              <a:off x="3368675" y="1336675"/>
              <a:ext cx="1588" cy="1588"/>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Freeform 12"/>
            <p:cNvSpPr>
              <a:spLocks/>
            </p:cNvSpPr>
            <p:nvPr/>
          </p:nvSpPr>
          <p:spPr bwMode="auto">
            <a:xfrm>
              <a:off x="3406775" y="1409700"/>
              <a:ext cx="9525" cy="9525"/>
            </a:xfrm>
            <a:custGeom>
              <a:avLst/>
              <a:gdLst/>
              <a:ahLst/>
              <a:cxnLst>
                <a:cxn ang="0">
                  <a:pos x="0" y="17"/>
                </a:cxn>
                <a:cxn ang="0">
                  <a:pos x="28" y="29"/>
                </a:cxn>
                <a:cxn ang="0">
                  <a:pos x="32" y="25"/>
                </a:cxn>
                <a:cxn ang="0">
                  <a:pos x="0" y="17"/>
                </a:cxn>
              </a:cxnLst>
              <a:rect l="0" t="0" r="r" b="b"/>
              <a:pathLst>
                <a:path w="32" h="29">
                  <a:moveTo>
                    <a:pt x="0" y="17"/>
                  </a:moveTo>
                  <a:cubicBezTo>
                    <a:pt x="28" y="29"/>
                    <a:pt x="28" y="29"/>
                    <a:pt x="28" y="29"/>
                  </a:cubicBezTo>
                  <a:cubicBezTo>
                    <a:pt x="32" y="25"/>
                    <a:pt x="32" y="25"/>
                    <a:pt x="32" y="25"/>
                  </a:cubicBezTo>
                  <a:cubicBezTo>
                    <a:pt x="25" y="8"/>
                    <a:pt x="12" y="0"/>
                    <a:pt x="0" y="1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3"/>
            <p:cNvSpPr>
              <a:spLocks/>
            </p:cNvSpPr>
            <p:nvPr/>
          </p:nvSpPr>
          <p:spPr bwMode="auto">
            <a:xfrm>
              <a:off x="2809875" y="1676400"/>
              <a:ext cx="833438" cy="930275"/>
            </a:xfrm>
            <a:custGeom>
              <a:avLst/>
              <a:gdLst/>
              <a:ahLst/>
              <a:cxnLst>
                <a:cxn ang="0">
                  <a:pos x="552" y="291"/>
                </a:cxn>
                <a:cxn ang="0">
                  <a:pos x="500" y="387"/>
                </a:cxn>
                <a:cxn ang="0">
                  <a:pos x="376" y="1131"/>
                </a:cxn>
                <a:cxn ang="0">
                  <a:pos x="192" y="1157"/>
                </a:cxn>
                <a:cxn ang="0">
                  <a:pos x="148" y="1311"/>
                </a:cxn>
                <a:cxn ang="0">
                  <a:pos x="117" y="1409"/>
                </a:cxn>
                <a:cxn ang="0">
                  <a:pos x="73" y="1543"/>
                </a:cxn>
                <a:cxn ang="0">
                  <a:pos x="68" y="1663"/>
                </a:cxn>
                <a:cxn ang="0">
                  <a:pos x="68" y="1651"/>
                </a:cxn>
                <a:cxn ang="0">
                  <a:pos x="131" y="1787"/>
                </a:cxn>
                <a:cxn ang="0">
                  <a:pos x="191" y="1892"/>
                </a:cxn>
                <a:cxn ang="0">
                  <a:pos x="247" y="2043"/>
                </a:cxn>
                <a:cxn ang="0">
                  <a:pos x="311" y="2243"/>
                </a:cxn>
                <a:cxn ang="0">
                  <a:pos x="300" y="2307"/>
                </a:cxn>
                <a:cxn ang="0">
                  <a:pos x="332" y="2351"/>
                </a:cxn>
                <a:cxn ang="0">
                  <a:pos x="412" y="2422"/>
                </a:cxn>
                <a:cxn ang="0">
                  <a:pos x="552" y="2482"/>
                </a:cxn>
                <a:cxn ang="0">
                  <a:pos x="580" y="2535"/>
                </a:cxn>
                <a:cxn ang="0">
                  <a:pos x="788" y="2703"/>
                </a:cxn>
                <a:cxn ang="0">
                  <a:pos x="796" y="2795"/>
                </a:cxn>
                <a:cxn ang="0">
                  <a:pos x="922" y="2865"/>
                </a:cxn>
                <a:cxn ang="0">
                  <a:pos x="1011" y="3016"/>
                </a:cxn>
                <a:cxn ang="0">
                  <a:pos x="1067" y="3078"/>
                </a:cxn>
                <a:cxn ang="0">
                  <a:pos x="1208" y="3071"/>
                </a:cxn>
                <a:cxn ang="0">
                  <a:pos x="1284" y="3105"/>
                </a:cxn>
                <a:cxn ang="0">
                  <a:pos x="1378" y="3074"/>
                </a:cxn>
                <a:cxn ang="0">
                  <a:pos x="1516" y="3191"/>
                </a:cxn>
                <a:cxn ang="0">
                  <a:pos x="1556" y="3227"/>
                </a:cxn>
                <a:cxn ang="0">
                  <a:pos x="1572" y="3255"/>
                </a:cxn>
                <a:cxn ang="0">
                  <a:pos x="1684" y="3224"/>
                </a:cxn>
                <a:cxn ang="0">
                  <a:pos x="1798" y="3248"/>
                </a:cxn>
                <a:cxn ang="0">
                  <a:pos x="1892" y="3209"/>
                </a:cxn>
                <a:cxn ang="0">
                  <a:pos x="2027" y="3209"/>
                </a:cxn>
                <a:cxn ang="0">
                  <a:pos x="2260" y="3063"/>
                </a:cxn>
                <a:cxn ang="0">
                  <a:pos x="2429" y="3011"/>
                </a:cxn>
                <a:cxn ang="0">
                  <a:pos x="2348" y="2927"/>
                </a:cxn>
                <a:cxn ang="0">
                  <a:pos x="2344" y="2903"/>
                </a:cxn>
                <a:cxn ang="0">
                  <a:pos x="2158" y="2634"/>
                </a:cxn>
                <a:cxn ang="0">
                  <a:pos x="1976" y="2507"/>
                </a:cxn>
                <a:cxn ang="0">
                  <a:pos x="1971" y="2449"/>
                </a:cxn>
                <a:cxn ang="0">
                  <a:pos x="2133" y="2375"/>
                </a:cxn>
                <a:cxn ang="0">
                  <a:pos x="2137" y="2175"/>
                </a:cxn>
                <a:cxn ang="0">
                  <a:pos x="2168" y="2031"/>
                </a:cxn>
                <a:cxn ang="0">
                  <a:pos x="2269" y="1994"/>
                </a:cxn>
                <a:cxn ang="0">
                  <a:pos x="2305" y="1863"/>
                </a:cxn>
                <a:cxn ang="0">
                  <a:pos x="2336" y="1775"/>
                </a:cxn>
                <a:cxn ang="0">
                  <a:pos x="2492" y="1655"/>
                </a:cxn>
                <a:cxn ang="0">
                  <a:pos x="2496" y="1623"/>
                </a:cxn>
                <a:cxn ang="0">
                  <a:pos x="2542" y="1263"/>
                </a:cxn>
                <a:cxn ang="0">
                  <a:pos x="2636" y="1039"/>
                </a:cxn>
                <a:cxn ang="0">
                  <a:pos x="2644" y="914"/>
                </a:cxn>
                <a:cxn ang="0">
                  <a:pos x="2812" y="826"/>
                </a:cxn>
                <a:cxn ang="0">
                  <a:pos x="2916" y="723"/>
                </a:cxn>
                <a:cxn ang="0">
                  <a:pos x="2769" y="617"/>
                </a:cxn>
                <a:cxn ang="0">
                  <a:pos x="2689" y="495"/>
                </a:cxn>
                <a:cxn ang="0">
                  <a:pos x="2684" y="239"/>
                </a:cxn>
                <a:cxn ang="0">
                  <a:pos x="2660" y="187"/>
                </a:cxn>
                <a:cxn ang="0">
                  <a:pos x="2646" y="155"/>
                </a:cxn>
                <a:cxn ang="0">
                  <a:pos x="1676" y="39"/>
                </a:cxn>
                <a:cxn ang="0">
                  <a:pos x="1624" y="38"/>
                </a:cxn>
                <a:cxn ang="0">
                  <a:pos x="552" y="39"/>
                </a:cxn>
              </a:cxnLst>
              <a:rect l="0" t="0" r="r" b="b"/>
              <a:pathLst>
                <a:path w="2916" h="3261">
                  <a:moveTo>
                    <a:pt x="552" y="39"/>
                  </a:moveTo>
                  <a:cubicBezTo>
                    <a:pt x="552" y="291"/>
                    <a:pt x="552" y="291"/>
                    <a:pt x="552" y="291"/>
                  </a:cubicBezTo>
                  <a:cubicBezTo>
                    <a:pt x="552" y="312"/>
                    <a:pt x="561" y="365"/>
                    <a:pt x="545" y="381"/>
                  </a:cubicBezTo>
                  <a:cubicBezTo>
                    <a:pt x="535" y="391"/>
                    <a:pt x="513" y="387"/>
                    <a:pt x="500" y="387"/>
                  </a:cubicBezTo>
                  <a:cubicBezTo>
                    <a:pt x="376" y="387"/>
                    <a:pt x="376" y="387"/>
                    <a:pt x="376" y="387"/>
                  </a:cubicBezTo>
                  <a:cubicBezTo>
                    <a:pt x="376" y="1131"/>
                    <a:pt x="376" y="1131"/>
                    <a:pt x="376" y="1131"/>
                  </a:cubicBezTo>
                  <a:cubicBezTo>
                    <a:pt x="333" y="1125"/>
                    <a:pt x="305" y="1131"/>
                    <a:pt x="264" y="1133"/>
                  </a:cubicBezTo>
                  <a:cubicBezTo>
                    <a:pt x="237" y="1135"/>
                    <a:pt x="209" y="1128"/>
                    <a:pt x="192" y="1157"/>
                  </a:cubicBezTo>
                  <a:cubicBezTo>
                    <a:pt x="179" y="1178"/>
                    <a:pt x="206" y="1199"/>
                    <a:pt x="194" y="1222"/>
                  </a:cubicBezTo>
                  <a:cubicBezTo>
                    <a:pt x="175" y="1258"/>
                    <a:pt x="136" y="1261"/>
                    <a:pt x="148" y="1311"/>
                  </a:cubicBezTo>
                  <a:cubicBezTo>
                    <a:pt x="139" y="1312"/>
                    <a:pt x="132" y="1313"/>
                    <a:pt x="124" y="1316"/>
                  </a:cubicBezTo>
                  <a:cubicBezTo>
                    <a:pt x="58" y="1334"/>
                    <a:pt x="138" y="1381"/>
                    <a:pt x="117" y="1409"/>
                  </a:cubicBezTo>
                  <a:cubicBezTo>
                    <a:pt x="99" y="1434"/>
                    <a:pt x="46" y="1425"/>
                    <a:pt x="44" y="1467"/>
                  </a:cubicBezTo>
                  <a:cubicBezTo>
                    <a:pt x="42" y="1493"/>
                    <a:pt x="80" y="1517"/>
                    <a:pt x="73" y="1543"/>
                  </a:cubicBezTo>
                  <a:cubicBezTo>
                    <a:pt x="63" y="1583"/>
                    <a:pt x="0" y="1582"/>
                    <a:pt x="0" y="1635"/>
                  </a:cubicBezTo>
                  <a:cubicBezTo>
                    <a:pt x="0" y="1674"/>
                    <a:pt x="42" y="1672"/>
                    <a:pt x="68" y="1663"/>
                  </a:cubicBezTo>
                  <a:cubicBezTo>
                    <a:pt x="64" y="1655"/>
                    <a:pt x="64" y="1655"/>
                    <a:pt x="64" y="1655"/>
                  </a:cubicBezTo>
                  <a:cubicBezTo>
                    <a:pt x="68" y="1651"/>
                    <a:pt x="68" y="1651"/>
                    <a:pt x="68" y="1651"/>
                  </a:cubicBezTo>
                  <a:cubicBezTo>
                    <a:pt x="108" y="1671"/>
                    <a:pt x="108" y="1671"/>
                    <a:pt x="108" y="1671"/>
                  </a:cubicBezTo>
                  <a:cubicBezTo>
                    <a:pt x="84" y="1713"/>
                    <a:pt x="126" y="1746"/>
                    <a:pt x="131" y="1787"/>
                  </a:cubicBezTo>
                  <a:cubicBezTo>
                    <a:pt x="133" y="1811"/>
                    <a:pt x="117" y="1836"/>
                    <a:pt x="134" y="1858"/>
                  </a:cubicBezTo>
                  <a:cubicBezTo>
                    <a:pt x="149" y="1876"/>
                    <a:pt x="180" y="1872"/>
                    <a:pt x="191" y="1892"/>
                  </a:cubicBezTo>
                  <a:cubicBezTo>
                    <a:pt x="208" y="1921"/>
                    <a:pt x="171" y="1948"/>
                    <a:pt x="183" y="1975"/>
                  </a:cubicBezTo>
                  <a:cubicBezTo>
                    <a:pt x="195" y="2004"/>
                    <a:pt x="227" y="2020"/>
                    <a:pt x="247" y="2043"/>
                  </a:cubicBezTo>
                  <a:cubicBezTo>
                    <a:pt x="273" y="2072"/>
                    <a:pt x="295" y="2112"/>
                    <a:pt x="313" y="2147"/>
                  </a:cubicBezTo>
                  <a:cubicBezTo>
                    <a:pt x="322" y="2164"/>
                    <a:pt x="319" y="2225"/>
                    <a:pt x="311" y="2243"/>
                  </a:cubicBezTo>
                  <a:cubicBezTo>
                    <a:pt x="305" y="2255"/>
                    <a:pt x="292" y="2261"/>
                    <a:pt x="286" y="2272"/>
                  </a:cubicBezTo>
                  <a:cubicBezTo>
                    <a:pt x="277" y="2289"/>
                    <a:pt x="281" y="2304"/>
                    <a:pt x="300" y="2307"/>
                  </a:cubicBezTo>
                  <a:cubicBezTo>
                    <a:pt x="296" y="2317"/>
                    <a:pt x="286" y="2331"/>
                    <a:pt x="291" y="2342"/>
                  </a:cubicBezTo>
                  <a:cubicBezTo>
                    <a:pt x="297" y="2355"/>
                    <a:pt x="320" y="2351"/>
                    <a:pt x="332" y="2351"/>
                  </a:cubicBezTo>
                  <a:cubicBezTo>
                    <a:pt x="360" y="2349"/>
                    <a:pt x="400" y="2348"/>
                    <a:pt x="420" y="2371"/>
                  </a:cubicBezTo>
                  <a:cubicBezTo>
                    <a:pt x="403" y="2381"/>
                    <a:pt x="390" y="2409"/>
                    <a:pt x="412" y="2422"/>
                  </a:cubicBezTo>
                  <a:cubicBezTo>
                    <a:pt x="439" y="2439"/>
                    <a:pt x="478" y="2430"/>
                    <a:pt x="508" y="2440"/>
                  </a:cubicBezTo>
                  <a:cubicBezTo>
                    <a:pt x="529" y="2447"/>
                    <a:pt x="536" y="2468"/>
                    <a:pt x="552" y="2482"/>
                  </a:cubicBezTo>
                  <a:cubicBezTo>
                    <a:pt x="575" y="2503"/>
                    <a:pt x="591" y="2495"/>
                    <a:pt x="600" y="2531"/>
                  </a:cubicBezTo>
                  <a:cubicBezTo>
                    <a:pt x="580" y="2535"/>
                    <a:pt x="580" y="2535"/>
                    <a:pt x="580" y="2535"/>
                  </a:cubicBezTo>
                  <a:cubicBezTo>
                    <a:pt x="584" y="2594"/>
                    <a:pt x="666" y="2604"/>
                    <a:pt x="704" y="2633"/>
                  </a:cubicBezTo>
                  <a:cubicBezTo>
                    <a:pt x="736" y="2657"/>
                    <a:pt x="746" y="2690"/>
                    <a:pt x="788" y="2703"/>
                  </a:cubicBezTo>
                  <a:cubicBezTo>
                    <a:pt x="767" y="2752"/>
                    <a:pt x="786" y="2747"/>
                    <a:pt x="812" y="2787"/>
                  </a:cubicBezTo>
                  <a:cubicBezTo>
                    <a:pt x="796" y="2795"/>
                    <a:pt x="796" y="2795"/>
                    <a:pt x="796" y="2795"/>
                  </a:cubicBezTo>
                  <a:cubicBezTo>
                    <a:pt x="796" y="2803"/>
                    <a:pt x="796" y="2803"/>
                    <a:pt x="796" y="2803"/>
                  </a:cubicBezTo>
                  <a:cubicBezTo>
                    <a:pt x="837" y="2823"/>
                    <a:pt x="887" y="2832"/>
                    <a:pt x="922" y="2865"/>
                  </a:cubicBezTo>
                  <a:cubicBezTo>
                    <a:pt x="950" y="2890"/>
                    <a:pt x="929" y="2921"/>
                    <a:pt x="944" y="2950"/>
                  </a:cubicBezTo>
                  <a:cubicBezTo>
                    <a:pt x="962" y="2983"/>
                    <a:pt x="986" y="2993"/>
                    <a:pt x="1011" y="3016"/>
                  </a:cubicBezTo>
                  <a:cubicBezTo>
                    <a:pt x="1026" y="3029"/>
                    <a:pt x="1024" y="3047"/>
                    <a:pt x="1035" y="3061"/>
                  </a:cubicBezTo>
                  <a:cubicBezTo>
                    <a:pt x="1043" y="3070"/>
                    <a:pt x="1057" y="3071"/>
                    <a:pt x="1067" y="3078"/>
                  </a:cubicBezTo>
                  <a:cubicBezTo>
                    <a:pt x="1111" y="3105"/>
                    <a:pt x="1169" y="3141"/>
                    <a:pt x="1200" y="3071"/>
                  </a:cubicBezTo>
                  <a:cubicBezTo>
                    <a:pt x="1208" y="3071"/>
                    <a:pt x="1208" y="3071"/>
                    <a:pt x="1208" y="3071"/>
                  </a:cubicBezTo>
                  <a:cubicBezTo>
                    <a:pt x="1218" y="3086"/>
                    <a:pt x="1232" y="3080"/>
                    <a:pt x="1248" y="3086"/>
                  </a:cubicBezTo>
                  <a:cubicBezTo>
                    <a:pt x="1260" y="3091"/>
                    <a:pt x="1270" y="3104"/>
                    <a:pt x="1284" y="3105"/>
                  </a:cubicBezTo>
                  <a:cubicBezTo>
                    <a:pt x="1307" y="3105"/>
                    <a:pt x="1327" y="3070"/>
                    <a:pt x="1332" y="3051"/>
                  </a:cubicBezTo>
                  <a:cubicBezTo>
                    <a:pt x="1347" y="3053"/>
                    <a:pt x="1370" y="3058"/>
                    <a:pt x="1378" y="3074"/>
                  </a:cubicBezTo>
                  <a:cubicBezTo>
                    <a:pt x="1383" y="3084"/>
                    <a:pt x="1378" y="3095"/>
                    <a:pt x="1386" y="3104"/>
                  </a:cubicBezTo>
                  <a:cubicBezTo>
                    <a:pt x="1420" y="3141"/>
                    <a:pt x="1462" y="3188"/>
                    <a:pt x="1516" y="3191"/>
                  </a:cubicBezTo>
                  <a:cubicBezTo>
                    <a:pt x="1512" y="3231"/>
                    <a:pt x="1512" y="3231"/>
                    <a:pt x="1512" y="3231"/>
                  </a:cubicBezTo>
                  <a:cubicBezTo>
                    <a:pt x="1556" y="3227"/>
                    <a:pt x="1556" y="3227"/>
                    <a:pt x="1556" y="3227"/>
                  </a:cubicBezTo>
                  <a:cubicBezTo>
                    <a:pt x="1564" y="3255"/>
                    <a:pt x="1564" y="3255"/>
                    <a:pt x="1564" y="3255"/>
                  </a:cubicBezTo>
                  <a:cubicBezTo>
                    <a:pt x="1572" y="3255"/>
                    <a:pt x="1572" y="3255"/>
                    <a:pt x="1572" y="3255"/>
                  </a:cubicBezTo>
                  <a:cubicBezTo>
                    <a:pt x="1582" y="3229"/>
                    <a:pt x="1607" y="3197"/>
                    <a:pt x="1640" y="3206"/>
                  </a:cubicBezTo>
                  <a:cubicBezTo>
                    <a:pt x="1655" y="3209"/>
                    <a:pt x="1668" y="3222"/>
                    <a:pt x="1684" y="3224"/>
                  </a:cubicBezTo>
                  <a:cubicBezTo>
                    <a:pt x="1701" y="3225"/>
                    <a:pt x="1719" y="3206"/>
                    <a:pt x="1735" y="3212"/>
                  </a:cubicBezTo>
                  <a:cubicBezTo>
                    <a:pt x="1756" y="3219"/>
                    <a:pt x="1768" y="3261"/>
                    <a:pt x="1798" y="3248"/>
                  </a:cubicBezTo>
                  <a:cubicBezTo>
                    <a:pt x="1812" y="3243"/>
                    <a:pt x="1817" y="3223"/>
                    <a:pt x="1832" y="3216"/>
                  </a:cubicBezTo>
                  <a:cubicBezTo>
                    <a:pt x="1850" y="3207"/>
                    <a:pt x="1872" y="3213"/>
                    <a:pt x="1892" y="3209"/>
                  </a:cubicBezTo>
                  <a:cubicBezTo>
                    <a:pt x="1908" y="3206"/>
                    <a:pt x="1923" y="3194"/>
                    <a:pt x="1938" y="3193"/>
                  </a:cubicBezTo>
                  <a:cubicBezTo>
                    <a:pt x="1966" y="3190"/>
                    <a:pt x="1995" y="3221"/>
                    <a:pt x="2027" y="3209"/>
                  </a:cubicBezTo>
                  <a:cubicBezTo>
                    <a:pt x="2086" y="3185"/>
                    <a:pt x="2121" y="3103"/>
                    <a:pt x="2176" y="3070"/>
                  </a:cubicBezTo>
                  <a:cubicBezTo>
                    <a:pt x="2199" y="3057"/>
                    <a:pt x="2234" y="3063"/>
                    <a:pt x="2260" y="3063"/>
                  </a:cubicBezTo>
                  <a:cubicBezTo>
                    <a:pt x="2321" y="3063"/>
                    <a:pt x="2388" y="3049"/>
                    <a:pt x="2448" y="3063"/>
                  </a:cubicBezTo>
                  <a:cubicBezTo>
                    <a:pt x="2447" y="3043"/>
                    <a:pt x="2432" y="3030"/>
                    <a:pt x="2429" y="3011"/>
                  </a:cubicBezTo>
                  <a:cubicBezTo>
                    <a:pt x="2425" y="2986"/>
                    <a:pt x="2444" y="2961"/>
                    <a:pt x="2430" y="2936"/>
                  </a:cubicBezTo>
                  <a:cubicBezTo>
                    <a:pt x="2415" y="2910"/>
                    <a:pt x="2366" y="2905"/>
                    <a:pt x="2348" y="2927"/>
                  </a:cubicBezTo>
                  <a:cubicBezTo>
                    <a:pt x="2344" y="2927"/>
                    <a:pt x="2344" y="2927"/>
                    <a:pt x="2344" y="2927"/>
                  </a:cubicBezTo>
                  <a:cubicBezTo>
                    <a:pt x="2344" y="2903"/>
                    <a:pt x="2344" y="2903"/>
                    <a:pt x="2344" y="2903"/>
                  </a:cubicBezTo>
                  <a:cubicBezTo>
                    <a:pt x="2282" y="2856"/>
                    <a:pt x="2283" y="2777"/>
                    <a:pt x="2247" y="2712"/>
                  </a:cubicBezTo>
                  <a:cubicBezTo>
                    <a:pt x="2227" y="2678"/>
                    <a:pt x="2184" y="2662"/>
                    <a:pt x="2158" y="2634"/>
                  </a:cubicBezTo>
                  <a:cubicBezTo>
                    <a:pt x="2131" y="2605"/>
                    <a:pt x="2122" y="2569"/>
                    <a:pt x="2091" y="2545"/>
                  </a:cubicBezTo>
                  <a:cubicBezTo>
                    <a:pt x="2053" y="2515"/>
                    <a:pt x="2022" y="2513"/>
                    <a:pt x="1976" y="2507"/>
                  </a:cubicBezTo>
                  <a:cubicBezTo>
                    <a:pt x="1964" y="2505"/>
                    <a:pt x="1945" y="2502"/>
                    <a:pt x="1944" y="2486"/>
                  </a:cubicBezTo>
                  <a:cubicBezTo>
                    <a:pt x="1943" y="2469"/>
                    <a:pt x="1964" y="2462"/>
                    <a:pt x="1971" y="2449"/>
                  </a:cubicBezTo>
                  <a:cubicBezTo>
                    <a:pt x="1981" y="2433"/>
                    <a:pt x="1964" y="2411"/>
                    <a:pt x="1984" y="2401"/>
                  </a:cubicBezTo>
                  <a:cubicBezTo>
                    <a:pt x="2034" y="2375"/>
                    <a:pt x="2093" y="2437"/>
                    <a:pt x="2133" y="2375"/>
                  </a:cubicBezTo>
                  <a:cubicBezTo>
                    <a:pt x="2151" y="2347"/>
                    <a:pt x="2136" y="2287"/>
                    <a:pt x="2136" y="2255"/>
                  </a:cubicBezTo>
                  <a:cubicBezTo>
                    <a:pt x="2136" y="2229"/>
                    <a:pt x="2130" y="2200"/>
                    <a:pt x="2137" y="2175"/>
                  </a:cubicBezTo>
                  <a:cubicBezTo>
                    <a:pt x="2146" y="2145"/>
                    <a:pt x="2169" y="2118"/>
                    <a:pt x="2175" y="2087"/>
                  </a:cubicBezTo>
                  <a:cubicBezTo>
                    <a:pt x="2179" y="2067"/>
                    <a:pt x="2162" y="2050"/>
                    <a:pt x="2168" y="2031"/>
                  </a:cubicBezTo>
                  <a:cubicBezTo>
                    <a:pt x="2174" y="2012"/>
                    <a:pt x="2195" y="1974"/>
                    <a:pt x="2219" y="1980"/>
                  </a:cubicBezTo>
                  <a:cubicBezTo>
                    <a:pt x="2239" y="1985"/>
                    <a:pt x="2246" y="2013"/>
                    <a:pt x="2269" y="1994"/>
                  </a:cubicBezTo>
                  <a:cubicBezTo>
                    <a:pt x="2292" y="1976"/>
                    <a:pt x="2276" y="1965"/>
                    <a:pt x="2280" y="1943"/>
                  </a:cubicBezTo>
                  <a:cubicBezTo>
                    <a:pt x="2285" y="1915"/>
                    <a:pt x="2299" y="1890"/>
                    <a:pt x="2305" y="1863"/>
                  </a:cubicBezTo>
                  <a:cubicBezTo>
                    <a:pt x="2309" y="1848"/>
                    <a:pt x="2305" y="1833"/>
                    <a:pt x="2309" y="1819"/>
                  </a:cubicBezTo>
                  <a:cubicBezTo>
                    <a:pt x="2315" y="1800"/>
                    <a:pt x="2336" y="1796"/>
                    <a:pt x="2336" y="1775"/>
                  </a:cubicBezTo>
                  <a:cubicBezTo>
                    <a:pt x="2417" y="1668"/>
                    <a:pt x="2417" y="1668"/>
                    <a:pt x="2417" y="1668"/>
                  </a:cubicBezTo>
                  <a:cubicBezTo>
                    <a:pt x="2492" y="1655"/>
                    <a:pt x="2492" y="1655"/>
                    <a:pt x="2492" y="1655"/>
                  </a:cubicBezTo>
                  <a:cubicBezTo>
                    <a:pt x="2496" y="1627"/>
                    <a:pt x="2496" y="1627"/>
                    <a:pt x="2496" y="1627"/>
                  </a:cubicBezTo>
                  <a:cubicBezTo>
                    <a:pt x="2496" y="1623"/>
                    <a:pt x="2496" y="1623"/>
                    <a:pt x="2496" y="1623"/>
                  </a:cubicBezTo>
                  <a:cubicBezTo>
                    <a:pt x="2478" y="1556"/>
                    <a:pt x="2535" y="1520"/>
                    <a:pt x="2545" y="1459"/>
                  </a:cubicBezTo>
                  <a:cubicBezTo>
                    <a:pt x="2557" y="1393"/>
                    <a:pt x="2537" y="1330"/>
                    <a:pt x="2542" y="1263"/>
                  </a:cubicBezTo>
                  <a:cubicBezTo>
                    <a:pt x="2545" y="1214"/>
                    <a:pt x="2574" y="1159"/>
                    <a:pt x="2594" y="1115"/>
                  </a:cubicBezTo>
                  <a:cubicBezTo>
                    <a:pt x="2607" y="1087"/>
                    <a:pt x="2610" y="1059"/>
                    <a:pt x="2636" y="1039"/>
                  </a:cubicBezTo>
                  <a:cubicBezTo>
                    <a:pt x="2620" y="1000"/>
                    <a:pt x="2628" y="987"/>
                    <a:pt x="2637" y="950"/>
                  </a:cubicBezTo>
                  <a:cubicBezTo>
                    <a:pt x="2640" y="939"/>
                    <a:pt x="2635" y="922"/>
                    <a:pt x="2644" y="914"/>
                  </a:cubicBezTo>
                  <a:cubicBezTo>
                    <a:pt x="2673" y="888"/>
                    <a:pt x="2727" y="925"/>
                    <a:pt x="2728" y="859"/>
                  </a:cubicBezTo>
                  <a:cubicBezTo>
                    <a:pt x="2812" y="826"/>
                    <a:pt x="2812" y="826"/>
                    <a:pt x="2812" y="826"/>
                  </a:cubicBezTo>
                  <a:cubicBezTo>
                    <a:pt x="2853" y="823"/>
                    <a:pt x="2853" y="823"/>
                    <a:pt x="2853" y="823"/>
                  </a:cubicBezTo>
                  <a:cubicBezTo>
                    <a:pt x="2916" y="723"/>
                    <a:pt x="2916" y="723"/>
                    <a:pt x="2916" y="723"/>
                  </a:cubicBezTo>
                  <a:cubicBezTo>
                    <a:pt x="2891" y="711"/>
                    <a:pt x="2859" y="704"/>
                    <a:pt x="2837" y="687"/>
                  </a:cubicBezTo>
                  <a:cubicBezTo>
                    <a:pt x="2812" y="668"/>
                    <a:pt x="2794" y="637"/>
                    <a:pt x="2769" y="617"/>
                  </a:cubicBezTo>
                  <a:cubicBezTo>
                    <a:pt x="2753" y="604"/>
                    <a:pt x="2733" y="615"/>
                    <a:pt x="2720" y="598"/>
                  </a:cubicBezTo>
                  <a:cubicBezTo>
                    <a:pt x="2697" y="568"/>
                    <a:pt x="2696" y="531"/>
                    <a:pt x="2689" y="495"/>
                  </a:cubicBezTo>
                  <a:cubicBezTo>
                    <a:pt x="2675" y="416"/>
                    <a:pt x="2676" y="336"/>
                    <a:pt x="2668" y="259"/>
                  </a:cubicBezTo>
                  <a:cubicBezTo>
                    <a:pt x="2684" y="261"/>
                    <a:pt x="2687" y="254"/>
                    <a:pt x="2684" y="239"/>
                  </a:cubicBezTo>
                  <a:cubicBezTo>
                    <a:pt x="2654" y="245"/>
                    <a:pt x="2653" y="210"/>
                    <a:pt x="2656" y="187"/>
                  </a:cubicBezTo>
                  <a:cubicBezTo>
                    <a:pt x="2660" y="187"/>
                    <a:pt x="2660" y="187"/>
                    <a:pt x="2660" y="187"/>
                  </a:cubicBezTo>
                  <a:cubicBezTo>
                    <a:pt x="2661" y="204"/>
                    <a:pt x="2691" y="231"/>
                    <a:pt x="2688" y="206"/>
                  </a:cubicBezTo>
                  <a:cubicBezTo>
                    <a:pt x="2686" y="186"/>
                    <a:pt x="2658" y="170"/>
                    <a:pt x="2646" y="155"/>
                  </a:cubicBezTo>
                  <a:cubicBezTo>
                    <a:pt x="2619" y="121"/>
                    <a:pt x="2610" y="81"/>
                    <a:pt x="2620" y="39"/>
                  </a:cubicBezTo>
                  <a:cubicBezTo>
                    <a:pt x="1676" y="39"/>
                    <a:pt x="1676" y="39"/>
                    <a:pt x="1676" y="39"/>
                  </a:cubicBezTo>
                  <a:cubicBezTo>
                    <a:pt x="1680" y="29"/>
                    <a:pt x="1691" y="5"/>
                    <a:pt x="1672" y="3"/>
                  </a:cubicBezTo>
                  <a:cubicBezTo>
                    <a:pt x="1651" y="0"/>
                    <a:pt x="1644" y="35"/>
                    <a:pt x="1624" y="38"/>
                  </a:cubicBezTo>
                  <a:cubicBezTo>
                    <a:pt x="1555" y="49"/>
                    <a:pt x="1477" y="39"/>
                    <a:pt x="1408" y="39"/>
                  </a:cubicBezTo>
                  <a:lnTo>
                    <a:pt x="552" y="39"/>
                  </a:lnTo>
                  <a:close/>
                </a:path>
              </a:pathLst>
            </a:custGeom>
            <a:solidFill>
              <a:schemeClr val="accent2"/>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14"/>
            <p:cNvSpPr>
              <a:spLocks/>
            </p:cNvSpPr>
            <p:nvPr/>
          </p:nvSpPr>
          <p:spPr bwMode="auto">
            <a:xfrm>
              <a:off x="2441575" y="2232025"/>
              <a:ext cx="647700" cy="439738"/>
            </a:xfrm>
            <a:custGeom>
              <a:avLst/>
              <a:gdLst/>
              <a:ahLst/>
              <a:cxnLst>
                <a:cxn ang="0">
                  <a:pos x="1271" y="121"/>
                </a:cxn>
                <a:cxn ang="0">
                  <a:pos x="1215" y="173"/>
                </a:cxn>
                <a:cxn ang="0">
                  <a:pos x="1116" y="269"/>
                </a:cxn>
                <a:cxn ang="0">
                  <a:pos x="1032" y="325"/>
                </a:cxn>
                <a:cxn ang="0">
                  <a:pos x="940" y="340"/>
                </a:cxn>
                <a:cxn ang="0">
                  <a:pos x="776" y="381"/>
                </a:cxn>
                <a:cxn ang="0">
                  <a:pos x="820" y="409"/>
                </a:cxn>
                <a:cxn ang="0">
                  <a:pos x="572" y="525"/>
                </a:cxn>
                <a:cxn ang="0">
                  <a:pos x="428" y="597"/>
                </a:cxn>
                <a:cxn ang="0">
                  <a:pos x="336" y="579"/>
                </a:cxn>
                <a:cxn ang="0">
                  <a:pos x="224" y="601"/>
                </a:cxn>
                <a:cxn ang="0">
                  <a:pos x="123" y="717"/>
                </a:cxn>
                <a:cxn ang="0">
                  <a:pos x="9" y="858"/>
                </a:cxn>
                <a:cxn ang="0">
                  <a:pos x="39" y="957"/>
                </a:cxn>
                <a:cxn ang="0">
                  <a:pos x="52" y="1033"/>
                </a:cxn>
                <a:cxn ang="0">
                  <a:pos x="110" y="1154"/>
                </a:cxn>
                <a:cxn ang="0">
                  <a:pos x="112" y="1209"/>
                </a:cxn>
                <a:cxn ang="0">
                  <a:pos x="286" y="1397"/>
                </a:cxn>
                <a:cxn ang="0">
                  <a:pos x="312" y="1541"/>
                </a:cxn>
                <a:cxn ang="0">
                  <a:pos x="373" y="1421"/>
                </a:cxn>
                <a:cxn ang="0">
                  <a:pos x="464" y="1298"/>
                </a:cxn>
                <a:cxn ang="0">
                  <a:pos x="608" y="1299"/>
                </a:cxn>
                <a:cxn ang="0">
                  <a:pos x="728" y="1309"/>
                </a:cxn>
                <a:cxn ang="0">
                  <a:pos x="749" y="1213"/>
                </a:cxn>
                <a:cxn ang="0">
                  <a:pos x="772" y="1149"/>
                </a:cxn>
                <a:cxn ang="0">
                  <a:pos x="932" y="1029"/>
                </a:cxn>
                <a:cxn ang="0">
                  <a:pos x="1072" y="1146"/>
                </a:cxn>
                <a:cxn ang="0">
                  <a:pos x="1188" y="1172"/>
                </a:cxn>
                <a:cxn ang="0">
                  <a:pos x="1432" y="1137"/>
                </a:cxn>
                <a:cxn ang="0">
                  <a:pos x="1458" y="1111"/>
                </a:cxn>
                <a:cxn ang="0">
                  <a:pos x="1596" y="1099"/>
                </a:cxn>
                <a:cxn ang="0">
                  <a:pos x="1748" y="1033"/>
                </a:cxn>
                <a:cxn ang="0">
                  <a:pos x="1828" y="1054"/>
                </a:cxn>
                <a:cxn ang="0">
                  <a:pos x="1900" y="1005"/>
                </a:cxn>
                <a:cxn ang="0">
                  <a:pos x="2052" y="1012"/>
                </a:cxn>
                <a:cxn ang="0">
                  <a:pos x="2164" y="1045"/>
                </a:cxn>
                <a:cxn ang="0">
                  <a:pos x="2208" y="1016"/>
                </a:cxn>
                <a:cxn ang="0">
                  <a:pos x="2240" y="937"/>
                </a:cxn>
                <a:cxn ang="0">
                  <a:pos x="2100" y="849"/>
                </a:cxn>
                <a:cxn ang="0">
                  <a:pos x="2096" y="757"/>
                </a:cxn>
                <a:cxn ang="0">
                  <a:pos x="2004" y="681"/>
                </a:cxn>
                <a:cxn ang="0">
                  <a:pos x="1880" y="609"/>
                </a:cxn>
                <a:cxn ang="0">
                  <a:pos x="1853" y="528"/>
                </a:cxn>
                <a:cxn ang="0">
                  <a:pos x="1713" y="468"/>
                </a:cxn>
                <a:cxn ang="0">
                  <a:pos x="1724" y="421"/>
                </a:cxn>
                <a:cxn ang="0">
                  <a:pos x="1600" y="345"/>
                </a:cxn>
                <a:cxn ang="0">
                  <a:pos x="1620" y="273"/>
                </a:cxn>
                <a:cxn ang="0">
                  <a:pos x="1624" y="237"/>
                </a:cxn>
                <a:cxn ang="0">
                  <a:pos x="1404" y="4"/>
                </a:cxn>
              </a:cxnLst>
              <a:rect l="0" t="0" r="r" b="b"/>
              <a:pathLst>
                <a:path w="2268" h="1541">
                  <a:moveTo>
                    <a:pt x="1272" y="61"/>
                  </a:moveTo>
                  <a:cubicBezTo>
                    <a:pt x="1270" y="78"/>
                    <a:pt x="1278" y="106"/>
                    <a:pt x="1271" y="121"/>
                  </a:cubicBezTo>
                  <a:cubicBezTo>
                    <a:pt x="1264" y="135"/>
                    <a:pt x="1248" y="135"/>
                    <a:pt x="1237" y="143"/>
                  </a:cubicBezTo>
                  <a:cubicBezTo>
                    <a:pt x="1226" y="151"/>
                    <a:pt x="1225" y="165"/>
                    <a:pt x="1215" y="173"/>
                  </a:cubicBezTo>
                  <a:cubicBezTo>
                    <a:pt x="1204" y="181"/>
                    <a:pt x="1191" y="181"/>
                    <a:pt x="1180" y="190"/>
                  </a:cubicBezTo>
                  <a:cubicBezTo>
                    <a:pt x="1153" y="212"/>
                    <a:pt x="1141" y="245"/>
                    <a:pt x="1116" y="269"/>
                  </a:cubicBezTo>
                  <a:cubicBezTo>
                    <a:pt x="1102" y="283"/>
                    <a:pt x="1081" y="286"/>
                    <a:pt x="1066" y="298"/>
                  </a:cubicBezTo>
                  <a:cubicBezTo>
                    <a:pt x="1054" y="307"/>
                    <a:pt x="1049" y="322"/>
                    <a:pt x="1032" y="325"/>
                  </a:cubicBezTo>
                  <a:cubicBezTo>
                    <a:pt x="1019" y="327"/>
                    <a:pt x="1005" y="322"/>
                    <a:pt x="992" y="323"/>
                  </a:cubicBezTo>
                  <a:cubicBezTo>
                    <a:pt x="974" y="325"/>
                    <a:pt x="958" y="337"/>
                    <a:pt x="940" y="340"/>
                  </a:cubicBezTo>
                  <a:cubicBezTo>
                    <a:pt x="906" y="345"/>
                    <a:pt x="871" y="344"/>
                    <a:pt x="836" y="345"/>
                  </a:cubicBezTo>
                  <a:cubicBezTo>
                    <a:pt x="811" y="346"/>
                    <a:pt x="784" y="355"/>
                    <a:pt x="776" y="381"/>
                  </a:cubicBezTo>
                  <a:cubicBezTo>
                    <a:pt x="820" y="405"/>
                    <a:pt x="820" y="405"/>
                    <a:pt x="820" y="405"/>
                  </a:cubicBezTo>
                  <a:cubicBezTo>
                    <a:pt x="820" y="409"/>
                    <a:pt x="820" y="409"/>
                    <a:pt x="820" y="409"/>
                  </a:cubicBezTo>
                  <a:cubicBezTo>
                    <a:pt x="787" y="438"/>
                    <a:pt x="765" y="493"/>
                    <a:pt x="723" y="511"/>
                  </a:cubicBezTo>
                  <a:cubicBezTo>
                    <a:pt x="680" y="530"/>
                    <a:pt x="617" y="519"/>
                    <a:pt x="572" y="525"/>
                  </a:cubicBezTo>
                  <a:cubicBezTo>
                    <a:pt x="532" y="530"/>
                    <a:pt x="505" y="552"/>
                    <a:pt x="475" y="573"/>
                  </a:cubicBezTo>
                  <a:cubicBezTo>
                    <a:pt x="458" y="584"/>
                    <a:pt x="439" y="578"/>
                    <a:pt x="428" y="597"/>
                  </a:cubicBezTo>
                  <a:cubicBezTo>
                    <a:pt x="409" y="584"/>
                    <a:pt x="392" y="569"/>
                    <a:pt x="388" y="545"/>
                  </a:cubicBezTo>
                  <a:cubicBezTo>
                    <a:pt x="361" y="548"/>
                    <a:pt x="357" y="567"/>
                    <a:pt x="336" y="579"/>
                  </a:cubicBezTo>
                  <a:cubicBezTo>
                    <a:pt x="317" y="591"/>
                    <a:pt x="292" y="585"/>
                    <a:pt x="284" y="609"/>
                  </a:cubicBezTo>
                  <a:cubicBezTo>
                    <a:pt x="224" y="601"/>
                    <a:pt x="224" y="601"/>
                    <a:pt x="224" y="601"/>
                  </a:cubicBezTo>
                  <a:cubicBezTo>
                    <a:pt x="201" y="619"/>
                    <a:pt x="172" y="625"/>
                    <a:pt x="152" y="651"/>
                  </a:cubicBezTo>
                  <a:cubicBezTo>
                    <a:pt x="137" y="669"/>
                    <a:pt x="133" y="696"/>
                    <a:pt x="123" y="717"/>
                  </a:cubicBezTo>
                  <a:cubicBezTo>
                    <a:pt x="112" y="745"/>
                    <a:pt x="86" y="783"/>
                    <a:pt x="69" y="809"/>
                  </a:cubicBezTo>
                  <a:cubicBezTo>
                    <a:pt x="54" y="830"/>
                    <a:pt x="19" y="834"/>
                    <a:pt x="9" y="858"/>
                  </a:cubicBezTo>
                  <a:cubicBezTo>
                    <a:pt x="0" y="878"/>
                    <a:pt x="24" y="891"/>
                    <a:pt x="40" y="889"/>
                  </a:cubicBezTo>
                  <a:cubicBezTo>
                    <a:pt x="39" y="957"/>
                    <a:pt x="39" y="957"/>
                    <a:pt x="39" y="957"/>
                  </a:cubicBezTo>
                  <a:cubicBezTo>
                    <a:pt x="28" y="993"/>
                    <a:pt x="28" y="993"/>
                    <a:pt x="28" y="993"/>
                  </a:cubicBezTo>
                  <a:cubicBezTo>
                    <a:pt x="52" y="1033"/>
                    <a:pt x="52" y="1033"/>
                    <a:pt x="52" y="1033"/>
                  </a:cubicBezTo>
                  <a:cubicBezTo>
                    <a:pt x="61" y="1113"/>
                    <a:pt x="61" y="1113"/>
                    <a:pt x="61" y="1113"/>
                  </a:cubicBezTo>
                  <a:cubicBezTo>
                    <a:pt x="110" y="1154"/>
                    <a:pt x="110" y="1154"/>
                    <a:pt x="110" y="1154"/>
                  </a:cubicBezTo>
                  <a:cubicBezTo>
                    <a:pt x="132" y="1205"/>
                    <a:pt x="132" y="1205"/>
                    <a:pt x="132" y="1205"/>
                  </a:cubicBezTo>
                  <a:cubicBezTo>
                    <a:pt x="112" y="1209"/>
                    <a:pt x="112" y="1209"/>
                    <a:pt x="112" y="1209"/>
                  </a:cubicBezTo>
                  <a:cubicBezTo>
                    <a:pt x="126" y="1268"/>
                    <a:pt x="193" y="1332"/>
                    <a:pt x="240" y="1368"/>
                  </a:cubicBezTo>
                  <a:cubicBezTo>
                    <a:pt x="256" y="1380"/>
                    <a:pt x="274" y="1381"/>
                    <a:pt x="286" y="1397"/>
                  </a:cubicBezTo>
                  <a:cubicBezTo>
                    <a:pt x="304" y="1420"/>
                    <a:pt x="291" y="1451"/>
                    <a:pt x="293" y="1477"/>
                  </a:cubicBezTo>
                  <a:cubicBezTo>
                    <a:pt x="295" y="1500"/>
                    <a:pt x="311" y="1518"/>
                    <a:pt x="312" y="1541"/>
                  </a:cubicBezTo>
                  <a:cubicBezTo>
                    <a:pt x="336" y="1533"/>
                    <a:pt x="335" y="1502"/>
                    <a:pt x="343" y="1481"/>
                  </a:cubicBezTo>
                  <a:cubicBezTo>
                    <a:pt x="351" y="1461"/>
                    <a:pt x="369" y="1443"/>
                    <a:pt x="373" y="1421"/>
                  </a:cubicBezTo>
                  <a:cubicBezTo>
                    <a:pt x="380" y="1384"/>
                    <a:pt x="371" y="1351"/>
                    <a:pt x="393" y="1314"/>
                  </a:cubicBezTo>
                  <a:cubicBezTo>
                    <a:pt x="408" y="1289"/>
                    <a:pt x="441" y="1301"/>
                    <a:pt x="464" y="1298"/>
                  </a:cubicBezTo>
                  <a:cubicBezTo>
                    <a:pt x="489" y="1295"/>
                    <a:pt x="517" y="1279"/>
                    <a:pt x="540" y="1278"/>
                  </a:cubicBezTo>
                  <a:cubicBezTo>
                    <a:pt x="564" y="1277"/>
                    <a:pt x="586" y="1295"/>
                    <a:pt x="608" y="1299"/>
                  </a:cubicBezTo>
                  <a:cubicBezTo>
                    <a:pt x="630" y="1303"/>
                    <a:pt x="642" y="1295"/>
                    <a:pt x="660" y="1313"/>
                  </a:cubicBezTo>
                  <a:cubicBezTo>
                    <a:pt x="688" y="1303"/>
                    <a:pt x="706" y="1270"/>
                    <a:pt x="728" y="1309"/>
                  </a:cubicBezTo>
                  <a:cubicBezTo>
                    <a:pt x="740" y="1305"/>
                    <a:pt x="740" y="1305"/>
                    <a:pt x="740" y="1305"/>
                  </a:cubicBezTo>
                  <a:cubicBezTo>
                    <a:pt x="749" y="1213"/>
                    <a:pt x="749" y="1213"/>
                    <a:pt x="749" y="1213"/>
                  </a:cubicBezTo>
                  <a:cubicBezTo>
                    <a:pt x="732" y="1157"/>
                    <a:pt x="732" y="1157"/>
                    <a:pt x="732" y="1157"/>
                  </a:cubicBezTo>
                  <a:cubicBezTo>
                    <a:pt x="772" y="1149"/>
                    <a:pt x="772" y="1149"/>
                    <a:pt x="772" y="1149"/>
                  </a:cubicBezTo>
                  <a:cubicBezTo>
                    <a:pt x="824" y="1057"/>
                    <a:pt x="824" y="1057"/>
                    <a:pt x="824" y="1057"/>
                  </a:cubicBezTo>
                  <a:cubicBezTo>
                    <a:pt x="867" y="1050"/>
                    <a:pt x="881" y="1007"/>
                    <a:pt x="932" y="1029"/>
                  </a:cubicBezTo>
                  <a:cubicBezTo>
                    <a:pt x="961" y="1041"/>
                    <a:pt x="1008" y="1066"/>
                    <a:pt x="1030" y="1089"/>
                  </a:cubicBezTo>
                  <a:cubicBezTo>
                    <a:pt x="1046" y="1106"/>
                    <a:pt x="1051" y="1136"/>
                    <a:pt x="1072" y="1146"/>
                  </a:cubicBezTo>
                  <a:cubicBezTo>
                    <a:pt x="1093" y="1156"/>
                    <a:pt x="1118" y="1142"/>
                    <a:pt x="1140" y="1146"/>
                  </a:cubicBezTo>
                  <a:cubicBezTo>
                    <a:pt x="1159" y="1149"/>
                    <a:pt x="1169" y="1168"/>
                    <a:pt x="1188" y="1172"/>
                  </a:cubicBezTo>
                  <a:cubicBezTo>
                    <a:pt x="1220" y="1178"/>
                    <a:pt x="1254" y="1167"/>
                    <a:pt x="1284" y="1173"/>
                  </a:cubicBezTo>
                  <a:cubicBezTo>
                    <a:pt x="1341" y="1184"/>
                    <a:pt x="1429" y="1235"/>
                    <a:pt x="1432" y="1137"/>
                  </a:cubicBezTo>
                  <a:cubicBezTo>
                    <a:pt x="1448" y="1137"/>
                    <a:pt x="1448" y="1137"/>
                    <a:pt x="1448" y="1137"/>
                  </a:cubicBezTo>
                  <a:cubicBezTo>
                    <a:pt x="1451" y="1128"/>
                    <a:pt x="1454" y="1120"/>
                    <a:pt x="1458" y="1111"/>
                  </a:cubicBezTo>
                  <a:cubicBezTo>
                    <a:pt x="1488" y="1050"/>
                    <a:pt x="1521" y="1125"/>
                    <a:pt x="1568" y="1120"/>
                  </a:cubicBezTo>
                  <a:cubicBezTo>
                    <a:pt x="1579" y="1118"/>
                    <a:pt x="1587" y="1105"/>
                    <a:pt x="1596" y="1099"/>
                  </a:cubicBezTo>
                  <a:cubicBezTo>
                    <a:pt x="1621" y="1085"/>
                    <a:pt x="1650" y="1077"/>
                    <a:pt x="1676" y="1067"/>
                  </a:cubicBezTo>
                  <a:cubicBezTo>
                    <a:pt x="1697" y="1058"/>
                    <a:pt x="1741" y="1057"/>
                    <a:pt x="1748" y="1033"/>
                  </a:cubicBezTo>
                  <a:cubicBezTo>
                    <a:pt x="1768" y="1037"/>
                    <a:pt x="1777" y="1058"/>
                    <a:pt x="1796" y="1062"/>
                  </a:cubicBezTo>
                  <a:cubicBezTo>
                    <a:pt x="1807" y="1064"/>
                    <a:pt x="1817" y="1056"/>
                    <a:pt x="1828" y="1054"/>
                  </a:cubicBezTo>
                  <a:cubicBezTo>
                    <a:pt x="1846" y="1050"/>
                    <a:pt x="1938" y="1050"/>
                    <a:pt x="1900" y="1009"/>
                  </a:cubicBezTo>
                  <a:cubicBezTo>
                    <a:pt x="1900" y="1005"/>
                    <a:pt x="1900" y="1005"/>
                    <a:pt x="1900" y="1005"/>
                  </a:cubicBezTo>
                  <a:cubicBezTo>
                    <a:pt x="1938" y="974"/>
                    <a:pt x="1955" y="1001"/>
                    <a:pt x="1996" y="1014"/>
                  </a:cubicBezTo>
                  <a:cubicBezTo>
                    <a:pt x="2016" y="1020"/>
                    <a:pt x="2033" y="1007"/>
                    <a:pt x="2052" y="1012"/>
                  </a:cubicBezTo>
                  <a:cubicBezTo>
                    <a:pt x="2070" y="1015"/>
                    <a:pt x="2082" y="1032"/>
                    <a:pt x="2100" y="1036"/>
                  </a:cubicBezTo>
                  <a:cubicBezTo>
                    <a:pt x="2124" y="1041"/>
                    <a:pt x="2141" y="1030"/>
                    <a:pt x="2164" y="1045"/>
                  </a:cubicBezTo>
                  <a:cubicBezTo>
                    <a:pt x="2168" y="1045"/>
                    <a:pt x="2168" y="1045"/>
                    <a:pt x="2168" y="1045"/>
                  </a:cubicBezTo>
                  <a:cubicBezTo>
                    <a:pt x="2179" y="1032"/>
                    <a:pt x="2190" y="1017"/>
                    <a:pt x="2208" y="1016"/>
                  </a:cubicBezTo>
                  <a:cubicBezTo>
                    <a:pt x="2230" y="1016"/>
                    <a:pt x="2254" y="1041"/>
                    <a:pt x="2268" y="1017"/>
                  </a:cubicBezTo>
                  <a:cubicBezTo>
                    <a:pt x="2233" y="989"/>
                    <a:pt x="2255" y="969"/>
                    <a:pt x="2240" y="937"/>
                  </a:cubicBezTo>
                  <a:cubicBezTo>
                    <a:pt x="2217" y="890"/>
                    <a:pt x="2147" y="868"/>
                    <a:pt x="2100" y="857"/>
                  </a:cubicBezTo>
                  <a:cubicBezTo>
                    <a:pt x="2100" y="849"/>
                    <a:pt x="2100" y="849"/>
                    <a:pt x="2100" y="849"/>
                  </a:cubicBezTo>
                  <a:cubicBezTo>
                    <a:pt x="2133" y="830"/>
                    <a:pt x="2084" y="814"/>
                    <a:pt x="2079" y="796"/>
                  </a:cubicBezTo>
                  <a:cubicBezTo>
                    <a:pt x="2075" y="782"/>
                    <a:pt x="2089" y="768"/>
                    <a:pt x="2096" y="757"/>
                  </a:cubicBezTo>
                  <a:cubicBezTo>
                    <a:pt x="2049" y="732"/>
                    <a:pt x="2049" y="732"/>
                    <a:pt x="2049" y="732"/>
                  </a:cubicBezTo>
                  <a:cubicBezTo>
                    <a:pt x="2004" y="681"/>
                    <a:pt x="2004" y="681"/>
                    <a:pt x="2004" y="681"/>
                  </a:cubicBezTo>
                  <a:cubicBezTo>
                    <a:pt x="1932" y="645"/>
                    <a:pt x="1932" y="645"/>
                    <a:pt x="1932" y="645"/>
                  </a:cubicBezTo>
                  <a:cubicBezTo>
                    <a:pt x="1880" y="609"/>
                    <a:pt x="1880" y="609"/>
                    <a:pt x="1880" y="609"/>
                  </a:cubicBezTo>
                  <a:cubicBezTo>
                    <a:pt x="1885" y="600"/>
                    <a:pt x="1895" y="593"/>
                    <a:pt x="1899" y="584"/>
                  </a:cubicBezTo>
                  <a:cubicBezTo>
                    <a:pt x="1916" y="548"/>
                    <a:pt x="1870" y="543"/>
                    <a:pt x="1853" y="528"/>
                  </a:cubicBezTo>
                  <a:cubicBezTo>
                    <a:pt x="1837" y="514"/>
                    <a:pt x="1830" y="494"/>
                    <a:pt x="1808" y="487"/>
                  </a:cubicBezTo>
                  <a:cubicBezTo>
                    <a:pt x="1779" y="477"/>
                    <a:pt x="1740" y="487"/>
                    <a:pt x="1713" y="468"/>
                  </a:cubicBezTo>
                  <a:cubicBezTo>
                    <a:pt x="1694" y="455"/>
                    <a:pt x="1712" y="435"/>
                    <a:pt x="1724" y="425"/>
                  </a:cubicBezTo>
                  <a:cubicBezTo>
                    <a:pt x="1724" y="421"/>
                    <a:pt x="1724" y="421"/>
                    <a:pt x="1724" y="421"/>
                  </a:cubicBezTo>
                  <a:cubicBezTo>
                    <a:pt x="1689" y="386"/>
                    <a:pt x="1634" y="397"/>
                    <a:pt x="1588" y="397"/>
                  </a:cubicBezTo>
                  <a:cubicBezTo>
                    <a:pt x="1599" y="379"/>
                    <a:pt x="1606" y="366"/>
                    <a:pt x="1600" y="345"/>
                  </a:cubicBezTo>
                  <a:cubicBezTo>
                    <a:pt x="1584" y="353"/>
                    <a:pt x="1584" y="353"/>
                    <a:pt x="1584" y="353"/>
                  </a:cubicBezTo>
                  <a:cubicBezTo>
                    <a:pt x="1620" y="273"/>
                    <a:pt x="1620" y="273"/>
                    <a:pt x="1620" y="273"/>
                  </a:cubicBezTo>
                  <a:cubicBezTo>
                    <a:pt x="1608" y="269"/>
                    <a:pt x="1608" y="269"/>
                    <a:pt x="1608" y="269"/>
                  </a:cubicBezTo>
                  <a:cubicBezTo>
                    <a:pt x="1624" y="237"/>
                    <a:pt x="1624" y="237"/>
                    <a:pt x="1624" y="237"/>
                  </a:cubicBezTo>
                  <a:cubicBezTo>
                    <a:pt x="1593" y="164"/>
                    <a:pt x="1563" y="108"/>
                    <a:pt x="1504" y="52"/>
                  </a:cubicBezTo>
                  <a:cubicBezTo>
                    <a:pt x="1472" y="20"/>
                    <a:pt x="1455" y="0"/>
                    <a:pt x="1404" y="4"/>
                  </a:cubicBezTo>
                  <a:cubicBezTo>
                    <a:pt x="1353" y="8"/>
                    <a:pt x="1320" y="54"/>
                    <a:pt x="1272" y="6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5"/>
            <p:cNvSpPr>
              <a:spLocks noEditPoints="1"/>
            </p:cNvSpPr>
            <p:nvPr/>
          </p:nvSpPr>
          <p:spPr bwMode="auto">
            <a:xfrm>
              <a:off x="1866900" y="2089150"/>
              <a:ext cx="596900" cy="485775"/>
            </a:xfrm>
            <a:custGeom>
              <a:avLst/>
              <a:gdLst/>
              <a:ahLst/>
              <a:cxnLst>
                <a:cxn ang="0">
                  <a:pos x="160" y="345"/>
                </a:cxn>
                <a:cxn ang="0">
                  <a:pos x="172" y="377"/>
                </a:cxn>
                <a:cxn ang="0">
                  <a:pos x="196" y="605"/>
                </a:cxn>
                <a:cxn ang="0">
                  <a:pos x="118" y="712"/>
                </a:cxn>
                <a:cxn ang="0">
                  <a:pos x="72" y="831"/>
                </a:cxn>
                <a:cxn ang="0">
                  <a:pos x="2" y="1037"/>
                </a:cxn>
                <a:cxn ang="0">
                  <a:pos x="0" y="1101"/>
                </a:cxn>
                <a:cxn ang="0">
                  <a:pos x="8" y="1317"/>
                </a:cxn>
                <a:cxn ang="0">
                  <a:pos x="192" y="1273"/>
                </a:cxn>
                <a:cxn ang="0">
                  <a:pos x="152" y="1309"/>
                </a:cxn>
                <a:cxn ang="0">
                  <a:pos x="488" y="1441"/>
                </a:cxn>
                <a:cxn ang="0">
                  <a:pos x="440" y="1455"/>
                </a:cxn>
                <a:cxn ang="0">
                  <a:pos x="512" y="1457"/>
                </a:cxn>
                <a:cxn ang="0">
                  <a:pos x="464" y="1525"/>
                </a:cxn>
                <a:cxn ang="0">
                  <a:pos x="472" y="1537"/>
                </a:cxn>
                <a:cxn ang="0">
                  <a:pos x="484" y="1545"/>
                </a:cxn>
                <a:cxn ang="0">
                  <a:pos x="632" y="1645"/>
                </a:cxn>
                <a:cxn ang="0">
                  <a:pos x="704" y="1669"/>
                </a:cxn>
                <a:cxn ang="0">
                  <a:pos x="748" y="1653"/>
                </a:cxn>
                <a:cxn ang="0">
                  <a:pos x="932" y="1629"/>
                </a:cxn>
                <a:cxn ang="0">
                  <a:pos x="1076" y="1521"/>
                </a:cxn>
                <a:cxn ang="0">
                  <a:pos x="1084" y="1406"/>
                </a:cxn>
                <a:cxn ang="0">
                  <a:pos x="1224" y="1289"/>
                </a:cxn>
                <a:cxn ang="0">
                  <a:pos x="1300" y="1205"/>
                </a:cxn>
                <a:cxn ang="0">
                  <a:pos x="1426" y="1238"/>
                </a:cxn>
                <a:cxn ang="0">
                  <a:pos x="1463" y="1298"/>
                </a:cxn>
                <a:cxn ang="0">
                  <a:pos x="1544" y="1225"/>
                </a:cxn>
                <a:cxn ang="0">
                  <a:pos x="1628" y="1101"/>
                </a:cxn>
                <a:cxn ang="0">
                  <a:pos x="1696" y="925"/>
                </a:cxn>
                <a:cxn ang="0">
                  <a:pos x="1785" y="786"/>
                </a:cxn>
                <a:cxn ang="0">
                  <a:pos x="1843" y="685"/>
                </a:cxn>
                <a:cxn ang="0">
                  <a:pos x="1884" y="593"/>
                </a:cxn>
                <a:cxn ang="0">
                  <a:pos x="2077" y="416"/>
                </a:cxn>
                <a:cxn ang="0">
                  <a:pos x="2000" y="265"/>
                </a:cxn>
                <a:cxn ang="0">
                  <a:pos x="2008" y="249"/>
                </a:cxn>
                <a:cxn ang="0">
                  <a:pos x="1901" y="35"/>
                </a:cxn>
                <a:cxn ang="0">
                  <a:pos x="1768" y="76"/>
                </a:cxn>
                <a:cxn ang="0">
                  <a:pos x="1584" y="109"/>
                </a:cxn>
                <a:cxn ang="0">
                  <a:pos x="1260" y="133"/>
                </a:cxn>
                <a:cxn ang="0">
                  <a:pos x="1000" y="140"/>
                </a:cxn>
                <a:cxn ang="0">
                  <a:pos x="752" y="156"/>
                </a:cxn>
                <a:cxn ang="0">
                  <a:pos x="544" y="23"/>
                </a:cxn>
                <a:cxn ang="0">
                  <a:pos x="440" y="28"/>
                </a:cxn>
                <a:cxn ang="0">
                  <a:pos x="251" y="125"/>
                </a:cxn>
                <a:cxn ang="0">
                  <a:pos x="175" y="239"/>
                </a:cxn>
                <a:cxn ang="0">
                  <a:pos x="800" y="1657"/>
                </a:cxn>
                <a:cxn ang="0">
                  <a:pos x="800" y="1657"/>
                </a:cxn>
                <a:cxn ang="0">
                  <a:pos x="732" y="1661"/>
                </a:cxn>
                <a:cxn ang="0">
                  <a:pos x="1004" y="1701"/>
                </a:cxn>
                <a:cxn ang="0">
                  <a:pos x="1004" y="1701"/>
                </a:cxn>
              </a:cxnLst>
              <a:rect l="0" t="0" r="r" b="b"/>
              <a:pathLst>
                <a:path w="2092" h="1705">
                  <a:moveTo>
                    <a:pt x="172" y="341"/>
                  </a:moveTo>
                  <a:cubicBezTo>
                    <a:pt x="160" y="345"/>
                    <a:pt x="160" y="345"/>
                    <a:pt x="160" y="345"/>
                  </a:cubicBezTo>
                  <a:cubicBezTo>
                    <a:pt x="172" y="373"/>
                    <a:pt x="172" y="373"/>
                    <a:pt x="172" y="373"/>
                  </a:cubicBezTo>
                  <a:cubicBezTo>
                    <a:pt x="172" y="377"/>
                    <a:pt x="172" y="377"/>
                    <a:pt x="172" y="377"/>
                  </a:cubicBezTo>
                  <a:cubicBezTo>
                    <a:pt x="115" y="412"/>
                    <a:pt x="153" y="448"/>
                    <a:pt x="175" y="489"/>
                  </a:cubicBezTo>
                  <a:cubicBezTo>
                    <a:pt x="190" y="517"/>
                    <a:pt x="205" y="575"/>
                    <a:pt x="196" y="605"/>
                  </a:cubicBezTo>
                  <a:cubicBezTo>
                    <a:pt x="136" y="593"/>
                    <a:pt x="179" y="664"/>
                    <a:pt x="154" y="692"/>
                  </a:cubicBezTo>
                  <a:cubicBezTo>
                    <a:pt x="144" y="703"/>
                    <a:pt x="128" y="702"/>
                    <a:pt x="118" y="712"/>
                  </a:cubicBezTo>
                  <a:cubicBezTo>
                    <a:pt x="109" y="721"/>
                    <a:pt x="90" y="756"/>
                    <a:pt x="84" y="769"/>
                  </a:cubicBezTo>
                  <a:cubicBezTo>
                    <a:pt x="75" y="788"/>
                    <a:pt x="86" y="813"/>
                    <a:pt x="72" y="831"/>
                  </a:cubicBezTo>
                  <a:cubicBezTo>
                    <a:pt x="57" y="850"/>
                    <a:pt x="24" y="827"/>
                    <a:pt x="16" y="857"/>
                  </a:cubicBezTo>
                  <a:cubicBezTo>
                    <a:pt x="0" y="913"/>
                    <a:pt x="9" y="979"/>
                    <a:pt x="2" y="1037"/>
                  </a:cubicBezTo>
                  <a:cubicBezTo>
                    <a:pt x="0" y="1058"/>
                    <a:pt x="14" y="1077"/>
                    <a:pt x="0" y="1097"/>
                  </a:cubicBezTo>
                  <a:cubicBezTo>
                    <a:pt x="0" y="1101"/>
                    <a:pt x="0" y="1101"/>
                    <a:pt x="0" y="1101"/>
                  </a:cubicBezTo>
                  <a:cubicBezTo>
                    <a:pt x="22" y="1125"/>
                    <a:pt x="14" y="1159"/>
                    <a:pt x="11" y="1189"/>
                  </a:cubicBezTo>
                  <a:cubicBezTo>
                    <a:pt x="6" y="1225"/>
                    <a:pt x="1" y="1281"/>
                    <a:pt x="8" y="1317"/>
                  </a:cubicBezTo>
                  <a:cubicBezTo>
                    <a:pt x="119" y="1310"/>
                    <a:pt x="119" y="1310"/>
                    <a:pt x="119" y="1310"/>
                  </a:cubicBezTo>
                  <a:cubicBezTo>
                    <a:pt x="192" y="1273"/>
                    <a:pt x="192" y="1273"/>
                    <a:pt x="192" y="1273"/>
                  </a:cubicBezTo>
                  <a:cubicBezTo>
                    <a:pt x="192" y="1277"/>
                    <a:pt x="192" y="1277"/>
                    <a:pt x="192" y="1277"/>
                  </a:cubicBezTo>
                  <a:cubicBezTo>
                    <a:pt x="152" y="1309"/>
                    <a:pt x="152" y="1309"/>
                    <a:pt x="152" y="1309"/>
                  </a:cubicBezTo>
                  <a:cubicBezTo>
                    <a:pt x="266" y="1287"/>
                    <a:pt x="381" y="1335"/>
                    <a:pt x="424" y="1449"/>
                  </a:cubicBezTo>
                  <a:cubicBezTo>
                    <a:pt x="488" y="1441"/>
                    <a:pt x="488" y="1441"/>
                    <a:pt x="488" y="1441"/>
                  </a:cubicBezTo>
                  <a:cubicBezTo>
                    <a:pt x="488" y="1445"/>
                    <a:pt x="488" y="1445"/>
                    <a:pt x="488" y="1445"/>
                  </a:cubicBezTo>
                  <a:cubicBezTo>
                    <a:pt x="477" y="1446"/>
                    <a:pt x="447" y="1444"/>
                    <a:pt x="440" y="1455"/>
                  </a:cubicBezTo>
                  <a:cubicBezTo>
                    <a:pt x="429" y="1474"/>
                    <a:pt x="467" y="1485"/>
                    <a:pt x="479" y="1482"/>
                  </a:cubicBezTo>
                  <a:cubicBezTo>
                    <a:pt x="493" y="1479"/>
                    <a:pt x="502" y="1465"/>
                    <a:pt x="512" y="1457"/>
                  </a:cubicBezTo>
                  <a:cubicBezTo>
                    <a:pt x="498" y="1477"/>
                    <a:pt x="489" y="1489"/>
                    <a:pt x="464" y="1493"/>
                  </a:cubicBezTo>
                  <a:cubicBezTo>
                    <a:pt x="464" y="1525"/>
                    <a:pt x="464" y="1525"/>
                    <a:pt x="464" y="1525"/>
                  </a:cubicBezTo>
                  <a:cubicBezTo>
                    <a:pt x="488" y="1525"/>
                    <a:pt x="488" y="1525"/>
                    <a:pt x="488" y="1525"/>
                  </a:cubicBezTo>
                  <a:cubicBezTo>
                    <a:pt x="472" y="1537"/>
                    <a:pt x="472" y="1537"/>
                    <a:pt x="472" y="1537"/>
                  </a:cubicBezTo>
                  <a:cubicBezTo>
                    <a:pt x="472" y="1541"/>
                    <a:pt x="472" y="1541"/>
                    <a:pt x="472" y="1541"/>
                  </a:cubicBezTo>
                  <a:cubicBezTo>
                    <a:pt x="484" y="1545"/>
                    <a:pt x="484" y="1545"/>
                    <a:pt x="484" y="1545"/>
                  </a:cubicBezTo>
                  <a:cubicBezTo>
                    <a:pt x="471" y="1594"/>
                    <a:pt x="549" y="1689"/>
                    <a:pt x="603" y="1675"/>
                  </a:cubicBezTo>
                  <a:cubicBezTo>
                    <a:pt x="617" y="1672"/>
                    <a:pt x="622" y="1654"/>
                    <a:pt x="632" y="1645"/>
                  </a:cubicBezTo>
                  <a:cubicBezTo>
                    <a:pt x="624" y="1673"/>
                    <a:pt x="624" y="1673"/>
                    <a:pt x="624" y="1673"/>
                  </a:cubicBezTo>
                  <a:cubicBezTo>
                    <a:pt x="704" y="1669"/>
                    <a:pt x="704" y="1669"/>
                    <a:pt x="704" y="1669"/>
                  </a:cubicBezTo>
                  <a:cubicBezTo>
                    <a:pt x="691" y="1627"/>
                    <a:pt x="707" y="1629"/>
                    <a:pt x="744" y="1633"/>
                  </a:cubicBezTo>
                  <a:cubicBezTo>
                    <a:pt x="748" y="1653"/>
                    <a:pt x="748" y="1653"/>
                    <a:pt x="748" y="1653"/>
                  </a:cubicBezTo>
                  <a:cubicBezTo>
                    <a:pt x="788" y="1629"/>
                    <a:pt x="788" y="1629"/>
                    <a:pt x="788" y="1629"/>
                  </a:cubicBezTo>
                  <a:cubicBezTo>
                    <a:pt x="838" y="1637"/>
                    <a:pt x="882" y="1630"/>
                    <a:pt x="932" y="1629"/>
                  </a:cubicBezTo>
                  <a:cubicBezTo>
                    <a:pt x="958" y="1628"/>
                    <a:pt x="992" y="1639"/>
                    <a:pt x="988" y="1601"/>
                  </a:cubicBezTo>
                  <a:cubicBezTo>
                    <a:pt x="1034" y="1620"/>
                    <a:pt x="1047" y="1544"/>
                    <a:pt x="1076" y="1521"/>
                  </a:cubicBezTo>
                  <a:cubicBezTo>
                    <a:pt x="1072" y="1491"/>
                    <a:pt x="1085" y="1474"/>
                    <a:pt x="1088" y="1449"/>
                  </a:cubicBezTo>
                  <a:cubicBezTo>
                    <a:pt x="1090" y="1432"/>
                    <a:pt x="1074" y="1422"/>
                    <a:pt x="1084" y="1406"/>
                  </a:cubicBezTo>
                  <a:cubicBezTo>
                    <a:pt x="1097" y="1386"/>
                    <a:pt x="1122" y="1371"/>
                    <a:pt x="1138" y="1353"/>
                  </a:cubicBezTo>
                  <a:cubicBezTo>
                    <a:pt x="1159" y="1329"/>
                    <a:pt x="1191" y="1294"/>
                    <a:pt x="1224" y="1289"/>
                  </a:cubicBezTo>
                  <a:cubicBezTo>
                    <a:pt x="1240" y="1241"/>
                    <a:pt x="1240" y="1241"/>
                    <a:pt x="1240" y="1241"/>
                  </a:cubicBezTo>
                  <a:cubicBezTo>
                    <a:pt x="1264" y="1241"/>
                    <a:pt x="1282" y="1219"/>
                    <a:pt x="1300" y="1205"/>
                  </a:cubicBezTo>
                  <a:cubicBezTo>
                    <a:pt x="1309" y="1234"/>
                    <a:pt x="1339" y="1225"/>
                    <a:pt x="1364" y="1225"/>
                  </a:cubicBezTo>
                  <a:cubicBezTo>
                    <a:pt x="1377" y="1173"/>
                    <a:pt x="1408" y="1220"/>
                    <a:pt x="1426" y="1238"/>
                  </a:cubicBezTo>
                  <a:cubicBezTo>
                    <a:pt x="1433" y="1245"/>
                    <a:pt x="1445" y="1246"/>
                    <a:pt x="1450" y="1256"/>
                  </a:cubicBezTo>
                  <a:cubicBezTo>
                    <a:pt x="1457" y="1269"/>
                    <a:pt x="1451" y="1287"/>
                    <a:pt x="1463" y="1298"/>
                  </a:cubicBezTo>
                  <a:cubicBezTo>
                    <a:pt x="1481" y="1316"/>
                    <a:pt x="1522" y="1302"/>
                    <a:pt x="1520" y="1277"/>
                  </a:cubicBezTo>
                  <a:cubicBezTo>
                    <a:pt x="1547" y="1268"/>
                    <a:pt x="1562" y="1251"/>
                    <a:pt x="1544" y="1225"/>
                  </a:cubicBezTo>
                  <a:cubicBezTo>
                    <a:pt x="1604" y="1185"/>
                    <a:pt x="1604" y="1185"/>
                    <a:pt x="1604" y="1185"/>
                  </a:cubicBezTo>
                  <a:cubicBezTo>
                    <a:pt x="1585" y="1139"/>
                    <a:pt x="1610" y="1140"/>
                    <a:pt x="1628" y="1101"/>
                  </a:cubicBezTo>
                  <a:cubicBezTo>
                    <a:pt x="1649" y="1055"/>
                    <a:pt x="1668" y="1008"/>
                    <a:pt x="1668" y="957"/>
                  </a:cubicBezTo>
                  <a:cubicBezTo>
                    <a:pt x="1688" y="957"/>
                    <a:pt x="1699" y="945"/>
                    <a:pt x="1696" y="925"/>
                  </a:cubicBezTo>
                  <a:cubicBezTo>
                    <a:pt x="1707" y="924"/>
                    <a:pt x="1720" y="924"/>
                    <a:pt x="1731" y="920"/>
                  </a:cubicBezTo>
                  <a:cubicBezTo>
                    <a:pt x="1792" y="899"/>
                    <a:pt x="1749" y="822"/>
                    <a:pt x="1785" y="786"/>
                  </a:cubicBezTo>
                  <a:cubicBezTo>
                    <a:pt x="1797" y="773"/>
                    <a:pt x="1822" y="773"/>
                    <a:pt x="1831" y="759"/>
                  </a:cubicBezTo>
                  <a:cubicBezTo>
                    <a:pt x="1845" y="739"/>
                    <a:pt x="1833" y="707"/>
                    <a:pt x="1843" y="685"/>
                  </a:cubicBezTo>
                  <a:cubicBezTo>
                    <a:pt x="1849" y="669"/>
                    <a:pt x="1869" y="666"/>
                    <a:pt x="1876" y="651"/>
                  </a:cubicBezTo>
                  <a:cubicBezTo>
                    <a:pt x="1883" y="635"/>
                    <a:pt x="1877" y="611"/>
                    <a:pt x="1884" y="593"/>
                  </a:cubicBezTo>
                  <a:cubicBezTo>
                    <a:pt x="1894" y="562"/>
                    <a:pt x="1923" y="515"/>
                    <a:pt x="1942" y="489"/>
                  </a:cubicBezTo>
                  <a:cubicBezTo>
                    <a:pt x="1971" y="451"/>
                    <a:pt x="2049" y="465"/>
                    <a:pt x="2077" y="416"/>
                  </a:cubicBezTo>
                  <a:cubicBezTo>
                    <a:pt x="2092" y="389"/>
                    <a:pt x="2068" y="344"/>
                    <a:pt x="2084" y="317"/>
                  </a:cubicBezTo>
                  <a:cubicBezTo>
                    <a:pt x="2072" y="272"/>
                    <a:pt x="2037" y="273"/>
                    <a:pt x="2000" y="265"/>
                  </a:cubicBezTo>
                  <a:cubicBezTo>
                    <a:pt x="2008" y="253"/>
                    <a:pt x="2008" y="253"/>
                    <a:pt x="2008" y="253"/>
                  </a:cubicBezTo>
                  <a:cubicBezTo>
                    <a:pt x="2008" y="249"/>
                    <a:pt x="2008" y="249"/>
                    <a:pt x="2008" y="249"/>
                  </a:cubicBezTo>
                  <a:cubicBezTo>
                    <a:pt x="1993" y="222"/>
                    <a:pt x="1984" y="179"/>
                    <a:pt x="1988" y="149"/>
                  </a:cubicBezTo>
                  <a:cubicBezTo>
                    <a:pt x="1952" y="119"/>
                    <a:pt x="1940" y="60"/>
                    <a:pt x="1901" y="35"/>
                  </a:cubicBezTo>
                  <a:cubicBezTo>
                    <a:pt x="1870" y="15"/>
                    <a:pt x="1844" y="48"/>
                    <a:pt x="1823" y="62"/>
                  </a:cubicBezTo>
                  <a:cubicBezTo>
                    <a:pt x="1807" y="72"/>
                    <a:pt x="1785" y="65"/>
                    <a:pt x="1768" y="76"/>
                  </a:cubicBezTo>
                  <a:cubicBezTo>
                    <a:pt x="1745" y="90"/>
                    <a:pt x="1711" y="141"/>
                    <a:pt x="1688" y="144"/>
                  </a:cubicBezTo>
                  <a:cubicBezTo>
                    <a:pt x="1649" y="148"/>
                    <a:pt x="1618" y="120"/>
                    <a:pt x="1584" y="109"/>
                  </a:cubicBezTo>
                  <a:cubicBezTo>
                    <a:pt x="1529" y="92"/>
                    <a:pt x="1460" y="84"/>
                    <a:pt x="1404" y="89"/>
                  </a:cubicBezTo>
                  <a:cubicBezTo>
                    <a:pt x="1358" y="94"/>
                    <a:pt x="1298" y="107"/>
                    <a:pt x="1260" y="133"/>
                  </a:cubicBezTo>
                  <a:cubicBezTo>
                    <a:pt x="1237" y="148"/>
                    <a:pt x="1225" y="185"/>
                    <a:pt x="1196" y="191"/>
                  </a:cubicBezTo>
                  <a:cubicBezTo>
                    <a:pt x="1126" y="206"/>
                    <a:pt x="1058" y="168"/>
                    <a:pt x="1000" y="140"/>
                  </a:cubicBezTo>
                  <a:cubicBezTo>
                    <a:pt x="976" y="128"/>
                    <a:pt x="959" y="106"/>
                    <a:pt x="932" y="102"/>
                  </a:cubicBezTo>
                  <a:cubicBezTo>
                    <a:pt x="865" y="91"/>
                    <a:pt x="816" y="156"/>
                    <a:pt x="752" y="156"/>
                  </a:cubicBezTo>
                  <a:cubicBezTo>
                    <a:pt x="721" y="155"/>
                    <a:pt x="682" y="82"/>
                    <a:pt x="661" y="62"/>
                  </a:cubicBezTo>
                  <a:cubicBezTo>
                    <a:pt x="632" y="34"/>
                    <a:pt x="581" y="41"/>
                    <a:pt x="544" y="23"/>
                  </a:cubicBezTo>
                  <a:cubicBezTo>
                    <a:pt x="525" y="15"/>
                    <a:pt x="510" y="0"/>
                    <a:pt x="488" y="1"/>
                  </a:cubicBezTo>
                  <a:cubicBezTo>
                    <a:pt x="467" y="2"/>
                    <a:pt x="460" y="25"/>
                    <a:pt x="440" y="28"/>
                  </a:cubicBezTo>
                  <a:cubicBezTo>
                    <a:pt x="376" y="38"/>
                    <a:pt x="303" y="16"/>
                    <a:pt x="256" y="79"/>
                  </a:cubicBezTo>
                  <a:cubicBezTo>
                    <a:pt x="247" y="90"/>
                    <a:pt x="252" y="111"/>
                    <a:pt x="251" y="125"/>
                  </a:cubicBezTo>
                  <a:cubicBezTo>
                    <a:pt x="250" y="146"/>
                    <a:pt x="241" y="167"/>
                    <a:pt x="230" y="185"/>
                  </a:cubicBezTo>
                  <a:cubicBezTo>
                    <a:pt x="216" y="207"/>
                    <a:pt x="190" y="218"/>
                    <a:pt x="175" y="239"/>
                  </a:cubicBezTo>
                  <a:cubicBezTo>
                    <a:pt x="159" y="259"/>
                    <a:pt x="163" y="318"/>
                    <a:pt x="172" y="341"/>
                  </a:cubicBezTo>
                  <a:moveTo>
                    <a:pt x="800" y="1657"/>
                  </a:moveTo>
                  <a:cubicBezTo>
                    <a:pt x="836" y="1649"/>
                    <a:pt x="836" y="1649"/>
                    <a:pt x="836" y="1649"/>
                  </a:cubicBezTo>
                  <a:cubicBezTo>
                    <a:pt x="827" y="1624"/>
                    <a:pt x="805" y="1638"/>
                    <a:pt x="800" y="1657"/>
                  </a:cubicBezTo>
                  <a:moveTo>
                    <a:pt x="704" y="1641"/>
                  </a:moveTo>
                  <a:cubicBezTo>
                    <a:pt x="707" y="1658"/>
                    <a:pt x="714" y="1667"/>
                    <a:pt x="732" y="1661"/>
                  </a:cubicBezTo>
                  <a:cubicBezTo>
                    <a:pt x="727" y="1644"/>
                    <a:pt x="721" y="1639"/>
                    <a:pt x="704" y="1641"/>
                  </a:cubicBezTo>
                  <a:moveTo>
                    <a:pt x="1004" y="1701"/>
                  </a:moveTo>
                  <a:cubicBezTo>
                    <a:pt x="1008" y="1705"/>
                    <a:pt x="1008" y="1705"/>
                    <a:pt x="1008" y="1705"/>
                  </a:cubicBezTo>
                  <a:lnTo>
                    <a:pt x="1004" y="1701"/>
                  </a:lnTo>
                  <a:close/>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6"/>
            <p:cNvSpPr>
              <a:spLocks/>
            </p:cNvSpPr>
            <p:nvPr/>
          </p:nvSpPr>
          <p:spPr bwMode="auto">
            <a:xfrm>
              <a:off x="2398713" y="1614488"/>
              <a:ext cx="528638" cy="798513"/>
            </a:xfrm>
            <a:custGeom>
              <a:avLst/>
              <a:gdLst/>
              <a:ahLst/>
              <a:cxnLst>
                <a:cxn ang="0">
                  <a:pos x="301" y="263"/>
                </a:cxn>
                <a:cxn ang="0">
                  <a:pos x="365" y="435"/>
                </a:cxn>
                <a:cxn ang="0">
                  <a:pos x="435" y="554"/>
                </a:cxn>
                <a:cxn ang="0">
                  <a:pos x="391" y="683"/>
                </a:cxn>
                <a:cxn ang="0">
                  <a:pos x="358" y="1079"/>
                </a:cxn>
                <a:cxn ang="0">
                  <a:pos x="315" y="1187"/>
                </a:cxn>
                <a:cxn ang="0">
                  <a:pos x="69" y="1483"/>
                </a:cxn>
                <a:cxn ang="0">
                  <a:pos x="8" y="1580"/>
                </a:cxn>
                <a:cxn ang="0">
                  <a:pos x="112" y="1815"/>
                </a:cxn>
                <a:cxn ang="0">
                  <a:pos x="198" y="1870"/>
                </a:cxn>
                <a:cxn ang="0">
                  <a:pos x="278" y="1991"/>
                </a:cxn>
                <a:cxn ang="0">
                  <a:pos x="281" y="2215"/>
                </a:cxn>
                <a:cxn ang="0">
                  <a:pos x="206" y="2351"/>
                </a:cxn>
                <a:cxn ang="0">
                  <a:pos x="86" y="2411"/>
                </a:cxn>
                <a:cxn ang="0">
                  <a:pos x="297" y="2607"/>
                </a:cxn>
                <a:cxn ang="0">
                  <a:pos x="354" y="2783"/>
                </a:cxn>
                <a:cxn ang="0">
                  <a:pos x="538" y="2723"/>
                </a:cxn>
                <a:cxn ang="0">
                  <a:pos x="682" y="2723"/>
                </a:cxn>
                <a:cxn ang="0">
                  <a:pos x="806" y="2696"/>
                </a:cxn>
                <a:cxn ang="0">
                  <a:pos x="919" y="2662"/>
                </a:cxn>
                <a:cxn ang="0">
                  <a:pos x="950" y="2551"/>
                </a:cxn>
                <a:cxn ang="0">
                  <a:pos x="1154" y="2505"/>
                </a:cxn>
                <a:cxn ang="0">
                  <a:pos x="1243" y="2470"/>
                </a:cxn>
                <a:cxn ang="0">
                  <a:pos x="1390" y="2355"/>
                </a:cxn>
                <a:cxn ang="0">
                  <a:pos x="1446" y="2245"/>
                </a:cxn>
                <a:cxn ang="0">
                  <a:pos x="1638" y="2195"/>
                </a:cxn>
                <a:cxn ang="0">
                  <a:pos x="1590" y="2075"/>
                </a:cxn>
                <a:cxn ang="0">
                  <a:pos x="1570" y="1891"/>
                </a:cxn>
                <a:cxn ang="0">
                  <a:pos x="1486" y="1885"/>
                </a:cxn>
                <a:cxn ang="0">
                  <a:pos x="1546" y="1763"/>
                </a:cxn>
                <a:cxn ang="0">
                  <a:pos x="1570" y="1639"/>
                </a:cxn>
                <a:cxn ang="0">
                  <a:pos x="1558" y="1555"/>
                </a:cxn>
                <a:cxn ang="0">
                  <a:pos x="1662" y="1443"/>
                </a:cxn>
                <a:cxn ang="0">
                  <a:pos x="1686" y="1365"/>
                </a:cxn>
                <a:cxn ang="0">
                  <a:pos x="1839" y="1354"/>
                </a:cxn>
                <a:cxn ang="0">
                  <a:pos x="1838" y="1187"/>
                </a:cxn>
                <a:cxn ang="0">
                  <a:pos x="1837" y="712"/>
                </a:cxn>
                <a:cxn ang="0">
                  <a:pos x="1470" y="506"/>
                </a:cxn>
                <a:cxn ang="0">
                  <a:pos x="538" y="54"/>
                </a:cxn>
                <a:cxn ang="0">
                  <a:pos x="233" y="83"/>
                </a:cxn>
              </a:cxnLst>
              <a:rect l="0" t="0" r="r" b="b"/>
              <a:pathLst>
                <a:path w="1849" h="2801">
                  <a:moveTo>
                    <a:pt x="233" y="83"/>
                  </a:moveTo>
                  <a:cubicBezTo>
                    <a:pt x="245" y="140"/>
                    <a:pt x="295" y="205"/>
                    <a:pt x="301" y="263"/>
                  </a:cubicBezTo>
                  <a:cubicBezTo>
                    <a:pt x="304" y="290"/>
                    <a:pt x="294" y="326"/>
                    <a:pt x="304" y="351"/>
                  </a:cubicBezTo>
                  <a:cubicBezTo>
                    <a:pt x="317" y="381"/>
                    <a:pt x="351" y="404"/>
                    <a:pt x="365" y="435"/>
                  </a:cubicBezTo>
                  <a:cubicBezTo>
                    <a:pt x="373" y="452"/>
                    <a:pt x="361" y="471"/>
                    <a:pt x="372" y="487"/>
                  </a:cubicBezTo>
                  <a:cubicBezTo>
                    <a:pt x="388" y="509"/>
                    <a:pt x="429" y="526"/>
                    <a:pt x="435" y="554"/>
                  </a:cubicBezTo>
                  <a:cubicBezTo>
                    <a:pt x="439" y="569"/>
                    <a:pt x="416" y="591"/>
                    <a:pt x="409" y="603"/>
                  </a:cubicBezTo>
                  <a:cubicBezTo>
                    <a:pt x="395" y="629"/>
                    <a:pt x="394" y="655"/>
                    <a:pt x="391" y="683"/>
                  </a:cubicBezTo>
                  <a:cubicBezTo>
                    <a:pt x="382" y="765"/>
                    <a:pt x="367" y="849"/>
                    <a:pt x="366" y="931"/>
                  </a:cubicBezTo>
                  <a:cubicBezTo>
                    <a:pt x="365" y="981"/>
                    <a:pt x="362" y="1030"/>
                    <a:pt x="358" y="1079"/>
                  </a:cubicBezTo>
                  <a:cubicBezTo>
                    <a:pt x="357" y="1099"/>
                    <a:pt x="362" y="1121"/>
                    <a:pt x="355" y="1139"/>
                  </a:cubicBezTo>
                  <a:cubicBezTo>
                    <a:pt x="348" y="1159"/>
                    <a:pt x="328" y="1172"/>
                    <a:pt x="315" y="1187"/>
                  </a:cubicBezTo>
                  <a:cubicBezTo>
                    <a:pt x="282" y="1225"/>
                    <a:pt x="248" y="1260"/>
                    <a:pt x="214" y="1295"/>
                  </a:cubicBezTo>
                  <a:cubicBezTo>
                    <a:pt x="162" y="1350"/>
                    <a:pt x="105" y="1417"/>
                    <a:pt x="69" y="1483"/>
                  </a:cubicBezTo>
                  <a:cubicBezTo>
                    <a:pt x="61" y="1498"/>
                    <a:pt x="62" y="1513"/>
                    <a:pt x="55" y="1527"/>
                  </a:cubicBezTo>
                  <a:cubicBezTo>
                    <a:pt x="46" y="1546"/>
                    <a:pt x="10" y="1564"/>
                    <a:pt x="8" y="1580"/>
                  </a:cubicBezTo>
                  <a:cubicBezTo>
                    <a:pt x="0" y="1645"/>
                    <a:pt x="42" y="1714"/>
                    <a:pt x="75" y="1763"/>
                  </a:cubicBezTo>
                  <a:cubicBezTo>
                    <a:pt x="85" y="1779"/>
                    <a:pt x="97" y="1805"/>
                    <a:pt x="112" y="1815"/>
                  </a:cubicBezTo>
                  <a:cubicBezTo>
                    <a:pt x="131" y="1828"/>
                    <a:pt x="157" y="1807"/>
                    <a:pt x="177" y="1822"/>
                  </a:cubicBezTo>
                  <a:cubicBezTo>
                    <a:pt x="195" y="1835"/>
                    <a:pt x="188" y="1854"/>
                    <a:pt x="198" y="1870"/>
                  </a:cubicBezTo>
                  <a:cubicBezTo>
                    <a:pt x="206" y="1883"/>
                    <a:pt x="226" y="1882"/>
                    <a:pt x="237" y="1893"/>
                  </a:cubicBezTo>
                  <a:cubicBezTo>
                    <a:pt x="265" y="1922"/>
                    <a:pt x="236" y="1979"/>
                    <a:pt x="278" y="1991"/>
                  </a:cubicBezTo>
                  <a:cubicBezTo>
                    <a:pt x="278" y="2022"/>
                    <a:pt x="284" y="2053"/>
                    <a:pt x="284" y="2083"/>
                  </a:cubicBezTo>
                  <a:cubicBezTo>
                    <a:pt x="283" y="2130"/>
                    <a:pt x="268" y="2168"/>
                    <a:pt x="281" y="2215"/>
                  </a:cubicBezTo>
                  <a:cubicBezTo>
                    <a:pt x="299" y="2277"/>
                    <a:pt x="346" y="2310"/>
                    <a:pt x="386" y="2351"/>
                  </a:cubicBezTo>
                  <a:cubicBezTo>
                    <a:pt x="206" y="2351"/>
                    <a:pt x="206" y="2351"/>
                    <a:pt x="206" y="2351"/>
                  </a:cubicBezTo>
                  <a:cubicBezTo>
                    <a:pt x="135" y="2350"/>
                    <a:pt x="135" y="2350"/>
                    <a:pt x="135" y="2350"/>
                  </a:cubicBezTo>
                  <a:cubicBezTo>
                    <a:pt x="86" y="2411"/>
                    <a:pt x="86" y="2411"/>
                    <a:pt x="86" y="2411"/>
                  </a:cubicBezTo>
                  <a:cubicBezTo>
                    <a:pt x="124" y="2441"/>
                    <a:pt x="146" y="2483"/>
                    <a:pt x="182" y="2515"/>
                  </a:cubicBezTo>
                  <a:cubicBezTo>
                    <a:pt x="220" y="2548"/>
                    <a:pt x="269" y="2565"/>
                    <a:pt x="297" y="2607"/>
                  </a:cubicBezTo>
                  <a:cubicBezTo>
                    <a:pt x="319" y="2640"/>
                    <a:pt x="331" y="2729"/>
                    <a:pt x="370" y="2739"/>
                  </a:cubicBezTo>
                  <a:cubicBezTo>
                    <a:pt x="354" y="2783"/>
                    <a:pt x="354" y="2783"/>
                    <a:pt x="354" y="2783"/>
                  </a:cubicBezTo>
                  <a:cubicBezTo>
                    <a:pt x="454" y="2787"/>
                    <a:pt x="454" y="2787"/>
                    <a:pt x="454" y="2787"/>
                  </a:cubicBezTo>
                  <a:cubicBezTo>
                    <a:pt x="538" y="2723"/>
                    <a:pt x="538" y="2723"/>
                    <a:pt x="538" y="2723"/>
                  </a:cubicBezTo>
                  <a:cubicBezTo>
                    <a:pt x="545" y="2743"/>
                    <a:pt x="588" y="2801"/>
                    <a:pt x="602" y="2759"/>
                  </a:cubicBezTo>
                  <a:cubicBezTo>
                    <a:pt x="682" y="2723"/>
                    <a:pt x="682" y="2723"/>
                    <a:pt x="682" y="2723"/>
                  </a:cubicBezTo>
                  <a:cubicBezTo>
                    <a:pt x="734" y="2699"/>
                    <a:pt x="734" y="2699"/>
                    <a:pt x="734" y="2699"/>
                  </a:cubicBezTo>
                  <a:cubicBezTo>
                    <a:pt x="757" y="2715"/>
                    <a:pt x="781" y="2698"/>
                    <a:pt x="806" y="2696"/>
                  </a:cubicBezTo>
                  <a:cubicBezTo>
                    <a:pt x="832" y="2693"/>
                    <a:pt x="870" y="2699"/>
                    <a:pt x="894" y="2689"/>
                  </a:cubicBezTo>
                  <a:cubicBezTo>
                    <a:pt x="907" y="2684"/>
                    <a:pt x="909" y="2670"/>
                    <a:pt x="919" y="2662"/>
                  </a:cubicBezTo>
                  <a:cubicBezTo>
                    <a:pt x="949" y="2635"/>
                    <a:pt x="970" y="2609"/>
                    <a:pt x="994" y="2575"/>
                  </a:cubicBezTo>
                  <a:cubicBezTo>
                    <a:pt x="950" y="2551"/>
                    <a:pt x="950" y="2551"/>
                    <a:pt x="950" y="2551"/>
                  </a:cubicBezTo>
                  <a:cubicBezTo>
                    <a:pt x="950" y="2539"/>
                    <a:pt x="950" y="2539"/>
                    <a:pt x="950" y="2539"/>
                  </a:cubicBezTo>
                  <a:cubicBezTo>
                    <a:pt x="1012" y="2514"/>
                    <a:pt x="1088" y="2517"/>
                    <a:pt x="1154" y="2505"/>
                  </a:cubicBezTo>
                  <a:cubicBezTo>
                    <a:pt x="1171" y="2502"/>
                    <a:pt x="1190" y="2510"/>
                    <a:pt x="1206" y="2504"/>
                  </a:cubicBezTo>
                  <a:cubicBezTo>
                    <a:pt x="1222" y="2497"/>
                    <a:pt x="1230" y="2480"/>
                    <a:pt x="1243" y="2470"/>
                  </a:cubicBezTo>
                  <a:cubicBezTo>
                    <a:pt x="1259" y="2457"/>
                    <a:pt x="1280" y="2455"/>
                    <a:pt x="1294" y="2439"/>
                  </a:cubicBezTo>
                  <a:cubicBezTo>
                    <a:pt x="1326" y="2402"/>
                    <a:pt x="1337" y="2365"/>
                    <a:pt x="1390" y="2355"/>
                  </a:cubicBezTo>
                  <a:cubicBezTo>
                    <a:pt x="1398" y="2320"/>
                    <a:pt x="1419" y="2318"/>
                    <a:pt x="1446" y="2299"/>
                  </a:cubicBezTo>
                  <a:cubicBezTo>
                    <a:pt x="1445" y="2286"/>
                    <a:pt x="1439" y="2256"/>
                    <a:pt x="1446" y="2245"/>
                  </a:cubicBezTo>
                  <a:cubicBezTo>
                    <a:pt x="1453" y="2232"/>
                    <a:pt x="1477" y="2225"/>
                    <a:pt x="1490" y="2218"/>
                  </a:cubicBezTo>
                  <a:cubicBezTo>
                    <a:pt x="1543" y="2187"/>
                    <a:pt x="1579" y="2173"/>
                    <a:pt x="1638" y="2195"/>
                  </a:cubicBezTo>
                  <a:cubicBezTo>
                    <a:pt x="1655" y="2161"/>
                    <a:pt x="1659" y="2136"/>
                    <a:pt x="1650" y="2099"/>
                  </a:cubicBezTo>
                  <a:cubicBezTo>
                    <a:pt x="1590" y="2075"/>
                    <a:pt x="1590" y="2075"/>
                    <a:pt x="1590" y="2075"/>
                  </a:cubicBezTo>
                  <a:cubicBezTo>
                    <a:pt x="1591" y="2056"/>
                    <a:pt x="1598" y="2022"/>
                    <a:pt x="1594" y="2003"/>
                  </a:cubicBezTo>
                  <a:cubicBezTo>
                    <a:pt x="1584" y="1960"/>
                    <a:pt x="1557" y="1940"/>
                    <a:pt x="1570" y="1891"/>
                  </a:cubicBezTo>
                  <a:cubicBezTo>
                    <a:pt x="1556" y="1886"/>
                    <a:pt x="1538" y="1871"/>
                    <a:pt x="1523" y="1873"/>
                  </a:cubicBezTo>
                  <a:cubicBezTo>
                    <a:pt x="1509" y="1875"/>
                    <a:pt x="1501" y="1889"/>
                    <a:pt x="1486" y="1885"/>
                  </a:cubicBezTo>
                  <a:cubicBezTo>
                    <a:pt x="1414" y="1864"/>
                    <a:pt x="1528" y="1785"/>
                    <a:pt x="1546" y="1767"/>
                  </a:cubicBezTo>
                  <a:cubicBezTo>
                    <a:pt x="1546" y="1763"/>
                    <a:pt x="1546" y="1763"/>
                    <a:pt x="1546" y="1763"/>
                  </a:cubicBezTo>
                  <a:cubicBezTo>
                    <a:pt x="1532" y="1747"/>
                    <a:pt x="1497" y="1703"/>
                    <a:pt x="1513" y="1681"/>
                  </a:cubicBezTo>
                  <a:cubicBezTo>
                    <a:pt x="1527" y="1660"/>
                    <a:pt x="1557" y="1660"/>
                    <a:pt x="1570" y="1639"/>
                  </a:cubicBezTo>
                  <a:cubicBezTo>
                    <a:pt x="1602" y="1638"/>
                    <a:pt x="1573" y="1573"/>
                    <a:pt x="1558" y="1563"/>
                  </a:cubicBezTo>
                  <a:cubicBezTo>
                    <a:pt x="1558" y="1555"/>
                    <a:pt x="1558" y="1555"/>
                    <a:pt x="1558" y="1555"/>
                  </a:cubicBezTo>
                  <a:cubicBezTo>
                    <a:pt x="1614" y="1535"/>
                    <a:pt x="1614" y="1535"/>
                    <a:pt x="1614" y="1535"/>
                  </a:cubicBezTo>
                  <a:cubicBezTo>
                    <a:pt x="1597" y="1486"/>
                    <a:pt x="1647" y="1481"/>
                    <a:pt x="1662" y="1443"/>
                  </a:cubicBezTo>
                  <a:cubicBezTo>
                    <a:pt x="1670" y="1422"/>
                    <a:pt x="1652" y="1407"/>
                    <a:pt x="1657" y="1388"/>
                  </a:cubicBezTo>
                  <a:cubicBezTo>
                    <a:pt x="1660" y="1376"/>
                    <a:pt x="1674" y="1367"/>
                    <a:pt x="1686" y="1365"/>
                  </a:cubicBezTo>
                  <a:cubicBezTo>
                    <a:pt x="1717" y="1360"/>
                    <a:pt x="1762" y="1352"/>
                    <a:pt x="1794" y="1356"/>
                  </a:cubicBezTo>
                  <a:cubicBezTo>
                    <a:pt x="1807" y="1358"/>
                    <a:pt x="1831" y="1370"/>
                    <a:pt x="1839" y="1354"/>
                  </a:cubicBezTo>
                  <a:cubicBezTo>
                    <a:pt x="1849" y="1334"/>
                    <a:pt x="1841" y="1298"/>
                    <a:pt x="1838" y="1277"/>
                  </a:cubicBezTo>
                  <a:cubicBezTo>
                    <a:pt x="1834" y="1248"/>
                    <a:pt x="1838" y="1217"/>
                    <a:pt x="1838" y="1187"/>
                  </a:cubicBezTo>
                  <a:cubicBezTo>
                    <a:pt x="1838" y="863"/>
                    <a:pt x="1838" y="863"/>
                    <a:pt x="1838" y="863"/>
                  </a:cubicBezTo>
                  <a:cubicBezTo>
                    <a:pt x="1838" y="817"/>
                    <a:pt x="1848" y="756"/>
                    <a:pt x="1837" y="712"/>
                  </a:cubicBezTo>
                  <a:cubicBezTo>
                    <a:pt x="1829" y="684"/>
                    <a:pt x="1773" y="667"/>
                    <a:pt x="1750" y="654"/>
                  </a:cubicBezTo>
                  <a:cubicBezTo>
                    <a:pt x="1658" y="602"/>
                    <a:pt x="1564" y="553"/>
                    <a:pt x="1470" y="506"/>
                  </a:cubicBezTo>
                  <a:cubicBezTo>
                    <a:pt x="1221" y="384"/>
                    <a:pt x="976" y="254"/>
                    <a:pt x="722" y="142"/>
                  </a:cubicBezTo>
                  <a:cubicBezTo>
                    <a:pt x="660" y="115"/>
                    <a:pt x="599" y="85"/>
                    <a:pt x="538" y="54"/>
                  </a:cubicBezTo>
                  <a:cubicBezTo>
                    <a:pt x="512" y="42"/>
                    <a:pt x="458" y="0"/>
                    <a:pt x="429" y="0"/>
                  </a:cubicBezTo>
                  <a:cubicBezTo>
                    <a:pt x="375" y="0"/>
                    <a:pt x="284" y="62"/>
                    <a:pt x="233" y="8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1" name="Freeform 17"/>
            <p:cNvSpPr>
              <a:spLocks/>
            </p:cNvSpPr>
            <p:nvPr/>
          </p:nvSpPr>
          <p:spPr bwMode="auto">
            <a:xfrm>
              <a:off x="2227263" y="2617788"/>
              <a:ext cx="1588" cy="1588"/>
            </a:xfrm>
            <a:custGeom>
              <a:avLst/>
              <a:gdLst/>
              <a:ahLst/>
              <a:cxnLst>
                <a:cxn ang="0">
                  <a:pos x="0" y="0"/>
                </a:cxn>
                <a:cxn ang="0">
                  <a:pos x="1" y="1"/>
                </a:cxn>
                <a:cxn ang="0">
                  <a:pos x="0" y="0"/>
                </a:cxn>
              </a:cxnLst>
              <a:rect l="0" t="0" r="r" b="b"/>
              <a:pathLst>
                <a:path w="1" h="1">
                  <a:moveTo>
                    <a:pt x="0" y="0"/>
                  </a:moveTo>
                  <a:lnTo>
                    <a:pt x="1" y="1"/>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2" name="Freeform 18"/>
            <p:cNvSpPr>
              <a:spLocks/>
            </p:cNvSpPr>
            <p:nvPr/>
          </p:nvSpPr>
          <p:spPr bwMode="auto">
            <a:xfrm>
              <a:off x="2100263" y="2697163"/>
              <a:ext cx="1588" cy="1588"/>
            </a:xfrm>
            <a:custGeom>
              <a:avLst/>
              <a:gdLst/>
              <a:ahLst/>
              <a:cxnLst>
                <a:cxn ang="0">
                  <a:pos x="0" y="0"/>
                </a:cxn>
                <a:cxn ang="0">
                  <a:pos x="0" y="1"/>
                </a:cxn>
                <a:cxn ang="0">
                  <a:pos x="0" y="0"/>
                </a:cxn>
              </a:cxnLst>
              <a:rect l="0" t="0" r="r" b="b"/>
              <a:pathLst>
                <a:path h="1">
                  <a:moveTo>
                    <a:pt x="0" y="0"/>
                  </a:moveTo>
                  <a:lnTo>
                    <a:pt x="0" y="1"/>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Freeform 19"/>
            <p:cNvSpPr>
              <a:spLocks/>
            </p:cNvSpPr>
            <p:nvPr/>
          </p:nvSpPr>
          <p:spPr bwMode="auto">
            <a:xfrm>
              <a:off x="2152650" y="2130425"/>
              <a:ext cx="385763" cy="569913"/>
            </a:xfrm>
            <a:custGeom>
              <a:avLst/>
              <a:gdLst/>
              <a:ahLst/>
              <a:cxnLst>
                <a:cxn ang="0">
                  <a:pos x="992" y="92"/>
                </a:cxn>
                <a:cxn ang="0">
                  <a:pos x="1037" y="135"/>
                </a:cxn>
                <a:cxn ang="0">
                  <a:pos x="1062" y="236"/>
                </a:cxn>
                <a:cxn ang="0">
                  <a:pos x="953" y="319"/>
                </a:cxn>
                <a:cxn ang="0">
                  <a:pos x="878" y="432"/>
                </a:cxn>
                <a:cxn ang="0">
                  <a:pos x="827" y="529"/>
                </a:cxn>
                <a:cxn ang="0">
                  <a:pos x="769" y="644"/>
                </a:cxn>
                <a:cxn ang="0">
                  <a:pos x="685" y="800"/>
                </a:cxn>
                <a:cxn ang="0">
                  <a:pos x="569" y="1004"/>
                </a:cxn>
                <a:cxn ang="0">
                  <a:pos x="589" y="1040"/>
                </a:cxn>
                <a:cxn ang="0">
                  <a:pos x="533" y="1111"/>
                </a:cxn>
                <a:cxn ang="0">
                  <a:pos x="468" y="1142"/>
                </a:cxn>
                <a:cxn ang="0">
                  <a:pos x="425" y="1064"/>
                </a:cxn>
                <a:cxn ang="0">
                  <a:pos x="341" y="1075"/>
                </a:cxn>
                <a:cxn ang="0">
                  <a:pos x="229" y="1092"/>
                </a:cxn>
                <a:cxn ang="0">
                  <a:pos x="67" y="1264"/>
                </a:cxn>
                <a:cxn ang="0">
                  <a:pos x="13" y="1452"/>
                </a:cxn>
                <a:cxn ang="0">
                  <a:pos x="77" y="1488"/>
                </a:cxn>
                <a:cxn ang="0">
                  <a:pos x="189" y="1580"/>
                </a:cxn>
                <a:cxn ang="0">
                  <a:pos x="213" y="1600"/>
                </a:cxn>
                <a:cxn ang="0">
                  <a:pos x="208" y="1662"/>
                </a:cxn>
                <a:cxn ang="0">
                  <a:pos x="233" y="1844"/>
                </a:cxn>
                <a:cxn ang="0">
                  <a:pos x="305" y="1900"/>
                </a:cxn>
                <a:cxn ang="0">
                  <a:pos x="505" y="1876"/>
                </a:cxn>
                <a:cxn ang="0">
                  <a:pos x="681" y="1874"/>
                </a:cxn>
                <a:cxn ang="0">
                  <a:pos x="817" y="1881"/>
                </a:cxn>
                <a:cxn ang="0">
                  <a:pos x="929" y="1900"/>
                </a:cxn>
                <a:cxn ang="0">
                  <a:pos x="1157" y="1940"/>
                </a:cxn>
                <a:cxn ang="0">
                  <a:pos x="1269" y="1957"/>
                </a:cxn>
                <a:cxn ang="0">
                  <a:pos x="1345" y="1980"/>
                </a:cxn>
                <a:cxn ang="0">
                  <a:pos x="1353" y="1896"/>
                </a:cxn>
                <a:cxn ang="0">
                  <a:pos x="1337" y="1784"/>
                </a:cxn>
                <a:cxn ang="0">
                  <a:pos x="1165" y="1576"/>
                </a:cxn>
                <a:cxn ang="0">
                  <a:pos x="1097" y="1464"/>
                </a:cxn>
                <a:cxn ang="0">
                  <a:pos x="1075" y="1249"/>
                </a:cxn>
                <a:cxn ang="0">
                  <a:pos x="1100" y="1176"/>
                </a:cxn>
                <a:cxn ang="0">
                  <a:pos x="1237" y="936"/>
                </a:cxn>
                <a:cxn ang="0">
                  <a:pos x="1128" y="750"/>
                </a:cxn>
                <a:cxn ang="0">
                  <a:pos x="961" y="596"/>
                </a:cxn>
                <a:cxn ang="0">
                  <a:pos x="1001" y="555"/>
                </a:cxn>
                <a:cxn ang="0">
                  <a:pos x="1253" y="552"/>
                </a:cxn>
                <a:cxn ang="0">
                  <a:pos x="1166" y="437"/>
                </a:cxn>
                <a:cxn ang="0">
                  <a:pos x="1154" y="268"/>
                </a:cxn>
                <a:cxn ang="0">
                  <a:pos x="1110" y="84"/>
                </a:cxn>
                <a:cxn ang="0">
                  <a:pos x="977" y="0"/>
                </a:cxn>
              </a:cxnLst>
              <a:rect l="0" t="0" r="r" b="b"/>
              <a:pathLst>
                <a:path w="1353" h="1996">
                  <a:moveTo>
                    <a:pt x="977" y="0"/>
                  </a:moveTo>
                  <a:cubicBezTo>
                    <a:pt x="992" y="92"/>
                    <a:pt x="992" y="92"/>
                    <a:pt x="992" y="92"/>
                  </a:cubicBezTo>
                  <a:cubicBezTo>
                    <a:pt x="996" y="126"/>
                    <a:pt x="996" y="126"/>
                    <a:pt x="996" y="126"/>
                  </a:cubicBezTo>
                  <a:cubicBezTo>
                    <a:pt x="1037" y="135"/>
                    <a:pt x="1037" y="135"/>
                    <a:pt x="1037" y="135"/>
                  </a:cubicBezTo>
                  <a:cubicBezTo>
                    <a:pt x="1073" y="160"/>
                    <a:pt x="1073" y="160"/>
                    <a:pt x="1073" y="160"/>
                  </a:cubicBezTo>
                  <a:cubicBezTo>
                    <a:pt x="1066" y="182"/>
                    <a:pt x="1063" y="213"/>
                    <a:pt x="1062" y="236"/>
                  </a:cubicBezTo>
                  <a:cubicBezTo>
                    <a:pt x="1062" y="247"/>
                    <a:pt x="1070" y="257"/>
                    <a:pt x="1065" y="268"/>
                  </a:cubicBezTo>
                  <a:cubicBezTo>
                    <a:pt x="1045" y="307"/>
                    <a:pt x="983" y="303"/>
                    <a:pt x="953" y="319"/>
                  </a:cubicBezTo>
                  <a:cubicBezTo>
                    <a:pt x="926" y="333"/>
                    <a:pt x="922" y="368"/>
                    <a:pt x="901" y="388"/>
                  </a:cubicBezTo>
                  <a:cubicBezTo>
                    <a:pt x="897" y="404"/>
                    <a:pt x="883" y="416"/>
                    <a:pt x="878" y="432"/>
                  </a:cubicBezTo>
                  <a:cubicBezTo>
                    <a:pt x="871" y="454"/>
                    <a:pt x="875" y="484"/>
                    <a:pt x="861" y="504"/>
                  </a:cubicBezTo>
                  <a:cubicBezTo>
                    <a:pt x="853" y="516"/>
                    <a:pt x="834" y="514"/>
                    <a:pt x="827" y="529"/>
                  </a:cubicBezTo>
                  <a:cubicBezTo>
                    <a:pt x="817" y="552"/>
                    <a:pt x="838" y="581"/>
                    <a:pt x="824" y="604"/>
                  </a:cubicBezTo>
                  <a:cubicBezTo>
                    <a:pt x="812" y="624"/>
                    <a:pt x="781" y="619"/>
                    <a:pt x="769" y="644"/>
                  </a:cubicBezTo>
                  <a:cubicBezTo>
                    <a:pt x="740" y="704"/>
                    <a:pt x="770" y="764"/>
                    <a:pt x="681" y="776"/>
                  </a:cubicBezTo>
                  <a:cubicBezTo>
                    <a:pt x="685" y="800"/>
                    <a:pt x="685" y="800"/>
                    <a:pt x="685" y="800"/>
                  </a:cubicBezTo>
                  <a:cubicBezTo>
                    <a:pt x="643" y="809"/>
                    <a:pt x="654" y="850"/>
                    <a:pt x="644" y="884"/>
                  </a:cubicBezTo>
                  <a:cubicBezTo>
                    <a:pt x="632" y="924"/>
                    <a:pt x="603" y="978"/>
                    <a:pt x="569" y="1004"/>
                  </a:cubicBezTo>
                  <a:cubicBezTo>
                    <a:pt x="569" y="1012"/>
                    <a:pt x="569" y="1012"/>
                    <a:pt x="569" y="1012"/>
                  </a:cubicBezTo>
                  <a:cubicBezTo>
                    <a:pt x="589" y="1040"/>
                    <a:pt x="589" y="1040"/>
                    <a:pt x="589" y="1040"/>
                  </a:cubicBezTo>
                  <a:cubicBezTo>
                    <a:pt x="538" y="1080"/>
                    <a:pt x="538" y="1080"/>
                    <a:pt x="538" y="1080"/>
                  </a:cubicBezTo>
                  <a:cubicBezTo>
                    <a:pt x="533" y="1111"/>
                    <a:pt x="533" y="1111"/>
                    <a:pt x="533" y="1111"/>
                  </a:cubicBezTo>
                  <a:cubicBezTo>
                    <a:pt x="509" y="1148"/>
                    <a:pt x="509" y="1148"/>
                    <a:pt x="509" y="1148"/>
                  </a:cubicBezTo>
                  <a:cubicBezTo>
                    <a:pt x="497" y="1148"/>
                    <a:pt x="478" y="1151"/>
                    <a:pt x="468" y="1142"/>
                  </a:cubicBezTo>
                  <a:cubicBezTo>
                    <a:pt x="448" y="1122"/>
                    <a:pt x="470" y="1095"/>
                    <a:pt x="429" y="1092"/>
                  </a:cubicBezTo>
                  <a:cubicBezTo>
                    <a:pt x="425" y="1064"/>
                    <a:pt x="425" y="1064"/>
                    <a:pt x="425" y="1064"/>
                  </a:cubicBezTo>
                  <a:cubicBezTo>
                    <a:pt x="411" y="1057"/>
                    <a:pt x="383" y="1038"/>
                    <a:pt x="367" y="1048"/>
                  </a:cubicBezTo>
                  <a:cubicBezTo>
                    <a:pt x="356" y="1056"/>
                    <a:pt x="356" y="1071"/>
                    <a:pt x="341" y="1075"/>
                  </a:cubicBezTo>
                  <a:cubicBezTo>
                    <a:pt x="317" y="1081"/>
                    <a:pt x="312" y="1052"/>
                    <a:pt x="293" y="1054"/>
                  </a:cubicBezTo>
                  <a:cubicBezTo>
                    <a:pt x="269" y="1058"/>
                    <a:pt x="255" y="1087"/>
                    <a:pt x="229" y="1092"/>
                  </a:cubicBezTo>
                  <a:cubicBezTo>
                    <a:pt x="220" y="1145"/>
                    <a:pt x="152" y="1166"/>
                    <a:pt x="118" y="1204"/>
                  </a:cubicBezTo>
                  <a:cubicBezTo>
                    <a:pt x="105" y="1220"/>
                    <a:pt x="72" y="1245"/>
                    <a:pt x="67" y="1264"/>
                  </a:cubicBezTo>
                  <a:cubicBezTo>
                    <a:pt x="59" y="1295"/>
                    <a:pt x="76" y="1336"/>
                    <a:pt x="60" y="1368"/>
                  </a:cubicBezTo>
                  <a:cubicBezTo>
                    <a:pt x="46" y="1396"/>
                    <a:pt x="12" y="1416"/>
                    <a:pt x="13" y="1452"/>
                  </a:cubicBezTo>
                  <a:cubicBezTo>
                    <a:pt x="3" y="1459"/>
                    <a:pt x="0" y="1484"/>
                    <a:pt x="14" y="1490"/>
                  </a:cubicBezTo>
                  <a:cubicBezTo>
                    <a:pt x="33" y="1499"/>
                    <a:pt x="57" y="1489"/>
                    <a:pt x="77" y="1488"/>
                  </a:cubicBezTo>
                  <a:cubicBezTo>
                    <a:pt x="64" y="1535"/>
                    <a:pt x="93" y="1563"/>
                    <a:pt x="129" y="1581"/>
                  </a:cubicBezTo>
                  <a:cubicBezTo>
                    <a:pt x="153" y="1593"/>
                    <a:pt x="170" y="1609"/>
                    <a:pt x="189" y="1580"/>
                  </a:cubicBezTo>
                  <a:cubicBezTo>
                    <a:pt x="193" y="1580"/>
                    <a:pt x="193" y="1580"/>
                    <a:pt x="193" y="1580"/>
                  </a:cubicBezTo>
                  <a:cubicBezTo>
                    <a:pt x="213" y="1600"/>
                    <a:pt x="213" y="1600"/>
                    <a:pt x="213" y="1600"/>
                  </a:cubicBezTo>
                  <a:cubicBezTo>
                    <a:pt x="185" y="1608"/>
                    <a:pt x="185" y="1608"/>
                    <a:pt x="185" y="1608"/>
                  </a:cubicBezTo>
                  <a:cubicBezTo>
                    <a:pt x="192" y="1624"/>
                    <a:pt x="198" y="1649"/>
                    <a:pt x="208" y="1662"/>
                  </a:cubicBezTo>
                  <a:cubicBezTo>
                    <a:pt x="225" y="1683"/>
                    <a:pt x="252" y="1698"/>
                    <a:pt x="254" y="1728"/>
                  </a:cubicBezTo>
                  <a:cubicBezTo>
                    <a:pt x="257" y="1762"/>
                    <a:pt x="236" y="1808"/>
                    <a:pt x="233" y="1844"/>
                  </a:cubicBezTo>
                  <a:cubicBezTo>
                    <a:pt x="232" y="1855"/>
                    <a:pt x="224" y="1869"/>
                    <a:pt x="232" y="1879"/>
                  </a:cubicBezTo>
                  <a:cubicBezTo>
                    <a:pt x="248" y="1901"/>
                    <a:pt x="281" y="1900"/>
                    <a:pt x="305" y="1900"/>
                  </a:cubicBezTo>
                  <a:cubicBezTo>
                    <a:pt x="370" y="1900"/>
                    <a:pt x="446" y="1911"/>
                    <a:pt x="509" y="1896"/>
                  </a:cubicBezTo>
                  <a:cubicBezTo>
                    <a:pt x="505" y="1876"/>
                    <a:pt x="505" y="1876"/>
                    <a:pt x="505" y="1876"/>
                  </a:cubicBezTo>
                  <a:cubicBezTo>
                    <a:pt x="538" y="1870"/>
                    <a:pt x="565" y="1880"/>
                    <a:pt x="597" y="1880"/>
                  </a:cubicBezTo>
                  <a:cubicBezTo>
                    <a:pt x="625" y="1880"/>
                    <a:pt x="654" y="1873"/>
                    <a:pt x="681" y="1874"/>
                  </a:cubicBezTo>
                  <a:cubicBezTo>
                    <a:pt x="703" y="1875"/>
                    <a:pt x="723" y="1886"/>
                    <a:pt x="745" y="1886"/>
                  </a:cubicBezTo>
                  <a:cubicBezTo>
                    <a:pt x="768" y="1886"/>
                    <a:pt x="794" y="1878"/>
                    <a:pt x="817" y="1881"/>
                  </a:cubicBezTo>
                  <a:cubicBezTo>
                    <a:pt x="830" y="1883"/>
                    <a:pt x="837" y="1895"/>
                    <a:pt x="849" y="1898"/>
                  </a:cubicBezTo>
                  <a:cubicBezTo>
                    <a:pt x="873" y="1905"/>
                    <a:pt x="905" y="1900"/>
                    <a:pt x="929" y="1900"/>
                  </a:cubicBezTo>
                  <a:cubicBezTo>
                    <a:pt x="971" y="1900"/>
                    <a:pt x="1061" y="1884"/>
                    <a:pt x="1089" y="1916"/>
                  </a:cubicBezTo>
                  <a:cubicBezTo>
                    <a:pt x="1157" y="1940"/>
                    <a:pt x="1157" y="1940"/>
                    <a:pt x="1157" y="1940"/>
                  </a:cubicBezTo>
                  <a:cubicBezTo>
                    <a:pt x="1201" y="1941"/>
                    <a:pt x="1201" y="1941"/>
                    <a:pt x="1201" y="1941"/>
                  </a:cubicBezTo>
                  <a:cubicBezTo>
                    <a:pt x="1269" y="1957"/>
                    <a:pt x="1269" y="1957"/>
                    <a:pt x="1269" y="1957"/>
                  </a:cubicBezTo>
                  <a:cubicBezTo>
                    <a:pt x="1325" y="1996"/>
                    <a:pt x="1325" y="1996"/>
                    <a:pt x="1325" y="1996"/>
                  </a:cubicBezTo>
                  <a:cubicBezTo>
                    <a:pt x="1345" y="1980"/>
                    <a:pt x="1345" y="1980"/>
                    <a:pt x="1345" y="1980"/>
                  </a:cubicBezTo>
                  <a:cubicBezTo>
                    <a:pt x="1325" y="1900"/>
                    <a:pt x="1325" y="1900"/>
                    <a:pt x="1325" y="1900"/>
                  </a:cubicBezTo>
                  <a:cubicBezTo>
                    <a:pt x="1353" y="1896"/>
                    <a:pt x="1353" y="1896"/>
                    <a:pt x="1353" y="1896"/>
                  </a:cubicBezTo>
                  <a:cubicBezTo>
                    <a:pt x="1336" y="1864"/>
                    <a:pt x="1313" y="1822"/>
                    <a:pt x="1337" y="1788"/>
                  </a:cubicBezTo>
                  <a:cubicBezTo>
                    <a:pt x="1337" y="1784"/>
                    <a:pt x="1337" y="1784"/>
                    <a:pt x="1337" y="1784"/>
                  </a:cubicBezTo>
                  <a:cubicBezTo>
                    <a:pt x="1282" y="1709"/>
                    <a:pt x="1190" y="1669"/>
                    <a:pt x="1145" y="1580"/>
                  </a:cubicBezTo>
                  <a:cubicBezTo>
                    <a:pt x="1165" y="1576"/>
                    <a:pt x="1165" y="1576"/>
                    <a:pt x="1165" y="1576"/>
                  </a:cubicBezTo>
                  <a:cubicBezTo>
                    <a:pt x="1158" y="1549"/>
                    <a:pt x="1156" y="1528"/>
                    <a:pt x="1137" y="1505"/>
                  </a:cubicBezTo>
                  <a:cubicBezTo>
                    <a:pt x="1124" y="1489"/>
                    <a:pt x="1105" y="1484"/>
                    <a:pt x="1097" y="1464"/>
                  </a:cubicBezTo>
                  <a:cubicBezTo>
                    <a:pt x="1080" y="1424"/>
                    <a:pt x="1105" y="1374"/>
                    <a:pt x="1057" y="1352"/>
                  </a:cubicBezTo>
                  <a:cubicBezTo>
                    <a:pt x="1073" y="1328"/>
                    <a:pt x="1089" y="1278"/>
                    <a:pt x="1075" y="1249"/>
                  </a:cubicBezTo>
                  <a:cubicBezTo>
                    <a:pt x="1068" y="1237"/>
                    <a:pt x="1039" y="1242"/>
                    <a:pt x="1046" y="1220"/>
                  </a:cubicBezTo>
                  <a:cubicBezTo>
                    <a:pt x="1054" y="1197"/>
                    <a:pt x="1086" y="1194"/>
                    <a:pt x="1100" y="1176"/>
                  </a:cubicBezTo>
                  <a:cubicBezTo>
                    <a:pt x="1133" y="1133"/>
                    <a:pt x="1145" y="1073"/>
                    <a:pt x="1174" y="1028"/>
                  </a:cubicBezTo>
                  <a:cubicBezTo>
                    <a:pt x="1193" y="998"/>
                    <a:pt x="1230" y="975"/>
                    <a:pt x="1237" y="936"/>
                  </a:cubicBezTo>
                  <a:cubicBezTo>
                    <a:pt x="1240" y="920"/>
                    <a:pt x="1211" y="905"/>
                    <a:pt x="1207" y="888"/>
                  </a:cubicBezTo>
                  <a:cubicBezTo>
                    <a:pt x="1192" y="839"/>
                    <a:pt x="1170" y="783"/>
                    <a:pt x="1128" y="750"/>
                  </a:cubicBezTo>
                  <a:cubicBezTo>
                    <a:pt x="1102" y="729"/>
                    <a:pt x="1070" y="715"/>
                    <a:pt x="1045" y="692"/>
                  </a:cubicBezTo>
                  <a:cubicBezTo>
                    <a:pt x="1014" y="663"/>
                    <a:pt x="993" y="624"/>
                    <a:pt x="961" y="596"/>
                  </a:cubicBezTo>
                  <a:cubicBezTo>
                    <a:pt x="961" y="592"/>
                    <a:pt x="961" y="592"/>
                    <a:pt x="961" y="592"/>
                  </a:cubicBezTo>
                  <a:cubicBezTo>
                    <a:pt x="979" y="580"/>
                    <a:pt x="982" y="562"/>
                    <a:pt x="1001" y="555"/>
                  </a:cubicBezTo>
                  <a:cubicBezTo>
                    <a:pt x="1034" y="542"/>
                    <a:pt x="1092" y="542"/>
                    <a:pt x="1125" y="547"/>
                  </a:cubicBezTo>
                  <a:cubicBezTo>
                    <a:pt x="1165" y="553"/>
                    <a:pt x="1213" y="552"/>
                    <a:pt x="1253" y="552"/>
                  </a:cubicBezTo>
                  <a:cubicBezTo>
                    <a:pt x="1249" y="529"/>
                    <a:pt x="1233" y="526"/>
                    <a:pt x="1218" y="511"/>
                  </a:cubicBezTo>
                  <a:cubicBezTo>
                    <a:pt x="1199" y="493"/>
                    <a:pt x="1176" y="462"/>
                    <a:pt x="1166" y="437"/>
                  </a:cubicBezTo>
                  <a:cubicBezTo>
                    <a:pt x="1152" y="403"/>
                    <a:pt x="1139" y="378"/>
                    <a:pt x="1143" y="340"/>
                  </a:cubicBezTo>
                  <a:cubicBezTo>
                    <a:pt x="1145" y="323"/>
                    <a:pt x="1156" y="286"/>
                    <a:pt x="1154" y="268"/>
                  </a:cubicBezTo>
                  <a:cubicBezTo>
                    <a:pt x="1152" y="206"/>
                    <a:pt x="1133" y="178"/>
                    <a:pt x="1133" y="132"/>
                  </a:cubicBezTo>
                  <a:cubicBezTo>
                    <a:pt x="1116" y="130"/>
                    <a:pt x="1116" y="99"/>
                    <a:pt x="1110" y="84"/>
                  </a:cubicBezTo>
                  <a:cubicBezTo>
                    <a:pt x="1101" y="66"/>
                    <a:pt x="1084" y="60"/>
                    <a:pt x="1065" y="60"/>
                  </a:cubicBezTo>
                  <a:cubicBezTo>
                    <a:pt x="1058" y="0"/>
                    <a:pt x="1031" y="0"/>
                    <a:pt x="977" y="0"/>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4" name="Freeform 20"/>
            <p:cNvSpPr>
              <a:spLocks noEditPoints="1"/>
            </p:cNvSpPr>
            <p:nvPr/>
          </p:nvSpPr>
          <p:spPr bwMode="auto">
            <a:xfrm>
              <a:off x="2198688" y="2641600"/>
              <a:ext cx="100013" cy="90488"/>
            </a:xfrm>
            <a:custGeom>
              <a:avLst/>
              <a:gdLst/>
              <a:ahLst/>
              <a:cxnLst>
                <a:cxn ang="0">
                  <a:pos x="84" y="0"/>
                </a:cxn>
                <a:cxn ang="0">
                  <a:pos x="88" y="4"/>
                </a:cxn>
                <a:cxn ang="0">
                  <a:pos x="84" y="0"/>
                </a:cxn>
                <a:cxn ang="0">
                  <a:pos x="68" y="84"/>
                </a:cxn>
                <a:cxn ang="0">
                  <a:pos x="69" y="160"/>
                </a:cxn>
                <a:cxn ang="0">
                  <a:pos x="11" y="252"/>
                </a:cxn>
                <a:cxn ang="0">
                  <a:pos x="0" y="290"/>
                </a:cxn>
                <a:cxn ang="0">
                  <a:pos x="56" y="300"/>
                </a:cxn>
                <a:cxn ang="0">
                  <a:pos x="56" y="304"/>
                </a:cxn>
                <a:cxn ang="0">
                  <a:pos x="40" y="308"/>
                </a:cxn>
                <a:cxn ang="0">
                  <a:pos x="40" y="312"/>
                </a:cxn>
                <a:cxn ang="0">
                  <a:pos x="348" y="316"/>
                </a:cxn>
                <a:cxn ang="0">
                  <a:pos x="352" y="108"/>
                </a:cxn>
                <a:cxn ang="0">
                  <a:pos x="124" y="108"/>
                </a:cxn>
                <a:cxn ang="0">
                  <a:pos x="100" y="104"/>
                </a:cxn>
                <a:cxn ang="0">
                  <a:pos x="88" y="84"/>
                </a:cxn>
                <a:cxn ang="0">
                  <a:pos x="68" y="84"/>
                </a:cxn>
              </a:cxnLst>
              <a:rect l="0" t="0" r="r" b="b"/>
              <a:pathLst>
                <a:path w="352" h="316">
                  <a:moveTo>
                    <a:pt x="84" y="0"/>
                  </a:moveTo>
                  <a:cubicBezTo>
                    <a:pt x="88" y="4"/>
                    <a:pt x="88" y="4"/>
                    <a:pt x="88" y="4"/>
                  </a:cubicBezTo>
                  <a:cubicBezTo>
                    <a:pt x="84" y="0"/>
                    <a:pt x="84" y="0"/>
                    <a:pt x="84" y="0"/>
                  </a:cubicBezTo>
                  <a:moveTo>
                    <a:pt x="68" y="84"/>
                  </a:moveTo>
                  <a:cubicBezTo>
                    <a:pt x="69" y="160"/>
                    <a:pt x="69" y="160"/>
                    <a:pt x="69" y="160"/>
                  </a:cubicBezTo>
                  <a:cubicBezTo>
                    <a:pt x="11" y="252"/>
                    <a:pt x="11" y="252"/>
                    <a:pt x="11" y="252"/>
                  </a:cubicBezTo>
                  <a:cubicBezTo>
                    <a:pt x="0" y="290"/>
                    <a:pt x="0" y="290"/>
                    <a:pt x="0" y="290"/>
                  </a:cubicBezTo>
                  <a:cubicBezTo>
                    <a:pt x="56" y="300"/>
                    <a:pt x="56" y="300"/>
                    <a:pt x="56" y="300"/>
                  </a:cubicBezTo>
                  <a:cubicBezTo>
                    <a:pt x="56" y="304"/>
                    <a:pt x="56" y="304"/>
                    <a:pt x="56" y="304"/>
                  </a:cubicBezTo>
                  <a:cubicBezTo>
                    <a:pt x="40" y="308"/>
                    <a:pt x="40" y="308"/>
                    <a:pt x="40" y="308"/>
                  </a:cubicBezTo>
                  <a:cubicBezTo>
                    <a:pt x="40" y="312"/>
                    <a:pt x="40" y="312"/>
                    <a:pt x="40" y="312"/>
                  </a:cubicBezTo>
                  <a:cubicBezTo>
                    <a:pt x="348" y="316"/>
                    <a:pt x="348" y="316"/>
                    <a:pt x="348" y="316"/>
                  </a:cubicBezTo>
                  <a:cubicBezTo>
                    <a:pt x="352" y="108"/>
                    <a:pt x="352" y="108"/>
                    <a:pt x="352" y="108"/>
                  </a:cubicBezTo>
                  <a:cubicBezTo>
                    <a:pt x="124" y="108"/>
                    <a:pt x="124" y="108"/>
                    <a:pt x="124" y="108"/>
                  </a:cubicBezTo>
                  <a:cubicBezTo>
                    <a:pt x="121" y="94"/>
                    <a:pt x="104" y="86"/>
                    <a:pt x="100" y="104"/>
                  </a:cubicBezTo>
                  <a:cubicBezTo>
                    <a:pt x="88" y="84"/>
                    <a:pt x="88" y="84"/>
                    <a:pt x="88" y="84"/>
                  </a:cubicBezTo>
                  <a:lnTo>
                    <a:pt x="68" y="84"/>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5" name="Freeform 21"/>
            <p:cNvSpPr>
              <a:spLocks/>
            </p:cNvSpPr>
            <p:nvPr/>
          </p:nvSpPr>
          <p:spPr bwMode="auto">
            <a:xfrm>
              <a:off x="1743075" y="1608138"/>
              <a:ext cx="785813" cy="592138"/>
            </a:xfrm>
            <a:custGeom>
              <a:avLst/>
              <a:gdLst/>
              <a:ahLst/>
              <a:cxnLst>
                <a:cxn ang="0">
                  <a:pos x="702" y="1175"/>
                </a:cxn>
                <a:cxn ang="0">
                  <a:pos x="663" y="1311"/>
                </a:cxn>
                <a:cxn ang="0">
                  <a:pos x="588" y="1427"/>
                </a:cxn>
                <a:cxn ang="0">
                  <a:pos x="500" y="1431"/>
                </a:cxn>
                <a:cxn ang="0">
                  <a:pos x="208" y="1441"/>
                </a:cxn>
                <a:cxn ang="0">
                  <a:pos x="16" y="1491"/>
                </a:cxn>
                <a:cxn ang="0">
                  <a:pos x="38" y="1623"/>
                </a:cxn>
                <a:cxn ang="0">
                  <a:pos x="132" y="1737"/>
                </a:cxn>
                <a:cxn ang="0">
                  <a:pos x="196" y="1779"/>
                </a:cxn>
                <a:cxn ang="0">
                  <a:pos x="151" y="1835"/>
                </a:cxn>
                <a:cxn ang="0">
                  <a:pos x="308" y="1911"/>
                </a:cxn>
                <a:cxn ang="0">
                  <a:pos x="332" y="1947"/>
                </a:cxn>
                <a:cxn ang="0">
                  <a:pos x="400" y="1977"/>
                </a:cxn>
                <a:cxn ang="0">
                  <a:pos x="468" y="1953"/>
                </a:cxn>
                <a:cxn ang="0">
                  <a:pos x="600" y="2075"/>
                </a:cxn>
                <a:cxn ang="0">
                  <a:pos x="624" y="2019"/>
                </a:cxn>
                <a:cxn ang="0">
                  <a:pos x="673" y="1875"/>
                </a:cxn>
                <a:cxn ang="0">
                  <a:pos x="772" y="1720"/>
                </a:cxn>
                <a:cxn ang="0">
                  <a:pos x="928" y="1692"/>
                </a:cxn>
                <a:cxn ang="0">
                  <a:pos x="1096" y="1748"/>
                </a:cxn>
                <a:cxn ang="0">
                  <a:pos x="1232" y="1828"/>
                </a:cxn>
                <a:cxn ang="0">
                  <a:pos x="1348" y="1784"/>
                </a:cxn>
                <a:cxn ang="0">
                  <a:pos x="1644" y="1877"/>
                </a:cxn>
                <a:cxn ang="0">
                  <a:pos x="1788" y="1790"/>
                </a:cxn>
                <a:cxn ang="0">
                  <a:pos x="2139" y="1830"/>
                </a:cxn>
                <a:cxn ang="0">
                  <a:pos x="2224" y="1757"/>
                </a:cxn>
                <a:cxn ang="0">
                  <a:pos x="2344" y="1727"/>
                </a:cxn>
                <a:cxn ang="0">
                  <a:pos x="2370" y="1543"/>
                </a:cxn>
                <a:cxn ang="0">
                  <a:pos x="2477" y="1363"/>
                </a:cxn>
                <a:cxn ang="0">
                  <a:pos x="2667" y="1159"/>
                </a:cxn>
                <a:cxn ang="0">
                  <a:pos x="2701" y="707"/>
                </a:cxn>
                <a:cxn ang="0">
                  <a:pos x="2751" y="563"/>
                </a:cxn>
                <a:cxn ang="0">
                  <a:pos x="2686" y="451"/>
                </a:cxn>
                <a:cxn ang="0">
                  <a:pos x="2619" y="287"/>
                </a:cxn>
                <a:cxn ang="0">
                  <a:pos x="2340" y="90"/>
                </a:cxn>
                <a:cxn ang="0">
                  <a:pos x="2003" y="11"/>
                </a:cxn>
                <a:cxn ang="0">
                  <a:pos x="933" y="712"/>
                </a:cxn>
              </a:cxnLst>
              <a:rect l="0" t="0" r="r" b="b"/>
              <a:pathLst>
                <a:path w="2751" h="2075">
                  <a:moveTo>
                    <a:pt x="708" y="763"/>
                  </a:moveTo>
                  <a:cubicBezTo>
                    <a:pt x="708" y="899"/>
                    <a:pt x="719" y="1041"/>
                    <a:pt x="702" y="1175"/>
                  </a:cubicBezTo>
                  <a:cubicBezTo>
                    <a:pt x="700" y="1195"/>
                    <a:pt x="708" y="1215"/>
                    <a:pt x="702" y="1235"/>
                  </a:cubicBezTo>
                  <a:cubicBezTo>
                    <a:pt x="694" y="1261"/>
                    <a:pt x="672" y="1285"/>
                    <a:pt x="663" y="1311"/>
                  </a:cubicBezTo>
                  <a:cubicBezTo>
                    <a:pt x="657" y="1327"/>
                    <a:pt x="659" y="1349"/>
                    <a:pt x="649" y="1362"/>
                  </a:cubicBezTo>
                  <a:cubicBezTo>
                    <a:pt x="628" y="1390"/>
                    <a:pt x="594" y="1385"/>
                    <a:pt x="588" y="1427"/>
                  </a:cubicBezTo>
                  <a:cubicBezTo>
                    <a:pt x="496" y="1419"/>
                    <a:pt x="496" y="1419"/>
                    <a:pt x="496" y="1419"/>
                  </a:cubicBezTo>
                  <a:cubicBezTo>
                    <a:pt x="500" y="1431"/>
                    <a:pt x="500" y="1431"/>
                    <a:pt x="500" y="1431"/>
                  </a:cubicBezTo>
                  <a:cubicBezTo>
                    <a:pt x="429" y="1431"/>
                    <a:pt x="359" y="1434"/>
                    <a:pt x="288" y="1439"/>
                  </a:cubicBezTo>
                  <a:cubicBezTo>
                    <a:pt x="262" y="1441"/>
                    <a:pt x="233" y="1434"/>
                    <a:pt x="208" y="1441"/>
                  </a:cubicBezTo>
                  <a:cubicBezTo>
                    <a:pt x="181" y="1447"/>
                    <a:pt x="168" y="1478"/>
                    <a:pt x="144" y="1490"/>
                  </a:cubicBezTo>
                  <a:cubicBezTo>
                    <a:pt x="111" y="1506"/>
                    <a:pt x="51" y="1494"/>
                    <a:pt x="16" y="1491"/>
                  </a:cubicBezTo>
                  <a:cubicBezTo>
                    <a:pt x="14" y="1517"/>
                    <a:pt x="0" y="1558"/>
                    <a:pt x="8" y="1583"/>
                  </a:cubicBezTo>
                  <a:cubicBezTo>
                    <a:pt x="13" y="1599"/>
                    <a:pt x="33" y="1607"/>
                    <a:pt x="38" y="1623"/>
                  </a:cubicBezTo>
                  <a:cubicBezTo>
                    <a:pt x="50" y="1656"/>
                    <a:pt x="49" y="1695"/>
                    <a:pt x="82" y="1721"/>
                  </a:cubicBezTo>
                  <a:cubicBezTo>
                    <a:pt x="95" y="1732"/>
                    <a:pt x="117" y="1728"/>
                    <a:pt x="132" y="1737"/>
                  </a:cubicBezTo>
                  <a:cubicBezTo>
                    <a:pt x="158" y="1752"/>
                    <a:pt x="161" y="1774"/>
                    <a:pt x="196" y="1775"/>
                  </a:cubicBezTo>
                  <a:cubicBezTo>
                    <a:pt x="196" y="1779"/>
                    <a:pt x="196" y="1779"/>
                    <a:pt x="196" y="1779"/>
                  </a:cubicBezTo>
                  <a:cubicBezTo>
                    <a:pt x="183" y="1780"/>
                    <a:pt x="165" y="1770"/>
                    <a:pt x="153" y="1774"/>
                  </a:cubicBezTo>
                  <a:cubicBezTo>
                    <a:pt x="138" y="1779"/>
                    <a:pt x="140" y="1827"/>
                    <a:pt x="151" y="1835"/>
                  </a:cubicBezTo>
                  <a:cubicBezTo>
                    <a:pt x="173" y="1856"/>
                    <a:pt x="224" y="1895"/>
                    <a:pt x="252" y="1905"/>
                  </a:cubicBezTo>
                  <a:cubicBezTo>
                    <a:pt x="269" y="1911"/>
                    <a:pt x="290" y="1908"/>
                    <a:pt x="308" y="1911"/>
                  </a:cubicBezTo>
                  <a:cubicBezTo>
                    <a:pt x="323" y="1884"/>
                    <a:pt x="373" y="1900"/>
                    <a:pt x="362" y="1927"/>
                  </a:cubicBezTo>
                  <a:cubicBezTo>
                    <a:pt x="358" y="1937"/>
                    <a:pt x="341" y="1943"/>
                    <a:pt x="332" y="1947"/>
                  </a:cubicBezTo>
                  <a:cubicBezTo>
                    <a:pt x="342" y="1975"/>
                    <a:pt x="370" y="2022"/>
                    <a:pt x="396" y="2035"/>
                  </a:cubicBezTo>
                  <a:cubicBezTo>
                    <a:pt x="401" y="2019"/>
                    <a:pt x="393" y="1989"/>
                    <a:pt x="400" y="1977"/>
                  </a:cubicBezTo>
                  <a:cubicBezTo>
                    <a:pt x="407" y="1967"/>
                    <a:pt x="422" y="1969"/>
                    <a:pt x="432" y="1966"/>
                  </a:cubicBezTo>
                  <a:cubicBezTo>
                    <a:pt x="444" y="1963"/>
                    <a:pt x="456" y="1952"/>
                    <a:pt x="468" y="1953"/>
                  </a:cubicBezTo>
                  <a:cubicBezTo>
                    <a:pt x="502" y="1956"/>
                    <a:pt x="525" y="2009"/>
                    <a:pt x="546" y="2030"/>
                  </a:cubicBezTo>
                  <a:cubicBezTo>
                    <a:pt x="565" y="2049"/>
                    <a:pt x="584" y="2049"/>
                    <a:pt x="600" y="2075"/>
                  </a:cubicBezTo>
                  <a:cubicBezTo>
                    <a:pt x="624" y="2047"/>
                    <a:pt x="624" y="2047"/>
                    <a:pt x="624" y="2047"/>
                  </a:cubicBezTo>
                  <a:cubicBezTo>
                    <a:pt x="612" y="2036"/>
                    <a:pt x="612" y="2031"/>
                    <a:pt x="624" y="2019"/>
                  </a:cubicBezTo>
                  <a:cubicBezTo>
                    <a:pt x="615" y="1994"/>
                    <a:pt x="610" y="1944"/>
                    <a:pt x="627" y="1920"/>
                  </a:cubicBezTo>
                  <a:cubicBezTo>
                    <a:pt x="639" y="1902"/>
                    <a:pt x="661" y="1894"/>
                    <a:pt x="673" y="1875"/>
                  </a:cubicBezTo>
                  <a:cubicBezTo>
                    <a:pt x="696" y="1839"/>
                    <a:pt x="704" y="1801"/>
                    <a:pt x="704" y="1759"/>
                  </a:cubicBezTo>
                  <a:cubicBezTo>
                    <a:pt x="732" y="1755"/>
                    <a:pt x="745" y="1727"/>
                    <a:pt x="772" y="1720"/>
                  </a:cubicBezTo>
                  <a:cubicBezTo>
                    <a:pt x="813" y="1709"/>
                    <a:pt x="853" y="1724"/>
                    <a:pt x="892" y="1714"/>
                  </a:cubicBezTo>
                  <a:cubicBezTo>
                    <a:pt x="907" y="1710"/>
                    <a:pt x="913" y="1691"/>
                    <a:pt x="928" y="1692"/>
                  </a:cubicBezTo>
                  <a:cubicBezTo>
                    <a:pt x="962" y="1692"/>
                    <a:pt x="996" y="1719"/>
                    <a:pt x="1028" y="1727"/>
                  </a:cubicBezTo>
                  <a:cubicBezTo>
                    <a:pt x="1055" y="1734"/>
                    <a:pt x="1073" y="1726"/>
                    <a:pt x="1096" y="1748"/>
                  </a:cubicBezTo>
                  <a:cubicBezTo>
                    <a:pt x="1124" y="1773"/>
                    <a:pt x="1145" y="1828"/>
                    <a:pt x="1180" y="1841"/>
                  </a:cubicBezTo>
                  <a:cubicBezTo>
                    <a:pt x="1202" y="1849"/>
                    <a:pt x="1214" y="1835"/>
                    <a:pt x="1232" y="1828"/>
                  </a:cubicBezTo>
                  <a:cubicBezTo>
                    <a:pt x="1242" y="1824"/>
                    <a:pt x="1254" y="1826"/>
                    <a:pt x="1264" y="1822"/>
                  </a:cubicBezTo>
                  <a:cubicBezTo>
                    <a:pt x="1292" y="1811"/>
                    <a:pt x="1317" y="1784"/>
                    <a:pt x="1348" y="1784"/>
                  </a:cubicBezTo>
                  <a:cubicBezTo>
                    <a:pt x="1394" y="1783"/>
                    <a:pt x="1444" y="1832"/>
                    <a:pt x="1482" y="1854"/>
                  </a:cubicBezTo>
                  <a:cubicBezTo>
                    <a:pt x="1521" y="1876"/>
                    <a:pt x="1599" y="1883"/>
                    <a:pt x="1644" y="1877"/>
                  </a:cubicBezTo>
                  <a:cubicBezTo>
                    <a:pt x="1673" y="1873"/>
                    <a:pt x="1683" y="1832"/>
                    <a:pt x="1712" y="1823"/>
                  </a:cubicBezTo>
                  <a:cubicBezTo>
                    <a:pt x="1727" y="1794"/>
                    <a:pt x="1760" y="1796"/>
                    <a:pt x="1788" y="1790"/>
                  </a:cubicBezTo>
                  <a:cubicBezTo>
                    <a:pt x="1856" y="1775"/>
                    <a:pt x="1949" y="1767"/>
                    <a:pt x="2015" y="1793"/>
                  </a:cubicBezTo>
                  <a:cubicBezTo>
                    <a:pt x="2051" y="1806"/>
                    <a:pt x="2099" y="1841"/>
                    <a:pt x="2139" y="1830"/>
                  </a:cubicBezTo>
                  <a:cubicBezTo>
                    <a:pt x="2156" y="1826"/>
                    <a:pt x="2157" y="1807"/>
                    <a:pt x="2169" y="1798"/>
                  </a:cubicBezTo>
                  <a:cubicBezTo>
                    <a:pt x="2185" y="1785"/>
                    <a:pt x="2205" y="1765"/>
                    <a:pt x="2224" y="1757"/>
                  </a:cubicBezTo>
                  <a:cubicBezTo>
                    <a:pt x="2238" y="1751"/>
                    <a:pt x="2254" y="1756"/>
                    <a:pt x="2268" y="1750"/>
                  </a:cubicBezTo>
                  <a:cubicBezTo>
                    <a:pt x="2300" y="1734"/>
                    <a:pt x="2302" y="1710"/>
                    <a:pt x="2344" y="1727"/>
                  </a:cubicBezTo>
                  <a:cubicBezTo>
                    <a:pt x="2319" y="1600"/>
                    <a:pt x="2319" y="1600"/>
                    <a:pt x="2319" y="1600"/>
                  </a:cubicBezTo>
                  <a:cubicBezTo>
                    <a:pt x="2370" y="1543"/>
                    <a:pt x="2370" y="1543"/>
                    <a:pt x="2370" y="1543"/>
                  </a:cubicBezTo>
                  <a:cubicBezTo>
                    <a:pt x="2379" y="1499"/>
                    <a:pt x="2379" y="1499"/>
                    <a:pt x="2379" y="1499"/>
                  </a:cubicBezTo>
                  <a:cubicBezTo>
                    <a:pt x="2477" y="1363"/>
                    <a:pt x="2477" y="1363"/>
                    <a:pt x="2477" y="1363"/>
                  </a:cubicBezTo>
                  <a:cubicBezTo>
                    <a:pt x="2613" y="1223"/>
                    <a:pt x="2613" y="1223"/>
                    <a:pt x="2613" y="1223"/>
                  </a:cubicBezTo>
                  <a:cubicBezTo>
                    <a:pt x="2667" y="1159"/>
                    <a:pt x="2667" y="1159"/>
                    <a:pt x="2667" y="1159"/>
                  </a:cubicBezTo>
                  <a:cubicBezTo>
                    <a:pt x="2673" y="1043"/>
                    <a:pt x="2673" y="1043"/>
                    <a:pt x="2673" y="1043"/>
                  </a:cubicBezTo>
                  <a:cubicBezTo>
                    <a:pt x="2701" y="707"/>
                    <a:pt x="2701" y="707"/>
                    <a:pt x="2701" y="707"/>
                  </a:cubicBezTo>
                  <a:cubicBezTo>
                    <a:pt x="2728" y="611"/>
                    <a:pt x="2728" y="611"/>
                    <a:pt x="2728" y="611"/>
                  </a:cubicBezTo>
                  <a:cubicBezTo>
                    <a:pt x="2751" y="563"/>
                    <a:pt x="2751" y="563"/>
                    <a:pt x="2751" y="563"/>
                  </a:cubicBezTo>
                  <a:cubicBezTo>
                    <a:pt x="2688" y="491"/>
                    <a:pt x="2688" y="491"/>
                    <a:pt x="2688" y="491"/>
                  </a:cubicBezTo>
                  <a:cubicBezTo>
                    <a:pt x="2686" y="451"/>
                    <a:pt x="2686" y="451"/>
                    <a:pt x="2686" y="451"/>
                  </a:cubicBezTo>
                  <a:cubicBezTo>
                    <a:pt x="2624" y="363"/>
                    <a:pt x="2624" y="363"/>
                    <a:pt x="2624" y="363"/>
                  </a:cubicBezTo>
                  <a:cubicBezTo>
                    <a:pt x="2619" y="287"/>
                    <a:pt x="2619" y="287"/>
                    <a:pt x="2619" y="287"/>
                  </a:cubicBezTo>
                  <a:cubicBezTo>
                    <a:pt x="2543" y="91"/>
                    <a:pt x="2543" y="91"/>
                    <a:pt x="2543" y="91"/>
                  </a:cubicBezTo>
                  <a:cubicBezTo>
                    <a:pt x="2401" y="190"/>
                    <a:pt x="2371" y="110"/>
                    <a:pt x="2340" y="90"/>
                  </a:cubicBezTo>
                  <a:cubicBezTo>
                    <a:pt x="2284" y="54"/>
                    <a:pt x="2196" y="48"/>
                    <a:pt x="2132" y="29"/>
                  </a:cubicBezTo>
                  <a:cubicBezTo>
                    <a:pt x="2107" y="21"/>
                    <a:pt x="2029" y="0"/>
                    <a:pt x="2003" y="11"/>
                  </a:cubicBezTo>
                  <a:cubicBezTo>
                    <a:pt x="1884" y="61"/>
                    <a:pt x="1250" y="424"/>
                    <a:pt x="1183" y="481"/>
                  </a:cubicBezTo>
                  <a:cubicBezTo>
                    <a:pt x="1160" y="501"/>
                    <a:pt x="962" y="707"/>
                    <a:pt x="933" y="712"/>
                  </a:cubicBezTo>
                  <a:cubicBezTo>
                    <a:pt x="873" y="724"/>
                    <a:pt x="769" y="758"/>
                    <a:pt x="708" y="76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Freeform 22"/>
            <p:cNvSpPr>
              <a:spLocks noEditPoints="1"/>
            </p:cNvSpPr>
            <p:nvPr/>
          </p:nvSpPr>
          <p:spPr bwMode="auto">
            <a:xfrm>
              <a:off x="1127125" y="1531938"/>
              <a:ext cx="819150" cy="747713"/>
            </a:xfrm>
            <a:custGeom>
              <a:avLst/>
              <a:gdLst/>
              <a:ahLst/>
              <a:cxnLst>
                <a:cxn ang="0">
                  <a:pos x="1021" y="359"/>
                </a:cxn>
                <a:cxn ang="0">
                  <a:pos x="1153" y="1483"/>
                </a:cxn>
                <a:cxn ang="0">
                  <a:pos x="1168" y="1663"/>
                </a:cxn>
                <a:cxn ang="0">
                  <a:pos x="520" y="1635"/>
                </a:cxn>
                <a:cxn ang="0">
                  <a:pos x="412" y="1686"/>
                </a:cxn>
                <a:cxn ang="0">
                  <a:pos x="240" y="1723"/>
                </a:cxn>
                <a:cxn ang="0">
                  <a:pos x="196" y="1687"/>
                </a:cxn>
                <a:cxn ang="0">
                  <a:pos x="116" y="1653"/>
                </a:cxn>
                <a:cxn ang="0">
                  <a:pos x="66" y="1771"/>
                </a:cxn>
                <a:cxn ang="0">
                  <a:pos x="10" y="1858"/>
                </a:cxn>
                <a:cxn ang="0">
                  <a:pos x="52" y="1943"/>
                </a:cxn>
                <a:cxn ang="0">
                  <a:pos x="96" y="2031"/>
                </a:cxn>
                <a:cxn ang="0">
                  <a:pos x="149" y="2115"/>
                </a:cxn>
                <a:cxn ang="0">
                  <a:pos x="148" y="2203"/>
                </a:cxn>
                <a:cxn ang="0">
                  <a:pos x="228" y="2243"/>
                </a:cxn>
                <a:cxn ang="0">
                  <a:pos x="344" y="2244"/>
                </a:cxn>
                <a:cxn ang="0">
                  <a:pos x="472" y="2242"/>
                </a:cxn>
                <a:cxn ang="0">
                  <a:pos x="572" y="2211"/>
                </a:cxn>
                <a:cxn ang="0">
                  <a:pos x="595" y="2275"/>
                </a:cxn>
                <a:cxn ang="0">
                  <a:pos x="672" y="2395"/>
                </a:cxn>
                <a:cxn ang="0">
                  <a:pos x="678" y="2447"/>
                </a:cxn>
                <a:cxn ang="0">
                  <a:pos x="696" y="2545"/>
                </a:cxn>
                <a:cxn ang="0">
                  <a:pos x="750" y="2591"/>
                </a:cxn>
                <a:cxn ang="0">
                  <a:pos x="909" y="2597"/>
                </a:cxn>
                <a:cxn ang="0">
                  <a:pos x="980" y="2559"/>
                </a:cxn>
                <a:cxn ang="0">
                  <a:pos x="980" y="2511"/>
                </a:cxn>
                <a:cxn ang="0">
                  <a:pos x="1028" y="2515"/>
                </a:cxn>
                <a:cxn ang="0">
                  <a:pos x="1048" y="2583"/>
                </a:cxn>
                <a:cxn ang="0">
                  <a:pos x="1184" y="2435"/>
                </a:cxn>
                <a:cxn ang="0">
                  <a:pos x="1219" y="2304"/>
                </a:cxn>
                <a:cxn ang="0">
                  <a:pos x="1364" y="2223"/>
                </a:cxn>
                <a:cxn ang="0">
                  <a:pos x="1404" y="2147"/>
                </a:cxn>
                <a:cxn ang="0">
                  <a:pos x="1440" y="2032"/>
                </a:cxn>
                <a:cxn ang="0">
                  <a:pos x="1568" y="1979"/>
                </a:cxn>
                <a:cxn ang="0">
                  <a:pos x="1672" y="1901"/>
                </a:cxn>
                <a:cxn ang="0">
                  <a:pos x="1782" y="1895"/>
                </a:cxn>
                <a:cxn ang="0">
                  <a:pos x="1840" y="1840"/>
                </a:cxn>
                <a:cxn ang="0">
                  <a:pos x="1944" y="1791"/>
                </a:cxn>
                <a:cxn ang="0">
                  <a:pos x="2136" y="1766"/>
                </a:cxn>
                <a:cxn ang="0">
                  <a:pos x="2244" y="1765"/>
                </a:cxn>
                <a:cxn ang="0">
                  <a:pos x="2372" y="1705"/>
                </a:cxn>
                <a:cxn ang="0">
                  <a:pos x="2652" y="1699"/>
                </a:cxn>
                <a:cxn ang="0">
                  <a:pos x="2752" y="1683"/>
                </a:cxn>
                <a:cxn ang="0">
                  <a:pos x="2802" y="1633"/>
                </a:cxn>
                <a:cxn ang="0">
                  <a:pos x="2862" y="1507"/>
                </a:cxn>
                <a:cxn ang="0">
                  <a:pos x="2871" y="1395"/>
                </a:cxn>
                <a:cxn ang="0">
                  <a:pos x="2868" y="1031"/>
                </a:cxn>
                <a:cxn ang="0">
                  <a:pos x="2704" y="991"/>
                </a:cxn>
                <a:cxn ang="0">
                  <a:pos x="2687" y="914"/>
                </a:cxn>
                <a:cxn ang="0">
                  <a:pos x="2512" y="838"/>
                </a:cxn>
                <a:cxn ang="0">
                  <a:pos x="2415" y="789"/>
                </a:cxn>
                <a:cxn ang="0">
                  <a:pos x="2335" y="700"/>
                </a:cxn>
                <a:cxn ang="0">
                  <a:pos x="2032" y="501"/>
                </a:cxn>
                <a:cxn ang="0">
                  <a:pos x="1296" y="19"/>
                </a:cxn>
                <a:cxn ang="0">
                  <a:pos x="980" y="19"/>
                </a:cxn>
                <a:cxn ang="0">
                  <a:pos x="185" y="2618"/>
                </a:cxn>
              </a:cxnLst>
              <a:rect l="0" t="0" r="r" b="b"/>
              <a:pathLst>
                <a:path w="2871" h="2618">
                  <a:moveTo>
                    <a:pt x="980" y="19"/>
                  </a:moveTo>
                  <a:cubicBezTo>
                    <a:pt x="1021" y="359"/>
                    <a:pt x="1021" y="359"/>
                    <a:pt x="1021" y="359"/>
                  </a:cubicBezTo>
                  <a:cubicBezTo>
                    <a:pt x="1117" y="1171"/>
                    <a:pt x="1117" y="1171"/>
                    <a:pt x="1117" y="1171"/>
                  </a:cubicBezTo>
                  <a:cubicBezTo>
                    <a:pt x="1153" y="1483"/>
                    <a:pt x="1153" y="1483"/>
                    <a:pt x="1153" y="1483"/>
                  </a:cubicBezTo>
                  <a:cubicBezTo>
                    <a:pt x="1195" y="1539"/>
                    <a:pt x="1195" y="1539"/>
                    <a:pt x="1195" y="1539"/>
                  </a:cubicBezTo>
                  <a:cubicBezTo>
                    <a:pt x="1168" y="1663"/>
                    <a:pt x="1168" y="1663"/>
                    <a:pt x="1168" y="1663"/>
                  </a:cubicBezTo>
                  <a:cubicBezTo>
                    <a:pt x="668" y="1663"/>
                    <a:pt x="668" y="1663"/>
                    <a:pt x="668" y="1663"/>
                  </a:cubicBezTo>
                  <a:cubicBezTo>
                    <a:pt x="637" y="1663"/>
                    <a:pt x="506" y="1680"/>
                    <a:pt x="520" y="1635"/>
                  </a:cubicBezTo>
                  <a:cubicBezTo>
                    <a:pt x="491" y="1629"/>
                    <a:pt x="486" y="1652"/>
                    <a:pt x="488" y="1675"/>
                  </a:cubicBezTo>
                  <a:cubicBezTo>
                    <a:pt x="412" y="1686"/>
                    <a:pt x="412" y="1686"/>
                    <a:pt x="412" y="1686"/>
                  </a:cubicBezTo>
                  <a:cubicBezTo>
                    <a:pt x="264" y="1675"/>
                    <a:pt x="264" y="1675"/>
                    <a:pt x="264" y="1675"/>
                  </a:cubicBezTo>
                  <a:cubicBezTo>
                    <a:pt x="240" y="1723"/>
                    <a:pt x="240" y="1723"/>
                    <a:pt x="240" y="1723"/>
                  </a:cubicBezTo>
                  <a:cubicBezTo>
                    <a:pt x="232" y="1723"/>
                    <a:pt x="232" y="1723"/>
                    <a:pt x="232" y="1723"/>
                  </a:cubicBezTo>
                  <a:cubicBezTo>
                    <a:pt x="223" y="1708"/>
                    <a:pt x="209" y="1699"/>
                    <a:pt x="196" y="1687"/>
                  </a:cubicBezTo>
                  <a:cubicBezTo>
                    <a:pt x="181" y="1675"/>
                    <a:pt x="169" y="1656"/>
                    <a:pt x="155" y="1646"/>
                  </a:cubicBezTo>
                  <a:cubicBezTo>
                    <a:pt x="140" y="1635"/>
                    <a:pt x="128" y="1645"/>
                    <a:pt x="116" y="1653"/>
                  </a:cubicBezTo>
                  <a:cubicBezTo>
                    <a:pt x="84" y="1672"/>
                    <a:pt x="74" y="1694"/>
                    <a:pt x="70" y="1731"/>
                  </a:cubicBezTo>
                  <a:cubicBezTo>
                    <a:pt x="68" y="1746"/>
                    <a:pt x="75" y="1758"/>
                    <a:pt x="66" y="1771"/>
                  </a:cubicBezTo>
                  <a:cubicBezTo>
                    <a:pt x="48" y="1798"/>
                    <a:pt x="26" y="1789"/>
                    <a:pt x="0" y="1795"/>
                  </a:cubicBezTo>
                  <a:cubicBezTo>
                    <a:pt x="10" y="1858"/>
                    <a:pt x="10" y="1858"/>
                    <a:pt x="10" y="1858"/>
                  </a:cubicBezTo>
                  <a:cubicBezTo>
                    <a:pt x="41" y="1892"/>
                    <a:pt x="41" y="1892"/>
                    <a:pt x="41" y="1892"/>
                  </a:cubicBezTo>
                  <a:cubicBezTo>
                    <a:pt x="52" y="1943"/>
                    <a:pt x="52" y="1943"/>
                    <a:pt x="52" y="1943"/>
                  </a:cubicBezTo>
                  <a:cubicBezTo>
                    <a:pt x="44" y="1955"/>
                    <a:pt x="31" y="1977"/>
                    <a:pt x="36" y="1991"/>
                  </a:cubicBezTo>
                  <a:cubicBezTo>
                    <a:pt x="43" y="2015"/>
                    <a:pt x="76" y="2071"/>
                    <a:pt x="96" y="2031"/>
                  </a:cubicBezTo>
                  <a:cubicBezTo>
                    <a:pt x="104" y="2031"/>
                    <a:pt x="104" y="2031"/>
                    <a:pt x="104" y="2031"/>
                  </a:cubicBezTo>
                  <a:cubicBezTo>
                    <a:pt x="116" y="2055"/>
                    <a:pt x="146" y="2091"/>
                    <a:pt x="149" y="2115"/>
                  </a:cubicBezTo>
                  <a:cubicBezTo>
                    <a:pt x="151" y="2130"/>
                    <a:pt x="142" y="2145"/>
                    <a:pt x="142" y="2159"/>
                  </a:cubicBezTo>
                  <a:cubicBezTo>
                    <a:pt x="143" y="2174"/>
                    <a:pt x="150" y="2188"/>
                    <a:pt x="148" y="2203"/>
                  </a:cubicBezTo>
                  <a:cubicBezTo>
                    <a:pt x="143" y="2240"/>
                    <a:pt x="120" y="2250"/>
                    <a:pt x="165" y="2274"/>
                  </a:cubicBezTo>
                  <a:cubicBezTo>
                    <a:pt x="197" y="2290"/>
                    <a:pt x="200" y="2240"/>
                    <a:pt x="228" y="2243"/>
                  </a:cubicBezTo>
                  <a:cubicBezTo>
                    <a:pt x="254" y="2246"/>
                    <a:pt x="251" y="2293"/>
                    <a:pt x="276" y="2293"/>
                  </a:cubicBezTo>
                  <a:cubicBezTo>
                    <a:pt x="301" y="2293"/>
                    <a:pt x="316" y="2250"/>
                    <a:pt x="344" y="2244"/>
                  </a:cubicBezTo>
                  <a:cubicBezTo>
                    <a:pt x="376" y="2237"/>
                    <a:pt x="402" y="2267"/>
                    <a:pt x="432" y="2269"/>
                  </a:cubicBezTo>
                  <a:cubicBezTo>
                    <a:pt x="454" y="2271"/>
                    <a:pt x="457" y="2252"/>
                    <a:pt x="472" y="2242"/>
                  </a:cubicBezTo>
                  <a:cubicBezTo>
                    <a:pt x="499" y="2225"/>
                    <a:pt x="536" y="2233"/>
                    <a:pt x="504" y="2191"/>
                  </a:cubicBezTo>
                  <a:cubicBezTo>
                    <a:pt x="572" y="2211"/>
                    <a:pt x="572" y="2211"/>
                    <a:pt x="572" y="2211"/>
                  </a:cubicBezTo>
                  <a:cubicBezTo>
                    <a:pt x="572" y="2215"/>
                    <a:pt x="572" y="2215"/>
                    <a:pt x="572" y="2215"/>
                  </a:cubicBezTo>
                  <a:cubicBezTo>
                    <a:pt x="555" y="2240"/>
                    <a:pt x="586" y="2254"/>
                    <a:pt x="595" y="2275"/>
                  </a:cubicBezTo>
                  <a:cubicBezTo>
                    <a:pt x="602" y="2293"/>
                    <a:pt x="595" y="2318"/>
                    <a:pt x="592" y="2335"/>
                  </a:cubicBezTo>
                  <a:cubicBezTo>
                    <a:pt x="613" y="2342"/>
                    <a:pt x="662" y="2376"/>
                    <a:pt x="672" y="2395"/>
                  </a:cubicBezTo>
                  <a:cubicBezTo>
                    <a:pt x="641" y="2393"/>
                    <a:pt x="615" y="2431"/>
                    <a:pt x="620" y="2459"/>
                  </a:cubicBezTo>
                  <a:cubicBezTo>
                    <a:pt x="633" y="2457"/>
                    <a:pt x="667" y="2439"/>
                    <a:pt x="678" y="2447"/>
                  </a:cubicBezTo>
                  <a:cubicBezTo>
                    <a:pt x="688" y="2455"/>
                    <a:pt x="681" y="2487"/>
                    <a:pt x="683" y="2499"/>
                  </a:cubicBezTo>
                  <a:cubicBezTo>
                    <a:pt x="686" y="2513"/>
                    <a:pt x="685" y="2535"/>
                    <a:pt x="696" y="2545"/>
                  </a:cubicBezTo>
                  <a:cubicBezTo>
                    <a:pt x="706" y="2556"/>
                    <a:pt x="724" y="2556"/>
                    <a:pt x="735" y="2567"/>
                  </a:cubicBezTo>
                  <a:cubicBezTo>
                    <a:pt x="742" y="2573"/>
                    <a:pt x="743" y="2586"/>
                    <a:pt x="750" y="2591"/>
                  </a:cubicBezTo>
                  <a:cubicBezTo>
                    <a:pt x="770" y="2604"/>
                    <a:pt x="785" y="2574"/>
                    <a:pt x="784" y="2559"/>
                  </a:cubicBezTo>
                  <a:cubicBezTo>
                    <a:pt x="837" y="2537"/>
                    <a:pt x="860" y="2589"/>
                    <a:pt x="909" y="2597"/>
                  </a:cubicBezTo>
                  <a:cubicBezTo>
                    <a:pt x="929" y="2600"/>
                    <a:pt x="924" y="2579"/>
                    <a:pt x="920" y="2567"/>
                  </a:cubicBezTo>
                  <a:cubicBezTo>
                    <a:pt x="980" y="2559"/>
                    <a:pt x="980" y="2559"/>
                    <a:pt x="980" y="2559"/>
                  </a:cubicBezTo>
                  <a:cubicBezTo>
                    <a:pt x="976" y="2511"/>
                    <a:pt x="976" y="2511"/>
                    <a:pt x="976" y="2511"/>
                  </a:cubicBezTo>
                  <a:cubicBezTo>
                    <a:pt x="980" y="2511"/>
                    <a:pt x="980" y="2511"/>
                    <a:pt x="980" y="2511"/>
                  </a:cubicBezTo>
                  <a:cubicBezTo>
                    <a:pt x="991" y="2528"/>
                    <a:pt x="1011" y="2528"/>
                    <a:pt x="1028" y="2519"/>
                  </a:cubicBezTo>
                  <a:cubicBezTo>
                    <a:pt x="1028" y="2515"/>
                    <a:pt x="1028" y="2515"/>
                    <a:pt x="1028" y="2515"/>
                  </a:cubicBezTo>
                  <a:cubicBezTo>
                    <a:pt x="1020" y="2499"/>
                    <a:pt x="1020" y="2499"/>
                    <a:pt x="1020" y="2499"/>
                  </a:cubicBezTo>
                  <a:cubicBezTo>
                    <a:pt x="1059" y="2497"/>
                    <a:pt x="1053" y="2555"/>
                    <a:pt x="1048" y="2583"/>
                  </a:cubicBezTo>
                  <a:cubicBezTo>
                    <a:pt x="1100" y="2602"/>
                    <a:pt x="1117" y="2526"/>
                    <a:pt x="1168" y="2551"/>
                  </a:cubicBezTo>
                  <a:cubicBezTo>
                    <a:pt x="1194" y="2509"/>
                    <a:pt x="1183" y="2479"/>
                    <a:pt x="1184" y="2435"/>
                  </a:cubicBezTo>
                  <a:cubicBezTo>
                    <a:pt x="1215" y="2432"/>
                    <a:pt x="1237" y="2381"/>
                    <a:pt x="1229" y="2351"/>
                  </a:cubicBezTo>
                  <a:cubicBezTo>
                    <a:pt x="1225" y="2335"/>
                    <a:pt x="1208" y="2321"/>
                    <a:pt x="1219" y="2304"/>
                  </a:cubicBezTo>
                  <a:cubicBezTo>
                    <a:pt x="1241" y="2266"/>
                    <a:pt x="1290" y="2281"/>
                    <a:pt x="1323" y="2265"/>
                  </a:cubicBezTo>
                  <a:cubicBezTo>
                    <a:pt x="1337" y="2258"/>
                    <a:pt x="1347" y="2233"/>
                    <a:pt x="1364" y="2223"/>
                  </a:cubicBezTo>
                  <a:cubicBezTo>
                    <a:pt x="1360" y="2151"/>
                    <a:pt x="1360" y="2151"/>
                    <a:pt x="1360" y="2151"/>
                  </a:cubicBezTo>
                  <a:cubicBezTo>
                    <a:pt x="1404" y="2147"/>
                    <a:pt x="1404" y="2147"/>
                    <a:pt x="1404" y="2147"/>
                  </a:cubicBezTo>
                  <a:cubicBezTo>
                    <a:pt x="1404" y="2103"/>
                    <a:pt x="1404" y="2103"/>
                    <a:pt x="1404" y="2103"/>
                  </a:cubicBezTo>
                  <a:cubicBezTo>
                    <a:pt x="1373" y="2079"/>
                    <a:pt x="1405" y="2037"/>
                    <a:pt x="1440" y="2032"/>
                  </a:cubicBezTo>
                  <a:cubicBezTo>
                    <a:pt x="1455" y="2030"/>
                    <a:pt x="1543" y="2104"/>
                    <a:pt x="1536" y="2055"/>
                  </a:cubicBezTo>
                  <a:cubicBezTo>
                    <a:pt x="1581" y="2055"/>
                    <a:pt x="1568" y="2016"/>
                    <a:pt x="1568" y="1979"/>
                  </a:cubicBezTo>
                  <a:cubicBezTo>
                    <a:pt x="1632" y="1991"/>
                    <a:pt x="1632" y="1991"/>
                    <a:pt x="1632" y="1991"/>
                  </a:cubicBezTo>
                  <a:cubicBezTo>
                    <a:pt x="1632" y="1945"/>
                    <a:pt x="1633" y="1930"/>
                    <a:pt x="1672" y="1901"/>
                  </a:cubicBezTo>
                  <a:cubicBezTo>
                    <a:pt x="1682" y="1893"/>
                    <a:pt x="1690" y="1881"/>
                    <a:pt x="1704" y="1882"/>
                  </a:cubicBezTo>
                  <a:cubicBezTo>
                    <a:pt x="1727" y="1883"/>
                    <a:pt x="1759" y="1915"/>
                    <a:pt x="1782" y="1895"/>
                  </a:cubicBezTo>
                  <a:cubicBezTo>
                    <a:pt x="1793" y="1885"/>
                    <a:pt x="1784" y="1865"/>
                    <a:pt x="1795" y="1854"/>
                  </a:cubicBezTo>
                  <a:cubicBezTo>
                    <a:pt x="1805" y="1843"/>
                    <a:pt x="1827" y="1846"/>
                    <a:pt x="1840" y="1840"/>
                  </a:cubicBezTo>
                  <a:cubicBezTo>
                    <a:pt x="1860" y="1831"/>
                    <a:pt x="1876" y="1814"/>
                    <a:pt x="1896" y="1805"/>
                  </a:cubicBezTo>
                  <a:cubicBezTo>
                    <a:pt x="1911" y="1798"/>
                    <a:pt x="1929" y="1799"/>
                    <a:pt x="1944" y="1791"/>
                  </a:cubicBezTo>
                  <a:cubicBezTo>
                    <a:pt x="1968" y="1779"/>
                    <a:pt x="1983" y="1748"/>
                    <a:pt x="2012" y="1744"/>
                  </a:cubicBezTo>
                  <a:cubicBezTo>
                    <a:pt x="2056" y="1737"/>
                    <a:pt x="2095" y="1759"/>
                    <a:pt x="2136" y="1766"/>
                  </a:cubicBezTo>
                  <a:cubicBezTo>
                    <a:pt x="2158" y="1770"/>
                    <a:pt x="2182" y="1760"/>
                    <a:pt x="2204" y="1759"/>
                  </a:cubicBezTo>
                  <a:cubicBezTo>
                    <a:pt x="2218" y="1759"/>
                    <a:pt x="2230" y="1766"/>
                    <a:pt x="2244" y="1765"/>
                  </a:cubicBezTo>
                  <a:cubicBezTo>
                    <a:pt x="2270" y="1762"/>
                    <a:pt x="2297" y="1758"/>
                    <a:pt x="2320" y="1743"/>
                  </a:cubicBezTo>
                  <a:cubicBezTo>
                    <a:pt x="2338" y="1731"/>
                    <a:pt x="2349" y="1710"/>
                    <a:pt x="2372" y="1705"/>
                  </a:cubicBezTo>
                  <a:cubicBezTo>
                    <a:pt x="2398" y="1699"/>
                    <a:pt x="2429" y="1704"/>
                    <a:pt x="2456" y="1703"/>
                  </a:cubicBezTo>
                  <a:cubicBezTo>
                    <a:pt x="2522" y="1700"/>
                    <a:pt x="2586" y="1699"/>
                    <a:pt x="2652" y="1699"/>
                  </a:cubicBezTo>
                  <a:cubicBezTo>
                    <a:pt x="2668" y="1670"/>
                    <a:pt x="2714" y="1690"/>
                    <a:pt x="2740" y="1695"/>
                  </a:cubicBezTo>
                  <a:cubicBezTo>
                    <a:pt x="2752" y="1683"/>
                    <a:pt x="2752" y="1683"/>
                    <a:pt x="2752" y="1683"/>
                  </a:cubicBezTo>
                  <a:cubicBezTo>
                    <a:pt x="2744" y="1667"/>
                    <a:pt x="2744" y="1667"/>
                    <a:pt x="2744" y="1667"/>
                  </a:cubicBezTo>
                  <a:cubicBezTo>
                    <a:pt x="2802" y="1633"/>
                    <a:pt x="2802" y="1633"/>
                    <a:pt x="2802" y="1633"/>
                  </a:cubicBezTo>
                  <a:cubicBezTo>
                    <a:pt x="2828" y="1547"/>
                    <a:pt x="2828" y="1547"/>
                    <a:pt x="2828" y="1547"/>
                  </a:cubicBezTo>
                  <a:cubicBezTo>
                    <a:pt x="2862" y="1507"/>
                    <a:pt x="2862" y="1507"/>
                    <a:pt x="2862" y="1507"/>
                  </a:cubicBezTo>
                  <a:cubicBezTo>
                    <a:pt x="2859" y="1428"/>
                    <a:pt x="2859" y="1428"/>
                    <a:pt x="2859" y="1428"/>
                  </a:cubicBezTo>
                  <a:cubicBezTo>
                    <a:pt x="2871" y="1395"/>
                    <a:pt x="2871" y="1395"/>
                    <a:pt x="2871" y="1395"/>
                  </a:cubicBezTo>
                  <a:cubicBezTo>
                    <a:pt x="2864" y="1211"/>
                    <a:pt x="2864" y="1211"/>
                    <a:pt x="2864" y="1211"/>
                  </a:cubicBezTo>
                  <a:cubicBezTo>
                    <a:pt x="2868" y="1031"/>
                    <a:pt x="2868" y="1031"/>
                    <a:pt x="2868" y="1031"/>
                  </a:cubicBezTo>
                  <a:cubicBezTo>
                    <a:pt x="2818" y="1038"/>
                    <a:pt x="2761" y="1061"/>
                    <a:pt x="2712" y="1058"/>
                  </a:cubicBezTo>
                  <a:cubicBezTo>
                    <a:pt x="2663" y="1055"/>
                    <a:pt x="2684" y="1014"/>
                    <a:pt x="2704" y="991"/>
                  </a:cubicBezTo>
                  <a:cubicBezTo>
                    <a:pt x="2704" y="987"/>
                    <a:pt x="2704" y="987"/>
                    <a:pt x="2704" y="987"/>
                  </a:cubicBezTo>
                  <a:cubicBezTo>
                    <a:pt x="2681" y="965"/>
                    <a:pt x="2705" y="933"/>
                    <a:pt x="2687" y="914"/>
                  </a:cubicBezTo>
                  <a:cubicBezTo>
                    <a:pt x="2652" y="879"/>
                    <a:pt x="2598" y="899"/>
                    <a:pt x="2560" y="878"/>
                  </a:cubicBezTo>
                  <a:cubicBezTo>
                    <a:pt x="2541" y="868"/>
                    <a:pt x="2535" y="841"/>
                    <a:pt x="2512" y="838"/>
                  </a:cubicBezTo>
                  <a:cubicBezTo>
                    <a:pt x="2492" y="834"/>
                    <a:pt x="2477" y="847"/>
                    <a:pt x="2456" y="838"/>
                  </a:cubicBezTo>
                  <a:cubicBezTo>
                    <a:pt x="2430" y="826"/>
                    <a:pt x="2432" y="806"/>
                    <a:pt x="2415" y="789"/>
                  </a:cubicBezTo>
                  <a:cubicBezTo>
                    <a:pt x="2396" y="770"/>
                    <a:pt x="2361" y="763"/>
                    <a:pt x="2336" y="759"/>
                  </a:cubicBezTo>
                  <a:cubicBezTo>
                    <a:pt x="2337" y="741"/>
                    <a:pt x="2345" y="718"/>
                    <a:pt x="2335" y="700"/>
                  </a:cubicBezTo>
                  <a:cubicBezTo>
                    <a:pt x="2319" y="674"/>
                    <a:pt x="2273" y="655"/>
                    <a:pt x="2248" y="639"/>
                  </a:cubicBezTo>
                  <a:cubicBezTo>
                    <a:pt x="2175" y="594"/>
                    <a:pt x="2103" y="548"/>
                    <a:pt x="2032" y="501"/>
                  </a:cubicBezTo>
                  <a:cubicBezTo>
                    <a:pt x="1860" y="386"/>
                    <a:pt x="1691" y="267"/>
                    <a:pt x="1516" y="158"/>
                  </a:cubicBezTo>
                  <a:cubicBezTo>
                    <a:pt x="1446" y="114"/>
                    <a:pt x="1372" y="48"/>
                    <a:pt x="1296" y="19"/>
                  </a:cubicBezTo>
                  <a:cubicBezTo>
                    <a:pt x="1270" y="9"/>
                    <a:pt x="1232" y="15"/>
                    <a:pt x="1204" y="15"/>
                  </a:cubicBezTo>
                  <a:cubicBezTo>
                    <a:pt x="1136" y="15"/>
                    <a:pt x="1045" y="0"/>
                    <a:pt x="980" y="19"/>
                  </a:cubicBezTo>
                  <a:moveTo>
                    <a:pt x="183" y="2617"/>
                  </a:moveTo>
                  <a:cubicBezTo>
                    <a:pt x="185" y="2618"/>
                    <a:pt x="185" y="2618"/>
                    <a:pt x="185" y="2618"/>
                  </a:cubicBezTo>
                  <a:lnTo>
                    <a:pt x="183" y="2617"/>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7" name="Freeform 23"/>
            <p:cNvSpPr>
              <a:spLocks noEditPoints="1"/>
            </p:cNvSpPr>
            <p:nvPr/>
          </p:nvSpPr>
          <p:spPr bwMode="auto">
            <a:xfrm>
              <a:off x="873125" y="1422400"/>
              <a:ext cx="622300" cy="627063"/>
            </a:xfrm>
            <a:custGeom>
              <a:avLst/>
              <a:gdLst/>
              <a:ahLst/>
              <a:cxnLst>
                <a:cxn ang="0">
                  <a:pos x="1500" y="0"/>
                </a:cxn>
                <a:cxn ang="0">
                  <a:pos x="1491" y="228"/>
                </a:cxn>
                <a:cxn ang="0">
                  <a:pos x="911" y="228"/>
                </a:cxn>
                <a:cxn ang="0">
                  <a:pos x="911" y="648"/>
                </a:cxn>
                <a:cxn ang="0">
                  <a:pos x="843" y="692"/>
                </a:cxn>
                <a:cxn ang="0">
                  <a:pos x="722" y="764"/>
                </a:cxn>
                <a:cxn ang="0">
                  <a:pos x="732" y="850"/>
                </a:cxn>
                <a:cxn ang="0">
                  <a:pos x="740" y="1036"/>
                </a:cxn>
                <a:cxn ang="0">
                  <a:pos x="292" y="1036"/>
                </a:cxn>
                <a:cxn ang="0">
                  <a:pos x="76" y="1038"/>
                </a:cxn>
                <a:cxn ang="0">
                  <a:pos x="43" y="1140"/>
                </a:cxn>
                <a:cxn ang="0">
                  <a:pos x="80" y="1084"/>
                </a:cxn>
                <a:cxn ang="0">
                  <a:pos x="88" y="1084"/>
                </a:cxn>
                <a:cxn ang="0">
                  <a:pos x="126" y="1160"/>
                </a:cxn>
                <a:cxn ang="0">
                  <a:pos x="156" y="1152"/>
                </a:cxn>
                <a:cxn ang="0">
                  <a:pos x="160" y="1152"/>
                </a:cxn>
                <a:cxn ang="0">
                  <a:pos x="203" y="1252"/>
                </a:cxn>
                <a:cxn ang="0">
                  <a:pos x="184" y="1332"/>
                </a:cxn>
                <a:cxn ang="0">
                  <a:pos x="160" y="1380"/>
                </a:cxn>
                <a:cxn ang="0">
                  <a:pos x="148" y="1384"/>
                </a:cxn>
                <a:cxn ang="0">
                  <a:pos x="196" y="1440"/>
                </a:cxn>
                <a:cxn ang="0">
                  <a:pos x="224" y="1588"/>
                </a:cxn>
                <a:cxn ang="0">
                  <a:pos x="231" y="1652"/>
                </a:cxn>
                <a:cxn ang="0">
                  <a:pos x="144" y="1944"/>
                </a:cxn>
                <a:cxn ang="0">
                  <a:pos x="220" y="1872"/>
                </a:cxn>
                <a:cxn ang="0">
                  <a:pos x="300" y="1883"/>
                </a:cxn>
                <a:cxn ang="0">
                  <a:pos x="520" y="1860"/>
                </a:cxn>
                <a:cxn ang="0">
                  <a:pos x="600" y="1935"/>
                </a:cxn>
                <a:cxn ang="0">
                  <a:pos x="672" y="1949"/>
                </a:cxn>
                <a:cxn ang="0">
                  <a:pos x="768" y="2056"/>
                </a:cxn>
                <a:cxn ang="0">
                  <a:pos x="784" y="2084"/>
                </a:cxn>
                <a:cxn ang="0">
                  <a:pos x="776" y="2100"/>
                </a:cxn>
                <a:cxn ang="0">
                  <a:pos x="839" y="2137"/>
                </a:cxn>
                <a:cxn ang="0">
                  <a:pos x="928" y="2186"/>
                </a:cxn>
                <a:cxn ang="0">
                  <a:pos x="1004" y="2049"/>
                </a:cxn>
                <a:cxn ang="0">
                  <a:pos x="1028" y="2037"/>
                </a:cxn>
                <a:cxn ang="0">
                  <a:pos x="1054" y="2062"/>
                </a:cxn>
                <a:cxn ang="0">
                  <a:pos x="1128" y="2124"/>
                </a:cxn>
                <a:cxn ang="0">
                  <a:pos x="1224" y="2067"/>
                </a:cxn>
                <a:cxn ang="0">
                  <a:pos x="1276" y="2080"/>
                </a:cxn>
                <a:cxn ang="0">
                  <a:pos x="1384" y="2064"/>
                </a:cxn>
                <a:cxn ang="0">
                  <a:pos x="1396" y="2024"/>
                </a:cxn>
                <a:cxn ang="0">
                  <a:pos x="1456" y="2056"/>
                </a:cxn>
                <a:cxn ang="0">
                  <a:pos x="1632" y="2056"/>
                </a:cxn>
                <a:cxn ang="0">
                  <a:pos x="1948" y="2056"/>
                </a:cxn>
                <a:cxn ang="0">
                  <a:pos x="2061" y="2052"/>
                </a:cxn>
                <a:cxn ang="0">
                  <a:pos x="2073" y="2012"/>
                </a:cxn>
                <a:cxn ang="0">
                  <a:pos x="2092" y="1904"/>
                </a:cxn>
                <a:cxn ang="0">
                  <a:pos x="2035" y="1776"/>
                </a:cxn>
                <a:cxn ang="0">
                  <a:pos x="2007" y="1512"/>
                </a:cxn>
                <a:cxn ang="0">
                  <a:pos x="1968" y="1196"/>
                </a:cxn>
                <a:cxn ang="0">
                  <a:pos x="1919" y="720"/>
                </a:cxn>
                <a:cxn ang="0">
                  <a:pos x="1876" y="408"/>
                </a:cxn>
                <a:cxn ang="0">
                  <a:pos x="2180" y="408"/>
                </a:cxn>
                <a:cxn ang="0">
                  <a:pos x="2136" y="373"/>
                </a:cxn>
                <a:cxn ang="0">
                  <a:pos x="2024" y="304"/>
                </a:cxn>
                <a:cxn ang="0">
                  <a:pos x="1668" y="94"/>
                </a:cxn>
                <a:cxn ang="0">
                  <a:pos x="176" y="1340"/>
                </a:cxn>
                <a:cxn ang="0">
                  <a:pos x="188" y="1292"/>
                </a:cxn>
                <a:cxn ang="0">
                  <a:pos x="176" y="1340"/>
                </a:cxn>
              </a:cxnLst>
              <a:rect l="0" t="0" r="r" b="b"/>
              <a:pathLst>
                <a:path w="2180" h="2197">
                  <a:moveTo>
                    <a:pt x="1500" y="0"/>
                  </a:moveTo>
                  <a:cubicBezTo>
                    <a:pt x="1491" y="228"/>
                    <a:pt x="1491" y="228"/>
                    <a:pt x="1491" y="228"/>
                  </a:cubicBezTo>
                  <a:cubicBezTo>
                    <a:pt x="911" y="228"/>
                    <a:pt x="911" y="228"/>
                    <a:pt x="911" y="228"/>
                  </a:cubicBezTo>
                  <a:cubicBezTo>
                    <a:pt x="911" y="648"/>
                    <a:pt x="911" y="648"/>
                    <a:pt x="911" y="648"/>
                  </a:cubicBezTo>
                  <a:cubicBezTo>
                    <a:pt x="889" y="650"/>
                    <a:pt x="864" y="685"/>
                    <a:pt x="843" y="692"/>
                  </a:cubicBezTo>
                  <a:cubicBezTo>
                    <a:pt x="800" y="708"/>
                    <a:pt x="736" y="709"/>
                    <a:pt x="722" y="764"/>
                  </a:cubicBezTo>
                  <a:cubicBezTo>
                    <a:pt x="709" y="797"/>
                    <a:pt x="730" y="829"/>
                    <a:pt x="732" y="850"/>
                  </a:cubicBezTo>
                  <a:cubicBezTo>
                    <a:pt x="732" y="926"/>
                    <a:pt x="736" y="974"/>
                    <a:pt x="740" y="1036"/>
                  </a:cubicBezTo>
                  <a:cubicBezTo>
                    <a:pt x="292" y="1036"/>
                    <a:pt x="292" y="1036"/>
                    <a:pt x="292" y="1036"/>
                  </a:cubicBezTo>
                  <a:cubicBezTo>
                    <a:pt x="230" y="1036"/>
                    <a:pt x="135" y="1020"/>
                    <a:pt x="76" y="1038"/>
                  </a:cubicBezTo>
                  <a:cubicBezTo>
                    <a:pt x="55" y="1044"/>
                    <a:pt x="0" y="1142"/>
                    <a:pt x="43" y="1140"/>
                  </a:cubicBezTo>
                  <a:cubicBezTo>
                    <a:pt x="80" y="1084"/>
                    <a:pt x="80" y="1084"/>
                    <a:pt x="80" y="1084"/>
                  </a:cubicBezTo>
                  <a:cubicBezTo>
                    <a:pt x="88" y="1084"/>
                    <a:pt x="88" y="1084"/>
                    <a:pt x="88" y="1084"/>
                  </a:cubicBezTo>
                  <a:cubicBezTo>
                    <a:pt x="98" y="1109"/>
                    <a:pt x="110" y="1139"/>
                    <a:pt x="126" y="1160"/>
                  </a:cubicBezTo>
                  <a:cubicBezTo>
                    <a:pt x="142" y="1181"/>
                    <a:pt x="155" y="1177"/>
                    <a:pt x="156" y="1152"/>
                  </a:cubicBezTo>
                  <a:cubicBezTo>
                    <a:pt x="160" y="1152"/>
                    <a:pt x="160" y="1152"/>
                    <a:pt x="160" y="1152"/>
                  </a:cubicBezTo>
                  <a:cubicBezTo>
                    <a:pt x="168" y="1185"/>
                    <a:pt x="206" y="1218"/>
                    <a:pt x="203" y="1252"/>
                  </a:cubicBezTo>
                  <a:cubicBezTo>
                    <a:pt x="200" y="1277"/>
                    <a:pt x="196" y="1310"/>
                    <a:pt x="184" y="1332"/>
                  </a:cubicBezTo>
                  <a:cubicBezTo>
                    <a:pt x="175" y="1351"/>
                    <a:pt x="155" y="1358"/>
                    <a:pt x="160" y="1380"/>
                  </a:cubicBezTo>
                  <a:cubicBezTo>
                    <a:pt x="148" y="1384"/>
                    <a:pt x="148" y="1384"/>
                    <a:pt x="148" y="1384"/>
                  </a:cubicBezTo>
                  <a:cubicBezTo>
                    <a:pt x="160" y="1407"/>
                    <a:pt x="184" y="1417"/>
                    <a:pt x="196" y="1440"/>
                  </a:cubicBezTo>
                  <a:cubicBezTo>
                    <a:pt x="221" y="1486"/>
                    <a:pt x="218" y="1539"/>
                    <a:pt x="224" y="1588"/>
                  </a:cubicBezTo>
                  <a:cubicBezTo>
                    <a:pt x="227" y="1611"/>
                    <a:pt x="234" y="1629"/>
                    <a:pt x="231" y="1652"/>
                  </a:cubicBezTo>
                  <a:cubicBezTo>
                    <a:pt x="217" y="1756"/>
                    <a:pt x="144" y="1837"/>
                    <a:pt x="144" y="1944"/>
                  </a:cubicBezTo>
                  <a:cubicBezTo>
                    <a:pt x="192" y="1937"/>
                    <a:pt x="175" y="1884"/>
                    <a:pt x="220" y="1872"/>
                  </a:cubicBezTo>
                  <a:cubicBezTo>
                    <a:pt x="231" y="1889"/>
                    <a:pt x="280" y="1885"/>
                    <a:pt x="300" y="1883"/>
                  </a:cubicBezTo>
                  <a:cubicBezTo>
                    <a:pt x="371" y="1872"/>
                    <a:pt x="445" y="1846"/>
                    <a:pt x="520" y="1860"/>
                  </a:cubicBezTo>
                  <a:cubicBezTo>
                    <a:pt x="559" y="1868"/>
                    <a:pt x="571" y="1915"/>
                    <a:pt x="600" y="1935"/>
                  </a:cubicBezTo>
                  <a:cubicBezTo>
                    <a:pt x="624" y="1951"/>
                    <a:pt x="649" y="1940"/>
                    <a:pt x="672" y="1949"/>
                  </a:cubicBezTo>
                  <a:cubicBezTo>
                    <a:pt x="718" y="1967"/>
                    <a:pt x="707" y="2066"/>
                    <a:pt x="768" y="2056"/>
                  </a:cubicBezTo>
                  <a:cubicBezTo>
                    <a:pt x="784" y="2084"/>
                    <a:pt x="784" y="2084"/>
                    <a:pt x="784" y="2084"/>
                  </a:cubicBezTo>
                  <a:cubicBezTo>
                    <a:pt x="776" y="2100"/>
                    <a:pt x="776" y="2100"/>
                    <a:pt x="776" y="2100"/>
                  </a:cubicBezTo>
                  <a:cubicBezTo>
                    <a:pt x="796" y="2114"/>
                    <a:pt x="820" y="2123"/>
                    <a:pt x="839" y="2137"/>
                  </a:cubicBezTo>
                  <a:cubicBezTo>
                    <a:pt x="867" y="2159"/>
                    <a:pt x="881" y="2197"/>
                    <a:pt x="928" y="2186"/>
                  </a:cubicBezTo>
                  <a:cubicBezTo>
                    <a:pt x="998" y="2169"/>
                    <a:pt x="947" y="2083"/>
                    <a:pt x="1004" y="2049"/>
                  </a:cubicBezTo>
                  <a:cubicBezTo>
                    <a:pt x="1010" y="2045"/>
                    <a:pt x="1020" y="2036"/>
                    <a:pt x="1028" y="2037"/>
                  </a:cubicBezTo>
                  <a:cubicBezTo>
                    <a:pt x="1040" y="2038"/>
                    <a:pt x="1046" y="2055"/>
                    <a:pt x="1054" y="2062"/>
                  </a:cubicBezTo>
                  <a:cubicBezTo>
                    <a:pt x="1076" y="2083"/>
                    <a:pt x="1103" y="2107"/>
                    <a:pt x="1128" y="2124"/>
                  </a:cubicBezTo>
                  <a:cubicBezTo>
                    <a:pt x="1148" y="2085"/>
                    <a:pt x="1177" y="2059"/>
                    <a:pt x="1224" y="2067"/>
                  </a:cubicBezTo>
                  <a:cubicBezTo>
                    <a:pt x="1241" y="2069"/>
                    <a:pt x="1258" y="2080"/>
                    <a:pt x="1276" y="2080"/>
                  </a:cubicBezTo>
                  <a:cubicBezTo>
                    <a:pt x="1313" y="2079"/>
                    <a:pt x="1347" y="2064"/>
                    <a:pt x="1384" y="2064"/>
                  </a:cubicBezTo>
                  <a:cubicBezTo>
                    <a:pt x="1396" y="2024"/>
                    <a:pt x="1396" y="2024"/>
                    <a:pt x="1396" y="2024"/>
                  </a:cubicBezTo>
                  <a:cubicBezTo>
                    <a:pt x="1397" y="2063"/>
                    <a:pt x="1424" y="2056"/>
                    <a:pt x="1456" y="2056"/>
                  </a:cubicBezTo>
                  <a:cubicBezTo>
                    <a:pt x="1632" y="2056"/>
                    <a:pt x="1632" y="2056"/>
                    <a:pt x="1632" y="2056"/>
                  </a:cubicBezTo>
                  <a:cubicBezTo>
                    <a:pt x="1948" y="2056"/>
                    <a:pt x="1948" y="2056"/>
                    <a:pt x="1948" y="2056"/>
                  </a:cubicBezTo>
                  <a:cubicBezTo>
                    <a:pt x="1973" y="2056"/>
                    <a:pt x="2041" y="2068"/>
                    <a:pt x="2061" y="2052"/>
                  </a:cubicBezTo>
                  <a:cubicBezTo>
                    <a:pt x="2071" y="2045"/>
                    <a:pt x="2070" y="2023"/>
                    <a:pt x="2073" y="2012"/>
                  </a:cubicBezTo>
                  <a:cubicBezTo>
                    <a:pt x="2080" y="1977"/>
                    <a:pt x="2085" y="1940"/>
                    <a:pt x="2092" y="1904"/>
                  </a:cubicBezTo>
                  <a:cubicBezTo>
                    <a:pt x="2038" y="1874"/>
                    <a:pt x="2042" y="1832"/>
                    <a:pt x="2035" y="1776"/>
                  </a:cubicBezTo>
                  <a:cubicBezTo>
                    <a:pt x="2025" y="1688"/>
                    <a:pt x="2013" y="1601"/>
                    <a:pt x="2007" y="1512"/>
                  </a:cubicBezTo>
                  <a:cubicBezTo>
                    <a:pt x="2000" y="1406"/>
                    <a:pt x="1980" y="1302"/>
                    <a:pt x="1968" y="1196"/>
                  </a:cubicBezTo>
                  <a:cubicBezTo>
                    <a:pt x="1951" y="1037"/>
                    <a:pt x="1938" y="879"/>
                    <a:pt x="1919" y="720"/>
                  </a:cubicBezTo>
                  <a:cubicBezTo>
                    <a:pt x="1907" y="617"/>
                    <a:pt x="1880" y="512"/>
                    <a:pt x="1876" y="408"/>
                  </a:cubicBezTo>
                  <a:cubicBezTo>
                    <a:pt x="2180" y="408"/>
                    <a:pt x="2180" y="408"/>
                    <a:pt x="2180" y="408"/>
                  </a:cubicBezTo>
                  <a:cubicBezTo>
                    <a:pt x="2136" y="373"/>
                    <a:pt x="2136" y="373"/>
                    <a:pt x="2136" y="373"/>
                  </a:cubicBezTo>
                  <a:cubicBezTo>
                    <a:pt x="2024" y="304"/>
                    <a:pt x="2024" y="304"/>
                    <a:pt x="2024" y="304"/>
                  </a:cubicBezTo>
                  <a:cubicBezTo>
                    <a:pt x="1668" y="94"/>
                    <a:pt x="1668" y="94"/>
                    <a:pt x="1668" y="94"/>
                  </a:cubicBezTo>
                  <a:moveTo>
                    <a:pt x="176" y="1340"/>
                  </a:moveTo>
                  <a:cubicBezTo>
                    <a:pt x="188" y="1292"/>
                    <a:pt x="188" y="1292"/>
                    <a:pt x="188" y="1292"/>
                  </a:cubicBezTo>
                  <a:cubicBezTo>
                    <a:pt x="159" y="1300"/>
                    <a:pt x="129" y="1334"/>
                    <a:pt x="176" y="134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8" name="Freeform 24"/>
            <p:cNvSpPr>
              <a:spLocks/>
            </p:cNvSpPr>
            <p:nvPr/>
          </p:nvSpPr>
          <p:spPr bwMode="auto">
            <a:xfrm>
              <a:off x="3359150" y="2039938"/>
              <a:ext cx="747713" cy="569913"/>
            </a:xfrm>
            <a:custGeom>
              <a:avLst/>
              <a:gdLst/>
              <a:ahLst/>
              <a:cxnLst>
                <a:cxn ang="0">
                  <a:pos x="808" y="132"/>
                </a:cxn>
                <a:cxn ang="0">
                  <a:pos x="724" y="104"/>
                </a:cxn>
                <a:cxn ang="0">
                  <a:pos x="613" y="192"/>
                </a:cxn>
                <a:cxn ang="0">
                  <a:pos x="560" y="376"/>
                </a:cxn>
                <a:cxn ang="0">
                  <a:pos x="376" y="536"/>
                </a:cxn>
                <a:cxn ang="0">
                  <a:pos x="356" y="700"/>
                </a:cxn>
                <a:cxn ang="0">
                  <a:pos x="243" y="744"/>
                </a:cxn>
                <a:cxn ang="0">
                  <a:pos x="205" y="928"/>
                </a:cxn>
                <a:cxn ang="0">
                  <a:pos x="144" y="1128"/>
                </a:cxn>
                <a:cxn ang="0">
                  <a:pos x="48" y="1172"/>
                </a:cxn>
                <a:cxn ang="0">
                  <a:pos x="88" y="1242"/>
                </a:cxn>
                <a:cxn ang="0">
                  <a:pos x="233" y="1371"/>
                </a:cxn>
                <a:cxn ang="0">
                  <a:pos x="402" y="1624"/>
                </a:cxn>
                <a:cxn ang="0">
                  <a:pos x="456" y="1646"/>
                </a:cxn>
                <a:cxn ang="0">
                  <a:pos x="533" y="1808"/>
                </a:cxn>
                <a:cxn ang="0">
                  <a:pos x="901" y="1956"/>
                </a:cxn>
                <a:cxn ang="0">
                  <a:pos x="1140" y="1984"/>
                </a:cxn>
                <a:cxn ang="0">
                  <a:pos x="1300" y="1875"/>
                </a:cxn>
                <a:cxn ang="0">
                  <a:pos x="1444" y="1903"/>
                </a:cxn>
                <a:cxn ang="0">
                  <a:pos x="1559" y="1897"/>
                </a:cxn>
                <a:cxn ang="0">
                  <a:pos x="1724" y="1840"/>
                </a:cxn>
                <a:cxn ang="0">
                  <a:pos x="1864" y="1741"/>
                </a:cxn>
                <a:cxn ang="0">
                  <a:pos x="2100" y="1728"/>
                </a:cxn>
                <a:cxn ang="0">
                  <a:pos x="2277" y="1536"/>
                </a:cxn>
                <a:cxn ang="0">
                  <a:pos x="2620" y="1192"/>
                </a:cxn>
                <a:cxn ang="0">
                  <a:pos x="2208" y="1109"/>
                </a:cxn>
                <a:cxn ang="0">
                  <a:pos x="1845" y="951"/>
                </a:cxn>
                <a:cxn ang="0">
                  <a:pos x="1730" y="804"/>
                </a:cxn>
                <a:cxn ang="0">
                  <a:pos x="1740" y="676"/>
                </a:cxn>
                <a:cxn ang="0">
                  <a:pos x="1548" y="676"/>
                </a:cxn>
                <a:cxn ang="0">
                  <a:pos x="1586" y="520"/>
                </a:cxn>
                <a:cxn ang="0">
                  <a:pos x="1640" y="412"/>
                </a:cxn>
                <a:cxn ang="0">
                  <a:pos x="1547" y="292"/>
                </a:cxn>
                <a:cxn ang="0">
                  <a:pos x="1378" y="130"/>
                </a:cxn>
                <a:cxn ang="0">
                  <a:pos x="1276" y="76"/>
                </a:cxn>
                <a:cxn ang="0">
                  <a:pos x="1069" y="42"/>
                </a:cxn>
                <a:cxn ang="0">
                  <a:pos x="940" y="36"/>
                </a:cxn>
                <a:cxn ang="0">
                  <a:pos x="868" y="0"/>
                </a:cxn>
              </a:cxnLst>
              <a:rect l="0" t="0" r="r" b="b"/>
              <a:pathLst>
                <a:path w="2620" h="1996">
                  <a:moveTo>
                    <a:pt x="868" y="0"/>
                  </a:moveTo>
                  <a:cubicBezTo>
                    <a:pt x="808" y="132"/>
                    <a:pt x="808" y="132"/>
                    <a:pt x="808" y="132"/>
                  </a:cubicBezTo>
                  <a:cubicBezTo>
                    <a:pt x="797" y="115"/>
                    <a:pt x="789" y="89"/>
                    <a:pt x="772" y="78"/>
                  </a:cubicBezTo>
                  <a:cubicBezTo>
                    <a:pt x="748" y="63"/>
                    <a:pt x="726" y="80"/>
                    <a:pt x="724" y="104"/>
                  </a:cubicBezTo>
                  <a:cubicBezTo>
                    <a:pt x="699" y="100"/>
                    <a:pt x="661" y="85"/>
                    <a:pt x="637" y="103"/>
                  </a:cubicBezTo>
                  <a:cubicBezTo>
                    <a:pt x="612" y="123"/>
                    <a:pt x="620" y="165"/>
                    <a:pt x="613" y="192"/>
                  </a:cubicBezTo>
                  <a:cubicBezTo>
                    <a:pt x="606" y="221"/>
                    <a:pt x="587" y="241"/>
                    <a:pt x="576" y="268"/>
                  </a:cubicBezTo>
                  <a:cubicBezTo>
                    <a:pt x="561" y="306"/>
                    <a:pt x="567" y="339"/>
                    <a:pt x="560" y="376"/>
                  </a:cubicBezTo>
                  <a:cubicBezTo>
                    <a:pt x="480" y="353"/>
                    <a:pt x="450" y="440"/>
                    <a:pt x="416" y="492"/>
                  </a:cubicBezTo>
                  <a:cubicBezTo>
                    <a:pt x="405" y="508"/>
                    <a:pt x="383" y="519"/>
                    <a:pt x="376" y="536"/>
                  </a:cubicBezTo>
                  <a:cubicBezTo>
                    <a:pt x="368" y="554"/>
                    <a:pt x="378" y="574"/>
                    <a:pt x="372" y="592"/>
                  </a:cubicBezTo>
                  <a:cubicBezTo>
                    <a:pt x="361" y="624"/>
                    <a:pt x="343" y="666"/>
                    <a:pt x="356" y="700"/>
                  </a:cubicBezTo>
                  <a:cubicBezTo>
                    <a:pt x="324" y="717"/>
                    <a:pt x="323" y="696"/>
                    <a:pt x="292" y="697"/>
                  </a:cubicBezTo>
                  <a:cubicBezTo>
                    <a:pt x="269" y="698"/>
                    <a:pt x="252" y="725"/>
                    <a:pt x="243" y="744"/>
                  </a:cubicBezTo>
                  <a:cubicBezTo>
                    <a:pt x="232" y="766"/>
                    <a:pt x="252" y="789"/>
                    <a:pt x="247" y="812"/>
                  </a:cubicBezTo>
                  <a:cubicBezTo>
                    <a:pt x="238" y="851"/>
                    <a:pt x="211" y="885"/>
                    <a:pt x="205" y="928"/>
                  </a:cubicBezTo>
                  <a:cubicBezTo>
                    <a:pt x="198" y="977"/>
                    <a:pt x="234" y="1056"/>
                    <a:pt x="199" y="1100"/>
                  </a:cubicBezTo>
                  <a:cubicBezTo>
                    <a:pt x="186" y="1116"/>
                    <a:pt x="162" y="1119"/>
                    <a:pt x="144" y="1128"/>
                  </a:cubicBezTo>
                  <a:cubicBezTo>
                    <a:pt x="133" y="1107"/>
                    <a:pt x="66" y="1102"/>
                    <a:pt x="49" y="1119"/>
                  </a:cubicBezTo>
                  <a:cubicBezTo>
                    <a:pt x="36" y="1133"/>
                    <a:pt x="44" y="1156"/>
                    <a:pt x="48" y="1172"/>
                  </a:cubicBezTo>
                  <a:cubicBezTo>
                    <a:pt x="26" y="1180"/>
                    <a:pt x="0" y="1211"/>
                    <a:pt x="24" y="1232"/>
                  </a:cubicBezTo>
                  <a:cubicBezTo>
                    <a:pt x="40" y="1246"/>
                    <a:pt x="69" y="1239"/>
                    <a:pt x="88" y="1242"/>
                  </a:cubicBezTo>
                  <a:cubicBezTo>
                    <a:pt x="124" y="1247"/>
                    <a:pt x="152" y="1263"/>
                    <a:pt x="177" y="1289"/>
                  </a:cubicBezTo>
                  <a:cubicBezTo>
                    <a:pt x="199" y="1313"/>
                    <a:pt x="207" y="1346"/>
                    <a:pt x="233" y="1371"/>
                  </a:cubicBezTo>
                  <a:cubicBezTo>
                    <a:pt x="260" y="1396"/>
                    <a:pt x="301" y="1413"/>
                    <a:pt x="322" y="1445"/>
                  </a:cubicBezTo>
                  <a:cubicBezTo>
                    <a:pt x="359" y="1502"/>
                    <a:pt x="356" y="1570"/>
                    <a:pt x="402" y="1624"/>
                  </a:cubicBezTo>
                  <a:cubicBezTo>
                    <a:pt x="410" y="1633"/>
                    <a:pt x="409" y="1650"/>
                    <a:pt x="421" y="1655"/>
                  </a:cubicBezTo>
                  <a:cubicBezTo>
                    <a:pt x="433" y="1660"/>
                    <a:pt x="444" y="1647"/>
                    <a:pt x="456" y="1646"/>
                  </a:cubicBezTo>
                  <a:cubicBezTo>
                    <a:pt x="472" y="1646"/>
                    <a:pt x="488" y="1657"/>
                    <a:pt x="504" y="1660"/>
                  </a:cubicBezTo>
                  <a:cubicBezTo>
                    <a:pt x="490" y="1708"/>
                    <a:pt x="491" y="1773"/>
                    <a:pt x="533" y="1808"/>
                  </a:cubicBezTo>
                  <a:cubicBezTo>
                    <a:pt x="573" y="1840"/>
                    <a:pt x="654" y="1801"/>
                    <a:pt x="700" y="1820"/>
                  </a:cubicBezTo>
                  <a:cubicBezTo>
                    <a:pt x="772" y="1849"/>
                    <a:pt x="832" y="1920"/>
                    <a:pt x="901" y="1956"/>
                  </a:cubicBezTo>
                  <a:cubicBezTo>
                    <a:pt x="922" y="1967"/>
                    <a:pt x="957" y="1959"/>
                    <a:pt x="980" y="1961"/>
                  </a:cubicBezTo>
                  <a:cubicBezTo>
                    <a:pt x="1033" y="1964"/>
                    <a:pt x="1086" y="1993"/>
                    <a:pt x="1140" y="1984"/>
                  </a:cubicBezTo>
                  <a:cubicBezTo>
                    <a:pt x="1160" y="1996"/>
                    <a:pt x="1160" y="1996"/>
                    <a:pt x="1160" y="1996"/>
                  </a:cubicBezTo>
                  <a:cubicBezTo>
                    <a:pt x="1179" y="1930"/>
                    <a:pt x="1244" y="1901"/>
                    <a:pt x="1300" y="1875"/>
                  </a:cubicBezTo>
                  <a:cubicBezTo>
                    <a:pt x="1319" y="1866"/>
                    <a:pt x="1346" y="1844"/>
                    <a:pt x="1368" y="1849"/>
                  </a:cubicBezTo>
                  <a:cubicBezTo>
                    <a:pt x="1401" y="1856"/>
                    <a:pt x="1410" y="1903"/>
                    <a:pt x="1444" y="1903"/>
                  </a:cubicBezTo>
                  <a:cubicBezTo>
                    <a:pt x="1470" y="1904"/>
                    <a:pt x="1495" y="1895"/>
                    <a:pt x="1520" y="1894"/>
                  </a:cubicBezTo>
                  <a:cubicBezTo>
                    <a:pt x="1533" y="1894"/>
                    <a:pt x="1547" y="1902"/>
                    <a:pt x="1559" y="1897"/>
                  </a:cubicBezTo>
                  <a:cubicBezTo>
                    <a:pt x="1579" y="1890"/>
                    <a:pt x="1585" y="1865"/>
                    <a:pt x="1608" y="1858"/>
                  </a:cubicBezTo>
                  <a:cubicBezTo>
                    <a:pt x="1646" y="1848"/>
                    <a:pt x="1686" y="1855"/>
                    <a:pt x="1724" y="1840"/>
                  </a:cubicBezTo>
                  <a:cubicBezTo>
                    <a:pt x="1747" y="1831"/>
                    <a:pt x="1748" y="1807"/>
                    <a:pt x="1764" y="1791"/>
                  </a:cubicBezTo>
                  <a:cubicBezTo>
                    <a:pt x="1790" y="1766"/>
                    <a:pt x="1830" y="1750"/>
                    <a:pt x="1864" y="1741"/>
                  </a:cubicBezTo>
                  <a:cubicBezTo>
                    <a:pt x="1918" y="1727"/>
                    <a:pt x="1972" y="1728"/>
                    <a:pt x="2028" y="1728"/>
                  </a:cubicBezTo>
                  <a:cubicBezTo>
                    <a:pt x="2048" y="1728"/>
                    <a:pt x="2083" y="1738"/>
                    <a:pt x="2100" y="1728"/>
                  </a:cubicBezTo>
                  <a:cubicBezTo>
                    <a:pt x="2120" y="1717"/>
                    <a:pt x="2132" y="1692"/>
                    <a:pt x="2148" y="1676"/>
                  </a:cubicBezTo>
                  <a:cubicBezTo>
                    <a:pt x="2193" y="1631"/>
                    <a:pt x="2234" y="1583"/>
                    <a:pt x="2277" y="1536"/>
                  </a:cubicBezTo>
                  <a:cubicBezTo>
                    <a:pt x="2352" y="1452"/>
                    <a:pt x="2436" y="1375"/>
                    <a:pt x="2516" y="1296"/>
                  </a:cubicBezTo>
                  <a:cubicBezTo>
                    <a:pt x="2549" y="1263"/>
                    <a:pt x="2597" y="1233"/>
                    <a:pt x="2620" y="1192"/>
                  </a:cubicBezTo>
                  <a:cubicBezTo>
                    <a:pt x="2444" y="1191"/>
                    <a:pt x="2444" y="1191"/>
                    <a:pt x="2444" y="1191"/>
                  </a:cubicBezTo>
                  <a:cubicBezTo>
                    <a:pt x="2208" y="1109"/>
                    <a:pt x="2208" y="1109"/>
                    <a:pt x="2208" y="1109"/>
                  </a:cubicBezTo>
                  <a:cubicBezTo>
                    <a:pt x="1936" y="1018"/>
                    <a:pt x="1936" y="1018"/>
                    <a:pt x="1936" y="1018"/>
                  </a:cubicBezTo>
                  <a:cubicBezTo>
                    <a:pt x="1845" y="951"/>
                    <a:pt x="1845" y="951"/>
                    <a:pt x="1845" y="951"/>
                  </a:cubicBezTo>
                  <a:cubicBezTo>
                    <a:pt x="1796" y="872"/>
                    <a:pt x="1796" y="872"/>
                    <a:pt x="1796" y="872"/>
                  </a:cubicBezTo>
                  <a:cubicBezTo>
                    <a:pt x="1730" y="804"/>
                    <a:pt x="1730" y="804"/>
                    <a:pt x="1730" y="804"/>
                  </a:cubicBezTo>
                  <a:cubicBezTo>
                    <a:pt x="1700" y="752"/>
                    <a:pt x="1700" y="752"/>
                    <a:pt x="1700" y="752"/>
                  </a:cubicBezTo>
                  <a:cubicBezTo>
                    <a:pt x="1740" y="676"/>
                    <a:pt x="1740" y="676"/>
                    <a:pt x="1740" y="676"/>
                  </a:cubicBezTo>
                  <a:cubicBezTo>
                    <a:pt x="1696" y="656"/>
                    <a:pt x="1696" y="656"/>
                    <a:pt x="1696" y="656"/>
                  </a:cubicBezTo>
                  <a:cubicBezTo>
                    <a:pt x="1548" y="676"/>
                    <a:pt x="1548" y="676"/>
                    <a:pt x="1548" y="676"/>
                  </a:cubicBezTo>
                  <a:cubicBezTo>
                    <a:pt x="1545" y="572"/>
                    <a:pt x="1545" y="572"/>
                    <a:pt x="1545" y="572"/>
                  </a:cubicBezTo>
                  <a:cubicBezTo>
                    <a:pt x="1586" y="520"/>
                    <a:pt x="1586" y="520"/>
                    <a:pt x="1586" y="520"/>
                  </a:cubicBezTo>
                  <a:cubicBezTo>
                    <a:pt x="1660" y="412"/>
                    <a:pt x="1660" y="412"/>
                    <a:pt x="1660" y="412"/>
                  </a:cubicBezTo>
                  <a:cubicBezTo>
                    <a:pt x="1640" y="412"/>
                    <a:pt x="1640" y="412"/>
                    <a:pt x="1640" y="412"/>
                  </a:cubicBezTo>
                  <a:cubicBezTo>
                    <a:pt x="1630" y="375"/>
                    <a:pt x="1601" y="367"/>
                    <a:pt x="1577" y="343"/>
                  </a:cubicBezTo>
                  <a:cubicBezTo>
                    <a:pt x="1563" y="328"/>
                    <a:pt x="1560" y="308"/>
                    <a:pt x="1547" y="292"/>
                  </a:cubicBezTo>
                  <a:cubicBezTo>
                    <a:pt x="1524" y="267"/>
                    <a:pt x="1495" y="254"/>
                    <a:pt x="1468" y="234"/>
                  </a:cubicBezTo>
                  <a:cubicBezTo>
                    <a:pt x="1430" y="206"/>
                    <a:pt x="1417" y="159"/>
                    <a:pt x="1378" y="130"/>
                  </a:cubicBezTo>
                  <a:cubicBezTo>
                    <a:pt x="1363" y="118"/>
                    <a:pt x="1341" y="119"/>
                    <a:pt x="1324" y="110"/>
                  </a:cubicBezTo>
                  <a:cubicBezTo>
                    <a:pt x="1306" y="101"/>
                    <a:pt x="1295" y="84"/>
                    <a:pt x="1276" y="76"/>
                  </a:cubicBezTo>
                  <a:cubicBezTo>
                    <a:pt x="1221" y="53"/>
                    <a:pt x="1152" y="68"/>
                    <a:pt x="1096" y="68"/>
                  </a:cubicBezTo>
                  <a:cubicBezTo>
                    <a:pt x="1093" y="55"/>
                    <a:pt x="1085" y="40"/>
                    <a:pt x="1069" y="42"/>
                  </a:cubicBezTo>
                  <a:cubicBezTo>
                    <a:pt x="1058" y="43"/>
                    <a:pt x="1049" y="56"/>
                    <a:pt x="1040" y="62"/>
                  </a:cubicBezTo>
                  <a:cubicBezTo>
                    <a:pt x="1006" y="81"/>
                    <a:pt x="941" y="90"/>
                    <a:pt x="940" y="36"/>
                  </a:cubicBezTo>
                  <a:cubicBezTo>
                    <a:pt x="911" y="27"/>
                    <a:pt x="894" y="28"/>
                    <a:pt x="876" y="0"/>
                  </a:cubicBezTo>
                  <a:lnTo>
                    <a:pt x="868"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Freeform 25"/>
            <p:cNvSpPr>
              <a:spLocks/>
            </p:cNvSpPr>
            <p:nvPr/>
          </p:nvSpPr>
          <p:spPr bwMode="auto">
            <a:xfrm>
              <a:off x="3756025" y="2179638"/>
              <a:ext cx="515938" cy="679450"/>
            </a:xfrm>
            <a:custGeom>
              <a:avLst/>
              <a:gdLst/>
              <a:ahLst/>
              <a:cxnLst>
                <a:cxn ang="0">
                  <a:pos x="1214" y="703"/>
                </a:cxn>
                <a:cxn ang="0">
                  <a:pos x="1214" y="707"/>
                </a:cxn>
                <a:cxn ang="0">
                  <a:pos x="1089" y="826"/>
                </a:cxn>
                <a:cxn ang="0">
                  <a:pos x="883" y="1027"/>
                </a:cxn>
                <a:cxn ang="0">
                  <a:pos x="697" y="1227"/>
                </a:cxn>
                <a:cxn ang="0">
                  <a:pos x="526" y="1225"/>
                </a:cxn>
                <a:cxn ang="0">
                  <a:pos x="382" y="1276"/>
                </a:cxn>
                <a:cxn ang="0">
                  <a:pos x="326" y="1337"/>
                </a:cxn>
                <a:cxn ang="0">
                  <a:pos x="190" y="1365"/>
                </a:cxn>
                <a:cxn ang="0">
                  <a:pos x="115" y="1471"/>
                </a:cxn>
                <a:cxn ang="0">
                  <a:pos x="13" y="1592"/>
                </a:cxn>
                <a:cxn ang="0">
                  <a:pos x="10" y="1711"/>
                </a:cxn>
                <a:cxn ang="0">
                  <a:pos x="10" y="1995"/>
                </a:cxn>
                <a:cxn ang="0">
                  <a:pos x="10" y="2159"/>
                </a:cxn>
                <a:cxn ang="0">
                  <a:pos x="13" y="2235"/>
                </a:cxn>
                <a:cxn ang="0">
                  <a:pos x="110" y="2379"/>
                </a:cxn>
                <a:cxn ang="0">
                  <a:pos x="118" y="2379"/>
                </a:cxn>
                <a:cxn ang="0">
                  <a:pos x="193" y="2255"/>
                </a:cxn>
                <a:cxn ang="0">
                  <a:pos x="337" y="2099"/>
                </a:cxn>
                <a:cxn ang="0">
                  <a:pos x="654" y="1801"/>
                </a:cxn>
                <a:cxn ang="0">
                  <a:pos x="890" y="1665"/>
                </a:cxn>
                <a:cxn ang="0">
                  <a:pos x="1136" y="1414"/>
                </a:cxn>
                <a:cxn ang="0">
                  <a:pos x="1238" y="1303"/>
                </a:cxn>
                <a:cxn ang="0">
                  <a:pos x="1306" y="1187"/>
                </a:cxn>
                <a:cxn ang="0">
                  <a:pos x="1415" y="1019"/>
                </a:cxn>
                <a:cxn ang="0">
                  <a:pos x="1424" y="963"/>
                </a:cxn>
                <a:cxn ang="0">
                  <a:pos x="1478" y="863"/>
                </a:cxn>
                <a:cxn ang="0">
                  <a:pos x="1524" y="791"/>
                </a:cxn>
                <a:cxn ang="0">
                  <a:pos x="1557" y="703"/>
                </a:cxn>
                <a:cxn ang="0">
                  <a:pos x="1602" y="663"/>
                </a:cxn>
                <a:cxn ang="0">
                  <a:pos x="1714" y="475"/>
                </a:cxn>
                <a:cxn ang="0">
                  <a:pos x="1739" y="307"/>
                </a:cxn>
                <a:cxn ang="0">
                  <a:pos x="1772" y="275"/>
                </a:cxn>
                <a:cxn ang="0">
                  <a:pos x="1786" y="151"/>
                </a:cxn>
                <a:cxn ang="0">
                  <a:pos x="1770" y="147"/>
                </a:cxn>
                <a:cxn ang="0">
                  <a:pos x="1806" y="39"/>
                </a:cxn>
                <a:cxn ang="0">
                  <a:pos x="1766" y="21"/>
                </a:cxn>
                <a:cxn ang="0">
                  <a:pos x="1682" y="13"/>
                </a:cxn>
                <a:cxn ang="0">
                  <a:pos x="1646" y="54"/>
                </a:cxn>
                <a:cxn ang="0">
                  <a:pos x="1578" y="89"/>
                </a:cxn>
                <a:cxn ang="0">
                  <a:pos x="1506" y="95"/>
                </a:cxn>
                <a:cxn ang="0">
                  <a:pos x="1402" y="130"/>
                </a:cxn>
                <a:cxn ang="0">
                  <a:pos x="1322" y="120"/>
                </a:cxn>
                <a:cxn ang="0">
                  <a:pos x="1234" y="154"/>
                </a:cxn>
                <a:cxn ang="0">
                  <a:pos x="1122" y="144"/>
                </a:cxn>
                <a:cxn ang="0">
                  <a:pos x="982" y="222"/>
                </a:cxn>
                <a:cxn ang="0">
                  <a:pos x="842" y="197"/>
                </a:cxn>
                <a:cxn ang="0">
                  <a:pos x="794" y="227"/>
                </a:cxn>
                <a:cxn ang="0">
                  <a:pos x="594" y="270"/>
                </a:cxn>
                <a:cxn ang="0">
                  <a:pos x="449" y="127"/>
                </a:cxn>
                <a:cxn ang="0">
                  <a:pos x="401" y="98"/>
                </a:cxn>
                <a:cxn ang="0">
                  <a:pos x="360" y="159"/>
                </a:cxn>
                <a:cxn ang="0">
                  <a:pos x="302" y="235"/>
                </a:cxn>
                <a:cxn ang="0">
                  <a:pos x="320" y="279"/>
                </a:cxn>
                <a:cxn ang="0">
                  <a:pos x="394" y="380"/>
                </a:cxn>
                <a:cxn ang="0">
                  <a:pos x="443" y="459"/>
                </a:cxn>
                <a:cxn ang="0">
                  <a:pos x="762" y="601"/>
                </a:cxn>
                <a:cxn ang="0">
                  <a:pos x="1054" y="701"/>
                </a:cxn>
                <a:cxn ang="0">
                  <a:pos x="1214" y="703"/>
                </a:cxn>
              </a:cxnLst>
              <a:rect l="0" t="0" r="r" b="b"/>
              <a:pathLst>
                <a:path w="1806" h="2379">
                  <a:moveTo>
                    <a:pt x="1214" y="703"/>
                  </a:moveTo>
                  <a:cubicBezTo>
                    <a:pt x="1214" y="707"/>
                    <a:pt x="1214" y="707"/>
                    <a:pt x="1214" y="707"/>
                  </a:cubicBezTo>
                  <a:cubicBezTo>
                    <a:pt x="1165" y="730"/>
                    <a:pt x="1127" y="788"/>
                    <a:pt x="1089" y="826"/>
                  </a:cubicBezTo>
                  <a:cubicBezTo>
                    <a:pt x="1022" y="894"/>
                    <a:pt x="946" y="954"/>
                    <a:pt x="883" y="1027"/>
                  </a:cubicBezTo>
                  <a:cubicBezTo>
                    <a:pt x="827" y="1091"/>
                    <a:pt x="768" y="1179"/>
                    <a:pt x="697" y="1227"/>
                  </a:cubicBezTo>
                  <a:cubicBezTo>
                    <a:pt x="655" y="1257"/>
                    <a:pt x="576" y="1215"/>
                    <a:pt x="526" y="1225"/>
                  </a:cubicBezTo>
                  <a:cubicBezTo>
                    <a:pt x="478" y="1234"/>
                    <a:pt x="423" y="1247"/>
                    <a:pt x="382" y="1276"/>
                  </a:cubicBezTo>
                  <a:cubicBezTo>
                    <a:pt x="360" y="1292"/>
                    <a:pt x="349" y="1326"/>
                    <a:pt x="326" y="1337"/>
                  </a:cubicBezTo>
                  <a:cubicBezTo>
                    <a:pt x="283" y="1356"/>
                    <a:pt x="230" y="1339"/>
                    <a:pt x="190" y="1365"/>
                  </a:cubicBezTo>
                  <a:cubicBezTo>
                    <a:pt x="158" y="1386"/>
                    <a:pt x="137" y="1439"/>
                    <a:pt x="115" y="1471"/>
                  </a:cubicBezTo>
                  <a:cubicBezTo>
                    <a:pt x="87" y="1509"/>
                    <a:pt x="30" y="1551"/>
                    <a:pt x="13" y="1592"/>
                  </a:cubicBezTo>
                  <a:cubicBezTo>
                    <a:pt x="0" y="1623"/>
                    <a:pt x="10" y="1677"/>
                    <a:pt x="10" y="1711"/>
                  </a:cubicBezTo>
                  <a:cubicBezTo>
                    <a:pt x="10" y="1995"/>
                    <a:pt x="10" y="1995"/>
                    <a:pt x="10" y="1995"/>
                  </a:cubicBezTo>
                  <a:cubicBezTo>
                    <a:pt x="10" y="2159"/>
                    <a:pt x="10" y="2159"/>
                    <a:pt x="10" y="2159"/>
                  </a:cubicBezTo>
                  <a:cubicBezTo>
                    <a:pt x="10" y="2182"/>
                    <a:pt x="5" y="2213"/>
                    <a:pt x="13" y="2235"/>
                  </a:cubicBezTo>
                  <a:cubicBezTo>
                    <a:pt x="31" y="2289"/>
                    <a:pt x="90" y="2324"/>
                    <a:pt x="110" y="2379"/>
                  </a:cubicBezTo>
                  <a:cubicBezTo>
                    <a:pt x="118" y="2379"/>
                    <a:pt x="118" y="2379"/>
                    <a:pt x="118" y="2379"/>
                  </a:cubicBezTo>
                  <a:cubicBezTo>
                    <a:pt x="145" y="2339"/>
                    <a:pt x="165" y="2293"/>
                    <a:pt x="193" y="2255"/>
                  </a:cubicBezTo>
                  <a:cubicBezTo>
                    <a:pt x="234" y="2198"/>
                    <a:pt x="290" y="2150"/>
                    <a:pt x="337" y="2099"/>
                  </a:cubicBezTo>
                  <a:cubicBezTo>
                    <a:pt x="436" y="1992"/>
                    <a:pt x="537" y="1888"/>
                    <a:pt x="654" y="1801"/>
                  </a:cubicBezTo>
                  <a:cubicBezTo>
                    <a:pt x="727" y="1747"/>
                    <a:pt x="820" y="1726"/>
                    <a:pt x="890" y="1665"/>
                  </a:cubicBezTo>
                  <a:cubicBezTo>
                    <a:pt x="977" y="1590"/>
                    <a:pt x="1059" y="1500"/>
                    <a:pt x="1136" y="1414"/>
                  </a:cubicBezTo>
                  <a:cubicBezTo>
                    <a:pt x="1170" y="1377"/>
                    <a:pt x="1199" y="1334"/>
                    <a:pt x="1238" y="1303"/>
                  </a:cubicBezTo>
                  <a:cubicBezTo>
                    <a:pt x="1243" y="1262"/>
                    <a:pt x="1282" y="1218"/>
                    <a:pt x="1306" y="1187"/>
                  </a:cubicBezTo>
                  <a:cubicBezTo>
                    <a:pt x="1345" y="1135"/>
                    <a:pt x="1385" y="1077"/>
                    <a:pt x="1415" y="1019"/>
                  </a:cubicBezTo>
                  <a:cubicBezTo>
                    <a:pt x="1424" y="1001"/>
                    <a:pt x="1420" y="982"/>
                    <a:pt x="1424" y="963"/>
                  </a:cubicBezTo>
                  <a:cubicBezTo>
                    <a:pt x="1431" y="931"/>
                    <a:pt x="1455" y="885"/>
                    <a:pt x="1478" y="863"/>
                  </a:cubicBezTo>
                  <a:cubicBezTo>
                    <a:pt x="1485" y="836"/>
                    <a:pt x="1512" y="815"/>
                    <a:pt x="1524" y="791"/>
                  </a:cubicBezTo>
                  <a:cubicBezTo>
                    <a:pt x="1538" y="765"/>
                    <a:pt x="1541" y="726"/>
                    <a:pt x="1557" y="703"/>
                  </a:cubicBezTo>
                  <a:cubicBezTo>
                    <a:pt x="1569" y="686"/>
                    <a:pt x="1591" y="680"/>
                    <a:pt x="1602" y="663"/>
                  </a:cubicBezTo>
                  <a:cubicBezTo>
                    <a:pt x="1641" y="602"/>
                    <a:pt x="1657" y="522"/>
                    <a:pt x="1714" y="475"/>
                  </a:cubicBezTo>
                  <a:cubicBezTo>
                    <a:pt x="1739" y="307"/>
                    <a:pt x="1739" y="307"/>
                    <a:pt x="1739" y="307"/>
                  </a:cubicBezTo>
                  <a:cubicBezTo>
                    <a:pt x="1772" y="275"/>
                    <a:pt x="1772" y="275"/>
                    <a:pt x="1772" y="275"/>
                  </a:cubicBezTo>
                  <a:cubicBezTo>
                    <a:pt x="1786" y="151"/>
                    <a:pt x="1786" y="151"/>
                    <a:pt x="1786" y="151"/>
                  </a:cubicBezTo>
                  <a:cubicBezTo>
                    <a:pt x="1770" y="147"/>
                    <a:pt x="1770" y="147"/>
                    <a:pt x="1770" y="147"/>
                  </a:cubicBezTo>
                  <a:cubicBezTo>
                    <a:pt x="1769" y="104"/>
                    <a:pt x="1782" y="74"/>
                    <a:pt x="1806" y="39"/>
                  </a:cubicBezTo>
                  <a:cubicBezTo>
                    <a:pt x="1795" y="27"/>
                    <a:pt x="1782" y="25"/>
                    <a:pt x="1766" y="21"/>
                  </a:cubicBezTo>
                  <a:cubicBezTo>
                    <a:pt x="1738" y="13"/>
                    <a:pt x="1711" y="0"/>
                    <a:pt x="1682" y="13"/>
                  </a:cubicBezTo>
                  <a:cubicBezTo>
                    <a:pt x="1663" y="21"/>
                    <a:pt x="1660" y="40"/>
                    <a:pt x="1646" y="54"/>
                  </a:cubicBezTo>
                  <a:cubicBezTo>
                    <a:pt x="1629" y="70"/>
                    <a:pt x="1601" y="83"/>
                    <a:pt x="1578" y="89"/>
                  </a:cubicBezTo>
                  <a:cubicBezTo>
                    <a:pt x="1554" y="95"/>
                    <a:pt x="1529" y="88"/>
                    <a:pt x="1506" y="95"/>
                  </a:cubicBezTo>
                  <a:cubicBezTo>
                    <a:pt x="1470" y="106"/>
                    <a:pt x="1442" y="128"/>
                    <a:pt x="1402" y="130"/>
                  </a:cubicBezTo>
                  <a:cubicBezTo>
                    <a:pt x="1375" y="132"/>
                    <a:pt x="1350" y="116"/>
                    <a:pt x="1322" y="120"/>
                  </a:cubicBezTo>
                  <a:cubicBezTo>
                    <a:pt x="1290" y="124"/>
                    <a:pt x="1264" y="151"/>
                    <a:pt x="1234" y="154"/>
                  </a:cubicBezTo>
                  <a:cubicBezTo>
                    <a:pt x="1197" y="157"/>
                    <a:pt x="1156" y="137"/>
                    <a:pt x="1122" y="144"/>
                  </a:cubicBezTo>
                  <a:cubicBezTo>
                    <a:pt x="1071" y="155"/>
                    <a:pt x="1033" y="206"/>
                    <a:pt x="982" y="222"/>
                  </a:cubicBezTo>
                  <a:cubicBezTo>
                    <a:pt x="936" y="237"/>
                    <a:pt x="888" y="194"/>
                    <a:pt x="842" y="197"/>
                  </a:cubicBezTo>
                  <a:cubicBezTo>
                    <a:pt x="823" y="199"/>
                    <a:pt x="811" y="220"/>
                    <a:pt x="794" y="227"/>
                  </a:cubicBezTo>
                  <a:cubicBezTo>
                    <a:pt x="736" y="252"/>
                    <a:pt x="661" y="295"/>
                    <a:pt x="594" y="270"/>
                  </a:cubicBezTo>
                  <a:cubicBezTo>
                    <a:pt x="531" y="246"/>
                    <a:pt x="481" y="185"/>
                    <a:pt x="449" y="127"/>
                  </a:cubicBezTo>
                  <a:cubicBezTo>
                    <a:pt x="443" y="115"/>
                    <a:pt x="416" y="89"/>
                    <a:pt x="401" y="98"/>
                  </a:cubicBezTo>
                  <a:cubicBezTo>
                    <a:pt x="382" y="110"/>
                    <a:pt x="372" y="141"/>
                    <a:pt x="360" y="159"/>
                  </a:cubicBezTo>
                  <a:cubicBezTo>
                    <a:pt x="344" y="184"/>
                    <a:pt x="310" y="205"/>
                    <a:pt x="302" y="235"/>
                  </a:cubicBezTo>
                  <a:cubicBezTo>
                    <a:pt x="297" y="254"/>
                    <a:pt x="313" y="264"/>
                    <a:pt x="320" y="279"/>
                  </a:cubicBezTo>
                  <a:cubicBezTo>
                    <a:pt x="340" y="323"/>
                    <a:pt x="367" y="344"/>
                    <a:pt x="394" y="380"/>
                  </a:cubicBezTo>
                  <a:cubicBezTo>
                    <a:pt x="412" y="404"/>
                    <a:pt x="417" y="439"/>
                    <a:pt x="443" y="459"/>
                  </a:cubicBezTo>
                  <a:cubicBezTo>
                    <a:pt x="538" y="534"/>
                    <a:pt x="648" y="563"/>
                    <a:pt x="762" y="601"/>
                  </a:cubicBezTo>
                  <a:cubicBezTo>
                    <a:pt x="856" y="633"/>
                    <a:pt x="956" y="685"/>
                    <a:pt x="1054" y="701"/>
                  </a:cubicBezTo>
                  <a:cubicBezTo>
                    <a:pt x="1105" y="710"/>
                    <a:pt x="1163" y="703"/>
                    <a:pt x="1214" y="70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0" name="Freeform 26"/>
            <p:cNvSpPr>
              <a:spLocks/>
            </p:cNvSpPr>
            <p:nvPr/>
          </p:nvSpPr>
          <p:spPr bwMode="auto">
            <a:xfrm>
              <a:off x="3795713" y="2147888"/>
              <a:ext cx="87313" cy="92075"/>
            </a:xfrm>
            <a:custGeom>
              <a:avLst/>
              <a:gdLst/>
              <a:ahLst/>
              <a:cxnLst>
                <a:cxn ang="0">
                  <a:pos x="179" y="27"/>
                </a:cxn>
                <a:cxn ang="0">
                  <a:pos x="183" y="51"/>
                </a:cxn>
                <a:cxn ang="0">
                  <a:pos x="147" y="27"/>
                </a:cxn>
                <a:cxn ang="0">
                  <a:pos x="63" y="111"/>
                </a:cxn>
                <a:cxn ang="0">
                  <a:pos x="2" y="207"/>
                </a:cxn>
                <a:cxn ang="0">
                  <a:pos x="7" y="255"/>
                </a:cxn>
                <a:cxn ang="0">
                  <a:pos x="10" y="302"/>
                </a:cxn>
                <a:cxn ang="0">
                  <a:pos x="111" y="298"/>
                </a:cxn>
                <a:cxn ang="0">
                  <a:pos x="159" y="289"/>
                </a:cxn>
                <a:cxn ang="0">
                  <a:pos x="199" y="304"/>
                </a:cxn>
                <a:cxn ang="0">
                  <a:pos x="267" y="211"/>
                </a:cxn>
                <a:cxn ang="0">
                  <a:pos x="191" y="197"/>
                </a:cxn>
                <a:cxn ang="0">
                  <a:pos x="143" y="203"/>
                </a:cxn>
                <a:cxn ang="0">
                  <a:pos x="195" y="170"/>
                </a:cxn>
                <a:cxn ang="0">
                  <a:pos x="296" y="115"/>
                </a:cxn>
                <a:cxn ang="0">
                  <a:pos x="238" y="2"/>
                </a:cxn>
                <a:cxn ang="0">
                  <a:pos x="179" y="27"/>
                </a:cxn>
              </a:cxnLst>
              <a:rect l="0" t="0" r="r" b="b"/>
              <a:pathLst>
                <a:path w="307" h="325">
                  <a:moveTo>
                    <a:pt x="179" y="27"/>
                  </a:moveTo>
                  <a:cubicBezTo>
                    <a:pt x="183" y="51"/>
                    <a:pt x="183" y="51"/>
                    <a:pt x="183" y="51"/>
                  </a:cubicBezTo>
                  <a:cubicBezTo>
                    <a:pt x="163" y="57"/>
                    <a:pt x="154" y="46"/>
                    <a:pt x="147" y="27"/>
                  </a:cubicBezTo>
                  <a:cubicBezTo>
                    <a:pt x="103" y="29"/>
                    <a:pt x="85" y="79"/>
                    <a:pt x="63" y="111"/>
                  </a:cubicBezTo>
                  <a:cubicBezTo>
                    <a:pt x="41" y="144"/>
                    <a:pt x="8" y="167"/>
                    <a:pt x="2" y="207"/>
                  </a:cubicBezTo>
                  <a:cubicBezTo>
                    <a:pt x="0" y="223"/>
                    <a:pt x="6" y="240"/>
                    <a:pt x="7" y="255"/>
                  </a:cubicBezTo>
                  <a:cubicBezTo>
                    <a:pt x="8" y="269"/>
                    <a:pt x="1" y="291"/>
                    <a:pt x="10" y="302"/>
                  </a:cubicBezTo>
                  <a:cubicBezTo>
                    <a:pt x="28" y="325"/>
                    <a:pt x="88" y="303"/>
                    <a:pt x="111" y="298"/>
                  </a:cubicBezTo>
                  <a:cubicBezTo>
                    <a:pt x="125" y="295"/>
                    <a:pt x="145" y="287"/>
                    <a:pt x="159" y="289"/>
                  </a:cubicBezTo>
                  <a:cubicBezTo>
                    <a:pt x="174" y="291"/>
                    <a:pt x="183" y="306"/>
                    <a:pt x="199" y="304"/>
                  </a:cubicBezTo>
                  <a:cubicBezTo>
                    <a:pt x="225" y="301"/>
                    <a:pt x="261" y="235"/>
                    <a:pt x="267" y="211"/>
                  </a:cubicBezTo>
                  <a:cubicBezTo>
                    <a:pt x="243" y="194"/>
                    <a:pt x="221" y="191"/>
                    <a:pt x="191" y="197"/>
                  </a:cubicBezTo>
                  <a:cubicBezTo>
                    <a:pt x="172" y="201"/>
                    <a:pt x="161" y="218"/>
                    <a:pt x="143" y="203"/>
                  </a:cubicBezTo>
                  <a:cubicBezTo>
                    <a:pt x="166" y="198"/>
                    <a:pt x="176" y="181"/>
                    <a:pt x="195" y="170"/>
                  </a:cubicBezTo>
                  <a:cubicBezTo>
                    <a:pt x="222" y="156"/>
                    <a:pt x="282" y="146"/>
                    <a:pt x="296" y="115"/>
                  </a:cubicBezTo>
                  <a:cubicBezTo>
                    <a:pt x="307" y="89"/>
                    <a:pt x="271" y="4"/>
                    <a:pt x="238" y="2"/>
                  </a:cubicBezTo>
                  <a:cubicBezTo>
                    <a:pt x="218" y="0"/>
                    <a:pt x="197" y="20"/>
                    <a:pt x="179" y="2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1" name="Freeform 27"/>
            <p:cNvSpPr>
              <a:spLocks/>
            </p:cNvSpPr>
            <p:nvPr/>
          </p:nvSpPr>
          <p:spPr bwMode="auto">
            <a:xfrm>
              <a:off x="3409950" y="2540000"/>
              <a:ext cx="395288" cy="469900"/>
            </a:xfrm>
            <a:custGeom>
              <a:avLst/>
              <a:gdLst/>
              <a:ahLst/>
              <a:cxnLst>
                <a:cxn ang="0">
                  <a:pos x="13" y="101"/>
                </a:cxn>
                <a:cxn ang="0">
                  <a:pos x="50" y="171"/>
                </a:cxn>
                <a:cxn ang="0">
                  <a:pos x="91" y="198"/>
                </a:cxn>
                <a:cxn ang="0">
                  <a:pos x="83" y="242"/>
                </a:cxn>
                <a:cxn ang="0">
                  <a:pos x="129" y="337"/>
                </a:cxn>
                <a:cxn ang="0">
                  <a:pos x="166" y="413"/>
                </a:cxn>
                <a:cxn ang="0">
                  <a:pos x="149" y="581"/>
                </a:cxn>
                <a:cxn ang="0">
                  <a:pos x="157" y="609"/>
                </a:cxn>
                <a:cxn ang="0">
                  <a:pos x="117" y="633"/>
                </a:cxn>
                <a:cxn ang="0">
                  <a:pos x="90" y="673"/>
                </a:cxn>
                <a:cxn ang="0">
                  <a:pos x="41" y="717"/>
                </a:cxn>
                <a:cxn ang="0">
                  <a:pos x="0" y="809"/>
                </a:cxn>
                <a:cxn ang="0">
                  <a:pos x="7" y="861"/>
                </a:cxn>
                <a:cxn ang="0">
                  <a:pos x="5" y="1005"/>
                </a:cxn>
                <a:cxn ang="0">
                  <a:pos x="137" y="1074"/>
                </a:cxn>
                <a:cxn ang="0">
                  <a:pos x="473" y="1261"/>
                </a:cxn>
                <a:cxn ang="0">
                  <a:pos x="641" y="1354"/>
                </a:cxn>
                <a:cxn ang="0">
                  <a:pos x="641" y="1435"/>
                </a:cxn>
                <a:cxn ang="0">
                  <a:pos x="733" y="1508"/>
                </a:cxn>
                <a:cxn ang="0">
                  <a:pos x="929" y="1645"/>
                </a:cxn>
                <a:cxn ang="0">
                  <a:pos x="929" y="1629"/>
                </a:cxn>
                <a:cxn ang="0">
                  <a:pos x="937" y="1637"/>
                </a:cxn>
                <a:cxn ang="0">
                  <a:pos x="986" y="1573"/>
                </a:cxn>
                <a:cxn ang="0">
                  <a:pos x="1031" y="1489"/>
                </a:cxn>
                <a:cxn ang="0">
                  <a:pos x="1085" y="1397"/>
                </a:cxn>
                <a:cxn ang="0">
                  <a:pos x="1114" y="1285"/>
                </a:cxn>
                <a:cxn ang="0">
                  <a:pos x="1205" y="1245"/>
                </a:cxn>
                <a:cxn ang="0">
                  <a:pos x="1213" y="1217"/>
                </a:cxn>
                <a:cxn ang="0">
                  <a:pos x="1209" y="1229"/>
                </a:cxn>
                <a:cxn ang="0">
                  <a:pos x="1229" y="1209"/>
                </a:cxn>
                <a:cxn ang="0">
                  <a:pos x="1265" y="1197"/>
                </a:cxn>
                <a:cxn ang="0">
                  <a:pos x="1245" y="1177"/>
                </a:cxn>
                <a:cxn ang="0">
                  <a:pos x="1245" y="1173"/>
                </a:cxn>
                <a:cxn ang="0">
                  <a:pos x="1341" y="1105"/>
                </a:cxn>
                <a:cxn ang="0">
                  <a:pos x="1239" y="979"/>
                </a:cxn>
                <a:cxn ang="0">
                  <a:pos x="1237" y="845"/>
                </a:cxn>
                <a:cxn ang="0">
                  <a:pos x="1237" y="541"/>
                </a:cxn>
                <a:cxn ang="0">
                  <a:pos x="1237" y="401"/>
                </a:cxn>
                <a:cxn ang="0">
                  <a:pos x="1240" y="337"/>
                </a:cxn>
                <a:cxn ang="0">
                  <a:pos x="1291" y="281"/>
                </a:cxn>
                <a:cxn ang="0">
                  <a:pos x="1351" y="197"/>
                </a:cxn>
                <a:cxn ang="0">
                  <a:pos x="1385" y="133"/>
                </a:cxn>
                <a:cxn ang="0">
                  <a:pos x="1265" y="139"/>
                </a:cxn>
                <a:cxn ang="0">
                  <a:pos x="1193" y="87"/>
                </a:cxn>
                <a:cxn ang="0">
                  <a:pos x="1116" y="115"/>
                </a:cxn>
                <a:cxn ang="0">
                  <a:pos x="981" y="233"/>
                </a:cxn>
                <a:cxn ang="0">
                  <a:pos x="861" y="212"/>
                </a:cxn>
                <a:cxn ang="0">
                  <a:pos x="809" y="198"/>
                </a:cxn>
                <a:cxn ang="0">
                  <a:pos x="737" y="195"/>
                </a:cxn>
                <a:cxn ang="0">
                  <a:pos x="545" y="66"/>
                </a:cxn>
                <a:cxn ang="0">
                  <a:pos x="381" y="53"/>
                </a:cxn>
                <a:cxn ang="0">
                  <a:pos x="349" y="21"/>
                </a:cxn>
                <a:cxn ang="0">
                  <a:pos x="253" y="25"/>
                </a:cxn>
                <a:cxn ang="0">
                  <a:pos x="13" y="101"/>
                </a:cxn>
              </a:cxnLst>
              <a:rect l="0" t="0" r="r" b="b"/>
              <a:pathLst>
                <a:path w="1386" h="1645">
                  <a:moveTo>
                    <a:pt x="13" y="101"/>
                  </a:moveTo>
                  <a:cubicBezTo>
                    <a:pt x="50" y="171"/>
                    <a:pt x="50" y="171"/>
                    <a:pt x="50" y="171"/>
                  </a:cubicBezTo>
                  <a:cubicBezTo>
                    <a:pt x="91" y="198"/>
                    <a:pt x="91" y="198"/>
                    <a:pt x="91" y="198"/>
                  </a:cubicBezTo>
                  <a:cubicBezTo>
                    <a:pt x="83" y="242"/>
                    <a:pt x="83" y="242"/>
                    <a:pt x="83" y="242"/>
                  </a:cubicBezTo>
                  <a:cubicBezTo>
                    <a:pt x="129" y="337"/>
                    <a:pt x="129" y="337"/>
                    <a:pt x="129" y="337"/>
                  </a:cubicBezTo>
                  <a:cubicBezTo>
                    <a:pt x="153" y="338"/>
                    <a:pt x="163" y="392"/>
                    <a:pt x="166" y="413"/>
                  </a:cubicBezTo>
                  <a:cubicBezTo>
                    <a:pt x="176" y="470"/>
                    <a:pt x="218" y="540"/>
                    <a:pt x="149" y="581"/>
                  </a:cubicBezTo>
                  <a:cubicBezTo>
                    <a:pt x="157" y="609"/>
                    <a:pt x="157" y="609"/>
                    <a:pt x="157" y="609"/>
                  </a:cubicBezTo>
                  <a:cubicBezTo>
                    <a:pt x="141" y="614"/>
                    <a:pt x="123" y="616"/>
                    <a:pt x="117" y="633"/>
                  </a:cubicBezTo>
                  <a:cubicBezTo>
                    <a:pt x="95" y="637"/>
                    <a:pt x="99" y="656"/>
                    <a:pt x="90" y="673"/>
                  </a:cubicBezTo>
                  <a:cubicBezTo>
                    <a:pt x="80" y="694"/>
                    <a:pt x="63" y="710"/>
                    <a:pt x="41" y="717"/>
                  </a:cubicBezTo>
                  <a:cubicBezTo>
                    <a:pt x="0" y="809"/>
                    <a:pt x="0" y="809"/>
                    <a:pt x="0" y="809"/>
                  </a:cubicBezTo>
                  <a:cubicBezTo>
                    <a:pt x="7" y="861"/>
                    <a:pt x="7" y="861"/>
                    <a:pt x="7" y="861"/>
                  </a:cubicBezTo>
                  <a:cubicBezTo>
                    <a:pt x="5" y="1005"/>
                    <a:pt x="5" y="1005"/>
                    <a:pt x="5" y="1005"/>
                  </a:cubicBezTo>
                  <a:cubicBezTo>
                    <a:pt x="52" y="1016"/>
                    <a:pt x="95" y="1052"/>
                    <a:pt x="137" y="1074"/>
                  </a:cubicBezTo>
                  <a:cubicBezTo>
                    <a:pt x="251" y="1132"/>
                    <a:pt x="364" y="1195"/>
                    <a:pt x="473" y="1261"/>
                  </a:cubicBezTo>
                  <a:cubicBezTo>
                    <a:pt x="524" y="1292"/>
                    <a:pt x="599" y="1313"/>
                    <a:pt x="641" y="1354"/>
                  </a:cubicBezTo>
                  <a:cubicBezTo>
                    <a:pt x="673" y="1386"/>
                    <a:pt x="624" y="1410"/>
                    <a:pt x="641" y="1435"/>
                  </a:cubicBezTo>
                  <a:cubicBezTo>
                    <a:pt x="662" y="1465"/>
                    <a:pt x="704" y="1488"/>
                    <a:pt x="733" y="1508"/>
                  </a:cubicBezTo>
                  <a:cubicBezTo>
                    <a:pt x="791" y="1550"/>
                    <a:pt x="860" y="1627"/>
                    <a:pt x="929" y="1645"/>
                  </a:cubicBezTo>
                  <a:cubicBezTo>
                    <a:pt x="929" y="1629"/>
                    <a:pt x="929" y="1629"/>
                    <a:pt x="929" y="1629"/>
                  </a:cubicBezTo>
                  <a:cubicBezTo>
                    <a:pt x="937" y="1637"/>
                    <a:pt x="937" y="1637"/>
                    <a:pt x="937" y="1637"/>
                  </a:cubicBezTo>
                  <a:cubicBezTo>
                    <a:pt x="967" y="1629"/>
                    <a:pt x="974" y="1599"/>
                    <a:pt x="986" y="1573"/>
                  </a:cubicBezTo>
                  <a:cubicBezTo>
                    <a:pt x="1001" y="1545"/>
                    <a:pt x="1018" y="1519"/>
                    <a:pt x="1031" y="1489"/>
                  </a:cubicBezTo>
                  <a:cubicBezTo>
                    <a:pt x="1047" y="1451"/>
                    <a:pt x="1047" y="1422"/>
                    <a:pt x="1085" y="1397"/>
                  </a:cubicBezTo>
                  <a:cubicBezTo>
                    <a:pt x="1085" y="1365"/>
                    <a:pt x="1087" y="1305"/>
                    <a:pt x="1114" y="1285"/>
                  </a:cubicBezTo>
                  <a:cubicBezTo>
                    <a:pt x="1141" y="1264"/>
                    <a:pt x="1175" y="1267"/>
                    <a:pt x="1205" y="1245"/>
                  </a:cubicBezTo>
                  <a:cubicBezTo>
                    <a:pt x="1213" y="1217"/>
                    <a:pt x="1213" y="1217"/>
                    <a:pt x="1213" y="1217"/>
                  </a:cubicBezTo>
                  <a:cubicBezTo>
                    <a:pt x="1209" y="1229"/>
                    <a:pt x="1209" y="1229"/>
                    <a:pt x="1209" y="1229"/>
                  </a:cubicBezTo>
                  <a:cubicBezTo>
                    <a:pt x="1226" y="1232"/>
                    <a:pt x="1232" y="1226"/>
                    <a:pt x="1229" y="1209"/>
                  </a:cubicBezTo>
                  <a:cubicBezTo>
                    <a:pt x="1265" y="1197"/>
                    <a:pt x="1265" y="1197"/>
                    <a:pt x="1265" y="1197"/>
                  </a:cubicBezTo>
                  <a:cubicBezTo>
                    <a:pt x="1245" y="1177"/>
                    <a:pt x="1245" y="1177"/>
                    <a:pt x="1245" y="1177"/>
                  </a:cubicBezTo>
                  <a:cubicBezTo>
                    <a:pt x="1245" y="1173"/>
                    <a:pt x="1245" y="1173"/>
                    <a:pt x="1245" y="1173"/>
                  </a:cubicBezTo>
                  <a:cubicBezTo>
                    <a:pt x="1291" y="1173"/>
                    <a:pt x="1319" y="1145"/>
                    <a:pt x="1341" y="1105"/>
                  </a:cubicBezTo>
                  <a:cubicBezTo>
                    <a:pt x="1308" y="1081"/>
                    <a:pt x="1252" y="1019"/>
                    <a:pt x="1239" y="979"/>
                  </a:cubicBezTo>
                  <a:cubicBezTo>
                    <a:pt x="1226" y="943"/>
                    <a:pt x="1237" y="884"/>
                    <a:pt x="1237" y="845"/>
                  </a:cubicBezTo>
                  <a:cubicBezTo>
                    <a:pt x="1237" y="541"/>
                    <a:pt x="1237" y="541"/>
                    <a:pt x="1237" y="541"/>
                  </a:cubicBezTo>
                  <a:cubicBezTo>
                    <a:pt x="1237" y="401"/>
                    <a:pt x="1237" y="401"/>
                    <a:pt x="1237" y="401"/>
                  </a:cubicBezTo>
                  <a:cubicBezTo>
                    <a:pt x="1237" y="382"/>
                    <a:pt x="1233" y="356"/>
                    <a:pt x="1240" y="337"/>
                  </a:cubicBezTo>
                  <a:cubicBezTo>
                    <a:pt x="1248" y="314"/>
                    <a:pt x="1275" y="299"/>
                    <a:pt x="1291" y="281"/>
                  </a:cubicBezTo>
                  <a:cubicBezTo>
                    <a:pt x="1314" y="256"/>
                    <a:pt x="1331" y="225"/>
                    <a:pt x="1351" y="197"/>
                  </a:cubicBezTo>
                  <a:cubicBezTo>
                    <a:pt x="1365" y="179"/>
                    <a:pt x="1386" y="158"/>
                    <a:pt x="1385" y="133"/>
                  </a:cubicBezTo>
                  <a:cubicBezTo>
                    <a:pt x="1354" y="136"/>
                    <a:pt x="1294" y="150"/>
                    <a:pt x="1265" y="139"/>
                  </a:cubicBezTo>
                  <a:cubicBezTo>
                    <a:pt x="1237" y="128"/>
                    <a:pt x="1227" y="90"/>
                    <a:pt x="1193" y="87"/>
                  </a:cubicBezTo>
                  <a:cubicBezTo>
                    <a:pt x="1168" y="84"/>
                    <a:pt x="1138" y="105"/>
                    <a:pt x="1116" y="115"/>
                  </a:cubicBezTo>
                  <a:cubicBezTo>
                    <a:pt x="1064" y="140"/>
                    <a:pt x="992" y="167"/>
                    <a:pt x="981" y="233"/>
                  </a:cubicBezTo>
                  <a:cubicBezTo>
                    <a:pt x="945" y="214"/>
                    <a:pt x="901" y="219"/>
                    <a:pt x="861" y="212"/>
                  </a:cubicBezTo>
                  <a:cubicBezTo>
                    <a:pt x="844" y="209"/>
                    <a:pt x="827" y="199"/>
                    <a:pt x="809" y="198"/>
                  </a:cubicBezTo>
                  <a:cubicBezTo>
                    <a:pt x="786" y="197"/>
                    <a:pt x="761" y="203"/>
                    <a:pt x="737" y="195"/>
                  </a:cubicBezTo>
                  <a:cubicBezTo>
                    <a:pt x="669" y="171"/>
                    <a:pt x="607" y="104"/>
                    <a:pt x="545" y="66"/>
                  </a:cubicBezTo>
                  <a:cubicBezTo>
                    <a:pt x="497" y="37"/>
                    <a:pt x="434" y="61"/>
                    <a:pt x="381" y="53"/>
                  </a:cubicBezTo>
                  <a:cubicBezTo>
                    <a:pt x="360" y="49"/>
                    <a:pt x="366" y="26"/>
                    <a:pt x="349" y="21"/>
                  </a:cubicBezTo>
                  <a:cubicBezTo>
                    <a:pt x="322" y="12"/>
                    <a:pt x="281" y="25"/>
                    <a:pt x="253" y="25"/>
                  </a:cubicBezTo>
                  <a:cubicBezTo>
                    <a:pt x="163" y="28"/>
                    <a:pt x="58" y="0"/>
                    <a:pt x="13" y="10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Freeform 28"/>
            <p:cNvSpPr>
              <a:spLocks/>
            </p:cNvSpPr>
            <p:nvPr/>
          </p:nvSpPr>
          <p:spPr bwMode="auto">
            <a:xfrm>
              <a:off x="3179763" y="2822575"/>
              <a:ext cx="554038" cy="533400"/>
            </a:xfrm>
            <a:custGeom>
              <a:avLst/>
              <a:gdLst/>
              <a:ahLst/>
              <a:cxnLst>
                <a:cxn ang="0">
                  <a:pos x="257" y="109"/>
                </a:cxn>
                <a:cxn ang="0">
                  <a:pos x="188" y="324"/>
                </a:cxn>
                <a:cxn ang="0">
                  <a:pos x="261" y="383"/>
                </a:cxn>
                <a:cxn ang="0">
                  <a:pos x="184" y="484"/>
                </a:cxn>
                <a:cxn ang="0">
                  <a:pos x="16" y="596"/>
                </a:cxn>
                <a:cxn ang="0">
                  <a:pos x="52" y="816"/>
                </a:cxn>
                <a:cxn ang="0">
                  <a:pos x="41" y="920"/>
                </a:cxn>
                <a:cxn ang="0">
                  <a:pos x="196" y="1144"/>
                </a:cxn>
                <a:cxn ang="0">
                  <a:pos x="272" y="1296"/>
                </a:cxn>
                <a:cxn ang="0">
                  <a:pos x="404" y="1374"/>
                </a:cxn>
                <a:cxn ang="0">
                  <a:pos x="464" y="1403"/>
                </a:cxn>
                <a:cxn ang="0">
                  <a:pos x="644" y="1460"/>
                </a:cxn>
                <a:cxn ang="0">
                  <a:pos x="807" y="1511"/>
                </a:cxn>
                <a:cxn ang="0">
                  <a:pos x="906" y="1584"/>
                </a:cxn>
                <a:cxn ang="0">
                  <a:pos x="927" y="1696"/>
                </a:cxn>
                <a:cxn ang="0">
                  <a:pos x="976" y="1836"/>
                </a:cxn>
                <a:cxn ang="0">
                  <a:pos x="1144" y="1816"/>
                </a:cxn>
                <a:cxn ang="0">
                  <a:pos x="1280" y="1863"/>
                </a:cxn>
                <a:cxn ang="0">
                  <a:pos x="1407" y="1866"/>
                </a:cxn>
                <a:cxn ang="0">
                  <a:pos x="1524" y="1788"/>
                </a:cxn>
                <a:cxn ang="0">
                  <a:pos x="1676" y="1768"/>
                </a:cxn>
                <a:cxn ang="0">
                  <a:pos x="1776" y="1739"/>
                </a:cxn>
                <a:cxn ang="0">
                  <a:pos x="1904" y="1596"/>
                </a:cxn>
                <a:cxn ang="0">
                  <a:pos x="1884" y="1592"/>
                </a:cxn>
                <a:cxn ang="0">
                  <a:pos x="1808" y="1488"/>
                </a:cxn>
                <a:cxn ang="0">
                  <a:pos x="1764" y="1380"/>
                </a:cxn>
                <a:cxn ang="0">
                  <a:pos x="1742" y="1296"/>
                </a:cxn>
                <a:cxn ang="0">
                  <a:pos x="1738" y="1128"/>
                </a:cxn>
                <a:cxn ang="0">
                  <a:pos x="1724" y="992"/>
                </a:cxn>
                <a:cxn ang="0">
                  <a:pos x="1686" y="780"/>
                </a:cxn>
                <a:cxn ang="0">
                  <a:pos x="1727" y="660"/>
                </a:cxn>
                <a:cxn ang="0">
                  <a:pos x="1504" y="481"/>
                </a:cxn>
                <a:cxn ang="0">
                  <a:pos x="1468" y="404"/>
                </a:cxn>
                <a:cxn ang="0">
                  <a:pos x="1364" y="303"/>
                </a:cxn>
                <a:cxn ang="0">
                  <a:pos x="924" y="59"/>
                </a:cxn>
                <a:cxn ang="0">
                  <a:pos x="656" y="0"/>
                </a:cxn>
                <a:cxn ang="0">
                  <a:pos x="192" y="8"/>
                </a:cxn>
              </a:cxnLst>
              <a:rect l="0" t="0" r="r" b="b"/>
              <a:pathLst>
                <a:path w="1944" h="1868">
                  <a:moveTo>
                    <a:pt x="192" y="8"/>
                  </a:moveTo>
                  <a:cubicBezTo>
                    <a:pt x="257" y="109"/>
                    <a:pt x="257" y="109"/>
                    <a:pt x="257" y="109"/>
                  </a:cubicBezTo>
                  <a:cubicBezTo>
                    <a:pt x="264" y="236"/>
                    <a:pt x="264" y="236"/>
                    <a:pt x="264" y="236"/>
                  </a:cubicBezTo>
                  <a:cubicBezTo>
                    <a:pt x="197" y="226"/>
                    <a:pt x="211" y="282"/>
                    <a:pt x="188" y="324"/>
                  </a:cubicBezTo>
                  <a:cubicBezTo>
                    <a:pt x="188" y="328"/>
                    <a:pt x="188" y="328"/>
                    <a:pt x="188" y="328"/>
                  </a:cubicBezTo>
                  <a:cubicBezTo>
                    <a:pt x="205" y="342"/>
                    <a:pt x="275" y="346"/>
                    <a:pt x="261" y="383"/>
                  </a:cubicBezTo>
                  <a:cubicBezTo>
                    <a:pt x="254" y="403"/>
                    <a:pt x="229" y="399"/>
                    <a:pt x="228" y="424"/>
                  </a:cubicBezTo>
                  <a:cubicBezTo>
                    <a:pt x="200" y="433"/>
                    <a:pt x="188" y="456"/>
                    <a:pt x="184" y="484"/>
                  </a:cubicBezTo>
                  <a:cubicBezTo>
                    <a:pt x="156" y="493"/>
                    <a:pt x="152" y="531"/>
                    <a:pt x="135" y="552"/>
                  </a:cubicBezTo>
                  <a:cubicBezTo>
                    <a:pt x="101" y="592"/>
                    <a:pt x="64" y="596"/>
                    <a:pt x="16" y="596"/>
                  </a:cubicBezTo>
                  <a:cubicBezTo>
                    <a:pt x="22" y="628"/>
                    <a:pt x="0" y="658"/>
                    <a:pt x="6" y="692"/>
                  </a:cubicBezTo>
                  <a:cubicBezTo>
                    <a:pt x="13" y="734"/>
                    <a:pt x="50" y="773"/>
                    <a:pt x="52" y="816"/>
                  </a:cubicBezTo>
                  <a:cubicBezTo>
                    <a:pt x="52" y="833"/>
                    <a:pt x="39" y="844"/>
                    <a:pt x="34" y="860"/>
                  </a:cubicBezTo>
                  <a:cubicBezTo>
                    <a:pt x="29" y="878"/>
                    <a:pt x="36" y="903"/>
                    <a:pt x="41" y="920"/>
                  </a:cubicBezTo>
                  <a:cubicBezTo>
                    <a:pt x="63" y="993"/>
                    <a:pt x="132" y="1009"/>
                    <a:pt x="170" y="1068"/>
                  </a:cubicBezTo>
                  <a:cubicBezTo>
                    <a:pt x="186" y="1093"/>
                    <a:pt x="187" y="1117"/>
                    <a:pt x="196" y="1144"/>
                  </a:cubicBezTo>
                  <a:cubicBezTo>
                    <a:pt x="206" y="1169"/>
                    <a:pt x="226" y="1188"/>
                    <a:pt x="237" y="1212"/>
                  </a:cubicBezTo>
                  <a:cubicBezTo>
                    <a:pt x="251" y="1239"/>
                    <a:pt x="255" y="1271"/>
                    <a:pt x="272" y="1296"/>
                  </a:cubicBezTo>
                  <a:cubicBezTo>
                    <a:pt x="299" y="1335"/>
                    <a:pt x="332" y="1316"/>
                    <a:pt x="368" y="1334"/>
                  </a:cubicBezTo>
                  <a:cubicBezTo>
                    <a:pt x="386" y="1343"/>
                    <a:pt x="389" y="1363"/>
                    <a:pt x="404" y="1374"/>
                  </a:cubicBezTo>
                  <a:cubicBezTo>
                    <a:pt x="417" y="1382"/>
                    <a:pt x="431" y="1374"/>
                    <a:pt x="443" y="1380"/>
                  </a:cubicBezTo>
                  <a:cubicBezTo>
                    <a:pt x="452" y="1386"/>
                    <a:pt x="454" y="1398"/>
                    <a:pt x="464" y="1403"/>
                  </a:cubicBezTo>
                  <a:cubicBezTo>
                    <a:pt x="488" y="1414"/>
                    <a:pt x="529" y="1420"/>
                    <a:pt x="556" y="1420"/>
                  </a:cubicBezTo>
                  <a:cubicBezTo>
                    <a:pt x="560" y="1446"/>
                    <a:pt x="620" y="1465"/>
                    <a:pt x="644" y="1460"/>
                  </a:cubicBezTo>
                  <a:cubicBezTo>
                    <a:pt x="666" y="1498"/>
                    <a:pt x="732" y="1490"/>
                    <a:pt x="768" y="1497"/>
                  </a:cubicBezTo>
                  <a:cubicBezTo>
                    <a:pt x="780" y="1500"/>
                    <a:pt x="794" y="1516"/>
                    <a:pt x="807" y="1511"/>
                  </a:cubicBezTo>
                  <a:cubicBezTo>
                    <a:pt x="818" y="1506"/>
                    <a:pt x="816" y="1489"/>
                    <a:pt x="816" y="1480"/>
                  </a:cubicBezTo>
                  <a:cubicBezTo>
                    <a:pt x="851" y="1498"/>
                    <a:pt x="896" y="1545"/>
                    <a:pt x="906" y="1584"/>
                  </a:cubicBezTo>
                  <a:cubicBezTo>
                    <a:pt x="912" y="1606"/>
                    <a:pt x="906" y="1627"/>
                    <a:pt x="910" y="1648"/>
                  </a:cubicBezTo>
                  <a:cubicBezTo>
                    <a:pt x="913" y="1665"/>
                    <a:pt x="926" y="1679"/>
                    <a:pt x="927" y="1696"/>
                  </a:cubicBezTo>
                  <a:cubicBezTo>
                    <a:pt x="928" y="1715"/>
                    <a:pt x="912" y="1732"/>
                    <a:pt x="917" y="1752"/>
                  </a:cubicBezTo>
                  <a:cubicBezTo>
                    <a:pt x="925" y="1786"/>
                    <a:pt x="972" y="1800"/>
                    <a:pt x="976" y="1836"/>
                  </a:cubicBezTo>
                  <a:cubicBezTo>
                    <a:pt x="1004" y="1844"/>
                    <a:pt x="1067" y="1850"/>
                    <a:pt x="1095" y="1843"/>
                  </a:cubicBezTo>
                  <a:cubicBezTo>
                    <a:pt x="1113" y="1838"/>
                    <a:pt x="1123" y="1815"/>
                    <a:pt x="1144" y="1816"/>
                  </a:cubicBezTo>
                  <a:cubicBezTo>
                    <a:pt x="1177" y="1817"/>
                    <a:pt x="1178" y="1857"/>
                    <a:pt x="1201" y="1863"/>
                  </a:cubicBezTo>
                  <a:cubicBezTo>
                    <a:pt x="1219" y="1867"/>
                    <a:pt x="1262" y="1868"/>
                    <a:pt x="1280" y="1863"/>
                  </a:cubicBezTo>
                  <a:cubicBezTo>
                    <a:pt x="1294" y="1858"/>
                    <a:pt x="1305" y="1843"/>
                    <a:pt x="1320" y="1842"/>
                  </a:cubicBezTo>
                  <a:cubicBezTo>
                    <a:pt x="1347" y="1840"/>
                    <a:pt x="1377" y="1867"/>
                    <a:pt x="1407" y="1866"/>
                  </a:cubicBezTo>
                  <a:cubicBezTo>
                    <a:pt x="1432" y="1866"/>
                    <a:pt x="1467" y="1840"/>
                    <a:pt x="1488" y="1828"/>
                  </a:cubicBezTo>
                  <a:cubicBezTo>
                    <a:pt x="1482" y="1804"/>
                    <a:pt x="1498" y="1786"/>
                    <a:pt x="1524" y="1788"/>
                  </a:cubicBezTo>
                  <a:cubicBezTo>
                    <a:pt x="1546" y="1790"/>
                    <a:pt x="1566" y="1809"/>
                    <a:pt x="1588" y="1809"/>
                  </a:cubicBezTo>
                  <a:cubicBezTo>
                    <a:pt x="1615" y="1808"/>
                    <a:pt x="1648" y="1776"/>
                    <a:pt x="1676" y="1768"/>
                  </a:cubicBezTo>
                  <a:cubicBezTo>
                    <a:pt x="1695" y="1762"/>
                    <a:pt x="1713" y="1775"/>
                    <a:pt x="1731" y="1769"/>
                  </a:cubicBezTo>
                  <a:cubicBezTo>
                    <a:pt x="1748" y="1763"/>
                    <a:pt x="1760" y="1746"/>
                    <a:pt x="1776" y="1739"/>
                  </a:cubicBezTo>
                  <a:cubicBezTo>
                    <a:pt x="1833" y="1714"/>
                    <a:pt x="1900" y="1692"/>
                    <a:pt x="1944" y="1644"/>
                  </a:cubicBezTo>
                  <a:cubicBezTo>
                    <a:pt x="1904" y="1596"/>
                    <a:pt x="1904" y="1596"/>
                    <a:pt x="1904" y="1596"/>
                  </a:cubicBezTo>
                  <a:cubicBezTo>
                    <a:pt x="1880" y="1604"/>
                    <a:pt x="1880" y="1604"/>
                    <a:pt x="1880" y="1604"/>
                  </a:cubicBezTo>
                  <a:cubicBezTo>
                    <a:pt x="1884" y="1592"/>
                    <a:pt x="1884" y="1592"/>
                    <a:pt x="1884" y="1592"/>
                  </a:cubicBezTo>
                  <a:cubicBezTo>
                    <a:pt x="1824" y="1560"/>
                    <a:pt x="1824" y="1560"/>
                    <a:pt x="1824" y="1560"/>
                  </a:cubicBezTo>
                  <a:cubicBezTo>
                    <a:pt x="1808" y="1488"/>
                    <a:pt x="1808" y="1488"/>
                    <a:pt x="1808" y="1488"/>
                  </a:cubicBezTo>
                  <a:cubicBezTo>
                    <a:pt x="1801" y="1428"/>
                    <a:pt x="1801" y="1428"/>
                    <a:pt x="1801" y="1428"/>
                  </a:cubicBezTo>
                  <a:cubicBezTo>
                    <a:pt x="1764" y="1380"/>
                    <a:pt x="1764" y="1380"/>
                    <a:pt x="1764" y="1380"/>
                  </a:cubicBezTo>
                  <a:cubicBezTo>
                    <a:pt x="1780" y="1376"/>
                    <a:pt x="1780" y="1376"/>
                    <a:pt x="1780" y="1376"/>
                  </a:cubicBezTo>
                  <a:cubicBezTo>
                    <a:pt x="1762" y="1350"/>
                    <a:pt x="1741" y="1330"/>
                    <a:pt x="1742" y="1296"/>
                  </a:cubicBezTo>
                  <a:cubicBezTo>
                    <a:pt x="1743" y="1262"/>
                    <a:pt x="1771" y="1229"/>
                    <a:pt x="1767" y="1196"/>
                  </a:cubicBezTo>
                  <a:cubicBezTo>
                    <a:pt x="1764" y="1168"/>
                    <a:pt x="1730" y="1162"/>
                    <a:pt x="1738" y="1128"/>
                  </a:cubicBezTo>
                  <a:cubicBezTo>
                    <a:pt x="1744" y="1098"/>
                    <a:pt x="1779" y="1080"/>
                    <a:pt x="1782" y="1052"/>
                  </a:cubicBezTo>
                  <a:cubicBezTo>
                    <a:pt x="1785" y="1028"/>
                    <a:pt x="1745" y="993"/>
                    <a:pt x="1724" y="992"/>
                  </a:cubicBezTo>
                  <a:cubicBezTo>
                    <a:pt x="1704" y="943"/>
                    <a:pt x="1655" y="940"/>
                    <a:pt x="1652" y="878"/>
                  </a:cubicBezTo>
                  <a:cubicBezTo>
                    <a:pt x="1650" y="840"/>
                    <a:pt x="1672" y="813"/>
                    <a:pt x="1686" y="780"/>
                  </a:cubicBezTo>
                  <a:cubicBezTo>
                    <a:pt x="1696" y="757"/>
                    <a:pt x="1699" y="731"/>
                    <a:pt x="1708" y="708"/>
                  </a:cubicBezTo>
                  <a:cubicBezTo>
                    <a:pt x="1714" y="692"/>
                    <a:pt x="1727" y="678"/>
                    <a:pt x="1727" y="660"/>
                  </a:cubicBezTo>
                  <a:cubicBezTo>
                    <a:pt x="1728" y="630"/>
                    <a:pt x="1689" y="616"/>
                    <a:pt x="1668" y="601"/>
                  </a:cubicBezTo>
                  <a:cubicBezTo>
                    <a:pt x="1612" y="562"/>
                    <a:pt x="1559" y="521"/>
                    <a:pt x="1504" y="481"/>
                  </a:cubicBezTo>
                  <a:cubicBezTo>
                    <a:pt x="1484" y="467"/>
                    <a:pt x="1473" y="438"/>
                    <a:pt x="1448" y="436"/>
                  </a:cubicBezTo>
                  <a:cubicBezTo>
                    <a:pt x="1468" y="404"/>
                    <a:pt x="1468" y="404"/>
                    <a:pt x="1468" y="404"/>
                  </a:cubicBezTo>
                  <a:cubicBezTo>
                    <a:pt x="1449" y="353"/>
                    <a:pt x="1449" y="353"/>
                    <a:pt x="1449" y="353"/>
                  </a:cubicBezTo>
                  <a:cubicBezTo>
                    <a:pt x="1364" y="303"/>
                    <a:pt x="1364" y="303"/>
                    <a:pt x="1364" y="303"/>
                  </a:cubicBezTo>
                  <a:cubicBezTo>
                    <a:pt x="1176" y="199"/>
                    <a:pt x="1176" y="199"/>
                    <a:pt x="1176" y="199"/>
                  </a:cubicBezTo>
                  <a:cubicBezTo>
                    <a:pt x="924" y="59"/>
                    <a:pt x="924" y="59"/>
                    <a:pt x="924" y="59"/>
                  </a:cubicBezTo>
                  <a:cubicBezTo>
                    <a:pt x="816" y="1"/>
                    <a:pt x="816" y="1"/>
                    <a:pt x="816" y="1"/>
                  </a:cubicBezTo>
                  <a:cubicBezTo>
                    <a:pt x="656" y="0"/>
                    <a:pt x="656" y="0"/>
                    <a:pt x="656" y="0"/>
                  </a:cubicBezTo>
                  <a:cubicBezTo>
                    <a:pt x="296" y="0"/>
                    <a:pt x="296" y="0"/>
                    <a:pt x="296" y="0"/>
                  </a:cubicBezTo>
                  <a:cubicBezTo>
                    <a:pt x="192" y="8"/>
                    <a:pt x="192" y="8"/>
                    <a:pt x="192" y="8"/>
                  </a:cubicBezTo>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3" name="Freeform 29"/>
            <p:cNvSpPr>
              <a:spLocks/>
            </p:cNvSpPr>
            <p:nvPr/>
          </p:nvSpPr>
          <p:spPr bwMode="auto">
            <a:xfrm>
              <a:off x="3197225" y="2562225"/>
              <a:ext cx="271463" cy="293688"/>
            </a:xfrm>
            <a:custGeom>
              <a:avLst/>
              <a:gdLst/>
              <a:ahLst/>
              <a:cxnLst>
                <a:cxn ang="0">
                  <a:pos x="768" y="0"/>
                </a:cxn>
                <a:cxn ang="0">
                  <a:pos x="672" y="83"/>
                </a:cxn>
                <a:cxn ang="0">
                  <a:pos x="600" y="66"/>
                </a:cxn>
                <a:cxn ang="0">
                  <a:pos x="552" y="82"/>
                </a:cxn>
                <a:cxn ang="0">
                  <a:pos x="452" y="124"/>
                </a:cxn>
                <a:cxn ang="0">
                  <a:pos x="412" y="108"/>
                </a:cxn>
                <a:cxn ang="0">
                  <a:pos x="344" y="97"/>
                </a:cxn>
                <a:cxn ang="0">
                  <a:pos x="296" y="78"/>
                </a:cxn>
                <a:cxn ang="0">
                  <a:pos x="216" y="132"/>
                </a:cxn>
                <a:cxn ang="0">
                  <a:pos x="232" y="132"/>
                </a:cxn>
                <a:cxn ang="0">
                  <a:pos x="206" y="192"/>
                </a:cxn>
                <a:cxn ang="0">
                  <a:pos x="221" y="241"/>
                </a:cxn>
                <a:cxn ang="0">
                  <a:pos x="196" y="316"/>
                </a:cxn>
                <a:cxn ang="0">
                  <a:pos x="244" y="328"/>
                </a:cxn>
                <a:cxn ang="0">
                  <a:pos x="248" y="328"/>
                </a:cxn>
                <a:cxn ang="0">
                  <a:pos x="290" y="369"/>
                </a:cxn>
                <a:cxn ang="0">
                  <a:pos x="229" y="441"/>
                </a:cxn>
                <a:cxn ang="0">
                  <a:pos x="155" y="519"/>
                </a:cxn>
                <a:cxn ang="0">
                  <a:pos x="118" y="537"/>
                </a:cxn>
                <a:cxn ang="0">
                  <a:pos x="101" y="571"/>
                </a:cxn>
                <a:cxn ang="0">
                  <a:pos x="72" y="593"/>
                </a:cxn>
                <a:cxn ang="0">
                  <a:pos x="24" y="732"/>
                </a:cxn>
                <a:cxn ang="0">
                  <a:pos x="0" y="984"/>
                </a:cxn>
                <a:cxn ang="0">
                  <a:pos x="52" y="972"/>
                </a:cxn>
                <a:cxn ang="0">
                  <a:pos x="132" y="948"/>
                </a:cxn>
                <a:cxn ang="0">
                  <a:pos x="140" y="924"/>
                </a:cxn>
                <a:cxn ang="0">
                  <a:pos x="216" y="917"/>
                </a:cxn>
                <a:cxn ang="0">
                  <a:pos x="312" y="916"/>
                </a:cxn>
                <a:cxn ang="0">
                  <a:pos x="756" y="916"/>
                </a:cxn>
                <a:cxn ang="0">
                  <a:pos x="766" y="768"/>
                </a:cxn>
                <a:cxn ang="0">
                  <a:pos x="763" y="715"/>
                </a:cxn>
                <a:cxn ang="0">
                  <a:pos x="800" y="642"/>
                </a:cxn>
                <a:cxn ang="0">
                  <a:pos x="860" y="552"/>
                </a:cxn>
                <a:cxn ang="0">
                  <a:pos x="908" y="496"/>
                </a:cxn>
                <a:cxn ang="0">
                  <a:pos x="924" y="492"/>
                </a:cxn>
                <a:cxn ang="0">
                  <a:pos x="943" y="448"/>
                </a:cxn>
                <a:cxn ang="0">
                  <a:pos x="929" y="330"/>
                </a:cxn>
                <a:cxn ang="0">
                  <a:pos x="908" y="280"/>
                </a:cxn>
                <a:cxn ang="0">
                  <a:pos x="881" y="230"/>
                </a:cxn>
                <a:cxn ang="0">
                  <a:pos x="854" y="176"/>
                </a:cxn>
                <a:cxn ang="0">
                  <a:pos x="854" y="105"/>
                </a:cxn>
                <a:cxn ang="0">
                  <a:pos x="807" y="75"/>
                </a:cxn>
                <a:cxn ang="0">
                  <a:pos x="768" y="0"/>
                </a:cxn>
              </a:cxnLst>
              <a:rect l="0" t="0" r="r" b="b"/>
              <a:pathLst>
                <a:path w="951" h="1028">
                  <a:moveTo>
                    <a:pt x="768" y="0"/>
                  </a:moveTo>
                  <a:cubicBezTo>
                    <a:pt x="743" y="25"/>
                    <a:pt x="707" y="73"/>
                    <a:pt x="672" y="83"/>
                  </a:cubicBezTo>
                  <a:cubicBezTo>
                    <a:pt x="644" y="90"/>
                    <a:pt x="626" y="70"/>
                    <a:pt x="600" y="66"/>
                  </a:cubicBezTo>
                  <a:cubicBezTo>
                    <a:pt x="583" y="64"/>
                    <a:pt x="568" y="78"/>
                    <a:pt x="552" y="82"/>
                  </a:cubicBezTo>
                  <a:cubicBezTo>
                    <a:pt x="519" y="91"/>
                    <a:pt x="460" y="76"/>
                    <a:pt x="452" y="124"/>
                  </a:cubicBezTo>
                  <a:cubicBezTo>
                    <a:pt x="412" y="108"/>
                    <a:pt x="412" y="108"/>
                    <a:pt x="412" y="108"/>
                  </a:cubicBezTo>
                  <a:cubicBezTo>
                    <a:pt x="411" y="52"/>
                    <a:pt x="369" y="99"/>
                    <a:pt x="344" y="97"/>
                  </a:cubicBezTo>
                  <a:cubicBezTo>
                    <a:pt x="327" y="96"/>
                    <a:pt x="313" y="81"/>
                    <a:pt x="296" y="78"/>
                  </a:cubicBezTo>
                  <a:cubicBezTo>
                    <a:pt x="258" y="71"/>
                    <a:pt x="232" y="103"/>
                    <a:pt x="216" y="132"/>
                  </a:cubicBezTo>
                  <a:cubicBezTo>
                    <a:pt x="232" y="132"/>
                    <a:pt x="232" y="132"/>
                    <a:pt x="232" y="132"/>
                  </a:cubicBezTo>
                  <a:cubicBezTo>
                    <a:pt x="206" y="192"/>
                    <a:pt x="206" y="192"/>
                    <a:pt x="206" y="192"/>
                  </a:cubicBezTo>
                  <a:cubicBezTo>
                    <a:pt x="221" y="241"/>
                    <a:pt x="221" y="241"/>
                    <a:pt x="221" y="241"/>
                  </a:cubicBezTo>
                  <a:cubicBezTo>
                    <a:pt x="196" y="316"/>
                    <a:pt x="196" y="316"/>
                    <a:pt x="196" y="316"/>
                  </a:cubicBezTo>
                  <a:cubicBezTo>
                    <a:pt x="212" y="328"/>
                    <a:pt x="226" y="342"/>
                    <a:pt x="244" y="328"/>
                  </a:cubicBezTo>
                  <a:cubicBezTo>
                    <a:pt x="248" y="328"/>
                    <a:pt x="248" y="328"/>
                    <a:pt x="248" y="328"/>
                  </a:cubicBezTo>
                  <a:cubicBezTo>
                    <a:pt x="258" y="341"/>
                    <a:pt x="287" y="353"/>
                    <a:pt x="290" y="369"/>
                  </a:cubicBezTo>
                  <a:cubicBezTo>
                    <a:pt x="294" y="395"/>
                    <a:pt x="246" y="427"/>
                    <a:pt x="229" y="441"/>
                  </a:cubicBezTo>
                  <a:cubicBezTo>
                    <a:pt x="200" y="463"/>
                    <a:pt x="181" y="494"/>
                    <a:pt x="155" y="519"/>
                  </a:cubicBezTo>
                  <a:cubicBezTo>
                    <a:pt x="144" y="529"/>
                    <a:pt x="129" y="529"/>
                    <a:pt x="118" y="537"/>
                  </a:cubicBezTo>
                  <a:cubicBezTo>
                    <a:pt x="107" y="545"/>
                    <a:pt x="109" y="561"/>
                    <a:pt x="101" y="571"/>
                  </a:cubicBezTo>
                  <a:cubicBezTo>
                    <a:pt x="93" y="581"/>
                    <a:pt x="79" y="583"/>
                    <a:pt x="72" y="593"/>
                  </a:cubicBezTo>
                  <a:cubicBezTo>
                    <a:pt x="48" y="632"/>
                    <a:pt x="75" y="707"/>
                    <a:pt x="24" y="732"/>
                  </a:cubicBezTo>
                  <a:cubicBezTo>
                    <a:pt x="0" y="984"/>
                    <a:pt x="0" y="984"/>
                    <a:pt x="0" y="984"/>
                  </a:cubicBezTo>
                  <a:cubicBezTo>
                    <a:pt x="52" y="972"/>
                    <a:pt x="52" y="972"/>
                    <a:pt x="52" y="972"/>
                  </a:cubicBezTo>
                  <a:cubicBezTo>
                    <a:pt x="47" y="1028"/>
                    <a:pt x="118" y="959"/>
                    <a:pt x="132" y="948"/>
                  </a:cubicBezTo>
                  <a:cubicBezTo>
                    <a:pt x="140" y="924"/>
                    <a:pt x="140" y="924"/>
                    <a:pt x="140" y="924"/>
                  </a:cubicBezTo>
                  <a:cubicBezTo>
                    <a:pt x="216" y="917"/>
                    <a:pt x="216" y="917"/>
                    <a:pt x="216" y="917"/>
                  </a:cubicBezTo>
                  <a:cubicBezTo>
                    <a:pt x="312" y="916"/>
                    <a:pt x="312" y="916"/>
                    <a:pt x="312" y="916"/>
                  </a:cubicBezTo>
                  <a:cubicBezTo>
                    <a:pt x="756" y="916"/>
                    <a:pt x="756" y="916"/>
                    <a:pt x="756" y="916"/>
                  </a:cubicBezTo>
                  <a:cubicBezTo>
                    <a:pt x="756" y="866"/>
                    <a:pt x="763" y="818"/>
                    <a:pt x="766" y="768"/>
                  </a:cubicBezTo>
                  <a:cubicBezTo>
                    <a:pt x="767" y="751"/>
                    <a:pt x="758" y="731"/>
                    <a:pt x="763" y="715"/>
                  </a:cubicBezTo>
                  <a:cubicBezTo>
                    <a:pt x="770" y="695"/>
                    <a:pt x="787" y="658"/>
                    <a:pt x="800" y="642"/>
                  </a:cubicBezTo>
                  <a:cubicBezTo>
                    <a:pt x="823" y="611"/>
                    <a:pt x="857" y="597"/>
                    <a:pt x="860" y="552"/>
                  </a:cubicBezTo>
                  <a:cubicBezTo>
                    <a:pt x="889" y="543"/>
                    <a:pt x="925" y="529"/>
                    <a:pt x="908" y="496"/>
                  </a:cubicBezTo>
                  <a:cubicBezTo>
                    <a:pt x="924" y="492"/>
                    <a:pt x="924" y="492"/>
                    <a:pt x="924" y="492"/>
                  </a:cubicBezTo>
                  <a:cubicBezTo>
                    <a:pt x="926" y="476"/>
                    <a:pt x="940" y="465"/>
                    <a:pt x="943" y="448"/>
                  </a:cubicBezTo>
                  <a:cubicBezTo>
                    <a:pt x="951" y="406"/>
                    <a:pt x="939" y="370"/>
                    <a:pt x="929" y="330"/>
                  </a:cubicBezTo>
                  <a:cubicBezTo>
                    <a:pt x="923" y="310"/>
                    <a:pt x="928" y="293"/>
                    <a:pt x="908" y="280"/>
                  </a:cubicBezTo>
                  <a:cubicBezTo>
                    <a:pt x="918" y="247"/>
                    <a:pt x="897" y="251"/>
                    <a:pt x="881" y="230"/>
                  </a:cubicBezTo>
                  <a:cubicBezTo>
                    <a:pt x="871" y="216"/>
                    <a:pt x="863" y="192"/>
                    <a:pt x="854" y="176"/>
                  </a:cubicBezTo>
                  <a:cubicBezTo>
                    <a:pt x="837" y="148"/>
                    <a:pt x="864" y="131"/>
                    <a:pt x="854" y="105"/>
                  </a:cubicBezTo>
                  <a:cubicBezTo>
                    <a:pt x="846" y="87"/>
                    <a:pt x="820" y="89"/>
                    <a:pt x="807" y="75"/>
                  </a:cubicBezTo>
                  <a:cubicBezTo>
                    <a:pt x="787" y="53"/>
                    <a:pt x="792" y="20"/>
                    <a:pt x="768" y="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4" name="Freeform 30"/>
            <p:cNvSpPr>
              <a:spLocks/>
            </p:cNvSpPr>
            <p:nvPr/>
          </p:nvSpPr>
          <p:spPr bwMode="auto">
            <a:xfrm>
              <a:off x="3149600" y="2887663"/>
              <a:ext cx="107950" cy="111125"/>
            </a:xfrm>
            <a:custGeom>
              <a:avLst/>
              <a:gdLst/>
              <a:ahLst/>
              <a:cxnLst>
                <a:cxn ang="0">
                  <a:pos x="205" y="11"/>
                </a:cxn>
                <a:cxn ang="0">
                  <a:pos x="113" y="95"/>
                </a:cxn>
                <a:cxn ang="0">
                  <a:pos x="58" y="119"/>
                </a:cxn>
                <a:cxn ang="0">
                  <a:pos x="85" y="139"/>
                </a:cxn>
                <a:cxn ang="0">
                  <a:pos x="85" y="231"/>
                </a:cxn>
                <a:cxn ang="0">
                  <a:pos x="83" y="283"/>
                </a:cxn>
                <a:cxn ang="0">
                  <a:pos x="113" y="387"/>
                </a:cxn>
                <a:cxn ang="0">
                  <a:pos x="231" y="350"/>
                </a:cxn>
                <a:cxn ang="0">
                  <a:pos x="297" y="267"/>
                </a:cxn>
                <a:cxn ang="0">
                  <a:pos x="337" y="187"/>
                </a:cxn>
                <a:cxn ang="0">
                  <a:pos x="369" y="123"/>
                </a:cxn>
                <a:cxn ang="0">
                  <a:pos x="301" y="111"/>
                </a:cxn>
                <a:cxn ang="0">
                  <a:pos x="301" y="10"/>
                </a:cxn>
                <a:cxn ang="0">
                  <a:pos x="249" y="23"/>
                </a:cxn>
                <a:cxn ang="0">
                  <a:pos x="205" y="11"/>
                </a:cxn>
              </a:cxnLst>
              <a:rect l="0" t="0" r="r" b="b"/>
              <a:pathLst>
                <a:path w="379" h="387">
                  <a:moveTo>
                    <a:pt x="205" y="11"/>
                  </a:moveTo>
                  <a:cubicBezTo>
                    <a:pt x="206" y="87"/>
                    <a:pt x="178" y="84"/>
                    <a:pt x="113" y="95"/>
                  </a:cubicBezTo>
                  <a:cubicBezTo>
                    <a:pt x="117" y="32"/>
                    <a:pt x="0" y="60"/>
                    <a:pt x="58" y="119"/>
                  </a:cubicBezTo>
                  <a:cubicBezTo>
                    <a:pt x="66" y="128"/>
                    <a:pt x="74" y="134"/>
                    <a:pt x="85" y="139"/>
                  </a:cubicBezTo>
                  <a:cubicBezTo>
                    <a:pt x="85" y="231"/>
                    <a:pt x="85" y="231"/>
                    <a:pt x="85" y="231"/>
                  </a:cubicBezTo>
                  <a:cubicBezTo>
                    <a:pt x="83" y="283"/>
                    <a:pt x="83" y="283"/>
                    <a:pt x="83" y="283"/>
                  </a:cubicBezTo>
                  <a:cubicBezTo>
                    <a:pt x="113" y="387"/>
                    <a:pt x="113" y="387"/>
                    <a:pt x="113" y="387"/>
                  </a:cubicBezTo>
                  <a:cubicBezTo>
                    <a:pt x="157" y="384"/>
                    <a:pt x="197" y="383"/>
                    <a:pt x="231" y="350"/>
                  </a:cubicBezTo>
                  <a:cubicBezTo>
                    <a:pt x="258" y="322"/>
                    <a:pt x="257" y="278"/>
                    <a:pt x="297" y="267"/>
                  </a:cubicBezTo>
                  <a:cubicBezTo>
                    <a:pt x="279" y="228"/>
                    <a:pt x="340" y="221"/>
                    <a:pt x="337" y="187"/>
                  </a:cubicBezTo>
                  <a:cubicBezTo>
                    <a:pt x="379" y="176"/>
                    <a:pt x="370" y="160"/>
                    <a:pt x="369" y="123"/>
                  </a:cubicBezTo>
                  <a:cubicBezTo>
                    <a:pt x="301" y="111"/>
                    <a:pt x="301" y="111"/>
                    <a:pt x="301" y="111"/>
                  </a:cubicBezTo>
                  <a:cubicBezTo>
                    <a:pt x="307" y="84"/>
                    <a:pt x="335" y="27"/>
                    <a:pt x="301" y="10"/>
                  </a:cubicBezTo>
                  <a:cubicBezTo>
                    <a:pt x="282" y="0"/>
                    <a:pt x="268" y="22"/>
                    <a:pt x="249" y="23"/>
                  </a:cubicBezTo>
                  <a:cubicBezTo>
                    <a:pt x="235" y="23"/>
                    <a:pt x="221" y="12"/>
                    <a:pt x="205" y="1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Freeform 31"/>
            <p:cNvSpPr>
              <a:spLocks/>
            </p:cNvSpPr>
            <p:nvPr/>
          </p:nvSpPr>
          <p:spPr bwMode="auto">
            <a:xfrm>
              <a:off x="3157538" y="2827338"/>
              <a:ext cx="106363" cy="92075"/>
            </a:xfrm>
            <a:custGeom>
              <a:avLst/>
              <a:gdLst/>
              <a:ahLst/>
              <a:cxnLst>
                <a:cxn ang="0">
                  <a:pos x="193" y="72"/>
                </a:cxn>
                <a:cxn ang="0">
                  <a:pos x="78" y="100"/>
                </a:cxn>
                <a:cxn ang="0">
                  <a:pos x="48" y="207"/>
                </a:cxn>
                <a:cxn ang="0">
                  <a:pos x="3" y="248"/>
                </a:cxn>
                <a:cxn ang="0">
                  <a:pos x="49" y="276"/>
                </a:cxn>
                <a:cxn ang="0">
                  <a:pos x="98" y="313"/>
                </a:cxn>
                <a:cxn ang="0">
                  <a:pos x="197" y="287"/>
                </a:cxn>
                <a:cxn ang="0">
                  <a:pos x="201" y="232"/>
                </a:cxn>
                <a:cxn ang="0">
                  <a:pos x="273" y="224"/>
                </a:cxn>
                <a:cxn ang="0">
                  <a:pos x="277" y="224"/>
                </a:cxn>
                <a:cxn ang="0">
                  <a:pos x="293" y="248"/>
                </a:cxn>
                <a:cxn ang="0">
                  <a:pos x="352" y="233"/>
                </a:cxn>
                <a:cxn ang="0">
                  <a:pos x="358" y="160"/>
                </a:cxn>
                <a:cxn ang="0">
                  <a:pos x="342" y="76"/>
                </a:cxn>
                <a:cxn ang="0">
                  <a:pos x="293" y="0"/>
                </a:cxn>
                <a:cxn ang="0">
                  <a:pos x="193" y="72"/>
                </a:cxn>
              </a:cxnLst>
              <a:rect l="0" t="0" r="r" b="b"/>
              <a:pathLst>
                <a:path w="372" h="322">
                  <a:moveTo>
                    <a:pt x="193" y="72"/>
                  </a:moveTo>
                  <a:cubicBezTo>
                    <a:pt x="191" y="18"/>
                    <a:pt x="94" y="81"/>
                    <a:pt x="78" y="100"/>
                  </a:cubicBezTo>
                  <a:cubicBezTo>
                    <a:pt x="46" y="137"/>
                    <a:pt x="71" y="173"/>
                    <a:pt x="48" y="207"/>
                  </a:cubicBezTo>
                  <a:cubicBezTo>
                    <a:pt x="37" y="224"/>
                    <a:pt x="5" y="226"/>
                    <a:pt x="3" y="248"/>
                  </a:cubicBezTo>
                  <a:cubicBezTo>
                    <a:pt x="0" y="274"/>
                    <a:pt x="36" y="313"/>
                    <a:pt x="49" y="276"/>
                  </a:cubicBezTo>
                  <a:cubicBezTo>
                    <a:pt x="79" y="280"/>
                    <a:pt x="77" y="305"/>
                    <a:pt x="98" y="313"/>
                  </a:cubicBezTo>
                  <a:cubicBezTo>
                    <a:pt x="122" y="322"/>
                    <a:pt x="187" y="314"/>
                    <a:pt x="197" y="287"/>
                  </a:cubicBezTo>
                  <a:cubicBezTo>
                    <a:pt x="204" y="271"/>
                    <a:pt x="197" y="250"/>
                    <a:pt x="201" y="232"/>
                  </a:cubicBezTo>
                  <a:cubicBezTo>
                    <a:pt x="226" y="246"/>
                    <a:pt x="253" y="250"/>
                    <a:pt x="273" y="224"/>
                  </a:cubicBezTo>
                  <a:cubicBezTo>
                    <a:pt x="277" y="224"/>
                    <a:pt x="277" y="224"/>
                    <a:pt x="277" y="224"/>
                  </a:cubicBezTo>
                  <a:cubicBezTo>
                    <a:pt x="293" y="248"/>
                    <a:pt x="293" y="248"/>
                    <a:pt x="293" y="248"/>
                  </a:cubicBezTo>
                  <a:cubicBezTo>
                    <a:pt x="308" y="242"/>
                    <a:pt x="340" y="241"/>
                    <a:pt x="352" y="233"/>
                  </a:cubicBezTo>
                  <a:cubicBezTo>
                    <a:pt x="372" y="217"/>
                    <a:pt x="363" y="179"/>
                    <a:pt x="358" y="160"/>
                  </a:cubicBezTo>
                  <a:cubicBezTo>
                    <a:pt x="351" y="130"/>
                    <a:pt x="357" y="104"/>
                    <a:pt x="342" y="76"/>
                  </a:cubicBezTo>
                  <a:cubicBezTo>
                    <a:pt x="326" y="44"/>
                    <a:pt x="292" y="43"/>
                    <a:pt x="293" y="0"/>
                  </a:cubicBezTo>
                  <a:cubicBezTo>
                    <a:pt x="249" y="1"/>
                    <a:pt x="235" y="60"/>
                    <a:pt x="193" y="7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6" name="Freeform 32"/>
            <p:cNvSpPr>
              <a:spLocks noEditPoints="1"/>
            </p:cNvSpPr>
            <p:nvPr/>
          </p:nvSpPr>
          <p:spPr bwMode="auto">
            <a:xfrm>
              <a:off x="2333625" y="2511425"/>
              <a:ext cx="955675" cy="963613"/>
            </a:xfrm>
            <a:custGeom>
              <a:avLst/>
              <a:gdLst/>
              <a:ahLst/>
              <a:cxnLst>
                <a:cxn ang="0">
                  <a:pos x="1948" y="136"/>
                </a:cxn>
                <a:cxn ang="0">
                  <a:pos x="1664" y="186"/>
                </a:cxn>
                <a:cxn ang="0">
                  <a:pos x="1464" y="163"/>
                </a:cxn>
                <a:cxn ang="0">
                  <a:pos x="1280" y="40"/>
                </a:cxn>
                <a:cxn ang="0">
                  <a:pos x="1115" y="372"/>
                </a:cxn>
                <a:cxn ang="0">
                  <a:pos x="1021" y="556"/>
                </a:cxn>
                <a:cxn ang="0">
                  <a:pos x="998" y="860"/>
                </a:cxn>
                <a:cxn ang="0">
                  <a:pos x="821" y="1138"/>
                </a:cxn>
                <a:cxn ang="0">
                  <a:pos x="696" y="1392"/>
                </a:cxn>
                <a:cxn ang="0">
                  <a:pos x="536" y="1672"/>
                </a:cxn>
                <a:cxn ang="0">
                  <a:pos x="396" y="1772"/>
                </a:cxn>
                <a:cxn ang="0">
                  <a:pos x="314" y="1702"/>
                </a:cxn>
                <a:cxn ang="0">
                  <a:pos x="248" y="1760"/>
                </a:cxn>
                <a:cxn ang="0">
                  <a:pos x="168" y="1727"/>
                </a:cxn>
                <a:cxn ang="0">
                  <a:pos x="60" y="1924"/>
                </a:cxn>
                <a:cxn ang="0">
                  <a:pos x="129" y="1954"/>
                </a:cxn>
                <a:cxn ang="0">
                  <a:pos x="624" y="1953"/>
                </a:cxn>
                <a:cxn ang="0">
                  <a:pos x="824" y="2144"/>
                </a:cxn>
                <a:cxn ang="0">
                  <a:pos x="934" y="2337"/>
                </a:cxn>
                <a:cxn ang="0">
                  <a:pos x="1036" y="2324"/>
                </a:cxn>
                <a:cxn ang="0">
                  <a:pos x="1252" y="2324"/>
                </a:cxn>
                <a:cxn ang="0">
                  <a:pos x="1420" y="2136"/>
                </a:cxn>
                <a:cxn ang="0">
                  <a:pos x="1612" y="2200"/>
                </a:cxn>
                <a:cxn ang="0">
                  <a:pos x="1688" y="2408"/>
                </a:cxn>
                <a:cxn ang="0">
                  <a:pos x="1732" y="2832"/>
                </a:cxn>
                <a:cxn ang="0">
                  <a:pos x="1952" y="2840"/>
                </a:cxn>
                <a:cxn ang="0">
                  <a:pos x="2056" y="2824"/>
                </a:cxn>
                <a:cxn ang="0">
                  <a:pos x="2188" y="2899"/>
                </a:cxn>
                <a:cxn ang="0">
                  <a:pos x="2392" y="2998"/>
                </a:cxn>
                <a:cxn ang="0">
                  <a:pos x="2604" y="2944"/>
                </a:cxn>
                <a:cxn ang="0">
                  <a:pos x="2806" y="3098"/>
                </a:cxn>
                <a:cxn ang="0">
                  <a:pos x="2956" y="3264"/>
                </a:cxn>
                <a:cxn ang="0">
                  <a:pos x="3064" y="3208"/>
                </a:cxn>
                <a:cxn ang="0">
                  <a:pos x="2929" y="3072"/>
                </a:cxn>
                <a:cxn ang="0">
                  <a:pos x="2848" y="2810"/>
                </a:cxn>
                <a:cxn ang="0">
                  <a:pos x="2848" y="2588"/>
                </a:cxn>
                <a:cxn ang="0">
                  <a:pos x="2908" y="2404"/>
                </a:cxn>
                <a:cxn ang="0">
                  <a:pos x="3123" y="2132"/>
                </a:cxn>
                <a:cxn ang="0">
                  <a:pos x="3032" y="1924"/>
                </a:cxn>
                <a:cxn ang="0">
                  <a:pos x="2965" y="1600"/>
                </a:cxn>
                <a:cxn ang="0">
                  <a:pos x="2932" y="1392"/>
                </a:cxn>
                <a:cxn ang="0">
                  <a:pos x="2970" y="1216"/>
                </a:cxn>
                <a:cxn ang="0">
                  <a:pos x="3033" y="1068"/>
                </a:cxn>
                <a:cxn ang="0">
                  <a:pos x="3089" y="848"/>
                </a:cxn>
                <a:cxn ang="0">
                  <a:pos x="3142" y="740"/>
                </a:cxn>
                <a:cxn ang="0">
                  <a:pos x="3324" y="560"/>
                </a:cxn>
                <a:cxn ang="0">
                  <a:pos x="3233" y="388"/>
                </a:cxn>
                <a:cxn ang="0">
                  <a:pos x="3192" y="260"/>
                </a:cxn>
                <a:cxn ang="0">
                  <a:pos x="2960" y="170"/>
                </a:cxn>
                <a:cxn ang="0">
                  <a:pos x="2637" y="44"/>
                </a:cxn>
                <a:cxn ang="0">
                  <a:pos x="2372" y="26"/>
                </a:cxn>
                <a:cxn ang="0">
                  <a:pos x="2172" y="80"/>
                </a:cxn>
                <a:cxn ang="0">
                  <a:pos x="3340" y="292"/>
                </a:cxn>
                <a:cxn ang="0">
                  <a:pos x="1712" y="3376"/>
                </a:cxn>
              </a:cxnLst>
              <a:rect l="0" t="0" r="r" b="b"/>
              <a:pathLst>
                <a:path w="3344" h="3376">
                  <a:moveTo>
                    <a:pt x="2172" y="80"/>
                  </a:moveTo>
                  <a:cubicBezTo>
                    <a:pt x="2163" y="63"/>
                    <a:pt x="2111" y="22"/>
                    <a:pt x="2112" y="64"/>
                  </a:cubicBezTo>
                  <a:cubicBezTo>
                    <a:pt x="2067" y="81"/>
                    <a:pt x="1972" y="91"/>
                    <a:pt x="1948" y="136"/>
                  </a:cubicBezTo>
                  <a:cubicBezTo>
                    <a:pt x="1901" y="109"/>
                    <a:pt x="1834" y="70"/>
                    <a:pt x="1824" y="152"/>
                  </a:cubicBezTo>
                  <a:cubicBezTo>
                    <a:pt x="1790" y="157"/>
                    <a:pt x="1803" y="204"/>
                    <a:pt x="1768" y="213"/>
                  </a:cubicBezTo>
                  <a:cubicBezTo>
                    <a:pt x="1743" y="219"/>
                    <a:pt x="1691" y="192"/>
                    <a:pt x="1664" y="186"/>
                  </a:cubicBezTo>
                  <a:cubicBezTo>
                    <a:pt x="1640" y="181"/>
                    <a:pt x="1614" y="194"/>
                    <a:pt x="1588" y="191"/>
                  </a:cubicBezTo>
                  <a:cubicBezTo>
                    <a:pt x="1564" y="189"/>
                    <a:pt x="1551" y="168"/>
                    <a:pt x="1528" y="162"/>
                  </a:cubicBezTo>
                  <a:cubicBezTo>
                    <a:pt x="1507" y="157"/>
                    <a:pt x="1485" y="168"/>
                    <a:pt x="1464" y="163"/>
                  </a:cubicBezTo>
                  <a:cubicBezTo>
                    <a:pt x="1445" y="158"/>
                    <a:pt x="1445" y="138"/>
                    <a:pt x="1435" y="124"/>
                  </a:cubicBezTo>
                  <a:cubicBezTo>
                    <a:pt x="1418" y="100"/>
                    <a:pt x="1383" y="72"/>
                    <a:pt x="1352" y="72"/>
                  </a:cubicBezTo>
                  <a:cubicBezTo>
                    <a:pt x="1338" y="43"/>
                    <a:pt x="1310" y="40"/>
                    <a:pt x="1280" y="40"/>
                  </a:cubicBezTo>
                  <a:cubicBezTo>
                    <a:pt x="1215" y="40"/>
                    <a:pt x="1161" y="112"/>
                    <a:pt x="1140" y="168"/>
                  </a:cubicBezTo>
                  <a:cubicBezTo>
                    <a:pt x="1082" y="165"/>
                    <a:pt x="1120" y="223"/>
                    <a:pt x="1114" y="256"/>
                  </a:cubicBezTo>
                  <a:cubicBezTo>
                    <a:pt x="1108" y="295"/>
                    <a:pt x="1121" y="335"/>
                    <a:pt x="1115" y="372"/>
                  </a:cubicBezTo>
                  <a:cubicBezTo>
                    <a:pt x="1112" y="395"/>
                    <a:pt x="1091" y="418"/>
                    <a:pt x="1081" y="440"/>
                  </a:cubicBezTo>
                  <a:cubicBezTo>
                    <a:pt x="1072" y="461"/>
                    <a:pt x="1065" y="484"/>
                    <a:pt x="1044" y="496"/>
                  </a:cubicBezTo>
                  <a:cubicBezTo>
                    <a:pt x="1042" y="519"/>
                    <a:pt x="1024" y="533"/>
                    <a:pt x="1021" y="556"/>
                  </a:cubicBezTo>
                  <a:cubicBezTo>
                    <a:pt x="1015" y="597"/>
                    <a:pt x="1027" y="640"/>
                    <a:pt x="1017" y="680"/>
                  </a:cubicBezTo>
                  <a:cubicBezTo>
                    <a:pt x="1010" y="707"/>
                    <a:pt x="988" y="732"/>
                    <a:pt x="985" y="760"/>
                  </a:cubicBezTo>
                  <a:cubicBezTo>
                    <a:pt x="981" y="793"/>
                    <a:pt x="1000" y="828"/>
                    <a:pt x="998" y="860"/>
                  </a:cubicBezTo>
                  <a:cubicBezTo>
                    <a:pt x="996" y="890"/>
                    <a:pt x="963" y="924"/>
                    <a:pt x="957" y="956"/>
                  </a:cubicBezTo>
                  <a:cubicBezTo>
                    <a:pt x="952" y="987"/>
                    <a:pt x="965" y="1010"/>
                    <a:pt x="947" y="1040"/>
                  </a:cubicBezTo>
                  <a:cubicBezTo>
                    <a:pt x="913" y="1095"/>
                    <a:pt x="868" y="1101"/>
                    <a:pt x="821" y="1138"/>
                  </a:cubicBezTo>
                  <a:cubicBezTo>
                    <a:pt x="783" y="1168"/>
                    <a:pt x="776" y="1218"/>
                    <a:pt x="747" y="1256"/>
                  </a:cubicBezTo>
                  <a:cubicBezTo>
                    <a:pt x="732" y="1276"/>
                    <a:pt x="703" y="1288"/>
                    <a:pt x="694" y="1312"/>
                  </a:cubicBezTo>
                  <a:cubicBezTo>
                    <a:pt x="685" y="1336"/>
                    <a:pt x="696" y="1367"/>
                    <a:pt x="696" y="1392"/>
                  </a:cubicBezTo>
                  <a:cubicBezTo>
                    <a:pt x="697" y="1469"/>
                    <a:pt x="697" y="1545"/>
                    <a:pt x="644" y="1607"/>
                  </a:cubicBezTo>
                  <a:cubicBezTo>
                    <a:pt x="629" y="1626"/>
                    <a:pt x="604" y="1621"/>
                    <a:pt x="585" y="1632"/>
                  </a:cubicBezTo>
                  <a:cubicBezTo>
                    <a:pt x="560" y="1647"/>
                    <a:pt x="572" y="1673"/>
                    <a:pt x="536" y="1672"/>
                  </a:cubicBezTo>
                  <a:cubicBezTo>
                    <a:pt x="477" y="1736"/>
                    <a:pt x="477" y="1736"/>
                    <a:pt x="477" y="1736"/>
                  </a:cubicBezTo>
                  <a:cubicBezTo>
                    <a:pt x="444" y="1773"/>
                    <a:pt x="444" y="1773"/>
                    <a:pt x="444" y="1773"/>
                  </a:cubicBezTo>
                  <a:cubicBezTo>
                    <a:pt x="396" y="1772"/>
                    <a:pt x="396" y="1772"/>
                    <a:pt x="396" y="1772"/>
                  </a:cubicBezTo>
                  <a:cubicBezTo>
                    <a:pt x="391" y="1736"/>
                    <a:pt x="392" y="1732"/>
                    <a:pt x="408" y="1700"/>
                  </a:cubicBezTo>
                  <a:cubicBezTo>
                    <a:pt x="392" y="1672"/>
                    <a:pt x="392" y="1672"/>
                    <a:pt x="392" y="1672"/>
                  </a:cubicBezTo>
                  <a:cubicBezTo>
                    <a:pt x="314" y="1702"/>
                    <a:pt x="314" y="1702"/>
                    <a:pt x="314" y="1702"/>
                  </a:cubicBezTo>
                  <a:cubicBezTo>
                    <a:pt x="264" y="1704"/>
                    <a:pt x="264" y="1704"/>
                    <a:pt x="264" y="1704"/>
                  </a:cubicBezTo>
                  <a:cubicBezTo>
                    <a:pt x="252" y="1760"/>
                    <a:pt x="252" y="1760"/>
                    <a:pt x="252" y="1760"/>
                  </a:cubicBezTo>
                  <a:cubicBezTo>
                    <a:pt x="248" y="1760"/>
                    <a:pt x="248" y="1760"/>
                    <a:pt x="248" y="1760"/>
                  </a:cubicBezTo>
                  <a:cubicBezTo>
                    <a:pt x="233" y="1751"/>
                    <a:pt x="224" y="1763"/>
                    <a:pt x="216" y="1776"/>
                  </a:cubicBezTo>
                  <a:cubicBezTo>
                    <a:pt x="212" y="1776"/>
                    <a:pt x="212" y="1776"/>
                    <a:pt x="212" y="1776"/>
                  </a:cubicBezTo>
                  <a:cubicBezTo>
                    <a:pt x="203" y="1763"/>
                    <a:pt x="184" y="1729"/>
                    <a:pt x="168" y="1727"/>
                  </a:cubicBezTo>
                  <a:cubicBezTo>
                    <a:pt x="158" y="1726"/>
                    <a:pt x="148" y="1737"/>
                    <a:pt x="140" y="1741"/>
                  </a:cubicBezTo>
                  <a:cubicBezTo>
                    <a:pt x="110" y="1757"/>
                    <a:pt x="77" y="1778"/>
                    <a:pt x="63" y="1812"/>
                  </a:cubicBezTo>
                  <a:cubicBezTo>
                    <a:pt x="51" y="1842"/>
                    <a:pt x="60" y="1891"/>
                    <a:pt x="60" y="1924"/>
                  </a:cubicBezTo>
                  <a:cubicBezTo>
                    <a:pt x="0" y="1928"/>
                    <a:pt x="0" y="1928"/>
                    <a:pt x="0" y="1928"/>
                  </a:cubicBezTo>
                  <a:cubicBezTo>
                    <a:pt x="4" y="1937"/>
                    <a:pt x="8" y="1946"/>
                    <a:pt x="14" y="1954"/>
                  </a:cubicBezTo>
                  <a:cubicBezTo>
                    <a:pt x="53" y="2006"/>
                    <a:pt x="83" y="1966"/>
                    <a:pt x="129" y="1954"/>
                  </a:cubicBezTo>
                  <a:cubicBezTo>
                    <a:pt x="146" y="1950"/>
                    <a:pt x="177" y="1953"/>
                    <a:pt x="196" y="1952"/>
                  </a:cubicBezTo>
                  <a:cubicBezTo>
                    <a:pt x="269" y="1947"/>
                    <a:pt x="343" y="1962"/>
                    <a:pt x="416" y="1961"/>
                  </a:cubicBezTo>
                  <a:cubicBezTo>
                    <a:pt x="485" y="1961"/>
                    <a:pt x="554" y="1949"/>
                    <a:pt x="624" y="1953"/>
                  </a:cubicBezTo>
                  <a:cubicBezTo>
                    <a:pt x="660" y="1955"/>
                    <a:pt x="719" y="1938"/>
                    <a:pt x="751" y="1957"/>
                  </a:cubicBezTo>
                  <a:cubicBezTo>
                    <a:pt x="787" y="1978"/>
                    <a:pt x="785" y="2056"/>
                    <a:pt x="797" y="2092"/>
                  </a:cubicBezTo>
                  <a:cubicBezTo>
                    <a:pt x="803" y="2110"/>
                    <a:pt x="820" y="2127"/>
                    <a:pt x="824" y="2144"/>
                  </a:cubicBezTo>
                  <a:cubicBezTo>
                    <a:pt x="829" y="2162"/>
                    <a:pt x="819" y="2177"/>
                    <a:pt x="830" y="2195"/>
                  </a:cubicBezTo>
                  <a:cubicBezTo>
                    <a:pt x="843" y="2218"/>
                    <a:pt x="864" y="2236"/>
                    <a:pt x="877" y="2260"/>
                  </a:cubicBezTo>
                  <a:cubicBezTo>
                    <a:pt x="888" y="2280"/>
                    <a:pt x="913" y="2328"/>
                    <a:pt x="934" y="2337"/>
                  </a:cubicBezTo>
                  <a:cubicBezTo>
                    <a:pt x="949" y="2345"/>
                    <a:pt x="968" y="2333"/>
                    <a:pt x="984" y="2334"/>
                  </a:cubicBezTo>
                  <a:cubicBezTo>
                    <a:pt x="1002" y="2335"/>
                    <a:pt x="1018" y="2344"/>
                    <a:pt x="1036" y="2344"/>
                  </a:cubicBezTo>
                  <a:cubicBezTo>
                    <a:pt x="1036" y="2324"/>
                    <a:pt x="1036" y="2324"/>
                    <a:pt x="1036" y="2324"/>
                  </a:cubicBezTo>
                  <a:cubicBezTo>
                    <a:pt x="1124" y="2313"/>
                    <a:pt x="1124" y="2313"/>
                    <a:pt x="1124" y="2313"/>
                  </a:cubicBezTo>
                  <a:cubicBezTo>
                    <a:pt x="1156" y="2323"/>
                    <a:pt x="1156" y="2323"/>
                    <a:pt x="1156" y="2323"/>
                  </a:cubicBezTo>
                  <a:cubicBezTo>
                    <a:pt x="1252" y="2324"/>
                    <a:pt x="1252" y="2324"/>
                    <a:pt x="1252" y="2324"/>
                  </a:cubicBezTo>
                  <a:cubicBezTo>
                    <a:pt x="1256" y="2252"/>
                    <a:pt x="1256" y="2252"/>
                    <a:pt x="1256" y="2252"/>
                  </a:cubicBezTo>
                  <a:cubicBezTo>
                    <a:pt x="1304" y="2238"/>
                    <a:pt x="1259" y="2189"/>
                    <a:pt x="1289" y="2161"/>
                  </a:cubicBezTo>
                  <a:cubicBezTo>
                    <a:pt x="1318" y="2134"/>
                    <a:pt x="1407" y="2177"/>
                    <a:pt x="1420" y="2136"/>
                  </a:cubicBezTo>
                  <a:cubicBezTo>
                    <a:pt x="1460" y="2136"/>
                    <a:pt x="1460" y="2136"/>
                    <a:pt x="1460" y="2136"/>
                  </a:cubicBezTo>
                  <a:cubicBezTo>
                    <a:pt x="1455" y="2155"/>
                    <a:pt x="1429" y="2196"/>
                    <a:pt x="1464" y="2200"/>
                  </a:cubicBezTo>
                  <a:cubicBezTo>
                    <a:pt x="1513" y="2204"/>
                    <a:pt x="1563" y="2200"/>
                    <a:pt x="1612" y="2200"/>
                  </a:cubicBezTo>
                  <a:cubicBezTo>
                    <a:pt x="1628" y="2200"/>
                    <a:pt x="1657" y="2194"/>
                    <a:pt x="1667" y="2209"/>
                  </a:cubicBezTo>
                  <a:cubicBezTo>
                    <a:pt x="1686" y="2238"/>
                    <a:pt x="1656" y="2281"/>
                    <a:pt x="1657" y="2312"/>
                  </a:cubicBezTo>
                  <a:cubicBezTo>
                    <a:pt x="1658" y="2344"/>
                    <a:pt x="1686" y="2374"/>
                    <a:pt x="1688" y="2408"/>
                  </a:cubicBezTo>
                  <a:cubicBezTo>
                    <a:pt x="1691" y="2486"/>
                    <a:pt x="1617" y="2627"/>
                    <a:pt x="1736" y="2660"/>
                  </a:cubicBezTo>
                  <a:cubicBezTo>
                    <a:pt x="1729" y="2699"/>
                    <a:pt x="1753" y="2737"/>
                    <a:pt x="1752" y="2776"/>
                  </a:cubicBezTo>
                  <a:cubicBezTo>
                    <a:pt x="1751" y="2799"/>
                    <a:pt x="1726" y="2808"/>
                    <a:pt x="1732" y="2832"/>
                  </a:cubicBezTo>
                  <a:cubicBezTo>
                    <a:pt x="1742" y="2874"/>
                    <a:pt x="1770" y="2900"/>
                    <a:pt x="1800" y="2852"/>
                  </a:cubicBezTo>
                  <a:cubicBezTo>
                    <a:pt x="1828" y="2862"/>
                    <a:pt x="1883" y="2866"/>
                    <a:pt x="1912" y="2858"/>
                  </a:cubicBezTo>
                  <a:cubicBezTo>
                    <a:pt x="1927" y="2854"/>
                    <a:pt x="1937" y="2842"/>
                    <a:pt x="1952" y="2840"/>
                  </a:cubicBezTo>
                  <a:cubicBezTo>
                    <a:pt x="1970" y="2837"/>
                    <a:pt x="1987" y="2847"/>
                    <a:pt x="2004" y="2848"/>
                  </a:cubicBezTo>
                  <a:cubicBezTo>
                    <a:pt x="2024" y="2849"/>
                    <a:pt x="2035" y="2841"/>
                    <a:pt x="2052" y="2836"/>
                  </a:cubicBezTo>
                  <a:cubicBezTo>
                    <a:pt x="2056" y="2824"/>
                    <a:pt x="2056" y="2824"/>
                    <a:pt x="2056" y="2824"/>
                  </a:cubicBezTo>
                  <a:cubicBezTo>
                    <a:pt x="2071" y="2835"/>
                    <a:pt x="2108" y="2852"/>
                    <a:pt x="2116" y="2868"/>
                  </a:cubicBezTo>
                  <a:cubicBezTo>
                    <a:pt x="2123" y="2884"/>
                    <a:pt x="2102" y="2902"/>
                    <a:pt x="2118" y="2916"/>
                  </a:cubicBezTo>
                  <a:cubicBezTo>
                    <a:pt x="2142" y="2938"/>
                    <a:pt x="2167" y="2907"/>
                    <a:pt x="2188" y="2899"/>
                  </a:cubicBezTo>
                  <a:cubicBezTo>
                    <a:pt x="2216" y="2887"/>
                    <a:pt x="2250" y="2890"/>
                    <a:pt x="2280" y="2880"/>
                  </a:cubicBezTo>
                  <a:cubicBezTo>
                    <a:pt x="2280" y="2956"/>
                    <a:pt x="2280" y="2956"/>
                    <a:pt x="2280" y="2956"/>
                  </a:cubicBezTo>
                  <a:cubicBezTo>
                    <a:pt x="2318" y="2967"/>
                    <a:pt x="2355" y="2988"/>
                    <a:pt x="2392" y="2998"/>
                  </a:cubicBezTo>
                  <a:cubicBezTo>
                    <a:pt x="2415" y="3004"/>
                    <a:pt x="2441" y="2998"/>
                    <a:pt x="2464" y="3002"/>
                  </a:cubicBezTo>
                  <a:cubicBezTo>
                    <a:pt x="2495" y="3007"/>
                    <a:pt x="2520" y="3021"/>
                    <a:pt x="2552" y="3010"/>
                  </a:cubicBezTo>
                  <a:cubicBezTo>
                    <a:pt x="2591" y="2996"/>
                    <a:pt x="2559" y="2949"/>
                    <a:pt x="2604" y="2944"/>
                  </a:cubicBezTo>
                  <a:cubicBezTo>
                    <a:pt x="2604" y="2986"/>
                    <a:pt x="2634" y="2985"/>
                    <a:pt x="2652" y="3017"/>
                  </a:cubicBezTo>
                  <a:cubicBezTo>
                    <a:pt x="2664" y="3038"/>
                    <a:pt x="2660" y="3060"/>
                    <a:pt x="2688" y="3069"/>
                  </a:cubicBezTo>
                  <a:cubicBezTo>
                    <a:pt x="2722" y="3080"/>
                    <a:pt x="2775" y="3074"/>
                    <a:pt x="2806" y="3098"/>
                  </a:cubicBezTo>
                  <a:cubicBezTo>
                    <a:pt x="2828" y="3116"/>
                    <a:pt x="2828" y="3147"/>
                    <a:pt x="2836" y="3172"/>
                  </a:cubicBezTo>
                  <a:cubicBezTo>
                    <a:pt x="2864" y="3164"/>
                    <a:pt x="2864" y="3164"/>
                    <a:pt x="2864" y="3164"/>
                  </a:cubicBezTo>
                  <a:cubicBezTo>
                    <a:pt x="2882" y="3200"/>
                    <a:pt x="2907" y="3273"/>
                    <a:pt x="2956" y="3264"/>
                  </a:cubicBezTo>
                  <a:cubicBezTo>
                    <a:pt x="2984" y="3259"/>
                    <a:pt x="3004" y="3235"/>
                    <a:pt x="3032" y="3232"/>
                  </a:cubicBezTo>
                  <a:cubicBezTo>
                    <a:pt x="3018" y="3254"/>
                    <a:pt x="3041" y="3289"/>
                    <a:pt x="3060" y="3265"/>
                  </a:cubicBezTo>
                  <a:cubicBezTo>
                    <a:pt x="3070" y="3253"/>
                    <a:pt x="3064" y="3223"/>
                    <a:pt x="3064" y="3208"/>
                  </a:cubicBezTo>
                  <a:cubicBezTo>
                    <a:pt x="3064" y="3155"/>
                    <a:pt x="3075" y="3087"/>
                    <a:pt x="3060" y="3036"/>
                  </a:cubicBezTo>
                  <a:cubicBezTo>
                    <a:pt x="3029" y="3042"/>
                    <a:pt x="2990" y="3042"/>
                    <a:pt x="2996" y="3084"/>
                  </a:cubicBezTo>
                  <a:cubicBezTo>
                    <a:pt x="2977" y="3078"/>
                    <a:pt x="2944" y="3080"/>
                    <a:pt x="2929" y="3072"/>
                  </a:cubicBezTo>
                  <a:cubicBezTo>
                    <a:pt x="2916" y="3065"/>
                    <a:pt x="2910" y="3046"/>
                    <a:pt x="2900" y="3036"/>
                  </a:cubicBezTo>
                  <a:cubicBezTo>
                    <a:pt x="2862" y="3002"/>
                    <a:pt x="2813" y="2983"/>
                    <a:pt x="2814" y="2924"/>
                  </a:cubicBezTo>
                  <a:cubicBezTo>
                    <a:pt x="2814" y="2896"/>
                    <a:pt x="2835" y="2836"/>
                    <a:pt x="2848" y="2810"/>
                  </a:cubicBezTo>
                  <a:cubicBezTo>
                    <a:pt x="2852" y="2800"/>
                    <a:pt x="2863" y="2794"/>
                    <a:pt x="2865" y="2783"/>
                  </a:cubicBezTo>
                  <a:cubicBezTo>
                    <a:pt x="2868" y="2769"/>
                    <a:pt x="2858" y="2754"/>
                    <a:pt x="2857" y="2740"/>
                  </a:cubicBezTo>
                  <a:cubicBezTo>
                    <a:pt x="2850" y="2684"/>
                    <a:pt x="2869" y="2641"/>
                    <a:pt x="2848" y="2588"/>
                  </a:cubicBezTo>
                  <a:cubicBezTo>
                    <a:pt x="2838" y="2565"/>
                    <a:pt x="2843" y="2554"/>
                    <a:pt x="2816" y="2544"/>
                  </a:cubicBezTo>
                  <a:cubicBezTo>
                    <a:pt x="2816" y="2536"/>
                    <a:pt x="2816" y="2536"/>
                    <a:pt x="2816" y="2536"/>
                  </a:cubicBezTo>
                  <a:cubicBezTo>
                    <a:pt x="2868" y="2516"/>
                    <a:pt x="2920" y="2460"/>
                    <a:pt x="2908" y="2404"/>
                  </a:cubicBezTo>
                  <a:cubicBezTo>
                    <a:pt x="3228" y="2360"/>
                    <a:pt x="3228" y="2360"/>
                    <a:pt x="3228" y="2360"/>
                  </a:cubicBezTo>
                  <a:cubicBezTo>
                    <a:pt x="3221" y="2317"/>
                    <a:pt x="3196" y="2290"/>
                    <a:pt x="3180" y="2252"/>
                  </a:cubicBezTo>
                  <a:cubicBezTo>
                    <a:pt x="3162" y="2210"/>
                    <a:pt x="3153" y="2169"/>
                    <a:pt x="3123" y="2132"/>
                  </a:cubicBezTo>
                  <a:cubicBezTo>
                    <a:pt x="3106" y="2113"/>
                    <a:pt x="3083" y="2109"/>
                    <a:pt x="3064" y="2094"/>
                  </a:cubicBezTo>
                  <a:cubicBezTo>
                    <a:pt x="3038" y="2073"/>
                    <a:pt x="3019" y="2032"/>
                    <a:pt x="3012" y="2000"/>
                  </a:cubicBezTo>
                  <a:cubicBezTo>
                    <a:pt x="3005" y="1969"/>
                    <a:pt x="3036" y="1950"/>
                    <a:pt x="3032" y="1924"/>
                  </a:cubicBezTo>
                  <a:cubicBezTo>
                    <a:pt x="3024" y="1877"/>
                    <a:pt x="2985" y="1834"/>
                    <a:pt x="2984" y="1787"/>
                  </a:cubicBezTo>
                  <a:cubicBezTo>
                    <a:pt x="2983" y="1757"/>
                    <a:pt x="3016" y="1706"/>
                    <a:pt x="2988" y="1688"/>
                  </a:cubicBezTo>
                  <a:cubicBezTo>
                    <a:pt x="2965" y="1600"/>
                    <a:pt x="2965" y="1600"/>
                    <a:pt x="2965" y="1600"/>
                  </a:cubicBezTo>
                  <a:cubicBezTo>
                    <a:pt x="2965" y="1464"/>
                    <a:pt x="2965" y="1464"/>
                    <a:pt x="2965" y="1464"/>
                  </a:cubicBezTo>
                  <a:cubicBezTo>
                    <a:pt x="2928" y="1425"/>
                    <a:pt x="2928" y="1425"/>
                    <a:pt x="2928" y="1425"/>
                  </a:cubicBezTo>
                  <a:cubicBezTo>
                    <a:pt x="2932" y="1392"/>
                    <a:pt x="2932" y="1392"/>
                    <a:pt x="2932" y="1392"/>
                  </a:cubicBezTo>
                  <a:cubicBezTo>
                    <a:pt x="2908" y="1394"/>
                    <a:pt x="2887" y="1379"/>
                    <a:pt x="2904" y="1353"/>
                  </a:cubicBezTo>
                  <a:cubicBezTo>
                    <a:pt x="2917" y="1333"/>
                    <a:pt x="2942" y="1334"/>
                    <a:pt x="2950" y="1308"/>
                  </a:cubicBezTo>
                  <a:cubicBezTo>
                    <a:pt x="2962" y="1271"/>
                    <a:pt x="2938" y="1251"/>
                    <a:pt x="2970" y="1216"/>
                  </a:cubicBezTo>
                  <a:cubicBezTo>
                    <a:pt x="2990" y="1194"/>
                    <a:pt x="3028" y="1189"/>
                    <a:pt x="3044" y="1164"/>
                  </a:cubicBezTo>
                  <a:cubicBezTo>
                    <a:pt x="3028" y="1164"/>
                    <a:pt x="3028" y="1164"/>
                    <a:pt x="3028" y="1164"/>
                  </a:cubicBezTo>
                  <a:cubicBezTo>
                    <a:pt x="3033" y="1068"/>
                    <a:pt x="3033" y="1068"/>
                    <a:pt x="3033" y="1068"/>
                  </a:cubicBezTo>
                  <a:cubicBezTo>
                    <a:pt x="3028" y="1032"/>
                    <a:pt x="3028" y="1032"/>
                    <a:pt x="3028" y="1032"/>
                  </a:cubicBezTo>
                  <a:cubicBezTo>
                    <a:pt x="3038" y="1007"/>
                    <a:pt x="3035" y="978"/>
                    <a:pt x="3043" y="952"/>
                  </a:cubicBezTo>
                  <a:cubicBezTo>
                    <a:pt x="3055" y="917"/>
                    <a:pt x="3080" y="882"/>
                    <a:pt x="3089" y="848"/>
                  </a:cubicBezTo>
                  <a:cubicBezTo>
                    <a:pt x="3093" y="831"/>
                    <a:pt x="3083" y="813"/>
                    <a:pt x="3092" y="797"/>
                  </a:cubicBezTo>
                  <a:cubicBezTo>
                    <a:pt x="3100" y="785"/>
                    <a:pt x="3115" y="785"/>
                    <a:pt x="3124" y="775"/>
                  </a:cubicBezTo>
                  <a:cubicBezTo>
                    <a:pt x="3133" y="765"/>
                    <a:pt x="3133" y="749"/>
                    <a:pt x="3142" y="740"/>
                  </a:cubicBezTo>
                  <a:cubicBezTo>
                    <a:pt x="3151" y="731"/>
                    <a:pt x="3165" y="732"/>
                    <a:pt x="3175" y="724"/>
                  </a:cubicBezTo>
                  <a:cubicBezTo>
                    <a:pt x="3196" y="709"/>
                    <a:pt x="3210" y="683"/>
                    <a:pt x="3229" y="665"/>
                  </a:cubicBezTo>
                  <a:cubicBezTo>
                    <a:pt x="3262" y="631"/>
                    <a:pt x="3304" y="605"/>
                    <a:pt x="3324" y="560"/>
                  </a:cubicBezTo>
                  <a:cubicBezTo>
                    <a:pt x="3308" y="548"/>
                    <a:pt x="3264" y="501"/>
                    <a:pt x="3248" y="524"/>
                  </a:cubicBezTo>
                  <a:cubicBezTo>
                    <a:pt x="3196" y="499"/>
                    <a:pt x="3245" y="474"/>
                    <a:pt x="3249" y="440"/>
                  </a:cubicBezTo>
                  <a:cubicBezTo>
                    <a:pt x="3251" y="421"/>
                    <a:pt x="3230" y="407"/>
                    <a:pt x="3233" y="388"/>
                  </a:cubicBezTo>
                  <a:cubicBezTo>
                    <a:pt x="3236" y="370"/>
                    <a:pt x="3284" y="315"/>
                    <a:pt x="3236" y="320"/>
                  </a:cubicBezTo>
                  <a:cubicBezTo>
                    <a:pt x="3230" y="299"/>
                    <a:pt x="3220" y="297"/>
                    <a:pt x="3200" y="300"/>
                  </a:cubicBezTo>
                  <a:cubicBezTo>
                    <a:pt x="3192" y="260"/>
                    <a:pt x="3192" y="260"/>
                    <a:pt x="3192" y="260"/>
                  </a:cubicBezTo>
                  <a:cubicBezTo>
                    <a:pt x="3141" y="257"/>
                    <a:pt x="3061" y="194"/>
                    <a:pt x="3064" y="140"/>
                  </a:cubicBezTo>
                  <a:cubicBezTo>
                    <a:pt x="3047" y="135"/>
                    <a:pt x="3016" y="113"/>
                    <a:pt x="2998" y="124"/>
                  </a:cubicBezTo>
                  <a:cubicBezTo>
                    <a:pt x="2982" y="135"/>
                    <a:pt x="2985" y="165"/>
                    <a:pt x="2960" y="170"/>
                  </a:cubicBezTo>
                  <a:cubicBezTo>
                    <a:pt x="2934" y="174"/>
                    <a:pt x="2902" y="136"/>
                    <a:pt x="2873" y="144"/>
                  </a:cubicBezTo>
                  <a:cubicBezTo>
                    <a:pt x="2847" y="151"/>
                    <a:pt x="2832" y="190"/>
                    <a:pt x="2800" y="183"/>
                  </a:cubicBezTo>
                  <a:cubicBezTo>
                    <a:pt x="2720" y="167"/>
                    <a:pt x="2706" y="77"/>
                    <a:pt x="2637" y="44"/>
                  </a:cubicBezTo>
                  <a:cubicBezTo>
                    <a:pt x="2582" y="18"/>
                    <a:pt x="2551" y="54"/>
                    <a:pt x="2496" y="53"/>
                  </a:cubicBezTo>
                  <a:cubicBezTo>
                    <a:pt x="2473" y="52"/>
                    <a:pt x="2455" y="30"/>
                    <a:pt x="2432" y="25"/>
                  </a:cubicBezTo>
                  <a:cubicBezTo>
                    <a:pt x="2411" y="22"/>
                    <a:pt x="2394" y="34"/>
                    <a:pt x="2372" y="26"/>
                  </a:cubicBezTo>
                  <a:cubicBezTo>
                    <a:pt x="2354" y="19"/>
                    <a:pt x="2331" y="0"/>
                    <a:pt x="2312" y="1"/>
                  </a:cubicBezTo>
                  <a:cubicBezTo>
                    <a:pt x="2269" y="4"/>
                    <a:pt x="2288" y="43"/>
                    <a:pt x="2264" y="60"/>
                  </a:cubicBezTo>
                  <a:cubicBezTo>
                    <a:pt x="2241" y="76"/>
                    <a:pt x="2199" y="69"/>
                    <a:pt x="2172" y="80"/>
                  </a:cubicBezTo>
                  <a:moveTo>
                    <a:pt x="3340" y="292"/>
                  </a:moveTo>
                  <a:cubicBezTo>
                    <a:pt x="3344" y="296"/>
                    <a:pt x="3344" y="296"/>
                    <a:pt x="3344" y="296"/>
                  </a:cubicBezTo>
                  <a:cubicBezTo>
                    <a:pt x="3340" y="292"/>
                    <a:pt x="3340" y="292"/>
                    <a:pt x="3340" y="292"/>
                  </a:cubicBezTo>
                  <a:moveTo>
                    <a:pt x="1700" y="3368"/>
                  </a:moveTo>
                  <a:cubicBezTo>
                    <a:pt x="1700" y="3376"/>
                    <a:pt x="1700" y="3376"/>
                    <a:pt x="1700" y="3376"/>
                  </a:cubicBezTo>
                  <a:cubicBezTo>
                    <a:pt x="1712" y="3376"/>
                    <a:pt x="1712" y="3376"/>
                    <a:pt x="1712" y="3376"/>
                  </a:cubicBezTo>
                  <a:cubicBezTo>
                    <a:pt x="1712" y="3368"/>
                    <a:pt x="1712" y="3368"/>
                    <a:pt x="1712" y="3368"/>
                  </a:cubicBezTo>
                  <a:lnTo>
                    <a:pt x="1700" y="3368"/>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7" name="Freeform 33"/>
            <p:cNvSpPr>
              <a:spLocks/>
            </p:cNvSpPr>
            <p:nvPr/>
          </p:nvSpPr>
          <p:spPr bwMode="auto">
            <a:xfrm>
              <a:off x="2306638" y="3062288"/>
              <a:ext cx="615950" cy="611188"/>
            </a:xfrm>
            <a:custGeom>
              <a:avLst/>
              <a:gdLst/>
              <a:ahLst/>
              <a:cxnLst>
                <a:cxn ang="0">
                  <a:pos x="197" y="217"/>
                </a:cxn>
                <a:cxn ang="0">
                  <a:pos x="295" y="461"/>
                </a:cxn>
                <a:cxn ang="0">
                  <a:pos x="232" y="589"/>
                </a:cxn>
                <a:cxn ang="0">
                  <a:pos x="325" y="817"/>
                </a:cxn>
                <a:cxn ang="0">
                  <a:pos x="369" y="981"/>
                </a:cxn>
                <a:cxn ang="0">
                  <a:pos x="300" y="1186"/>
                </a:cxn>
                <a:cxn ang="0">
                  <a:pos x="214" y="1269"/>
                </a:cxn>
                <a:cxn ang="0">
                  <a:pos x="146" y="1405"/>
                </a:cxn>
                <a:cxn ang="0">
                  <a:pos x="111" y="1537"/>
                </a:cxn>
                <a:cxn ang="0">
                  <a:pos x="14" y="1757"/>
                </a:cxn>
                <a:cxn ang="0">
                  <a:pos x="24" y="1913"/>
                </a:cxn>
                <a:cxn ang="0">
                  <a:pos x="0" y="1873"/>
                </a:cxn>
                <a:cxn ang="0">
                  <a:pos x="16" y="2017"/>
                </a:cxn>
                <a:cxn ang="0">
                  <a:pos x="156" y="2007"/>
                </a:cxn>
                <a:cxn ang="0">
                  <a:pos x="424" y="2036"/>
                </a:cxn>
                <a:cxn ang="0">
                  <a:pos x="1164" y="2030"/>
                </a:cxn>
                <a:cxn ang="0">
                  <a:pos x="1312" y="2103"/>
                </a:cxn>
                <a:cxn ang="0">
                  <a:pos x="1588" y="2136"/>
                </a:cxn>
                <a:cxn ang="0">
                  <a:pos x="1700" y="2136"/>
                </a:cxn>
                <a:cxn ang="0">
                  <a:pos x="2000" y="2028"/>
                </a:cxn>
                <a:cxn ang="0">
                  <a:pos x="1830" y="1869"/>
                </a:cxn>
                <a:cxn ang="0">
                  <a:pos x="1804" y="1269"/>
                </a:cxn>
                <a:cxn ang="0">
                  <a:pos x="2146" y="1265"/>
                </a:cxn>
                <a:cxn ang="0">
                  <a:pos x="2160" y="1161"/>
                </a:cxn>
                <a:cxn ang="0">
                  <a:pos x="2156" y="1133"/>
                </a:cxn>
                <a:cxn ang="0">
                  <a:pos x="2148" y="893"/>
                </a:cxn>
                <a:cxn ang="0">
                  <a:pos x="2052" y="907"/>
                </a:cxn>
                <a:cxn ang="0">
                  <a:pos x="1884" y="921"/>
                </a:cxn>
                <a:cxn ang="0">
                  <a:pos x="1833" y="905"/>
                </a:cxn>
                <a:cxn ang="0">
                  <a:pos x="1831" y="738"/>
                </a:cxn>
                <a:cxn ang="0">
                  <a:pos x="1791" y="485"/>
                </a:cxn>
                <a:cxn ang="0">
                  <a:pos x="1772" y="277"/>
                </a:cxn>
                <a:cxn ang="0">
                  <a:pos x="1560" y="211"/>
                </a:cxn>
                <a:cxn ang="0">
                  <a:pos x="1404" y="221"/>
                </a:cxn>
                <a:cxn ang="0">
                  <a:pos x="1362" y="306"/>
                </a:cxn>
                <a:cxn ang="0">
                  <a:pos x="1336" y="393"/>
                </a:cxn>
                <a:cxn ang="0">
                  <a:pos x="1182" y="388"/>
                </a:cxn>
                <a:cxn ang="0">
                  <a:pos x="1107" y="410"/>
                </a:cxn>
                <a:cxn ang="0">
                  <a:pos x="1000" y="360"/>
                </a:cxn>
                <a:cxn ang="0">
                  <a:pos x="885" y="133"/>
                </a:cxn>
                <a:cxn ang="0">
                  <a:pos x="664" y="25"/>
                </a:cxn>
                <a:cxn ang="0">
                  <a:pos x="235" y="23"/>
                </a:cxn>
                <a:cxn ang="0">
                  <a:pos x="108" y="24"/>
                </a:cxn>
              </a:cxnLst>
              <a:rect l="0" t="0" r="r" b="b"/>
              <a:pathLst>
                <a:path w="2160" h="2138">
                  <a:moveTo>
                    <a:pt x="108" y="24"/>
                  </a:moveTo>
                  <a:cubicBezTo>
                    <a:pt x="132" y="81"/>
                    <a:pt x="169" y="164"/>
                    <a:pt x="197" y="217"/>
                  </a:cubicBezTo>
                  <a:cubicBezTo>
                    <a:pt x="217" y="255"/>
                    <a:pt x="220" y="305"/>
                    <a:pt x="239" y="345"/>
                  </a:cubicBezTo>
                  <a:cubicBezTo>
                    <a:pt x="256" y="380"/>
                    <a:pt x="288" y="424"/>
                    <a:pt x="295" y="461"/>
                  </a:cubicBezTo>
                  <a:cubicBezTo>
                    <a:pt x="298" y="473"/>
                    <a:pt x="302" y="513"/>
                    <a:pt x="294" y="523"/>
                  </a:cubicBezTo>
                  <a:cubicBezTo>
                    <a:pt x="276" y="543"/>
                    <a:pt x="222" y="548"/>
                    <a:pt x="232" y="589"/>
                  </a:cubicBezTo>
                  <a:cubicBezTo>
                    <a:pt x="237" y="609"/>
                    <a:pt x="254" y="626"/>
                    <a:pt x="261" y="645"/>
                  </a:cubicBezTo>
                  <a:cubicBezTo>
                    <a:pt x="283" y="704"/>
                    <a:pt x="297" y="760"/>
                    <a:pt x="325" y="817"/>
                  </a:cubicBezTo>
                  <a:cubicBezTo>
                    <a:pt x="342" y="852"/>
                    <a:pt x="368" y="878"/>
                    <a:pt x="378" y="917"/>
                  </a:cubicBezTo>
                  <a:cubicBezTo>
                    <a:pt x="384" y="939"/>
                    <a:pt x="372" y="960"/>
                    <a:pt x="369" y="981"/>
                  </a:cubicBezTo>
                  <a:cubicBezTo>
                    <a:pt x="365" y="1010"/>
                    <a:pt x="372" y="1040"/>
                    <a:pt x="366" y="1069"/>
                  </a:cubicBezTo>
                  <a:cubicBezTo>
                    <a:pt x="360" y="1104"/>
                    <a:pt x="328" y="1165"/>
                    <a:pt x="300" y="1186"/>
                  </a:cubicBezTo>
                  <a:cubicBezTo>
                    <a:pt x="280" y="1200"/>
                    <a:pt x="256" y="1198"/>
                    <a:pt x="236" y="1216"/>
                  </a:cubicBezTo>
                  <a:cubicBezTo>
                    <a:pt x="218" y="1232"/>
                    <a:pt x="227" y="1251"/>
                    <a:pt x="214" y="1269"/>
                  </a:cubicBezTo>
                  <a:cubicBezTo>
                    <a:pt x="198" y="1293"/>
                    <a:pt x="166" y="1309"/>
                    <a:pt x="152" y="1334"/>
                  </a:cubicBezTo>
                  <a:cubicBezTo>
                    <a:pt x="141" y="1354"/>
                    <a:pt x="155" y="1382"/>
                    <a:pt x="146" y="1405"/>
                  </a:cubicBezTo>
                  <a:cubicBezTo>
                    <a:pt x="139" y="1421"/>
                    <a:pt x="125" y="1432"/>
                    <a:pt x="119" y="1449"/>
                  </a:cubicBezTo>
                  <a:cubicBezTo>
                    <a:pt x="109" y="1476"/>
                    <a:pt x="117" y="1508"/>
                    <a:pt x="111" y="1537"/>
                  </a:cubicBezTo>
                  <a:cubicBezTo>
                    <a:pt x="99" y="1592"/>
                    <a:pt x="75" y="1646"/>
                    <a:pt x="62" y="1701"/>
                  </a:cubicBezTo>
                  <a:cubicBezTo>
                    <a:pt x="56" y="1728"/>
                    <a:pt x="17" y="1736"/>
                    <a:pt x="14" y="1757"/>
                  </a:cubicBezTo>
                  <a:cubicBezTo>
                    <a:pt x="8" y="1806"/>
                    <a:pt x="38" y="1862"/>
                    <a:pt x="28" y="1913"/>
                  </a:cubicBezTo>
                  <a:cubicBezTo>
                    <a:pt x="24" y="1913"/>
                    <a:pt x="24" y="1913"/>
                    <a:pt x="24" y="1913"/>
                  </a:cubicBezTo>
                  <a:cubicBezTo>
                    <a:pt x="16" y="1873"/>
                    <a:pt x="16" y="1873"/>
                    <a:pt x="16" y="1873"/>
                  </a:cubicBezTo>
                  <a:cubicBezTo>
                    <a:pt x="0" y="1873"/>
                    <a:pt x="0" y="1873"/>
                    <a:pt x="0" y="1873"/>
                  </a:cubicBezTo>
                  <a:cubicBezTo>
                    <a:pt x="19" y="1941"/>
                    <a:pt x="19" y="1941"/>
                    <a:pt x="19" y="1941"/>
                  </a:cubicBezTo>
                  <a:cubicBezTo>
                    <a:pt x="16" y="2017"/>
                    <a:pt x="16" y="2017"/>
                    <a:pt x="16" y="2017"/>
                  </a:cubicBezTo>
                  <a:cubicBezTo>
                    <a:pt x="34" y="2010"/>
                    <a:pt x="53" y="1988"/>
                    <a:pt x="72" y="1988"/>
                  </a:cubicBezTo>
                  <a:cubicBezTo>
                    <a:pt x="98" y="1988"/>
                    <a:pt x="130" y="2012"/>
                    <a:pt x="156" y="2007"/>
                  </a:cubicBezTo>
                  <a:cubicBezTo>
                    <a:pt x="212" y="1995"/>
                    <a:pt x="237" y="1944"/>
                    <a:pt x="300" y="1959"/>
                  </a:cubicBezTo>
                  <a:cubicBezTo>
                    <a:pt x="346" y="1971"/>
                    <a:pt x="367" y="2040"/>
                    <a:pt x="424" y="2036"/>
                  </a:cubicBezTo>
                  <a:cubicBezTo>
                    <a:pt x="587" y="2028"/>
                    <a:pt x="752" y="2029"/>
                    <a:pt x="916" y="2029"/>
                  </a:cubicBezTo>
                  <a:cubicBezTo>
                    <a:pt x="996" y="2029"/>
                    <a:pt x="1086" y="2017"/>
                    <a:pt x="1164" y="2030"/>
                  </a:cubicBezTo>
                  <a:cubicBezTo>
                    <a:pt x="1200" y="2035"/>
                    <a:pt x="1215" y="2089"/>
                    <a:pt x="1252" y="2101"/>
                  </a:cubicBezTo>
                  <a:cubicBezTo>
                    <a:pt x="1272" y="2108"/>
                    <a:pt x="1292" y="2101"/>
                    <a:pt x="1312" y="2103"/>
                  </a:cubicBezTo>
                  <a:cubicBezTo>
                    <a:pt x="1376" y="2109"/>
                    <a:pt x="1442" y="2106"/>
                    <a:pt x="1504" y="2112"/>
                  </a:cubicBezTo>
                  <a:cubicBezTo>
                    <a:pt x="1533" y="2115"/>
                    <a:pt x="1555" y="2136"/>
                    <a:pt x="1588" y="2136"/>
                  </a:cubicBezTo>
                  <a:cubicBezTo>
                    <a:pt x="1605" y="2136"/>
                    <a:pt x="1620" y="2126"/>
                    <a:pt x="1636" y="2125"/>
                  </a:cubicBezTo>
                  <a:cubicBezTo>
                    <a:pt x="1659" y="2124"/>
                    <a:pt x="1678" y="2138"/>
                    <a:pt x="1700" y="2136"/>
                  </a:cubicBezTo>
                  <a:cubicBezTo>
                    <a:pt x="1818" y="2128"/>
                    <a:pt x="1939" y="2086"/>
                    <a:pt x="2056" y="2069"/>
                  </a:cubicBezTo>
                  <a:cubicBezTo>
                    <a:pt x="2044" y="2052"/>
                    <a:pt x="2017" y="2043"/>
                    <a:pt x="2000" y="2028"/>
                  </a:cubicBezTo>
                  <a:cubicBezTo>
                    <a:pt x="1959" y="1994"/>
                    <a:pt x="1925" y="1955"/>
                    <a:pt x="1887" y="1918"/>
                  </a:cubicBezTo>
                  <a:cubicBezTo>
                    <a:pt x="1870" y="1901"/>
                    <a:pt x="1843" y="1889"/>
                    <a:pt x="1830" y="1869"/>
                  </a:cubicBezTo>
                  <a:cubicBezTo>
                    <a:pt x="1793" y="1812"/>
                    <a:pt x="1804" y="1738"/>
                    <a:pt x="1804" y="1673"/>
                  </a:cubicBezTo>
                  <a:cubicBezTo>
                    <a:pt x="1804" y="1269"/>
                    <a:pt x="1804" y="1269"/>
                    <a:pt x="1804" y="1269"/>
                  </a:cubicBezTo>
                  <a:cubicBezTo>
                    <a:pt x="2056" y="1269"/>
                    <a:pt x="2056" y="1269"/>
                    <a:pt x="2056" y="1269"/>
                  </a:cubicBezTo>
                  <a:cubicBezTo>
                    <a:pt x="2076" y="1269"/>
                    <a:pt x="2130" y="1278"/>
                    <a:pt x="2146" y="1265"/>
                  </a:cubicBezTo>
                  <a:cubicBezTo>
                    <a:pt x="2156" y="1256"/>
                    <a:pt x="2134" y="1232"/>
                    <a:pt x="2132" y="1221"/>
                  </a:cubicBezTo>
                  <a:cubicBezTo>
                    <a:pt x="2129" y="1197"/>
                    <a:pt x="2145" y="1177"/>
                    <a:pt x="2160" y="1161"/>
                  </a:cubicBezTo>
                  <a:cubicBezTo>
                    <a:pt x="2160" y="1157"/>
                    <a:pt x="2160" y="1157"/>
                    <a:pt x="2160" y="1157"/>
                  </a:cubicBezTo>
                  <a:cubicBezTo>
                    <a:pt x="2156" y="1133"/>
                    <a:pt x="2156" y="1133"/>
                    <a:pt x="2156" y="1133"/>
                  </a:cubicBezTo>
                  <a:cubicBezTo>
                    <a:pt x="2118" y="1099"/>
                    <a:pt x="2157" y="1027"/>
                    <a:pt x="2157" y="985"/>
                  </a:cubicBezTo>
                  <a:cubicBezTo>
                    <a:pt x="2157" y="953"/>
                    <a:pt x="2144" y="926"/>
                    <a:pt x="2148" y="893"/>
                  </a:cubicBezTo>
                  <a:cubicBezTo>
                    <a:pt x="2112" y="916"/>
                    <a:pt x="2112" y="916"/>
                    <a:pt x="2112" y="916"/>
                  </a:cubicBezTo>
                  <a:cubicBezTo>
                    <a:pt x="2052" y="907"/>
                    <a:pt x="2052" y="907"/>
                    <a:pt x="2052" y="907"/>
                  </a:cubicBezTo>
                  <a:cubicBezTo>
                    <a:pt x="1992" y="928"/>
                    <a:pt x="1992" y="928"/>
                    <a:pt x="1992" y="928"/>
                  </a:cubicBezTo>
                  <a:cubicBezTo>
                    <a:pt x="1884" y="921"/>
                    <a:pt x="1884" y="921"/>
                    <a:pt x="1884" y="921"/>
                  </a:cubicBezTo>
                  <a:cubicBezTo>
                    <a:pt x="1848" y="953"/>
                    <a:pt x="1848" y="953"/>
                    <a:pt x="1848" y="953"/>
                  </a:cubicBezTo>
                  <a:cubicBezTo>
                    <a:pt x="1848" y="934"/>
                    <a:pt x="1833" y="922"/>
                    <a:pt x="1833" y="905"/>
                  </a:cubicBezTo>
                  <a:cubicBezTo>
                    <a:pt x="1832" y="888"/>
                    <a:pt x="1851" y="880"/>
                    <a:pt x="1855" y="865"/>
                  </a:cubicBezTo>
                  <a:cubicBezTo>
                    <a:pt x="1862" y="830"/>
                    <a:pt x="1845" y="770"/>
                    <a:pt x="1831" y="738"/>
                  </a:cubicBezTo>
                  <a:cubicBezTo>
                    <a:pt x="1818" y="706"/>
                    <a:pt x="1775" y="698"/>
                    <a:pt x="1769" y="657"/>
                  </a:cubicBezTo>
                  <a:cubicBezTo>
                    <a:pt x="1760" y="598"/>
                    <a:pt x="1788" y="542"/>
                    <a:pt x="1791" y="485"/>
                  </a:cubicBezTo>
                  <a:cubicBezTo>
                    <a:pt x="1794" y="449"/>
                    <a:pt x="1763" y="419"/>
                    <a:pt x="1760" y="385"/>
                  </a:cubicBezTo>
                  <a:cubicBezTo>
                    <a:pt x="1757" y="348"/>
                    <a:pt x="1776" y="316"/>
                    <a:pt x="1772" y="277"/>
                  </a:cubicBezTo>
                  <a:cubicBezTo>
                    <a:pt x="1715" y="249"/>
                    <a:pt x="1611" y="269"/>
                    <a:pt x="1548" y="269"/>
                  </a:cubicBezTo>
                  <a:cubicBezTo>
                    <a:pt x="1548" y="254"/>
                    <a:pt x="1566" y="222"/>
                    <a:pt x="1560" y="211"/>
                  </a:cubicBezTo>
                  <a:cubicBezTo>
                    <a:pt x="1549" y="194"/>
                    <a:pt x="1506" y="204"/>
                    <a:pt x="1500" y="221"/>
                  </a:cubicBezTo>
                  <a:cubicBezTo>
                    <a:pt x="1404" y="221"/>
                    <a:pt x="1404" y="221"/>
                    <a:pt x="1404" y="221"/>
                  </a:cubicBezTo>
                  <a:cubicBezTo>
                    <a:pt x="1366" y="230"/>
                    <a:pt x="1366" y="230"/>
                    <a:pt x="1366" y="230"/>
                  </a:cubicBezTo>
                  <a:cubicBezTo>
                    <a:pt x="1362" y="306"/>
                    <a:pt x="1362" y="306"/>
                    <a:pt x="1362" y="306"/>
                  </a:cubicBezTo>
                  <a:cubicBezTo>
                    <a:pt x="1341" y="327"/>
                    <a:pt x="1341" y="327"/>
                    <a:pt x="1341" y="327"/>
                  </a:cubicBezTo>
                  <a:cubicBezTo>
                    <a:pt x="1336" y="393"/>
                    <a:pt x="1336" y="393"/>
                    <a:pt x="1336" y="393"/>
                  </a:cubicBezTo>
                  <a:cubicBezTo>
                    <a:pt x="1297" y="393"/>
                    <a:pt x="1262" y="384"/>
                    <a:pt x="1224" y="381"/>
                  </a:cubicBezTo>
                  <a:cubicBezTo>
                    <a:pt x="1208" y="380"/>
                    <a:pt x="1188" y="372"/>
                    <a:pt x="1182" y="388"/>
                  </a:cubicBezTo>
                  <a:cubicBezTo>
                    <a:pt x="1128" y="385"/>
                    <a:pt x="1128" y="385"/>
                    <a:pt x="1128" y="385"/>
                  </a:cubicBezTo>
                  <a:cubicBezTo>
                    <a:pt x="1107" y="410"/>
                    <a:pt x="1107" y="410"/>
                    <a:pt x="1107" y="410"/>
                  </a:cubicBezTo>
                  <a:cubicBezTo>
                    <a:pt x="1080" y="400"/>
                    <a:pt x="1057" y="416"/>
                    <a:pt x="1033" y="406"/>
                  </a:cubicBezTo>
                  <a:cubicBezTo>
                    <a:pt x="1019" y="401"/>
                    <a:pt x="1009" y="372"/>
                    <a:pt x="1000" y="360"/>
                  </a:cubicBezTo>
                  <a:cubicBezTo>
                    <a:pt x="977" y="330"/>
                    <a:pt x="910" y="265"/>
                    <a:pt x="932" y="229"/>
                  </a:cubicBezTo>
                  <a:cubicBezTo>
                    <a:pt x="915" y="196"/>
                    <a:pt x="893" y="171"/>
                    <a:pt x="885" y="133"/>
                  </a:cubicBezTo>
                  <a:cubicBezTo>
                    <a:pt x="878" y="102"/>
                    <a:pt x="887" y="55"/>
                    <a:pt x="859" y="32"/>
                  </a:cubicBezTo>
                  <a:cubicBezTo>
                    <a:pt x="818" y="0"/>
                    <a:pt x="713" y="25"/>
                    <a:pt x="664" y="25"/>
                  </a:cubicBezTo>
                  <a:cubicBezTo>
                    <a:pt x="607" y="25"/>
                    <a:pt x="547" y="33"/>
                    <a:pt x="491" y="30"/>
                  </a:cubicBezTo>
                  <a:cubicBezTo>
                    <a:pt x="412" y="25"/>
                    <a:pt x="314" y="7"/>
                    <a:pt x="235" y="23"/>
                  </a:cubicBezTo>
                  <a:cubicBezTo>
                    <a:pt x="203" y="26"/>
                    <a:pt x="174" y="37"/>
                    <a:pt x="156" y="49"/>
                  </a:cubicBezTo>
                  <a:cubicBezTo>
                    <a:pt x="130" y="13"/>
                    <a:pt x="133" y="18"/>
                    <a:pt x="108" y="24"/>
                  </a:cubicBezTo>
                  <a:close/>
                </a:path>
              </a:pathLst>
            </a:custGeom>
            <a:solidFill>
              <a:schemeClr val="accent1"/>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Freeform 34"/>
            <p:cNvSpPr>
              <a:spLocks/>
            </p:cNvSpPr>
            <p:nvPr/>
          </p:nvSpPr>
          <p:spPr bwMode="auto">
            <a:xfrm>
              <a:off x="2305050" y="3617913"/>
              <a:ext cx="676275" cy="596900"/>
            </a:xfrm>
            <a:custGeom>
              <a:avLst/>
              <a:gdLst/>
              <a:ahLst/>
              <a:cxnLst>
                <a:cxn ang="0">
                  <a:pos x="506" y="1039"/>
                </a:cxn>
                <a:cxn ang="0">
                  <a:pos x="502" y="1171"/>
                </a:cxn>
                <a:cxn ang="0">
                  <a:pos x="549" y="1370"/>
                </a:cxn>
                <a:cxn ang="0">
                  <a:pos x="560" y="1531"/>
                </a:cxn>
                <a:cxn ang="0">
                  <a:pos x="584" y="1626"/>
                </a:cxn>
                <a:cxn ang="0">
                  <a:pos x="634" y="1767"/>
                </a:cxn>
                <a:cxn ang="0">
                  <a:pos x="719" y="1927"/>
                </a:cxn>
                <a:cxn ang="0">
                  <a:pos x="838" y="2026"/>
                </a:cxn>
                <a:cxn ang="0">
                  <a:pos x="898" y="2001"/>
                </a:cxn>
                <a:cxn ang="0">
                  <a:pos x="999" y="1976"/>
                </a:cxn>
                <a:cxn ang="0">
                  <a:pos x="1090" y="2058"/>
                </a:cxn>
                <a:cxn ang="0">
                  <a:pos x="1254" y="2067"/>
                </a:cxn>
                <a:cxn ang="0">
                  <a:pos x="1330" y="2051"/>
                </a:cxn>
                <a:cxn ang="0">
                  <a:pos x="1460" y="1992"/>
                </a:cxn>
                <a:cxn ang="0">
                  <a:pos x="1466" y="1767"/>
                </a:cxn>
                <a:cxn ang="0">
                  <a:pos x="1586" y="883"/>
                </a:cxn>
                <a:cxn ang="0">
                  <a:pos x="1638" y="835"/>
                </a:cxn>
                <a:cxn ang="0">
                  <a:pos x="1638" y="243"/>
                </a:cxn>
                <a:cxn ang="0">
                  <a:pos x="2068" y="243"/>
                </a:cxn>
                <a:cxn ang="0">
                  <a:pos x="2118" y="252"/>
                </a:cxn>
                <a:cxn ang="0">
                  <a:pos x="2249" y="197"/>
                </a:cxn>
                <a:cxn ang="0">
                  <a:pos x="2370" y="147"/>
                </a:cxn>
                <a:cxn ang="0">
                  <a:pos x="2326" y="107"/>
                </a:cxn>
                <a:cxn ang="0">
                  <a:pos x="2322" y="119"/>
                </a:cxn>
                <a:cxn ang="0">
                  <a:pos x="2182" y="96"/>
                </a:cxn>
                <a:cxn ang="0">
                  <a:pos x="1514" y="156"/>
                </a:cxn>
                <a:cxn ang="0">
                  <a:pos x="1266" y="145"/>
                </a:cxn>
                <a:cxn ang="0">
                  <a:pos x="986" y="75"/>
                </a:cxn>
                <a:cxn ang="0">
                  <a:pos x="422" y="76"/>
                </a:cxn>
                <a:cxn ang="0">
                  <a:pos x="170" y="47"/>
                </a:cxn>
                <a:cxn ang="0">
                  <a:pos x="58" y="235"/>
                </a:cxn>
                <a:cxn ang="0">
                  <a:pos x="136" y="331"/>
                </a:cxn>
                <a:cxn ang="0">
                  <a:pos x="276" y="579"/>
                </a:cxn>
                <a:cxn ang="0">
                  <a:pos x="406" y="847"/>
                </a:cxn>
              </a:cxnLst>
              <a:rect l="0" t="0" r="r" b="b"/>
              <a:pathLst>
                <a:path w="2370" h="2091">
                  <a:moveTo>
                    <a:pt x="406" y="847"/>
                  </a:moveTo>
                  <a:cubicBezTo>
                    <a:pt x="468" y="890"/>
                    <a:pt x="515" y="961"/>
                    <a:pt x="506" y="1039"/>
                  </a:cubicBezTo>
                  <a:cubicBezTo>
                    <a:pt x="490" y="1031"/>
                    <a:pt x="490" y="1031"/>
                    <a:pt x="490" y="1031"/>
                  </a:cubicBezTo>
                  <a:cubicBezTo>
                    <a:pt x="502" y="1171"/>
                    <a:pt x="502" y="1171"/>
                    <a:pt x="502" y="1171"/>
                  </a:cubicBezTo>
                  <a:cubicBezTo>
                    <a:pt x="499" y="1259"/>
                    <a:pt x="499" y="1259"/>
                    <a:pt x="499" y="1259"/>
                  </a:cubicBezTo>
                  <a:cubicBezTo>
                    <a:pt x="549" y="1370"/>
                    <a:pt x="549" y="1370"/>
                    <a:pt x="549" y="1370"/>
                  </a:cubicBezTo>
                  <a:cubicBezTo>
                    <a:pt x="565" y="1491"/>
                    <a:pt x="565" y="1491"/>
                    <a:pt x="565" y="1491"/>
                  </a:cubicBezTo>
                  <a:cubicBezTo>
                    <a:pt x="560" y="1531"/>
                    <a:pt x="560" y="1531"/>
                    <a:pt x="560" y="1531"/>
                  </a:cubicBezTo>
                  <a:cubicBezTo>
                    <a:pt x="581" y="1579"/>
                    <a:pt x="581" y="1579"/>
                    <a:pt x="581" y="1579"/>
                  </a:cubicBezTo>
                  <a:cubicBezTo>
                    <a:pt x="584" y="1626"/>
                    <a:pt x="584" y="1626"/>
                    <a:pt x="584" y="1626"/>
                  </a:cubicBezTo>
                  <a:cubicBezTo>
                    <a:pt x="618" y="1679"/>
                    <a:pt x="618" y="1679"/>
                    <a:pt x="618" y="1679"/>
                  </a:cubicBezTo>
                  <a:cubicBezTo>
                    <a:pt x="580" y="1691"/>
                    <a:pt x="632" y="1744"/>
                    <a:pt x="634" y="1767"/>
                  </a:cubicBezTo>
                  <a:cubicBezTo>
                    <a:pt x="636" y="1802"/>
                    <a:pt x="651" y="1815"/>
                    <a:pt x="669" y="1843"/>
                  </a:cubicBezTo>
                  <a:cubicBezTo>
                    <a:pt x="687" y="1870"/>
                    <a:pt x="697" y="1902"/>
                    <a:pt x="719" y="1927"/>
                  </a:cubicBezTo>
                  <a:cubicBezTo>
                    <a:pt x="734" y="1945"/>
                    <a:pt x="756" y="1956"/>
                    <a:pt x="774" y="1972"/>
                  </a:cubicBezTo>
                  <a:cubicBezTo>
                    <a:pt x="792" y="1988"/>
                    <a:pt x="813" y="2020"/>
                    <a:pt x="838" y="2026"/>
                  </a:cubicBezTo>
                  <a:cubicBezTo>
                    <a:pt x="851" y="2029"/>
                    <a:pt x="860" y="2017"/>
                    <a:pt x="870" y="2012"/>
                  </a:cubicBezTo>
                  <a:cubicBezTo>
                    <a:pt x="879" y="2007"/>
                    <a:pt x="891" y="2009"/>
                    <a:pt x="898" y="2001"/>
                  </a:cubicBezTo>
                  <a:cubicBezTo>
                    <a:pt x="928" y="1969"/>
                    <a:pt x="907" y="1925"/>
                    <a:pt x="970" y="1939"/>
                  </a:cubicBezTo>
                  <a:cubicBezTo>
                    <a:pt x="963" y="1969"/>
                    <a:pt x="991" y="1955"/>
                    <a:pt x="999" y="1976"/>
                  </a:cubicBezTo>
                  <a:cubicBezTo>
                    <a:pt x="1011" y="2008"/>
                    <a:pt x="984" y="2053"/>
                    <a:pt x="1038" y="2039"/>
                  </a:cubicBezTo>
                  <a:cubicBezTo>
                    <a:pt x="1042" y="2057"/>
                    <a:pt x="1074" y="2054"/>
                    <a:pt x="1090" y="2058"/>
                  </a:cubicBezTo>
                  <a:cubicBezTo>
                    <a:pt x="1108" y="2063"/>
                    <a:pt x="1122" y="2077"/>
                    <a:pt x="1142" y="2078"/>
                  </a:cubicBezTo>
                  <a:cubicBezTo>
                    <a:pt x="1179" y="2079"/>
                    <a:pt x="1216" y="2064"/>
                    <a:pt x="1254" y="2067"/>
                  </a:cubicBezTo>
                  <a:cubicBezTo>
                    <a:pt x="1275" y="2068"/>
                    <a:pt x="1288" y="2091"/>
                    <a:pt x="1310" y="2089"/>
                  </a:cubicBezTo>
                  <a:cubicBezTo>
                    <a:pt x="1333" y="2086"/>
                    <a:pt x="1340" y="2070"/>
                    <a:pt x="1330" y="2051"/>
                  </a:cubicBezTo>
                  <a:cubicBezTo>
                    <a:pt x="1365" y="2049"/>
                    <a:pt x="1366" y="2032"/>
                    <a:pt x="1391" y="2015"/>
                  </a:cubicBezTo>
                  <a:cubicBezTo>
                    <a:pt x="1410" y="2002"/>
                    <a:pt x="1442" y="2010"/>
                    <a:pt x="1460" y="1992"/>
                  </a:cubicBezTo>
                  <a:cubicBezTo>
                    <a:pt x="1472" y="1979"/>
                    <a:pt x="1466" y="1947"/>
                    <a:pt x="1466" y="1931"/>
                  </a:cubicBezTo>
                  <a:cubicBezTo>
                    <a:pt x="1466" y="1767"/>
                    <a:pt x="1466" y="1767"/>
                    <a:pt x="1466" y="1767"/>
                  </a:cubicBezTo>
                  <a:cubicBezTo>
                    <a:pt x="1466" y="883"/>
                    <a:pt x="1466" y="883"/>
                    <a:pt x="1466" y="883"/>
                  </a:cubicBezTo>
                  <a:cubicBezTo>
                    <a:pt x="1586" y="883"/>
                    <a:pt x="1586" y="883"/>
                    <a:pt x="1586" y="883"/>
                  </a:cubicBezTo>
                  <a:cubicBezTo>
                    <a:pt x="1632" y="879"/>
                    <a:pt x="1632" y="879"/>
                    <a:pt x="1632" y="879"/>
                  </a:cubicBezTo>
                  <a:cubicBezTo>
                    <a:pt x="1638" y="835"/>
                    <a:pt x="1638" y="835"/>
                    <a:pt x="1638" y="835"/>
                  </a:cubicBezTo>
                  <a:cubicBezTo>
                    <a:pt x="1638" y="719"/>
                    <a:pt x="1638" y="719"/>
                    <a:pt x="1638" y="719"/>
                  </a:cubicBezTo>
                  <a:cubicBezTo>
                    <a:pt x="1638" y="243"/>
                    <a:pt x="1638" y="243"/>
                    <a:pt x="1638" y="243"/>
                  </a:cubicBezTo>
                  <a:cubicBezTo>
                    <a:pt x="2030" y="187"/>
                    <a:pt x="2030" y="187"/>
                    <a:pt x="2030" y="187"/>
                  </a:cubicBezTo>
                  <a:cubicBezTo>
                    <a:pt x="2068" y="243"/>
                    <a:pt x="2068" y="243"/>
                    <a:pt x="2068" y="243"/>
                  </a:cubicBezTo>
                  <a:cubicBezTo>
                    <a:pt x="2087" y="270"/>
                    <a:pt x="2087" y="270"/>
                    <a:pt x="2087" y="270"/>
                  </a:cubicBezTo>
                  <a:cubicBezTo>
                    <a:pt x="2118" y="252"/>
                    <a:pt x="2118" y="252"/>
                    <a:pt x="2118" y="252"/>
                  </a:cubicBezTo>
                  <a:cubicBezTo>
                    <a:pt x="2202" y="191"/>
                    <a:pt x="2202" y="191"/>
                    <a:pt x="2202" y="191"/>
                  </a:cubicBezTo>
                  <a:cubicBezTo>
                    <a:pt x="2249" y="197"/>
                    <a:pt x="2249" y="197"/>
                    <a:pt x="2249" y="197"/>
                  </a:cubicBezTo>
                  <a:cubicBezTo>
                    <a:pt x="2302" y="160"/>
                    <a:pt x="2302" y="160"/>
                    <a:pt x="2302" y="160"/>
                  </a:cubicBezTo>
                  <a:cubicBezTo>
                    <a:pt x="2370" y="147"/>
                    <a:pt x="2370" y="147"/>
                    <a:pt x="2370" y="147"/>
                  </a:cubicBezTo>
                  <a:cubicBezTo>
                    <a:pt x="2330" y="107"/>
                    <a:pt x="2330" y="107"/>
                    <a:pt x="2330" y="107"/>
                  </a:cubicBezTo>
                  <a:cubicBezTo>
                    <a:pt x="2326" y="107"/>
                    <a:pt x="2326" y="107"/>
                    <a:pt x="2326" y="107"/>
                  </a:cubicBezTo>
                  <a:cubicBezTo>
                    <a:pt x="2326" y="119"/>
                    <a:pt x="2326" y="119"/>
                    <a:pt x="2326" y="119"/>
                  </a:cubicBezTo>
                  <a:cubicBezTo>
                    <a:pt x="2322" y="119"/>
                    <a:pt x="2322" y="119"/>
                    <a:pt x="2322" y="119"/>
                  </a:cubicBezTo>
                  <a:cubicBezTo>
                    <a:pt x="2322" y="103"/>
                    <a:pt x="2322" y="103"/>
                    <a:pt x="2322" y="103"/>
                  </a:cubicBezTo>
                  <a:cubicBezTo>
                    <a:pt x="2275" y="101"/>
                    <a:pt x="2229" y="91"/>
                    <a:pt x="2182" y="96"/>
                  </a:cubicBezTo>
                  <a:cubicBezTo>
                    <a:pt x="1982" y="116"/>
                    <a:pt x="1790" y="184"/>
                    <a:pt x="1590" y="179"/>
                  </a:cubicBezTo>
                  <a:cubicBezTo>
                    <a:pt x="1562" y="178"/>
                    <a:pt x="1541" y="157"/>
                    <a:pt x="1514" y="156"/>
                  </a:cubicBezTo>
                  <a:cubicBezTo>
                    <a:pt x="1451" y="154"/>
                    <a:pt x="1390" y="153"/>
                    <a:pt x="1326" y="147"/>
                  </a:cubicBezTo>
                  <a:cubicBezTo>
                    <a:pt x="1306" y="145"/>
                    <a:pt x="1285" y="150"/>
                    <a:pt x="1266" y="145"/>
                  </a:cubicBezTo>
                  <a:cubicBezTo>
                    <a:pt x="1228" y="134"/>
                    <a:pt x="1217" y="81"/>
                    <a:pt x="1182" y="75"/>
                  </a:cubicBezTo>
                  <a:cubicBezTo>
                    <a:pt x="1119" y="66"/>
                    <a:pt x="1049" y="75"/>
                    <a:pt x="986" y="75"/>
                  </a:cubicBezTo>
                  <a:cubicBezTo>
                    <a:pt x="586" y="75"/>
                    <a:pt x="586" y="75"/>
                    <a:pt x="586" y="75"/>
                  </a:cubicBezTo>
                  <a:cubicBezTo>
                    <a:pt x="539" y="75"/>
                    <a:pt x="465" y="90"/>
                    <a:pt x="422" y="76"/>
                  </a:cubicBezTo>
                  <a:cubicBezTo>
                    <a:pt x="362" y="58"/>
                    <a:pt x="339" y="3"/>
                    <a:pt x="274" y="1"/>
                  </a:cubicBezTo>
                  <a:cubicBezTo>
                    <a:pt x="230" y="0"/>
                    <a:pt x="210" y="41"/>
                    <a:pt x="170" y="47"/>
                  </a:cubicBezTo>
                  <a:cubicBezTo>
                    <a:pt x="124" y="54"/>
                    <a:pt x="55" y="6"/>
                    <a:pt x="25" y="67"/>
                  </a:cubicBezTo>
                  <a:cubicBezTo>
                    <a:pt x="0" y="121"/>
                    <a:pt x="32" y="190"/>
                    <a:pt x="58" y="235"/>
                  </a:cubicBezTo>
                  <a:cubicBezTo>
                    <a:pt x="66" y="249"/>
                    <a:pt x="67" y="266"/>
                    <a:pt x="79" y="278"/>
                  </a:cubicBezTo>
                  <a:cubicBezTo>
                    <a:pt x="96" y="298"/>
                    <a:pt x="120" y="310"/>
                    <a:pt x="136" y="331"/>
                  </a:cubicBezTo>
                  <a:cubicBezTo>
                    <a:pt x="160" y="363"/>
                    <a:pt x="173" y="401"/>
                    <a:pt x="192" y="435"/>
                  </a:cubicBezTo>
                  <a:cubicBezTo>
                    <a:pt x="218" y="482"/>
                    <a:pt x="256" y="531"/>
                    <a:pt x="276" y="579"/>
                  </a:cubicBezTo>
                  <a:cubicBezTo>
                    <a:pt x="290" y="612"/>
                    <a:pt x="296" y="651"/>
                    <a:pt x="313" y="683"/>
                  </a:cubicBezTo>
                  <a:cubicBezTo>
                    <a:pt x="339" y="733"/>
                    <a:pt x="406" y="787"/>
                    <a:pt x="406" y="84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9" name="Freeform 35"/>
            <p:cNvSpPr>
              <a:spLocks/>
            </p:cNvSpPr>
            <p:nvPr/>
          </p:nvSpPr>
          <p:spPr bwMode="auto">
            <a:xfrm>
              <a:off x="2717800" y="3656013"/>
              <a:ext cx="469900" cy="458788"/>
            </a:xfrm>
            <a:custGeom>
              <a:avLst/>
              <a:gdLst/>
              <a:ahLst/>
              <a:cxnLst>
                <a:cxn ang="0">
                  <a:pos x="181" y="735"/>
                </a:cxn>
                <a:cxn ang="0">
                  <a:pos x="13" y="735"/>
                </a:cxn>
                <a:cxn ang="0">
                  <a:pos x="13" y="1079"/>
                </a:cxn>
                <a:cxn ang="0">
                  <a:pos x="15" y="1222"/>
                </a:cxn>
                <a:cxn ang="0">
                  <a:pos x="79" y="1271"/>
                </a:cxn>
                <a:cxn ang="0">
                  <a:pos x="152" y="1427"/>
                </a:cxn>
                <a:cxn ang="0">
                  <a:pos x="121" y="1570"/>
                </a:cxn>
                <a:cxn ang="0">
                  <a:pos x="173" y="1578"/>
                </a:cxn>
                <a:cxn ang="0">
                  <a:pos x="325" y="1551"/>
                </a:cxn>
                <a:cxn ang="0">
                  <a:pos x="422" y="1490"/>
                </a:cxn>
                <a:cxn ang="0">
                  <a:pos x="484" y="1439"/>
                </a:cxn>
                <a:cxn ang="0">
                  <a:pos x="509" y="1379"/>
                </a:cxn>
                <a:cxn ang="0">
                  <a:pos x="601" y="1309"/>
                </a:cxn>
                <a:cxn ang="0">
                  <a:pos x="690" y="1369"/>
                </a:cxn>
                <a:cxn ang="0">
                  <a:pos x="737" y="1375"/>
                </a:cxn>
                <a:cxn ang="0">
                  <a:pos x="833" y="1406"/>
                </a:cxn>
                <a:cxn ang="0">
                  <a:pos x="892" y="1395"/>
                </a:cxn>
                <a:cxn ang="0">
                  <a:pos x="953" y="1389"/>
                </a:cxn>
                <a:cxn ang="0">
                  <a:pos x="1052" y="1222"/>
                </a:cxn>
                <a:cxn ang="0">
                  <a:pos x="1129" y="1194"/>
                </a:cxn>
                <a:cxn ang="0">
                  <a:pos x="1159" y="1159"/>
                </a:cxn>
                <a:cxn ang="0">
                  <a:pos x="1202" y="1133"/>
                </a:cxn>
                <a:cxn ang="0">
                  <a:pos x="1231" y="1036"/>
                </a:cxn>
                <a:cxn ang="0">
                  <a:pos x="1285" y="989"/>
                </a:cxn>
                <a:cxn ang="0">
                  <a:pos x="1324" y="976"/>
                </a:cxn>
                <a:cxn ang="0">
                  <a:pos x="1390" y="921"/>
                </a:cxn>
                <a:cxn ang="0">
                  <a:pos x="1450" y="851"/>
                </a:cxn>
                <a:cxn ang="0">
                  <a:pos x="1545" y="827"/>
                </a:cxn>
                <a:cxn ang="0">
                  <a:pos x="1586" y="782"/>
                </a:cxn>
                <a:cxn ang="0">
                  <a:pos x="1641" y="775"/>
                </a:cxn>
                <a:cxn ang="0">
                  <a:pos x="1593" y="703"/>
                </a:cxn>
                <a:cxn ang="0">
                  <a:pos x="1509" y="674"/>
                </a:cxn>
                <a:cxn ang="0">
                  <a:pos x="1381" y="603"/>
                </a:cxn>
                <a:cxn ang="0">
                  <a:pos x="1353" y="556"/>
                </a:cxn>
                <a:cxn ang="0">
                  <a:pos x="1355" y="477"/>
                </a:cxn>
                <a:cxn ang="0">
                  <a:pos x="1294" y="466"/>
                </a:cxn>
                <a:cxn ang="0">
                  <a:pos x="1264" y="404"/>
                </a:cxn>
                <a:cxn ang="0">
                  <a:pos x="1201" y="384"/>
                </a:cxn>
                <a:cxn ang="0">
                  <a:pos x="1087" y="302"/>
                </a:cxn>
                <a:cxn ang="0">
                  <a:pos x="1055" y="207"/>
                </a:cxn>
                <a:cxn ang="0">
                  <a:pos x="1026" y="174"/>
                </a:cxn>
                <a:cxn ang="0">
                  <a:pos x="938" y="50"/>
                </a:cxn>
                <a:cxn ang="0">
                  <a:pos x="923" y="7"/>
                </a:cxn>
                <a:cxn ang="0">
                  <a:pos x="889" y="9"/>
                </a:cxn>
                <a:cxn ang="0">
                  <a:pos x="812" y="41"/>
                </a:cxn>
                <a:cxn ang="0">
                  <a:pos x="765" y="35"/>
                </a:cxn>
                <a:cxn ang="0">
                  <a:pos x="681" y="89"/>
                </a:cxn>
                <a:cxn ang="0">
                  <a:pos x="646" y="115"/>
                </a:cxn>
                <a:cxn ang="0">
                  <a:pos x="584" y="44"/>
                </a:cxn>
                <a:cxn ang="0">
                  <a:pos x="501" y="51"/>
                </a:cxn>
                <a:cxn ang="0">
                  <a:pos x="285" y="92"/>
                </a:cxn>
                <a:cxn ang="0">
                  <a:pos x="187" y="99"/>
                </a:cxn>
                <a:cxn ang="0">
                  <a:pos x="181" y="143"/>
                </a:cxn>
                <a:cxn ang="0">
                  <a:pos x="181" y="259"/>
                </a:cxn>
                <a:cxn ang="0">
                  <a:pos x="181" y="735"/>
                </a:cxn>
              </a:cxnLst>
              <a:rect l="0" t="0" r="r" b="b"/>
              <a:pathLst>
                <a:path w="1641" h="1607">
                  <a:moveTo>
                    <a:pt x="181" y="735"/>
                  </a:moveTo>
                  <a:cubicBezTo>
                    <a:pt x="13" y="735"/>
                    <a:pt x="13" y="735"/>
                    <a:pt x="13" y="735"/>
                  </a:cubicBezTo>
                  <a:cubicBezTo>
                    <a:pt x="13" y="1079"/>
                    <a:pt x="13" y="1079"/>
                    <a:pt x="13" y="1079"/>
                  </a:cubicBezTo>
                  <a:cubicBezTo>
                    <a:pt x="13" y="1119"/>
                    <a:pt x="0" y="1185"/>
                    <a:pt x="15" y="1222"/>
                  </a:cubicBezTo>
                  <a:cubicBezTo>
                    <a:pt x="25" y="1246"/>
                    <a:pt x="63" y="1251"/>
                    <a:pt x="79" y="1271"/>
                  </a:cubicBezTo>
                  <a:cubicBezTo>
                    <a:pt x="112" y="1313"/>
                    <a:pt x="138" y="1376"/>
                    <a:pt x="152" y="1427"/>
                  </a:cubicBezTo>
                  <a:cubicBezTo>
                    <a:pt x="167" y="1481"/>
                    <a:pt x="94" y="1510"/>
                    <a:pt x="121" y="1570"/>
                  </a:cubicBezTo>
                  <a:cubicBezTo>
                    <a:pt x="132" y="1595"/>
                    <a:pt x="154" y="1577"/>
                    <a:pt x="173" y="1578"/>
                  </a:cubicBezTo>
                  <a:cubicBezTo>
                    <a:pt x="207" y="1580"/>
                    <a:pt x="331" y="1607"/>
                    <a:pt x="325" y="1551"/>
                  </a:cubicBezTo>
                  <a:cubicBezTo>
                    <a:pt x="379" y="1551"/>
                    <a:pt x="385" y="1521"/>
                    <a:pt x="422" y="1490"/>
                  </a:cubicBezTo>
                  <a:cubicBezTo>
                    <a:pt x="443" y="1472"/>
                    <a:pt x="469" y="1464"/>
                    <a:pt x="484" y="1439"/>
                  </a:cubicBezTo>
                  <a:cubicBezTo>
                    <a:pt x="496" y="1419"/>
                    <a:pt x="491" y="1395"/>
                    <a:pt x="509" y="1379"/>
                  </a:cubicBezTo>
                  <a:cubicBezTo>
                    <a:pt x="507" y="1329"/>
                    <a:pt x="552" y="1295"/>
                    <a:pt x="601" y="1309"/>
                  </a:cubicBezTo>
                  <a:cubicBezTo>
                    <a:pt x="635" y="1318"/>
                    <a:pt x="659" y="1354"/>
                    <a:pt x="690" y="1369"/>
                  </a:cubicBezTo>
                  <a:cubicBezTo>
                    <a:pt x="705" y="1376"/>
                    <a:pt x="722" y="1369"/>
                    <a:pt x="737" y="1375"/>
                  </a:cubicBezTo>
                  <a:cubicBezTo>
                    <a:pt x="767" y="1387"/>
                    <a:pt x="799" y="1406"/>
                    <a:pt x="833" y="1406"/>
                  </a:cubicBezTo>
                  <a:cubicBezTo>
                    <a:pt x="854" y="1407"/>
                    <a:pt x="872" y="1397"/>
                    <a:pt x="892" y="1395"/>
                  </a:cubicBezTo>
                  <a:cubicBezTo>
                    <a:pt x="913" y="1392"/>
                    <a:pt x="933" y="1398"/>
                    <a:pt x="953" y="1389"/>
                  </a:cubicBezTo>
                  <a:cubicBezTo>
                    <a:pt x="1025" y="1357"/>
                    <a:pt x="1006" y="1272"/>
                    <a:pt x="1052" y="1222"/>
                  </a:cubicBezTo>
                  <a:cubicBezTo>
                    <a:pt x="1076" y="1197"/>
                    <a:pt x="1102" y="1207"/>
                    <a:pt x="1129" y="1194"/>
                  </a:cubicBezTo>
                  <a:cubicBezTo>
                    <a:pt x="1144" y="1187"/>
                    <a:pt x="1148" y="1170"/>
                    <a:pt x="1159" y="1159"/>
                  </a:cubicBezTo>
                  <a:cubicBezTo>
                    <a:pt x="1171" y="1148"/>
                    <a:pt x="1192" y="1146"/>
                    <a:pt x="1202" y="1133"/>
                  </a:cubicBezTo>
                  <a:cubicBezTo>
                    <a:pt x="1220" y="1108"/>
                    <a:pt x="1209" y="1063"/>
                    <a:pt x="1231" y="1036"/>
                  </a:cubicBezTo>
                  <a:cubicBezTo>
                    <a:pt x="1245" y="1019"/>
                    <a:pt x="1264" y="998"/>
                    <a:pt x="1285" y="989"/>
                  </a:cubicBezTo>
                  <a:cubicBezTo>
                    <a:pt x="1297" y="983"/>
                    <a:pt x="1313" y="985"/>
                    <a:pt x="1324" y="976"/>
                  </a:cubicBezTo>
                  <a:cubicBezTo>
                    <a:pt x="1344" y="960"/>
                    <a:pt x="1373" y="941"/>
                    <a:pt x="1390" y="921"/>
                  </a:cubicBezTo>
                  <a:cubicBezTo>
                    <a:pt x="1409" y="900"/>
                    <a:pt x="1427" y="867"/>
                    <a:pt x="1450" y="851"/>
                  </a:cubicBezTo>
                  <a:cubicBezTo>
                    <a:pt x="1475" y="833"/>
                    <a:pt x="1516" y="839"/>
                    <a:pt x="1545" y="827"/>
                  </a:cubicBezTo>
                  <a:cubicBezTo>
                    <a:pt x="1570" y="817"/>
                    <a:pt x="1567" y="796"/>
                    <a:pt x="1586" y="782"/>
                  </a:cubicBezTo>
                  <a:cubicBezTo>
                    <a:pt x="1601" y="771"/>
                    <a:pt x="1624" y="775"/>
                    <a:pt x="1641" y="775"/>
                  </a:cubicBezTo>
                  <a:cubicBezTo>
                    <a:pt x="1624" y="738"/>
                    <a:pt x="1584" y="752"/>
                    <a:pt x="1593" y="703"/>
                  </a:cubicBezTo>
                  <a:cubicBezTo>
                    <a:pt x="1568" y="692"/>
                    <a:pt x="1535" y="679"/>
                    <a:pt x="1509" y="674"/>
                  </a:cubicBezTo>
                  <a:cubicBezTo>
                    <a:pt x="1457" y="664"/>
                    <a:pt x="1393" y="670"/>
                    <a:pt x="1381" y="603"/>
                  </a:cubicBezTo>
                  <a:cubicBezTo>
                    <a:pt x="1365" y="590"/>
                    <a:pt x="1351" y="578"/>
                    <a:pt x="1353" y="556"/>
                  </a:cubicBezTo>
                  <a:cubicBezTo>
                    <a:pt x="1355" y="535"/>
                    <a:pt x="1373" y="496"/>
                    <a:pt x="1355" y="477"/>
                  </a:cubicBezTo>
                  <a:cubicBezTo>
                    <a:pt x="1339" y="462"/>
                    <a:pt x="1312" y="478"/>
                    <a:pt x="1294" y="466"/>
                  </a:cubicBezTo>
                  <a:cubicBezTo>
                    <a:pt x="1276" y="454"/>
                    <a:pt x="1285" y="419"/>
                    <a:pt x="1264" y="404"/>
                  </a:cubicBezTo>
                  <a:cubicBezTo>
                    <a:pt x="1245" y="390"/>
                    <a:pt x="1222" y="393"/>
                    <a:pt x="1201" y="384"/>
                  </a:cubicBezTo>
                  <a:cubicBezTo>
                    <a:pt x="1169" y="370"/>
                    <a:pt x="1110" y="328"/>
                    <a:pt x="1087" y="302"/>
                  </a:cubicBezTo>
                  <a:cubicBezTo>
                    <a:pt x="1061" y="274"/>
                    <a:pt x="1068" y="238"/>
                    <a:pt x="1055" y="207"/>
                  </a:cubicBezTo>
                  <a:cubicBezTo>
                    <a:pt x="1049" y="194"/>
                    <a:pt x="1034" y="186"/>
                    <a:pt x="1026" y="174"/>
                  </a:cubicBezTo>
                  <a:cubicBezTo>
                    <a:pt x="998" y="133"/>
                    <a:pt x="970" y="89"/>
                    <a:pt x="938" y="50"/>
                  </a:cubicBezTo>
                  <a:cubicBezTo>
                    <a:pt x="929" y="38"/>
                    <a:pt x="933" y="15"/>
                    <a:pt x="923" y="7"/>
                  </a:cubicBezTo>
                  <a:cubicBezTo>
                    <a:pt x="913" y="0"/>
                    <a:pt x="899" y="8"/>
                    <a:pt x="889" y="9"/>
                  </a:cubicBezTo>
                  <a:cubicBezTo>
                    <a:pt x="851" y="13"/>
                    <a:pt x="844" y="21"/>
                    <a:pt x="812" y="41"/>
                  </a:cubicBezTo>
                  <a:cubicBezTo>
                    <a:pt x="794" y="53"/>
                    <a:pt x="784" y="29"/>
                    <a:pt x="765" y="35"/>
                  </a:cubicBezTo>
                  <a:cubicBezTo>
                    <a:pt x="737" y="45"/>
                    <a:pt x="704" y="71"/>
                    <a:pt x="681" y="89"/>
                  </a:cubicBezTo>
                  <a:cubicBezTo>
                    <a:pt x="672" y="97"/>
                    <a:pt x="658" y="115"/>
                    <a:pt x="646" y="115"/>
                  </a:cubicBezTo>
                  <a:cubicBezTo>
                    <a:pt x="627" y="115"/>
                    <a:pt x="607" y="51"/>
                    <a:pt x="584" y="44"/>
                  </a:cubicBezTo>
                  <a:cubicBezTo>
                    <a:pt x="559" y="37"/>
                    <a:pt x="526" y="48"/>
                    <a:pt x="501" y="51"/>
                  </a:cubicBezTo>
                  <a:cubicBezTo>
                    <a:pt x="428" y="61"/>
                    <a:pt x="357" y="80"/>
                    <a:pt x="285" y="92"/>
                  </a:cubicBezTo>
                  <a:cubicBezTo>
                    <a:pt x="261" y="96"/>
                    <a:pt x="206" y="84"/>
                    <a:pt x="187" y="99"/>
                  </a:cubicBezTo>
                  <a:cubicBezTo>
                    <a:pt x="177" y="107"/>
                    <a:pt x="181" y="131"/>
                    <a:pt x="181" y="143"/>
                  </a:cubicBezTo>
                  <a:cubicBezTo>
                    <a:pt x="181" y="259"/>
                    <a:pt x="181" y="259"/>
                    <a:pt x="181" y="259"/>
                  </a:cubicBezTo>
                  <a:lnTo>
                    <a:pt x="181" y="735"/>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0" name="Freeform 36"/>
            <p:cNvSpPr>
              <a:spLocks noEditPoints="1"/>
            </p:cNvSpPr>
            <p:nvPr/>
          </p:nvSpPr>
          <p:spPr bwMode="auto">
            <a:xfrm>
              <a:off x="2544763" y="3873500"/>
              <a:ext cx="817563" cy="630238"/>
            </a:xfrm>
            <a:custGeom>
              <a:avLst/>
              <a:gdLst/>
              <a:ahLst/>
              <a:cxnLst>
                <a:cxn ang="0">
                  <a:pos x="2186" y="15"/>
                </a:cxn>
                <a:cxn ang="0">
                  <a:pos x="2046" y="87"/>
                </a:cxn>
                <a:cxn ang="0">
                  <a:pos x="1842" y="264"/>
                </a:cxn>
                <a:cxn ang="0">
                  <a:pos x="1806" y="336"/>
                </a:cxn>
                <a:cxn ang="0">
                  <a:pos x="1750" y="396"/>
                </a:cxn>
                <a:cxn ang="0">
                  <a:pos x="1634" y="448"/>
                </a:cxn>
                <a:cxn ang="0">
                  <a:pos x="1546" y="628"/>
                </a:cxn>
                <a:cxn ang="0">
                  <a:pos x="1430" y="640"/>
                </a:cxn>
                <a:cxn ang="0">
                  <a:pos x="1374" y="628"/>
                </a:cxn>
                <a:cxn ang="0">
                  <a:pos x="1306" y="608"/>
                </a:cxn>
                <a:cxn ang="0">
                  <a:pos x="1190" y="540"/>
                </a:cxn>
                <a:cxn ang="0">
                  <a:pos x="1102" y="628"/>
                </a:cxn>
                <a:cxn ang="0">
                  <a:pos x="973" y="775"/>
                </a:cxn>
                <a:cxn ang="0">
                  <a:pos x="906" y="815"/>
                </a:cxn>
                <a:cxn ang="0">
                  <a:pos x="739" y="813"/>
                </a:cxn>
                <a:cxn ang="0">
                  <a:pos x="774" y="700"/>
                </a:cxn>
                <a:cxn ang="0">
                  <a:pos x="734" y="588"/>
                </a:cxn>
                <a:cxn ang="0">
                  <a:pos x="618" y="500"/>
                </a:cxn>
                <a:cxn ang="0">
                  <a:pos x="618" y="1092"/>
                </a:cxn>
                <a:cxn ang="0">
                  <a:pos x="486" y="1176"/>
                </a:cxn>
                <a:cxn ang="0">
                  <a:pos x="294" y="1166"/>
                </a:cxn>
                <a:cxn ang="0">
                  <a:pos x="158" y="1052"/>
                </a:cxn>
                <a:cxn ang="0">
                  <a:pos x="138" y="1036"/>
                </a:cxn>
                <a:cxn ang="0">
                  <a:pos x="52" y="1090"/>
                </a:cxn>
                <a:cxn ang="0">
                  <a:pos x="65" y="1220"/>
                </a:cxn>
                <a:cxn ang="0">
                  <a:pos x="326" y="1784"/>
                </a:cxn>
                <a:cxn ang="0">
                  <a:pos x="245" y="1860"/>
                </a:cxn>
                <a:cxn ang="0">
                  <a:pos x="350" y="2012"/>
                </a:cxn>
                <a:cxn ang="0">
                  <a:pos x="362" y="2124"/>
                </a:cxn>
                <a:cxn ang="0">
                  <a:pos x="413" y="2125"/>
                </a:cxn>
                <a:cxn ang="0">
                  <a:pos x="614" y="2202"/>
                </a:cxn>
                <a:cxn ang="0">
                  <a:pos x="790" y="2128"/>
                </a:cxn>
                <a:cxn ang="0">
                  <a:pos x="882" y="2128"/>
                </a:cxn>
                <a:cxn ang="0">
                  <a:pos x="1014" y="2075"/>
                </a:cxn>
                <a:cxn ang="0">
                  <a:pos x="1246" y="2060"/>
                </a:cxn>
                <a:cxn ang="0">
                  <a:pos x="1614" y="2064"/>
                </a:cxn>
                <a:cxn ang="0">
                  <a:pos x="1738" y="2023"/>
                </a:cxn>
                <a:cxn ang="0">
                  <a:pos x="2122" y="1802"/>
                </a:cxn>
                <a:cxn ang="0">
                  <a:pos x="2381" y="1568"/>
                </a:cxn>
                <a:cxn ang="0">
                  <a:pos x="2554" y="1308"/>
                </a:cxn>
                <a:cxn ang="0">
                  <a:pos x="2771" y="1112"/>
                </a:cxn>
                <a:cxn ang="0">
                  <a:pos x="2854" y="808"/>
                </a:cxn>
                <a:cxn ang="0">
                  <a:pos x="2704" y="812"/>
                </a:cxn>
                <a:cxn ang="0">
                  <a:pos x="2514" y="808"/>
                </a:cxn>
                <a:cxn ang="0">
                  <a:pos x="2598" y="637"/>
                </a:cxn>
                <a:cxn ang="0">
                  <a:pos x="2695" y="632"/>
                </a:cxn>
                <a:cxn ang="0">
                  <a:pos x="2702" y="432"/>
                </a:cxn>
                <a:cxn ang="0">
                  <a:pos x="2627" y="226"/>
                </a:cxn>
                <a:cxn ang="0">
                  <a:pos x="2578" y="36"/>
                </a:cxn>
                <a:cxn ang="0">
                  <a:pos x="2402" y="34"/>
                </a:cxn>
                <a:cxn ang="0">
                  <a:pos x="2263" y="1"/>
                </a:cxn>
                <a:cxn ang="0">
                  <a:pos x="2158" y="1152"/>
                </a:cxn>
                <a:cxn ang="0">
                  <a:pos x="2194" y="1332"/>
                </a:cxn>
                <a:cxn ang="0">
                  <a:pos x="2206" y="1352"/>
                </a:cxn>
                <a:cxn ang="0">
                  <a:pos x="2068" y="1394"/>
                </a:cxn>
                <a:cxn ang="0">
                  <a:pos x="1933" y="1436"/>
                </a:cxn>
                <a:cxn ang="0">
                  <a:pos x="1902" y="1260"/>
                </a:cxn>
                <a:cxn ang="0">
                  <a:pos x="2034" y="1157"/>
                </a:cxn>
              </a:cxnLst>
              <a:rect l="0" t="0" r="r" b="b"/>
              <a:pathLst>
                <a:path w="2864" h="2205">
                  <a:moveTo>
                    <a:pt x="2263" y="1"/>
                  </a:moveTo>
                  <a:cubicBezTo>
                    <a:pt x="2235" y="2"/>
                    <a:pt x="2206" y="7"/>
                    <a:pt x="2186" y="15"/>
                  </a:cubicBezTo>
                  <a:cubicBezTo>
                    <a:pt x="2166" y="24"/>
                    <a:pt x="2169" y="45"/>
                    <a:pt x="2153" y="56"/>
                  </a:cubicBezTo>
                  <a:cubicBezTo>
                    <a:pt x="2120" y="80"/>
                    <a:pt x="2078" y="66"/>
                    <a:pt x="2046" y="87"/>
                  </a:cubicBezTo>
                  <a:cubicBezTo>
                    <a:pt x="2014" y="107"/>
                    <a:pt x="2000" y="151"/>
                    <a:pt x="1970" y="174"/>
                  </a:cubicBezTo>
                  <a:cubicBezTo>
                    <a:pt x="1931" y="204"/>
                    <a:pt x="1865" y="217"/>
                    <a:pt x="1842" y="264"/>
                  </a:cubicBezTo>
                  <a:cubicBezTo>
                    <a:pt x="1830" y="260"/>
                    <a:pt x="1830" y="260"/>
                    <a:pt x="1830" y="260"/>
                  </a:cubicBezTo>
                  <a:cubicBezTo>
                    <a:pt x="1819" y="281"/>
                    <a:pt x="1812" y="313"/>
                    <a:pt x="1806" y="336"/>
                  </a:cubicBezTo>
                  <a:cubicBezTo>
                    <a:pt x="1803" y="347"/>
                    <a:pt x="1809" y="359"/>
                    <a:pt x="1802" y="368"/>
                  </a:cubicBezTo>
                  <a:cubicBezTo>
                    <a:pt x="1791" y="382"/>
                    <a:pt x="1763" y="383"/>
                    <a:pt x="1750" y="396"/>
                  </a:cubicBezTo>
                  <a:cubicBezTo>
                    <a:pt x="1740" y="405"/>
                    <a:pt x="1740" y="425"/>
                    <a:pt x="1726" y="432"/>
                  </a:cubicBezTo>
                  <a:cubicBezTo>
                    <a:pt x="1701" y="444"/>
                    <a:pt x="1652" y="421"/>
                    <a:pt x="1634" y="448"/>
                  </a:cubicBezTo>
                  <a:cubicBezTo>
                    <a:pt x="1629" y="456"/>
                    <a:pt x="1636" y="475"/>
                    <a:pt x="1634" y="484"/>
                  </a:cubicBezTo>
                  <a:cubicBezTo>
                    <a:pt x="1621" y="535"/>
                    <a:pt x="1600" y="606"/>
                    <a:pt x="1546" y="628"/>
                  </a:cubicBezTo>
                  <a:cubicBezTo>
                    <a:pt x="1526" y="636"/>
                    <a:pt x="1505" y="614"/>
                    <a:pt x="1490" y="620"/>
                  </a:cubicBezTo>
                  <a:cubicBezTo>
                    <a:pt x="1469" y="629"/>
                    <a:pt x="1457" y="647"/>
                    <a:pt x="1430" y="640"/>
                  </a:cubicBezTo>
                  <a:cubicBezTo>
                    <a:pt x="1419" y="637"/>
                    <a:pt x="1409" y="627"/>
                    <a:pt x="1398" y="624"/>
                  </a:cubicBezTo>
                  <a:cubicBezTo>
                    <a:pt x="1388" y="622"/>
                    <a:pt x="1382" y="631"/>
                    <a:pt x="1374" y="628"/>
                  </a:cubicBezTo>
                  <a:cubicBezTo>
                    <a:pt x="1362" y="623"/>
                    <a:pt x="1362" y="608"/>
                    <a:pt x="1350" y="604"/>
                  </a:cubicBezTo>
                  <a:cubicBezTo>
                    <a:pt x="1336" y="599"/>
                    <a:pt x="1320" y="615"/>
                    <a:pt x="1306" y="608"/>
                  </a:cubicBezTo>
                  <a:cubicBezTo>
                    <a:pt x="1290" y="600"/>
                    <a:pt x="1281" y="581"/>
                    <a:pt x="1266" y="572"/>
                  </a:cubicBezTo>
                  <a:cubicBezTo>
                    <a:pt x="1241" y="557"/>
                    <a:pt x="1218" y="547"/>
                    <a:pt x="1190" y="540"/>
                  </a:cubicBezTo>
                  <a:cubicBezTo>
                    <a:pt x="1141" y="528"/>
                    <a:pt x="1109" y="572"/>
                    <a:pt x="1106" y="608"/>
                  </a:cubicBezTo>
                  <a:cubicBezTo>
                    <a:pt x="1104" y="624"/>
                    <a:pt x="1086" y="615"/>
                    <a:pt x="1102" y="628"/>
                  </a:cubicBezTo>
                  <a:cubicBezTo>
                    <a:pt x="1054" y="708"/>
                    <a:pt x="1054" y="708"/>
                    <a:pt x="1054" y="708"/>
                  </a:cubicBezTo>
                  <a:cubicBezTo>
                    <a:pt x="1009" y="715"/>
                    <a:pt x="1003" y="750"/>
                    <a:pt x="973" y="775"/>
                  </a:cubicBezTo>
                  <a:cubicBezTo>
                    <a:pt x="959" y="787"/>
                    <a:pt x="935" y="785"/>
                    <a:pt x="918" y="792"/>
                  </a:cubicBezTo>
                  <a:cubicBezTo>
                    <a:pt x="918" y="803"/>
                    <a:pt x="918" y="812"/>
                    <a:pt x="906" y="815"/>
                  </a:cubicBezTo>
                  <a:cubicBezTo>
                    <a:pt x="866" y="826"/>
                    <a:pt x="817" y="811"/>
                    <a:pt x="778" y="809"/>
                  </a:cubicBezTo>
                  <a:cubicBezTo>
                    <a:pt x="765" y="808"/>
                    <a:pt x="751" y="820"/>
                    <a:pt x="739" y="813"/>
                  </a:cubicBezTo>
                  <a:cubicBezTo>
                    <a:pt x="720" y="801"/>
                    <a:pt x="724" y="767"/>
                    <a:pt x="734" y="752"/>
                  </a:cubicBezTo>
                  <a:cubicBezTo>
                    <a:pt x="746" y="734"/>
                    <a:pt x="761" y="717"/>
                    <a:pt x="774" y="700"/>
                  </a:cubicBezTo>
                  <a:cubicBezTo>
                    <a:pt x="774" y="696"/>
                    <a:pt x="774" y="696"/>
                    <a:pt x="774" y="696"/>
                  </a:cubicBezTo>
                  <a:cubicBezTo>
                    <a:pt x="734" y="588"/>
                    <a:pt x="734" y="588"/>
                    <a:pt x="734" y="588"/>
                  </a:cubicBezTo>
                  <a:cubicBezTo>
                    <a:pt x="737" y="530"/>
                    <a:pt x="663" y="497"/>
                    <a:pt x="634" y="460"/>
                  </a:cubicBezTo>
                  <a:cubicBezTo>
                    <a:pt x="615" y="466"/>
                    <a:pt x="618" y="483"/>
                    <a:pt x="618" y="500"/>
                  </a:cubicBezTo>
                  <a:cubicBezTo>
                    <a:pt x="618" y="612"/>
                    <a:pt x="618" y="612"/>
                    <a:pt x="618" y="612"/>
                  </a:cubicBezTo>
                  <a:cubicBezTo>
                    <a:pt x="618" y="1092"/>
                    <a:pt x="618" y="1092"/>
                    <a:pt x="618" y="1092"/>
                  </a:cubicBezTo>
                  <a:cubicBezTo>
                    <a:pt x="563" y="1097"/>
                    <a:pt x="529" y="1129"/>
                    <a:pt x="482" y="1148"/>
                  </a:cubicBezTo>
                  <a:cubicBezTo>
                    <a:pt x="486" y="1176"/>
                    <a:pt x="486" y="1176"/>
                    <a:pt x="486" y="1176"/>
                  </a:cubicBezTo>
                  <a:cubicBezTo>
                    <a:pt x="461" y="1180"/>
                    <a:pt x="450" y="1166"/>
                    <a:pt x="426" y="1164"/>
                  </a:cubicBezTo>
                  <a:cubicBezTo>
                    <a:pt x="385" y="1161"/>
                    <a:pt x="332" y="1178"/>
                    <a:pt x="294" y="1166"/>
                  </a:cubicBezTo>
                  <a:cubicBezTo>
                    <a:pt x="260" y="1155"/>
                    <a:pt x="209" y="1126"/>
                    <a:pt x="174" y="1136"/>
                  </a:cubicBezTo>
                  <a:cubicBezTo>
                    <a:pt x="158" y="1052"/>
                    <a:pt x="158" y="1052"/>
                    <a:pt x="158" y="1052"/>
                  </a:cubicBezTo>
                  <a:cubicBezTo>
                    <a:pt x="142" y="1060"/>
                    <a:pt x="142" y="1060"/>
                    <a:pt x="142" y="1060"/>
                  </a:cubicBezTo>
                  <a:cubicBezTo>
                    <a:pt x="138" y="1036"/>
                    <a:pt x="138" y="1036"/>
                    <a:pt x="138" y="1036"/>
                  </a:cubicBezTo>
                  <a:cubicBezTo>
                    <a:pt x="131" y="1032"/>
                    <a:pt x="125" y="1027"/>
                    <a:pt x="118" y="1024"/>
                  </a:cubicBezTo>
                  <a:cubicBezTo>
                    <a:pt x="64" y="1002"/>
                    <a:pt x="73" y="1067"/>
                    <a:pt x="52" y="1090"/>
                  </a:cubicBezTo>
                  <a:cubicBezTo>
                    <a:pt x="39" y="1103"/>
                    <a:pt x="0" y="1108"/>
                    <a:pt x="7" y="1132"/>
                  </a:cubicBezTo>
                  <a:cubicBezTo>
                    <a:pt x="16" y="1168"/>
                    <a:pt x="50" y="1187"/>
                    <a:pt x="65" y="1220"/>
                  </a:cubicBezTo>
                  <a:cubicBezTo>
                    <a:pt x="111" y="1326"/>
                    <a:pt x="140" y="1434"/>
                    <a:pt x="204" y="1532"/>
                  </a:cubicBezTo>
                  <a:cubicBezTo>
                    <a:pt x="259" y="1616"/>
                    <a:pt x="326" y="1677"/>
                    <a:pt x="326" y="1784"/>
                  </a:cubicBezTo>
                  <a:cubicBezTo>
                    <a:pt x="326" y="1805"/>
                    <a:pt x="315" y="1831"/>
                    <a:pt x="294" y="1839"/>
                  </a:cubicBezTo>
                  <a:cubicBezTo>
                    <a:pt x="277" y="1846"/>
                    <a:pt x="248" y="1833"/>
                    <a:pt x="245" y="1860"/>
                  </a:cubicBezTo>
                  <a:cubicBezTo>
                    <a:pt x="240" y="1898"/>
                    <a:pt x="265" y="1885"/>
                    <a:pt x="280" y="1905"/>
                  </a:cubicBezTo>
                  <a:cubicBezTo>
                    <a:pt x="303" y="1937"/>
                    <a:pt x="313" y="1988"/>
                    <a:pt x="350" y="2012"/>
                  </a:cubicBezTo>
                  <a:cubicBezTo>
                    <a:pt x="350" y="2016"/>
                    <a:pt x="350" y="2016"/>
                    <a:pt x="350" y="2016"/>
                  </a:cubicBezTo>
                  <a:cubicBezTo>
                    <a:pt x="327" y="2038"/>
                    <a:pt x="305" y="2137"/>
                    <a:pt x="362" y="2124"/>
                  </a:cubicBezTo>
                  <a:cubicBezTo>
                    <a:pt x="357" y="2098"/>
                    <a:pt x="377" y="2048"/>
                    <a:pt x="408" y="2085"/>
                  </a:cubicBezTo>
                  <a:cubicBezTo>
                    <a:pt x="417" y="2097"/>
                    <a:pt x="402" y="2115"/>
                    <a:pt x="413" y="2125"/>
                  </a:cubicBezTo>
                  <a:cubicBezTo>
                    <a:pt x="432" y="2143"/>
                    <a:pt x="506" y="2114"/>
                    <a:pt x="498" y="2168"/>
                  </a:cubicBezTo>
                  <a:cubicBezTo>
                    <a:pt x="538" y="2175"/>
                    <a:pt x="570" y="2205"/>
                    <a:pt x="614" y="2202"/>
                  </a:cubicBezTo>
                  <a:cubicBezTo>
                    <a:pt x="634" y="2200"/>
                    <a:pt x="656" y="2177"/>
                    <a:pt x="674" y="2168"/>
                  </a:cubicBezTo>
                  <a:cubicBezTo>
                    <a:pt x="708" y="2149"/>
                    <a:pt x="752" y="2132"/>
                    <a:pt x="790" y="2128"/>
                  </a:cubicBezTo>
                  <a:cubicBezTo>
                    <a:pt x="806" y="2126"/>
                    <a:pt x="822" y="2136"/>
                    <a:pt x="838" y="2138"/>
                  </a:cubicBezTo>
                  <a:cubicBezTo>
                    <a:pt x="854" y="2140"/>
                    <a:pt x="866" y="2129"/>
                    <a:pt x="882" y="2128"/>
                  </a:cubicBezTo>
                  <a:cubicBezTo>
                    <a:pt x="902" y="2126"/>
                    <a:pt x="918" y="2134"/>
                    <a:pt x="938" y="2127"/>
                  </a:cubicBezTo>
                  <a:cubicBezTo>
                    <a:pt x="967" y="2116"/>
                    <a:pt x="981" y="2082"/>
                    <a:pt x="1014" y="2075"/>
                  </a:cubicBezTo>
                  <a:cubicBezTo>
                    <a:pt x="1077" y="2062"/>
                    <a:pt x="1127" y="2080"/>
                    <a:pt x="1190" y="2079"/>
                  </a:cubicBezTo>
                  <a:cubicBezTo>
                    <a:pt x="1211" y="2079"/>
                    <a:pt x="1224" y="2061"/>
                    <a:pt x="1246" y="2060"/>
                  </a:cubicBezTo>
                  <a:cubicBezTo>
                    <a:pt x="1314" y="2059"/>
                    <a:pt x="1393" y="2083"/>
                    <a:pt x="1458" y="2100"/>
                  </a:cubicBezTo>
                  <a:cubicBezTo>
                    <a:pt x="1497" y="2025"/>
                    <a:pt x="1555" y="2089"/>
                    <a:pt x="1614" y="2064"/>
                  </a:cubicBezTo>
                  <a:cubicBezTo>
                    <a:pt x="1594" y="2033"/>
                    <a:pt x="1612" y="2019"/>
                    <a:pt x="1646" y="2014"/>
                  </a:cubicBezTo>
                  <a:cubicBezTo>
                    <a:pt x="1677" y="2009"/>
                    <a:pt x="1706" y="2028"/>
                    <a:pt x="1738" y="2023"/>
                  </a:cubicBezTo>
                  <a:cubicBezTo>
                    <a:pt x="1837" y="2007"/>
                    <a:pt x="1949" y="1932"/>
                    <a:pt x="2025" y="1869"/>
                  </a:cubicBezTo>
                  <a:cubicBezTo>
                    <a:pt x="2055" y="1844"/>
                    <a:pt x="2093" y="1829"/>
                    <a:pt x="2122" y="1802"/>
                  </a:cubicBezTo>
                  <a:cubicBezTo>
                    <a:pt x="2168" y="1759"/>
                    <a:pt x="2207" y="1705"/>
                    <a:pt x="2256" y="1665"/>
                  </a:cubicBezTo>
                  <a:cubicBezTo>
                    <a:pt x="2297" y="1631"/>
                    <a:pt x="2346" y="1610"/>
                    <a:pt x="2381" y="1568"/>
                  </a:cubicBezTo>
                  <a:cubicBezTo>
                    <a:pt x="2438" y="1500"/>
                    <a:pt x="2488" y="1423"/>
                    <a:pt x="2539" y="1351"/>
                  </a:cubicBezTo>
                  <a:cubicBezTo>
                    <a:pt x="2548" y="1339"/>
                    <a:pt x="2546" y="1322"/>
                    <a:pt x="2554" y="1308"/>
                  </a:cubicBezTo>
                  <a:cubicBezTo>
                    <a:pt x="2568" y="1283"/>
                    <a:pt x="2592" y="1262"/>
                    <a:pt x="2611" y="1240"/>
                  </a:cubicBezTo>
                  <a:cubicBezTo>
                    <a:pt x="2658" y="1189"/>
                    <a:pt x="2731" y="1170"/>
                    <a:pt x="2771" y="1112"/>
                  </a:cubicBezTo>
                  <a:cubicBezTo>
                    <a:pt x="2808" y="1060"/>
                    <a:pt x="2801" y="997"/>
                    <a:pt x="2820" y="939"/>
                  </a:cubicBezTo>
                  <a:cubicBezTo>
                    <a:pt x="2834" y="894"/>
                    <a:pt x="2864" y="857"/>
                    <a:pt x="2854" y="808"/>
                  </a:cubicBezTo>
                  <a:cubicBezTo>
                    <a:pt x="2823" y="821"/>
                    <a:pt x="2783" y="818"/>
                    <a:pt x="2750" y="816"/>
                  </a:cubicBezTo>
                  <a:cubicBezTo>
                    <a:pt x="2736" y="815"/>
                    <a:pt x="2717" y="803"/>
                    <a:pt x="2704" y="812"/>
                  </a:cubicBezTo>
                  <a:cubicBezTo>
                    <a:pt x="2684" y="827"/>
                    <a:pt x="2688" y="875"/>
                    <a:pt x="2690" y="896"/>
                  </a:cubicBezTo>
                  <a:cubicBezTo>
                    <a:pt x="2623" y="896"/>
                    <a:pt x="2527" y="893"/>
                    <a:pt x="2514" y="808"/>
                  </a:cubicBezTo>
                  <a:cubicBezTo>
                    <a:pt x="2485" y="791"/>
                    <a:pt x="2495" y="733"/>
                    <a:pt x="2526" y="724"/>
                  </a:cubicBezTo>
                  <a:cubicBezTo>
                    <a:pt x="2539" y="696"/>
                    <a:pt x="2557" y="632"/>
                    <a:pt x="2598" y="637"/>
                  </a:cubicBezTo>
                  <a:cubicBezTo>
                    <a:pt x="2635" y="641"/>
                    <a:pt x="2657" y="680"/>
                    <a:pt x="2694" y="684"/>
                  </a:cubicBezTo>
                  <a:cubicBezTo>
                    <a:pt x="2697" y="666"/>
                    <a:pt x="2691" y="649"/>
                    <a:pt x="2695" y="632"/>
                  </a:cubicBezTo>
                  <a:cubicBezTo>
                    <a:pt x="2702" y="594"/>
                    <a:pt x="2727" y="528"/>
                    <a:pt x="2702" y="492"/>
                  </a:cubicBezTo>
                  <a:cubicBezTo>
                    <a:pt x="2711" y="479"/>
                    <a:pt x="2703" y="448"/>
                    <a:pt x="2702" y="432"/>
                  </a:cubicBezTo>
                  <a:cubicBezTo>
                    <a:pt x="2701" y="400"/>
                    <a:pt x="2697" y="345"/>
                    <a:pt x="2682" y="316"/>
                  </a:cubicBezTo>
                  <a:cubicBezTo>
                    <a:pt x="2666" y="287"/>
                    <a:pt x="2637" y="259"/>
                    <a:pt x="2627" y="226"/>
                  </a:cubicBezTo>
                  <a:cubicBezTo>
                    <a:pt x="2616" y="189"/>
                    <a:pt x="2627" y="128"/>
                    <a:pt x="2590" y="100"/>
                  </a:cubicBezTo>
                  <a:cubicBezTo>
                    <a:pt x="2578" y="36"/>
                    <a:pt x="2578" y="36"/>
                    <a:pt x="2578" y="36"/>
                  </a:cubicBezTo>
                  <a:cubicBezTo>
                    <a:pt x="2553" y="34"/>
                    <a:pt x="2526" y="24"/>
                    <a:pt x="2502" y="26"/>
                  </a:cubicBezTo>
                  <a:cubicBezTo>
                    <a:pt x="2470" y="27"/>
                    <a:pt x="2433" y="39"/>
                    <a:pt x="2402" y="34"/>
                  </a:cubicBezTo>
                  <a:cubicBezTo>
                    <a:pt x="2381" y="31"/>
                    <a:pt x="2362" y="15"/>
                    <a:pt x="2342" y="9"/>
                  </a:cubicBezTo>
                  <a:cubicBezTo>
                    <a:pt x="2321" y="3"/>
                    <a:pt x="2292" y="0"/>
                    <a:pt x="2263" y="1"/>
                  </a:cubicBezTo>
                  <a:close/>
                  <a:moveTo>
                    <a:pt x="2102" y="1128"/>
                  </a:moveTo>
                  <a:cubicBezTo>
                    <a:pt x="2126" y="1128"/>
                    <a:pt x="2136" y="1146"/>
                    <a:pt x="2158" y="1152"/>
                  </a:cubicBezTo>
                  <a:cubicBezTo>
                    <a:pt x="2172" y="1188"/>
                    <a:pt x="2210" y="1191"/>
                    <a:pt x="2235" y="1215"/>
                  </a:cubicBezTo>
                  <a:cubicBezTo>
                    <a:pt x="2275" y="1251"/>
                    <a:pt x="2217" y="1302"/>
                    <a:pt x="2194" y="1332"/>
                  </a:cubicBezTo>
                  <a:cubicBezTo>
                    <a:pt x="2194" y="1336"/>
                    <a:pt x="2194" y="1336"/>
                    <a:pt x="2194" y="1336"/>
                  </a:cubicBezTo>
                  <a:cubicBezTo>
                    <a:pt x="2206" y="1352"/>
                    <a:pt x="2206" y="1352"/>
                    <a:pt x="2206" y="1352"/>
                  </a:cubicBezTo>
                  <a:cubicBezTo>
                    <a:pt x="2178" y="1356"/>
                    <a:pt x="2160" y="1377"/>
                    <a:pt x="2134" y="1382"/>
                  </a:cubicBezTo>
                  <a:cubicBezTo>
                    <a:pt x="2112" y="1387"/>
                    <a:pt x="2086" y="1378"/>
                    <a:pt x="2068" y="1394"/>
                  </a:cubicBezTo>
                  <a:cubicBezTo>
                    <a:pt x="2048" y="1411"/>
                    <a:pt x="2036" y="1466"/>
                    <a:pt x="2013" y="1473"/>
                  </a:cubicBezTo>
                  <a:cubicBezTo>
                    <a:pt x="1982" y="1483"/>
                    <a:pt x="1951" y="1457"/>
                    <a:pt x="1933" y="1436"/>
                  </a:cubicBezTo>
                  <a:cubicBezTo>
                    <a:pt x="1896" y="1396"/>
                    <a:pt x="1864" y="1351"/>
                    <a:pt x="1842" y="1300"/>
                  </a:cubicBezTo>
                  <a:cubicBezTo>
                    <a:pt x="1869" y="1294"/>
                    <a:pt x="1890" y="1287"/>
                    <a:pt x="1902" y="1260"/>
                  </a:cubicBezTo>
                  <a:cubicBezTo>
                    <a:pt x="1914" y="1264"/>
                    <a:pt x="1914" y="1264"/>
                    <a:pt x="1914" y="1264"/>
                  </a:cubicBezTo>
                  <a:cubicBezTo>
                    <a:pt x="1923" y="1201"/>
                    <a:pt x="1986" y="1182"/>
                    <a:pt x="2034" y="1157"/>
                  </a:cubicBezTo>
                  <a:cubicBezTo>
                    <a:pt x="2055" y="1146"/>
                    <a:pt x="2078" y="1128"/>
                    <a:pt x="2102" y="112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1" name="Freeform 37"/>
            <p:cNvSpPr>
              <a:spLocks/>
            </p:cNvSpPr>
            <p:nvPr/>
          </p:nvSpPr>
          <p:spPr bwMode="auto">
            <a:xfrm>
              <a:off x="3741738" y="3486150"/>
              <a:ext cx="1588" cy="1588"/>
            </a:xfrm>
            <a:custGeom>
              <a:avLst/>
              <a:gdLst/>
              <a:ahLst/>
              <a:cxnLst>
                <a:cxn ang="0">
                  <a:pos x="0" y="0"/>
                </a:cxn>
                <a:cxn ang="0">
                  <a:pos x="0" y="1"/>
                </a:cxn>
                <a:cxn ang="0">
                  <a:pos x="0" y="0"/>
                </a:cxn>
              </a:cxnLst>
              <a:rect l="0" t="0" r="r" b="b"/>
              <a:pathLst>
                <a:path h="1">
                  <a:moveTo>
                    <a:pt x="0" y="0"/>
                  </a:moveTo>
                  <a:lnTo>
                    <a:pt x="0" y="1"/>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2" name="Freeform 38"/>
            <p:cNvSpPr>
              <a:spLocks/>
            </p:cNvSpPr>
            <p:nvPr/>
          </p:nvSpPr>
          <p:spPr bwMode="auto">
            <a:xfrm>
              <a:off x="3224213" y="3289300"/>
              <a:ext cx="533400" cy="822325"/>
            </a:xfrm>
            <a:custGeom>
              <a:avLst/>
              <a:gdLst/>
              <a:ahLst/>
              <a:cxnLst>
                <a:cxn ang="0">
                  <a:pos x="1320" y="184"/>
                </a:cxn>
                <a:cxn ang="0">
                  <a:pos x="1156" y="190"/>
                </a:cxn>
                <a:cxn ang="0">
                  <a:pos x="1040" y="212"/>
                </a:cxn>
                <a:cxn ang="0">
                  <a:pos x="928" y="191"/>
                </a:cxn>
                <a:cxn ang="0">
                  <a:pos x="760" y="224"/>
                </a:cxn>
                <a:cxn ang="0">
                  <a:pos x="746" y="392"/>
                </a:cxn>
                <a:cxn ang="0">
                  <a:pos x="828" y="546"/>
                </a:cxn>
                <a:cxn ang="0">
                  <a:pos x="978" y="732"/>
                </a:cxn>
                <a:cxn ang="0">
                  <a:pos x="962" y="967"/>
                </a:cxn>
                <a:cxn ang="0">
                  <a:pos x="852" y="1048"/>
                </a:cxn>
                <a:cxn ang="0">
                  <a:pos x="864" y="1128"/>
                </a:cxn>
                <a:cxn ang="0">
                  <a:pos x="732" y="988"/>
                </a:cxn>
                <a:cxn ang="0">
                  <a:pos x="716" y="928"/>
                </a:cxn>
                <a:cxn ang="0">
                  <a:pos x="760" y="760"/>
                </a:cxn>
                <a:cxn ang="0">
                  <a:pos x="732" y="676"/>
                </a:cxn>
                <a:cxn ang="0">
                  <a:pos x="544" y="644"/>
                </a:cxn>
                <a:cxn ang="0">
                  <a:pos x="128" y="739"/>
                </a:cxn>
                <a:cxn ang="0">
                  <a:pos x="35" y="908"/>
                </a:cxn>
                <a:cxn ang="0">
                  <a:pos x="176" y="966"/>
                </a:cxn>
                <a:cxn ang="0">
                  <a:pos x="268" y="1005"/>
                </a:cxn>
                <a:cxn ang="0">
                  <a:pos x="396" y="1050"/>
                </a:cxn>
                <a:cxn ang="0">
                  <a:pos x="481" y="1188"/>
                </a:cxn>
                <a:cxn ang="0">
                  <a:pos x="496" y="1368"/>
                </a:cxn>
                <a:cxn ang="0">
                  <a:pos x="429" y="1472"/>
                </a:cxn>
                <a:cxn ang="0">
                  <a:pos x="446" y="1544"/>
                </a:cxn>
                <a:cxn ang="0">
                  <a:pos x="487" y="1632"/>
                </a:cxn>
                <a:cxn ang="0">
                  <a:pos x="397" y="1757"/>
                </a:cxn>
                <a:cxn ang="0">
                  <a:pos x="388" y="1876"/>
                </a:cxn>
                <a:cxn ang="0">
                  <a:pos x="229" y="2200"/>
                </a:cxn>
                <a:cxn ang="0">
                  <a:pos x="311" y="2432"/>
                </a:cxn>
                <a:cxn ang="0">
                  <a:pos x="299" y="2664"/>
                </a:cxn>
                <a:cxn ang="0">
                  <a:pos x="320" y="2770"/>
                </a:cxn>
                <a:cxn ang="0">
                  <a:pos x="316" y="2846"/>
                </a:cxn>
                <a:cxn ang="0">
                  <a:pos x="488" y="2702"/>
                </a:cxn>
                <a:cxn ang="0">
                  <a:pos x="620" y="2539"/>
                </a:cxn>
                <a:cxn ang="0">
                  <a:pos x="900" y="2324"/>
                </a:cxn>
                <a:cxn ang="0">
                  <a:pos x="948" y="2156"/>
                </a:cxn>
                <a:cxn ang="0">
                  <a:pos x="916" y="2116"/>
                </a:cxn>
                <a:cxn ang="0">
                  <a:pos x="908" y="2080"/>
                </a:cxn>
                <a:cxn ang="0">
                  <a:pos x="900" y="2012"/>
                </a:cxn>
                <a:cxn ang="0">
                  <a:pos x="850" y="1868"/>
                </a:cxn>
                <a:cxn ang="0">
                  <a:pos x="840" y="1772"/>
                </a:cxn>
                <a:cxn ang="0">
                  <a:pos x="800" y="1644"/>
                </a:cxn>
                <a:cxn ang="0">
                  <a:pos x="960" y="1501"/>
                </a:cxn>
                <a:cxn ang="0">
                  <a:pos x="1028" y="1468"/>
                </a:cxn>
                <a:cxn ang="0">
                  <a:pos x="1220" y="1270"/>
                </a:cxn>
                <a:cxn ang="0">
                  <a:pos x="1546" y="1132"/>
                </a:cxn>
                <a:cxn ang="0">
                  <a:pos x="1688" y="1004"/>
                </a:cxn>
                <a:cxn ang="0">
                  <a:pos x="1704" y="1000"/>
                </a:cxn>
                <a:cxn ang="0">
                  <a:pos x="1801" y="875"/>
                </a:cxn>
                <a:cxn ang="0">
                  <a:pos x="1816" y="688"/>
                </a:cxn>
                <a:cxn ang="0">
                  <a:pos x="1800" y="648"/>
                </a:cxn>
                <a:cxn ang="0">
                  <a:pos x="1808" y="540"/>
                </a:cxn>
                <a:cxn ang="0">
                  <a:pos x="1808" y="508"/>
                </a:cxn>
                <a:cxn ang="0">
                  <a:pos x="1812" y="432"/>
                </a:cxn>
                <a:cxn ang="0">
                  <a:pos x="1780" y="440"/>
                </a:cxn>
                <a:cxn ang="0">
                  <a:pos x="1820" y="400"/>
                </a:cxn>
                <a:cxn ang="0">
                  <a:pos x="1779" y="212"/>
                </a:cxn>
                <a:cxn ang="0">
                  <a:pos x="1816" y="68"/>
                </a:cxn>
                <a:cxn ang="0">
                  <a:pos x="1780" y="0"/>
                </a:cxn>
                <a:cxn ang="0">
                  <a:pos x="1572" y="113"/>
                </a:cxn>
                <a:cxn ang="0">
                  <a:pos x="1432" y="153"/>
                </a:cxn>
                <a:cxn ang="0">
                  <a:pos x="1324" y="144"/>
                </a:cxn>
              </a:cxnLst>
              <a:rect l="0" t="0" r="r" b="b"/>
              <a:pathLst>
                <a:path w="1868" h="2879">
                  <a:moveTo>
                    <a:pt x="1324" y="144"/>
                  </a:moveTo>
                  <a:cubicBezTo>
                    <a:pt x="1320" y="184"/>
                    <a:pt x="1320" y="184"/>
                    <a:pt x="1320" y="184"/>
                  </a:cubicBezTo>
                  <a:cubicBezTo>
                    <a:pt x="1244" y="212"/>
                    <a:pt x="1244" y="212"/>
                    <a:pt x="1244" y="212"/>
                  </a:cubicBezTo>
                  <a:cubicBezTo>
                    <a:pt x="1156" y="190"/>
                    <a:pt x="1156" y="190"/>
                    <a:pt x="1156" y="190"/>
                  </a:cubicBezTo>
                  <a:cubicBezTo>
                    <a:pt x="1116" y="213"/>
                    <a:pt x="1116" y="213"/>
                    <a:pt x="1116" y="213"/>
                  </a:cubicBezTo>
                  <a:cubicBezTo>
                    <a:pt x="1040" y="212"/>
                    <a:pt x="1040" y="212"/>
                    <a:pt x="1040" y="212"/>
                  </a:cubicBezTo>
                  <a:cubicBezTo>
                    <a:pt x="1046" y="183"/>
                    <a:pt x="1002" y="160"/>
                    <a:pt x="976" y="165"/>
                  </a:cubicBezTo>
                  <a:cubicBezTo>
                    <a:pt x="956" y="169"/>
                    <a:pt x="947" y="188"/>
                    <a:pt x="928" y="191"/>
                  </a:cubicBezTo>
                  <a:cubicBezTo>
                    <a:pt x="882" y="199"/>
                    <a:pt x="816" y="169"/>
                    <a:pt x="773" y="190"/>
                  </a:cubicBezTo>
                  <a:cubicBezTo>
                    <a:pt x="761" y="196"/>
                    <a:pt x="764" y="213"/>
                    <a:pt x="760" y="224"/>
                  </a:cubicBezTo>
                  <a:cubicBezTo>
                    <a:pt x="750" y="248"/>
                    <a:pt x="728" y="266"/>
                    <a:pt x="722" y="292"/>
                  </a:cubicBezTo>
                  <a:cubicBezTo>
                    <a:pt x="714" y="324"/>
                    <a:pt x="739" y="362"/>
                    <a:pt x="746" y="392"/>
                  </a:cubicBezTo>
                  <a:cubicBezTo>
                    <a:pt x="755" y="428"/>
                    <a:pt x="740" y="479"/>
                    <a:pt x="759" y="512"/>
                  </a:cubicBezTo>
                  <a:cubicBezTo>
                    <a:pt x="774" y="536"/>
                    <a:pt x="807" y="526"/>
                    <a:pt x="828" y="546"/>
                  </a:cubicBezTo>
                  <a:cubicBezTo>
                    <a:pt x="865" y="583"/>
                    <a:pt x="893" y="626"/>
                    <a:pt x="925" y="667"/>
                  </a:cubicBezTo>
                  <a:cubicBezTo>
                    <a:pt x="942" y="687"/>
                    <a:pt x="970" y="706"/>
                    <a:pt x="978" y="732"/>
                  </a:cubicBezTo>
                  <a:cubicBezTo>
                    <a:pt x="987" y="765"/>
                    <a:pt x="971" y="789"/>
                    <a:pt x="972" y="820"/>
                  </a:cubicBezTo>
                  <a:cubicBezTo>
                    <a:pt x="973" y="862"/>
                    <a:pt x="994" y="931"/>
                    <a:pt x="962" y="967"/>
                  </a:cubicBezTo>
                  <a:cubicBezTo>
                    <a:pt x="941" y="991"/>
                    <a:pt x="915" y="969"/>
                    <a:pt x="892" y="985"/>
                  </a:cubicBezTo>
                  <a:cubicBezTo>
                    <a:pt x="869" y="1002"/>
                    <a:pt x="879" y="1034"/>
                    <a:pt x="852" y="1048"/>
                  </a:cubicBezTo>
                  <a:cubicBezTo>
                    <a:pt x="854" y="1077"/>
                    <a:pt x="919" y="1151"/>
                    <a:pt x="848" y="1152"/>
                  </a:cubicBezTo>
                  <a:cubicBezTo>
                    <a:pt x="864" y="1128"/>
                    <a:pt x="864" y="1128"/>
                    <a:pt x="864" y="1128"/>
                  </a:cubicBezTo>
                  <a:cubicBezTo>
                    <a:pt x="864" y="1100"/>
                    <a:pt x="864" y="1100"/>
                    <a:pt x="864" y="1100"/>
                  </a:cubicBezTo>
                  <a:cubicBezTo>
                    <a:pt x="811" y="1085"/>
                    <a:pt x="770" y="1026"/>
                    <a:pt x="732" y="988"/>
                  </a:cubicBezTo>
                  <a:cubicBezTo>
                    <a:pt x="732" y="984"/>
                    <a:pt x="732" y="984"/>
                    <a:pt x="732" y="984"/>
                  </a:cubicBezTo>
                  <a:cubicBezTo>
                    <a:pt x="747" y="961"/>
                    <a:pt x="709" y="951"/>
                    <a:pt x="716" y="928"/>
                  </a:cubicBezTo>
                  <a:cubicBezTo>
                    <a:pt x="727" y="896"/>
                    <a:pt x="758" y="866"/>
                    <a:pt x="765" y="832"/>
                  </a:cubicBezTo>
                  <a:cubicBezTo>
                    <a:pt x="769" y="811"/>
                    <a:pt x="762" y="782"/>
                    <a:pt x="760" y="760"/>
                  </a:cubicBezTo>
                  <a:cubicBezTo>
                    <a:pt x="758" y="734"/>
                    <a:pt x="761" y="710"/>
                    <a:pt x="736" y="696"/>
                  </a:cubicBezTo>
                  <a:cubicBezTo>
                    <a:pt x="732" y="676"/>
                    <a:pt x="732" y="676"/>
                    <a:pt x="732" y="676"/>
                  </a:cubicBezTo>
                  <a:cubicBezTo>
                    <a:pt x="600" y="699"/>
                    <a:pt x="600" y="699"/>
                    <a:pt x="600" y="699"/>
                  </a:cubicBezTo>
                  <a:cubicBezTo>
                    <a:pt x="544" y="644"/>
                    <a:pt x="544" y="644"/>
                    <a:pt x="544" y="644"/>
                  </a:cubicBezTo>
                  <a:cubicBezTo>
                    <a:pt x="540" y="586"/>
                    <a:pt x="447" y="637"/>
                    <a:pt x="416" y="649"/>
                  </a:cubicBezTo>
                  <a:cubicBezTo>
                    <a:pt x="323" y="686"/>
                    <a:pt x="223" y="712"/>
                    <a:pt x="128" y="739"/>
                  </a:cubicBezTo>
                  <a:cubicBezTo>
                    <a:pt x="86" y="750"/>
                    <a:pt x="42" y="776"/>
                    <a:pt x="0" y="780"/>
                  </a:cubicBezTo>
                  <a:cubicBezTo>
                    <a:pt x="35" y="908"/>
                    <a:pt x="35" y="908"/>
                    <a:pt x="35" y="908"/>
                  </a:cubicBezTo>
                  <a:cubicBezTo>
                    <a:pt x="42" y="960"/>
                    <a:pt x="42" y="960"/>
                    <a:pt x="42" y="960"/>
                  </a:cubicBezTo>
                  <a:cubicBezTo>
                    <a:pt x="176" y="966"/>
                    <a:pt x="176" y="966"/>
                    <a:pt x="176" y="966"/>
                  </a:cubicBezTo>
                  <a:cubicBezTo>
                    <a:pt x="212" y="990"/>
                    <a:pt x="212" y="990"/>
                    <a:pt x="212" y="990"/>
                  </a:cubicBezTo>
                  <a:cubicBezTo>
                    <a:pt x="268" y="1005"/>
                    <a:pt x="268" y="1005"/>
                    <a:pt x="268" y="1005"/>
                  </a:cubicBezTo>
                  <a:cubicBezTo>
                    <a:pt x="304" y="1037"/>
                    <a:pt x="304" y="1037"/>
                    <a:pt x="304" y="1037"/>
                  </a:cubicBezTo>
                  <a:cubicBezTo>
                    <a:pt x="396" y="1050"/>
                    <a:pt x="396" y="1050"/>
                    <a:pt x="396" y="1050"/>
                  </a:cubicBezTo>
                  <a:cubicBezTo>
                    <a:pt x="476" y="1092"/>
                    <a:pt x="476" y="1092"/>
                    <a:pt x="476" y="1092"/>
                  </a:cubicBezTo>
                  <a:cubicBezTo>
                    <a:pt x="453" y="1129"/>
                    <a:pt x="478" y="1149"/>
                    <a:pt x="481" y="1188"/>
                  </a:cubicBezTo>
                  <a:cubicBezTo>
                    <a:pt x="487" y="1241"/>
                    <a:pt x="465" y="1289"/>
                    <a:pt x="484" y="1340"/>
                  </a:cubicBezTo>
                  <a:cubicBezTo>
                    <a:pt x="472" y="1351"/>
                    <a:pt x="485" y="1361"/>
                    <a:pt x="496" y="1368"/>
                  </a:cubicBezTo>
                  <a:cubicBezTo>
                    <a:pt x="470" y="1399"/>
                    <a:pt x="472" y="1401"/>
                    <a:pt x="468" y="1440"/>
                  </a:cubicBezTo>
                  <a:cubicBezTo>
                    <a:pt x="447" y="1437"/>
                    <a:pt x="423" y="1446"/>
                    <a:pt x="429" y="1472"/>
                  </a:cubicBezTo>
                  <a:cubicBezTo>
                    <a:pt x="433" y="1489"/>
                    <a:pt x="456" y="1487"/>
                    <a:pt x="459" y="1504"/>
                  </a:cubicBezTo>
                  <a:cubicBezTo>
                    <a:pt x="463" y="1519"/>
                    <a:pt x="449" y="1530"/>
                    <a:pt x="446" y="1544"/>
                  </a:cubicBezTo>
                  <a:cubicBezTo>
                    <a:pt x="443" y="1556"/>
                    <a:pt x="452" y="1569"/>
                    <a:pt x="456" y="1580"/>
                  </a:cubicBezTo>
                  <a:cubicBezTo>
                    <a:pt x="465" y="1600"/>
                    <a:pt x="493" y="1607"/>
                    <a:pt x="487" y="1632"/>
                  </a:cubicBezTo>
                  <a:cubicBezTo>
                    <a:pt x="481" y="1662"/>
                    <a:pt x="456" y="1709"/>
                    <a:pt x="434" y="1731"/>
                  </a:cubicBezTo>
                  <a:cubicBezTo>
                    <a:pt x="423" y="1742"/>
                    <a:pt x="405" y="1744"/>
                    <a:pt x="397" y="1757"/>
                  </a:cubicBezTo>
                  <a:cubicBezTo>
                    <a:pt x="386" y="1774"/>
                    <a:pt x="400" y="1790"/>
                    <a:pt x="396" y="1808"/>
                  </a:cubicBezTo>
                  <a:cubicBezTo>
                    <a:pt x="389" y="1840"/>
                    <a:pt x="363" y="1842"/>
                    <a:pt x="388" y="1876"/>
                  </a:cubicBezTo>
                  <a:cubicBezTo>
                    <a:pt x="306" y="1914"/>
                    <a:pt x="270" y="2031"/>
                    <a:pt x="184" y="2064"/>
                  </a:cubicBezTo>
                  <a:cubicBezTo>
                    <a:pt x="198" y="2108"/>
                    <a:pt x="220" y="2154"/>
                    <a:pt x="229" y="2200"/>
                  </a:cubicBezTo>
                  <a:cubicBezTo>
                    <a:pt x="233" y="2217"/>
                    <a:pt x="225" y="2235"/>
                    <a:pt x="231" y="2252"/>
                  </a:cubicBezTo>
                  <a:cubicBezTo>
                    <a:pt x="255" y="2315"/>
                    <a:pt x="302" y="2363"/>
                    <a:pt x="311" y="2432"/>
                  </a:cubicBezTo>
                  <a:cubicBezTo>
                    <a:pt x="316" y="2477"/>
                    <a:pt x="316" y="2535"/>
                    <a:pt x="311" y="2580"/>
                  </a:cubicBezTo>
                  <a:cubicBezTo>
                    <a:pt x="307" y="2606"/>
                    <a:pt x="296" y="2639"/>
                    <a:pt x="299" y="2664"/>
                  </a:cubicBezTo>
                  <a:cubicBezTo>
                    <a:pt x="301" y="2684"/>
                    <a:pt x="316" y="2713"/>
                    <a:pt x="322" y="2731"/>
                  </a:cubicBezTo>
                  <a:cubicBezTo>
                    <a:pt x="327" y="2743"/>
                    <a:pt x="319" y="2757"/>
                    <a:pt x="320" y="2770"/>
                  </a:cubicBezTo>
                  <a:cubicBezTo>
                    <a:pt x="322" y="2796"/>
                    <a:pt x="332" y="2819"/>
                    <a:pt x="332" y="2846"/>
                  </a:cubicBezTo>
                  <a:cubicBezTo>
                    <a:pt x="316" y="2846"/>
                    <a:pt x="316" y="2846"/>
                    <a:pt x="316" y="2846"/>
                  </a:cubicBezTo>
                  <a:cubicBezTo>
                    <a:pt x="339" y="2879"/>
                    <a:pt x="435" y="2862"/>
                    <a:pt x="472" y="2862"/>
                  </a:cubicBezTo>
                  <a:cubicBezTo>
                    <a:pt x="488" y="2702"/>
                    <a:pt x="488" y="2702"/>
                    <a:pt x="488" y="2702"/>
                  </a:cubicBezTo>
                  <a:cubicBezTo>
                    <a:pt x="415" y="2710"/>
                    <a:pt x="468" y="2612"/>
                    <a:pt x="500" y="2595"/>
                  </a:cubicBezTo>
                  <a:cubicBezTo>
                    <a:pt x="538" y="2575"/>
                    <a:pt x="578" y="2552"/>
                    <a:pt x="620" y="2539"/>
                  </a:cubicBezTo>
                  <a:cubicBezTo>
                    <a:pt x="746" y="2500"/>
                    <a:pt x="919" y="2469"/>
                    <a:pt x="932" y="2308"/>
                  </a:cubicBezTo>
                  <a:cubicBezTo>
                    <a:pt x="900" y="2324"/>
                    <a:pt x="900" y="2324"/>
                    <a:pt x="900" y="2324"/>
                  </a:cubicBezTo>
                  <a:cubicBezTo>
                    <a:pt x="900" y="2281"/>
                    <a:pt x="917" y="2191"/>
                    <a:pt x="948" y="2160"/>
                  </a:cubicBezTo>
                  <a:cubicBezTo>
                    <a:pt x="948" y="2156"/>
                    <a:pt x="948" y="2156"/>
                    <a:pt x="948" y="2156"/>
                  </a:cubicBezTo>
                  <a:cubicBezTo>
                    <a:pt x="928" y="2156"/>
                    <a:pt x="928" y="2156"/>
                    <a:pt x="928" y="2156"/>
                  </a:cubicBezTo>
                  <a:cubicBezTo>
                    <a:pt x="916" y="2116"/>
                    <a:pt x="916" y="2116"/>
                    <a:pt x="916" y="2116"/>
                  </a:cubicBezTo>
                  <a:cubicBezTo>
                    <a:pt x="946" y="2090"/>
                    <a:pt x="930" y="2043"/>
                    <a:pt x="924" y="2012"/>
                  </a:cubicBezTo>
                  <a:cubicBezTo>
                    <a:pt x="892" y="2023"/>
                    <a:pt x="904" y="2053"/>
                    <a:pt x="908" y="2080"/>
                  </a:cubicBezTo>
                  <a:cubicBezTo>
                    <a:pt x="885" y="2067"/>
                    <a:pt x="889" y="2036"/>
                    <a:pt x="900" y="2016"/>
                  </a:cubicBezTo>
                  <a:cubicBezTo>
                    <a:pt x="900" y="2012"/>
                    <a:pt x="900" y="2012"/>
                    <a:pt x="900" y="2012"/>
                  </a:cubicBezTo>
                  <a:cubicBezTo>
                    <a:pt x="886" y="1940"/>
                    <a:pt x="886" y="1940"/>
                    <a:pt x="886" y="1940"/>
                  </a:cubicBezTo>
                  <a:cubicBezTo>
                    <a:pt x="850" y="1868"/>
                    <a:pt x="850" y="1868"/>
                    <a:pt x="850" y="1868"/>
                  </a:cubicBezTo>
                  <a:cubicBezTo>
                    <a:pt x="857" y="1820"/>
                    <a:pt x="857" y="1820"/>
                    <a:pt x="857" y="1820"/>
                  </a:cubicBezTo>
                  <a:cubicBezTo>
                    <a:pt x="840" y="1772"/>
                    <a:pt x="840" y="1772"/>
                    <a:pt x="840" y="1772"/>
                  </a:cubicBezTo>
                  <a:cubicBezTo>
                    <a:pt x="787" y="1759"/>
                    <a:pt x="787" y="1732"/>
                    <a:pt x="793" y="1688"/>
                  </a:cubicBezTo>
                  <a:cubicBezTo>
                    <a:pt x="795" y="1673"/>
                    <a:pt x="790" y="1656"/>
                    <a:pt x="800" y="1644"/>
                  </a:cubicBezTo>
                  <a:cubicBezTo>
                    <a:pt x="796" y="1628"/>
                    <a:pt x="796" y="1628"/>
                    <a:pt x="796" y="1628"/>
                  </a:cubicBezTo>
                  <a:cubicBezTo>
                    <a:pt x="858" y="1642"/>
                    <a:pt x="921" y="1537"/>
                    <a:pt x="960" y="1501"/>
                  </a:cubicBezTo>
                  <a:cubicBezTo>
                    <a:pt x="979" y="1483"/>
                    <a:pt x="1004" y="1473"/>
                    <a:pt x="1024" y="1456"/>
                  </a:cubicBezTo>
                  <a:cubicBezTo>
                    <a:pt x="1028" y="1468"/>
                    <a:pt x="1028" y="1468"/>
                    <a:pt x="1028" y="1468"/>
                  </a:cubicBezTo>
                  <a:cubicBezTo>
                    <a:pt x="1061" y="1460"/>
                    <a:pt x="1076" y="1433"/>
                    <a:pt x="1097" y="1409"/>
                  </a:cubicBezTo>
                  <a:cubicBezTo>
                    <a:pt x="1134" y="1365"/>
                    <a:pt x="1175" y="1305"/>
                    <a:pt x="1220" y="1270"/>
                  </a:cubicBezTo>
                  <a:cubicBezTo>
                    <a:pt x="1286" y="1219"/>
                    <a:pt x="1374" y="1183"/>
                    <a:pt x="1452" y="1154"/>
                  </a:cubicBezTo>
                  <a:cubicBezTo>
                    <a:pt x="1481" y="1143"/>
                    <a:pt x="1520" y="1151"/>
                    <a:pt x="1546" y="1132"/>
                  </a:cubicBezTo>
                  <a:cubicBezTo>
                    <a:pt x="1560" y="1122"/>
                    <a:pt x="1565" y="1105"/>
                    <a:pt x="1580" y="1095"/>
                  </a:cubicBezTo>
                  <a:cubicBezTo>
                    <a:pt x="1611" y="1074"/>
                    <a:pt x="1701" y="1052"/>
                    <a:pt x="1688" y="1004"/>
                  </a:cubicBezTo>
                  <a:cubicBezTo>
                    <a:pt x="1696" y="996"/>
                    <a:pt x="1696" y="996"/>
                    <a:pt x="1696" y="996"/>
                  </a:cubicBezTo>
                  <a:cubicBezTo>
                    <a:pt x="1704" y="1000"/>
                    <a:pt x="1704" y="1000"/>
                    <a:pt x="1704" y="1000"/>
                  </a:cubicBezTo>
                  <a:cubicBezTo>
                    <a:pt x="1716" y="982"/>
                    <a:pt x="1723" y="962"/>
                    <a:pt x="1735" y="945"/>
                  </a:cubicBezTo>
                  <a:cubicBezTo>
                    <a:pt x="1752" y="919"/>
                    <a:pt x="1782" y="900"/>
                    <a:pt x="1801" y="875"/>
                  </a:cubicBezTo>
                  <a:cubicBezTo>
                    <a:pt x="1822" y="848"/>
                    <a:pt x="1831" y="809"/>
                    <a:pt x="1840" y="776"/>
                  </a:cubicBezTo>
                  <a:cubicBezTo>
                    <a:pt x="1848" y="749"/>
                    <a:pt x="1868" y="667"/>
                    <a:pt x="1816" y="688"/>
                  </a:cubicBezTo>
                  <a:cubicBezTo>
                    <a:pt x="1828" y="671"/>
                    <a:pt x="1832" y="660"/>
                    <a:pt x="1824" y="640"/>
                  </a:cubicBezTo>
                  <a:cubicBezTo>
                    <a:pt x="1800" y="648"/>
                    <a:pt x="1800" y="648"/>
                    <a:pt x="1800" y="648"/>
                  </a:cubicBezTo>
                  <a:cubicBezTo>
                    <a:pt x="1800" y="644"/>
                    <a:pt x="1800" y="644"/>
                    <a:pt x="1800" y="644"/>
                  </a:cubicBezTo>
                  <a:cubicBezTo>
                    <a:pt x="1839" y="618"/>
                    <a:pt x="1789" y="575"/>
                    <a:pt x="1808" y="540"/>
                  </a:cubicBezTo>
                  <a:cubicBezTo>
                    <a:pt x="1808" y="536"/>
                    <a:pt x="1808" y="536"/>
                    <a:pt x="1808" y="536"/>
                  </a:cubicBezTo>
                  <a:cubicBezTo>
                    <a:pt x="1801" y="524"/>
                    <a:pt x="1800" y="519"/>
                    <a:pt x="1808" y="508"/>
                  </a:cubicBezTo>
                  <a:cubicBezTo>
                    <a:pt x="1808" y="504"/>
                    <a:pt x="1808" y="504"/>
                    <a:pt x="1808" y="504"/>
                  </a:cubicBezTo>
                  <a:cubicBezTo>
                    <a:pt x="1795" y="484"/>
                    <a:pt x="1803" y="453"/>
                    <a:pt x="1812" y="432"/>
                  </a:cubicBezTo>
                  <a:cubicBezTo>
                    <a:pt x="1798" y="428"/>
                    <a:pt x="1791" y="428"/>
                    <a:pt x="1784" y="440"/>
                  </a:cubicBezTo>
                  <a:cubicBezTo>
                    <a:pt x="1780" y="440"/>
                    <a:pt x="1780" y="440"/>
                    <a:pt x="1780" y="440"/>
                  </a:cubicBezTo>
                  <a:cubicBezTo>
                    <a:pt x="1780" y="424"/>
                    <a:pt x="1780" y="424"/>
                    <a:pt x="1780" y="424"/>
                  </a:cubicBezTo>
                  <a:cubicBezTo>
                    <a:pt x="1820" y="400"/>
                    <a:pt x="1820" y="400"/>
                    <a:pt x="1820" y="400"/>
                  </a:cubicBezTo>
                  <a:cubicBezTo>
                    <a:pt x="1788" y="352"/>
                    <a:pt x="1788" y="352"/>
                    <a:pt x="1788" y="352"/>
                  </a:cubicBezTo>
                  <a:cubicBezTo>
                    <a:pt x="1809" y="302"/>
                    <a:pt x="1784" y="261"/>
                    <a:pt x="1779" y="212"/>
                  </a:cubicBezTo>
                  <a:cubicBezTo>
                    <a:pt x="1775" y="179"/>
                    <a:pt x="1785" y="142"/>
                    <a:pt x="1796" y="112"/>
                  </a:cubicBezTo>
                  <a:cubicBezTo>
                    <a:pt x="1804" y="92"/>
                    <a:pt x="1796" y="82"/>
                    <a:pt x="1816" y="68"/>
                  </a:cubicBezTo>
                  <a:cubicBezTo>
                    <a:pt x="1796" y="52"/>
                    <a:pt x="1796" y="52"/>
                    <a:pt x="1796" y="52"/>
                  </a:cubicBezTo>
                  <a:cubicBezTo>
                    <a:pt x="1806" y="37"/>
                    <a:pt x="1807" y="0"/>
                    <a:pt x="1780" y="0"/>
                  </a:cubicBezTo>
                  <a:cubicBezTo>
                    <a:pt x="1758" y="0"/>
                    <a:pt x="1725" y="35"/>
                    <a:pt x="1708" y="46"/>
                  </a:cubicBezTo>
                  <a:cubicBezTo>
                    <a:pt x="1670" y="72"/>
                    <a:pt x="1614" y="98"/>
                    <a:pt x="1572" y="113"/>
                  </a:cubicBezTo>
                  <a:cubicBezTo>
                    <a:pt x="1554" y="119"/>
                    <a:pt x="1534" y="110"/>
                    <a:pt x="1516" y="116"/>
                  </a:cubicBezTo>
                  <a:cubicBezTo>
                    <a:pt x="1490" y="124"/>
                    <a:pt x="1457" y="153"/>
                    <a:pt x="1432" y="153"/>
                  </a:cubicBezTo>
                  <a:cubicBezTo>
                    <a:pt x="1412" y="153"/>
                    <a:pt x="1391" y="138"/>
                    <a:pt x="1372" y="135"/>
                  </a:cubicBezTo>
                  <a:cubicBezTo>
                    <a:pt x="1356" y="132"/>
                    <a:pt x="1339" y="140"/>
                    <a:pt x="1324" y="144"/>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3" name="Freeform 39"/>
            <p:cNvSpPr>
              <a:spLocks/>
            </p:cNvSpPr>
            <p:nvPr/>
          </p:nvSpPr>
          <p:spPr bwMode="auto">
            <a:xfrm>
              <a:off x="3867150" y="3357563"/>
              <a:ext cx="365125" cy="685800"/>
            </a:xfrm>
            <a:custGeom>
              <a:avLst/>
              <a:gdLst/>
              <a:ahLst/>
              <a:cxnLst>
                <a:cxn ang="0">
                  <a:pos x="1032" y="49"/>
                </a:cxn>
                <a:cxn ang="0">
                  <a:pos x="952" y="97"/>
                </a:cxn>
                <a:cxn ang="0">
                  <a:pos x="973" y="209"/>
                </a:cxn>
                <a:cxn ang="0">
                  <a:pos x="912" y="289"/>
                </a:cxn>
                <a:cxn ang="0">
                  <a:pos x="872" y="337"/>
                </a:cxn>
                <a:cxn ang="0">
                  <a:pos x="828" y="365"/>
                </a:cxn>
                <a:cxn ang="0">
                  <a:pos x="816" y="373"/>
                </a:cxn>
                <a:cxn ang="0">
                  <a:pos x="824" y="385"/>
                </a:cxn>
                <a:cxn ang="0">
                  <a:pos x="832" y="425"/>
                </a:cxn>
                <a:cxn ang="0">
                  <a:pos x="828" y="505"/>
                </a:cxn>
                <a:cxn ang="0">
                  <a:pos x="778" y="489"/>
                </a:cxn>
                <a:cxn ang="0">
                  <a:pos x="749" y="498"/>
                </a:cxn>
                <a:cxn ang="0">
                  <a:pos x="688" y="621"/>
                </a:cxn>
                <a:cxn ang="0">
                  <a:pos x="652" y="577"/>
                </a:cxn>
                <a:cxn ang="0">
                  <a:pos x="528" y="665"/>
                </a:cxn>
                <a:cxn ang="0">
                  <a:pos x="420" y="721"/>
                </a:cxn>
                <a:cxn ang="0">
                  <a:pos x="376" y="733"/>
                </a:cxn>
                <a:cxn ang="0">
                  <a:pos x="364" y="705"/>
                </a:cxn>
                <a:cxn ang="0">
                  <a:pos x="207" y="762"/>
                </a:cxn>
                <a:cxn ang="0">
                  <a:pos x="118" y="981"/>
                </a:cxn>
                <a:cxn ang="0">
                  <a:pos x="141" y="1137"/>
                </a:cxn>
                <a:cxn ang="0">
                  <a:pos x="175" y="1257"/>
                </a:cxn>
                <a:cxn ang="0">
                  <a:pos x="198" y="1369"/>
                </a:cxn>
                <a:cxn ang="0">
                  <a:pos x="164" y="1489"/>
                </a:cxn>
                <a:cxn ang="0">
                  <a:pos x="37" y="1692"/>
                </a:cxn>
                <a:cxn ang="0">
                  <a:pos x="24" y="1913"/>
                </a:cxn>
                <a:cxn ang="0">
                  <a:pos x="68" y="2061"/>
                </a:cxn>
                <a:cxn ang="0">
                  <a:pos x="114" y="2213"/>
                </a:cxn>
                <a:cxn ang="0">
                  <a:pos x="284" y="2347"/>
                </a:cxn>
                <a:cxn ang="0">
                  <a:pos x="540" y="2315"/>
                </a:cxn>
                <a:cxn ang="0">
                  <a:pos x="722" y="2165"/>
                </a:cxn>
                <a:cxn ang="0">
                  <a:pos x="815" y="1861"/>
                </a:cxn>
                <a:cxn ang="0">
                  <a:pos x="923" y="1537"/>
                </a:cxn>
                <a:cxn ang="0">
                  <a:pos x="1046" y="1193"/>
                </a:cxn>
                <a:cxn ang="0">
                  <a:pos x="1144" y="869"/>
                </a:cxn>
                <a:cxn ang="0">
                  <a:pos x="1155" y="758"/>
                </a:cxn>
                <a:cxn ang="0">
                  <a:pos x="1140" y="701"/>
                </a:cxn>
                <a:cxn ang="0">
                  <a:pos x="1156" y="633"/>
                </a:cxn>
                <a:cxn ang="0">
                  <a:pos x="1224" y="717"/>
                </a:cxn>
                <a:cxn ang="0">
                  <a:pos x="1272" y="593"/>
                </a:cxn>
                <a:cxn ang="0">
                  <a:pos x="1212" y="441"/>
                </a:cxn>
                <a:cxn ang="0">
                  <a:pos x="1208" y="405"/>
                </a:cxn>
                <a:cxn ang="0">
                  <a:pos x="1172" y="257"/>
                </a:cxn>
                <a:cxn ang="0">
                  <a:pos x="1108" y="133"/>
                </a:cxn>
                <a:cxn ang="0">
                  <a:pos x="1072" y="65"/>
                </a:cxn>
              </a:cxnLst>
              <a:rect l="0" t="0" r="r" b="b"/>
              <a:pathLst>
                <a:path w="1274" h="2400">
                  <a:moveTo>
                    <a:pt x="1020" y="45"/>
                  </a:moveTo>
                  <a:cubicBezTo>
                    <a:pt x="1032" y="49"/>
                    <a:pt x="1032" y="49"/>
                    <a:pt x="1032" y="49"/>
                  </a:cubicBezTo>
                  <a:cubicBezTo>
                    <a:pt x="992" y="105"/>
                    <a:pt x="992" y="105"/>
                    <a:pt x="992" y="105"/>
                  </a:cubicBezTo>
                  <a:cubicBezTo>
                    <a:pt x="952" y="97"/>
                    <a:pt x="952" y="97"/>
                    <a:pt x="952" y="97"/>
                  </a:cubicBezTo>
                  <a:cubicBezTo>
                    <a:pt x="963" y="121"/>
                    <a:pt x="984" y="133"/>
                    <a:pt x="989" y="161"/>
                  </a:cubicBezTo>
                  <a:cubicBezTo>
                    <a:pt x="992" y="180"/>
                    <a:pt x="979" y="192"/>
                    <a:pt x="973" y="209"/>
                  </a:cubicBezTo>
                  <a:cubicBezTo>
                    <a:pt x="956" y="251"/>
                    <a:pt x="968" y="273"/>
                    <a:pt x="912" y="273"/>
                  </a:cubicBezTo>
                  <a:cubicBezTo>
                    <a:pt x="912" y="289"/>
                    <a:pt x="912" y="289"/>
                    <a:pt x="912" y="289"/>
                  </a:cubicBezTo>
                  <a:cubicBezTo>
                    <a:pt x="884" y="289"/>
                    <a:pt x="884" y="289"/>
                    <a:pt x="884" y="289"/>
                  </a:cubicBezTo>
                  <a:cubicBezTo>
                    <a:pt x="886" y="309"/>
                    <a:pt x="885" y="320"/>
                    <a:pt x="872" y="337"/>
                  </a:cubicBezTo>
                  <a:cubicBezTo>
                    <a:pt x="844" y="285"/>
                    <a:pt x="844" y="285"/>
                    <a:pt x="844" y="285"/>
                  </a:cubicBezTo>
                  <a:cubicBezTo>
                    <a:pt x="810" y="296"/>
                    <a:pt x="782" y="348"/>
                    <a:pt x="828" y="365"/>
                  </a:cubicBezTo>
                  <a:cubicBezTo>
                    <a:pt x="828" y="369"/>
                    <a:pt x="828" y="369"/>
                    <a:pt x="828" y="369"/>
                  </a:cubicBezTo>
                  <a:cubicBezTo>
                    <a:pt x="816" y="373"/>
                    <a:pt x="816" y="373"/>
                    <a:pt x="816" y="373"/>
                  </a:cubicBezTo>
                  <a:cubicBezTo>
                    <a:pt x="824" y="381"/>
                    <a:pt x="824" y="381"/>
                    <a:pt x="824" y="381"/>
                  </a:cubicBezTo>
                  <a:cubicBezTo>
                    <a:pt x="824" y="385"/>
                    <a:pt x="824" y="385"/>
                    <a:pt x="824" y="385"/>
                  </a:cubicBezTo>
                  <a:cubicBezTo>
                    <a:pt x="808" y="389"/>
                    <a:pt x="808" y="389"/>
                    <a:pt x="808" y="389"/>
                  </a:cubicBezTo>
                  <a:cubicBezTo>
                    <a:pt x="832" y="425"/>
                    <a:pt x="832" y="425"/>
                    <a:pt x="832" y="425"/>
                  </a:cubicBezTo>
                  <a:cubicBezTo>
                    <a:pt x="804" y="414"/>
                    <a:pt x="744" y="425"/>
                    <a:pt x="780" y="467"/>
                  </a:cubicBezTo>
                  <a:cubicBezTo>
                    <a:pt x="797" y="487"/>
                    <a:pt x="825" y="468"/>
                    <a:pt x="828" y="505"/>
                  </a:cubicBezTo>
                  <a:cubicBezTo>
                    <a:pt x="824" y="505"/>
                    <a:pt x="824" y="505"/>
                    <a:pt x="824" y="505"/>
                  </a:cubicBezTo>
                  <a:cubicBezTo>
                    <a:pt x="820" y="485"/>
                    <a:pt x="795" y="475"/>
                    <a:pt x="778" y="489"/>
                  </a:cubicBezTo>
                  <a:cubicBezTo>
                    <a:pt x="758" y="504"/>
                    <a:pt x="752" y="537"/>
                    <a:pt x="736" y="557"/>
                  </a:cubicBezTo>
                  <a:cubicBezTo>
                    <a:pt x="738" y="539"/>
                    <a:pt x="758" y="517"/>
                    <a:pt x="749" y="498"/>
                  </a:cubicBezTo>
                  <a:cubicBezTo>
                    <a:pt x="740" y="480"/>
                    <a:pt x="717" y="499"/>
                    <a:pt x="711" y="509"/>
                  </a:cubicBezTo>
                  <a:cubicBezTo>
                    <a:pt x="683" y="552"/>
                    <a:pt x="656" y="572"/>
                    <a:pt x="688" y="621"/>
                  </a:cubicBezTo>
                  <a:cubicBezTo>
                    <a:pt x="656" y="633"/>
                    <a:pt x="656" y="633"/>
                    <a:pt x="656" y="633"/>
                  </a:cubicBezTo>
                  <a:cubicBezTo>
                    <a:pt x="667" y="608"/>
                    <a:pt x="659" y="602"/>
                    <a:pt x="652" y="577"/>
                  </a:cubicBezTo>
                  <a:cubicBezTo>
                    <a:pt x="593" y="595"/>
                    <a:pt x="503" y="653"/>
                    <a:pt x="564" y="713"/>
                  </a:cubicBezTo>
                  <a:cubicBezTo>
                    <a:pt x="537" y="711"/>
                    <a:pt x="529" y="689"/>
                    <a:pt x="528" y="665"/>
                  </a:cubicBezTo>
                  <a:cubicBezTo>
                    <a:pt x="508" y="665"/>
                    <a:pt x="497" y="668"/>
                    <a:pt x="496" y="689"/>
                  </a:cubicBezTo>
                  <a:cubicBezTo>
                    <a:pt x="463" y="680"/>
                    <a:pt x="415" y="671"/>
                    <a:pt x="420" y="721"/>
                  </a:cubicBezTo>
                  <a:cubicBezTo>
                    <a:pt x="376" y="709"/>
                    <a:pt x="376" y="709"/>
                    <a:pt x="376" y="709"/>
                  </a:cubicBezTo>
                  <a:cubicBezTo>
                    <a:pt x="376" y="733"/>
                    <a:pt x="376" y="733"/>
                    <a:pt x="376" y="733"/>
                  </a:cubicBezTo>
                  <a:cubicBezTo>
                    <a:pt x="368" y="733"/>
                    <a:pt x="368" y="733"/>
                    <a:pt x="368" y="733"/>
                  </a:cubicBezTo>
                  <a:cubicBezTo>
                    <a:pt x="364" y="705"/>
                    <a:pt x="364" y="705"/>
                    <a:pt x="364" y="705"/>
                  </a:cubicBezTo>
                  <a:cubicBezTo>
                    <a:pt x="333" y="712"/>
                    <a:pt x="320" y="741"/>
                    <a:pt x="292" y="748"/>
                  </a:cubicBezTo>
                  <a:cubicBezTo>
                    <a:pt x="268" y="755"/>
                    <a:pt x="221" y="736"/>
                    <a:pt x="207" y="762"/>
                  </a:cubicBezTo>
                  <a:cubicBezTo>
                    <a:pt x="190" y="790"/>
                    <a:pt x="216" y="820"/>
                    <a:pt x="195" y="853"/>
                  </a:cubicBezTo>
                  <a:cubicBezTo>
                    <a:pt x="175" y="884"/>
                    <a:pt x="118" y="945"/>
                    <a:pt x="118" y="981"/>
                  </a:cubicBezTo>
                  <a:cubicBezTo>
                    <a:pt x="118" y="1000"/>
                    <a:pt x="132" y="1012"/>
                    <a:pt x="135" y="1029"/>
                  </a:cubicBezTo>
                  <a:cubicBezTo>
                    <a:pt x="141" y="1063"/>
                    <a:pt x="133" y="1102"/>
                    <a:pt x="141" y="1137"/>
                  </a:cubicBezTo>
                  <a:cubicBezTo>
                    <a:pt x="146" y="1159"/>
                    <a:pt x="165" y="1175"/>
                    <a:pt x="172" y="1197"/>
                  </a:cubicBezTo>
                  <a:cubicBezTo>
                    <a:pt x="178" y="1217"/>
                    <a:pt x="168" y="1237"/>
                    <a:pt x="175" y="1257"/>
                  </a:cubicBezTo>
                  <a:cubicBezTo>
                    <a:pt x="182" y="1280"/>
                    <a:pt x="205" y="1294"/>
                    <a:pt x="212" y="1317"/>
                  </a:cubicBezTo>
                  <a:cubicBezTo>
                    <a:pt x="216" y="1333"/>
                    <a:pt x="198" y="1351"/>
                    <a:pt x="198" y="1369"/>
                  </a:cubicBezTo>
                  <a:cubicBezTo>
                    <a:pt x="198" y="1384"/>
                    <a:pt x="212" y="1396"/>
                    <a:pt x="220" y="1409"/>
                  </a:cubicBezTo>
                  <a:cubicBezTo>
                    <a:pt x="193" y="1426"/>
                    <a:pt x="179" y="1462"/>
                    <a:pt x="164" y="1489"/>
                  </a:cubicBezTo>
                  <a:cubicBezTo>
                    <a:pt x="137" y="1538"/>
                    <a:pt x="109" y="1572"/>
                    <a:pt x="100" y="1629"/>
                  </a:cubicBezTo>
                  <a:cubicBezTo>
                    <a:pt x="44" y="1629"/>
                    <a:pt x="54" y="1652"/>
                    <a:pt x="37" y="1692"/>
                  </a:cubicBezTo>
                  <a:cubicBezTo>
                    <a:pt x="20" y="1736"/>
                    <a:pt x="0" y="1758"/>
                    <a:pt x="2" y="1809"/>
                  </a:cubicBezTo>
                  <a:cubicBezTo>
                    <a:pt x="3" y="1837"/>
                    <a:pt x="12" y="1888"/>
                    <a:pt x="24" y="1913"/>
                  </a:cubicBezTo>
                  <a:cubicBezTo>
                    <a:pt x="43" y="1949"/>
                    <a:pt x="76" y="1977"/>
                    <a:pt x="86" y="2017"/>
                  </a:cubicBezTo>
                  <a:cubicBezTo>
                    <a:pt x="90" y="2033"/>
                    <a:pt x="67" y="2043"/>
                    <a:pt x="68" y="2061"/>
                  </a:cubicBezTo>
                  <a:cubicBezTo>
                    <a:pt x="71" y="2092"/>
                    <a:pt x="68" y="2145"/>
                    <a:pt x="80" y="2173"/>
                  </a:cubicBezTo>
                  <a:cubicBezTo>
                    <a:pt x="87" y="2190"/>
                    <a:pt x="107" y="2196"/>
                    <a:pt x="114" y="2213"/>
                  </a:cubicBezTo>
                  <a:cubicBezTo>
                    <a:pt x="136" y="2262"/>
                    <a:pt x="134" y="2284"/>
                    <a:pt x="188" y="2305"/>
                  </a:cubicBezTo>
                  <a:cubicBezTo>
                    <a:pt x="188" y="2345"/>
                    <a:pt x="257" y="2333"/>
                    <a:pt x="284" y="2347"/>
                  </a:cubicBezTo>
                  <a:cubicBezTo>
                    <a:pt x="304" y="2357"/>
                    <a:pt x="322" y="2378"/>
                    <a:pt x="344" y="2383"/>
                  </a:cubicBezTo>
                  <a:cubicBezTo>
                    <a:pt x="417" y="2400"/>
                    <a:pt x="472" y="2333"/>
                    <a:pt x="540" y="2315"/>
                  </a:cubicBezTo>
                  <a:cubicBezTo>
                    <a:pt x="586" y="2304"/>
                    <a:pt x="642" y="2319"/>
                    <a:pt x="680" y="2275"/>
                  </a:cubicBezTo>
                  <a:cubicBezTo>
                    <a:pt x="702" y="2249"/>
                    <a:pt x="710" y="2196"/>
                    <a:pt x="722" y="2165"/>
                  </a:cubicBezTo>
                  <a:cubicBezTo>
                    <a:pt x="733" y="2138"/>
                    <a:pt x="751" y="2113"/>
                    <a:pt x="760" y="2085"/>
                  </a:cubicBezTo>
                  <a:cubicBezTo>
                    <a:pt x="785" y="2013"/>
                    <a:pt x="797" y="1934"/>
                    <a:pt x="815" y="1861"/>
                  </a:cubicBezTo>
                  <a:cubicBezTo>
                    <a:pt x="835" y="1781"/>
                    <a:pt x="881" y="1708"/>
                    <a:pt x="905" y="1629"/>
                  </a:cubicBezTo>
                  <a:cubicBezTo>
                    <a:pt x="914" y="1599"/>
                    <a:pt x="915" y="1567"/>
                    <a:pt x="923" y="1537"/>
                  </a:cubicBezTo>
                  <a:cubicBezTo>
                    <a:pt x="935" y="1495"/>
                    <a:pt x="958" y="1458"/>
                    <a:pt x="972" y="1417"/>
                  </a:cubicBezTo>
                  <a:cubicBezTo>
                    <a:pt x="999" y="1343"/>
                    <a:pt x="1016" y="1266"/>
                    <a:pt x="1046" y="1193"/>
                  </a:cubicBezTo>
                  <a:cubicBezTo>
                    <a:pt x="1067" y="1142"/>
                    <a:pt x="1095" y="1076"/>
                    <a:pt x="1098" y="1021"/>
                  </a:cubicBezTo>
                  <a:cubicBezTo>
                    <a:pt x="1101" y="969"/>
                    <a:pt x="1067" y="887"/>
                    <a:pt x="1144" y="869"/>
                  </a:cubicBezTo>
                  <a:cubicBezTo>
                    <a:pt x="1138" y="842"/>
                    <a:pt x="1157" y="830"/>
                    <a:pt x="1159" y="805"/>
                  </a:cubicBezTo>
                  <a:cubicBezTo>
                    <a:pt x="1160" y="793"/>
                    <a:pt x="1160" y="768"/>
                    <a:pt x="1155" y="758"/>
                  </a:cubicBezTo>
                  <a:cubicBezTo>
                    <a:pt x="1143" y="733"/>
                    <a:pt x="1120" y="736"/>
                    <a:pt x="1140" y="705"/>
                  </a:cubicBezTo>
                  <a:cubicBezTo>
                    <a:pt x="1140" y="701"/>
                    <a:pt x="1140" y="701"/>
                    <a:pt x="1140" y="701"/>
                  </a:cubicBezTo>
                  <a:cubicBezTo>
                    <a:pt x="1125" y="683"/>
                    <a:pt x="1103" y="642"/>
                    <a:pt x="1136" y="625"/>
                  </a:cubicBezTo>
                  <a:cubicBezTo>
                    <a:pt x="1143" y="622"/>
                    <a:pt x="1152" y="627"/>
                    <a:pt x="1156" y="633"/>
                  </a:cubicBezTo>
                  <a:cubicBezTo>
                    <a:pt x="1170" y="659"/>
                    <a:pt x="1165" y="689"/>
                    <a:pt x="1192" y="709"/>
                  </a:cubicBezTo>
                  <a:cubicBezTo>
                    <a:pt x="1201" y="716"/>
                    <a:pt x="1212" y="730"/>
                    <a:pt x="1224" y="717"/>
                  </a:cubicBezTo>
                  <a:cubicBezTo>
                    <a:pt x="1244" y="695"/>
                    <a:pt x="1252" y="654"/>
                    <a:pt x="1260" y="625"/>
                  </a:cubicBezTo>
                  <a:cubicBezTo>
                    <a:pt x="1262" y="615"/>
                    <a:pt x="1274" y="604"/>
                    <a:pt x="1272" y="593"/>
                  </a:cubicBezTo>
                  <a:cubicBezTo>
                    <a:pt x="1264" y="563"/>
                    <a:pt x="1227" y="542"/>
                    <a:pt x="1216" y="509"/>
                  </a:cubicBezTo>
                  <a:cubicBezTo>
                    <a:pt x="1211" y="496"/>
                    <a:pt x="1210" y="448"/>
                    <a:pt x="1212" y="441"/>
                  </a:cubicBezTo>
                  <a:cubicBezTo>
                    <a:pt x="1212" y="439"/>
                    <a:pt x="1226" y="433"/>
                    <a:pt x="1224" y="425"/>
                  </a:cubicBezTo>
                  <a:cubicBezTo>
                    <a:pt x="1221" y="418"/>
                    <a:pt x="1208" y="413"/>
                    <a:pt x="1208" y="405"/>
                  </a:cubicBezTo>
                  <a:cubicBezTo>
                    <a:pt x="1206" y="387"/>
                    <a:pt x="1217" y="362"/>
                    <a:pt x="1212" y="341"/>
                  </a:cubicBezTo>
                  <a:cubicBezTo>
                    <a:pt x="1204" y="310"/>
                    <a:pt x="1184" y="286"/>
                    <a:pt x="1172" y="257"/>
                  </a:cubicBezTo>
                  <a:cubicBezTo>
                    <a:pt x="1164" y="239"/>
                    <a:pt x="1178" y="223"/>
                    <a:pt x="1172" y="205"/>
                  </a:cubicBezTo>
                  <a:cubicBezTo>
                    <a:pt x="1164" y="183"/>
                    <a:pt x="1117" y="135"/>
                    <a:pt x="1108" y="133"/>
                  </a:cubicBezTo>
                  <a:cubicBezTo>
                    <a:pt x="1126" y="80"/>
                    <a:pt x="1055" y="87"/>
                    <a:pt x="1052" y="57"/>
                  </a:cubicBezTo>
                  <a:cubicBezTo>
                    <a:pt x="1072" y="65"/>
                    <a:pt x="1072" y="65"/>
                    <a:pt x="1072" y="65"/>
                  </a:cubicBezTo>
                  <a:cubicBezTo>
                    <a:pt x="1065" y="22"/>
                    <a:pt x="1049" y="0"/>
                    <a:pt x="1020" y="45"/>
                  </a:cubicBezTo>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4" name="Freeform 40"/>
            <p:cNvSpPr>
              <a:spLocks/>
            </p:cNvSpPr>
            <p:nvPr/>
          </p:nvSpPr>
          <p:spPr bwMode="auto">
            <a:xfrm>
              <a:off x="4110038" y="3424238"/>
              <a:ext cx="14288" cy="15875"/>
            </a:xfrm>
            <a:custGeom>
              <a:avLst/>
              <a:gdLst/>
              <a:ahLst/>
              <a:cxnLst>
                <a:cxn ang="0">
                  <a:pos x="51" y="44"/>
                </a:cxn>
                <a:cxn ang="0">
                  <a:pos x="39" y="0"/>
                </a:cxn>
                <a:cxn ang="0">
                  <a:pos x="51" y="44"/>
                </a:cxn>
              </a:cxnLst>
              <a:rect l="0" t="0" r="r" b="b"/>
              <a:pathLst>
                <a:path w="51" h="56">
                  <a:moveTo>
                    <a:pt x="51" y="44"/>
                  </a:moveTo>
                  <a:cubicBezTo>
                    <a:pt x="39" y="0"/>
                    <a:pt x="39" y="0"/>
                    <a:pt x="39" y="0"/>
                  </a:cubicBezTo>
                  <a:cubicBezTo>
                    <a:pt x="0" y="13"/>
                    <a:pt x="9" y="56"/>
                    <a:pt x="51" y="4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5" name="Freeform 41"/>
            <p:cNvSpPr>
              <a:spLocks/>
            </p:cNvSpPr>
            <p:nvPr/>
          </p:nvSpPr>
          <p:spPr bwMode="auto">
            <a:xfrm>
              <a:off x="4192588" y="3598863"/>
              <a:ext cx="12700" cy="20638"/>
            </a:xfrm>
            <a:custGeom>
              <a:avLst/>
              <a:gdLst/>
              <a:ahLst/>
              <a:cxnLst>
                <a:cxn ang="0">
                  <a:pos x="6" y="68"/>
                </a:cxn>
                <a:cxn ang="0">
                  <a:pos x="46" y="0"/>
                </a:cxn>
                <a:cxn ang="0">
                  <a:pos x="6" y="68"/>
                </a:cxn>
              </a:cxnLst>
              <a:rect l="0" t="0" r="r" b="b"/>
              <a:pathLst>
                <a:path w="46" h="68">
                  <a:moveTo>
                    <a:pt x="6" y="68"/>
                  </a:moveTo>
                  <a:cubicBezTo>
                    <a:pt x="30" y="56"/>
                    <a:pt x="39" y="24"/>
                    <a:pt x="46" y="0"/>
                  </a:cubicBezTo>
                  <a:cubicBezTo>
                    <a:pt x="19" y="10"/>
                    <a:pt x="0" y="39"/>
                    <a:pt x="6" y="68"/>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6" name="Freeform 42"/>
            <p:cNvSpPr>
              <a:spLocks/>
            </p:cNvSpPr>
            <p:nvPr/>
          </p:nvSpPr>
          <p:spPr bwMode="auto">
            <a:xfrm>
              <a:off x="2324100" y="2984500"/>
              <a:ext cx="57150" cy="79375"/>
            </a:xfrm>
            <a:custGeom>
              <a:avLst/>
              <a:gdLst/>
              <a:ahLst/>
              <a:cxnLst>
                <a:cxn ang="0">
                  <a:pos x="108" y="66"/>
                </a:cxn>
                <a:cxn ang="0">
                  <a:pos x="60" y="74"/>
                </a:cxn>
                <a:cxn ang="0">
                  <a:pos x="32" y="98"/>
                </a:cxn>
                <a:cxn ang="0">
                  <a:pos x="1" y="154"/>
                </a:cxn>
                <a:cxn ang="0">
                  <a:pos x="29" y="218"/>
                </a:cxn>
                <a:cxn ang="0">
                  <a:pos x="29" y="271"/>
                </a:cxn>
                <a:cxn ang="0">
                  <a:pos x="92" y="274"/>
                </a:cxn>
                <a:cxn ang="0">
                  <a:pos x="96" y="154"/>
                </a:cxn>
                <a:cxn ang="0">
                  <a:pos x="145" y="105"/>
                </a:cxn>
                <a:cxn ang="0">
                  <a:pos x="190" y="86"/>
                </a:cxn>
                <a:cxn ang="0">
                  <a:pos x="196" y="66"/>
                </a:cxn>
                <a:cxn ang="0">
                  <a:pos x="108" y="66"/>
                </a:cxn>
              </a:cxnLst>
              <a:rect l="0" t="0" r="r" b="b"/>
              <a:pathLst>
                <a:path w="196" h="282">
                  <a:moveTo>
                    <a:pt x="108" y="66"/>
                  </a:moveTo>
                  <a:cubicBezTo>
                    <a:pt x="60" y="74"/>
                    <a:pt x="60" y="74"/>
                    <a:pt x="60" y="74"/>
                  </a:cubicBezTo>
                  <a:cubicBezTo>
                    <a:pt x="60" y="94"/>
                    <a:pt x="52" y="100"/>
                    <a:pt x="32" y="98"/>
                  </a:cubicBezTo>
                  <a:cubicBezTo>
                    <a:pt x="25" y="113"/>
                    <a:pt x="0" y="139"/>
                    <a:pt x="1" y="154"/>
                  </a:cubicBezTo>
                  <a:cubicBezTo>
                    <a:pt x="2" y="177"/>
                    <a:pt x="27" y="194"/>
                    <a:pt x="29" y="218"/>
                  </a:cubicBezTo>
                  <a:cubicBezTo>
                    <a:pt x="31" y="235"/>
                    <a:pt x="10" y="256"/>
                    <a:pt x="29" y="271"/>
                  </a:cubicBezTo>
                  <a:cubicBezTo>
                    <a:pt x="43" y="282"/>
                    <a:pt x="76" y="274"/>
                    <a:pt x="92" y="274"/>
                  </a:cubicBezTo>
                  <a:cubicBezTo>
                    <a:pt x="96" y="154"/>
                    <a:pt x="96" y="154"/>
                    <a:pt x="96" y="154"/>
                  </a:cubicBezTo>
                  <a:cubicBezTo>
                    <a:pt x="145" y="105"/>
                    <a:pt x="145" y="105"/>
                    <a:pt x="145" y="105"/>
                  </a:cubicBezTo>
                  <a:cubicBezTo>
                    <a:pt x="190" y="86"/>
                    <a:pt x="190" y="86"/>
                    <a:pt x="190" y="86"/>
                  </a:cubicBezTo>
                  <a:cubicBezTo>
                    <a:pt x="196" y="66"/>
                    <a:pt x="196" y="66"/>
                    <a:pt x="196" y="66"/>
                  </a:cubicBezTo>
                  <a:cubicBezTo>
                    <a:pt x="165" y="65"/>
                    <a:pt x="127" y="0"/>
                    <a:pt x="108" y="6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7" name="Freeform 43"/>
            <p:cNvSpPr>
              <a:spLocks noEditPoints="1"/>
            </p:cNvSpPr>
            <p:nvPr/>
          </p:nvSpPr>
          <p:spPr bwMode="auto">
            <a:xfrm>
              <a:off x="2268538" y="2586038"/>
              <a:ext cx="388938" cy="460375"/>
            </a:xfrm>
            <a:custGeom>
              <a:avLst/>
              <a:gdLst/>
              <a:ahLst/>
              <a:cxnLst>
                <a:cxn ang="0">
                  <a:pos x="860" y="332"/>
                </a:cxn>
                <a:cxn ang="0">
                  <a:pos x="740" y="318"/>
                </a:cxn>
                <a:cxn ang="0">
                  <a:pos x="508" y="286"/>
                </a:cxn>
                <a:cxn ang="0">
                  <a:pos x="416" y="434"/>
                </a:cxn>
                <a:cxn ang="0">
                  <a:pos x="589" y="436"/>
                </a:cxn>
                <a:cxn ang="0">
                  <a:pos x="623" y="522"/>
                </a:cxn>
                <a:cxn ang="0">
                  <a:pos x="533" y="666"/>
                </a:cxn>
                <a:cxn ang="0">
                  <a:pos x="582" y="741"/>
                </a:cxn>
                <a:cxn ang="0">
                  <a:pos x="619" y="834"/>
                </a:cxn>
                <a:cxn ang="0">
                  <a:pos x="620" y="994"/>
                </a:cxn>
                <a:cxn ang="0">
                  <a:pos x="511" y="1030"/>
                </a:cxn>
                <a:cxn ang="0">
                  <a:pos x="367" y="1033"/>
                </a:cxn>
                <a:cxn ang="0">
                  <a:pos x="272" y="990"/>
                </a:cxn>
                <a:cxn ang="0">
                  <a:pos x="244" y="1072"/>
                </a:cxn>
                <a:cxn ang="0">
                  <a:pos x="134" y="1118"/>
                </a:cxn>
                <a:cxn ang="0">
                  <a:pos x="160" y="1190"/>
                </a:cxn>
                <a:cxn ang="0">
                  <a:pos x="192" y="1234"/>
                </a:cxn>
                <a:cxn ang="0">
                  <a:pos x="184" y="1290"/>
                </a:cxn>
                <a:cxn ang="0">
                  <a:pos x="112" y="1271"/>
                </a:cxn>
                <a:cxn ang="0">
                  <a:pos x="151" y="1450"/>
                </a:cxn>
                <a:cxn ang="0">
                  <a:pos x="200" y="1542"/>
                </a:cxn>
                <a:cxn ang="0">
                  <a:pos x="356" y="1426"/>
                </a:cxn>
                <a:cxn ang="0">
                  <a:pos x="400" y="1470"/>
                </a:cxn>
                <a:cxn ang="0">
                  <a:pos x="508" y="1434"/>
                </a:cxn>
                <a:cxn ang="0">
                  <a:pos x="620" y="1423"/>
                </a:cxn>
                <a:cxn ang="0">
                  <a:pos x="620" y="1514"/>
                </a:cxn>
                <a:cxn ang="0">
                  <a:pos x="760" y="1438"/>
                </a:cxn>
                <a:cxn ang="0">
                  <a:pos x="836" y="1364"/>
                </a:cxn>
                <a:cxn ang="0">
                  <a:pos x="940" y="1242"/>
                </a:cxn>
                <a:cxn ang="0">
                  <a:pos x="948" y="1102"/>
                </a:cxn>
                <a:cxn ang="0">
                  <a:pos x="1006" y="962"/>
                </a:cxn>
                <a:cxn ang="0">
                  <a:pos x="1130" y="840"/>
                </a:cxn>
                <a:cxn ang="0">
                  <a:pos x="1201" y="690"/>
                </a:cxn>
                <a:cxn ang="0">
                  <a:pos x="1230" y="486"/>
                </a:cxn>
                <a:cxn ang="0">
                  <a:pos x="1269" y="274"/>
                </a:cxn>
                <a:cxn ang="0">
                  <a:pos x="1359" y="98"/>
                </a:cxn>
                <a:cxn ang="0">
                  <a:pos x="1232" y="43"/>
                </a:cxn>
                <a:cxn ang="0">
                  <a:pos x="1080" y="44"/>
                </a:cxn>
                <a:cxn ang="0">
                  <a:pos x="968" y="190"/>
                </a:cxn>
                <a:cxn ang="0">
                  <a:pos x="236" y="1610"/>
                </a:cxn>
                <a:cxn ang="0">
                  <a:pos x="236" y="1610"/>
                </a:cxn>
              </a:cxnLst>
              <a:rect l="0" t="0" r="r" b="b"/>
              <a:pathLst>
                <a:path w="1364" h="1614">
                  <a:moveTo>
                    <a:pt x="920" y="366"/>
                  </a:moveTo>
                  <a:cubicBezTo>
                    <a:pt x="896" y="364"/>
                    <a:pt x="881" y="342"/>
                    <a:pt x="860" y="332"/>
                  </a:cubicBezTo>
                  <a:cubicBezTo>
                    <a:pt x="838" y="322"/>
                    <a:pt x="811" y="321"/>
                    <a:pt x="788" y="317"/>
                  </a:cubicBezTo>
                  <a:cubicBezTo>
                    <a:pt x="770" y="315"/>
                    <a:pt x="753" y="298"/>
                    <a:pt x="740" y="318"/>
                  </a:cubicBezTo>
                  <a:cubicBezTo>
                    <a:pt x="713" y="311"/>
                    <a:pt x="687" y="292"/>
                    <a:pt x="660" y="287"/>
                  </a:cubicBezTo>
                  <a:cubicBezTo>
                    <a:pt x="613" y="279"/>
                    <a:pt x="556" y="286"/>
                    <a:pt x="508" y="286"/>
                  </a:cubicBezTo>
                  <a:cubicBezTo>
                    <a:pt x="488" y="286"/>
                    <a:pt x="442" y="277"/>
                    <a:pt x="426" y="290"/>
                  </a:cubicBezTo>
                  <a:cubicBezTo>
                    <a:pt x="379" y="329"/>
                    <a:pt x="404" y="390"/>
                    <a:pt x="416" y="434"/>
                  </a:cubicBezTo>
                  <a:cubicBezTo>
                    <a:pt x="384" y="452"/>
                    <a:pt x="422" y="455"/>
                    <a:pt x="440" y="450"/>
                  </a:cubicBezTo>
                  <a:cubicBezTo>
                    <a:pt x="477" y="439"/>
                    <a:pt x="555" y="398"/>
                    <a:pt x="589" y="436"/>
                  </a:cubicBezTo>
                  <a:cubicBezTo>
                    <a:pt x="599" y="447"/>
                    <a:pt x="597" y="465"/>
                    <a:pt x="604" y="478"/>
                  </a:cubicBezTo>
                  <a:cubicBezTo>
                    <a:pt x="611" y="492"/>
                    <a:pt x="628" y="504"/>
                    <a:pt x="623" y="522"/>
                  </a:cubicBezTo>
                  <a:cubicBezTo>
                    <a:pt x="612" y="560"/>
                    <a:pt x="582" y="553"/>
                    <a:pt x="558" y="573"/>
                  </a:cubicBezTo>
                  <a:cubicBezTo>
                    <a:pt x="522" y="604"/>
                    <a:pt x="539" y="629"/>
                    <a:pt x="533" y="666"/>
                  </a:cubicBezTo>
                  <a:cubicBezTo>
                    <a:pt x="529" y="687"/>
                    <a:pt x="518" y="691"/>
                    <a:pt x="528" y="714"/>
                  </a:cubicBezTo>
                  <a:cubicBezTo>
                    <a:pt x="564" y="709"/>
                    <a:pt x="556" y="726"/>
                    <a:pt x="582" y="741"/>
                  </a:cubicBezTo>
                  <a:cubicBezTo>
                    <a:pt x="597" y="751"/>
                    <a:pt x="614" y="744"/>
                    <a:pt x="626" y="762"/>
                  </a:cubicBezTo>
                  <a:cubicBezTo>
                    <a:pt x="640" y="783"/>
                    <a:pt x="619" y="812"/>
                    <a:pt x="619" y="834"/>
                  </a:cubicBezTo>
                  <a:cubicBezTo>
                    <a:pt x="618" y="859"/>
                    <a:pt x="630" y="883"/>
                    <a:pt x="628" y="910"/>
                  </a:cubicBezTo>
                  <a:cubicBezTo>
                    <a:pt x="625" y="940"/>
                    <a:pt x="610" y="962"/>
                    <a:pt x="620" y="994"/>
                  </a:cubicBezTo>
                  <a:cubicBezTo>
                    <a:pt x="565" y="1000"/>
                    <a:pt x="605" y="1092"/>
                    <a:pt x="532" y="1094"/>
                  </a:cubicBezTo>
                  <a:cubicBezTo>
                    <a:pt x="531" y="1079"/>
                    <a:pt x="531" y="1033"/>
                    <a:pt x="511" y="1030"/>
                  </a:cubicBezTo>
                  <a:cubicBezTo>
                    <a:pt x="486" y="1025"/>
                    <a:pt x="473" y="1086"/>
                    <a:pt x="440" y="1079"/>
                  </a:cubicBezTo>
                  <a:cubicBezTo>
                    <a:pt x="408" y="1072"/>
                    <a:pt x="387" y="1059"/>
                    <a:pt x="367" y="1033"/>
                  </a:cubicBezTo>
                  <a:cubicBezTo>
                    <a:pt x="351" y="1011"/>
                    <a:pt x="349" y="981"/>
                    <a:pt x="316" y="976"/>
                  </a:cubicBezTo>
                  <a:cubicBezTo>
                    <a:pt x="301" y="974"/>
                    <a:pt x="286" y="987"/>
                    <a:pt x="272" y="990"/>
                  </a:cubicBezTo>
                  <a:cubicBezTo>
                    <a:pt x="275" y="1006"/>
                    <a:pt x="287" y="1030"/>
                    <a:pt x="284" y="1046"/>
                  </a:cubicBezTo>
                  <a:cubicBezTo>
                    <a:pt x="281" y="1064"/>
                    <a:pt x="259" y="1068"/>
                    <a:pt x="244" y="1072"/>
                  </a:cubicBezTo>
                  <a:cubicBezTo>
                    <a:pt x="206" y="1080"/>
                    <a:pt x="163" y="1062"/>
                    <a:pt x="124" y="1070"/>
                  </a:cubicBezTo>
                  <a:cubicBezTo>
                    <a:pt x="134" y="1118"/>
                    <a:pt x="134" y="1118"/>
                    <a:pt x="134" y="1118"/>
                  </a:cubicBezTo>
                  <a:cubicBezTo>
                    <a:pt x="124" y="1166"/>
                    <a:pt x="124" y="1166"/>
                    <a:pt x="124" y="1166"/>
                  </a:cubicBezTo>
                  <a:cubicBezTo>
                    <a:pt x="145" y="1162"/>
                    <a:pt x="152" y="1170"/>
                    <a:pt x="160" y="1190"/>
                  </a:cubicBezTo>
                  <a:cubicBezTo>
                    <a:pt x="144" y="1214"/>
                    <a:pt x="144" y="1214"/>
                    <a:pt x="144" y="1214"/>
                  </a:cubicBezTo>
                  <a:cubicBezTo>
                    <a:pt x="192" y="1234"/>
                    <a:pt x="192" y="1234"/>
                    <a:pt x="192" y="1234"/>
                  </a:cubicBezTo>
                  <a:cubicBezTo>
                    <a:pt x="172" y="1286"/>
                    <a:pt x="172" y="1286"/>
                    <a:pt x="172" y="1286"/>
                  </a:cubicBezTo>
                  <a:cubicBezTo>
                    <a:pt x="184" y="1290"/>
                    <a:pt x="184" y="1290"/>
                    <a:pt x="184" y="1290"/>
                  </a:cubicBezTo>
                  <a:cubicBezTo>
                    <a:pt x="184" y="1298"/>
                    <a:pt x="184" y="1298"/>
                    <a:pt x="184" y="1298"/>
                  </a:cubicBezTo>
                  <a:cubicBezTo>
                    <a:pt x="153" y="1304"/>
                    <a:pt x="138" y="1263"/>
                    <a:pt x="112" y="1271"/>
                  </a:cubicBezTo>
                  <a:cubicBezTo>
                    <a:pt x="102" y="1274"/>
                    <a:pt x="93" y="1281"/>
                    <a:pt x="84" y="1287"/>
                  </a:cubicBezTo>
                  <a:cubicBezTo>
                    <a:pt x="0" y="1341"/>
                    <a:pt x="116" y="1405"/>
                    <a:pt x="151" y="1450"/>
                  </a:cubicBezTo>
                  <a:cubicBezTo>
                    <a:pt x="162" y="1463"/>
                    <a:pt x="159" y="1479"/>
                    <a:pt x="166" y="1494"/>
                  </a:cubicBezTo>
                  <a:cubicBezTo>
                    <a:pt x="173" y="1512"/>
                    <a:pt x="189" y="1526"/>
                    <a:pt x="200" y="1542"/>
                  </a:cubicBezTo>
                  <a:cubicBezTo>
                    <a:pt x="226" y="1531"/>
                    <a:pt x="276" y="1491"/>
                    <a:pt x="276" y="1462"/>
                  </a:cubicBezTo>
                  <a:cubicBezTo>
                    <a:pt x="356" y="1426"/>
                    <a:pt x="356" y="1426"/>
                    <a:pt x="356" y="1426"/>
                  </a:cubicBezTo>
                  <a:cubicBezTo>
                    <a:pt x="380" y="1478"/>
                    <a:pt x="380" y="1478"/>
                    <a:pt x="380" y="1478"/>
                  </a:cubicBezTo>
                  <a:cubicBezTo>
                    <a:pt x="400" y="1470"/>
                    <a:pt x="400" y="1470"/>
                    <a:pt x="400" y="1470"/>
                  </a:cubicBezTo>
                  <a:cubicBezTo>
                    <a:pt x="411" y="1483"/>
                    <a:pt x="426" y="1504"/>
                    <a:pt x="444" y="1509"/>
                  </a:cubicBezTo>
                  <a:cubicBezTo>
                    <a:pt x="482" y="1518"/>
                    <a:pt x="513" y="1465"/>
                    <a:pt x="508" y="1434"/>
                  </a:cubicBezTo>
                  <a:cubicBezTo>
                    <a:pt x="519" y="1438"/>
                    <a:pt x="531" y="1446"/>
                    <a:pt x="544" y="1444"/>
                  </a:cubicBezTo>
                  <a:cubicBezTo>
                    <a:pt x="562" y="1441"/>
                    <a:pt x="603" y="1397"/>
                    <a:pt x="620" y="1423"/>
                  </a:cubicBezTo>
                  <a:cubicBezTo>
                    <a:pt x="628" y="1435"/>
                    <a:pt x="613" y="1444"/>
                    <a:pt x="611" y="1454"/>
                  </a:cubicBezTo>
                  <a:cubicBezTo>
                    <a:pt x="608" y="1469"/>
                    <a:pt x="616" y="1499"/>
                    <a:pt x="620" y="1514"/>
                  </a:cubicBezTo>
                  <a:cubicBezTo>
                    <a:pt x="684" y="1510"/>
                    <a:pt x="684" y="1510"/>
                    <a:pt x="684" y="1510"/>
                  </a:cubicBezTo>
                  <a:cubicBezTo>
                    <a:pt x="760" y="1438"/>
                    <a:pt x="760" y="1438"/>
                    <a:pt x="760" y="1438"/>
                  </a:cubicBezTo>
                  <a:cubicBezTo>
                    <a:pt x="768" y="1409"/>
                    <a:pt x="789" y="1422"/>
                    <a:pt x="806" y="1405"/>
                  </a:cubicBezTo>
                  <a:cubicBezTo>
                    <a:pt x="819" y="1391"/>
                    <a:pt x="817" y="1373"/>
                    <a:pt x="836" y="1364"/>
                  </a:cubicBezTo>
                  <a:cubicBezTo>
                    <a:pt x="850" y="1357"/>
                    <a:pt x="869" y="1361"/>
                    <a:pt x="881" y="1348"/>
                  </a:cubicBezTo>
                  <a:cubicBezTo>
                    <a:pt x="901" y="1327"/>
                    <a:pt x="936" y="1271"/>
                    <a:pt x="940" y="1242"/>
                  </a:cubicBezTo>
                  <a:cubicBezTo>
                    <a:pt x="944" y="1216"/>
                    <a:pt x="934" y="1185"/>
                    <a:pt x="936" y="1158"/>
                  </a:cubicBezTo>
                  <a:cubicBezTo>
                    <a:pt x="938" y="1139"/>
                    <a:pt x="947" y="1121"/>
                    <a:pt x="948" y="1102"/>
                  </a:cubicBezTo>
                  <a:cubicBezTo>
                    <a:pt x="930" y="1091"/>
                    <a:pt x="936" y="1076"/>
                    <a:pt x="939" y="1058"/>
                  </a:cubicBezTo>
                  <a:cubicBezTo>
                    <a:pt x="945" y="1023"/>
                    <a:pt x="986" y="992"/>
                    <a:pt x="1006" y="962"/>
                  </a:cubicBezTo>
                  <a:cubicBezTo>
                    <a:pt x="1022" y="937"/>
                    <a:pt x="1028" y="907"/>
                    <a:pt x="1049" y="886"/>
                  </a:cubicBezTo>
                  <a:cubicBezTo>
                    <a:pt x="1072" y="862"/>
                    <a:pt x="1105" y="859"/>
                    <a:pt x="1130" y="840"/>
                  </a:cubicBezTo>
                  <a:cubicBezTo>
                    <a:pt x="1163" y="816"/>
                    <a:pt x="1197" y="779"/>
                    <a:pt x="1202" y="738"/>
                  </a:cubicBezTo>
                  <a:cubicBezTo>
                    <a:pt x="1205" y="722"/>
                    <a:pt x="1199" y="706"/>
                    <a:pt x="1201" y="690"/>
                  </a:cubicBezTo>
                  <a:cubicBezTo>
                    <a:pt x="1204" y="669"/>
                    <a:pt x="1214" y="651"/>
                    <a:pt x="1212" y="630"/>
                  </a:cubicBezTo>
                  <a:cubicBezTo>
                    <a:pt x="1264" y="600"/>
                    <a:pt x="1223" y="536"/>
                    <a:pt x="1230" y="486"/>
                  </a:cubicBezTo>
                  <a:cubicBezTo>
                    <a:pt x="1234" y="455"/>
                    <a:pt x="1257" y="425"/>
                    <a:pt x="1263" y="394"/>
                  </a:cubicBezTo>
                  <a:cubicBezTo>
                    <a:pt x="1271" y="353"/>
                    <a:pt x="1251" y="316"/>
                    <a:pt x="1269" y="274"/>
                  </a:cubicBezTo>
                  <a:cubicBezTo>
                    <a:pt x="1286" y="233"/>
                    <a:pt x="1311" y="190"/>
                    <a:pt x="1332" y="150"/>
                  </a:cubicBezTo>
                  <a:cubicBezTo>
                    <a:pt x="1341" y="131"/>
                    <a:pt x="1357" y="120"/>
                    <a:pt x="1359" y="98"/>
                  </a:cubicBezTo>
                  <a:cubicBezTo>
                    <a:pt x="1364" y="54"/>
                    <a:pt x="1302" y="0"/>
                    <a:pt x="1280" y="54"/>
                  </a:cubicBezTo>
                  <a:cubicBezTo>
                    <a:pt x="1262" y="41"/>
                    <a:pt x="1251" y="48"/>
                    <a:pt x="1232" y="43"/>
                  </a:cubicBezTo>
                  <a:cubicBezTo>
                    <a:pt x="1208" y="38"/>
                    <a:pt x="1173" y="14"/>
                    <a:pt x="1148" y="20"/>
                  </a:cubicBezTo>
                  <a:cubicBezTo>
                    <a:pt x="1124" y="25"/>
                    <a:pt x="1107" y="41"/>
                    <a:pt x="1080" y="44"/>
                  </a:cubicBezTo>
                  <a:cubicBezTo>
                    <a:pt x="1055" y="46"/>
                    <a:pt x="1013" y="36"/>
                    <a:pt x="995" y="60"/>
                  </a:cubicBezTo>
                  <a:cubicBezTo>
                    <a:pt x="967" y="98"/>
                    <a:pt x="985" y="151"/>
                    <a:pt x="968" y="190"/>
                  </a:cubicBezTo>
                  <a:cubicBezTo>
                    <a:pt x="940" y="253"/>
                    <a:pt x="880" y="296"/>
                    <a:pt x="920" y="366"/>
                  </a:cubicBezTo>
                  <a:moveTo>
                    <a:pt x="236" y="1610"/>
                  </a:moveTo>
                  <a:cubicBezTo>
                    <a:pt x="240" y="1614"/>
                    <a:pt x="240" y="1614"/>
                    <a:pt x="240" y="1614"/>
                  </a:cubicBezTo>
                  <a:lnTo>
                    <a:pt x="236" y="161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8" name="Freeform 44"/>
            <p:cNvSpPr>
              <a:spLocks/>
            </p:cNvSpPr>
            <p:nvPr/>
          </p:nvSpPr>
          <p:spPr bwMode="auto">
            <a:xfrm>
              <a:off x="2162175" y="2657475"/>
              <a:ext cx="293688" cy="315913"/>
            </a:xfrm>
            <a:custGeom>
              <a:avLst/>
              <a:gdLst/>
              <a:ahLst/>
              <a:cxnLst>
                <a:cxn ang="0">
                  <a:pos x="280" y="243"/>
                </a:cxn>
                <a:cxn ang="0">
                  <a:pos x="208" y="231"/>
                </a:cxn>
                <a:cxn ang="0">
                  <a:pos x="160" y="235"/>
                </a:cxn>
                <a:cxn ang="0">
                  <a:pos x="176" y="239"/>
                </a:cxn>
                <a:cxn ang="0">
                  <a:pos x="156" y="315"/>
                </a:cxn>
                <a:cxn ang="0">
                  <a:pos x="156" y="299"/>
                </a:cxn>
                <a:cxn ang="0">
                  <a:pos x="140" y="375"/>
                </a:cxn>
                <a:cxn ang="0">
                  <a:pos x="137" y="383"/>
                </a:cxn>
                <a:cxn ang="0">
                  <a:pos x="103" y="483"/>
                </a:cxn>
                <a:cxn ang="0">
                  <a:pos x="0" y="519"/>
                </a:cxn>
                <a:cxn ang="0">
                  <a:pos x="76" y="659"/>
                </a:cxn>
                <a:cxn ang="0">
                  <a:pos x="80" y="695"/>
                </a:cxn>
                <a:cxn ang="0">
                  <a:pos x="96" y="713"/>
                </a:cxn>
                <a:cxn ang="0">
                  <a:pos x="160" y="775"/>
                </a:cxn>
                <a:cxn ang="0">
                  <a:pos x="148" y="803"/>
                </a:cxn>
                <a:cxn ang="0">
                  <a:pos x="216" y="855"/>
                </a:cxn>
                <a:cxn ang="0">
                  <a:pos x="188" y="859"/>
                </a:cxn>
                <a:cxn ang="0">
                  <a:pos x="390" y="1059"/>
                </a:cxn>
                <a:cxn ang="0">
                  <a:pos x="491" y="1037"/>
                </a:cxn>
                <a:cxn ang="0">
                  <a:pos x="576" y="996"/>
                </a:cxn>
                <a:cxn ang="0">
                  <a:pos x="524" y="907"/>
                </a:cxn>
                <a:cxn ang="0">
                  <a:pos x="508" y="831"/>
                </a:cxn>
                <a:cxn ang="0">
                  <a:pos x="666" y="817"/>
                </a:cxn>
                <a:cxn ang="0">
                  <a:pos x="690" y="744"/>
                </a:cxn>
                <a:cxn ang="0">
                  <a:pos x="832" y="845"/>
                </a:cxn>
                <a:cxn ang="0">
                  <a:pos x="880" y="791"/>
                </a:cxn>
                <a:cxn ang="0">
                  <a:pos x="976" y="763"/>
                </a:cxn>
                <a:cxn ang="0">
                  <a:pos x="1000" y="695"/>
                </a:cxn>
                <a:cxn ang="0">
                  <a:pos x="1018" y="529"/>
                </a:cxn>
                <a:cxn ang="0">
                  <a:pos x="908" y="463"/>
                </a:cxn>
                <a:cxn ang="0">
                  <a:pos x="932" y="347"/>
                </a:cxn>
                <a:cxn ang="0">
                  <a:pos x="988" y="231"/>
                </a:cxn>
                <a:cxn ang="0">
                  <a:pos x="788" y="207"/>
                </a:cxn>
                <a:cxn ang="0">
                  <a:pos x="811" y="40"/>
                </a:cxn>
                <a:cxn ang="0">
                  <a:pos x="600" y="23"/>
                </a:cxn>
                <a:cxn ang="0">
                  <a:pos x="460" y="83"/>
                </a:cxn>
              </a:cxnLst>
              <a:rect l="0" t="0" r="r" b="b"/>
              <a:pathLst>
                <a:path w="1031" h="1107">
                  <a:moveTo>
                    <a:pt x="464" y="243"/>
                  </a:moveTo>
                  <a:cubicBezTo>
                    <a:pt x="280" y="243"/>
                    <a:pt x="280" y="243"/>
                    <a:pt x="280" y="243"/>
                  </a:cubicBezTo>
                  <a:cubicBezTo>
                    <a:pt x="263" y="243"/>
                    <a:pt x="224" y="235"/>
                    <a:pt x="220" y="255"/>
                  </a:cubicBezTo>
                  <a:cubicBezTo>
                    <a:pt x="208" y="231"/>
                    <a:pt x="208" y="231"/>
                    <a:pt x="208" y="231"/>
                  </a:cubicBezTo>
                  <a:cubicBezTo>
                    <a:pt x="160" y="231"/>
                    <a:pt x="160" y="231"/>
                    <a:pt x="160" y="231"/>
                  </a:cubicBezTo>
                  <a:cubicBezTo>
                    <a:pt x="160" y="235"/>
                    <a:pt x="160" y="235"/>
                    <a:pt x="160" y="235"/>
                  </a:cubicBezTo>
                  <a:cubicBezTo>
                    <a:pt x="176" y="235"/>
                    <a:pt x="176" y="235"/>
                    <a:pt x="176" y="235"/>
                  </a:cubicBezTo>
                  <a:cubicBezTo>
                    <a:pt x="176" y="239"/>
                    <a:pt x="176" y="239"/>
                    <a:pt x="176" y="239"/>
                  </a:cubicBezTo>
                  <a:cubicBezTo>
                    <a:pt x="140" y="245"/>
                    <a:pt x="160" y="290"/>
                    <a:pt x="168" y="315"/>
                  </a:cubicBezTo>
                  <a:cubicBezTo>
                    <a:pt x="156" y="315"/>
                    <a:pt x="156" y="315"/>
                    <a:pt x="156" y="315"/>
                  </a:cubicBezTo>
                  <a:cubicBezTo>
                    <a:pt x="156" y="311"/>
                    <a:pt x="156" y="311"/>
                    <a:pt x="156" y="311"/>
                  </a:cubicBezTo>
                  <a:cubicBezTo>
                    <a:pt x="156" y="299"/>
                    <a:pt x="156" y="299"/>
                    <a:pt x="156" y="299"/>
                  </a:cubicBezTo>
                  <a:cubicBezTo>
                    <a:pt x="108" y="307"/>
                    <a:pt x="108" y="307"/>
                    <a:pt x="108" y="307"/>
                  </a:cubicBezTo>
                  <a:cubicBezTo>
                    <a:pt x="140" y="375"/>
                    <a:pt x="140" y="375"/>
                    <a:pt x="140" y="375"/>
                  </a:cubicBezTo>
                  <a:cubicBezTo>
                    <a:pt x="188" y="399"/>
                    <a:pt x="188" y="399"/>
                    <a:pt x="188" y="399"/>
                  </a:cubicBezTo>
                  <a:cubicBezTo>
                    <a:pt x="137" y="383"/>
                    <a:pt x="137" y="383"/>
                    <a:pt x="137" y="383"/>
                  </a:cubicBezTo>
                  <a:cubicBezTo>
                    <a:pt x="108" y="359"/>
                    <a:pt x="108" y="359"/>
                    <a:pt x="108" y="359"/>
                  </a:cubicBezTo>
                  <a:cubicBezTo>
                    <a:pt x="108" y="399"/>
                    <a:pt x="120" y="444"/>
                    <a:pt x="103" y="483"/>
                  </a:cubicBezTo>
                  <a:cubicBezTo>
                    <a:pt x="91" y="509"/>
                    <a:pt x="44" y="522"/>
                    <a:pt x="48" y="547"/>
                  </a:cubicBezTo>
                  <a:cubicBezTo>
                    <a:pt x="0" y="519"/>
                    <a:pt x="0" y="519"/>
                    <a:pt x="0" y="519"/>
                  </a:cubicBezTo>
                  <a:cubicBezTo>
                    <a:pt x="2" y="548"/>
                    <a:pt x="47" y="650"/>
                    <a:pt x="76" y="655"/>
                  </a:cubicBezTo>
                  <a:cubicBezTo>
                    <a:pt x="76" y="659"/>
                    <a:pt x="76" y="659"/>
                    <a:pt x="76" y="659"/>
                  </a:cubicBezTo>
                  <a:cubicBezTo>
                    <a:pt x="64" y="659"/>
                    <a:pt x="64" y="659"/>
                    <a:pt x="64" y="659"/>
                  </a:cubicBezTo>
                  <a:cubicBezTo>
                    <a:pt x="80" y="695"/>
                    <a:pt x="80" y="695"/>
                    <a:pt x="80" y="695"/>
                  </a:cubicBezTo>
                  <a:cubicBezTo>
                    <a:pt x="136" y="691"/>
                    <a:pt x="136" y="691"/>
                    <a:pt x="136" y="691"/>
                  </a:cubicBezTo>
                  <a:cubicBezTo>
                    <a:pt x="126" y="701"/>
                    <a:pt x="103" y="702"/>
                    <a:pt x="96" y="713"/>
                  </a:cubicBezTo>
                  <a:cubicBezTo>
                    <a:pt x="78" y="742"/>
                    <a:pt x="144" y="755"/>
                    <a:pt x="160" y="759"/>
                  </a:cubicBezTo>
                  <a:cubicBezTo>
                    <a:pt x="160" y="775"/>
                    <a:pt x="160" y="775"/>
                    <a:pt x="160" y="775"/>
                  </a:cubicBezTo>
                  <a:cubicBezTo>
                    <a:pt x="116" y="759"/>
                    <a:pt x="116" y="759"/>
                    <a:pt x="116" y="759"/>
                  </a:cubicBezTo>
                  <a:cubicBezTo>
                    <a:pt x="123" y="778"/>
                    <a:pt x="137" y="787"/>
                    <a:pt x="148" y="803"/>
                  </a:cubicBezTo>
                  <a:cubicBezTo>
                    <a:pt x="173" y="840"/>
                    <a:pt x="173" y="862"/>
                    <a:pt x="220" y="831"/>
                  </a:cubicBezTo>
                  <a:cubicBezTo>
                    <a:pt x="216" y="855"/>
                    <a:pt x="216" y="855"/>
                    <a:pt x="216" y="855"/>
                  </a:cubicBezTo>
                  <a:cubicBezTo>
                    <a:pt x="256" y="859"/>
                    <a:pt x="256" y="859"/>
                    <a:pt x="256" y="859"/>
                  </a:cubicBezTo>
                  <a:cubicBezTo>
                    <a:pt x="242" y="888"/>
                    <a:pt x="211" y="864"/>
                    <a:pt x="188" y="859"/>
                  </a:cubicBezTo>
                  <a:cubicBezTo>
                    <a:pt x="204" y="898"/>
                    <a:pt x="261" y="924"/>
                    <a:pt x="292" y="951"/>
                  </a:cubicBezTo>
                  <a:cubicBezTo>
                    <a:pt x="326" y="982"/>
                    <a:pt x="362" y="1023"/>
                    <a:pt x="390" y="1059"/>
                  </a:cubicBezTo>
                  <a:cubicBezTo>
                    <a:pt x="404" y="1076"/>
                    <a:pt x="409" y="1094"/>
                    <a:pt x="428" y="1107"/>
                  </a:cubicBezTo>
                  <a:cubicBezTo>
                    <a:pt x="440" y="1081"/>
                    <a:pt x="457" y="1040"/>
                    <a:pt x="491" y="1037"/>
                  </a:cubicBezTo>
                  <a:cubicBezTo>
                    <a:pt x="515" y="1035"/>
                    <a:pt x="553" y="1097"/>
                    <a:pt x="572" y="1047"/>
                  </a:cubicBezTo>
                  <a:cubicBezTo>
                    <a:pt x="547" y="1023"/>
                    <a:pt x="580" y="1019"/>
                    <a:pt x="576" y="996"/>
                  </a:cubicBezTo>
                  <a:cubicBezTo>
                    <a:pt x="574" y="981"/>
                    <a:pt x="540" y="971"/>
                    <a:pt x="528" y="967"/>
                  </a:cubicBezTo>
                  <a:cubicBezTo>
                    <a:pt x="550" y="942"/>
                    <a:pt x="538" y="932"/>
                    <a:pt x="524" y="907"/>
                  </a:cubicBezTo>
                  <a:cubicBezTo>
                    <a:pt x="504" y="907"/>
                    <a:pt x="504" y="907"/>
                    <a:pt x="504" y="907"/>
                  </a:cubicBezTo>
                  <a:cubicBezTo>
                    <a:pt x="528" y="878"/>
                    <a:pt x="515" y="863"/>
                    <a:pt x="508" y="831"/>
                  </a:cubicBezTo>
                  <a:cubicBezTo>
                    <a:pt x="530" y="842"/>
                    <a:pt x="537" y="833"/>
                    <a:pt x="560" y="833"/>
                  </a:cubicBezTo>
                  <a:cubicBezTo>
                    <a:pt x="587" y="833"/>
                    <a:pt x="647" y="849"/>
                    <a:pt x="666" y="817"/>
                  </a:cubicBezTo>
                  <a:cubicBezTo>
                    <a:pt x="677" y="799"/>
                    <a:pt x="664" y="777"/>
                    <a:pt x="660" y="759"/>
                  </a:cubicBezTo>
                  <a:cubicBezTo>
                    <a:pt x="670" y="756"/>
                    <a:pt x="680" y="743"/>
                    <a:pt x="690" y="744"/>
                  </a:cubicBezTo>
                  <a:cubicBezTo>
                    <a:pt x="721" y="746"/>
                    <a:pt x="744" y="809"/>
                    <a:pt x="752" y="835"/>
                  </a:cubicBezTo>
                  <a:cubicBezTo>
                    <a:pt x="832" y="845"/>
                    <a:pt x="832" y="845"/>
                    <a:pt x="832" y="845"/>
                  </a:cubicBezTo>
                  <a:cubicBezTo>
                    <a:pt x="864" y="819"/>
                    <a:pt x="864" y="819"/>
                    <a:pt x="864" y="819"/>
                  </a:cubicBezTo>
                  <a:cubicBezTo>
                    <a:pt x="880" y="791"/>
                    <a:pt x="880" y="791"/>
                    <a:pt x="880" y="791"/>
                  </a:cubicBezTo>
                  <a:cubicBezTo>
                    <a:pt x="900" y="808"/>
                    <a:pt x="888" y="842"/>
                    <a:pt x="906" y="854"/>
                  </a:cubicBezTo>
                  <a:cubicBezTo>
                    <a:pt x="957" y="890"/>
                    <a:pt x="977" y="794"/>
                    <a:pt x="976" y="763"/>
                  </a:cubicBezTo>
                  <a:cubicBezTo>
                    <a:pt x="1008" y="751"/>
                    <a:pt x="1008" y="751"/>
                    <a:pt x="1008" y="751"/>
                  </a:cubicBezTo>
                  <a:cubicBezTo>
                    <a:pt x="1000" y="695"/>
                    <a:pt x="1000" y="695"/>
                    <a:pt x="1000" y="695"/>
                  </a:cubicBezTo>
                  <a:cubicBezTo>
                    <a:pt x="1031" y="669"/>
                    <a:pt x="1007" y="630"/>
                    <a:pt x="1004" y="599"/>
                  </a:cubicBezTo>
                  <a:cubicBezTo>
                    <a:pt x="1001" y="574"/>
                    <a:pt x="1022" y="552"/>
                    <a:pt x="1018" y="529"/>
                  </a:cubicBezTo>
                  <a:cubicBezTo>
                    <a:pt x="1014" y="501"/>
                    <a:pt x="988" y="500"/>
                    <a:pt x="969" y="490"/>
                  </a:cubicBezTo>
                  <a:cubicBezTo>
                    <a:pt x="944" y="476"/>
                    <a:pt x="943" y="453"/>
                    <a:pt x="908" y="463"/>
                  </a:cubicBezTo>
                  <a:cubicBezTo>
                    <a:pt x="904" y="459"/>
                    <a:pt x="904" y="459"/>
                    <a:pt x="904" y="459"/>
                  </a:cubicBezTo>
                  <a:cubicBezTo>
                    <a:pt x="925" y="417"/>
                    <a:pt x="903" y="386"/>
                    <a:pt x="932" y="347"/>
                  </a:cubicBezTo>
                  <a:cubicBezTo>
                    <a:pt x="955" y="315"/>
                    <a:pt x="1004" y="324"/>
                    <a:pt x="1013" y="271"/>
                  </a:cubicBezTo>
                  <a:cubicBezTo>
                    <a:pt x="1016" y="255"/>
                    <a:pt x="996" y="243"/>
                    <a:pt x="988" y="231"/>
                  </a:cubicBezTo>
                  <a:cubicBezTo>
                    <a:pt x="981" y="218"/>
                    <a:pt x="981" y="201"/>
                    <a:pt x="980" y="187"/>
                  </a:cubicBezTo>
                  <a:cubicBezTo>
                    <a:pt x="923" y="152"/>
                    <a:pt x="844" y="182"/>
                    <a:pt x="788" y="207"/>
                  </a:cubicBezTo>
                  <a:cubicBezTo>
                    <a:pt x="811" y="177"/>
                    <a:pt x="785" y="170"/>
                    <a:pt x="786" y="139"/>
                  </a:cubicBezTo>
                  <a:cubicBezTo>
                    <a:pt x="787" y="112"/>
                    <a:pt x="820" y="61"/>
                    <a:pt x="811" y="40"/>
                  </a:cubicBezTo>
                  <a:cubicBezTo>
                    <a:pt x="801" y="17"/>
                    <a:pt x="775" y="25"/>
                    <a:pt x="756" y="26"/>
                  </a:cubicBezTo>
                  <a:cubicBezTo>
                    <a:pt x="702" y="30"/>
                    <a:pt x="653" y="20"/>
                    <a:pt x="600" y="23"/>
                  </a:cubicBezTo>
                  <a:cubicBezTo>
                    <a:pt x="570" y="24"/>
                    <a:pt x="485" y="0"/>
                    <a:pt x="464" y="26"/>
                  </a:cubicBezTo>
                  <a:cubicBezTo>
                    <a:pt x="454" y="38"/>
                    <a:pt x="460" y="68"/>
                    <a:pt x="460" y="83"/>
                  </a:cubicBezTo>
                  <a:cubicBezTo>
                    <a:pt x="460" y="136"/>
                    <a:pt x="464" y="189"/>
                    <a:pt x="464" y="24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9" name="Freeform 45"/>
            <p:cNvSpPr>
              <a:spLocks/>
            </p:cNvSpPr>
            <p:nvPr/>
          </p:nvSpPr>
          <p:spPr bwMode="auto">
            <a:xfrm>
              <a:off x="1773238" y="2162175"/>
              <a:ext cx="153988" cy="304800"/>
            </a:xfrm>
            <a:custGeom>
              <a:avLst/>
              <a:gdLst/>
              <a:ahLst/>
              <a:cxnLst>
                <a:cxn ang="0">
                  <a:pos x="100" y="192"/>
                </a:cxn>
                <a:cxn ang="0">
                  <a:pos x="0" y="356"/>
                </a:cxn>
                <a:cxn ang="0">
                  <a:pos x="101" y="440"/>
                </a:cxn>
                <a:cxn ang="0">
                  <a:pos x="109" y="528"/>
                </a:cxn>
                <a:cxn ang="0">
                  <a:pos x="146" y="584"/>
                </a:cxn>
                <a:cxn ang="0">
                  <a:pos x="148" y="704"/>
                </a:cxn>
                <a:cxn ang="0">
                  <a:pos x="152" y="932"/>
                </a:cxn>
                <a:cxn ang="0">
                  <a:pos x="142" y="968"/>
                </a:cxn>
                <a:cxn ang="0">
                  <a:pos x="180" y="1068"/>
                </a:cxn>
                <a:cxn ang="0">
                  <a:pos x="344" y="1052"/>
                </a:cxn>
                <a:cxn ang="0">
                  <a:pos x="372" y="1020"/>
                </a:cxn>
                <a:cxn ang="0">
                  <a:pos x="352" y="812"/>
                </a:cxn>
                <a:cxn ang="0">
                  <a:pos x="356" y="728"/>
                </a:cxn>
                <a:cxn ang="0">
                  <a:pos x="356" y="724"/>
                </a:cxn>
                <a:cxn ang="0">
                  <a:pos x="362" y="586"/>
                </a:cxn>
                <a:cxn ang="0">
                  <a:pos x="412" y="580"/>
                </a:cxn>
                <a:cxn ang="0">
                  <a:pos x="460" y="454"/>
                </a:cxn>
                <a:cxn ang="0">
                  <a:pos x="505" y="420"/>
                </a:cxn>
                <a:cxn ang="0">
                  <a:pos x="500" y="360"/>
                </a:cxn>
                <a:cxn ang="0">
                  <a:pos x="532" y="352"/>
                </a:cxn>
                <a:cxn ang="0">
                  <a:pos x="544" y="292"/>
                </a:cxn>
                <a:cxn ang="0">
                  <a:pos x="520" y="224"/>
                </a:cxn>
                <a:cxn ang="0">
                  <a:pos x="480" y="164"/>
                </a:cxn>
                <a:cxn ang="0">
                  <a:pos x="500" y="116"/>
                </a:cxn>
                <a:cxn ang="0">
                  <a:pos x="448" y="88"/>
                </a:cxn>
                <a:cxn ang="0">
                  <a:pos x="360" y="1"/>
                </a:cxn>
                <a:cxn ang="0">
                  <a:pos x="320" y="14"/>
                </a:cxn>
                <a:cxn ang="0">
                  <a:pos x="282" y="27"/>
                </a:cxn>
                <a:cxn ang="0">
                  <a:pos x="281" y="80"/>
                </a:cxn>
                <a:cxn ang="0">
                  <a:pos x="232" y="151"/>
                </a:cxn>
                <a:cxn ang="0">
                  <a:pos x="100" y="192"/>
                </a:cxn>
              </a:cxnLst>
              <a:rect l="0" t="0" r="r" b="b"/>
              <a:pathLst>
                <a:path w="544" h="1068">
                  <a:moveTo>
                    <a:pt x="100" y="192"/>
                  </a:moveTo>
                  <a:cubicBezTo>
                    <a:pt x="19" y="207"/>
                    <a:pt x="12" y="290"/>
                    <a:pt x="0" y="356"/>
                  </a:cubicBezTo>
                  <a:cubicBezTo>
                    <a:pt x="33" y="374"/>
                    <a:pt x="90" y="402"/>
                    <a:pt x="101" y="440"/>
                  </a:cubicBezTo>
                  <a:cubicBezTo>
                    <a:pt x="110" y="470"/>
                    <a:pt x="97" y="497"/>
                    <a:pt x="109" y="528"/>
                  </a:cubicBezTo>
                  <a:cubicBezTo>
                    <a:pt x="117" y="550"/>
                    <a:pt x="140" y="561"/>
                    <a:pt x="146" y="584"/>
                  </a:cubicBezTo>
                  <a:cubicBezTo>
                    <a:pt x="156" y="619"/>
                    <a:pt x="148" y="667"/>
                    <a:pt x="148" y="704"/>
                  </a:cubicBezTo>
                  <a:cubicBezTo>
                    <a:pt x="148" y="780"/>
                    <a:pt x="152" y="856"/>
                    <a:pt x="152" y="932"/>
                  </a:cubicBezTo>
                  <a:cubicBezTo>
                    <a:pt x="132" y="939"/>
                    <a:pt x="141" y="951"/>
                    <a:pt x="142" y="968"/>
                  </a:cubicBezTo>
                  <a:cubicBezTo>
                    <a:pt x="145" y="1008"/>
                    <a:pt x="167" y="1030"/>
                    <a:pt x="180" y="1068"/>
                  </a:cubicBezTo>
                  <a:cubicBezTo>
                    <a:pt x="344" y="1052"/>
                    <a:pt x="344" y="1052"/>
                    <a:pt x="344" y="1052"/>
                  </a:cubicBezTo>
                  <a:cubicBezTo>
                    <a:pt x="372" y="1020"/>
                    <a:pt x="372" y="1020"/>
                    <a:pt x="372" y="1020"/>
                  </a:cubicBezTo>
                  <a:cubicBezTo>
                    <a:pt x="341" y="957"/>
                    <a:pt x="352" y="880"/>
                    <a:pt x="352" y="812"/>
                  </a:cubicBezTo>
                  <a:cubicBezTo>
                    <a:pt x="351" y="779"/>
                    <a:pt x="338" y="761"/>
                    <a:pt x="356" y="728"/>
                  </a:cubicBezTo>
                  <a:cubicBezTo>
                    <a:pt x="356" y="724"/>
                    <a:pt x="356" y="724"/>
                    <a:pt x="356" y="724"/>
                  </a:cubicBezTo>
                  <a:cubicBezTo>
                    <a:pt x="345" y="706"/>
                    <a:pt x="344" y="601"/>
                    <a:pt x="362" y="586"/>
                  </a:cubicBezTo>
                  <a:cubicBezTo>
                    <a:pt x="373" y="577"/>
                    <a:pt x="398" y="582"/>
                    <a:pt x="412" y="580"/>
                  </a:cubicBezTo>
                  <a:cubicBezTo>
                    <a:pt x="416" y="535"/>
                    <a:pt x="435" y="489"/>
                    <a:pt x="460" y="454"/>
                  </a:cubicBezTo>
                  <a:cubicBezTo>
                    <a:pt x="472" y="438"/>
                    <a:pt x="494" y="442"/>
                    <a:pt x="505" y="420"/>
                  </a:cubicBezTo>
                  <a:cubicBezTo>
                    <a:pt x="520" y="391"/>
                    <a:pt x="494" y="383"/>
                    <a:pt x="500" y="360"/>
                  </a:cubicBezTo>
                  <a:cubicBezTo>
                    <a:pt x="504" y="344"/>
                    <a:pt x="521" y="349"/>
                    <a:pt x="532" y="352"/>
                  </a:cubicBezTo>
                  <a:cubicBezTo>
                    <a:pt x="544" y="292"/>
                    <a:pt x="544" y="292"/>
                    <a:pt x="544" y="292"/>
                  </a:cubicBezTo>
                  <a:cubicBezTo>
                    <a:pt x="520" y="224"/>
                    <a:pt x="520" y="224"/>
                    <a:pt x="520" y="224"/>
                  </a:cubicBezTo>
                  <a:cubicBezTo>
                    <a:pt x="480" y="164"/>
                    <a:pt x="480" y="164"/>
                    <a:pt x="480" y="164"/>
                  </a:cubicBezTo>
                  <a:cubicBezTo>
                    <a:pt x="500" y="116"/>
                    <a:pt x="500" y="116"/>
                    <a:pt x="500" y="116"/>
                  </a:cubicBezTo>
                  <a:cubicBezTo>
                    <a:pt x="483" y="102"/>
                    <a:pt x="472" y="85"/>
                    <a:pt x="448" y="88"/>
                  </a:cubicBezTo>
                  <a:cubicBezTo>
                    <a:pt x="438" y="58"/>
                    <a:pt x="394" y="3"/>
                    <a:pt x="360" y="1"/>
                  </a:cubicBezTo>
                  <a:cubicBezTo>
                    <a:pt x="345" y="0"/>
                    <a:pt x="333" y="10"/>
                    <a:pt x="320" y="14"/>
                  </a:cubicBezTo>
                  <a:cubicBezTo>
                    <a:pt x="309" y="18"/>
                    <a:pt x="291" y="18"/>
                    <a:pt x="282" y="27"/>
                  </a:cubicBezTo>
                  <a:cubicBezTo>
                    <a:pt x="272" y="38"/>
                    <a:pt x="284" y="65"/>
                    <a:pt x="281" y="80"/>
                  </a:cubicBezTo>
                  <a:cubicBezTo>
                    <a:pt x="276" y="112"/>
                    <a:pt x="256" y="131"/>
                    <a:pt x="232" y="151"/>
                  </a:cubicBezTo>
                  <a:cubicBezTo>
                    <a:pt x="199" y="178"/>
                    <a:pt x="98" y="140"/>
                    <a:pt x="100" y="19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0" name="Freeform 46"/>
            <p:cNvSpPr>
              <a:spLocks/>
            </p:cNvSpPr>
            <p:nvPr/>
          </p:nvSpPr>
          <p:spPr bwMode="auto">
            <a:xfrm>
              <a:off x="1728788" y="2225675"/>
              <a:ext cx="100013" cy="249238"/>
            </a:xfrm>
            <a:custGeom>
              <a:avLst/>
              <a:gdLst/>
              <a:ahLst/>
              <a:cxnLst>
                <a:cxn ang="0">
                  <a:pos x="24" y="0"/>
                </a:cxn>
                <a:cxn ang="0">
                  <a:pos x="11" y="80"/>
                </a:cxn>
                <a:cxn ang="0">
                  <a:pos x="75" y="131"/>
                </a:cxn>
                <a:cxn ang="0">
                  <a:pos x="96" y="200"/>
                </a:cxn>
                <a:cxn ang="0">
                  <a:pos x="63" y="287"/>
                </a:cxn>
                <a:cxn ang="0">
                  <a:pos x="110" y="294"/>
                </a:cxn>
                <a:cxn ang="0">
                  <a:pos x="102" y="360"/>
                </a:cxn>
                <a:cxn ang="0">
                  <a:pos x="108" y="392"/>
                </a:cxn>
                <a:cxn ang="0">
                  <a:pos x="88" y="404"/>
                </a:cxn>
                <a:cxn ang="0">
                  <a:pos x="143" y="476"/>
                </a:cxn>
                <a:cxn ang="0">
                  <a:pos x="127" y="512"/>
                </a:cxn>
                <a:cxn ang="0">
                  <a:pos x="130" y="556"/>
                </a:cxn>
                <a:cxn ang="0">
                  <a:pos x="136" y="648"/>
                </a:cxn>
                <a:cxn ang="0">
                  <a:pos x="112" y="716"/>
                </a:cxn>
                <a:cxn ang="0">
                  <a:pos x="152" y="788"/>
                </a:cxn>
                <a:cxn ang="0">
                  <a:pos x="212" y="864"/>
                </a:cxn>
                <a:cxn ang="0">
                  <a:pos x="348" y="840"/>
                </a:cxn>
                <a:cxn ang="0">
                  <a:pos x="310" y="772"/>
                </a:cxn>
                <a:cxn ang="0">
                  <a:pos x="304" y="716"/>
                </a:cxn>
                <a:cxn ang="0">
                  <a:pos x="320" y="620"/>
                </a:cxn>
                <a:cxn ang="0">
                  <a:pos x="316" y="404"/>
                </a:cxn>
                <a:cxn ang="0">
                  <a:pos x="280" y="320"/>
                </a:cxn>
                <a:cxn ang="0">
                  <a:pos x="276" y="280"/>
                </a:cxn>
                <a:cxn ang="0">
                  <a:pos x="260" y="276"/>
                </a:cxn>
                <a:cxn ang="0">
                  <a:pos x="266" y="240"/>
                </a:cxn>
                <a:cxn ang="0">
                  <a:pos x="264" y="194"/>
                </a:cxn>
                <a:cxn ang="0">
                  <a:pos x="169" y="124"/>
                </a:cxn>
                <a:cxn ang="0">
                  <a:pos x="188" y="16"/>
                </a:cxn>
                <a:cxn ang="0">
                  <a:pos x="24" y="0"/>
                </a:cxn>
              </a:cxnLst>
              <a:rect l="0" t="0" r="r" b="b"/>
              <a:pathLst>
                <a:path w="348" h="871">
                  <a:moveTo>
                    <a:pt x="24" y="0"/>
                  </a:moveTo>
                  <a:cubicBezTo>
                    <a:pt x="29" y="28"/>
                    <a:pt x="0" y="54"/>
                    <a:pt x="11" y="80"/>
                  </a:cubicBezTo>
                  <a:cubicBezTo>
                    <a:pt x="19" y="101"/>
                    <a:pt x="58" y="115"/>
                    <a:pt x="75" y="131"/>
                  </a:cubicBezTo>
                  <a:cubicBezTo>
                    <a:pt x="86" y="142"/>
                    <a:pt x="93" y="184"/>
                    <a:pt x="96" y="200"/>
                  </a:cubicBezTo>
                  <a:cubicBezTo>
                    <a:pt x="103" y="231"/>
                    <a:pt x="45" y="251"/>
                    <a:pt x="63" y="287"/>
                  </a:cubicBezTo>
                  <a:cubicBezTo>
                    <a:pt x="72" y="306"/>
                    <a:pt x="97" y="279"/>
                    <a:pt x="110" y="294"/>
                  </a:cubicBezTo>
                  <a:cubicBezTo>
                    <a:pt x="129" y="314"/>
                    <a:pt x="101" y="339"/>
                    <a:pt x="102" y="360"/>
                  </a:cubicBezTo>
                  <a:cubicBezTo>
                    <a:pt x="103" y="371"/>
                    <a:pt x="112" y="381"/>
                    <a:pt x="108" y="392"/>
                  </a:cubicBezTo>
                  <a:cubicBezTo>
                    <a:pt x="104" y="400"/>
                    <a:pt x="96" y="402"/>
                    <a:pt x="88" y="404"/>
                  </a:cubicBezTo>
                  <a:cubicBezTo>
                    <a:pt x="95" y="438"/>
                    <a:pt x="137" y="446"/>
                    <a:pt x="143" y="476"/>
                  </a:cubicBezTo>
                  <a:cubicBezTo>
                    <a:pt x="145" y="490"/>
                    <a:pt x="131" y="500"/>
                    <a:pt x="127" y="512"/>
                  </a:cubicBezTo>
                  <a:cubicBezTo>
                    <a:pt x="124" y="527"/>
                    <a:pt x="131" y="541"/>
                    <a:pt x="130" y="556"/>
                  </a:cubicBezTo>
                  <a:cubicBezTo>
                    <a:pt x="128" y="584"/>
                    <a:pt x="90" y="641"/>
                    <a:pt x="136" y="648"/>
                  </a:cubicBezTo>
                  <a:cubicBezTo>
                    <a:pt x="135" y="673"/>
                    <a:pt x="136" y="704"/>
                    <a:pt x="112" y="716"/>
                  </a:cubicBezTo>
                  <a:cubicBezTo>
                    <a:pt x="118" y="739"/>
                    <a:pt x="129" y="781"/>
                    <a:pt x="152" y="788"/>
                  </a:cubicBezTo>
                  <a:cubicBezTo>
                    <a:pt x="145" y="826"/>
                    <a:pt x="201" y="831"/>
                    <a:pt x="212" y="864"/>
                  </a:cubicBezTo>
                  <a:cubicBezTo>
                    <a:pt x="264" y="871"/>
                    <a:pt x="299" y="851"/>
                    <a:pt x="348" y="840"/>
                  </a:cubicBezTo>
                  <a:cubicBezTo>
                    <a:pt x="310" y="772"/>
                    <a:pt x="310" y="772"/>
                    <a:pt x="310" y="772"/>
                  </a:cubicBezTo>
                  <a:cubicBezTo>
                    <a:pt x="304" y="716"/>
                    <a:pt x="304" y="716"/>
                    <a:pt x="304" y="716"/>
                  </a:cubicBezTo>
                  <a:cubicBezTo>
                    <a:pt x="332" y="707"/>
                    <a:pt x="320" y="645"/>
                    <a:pt x="320" y="620"/>
                  </a:cubicBezTo>
                  <a:cubicBezTo>
                    <a:pt x="320" y="548"/>
                    <a:pt x="316" y="476"/>
                    <a:pt x="316" y="404"/>
                  </a:cubicBezTo>
                  <a:cubicBezTo>
                    <a:pt x="316" y="369"/>
                    <a:pt x="316" y="337"/>
                    <a:pt x="280" y="320"/>
                  </a:cubicBezTo>
                  <a:cubicBezTo>
                    <a:pt x="276" y="280"/>
                    <a:pt x="276" y="280"/>
                    <a:pt x="276" y="280"/>
                  </a:cubicBezTo>
                  <a:cubicBezTo>
                    <a:pt x="260" y="276"/>
                    <a:pt x="260" y="276"/>
                    <a:pt x="260" y="276"/>
                  </a:cubicBezTo>
                  <a:cubicBezTo>
                    <a:pt x="266" y="240"/>
                    <a:pt x="266" y="240"/>
                    <a:pt x="266" y="240"/>
                  </a:cubicBezTo>
                  <a:cubicBezTo>
                    <a:pt x="264" y="194"/>
                    <a:pt x="264" y="194"/>
                    <a:pt x="264" y="194"/>
                  </a:cubicBezTo>
                  <a:cubicBezTo>
                    <a:pt x="169" y="124"/>
                    <a:pt x="169" y="124"/>
                    <a:pt x="169" y="124"/>
                  </a:cubicBezTo>
                  <a:cubicBezTo>
                    <a:pt x="188" y="16"/>
                    <a:pt x="188" y="16"/>
                    <a:pt x="188" y="16"/>
                  </a:cubicBezTo>
                  <a:lnTo>
                    <a:pt x="24"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1" name="Freeform 47"/>
            <p:cNvSpPr>
              <a:spLocks/>
            </p:cNvSpPr>
            <p:nvPr/>
          </p:nvSpPr>
          <p:spPr bwMode="auto">
            <a:xfrm>
              <a:off x="1069975" y="2279650"/>
              <a:ext cx="157163" cy="158750"/>
            </a:xfrm>
            <a:custGeom>
              <a:avLst/>
              <a:gdLst/>
              <a:ahLst/>
              <a:cxnLst>
                <a:cxn ang="0">
                  <a:pos x="260" y="24"/>
                </a:cxn>
                <a:cxn ang="0">
                  <a:pos x="165" y="32"/>
                </a:cxn>
                <a:cxn ang="0">
                  <a:pos x="121" y="111"/>
                </a:cxn>
                <a:cxn ang="0">
                  <a:pos x="80" y="139"/>
                </a:cxn>
                <a:cxn ang="0">
                  <a:pos x="60" y="168"/>
                </a:cxn>
                <a:cxn ang="0">
                  <a:pos x="16" y="176"/>
                </a:cxn>
                <a:cxn ang="0">
                  <a:pos x="44" y="204"/>
                </a:cxn>
                <a:cxn ang="0">
                  <a:pos x="44" y="208"/>
                </a:cxn>
                <a:cxn ang="0">
                  <a:pos x="34" y="255"/>
                </a:cxn>
                <a:cxn ang="0">
                  <a:pos x="80" y="248"/>
                </a:cxn>
                <a:cxn ang="0">
                  <a:pos x="84" y="260"/>
                </a:cxn>
                <a:cxn ang="0">
                  <a:pos x="52" y="264"/>
                </a:cxn>
                <a:cxn ang="0">
                  <a:pos x="52" y="276"/>
                </a:cxn>
                <a:cxn ang="0">
                  <a:pos x="0" y="264"/>
                </a:cxn>
                <a:cxn ang="0">
                  <a:pos x="40" y="328"/>
                </a:cxn>
                <a:cxn ang="0">
                  <a:pos x="76" y="372"/>
                </a:cxn>
                <a:cxn ang="0">
                  <a:pos x="104" y="396"/>
                </a:cxn>
                <a:cxn ang="0">
                  <a:pos x="136" y="416"/>
                </a:cxn>
                <a:cxn ang="0">
                  <a:pos x="136" y="420"/>
                </a:cxn>
                <a:cxn ang="0">
                  <a:pos x="76" y="440"/>
                </a:cxn>
                <a:cxn ang="0">
                  <a:pos x="160" y="460"/>
                </a:cxn>
                <a:cxn ang="0">
                  <a:pos x="256" y="506"/>
                </a:cxn>
                <a:cxn ang="0">
                  <a:pos x="344" y="548"/>
                </a:cxn>
                <a:cxn ang="0">
                  <a:pos x="377" y="498"/>
                </a:cxn>
                <a:cxn ang="0">
                  <a:pos x="493" y="399"/>
                </a:cxn>
                <a:cxn ang="0">
                  <a:pos x="499" y="353"/>
                </a:cxn>
                <a:cxn ang="0">
                  <a:pos x="540" y="335"/>
                </a:cxn>
                <a:cxn ang="0">
                  <a:pos x="552" y="272"/>
                </a:cxn>
                <a:cxn ang="0">
                  <a:pos x="516" y="292"/>
                </a:cxn>
                <a:cxn ang="0">
                  <a:pos x="512" y="236"/>
                </a:cxn>
                <a:cxn ang="0">
                  <a:pos x="512" y="232"/>
                </a:cxn>
                <a:cxn ang="0">
                  <a:pos x="500" y="180"/>
                </a:cxn>
                <a:cxn ang="0">
                  <a:pos x="500" y="176"/>
                </a:cxn>
                <a:cxn ang="0">
                  <a:pos x="468" y="168"/>
                </a:cxn>
                <a:cxn ang="0">
                  <a:pos x="488" y="132"/>
                </a:cxn>
                <a:cxn ang="0">
                  <a:pos x="388" y="12"/>
                </a:cxn>
                <a:cxn ang="0">
                  <a:pos x="324" y="8"/>
                </a:cxn>
                <a:cxn ang="0">
                  <a:pos x="260" y="24"/>
                </a:cxn>
              </a:cxnLst>
              <a:rect l="0" t="0" r="r" b="b"/>
              <a:pathLst>
                <a:path w="552" h="554">
                  <a:moveTo>
                    <a:pt x="260" y="24"/>
                  </a:moveTo>
                  <a:cubicBezTo>
                    <a:pt x="165" y="32"/>
                    <a:pt x="165" y="32"/>
                    <a:pt x="165" y="32"/>
                  </a:cubicBezTo>
                  <a:cubicBezTo>
                    <a:pt x="121" y="111"/>
                    <a:pt x="121" y="111"/>
                    <a:pt x="121" y="111"/>
                  </a:cubicBezTo>
                  <a:cubicBezTo>
                    <a:pt x="80" y="139"/>
                    <a:pt x="80" y="139"/>
                    <a:pt x="80" y="139"/>
                  </a:cubicBezTo>
                  <a:cubicBezTo>
                    <a:pt x="60" y="168"/>
                    <a:pt x="60" y="168"/>
                    <a:pt x="60" y="168"/>
                  </a:cubicBezTo>
                  <a:cubicBezTo>
                    <a:pt x="16" y="176"/>
                    <a:pt x="16" y="176"/>
                    <a:pt x="16" y="176"/>
                  </a:cubicBezTo>
                  <a:cubicBezTo>
                    <a:pt x="21" y="193"/>
                    <a:pt x="28" y="200"/>
                    <a:pt x="44" y="204"/>
                  </a:cubicBezTo>
                  <a:cubicBezTo>
                    <a:pt x="44" y="208"/>
                    <a:pt x="44" y="208"/>
                    <a:pt x="44" y="208"/>
                  </a:cubicBezTo>
                  <a:cubicBezTo>
                    <a:pt x="30" y="214"/>
                    <a:pt x="15" y="245"/>
                    <a:pt x="34" y="255"/>
                  </a:cubicBezTo>
                  <a:cubicBezTo>
                    <a:pt x="47" y="262"/>
                    <a:pt x="68" y="254"/>
                    <a:pt x="80" y="248"/>
                  </a:cubicBezTo>
                  <a:cubicBezTo>
                    <a:pt x="84" y="260"/>
                    <a:pt x="84" y="260"/>
                    <a:pt x="84" y="260"/>
                  </a:cubicBezTo>
                  <a:cubicBezTo>
                    <a:pt x="52" y="264"/>
                    <a:pt x="52" y="264"/>
                    <a:pt x="52" y="264"/>
                  </a:cubicBezTo>
                  <a:cubicBezTo>
                    <a:pt x="52" y="276"/>
                    <a:pt x="52" y="276"/>
                    <a:pt x="52" y="276"/>
                  </a:cubicBezTo>
                  <a:cubicBezTo>
                    <a:pt x="0" y="264"/>
                    <a:pt x="0" y="264"/>
                    <a:pt x="0" y="264"/>
                  </a:cubicBezTo>
                  <a:cubicBezTo>
                    <a:pt x="40" y="328"/>
                    <a:pt x="40" y="328"/>
                    <a:pt x="40" y="328"/>
                  </a:cubicBezTo>
                  <a:cubicBezTo>
                    <a:pt x="64" y="326"/>
                    <a:pt x="110" y="350"/>
                    <a:pt x="76" y="372"/>
                  </a:cubicBezTo>
                  <a:cubicBezTo>
                    <a:pt x="104" y="396"/>
                    <a:pt x="104" y="396"/>
                    <a:pt x="104" y="396"/>
                  </a:cubicBezTo>
                  <a:cubicBezTo>
                    <a:pt x="108" y="411"/>
                    <a:pt x="122" y="414"/>
                    <a:pt x="136" y="416"/>
                  </a:cubicBezTo>
                  <a:cubicBezTo>
                    <a:pt x="136" y="420"/>
                    <a:pt x="136" y="420"/>
                    <a:pt x="136" y="420"/>
                  </a:cubicBezTo>
                  <a:cubicBezTo>
                    <a:pt x="115" y="423"/>
                    <a:pt x="89" y="421"/>
                    <a:pt x="76" y="440"/>
                  </a:cubicBezTo>
                  <a:cubicBezTo>
                    <a:pt x="160" y="460"/>
                    <a:pt x="160" y="460"/>
                    <a:pt x="160" y="460"/>
                  </a:cubicBezTo>
                  <a:cubicBezTo>
                    <a:pt x="165" y="484"/>
                    <a:pt x="235" y="494"/>
                    <a:pt x="256" y="506"/>
                  </a:cubicBezTo>
                  <a:cubicBezTo>
                    <a:pt x="280" y="519"/>
                    <a:pt x="316" y="554"/>
                    <a:pt x="344" y="548"/>
                  </a:cubicBezTo>
                  <a:cubicBezTo>
                    <a:pt x="366" y="543"/>
                    <a:pt x="361" y="509"/>
                    <a:pt x="377" y="498"/>
                  </a:cubicBezTo>
                  <a:cubicBezTo>
                    <a:pt x="412" y="473"/>
                    <a:pt x="469" y="436"/>
                    <a:pt x="493" y="399"/>
                  </a:cubicBezTo>
                  <a:cubicBezTo>
                    <a:pt x="502" y="385"/>
                    <a:pt x="491" y="367"/>
                    <a:pt x="499" y="353"/>
                  </a:cubicBezTo>
                  <a:cubicBezTo>
                    <a:pt x="509" y="336"/>
                    <a:pt x="528" y="346"/>
                    <a:pt x="540" y="335"/>
                  </a:cubicBezTo>
                  <a:cubicBezTo>
                    <a:pt x="550" y="326"/>
                    <a:pt x="551" y="287"/>
                    <a:pt x="552" y="272"/>
                  </a:cubicBezTo>
                  <a:cubicBezTo>
                    <a:pt x="533" y="269"/>
                    <a:pt x="519" y="270"/>
                    <a:pt x="516" y="292"/>
                  </a:cubicBezTo>
                  <a:cubicBezTo>
                    <a:pt x="457" y="314"/>
                    <a:pt x="494" y="265"/>
                    <a:pt x="512" y="236"/>
                  </a:cubicBezTo>
                  <a:cubicBezTo>
                    <a:pt x="512" y="232"/>
                    <a:pt x="512" y="232"/>
                    <a:pt x="512" y="232"/>
                  </a:cubicBezTo>
                  <a:cubicBezTo>
                    <a:pt x="499" y="217"/>
                    <a:pt x="492" y="200"/>
                    <a:pt x="500" y="180"/>
                  </a:cubicBezTo>
                  <a:cubicBezTo>
                    <a:pt x="500" y="176"/>
                    <a:pt x="500" y="176"/>
                    <a:pt x="500" y="176"/>
                  </a:cubicBezTo>
                  <a:cubicBezTo>
                    <a:pt x="468" y="168"/>
                    <a:pt x="468" y="168"/>
                    <a:pt x="468" y="168"/>
                  </a:cubicBezTo>
                  <a:cubicBezTo>
                    <a:pt x="488" y="132"/>
                    <a:pt x="488" y="132"/>
                    <a:pt x="488" y="132"/>
                  </a:cubicBezTo>
                  <a:cubicBezTo>
                    <a:pt x="448" y="101"/>
                    <a:pt x="431" y="38"/>
                    <a:pt x="388" y="12"/>
                  </a:cubicBezTo>
                  <a:cubicBezTo>
                    <a:pt x="371" y="3"/>
                    <a:pt x="343" y="8"/>
                    <a:pt x="324" y="8"/>
                  </a:cubicBezTo>
                  <a:cubicBezTo>
                    <a:pt x="303" y="8"/>
                    <a:pt x="268" y="0"/>
                    <a:pt x="260" y="2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2" name="Freeform 48"/>
            <p:cNvSpPr>
              <a:spLocks/>
            </p:cNvSpPr>
            <p:nvPr/>
          </p:nvSpPr>
          <p:spPr bwMode="auto">
            <a:xfrm>
              <a:off x="1573213" y="2220913"/>
              <a:ext cx="222250" cy="320675"/>
            </a:xfrm>
            <a:custGeom>
              <a:avLst/>
              <a:gdLst/>
              <a:ahLst/>
              <a:cxnLst>
                <a:cxn ang="0">
                  <a:pos x="463" y="47"/>
                </a:cxn>
                <a:cxn ang="0">
                  <a:pos x="455" y="47"/>
                </a:cxn>
                <a:cxn ang="0">
                  <a:pos x="391" y="32"/>
                </a:cxn>
                <a:cxn ang="0">
                  <a:pos x="203" y="35"/>
                </a:cxn>
                <a:cxn ang="0">
                  <a:pos x="131" y="43"/>
                </a:cxn>
                <a:cxn ang="0">
                  <a:pos x="127" y="43"/>
                </a:cxn>
                <a:cxn ang="0">
                  <a:pos x="63" y="73"/>
                </a:cxn>
                <a:cxn ang="0">
                  <a:pos x="76" y="163"/>
                </a:cxn>
                <a:cxn ang="0">
                  <a:pos x="83" y="203"/>
                </a:cxn>
                <a:cxn ang="0">
                  <a:pos x="81" y="279"/>
                </a:cxn>
                <a:cxn ang="0">
                  <a:pos x="98" y="323"/>
                </a:cxn>
                <a:cxn ang="0">
                  <a:pos x="107" y="387"/>
                </a:cxn>
                <a:cxn ang="0">
                  <a:pos x="128" y="515"/>
                </a:cxn>
                <a:cxn ang="0">
                  <a:pos x="81" y="569"/>
                </a:cxn>
                <a:cxn ang="0">
                  <a:pos x="44" y="695"/>
                </a:cxn>
                <a:cxn ang="0">
                  <a:pos x="0" y="800"/>
                </a:cxn>
                <a:cxn ang="0">
                  <a:pos x="26" y="891"/>
                </a:cxn>
                <a:cxn ang="0">
                  <a:pos x="45" y="966"/>
                </a:cxn>
                <a:cxn ang="0">
                  <a:pos x="83" y="988"/>
                </a:cxn>
                <a:cxn ang="0">
                  <a:pos x="87" y="1055"/>
                </a:cxn>
                <a:cxn ang="0">
                  <a:pos x="47" y="1075"/>
                </a:cxn>
                <a:cxn ang="0">
                  <a:pos x="159" y="1099"/>
                </a:cxn>
                <a:cxn ang="0">
                  <a:pos x="223" y="1122"/>
                </a:cxn>
                <a:cxn ang="0">
                  <a:pos x="291" y="1082"/>
                </a:cxn>
                <a:cxn ang="0">
                  <a:pos x="431" y="1043"/>
                </a:cxn>
                <a:cxn ang="0">
                  <a:pos x="675" y="951"/>
                </a:cxn>
                <a:cxn ang="0">
                  <a:pos x="603" y="887"/>
                </a:cxn>
                <a:cxn ang="0">
                  <a:pos x="687" y="951"/>
                </a:cxn>
                <a:cxn ang="0">
                  <a:pos x="738" y="940"/>
                </a:cxn>
                <a:cxn ang="0">
                  <a:pos x="775" y="903"/>
                </a:cxn>
                <a:cxn ang="0">
                  <a:pos x="747" y="847"/>
                </a:cxn>
                <a:cxn ang="0">
                  <a:pos x="695" y="823"/>
                </a:cxn>
                <a:cxn ang="0">
                  <a:pos x="703" y="803"/>
                </a:cxn>
                <a:cxn ang="0">
                  <a:pos x="683" y="799"/>
                </a:cxn>
                <a:cxn ang="0">
                  <a:pos x="659" y="739"/>
                </a:cxn>
                <a:cxn ang="0">
                  <a:pos x="659" y="655"/>
                </a:cxn>
                <a:cxn ang="0">
                  <a:pos x="699" y="507"/>
                </a:cxn>
                <a:cxn ang="0">
                  <a:pos x="699" y="503"/>
                </a:cxn>
                <a:cxn ang="0">
                  <a:pos x="635" y="431"/>
                </a:cxn>
                <a:cxn ang="0">
                  <a:pos x="651" y="373"/>
                </a:cxn>
                <a:cxn ang="0">
                  <a:pos x="667" y="311"/>
                </a:cxn>
                <a:cxn ang="0">
                  <a:pos x="611" y="307"/>
                </a:cxn>
                <a:cxn ang="0">
                  <a:pos x="645" y="227"/>
                </a:cxn>
                <a:cxn ang="0">
                  <a:pos x="559" y="103"/>
                </a:cxn>
                <a:cxn ang="0">
                  <a:pos x="583" y="23"/>
                </a:cxn>
                <a:cxn ang="0">
                  <a:pos x="463" y="47"/>
                </a:cxn>
              </a:cxnLst>
              <a:rect l="0" t="0" r="r" b="b"/>
              <a:pathLst>
                <a:path w="775" h="1128">
                  <a:moveTo>
                    <a:pt x="463" y="47"/>
                  </a:moveTo>
                  <a:cubicBezTo>
                    <a:pt x="455" y="47"/>
                    <a:pt x="455" y="47"/>
                    <a:pt x="455" y="47"/>
                  </a:cubicBezTo>
                  <a:cubicBezTo>
                    <a:pt x="443" y="30"/>
                    <a:pt x="411" y="33"/>
                    <a:pt x="391" y="32"/>
                  </a:cubicBezTo>
                  <a:cubicBezTo>
                    <a:pt x="329" y="29"/>
                    <a:pt x="266" y="35"/>
                    <a:pt x="203" y="35"/>
                  </a:cubicBezTo>
                  <a:cubicBezTo>
                    <a:pt x="184" y="35"/>
                    <a:pt x="145" y="28"/>
                    <a:pt x="131" y="43"/>
                  </a:cubicBezTo>
                  <a:cubicBezTo>
                    <a:pt x="127" y="43"/>
                    <a:pt x="127" y="43"/>
                    <a:pt x="127" y="43"/>
                  </a:cubicBezTo>
                  <a:cubicBezTo>
                    <a:pt x="100" y="12"/>
                    <a:pt x="72" y="49"/>
                    <a:pt x="63" y="73"/>
                  </a:cubicBezTo>
                  <a:cubicBezTo>
                    <a:pt x="47" y="113"/>
                    <a:pt x="68" y="127"/>
                    <a:pt x="76" y="163"/>
                  </a:cubicBezTo>
                  <a:cubicBezTo>
                    <a:pt x="80" y="178"/>
                    <a:pt x="71" y="193"/>
                    <a:pt x="83" y="203"/>
                  </a:cubicBezTo>
                  <a:cubicBezTo>
                    <a:pt x="80" y="225"/>
                    <a:pt x="75" y="258"/>
                    <a:pt x="81" y="279"/>
                  </a:cubicBezTo>
                  <a:cubicBezTo>
                    <a:pt x="85" y="295"/>
                    <a:pt x="97" y="307"/>
                    <a:pt x="98" y="323"/>
                  </a:cubicBezTo>
                  <a:cubicBezTo>
                    <a:pt x="100" y="349"/>
                    <a:pt x="64" y="382"/>
                    <a:pt x="107" y="387"/>
                  </a:cubicBezTo>
                  <a:cubicBezTo>
                    <a:pt x="128" y="515"/>
                    <a:pt x="128" y="515"/>
                    <a:pt x="128" y="515"/>
                  </a:cubicBezTo>
                  <a:cubicBezTo>
                    <a:pt x="81" y="569"/>
                    <a:pt x="81" y="569"/>
                    <a:pt x="81" y="569"/>
                  </a:cubicBezTo>
                  <a:cubicBezTo>
                    <a:pt x="44" y="695"/>
                    <a:pt x="44" y="695"/>
                    <a:pt x="44" y="695"/>
                  </a:cubicBezTo>
                  <a:cubicBezTo>
                    <a:pt x="0" y="800"/>
                    <a:pt x="0" y="800"/>
                    <a:pt x="0" y="800"/>
                  </a:cubicBezTo>
                  <a:cubicBezTo>
                    <a:pt x="26" y="891"/>
                    <a:pt x="26" y="891"/>
                    <a:pt x="26" y="891"/>
                  </a:cubicBezTo>
                  <a:cubicBezTo>
                    <a:pt x="45" y="966"/>
                    <a:pt x="45" y="966"/>
                    <a:pt x="45" y="966"/>
                  </a:cubicBezTo>
                  <a:cubicBezTo>
                    <a:pt x="83" y="988"/>
                    <a:pt x="83" y="988"/>
                    <a:pt x="83" y="988"/>
                  </a:cubicBezTo>
                  <a:cubicBezTo>
                    <a:pt x="87" y="1055"/>
                    <a:pt x="87" y="1055"/>
                    <a:pt x="87" y="1055"/>
                  </a:cubicBezTo>
                  <a:cubicBezTo>
                    <a:pt x="70" y="1059"/>
                    <a:pt x="53" y="1057"/>
                    <a:pt x="47" y="1075"/>
                  </a:cubicBezTo>
                  <a:cubicBezTo>
                    <a:pt x="83" y="1080"/>
                    <a:pt x="126" y="1086"/>
                    <a:pt x="159" y="1099"/>
                  </a:cubicBezTo>
                  <a:cubicBezTo>
                    <a:pt x="183" y="1109"/>
                    <a:pt x="195" y="1128"/>
                    <a:pt x="223" y="1122"/>
                  </a:cubicBezTo>
                  <a:cubicBezTo>
                    <a:pt x="250" y="1117"/>
                    <a:pt x="267" y="1091"/>
                    <a:pt x="291" y="1082"/>
                  </a:cubicBezTo>
                  <a:cubicBezTo>
                    <a:pt x="335" y="1064"/>
                    <a:pt x="390" y="1063"/>
                    <a:pt x="431" y="1043"/>
                  </a:cubicBezTo>
                  <a:cubicBezTo>
                    <a:pt x="513" y="1005"/>
                    <a:pt x="584" y="951"/>
                    <a:pt x="675" y="951"/>
                  </a:cubicBezTo>
                  <a:cubicBezTo>
                    <a:pt x="675" y="900"/>
                    <a:pt x="635" y="912"/>
                    <a:pt x="603" y="887"/>
                  </a:cubicBezTo>
                  <a:cubicBezTo>
                    <a:pt x="647" y="891"/>
                    <a:pt x="687" y="900"/>
                    <a:pt x="687" y="951"/>
                  </a:cubicBezTo>
                  <a:cubicBezTo>
                    <a:pt x="738" y="940"/>
                    <a:pt x="738" y="940"/>
                    <a:pt x="738" y="940"/>
                  </a:cubicBezTo>
                  <a:cubicBezTo>
                    <a:pt x="775" y="903"/>
                    <a:pt x="775" y="903"/>
                    <a:pt x="775" y="903"/>
                  </a:cubicBezTo>
                  <a:cubicBezTo>
                    <a:pt x="747" y="847"/>
                    <a:pt x="747" y="847"/>
                    <a:pt x="747" y="847"/>
                  </a:cubicBezTo>
                  <a:cubicBezTo>
                    <a:pt x="695" y="823"/>
                    <a:pt x="695" y="823"/>
                    <a:pt x="695" y="823"/>
                  </a:cubicBezTo>
                  <a:cubicBezTo>
                    <a:pt x="703" y="803"/>
                    <a:pt x="703" y="803"/>
                    <a:pt x="703" y="803"/>
                  </a:cubicBezTo>
                  <a:cubicBezTo>
                    <a:pt x="683" y="799"/>
                    <a:pt x="683" y="799"/>
                    <a:pt x="683" y="799"/>
                  </a:cubicBezTo>
                  <a:cubicBezTo>
                    <a:pt x="659" y="739"/>
                    <a:pt x="659" y="739"/>
                    <a:pt x="659" y="739"/>
                  </a:cubicBezTo>
                  <a:cubicBezTo>
                    <a:pt x="691" y="730"/>
                    <a:pt x="694" y="665"/>
                    <a:pt x="659" y="655"/>
                  </a:cubicBezTo>
                  <a:cubicBezTo>
                    <a:pt x="673" y="607"/>
                    <a:pt x="662" y="539"/>
                    <a:pt x="699" y="507"/>
                  </a:cubicBezTo>
                  <a:cubicBezTo>
                    <a:pt x="699" y="503"/>
                    <a:pt x="699" y="503"/>
                    <a:pt x="699" y="503"/>
                  </a:cubicBezTo>
                  <a:cubicBezTo>
                    <a:pt x="635" y="431"/>
                    <a:pt x="635" y="431"/>
                    <a:pt x="635" y="431"/>
                  </a:cubicBezTo>
                  <a:cubicBezTo>
                    <a:pt x="674" y="416"/>
                    <a:pt x="647" y="400"/>
                    <a:pt x="651" y="373"/>
                  </a:cubicBezTo>
                  <a:cubicBezTo>
                    <a:pt x="655" y="352"/>
                    <a:pt x="663" y="332"/>
                    <a:pt x="667" y="311"/>
                  </a:cubicBezTo>
                  <a:cubicBezTo>
                    <a:pt x="646" y="296"/>
                    <a:pt x="635" y="294"/>
                    <a:pt x="611" y="307"/>
                  </a:cubicBezTo>
                  <a:cubicBezTo>
                    <a:pt x="612" y="274"/>
                    <a:pt x="637" y="257"/>
                    <a:pt x="645" y="227"/>
                  </a:cubicBezTo>
                  <a:cubicBezTo>
                    <a:pt x="659" y="180"/>
                    <a:pt x="605" y="111"/>
                    <a:pt x="559" y="103"/>
                  </a:cubicBezTo>
                  <a:cubicBezTo>
                    <a:pt x="583" y="23"/>
                    <a:pt x="583" y="23"/>
                    <a:pt x="583" y="23"/>
                  </a:cubicBezTo>
                  <a:cubicBezTo>
                    <a:pt x="544" y="8"/>
                    <a:pt x="484" y="0"/>
                    <a:pt x="463" y="47"/>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7" name="Freeform 53"/>
            <p:cNvSpPr>
              <a:spLocks/>
            </p:cNvSpPr>
            <p:nvPr/>
          </p:nvSpPr>
          <p:spPr bwMode="auto">
            <a:xfrm>
              <a:off x="1460500" y="2028825"/>
              <a:ext cx="398463" cy="284163"/>
            </a:xfrm>
            <a:custGeom>
              <a:avLst/>
              <a:gdLst/>
              <a:ahLst/>
              <a:cxnLst>
                <a:cxn ang="0">
                  <a:pos x="614" y="160"/>
                </a:cxn>
                <a:cxn ang="0">
                  <a:pos x="538" y="139"/>
                </a:cxn>
                <a:cxn ang="0">
                  <a:pos x="458" y="252"/>
                </a:cxn>
                <a:cxn ang="0">
                  <a:pos x="394" y="240"/>
                </a:cxn>
                <a:cxn ang="0">
                  <a:pos x="398" y="312"/>
                </a:cxn>
                <a:cxn ang="0">
                  <a:pos x="362" y="316"/>
                </a:cxn>
                <a:cxn ang="0">
                  <a:pos x="366" y="332"/>
                </a:cxn>
                <a:cxn ang="0">
                  <a:pos x="278" y="280"/>
                </a:cxn>
                <a:cxn ang="0">
                  <a:pos x="254" y="299"/>
                </a:cxn>
                <a:cxn ang="0">
                  <a:pos x="213" y="340"/>
                </a:cxn>
                <a:cxn ang="0">
                  <a:pos x="206" y="411"/>
                </a:cxn>
                <a:cxn ang="0">
                  <a:pos x="186" y="412"/>
                </a:cxn>
                <a:cxn ang="0">
                  <a:pos x="145" y="525"/>
                </a:cxn>
                <a:cxn ang="0">
                  <a:pos x="49" y="562"/>
                </a:cxn>
                <a:cxn ang="0">
                  <a:pos x="54" y="648"/>
                </a:cxn>
                <a:cxn ang="0">
                  <a:pos x="12" y="701"/>
                </a:cxn>
                <a:cxn ang="0">
                  <a:pos x="18" y="742"/>
                </a:cxn>
                <a:cxn ang="0">
                  <a:pos x="3" y="808"/>
                </a:cxn>
                <a:cxn ang="0">
                  <a:pos x="72" y="839"/>
                </a:cxn>
                <a:cxn ang="0">
                  <a:pos x="107" y="898"/>
                </a:cxn>
                <a:cxn ang="0">
                  <a:pos x="226" y="956"/>
                </a:cxn>
                <a:cxn ang="0">
                  <a:pos x="226" y="932"/>
                </a:cxn>
                <a:cxn ang="0">
                  <a:pos x="406" y="908"/>
                </a:cxn>
                <a:cxn ang="0">
                  <a:pos x="465" y="976"/>
                </a:cxn>
                <a:cxn ang="0">
                  <a:pos x="494" y="984"/>
                </a:cxn>
                <a:cxn ang="0">
                  <a:pos x="510" y="988"/>
                </a:cxn>
                <a:cxn ang="0">
                  <a:pos x="482" y="932"/>
                </a:cxn>
                <a:cxn ang="0">
                  <a:pos x="482" y="928"/>
                </a:cxn>
                <a:cxn ang="0">
                  <a:pos x="467" y="784"/>
                </a:cxn>
                <a:cxn ang="0">
                  <a:pos x="482" y="716"/>
                </a:cxn>
                <a:cxn ang="0">
                  <a:pos x="790" y="713"/>
                </a:cxn>
                <a:cxn ang="0">
                  <a:pos x="858" y="727"/>
                </a:cxn>
                <a:cxn ang="0">
                  <a:pos x="919" y="693"/>
                </a:cxn>
                <a:cxn ang="0">
                  <a:pos x="1050" y="728"/>
                </a:cxn>
                <a:cxn ang="0">
                  <a:pos x="1170" y="668"/>
                </a:cxn>
                <a:cxn ang="0">
                  <a:pos x="1206" y="660"/>
                </a:cxn>
                <a:cxn ang="0">
                  <a:pos x="1198" y="652"/>
                </a:cxn>
                <a:cxn ang="0">
                  <a:pos x="1198" y="648"/>
                </a:cxn>
                <a:cxn ang="0">
                  <a:pos x="1313" y="641"/>
                </a:cxn>
                <a:cxn ang="0">
                  <a:pos x="1341" y="620"/>
                </a:cxn>
                <a:cxn ang="0">
                  <a:pos x="1326" y="480"/>
                </a:cxn>
                <a:cxn ang="0">
                  <a:pos x="1326" y="476"/>
                </a:cxn>
                <a:cxn ang="0">
                  <a:pos x="1362" y="464"/>
                </a:cxn>
                <a:cxn ang="0">
                  <a:pos x="1351" y="432"/>
                </a:cxn>
                <a:cxn ang="0">
                  <a:pos x="1242" y="423"/>
                </a:cxn>
                <a:cxn ang="0">
                  <a:pos x="1142" y="360"/>
                </a:cxn>
                <a:cxn ang="0">
                  <a:pos x="1142" y="304"/>
                </a:cxn>
                <a:cxn ang="0">
                  <a:pos x="1190" y="308"/>
                </a:cxn>
                <a:cxn ang="0">
                  <a:pos x="1071" y="235"/>
                </a:cxn>
                <a:cxn ang="0">
                  <a:pos x="998" y="108"/>
                </a:cxn>
                <a:cxn ang="0">
                  <a:pos x="1002" y="52"/>
                </a:cxn>
                <a:cxn ang="0">
                  <a:pos x="1002" y="48"/>
                </a:cxn>
                <a:cxn ang="0">
                  <a:pos x="1006" y="16"/>
                </a:cxn>
                <a:cxn ang="0">
                  <a:pos x="854" y="0"/>
                </a:cxn>
                <a:cxn ang="0">
                  <a:pos x="778" y="47"/>
                </a:cxn>
                <a:cxn ang="0">
                  <a:pos x="730" y="63"/>
                </a:cxn>
                <a:cxn ang="0">
                  <a:pos x="678" y="95"/>
                </a:cxn>
                <a:cxn ang="0">
                  <a:pos x="621" y="110"/>
                </a:cxn>
                <a:cxn ang="0">
                  <a:pos x="614" y="160"/>
                </a:cxn>
              </a:cxnLst>
              <a:rect l="0" t="0" r="r" b="b"/>
              <a:pathLst>
                <a:path w="1398" h="995">
                  <a:moveTo>
                    <a:pt x="614" y="160"/>
                  </a:moveTo>
                  <a:cubicBezTo>
                    <a:pt x="588" y="157"/>
                    <a:pt x="564" y="138"/>
                    <a:pt x="538" y="139"/>
                  </a:cubicBezTo>
                  <a:cubicBezTo>
                    <a:pt x="482" y="141"/>
                    <a:pt x="458" y="207"/>
                    <a:pt x="458" y="252"/>
                  </a:cubicBezTo>
                  <a:cubicBezTo>
                    <a:pt x="394" y="240"/>
                    <a:pt x="394" y="240"/>
                    <a:pt x="394" y="240"/>
                  </a:cubicBezTo>
                  <a:cubicBezTo>
                    <a:pt x="398" y="312"/>
                    <a:pt x="398" y="312"/>
                    <a:pt x="398" y="312"/>
                  </a:cubicBezTo>
                  <a:cubicBezTo>
                    <a:pt x="362" y="316"/>
                    <a:pt x="362" y="316"/>
                    <a:pt x="362" y="316"/>
                  </a:cubicBezTo>
                  <a:cubicBezTo>
                    <a:pt x="366" y="332"/>
                    <a:pt x="366" y="332"/>
                    <a:pt x="366" y="332"/>
                  </a:cubicBezTo>
                  <a:cubicBezTo>
                    <a:pt x="344" y="324"/>
                    <a:pt x="297" y="277"/>
                    <a:pt x="278" y="280"/>
                  </a:cubicBezTo>
                  <a:cubicBezTo>
                    <a:pt x="268" y="281"/>
                    <a:pt x="261" y="293"/>
                    <a:pt x="254" y="299"/>
                  </a:cubicBezTo>
                  <a:cubicBezTo>
                    <a:pt x="241" y="311"/>
                    <a:pt x="217" y="322"/>
                    <a:pt x="213" y="340"/>
                  </a:cubicBezTo>
                  <a:cubicBezTo>
                    <a:pt x="208" y="364"/>
                    <a:pt x="258" y="405"/>
                    <a:pt x="206" y="411"/>
                  </a:cubicBezTo>
                  <a:cubicBezTo>
                    <a:pt x="199" y="412"/>
                    <a:pt x="192" y="412"/>
                    <a:pt x="186" y="412"/>
                  </a:cubicBezTo>
                  <a:cubicBezTo>
                    <a:pt x="192" y="455"/>
                    <a:pt x="195" y="502"/>
                    <a:pt x="145" y="525"/>
                  </a:cubicBezTo>
                  <a:cubicBezTo>
                    <a:pt x="115" y="539"/>
                    <a:pt x="69" y="528"/>
                    <a:pt x="49" y="562"/>
                  </a:cubicBezTo>
                  <a:cubicBezTo>
                    <a:pt x="33" y="588"/>
                    <a:pt x="62" y="619"/>
                    <a:pt x="54" y="648"/>
                  </a:cubicBezTo>
                  <a:cubicBezTo>
                    <a:pt x="47" y="677"/>
                    <a:pt x="21" y="681"/>
                    <a:pt x="12" y="701"/>
                  </a:cubicBezTo>
                  <a:cubicBezTo>
                    <a:pt x="7" y="714"/>
                    <a:pt x="18" y="728"/>
                    <a:pt x="18" y="742"/>
                  </a:cubicBezTo>
                  <a:cubicBezTo>
                    <a:pt x="17" y="763"/>
                    <a:pt x="0" y="787"/>
                    <a:pt x="3" y="808"/>
                  </a:cubicBezTo>
                  <a:cubicBezTo>
                    <a:pt x="10" y="855"/>
                    <a:pt x="50" y="823"/>
                    <a:pt x="72" y="839"/>
                  </a:cubicBezTo>
                  <a:cubicBezTo>
                    <a:pt x="89" y="851"/>
                    <a:pt x="95" y="881"/>
                    <a:pt x="107" y="898"/>
                  </a:cubicBezTo>
                  <a:cubicBezTo>
                    <a:pt x="132" y="934"/>
                    <a:pt x="181" y="956"/>
                    <a:pt x="226" y="956"/>
                  </a:cubicBezTo>
                  <a:cubicBezTo>
                    <a:pt x="226" y="932"/>
                    <a:pt x="226" y="932"/>
                    <a:pt x="226" y="932"/>
                  </a:cubicBezTo>
                  <a:cubicBezTo>
                    <a:pt x="280" y="910"/>
                    <a:pt x="347" y="882"/>
                    <a:pt x="406" y="908"/>
                  </a:cubicBezTo>
                  <a:cubicBezTo>
                    <a:pt x="438" y="921"/>
                    <a:pt x="445" y="951"/>
                    <a:pt x="465" y="976"/>
                  </a:cubicBezTo>
                  <a:cubicBezTo>
                    <a:pt x="473" y="986"/>
                    <a:pt x="484" y="995"/>
                    <a:pt x="494" y="984"/>
                  </a:cubicBezTo>
                  <a:cubicBezTo>
                    <a:pt x="510" y="988"/>
                    <a:pt x="510" y="988"/>
                    <a:pt x="510" y="988"/>
                  </a:cubicBezTo>
                  <a:cubicBezTo>
                    <a:pt x="482" y="932"/>
                    <a:pt x="482" y="932"/>
                    <a:pt x="482" y="932"/>
                  </a:cubicBezTo>
                  <a:cubicBezTo>
                    <a:pt x="482" y="928"/>
                    <a:pt x="482" y="928"/>
                    <a:pt x="482" y="928"/>
                  </a:cubicBezTo>
                  <a:cubicBezTo>
                    <a:pt x="509" y="885"/>
                    <a:pt x="472" y="826"/>
                    <a:pt x="467" y="784"/>
                  </a:cubicBezTo>
                  <a:cubicBezTo>
                    <a:pt x="463" y="758"/>
                    <a:pt x="479" y="740"/>
                    <a:pt x="482" y="716"/>
                  </a:cubicBezTo>
                  <a:cubicBezTo>
                    <a:pt x="585" y="716"/>
                    <a:pt x="688" y="713"/>
                    <a:pt x="790" y="713"/>
                  </a:cubicBezTo>
                  <a:cubicBezTo>
                    <a:pt x="813" y="713"/>
                    <a:pt x="837" y="727"/>
                    <a:pt x="858" y="727"/>
                  </a:cubicBezTo>
                  <a:cubicBezTo>
                    <a:pt x="879" y="727"/>
                    <a:pt x="897" y="698"/>
                    <a:pt x="919" y="693"/>
                  </a:cubicBezTo>
                  <a:cubicBezTo>
                    <a:pt x="948" y="687"/>
                    <a:pt x="1035" y="700"/>
                    <a:pt x="1050" y="728"/>
                  </a:cubicBezTo>
                  <a:cubicBezTo>
                    <a:pt x="1095" y="713"/>
                    <a:pt x="1149" y="720"/>
                    <a:pt x="1170" y="668"/>
                  </a:cubicBezTo>
                  <a:cubicBezTo>
                    <a:pt x="1206" y="660"/>
                    <a:pt x="1206" y="660"/>
                    <a:pt x="1206" y="660"/>
                  </a:cubicBezTo>
                  <a:cubicBezTo>
                    <a:pt x="1198" y="652"/>
                    <a:pt x="1198" y="652"/>
                    <a:pt x="1198" y="652"/>
                  </a:cubicBezTo>
                  <a:cubicBezTo>
                    <a:pt x="1198" y="648"/>
                    <a:pt x="1198" y="648"/>
                    <a:pt x="1198" y="648"/>
                  </a:cubicBezTo>
                  <a:cubicBezTo>
                    <a:pt x="1232" y="631"/>
                    <a:pt x="1275" y="652"/>
                    <a:pt x="1313" y="641"/>
                  </a:cubicBezTo>
                  <a:cubicBezTo>
                    <a:pt x="1324" y="638"/>
                    <a:pt x="1332" y="627"/>
                    <a:pt x="1341" y="620"/>
                  </a:cubicBezTo>
                  <a:cubicBezTo>
                    <a:pt x="1398" y="574"/>
                    <a:pt x="1374" y="524"/>
                    <a:pt x="1326" y="480"/>
                  </a:cubicBezTo>
                  <a:cubicBezTo>
                    <a:pt x="1326" y="476"/>
                    <a:pt x="1326" y="476"/>
                    <a:pt x="1326" y="476"/>
                  </a:cubicBezTo>
                  <a:cubicBezTo>
                    <a:pt x="1362" y="464"/>
                    <a:pt x="1362" y="464"/>
                    <a:pt x="1362" y="464"/>
                  </a:cubicBezTo>
                  <a:cubicBezTo>
                    <a:pt x="1359" y="453"/>
                    <a:pt x="1356" y="442"/>
                    <a:pt x="1351" y="432"/>
                  </a:cubicBezTo>
                  <a:cubicBezTo>
                    <a:pt x="1328" y="384"/>
                    <a:pt x="1277" y="440"/>
                    <a:pt x="1242" y="423"/>
                  </a:cubicBezTo>
                  <a:cubicBezTo>
                    <a:pt x="1206" y="406"/>
                    <a:pt x="1184" y="363"/>
                    <a:pt x="1142" y="360"/>
                  </a:cubicBezTo>
                  <a:cubicBezTo>
                    <a:pt x="1142" y="304"/>
                    <a:pt x="1142" y="304"/>
                    <a:pt x="1142" y="304"/>
                  </a:cubicBezTo>
                  <a:cubicBezTo>
                    <a:pt x="1160" y="314"/>
                    <a:pt x="1171" y="314"/>
                    <a:pt x="1190" y="308"/>
                  </a:cubicBezTo>
                  <a:cubicBezTo>
                    <a:pt x="1173" y="266"/>
                    <a:pt x="1100" y="262"/>
                    <a:pt x="1071" y="235"/>
                  </a:cubicBezTo>
                  <a:cubicBezTo>
                    <a:pt x="1028" y="194"/>
                    <a:pt x="1051" y="137"/>
                    <a:pt x="998" y="108"/>
                  </a:cubicBezTo>
                  <a:cubicBezTo>
                    <a:pt x="1002" y="52"/>
                    <a:pt x="1002" y="52"/>
                    <a:pt x="1002" y="52"/>
                  </a:cubicBezTo>
                  <a:cubicBezTo>
                    <a:pt x="1002" y="48"/>
                    <a:pt x="1002" y="48"/>
                    <a:pt x="1002" y="48"/>
                  </a:cubicBezTo>
                  <a:cubicBezTo>
                    <a:pt x="1013" y="37"/>
                    <a:pt x="1011" y="30"/>
                    <a:pt x="1006" y="16"/>
                  </a:cubicBezTo>
                  <a:cubicBezTo>
                    <a:pt x="854" y="0"/>
                    <a:pt x="854" y="0"/>
                    <a:pt x="854" y="0"/>
                  </a:cubicBezTo>
                  <a:cubicBezTo>
                    <a:pt x="778" y="47"/>
                    <a:pt x="778" y="47"/>
                    <a:pt x="778" y="47"/>
                  </a:cubicBezTo>
                  <a:cubicBezTo>
                    <a:pt x="730" y="63"/>
                    <a:pt x="730" y="63"/>
                    <a:pt x="730" y="63"/>
                  </a:cubicBezTo>
                  <a:cubicBezTo>
                    <a:pt x="678" y="95"/>
                    <a:pt x="678" y="95"/>
                    <a:pt x="678" y="95"/>
                  </a:cubicBezTo>
                  <a:cubicBezTo>
                    <a:pt x="621" y="110"/>
                    <a:pt x="621" y="110"/>
                    <a:pt x="621" y="110"/>
                  </a:cubicBezTo>
                  <a:lnTo>
                    <a:pt x="614" y="16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8" name="Freeform 54"/>
            <p:cNvSpPr>
              <a:spLocks/>
            </p:cNvSpPr>
            <p:nvPr/>
          </p:nvSpPr>
          <p:spPr bwMode="auto">
            <a:xfrm>
              <a:off x="1308100" y="2246313"/>
              <a:ext cx="304800" cy="317500"/>
            </a:xfrm>
            <a:custGeom>
              <a:avLst/>
              <a:gdLst/>
              <a:ahLst/>
              <a:cxnLst>
                <a:cxn ang="0">
                  <a:pos x="380" y="28"/>
                </a:cxn>
                <a:cxn ang="0">
                  <a:pos x="340" y="8"/>
                </a:cxn>
                <a:cxn ang="0">
                  <a:pos x="340" y="60"/>
                </a:cxn>
                <a:cxn ang="0">
                  <a:pos x="284" y="100"/>
                </a:cxn>
                <a:cxn ang="0">
                  <a:pos x="164" y="52"/>
                </a:cxn>
                <a:cxn ang="0">
                  <a:pos x="112" y="92"/>
                </a:cxn>
                <a:cxn ang="0">
                  <a:pos x="80" y="124"/>
                </a:cxn>
                <a:cxn ang="0">
                  <a:pos x="82" y="164"/>
                </a:cxn>
                <a:cxn ang="0">
                  <a:pos x="124" y="240"/>
                </a:cxn>
                <a:cxn ang="0">
                  <a:pos x="148" y="284"/>
                </a:cxn>
                <a:cxn ang="0">
                  <a:pos x="148" y="288"/>
                </a:cxn>
                <a:cxn ang="0">
                  <a:pos x="118" y="341"/>
                </a:cxn>
                <a:cxn ang="0">
                  <a:pos x="154" y="364"/>
                </a:cxn>
                <a:cxn ang="0">
                  <a:pos x="160" y="408"/>
                </a:cxn>
                <a:cxn ang="0">
                  <a:pos x="66" y="393"/>
                </a:cxn>
                <a:cxn ang="0">
                  <a:pos x="104" y="448"/>
                </a:cxn>
                <a:cxn ang="0">
                  <a:pos x="112" y="468"/>
                </a:cxn>
                <a:cxn ang="0">
                  <a:pos x="72" y="548"/>
                </a:cxn>
                <a:cxn ang="0">
                  <a:pos x="20" y="544"/>
                </a:cxn>
                <a:cxn ang="0">
                  <a:pos x="43" y="680"/>
                </a:cxn>
                <a:cxn ang="0">
                  <a:pos x="0" y="736"/>
                </a:cxn>
                <a:cxn ang="0">
                  <a:pos x="68" y="776"/>
                </a:cxn>
                <a:cxn ang="0">
                  <a:pos x="123" y="783"/>
                </a:cxn>
                <a:cxn ang="0">
                  <a:pos x="149" y="836"/>
                </a:cxn>
                <a:cxn ang="0">
                  <a:pos x="196" y="857"/>
                </a:cxn>
                <a:cxn ang="0">
                  <a:pos x="212" y="936"/>
                </a:cxn>
                <a:cxn ang="0">
                  <a:pos x="212" y="940"/>
                </a:cxn>
                <a:cxn ang="0">
                  <a:pos x="176" y="1112"/>
                </a:cxn>
                <a:cxn ang="0">
                  <a:pos x="352" y="1048"/>
                </a:cxn>
                <a:cxn ang="0">
                  <a:pos x="380" y="1029"/>
                </a:cxn>
                <a:cxn ang="0">
                  <a:pos x="482" y="994"/>
                </a:cxn>
                <a:cxn ang="0">
                  <a:pos x="616" y="980"/>
                </a:cxn>
                <a:cxn ang="0">
                  <a:pos x="804" y="960"/>
                </a:cxn>
                <a:cxn ang="0">
                  <a:pos x="892" y="975"/>
                </a:cxn>
                <a:cxn ang="0">
                  <a:pos x="927" y="978"/>
                </a:cxn>
                <a:cxn ang="0">
                  <a:pos x="940" y="936"/>
                </a:cxn>
                <a:cxn ang="0">
                  <a:pos x="944" y="984"/>
                </a:cxn>
                <a:cxn ang="0">
                  <a:pos x="1021" y="976"/>
                </a:cxn>
                <a:cxn ang="0">
                  <a:pos x="1017" y="896"/>
                </a:cxn>
                <a:cxn ang="0">
                  <a:pos x="981" y="876"/>
                </a:cxn>
                <a:cxn ang="0">
                  <a:pos x="964" y="828"/>
                </a:cxn>
                <a:cxn ang="0">
                  <a:pos x="947" y="764"/>
                </a:cxn>
                <a:cxn ang="0">
                  <a:pos x="945" y="674"/>
                </a:cxn>
                <a:cxn ang="0">
                  <a:pos x="979" y="616"/>
                </a:cxn>
                <a:cxn ang="0">
                  <a:pos x="1009" y="510"/>
                </a:cxn>
                <a:cxn ang="0">
                  <a:pos x="1064" y="436"/>
                </a:cxn>
                <a:cxn ang="0">
                  <a:pos x="1051" y="332"/>
                </a:cxn>
                <a:cxn ang="0">
                  <a:pos x="1025" y="280"/>
                </a:cxn>
                <a:cxn ang="0">
                  <a:pos x="1040" y="228"/>
                </a:cxn>
                <a:cxn ang="0">
                  <a:pos x="956" y="153"/>
                </a:cxn>
                <a:cxn ang="0">
                  <a:pos x="800" y="154"/>
                </a:cxn>
                <a:cxn ang="0">
                  <a:pos x="748" y="192"/>
                </a:cxn>
                <a:cxn ang="0">
                  <a:pos x="668" y="172"/>
                </a:cxn>
                <a:cxn ang="0">
                  <a:pos x="642" y="131"/>
                </a:cxn>
                <a:cxn ang="0">
                  <a:pos x="609" y="76"/>
                </a:cxn>
                <a:cxn ang="0">
                  <a:pos x="540" y="60"/>
                </a:cxn>
                <a:cxn ang="0">
                  <a:pos x="544" y="52"/>
                </a:cxn>
                <a:cxn ang="0">
                  <a:pos x="472" y="62"/>
                </a:cxn>
                <a:cxn ang="0">
                  <a:pos x="433" y="87"/>
                </a:cxn>
                <a:cxn ang="0">
                  <a:pos x="420" y="0"/>
                </a:cxn>
                <a:cxn ang="0">
                  <a:pos x="380" y="28"/>
                </a:cxn>
              </a:cxnLst>
              <a:rect l="0" t="0" r="r" b="b"/>
              <a:pathLst>
                <a:path w="1066" h="1112">
                  <a:moveTo>
                    <a:pt x="380" y="28"/>
                  </a:moveTo>
                  <a:cubicBezTo>
                    <a:pt x="340" y="8"/>
                    <a:pt x="340" y="8"/>
                    <a:pt x="340" y="8"/>
                  </a:cubicBezTo>
                  <a:cubicBezTo>
                    <a:pt x="330" y="27"/>
                    <a:pt x="331" y="41"/>
                    <a:pt x="340" y="60"/>
                  </a:cubicBezTo>
                  <a:cubicBezTo>
                    <a:pt x="309" y="67"/>
                    <a:pt x="278" y="58"/>
                    <a:pt x="284" y="100"/>
                  </a:cubicBezTo>
                  <a:cubicBezTo>
                    <a:pt x="260" y="82"/>
                    <a:pt x="194" y="41"/>
                    <a:pt x="164" y="52"/>
                  </a:cubicBezTo>
                  <a:cubicBezTo>
                    <a:pt x="139" y="62"/>
                    <a:pt x="143" y="94"/>
                    <a:pt x="112" y="92"/>
                  </a:cubicBezTo>
                  <a:cubicBezTo>
                    <a:pt x="101" y="103"/>
                    <a:pt x="86" y="110"/>
                    <a:pt x="80" y="124"/>
                  </a:cubicBezTo>
                  <a:cubicBezTo>
                    <a:pt x="74" y="138"/>
                    <a:pt x="81" y="149"/>
                    <a:pt x="82" y="164"/>
                  </a:cubicBezTo>
                  <a:cubicBezTo>
                    <a:pt x="84" y="200"/>
                    <a:pt x="71" y="238"/>
                    <a:pt x="124" y="240"/>
                  </a:cubicBezTo>
                  <a:cubicBezTo>
                    <a:pt x="114" y="266"/>
                    <a:pt x="121" y="276"/>
                    <a:pt x="148" y="284"/>
                  </a:cubicBezTo>
                  <a:cubicBezTo>
                    <a:pt x="148" y="288"/>
                    <a:pt x="148" y="288"/>
                    <a:pt x="148" y="288"/>
                  </a:cubicBezTo>
                  <a:cubicBezTo>
                    <a:pt x="128" y="291"/>
                    <a:pt x="96" y="319"/>
                    <a:pt x="118" y="341"/>
                  </a:cubicBezTo>
                  <a:cubicBezTo>
                    <a:pt x="129" y="351"/>
                    <a:pt x="144" y="350"/>
                    <a:pt x="154" y="364"/>
                  </a:cubicBezTo>
                  <a:cubicBezTo>
                    <a:pt x="162" y="377"/>
                    <a:pt x="160" y="393"/>
                    <a:pt x="160" y="408"/>
                  </a:cubicBezTo>
                  <a:cubicBezTo>
                    <a:pt x="143" y="390"/>
                    <a:pt x="87" y="366"/>
                    <a:pt x="66" y="393"/>
                  </a:cubicBezTo>
                  <a:cubicBezTo>
                    <a:pt x="46" y="420"/>
                    <a:pt x="77" y="451"/>
                    <a:pt x="104" y="448"/>
                  </a:cubicBezTo>
                  <a:cubicBezTo>
                    <a:pt x="112" y="468"/>
                    <a:pt x="112" y="468"/>
                    <a:pt x="112" y="468"/>
                  </a:cubicBezTo>
                  <a:cubicBezTo>
                    <a:pt x="83" y="473"/>
                    <a:pt x="76" y="523"/>
                    <a:pt x="72" y="548"/>
                  </a:cubicBezTo>
                  <a:cubicBezTo>
                    <a:pt x="20" y="544"/>
                    <a:pt x="20" y="544"/>
                    <a:pt x="20" y="544"/>
                  </a:cubicBezTo>
                  <a:cubicBezTo>
                    <a:pt x="31" y="589"/>
                    <a:pt x="66" y="633"/>
                    <a:pt x="43" y="680"/>
                  </a:cubicBezTo>
                  <a:cubicBezTo>
                    <a:pt x="33" y="702"/>
                    <a:pt x="11" y="714"/>
                    <a:pt x="0" y="736"/>
                  </a:cubicBezTo>
                  <a:cubicBezTo>
                    <a:pt x="68" y="776"/>
                    <a:pt x="68" y="776"/>
                    <a:pt x="68" y="776"/>
                  </a:cubicBezTo>
                  <a:cubicBezTo>
                    <a:pt x="123" y="783"/>
                    <a:pt x="123" y="783"/>
                    <a:pt x="123" y="783"/>
                  </a:cubicBezTo>
                  <a:cubicBezTo>
                    <a:pt x="149" y="836"/>
                    <a:pt x="149" y="836"/>
                    <a:pt x="149" y="836"/>
                  </a:cubicBezTo>
                  <a:cubicBezTo>
                    <a:pt x="196" y="857"/>
                    <a:pt x="196" y="857"/>
                    <a:pt x="196" y="857"/>
                  </a:cubicBezTo>
                  <a:cubicBezTo>
                    <a:pt x="212" y="936"/>
                    <a:pt x="212" y="936"/>
                    <a:pt x="212" y="936"/>
                  </a:cubicBezTo>
                  <a:cubicBezTo>
                    <a:pt x="212" y="940"/>
                    <a:pt x="212" y="940"/>
                    <a:pt x="212" y="940"/>
                  </a:cubicBezTo>
                  <a:cubicBezTo>
                    <a:pt x="161" y="988"/>
                    <a:pt x="187" y="1050"/>
                    <a:pt x="176" y="1112"/>
                  </a:cubicBezTo>
                  <a:cubicBezTo>
                    <a:pt x="352" y="1048"/>
                    <a:pt x="352" y="1048"/>
                    <a:pt x="352" y="1048"/>
                  </a:cubicBezTo>
                  <a:cubicBezTo>
                    <a:pt x="380" y="1029"/>
                    <a:pt x="380" y="1029"/>
                    <a:pt x="380" y="1029"/>
                  </a:cubicBezTo>
                  <a:cubicBezTo>
                    <a:pt x="482" y="994"/>
                    <a:pt x="482" y="994"/>
                    <a:pt x="482" y="994"/>
                  </a:cubicBezTo>
                  <a:cubicBezTo>
                    <a:pt x="616" y="980"/>
                    <a:pt x="616" y="980"/>
                    <a:pt x="616" y="980"/>
                  </a:cubicBezTo>
                  <a:cubicBezTo>
                    <a:pt x="804" y="960"/>
                    <a:pt x="804" y="960"/>
                    <a:pt x="804" y="960"/>
                  </a:cubicBezTo>
                  <a:cubicBezTo>
                    <a:pt x="892" y="975"/>
                    <a:pt x="892" y="975"/>
                    <a:pt x="892" y="975"/>
                  </a:cubicBezTo>
                  <a:cubicBezTo>
                    <a:pt x="927" y="978"/>
                    <a:pt x="927" y="978"/>
                    <a:pt x="927" y="978"/>
                  </a:cubicBezTo>
                  <a:cubicBezTo>
                    <a:pt x="940" y="936"/>
                    <a:pt x="940" y="936"/>
                    <a:pt x="940" y="936"/>
                  </a:cubicBezTo>
                  <a:cubicBezTo>
                    <a:pt x="944" y="984"/>
                    <a:pt x="944" y="984"/>
                    <a:pt x="944" y="984"/>
                  </a:cubicBezTo>
                  <a:cubicBezTo>
                    <a:pt x="963" y="987"/>
                    <a:pt x="1005" y="990"/>
                    <a:pt x="1021" y="976"/>
                  </a:cubicBezTo>
                  <a:cubicBezTo>
                    <a:pt x="1028" y="970"/>
                    <a:pt x="1022" y="906"/>
                    <a:pt x="1017" y="896"/>
                  </a:cubicBezTo>
                  <a:cubicBezTo>
                    <a:pt x="1010" y="881"/>
                    <a:pt x="989" y="889"/>
                    <a:pt x="981" y="876"/>
                  </a:cubicBezTo>
                  <a:cubicBezTo>
                    <a:pt x="972" y="860"/>
                    <a:pt x="981" y="841"/>
                    <a:pt x="964" y="828"/>
                  </a:cubicBezTo>
                  <a:cubicBezTo>
                    <a:pt x="970" y="803"/>
                    <a:pt x="954" y="786"/>
                    <a:pt x="947" y="764"/>
                  </a:cubicBezTo>
                  <a:cubicBezTo>
                    <a:pt x="938" y="738"/>
                    <a:pt x="937" y="700"/>
                    <a:pt x="945" y="674"/>
                  </a:cubicBezTo>
                  <a:cubicBezTo>
                    <a:pt x="951" y="652"/>
                    <a:pt x="971" y="638"/>
                    <a:pt x="979" y="616"/>
                  </a:cubicBezTo>
                  <a:cubicBezTo>
                    <a:pt x="991" y="580"/>
                    <a:pt x="989" y="545"/>
                    <a:pt x="1009" y="510"/>
                  </a:cubicBezTo>
                  <a:cubicBezTo>
                    <a:pt x="1021" y="489"/>
                    <a:pt x="1063" y="460"/>
                    <a:pt x="1064" y="436"/>
                  </a:cubicBezTo>
                  <a:cubicBezTo>
                    <a:pt x="1066" y="407"/>
                    <a:pt x="1060" y="359"/>
                    <a:pt x="1051" y="332"/>
                  </a:cubicBezTo>
                  <a:cubicBezTo>
                    <a:pt x="1045" y="316"/>
                    <a:pt x="1027" y="296"/>
                    <a:pt x="1025" y="280"/>
                  </a:cubicBezTo>
                  <a:cubicBezTo>
                    <a:pt x="1024" y="265"/>
                    <a:pt x="1035" y="242"/>
                    <a:pt x="1040" y="228"/>
                  </a:cubicBezTo>
                  <a:cubicBezTo>
                    <a:pt x="996" y="220"/>
                    <a:pt x="989" y="179"/>
                    <a:pt x="956" y="153"/>
                  </a:cubicBezTo>
                  <a:cubicBezTo>
                    <a:pt x="915" y="122"/>
                    <a:pt x="842" y="135"/>
                    <a:pt x="800" y="154"/>
                  </a:cubicBezTo>
                  <a:cubicBezTo>
                    <a:pt x="775" y="166"/>
                    <a:pt x="753" y="159"/>
                    <a:pt x="748" y="192"/>
                  </a:cubicBezTo>
                  <a:cubicBezTo>
                    <a:pt x="668" y="172"/>
                    <a:pt x="668" y="172"/>
                    <a:pt x="668" y="172"/>
                  </a:cubicBezTo>
                  <a:cubicBezTo>
                    <a:pt x="671" y="151"/>
                    <a:pt x="653" y="146"/>
                    <a:pt x="642" y="131"/>
                  </a:cubicBezTo>
                  <a:cubicBezTo>
                    <a:pt x="630" y="116"/>
                    <a:pt x="625" y="88"/>
                    <a:pt x="609" y="76"/>
                  </a:cubicBezTo>
                  <a:cubicBezTo>
                    <a:pt x="592" y="64"/>
                    <a:pt x="560" y="68"/>
                    <a:pt x="540" y="60"/>
                  </a:cubicBezTo>
                  <a:cubicBezTo>
                    <a:pt x="544" y="52"/>
                    <a:pt x="544" y="52"/>
                    <a:pt x="544" y="52"/>
                  </a:cubicBezTo>
                  <a:cubicBezTo>
                    <a:pt x="523" y="43"/>
                    <a:pt x="491" y="48"/>
                    <a:pt x="472" y="62"/>
                  </a:cubicBezTo>
                  <a:cubicBezTo>
                    <a:pt x="462" y="71"/>
                    <a:pt x="450" y="97"/>
                    <a:pt x="433" y="87"/>
                  </a:cubicBezTo>
                  <a:cubicBezTo>
                    <a:pt x="422" y="80"/>
                    <a:pt x="424" y="16"/>
                    <a:pt x="420" y="0"/>
                  </a:cubicBezTo>
                  <a:cubicBezTo>
                    <a:pt x="399" y="0"/>
                    <a:pt x="374" y="1"/>
                    <a:pt x="380" y="2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9" name="Freeform 55"/>
            <p:cNvSpPr>
              <a:spLocks noEditPoints="1"/>
            </p:cNvSpPr>
            <p:nvPr/>
          </p:nvSpPr>
          <p:spPr bwMode="auto">
            <a:xfrm>
              <a:off x="1166813" y="2354263"/>
              <a:ext cx="206375" cy="212725"/>
            </a:xfrm>
            <a:custGeom>
              <a:avLst/>
              <a:gdLst/>
              <a:ahLst/>
              <a:cxnLst>
                <a:cxn ang="0">
                  <a:pos x="0" y="283"/>
                </a:cxn>
                <a:cxn ang="0">
                  <a:pos x="108" y="371"/>
                </a:cxn>
                <a:cxn ang="0">
                  <a:pos x="176" y="423"/>
                </a:cxn>
                <a:cxn ang="0">
                  <a:pos x="232" y="464"/>
                </a:cxn>
                <a:cxn ang="0">
                  <a:pos x="384" y="605"/>
                </a:cxn>
                <a:cxn ang="0">
                  <a:pos x="536" y="685"/>
                </a:cxn>
                <a:cxn ang="0">
                  <a:pos x="613" y="715"/>
                </a:cxn>
                <a:cxn ang="0">
                  <a:pos x="675" y="738"/>
                </a:cxn>
                <a:cxn ang="0">
                  <a:pos x="684" y="624"/>
                </a:cxn>
                <a:cxn ang="0">
                  <a:pos x="720" y="559"/>
                </a:cxn>
                <a:cxn ang="0">
                  <a:pos x="704" y="551"/>
                </a:cxn>
                <a:cxn ang="0">
                  <a:pos x="712" y="475"/>
                </a:cxn>
                <a:cxn ang="0">
                  <a:pos x="648" y="459"/>
                </a:cxn>
                <a:cxn ang="0">
                  <a:pos x="522" y="367"/>
                </a:cxn>
                <a:cxn ang="0">
                  <a:pos x="545" y="322"/>
                </a:cxn>
                <a:cxn ang="0">
                  <a:pos x="559" y="251"/>
                </a:cxn>
                <a:cxn ang="0">
                  <a:pos x="510" y="156"/>
                </a:cxn>
                <a:cxn ang="0">
                  <a:pos x="480" y="187"/>
                </a:cxn>
                <a:cxn ang="0">
                  <a:pos x="425" y="231"/>
                </a:cxn>
                <a:cxn ang="0">
                  <a:pos x="360" y="199"/>
                </a:cxn>
                <a:cxn ang="0">
                  <a:pos x="360" y="183"/>
                </a:cxn>
                <a:cxn ang="0">
                  <a:pos x="368" y="99"/>
                </a:cxn>
                <a:cxn ang="0">
                  <a:pos x="338" y="26"/>
                </a:cxn>
                <a:cxn ang="0">
                  <a:pos x="214" y="16"/>
                </a:cxn>
                <a:cxn ang="0">
                  <a:pos x="197" y="66"/>
                </a:cxn>
                <a:cxn ang="0">
                  <a:pos x="154" y="89"/>
                </a:cxn>
                <a:cxn ang="0">
                  <a:pos x="142" y="138"/>
                </a:cxn>
                <a:cxn ang="0">
                  <a:pos x="30" y="238"/>
                </a:cxn>
                <a:cxn ang="0">
                  <a:pos x="0" y="283"/>
                </a:cxn>
                <a:cxn ang="0">
                  <a:pos x="568" y="11"/>
                </a:cxn>
                <a:cxn ang="0">
                  <a:pos x="572" y="15"/>
                </a:cxn>
                <a:cxn ang="0">
                  <a:pos x="568" y="11"/>
                </a:cxn>
              </a:cxnLst>
              <a:rect l="0" t="0" r="r" b="b"/>
              <a:pathLst>
                <a:path w="720" h="745">
                  <a:moveTo>
                    <a:pt x="0" y="283"/>
                  </a:moveTo>
                  <a:cubicBezTo>
                    <a:pt x="15" y="342"/>
                    <a:pt x="56" y="351"/>
                    <a:pt x="108" y="371"/>
                  </a:cubicBezTo>
                  <a:cubicBezTo>
                    <a:pt x="97" y="414"/>
                    <a:pt x="149" y="410"/>
                    <a:pt x="176" y="423"/>
                  </a:cubicBezTo>
                  <a:cubicBezTo>
                    <a:pt x="195" y="432"/>
                    <a:pt x="216" y="449"/>
                    <a:pt x="232" y="464"/>
                  </a:cubicBezTo>
                  <a:cubicBezTo>
                    <a:pt x="281" y="509"/>
                    <a:pt x="329" y="567"/>
                    <a:pt x="384" y="605"/>
                  </a:cubicBezTo>
                  <a:cubicBezTo>
                    <a:pt x="431" y="637"/>
                    <a:pt x="487" y="656"/>
                    <a:pt x="536" y="685"/>
                  </a:cubicBezTo>
                  <a:cubicBezTo>
                    <a:pt x="561" y="700"/>
                    <a:pt x="588" y="702"/>
                    <a:pt x="613" y="715"/>
                  </a:cubicBezTo>
                  <a:cubicBezTo>
                    <a:pt x="632" y="725"/>
                    <a:pt x="652" y="745"/>
                    <a:pt x="675" y="738"/>
                  </a:cubicBezTo>
                  <a:cubicBezTo>
                    <a:pt x="708" y="729"/>
                    <a:pt x="676" y="647"/>
                    <a:pt x="684" y="624"/>
                  </a:cubicBezTo>
                  <a:cubicBezTo>
                    <a:pt x="691" y="601"/>
                    <a:pt x="711" y="582"/>
                    <a:pt x="720" y="559"/>
                  </a:cubicBezTo>
                  <a:cubicBezTo>
                    <a:pt x="704" y="551"/>
                    <a:pt x="704" y="551"/>
                    <a:pt x="704" y="551"/>
                  </a:cubicBezTo>
                  <a:cubicBezTo>
                    <a:pt x="712" y="475"/>
                    <a:pt x="712" y="475"/>
                    <a:pt x="712" y="475"/>
                  </a:cubicBezTo>
                  <a:cubicBezTo>
                    <a:pt x="648" y="459"/>
                    <a:pt x="648" y="459"/>
                    <a:pt x="648" y="459"/>
                  </a:cubicBezTo>
                  <a:cubicBezTo>
                    <a:pt x="645" y="364"/>
                    <a:pt x="557" y="429"/>
                    <a:pt x="522" y="367"/>
                  </a:cubicBezTo>
                  <a:cubicBezTo>
                    <a:pt x="513" y="351"/>
                    <a:pt x="538" y="334"/>
                    <a:pt x="545" y="322"/>
                  </a:cubicBezTo>
                  <a:cubicBezTo>
                    <a:pt x="555" y="307"/>
                    <a:pt x="562" y="269"/>
                    <a:pt x="559" y="251"/>
                  </a:cubicBezTo>
                  <a:cubicBezTo>
                    <a:pt x="553" y="226"/>
                    <a:pt x="532" y="171"/>
                    <a:pt x="510" y="156"/>
                  </a:cubicBezTo>
                  <a:cubicBezTo>
                    <a:pt x="487" y="140"/>
                    <a:pt x="472" y="169"/>
                    <a:pt x="480" y="187"/>
                  </a:cubicBezTo>
                  <a:cubicBezTo>
                    <a:pt x="425" y="231"/>
                    <a:pt x="425" y="231"/>
                    <a:pt x="425" y="231"/>
                  </a:cubicBezTo>
                  <a:cubicBezTo>
                    <a:pt x="360" y="199"/>
                    <a:pt x="360" y="199"/>
                    <a:pt x="360" y="199"/>
                  </a:cubicBezTo>
                  <a:cubicBezTo>
                    <a:pt x="360" y="183"/>
                    <a:pt x="360" y="183"/>
                    <a:pt x="360" y="183"/>
                  </a:cubicBezTo>
                  <a:cubicBezTo>
                    <a:pt x="387" y="164"/>
                    <a:pt x="356" y="126"/>
                    <a:pt x="368" y="99"/>
                  </a:cubicBezTo>
                  <a:cubicBezTo>
                    <a:pt x="354" y="75"/>
                    <a:pt x="360" y="45"/>
                    <a:pt x="338" y="26"/>
                  </a:cubicBezTo>
                  <a:cubicBezTo>
                    <a:pt x="319" y="9"/>
                    <a:pt x="235" y="0"/>
                    <a:pt x="214" y="16"/>
                  </a:cubicBezTo>
                  <a:cubicBezTo>
                    <a:pt x="201" y="27"/>
                    <a:pt x="208" y="53"/>
                    <a:pt x="197" y="66"/>
                  </a:cubicBezTo>
                  <a:cubicBezTo>
                    <a:pt x="186" y="79"/>
                    <a:pt x="165" y="75"/>
                    <a:pt x="154" y="89"/>
                  </a:cubicBezTo>
                  <a:cubicBezTo>
                    <a:pt x="143" y="103"/>
                    <a:pt x="152" y="123"/>
                    <a:pt x="142" y="138"/>
                  </a:cubicBezTo>
                  <a:cubicBezTo>
                    <a:pt x="113" y="179"/>
                    <a:pt x="65" y="203"/>
                    <a:pt x="30" y="238"/>
                  </a:cubicBezTo>
                  <a:cubicBezTo>
                    <a:pt x="16" y="252"/>
                    <a:pt x="17" y="273"/>
                    <a:pt x="0" y="283"/>
                  </a:cubicBezTo>
                  <a:moveTo>
                    <a:pt x="568" y="11"/>
                  </a:moveTo>
                  <a:cubicBezTo>
                    <a:pt x="572" y="15"/>
                    <a:pt x="572" y="15"/>
                    <a:pt x="572" y="15"/>
                  </a:cubicBezTo>
                  <a:lnTo>
                    <a:pt x="568" y="11"/>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0" name="Freeform 56"/>
            <p:cNvSpPr>
              <a:spLocks/>
            </p:cNvSpPr>
            <p:nvPr/>
          </p:nvSpPr>
          <p:spPr bwMode="auto">
            <a:xfrm>
              <a:off x="989013" y="2147888"/>
              <a:ext cx="371475" cy="274638"/>
            </a:xfrm>
            <a:custGeom>
              <a:avLst/>
              <a:gdLst/>
              <a:ahLst/>
              <a:cxnLst>
                <a:cxn ang="0">
                  <a:pos x="241" y="65"/>
                </a:cxn>
                <a:cxn ang="0">
                  <a:pos x="228" y="132"/>
                </a:cxn>
                <a:cxn ang="0">
                  <a:pos x="145" y="183"/>
                </a:cxn>
                <a:cxn ang="0">
                  <a:pos x="56" y="220"/>
                </a:cxn>
                <a:cxn ang="0">
                  <a:pos x="3" y="314"/>
                </a:cxn>
                <a:cxn ang="0">
                  <a:pos x="81" y="294"/>
                </a:cxn>
                <a:cxn ang="0">
                  <a:pos x="61" y="366"/>
                </a:cxn>
                <a:cxn ang="0">
                  <a:pos x="89" y="398"/>
                </a:cxn>
                <a:cxn ang="0">
                  <a:pos x="241" y="490"/>
                </a:cxn>
                <a:cxn ang="0">
                  <a:pos x="249" y="562"/>
                </a:cxn>
                <a:cxn ang="0">
                  <a:pos x="314" y="643"/>
                </a:cxn>
                <a:cxn ang="0">
                  <a:pos x="421" y="574"/>
                </a:cxn>
                <a:cxn ang="0">
                  <a:pos x="517" y="498"/>
                </a:cxn>
                <a:cxn ang="0">
                  <a:pos x="765" y="594"/>
                </a:cxn>
                <a:cxn ang="0">
                  <a:pos x="777" y="638"/>
                </a:cxn>
                <a:cxn ang="0">
                  <a:pos x="764" y="770"/>
                </a:cxn>
                <a:cxn ang="0">
                  <a:pos x="961" y="746"/>
                </a:cxn>
                <a:cxn ang="0">
                  <a:pos x="1033" y="962"/>
                </a:cxn>
                <a:cxn ang="0">
                  <a:pos x="1129" y="878"/>
                </a:cxn>
                <a:cxn ang="0">
                  <a:pos x="1141" y="902"/>
                </a:cxn>
                <a:cxn ang="0">
                  <a:pos x="1197" y="900"/>
                </a:cxn>
                <a:cxn ang="0">
                  <a:pos x="1213" y="834"/>
                </a:cxn>
                <a:cxn ang="0">
                  <a:pos x="1245" y="818"/>
                </a:cxn>
                <a:cxn ang="0">
                  <a:pos x="1193" y="738"/>
                </a:cxn>
                <a:cxn ang="0">
                  <a:pos x="1287" y="758"/>
                </a:cxn>
                <a:cxn ang="0">
                  <a:pos x="1281" y="634"/>
                </a:cxn>
                <a:cxn ang="0">
                  <a:pos x="1253" y="582"/>
                </a:cxn>
                <a:cxn ang="0">
                  <a:pos x="1241" y="450"/>
                </a:cxn>
                <a:cxn ang="0">
                  <a:pos x="1245" y="430"/>
                </a:cxn>
                <a:cxn ang="0">
                  <a:pos x="1176" y="293"/>
                </a:cxn>
                <a:cxn ang="0">
                  <a:pos x="1170" y="239"/>
                </a:cxn>
                <a:cxn ang="0">
                  <a:pos x="1113" y="202"/>
                </a:cxn>
                <a:cxn ang="0">
                  <a:pos x="1089" y="182"/>
                </a:cxn>
                <a:cxn ang="0">
                  <a:pos x="981" y="54"/>
                </a:cxn>
                <a:cxn ang="0">
                  <a:pos x="937" y="114"/>
                </a:cxn>
                <a:cxn ang="0">
                  <a:pos x="761" y="142"/>
                </a:cxn>
                <a:cxn ang="0">
                  <a:pos x="668" y="120"/>
                </a:cxn>
                <a:cxn ang="0">
                  <a:pos x="653" y="58"/>
                </a:cxn>
                <a:cxn ang="0">
                  <a:pos x="453" y="35"/>
                </a:cxn>
                <a:cxn ang="0">
                  <a:pos x="233" y="6"/>
                </a:cxn>
              </a:cxnLst>
              <a:rect l="0" t="0" r="r" b="b"/>
              <a:pathLst>
                <a:path w="1304" h="962">
                  <a:moveTo>
                    <a:pt x="233" y="6"/>
                  </a:moveTo>
                  <a:cubicBezTo>
                    <a:pt x="233" y="23"/>
                    <a:pt x="250" y="51"/>
                    <a:pt x="241" y="65"/>
                  </a:cubicBezTo>
                  <a:cubicBezTo>
                    <a:pt x="232" y="80"/>
                    <a:pt x="190" y="71"/>
                    <a:pt x="193" y="97"/>
                  </a:cubicBezTo>
                  <a:cubicBezTo>
                    <a:pt x="194" y="111"/>
                    <a:pt x="219" y="122"/>
                    <a:pt x="228" y="132"/>
                  </a:cubicBezTo>
                  <a:cubicBezTo>
                    <a:pt x="239" y="145"/>
                    <a:pt x="237" y="162"/>
                    <a:pt x="237" y="178"/>
                  </a:cubicBezTo>
                  <a:cubicBezTo>
                    <a:pt x="208" y="182"/>
                    <a:pt x="173" y="177"/>
                    <a:pt x="145" y="183"/>
                  </a:cubicBezTo>
                  <a:cubicBezTo>
                    <a:pt x="129" y="187"/>
                    <a:pt x="117" y="200"/>
                    <a:pt x="101" y="205"/>
                  </a:cubicBezTo>
                  <a:cubicBezTo>
                    <a:pt x="85" y="210"/>
                    <a:pt x="68" y="207"/>
                    <a:pt x="56" y="220"/>
                  </a:cubicBezTo>
                  <a:cubicBezTo>
                    <a:pt x="40" y="236"/>
                    <a:pt x="40" y="260"/>
                    <a:pt x="29" y="278"/>
                  </a:cubicBezTo>
                  <a:cubicBezTo>
                    <a:pt x="21" y="290"/>
                    <a:pt x="8" y="299"/>
                    <a:pt x="3" y="314"/>
                  </a:cubicBezTo>
                  <a:cubicBezTo>
                    <a:pt x="0" y="326"/>
                    <a:pt x="3" y="343"/>
                    <a:pt x="17" y="344"/>
                  </a:cubicBezTo>
                  <a:cubicBezTo>
                    <a:pt x="38" y="346"/>
                    <a:pt x="55" y="298"/>
                    <a:pt x="81" y="294"/>
                  </a:cubicBezTo>
                  <a:cubicBezTo>
                    <a:pt x="81" y="298"/>
                    <a:pt x="81" y="298"/>
                    <a:pt x="81" y="298"/>
                  </a:cubicBezTo>
                  <a:cubicBezTo>
                    <a:pt x="43" y="316"/>
                    <a:pt x="59" y="334"/>
                    <a:pt x="61" y="366"/>
                  </a:cubicBezTo>
                  <a:cubicBezTo>
                    <a:pt x="89" y="346"/>
                    <a:pt x="89" y="346"/>
                    <a:pt x="89" y="346"/>
                  </a:cubicBezTo>
                  <a:cubicBezTo>
                    <a:pt x="78" y="363"/>
                    <a:pt x="59" y="393"/>
                    <a:pt x="89" y="398"/>
                  </a:cubicBezTo>
                  <a:cubicBezTo>
                    <a:pt x="105" y="453"/>
                    <a:pt x="181" y="466"/>
                    <a:pt x="213" y="510"/>
                  </a:cubicBezTo>
                  <a:cubicBezTo>
                    <a:pt x="241" y="490"/>
                    <a:pt x="241" y="490"/>
                    <a:pt x="241" y="490"/>
                  </a:cubicBezTo>
                  <a:cubicBezTo>
                    <a:pt x="231" y="507"/>
                    <a:pt x="227" y="528"/>
                    <a:pt x="253" y="518"/>
                  </a:cubicBezTo>
                  <a:cubicBezTo>
                    <a:pt x="249" y="562"/>
                    <a:pt x="249" y="562"/>
                    <a:pt x="249" y="562"/>
                  </a:cubicBezTo>
                  <a:cubicBezTo>
                    <a:pt x="269" y="572"/>
                    <a:pt x="288" y="595"/>
                    <a:pt x="299" y="614"/>
                  </a:cubicBezTo>
                  <a:cubicBezTo>
                    <a:pt x="305" y="624"/>
                    <a:pt x="300" y="641"/>
                    <a:pt x="314" y="643"/>
                  </a:cubicBezTo>
                  <a:cubicBezTo>
                    <a:pt x="354" y="648"/>
                    <a:pt x="353" y="630"/>
                    <a:pt x="378" y="608"/>
                  </a:cubicBezTo>
                  <a:cubicBezTo>
                    <a:pt x="394" y="595"/>
                    <a:pt x="409" y="594"/>
                    <a:pt x="421" y="574"/>
                  </a:cubicBezTo>
                  <a:cubicBezTo>
                    <a:pt x="432" y="553"/>
                    <a:pt x="437" y="524"/>
                    <a:pt x="454" y="507"/>
                  </a:cubicBezTo>
                  <a:cubicBezTo>
                    <a:pt x="476" y="486"/>
                    <a:pt x="493" y="501"/>
                    <a:pt x="517" y="498"/>
                  </a:cubicBezTo>
                  <a:cubicBezTo>
                    <a:pt x="566" y="493"/>
                    <a:pt x="609" y="466"/>
                    <a:pt x="661" y="479"/>
                  </a:cubicBezTo>
                  <a:cubicBezTo>
                    <a:pt x="708" y="492"/>
                    <a:pt x="721" y="573"/>
                    <a:pt x="765" y="594"/>
                  </a:cubicBezTo>
                  <a:cubicBezTo>
                    <a:pt x="749" y="634"/>
                    <a:pt x="749" y="634"/>
                    <a:pt x="749" y="634"/>
                  </a:cubicBezTo>
                  <a:cubicBezTo>
                    <a:pt x="777" y="638"/>
                    <a:pt x="777" y="638"/>
                    <a:pt x="777" y="638"/>
                  </a:cubicBezTo>
                  <a:cubicBezTo>
                    <a:pt x="771" y="663"/>
                    <a:pt x="789" y="680"/>
                    <a:pt x="786" y="702"/>
                  </a:cubicBezTo>
                  <a:cubicBezTo>
                    <a:pt x="783" y="718"/>
                    <a:pt x="743" y="753"/>
                    <a:pt x="764" y="770"/>
                  </a:cubicBezTo>
                  <a:cubicBezTo>
                    <a:pt x="787" y="790"/>
                    <a:pt x="807" y="747"/>
                    <a:pt x="825" y="742"/>
                  </a:cubicBezTo>
                  <a:cubicBezTo>
                    <a:pt x="867" y="730"/>
                    <a:pt x="920" y="741"/>
                    <a:pt x="961" y="746"/>
                  </a:cubicBezTo>
                  <a:cubicBezTo>
                    <a:pt x="968" y="816"/>
                    <a:pt x="995" y="861"/>
                    <a:pt x="965" y="930"/>
                  </a:cubicBezTo>
                  <a:cubicBezTo>
                    <a:pt x="996" y="933"/>
                    <a:pt x="1017" y="927"/>
                    <a:pt x="1033" y="962"/>
                  </a:cubicBezTo>
                  <a:cubicBezTo>
                    <a:pt x="1070" y="957"/>
                    <a:pt x="1124" y="936"/>
                    <a:pt x="1105" y="886"/>
                  </a:cubicBezTo>
                  <a:cubicBezTo>
                    <a:pt x="1129" y="878"/>
                    <a:pt x="1129" y="878"/>
                    <a:pt x="1129" y="878"/>
                  </a:cubicBezTo>
                  <a:cubicBezTo>
                    <a:pt x="1129" y="894"/>
                    <a:pt x="1129" y="894"/>
                    <a:pt x="1129" y="894"/>
                  </a:cubicBezTo>
                  <a:cubicBezTo>
                    <a:pt x="1141" y="902"/>
                    <a:pt x="1141" y="902"/>
                    <a:pt x="1141" y="902"/>
                  </a:cubicBezTo>
                  <a:cubicBezTo>
                    <a:pt x="1164" y="893"/>
                    <a:pt x="1164" y="893"/>
                    <a:pt x="1164" y="893"/>
                  </a:cubicBezTo>
                  <a:cubicBezTo>
                    <a:pt x="1197" y="900"/>
                    <a:pt x="1197" y="900"/>
                    <a:pt x="1197" y="900"/>
                  </a:cubicBezTo>
                  <a:cubicBezTo>
                    <a:pt x="1221" y="858"/>
                    <a:pt x="1221" y="858"/>
                    <a:pt x="1221" y="858"/>
                  </a:cubicBezTo>
                  <a:cubicBezTo>
                    <a:pt x="1213" y="834"/>
                    <a:pt x="1213" y="834"/>
                    <a:pt x="1213" y="834"/>
                  </a:cubicBezTo>
                  <a:cubicBezTo>
                    <a:pt x="1221" y="822"/>
                    <a:pt x="1221" y="822"/>
                    <a:pt x="1221" y="822"/>
                  </a:cubicBezTo>
                  <a:cubicBezTo>
                    <a:pt x="1245" y="818"/>
                    <a:pt x="1245" y="818"/>
                    <a:pt x="1245" y="818"/>
                  </a:cubicBezTo>
                  <a:cubicBezTo>
                    <a:pt x="1233" y="790"/>
                    <a:pt x="1233" y="790"/>
                    <a:pt x="1233" y="790"/>
                  </a:cubicBezTo>
                  <a:cubicBezTo>
                    <a:pt x="1203" y="787"/>
                    <a:pt x="1194" y="767"/>
                    <a:pt x="1193" y="738"/>
                  </a:cubicBezTo>
                  <a:cubicBezTo>
                    <a:pt x="1211" y="738"/>
                    <a:pt x="1236" y="734"/>
                    <a:pt x="1253" y="742"/>
                  </a:cubicBezTo>
                  <a:cubicBezTo>
                    <a:pt x="1262" y="747"/>
                    <a:pt x="1275" y="766"/>
                    <a:pt x="1287" y="758"/>
                  </a:cubicBezTo>
                  <a:cubicBezTo>
                    <a:pt x="1304" y="746"/>
                    <a:pt x="1289" y="710"/>
                    <a:pt x="1279" y="699"/>
                  </a:cubicBezTo>
                  <a:cubicBezTo>
                    <a:pt x="1251" y="668"/>
                    <a:pt x="1231" y="661"/>
                    <a:pt x="1281" y="634"/>
                  </a:cubicBezTo>
                  <a:cubicBezTo>
                    <a:pt x="1281" y="630"/>
                    <a:pt x="1281" y="630"/>
                    <a:pt x="1281" y="630"/>
                  </a:cubicBezTo>
                  <a:cubicBezTo>
                    <a:pt x="1259" y="617"/>
                    <a:pt x="1247" y="609"/>
                    <a:pt x="1253" y="582"/>
                  </a:cubicBezTo>
                  <a:cubicBezTo>
                    <a:pt x="1192" y="567"/>
                    <a:pt x="1219" y="512"/>
                    <a:pt x="1205" y="466"/>
                  </a:cubicBezTo>
                  <a:cubicBezTo>
                    <a:pt x="1241" y="450"/>
                    <a:pt x="1241" y="450"/>
                    <a:pt x="1241" y="450"/>
                  </a:cubicBezTo>
                  <a:cubicBezTo>
                    <a:pt x="1245" y="434"/>
                    <a:pt x="1245" y="434"/>
                    <a:pt x="1245" y="434"/>
                  </a:cubicBezTo>
                  <a:cubicBezTo>
                    <a:pt x="1245" y="430"/>
                    <a:pt x="1245" y="430"/>
                    <a:pt x="1245" y="430"/>
                  </a:cubicBezTo>
                  <a:cubicBezTo>
                    <a:pt x="1230" y="411"/>
                    <a:pt x="1213" y="398"/>
                    <a:pt x="1189" y="394"/>
                  </a:cubicBezTo>
                  <a:cubicBezTo>
                    <a:pt x="1187" y="376"/>
                    <a:pt x="1189" y="302"/>
                    <a:pt x="1176" y="293"/>
                  </a:cubicBezTo>
                  <a:cubicBezTo>
                    <a:pt x="1159" y="280"/>
                    <a:pt x="1133" y="296"/>
                    <a:pt x="1117" y="302"/>
                  </a:cubicBezTo>
                  <a:cubicBezTo>
                    <a:pt x="1170" y="239"/>
                    <a:pt x="1170" y="239"/>
                    <a:pt x="1170" y="239"/>
                  </a:cubicBezTo>
                  <a:cubicBezTo>
                    <a:pt x="1145" y="214"/>
                    <a:pt x="1145" y="214"/>
                    <a:pt x="1145" y="214"/>
                  </a:cubicBezTo>
                  <a:cubicBezTo>
                    <a:pt x="1113" y="202"/>
                    <a:pt x="1113" y="202"/>
                    <a:pt x="1113" y="202"/>
                  </a:cubicBezTo>
                  <a:cubicBezTo>
                    <a:pt x="1117" y="190"/>
                    <a:pt x="1117" y="190"/>
                    <a:pt x="1117" y="190"/>
                  </a:cubicBezTo>
                  <a:cubicBezTo>
                    <a:pt x="1089" y="182"/>
                    <a:pt x="1089" y="182"/>
                    <a:pt x="1089" y="182"/>
                  </a:cubicBezTo>
                  <a:cubicBezTo>
                    <a:pt x="1092" y="124"/>
                    <a:pt x="1069" y="4"/>
                    <a:pt x="981" y="46"/>
                  </a:cubicBezTo>
                  <a:cubicBezTo>
                    <a:pt x="981" y="54"/>
                    <a:pt x="981" y="54"/>
                    <a:pt x="981" y="54"/>
                  </a:cubicBezTo>
                  <a:cubicBezTo>
                    <a:pt x="997" y="82"/>
                    <a:pt x="997" y="82"/>
                    <a:pt x="997" y="82"/>
                  </a:cubicBezTo>
                  <a:cubicBezTo>
                    <a:pt x="974" y="83"/>
                    <a:pt x="940" y="86"/>
                    <a:pt x="937" y="114"/>
                  </a:cubicBezTo>
                  <a:cubicBezTo>
                    <a:pt x="910" y="118"/>
                    <a:pt x="894" y="101"/>
                    <a:pt x="869" y="95"/>
                  </a:cubicBezTo>
                  <a:cubicBezTo>
                    <a:pt x="819" y="82"/>
                    <a:pt x="794" y="108"/>
                    <a:pt x="761" y="142"/>
                  </a:cubicBezTo>
                  <a:cubicBezTo>
                    <a:pt x="753" y="119"/>
                    <a:pt x="733" y="74"/>
                    <a:pt x="701" y="90"/>
                  </a:cubicBezTo>
                  <a:cubicBezTo>
                    <a:pt x="689" y="97"/>
                    <a:pt x="682" y="117"/>
                    <a:pt x="668" y="120"/>
                  </a:cubicBezTo>
                  <a:cubicBezTo>
                    <a:pt x="657" y="122"/>
                    <a:pt x="642" y="105"/>
                    <a:pt x="629" y="102"/>
                  </a:cubicBezTo>
                  <a:cubicBezTo>
                    <a:pt x="653" y="58"/>
                    <a:pt x="653" y="58"/>
                    <a:pt x="653" y="58"/>
                  </a:cubicBezTo>
                  <a:cubicBezTo>
                    <a:pt x="637" y="41"/>
                    <a:pt x="549" y="47"/>
                    <a:pt x="525" y="52"/>
                  </a:cubicBezTo>
                  <a:cubicBezTo>
                    <a:pt x="511" y="55"/>
                    <a:pt x="468" y="37"/>
                    <a:pt x="453" y="35"/>
                  </a:cubicBezTo>
                  <a:cubicBezTo>
                    <a:pt x="408" y="30"/>
                    <a:pt x="399" y="26"/>
                    <a:pt x="353" y="38"/>
                  </a:cubicBezTo>
                  <a:cubicBezTo>
                    <a:pt x="371" y="0"/>
                    <a:pt x="258" y="6"/>
                    <a:pt x="233" y="6"/>
                  </a:cubicBezTo>
                  <a:close/>
                </a:path>
              </a:pathLst>
            </a:custGeom>
            <a:solidFill>
              <a:schemeClr val="accent5"/>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1" name="Freeform 57"/>
            <p:cNvSpPr>
              <a:spLocks/>
            </p:cNvSpPr>
            <p:nvPr/>
          </p:nvSpPr>
          <p:spPr bwMode="auto">
            <a:xfrm>
              <a:off x="909638" y="2146300"/>
              <a:ext cx="158750" cy="93663"/>
            </a:xfrm>
            <a:custGeom>
              <a:avLst/>
              <a:gdLst/>
              <a:ahLst/>
              <a:cxnLst>
                <a:cxn ang="0">
                  <a:pos x="0" y="69"/>
                </a:cxn>
                <a:cxn ang="0">
                  <a:pos x="52" y="105"/>
                </a:cxn>
                <a:cxn ang="0">
                  <a:pos x="80" y="165"/>
                </a:cxn>
                <a:cxn ang="0">
                  <a:pos x="104" y="181"/>
                </a:cxn>
                <a:cxn ang="0">
                  <a:pos x="116" y="165"/>
                </a:cxn>
                <a:cxn ang="0">
                  <a:pos x="116" y="185"/>
                </a:cxn>
                <a:cxn ang="0">
                  <a:pos x="216" y="145"/>
                </a:cxn>
                <a:cxn ang="0">
                  <a:pos x="284" y="141"/>
                </a:cxn>
                <a:cxn ang="0">
                  <a:pos x="284" y="165"/>
                </a:cxn>
                <a:cxn ang="0">
                  <a:pos x="188" y="185"/>
                </a:cxn>
                <a:cxn ang="0">
                  <a:pos x="280" y="197"/>
                </a:cxn>
                <a:cxn ang="0">
                  <a:pos x="192" y="257"/>
                </a:cxn>
                <a:cxn ang="0">
                  <a:pos x="224" y="241"/>
                </a:cxn>
                <a:cxn ang="0">
                  <a:pos x="236" y="285"/>
                </a:cxn>
                <a:cxn ang="0">
                  <a:pos x="260" y="301"/>
                </a:cxn>
                <a:cxn ang="0">
                  <a:pos x="264" y="301"/>
                </a:cxn>
                <a:cxn ang="0">
                  <a:pos x="268" y="333"/>
                </a:cxn>
                <a:cxn ang="0">
                  <a:pos x="340" y="231"/>
                </a:cxn>
                <a:cxn ang="0">
                  <a:pos x="420" y="197"/>
                </a:cxn>
                <a:cxn ang="0">
                  <a:pos x="507" y="190"/>
                </a:cxn>
                <a:cxn ang="0">
                  <a:pos x="472" y="105"/>
                </a:cxn>
                <a:cxn ang="0">
                  <a:pos x="516" y="83"/>
                </a:cxn>
                <a:cxn ang="0">
                  <a:pos x="507" y="16"/>
                </a:cxn>
                <a:cxn ang="0">
                  <a:pos x="376" y="13"/>
                </a:cxn>
                <a:cxn ang="0">
                  <a:pos x="252" y="15"/>
                </a:cxn>
                <a:cxn ang="0">
                  <a:pos x="168" y="54"/>
                </a:cxn>
                <a:cxn ang="0">
                  <a:pos x="96" y="51"/>
                </a:cxn>
                <a:cxn ang="0">
                  <a:pos x="0" y="69"/>
                </a:cxn>
              </a:cxnLst>
              <a:rect l="0" t="0" r="r" b="b"/>
              <a:pathLst>
                <a:path w="555" h="333">
                  <a:moveTo>
                    <a:pt x="0" y="69"/>
                  </a:moveTo>
                  <a:cubicBezTo>
                    <a:pt x="9" y="92"/>
                    <a:pt x="25" y="112"/>
                    <a:pt x="52" y="105"/>
                  </a:cubicBezTo>
                  <a:cubicBezTo>
                    <a:pt x="47" y="128"/>
                    <a:pt x="48" y="170"/>
                    <a:pt x="80" y="165"/>
                  </a:cubicBezTo>
                  <a:cubicBezTo>
                    <a:pt x="104" y="181"/>
                    <a:pt x="104" y="181"/>
                    <a:pt x="104" y="181"/>
                  </a:cubicBezTo>
                  <a:cubicBezTo>
                    <a:pt x="116" y="165"/>
                    <a:pt x="116" y="165"/>
                    <a:pt x="116" y="165"/>
                  </a:cubicBezTo>
                  <a:cubicBezTo>
                    <a:pt x="116" y="185"/>
                    <a:pt x="116" y="185"/>
                    <a:pt x="116" y="185"/>
                  </a:cubicBezTo>
                  <a:cubicBezTo>
                    <a:pt x="216" y="145"/>
                    <a:pt x="216" y="145"/>
                    <a:pt x="216" y="145"/>
                  </a:cubicBezTo>
                  <a:cubicBezTo>
                    <a:pt x="284" y="141"/>
                    <a:pt x="284" y="141"/>
                    <a:pt x="284" y="141"/>
                  </a:cubicBezTo>
                  <a:cubicBezTo>
                    <a:pt x="284" y="165"/>
                    <a:pt x="284" y="165"/>
                    <a:pt x="284" y="165"/>
                  </a:cubicBezTo>
                  <a:cubicBezTo>
                    <a:pt x="265" y="157"/>
                    <a:pt x="181" y="142"/>
                    <a:pt x="188" y="185"/>
                  </a:cubicBezTo>
                  <a:cubicBezTo>
                    <a:pt x="191" y="206"/>
                    <a:pt x="264" y="201"/>
                    <a:pt x="280" y="197"/>
                  </a:cubicBezTo>
                  <a:cubicBezTo>
                    <a:pt x="259" y="229"/>
                    <a:pt x="198" y="196"/>
                    <a:pt x="192" y="257"/>
                  </a:cubicBezTo>
                  <a:cubicBezTo>
                    <a:pt x="224" y="241"/>
                    <a:pt x="224" y="241"/>
                    <a:pt x="224" y="241"/>
                  </a:cubicBezTo>
                  <a:cubicBezTo>
                    <a:pt x="214" y="259"/>
                    <a:pt x="203" y="293"/>
                    <a:pt x="236" y="285"/>
                  </a:cubicBezTo>
                  <a:cubicBezTo>
                    <a:pt x="236" y="302"/>
                    <a:pt x="245" y="322"/>
                    <a:pt x="260" y="301"/>
                  </a:cubicBezTo>
                  <a:cubicBezTo>
                    <a:pt x="264" y="301"/>
                    <a:pt x="264" y="301"/>
                    <a:pt x="264" y="301"/>
                  </a:cubicBezTo>
                  <a:cubicBezTo>
                    <a:pt x="268" y="333"/>
                    <a:pt x="268" y="333"/>
                    <a:pt x="268" y="333"/>
                  </a:cubicBezTo>
                  <a:cubicBezTo>
                    <a:pt x="310" y="312"/>
                    <a:pt x="306" y="257"/>
                    <a:pt x="340" y="231"/>
                  </a:cubicBezTo>
                  <a:cubicBezTo>
                    <a:pt x="353" y="222"/>
                    <a:pt x="404" y="200"/>
                    <a:pt x="420" y="197"/>
                  </a:cubicBezTo>
                  <a:cubicBezTo>
                    <a:pt x="449" y="193"/>
                    <a:pt x="478" y="203"/>
                    <a:pt x="507" y="190"/>
                  </a:cubicBezTo>
                  <a:cubicBezTo>
                    <a:pt x="555" y="167"/>
                    <a:pt x="492" y="116"/>
                    <a:pt x="472" y="105"/>
                  </a:cubicBezTo>
                  <a:cubicBezTo>
                    <a:pt x="484" y="92"/>
                    <a:pt x="505" y="98"/>
                    <a:pt x="516" y="83"/>
                  </a:cubicBezTo>
                  <a:cubicBezTo>
                    <a:pt x="527" y="68"/>
                    <a:pt x="527" y="25"/>
                    <a:pt x="507" y="16"/>
                  </a:cubicBezTo>
                  <a:cubicBezTo>
                    <a:pt x="476" y="0"/>
                    <a:pt x="410" y="13"/>
                    <a:pt x="376" y="13"/>
                  </a:cubicBezTo>
                  <a:cubicBezTo>
                    <a:pt x="337" y="13"/>
                    <a:pt x="290" y="6"/>
                    <a:pt x="252" y="15"/>
                  </a:cubicBezTo>
                  <a:cubicBezTo>
                    <a:pt x="222" y="21"/>
                    <a:pt x="198" y="46"/>
                    <a:pt x="168" y="54"/>
                  </a:cubicBezTo>
                  <a:cubicBezTo>
                    <a:pt x="144" y="60"/>
                    <a:pt x="119" y="50"/>
                    <a:pt x="96" y="51"/>
                  </a:cubicBezTo>
                  <a:cubicBezTo>
                    <a:pt x="62" y="53"/>
                    <a:pt x="34" y="69"/>
                    <a:pt x="0" y="69"/>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2" name="Freeform 58"/>
            <p:cNvSpPr>
              <a:spLocks/>
            </p:cNvSpPr>
            <p:nvPr/>
          </p:nvSpPr>
          <p:spPr bwMode="auto">
            <a:xfrm>
              <a:off x="909638" y="2146300"/>
              <a:ext cx="158750" cy="93663"/>
            </a:xfrm>
            <a:custGeom>
              <a:avLst/>
              <a:gdLst/>
              <a:ahLst/>
              <a:cxnLst>
                <a:cxn ang="0">
                  <a:pos x="0" y="69"/>
                </a:cxn>
                <a:cxn ang="0">
                  <a:pos x="52" y="105"/>
                </a:cxn>
                <a:cxn ang="0">
                  <a:pos x="80" y="165"/>
                </a:cxn>
                <a:cxn ang="0">
                  <a:pos x="104" y="181"/>
                </a:cxn>
                <a:cxn ang="0">
                  <a:pos x="116" y="165"/>
                </a:cxn>
                <a:cxn ang="0">
                  <a:pos x="116" y="185"/>
                </a:cxn>
                <a:cxn ang="0">
                  <a:pos x="216" y="145"/>
                </a:cxn>
                <a:cxn ang="0">
                  <a:pos x="284" y="141"/>
                </a:cxn>
                <a:cxn ang="0">
                  <a:pos x="284" y="165"/>
                </a:cxn>
                <a:cxn ang="0">
                  <a:pos x="188" y="185"/>
                </a:cxn>
                <a:cxn ang="0">
                  <a:pos x="280" y="197"/>
                </a:cxn>
                <a:cxn ang="0">
                  <a:pos x="192" y="257"/>
                </a:cxn>
                <a:cxn ang="0">
                  <a:pos x="224" y="241"/>
                </a:cxn>
                <a:cxn ang="0">
                  <a:pos x="236" y="285"/>
                </a:cxn>
                <a:cxn ang="0">
                  <a:pos x="260" y="301"/>
                </a:cxn>
                <a:cxn ang="0">
                  <a:pos x="264" y="301"/>
                </a:cxn>
                <a:cxn ang="0">
                  <a:pos x="268" y="333"/>
                </a:cxn>
                <a:cxn ang="0">
                  <a:pos x="340" y="231"/>
                </a:cxn>
                <a:cxn ang="0">
                  <a:pos x="420" y="197"/>
                </a:cxn>
                <a:cxn ang="0">
                  <a:pos x="507" y="190"/>
                </a:cxn>
                <a:cxn ang="0">
                  <a:pos x="472" y="105"/>
                </a:cxn>
                <a:cxn ang="0">
                  <a:pos x="516" y="83"/>
                </a:cxn>
                <a:cxn ang="0">
                  <a:pos x="507" y="16"/>
                </a:cxn>
                <a:cxn ang="0">
                  <a:pos x="376" y="13"/>
                </a:cxn>
                <a:cxn ang="0">
                  <a:pos x="252" y="15"/>
                </a:cxn>
                <a:cxn ang="0">
                  <a:pos x="168" y="54"/>
                </a:cxn>
                <a:cxn ang="0">
                  <a:pos x="96" y="51"/>
                </a:cxn>
                <a:cxn ang="0">
                  <a:pos x="0" y="69"/>
                </a:cxn>
              </a:cxnLst>
              <a:rect l="0" t="0" r="r" b="b"/>
              <a:pathLst>
                <a:path w="555" h="333">
                  <a:moveTo>
                    <a:pt x="0" y="69"/>
                  </a:moveTo>
                  <a:cubicBezTo>
                    <a:pt x="9" y="92"/>
                    <a:pt x="25" y="112"/>
                    <a:pt x="52" y="105"/>
                  </a:cubicBezTo>
                  <a:cubicBezTo>
                    <a:pt x="47" y="128"/>
                    <a:pt x="48" y="170"/>
                    <a:pt x="80" y="165"/>
                  </a:cubicBezTo>
                  <a:cubicBezTo>
                    <a:pt x="104" y="181"/>
                    <a:pt x="104" y="181"/>
                    <a:pt x="104" y="181"/>
                  </a:cubicBezTo>
                  <a:cubicBezTo>
                    <a:pt x="116" y="165"/>
                    <a:pt x="116" y="165"/>
                    <a:pt x="116" y="165"/>
                  </a:cubicBezTo>
                  <a:cubicBezTo>
                    <a:pt x="116" y="185"/>
                    <a:pt x="116" y="185"/>
                    <a:pt x="116" y="185"/>
                  </a:cubicBezTo>
                  <a:cubicBezTo>
                    <a:pt x="216" y="145"/>
                    <a:pt x="216" y="145"/>
                    <a:pt x="216" y="145"/>
                  </a:cubicBezTo>
                  <a:cubicBezTo>
                    <a:pt x="284" y="141"/>
                    <a:pt x="284" y="141"/>
                    <a:pt x="284" y="141"/>
                  </a:cubicBezTo>
                  <a:cubicBezTo>
                    <a:pt x="284" y="165"/>
                    <a:pt x="284" y="165"/>
                    <a:pt x="284" y="165"/>
                  </a:cubicBezTo>
                  <a:cubicBezTo>
                    <a:pt x="265" y="157"/>
                    <a:pt x="181" y="142"/>
                    <a:pt x="188" y="185"/>
                  </a:cubicBezTo>
                  <a:cubicBezTo>
                    <a:pt x="191" y="206"/>
                    <a:pt x="264" y="201"/>
                    <a:pt x="280" y="197"/>
                  </a:cubicBezTo>
                  <a:cubicBezTo>
                    <a:pt x="259" y="229"/>
                    <a:pt x="198" y="196"/>
                    <a:pt x="192" y="257"/>
                  </a:cubicBezTo>
                  <a:cubicBezTo>
                    <a:pt x="224" y="241"/>
                    <a:pt x="224" y="241"/>
                    <a:pt x="224" y="241"/>
                  </a:cubicBezTo>
                  <a:cubicBezTo>
                    <a:pt x="214" y="259"/>
                    <a:pt x="203" y="293"/>
                    <a:pt x="236" y="285"/>
                  </a:cubicBezTo>
                  <a:cubicBezTo>
                    <a:pt x="236" y="302"/>
                    <a:pt x="245" y="322"/>
                    <a:pt x="260" y="301"/>
                  </a:cubicBezTo>
                  <a:cubicBezTo>
                    <a:pt x="264" y="301"/>
                    <a:pt x="264" y="301"/>
                    <a:pt x="264" y="301"/>
                  </a:cubicBezTo>
                  <a:cubicBezTo>
                    <a:pt x="268" y="333"/>
                    <a:pt x="268" y="333"/>
                    <a:pt x="268" y="333"/>
                  </a:cubicBezTo>
                  <a:cubicBezTo>
                    <a:pt x="310" y="312"/>
                    <a:pt x="306" y="257"/>
                    <a:pt x="340" y="231"/>
                  </a:cubicBezTo>
                  <a:cubicBezTo>
                    <a:pt x="353" y="222"/>
                    <a:pt x="404" y="200"/>
                    <a:pt x="420" y="197"/>
                  </a:cubicBezTo>
                  <a:cubicBezTo>
                    <a:pt x="449" y="193"/>
                    <a:pt x="478" y="203"/>
                    <a:pt x="507" y="190"/>
                  </a:cubicBezTo>
                  <a:cubicBezTo>
                    <a:pt x="555" y="167"/>
                    <a:pt x="492" y="116"/>
                    <a:pt x="472" y="105"/>
                  </a:cubicBezTo>
                  <a:cubicBezTo>
                    <a:pt x="484" y="92"/>
                    <a:pt x="505" y="98"/>
                    <a:pt x="516" y="83"/>
                  </a:cubicBezTo>
                  <a:cubicBezTo>
                    <a:pt x="527" y="68"/>
                    <a:pt x="527" y="25"/>
                    <a:pt x="507" y="16"/>
                  </a:cubicBezTo>
                  <a:cubicBezTo>
                    <a:pt x="476" y="0"/>
                    <a:pt x="410" y="13"/>
                    <a:pt x="376" y="13"/>
                  </a:cubicBezTo>
                  <a:cubicBezTo>
                    <a:pt x="337" y="13"/>
                    <a:pt x="290" y="6"/>
                    <a:pt x="252" y="15"/>
                  </a:cubicBezTo>
                  <a:cubicBezTo>
                    <a:pt x="222" y="21"/>
                    <a:pt x="198" y="46"/>
                    <a:pt x="168" y="54"/>
                  </a:cubicBezTo>
                  <a:cubicBezTo>
                    <a:pt x="144" y="60"/>
                    <a:pt x="119" y="50"/>
                    <a:pt x="96" y="51"/>
                  </a:cubicBezTo>
                  <a:cubicBezTo>
                    <a:pt x="62" y="53"/>
                    <a:pt x="34" y="69"/>
                    <a:pt x="0" y="69"/>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3" name="Freeform 59"/>
            <p:cNvSpPr>
              <a:spLocks/>
            </p:cNvSpPr>
            <p:nvPr/>
          </p:nvSpPr>
          <p:spPr bwMode="auto">
            <a:xfrm>
              <a:off x="901700" y="2085975"/>
              <a:ext cx="153988" cy="38100"/>
            </a:xfrm>
            <a:custGeom>
              <a:avLst/>
              <a:gdLst/>
              <a:ahLst/>
              <a:cxnLst>
                <a:cxn ang="0">
                  <a:pos x="235" y="56"/>
                </a:cxn>
                <a:cxn ang="0">
                  <a:pos x="31" y="52"/>
                </a:cxn>
                <a:cxn ang="0">
                  <a:pos x="203" y="80"/>
                </a:cxn>
                <a:cxn ang="0">
                  <a:pos x="203" y="84"/>
                </a:cxn>
                <a:cxn ang="0">
                  <a:pos x="47" y="104"/>
                </a:cxn>
                <a:cxn ang="0">
                  <a:pos x="7" y="90"/>
                </a:cxn>
                <a:cxn ang="0">
                  <a:pos x="7" y="136"/>
                </a:cxn>
                <a:cxn ang="0">
                  <a:pos x="131" y="136"/>
                </a:cxn>
                <a:cxn ang="0">
                  <a:pos x="180" y="132"/>
                </a:cxn>
                <a:cxn ang="0">
                  <a:pos x="187" y="100"/>
                </a:cxn>
                <a:cxn ang="0">
                  <a:pos x="295" y="64"/>
                </a:cxn>
                <a:cxn ang="0">
                  <a:pos x="483" y="116"/>
                </a:cxn>
                <a:cxn ang="0">
                  <a:pos x="534" y="92"/>
                </a:cxn>
                <a:cxn ang="0">
                  <a:pos x="435" y="73"/>
                </a:cxn>
                <a:cxn ang="0">
                  <a:pos x="367" y="52"/>
                </a:cxn>
                <a:cxn ang="0">
                  <a:pos x="235" y="56"/>
                </a:cxn>
              </a:cxnLst>
              <a:rect l="0" t="0" r="r" b="b"/>
              <a:pathLst>
                <a:path w="538" h="138">
                  <a:moveTo>
                    <a:pt x="235" y="56"/>
                  </a:moveTo>
                  <a:cubicBezTo>
                    <a:pt x="31" y="52"/>
                    <a:pt x="31" y="52"/>
                    <a:pt x="31" y="52"/>
                  </a:cubicBezTo>
                  <a:cubicBezTo>
                    <a:pt x="72" y="124"/>
                    <a:pt x="140" y="63"/>
                    <a:pt x="203" y="80"/>
                  </a:cubicBezTo>
                  <a:cubicBezTo>
                    <a:pt x="203" y="84"/>
                    <a:pt x="203" y="84"/>
                    <a:pt x="203" y="84"/>
                  </a:cubicBezTo>
                  <a:cubicBezTo>
                    <a:pt x="47" y="104"/>
                    <a:pt x="47" y="104"/>
                    <a:pt x="47" y="104"/>
                  </a:cubicBezTo>
                  <a:cubicBezTo>
                    <a:pt x="45" y="81"/>
                    <a:pt x="22" y="62"/>
                    <a:pt x="7" y="90"/>
                  </a:cubicBezTo>
                  <a:cubicBezTo>
                    <a:pt x="0" y="104"/>
                    <a:pt x="5" y="121"/>
                    <a:pt x="7" y="136"/>
                  </a:cubicBezTo>
                  <a:cubicBezTo>
                    <a:pt x="131" y="136"/>
                    <a:pt x="131" y="136"/>
                    <a:pt x="131" y="136"/>
                  </a:cubicBezTo>
                  <a:cubicBezTo>
                    <a:pt x="180" y="132"/>
                    <a:pt x="180" y="132"/>
                    <a:pt x="180" y="132"/>
                  </a:cubicBezTo>
                  <a:cubicBezTo>
                    <a:pt x="187" y="100"/>
                    <a:pt x="187" y="100"/>
                    <a:pt x="187" y="100"/>
                  </a:cubicBezTo>
                  <a:cubicBezTo>
                    <a:pt x="225" y="100"/>
                    <a:pt x="289" y="115"/>
                    <a:pt x="295" y="64"/>
                  </a:cubicBezTo>
                  <a:cubicBezTo>
                    <a:pt x="347" y="94"/>
                    <a:pt x="422" y="138"/>
                    <a:pt x="483" y="116"/>
                  </a:cubicBezTo>
                  <a:cubicBezTo>
                    <a:pt x="496" y="111"/>
                    <a:pt x="532" y="111"/>
                    <a:pt x="534" y="92"/>
                  </a:cubicBezTo>
                  <a:cubicBezTo>
                    <a:pt x="538" y="30"/>
                    <a:pt x="456" y="78"/>
                    <a:pt x="435" y="73"/>
                  </a:cubicBezTo>
                  <a:cubicBezTo>
                    <a:pt x="404" y="65"/>
                    <a:pt x="405" y="27"/>
                    <a:pt x="367" y="52"/>
                  </a:cubicBezTo>
                  <a:cubicBezTo>
                    <a:pt x="349" y="3"/>
                    <a:pt x="242" y="0"/>
                    <a:pt x="235" y="5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Freeform 60"/>
            <p:cNvSpPr>
              <a:spLocks/>
            </p:cNvSpPr>
            <p:nvPr/>
          </p:nvSpPr>
          <p:spPr bwMode="auto">
            <a:xfrm>
              <a:off x="868363" y="1947863"/>
              <a:ext cx="306388" cy="222250"/>
            </a:xfrm>
            <a:custGeom>
              <a:avLst/>
              <a:gdLst/>
              <a:ahLst/>
              <a:cxnLst>
                <a:cxn ang="0">
                  <a:pos x="0" y="348"/>
                </a:cxn>
                <a:cxn ang="0">
                  <a:pos x="124" y="480"/>
                </a:cxn>
                <a:cxn ang="0">
                  <a:pos x="168" y="468"/>
                </a:cxn>
                <a:cxn ang="0">
                  <a:pos x="132" y="520"/>
                </a:cxn>
                <a:cxn ang="0">
                  <a:pos x="164" y="500"/>
                </a:cxn>
                <a:cxn ang="0">
                  <a:pos x="168" y="543"/>
                </a:cxn>
                <a:cxn ang="0">
                  <a:pos x="344" y="544"/>
                </a:cxn>
                <a:cxn ang="0">
                  <a:pos x="378" y="517"/>
                </a:cxn>
                <a:cxn ang="0">
                  <a:pos x="440" y="506"/>
                </a:cxn>
                <a:cxn ang="0">
                  <a:pos x="481" y="538"/>
                </a:cxn>
                <a:cxn ang="0">
                  <a:pos x="512" y="538"/>
                </a:cxn>
                <a:cxn ang="0">
                  <a:pos x="540" y="563"/>
                </a:cxn>
                <a:cxn ang="0">
                  <a:pos x="600" y="560"/>
                </a:cxn>
                <a:cxn ang="0">
                  <a:pos x="600" y="548"/>
                </a:cxn>
                <a:cxn ang="0">
                  <a:pos x="634" y="582"/>
                </a:cxn>
                <a:cxn ang="0">
                  <a:pos x="564" y="600"/>
                </a:cxn>
                <a:cxn ang="0">
                  <a:pos x="420" y="543"/>
                </a:cxn>
                <a:cxn ang="0">
                  <a:pos x="368" y="577"/>
                </a:cxn>
                <a:cxn ang="0">
                  <a:pos x="292" y="612"/>
                </a:cxn>
                <a:cxn ang="0">
                  <a:pos x="150" y="615"/>
                </a:cxn>
                <a:cxn ang="0">
                  <a:pos x="132" y="728"/>
                </a:cxn>
                <a:cxn ang="0">
                  <a:pos x="136" y="768"/>
                </a:cxn>
                <a:cxn ang="0">
                  <a:pos x="308" y="747"/>
                </a:cxn>
                <a:cxn ang="0">
                  <a:pos x="367" y="721"/>
                </a:cxn>
                <a:cxn ang="0">
                  <a:pos x="432" y="704"/>
                </a:cxn>
                <a:cxn ang="0">
                  <a:pos x="772" y="708"/>
                </a:cxn>
                <a:cxn ang="0">
                  <a:pos x="856" y="760"/>
                </a:cxn>
                <a:cxn ang="0">
                  <a:pos x="860" y="760"/>
                </a:cxn>
                <a:cxn ang="0">
                  <a:pos x="868" y="748"/>
                </a:cxn>
                <a:cxn ang="0">
                  <a:pos x="872" y="748"/>
                </a:cxn>
                <a:cxn ang="0">
                  <a:pos x="956" y="753"/>
                </a:cxn>
                <a:cxn ang="0">
                  <a:pos x="1076" y="748"/>
                </a:cxn>
                <a:cxn ang="0">
                  <a:pos x="1076" y="648"/>
                </a:cxn>
                <a:cxn ang="0">
                  <a:pos x="984" y="584"/>
                </a:cxn>
                <a:cxn ang="0">
                  <a:pos x="959" y="532"/>
                </a:cxn>
                <a:cxn ang="0">
                  <a:pos x="974" y="496"/>
                </a:cxn>
                <a:cxn ang="0">
                  <a:pos x="960" y="420"/>
                </a:cxn>
                <a:cxn ang="0">
                  <a:pos x="928" y="392"/>
                </a:cxn>
                <a:cxn ang="0">
                  <a:pos x="924" y="348"/>
                </a:cxn>
                <a:cxn ang="0">
                  <a:pos x="928" y="340"/>
                </a:cxn>
                <a:cxn ang="0">
                  <a:pos x="874" y="292"/>
                </a:cxn>
                <a:cxn ang="0">
                  <a:pos x="796" y="208"/>
                </a:cxn>
                <a:cxn ang="0">
                  <a:pos x="668" y="100"/>
                </a:cxn>
                <a:cxn ang="0">
                  <a:pos x="668" y="88"/>
                </a:cxn>
                <a:cxn ang="0">
                  <a:pos x="552" y="11"/>
                </a:cxn>
                <a:cxn ang="0">
                  <a:pos x="448" y="0"/>
                </a:cxn>
                <a:cxn ang="0">
                  <a:pos x="356" y="22"/>
                </a:cxn>
                <a:cxn ang="0">
                  <a:pos x="316" y="35"/>
                </a:cxn>
                <a:cxn ang="0">
                  <a:pos x="217" y="33"/>
                </a:cxn>
                <a:cxn ang="0">
                  <a:pos x="197" y="72"/>
                </a:cxn>
                <a:cxn ang="0">
                  <a:pos x="167" y="112"/>
                </a:cxn>
                <a:cxn ang="0">
                  <a:pos x="163" y="166"/>
                </a:cxn>
                <a:cxn ang="0">
                  <a:pos x="102" y="264"/>
                </a:cxn>
                <a:cxn ang="0">
                  <a:pos x="52" y="315"/>
                </a:cxn>
                <a:cxn ang="0">
                  <a:pos x="0" y="348"/>
                </a:cxn>
              </a:cxnLst>
              <a:rect l="0" t="0" r="r" b="b"/>
              <a:pathLst>
                <a:path w="1076" h="777">
                  <a:moveTo>
                    <a:pt x="0" y="348"/>
                  </a:moveTo>
                  <a:cubicBezTo>
                    <a:pt x="53" y="348"/>
                    <a:pt x="128" y="424"/>
                    <a:pt x="124" y="480"/>
                  </a:cubicBezTo>
                  <a:cubicBezTo>
                    <a:pt x="168" y="468"/>
                    <a:pt x="168" y="468"/>
                    <a:pt x="168" y="468"/>
                  </a:cubicBezTo>
                  <a:cubicBezTo>
                    <a:pt x="149" y="483"/>
                    <a:pt x="125" y="492"/>
                    <a:pt x="132" y="520"/>
                  </a:cubicBezTo>
                  <a:cubicBezTo>
                    <a:pt x="164" y="500"/>
                    <a:pt x="164" y="500"/>
                    <a:pt x="164" y="500"/>
                  </a:cubicBezTo>
                  <a:cubicBezTo>
                    <a:pt x="153" y="513"/>
                    <a:pt x="146" y="537"/>
                    <a:pt x="168" y="543"/>
                  </a:cubicBezTo>
                  <a:cubicBezTo>
                    <a:pt x="213" y="555"/>
                    <a:pt x="298" y="551"/>
                    <a:pt x="344" y="544"/>
                  </a:cubicBezTo>
                  <a:cubicBezTo>
                    <a:pt x="361" y="541"/>
                    <a:pt x="363" y="523"/>
                    <a:pt x="378" y="517"/>
                  </a:cubicBezTo>
                  <a:cubicBezTo>
                    <a:pt x="390" y="512"/>
                    <a:pt x="427" y="504"/>
                    <a:pt x="440" y="506"/>
                  </a:cubicBezTo>
                  <a:cubicBezTo>
                    <a:pt x="461" y="510"/>
                    <a:pt x="464" y="531"/>
                    <a:pt x="481" y="538"/>
                  </a:cubicBezTo>
                  <a:cubicBezTo>
                    <a:pt x="491" y="542"/>
                    <a:pt x="501" y="535"/>
                    <a:pt x="512" y="538"/>
                  </a:cubicBezTo>
                  <a:cubicBezTo>
                    <a:pt x="524" y="542"/>
                    <a:pt x="529" y="558"/>
                    <a:pt x="540" y="563"/>
                  </a:cubicBezTo>
                  <a:cubicBezTo>
                    <a:pt x="557" y="571"/>
                    <a:pt x="582" y="561"/>
                    <a:pt x="600" y="560"/>
                  </a:cubicBezTo>
                  <a:cubicBezTo>
                    <a:pt x="600" y="548"/>
                    <a:pt x="600" y="548"/>
                    <a:pt x="600" y="548"/>
                  </a:cubicBezTo>
                  <a:cubicBezTo>
                    <a:pt x="612" y="549"/>
                    <a:pt x="654" y="565"/>
                    <a:pt x="634" y="582"/>
                  </a:cubicBezTo>
                  <a:cubicBezTo>
                    <a:pt x="622" y="592"/>
                    <a:pt x="580" y="600"/>
                    <a:pt x="564" y="600"/>
                  </a:cubicBezTo>
                  <a:cubicBezTo>
                    <a:pt x="512" y="598"/>
                    <a:pt x="470" y="548"/>
                    <a:pt x="420" y="543"/>
                  </a:cubicBezTo>
                  <a:cubicBezTo>
                    <a:pt x="401" y="541"/>
                    <a:pt x="391" y="573"/>
                    <a:pt x="368" y="577"/>
                  </a:cubicBezTo>
                  <a:cubicBezTo>
                    <a:pt x="335" y="583"/>
                    <a:pt x="293" y="567"/>
                    <a:pt x="292" y="612"/>
                  </a:cubicBezTo>
                  <a:cubicBezTo>
                    <a:pt x="254" y="612"/>
                    <a:pt x="185" y="599"/>
                    <a:pt x="150" y="615"/>
                  </a:cubicBezTo>
                  <a:cubicBezTo>
                    <a:pt x="118" y="629"/>
                    <a:pt x="119" y="703"/>
                    <a:pt x="132" y="728"/>
                  </a:cubicBezTo>
                  <a:cubicBezTo>
                    <a:pt x="116" y="739"/>
                    <a:pt x="128" y="754"/>
                    <a:pt x="136" y="768"/>
                  </a:cubicBezTo>
                  <a:cubicBezTo>
                    <a:pt x="197" y="753"/>
                    <a:pt x="246" y="748"/>
                    <a:pt x="308" y="747"/>
                  </a:cubicBezTo>
                  <a:cubicBezTo>
                    <a:pt x="323" y="747"/>
                    <a:pt x="365" y="736"/>
                    <a:pt x="367" y="721"/>
                  </a:cubicBezTo>
                  <a:cubicBezTo>
                    <a:pt x="432" y="704"/>
                    <a:pt x="432" y="704"/>
                    <a:pt x="432" y="704"/>
                  </a:cubicBezTo>
                  <a:cubicBezTo>
                    <a:pt x="772" y="708"/>
                    <a:pt x="772" y="708"/>
                    <a:pt x="772" y="708"/>
                  </a:cubicBezTo>
                  <a:cubicBezTo>
                    <a:pt x="757" y="751"/>
                    <a:pt x="830" y="733"/>
                    <a:pt x="856" y="760"/>
                  </a:cubicBezTo>
                  <a:cubicBezTo>
                    <a:pt x="860" y="760"/>
                    <a:pt x="860" y="760"/>
                    <a:pt x="860" y="760"/>
                  </a:cubicBezTo>
                  <a:cubicBezTo>
                    <a:pt x="868" y="748"/>
                    <a:pt x="868" y="748"/>
                    <a:pt x="868" y="748"/>
                  </a:cubicBezTo>
                  <a:cubicBezTo>
                    <a:pt x="872" y="748"/>
                    <a:pt x="872" y="748"/>
                    <a:pt x="872" y="748"/>
                  </a:cubicBezTo>
                  <a:cubicBezTo>
                    <a:pt x="902" y="777"/>
                    <a:pt x="922" y="756"/>
                    <a:pt x="956" y="753"/>
                  </a:cubicBezTo>
                  <a:cubicBezTo>
                    <a:pt x="995" y="749"/>
                    <a:pt x="1037" y="757"/>
                    <a:pt x="1076" y="748"/>
                  </a:cubicBezTo>
                  <a:cubicBezTo>
                    <a:pt x="1062" y="708"/>
                    <a:pt x="1063" y="689"/>
                    <a:pt x="1076" y="648"/>
                  </a:cubicBezTo>
                  <a:cubicBezTo>
                    <a:pt x="1039" y="618"/>
                    <a:pt x="1040" y="556"/>
                    <a:pt x="984" y="584"/>
                  </a:cubicBezTo>
                  <a:cubicBezTo>
                    <a:pt x="959" y="532"/>
                    <a:pt x="959" y="532"/>
                    <a:pt x="959" y="532"/>
                  </a:cubicBezTo>
                  <a:cubicBezTo>
                    <a:pt x="974" y="496"/>
                    <a:pt x="974" y="496"/>
                    <a:pt x="974" y="496"/>
                  </a:cubicBezTo>
                  <a:cubicBezTo>
                    <a:pt x="960" y="420"/>
                    <a:pt x="960" y="420"/>
                    <a:pt x="960" y="420"/>
                  </a:cubicBezTo>
                  <a:cubicBezTo>
                    <a:pt x="928" y="392"/>
                    <a:pt x="928" y="392"/>
                    <a:pt x="928" y="392"/>
                  </a:cubicBezTo>
                  <a:cubicBezTo>
                    <a:pt x="924" y="348"/>
                    <a:pt x="924" y="348"/>
                    <a:pt x="924" y="348"/>
                  </a:cubicBezTo>
                  <a:cubicBezTo>
                    <a:pt x="928" y="340"/>
                    <a:pt x="928" y="340"/>
                    <a:pt x="928" y="340"/>
                  </a:cubicBezTo>
                  <a:cubicBezTo>
                    <a:pt x="904" y="326"/>
                    <a:pt x="894" y="310"/>
                    <a:pt x="874" y="292"/>
                  </a:cubicBezTo>
                  <a:cubicBezTo>
                    <a:pt x="842" y="264"/>
                    <a:pt x="808" y="256"/>
                    <a:pt x="796" y="208"/>
                  </a:cubicBezTo>
                  <a:cubicBezTo>
                    <a:pt x="726" y="197"/>
                    <a:pt x="747" y="90"/>
                    <a:pt x="668" y="100"/>
                  </a:cubicBezTo>
                  <a:cubicBezTo>
                    <a:pt x="668" y="88"/>
                    <a:pt x="668" y="88"/>
                    <a:pt x="668" y="88"/>
                  </a:cubicBezTo>
                  <a:cubicBezTo>
                    <a:pt x="609" y="101"/>
                    <a:pt x="605" y="25"/>
                    <a:pt x="552" y="11"/>
                  </a:cubicBezTo>
                  <a:cubicBezTo>
                    <a:pt x="521" y="2"/>
                    <a:pt x="474" y="24"/>
                    <a:pt x="448" y="0"/>
                  </a:cubicBezTo>
                  <a:cubicBezTo>
                    <a:pt x="356" y="22"/>
                    <a:pt x="356" y="22"/>
                    <a:pt x="356" y="22"/>
                  </a:cubicBezTo>
                  <a:cubicBezTo>
                    <a:pt x="316" y="35"/>
                    <a:pt x="316" y="35"/>
                    <a:pt x="316" y="35"/>
                  </a:cubicBezTo>
                  <a:cubicBezTo>
                    <a:pt x="217" y="33"/>
                    <a:pt x="217" y="33"/>
                    <a:pt x="217" y="33"/>
                  </a:cubicBezTo>
                  <a:cubicBezTo>
                    <a:pt x="197" y="72"/>
                    <a:pt x="197" y="72"/>
                    <a:pt x="197" y="72"/>
                  </a:cubicBezTo>
                  <a:cubicBezTo>
                    <a:pt x="167" y="112"/>
                    <a:pt x="167" y="112"/>
                    <a:pt x="167" y="112"/>
                  </a:cubicBezTo>
                  <a:cubicBezTo>
                    <a:pt x="163" y="166"/>
                    <a:pt x="163" y="166"/>
                    <a:pt x="163" y="166"/>
                  </a:cubicBezTo>
                  <a:cubicBezTo>
                    <a:pt x="102" y="264"/>
                    <a:pt x="102" y="264"/>
                    <a:pt x="102" y="264"/>
                  </a:cubicBezTo>
                  <a:cubicBezTo>
                    <a:pt x="52" y="315"/>
                    <a:pt x="52" y="315"/>
                    <a:pt x="52" y="315"/>
                  </a:cubicBezTo>
                  <a:lnTo>
                    <a:pt x="0" y="348"/>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5" name="Freeform 61"/>
            <p:cNvSpPr>
              <a:spLocks/>
            </p:cNvSpPr>
            <p:nvPr/>
          </p:nvSpPr>
          <p:spPr bwMode="auto">
            <a:xfrm>
              <a:off x="2976563" y="3540125"/>
              <a:ext cx="392113" cy="347663"/>
            </a:xfrm>
            <a:custGeom>
              <a:avLst/>
              <a:gdLst/>
              <a:ahLst/>
              <a:cxnLst>
                <a:cxn ang="0">
                  <a:pos x="16" y="382"/>
                </a:cxn>
                <a:cxn ang="0">
                  <a:pos x="0" y="382"/>
                </a:cxn>
                <a:cxn ang="0">
                  <a:pos x="129" y="601"/>
                </a:cxn>
                <a:cxn ang="0">
                  <a:pos x="173" y="708"/>
                </a:cxn>
                <a:cxn ang="0">
                  <a:pos x="273" y="777"/>
                </a:cxn>
                <a:cxn ang="0">
                  <a:pos x="353" y="813"/>
                </a:cxn>
                <a:cxn ang="0">
                  <a:pos x="360" y="873"/>
                </a:cxn>
                <a:cxn ang="0">
                  <a:pos x="436" y="873"/>
                </a:cxn>
                <a:cxn ang="0">
                  <a:pos x="431" y="974"/>
                </a:cxn>
                <a:cxn ang="0">
                  <a:pos x="497" y="1064"/>
                </a:cxn>
                <a:cxn ang="0">
                  <a:pos x="596" y="1079"/>
                </a:cxn>
                <a:cxn ang="0">
                  <a:pos x="668" y="1100"/>
                </a:cxn>
                <a:cxn ang="0">
                  <a:pos x="674" y="1146"/>
                </a:cxn>
                <a:cxn ang="0">
                  <a:pos x="712" y="1173"/>
                </a:cxn>
                <a:cxn ang="0">
                  <a:pos x="788" y="1166"/>
                </a:cxn>
                <a:cxn ang="0">
                  <a:pos x="888" y="1200"/>
                </a:cxn>
                <a:cxn ang="0">
                  <a:pos x="984" y="1191"/>
                </a:cxn>
                <a:cxn ang="0">
                  <a:pos x="1068" y="1207"/>
                </a:cxn>
                <a:cxn ang="0">
                  <a:pos x="1272" y="1019"/>
                </a:cxn>
                <a:cxn ang="0">
                  <a:pos x="1273" y="946"/>
                </a:cxn>
                <a:cxn ang="0">
                  <a:pos x="1273" y="898"/>
                </a:cxn>
                <a:cxn ang="0">
                  <a:pos x="1308" y="872"/>
                </a:cxn>
                <a:cxn ang="0">
                  <a:pos x="1368" y="735"/>
                </a:cxn>
                <a:cxn ang="0">
                  <a:pos x="1336" y="723"/>
                </a:cxn>
                <a:cxn ang="0">
                  <a:pos x="1344" y="625"/>
                </a:cxn>
                <a:cxn ang="0">
                  <a:pos x="1332" y="609"/>
                </a:cxn>
                <a:cxn ang="0">
                  <a:pos x="1304" y="605"/>
                </a:cxn>
                <a:cxn ang="0">
                  <a:pos x="1348" y="573"/>
                </a:cxn>
                <a:cxn ang="0">
                  <a:pos x="1376" y="491"/>
                </a:cxn>
                <a:cxn ang="0">
                  <a:pos x="1364" y="467"/>
                </a:cxn>
                <a:cxn ang="0">
                  <a:pos x="1364" y="463"/>
                </a:cxn>
                <a:cxn ang="0">
                  <a:pos x="1365" y="366"/>
                </a:cxn>
                <a:cxn ang="0">
                  <a:pos x="1368" y="321"/>
                </a:cxn>
                <a:cxn ang="0">
                  <a:pos x="1368" y="317"/>
                </a:cxn>
                <a:cxn ang="0">
                  <a:pos x="1341" y="252"/>
                </a:cxn>
                <a:cxn ang="0">
                  <a:pos x="1352" y="207"/>
                </a:cxn>
                <a:cxn ang="0">
                  <a:pos x="1308" y="199"/>
                </a:cxn>
                <a:cxn ang="0">
                  <a:pos x="1312" y="187"/>
                </a:cxn>
                <a:cxn ang="0">
                  <a:pos x="1172" y="155"/>
                </a:cxn>
                <a:cxn ang="0">
                  <a:pos x="1092" y="108"/>
                </a:cxn>
                <a:cxn ang="0">
                  <a:pos x="1056" y="83"/>
                </a:cxn>
                <a:cxn ang="0">
                  <a:pos x="916" y="78"/>
                </a:cxn>
                <a:cxn ang="0">
                  <a:pos x="916" y="17"/>
                </a:cxn>
                <a:cxn ang="0">
                  <a:pos x="639" y="81"/>
                </a:cxn>
                <a:cxn ang="0">
                  <a:pos x="615" y="173"/>
                </a:cxn>
                <a:cxn ang="0">
                  <a:pos x="569" y="185"/>
                </a:cxn>
                <a:cxn ang="0">
                  <a:pos x="496" y="230"/>
                </a:cxn>
                <a:cxn ang="0">
                  <a:pos x="451" y="250"/>
                </a:cxn>
                <a:cxn ang="0">
                  <a:pos x="414" y="313"/>
                </a:cxn>
                <a:cxn ang="0">
                  <a:pos x="316" y="419"/>
                </a:cxn>
                <a:cxn ang="0">
                  <a:pos x="180" y="413"/>
                </a:cxn>
                <a:cxn ang="0">
                  <a:pos x="133" y="427"/>
                </a:cxn>
                <a:cxn ang="0">
                  <a:pos x="92" y="398"/>
                </a:cxn>
                <a:cxn ang="0">
                  <a:pos x="16" y="382"/>
                </a:cxn>
              </a:cxnLst>
              <a:rect l="0" t="0" r="r" b="b"/>
              <a:pathLst>
                <a:path w="1376" h="1215">
                  <a:moveTo>
                    <a:pt x="16" y="382"/>
                  </a:moveTo>
                  <a:cubicBezTo>
                    <a:pt x="0" y="382"/>
                    <a:pt x="0" y="382"/>
                    <a:pt x="0" y="382"/>
                  </a:cubicBezTo>
                  <a:cubicBezTo>
                    <a:pt x="0" y="466"/>
                    <a:pt x="91" y="531"/>
                    <a:pt x="129" y="601"/>
                  </a:cubicBezTo>
                  <a:cubicBezTo>
                    <a:pt x="146" y="633"/>
                    <a:pt x="143" y="683"/>
                    <a:pt x="173" y="708"/>
                  </a:cubicBezTo>
                  <a:cubicBezTo>
                    <a:pt x="200" y="731"/>
                    <a:pt x="240" y="763"/>
                    <a:pt x="273" y="777"/>
                  </a:cubicBezTo>
                  <a:cubicBezTo>
                    <a:pt x="298" y="788"/>
                    <a:pt x="337" y="789"/>
                    <a:pt x="353" y="813"/>
                  </a:cubicBezTo>
                  <a:cubicBezTo>
                    <a:pt x="364" y="829"/>
                    <a:pt x="360" y="854"/>
                    <a:pt x="360" y="873"/>
                  </a:cubicBezTo>
                  <a:cubicBezTo>
                    <a:pt x="436" y="873"/>
                    <a:pt x="436" y="873"/>
                    <a:pt x="436" y="873"/>
                  </a:cubicBezTo>
                  <a:cubicBezTo>
                    <a:pt x="431" y="974"/>
                    <a:pt x="431" y="974"/>
                    <a:pt x="431" y="974"/>
                  </a:cubicBezTo>
                  <a:cubicBezTo>
                    <a:pt x="497" y="1064"/>
                    <a:pt x="497" y="1064"/>
                    <a:pt x="497" y="1064"/>
                  </a:cubicBezTo>
                  <a:cubicBezTo>
                    <a:pt x="596" y="1079"/>
                    <a:pt x="596" y="1079"/>
                    <a:pt x="596" y="1079"/>
                  </a:cubicBezTo>
                  <a:cubicBezTo>
                    <a:pt x="668" y="1100"/>
                    <a:pt x="668" y="1100"/>
                    <a:pt x="668" y="1100"/>
                  </a:cubicBezTo>
                  <a:cubicBezTo>
                    <a:pt x="665" y="1115"/>
                    <a:pt x="661" y="1134"/>
                    <a:pt x="674" y="1146"/>
                  </a:cubicBezTo>
                  <a:cubicBezTo>
                    <a:pt x="688" y="1159"/>
                    <a:pt x="709" y="1149"/>
                    <a:pt x="712" y="1173"/>
                  </a:cubicBezTo>
                  <a:cubicBezTo>
                    <a:pt x="738" y="1171"/>
                    <a:pt x="762" y="1161"/>
                    <a:pt x="788" y="1166"/>
                  </a:cubicBezTo>
                  <a:cubicBezTo>
                    <a:pt x="822" y="1173"/>
                    <a:pt x="855" y="1197"/>
                    <a:pt x="888" y="1200"/>
                  </a:cubicBezTo>
                  <a:cubicBezTo>
                    <a:pt x="920" y="1203"/>
                    <a:pt x="953" y="1190"/>
                    <a:pt x="984" y="1191"/>
                  </a:cubicBezTo>
                  <a:cubicBezTo>
                    <a:pt x="1007" y="1192"/>
                    <a:pt x="1049" y="1215"/>
                    <a:pt x="1068" y="1207"/>
                  </a:cubicBezTo>
                  <a:cubicBezTo>
                    <a:pt x="1153" y="1173"/>
                    <a:pt x="1184" y="1046"/>
                    <a:pt x="1272" y="1019"/>
                  </a:cubicBezTo>
                  <a:cubicBezTo>
                    <a:pt x="1247" y="980"/>
                    <a:pt x="1265" y="985"/>
                    <a:pt x="1273" y="946"/>
                  </a:cubicBezTo>
                  <a:cubicBezTo>
                    <a:pt x="1277" y="929"/>
                    <a:pt x="1264" y="914"/>
                    <a:pt x="1273" y="898"/>
                  </a:cubicBezTo>
                  <a:cubicBezTo>
                    <a:pt x="1280" y="885"/>
                    <a:pt x="1298" y="883"/>
                    <a:pt x="1308" y="872"/>
                  </a:cubicBezTo>
                  <a:cubicBezTo>
                    <a:pt x="1339" y="838"/>
                    <a:pt x="1368" y="782"/>
                    <a:pt x="1368" y="735"/>
                  </a:cubicBezTo>
                  <a:cubicBezTo>
                    <a:pt x="1336" y="723"/>
                    <a:pt x="1336" y="723"/>
                    <a:pt x="1336" y="723"/>
                  </a:cubicBezTo>
                  <a:cubicBezTo>
                    <a:pt x="1336" y="685"/>
                    <a:pt x="1327" y="663"/>
                    <a:pt x="1344" y="625"/>
                  </a:cubicBezTo>
                  <a:cubicBezTo>
                    <a:pt x="1332" y="609"/>
                    <a:pt x="1332" y="609"/>
                    <a:pt x="1332" y="609"/>
                  </a:cubicBezTo>
                  <a:cubicBezTo>
                    <a:pt x="1304" y="605"/>
                    <a:pt x="1304" y="605"/>
                    <a:pt x="1304" y="605"/>
                  </a:cubicBezTo>
                  <a:cubicBezTo>
                    <a:pt x="1311" y="578"/>
                    <a:pt x="1324" y="579"/>
                    <a:pt x="1348" y="573"/>
                  </a:cubicBezTo>
                  <a:cubicBezTo>
                    <a:pt x="1343" y="534"/>
                    <a:pt x="1359" y="524"/>
                    <a:pt x="1376" y="491"/>
                  </a:cubicBezTo>
                  <a:cubicBezTo>
                    <a:pt x="1364" y="484"/>
                    <a:pt x="1360" y="481"/>
                    <a:pt x="1364" y="467"/>
                  </a:cubicBezTo>
                  <a:cubicBezTo>
                    <a:pt x="1364" y="463"/>
                    <a:pt x="1364" y="463"/>
                    <a:pt x="1364" y="463"/>
                  </a:cubicBezTo>
                  <a:cubicBezTo>
                    <a:pt x="1344" y="425"/>
                    <a:pt x="1365" y="404"/>
                    <a:pt x="1365" y="366"/>
                  </a:cubicBezTo>
                  <a:cubicBezTo>
                    <a:pt x="1365" y="345"/>
                    <a:pt x="1354" y="342"/>
                    <a:pt x="1368" y="321"/>
                  </a:cubicBezTo>
                  <a:cubicBezTo>
                    <a:pt x="1368" y="317"/>
                    <a:pt x="1368" y="317"/>
                    <a:pt x="1368" y="317"/>
                  </a:cubicBezTo>
                  <a:cubicBezTo>
                    <a:pt x="1341" y="252"/>
                    <a:pt x="1341" y="252"/>
                    <a:pt x="1341" y="252"/>
                  </a:cubicBezTo>
                  <a:cubicBezTo>
                    <a:pt x="1352" y="207"/>
                    <a:pt x="1352" y="207"/>
                    <a:pt x="1352" y="207"/>
                  </a:cubicBezTo>
                  <a:cubicBezTo>
                    <a:pt x="1308" y="199"/>
                    <a:pt x="1308" y="199"/>
                    <a:pt x="1308" y="199"/>
                  </a:cubicBezTo>
                  <a:cubicBezTo>
                    <a:pt x="1312" y="187"/>
                    <a:pt x="1312" y="187"/>
                    <a:pt x="1312" y="187"/>
                  </a:cubicBezTo>
                  <a:cubicBezTo>
                    <a:pt x="1265" y="162"/>
                    <a:pt x="1224" y="155"/>
                    <a:pt x="1172" y="155"/>
                  </a:cubicBezTo>
                  <a:cubicBezTo>
                    <a:pt x="1160" y="114"/>
                    <a:pt x="1123" y="120"/>
                    <a:pt x="1092" y="108"/>
                  </a:cubicBezTo>
                  <a:cubicBezTo>
                    <a:pt x="1078" y="102"/>
                    <a:pt x="1071" y="88"/>
                    <a:pt x="1056" y="83"/>
                  </a:cubicBezTo>
                  <a:cubicBezTo>
                    <a:pt x="1014" y="69"/>
                    <a:pt x="960" y="78"/>
                    <a:pt x="916" y="78"/>
                  </a:cubicBezTo>
                  <a:cubicBezTo>
                    <a:pt x="916" y="17"/>
                    <a:pt x="916" y="17"/>
                    <a:pt x="916" y="17"/>
                  </a:cubicBezTo>
                  <a:cubicBezTo>
                    <a:pt x="825" y="16"/>
                    <a:pt x="707" y="0"/>
                    <a:pt x="639" y="81"/>
                  </a:cubicBezTo>
                  <a:cubicBezTo>
                    <a:pt x="618" y="105"/>
                    <a:pt x="645" y="151"/>
                    <a:pt x="615" y="173"/>
                  </a:cubicBezTo>
                  <a:cubicBezTo>
                    <a:pt x="603" y="182"/>
                    <a:pt x="584" y="179"/>
                    <a:pt x="569" y="185"/>
                  </a:cubicBezTo>
                  <a:cubicBezTo>
                    <a:pt x="542" y="196"/>
                    <a:pt x="522" y="217"/>
                    <a:pt x="496" y="230"/>
                  </a:cubicBezTo>
                  <a:cubicBezTo>
                    <a:pt x="482" y="237"/>
                    <a:pt x="463" y="238"/>
                    <a:pt x="451" y="250"/>
                  </a:cubicBezTo>
                  <a:cubicBezTo>
                    <a:pt x="433" y="267"/>
                    <a:pt x="427" y="293"/>
                    <a:pt x="414" y="313"/>
                  </a:cubicBezTo>
                  <a:cubicBezTo>
                    <a:pt x="393" y="343"/>
                    <a:pt x="347" y="400"/>
                    <a:pt x="316" y="419"/>
                  </a:cubicBezTo>
                  <a:cubicBezTo>
                    <a:pt x="261" y="452"/>
                    <a:pt x="235" y="412"/>
                    <a:pt x="180" y="413"/>
                  </a:cubicBezTo>
                  <a:cubicBezTo>
                    <a:pt x="163" y="413"/>
                    <a:pt x="150" y="431"/>
                    <a:pt x="133" y="427"/>
                  </a:cubicBezTo>
                  <a:cubicBezTo>
                    <a:pt x="117" y="423"/>
                    <a:pt x="108" y="403"/>
                    <a:pt x="92" y="398"/>
                  </a:cubicBezTo>
                  <a:cubicBezTo>
                    <a:pt x="64" y="390"/>
                    <a:pt x="35" y="421"/>
                    <a:pt x="16" y="38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6" name="Freeform 62"/>
            <p:cNvSpPr>
              <a:spLocks noEditPoints="1"/>
            </p:cNvSpPr>
            <p:nvPr/>
          </p:nvSpPr>
          <p:spPr bwMode="auto">
            <a:xfrm>
              <a:off x="3319463" y="3227388"/>
              <a:ext cx="190500" cy="395288"/>
            </a:xfrm>
            <a:custGeom>
              <a:avLst/>
              <a:gdLst/>
              <a:ahLst/>
              <a:cxnLst>
                <a:cxn ang="0">
                  <a:pos x="172" y="70"/>
                </a:cxn>
                <a:cxn ang="0">
                  <a:pos x="212" y="134"/>
                </a:cxn>
                <a:cxn ang="0">
                  <a:pos x="210" y="155"/>
                </a:cxn>
                <a:cxn ang="0">
                  <a:pos x="264" y="242"/>
                </a:cxn>
                <a:cxn ang="0">
                  <a:pos x="191" y="295"/>
                </a:cxn>
                <a:cxn ang="0">
                  <a:pos x="211" y="342"/>
                </a:cxn>
                <a:cxn ang="0">
                  <a:pos x="191" y="386"/>
                </a:cxn>
                <a:cxn ang="0">
                  <a:pos x="203" y="434"/>
                </a:cxn>
                <a:cxn ang="0">
                  <a:pos x="240" y="542"/>
                </a:cxn>
                <a:cxn ang="0">
                  <a:pos x="240" y="546"/>
                </a:cxn>
                <a:cxn ang="0">
                  <a:pos x="208" y="574"/>
                </a:cxn>
                <a:cxn ang="0">
                  <a:pos x="143" y="610"/>
                </a:cxn>
                <a:cxn ang="0">
                  <a:pos x="139" y="702"/>
                </a:cxn>
                <a:cxn ang="0">
                  <a:pos x="95" y="759"/>
                </a:cxn>
                <a:cxn ang="0">
                  <a:pos x="113" y="783"/>
                </a:cxn>
                <a:cxn ang="0">
                  <a:pos x="180" y="822"/>
                </a:cxn>
                <a:cxn ang="0">
                  <a:pos x="256" y="930"/>
                </a:cxn>
                <a:cxn ang="0">
                  <a:pos x="392" y="902"/>
                </a:cxn>
                <a:cxn ang="0">
                  <a:pos x="413" y="946"/>
                </a:cxn>
                <a:cxn ang="0">
                  <a:pos x="418" y="1046"/>
                </a:cxn>
                <a:cxn ang="0">
                  <a:pos x="366" y="1147"/>
                </a:cxn>
                <a:cxn ang="0">
                  <a:pos x="385" y="1186"/>
                </a:cxn>
                <a:cxn ang="0">
                  <a:pos x="425" y="1247"/>
                </a:cxn>
                <a:cxn ang="0">
                  <a:pos x="520" y="1322"/>
                </a:cxn>
                <a:cxn ang="0">
                  <a:pos x="500" y="1354"/>
                </a:cxn>
                <a:cxn ang="0">
                  <a:pos x="500" y="1358"/>
                </a:cxn>
                <a:cxn ang="0">
                  <a:pos x="508" y="1378"/>
                </a:cxn>
                <a:cxn ang="0">
                  <a:pos x="551" y="1372"/>
                </a:cxn>
                <a:cxn ang="0">
                  <a:pos x="520" y="1282"/>
                </a:cxn>
                <a:cxn ang="0">
                  <a:pos x="520" y="1278"/>
                </a:cxn>
                <a:cxn ang="0">
                  <a:pos x="558" y="1215"/>
                </a:cxn>
                <a:cxn ang="0">
                  <a:pos x="635" y="1192"/>
                </a:cxn>
                <a:cxn ang="0">
                  <a:pos x="644" y="1138"/>
                </a:cxn>
                <a:cxn ang="0">
                  <a:pos x="652" y="1079"/>
                </a:cxn>
                <a:cxn ang="0">
                  <a:pos x="643" y="1038"/>
                </a:cxn>
                <a:cxn ang="0">
                  <a:pos x="649" y="938"/>
                </a:cxn>
                <a:cxn ang="0">
                  <a:pos x="505" y="764"/>
                </a:cxn>
                <a:cxn ang="0">
                  <a:pos x="431" y="722"/>
                </a:cxn>
                <a:cxn ang="0">
                  <a:pos x="422" y="611"/>
                </a:cxn>
                <a:cxn ang="0">
                  <a:pos x="396" y="514"/>
                </a:cxn>
                <a:cxn ang="0">
                  <a:pos x="440" y="414"/>
                </a:cxn>
                <a:cxn ang="0">
                  <a:pos x="504" y="414"/>
                </a:cxn>
                <a:cxn ang="0">
                  <a:pos x="438" y="322"/>
                </a:cxn>
                <a:cxn ang="0">
                  <a:pos x="444" y="267"/>
                </a:cxn>
                <a:cxn ang="0">
                  <a:pos x="432" y="226"/>
                </a:cxn>
                <a:cxn ang="0">
                  <a:pos x="414" y="130"/>
                </a:cxn>
                <a:cxn ang="0">
                  <a:pos x="312" y="78"/>
                </a:cxn>
                <a:cxn ang="0">
                  <a:pos x="180" y="46"/>
                </a:cxn>
                <a:cxn ang="0">
                  <a:pos x="140" y="33"/>
                </a:cxn>
                <a:cxn ang="0">
                  <a:pos x="172" y="70"/>
                </a:cxn>
                <a:cxn ang="0">
                  <a:pos x="0" y="890"/>
                </a:cxn>
                <a:cxn ang="0">
                  <a:pos x="4" y="894"/>
                </a:cxn>
                <a:cxn ang="0">
                  <a:pos x="0" y="890"/>
                </a:cxn>
              </a:cxnLst>
              <a:rect l="0" t="0" r="r" b="b"/>
              <a:pathLst>
                <a:path w="671" h="1383">
                  <a:moveTo>
                    <a:pt x="172" y="70"/>
                  </a:moveTo>
                  <a:cubicBezTo>
                    <a:pt x="212" y="134"/>
                    <a:pt x="212" y="134"/>
                    <a:pt x="212" y="134"/>
                  </a:cubicBezTo>
                  <a:cubicBezTo>
                    <a:pt x="210" y="155"/>
                    <a:pt x="210" y="155"/>
                    <a:pt x="210" y="155"/>
                  </a:cubicBezTo>
                  <a:cubicBezTo>
                    <a:pt x="264" y="242"/>
                    <a:pt x="264" y="242"/>
                    <a:pt x="264" y="242"/>
                  </a:cubicBezTo>
                  <a:cubicBezTo>
                    <a:pt x="250" y="248"/>
                    <a:pt x="191" y="282"/>
                    <a:pt x="191" y="295"/>
                  </a:cubicBezTo>
                  <a:cubicBezTo>
                    <a:pt x="191" y="312"/>
                    <a:pt x="211" y="325"/>
                    <a:pt x="211" y="342"/>
                  </a:cubicBezTo>
                  <a:cubicBezTo>
                    <a:pt x="210" y="359"/>
                    <a:pt x="193" y="370"/>
                    <a:pt x="191" y="386"/>
                  </a:cubicBezTo>
                  <a:cubicBezTo>
                    <a:pt x="188" y="403"/>
                    <a:pt x="201" y="418"/>
                    <a:pt x="203" y="434"/>
                  </a:cubicBezTo>
                  <a:cubicBezTo>
                    <a:pt x="208" y="470"/>
                    <a:pt x="170" y="554"/>
                    <a:pt x="240" y="542"/>
                  </a:cubicBezTo>
                  <a:cubicBezTo>
                    <a:pt x="240" y="546"/>
                    <a:pt x="240" y="546"/>
                    <a:pt x="240" y="546"/>
                  </a:cubicBezTo>
                  <a:cubicBezTo>
                    <a:pt x="228" y="554"/>
                    <a:pt x="220" y="567"/>
                    <a:pt x="208" y="574"/>
                  </a:cubicBezTo>
                  <a:cubicBezTo>
                    <a:pt x="182" y="588"/>
                    <a:pt x="155" y="577"/>
                    <a:pt x="143" y="610"/>
                  </a:cubicBezTo>
                  <a:cubicBezTo>
                    <a:pt x="133" y="637"/>
                    <a:pt x="151" y="672"/>
                    <a:pt x="139" y="702"/>
                  </a:cubicBezTo>
                  <a:cubicBezTo>
                    <a:pt x="131" y="722"/>
                    <a:pt x="97" y="742"/>
                    <a:pt x="95" y="759"/>
                  </a:cubicBezTo>
                  <a:cubicBezTo>
                    <a:pt x="94" y="769"/>
                    <a:pt x="108" y="776"/>
                    <a:pt x="113" y="783"/>
                  </a:cubicBezTo>
                  <a:cubicBezTo>
                    <a:pt x="131" y="805"/>
                    <a:pt x="146" y="842"/>
                    <a:pt x="180" y="822"/>
                  </a:cubicBezTo>
                  <a:cubicBezTo>
                    <a:pt x="256" y="930"/>
                    <a:pt x="256" y="930"/>
                    <a:pt x="256" y="930"/>
                  </a:cubicBezTo>
                  <a:cubicBezTo>
                    <a:pt x="392" y="902"/>
                    <a:pt x="392" y="902"/>
                    <a:pt x="392" y="902"/>
                  </a:cubicBezTo>
                  <a:cubicBezTo>
                    <a:pt x="395" y="919"/>
                    <a:pt x="408" y="930"/>
                    <a:pt x="413" y="946"/>
                  </a:cubicBezTo>
                  <a:cubicBezTo>
                    <a:pt x="423" y="974"/>
                    <a:pt x="422" y="1017"/>
                    <a:pt x="418" y="1046"/>
                  </a:cubicBezTo>
                  <a:cubicBezTo>
                    <a:pt x="412" y="1082"/>
                    <a:pt x="372" y="1113"/>
                    <a:pt x="366" y="1147"/>
                  </a:cubicBezTo>
                  <a:cubicBezTo>
                    <a:pt x="362" y="1163"/>
                    <a:pt x="378" y="1173"/>
                    <a:pt x="385" y="1186"/>
                  </a:cubicBezTo>
                  <a:cubicBezTo>
                    <a:pt x="399" y="1213"/>
                    <a:pt x="404" y="1224"/>
                    <a:pt x="425" y="1247"/>
                  </a:cubicBezTo>
                  <a:cubicBezTo>
                    <a:pt x="448" y="1273"/>
                    <a:pt x="481" y="1327"/>
                    <a:pt x="520" y="1322"/>
                  </a:cubicBezTo>
                  <a:cubicBezTo>
                    <a:pt x="500" y="1354"/>
                    <a:pt x="500" y="1354"/>
                    <a:pt x="500" y="1354"/>
                  </a:cubicBezTo>
                  <a:cubicBezTo>
                    <a:pt x="500" y="1358"/>
                    <a:pt x="500" y="1358"/>
                    <a:pt x="500" y="1358"/>
                  </a:cubicBezTo>
                  <a:cubicBezTo>
                    <a:pt x="508" y="1378"/>
                    <a:pt x="508" y="1378"/>
                    <a:pt x="508" y="1378"/>
                  </a:cubicBezTo>
                  <a:cubicBezTo>
                    <a:pt x="519" y="1378"/>
                    <a:pt x="544" y="1383"/>
                    <a:pt x="551" y="1372"/>
                  </a:cubicBezTo>
                  <a:cubicBezTo>
                    <a:pt x="568" y="1348"/>
                    <a:pt x="548" y="1288"/>
                    <a:pt x="520" y="1282"/>
                  </a:cubicBezTo>
                  <a:cubicBezTo>
                    <a:pt x="520" y="1278"/>
                    <a:pt x="520" y="1278"/>
                    <a:pt x="520" y="1278"/>
                  </a:cubicBezTo>
                  <a:cubicBezTo>
                    <a:pt x="551" y="1263"/>
                    <a:pt x="537" y="1236"/>
                    <a:pt x="558" y="1215"/>
                  </a:cubicBezTo>
                  <a:cubicBezTo>
                    <a:pt x="576" y="1197"/>
                    <a:pt x="613" y="1212"/>
                    <a:pt x="635" y="1192"/>
                  </a:cubicBezTo>
                  <a:cubicBezTo>
                    <a:pt x="652" y="1177"/>
                    <a:pt x="644" y="1158"/>
                    <a:pt x="644" y="1138"/>
                  </a:cubicBezTo>
                  <a:cubicBezTo>
                    <a:pt x="644" y="1118"/>
                    <a:pt x="653" y="1099"/>
                    <a:pt x="652" y="1079"/>
                  </a:cubicBezTo>
                  <a:cubicBezTo>
                    <a:pt x="652" y="1065"/>
                    <a:pt x="643" y="1053"/>
                    <a:pt x="643" y="1038"/>
                  </a:cubicBezTo>
                  <a:cubicBezTo>
                    <a:pt x="643" y="1004"/>
                    <a:pt x="671" y="973"/>
                    <a:pt x="649" y="938"/>
                  </a:cubicBezTo>
                  <a:cubicBezTo>
                    <a:pt x="613" y="880"/>
                    <a:pt x="555" y="811"/>
                    <a:pt x="505" y="764"/>
                  </a:cubicBezTo>
                  <a:cubicBezTo>
                    <a:pt x="487" y="746"/>
                    <a:pt x="439" y="743"/>
                    <a:pt x="431" y="722"/>
                  </a:cubicBezTo>
                  <a:cubicBezTo>
                    <a:pt x="417" y="690"/>
                    <a:pt x="429" y="645"/>
                    <a:pt x="422" y="611"/>
                  </a:cubicBezTo>
                  <a:cubicBezTo>
                    <a:pt x="415" y="577"/>
                    <a:pt x="390" y="551"/>
                    <a:pt x="396" y="514"/>
                  </a:cubicBezTo>
                  <a:cubicBezTo>
                    <a:pt x="403" y="476"/>
                    <a:pt x="439" y="455"/>
                    <a:pt x="440" y="414"/>
                  </a:cubicBezTo>
                  <a:cubicBezTo>
                    <a:pt x="504" y="414"/>
                    <a:pt x="504" y="414"/>
                    <a:pt x="504" y="414"/>
                  </a:cubicBezTo>
                  <a:cubicBezTo>
                    <a:pt x="491" y="378"/>
                    <a:pt x="445" y="360"/>
                    <a:pt x="438" y="322"/>
                  </a:cubicBezTo>
                  <a:cubicBezTo>
                    <a:pt x="434" y="305"/>
                    <a:pt x="444" y="284"/>
                    <a:pt x="444" y="267"/>
                  </a:cubicBezTo>
                  <a:cubicBezTo>
                    <a:pt x="444" y="252"/>
                    <a:pt x="435" y="240"/>
                    <a:pt x="432" y="226"/>
                  </a:cubicBezTo>
                  <a:cubicBezTo>
                    <a:pt x="425" y="197"/>
                    <a:pt x="429" y="155"/>
                    <a:pt x="414" y="130"/>
                  </a:cubicBezTo>
                  <a:cubicBezTo>
                    <a:pt x="400" y="107"/>
                    <a:pt x="313" y="0"/>
                    <a:pt x="312" y="78"/>
                  </a:cubicBezTo>
                  <a:cubicBezTo>
                    <a:pt x="270" y="58"/>
                    <a:pt x="224" y="57"/>
                    <a:pt x="180" y="46"/>
                  </a:cubicBezTo>
                  <a:cubicBezTo>
                    <a:pt x="169" y="43"/>
                    <a:pt x="151" y="20"/>
                    <a:pt x="140" y="33"/>
                  </a:cubicBezTo>
                  <a:cubicBezTo>
                    <a:pt x="126" y="50"/>
                    <a:pt x="152" y="93"/>
                    <a:pt x="172" y="70"/>
                  </a:cubicBezTo>
                  <a:moveTo>
                    <a:pt x="0" y="890"/>
                  </a:moveTo>
                  <a:cubicBezTo>
                    <a:pt x="4" y="894"/>
                    <a:pt x="4" y="894"/>
                    <a:pt x="4" y="894"/>
                  </a:cubicBezTo>
                  <a:lnTo>
                    <a:pt x="0" y="89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7" name="Freeform 63"/>
            <p:cNvSpPr>
              <a:spLocks/>
            </p:cNvSpPr>
            <p:nvPr/>
          </p:nvSpPr>
          <p:spPr bwMode="auto">
            <a:xfrm>
              <a:off x="2819400" y="3181350"/>
              <a:ext cx="584200" cy="493713"/>
            </a:xfrm>
            <a:custGeom>
              <a:avLst/>
              <a:gdLst/>
              <a:ahLst/>
              <a:cxnLst>
                <a:cxn ang="0">
                  <a:pos x="1110" y="181"/>
                </a:cxn>
                <a:cxn ang="0">
                  <a:pos x="1150" y="391"/>
                </a:cxn>
                <a:cxn ang="0">
                  <a:pos x="1143" y="463"/>
                </a:cxn>
                <a:cxn ang="0">
                  <a:pos x="1108" y="588"/>
                </a:cxn>
                <a:cxn ang="0">
                  <a:pos x="1228" y="733"/>
                </a:cxn>
                <a:cxn ang="0">
                  <a:pos x="1322" y="733"/>
                </a:cxn>
                <a:cxn ang="0">
                  <a:pos x="1358" y="697"/>
                </a:cxn>
                <a:cxn ang="0">
                  <a:pos x="1334" y="902"/>
                </a:cxn>
                <a:cxn ang="0">
                  <a:pos x="1218" y="866"/>
                </a:cxn>
                <a:cxn ang="0">
                  <a:pos x="1146" y="818"/>
                </a:cxn>
                <a:cxn ang="0">
                  <a:pos x="1034" y="710"/>
                </a:cxn>
                <a:cxn ang="0">
                  <a:pos x="962" y="661"/>
                </a:cxn>
                <a:cxn ang="0">
                  <a:pos x="878" y="592"/>
                </a:cxn>
                <a:cxn ang="0">
                  <a:pos x="782" y="649"/>
                </a:cxn>
                <a:cxn ang="0">
                  <a:pos x="591" y="528"/>
                </a:cxn>
                <a:cxn ang="0">
                  <a:pos x="482" y="547"/>
                </a:cxn>
                <a:cxn ang="0">
                  <a:pos x="438" y="532"/>
                </a:cxn>
                <a:cxn ang="0">
                  <a:pos x="386" y="475"/>
                </a:cxn>
                <a:cxn ang="0">
                  <a:pos x="362" y="560"/>
                </a:cxn>
                <a:cxn ang="0">
                  <a:pos x="357" y="729"/>
                </a:cxn>
                <a:cxn ang="0">
                  <a:pos x="102" y="838"/>
                </a:cxn>
                <a:cxn ang="0">
                  <a:pos x="6" y="894"/>
                </a:cxn>
                <a:cxn ang="0">
                  <a:pos x="6" y="1277"/>
                </a:cxn>
                <a:cxn ang="0">
                  <a:pos x="86" y="1498"/>
                </a:cxn>
                <a:cxn ang="0">
                  <a:pos x="394" y="1628"/>
                </a:cxn>
                <a:cxn ang="0">
                  <a:pos x="558" y="1675"/>
                </a:cxn>
                <a:cxn ang="0">
                  <a:pos x="690" y="1717"/>
                </a:cxn>
                <a:cxn ang="0">
                  <a:pos x="818" y="1729"/>
                </a:cxn>
                <a:cxn ang="0">
                  <a:pos x="918" y="1667"/>
                </a:cxn>
                <a:cxn ang="0">
                  <a:pos x="1018" y="1543"/>
                </a:cxn>
                <a:cxn ang="0">
                  <a:pos x="1138" y="1466"/>
                </a:cxn>
                <a:cxn ang="0">
                  <a:pos x="1210" y="1374"/>
                </a:cxn>
                <a:cxn ang="0">
                  <a:pos x="1398" y="1301"/>
                </a:cxn>
                <a:cxn ang="0">
                  <a:pos x="1442" y="1188"/>
                </a:cxn>
                <a:cxn ang="0">
                  <a:pos x="1954" y="1023"/>
                </a:cxn>
                <a:cxn ang="0">
                  <a:pos x="1870" y="951"/>
                </a:cxn>
                <a:cxn ang="0">
                  <a:pos x="1922" y="789"/>
                </a:cxn>
                <a:cxn ang="0">
                  <a:pos x="2018" y="725"/>
                </a:cxn>
                <a:cxn ang="0">
                  <a:pos x="1982" y="616"/>
                </a:cxn>
                <a:cxn ang="0">
                  <a:pos x="1989" y="524"/>
                </a:cxn>
                <a:cxn ang="0">
                  <a:pos x="2002" y="459"/>
                </a:cxn>
                <a:cxn ang="0">
                  <a:pos x="2022" y="355"/>
                </a:cxn>
                <a:cxn ang="0">
                  <a:pos x="1918" y="250"/>
                </a:cxn>
                <a:cxn ang="0">
                  <a:pos x="1838" y="185"/>
                </a:cxn>
                <a:cxn ang="0">
                  <a:pos x="1687" y="118"/>
                </a:cxn>
                <a:cxn ang="0">
                  <a:pos x="1582" y="66"/>
                </a:cxn>
                <a:cxn ang="0">
                  <a:pos x="1286" y="38"/>
                </a:cxn>
              </a:cxnLst>
              <a:rect l="0" t="0" r="r" b="b"/>
              <a:pathLst>
                <a:path w="2046" h="1732">
                  <a:moveTo>
                    <a:pt x="1202" y="52"/>
                  </a:moveTo>
                  <a:cubicBezTo>
                    <a:pt x="1222" y="108"/>
                    <a:pt x="1156" y="162"/>
                    <a:pt x="1110" y="181"/>
                  </a:cubicBezTo>
                  <a:cubicBezTo>
                    <a:pt x="1118" y="211"/>
                    <a:pt x="1147" y="237"/>
                    <a:pt x="1158" y="270"/>
                  </a:cubicBezTo>
                  <a:cubicBezTo>
                    <a:pt x="1168" y="301"/>
                    <a:pt x="1148" y="356"/>
                    <a:pt x="1150" y="391"/>
                  </a:cubicBezTo>
                  <a:cubicBezTo>
                    <a:pt x="1150" y="404"/>
                    <a:pt x="1164" y="419"/>
                    <a:pt x="1162" y="431"/>
                  </a:cubicBezTo>
                  <a:cubicBezTo>
                    <a:pt x="1160" y="442"/>
                    <a:pt x="1147" y="452"/>
                    <a:pt x="1143" y="463"/>
                  </a:cubicBezTo>
                  <a:cubicBezTo>
                    <a:pt x="1135" y="488"/>
                    <a:pt x="1133" y="515"/>
                    <a:pt x="1124" y="540"/>
                  </a:cubicBezTo>
                  <a:cubicBezTo>
                    <a:pt x="1117" y="556"/>
                    <a:pt x="1104" y="570"/>
                    <a:pt x="1108" y="588"/>
                  </a:cubicBezTo>
                  <a:cubicBezTo>
                    <a:pt x="1121" y="639"/>
                    <a:pt x="1146" y="650"/>
                    <a:pt x="1182" y="681"/>
                  </a:cubicBezTo>
                  <a:cubicBezTo>
                    <a:pt x="1198" y="695"/>
                    <a:pt x="1211" y="722"/>
                    <a:pt x="1228" y="733"/>
                  </a:cubicBezTo>
                  <a:cubicBezTo>
                    <a:pt x="1243" y="743"/>
                    <a:pt x="1304" y="746"/>
                    <a:pt x="1322" y="741"/>
                  </a:cubicBezTo>
                  <a:cubicBezTo>
                    <a:pt x="1322" y="733"/>
                    <a:pt x="1322" y="733"/>
                    <a:pt x="1322" y="733"/>
                  </a:cubicBezTo>
                  <a:cubicBezTo>
                    <a:pt x="1306" y="729"/>
                    <a:pt x="1306" y="729"/>
                    <a:pt x="1306" y="729"/>
                  </a:cubicBezTo>
                  <a:cubicBezTo>
                    <a:pt x="1316" y="707"/>
                    <a:pt x="1334" y="700"/>
                    <a:pt x="1358" y="697"/>
                  </a:cubicBezTo>
                  <a:cubicBezTo>
                    <a:pt x="1358" y="918"/>
                    <a:pt x="1358" y="918"/>
                    <a:pt x="1358" y="918"/>
                  </a:cubicBezTo>
                  <a:cubicBezTo>
                    <a:pt x="1334" y="902"/>
                    <a:pt x="1334" y="902"/>
                    <a:pt x="1334" y="902"/>
                  </a:cubicBezTo>
                  <a:cubicBezTo>
                    <a:pt x="1350" y="886"/>
                    <a:pt x="1350" y="886"/>
                    <a:pt x="1350" y="886"/>
                  </a:cubicBezTo>
                  <a:cubicBezTo>
                    <a:pt x="1312" y="868"/>
                    <a:pt x="1215" y="954"/>
                    <a:pt x="1218" y="866"/>
                  </a:cubicBezTo>
                  <a:cubicBezTo>
                    <a:pt x="1186" y="822"/>
                    <a:pt x="1186" y="822"/>
                    <a:pt x="1186" y="822"/>
                  </a:cubicBezTo>
                  <a:cubicBezTo>
                    <a:pt x="1171" y="813"/>
                    <a:pt x="1162" y="811"/>
                    <a:pt x="1146" y="818"/>
                  </a:cubicBezTo>
                  <a:cubicBezTo>
                    <a:pt x="1144" y="805"/>
                    <a:pt x="1148" y="790"/>
                    <a:pt x="1143" y="777"/>
                  </a:cubicBezTo>
                  <a:cubicBezTo>
                    <a:pt x="1129" y="741"/>
                    <a:pt x="1069" y="721"/>
                    <a:pt x="1034" y="710"/>
                  </a:cubicBezTo>
                  <a:cubicBezTo>
                    <a:pt x="1020" y="706"/>
                    <a:pt x="1009" y="717"/>
                    <a:pt x="996" y="711"/>
                  </a:cubicBezTo>
                  <a:cubicBezTo>
                    <a:pt x="972" y="700"/>
                    <a:pt x="974" y="680"/>
                    <a:pt x="962" y="661"/>
                  </a:cubicBezTo>
                  <a:cubicBezTo>
                    <a:pt x="943" y="631"/>
                    <a:pt x="928" y="624"/>
                    <a:pt x="918" y="588"/>
                  </a:cubicBezTo>
                  <a:cubicBezTo>
                    <a:pt x="878" y="592"/>
                    <a:pt x="878" y="592"/>
                    <a:pt x="878" y="592"/>
                  </a:cubicBezTo>
                  <a:cubicBezTo>
                    <a:pt x="875" y="610"/>
                    <a:pt x="873" y="642"/>
                    <a:pt x="857" y="654"/>
                  </a:cubicBezTo>
                  <a:cubicBezTo>
                    <a:pt x="834" y="671"/>
                    <a:pt x="806" y="653"/>
                    <a:pt x="782" y="649"/>
                  </a:cubicBezTo>
                  <a:cubicBezTo>
                    <a:pt x="712" y="639"/>
                    <a:pt x="656" y="624"/>
                    <a:pt x="590" y="600"/>
                  </a:cubicBezTo>
                  <a:cubicBezTo>
                    <a:pt x="590" y="590"/>
                    <a:pt x="595" y="531"/>
                    <a:pt x="591" y="528"/>
                  </a:cubicBezTo>
                  <a:cubicBezTo>
                    <a:pt x="582" y="520"/>
                    <a:pt x="564" y="531"/>
                    <a:pt x="554" y="534"/>
                  </a:cubicBezTo>
                  <a:cubicBezTo>
                    <a:pt x="530" y="539"/>
                    <a:pt x="505" y="537"/>
                    <a:pt x="482" y="547"/>
                  </a:cubicBezTo>
                  <a:cubicBezTo>
                    <a:pt x="469" y="552"/>
                    <a:pt x="457" y="566"/>
                    <a:pt x="442" y="566"/>
                  </a:cubicBezTo>
                  <a:cubicBezTo>
                    <a:pt x="420" y="565"/>
                    <a:pt x="431" y="542"/>
                    <a:pt x="438" y="532"/>
                  </a:cubicBezTo>
                  <a:cubicBezTo>
                    <a:pt x="438" y="528"/>
                    <a:pt x="438" y="528"/>
                    <a:pt x="438" y="528"/>
                  </a:cubicBezTo>
                  <a:cubicBezTo>
                    <a:pt x="386" y="475"/>
                    <a:pt x="386" y="475"/>
                    <a:pt x="386" y="475"/>
                  </a:cubicBezTo>
                  <a:cubicBezTo>
                    <a:pt x="353" y="462"/>
                    <a:pt x="352" y="488"/>
                    <a:pt x="355" y="516"/>
                  </a:cubicBezTo>
                  <a:cubicBezTo>
                    <a:pt x="356" y="530"/>
                    <a:pt x="363" y="545"/>
                    <a:pt x="362" y="560"/>
                  </a:cubicBezTo>
                  <a:cubicBezTo>
                    <a:pt x="360" y="576"/>
                    <a:pt x="349" y="591"/>
                    <a:pt x="349" y="608"/>
                  </a:cubicBezTo>
                  <a:cubicBezTo>
                    <a:pt x="348" y="647"/>
                    <a:pt x="359" y="692"/>
                    <a:pt x="357" y="729"/>
                  </a:cubicBezTo>
                  <a:cubicBezTo>
                    <a:pt x="354" y="775"/>
                    <a:pt x="319" y="793"/>
                    <a:pt x="354" y="838"/>
                  </a:cubicBezTo>
                  <a:cubicBezTo>
                    <a:pt x="102" y="838"/>
                    <a:pt x="102" y="838"/>
                    <a:pt x="102" y="838"/>
                  </a:cubicBezTo>
                  <a:cubicBezTo>
                    <a:pt x="81" y="838"/>
                    <a:pt x="29" y="828"/>
                    <a:pt x="12" y="842"/>
                  </a:cubicBezTo>
                  <a:cubicBezTo>
                    <a:pt x="0" y="851"/>
                    <a:pt x="6" y="881"/>
                    <a:pt x="6" y="894"/>
                  </a:cubicBezTo>
                  <a:cubicBezTo>
                    <a:pt x="6" y="1051"/>
                    <a:pt x="6" y="1051"/>
                    <a:pt x="6" y="1051"/>
                  </a:cubicBezTo>
                  <a:cubicBezTo>
                    <a:pt x="6" y="1277"/>
                    <a:pt x="6" y="1277"/>
                    <a:pt x="6" y="1277"/>
                  </a:cubicBezTo>
                  <a:cubicBezTo>
                    <a:pt x="6" y="1338"/>
                    <a:pt x="2" y="1394"/>
                    <a:pt x="30" y="1450"/>
                  </a:cubicBezTo>
                  <a:cubicBezTo>
                    <a:pt x="40" y="1470"/>
                    <a:pt x="70" y="1482"/>
                    <a:pt x="86" y="1498"/>
                  </a:cubicBezTo>
                  <a:cubicBezTo>
                    <a:pt x="128" y="1540"/>
                    <a:pt x="166" y="1587"/>
                    <a:pt x="212" y="1625"/>
                  </a:cubicBezTo>
                  <a:cubicBezTo>
                    <a:pt x="266" y="1671"/>
                    <a:pt x="333" y="1634"/>
                    <a:pt x="394" y="1628"/>
                  </a:cubicBezTo>
                  <a:cubicBezTo>
                    <a:pt x="416" y="1625"/>
                    <a:pt x="436" y="1634"/>
                    <a:pt x="458" y="1634"/>
                  </a:cubicBezTo>
                  <a:cubicBezTo>
                    <a:pt x="489" y="1633"/>
                    <a:pt x="547" y="1639"/>
                    <a:pt x="558" y="1675"/>
                  </a:cubicBezTo>
                  <a:cubicBezTo>
                    <a:pt x="592" y="1700"/>
                    <a:pt x="614" y="1682"/>
                    <a:pt x="650" y="1689"/>
                  </a:cubicBezTo>
                  <a:cubicBezTo>
                    <a:pt x="667" y="1692"/>
                    <a:pt x="673" y="1713"/>
                    <a:pt x="690" y="1717"/>
                  </a:cubicBezTo>
                  <a:cubicBezTo>
                    <a:pt x="710" y="1722"/>
                    <a:pt x="726" y="1702"/>
                    <a:pt x="746" y="1702"/>
                  </a:cubicBezTo>
                  <a:cubicBezTo>
                    <a:pt x="774" y="1703"/>
                    <a:pt x="793" y="1726"/>
                    <a:pt x="818" y="1729"/>
                  </a:cubicBezTo>
                  <a:cubicBezTo>
                    <a:pt x="833" y="1732"/>
                    <a:pt x="877" y="1714"/>
                    <a:pt x="890" y="1706"/>
                  </a:cubicBezTo>
                  <a:cubicBezTo>
                    <a:pt x="905" y="1696"/>
                    <a:pt x="907" y="1679"/>
                    <a:pt x="918" y="1667"/>
                  </a:cubicBezTo>
                  <a:cubicBezTo>
                    <a:pt x="938" y="1647"/>
                    <a:pt x="967" y="1635"/>
                    <a:pt x="983" y="1611"/>
                  </a:cubicBezTo>
                  <a:cubicBezTo>
                    <a:pt x="996" y="1590"/>
                    <a:pt x="1002" y="1561"/>
                    <a:pt x="1018" y="1543"/>
                  </a:cubicBezTo>
                  <a:cubicBezTo>
                    <a:pt x="1039" y="1521"/>
                    <a:pt x="1080" y="1506"/>
                    <a:pt x="1106" y="1490"/>
                  </a:cubicBezTo>
                  <a:cubicBezTo>
                    <a:pt x="1117" y="1483"/>
                    <a:pt x="1136" y="1479"/>
                    <a:pt x="1138" y="1466"/>
                  </a:cubicBezTo>
                  <a:cubicBezTo>
                    <a:pt x="1150" y="1466"/>
                    <a:pt x="1165" y="1468"/>
                    <a:pt x="1177" y="1465"/>
                  </a:cubicBezTo>
                  <a:cubicBezTo>
                    <a:pt x="1215" y="1454"/>
                    <a:pt x="1194" y="1400"/>
                    <a:pt x="1210" y="1374"/>
                  </a:cubicBezTo>
                  <a:cubicBezTo>
                    <a:pt x="1219" y="1358"/>
                    <a:pt x="1246" y="1343"/>
                    <a:pt x="1262" y="1334"/>
                  </a:cubicBezTo>
                  <a:cubicBezTo>
                    <a:pt x="1301" y="1313"/>
                    <a:pt x="1353" y="1301"/>
                    <a:pt x="1398" y="1301"/>
                  </a:cubicBezTo>
                  <a:cubicBezTo>
                    <a:pt x="1425" y="1301"/>
                    <a:pt x="1451" y="1313"/>
                    <a:pt x="1478" y="1305"/>
                  </a:cubicBezTo>
                  <a:cubicBezTo>
                    <a:pt x="1461" y="1272"/>
                    <a:pt x="1440" y="1225"/>
                    <a:pt x="1442" y="1188"/>
                  </a:cubicBezTo>
                  <a:cubicBezTo>
                    <a:pt x="1550" y="1152"/>
                    <a:pt x="1550" y="1152"/>
                    <a:pt x="1550" y="1152"/>
                  </a:cubicBezTo>
                  <a:cubicBezTo>
                    <a:pt x="1954" y="1023"/>
                    <a:pt x="1954" y="1023"/>
                    <a:pt x="1954" y="1023"/>
                  </a:cubicBezTo>
                  <a:cubicBezTo>
                    <a:pt x="1950" y="1000"/>
                    <a:pt x="1934" y="1009"/>
                    <a:pt x="1918" y="997"/>
                  </a:cubicBezTo>
                  <a:cubicBezTo>
                    <a:pt x="1898" y="983"/>
                    <a:pt x="1895" y="955"/>
                    <a:pt x="1870" y="951"/>
                  </a:cubicBezTo>
                  <a:cubicBezTo>
                    <a:pt x="1921" y="874"/>
                    <a:pt x="1921" y="874"/>
                    <a:pt x="1921" y="874"/>
                  </a:cubicBezTo>
                  <a:cubicBezTo>
                    <a:pt x="1922" y="789"/>
                    <a:pt x="1922" y="789"/>
                    <a:pt x="1922" y="789"/>
                  </a:cubicBezTo>
                  <a:cubicBezTo>
                    <a:pt x="1974" y="768"/>
                    <a:pt x="1974" y="768"/>
                    <a:pt x="1974" y="768"/>
                  </a:cubicBezTo>
                  <a:cubicBezTo>
                    <a:pt x="2018" y="725"/>
                    <a:pt x="2018" y="725"/>
                    <a:pt x="2018" y="725"/>
                  </a:cubicBezTo>
                  <a:cubicBezTo>
                    <a:pt x="2007" y="720"/>
                    <a:pt x="1992" y="721"/>
                    <a:pt x="1983" y="714"/>
                  </a:cubicBezTo>
                  <a:cubicBezTo>
                    <a:pt x="1956" y="695"/>
                    <a:pt x="1983" y="643"/>
                    <a:pt x="1982" y="616"/>
                  </a:cubicBezTo>
                  <a:cubicBezTo>
                    <a:pt x="1981" y="599"/>
                    <a:pt x="1965" y="584"/>
                    <a:pt x="1967" y="568"/>
                  </a:cubicBezTo>
                  <a:cubicBezTo>
                    <a:pt x="1969" y="551"/>
                    <a:pt x="1989" y="541"/>
                    <a:pt x="1989" y="524"/>
                  </a:cubicBezTo>
                  <a:cubicBezTo>
                    <a:pt x="1990" y="506"/>
                    <a:pt x="1962" y="492"/>
                    <a:pt x="1968" y="474"/>
                  </a:cubicBezTo>
                  <a:cubicBezTo>
                    <a:pt x="1973" y="461"/>
                    <a:pt x="1991" y="464"/>
                    <a:pt x="2002" y="459"/>
                  </a:cubicBezTo>
                  <a:cubicBezTo>
                    <a:pt x="2017" y="451"/>
                    <a:pt x="2035" y="429"/>
                    <a:pt x="2046" y="415"/>
                  </a:cubicBezTo>
                  <a:cubicBezTo>
                    <a:pt x="2024" y="396"/>
                    <a:pt x="2016" y="383"/>
                    <a:pt x="2022" y="355"/>
                  </a:cubicBezTo>
                  <a:cubicBezTo>
                    <a:pt x="2010" y="348"/>
                    <a:pt x="1993" y="341"/>
                    <a:pt x="1986" y="329"/>
                  </a:cubicBezTo>
                  <a:cubicBezTo>
                    <a:pt x="1962" y="290"/>
                    <a:pt x="1981" y="242"/>
                    <a:pt x="1918" y="250"/>
                  </a:cubicBezTo>
                  <a:cubicBezTo>
                    <a:pt x="1906" y="206"/>
                    <a:pt x="1906" y="206"/>
                    <a:pt x="1906" y="206"/>
                  </a:cubicBezTo>
                  <a:cubicBezTo>
                    <a:pt x="1838" y="185"/>
                    <a:pt x="1838" y="185"/>
                    <a:pt x="1838" y="185"/>
                  </a:cubicBezTo>
                  <a:cubicBezTo>
                    <a:pt x="1829" y="157"/>
                    <a:pt x="1765" y="145"/>
                    <a:pt x="1738" y="149"/>
                  </a:cubicBezTo>
                  <a:cubicBezTo>
                    <a:pt x="1735" y="114"/>
                    <a:pt x="1708" y="131"/>
                    <a:pt x="1687" y="118"/>
                  </a:cubicBezTo>
                  <a:cubicBezTo>
                    <a:pt x="1672" y="109"/>
                    <a:pt x="1667" y="91"/>
                    <a:pt x="1653" y="82"/>
                  </a:cubicBezTo>
                  <a:cubicBezTo>
                    <a:pt x="1630" y="69"/>
                    <a:pt x="1604" y="74"/>
                    <a:pt x="1582" y="66"/>
                  </a:cubicBezTo>
                  <a:cubicBezTo>
                    <a:pt x="1559" y="57"/>
                    <a:pt x="1541" y="22"/>
                    <a:pt x="1534" y="0"/>
                  </a:cubicBezTo>
                  <a:cubicBezTo>
                    <a:pt x="1286" y="38"/>
                    <a:pt x="1286" y="38"/>
                    <a:pt x="1286" y="38"/>
                  </a:cubicBezTo>
                  <a:lnTo>
                    <a:pt x="1202" y="52"/>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64"/>
            <p:cNvSpPr>
              <a:spLocks/>
            </p:cNvSpPr>
            <p:nvPr/>
          </p:nvSpPr>
          <p:spPr bwMode="auto">
            <a:xfrm>
              <a:off x="3065463" y="4194175"/>
              <a:ext cx="125413" cy="104775"/>
            </a:xfrm>
            <a:custGeom>
              <a:avLst/>
              <a:gdLst/>
              <a:ahLst/>
              <a:cxnLst>
                <a:cxn ang="0">
                  <a:pos x="241" y="287"/>
                </a:cxn>
                <a:cxn ang="0">
                  <a:pos x="313" y="267"/>
                </a:cxn>
                <a:cxn ang="0">
                  <a:pos x="383" y="232"/>
                </a:cxn>
                <a:cxn ang="0">
                  <a:pos x="386" y="191"/>
                </a:cxn>
                <a:cxn ang="0">
                  <a:pos x="429" y="116"/>
                </a:cxn>
                <a:cxn ang="0">
                  <a:pos x="354" y="47"/>
                </a:cxn>
                <a:cxn ang="0">
                  <a:pos x="279" y="0"/>
                </a:cxn>
                <a:cxn ang="0">
                  <a:pos x="105" y="81"/>
                </a:cxn>
                <a:cxn ang="0">
                  <a:pos x="76" y="134"/>
                </a:cxn>
                <a:cxn ang="0">
                  <a:pos x="18" y="180"/>
                </a:cxn>
                <a:cxn ang="0">
                  <a:pos x="154" y="357"/>
                </a:cxn>
                <a:cxn ang="0">
                  <a:pos x="241" y="287"/>
                </a:cxn>
              </a:cxnLst>
              <a:rect l="0" t="0" r="r" b="b"/>
              <a:pathLst>
                <a:path w="441" h="368">
                  <a:moveTo>
                    <a:pt x="241" y="287"/>
                  </a:moveTo>
                  <a:cubicBezTo>
                    <a:pt x="241" y="287"/>
                    <a:pt x="281" y="270"/>
                    <a:pt x="313" y="267"/>
                  </a:cubicBezTo>
                  <a:cubicBezTo>
                    <a:pt x="345" y="264"/>
                    <a:pt x="377" y="244"/>
                    <a:pt x="383" y="232"/>
                  </a:cubicBezTo>
                  <a:cubicBezTo>
                    <a:pt x="389" y="220"/>
                    <a:pt x="365" y="212"/>
                    <a:pt x="386" y="191"/>
                  </a:cubicBezTo>
                  <a:cubicBezTo>
                    <a:pt x="406" y="171"/>
                    <a:pt x="441" y="151"/>
                    <a:pt x="429" y="116"/>
                  </a:cubicBezTo>
                  <a:cubicBezTo>
                    <a:pt x="418" y="81"/>
                    <a:pt x="360" y="70"/>
                    <a:pt x="354" y="47"/>
                  </a:cubicBezTo>
                  <a:cubicBezTo>
                    <a:pt x="348" y="23"/>
                    <a:pt x="310" y="0"/>
                    <a:pt x="279" y="0"/>
                  </a:cubicBezTo>
                  <a:cubicBezTo>
                    <a:pt x="247" y="0"/>
                    <a:pt x="119" y="64"/>
                    <a:pt x="105" y="81"/>
                  </a:cubicBezTo>
                  <a:cubicBezTo>
                    <a:pt x="90" y="99"/>
                    <a:pt x="93" y="136"/>
                    <a:pt x="76" y="134"/>
                  </a:cubicBezTo>
                  <a:cubicBezTo>
                    <a:pt x="58" y="145"/>
                    <a:pt x="41" y="174"/>
                    <a:pt x="18" y="180"/>
                  </a:cubicBezTo>
                  <a:cubicBezTo>
                    <a:pt x="0" y="180"/>
                    <a:pt x="131" y="362"/>
                    <a:pt x="154" y="357"/>
                  </a:cubicBezTo>
                  <a:cubicBezTo>
                    <a:pt x="189" y="368"/>
                    <a:pt x="235" y="354"/>
                    <a:pt x="241" y="28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65"/>
            <p:cNvSpPr>
              <a:spLocks/>
            </p:cNvSpPr>
            <p:nvPr/>
          </p:nvSpPr>
          <p:spPr bwMode="auto">
            <a:xfrm>
              <a:off x="3255963" y="4052888"/>
              <a:ext cx="63500" cy="77788"/>
            </a:xfrm>
            <a:custGeom>
              <a:avLst/>
              <a:gdLst/>
              <a:ahLst/>
              <a:cxnLst>
                <a:cxn ang="0">
                  <a:pos x="199" y="269"/>
                </a:cxn>
                <a:cxn ang="0">
                  <a:pos x="209" y="191"/>
                </a:cxn>
                <a:cxn ang="0">
                  <a:pos x="209" y="121"/>
                </a:cxn>
                <a:cxn ang="0">
                  <a:pos x="207" y="52"/>
                </a:cxn>
                <a:cxn ang="0">
                  <a:pos x="132" y="17"/>
                </a:cxn>
                <a:cxn ang="0">
                  <a:pos x="54" y="48"/>
                </a:cxn>
                <a:cxn ang="0">
                  <a:pos x="15" y="105"/>
                </a:cxn>
                <a:cxn ang="0">
                  <a:pos x="19" y="183"/>
                </a:cxn>
                <a:cxn ang="0">
                  <a:pos x="41" y="228"/>
                </a:cxn>
                <a:cxn ang="0">
                  <a:pos x="199" y="269"/>
                </a:cxn>
              </a:cxnLst>
              <a:rect l="0" t="0" r="r" b="b"/>
              <a:pathLst>
                <a:path w="222" h="275">
                  <a:moveTo>
                    <a:pt x="199" y="269"/>
                  </a:moveTo>
                  <a:cubicBezTo>
                    <a:pt x="199" y="269"/>
                    <a:pt x="197" y="209"/>
                    <a:pt x="209" y="191"/>
                  </a:cubicBezTo>
                  <a:cubicBezTo>
                    <a:pt x="222" y="173"/>
                    <a:pt x="218" y="160"/>
                    <a:pt x="209" y="121"/>
                  </a:cubicBezTo>
                  <a:cubicBezTo>
                    <a:pt x="201" y="82"/>
                    <a:pt x="222" y="45"/>
                    <a:pt x="207" y="52"/>
                  </a:cubicBezTo>
                  <a:cubicBezTo>
                    <a:pt x="193" y="58"/>
                    <a:pt x="160" y="33"/>
                    <a:pt x="132" y="17"/>
                  </a:cubicBezTo>
                  <a:cubicBezTo>
                    <a:pt x="103" y="0"/>
                    <a:pt x="66" y="13"/>
                    <a:pt x="54" y="48"/>
                  </a:cubicBezTo>
                  <a:cubicBezTo>
                    <a:pt x="41" y="82"/>
                    <a:pt x="29" y="86"/>
                    <a:pt x="15" y="105"/>
                  </a:cubicBezTo>
                  <a:cubicBezTo>
                    <a:pt x="0" y="123"/>
                    <a:pt x="0" y="154"/>
                    <a:pt x="19" y="183"/>
                  </a:cubicBezTo>
                  <a:cubicBezTo>
                    <a:pt x="37" y="211"/>
                    <a:pt x="27" y="222"/>
                    <a:pt x="41" y="228"/>
                  </a:cubicBezTo>
                  <a:cubicBezTo>
                    <a:pt x="56" y="234"/>
                    <a:pt x="66" y="275"/>
                    <a:pt x="199" y="26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66"/>
            <p:cNvSpPr>
              <a:spLocks/>
            </p:cNvSpPr>
            <p:nvPr/>
          </p:nvSpPr>
          <p:spPr bwMode="auto">
            <a:xfrm>
              <a:off x="3529013" y="1882775"/>
              <a:ext cx="336550" cy="284163"/>
            </a:xfrm>
            <a:custGeom>
              <a:avLst/>
              <a:gdLst/>
              <a:ahLst/>
              <a:cxnLst>
                <a:cxn ang="0">
                  <a:pos x="391" y="0"/>
                </a:cxn>
                <a:cxn ang="0">
                  <a:pos x="299" y="96"/>
                </a:cxn>
                <a:cxn ang="0">
                  <a:pos x="259" y="104"/>
                </a:cxn>
                <a:cxn ang="0">
                  <a:pos x="200" y="130"/>
                </a:cxn>
                <a:cxn ang="0">
                  <a:pos x="163" y="176"/>
                </a:cxn>
                <a:cxn ang="0">
                  <a:pos x="103" y="176"/>
                </a:cxn>
                <a:cxn ang="0">
                  <a:pos x="90" y="260"/>
                </a:cxn>
                <a:cxn ang="0">
                  <a:pos x="100" y="307"/>
                </a:cxn>
                <a:cxn ang="0">
                  <a:pos x="59" y="376"/>
                </a:cxn>
                <a:cxn ang="0">
                  <a:pos x="38" y="460"/>
                </a:cxn>
                <a:cxn ang="0">
                  <a:pos x="13" y="508"/>
                </a:cxn>
                <a:cxn ang="0">
                  <a:pos x="27" y="660"/>
                </a:cxn>
                <a:cxn ang="0">
                  <a:pos x="119" y="663"/>
                </a:cxn>
                <a:cxn ang="0">
                  <a:pos x="153" y="637"/>
                </a:cxn>
                <a:cxn ang="0">
                  <a:pos x="215" y="692"/>
                </a:cxn>
                <a:cxn ang="0">
                  <a:pos x="267" y="568"/>
                </a:cxn>
                <a:cxn ang="0">
                  <a:pos x="275" y="568"/>
                </a:cxn>
                <a:cxn ang="0">
                  <a:pos x="322" y="596"/>
                </a:cxn>
                <a:cxn ang="0">
                  <a:pos x="351" y="634"/>
                </a:cxn>
                <a:cxn ang="0">
                  <a:pos x="467" y="608"/>
                </a:cxn>
                <a:cxn ang="0">
                  <a:pos x="463" y="596"/>
                </a:cxn>
                <a:cxn ang="0">
                  <a:pos x="491" y="628"/>
                </a:cxn>
                <a:cxn ang="0">
                  <a:pos x="547" y="616"/>
                </a:cxn>
                <a:cxn ang="0">
                  <a:pos x="655" y="632"/>
                </a:cxn>
                <a:cxn ang="0">
                  <a:pos x="707" y="664"/>
                </a:cxn>
                <a:cxn ang="0">
                  <a:pos x="761" y="685"/>
                </a:cxn>
                <a:cxn ang="0">
                  <a:pos x="840" y="778"/>
                </a:cxn>
                <a:cxn ang="0">
                  <a:pos x="930" y="845"/>
                </a:cxn>
                <a:cxn ang="0">
                  <a:pos x="962" y="899"/>
                </a:cxn>
                <a:cxn ang="0">
                  <a:pos x="1006" y="929"/>
                </a:cxn>
                <a:cxn ang="0">
                  <a:pos x="1043" y="980"/>
                </a:cxn>
                <a:cxn ang="0">
                  <a:pos x="1047" y="980"/>
                </a:cxn>
                <a:cxn ang="0">
                  <a:pos x="1059" y="964"/>
                </a:cxn>
                <a:cxn ang="0">
                  <a:pos x="1063" y="964"/>
                </a:cxn>
                <a:cxn ang="0">
                  <a:pos x="1127" y="980"/>
                </a:cxn>
                <a:cxn ang="0">
                  <a:pos x="1123" y="964"/>
                </a:cxn>
                <a:cxn ang="0">
                  <a:pos x="1179" y="932"/>
                </a:cxn>
                <a:cxn ang="0">
                  <a:pos x="1143" y="912"/>
                </a:cxn>
                <a:cxn ang="0">
                  <a:pos x="1111" y="872"/>
                </a:cxn>
                <a:cxn ang="0">
                  <a:pos x="1051" y="844"/>
                </a:cxn>
                <a:cxn ang="0">
                  <a:pos x="1035" y="780"/>
                </a:cxn>
                <a:cxn ang="0">
                  <a:pos x="973" y="729"/>
                </a:cxn>
                <a:cxn ang="0">
                  <a:pos x="929" y="711"/>
                </a:cxn>
                <a:cxn ang="0">
                  <a:pos x="838" y="596"/>
                </a:cxn>
                <a:cxn ang="0">
                  <a:pos x="651" y="492"/>
                </a:cxn>
                <a:cxn ang="0">
                  <a:pos x="635" y="492"/>
                </a:cxn>
                <a:cxn ang="0">
                  <a:pos x="593" y="468"/>
                </a:cxn>
                <a:cxn ang="0">
                  <a:pos x="607" y="520"/>
                </a:cxn>
                <a:cxn ang="0">
                  <a:pos x="535" y="436"/>
                </a:cxn>
                <a:cxn ang="0">
                  <a:pos x="506" y="352"/>
                </a:cxn>
                <a:cxn ang="0">
                  <a:pos x="489" y="232"/>
                </a:cxn>
                <a:cxn ang="0">
                  <a:pos x="465" y="172"/>
                </a:cxn>
                <a:cxn ang="0">
                  <a:pos x="431" y="96"/>
                </a:cxn>
                <a:cxn ang="0">
                  <a:pos x="391" y="0"/>
                </a:cxn>
              </a:cxnLst>
              <a:rect l="0" t="0" r="r" b="b"/>
              <a:pathLst>
                <a:path w="1179" h="997">
                  <a:moveTo>
                    <a:pt x="391" y="0"/>
                  </a:moveTo>
                  <a:cubicBezTo>
                    <a:pt x="363" y="31"/>
                    <a:pt x="343" y="94"/>
                    <a:pt x="299" y="96"/>
                  </a:cubicBezTo>
                  <a:cubicBezTo>
                    <a:pt x="295" y="70"/>
                    <a:pt x="268" y="95"/>
                    <a:pt x="259" y="104"/>
                  </a:cubicBezTo>
                  <a:cubicBezTo>
                    <a:pt x="241" y="119"/>
                    <a:pt x="216" y="115"/>
                    <a:pt x="200" y="130"/>
                  </a:cubicBezTo>
                  <a:cubicBezTo>
                    <a:pt x="184" y="145"/>
                    <a:pt x="186" y="167"/>
                    <a:pt x="163" y="176"/>
                  </a:cubicBezTo>
                  <a:cubicBezTo>
                    <a:pt x="142" y="185"/>
                    <a:pt x="124" y="170"/>
                    <a:pt x="103" y="176"/>
                  </a:cubicBezTo>
                  <a:cubicBezTo>
                    <a:pt x="116" y="211"/>
                    <a:pt x="94" y="228"/>
                    <a:pt x="90" y="260"/>
                  </a:cubicBezTo>
                  <a:cubicBezTo>
                    <a:pt x="87" y="277"/>
                    <a:pt x="104" y="291"/>
                    <a:pt x="100" y="307"/>
                  </a:cubicBezTo>
                  <a:cubicBezTo>
                    <a:pt x="94" y="330"/>
                    <a:pt x="69" y="354"/>
                    <a:pt x="59" y="376"/>
                  </a:cubicBezTo>
                  <a:cubicBezTo>
                    <a:pt x="48" y="402"/>
                    <a:pt x="47" y="433"/>
                    <a:pt x="38" y="460"/>
                  </a:cubicBezTo>
                  <a:cubicBezTo>
                    <a:pt x="33" y="478"/>
                    <a:pt x="19" y="491"/>
                    <a:pt x="13" y="508"/>
                  </a:cubicBezTo>
                  <a:cubicBezTo>
                    <a:pt x="0" y="549"/>
                    <a:pt x="26" y="616"/>
                    <a:pt x="27" y="660"/>
                  </a:cubicBezTo>
                  <a:cubicBezTo>
                    <a:pt x="119" y="663"/>
                    <a:pt x="119" y="663"/>
                    <a:pt x="119" y="663"/>
                  </a:cubicBezTo>
                  <a:cubicBezTo>
                    <a:pt x="153" y="637"/>
                    <a:pt x="153" y="637"/>
                    <a:pt x="153" y="637"/>
                  </a:cubicBezTo>
                  <a:cubicBezTo>
                    <a:pt x="215" y="692"/>
                    <a:pt x="215" y="692"/>
                    <a:pt x="215" y="692"/>
                  </a:cubicBezTo>
                  <a:cubicBezTo>
                    <a:pt x="267" y="568"/>
                    <a:pt x="267" y="568"/>
                    <a:pt x="267" y="568"/>
                  </a:cubicBezTo>
                  <a:cubicBezTo>
                    <a:pt x="275" y="568"/>
                    <a:pt x="275" y="568"/>
                    <a:pt x="275" y="568"/>
                  </a:cubicBezTo>
                  <a:cubicBezTo>
                    <a:pt x="286" y="591"/>
                    <a:pt x="303" y="584"/>
                    <a:pt x="322" y="596"/>
                  </a:cubicBezTo>
                  <a:cubicBezTo>
                    <a:pt x="335" y="605"/>
                    <a:pt x="337" y="624"/>
                    <a:pt x="351" y="634"/>
                  </a:cubicBezTo>
                  <a:cubicBezTo>
                    <a:pt x="378" y="651"/>
                    <a:pt x="443" y="623"/>
                    <a:pt x="467" y="608"/>
                  </a:cubicBezTo>
                  <a:cubicBezTo>
                    <a:pt x="463" y="596"/>
                    <a:pt x="463" y="596"/>
                    <a:pt x="463" y="596"/>
                  </a:cubicBezTo>
                  <a:cubicBezTo>
                    <a:pt x="491" y="628"/>
                    <a:pt x="491" y="628"/>
                    <a:pt x="491" y="628"/>
                  </a:cubicBezTo>
                  <a:cubicBezTo>
                    <a:pt x="509" y="628"/>
                    <a:pt x="534" y="631"/>
                    <a:pt x="547" y="616"/>
                  </a:cubicBezTo>
                  <a:cubicBezTo>
                    <a:pt x="655" y="632"/>
                    <a:pt x="655" y="632"/>
                    <a:pt x="655" y="632"/>
                  </a:cubicBezTo>
                  <a:cubicBezTo>
                    <a:pt x="707" y="664"/>
                    <a:pt x="707" y="664"/>
                    <a:pt x="707" y="664"/>
                  </a:cubicBezTo>
                  <a:cubicBezTo>
                    <a:pt x="761" y="685"/>
                    <a:pt x="761" y="685"/>
                    <a:pt x="761" y="685"/>
                  </a:cubicBezTo>
                  <a:cubicBezTo>
                    <a:pt x="840" y="778"/>
                    <a:pt x="840" y="778"/>
                    <a:pt x="840" y="778"/>
                  </a:cubicBezTo>
                  <a:cubicBezTo>
                    <a:pt x="930" y="845"/>
                    <a:pt x="930" y="845"/>
                    <a:pt x="930" y="845"/>
                  </a:cubicBezTo>
                  <a:cubicBezTo>
                    <a:pt x="962" y="899"/>
                    <a:pt x="962" y="899"/>
                    <a:pt x="962" y="899"/>
                  </a:cubicBezTo>
                  <a:cubicBezTo>
                    <a:pt x="1006" y="929"/>
                    <a:pt x="1006" y="929"/>
                    <a:pt x="1006" y="929"/>
                  </a:cubicBezTo>
                  <a:cubicBezTo>
                    <a:pt x="1043" y="980"/>
                    <a:pt x="1043" y="980"/>
                    <a:pt x="1043" y="980"/>
                  </a:cubicBezTo>
                  <a:cubicBezTo>
                    <a:pt x="1047" y="980"/>
                    <a:pt x="1047" y="980"/>
                    <a:pt x="1047" y="980"/>
                  </a:cubicBezTo>
                  <a:cubicBezTo>
                    <a:pt x="1059" y="964"/>
                    <a:pt x="1059" y="964"/>
                    <a:pt x="1059" y="964"/>
                  </a:cubicBezTo>
                  <a:cubicBezTo>
                    <a:pt x="1063" y="964"/>
                    <a:pt x="1063" y="964"/>
                    <a:pt x="1063" y="964"/>
                  </a:cubicBezTo>
                  <a:cubicBezTo>
                    <a:pt x="1082" y="989"/>
                    <a:pt x="1099" y="997"/>
                    <a:pt x="1127" y="980"/>
                  </a:cubicBezTo>
                  <a:cubicBezTo>
                    <a:pt x="1123" y="964"/>
                    <a:pt x="1123" y="964"/>
                    <a:pt x="1123" y="964"/>
                  </a:cubicBezTo>
                  <a:cubicBezTo>
                    <a:pt x="1179" y="932"/>
                    <a:pt x="1179" y="932"/>
                    <a:pt x="1179" y="932"/>
                  </a:cubicBezTo>
                  <a:cubicBezTo>
                    <a:pt x="1173" y="915"/>
                    <a:pt x="1158" y="886"/>
                    <a:pt x="1143" y="912"/>
                  </a:cubicBezTo>
                  <a:cubicBezTo>
                    <a:pt x="1123" y="905"/>
                    <a:pt x="1113" y="893"/>
                    <a:pt x="1111" y="872"/>
                  </a:cubicBezTo>
                  <a:cubicBezTo>
                    <a:pt x="1092" y="859"/>
                    <a:pt x="1075" y="839"/>
                    <a:pt x="1051" y="844"/>
                  </a:cubicBezTo>
                  <a:cubicBezTo>
                    <a:pt x="1035" y="780"/>
                    <a:pt x="1035" y="780"/>
                    <a:pt x="1035" y="780"/>
                  </a:cubicBezTo>
                  <a:cubicBezTo>
                    <a:pt x="1015" y="765"/>
                    <a:pt x="993" y="742"/>
                    <a:pt x="973" y="729"/>
                  </a:cubicBezTo>
                  <a:cubicBezTo>
                    <a:pt x="959" y="720"/>
                    <a:pt x="942" y="724"/>
                    <a:pt x="929" y="711"/>
                  </a:cubicBezTo>
                  <a:cubicBezTo>
                    <a:pt x="895" y="679"/>
                    <a:pt x="877" y="620"/>
                    <a:pt x="838" y="596"/>
                  </a:cubicBezTo>
                  <a:cubicBezTo>
                    <a:pt x="784" y="563"/>
                    <a:pt x="661" y="584"/>
                    <a:pt x="651" y="492"/>
                  </a:cubicBezTo>
                  <a:cubicBezTo>
                    <a:pt x="635" y="492"/>
                    <a:pt x="635" y="492"/>
                    <a:pt x="635" y="492"/>
                  </a:cubicBezTo>
                  <a:cubicBezTo>
                    <a:pt x="634" y="470"/>
                    <a:pt x="604" y="428"/>
                    <a:pt x="593" y="468"/>
                  </a:cubicBezTo>
                  <a:cubicBezTo>
                    <a:pt x="588" y="487"/>
                    <a:pt x="603" y="503"/>
                    <a:pt x="607" y="520"/>
                  </a:cubicBezTo>
                  <a:cubicBezTo>
                    <a:pt x="564" y="504"/>
                    <a:pt x="592" y="441"/>
                    <a:pt x="535" y="436"/>
                  </a:cubicBezTo>
                  <a:cubicBezTo>
                    <a:pt x="548" y="403"/>
                    <a:pt x="514" y="382"/>
                    <a:pt x="506" y="352"/>
                  </a:cubicBezTo>
                  <a:cubicBezTo>
                    <a:pt x="495" y="313"/>
                    <a:pt x="496" y="271"/>
                    <a:pt x="489" y="232"/>
                  </a:cubicBezTo>
                  <a:cubicBezTo>
                    <a:pt x="485" y="211"/>
                    <a:pt x="471" y="193"/>
                    <a:pt x="465" y="172"/>
                  </a:cubicBezTo>
                  <a:cubicBezTo>
                    <a:pt x="458" y="148"/>
                    <a:pt x="452" y="111"/>
                    <a:pt x="431" y="96"/>
                  </a:cubicBezTo>
                  <a:cubicBezTo>
                    <a:pt x="391" y="0"/>
                    <a:pt x="391" y="0"/>
                    <a:pt x="391" y="0"/>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67"/>
            <p:cNvSpPr>
              <a:spLocks/>
            </p:cNvSpPr>
            <p:nvPr/>
          </p:nvSpPr>
          <p:spPr bwMode="auto">
            <a:xfrm>
              <a:off x="3706813" y="1979613"/>
              <a:ext cx="7938" cy="7938"/>
            </a:xfrm>
            <a:custGeom>
              <a:avLst/>
              <a:gdLst/>
              <a:ahLst/>
              <a:cxnLst>
                <a:cxn ang="0">
                  <a:pos x="0" y="7"/>
                </a:cxn>
                <a:cxn ang="0">
                  <a:pos x="0" y="19"/>
                </a:cxn>
                <a:cxn ang="0">
                  <a:pos x="32" y="27"/>
                </a:cxn>
                <a:cxn ang="0">
                  <a:pos x="0" y="7"/>
                </a:cxn>
              </a:cxnLst>
              <a:rect l="0" t="0" r="r" b="b"/>
              <a:pathLst>
                <a:path w="32" h="27">
                  <a:moveTo>
                    <a:pt x="0" y="7"/>
                  </a:moveTo>
                  <a:cubicBezTo>
                    <a:pt x="0" y="19"/>
                    <a:pt x="0" y="19"/>
                    <a:pt x="0" y="19"/>
                  </a:cubicBezTo>
                  <a:cubicBezTo>
                    <a:pt x="32" y="27"/>
                    <a:pt x="32" y="27"/>
                    <a:pt x="32" y="27"/>
                  </a:cubicBezTo>
                  <a:cubicBezTo>
                    <a:pt x="30" y="6"/>
                    <a:pt x="20" y="0"/>
                    <a:pt x="0" y="7"/>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68"/>
            <p:cNvSpPr>
              <a:spLocks/>
            </p:cNvSpPr>
            <p:nvPr/>
          </p:nvSpPr>
          <p:spPr bwMode="auto">
            <a:xfrm>
              <a:off x="3703638" y="1989138"/>
              <a:ext cx="15875" cy="17463"/>
            </a:xfrm>
            <a:custGeom>
              <a:avLst/>
              <a:gdLst/>
              <a:ahLst/>
              <a:cxnLst>
                <a:cxn ang="0">
                  <a:pos x="20" y="0"/>
                </a:cxn>
                <a:cxn ang="0">
                  <a:pos x="20" y="16"/>
                </a:cxn>
                <a:cxn ang="0">
                  <a:pos x="0" y="28"/>
                </a:cxn>
                <a:cxn ang="0">
                  <a:pos x="24" y="32"/>
                </a:cxn>
                <a:cxn ang="0">
                  <a:pos x="24" y="40"/>
                </a:cxn>
                <a:cxn ang="0">
                  <a:pos x="8" y="40"/>
                </a:cxn>
                <a:cxn ang="0">
                  <a:pos x="12" y="56"/>
                </a:cxn>
                <a:cxn ang="0">
                  <a:pos x="20" y="0"/>
                </a:cxn>
              </a:cxnLst>
              <a:rect l="0" t="0" r="r" b="b"/>
              <a:pathLst>
                <a:path w="59" h="60">
                  <a:moveTo>
                    <a:pt x="20" y="0"/>
                  </a:moveTo>
                  <a:cubicBezTo>
                    <a:pt x="20" y="16"/>
                    <a:pt x="20" y="16"/>
                    <a:pt x="20" y="16"/>
                  </a:cubicBezTo>
                  <a:cubicBezTo>
                    <a:pt x="0" y="28"/>
                    <a:pt x="0" y="28"/>
                    <a:pt x="0" y="28"/>
                  </a:cubicBezTo>
                  <a:cubicBezTo>
                    <a:pt x="24" y="32"/>
                    <a:pt x="24" y="32"/>
                    <a:pt x="24" y="32"/>
                  </a:cubicBezTo>
                  <a:cubicBezTo>
                    <a:pt x="24" y="40"/>
                    <a:pt x="24" y="40"/>
                    <a:pt x="24" y="40"/>
                  </a:cubicBezTo>
                  <a:cubicBezTo>
                    <a:pt x="8" y="40"/>
                    <a:pt x="8" y="40"/>
                    <a:pt x="8" y="40"/>
                  </a:cubicBezTo>
                  <a:cubicBezTo>
                    <a:pt x="12" y="56"/>
                    <a:pt x="12" y="56"/>
                    <a:pt x="12" y="56"/>
                  </a:cubicBezTo>
                  <a:cubicBezTo>
                    <a:pt x="59" y="60"/>
                    <a:pt x="59" y="18"/>
                    <a:pt x="20" y="0"/>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69"/>
            <p:cNvSpPr>
              <a:spLocks/>
            </p:cNvSpPr>
            <p:nvPr/>
          </p:nvSpPr>
          <p:spPr bwMode="auto">
            <a:xfrm>
              <a:off x="3719513" y="1998663"/>
              <a:ext cx="12700" cy="7938"/>
            </a:xfrm>
            <a:custGeom>
              <a:avLst/>
              <a:gdLst/>
              <a:ahLst/>
              <a:cxnLst>
                <a:cxn ang="0">
                  <a:pos x="0" y="5"/>
                </a:cxn>
                <a:cxn ang="0">
                  <a:pos x="8" y="5"/>
                </a:cxn>
                <a:cxn ang="0">
                  <a:pos x="3" y="0"/>
                </a:cxn>
                <a:cxn ang="0">
                  <a:pos x="0" y="5"/>
                </a:cxn>
              </a:cxnLst>
              <a:rect l="0" t="0" r="r" b="b"/>
              <a:pathLst>
                <a:path w="8" h="5">
                  <a:moveTo>
                    <a:pt x="0" y="5"/>
                  </a:moveTo>
                  <a:lnTo>
                    <a:pt x="8" y="5"/>
                  </a:lnTo>
                  <a:lnTo>
                    <a:pt x="3" y="0"/>
                  </a:lnTo>
                  <a:lnTo>
                    <a:pt x="0" y="5"/>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70"/>
            <p:cNvSpPr>
              <a:spLocks/>
            </p:cNvSpPr>
            <p:nvPr/>
          </p:nvSpPr>
          <p:spPr bwMode="auto">
            <a:xfrm>
              <a:off x="3719513" y="1998663"/>
              <a:ext cx="12700" cy="7938"/>
            </a:xfrm>
            <a:custGeom>
              <a:avLst/>
              <a:gdLst/>
              <a:ahLst/>
              <a:cxnLst>
                <a:cxn ang="0">
                  <a:pos x="0" y="5"/>
                </a:cxn>
                <a:cxn ang="0">
                  <a:pos x="8" y="5"/>
                </a:cxn>
                <a:cxn ang="0">
                  <a:pos x="3" y="0"/>
                </a:cxn>
                <a:cxn ang="0">
                  <a:pos x="0" y="5"/>
                </a:cxn>
              </a:cxnLst>
              <a:rect l="0" t="0" r="r" b="b"/>
              <a:pathLst>
                <a:path w="8" h="5">
                  <a:moveTo>
                    <a:pt x="0" y="5"/>
                  </a:moveTo>
                  <a:lnTo>
                    <a:pt x="8" y="5"/>
                  </a:lnTo>
                  <a:lnTo>
                    <a:pt x="3" y="0"/>
                  </a:lnTo>
                  <a:lnTo>
                    <a:pt x="0" y="5"/>
                  </a:ln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71"/>
            <p:cNvSpPr>
              <a:spLocks/>
            </p:cNvSpPr>
            <p:nvPr/>
          </p:nvSpPr>
          <p:spPr bwMode="auto">
            <a:xfrm>
              <a:off x="3840163" y="2079625"/>
              <a:ext cx="7938" cy="11113"/>
            </a:xfrm>
            <a:custGeom>
              <a:avLst/>
              <a:gdLst/>
              <a:ahLst/>
              <a:cxnLst>
                <a:cxn ang="0">
                  <a:pos x="0" y="2"/>
                </a:cxn>
                <a:cxn ang="0">
                  <a:pos x="5" y="7"/>
                </a:cxn>
                <a:cxn ang="0">
                  <a:pos x="5" y="0"/>
                </a:cxn>
                <a:cxn ang="0">
                  <a:pos x="0" y="2"/>
                </a:cxn>
              </a:cxnLst>
              <a:rect l="0" t="0" r="r" b="b"/>
              <a:pathLst>
                <a:path w="5" h="7">
                  <a:moveTo>
                    <a:pt x="0" y="2"/>
                  </a:moveTo>
                  <a:lnTo>
                    <a:pt x="5" y="7"/>
                  </a:lnTo>
                  <a:lnTo>
                    <a:pt x="5" y="0"/>
                  </a:lnTo>
                  <a:lnTo>
                    <a:pt x="0" y="2"/>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72"/>
            <p:cNvSpPr>
              <a:spLocks/>
            </p:cNvSpPr>
            <p:nvPr/>
          </p:nvSpPr>
          <p:spPr bwMode="auto">
            <a:xfrm>
              <a:off x="3840163" y="2079625"/>
              <a:ext cx="7938" cy="11113"/>
            </a:xfrm>
            <a:custGeom>
              <a:avLst/>
              <a:gdLst/>
              <a:ahLst/>
              <a:cxnLst>
                <a:cxn ang="0">
                  <a:pos x="0" y="2"/>
                </a:cxn>
                <a:cxn ang="0">
                  <a:pos x="5" y="7"/>
                </a:cxn>
                <a:cxn ang="0">
                  <a:pos x="5" y="0"/>
                </a:cxn>
                <a:cxn ang="0">
                  <a:pos x="0" y="2"/>
                </a:cxn>
              </a:cxnLst>
              <a:rect l="0" t="0" r="r" b="b"/>
              <a:pathLst>
                <a:path w="5" h="7">
                  <a:moveTo>
                    <a:pt x="0" y="2"/>
                  </a:moveTo>
                  <a:lnTo>
                    <a:pt x="5" y="7"/>
                  </a:lnTo>
                  <a:lnTo>
                    <a:pt x="5" y="0"/>
                  </a:lnTo>
                  <a:lnTo>
                    <a:pt x="0" y="2"/>
                  </a:ln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73"/>
            <p:cNvSpPr>
              <a:spLocks/>
            </p:cNvSpPr>
            <p:nvPr/>
          </p:nvSpPr>
          <p:spPr bwMode="auto">
            <a:xfrm>
              <a:off x="3838575" y="2095500"/>
              <a:ext cx="11113" cy="6350"/>
            </a:xfrm>
            <a:custGeom>
              <a:avLst/>
              <a:gdLst/>
              <a:ahLst/>
              <a:cxnLst>
                <a:cxn ang="0">
                  <a:pos x="0" y="12"/>
                </a:cxn>
                <a:cxn ang="0">
                  <a:pos x="0" y="24"/>
                </a:cxn>
                <a:cxn ang="0">
                  <a:pos x="36" y="0"/>
                </a:cxn>
                <a:cxn ang="0">
                  <a:pos x="0" y="12"/>
                </a:cxn>
              </a:cxnLst>
              <a:rect l="0" t="0" r="r" b="b"/>
              <a:pathLst>
                <a:path w="36" h="25">
                  <a:moveTo>
                    <a:pt x="0" y="12"/>
                  </a:moveTo>
                  <a:cubicBezTo>
                    <a:pt x="0" y="24"/>
                    <a:pt x="0" y="24"/>
                    <a:pt x="0" y="24"/>
                  </a:cubicBezTo>
                  <a:cubicBezTo>
                    <a:pt x="18" y="25"/>
                    <a:pt x="28" y="17"/>
                    <a:pt x="36" y="0"/>
                  </a:cubicBezTo>
                  <a:lnTo>
                    <a:pt x="0" y="12"/>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34" name="TextBox 233"/>
          <p:cNvSpPr txBox="1"/>
          <p:nvPr/>
        </p:nvSpPr>
        <p:spPr>
          <a:xfrm>
            <a:off x="2037795" y="1433047"/>
            <a:ext cx="1996440" cy="461665"/>
          </a:xfrm>
          <a:prstGeom prst="rect">
            <a:avLst/>
          </a:prstGeom>
          <a:noFill/>
        </p:spPr>
        <p:txBody>
          <a:bodyPr wrap="square" lIns="0" tIns="0" rIns="0" bIns="0" rtlCol="0">
            <a:spAutoFit/>
          </a:bodyPr>
          <a:lstStyle/>
          <a:p>
            <a:pPr lvl="0" defTabSz="914400">
              <a:spcBef>
                <a:spcPct val="20000"/>
              </a:spcBef>
              <a:defRPr/>
            </a:pPr>
            <a:r>
              <a:rPr lang="en-US" sz="1000" dirty="0">
                <a:solidFill>
                  <a:schemeClr val="tx1">
                    <a:lumMod val="75000"/>
                    <a:lumOff val="25000"/>
                  </a:schemeClr>
                </a:solidFill>
              </a:rPr>
              <a:t>There are many of the variations passages lorem ipsum available majority have suffered</a:t>
            </a:r>
          </a:p>
        </p:txBody>
      </p:sp>
      <p:sp>
        <p:nvSpPr>
          <p:cNvPr id="235" name="TextBox 234"/>
          <p:cNvSpPr txBox="1"/>
          <p:nvPr/>
        </p:nvSpPr>
        <p:spPr>
          <a:xfrm>
            <a:off x="1008371" y="1126622"/>
            <a:ext cx="1542506" cy="215444"/>
          </a:xfrm>
          <a:prstGeom prst="rect">
            <a:avLst/>
          </a:prstGeom>
          <a:noFill/>
        </p:spPr>
        <p:txBody>
          <a:bodyPr wrap="square" lIns="0" tIns="0" rIns="0" bIns="0" rtlCol="0" anchor="t">
            <a:spAutoFit/>
          </a:bodyPr>
          <a:lstStyle/>
          <a:p>
            <a:r>
              <a:rPr lang="en-US" sz="1400" b="1" dirty="0">
                <a:solidFill>
                  <a:schemeClr val="tx1">
                    <a:lumMod val="50000"/>
                    <a:lumOff val="50000"/>
                  </a:schemeClr>
                </a:solidFill>
              </a:rPr>
              <a:t>Description Here</a:t>
            </a:r>
          </a:p>
        </p:txBody>
      </p:sp>
      <p:sp>
        <p:nvSpPr>
          <p:cNvPr id="236" name="Rectangle 235"/>
          <p:cNvSpPr/>
          <p:nvPr/>
        </p:nvSpPr>
        <p:spPr>
          <a:xfrm>
            <a:off x="990600" y="1405794"/>
            <a:ext cx="923330" cy="553998"/>
          </a:xfrm>
          <a:prstGeom prst="rect">
            <a:avLst/>
          </a:prstGeom>
        </p:spPr>
        <p:txBody>
          <a:bodyPr wrap="none" lIns="0" tIns="0" rIns="0" bIns="0">
            <a:spAutoFit/>
          </a:bodyPr>
          <a:lstStyle/>
          <a:p>
            <a:r>
              <a:rPr lang="en-US" sz="3600" b="1" dirty="0">
                <a:solidFill>
                  <a:schemeClr val="accent1"/>
                </a:solidFill>
              </a:rPr>
              <a:t>80%</a:t>
            </a:r>
            <a:endParaRPr lang="en-US" sz="2400" b="1" dirty="0">
              <a:solidFill>
                <a:schemeClr val="accent1"/>
              </a:solidFill>
            </a:endParaRPr>
          </a:p>
        </p:txBody>
      </p:sp>
      <p:sp>
        <p:nvSpPr>
          <p:cNvPr id="237" name="TextBox 236"/>
          <p:cNvSpPr txBox="1"/>
          <p:nvPr/>
        </p:nvSpPr>
        <p:spPr>
          <a:xfrm>
            <a:off x="1008371" y="2026633"/>
            <a:ext cx="3025864" cy="615553"/>
          </a:xfrm>
          <a:prstGeom prst="rect">
            <a:avLst/>
          </a:prstGeom>
          <a:noFill/>
        </p:spPr>
        <p:txBody>
          <a:bodyPr wrap="square" lIns="0" tIns="0" rIns="0" bIns="0" rtlCol="0">
            <a:spAutoFit/>
          </a:bodyPr>
          <a:lstStyle/>
          <a:p>
            <a:r>
              <a:rPr lang="en-US" sz="1000" dirty="0">
                <a:solidFill>
                  <a:schemeClr val="tx1">
                    <a:lumMod val="65000"/>
                    <a:lumOff val="35000"/>
                  </a:schemeClr>
                </a:solidFill>
              </a:rPr>
              <a:t>There are many variations of passages  of Lorem Ipsum available, but the have suffered alteration in some  form, by humour, or randomized words</a:t>
            </a:r>
            <a:br>
              <a:rPr lang="en-US" sz="1000" dirty="0">
                <a:solidFill>
                  <a:schemeClr val="tx1">
                    <a:lumMod val="65000"/>
                    <a:lumOff val="35000"/>
                  </a:schemeClr>
                </a:solidFill>
              </a:rPr>
            </a:br>
            <a:r>
              <a:rPr lang="en-US" sz="1000" dirty="0">
                <a:solidFill>
                  <a:schemeClr val="tx1">
                    <a:lumMod val="65000"/>
                    <a:lumOff val="35000"/>
                  </a:schemeClr>
                </a:solidFill>
              </a:rPr>
              <a:t> which  don't believable</a:t>
            </a:r>
          </a:p>
        </p:txBody>
      </p:sp>
      <p:sp>
        <p:nvSpPr>
          <p:cNvPr id="250" name="Freeform 249"/>
          <p:cNvSpPr/>
          <p:nvPr/>
        </p:nvSpPr>
        <p:spPr>
          <a:xfrm rot="10800000">
            <a:off x="1031151" y="3850116"/>
            <a:ext cx="1696590" cy="762000"/>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195993 w 1324964"/>
              <a:gd name="connsiteY7" fmla="*/ 688586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195993" y="68858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1" name="Text Placeholder 3"/>
          <p:cNvSpPr txBox="1">
            <a:spLocks/>
          </p:cNvSpPr>
          <p:nvPr/>
        </p:nvSpPr>
        <p:spPr>
          <a:xfrm>
            <a:off x="1661089" y="4046449"/>
            <a:ext cx="511358"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25%</a:t>
            </a:r>
          </a:p>
        </p:txBody>
      </p:sp>
      <p:sp>
        <p:nvSpPr>
          <p:cNvPr id="252" name="Freeform 251"/>
          <p:cNvSpPr/>
          <p:nvPr/>
        </p:nvSpPr>
        <p:spPr>
          <a:xfrm rot="10800000">
            <a:off x="1031151" y="2952750"/>
            <a:ext cx="1696590" cy="762000"/>
          </a:xfrm>
          <a:custGeom>
            <a:avLst/>
            <a:gdLst>
              <a:gd name="connsiteX0" fmla="*/ 0 w 1324961"/>
              <a:gd name="connsiteY0" fmla="*/ 0 h 1468980"/>
              <a:gd name="connsiteX1" fmla="*/ 769166 w 1324961"/>
              <a:gd name="connsiteY1" fmla="*/ 0 h 1468980"/>
              <a:gd name="connsiteX2" fmla="*/ 769166 w 1324961"/>
              <a:gd name="connsiteY2" fmla="*/ 0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1"/>
              <a:gd name="connsiteY0" fmla="*/ 0 h 1468980"/>
              <a:gd name="connsiteX1" fmla="*/ 769166 w 1324961"/>
              <a:gd name="connsiteY1" fmla="*/ 0 h 1468980"/>
              <a:gd name="connsiteX2" fmla="*/ 1324961 w 1324961"/>
              <a:gd name="connsiteY2" fmla="*/ 2 h 1468980"/>
              <a:gd name="connsiteX3" fmla="*/ 1324961 w 1324961"/>
              <a:gd name="connsiteY3" fmla="*/ 734490 h 1468980"/>
              <a:gd name="connsiteX4" fmla="*/ 769166 w 1324961"/>
              <a:gd name="connsiteY4" fmla="*/ 1468980 h 1468980"/>
              <a:gd name="connsiteX5" fmla="*/ 769166 w 1324961"/>
              <a:gd name="connsiteY5" fmla="*/ 1468980 h 1468980"/>
              <a:gd name="connsiteX6" fmla="*/ 0 w 1324961"/>
              <a:gd name="connsiteY6" fmla="*/ 1468980 h 1468980"/>
              <a:gd name="connsiteX7" fmla="*/ 555795 w 1324961"/>
              <a:gd name="connsiteY7" fmla="*/ 734490 h 1468980"/>
              <a:gd name="connsiteX8" fmla="*/ 0 w 1324961"/>
              <a:gd name="connsiteY8" fmla="*/ 0 h 1468980"/>
              <a:gd name="connsiteX0" fmla="*/ 0 w 1324963"/>
              <a:gd name="connsiteY0" fmla="*/ 0 h 1468983"/>
              <a:gd name="connsiteX1" fmla="*/ 769166 w 1324963"/>
              <a:gd name="connsiteY1" fmla="*/ 0 h 1468983"/>
              <a:gd name="connsiteX2" fmla="*/ 1324961 w 1324963"/>
              <a:gd name="connsiteY2" fmla="*/ 2 h 1468983"/>
              <a:gd name="connsiteX3" fmla="*/ 1324961 w 1324963"/>
              <a:gd name="connsiteY3" fmla="*/ 734490 h 1468983"/>
              <a:gd name="connsiteX4" fmla="*/ 769166 w 1324963"/>
              <a:gd name="connsiteY4" fmla="*/ 1468980 h 1468983"/>
              <a:gd name="connsiteX5" fmla="*/ 1324963 w 1324963"/>
              <a:gd name="connsiteY5" fmla="*/ 1468983 h 1468983"/>
              <a:gd name="connsiteX6" fmla="*/ 0 w 1324963"/>
              <a:gd name="connsiteY6" fmla="*/ 1468980 h 1468983"/>
              <a:gd name="connsiteX7" fmla="*/ 555795 w 1324963"/>
              <a:gd name="connsiteY7" fmla="*/ 734490 h 1468983"/>
              <a:gd name="connsiteX8" fmla="*/ 0 w 1324963"/>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555795 w 1324964"/>
              <a:gd name="connsiteY7" fmla="*/ 734490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403253 w 1324964"/>
              <a:gd name="connsiteY7" fmla="*/ 734492 h 1468983"/>
              <a:gd name="connsiteX8" fmla="*/ 0 w 1324964"/>
              <a:gd name="connsiteY8" fmla="*/ 0 h 1468983"/>
              <a:gd name="connsiteX0" fmla="*/ 0 w 1324964"/>
              <a:gd name="connsiteY0" fmla="*/ 0 h 1468983"/>
              <a:gd name="connsiteX1" fmla="*/ 769166 w 1324964"/>
              <a:gd name="connsiteY1" fmla="*/ 0 h 1468983"/>
              <a:gd name="connsiteX2" fmla="*/ 1324961 w 1324964"/>
              <a:gd name="connsiteY2" fmla="*/ 2 h 1468983"/>
              <a:gd name="connsiteX3" fmla="*/ 1324961 w 1324964"/>
              <a:gd name="connsiteY3" fmla="*/ 734490 h 1468983"/>
              <a:gd name="connsiteX4" fmla="*/ 1324964 w 1324964"/>
              <a:gd name="connsiteY4" fmla="*/ 1324961 h 1468983"/>
              <a:gd name="connsiteX5" fmla="*/ 1324963 w 1324964"/>
              <a:gd name="connsiteY5" fmla="*/ 1468983 h 1468983"/>
              <a:gd name="connsiteX6" fmla="*/ 0 w 1324964"/>
              <a:gd name="connsiteY6" fmla="*/ 1468980 h 1468983"/>
              <a:gd name="connsiteX7" fmla="*/ 195993 w 1324964"/>
              <a:gd name="connsiteY7" fmla="*/ 688586 h 1468983"/>
              <a:gd name="connsiteX8" fmla="*/ 0 w 1324964"/>
              <a:gd name="connsiteY8" fmla="*/ 0 h 146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4964" h="1468983">
                <a:moveTo>
                  <a:pt x="0" y="0"/>
                </a:moveTo>
                <a:lnTo>
                  <a:pt x="769166" y="0"/>
                </a:lnTo>
                <a:lnTo>
                  <a:pt x="1324961" y="2"/>
                </a:lnTo>
                <a:lnTo>
                  <a:pt x="1324961" y="734490"/>
                </a:lnTo>
                <a:cubicBezTo>
                  <a:pt x="1324962" y="931314"/>
                  <a:pt x="1324963" y="1128137"/>
                  <a:pt x="1324964" y="1324961"/>
                </a:cubicBezTo>
                <a:cubicBezTo>
                  <a:pt x="1324964" y="1372968"/>
                  <a:pt x="1324963" y="1420976"/>
                  <a:pt x="1324963" y="1468983"/>
                </a:cubicBezTo>
                <a:lnTo>
                  <a:pt x="0" y="1468980"/>
                </a:lnTo>
                <a:lnTo>
                  <a:pt x="195993" y="68858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3" name="Group 184"/>
          <p:cNvGrpSpPr/>
          <p:nvPr/>
        </p:nvGrpSpPr>
        <p:grpSpPr>
          <a:xfrm>
            <a:off x="1154287" y="3048738"/>
            <a:ext cx="265516" cy="570022"/>
            <a:chOff x="6213475" y="1668463"/>
            <a:chExt cx="227013" cy="487362"/>
          </a:xfrm>
          <a:solidFill>
            <a:schemeClr val="bg1"/>
          </a:solidFill>
        </p:grpSpPr>
        <p:sp>
          <p:nvSpPr>
            <p:cNvPr id="25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6" name="Text Placeholder 3"/>
          <p:cNvSpPr txBox="1">
            <a:spLocks/>
          </p:cNvSpPr>
          <p:nvPr/>
        </p:nvSpPr>
        <p:spPr>
          <a:xfrm>
            <a:off x="1661089" y="3149083"/>
            <a:ext cx="511358"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75%</a:t>
            </a:r>
          </a:p>
        </p:txBody>
      </p:sp>
      <p:grpSp>
        <p:nvGrpSpPr>
          <p:cNvPr id="257" name="Group 179"/>
          <p:cNvGrpSpPr/>
          <p:nvPr/>
        </p:nvGrpSpPr>
        <p:grpSpPr>
          <a:xfrm>
            <a:off x="1174898" y="3944098"/>
            <a:ext cx="224294" cy="574034"/>
            <a:chOff x="5054600" y="1652588"/>
            <a:chExt cx="187325" cy="479424"/>
          </a:xfrm>
          <a:solidFill>
            <a:schemeClr val="bg1"/>
          </a:solidFill>
        </p:grpSpPr>
        <p:sp>
          <p:nvSpPr>
            <p:cNvPr id="25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60" name="Text Placeholder 3"/>
          <p:cNvSpPr txBox="1">
            <a:spLocks/>
          </p:cNvSpPr>
          <p:nvPr/>
        </p:nvSpPr>
        <p:spPr>
          <a:xfrm>
            <a:off x="2768277" y="3102112"/>
            <a:ext cx="1346523"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tx1">
                    <a:lumMod val="50000"/>
                    <a:lumOff val="50000"/>
                  </a:schemeClr>
                </a:solidFill>
                <a:effectLst/>
                <a:uLnTx/>
                <a:uFillTx/>
                <a:latin typeface="+mn-lt"/>
                <a:ea typeface="+mn-ea"/>
                <a:cs typeface="+mn-cs"/>
              </a:rPr>
              <a:t>459,769K</a:t>
            </a:r>
            <a:endPar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
        <p:nvSpPr>
          <p:cNvPr id="261" name="Text Placeholder 3"/>
          <p:cNvSpPr txBox="1">
            <a:spLocks/>
          </p:cNvSpPr>
          <p:nvPr/>
        </p:nvSpPr>
        <p:spPr>
          <a:xfrm>
            <a:off x="2768277" y="4015120"/>
            <a:ext cx="1346523" cy="43088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700,769K</a:t>
            </a:r>
            <a:endPar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70"/>
                                        </p:tgtEl>
                                        <p:attrNameLst>
                                          <p:attrName>style.visibility</p:attrName>
                                        </p:attrNameLst>
                                      </p:cBhvr>
                                      <p:to>
                                        <p:strVal val="visible"/>
                                      </p:to>
                                    </p:set>
                                    <p:anim calcmode="lin" valueType="num">
                                      <p:cBhvr>
                                        <p:cTn id="7" dur="500" fill="hold"/>
                                        <p:tgtEl>
                                          <p:spTgt spid="170"/>
                                        </p:tgtEl>
                                        <p:attrNameLst>
                                          <p:attrName>ppt_w</p:attrName>
                                        </p:attrNameLst>
                                      </p:cBhvr>
                                      <p:tavLst>
                                        <p:tav tm="0">
                                          <p:val>
                                            <p:fltVal val="0"/>
                                          </p:val>
                                        </p:tav>
                                        <p:tav tm="100000">
                                          <p:val>
                                            <p:strVal val="#ppt_w"/>
                                          </p:val>
                                        </p:tav>
                                      </p:tavLst>
                                    </p:anim>
                                    <p:anim calcmode="lin" valueType="num">
                                      <p:cBhvr>
                                        <p:cTn id="8" dur="500" fill="hold"/>
                                        <p:tgtEl>
                                          <p:spTgt spid="170"/>
                                        </p:tgtEl>
                                        <p:attrNameLst>
                                          <p:attrName>ppt_h</p:attrName>
                                        </p:attrNameLst>
                                      </p:cBhvr>
                                      <p:tavLst>
                                        <p:tav tm="0">
                                          <p:val>
                                            <p:fltVal val="0"/>
                                          </p:val>
                                        </p:tav>
                                        <p:tav tm="100000">
                                          <p:val>
                                            <p:strVal val="#ppt_h"/>
                                          </p:val>
                                        </p:tav>
                                      </p:tavLst>
                                    </p:anim>
                                    <p:animEffect transition="in" filter="fade">
                                      <p:cBhvr>
                                        <p:cTn id="9" dur="500"/>
                                        <p:tgtEl>
                                          <p:spTgt spid="170"/>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35"/>
                                        </p:tgtEl>
                                        <p:attrNameLst>
                                          <p:attrName>style.visibility</p:attrName>
                                        </p:attrNameLst>
                                      </p:cBhvr>
                                      <p:to>
                                        <p:strVal val="visible"/>
                                      </p:to>
                                    </p:set>
                                    <p:animEffect transition="in" filter="wipe(left)">
                                      <p:cBhvr>
                                        <p:cTn id="13" dur="500"/>
                                        <p:tgtEl>
                                          <p:spTgt spid="235"/>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236"/>
                                        </p:tgtEl>
                                        <p:attrNameLst>
                                          <p:attrName>style.visibility</p:attrName>
                                        </p:attrNameLst>
                                      </p:cBhvr>
                                      <p:to>
                                        <p:strVal val="visible"/>
                                      </p:to>
                                    </p:set>
                                    <p:animEffect transition="in" filter="wipe(down)">
                                      <p:cBhvr>
                                        <p:cTn id="17" dur="500"/>
                                        <p:tgtEl>
                                          <p:spTgt spid="236"/>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34"/>
                                        </p:tgtEl>
                                        <p:attrNameLst>
                                          <p:attrName>style.visibility</p:attrName>
                                        </p:attrNameLst>
                                      </p:cBhvr>
                                      <p:to>
                                        <p:strVal val="visible"/>
                                      </p:to>
                                    </p:set>
                                    <p:animEffect transition="in" filter="wipe(left)">
                                      <p:cBhvr>
                                        <p:cTn id="21" dur="500"/>
                                        <p:tgtEl>
                                          <p:spTgt spid="234"/>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237"/>
                                        </p:tgtEl>
                                        <p:attrNameLst>
                                          <p:attrName>style.visibility</p:attrName>
                                        </p:attrNameLst>
                                      </p:cBhvr>
                                      <p:to>
                                        <p:strVal val="visible"/>
                                      </p:to>
                                    </p:set>
                                    <p:animEffect transition="in" filter="wipe(left)">
                                      <p:cBhvr>
                                        <p:cTn id="25" dur="500"/>
                                        <p:tgtEl>
                                          <p:spTgt spid="237"/>
                                        </p:tgtEl>
                                      </p:cBhvr>
                                    </p:animEffect>
                                  </p:childTnLst>
                                </p:cTn>
                              </p:par>
                            </p:childTnLst>
                          </p:cTn>
                        </p:par>
                        <p:par>
                          <p:cTn id="26" fill="hold">
                            <p:stCondLst>
                              <p:cond delay="2500"/>
                            </p:stCondLst>
                            <p:childTnLst>
                              <p:par>
                                <p:cTn id="27" presetID="12" presetClass="entr" presetSubtype="8" fill="hold" grpId="0" nodeType="afterEffect">
                                  <p:stCondLst>
                                    <p:cond delay="0"/>
                                  </p:stCondLst>
                                  <p:childTnLst>
                                    <p:set>
                                      <p:cBhvr>
                                        <p:cTn id="28" dur="1" fill="hold">
                                          <p:stCondLst>
                                            <p:cond delay="0"/>
                                          </p:stCondLst>
                                        </p:cTn>
                                        <p:tgtEl>
                                          <p:spTgt spid="252"/>
                                        </p:tgtEl>
                                        <p:attrNameLst>
                                          <p:attrName>style.visibility</p:attrName>
                                        </p:attrNameLst>
                                      </p:cBhvr>
                                      <p:to>
                                        <p:strVal val="visible"/>
                                      </p:to>
                                    </p:set>
                                    <p:animEffect transition="in" filter="slide(fromLeft)">
                                      <p:cBhvr>
                                        <p:cTn id="29" dur="500"/>
                                        <p:tgtEl>
                                          <p:spTgt spid="252"/>
                                        </p:tgtEl>
                                      </p:cBhvr>
                                    </p:animEffect>
                                  </p:childTnLst>
                                </p:cTn>
                              </p:par>
                            </p:childTnLst>
                          </p:cTn>
                        </p:par>
                        <p:par>
                          <p:cTn id="30" fill="hold">
                            <p:stCondLst>
                              <p:cond delay="3000"/>
                            </p:stCondLst>
                            <p:childTnLst>
                              <p:par>
                                <p:cTn id="31" presetID="53" presetClass="entr" presetSubtype="0" fill="hold" nodeType="afterEffect">
                                  <p:stCondLst>
                                    <p:cond delay="0"/>
                                  </p:stCondLst>
                                  <p:childTnLst>
                                    <p:set>
                                      <p:cBhvr>
                                        <p:cTn id="32" dur="1" fill="hold">
                                          <p:stCondLst>
                                            <p:cond delay="0"/>
                                          </p:stCondLst>
                                        </p:cTn>
                                        <p:tgtEl>
                                          <p:spTgt spid="253"/>
                                        </p:tgtEl>
                                        <p:attrNameLst>
                                          <p:attrName>style.visibility</p:attrName>
                                        </p:attrNameLst>
                                      </p:cBhvr>
                                      <p:to>
                                        <p:strVal val="visible"/>
                                      </p:to>
                                    </p:set>
                                    <p:anim calcmode="lin" valueType="num">
                                      <p:cBhvr>
                                        <p:cTn id="33" dur="500" fill="hold"/>
                                        <p:tgtEl>
                                          <p:spTgt spid="253"/>
                                        </p:tgtEl>
                                        <p:attrNameLst>
                                          <p:attrName>ppt_w</p:attrName>
                                        </p:attrNameLst>
                                      </p:cBhvr>
                                      <p:tavLst>
                                        <p:tav tm="0">
                                          <p:val>
                                            <p:fltVal val="0"/>
                                          </p:val>
                                        </p:tav>
                                        <p:tav tm="100000">
                                          <p:val>
                                            <p:strVal val="#ppt_w"/>
                                          </p:val>
                                        </p:tav>
                                      </p:tavLst>
                                    </p:anim>
                                    <p:anim calcmode="lin" valueType="num">
                                      <p:cBhvr>
                                        <p:cTn id="34" dur="500" fill="hold"/>
                                        <p:tgtEl>
                                          <p:spTgt spid="253"/>
                                        </p:tgtEl>
                                        <p:attrNameLst>
                                          <p:attrName>ppt_h</p:attrName>
                                        </p:attrNameLst>
                                      </p:cBhvr>
                                      <p:tavLst>
                                        <p:tav tm="0">
                                          <p:val>
                                            <p:fltVal val="0"/>
                                          </p:val>
                                        </p:tav>
                                        <p:tav tm="100000">
                                          <p:val>
                                            <p:strVal val="#ppt_h"/>
                                          </p:val>
                                        </p:tav>
                                      </p:tavLst>
                                    </p:anim>
                                    <p:animEffect transition="in" filter="fade">
                                      <p:cBhvr>
                                        <p:cTn id="35" dur="500"/>
                                        <p:tgtEl>
                                          <p:spTgt spid="253"/>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256"/>
                                        </p:tgtEl>
                                        <p:attrNameLst>
                                          <p:attrName>style.visibility</p:attrName>
                                        </p:attrNameLst>
                                      </p:cBhvr>
                                      <p:to>
                                        <p:strVal val="visible"/>
                                      </p:to>
                                    </p:set>
                                    <p:anim calcmode="lin" valueType="num">
                                      <p:cBhvr>
                                        <p:cTn id="39" dur="500" fill="hold"/>
                                        <p:tgtEl>
                                          <p:spTgt spid="256"/>
                                        </p:tgtEl>
                                        <p:attrNameLst>
                                          <p:attrName>ppt_w</p:attrName>
                                        </p:attrNameLst>
                                      </p:cBhvr>
                                      <p:tavLst>
                                        <p:tav tm="0">
                                          <p:val>
                                            <p:fltVal val="0"/>
                                          </p:val>
                                        </p:tav>
                                        <p:tav tm="100000">
                                          <p:val>
                                            <p:strVal val="#ppt_w"/>
                                          </p:val>
                                        </p:tav>
                                      </p:tavLst>
                                    </p:anim>
                                    <p:anim calcmode="lin" valueType="num">
                                      <p:cBhvr>
                                        <p:cTn id="40" dur="500" fill="hold"/>
                                        <p:tgtEl>
                                          <p:spTgt spid="256"/>
                                        </p:tgtEl>
                                        <p:attrNameLst>
                                          <p:attrName>ppt_h</p:attrName>
                                        </p:attrNameLst>
                                      </p:cBhvr>
                                      <p:tavLst>
                                        <p:tav tm="0">
                                          <p:val>
                                            <p:fltVal val="0"/>
                                          </p:val>
                                        </p:tav>
                                        <p:tav tm="100000">
                                          <p:val>
                                            <p:strVal val="#ppt_h"/>
                                          </p:val>
                                        </p:tav>
                                      </p:tavLst>
                                    </p:anim>
                                    <p:animEffect transition="in" filter="fade">
                                      <p:cBhvr>
                                        <p:cTn id="41" dur="500"/>
                                        <p:tgtEl>
                                          <p:spTgt spid="256"/>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260"/>
                                        </p:tgtEl>
                                        <p:attrNameLst>
                                          <p:attrName>style.visibility</p:attrName>
                                        </p:attrNameLst>
                                      </p:cBhvr>
                                      <p:to>
                                        <p:strVal val="visible"/>
                                      </p:to>
                                    </p:set>
                                    <p:animEffect transition="in" filter="wipe(left)">
                                      <p:cBhvr>
                                        <p:cTn id="45" dur="500"/>
                                        <p:tgtEl>
                                          <p:spTgt spid="260"/>
                                        </p:tgtEl>
                                      </p:cBhvr>
                                    </p:animEffect>
                                  </p:childTnLst>
                                </p:cTn>
                              </p:par>
                            </p:childTnLst>
                          </p:cTn>
                        </p:par>
                        <p:par>
                          <p:cTn id="46" fill="hold">
                            <p:stCondLst>
                              <p:cond delay="4500"/>
                            </p:stCondLst>
                            <p:childTnLst>
                              <p:par>
                                <p:cTn id="47" presetID="12" presetClass="entr" presetSubtype="8" fill="hold" grpId="0" nodeType="afterEffect">
                                  <p:stCondLst>
                                    <p:cond delay="0"/>
                                  </p:stCondLst>
                                  <p:childTnLst>
                                    <p:set>
                                      <p:cBhvr>
                                        <p:cTn id="48" dur="1" fill="hold">
                                          <p:stCondLst>
                                            <p:cond delay="0"/>
                                          </p:stCondLst>
                                        </p:cTn>
                                        <p:tgtEl>
                                          <p:spTgt spid="250"/>
                                        </p:tgtEl>
                                        <p:attrNameLst>
                                          <p:attrName>style.visibility</p:attrName>
                                        </p:attrNameLst>
                                      </p:cBhvr>
                                      <p:to>
                                        <p:strVal val="visible"/>
                                      </p:to>
                                    </p:set>
                                    <p:animEffect transition="in" filter="slide(fromLeft)">
                                      <p:cBhvr>
                                        <p:cTn id="49" dur="500"/>
                                        <p:tgtEl>
                                          <p:spTgt spid="250"/>
                                        </p:tgtEl>
                                      </p:cBhvr>
                                    </p:animEffect>
                                  </p:childTnLst>
                                </p:cTn>
                              </p:par>
                            </p:childTnLst>
                          </p:cTn>
                        </p:par>
                        <p:par>
                          <p:cTn id="50" fill="hold">
                            <p:stCondLst>
                              <p:cond delay="5000"/>
                            </p:stCondLst>
                            <p:childTnLst>
                              <p:par>
                                <p:cTn id="51" presetID="53" presetClass="entr" presetSubtype="0" fill="hold" nodeType="afterEffect">
                                  <p:stCondLst>
                                    <p:cond delay="0"/>
                                  </p:stCondLst>
                                  <p:childTnLst>
                                    <p:set>
                                      <p:cBhvr>
                                        <p:cTn id="52" dur="1" fill="hold">
                                          <p:stCondLst>
                                            <p:cond delay="0"/>
                                          </p:stCondLst>
                                        </p:cTn>
                                        <p:tgtEl>
                                          <p:spTgt spid="257"/>
                                        </p:tgtEl>
                                        <p:attrNameLst>
                                          <p:attrName>style.visibility</p:attrName>
                                        </p:attrNameLst>
                                      </p:cBhvr>
                                      <p:to>
                                        <p:strVal val="visible"/>
                                      </p:to>
                                    </p:set>
                                    <p:anim calcmode="lin" valueType="num">
                                      <p:cBhvr>
                                        <p:cTn id="53" dur="500" fill="hold"/>
                                        <p:tgtEl>
                                          <p:spTgt spid="257"/>
                                        </p:tgtEl>
                                        <p:attrNameLst>
                                          <p:attrName>ppt_w</p:attrName>
                                        </p:attrNameLst>
                                      </p:cBhvr>
                                      <p:tavLst>
                                        <p:tav tm="0">
                                          <p:val>
                                            <p:fltVal val="0"/>
                                          </p:val>
                                        </p:tav>
                                        <p:tav tm="100000">
                                          <p:val>
                                            <p:strVal val="#ppt_w"/>
                                          </p:val>
                                        </p:tav>
                                      </p:tavLst>
                                    </p:anim>
                                    <p:anim calcmode="lin" valueType="num">
                                      <p:cBhvr>
                                        <p:cTn id="54" dur="500" fill="hold"/>
                                        <p:tgtEl>
                                          <p:spTgt spid="257"/>
                                        </p:tgtEl>
                                        <p:attrNameLst>
                                          <p:attrName>ppt_h</p:attrName>
                                        </p:attrNameLst>
                                      </p:cBhvr>
                                      <p:tavLst>
                                        <p:tav tm="0">
                                          <p:val>
                                            <p:fltVal val="0"/>
                                          </p:val>
                                        </p:tav>
                                        <p:tav tm="100000">
                                          <p:val>
                                            <p:strVal val="#ppt_h"/>
                                          </p:val>
                                        </p:tav>
                                      </p:tavLst>
                                    </p:anim>
                                    <p:animEffect transition="in" filter="fade">
                                      <p:cBhvr>
                                        <p:cTn id="55" dur="500"/>
                                        <p:tgtEl>
                                          <p:spTgt spid="257"/>
                                        </p:tgtEl>
                                      </p:cBhvr>
                                    </p:animEffect>
                                  </p:childTnLst>
                                </p:cTn>
                              </p:par>
                            </p:childTnLst>
                          </p:cTn>
                        </p:par>
                        <p:par>
                          <p:cTn id="56" fill="hold">
                            <p:stCondLst>
                              <p:cond delay="5500"/>
                            </p:stCondLst>
                            <p:childTnLst>
                              <p:par>
                                <p:cTn id="57" presetID="53" presetClass="entr" presetSubtype="0" fill="hold" grpId="0" nodeType="afterEffect">
                                  <p:stCondLst>
                                    <p:cond delay="0"/>
                                  </p:stCondLst>
                                  <p:childTnLst>
                                    <p:set>
                                      <p:cBhvr>
                                        <p:cTn id="58" dur="1" fill="hold">
                                          <p:stCondLst>
                                            <p:cond delay="0"/>
                                          </p:stCondLst>
                                        </p:cTn>
                                        <p:tgtEl>
                                          <p:spTgt spid="251"/>
                                        </p:tgtEl>
                                        <p:attrNameLst>
                                          <p:attrName>style.visibility</p:attrName>
                                        </p:attrNameLst>
                                      </p:cBhvr>
                                      <p:to>
                                        <p:strVal val="visible"/>
                                      </p:to>
                                    </p:set>
                                    <p:anim calcmode="lin" valueType="num">
                                      <p:cBhvr>
                                        <p:cTn id="59" dur="500" fill="hold"/>
                                        <p:tgtEl>
                                          <p:spTgt spid="251"/>
                                        </p:tgtEl>
                                        <p:attrNameLst>
                                          <p:attrName>ppt_w</p:attrName>
                                        </p:attrNameLst>
                                      </p:cBhvr>
                                      <p:tavLst>
                                        <p:tav tm="0">
                                          <p:val>
                                            <p:fltVal val="0"/>
                                          </p:val>
                                        </p:tav>
                                        <p:tav tm="100000">
                                          <p:val>
                                            <p:strVal val="#ppt_w"/>
                                          </p:val>
                                        </p:tav>
                                      </p:tavLst>
                                    </p:anim>
                                    <p:anim calcmode="lin" valueType="num">
                                      <p:cBhvr>
                                        <p:cTn id="60" dur="500" fill="hold"/>
                                        <p:tgtEl>
                                          <p:spTgt spid="251"/>
                                        </p:tgtEl>
                                        <p:attrNameLst>
                                          <p:attrName>ppt_h</p:attrName>
                                        </p:attrNameLst>
                                      </p:cBhvr>
                                      <p:tavLst>
                                        <p:tav tm="0">
                                          <p:val>
                                            <p:fltVal val="0"/>
                                          </p:val>
                                        </p:tav>
                                        <p:tav tm="100000">
                                          <p:val>
                                            <p:strVal val="#ppt_h"/>
                                          </p:val>
                                        </p:tav>
                                      </p:tavLst>
                                    </p:anim>
                                    <p:animEffect transition="in" filter="fade">
                                      <p:cBhvr>
                                        <p:cTn id="61" dur="500"/>
                                        <p:tgtEl>
                                          <p:spTgt spid="251"/>
                                        </p:tgtEl>
                                      </p:cBhvr>
                                    </p:animEffect>
                                  </p:childTnLst>
                                </p:cTn>
                              </p:par>
                            </p:childTnLst>
                          </p:cTn>
                        </p:par>
                        <p:par>
                          <p:cTn id="62" fill="hold">
                            <p:stCondLst>
                              <p:cond delay="6000"/>
                            </p:stCondLst>
                            <p:childTnLst>
                              <p:par>
                                <p:cTn id="63" presetID="22" presetClass="entr" presetSubtype="8" fill="hold" grpId="0" nodeType="afterEffect">
                                  <p:stCondLst>
                                    <p:cond delay="0"/>
                                  </p:stCondLst>
                                  <p:childTnLst>
                                    <p:set>
                                      <p:cBhvr>
                                        <p:cTn id="64" dur="1" fill="hold">
                                          <p:stCondLst>
                                            <p:cond delay="0"/>
                                          </p:stCondLst>
                                        </p:cTn>
                                        <p:tgtEl>
                                          <p:spTgt spid="261"/>
                                        </p:tgtEl>
                                        <p:attrNameLst>
                                          <p:attrName>style.visibility</p:attrName>
                                        </p:attrNameLst>
                                      </p:cBhvr>
                                      <p:to>
                                        <p:strVal val="visible"/>
                                      </p:to>
                                    </p:set>
                                    <p:animEffect transition="in" filter="wipe(left)">
                                      <p:cBhvr>
                                        <p:cTn id="65" dur="500"/>
                                        <p:tgtEl>
                                          <p:spTgt spid="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 grpId="0"/>
      <p:bldP spid="235" grpId="0"/>
      <p:bldP spid="236" grpId="0"/>
      <p:bldP spid="237" grpId="0"/>
      <p:bldP spid="250" grpId="0" animBg="1"/>
      <p:bldP spid="251" grpId="0"/>
      <p:bldP spid="252" grpId="0" animBg="1"/>
      <p:bldP spid="256" grpId="0"/>
      <p:bldP spid="260" grpId="0"/>
      <p:bldP spid="261"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Europe Map infographic</a:t>
            </a:r>
            <a:endParaRPr lang="en-US" dirty="0"/>
          </a:p>
        </p:txBody>
      </p:sp>
      <p:sp>
        <p:nvSpPr>
          <p:cNvPr id="37" name="Text Placeholder 36"/>
          <p:cNvSpPr>
            <a:spLocks noGrp="1"/>
          </p:cNvSpPr>
          <p:nvPr>
            <p:ph type="body" sz="half" idx="2"/>
          </p:nvPr>
        </p:nvSpPr>
        <p:spPr/>
        <p:txBody>
          <a:bodyPr/>
          <a:lstStyle/>
          <a:p>
            <a:r>
              <a:rPr lang="en-US" dirty="0"/>
              <a:t>Maps Infographic Data Design</a:t>
            </a:r>
          </a:p>
        </p:txBody>
      </p:sp>
      <p:sp>
        <p:nvSpPr>
          <p:cNvPr id="80" name="Slide Number Placeholder 79"/>
          <p:cNvSpPr>
            <a:spLocks noGrp="1"/>
          </p:cNvSpPr>
          <p:nvPr>
            <p:ph type="sldNum" sz="quarter" idx="12"/>
          </p:nvPr>
        </p:nvSpPr>
        <p:spPr/>
        <p:txBody>
          <a:bodyPr/>
          <a:lstStyle/>
          <a:p>
            <a:fld id="{C136B7D2-B98C-44FD-8D04-7EC62A564975}" type="slidenum">
              <a:rPr lang="en-US" smtClean="0"/>
              <a:pPr/>
              <a:t>323</a:t>
            </a:fld>
            <a:endParaRPr lang="en-US" dirty="0"/>
          </a:p>
        </p:txBody>
      </p:sp>
      <p:grpSp>
        <p:nvGrpSpPr>
          <p:cNvPr id="130" name="Group 129"/>
          <p:cNvGrpSpPr/>
          <p:nvPr/>
        </p:nvGrpSpPr>
        <p:grpSpPr>
          <a:xfrm>
            <a:off x="4632325" y="344488"/>
            <a:ext cx="3911600" cy="4513262"/>
            <a:chOff x="4265613" y="296863"/>
            <a:chExt cx="3911600" cy="4513262"/>
          </a:xfrm>
        </p:grpSpPr>
        <p:sp>
          <p:nvSpPr>
            <p:cNvPr id="2053" name="Freeform 5"/>
            <p:cNvSpPr>
              <a:spLocks/>
            </p:cNvSpPr>
            <p:nvPr/>
          </p:nvSpPr>
          <p:spPr bwMode="auto">
            <a:xfrm>
              <a:off x="6683375" y="4768850"/>
              <a:ext cx="139700" cy="41275"/>
            </a:xfrm>
            <a:custGeom>
              <a:avLst/>
              <a:gdLst/>
              <a:ahLst/>
              <a:cxnLst>
                <a:cxn ang="0">
                  <a:pos x="54" y="19"/>
                </a:cxn>
                <a:cxn ang="0">
                  <a:pos x="34" y="12"/>
                </a:cxn>
                <a:cxn ang="0">
                  <a:pos x="7" y="5"/>
                </a:cxn>
                <a:cxn ang="0">
                  <a:pos x="32" y="2"/>
                </a:cxn>
                <a:cxn ang="0">
                  <a:pos x="100" y="20"/>
                </a:cxn>
                <a:cxn ang="0">
                  <a:pos x="54" y="19"/>
                </a:cxn>
              </a:cxnLst>
              <a:rect l="0" t="0" r="r" b="b"/>
              <a:pathLst>
                <a:path w="100" h="29">
                  <a:moveTo>
                    <a:pt x="54" y="19"/>
                  </a:moveTo>
                  <a:cubicBezTo>
                    <a:pt x="51" y="16"/>
                    <a:pt x="42" y="12"/>
                    <a:pt x="34" y="12"/>
                  </a:cubicBezTo>
                  <a:cubicBezTo>
                    <a:pt x="25" y="12"/>
                    <a:pt x="13" y="9"/>
                    <a:pt x="7" y="5"/>
                  </a:cubicBezTo>
                  <a:cubicBezTo>
                    <a:pt x="0" y="1"/>
                    <a:pt x="8" y="0"/>
                    <a:pt x="32" y="2"/>
                  </a:cubicBezTo>
                  <a:cubicBezTo>
                    <a:pt x="85" y="8"/>
                    <a:pt x="100" y="12"/>
                    <a:pt x="100" y="20"/>
                  </a:cubicBezTo>
                  <a:cubicBezTo>
                    <a:pt x="100" y="29"/>
                    <a:pt x="59" y="29"/>
                    <a:pt x="54" y="1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4" name="Freeform 6"/>
            <p:cNvSpPr>
              <a:spLocks/>
            </p:cNvSpPr>
            <p:nvPr/>
          </p:nvSpPr>
          <p:spPr bwMode="auto">
            <a:xfrm>
              <a:off x="6864350" y="4179888"/>
              <a:ext cx="1312863" cy="547687"/>
            </a:xfrm>
            <a:custGeom>
              <a:avLst/>
              <a:gdLst/>
              <a:ahLst/>
              <a:cxnLst>
                <a:cxn ang="0">
                  <a:pos x="504" y="358"/>
                </a:cxn>
                <a:cxn ang="0">
                  <a:pos x="462" y="345"/>
                </a:cxn>
                <a:cxn ang="0">
                  <a:pos x="355" y="380"/>
                </a:cxn>
                <a:cxn ang="0">
                  <a:pos x="229" y="330"/>
                </a:cxn>
                <a:cxn ang="0">
                  <a:pos x="170" y="374"/>
                </a:cxn>
                <a:cxn ang="0">
                  <a:pos x="136" y="340"/>
                </a:cxn>
                <a:cxn ang="0">
                  <a:pos x="88" y="320"/>
                </a:cxn>
                <a:cxn ang="0">
                  <a:pos x="59" y="298"/>
                </a:cxn>
                <a:cxn ang="0">
                  <a:pos x="57" y="270"/>
                </a:cxn>
                <a:cxn ang="0">
                  <a:pos x="35" y="249"/>
                </a:cxn>
                <a:cxn ang="0">
                  <a:pos x="43" y="232"/>
                </a:cxn>
                <a:cxn ang="0">
                  <a:pos x="39" y="192"/>
                </a:cxn>
                <a:cxn ang="0">
                  <a:pos x="23" y="163"/>
                </a:cxn>
                <a:cxn ang="0">
                  <a:pos x="114" y="112"/>
                </a:cxn>
                <a:cxn ang="0">
                  <a:pos x="168" y="94"/>
                </a:cxn>
                <a:cxn ang="0">
                  <a:pos x="150" y="63"/>
                </a:cxn>
                <a:cxn ang="0">
                  <a:pos x="261" y="60"/>
                </a:cxn>
                <a:cxn ang="0">
                  <a:pos x="437" y="3"/>
                </a:cxn>
                <a:cxn ang="0">
                  <a:pos x="490" y="26"/>
                </a:cxn>
                <a:cxn ang="0">
                  <a:pos x="525" y="53"/>
                </a:cxn>
                <a:cxn ang="0">
                  <a:pos x="651" y="71"/>
                </a:cxn>
                <a:cxn ang="0">
                  <a:pos x="771" y="53"/>
                </a:cxn>
                <a:cxn ang="0">
                  <a:pos x="871" y="61"/>
                </a:cxn>
                <a:cxn ang="0">
                  <a:pos x="885" y="111"/>
                </a:cxn>
                <a:cxn ang="0">
                  <a:pos x="914" y="137"/>
                </a:cxn>
                <a:cxn ang="0">
                  <a:pos x="917" y="168"/>
                </a:cxn>
                <a:cxn ang="0">
                  <a:pos x="921" y="263"/>
                </a:cxn>
                <a:cxn ang="0">
                  <a:pos x="938" y="294"/>
                </a:cxn>
                <a:cxn ang="0">
                  <a:pos x="839" y="310"/>
                </a:cxn>
                <a:cxn ang="0">
                  <a:pos x="811" y="309"/>
                </a:cxn>
                <a:cxn ang="0">
                  <a:pos x="707" y="330"/>
                </a:cxn>
                <a:cxn ang="0">
                  <a:pos x="589" y="336"/>
                </a:cxn>
                <a:cxn ang="0">
                  <a:pos x="528" y="338"/>
                </a:cxn>
                <a:cxn ang="0">
                  <a:pos x="515" y="380"/>
                </a:cxn>
              </a:cxnLst>
              <a:rect l="0" t="0" r="r" b="b"/>
              <a:pathLst>
                <a:path w="941" h="393">
                  <a:moveTo>
                    <a:pt x="497" y="382"/>
                  </a:moveTo>
                  <a:cubicBezTo>
                    <a:pt x="494" y="375"/>
                    <a:pt x="497" y="365"/>
                    <a:pt x="504" y="358"/>
                  </a:cubicBezTo>
                  <a:cubicBezTo>
                    <a:pt x="524" y="335"/>
                    <a:pt x="504" y="320"/>
                    <a:pt x="482" y="341"/>
                  </a:cubicBezTo>
                  <a:cubicBezTo>
                    <a:pt x="473" y="350"/>
                    <a:pt x="468" y="351"/>
                    <a:pt x="462" y="345"/>
                  </a:cubicBezTo>
                  <a:cubicBezTo>
                    <a:pt x="451" y="334"/>
                    <a:pt x="425" y="335"/>
                    <a:pt x="414" y="348"/>
                  </a:cubicBezTo>
                  <a:cubicBezTo>
                    <a:pt x="403" y="361"/>
                    <a:pt x="383" y="372"/>
                    <a:pt x="355" y="380"/>
                  </a:cubicBezTo>
                  <a:cubicBezTo>
                    <a:pt x="338" y="385"/>
                    <a:pt x="331" y="383"/>
                    <a:pt x="317" y="369"/>
                  </a:cubicBezTo>
                  <a:cubicBezTo>
                    <a:pt x="302" y="354"/>
                    <a:pt x="247" y="330"/>
                    <a:pt x="229" y="330"/>
                  </a:cubicBezTo>
                  <a:cubicBezTo>
                    <a:pt x="225" y="330"/>
                    <a:pt x="221" y="337"/>
                    <a:pt x="220" y="346"/>
                  </a:cubicBezTo>
                  <a:cubicBezTo>
                    <a:pt x="217" y="364"/>
                    <a:pt x="190" y="379"/>
                    <a:pt x="170" y="374"/>
                  </a:cubicBezTo>
                  <a:cubicBezTo>
                    <a:pt x="162" y="372"/>
                    <a:pt x="153" y="363"/>
                    <a:pt x="149" y="353"/>
                  </a:cubicBezTo>
                  <a:cubicBezTo>
                    <a:pt x="146" y="344"/>
                    <a:pt x="140" y="338"/>
                    <a:pt x="136" y="340"/>
                  </a:cubicBezTo>
                  <a:cubicBezTo>
                    <a:pt x="132" y="342"/>
                    <a:pt x="125" y="338"/>
                    <a:pt x="119" y="330"/>
                  </a:cubicBezTo>
                  <a:cubicBezTo>
                    <a:pt x="111" y="318"/>
                    <a:pt x="104" y="316"/>
                    <a:pt x="88" y="320"/>
                  </a:cubicBezTo>
                  <a:cubicBezTo>
                    <a:pt x="77" y="323"/>
                    <a:pt x="70" y="323"/>
                    <a:pt x="72" y="320"/>
                  </a:cubicBezTo>
                  <a:cubicBezTo>
                    <a:pt x="75" y="317"/>
                    <a:pt x="69" y="307"/>
                    <a:pt x="59" y="298"/>
                  </a:cubicBezTo>
                  <a:cubicBezTo>
                    <a:pt x="49" y="288"/>
                    <a:pt x="44" y="281"/>
                    <a:pt x="49" y="281"/>
                  </a:cubicBezTo>
                  <a:cubicBezTo>
                    <a:pt x="53" y="281"/>
                    <a:pt x="57" y="276"/>
                    <a:pt x="57" y="270"/>
                  </a:cubicBezTo>
                  <a:cubicBezTo>
                    <a:pt x="57" y="264"/>
                    <a:pt x="52" y="260"/>
                    <a:pt x="46" y="260"/>
                  </a:cubicBezTo>
                  <a:cubicBezTo>
                    <a:pt x="40" y="260"/>
                    <a:pt x="35" y="255"/>
                    <a:pt x="35" y="249"/>
                  </a:cubicBezTo>
                  <a:cubicBezTo>
                    <a:pt x="35" y="243"/>
                    <a:pt x="39" y="239"/>
                    <a:pt x="44" y="238"/>
                  </a:cubicBezTo>
                  <a:cubicBezTo>
                    <a:pt x="51" y="238"/>
                    <a:pt x="50" y="236"/>
                    <a:pt x="43" y="232"/>
                  </a:cubicBezTo>
                  <a:cubicBezTo>
                    <a:pt x="35" y="227"/>
                    <a:pt x="34" y="224"/>
                    <a:pt x="42" y="215"/>
                  </a:cubicBezTo>
                  <a:cubicBezTo>
                    <a:pt x="50" y="206"/>
                    <a:pt x="49" y="202"/>
                    <a:pt x="39" y="192"/>
                  </a:cubicBezTo>
                  <a:cubicBezTo>
                    <a:pt x="30" y="183"/>
                    <a:pt x="29" y="179"/>
                    <a:pt x="37" y="170"/>
                  </a:cubicBezTo>
                  <a:cubicBezTo>
                    <a:pt x="45" y="160"/>
                    <a:pt x="43" y="159"/>
                    <a:pt x="23" y="163"/>
                  </a:cubicBezTo>
                  <a:cubicBezTo>
                    <a:pt x="4" y="167"/>
                    <a:pt x="0" y="166"/>
                    <a:pt x="0" y="156"/>
                  </a:cubicBezTo>
                  <a:cubicBezTo>
                    <a:pt x="0" y="125"/>
                    <a:pt x="32" y="113"/>
                    <a:pt x="114" y="112"/>
                  </a:cubicBezTo>
                  <a:cubicBezTo>
                    <a:pt x="140" y="111"/>
                    <a:pt x="156" y="109"/>
                    <a:pt x="150" y="107"/>
                  </a:cubicBezTo>
                  <a:cubicBezTo>
                    <a:pt x="143" y="104"/>
                    <a:pt x="149" y="99"/>
                    <a:pt x="168" y="94"/>
                  </a:cubicBezTo>
                  <a:cubicBezTo>
                    <a:pt x="184" y="89"/>
                    <a:pt x="190" y="85"/>
                    <a:pt x="182" y="84"/>
                  </a:cubicBezTo>
                  <a:cubicBezTo>
                    <a:pt x="168" y="84"/>
                    <a:pt x="150" y="72"/>
                    <a:pt x="150" y="63"/>
                  </a:cubicBezTo>
                  <a:cubicBezTo>
                    <a:pt x="150" y="58"/>
                    <a:pt x="208" y="61"/>
                    <a:pt x="237" y="67"/>
                  </a:cubicBezTo>
                  <a:cubicBezTo>
                    <a:pt x="251" y="70"/>
                    <a:pt x="258" y="68"/>
                    <a:pt x="261" y="60"/>
                  </a:cubicBezTo>
                  <a:cubicBezTo>
                    <a:pt x="269" y="41"/>
                    <a:pt x="354" y="6"/>
                    <a:pt x="392" y="7"/>
                  </a:cubicBezTo>
                  <a:cubicBezTo>
                    <a:pt x="410" y="8"/>
                    <a:pt x="430" y="6"/>
                    <a:pt x="437" y="3"/>
                  </a:cubicBezTo>
                  <a:cubicBezTo>
                    <a:pt x="445" y="0"/>
                    <a:pt x="450" y="3"/>
                    <a:pt x="453" y="12"/>
                  </a:cubicBezTo>
                  <a:cubicBezTo>
                    <a:pt x="458" y="28"/>
                    <a:pt x="483" y="37"/>
                    <a:pt x="490" y="26"/>
                  </a:cubicBezTo>
                  <a:cubicBezTo>
                    <a:pt x="492" y="23"/>
                    <a:pt x="498" y="27"/>
                    <a:pt x="503" y="36"/>
                  </a:cubicBezTo>
                  <a:cubicBezTo>
                    <a:pt x="507" y="45"/>
                    <a:pt x="517" y="53"/>
                    <a:pt x="525" y="53"/>
                  </a:cubicBezTo>
                  <a:cubicBezTo>
                    <a:pt x="533" y="53"/>
                    <a:pt x="549" y="58"/>
                    <a:pt x="561" y="62"/>
                  </a:cubicBezTo>
                  <a:cubicBezTo>
                    <a:pt x="594" y="76"/>
                    <a:pt x="624" y="79"/>
                    <a:pt x="651" y="71"/>
                  </a:cubicBezTo>
                  <a:cubicBezTo>
                    <a:pt x="668" y="67"/>
                    <a:pt x="681" y="67"/>
                    <a:pt x="689" y="72"/>
                  </a:cubicBezTo>
                  <a:cubicBezTo>
                    <a:pt x="703" y="79"/>
                    <a:pt x="753" y="68"/>
                    <a:pt x="771" y="53"/>
                  </a:cubicBezTo>
                  <a:cubicBezTo>
                    <a:pt x="777" y="48"/>
                    <a:pt x="797" y="42"/>
                    <a:pt x="816" y="40"/>
                  </a:cubicBezTo>
                  <a:cubicBezTo>
                    <a:pt x="847" y="37"/>
                    <a:pt x="851" y="38"/>
                    <a:pt x="871" y="61"/>
                  </a:cubicBezTo>
                  <a:cubicBezTo>
                    <a:pt x="886" y="78"/>
                    <a:pt x="891" y="88"/>
                    <a:pt x="886" y="93"/>
                  </a:cubicBezTo>
                  <a:cubicBezTo>
                    <a:pt x="882" y="97"/>
                    <a:pt x="882" y="105"/>
                    <a:pt x="885" y="111"/>
                  </a:cubicBezTo>
                  <a:cubicBezTo>
                    <a:pt x="889" y="118"/>
                    <a:pt x="893" y="126"/>
                    <a:pt x="894" y="130"/>
                  </a:cubicBezTo>
                  <a:cubicBezTo>
                    <a:pt x="895" y="133"/>
                    <a:pt x="904" y="137"/>
                    <a:pt x="914" y="137"/>
                  </a:cubicBezTo>
                  <a:cubicBezTo>
                    <a:pt x="931" y="137"/>
                    <a:pt x="933" y="140"/>
                    <a:pt x="930" y="161"/>
                  </a:cubicBezTo>
                  <a:cubicBezTo>
                    <a:pt x="929" y="165"/>
                    <a:pt x="923" y="168"/>
                    <a:pt x="917" y="168"/>
                  </a:cubicBezTo>
                  <a:cubicBezTo>
                    <a:pt x="909" y="168"/>
                    <a:pt x="907" y="172"/>
                    <a:pt x="910" y="180"/>
                  </a:cubicBezTo>
                  <a:cubicBezTo>
                    <a:pt x="923" y="213"/>
                    <a:pt x="929" y="255"/>
                    <a:pt x="921" y="263"/>
                  </a:cubicBezTo>
                  <a:cubicBezTo>
                    <a:pt x="916" y="270"/>
                    <a:pt x="917" y="273"/>
                    <a:pt x="924" y="276"/>
                  </a:cubicBezTo>
                  <a:cubicBezTo>
                    <a:pt x="929" y="278"/>
                    <a:pt x="935" y="286"/>
                    <a:pt x="938" y="294"/>
                  </a:cubicBezTo>
                  <a:cubicBezTo>
                    <a:pt x="941" y="308"/>
                    <a:pt x="939" y="308"/>
                    <a:pt x="892" y="306"/>
                  </a:cubicBezTo>
                  <a:cubicBezTo>
                    <a:pt x="865" y="304"/>
                    <a:pt x="841" y="306"/>
                    <a:pt x="839" y="310"/>
                  </a:cubicBezTo>
                  <a:cubicBezTo>
                    <a:pt x="836" y="314"/>
                    <a:pt x="831" y="314"/>
                    <a:pt x="825" y="309"/>
                  </a:cubicBezTo>
                  <a:cubicBezTo>
                    <a:pt x="818" y="304"/>
                    <a:pt x="814" y="303"/>
                    <a:pt x="811" y="309"/>
                  </a:cubicBezTo>
                  <a:cubicBezTo>
                    <a:pt x="808" y="313"/>
                    <a:pt x="792" y="316"/>
                    <a:pt x="775" y="316"/>
                  </a:cubicBezTo>
                  <a:cubicBezTo>
                    <a:pt x="758" y="316"/>
                    <a:pt x="727" y="322"/>
                    <a:pt x="707" y="330"/>
                  </a:cubicBezTo>
                  <a:cubicBezTo>
                    <a:pt x="675" y="342"/>
                    <a:pt x="666" y="343"/>
                    <a:pt x="642" y="336"/>
                  </a:cubicBezTo>
                  <a:cubicBezTo>
                    <a:pt x="620" y="329"/>
                    <a:pt x="608" y="329"/>
                    <a:pt x="589" y="336"/>
                  </a:cubicBezTo>
                  <a:cubicBezTo>
                    <a:pt x="570" y="343"/>
                    <a:pt x="561" y="343"/>
                    <a:pt x="549" y="337"/>
                  </a:cubicBezTo>
                  <a:cubicBezTo>
                    <a:pt x="537" y="330"/>
                    <a:pt x="532" y="331"/>
                    <a:pt x="528" y="338"/>
                  </a:cubicBezTo>
                  <a:cubicBezTo>
                    <a:pt x="524" y="343"/>
                    <a:pt x="523" y="352"/>
                    <a:pt x="525" y="357"/>
                  </a:cubicBezTo>
                  <a:cubicBezTo>
                    <a:pt x="527" y="362"/>
                    <a:pt x="522" y="372"/>
                    <a:pt x="515" y="380"/>
                  </a:cubicBezTo>
                  <a:cubicBezTo>
                    <a:pt x="503" y="393"/>
                    <a:pt x="501" y="393"/>
                    <a:pt x="497" y="382"/>
                  </a:cubicBezTo>
                  <a:close/>
                </a:path>
              </a:pathLst>
            </a:custGeom>
            <a:solidFill>
              <a:schemeClr val="accent2"/>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5" name="Freeform 7"/>
            <p:cNvSpPr>
              <a:spLocks/>
            </p:cNvSpPr>
            <p:nvPr/>
          </p:nvSpPr>
          <p:spPr bwMode="auto">
            <a:xfrm>
              <a:off x="4341813" y="4017963"/>
              <a:ext cx="876300" cy="703262"/>
            </a:xfrm>
            <a:custGeom>
              <a:avLst/>
              <a:gdLst/>
              <a:ahLst/>
              <a:cxnLst>
                <a:cxn ang="0">
                  <a:pos x="174" y="497"/>
                </a:cxn>
                <a:cxn ang="0">
                  <a:pos x="151" y="463"/>
                </a:cxn>
                <a:cxn ang="0">
                  <a:pos x="114" y="426"/>
                </a:cxn>
                <a:cxn ang="0">
                  <a:pos x="105" y="386"/>
                </a:cxn>
                <a:cxn ang="0">
                  <a:pos x="108" y="361"/>
                </a:cxn>
                <a:cxn ang="0">
                  <a:pos x="110" y="332"/>
                </a:cxn>
                <a:cxn ang="0">
                  <a:pos x="110" y="301"/>
                </a:cxn>
                <a:cxn ang="0">
                  <a:pos x="111" y="273"/>
                </a:cxn>
                <a:cxn ang="0">
                  <a:pos x="119" y="248"/>
                </a:cxn>
                <a:cxn ang="0">
                  <a:pos x="123" y="231"/>
                </a:cxn>
                <a:cxn ang="0">
                  <a:pos x="127" y="208"/>
                </a:cxn>
                <a:cxn ang="0">
                  <a:pos x="142" y="168"/>
                </a:cxn>
                <a:cxn ang="0">
                  <a:pos x="150" y="145"/>
                </a:cxn>
                <a:cxn ang="0">
                  <a:pos x="143" y="129"/>
                </a:cxn>
                <a:cxn ang="0">
                  <a:pos x="123" y="116"/>
                </a:cxn>
                <a:cxn ang="0">
                  <a:pos x="96" y="122"/>
                </a:cxn>
                <a:cxn ang="0">
                  <a:pos x="57" y="115"/>
                </a:cxn>
                <a:cxn ang="0">
                  <a:pos x="39" y="113"/>
                </a:cxn>
                <a:cxn ang="0">
                  <a:pos x="21" y="100"/>
                </a:cxn>
                <a:cxn ang="0">
                  <a:pos x="10" y="68"/>
                </a:cxn>
                <a:cxn ang="0">
                  <a:pos x="7" y="42"/>
                </a:cxn>
                <a:cxn ang="0">
                  <a:pos x="22" y="35"/>
                </a:cxn>
                <a:cxn ang="0">
                  <a:pos x="50" y="20"/>
                </a:cxn>
                <a:cxn ang="0">
                  <a:pos x="97" y="10"/>
                </a:cxn>
                <a:cxn ang="0">
                  <a:pos x="142" y="16"/>
                </a:cxn>
                <a:cxn ang="0">
                  <a:pos x="190" y="20"/>
                </a:cxn>
                <a:cxn ang="0">
                  <a:pos x="271" y="29"/>
                </a:cxn>
                <a:cxn ang="0">
                  <a:pos x="392" y="44"/>
                </a:cxn>
                <a:cxn ang="0">
                  <a:pos x="479" y="72"/>
                </a:cxn>
                <a:cxn ang="0">
                  <a:pos x="543" y="85"/>
                </a:cxn>
                <a:cxn ang="0">
                  <a:pos x="553" y="92"/>
                </a:cxn>
                <a:cxn ang="0">
                  <a:pos x="567" y="93"/>
                </a:cxn>
                <a:cxn ang="0">
                  <a:pos x="614" y="94"/>
                </a:cxn>
                <a:cxn ang="0">
                  <a:pos x="622" y="87"/>
                </a:cxn>
                <a:cxn ang="0">
                  <a:pos x="629" y="107"/>
                </a:cxn>
                <a:cxn ang="0">
                  <a:pos x="544" y="171"/>
                </a:cxn>
                <a:cxn ang="0">
                  <a:pos x="509" y="192"/>
                </a:cxn>
                <a:cxn ang="0">
                  <a:pos x="476" y="244"/>
                </a:cxn>
                <a:cxn ang="0">
                  <a:pos x="447" y="284"/>
                </a:cxn>
                <a:cxn ang="0">
                  <a:pos x="459" y="308"/>
                </a:cxn>
                <a:cxn ang="0">
                  <a:pos x="450" y="355"/>
                </a:cxn>
                <a:cxn ang="0">
                  <a:pos x="429" y="390"/>
                </a:cxn>
                <a:cxn ang="0">
                  <a:pos x="415" y="404"/>
                </a:cxn>
                <a:cxn ang="0">
                  <a:pos x="380" y="429"/>
                </a:cxn>
                <a:cxn ang="0">
                  <a:pos x="324" y="455"/>
                </a:cxn>
                <a:cxn ang="0">
                  <a:pos x="248" y="462"/>
                </a:cxn>
                <a:cxn ang="0">
                  <a:pos x="198" y="486"/>
                </a:cxn>
                <a:cxn ang="0">
                  <a:pos x="174" y="497"/>
                </a:cxn>
              </a:cxnLst>
              <a:rect l="0" t="0" r="r" b="b"/>
              <a:pathLst>
                <a:path w="629" h="505">
                  <a:moveTo>
                    <a:pt x="174" y="497"/>
                  </a:moveTo>
                  <a:cubicBezTo>
                    <a:pt x="170" y="494"/>
                    <a:pt x="159" y="479"/>
                    <a:pt x="151" y="463"/>
                  </a:cubicBezTo>
                  <a:cubicBezTo>
                    <a:pt x="141" y="443"/>
                    <a:pt x="129" y="431"/>
                    <a:pt x="114" y="426"/>
                  </a:cubicBezTo>
                  <a:cubicBezTo>
                    <a:pt x="90" y="418"/>
                    <a:pt x="87" y="404"/>
                    <a:pt x="105" y="386"/>
                  </a:cubicBezTo>
                  <a:cubicBezTo>
                    <a:pt x="115" y="376"/>
                    <a:pt x="115" y="372"/>
                    <a:pt x="108" y="361"/>
                  </a:cubicBezTo>
                  <a:cubicBezTo>
                    <a:pt x="101" y="350"/>
                    <a:pt x="102" y="344"/>
                    <a:pt x="110" y="332"/>
                  </a:cubicBezTo>
                  <a:cubicBezTo>
                    <a:pt x="119" y="319"/>
                    <a:pt x="119" y="316"/>
                    <a:pt x="110" y="301"/>
                  </a:cubicBezTo>
                  <a:cubicBezTo>
                    <a:pt x="100" y="286"/>
                    <a:pt x="100" y="284"/>
                    <a:pt x="111" y="273"/>
                  </a:cubicBezTo>
                  <a:cubicBezTo>
                    <a:pt x="117" y="266"/>
                    <a:pt x="121" y="255"/>
                    <a:pt x="119" y="248"/>
                  </a:cubicBezTo>
                  <a:cubicBezTo>
                    <a:pt x="117" y="241"/>
                    <a:pt x="119" y="233"/>
                    <a:pt x="123" y="231"/>
                  </a:cubicBezTo>
                  <a:cubicBezTo>
                    <a:pt x="126" y="229"/>
                    <a:pt x="129" y="218"/>
                    <a:pt x="127" y="208"/>
                  </a:cubicBezTo>
                  <a:cubicBezTo>
                    <a:pt x="126" y="196"/>
                    <a:pt x="132" y="181"/>
                    <a:pt x="142" y="168"/>
                  </a:cubicBezTo>
                  <a:cubicBezTo>
                    <a:pt x="151" y="156"/>
                    <a:pt x="155" y="146"/>
                    <a:pt x="150" y="145"/>
                  </a:cubicBezTo>
                  <a:cubicBezTo>
                    <a:pt x="146" y="144"/>
                    <a:pt x="143" y="136"/>
                    <a:pt x="143" y="129"/>
                  </a:cubicBezTo>
                  <a:cubicBezTo>
                    <a:pt x="143" y="119"/>
                    <a:pt x="138" y="116"/>
                    <a:pt x="123" y="116"/>
                  </a:cubicBezTo>
                  <a:cubicBezTo>
                    <a:pt x="112" y="116"/>
                    <a:pt x="100" y="119"/>
                    <a:pt x="96" y="122"/>
                  </a:cubicBezTo>
                  <a:cubicBezTo>
                    <a:pt x="88" y="130"/>
                    <a:pt x="57" y="124"/>
                    <a:pt x="57" y="115"/>
                  </a:cubicBezTo>
                  <a:cubicBezTo>
                    <a:pt x="57" y="111"/>
                    <a:pt x="49" y="110"/>
                    <a:pt x="39" y="113"/>
                  </a:cubicBezTo>
                  <a:cubicBezTo>
                    <a:pt x="24" y="116"/>
                    <a:pt x="21" y="115"/>
                    <a:pt x="21" y="100"/>
                  </a:cubicBezTo>
                  <a:cubicBezTo>
                    <a:pt x="21" y="91"/>
                    <a:pt x="16" y="76"/>
                    <a:pt x="10" y="68"/>
                  </a:cubicBezTo>
                  <a:cubicBezTo>
                    <a:pt x="1" y="55"/>
                    <a:pt x="0" y="50"/>
                    <a:pt x="7" y="42"/>
                  </a:cubicBezTo>
                  <a:cubicBezTo>
                    <a:pt x="12" y="36"/>
                    <a:pt x="18" y="33"/>
                    <a:pt x="22" y="35"/>
                  </a:cubicBezTo>
                  <a:cubicBezTo>
                    <a:pt x="31" y="40"/>
                    <a:pt x="50" y="31"/>
                    <a:pt x="50" y="20"/>
                  </a:cubicBezTo>
                  <a:cubicBezTo>
                    <a:pt x="50" y="7"/>
                    <a:pt x="83" y="0"/>
                    <a:pt x="97" y="10"/>
                  </a:cubicBezTo>
                  <a:cubicBezTo>
                    <a:pt x="103" y="16"/>
                    <a:pt x="120" y="18"/>
                    <a:pt x="142" y="16"/>
                  </a:cubicBezTo>
                  <a:cubicBezTo>
                    <a:pt x="161" y="14"/>
                    <a:pt x="183" y="16"/>
                    <a:pt x="190" y="20"/>
                  </a:cubicBezTo>
                  <a:cubicBezTo>
                    <a:pt x="198" y="24"/>
                    <a:pt x="234" y="28"/>
                    <a:pt x="271" y="29"/>
                  </a:cubicBezTo>
                  <a:cubicBezTo>
                    <a:pt x="355" y="31"/>
                    <a:pt x="386" y="35"/>
                    <a:pt x="392" y="44"/>
                  </a:cubicBezTo>
                  <a:cubicBezTo>
                    <a:pt x="402" y="59"/>
                    <a:pt x="442" y="72"/>
                    <a:pt x="479" y="72"/>
                  </a:cubicBezTo>
                  <a:cubicBezTo>
                    <a:pt x="539" y="72"/>
                    <a:pt x="543" y="73"/>
                    <a:pt x="543" y="85"/>
                  </a:cubicBezTo>
                  <a:cubicBezTo>
                    <a:pt x="543" y="92"/>
                    <a:pt x="547" y="95"/>
                    <a:pt x="553" y="92"/>
                  </a:cubicBezTo>
                  <a:cubicBezTo>
                    <a:pt x="558" y="90"/>
                    <a:pt x="565" y="90"/>
                    <a:pt x="567" y="93"/>
                  </a:cubicBezTo>
                  <a:cubicBezTo>
                    <a:pt x="575" y="100"/>
                    <a:pt x="614" y="102"/>
                    <a:pt x="614" y="94"/>
                  </a:cubicBezTo>
                  <a:cubicBezTo>
                    <a:pt x="614" y="91"/>
                    <a:pt x="618" y="87"/>
                    <a:pt x="622" y="87"/>
                  </a:cubicBezTo>
                  <a:cubicBezTo>
                    <a:pt x="625" y="87"/>
                    <a:pt x="629" y="96"/>
                    <a:pt x="629" y="107"/>
                  </a:cubicBezTo>
                  <a:cubicBezTo>
                    <a:pt x="629" y="130"/>
                    <a:pt x="595" y="156"/>
                    <a:pt x="544" y="171"/>
                  </a:cubicBezTo>
                  <a:cubicBezTo>
                    <a:pt x="527" y="176"/>
                    <a:pt x="512" y="185"/>
                    <a:pt x="509" y="192"/>
                  </a:cubicBezTo>
                  <a:cubicBezTo>
                    <a:pt x="507" y="198"/>
                    <a:pt x="492" y="222"/>
                    <a:pt x="476" y="244"/>
                  </a:cubicBezTo>
                  <a:cubicBezTo>
                    <a:pt x="447" y="284"/>
                    <a:pt x="447" y="284"/>
                    <a:pt x="447" y="284"/>
                  </a:cubicBezTo>
                  <a:cubicBezTo>
                    <a:pt x="459" y="308"/>
                    <a:pt x="459" y="308"/>
                    <a:pt x="459" y="308"/>
                  </a:cubicBezTo>
                  <a:cubicBezTo>
                    <a:pt x="471" y="332"/>
                    <a:pt x="471" y="333"/>
                    <a:pt x="450" y="355"/>
                  </a:cubicBezTo>
                  <a:cubicBezTo>
                    <a:pt x="438" y="367"/>
                    <a:pt x="429" y="383"/>
                    <a:pt x="429" y="390"/>
                  </a:cubicBezTo>
                  <a:cubicBezTo>
                    <a:pt x="429" y="399"/>
                    <a:pt x="424" y="404"/>
                    <a:pt x="415" y="404"/>
                  </a:cubicBezTo>
                  <a:cubicBezTo>
                    <a:pt x="407" y="404"/>
                    <a:pt x="391" y="415"/>
                    <a:pt x="380" y="429"/>
                  </a:cubicBezTo>
                  <a:cubicBezTo>
                    <a:pt x="360" y="453"/>
                    <a:pt x="355" y="455"/>
                    <a:pt x="324" y="455"/>
                  </a:cubicBezTo>
                  <a:cubicBezTo>
                    <a:pt x="305" y="455"/>
                    <a:pt x="271" y="458"/>
                    <a:pt x="248" y="462"/>
                  </a:cubicBezTo>
                  <a:cubicBezTo>
                    <a:pt x="215" y="468"/>
                    <a:pt x="204" y="473"/>
                    <a:pt x="198" y="486"/>
                  </a:cubicBezTo>
                  <a:cubicBezTo>
                    <a:pt x="190" y="503"/>
                    <a:pt x="187" y="505"/>
                    <a:pt x="174" y="497"/>
                  </a:cubicBezTo>
                  <a:close/>
                </a:path>
              </a:pathLst>
            </a:custGeom>
            <a:solidFill>
              <a:schemeClr val="accent1"/>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6" name="Freeform 8"/>
            <p:cNvSpPr>
              <a:spLocks/>
            </p:cNvSpPr>
            <p:nvPr/>
          </p:nvSpPr>
          <p:spPr bwMode="auto">
            <a:xfrm>
              <a:off x="6505575" y="4522788"/>
              <a:ext cx="168275" cy="160337"/>
            </a:xfrm>
            <a:custGeom>
              <a:avLst/>
              <a:gdLst/>
              <a:ahLst/>
              <a:cxnLst>
                <a:cxn ang="0">
                  <a:pos x="56" y="96"/>
                </a:cxn>
                <a:cxn ang="0">
                  <a:pos x="38" y="84"/>
                </a:cxn>
                <a:cxn ang="0">
                  <a:pos x="29" y="65"/>
                </a:cxn>
                <a:cxn ang="0">
                  <a:pos x="18" y="42"/>
                </a:cxn>
                <a:cxn ang="0">
                  <a:pos x="0" y="26"/>
                </a:cxn>
                <a:cxn ang="0">
                  <a:pos x="15" y="13"/>
                </a:cxn>
                <a:cxn ang="0">
                  <a:pos x="38" y="0"/>
                </a:cxn>
                <a:cxn ang="0">
                  <a:pos x="102" y="39"/>
                </a:cxn>
                <a:cxn ang="0">
                  <a:pos x="114" y="45"/>
                </a:cxn>
                <a:cxn ang="0">
                  <a:pos x="121" y="48"/>
                </a:cxn>
                <a:cxn ang="0">
                  <a:pos x="92" y="49"/>
                </a:cxn>
                <a:cxn ang="0">
                  <a:pos x="88" y="69"/>
                </a:cxn>
                <a:cxn ang="0">
                  <a:pos x="81" y="97"/>
                </a:cxn>
                <a:cxn ang="0">
                  <a:pos x="71" y="102"/>
                </a:cxn>
                <a:cxn ang="0">
                  <a:pos x="56" y="96"/>
                </a:cxn>
              </a:cxnLst>
              <a:rect l="0" t="0" r="r" b="b"/>
              <a:pathLst>
                <a:path w="121" h="115">
                  <a:moveTo>
                    <a:pt x="56" y="96"/>
                  </a:moveTo>
                  <a:cubicBezTo>
                    <a:pt x="50" y="82"/>
                    <a:pt x="45" y="79"/>
                    <a:pt x="38" y="84"/>
                  </a:cubicBezTo>
                  <a:cubicBezTo>
                    <a:pt x="28" y="93"/>
                    <a:pt x="19" y="75"/>
                    <a:pt x="29" y="65"/>
                  </a:cubicBezTo>
                  <a:cubicBezTo>
                    <a:pt x="33" y="61"/>
                    <a:pt x="29" y="52"/>
                    <a:pt x="18" y="42"/>
                  </a:cubicBezTo>
                  <a:cubicBezTo>
                    <a:pt x="0" y="26"/>
                    <a:pt x="0" y="26"/>
                    <a:pt x="0" y="26"/>
                  </a:cubicBezTo>
                  <a:cubicBezTo>
                    <a:pt x="15" y="13"/>
                    <a:pt x="15" y="13"/>
                    <a:pt x="15" y="13"/>
                  </a:cubicBezTo>
                  <a:cubicBezTo>
                    <a:pt x="23" y="5"/>
                    <a:pt x="34" y="0"/>
                    <a:pt x="38" y="0"/>
                  </a:cubicBezTo>
                  <a:cubicBezTo>
                    <a:pt x="50" y="0"/>
                    <a:pt x="95" y="28"/>
                    <a:pt x="102" y="39"/>
                  </a:cubicBezTo>
                  <a:cubicBezTo>
                    <a:pt x="105" y="45"/>
                    <a:pt x="111" y="47"/>
                    <a:pt x="114" y="45"/>
                  </a:cubicBezTo>
                  <a:cubicBezTo>
                    <a:pt x="118" y="43"/>
                    <a:pt x="121" y="44"/>
                    <a:pt x="121" y="48"/>
                  </a:cubicBezTo>
                  <a:cubicBezTo>
                    <a:pt x="121" y="58"/>
                    <a:pt x="110" y="58"/>
                    <a:pt x="92" y="49"/>
                  </a:cubicBezTo>
                  <a:cubicBezTo>
                    <a:pt x="75" y="40"/>
                    <a:pt x="75" y="43"/>
                    <a:pt x="88" y="69"/>
                  </a:cubicBezTo>
                  <a:cubicBezTo>
                    <a:pt x="99" y="89"/>
                    <a:pt x="93" y="115"/>
                    <a:pt x="81" y="97"/>
                  </a:cubicBezTo>
                  <a:cubicBezTo>
                    <a:pt x="77" y="91"/>
                    <a:pt x="74" y="92"/>
                    <a:pt x="71" y="102"/>
                  </a:cubicBezTo>
                  <a:cubicBezTo>
                    <a:pt x="66" y="114"/>
                    <a:pt x="65" y="114"/>
                    <a:pt x="56" y="9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7" name="Freeform 9"/>
            <p:cNvSpPr>
              <a:spLocks/>
            </p:cNvSpPr>
            <p:nvPr/>
          </p:nvSpPr>
          <p:spPr bwMode="auto">
            <a:xfrm>
              <a:off x="5888038" y="4535488"/>
              <a:ext cx="209550" cy="141287"/>
            </a:xfrm>
            <a:custGeom>
              <a:avLst/>
              <a:gdLst/>
              <a:ahLst/>
              <a:cxnLst>
                <a:cxn ang="0">
                  <a:pos x="104" y="75"/>
                </a:cxn>
                <a:cxn ang="0">
                  <a:pos x="81" y="61"/>
                </a:cxn>
                <a:cxn ang="0">
                  <a:pos x="4" y="14"/>
                </a:cxn>
                <a:cxn ang="0">
                  <a:pos x="16" y="9"/>
                </a:cxn>
                <a:cxn ang="0">
                  <a:pos x="30" y="5"/>
                </a:cxn>
                <a:cxn ang="0">
                  <a:pos x="51" y="5"/>
                </a:cxn>
                <a:cxn ang="0">
                  <a:pos x="107" y="6"/>
                </a:cxn>
                <a:cxn ang="0">
                  <a:pos x="148" y="4"/>
                </a:cxn>
                <a:cxn ang="0">
                  <a:pos x="138" y="26"/>
                </a:cxn>
                <a:cxn ang="0">
                  <a:pos x="135" y="55"/>
                </a:cxn>
                <a:cxn ang="0">
                  <a:pos x="104" y="75"/>
                </a:cxn>
              </a:cxnLst>
              <a:rect l="0" t="0" r="r" b="b"/>
              <a:pathLst>
                <a:path w="150" h="102">
                  <a:moveTo>
                    <a:pt x="104" y="75"/>
                  </a:moveTo>
                  <a:cubicBezTo>
                    <a:pt x="99" y="67"/>
                    <a:pt x="89" y="61"/>
                    <a:pt x="81" y="61"/>
                  </a:cubicBezTo>
                  <a:cubicBezTo>
                    <a:pt x="60" y="61"/>
                    <a:pt x="0" y="24"/>
                    <a:pt x="4" y="14"/>
                  </a:cubicBezTo>
                  <a:cubicBezTo>
                    <a:pt x="5" y="9"/>
                    <a:pt x="11" y="7"/>
                    <a:pt x="16" y="9"/>
                  </a:cubicBezTo>
                  <a:cubicBezTo>
                    <a:pt x="21" y="11"/>
                    <a:pt x="28" y="9"/>
                    <a:pt x="30" y="5"/>
                  </a:cubicBezTo>
                  <a:cubicBezTo>
                    <a:pt x="33" y="0"/>
                    <a:pt x="40" y="0"/>
                    <a:pt x="51" y="5"/>
                  </a:cubicBezTo>
                  <a:cubicBezTo>
                    <a:pt x="61" y="10"/>
                    <a:pt x="81" y="10"/>
                    <a:pt x="107" y="6"/>
                  </a:cubicBezTo>
                  <a:cubicBezTo>
                    <a:pt x="130" y="3"/>
                    <a:pt x="148" y="2"/>
                    <a:pt x="148" y="4"/>
                  </a:cubicBezTo>
                  <a:cubicBezTo>
                    <a:pt x="148" y="6"/>
                    <a:pt x="144" y="16"/>
                    <a:pt x="138" y="26"/>
                  </a:cubicBezTo>
                  <a:cubicBezTo>
                    <a:pt x="132" y="37"/>
                    <a:pt x="131" y="47"/>
                    <a:pt x="135" y="55"/>
                  </a:cubicBezTo>
                  <a:cubicBezTo>
                    <a:pt x="150" y="83"/>
                    <a:pt x="121" y="102"/>
                    <a:pt x="104" y="7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8" name="Freeform 10"/>
            <p:cNvSpPr>
              <a:spLocks/>
            </p:cNvSpPr>
            <p:nvPr/>
          </p:nvSpPr>
          <p:spPr bwMode="auto">
            <a:xfrm>
              <a:off x="4327525" y="4181475"/>
              <a:ext cx="222250" cy="452437"/>
            </a:xfrm>
            <a:custGeom>
              <a:avLst/>
              <a:gdLst/>
              <a:ahLst/>
              <a:cxnLst>
                <a:cxn ang="0">
                  <a:pos x="52" y="316"/>
                </a:cxn>
                <a:cxn ang="0">
                  <a:pos x="36" y="278"/>
                </a:cxn>
                <a:cxn ang="0">
                  <a:pos x="41" y="238"/>
                </a:cxn>
                <a:cxn ang="0">
                  <a:pos x="11" y="214"/>
                </a:cxn>
                <a:cxn ang="0">
                  <a:pos x="12" y="177"/>
                </a:cxn>
                <a:cxn ang="0">
                  <a:pos x="38" y="39"/>
                </a:cxn>
                <a:cxn ang="0">
                  <a:pos x="46" y="3"/>
                </a:cxn>
                <a:cxn ang="0">
                  <a:pos x="60" y="7"/>
                </a:cxn>
                <a:cxn ang="0">
                  <a:pos x="85" y="16"/>
                </a:cxn>
                <a:cxn ang="0">
                  <a:pos x="110" y="11"/>
                </a:cxn>
                <a:cxn ang="0">
                  <a:pos x="127" y="5"/>
                </a:cxn>
                <a:cxn ang="0">
                  <a:pos x="141" y="55"/>
                </a:cxn>
                <a:cxn ang="0">
                  <a:pos x="130" y="89"/>
                </a:cxn>
                <a:cxn ang="0">
                  <a:pos x="125" y="113"/>
                </a:cxn>
                <a:cxn ang="0">
                  <a:pos x="122" y="132"/>
                </a:cxn>
                <a:cxn ang="0">
                  <a:pos x="111" y="150"/>
                </a:cxn>
                <a:cxn ang="0">
                  <a:pos x="95" y="154"/>
                </a:cxn>
                <a:cxn ang="0">
                  <a:pos x="109" y="177"/>
                </a:cxn>
                <a:cxn ang="0">
                  <a:pos x="112" y="215"/>
                </a:cxn>
                <a:cxn ang="0">
                  <a:pos x="110" y="240"/>
                </a:cxn>
                <a:cxn ang="0">
                  <a:pos x="106" y="268"/>
                </a:cxn>
                <a:cxn ang="0">
                  <a:pos x="98" y="296"/>
                </a:cxn>
                <a:cxn ang="0">
                  <a:pos x="73" y="320"/>
                </a:cxn>
                <a:cxn ang="0">
                  <a:pos x="52" y="316"/>
                </a:cxn>
              </a:cxnLst>
              <a:rect l="0" t="0" r="r" b="b"/>
              <a:pathLst>
                <a:path w="159" h="324">
                  <a:moveTo>
                    <a:pt x="52" y="316"/>
                  </a:moveTo>
                  <a:cubicBezTo>
                    <a:pt x="35" y="313"/>
                    <a:pt x="34" y="311"/>
                    <a:pt x="36" y="278"/>
                  </a:cubicBezTo>
                  <a:cubicBezTo>
                    <a:pt x="37" y="259"/>
                    <a:pt x="40" y="241"/>
                    <a:pt x="41" y="238"/>
                  </a:cubicBezTo>
                  <a:cubicBezTo>
                    <a:pt x="46" y="230"/>
                    <a:pt x="22" y="210"/>
                    <a:pt x="11" y="214"/>
                  </a:cubicBezTo>
                  <a:cubicBezTo>
                    <a:pt x="0" y="218"/>
                    <a:pt x="0" y="194"/>
                    <a:pt x="12" y="177"/>
                  </a:cubicBezTo>
                  <a:cubicBezTo>
                    <a:pt x="30" y="152"/>
                    <a:pt x="46" y="65"/>
                    <a:pt x="38" y="39"/>
                  </a:cubicBezTo>
                  <a:cubicBezTo>
                    <a:pt x="29" y="7"/>
                    <a:pt x="29" y="7"/>
                    <a:pt x="46" y="3"/>
                  </a:cubicBezTo>
                  <a:cubicBezTo>
                    <a:pt x="54" y="0"/>
                    <a:pt x="60" y="2"/>
                    <a:pt x="60" y="7"/>
                  </a:cubicBezTo>
                  <a:cubicBezTo>
                    <a:pt x="60" y="12"/>
                    <a:pt x="71" y="16"/>
                    <a:pt x="85" y="16"/>
                  </a:cubicBezTo>
                  <a:cubicBezTo>
                    <a:pt x="99" y="17"/>
                    <a:pt x="110" y="15"/>
                    <a:pt x="110" y="11"/>
                  </a:cubicBezTo>
                  <a:cubicBezTo>
                    <a:pt x="110" y="8"/>
                    <a:pt x="118" y="5"/>
                    <a:pt x="127" y="5"/>
                  </a:cubicBezTo>
                  <a:cubicBezTo>
                    <a:pt x="150" y="5"/>
                    <a:pt x="159" y="36"/>
                    <a:pt x="141" y="55"/>
                  </a:cubicBezTo>
                  <a:cubicBezTo>
                    <a:pt x="133" y="63"/>
                    <a:pt x="129" y="77"/>
                    <a:pt x="130" y="89"/>
                  </a:cubicBezTo>
                  <a:cubicBezTo>
                    <a:pt x="131" y="100"/>
                    <a:pt x="129" y="111"/>
                    <a:pt x="125" y="113"/>
                  </a:cubicBezTo>
                  <a:cubicBezTo>
                    <a:pt x="122" y="115"/>
                    <a:pt x="120" y="124"/>
                    <a:pt x="122" y="132"/>
                  </a:cubicBezTo>
                  <a:cubicBezTo>
                    <a:pt x="125" y="142"/>
                    <a:pt x="122" y="147"/>
                    <a:pt x="111" y="150"/>
                  </a:cubicBezTo>
                  <a:cubicBezTo>
                    <a:pt x="95" y="154"/>
                    <a:pt x="95" y="154"/>
                    <a:pt x="95" y="154"/>
                  </a:cubicBezTo>
                  <a:cubicBezTo>
                    <a:pt x="109" y="177"/>
                    <a:pt x="109" y="177"/>
                    <a:pt x="109" y="177"/>
                  </a:cubicBezTo>
                  <a:cubicBezTo>
                    <a:pt x="122" y="198"/>
                    <a:pt x="122" y="202"/>
                    <a:pt x="112" y="215"/>
                  </a:cubicBezTo>
                  <a:cubicBezTo>
                    <a:pt x="104" y="227"/>
                    <a:pt x="103" y="232"/>
                    <a:pt x="110" y="240"/>
                  </a:cubicBezTo>
                  <a:cubicBezTo>
                    <a:pt x="116" y="247"/>
                    <a:pt x="115" y="254"/>
                    <a:pt x="106" y="268"/>
                  </a:cubicBezTo>
                  <a:cubicBezTo>
                    <a:pt x="99" y="278"/>
                    <a:pt x="96" y="290"/>
                    <a:pt x="98" y="296"/>
                  </a:cubicBezTo>
                  <a:cubicBezTo>
                    <a:pt x="102" y="305"/>
                    <a:pt x="81" y="324"/>
                    <a:pt x="73" y="320"/>
                  </a:cubicBezTo>
                  <a:cubicBezTo>
                    <a:pt x="72" y="319"/>
                    <a:pt x="62" y="318"/>
                    <a:pt x="52" y="31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9" name="Freeform 11"/>
            <p:cNvSpPr>
              <a:spLocks/>
            </p:cNvSpPr>
            <p:nvPr/>
          </p:nvSpPr>
          <p:spPr bwMode="auto">
            <a:xfrm>
              <a:off x="6430963" y="4229100"/>
              <a:ext cx="446088" cy="349250"/>
            </a:xfrm>
            <a:custGeom>
              <a:avLst/>
              <a:gdLst/>
              <a:ahLst/>
              <a:cxnLst>
                <a:cxn ang="0">
                  <a:pos x="192" y="238"/>
                </a:cxn>
                <a:cxn ang="0">
                  <a:pos x="154" y="214"/>
                </a:cxn>
                <a:cxn ang="0">
                  <a:pos x="84" y="199"/>
                </a:cxn>
                <a:cxn ang="0">
                  <a:pos x="39" y="185"/>
                </a:cxn>
                <a:cxn ang="0">
                  <a:pos x="47" y="165"/>
                </a:cxn>
                <a:cxn ang="0">
                  <a:pos x="49" y="161"/>
                </a:cxn>
                <a:cxn ang="0">
                  <a:pos x="24" y="97"/>
                </a:cxn>
                <a:cxn ang="0">
                  <a:pos x="31" y="87"/>
                </a:cxn>
                <a:cxn ang="0">
                  <a:pos x="42" y="69"/>
                </a:cxn>
                <a:cxn ang="0">
                  <a:pos x="48" y="54"/>
                </a:cxn>
                <a:cxn ang="0">
                  <a:pos x="75" y="47"/>
                </a:cxn>
                <a:cxn ang="0">
                  <a:pos x="88" y="37"/>
                </a:cxn>
                <a:cxn ang="0">
                  <a:pos x="118" y="27"/>
                </a:cxn>
                <a:cxn ang="0">
                  <a:pos x="138" y="20"/>
                </a:cxn>
                <a:cxn ang="0">
                  <a:pos x="156" y="13"/>
                </a:cxn>
                <a:cxn ang="0">
                  <a:pos x="193" y="5"/>
                </a:cxn>
                <a:cxn ang="0">
                  <a:pos x="238" y="8"/>
                </a:cxn>
                <a:cxn ang="0">
                  <a:pos x="286" y="16"/>
                </a:cxn>
                <a:cxn ang="0">
                  <a:pos x="313" y="25"/>
                </a:cxn>
                <a:cxn ang="0">
                  <a:pos x="286" y="40"/>
                </a:cxn>
                <a:cxn ang="0">
                  <a:pos x="231" y="37"/>
                </a:cxn>
                <a:cxn ang="0">
                  <a:pos x="199" y="43"/>
                </a:cxn>
                <a:cxn ang="0">
                  <a:pos x="184" y="56"/>
                </a:cxn>
                <a:cxn ang="0">
                  <a:pos x="182" y="73"/>
                </a:cxn>
                <a:cxn ang="0">
                  <a:pos x="164" y="81"/>
                </a:cxn>
                <a:cxn ang="0">
                  <a:pos x="144" y="67"/>
                </a:cxn>
                <a:cxn ang="0">
                  <a:pos x="131" y="71"/>
                </a:cxn>
                <a:cxn ang="0">
                  <a:pos x="130" y="99"/>
                </a:cxn>
                <a:cxn ang="0">
                  <a:pos x="138" y="120"/>
                </a:cxn>
                <a:cxn ang="0">
                  <a:pos x="149" y="132"/>
                </a:cxn>
                <a:cxn ang="0">
                  <a:pos x="160" y="140"/>
                </a:cxn>
                <a:cxn ang="0">
                  <a:pos x="152" y="143"/>
                </a:cxn>
                <a:cxn ang="0">
                  <a:pos x="139" y="158"/>
                </a:cxn>
                <a:cxn ang="0">
                  <a:pos x="134" y="168"/>
                </a:cxn>
                <a:cxn ang="0">
                  <a:pos x="142" y="180"/>
                </a:cxn>
                <a:cxn ang="0">
                  <a:pos x="198" y="229"/>
                </a:cxn>
                <a:cxn ang="0">
                  <a:pos x="192" y="238"/>
                </a:cxn>
              </a:cxnLst>
              <a:rect l="0" t="0" r="r" b="b"/>
              <a:pathLst>
                <a:path w="320" h="250">
                  <a:moveTo>
                    <a:pt x="192" y="238"/>
                  </a:moveTo>
                  <a:cubicBezTo>
                    <a:pt x="189" y="234"/>
                    <a:pt x="172" y="223"/>
                    <a:pt x="154" y="214"/>
                  </a:cubicBezTo>
                  <a:cubicBezTo>
                    <a:pt x="129" y="201"/>
                    <a:pt x="111" y="198"/>
                    <a:pt x="84" y="199"/>
                  </a:cubicBezTo>
                  <a:cubicBezTo>
                    <a:pt x="51" y="201"/>
                    <a:pt x="46" y="199"/>
                    <a:pt x="39" y="185"/>
                  </a:cubicBezTo>
                  <a:cubicBezTo>
                    <a:pt x="33" y="171"/>
                    <a:pt x="34" y="168"/>
                    <a:pt x="47" y="165"/>
                  </a:cubicBezTo>
                  <a:cubicBezTo>
                    <a:pt x="62" y="163"/>
                    <a:pt x="62" y="162"/>
                    <a:pt x="49" y="161"/>
                  </a:cubicBezTo>
                  <a:cubicBezTo>
                    <a:pt x="24" y="160"/>
                    <a:pt x="0" y="97"/>
                    <a:pt x="24" y="97"/>
                  </a:cubicBezTo>
                  <a:cubicBezTo>
                    <a:pt x="28" y="97"/>
                    <a:pt x="31" y="93"/>
                    <a:pt x="31" y="87"/>
                  </a:cubicBezTo>
                  <a:cubicBezTo>
                    <a:pt x="31" y="82"/>
                    <a:pt x="36" y="74"/>
                    <a:pt x="42" y="69"/>
                  </a:cubicBezTo>
                  <a:cubicBezTo>
                    <a:pt x="48" y="64"/>
                    <a:pt x="51" y="58"/>
                    <a:pt x="48" y="54"/>
                  </a:cubicBezTo>
                  <a:cubicBezTo>
                    <a:pt x="45" y="49"/>
                    <a:pt x="60" y="45"/>
                    <a:pt x="75" y="47"/>
                  </a:cubicBezTo>
                  <a:cubicBezTo>
                    <a:pt x="78" y="47"/>
                    <a:pt x="84" y="43"/>
                    <a:pt x="88" y="37"/>
                  </a:cubicBezTo>
                  <a:cubicBezTo>
                    <a:pt x="93" y="31"/>
                    <a:pt x="106" y="27"/>
                    <a:pt x="118" y="27"/>
                  </a:cubicBezTo>
                  <a:cubicBezTo>
                    <a:pt x="129" y="27"/>
                    <a:pt x="138" y="24"/>
                    <a:pt x="138" y="20"/>
                  </a:cubicBezTo>
                  <a:cubicBezTo>
                    <a:pt x="138" y="16"/>
                    <a:pt x="146" y="13"/>
                    <a:pt x="156" y="13"/>
                  </a:cubicBezTo>
                  <a:cubicBezTo>
                    <a:pt x="165" y="13"/>
                    <a:pt x="182" y="10"/>
                    <a:pt x="193" y="5"/>
                  </a:cubicBezTo>
                  <a:cubicBezTo>
                    <a:pt x="207" y="0"/>
                    <a:pt x="219" y="1"/>
                    <a:pt x="238" y="8"/>
                  </a:cubicBezTo>
                  <a:cubicBezTo>
                    <a:pt x="252" y="13"/>
                    <a:pt x="274" y="17"/>
                    <a:pt x="286" y="16"/>
                  </a:cubicBezTo>
                  <a:cubicBezTo>
                    <a:pt x="301" y="15"/>
                    <a:pt x="310" y="18"/>
                    <a:pt x="313" y="25"/>
                  </a:cubicBezTo>
                  <a:cubicBezTo>
                    <a:pt x="320" y="42"/>
                    <a:pt x="311" y="47"/>
                    <a:pt x="286" y="40"/>
                  </a:cubicBezTo>
                  <a:cubicBezTo>
                    <a:pt x="261" y="32"/>
                    <a:pt x="257" y="32"/>
                    <a:pt x="231" y="37"/>
                  </a:cubicBezTo>
                  <a:cubicBezTo>
                    <a:pt x="221" y="39"/>
                    <a:pt x="207" y="42"/>
                    <a:pt x="199" y="43"/>
                  </a:cubicBezTo>
                  <a:cubicBezTo>
                    <a:pt x="191" y="45"/>
                    <a:pt x="184" y="50"/>
                    <a:pt x="184" y="56"/>
                  </a:cubicBezTo>
                  <a:cubicBezTo>
                    <a:pt x="183" y="61"/>
                    <a:pt x="182" y="69"/>
                    <a:pt x="182" y="73"/>
                  </a:cubicBezTo>
                  <a:cubicBezTo>
                    <a:pt x="181" y="76"/>
                    <a:pt x="173" y="80"/>
                    <a:pt x="164" y="81"/>
                  </a:cubicBezTo>
                  <a:cubicBezTo>
                    <a:pt x="151" y="81"/>
                    <a:pt x="145" y="77"/>
                    <a:pt x="144" y="67"/>
                  </a:cubicBezTo>
                  <a:cubicBezTo>
                    <a:pt x="141" y="52"/>
                    <a:pt x="140" y="53"/>
                    <a:pt x="131" y="71"/>
                  </a:cubicBezTo>
                  <a:cubicBezTo>
                    <a:pt x="124" y="86"/>
                    <a:pt x="123" y="92"/>
                    <a:pt x="130" y="99"/>
                  </a:cubicBezTo>
                  <a:cubicBezTo>
                    <a:pt x="134" y="103"/>
                    <a:pt x="138" y="113"/>
                    <a:pt x="138" y="120"/>
                  </a:cubicBezTo>
                  <a:cubicBezTo>
                    <a:pt x="138" y="127"/>
                    <a:pt x="143" y="132"/>
                    <a:pt x="149" y="132"/>
                  </a:cubicBezTo>
                  <a:cubicBezTo>
                    <a:pt x="155" y="132"/>
                    <a:pt x="160" y="136"/>
                    <a:pt x="160" y="140"/>
                  </a:cubicBezTo>
                  <a:cubicBezTo>
                    <a:pt x="160" y="144"/>
                    <a:pt x="156" y="145"/>
                    <a:pt x="152" y="143"/>
                  </a:cubicBezTo>
                  <a:cubicBezTo>
                    <a:pt x="140" y="135"/>
                    <a:pt x="129" y="147"/>
                    <a:pt x="139" y="158"/>
                  </a:cubicBezTo>
                  <a:cubicBezTo>
                    <a:pt x="145" y="165"/>
                    <a:pt x="144" y="167"/>
                    <a:pt x="134" y="168"/>
                  </a:cubicBezTo>
                  <a:cubicBezTo>
                    <a:pt x="124" y="168"/>
                    <a:pt x="126" y="171"/>
                    <a:pt x="142" y="180"/>
                  </a:cubicBezTo>
                  <a:cubicBezTo>
                    <a:pt x="179" y="200"/>
                    <a:pt x="193" y="212"/>
                    <a:pt x="198" y="229"/>
                  </a:cubicBezTo>
                  <a:cubicBezTo>
                    <a:pt x="204" y="245"/>
                    <a:pt x="200" y="250"/>
                    <a:pt x="192" y="23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0" name="Freeform 12"/>
            <p:cNvSpPr>
              <a:spLocks/>
            </p:cNvSpPr>
            <p:nvPr/>
          </p:nvSpPr>
          <p:spPr bwMode="auto">
            <a:xfrm>
              <a:off x="5481638" y="3695700"/>
              <a:ext cx="841375" cy="855662"/>
            </a:xfrm>
            <a:custGeom>
              <a:avLst/>
              <a:gdLst/>
              <a:ahLst/>
              <a:cxnLst>
                <a:cxn ang="0">
                  <a:pos x="460" y="609"/>
                </a:cxn>
                <a:cxn ang="0">
                  <a:pos x="477" y="564"/>
                </a:cxn>
                <a:cxn ang="0">
                  <a:pos x="469" y="517"/>
                </a:cxn>
                <a:cxn ang="0">
                  <a:pos x="437" y="470"/>
                </a:cxn>
                <a:cxn ang="0">
                  <a:pos x="416" y="449"/>
                </a:cxn>
                <a:cxn ang="0">
                  <a:pos x="398" y="431"/>
                </a:cxn>
                <a:cxn ang="0">
                  <a:pos x="372" y="414"/>
                </a:cxn>
                <a:cxn ang="0">
                  <a:pos x="330" y="393"/>
                </a:cxn>
                <a:cxn ang="0">
                  <a:pos x="245" y="333"/>
                </a:cxn>
                <a:cxn ang="0">
                  <a:pos x="190" y="268"/>
                </a:cxn>
                <a:cxn ang="0">
                  <a:pos x="183" y="234"/>
                </a:cxn>
                <a:cxn ang="0">
                  <a:pos x="143" y="193"/>
                </a:cxn>
                <a:cxn ang="0">
                  <a:pos x="110" y="177"/>
                </a:cxn>
                <a:cxn ang="0">
                  <a:pos x="83" y="199"/>
                </a:cxn>
                <a:cxn ang="0">
                  <a:pos x="49" y="211"/>
                </a:cxn>
                <a:cxn ang="0">
                  <a:pos x="38" y="202"/>
                </a:cxn>
                <a:cxn ang="0">
                  <a:pos x="14" y="187"/>
                </a:cxn>
                <a:cxn ang="0">
                  <a:pos x="12" y="171"/>
                </a:cxn>
                <a:cxn ang="0">
                  <a:pos x="10" y="155"/>
                </a:cxn>
                <a:cxn ang="0">
                  <a:pos x="13" y="130"/>
                </a:cxn>
                <a:cxn ang="0">
                  <a:pos x="19" y="108"/>
                </a:cxn>
                <a:cxn ang="0">
                  <a:pos x="40" y="82"/>
                </a:cxn>
                <a:cxn ang="0">
                  <a:pos x="70" y="57"/>
                </a:cxn>
                <a:cxn ang="0">
                  <a:pos x="96" y="69"/>
                </a:cxn>
                <a:cxn ang="0">
                  <a:pos x="119" y="74"/>
                </a:cxn>
                <a:cxn ang="0">
                  <a:pos x="142" y="45"/>
                </a:cxn>
                <a:cxn ang="0">
                  <a:pos x="176" y="48"/>
                </a:cxn>
                <a:cxn ang="0">
                  <a:pos x="183" y="37"/>
                </a:cxn>
                <a:cxn ang="0">
                  <a:pos x="190" y="26"/>
                </a:cxn>
                <a:cxn ang="0">
                  <a:pos x="202" y="19"/>
                </a:cxn>
                <a:cxn ang="0">
                  <a:pos x="219" y="16"/>
                </a:cxn>
                <a:cxn ang="0">
                  <a:pos x="281" y="13"/>
                </a:cxn>
                <a:cxn ang="0">
                  <a:pos x="313" y="29"/>
                </a:cxn>
                <a:cxn ang="0">
                  <a:pos x="338" y="59"/>
                </a:cxn>
                <a:cxn ang="0">
                  <a:pos x="317" y="92"/>
                </a:cxn>
                <a:cxn ang="0">
                  <a:pos x="283" y="131"/>
                </a:cxn>
                <a:cxn ang="0">
                  <a:pos x="283" y="154"/>
                </a:cxn>
                <a:cxn ang="0">
                  <a:pos x="280" y="180"/>
                </a:cxn>
                <a:cxn ang="0">
                  <a:pos x="285" y="215"/>
                </a:cxn>
                <a:cxn ang="0">
                  <a:pos x="291" y="227"/>
                </a:cxn>
                <a:cxn ang="0">
                  <a:pos x="298" y="220"/>
                </a:cxn>
                <a:cxn ang="0">
                  <a:pos x="323" y="229"/>
                </a:cxn>
                <a:cxn ang="0">
                  <a:pos x="359" y="281"/>
                </a:cxn>
                <a:cxn ang="0">
                  <a:pos x="451" y="357"/>
                </a:cxn>
                <a:cxn ang="0">
                  <a:pos x="468" y="373"/>
                </a:cxn>
                <a:cxn ang="0">
                  <a:pos x="506" y="406"/>
                </a:cxn>
                <a:cxn ang="0">
                  <a:pos x="593" y="481"/>
                </a:cxn>
                <a:cxn ang="0">
                  <a:pos x="579" y="478"/>
                </a:cxn>
                <a:cxn ang="0">
                  <a:pos x="553" y="455"/>
                </a:cxn>
                <a:cxn ang="0">
                  <a:pos x="518" y="460"/>
                </a:cxn>
                <a:cxn ang="0">
                  <a:pos x="508" y="512"/>
                </a:cxn>
                <a:cxn ang="0">
                  <a:pos x="512" y="554"/>
                </a:cxn>
                <a:cxn ang="0">
                  <a:pos x="498" y="569"/>
                </a:cxn>
                <a:cxn ang="0">
                  <a:pos x="469" y="614"/>
                </a:cxn>
                <a:cxn ang="0">
                  <a:pos x="460" y="609"/>
                </a:cxn>
              </a:cxnLst>
              <a:rect l="0" t="0" r="r" b="b"/>
              <a:pathLst>
                <a:path w="604" h="614">
                  <a:moveTo>
                    <a:pt x="460" y="609"/>
                  </a:moveTo>
                  <a:cubicBezTo>
                    <a:pt x="455" y="604"/>
                    <a:pt x="467" y="570"/>
                    <a:pt x="477" y="564"/>
                  </a:cubicBezTo>
                  <a:cubicBezTo>
                    <a:pt x="481" y="562"/>
                    <a:pt x="477" y="542"/>
                    <a:pt x="469" y="517"/>
                  </a:cubicBezTo>
                  <a:cubicBezTo>
                    <a:pt x="457" y="484"/>
                    <a:pt x="450" y="473"/>
                    <a:pt x="437" y="470"/>
                  </a:cubicBezTo>
                  <a:cubicBezTo>
                    <a:pt x="427" y="468"/>
                    <a:pt x="419" y="459"/>
                    <a:pt x="416" y="449"/>
                  </a:cubicBezTo>
                  <a:cubicBezTo>
                    <a:pt x="413" y="437"/>
                    <a:pt x="407" y="431"/>
                    <a:pt x="398" y="431"/>
                  </a:cubicBezTo>
                  <a:cubicBezTo>
                    <a:pt x="390" y="431"/>
                    <a:pt x="379" y="423"/>
                    <a:pt x="372" y="414"/>
                  </a:cubicBezTo>
                  <a:cubicBezTo>
                    <a:pt x="365" y="402"/>
                    <a:pt x="352" y="396"/>
                    <a:pt x="330" y="393"/>
                  </a:cubicBezTo>
                  <a:cubicBezTo>
                    <a:pt x="304" y="389"/>
                    <a:pt x="292" y="381"/>
                    <a:pt x="245" y="333"/>
                  </a:cubicBezTo>
                  <a:cubicBezTo>
                    <a:pt x="215" y="303"/>
                    <a:pt x="190" y="274"/>
                    <a:pt x="190" y="268"/>
                  </a:cubicBezTo>
                  <a:cubicBezTo>
                    <a:pt x="190" y="263"/>
                    <a:pt x="187" y="248"/>
                    <a:pt x="183" y="234"/>
                  </a:cubicBezTo>
                  <a:cubicBezTo>
                    <a:pt x="178" y="214"/>
                    <a:pt x="170" y="206"/>
                    <a:pt x="143" y="193"/>
                  </a:cubicBezTo>
                  <a:cubicBezTo>
                    <a:pt x="110" y="177"/>
                    <a:pt x="110" y="177"/>
                    <a:pt x="110" y="177"/>
                  </a:cubicBezTo>
                  <a:cubicBezTo>
                    <a:pt x="83" y="199"/>
                    <a:pt x="83" y="199"/>
                    <a:pt x="83" y="199"/>
                  </a:cubicBezTo>
                  <a:cubicBezTo>
                    <a:pt x="53" y="222"/>
                    <a:pt x="47" y="225"/>
                    <a:pt x="49" y="211"/>
                  </a:cubicBezTo>
                  <a:cubicBezTo>
                    <a:pt x="50" y="206"/>
                    <a:pt x="45" y="202"/>
                    <a:pt x="38" y="202"/>
                  </a:cubicBezTo>
                  <a:cubicBezTo>
                    <a:pt x="30" y="202"/>
                    <a:pt x="19" y="195"/>
                    <a:pt x="14" y="187"/>
                  </a:cubicBezTo>
                  <a:cubicBezTo>
                    <a:pt x="6" y="175"/>
                    <a:pt x="5" y="171"/>
                    <a:pt x="12" y="171"/>
                  </a:cubicBezTo>
                  <a:cubicBezTo>
                    <a:pt x="18" y="171"/>
                    <a:pt x="18" y="166"/>
                    <a:pt x="10" y="155"/>
                  </a:cubicBezTo>
                  <a:cubicBezTo>
                    <a:pt x="0" y="140"/>
                    <a:pt x="0" y="138"/>
                    <a:pt x="13" y="130"/>
                  </a:cubicBezTo>
                  <a:cubicBezTo>
                    <a:pt x="23" y="123"/>
                    <a:pt x="25" y="118"/>
                    <a:pt x="19" y="108"/>
                  </a:cubicBezTo>
                  <a:cubicBezTo>
                    <a:pt x="8" y="88"/>
                    <a:pt x="9" y="87"/>
                    <a:pt x="40" y="82"/>
                  </a:cubicBezTo>
                  <a:cubicBezTo>
                    <a:pt x="66" y="78"/>
                    <a:pt x="72" y="73"/>
                    <a:pt x="70" y="57"/>
                  </a:cubicBezTo>
                  <a:cubicBezTo>
                    <a:pt x="68" y="45"/>
                    <a:pt x="83" y="52"/>
                    <a:pt x="96" y="69"/>
                  </a:cubicBezTo>
                  <a:cubicBezTo>
                    <a:pt x="113" y="90"/>
                    <a:pt x="119" y="91"/>
                    <a:pt x="119" y="74"/>
                  </a:cubicBezTo>
                  <a:cubicBezTo>
                    <a:pt x="119" y="58"/>
                    <a:pt x="138" y="34"/>
                    <a:pt x="142" y="45"/>
                  </a:cubicBezTo>
                  <a:cubicBezTo>
                    <a:pt x="146" y="58"/>
                    <a:pt x="176" y="60"/>
                    <a:pt x="176" y="48"/>
                  </a:cubicBezTo>
                  <a:cubicBezTo>
                    <a:pt x="176" y="42"/>
                    <a:pt x="179" y="37"/>
                    <a:pt x="183" y="37"/>
                  </a:cubicBezTo>
                  <a:cubicBezTo>
                    <a:pt x="187" y="37"/>
                    <a:pt x="190" y="32"/>
                    <a:pt x="190" y="26"/>
                  </a:cubicBezTo>
                  <a:cubicBezTo>
                    <a:pt x="190" y="18"/>
                    <a:pt x="194" y="16"/>
                    <a:pt x="202" y="19"/>
                  </a:cubicBezTo>
                  <a:cubicBezTo>
                    <a:pt x="209" y="22"/>
                    <a:pt x="217" y="20"/>
                    <a:pt x="219" y="16"/>
                  </a:cubicBezTo>
                  <a:cubicBezTo>
                    <a:pt x="228" y="2"/>
                    <a:pt x="271" y="0"/>
                    <a:pt x="281" y="13"/>
                  </a:cubicBezTo>
                  <a:cubicBezTo>
                    <a:pt x="286" y="20"/>
                    <a:pt x="300" y="27"/>
                    <a:pt x="313" y="29"/>
                  </a:cubicBezTo>
                  <a:cubicBezTo>
                    <a:pt x="332" y="33"/>
                    <a:pt x="336" y="37"/>
                    <a:pt x="338" y="59"/>
                  </a:cubicBezTo>
                  <a:cubicBezTo>
                    <a:pt x="340" y="81"/>
                    <a:pt x="338" y="84"/>
                    <a:pt x="317" y="92"/>
                  </a:cubicBezTo>
                  <a:cubicBezTo>
                    <a:pt x="278" y="106"/>
                    <a:pt x="275" y="110"/>
                    <a:pt x="283" y="131"/>
                  </a:cubicBezTo>
                  <a:cubicBezTo>
                    <a:pt x="288" y="143"/>
                    <a:pt x="288" y="151"/>
                    <a:pt x="283" y="154"/>
                  </a:cubicBezTo>
                  <a:cubicBezTo>
                    <a:pt x="278" y="156"/>
                    <a:pt x="277" y="167"/>
                    <a:pt x="280" y="180"/>
                  </a:cubicBezTo>
                  <a:cubicBezTo>
                    <a:pt x="283" y="193"/>
                    <a:pt x="285" y="208"/>
                    <a:pt x="285" y="215"/>
                  </a:cubicBezTo>
                  <a:cubicBezTo>
                    <a:pt x="285" y="222"/>
                    <a:pt x="287" y="227"/>
                    <a:pt x="291" y="227"/>
                  </a:cubicBezTo>
                  <a:cubicBezTo>
                    <a:pt x="295" y="227"/>
                    <a:pt x="298" y="224"/>
                    <a:pt x="298" y="220"/>
                  </a:cubicBezTo>
                  <a:cubicBezTo>
                    <a:pt x="298" y="216"/>
                    <a:pt x="309" y="220"/>
                    <a:pt x="323" y="229"/>
                  </a:cubicBezTo>
                  <a:cubicBezTo>
                    <a:pt x="342" y="241"/>
                    <a:pt x="350" y="253"/>
                    <a:pt x="359" y="281"/>
                  </a:cubicBezTo>
                  <a:cubicBezTo>
                    <a:pt x="374" y="331"/>
                    <a:pt x="414" y="364"/>
                    <a:pt x="451" y="357"/>
                  </a:cubicBezTo>
                  <a:cubicBezTo>
                    <a:pt x="476" y="352"/>
                    <a:pt x="483" y="358"/>
                    <a:pt x="468" y="373"/>
                  </a:cubicBezTo>
                  <a:cubicBezTo>
                    <a:pt x="463" y="378"/>
                    <a:pt x="473" y="387"/>
                    <a:pt x="506" y="406"/>
                  </a:cubicBezTo>
                  <a:cubicBezTo>
                    <a:pt x="572" y="442"/>
                    <a:pt x="604" y="470"/>
                    <a:pt x="593" y="481"/>
                  </a:cubicBezTo>
                  <a:cubicBezTo>
                    <a:pt x="586" y="488"/>
                    <a:pt x="583" y="487"/>
                    <a:pt x="579" y="478"/>
                  </a:cubicBezTo>
                  <a:cubicBezTo>
                    <a:pt x="577" y="471"/>
                    <a:pt x="565" y="461"/>
                    <a:pt x="553" y="455"/>
                  </a:cubicBezTo>
                  <a:cubicBezTo>
                    <a:pt x="532" y="444"/>
                    <a:pt x="531" y="444"/>
                    <a:pt x="518" y="460"/>
                  </a:cubicBezTo>
                  <a:cubicBezTo>
                    <a:pt x="490" y="495"/>
                    <a:pt x="489" y="500"/>
                    <a:pt x="508" y="512"/>
                  </a:cubicBezTo>
                  <a:cubicBezTo>
                    <a:pt x="530" y="526"/>
                    <a:pt x="532" y="548"/>
                    <a:pt x="512" y="554"/>
                  </a:cubicBezTo>
                  <a:cubicBezTo>
                    <a:pt x="504" y="556"/>
                    <a:pt x="498" y="563"/>
                    <a:pt x="498" y="569"/>
                  </a:cubicBezTo>
                  <a:cubicBezTo>
                    <a:pt x="498" y="581"/>
                    <a:pt x="477" y="614"/>
                    <a:pt x="469" y="614"/>
                  </a:cubicBezTo>
                  <a:cubicBezTo>
                    <a:pt x="467" y="614"/>
                    <a:pt x="462" y="612"/>
                    <a:pt x="460" y="609"/>
                  </a:cubicBezTo>
                  <a:close/>
                </a:path>
              </a:pathLst>
            </a:custGeom>
            <a:solidFill>
              <a:schemeClr val="accent5"/>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1" name="Freeform 13"/>
            <p:cNvSpPr>
              <a:spLocks/>
            </p:cNvSpPr>
            <p:nvPr/>
          </p:nvSpPr>
          <p:spPr bwMode="auto">
            <a:xfrm>
              <a:off x="5589588" y="4270375"/>
              <a:ext cx="98425" cy="190500"/>
            </a:xfrm>
            <a:custGeom>
              <a:avLst/>
              <a:gdLst/>
              <a:ahLst/>
              <a:cxnLst>
                <a:cxn ang="0">
                  <a:pos x="16" y="129"/>
                </a:cxn>
                <a:cxn ang="0">
                  <a:pos x="9" y="98"/>
                </a:cxn>
                <a:cxn ang="0">
                  <a:pos x="9" y="49"/>
                </a:cxn>
                <a:cxn ang="0">
                  <a:pos x="23" y="10"/>
                </a:cxn>
                <a:cxn ang="0">
                  <a:pos x="55" y="14"/>
                </a:cxn>
                <a:cxn ang="0">
                  <a:pos x="67" y="50"/>
                </a:cxn>
                <a:cxn ang="0">
                  <a:pos x="48" y="121"/>
                </a:cxn>
                <a:cxn ang="0">
                  <a:pos x="36" y="128"/>
                </a:cxn>
                <a:cxn ang="0">
                  <a:pos x="16" y="129"/>
                </a:cxn>
              </a:cxnLst>
              <a:rect l="0" t="0" r="r" b="b"/>
              <a:pathLst>
                <a:path w="70" h="137">
                  <a:moveTo>
                    <a:pt x="16" y="129"/>
                  </a:moveTo>
                  <a:cubicBezTo>
                    <a:pt x="4" y="120"/>
                    <a:pt x="3" y="116"/>
                    <a:pt x="9" y="98"/>
                  </a:cubicBezTo>
                  <a:cubicBezTo>
                    <a:pt x="15" y="83"/>
                    <a:pt x="15" y="70"/>
                    <a:pt x="9" y="49"/>
                  </a:cubicBezTo>
                  <a:cubicBezTo>
                    <a:pt x="0" y="21"/>
                    <a:pt x="0" y="21"/>
                    <a:pt x="23" y="10"/>
                  </a:cubicBezTo>
                  <a:cubicBezTo>
                    <a:pt x="44" y="0"/>
                    <a:pt x="46" y="0"/>
                    <a:pt x="55" y="14"/>
                  </a:cubicBezTo>
                  <a:cubicBezTo>
                    <a:pt x="60" y="23"/>
                    <a:pt x="66" y="39"/>
                    <a:pt x="67" y="50"/>
                  </a:cubicBezTo>
                  <a:cubicBezTo>
                    <a:pt x="70" y="76"/>
                    <a:pt x="57" y="126"/>
                    <a:pt x="48" y="121"/>
                  </a:cubicBezTo>
                  <a:cubicBezTo>
                    <a:pt x="45" y="119"/>
                    <a:pt x="39" y="122"/>
                    <a:pt x="36" y="128"/>
                  </a:cubicBezTo>
                  <a:cubicBezTo>
                    <a:pt x="30" y="137"/>
                    <a:pt x="28" y="137"/>
                    <a:pt x="16" y="12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2" name="Freeform 14"/>
            <p:cNvSpPr>
              <a:spLocks/>
            </p:cNvSpPr>
            <p:nvPr/>
          </p:nvSpPr>
          <p:spPr bwMode="auto">
            <a:xfrm>
              <a:off x="6370638" y="4129088"/>
              <a:ext cx="120650" cy="266700"/>
            </a:xfrm>
            <a:custGeom>
              <a:avLst/>
              <a:gdLst/>
              <a:ahLst/>
              <a:cxnLst>
                <a:cxn ang="0">
                  <a:pos x="38" y="182"/>
                </a:cxn>
                <a:cxn ang="0">
                  <a:pos x="23" y="162"/>
                </a:cxn>
                <a:cxn ang="0">
                  <a:pos x="12" y="150"/>
                </a:cxn>
                <a:cxn ang="0">
                  <a:pos x="10" y="134"/>
                </a:cxn>
                <a:cxn ang="0">
                  <a:pos x="8" y="117"/>
                </a:cxn>
                <a:cxn ang="0">
                  <a:pos x="8" y="33"/>
                </a:cxn>
                <a:cxn ang="0">
                  <a:pos x="30" y="6"/>
                </a:cxn>
                <a:cxn ang="0">
                  <a:pos x="62" y="60"/>
                </a:cxn>
                <a:cxn ang="0">
                  <a:pos x="74" y="109"/>
                </a:cxn>
                <a:cxn ang="0">
                  <a:pos x="82" y="134"/>
                </a:cxn>
                <a:cxn ang="0">
                  <a:pos x="71" y="146"/>
                </a:cxn>
                <a:cxn ang="0">
                  <a:pos x="53" y="176"/>
                </a:cxn>
                <a:cxn ang="0">
                  <a:pos x="38" y="182"/>
                </a:cxn>
              </a:cxnLst>
              <a:rect l="0" t="0" r="r" b="b"/>
              <a:pathLst>
                <a:path w="86" h="191">
                  <a:moveTo>
                    <a:pt x="38" y="182"/>
                  </a:moveTo>
                  <a:cubicBezTo>
                    <a:pt x="38" y="175"/>
                    <a:pt x="32" y="166"/>
                    <a:pt x="23" y="162"/>
                  </a:cubicBezTo>
                  <a:cubicBezTo>
                    <a:pt x="15" y="157"/>
                    <a:pt x="10" y="152"/>
                    <a:pt x="12" y="150"/>
                  </a:cubicBezTo>
                  <a:cubicBezTo>
                    <a:pt x="15" y="148"/>
                    <a:pt x="13" y="141"/>
                    <a:pt x="10" y="134"/>
                  </a:cubicBezTo>
                  <a:cubicBezTo>
                    <a:pt x="6" y="127"/>
                    <a:pt x="5" y="120"/>
                    <a:pt x="8" y="117"/>
                  </a:cubicBezTo>
                  <a:cubicBezTo>
                    <a:pt x="15" y="110"/>
                    <a:pt x="15" y="47"/>
                    <a:pt x="8" y="33"/>
                  </a:cubicBezTo>
                  <a:cubicBezTo>
                    <a:pt x="0" y="17"/>
                    <a:pt x="13" y="0"/>
                    <a:pt x="30" y="6"/>
                  </a:cubicBezTo>
                  <a:cubicBezTo>
                    <a:pt x="54" y="14"/>
                    <a:pt x="66" y="35"/>
                    <a:pt x="62" y="60"/>
                  </a:cubicBezTo>
                  <a:cubicBezTo>
                    <a:pt x="59" y="77"/>
                    <a:pt x="62" y="91"/>
                    <a:pt x="74" y="109"/>
                  </a:cubicBezTo>
                  <a:cubicBezTo>
                    <a:pt x="82" y="123"/>
                    <a:pt x="86" y="134"/>
                    <a:pt x="82" y="134"/>
                  </a:cubicBezTo>
                  <a:cubicBezTo>
                    <a:pt x="78" y="134"/>
                    <a:pt x="73" y="140"/>
                    <a:pt x="71" y="146"/>
                  </a:cubicBezTo>
                  <a:cubicBezTo>
                    <a:pt x="69" y="153"/>
                    <a:pt x="60" y="167"/>
                    <a:pt x="53" y="176"/>
                  </a:cubicBezTo>
                  <a:cubicBezTo>
                    <a:pt x="42" y="190"/>
                    <a:pt x="39" y="191"/>
                    <a:pt x="38" y="18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3" name="Freeform 15"/>
            <p:cNvSpPr>
              <a:spLocks/>
            </p:cNvSpPr>
            <p:nvPr/>
          </p:nvSpPr>
          <p:spPr bwMode="auto">
            <a:xfrm>
              <a:off x="6867525" y="4170363"/>
              <a:ext cx="200025" cy="141287"/>
            </a:xfrm>
            <a:custGeom>
              <a:avLst/>
              <a:gdLst/>
              <a:ahLst/>
              <a:cxnLst>
                <a:cxn ang="0">
                  <a:pos x="22" y="98"/>
                </a:cxn>
                <a:cxn ang="0">
                  <a:pos x="11" y="51"/>
                </a:cxn>
                <a:cxn ang="0">
                  <a:pos x="13" y="34"/>
                </a:cxn>
                <a:cxn ang="0">
                  <a:pos x="58" y="13"/>
                </a:cxn>
                <a:cxn ang="0">
                  <a:pos x="75" y="16"/>
                </a:cxn>
                <a:cxn ang="0">
                  <a:pos x="90" y="28"/>
                </a:cxn>
                <a:cxn ang="0">
                  <a:pos x="120" y="55"/>
                </a:cxn>
                <a:cxn ang="0">
                  <a:pos x="143" y="65"/>
                </a:cxn>
                <a:cxn ang="0">
                  <a:pos x="105" y="67"/>
                </a:cxn>
                <a:cxn ang="0">
                  <a:pos x="51" y="86"/>
                </a:cxn>
                <a:cxn ang="0">
                  <a:pos x="22" y="98"/>
                </a:cxn>
              </a:cxnLst>
              <a:rect l="0" t="0" r="r" b="b"/>
              <a:pathLst>
                <a:path w="143" h="101">
                  <a:moveTo>
                    <a:pt x="22" y="98"/>
                  </a:moveTo>
                  <a:cubicBezTo>
                    <a:pt x="9" y="92"/>
                    <a:pt x="0" y="58"/>
                    <a:pt x="11" y="51"/>
                  </a:cubicBezTo>
                  <a:cubicBezTo>
                    <a:pt x="14" y="49"/>
                    <a:pt x="15" y="41"/>
                    <a:pt x="13" y="34"/>
                  </a:cubicBezTo>
                  <a:cubicBezTo>
                    <a:pt x="8" y="16"/>
                    <a:pt x="43" y="0"/>
                    <a:pt x="58" y="13"/>
                  </a:cubicBezTo>
                  <a:cubicBezTo>
                    <a:pt x="63" y="17"/>
                    <a:pt x="71" y="19"/>
                    <a:pt x="75" y="16"/>
                  </a:cubicBezTo>
                  <a:cubicBezTo>
                    <a:pt x="79" y="14"/>
                    <a:pt x="86" y="19"/>
                    <a:pt x="90" y="28"/>
                  </a:cubicBezTo>
                  <a:cubicBezTo>
                    <a:pt x="94" y="37"/>
                    <a:pt x="108" y="49"/>
                    <a:pt x="120" y="55"/>
                  </a:cubicBezTo>
                  <a:cubicBezTo>
                    <a:pt x="143" y="65"/>
                    <a:pt x="143" y="65"/>
                    <a:pt x="143" y="65"/>
                  </a:cubicBezTo>
                  <a:cubicBezTo>
                    <a:pt x="105" y="67"/>
                    <a:pt x="105" y="67"/>
                    <a:pt x="105" y="67"/>
                  </a:cubicBezTo>
                  <a:cubicBezTo>
                    <a:pt x="76" y="69"/>
                    <a:pt x="63" y="74"/>
                    <a:pt x="51" y="86"/>
                  </a:cubicBezTo>
                  <a:cubicBezTo>
                    <a:pt x="40" y="98"/>
                    <a:pt x="32" y="101"/>
                    <a:pt x="22" y="9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4" name="Freeform 16"/>
            <p:cNvSpPr>
              <a:spLocks/>
            </p:cNvSpPr>
            <p:nvPr/>
          </p:nvSpPr>
          <p:spPr bwMode="auto">
            <a:xfrm>
              <a:off x="6464300" y="4154488"/>
              <a:ext cx="176213" cy="133350"/>
            </a:xfrm>
            <a:custGeom>
              <a:avLst/>
              <a:gdLst/>
              <a:ahLst/>
              <a:cxnLst>
                <a:cxn ang="0">
                  <a:pos x="11" y="84"/>
                </a:cxn>
                <a:cxn ang="0">
                  <a:pos x="0" y="56"/>
                </a:cxn>
                <a:cxn ang="0">
                  <a:pos x="30" y="15"/>
                </a:cxn>
                <a:cxn ang="0">
                  <a:pos x="36" y="12"/>
                </a:cxn>
                <a:cxn ang="0">
                  <a:pos x="102" y="16"/>
                </a:cxn>
                <a:cxn ang="0">
                  <a:pos x="87" y="74"/>
                </a:cxn>
                <a:cxn ang="0">
                  <a:pos x="66" y="83"/>
                </a:cxn>
                <a:cxn ang="0">
                  <a:pos x="11" y="84"/>
                </a:cxn>
              </a:cxnLst>
              <a:rect l="0" t="0" r="r" b="b"/>
              <a:pathLst>
                <a:path w="126" h="96">
                  <a:moveTo>
                    <a:pt x="11" y="84"/>
                  </a:moveTo>
                  <a:cubicBezTo>
                    <a:pt x="5" y="78"/>
                    <a:pt x="0" y="65"/>
                    <a:pt x="0" y="56"/>
                  </a:cubicBezTo>
                  <a:cubicBezTo>
                    <a:pt x="0" y="37"/>
                    <a:pt x="20" y="9"/>
                    <a:pt x="30" y="15"/>
                  </a:cubicBezTo>
                  <a:cubicBezTo>
                    <a:pt x="33" y="17"/>
                    <a:pt x="36" y="15"/>
                    <a:pt x="36" y="12"/>
                  </a:cubicBezTo>
                  <a:cubicBezTo>
                    <a:pt x="36" y="0"/>
                    <a:pt x="91" y="4"/>
                    <a:pt x="102" y="16"/>
                  </a:cubicBezTo>
                  <a:cubicBezTo>
                    <a:pt x="126" y="44"/>
                    <a:pt x="118" y="74"/>
                    <a:pt x="87" y="74"/>
                  </a:cubicBezTo>
                  <a:cubicBezTo>
                    <a:pt x="79" y="74"/>
                    <a:pt x="70" y="78"/>
                    <a:pt x="66" y="83"/>
                  </a:cubicBezTo>
                  <a:cubicBezTo>
                    <a:pt x="54" y="96"/>
                    <a:pt x="24" y="96"/>
                    <a:pt x="11" y="8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5" name="Freeform 17"/>
            <p:cNvSpPr>
              <a:spLocks/>
            </p:cNvSpPr>
            <p:nvPr/>
          </p:nvSpPr>
          <p:spPr bwMode="auto">
            <a:xfrm>
              <a:off x="6596063" y="3971925"/>
              <a:ext cx="442913" cy="279400"/>
            </a:xfrm>
            <a:custGeom>
              <a:avLst/>
              <a:gdLst/>
              <a:ahLst/>
              <a:cxnLst>
                <a:cxn ang="0">
                  <a:pos x="120" y="185"/>
                </a:cxn>
                <a:cxn ang="0">
                  <a:pos x="71" y="184"/>
                </a:cxn>
                <a:cxn ang="0">
                  <a:pos x="32" y="174"/>
                </a:cxn>
                <a:cxn ang="0">
                  <a:pos x="21" y="151"/>
                </a:cxn>
                <a:cxn ang="0">
                  <a:pos x="12" y="91"/>
                </a:cxn>
                <a:cxn ang="0">
                  <a:pos x="24" y="85"/>
                </a:cxn>
                <a:cxn ang="0">
                  <a:pos x="34" y="75"/>
                </a:cxn>
                <a:cxn ang="0">
                  <a:pos x="28" y="64"/>
                </a:cxn>
                <a:cxn ang="0">
                  <a:pos x="9" y="43"/>
                </a:cxn>
                <a:cxn ang="0">
                  <a:pos x="8" y="12"/>
                </a:cxn>
                <a:cxn ang="0">
                  <a:pos x="23" y="18"/>
                </a:cxn>
                <a:cxn ang="0">
                  <a:pos x="117" y="39"/>
                </a:cxn>
                <a:cxn ang="0">
                  <a:pos x="179" y="28"/>
                </a:cxn>
                <a:cxn ang="0">
                  <a:pos x="267" y="21"/>
                </a:cxn>
                <a:cxn ang="0">
                  <a:pos x="303" y="36"/>
                </a:cxn>
                <a:cxn ang="0">
                  <a:pos x="299" y="52"/>
                </a:cxn>
                <a:cxn ang="0">
                  <a:pos x="280" y="76"/>
                </a:cxn>
                <a:cxn ang="0">
                  <a:pos x="266" y="105"/>
                </a:cxn>
                <a:cxn ang="0">
                  <a:pos x="262" y="124"/>
                </a:cxn>
                <a:cxn ang="0">
                  <a:pos x="271" y="151"/>
                </a:cxn>
                <a:cxn ang="0">
                  <a:pos x="254" y="150"/>
                </a:cxn>
                <a:cxn ang="0">
                  <a:pos x="201" y="170"/>
                </a:cxn>
                <a:cxn ang="0">
                  <a:pos x="120" y="185"/>
                </a:cxn>
              </a:cxnLst>
              <a:rect l="0" t="0" r="r" b="b"/>
              <a:pathLst>
                <a:path w="318" h="201">
                  <a:moveTo>
                    <a:pt x="120" y="185"/>
                  </a:moveTo>
                  <a:cubicBezTo>
                    <a:pt x="102" y="176"/>
                    <a:pt x="94" y="176"/>
                    <a:pt x="71" y="184"/>
                  </a:cubicBezTo>
                  <a:cubicBezTo>
                    <a:pt x="41" y="193"/>
                    <a:pt x="26" y="189"/>
                    <a:pt x="32" y="174"/>
                  </a:cubicBezTo>
                  <a:cubicBezTo>
                    <a:pt x="34" y="168"/>
                    <a:pt x="29" y="158"/>
                    <a:pt x="21" y="151"/>
                  </a:cubicBezTo>
                  <a:cubicBezTo>
                    <a:pt x="8" y="139"/>
                    <a:pt x="6" y="129"/>
                    <a:pt x="12" y="91"/>
                  </a:cubicBezTo>
                  <a:cubicBezTo>
                    <a:pt x="13" y="88"/>
                    <a:pt x="18" y="85"/>
                    <a:pt x="24" y="85"/>
                  </a:cubicBezTo>
                  <a:cubicBezTo>
                    <a:pt x="30" y="85"/>
                    <a:pt x="34" y="81"/>
                    <a:pt x="34" y="75"/>
                  </a:cubicBezTo>
                  <a:cubicBezTo>
                    <a:pt x="34" y="69"/>
                    <a:pt x="31" y="64"/>
                    <a:pt x="28" y="64"/>
                  </a:cubicBezTo>
                  <a:cubicBezTo>
                    <a:pt x="24" y="64"/>
                    <a:pt x="16" y="55"/>
                    <a:pt x="9" y="43"/>
                  </a:cubicBezTo>
                  <a:cubicBezTo>
                    <a:pt x="0" y="25"/>
                    <a:pt x="0" y="20"/>
                    <a:pt x="8" y="12"/>
                  </a:cubicBezTo>
                  <a:cubicBezTo>
                    <a:pt x="20" y="0"/>
                    <a:pt x="28" y="5"/>
                    <a:pt x="23" y="18"/>
                  </a:cubicBezTo>
                  <a:cubicBezTo>
                    <a:pt x="19" y="29"/>
                    <a:pt x="49" y="35"/>
                    <a:pt x="117" y="39"/>
                  </a:cubicBezTo>
                  <a:cubicBezTo>
                    <a:pt x="149" y="40"/>
                    <a:pt x="164" y="38"/>
                    <a:pt x="179" y="28"/>
                  </a:cubicBezTo>
                  <a:cubicBezTo>
                    <a:pt x="210" y="7"/>
                    <a:pt x="238" y="4"/>
                    <a:pt x="267" y="21"/>
                  </a:cubicBezTo>
                  <a:cubicBezTo>
                    <a:pt x="281" y="29"/>
                    <a:pt x="297" y="36"/>
                    <a:pt x="303" y="36"/>
                  </a:cubicBezTo>
                  <a:cubicBezTo>
                    <a:pt x="318" y="36"/>
                    <a:pt x="315" y="48"/>
                    <a:pt x="299" y="52"/>
                  </a:cubicBezTo>
                  <a:cubicBezTo>
                    <a:pt x="291" y="54"/>
                    <a:pt x="283" y="65"/>
                    <a:pt x="280" y="76"/>
                  </a:cubicBezTo>
                  <a:cubicBezTo>
                    <a:pt x="277" y="87"/>
                    <a:pt x="271" y="100"/>
                    <a:pt x="266" y="105"/>
                  </a:cubicBezTo>
                  <a:cubicBezTo>
                    <a:pt x="255" y="116"/>
                    <a:pt x="252" y="130"/>
                    <a:pt x="262" y="124"/>
                  </a:cubicBezTo>
                  <a:cubicBezTo>
                    <a:pt x="272" y="119"/>
                    <a:pt x="279" y="143"/>
                    <a:pt x="271" y="151"/>
                  </a:cubicBezTo>
                  <a:cubicBezTo>
                    <a:pt x="266" y="155"/>
                    <a:pt x="260" y="155"/>
                    <a:pt x="254" y="150"/>
                  </a:cubicBezTo>
                  <a:cubicBezTo>
                    <a:pt x="240" y="138"/>
                    <a:pt x="206" y="151"/>
                    <a:pt x="201" y="170"/>
                  </a:cubicBezTo>
                  <a:cubicBezTo>
                    <a:pt x="195" y="193"/>
                    <a:pt x="154" y="201"/>
                    <a:pt x="120" y="18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6" name="Freeform 18"/>
            <p:cNvSpPr>
              <a:spLocks/>
            </p:cNvSpPr>
            <p:nvPr/>
          </p:nvSpPr>
          <p:spPr bwMode="auto">
            <a:xfrm>
              <a:off x="5618163" y="4117975"/>
              <a:ext cx="60325" cy="136525"/>
            </a:xfrm>
            <a:custGeom>
              <a:avLst/>
              <a:gdLst/>
              <a:ahLst/>
              <a:cxnLst>
                <a:cxn ang="0">
                  <a:pos x="8" y="70"/>
                </a:cxn>
                <a:cxn ang="0">
                  <a:pos x="3" y="39"/>
                </a:cxn>
                <a:cxn ang="0">
                  <a:pos x="14" y="8"/>
                </a:cxn>
                <a:cxn ang="0">
                  <a:pos x="42" y="27"/>
                </a:cxn>
                <a:cxn ang="0">
                  <a:pos x="8" y="70"/>
                </a:cxn>
              </a:cxnLst>
              <a:rect l="0" t="0" r="r" b="b"/>
              <a:pathLst>
                <a:path w="43" h="98">
                  <a:moveTo>
                    <a:pt x="8" y="70"/>
                  </a:moveTo>
                  <a:cubicBezTo>
                    <a:pt x="8" y="65"/>
                    <a:pt x="6" y="51"/>
                    <a:pt x="3" y="39"/>
                  </a:cubicBezTo>
                  <a:cubicBezTo>
                    <a:pt x="0" y="20"/>
                    <a:pt x="2" y="15"/>
                    <a:pt x="14" y="8"/>
                  </a:cubicBezTo>
                  <a:cubicBezTo>
                    <a:pt x="30" y="0"/>
                    <a:pt x="42" y="8"/>
                    <a:pt x="42" y="27"/>
                  </a:cubicBezTo>
                  <a:cubicBezTo>
                    <a:pt x="43" y="57"/>
                    <a:pt x="11" y="98"/>
                    <a:pt x="8" y="7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7" name="Freeform 19"/>
            <p:cNvSpPr>
              <a:spLocks/>
            </p:cNvSpPr>
            <p:nvPr/>
          </p:nvSpPr>
          <p:spPr bwMode="auto">
            <a:xfrm>
              <a:off x="6029325" y="3757613"/>
              <a:ext cx="603250" cy="423862"/>
            </a:xfrm>
            <a:custGeom>
              <a:avLst/>
              <a:gdLst/>
              <a:ahLst/>
              <a:cxnLst>
                <a:cxn ang="0">
                  <a:pos x="312" y="294"/>
                </a:cxn>
                <a:cxn ang="0">
                  <a:pos x="278" y="264"/>
                </a:cxn>
                <a:cxn ang="0">
                  <a:pos x="249" y="277"/>
                </a:cxn>
                <a:cxn ang="0">
                  <a:pos x="224" y="282"/>
                </a:cxn>
                <a:cxn ang="0">
                  <a:pos x="211" y="238"/>
                </a:cxn>
                <a:cxn ang="0">
                  <a:pos x="219" y="227"/>
                </a:cxn>
                <a:cxn ang="0">
                  <a:pos x="226" y="221"/>
                </a:cxn>
                <a:cxn ang="0">
                  <a:pos x="238" y="214"/>
                </a:cxn>
                <a:cxn ang="0">
                  <a:pos x="252" y="203"/>
                </a:cxn>
                <a:cxn ang="0">
                  <a:pos x="254" y="185"/>
                </a:cxn>
                <a:cxn ang="0">
                  <a:pos x="258" y="174"/>
                </a:cxn>
                <a:cxn ang="0">
                  <a:pos x="255" y="154"/>
                </a:cxn>
                <a:cxn ang="0">
                  <a:pos x="249" y="127"/>
                </a:cxn>
                <a:cxn ang="0">
                  <a:pos x="248" y="102"/>
                </a:cxn>
                <a:cxn ang="0">
                  <a:pos x="247" y="91"/>
                </a:cxn>
                <a:cxn ang="0">
                  <a:pos x="255" y="84"/>
                </a:cxn>
                <a:cxn ang="0">
                  <a:pos x="235" y="91"/>
                </a:cxn>
                <a:cxn ang="0">
                  <a:pos x="222" y="97"/>
                </a:cxn>
                <a:cxn ang="0">
                  <a:pos x="98" y="82"/>
                </a:cxn>
                <a:cxn ang="0">
                  <a:pos x="63" y="95"/>
                </a:cxn>
                <a:cxn ang="0">
                  <a:pos x="94" y="157"/>
                </a:cxn>
                <a:cxn ang="0">
                  <a:pos x="126" y="203"/>
                </a:cxn>
                <a:cxn ang="0">
                  <a:pos x="103" y="201"/>
                </a:cxn>
                <a:cxn ang="0">
                  <a:pos x="48" y="153"/>
                </a:cxn>
                <a:cxn ang="0">
                  <a:pos x="41" y="137"/>
                </a:cxn>
                <a:cxn ang="0">
                  <a:pos x="26" y="111"/>
                </a:cxn>
                <a:cxn ang="0">
                  <a:pos x="12" y="86"/>
                </a:cxn>
                <a:cxn ang="0">
                  <a:pos x="4" y="63"/>
                </a:cxn>
                <a:cxn ang="0">
                  <a:pos x="15" y="62"/>
                </a:cxn>
                <a:cxn ang="0">
                  <a:pos x="51" y="56"/>
                </a:cxn>
                <a:cxn ang="0">
                  <a:pos x="63" y="42"/>
                </a:cxn>
                <a:cxn ang="0">
                  <a:pos x="67" y="27"/>
                </a:cxn>
                <a:cxn ang="0">
                  <a:pos x="98" y="3"/>
                </a:cxn>
                <a:cxn ang="0">
                  <a:pos x="138" y="23"/>
                </a:cxn>
                <a:cxn ang="0">
                  <a:pos x="212" y="42"/>
                </a:cxn>
                <a:cxn ang="0">
                  <a:pos x="219" y="38"/>
                </a:cxn>
                <a:cxn ang="0">
                  <a:pos x="225" y="51"/>
                </a:cxn>
                <a:cxn ang="0">
                  <a:pos x="234" y="77"/>
                </a:cxn>
                <a:cxn ang="0">
                  <a:pos x="239" y="64"/>
                </a:cxn>
                <a:cxn ang="0">
                  <a:pos x="232" y="42"/>
                </a:cxn>
                <a:cxn ang="0">
                  <a:pos x="240" y="30"/>
                </a:cxn>
                <a:cxn ang="0">
                  <a:pos x="304" y="34"/>
                </a:cxn>
                <a:cxn ang="0">
                  <a:pos x="319" y="59"/>
                </a:cxn>
                <a:cxn ang="0">
                  <a:pos x="335" y="78"/>
                </a:cxn>
                <a:cxn ang="0">
                  <a:pos x="351" y="100"/>
                </a:cxn>
                <a:cxn ang="0">
                  <a:pos x="365" y="122"/>
                </a:cxn>
                <a:cxn ang="0">
                  <a:pos x="386" y="136"/>
                </a:cxn>
                <a:cxn ang="0">
                  <a:pos x="395" y="135"/>
                </a:cxn>
                <a:cxn ang="0">
                  <a:pos x="404" y="126"/>
                </a:cxn>
                <a:cxn ang="0">
                  <a:pos x="404" y="165"/>
                </a:cxn>
                <a:cxn ang="0">
                  <a:pos x="427" y="221"/>
                </a:cxn>
                <a:cxn ang="0">
                  <a:pos x="419" y="236"/>
                </a:cxn>
                <a:cxn ang="0">
                  <a:pos x="407" y="260"/>
                </a:cxn>
                <a:cxn ang="0">
                  <a:pos x="374" y="282"/>
                </a:cxn>
                <a:cxn ang="0">
                  <a:pos x="335" y="292"/>
                </a:cxn>
                <a:cxn ang="0">
                  <a:pos x="312" y="294"/>
                </a:cxn>
              </a:cxnLst>
              <a:rect l="0" t="0" r="r" b="b"/>
              <a:pathLst>
                <a:path w="432" h="304">
                  <a:moveTo>
                    <a:pt x="312" y="294"/>
                  </a:moveTo>
                  <a:cubicBezTo>
                    <a:pt x="312" y="283"/>
                    <a:pt x="296" y="269"/>
                    <a:pt x="278" y="264"/>
                  </a:cubicBezTo>
                  <a:cubicBezTo>
                    <a:pt x="267" y="260"/>
                    <a:pt x="260" y="264"/>
                    <a:pt x="249" y="277"/>
                  </a:cubicBezTo>
                  <a:cubicBezTo>
                    <a:pt x="236" y="293"/>
                    <a:pt x="234" y="293"/>
                    <a:pt x="224" y="282"/>
                  </a:cubicBezTo>
                  <a:cubicBezTo>
                    <a:pt x="210" y="266"/>
                    <a:pt x="202" y="238"/>
                    <a:pt x="211" y="238"/>
                  </a:cubicBezTo>
                  <a:cubicBezTo>
                    <a:pt x="216" y="238"/>
                    <a:pt x="219" y="233"/>
                    <a:pt x="219" y="227"/>
                  </a:cubicBezTo>
                  <a:cubicBezTo>
                    <a:pt x="219" y="221"/>
                    <a:pt x="222" y="218"/>
                    <a:pt x="226" y="221"/>
                  </a:cubicBezTo>
                  <a:cubicBezTo>
                    <a:pt x="230" y="223"/>
                    <a:pt x="235" y="220"/>
                    <a:pt x="238" y="214"/>
                  </a:cubicBezTo>
                  <a:cubicBezTo>
                    <a:pt x="240" y="208"/>
                    <a:pt x="246" y="203"/>
                    <a:pt x="252" y="203"/>
                  </a:cubicBezTo>
                  <a:cubicBezTo>
                    <a:pt x="264" y="203"/>
                    <a:pt x="265" y="192"/>
                    <a:pt x="254" y="185"/>
                  </a:cubicBezTo>
                  <a:cubicBezTo>
                    <a:pt x="248" y="182"/>
                    <a:pt x="250" y="178"/>
                    <a:pt x="258" y="174"/>
                  </a:cubicBezTo>
                  <a:cubicBezTo>
                    <a:pt x="269" y="167"/>
                    <a:pt x="269" y="166"/>
                    <a:pt x="255" y="154"/>
                  </a:cubicBezTo>
                  <a:cubicBezTo>
                    <a:pt x="242" y="143"/>
                    <a:pt x="241" y="139"/>
                    <a:pt x="249" y="127"/>
                  </a:cubicBezTo>
                  <a:cubicBezTo>
                    <a:pt x="256" y="116"/>
                    <a:pt x="256" y="111"/>
                    <a:pt x="248" y="102"/>
                  </a:cubicBezTo>
                  <a:cubicBezTo>
                    <a:pt x="242" y="94"/>
                    <a:pt x="241" y="91"/>
                    <a:pt x="247" y="91"/>
                  </a:cubicBezTo>
                  <a:cubicBezTo>
                    <a:pt x="251" y="91"/>
                    <a:pt x="255" y="88"/>
                    <a:pt x="255" y="84"/>
                  </a:cubicBezTo>
                  <a:cubicBezTo>
                    <a:pt x="255" y="71"/>
                    <a:pt x="239" y="76"/>
                    <a:pt x="235" y="91"/>
                  </a:cubicBezTo>
                  <a:cubicBezTo>
                    <a:pt x="232" y="102"/>
                    <a:pt x="229" y="103"/>
                    <a:pt x="222" y="97"/>
                  </a:cubicBezTo>
                  <a:cubicBezTo>
                    <a:pt x="213" y="90"/>
                    <a:pt x="181" y="86"/>
                    <a:pt x="98" y="82"/>
                  </a:cubicBezTo>
                  <a:cubicBezTo>
                    <a:pt x="69" y="80"/>
                    <a:pt x="65" y="82"/>
                    <a:pt x="63" y="95"/>
                  </a:cubicBezTo>
                  <a:cubicBezTo>
                    <a:pt x="62" y="105"/>
                    <a:pt x="74" y="129"/>
                    <a:pt x="94" y="157"/>
                  </a:cubicBezTo>
                  <a:cubicBezTo>
                    <a:pt x="126" y="203"/>
                    <a:pt x="126" y="203"/>
                    <a:pt x="126" y="203"/>
                  </a:cubicBezTo>
                  <a:cubicBezTo>
                    <a:pt x="103" y="201"/>
                    <a:pt x="103" y="201"/>
                    <a:pt x="103" y="201"/>
                  </a:cubicBezTo>
                  <a:cubicBezTo>
                    <a:pt x="79" y="200"/>
                    <a:pt x="35" y="161"/>
                    <a:pt x="48" y="153"/>
                  </a:cubicBezTo>
                  <a:cubicBezTo>
                    <a:pt x="52" y="151"/>
                    <a:pt x="48" y="144"/>
                    <a:pt x="41" y="137"/>
                  </a:cubicBezTo>
                  <a:cubicBezTo>
                    <a:pt x="33" y="129"/>
                    <a:pt x="26" y="118"/>
                    <a:pt x="26" y="111"/>
                  </a:cubicBezTo>
                  <a:cubicBezTo>
                    <a:pt x="26" y="104"/>
                    <a:pt x="20" y="93"/>
                    <a:pt x="12" y="86"/>
                  </a:cubicBezTo>
                  <a:cubicBezTo>
                    <a:pt x="3" y="77"/>
                    <a:pt x="0" y="69"/>
                    <a:pt x="4" y="63"/>
                  </a:cubicBezTo>
                  <a:cubicBezTo>
                    <a:pt x="8" y="57"/>
                    <a:pt x="11" y="56"/>
                    <a:pt x="15" y="62"/>
                  </a:cubicBezTo>
                  <a:cubicBezTo>
                    <a:pt x="23" y="75"/>
                    <a:pt x="46" y="71"/>
                    <a:pt x="51" y="56"/>
                  </a:cubicBezTo>
                  <a:cubicBezTo>
                    <a:pt x="54" y="48"/>
                    <a:pt x="59" y="42"/>
                    <a:pt x="63" y="42"/>
                  </a:cubicBezTo>
                  <a:cubicBezTo>
                    <a:pt x="67" y="42"/>
                    <a:pt x="69" y="35"/>
                    <a:pt x="67" y="27"/>
                  </a:cubicBezTo>
                  <a:cubicBezTo>
                    <a:pt x="63" y="12"/>
                    <a:pt x="79" y="0"/>
                    <a:pt x="98" y="3"/>
                  </a:cubicBezTo>
                  <a:cubicBezTo>
                    <a:pt x="105" y="4"/>
                    <a:pt x="122" y="13"/>
                    <a:pt x="138" y="23"/>
                  </a:cubicBezTo>
                  <a:cubicBezTo>
                    <a:pt x="170" y="44"/>
                    <a:pt x="212" y="55"/>
                    <a:pt x="212" y="42"/>
                  </a:cubicBezTo>
                  <a:cubicBezTo>
                    <a:pt x="212" y="37"/>
                    <a:pt x="215" y="36"/>
                    <a:pt x="219" y="38"/>
                  </a:cubicBezTo>
                  <a:cubicBezTo>
                    <a:pt x="223" y="41"/>
                    <a:pt x="226" y="46"/>
                    <a:pt x="225" y="51"/>
                  </a:cubicBezTo>
                  <a:cubicBezTo>
                    <a:pt x="223" y="68"/>
                    <a:pt x="226" y="77"/>
                    <a:pt x="234" y="77"/>
                  </a:cubicBezTo>
                  <a:cubicBezTo>
                    <a:pt x="239" y="77"/>
                    <a:pt x="241" y="71"/>
                    <a:pt x="239" y="64"/>
                  </a:cubicBezTo>
                  <a:cubicBezTo>
                    <a:pt x="237" y="58"/>
                    <a:pt x="234" y="48"/>
                    <a:pt x="232" y="42"/>
                  </a:cubicBezTo>
                  <a:cubicBezTo>
                    <a:pt x="231" y="37"/>
                    <a:pt x="235" y="32"/>
                    <a:pt x="240" y="30"/>
                  </a:cubicBezTo>
                  <a:cubicBezTo>
                    <a:pt x="287" y="19"/>
                    <a:pt x="289" y="19"/>
                    <a:pt x="304" y="34"/>
                  </a:cubicBezTo>
                  <a:cubicBezTo>
                    <a:pt x="312" y="42"/>
                    <a:pt x="319" y="53"/>
                    <a:pt x="319" y="59"/>
                  </a:cubicBezTo>
                  <a:cubicBezTo>
                    <a:pt x="319" y="65"/>
                    <a:pt x="326" y="73"/>
                    <a:pt x="335" y="78"/>
                  </a:cubicBezTo>
                  <a:cubicBezTo>
                    <a:pt x="344" y="83"/>
                    <a:pt x="351" y="93"/>
                    <a:pt x="351" y="100"/>
                  </a:cubicBezTo>
                  <a:cubicBezTo>
                    <a:pt x="351" y="108"/>
                    <a:pt x="358" y="117"/>
                    <a:pt x="365" y="122"/>
                  </a:cubicBezTo>
                  <a:cubicBezTo>
                    <a:pt x="373" y="126"/>
                    <a:pt x="382" y="133"/>
                    <a:pt x="386" y="136"/>
                  </a:cubicBezTo>
                  <a:cubicBezTo>
                    <a:pt x="389" y="141"/>
                    <a:pt x="393" y="140"/>
                    <a:pt x="395" y="135"/>
                  </a:cubicBezTo>
                  <a:cubicBezTo>
                    <a:pt x="397" y="130"/>
                    <a:pt x="401" y="126"/>
                    <a:pt x="404" y="126"/>
                  </a:cubicBezTo>
                  <a:cubicBezTo>
                    <a:pt x="412" y="126"/>
                    <a:pt x="412" y="156"/>
                    <a:pt x="404" y="165"/>
                  </a:cubicBezTo>
                  <a:cubicBezTo>
                    <a:pt x="396" y="175"/>
                    <a:pt x="412" y="212"/>
                    <a:pt x="427" y="221"/>
                  </a:cubicBezTo>
                  <a:cubicBezTo>
                    <a:pt x="432" y="224"/>
                    <a:pt x="429" y="230"/>
                    <a:pt x="419" y="236"/>
                  </a:cubicBezTo>
                  <a:cubicBezTo>
                    <a:pt x="409" y="243"/>
                    <a:pt x="405" y="252"/>
                    <a:pt x="407" y="260"/>
                  </a:cubicBezTo>
                  <a:cubicBezTo>
                    <a:pt x="411" y="277"/>
                    <a:pt x="404" y="281"/>
                    <a:pt x="374" y="282"/>
                  </a:cubicBezTo>
                  <a:cubicBezTo>
                    <a:pt x="362" y="282"/>
                    <a:pt x="344" y="286"/>
                    <a:pt x="335" y="292"/>
                  </a:cubicBezTo>
                  <a:cubicBezTo>
                    <a:pt x="316" y="304"/>
                    <a:pt x="312" y="304"/>
                    <a:pt x="312" y="29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8" name="Freeform 20"/>
            <p:cNvSpPr>
              <a:spLocks/>
            </p:cNvSpPr>
            <p:nvPr/>
          </p:nvSpPr>
          <p:spPr bwMode="auto">
            <a:xfrm>
              <a:off x="4659313" y="3270250"/>
              <a:ext cx="911225" cy="876300"/>
            </a:xfrm>
            <a:custGeom>
              <a:avLst/>
              <a:gdLst/>
              <a:ahLst/>
              <a:cxnLst>
                <a:cxn ang="0">
                  <a:pos x="251" y="600"/>
                </a:cxn>
                <a:cxn ang="0">
                  <a:pos x="169" y="567"/>
                </a:cxn>
                <a:cxn ang="0">
                  <a:pos x="185" y="462"/>
                </a:cxn>
                <a:cxn ang="0">
                  <a:pos x="177" y="356"/>
                </a:cxn>
                <a:cxn ang="0">
                  <a:pos x="129" y="291"/>
                </a:cxn>
                <a:cxn ang="0">
                  <a:pos x="108" y="265"/>
                </a:cxn>
                <a:cxn ang="0">
                  <a:pos x="29" y="241"/>
                </a:cxn>
                <a:cxn ang="0">
                  <a:pos x="17" y="203"/>
                </a:cxn>
                <a:cxn ang="0">
                  <a:pos x="70" y="174"/>
                </a:cxn>
                <a:cxn ang="0">
                  <a:pos x="114" y="191"/>
                </a:cxn>
                <a:cxn ang="0">
                  <a:pos x="170" y="186"/>
                </a:cxn>
                <a:cxn ang="0">
                  <a:pos x="154" y="115"/>
                </a:cxn>
                <a:cxn ang="0">
                  <a:pos x="179" y="124"/>
                </a:cxn>
                <a:cxn ang="0">
                  <a:pos x="253" y="120"/>
                </a:cxn>
                <a:cxn ang="0">
                  <a:pos x="329" y="26"/>
                </a:cxn>
                <a:cxn ang="0">
                  <a:pos x="375" y="13"/>
                </a:cxn>
                <a:cxn ang="0">
                  <a:pos x="408" y="27"/>
                </a:cxn>
                <a:cxn ang="0">
                  <a:pos x="452" y="61"/>
                </a:cxn>
                <a:cxn ang="0">
                  <a:pos x="468" y="85"/>
                </a:cxn>
                <a:cxn ang="0">
                  <a:pos x="540" y="122"/>
                </a:cxn>
                <a:cxn ang="0">
                  <a:pos x="643" y="160"/>
                </a:cxn>
                <a:cxn ang="0">
                  <a:pos x="626" y="237"/>
                </a:cxn>
                <a:cxn ang="0">
                  <a:pos x="599" y="277"/>
                </a:cxn>
                <a:cxn ang="0">
                  <a:pos x="572" y="318"/>
                </a:cxn>
                <a:cxn ang="0">
                  <a:pos x="554" y="343"/>
                </a:cxn>
                <a:cxn ang="0">
                  <a:pos x="561" y="361"/>
                </a:cxn>
                <a:cxn ang="0">
                  <a:pos x="594" y="380"/>
                </a:cxn>
                <a:cxn ang="0">
                  <a:pos x="593" y="434"/>
                </a:cxn>
                <a:cxn ang="0">
                  <a:pos x="591" y="472"/>
                </a:cxn>
                <a:cxn ang="0">
                  <a:pos x="630" y="524"/>
                </a:cxn>
                <a:cxn ang="0">
                  <a:pos x="586" y="561"/>
                </a:cxn>
                <a:cxn ang="0">
                  <a:pos x="517" y="568"/>
                </a:cxn>
                <a:cxn ang="0">
                  <a:pos x="395" y="596"/>
                </a:cxn>
                <a:cxn ang="0">
                  <a:pos x="338" y="620"/>
                </a:cxn>
              </a:cxnLst>
              <a:rect l="0" t="0" r="r" b="b"/>
              <a:pathLst>
                <a:path w="653" h="629">
                  <a:moveTo>
                    <a:pt x="338" y="620"/>
                  </a:moveTo>
                  <a:cubicBezTo>
                    <a:pt x="330" y="606"/>
                    <a:pt x="293" y="598"/>
                    <a:pt x="251" y="600"/>
                  </a:cubicBezTo>
                  <a:cubicBezTo>
                    <a:pt x="211" y="602"/>
                    <a:pt x="168" y="587"/>
                    <a:pt x="176" y="574"/>
                  </a:cubicBezTo>
                  <a:cubicBezTo>
                    <a:pt x="178" y="570"/>
                    <a:pt x="175" y="567"/>
                    <a:pt x="169" y="567"/>
                  </a:cubicBezTo>
                  <a:cubicBezTo>
                    <a:pt x="160" y="567"/>
                    <a:pt x="160" y="564"/>
                    <a:pt x="169" y="541"/>
                  </a:cubicBezTo>
                  <a:cubicBezTo>
                    <a:pt x="174" y="526"/>
                    <a:pt x="181" y="491"/>
                    <a:pt x="185" y="462"/>
                  </a:cubicBezTo>
                  <a:cubicBezTo>
                    <a:pt x="190" y="415"/>
                    <a:pt x="188" y="398"/>
                    <a:pt x="191" y="384"/>
                  </a:cubicBezTo>
                  <a:cubicBezTo>
                    <a:pt x="195" y="367"/>
                    <a:pt x="192" y="362"/>
                    <a:pt x="177" y="356"/>
                  </a:cubicBezTo>
                  <a:cubicBezTo>
                    <a:pt x="156" y="346"/>
                    <a:pt x="134" y="317"/>
                    <a:pt x="140" y="307"/>
                  </a:cubicBezTo>
                  <a:cubicBezTo>
                    <a:pt x="142" y="304"/>
                    <a:pt x="137" y="296"/>
                    <a:pt x="129" y="291"/>
                  </a:cubicBezTo>
                  <a:cubicBezTo>
                    <a:pt x="120" y="285"/>
                    <a:pt x="115" y="277"/>
                    <a:pt x="118" y="273"/>
                  </a:cubicBezTo>
                  <a:cubicBezTo>
                    <a:pt x="121" y="268"/>
                    <a:pt x="117" y="265"/>
                    <a:pt x="108" y="265"/>
                  </a:cubicBezTo>
                  <a:cubicBezTo>
                    <a:pt x="100" y="265"/>
                    <a:pt x="80" y="259"/>
                    <a:pt x="64" y="251"/>
                  </a:cubicBezTo>
                  <a:cubicBezTo>
                    <a:pt x="49" y="243"/>
                    <a:pt x="33" y="238"/>
                    <a:pt x="29" y="241"/>
                  </a:cubicBezTo>
                  <a:cubicBezTo>
                    <a:pt x="24" y="243"/>
                    <a:pt x="23" y="239"/>
                    <a:pt x="26" y="228"/>
                  </a:cubicBezTo>
                  <a:cubicBezTo>
                    <a:pt x="29" y="215"/>
                    <a:pt x="27" y="208"/>
                    <a:pt x="17" y="203"/>
                  </a:cubicBezTo>
                  <a:cubicBezTo>
                    <a:pt x="0" y="193"/>
                    <a:pt x="9" y="186"/>
                    <a:pt x="38" y="185"/>
                  </a:cubicBezTo>
                  <a:cubicBezTo>
                    <a:pt x="51" y="184"/>
                    <a:pt x="65" y="179"/>
                    <a:pt x="70" y="174"/>
                  </a:cubicBezTo>
                  <a:cubicBezTo>
                    <a:pt x="78" y="164"/>
                    <a:pt x="81" y="165"/>
                    <a:pt x="92" y="180"/>
                  </a:cubicBezTo>
                  <a:cubicBezTo>
                    <a:pt x="100" y="190"/>
                    <a:pt x="109" y="195"/>
                    <a:pt x="114" y="191"/>
                  </a:cubicBezTo>
                  <a:cubicBezTo>
                    <a:pt x="119" y="189"/>
                    <a:pt x="133" y="186"/>
                    <a:pt x="146" y="186"/>
                  </a:cubicBezTo>
                  <a:cubicBezTo>
                    <a:pt x="170" y="186"/>
                    <a:pt x="170" y="186"/>
                    <a:pt x="170" y="186"/>
                  </a:cubicBezTo>
                  <a:cubicBezTo>
                    <a:pt x="165" y="157"/>
                    <a:pt x="165" y="157"/>
                    <a:pt x="165" y="157"/>
                  </a:cubicBezTo>
                  <a:cubicBezTo>
                    <a:pt x="162" y="141"/>
                    <a:pt x="157" y="122"/>
                    <a:pt x="154" y="115"/>
                  </a:cubicBezTo>
                  <a:cubicBezTo>
                    <a:pt x="149" y="103"/>
                    <a:pt x="150" y="103"/>
                    <a:pt x="164" y="110"/>
                  </a:cubicBezTo>
                  <a:cubicBezTo>
                    <a:pt x="172" y="114"/>
                    <a:pt x="179" y="121"/>
                    <a:pt x="179" y="124"/>
                  </a:cubicBezTo>
                  <a:cubicBezTo>
                    <a:pt x="179" y="131"/>
                    <a:pt x="232" y="140"/>
                    <a:pt x="246" y="134"/>
                  </a:cubicBezTo>
                  <a:cubicBezTo>
                    <a:pt x="252" y="132"/>
                    <a:pt x="255" y="126"/>
                    <a:pt x="253" y="120"/>
                  </a:cubicBezTo>
                  <a:cubicBezTo>
                    <a:pt x="250" y="113"/>
                    <a:pt x="259" y="106"/>
                    <a:pt x="281" y="96"/>
                  </a:cubicBezTo>
                  <a:cubicBezTo>
                    <a:pt x="313" y="82"/>
                    <a:pt x="329" y="59"/>
                    <a:pt x="329" y="26"/>
                  </a:cubicBezTo>
                  <a:cubicBezTo>
                    <a:pt x="329" y="18"/>
                    <a:pt x="338" y="10"/>
                    <a:pt x="350" y="6"/>
                  </a:cubicBezTo>
                  <a:cubicBezTo>
                    <a:pt x="368" y="0"/>
                    <a:pt x="371" y="1"/>
                    <a:pt x="375" y="13"/>
                  </a:cubicBezTo>
                  <a:cubicBezTo>
                    <a:pt x="377" y="24"/>
                    <a:pt x="382" y="26"/>
                    <a:pt x="393" y="23"/>
                  </a:cubicBezTo>
                  <a:cubicBezTo>
                    <a:pt x="403" y="20"/>
                    <a:pt x="408" y="21"/>
                    <a:pt x="408" y="27"/>
                  </a:cubicBezTo>
                  <a:cubicBezTo>
                    <a:pt x="408" y="40"/>
                    <a:pt x="431" y="59"/>
                    <a:pt x="442" y="56"/>
                  </a:cubicBezTo>
                  <a:cubicBezTo>
                    <a:pt x="447" y="54"/>
                    <a:pt x="451" y="56"/>
                    <a:pt x="452" y="61"/>
                  </a:cubicBezTo>
                  <a:cubicBezTo>
                    <a:pt x="452" y="65"/>
                    <a:pt x="453" y="72"/>
                    <a:pt x="454" y="77"/>
                  </a:cubicBezTo>
                  <a:cubicBezTo>
                    <a:pt x="454" y="82"/>
                    <a:pt x="461" y="85"/>
                    <a:pt x="468" y="85"/>
                  </a:cubicBezTo>
                  <a:cubicBezTo>
                    <a:pt x="475" y="84"/>
                    <a:pt x="490" y="92"/>
                    <a:pt x="502" y="102"/>
                  </a:cubicBezTo>
                  <a:cubicBezTo>
                    <a:pt x="513" y="112"/>
                    <a:pt x="530" y="121"/>
                    <a:pt x="540" y="122"/>
                  </a:cubicBezTo>
                  <a:cubicBezTo>
                    <a:pt x="550" y="123"/>
                    <a:pt x="576" y="132"/>
                    <a:pt x="597" y="141"/>
                  </a:cubicBezTo>
                  <a:cubicBezTo>
                    <a:pt x="618" y="151"/>
                    <a:pt x="639" y="160"/>
                    <a:pt x="643" y="160"/>
                  </a:cubicBezTo>
                  <a:cubicBezTo>
                    <a:pt x="653" y="160"/>
                    <a:pt x="653" y="171"/>
                    <a:pt x="642" y="190"/>
                  </a:cubicBezTo>
                  <a:cubicBezTo>
                    <a:pt x="638" y="198"/>
                    <a:pt x="630" y="219"/>
                    <a:pt x="626" y="237"/>
                  </a:cubicBezTo>
                  <a:cubicBezTo>
                    <a:pt x="621" y="256"/>
                    <a:pt x="614" y="269"/>
                    <a:pt x="607" y="269"/>
                  </a:cubicBezTo>
                  <a:cubicBezTo>
                    <a:pt x="602" y="269"/>
                    <a:pt x="598" y="273"/>
                    <a:pt x="599" y="277"/>
                  </a:cubicBezTo>
                  <a:cubicBezTo>
                    <a:pt x="600" y="281"/>
                    <a:pt x="594" y="290"/>
                    <a:pt x="586" y="297"/>
                  </a:cubicBezTo>
                  <a:cubicBezTo>
                    <a:pt x="579" y="304"/>
                    <a:pt x="572" y="313"/>
                    <a:pt x="572" y="318"/>
                  </a:cubicBezTo>
                  <a:cubicBezTo>
                    <a:pt x="572" y="323"/>
                    <a:pt x="567" y="329"/>
                    <a:pt x="561" y="331"/>
                  </a:cubicBezTo>
                  <a:cubicBezTo>
                    <a:pt x="555" y="333"/>
                    <a:pt x="552" y="338"/>
                    <a:pt x="554" y="343"/>
                  </a:cubicBezTo>
                  <a:cubicBezTo>
                    <a:pt x="557" y="347"/>
                    <a:pt x="555" y="355"/>
                    <a:pt x="550" y="362"/>
                  </a:cubicBezTo>
                  <a:cubicBezTo>
                    <a:pt x="541" y="372"/>
                    <a:pt x="543" y="372"/>
                    <a:pt x="561" y="361"/>
                  </a:cubicBezTo>
                  <a:cubicBezTo>
                    <a:pt x="581" y="348"/>
                    <a:pt x="582" y="348"/>
                    <a:pt x="591" y="360"/>
                  </a:cubicBezTo>
                  <a:cubicBezTo>
                    <a:pt x="597" y="368"/>
                    <a:pt x="598" y="376"/>
                    <a:pt x="594" y="380"/>
                  </a:cubicBezTo>
                  <a:cubicBezTo>
                    <a:pt x="590" y="384"/>
                    <a:pt x="591" y="394"/>
                    <a:pt x="598" y="406"/>
                  </a:cubicBezTo>
                  <a:cubicBezTo>
                    <a:pt x="607" y="425"/>
                    <a:pt x="607" y="427"/>
                    <a:pt x="593" y="434"/>
                  </a:cubicBezTo>
                  <a:cubicBezTo>
                    <a:pt x="581" y="440"/>
                    <a:pt x="580" y="444"/>
                    <a:pt x="587" y="452"/>
                  </a:cubicBezTo>
                  <a:cubicBezTo>
                    <a:pt x="591" y="457"/>
                    <a:pt x="593" y="466"/>
                    <a:pt x="591" y="472"/>
                  </a:cubicBezTo>
                  <a:cubicBezTo>
                    <a:pt x="586" y="486"/>
                    <a:pt x="613" y="518"/>
                    <a:pt x="627" y="513"/>
                  </a:cubicBezTo>
                  <a:cubicBezTo>
                    <a:pt x="636" y="510"/>
                    <a:pt x="637" y="511"/>
                    <a:pt x="630" y="524"/>
                  </a:cubicBezTo>
                  <a:cubicBezTo>
                    <a:pt x="625" y="532"/>
                    <a:pt x="619" y="539"/>
                    <a:pt x="615" y="539"/>
                  </a:cubicBezTo>
                  <a:cubicBezTo>
                    <a:pt x="611" y="539"/>
                    <a:pt x="598" y="549"/>
                    <a:pt x="586" y="561"/>
                  </a:cubicBezTo>
                  <a:cubicBezTo>
                    <a:pt x="573" y="574"/>
                    <a:pt x="559" y="581"/>
                    <a:pt x="552" y="579"/>
                  </a:cubicBezTo>
                  <a:cubicBezTo>
                    <a:pt x="545" y="577"/>
                    <a:pt x="530" y="572"/>
                    <a:pt x="517" y="568"/>
                  </a:cubicBezTo>
                  <a:cubicBezTo>
                    <a:pt x="456" y="548"/>
                    <a:pt x="454" y="548"/>
                    <a:pt x="425" y="564"/>
                  </a:cubicBezTo>
                  <a:cubicBezTo>
                    <a:pt x="407" y="574"/>
                    <a:pt x="396" y="585"/>
                    <a:pt x="395" y="596"/>
                  </a:cubicBezTo>
                  <a:cubicBezTo>
                    <a:pt x="393" y="605"/>
                    <a:pt x="390" y="616"/>
                    <a:pt x="387" y="619"/>
                  </a:cubicBezTo>
                  <a:cubicBezTo>
                    <a:pt x="377" y="628"/>
                    <a:pt x="344" y="629"/>
                    <a:pt x="338" y="620"/>
                  </a:cubicBezTo>
                  <a:close/>
                </a:path>
              </a:pathLst>
            </a:custGeom>
            <a:solidFill>
              <a:schemeClr val="accent2"/>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9" name="Freeform 21"/>
            <p:cNvSpPr>
              <a:spLocks/>
            </p:cNvSpPr>
            <p:nvPr/>
          </p:nvSpPr>
          <p:spPr bwMode="auto">
            <a:xfrm>
              <a:off x="6126163" y="3868738"/>
              <a:ext cx="258763" cy="265112"/>
            </a:xfrm>
            <a:custGeom>
              <a:avLst/>
              <a:gdLst/>
              <a:ahLst/>
              <a:cxnLst>
                <a:cxn ang="0">
                  <a:pos x="105" y="168"/>
                </a:cxn>
                <a:cxn ang="0">
                  <a:pos x="79" y="137"/>
                </a:cxn>
                <a:cxn ang="0">
                  <a:pos x="69" y="121"/>
                </a:cxn>
                <a:cxn ang="0">
                  <a:pos x="0" y="18"/>
                </a:cxn>
                <a:cxn ang="0">
                  <a:pos x="19" y="16"/>
                </a:cxn>
                <a:cxn ang="0">
                  <a:pos x="28" y="17"/>
                </a:cxn>
                <a:cxn ang="0">
                  <a:pos x="48" y="8"/>
                </a:cxn>
                <a:cxn ang="0">
                  <a:pos x="103" y="14"/>
                </a:cxn>
                <a:cxn ang="0">
                  <a:pos x="147" y="25"/>
                </a:cxn>
                <a:cxn ang="0">
                  <a:pos x="168" y="29"/>
                </a:cxn>
                <a:cxn ang="0">
                  <a:pos x="179" y="36"/>
                </a:cxn>
                <a:cxn ang="0">
                  <a:pos x="171" y="46"/>
                </a:cxn>
                <a:cxn ang="0">
                  <a:pos x="164" y="60"/>
                </a:cxn>
                <a:cxn ang="0">
                  <a:pos x="171" y="74"/>
                </a:cxn>
                <a:cxn ang="0">
                  <a:pos x="174" y="85"/>
                </a:cxn>
                <a:cxn ang="0">
                  <a:pos x="179" y="106"/>
                </a:cxn>
                <a:cxn ang="0">
                  <a:pos x="173" y="116"/>
                </a:cxn>
                <a:cxn ang="0">
                  <a:pos x="162" y="128"/>
                </a:cxn>
                <a:cxn ang="0">
                  <a:pos x="159" y="135"/>
                </a:cxn>
                <a:cxn ang="0">
                  <a:pos x="133" y="176"/>
                </a:cxn>
                <a:cxn ang="0">
                  <a:pos x="105" y="168"/>
                </a:cxn>
              </a:cxnLst>
              <a:rect l="0" t="0" r="r" b="b"/>
              <a:pathLst>
                <a:path w="186" h="190">
                  <a:moveTo>
                    <a:pt x="105" y="168"/>
                  </a:moveTo>
                  <a:cubicBezTo>
                    <a:pt x="91" y="157"/>
                    <a:pt x="79" y="144"/>
                    <a:pt x="79" y="137"/>
                  </a:cubicBezTo>
                  <a:cubicBezTo>
                    <a:pt x="79" y="130"/>
                    <a:pt x="74" y="123"/>
                    <a:pt x="69" y="121"/>
                  </a:cubicBezTo>
                  <a:cubicBezTo>
                    <a:pt x="55" y="116"/>
                    <a:pt x="0" y="33"/>
                    <a:pt x="0" y="18"/>
                  </a:cubicBezTo>
                  <a:cubicBezTo>
                    <a:pt x="0" y="0"/>
                    <a:pt x="6" y="0"/>
                    <a:pt x="19" y="16"/>
                  </a:cubicBezTo>
                  <a:cubicBezTo>
                    <a:pt x="27" y="27"/>
                    <a:pt x="28" y="27"/>
                    <a:pt x="28" y="17"/>
                  </a:cubicBezTo>
                  <a:cubicBezTo>
                    <a:pt x="28" y="9"/>
                    <a:pt x="34" y="6"/>
                    <a:pt x="48" y="8"/>
                  </a:cubicBezTo>
                  <a:cubicBezTo>
                    <a:pt x="59" y="10"/>
                    <a:pt x="84" y="13"/>
                    <a:pt x="103" y="14"/>
                  </a:cubicBezTo>
                  <a:cubicBezTo>
                    <a:pt x="122" y="16"/>
                    <a:pt x="142" y="21"/>
                    <a:pt x="147" y="25"/>
                  </a:cubicBezTo>
                  <a:cubicBezTo>
                    <a:pt x="153" y="30"/>
                    <a:pt x="162" y="32"/>
                    <a:pt x="168" y="29"/>
                  </a:cubicBezTo>
                  <a:cubicBezTo>
                    <a:pt x="174" y="27"/>
                    <a:pt x="179" y="29"/>
                    <a:pt x="179" y="36"/>
                  </a:cubicBezTo>
                  <a:cubicBezTo>
                    <a:pt x="179" y="41"/>
                    <a:pt x="175" y="46"/>
                    <a:pt x="171" y="46"/>
                  </a:cubicBezTo>
                  <a:cubicBezTo>
                    <a:pt x="167" y="46"/>
                    <a:pt x="164" y="52"/>
                    <a:pt x="164" y="60"/>
                  </a:cubicBezTo>
                  <a:cubicBezTo>
                    <a:pt x="164" y="68"/>
                    <a:pt x="167" y="74"/>
                    <a:pt x="171" y="74"/>
                  </a:cubicBezTo>
                  <a:cubicBezTo>
                    <a:pt x="175" y="74"/>
                    <a:pt x="176" y="79"/>
                    <a:pt x="174" y="85"/>
                  </a:cubicBezTo>
                  <a:cubicBezTo>
                    <a:pt x="172" y="90"/>
                    <a:pt x="174" y="100"/>
                    <a:pt x="179" y="106"/>
                  </a:cubicBezTo>
                  <a:cubicBezTo>
                    <a:pt x="186" y="114"/>
                    <a:pt x="185" y="116"/>
                    <a:pt x="173" y="116"/>
                  </a:cubicBezTo>
                  <a:cubicBezTo>
                    <a:pt x="162" y="116"/>
                    <a:pt x="159" y="119"/>
                    <a:pt x="162" y="128"/>
                  </a:cubicBezTo>
                  <a:cubicBezTo>
                    <a:pt x="165" y="135"/>
                    <a:pt x="164" y="138"/>
                    <a:pt x="159" y="135"/>
                  </a:cubicBezTo>
                  <a:cubicBezTo>
                    <a:pt x="149" y="129"/>
                    <a:pt x="128" y="162"/>
                    <a:pt x="133" y="176"/>
                  </a:cubicBezTo>
                  <a:cubicBezTo>
                    <a:pt x="139" y="190"/>
                    <a:pt x="136" y="190"/>
                    <a:pt x="105" y="16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0" name="Freeform 22"/>
            <p:cNvSpPr>
              <a:spLocks/>
            </p:cNvSpPr>
            <p:nvPr/>
          </p:nvSpPr>
          <p:spPr bwMode="auto">
            <a:xfrm>
              <a:off x="6453188" y="3560763"/>
              <a:ext cx="658813" cy="463550"/>
            </a:xfrm>
            <a:custGeom>
              <a:avLst/>
              <a:gdLst/>
              <a:ahLst/>
              <a:cxnLst>
                <a:cxn ang="0">
                  <a:pos x="171" y="322"/>
                </a:cxn>
                <a:cxn ang="0">
                  <a:pos x="145" y="316"/>
                </a:cxn>
                <a:cxn ang="0">
                  <a:pos x="133" y="309"/>
                </a:cxn>
                <a:cxn ang="0">
                  <a:pos x="121" y="288"/>
                </a:cxn>
                <a:cxn ang="0">
                  <a:pos x="114" y="274"/>
                </a:cxn>
                <a:cxn ang="0">
                  <a:pos x="119" y="267"/>
                </a:cxn>
                <a:cxn ang="0">
                  <a:pos x="94" y="261"/>
                </a:cxn>
                <a:cxn ang="0">
                  <a:pos x="54" y="234"/>
                </a:cxn>
                <a:cxn ang="0">
                  <a:pos x="40" y="216"/>
                </a:cxn>
                <a:cxn ang="0">
                  <a:pos x="22" y="196"/>
                </a:cxn>
                <a:cxn ang="0">
                  <a:pos x="10" y="175"/>
                </a:cxn>
                <a:cxn ang="0">
                  <a:pos x="4" y="164"/>
                </a:cxn>
                <a:cxn ang="0">
                  <a:pos x="51" y="126"/>
                </a:cxn>
                <a:cxn ang="0">
                  <a:pos x="101" y="45"/>
                </a:cxn>
                <a:cxn ang="0">
                  <a:pos x="117" y="36"/>
                </a:cxn>
                <a:cxn ang="0">
                  <a:pos x="155" y="27"/>
                </a:cxn>
                <a:cxn ang="0">
                  <a:pos x="193" y="30"/>
                </a:cxn>
                <a:cxn ang="0">
                  <a:pos x="216" y="37"/>
                </a:cxn>
                <a:cxn ang="0">
                  <a:pos x="256" y="36"/>
                </a:cxn>
                <a:cxn ang="0">
                  <a:pos x="301" y="16"/>
                </a:cxn>
                <a:cxn ang="0">
                  <a:pos x="358" y="58"/>
                </a:cxn>
                <a:cxn ang="0">
                  <a:pos x="390" y="153"/>
                </a:cxn>
                <a:cxn ang="0">
                  <a:pos x="397" y="211"/>
                </a:cxn>
                <a:cxn ang="0">
                  <a:pos x="442" y="217"/>
                </a:cxn>
                <a:cxn ang="0">
                  <a:pos x="472" y="224"/>
                </a:cxn>
                <a:cxn ang="0">
                  <a:pos x="445" y="247"/>
                </a:cxn>
                <a:cxn ang="0">
                  <a:pos x="437" y="239"/>
                </a:cxn>
                <a:cxn ang="0">
                  <a:pos x="415" y="308"/>
                </a:cxn>
                <a:cxn ang="0">
                  <a:pos x="401" y="323"/>
                </a:cxn>
                <a:cxn ang="0">
                  <a:pos x="387" y="317"/>
                </a:cxn>
                <a:cxn ang="0">
                  <a:pos x="318" y="298"/>
                </a:cxn>
                <a:cxn ang="0">
                  <a:pos x="281" y="315"/>
                </a:cxn>
                <a:cxn ang="0">
                  <a:pos x="171" y="322"/>
                </a:cxn>
              </a:cxnLst>
              <a:rect l="0" t="0" r="r" b="b"/>
              <a:pathLst>
                <a:path w="472" h="332">
                  <a:moveTo>
                    <a:pt x="171" y="322"/>
                  </a:moveTo>
                  <a:cubicBezTo>
                    <a:pt x="166" y="319"/>
                    <a:pt x="154" y="316"/>
                    <a:pt x="145" y="316"/>
                  </a:cubicBezTo>
                  <a:cubicBezTo>
                    <a:pt x="136" y="316"/>
                    <a:pt x="130" y="313"/>
                    <a:pt x="133" y="309"/>
                  </a:cubicBezTo>
                  <a:cubicBezTo>
                    <a:pt x="136" y="305"/>
                    <a:pt x="130" y="295"/>
                    <a:pt x="121" y="288"/>
                  </a:cubicBezTo>
                  <a:cubicBezTo>
                    <a:pt x="111" y="280"/>
                    <a:pt x="108" y="274"/>
                    <a:pt x="114" y="274"/>
                  </a:cubicBezTo>
                  <a:cubicBezTo>
                    <a:pt x="119" y="274"/>
                    <a:pt x="121" y="271"/>
                    <a:pt x="119" y="267"/>
                  </a:cubicBezTo>
                  <a:cubicBezTo>
                    <a:pt x="117" y="264"/>
                    <a:pt x="105" y="261"/>
                    <a:pt x="94" y="261"/>
                  </a:cubicBezTo>
                  <a:cubicBezTo>
                    <a:pt x="69" y="262"/>
                    <a:pt x="48" y="248"/>
                    <a:pt x="54" y="234"/>
                  </a:cubicBezTo>
                  <a:cubicBezTo>
                    <a:pt x="56" y="228"/>
                    <a:pt x="50" y="221"/>
                    <a:pt x="40" y="216"/>
                  </a:cubicBezTo>
                  <a:cubicBezTo>
                    <a:pt x="30" y="212"/>
                    <a:pt x="22" y="203"/>
                    <a:pt x="22" y="196"/>
                  </a:cubicBezTo>
                  <a:cubicBezTo>
                    <a:pt x="22" y="189"/>
                    <a:pt x="17" y="180"/>
                    <a:pt x="10" y="175"/>
                  </a:cubicBezTo>
                  <a:cubicBezTo>
                    <a:pt x="3" y="171"/>
                    <a:pt x="0" y="166"/>
                    <a:pt x="4" y="164"/>
                  </a:cubicBezTo>
                  <a:cubicBezTo>
                    <a:pt x="37" y="150"/>
                    <a:pt x="47" y="141"/>
                    <a:pt x="51" y="126"/>
                  </a:cubicBezTo>
                  <a:cubicBezTo>
                    <a:pt x="56" y="108"/>
                    <a:pt x="101" y="35"/>
                    <a:pt x="101" y="45"/>
                  </a:cubicBezTo>
                  <a:cubicBezTo>
                    <a:pt x="101" y="49"/>
                    <a:pt x="108" y="45"/>
                    <a:pt x="117" y="36"/>
                  </a:cubicBezTo>
                  <a:cubicBezTo>
                    <a:pt x="130" y="24"/>
                    <a:pt x="138" y="22"/>
                    <a:pt x="155" y="27"/>
                  </a:cubicBezTo>
                  <a:cubicBezTo>
                    <a:pt x="166" y="30"/>
                    <a:pt x="184" y="32"/>
                    <a:pt x="193" y="30"/>
                  </a:cubicBezTo>
                  <a:cubicBezTo>
                    <a:pt x="203" y="29"/>
                    <a:pt x="213" y="32"/>
                    <a:pt x="216" y="37"/>
                  </a:cubicBezTo>
                  <a:cubicBezTo>
                    <a:pt x="221" y="46"/>
                    <a:pt x="227" y="46"/>
                    <a:pt x="256" y="36"/>
                  </a:cubicBezTo>
                  <a:cubicBezTo>
                    <a:pt x="275" y="31"/>
                    <a:pt x="295" y="21"/>
                    <a:pt x="301" y="16"/>
                  </a:cubicBezTo>
                  <a:cubicBezTo>
                    <a:pt x="320" y="0"/>
                    <a:pt x="326" y="5"/>
                    <a:pt x="358" y="58"/>
                  </a:cubicBezTo>
                  <a:cubicBezTo>
                    <a:pt x="383" y="100"/>
                    <a:pt x="388" y="116"/>
                    <a:pt x="390" y="153"/>
                  </a:cubicBezTo>
                  <a:cubicBezTo>
                    <a:pt x="392" y="177"/>
                    <a:pt x="395" y="203"/>
                    <a:pt x="397" y="211"/>
                  </a:cubicBezTo>
                  <a:cubicBezTo>
                    <a:pt x="402" y="226"/>
                    <a:pt x="429" y="230"/>
                    <a:pt x="442" y="217"/>
                  </a:cubicBezTo>
                  <a:cubicBezTo>
                    <a:pt x="451" y="208"/>
                    <a:pt x="472" y="213"/>
                    <a:pt x="472" y="224"/>
                  </a:cubicBezTo>
                  <a:cubicBezTo>
                    <a:pt x="472" y="235"/>
                    <a:pt x="448" y="256"/>
                    <a:pt x="445" y="247"/>
                  </a:cubicBezTo>
                  <a:cubicBezTo>
                    <a:pt x="444" y="242"/>
                    <a:pt x="440" y="239"/>
                    <a:pt x="437" y="239"/>
                  </a:cubicBezTo>
                  <a:cubicBezTo>
                    <a:pt x="431" y="239"/>
                    <a:pt x="415" y="287"/>
                    <a:pt x="415" y="308"/>
                  </a:cubicBezTo>
                  <a:cubicBezTo>
                    <a:pt x="415" y="318"/>
                    <a:pt x="411" y="323"/>
                    <a:pt x="401" y="323"/>
                  </a:cubicBezTo>
                  <a:cubicBezTo>
                    <a:pt x="393" y="323"/>
                    <a:pt x="387" y="320"/>
                    <a:pt x="387" y="317"/>
                  </a:cubicBezTo>
                  <a:cubicBezTo>
                    <a:pt x="387" y="306"/>
                    <a:pt x="338" y="293"/>
                    <a:pt x="318" y="298"/>
                  </a:cubicBezTo>
                  <a:cubicBezTo>
                    <a:pt x="308" y="301"/>
                    <a:pt x="291" y="308"/>
                    <a:pt x="281" y="315"/>
                  </a:cubicBezTo>
                  <a:cubicBezTo>
                    <a:pt x="261" y="327"/>
                    <a:pt x="187" y="332"/>
                    <a:pt x="171" y="32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1" name="Freeform 23"/>
            <p:cNvSpPr>
              <a:spLocks/>
            </p:cNvSpPr>
            <p:nvPr/>
          </p:nvSpPr>
          <p:spPr bwMode="auto">
            <a:xfrm>
              <a:off x="6578600" y="3113088"/>
              <a:ext cx="1281113" cy="836612"/>
            </a:xfrm>
            <a:custGeom>
              <a:avLst/>
              <a:gdLst/>
              <a:ahLst/>
              <a:cxnLst>
                <a:cxn ang="0">
                  <a:pos x="581" y="575"/>
                </a:cxn>
                <a:cxn ang="0">
                  <a:pos x="537" y="526"/>
                </a:cxn>
                <a:cxn ang="0">
                  <a:pos x="554" y="477"/>
                </a:cxn>
                <a:cxn ang="0">
                  <a:pos x="511" y="461"/>
                </a:cxn>
                <a:cxn ang="0">
                  <a:pos x="483" y="437"/>
                </a:cxn>
                <a:cxn ang="0">
                  <a:pos x="331" y="536"/>
                </a:cxn>
                <a:cxn ang="0">
                  <a:pos x="375" y="461"/>
                </a:cxn>
                <a:cxn ang="0">
                  <a:pos x="404" y="454"/>
                </a:cxn>
                <a:cxn ang="0">
                  <a:pos x="393" y="426"/>
                </a:cxn>
                <a:cxn ang="0">
                  <a:pos x="371" y="384"/>
                </a:cxn>
                <a:cxn ang="0">
                  <a:pos x="355" y="341"/>
                </a:cxn>
                <a:cxn ang="0">
                  <a:pos x="129" y="351"/>
                </a:cxn>
                <a:cxn ang="0">
                  <a:pos x="15" y="321"/>
                </a:cxn>
                <a:cxn ang="0">
                  <a:pos x="36" y="257"/>
                </a:cxn>
                <a:cxn ang="0">
                  <a:pos x="89" y="166"/>
                </a:cxn>
                <a:cxn ang="0">
                  <a:pos x="100" y="138"/>
                </a:cxn>
                <a:cxn ang="0">
                  <a:pos x="89" y="68"/>
                </a:cxn>
                <a:cxn ang="0">
                  <a:pos x="255" y="63"/>
                </a:cxn>
                <a:cxn ang="0">
                  <a:pos x="329" y="76"/>
                </a:cxn>
                <a:cxn ang="0">
                  <a:pos x="368" y="75"/>
                </a:cxn>
                <a:cxn ang="0">
                  <a:pos x="413" y="85"/>
                </a:cxn>
                <a:cxn ang="0">
                  <a:pos x="488" y="29"/>
                </a:cxn>
                <a:cxn ang="0">
                  <a:pos x="539" y="16"/>
                </a:cxn>
                <a:cxn ang="0">
                  <a:pos x="608" y="33"/>
                </a:cxn>
                <a:cxn ang="0">
                  <a:pos x="609" y="75"/>
                </a:cxn>
                <a:cxn ang="0">
                  <a:pos x="673" y="136"/>
                </a:cxn>
                <a:cxn ang="0">
                  <a:pos x="697" y="162"/>
                </a:cxn>
                <a:cxn ang="0">
                  <a:pos x="749" y="170"/>
                </a:cxn>
                <a:cxn ang="0">
                  <a:pos x="811" y="198"/>
                </a:cxn>
                <a:cxn ang="0">
                  <a:pos x="906" y="254"/>
                </a:cxn>
                <a:cxn ang="0">
                  <a:pos x="894" y="345"/>
                </a:cxn>
                <a:cxn ang="0">
                  <a:pos x="832" y="370"/>
                </a:cxn>
                <a:cxn ang="0">
                  <a:pos x="786" y="412"/>
                </a:cxn>
                <a:cxn ang="0">
                  <a:pos x="735" y="433"/>
                </a:cxn>
                <a:cxn ang="0">
                  <a:pos x="667" y="457"/>
                </a:cxn>
                <a:cxn ang="0">
                  <a:pos x="630" y="509"/>
                </a:cxn>
                <a:cxn ang="0">
                  <a:pos x="685" y="542"/>
                </a:cxn>
                <a:cxn ang="0">
                  <a:pos x="725" y="541"/>
                </a:cxn>
                <a:cxn ang="0">
                  <a:pos x="664" y="563"/>
                </a:cxn>
                <a:cxn ang="0">
                  <a:pos x="615" y="587"/>
                </a:cxn>
              </a:cxnLst>
              <a:rect l="0" t="0" r="r" b="b"/>
              <a:pathLst>
                <a:path w="918" h="599">
                  <a:moveTo>
                    <a:pt x="585" y="597"/>
                  </a:moveTo>
                  <a:cubicBezTo>
                    <a:pt x="581" y="596"/>
                    <a:pt x="579" y="586"/>
                    <a:pt x="581" y="575"/>
                  </a:cubicBezTo>
                  <a:cubicBezTo>
                    <a:pt x="583" y="558"/>
                    <a:pt x="580" y="552"/>
                    <a:pt x="560" y="540"/>
                  </a:cubicBezTo>
                  <a:cubicBezTo>
                    <a:pt x="537" y="526"/>
                    <a:pt x="537" y="526"/>
                    <a:pt x="537" y="526"/>
                  </a:cubicBezTo>
                  <a:cubicBezTo>
                    <a:pt x="563" y="513"/>
                    <a:pt x="563" y="513"/>
                    <a:pt x="563" y="513"/>
                  </a:cubicBezTo>
                  <a:cubicBezTo>
                    <a:pt x="600" y="496"/>
                    <a:pt x="596" y="480"/>
                    <a:pt x="554" y="477"/>
                  </a:cubicBezTo>
                  <a:cubicBezTo>
                    <a:pt x="536" y="476"/>
                    <a:pt x="517" y="473"/>
                    <a:pt x="511" y="471"/>
                  </a:cubicBezTo>
                  <a:cubicBezTo>
                    <a:pt x="502" y="468"/>
                    <a:pt x="502" y="467"/>
                    <a:pt x="511" y="461"/>
                  </a:cubicBezTo>
                  <a:cubicBezTo>
                    <a:pt x="520" y="456"/>
                    <a:pt x="520" y="453"/>
                    <a:pt x="508" y="445"/>
                  </a:cubicBezTo>
                  <a:cubicBezTo>
                    <a:pt x="500" y="440"/>
                    <a:pt x="489" y="436"/>
                    <a:pt x="483" y="437"/>
                  </a:cubicBezTo>
                  <a:cubicBezTo>
                    <a:pt x="440" y="445"/>
                    <a:pt x="432" y="449"/>
                    <a:pt x="432" y="459"/>
                  </a:cubicBezTo>
                  <a:cubicBezTo>
                    <a:pt x="432" y="481"/>
                    <a:pt x="369" y="529"/>
                    <a:pt x="331" y="536"/>
                  </a:cubicBezTo>
                  <a:cubicBezTo>
                    <a:pt x="316" y="539"/>
                    <a:pt x="319" y="530"/>
                    <a:pt x="347" y="484"/>
                  </a:cubicBezTo>
                  <a:cubicBezTo>
                    <a:pt x="364" y="456"/>
                    <a:pt x="375" y="446"/>
                    <a:pt x="375" y="461"/>
                  </a:cubicBezTo>
                  <a:cubicBezTo>
                    <a:pt x="375" y="465"/>
                    <a:pt x="382" y="466"/>
                    <a:pt x="390" y="465"/>
                  </a:cubicBezTo>
                  <a:cubicBezTo>
                    <a:pt x="408" y="461"/>
                    <a:pt x="417" y="454"/>
                    <a:pt x="404" y="454"/>
                  </a:cubicBezTo>
                  <a:cubicBezTo>
                    <a:pt x="399" y="454"/>
                    <a:pt x="397" y="450"/>
                    <a:pt x="399" y="444"/>
                  </a:cubicBezTo>
                  <a:cubicBezTo>
                    <a:pt x="401" y="439"/>
                    <a:pt x="398" y="430"/>
                    <a:pt x="393" y="426"/>
                  </a:cubicBezTo>
                  <a:cubicBezTo>
                    <a:pt x="387" y="421"/>
                    <a:pt x="382" y="410"/>
                    <a:pt x="382" y="401"/>
                  </a:cubicBezTo>
                  <a:cubicBezTo>
                    <a:pt x="382" y="390"/>
                    <a:pt x="378" y="384"/>
                    <a:pt x="371" y="384"/>
                  </a:cubicBezTo>
                  <a:cubicBezTo>
                    <a:pt x="362" y="384"/>
                    <a:pt x="360" y="380"/>
                    <a:pt x="363" y="368"/>
                  </a:cubicBezTo>
                  <a:cubicBezTo>
                    <a:pt x="366" y="357"/>
                    <a:pt x="363" y="348"/>
                    <a:pt x="355" y="341"/>
                  </a:cubicBezTo>
                  <a:cubicBezTo>
                    <a:pt x="317" y="310"/>
                    <a:pt x="237" y="300"/>
                    <a:pt x="217" y="323"/>
                  </a:cubicBezTo>
                  <a:cubicBezTo>
                    <a:pt x="201" y="343"/>
                    <a:pt x="134" y="364"/>
                    <a:pt x="129" y="351"/>
                  </a:cubicBezTo>
                  <a:cubicBezTo>
                    <a:pt x="127" y="346"/>
                    <a:pt x="117" y="342"/>
                    <a:pt x="106" y="343"/>
                  </a:cubicBezTo>
                  <a:cubicBezTo>
                    <a:pt x="73" y="346"/>
                    <a:pt x="27" y="335"/>
                    <a:pt x="15" y="321"/>
                  </a:cubicBezTo>
                  <a:cubicBezTo>
                    <a:pt x="0" y="305"/>
                    <a:pt x="12" y="263"/>
                    <a:pt x="30" y="270"/>
                  </a:cubicBezTo>
                  <a:cubicBezTo>
                    <a:pt x="39" y="273"/>
                    <a:pt x="41" y="271"/>
                    <a:pt x="36" y="257"/>
                  </a:cubicBezTo>
                  <a:cubicBezTo>
                    <a:pt x="34" y="248"/>
                    <a:pt x="31" y="237"/>
                    <a:pt x="30" y="232"/>
                  </a:cubicBezTo>
                  <a:cubicBezTo>
                    <a:pt x="28" y="223"/>
                    <a:pt x="79" y="166"/>
                    <a:pt x="89" y="166"/>
                  </a:cubicBezTo>
                  <a:cubicBezTo>
                    <a:pt x="93" y="166"/>
                    <a:pt x="97" y="162"/>
                    <a:pt x="98" y="157"/>
                  </a:cubicBezTo>
                  <a:cubicBezTo>
                    <a:pt x="98" y="152"/>
                    <a:pt x="99" y="144"/>
                    <a:pt x="100" y="138"/>
                  </a:cubicBezTo>
                  <a:cubicBezTo>
                    <a:pt x="100" y="132"/>
                    <a:pt x="96" y="120"/>
                    <a:pt x="89" y="110"/>
                  </a:cubicBezTo>
                  <a:cubicBezTo>
                    <a:pt x="78" y="92"/>
                    <a:pt x="78" y="68"/>
                    <a:pt x="89" y="68"/>
                  </a:cubicBezTo>
                  <a:cubicBezTo>
                    <a:pt x="93" y="68"/>
                    <a:pt x="101" y="63"/>
                    <a:pt x="107" y="57"/>
                  </a:cubicBezTo>
                  <a:cubicBezTo>
                    <a:pt x="125" y="38"/>
                    <a:pt x="242" y="43"/>
                    <a:pt x="255" y="63"/>
                  </a:cubicBezTo>
                  <a:cubicBezTo>
                    <a:pt x="257" y="66"/>
                    <a:pt x="274" y="70"/>
                    <a:pt x="292" y="70"/>
                  </a:cubicBezTo>
                  <a:cubicBezTo>
                    <a:pt x="309" y="71"/>
                    <a:pt x="326" y="74"/>
                    <a:pt x="329" y="76"/>
                  </a:cubicBezTo>
                  <a:cubicBezTo>
                    <a:pt x="332" y="79"/>
                    <a:pt x="339" y="78"/>
                    <a:pt x="344" y="74"/>
                  </a:cubicBezTo>
                  <a:cubicBezTo>
                    <a:pt x="350" y="69"/>
                    <a:pt x="357" y="69"/>
                    <a:pt x="368" y="75"/>
                  </a:cubicBezTo>
                  <a:cubicBezTo>
                    <a:pt x="376" y="79"/>
                    <a:pt x="389" y="81"/>
                    <a:pt x="396" y="78"/>
                  </a:cubicBezTo>
                  <a:cubicBezTo>
                    <a:pt x="404" y="76"/>
                    <a:pt x="411" y="78"/>
                    <a:pt x="413" y="85"/>
                  </a:cubicBezTo>
                  <a:cubicBezTo>
                    <a:pt x="421" y="104"/>
                    <a:pt x="432" y="96"/>
                    <a:pt x="432" y="72"/>
                  </a:cubicBezTo>
                  <a:cubicBezTo>
                    <a:pt x="432" y="42"/>
                    <a:pt x="446" y="31"/>
                    <a:pt x="488" y="29"/>
                  </a:cubicBezTo>
                  <a:cubicBezTo>
                    <a:pt x="506" y="29"/>
                    <a:pt x="522" y="25"/>
                    <a:pt x="523" y="21"/>
                  </a:cubicBezTo>
                  <a:cubicBezTo>
                    <a:pt x="525" y="16"/>
                    <a:pt x="532" y="14"/>
                    <a:pt x="539" y="16"/>
                  </a:cubicBezTo>
                  <a:cubicBezTo>
                    <a:pt x="546" y="18"/>
                    <a:pt x="554" y="17"/>
                    <a:pt x="556" y="13"/>
                  </a:cubicBezTo>
                  <a:cubicBezTo>
                    <a:pt x="565" y="0"/>
                    <a:pt x="597" y="13"/>
                    <a:pt x="608" y="33"/>
                  </a:cubicBezTo>
                  <a:cubicBezTo>
                    <a:pt x="614" y="45"/>
                    <a:pt x="616" y="54"/>
                    <a:pt x="612" y="54"/>
                  </a:cubicBezTo>
                  <a:cubicBezTo>
                    <a:pt x="609" y="54"/>
                    <a:pt x="608" y="63"/>
                    <a:pt x="609" y="75"/>
                  </a:cubicBezTo>
                  <a:cubicBezTo>
                    <a:pt x="612" y="95"/>
                    <a:pt x="620" y="99"/>
                    <a:pt x="645" y="96"/>
                  </a:cubicBezTo>
                  <a:cubicBezTo>
                    <a:pt x="655" y="95"/>
                    <a:pt x="679" y="129"/>
                    <a:pt x="673" y="136"/>
                  </a:cubicBezTo>
                  <a:cubicBezTo>
                    <a:pt x="671" y="138"/>
                    <a:pt x="672" y="146"/>
                    <a:pt x="676" y="153"/>
                  </a:cubicBezTo>
                  <a:cubicBezTo>
                    <a:pt x="681" y="162"/>
                    <a:pt x="688" y="165"/>
                    <a:pt x="697" y="162"/>
                  </a:cubicBezTo>
                  <a:cubicBezTo>
                    <a:pt x="705" y="160"/>
                    <a:pt x="716" y="163"/>
                    <a:pt x="722" y="169"/>
                  </a:cubicBezTo>
                  <a:cubicBezTo>
                    <a:pt x="732" y="179"/>
                    <a:pt x="735" y="179"/>
                    <a:pt x="749" y="170"/>
                  </a:cubicBezTo>
                  <a:cubicBezTo>
                    <a:pt x="771" y="155"/>
                    <a:pt x="778" y="156"/>
                    <a:pt x="792" y="180"/>
                  </a:cubicBezTo>
                  <a:cubicBezTo>
                    <a:pt x="799" y="192"/>
                    <a:pt x="808" y="200"/>
                    <a:pt x="811" y="198"/>
                  </a:cubicBezTo>
                  <a:cubicBezTo>
                    <a:pt x="820" y="193"/>
                    <a:pt x="884" y="215"/>
                    <a:pt x="904" y="229"/>
                  </a:cubicBezTo>
                  <a:cubicBezTo>
                    <a:pt x="918" y="240"/>
                    <a:pt x="918" y="241"/>
                    <a:pt x="906" y="254"/>
                  </a:cubicBezTo>
                  <a:cubicBezTo>
                    <a:pt x="893" y="268"/>
                    <a:pt x="889" y="290"/>
                    <a:pt x="898" y="303"/>
                  </a:cubicBezTo>
                  <a:cubicBezTo>
                    <a:pt x="902" y="310"/>
                    <a:pt x="901" y="329"/>
                    <a:pt x="894" y="345"/>
                  </a:cubicBezTo>
                  <a:cubicBezTo>
                    <a:pt x="892" y="351"/>
                    <a:pt x="884" y="353"/>
                    <a:pt x="872" y="351"/>
                  </a:cubicBezTo>
                  <a:cubicBezTo>
                    <a:pt x="857" y="348"/>
                    <a:pt x="848" y="352"/>
                    <a:pt x="832" y="370"/>
                  </a:cubicBezTo>
                  <a:cubicBezTo>
                    <a:pt x="820" y="382"/>
                    <a:pt x="812" y="395"/>
                    <a:pt x="814" y="398"/>
                  </a:cubicBezTo>
                  <a:cubicBezTo>
                    <a:pt x="816" y="401"/>
                    <a:pt x="803" y="407"/>
                    <a:pt x="786" y="412"/>
                  </a:cubicBezTo>
                  <a:cubicBezTo>
                    <a:pt x="768" y="417"/>
                    <a:pt x="752" y="424"/>
                    <a:pt x="750" y="427"/>
                  </a:cubicBezTo>
                  <a:cubicBezTo>
                    <a:pt x="748" y="430"/>
                    <a:pt x="741" y="433"/>
                    <a:pt x="735" y="433"/>
                  </a:cubicBezTo>
                  <a:cubicBezTo>
                    <a:pt x="730" y="433"/>
                    <a:pt x="713" y="438"/>
                    <a:pt x="698" y="445"/>
                  </a:cubicBezTo>
                  <a:cubicBezTo>
                    <a:pt x="684" y="451"/>
                    <a:pt x="670" y="457"/>
                    <a:pt x="667" y="457"/>
                  </a:cubicBezTo>
                  <a:cubicBezTo>
                    <a:pt x="655" y="459"/>
                    <a:pt x="625" y="490"/>
                    <a:pt x="625" y="501"/>
                  </a:cubicBezTo>
                  <a:cubicBezTo>
                    <a:pt x="625" y="508"/>
                    <a:pt x="627" y="511"/>
                    <a:pt x="630" y="509"/>
                  </a:cubicBezTo>
                  <a:cubicBezTo>
                    <a:pt x="632" y="506"/>
                    <a:pt x="642" y="514"/>
                    <a:pt x="652" y="525"/>
                  </a:cubicBezTo>
                  <a:cubicBezTo>
                    <a:pt x="665" y="541"/>
                    <a:pt x="674" y="545"/>
                    <a:pt x="685" y="542"/>
                  </a:cubicBezTo>
                  <a:cubicBezTo>
                    <a:pt x="693" y="539"/>
                    <a:pt x="706" y="536"/>
                    <a:pt x="713" y="534"/>
                  </a:cubicBezTo>
                  <a:cubicBezTo>
                    <a:pt x="721" y="532"/>
                    <a:pt x="725" y="535"/>
                    <a:pt x="725" y="541"/>
                  </a:cubicBezTo>
                  <a:cubicBezTo>
                    <a:pt x="725" y="554"/>
                    <a:pt x="707" y="561"/>
                    <a:pt x="686" y="555"/>
                  </a:cubicBezTo>
                  <a:cubicBezTo>
                    <a:pt x="673" y="552"/>
                    <a:pt x="667" y="555"/>
                    <a:pt x="664" y="563"/>
                  </a:cubicBezTo>
                  <a:cubicBezTo>
                    <a:pt x="661" y="569"/>
                    <a:pt x="655" y="574"/>
                    <a:pt x="649" y="574"/>
                  </a:cubicBezTo>
                  <a:cubicBezTo>
                    <a:pt x="643" y="574"/>
                    <a:pt x="628" y="580"/>
                    <a:pt x="615" y="587"/>
                  </a:cubicBezTo>
                  <a:cubicBezTo>
                    <a:pt x="603" y="594"/>
                    <a:pt x="590" y="599"/>
                    <a:pt x="585" y="597"/>
                  </a:cubicBezTo>
                  <a:close/>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2" name="Freeform 24"/>
            <p:cNvSpPr>
              <a:spLocks/>
            </p:cNvSpPr>
            <p:nvPr/>
          </p:nvSpPr>
          <p:spPr bwMode="auto">
            <a:xfrm>
              <a:off x="5959475" y="3709988"/>
              <a:ext cx="207963" cy="142875"/>
            </a:xfrm>
            <a:custGeom>
              <a:avLst/>
              <a:gdLst/>
              <a:ahLst/>
              <a:cxnLst>
                <a:cxn ang="0">
                  <a:pos x="18" y="77"/>
                </a:cxn>
                <a:cxn ang="0">
                  <a:pos x="33" y="29"/>
                </a:cxn>
                <a:cxn ang="0">
                  <a:pos x="127" y="9"/>
                </a:cxn>
                <a:cxn ang="0">
                  <a:pos x="127" y="32"/>
                </a:cxn>
                <a:cxn ang="0">
                  <a:pos x="109" y="57"/>
                </a:cxn>
                <a:cxn ang="0">
                  <a:pos x="99" y="73"/>
                </a:cxn>
                <a:cxn ang="0">
                  <a:pos x="88" y="87"/>
                </a:cxn>
                <a:cxn ang="0">
                  <a:pos x="69" y="90"/>
                </a:cxn>
                <a:cxn ang="0">
                  <a:pos x="51" y="90"/>
                </a:cxn>
                <a:cxn ang="0">
                  <a:pos x="18" y="77"/>
                </a:cxn>
              </a:cxnLst>
              <a:rect l="0" t="0" r="r" b="b"/>
              <a:pathLst>
                <a:path w="149" h="102">
                  <a:moveTo>
                    <a:pt x="18" y="77"/>
                  </a:moveTo>
                  <a:cubicBezTo>
                    <a:pt x="0" y="45"/>
                    <a:pt x="4" y="30"/>
                    <a:pt x="33" y="29"/>
                  </a:cubicBezTo>
                  <a:cubicBezTo>
                    <a:pt x="59" y="28"/>
                    <a:pt x="106" y="18"/>
                    <a:pt x="127" y="9"/>
                  </a:cubicBezTo>
                  <a:cubicBezTo>
                    <a:pt x="149" y="0"/>
                    <a:pt x="149" y="19"/>
                    <a:pt x="127" y="32"/>
                  </a:cubicBezTo>
                  <a:cubicBezTo>
                    <a:pt x="111" y="40"/>
                    <a:pt x="106" y="47"/>
                    <a:pt x="109" y="57"/>
                  </a:cubicBezTo>
                  <a:cubicBezTo>
                    <a:pt x="112" y="66"/>
                    <a:pt x="109" y="71"/>
                    <a:pt x="99" y="73"/>
                  </a:cubicBezTo>
                  <a:cubicBezTo>
                    <a:pt x="90" y="75"/>
                    <a:pt x="86" y="81"/>
                    <a:pt x="88" y="87"/>
                  </a:cubicBezTo>
                  <a:cubicBezTo>
                    <a:pt x="93" y="98"/>
                    <a:pt x="87" y="99"/>
                    <a:pt x="69" y="90"/>
                  </a:cubicBezTo>
                  <a:cubicBezTo>
                    <a:pt x="60" y="85"/>
                    <a:pt x="54" y="85"/>
                    <a:pt x="51" y="90"/>
                  </a:cubicBezTo>
                  <a:cubicBezTo>
                    <a:pt x="43" y="102"/>
                    <a:pt x="29" y="97"/>
                    <a:pt x="18" y="7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3" name="Freeform 25"/>
            <p:cNvSpPr>
              <a:spLocks/>
            </p:cNvSpPr>
            <p:nvPr/>
          </p:nvSpPr>
          <p:spPr bwMode="auto">
            <a:xfrm>
              <a:off x="6913563" y="3548063"/>
              <a:ext cx="215900" cy="298450"/>
            </a:xfrm>
            <a:custGeom>
              <a:avLst/>
              <a:gdLst/>
              <a:ahLst/>
              <a:cxnLst>
                <a:cxn ang="0">
                  <a:pos x="70" y="194"/>
                </a:cxn>
                <a:cxn ang="0">
                  <a:pos x="67" y="143"/>
                </a:cxn>
                <a:cxn ang="0">
                  <a:pos x="59" y="101"/>
                </a:cxn>
                <a:cxn ang="0">
                  <a:pos x="18" y="39"/>
                </a:cxn>
                <a:cxn ang="0">
                  <a:pos x="0" y="9"/>
                </a:cxn>
                <a:cxn ang="0">
                  <a:pos x="18" y="4"/>
                </a:cxn>
                <a:cxn ang="0">
                  <a:pos x="78" y="23"/>
                </a:cxn>
                <a:cxn ang="0">
                  <a:pos x="89" y="25"/>
                </a:cxn>
                <a:cxn ang="0">
                  <a:pos x="99" y="29"/>
                </a:cxn>
                <a:cxn ang="0">
                  <a:pos x="110" y="37"/>
                </a:cxn>
                <a:cxn ang="0">
                  <a:pos x="113" y="56"/>
                </a:cxn>
                <a:cxn ang="0">
                  <a:pos x="119" y="78"/>
                </a:cxn>
                <a:cxn ang="0">
                  <a:pos x="139" y="106"/>
                </a:cxn>
                <a:cxn ang="0">
                  <a:pos x="150" y="121"/>
                </a:cxn>
                <a:cxn ang="0">
                  <a:pos x="152" y="132"/>
                </a:cxn>
                <a:cxn ang="0">
                  <a:pos x="131" y="138"/>
                </a:cxn>
                <a:cxn ang="0">
                  <a:pos x="101" y="165"/>
                </a:cxn>
                <a:cxn ang="0">
                  <a:pos x="70" y="194"/>
                </a:cxn>
              </a:cxnLst>
              <a:rect l="0" t="0" r="r" b="b"/>
              <a:pathLst>
                <a:path w="154" h="213">
                  <a:moveTo>
                    <a:pt x="70" y="194"/>
                  </a:moveTo>
                  <a:cubicBezTo>
                    <a:pt x="69" y="187"/>
                    <a:pt x="68" y="164"/>
                    <a:pt x="67" y="143"/>
                  </a:cubicBezTo>
                  <a:cubicBezTo>
                    <a:pt x="66" y="123"/>
                    <a:pt x="63" y="104"/>
                    <a:pt x="59" y="101"/>
                  </a:cubicBezTo>
                  <a:cubicBezTo>
                    <a:pt x="53" y="96"/>
                    <a:pt x="48" y="89"/>
                    <a:pt x="18" y="39"/>
                  </a:cubicBezTo>
                  <a:cubicBezTo>
                    <a:pt x="0" y="9"/>
                    <a:pt x="0" y="9"/>
                    <a:pt x="0" y="9"/>
                  </a:cubicBezTo>
                  <a:cubicBezTo>
                    <a:pt x="18" y="4"/>
                    <a:pt x="18" y="4"/>
                    <a:pt x="18" y="4"/>
                  </a:cubicBezTo>
                  <a:cubicBezTo>
                    <a:pt x="36" y="0"/>
                    <a:pt x="78" y="13"/>
                    <a:pt x="78" y="23"/>
                  </a:cubicBezTo>
                  <a:cubicBezTo>
                    <a:pt x="78" y="27"/>
                    <a:pt x="83" y="28"/>
                    <a:pt x="89" y="25"/>
                  </a:cubicBezTo>
                  <a:cubicBezTo>
                    <a:pt x="95" y="23"/>
                    <a:pt x="99" y="25"/>
                    <a:pt x="99" y="29"/>
                  </a:cubicBezTo>
                  <a:cubicBezTo>
                    <a:pt x="99" y="33"/>
                    <a:pt x="104" y="37"/>
                    <a:pt x="110" y="37"/>
                  </a:cubicBezTo>
                  <a:cubicBezTo>
                    <a:pt x="123" y="37"/>
                    <a:pt x="124" y="45"/>
                    <a:pt x="113" y="56"/>
                  </a:cubicBezTo>
                  <a:cubicBezTo>
                    <a:pt x="107" y="61"/>
                    <a:pt x="109" y="67"/>
                    <a:pt x="119" y="78"/>
                  </a:cubicBezTo>
                  <a:cubicBezTo>
                    <a:pt x="127" y="85"/>
                    <a:pt x="136" y="98"/>
                    <a:pt x="139" y="106"/>
                  </a:cubicBezTo>
                  <a:cubicBezTo>
                    <a:pt x="141" y="115"/>
                    <a:pt x="146" y="121"/>
                    <a:pt x="150" y="121"/>
                  </a:cubicBezTo>
                  <a:cubicBezTo>
                    <a:pt x="153" y="121"/>
                    <a:pt x="154" y="126"/>
                    <a:pt x="152" y="132"/>
                  </a:cubicBezTo>
                  <a:cubicBezTo>
                    <a:pt x="149" y="139"/>
                    <a:pt x="142" y="141"/>
                    <a:pt x="131" y="138"/>
                  </a:cubicBezTo>
                  <a:cubicBezTo>
                    <a:pt x="117" y="135"/>
                    <a:pt x="113" y="139"/>
                    <a:pt x="101" y="165"/>
                  </a:cubicBezTo>
                  <a:cubicBezTo>
                    <a:pt x="85" y="201"/>
                    <a:pt x="71" y="213"/>
                    <a:pt x="70" y="19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4" name="Freeform 26"/>
            <p:cNvSpPr>
              <a:spLocks/>
            </p:cNvSpPr>
            <p:nvPr/>
          </p:nvSpPr>
          <p:spPr bwMode="auto">
            <a:xfrm>
              <a:off x="6162675" y="3543300"/>
              <a:ext cx="465138" cy="277812"/>
            </a:xfrm>
            <a:custGeom>
              <a:avLst/>
              <a:gdLst/>
              <a:ahLst/>
              <a:cxnLst>
                <a:cxn ang="0">
                  <a:pos x="60" y="181"/>
                </a:cxn>
                <a:cxn ang="0">
                  <a:pos x="6" y="105"/>
                </a:cxn>
                <a:cxn ang="0">
                  <a:pos x="17" y="77"/>
                </a:cxn>
                <a:cxn ang="0">
                  <a:pos x="19" y="68"/>
                </a:cxn>
                <a:cxn ang="0">
                  <a:pos x="25" y="62"/>
                </a:cxn>
                <a:cxn ang="0">
                  <a:pos x="40" y="50"/>
                </a:cxn>
                <a:cxn ang="0">
                  <a:pos x="57" y="50"/>
                </a:cxn>
                <a:cxn ang="0">
                  <a:pos x="130" y="43"/>
                </a:cxn>
                <a:cxn ang="0">
                  <a:pos x="148" y="34"/>
                </a:cxn>
                <a:cxn ang="0">
                  <a:pos x="166" y="27"/>
                </a:cxn>
                <a:cxn ang="0">
                  <a:pos x="179" y="25"/>
                </a:cxn>
                <a:cxn ang="0">
                  <a:pos x="203" y="14"/>
                </a:cxn>
                <a:cxn ang="0">
                  <a:pos x="239" y="0"/>
                </a:cxn>
                <a:cxn ang="0">
                  <a:pos x="266" y="6"/>
                </a:cxn>
                <a:cxn ang="0">
                  <a:pos x="283" y="13"/>
                </a:cxn>
                <a:cxn ang="0">
                  <a:pos x="316" y="27"/>
                </a:cxn>
                <a:cxn ang="0">
                  <a:pos x="318" y="45"/>
                </a:cxn>
                <a:cxn ang="0">
                  <a:pos x="252" y="142"/>
                </a:cxn>
                <a:cxn ang="0">
                  <a:pos x="199" y="167"/>
                </a:cxn>
                <a:cxn ang="0">
                  <a:pos x="113" y="189"/>
                </a:cxn>
                <a:cxn ang="0">
                  <a:pos x="60" y="181"/>
                </a:cxn>
              </a:cxnLst>
              <a:rect l="0" t="0" r="r" b="b"/>
              <a:pathLst>
                <a:path w="333" h="199">
                  <a:moveTo>
                    <a:pt x="60" y="181"/>
                  </a:moveTo>
                  <a:cubicBezTo>
                    <a:pt x="17" y="159"/>
                    <a:pt x="0" y="136"/>
                    <a:pt x="6" y="105"/>
                  </a:cubicBezTo>
                  <a:cubicBezTo>
                    <a:pt x="9" y="91"/>
                    <a:pt x="13" y="78"/>
                    <a:pt x="17" y="77"/>
                  </a:cubicBezTo>
                  <a:cubicBezTo>
                    <a:pt x="20" y="76"/>
                    <a:pt x="21" y="72"/>
                    <a:pt x="19" y="68"/>
                  </a:cubicBezTo>
                  <a:cubicBezTo>
                    <a:pt x="17" y="65"/>
                    <a:pt x="20" y="62"/>
                    <a:pt x="25" y="62"/>
                  </a:cubicBezTo>
                  <a:cubicBezTo>
                    <a:pt x="31" y="62"/>
                    <a:pt x="38" y="57"/>
                    <a:pt x="40" y="50"/>
                  </a:cubicBezTo>
                  <a:cubicBezTo>
                    <a:pt x="44" y="40"/>
                    <a:pt x="46" y="40"/>
                    <a:pt x="57" y="50"/>
                  </a:cubicBezTo>
                  <a:cubicBezTo>
                    <a:pt x="73" y="64"/>
                    <a:pt x="130" y="59"/>
                    <a:pt x="130" y="43"/>
                  </a:cubicBezTo>
                  <a:cubicBezTo>
                    <a:pt x="130" y="38"/>
                    <a:pt x="138" y="34"/>
                    <a:pt x="148" y="34"/>
                  </a:cubicBezTo>
                  <a:cubicBezTo>
                    <a:pt x="158" y="34"/>
                    <a:pt x="166" y="31"/>
                    <a:pt x="166" y="27"/>
                  </a:cubicBezTo>
                  <a:cubicBezTo>
                    <a:pt x="166" y="24"/>
                    <a:pt x="172" y="23"/>
                    <a:pt x="179" y="25"/>
                  </a:cubicBezTo>
                  <a:cubicBezTo>
                    <a:pt x="188" y="27"/>
                    <a:pt x="197" y="23"/>
                    <a:pt x="203" y="14"/>
                  </a:cubicBezTo>
                  <a:cubicBezTo>
                    <a:pt x="210" y="4"/>
                    <a:pt x="221" y="0"/>
                    <a:pt x="239" y="0"/>
                  </a:cubicBezTo>
                  <a:cubicBezTo>
                    <a:pt x="254" y="0"/>
                    <a:pt x="266" y="3"/>
                    <a:pt x="266" y="6"/>
                  </a:cubicBezTo>
                  <a:cubicBezTo>
                    <a:pt x="266" y="10"/>
                    <a:pt x="273" y="13"/>
                    <a:pt x="283" y="13"/>
                  </a:cubicBezTo>
                  <a:cubicBezTo>
                    <a:pt x="292" y="13"/>
                    <a:pt x="307" y="19"/>
                    <a:pt x="316" y="27"/>
                  </a:cubicBezTo>
                  <a:cubicBezTo>
                    <a:pt x="333" y="41"/>
                    <a:pt x="333" y="41"/>
                    <a:pt x="318" y="45"/>
                  </a:cubicBezTo>
                  <a:cubicBezTo>
                    <a:pt x="302" y="49"/>
                    <a:pt x="252" y="123"/>
                    <a:pt x="252" y="142"/>
                  </a:cubicBezTo>
                  <a:cubicBezTo>
                    <a:pt x="252" y="156"/>
                    <a:pt x="243" y="161"/>
                    <a:pt x="199" y="167"/>
                  </a:cubicBezTo>
                  <a:cubicBezTo>
                    <a:pt x="142" y="176"/>
                    <a:pt x="120" y="182"/>
                    <a:pt x="113" y="189"/>
                  </a:cubicBezTo>
                  <a:cubicBezTo>
                    <a:pt x="103" y="199"/>
                    <a:pt x="94" y="197"/>
                    <a:pt x="60" y="18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5" name="Freeform 27"/>
            <p:cNvSpPr>
              <a:spLocks/>
            </p:cNvSpPr>
            <p:nvPr/>
          </p:nvSpPr>
          <p:spPr bwMode="auto">
            <a:xfrm>
              <a:off x="5432425" y="3630613"/>
              <a:ext cx="309563" cy="169862"/>
            </a:xfrm>
            <a:custGeom>
              <a:avLst/>
              <a:gdLst/>
              <a:ahLst/>
              <a:cxnLst>
                <a:cxn ang="0">
                  <a:pos x="46" y="103"/>
                </a:cxn>
                <a:cxn ang="0">
                  <a:pos x="24" y="86"/>
                </a:cxn>
                <a:cxn ang="0">
                  <a:pos x="15" y="74"/>
                </a:cxn>
                <a:cxn ang="0">
                  <a:pos x="25" y="60"/>
                </a:cxn>
                <a:cxn ang="0">
                  <a:pos x="46" y="32"/>
                </a:cxn>
                <a:cxn ang="0">
                  <a:pos x="144" y="3"/>
                </a:cxn>
                <a:cxn ang="0">
                  <a:pos x="174" y="22"/>
                </a:cxn>
                <a:cxn ang="0">
                  <a:pos x="209" y="59"/>
                </a:cxn>
                <a:cxn ang="0">
                  <a:pos x="204" y="77"/>
                </a:cxn>
                <a:cxn ang="0">
                  <a:pos x="178" y="83"/>
                </a:cxn>
                <a:cxn ang="0">
                  <a:pos x="166" y="77"/>
                </a:cxn>
                <a:cxn ang="0">
                  <a:pos x="157" y="93"/>
                </a:cxn>
                <a:cxn ang="0">
                  <a:pos x="128" y="98"/>
                </a:cxn>
                <a:cxn ang="0">
                  <a:pos x="110" y="91"/>
                </a:cxn>
                <a:cxn ang="0">
                  <a:pos x="97" y="107"/>
                </a:cxn>
                <a:cxn ang="0">
                  <a:pos x="76" y="120"/>
                </a:cxn>
                <a:cxn ang="0">
                  <a:pos x="46" y="103"/>
                </a:cxn>
              </a:cxnLst>
              <a:rect l="0" t="0" r="r" b="b"/>
              <a:pathLst>
                <a:path w="222" h="122">
                  <a:moveTo>
                    <a:pt x="46" y="103"/>
                  </a:moveTo>
                  <a:cubicBezTo>
                    <a:pt x="40" y="88"/>
                    <a:pt x="34" y="83"/>
                    <a:pt x="24" y="86"/>
                  </a:cubicBezTo>
                  <a:cubicBezTo>
                    <a:pt x="8" y="90"/>
                    <a:pt x="0" y="79"/>
                    <a:pt x="15" y="74"/>
                  </a:cubicBezTo>
                  <a:cubicBezTo>
                    <a:pt x="21" y="72"/>
                    <a:pt x="25" y="65"/>
                    <a:pt x="25" y="60"/>
                  </a:cubicBezTo>
                  <a:cubicBezTo>
                    <a:pt x="25" y="55"/>
                    <a:pt x="34" y="42"/>
                    <a:pt x="46" y="32"/>
                  </a:cubicBezTo>
                  <a:cubicBezTo>
                    <a:pt x="65" y="13"/>
                    <a:pt x="81" y="9"/>
                    <a:pt x="144" y="3"/>
                  </a:cubicBezTo>
                  <a:cubicBezTo>
                    <a:pt x="172" y="0"/>
                    <a:pt x="172" y="1"/>
                    <a:pt x="174" y="22"/>
                  </a:cubicBezTo>
                  <a:cubicBezTo>
                    <a:pt x="176" y="46"/>
                    <a:pt x="194" y="65"/>
                    <a:pt x="209" y="59"/>
                  </a:cubicBezTo>
                  <a:cubicBezTo>
                    <a:pt x="222" y="54"/>
                    <a:pt x="220" y="60"/>
                    <a:pt x="204" y="77"/>
                  </a:cubicBezTo>
                  <a:cubicBezTo>
                    <a:pt x="192" y="88"/>
                    <a:pt x="187" y="90"/>
                    <a:pt x="178" y="83"/>
                  </a:cubicBezTo>
                  <a:cubicBezTo>
                    <a:pt x="173" y="78"/>
                    <a:pt x="167" y="76"/>
                    <a:pt x="166" y="77"/>
                  </a:cubicBezTo>
                  <a:cubicBezTo>
                    <a:pt x="165" y="79"/>
                    <a:pt x="161" y="86"/>
                    <a:pt x="157" y="93"/>
                  </a:cubicBezTo>
                  <a:cubicBezTo>
                    <a:pt x="146" y="113"/>
                    <a:pt x="132" y="115"/>
                    <a:pt x="128" y="98"/>
                  </a:cubicBezTo>
                  <a:cubicBezTo>
                    <a:pt x="125" y="86"/>
                    <a:pt x="121" y="85"/>
                    <a:pt x="110" y="91"/>
                  </a:cubicBezTo>
                  <a:cubicBezTo>
                    <a:pt x="103" y="95"/>
                    <a:pt x="97" y="102"/>
                    <a:pt x="97" y="107"/>
                  </a:cubicBezTo>
                  <a:cubicBezTo>
                    <a:pt x="97" y="113"/>
                    <a:pt x="87" y="118"/>
                    <a:pt x="76" y="120"/>
                  </a:cubicBezTo>
                  <a:cubicBezTo>
                    <a:pt x="58" y="122"/>
                    <a:pt x="53" y="120"/>
                    <a:pt x="46" y="10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6" name="Freeform 28"/>
            <p:cNvSpPr>
              <a:spLocks/>
            </p:cNvSpPr>
            <p:nvPr/>
          </p:nvSpPr>
          <p:spPr bwMode="auto">
            <a:xfrm>
              <a:off x="5688013" y="3494088"/>
              <a:ext cx="523875" cy="249237"/>
            </a:xfrm>
            <a:custGeom>
              <a:avLst/>
              <a:gdLst/>
              <a:ahLst/>
              <a:cxnLst>
                <a:cxn ang="0">
                  <a:pos x="185" y="172"/>
                </a:cxn>
                <a:cxn ang="0">
                  <a:pos x="139" y="148"/>
                </a:cxn>
                <a:cxn ang="0">
                  <a:pos x="121" y="136"/>
                </a:cxn>
                <a:cxn ang="0">
                  <a:pos x="94" y="142"/>
                </a:cxn>
                <a:cxn ang="0">
                  <a:pos x="68" y="152"/>
                </a:cxn>
                <a:cxn ang="0">
                  <a:pos x="48" y="150"/>
                </a:cxn>
                <a:cxn ang="0">
                  <a:pos x="30" y="147"/>
                </a:cxn>
                <a:cxn ang="0">
                  <a:pos x="0" y="128"/>
                </a:cxn>
                <a:cxn ang="0">
                  <a:pos x="21" y="118"/>
                </a:cxn>
                <a:cxn ang="0">
                  <a:pos x="39" y="119"/>
                </a:cxn>
                <a:cxn ang="0">
                  <a:pos x="64" y="114"/>
                </a:cxn>
                <a:cxn ang="0">
                  <a:pos x="113" y="104"/>
                </a:cxn>
                <a:cxn ang="0">
                  <a:pos x="157" y="103"/>
                </a:cxn>
                <a:cxn ang="0">
                  <a:pos x="171" y="78"/>
                </a:cxn>
                <a:cxn ang="0">
                  <a:pos x="176" y="50"/>
                </a:cxn>
                <a:cxn ang="0">
                  <a:pos x="202" y="30"/>
                </a:cxn>
                <a:cxn ang="0">
                  <a:pos x="228" y="26"/>
                </a:cxn>
                <a:cxn ang="0">
                  <a:pos x="260" y="16"/>
                </a:cxn>
                <a:cxn ang="0">
                  <a:pos x="306" y="9"/>
                </a:cxn>
                <a:cxn ang="0">
                  <a:pos x="346" y="17"/>
                </a:cxn>
                <a:cxn ang="0">
                  <a:pos x="366" y="41"/>
                </a:cxn>
                <a:cxn ang="0">
                  <a:pos x="360" y="89"/>
                </a:cxn>
                <a:cxn ang="0">
                  <a:pos x="345" y="102"/>
                </a:cxn>
                <a:cxn ang="0">
                  <a:pos x="344" y="128"/>
                </a:cxn>
                <a:cxn ang="0">
                  <a:pos x="242" y="177"/>
                </a:cxn>
                <a:cxn ang="0">
                  <a:pos x="185" y="172"/>
                </a:cxn>
              </a:cxnLst>
              <a:rect l="0" t="0" r="r" b="b"/>
              <a:pathLst>
                <a:path w="376" h="179">
                  <a:moveTo>
                    <a:pt x="185" y="172"/>
                  </a:moveTo>
                  <a:cubicBezTo>
                    <a:pt x="156" y="166"/>
                    <a:pt x="144" y="159"/>
                    <a:pt x="139" y="148"/>
                  </a:cubicBezTo>
                  <a:cubicBezTo>
                    <a:pt x="134" y="138"/>
                    <a:pt x="128" y="133"/>
                    <a:pt x="121" y="136"/>
                  </a:cubicBezTo>
                  <a:cubicBezTo>
                    <a:pt x="115" y="139"/>
                    <a:pt x="103" y="141"/>
                    <a:pt x="94" y="142"/>
                  </a:cubicBezTo>
                  <a:cubicBezTo>
                    <a:pt x="86" y="143"/>
                    <a:pt x="74" y="148"/>
                    <a:pt x="68" y="152"/>
                  </a:cubicBezTo>
                  <a:cubicBezTo>
                    <a:pt x="60" y="159"/>
                    <a:pt x="56" y="158"/>
                    <a:pt x="48" y="150"/>
                  </a:cubicBezTo>
                  <a:cubicBezTo>
                    <a:pt x="41" y="144"/>
                    <a:pt x="35" y="142"/>
                    <a:pt x="30" y="147"/>
                  </a:cubicBezTo>
                  <a:cubicBezTo>
                    <a:pt x="19" y="158"/>
                    <a:pt x="0" y="146"/>
                    <a:pt x="0" y="128"/>
                  </a:cubicBezTo>
                  <a:cubicBezTo>
                    <a:pt x="0" y="110"/>
                    <a:pt x="4" y="107"/>
                    <a:pt x="21" y="118"/>
                  </a:cubicBezTo>
                  <a:cubicBezTo>
                    <a:pt x="26" y="121"/>
                    <a:pt x="34" y="122"/>
                    <a:pt x="39" y="119"/>
                  </a:cubicBezTo>
                  <a:cubicBezTo>
                    <a:pt x="43" y="117"/>
                    <a:pt x="54" y="114"/>
                    <a:pt x="64" y="114"/>
                  </a:cubicBezTo>
                  <a:cubicBezTo>
                    <a:pt x="74" y="113"/>
                    <a:pt x="96" y="109"/>
                    <a:pt x="113" y="104"/>
                  </a:cubicBezTo>
                  <a:cubicBezTo>
                    <a:pt x="137" y="97"/>
                    <a:pt x="148" y="97"/>
                    <a:pt x="157" y="103"/>
                  </a:cubicBezTo>
                  <a:cubicBezTo>
                    <a:pt x="175" y="113"/>
                    <a:pt x="180" y="103"/>
                    <a:pt x="171" y="78"/>
                  </a:cubicBezTo>
                  <a:cubicBezTo>
                    <a:pt x="164" y="62"/>
                    <a:pt x="165" y="57"/>
                    <a:pt x="176" y="50"/>
                  </a:cubicBezTo>
                  <a:cubicBezTo>
                    <a:pt x="183" y="45"/>
                    <a:pt x="195" y="36"/>
                    <a:pt x="202" y="30"/>
                  </a:cubicBezTo>
                  <a:cubicBezTo>
                    <a:pt x="211" y="22"/>
                    <a:pt x="218" y="21"/>
                    <a:pt x="228" y="26"/>
                  </a:cubicBezTo>
                  <a:cubicBezTo>
                    <a:pt x="238" y="32"/>
                    <a:pt x="245" y="30"/>
                    <a:pt x="260" y="16"/>
                  </a:cubicBezTo>
                  <a:cubicBezTo>
                    <a:pt x="277" y="0"/>
                    <a:pt x="280" y="0"/>
                    <a:pt x="306" y="9"/>
                  </a:cubicBezTo>
                  <a:cubicBezTo>
                    <a:pt x="321" y="14"/>
                    <a:pt x="339" y="18"/>
                    <a:pt x="346" y="17"/>
                  </a:cubicBezTo>
                  <a:cubicBezTo>
                    <a:pt x="356" y="16"/>
                    <a:pt x="361" y="23"/>
                    <a:pt x="366" y="41"/>
                  </a:cubicBezTo>
                  <a:cubicBezTo>
                    <a:pt x="376" y="81"/>
                    <a:pt x="375" y="85"/>
                    <a:pt x="360" y="89"/>
                  </a:cubicBezTo>
                  <a:cubicBezTo>
                    <a:pt x="353" y="92"/>
                    <a:pt x="346" y="97"/>
                    <a:pt x="345" y="102"/>
                  </a:cubicBezTo>
                  <a:cubicBezTo>
                    <a:pt x="345" y="107"/>
                    <a:pt x="344" y="119"/>
                    <a:pt x="344" y="128"/>
                  </a:cubicBezTo>
                  <a:cubicBezTo>
                    <a:pt x="342" y="152"/>
                    <a:pt x="320" y="163"/>
                    <a:pt x="242" y="177"/>
                  </a:cubicBezTo>
                  <a:cubicBezTo>
                    <a:pt x="233" y="179"/>
                    <a:pt x="207" y="176"/>
                    <a:pt x="185" y="17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7" name="Freeform 29"/>
            <p:cNvSpPr>
              <a:spLocks/>
            </p:cNvSpPr>
            <p:nvPr/>
          </p:nvSpPr>
          <p:spPr bwMode="auto">
            <a:xfrm>
              <a:off x="5429250" y="2824163"/>
              <a:ext cx="639763" cy="830262"/>
            </a:xfrm>
            <a:custGeom>
              <a:avLst/>
              <a:gdLst/>
              <a:ahLst/>
              <a:cxnLst>
                <a:cxn ang="0">
                  <a:pos x="195" y="585"/>
                </a:cxn>
                <a:cxn ang="0">
                  <a:pos x="165" y="574"/>
                </a:cxn>
                <a:cxn ang="0">
                  <a:pos x="156" y="571"/>
                </a:cxn>
                <a:cxn ang="0">
                  <a:pos x="96" y="574"/>
                </a:cxn>
                <a:cxn ang="0">
                  <a:pos x="81" y="556"/>
                </a:cxn>
                <a:cxn ang="0">
                  <a:pos x="99" y="507"/>
                </a:cxn>
                <a:cxn ang="0">
                  <a:pos x="112" y="481"/>
                </a:cxn>
                <a:cxn ang="0">
                  <a:pos x="68" y="464"/>
                </a:cxn>
                <a:cxn ang="0">
                  <a:pos x="24" y="429"/>
                </a:cxn>
                <a:cxn ang="0">
                  <a:pos x="15" y="401"/>
                </a:cxn>
                <a:cxn ang="0">
                  <a:pos x="14" y="383"/>
                </a:cxn>
                <a:cxn ang="0">
                  <a:pos x="10" y="348"/>
                </a:cxn>
                <a:cxn ang="0">
                  <a:pos x="5" y="303"/>
                </a:cxn>
                <a:cxn ang="0">
                  <a:pos x="8" y="270"/>
                </a:cxn>
                <a:cxn ang="0">
                  <a:pos x="22" y="252"/>
                </a:cxn>
                <a:cxn ang="0">
                  <a:pos x="45" y="208"/>
                </a:cxn>
                <a:cxn ang="0">
                  <a:pos x="45" y="191"/>
                </a:cxn>
                <a:cxn ang="0">
                  <a:pos x="59" y="128"/>
                </a:cxn>
                <a:cxn ang="0">
                  <a:pos x="80" y="107"/>
                </a:cxn>
                <a:cxn ang="0">
                  <a:pos x="104" y="112"/>
                </a:cxn>
                <a:cxn ang="0">
                  <a:pos x="124" y="121"/>
                </a:cxn>
                <a:cxn ang="0">
                  <a:pos x="130" y="104"/>
                </a:cxn>
                <a:cxn ang="0">
                  <a:pos x="143" y="91"/>
                </a:cxn>
                <a:cxn ang="0">
                  <a:pos x="167" y="104"/>
                </a:cxn>
                <a:cxn ang="0">
                  <a:pos x="192" y="117"/>
                </a:cxn>
                <a:cxn ang="0">
                  <a:pos x="196" y="113"/>
                </a:cxn>
                <a:cxn ang="0">
                  <a:pos x="147" y="56"/>
                </a:cxn>
                <a:cxn ang="0">
                  <a:pos x="140" y="51"/>
                </a:cxn>
                <a:cxn ang="0">
                  <a:pos x="143" y="43"/>
                </a:cxn>
                <a:cxn ang="0">
                  <a:pos x="144" y="18"/>
                </a:cxn>
                <a:cxn ang="0">
                  <a:pos x="132" y="0"/>
                </a:cxn>
                <a:cxn ang="0">
                  <a:pos x="160" y="5"/>
                </a:cxn>
                <a:cxn ang="0">
                  <a:pos x="192" y="30"/>
                </a:cxn>
                <a:cxn ang="0">
                  <a:pos x="201" y="38"/>
                </a:cxn>
                <a:cxn ang="0">
                  <a:pos x="206" y="43"/>
                </a:cxn>
                <a:cxn ang="0">
                  <a:pos x="231" y="48"/>
                </a:cxn>
                <a:cxn ang="0">
                  <a:pos x="246" y="62"/>
                </a:cxn>
                <a:cxn ang="0">
                  <a:pos x="239" y="74"/>
                </a:cxn>
                <a:cxn ang="0">
                  <a:pos x="277" y="79"/>
                </a:cxn>
                <a:cxn ang="0">
                  <a:pos x="342" y="44"/>
                </a:cxn>
                <a:cxn ang="0">
                  <a:pos x="365" y="58"/>
                </a:cxn>
                <a:cxn ang="0">
                  <a:pos x="386" y="67"/>
                </a:cxn>
                <a:cxn ang="0">
                  <a:pos x="417" y="149"/>
                </a:cxn>
                <a:cxn ang="0">
                  <a:pos x="419" y="180"/>
                </a:cxn>
                <a:cxn ang="0">
                  <a:pos x="440" y="225"/>
                </a:cxn>
                <a:cxn ang="0">
                  <a:pos x="442" y="317"/>
                </a:cxn>
                <a:cxn ang="0">
                  <a:pos x="416" y="332"/>
                </a:cxn>
                <a:cxn ang="0">
                  <a:pos x="358" y="357"/>
                </a:cxn>
                <a:cxn ang="0">
                  <a:pos x="317" y="401"/>
                </a:cxn>
                <a:cxn ang="0">
                  <a:pos x="358" y="457"/>
                </a:cxn>
                <a:cxn ang="0">
                  <a:pos x="395" y="495"/>
                </a:cxn>
                <a:cxn ang="0">
                  <a:pos x="368" y="517"/>
                </a:cxn>
                <a:cxn ang="0">
                  <a:pos x="349" y="559"/>
                </a:cxn>
                <a:cxn ang="0">
                  <a:pos x="343" y="577"/>
                </a:cxn>
                <a:cxn ang="0">
                  <a:pos x="298" y="578"/>
                </a:cxn>
                <a:cxn ang="0">
                  <a:pos x="249" y="588"/>
                </a:cxn>
                <a:cxn ang="0">
                  <a:pos x="223" y="593"/>
                </a:cxn>
                <a:cxn ang="0">
                  <a:pos x="195" y="585"/>
                </a:cxn>
              </a:cxnLst>
              <a:rect l="0" t="0" r="r" b="b"/>
              <a:pathLst>
                <a:path w="458" h="596">
                  <a:moveTo>
                    <a:pt x="195" y="585"/>
                  </a:moveTo>
                  <a:cubicBezTo>
                    <a:pt x="183" y="577"/>
                    <a:pt x="170" y="572"/>
                    <a:pt x="165" y="574"/>
                  </a:cubicBezTo>
                  <a:cubicBezTo>
                    <a:pt x="160" y="576"/>
                    <a:pt x="156" y="575"/>
                    <a:pt x="156" y="571"/>
                  </a:cubicBezTo>
                  <a:cubicBezTo>
                    <a:pt x="156" y="565"/>
                    <a:pt x="127" y="566"/>
                    <a:pt x="96" y="574"/>
                  </a:cubicBezTo>
                  <a:cubicBezTo>
                    <a:pt x="76" y="580"/>
                    <a:pt x="76" y="580"/>
                    <a:pt x="81" y="556"/>
                  </a:cubicBezTo>
                  <a:cubicBezTo>
                    <a:pt x="84" y="543"/>
                    <a:pt x="92" y="521"/>
                    <a:pt x="99" y="507"/>
                  </a:cubicBezTo>
                  <a:cubicBezTo>
                    <a:pt x="112" y="481"/>
                    <a:pt x="112" y="481"/>
                    <a:pt x="112" y="481"/>
                  </a:cubicBezTo>
                  <a:cubicBezTo>
                    <a:pt x="68" y="464"/>
                    <a:pt x="68" y="464"/>
                    <a:pt x="68" y="464"/>
                  </a:cubicBezTo>
                  <a:cubicBezTo>
                    <a:pt x="30" y="450"/>
                    <a:pt x="24" y="445"/>
                    <a:pt x="24" y="429"/>
                  </a:cubicBezTo>
                  <a:cubicBezTo>
                    <a:pt x="24" y="420"/>
                    <a:pt x="20" y="407"/>
                    <a:pt x="15" y="401"/>
                  </a:cubicBezTo>
                  <a:cubicBezTo>
                    <a:pt x="8" y="393"/>
                    <a:pt x="8" y="389"/>
                    <a:pt x="14" y="383"/>
                  </a:cubicBezTo>
                  <a:cubicBezTo>
                    <a:pt x="21" y="377"/>
                    <a:pt x="20" y="368"/>
                    <a:pt x="10" y="348"/>
                  </a:cubicBezTo>
                  <a:cubicBezTo>
                    <a:pt x="1" y="327"/>
                    <a:pt x="0" y="316"/>
                    <a:pt x="5" y="303"/>
                  </a:cubicBezTo>
                  <a:cubicBezTo>
                    <a:pt x="9" y="292"/>
                    <a:pt x="10" y="278"/>
                    <a:pt x="8" y="270"/>
                  </a:cubicBezTo>
                  <a:cubicBezTo>
                    <a:pt x="6" y="260"/>
                    <a:pt x="9" y="255"/>
                    <a:pt x="22" y="252"/>
                  </a:cubicBezTo>
                  <a:cubicBezTo>
                    <a:pt x="44" y="247"/>
                    <a:pt x="61" y="214"/>
                    <a:pt x="45" y="208"/>
                  </a:cubicBezTo>
                  <a:cubicBezTo>
                    <a:pt x="32" y="203"/>
                    <a:pt x="31" y="191"/>
                    <a:pt x="45" y="191"/>
                  </a:cubicBezTo>
                  <a:cubicBezTo>
                    <a:pt x="57" y="191"/>
                    <a:pt x="66" y="156"/>
                    <a:pt x="59" y="128"/>
                  </a:cubicBezTo>
                  <a:cubicBezTo>
                    <a:pt x="55" y="108"/>
                    <a:pt x="56" y="107"/>
                    <a:pt x="80" y="107"/>
                  </a:cubicBezTo>
                  <a:cubicBezTo>
                    <a:pt x="94" y="107"/>
                    <a:pt x="105" y="109"/>
                    <a:pt x="104" y="112"/>
                  </a:cubicBezTo>
                  <a:cubicBezTo>
                    <a:pt x="102" y="118"/>
                    <a:pt x="108" y="121"/>
                    <a:pt x="124" y="121"/>
                  </a:cubicBezTo>
                  <a:cubicBezTo>
                    <a:pt x="132" y="121"/>
                    <a:pt x="134" y="116"/>
                    <a:pt x="130" y="104"/>
                  </a:cubicBezTo>
                  <a:cubicBezTo>
                    <a:pt x="127" y="89"/>
                    <a:pt x="128" y="87"/>
                    <a:pt x="143" y="91"/>
                  </a:cubicBezTo>
                  <a:cubicBezTo>
                    <a:pt x="152" y="93"/>
                    <a:pt x="163" y="99"/>
                    <a:pt x="167" y="104"/>
                  </a:cubicBezTo>
                  <a:cubicBezTo>
                    <a:pt x="171" y="109"/>
                    <a:pt x="182" y="115"/>
                    <a:pt x="192" y="117"/>
                  </a:cubicBezTo>
                  <a:cubicBezTo>
                    <a:pt x="208" y="121"/>
                    <a:pt x="208" y="121"/>
                    <a:pt x="196" y="113"/>
                  </a:cubicBezTo>
                  <a:cubicBezTo>
                    <a:pt x="178" y="102"/>
                    <a:pt x="145" y="64"/>
                    <a:pt x="147" y="56"/>
                  </a:cubicBezTo>
                  <a:cubicBezTo>
                    <a:pt x="148" y="53"/>
                    <a:pt x="145" y="51"/>
                    <a:pt x="140" y="51"/>
                  </a:cubicBezTo>
                  <a:cubicBezTo>
                    <a:pt x="135" y="50"/>
                    <a:pt x="136" y="47"/>
                    <a:pt x="143" y="43"/>
                  </a:cubicBezTo>
                  <a:cubicBezTo>
                    <a:pt x="155" y="37"/>
                    <a:pt x="155" y="35"/>
                    <a:pt x="144" y="18"/>
                  </a:cubicBezTo>
                  <a:cubicBezTo>
                    <a:pt x="132" y="0"/>
                    <a:pt x="132" y="0"/>
                    <a:pt x="132" y="0"/>
                  </a:cubicBezTo>
                  <a:cubicBezTo>
                    <a:pt x="160" y="5"/>
                    <a:pt x="160" y="5"/>
                    <a:pt x="160" y="5"/>
                  </a:cubicBezTo>
                  <a:cubicBezTo>
                    <a:pt x="194" y="11"/>
                    <a:pt x="206" y="21"/>
                    <a:pt x="192" y="30"/>
                  </a:cubicBezTo>
                  <a:cubicBezTo>
                    <a:pt x="182" y="36"/>
                    <a:pt x="187" y="40"/>
                    <a:pt x="201" y="38"/>
                  </a:cubicBezTo>
                  <a:cubicBezTo>
                    <a:pt x="204" y="37"/>
                    <a:pt x="206" y="39"/>
                    <a:pt x="206" y="43"/>
                  </a:cubicBezTo>
                  <a:cubicBezTo>
                    <a:pt x="206" y="46"/>
                    <a:pt x="217" y="48"/>
                    <a:pt x="231" y="48"/>
                  </a:cubicBezTo>
                  <a:cubicBezTo>
                    <a:pt x="256" y="47"/>
                    <a:pt x="265" y="55"/>
                    <a:pt x="246" y="62"/>
                  </a:cubicBezTo>
                  <a:cubicBezTo>
                    <a:pt x="240" y="64"/>
                    <a:pt x="237" y="70"/>
                    <a:pt x="239" y="74"/>
                  </a:cubicBezTo>
                  <a:cubicBezTo>
                    <a:pt x="242" y="83"/>
                    <a:pt x="277" y="88"/>
                    <a:pt x="277" y="79"/>
                  </a:cubicBezTo>
                  <a:cubicBezTo>
                    <a:pt x="277" y="73"/>
                    <a:pt x="331" y="44"/>
                    <a:pt x="342" y="44"/>
                  </a:cubicBezTo>
                  <a:cubicBezTo>
                    <a:pt x="346" y="44"/>
                    <a:pt x="356" y="50"/>
                    <a:pt x="365" y="58"/>
                  </a:cubicBezTo>
                  <a:cubicBezTo>
                    <a:pt x="373" y="65"/>
                    <a:pt x="383" y="70"/>
                    <a:pt x="386" y="67"/>
                  </a:cubicBezTo>
                  <a:cubicBezTo>
                    <a:pt x="408" y="54"/>
                    <a:pt x="433" y="119"/>
                    <a:pt x="417" y="149"/>
                  </a:cubicBezTo>
                  <a:cubicBezTo>
                    <a:pt x="408" y="167"/>
                    <a:pt x="408" y="170"/>
                    <a:pt x="419" y="180"/>
                  </a:cubicBezTo>
                  <a:cubicBezTo>
                    <a:pt x="426" y="186"/>
                    <a:pt x="436" y="206"/>
                    <a:pt x="440" y="225"/>
                  </a:cubicBezTo>
                  <a:cubicBezTo>
                    <a:pt x="458" y="297"/>
                    <a:pt x="458" y="302"/>
                    <a:pt x="442" y="317"/>
                  </a:cubicBezTo>
                  <a:cubicBezTo>
                    <a:pt x="434" y="325"/>
                    <a:pt x="422" y="332"/>
                    <a:pt x="416" y="332"/>
                  </a:cubicBezTo>
                  <a:cubicBezTo>
                    <a:pt x="409" y="332"/>
                    <a:pt x="383" y="343"/>
                    <a:pt x="358" y="357"/>
                  </a:cubicBezTo>
                  <a:cubicBezTo>
                    <a:pt x="316" y="380"/>
                    <a:pt x="312" y="384"/>
                    <a:pt x="317" y="401"/>
                  </a:cubicBezTo>
                  <a:cubicBezTo>
                    <a:pt x="319" y="411"/>
                    <a:pt x="338" y="437"/>
                    <a:pt x="358" y="457"/>
                  </a:cubicBezTo>
                  <a:cubicBezTo>
                    <a:pt x="395" y="495"/>
                    <a:pt x="395" y="495"/>
                    <a:pt x="395" y="495"/>
                  </a:cubicBezTo>
                  <a:cubicBezTo>
                    <a:pt x="368" y="517"/>
                    <a:pt x="368" y="517"/>
                    <a:pt x="368" y="517"/>
                  </a:cubicBezTo>
                  <a:cubicBezTo>
                    <a:pt x="343" y="538"/>
                    <a:pt x="342" y="542"/>
                    <a:pt x="349" y="559"/>
                  </a:cubicBezTo>
                  <a:cubicBezTo>
                    <a:pt x="359" y="585"/>
                    <a:pt x="358" y="586"/>
                    <a:pt x="343" y="577"/>
                  </a:cubicBezTo>
                  <a:cubicBezTo>
                    <a:pt x="333" y="571"/>
                    <a:pt x="322" y="571"/>
                    <a:pt x="298" y="578"/>
                  </a:cubicBezTo>
                  <a:cubicBezTo>
                    <a:pt x="281" y="583"/>
                    <a:pt x="259" y="587"/>
                    <a:pt x="249" y="588"/>
                  </a:cubicBezTo>
                  <a:cubicBezTo>
                    <a:pt x="239" y="588"/>
                    <a:pt x="228" y="591"/>
                    <a:pt x="223" y="593"/>
                  </a:cubicBezTo>
                  <a:cubicBezTo>
                    <a:pt x="219" y="596"/>
                    <a:pt x="206" y="592"/>
                    <a:pt x="195" y="585"/>
                  </a:cubicBezTo>
                  <a:close/>
                </a:path>
              </a:pathLst>
            </a:custGeom>
            <a:solidFill>
              <a:schemeClr val="accent6"/>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8" name="Freeform 30"/>
            <p:cNvSpPr>
              <a:spLocks/>
            </p:cNvSpPr>
            <p:nvPr/>
          </p:nvSpPr>
          <p:spPr bwMode="auto">
            <a:xfrm>
              <a:off x="6196013" y="3425825"/>
              <a:ext cx="404813" cy="192087"/>
            </a:xfrm>
            <a:custGeom>
              <a:avLst/>
              <a:gdLst/>
              <a:ahLst/>
              <a:cxnLst>
                <a:cxn ang="0">
                  <a:pos x="26" y="121"/>
                </a:cxn>
                <a:cxn ang="0">
                  <a:pos x="29" y="63"/>
                </a:cxn>
                <a:cxn ang="0">
                  <a:pos x="71" y="30"/>
                </a:cxn>
                <a:cxn ang="0">
                  <a:pos x="89" y="14"/>
                </a:cxn>
                <a:cxn ang="0">
                  <a:pos x="107" y="14"/>
                </a:cxn>
                <a:cxn ang="0">
                  <a:pos x="120" y="10"/>
                </a:cxn>
                <a:cxn ang="0">
                  <a:pos x="142" y="7"/>
                </a:cxn>
                <a:cxn ang="0">
                  <a:pos x="150" y="24"/>
                </a:cxn>
                <a:cxn ang="0">
                  <a:pos x="182" y="23"/>
                </a:cxn>
                <a:cxn ang="0">
                  <a:pos x="267" y="24"/>
                </a:cxn>
                <a:cxn ang="0">
                  <a:pos x="291" y="35"/>
                </a:cxn>
                <a:cxn ang="0">
                  <a:pos x="280" y="62"/>
                </a:cxn>
                <a:cxn ang="0">
                  <a:pos x="247" y="84"/>
                </a:cxn>
                <a:cxn ang="0">
                  <a:pos x="214" y="77"/>
                </a:cxn>
                <a:cxn ang="0">
                  <a:pos x="178" y="91"/>
                </a:cxn>
                <a:cxn ang="0">
                  <a:pos x="157" y="102"/>
                </a:cxn>
                <a:cxn ang="0">
                  <a:pos x="139" y="104"/>
                </a:cxn>
                <a:cxn ang="0">
                  <a:pos x="117" y="111"/>
                </a:cxn>
                <a:cxn ang="0">
                  <a:pos x="100" y="121"/>
                </a:cxn>
                <a:cxn ang="0">
                  <a:pos x="87" y="132"/>
                </a:cxn>
                <a:cxn ang="0">
                  <a:pos x="61" y="136"/>
                </a:cxn>
                <a:cxn ang="0">
                  <a:pos x="26" y="121"/>
                </a:cxn>
              </a:cxnLst>
              <a:rect l="0" t="0" r="r" b="b"/>
              <a:pathLst>
                <a:path w="291" h="138">
                  <a:moveTo>
                    <a:pt x="26" y="121"/>
                  </a:moveTo>
                  <a:cubicBezTo>
                    <a:pt x="0" y="97"/>
                    <a:pt x="2" y="66"/>
                    <a:pt x="29" y="63"/>
                  </a:cubicBezTo>
                  <a:cubicBezTo>
                    <a:pt x="49" y="60"/>
                    <a:pt x="71" y="43"/>
                    <a:pt x="71" y="30"/>
                  </a:cubicBezTo>
                  <a:cubicBezTo>
                    <a:pt x="71" y="25"/>
                    <a:pt x="79" y="18"/>
                    <a:pt x="89" y="14"/>
                  </a:cubicBezTo>
                  <a:cubicBezTo>
                    <a:pt x="103" y="8"/>
                    <a:pt x="107" y="8"/>
                    <a:pt x="107" y="14"/>
                  </a:cubicBezTo>
                  <a:cubicBezTo>
                    <a:pt x="107" y="18"/>
                    <a:pt x="113" y="17"/>
                    <a:pt x="120" y="10"/>
                  </a:cubicBezTo>
                  <a:cubicBezTo>
                    <a:pt x="130" y="1"/>
                    <a:pt x="135" y="0"/>
                    <a:pt x="142" y="7"/>
                  </a:cubicBezTo>
                  <a:cubicBezTo>
                    <a:pt x="146" y="11"/>
                    <a:pt x="150" y="19"/>
                    <a:pt x="150" y="24"/>
                  </a:cubicBezTo>
                  <a:cubicBezTo>
                    <a:pt x="150" y="36"/>
                    <a:pt x="164" y="36"/>
                    <a:pt x="182" y="23"/>
                  </a:cubicBezTo>
                  <a:cubicBezTo>
                    <a:pt x="200" y="9"/>
                    <a:pt x="236" y="10"/>
                    <a:pt x="267" y="24"/>
                  </a:cubicBezTo>
                  <a:cubicBezTo>
                    <a:pt x="291" y="35"/>
                    <a:pt x="291" y="35"/>
                    <a:pt x="291" y="35"/>
                  </a:cubicBezTo>
                  <a:cubicBezTo>
                    <a:pt x="280" y="62"/>
                    <a:pt x="280" y="62"/>
                    <a:pt x="280" y="62"/>
                  </a:cubicBezTo>
                  <a:cubicBezTo>
                    <a:pt x="268" y="88"/>
                    <a:pt x="255" y="97"/>
                    <a:pt x="247" y="84"/>
                  </a:cubicBezTo>
                  <a:cubicBezTo>
                    <a:pt x="245" y="80"/>
                    <a:pt x="230" y="77"/>
                    <a:pt x="214" y="77"/>
                  </a:cubicBezTo>
                  <a:cubicBezTo>
                    <a:pt x="193" y="77"/>
                    <a:pt x="184" y="80"/>
                    <a:pt x="178" y="91"/>
                  </a:cubicBezTo>
                  <a:cubicBezTo>
                    <a:pt x="173" y="100"/>
                    <a:pt x="165" y="104"/>
                    <a:pt x="157" y="102"/>
                  </a:cubicBezTo>
                  <a:cubicBezTo>
                    <a:pt x="149" y="100"/>
                    <a:pt x="141" y="101"/>
                    <a:pt x="139" y="104"/>
                  </a:cubicBezTo>
                  <a:cubicBezTo>
                    <a:pt x="137" y="108"/>
                    <a:pt x="127" y="111"/>
                    <a:pt x="117" y="111"/>
                  </a:cubicBezTo>
                  <a:cubicBezTo>
                    <a:pt x="107" y="111"/>
                    <a:pt x="100" y="115"/>
                    <a:pt x="100" y="121"/>
                  </a:cubicBezTo>
                  <a:cubicBezTo>
                    <a:pt x="100" y="127"/>
                    <a:pt x="94" y="132"/>
                    <a:pt x="87" y="132"/>
                  </a:cubicBezTo>
                  <a:cubicBezTo>
                    <a:pt x="81" y="132"/>
                    <a:pt x="69" y="134"/>
                    <a:pt x="61" y="136"/>
                  </a:cubicBezTo>
                  <a:cubicBezTo>
                    <a:pt x="51" y="138"/>
                    <a:pt x="39" y="133"/>
                    <a:pt x="26" y="12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9" name="Freeform 31"/>
            <p:cNvSpPr>
              <a:spLocks/>
            </p:cNvSpPr>
            <p:nvPr/>
          </p:nvSpPr>
          <p:spPr bwMode="auto">
            <a:xfrm>
              <a:off x="5875338" y="3271838"/>
              <a:ext cx="474663" cy="265112"/>
            </a:xfrm>
            <a:custGeom>
              <a:avLst/>
              <a:gdLst/>
              <a:ahLst/>
              <a:cxnLst>
                <a:cxn ang="0">
                  <a:pos x="54" y="143"/>
                </a:cxn>
                <a:cxn ang="0">
                  <a:pos x="4" y="80"/>
                </a:cxn>
                <a:cxn ang="0">
                  <a:pos x="37" y="42"/>
                </a:cxn>
                <a:cxn ang="0">
                  <a:pos x="150" y="14"/>
                </a:cxn>
                <a:cxn ang="0">
                  <a:pos x="156" y="23"/>
                </a:cxn>
                <a:cxn ang="0">
                  <a:pos x="197" y="38"/>
                </a:cxn>
                <a:cxn ang="0">
                  <a:pos x="210" y="58"/>
                </a:cxn>
                <a:cxn ang="0">
                  <a:pos x="236" y="63"/>
                </a:cxn>
                <a:cxn ang="0">
                  <a:pos x="282" y="71"/>
                </a:cxn>
                <a:cxn ang="0">
                  <a:pos x="311" y="121"/>
                </a:cxn>
                <a:cxn ang="0">
                  <a:pos x="293" y="139"/>
                </a:cxn>
                <a:cxn ang="0">
                  <a:pos x="251" y="161"/>
                </a:cxn>
                <a:cxn ang="0">
                  <a:pos x="243" y="164"/>
                </a:cxn>
                <a:cxn ang="0">
                  <a:pos x="161" y="158"/>
                </a:cxn>
                <a:cxn ang="0">
                  <a:pos x="133" y="159"/>
                </a:cxn>
                <a:cxn ang="0">
                  <a:pos x="54" y="143"/>
                </a:cxn>
              </a:cxnLst>
              <a:rect l="0" t="0" r="r" b="b"/>
              <a:pathLst>
                <a:path w="340" h="190">
                  <a:moveTo>
                    <a:pt x="54" y="143"/>
                  </a:moveTo>
                  <a:cubicBezTo>
                    <a:pt x="29" y="118"/>
                    <a:pt x="6" y="90"/>
                    <a:pt x="4" y="80"/>
                  </a:cubicBezTo>
                  <a:cubicBezTo>
                    <a:pt x="0" y="65"/>
                    <a:pt x="4" y="60"/>
                    <a:pt x="37" y="42"/>
                  </a:cubicBezTo>
                  <a:cubicBezTo>
                    <a:pt x="85" y="16"/>
                    <a:pt x="150" y="0"/>
                    <a:pt x="150" y="14"/>
                  </a:cubicBezTo>
                  <a:cubicBezTo>
                    <a:pt x="150" y="20"/>
                    <a:pt x="153" y="23"/>
                    <a:pt x="156" y="23"/>
                  </a:cubicBezTo>
                  <a:cubicBezTo>
                    <a:pt x="167" y="20"/>
                    <a:pt x="200" y="33"/>
                    <a:pt x="197" y="38"/>
                  </a:cubicBezTo>
                  <a:cubicBezTo>
                    <a:pt x="195" y="41"/>
                    <a:pt x="201" y="50"/>
                    <a:pt x="210" y="58"/>
                  </a:cubicBezTo>
                  <a:cubicBezTo>
                    <a:pt x="225" y="72"/>
                    <a:pt x="228" y="72"/>
                    <a:pt x="236" y="63"/>
                  </a:cubicBezTo>
                  <a:cubicBezTo>
                    <a:pt x="244" y="53"/>
                    <a:pt x="249" y="54"/>
                    <a:pt x="282" y="71"/>
                  </a:cubicBezTo>
                  <a:cubicBezTo>
                    <a:pt x="334" y="99"/>
                    <a:pt x="340" y="108"/>
                    <a:pt x="311" y="121"/>
                  </a:cubicBezTo>
                  <a:cubicBezTo>
                    <a:pt x="301" y="126"/>
                    <a:pt x="293" y="133"/>
                    <a:pt x="293" y="139"/>
                  </a:cubicBezTo>
                  <a:cubicBezTo>
                    <a:pt x="293" y="151"/>
                    <a:pt x="262" y="168"/>
                    <a:pt x="251" y="161"/>
                  </a:cubicBezTo>
                  <a:cubicBezTo>
                    <a:pt x="247" y="159"/>
                    <a:pt x="243" y="160"/>
                    <a:pt x="243" y="164"/>
                  </a:cubicBezTo>
                  <a:cubicBezTo>
                    <a:pt x="243" y="173"/>
                    <a:pt x="191" y="169"/>
                    <a:pt x="161" y="158"/>
                  </a:cubicBezTo>
                  <a:cubicBezTo>
                    <a:pt x="145" y="151"/>
                    <a:pt x="138" y="152"/>
                    <a:pt x="133" y="159"/>
                  </a:cubicBezTo>
                  <a:cubicBezTo>
                    <a:pt x="107" y="190"/>
                    <a:pt x="103" y="190"/>
                    <a:pt x="54" y="14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0" name="Freeform 32"/>
            <p:cNvSpPr>
              <a:spLocks/>
            </p:cNvSpPr>
            <p:nvPr/>
          </p:nvSpPr>
          <p:spPr bwMode="auto">
            <a:xfrm>
              <a:off x="6008688" y="2832100"/>
              <a:ext cx="706438" cy="650875"/>
            </a:xfrm>
            <a:custGeom>
              <a:avLst/>
              <a:gdLst/>
              <a:ahLst/>
              <a:cxnLst>
                <a:cxn ang="0">
                  <a:pos x="409" y="448"/>
                </a:cxn>
                <a:cxn ang="0">
                  <a:pos x="314" y="443"/>
                </a:cxn>
                <a:cxn ang="0">
                  <a:pos x="283" y="435"/>
                </a:cxn>
                <a:cxn ang="0">
                  <a:pos x="259" y="425"/>
                </a:cxn>
                <a:cxn ang="0">
                  <a:pos x="240" y="417"/>
                </a:cxn>
                <a:cxn ang="0">
                  <a:pos x="136" y="364"/>
                </a:cxn>
                <a:cxn ang="0">
                  <a:pos x="116" y="368"/>
                </a:cxn>
                <a:cxn ang="0">
                  <a:pos x="113" y="354"/>
                </a:cxn>
                <a:cxn ang="0">
                  <a:pos x="91" y="336"/>
                </a:cxn>
                <a:cxn ang="0">
                  <a:pos x="65" y="322"/>
                </a:cxn>
                <a:cxn ang="0">
                  <a:pos x="51" y="312"/>
                </a:cxn>
                <a:cxn ang="0">
                  <a:pos x="44" y="288"/>
                </a:cxn>
                <a:cxn ang="0">
                  <a:pos x="12" y="174"/>
                </a:cxn>
                <a:cxn ang="0">
                  <a:pos x="9" y="143"/>
                </a:cxn>
                <a:cxn ang="0">
                  <a:pos x="13" y="102"/>
                </a:cxn>
                <a:cxn ang="0">
                  <a:pos x="67" y="56"/>
                </a:cxn>
                <a:cxn ang="0">
                  <a:pos x="112" y="35"/>
                </a:cxn>
                <a:cxn ang="0">
                  <a:pos x="208" y="5"/>
                </a:cxn>
                <a:cxn ang="0">
                  <a:pos x="220" y="23"/>
                </a:cxn>
                <a:cxn ang="0">
                  <a:pos x="276" y="46"/>
                </a:cxn>
                <a:cxn ang="0">
                  <a:pos x="462" y="49"/>
                </a:cxn>
                <a:cxn ang="0">
                  <a:pos x="491" y="161"/>
                </a:cxn>
                <a:cxn ang="0">
                  <a:pos x="472" y="191"/>
                </a:cxn>
                <a:cxn ang="0">
                  <a:pos x="467" y="220"/>
                </a:cxn>
                <a:cxn ang="0">
                  <a:pos x="481" y="262"/>
                </a:cxn>
                <a:cxn ang="0">
                  <a:pos x="494" y="321"/>
                </a:cxn>
                <a:cxn ang="0">
                  <a:pos x="498" y="357"/>
                </a:cxn>
                <a:cxn ang="0">
                  <a:pos x="457" y="398"/>
                </a:cxn>
                <a:cxn ang="0">
                  <a:pos x="434" y="446"/>
                </a:cxn>
                <a:cxn ang="0">
                  <a:pos x="409" y="448"/>
                </a:cxn>
              </a:cxnLst>
              <a:rect l="0" t="0" r="r" b="b"/>
              <a:pathLst>
                <a:path w="507" h="467">
                  <a:moveTo>
                    <a:pt x="409" y="448"/>
                  </a:moveTo>
                  <a:cubicBezTo>
                    <a:pt x="376" y="429"/>
                    <a:pt x="337" y="427"/>
                    <a:pt x="314" y="443"/>
                  </a:cubicBezTo>
                  <a:cubicBezTo>
                    <a:pt x="299" y="453"/>
                    <a:pt x="297" y="453"/>
                    <a:pt x="283" y="435"/>
                  </a:cubicBezTo>
                  <a:cubicBezTo>
                    <a:pt x="272" y="421"/>
                    <a:pt x="266" y="419"/>
                    <a:pt x="259" y="425"/>
                  </a:cubicBezTo>
                  <a:cubicBezTo>
                    <a:pt x="251" y="431"/>
                    <a:pt x="247" y="429"/>
                    <a:pt x="240" y="417"/>
                  </a:cubicBezTo>
                  <a:cubicBezTo>
                    <a:pt x="228" y="398"/>
                    <a:pt x="130" y="348"/>
                    <a:pt x="136" y="364"/>
                  </a:cubicBezTo>
                  <a:cubicBezTo>
                    <a:pt x="143" y="381"/>
                    <a:pt x="130" y="383"/>
                    <a:pt x="116" y="368"/>
                  </a:cubicBezTo>
                  <a:cubicBezTo>
                    <a:pt x="107" y="358"/>
                    <a:pt x="106" y="354"/>
                    <a:pt x="113" y="354"/>
                  </a:cubicBezTo>
                  <a:cubicBezTo>
                    <a:pt x="128" y="354"/>
                    <a:pt x="111" y="340"/>
                    <a:pt x="91" y="336"/>
                  </a:cubicBezTo>
                  <a:cubicBezTo>
                    <a:pt x="81" y="335"/>
                    <a:pt x="70" y="328"/>
                    <a:pt x="65" y="322"/>
                  </a:cubicBezTo>
                  <a:cubicBezTo>
                    <a:pt x="61" y="317"/>
                    <a:pt x="54" y="312"/>
                    <a:pt x="51" y="312"/>
                  </a:cubicBezTo>
                  <a:cubicBezTo>
                    <a:pt x="47" y="312"/>
                    <a:pt x="44" y="301"/>
                    <a:pt x="44" y="288"/>
                  </a:cubicBezTo>
                  <a:cubicBezTo>
                    <a:pt x="44" y="251"/>
                    <a:pt x="26" y="187"/>
                    <a:pt x="12" y="174"/>
                  </a:cubicBezTo>
                  <a:cubicBezTo>
                    <a:pt x="0" y="164"/>
                    <a:pt x="0" y="161"/>
                    <a:pt x="9" y="143"/>
                  </a:cubicBezTo>
                  <a:cubicBezTo>
                    <a:pt x="16" y="129"/>
                    <a:pt x="17" y="118"/>
                    <a:pt x="13" y="102"/>
                  </a:cubicBezTo>
                  <a:cubicBezTo>
                    <a:pt x="5" y="77"/>
                    <a:pt x="7" y="75"/>
                    <a:pt x="67" y="56"/>
                  </a:cubicBezTo>
                  <a:cubicBezTo>
                    <a:pt x="88" y="49"/>
                    <a:pt x="108" y="40"/>
                    <a:pt x="112" y="35"/>
                  </a:cubicBezTo>
                  <a:cubicBezTo>
                    <a:pt x="123" y="22"/>
                    <a:pt x="194" y="0"/>
                    <a:pt x="208" y="5"/>
                  </a:cubicBezTo>
                  <a:cubicBezTo>
                    <a:pt x="214" y="7"/>
                    <a:pt x="220" y="15"/>
                    <a:pt x="220" y="23"/>
                  </a:cubicBezTo>
                  <a:cubicBezTo>
                    <a:pt x="220" y="39"/>
                    <a:pt x="258" y="55"/>
                    <a:pt x="276" y="46"/>
                  </a:cubicBezTo>
                  <a:cubicBezTo>
                    <a:pt x="292" y="38"/>
                    <a:pt x="454" y="40"/>
                    <a:pt x="462" y="49"/>
                  </a:cubicBezTo>
                  <a:cubicBezTo>
                    <a:pt x="468" y="56"/>
                    <a:pt x="491" y="143"/>
                    <a:pt x="491" y="161"/>
                  </a:cubicBezTo>
                  <a:cubicBezTo>
                    <a:pt x="491" y="168"/>
                    <a:pt x="483" y="181"/>
                    <a:pt x="472" y="191"/>
                  </a:cubicBezTo>
                  <a:cubicBezTo>
                    <a:pt x="453" y="208"/>
                    <a:pt x="453" y="208"/>
                    <a:pt x="467" y="220"/>
                  </a:cubicBezTo>
                  <a:cubicBezTo>
                    <a:pt x="478" y="228"/>
                    <a:pt x="481" y="239"/>
                    <a:pt x="481" y="262"/>
                  </a:cubicBezTo>
                  <a:cubicBezTo>
                    <a:pt x="480" y="280"/>
                    <a:pt x="486" y="305"/>
                    <a:pt x="494" y="321"/>
                  </a:cubicBezTo>
                  <a:cubicBezTo>
                    <a:pt x="506" y="345"/>
                    <a:pt x="507" y="350"/>
                    <a:pt x="498" y="357"/>
                  </a:cubicBezTo>
                  <a:cubicBezTo>
                    <a:pt x="492" y="361"/>
                    <a:pt x="473" y="379"/>
                    <a:pt x="457" y="398"/>
                  </a:cubicBezTo>
                  <a:cubicBezTo>
                    <a:pt x="430" y="426"/>
                    <a:pt x="427" y="432"/>
                    <a:pt x="434" y="446"/>
                  </a:cubicBezTo>
                  <a:cubicBezTo>
                    <a:pt x="445" y="466"/>
                    <a:pt x="442" y="467"/>
                    <a:pt x="409" y="448"/>
                  </a:cubicBezTo>
                  <a:close/>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1" name="Freeform 33"/>
            <p:cNvSpPr>
              <a:spLocks/>
            </p:cNvSpPr>
            <p:nvPr/>
          </p:nvSpPr>
          <p:spPr bwMode="auto">
            <a:xfrm>
              <a:off x="5187950" y="3224213"/>
              <a:ext cx="260350" cy="211137"/>
            </a:xfrm>
            <a:custGeom>
              <a:avLst/>
              <a:gdLst/>
              <a:ahLst/>
              <a:cxnLst>
                <a:cxn ang="0">
                  <a:pos x="130" y="134"/>
                </a:cxn>
                <a:cxn ang="0">
                  <a:pos x="115" y="105"/>
                </a:cxn>
                <a:cxn ang="0">
                  <a:pos x="102" y="104"/>
                </a:cxn>
                <a:cxn ang="0">
                  <a:pos x="80" y="110"/>
                </a:cxn>
                <a:cxn ang="0">
                  <a:pos x="58" y="79"/>
                </a:cxn>
                <a:cxn ang="0">
                  <a:pos x="34" y="58"/>
                </a:cxn>
                <a:cxn ang="0">
                  <a:pos x="15" y="48"/>
                </a:cxn>
                <a:cxn ang="0">
                  <a:pos x="0" y="40"/>
                </a:cxn>
                <a:cxn ang="0">
                  <a:pos x="42" y="16"/>
                </a:cxn>
                <a:cxn ang="0">
                  <a:pos x="83" y="10"/>
                </a:cxn>
                <a:cxn ang="0">
                  <a:pos x="114" y="4"/>
                </a:cxn>
                <a:cxn ang="0">
                  <a:pos x="133" y="17"/>
                </a:cxn>
                <a:cxn ang="0">
                  <a:pos x="150" y="41"/>
                </a:cxn>
                <a:cxn ang="0">
                  <a:pos x="161" y="59"/>
                </a:cxn>
                <a:cxn ang="0">
                  <a:pos x="179" y="95"/>
                </a:cxn>
                <a:cxn ang="0">
                  <a:pos x="172" y="98"/>
                </a:cxn>
                <a:cxn ang="0">
                  <a:pos x="164" y="103"/>
                </a:cxn>
                <a:cxn ang="0">
                  <a:pos x="161" y="129"/>
                </a:cxn>
                <a:cxn ang="0">
                  <a:pos x="130" y="134"/>
                </a:cxn>
              </a:cxnLst>
              <a:rect l="0" t="0" r="r" b="b"/>
              <a:pathLst>
                <a:path w="187" h="152">
                  <a:moveTo>
                    <a:pt x="130" y="134"/>
                  </a:moveTo>
                  <a:cubicBezTo>
                    <a:pt x="121" y="125"/>
                    <a:pt x="115" y="112"/>
                    <a:pt x="115" y="105"/>
                  </a:cubicBezTo>
                  <a:cubicBezTo>
                    <a:pt x="115" y="93"/>
                    <a:pt x="114" y="93"/>
                    <a:pt x="102" y="104"/>
                  </a:cubicBezTo>
                  <a:cubicBezTo>
                    <a:pt x="88" y="116"/>
                    <a:pt x="78" y="119"/>
                    <a:pt x="80" y="110"/>
                  </a:cubicBezTo>
                  <a:cubicBezTo>
                    <a:pt x="82" y="94"/>
                    <a:pt x="77" y="86"/>
                    <a:pt x="58" y="79"/>
                  </a:cubicBezTo>
                  <a:cubicBezTo>
                    <a:pt x="47" y="75"/>
                    <a:pt x="36" y="66"/>
                    <a:pt x="34" y="58"/>
                  </a:cubicBezTo>
                  <a:cubicBezTo>
                    <a:pt x="31" y="47"/>
                    <a:pt x="26" y="45"/>
                    <a:pt x="15" y="48"/>
                  </a:cubicBezTo>
                  <a:cubicBezTo>
                    <a:pt x="4" y="52"/>
                    <a:pt x="0" y="50"/>
                    <a:pt x="0" y="40"/>
                  </a:cubicBezTo>
                  <a:cubicBezTo>
                    <a:pt x="0" y="22"/>
                    <a:pt x="26" y="8"/>
                    <a:pt x="42" y="16"/>
                  </a:cubicBezTo>
                  <a:cubicBezTo>
                    <a:pt x="52" y="22"/>
                    <a:pt x="63" y="20"/>
                    <a:pt x="83" y="10"/>
                  </a:cubicBezTo>
                  <a:cubicBezTo>
                    <a:pt x="99" y="3"/>
                    <a:pt x="112" y="0"/>
                    <a:pt x="114" y="4"/>
                  </a:cubicBezTo>
                  <a:cubicBezTo>
                    <a:pt x="115" y="8"/>
                    <a:pt x="124" y="14"/>
                    <a:pt x="133" y="17"/>
                  </a:cubicBezTo>
                  <a:cubicBezTo>
                    <a:pt x="145" y="22"/>
                    <a:pt x="150" y="29"/>
                    <a:pt x="150" y="41"/>
                  </a:cubicBezTo>
                  <a:cubicBezTo>
                    <a:pt x="150" y="52"/>
                    <a:pt x="154" y="59"/>
                    <a:pt x="161" y="59"/>
                  </a:cubicBezTo>
                  <a:cubicBezTo>
                    <a:pt x="175" y="59"/>
                    <a:pt x="187" y="82"/>
                    <a:pt x="179" y="95"/>
                  </a:cubicBezTo>
                  <a:cubicBezTo>
                    <a:pt x="175" y="100"/>
                    <a:pt x="172" y="102"/>
                    <a:pt x="172" y="98"/>
                  </a:cubicBezTo>
                  <a:cubicBezTo>
                    <a:pt x="171" y="94"/>
                    <a:pt x="168" y="96"/>
                    <a:pt x="164" y="103"/>
                  </a:cubicBezTo>
                  <a:cubicBezTo>
                    <a:pt x="160" y="110"/>
                    <a:pt x="159" y="121"/>
                    <a:pt x="161" y="129"/>
                  </a:cubicBezTo>
                  <a:cubicBezTo>
                    <a:pt x="167" y="148"/>
                    <a:pt x="147" y="152"/>
                    <a:pt x="130" y="13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2" name="Freeform 34"/>
            <p:cNvSpPr>
              <a:spLocks/>
            </p:cNvSpPr>
            <p:nvPr/>
          </p:nvSpPr>
          <p:spPr bwMode="auto">
            <a:xfrm>
              <a:off x="5419725" y="3375025"/>
              <a:ext cx="38100" cy="68262"/>
            </a:xfrm>
            <a:custGeom>
              <a:avLst/>
              <a:gdLst/>
              <a:ahLst/>
              <a:cxnLst>
                <a:cxn ang="0">
                  <a:pos x="1" y="21"/>
                </a:cxn>
                <a:cxn ang="0">
                  <a:pos x="5" y="0"/>
                </a:cxn>
                <a:cxn ang="0">
                  <a:pos x="23" y="31"/>
                </a:cxn>
                <a:cxn ang="0">
                  <a:pos x="1" y="21"/>
                </a:cxn>
              </a:cxnLst>
              <a:rect l="0" t="0" r="r" b="b"/>
              <a:pathLst>
                <a:path w="27" h="50">
                  <a:moveTo>
                    <a:pt x="1" y="21"/>
                  </a:moveTo>
                  <a:cubicBezTo>
                    <a:pt x="0" y="10"/>
                    <a:pt x="2" y="0"/>
                    <a:pt x="5" y="0"/>
                  </a:cubicBezTo>
                  <a:cubicBezTo>
                    <a:pt x="16" y="0"/>
                    <a:pt x="27" y="19"/>
                    <a:pt x="23" y="31"/>
                  </a:cubicBezTo>
                  <a:cubicBezTo>
                    <a:pt x="16" y="50"/>
                    <a:pt x="2" y="44"/>
                    <a:pt x="1" y="2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3" name="Freeform 35"/>
            <p:cNvSpPr>
              <a:spLocks/>
            </p:cNvSpPr>
            <p:nvPr/>
          </p:nvSpPr>
          <p:spPr bwMode="auto">
            <a:xfrm>
              <a:off x="4554538" y="2357438"/>
              <a:ext cx="576263" cy="1014412"/>
            </a:xfrm>
            <a:custGeom>
              <a:avLst/>
              <a:gdLst/>
              <a:ahLst/>
              <a:cxnLst>
                <a:cxn ang="0">
                  <a:pos x="139" y="638"/>
                </a:cxn>
                <a:cxn ang="0">
                  <a:pos x="189" y="596"/>
                </a:cxn>
                <a:cxn ang="0">
                  <a:pos x="137" y="613"/>
                </a:cxn>
                <a:cxn ang="0">
                  <a:pos x="95" y="599"/>
                </a:cxn>
                <a:cxn ang="0">
                  <a:pos x="61" y="609"/>
                </a:cxn>
                <a:cxn ang="0">
                  <a:pos x="113" y="539"/>
                </a:cxn>
                <a:cxn ang="0">
                  <a:pos x="115" y="504"/>
                </a:cxn>
                <a:cxn ang="0">
                  <a:pos x="104" y="483"/>
                </a:cxn>
                <a:cxn ang="0">
                  <a:pos x="172" y="476"/>
                </a:cxn>
                <a:cxn ang="0">
                  <a:pos x="167" y="438"/>
                </a:cxn>
                <a:cxn ang="0">
                  <a:pos x="154" y="336"/>
                </a:cxn>
                <a:cxn ang="0">
                  <a:pos x="133" y="328"/>
                </a:cxn>
                <a:cxn ang="0">
                  <a:pos x="89" y="340"/>
                </a:cxn>
                <a:cxn ang="0">
                  <a:pos x="76" y="300"/>
                </a:cxn>
                <a:cxn ang="0">
                  <a:pos x="80" y="250"/>
                </a:cxn>
                <a:cxn ang="0">
                  <a:pos x="55" y="235"/>
                </a:cxn>
                <a:cxn ang="0">
                  <a:pos x="40" y="234"/>
                </a:cxn>
                <a:cxn ang="0">
                  <a:pos x="62" y="163"/>
                </a:cxn>
                <a:cxn ang="0">
                  <a:pos x="16" y="200"/>
                </a:cxn>
                <a:cxn ang="0">
                  <a:pos x="21" y="176"/>
                </a:cxn>
                <a:cxn ang="0">
                  <a:pos x="43" y="116"/>
                </a:cxn>
                <a:cxn ang="0">
                  <a:pos x="40" y="65"/>
                </a:cxn>
                <a:cxn ang="0">
                  <a:pos x="60" y="26"/>
                </a:cxn>
                <a:cxn ang="0">
                  <a:pos x="115" y="1"/>
                </a:cxn>
                <a:cxn ang="0">
                  <a:pos x="115" y="62"/>
                </a:cxn>
                <a:cxn ang="0">
                  <a:pos x="126" y="93"/>
                </a:cxn>
                <a:cxn ang="0">
                  <a:pos x="172" y="189"/>
                </a:cxn>
                <a:cxn ang="0">
                  <a:pos x="149" y="223"/>
                </a:cxn>
                <a:cxn ang="0">
                  <a:pos x="168" y="241"/>
                </a:cxn>
                <a:cxn ang="0">
                  <a:pos x="246" y="333"/>
                </a:cxn>
                <a:cxn ang="0">
                  <a:pos x="296" y="420"/>
                </a:cxn>
                <a:cxn ang="0">
                  <a:pos x="303" y="446"/>
                </a:cxn>
                <a:cxn ang="0">
                  <a:pos x="323" y="514"/>
                </a:cxn>
                <a:cxn ang="0">
                  <a:pos x="393" y="515"/>
                </a:cxn>
                <a:cxn ang="0">
                  <a:pos x="358" y="602"/>
                </a:cxn>
                <a:cxn ang="0">
                  <a:pos x="370" y="631"/>
                </a:cxn>
                <a:cxn ang="0">
                  <a:pos x="304" y="670"/>
                </a:cxn>
                <a:cxn ang="0">
                  <a:pos x="184" y="678"/>
                </a:cxn>
                <a:cxn ang="0">
                  <a:pos x="116" y="707"/>
                </a:cxn>
                <a:cxn ang="0">
                  <a:pos x="65" y="696"/>
                </a:cxn>
              </a:cxnLst>
              <a:rect l="0" t="0" r="r" b="b"/>
              <a:pathLst>
                <a:path w="413" h="727">
                  <a:moveTo>
                    <a:pt x="65" y="696"/>
                  </a:moveTo>
                  <a:cubicBezTo>
                    <a:pt x="103" y="647"/>
                    <a:pt x="114" y="638"/>
                    <a:pt x="139" y="638"/>
                  </a:cubicBezTo>
                  <a:cubicBezTo>
                    <a:pt x="163" y="638"/>
                    <a:pt x="175" y="629"/>
                    <a:pt x="190" y="599"/>
                  </a:cubicBezTo>
                  <a:cubicBezTo>
                    <a:pt x="197" y="587"/>
                    <a:pt x="197" y="587"/>
                    <a:pt x="189" y="596"/>
                  </a:cubicBezTo>
                  <a:cubicBezTo>
                    <a:pt x="183" y="602"/>
                    <a:pt x="172" y="611"/>
                    <a:pt x="163" y="616"/>
                  </a:cubicBezTo>
                  <a:cubicBezTo>
                    <a:pt x="148" y="623"/>
                    <a:pt x="144" y="623"/>
                    <a:pt x="137" y="613"/>
                  </a:cubicBezTo>
                  <a:cubicBezTo>
                    <a:pt x="132" y="607"/>
                    <a:pt x="124" y="602"/>
                    <a:pt x="118" y="603"/>
                  </a:cubicBezTo>
                  <a:cubicBezTo>
                    <a:pt x="112" y="604"/>
                    <a:pt x="102" y="602"/>
                    <a:pt x="95" y="599"/>
                  </a:cubicBezTo>
                  <a:cubicBezTo>
                    <a:pt x="88" y="596"/>
                    <a:pt x="78" y="598"/>
                    <a:pt x="72" y="603"/>
                  </a:cubicBezTo>
                  <a:cubicBezTo>
                    <a:pt x="66" y="608"/>
                    <a:pt x="61" y="610"/>
                    <a:pt x="61" y="609"/>
                  </a:cubicBezTo>
                  <a:cubicBezTo>
                    <a:pt x="54" y="578"/>
                    <a:pt x="55" y="576"/>
                    <a:pt x="78" y="570"/>
                  </a:cubicBezTo>
                  <a:cubicBezTo>
                    <a:pt x="93" y="566"/>
                    <a:pt x="105" y="556"/>
                    <a:pt x="113" y="539"/>
                  </a:cubicBezTo>
                  <a:cubicBezTo>
                    <a:pt x="120" y="525"/>
                    <a:pt x="123" y="514"/>
                    <a:pt x="118" y="512"/>
                  </a:cubicBezTo>
                  <a:cubicBezTo>
                    <a:pt x="114" y="511"/>
                    <a:pt x="113" y="507"/>
                    <a:pt x="115" y="504"/>
                  </a:cubicBezTo>
                  <a:cubicBezTo>
                    <a:pt x="117" y="500"/>
                    <a:pt x="114" y="497"/>
                    <a:pt x="108" y="497"/>
                  </a:cubicBezTo>
                  <a:cubicBezTo>
                    <a:pt x="99" y="497"/>
                    <a:pt x="98" y="494"/>
                    <a:pt x="104" y="483"/>
                  </a:cubicBezTo>
                  <a:cubicBezTo>
                    <a:pt x="112" y="468"/>
                    <a:pt x="150" y="463"/>
                    <a:pt x="158" y="476"/>
                  </a:cubicBezTo>
                  <a:cubicBezTo>
                    <a:pt x="161" y="482"/>
                    <a:pt x="166" y="481"/>
                    <a:pt x="172" y="476"/>
                  </a:cubicBezTo>
                  <a:cubicBezTo>
                    <a:pt x="181" y="469"/>
                    <a:pt x="181" y="466"/>
                    <a:pt x="172" y="457"/>
                  </a:cubicBezTo>
                  <a:cubicBezTo>
                    <a:pt x="165" y="451"/>
                    <a:pt x="163" y="443"/>
                    <a:pt x="167" y="438"/>
                  </a:cubicBezTo>
                  <a:cubicBezTo>
                    <a:pt x="177" y="425"/>
                    <a:pt x="173" y="388"/>
                    <a:pt x="161" y="388"/>
                  </a:cubicBezTo>
                  <a:cubicBezTo>
                    <a:pt x="139" y="388"/>
                    <a:pt x="134" y="355"/>
                    <a:pt x="154" y="336"/>
                  </a:cubicBezTo>
                  <a:cubicBezTo>
                    <a:pt x="168" y="321"/>
                    <a:pt x="168" y="321"/>
                    <a:pt x="151" y="321"/>
                  </a:cubicBezTo>
                  <a:cubicBezTo>
                    <a:pt x="141" y="321"/>
                    <a:pt x="133" y="324"/>
                    <a:pt x="133" y="328"/>
                  </a:cubicBezTo>
                  <a:cubicBezTo>
                    <a:pt x="133" y="338"/>
                    <a:pt x="110" y="343"/>
                    <a:pt x="100" y="335"/>
                  </a:cubicBezTo>
                  <a:cubicBezTo>
                    <a:pt x="93" y="330"/>
                    <a:pt x="90" y="331"/>
                    <a:pt x="89" y="340"/>
                  </a:cubicBezTo>
                  <a:cubicBezTo>
                    <a:pt x="86" y="351"/>
                    <a:pt x="86" y="351"/>
                    <a:pt x="74" y="340"/>
                  </a:cubicBezTo>
                  <a:cubicBezTo>
                    <a:pt x="62" y="328"/>
                    <a:pt x="62" y="326"/>
                    <a:pt x="76" y="300"/>
                  </a:cubicBezTo>
                  <a:cubicBezTo>
                    <a:pt x="85" y="283"/>
                    <a:pt x="87" y="271"/>
                    <a:pt x="82" y="269"/>
                  </a:cubicBezTo>
                  <a:cubicBezTo>
                    <a:pt x="78" y="266"/>
                    <a:pt x="77" y="258"/>
                    <a:pt x="80" y="250"/>
                  </a:cubicBezTo>
                  <a:cubicBezTo>
                    <a:pt x="83" y="238"/>
                    <a:pt x="82" y="236"/>
                    <a:pt x="74" y="239"/>
                  </a:cubicBezTo>
                  <a:cubicBezTo>
                    <a:pt x="68" y="241"/>
                    <a:pt x="59" y="240"/>
                    <a:pt x="55" y="235"/>
                  </a:cubicBezTo>
                  <a:cubicBezTo>
                    <a:pt x="49" y="229"/>
                    <a:pt x="47" y="230"/>
                    <a:pt x="46" y="237"/>
                  </a:cubicBezTo>
                  <a:cubicBezTo>
                    <a:pt x="46" y="244"/>
                    <a:pt x="44" y="242"/>
                    <a:pt x="40" y="234"/>
                  </a:cubicBezTo>
                  <a:cubicBezTo>
                    <a:pt x="36" y="224"/>
                    <a:pt x="39" y="210"/>
                    <a:pt x="48" y="191"/>
                  </a:cubicBezTo>
                  <a:cubicBezTo>
                    <a:pt x="62" y="163"/>
                    <a:pt x="62" y="163"/>
                    <a:pt x="62" y="163"/>
                  </a:cubicBezTo>
                  <a:cubicBezTo>
                    <a:pt x="44" y="184"/>
                    <a:pt x="44" y="184"/>
                    <a:pt x="44" y="184"/>
                  </a:cubicBezTo>
                  <a:cubicBezTo>
                    <a:pt x="33" y="197"/>
                    <a:pt x="23" y="202"/>
                    <a:pt x="16" y="200"/>
                  </a:cubicBezTo>
                  <a:cubicBezTo>
                    <a:pt x="0" y="194"/>
                    <a:pt x="1" y="181"/>
                    <a:pt x="17" y="180"/>
                  </a:cubicBezTo>
                  <a:cubicBezTo>
                    <a:pt x="23" y="180"/>
                    <a:pt x="25" y="178"/>
                    <a:pt x="21" y="176"/>
                  </a:cubicBezTo>
                  <a:cubicBezTo>
                    <a:pt x="14" y="174"/>
                    <a:pt x="15" y="166"/>
                    <a:pt x="24" y="147"/>
                  </a:cubicBezTo>
                  <a:cubicBezTo>
                    <a:pt x="31" y="133"/>
                    <a:pt x="39" y="119"/>
                    <a:pt x="43" y="116"/>
                  </a:cubicBezTo>
                  <a:cubicBezTo>
                    <a:pt x="47" y="113"/>
                    <a:pt x="45" y="111"/>
                    <a:pt x="38" y="111"/>
                  </a:cubicBezTo>
                  <a:cubicBezTo>
                    <a:pt x="19" y="111"/>
                    <a:pt x="21" y="71"/>
                    <a:pt x="40" y="65"/>
                  </a:cubicBezTo>
                  <a:cubicBezTo>
                    <a:pt x="47" y="63"/>
                    <a:pt x="53" y="58"/>
                    <a:pt x="53" y="56"/>
                  </a:cubicBezTo>
                  <a:cubicBezTo>
                    <a:pt x="52" y="53"/>
                    <a:pt x="55" y="40"/>
                    <a:pt x="60" y="26"/>
                  </a:cubicBezTo>
                  <a:cubicBezTo>
                    <a:pt x="68" y="2"/>
                    <a:pt x="68" y="2"/>
                    <a:pt x="68" y="2"/>
                  </a:cubicBezTo>
                  <a:cubicBezTo>
                    <a:pt x="115" y="1"/>
                    <a:pt x="115" y="1"/>
                    <a:pt x="115" y="1"/>
                  </a:cubicBezTo>
                  <a:cubicBezTo>
                    <a:pt x="169" y="0"/>
                    <a:pt x="174" y="8"/>
                    <a:pt x="136" y="36"/>
                  </a:cubicBezTo>
                  <a:cubicBezTo>
                    <a:pt x="122" y="47"/>
                    <a:pt x="113" y="58"/>
                    <a:pt x="115" y="62"/>
                  </a:cubicBezTo>
                  <a:cubicBezTo>
                    <a:pt x="117" y="65"/>
                    <a:pt x="114" y="76"/>
                    <a:pt x="107" y="86"/>
                  </a:cubicBezTo>
                  <a:cubicBezTo>
                    <a:pt x="94" y="106"/>
                    <a:pt x="99" y="108"/>
                    <a:pt x="126" y="93"/>
                  </a:cubicBezTo>
                  <a:cubicBezTo>
                    <a:pt x="145" y="82"/>
                    <a:pt x="215" y="79"/>
                    <a:pt x="221" y="88"/>
                  </a:cubicBezTo>
                  <a:cubicBezTo>
                    <a:pt x="229" y="100"/>
                    <a:pt x="191" y="177"/>
                    <a:pt x="172" y="189"/>
                  </a:cubicBezTo>
                  <a:cubicBezTo>
                    <a:pt x="146" y="205"/>
                    <a:pt x="141" y="212"/>
                    <a:pt x="160" y="206"/>
                  </a:cubicBezTo>
                  <a:cubicBezTo>
                    <a:pt x="187" y="198"/>
                    <a:pt x="177" y="213"/>
                    <a:pt x="149" y="223"/>
                  </a:cubicBezTo>
                  <a:cubicBezTo>
                    <a:pt x="123" y="232"/>
                    <a:pt x="123" y="232"/>
                    <a:pt x="139" y="238"/>
                  </a:cubicBezTo>
                  <a:cubicBezTo>
                    <a:pt x="149" y="242"/>
                    <a:pt x="162" y="243"/>
                    <a:pt x="168" y="241"/>
                  </a:cubicBezTo>
                  <a:cubicBezTo>
                    <a:pt x="185" y="235"/>
                    <a:pt x="227" y="265"/>
                    <a:pt x="233" y="286"/>
                  </a:cubicBezTo>
                  <a:cubicBezTo>
                    <a:pt x="236" y="296"/>
                    <a:pt x="242" y="317"/>
                    <a:pt x="246" y="333"/>
                  </a:cubicBezTo>
                  <a:cubicBezTo>
                    <a:pt x="252" y="355"/>
                    <a:pt x="259" y="364"/>
                    <a:pt x="276" y="371"/>
                  </a:cubicBezTo>
                  <a:cubicBezTo>
                    <a:pt x="307" y="383"/>
                    <a:pt x="313" y="399"/>
                    <a:pt x="296" y="420"/>
                  </a:cubicBezTo>
                  <a:cubicBezTo>
                    <a:pt x="281" y="437"/>
                    <a:pt x="281" y="437"/>
                    <a:pt x="281" y="437"/>
                  </a:cubicBezTo>
                  <a:cubicBezTo>
                    <a:pt x="303" y="446"/>
                    <a:pt x="303" y="446"/>
                    <a:pt x="303" y="446"/>
                  </a:cubicBezTo>
                  <a:cubicBezTo>
                    <a:pt x="330" y="457"/>
                    <a:pt x="338" y="479"/>
                    <a:pt x="322" y="497"/>
                  </a:cubicBezTo>
                  <a:cubicBezTo>
                    <a:pt x="312" y="509"/>
                    <a:pt x="312" y="510"/>
                    <a:pt x="323" y="514"/>
                  </a:cubicBezTo>
                  <a:cubicBezTo>
                    <a:pt x="330" y="517"/>
                    <a:pt x="337" y="516"/>
                    <a:pt x="339" y="512"/>
                  </a:cubicBezTo>
                  <a:cubicBezTo>
                    <a:pt x="342" y="501"/>
                    <a:pt x="377" y="503"/>
                    <a:pt x="393" y="515"/>
                  </a:cubicBezTo>
                  <a:cubicBezTo>
                    <a:pt x="413" y="530"/>
                    <a:pt x="403" y="571"/>
                    <a:pt x="375" y="585"/>
                  </a:cubicBezTo>
                  <a:cubicBezTo>
                    <a:pt x="363" y="591"/>
                    <a:pt x="355" y="599"/>
                    <a:pt x="358" y="602"/>
                  </a:cubicBezTo>
                  <a:cubicBezTo>
                    <a:pt x="360" y="606"/>
                    <a:pt x="356" y="610"/>
                    <a:pt x="350" y="612"/>
                  </a:cubicBezTo>
                  <a:cubicBezTo>
                    <a:pt x="333" y="619"/>
                    <a:pt x="346" y="631"/>
                    <a:pt x="370" y="631"/>
                  </a:cubicBezTo>
                  <a:cubicBezTo>
                    <a:pt x="389" y="631"/>
                    <a:pt x="390" y="632"/>
                    <a:pt x="382" y="642"/>
                  </a:cubicBezTo>
                  <a:cubicBezTo>
                    <a:pt x="366" y="661"/>
                    <a:pt x="344" y="669"/>
                    <a:pt x="304" y="670"/>
                  </a:cubicBezTo>
                  <a:cubicBezTo>
                    <a:pt x="225" y="671"/>
                    <a:pt x="210" y="673"/>
                    <a:pt x="215" y="680"/>
                  </a:cubicBezTo>
                  <a:cubicBezTo>
                    <a:pt x="220" y="688"/>
                    <a:pt x="198" y="686"/>
                    <a:pt x="184" y="678"/>
                  </a:cubicBezTo>
                  <a:cubicBezTo>
                    <a:pt x="171" y="669"/>
                    <a:pt x="150" y="678"/>
                    <a:pt x="141" y="698"/>
                  </a:cubicBezTo>
                  <a:cubicBezTo>
                    <a:pt x="134" y="713"/>
                    <a:pt x="131" y="714"/>
                    <a:pt x="116" y="707"/>
                  </a:cubicBezTo>
                  <a:cubicBezTo>
                    <a:pt x="103" y="701"/>
                    <a:pt x="94" y="702"/>
                    <a:pt x="77" y="711"/>
                  </a:cubicBezTo>
                  <a:cubicBezTo>
                    <a:pt x="45" y="727"/>
                    <a:pt x="43" y="725"/>
                    <a:pt x="65" y="696"/>
                  </a:cubicBezTo>
                  <a:close/>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4" name="Freeform 36"/>
            <p:cNvSpPr>
              <a:spLocks/>
            </p:cNvSpPr>
            <p:nvPr/>
          </p:nvSpPr>
          <p:spPr bwMode="auto">
            <a:xfrm>
              <a:off x="5289550" y="2987675"/>
              <a:ext cx="250825" cy="265112"/>
            </a:xfrm>
            <a:custGeom>
              <a:avLst/>
              <a:gdLst/>
              <a:ahLst/>
              <a:cxnLst>
                <a:cxn ang="0">
                  <a:pos x="77" y="183"/>
                </a:cxn>
                <a:cxn ang="0">
                  <a:pos x="51" y="168"/>
                </a:cxn>
                <a:cxn ang="0">
                  <a:pos x="22" y="162"/>
                </a:cxn>
                <a:cxn ang="0">
                  <a:pos x="2" y="165"/>
                </a:cxn>
                <a:cxn ang="0">
                  <a:pos x="23" y="155"/>
                </a:cxn>
                <a:cxn ang="0">
                  <a:pos x="43" y="146"/>
                </a:cxn>
                <a:cxn ang="0">
                  <a:pos x="22" y="142"/>
                </a:cxn>
                <a:cxn ang="0">
                  <a:pos x="0" y="137"/>
                </a:cxn>
                <a:cxn ang="0">
                  <a:pos x="17" y="104"/>
                </a:cxn>
                <a:cxn ang="0">
                  <a:pos x="34" y="62"/>
                </a:cxn>
                <a:cxn ang="0">
                  <a:pos x="42" y="52"/>
                </a:cxn>
                <a:cxn ang="0">
                  <a:pos x="46" y="73"/>
                </a:cxn>
                <a:cxn ang="0">
                  <a:pos x="84" y="98"/>
                </a:cxn>
                <a:cxn ang="0">
                  <a:pos x="89" y="70"/>
                </a:cxn>
                <a:cxn ang="0">
                  <a:pos x="76" y="52"/>
                </a:cxn>
                <a:cxn ang="0">
                  <a:pos x="83" y="15"/>
                </a:cxn>
                <a:cxn ang="0">
                  <a:pos x="140" y="67"/>
                </a:cxn>
                <a:cxn ang="0">
                  <a:pos x="136" y="90"/>
                </a:cxn>
                <a:cxn ang="0">
                  <a:pos x="138" y="114"/>
                </a:cxn>
                <a:cxn ang="0">
                  <a:pos x="109" y="132"/>
                </a:cxn>
                <a:cxn ang="0">
                  <a:pos x="99" y="150"/>
                </a:cxn>
                <a:cxn ang="0">
                  <a:pos x="101" y="177"/>
                </a:cxn>
                <a:cxn ang="0">
                  <a:pos x="77" y="183"/>
                </a:cxn>
              </a:cxnLst>
              <a:rect l="0" t="0" r="r" b="b"/>
              <a:pathLst>
                <a:path w="179" h="190">
                  <a:moveTo>
                    <a:pt x="77" y="183"/>
                  </a:moveTo>
                  <a:cubicBezTo>
                    <a:pt x="68" y="179"/>
                    <a:pt x="56" y="172"/>
                    <a:pt x="51" y="168"/>
                  </a:cubicBezTo>
                  <a:cubicBezTo>
                    <a:pt x="46" y="163"/>
                    <a:pt x="33" y="161"/>
                    <a:pt x="22" y="162"/>
                  </a:cubicBezTo>
                  <a:cubicBezTo>
                    <a:pt x="2" y="165"/>
                    <a:pt x="2" y="165"/>
                    <a:pt x="2" y="165"/>
                  </a:cubicBezTo>
                  <a:cubicBezTo>
                    <a:pt x="23" y="155"/>
                    <a:pt x="23" y="155"/>
                    <a:pt x="23" y="155"/>
                  </a:cubicBezTo>
                  <a:cubicBezTo>
                    <a:pt x="43" y="146"/>
                    <a:pt x="43" y="146"/>
                    <a:pt x="43" y="146"/>
                  </a:cubicBezTo>
                  <a:cubicBezTo>
                    <a:pt x="22" y="142"/>
                    <a:pt x="22" y="142"/>
                    <a:pt x="22" y="142"/>
                  </a:cubicBezTo>
                  <a:cubicBezTo>
                    <a:pt x="0" y="137"/>
                    <a:pt x="0" y="137"/>
                    <a:pt x="0" y="137"/>
                  </a:cubicBezTo>
                  <a:cubicBezTo>
                    <a:pt x="17" y="104"/>
                    <a:pt x="17" y="104"/>
                    <a:pt x="17" y="104"/>
                  </a:cubicBezTo>
                  <a:cubicBezTo>
                    <a:pt x="27" y="86"/>
                    <a:pt x="34" y="67"/>
                    <a:pt x="34" y="62"/>
                  </a:cubicBezTo>
                  <a:cubicBezTo>
                    <a:pt x="34" y="56"/>
                    <a:pt x="38" y="52"/>
                    <a:pt x="42" y="52"/>
                  </a:cubicBezTo>
                  <a:cubicBezTo>
                    <a:pt x="46" y="52"/>
                    <a:pt x="48" y="61"/>
                    <a:pt x="46" y="73"/>
                  </a:cubicBezTo>
                  <a:cubicBezTo>
                    <a:pt x="42" y="101"/>
                    <a:pt x="64" y="116"/>
                    <a:pt x="84" y="98"/>
                  </a:cubicBezTo>
                  <a:cubicBezTo>
                    <a:pt x="95" y="89"/>
                    <a:pt x="96" y="84"/>
                    <a:pt x="89" y="70"/>
                  </a:cubicBezTo>
                  <a:cubicBezTo>
                    <a:pt x="85" y="60"/>
                    <a:pt x="78" y="52"/>
                    <a:pt x="76" y="52"/>
                  </a:cubicBezTo>
                  <a:cubicBezTo>
                    <a:pt x="64" y="52"/>
                    <a:pt x="71" y="18"/>
                    <a:pt x="83" y="15"/>
                  </a:cubicBezTo>
                  <a:cubicBezTo>
                    <a:pt x="145" y="0"/>
                    <a:pt x="179" y="31"/>
                    <a:pt x="140" y="67"/>
                  </a:cubicBezTo>
                  <a:cubicBezTo>
                    <a:pt x="125" y="80"/>
                    <a:pt x="125" y="82"/>
                    <a:pt x="136" y="90"/>
                  </a:cubicBezTo>
                  <a:cubicBezTo>
                    <a:pt x="147" y="98"/>
                    <a:pt x="147" y="101"/>
                    <a:pt x="138" y="114"/>
                  </a:cubicBezTo>
                  <a:cubicBezTo>
                    <a:pt x="132" y="121"/>
                    <a:pt x="119" y="130"/>
                    <a:pt x="109" y="132"/>
                  </a:cubicBezTo>
                  <a:cubicBezTo>
                    <a:pt x="94" y="136"/>
                    <a:pt x="92" y="139"/>
                    <a:pt x="99" y="150"/>
                  </a:cubicBezTo>
                  <a:cubicBezTo>
                    <a:pt x="103" y="158"/>
                    <a:pt x="103" y="170"/>
                    <a:pt x="101" y="177"/>
                  </a:cubicBezTo>
                  <a:cubicBezTo>
                    <a:pt x="96" y="189"/>
                    <a:pt x="93" y="190"/>
                    <a:pt x="77" y="18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5" name="Freeform 37"/>
            <p:cNvSpPr>
              <a:spLocks/>
            </p:cNvSpPr>
            <p:nvPr/>
          </p:nvSpPr>
          <p:spPr bwMode="auto">
            <a:xfrm>
              <a:off x="6653213" y="2668588"/>
              <a:ext cx="674688" cy="568325"/>
            </a:xfrm>
            <a:custGeom>
              <a:avLst/>
              <a:gdLst/>
              <a:ahLst/>
              <a:cxnLst>
                <a:cxn ang="0">
                  <a:pos x="364" y="401"/>
                </a:cxn>
                <a:cxn ang="0">
                  <a:pos x="339" y="389"/>
                </a:cxn>
                <a:cxn ang="0">
                  <a:pos x="266" y="384"/>
                </a:cxn>
                <a:cxn ang="0">
                  <a:pos x="209" y="374"/>
                </a:cxn>
                <a:cxn ang="0">
                  <a:pos x="51" y="369"/>
                </a:cxn>
                <a:cxn ang="0">
                  <a:pos x="27" y="359"/>
                </a:cxn>
                <a:cxn ang="0">
                  <a:pos x="16" y="338"/>
                </a:cxn>
                <a:cxn ang="0">
                  <a:pos x="19" y="309"/>
                </a:cxn>
                <a:cxn ang="0">
                  <a:pos x="29" y="240"/>
                </a:cxn>
                <a:cxn ang="0">
                  <a:pos x="45" y="194"/>
                </a:cxn>
                <a:cxn ang="0">
                  <a:pos x="83" y="183"/>
                </a:cxn>
                <a:cxn ang="0">
                  <a:pos x="124" y="168"/>
                </a:cxn>
                <a:cxn ang="0">
                  <a:pos x="125" y="159"/>
                </a:cxn>
                <a:cxn ang="0">
                  <a:pos x="129" y="144"/>
                </a:cxn>
                <a:cxn ang="0">
                  <a:pos x="136" y="130"/>
                </a:cxn>
                <a:cxn ang="0">
                  <a:pos x="171" y="91"/>
                </a:cxn>
                <a:cxn ang="0">
                  <a:pos x="178" y="69"/>
                </a:cxn>
                <a:cxn ang="0">
                  <a:pos x="180" y="47"/>
                </a:cxn>
                <a:cxn ang="0">
                  <a:pos x="205" y="33"/>
                </a:cxn>
                <a:cxn ang="0">
                  <a:pos x="240" y="17"/>
                </a:cxn>
                <a:cxn ang="0">
                  <a:pos x="258" y="5"/>
                </a:cxn>
                <a:cxn ang="0">
                  <a:pos x="269" y="10"/>
                </a:cxn>
                <a:cxn ang="0">
                  <a:pos x="279" y="14"/>
                </a:cxn>
                <a:cxn ang="0">
                  <a:pos x="286" y="18"/>
                </a:cxn>
                <a:cxn ang="0">
                  <a:pos x="310" y="32"/>
                </a:cxn>
                <a:cxn ang="0">
                  <a:pos x="327" y="35"/>
                </a:cxn>
                <a:cxn ang="0">
                  <a:pos x="385" y="66"/>
                </a:cxn>
                <a:cxn ang="0">
                  <a:pos x="387" y="103"/>
                </a:cxn>
                <a:cxn ang="0">
                  <a:pos x="420" y="177"/>
                </a:cxn>
                <a:cxn ang="0">
                  <a:pos x="433" y="197"/>
                </a:cxn>
                <a:cxn ang="0">
                  <a:pos x="444" y="208"/>
                </a:cxn>
                <a:cxn ang="0">
                  <a:pos x="469" y="218"/>
                </a:cxn>
                <a:cxn ang="0">
                  <a:pos x="472" y="228"/>
                </a:cxn>
                <a:cxn ang="0">
                  <a:pos x="462" y="254"/>
                </a:cxn>
                <a:cxn ang="0">
                  <a:pos x="434" y="254"/>
                </a:cxn>
                <a:cxn ang="0">
                  <a:pos x="412" y="275"/>
                </a:cxn>
                <a:cxn ang="0">
                  <a:pos x="422" y="311"/>
                </a:cxn>
                <a:cxn ang="0">
                  <a:pos x="411" y="342"/>
                </a:cxn>
                <a:cxn ang="0">
                  <a:pos x="371" y="390"/>
                </a:cxn>
                <a:cxn ang="0">
                  <a:pos x="364" y="401"/>
                </a:cxn>
              </a:cxnLst>
              <a:rect l="0" t="0" r="r" b="b"/>
              <a:pathLst>
                <a:path w="484" h="407">
                  <a:moveTo>
                    <a:pt x="364" y="401"/>
                  </a:moveTo>
                  <a:cubicBezTo>
                    <a:pt x="362" y="395"/>
                    <a:pt x="351" y="390"/>
                    <a:pt x="339" y="389"/>
                  </a:cubicBezTo>
                  <a:cubicBezTo>
                    <a:pt x="328" y="388"/>
                    <a:pt x="295" y="386"/>
                    <a:pt x="266" y="384"/>
                  </a:cubicBezTo>
                  <a:cubicBezTo>
                    <a:pt x="237" y="383"/>
                    <a:pt x="211" y="378"/>
                    <a:pt x="209" y="374"/>
                  </a:cubicBezTo>
                  <a:cubicBezTo>
                    <a:pt x="196" y="355"/>
                    <a:pt x="71" y="351"/>
                    <a:pt x="51" y="369"/>
                  </a:cubicBezTo>
                  <a:cubicBezTo>
                    <a:pt x="35" y="383"/>
                    <a:pt x="22" y="378"/>
                    <a:pt x="27" y="359"/>
                  </a:cubicBezTo>
                  <a:cubicBezTo>
                    <a:pt x="29" y="350"/>
                    <a:pt x="25" y="343"/>
                    <a:pt x="16" y="338"/>
                  </a:cubicBezTo>
                  <a:cubicBezTo>
                    <a:pt x="0" y="330"/>
                    <a:pt x="2" y="309"/>
                    <a:pt x="19" y="309"/>
                  </a:cubicBezTo>
                  <a:cubicBezTo>
                    <a:pt x="34" y="309"/>
                    <a:pt x="39" y="278"/>
                    <a:pt x="29" y="240"/>
                  </a:cubicBezTo>
                  <a:cubicBezTo>
                    <a:pt x="20" y="199"/>
                    <a:pt x="23" y="190"/>
                    <a:pt x="45" y="194"/>
                  </a:cubicBezTo>
                  <a:cubicBezTo>
                    <a:pt x="65" y="197"/>
                    <a:pt x="88" y="191"/>
                    <a:pt x="83" y="183"/>
                  </a:cubicBezTo>
                  <a:cubicBezTo>
                    <a:pt x="80" y="178"/>
                    <a:pt x="112" y="165"/>
                    <a:pt x="124" y="168"/>
                  </a:cubicBezTo>
                  <a:cubicBezTo>
                    <a:pt x="126" y="168"/>
                    <a:pt x="127" y="164"/>
                    <a:pt x="125" y="159"/>
                  </a:cubicBezTo>
                  <a:cubicBezTo>
                    <a:pt x="123" y="154"/>
                    <a:pt x="125" y="147"/>
                    <a:pt x="129" y="144"/>
                  </a:cubicBezTo>
                  <a:cubicBezTo>
                    <a:pt x="133" y="142"/>
                    <a:pt x="136" y="135"/>
                    <a:pt x="136" y="130"/>
                  </a:cubicBezTo>
                  <a:cubicBezTo>
                    <a:pt x="136" y="119"/>
                    <a:pt x="161" y="91"/>
                    <a:pt x="171" y="91"/>
                  </a:cubicBezTo>
                  <a:cubicBezTo>
                    <a:pt x="181" y="91"/>
                    <a:pt x="187" y="72"/>
                    <a:pt x="178" y="69"/>
                  </a:cubicBezTo>
                  <a:cubicBezTo>
                    <a:pt x="174" y="67"/>
                    <a:pt x="174" y="60"/>
                    <a:pt x="180" y="47"/>
                  </a:cubicBezTo>
                  <a:cubicBezTo>
                    <a:pt x="187" y="32"/>
                    <a:pt x="192" y="29"/>
                    <a:pt x="205" y="33"/>
                  </a:cubicBezTo>
                  <a:cubicBezTo>
                    <a:pt x="217" y="36"/>
                    <a:pt x="226" y="32"/>
                    <a:pt x="240" y="17"/>
                  </a:cubicBezTo>
                  <a:cubicBezTo>
                    <a:pt x="249" y="6"/>
                    <a:pt x="258" y="0"/>
                    <a:pt x="258" y="5"/>
                  </a:cubicBezTo>
                  <a:cubicBezTo>
                    <a:pt x="258" y="10"/>
                    <a:pt x="263" y="12"/>
                    <a:pt x="269" y="10"/>
                  </a:cubicBezTo>
                  <a:cubicBezTo>
                    <a:pt x="274" y="7"/>
                    <a:pt x="279" y="9"/>
                    <a:pt x="279" y="14"/>
                  </a:cubicBezTo>
                  <a:cubicBezTo>
                    <a:pt x="279" y="18"/>
                    <a:pt x="282" y="20"/>
                    <a:pt x="286" y="18"/>
                  </a:cubicBezTo>
                  <a:cubicBezTo>
                    <a:pt x="297" y="11"/>
                    <a:pt x="314" y="22"/>
                    <a:pt x="310" y="32"/>
                  </a:cubicBezTo>
                  <a:cubicBezTo>
                    <a:pt x="306" y="44"/>
                    <a:pt x="316" y="45"/>
                    <a:pt x="327" y="35"/>
                  </a:cubicBezTo>
                  <a:cubicBezTo>
                    <a:pt x="339" y="23"/>
                    <a:pt x="374" y="42"/>
                    <a:pt x="385" y="66"/>
                  </a:cubicBezTo>
                  <a:cubicBezTo>
                    <a:pt x="393" y="81"/>
                    <a:pt x="393" y="90"/>
                    <a:pt x="387" y="103"/>
                  </a:cubicBezTo>
                  <a:cubicBezTo>
                    <a:pt x="381" y="117"/>
                    <a:pt x="414" y="172"/>
                    <a:pt x="420" y="177"/>
                  </a:cubicBezTo>
                  <a:cubicBezTo>
                    <a:pt x="427" y="182"/>
                    <a:pt x="433" y="191"/>
                    <a:pt x="433" y="197"/>
                  </a:cubicBezTo>
                  <a:cubicBezTo>
                    <a:pt x="433" y="203"/>
                    <a:pt x="438" y="208"/>
                    <a:pt x="444" y="208"/>
                  </a:cubicBezTo>
                  <a:cubicBezTo>
                    <a:pt x="469" y="210"/>
                    <a:pt x="473" y="211"/>
                    <a:pt x="469" y="218"/>
                  </a:cubicBezTo>
                  <a:cubicBezTo>
                    <a:pt x="467" y="221"/>
                    <a:pt x="468" y="226"/>
                    <a:pt x="472" y="228"/>
                  </a:cubicBezTo>
                  <a:cubicBezTo>
                    <a:pt x="484" y="236"/>
                    <a:pt x="480" y="246"/>
                    <a:pt x="462" y="254"/>
                  </a:cubicBezTo>
                  <a:cubicBezTo>
                    <a:pt x="449" y="260"/>
                    <a:pt x="442" y="260"/>
                    <a:pt x="434" y="254"/>
                  </a:cubicBezTo>
                  <a:cubicBezTo>
                    <a:pt x="422" y="244"/>
                    <a:pt x="404" y="262"/>
                    <a:pt x="412" y="275"/>
                  </a:cubicBezTo>
                  <a:cubicBezTo>
                    <a:pt x="415" y="280"/>
                    <a:pt x="420" y="296"/>
                    <a:pt x="422" y="311"/>
                  </a:cubicBezTo>
                  <a:cubicBezTo>
                    <a:pt x="427" y="335"/>
                    <a:pt x="426" y="338"/>
                    <a:pt x="411" y="342"/>
                  </a:cubicBezTo>
                  <a:cubicBezTo>
                    <a:pt x="389" y="347"/>
                    <a:pt x="374" y="365"/>
                    <a:pt x="371" y="390"/>
                  </a:cubicBezTo>
                  <a:cubicBezTo>
                    <a:pt x="369" y="403"/>
                    <a:pt x="367" y="407"/>
                    <a:pt x="364" y="40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6" name="Freeform 38"/>
            <p:cNvSpPr>
              <a:spLocks/>
            </p:cNvSpPr>
            <p:nvPr/>
          </p:nvSpPr>
          <p:spPr bwMode="auto">
            <a:xfrm>
              <a:off x="4265613" y="2859088"/>
              <a:ext cx="306388" cy="360362"/>
            </a:xfrm>
            <a:custGeom>
              <a:avLst/>
              <a:gdLst/>
              <a:ahLst/>
              <a:cxnLst>
                <a:cxn ang="0">
                  <a:pos x="46" y="251"/>
                </a:cxn>
                <a:cxn ang="0">
                  <a:pos x="46" y="241"/>
                </a:cxn>
                <a:cxn ang="0">
                  <a:pos x="39" y="236"/>
                </a:cxn>
                <a:cxn ang="0">
                  <a:pos x="36" y="228"/>
                </a:cxn>
                <a:cxn ang="0">
                  <a:pos x="21" y="225"/>
                </a:cxn>
                <a:cxn ang="0">
                  <a:pos x="0" y="230"/>
                </a:cxn>
                <a:cxn ang="0">
                  <a:pos x="17" y="216"/>
                </a:cxn>
                <a:cxn ang="0">
                  <a:pos x="31" y="190"/>
                </a:cxn>
                <a:cxn ang="0">
                  <a:pos x="57" y="168"/>
                </a:cxn>
                <a:cxn ang="0">
                  <a:pos x="66" y="159"/>
                </a:cxn>
                <a:cxn ang="0">
                  <a:pos x="61" y="129"/>
                </a:cxn>
                <a:cxn ang="0">
                  <a:pos x="52" y="109"/>
                </a:cxn>
                <a:cxn ang="0">
                  <a:pos x="18" y="102"/>
                </a:cxn>
                <a:cxn ang="0">
                  <a:pos x="24" y="82"/>
                </a:cxn>
                <a:cxn ang="0">
                  <a:pos x="25" y="53"/>
                </a:cxn>
                <a:cxn ang="0">
                  <a:pos x="20" y="39"/>
                </a:cxn>
                <a:cxn ang="0">
                  <a:pos x="56" y="34"/>
                </a:cxn>
                <a:cxn ang="0">
                  <a:pos x="60" y="33"/>
                </a:cxn>
                <a:cxn ang="0">
                  <a:pos x="80" y="29"/>
                </a:cxn>
                <a:cxn ang="0">
                  <a:pos x="95" y="23"/>
                </a:cxn>
                <a:cxn ang="0">
                  <a:pos x="126" y="26"/>
                </a:cxn>
                <a:cxn ang="0">
                  <a:pos x="147" y="49"/>
                </a:cxn>
                <a:cxn ang="0">
                  <a:pos x="161" y="32"/>
                </a:cxn>
                <a:cxn ang="0">
                  <a:pos x="175" y="23"/>
                </a:cxn>
                <a:cxn ang="0">
                  <a:pos x="191" y="45"/>
                </a:cxn>
                <a:cxn ang="0">
                  <a:pos x="210" y="158"/>
                </a:cxn>
                <a:cxn ang="0">
                  <a:pos x="186" y="193"/>
                </a:cxn>
                <a:cxn ang="0">
                  <a:pos x="172" y="193"/>
                </a:cxn>
                <a:cxn ang="0">
                  <a:pos x="155" y="200"/>
                </a:cxn>
                <a:cxn ang="0">
                  <a:pos x="130" y="215"/>
                </a:cxn>
                <a:cxn ang="0">
                  <a:pos x="108" y="226"/>
                </a:cxn>
                <a:cxn ang="0">
                  <a:pos x="95" y="230"/>
                </a:cxn>
                <a:cxn ang="0">
                  <a:pos x="46" y="251"/>
                </a:cxn>
              </a:cxnLst>
              <a:rect l="0" t="0" r="r" b="b"/>
              <a:pathLst>
                <a:path w="219" h="258">
                  <a:moveTo>
                    <a:pt x="46" y="251"/>
                  </a:moveTo>
                  <a:cubicBezTo>
                    <a:pt x="45" y="248"/>
                    <a:pt x="45" y="244"/>
                    <a:pt x="46" y="241"/>
                  </a:cubicBezTo>
                  <a:cubicBezTo>
                    <a:pt x="46" y="238"/>
                    <a:pt x="43" y="236"/>
                    <a:pt x="39" y="236"/>
                  </a:cubicBezTo>
                  <a:cubicBezTo>
                    <a:pt x="35" y="236"/>
                    <a:pt x="34" y="232"/>
                    <a:pt x="36" y="228"/>
                  </a:cubicBezTo>
                  <a:cubicBezTo>
                    <a:pt x="39" y="224"/>
                    <a:pt x="34" y="223"/>
                    <a:pt x="21" y="225"/>
                  </a:cubicBezTo>
                  <a:cubicBezTo>
                    <a:pt x="0" y="230"/>
                    <a:pt x="0" y="230"/>
                    <a:pt x="0" y="230"/>
                  </a:cubicBezTo>
                  <a:cubicBezTo>
                    <a:pt x="17" y="216"/>
                    <a:pt x="17" y="216"/>
                    <a:pt x="17" y="216"/>
                  </a:cubicBezTo>
                  <a:cubicBezTo>
                    <a:pt x="26" y="209"/>
                    <a:pt x="33" y="197"/>
                    <a:pt x="31" y="190"/>
                  </a:cubicBezTo>
                  <a:cubicBezTo>
                    <a:pt x="29" y="180"/>
                    <a:pt x="36" y="175"/>
                    <a:pt x="57" y="168"/>
                  </a:cubicBezTo>
                  <a:cubicBezTo>
                    <a:pt x="82" y="161"/>
                    <a:pt x="84" y="159"/>
                    <a:pt x="66" y="159"/>
                  </a:cubicBezTo>
                  <a:cubicBezTo>
                    <a:pt x="43" y="158"/>
                    <a:pt x="40" y="141"/>
                    <a:pt x="61" y="129"/>
                  </a:cubicBezTo>
                  <a:cubicBezTo>
                    <a:pt x="82" y="116"/>
                    <a:pt x="79" y="109"/>
                    <a:pt x="52" y="109"/>
                  </a:cubicBezTo>
                  <a:cubicBezTo>
                    <a:pt x="39" y="109"/>
                    <a:pt x="24" y="106"/>
                    <a:pt x="18" y="102"/>
                  </a:cubicBezTo>
                  <a:cubicBezTo>
                    <a:pt x="10" y="97"/>
                    <a:pt x="10" y="94"/>
                    <a:pt x="24" y="82"/>
                  </a:cubicBezTo>
                  <a:cubicBezTo>
                    <a:pt x="43" y="65"/>
                    <a:pt x="44" y="53"/>
                    <a:pt x="25" y="53"/>
                  </a:cubicBezTo>
                  <a:cubicBezTo>
                    <a:pt x="13" y="53"/>
                    <a:pt x="12" y="51"/>
                    <a:pt x="20" y="39"/>
                  </a:cubicBezTo>
                  <a:cubicBezTo>
                    <a:pt x="30" y="23"/>
                    <a:pt x="51" y="20"/>
                    <a:pt x="56" y="34"/>
                  </a:cubicBezTo>
                  <a:cubicBezTo>
                    <a:pt x="59" y="40"/>
                    <a:pt x="60" y="40"/>
                    <a:pt x="60" y="33"/>
                  </a:cubicBezTo>
                  <a:cubicBezTo>
                    <a:pt x="61" y="27"/>
                    <a:pt x="67" y="26"/>
                    <a:pt x="80" y="29"/>
                  </a:cubicBezTo>
                  <a:cubicBezTo>
                    <a:pt x="96" y="33"/>
                    <a:pt x="98" y="32"/>
                    <a:pt x="95" y="23"/>
                  </a:cubicBezTo>
                  <a:cubicBezTo>
                    <a:pt x="86" y="0"/>
                    <a:pt x="106" y="2"/>
                    <a:pt x="126" y="26"/>
                  </a:cubicBezTo>
                  <a:cubicBezTo>
                    <a:pt x="147" y="49"/>
                    <a:pt x="147" y="49"/>
                    <a:pt x="147" y="49"/>
                  </a:cubicBezTo>
                  <a:cubicBezTo>
                    <a:pt x="161" y="32"/>
                    <a:pt x="161" y="32"/>
                    <a:pt x="161" y="32"/>
                  </a:cubicBezTo>
                  <a:cubicBezTo>
                    <a:pt x="169" y="22"/>
                    <a:pt x="175" y="18"/>
                    <a:pt x="175" y="23"/>
                  </a:cubicBezTo>
                  <a:cubicBezTo>
                    <a:pt x="175" y="27"/>
                    <a:pt x="182" y="38"/>
                    <a:pt x="191" y="45"/>
                  </a:cubicBezTo>
                  <a:cubicBezTo>
                    <a:pt x="208" y="61"/>
                    <a:pt x="219" y="126"/>
                    <a:pt x="210" y="158"/>
                  </a:cubicBezTo>
                  <a:cubicBezTo>
                    <a:pt x="199" y="196"/>
                    <a:pt x="196" y="201"/>
                    <a:pt x="186" y="193"/>
                  </a:cubicBezTo>
                  <a:cubicBezTo>
                    <a:pt x="180" y="188"/>
                    <a:pt x="175" y="188"/>
                    <a:pt x="172" y="193"/>
                  </a:cubicBezTo>
                  <a:cubicBezTo>
                    <a:pt x="169" y="197"/>
                    <a:pt x="162" y="200"/>
                    <a:pt x="155" y="200"/>
                  </a:cubicBezTo>
                  <a:cubicBezTo>
                    <a:pt x="148" y="200"/>
                    <a:pt x="137" y="207"/>
                    <a:pt x="130" y="215"/>
                  </a:cubicBezTo>
                  <a:cubicBezTo>
                    <a:pt x="123" y="223"/>
                    <a:pt x="113" y="228"/>
                    <a:pt x="108" y="226"/>
                  </a:cubicBezTo>
                  <a:cubicBezTo>
                    <a:pt x="102" y="224"/>
                    <a:pt x="97" y="226"/>
                    <a:pt x="95" y="230"/>
                  </a:cubicBezTo>
                  <a:cubicBezTo>
                    <a:pt x="92" y="239"/>
                    <a:pt x="47" y="258"/>
                    <a:pt x="46" y="25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7" name="Freeform 39"/>
            <p:cNvSpPr>
              <a:spLocks/>
            </p:cNvSpPr>
            <p:nvPr/>
          </p:nvSpPr>
          <p:spPr bwMode="auto">
            <a:xfrm>
              <a:off x="6503988" y="2638425"/>
              <a:ext cx="388938" cy="301625"/>
            </a:xfrm>
            <a:custGeom>
              <a:avLst/>
              <a:gdLst/>
              <a:ahLst/>
              <a:cxnLst>
                <a:cxn ang="0">
                  <a:pos x="118" y="195"/>
                </a:cxn>
                <a:cxn ang="0">
                  <a:pos x="96" y="173"/>
                </a:cxn>
                <a:cxn ang="0">
                  <a:pos x="87" y="150"/>
                </a:cxn>
                <a:cxn ang="0">
                  <a:pos x="52" y="113"/>
                </a:cxn>
                <a:cxn ang="0">
                  <a:pos x="4" y="60"/>
                </a:cxn>
                <a:cxn ang="0">
                  <a:pos x="15" y="18"/>
                </a:cxn>
                <a:cxn ang="0">
                  <a:pos x="86" y="7"/>
                </a:cxn>
                <a:cxn ang="0">
                  <a:pos x="158" y="12"/>
                </a:cxn>
                <a:cxn ang="0">
                  <a:pos x="181" y="6"/>
                </a:cxn>
                <a:cxn ang="0">
                  <a:pos x="194" y="10"/>
                </a:cxn>
                <a:cxn ang="0">
                  <a:pos x="214" y="22"/>
                </a:cxn>
                <a:cxn ang="0">
                  <a:pos x="270" y="85"/>
                </a:cxn>
                <a:cxn ang="0">
                  <a:pos x="275" y="102"/>
                </a:cxn>
                <a:cxn ang="0">
                  <a:pos x="270" y="106"/>
                </a:cxn>
                <a:cxn ang="0">
                  <a:pos x="258" y="117"/>
                </a:cxn>
                <a:cxn ang="0">
                  <a:pos x="247" y="128"/>
                </a:cxn>
                <a:cxn ang="0">
                  <a:pos x="236" y="144"/>
                </a:cxn>
                <a:cxn ang="0">
                  <a:pos x="196" y="191"/>
                </a:cxn>
                <a:cxn ang="0">
                  <a:pos x="182" y="201"/>
                </a:cxn>
                <a:cxn ang="0">
                  <a:pos x="118" y="195"/>
                </a:cxn>
              </a:cxnLst>
              <a:rect l="0" t="0" r="r" b="b"/>
              <a:pathLst>
                <a:path w="279" h="217">
                  <a:moveTo>
                    <a:pt x="118" y="195"/>
                  </a:moveTo>
                  <a:cubicBezTo>
                    <a:pt x="114" y="187"/>
                    <a:pt x="104" y="177"/>
                    <a:pt x="96" y="173"/>
                  </a:cubicBezTo>
                  <a:cubicBezTo>
                    <a:pt x="84" y="167"/>
                    <a:pt x="82" y="163"/>
                    <a:pt x="87" y="150"/>
                  </a:cubicBezTo>
                  <a:cubicBezTo>
                    <a:pt x="95" y="129"/>
                    <a:pt x="80" y="113"/>
                    <a:pt x="52" y="113"/>
                  </a:cubicBezTo>
                  <a:cubicBezTo>
                    <a:pt x="26" y="113"/>
                    <a:pt x="10" y="97"/>
                    <a:pt x="4" y="60"/>
                  </a:cubicBezTo>
                  <a:cubicBezTo>
                    <a:pt x="0" y="37"/>
                    <a:pt x="2" y="30"/>
                    <a:pt x="15" y="18"/>
                  </a:cubicBezTo>
                  <a:cubicBezTo>
                    <a:pt x="28" y="7"/>
                    <a:pt x="39" y="5"/>
                    <a:pt x="86" y="7"/>
                  </a:cubicBezTo>
                  <a:cubicBezTo>
                    <a:pt x="117" y="8"/>
                    <a:pt x="149" y="10"/>
                    <a:pt x="158" y="12"/>
                  </a:cubicBezTo>
                  <a:cubicBezTo>
                    <a:pt x="167" y="13"/>
                    <a:pt x="177" y="11"/>
                    <a:pt x="181" y="6"/>
                  </a:cubicBezTo>
                  <a:cubicBezTo>
                    <a:pt x="185" y="0"/>
                    <a:pt x="188" y="1"/>
                    <a:pt x="194" y="10"/>
                  </a:cubicBezTo>
                  <a:cubicBezTo>
                    <a:pt x="198" y="17"/>
                    <a:pt x="207" y="22"/>
                    <a:pt x="214" y="22"/>
                  </a:cubicBezTo>
                  <a:cubicBezTo>
                    <a:pt x="233" y="22"/>
                    <a:pt x="275" y="68"/>
                    <a:pt x="270" y="85"/>
                  </a:cubicBezTo>
                  <a:cubicBezTo>
                    <a:pt x="268" y="92"/>
                    <a:pt x="270" y="100"/>
                    <a:pt x="275" y="102"/>
                  </a:cubicBezTo>
                  <a:cubicBezTo>
                    <a:pt x="279" y="104"/>
                    <a:pt x="277" y="106"/>
                    <a:pt x="270" y="106"/>
                  </a:cubicBezTo>
                  <a:cubicBezTo>
                    <a:pt x="263" y="106"/>
                    <a:pt x="258" y="111"/>
                    <a:pt x="258" y="117"/>
                  </a:cubicBezTo>
                  <a:cubicBezTo>
                    <a:pt x="258" y="123"/>
                    <a:pt x="253" y="128"/>
                    <a:pt x="247" y="128"/>
                  </a:cubicBezTo>
                  <a:cubicBezTo>
                    <a:pt x="241" y="128"/>
                    <a:pt x="236" y="134"/>
                    <a:pt x="236" y="144"/>
                  </a:cubicBezTo>
                  <a:cubicBezTo>
                    <a:pt x="236" y="162"/>
                    <a:pt x="212" y="191"/>
                    <a:pt x="196" y="191"/>
                  </a:cubicBezTo>
                  <a:cubicBezTo>
                    <a:pt x="191" y="191"/>
                    <a:pt x="184" y="195"/>
                    <a:pt x="182" y="201"/>
                  </a:cubicBezTo>
                  <a:cubicBezTo>
                    <a:pt x="176" y="217"/>
                    <a:pt x="125" y="212"/>
                    <a:pt x="118" y="19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8" name="Freeform 40"/>
            <p:cNvSpPr>
              <a:spLocks/>
            </p:cNvSpPr>
            <p:nvPr/>
          </p:nvSpPr>
          <p:spPr bwMode="auto">
            <a:xfrm>
              <a:off x="4433888" y="2778125"/>
              <a:ext cx="173038" cy="141287"/>
            </a:xfrm>
            <a:custGeom>
              <a:avLst/>
              <a:gdLst/>
              <a:ahLst/>
              <a:cxnLst>
                <a:cxn ang="0">
                  <a:pos x="80" y="98"/>
                </a:cxn>
                <a:cxn ang="0">
                  <a:pos x="59" y="79"/>
                </a:cxn>
                <a:cxn ang="0">
                  <a:pos x="41" y="83"/>
                </a:cxn>
                <a:cxn ang="0">
                  <a:pos x="27" y="99"/>
                </a:cxn>
                <a:cxn ang="0">
                  <a:pos x="13" y="83"/>
                </a:cxn>
                <a:cxn ang="0">
                  <a:pos x="27" y="41"/>
                </a:cxn>
                <a:cxn ang="0">
                  <a:pos x="96" y="17"/>
                </a:cxn>
                <a:cxn ang="0">
                  <a:pos x="105" y="43"/>
                </a:cxn>
                <a:cxn ang="0">
                  <a:pos x="113" y="56"/>
                </a:cxn>
                <a:cxn ang="0">
                  <a:pos x="107" y="90"/>
                </a:cxn>
                <a:cxn ang="0">
                  <a:pos x="80" y="98"/>
                </a:cxn>
              </a:cxnLst>
              <a:rect l="0" t="0" r="r" b="b"/>
              <a:pathLst>
                <a:path w="124" h="102">
                  <a:moveTo>
                    <a:pt x="80" y="98"/>
                  </a:moveTo>
                  <a:cubicBezTo>
                    <a:pt x="71" y="94"/>
                    <a:pt x="62" y="86"/>
                    <a:pt x="59" y="79"/>
                  </a:cubicBezTo>
                  <a:cubicBezTo>
                    <a:pt x="55" y="67"/>
                    <a:pt x="53" y="67"/>
                    <a:pt x="41" y="83"/>
                  </a:cubicBezTo>
                  <a:cubicBezTo>
                    <a:pt x="27" y="99"/>
                    <a:pt x="27" y="99"/>
                    <a:pt x="27" y="99"/>
                  </a:cubicBezTo>
                  <a:cubicBezTo>
                    <a:pt x="13" y="83"/>
                    <a:pt x="13" y="83"/>
                    <a:pt x="13" y="83"/>
                  </a:cubicBezTo>
                  <a:cubicBezTo>
                    <a:pt x="0" y="67"/>
                    <a:pt x="0" y="67"/>
                    <a:pt x="27" y="41"/>
                  </a:cubicBezTo>
                  <a:cubicBezTo>
                    <a:pt x="61" y="8"/>
                    <a:pt x="83" y="0"/>
                    <a:pt x="96" y="17"/>
                  </a:cubicBezTo>
                  <a:cubicBezTo>
                    <a:pt x="101" y="24"/>
                    <a:pt x="105" y="36"/>
                    <a:pt x="105" y="43"/>
                  </a:cubicBezTo>
                  <a:cubicBezTo>
                    <a:pt x="105" y="50"/>
                    <a:pt x="109" y="56"/>
                    <a:pt x="113" y="56"/>
                  </a:cubicBezTo>
                  <a:cubicBezTo>
                    <a:pt x="124" y="56"/>
                    <a:pt x="121" y="76"/>
                    <a:pt x="107" y="90"/>
                  </a:cubicBezTo>
                  <a:cubicBezTo>
                    <a:pt x="98" y="100"/>
                    <a:pt x="90" y="102"/>
                    <a:pt x="80" y="9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9" name="Freeform 41"/>
            <p:cNvSpPr>
              <a:spLocks/>
            </p:cNvSpPr>
            <p:nvPr/>
          </p:nvSpPr>
          <p:spPr bwMode="auto">
            <a:xfrm>
              <a:off x="5934075" y="2854325"/>
              <a:ext cx="33338" cy="38100"/>
            </a:xfrm>
            <a:custGeom>
              <a:avLst/>
              <a:gdLst/>
              <a:ahLst/>
              <a:cxnLst>
                <a:cxn ang="0">
                  <a:pos x="6" y="18"/>
                </a:cxn>
                <a:cxn ang="0">
                  <a:pos x="16" y="8"/>
                </a:cxn>
                <a:cxn ang="0">
                  <a:pos x="18" y="22"/>
                </a:cxn>
                <a:cxn ang="0">
                  <a:pos x="6" y="18"/>
                </a:cxn>
              </a:cxnLst>
              <a:rect l="0" t="0" r="r" b="b"/>
              <a:pathLst>
                <a:path w="24" h="28">
                  <a:moveTo>
                    <a:pt x="6" y="18"/>
                  </a:moveTo>
                  <a:cubicBezTo>
                    <a:pt x="0" y="2"/>
                    <a:pt x="2" y="0"/>
                    <a:pt x="16" y="8"/>
                  </a:cubicBezTo>
                  <a:cubicBezTo>
                    <a:pt x="23" y="12"/>
                    <a:pt x="24" y="16"/>
                    <a:pt x="18" y="22"/>
                  </a:cubicBezTo>
                  <a:cubicBezTo>
                    <a:pt x="12" y="28"/>
                    <a:pt x="9" y="26"/>
                    <a:pt x="6" y="1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0" name="Freeform 42"/>
            <p:cNvSpPr>
              <a:spLocks/>
            </p:cNvSpPr>
            <p:nvPr/>
          </p:nvSpPr>
          <p:spPr bwMode="auto">
            <a:xfrm>
              <a:off x="4387850" y="2767013"/>
              <a:ext cx="103188" cy="79375"/>
            </a:xfrm>
            <a:custGeom>
              <a:avLst/>
              <a:gdLst/>
              <a:ahLst/>
              <a:cxnLst>
                <a:cxn ang="0">
                  <a:pos x="7" y="47"/>
                </a:cxn>
                <a:cxn ang="0">
                  <a:pos x="12" y="33"/>
                </a:cxn>
                <a:cxn ang="0">
                  <a:pos x="38" y="14"/>
                </a:cxn>
                <a:cxn ang="0">
                  <a:pos x="71" y="2"/>
                </a:cxn>
                <a:cxn ang="0">
                  <a:pos x="61" y="29"/>
                </a:cxn>
                <a:cxn ang="0">
                  <a:pos x="23" y="54"/>
                </a:cxn>
                <a:cxn ang="0">
                  <a:pos x="7" y="47"/>
                </a:cxn>
              </a:cxnLst>
              <a:rect l="0" t="0" r="r" b="b"/>
              <a:pathLst>
                <a:path w="73" h="56">
                  <a:moveTo>
                    <a:pt x="7" y="47"/>
                  </a:moveTo>
                  <a:cubicBezTo>
                    <a:pt x="12" y="41"/>
                    <a:pt x="14" y="35"/>
                    <a:pt x="12" y="33"/>
                  </a:cubicBezTo>
                  <a:cubicBezTo>
                    <a:pt x="10" y="32"/>
                    <a:pt x="22" y="23"/>
                    <a:pt x="38" y="14"/>
                  </a:cubicBezTo>
                  <a:cubicBezTo>
                    <a:pt x="54" y="5"/>
                    <a:pt x="69" y="0"/>
                    <a:pt x="71" y="2"/>
                  </a:cubicBezTo>
                  <a:cubicBezTo>
                    <a:pt x="73" y="4"/>
                    <a:pt x="69" y="16"/>
                    <a:pt x="61" y="29"/>
                  </a:cubicBezTo>
                  <a:cubicBezTo>
                    <a:pt x="51" y="47"/>
                    <a:pt x="42" y="53"/>
                    <a:pt x="23" y="54"/>
                  </a:cubicBezTo>
                  <a:cubicBezTo>
                    <a:pt x="3" y="56"/>
                    <a:pt x="0" y="55"/>
                    <a:pt x="7" y="4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1" name="Freeform 43"/>
            <p:cNvSpPr>
              <a:spLocks/>
            </p:cNvSpPr>
            <p:nvPr/>
          </p:nvSpPr>
          <p:spPr bwMode="auto">
            <a:xfrm>
              <a:off x="5581650" y="2468563"/>
              <a:ext cx="195263" cy="357187"/>
            </a:xfrm>
            <a:custGeom>
              <a:avLst/>
              <a:gdLst/>
              <a:ahLst/>
              <a:cxnLst>
                <a:cxn ang="0">
                  <a:pos x="38" y="251"/>
                </a:cxn>
                <a:cxn ang="0">
                  <a:pos x="26" y="227"/>
                </a:cxn>
                <a:cxn ang="0">
                  <a:pos x="13" y="200"/>
                </a:cxn>
                <a:cxn ang="0">
                  <a:pos x="1" y="136"/>
                </a:cxn>
                <a:cxn ang="0">
                  <a:pos x="18" y="65"/>
                </a:cxn>
                <a:cxn ang="0">
                  <a:pos x="48" y="52"/>
                </a:cxn>
                <a:cxn ang="0">
                  <a:pos x="84" y="30"/>
                </a:cxn>
                <a:cxn ang="0">
                  <a:pos x="112" y="51"/>
                </a:cxn>
                <a:cxn ang="0">
                  <a:pos x="127" y="115"/>
                </a:cxn>
                <a:cxn ang="0">
                  <a:pos x="133" y="126"/>
                </a:cxn>
                <a:cxn ang="0">
                  <a:pos x="120" y="133"/>
                </a:cxn>
                <a:cxn ang="0">
                  <a:pos x="102" y="154"/>
                </a:cxn>
                <a:cxn ang="0">
                  <a:pos x="94" y="164"/>
                </a:cxn>
                <a:cxn ang="0">
                  <a:pos x="86" y="171"/>
                </a:cxn>
                <a:cxn ang="0">
                  <a:pos x="81" y="178"/>
                </a:cxn>
                <a:cxn ang="0">
                  <a:pos x="72" y="210"/>
                </a:cxn>
                <a:cxn ang="0">
                  <a:pos x="79" y="242"/>
                </a:cxn>
                <a:cxn ang="0">
                  <a:pos x="76" y="249"/>
                </a:cxn>
                <a:cxn ang="0">
                  <a:pos x="38" y="251"/>
                </a:cxn>
              </a:cxnLst>
              <a:rect l="0" t="0" r="r" b="b"/>
              <a:pathLst>
                <a:path w="140" h="256">
                  <a:moveTo>
                    <a:pt x="38" y="251"/>
                  </a:moveTo>
                  <a:cubicBezTo>
                    <a:pt x="30" y="249"/>
                    <a:pt x="26" y="241"/>
                    <a:pt x="26" y="227"/>
                  </a:cubicBezTo>
                  <a:cubicBezTo>
                    <a:pt x="26" y="215"/>
                    <a:pt x="21" y="204"/>
                    <a:pt x="13" y="200"/>
                  </a:cubicBezTo>
                  <a:cubicBezTo>
                    <a:pt x="2" y="195"/>
                    <a:pt x="0" y="184"/>
                    <a:pt x="1" y="136"/>
                  </a:cubicBezTo>
                  <a:cubicBezTo>
                    <a:pt x="1" y="84"/>
                    <a:pt x="3" y="76"/>
                    <a:pt x="18" y="65"/>
                  </a:cubicBezTo>
                  <a:cubicBezTo>
                    <a:pt x="27" y="58"/>
                    <a:pt x="41" y="52"/>
                    <a:pt x="48" y="52"/>
                  </a:cubicBezTo>
                  <a:cubicBezTo>
                    <a:pt x="56" y="52"/>
                    <a:pt x="72" y="42"/>
                    <a:pt x="84" y="30"/>
                  </a:cubicBezTo>
                  <a:cubicBezTo>
                    <a:pt x="112" y="0"/>
                    <a:pt x="125" y="10"/>
                    <a:pt x="112" y="51"/>
                  </a:cubicBezTo>
                  <a:cubicBezTo>
                    <a:pt x="100" y="86"/>
                    <a:pt x="106" y="115"/>
                    <a:pt x="127" y="115"/>
                  </a:cubicBezTo>
                  <a:cubicBezTo>
                    <a:pt x="139" y="115"/>
                    <a:pt x="140" y="117"/>
                    <a:pt x="133" y="126"/>
                  </a:cubicBezTo>
                  <a:cubicBezTo>
                    <a:pt x="128" y="132"/>
                    <a:pt x="122" y="135"/>
                    <a:pt x="120" y="133"/>
                  </a:cubicBezTo>
                  <a:cubicBezTo>
                    <a:pt x="113" y="126"/>
                    <a:pt x="98" y="144"/>
                    <a:pt x="102" y="154"/>
                  </a:cubicBezTo>
                  <a:cubicBezTo>
                    <a:pt x="104" y="160"/>
                    <a:pt x="101" y="164"/>
                    <a:pt x="94" y="164"/>
                  </a:cubicBezTo>
                  <a:cubicBezTo>
                    <a:pt x="87" y="164"/>
                    <a:pt x="84" y="167"/>
                    <a:pt x="86" y="171"/>
                  </a:cubicBezTo>
                  <a:cubicBezTo>
                    <a:pt x="89" y="175"/>
                    <a:pt x="86" y="178"/>
                    <a:pt x="81" y="178"/>
                  </a:cubicBezTo>
                  <a:cubicBezTo>
                    <a:pt x="75" y="178"/>
                    <a:pt x="72" y="189"/>
                    <a:pt x="72" y="210"/>
                  </a:cubicBezTo>
                  <a:cubicBezTo>
                    <a:pt x="72" y="227"/>
                    <a:pt x="75" y="242"/>
                    <a:pt x="79" y="242"/>
                  </a:cubicBezTo>
                  <a:cubicBezTo>
                    <a:pt x="83" y="242"/>
                    <a:pt x="81" y="245"/>
                    <a:pt x="76" y="249"/>
                  </a:cubicBezTo>
                  <a:cubicBezTo>
                    <a:pt x="64" y="256"/>
                    <a:pt x="59" y="256"/>
                    <a:pt x="38" y="25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2" name="Freeform 44"/>
            <p:cNvSpPr>
              <a:spLocks/>
            </p:cNvSpPr>
            <p:nvPr/>
          </p:nvSpPr>
          <p:spPr bwMode="auto">
            <a:xfrm>
              <a:off x="5788025" y="2679700"/>
              <a:ext cx="111125" cy="142875"/>
            </a:xfrm>
            <a:custGeom>
              <a:avLst/>
              <a:gdLst/>
              <a:ahLst/>
              <a:cxnLst>
                <a:cxn ang="0">
                  <a:pos x="30" y="80"/>
                </a:cxn>
                <a:cxn ang="0">
                  <a:pos x="11" y="60"/>
                </a:cxn>
                <a:cxn ang="0">
                  <a:pos x="7" y="43"/>
                </a:cxn>
                <a:cxn ang="0">
                  <a:pos x="32" y="13"/>
                </a:cxn>
                <a:cxn ang="0">
                  <a:pos x="71" y="7"/>
                </a:cxn>
                <a:cxn ang="0">
                  <a:pos x="70" y="38"/>
                </a:cxn>
                <a:cxn ang="0">
                  <a:pos x="59" y="45"/>
                </a:cxn>
                <a:cxn ang="0">
                  <a:pos x="63" y="62"/>
                </a:cxn>
                <a:cxn ang="0">
                  <a:pos x="60" y="72"/>
                </a:cxn>
                <a:cxn ang="0">
                  <a:pos x="56" y="87"/>
                </a:cxn>
                <a:cxn ang="0">
                  <a:pos x="30" y="80"/>
                </a:cxn>
              </a:cxnLst>
              <a:rect l="0" t="0" r="r" b="b"/>
              <a:pathLst>
                <a:path w="80" h="102">
                  <a:moveTo>
                    <a:pt x="30" y="80"/>
                  </a:moveTo>
                  <a:cubicBezTo>
                    <a:pt x="17" y="71"/>
                    <a:pt x="8" y="62"/>
                    <a:pt x="11" y="60"/>
                  </a:cubicBezTo>
                  <a:cubicBezTo>
                    <a:pt x="13" y="58"/>
                    <a:pt x="11" y="50"/>
                    <a:pt x="7" y="43"/>
                  </a:cubicBezTo>
                  <a:cubicBezTo>
                    <a:pt x="0" y="30"/>
                    <a:pt x="3" y="27"/>
                    <a:pt x="32" y="13"/>
                  </a:cubicBezTo>
                  <a:cubicBezTo>
                    <a:pt x="59" y="1"/>
                    <a:pt x="67" y="0"/>
                    <a:pt x="71" y="7"/>
                  </a:cubicBezTo>
                  <a:cubicBezTo>
                    <a:pt x="80" y="20"/>
                    <a:pt x="79" y="43"/>
                    <a:pt x="70" y="38"/>
                  </a:cubicBezTo>
                  <a:cubicBezTo>
                    <a:pt x="66" y="35"/>
                    <a:pt x="61" y="39"/>
                    <a:pt x="59" y="45"/>
                  </a:cubicBezTo>
                  <a:cubicBezTo>
                    <a:pt x="56" y="51"/>
                    <a:pt x="58" y="59"/>
                    <a:pt x="63" y="62"/>
                  </a:cubicBezTo>
                  <a:cubicBezTo>
                    <a:pt x="69" y="66"/>
                    <a:pt x="68" y="69"/>
                    <a:pt x="60" y="72"/>
                  </a:cubicBezTo>
                  <a:cubicBezTo>
                    <a:pt x="50" y="76"/>
                    <a:pt x="49" y="79"/>
                    <a:pt x="56" y="87"/>
                  </a:cubicBezTo>
                  <a:cubicBezTo>
                    <a:pt x="69" y="102"/>
                    <a:pt x="56" y="99"/>
                    <a:pt x="30" y="8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3" name="Freeform 45"/>
            <p:cNvSpPr>
              <a:spLocks/>
            </p:cNvSpPr>
            <p:nvPr/>
          </p:nvSpPr>
          <p:spPr bwMode="auto">
            <a:xfrm>
              <a:off x="6462713" y="2774950"/>
              <a:ext cx="41275" cy="39687"/>
            </a:xfrm>
            <a:custGeom>
              <a:avLst/>
              <a:gdLst/>
              <a:ahLst/>
              <a:cxnLst>
                <a:cxn ang="0">
                  <a:pos x="7" y="23"/>
                </a:cxn>
                <a:cxn ang="0">
                  <a:pos x="23" y="8"/>
                </a:cxn>
                <a:cxn ang="0">
                  <a:pos x="29" y="14"/>
                </a:cxn>
                <a:cxn ang="0">
                  <a:pos x="13" y="29"/>
                </a:cxn>
                <a:cxn ang="0">
                  <a:pos x="7" y="23"/>
                </a:cxn>
              </a:cxnLst>
              <a:rect l="0" t="0" r="r" b="b"/>
              <a:pathLst>
                <a:path w="29" h="29">
                  <a:moveTo>
                    <a:pt x="7" y="23"/>
                  </a:moveTo>
                  <a:cubicBezTo>
                    <a:pt x="12" y="20"/>
                    <a:pt x="20" y="13"/>
                    <a:pt x="23" y="8"/>
                  </a:cubicBezTo>
                  <a:cubicBezTo>
                    <a:pt x="28" y="0"/>
                    <a:pt x="29" y="2"/>
                    <a:pt x="29" y="14"/>
                  </a:cubicBezTo>
                  <a:cubicBezTo>
                    <a:pt x="29" y="25"/>
                    <a:pt x="25" y="29"/>
                    <a:pt x="13" y="29"/>
                  </a:cubicBezTo>
                  <a:cubicBezTo>
                    <a:pt x="2" y="29"/>
                    <a:pt x="0" y="28"/>
                    <a:pt x="7" y="2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4" name="Freeform 46"/>
            <p:cNvSpPr>
              <a:spLocks/>
            </p:cNvSpPr>
            <p:nvPr/>
          </p:nvSpPr>
          <p:spPr bwMode="auto">
            <a:xfrm>
              <a:off x="6038850" y="2774950"/>
              <a:ext cx="34925" cy="30162"/>
            </a:xfrm>
            <a:custGeom>
              <a:avLst/>
              <a:gdLst/>
              <a:ahLst/>
              <a:cxnLst>
                <a:cxn ang="0">
                  <a:pos x="8" y="15"/>
                </a:cxn>
                <a:cxn ang="0">
                  <a:pos x="19" y="12"/>
                </a:cxn>
                <a:cxn ang="0">
                  <a:pos x="20" y="22"/>
                </a:cxn>
                <a:cxn ang="0">
                  <a:pos x="8" y="15"/>
                </a:cxn>
              </a:cxnLst>
              <a:rect l="0" t="0" r="r" b="b"/>
              <a:pathLst>
                <a:path w="25" h="22">
                  <a:moveTo>
                    <a:pt x="8" y="15"/>
                  </a:moveTo>
                  <a:cubicBezTo>
                    <a:pt x="0" y="3"/>
                    <a:pt x="9" y="0"/>
                    <a:pt x="19" y="12"/>
                  </a:cubicBezTo>
                  <a:cubicBezTo>
                    <a:pt x="25" y="18"/>
                    <a:pt x="25" y="22"/>
                    <a:pt x="20" y="22"/>
                  </a:cubicBezTo>
                  <a:cubicBezTo>
                    <a:pt x="16" y="22"/>
                    <a:pt x="11" y="19"/>
                    <a:pt x="8" y="1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5" name="Freeform 47"/>
            <p:cNvSpPr>
              <a:spLocks/>
            </p:cNvSpPr>
            <p:nvPr/>
          </p:nvSpPr>
          <p:spPr bwMode="auto">
            <a:xfrm>
              <a:off x="5792788" y="698500"/>
              <a:ext cx="911225" cy="2066925"/>
            </a:xfrm>
            <a:custGeom>
              <a:avLst/>
              <a:gdLst/>
              <a:ahLst/>
              <a:cxnLst>
                <a:cxn ang="0">
                  <a:pos x="99" y="1463"/>
                </a:cxn>
                <a:cxn ang="0">
                  <a:pos x="82" y="1412"/>
                </a:cxn>
                <a:cxn ang="0">
                  <a:pos x="13" y="1213"/>
                </a:cxn>
                <a:cxn ang="0">
                  <a:pos x="35" y="1113"/>
                </a:cxn>
                <a:cxn ang="0">
                  <a:pos x="44" y="1072"/>
                </a:cxn>
                <a:cxn ang="0">
                  <a:pos x="68" y="971"/>
                </a:cxn>
                <a:cxn ang="0">
                  <a:pos x="89" y="911"/>
                </a:cxn>
                <a:cxn ang="0">
                  <a:pos x="55" y="836"/>
                </a:cxn>
                <a:cxn ang="0">
                  <a:pos x="53" y="741"/>
                </a:cxn>
                <a:cxn ang="0">
                  <a:pos x="96" y="621"/>
                </a:cxn>
                <a:cxn ang="0">
                  <a:pos x="154" y="609"/>
                </a:cxn>
                <a:cxn ang="0">
                  <a:pos x="153" y="518"/>
                </a:cxn>
                <a:cxn ang="0">
                  <a:pos x="200" y="367"/>
                </a:cxn>
                <a:cxn ang="0">
                  <a:pos x="240" y="298"/>
                </a:cxn>
                <a:cxn ang="0">
                  <a:pos x="263" y="204"/>
                </a:cxn>
                <a:cxn ang="0">
                  <a:pos x="301" y="139"/>
                </a:cxn>
                <a:cxn ang="0">
                  <a:pos x="352" y="130"/>
                </a:cxn>
                <a:cxn ang="0">
                  <a:pos x="368" y="63"/>
                </a:cxn>
                <a:cxn ang="0">
                  <a:pos x="389" y="77"/>
                </a:cxn>
                <a:cxn ang="0">
                  <a:pos x="458" y="87"/>
                </a:cxn>
                <a:cxn ang="0">
                  <a:pos x="465" y="52"/>
                </a:cxn>
                <a:cxn ang="0">
                  <a:pos x="471" y="0"/>
                </a:cxn>
                <a:cxn ang="0">
                  <a:pos x="540" y="56"/>
                </a:cxn>
                <a:cxn ang="0">
                  <a:pos x="631" y="218"/>
                </a:cxn>
                <a:cxn ang="0">
                  <a:pos x="641" y="257"/>
                </a:cxn>
                <a:cxn ang="0">
                  <a:pos x="646" y="369"/>
                </a:cxn>
                <a:cxn ang="0">
                  <a:pos x="593" y="400"/>
                </a:cxn>
                <a:cxn ang="0">
                  <a:pos x="575" y="403"/>
                </a:cxn>
                <a:cxn ang="0">
                  <a:pos x="547" y="460"/>
                </a:cxn>
                <a:cxn ang="0">
                  <a:pos x="520" y="511"/>
                </a:cxn>
                <a:cxn ang="0">
                  <a:pos x="517" y="586"/>
                </a:cxn>
                <a:cxn ang="0">
                  <a:pos x="450" y="669"/>
                </a:cxn>
                <a:cxn ang="0">
                  <a:pos x="335" y="790"/>
                </a:cxn>
                <a:cxn ang="0">
                  <a:pos x="317" y="861"/>
                </a:cxn>
                <a:cxn ang="0">
                  <a:pos x="331" y="987"/>
                </a:cxn>
                <a:cxn ang="0">
                  <a:pos x="384" y="1088"/>
                </a:cxn>
                <a:cxn ang="0">
                  <a:pos x="366" y="1120"/>
                </a:cxn>
                <a:cxn ang="0">
                  <a:pos x="353" y="1140"/>
                </a:cxn>
                <a:cxn ang="0">
                  <a:pos x="332" y="1145"/>
                </a:cxn>
                <a:cxn ang="0">
                  <a:pos x="285" y="1236"/>
                </a:cxn>
                <a:cxn ang="0">
                  <a:pos x="271" y="1333"/>
                </a:cxn>
                <a:cxn ang="0">
                  <a:pos x="213" y="1409"/>
                </a:cxn>
                <a:cxn ang="0">
                  <a:pos x="175" y="1423"/>
                </a:cxn>
                <a:cxn ang="0">
                  <a:pos x="142" y="1472"/>
                </a:cxn>
                <a:cxn ang="0">
                  <a:pos x="100" y="1476"/>
                </a:cxn>
              </a:cxnLst>
              <a:rect l="0" t="0" r="r" b="b"/>
              <a:pathLst>
                <a:path w="653" h="1481">
                  <a:moveTo>
                    <a:pt x="100" y="1476"/>
                  </a:moveTo>
                  <a:cubicBezTo>
                    <a:pt x="97" y="1472"/>
                    <a:pt x="97" y="1466"/>
                    <a:pt x="99" y="1463"/>
                  </a:cubicBezTo>
                  <a:cubicBezTo>
                    <a:pt x="101" y="1459"/>
                    <a:pt x="96" y="1447"/>
                    <a:pt x="89" y="1434"/>
                  </a:cubicBezTo>
                  <a:cubicBezTo>
                    <a:pt x="81" y="1422"/>
                    <a:pt x="78" y="1412"/>
                    <a:pt x="82" y="1412"/>
                  </a:cubicBezTo>
                  <a:cubicBezTo>
                    <a:pt x="91" y="1412"/>
                    <a:pt x="91" y="1368"/>
                    <a:pt x="82" y="1359"/>
                  </a:cubicBezTo>
                  <a:cubicBezTo>
                    <a:pt x="69" y="1345"/>
                    <a:pt x="22" y="1247"/>
                    <a:pt x="13" y="1213"/>
                  </a:cubicBezTo>
                  <a:cubicBezTo>
                    <a:pt x="1" y="1170"/>
                    <a:pt x="0" y="1136"/>
                    <a:pt x="10" y="1152"/>
                  </a:cubicBezTo>
                  <a:cubicBezTo>
                    <a:pt x="22" y="1170"/>
                    <a:pt x="35" y="1148"/>
                    <a:pt x="35" y="1113"/>
                  </a:cubicBezTo>
                  <a:cubicBezTo>
                    <a:pt x="34" y="1096"/>
                    <a:pt x="37" y="1082"/>
                    <a:pt x="41" y="1082"/>
                  </a:cubicBezTo>
                  <a:cubicBezTo>
                    <a:pt x="44" y="1082"/>
                    <a:pt x="46" y="1078"/>
                    <a:pt x="44" y="1072"/>
                  </a:cubicBezTo>
                  <a:cubicBezTo>
                    <a:pt x="42" y="1067"/>
                    <a:pt x="46" y="1060"/>
                    <a:pt x="53" y="1055"/>
                  </a:cubicBezTo>
                  <a:cubicBezTo>
                    <a:pt x="69" y="1045"/>
                    <a:pt x="77" y="1001"/>
                    <a:pt x="68" y="971"/>
                  </a:cubicBezTo>
                  <a:cubicBezTo>
                    <a:pt x="63" y="953"/>
                    <a:pt x="63" y="948"/>
                    <a:pt x="71" y="948"/>
                  </a:cubicBezTo>
                  <a:cubicBezTo>
                    <a:pt x="79" y="948"/>
                    <a:pt x="88" y="928"/>
                    <a:pt x="89" y="911"/>
                  </a:cubicBezTo>
                  <a:cubicBezTo>
                    <a:pt x="89" y="908"/>
                    <a:pt x="82" y="899"/>
                    <a:pt x="73" y="890"/>
                  </a:cubicBezTo>
                  <a:cubicBezTo>
                    <a:pt x="61" y="878"/>
                    <a:pt x="56" y="865"/>
                    <a:pt x="55" y="836"/>
                  </a:cubicBezTo>
                  <a:cubicBezTo>
                    <a:pt x="55" y="814"/>
                    <a:pt x="53" y="789"/>
                    <a:pt x="53" y="779"/>
                  </a:cubicBezTo>
                  <a:cubicBezTo>
                    <a:pt x="52" y="770"/>
                    <a:pt x="52" y="752"/>
                    <a:pt x="53" y="741"/>
                  </a:cubicBezTo>
                  <a:cubicBezTo>
                    <a:pt x="53" y="729"/>
                    <a:pt x="54" y="715"/>
                    <a:pt x="53" y="709"/>
                  </a:cubicBezTo>
                  <a:cubicBezTo>
                    <a:pt x="51" y="672"/>
                    <a:pt x="73" y="629"/>
                    <a:pt x="96" y="621"/>
                  </a:cubicBezTo>
                  <a:cubicBezTo>
                    <a:pt x="103" y="619"/>
                    <a:pt x="117" y="619"/>
                    <a:pt x="127" y="622"/>
                  </a:cubicBezTo>
                  <a:cubicBezTo>
                    <a:pt x="142" y="625"/>
                    <a:pt x="147" y="623"/>
                    <a:pt x="154" y="609"/>
                  </a:cubicBezTo>
                  <a:cubicBezTo>
                    <a:pt x="162" y="591"/>
                    <a:pt x="153" y="562"/>
                    <a:pt x="139" y="562"/>
                  </a:cubicBezTo>
                  <a:cubicBezTo>
                    <a:pt x="135" y="562"/>
                    <a:pt x="142" y="542"/>
                    <a:pt x="153" y="518"/>
                  </a:cubicBezTo>
                  <a:cubicBezTo>
                    <a:pt x="169" y="484"/>
                    <a:pt x="175" y="461"/>
                    <a:pt x="176" y="424"/>
                  </a:cubicBezTo>
                  <a:cubicBezTo>
                    <a:pt x="178" y="375"/>
                    <a:pt x="179" y="374"/>
                    <a:pt x="200" y="367"/>
                  </a:cubicBezTo>
                  <a:cubicBezTo>
                    <a:pt x="216" y="363"/>
                    <a:pt x="221" y="357"/>
                    <a:pt x="221" y="344"/>
                  </a:cubicBezTo>
                  <a:cubicBezTo>
                    <a:pt x="221" y="334"/>
                    <a:pt x="230" y="313"/>
                    <a:pt x="240" y="298"/>
                  </a:cubicBezTo>
                  <a:cubicBezTo>
                    <a:pt x="275" y="244"/>
                    <a:pt x="277" y="247"/>
                    <a:pt x="264" y="228"/>
                  </a:cubicBezTo>
                  <a:cubicBezTo>
                    <a:pt x="251" y="208"/>
                    <a:pt x="250" y="204"/>
                    <a:pt x="263" y="204"/>
                  </a:cubicBezTo>
                  <a:cubicBezTo>
                    <a:pt x="269" y="204"/>
                    <a:pt x="277" y="192"/>
                    <a:pt x="282" y="178"/>
                  </a:cubicBezTo>
                  <a:cubicBezTo>
                    <a:pt x="287" y="163"/>
                    <a:pt x="296" y="146"/>
                    <a:pt x="301" y="139"/>
                  </a:cubicBezTo>
                  <a:cubicBezTo>
                    <a:pt x="311" y="129"/>
                    <a:pt x="314" y="129"/>
                    <a:pt x="328" y="138"/>
                  </a:cubicBezTo>
                  <a:cubicBezTo>
                    <a:pt x="343" y="147"/>
                    <a:pt x="344" y="147"/>
                    <a:pt x="352" y="130"/>
                  </a:cubicBezTo>
                  <a:cubicBezTo>
                    <a:pt x="357" y="120"/>
                    <a:pt x="360" y="101"/>
                    <a:pt x="360" y="88"/>
                  </a:cubicBezTo>
                  <a:cubicBezTo>
                    <a:pt x="360" y="74"/>
                    <a:pt x="364" y="63"/>
                    <a:pt x="368" y="63"/>
                  </a:cubicBezTo>
                  <a:cubicBezTo>
                    <a:pt x="371" y="63"/>
                    <a:pt x="375" y="67"/>
                    <a:pt x="375" y="70"/>
                  </a:cubicBezTo>
                  <a:cubicBezTo>
                    <a:pt x="375" y="74"/>
                    <a:pt x="381" y="77"/>
                    <a:pt x="389" y="77"/>
                  </a:cubicBezTo>
                  <a:cubicBezTo>
                    <a:pt x="397" y="77"/>
                    <a:pt x="414" y="83"/>
                    <a:pt x="426" y="89"/>
                  </a:cubicBezTo>
                  <a:cubicBezTo>
                    <a:pt x="447" y="100"/>
                    <a:pt x="449" y="99"/>
                    <a:pt x="458" y="87"/>
                  </a:cubicBezTo>
                  <a:cubicBezTo>
                    <a:pt x="464" y="79"/>
                    <a:pt x="465" y="73"/>
                    <a:pt x="461" y="72"/>
                  </a:cubicBezTo>
                  <a:cubicBezTo>
                    <a:pt x="457" y="70"/>
                    <a:pt x="458" y="62"/>
                    <a:pt x="465" y="52"/>
                  </a:cubicBezTo>
                  <a:cubicBezTo>
                    <a:pt x="474" y="38"/>
                    <a:pt x="475" y="31"/>
                    <a:pt x="469" y="17"/>
                  </a:cubicBezTo>
                  <a:cubicBezTo>
                    <a:pt x="462" y="4"/>
                    <a:pt x="463" y="0"/>
                    <a:pt x="471" y="0"/>
                  </a:cubicBezTo>
                  <a:cubicBezTo>
                    <a:pt x="476" y="0"/>
                    <a:pt x="482" y="5"/>
                    <a:pt x="484" y="10"/>
                  </a:cubicBezTo>
                  <a:cubicBezTo>
                    <a:pt x="486" y="16"/>
                    <a:pt x="511" y="36"/>
                    <a:pt x="540" y="56"/>
                  </a:cubicBezTo>
                  <a:cubicBezTo>
                    <a:pt x="608" y="103"/>
                    <a:pt x="628" y="132"/>
                    <a:pt x="626" y="181"/>
                  </a:cubicBezTo>
                  <a:cubicBezTo>
                    <a:pt x="625" y="201"/>
                    <a:pt x="627" y="218"/>
                    <a:pt x="631" y="218"/>
                  </a:cubicBezTo>
                  <a:cubicBezTo>
                    <a:pt x="635" y="218"/>
                    <a:pt x="636" y="224"/>
                    <a:pt x="634" y="231"/>
                  </a:cubicBezTo>
                  <a:cubicBezTo>
                    <a:pt x="632" y="239"/>
                    <a:pt x="636" y="246"/>
                    <a:pt x="641" y="257"/>
                  </a:cubicBezTo>
                  <a:cubicBezTo>
                    <a:pt x="650" y="273"/>
                    <a:pt x="651" y="284"/>
                    <a:pt x="645" y="310"/>
                  </a:cubicBezTo>
                  <a:cubicBezTo>
                    <a:pt x="641" y="332"/>
                    <a:pt x="641" y="351"/>
                    <a:pt x="646" y="369"/>
                  </a:cubicBezTo>
                  <a:cubicBezTo>
                    <a:pt x="650" y="384"/>
                    <a:pt x="653" y="399"/>
                    <a:pt x="653" y="403"/>
                  </a:cubicBezTo>
                  <a:cubicBezTo>
                    <a:pt x="653" y="413"/>
                    <a:pt x="606" y="410"/>
                    <a:pt x="593" y="400"/>
                  </a:cubicBezTo>
                  <a:cubicBezTo>
                    <a:pt x="585" y="394"/>
                    <a:pt x="582" y="393"/>
                    <a:pt x="582" y="399"/>
                  </a:cubicBezTo>
                  <a:cubicBezTo>
                    <a:pt x="582" y="404"/>
                    <a:pt x="579" y="406"/>
                    <a:pt x="575" y="403"/>
                  </a:cubicBezTo>
                  <a:cubicBezTo>
                    <a:pt x="571" y="401"/>
                    <a:pt x="568" y="408"/>
                    <a:pt x="568" y="420"/>
                  </a:cubicBezTo>
                  <a:cubicBezTo>
                    <a:pt x="568" y="434"/>
                    <a:pt x="561" y="447"/>
                    <a:pt x="547" y="460"/>
                  </a:cubicBezTo>
                  <a:cubicBezTo>
                    <a:pt x="535" y="471"/>
                    <a:pt x="527" y="483"/>
                    <a:pt x="529" y="486"/>
                  </a:cubicBezTo>
                  <a:cubicBezTo>
                    <a:pt x="531" y="489"/>
                    <a:pt x="527" y="500"/>
                    <a:pt x="520" y="511"/>
                  </a:cubicBezTo>
                  <a:cubicBezTo>
                    <a:pt x="506" y="533"/>
                    <a:pt x="506" y="547"/>
                    <a:pt x="523" y="560"/>
                  </a:cubicBezTo>
                  <a:cubicBezTo>
                    <a:pt x="533" y="568"/>
                    <a:pt x="533" y="570"/>
                    <a:pt x="517" y="586"/>
                  </a:cubicBezTo>
                  <a:cubicBezTo>
                    <a:pt x="508" y="596"/>
                    <a:pt x="497" y="614"/>
                    <a:pt x="493" y="627"/>
                  </a:cubicBezTo>
                  <a:cubicBezTo>
                    <a:pt x="488" y="642"/>
                    <a:pt x="475" y="655"/>
                    <a:pt x="450" y="669"/>
                  </a:cubicBezTo>
                  <a:cubicBezTo>
                    <a:pt x="417" y="688"/>
                    <a:pt x="353" y="755"/>
                    <a:pt x="353" y="771"/>
                  </a:cubicBezTo>
                  <a:cubicBezTo>
                    <a:pt x="353" y="775"/>
                    <a:pt x="345" y="783"/>
                    <a:pt x="335" y="790"/>
                  </a:cubicBezTo>
                  <a:cubicBezTo>
                    <a:pt x="321" y="798"/>
                    <a:pt x="319" y="804"/>
                    <a:pt x="324" y="810"/>
                  </a:cubicBezTo>
                  <a:cubicBezTo>
                    <a:pt x="330" y="817"/>
                    <a:pt x="328" y="831"/>
                    <a:pt x="317" y="861"/>
                  </a:cubicBezTo>
                  <a:cubicBezTo>
                    <a:pt x="306" y="893"/>
                    <a:pt x="304" y="912"/>
                    <a:pt x="307" y="942"/>
                  </a:cubicBezTo>
                  <a:cubicBezTo>
                    <a:pt x="311" y="979"/>
                    <a:pt x="313" y="983"/>
                    <a:pt x="331" y="987"/>
                  </a:cubicBezTo>
                  <a:cubicBezTo>
                    <a:pt x="352" y="991"/>
                    <a:pt x="403" y="1050"/>
                    <a:pt x="403" y="1069"/>
                  </a:cubicBezTo>
                  <a:cubicBezTo>
                    <a:pt x="403" y="1075"/>
                    <a:pt x="394" y="1083"/>
                    <a:pt x="384" y="1088"/>
                  </a:cubicBezTo>
                  <a:cubicBezTo>
                    <a:pt x="365" y="1096"/>
                    <a:pt x="365" y="1098"/>
                    <a:pt x="377" y="1106"/>
                  </a:cubicBezTo>
                  <a:cubicBezTo>
                    <a:pt x="391" y="1116"/>
                    <a:pt x="381" y="1129"/>
                    <a:pt x="366" y="1120"/>
                  </a:cubicBezTo>
                  <a:cubicBezTo>
                    <a:pt x="362" y="1117"/>
                    <a:pt x="360" y="1118"/>
                    <a:pt x="363" y="1122"/>
                  </a:cubicBezTo>
                  <a:cubicBezTo>
                    <a:pt x="365" y="1125"/>
                    <a:pt x="361" y="1134"/>
                    <a:pt x="353" y="1140"/>
                  </a:cubicBezTo>
                  <a:cubicBezTo>
                    <a:pt x="344" y="1148"/>
                    <a:pt x="339" y="1149"/>
                    <a:pt x="336" y="1143"/>
                  </a:cubicBezTo>
                  <a:cubicBezTo>
                    <a:pt x="334" y="1138"/>
                    <a:pt x="333" y="1138"/>
                    <a:pt x="332" y="1145"/>
                  </a:cubicBezTo>
                  <a:cubicBezTo>
                    <a:pt x="332" y="1151"/>
                    <a:pt x="322" y="1163"/>
                    <a:pt x="310" y="1173"/>
                  </a:cubicBezTo>
                  <a:cubicBezTo>
                    <a:pt x="291" y="1189"/>
                    <a:pt x="288" y="1196"/>
                    <a:pt x="285" y="1236"/>
                  </a:cubicBezTo>
                  <a:cubicBezTo>
                    <a:pt x="283" y="1262"/>
                    <a:pt x="279" y="1288"/>
                    <a:pt x="277" y="1296"/>
                  </a:cubicBezTo>
                  <a:cubicBezTo>
                    <a:pt x="275" y="1304"/>
                    <a:pt x="272" y="1320"/>
                    <a:pt x="271" y="1333"/>
                  </a:cubicBezTo>
                  <a:cubicBezTo>
                    <a:pt x="270" y="1346"/>
                    <a:pt x="264" y="1369"/>
                    <a:pt x="257" y="1385"/>
                  </a:cubicBezTo>
                  <a:cubicBezTo>
                    <a:pt x="243" y="1413"/>
                    <a:pt x="243" y="1413"/>
                    <a:pt x="213" y="1409"/>
                  </a:cubicBezTo>
                  <a:cubicBezTo>
                    <a:pt x="187" y="1405"/>
                    <a:pt x="182" y="1406"/>
                    <a:pt x="182" y="1416"/>
                  </a:cubicBezTo>
                  <a:cubicBezTo>
                    <a:pt x="182" y="1422"/>
                    <a:pt x="179" y="1425"/>
                    <a:pt x="175" y="1423"/>
                  </a:cubicBezTo>
                  <a:cubicBezTo>
                    <a:pt x="166" y="1417"/>
                    <a:pt x="153" y="1437"/>
                    <a:pt x="155" y="1454"/>
                  </a:cubicBezTo>
                  <a:cubicBezTo>
                    <a:pt x="156" y="1466"/>
                    <a:pt x="153" y="1471"/>
                    <a:pt x="142" y="1472"/>
                  </a:cubicBezTo>
                  <a:cubicBezTo>
                    <a:pt x="135" y="1473"/>
                    <a:pt x="123" y="1476"/>
                    <a:pt x="116" y="1478"/>
                  </a:cubicBezTo>
                  <a:cubicBezTo>
                    <a:pt x="110" y="1481"/>
                    <a:pt x="103" y="1480"/>
                    <a:pt x="100" y="1476"/>
                  </a:cubicBezTo>
                  <a:close/>
                </a:path>
              </a:pathLst>
            </a:custGeom>
            <a:solidFill>
              <a:schemeClr val="accent1"/>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6" name="Freeform 48"/>
            <p:cNvSpPr>
              <a:spLocks/>
            </p:cNvSpPr>
            <p:nvPr/>
          </p:nvSpPr>
          <p:spPr bwMode="auto">
            <a:xfrm>
              <a:off x="6494463" y="2420938"/>
              <a:ext cx="508000" cy="306387"/>
            </a:xfrm>
            <a:custGeom>
              <a:avLst/>
              <a:gdLst/>
              <a:ahLst/>
              <a:cxnLst>
                <a:cxn ang="0">
                  <a:pos x="259" y="195"/>
                </a:cxn>
                <a:cxn ang="0">
                  <a:pos x="225" y="170"/>
                </a:cxn>
                <a:cxn ang="0">
                  <a:pos x="204" y="158"/>
                </a:cxn>
                <a:cxn ang="0">
                  <a:pos x="185" y="154"/>
                </a:cxn>
                <a:cxn ang="0">
                  <a:pos x="165" y="160"/>
                </a:cxn>
                <a:cxn ang="0">
                  <a:pos x="101" y="153"/>
                </a:cxn>
                <a:cxn ang="0">
                  <a:pos x="24" y="164"/>
                </a:cxn>
                <a:cxn ang="0">
                  <a:pos x="0" y="178"/>
                </a:cxn>
                <a:cxn ang="0">
                  <a:pos x="0" y="158"/>
                </a:cxn>
                <a:cxn ang="0">
                  <a:pos x="11" y="118"/>
                </a:cxn>
                <a:cxn ang="0">
                  <a:pos x="22" y="83"/>
                </a:cxn>
                <a:cxn ang="0">
                  <a:pos x="54" y="47"/>
                </a:cxn>
                <a:cxn ang="0">
                  <a:pos x="91" y="58"/>
                </a:cxn>
                <a:cxn ang="0">
                  <a:pos x="107" y="85"/>
                </a:cxn>
                <a:cxn ang="0">
                  <a:pos x="122" y="100"/>
                </a:cxn>
                <a:cxn ang="0">
                  <a:pos x="175" y="44"/>
                </a:cxn>
                <a:cxn ang="0">
                  <a:pos x="193" y="13"/>
                </a:cxn>
                <a:cxn ang="0">
                  <a:pos x="264" y="40"/>
                </a:cxn>
                <a:cxn ang="0">
                  <a:pos x="292" y="51"/>
                </a:cxn>
                <a:cxn ang="0">
                  <a:pos x="324" y="56"/>
                </a:cxn>
                <a:cxn ang="0">
                  <a:pos x="340" y="95"/>
                </a:cxn>
                <a:cxn ang="0">
                  <a:pos x="343" y="118"/>
                </a:cxn>
                <a:cxn ang="0">
                  <a:pos x="358" y="138"/>
                </a:cxn>
                <a:cxn ang="0">
                  <a:pos x="349" y="184"/>
                </a:cxn>
                <a:cxn ang="0">
                  <a:pos x="319" y="202"/>
                </a:cxn>
                <a:cxn ang="0">
                  <a:pos x="293" y="209"/>
                </a:cxn>
                <a:cxn ang="0">
                  <a:pos x="259" y="195"/>
                </a:cxn>
              </a:cxnLst>
              <a:rect l="0" t="0" r="r" b="b"/>
              <a:pathLst>
                <a:path w="365" h="219">
                  <a:moveTo>
                    <a:pt x="259" y="195"/>
                  </a:moveTo>
                  <a:cubicBezTo>
                    <a:pt x="247" y="181"/>
                    <a:pt x="231" y="170"/>
                    <a:pt x="225" y="170"/>
                  </a:cubicBezTo>
                  <a:cubicBezTo>
                    <a:pt x="218" y="170"/>
                    <a:pt x="209" y="165"/>
                    <a:pt x="204" y="158"/>
                  </a:cubicBezTo>
                  <a:cubicBezTo>
                    <a:pt x="197" y="149"/>
                    <a:pt x="192" y="148"/>
                    <a:pt x="185" y="154"/>
                  </a:cubicBezTo>
                  <a:cubicBezTo>
                    <a:pt x="180" y="158"/>
                    <a:pt x="171" y="160"/>
                    <a:pt x="165" y="160"/>
                  </a:cubicBezTo>
                  <a:cubicBezTo>
                    <a:pt x="159" y="159"/>
                    <a:pt x="130" y="156"/>
                    <a:pt x="101" y="153"/>
                  </a:cubicBezTo>
                  <a:cubicBezTo>
                    <a:pt x="55" y="150"/>
                    <a:pt x="45" y="151"/>
                    <a:pt x="24" y="164"/>
                  </a:cubicBezTo>
                  <a:cubicBezTo>
                    <a:pt x="0" y="178"/>
                    <a:pt x="0" y="178"/>
                    <a:pt x="0" y="178"/>
                  </a:cubicBezTo>
                  <a:cubicBezTo>
                    <a:pt x="0" y="158"/>
                    <a:pt x="0" y="158"/>
                    <a:pt x="0" y="158"/>
                  </a:cubicBezTo>
                  <a:cubicBezTo>
                    <a:pt x="0" y="147"/>
                    <a:pt x="5" y="129"/>
                    <a:pt x="11" y="118"/>
                  </a:cubicBezTo>
                  <a:cubicBezTo>
                    <a:pt x="17" y="107"/>
                    <a:pt x="22" y="91"/>
                    <a:pt x="22" y="83"/>
                  </a:cubicBezTo>
                  <a:cubicBezTo>
                    <a:pt x="22" y="63"/>
                    <a:pt x="29" y="55"/>
                    <a:pt x="54" y="47"/>
                  </a:cubicBezTo>
                  <a:cubicBezTo>
                    <a:pt x="73" y="40"/>
                    <a:pt x="77" y="42"/>
                    <a:pt x="91" y="58"/>
                  </a:cubicBezTo>
                  <a:cubicBezTo>
                    <a:pt x="100" y="69"/>
                    <a:pt x="107" y="81"/>
                    <a:pt x="107" y="85"/>
                  </a:cubicBezTo>
                  <a:cubicBezTo>
                    <a:pt x="107" y="89"/>
                    <a:pt x="114" y="96"/>
                    <a:pt x="122" y="100"/>
                  </a:cubicBezTo>
                  <a:cubicBezTo>
                    <a:pt x="151" y="115"/>
                    <a:pt x="184" y="80"/>
                    <a:pt x="175" y="44"/>
                  </a:cubicBezTo>
                  <a:cubicBezTo>
                    <a:pt x="172" y="27"/>
                    <a:pt x="174" y="22"/>
                    <a:pt x="193" y="13"/>
                  </a:cubicBezTo>
                  <a:cubicBezTo>
                    <a:pt x="219" y="0"/>
                    <a:pt x="233" y="6"/>
                    <a:pt x="264" y="40"/>
                  </a:cubicBezTo>
                  <a:cubicBezTo>
                    <a:pt x="276" y="54"/>
                    <a:pt x="282" y="57"/>
                    <a:pt x="292" y="51"/>
                  </a:cubicBezTo>
                  <a:cubicBezTo>
                    <a:pt x="300" y="47"/>
                    <a:pt x="310" y="48"/>
                    <a:pt x="324" y="56"/>
                  </a:cubicBezTo>
                  <a:cubicBezTo>
                    <a:pt x="342" y="67"/>
                    <a:pt x="344" y="71"/>
                    <a:pt x="340" y="95"/>
                  </a:cubicBezTo>
                  <a:cubicBezTo>
                    <a:pt x="338" y="110"/>
                    <a:pt x="339" y="120"/>
                    <a:pt x="343" y="118"/>
                  </a:cubicBezTo>
                  <a:cubicBezTo>
                    <a:pt x="346" y="115"/>
                    <a:pt x="353" y="125"/>
                    <a:pt x="358" y="138"/>
                  </a:cubicBezTo>
                  <a:cubicBezTo>
                    <a:pt x="365" y="160"/>
                    <a:pt x="364" y="165"/>
                    <a:pt x="349" y="184"/>
                  </a:cubicBezTo>
                  <a:cubicBezTo>
                    <a:pt x="338" y="198"/>
                    <a:pt x="328" y="204"/>
                    <a:pt x="319" y="202"/>
                  </a:cubicBezTo>
                  <a:cubicBezTo>
                    <a:pt x="311" y="200"/>
                    <a:pt x="299" y="203"/>
                    <a:pt x="293" y="209"/>
                  </a:cubicBezTo>
                  <a:cubicBezTo>
                    <a:pt x="282" y="219"/>
                    <a:pt x="279" y="217"/>
                    <a:pt x="259" y="195"/>
                  </a:cubicBezTo>
                  <a:close/>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7" name="Freeform 49"/>
            <p:cNvSpPr>
              <a:spLocks/>
            </p:cNvSpPr>
            <p:nvPr/>
          </p:nvSpPr>
          <p:spPr bwMode="auto">
            <a:xfrm>
              <a:off x="6294438" y="2433638"/>
              <a:ext cx="76200" cy="107950"/>
            </a:xfrm>
            <a:custGeom>
              <a:avLst/>
              <a:gdLst/>
              <a:ahLst/>
              <a:cxnLst>
                <a:cxn ang="0">
                  <a:pos x="0" y="56"/>
                </a:cxn>
                <a:cxn ang="0">
                  <a:pos x="44" y="0"/>
                </a:cxn>
                <a:cxn ang="0">
                  <a:pos x="39" y="19"/>
                </a:cxn>
                <a:cxn ang="0">
                  <a:pos x="30" y="39"/>
                </a:cxn>
                <a:cxn ang="0">
                  <a:pos x="7" y="78"/>
                </a:cxn>
                <a:cxn ang="0">
                  <a:pos x="0" y="56"/>
                </a:cxn>
              </a:cxnLst>
              <a:rect l="0" t="0" r="r" b="b"/>
              <a:pathLst>
                <a:path w="55" h="78">
                  <a:moveTo>
                    <a:pt x="0" y="56"/>
                  </a:moveTo>
                  <a:cubicBezTo>
                    <a:pt x="0" y="36"/>
                    <a:pt x="28" y="0"/>
                    <a:pt x="44" y="0"/>
                  </a:cubicBezTo>
                  <a:cubicBezTo>
                    <a:pt x="55" y="0"/>
                    <a:pt x="51" y="15"/>
                    <a:pt x="39" y="19"/>
                  </a:cubicBezTo>
                  <a:cubicBezTo>
                    <a:pt x="33" y="22"/>
                    <a:pt x="29" y="30"/>
                    <a:pt x="30" y="39"/>
                  </a:cubicBezTo>
                  <a:cubicBezTo>
                    <a:pt x="32" y="55"/>
                    <a:pt x="18" y="78"/>
                    <a:pt x="7" y="78"/>
                  </a:cubicBezTo>
                  <a:cubicBezTo>
                    <a:pt x="3" y="78"/>
                    <a:pt x="0" y="68"/>
                    <a:pt x="0" y="5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8" name="Freeform 50"/>
            <p:cNvSpPr>
              <a:spLocks/>
            </p:cNvSpPr>
            <p:nvPr/>
          </p:nvSpPr>
          <p:spPr bwMode="auto">
            <a:xfrm>
              <a:off x="6673850" y="2217738"/>
              <a:ext cx="328613" cy="273050"/>
            </a:xfrm>
            <a:custGeom>
              <a:avLst/>
              <a:gdLst/>
              <a:ahLst/>
              <a:cxnLst>
                <a:cxn ang="0">
                  <a:pos x="138" y="181"/>
                </a:cxn>
                <a:cxn ang="0">
                  <a:pos x="77" y="145"/>
                </a:cxn>
                <a:cxn ang="0">
                  <a:pos x="52" y="136"/>
                </a:cxn>
                <a:cxn ang="0">
                  <a:pos x="36" y="118"/>
                </a:cxn>
                <a:cxn ang="0">
                  <a:pos x="9" y="100"/>
                </a:cxn>
                <a:cxn ang="0">
                  <a:pos x="9" y="84"/>
                </a:cxn>
                <a:cxn ang="0">
                  <a:pos x="11" y="79"/>
                </a:cxn>
                <a:cxn ang="0">
                  <a:pos x="1" y="57"/>
                </a:cxn>
                <a:cxn ang="0">
                  <a:pos x="14" y="37"/>
                </a:cxn>
                <a:cxn ang="0">
                  <a:pos x="29" y="28"/>
                </a:cxn>
                <a:cxn ang="0">
                  <a:pos x="79" y="10"/>
                </a:cxn>
                <a:cxn ang="0">
                  <a:pos x="96" y="8"/>
                </a:cxn>
                <a:cxn ang="0">
                  <a:pos x="152" y="13"/>
                </a:cxn>
                <a:cxn ang="0">
                  <a:pos x="204" y="21"/>
                </a:cxn>
                <a:cxn ang="0">
                  <a:pos x="235" y="21"/>
                </a:cxn>
                <a:cxn ang="0">
                  <a:pos x="218" y="51"/>
                </a:cxn>
                <a:cxn ang="0">
                  <a:pos x="207" y="148"/>
                </a:cxn>
                <a:cxn ang="0">
                  <a:pos x="201" y="176"/>
                </a:cxn>
                <a:cxn ang="0">
                  <a:pos x="179" y="186"/>
                </a:cxn>
                <a:cxn ang="0">
                  <a:pos x="161" y="189"/>
                </a:cxn>
                <a:cxn ang="0">
                  <a:pos x="138" y="181"/>
                </a:cxn>
              </a:cxnLst>
              <a:rect l="0" t="0" r="r" b="b"/>
              <a:pathLst>
                <a:path w="235" h="195">
                  <a:moveTo>
                    <a:pt x="138" y="181"/>
                  </a:moveTo>
                  <a:cubicBezTo>
                    <a:pt x="119" y="158"/>
                    <a:pt x="87" y="139"/>
                    <a:pt x="77" y="145"/>
                  </a:cubicBezTo>
                  <a:cubicBezTo>
                    <a:pt x="57" y="157"/>
                    <a:pt x="48" y="154"/>
                    <a:pt x="52" y="136"/>
                  </a:cubicBezTo>
                  <a:cubicBezTo>
                    <a:pt x="55" y="118"/>
                    <a:pt x="45" y="105"/>
                    <a:pt x="36" y="118"/>
                  </a:cubicBezTo>
                  <a:cubicBezTo>
                    <a:pt x="31" y="127"/>
                    <a:pt x="21" y="121"/>
                    <a:pt x="9" y="100"/>
                  </a:cubicBezTo>
                  <a:cubicBezTo>
                    <a:pt x="2" y="87"/>
                    <a:pt x="2" y="84"/>
                    <a:pt x="9" y="84"/>
                  </a:cubicBezTo>
                  <a:cubicBezTo>
                    <a:pt x="14" y="84"/>
                    <a:pt x="15" y="82"/>
                    <a:pt x="11" y="79"/>
                  </a:cubicBezTo>
                  <a:cubicBezTo>
                    <a:pt x="7" y="76"/>
                    <a:pt x="2" y="66"/>
                    <a:pt x="1" y="57"/>
                  </a:cubicBezTo>
                  <a:cubicBezTo>
                    <a:pt x="0" y="45"/>
                    <a:pt x="3" y="40"/>
                    <a:pt x="14" y="37"/>
                  </a:cubicBezTo>
                  <a:cubicBezTo>
                    <a:pt x="22" y="35"/>
                    <a:pt x="29" y="31"/>
                    <a:pt x="29" y="28"/>
                  </a:cubicBezTo>
                  <a:cubicBezTo>
                    <a:pt x="29" y="19"/>
                    <a:pt x="65" y="6"/>
                    <a:pt x="79" y="10"/>
                  </a:cubicBezTo>
                  <a:cubicBezTo>
                    <a:pt x="86" y="13"/>
                    <a:pt x="93" y="11"/>
                    <a:pt x="96" y="8"/>
                  </a:cubicBezTo>
                  <a:cubicBezTo>
                    <a:pt x="100" y="0"/>
                    <a:pt x="125" y="3"/>
                    <a:pt x="152" y="13"/>
                  </a:cubicBezTo>
                  <a:cubicBezTo>
                    <a:pt x="163" y="17"/>
                    <a:pt x="186" y="21"/>
                    <a:pt x="204" y="21"/>
                  </a:cubicBezTo>
                  <a:cubicBezTo>
                    <a:pt x="235" y="21"/>
                    <a:pt x="235" y="21"/>
                    <a:pt x="235" y="21"/>
                  </a:cubicBezTo>
                  <a:cubicBezTo>
                    <a:pt x="218" y="51"/>
                    <a:pt x="218" y="51"/>
                    <a:pt x="218" y="51"/>
                  </a:cubicBezTo>
                  <a:cubicBezTo>
                    <a:pt x="199" y="82"/>
                    <a:pt x="195" y="125"/>
                    <a:pt x="207" y="148"/>
                  </a:cubicBezTo>
                  <a:cubicBezTo>
                    <a:pt x="213" y="158"/>
                    <a:pt x="212" y="165"/>
                    <a:pt x="201" y="176"/>
                  </a:cubicBezTo>
                  <a:cubicBezTo>
                    <a:pt x="193" y="184"/>
                    <a:pt x="183" y="189"/>
                    <a:pt x="179" y="186"/>
                  </a:cubicBezTo>
                  <a:cubicBezTo>
                    <a:pt x="174" y="183"/>
                    <a:pt x="166" y="185"/>
                    <a:pt x="161" y="189"/>
                  </a:cubicBezTo>
                  <a:cubicBezTo>
                    <a:pt x="154" y="195"/>
                    <a:pt x="148" y="193"/>
                    <a:pt x="138" y="18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9" name="Freeform 51"/>
            <p:cNvSpPr>
              <a:spLocks/>
            </p:cNvSpPr>
            <p:nvPr/>
          </p:nvSpPr>
          <p:spPr bwMode="auto">
            <a:xfrm>
              <a:off x="5332413" y="296863"/>
              <a:ext cx="1870075" cy="2133600"/>
            </a:xfrm>
            <a:custGeom>
              <a:avLst/>
              <a:gdLst/>
              <a:ahLst/>
              <a:cxnLst>
                <a:cxn ang="0">
                  <a:pos x="61" y="1448"/>
                </a:cxn>
                <a:cxn ang="0">
                  <a:pos x="75" y="1427"/>
                </a:cxn>
                <a:cxn ang="0">
                  <a:pos x="95" y="1375"/>
                </a:cxn>
                <a:cxn ang="0">
                  <a:pos x="69" y="1367"/>
                </a:cxn>
                <a:cxn ang="0">
                  <a:pos x="75" y="1322"/>
                </a:cxn>
                <a:cxn ang="0">
                  <a:pos x="29" y="1251"/>
                </a:cxn>
                <a:cxn ang="0">
                  <a:pos x="36" y="1187"/>
                </a:cxn>
                <a:cxn ang="0">
                  <a:pos x="60" y="1157"/>
                </a:cxn>
                <a:cxn ang="0">
                  <a:pos x="40" y="1127"/>
                </a:cxn>
                <a:cxn ang="0">
                  <a:pos x="121" y="1114"/>
                </a:cxn>
                <a:cxn ang="0">
                  <a:pos x="150" y="1068"/>
                </a:cxn>
                <a:cxn ang="0">
                  <a:pos x="190" y="1018"/>
                </a:cxn>
                <a:cxn ang="0">
                  <a:pos x="276" y="990"/>
                </a:cxn>
                <a:cxn ang="0">
                  <a:pos x="344" y="923"/>
                </a:cxn>
                <a:cxn ang="0">
                  <a:pos x="270" y="934"/>
                </a:cxn>
                <a:cxn ang="0">
                  <a:pos x="317" y="857"/>
                </a:cxn>
                <a:cxn ang="0">
                  <a:pos x="354" y="843"/>
                </a:cxn>
                <a:cxn ang="0">
                  <a:pos x="416" y="764"/>
                </a:cxn>
                <a:cxn ang="0">
                  <a:pos x="404" y="702"/>
                </a:cxn>
                <a:cxn ang="0">
                  <a:pos x="472" y="650"/>
                </a:cxn>
                <a:cxn ang="0">
                  <a:pos x="457" y="608"/>
                </a:cxn>
                <a:cxn ang="0">
                  <a:pos x="469" y="569"/>
                </a:cxn>
                <a:cxn ang="0">
                  <a:pos x="554" y="539"/>
                </a:cxn>
                <a:cxn ang="0">
                  <a:pos x="555" y="506"/>
                </a:cxn>
                <a:cxn ang="0">
                  <a:pos x="560" y="464"/>
                </a:cxn>
                <a:cxn ang="0">
                  <a:pos x="595" y="418"/>
                </a:cxn>
                <a:cxn ang="0">
                  <a:pos x="597" y="359"/>
                </a:cxn>
                <a:cxn ang="0">
                  <a:pos x="660" y="285"/>
                </a:cxn>
                <a:cxn ang="0">
                  <a:pos x="701" y="255"/>
                </a:cxn>
                <a:cxn ang="0">
                  <a:pos x="790" y="166"/>
                </a:cxn>
                <a:cxn ang="0">
                  <a:pos x="823" y="223"/>
                </a:cxn>
                <a:cxn ang="0">
                  <a:pos x="889" y="175"/>
                </a:cxn>
                <a:cxn ang="0">
                  <a:pos x="941" y="163"/>
                </a:cxn>
                <a:cxn ang="0">
                  <a:pos x="971" y="87"/>
                </a:cxn>
                <a:cxn ang="0">
                  <a:pos x="1044" y="24"/>
                </a:cxn>
                <a:cxn ang="0">
                  <a:pos x="1032" y="110"/>
                </a:cxn>
                <a:cxn ang="0">
                  <a:pos x="1110" y="48"/>
                </a:cxn>
                <a:cxn ang="0">
                  <a:pos x="1158" y="32"/>
                </a:cxn>
                <a:cxn ang="0">
                  <a:pos x="1179" y="35"/>
                </a:cxn>
                <a:cxn ang="0">
                  <a:pos x="1218" y="47"/>
                </a:cxn>
                <a:cxn ang="0">
                  <a:pos x="1293" y="54"/>
                </a:cxn>
                <a:cxn ang="0">
                  <a:pos x="1306" y="122"/>
                </a:cxn>
                <a:cxn ang="0">
                  <a:pos x="1268" y="186"/>
                </a:cxn>
                <a:cxn ang="0">
                  <a:pos x="1251" y="264"/>
                </a:cxn>
                <a:cxn ang="0">
                  <a:pos x="1164" y="148"/>
                </a:cxn>
                <a:cxn ang="0">
                  <a:pos x="1061" y="299"/>
                </a:cxn>
                <a:cxn ang="0">
                  <a:pos x="849" y="256"/>
                </a:cxn>
                <a:cxn ang="0">
                  <a:pos x="781" y="367"/>
                </a:cxn>
                <a:cxn ang="0">
                  <a:pos x="627" y="424"/>
                </a:cxn>
                <a:cxn ang="0">
                  <a:pos x="546" y="607"/>
                </a:cxn>
                <a:cxn ang="0">
                  <a:pos x="469" y="859"/>
                </a:cxn>
                <a:cxn ang="0">
                  <a:pos x="377" y="1125"/>
                </a:cxn>
                <a:cxn ang="0">
                  <a:pos x="374" y="1343"/>
                </a:cxn>
                <a:cxn ang="0">
                  <a:pos x="347" y="1432"/>
                </a:cxn>
                <a:cxn ang="0">
                  <a:pos x="267" y="1429"/>
                </a:cxn>
                <a:cxn ang="0">
                  <a:pos x="163" y="1514"/>
                </a:cxn>
              </a:cxnLst>
              <a:rect l="0" t="0" r="r" b="b"/>
              <a:pathLst>
                <a:path w="1340" h="1529">
                  <a:moveTo>
                    <a:pt x="99" y="1518"/>
                  </a:moveTo>
                  <a:cubicBezTo>
                    <a:pt x="101" y="1515"/>
                    <a:pt x="90" y="1502"/>
                    <a:pt x="75" y="1490"/>
                  </a:cubicBezTo>
                  <a:cubicBezTo>
                    <a:pt x="57" y="1476"/>
                    <a:pt x="46" y="1462"/>
                    <a:pt x="46" y="1452"/>
                  </a:cubicBezTo>
                  <a:cubicBezTo>
                    <a:pt x="47" y="1439"/>
                    <a:pt x="48" y="1438"/>
                    <a:pt x="53" y="1447"/>
                  </a:cubicBezTo>
                  <a:cubicBezTo>
                    <a:pt x="59" y="1455"/>
                    <a:pt x="60" y="1456"/>
                    <a:pt x="61" y="1448"/>
                  </a:cubicBezTo>
                  <a:cubicBezTo>
                    <a:pt x="61" y="1440"/>
                    <a:pt x="63" y="1440"/>
                    <a:pt x="73" y="1448"/>
                  </a:cubicBezTo>
                  <a:cubicBezTo>
                    <a:pt x="80" y="1453"/>
                    <a:pt x="83" y="1454"/>
                    <a:pt x="80" y="1451"/>
                  </a:cubicBezTo>
                  <a:cubicBezTo>
                    <a:pt x="77" y="1447"/>
                    <a:pt x="82" y="1440"/>
                    <a:pt x="91" y="1435"/>
                  </a:cubicBezTo>
                  <a:cubicBezTo>
                    <a:pt x="106" y="1426"/>
                    <a:pt x="106" y="1426"/>
                    <a:pt x="86" y="1430"/>
                  </a:cubicBezTo>
                  <a:cubicBezTo>
                    <a:pt x="69" y="1433"/>
                    <a:pt x="67" y="1432"/>
                    <a:pt x="75" y="1427"/>
                  </a:cubicBezTo>
                  <a:cubicBezTo>
                    <a:pt x="81" y="1422"/>
                    <a:pt x="82" y="1419"/>
                    <a:pt x="78" y="1419"/>
                  </a:cubicBezTo>
                  <a:cubicBezTo>
                    <a:pt x="75" y="1419"/>
                    <a:pt x="78" y="1414"/>
                    <a:pt x="85" y="1408"/>
                  </a:cubicBezTo>
                  <a:cubicBezTo>
                    <a:pt x="95" y="1401"/>
                    <a:pt x="96" y="1398"/>
                    <a:pt x="89" y="1398"/>
                  </a:cubicBezTo>
                  <a:cubicBezTo>
                    <a:pt x="81" y="1397"/>
                    <a:pt x="82" y="1395"/>
                    <a:pt x="91" y="1388"/>
                  </a:cubicBezTo>
                  <a:cubicBezTo>
                    <a:pt x="100" y="1381"/>
                    <a:pt x="102" y="1377"/>
                    <a:pt x="95" y="1375"/>
                  </a:cubicBezTo>
                  <a:cubicBezTo>
                    <a:pt x="83" y="1371"/>
                    <a:pt x="45" y="1390"/>
                    <a:pt x="50" y="1398"/>
                  </a:cubicBezTo>
                  <a:cubicBezTo>
                    <a:pt x="52" y="1401"/>
                    <a:pt x="47" y="1405"/>
                    <a:pt x="39" y="1407"/>
                  </a:cubicBezTo>
                  <a:cubicBezTo>
                    <a:pt x="22" y="1411"/>
                    <a:pt x="20" y="1402"/>
                    <a:pt x="36" y="1389"/>
                  </a:cubicBezTo>
                  <a:cubicBezTo>
                    <a:pt x="42" y="1384"/>
                    <a:pt x="51" y="1376"/>
                    <a:pt x="56" y="1372"/>
                  </a:cubicBezTo>
                  <a:cubicBezTo>
                    <a:pt x="62" y="1367"/>
                    <a:pt x="68" y="1365"/>
                    <a:pt x="69" y="1367"/>
                  </a:cubicBezTo>
                  <a:cubicBezTo>
                    <a:pt x="71" y="1369"/>
                    <a:pt x="77" y="1365"/>
                    <a:pt x="83" y="1358"/>
                  </a:cubicBezTo>
                  <a:cubicBezTo>
                    <a:pt x="91" y="1348"/>
                    <a:pt x="91" y="1347"/>
                    <a:pt x="81" y="1350"/>
                  </a:cubicBezTo>
                  <a:cubicBezTo>
                    <a:pt x="75" y="1352"/>
                    <a:pt x="66" y="1352"/>
                    <a:pt x="60" y="1348"/>
                  </a:cubicBezTo>
                  <a:cubicBezTo>
                    <a:pt x="54" y="1345"/>
                    <a:pt x="53" y="1342"/>
                    <a:pt x="58" y="1342"/>
                  </a:cubicBezTo>
                  <a:cubicBezTo>
                    <a:pt x="62" y="1342"/>
                    <a:pt x="70" y="1333"/>
                    <a:pt x="75" y="1322"/>
                  </a:cubicBezTo>
                  <a:cubicBezTo>
                    <a:pt x="83" y="1304"/>
                    <a:pt x="82" y="1297"/>
                    <a:pt x="72" y="1305"/>
                  </a:cubicBezTo>
                  <a:cubicBezTo>
                    <a:pt x="56" y="1321"/>
                    <a:pt x="55" y="1321"/>
                    <a:pt x="52" y="1308"/>
                  </a:cubicBezTo>
                  <a:cubicBezTo>
                    <a:pt x="50" y="1300"/>
                    <a:pt x="51" y="1289"/>
                    <a:pt x="55" y="1283"/>
                  </a:cubicBezTo>
                  <a:cubicBezTo>
                    <a:pt x="62" y="1270"/>
                    <a:pt x="56" y="1255"/>
                    <a:pt x="47" y="1260"/>
                  </a:cubicBezTo>
                  <a:cubicBezTo>
                    <a:pt x="44" y="1262"/>
                    <a:pt x="36" y="1258"/>
                    <a:pt x="29" y="1251"/>
                  </a:cubicBezTo>
                  <a:cubicBezTo>
                    <a:pt x="17" y="1238"/>
                    <a:pt x="18" y="1237"/>
                    <a:pt x="51" y="1232"/>
                  </a:cubicBezTo>
                  <a:cubicBezTo>
                    <a:pt x="106" y="1225"/>
                    <a:pt x="72" y="1219"/>
                    <a:pt x="48" y="1219"/>
                  </a:cubicBezTo>
                  <a:cubicBezTo>
                    <a:pt x="5" y="1220"/>
                    <a:pt x="0" y="1213"/>
                    <a:pt x="34" y="1203"/>
                  </a:cubicBezTo>
                  <a:cubicBezTo>
                    <a:pt x="55" y="1196"/>
                    <a:pt x="56" y="1195"/>
                    <a:pt x="39" y="1194"/>
                  </a:cubicBezTo>
                  <a:cubicBezTo>
                    <a:pt x="23" y="1193"/>
                    <a:pt x="22" y="1193"/>
                    <a:pt x="36" y="1187"/>
                  </a:cubicBezTo>
                  <a:cubicBezTo>
                    <a:pt x="43" y="1184"/>
                    <a:pt x="46" y="1181"/>
                    <a:pt x="41" y="1180"/>
                  </a:cubicBezTo>
                  <a:cubicBezTo>
                    <a:pt x="35" y="1180"/>
                    <a:pt x="33" y="1177"/>
                    <a:pt x="36" y="1173"/>
                  </a:cubicBezTo>
                  <a:cubicBezTo>
                    <a:pt x="38" y="1169"/>
                    <a:pt x="35" y="1166"/>
                    <a:pt x="28" y="1166"/>
                  </a:cubicBezTo>
                  <a:cubicBezTo>
                    <a:pt x="18" y="1166"/>
                    <a:pt x="18" y="1164"/>
                    <a:pt x="25" y="1155"/>
                  </a:cubicBezTo>
                  <a:cubicBezTo>
                    <a:pt x="37" y="1141"/>
                    <a:pt x="51" y="1142"/>
                    <a:pt x="60" y="1157"/>
                  </a:cubicBezTo>
                  <a:cubicBezTo>
                    <a:pt x="64" y="1164"/>
                    <a:pt x="67" y="1166"/>
                    <a:pt x="68" y="1161"/>
                  </a:cubicBezTo>
                  <a:cubicBezTo>
                    <a:pt x="68" y="1156"/>
                    <a:pt x="74" y="1154"/>
                    <a:pt x="81" y="1155"/>
                  </a:cubicBezTo>
                  <a:cubicBezTo>
                    <a:pt x="88" y="1156"/>
                    <a:pt x="99" y="1155"/>
                    <a:pt x="104" y="1151"/>
                  </a:cubicBezTo>
                  <a:cubicBezTo>
                    <a:pt x="116" y="1144"/>
                    <a:pt x="113" y="1143"/>
                    <a:pt x="40" y="1138"/>
                  </a:cubicBezTo>
                  <a:cubicBezTo>
                    <a:pt x="32" y="1138"/>
                    <a:pt x="32" y="1136"/>
                    <a:pt x="40" y="1127"/>
                  </a:cubicBezTo>
                  <a:cubicBezTo>
                    <a:pt x="46" y="1119"/>
                    <a:pt x="55" y="1117"/>
                    <a:pt x="67" y="1120"/>
                  </a:cubicBezTo>
                  <a:cubicBezTo>
                    <a:pt x="82" y="1124"/>
                    <a:pt x="84" y="1123"/>
                    <a:pt x="77" y="1116"/>
                  </a:cubicBezTo>
                  <a:cubicBezTo>
                    <a:pt x="70" y="1109"/>
                    <a:pt x="71" y="1105"/>
                    <a:pt x="81" y="1098"/>
                  </a:cubicBezTo>
                  <a:cubicBezTo>
                    <a:pt x="100" y="1084"/>
                    <a:pt x="111" y="1087"/>
                    <a:pt x="111" y="1108"/>
                  </a:cubicBezTo>
                  <a:cubicBezTo>
                    <a:pt x="111" y="1126"/>
                    <a:pt x="112" y="1127"/>
                    <a:pt x="121" y="1114"/>
                  </a:cubicBezTo>
                  <a:cubicBezTo>
                    <a:pt x="131" y="1102"/>
                    <a:pt x="130" y="1099"/>
                    <a:pt x="117" y="1088"/>
                  </a:cubicBezTo>
                  <a:cubicBezTo>
                    <a:pt x="109" y="1081"/>
                    <a:pt x="98" y="1077"/>
                    <a:pt x="92" y="1079"/>
                  </a:cubicBezTo>
                  <a:cubicBezTo>
                    <a:pt x="87" y="1081"/>
                    <a:pt x="82" y="1079"/>
                    <a:pt x="82" y="1074"/>
                  </a:cubicBezTo>
                  <a:cubicBezTo>
                    <a:pt x="82" y="1068"/>
                    <a:pt x="93" y="1066"/>
                    <a:pt x="123" y="1069"/>
                  </a:cubicBezTo>
                  <a:cubicBezTo>
                    <a:pt x="146" y="1071"/>
                    <a:pt x="158" y="1071"/>
                    <a:pt x="150" y="1068"/>
                  </a:cubicBezTo>
                  <a:cubicBezTo>
                    <a:pt x="132" y="1061"/>
                    <a:pt x="150" y="1054"/>
                    <a:pt x="178" y="1057"/>
                  </a:cubicBezTo>
                  <a:cubicBezTo>
                    <a:pt x="193" y="1059"/>
                    <a:pt x="196" y="1057"/>
                    <a:pt x="190" y="1051"/>
                  </a:cubicBezTo>
                  <a:cubicBezTo>
                    <a:pt x="178" y="1040"/>
                    <a:pt x="180" y="1029"/>
                    <a:pt x="192" y="1039"/>
                  </a:cubicBezTo>
                  <a:cubicBezTo>
                    <a:pt x="201" y="1046"/>
                    <a:pt x="203" y="1045"/>
                    <a:pt x="202" y="1033"/>
                  </a:cubicBezTo>
                  <a:cubicBezTo>
                    <a:pt x="201" y="1025"/>
                    <a:pt x="196" y="1018"/>
                    <a:pt x="190" y="1018"/>
                  </a:cubicBezTo>
                  <a:cubicBezTo>
                    <a:pt x="183" y="1017"/>
                    <a:pt x="188" y="1014"/>
                    <a:pt x="200" y="1010"/>
                  </a:cubicBezTo>
                  <a:cubicBezTo>
                    <a:pt x="225" y="1000"/>
                    <a:pt x="254" y="976"/>
                    <a:pt x="239" y="976"/>
                  </a:cubicBezTo>
                  <a:cubicBezTo>
                    <a:pt x="233" y="976"/>
                    <a:pt x="234" y="973"/>
                    <a:pt x="243" y="966"/>
                  </a:cubicBezTo>
                  <a:cubicBezTo>
                    <a:pt x="258" y="955"/>
                    <a:pt x="269" y="964"/>
                    <a:pt x="263" y="981"/>
                  </a:cubicBezTo>
                  <a:cubicBezTo>
                    <a:pt x="260" y="987"/>
                    <a:pt x="265" y="990"/>
                    <a:pt x="276" y="990"/>
                  </a:cubicBezTo>
                  <a:cubicBezTo>
                    <a:pt x="289" y="990"/>
                    <a:pt x="291" y="989"/>
                    <a:pt x="282" y="983"/>
                  </a:cubicBezTo>
                  <a:cubicBezTo>
                    <a:pt x="274" y="978"/>
                    <a:pt x="277" y="976"/>
                    <a:pt x="295" y="976"/>
                  </a:cubicBezTo>
                  <a:cubicBezTo>
                    <a:pt x="313" y="976"/>
                    <a:pt x="318" y="973"/>
                    <a:pt x="318" y="962"/>
                  </a:cubicBezTo>
                  <a:cubicBezTo>
                    <a:pt x="318" y="955"/>
                    <a:pt x="324" y="947"/>
                    <a:pt x="331" y="945"/>
                  </a:cubicBezTo>
                  <a:cubicBezTo>
                    <a:pt x="340" y="942"/>
                    <a:pt x="345" y="935"/>
                    <a:pt x="344" y="923"/>
                  </a:cubicBezTo>
                  <a:cubicBezTo>
                    <a:pt x="343" y="902"/>
                    <a:pt x="332" y="901"/>
                    <a:pt x="310" y="920"/>
                  </a:cubicBezTo>
                  <a:cubicBezTo>
                    <a:pt x="298" y="931"/>
                    <a:pt x="296" y="934"/>
                    <a:pt x="305" y="931"/>
                  </a:cubicBezTo>
                  <a:cubicBezTo>
                    <a:pt x="325" y="925"/>
                    <a:pt x="320" y="938"/>
                    <a:pt x="300" y="947"/>
                  </a:cubicBezTo>
                  <a:cubicBezTo>
                    <a:pt x="274" y="958"/>
                    <a:pt x="264" y="957"/>
                    <a:pt x="275" y="944"/>
                  </a:cubicBezTo>
                  <a:cubicBezTo>
                    <a:pt x="282" y="936"/>
                    <a:pt x="282" y="934"/>
                    <a:pt x="270" y="934"/>
                  </a:cubicBezTo>
                  <a:cubicBezTo>
                    <a:pt x="260" y="934"/>
                    <a:pt x="259" y="932"/>
                    <a:pt x="267" y="927"/>
                  </a:cubicBezTo>
                  <a:cubicBezTo>
                    <a:pt x="273" y="924"/>
                    <a:pt x="279" y="914"/>
                    <a:pt x="280" y="905"/>
                  </a:cubicBezTo>
                  <a:cubicBezTo>
                    <a:pt x="283" y="885"/>
                    <a:pt x="295" y="871"/>
                    <a:pt x="308" y="871"/>
                  </a:cubicBezTo>
                  <a:cubicBezTo>
                    <a:pt x="314" y="871"/>
                    <a:pt x="317" y="867"/>
                    <a:pt x="314" y="864"/>
                  </a:cubicBezTo>
                  <a:cubicBezTo>
                    <a:pt x="312" y="860"/>
                    <a:pt x="313" y="857"/>
                    <a:pt x="317" y="857"/>
                  </a:cubicBezTo>
                  <a:cubicBezTo>
                    <a:pt x="321" y="857"/>
                    <a:pt x="327" y="861"/>
                    <a:pt x="330" y="866"/>
                  </a:cubicBezTo>
                  <a:cubicBezTo>
                    <a:pt x="335" y="875"/>
                    <a:pt x="337" y="875"/>
                    <a:pt x="345" y="866"/>
                  </a:cubicBezTo>
                  <a:cubicBezTo>
                    <a:pt x="350" y="861"/>
                    <a:pt x="352" y="856"/>
                    <a:pt x="349" y="856"/>
                  </a:cubicBezTo>
                  <a:cubicBezTo>
                    <a:pt x="345" y="856"/>
                    <a:pt x="349" y="853"/>
                    <a:pt x="357" y="850"/>
                  </a:cubicBezTo>
                  <a:cubicBezTo>
                    <a:pt x="370" y="844"/>
                    <a:pt x="370" y="843"/>
                    <a:pt x="354" y="843"/>
                  </a:cubicBezTo>
                  <a:cubicBezTo>
                    <a:pt x="336" y="842"/>
                    <a:pt x="336" y="842"/>
                    <a:pt x="336" y="842"/>
                  </a:cubicBezTo>
                  <a:cubicBezTo>
                    <a:pt x="353" y="828"/>
                    <a:pt x="353" y="828"/>
                    <a:pt x="353" y="828"/>
                  </a:cubicBezTo>
                  <a:cubicBezTo>
                    <a:pt x="362" y="821"/>
                    <a:pt x="367" y="814"/>
                    <a:pt x="364" y="814"/>
                  </a:cubicBezTo>
                  <a:cubicBezTo>
                    <a:pt x="361" y="814"/>
                    <a:pt x="369" y="807"/>
                    <a:pt x="382" y="797"/>
                  </a:cubicBezTo>
                  <a:cubicBezTo>
                    <a:pt x="395" y="788"/>
                    <a:pt x="410" y="773"/>
                    <a:pt x="416" y="764"/>
                  </a:cubicBezTo>
                  <a:cubicBezTo>
                    <a:pt x="427" y="748"/>
                    <a:pt x="427" y="748"/>
                    <a:pt x="413" y="760"/>
                  </a:cubicBezTo>
                  <a:cubicBezTo>
                    <a:pt x="402" y="769"/>
                    <a:pt x="397" y="770"/>
                    <a:pt x="391" y="764"/>
                  </a:cubicBezTo>
                  <a:cubicBezTo>
                    <a:pt x="376" y="749"/>
                    <a:pt x="380" y="736"/>
                    <a:pt x="398" y="741"/>
                  </a:cubicBezTo>
                  <a:cubicBezTo>
                    <a:pt x="412" y="746"/>
                    <a:pt x="413" y="745"/>
                    <a:pt x="404" y="735"/>
                  </a:cubicBezTo>
                  <a:cubicBezTo>
                    <a:pt x="397" y="725"/>
                    <a:pt x="396" y="719"/>
                    <a:pt x="404" y="702"/>
                  </a:cubicBezTo>
                  <a:cubicBezTo>
                    <a:pt x="411" y="684"/>
                    <a:pt x="414" y="682"/>
                    <a:pt x="428" y="689"/>
                  </a:cubicBezTo>
                  <a:cubicBezTo>
                    <a:pt x="442" y="697"/>
                    <a:pt x="442" y="696"/>
                    <a:pt x="431" y="684"/>
                  </a:cubicBezTo>
                  <a:cubicBezTo>
                    <a:pt x="421" y="672"/>
                    <a:pt x="420" y="669"/>
                    <a:pt x="430" y="661"/>
                  </a:cubicBezTo>
                  <a:cubicBezTo>
                    <a:pt x="438" y="653"/>
                    <a:pt x="442" y="653"/>
                    <a:pt x="446" y="659"/>
                  </a:cubicBezTo>
                  <a:cubicBezTo>
                    <a:pt x="450" y="665"/>
                    <a:pt x="457" y="663"/>
                    <a:pt x="472" y="650"/>
                  </a:cubicBezTo>
                  <a:cubicBezTo>
                    <a:pt x="493" y="631"/>
                    <a:pt x="493" y="631"/>
                    <a:pt x="493" y="631"/>
                  </a:cubicBezTo>
                  <a:cubicBezTo>
                    <a:pt x="475" y="633"/>
                    <a:pt x="475" y="633"/>
                    <a:pt x="475" y="633"/>
                  </a:cubicBezTo>
                  <a:cubicBezTo>
                    <a:pt x="465" y="633"/>
                    <a:pt x="450" y="633"/>
                    <a:pt x="441" y="633"/>
                  </a:cubicBezTo>
                  <a:cubicBezTo>
                    <a:pt x="427" y="632"/>
                    <a:pt x="426" y="630"/>
                    <a:pt x="433" y="622"/>
                  </a:cubicBezTo>
                  <a:cubicBezTo>
                    <a:pt x="439" y="617"/>
                    <a:pt x="449" y="611"/>
                    <a:pt x="457" y="608"/>
                  </a:cubicBezTo>
                  <a:cubicBezTo>
                    <a:pt x="469" y="604"/>
                    <a:pt x="469" y="602"/>
                    <a:pt x="461" y="596"/>
                  </a:cubicBezTo>
                  <a:cubicBezTo>
                    <a:pt x="452" y="591"/>
                    <a:pt x="453" y="590"/>
                    <a:pt x="464" y="589"/>
                  </a:cubicBezTo>
                  <a:cubicBezTo>
                    <a:pt x="479" y="588"/>
                    <a:pt x="479" y="588"/>
                    <a:pt x="464" y="582"/>
                  </a:cubicBezTo>
                  <a:cubicBezTo>
                    <a:pt x="450" y="576"/>
                    <a:pt x="450" y="576"/>
                    <a:pt x="464" y="576"/>
                  </a:cubicBezTo>
                  <a:cubicBezTo>
                    <a:pt x="476" y="575"/>
                    <a:pt x="476" y="574"/>
                    <a:pt x="469" y="569"/>
                  </a:cubicBezTo>
                  <a:cubicBezTo>
                    <a:pt x="460" y="564"/>
                    <a:pt x="460" y="561"/>
                    <a:pt x="470" y="551"/>
                  </a:cubicBezTo>
                  <a:cubicBezTo>
                    <a:pt x="477" y="545"/>
                    <a:pt x="482" y="542"/>
                    <a:pt x="482" y="545"/>
                  </a:cubicBezTo>
                  <a:cubicBezTo>
                    <a:pt x="483" y="548"/>
                    <a:pt x="486" y="545"/>
                    <a:pt x="490" y="539"/>
                  </a:cubicBezTo>
                  <a:cubicBezTo>
                    <a:pt x="498" y="526"/>
                    <a:pt x="529" y="524"/>
                    <a:pt x="545" y="535"/>
                  </a:cubicBezTo>
                  <a:cubicBezTo>
                    <a:pt x="551" y="540"/>
                    <a:pt x="554" y="547"/>
                    <a:pt x="554" y="539"/>
                  </a:cubicBezTo>
                  <a:cubicBezTo>
                    <a:pt x="554" y="528"/>
                    <a:pt x="544" y="524"/>
                    <a:pt x="507" y="519"/>
                  </a:cubicBezTo>
                  <a:cubicBezTo>
                    <a:pt x="494" y="517"/>
                    <a:pt x="494" y="516"/>
                    <a:pt x="510" y="499"/>
                  </a:cubicBezTo>
                  <a:cubicBezTo>
                    <a:pt x="521" y="489"/>
                    <a:pt x="529" y="485"/>
                    <a:pt x="531" y="491"/>
                  </a:cubicBezTo>
                  <a:cubicBezTo>
                    <a:pt x="532" y="495"/>
                    <a:pt x="538" y="499"/>
                    <a:pt x="543" y="499"/>
                  </a:cubicBezTo>
                  <a:cubicBezTo>
                    <a:pt x="548" y="499"/>
                    <a:pt x="554" y="502"/>
                    <a:pt x="555" y="506"/>
                  </a:cubicBezTo>
                  <a:cubicBezTo>
                    <a:pt x="556" y="510"/>
                    <a:pt x="561" y="505"/>
                    <a:pt x="565" y="495"/>
                  </a:cubicBezTo>
                  <a:cubicBezTo>
                    <a:pt x="573" y="479"/>
                    <a:pt x="573" y="478"/>
                    <a:pt x="557" y="482"/>
                  </a:cubicBezTo>
                  <a:cubicBezTo>
                    <a:pt x="544" y="485"/>
                    <a:pt x="539" y="484"/>
                    <a:pt x="539" y="475"/>
                  </a:cubicBezTo>
                  <a:cubicBezTo>
                    <a:pt x="539" y="468"/>
                    <a:pt x="542" y="465"/>
                    <a:pt x="545" y="467"/>
                  </a:cubicBezTo>
                  <a:cubicBezTo>
                    <a:pt x="548" y="468"/>
                    <a:pt x="555" y="467"/>
                    <a:pt x="560" y="464"/>
                  </a:cubicBezTo>
                  <a:cubicBezTo>
                    <a:pt x="567" y="460"/>
                    <a:pt x="567" y="458"/>
                    <a:pt x="558" y="455"/>
                  </a:cubicBezTo>
                  <a:cubicBezTo>
                    <a:pt x="552" y="452"/>
                    <a:pt x="545" y="453"/>
                    <a:pt x="543" y="457"/>
                  </a:cubicBezTo>
                  <a:cubicBezTo>
                    <a:pt x="537" y="467"/>
                    <a:pt x="516" y="466"/>
                    <a:pt x="520" y="456"/>
                  </a:cubicBezTo>
                  <a:cubicBezTo>
                    <a:pt x="523" y="446"/>
                    <a:pt x="541" y="441"/>
                    <a:pt x="573" y="441"/>
                  </a:cubicBezTo>
                  <a:cubicBezTo>
                    <a:pt x="596" y="440"/>
                    <a:pt x="610" y="426"/>
                    <a:pt x="595" y="418"/>
                  </a:cubicBezTo>
                  <a:cubicBezTo>
                    <a:pt x="590" y="414"/>
                    <a:pt x="591" y="411"/>
                    <a:pt x="597" y="407"/>
                  </a:cubicBezTo>
                  <a:cubicBezTo>
                    <a:pt x="605" y="402"/>
                    <a:pt x="605" y="399"/>
                    <a:pt x="598" y="392"/>
                  </a:cubicBezTo>
                  <a:cubicBezTo>
                    <a:pt x="591" y="385"/>
                    <a:pt x="592" y="382"/>
                    <a:pt x="605" y="375"/>
                  </a:cubicBezTo>
                  <a:cubicBezTo>
                    <a:pt x="618" y="368"/>
                    <a:pt x="619" y="366"/>
                    <a:pt x="609" y="366"/>
                  </a:cubicBezTo>
                  <a:cubicBezTo>
                    <a:pt x="602" y="366"/>
                    <a:pt x="597" y="362"/>
                    <a:pt x="597" y="359"/>
                  </a:cubicBezTo>
                  <a:cubicBezTo>
                    <a:pt x="597" y="350"/>
                    <a:pt x="649" y="323"/>
                    <a:pt x="666" y="323"/>
                  </a:cubicBezTo>
                  <a:cubicBezTo>
                    <a:pt x="677" y="323"/>
                    <a:pt x="677" y="322"/>
                    <a:pt x="668" y="316"/>
                  </a:cubicBezTo>
                  <a:cubicBezTo>
                    <a:pt x="662" y="313"/>
                    <a:pt x="660" y="309"/>
                    <a:pt x="664" y="309"/>
                  </a:cubicBezTo>
                  <a:cubicBezTo>
                    <a:pt x="668" y="309"/>
                    <a:pt x="667" y="306"/>
                    <a:pt x="661" y="303"/>
                  </a:cubicBezTo>
                  <a:cubicBezTo>
                    <a:pt x="653" y="297"/>
                    <a:pt x="653" y="294"/>
                    <a:pt x="660" y="285"/>
                  </a:cubicBezTo>
                  <a:cubicBezTo>
                    <a:pt x="666" y="279"/>
                    <a:pt x="674" y="274"/>
                    <a:pt x="680" y="274"/>
                  </a:cubicBezTo>
                  <a:cubicBezTo>
                    <a:pt x="686" y="274"/>
                    <a:pt x="689" y="266"/>
                    <a:pt x="689" y="253"/>
                  </a:cubicBezTo>
                  <a:cubicBezTo>
                    <a:pt x="689" y="241"/>
                    <a:pt x="692" y="233"/>
                    <a:pt x="696" y="235"/>
                  </a:cubicBezTo>
                  <a:cubicBezTo>
                    <a:pt x="700" y="238"/>
                    <a:pt x="701" y="245"/>
                    <a:pt x="699" y="251"/>
                  </a:cubicBezTo>
                  <a:cubicBezTo>
                    <a:pt x="697" y="259"/>
                    <a:pt x="697" y="261"/>
                    <a:pt x="701" y="255"/>
                  </a:cubicBezTo>
                  <a:cubicBezTo>
                    <a:pt x="710" y="244"/>
                    <a:pt x="735" y="247"/>
                    <a:pt x="740" y="260"/>
                  </a:cubicBezTo>
                  <a:cubicBezTo>
                    <a:pt x="744" y="269"/>
                    <a:pt x="746" y="268"/>
                    <a:pt x="751" y="257"/>
                  </a:cubicBezTo>
                  <a:cubicBezTo>
                    <a:pt x="754" y="249"/>
                    <a:pt x="761" y="235"/>
                    <a:pt x="767" y="226"/>
                  </a:cubicBezTo>
                  <a:cubicBezTo>
                    <a:pt x="773" y="217"/>
                    <a:pt x="779" y="201"/>
                    <a:pt x="780" y="192"/>
                  </a:cubicBezTo>
                  <a:cubicBezTo>
                    <a:pt x="781" y="182"/>
                    <a:pt x="785" y="170"/>
                    <a:pt x="790" y="166"/>
                  </a:cubicBezTo>
                  <a:cubicBezTo>
                    <a:pt x="800" y="157"/>
                    <a:pt x="792" y="226"/>
                    <a:pt x="781" y="250"/>
                  </a:cubicBezTo>
                  <a:cubicBezTo>
                    <a:pt x="774" y="263"/>
                    <a:pt x="775" y="263"/>
                    <a:pt x="785" y="250"/>
                  </a:cubicBezTo>
                  <a:cubicBezTo>
                    <a:pt x="792" y="242"/>
                    <a:pt x="797" y="232"/>
                    <a:pt x="797" y="227"/>
                  </a:cubicBezTo>
                  <a:cubicBezTo>
                    <a:pt x="797" y="216"/>
                    <a:pt x="800" y="216"/>
                    <a:pt x="820" y="225"/>
                  </a:cubicBezTo>
                  <a:cubicBezTo>
                    <a:pt x="834" y="232"/>
                    <a:pt x="835" y="232"/>
                    <a:pt x="823" y="223"/>
                  </a:cubicBezTo>
                  <a:cubicBezTo>
                    <a:pt x="805" y="208"/>
                    <a:pt x="809" y="171"/>
                    <a:pt x="828" y="184"/>
                  </a:cubicBezTo>
                  <a:cubicBezTo>
                    <a:pt x="829" y="185"/>
                    <a:pt x="835" y="182"/>
                    <a:pt x="842" y="177"/>
                  </a:cubicBezTo>
                  <a:cubicBezTo>
                    <a:pt x="854" y="167"/>
                    <a:pt x="882" y="172"/>
                    <a:pt x="882" y="183"/>
                  </a:cubicBezTo>
                  <a:cubicBezTo>
                    <a:pt x="882" y="187"/>
                    <a:pt x="886" y="190"/>
                    <a:pt x="890" y="190"/>
                  </a:cubicBezTo>
                  <a:cubicBezTo>
                    <a:pt x="895" y="190"/>
                    <a:pt x="894" y="185"/>
                    <a:pt x="889" y="175"/>
                  </a:cubicBezTo>
                  <a:cubicBezTo>
                    <a:pt x="885" y="167"/>
                    <a:pt x="883" y="156"/>
                    <a:pt x="885" y="151"/>
                  </a:cubicBezTo>
                  <a:cubicBezTo>
                    <a:pt x="887" y="145"/>
                    <a:pt x="886" y="139"/>
                    <a:pt x="882" y="137"/>
                  </a:cubicBezTo>
                  <a:cubicBezTo>
                    <a:pt x="874" y="132"/>
                    <a:pt x="883" y="134"/>
                    <a:pt x="889" y="134"/>
                  </a:cubicBezTo>
                  <a:cubicBezTo>
                    <a:pt x="893" y="134"/>
                    <a:pt x="942" y="152"/>
                    <a:pt x="935" y="163"/>
                  </a:cubicBezTo>
                  <a:cubicBezTo>
                    <a:pt x="931" y="170"/>
                    <a:pt x="932" y="170"/>
                    <a:pt x="941" y="163"/>
                  </a:cubicBezTo>
                  <a:cubicBezTo>
                    <a:pt x="947" y="159"/>
                    <a:pt x="954" y="157"/>
                    <a:pt x="956" y="159"/>
                  </a:cubicBezTo>
                  <a:cubicBezTo>
                    <a:pt x="963" y="166"/>
                    <a:pt x="962" y="159"/>
                    <a:pt x="954" y="138"/>
                  </a:cubicBezTo>
                  <a:cubicBezTo>
                    <a:pt x="949" y="125"/>
                    <a:pt x="950" y="120"/>
                    <a:pt x="958" y="117"/>
                  </a:cubicBezTo>
                  <a:cubicBezTo>
                    <a:pt x="964" y="114"/>
                    <a:pt x="967" y="110"/>
                    <a:pt x="965" y="106"/>
                  </a:cubicBezTo>
                  <a:cubicBezTo>
                    <a:pt x="963" y="103"/>
                    <a:pt x="966" y="95"/>
                    <a:pt x="971" y="87"/>
                  </a:cubicBezTo>
                  <a:cubicBezTo>
                    <a:pt x="980" y="76"/>
                    <a:pt x="982" y="75"/>
                    <a:pt x="993" y="85"/>
                  </a:cubicBezTo>
                  <a:cubicBezTo>
                    <a:pt x="1005" y="94"/>
                    <a:pt x="1005" y="93"/>
                    <a:pt x="1001" y="80"/>
                  </a:cubicBezTo>
                  <a:cubicBezTo>
                    <a:pt x="998" y="71"/>
                    <a:pt x="1000" y="62"/>
                    <a:pt x="1007" y="56"/>
                  </a:cubicBezTo>
                  <a:cubicBezTo>
                    <a:pt x="1013" y="51"/>
                    <a:pt x="1018" y="39"/>
                    <a:pt x="1018" y="28"/>
                  </a:cubicBezTo>
                  <a:cubicBezTo>
                    <a:pt x="1018" y="5"/>
                    <a:pt x="1037" y="2"/>
                    <a:pt x="1044" y="24"/>
                  </a:cubicBezTo>
                  <a:cubicBezTo>
                    <a:pt x="1048" y="37"/>
                    <a:pt x="1049" y="37"/>
                    <a:pt x="1053" y="27"/>
                  </a:cubicBezTo>
                  <a:cubicBezTo>
                    <a:pt x="1056" y="18"/>
                    <a:pt x="1060" y="16"/>
                    <a:pt x="1068" y="21"/>
                  </a:cubicBezTo>
                  <a:cubicBezTo>
                    <a:pt x="1077" y="26"/>
                    <a:pt x="1077" y="29"/>
                    <a:pt x="1067" y="40"/>
                  </a:cubicBezTo>
                  <a:cubicBezTo>
                    <a:pt x="1056" y="52"/>
                    <a:pt x="1044" y="77"/>
                    <a:pt x="1040" y="95"/>
                  </a:cubicBezTo>
                  <a:cubicBezTo>
                    <a:pt x="1039" y="99"/>
                    <a:pt x="1035" y="105"/>
                    <a:pt x="1032" y="110"/>
                  </a:cubicBezTo>
                  <a:cubicBezTo>
                    <a:pt x="1028" y="114"/>
                    <a:pt x="1028" y="124"/>
                    <a:pt x="1031" y="134"/>
                  </a:cubicBezTo>
                  <a:cubicBezTo>
                    <a:pt x="1037" y="149"/>
                    <a:pt x="1037" y="149"/>
                    <a:pt x="1051" y="126"/>
                  </a:cubicBezTo>
                  <a:cubicBezTo>
                    <a:pt x="1059" y="113"/>
                    <a:pt x="1075" y="84"/>
                    <a:pt x="1086" y="61"/>
                  </a:cubicBezTo>
                  <a:cubicBezTo>
                    <a:pt x="1097" y="39"/>
                    <a:pt x="1109" y="19"/>
                    <a:pt x="1112" y="17"/>
                  </a:cubicBezTo>
                  <a:cubicBezTo>
                    <a:pt x="1122" y="11"/>
                    <a:pt x="1119" y="38"/>
                    <a:pt x="1110" y="48"/>
                  </a:cubicBezTo>
                  <a:cubicBezTo>
                    <a:pt x="1103" y="54"/>
                    <a:pt x="1103" y="56"/>
                    <a:pt x="1109" y="56"/>
                  </a:cubicBezTo>
                  <a:cubicBezTo>
                    <a:pt x="1115" y="56"/>
                    <a:pt x="1116" y="63"/>
                    <a:pt x="1114" y="77"/>
                  </a:cubicBezTo>
                  <a:cubicBezTo>
                    <a:pt x="1109" y="97"/>
                    <a:pt x="1110" y="98"/>
                    <a:pt x="1127" y="90"/>
                  </a:cubicBezTo>
                  <a:cubicBezTo>
                    <a:pt x="1139" y="84"/>
                    <a:pt x="1144" y="76"/>
                    <a:pt x="1144" y="62"/>
                  </a:cubicBezTo>
                  <a:cubicBezTo>
                    <a:pt x="1144" y="50"/>
                    <a:pt x="1150" y="38"/>
                    <a:pt x="1158" y="32"/>
                  </a:cubicBezTo>
                  <a:cubicBezTo>
                    <a:pt x="1171" y="23"/>
                    <a:pt x="1171" y="22"/>
                    <a:pt x="1159" y="17"/>
                  </a:cubicBezTo>
                  <a:cubicBezTo>
                    <a:pt x="1152" y="15"/>
                    <a:pt x="1147" y="10"/>
                    <a:pt x="1147" y="8"/>
                  </a:cubicBezTo>
                  <a:cubicBezTo>
                    <a:pt x="1147" y="1"/>
                    <a:pt x="1192" y="0"/>
                    <a:pt x="1203" y="6"/>
                  </a:cubicBezTo>
                  <a:cubicBezTo>
                    <a:pt x="1216" y="14"/>
                    <a:pt x="1207" y="28"/>
                    <a:pt x="1189" y="28"/>
                  </a:cubicBezTo>
                  <a:cubicBezTo>
                    <a:pt x="1181" y="28"/>
                    <a:pt x="1176" y="31"/>
                    <a:pt x="1179" y="35"/>
                  </a:cubicBezTo>
                  <a:cubicBezTo>
                    <a:pt x="1182" y="39"/>
                    <a:pt x="1179" y="48"/>
                    <a:pt x="1174" y="54"/>
                  </a:cubicBezTo>
                  <a:cubicBezTo>
                    <a:pt x="1166" y="64"/>
                    <a:pt x="1166" y="65"/>
                    <a:pt x="1181" y="57"/>
                  </a:cubicBezTo>
                  <a:cubicBezTo>
                    <a:pt x="1198" y="48"/>
                    <a:pt x="1200" y="51"/>
                    <a:pt x="1189" y="71"/>
                  </a:cubicBezTo>
                  <a:cubicBezTo>
                    <a:pt x="1185" y="78"/>
                    <a:pt x="1184" y="84"/>
                    <a:pt x="1188" y="84"/>
                  </a:cubicBezTo>
                  <a:cubicBezTo>
                    <a:pt x="1200" y="84"/>
                    <a:pt x="1209" y="72"/>
                    <a:pt x="1218" y="47"/>
                  </a:cubicBezTo>
                  <a:cubicBezTo>
                    <a:pt x="1226" y="22"/>
                    <a:pt x="1247" y="11"/>
                    <a:pt x="1247" y="32"/>
                  </a:cubicBezTo>
                  <a:cubicBezTo>
                    <a:pt x="1247" y="38"/>
                    <a:pt x="1252" y="45"/>
                    <a:pt x="1259" y="47"/>
                  </a:cubicBezTo>
                  <a:cubicBezTo>
                    <a:pt x="1266" y="50"/>
                    <a:pt x="1274" y="55"/>
                    <a:pt x="1277" y="59"/>
                  </a:cubicBezTo>
                  <a:cubicBezTo>
                    <a:pt x="1281" y="64"/>
                    <a:pt x="1282" y="64"/>
                    <a:pt x="1282" y="58"/>
                  </a:cubicBezTo>
                  <a:cubicBezTo>
                    <a:pt x="1282" y="53"/>
                    <a:pt x="1287" y="51"/>
                    <a:pt x="1293" y="54"/>
                  </a:cubicBezTo>
                  <a:cubicBezTo>
                    <a:pt x="1302" y="57"/>
                    <a:pt x="1303" y="60"/>
                    <a:pt x="1295" y="69"/>
                  </a:cubicBezTo>
                  <a:cubicBezTo>
                    <a:pt x="1287" y="78"/>
                    <a:pt x="1288" y="79"/>
                    <a:pt x="1300" y="75"/>
                  </a:cubicBezTo>
                  <a:cubicBezTo>
                    <a:pt x="1309" y="71"/>
                    <a:pt x="1318" y="75"/>
                    <a:pt x="1327" y="85"/>
                  </a:cubicBezTo>
                  <a:cubicBezTo>
                    <a:pt x="1335" y="93"/>
                    <a:pt x="1340" y="100"/>
                    <a:pt x="1339" y="101"/>
                  </a:cubicBezTo>
                  <a:cubicBezTo>
                    <a:pt x="1337" y="102"/>
                    <a:pt x="1323" y="111"/>
                    <a:pt x="1306" y="122"/>
                  </a:cubicBezTo>
                  <a:cubicBezTo>
                    <a:pt x="1277" y="141"/>
                    <a:pt x="1276" y="141"/>
                    <a:pt x="1254" y="130"/>
                  </a:cubicBezTo>
                  <a:cubicBezTo>
                    <a:pt x="1221" y="113"/>
                    <a:pt x="1207" y="128"/>
                    <a:pt x="1238" y="146"/>
                  </a:cubicBezTo>
                  <a:cubicBezTo>
                    <a:pt x="1251" y="152"/>
                    <a:pt x="1260" y="162"/>
                    <a:pt x="1258" y="167"/>
                  </a:cubicBezTo>
                  <a:cubicBezTo>
                    <a:pt x="1256" y="172"/>
                    <a:pt x="1259" y="173"/>
                    <a:pt x="1265" y="171"/>
                  </a:cubicBezTo>
                  <a:cubicBezTo>
                    <a:pt x="1277" y="167"/>
                    <a:pt x="1279" y="179"/>
                    <a:pt x="1268" y="186"/>
                  </a:cubicBezTo>
                  <a:cubicBezTo>
                    <a:pt x="1264" y="189"/>
                    <a:pt x="1261" y="194"/>
                    <a:pt x="1261" y="198"/>
                  </a:cubicBezTo>
                  <a:cubicBezTo>
                    <a:pt x="1261" y="203"/>
                    <a:pt x="1265" y="202"/>
                    <a:pt x="1272" y="196"/>
                  </a:cubicBezTo>
                  <a:cubicBezTo>
                    <a:pt x="1282" y="189"/>
                    <a:pt x="1285" y="189"/>
                    <a:pt x="1290" y="197"/>
                  </a:cubicBezTo>
                  <a:cubicBezTo>
                    <a:pt x="1301" y="214"/>
                    <a:pt x="1298" y="224"/>
                    <a:pt x="1276" y="235"/>
                  </a:cubicBezTo>
                  <a:cubicBezTo>
                    <a:pt x="1264" y="241"/>
                    <a:pt x="1253" y="254"/>
                    <a:pt x="1251" y="264"/>
                  </a:cubicBezTo>
                  <a:cubicBezTo>
                    <a:pt x="1247" y="278"/>
                    <a:pt x="1244" y="281"/>
                    <a:pt x="1238" y="276"/>
                  </a:cubicBezTo>
                  <a:cubicBezTo>
                    <a:pt x="1233" y="270"/>
                    <a:pt x="1235" y="262"/>
                    <a:pt x="1246" y="247"/>
                  </a:cubicBezTo>
                  <a:cubicBezTo>
                    <a:pt x="1267" y="218"/>
                    <a:pt x="1260" y="196"/>
                    <a:pt x="1219" y="162"/>
                  </a:cubicBezTo>
                  <a:cubicBezTo>
                    <a:pt x="1185" y="134"/>
                    <a:pt x="1185" y="134"/>
                    <a:pt x="1185" y="134"/>
                  </a:cubicBezTo>
                  <a:cubicBezTo>
                    <a:pt x="1164" y="148"/>
                    <a:pt x="1164" y="148"/>
                    <a:pt x="1164" y="148"/>
                  </a:cubicBezTo>
                  <a:cubicBezTo>
                    <a:pt x="1153" y="156"/>
                    <a:pt x="1131" y="165"/>
                    <a:pt x="1116" y="169"/>
                  </a:cubicBezTo>
                  <a:cubicBezTo>
                    <a:pt x="1100" y="173"/>
                    <a:pt x="1090" y="178"/>
                    <a:pt x="1092" y="180"/>
                  </a:cubicBezTo>
                  <a:cubicBezTo>
                    <a:pt x="1094" y="182"/>
                    <a:pt x="1089" y="199"/>
                    <a:pt x="1081" y="217"/>
                  </a:cubicBezTo>
                  <a:cubicBezTo>
                    <a:pt x="1072" y="238"/>
                    <a:pt x="1069" y="257"/>
                    <a:pt x="1071" y="272"/>
                  </a:cubicBezTo>
                  <a:cubicBezTo>
                    <a:pt x="1075" y="290"/>
                    <a:pt x="1073" y="295"/>
                    <a:pt x="1061" y="299"/>
                  </a:cubicBezTo>
                  <a:cubicBezTo>
                    <a:pt x="1053" y="301"/>
                    <a:pt x="1043" y="311"/>
                    <a:pt x="1039" y="320"/>
                  </a:cubicBezTo>
                  <a:cubicBezTo>
                    <a:pt x="1031" y="341"/>
                    <a:pt x="1028" y="341"/>
                    <a:pt x="1001" y="324"/>
                  </a:cubicBezTo>
                  <a:cubicBezTo>
                    <a:pt x="980" y="310"/>
                    <a:pt x="980" y="310"/>
                    <a:pt x="960" y="324"/>
                  </a:cubicBezTo>
                  <a:cubicBezTo>
                    <a:pt x="933" y="343"/>
                    <a:pt x="913" y="332"/>
                    <a:pt x="887" y="287"/>
                  </a:cubicBezTo>
                  <a:cubicBezTo>
                    <a:pt x="869" y="256"/>
                    <a:pt x="864" y="252"/>
                    <a:pt x="849" y="256"/>
                  </a:cubicBezTo>
                  <a:cubicBezTo>
                    <a:pt x="839" y="259"/>
                    <a:pt x="826" y="265"/>
                    <a:pt x="820" y="271"/>
                  </a:cubicBezTo>
                  <a:cubicBezTo>
                    <a:pt x="815" y="277"/>
                    <a:pt x="804" y="281"/>
                    <a:pt x="796" y="281"/>
                  </a:cubicBezTo>
                  <a:cubicBezTo>
                    <a:pt x="780" y="281"/>
                    <a:pt x="780" y="282"/>
                    <a:pt x="790" y="305"/>
                  </a:cubicBezTo>
                  <a:cubicBezTo>
                    <a:pt x="796" y="317"/>
                    <a:pt x="796" y="326"/>
                    <a:pt x="789" y="338"/>
                  </a:cubicBezTo>
                  <a:cubicBezTo>
                    <a:pt x="784" y="347"/>
                    <a:pt x="780" y="360"/>
                    <a:pt x="781" y="367"/>
                  </a:cubicBezTo>
                  <a:cubicBezTo>
                    <a:pt x="782" y="374"/>
                    <a:pt x="781" y="380"/>
                    <a:pt x="779" y="380"/>
                  </a:cubicBezTo>
                  <a:cubicBezTo>
                    <a:pt x="775" y="380"/>
                    <a:pt x="729" y="360"/>
                    <a:pt x="709" y="350"/>
                  </a:cubicBezTo>
                  <a:cubicBezTo>
                    <a:pt x="690" y="341"/>
                    <a:pt x="682" y="349"/>
                    <a:pt x="682" y="378"/>
                  </a:cubicBezTo>
                  <a:cubicBezTo>
                    <a:pt x="682" y="414"/>
                    <a:pt x="672" y="428"/>
                    <a:pt x="655" y="417"/>
                  </a:cubicBezTo>
                  <a:cubicBezTo>
                    <a:pt x="643" y="410"/>
                    <a:pt x="639" y="411"/>
                    <a:pt x="627" y="424"/>
                  </a:cubicBezTo>
                  <a:cubicBezTo>
                    <a:pt x="619" y="432"/>
                    <a:pt x="610" y="447"/>
                    <a:pt x="607" y="457"/>
                  </a:cubicBezTo>
                  <a:cubicBezTo>
                    <a:pt x="604" y="467"/>
                    <a:pt x="596" y="479"/>
                    <a:pt x="588" y="486"/>
                  </a:cubicBezTo>
                  <a:cubicBezTo>
                    <a:pt x="574" y="496"/>
                    <a:pt x="574" y="498"/>
                    <a:pt x="586" y="515"/>
                  </a:cubicBezTo>
                  <a:cubicBezTo>
                    <a:pt x="598" y="533"/>
                    <a:pt x="597" y="527"/>
                    <a:pt x="575" y="564"/>
                  </a:cubicBezTo>
                  <a:cubicBezTo>
                    <a:pt x="563" y="586"/>
                    <a:pt x="550" y="605"/>
                    <a:pt x="546" y="607"/>
                  </a:cubicBezTo>
                  <a:cubicBezTo>
                    <a:pt x="542" y="610"/>
                    <a:pt x="541" y="618"/>
                    <a:pt x="543" y="626"/>
                  </a:cubicBezTo>
                  <a:cubicBezTo>
                    <a:pt x="549" y="642"/>
                    <a:pt x="537" y="652"/>
                    <a:pt x="514" y="653"/>
                  </a:cubicBezTo>
                  <a:cubicBezTo>
                    <a:pt x="501" y="653"/>
                    <a:pt x="500" y="658"/>
                    <a:pt x="498" y="707"/>
                  </a:cubicBezTo>
                  <a:cubicBezTo>
                    <a:pt x="497" y="749"/>
                    <a:pt x="492" y="770"/>
                    <a:pt x="476" y="804"/>
                  </a:cubicBezTo>
                  <a:cubicBezTo>
                    <a:pt x="456" y="847"/>
                    <a:pt x="456" y="848"/>
                    <a:pt x="469" y="859"/>
                  </a:cubicBezTo>
                  <a:cubicBezTo>
                    <a:pt x="492" y="879"/>
                    <a:pt x="481" y="911"/>
                    <a:pt x="455" y="903"/>
                  </a:cubicBezTo>
                  <a:cubicBezTo>
                    <a:pt x="414" y="890"/>
                    <a:pt x="372" y="940"/>
                    <a:pt x="375" y="997"/>
                  </a:cubicBezTo>
                  <a:cubicBezTo>
                    <a:pt x="375" y="1003"/>
                    <a:pt x="375" y="1017"/>
                    <a:pt x="375" y="1029"/>
                  </a:cubicBezTo>
                  <a:cubicBezTo>
                    <a:pt x="374" y="1040"/>
                    <a:pt x="374" y="1058"/>
                    <a:pt x="375" y="1067"/>
                  </a:cubicBezTo>
                  <a:cubicBezTo>
                    <a:pt x="375" y="1077"/>
                    <a:pt x="376" y="1103"/>
                    <a:pt x="377" y="1125"/>
                  </a:cubicBezTo>
                  <a:cubicBezTo>
                    <a:pt x="378" y="1156"/>
                    <a:pt x="382" y="1168"/>
                    <a:pt x="395" y="1180"/>
                  </a:cubicBezTo>
                  <a:cubicBezTo>
                    <a:pt x="404" y="1188"/>
                    <a:pt x="411" y="1197"/>
                    <a:pt x="411" y="1201"/>
                  </a:cubicBezTo>
                  <a:cubicBezTo>
                    <a:pt x="411" y="1215"/>
                    <a:pt x="401" y="1229"/>
                    <a:pt x="392" y="1229"/>
                  </a:cubicBezTo>
                  <a:cubicBezTo>
                    <a:pt x="384" y="1229"/>
                    <a:pt x="383" y="1234"/>
                    <a:pt x="387" y="1248"/>
                  </a:cubicBezTo>
                  <a:cubicBezTo>
                    <a:pt x="398" y="1287"/>
                    <a:pt x="392" y="1329"/>
                    <a:pt x="374" y="1343"/>
                  </a:cubicBezTo>
                  <a:cubicBezTo>
                    <a:pt x="365" y="1350"/>
                    <a:pt x="360" y="1355"/>
                    <a:pt x="363" y="1355"/>
                  </a:cubicBezTo>
                  <a:cubicBezTo>
                    <a:pt x="367" y="1356"/>
                    <a:pt x="366" y="1360"/>
                    <a:pt x="361" y="1366"/>
                  </a:cubicBezTo>
                  <a:cubicBezTo>
                    <a:pt x="357" y="1371"/>
                    <a:pt x="355" y="1383"/>
                    <a:pt x="357" y="1392"/>
                  </a:cubicBezTo>
                  <a:cubicBezTo>
                    <a:pt x="360" y="1401"/>
                    <a:pt x="358" y="1417"/>
                    <a:pt x="354" y="1426"/>
                  </a:cubicBezTo>
                  <a:cubicBezTo>
                    <a:pt x="350" y="1437"/>
                    <a:pt x="347" y="1439"/>
                    <a:pt x="347" y="1432"/>
                  </a:cubicBezTo>
                  <a:cubicBezTo>
                    <a:pt x="347" y="1426"/>
                    <a:pt x="338" y="1418"/>
                    <a:pt x="329" y="1416"/>
                  </a:cubicBezTo>
                  <a:cubicBezTo>
                    <a:pt x="310" y="1412"/>
                    <a:pt x="308" y="1406"/>
                    <a:pt x="310" y="1364"/>
                  </a:cubicBezTo>
                  <a:cubicBezTo>
                    <a:pt x="310" y="1352"/>
                    <a:pt x="308" y="1342"/>
                    <a:pt x="304" y="1342"/>
                  </a:cubicBezTo>
                  <a:cubicBezTo>
                    <a:pt x="291" y="1342"/>
                    <a:pt x="283" y="1361"/>
                    <a:pt x="287" y="1386"/>
                  </a:cubicBezTo>
                  <a:cubicBezTo>
                    <a:pt x="291" y="1413"/>
                    <a:pt x="279" y="1436"/>
                    <a:pt x="267" y="1429"/>
                  </a:cubicBezTo>
                  <a:cubicBezTo>
                    <a:pt x="263" y="1426"/>
                    <a:pt x="254" y="1431"/>
                    <a:pt x="247" y="1439"/>
                  </a:cubicBezTo>
                  <a:cubicBezTo>
                    <a:pt x="240" y="1447"/>
                    <a:pt x="230" y="1454"/>
                    <a:pt x="225" y="1454"/>
                  </a:cubicBezTo>
                  <a:cubicBezTo>
                    <a:pt x="221" y="1454"/>
                    <a:pt x="219" y="1457"/>
                    <a:pt x="222" y="1461"/>
                  </a:cubicBezTo>
                  <a:cubicBezTo>
                    <a:pt x="226" y="1469"/>
                    <a:pt x="183" y="1513"/>
                    <a:pt x="177" y="1507"/>
                  </a:cubicBezTo>
                  <a:cubicBezTo>
                    <a:pt x="175" y="1505"/>
                    <a:pt x="169" y="1509"/>
                    <a:pt x="163" y="1514"/>
                  </a:cubicBezTo>
                  <a:cubicBezTo>
                    <a:pt x="152" y="1525"/>
                    <a:pt x="93" y="1529"/>
                    <a:pt x="99" y="151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0" name="Freeform 52"/>
            <p:cNvSpPr>
              <a:spLocks/>
            </p:cNvSpPr>
            <p:nvPr/>
          </p:nvSpPr>
          <p:spPr bwMode="auto">
            <a:xfrm>
              <a:off x="5454650" y="1819275"/>
              <a:ext cx="22225" cy="44450"/>
            </a:xfrm>
            <a:custGeom>
              <a:avLst/>
              <a:gdLst/>
              <a:ahLst/>
              <a:cxnLst>
                <a:cxn ang="0">
                  <a:pos x="10" y="14"/>
                </a:cxn>
                <a:cxn ang="0">
                  <a:pos x="7" y="22"/>
                </a:cxn>
                <a:cxn ang="0">
                  <a:pos x="14" y="30"/>
                </a:cxn>
                <a:cxn ang="0">
                  <a:pos x="10" y="14"/>
                </a:cxn>
              </a:cxnLst>
              <a:rect l="0" t="0" r="r" b="b"/>
              <a:pathLst>
                <a:path w="16" h="32">
                  <a:moveTo>
                    <a:pt x="10" y="14"/>
                  </a:moveTo>
                  <a:cubicBezTo>
                    <a:pt x="2" y="0"/>
                    <a:pt x="0" y="4"/>
                    <a:pt x="7" y="22"/>
                  </a:cubicBezTo>
                  <a:cubicBezTo>
                    <a:pt x="9" y="28"/>
                    <a:pt x="13" y="32"/>
                    <a:pt x="14" y="30"/>
                  </a:cubicBezTo>
                  <a:cubicBezTo>
                    <a:pt x="16" y="28"/>
                    <a:pt x="14" y="21"/>
                    <a:pt x="10" y="1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1" name="Freeform 53"/>
            <p:cNvSpPr>
              <a:spLocks/>
            </p:cNvSpPr>
            <p:nvPr/>
          </p:nvSpPr>
          <p:spPr bwMode="auto">
            <a:xfrm>
              <a:off x="6583363" y="484188"/>
              <a:ext cx="41275" cy="17462"/>
            </a:xfrm>
            <a:custGeom>
              <a:avLst/>
              <a:gdLst/>
              <a:ahLst/>
              <a:cxnLst>
                <a:cxn ang="0">
                  <a:pos x="22" y="7"/>
                </a:cxn>
                <a:cxn ang="0">
                  <a:pos x="26" y="0"/>
                </a:cxn>
                <a:cxn ang="0">
                  <a:pos x="8" y="7"/>
                </a:cxn>
                <a:cxn ang="0">
                  <a:pos x="4" y="13"/>
                </a:cxn>
                <a:cxn ang="0">
                  <a:pos x="22" y="7"/>
                </a:cxn>
              </a:cxnLst>
              <a:rect l="0" t="0" r="r" b="b"/>
              <a:pathLst>
                <a:path w="30" h="13">
                  <a:moveTo>
                    <a:pt x="22" y="7"/>
                  </a:moveTo>
                  <a:cubicBezTo>
                    <a:pt x="28" y="3"/>
                    <a:pt x="30" y="0"/>
                    <a:pt x="26" y="0"/>
                  </a:cubicBezTo>
                  <a:cubicBezTo>
                    <a:pt x="22" y="0"/>
                    <a:pt x="14" y="3"/>
                    <a:pt x="8" y="7"/>
                  </a:cubicBezTo>
                  <a:cubicBezTo>
                    <a:pt x="2" y="10"/>
                    <a:pt x="0" y="13"/>
                    <a:pt x="4" y="13"/>
                  </a:cubicBezTo>
                  <a:cubicBezTo>
                    <a:pt x="8" y="13"/>
                    <a:pt x="16" y="10"/>
                    <a:pt x="22" y="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2" name="Freeform 54"/>
            <p:cNvSpPr>
              <a:spLocks/>
            </p:cNvSpPr>
            <p:nvPr/>
          </p:nvSpPr>
          <p:spPr bwMode="auto">
            <a:xfrm>
              <a:off x="6573838" y="2351088"/>
              <a:ext cx="76200" cy="53975"/>
            </a:xfrm>
            <a:custGeom>
              <a:avLst/>
              <a:gdLst/>
              <a:ahLst/>
              <a:cxnLst>
                <a:cxn ang="0">
                  <a:pos x="0" y="24"/>
                </a:cxn>
                <a:cxn ang="0">
                  <a:pos x="18" y="6"/>
                </a:cxn>
                <a:cxn ang="0">
                  <a:pos x="39" y="20"/>
                </a:cxn>
                <a:cxn ang="0">
                  <a:pos x="0" y="24"/>
                </a:cxn>
              </a:cxnLst>
              <a:rect l="0" t="0" r="r" b="b"/>
              <a:pathLst>
                <a:path w="55" h="39">
                  <a:moveTo>
                    <a:pt x="0" y="24"/>
                  </a:moveTo>
                  <a:cubicBezTo>
                    <a:pt x="0" y="15"/>
                    <a:pt x="7" y="9"/>
                    <a:pt x="18" y="6"/>
                  </a:cubicBezTo>
                  <a:cubicBezTo>
                    <a:pt x="42" y="0"/>
                    <a:pt x="55" y="9"/>
                    <a:pt x="39" y="20"/>
                  </a:cubicBezTo>
                  <a:cubicBezTo>
                    <a:pt x="13" y="37"/>
                    <a:pt x="0" y="39"/>
                    <a:pt x="0" y="2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3" name="Freeform 55"/>
            <p:cNvSpPr>
              <a:spLocks/>
            </p:cNvSpPr>
            <p:nvPr/>
          </p:nvSpPr>
          <p:spPr bwMode="auto">
            <a:xfrm>
              <a:off x="6588125" y="2295525"/>
              <a:ext cx="34925" cy="31750"/>
            </a:xfrm>
            <a:custGeom>
              <a:avLst/>
              <a:gdLst/>
              <a:ahLst/>
              <a:cxnLst>
                <a:cxn ang="0">
                  <a:pos x="8" y="16"/>
                </a:cxn>
                <a:cxn ang="0">
                  <a:pos x="14" y="0"/>
                </a:cxn>
                <a:cxn ang="0">
                  <a:pos x="25" y="7"/>
                </a:cxn>
                <a:cxn ang="0">
                  <a:pos x="8" y="16"/>
                </a:cxn>
              </a:cxnLst>
              <a:rect l="0" t="0" r="r" b="b"/>
              <a:pathLst>
                <a:path w="25" h="22">
                  <a:moveTo>
                    <a:pt x="8" y="16"/>
                  </a:moveTo>
                  <a:cubicBezTo>
                    <a:pt x="0" y="8"/>
                    <a:pt x="3" y="0"/>
                    <a:pt x="14" y="0"/>
                  </a:cubicBezTo>
                  <a:cubicBezTo>
                    <a:pt x="20" y="0"/>
                    <a:pt x="25" y="3"/>
                    <a:pt x="25" y="7"/>
                  </a:cubicBezTo>
                  <a:cubicBezTo>
                    <a:pt x="25" y="15"/>
                    <a:pt x="14" y="22"/>
                    <a:pt x="8" y="1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4" name="Freeform 56"/>
            <p:cNvSpPr>
              <a:spLocks/>
            </p:cNvSpPr>
            <p:nvPr/>
          </p:nvSpPr>
          <p:spPr bwMode="auto">
            <a:xfrm>
              <a:off x="6442075" y="495300"/>
              <a:ext cx="804863" cy="1679575"/>
            </a:xfrm>
            <a:custGeom>
              <a:avLst/>
              <a:gdLst/>
              <a:ahLst/>
              <a:cxnLst>
                <a:cxn ang="0">
                  <a:pos x="139" y="1171"/>
                </a:cxn>
                <a:cxn ang="0">
                  <a:pos x="97" y="1161"/>
                </a:cxn>
                <a:cxn ang="0">
                  <a:pos x="69" y="1147"/>
                </a:cxn>
                <a:cxn ang="0">
                  <a:pos x="59" y="1087"/>
                </a:cxn>
                <a:cxn ang="0">
                  <a:pos x="66" y="1052"/>
                </a:cxn>
                <a:cxn ang="0">
                  <a:pos x="55" y="977"/>
                </a:cxn>
                <a:cxn ang="0">
                  <a:pos x="58" y="890"/>
                </a:cxn>
                <a:cxn ang="0">
                  <a:pos x="89" y="849"/>
                </a:cxn>
                <a:cxn ang="0">
                  <a:pos x="141" y="780"/>
                </a:cxn>
                <a:cxn ang="0">
                  <a:pos x="253" y="669"/>
                </a:cxn>
                <a:cxn ang="0">
                  <a:pos x="239" y="578"/>
                </a:cxn>
                <a:cxn ang="0">
                  <a:pos x="183" y="403"/>
                </a:cxn>
                <a:cxn ang="0">
                  <a:pos x="173" y="357"/>
                </a:cxn>
                <a:cxn ang="0">
                  <a:pos x="80" y="199"/>
                </a:cxn>
                <a:cxn ang="0">
                  <a:pos x="42" y="137"/>
                </a:cxn>
                <a:cxn ang="0">
                  <a:pos x="69" y="119"/>
                </a:cxn>
                <a:cxn ang="0">
                  <a:pos x="165" y="189"/>
                </a:cxn>
                <a:cxn ang="0">
                  <a:pos x="243" y="210"/>
                </a:cxn>
                <a:cxn ang="0">
                  <a:pos x="270" y="161"/>
                </a:cxn>
                <a:cxn ang="0">
                  <a:pos x="322" y="34"/>
                </a:cxn>
                <a:cxn ang="0">
                  <a:pos x="390" y="0"/>
                </a:cxn>
                <a:cxn ang="0">
                  <a:pos x="444" y="104"/>
                </a:cxn>
                <a:cxn ang="0">
                  <a:pos x="427" y="153"/>
                </a:cxn>
                <a:cxn ang="0">
                  <a:pos x="423" y="189"/>
                </a:cxn>
                <a:cxn ang="0">
                  <a:pos x="444" y="273"/>
                </a:cxn>
                <a:cxn ang="0">
                  <a:pos x="493" y="332"/>
                </a:cxn>
                <a:cxn ang="0">
                  <a:pos x="445" y="418"/>
                </a:cxn>
                <a:cxn ang="0">
                  <a:pos x="492" y="571"/>
                </a:cxn>
                <a:cxn ang="0">
                  <a:pos x="497" y="707"/>
                </a:cxn>
                <a:cxn ang="0">
                  <a:pos x="505" y="782"/>
                </a:cxn>
                <a:cxn ang="0">
                  <a:pos x="502" y="814"/>
                </a:cxn>
                <a:cxn ang="0">
                  <a:pos x="560" y="923"/>
                </a:cxn>
                <a:cxn ang="0">
                  <a:pos x="420" y="1096"/>
                </a:cxn>
                <a:cxn ang="0">
                  <a:pos x="311" y="1153"/>
                </a:cxn>
                <a:cxn ang="0">
                  <a:pos x="241" y="1176"/>
                </a:cxn>
                <a:cxn ang="0">
                  <a:pos x="167" y="1199"/>
                </a:cxn>
              </a:cxnLst>
              <a:rect l="0" t="0" r="r" b="b"/>
              <a:pathLst>
                <a:path w="577" h="1204">
                  <a:moveTo>
                    <a:pt x="140" y="1196"/>
                  </a:moveTo>
                  <a:cubicBezTo>
                    <a:pt x="138" y="1190"/>
                    <a:pt x="137" y="1179"/>
                    <a:pt x="139" y="1171"/>
                  </a:cubicBezTo>
                  <a:cubicBezTo>
                    <a:pt x="143" y="1160"/>
                    <a:pt x="141" y="1159"/>
                    <a:pt x="130" y="1165"/>
                  </a:cubicBezTo>
                  <a:cubicBezTo>
                    <a:pt x="110" y="1175"/>
                    <a:pt x="92" y="1173"/>
                    <a:pt x="97" y="1161"/>
                  </a:cubicBezTo>
                  <a:cubicBezTo>
                    <a:pt x="100" y="1154"/>
                    <a:pt x="98" y="1150"/>
                    <a:pt x="93" y="1151"/>
                  </a:cubicBezTo>
                  <a:cubicBezTo>
                    <a:pt x="88" y="1151"/>
                    <a:pt x="77" y="1150"/>
                    <a:pt x="69" y="1147"/>
                  </a:cubicBezTo>
                  <a:cubicBezTo>
                    <a:pt x="57" y="1143"/>
                    <a:pt x="54" y="1137"/>
                    <a:pt x="56" y="1116"/>
                  </a:cubicBezTo>
                  <a:cubicBezTo>
                    <a:pt x="57" y="1102"/>
                    <a:pt x="58" y="1089"/>
                    <a:pt x="59" y="1087"/>
                  </a:cubicBezTo>
                  <a:cubicBezTo>
                    <a:pt x="60" y="1085"/>
                    <a:pt x="60" y="1082"/>
                    <a:pt x="60" y="1079"/>
                  </a:cubicBezTo>
                  <a:cubicBezTo>
                    <a:pt x="60" y="1077"/>
                    <a:pt x="62" y="1064"/>
                    <a:pt x="66" y="1052"/>
                  </a:cubicBezTo>
                  <a:cubicBezTo>
                    <a:pt x="71" y="1035"/>
                    <a:pt x="70" y="1024"/>
                    <a:pt x="62" y="1008"/>
                  </a:cubicBezTo>
                  <a:cubicBezTo>
                    <a:pt x="56" y="997"/>
                    <a:pt x="52" y="983"/>
                    <a:pt x="55" y="977"/>
                  </a:cubicBezTo>
                  <a:cubicBezTo>
                    <a:pt x="57" y="972"/>
                    <a:pt x="55" y="953"/>
                    <a:pt x="50" y="937"/>
                  </a:cubicBezTo>
                  <a:cubicBezTo>
                    <a:pt x="43" y="909"/>
                    <a:pt x="43" y="905"/>
                    <a:pt x="58" y="890"/>
                  </a:cubicBezTo>
                  <a:cubicBezTo>
                    <a:pt x="66" y="881"/>
                    <a:pt x="72" y="869"/>
                    <a:pt x="71" y="863"/>
                  </a:cubicBezTo>
                  <a:cubicBezTo>
                    <a:pt x="70" y="855"/>
                    <a:pt x="76" y="851"/>
                    <a:pt x="89" y="849"/>
                  </a:cubicBezTo>
                  <a:cubicBezTo>
                    <a:pt x="100" y="848"/>
                    <a:pt x="108" y="843"/>
                    <a:pt x="107" y="839"/>
                  </a:cubicBezTo>
                  <a:cubicBezTo>
                    <a:pt x="104" y="824"/>
                    <a:pt x="126" y="785"/>
                    <a:pt x="141" y="780"/>
                  </a:cubicBezTo>
                  <a:cubicBezTo>
                    <a:pt x="159" y="775"/>
                    <a:pt x="165" y="768"/>
                    <a:pt x="194" y="723"/>
                  </a:cubicBezTo>
                  <a:cubicBezTo>
                    <a:pt x="226" y="673"/>
                    <a:pt x="236" y="664"/>
                    <a:pt x="253" y="669"/>
                  </a:cubicBezTo>
                  <a:cubicBezTo>
                    <a:pt x="265" y="673"/>
                    <a:pt x="266" y="671"/>
                    <a:pt x="262" y="643"/>
                  </a:cubicBezTo>
                  <a:cubicBezTo>
                    <a:pt x="255" y="590"/>
                    <a:pt x="252" y="582"/>
                    <a:pt x="239" y="578"/>
                  </a:cubicBezTo>
                  <a:cubicBezTo>
                    <a:pt x="198" y="565"/>
                    <a:pt x="175" y="511"/>
                    <a:pt x="186" y="456"/>
                  </a:cubicBezTo>
                  <a:cubicBezTo>
                    <a:pt x="192" y="430"/>
                    <a:pt x="191" y="419"/>
                    <a:pt x="183" y="403"/>
                  </a:cubicBezTo>
                  <a:cubicBezTo>
                    <a:pt x="177" y="392"/>
                    <a:pt x="174" y="383"/>
                    <a:pt x="176" y="374"/>
                  </a:cubicBezTo>
                  <a:cubicBezTo>
                    <a:pt x="179" y="364"/>
                    <a:pt x="177" y="357"/>
                    <a:pt x="173" y="357"/>
                  </a:cubicBezTo>
                  <a:cubicBezTo>
                    <a:pt x="168" y="357"/>
                    <a:pt x="166" y="344"/>
                    <a:pt x="167" y="324"/>
                  </a:cubicBezTo>
                  <a:cubicBezTo>
                    <a:pt x="169" y="278"/>
                    <a:pt x="144" y="242"/>
                    <a:pt x="80" y="199"/>
                  </a:cubicBezTo>
                  <a:cubicBezTo>
                    <a:pt x="27" y="163"/>
                    <a:pt x="0" y="133"/>
                    <a:pt x="31" y="143"/>
                  </a:cubicBezTo>
                  <a:cubicBezTo>
                    <a:pt x="43" y="147"/>
                    <a:pt x="46" y="146"/>
                    <a:pt x="42" y="137"/>
                  </a:cubicBezTo>
                  <a:cubicBezTo>
                    <a:pt x="40" y="130"/>
                    <a:pt x="43" y="124"/>
                    <a:pt x="53" y="121"/>
                  </a:cubicBezTo>
                  <a:cubicBezTo>
                    <a:pt x="60" y="119"/>
                    <a:pt x="68" y="118"/>
                    <a:pt x="69" y="119"/>
                  </a:cubicBezTo>
                  <a:cubicBezTo>
                    <a:pt x="70" y="120"/>
                    <a:pt x="79" y="136"/>
                    <a:pt x="90" y="154"/>
                  </a:cubicBezTo>
                  <a:cubicBezTo>
                    <a:pt x="115" y="196"/>
                    <a:pt x="139" y="208"/>
                    <a:pt x="165" y="189"/>
                  </a:cubicBezTo>
                  <a:cubicBezTo>
                    <a:pt x="183" y="176"/>
                    <a:pt x="184" y="176"/>
                    <a:pt x="213" y="193"/>
                  </a:cubicBezTo>
                  <a:cubicBezTo>
                    <a:pt x="243" y="210"/>
                    <a:pt x="243" y="210"/>
                    <a:pt x="243" y="210"/>
                  </a:cubicBezTo>
                  <a:cubicBezTo>
                    <a:pt x="248" y="190"/>
                    <a:pt x="248" y="190"/>
                    <a:pt x="248" y="190"/>
                  </a:cubicBezTo>
                  <a:cubicBezTo>
                    <a:pt x="251" y="177"/>
                    <a:pt x="260" y="166"/>
                    <a:pt x="270" y="161"/>
                  </a:cubicBezTo>
                  <a:cubicBezTo>
                    <a:pt x="286" y="154"/>
                    <a:pt x="288" y="150"/>
                    <a:pt x="284" y="132"/>
                  </a:cubicBezTo>
                  <a:cubicBezTo>
                    <a:pt x="278" y="104"/>
                    <a:pt x="305" y="34"/>
                    <a:pt x="322" y="34"/>
                  </a:cubicBezTo>
                  <a:cubicBezTo>
                    <a:pt x="329" y="34"/>
                    <a:pt x="347" y="26"/>
                    <a:pt x="362" y="17"/>
                  </a:cubicBezTo>
                  <a:cubicBezTo>
                    <a:pt x="390" y="0"/>
                    <a:pt x="390" y="0"/>
                    <a:pt x="390" y="0"/>
                  </a:cubicBezTo>
                  <a:cubicBezTo>
                    <a:pt x="420" y="24"/>
                    <a:pt x="420" y="24"/>
                    <a:pt x="420" y="24"/>
                  </a:cubicBezTo>
                  <a:cubicBezTo>
                    <a:pt x="458" y="54"/>
                    <a:pt x="465" y="76"/>
                    <a:pt x="444" y="104"/>
                  </a:cubicBezTo>
                  <a:cubicBezTo>
                    <a:pt x="436" y="116"/>
                    <a:pt x="432" y="128"/>
                    <a:pt x="434" y="133"/>
                  </a:cubicBezTo>
                  <a:cubicBezTo>
                    <a:pt x="437" y="137"/>
                    <a:pt x="434" y="146"/>
                    <a:pt x="427" y="153"/>
                  </a:cubicBezTo>
                  <a:cubicBezTo>
                    <a:pt x="419" y="161"/>
                    <a:pt x="418" y="167"/>
                    <a:pt x="423" y="170"/>
                  </a:cubicBezTo>
                  <a:cubicBezTo>
                    <a:pt x="428" y="174"/>
                    <a:pt x="428" y="179"/>
                    <a:pt x="423" y="189"/>
                  </a:cubicBezTo>
                  <a:cubicBezTo>
                    <a:pt x="418" y="197"/>
                    <a:pt x="417" y="216"/>
                    <a:pt x="420" y="234"/>
                  </a:cubicBezTo>
                  <a:cubicBezTo>
                    <a:pt x="424" y="259"/>
                    <a:pt x="428" y="266"/>
                    <a:pt x="444" y="273"/>
                  </a:cubicBezTo>
                  <a:cubicBezTo>
                    <a:pt x="455" y="277"/>
                    <a:pt x="470" y="292"/>
                    <a:pt x="479" y="306"/>
                  </a:cubicBezTo>
                  <a:cubicBezTo>
                    <a:pt x="493" y="332"/>
                    <a:pt x="493" y="332"/>
                    <a:pt x="493" y="332"/>
                  </a:cubicBezTo>
                  <a:cubicBezTo>
                    <a:pt x="469" y="379"/>
                    <a:pt x="469" y="379"/>
                    <a:pt x="469" y="379"/>
                  </a:cubicBezTo>
                  <a:cubicBezTo>
                    <a:pt x="445" y="418"/>
                    <a:pt x="445" y="418"/>
                    <a:pt x="445" y="418"/>
                  </a:cubicBezTo>
                  <a:cubicBezTo>
                    <a:pt x="466" y="469"/>
                    <a:pt x="466" y="469"/>
                    <a:pt x="466" y="469"/>
                  </a:cubicBezTo>
                  <a:cubicBezTo>
                    <a:pt x="496" y="540"/>
                    <a:pt x="503" y="567"/>
                    <a:pt x="492" y="571"/>
                  </a:cubicBezTo>
                  <a:cubicBezTo>
                    <a:pt x="475" y="578"/>
                    <a:pt x="472" y="670"/>
                    <a:pt x="490" y="683"/>
                  </a:cubicBezTo>
                  <a:cubicBezTo>
                    <a:pt x="497" y="688"/>
                    <a:pt x="500" y="697"/>
                    <a:pt x="497" y="707"/>
                  </a:cubicBezTo>
                  <a:cubicBezTo>
                    <a:pt x="494" y="717"/>
                    <a:pt x="498" y="727"/>
                    <a:pt x="508" y="736"/>
                  </a:cubicBezTo>
                  <a:cubicBezTo>
                    <a:pt x="528" y="755"/>
                    <a:pt x="527" y="768"/>
                    <a:pt x="505" y="782"/>
                  </a:cubicBezTo>
                  <a:cubicBezTo>
                    <a:pt x="488" y="793"/>
                    <a:pt x="488" y="793"/>
                    <a:pt x="488" y="793"/>
                  </a:cubicBezTo>
                  <a:cubicBezTo>
                    <a:pt x="502" y="814"/>
                    <a:pt x="502" y="814"/>
                    <a:pt x="502" y="814"/>
                  </a:cubicBezTo>
                  <a:cubicBezTo>
                    <a:pt x="510" y="825"/>
                    <a:pt x="526" y="839"/>
                    <a:pt x="538" y="846"/>
                  </a:cubicBezTo>
                  <a:cubicBezTo>
                    <a:pt x="570" y="865"/>
                    <a:pt x="577" y="890"/>
                    <a:pt x="560" y="923"/>
                  </a:cubicBezTo>
                  <a:cubicBezTo>
                    <a:pt x="547" y="948"/>
                    <a:pt x="495" y="1017"/>
                    <a:pt x="473" y="1040"/>
                  </a:cubicBezTo>
                  <a:cubicBezTo>
                    <a:pt x="467" y="1045"/>
                    <a:pt x="444" y="1071"/>
                    <a:pt x="420" y="1096"/>
                  </a:cubicBezTo>
                  <a:cubicBezTo>
                    <a:pt x="385" y="1136"/>
                    <a:pt x="375" y="1143"/>
                    <a:pt x="356" y="1142"/>
                  </a:cubicBezTo>
                  <a:cubicBezTo>
                    <a:pt x="344" y="1142"/>
                    <a:pt x="324" y="1146"/>
                    <a:pt x="311" y="1153"/>
                  </a:cubicBezTo>
                  <a:cubicBezTo>
                    <a:pt x="298" y="1159"/>
                    <a:pt x="281" y="1164"/>
                    <a:pt x="273" y="1164"/>
                  </a:cubicBezTo>
                  <a:cubicBezTo>
                    <a:pt x="265" y="1164"/>
                    <a:pt x="251" y="1169"/>
                    <a:pt x="241" y="1176"/>
                  </a:cubicBezTo>
                  <a:cubicBezTo>
                    <a:pt x="232" y="1182"/>
                    <a:pt x="216" y="1188"/>
                    <a:pt x="207" y="1189"/>
                  </a:cubicBezTo>
                  <a:cubicBezTo>
                    <a:pt x="198" y="1190"/>
                    <a:pt x="180" y="1195"/>
                    <a:pt x="167" y="1199"/>
                  </a:cubicBezTo>
                  <a:cubicBezTo>
                    <a:pt x="148" y="1204"/>
                    <a:pt x="143" y="1204"/>
                    <a:pt x="140" y="119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5" name="Freeform 57"/>
            <p:cNvSpPr>
              <a:spLocks/>
            </p:cNvSpPr>
            <p:nvPr/>
          </p:nvSpPr>
          <p:spPr bwMode="auto">
            <a:xfrm>
              <a:off x="6594475" y="2132013"/>
              <a:ext cx="28575" cy="31750"/>
            </a:xfrm>
            <a:custGeom>
              <a:avLst/>
              <a:gdLst/>
              <a:ahLst/>
              <a:cxnLst>
                <a:cxn ang="0">
                  <a:pos x="0" y="14"/>
                </a:cxn>
                <a:cxn ang="0">
                  <a:pos x="11" y="3"/>
                </a:cxn>
                <a:cxn ang="0">
                  <a:pos x="20" y="7"/>
                </a:cxn>
                <a:cxn ang="0">
                  <a:pos x="0" y="14"/>
                </a:cxn>
              </a:cxnLst>
              <a:rect l="0" t="0" r="r" b="b"/>
              <a:pathLst>
                <a:path w="21" h="23">
                  <a:moveTo>
                    <a:pt x="0" y="14"/>
                  </a:moveTo>
                  <a:cubicBezTo>
                    <a:pt x="0" y="10"/>
                    <a:pt x="5" y="5"/>
                    <a:pt x="11" y="3"/>
                  </a:cubicBezTo>
                  <a:cubicBezTo>
                    <a:pt x="18" y="0"/>
                    <a:pt x="21" y="2"/>
                    <a:pt x="20" y="7"/>
                  </a:cubicBezTo>
                  <a:cubicBezTo>
                    <a:pt x="16" y="17"/>
                    <a:pt x="0" y="23"/>
                    <a:pt x="0" y="1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6" name="Freeform 58"/>
            <p:cNvSpPr>
              <a:spLocks/>
            </p:cNvSpPr>
            <p:nvPr/>
          </p:nvSpPr>
          <p:spPr bwMode="auto">
            <a:xfrm>
              <a:off x="6403975" y="2119313"/>
              <a:ext cx="26988" cy="30162"/>
            </a:xfrm>
            <a:custGeom>
              <a:avLst/>
              <a:gdLst/>
              <a:ahLst/>
              <a:cxnLst>
                <a:cxn ang="0">
                  <a:pos x="0" y="11"/>
                </a:cxn>
                <a:cxn ang="0">
                  <a:pos x="11" y="0"/>
                </a:cxn>
                <a:cxn ang="0">
                  <a:pos x="17" y="11"/>
                </a:cxn>
                <a:cxn ang="0">
                  <a:pos x="6" y="22"/>
                </a:cxn>
                <a:cxn ang="0">
                  <a:pos x="0" y="11"/>
                </a:cxn>
              </a:cxnLst>
              <a:rect l="0" t="0" r="r" b="b"/>
              <a:pathLst>
                <a:path w="19" h="22">
                  <a:moveTo>
                    <a:pt x="0" y="11"/>
                  </a:moveTo>
                  <a:cubicBezTo>
                    <a:pt x="0" y="5"/>
                    <a:pt x="5" y="0"/>
                    <a:pt x="11" y="0"/>
                  </a:cubicBezTo>
                  <a:cubicBezTo>
                    <a:pt x="17" y="0"/>
                    <a:pt x="19" y="5"/>
                    <a:pt x="17" y="11"/>
                  </a:cubicBezTo>
                  <a:cubicBezTo>
                    <a:pt x="15" y="17"/>
                    <a:pt x="10" y="22"/>
                    <a:pt x="6" y="22"/>
                  </a:cubicBezTo>
                  <a:cubicBezTo>
                    <a:pt x="3" y="22"/>
                    <a:pt x="0" y="17"/>
                    <a:pt x="0" y="1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7" name="Freeform 59"/>
            <p:cNvSpPr>
              <a:spLocks/>
            </p:cNvSpPr>
            <p:nvPr/>
          </p:nvSpPr>
          <p:spPr bwMode="auto">
            <a:xfrm>
              <a:off x="6015038" y="720725"/>
              <a:ext cx="160338" cy="138112"/>
            </a:xfrm>
            <a:custGeom>
              <a:avLst/>
              <a:gdLst/>
              <a:ahLst/>
              <a:cxnLst>
                <a:cxn ang="0">
                  <a:pos x="0" y="87"/>
                </a:cxn>
                <a:cxn ang="0">
                  <a:pos x="45" y="64"/>
                </a:cxn>
                <a:cxn ang="0">
                  <a:pos x="53" y="54"/>
                </a:cxn>
                <a:cxn ang="0">
                  <a:pos x="58" y="41"/>
                </a:cxn>
                <a:cxn ang="0">
                  <a:pos x="66" y="26"/>
                </a:cxn>
                <a:cxn ang="0">
                  <a:pos x="86" y="18"/>
                </a:cxn>
                <a:cxn ang="0">
                  <a:pos x="96" y="19"/>
                </a:cxn>
                <a:cxn ang="0">
                  <a:pos x="115" y="25"/>
                </a:cxn>
                <a:cxn ang="0">
                  <a:pos x="76" y="70"/>
                </a:cxn>
                <a:cxn ang="0">
                  <a:pos x="67" y="66"/>
                </a:cxn>
                <a:cxn ang="0">
                  <a:pos x="58" y="66"/>
                </a:cxn>
                <a:cxn ang="0">
                  <a:pos x="43" y="73"/>
                </a:cxn>
                <a:cxn ang="0">
                  <a:pos x="34" y="78"/>
                </a:cxn>
                <a:cxn ang="0">
                  <a:pos x="0" y="87"/>
                </a:cxn>
              </a:cxnLst>
              <a:rect l="0" t="0" r="r" b="b"/>
              <a:pathLst>
                <a:path w="115" h="99">
                  <a:moveTo>
                    <a:pt x="0" y="87"/>
                  </a:moveTo>
                  <a:cubicBezTo>
                    <a:pt x="0" y="76"/>
                    <a:pt x="30" y="61"/>
                    <a:pt x="45" y="64"/>
                  </a:cubicBezTo>
                  <a:cubicBezTo>
                    <a:pt x="50" y="65"/>
                    <a:pt x="53" y="60"/>
                    <a:pt x="53" y="54"/>
                  </a:cubicBezTo>
                  <a:cubicBezTo>
                    <a:pt x="52" y="47"/>
                    <a:pt x="55" y="41"/>
                    <a:pt x="58" y="41"/>
                  </a:cubicBezTo>
                  <a:cubicBezTo>
                    <a:pt x="61" y="41"/>
                    <a:pt x="65" y="35"/>
                    <a:pt x="66" y="26"/>
                  </a:cubicBezTo>
                  <a:cubicBezTo>
                    <a:pt x="69" y="7"/>
                    <a:pt x="86" y="0"/>
                    <a:pt x="86" y="18"/>
                  </a:cubicBezTo>
                  <a:cubicBezTo>
                    <a:pt x="87" y="30"/>
                    <a:pt x="87" y="30"/>
                    <a:pt x="96" y="19"/>
                  </a:cubicBezTo>
                  <a:cubicBezTo>
                    <a:pt x="106" y="6"/>
                    <a:pt x="115" y="9"/>
                    <a:pt x="115" y="25"/>
                  </a:cubicBezTo>
                  <a:cubicBezTo>
                    <a:pt x="115" y="34"/>
                    <a:pt x="102" y="49"/>
                    <a:pt x="76" y="70"/>
                  </a:cubicBezTo>
                  <a:cubicBezTo>
                    <a:pt x="63" y="79"/>
                    <a:pt x="62" y="79"/>
                    <a:pt x="67" y="66"/>
                  </a:cubicBezTo>
                  <a:cubicBezTo>
                    <a:pt x="72" y="53"/>
                    <a:pt x="72" y="53"/>
                    <a:pt x="58" y="66"/>
                  </a:cubicBezTo>
                  <a:cubicBezTo>
                    <a:pt x="50" y="73"/>
                    <a:pt x="43" y="76"/>
                    <a:pt x="43" y="73"/>
                  </a:cubicBezTo>
                  <a:cubicBezTo>
                    <a:pt x="43" y="70"/>
                    <a:pt x="39" y="72"/>
                    <a:pt x="34" y="78"/>
                  </a:cubicBezTo>
                  <a:cubicBezTo>
                    <a:pt x="21" y="94"/>
                    <a:pt x="0" y="99"/>
                    <a:pt x="0" y="8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8" name="Freeform 60"/>
            <p:cNvSpPr>
              <a:spLocks/>
            </p:cNvSpPr>
            <p:nvPr/>
          </p:nvSpPr>
          <p:spPr bwMode="auto">
            <a:xfrm>
              <a:off x="6035675" y="719138"/>
              <a:ext cx="53975" cy="77787"/>
            </a:xfrm>
            <a:custGeom>
              <a:avLst/>
              <a:gdLst/>
              <a:ahLst/>
              <a:cxnLst>
                <a:cxn ang="0">
                  <a:pos x="17" y="38"/>
                </a:cxn>
                <a:cxn ang="0">
                  <a:pos x="14" y="28"/>
                </a:cxn>
                <a:cxn ang="0">
                  <a:pos x="0" y="28"/>
                </a:cxn>
                <a:cxn ang="0">
                  <a:pos x="14" y="16"/>
                </a:cxn>
                <a:cxn ang="0">
                  <a:pos x="29" y="5"/>
                </a:cxn>
                <a:cxn ang="0">
                  <a:pos x="35" y="14"/>
                </a:cxn>
                <a:cxn ang="0">
                  <a:pos x="34" y="40"/>
                </a:cxn>
                <a:cxn ang="0">
                  <a:pos x="32" y="50"/>
                </a:cxn>
                <a:cxn ang="0">
                  <a:pos x="20" y="55"/>
                </a:cxn>
                <a:cxn ang="0">
                  <a:pos x="17" y="38"/>
                </a:cxn>
              </a:cxnLst>
              <a:rect l="0" t="0" r="r" b="b"/>
              <a:pathLst>
                <a:path w="38" h="56">
                  <a:moveTo>
                    <a:pt x="17" y="38"/>
                  </a:moveTo>
                  <a:cubicBezTo>
                    <a:pt x="29" y="21"/>
                    <a:pt x="29" y="20"/>
                    <a:pt x="14" y="28"/>
                  </a:cubicBezTo>
                  <a:cubicBezTo>
                    <a:pt x="4" y="34"/>
                    <a:pt x="0" y="34"/>
                    <a:pt x="0" y="28"/>
                  </a:cubicBezTo>
                  <a:cubicBezTo>
                    <a:pt x="0" y="24"/>
                    <a:pt x="6" y="18"/>
                    <a:pt x="14" y="16"/>
                  </a:cubicBezTo>
                  <a:cubicBezTo>
                    <a:pt x="22" y="14"/>
                    <a:pt x="29" y="9"/>
                    <a:pt x="29" y="5"/>
                  </a:cubicBezTo>
                  <a:cubicBezTo>
                    <a:pt x="29" y="0"/>
                    <a:pt x="32" y="5"/>
                    <a:pt x="35" y="14"/>
                  </a:cubicBezTo>
                  <a:cubicBezTo>
                    <a:pt x="38" y="24"/>
                    <a:pt x="38" y="35"/>
                    <a:pt x="34" y="40"/>
                  </a:cubicBezTo>
                  <a:cubicBezTo>
                    <a:pt x="31" y="44"/>
                    <a:pt x="30" y="49"/>
                    <a:pt x="32" y="50"/>
                  </a:cubicBezTo>
                  <a:cubicBezTo>
                    <a:pt x="33" y="52"/>
                    <a:pt x="28" y="54"/>
                    <a:pt x="20" y="55"/>
                  </a:cubicBezTo>
                  <a:cubicBezTo>
                    <a:pt x="6" y="56"/>
                    <a:pt x="6" y="55"/>
                    <a:pt x="17" y="3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9" name="Freeform 61"/>
            <p:cNvSpPr>
              <a:spLocks/>
            </p:cNvSpPr>
            <p:nvPr/>
          </p:nvSpPr>
          <p:spPr bwMode="auto">
            <a:xfrm>
              <a:off x="6219825" y="604838"/>
              <a:ext cx="61913" cy="77787"/>
            </a:xfrm>
            <a:custGeom>
              <a:avLst/>
              <a:gdLst/>
              <a:ahLst/>
              <a:cxnLst>
                <a:cxn ang="0">
                  <a:pos x="25" y="5"/>
                </a:cxn>
                <a:cxn ang="0">
                  <a:pos x="43" y="8"/>
                </a:cxn>
                <a:cxn ang="0">
                  <a:pos x="40" y="23"/>
                </a:cxn>
                <a:cxn ang="0">
                  <a:pos x="36" y="32"/>
                </a:cxn>
                <a:cxn ang="0">
                  <a:pos x="22" y="46"/>
                </a:cxn>
                <a:cxn ang="0">
                  <a:pos x="25" y="5"/>
                </a:cxn>
              </a:cxnLst>
              <a:rect l="0" t="0" r="r" b="b"/>
              <a:pathLst>
                <a:path w="45" h="56">
                  <a:moveTo>
                    <a:pt x="25" y="5"/>
                  </a:moveTo>
                  <a:cubicBezTo>
                    <a:pt x="35" y="0"/>
                    <a:pt x="40" y="1"/>
                    <a:pt x="43" y="8"/>
                  </a:cubicBezTo>
                  <a:cubicBezTo>
                    <a:pt x="45" y="14"/>
                    <a:pt x="44" y="20"/>
                    <a:pt x="40" y="23"/>
                  </a:cubicBezTo>
                  <a:cubicBezTo>
                    <a:pt x="36" y="25"/>
                    <a:pt x="34" y="29"/>
                    <a:pt x="36" y="32"/>
                  </a:cubicBezTo>
                  <a:cubicBezTo>
                    <a:pt x="38" y="36"/>
                    <a:pt x="32" y="42"/>
                    <a:pt x="22" y="46"/>
                  </a:cubicBezTo>
                  <a:cubicBezTo>
                    <a:pt x="0" y="56"/>
                    <a:pt x="17" y="9"/>
                    <a:pt x="25" y="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0" name="Freeform 62"/>
            <p:cNvSpPr>
              <a:spLocks/>
            </p:cNvSpPr>
            <p:nvPr/>
          </p:nvSpPr>
          <p:spPr bwMode="auto">
            <a:xfrm>
              <a:off x="6353175" y="552450"/>
              <a:ext cx="41275" cy="88900"/>
            </a:xfrm>
            <a:custGeom>
              <a:avLst/>
              <a:gdLst/>
              <a:ahLst/>
              <a:cxnLst>
                <a:cxn ang="0">
                  <a:pos x="6" y="39"/>
                </a:cxn>
                <a:cxn ang="0">
                  <a:pos x="20" y="0"/>
                </a:cxn>
                <a:cxn ang="0">
                  <a:pos x="29" y="26"/>
                </a:cxn>
                <a:cxn ang="0">
                  <a:pos x="6" y="39"/>
                </a:cxn>
              </a:cxnLst>
              <a:rect l="0" t="0" r="r" b="b"/>
              <a:pathLst>
                <a:path w="30" h="64">
                  <a:moveTo>
                    <a:pt x="6" y="39"/>
                  </a:moveTo>
                  <a:cubicBezTo>
                    <a:pt x="0" y="18"/>
                    <a:pt x="7" y="0"/>
                    <a:pt x="20" y="0"/>
                  </a:cubicBezTo>
                  <a:cubicBezTo>
                    <a:pt x="28" y="0"/>
                    <a:pt x="30" y="7"/>
                    <a:pt x="29" y="26"/>
                  </a:cubicBezTo>
                  <a:cubicBezTo>
                    <a:pt x="26" y="56"/>
                    <a:pt x="12" y="64"/>
                    <a:pt x="6" y="3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1" name="Freeform 63"/>
            <p:cNvSpPr>
              <a:spLocks/>
            </p:cNvSpPr>
            <p:nvPr/>
          </p:nvSpPr>
          <p:spPr bwMode="auto">
            <a:xfrm>
              <a:off x="6297613" y="552450"/>
              <a:ext cx="36513" cy="55562"/>
            </a:xfrm>
            <a:custGeom>
              <a:avLst/>
              <a:gdLst/>
              <a:ahLst/>
              <a:cxnLst>
                <a:cxn ang="0">
                  <a:pos x="4" y="17"/>
                </a:cxn>
                <a:cxn ang="0">
                  <a:pos x="13" y="0"/>
                </a:cxn>
                <a:cxn ang="0">
                  <a:pos x="18" y="27"/>
                </a:cxn>
                <a:cxn ang="0">
                  <a:pos x="4" y="17"/>
                </a:cxn>
              </a:cxnLst>
              <a:rect l="0" t="0" r="r" b="b"/>
              <a:pathLst>
                <a:path w="26" h="40">
                  <a:moveTo>
                    <a:pt x="4" y="17"/>
                  </a:moveTo>
                  <a:cubicBezTo>
                    <a:pt x="6" y="8"/>
                    <a:pt x="10" y="0"/>
                    <a:pt x="13" y="0"/>
                  </a:cubicBezTo>
                  <a:cubicBezTo>
                    <a:pt x="23" y="0"/>
                    <a:pt x="26" y="19"/>
                    <a:pt x="18" y="27"/>
                  </a:cubicBezTo>
                  <a:cubicBezTo>
                    <a:pt x="5" y="40"/>
                    <a:pt x="0" y="36"/>
                    <a:pt x="4" y="1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2" name="Freeform 64"/>
            <p:cNvSpPr>
              <a:spLocks/>
            </p:cNvSpPr>
            <p:nvPr/>
          </p:nvSpPr>
          <p:spPr bwMode="auto">
            <a:xfrm>
              <a:off x="6335713" y="492125"/>
              <a:ext cx="47625" cy="50800"/>
            </a:xfrm>
            <a:custGeom>
              <a:avLst/>
              <a:gdLst/>
              <a:ahLst/>
              <a:cxnLst>
                <a:cxn ang="0">
                  <a:pos x="7" y="25"/>
                </a:cxn>
                <a:cxn ang="0">
                  <a:pos x="10" y="15"/>
                </a:cxn>
                <a:cxn ang="0">
                  <a:pos x="22" y="6"/>
                </a:cxn>
                <a:cxn ang="0">
                  <a:pos x="28" y="7"/>
                </a:cxn>
                <a:cxn ang="0">
                  <a:pos x="22" y="36"/>
                </a:cxn>
                <a:cxn ang="0">
                  <a:pos x="7" y="25"/>
                </a:cxn>
              </a:cxnLst>
              <a:rect l="0" t="0" r="r" b="b"/>
              <a:pathLst>
                <a:path w="35" h="36">
                  <a:moveTo>
                    <a:pt x="7" y="25"/>
                  </a:moveTo>
                  <a:cubicBezTo>
                    <a:pt x="0" y="17"/>
                    <a:pt x="0" y="15"/>
                    <a:pt x="10" y="15"/>
                  </a:cubicBezTo>
                  <a:cubicBezTo>
                    <a:pt x="16" y="15"/>
                    <a:pt x="21" y="11"/>
                    <a:pt x="22" y="6"/>
                  </a:cubicBezTo>
                  <a:cubicBezTo>
                    <a:pt x="22" y="0"/>
                    <a:pt x="24" y="0"/>
                    <a:pt x="28" y="7"/>
                  </a:cubicBezTo>
                  <a:cubicBezTo>
                    <a:pt x="35" y="17"/>
                    <a:pt x="31" y="36"/>
                    <a:pt x="22" y="36"/>
                  </a:cubicBezTo>
                  <a:cubicBezTo>
                    <a:pt x="19" y="36"/>
                    <a:pt x="12" y="31"/>
                    <a:pt x="7" y="2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3" name="Freeform 65"/>
            <p:cNvSpPr>
              <a:spLocks/>
            </p:cNvSpPr>
            <p:nvPr/>
          </p:nvSpPr>
          <p:spPr bwMode="auto">
            <a:xfrm>
              <a:off x="6680200" y="354013"/>
              <a:ext cx="34925" cy="42862"/>
            </a:xfrm>
            <a:custGeom>
              <a:avLst/>
              <a:gdLst/>
              <a:ahLst/>
              <a:cxnLst>
                <a:cxn ang="0">
                  <a:pos x="6" y="20"/>
                </a:cxn>
                <a:cxn ang="0">
                  <a:pos x="18" y="8"/>
                </a:cxn>
                <a:cxn ang="0">
                  <a:pos x="19" y="23"/>
                </a:cxn>
                <a:cxn ang="0">
                  <a:pos x="6" y="20"/>
                </a:cxn>
              </a:cxnLst>
              <a:rect l="0" t="0" r="r" b="b"/>
              <a:pathLst>
                <a:path w="26" h="30">
                  <a:moveTo>
                    <a:pt x="6" y="20"/>
                  </a:moveTo>
                  <a:cubicBezTo>
                    <a:pt x="0" y="4"/>
                    <a:pt x="4" y="0"/>
                    <a:pt x="18" y="8"/>
                  </a:cubicBezTo>
                  <a:cubicBezTo>
                    <a:pt x="26" y="13"/>
                    <a:pt x="26" y="16"/>
                    <a:pt x="19" y="23"/>
                  </a:cubicBezTo>
                  <a:cubicBezTo>
                    <a:pt x="13" y="30"/>
                    <a:pt x="10" y="29"/>
                    <a:pt x="6" y="2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aphicFrame>
        <p:nvGraphicFramePr>
          <p:cNvPr id="131" name="Chart 130"/>
          <p:cNvGraphicFramePr/>
          <p:nvPr/>
        </p:nvGraphicFramePr>
        <p:xfrm>
          <a:off x="533400" y="2265363"/>
          <a:ext cx="4098925" cy="2462097"/>
        </p:xfrm>
        <a:graphic>
          <a:graphicData uri="http://schemas.openxmlformats.org/drawingml/2006/chart">
            <c:chart xmlns:c="http://schemas.openxmlformats.org/drawingml/2006/chart" xmlns:r="http://schemas.openxmlformats.org/officeDocument/2006/relationships" r:id="rId3"/>
          </a:graphicData>
        </a:graphic>
      </p:graphicFrame>
      <p:sp>
        <p:nvSpPr>
          <p:cNvPr id="134" name="TextBox 133"/>
          <p:cNvSpPr txBox="1"/>
          <p:nvPr/>
        </p:nvSpPr>
        <p:spPr>
          <a:xfrm>
            <a:off x="682252" y="1219200"/>
            <a:ext cx="3889748" cy="769441"/>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which don't look even slightly believable </a:t>
            </a: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30"/>
                                        </p:tgtEl>
                                        <p:attrNameLst>
                                          <p:attrName>style.visibility</p:attrName>
                                        </p:attrNameLst>
                                      </p:cBhvr>
                                      <p:to>
                                        <p:strVal val="visible"/>
                                      </p:to>
                                    </p:set>
                                    <p:anim calcmode="lin" valueType="num">
                                      <p:cBhvr>
                                        <p:cTn id="7" dur="500" fill="hold"/>
                                        <p:tgtEl>
                                          <p:spTgt spid="130"/>
                                        </p:tgtEl>
                                        <p:attrNameLst>
                                          <p:attrName>ppt_w</p:attrName>
                                        </p:attrNameLst>
                                      </p:cBhvr>
                                      <p:tavLst>
                                        <p:tav tm="0">
                                          <p:val>
                                            <p:fltVal val="0"/>
                                          </p:val>
                                        </p:tav>
                                        <p:tav tm="100000">
                                          <p:val>
                                            <p:strVal val="#ppt_w"/>
                                          </p:val>
                                        </p:tav>
                                      </p:tavLst>
                                    </p:anim>
                                    <p:anim calcmode="lin" valueType="num">
                                      <p:cBhvr>
                                        <p:cTn id="8" dur="500" fill="hold"/>
                                        <p:tgtEl>
                                          <p:spTgt spid="130"/>
                                        </p:tgtEl>
                                        <p:attrNameLst>
                                          <p:attrName>ppt_h</p:attrName>
                                        </p:attrNameLst>
                                      </p:cBhvr>
                                      <p:tavLst>
                                        <p:tav tm="0">
                                          <p:val>
                                            <p:fltVal val="0"/>
                                          </p:val>
                                        </p:tav>
                                        <p:tav tm="100000">
                                          <p:val>
                                            <p:strVal val="#ppt_h"/>
                                          </p:val>
                                        </p:tav>
                                      </p:tavLst>
                                    </p:anim>
                                    <p:animEffect transition="in" filter="fade">
                                      <p:cBhvr>
                                        <p:cTn id="9" dur="500"/>
                                        <p:tgtEl>
                                          <p:spTgt spid="130"/>
                                        </p:tgtEl>
                                      </p:cBhvr>
                                    </p:animEffect>
                                  </p:childTnLst>
                                </p:cTn>
                              </p:par>
                            </p:childTnLst>
                          </p:cTn>
                        </p:par>
                        <p:par>
                          <p:cTn id="10" fill="hold">
                            <p:stCondLst>
                              <p:cond delay="500"/>
                            </p:stCondLst>
                            <p:childTnLst>
                              <p:par>
                                <p:cTn id="11" presetID="12" presetClass="entr" presetSubtype="4" fill="hold" nodeType="afterEffect">
                                  <p:stCondLst>
                                    <p:cond delay="0"/>
                                  </p:stCondLst>
                                  <p:childTnLst>
                                    <p:set>
                                      <p:cBhvr>
                                        <p:cTn id="12" dur="1" fill="hold">
                                          <p:stCondLst>
                                            <p:cond delay="0"/>
                                          </p:stCondLst>
                                        </p:cTn>
                                        <p:tgtEl>
                                          <p:spTgt spid="134"/>
                                        </p:tgtEl>
                                        <p:attrNameLst>
                                          <p:attrName>style.visibility</p:attrName>
                                        </p:attrNameLst>
                                      </p:cBhvr>
                                      <p:to>
                                        <p:strVal val="visible"/>
                                      </p:to>
                                    </p:set>
                                    <p:animEffect transition="in" filter="slide(fromBottom)">
                                      <p:cBhvr>
                                        <p:cTn id="13" dur="500"/>
                                        <p:tgtEl>
                                          <p:spTgt spid="134"/>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131">
                                            <p:graphicEl>
                                              <a:chart seriesIdx="-3" categoryIdx="-3" bldStep="gridLegend"/>
                                            </p:graphicEl>
                                          </p:spTgt>
                                        </p:tgtEl>
                                        <p:attrNameLst>
                                          <p:attrName>style.visibility</p:attrName>
                                        </p:attrNameLst>
                                      </p:cBhvr>
                                      <p:to>
                                        <p:strVal val="visible"/>
                                      </p:to>
                                    </p:set>
                                    <p:animEffect transition="in" filter="wipe(down)">
                                      <p:cBhvr>
                                        <p:cTn id="17" dur="1000"/>
                                        <p:tgtEl>
                                          <p:spTgt spid="131">
                                            <p:graphicEl>
                                              <a:chart seriesIdx="-3" categoryIdx="-3" bldStep="gridLegend"/>
                                            </p:graphicEl>
                                          </p:spTgt>
                                        </p:tgtEl>
                                      </p:cBhvr>
                                    </p:animEffect>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131">
                                            <p:graphicEl>
                                              <a:chart seriesIdx="-4" categoryIdx="0" bldStep="category"/>
                                            </p:graphicEl>
                                          </p:spTgt>
                                        </p:tgtEl>
                                        <p:attrNameLst>
                                          <p:attrName>style.visibility</p:attrName>
                                        </p:attrNameLst>
                                      </p:cBhvr>
                                      <p:to>
                                        <p:strVal val="visible"/>
                                      </p:to>
                                    </p:set>
                                    <p:animEffect transition="in" filter="wipe(down)">
                                      <p:cBhvr>
                                        <p:cTn id="21" dur="1000"/>
                                        <p:tgtEl>
                                          <p:spTgt spid="131">
                                            <p:graphicEl>
                                              <a:chart seriesIdx="-4" categoryIdx="0" bldStep="category"/>
                                            </p:graphicEl>
                                          </p:spTgt>
                                        </p:tgtEl>
                                      </p:cBhvr>
                                    </p:animEffect>
                                  </p:childTnLst>
                                </p:cTn>
                              </p:par>
                            </p:childTnLst>
                          </p:cTn>
                        </p:par>
                        <p:par>
                          <p:cTn id="22" fill="hold">
                            <p:stCondLst>
                              <p:cond delay="3000"/>
                            </p:stCondLst>
                            <p:childTnLst>
                              <p:par>
                                <p:cTn id="23" presetID="22" presetClass="entr" presetSubtype="4" fill="hold" grpId="0" nodeType="afterEffect">
                                  <p:stCondLst>
                                    <p:cond delay="0"/>
                                  </p:stCondLst>
                                  <p:childTnLst>
                                    <p:set>
                                      <p:cBhvr>
                                        <p:cTn id="24" dur="1" fill="hold">
                                          <p:stCondLst>
                                            <p:cond delay="0"/>
                                          </p:stCondLst>
                                        </p:cTn>
                                        <p:tgtEl>
                                          <p:spTgt spid="131">
                                            <p:graphicEl>
                                              <a:chart seriesIdx="-4" categoryIdx="1" bldStep="category"/>
                                            </p:graphicEl>
                                          </p:spTgt>
                                        </p:tgtEl>
                                        <p:attrNameLst>
                                          <p:attrName>style.visibility</p:attrName>
                                        </p:attrNameLst>
                                      </p:cBhvr>
                                      <p:to>
                                        <p:strVal val="visible"/>
                                      </p:to>
                                    </p:set>
                                    <p:animEffect transition="in" filter="wipe(down)">
                                      <p:cBhvr>
                                        <p:cTn id="25" dur="1000"/>
                                        <p:tgtEl>
                                          <p:spTgt spid="131">
                                            <p:graphicEl>
                                              <a:chart seriesIdx="-4" categoryIdx="1" bldStep="category"/>
                                            </p:graphicEl>
                                          </p:spTgt>
                                        </p:tgtEl>
                                      </p:cBhvr>
                                    </p:animEffect>
                                  </p:childTnLst>
                                </p:cTn>
                              </p:par>
                            </p:childTnLst>
                          </p:cTn>
                        </p:par>
                        <p:par>
                          <p:cTn id="26" fill="hold">
                            <p:stCondLst>
                              <p:cond delay="4000"/>
                            </p:stCondLst>
                            <p:childTnLst>
                              <p:par>
                                <p:cTn id="27" presetID="22" presetClass="entr" presetSubtype="4" fill="hold" grpId="0" nodeType="afterEffect">
                                  <p:stCondLst>
                                    <p:cond delay="0"/>
                                  </p:stCondLst>
                                  <p:childTnLst>
                                    <p:set>
                                      <p:cBhvr>
                                        <p:cTn id="28" dur="1" fill="hold">
                                          <p:stCondLst>
                                            <p:cond delay="0"/>
                                          </p:stCondLst>
                                        </p:cTn>
                                        <p:tgtEl>
                                          <p:spTgt spid="131">
                                            <p:graphicEl>
                                              <a:chart seriesIdx="-4" categoryIdx="2" bldStep="category"/>
                                            </p:graphicEl>
                                          </p:spTgt>
                                        </p:tgtEl>
                                        <p:attrNameLst>
                                          <p:attrName>style.visibility</p:attrName>
                                        </p:attrNameLst>
                                      </p:cBhvr>
                                      <p:to>
                                        <p:strVal val="visible"/>
                                      </p:to>
                                    </p:set>
                                    <p:animEffect transition="in" filter="wipe(down)">
                                      <p:cBhvr>
                                        <p:cTn id="29" dur="1000"/>
                                        <p:tgtEl>
                                          <p:spTgt spid="131">
                                            <p:graphicEl>
                                              <a:chart seriesIdx="-4" categoryIdx="2" bldStep="category"/>
                                            </p:graphicEl>
                                          </p:spTgt>
                                        </p:tgtEl>
                                      </p:cBhvr>
                                    </p:animEffect>
                                  </p:childTnLst>
                                </p:cTn>
                              </p:par>
                            </p:childTnLst>
                          </p:cTn>
                        </p:par>
                        <p:par>
                          <p:cTn id="30" fill="hold">
                            <p:stCondLst>
                              <p:cond delay="5000"/>
                            </p:stCondLst>
                            <p:childTnLst>
                              <p:par>
                                <p:cTn id="31" presetID="22" presetClass="entr" presetSubtype="4" fill="hold" grpId="0" nodeType="afterEffect">
                                  <p:stCondLst>
                                    <p:cond delay="0"/>
                                  </p:stCondLst>
                                  <p:childTnLst>
                                    <p:set>
                                      <p:cBhvr>
                                        <p:cTn id="32" dur="1" fill="hold">
                                          <p:stCondLst>
                                            <p:cond delay="0"/>
                                          </p:stCondLst>
                                        </p:cTn>
                                        <p:tgtEl>
                                          <p:spTgt spid="131">
                                            <p:graphicEl>
                                              <a:chart seriesIdx="-4" categoryIdx="3" bldStep="category"/>
                                            </p:graphicEl>
                                          </p:spTgt>
                                        </p:tgtEl>
                                        <p:attrNameLst>
                                          <p:attrName>style.visibility</p:attrName>
                                        </p:attrNameLst>
                                      </p:cBhvr>
                                      <p:to>
                                        <p:strVal val="visible"/>
                                      </p:to>
                                    </p:set>
                                    <p:animEffect transition="in" filter="wipe(down)">
                                      <p:cBhvr>
                                        <p:cTn id="33" dur="1000"/>
                                        <p:tgtEl>
                                          <p:spTgt spid="131">
                                            <p:graphicEl>
                                              <a:chart seriesIdx="-4" categoryIdx="3" bldStep="category"/>
                                            </p:graphicEl>
                                          </p:spTgt>
                                        </p:tgtEl>
                                      </p:cBhvr>
                                    </p:animEffect>
                                  </p:childTnLst>
                                </p:cTn>
                              </p:par>
                            </p:childTnLst>
                          </p:cTn>
                        </p:par>
                        <p:par>
                          <p:cTn id="34" fill="hold">
                            <p:stCondLst>
                              <p:cond delay="6000"/>
                            </p:stCondLst>
                            <p:childTnLst>
                              <p:par>
                                <p:cTn id="35" presetID="22" presetClass="entr" presetSubtype="4" fill="hold" grpId="0" nodeType="afterEffect">
                                  <p:stCondLst>
                                    <p:cond delay="0"/>
                                  </p:stCondLst>
                                  <p:childTnLst>
                                    <p:set>
                                      <p:cBhvr>
                                        <p:cTn id="36" dur="1" fill="hold">
                                          <p:stCondLst>
                                            <p:cond delay="0"/>
                                          </p:stCondLst>
                                        </p:cTn>
                                        <p:tgtEl>
                                          <p:spTgt spid="131">
                                            <p:graphicEl>
                                              <a:chart seriesIdx="-4" categoryIdx="4" bldStep="category"/>
                                            </p:graphicEl>
                                          </p:spTgt>
                                        </p:tgtEl>
                                        <p:attrNameLst>
                                          <p:attrName>style.visibility</p:attrName>
                                        </p:attrNameLst>
                                      </p:cBhvr>
                                      <p:to>
                                        <p:strVal val="visible"/>
                                      </p:to>
                                    </p:set>
                                    <p:animEffect transition="in" filter="wipe(down)">
                                      <p:cBhvr>
                                        <p:cTn id="37" dur="1000"/>
                                        <p:tgtEl>
                                          <p:spTgt spid="131">
                                            <p:graphicEl>
                                              <a:chart seriesIdx="-4" categoryIdx="4" bldStep="category"/>
                                            </p:graphicEl>
                                          </p:spTgt>
                                        </p:tgtEl>
                                      </p:cBhvr>
                                    </p:animEffect>
                                  </p:childTnLst>
                                </p:cTn>
                              </p:par>
                            </p:childTnLst>
                          </p:cTn>
                        </p:par>
                        <p:par>
                          <p:cTn id="38" fill="hold">
                            <p:stCondLst>
                              <p:cond delay="7000"/>
                            </p:stCondLst>
                            <p:childTnLst>
                              <p:par>
                                <p:cTn id="39" presetID="22" presetClass="entr" presetSubtype="4" fill="hold" grpId="0" nodeType="afterEffect">
                                  <p:stCondLst>
                                    <p:cond delay="0"/>
                                  </p:stCondLst>
                                  <p:childTnLst>
                                    <p:set>
                                      <p:cBhvr>
                                        <p:cTn id="40" dur="1" fill="hold">
                                          <p:stCondLst>
                                            <p:cond delay="0"/>
                                          </p:stCondLst>
                                        </p:cTn>
                                        <p:tgtEl>
                                          <p:spTgt spid="131">
                                            <p:graphicEl>
                                              <a:chart seriesIdx="-4" categoryIdx="5" bldStep="category"/>
                                            </p:graphicEl>
                                          </p:spTgt>
                                        </p:tgtEl>
                                        <p:attrNameLst>
                                          <p:attrName>style.visibility</p:attrName>
                                        </p:attrNameLst>
                                      </p:cBhvr>
                                      <p:to>
                                        <p:strVal val="visible"/>
                                      </p:to>
                                    </p:set>
                                    <p:animEffect transition="in" filter="wipe(down)">
                                      <p:cBhvr>
                                        <p:cTn id="41" dur="1000"/>
                                        <p:tgtEl>
                                          <p:spTgt spid="131">
                                            <p:graphicEl>
                                              <a:chart seriesIdx="-4" categoryIdx="5"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1" grpId="0">
        <p:bldSub>
          <a:bldChart bld="category"/>
        </p:bldSub>
      </p:bldGraphic>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Asia Map Infographic</a:t>
            </a:r>
            <a:endParaRPr lang="en-US" dirty="0"/>
          </a:p>
        </p:txBody>
      </p:sp>
      <p:sp>
        <p:nvSpPr>
          <p:cNvPr id="174" name="Text Placeholder 173"/>
          <p:cNvSpPr>
            <a:spLocks noGrp="1"/>
          </p:cNvSpPr>
          <p:nvPr>
            <p:ph type="body" sz="half" idx="2"/>
          </p:nvPr>
        </p:nvSpPr>
        <p:spPr/>
        <p:txBody>
          <a:bodyPr/>
          <a:lstStyle/>
          <a:p>
            <a:r>
              <a:rPr lang="en-US"/>
              <a:t>World Map Infographic</a:t>
            </a:r>
            <a:endParaRPr lang="en-US" dirty="0"/>
          </a:p>
        </p:txBody>
      </p:sp>
      <p:sp>
        <p:nvSpPr>
          <p:cNvPr id="97" name="Slide Number Placeholder 96"/>
          <p:cNvSpPr>
            <a:spLocks noGrp="1"/>
          </p:cNvSpPr>
          <p:nvPr>
            <p:ph type="sldNum" sz="quarter" idx="12"/>
          </p:nvPr>
        </p:nvSpPr>
        <p:spPr/>
        <p:txBody>
          <a:bodyPr/>
          <a:lstStyle/>
          <a:p>
            <a:fld id="{C136B7D2-B98C-44FD-8D04-7EC62A564975}" type="slidenum">
              <a:rPr lang="en-US" smtClean="0"/>
              <a:pPr/>
              <a:t>324</a:t>
            </a:fld>
            <a:endParaRPr lang="en-US" dirty="0"/>
          </a:p>
        </p:txBody>
      </p:sp>
      <p:grpSp>
        <p:nvGrpSpPr>
          <p:cNvPr id="505" name="Group 504"/>
          <p:cNvGrpSpPr/>
          <p:nvPr/>
        </p:nvGrpSpPr>
        <p:grpSpPr>
          <a:xfrm>
            <a:off x="601395" y="1238128"/>
            <a:ext cx="4656405" cy="3086222"/>
            <a:chOff x="2206625" y="1096963"/>
            <a:chExt cx="5597525" cy="3709987"/>
          </a:xfrm>
          <a:solidFill>
            <a:schemeClr val="tx1">
              <a:lumMod val="10000"/>
              <a:lumOff val="90000"/>
            </a:schemeClr>
          </a:solidFill>
        </p:grpSpPr>
        <p:grpSp>
          <p:nvGrpSpPr>
            <p:cNvPr id="3277" name="Group 205"/>
            <p:cNvGrpSpPr>
              <a:grpSpLocks/>
            </p:cNvGrpSpPr>
            <p:nvPr/>
          </p:nvGrpSpPr>
          <p:grpSpPr bwMode="auto">
            <a:xfrm>
              <a:off x="2224088" y="1096963"/>
              <a:ext cx="4314825" cy="3709987"/>
              <a:chOff x="1401" y="691"/>
              <a:chExt cx="2718" cy="2337"/>
            </a:xfrm>
            <a:grpFill/>
          </p:grpSpPr>
          <p:sp>
            <p:nvSpPr>
              <p:cNvPr id="3077" name="Freeform 5"/>
              <p:cNvSpPr>
                <a:spLocks/>
              </p:cNvSpPr>
              <p:nvPr/>
            </p:nvSpPr>
            <p:spPr bwMode="auto">
              <a:xfrm>
                <a:off x="3025" y="2161"/>
                <a:ext cx="156" cy="377"/>
              </a:xfrm>
              <a:custGeom>
                <a:avLst/>
                <a:gdLst/>
                <a:ahLst/>
                <a:cxnLst>
                  <a:cxn ang="0">
                    <a:pos x="154" y="270"/>
                  </a:cxn>
                  <a:cxn ang="0">
                    <a:pos x="154" y="279"/>
                  </a:cxn>
                  <a:cxn ang="0">
                    <a:pos x="152" y="294"/>
                  </a:cxn>
                  <a:cxn ang="0">
                    <a:pos x="140" y="310"/>
                  </a:cxn>
                  <a:cxn ang="0">
                    <a:pos x="126" y="320"/>
                  </a:cxn>
                  <a:cxn ang="0">
                    <a:pos x="111" y="329"/>
                  </a:cxn>
                  <a:cxn ang="0">
                    <a:pos x="100" y="334"/>
                  </a:cxn>
                  <a:cxn ang="0">
                    <a:pos x="92" y="350"/>
                  </a:cxn>
                  <a:cxn ang="0">
                    <a:pos x="76" y="360"/>
                  </a:cxn>
                  <a:cxn ang="0">
                    <a:pos x="64" y="374"/>
                  </a:cxn>
                  <a:cxn ang="0">
                    <a:pos x="55" y="365"/>
                  </a:cxn>
                  <a:cxn ang="0">
                    <a:pos x="59" y="341"/>
                  </a:cxn>
                  <a:cxn ang="0">
                    <a:pos x="50" y="339"/>
                  </a:cxn>
                  <a:cxn ang="0">
                    <a:pos x="55" y="327"/>
                  </a:cxn>
                  <a:cxn ang="0">
                    <a:pos x="66" y="317"/>
                  </a:cxn>
                  <a:cxn ang="0">
                    <a:pos x="83" y="320"/>
                  </a:cxn>
                  <a:cxn ang="0">
                    <a:pos x="78" y="301"/>
                  </a:cxn>
                  <a:cxn ang="0">
                    <a:pos x="90" y="298"/>
                  </a:cxn>
                  <a:cxn ang="0">
                    <a:pos x="102" y="286"/>
                  </a:cxn>
                  <a:cxn ang="0">
                    <a:pos x="116" y="275"/>
                  </a:cxn>
                  <a:cxn ang="0">
                    <a:pos x="116" y="251"/>
                  </a:cxn>
                  <a:cxn ang="0">
                    <a:pos x="111" y="232"/>
                  </a:cxn>
                  <a:cxn ang="0">
                    <a:pos x="116" y="213"/>
                  </a:cxn>
                  <a:cxn ang="0">
                    <a:pos x="109" y="196"/>
                  </a:cxn>
                  <a:cxn ang="0">
                    <a:pos x="107" y="182"/>
                  </a:cxn>
                  <a:cxn ang="0">
                    <a:pos x="95" y="173"/>
                  </a:cxn>
                  <a:cxn ang="0">
                    <a:pos x="85" y="156"/>
                  </a:cxn>
                  <a:cxn ang="0">
                    <a:pos x="73" y="140"/>
                  </a:cxn>
                  <a:cxn ang="0">
                    <a:pos x="62" y="125"/>
                  </a:cxn>
                  <a:cxn ang="0">
                    <a:pos x="52" y="113"/>
                  </a:cxn>
                  <a:cxn ang="0">
                    <a:pos x="38" y="104"/>
                  </a:cxn>
                  <a:cxn ang="0">
                    <a:pos x="47" y="94"/>
                  </a:cxn>
                  <a:cxn ang="0">
                    <a:pos x="57" y="83"/>
                  </a:cxn>
                  <a:cxn ang="0">
                    <a:pos x="50" y="73"/>
                  </a:cxn>
                  <a:cxn ang="0">
                    <a:pos x="40" y="64"/>
                  </a:cxn>
                  <a:cxn ang="0">
                    <a:pos x="24" y="64"/>
                  </a:cxn>
                  <a:cxn ang="0">
                    <a:pos x="14" y="49"/>
                  </a:cxn>
                  <a:cxn ang="0">
                    <a:pos x="10" y="40"/>
                  </a:cxn>
                  <a:cxn ang="0">
                    <a:pos x="0" y="23"/>
                  </a:cxn>
                  <a:cxn ang="0">
                    <a:pos x="14" y="19"/>
                  </a:cxn>
                  <a:cxn ang="0">
                    <a:pos x="26" y="14"/>
                  </a:cxn>
                  <a:cxn ang="0">
                    <a:pos x="38" y="23"/>
                  </a:cxn>
                  <a:cxn ang="0">
                    <a:pos x="50" y="14"/>
                  </a:cxn>
                  <a:cxn ang="0">
                    <a:pos x="66" y="2"/>
                  </a:cxn>
                  <a:cxn ang="0">
                    <a:pos x="78" y="12"/>
                  </a:cxn>
                  <a:cxn ang="0">
                    <a:pos x="95" y="14"/>
                  </a:cxn>
                  <a:cxn ang="0">
                    <a:pos x="95" y="31"/>
                  </a:cxn>
                  <a:cxn ang="0">
                    <a:pos x="109" y="42"/>
                  </a:cxn>
                  <a:cxn ang="0">
                    <a:pos x="123" y="47"/>
                  </a:cxn>
                  <a:cxn ang="0">
                    <a:pos x="116" y="57"/>
                  </a:cxn>
                  <a:cxn ang="0">
                    <a:pos x="107" y="68"/>
                  </a:cxn>
                  <a:cxn ang="0">
                    <a:pos x="95" y="76"/>
                  </a:cxn>
                  <a:cxn ang="0">
                    <a:pos x="83" y="87"/>
                  </a:cxn>
                  <a:cxn ang="0">
                    <a:pos x="76" y="109"/>
                  </a:cxn>
                  <a:cxn ang="0">
                    <a:pos x="81" y="125"/>
                  </a:cxn>
                  <a:cxn ang="0">
                    <a:pos x="92" y="137"/>
                  </a:cxn>
                  <a:cxn ang="0">
                    <a:pos x="102" y="154"/>
                  </a:cxn>
                  <a:cxn ang="0">
                    <a:pos x="114" y="170"/>
                  </a:cxn>
                  <a:cxn ang="0">
                    <a:pos x="128" y="182"/>
                  </a:cxn>
                  <a:cxn ang="0">
                    <a:pos x="137" y="196"/>
                  </a:cxn>
                  <a:cxn ang="0">
                    <a:pos x="144" y="213"/>
                  </a:cxn>
                  <a:cxn ang="0">
                    <a:pos x="149" y="234"/>
                  </a:cxn>
                </a:cxnLst>
                <a:rect l="0" t="0" r="r" b="b"/>
                <a:pathLst>
                  <a:path w="156" h="377">
                    <a:moveTo>
                      <a:pt x="154" y="249"/>
                    </a:moveTo>
                    <a:lnTo>
                      <a:pt x="154" y="251"/>
                    </a:lnTo>
                    <a:lnTo>
                      <a:pt x="154" y="251"/>
                    </a:lnTo>
                    <a:lnTo>
                      <a:pt x="154" y="251"/>
                    </a:lnTo>
                    <a:lnTo>
                      <a:pt x="154" y="253"/>
                    </a:lnTo>
                    <a:lnTo>
                      <a:pt x="154" y="253"/>
                    </a:lnTo>
                    <a:lnTo>
                      <a:pt x="154" y="256"/>
                    </a:lnTo>
                    <a:lnTo>
                      <a:pt x="154" y="256"/>
                    </a:lnTo>
                    <a:lnTo>
                      <a:pt x="154" y="258"/>
                    </a:lnTo>
                    <a:lnTo>
                      <a:pt x="154" y="258"/>
                    </a:lnTo>
                    <a:lnTo>
                      <a:pt x="154" y="260"/>
                    </a:lnTo>
                    <a:lnTo>
                      <a:pt x="154" y="260"/>
                    </a:lnTo>
                    <a:lnTo>
                      <a:pt x="154" y="260"/>
                    </a:lnTo>
                    <a:lnTo>
                      <a:pt x="154" y="260"/>
                    </a:lnTo>
                    <a:lnTo>
                      <a:pt x="154" y="263"/>
                    </a:lnTo>
                    <a:lnTo>
                      <a:pt x="154" y="263"/>
                    </a:lnTo>
                    <a:lnTo>
                      <a:pt x="154" y="263"/>
                    </a:lnTo>
                    <a:lnTo>
                      <a:pt x="156" y="263"/>
                    </a:lnTo>
                    <a:lnTo>
                      <a:pt x="156" y="265"/>
                    </a:lnTo>
                    <a:lnTo>
                      <a:pt x="156" y="265"/>
                    </a:lnTo>
                    <a:lnTo>
                      <a:pt x="156" y="265"/>
                    </a:lnTo>
                    <a:lnTo>
                      <a:pt x="156" y="267"/>
                    </a:lnTo>
                    <a:lnTo>
                      <a:pt x="156" y="267"/>
                    </a:lnTo>
                    <a:lnTo>
                      <a:pt x="156" y="267"/>
                    </a:lnTo>
                    <a:lnTo>
                      <a:pt x="154" y="267"/>
                    </a:lnTo>
                    <a:lnTo>
                      <a:pt x="154" y="270"/>
                    </a:lnTo>
                    <a:lnTo>
                      <a:pt x="154" y="270"/>
                    </a:lnTo>
                    <a:lnTo>
                      <a:pt x="154" y="270"/>
                    </a:lnTo>
                    <a:lnTo>
                      <a:pt x="154" y="270"/>
                    </a:lnTo>
                    <a:lnTo>
                      <a:pt x="154" y="272"/>
                    </a:lnTo>
                    <a:lnTo>
                      <a:pt x="156" y="272"/>
                    </a:lnTo>
                    <a:lnTo>
                      <a:pt x="156" y="272"/>
                    </a:lnTo>
                    <a:lnTo>
                      <a:pt x="156" y="272"/>
                    </a:lnTo>
                    <a:lnTo>
                      <a:pt x="156" y="272"/>
                    </a:lnTo>
                    <a:lnTo>
                      <a:pt x="156" y="272"/>
                    </a:lnTo>
                    <a:lnTo>
                      <a:pt x="156" y="275"/>
                    </a:lnTo>
                    <a:lnTo>
                      <a:pt x="156" y="275"/>
                    </a:lnTo>
                    <a:lnTo>
                      <a:pt x="154" y="275"/>
                    </a:lnTo>
                    <a:lnTo>
                      <a:pt x="154" y="275"/>
                    </a:lnTo>
                    <a:lnTo>
                      <a:pt x="154" y="275"/>
                    </a:lnTo>
                    <a:lnTo>
                      <a:pt x="154" y="275"/>
                    </a:lnTo>
                    <a:lnTo>
                      <a:pt x="152" y="275"/>
                    </a:lnTo>
                    <a:lnTo>
                      <a:pt x="152" y="272"/>
                    </a:lnTo>
                    <a:lnTo>
                      <a:pt x="152" y="272"/>
                    </a:lnTo>
                    <a:lnTo>
                      <a:pt x="152" y="275"/>
                    </a:lnTo>
                    <a:lnTo>
                      <a:pt x="152" y="275"/>
                    </a:lnTo>
                    <a:lnTo>
                      <a:pt x="152" y="275"/>
                    </a:lnTo>
                    <a:lnTo>
                      <a:pt x="152" y="277"/>
                    </a:lnTo>
                    <a:lnTo>
                      <a:pt x="154" y="277"/>
                    </a:lnTo>
                    <a:lnTo>
                      <a:pt x="154" y="277"/>
                    </a:lnTo>
                    <a:lnTo>
                      <a:pt x="154" y="277"/>
                    </a:lnTo>
                    <a:lnTo>
                      <a:pt x="154" y="277"/>
                    </a:lnTo>
                    <a:lnTo>
                      <a:pt x="154" y="279"/>
                    </a:lnTo>
                    <a:lnTo>
                      <a:pt x="154" y="279"/>
                    </a:lnTo>
                    <a:lnTo>
                      <a:pt x="154" y="279"/>
                    </a:lnTo>
                    <a:lnTo>
                      <a:pt x="154" y="279"/>
                    </a:lnTo>
                    <a:lnTo>
                      <a:pt x="154" y="282"/>
                    </a:lnTo>
                    <a:lnTo>
                      <a:pt x="154" y="282"/>
                    </a:lnTo>
                    <a:lnTo>
                      <a:pt x="154" y="282"/>
                    </a:lnTo>
                    <a:lnTo>
                      <a:pt x="152" y="282"/>
                    </a:lnTo>
                    <a:lnTo>
                      <a:pt x="152" y="282"/>
                    </a:lnTo>
                    <a:lnTo>
                      <a:pt x="152" y="282"/>
                    </a:lnTo>
                    <a:lnTo>
                      <a:pt x="152" y="282"/>
                    </a:lnTo>
                    <a:lnTo>
                      <a:pt x="152" y="282"/>
                    </a:lnTo>
                    <a:lnTo>
                      <a:pt x="154" y="282"/>
                    </a:lnTo>
                    <a:lnTo>
                      <a:pt x="154" y="284"/>
                    </a:lnTo>
                    <a:lnTo>
                      <a:pt x="154" y="284"/>
                    </a:lnTo>
                    <a:lnTo>
                      <a:pt x="154" y="284"/>
                    </a:lnTo>
                    <a:lnTo>
                      <a:pt x="154" y="284"/>
                    </a:lnTo>
                    <a:lnTo>
                      <a:pt x="154" y="286"/>
                    </a:lnTo>
                    <a:lnTo>
                      <a:pt x="152" y="286"/>
                    </a:lnTo>
                    <a:lnTo>
                      <a:pt x="152" y="284"/>
                    </a:lnTo>
                    <a:lnTo>
                      <a:pt x="152" y="284"/>
                    </a:lnTo>
                    <a:lnTo>
                      <a:pt x="152" y="286"/>
                    </a:lnTo>
                    <a:lnTo>
                      <a:pt x="152" y="286"/>
                    </a:lnTo>
                    <a:lnTo>
                      <a:pt x="152" y="289"/>
                    </a:lnTo>
                    <a:lnTo>
                      <a:pt x="152" y="289"/>
                    </a:lnTo>
                    <a:lnTo>
                      <a:pt x="152" y="289"/>
                    </a:lnTo>
                    <a:lnTo>
                      <a:pt x="152" y="291"/>
                    </a:lnTo>
                    <a:lnTo>
                      <a:pt x="152" y="291"/>
                    </a:lnTo>
                    <a:lnTo>
                      <a:pt x="152" y="291"/>
                    </a:lnTo>
                    <a:lnTo>
                      <a:pt x="152" y="294"/>
                    </a:lnTo>
                    <a:lnTo>
                      <a:pt x="152" y="294"/>
                    </a:lnTo>
                    <a:lnTo>
                      <a:pt x="152" y="294"/>
                    </a:lnTo>
                    <a:lnTo>
                      <a:pt x="152" y="296"/>
                    </a:lnTo>
                    <a:lnTo>
                      <a:pt x="152" y="296"/>
                    </a:lnTo>
                    <a:lnTo>
                      <a:pt x="149" y="296"/>
                    </a:lnTo>
                    <a:lnTo>
                      <a:pt x="149" y="298"/>
                    </a:lnTo>
                    <a:lnTo>
                      <a:pt x="149" y="298"/>
                    </a:lnTo>
                    <a:lnTo>
                      <a:pt x="149" y="301"/>
                    </a:lnTo>
                    <a:lnTo>
                      <a:pt x="149" y="301"/>
                    </a:lnTo>
                    <a:lnTo>
                      <a:pt x="149" y="301"/>
                    </a:lnTo>
                    <a:lnTo>
                      <a:pt x="149" y="301"/>
                    </a:lnTo>
                    <a:lnTo>
                      <a:pt x="147" y="301"/>
                    </a:lnTo>
                    <a:lnTo>
                      <a:pt x="147" y="301"/>
                    </a:lnTo>
                    <a:lnTo>
                      <a:pt x="147" y="301"/>
                    </a:lnTo>
                    <a:lnTo>
                      <a:pt x="147" y="303"/>
                    </a:lnTo>
                    <a:lnTo>
                      <a:pt x="147" y="303"/>
                    </a:lnTo>
                    <a:lnTo>
                      <a:pt x="147" y="305"/>
                    </a:lnTo>
                    <a:lnTo>
                      <a:pt x="147" y="305"/>
                    </a:lnTo>
                    <a:lnTo>
                      <a:pt x="147" y="305"/>
                    </a:lnTo>
                    <a:lnTo>
                      <a:pt x="147" y="308"/>
                    </a:lnTo>
                    <a:lnTo>
                      <a:pt x="144" y="308"/>
                    </a:lnTo>
                    <a:lnTo>
                      <a:pt x="144" y="308"/>
                    </a:lnTo>
                    <a:lnTo>
                      <a:pt x="142" y="308"/>
                    </a:lnTo>
                    <a:lnTo>
                      <a:pt x="142" y="308"/>
                    </a:lnTo>
                    <a:lnTo>
                      <a:pt x="142" y="308"/>
                    </a:lnTo>
                    <a:lnTo>
                      <a:pt x="142" y="308"/>
                    </a:lnTo>
                    <a:lnTo>
                      <a:pt x="140" y="308"/>
                    </a:lnTo>
                    <a:lnTo>
                      <a:pt x="140" y="310"/>
                    </a:lnTo>
                    <a:lnTo>
                      <a:pt x="140" y="310"/>
                    </a:lnTo>
                    <a:lnTo>
                      <a:pt x="140" y="310"/>
                    </a:lnTo>
                    <a:lnTo>
                      <a:pt x="140" y="310"/>
                    </a:lnTo>
                    <a:lnTo>
                      <a:pt x="140" y="310"/>
                    </a:lnTo>
                    <a:lnTo>
                      <a:pt x="140" y="310"/>
                    </a:lnTo>
                    <a:lnTo>
                      <a:pt x="137" y="310"/>
                    </a:lnTo>
                    <a:lnTo>
                      <a:pt x="137" y="310"/>
                    </a:lnTo>
                    <a:lnTo>
                      <a:pt x="137" y="310"/>
                    </a:lnTo>
                    <a:lnTo>
                      <a:pt x="135" y="310"/>
                    </a:lnTo>
                    <a:lnTo>
                      <a:pt x="135" y="313"/>
                    </a:lnTo>
                    <a:lnTo>
                      <a:pt x="135" y="313"/>
                    </a:lnTo>
                    <a:lnTo>
                      <a:pt x="135" y="313"/>
                    </a:lnTo>
                    <a:lnTo>
                      <a:pt x="135" y="315"/>
                    </a:lnTo>
                    <a:lnTo>
                      <a:pt x="135" y="315"/>
                    </a:lnTo>
                    <a:lnTo>
                      <a:pt x="133" y="315"/>
                    </a:lnTo>
                    <a:lnTo>
                      <a:pt x="133" y="315"/>
                    </a:lnTo>
                    <a:lnTo>
                      <a:pt x="133" y="315"/>
                    </a:lnTo>
                    <a:lnTo>
                      <a:pt x="133" y="317"/>
                    </a:lnTo>
                    <a:lnTo>
                      <a:pt x="130" y="317"/>
                    </a:lnTo>
                    <a:lnTo>
                      <a:pt x="130" y="317"/>
                    </a:lnTo>
                    <a:lnTo>
                      <a:pt x="130" y="317"/>
                    </a:lnTo>
                    <a:lnTo>
                      <a:pt x="130" y="317"/>
                    </a:lnTo>
                    <a:lnTo>
                      <a:pt x="130" y="317"/>
                    </a:lnTo>
                    <a:lnTo>
                      <a:pt x="128" y="317"/>
                    </a:lnTo>
                    <a:lnTo>
                      <a:pt x="128" y="317"/>
                    </a:lnTo>
                    <a:lnTo>
                      <a:pt x="128" y="317"/>
                    </a:lnTo>
                    <a:lnTo>
                      <a:pt x="128" y="317"/>
                    </a:lnTo>
                    <a:lnTo>
                      <a:pt x="126" y="317"/>
                    </a:lnTo>
                    <a:lnTo>
                      <a:pt x="126" y="320"/>
                    </a:lnTo>
                    <a:lnTo>
                      <a:pt x="126" y="320"/>
                    </a:lnTo>
                    <a:lnTo>
                      <a:pt x="126" y="320"/>
                    </a:lnTo>
                    <a:lnTo>
                      <a:pt x="126" y="320"/>
                    </a:lnTo>
                    <a:lnTo>
                      <a:pt x="126" y="322"/>
                    </a:lnTo>
                    <a:lnTo>
                      <a:pt x="123" y="322"/>
                    </a:lnTo>
                    <a:lnTo>
                      <a:pt x="123" y="322"/>
                    </a:lnTo>
                    <a:lnTo>
                      <a:pt x="123" y="322"/>
                    </a:lnTo>
                    <a:lnTo>
                      <a:pt x="123" y="322"/>
                    </a:lnTo>
                    <a:lnTo>
                      <a:pt x="123" y="322"/>
                    </a:lnTo>
                    <a:lnTo>
                      <a:pt x="121" y="322"/>
                    </a:lnTo>
                    <a:lnTo>
                      <a:pt x="121" y="322"/>
                    </a:lnTo>
                    <a:lnTo>
                      <a:pt x="121" y="322"/>
                    </a:lnTo>
                    <a:lnTo>
                      <a:pt x="121" y="322"/>
                    </a:lnTo>
                    <a:lnTo>
                      <a:pt x="121" y="324"/>
                    </a:lnTo>
                    <a:lnTo>
                      <a:pt x="118" y="324"/>
                    </a:lnTo>
                    <a:lnTo>
                      <a:pt x="118" y="324"/>
                    </a:lnTo>
                    <a:lnTo>
                      <a:pt x="118" y="324"/>
                    </a:lnTo>
                    <a:lnTo>
                      <a:pt x="116" y="324"/>
                    </a:lnTo>
                    <a:lnTo>
                      <a:pt x="116" y="324"/>
                    </a:lnTo>
                    <a:lnTo>
                      <a:pt x="116" y="327"/>
                    </a:lnTo>
                    <a:lnTo>
                      <a:pt x="116" y="327"/>
                    </a:lnTo>
                    <a:lnTo>
                      <a:pt x="116" y="327"/>
                    </a:lnTo>
                    <a:lnTo>
                      <a:pt x="114" y="327"/>
                    </a:lnTo>
                    <a:lnTo>
                      <a:pt x="114" y="329"/>
                    </a:lnTo>
                    <a:lnTo>
                      <a:pt x="114" y="329"/>
                    </a:lnTo>
                    <a:lnTo>
                      <a:pt x="114" y="329"/>
                    </a:lnTo>
                    <a:lnTo>
                      <a:pt x="111" y="329"/>
                    </a:lnTo>
                    <a:lnTo>
                      <a:pt x="111" y="329"/>
                    </a:lnTo>
                    <a:lnTo>
                      <a:pt x="111" y="329"/>
                    </a:lnTo>
                    <a:lnTo>
                      <a:pt x="109" y="329"/>
                    </a:lnTo>
                    <a:lnTo>
                      <a:pt x="109" y="329"/>
                    </a:lnTo>
                    <a:lnTo>
                      <a:pt x="109" y="331"/>
                    </a:lnTo>
                    <a:lnTo>
                      <a:pt x="109" y="331"/>
                    </a:lnTo>
                    <a:lnTo>
                      <a:pt x="107" y="331"/>
                    </a:lnTo>
                    <a:lnTo>
                      <a:pt x="107" y="331"/>
                    </a:lnTo>
                    <a:lnTo>
                      <a:pt x="107" y="331"/>
                    </a:lnTo>
                    <a:lnTo>
                      <a:pt x="107" y="331"/>
                    </a:lnTo>
                    <a:lnTo>
                      <a:pt x="107" y="331"/>
                    </a:lnTo>
                    <a:lnTo>
                      <a:pt x="104" y="331"/>
                    </a:lnTo>
                    <a:lnTo>
                      <a:pt x="104" y="331"/>
                    </a:lnTo>
                    <a:lnTo>
                      <a:pt x="104" y="331"/>
                    </a:lnTo>
                    <a:lnTo>
                      <a:pt x="104" y="331"/>
                    </a:lnTo>
                    <a:lnTo>
                      <a:pt x="104" y="329"/>
                    </a:lnTo>
                    <a:lnTo>
                      <a:pt x="104" y="329"/>
                    </a:lnTo>
                    <a:lnTo>
                      <a:pt x="102" y="329"/>
                    </a:lnTo>
                    <a:lnTo>
                      <a:pt x="102" y="329"/>
                    </a:lnTo>
                    <a:lnTo>
                      <a:pt x="102" y="331"/>
                    </a:lnTo>
                    <a:lnTo>
                      <a:pt x="102" y="331"/>
                    </a:lnTo>
                    <a:lnTo>
                      <a:pt x="102" y="331"/>
                    </a:lnTo>
                    <a:lnTo>
                      <a:pt x="102" y="331"/>
                    </a:lnTo>
                    <a:lnTo>
                      <a:pt x="100" y="331"/>
                    </a:lnTo>
                    <a:lnTo>
                      <a:pt x="100" y="331"/>
                    </a:lnTo>
                    <a:lnTo>
                      <a:pt x="100" y="331"/>
                    </a:lnTo>
                    <a:lnTo>
                      <a:pt x="100" y="331"/>
                    </a:lnTo>
                    <a:lnTo>
                      <a:pt x="100" y="331"/>
                    </a:lnTo>
                    <a:lnTo>
                      <a:pt x="100" y="331"/>
                    </a:lnTo>
                    <a:lnTo>
                      <a:pt x="100" y="334"/>
                    </a:lnTo>
                    <a:lnTo>
                      <a:pt x="100" y="334"/>
                    </a:lnTo>
                    <a:lnTo>
                      <a:pt x="100" y="336"/>
                    </a:lnTo>
                    <a:lnTo>
                      <a:pt x="100" y="336"/>
                    </a:lnTo>
                    <a:lnTo>
                      <a:pt x="100" y="336"/>
                    </a:lnTo>
                    <a:lnTo>
                      <a:pt x="100" y="339"/>
                    </a:lnTo>
                    <a:lnTo>
                      <a:pt x="100" y="339"/>
                    </a:lnTo>
                    <a:lnTo>
                      <a:pt x="100" y="339"/>
                    </a:lnTo>
                    <a:lnTo>
                      <a:pt x="97" y="339"/>
                    </a:lnTo>
                    <a:lnTo>
                      <a:pt x="97" y="341"/>
                    </a:lnTo>
                    <a:lnTo>
                      <a:pt x="97" y="341"/>
                    </a:lnTo>
                    <a:lnTo>
                      <a:pt x="95" y="341"/>
                    </a:lnTo>
                    <a:lnTo>
                      <a:pt x="95" y="341"/>
                    </a:lnTo>
                    <a:lnTo>
                      <a:pt x="97" y="341"/>
                    </a:lnTo>
                    <a:lnTo>
                      <a:pt x="97" y="341"/>
                    </a:lnTo>
                    <a:lnTo>
                      <a:pt x="97" y="343"/>
                    </a:lnTo>
                    <a:lnTo>
                      <a:pt x="97" y="343"/>
                    </a:lnTo>
                    <a:lnTo>
                      <a:pt x="95" y="343"/>
                    </a:lnTo>
                    <a:lnTo>
                      <a:pt x="95" y="346"/>
                    </a:lnTo>
                    <a:lnTo>
                      <a:pt x="95" y="346"/>
                    </a:lnTo>
                    <a:lnTo>
                      <a:pt x="95" y="346"/>
                    </a:lnTo>
                    <a:lnTo>
                      <a:pt x="95" y="346"/>
                    </a:lnTo>
                    <a:lnTo>
                      <a:pt x="95" y="348"/>
                    </a:lnTo>
                    <a:lnTo>
                      <a:pt x="95" y="348"/>
                    </a:lnTo>
                    <a:lnTo>
                      <a:pt x="95" y="350"/>
                    </a:lnTo>
                    <a:lnTo>
                      <a:pt x="95" y="350"/>
                    </a:lnTo>
                    <a:lnTo>
                      <a:pt x="92" y="350"/>
                    </a:lnTo>
                    <a:lnTo>
                      <a:pt x="92" y="350"/>
                    </a:lnTo>
                    <a:lnTo>
                      <a:pt x="92" y="350"/>
                    </a:lnTo>
                    <a:lnTo>
                      <a:pt x="92" y="353"/>
                    </a:lnTo>
                    <a:lnTo>
                      <a:pt x="90" y="353"/>
                    </a:lnTo>
                    <a:lnTo>
                      <a:pt x="90" y="353"/>
                    </a:lnTo>
                    <a:lnTo>
                      <a:pt x="90" y="353"/>
                    </a:lnTo>
                    <a:lnTo>
                      <a:pt x="88" y="353"/>
                    </a:lnTo>
                    <a:lnTo>
                      <a:pt x="88" y="350"/>
                    </a:lnTo>
                    <a:lnTo>
                      <a:pt x="88" y="350"/>
                    </a:lnTo>
                    <a:lnTo>
                      <a:pt x="88" y="353"/>
                    </a:lnTo>
                    <a:lnTo>
                      <a:pt x="88" y="353"/>
                    </a:lnTo>
                    <a:lnTo>
                      <a:pt x="88" y="353"/>
                    </a:lnTo>
                    <a:lnTo>
                      <a:pt x="85" y="353"/>
                    </a:lnTo>
                    <a:lnTo>
                      <a:pt x="85" y="355"/>
                    </a:lnTo>
                    <a:lnTo>
                      <a:pt x="85" y="355"/>
                    </a:lnTo>
                    <a:lnTo>
                      <a:pt x="85" y="358"/>
                    </a:lnTo>
                    <a:lnTo>
                      <a:pt x="85" y="358"/>
                    </a:lnTo>
                    <a:lnTo>
                      <a:pt x="83" y="358"/>
                    </a:lnTo>
                    <a:lnTo>
                      <a:pt x="83" y="358"/>
                    </a:lnTo>
                    <a:lnTo>
                      <a:pt x="83" y="358"/>
                    </a:lnTo>
                    <a:lnTo>
                      <a:pt x="83" y="358"/>
                    </a:lnTo>
                    <a:lnTo>
                      <a:pt x="81" y="358"/>
                    </a:lnTo>
                    <a:lnTo>
                      <a:pt x="81" y="358"/>
                    </a:lnTo>
                    <a:lnTo>
                      <a:pt x="81" y="360"/>
                    </a:lnTo>
                    <a:lnTo>
                      <a:pt x="81" y="360"/>
                    </a:lnTo>
                    <a:lnTo>
                      <a:pt x="78" y="360"/>
                    </a:lnTo>
                    <a:lnTo>
                      <a:pt x="78" y="360"/>
                    </a:lnTo>
                    <a:lnTo>
                      <a:pt x="78" y="360"/>
                    </a:lnTo>
                    <a:lnTo>
                      <a:pt x="76" y="360"/>
                    </a:lnTo>
                    <a:lnTo>
                      <a:pt x="76" y="360"/>
                    </a:lnTo>
                    <a:lnTo>
                      <a:pt x="76" y="360"/>
                    </a:lnTo>
                    <a:lnTo>
                      <a:pt x="76" y="360"/>
                    </a:lnTo>
                    <a:lnTo>
                      <a:pt x="73" y="360"/>
                    </a:lnTo>
                    <a:lnTo>
                      <a:pt x="73" y="362"/>
                    </a:lnTo>
                    <a:lnTo>
                      <a:pt x="73" y="362"/>
                    </a:lnTo>
                    <a:lnTo>
                      <a:pt x="73" y="362"/>
                    </a:lnTo>
                    <a:lnTo>
                      <a:pt x="73" y="362"/>
                    </a:lnTo>
                    <a:lnTo>
                      <a:pt x="71" y="362"/>
                    </a:lnTo>
                    <a:lnTo>
                      <a:pt x="71" y="362"/>
                    </a:lnTo>
                    <a:lnTo>
                      <a:pt x="71" y="365"/>
                    </a:lnTo>
                    <a:lnTo>
                      <a:pt x="69" y="365"/>
                    </a:lnTo>
                    <a:lnTo>
                      <a:pt x="69" y="365"/>
                    </a:lnTo>
                    <a:lnTo>
                      <a:pt x="69" y="365"/>
                    </a:lnTo>
                    <a:lnTo>
                      <a:pt x="69" y="367"/>
                    </a:lnTo>
                    <a:lnTo>
                      <a:pt x="69" y="367"/>
                    </a:lnTo>
                    <a:lnTo>
                      <a:pt x="69" y="367"/>
                    </a:lnTo>
                    <a:lnTo>
                      <a:pt x="69" y="369"/>
                    </a:lnTo>
                    <a:lnTo>
                      <a:pt x="69" y="369"/>
                    </a:lnTo>
                    <a:lnTo>
                      <a:pt x="66" y="369"/>
                    </a:lnTo>
                    <a:lnTo>
                      <a:pt x="66" y="369"/>
                    </a:lnTo>
                    <a:lnTo>
                      <a:pt x="66" y="372"/>
                    </a:lnTo>
                    <a:lnTo>
                      <a:pt x="66" y="372"/>
                    </a:lnTo>
                    <a:lnTo>
                      <a:pt x="66" y="372"/>
                    </a:lnTo>
                    <a:lnTo>
                      <a:pt x="66" y="372"/>
                    </a:lnTo>
                    <a:lnTo>
                      <a:pt x="64" y="372"/>
                    </a:lnTo>
                    <a:lnTo>
                      <a:pt x="64" y="372"/>
                    </a:lnTo>
                    <a:lnTo>
                      <a:pt x="64" y="374"/>
                    </a:lnTo>
                    <a:lnTo>
                      <a:pt x="64" y="374"/>
                    </a:lnTo>
                    <a:lnTo>
                      <a:pt x="62" y="374"/>
                    </a:lnTo>
                    <a:lnTo>
                      <a:pt x="62" y="377"/>
                    </a:lnTo>
                    <a:lnTo>
                      <a:pt x="62" y="377"/>
                    </a:lnTo>
                    <a:lnTo>
                      <a:pt x="62" y="377"/>
                    </a:lnTo>
                    <a:lnTo>
                      <a:pt x="59" y="377"/>
                    </a:lnTo>
                    <a:lnTo>
                      <a:pt x="59" y="377"/>
                    </a:lnTo>
                    <a:lnTo>
                      <a:pt x="59" y="377"/>
                    </a:lnTo>
                    <a:lnTo>
                      <a:pt x="57" y="377"/>
                    </a:lnTo>
                    <a:lnTo>
                      <a:pt x="57" y="377"/>
                    </a:lnTo>
                    <a:lnTo>
                      <a:pt x="57" y="377"/>
                    </a:lnTo>
                    <a:lnTo>
                      <a:pt x="55" y="377"/>
                    </a:lnTo>
                    <a:lnTo>
                      <a:pt x="55" y="377"/>
                    </a:lnTo>
                    <a:lnTo>
                      <a:pt x="55" y="377"/>
                    </a:lnTo>
                    <a:lnTo>
                      <a:pt x="55" y="377"/>
                    </a:lnTo>
                    <a:lnTo>
                      <a:pt x="55" y="374"/>
                    </a:lnTo>
                    <a:lnTo>
                      <a:pt x="55" y="374"/>
                    </a:lnTo>
                    <a:lnTo>
                      <a:pt x="55" y="374"/>
                    </a:lnTo>
                    <a:lnTo>
                      <a:pt x="55" y="374"/>
                    </a:lnTo>
                    <a:lnTo>
                      <a:pt x="55" y="372"/>
                    </a:lnTo>
                    <a:lnTo>
                      <a:pt x="55" y="372"/>
                    </a:lnTo>
                    <a:lnTo>
                      <a:pt x="55" y="372"/>
                    </a:lnTo>
                    <a:lnTo>
                      <a:pt x="55" y="369"/>
                    </a:lnTo>
                    <a:lnTo>
                      <a:pt x="55" y="369"/>
                    </a:lnTo>
                    <a:lnTo>
                      <a:pt x="55" y="369"/>
                    </a:lnTo>
                    <a:lnTo>
                      <a:pt x="55" y="369"/>
                    </a:lnTo>
                    <a:lnTo>
                      <a:pt x="55" y="367"/>
                    </a:lnTo>
                    <a:lnTo>
                      <a:pt x="55" y="367"/>
                    </a:lnTo>
                    <a:lnTo>
                      <a:pt x="55" y="365"/>
                    </a:lnTo>
                    <a:lnTo>
                      <a:pt x="55" y="365"/>
                    </a:lnTo>
                    <a:lnTo>
                      <a:pt x="55" y="362"/>
                    </a:lnTo>
                    <a:lnTo>
                      <a:pt x="55" y="362"/>
                    </a:lnTo>
                    <a:lnTo>
                      <a:pt x="55" y="360"/>
                    </a:lnTo>
                    <a:lnTo>
                      <a:pt x="55" y="360"/>
                    </a:lnTo>
                    <a:lnTo>
                      <a:pt x="55" y="360"/>
                    </a:lnTo>
                    <a:lnTo>
                      <a:pt x="55" y="358"/>
                    </a:lnTo>
                    <a:lnTo>
                      <a:pt x="55" y="358"/>
                    </a:lnTo>
                    <a:lnTo>
                      <a:pt x="55" y="355"/>
                    </a:lnTo>
                    <a:lnTo>
                      <a:pt x="55" y="355"/>
                    </a:lnTo>
                    <a:lnTo>
                      <a:pt x="55" y="353"/>
                    </a:lnTo>
                    <a:lnTo>
                      <a:pt x="55" y="353"/>
                    </a:lnTo>
                    <a:lnTo>
                      <a:pt x="55" y="350"/>
                    </a:lnTo>
                    <a:lnTo>
                      <a:pt x="57" y="350"/>
                    </a:lnTo>
                    <a:lnTo>
                      <a:pt x="57" y="350"/>
                    </a:lnTo>
                    <a:lnTo>
                      <a:pt x="57" y="350"/>
                    </a:lnTo>
                    <a:lnTo>
                      <a:pt x="57" y="348"/>
                    </a:lnTo>
                    <a:lnTo>
                      <a:pt x="57" y="348"/>
                    </a:lnTo>
                    <a:lnTo>
                      <a:pt x="57" y="346"/>
                    </a:lnTo>
                    <a:lnTo>
                      <a:pt x="57" y="346"/>
                    </a:lnTo>
                    <a:lnTo>
                      <a:pt x="57" y="346"/>
                    </a:lnTo>
                    <a:lnTo>
                      <a:pt x="57" y="343"/>
                    </a:lnTo>
                    <a:lnTo>
                      <a:pt x="57" y="343"/>
                    </a:lnTo>
                    <a:lnTo>
                      <a:pt x="57" y="343"/>
                    </a:lnTo>
                    <a:lnTo>
                      <a:pt x="59" y="343"/>
                    </a:lnTo>
                    <a:lnTo>
                      <a:pt x="59" y="341"/>
                    </a:lnTo>
                    <a:lnTo>
                      <a:pt x="59" y="341"/>
                    </a:lnTo>
                    <a:lnTo>
                      <a:pt x="59" y="341"/>
                    </a:lnTo>
                    <a:lnTo>
                      <a:pt x="62" y="341"/>
                    </a:lnTo>
                    <a:lnTo>
                      <a:pt x="62" y="341"/>
                    </a:lnTo>
                    <a:lnTo>
                      <a:pt x="62" y="341"/>
                    </a:lnTo>
                    <a:lnTo>
                      <a:pt x="62" y="341"/>
                    </a:lnTo>
                    <a:lnTo>
                      <a:pt x="62" y="339"/>
                    </a:lnTo>
                    <a:lnTo>
                      <a:pt x="59" y="339"/>
                    </a:lnTo>
                    <a:lnTo>
                      <a:pt x="59" y="339"/>
                    </a:lnTo>
                    <a:lnTo>
                      <a:pt x="59" y="339"/>
                    </a:lnTo>
                    <a:lnTo>
                      <a:pt x="57" y="339"/>
                    </a:lnTo>
                    <a:lnTo>
                      <a:pt x="57" y="339"/>
                    </a:lnTo>
                    <a:lnTo>
                      <a:pt x="57" y="339"/>
                    </a:lnTo>
                    <a:lnTo>
                      <a:pt x="57" y="336"/>
                    </a:lnTo>
                    <a:lnTo>
                      <a:pt x="55" y="336"/>
                    </a:lnTo>
                    <a:lnTo>
                      <a:pt x="55" y="336"/>
                    </a:lnTo>
                    <a:lnTo>
                      <a:pt x="55" y="336"/>
                    </a:lnTo>
                    <a:lnTo>
                      <a:pt x="55" y="334"/>
                    </a:lnTo>
                    <a:lnTo>
                      <a:pt x="55" y="334"/>
                    </a:lnTo>
                    <a:lnTo>
                      <a:pt x="55" y="336"/>
                    </a:lnTo>
                    <a:lnTo>
                      <a:pt x="52" y="336"/>
                    </a:lnTo>
                    <a:lnTo>
                      <a:pt x="52" y="336"/>
                    </a:lnTo>
                    <a:lnTo>
                      <a:pt x="52" y="336"/>
                    </a:lnTo>
                    <a:lnTo>
                      <a:pt x="50" y="336"/>
                    </a:lnTo>
                    <a:lnTo>
                      <a:pt x="50" y="339"/>
                    </a:lnTo>
                    <a:lnTo>
                      <a:pt x="50" y="339"/>
                    </a:lnTo>
                    <a:lnTo>
                      <a:pt x="50" y="341"/>
                    </a:lnTo>
                    <a:lnTo>
                      <a:pt x="50" y="341"/>
                    </a:lnTo>
                    <a:lnTo>
                      <a:pt x="50" y="339"/>
                    </a:lnTo>
                    <a:lnTo>
                      <a:pt x="50" y="339"/>
                    </a:lnTo>
                    <a:lnTo>
                      <a:pt x="50" y="339"/>
                    </a:lnTo>
                    <a:lnTo>
                      <a:pt x="47" y="339"/>
                    </a:lnTo>
                    <a:lnTo>
                      <a:pt x="47" y="336"/>
                    </a:lnTo>
                    <a:lnTo>
                      <a:pt x="47" y="336"/>
                    </a:lnTo>
                    <a:lnTo>
                      <a:pt x="50" y="336"/>
                    </a:lnTo>
                    <a:lnTo>
                      <a:pt x="50" y="334"/>
                    </a:lnTo>
                    <a:lnTo>
                      <a:pt x="50" y="334"/>
                    </a:lnTo>
                    <a:lnTo>
                      <a:pt x="50" y="334"/>
                    </a:lnTo>
                    <a:lnTo>
                      <a:pt x="50" y="334"/>
                    </a:lnTo>
                    <a:lnTo>
                      <a:pt x="50" y="331"/>
                    </a:lnTo>
                    <a:lnTo>
                      <a:pt x="50" y="331"/>
                    </a:lnTo>
                    <a:lnTo>
                      <a:pt x="47" y="331"/>
                    </a:lnTo>
                    <a:lnTo>
                      <a:pt x="47" y="331"/>
                    </a:lnTo>
                    <a:lnTo>
                      <a:pt x="47" y="331"/>
                    </a:lnTo>
                    <a:lnTo>
                      <a:pt x="47" y="329"/>
                    </a:lnTo>
                    <a:lnTo>
                      <a:pt x="47" y="329"/>
                    </a:lnTo>
                    <a:lnTo>
                      <a:pt x="50" y="329"/>
                    </a:lnTo>
                    <a:lnTo>
                      <a:pt x="50" y="329"/>
                    </a:lnTo>
                    <a:lnTo>
                      <a:pt x="50" y="329"/>
                    </a:lnTo>
                    <a:lnTo>
                      <a:pt x="50" y="327"/>
                    </a:lnTo>
                    <a:lnTo>
                      <a:pt x="50" y="327"/>
                    </a:lnTo>
                    <a:lnTo>
                      <a:pt x="50" y="327"/>
                    </a:lnTo>
                    <a:lnTo>
                      <a:pt x="52" y="327"/>
                    </a:lnTo>
                    <a:lnTo>
                      <a:pt x="52" y="327"/>
                    </a:lnTo>
                    <a:lnTo>
                      <a:pt x="55" y="327"/>
                    </a:lnTo>
                    <a:lnTo>
                      <a:pt x="55" y="327"/>
                    </a:lnTo>
                    <a:lnTo>
                      <a:pt x="55" y="327"/>
                    </a:lnTo>
                    <a:lnTo>
                      <a:pt x="55" y="327"/>
                    </a:lnTo>
                    <a:lnTo>
                      <a:pt x="55" y="327"/>
                    </a:lnTo>
                    <a:lnTo>
                      <a:pt x="57" y="327"/>
                    </a:lnTo>
                    <a:lnTo>
                      <a:pt x="57" y="327"/>
                    </a:lnTo>
                    <a:lnTo>
                      <a:pt x="57" y="327"/>
                    </a:lnTo>
                    <a:lnTo>
                      <a:pt x="57" y="324"/>
                    </a:lnTo>
                    <a:lnTo>
                      <a:pt x="57" y="324"/>
                    </a:lnTo>
                    <a:lnTo>
                      <a:pt x="59" y="324"/>
                    </a:lnTo>
                    <a:lnTo>
                      <a:pt x="59" y="322"/>
                    </a:lnTo>
                    <a:lnTo>
                      <a:pt x="59" y="322"/>
                    </a:lnTo>
                    <a:lnTo>
                      <a:pt x="62" y="322"/>
                    </a:lnTo>
                    <a:lnTo>
                      <a:pt x="62" y="322"/>
                    </a:lnTo>
                    <a:lnTo>
                      <a:pt x="62" y="322"/>
                    </a:lnTo>
                    <a:lnTo>
                      <a:pt x="62" y="320"/>
                    </a:lnTo>
                    <a:lnTo>
                      <a:pt x="62" y="320"/>
                    </a:lnTo>
                    <a:lnTo>
                      <a:pt x="62" y="320"/>
                    </a:lnTo>
                    <a:lnTo>
                      <a:pt x="62" y="320"/>
                    </a:lnTo>
                    <a:lnTo>
                      <a:pt x="62" y="317"/>
                    </a:lnTo>
                    <a:lnTo>
                      <a:pt x="62" y="317"/>
                    </a:lnTo>
                    <a:lnTo>
                      <a:pt x="62" y="317"/>
                    </a:lnTo>
                    <a:lnTo>
                      <a:pt x="62" y="315"/>
                    </a:lnTo>
                    <a:lnTo>
                      <a:pt x="62" y="315"/>
                    </a:lnTo>
                    <a:lnTo>
                      <a:pt x="62" y="317"/>
                    </a:lnTo>
                    <a:lnTo>
                      <a:pt x="64" y="317"/>
                    </a:lnTo>
                    <a:lnTo>
                      <a:pt x="64" y="317"/>
                    </a:lnTo>
                    <a:lnTo>
                      <a:pt x="66" y="317"/>
                    </a:lnTo>
                    <a:lnTo>
                      <a:pt x="66" y="317"/>
                    </a:lnTo>
                    <a:lnTo>
                      <a:pt x="66" y="317"/>
                    </a:lnTo>
                    <a:lnTo>
                      <a:pt x="66" y="317"/>
                    </a:lnTo>
                    <a:lnTo>
                      <a:pt x="69" y="317"/>
                    </a:lnTo>
                    <a:lnTo>
                      <a:pt x="69" y="317"/>
                    </a:lnTo>
                    <a:lnTo>
                      <a:pt x="69" y="317"/>
                    </a:lnTo>
                    <a:lnTo>
                      <a:pt x="69" y="315"/>
                    </a:lnTo>
                    <a:lnTo>
                      <a:pt x="69" y="315"/>
                    </a:lnTo>
                    <a:lnTo>
                      <a:pt x="71" y="315"/>
                    </a:lnTo>
                    <a:lnTo>
                      <a:pt x="71" y="315"/>
                    </a:lnTo>
                    <a:lnTo>
                      <a:pt x="73" y="315"/>
                    </a:lnTo>
                    <a:lnTo>
                      <a:pt x="73" y="315"/>
                    </a:lnTo>
                    <a:lnTo>
                      <a:pt x="73" y="315"/>
                    </a:lnTo>
                    <a:lnTo>
                      <a:pt x="73" y="315"/>
                    </a:lnTo>
                    <a:lnTo>
                      <a:pt x="76" y="315"/>
                    </a:lnTo>
                    <a:lnTo>
                      <a:pt x="76" y="315"/>
                    </a:lnTo>
                    <a:lnTo>
                      <a:pt x="76" y="315"/>
                    </a:lnTo>
                    <a:lnTo>
                      <a:pt x="76" y="315"/>
                    </a:lnTo>
                    <a:lnTo>
                      <a:pt x="78" y="315"/>
                    </a:lnTo>
                    <a:lnTo>
                      <a:pt x="78" y="317"/>
                    </a:lnTo>
                    <a:lnTo>
                      <a:pt x="78" y="317"/>
                    </a:lnTo>
                    <a:lnTo>
                      <a:pt x="78" y="317"/>
                    </a:lnTo>
                    <a:lnTo>
                      <a:pt x="78" y="320"/>
                    </a:lnTo>
                    <a:lnTo>
                      <a:pt x="81" y="320"/>
                    </a:lnTo>
                    <a:lnTo>
                      <a:pt x="81" y="317"/>
                    </a:lnTo>
                    <a:lnTo>
                      <a:pt x="81" y="317"/>
                    </a:lnTo>
                    <a:lnTo>
                      <a:pt x="81" y="317"/>
                    </a:lnTo>
                    <a:lnTo>
                      <a:pt x="81" y="320"/>
                    </a:lnTo>
                    <a:lnTo>
                      <a:pt x="83" y="320"/>
                    </a:lnTo>
                    <a:lnTo>
                      <a:pt x="83" y="320"/>
                    </a:lnTo>
                    <a:lnTo>
                      <a:pt x="83" y="320"/>
                    </a:lnTo>
                    <a:lnTo>
                      <a:pt x="83" y="320"/>
                    </a:lnTo>
                    <a:lnTo>
                      <a:pt x="85" y="320"/>
                    </a:lnTo>
                    <a:lnTo>
                      <a:pt x="85" y="320"/>
                    </a:lnTo>
                    <a:lnTo>
                      <a:pt x="85" y="317"/>
                    </a:lnTo>
                    <a:lnTo>
                      <a:pt x="85" y="317"/>
                    </a:lnTo>
                    <a:lnTo>
                      <a:pt x="85" y="315"/>
                    </a:lnTo>
                    <a:lnTo>
                      <a:pt x="85" y="315"/>
                    </a:lnTo>
                    <a:lnTo>
                      <a:pt x="85" y="315"/>
                    </a:lnTo>
                    <a:lnTo>
                      <a:pt x="85" y="313"/>
                    </a:lnTo>
                    <a:lnTo>
                      <a:pt x="85" y="313"/>
                    </a:lnTo>
                    <a:lnTo>
                      <a:pt x="85" y="313"/>
                    </a:lnTo>
                    <a:lnTo>
                      <a:pt x="83" y="313"/>
                    </a:lnTo>
                    <a:lnTo>
                      <a:pt x="83" y="313"/>
                    </a:lnTo>
                    <a:lnTo>
                      <a:pt x="83" y="310"/>
                    </a:lnTo>
                    <a:lnTo>
                      <a:pt x="83" y="310"/>
                    </a:lnTo>
                    <a:lnTo>
                      <a:pt x="83" y="310"/>
                    </a:lnTo>
                    <a:lnTo>
                      <a:pt x="81" y="310"/>
                    </a:lnTo>
                    <a:lnTo>
                      <a:pt x="81" y="310"/>
                    </a:lnTo>
                    <a:lnTo>
                      <a:pt x="81" y="310"/>
                    </a:lnTo>
                    <a:lnTo>
                      <a:pt x="81" y="310"/>
                    </a:lnTo>
                    <a:lnTo>
                      <a:pt x="81" y="308"/>
                    </a:lnTo>
                    <a:lnTo>
                      <a:pt x="81" y="308"/>
                    </a:lnTo>
                    <a:lnTo>
                      <a:pt x="78" y="308"/>
                    </a:lnTo>
                    <a:lnTo>
                      <a:pt x="78" y="305"/>
                    </a:lnTo>
                    <a:lnTo>
                      <a:pt x="78" y="305"/>
                    </a:lnTo>
                    <a:lnTo>
                      <a:pt x="78" y="303"/>
                    </a:lnTo>
                    <a:lnTo>
                      <a:pt x="78" y="303"/>
                    </a:lnTo>
                    <a:lnTo>
                      <a:pt x="78" y="301"/>
                    </a:lnTo>
                    <a:lnTo>
                      <a:pt x="78" y="301"/>
                    </a:lnTo>
                    <a:lnTo>
                      <a:pt x="78" y="301"/>
                    </a:lnTo>
                    <a:lnTo>
                      <a:pt x="78" y="301"/>
                    </a:lnTo>
                    <a:lnTo>
                      <a:pt x="78" y="298"/>
                    </a:lnTo>
                    <a:lnTo>
                      <a:pt x="78" y="298"/>
                    </a:lnTo>
                    <a:lnTo>
                      <a:pt x="78" y="298"/>
                    </a:lnTo>
                    <a:lnTo>
                      <a:pt x="81" y="298"/>
                    </a:lnTo>
                    <a:lnTo>
                      <a:pt x="81" y="298"/>
                    </a:lnTo>
                    <a:lnTo>
                      <a:pt x="81" y="298"/>
                    </a:lnTo>
                    <a:lnTo>
                      <a:pt x="81" y="296"/>
                    </a:lnTo>
                    <a:lnTo>
                      <a:pt x="81" y="296"/>
                    </a:lnTo>
                    <a:lnTo>
                      <a:pt x="83" y="296"/>
                    </a:lnTo>
                    <a:lnTo>
                      <a:pt x="83" y="294"/>
                    </a:lnTo>
                    <a:lnTo>
                      <a:pt x="83" y="294"/>
                    </a:lnTo>
                    <a:lnTo>
                      <a:pt x="83" y="296"/>
                    </a:lnTo>
                    <a:lnTo>
                      <a:pt x="83" y="296"/>
                    </a:lnTo>
                    <a:lnTo>
                      <a:pt x="85" y="296"/>
                    </a:lnTo>
                    <a:lnTo>
                      <a:pt x="85" y="296"/>
                    </a:lnTo>
                    <a:lnTo>
                      <a:pt x="88" y="296"/>
                    </a:lnTo>
                    <a:lnTo>
                      <a:pt x="88" y="296"/>
                    </a:lnTo>
                    <a:lnTo>
                      <a:pt x="88" y="296"/>
                    </a:lnTo>
                    <a:lnTo>
                      <a:pt x="88" y="298"/>
                    </a:lnTo>
                    <a:lnTo>
                      <a:pt x="88" y="298"/>
                    </a:lnTo>
                    <a:lnTo>
                      <a:pt x="90" y="298"/>
                    </a:lnTo>
                    <a:lnTo>
                      <a:pt x="90" y="296"/>
                    </a:lnTo>
                    <a:lnTo>
                      <a:pt x="90" y="296"/>
                    </a:lnTo>
                    <a:lnTo>
                      <a:pt x="90" y="298"/>
                    </a:lnTo>
                    <a:lnTo>
                      <a:pt x="90" y="298"/>
                    </a:lnTo>
                    <a:lnTo>
                      <a:pt x="90" y="296"/>
                    </a:lnTo>
                    <a:lnTo>
                      <a:pt x="90" y="296"/>
                    </a:lnTo>
                    <a:lnTo>
                      <a:pt x="90" y="296"/>
                    </a:lnTo>
                    <a:lnTo>
                      <a:pt x="90" y="294"/>
                    </a:lnTo>
                    <a:lnTo>
                      <a:pt x="90" y="294"/>
                    </a:lnTo>
                    <a:lnTo>
                      <a:pt x="90" y="294"/>
                    </a:lnTo>
                    <a:lnTo>
                      <a:pt x="90" y="291"/>
                    </a:lnTo>
                    <a:lnTo>
                      <a:pt x="90" y="291"/>
                    </a:lnTo>
                    <a:lnTo>
                      <a:pt x="90" y="291"/>
                    </a:lnTo>
                    <a:lnTo>
                      <a:pt x="90" y="291"/>
                    </a:lnTo>
                    <a:lnTo>
                      <a:pt x="90" y="291"/>
                    </a:lnTo>
                    <a:lnTo>
                      <a:pt x="92" y="291"/>
                    </a:lnTo>
                    <a:lnTo>
                      <a:pt x="92" y="291"/>
                    </a:lnTo>
                    <a:lnTo>
                      <a:pt x="95" y="291"/>
                    </a:lnTo>
                    <a:lnTo>
                      <a:pt x="95" y="291"/>
                    </a:lnTo>
                    <a:lnTo>
                      <a:pt x="95" y="291"/>
                    </a:lnTo>
                    <a:lnTo>
                      <a:pt x="97" y="291"/>
                    </a:lnTo>
                    <a:lnTo>
                      <a:pt x="97" y="289"/>
                    </a:lnTo>
                    <a:lnTo>
                      <a:pt x="97" y="289"/>
                    </a:lnTo>
                    <a:lnTo>
                      <a:pt x="97" y="289"/>
                    </a:lnTo>
                    <a:lnTo>
                      <a:pt x="100" y="289"/>
                    </a:lnTo>
                    <a:lnTo>
                      <a:pt x="100" y="286"/>
                    </a:lnTo>
                    <a:lnTo>
                      <a:pt x="100" y="286"/>
                    </a:lnTo>
                    <a:lnTo>
                      <a:pt x="100" y="286"/>
                    </a:lnTo>
                    <a:lnTo>
                      <a:pt x="102" y="286"/>
                    </a:lnTo>
                    <a:lnTo>
                      <a:pt x="102" y="286"/>
                    </a:lnTo>
                    <a:lnTo>
                      <a:pt x="102" y="286"/>
                    </a:lnTo>
                    <a:lnTo>
                      <a:pt x="102" y="286"/>
                    </a:lnTo>
                    <a:lnTo>
                      <a:pt x="104" y="286"/>
                    </a:lnTo>
                    <a:lnTo>
                      <a:pt x="104" y="284"/>
                    </a:lnTo>
                    <a:lnTo>
                      <a:pt x="104" y="284"/>
                    </a:lnTo>
                    <a:lnTo>
                      <a:pt x="104" y="284"/>
                    </a:lnTo>
                    <a:lnTo>
                      <a:pt x="107" y="284"/>
                    </a:lnTo>
                    <a:lnTo>
                      <a:pt x="107" y="282"/>
                    </a:lnTo>
                    <a:lnTo>
                      <a:pt x="107" y="282"/>
                    </a:lnTo>
                    <a:lnTo>
                      <a:pt x="107" y="282"/>
                    </a:lnTo>
                    <a:lnTo>
                      <a:pt x="107" y="282"/>
                    </a:lnTo>
                    <a:lnTo>
                      <a:pt x="109" y="282"/>
                    </a:lnTo>
                    <a:lnTo>
                      <a:pt x="109" y="282"/>
                    </a:lnTo>
                    <a:lnTo>
                      <a:pt x="109" y="282"/>
                    </a:lnTo>
                    <a:lnTo>
                      <a:pt x="109" y="282"/>
                    </a:lnTo>
                    <a:lnTo>
                      <a:pt x="111" y="282"/>
                    </a:lnTo>
                    <a:lnTo>
                      <a:pt x="111" y="282"/>
                    </a:lnTo>
                    <a:lnTo>
                      <a:pt x="111" y="282"/>
                    </a:lnTo>
                    <a:lnTo>
                      <a:pt x="111" y="282"/>
                    </a:lnTo>
                    <a:lnTo>
                      <a:pt x="114" y="282"/>
                    </a:lnTo>
                    <a:lnTo>
                      <a:pt x="114" y="282"/>
                    </a:lnTo>
                    <a:lnTo>
                      <a:pt x="114" y="282"/>
                    </a:lnTo>
                    <a:lnTo>
                      <a:pt x="114" y="282"/>
                    </a:lnTo>
                    <a:lnTo>
                      <a:pt x="114" y="282"/>
                    </a:lnTo>
                    <a:lnTo>
                      <a:pt x="114" y="279"/>
                    </a:lnTo>
                    <a:lnTo>
                      <a:pt x="114" y="279"/>
                    </a:lnTo>
                    <a:lnTo>
                      <a:pt x="116" y="279"/>
                    </a:lnTo>
                    <a:lnTo>
                      <a:pt x="116" y="277"/>
                    </a:lnTo>
                    <a:lnTo>
                      <a:pt x="116" y="277"/>
                    </a:lnTo>
                    <a:lnTo>
                      <a:pt x="116" y="275"/>
                    </a:lnTo>
                    <a:lnTo>
                      <a:pt x="116" y="275"/>
                    </a:lnTo>
                    <a:lnTo>
                      <a:pt x="116" y="272"/>
                    </a:lnTo>
                    <a:lnTo>
                      <a:pt x="116" y="272"/>
                    </a:lnTo>
                    <a:lnTo>
                      <a:pt x="116" y="272"/>
                    </a:lnTo>
                    <a:lnTo>
                      <a:pt x="116" y="270"/>
                    </a:lnTo>
                    <a:lnTo>
                      <a:pt x="116" y="270"/>
                    </a:lnTo>
                    <a:lnTo>
                      <a:pt x="114" y="270"/>
                    </a:lnTo>
                    <a:lnTo>
                      <a:pt x="114" y="267"/>
                    </a:lnTo>
                    <a:lnTo>
                      <a:pt x="114" y="267"/>
                    </a:lnTo>
                    <a:lnTo>
                      <a:pt x="114" y="267"/>
                    </a:lnTo>
                    <a:lnTo>
                      <a:pt x="114" y="265"/>
                    </a:lnTo>
                    <a:lnTo>
                      <a:pt x="114" y="265"/>
                    </a:lnTo>
                    <a:lnTo>
                      <a:pt x="114" y="263"/>
                    </a:lnTo>
                    <a:lnTo>
                      <a:pt x="114" y="263"/>
                    </a:lnTo>
                    <a:lnTo>
                      <a:pt x="114" y="260"/>
                    </a:lnTo>
                    <a:lnTo>
                      <a:pt x="114" y="260"/>
                    </a:lnTo>
                    <a:lnTo>
                      <a:pt x="114" y="260"/>
                    </a:lnTo>
                    <a:lnTo>
                      <a:pt x="114" y="260"/>
                    </a:lnTo>
                    <a:lnTo>
                      <a:pt x="114" y="258"/>
                    </a:lnTo>
                    <a:lnTo>
                      <a:pt x="116" y="258"/>
                    </a:lnTo>
                    <a:lnTo>
                      <a:pt x="116" y="258"/>
                    </a:lnTo>
                    <a:lnTo>
                      <a:pt x="116" y="256"/>
                    </a:lnTo>
                    <a:lnTo>
                      <a:pt x="116" y="256"/>
                    </a:lnTo>
                    <a:lnTo>
                      <a:pt x="116" y="256"/>
                    </a:lnTo>
                    <a:lnTo>
                      <a:pt x="116" y="253"/>
                    </a:lnTo>
                    <a:lnTo>
                      <a:pt x="116" y="253"/>
                    </a:lnTo>
                    <a:lnTo>
                      <a:pt x="116" y="251"/>
                    </a:lnTo>
                    <a:lnTo>
                      <a:pt x="116" y="251"/>
                    </a:lnTo>
                    <a:lnTo>
                      <a:pt x="116" y="251"/>
                    </a:lnTo>
                    <a:lnTo>
                      <a:pt x="116" y="251"/>
                    </a:lnTo>
                    <a:lnTo>
                      <a:pt x="116" y="249"/>
                    </a:lnTo>
                    <a:lnTo>
                      <a:pt x="116" y="249"/>
                    </a:lnTo>
                    <a:lnTo>
                      <a:pt x="116" y="246"/>
                    </a:lnTo>
                    <a:lnTo>
                      <a:pt x="114" y="246"/>
                    </a:lnTo>
                    <a:lnTo>
                      <a:pt x="114" y="246"/>
                    </a:lnTo>
                    <a:lnTo>
                      <a:pt x="114" y="244"/>
                    </a:lnTo>
                    <a:lnTo>
                      <a:pt x="114" y="244"/>
                    </a:lnTo>
                    <a:lnTo>
                      <a:pt x="114" y="244"/>
                    </a:lnTo>
                    <a:lnTo>
                      <a:pt x="114" y="244"/>
                    </a:lnTo>
                    <a:lnTo>
                      <a:pt x="114" y="241"/>
                    </a:lnTo>
                    <a:lnTo>
                      <a:pt x="114" y="241"/>
                    </a:lnTo>
                    <a:lnTo>
                      <a:pt x="114" y="241"/>
                    </a:lnTo>
                    <a:lnTo>
                      <a:pt x="114" y="239"/>
                    </a:lnTo>
                    <a:lnTo>
                      <a:pt x="114" y="239"/>
                    </a:lnTo>
                    <a:lnTo>
                      <a:pt x="111" y="239"/>
                    </a:lnTo>
                    <a:lnTo>
                      <a:pt x="111" y="239"/>
                    </a:lnTo>
                    <a:lnTo>
                      <a:pt x="111" y="237"/>
                    </a:lnTo>
                    <a:lnTo>
                      <a:pt x="111" y="237"/>
                    </a:lnTo>
                    <a:lnTo>
                      <a:pt x="109" y="237"/>
                    </a:lnTo>
                    <a:lnTo>
                      <a:pt x="109" y="234"/>
                    </a:lnTo>
                    <a:lnTo>
                      <a:pt x="109" y="234"/>
                    </a:lnTo>
                    <a:lnTo>
                      <a:pt x="111" y="234"/>
                    </a:lnTo>
                    <a:lnTo>
                      <a:pt x="111" y="232"/>
                    </a:lnTo>
                    <a:lnTo>
                      <a:pt x="111" y="232"/>
                    </a:lnTo>
                    <a:lnTo>
                      <a:pt x="111" y="232"/>
                    </a:lnTo>
                    <a:lnTo>
                      <a:pt x="111" y="232"/>
                    </a:lnTo>
                    <a:lnTo>
                      <a:pt x="111" y="230"/>
                    </a:lnTo>
                    <a:lnTo>
                      <a:pt x="111" y="230"/>
                    </a:lnTo>
                    <a:lnTo>
                      <a:pt x="114" y="230"/>
                    </a:lnTo>
                    <a:lnTo>
                      <a:pt x="114" y="227"/>
                    </a:lnTo>
                    <a:lnTo>
                      <a:pt x="114" y="227"/>
                    </a:lnTo>
                    <a:lnTo>
                      <a:pt x="114" y="227"/>
                    </a:lnTo>
                    <a:lnTo>
                      <a:pt x="114" y="225"/>
                    </a:lnTo>
                    <a:lnTo>
                      <a:pt x="114" y="225"/>
                    </a:lnTo>
                    <a:lnTo>
                      <a:pt x="114" y="225"/>
                    </a:lnTo>
                    <a:lnTo>
                      <a:pt x="114" y="222"/>
                    </a:lnTo>
                    <a:lnTo>
                      <a:pt x="114" y="222"/>
                    </a:lnTo>
                    <a:lnTo>
                      <a:pt x="114" y="222"/>
                    </a:lnTo>
                    <a:lnTo>
                      <a:pt x="114" y="220"/>
                    </a:lnTo>
                    <a:lnTo>
                      <a:pt x="114" y="220"/>
                    </a:lnTo>
                    <a:lnTo>
                      <a:pt x="114" y="218"/>
                    </a:lnTo>
                    <a:lnTo>
                      <a:pt x="114" y="218"/>
                    </a:lnTo>
                    <a:lnTo>
                      <a:pt x="116" y="218"/>
                    </a:lnTo>
                    <a:lnTo>
                      <a:pt x="116" y="215"/>
                    </a:lnTo>
                    <a:lnTo>
                      <a:pt x="116" y="215"/>
                    </a:lnTo>
                    <a:lnTo>
                      <a:pt x="114" y="215"/>
                    </a:lnTo>
                    <a:lnTo>
                      <a:pt x="114" y="215"/>
                    </a:lnTo>
                    <a:lnTo>
                      <a:pt x="114" y="213"/>
                    </a:lnTo>
                    <a:lnTo>
                      <a:pt x="114" y="213"/>
                    </a:lnTo>
                    <a:lnTo>
                      <a:pt x="114" y="213"/>
                    </a:lnTo>
                    <a:lnTo>
                      <a:pt x="114" y="213"/>
                    </a:lnTo>
                    <a:lnTo>
                      <a:pt x="114" y="213"/>
                    </a:lnTo>
                    <a:lnTo>
                      <a:pt x="114" y="213"/>
                    </a:lnTo>
                    <a:lnTo>
                      <a:pt x="116" y="213"/>
                    </a:lnTo>
                    <a:lnTo>
                      <a:pt x="116" y="213"/>
                    </a:lnTo>
                    <a:lnTo>
                      <a:pt x="116" y="211"/>
                    </a:lnTo>
                    <a:lnTo>
                      <a:pt x="116" y="211"/>
                    </a:lnTo>
                    <a:lnTo>
                      <a:pt x="116" y="211"/>
                    </a:lnTo>
                    <a:lnTo>
                      <a:pt x="116" y="208"/>
                    </a:lnTo>
                    <a:lnTo>
                      <a:pt x="116" y="208"/>
                    </a:lnTo>
                    <a:lnTo>
                      <a:pt x="118" y="208"/>
                    </a:lnTo>
                    <a:lnTo>
                      <a:pt x="118" y="206"/>
                    </a:lnTo>
                    <a:lnTo>
                      <a:pt x="116" y="206"/>
                    </a:lnTo>
                    <a:lnTo>
                      <a:pt x="116" y="206"/>
                    </a:lnTo>
                    <a:lnTo>
                      <a:pt x="116" y="206"/>
                    </a:lnTo>
                    <a:lnTo>
                      <a:pt x="116" y="204"/>
                    </a:lnTo>
                    <a:lnTo>
                      <a:pt x="116" y="204"/>
                    </a:lnTo>
                    <a:lnTo>
                      <a:pt x="116" y="204"/>
                    </a:lnTo>
                    <a:lnTo>
                      <a:pt x="116" y="201"/>
                    </a:lnTo>
                    <a:lnTo>
                      <a:pt x="114" y="201"/>
                    </a:lnTo>
                    <a:lnTo>
                      <a:pt x="114" y="201"/>
                    </a:lnTo>
                    <a:lnTo>
                      <a:pt x="114" y="201"/>
                    </a:lnTo>
                    <a:lnTo>
                      <a:pt x="114" y="201"/>
                    </a:lnTo>
                    <a:lnTo>
                      <a:pt x="114" y="201"/>
                    </a:lnTo>
                    <a:lnTo>
                      <a:pt x="111" y="201"/>
                    </a:lnTo>
                    <a:lnTo>
                      <a:pt x="111" y="201"/>
                    </a:lnTo>
                    <a:lnTo>
                      <a:pt x="111" y="199"/>
                    </a:lnTo>
                    <a:lnTo>
                      <a:pt x="111" y="199"/>
                    </a:lnTo>
                    <a:lnTo>
                      <a:pt x="109" y="199"/>
                    </a:lnTo>
                    <a:lnTo>
                      <a:pt x="109" y="196"/>
                    </a:lnTo>
                    <a:lnTo>
                      <a:pt x="109" y="196"/>
                    </a:lnTo>
                    <a:lnTo>
                      <a:pt x="109" y="196"/>
                    </a:lnTo>
                    <a:lnTo>
                      <a:pt x="109" y="194"/>
                    </a:lnTo>
                    <a:lnTo>
                      <a:pt x="109" y="194"/>
                    </a:lnTo>
                    <a:lnTo>
                      <a:pt x="107" y="194"/>
                    </a:lnTo>
                    <a:lnTo>
                      <a:pt x="107" y="194"/>
                    </a:lnTo>
                    <a:lnTo>
                      <a:pt x="107" y="192"/>
                    </a:lnTo>
                    <a:lnTo>
                      <a:pt x="107" y="192"/>
                    </a:lnTo>
                    <a:lnTo>
                      <a:pt x="109" y="192"/>
                    </a:lnTo>
                    <a:lnTo>
                      <a:pt x="109" y="192"/>
                    </a:lnTo>
                    <a:lnTo>
                      <a:pt x="109" y="192"/>
                    </a:lnTo>
                    <a:lnTo>
                      <a:pt x="109" y="192"/>
                    </a:lnTo>
                    <a:lnTo>
                      <a:pt x="111" y="192"/>
                    </a:lnTo>
                    <a:lnTo>
                      <a:pt x="111" y="192"/>
                    </a:lnTo>
                    <a:lnTo>
                      <a:pt x="111" y="189"/>
                    </a:lnTo>
                    <a:lnTo>
                      <a:pt x="111" y="189"/>
                    </a:lnTo>
                    <a:lnTo>
                      <a:pt x="114" y="189"/>
                    </a:lnTo>
                    <a:lnTo>
                      <a:pt x="114" y="187"/>
                    </a:lnTo>
                    <a:lnTo>
                      <a:pt x="114" y="187"/>
                    </a:lnTo>
                    <a:lnTo>
                      <a:pt x="114" y="185"/>
                    </a:lnTo>
                    <a:lnTo>
                      <a:pt x="111" y="185"/>
                    </a:lnTo>
                    <a:lnTo>
                      <a:pt x="111" y="185"/>
                    </a:lnTo>
                    <a:lnTo>
                      <a:pt x="111" y="187"/>
                    </a:lnTo>
                    <a:lnTo>
                      <a:pt x="109" y="187"/>
                    </a:lnTo>
                    <a:lnTo>
                      <a:pt x="109" y="185"/>
                    </a:lnTo>
                    <a:lnTo>
                      <a:pt x="109" y="185"/>
                    </a:lnTo>
                    <a:lnTo>
                      <a:pt x="109" y="185"/>
                    </a:lnTo>
                    <a:lnTo>
                      <a:pt x="109" y="185"/>
                    </a:lnTo>
                    <a:lnTo>
                      <a:pt x="107" y="185"/>
                    </a:lnTo>
                    <a:lnTo>
                      <a:pt x="107" y="182"/>
                    </a:lnTo>
                    <a:lnTo>
                      <a:pt x="107" y="182"/>
                    </a:lnTo>
                    <a:lnTo>
                      <a:pt x="107" y="182"/>
                    </a:lnTo>
                    <a:lnTo>
                      <a:pt x="107" y="182"/>
                    </a:lnTo>
                    <a:lnTo>
                      <a:pt x="107" y="180"/>
                    </a:lnTo>
                    <a:lnTo>
                      <a:pt x="107" y="180"/>
                    </a:lnTo>
                    <a:lnTo>
                      <a:pt x="104" y="180"/>
                    </a:lnTo>
                    <a:lnTo>
                      <a:pt x="104" y="180"/>
                    </a:lnTo>
                    <a:lnTo>
                      <a:pt x="102" y="180"/>
                    </a:lnTo>
                    <a:lnTo>
                      <a:pt x="102" y="180"/>
                    </a:lnTo>
                    <a:lnTo>
                      <a:pt x="102" y="180"/>
                    </a:lnTo>
                    <a:lnTo>
                      <a:pt x="102" y="177"/>
                    </a:lnTo>
                    <a:lnTo>
                      <a:pt x="102" y="177"/>
                    </a:lnTo>
                    <a:lnTo>
                      <a:pt x="102" y="177"/>
                    </a:lnTo>
                    <a:lnTo>
                      <a:pt x="100" y="177"/>
                    </a:lnTo>
                    <a:lnTo>
                      <a:pt x="100" y="175"/>
                    </a:lnTo>
                    <a:lnTo>
                      <a:pt x="100" y="175"/>
                    </a:lnTo>
                    <a:lnTo>
                      <a:pt x="100" y="173"/>
                    </a:lnTo>
                    <a:lnTo>
                      <a:pt x="100" y="173"/>
                    </a:lnTo>
                    <a:lnTo>
                      <a:pt x="100" y="175"/>
                    </a:lnTo>
                    <a:lnTo>
                      <a:pt x="100" y="175"/>
                    </a:lnTo>
                    <a:lnTo>
                      <a:pt x="100" y="175"/>
                    </a:lnTo>
                    <a:lnTo>
                      <a:pt x="100" y="177"/>
                    </a:lnTo>
                    <a:lnTo>
                      <a:pt x="97" y="177"/>
                    </a:lnTo>
                    <a:lnTo>
                      <a:pt x="97" y="177"/>
                    </a:lnTo>
                    <a:lnTo>
                      <a:pt x="97" y="175"/>
                    </a:lnTo>
                    <a:lnTo>
                      <a:pt x="95" y="175"/>
                    </a:lnTo>
                    <a:lnTo>
                      <a:pt x="95" y="175"/>
                    </a:lnTo>
                    <a:lnTo>
                      <a:pt x="95" y="173"/>
                    </a:lnTo>
                    <a:lnTo>
                      <a:pt x="95" y="173"/>
                    </a:lnTo>
                    <a:lnTo>
                      <a:pt x="95" y="173"/>
                    </a:lnTo>
                    <a:lnTo>
                      <a:pt x="95" y="173"/>
                    </a:lnTo>
                    <a:lnTo>
                      <a:pt x="95" y="173"/>
                    </a:lnTo>
                    <a:lnTo>
                      <a:pt x="95" y="170"/>
                    </a:lnTo>
                    <a:lnTo>
                      <a:pt x="92" y="170"/>
                    </a:lnTo>
                    <a:lnTo>
                      <a:pt x="92" y="170"/>
                    </a:lnTo>
                    <a:lnTo>
                      <a:pt x="92" y="168"/>
                    </a:lnTo>
                    <a:lnTo>
                      <a:pt x="92" y="168"/>
                    </a:lnTo>
                    <a:lnTo>
                      <a:pt x="92" y="166"/>
                    </a:lnTo>
                    <a:lnTo>
                      <a:pt x="92" y="166"/>
                    </a:lnTo>
                    <a:lnTo>
                      <a:pt x="92" y="163"/>
                    </a:lnTo>
                    <a:lnTo>
                      <a:pt x="92" y="163"/>
                    </a:lnTo>
                    <a:lnTo>
                      <a:pt x="92" y="163"/>
                    </a:lnTo>
                    <a:lnTo>
                      <a:pt x="92" y="163"/>
                    </a:lnTo>
                    <a:lnTo>
                      <a:pt x="90" y="163"/>
                    </a:lnTo>
                    <a:lnTo>
                      <a:pt x="90" y="163"/>
                    </a:lnTo>
                    <a:lnTo>
                      <a:pt x="90" y="161"/>
                    </a:lnTo>
                    <a:lnTo>
                      <a:pt x="90" y="161"/>
                    </a:lnTo>
                    <a:lnTo>
                      <a:pt x="90" y="161"/>
                    </a:lnTo>
                    <a:lnTo>
                      <a:pt x="90" y="158"/>
                    </a:lnTo>
                    <a:lnTo>
                      <a:pt x="90" y="158"/>
                    </a:lnTo>
                    <a:lnTo>
                      <a:pt x="88" y="158"/>
                    </a:lnTo>
                    <a:lnTo>
                      <a:pt x="88" y="156"/>
                    </a:lnTo>
                    <a:lnTo>
                      <a:pt x="88" y="156"/>
                    </a:lnTo>
                    <a:lnTo>
                      <a:pt x="88" y="156"/>
                    </a:lnTo>
                    <a:lnTo>
                      <a:pt x="88" y="156"/>
                    </a:lnTo>
                    <a:lnTo>
                      <a:pt x="85" y="156"/>
                    </a:lnTo>
                    <a:lnTo>
                      <a:pt x="85" y="154"/>
                    </a:lnTo>
                    <a:lnTo>
                      <a:pt x="85" y="154"/>
                    </a:lnTo>
                    <a:lnTo>
                      <a:pt x="85" y="154"/>
                    </a:lnTo>
                    <a:lnTo>
                      <a:pt x="83" y="154"/>
                    </a:lnTo>
                    <a:lnTo>
                      <a:pt x="83" y="151"/>
                    </a:lnTo>
                    <a:lnTo>
                      <a:pt x="83" y="151"/>
                    </a:lnTo>
                    <a:lnTo>
                      <a:pt x="83" y="151"/>
                    </a:lnTo>
                    <a:lnTo>
                      <a:pt x="83" y="151"/>
                    </a:lnTo>
                    <a:lnTo>
                      <a:pt x="83" y="151"/>
                    </a:lnTo>
                    <a:lnTo>
                      <a:pt x="81" y="151"/>
                    </a:lnTo>
                    <a:lnTo>
                      <a:pt x="81" y="149"/>
                    </a:lnTo>
                    <a:lnTo>
                      <a:pt x="81" y="149"/>
                    </a:lnTo>
                    <a:lnTo>
                      <a:pt x="81" y="149"/>
                    </a:lnTo>
                    <a:lnTo>
                      <a:pt x="81" y="149"/>
                    </a:lnTo>
                    <a:lnTo>
                      <a:pt x="81" y="147"/>
                    </a:lnTo>
                    <a:lnTo>
                      <a:pt x="78" y="147"/>
                    </a:lnTo>
                    <a:lnTo>
                      <a:pt x="78" y="147"/>
                    </a:lnTo>
                    <a:lnTo>
                      <a:pt x="78" y="147"/>
                    </a:lnTo>
                    <a:lnTo>
                      <a:pt x="78" y="144"/>
                    </a:lnTo>
                    <a:lnTo>
                      <a:pt x="76" y="144"/>
                    </a:lnTo>
                    <a:lnTo>
                      <a:pt x="76" y="144"/>
                    </a:lnTo>
                    <a:lnTo>
                      <a:pt x="76" y="144"/>
                    </a:lnTo>
                    <a:lnTo>
                      <a:pt x="76" y="142"/>
                    </a:lnTo>
                    <a:lnTo>
                      <a:pt x="76" y="142"/>
                    </a:lnTo>
                    <a:lnTo>
                      <a:pt x="76" y="142"/>
                    </a:lnTo>
                    <a:lnTo>
                      <a:pt x="73" y="142"/>
                    </a:lnTo>
                    <a:lnTo>
                      <a:pt x="73" y="142"/>
                    </a:lnTo>
                    <a:lnTo>
                      <a:pt x="73" y="140"/>
                    </a:lnTo>
                    <a:lnTo>
                      <a:pt x="73" y="140"/>
                    </a:lnTo>
                    <a:lnTo>
                      <a:pt x="73" y="140"/>
                    </a:lnTo>
                    <a:lnTo>
                      <a:pt x="73" y="137"/>
                    </a:lnTo>
                    <a:lnTo>
                      <a:pt x="73" y="137"/>
                    </a:lnTo>
                    <a:lnTo>
                      <a:pt x="73" y="137"/>
                    </a:lnTo>
                    <a:lnTo>
                      <a:pt x="73" y="135"/>
                    </a:lnTo>
                    <a:lnTo>
                      <a:pt x="73" y="135"/>
                    </a:lnTo>
                    <a:lnTo>
                      <a:pt x="71" y="135"/>
                    </a:lnTo>
                    <a:lnTo>
                      <a:pt x="71" y="132"/>
                    </a:lnTo>
                    <a:lnTo>
                      <a:pt x="71" y="132"/>
                    </a:lnTo>
                    <a:lnTo>
                      <a:pt x="71" y="132"/>
                    </a:lnTo>
                    <a:lnTo>
                      <a:pt x="71" y="132"/>
                    </a:lnTo>
                    <a:lnTo>
                      <a:pt x="69" y="132"/>
                    </a:lnTo>
                    <a:lnTo>
                      <a:pt x="69" y="132"/>
                    </a:lnTo>
                    <a:lnTo>
                      <a:pt x="69" y="132"/>
                    </a:lnTo>
                    <a:lnTo>
                      <a:pt x="69" y="132"/>
                    </a:lnTo>
                    <a:lnTo>
                      <a:pt x="66" y="132"/>
                    </a:lnTo>
                    <a:lnTo>
                      <a:pt x="66" y="132"/>
                    </a:lnTo>
                    <a:lnTo>
                      <a:pt x="66" y="130"/>
                    </a:lnTo>
                    <a:lnTo>
                      <a:pt x="66" y="130"/>
                    </a:lnTo>
                    <a:lnTo>
                      <a:pt x="66" y="130"/>
                    </a:lnTo>
                    <a:lnTo>
                      <a:pt x="66" y="130"/>
                    </a:lnTo>
                    <a:lnTo>
                      <a:pt x="64" y="130"/>
                    </a:lnTo>
                    <a:lnTo>
                      <a:pt x="64" y="128"/>
                    </a:lnTo>
                    <a:lnTo>
                      <a:pt x="64" y="128"/>
                    </a:lnTo>
                    <a:lnTo>
                      <a:pt x="64" y="128"/>
                    </a:lnTo>
                    <a:lnTo>
                      <a:pt x="64" y="125"/>
                    </a:lnTo>
                    <a:lnTo>
                      <a:pt x="62" y="125"/>
                    </a:lnTo>
                    <a:lnTo>
                      <a:pt x="62" y="125"/>
                    </a:lnTo>
                    <a:lnTo>
                      <a:pt x="62" y="123"/>
                    </a:lnTo>
                    <a:lnTo>
                      <a:pt x="62" y="123"/>
                    </a:lnTo>
                    <a:lnTo>
                      <a:pt x="62" y="123"/>
                    </a:lnTo>
                    <a:lnTo>
                      <a:pt x="64" y="123"/>
                    </a:lnTo>
                    <a:lnTo>
                      <a:pt x="64" y="121"/>
                    </a:lnTo>
                    <a:lnTo>
                      <a:pt x="64" y="121"/>
                    </a:lnTo>
                    <a:lnTo>
                      <a:pt x="64" y="121"/>
                    </a:lnTo>
                    <a:lnTo>
                      <a:pt x="64" y="121"/>
                    </a:lnTo>
                    <a:lnTo>
                      <a:pt x="64" y="118"/>
                    </a:lnTo>
                    <a:lnTo>
                      <a:pt x="62" y="118"/>
                    </a:lnTo>
                    <a:lnTo>
                      <a:pt x="62" y="118"/>
                    </a:lnTo>
                    <a:lnTo>
                      <a:pt x="62" y="118"/>
                    </a:lnTo>
                    <a:lnTo>
                      <a:pt x="62" y="118"/>
                    </a:lnTo>
                    <a:lnTo>
                      <a:pt x="59" y="118"/>
                    </a:lnTo>
                    <a:lnTo>
                      <a:pt x="59" y="118"/>
                    </a:lnTo>
                    <a:lnTo>
                      <a:pt x="59" y="116"/>
                    </a:lnTo>
                    <a:lnTo>
                      <a:pt x="57" y="116"/>
                    </a:lnTo>
                    <a:lnTo>
                      <a:pt x="57" y="116"/>
                    </a:lnTo>
                    <a:lnTo>
                      <a:pt x="57" y="116"/>
                    </a:lnTo>
                    <a:lnTo>
                      <a:pt x="55" y="116"/>
                    </a:lnTo>
                    <a:lnTo>
                      <a:pt x="55" y="116"/>
                    </a:lnTo>
                    <a:lnTo>
                      <a:pt x="55" y="116"/>
                    </a:lnTo>
                    <a:lnTo>
                      <a:pt x="55" y="116"/>
                    </a:lnTo>
                    <a:lnTo>
                      <a:pt x="52" y="116"/>
                    </a:lnTo>
                    <a:lnTo>
                      <a:pt x="52" y="113"/>
                    </a:lnTo>
                    <a:lnTo>
                      <a:pt x="52" y="113"/>
                    </a:lnTo>
                    <a:lnTo>
                      <a:pt x="52" y="113"/>
                    </a:lnTo>
                    <a:lnTo>
                      <a:pt x="50" y="113"/>
                    </a:lnTo>
                    <a:lnTo>
                      <a:pt x="50" y="113"/>
                    </a:lnTo>
                    <a:lnTo>
                      <a:pt x="50" y="113"/>
                    </a:lnTo>
                    <a:lnTo>
                      <a:pt x="50" y="111"/>
                    </a:lnTo>
                    <a:lnTo>
                      <a:pt x="50" y="111"/>
                    </a:lnTo>
                    <a:lnTo>
                      <a:pt x="47" y="111"/>
                    </a:lnTo>
                    <a:lnTo>
                      <a:pt x="47" y="111"/>
                    </a:lnTo>
                    <a:lnTo>
                      <a:pt x="47" y="111"/>
                    </a:lnTo>
                    <a:lnTo>
                      <a:pt x="47" y="111"/>
                    </a:lnTo>
                    <a:lnTo>
                      <a:pt x="47" y="109"/>
                    </a:lnTo>
                    <a:lnTo>
                      <a:pt x="45" y="109"/>
                    </a:lnTo>
                    <a:lnTo>
                      <a:pt x="45" y="109"/>
                    </a:lnTo>
                    <a:lnTo>
                      <a:pt x="45" y="109"/>
                    </a:lnTo>
                    <a:lnTo>
                      <a:pt x="43" y="109"/>
                    </a:lnTo>
                    <a:lnTo>
                      <a:pt x="43" y="109"/>
                    </a:lnTo>
                    <a:lnTo>
                      <a:pt x="43" y="106"/>
                    </a:lnTo>
                    <a:lnTo>
                      <a:pt x="43" y="106"/>
                    </a:lnTo>
                    <a:lnTo>
                      <a:pt x="43" y="106"/>
                    </a:lnTo>
                    <a:lnTo>
                      <a:pt x="40" y="106"/>
                    </a:lnTo>
                    <a:lnTo>
                      <a:pt x="40" y="106"/>
                    </a:lnTo>
                    <a:lnTo>
                      <a:pt x="40" y="104"/>
                    </a:lnTo>
                    <a:lnTo>
                      <a:pt x="40" y="104"/>
                    </a:lnTo>
                    <a:lnTo>
                      <a:pt x="38" y="104"/>
                    </a:lnTo>
                    <a:lnTo>
                      <a:pt x="38" y="104"/>
                    </a:lnTo>
                    <a:lnTo>
                      <a:pt x="38" y="104"/>
                    </a:lnTo>
                    <a:lnTo>
                      <a:pt x="36" y="104"/>
                    </a:lnTo>
                    <a:lnTo>
                      <a:pt x="36" y="104"/>
                    </a:lnTo>
                    <a:lnTo>
                      <a:pt x="38" y="104"/>
                    </a:lnTo>
                    <a:lnTo>
                      <a:pt x="38" y="102"/>
                    </a:lnTo>
                    <a:lnTo>
                      <a:pt x="38" y="102"/>
                    </a:lnTo>
                    <a:lnTo>
                      <a:pt x="38" y="102"/>
                    </a:lnTo>
                    <a:lnTo>
                      <a:pt x="40" y="102"/>
                    </a:lnTo>
                    <a:lnTo>
                      <a:pt x="40" y="102"/>
                    </a:lnTo>
                    <a:lnTo>
                      <a:pt x="40" y="99"/>
                    </a:lnTo>
                    <a:lnTo>
                      <a:pt x="40" y="99"/>
                    </a:lnTo>
                    <a:lnTo>
                      <a:pt x="40" y="99"/>
                    </a:lnTo>
                    <a:lnTo>
                      <a:pt x="40" y="97"/>
                    </a:lnTo>
                    <a:lnTo>
                      <a:pt x="40" y="97"/>
                    </a:lnTo>
                    <a:lnTo>
                      <a:pt x="40" y="97"/>
                    </a:lnTo>
                    <a:lnTo>
                      <a:pt x="40" y="97"/>
                    </a:lnTo>
                    <a:lnTo>
                      <a:pt x="40" y="94"/>
                    </a:lnTo>
                    <a:lnTo>
                      <a:pt x="40" y="94"/>
                    </a:lnTo>
                    <a:lnTo>
                      <a:pt x="40" y="94"/>
                    </a:lnTo>
                    <a:lnTo>
                      <a:pt x="40" y="94"/>
                    </a:lnTo>
                    <a:lnTo>
                      <a:pt x="40" y="94"/>
                    </a:lnTo>
                    <a:lnTo>
                      <a:pt x="40" y="94"/>
                    </a:lnTo>
                    <a:lnTo>
                      <a:pt x="43" y="94"/>
                    </a:lnTo>
                    <a:lnTo>
                      <a:pt x="43" y="94"/>
                    </a:lnTo>
                    <a:lnTo>
                      <a:pt x="43" y="94"/>
                    </a:lnTo>
                    <a:lnTo>
                      <a:pt x="43" y="94"/>
                    </a:lnTo>
                    <a:lnTo>
                      <a:pt x="45" y="94"/>
                    </a:lnTo>
                    <a:lnTo>
                      <a:pt x="45" y="94"/>
                    </a:lnTo>
                    <a:lnTo>
                      <a:pt x="47" y="94"/>
                    </a:lnTo>
                    <a:lnTo>
                      <a:pt x="47" y="94"/>
                    </a:lnTo>
                    <a:lnTo>
                      <a:pt x="47" y="94"/>
                    </a:lnTo>
                    <a:lnTo>
                      <a:pt x="47" y="94"/>
                    </a:lnTo>
                    <a:lnTo>
                      <a:pt x="50" y="94"/>
                    </a:lnTo>
                    <a:lnTo>
                      <a:pt x="50" y="94"/>
                    </a:lnTo>
                    <a:lnTo>
                      <a:pt x="50" y="94"/>
                    </a:lnTo>
                    <a:lnTo>
                      <a:pt x="50" y="94"/>
                    </a:lnTo>
                    <a:lnTo>
                      <a:pt x="52" y="94"/>
                    </a:lnTo>
                    <a:lnTo>
                      <a:pt x="52" y="94"/>
                    </a:lnTo>
                    <a:lnTo>
                      <a:pt x="52" y="94"/>
                    </a:lnTo>
                    <a:lnTo>
                      <a:pt x="52" y="94"/>
                    </a:lnTo>
                    <a:lnTo>
                      <a:pt x="55" y="94"/>
                    </a:lnTo>
                    <a:lnTo>
                      <a:pt x="55" y="92"/>
                    </a:lnTo>
                    <a:lnTo>
                      <a:pt x="55" y="92"/>
                    </a:lnTo>
                    <a:lnTo>
                      <a:pt x="55" y="92"/>
                    </a:lnTo>
                    <a:lnTo>
                      <a:pt x="55" y="92"/>
                    </a:lnTo>
                    <a:lnTo>
                      <a:pt x="57" y="92"/>
                    </a:lnTo>
                    <a:lnTo>
                      <a:pt x="57" y="90"/>
                    </a:lnTo>
                    <a:lnTo>
                      <a:pt x="57" y="90"/>
                    </a:lnTo>
                    <a:lnTo>
                      <a:pt x="55" y="90"/>
                    </a:lnTo>
                    <a:lnTo>
                      <a:pt x="55" y="87"/>
                    </a:lnTo>
                    <a:lnTo>
                      <a:pt x="57" y="87"/>
                    </a:lnTo>
                    <a:lnTo>
                      <a:pt x="57" y="87"/>
                    </a:lnTo>
                    <a:lnTo>
                      <a:pt x="57" y="87"/>
                    </a:lnTo>
                    <a:lnTo>
                      <a:pt x="57" y="85"/>
                    </a:lnTo>
                    <a:lnTo>
                      <a:pt x="57" y="85"/>
                    </a:lnTo>
                    <a:lnTo>
                      <a:pt x="59" y="85"/>
                    </a:lnTo>
                    <a:lnTo>
                      <a:pt x="59" y="85"/>
                    </a:lnTo>
                    <a:lnTo>
                      <a:pt x="59" y="83"/>
                    </a:lnTo>
                    <a:lnTo>
                      <a:pt x="59" y="83"/>
                    </a:lnTo>
                    <a:lnTo>
                      <a:pt x="57" y="83"/>
                    </a:lnTo>
                    <a:lnTo>
                      <a:pt x="57" y="83"/>
                    </a:lnTo>
                    <a:lnTo>
                      <a:pt x="57" y="80"/>
                    </a:lnTo>
                    <a:lnTo>
                      <a:pt x="57" y="80"/>
                    </a:lnTo>
                    <a:lnTo>
                      <a:pt x="57" y="80"/>
                    </a:lnTo>
                    <a:lnTo>
                      <a:pt x="55" y="80"/>
                    </a:lnTo>
                    <a:lnTo>
                      <a:pt x="55" y="80"/>
                    </a:lnTo>
                    <a:lnTo>
                      <a:pt x="55" y="80"/>
                    </a:lnTo>
                    <a:lnTo>
                      <a:pt x="52" y="80"/>
                    </a:lnTo>
                    <a:lnTo>
                      <a:pt x="52" y="80"/>
                    </a:lnTo>
                    <a:lnTo>
                      <a:pt x="52" y="78"/>
                    </a:lnTo>
                    <a:lnTo>
                      <a:pt x="55" y="78"/>
                    </a:lnTo>
                    <a:lnTo>
                      <a:pt x="55" y="78"/>
                    </a:lnTo>
                    <a:lnTo>
                      <a:pt x="55" y="76"/>
                    </a:lnTo>
                    <a:lnTo>
                      <a:pt x="52" y="76"/>
                    </a:lnTo>
                    <a:lnTo>
                      <a:pt x="52" y="76"/>
                    </a:lnTo>
                    <a:lnTo>
                      <a:pt x="52" y="76"/>
                    </a:lnTo>
                    <a:lnTo>
                      <a:pt x="50" y="76"/>
                    </a:lnTo>
                    <a:lnTo>
                      <a:pt x="50" y="76"/>
                    </a:lnTo>
                    <a:lnTo>
                      <a:pt x="50" y="76"/>
                    </a:lnTo>
                    <a:lnTo>
                      <a:pt x="47" y="76"/>
                    </a:lnTo>
                    <a:lnTo>
                      <a:pt x="47" y="76"/>
                    </a:lnTo>
                    <a:lnTo>
                      <a:pt x="47" y="73"/>
                    </a:lnTo>
                    <a:lnTo>
                      <a:pt x="47" y="73"/>
                    </a:lnTo>
                    <a:lnTo>
                      <a:pt x="47" y="73"/>
                    </a:lnTo>
                    <a:lnTo>
                      <a:pt x="47" y="73"/>
                    </a:lnTo>
                    <a:lnTo>
                      <a:pt x="47" y="73"/>
                    </a:lnTo>
                    <a:lnTo>
                      <a:pt x="47" y="73"/>
                    </a:lnTo>
                    <a:lnTo>
                      <a:pt x="50" y="73"/>
                    </a:lnTo>
                    <a:lnTo>
                      <a:pt x="50" y="73"/>
                    </a:lnTo>
                    <a:lnTo>
                      <a:pt x="50" y="73"/>
                    </a:lnTo>
                    <a:lnTo>
                      <a:pt x="50" y="71"/>
                    </a:lnTo>
                    <a:lnTo>
                      <a:pt x="50" y="71"/>
                    </a:lnTo>
                    <a:lnTo>
                      <a:pt x="52" y="71"/>
                    </a:lnTo>
                    <a:lnTo>
                      <a:pt x="52" y="68"/>
                    </a:lnTo>
                    <a:lnTo>
                      <a:pt x="50" y="68"/>
                    </a:lnTo>
                    <a:lnTo>
                      <a:pt x="50" y="68"/>
                    </a:lnTo>
                    <a:lnTo>
                      <a:pt x="50" y="68"/>
                    </a:lnTo>
                    <a:lnTo>
                      <a:pt x="50" y="68"/>
                    </a:lnTo>
                    <a:lnTo>
                      <a:pt x="50" y="66"/>
                    </a:lnTo>
                    <a:lnTo>
                      <a:pt x="47" y="66"/>
                    </a:lnTo>
                    <a:lnTo>
                      <a:pt x="47" y="66"/>
                    </a:lnTo>
                    <a:lnTo>
                      <a:pt x="47" y="66"/>
                    </a:lnTo>
                    <a:lnTo>
                      <a:pt x="47" y="66"/>
                    </a:lnTo>
                    <a:lnTo>
                      <a:pt x="47" y="64"/>
                    </a:lnTo>
                    <a:lnTo>
                      <a:pt x="45" y="64"/>
                    </a:lnTo>
                    <a:lnTo>
                      <a:pt x="45" y="64"/>
                    </a:lnTo>
                    <a:lnTo>
                      <a:pt x="45" y="64"/>
                    </a:lnTo>
                    <a:lnTo>
                      <a:pt x="45" y="64"/>
                    </a:lnTo>
                    <a:lnTo>
                      <a:pt x="43" y="64"/>
                    </a:lnTo>
                    <a:lnTo>
                      <a:pt x="43" y="61"/>
                    </a:lnTo>
                    <a:lnTo>
                      <a:pt x="43" y="61"/>
                    </a:lnTo>
                    <a:lnTo>
                      <a:pt x="43" y="61"/>
                    </a:lnTo>
                    <a:lnTo>
                      <a:pt x="40" y="61"/>
                    </a:lnTo>
                    <a:lnTo>
                      <a:pt x="40" y="61"/>
                    </a:lnTo>
                    <a:lnTo>
                      <a:pt x="40" y="61"/>
                    </a:lnTo>
                    <a:lnTo>
                      <a:pt x="40" y="64"/>
                    </a:lnTo>
                    <a:lnTo>
                      <a:pt x="38" y="64"/>
                    </a:lnTo>
                    <a:lnTo>
                      <a:pt x="38" y="64"/>
                    </a:lnTo>
                    <a:lnTo>
                      <a:pt x="38" y="64"/>
                    </a:lnTo>
                    <a:lnTo>
                      <a:pt x="36" y="64"/>
                    </a:lnTo>
                    <a:lnTo>
                      <a:pt x="36" y="64"/>
                    </a:lnTo>
                    <a:lnTo>
                      <a:pt x="36" y="64"/>
                    </a:lnTo>
                    <a:lnTo>
                      <a:pt x="36" y="64"/>
                    </a:lnTo>
                    <a:lnTo>
                      <a:pt x="33" y="64"/>
                    </a:lnTo>
                    <a:lnTo>
                      <a:pt x="33" y="66"/>
                    </a:lnTo>
                    <a:lnTo>
                      <a:pt x="33" y="66"/>
                    </a:lnTo>
                    <a:lnTo>
                      <a:pt x="33" y="66"/>
                    </a:lnTo>
                    <a:lnTo>
                      <a:pt x="33" y="68"/>
                    </a:lnTo>
                    <a:lnTo>
                      <a:pt x="33" y="68"/>
                    </a:lnTo>
                    <a:lnTo>
                      <a:pt x="33" y="68"/>
                    </a:lnTo>
                    <a:lnTo>
                      <a:pt x="31" y="68"/>
                    </a:lnTo>
                    <a:lnTo>
                      <a:pt x="31" y="68"/>
                    </a:lnTo>
                    <a:lnTo>
                      <a:pt x="31" y="68"/>
                    </a:lnTo>
                    <a:lnTo>
                      <a:pt x="31" y="66"/>
                    </a:lnTo>
                    <a:lnTo>
                      <a:pt x="29" y="66"/>
                    </a:lnTo>
                    <a:lnTo>
                      <a:pt x="29" y="66"/>
                    </a:lnTo>
                    <a:lnTo>
                      <a:pt x="29" y="66"/>
                    </a:lnTo>
                    <a:lnTo>
                      <a:pt x="29" y="66"/>
                    </a:lnTo>
                    <a:lnTo>
                      <a:pt x="26" y="66"/>
                    </a:lnTo>
                    <a:lnTo>
                      <a:pt x="26" y="66"/>
                    </a:lnTo>
                    <a:lnTo>
                      <a:pt x="24" y="66"/>
                    </a:lnTo>
                    <a:lnTo>
                      <a:pt x="24" y="66"/>
                    </a:lnTo>
                    <a:lnTo>
                      <a:pt x="24" y="64"/>
                    </a:lnTo>
                    <a:lnTo>
                      <a:pt x="24" y="64"/>
                    </a:lnTo>
                    <a:lnTo>
                      <a:pt x="21" y="64"/>
                    </a:lnTo>
                    <a:lnTo>
                      <a:pt x="21" y="64"/>
                    </a:lnTo>
                    <a:lnTo>
                      <a:pt x="21" y="64"/>
                    </a:lnTo>
                    <a:lnTo>
                      <a:pt x="21" y="64"/>
                    </a:lnTo>
                    <a:lnTo>
                      <a:pt x="19" y="64"/>
                    </a:lnTo>
                    <a:lnTo>
                      <a:pt x="19" y="64"/>
                    </a:lnTo>
                    <a:lnTo>
                      <a:pt x="19" y="64"/>
                    </a:lnTo>
                    <a:lnTo>
                      <a:pt x="19" y="61"/>
                    </a:lnTo>
                    <a:lnTo>
                      <a:pt x="19" y="61"/>
                    </a:lnTo>
                    <a:lnTo>
                      <a:pt x="17" y="61"/>
                    </a:lnTo>
                    <a:lnTo>
                      <a:pt x="17" y="59"/>
                    </a:lnTo>
                    <a:lnTo>
                      <a:pt x="17" y="59"/>
                    </a:lnTo>
                    <a:lnTo>
                      <a:pt x="17" y="59"/>
                    </a:lnTo>
                    <a:lnTo>
                      <a:pt x="17" y="59"/>
                    </a:lnTo>
                    <a:lnTo>
                      <a:pt x="17" y="57"/>
                    </a:lnTo>
                    <a:lnTo>
                      <a:pt x="17" y="57"/>
                    </a:lnTo>
                    <a:lnTo>
                      <a:pt x="14" y="57"/>
                    </a:lnTo>
                    <a:lnTo>
                      <a:pt x="14" y="54"/>
                    </a:lnTo>
                    <a:lnTo>
                      <a:pt x="14" y="54"/>
                    </a:lnTo>
                    <a:lnTo>
                      <a:pt x="14" y="54"/>
                    </a:lnTo>
                    <a:lnTo>
                      <a:pt x="14" y="54"/>
                    </a:lnTo>
                    <a:lnTo>
                      <a:pt x="14" y="54"/>
                    </a:lnTo>
                    <a:lnTo>
                      <a:pt x="14" y="54"/>
                    </a:lnTo>
                    <a:lnTo>
                      <a:pt x="14" y="52"/>
                    </a:lnTo>
                    <a:lnTo>
                      <a:pt x="14" y="52"/>
                    </a:lnTo>
                    <a:lnTo>
                      <a:pt x="14" y="52"/>
                    </a:lnTo>
                    <a:lnTo>
                      <a:pt x="14" y="49"/>
                    </a:lnTo>
                    <a:lnTo>
                      <a:pt x="14" y="49"/>
                    </a:lnTo>
                    <a:lnTo>
                      <a:pt x="14" y="49"/>
                    </a:lnTo>
                    <a:lnTo>
                      <a:pt x="14" y="49"/>
                    </a:lnTo>
                    <a:lnTo>
                      <a:pt x="14" y="47"/>
                    </a:lnTo>
                    <a:lnTo>
                      <a:pt x="14" y="47"/>
                    </a:lnTo>
                    <a:lnTo>
                      <a:pt x="17" y="47"/>
                    </a:lnTo>
                    <a:lnTo>
                      <a:pt x="17" y="45"/>
                    </a:lnTo>
                    <a:lnTo>
                      <a:pt x="17" y="45"/>
                    </a:lnTo>
                    <a:lnTo>
                      <a:pt x="17" y="45"/>
                    </a:lnTo>
                    <a:lnTo>
                      <a:pt x="17" y="45"/>
                    </a:lnTo>
                    <a:lnTo>
                      <a:pt x="17" y="45"/>
                    </a:lnTo>
                    <a:lnTo>
                      <a:pt x="17" y="42"/>
                    </a:lnTo>
                    <a:lnTo>
                      <a:pt x="14" y="42"/>
                    </a:lnTo>
                    <a:lnTo>
                      <a:pt x="14" y="42"/>
                    </a:lnTo>
                    <a:lnTo>
                      <a:pt x="14" y="42"/>
                    </a:lnTo>
                    <a:lnTo>
                      <a:pt x="14" y="40"/>
                    </a:lnTo>
                    <a:lnTo>
                      <a:pt x="14" y="40"/>
                    </a:lnTo>
                    <a:lnTo>
                      <a:pt x="14" y="40"/>
                    </a:lnTo>
                    <a:lnTo>
                      <a:pt x="14" y="40"/>
                    </a:lnTo>
                    <a:lnTo>
                      <a:pt x="14" y="42"/>
                    </a:lnTo>
                    <a:lnTo>
                      <a:pt x="14" y="42"/>
                    </a:lnTo>
                    <a:lnTo>
                      <a:pt x="12" y="42"/>
                    </a:lnTo>
                    <a:lnTo>
                      <a:pt x="12" y="45"/>
                    </a:lnTo>
                    <a:lnTo>
                      <a:pt x="12" y="45"/>
                    </a:lnTo>
                    <a:lnTo>
                      <a:pt x="10" y="45"/>
                    </a:lnTo>
                    <a:lnTo>
                      <a:pt x="10" y="45"/>
                    </a:lnTo>
                    <a:lnTo>
                      <a:pt x="10" y="42"/>
                    </a:lnTo>
                    <a:lnTo>
                      <a:pt x="10" y="42"/>
                    </a:lnTo>
                    <a:lnTo>
                      <a:pt x="10" y="40"/>
                    </a:lnTo>
                    <a:lnTo>
                      <a:pt x="10" y="40"/>
                    </a:lnTo>
                    <a:lnTo>
                      <a:pt x="10" y="40"/>
                    </a:lnTo>
                    <a:lnTo>
                      <a:pt x="10" y="38"/>
                    </a:lnTo>
                    <a:lnTo>
                      <a:pt x="10" y="38"/>
                    </a:lnTo>
                    <a:lnTo>
                      <a:pt x="7" y="38"/>
                    </a:lnTo>
                    <a:lnTo>
                      <a:pt x="7" y="35"/>
                    </a:lnTo>
                    <a:lnTo>
                      <a:pt x="7" y="35"/>
                    </a:lnTo>
                    <a:lnTo>
                      <a:pt x="7" y="35"/>
                    </a:lnTo>
                    <a:lnTo>
                      <a:pt x="7" y="35"/>
                    </a:lnTo>
                    <a:lnTo>
                      <a:pt x="7" y="33"/>
                    </a:lnTo>
                    <a:lnTo>
                      <a:pt x="5" y="33"/>
                    </a:lnTo>
                    <a:lnTo>
                      <a:pt x="5" y="33"/>
                    </a:lnTo>
                    <a:lnTo>
                      <a:pt x="5" y="33"/>
                    </a:lnTo>
                    <a:lnTo>
                      <a:pt x="5" y="33"/>
                    </a:lnTo>
                    <a:lnTo>
                      <a:pt x="2" y="33"/>
                    </a:lnTo>
                    <a:lnTo>
                      <a:pt x="2" y="31"/>
                    </a:lnTo>
                    <a:lnTo>
                      <a:pt x="2" y="31"/>
                    </a:lnTo>
                    <a:lnTo>
                      <a:pt x="2" y="31"/>
                    </a:lnTo>
                    <a:lnTo>
                      <a:pt x="2" y="31"/>
                    </a:lnTo>
                    <a:lnTo>
                      <a:pt x="2" y="28"/>
                    </a:lnTo>
                    <a:lnTo>
                      <a:pt x="0" y="28"/>
                    </a:lnTo>
                    <a:lnTo>
                      <a:pt x="0" y="28"/>
                    </a:lnTo>
                    <a:lnTo>
                      <a:pt x="0" y="28"/>
                    </a:lnTo>
                    <a:lnTo>
                      <a:pt x="0" y="26"/>
                    </a:lnTo>
                    <a:lnTo>
                      <a:pt x="0" y="26"/>
                    </a:lnTo>
                    <a:lnTo>
                      <a:pt x="0" y="26"/>
                    </a:lnTo>
                    <a:lnTo>
                      <a:pt x="0" y="23"/>
                    </a:lnTo>
                    <a:lnTo>
                      <a:pt x="0" y="23"/>
                    </a:lnTo>
                    <a:lnTo>
                      <a:pt x="0" y="23"/>
                    </a:lnTo>
                    <a:lnTo>
                      <a:pt x="0" y="23"/>
                    </a:lnTo>
                    <a:lnTo>
                      <a:pt x="2" y="23"/>
                    </a:lnTo>
                    <a:lnTo>
                      <a:pt x="2" y="23"/>
                    </a:lnTo>
                    <a:lnTo>
                      <a:pt x="2" y="21"/>
                    </a:lnTo>
                    <a:lnTo>
                      <a:pt x="2" y="21"/>
                    </a:lnTo>
                    <a:lnTo>
                      <a:pt x="2" y="21"/>
                    </a:lnTo>
                    <a:lnTo>
                      <a:pt x="2" y="21"/>
                    </a:lnTo>
                    <a:lnTo>
                      <a:pt x="2" y="19"/>
                    </a:lnTo>
                    <a:lnTo>
                      <a:pt x="5" y="19"/>
                    </a:lnTo>
                    <a:lnTo>
                      <a:pt x="5" y="19"/>
                    </a:lnTo>
                    <a:lnTo>
                      <a:pt x="5" y="16"/>
                    </a:lnTo>
                    <a:lnTo>
                      <a:pt x="5" y="16"/>
                    </a:lnTo>
                    <a:lnTo>
                      <a:pt x="5" y="16"/>
                    </a:lnTo>
                    <a:lnTo>
                      <a:pt x="5" y="14"/>
                    </a:lnTo>
                    <a:lnTo>
                      <a:pt x="7" y="14"/>
                    </a:lnTo>
                    <a:lnTo>
                      <a:pt x="7" y="14"/>
                    </a:lnTo>
                    <a:lnTo>
                      <a:pt x="7" y="16"/>
                    </a:lnTo>
                    <a:lnTo>
                      <a:pt x="7" y="16"/>
                    </a:lnTo>
                    <a:lnTo>
                      <a:pt x="7" y="16"/>
                    </a:lnTo>
                    <a:lnTo>
                      <a:pt x="10" y="16"/>
                    </a:lnTo>
                    <a:lnTo>
                      <a:pt x="10" y="16"/>
                    </a:lnTo>
                    <a:lnTo>
                      <a:pt x="10" y="16"/>
                    </a:lnTo>
                    <a:lnTo>
                      <a:pt x="10" y="19"/>
                    </a:lnTo>
                    <a:lnTo>
                      <a:pt x="12" y="19"/>
                    </a:lnTo>
                    <a:lnTo>
                      <a:pt x="12" y="19"/>
                    </a:lnTo>
                    <a:lnTo>
                      <a:pt x="12" y="19"/>
                    </a:lnTo>
                    <a:lnTo>
                      <a:pt x="14" y="19"/>
                    </a:lnTo>
                    <a:lnTo>
                      <a:pt x="14" y="19"/>
                    </a:lnTo>
                    <a:lnTo>
                      <a:pt x="14" y="21"/>
                    </a:lnTo>
                    <a:lnTo>
                      <a:pt x="14" y="21"/>
                    </a:lnTo>
                    <a:lnTo>
                      <a:pt x="14" y="21"/>
                    </a:lnTo>
                    <a:lnTo>
                      <a:pt x="14" y="23"/>
                    </a:lnTo>
                    <a:lnTo>
                      <a:pt x="17" y="23"/>
                    </a:lnTo>
                    <a:lnTo>
                      <a:pt x="17" y="23"/>
                    </a:lnTo>
                    <a:lnTo>
                      <a:pt x="17" y="23"/>
                    </a:lnTo>
                    <a:lnTo>
                      <a:pt x="17" y="23"/>
                    </a:lnTo>
                    <a:lnTo>
                      <a:pt x="19" y="23"/>
                    </a:lnTo>
                    <a:lnTo>
                      <a:pt x="19" y="23"/>
                    </a:lnTo>
                    <a:lnTo>
                      <a:pt x="19" y="23"/>
                    </a:lnTo>
                    <a:lnTo>
                      <a:pt x="19" y="21"/>
                    </a:lnTo>
                    <a:lnTo>
                      <a:pt x="21" y="21"/>
                    </a:lnTo>
                    <a:lnTo>
                      <a:pt x="21" y="21"/>
                    </a:lnTo>
                    <a:lnTo>
                      <a:pt x="21" y="19"/>
                    </a:lnTo>
                    <a:lnTo>
                      <a:pt x="21" y="19"/>
                    </a:lnTo>
                    <a:lnTo>
                      <a:pt x="21" y="19"/>
                    </a:lnTo>
                    <a:lnTo>
                      <a:pt x="21" y="19"/>
                    </a:lnTo>
                    <a:lnTo>
                      <a:pt x="24" y="19"/>
                    </a:lnTo>
                    <a:lnTo>
                      <a:pt x="24" y="16"/>
                    </a:lnTo>
                    <a:lnTo>
                      <a:pt x="24" y="16"/>
                    </a:lnTo>
                    <a:lnTo>
                      <a:pt x="24" y="16"/>
                    </a:lnTo>
                    <a:lnTo>
                      <a:pt x="24" y="14"/>
                    </a:lnTo>
                    <a:lnTo>
                      <a:pt x="24" y="14"/>
                    </a:lnTo>
                    <a:lnTo>
                      <a:pt x="24" y="14"/>
                    </a:lnTo>
                    <a:lnTo>
                      <a:pt x="24" y="14"/>
                    </a:lnTo>
                    <a:lnTo>
                      <a:pt x="26" y="14"/>
                    </a:lnTo>
                    <a:lnTo>
                      <a:pt x="26" y="16"/>
                    </a:lnTo>
                    <a:lnTo>
                      <a:pt x="26" y="16"/>
                    </a:lnTo>
                    <a:lnTo>
                      <a:pt x="26" y="16"/>
                    </a:lnTo>
                    <a:lnTo>
                      <a:pt x="26" y="19"/>
                    </a:lnTo>
                    <a:lnTo>
                      <a:pt x="29" y="19"/>
                    </a:lnTo>
                    <a:lnTo>
                      <a:pt x="29" y="19"/>
                    </a:lnTo>
                    <a:lnTo>
                      <a:pt x="29" y="19"/>
                    </a:lnTo>
                    <a:lnTo>
                      <a:pt x="29" y="19"/>
                    </a:lnTo>
                    <a:lnTo>
                      <a:pt x="29" y="19"/>
                    </a:lnTo>
                    <a:lnTo>
                      <a:pt x="29" y="16"/>
                    </a:lnTo>
                    <a:lnTo>
                      <a:pt x="29" y="16"/>
                    </a:lnTo>
                    <a:lnTo>
                      <a:pt x="31" y="16"/>
                    </a:lnTo>
                    <a:lnTo>
                      <a:pt x="31" y="14"/>
                    </a:lnTo>
                    <a:lnTo>
                      <a:pt x="31" y="14"/>
                    </a:lnTo>
                    <a:lnTo>
                      <a:pt x="31" y="16"/>
                    </a:lnTo>
                    <a:lnTo>
                      <a:pt x="33" y="16"/>
                    </a:lnTo>
                    <a:lnTo>
                      <a:pt x="33" y="16"/>
                    </a:lnTo>
                    <a:lnTo>
                      <a:pt x="33" y="16"/>
                    </a:lnTo>
                    <a:lnTo>
                      <a:pt x="33" y="19"/>
                    </a:lnTo>
                    <a:lnTo>
                      <a:pt x="33" y="19"/>
                    </a:lnTo>
                    <a:lnTo>
                      <a:pt x="33" y="19"/>
                    </a:lnTo>
                    <a:lnTo>
                      <a:pt x="36" y="19"/>
                    </a:lnTo>
                    <a:lnTo>
                      <a:pt x="36" y="21"/>
                    </a:lnTo>
                    <a:lnTo>
                      <a:pt x="36" y="21"/>
                    </a:lnTo>
                    <a:lnTo>
                      <a:pt x="36" y="21"/>
                    </a:lnTo>
                    <a:lnTo>
                      <a:pt x="36" y="21"/>
                    </a:lnTo>
                    <a:lnTo>
                      <a:pt x="38" y="21"/>
                    </a:lnTo>
                    <a:lnTo>
                      <a:pt x="38" y="23"/>
                    </a:lnTo>
                    <a:lnTo>
                      <a:pt x="38" y="23"/>
                    </a:lnTo>
                    <a:lnTo>
                      <a:pt x="38" y="21"/>
                    </a:lnTo>
                    <a:lnTo>
                      <a:pt x="38" y="21"/>
                    </a:lnTo>
                    <a:lnTo>
                      <a:pt x="40" y="21"/>
                    </a:lnTo>
                    <a:lnTo>
                      <a:pt x="40" y="19"/>
                    </a:lnTo>
                    <a:lnTo>
                      <a:pt x="40" y="19"/>
                    </a:lnTo>
                    <a:lnTo>
                      <a:pt x="40" y="16"/>
                    </a:lnTo>
                    <a:lnTo>
                      <a:pt x="40" y="16"/>
                    </a:lnTo>
                    <a:lnTo>
                      <a:pt x="40" y="16"/>
                    </a:lnTo>
                    <a:lnTo>
                      <a:pt x="40" y="14"/>
                    </a:lnTo>
                    <a:lnTo>
                      <a:pt x="40" y="14"/>
                    </a:lnTo>
                    <a:lnTo>
                      <a:pt x="43" y="14"/>
                    </a:lnTo>
                    <a:lnTo>
                      <a:pt x="43" y="14"/>
                    </a:lnTo>
                    <a:lnTo>
                      <a:pt x="43" y="14"/>
                    </a:lnTo>
                    <a:lnTo>
                      <a:pt x="43" y="14"/>
                    </a:lnTo>
                    <a:lnTo>
                      <a:pt x="43" y="14"/>
                    </a:lnTo>
                    <a:lnTo>
                      <a:pt x="43" y="16"/>
                    </a:lnTo>
                    <a:lnTo>
                      <a:pt x="45" y="16"/>
                    </a:lnTo>
                    <a:lnTo>
                      <a:pt x="45" y="16"/>
                    </a:lnTo>
                    <a:lnTo>
                      <a:pt x="45" y="16"/>
                    </a:lnTo>
                    <a:lnTo>
                      <a:pt x="47" y="16"/>
                    </a:lnTo>
                    <a:lnTo>
                      <a:pt x="47" y="16"/>
                    </a:lnTo>
                    <a:lnTo>
                      <a:pt x="47" y="16"/>
                    </a:lnTo>
                    <a:lnTo>
                      <a:pt x="47" y="16"/>
                    </a:lnTo>
                    <a:lnTo>
                      <a:pt x="50" y="16"/>
                    </a:lnTo>
                    <a:lnTo>
                      <a:pt x="50" y="14"/>
                    </a:lnTo>
                    <a:lnTo>
                      <a:pt x="50" y="14"/>
                    </a:lnTo>
                    <a:lnTo>
                      <a:pt x="50" y="14"/>
                    </a:lnTo>
                    <a:lnTo>
                      <a:pt x="50" y="14"/>
                    </a:lnTo>
                    <a:lnTo>
                      <a:pt x="52" y="14"/>
                    </a:lnTo>
                    <a:lnTo>
                      <a:pt x="52" y="14"/>
                    </a:lnTo>
                    <a:lnTo>
                      <a:pt x="55" y="14"/>
                    </a:lnTo>
                    <a:lnTo>
                      <a:pt x="55" y="14"/>
                    </a:lnTo>
                    <a:lnTo>
                      <a:pt x="55" y="14"/>
                    </a:lnTo>
                    <a:lnTo>
                      <a:pt x="55" y="14"/>
                    </a:lnTo>
                    <a:lnTo>
                      <a:pt x="55" y="12"/>
                    </a:lnTo>
                    <a:lnTo>
                      <a:pt x="57" y="12"/>
                    </a:lnTo>
                    <a:lnTo>
                      <a:pt x="57" y="12"/>
                    </a:lnTo>
                    <a:lnTo>
                      <a:pt x="57" y="9"/>
                    </a:lnTo>
                    <a:lnTo>
                      <a:pt x="57" y="9"/>
                    </a:lnTo>
                    <a:lnTo>
                      <a:pt x="57" y="7"/>
                    </a:lnTo>
                    <a:lnTo>
                      <a:pt x="57" y="7"/>
                    </a:lnTo>
                    <a:lnTo>
                      <a:pt x="57" y="7"/>
                    </a:lnTo>
                    <a:lnTo>
                      <a:pt x="57" y="4"/>
                    </a:lnTo>
                    <a:lnTo>
                      <a:pt x="57" y="4"/>
                    </a:lnTo>
                    <a:lnTo>
                      <a:pt x="59" y="4"/>
                    </a:lnTo>
                    <a:lnTo>
                      <a:pt x="59" y="4"/>
                    </a:lnTo>
                    <a:lnTo>
                      <a:pt x="59" y="4"/>
                    </a:lnTo>
                    <a:lnTo>
                      <a:pt x="62" y="4"/>
                    </a:lnTo>
                    <a:lnTo>
                      <a:pt x="62" y="4"/>
                    </a:lnTo>
                    <a:lnTo>
                      <a:pt x="62" y="4"/>
                    </a:lnTo>
                    <a:lnTo>
                      <a:pt x="62" y="4"/>
                    </a:lnTo>
                    <a:lnTo>
                      <a:pt x="64" y="4"/>
                    </a:lnTo>
                    <a:lnTo>
                      <a:pt x="64" y="2"/>
                    </a:lnTo>
                    <a:lnTo>
                      <a:pt x="64" y="2"/>
                    </a:lnTo>
                    <a:lnTo>
                      <a:pt x="66" y="2"/>
                    </a:lnTo>
                    <a:lnTo>
                      <a:pt x="66" y="2"/>
                    </a:lnTo>
                    <a:lnTo>
                      <a:pt x="66" y="2"/>
                    </a:lnTo>
                    <a:lnTo>
                      <a:pt x="66" y="0"/>
                    </a:lnTo>
                    <a:lnTo>
                      <a:pt x="66" y="0"/>
                    </a:lnTo>
                    <a:lnTo>
                      <a:pt x="69" y="0"/>
                    </a:lnTo>
                    <a:lnTo>
                      <a:pt x="69" y="2"/>
                    </a:lnTo>
                    <a:lnTo>
                      <a:pt x="69" y="2"/>
                    </a:lnTo>
                    <a:lnTo>
                      <a:pt x="69" y="2"/>
                    </a:lnTo>
                    <a:lnTo>
                      <a:pt x="69" y="2"/>
                    </a:lnTo>
                    <a:lnTo>
                      <a:pt x="69" y="4"/>
                    </a:lnTo>
                    <a:lnTo>
                      <a:pt x="71" y="4"/>
                    </a:lnTo>
                    <a:lnTo>
                      <a:pt x="71" y="4"/>
                    </a:lnTo>
                    <a:lnTo>
                      <a:pt x="71" y="4"/>
                    </a:lnTo>
                    <a:lnTo>
                      <a:pt x="71" y="4"/>
                    </a:lnTo>
                    <a:lnTo>
                      <a:pt x="73" y="4"/>
                    </a:lnTo>
                    <a:lnTo>
                      <a:pt x="73" y="7"/>
                    </a:lnTo>
                    <a:lnTo>
                      <a:pt x="73" y="7"/>
                    </a:lnTo>
                    <a:lnTo>
                      <a:pt x="73" y="7"/>
                    </a:lnTo>
                    <a:lnTo>
                      <a:pt x="73" y="7"/>
                    </a:lnTo>
                    <a:lnTo>
                      <a:pt x="76" y="7"/>
                    </a:lnTo>
                    <a:lnTo>
                      <a:pt x="76" y="9"/>
                    </a:lnTo>
                    <a:lnTo>
                      <a:pt x="76" y="9"/>
                    </a:lnTo>
                    <a:lnTo>
                      <a:pt x="76" y="9"/>
                    </a:lnTo>
                    <a:lnTo>
                      <a:pt x="76" y="9"/>
                    </a:lnTo>
                    <a:lnTo>
                      <a:pt x="78" y="9"/>
                    </a:lnTo>
                    <a:lnTo>
                      <a:pt x="78" y="12"/>
                    </a:lnTo>
                    <a:lnTo>
                      <a:pt x="78" y="12"/>
                    </a:lnTo>
                    <a:lnTo>
                      <a:pt x="78" y="12"/>
                    </a:lnTo>
                    <a:lnTo>
                      <a:pt x="81" y="12"/>
                    </a:lnTo>
                    <a:lnTo>
                      <a:pt x="81" y="12"/>
                    </a:lnTo>
                    <a:lnTo>
                      <a:pt x="81" y="12"/>
                    </a:lnTo>
                    <a:lnTo>
                      <a:pt x="81" y="12"/>
                    </a:lnTo>
                    <a:lnTo>
                      <a:pt x="81" y="9"/>
                    </a:lnTo>
                    <a:lnTo>
                      <a:pt x="83" y="9"/>
                    </a:lnTo>
                    <a:lnTo>
                      <a:pt x="83" y="9"/>
                    </a:lnTo>
                    <a:lnTo>
                      <a:pt x="83" y="9"/>
                    </a:lnTo>
                    <a:lnTo>
                      <a:pt x="85" y="9"/>
                    </a:lnTo>
                    <a:lnTo>
                      <a:pt x="85" y="9"/>
                    </a:lnTo>
                    <a:lnTo>
                      <a:pt x="85" y="12"/>
                    </a:lnTo>
                    <a:lnTo>
                      <a:pt x="88" y="12"/>
                    </a:lnTo>
                    <a:lnTo>
                      <a:pt x="88" y="12"/>
                    </a:lnTo>
                    <a:lnTo>
                      <a:pt x="88" y="14"/>
                    </a:lnTo>
                    <a:lnTo>
                      <a:pt x="88" y="14"/>
                    </a:lnTo>
                    <a:lnTo>
                      <a:pt x="88" y="14"/>
                    </a:lnTo>
                    <a:lnTo>
                      <a:pt x="90" y="14"/>
                    </a:lnTo>
                    <a:lnTo>
                      <a:pt x="90" y="14"/>
                    </a:lnTo>
                    <a:lnTo>
                      <a:pt x="90" y="14"/>
                    </a:lnTo>
                    <a:lnTo>
                      <a:pt x="90" y="12"/>
                    </a:lnTo>
                    <a:lnTo>
                      <a:pt x="92" y="12"/>
                    </a:lnTo>
                    <a:lnTo>
                      <a:pt x="92" y="12"/>
                    </a:lnTo>
                    <a:lnTo>
                      <a:pt x="92" y="12"/>
                    </a:lnTo>
                    <a:lnTo>
                      <a:pt x="92" y="12"/>
                    </a:lnTo>
                    <a:lnTo>
                      <a:pt x="95" y="12"/>
                    </a:lnTo>
                    <a:lnTo>
                      <a:pt x="95" y="12"/>
                    </a:lnTo>
                    <a:lnTo>
                      <a:pt x="95" y="14"/>
                    </a:lnTo>
                    <a:lnTo>
                      <a:pt x="95" y="14"/>
                    </a:lnTo>
                    <a:lnTo>
                      <a:pt x="97" y="14"/>
                    </a:lnTo>
                    <a:lnTo>
                      <a:pt x="97" y="14"/>
                    </a:lnTo>
                    <a:lnTo>
                      <a:pt x="97" y="14"/>
                    </a:lnTo>
                    <a:lnTo>
                      <a:pt x="100" y="14"/>
                    </a:lnTo>
                    <a:lnTo>
                      <a:pt x="100" y="14"/>
                    </a:lnTo>
                    <a:lnTo>
                      <a:pt x="100" y="16"/>
                    </a:lnTo>
                    <a:lnTo>
                      <a:pt x="100" y="16"/>
                    </a:lnTo>
                    <a:lnTo>
                      <a:pt x="97" y="16"/>
                    </a:lnTo>
                    <a:lnTo>
                      <a:pt x="97" y="19"/>
                    </a:lnTo>
                    <a:lnTo>
                      <a:pt x="97" y="19"/>
                    </a:lnTo>
                    <a:lnTo>
                      <a:pt x="97" y="19"/>
                    </a:lnTo>
                    <a:lnTo>
                      <a:pt x="97" y="21"/>
                    </a:lnTo>
                    <a:lnTo>
                      <a:pt x="95" y="21"/>
                    </a:lnTo>
                    <a:lnTo>
                      <a:pt x="95" y="21"/>
                    </a:lnTo>
                    <a:lnTo>
                      <a:pt x="95" y="21"/>
                    </a:lnTo>
                    <a:lnTo>
                      <a:pt x="95" y="21"/>
                    </a:lnTo>
                    <a:lnTo>
                      <a:pt x="95" y="23"/>
                    </a:lnTo>
                    <a:lnTo>
                      <a:pt x="95" y="23"/>
                    </a:lnTo>
                    <a:lnTo>
                      <a:pt x="95" y="23"/>
                    </a:lnTo>
                    <a:lnTo>
                      <a:pt x="95" y="26"/>
                    </a:lnTo>
                    <a:lnTo>
                      <a:pt x="95" y="26"/>
                    </a:lnTo>
                    <a:lnTo>
                      <a:pt x="95" y="26"/>
                    </a:lnTo>
                    <a:lnTo>
                      <a:pt x="95" y="26"/>
                    </a:lnTo>
                    <a:lnTo>
                      <a:pt x="95" y="28"/>
                    </a:lnTo>
                    <a:lnTo>
                      <a:pt x="97" y="28"/>
                    </a:lnTo>
                    <a:lnTo>
                      <a:pt x="97" y="28"/>
                    </a:lnTo>
                    <a:lnTo>
                      <a:pt x="95" y="28"/>
                    </a:lnTo>
                    <a:lnTo>
                      <a:pt x="95" y="31"/>
                    </a:lnTo>
                    <a:lnTo>
                      <a:pt x="95" y="31"/>
                    </a:lnTo>
                    <a:lnTo>
                      <a:pt x="97" y="31"/>
                    </a:lnTo>
                    <a:lnTo>
                      <a:pt x="97" y="33"/>
                    </a:lnTo>
                    <a:lnTo>
                      <a:pt x="97" y="33"/>
                    </a:lnTo>
                    <a:lnTo>
                      <a:pt x="97" y="33"/>
                    </a:lnTo>
                    <a:lnTo>
                      <a:pt x="97" y="35"/>
                    </a:lnTo>
                    <a:lnTo>
                      <a:pt x="97" y="35"/>
                    </a:lnTo>
                    <a:lnTo>
                      <a:pt x="100" y="35"/>
                    </a:lnTo>
                    <a:lnTo>
                      <a:pt x="100" y="35"/>
                    </a:lnTo>
                    <a:lnTo>
                      <a:pt x="100" y="35"/>
                    </a:lnTo>
                    <a:lnTo>
                      <a:pt x="102" y="35"/>
                    </a:lnTo>
                    <a:lnTo>
                      <a:pt x="102" y="35"/>
                    </a:lnTo>
                    <a:lnTo>
                      <a:pt x="102" y="35"/>
                    </a:lnTo>
                    <a:lnTo>
                      <a:pt x="102" y="38"/>
                    </a:lnTo>
                    <a:lnTo>
                      <a:pt x="102" y="38"/>
                    </a:lnTo>
                    <a:lnTo>
                      <a:pt x="102" y="35"/>
                    </a:lnTo>
                    <a:lnTo>
                      <a:pt x="104" y="35"/>
                    </a:lnTo>
                    <a:lnTo>
                      <a:pt x="104" y="38"/>
                    </a:lnTo>
                    <a:lnTo>
                      <a:pt x="104" y="38"/>
                    </a:lnTo>
                    <a:lnTo>
                      <a:pt x="104" y="40"/>
                    </a:lnTo>
                    <a:lnTo>
                      <a:pt x="104" y="40"/>
                    </a:lnTo>
                    <a:lnTo>
                      <a:pt x="104" y="40"/>
                    </a:lnTo>
                    <a:lnTo>
                      <a:pt x="107" y="40"/>
                    </a:lnTo>
                    <a:lnTo>
                      <a:pt x="107" y="42"/>
                    </a:lnTo>
                    <a:lnTo>
                      <a:pt x="107" y="42"/>
                    </a:lnTo>
                    <a:lnTo>
                      <a:pt x="107" y="42"/>
                    </a:lnTo>
                    <a:lnTo>
                      <a:pt x="107" y="42"/>
                    </a:lnTo>
                    <a:lnTo>
                      <a:pt x="109" y="42"/>
                    </a:lnTo>
                    <a:lnTo>
                      <a:pt x="109" y="42"/>
                    </a:lnTo>
                    <a:lnTo>
                      <a:pt x="109" y="42"/>
                    </a:lnTo>
                    <a:lnTo>
                      <a:pt x="109" y="42"/>
                    </a:lnTo>
                    <a:lnTo>
                      <a:pt x="109" y="42"/>
                    </a:lnTo>
                    <a:lnTo>
                      <a:pt x="109" y="45"/>
                    </a:lnTo>
                    <a:lnTo>
                      <a:pt x="111" y="45"/>
                    </a:lnTo>
                    <a:lnTo>
                      <a:pt x="111" y="45"/>
                    </a:lnTo>
                    <a:lnTo>
                      <a:pt x="111" y="45"/>
                    </a:lnTo>
                    <a:lnTo>
                      <a:pt x="111" y="45"/>
                    </a:lnTo>
                    <a:lnTo>
                      <a:pt x="114" y="45"/>
                    </a:lnTo>
                    <a:lnTo>
                      <a:pt x="114" y="45"/>
                    </a:lnTo>
                    <a:lnTo>
                      <a:pt x="114" y="45"/>
                    </a:lnTo>
                    <a:lnTo>
                      <a:pt x="114" y="45"/>
                    </a:lnTo>
                    <a:lnTo>
                      <a:pt x="116" y="45"/>
                    </a:lnTo>
                    <a:lnTo>
                      <a:pt x="116" y="45"/>
                    </a:lnTo>
                    <a:lnTo>
                      <a:pt x="116" y="45"/>
                    </a:lnTo>
                    <a:lnTo>
                      <a:pt x="118" y="45"/>
                    </a:lnTo>
                    <a:lnTo>
                      <a:pt x="118" y="45"/>
                    </a:lnTo>
                    <a:lnTo>
                      <a:pt x="118" y="45"/>
                    </a:lnTo>
                    <a:lnTo>
                      <a:pt x="121" y="45"/>
                    </a:lnTo>
                    <a:lnTo>
                      <a:pt x="121" y="45"/>
                    </a:lnTo>
                    <a:lnTo>
                      <a:pt x="121" y="45"/>
                    </a:lnTo>
                    <a:lnTo>
                      <a:pt x="121" y="45"/>
                    </a:lnTo>
                    <a:lnTo>
                      <a:pt x="123" y="45"/>
                    </a:lnTo>
                    <a:lnTo>
                      <a:pt x="123" y="45"/>
                    </a:lnTo>
                    <a:lnTo>
                      <a:pt x="123" y="45"/>
                    </a:lnTo>
                    <a:lnTo>
                      <a:pt x="123" y="47"/>
                    </a:lnTo>
                    <a:lnTo>
                      <a:pt x="123" y="47"/>
                    </a:lnTo>
                    <a:lnTo>
                      <a:pt x="126" y="47"/>
                    </a:lnTo>
                    <a:lnTo>
                      <a:pt x="126" y="47"/>
                    </a:lnTo>
                    <a:lnTo>
                      <a:pt x="126" y="47"/>
                    </a:lnTo>
                    <a:lnTo>
                      <a:pt x="126" y="49"/>
                    </a:lnTo>
                    <a:lnTo>
                      <a:pt x="126" y="49"/>
                    </a:lnTo>
                    <a:lnTo>
                      <a:pt x="123" y="49"/>
                    </a:lnTo>
                    <a:lnTo>
                      <a:pt x="123" y="49"/>
                    </a:lnTo>
                    <a:lnTo>
                      <a:pt x="126" y="49"/>
                    </a:lnTo>
                    <a:lnTo>
                      <a:pt x="126" y="52"/>
                    </a:lnTo>
                    <a:lnTo>
                      <a:pt x="123" y="52"/>
                    </a:lnTo>
                    <a:lnTo>
                      <a:pt x="123" y="52"/>
                    </a:lnTo>
                    <a:lnTo>
                      <a:pt x="123" y="52"/>
                    </a:lnTo>
                    <a:lnTo>
                      <a:pt x="123" y="52"/>
                    </a:lnTo>
                    <a:lnTo>
                      <a:pt x="121" y="52"/>
                    </a:lnTo>
                    <a:lnTo>
                      <a:pt x="121" y="52"/>
                    </a:lnTo>
                    <a:lnTo>
                      <a:pt x="121" y="54"/>
                    </a:lnTo>
                    <a:lnTo>
                      <a:pt x="121" y="54"/>
                    </a:lnTo>
                    <a:lnTo>
                      <a:pt x="121" y="54"/>
                    </a:lnTo>
                    <a:lnTo>
                      <a:pt x="118" y="54"/>
                    </a:lnTo>
                    <a:lnTo>
                      <a:pt x="118" y="54"/>
                    </a:lnTo>
                    <a:lnTo>
                      <a:pt x="118" y="54"/>
                    </a:lnTo>
                    <a:lnTo>
                      <a:pt x="118" y="54"/>
                    </a:lnTo>
                    <a:lnTo>
                      <a:pt x="116" y="54"/>
                    </a:lnTo>
                    <a:lnTo>
                      <a:pt x="116" y="54"/>
                    </a:lnTo>
                    <a:lnTo>
                      <a:pt x="116" y="54"/>
                    </a:lnTo>
                    <a:lnTo>
                      <a:pt x="116" y="57"/>
                    </a:lnTo>
                    <a:lnTo>
                      <a:pt x="116" y="57"/>
                    </a:lnTo>
                    <a:lnTo>
                      <a:pt x="116" y="57"/>
                    </a:lnTo>
                    <a:lnTo>
                      <a:pt x="116" y="57"/>
                    </a:lnTo>
                    <a:lnTo>
                      <a:pt x="116" y="57"/>
                    </a:lnTo>
                    <a:lnTo>
                      <a:pt x="116" y="59"/>
                    </a:lnTo>
                    <a:lnTo>
                      <a:pt x="116" y="59"/>
                    </a:lnTo>
                    <a:lnTo>
                      <a:pt x="116" y="59"/>
                    </a:lnTo>
                    <a:lnTo>
                      <a:pt x="116" y="61"/>
                    </a:lnTo>
                    <a:lnTo>
                      <a:pt x="116" y="61"/>
                    </a:lnTo>
                    <a:lnTo>
                      <a:pt x="116" y="61"/>
                    </a:lnTo>
                    <a:lnTo>
                      <a:pt x="116" y="64"/>
                    </a:lnTo>
                    <a:lnTo>
                      <a:pt x="114" y="64"/>
                    </a:lnTo>
                    <a:lnTo>
                      <a:pt x="114" y="64"/>
                    </a:lnTo>
                    <a:lnTo>
                      <a:pt x="114" y="64"/>
                    </a:lnTo>
                    <a:lnTo>
                      <a:pt x="114" y="64"/>
                    </a:lnTo>
                    <a:lnTo>
                      <a:pt x="114" y="66"/>
                    </a:lnTo>
                    <a:lnTo>
                      <a:pt x="114" y="66"/>
                    </a:lnTo>
                    <a:lnTo>
                      <a:pt x="114" y="68"/>
                    </a:lnTo>
                    <a:lnTo>
                      <a:pt x="114" y="68"/>
                    </a:lnTo>
                    <a:lnTo>
                      <a:pt x="111" y="68"/>
                    </a:lnTo>
                    <a:lnTo>
                      <a:pt x="111" y="68"/>
                    </a:lnTo>
                    <a:lnTo>
                      <a:pt x="109" y="68"/>
                    </a:lnTo>
                    <a:lnTo>
                      <a:pt x="109" y="66"/>
                    </a:lnTo>
                    <a:lnTo>
                      <a:pt x="109" y="66"/>
                    </a:lnTo>
                    <a:lnTo>
                      <a:pt x="109" y="66"/>
                    </a:lnTo>
                    <a:lnTo>
                      <a:pt x="109" y="66"/>
                    </a:lnTo>
                    <a:lnTo>
                      <a:pt x="107" y="66"/>
                    </a:lnTo>
                    <a:lnTo>
                      <a:pt x="107" y="66"/>
                    </a:lnTo>
                    <a:lnTo>
                      <a:pt x="107" y="68"/>
                    </a:lnTo>
                    <a:lnTo>
                      <a:pt x="107" y="68"/>
                    </a:lnTo>
                    <a:lnTo>
                      <a:pt x="107" y="68"/>
                    </a:lnTo>
                    <a:lnTo>
                      <a:pt x="104" y="68"/>
                    </a:lnTo>
                    <a:lnTo>
                      <a:pt x="104" y="68"/>
                    </a:lnTo>
                    <a:lnTo>
                      <a:pt x="104" y="68"/>
                    </a:lnTo>
                    <a:lnTo>
                      <a:pt x="102" y="68"/>
                    </a:lnTo>
                    <a:lnTo>
                      <a:pt x="102" y="68"/>
                    </a:lnTo>
                    <a:lnTo>
                      <a:pt x="102" y="68"/>
                    </a:lnTo>
                    <a:lnTo>
                      <a:pt x="102" y="66"/>
                    </a:lnTo>
                    <a:lnTo>
                      <a:pt x="102" y="66"/>
                    </a:lnTo>
                    <a:lnTo>
                      <a:pt x="100" y="66"/>
                    </a:lnTo>
                    <a:lnTo>
                      <a:pt x="100" y="66"/>
                    </a:lnTo>
                    <a:lnTo>
                      <a:pt x="100" y="68"/>
                    </a:lnTo>
                    <a:lnTo>
                      <a:pt x="100" y="68"/>
                    </a:lnTo>
                    <a:lnTo>
                      <a:pt x="100" y="68"/>
                    </a:lnTo>
                    <a:lnTo>
                      <a:pt x="97" y="68"/>
                    </a:lnTo>
                    <a:lnTo>
                      <a:pt x="97" y="68"/>
                    </a:lnTo>
                    <a:lnTo>
                      <a:pt x="97" y="71"/>
                    </a:lnTo>
                    <a:lnTo>
                      <a:pt x="95" y="71"/>
                    </a:lnTo>
                    <a:lnTo>
                      <a:pt x="95" y="71"/>
                    </a:lnTo>
                    <a:lnTo>
                      <a:pt x="95" y="71"/>
                    </a:lnTo>
                    <a:lnTo>
                      <a:pt x="95" y="73"/>
                    </a:lnTo>
                    <a:lnTo>
                      <a:pt x="95" y="73"/>
                    </a:lnTo>
                    <a:lnTo>
                      <a:pt x="95" y="73"/>
                    </a:lnTo>
                    <a:lnTo>
                      <a:pt x="95" y="73"/>
                    </a:lnTo>
                    <a:lnTo>
                      <a:pt x="95" y="73"/>
                    </a:lnTo>
                    <a:lnTo>
                      <a:pt x="95" y="76"/>
                    </a:lnTo>
                    <a:lnTo>
                      <a:pt x="95" y="76"/>
                    </a:lnTo>
                    <a:lnTo>
                      <a:pt x="95" y="76"/>
                    </a:lnTo>
                    <a:lnTo>
                      <a:pt x="95" y="78"/>
                    </a:lnTo>
                    <a:lnTo>
                      <a:pt x="95" y="78"/>
                    </a:lnTo>
                    <a:lnTo>
                      <a:pt x="95" y="78"/>
                    </a:lnTo>
                    <a:lnTo>
                      <a:pt x="95" y="80"/>
                    </a:lnTo>
                    <a:lnTo>
                      <a:pt x="95" y="80"/>
                    </a:lnTo>
                    <a:lnTo>
                      <a:pt x="95" y="80"/>
                    </a:lnTo>
                    <a:lnTo>
                      <a:pt x="92" y="80"/>
                    </a:lnTo>
                    <a:lnTo>
                      <a:pt x="92" y="80"/>
                    </a:lnTo>
                    <a:lnTo>
                      <a:pt x="90" y="80"/>
                    </a:lnTo>
                    <a:lnTo>
                      <a:pt x="90" y="83"/>
                    </a:lnTo>
                    <a:lnTo>
                      <a:pt x="90" y="83"/>
                    </a:lnTo>
                    <a:lnTo>
                      <a:pt x="90" y="83"/>
                    </a:lnTo>
                    <a:lnTo>
                      <a:pt x="90" y="83"/>
                    </a:lnTo>
                    <a:lnTo>
                      <a:pt x="88" y="83"/>
                    </a:lnTo>
                    <a:lnTo>
                      <a:pt x="88" y="83"/>
                    </a:lnTo>
                    <a:lnTo>
                      <a:pt x="88" y="83"/>
                    </a:lnTo>
                    <a:lnTo>
                      <a:pt x="88" y="85"/>
                    </a:lnTo>
                    <a:lnTo>
                      <a:pt x="88" y="85"/>
                    </a:lnTo>
                    <a:lnTo>
                      <a:pt x="88" y="85"/>
                    </a:lnTo>
                    <a:lnTo>
                      <a:pt x="85" y="85"/>
                    </a:lnTo>
                    <a:lnTo>
                      <a:pt x="85" y="87"/>
                    </a:lnTo>
                    <a:lnTo>
                      <a:pt x="85" y="87"/>
                    </a:lnTo>
                    <a:lnTo>
                      <a:pt x="85" y="87"/>
                    </a:lnTo>
                    <a:lnTo>
                      <a:pt x="85" y="90"/>
                    </a:lnTo>
                    <a:lnTo>
                      <a:pt x="83" y="90"/>
                    </a:lnTo>
                    <a:lnTo>
                      <a:pt x="83" y="90"/>
                    </a:lnTo>
                    <a:lnTo>
                      <a:pt x="83" y="90"/>
                    </a:lnTo>
                    <a:lnTo>
                      <a:pt x="83" y="87"/>
                    </a:lnTo>
                    <a:lnTo>
                      <a:pt x="83" y="87"/>
                    </a:lnTo>
                    <a:lnTo>
                      <a:pt x="81" y="87"/>
                    </a:lnTo>
                    <a:lnTo>
                      <a:pt x="81" y="87"/>
                    </a:lnTo>
                    <a:lnTo>
                      <a:pt x="81" y="90"/>
                    </a:lnTo>
                    <a:lnTo>
                      <a:pt x="81" y="90"/>
                    </a:lnTo>
                    <a:lnTo>
                      <a:pt x="81" y="90"/>
                    </a:lnTo>
                    <a:lnTo>
                      <a:pt x="81" y="92"/>
                    </a:lnTo>
                    <a:lnTo>
                      <a:pt x="81" y="92"/>
                    </a:lnTo>
                    <a:lnTo>
                      <a:pt x="81" y="92"/>
                    </a:lnTo>
                    <a:lnTo>
                      <a:pt x="81" y="94"/>
                    </a:lnTo>
                    <a:lnTo>
                      <a:pt x="78" y="94"/>
                    </a:lnTo>
                    <a:lnTo>
                      <a:pt x="78" y="94"/>
                    </a:lnTo>
                    <a:lnTo>
                      <a:pt x="78" y="94"/>
                    </a:lnTo>
                    <a:lnTo>
                      <a:pt x="78" y="94"/>
                    </a:lnTo>
                    <a:lnTo>
                      <a:pt x="78" y="97"/>
                    </a:lnTo>
                    <a:lnTo>
                      <a:pt x="78" y="97"/>
                    </a:lnTo>
                    <a:lnTo>
                      <a:pt x="78" y="99"/>
                    </a:lnTo>
                    <a:lnTo>
                      <a:pt x="78" y="99"/>
                    </a:lnTo>
                    <a:lnTo>
                      <a:pt x="78" y="102"/>
                    </a:lnTo>
                    <a:lnTo>
                      <a:pt x="78" y="102"/>
                    </a:lnTo>
                    <a:lnTo>
                      <a:pt x="78" y="104"/>
                    </a:lnTo>
                    <a:lnTo>
                      <a:pt x="78" y="104"/>
                    </a:lnTo>
                    <a:lnTo>
                      <a:pt x="78" y="104"/>
                    </a:lnTo>
                    <a:lnTo>
                      <a:pt x="76" y="104"/>
                    </a:lnTo>
                    <a:lnTo>
                      <a:pt x="76" y="106"/>
                    </a:lnTo>
                    <a:lnTo>
                      <a:pt x="76" y="106"/>
                    </a:lnTo>
                    <a:lnTo>
                      <a:pt x="76" y="106"/>
                    </a:lnTo>
                    <a:lnTo>
                      <a:pt x="76" y="109"/>
                    </a:lnTo>
                    <a:lnTo>
                      <a:pt x="76" y="109"/>
                    </a:lnTo>
                    <a:lnTo>
                      <a:pt x="76" y="109"/>
                    </a:lnTo>
                    <a:lnTo>
                      <a:pt x="76" y="111"/>
                    </a:lnTo>
                    <a:lnTo>
                      <a:pt x="73" y="111"/>
                    </a:lnTo>
                    <a:lnTo>
                      <a:pt x="73" y="111"/>
                    </a:lnTo>
                    <a:lnTo>
                      <a:pt x="73" y="111"/>
                    </a:lnTo>
                    <a:lnTo>
                      <a:pt x="73" y="113"/>
                    </a:lnTo>
                    <a:lnTo>
                      <a:pt x="73" y="113"/>
                    </a:lnTo>
                    <a:lnTo>
                      <a:pt x="73" y="113"/>
                    </a:lnTo>
                    <a:lnTo>
                      <a:pt x="76" y="113"/>
                    </a:lnTo>
                    <a:lnTo>
                      <a:pt x="76" y="113"/>
                    </a:lnTo>
                    <a:lnTo>
                      <a:pt x="76" y="113"/>
                    </a:lnTo>
                    <a:lnTo>
                      <a:pt x="76" y="116"/>
                    </a:lnTo>
                    <a:lnTo>
                      <a:pt x="76" y="116"/>
                    </a:lnTo>
                    <a:lnTo>
                      <a:pt x="76" y="116"/>
                    </a:lnTo>
                    <a:lnTo>
                      <a:pt x="76" y="118"/>
                    </a:lnTo>
                    <a:lnTo>
                      <a:pt x="76" y="118"/>
                    </a:lnTo>
                    <a:lnTo>
                      <a:pt x="78" y="118"/>
                    </a:lnTo>
                    <a:lnTo>
                      <a:pt x="78" y="121"/>
                    </a:lnTo>
                    <a:lnTo>
                      <a:pt x="78" y="121"/>
                    </a:lnTo>
                    <a:lnTo>
                      <a:pt x="78" y="121"/>
                    </a:lnTo>
                    <a:lnTo>
                      <a:pt x="78" y="123"/>
                    </a:lnTo>
                    <a:lnTo>
                      <a:pt x="78" y="123"/>
                    </a:lnTo>
                    <a:lnTo>
                      <a:pt x="81" y="123"/>
                    </a:lnTo>
                    <a:lnTo>
                      <a:pt x="81" y="123"/>
                    </a:lnTo>
                    <a:lnTo>
                      <a:pt x="81" y="123"/>
                    </a:lnTo>
                    <a:lnTo>
                      <a:pt x="81" y="125"/>
                    </a:lnTo>
                    <a:lnTo>
                      <a:pt x="81" y="125"/>
                    </a:lnTo>
                    <a:lnTo>
                      <a:pt x="81" y="125"/>
                    </a:lnTo>
                    <a:lnTo>
                      <a:pt x="83" y="125"/>
                    </a:lnTo>
                    <a:lnTo>
                      <a:pt x="83" y="128"/>
                    </a:lnTo>
                    <a:lnTo>
                      <a:pt x="83" y="128"/>
                    </a:lnTo>
                    <a:lnTo>
                      <a:pt x="83" y="128"/>
                    </a:lnTo>
                    <a:lnTo>
                      <a:pt x="83" y="130"/>
                    </a:lnTo>
                    <a:lnTo>
                      <a:pt x="83" y="130"/>
                    </a:lnTo>
                    <a:lnTo>
                      <a:pt x="85" y="130"/>
                    </a:lnTo>
                    <a:lnTo>
                      <a:pt x="85" y="130"/>
                    </a:lnTo>
                    <a:lnTo>
                      <a:pt x="85" y="130"/>
                    </a:lnTo>
                    <a:lnTo>
                      <a:pt x="88" y="130"/>
                    </a:lnTo>
                    <a:lnTo>
                      <a:pt x="88" y="130"/>
                    </a:lnTo>
                    <a:lnTo>
                      <a:pt x="88" y="132"/>
                    </a:lnTo>
                    <a:lnTo>
                      <a:pt x="88" y="132"/>
                    </a:lnTo>
                    <a:lnTo>
                      <a:pt x="88" y="132"/>
                    </a:lnTo>
                    <a:lnTo>
                      <a:pt x="90" y="132"/>
                    </a:lnTo>
                    <a:lnTo>
                      <a:pt x="90" y="132"/>
                    </a:lnTo>
                    <a:lnTo>
                      <a:pt x="90" y="132"/>
                    </a:lnTo>
                    <a:lnTo>
                      <a:pt x="90" y="132"/>
                    </a:lnTo>
                    <a:lnTo>
                      <a:pt x="90" y="132"/>
                    </a:lnTo>
                    <a:lnTo>
                      <a:pt x="90" y="132"/>
                    </a:lnTo>
                    <a:lnTo>
                      <a:pt x="90" y="135"/>
                    </a:lnTo>
                    <a:lnTo>
                      <a:pt x="90" y="135"/>
                    </a:lnTo>
                    <a:lnTo>
                      <a:pt x="92" y="135"/>
                    </a:lnTo>
                    <a:lnTo>
                      <a:pt x="92" y="137"/>
                    </a:lnTo>
                    <a:lnTo>
                      <a:pt x="92" y="137"/>
                    </a:lnTo>
                    <a:lnTo>
                      <a:pt x="92" y="137"/>
                    </a:lnTo>
                    <a:lnTo>
                      <a:pt x="92" y="137"/>
                    </a:lnTo>
                    <a:lnTo>
                      <a:pt x="92" y="140"/>
                    </a:lnTo>
                    <a:lnTo>
                      <a:pt x="92" y="140"/>
                    </a:lnTo>
                    <a:lnTo>
                      <a:pt x="90" y="140"/>
                    </a:lnTo>
                    <a:lnTo>
                      <a:pt x="90" y="142"/>
                    </a:lnTo>
                    <a:lnTo>
                      <a:pt x="90" y="142"/>
                    </a:lnTo>
                    <a:lnTo>
                      <a:pt x="92" y="142"/>
                    </a:lnTo>
                    <a:lnTo>
                      <a:pt x="92" y="142"/>
                    </a:lnTo>
                    <a:lnTo>
                      <a:pt x="92" y="144"/>
                    </a:lnTo>
                    <a:lnTo>
                      <a:pt x="92" y="144"/>
                    </a:lnTo>
                    <a:lnTo>
                      <a:pt x="92" y="144"/>
                    </a:lnTo>
                    <a:lnTo>
                      <a:pt x="92" y="147"/>
                    </a:lnTo>
                    <a:lnTo>
                      <a:pt x="95" y="147"/>
                    </a:lnTo>
                    <a:lnTo>
                      <a:pt x="95" y="147"/>
                    </a:lnTo>
                    <a:lnTo>
                      <a:pt x="95" y="147"/>
                    </a:lnTo>
                    <a:lnTo>
                      <a:pt x="95" y="149"/>
                    </a:lnTo>
                    <a:lnTo>
                      <a:pt x="95" y="149"/>
                    </a:lnTo>
                    <a:lnTo>
                      <a:pt x="95" y="149"/>
                    </a:lnTo>
                    <a:lnTo>
                      <a:pt x="95" y="151"/>
                    </a:lnTo>
                    <a:lnTo>
                      <a:pt x="97" y="151"/>
                    </a:lnTo>
                    <a:lnTo>
                      <a:pt x="97" y="151"/>
                    </a:lnTo>
                    <a:lnTo>
                      <a:pt x="97" y="151"/>
                    </a:lnTo>
                    <a:lnTo>
                      <a:pt x="97" y="151"/>
                    </a:lnTo>
                    <a:lnTo>
                      <a:pt x="100" y="151"/>
                    </a:lnTo>
                    <a:lnTo>
                      <a:pt x="100" y="154"/>
                    </a:lnTo>
                    <a:lnTo>
                      <a:pt x="100" y="154"/>
                    </a:lnTo>
                    <a:lnTo>
                      <a:pt x="100" y="154"/>
                    </a:lnTo>
                    <a:lnTo>
                      <a:pt x="100" y="154"/>
                    </a:lnTo>
                    <a:lnTo>
                      <a:pt x="102" y="154"/>
                    </a:lnTo>
                    <a:lnTo>
                      <a:pt x="102" y="156"/>
                    </a:lnTo>
                    <a:lnTo>
                      <a:pt x="102" y="156"/>
                    </a:lnTo>
                    <a:lnTo>
                      <a:pt x="102" y="156"/>
                    </a:lnTo>
                    <a:lnTo>
                      <a:pt x="102" y="156"/>
                    </a:lnTo>
                    <a:lnTo>
                      <a:pt x="102" y="158"/>
                    </a:lnTo>
                    <a:lnTo>
                      <a:pt x="104" y="158"/>
                    </a:lnTo>
                    <a:lnTo>
                      <a:pt x="104" y="158"/>
                    </a:lnTo>
                    <a:lnTo>
                      <a:pt x="104" y="158"/>
                    </a:lnTo>
                    <a:lnTo>
                      <a:pt x="107" y="158"/>
                    </a:lnTo>
                    <a:lnTo>
                      <a:pt x="107" y="161"/>
                    </a:lnTo>
                    <a:lnTo>
                      <a:pt x="107" y="161"/>
                    </a:lnTo>
                    <a:lnTo>
                      <a:pt x="107" y="163"/>
                    </a:lnTo>
                    <a:lnTo>
                      <a:pt x="107" y="163"/>
                    </a:lnTo>
                    <a:lnTo>
                      <a:pt x="107" y="163"/>
                    </a:lnTo>
                    <a:lnTo>
                      <a:pt x="107" y="163"/>
                    </a:lnTo>
                    <a:lnTo>
                      <a:pt x="107" y="163"/>
                    </a:lnTo>
                    <a:lnTo>
                      <a:pt x="109" y="163"/>
                    </a:lnTo>
                    <a:lnTo>
                      <a:pt x="109" y="166"/>
                    </a:lnTo>
                    <a:lnTo>
                      <a:pt x="109" y="166"/>
                    </a:lnTo>
                    <a:lnTo>
                      <a:pt x="109" y="166"/>
                    </a:lnTo>
                    <a:lnTo>
                      <a:pt x="109" y="166"/>
                    </a:lnTo>
                    <a:lnTo>
                      <a:pt x="109" y="168"/>
                    </a:lnTo>
                    <a:lnTo>
                      <a:pt x="111" y="168"/>
                    </a:lnTo>
                    <a:lnTo>
                      <a:pt x="111" y="168"/>
                    </a:lnTo>
                    <a:lnTo>
                      <a:pt x="111" y="168"/>
                    </a:lnTo>
                    <a:lnTo>
                      <a:pt x="114" y="168"/>
                    </a:lnTo>
                    <a:lnTo>
                      <a:pt x="114" y="170"/>
                    </a:lnTo>
                    <a:lnTo>
                      <a:pt x="114" y="170"/>
                    </a:lnTo>
                    <a:lnTo>
                      <a:pt x="114" y="170"/>
                    </a:lnTo>
                    <a:lnTo>
                      <a:pt x="114" y="170"/>
                    </a:lnTo>
                    <a:lnTo>
                      <a:pt x="116" y="170"/>
                    </a:lnTo>
                    <a:lnTo>
                      <a:pt x="116" y="173"/>
                    </a:lnTo>
                    <a:lnTo>
                      <a:pt x="116" y="173"/>
                    </a:lnTo>
                    <a:lnTo>
                      <a:pt x="116" y="173"/>
                    </a:lnTo>
                    <a:lnTo>
                      <a:pt x="116" y="173"/>
                    </a:lnTo>
                    <a:lnTo>
                      <a:pt x="118" y="173"/>
                    </a:lnTo>
                    <a:lnTo>
                      <a:pt x="118" y="173"/>
                    </a:lnTo>
                    <a:lnTo>
                      <a:pt x="118" y="173"/>
                    </a:lnTo>
                    <a:lnTo>
                      <a:pt x="118" y="175"/>
                    </a:lnTo>
                    <a:lnTo>
                      <a:pt x="121" y="175"/>
                    </a:lnTo>
                    <a:lnTo>
                      <a:pt x="121" y="175"/>
                    </a:lnTo>
                    <a:lnTo>
                      <a:pt x="121" y="175"/>
                    </a:lnTo>
                    <a:lnTo>
                      <a:pt x="121" y="175"/>
                    </a:lnTo>
                    <a:lnTo>
                      <a:pt x="121" y="177"/>
                    </a:lnTo>
                    <a:lnTo>
                      <a:pt x="123" y="177"/>
                    </a:lnTo>
                    <a:lnTo>
                      <a:pt x="123" y="177"/>
                    </a:lnTo>
                    <a:lnTo>
                      <a:pt x="123" y="177"/>
                    </a:lnTo>
                    <a:lnTo>
                      <a:pt x="123" y="177"/>
                    </a:lnTo>
                    <a:lnTo>
                      <a:pt x="126" y="177"/>
                    </a:lnTo>
                    <a:lnTo>
                      <a:pt x="126" y="180"/>
                    </a:lnTo>
                    <a:lnTo>
                      <a:pt x="126" y="180"/>
                    </a:lnTo>
                    <a:lnTo>
                      <a:pt x="126" y="180"/>
                    </a:lnTo>
                    <a:lnTo>
                      <a:pt x="126" y="182"/>
                    </a:lnTo>
                    <a:lnTo>
                      <a:pt x="128" y="182"/>
                    </a:lnTo>
                    <a:lnTo>
                      <a:pt x="128" y="182"/>
                    </a:lnTo>
                    <a:lnTo>
                      <a:pt x="128" y="182"/>
                    </a:lnTo>
                    <a:lnTo>
                      <a:pt x="128" y="182"/>
                    </a:lnTo>
                    <a:lnTo>
                      <a:pt x="128" y="182"/>
                    </a:lnTo>
                    <a:lnTo>
                      <a:pt x="130" y="182"/>
                    </a:lnTo>
                    <a:lnTo>
                      <a:pt x="130" y="182"/>
                    </a:lnTo>
                    <a:lnTo>
                      <a:pt x="130" y="182"/>
                    </a:lnTo>
                    <a:lnTo>
                      <a:pt x="133" y="182"/>
                    </a:lnTo>
                    <a:lnTo>
                      <a:pt x="133" y="185"/>
                    </a:lnTo>
                    <a:lnTo>
                      <a:pt x="133" y="185"/>
                    </a:lnTo>
                    <a:lnTo>
                      <a:pt x="130" y="185"/>
                    </a:lnTo>
                    <a:lnTo>
                      <a:pt x="130" y="185"/>
                    </a:lnTo>
                    <a:lnTo>
                      <a:pt x="130" y="187"/>
                    </a:lnTo>
                    <a:lnTo>
                      <a:pt x="130" y="187"/>
                    </a:lnTo>
                    <a:lnTo>
                      <a:pt x="130" y="187"/>
                    </a:lnTo>
                    <a:lnTo>
                      <a:pt x="130" y="189"/>
                    </a:lnTo>
                    <a:lnTo>
                      <a:pt x="133" y="189"/>
                    </a:lnTo>
                    <a:lnTo>
                      <a:pt x="133" y="189"/>
                    </a:lnTo>
                    <a:lnTo>
                      <a:pt x="133" y="189"/>
                    </a:lnTo>
                    <a:lnTo>
                      <a:pt x="133" y="192"/>
                    </a:lnTo>
                    <a:lnTo>
                      <a:pt x="133" y="192"/>
                    </a:lnTo>
                    <a:lnTo>
                      <a:pt x="135" y="192"/>
                    </a:lnTo>
                    <a:lnTo>
                      <a:pt x="135" y="192"/>
                    </a:lnTo>
                    <a:lnTo>
                      <a:pt x="135" y="194"/>
                    </a:lnTo>
                    <a:lnTo>
                      <a:pt x="135" y="194"/>
                    </a:lnTo>
                    <a:lnTo>
                      <a:pt x="135" y="194"/>
                    </a:lnTo>
                    <a:lnTo>
                      <a:pt x="135" y="196"/>
                    </a:lnTo>
                    <a:lnTo>
                      <a:pt x="135" y="196"/>
                    </a:lnTo>
                    <a:lnTo>
                      <a:pt x="135" y="196"/>
                    </a:lnTo>
                    <a:lnTo>
                      <a:pt x="137" y="196"/>
                    </a:lnTo>
                    <a:lnTo>
                      <a:pt x="137" y="199"/>
                    </a:lnTo>
                    <a:lnTo>
                      <a:pt x="137" y="199"/>
                    </a:lnTo>
                    <a:lnTo>
                      <a:pt x="137" y="199"/>
                    </a:lnTo>
                    <a:lnTo>
                      <a:pt x="140" y="199"/>
                    </a:lnTo>
                    <a:lnTo>
                      <a:pt x="140" y="199"/>
                    </a:lnTo>
                    <a:lnTo>
                      <a:pt x="140" y="201"/>
                    </a:lnTo>
                    <a:lnTo>
                      <a:pt x="140" y="201"/>
                    </a:lnTo>
                    <a:lnTo>
                      <a:pt x="140" y="201"/>
                    </a:lnTo>
                    <a:lnTo>
                      <a:pt x="140" y="201"/>
                    </a:lnTo>
                    <a:lnTo>
                      <a:pt x="142" y="201"/>
                    </a:lnTo>
                    <a:lnTo>
                      <a:pt x="142" y="201"/>
                    </a:lnTo>
                    <a:lnTo>
                      <a:pt x="142" y="201"/>
                    </a:lnTo>
                    <a:lnTo>
                      <a:pt x="142" y="201"/>
                    </a:lnTo>
                    <a:lnTo>
                      <a:pt x="142" y="204"/>
                    </a:lnTo>
                    <a:lnTo>
                      <a:pt x="142" y="204"/>
                    </a:lnTo>
                    <a:lnTo>
                      <a:pt x="142" y="204"/>
                    </a:lnTo>
                    <a:lnTo>
                      <a:pt x="144" y="204"/>
                    </a:lnTo>
                    <a:lnTo>
                      <a:pt x="144" y="206"/>
                    </a:lnTo>
                    <a:lnTo>
                      <a:pt x="144" y="206"/>
                    </a:lnTo>
                    <a:lnTo>
                      <a:pt x="144" y="206"/>
                    </a:lnTo>
                    <a:lnTo>
                      <a:pt x="144" y="208"/>
                    </a:lnTo>
                    <a:lnTo>
                      <a:pt x="144" y="208"/>
                    </a:lnTo>
                    <a:lnTo>
                      <a:pt x="144" y="208"/>
                    </a:lnTo>
                    <a:lnTo>
                      <a:pt x="144" y="211"/>
                    </a:lnTo>
                    <a:lnTo>
                      <a:pt x="144" y="211"/>
                    </a:lnTo>
                    <a:lnTo>
                      <a:pt x="144" y="213"/>
                    </a:lnTo>
                    <a:lnTo>
                      <a:pt x="144" y="213"/>
                    </a:lnTo>
                    <a:lnTo>
                      <a:pt x="144" y="213"/>
                    </a:lnTo>
                    <a:lnTo>
                      <a:pt x="144" y="213"/>
                    </a:lnTo>
                    <a:lnTo>
                      <a:pt x="144" y="215"/>
                    </a:lnTo>
                    <a:lnTo>
                      <a:pt x="147" y="215"/>
                    </a:lnTo>
                    <a:lnTo>
                      <a:pt x="147" y="215"/>
                    </a:lnTo>
                    <a:lnTo>
                      <a:pt x="147" y="218"/>
                    </a:lnTo>
                    <a:lnTo>
                      <a:pt x="147" y="218"/>
                    </a:lnTo>
                    <a:lnTo>
                      <a:pt x="147" y="218"/>
                    </a:lnTo>
                    <a:lnTo>
                      <a:pt x="147" y="218"/>
                    </a:lnTo>
                    <a:lnTo>
                      <a:pt x="147" y="220"/>
                    </a:lnTo>
                    <a:lnTo>
                      <a:pt x="147" y="220"/>
                    </a:lnTo>
                    <a:lnTo>
                      <a:pt x="149" y="220"/>
                    </a:lnTo>
                    <a:lnTo>
                      <a:pt x="149" y="222"/>
                    </a:lnTo>
                    <a:lnTo>
                      <a:pt x="147" y="222"/>
                    </a:lnTo>
                    <a:lnTo>
                      <a:pt x="147" y="222"/>
                    </a:lnTo>
                    <a:lnTo>
                      <a:pt x="147" y="222"/>
                    </a:lnTo>
                    <a:lnTo>
                      <a:pt x="147" y="225"/>
                    </a:lnTo>
                    <a:lnTo>
                      <a:pt x="149" y="225"/>
                    </a:lnTo>
                    <a:lnTo>
                      <a:pt x="149" y="225"/>
                    </a:lnTo>
                    <a:lnTo>
                      <a:pt x="149" y="227"/>
                    </a:lnTo>
                    <a:lnTo>
                      <a:pt x="149" y="227"/>
                    </a:lnTo>
                    <a:lnTo>
                      <a:pt x="149" y="227"/>
                    </a:lnTo>
                    <a:lnTo>
                      <a:pt x="149" y="230"/>
                    </a:lnTo>
                    <a:lnTo>
                      <a:pt x="149" y="230"/>
                    </a:lnTo>
                    <a:lnTo>
                      <a:pt x="149" y="230"/>
                    </a:lnTo>
                    <a:lnTo>
                      <a:pt x="149" y="232"/>
                    </a:lnTo>
                    <a:lnTo>
                      <a:pt x="149" y="232"/>
                    </a:lnTo>
                    <a:lnTo>
                      <a:pt x="149" y="232"/>
                    </a:lnTo>
                    <a:lnTo>
                      <a:pt x="149" y="234"/>
                    </a:lnTo>
                    <a:lnTo>
                      <a:pt x="152" y="234"/>
                    </a:lnTo>
                    <a:lnTo>
                      <a:pt x="152" y="234"/>
                    </a:lnTo>
                    <a:lnTo>
                      <a:pt x="152" y="237"/>
                    </a:lnTo>
                    <a:lnTo>
                      <a:pt x="152" y="237"/>
                    </a:lnTo>
                    <a:lnTo>
                      <a:pt x="152" y="237"/>
                    </a:lnTo>
                    <a:lnTo>
                      <a:pt x="152" y="239"/>
                    </a:lnTo>
                    <a:lnTo>
                      <a:pt x="152" y="239"/>
                    </a:lnTo>
                    <a:lnTo>
                      <a:pt x="152" y="241"/>
                    </a:lnTo>
                    <a:lnTo>
                      <a:pt x="154" y="241"/>
                    </a:lnTo>
                    <a:lnTo>
                      <a:pt x="154" y="241"/>
                    </a:lnTo>
                    <a:lnTo>
                      <a:pt x="154" y="241"/>
                    </a:lnTo>
                    <a:lnTo>
                      <a:pt x="154" y="244"/>
                    </a:lnTo>
                    <a:lnTo>
                      <a:pt x="154" y="244"/>
                    </a:lnTo>
                    <a:lnTo>
                      <a:pt x="152" y="244"/>
                    </a:lnTo>
                    <a:lnTo>
                      <a:pt x="152" y="244"/>
                    </a:lnTo>
                    <a:lnTo>
                      <a:pt x="152" y="246"/>
                    </a:lnTo>
                    <a:lnTo>
                      <a:pt x="152" y="246"/>
                    </a:lnTo>
                    <a:lnTo>
                      <a:pt x="152" y="249"/>
                    </a:lnTo>
                    <a:lnTo>
                      <a:pt x="152" y="249"/>
                    </a:lnTo>
                    <a:lnTo>
                      <a:pt x="152" y="249"/>
                    </a:lnTo>
                    <a:lnTo>
                      <a:pt x="154" y="24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8" name="Freeform 6"/>
              <p:cNvSpPr>
                <a:spLocks/>
              </p:cNvSpPr>
              <p:nvPr/>
            </p:nvSpPr>
            <p:spPr bwMode="auto">
              <a:xfrm>
                <a:off x="3025" y="2161"/>
                <a:ext cx="156" cy="377"/>
              </a:xfrm>
              <a:custGeom>
                <a:avLst/>
                <a:gdLst/>
                <a:ahLst/>
                <a:cxnLst>
                  <a:cxn ang="0">
                    <a:pos x="154" y="270"/>
                  </a:cxn>
                  <a:cxn ang="0">
                    <a:pos x="154" y="279"/>
                  </a:cxn>
                  <a:cxn ang="0">
                    <a:pos x="152" y="294"/>
                  </a:cxn>
                  <a:cxn ang="0">
                    <a:pos x="140" y="310"/>
                  </a:cxn>
                  <a:cxn ang="0">
                    <a:pos x="126" y="320"/>
                  </a:cxn>
                  <a:cxn ang="0">
                    <a:pos x="111" y="329"/>
                  </a:cxn>
                  <a:cxn ang="0">
                    <a:pos x="100" y="334"/>
                  </a:cxn>
                  <a:cxn ang="0">
                    <a:pos x="92" y="350"/>
                  </a:cxn>
                  <a:cxn ang="0">
                    <a:pos x="76" y="360"/>
                  </a:cxn>
                  <a:cxn ang="0">
                    <a:pos x="64" y="374"/>
                  </a:cxn>
                  <a:cxn ang="0">
                    <a:pos x="55" y="365"/>
                  </a:cxn>
                  <a:cxn ang="0">
                    <a:pos x="59" y="341"/>
                  </a:cxn>
                  <a:cxn ang="0">
                    <a:pos x="50" y="339"/>
                  </a:cxn>
                  <a:cxn ang="0">
                    <a:pos x="55" y="327"/>
                  </a:cxn>
                  <a:cxn ang="0">
                    <a:pos x="66" y="317"/>
                  </a:cxn>
                  <a:cxn ang="0">
                    <a:pos x="83" y="320"/>
                  </a:cxn>
                  <a:cxn ang="0">
                    <a:pos x="78" y="301"/>
                  </a:cxn>
                  <a:cxn ang="0">
                    <a:pos x="90" y="298"/>
                  </a:cxn>
                  <a:cxn ang="0">
                    <a:pos x="102" y="286"/>
                  </a:cxn>
                  <a:cxn ang="0">
                    <a:pos x="116" y="275"/>
                  </a:cxn>
                  <a:cxn ang="0">
                    <a:pos x="116" y="251"/>
                  </a:cxn>
                  <a:cxn ang="0">
                    <a:pos x="111" y="232"/>
                  </a:cxn>
                  <a:cxn ang="0">
                    <a:pos x="116" y="213"/>
                  </a:cxn>
                  <a:cxn ang="0">
                    <a:pos x="109" y="196"/>
                  </a:cxn>
                  <a:cxn ang="0">
                    <a:pos x="107" y="182"/>
                  </a:cxn>
                  <a:cxn ang="0">
                    <a:pos x="95" y="173"/>
                  </a:cxn>
                  <a:cxn ang="0">
                    <a:pos x="85" y="156"/>
                  </a:cxn>
                  <a:cxn ang="0">
                    <a:pos x="73" y="140"/>
                  </a:cxn>
                  <a:cxn ang="0">
                    <a:pos x="62" y="125"/>
                  </a:cxn>
                  <a:cxn ang="0">
                    <a:pos x="52" y="113"/>
                  </a:cxn>
                  <a:cxn ang="0">
                    <a:pos x="38" y="104"/>
                  </a:cxn>
                  <a:cxn ang="0">
                    <a:pos x="47" y="94"/>
                  </a:cxn>
                  <a:cxn ang="0">
                    <a:pos x="57" y="83"/>
                  </a:cxn>
                  <a:cxn ang="0">
                    <a:pos x="50" y="73"/>
                  </a:cxn>
                  <a:cxn ang="0">
                    <a:pos x="40" y="64"/>
                  </a:cxn>
                  <a:cxn ang="0">
                    <a:pos x="24" y="64"/>
                  </a:cxn>
                  <a:cxn ang="0">
                    <a:pos x="14" y="49"/>
                  </a:cxn>
                  <a:cxn ang="0">
                    <a:pos x="10" y="40"/>
                  </a:cxn>
                  <a:cxn ang="0">
                    <a:pos x="0" y="23"/>
                  </a:cxn>
                  <a:cxn ang="0">
                    <a:pos x="14" y="19"/>
                  </a:cxn>
                  <a:cxn ang="0">
                    <a:pos x="26" y="14"/>
                  </a:cxn>
                  <a:cxn ang="0">
                    <a:pos x="38" y="23"/>
                  </a:cxn>
                  <a:cxn ang="0">
                    <a:pos x="50" y="14"/>
                  </a:cxn>
                  <a:cxn ang="0">
                    <a:pos x="66" y="2"/>
                  </a:cxn>
                  <a:cxn ang="0">
                    <a:pos x="78" y="12"/>
                  </a:cxn>
                  <a:cxn ang="0">
                    <a:pos x="95" y="14"/>
                  </a:cxn>
                  <a:cxn ang="0">
                    <a:pos x="95" y="31"/>
                  </a:cxn>
                  <a:cxn ang="0">
                    <a:pos x="109" y="42"/>
                  </a:cxn>
                  <a:cxn ang="0">
                    <a:pos x="123" y="47"/>
                  </a:cxn>
                  <a:cxn ang="0">
                    <a:pos x="116" y="57"/>
                  </a:cxn>
                  <a:cxn ang="0">
                    <a:pos x="107" y="68"/>
                  </a:cxn>
                  <a:cxn ang="0">
                    <a:pos x="95" y="76"/>
                  </a:cxn>
                  <a:cxn ang="0">
                    <a:pos x="83" y="87"/>
                  </a:cxn>
                  <a:cxn ang="0">
                    <a:pos x="76" y="109"/>
                  </a:cxn>
                  <a:cxn ang="0">
                    <a:pos x="81" y="125"/>
                  </a:cxn>
                  <a:cxn ang="0">
                    <a:pos x="92" y="137"/>
                  </a:cxn>
                  <a:cxn ang="0">
                    <a:pos x="102" y="154"/>
                  </a:cxn>
                  <a:cxn ang="0">
                    <a:pos x="114" y="170"/>
                  </a:cxn>
                  <a:cxn ang="0">
                    <a:pos x="128" y="182"/>
                  </a:cxn>
                  <a:cxn ang="0">
                    <a:pos x="137" y="196"/>
                  </a:cxn>
                  <a:cxn ang="0">
                    <a:pos x="144" y="213"/>
                  </a:cxn>
                  <a:cxn ang="0">
                    <a:pos x="149" y="234"/>
                  </a:cxn>
                </a:cxnLst>
                <a:rect l="0" t="0" r="r" b="b"/>
                <a:pathLst>
                  <a:path w="156" h="377">
                    <a:moveTo>
                      <a:pt x="154" y="249"/>
                    </a:moveTo>
                    <a:lnTo>
                      <a:pt x="154" y="251"/>
                    </a:lnTo>
                    <a:lnTo>
                      <a:pt x="154" y="251"/>
                    </a:lnTo>
                    <a:lnTo>
                      <a:pt x="154" y="251"/>
                    </a:lnTo>
                    <a:lnTo>
                      <a:pt x="154" y="253"/>
                    </a:lnTo>
                    <a:lnTo>
                      <a:pt x="154" y="253"/>
                    </a:lnTo>
                    <a:lnTo>
                      <a:pt x="154" y="256"/>
                    </a:lnTo>
                    <a:lnTo>
                      <a:pt x="154" y="256"/>
                    </a:lnTo>
                    <a:lnTo>
                      <a:pt x="154" y="258"/>
                    </a:lnTo>
                    <a:lnTo>
                      <a:pt x="154" y="258"/>
                    </a:lnTo>
                    <a:lnTo>
                      <a:pt x="154" y="260"/>
                    </a:lnTo>
                    <a:lnTo>
                      <a:pt x="154" y="260"/>
                    </a:lnTo>
                    <a:lnTo>
                      <a:pt x="154" y="260"/>
                    </a:lnTo>
                    <a:lnTo>
                      <a:pt x="154" y="260"/>
                    </a:lnTo>
                    <a:lnTo>
                      <a:pt x="154" y="263"/>
                    </a:lnTo>
                    <a:lnTo>
                      <a:pt x="154" y="263"/>
                    </a:lnTo>
                    <a:lnTo>
                      <a:pt x="154" y="263"/>
                    </a:lnTo>
                    <a:lnTo>
                      <a:pt x="156" y="263"/>
                    </a:lnTo>
                    <a:lnTo>
                      <a:pt x="156" y="265"/>
                    </a:lnTo>
                    <a:lnTo>
                      <a:pt x="156" y="265"/>
                    </a:lnTo>
                    <a:lnTo>
                      <a:pt x="156" y="265"/>
                    </a:lnTo>
                    <a:lnTo>
                      <a:pt x="156" y="267"/>
                    </a:lnTo>
                    <a:lnTo>
                      <a:pt x="156" y="267"/>
                    </a:lnTo>
                    <a:lnTo>
                      <a:pt x="156" y="267"/>
                    </a:lnTo>
                    <a:lnTo>
                      <a:pt x="154" y="267"/>
                    </a:lnTo>
                    <a:lnTo>
                      <a:pt x="154" y="270"/>
                    </a:lnTo>
                    <a:lnTo>
                      <a:pt x="154" y="270"/>
                    </a:lnTo>
                    <a:lnTo>
                      <a:pt x="154" y="270"/>
                    </a:lnTo>
                    <a:lnTo>
                      <a:pt x="154" y="270"/>
                    </a:lnTo>
                    <a:lnTo>
                      <a:pt x="154" y="272"/>
                    </a:lnTo>
                    <a:lnTo>
                      <a:pt x="156" y="272"/>
                    </a:lnTo>
                    <a:lnTo>
                      <a:pt x="156" y="272"/>
                    </a:lnTo>
                    <a:lnTo>
                      <a:pt x="156" y="272"/>
                    </a:lnTo>
                    <a:lnTo>
                      <a:pt x="156" y="272"/>
                    </a:lnTo>
                    <a:lnTo>
                      <a:pt x="156" y="272"/>
                    </a:lnTo>
                    <a:lnTo>
                      <a:pt x="156" y="275"/>
                    </a:lnTo>
                    <a:lnTo>
                      <a:pt x="156" y="275"/>
                    </a:lnTo>
                    <a:lnTo>
                      <a:pt x="154" y="275"/>
                    </a:lnTo>
                    <a:lnTo>
                      <a:pt x="154" y="275"/>
                    </a:lnTo>
                    <a:lnTo>
                      <a:pt x="154" y="275"/>
                    </a:lnTo>
                    <a:lnTo>
                      <a:pt x="154" y="275"/>
                    </a:lnTo>
                    <a:lnTo>
                      <a:pt x="152" y="275"/>
                    </a:lnTo>
                    <a:lnTo>
                      <a:pt x="152" y="272"/>
                    </a:lnTo>
                    <a:lnTo>
                      <a:pt x="152" y="272"/>
                    </a:lnTo>
                    <a:lnTo>
                      <a:pt x="152" y="275"/>
                    </a:lnTo>
                    <a:lnTo>
                      <a:pt x="152" y="275"/>
                    </a:lnTo>
                    <a:lnTo>
                      <a:pt x="152" y="275"/>
                    </a:lnTo>
                    <a:lnTo>
                      <a:pt x="152" y="277"/>
                    </a:lnTo>
                    <a:lnTo>
                      <a:pt x="154" y="277"/>
                    </a:lnTo>
                    <a:lnTo>
                      <a:pt x="154" y="277"/>
                    </a:lnTo>
                    <a:lnTo>
                      <a:pt x="154" y="277"/>
                    </a:lnTo>
                    <a:lnTo>
                      <a:pt x="154" y="277"/>
                    </a:lnTo>
                    <a:lnTo>
                      <a:pt x="154" y="279"/>
                    </a:lnTo>
                    <a:lnTo>
                      <a:pt x="154" y="279"/>
                    </a:lnTo>
                    <a:lnTo>
                      <a:pt x="154" y="279"/>
                    </a:lnTo>
                    <a:lnTo>
                      <a:pt x="154" y="279"/>
                    </a:lnTo>
                    <a:lnTo>
                      <a:pt x="154" y="282"/>
                    </a:lnTo>
                    <a:lnTo>
                      <a:pt x="154" y="282"/>
                    </a:lnTo>
                    <a:lnTo>
                      <a:pt x="154" y="282"/>
                    </a:lnTo>
                    <a:lnTo>
                      <a:pt x="152" y="282"/>
                    </a:lnTo>
                    <a:lnTo>
                      <a:pt x="152" y="282"/>
                    </a:lnTo>
                    <a:lnTo>
                      <a:pt x="152" y="282"/>
                    </a:lnTo>
                    <a:lnTo>
                      <a:pt x="152" y="282"/>
                    </a:lnTo>
                    <a:lnTo>
                      <a:pt x="152" y="282"/>
                    </a:lnTo>
                    <a:lnTo>
                      <a:pt x="154" y="282"/>
                    </a:lnTo>
                    <a:lnTo>
                      <a:pt x="154" y="284"/>
                    </a:lnTo>
                    <a:lnTo>
                      <a:pt x="154" y="284"/>
                    </a:lnTo>
                    <a:lnTo>
                      <a:pt x="154" y="284"/>
                    </a:lnTo>
                    <a:lnTo>
                      <a:pt x="154" y="284"/>
                    </a:lnTo>
                    <a:lnTo>
                      <a:pt x="154" y="286"/>
                    </a:lnTo>
                    <a:lnTo>
                      <a:pt x="152" y="286"/>
                    </a:lnTo>
                    <a:lnTo>
                      <a:pt x="152" y="284"/>
                    </a:lnTo>
                    <a:lnTo>
                      <a:pt x="152" y="284"/>
                    </a:lnTo>
                    <a:lnTo>
                      <a:pt x="152" y="286"/>
                    </a:lnTo>
                    <a:lnTo>
                      <a:pt x="152" y="286"/>
                    </a:lnTo>
                    <a:lnTo>
                      <a:pt x="152" y="289"/>
                    </a:lnTo>
                    <a:lnTo>
                      <a:pt x="152" y="289"/>
                    </a:lnTo>
                    <a:lnTo>
                      <a:pt x="152" y="289"/>
                    </a:lnTo>
                    <a:lnTo>
                      <a:pt x="152" y="291"/>
                    </a:lnTo>
                    <a:lnTo>
                      <a:pt x="152" y="291"/>
                    </a:lnTo>
                    <a:lnTo>
                      <a:pt x="152" y="291"/>
                    </a:lnTo>
                    <a:lnTo>
                      <a:pt x="152" y="294"/>
                    </a:lnTo>
                    <a:lnTo>
                      <a:pt x="152" y="294"/>
                    </a:lnTo>
                    <a:lnTo>
                      <a:pt x="152" y="294"/>
                    </a:lnTo>
                    <a:lnTo>
                      <a:pt x="152" y="296"/>
                    </a:lnTo>
                    <a:lnTo>
                      <a:pt x="152" y="296"/>
                    </a:lnTo>
                    <a:lnTo>
                      <a:pt x="149" y="296"/>
                    </a:lnTo>
                    <a:lnTo>
                      <a:pt x="149" y="298"/>
                    </a:lnTo>
                    <a:lnTo>
                      <a:pt x="149" y="298"/>
                    </a:lnTo>
                    <a:lnTo>
                      <a:pt x="149" y="301"/>
                    </a:lnTo>
                    <a:lnTo>
                      <a:pt x="149" y="301"/>
                    </a:lnTo>
                    <a:lnTo>
                      <a:pt x="149" y="301"/>
                    </a:lnTo>
                    <a:lnTo>
                      <a:pt x="149" y="301"/>
                    </a:lnTo>
                    <a:lnTo>
                      <a:pt x="147" y="301"/>
                    </a:lnTo>
                    <a:lnTo>
                      <a:pt x="147" y="301"/>
                    </a:lnTo>
                    <a:lnTo>
                      <a:pt x="147" y="301"/>
                    </a:lnTo>
                    <a:lnTo>
                      <a:pt x="147" y="303"/>
                    </a:lnTo>
                    <a:lnTo>
                      <a:pt x="147" y="303"/>
                    </a:lnTo>
                    <a:lnTo>
                      <a:pt x="147" y="305"/>
                    </a:lnTo>
                    <a:lnTo>
                      <a:pt x="147" y="305"/>
                    </a:lnTo>
                    <a:lnTo>
                      <a:pt x="147" y="305"/>
                    </a:lnTo>
                    <a:lnTo>
                      <a:pt x="147" y="308"/>
                    </a:lnTo>
                    <a:lnTo>
                      <a:pt x="144" y="308"/>
                    </a:lnTo>
                    <a:lnTo>
                      <a:pt x="144" y="308"/>
                    </a:lnTo>
                    <a:lnTo>
                      <a:pt x="142" y="308"/>
                    </a:lnTo>
                    <a:lnTo>
                      <a:pt x="142" y="308"/>
                    </a:lnTo>
                    <a:lnTo>
                      <a:pt x="142" y="308"/>
                    </a:lnTo>
                    <a:lnTo>
                      <a:pt x="142" y="308"/>
                    </a:lnTo>
                    <a:lnTo>
                      <a:pt x="140" y="308"/>
                    </a:lnTo>
                    <a:lnTo>
                      <a:pt x="140" y="310"/>
                    </a:lnTo>
                    <a:lnTo>
                      <a:pt x="140" y="310"/>
                    </a:lnTo>
                    <a:lnTo>
                      <a:pt x="140" y="310"/>
                    </a:lnTo>
                    <a:lnTo>
                      <a:pt x="140" y="310"/>
                    </a:lnTo>
                    <a:lnTo>
                      <a:pt x="140" y="310"/>
                    </a:lnTo>
                    <a:lnTo>
                      <a:pt x="140" y="310"/>
                    </a:lnTo>
                    <a:lnTo>
                      <a:pt x="137" y="310"/>
                    </a:lnTo>
                    <a:lnTo>
                      <a:pt x="137" y="310"/>
                    </a:lnTo>
                    <a:lnTo>
                      <a:pt x="137" y="310"/>
                    </a:lnTo>
                    <a:lnTo>
                      <a:pt x="135" y="310"/>
                    </a:lnTo>
                    <a:lnTo>
                      <a:pt x="135" y="313"/>
                    </a:lnTo>
                    <a:lnTo>
                      <a:pt x="135" y="313"/>
                    </a:lnTo>
                    <a:lnTo>
                      <a:pt x="135" y="313"/>
                    </a:lnTo>
                    <a:lnTo>
                      <a:pt x="135" y="315"/>
                    </a:lnTo>
                    <a:lnTo>
                      <a:pt x="135" y="315"/>
                    </a:lnTo>
                    <a:lnTo>
                      <a:pt x="133" y="315"/>
                    </a:lnTo>
                    <a:lnTo>
                      <a:pt x="133" y="315"/>
                    </a:lnTo>
                    <a:lnTo>
                      <a:pt x="133" y="315"/>
                    </a:lnTo>
                    <a:lnTo>
                      <a:pt x="133" y="317"/>
                    </a:lnTo>
                    <a:lnTo>
                      <a:pt x="130" y="317"/>
                    </a:lnTo>
                    <a:lnTo>
                      <a:pt x="130" y="317"/>
                    </a:lnTo>
                    <a:lnTo>
                      <a:pt x="130" y="317"/>
                    </a:lnTo>
                    <a:lnTo>
                      <a:pt x="130" y="317"/>
                    </a:lnTo>
                    <a:lnTo>
                      <a:pt x="130" y="317"/>
                    </a:lnTo>
                    <a:lnTo>
                      <a:pt x="128" y="317"/>
                    </a:lnTo>
                    <a:lnTo>
                      <a:pt x="128" y="317"/>
                    </a:lnTo>
                    <a:lnTo>
                      <a:pt x="128" y="317"/>
                    </a:lnTo>
                    <a:lnTo>
                      <a:pt x="128" y="317"/>
                    </a:lnTo>
                    <a:lnTo>
                      <a:pt x="126" y="317"/>
                    </a:lnTo>
                    <a:lnTo>
                      <a:pt x="126" y="320"/>
                    </a:lnTo>
                    <a:lnTo>
                      <a:pt x="126" y="320"/>
                    </a:lnTo>
                    <a:lnTo>
                      <a:pt x="126" y="320"/>
                    </a:lnTo>
                    <a:lnTo>
                      <a:pt x="126" y="320"/>
                    </a:lnTo>
                    <a:lnTo>
                      <a:pt x="126" y="322"/>
                    </a:lnTo>
                    <a:lnTo>
                      <a:pt x="123" y="322"/>
                    </a:lnTo>
                    <a:lnTo>
                      <a:pt x="123" y="322"/>
                    </a:lnTo>
                    <a:lnTo>
                      <a:pt x="123" y="322"/>
                    </a:lnTo>
                    <a:lnTo>
                      <a:pt x="123" y="322"/>
                    </a:lnTo>
                    <a:lnTo>
                      <a:pt x="123" y="322"/>
                    </a:lnTo>
                    <a:lnTo>
                      <a:pt x="121" y="322"/>
                    </a:lnTo>
                    <a:lnTo>
                      <a:pt x="121" y="322"/>
                    </a:lnTo>
                    <a:lnTo>
                      <a:pt x="121" y="322"/>
                    </a:lnTo>
                    <a:lnTo>
                      <a:pt x="121" y="322"/>
                    </a:lnTo>
                    <a:lnTo>
                      <a:pt x="121" y="324"/>
                    </a:lnTo>
                    <a:lnTo>
                      <a:pt x="118" y="324"/>
                    </a:lnTo>
                    <a:lnTo>
                      <a:pt x="118" y="324"/>
                    </a:lnTo>
                    <a:lnTo>
                      <a:pt x="118" y="324"/>
                    </a:lnTo>
                    <a:lnTo>
                      <a:pt x="116" y="324"/>
                    </a:lnTo>
                    <a:lnTo>
                      <a:pt x="116" y="324"/>
                    </a:lnTo>
                    <a:lnTo>
                      <a:pt x="116" y="327"/>
                    </a:lnTo>
                    <a:lnTo>
                      <a:pt x="116" y="327"/>
                    </a:lnTo>
                    <a:lnTo>
                      <a:pt x="116" y="327"/>
                    </a:lnTo>
                    <a:lnTo>
                      <a:pt x="114" y="327"/>
                    </a:lnTo>
                    <a:lnTo>
                      <a:pt x="114" y="329"/>
                    </a:lnTo>
                    <a:lnTo>
                      <a:pt x="114" y="329"/>
                    </a:lnTo>
                    <a:lnTo>
                      <a:pt x="114" y="329"/>
                    </a:lnTo>
                    <a:lnTo>
                      <a:pt x="111" y="329"/>
                    </a:lnTo>
                    <a:lnTo>
                      <a:pt x="111" y="329"/>
                    </a:lnTo>
                    <a:lnTo>
                      <a:pt x="111" y="329"/>
                    </a:lnTo>
                    <a:lnTo>
                      <a:pt x="109" y="329"/>
                    </a:lnTo>
                    <a:lnTo>
                      <a:pt x="109" y="329"/>
                    </a:lnTo>
                    <a:lnTo>
                      <a:pt x="109" y="331"/>
                    </a:lnTo>
                    <a:lnTo>
                      <a:pt x="109" y="331"/>
                    </a:lnTo>
                    <a:lnTo>
                      <a:pt x="107" y="331"/>
                    </a:lnTo>
                    <a:lnTo>
                      <a:pt x="107" y="331"/>
                    </a:lnTo>
                    <a:lnTo>
                      <a:pt x="107" y="331"/>
                    </a:lnTo>
                    <a:lnTo>
                      <a:pt x="107" y="331"/>
                    </a:lnTo>
                    <a:lnTo>
                      <a:pt x="107" y="331"/>
                    </a:lnTo>
                    <a:lnTo>
                      <a:pt x="104" y="331"/>
                    </a:lnTo>
                    <a:lnTo>
                      <a:pt x="104" y="331"/>
                    </a:lnTo>
                    <a:lnTo>
                      <a:pt x="104" y="331"/>
                    </a:lnTo>
                    <a:lnTo>
                      <a:pt x="104" y="331"/>
                    </a:lnTo>
                    <a:lnTo>
                      <a:pt x="104" y="329"/>
                    </a:lnTo>
                    <a:lnTo>
                      <a:pt x="104" y="329"/>
                    </a:lnTo>
                    <a:lnTo>
                      <a:pt x="102" y="329"/>
                    </a:lnTo>
                    <a:lnTo>
                      <a:pt x="102" y="329"/>
                    </a:lnTo>
                    <a:lnTo>
                      <a:pt x="102" y="331"/>
                    </a:lnTo>
                    <a:lnTo>
                      <a:pt x="102" y="331"/>
                    </a:lnTo>
                    <a:lnTo>
                      <a:pt x="102" y="331"/>
                    </a:lnTo>
                    <a:lnTo>
                      <a:pt x="102" y="331"/>
                    </a:lnTo>
                    <a:lnTo>
                      <a:pt x="100" y="331"/>
                    </a:lnTo>
                    <a:lnTo>
                      <a:pt x="100" y="331"/>
                    </a:lnTo>
                    <a:lnTo>
                      <a:pt x="100" y="331"/>
                    </a:lnTo>
                    <a:lnTo>
                      <a:pt x="100" y="331"/>
                    </a:lnTo>
                    <a:lnTo>
                      <a:pt x="100" y="331"/>
                    </a:lnTo>
                    <a:lnTo>
                      <a:pt x="100" y="331"/>
                    </a:lnTo>
                    <a:lnTo>
                      <a:pt x="100" y="334"/>
                    </a:lnTo>
                    <a:lnTo>
                      <a:pt x="100" y="334"/>
                    </a:lnTo>
                    <a:lnTo>
                      <a:pt x="100" y="336"/>
                    </a:lnTo>
                    <a:lnTo>
                      <a:pt x="100" y="336"/>
                    </a:lnTo>
                    <a:lnTo>
                      <a:pt x="100" y="336"/>
                    </a:lnTo>
                    <a:lnTo>
                      <a:pt x="100" y="339"/>
                    </a:lnTo>
                    <a:lnTo>
                      <a:pt x="100" y="339"/>
                    </a:lnTo>
                    <a:lnTo>
                      <a:pt x="100" y="339"/>
                    </a:lnTo>
                    <a:lnTo>
                      <a:pt x="97" y="339"/>
                    </a:lnTo>
                    <a:lnTo>
                      <a:pt x="97" y="341"/>
                    </a:lnTo>
                    <a:lnTo>
                      <a:pt x="97" y="341"/>
                    </a:lnTo>
                    <a:lnTo>
                      <a:pt x="95" y="341"/>
                    </a:lnTo>
                    <a:lnTo>
                      <a:pt x="95" y="341"/>
                    </a:lnTo>
                    <a:lnTo>
                      <a:pt x="97" y="341"/>
                    </a:lnTo>
                    <a:lnTo>
                      <a:pt x="97" y="341"/>
                    </a:lnTo>
                    <a:lnTo>
                      <a:pt x="97" y="343"/>
                    </a:lnTo>
                    <a:lnTo>
                      <a:pt x="97" y="343"/>
                    </a:lnTo>
                    <a:lnTo>
                      <a:pt x="95" y="343"/>
                    </a:lnTo>
                    <a:lnTo>
                      <a:pt x="95" y="346"/>
                    </a:lnTo>
                    <a:lnTo>
                      <a:pt x="95" y="346"/>
                    </a:lnTo>
                    <a:lnTo>
                      <a:pt x="95" y="346"/>
                    </a:lnTo>
                    <a:lnTo>
                      <a:pt x="95" y="346"/>
                    </a:lnTo>
                    <a:lnTo>
                      <a:pt x="95" y="348"/>
                    </a:lnTo>
                    <a:lnTo>
                      <a:pt x="95" y="348"/>
                    </a:lnTo>
                    <a:lnTo>
                      <a:pt x="95" y="350"/>
                    </a:lnTo>
                    <a:lnTo>
                      <a:pt x="95" y="350"/>
                    </a:lnTo>
                    <a:lnTo>
                      <a:pt x="92" y="350"/>
                    </a:lnTo>
                    <a:lnTo>
                      <a:pt x="92" y="350"/>
                    </a:lnTo>
                    <a:lnTo>
                      <a:pt x="92" y="350"/>
                    </a:lnTo>
                    <a:lnTo>
                      <a:pt x="92" y="353"/>
                    </a:lnTo>
                    <a:lnTo>
                      <a:pt x="90" y="353"/>
                    </a:lnTo>
                    <a:lnTo>
                      <a:pt x="90" y="353"/>
                    </a:lnTo>
                    <a:lnTo>
                      <a:pt x="90" y="353"/>
                    </a:lnTo>
                    <a:lnTo>
                      <a:pt x="88" y="353"/>
                    </a:lnTo>
                    <a:lnTo>
                      <a:pt x="88" y="350"/>
                    </a:lnTo>
                    <a:lnTo>
                      <a:pt x="88" y="350"/>
                    </a:lnTo>
                    <a:lnTo>
                      <a:pt x="88" y="353"/>
                    </a:lnTo>
                    <a:lnTo>
                      <a:pt x="88" y="353"/>
                    </a:lnTo>
                    <a:lnTo>
                      <a:pt x="88" y="353"/>
                    </a:lnTo>
                    <a:lnTo>
                      <a:pt x="85" y="353"/>
                    </a:lnTo>
                    <a:lnTo>
                      <a:pt x="85" y="355"/>
                    </a:lnTo>
                    <a:lnTo>
                      <a:pt x="85" y="355"/>
                    </a:lnTo>
                    <a:lnTo>
                      <a:pt x="85" y="358"/>
                    </a:lnTo>
                    <a:lnTo>
                      <a:pt x="85" y="358"/>
                    </a:lnTo>
                    <a:lnTo>
                      <a:pt x="83" y="358"/>
                    </a:lnTo>
                    <a:lnTo>
                      <a:pt x="83" y="358"/>
                    </a:lnTo>
                    <a:lnTo>
                      <a:pt x="83" y="358"/>
                    </a:lnTo>
                    <a:lnTo>
                      <a:pt x="83" y="358"/>
                    </a:lnTo>
                    <a:lnTo>
                      <a:pt x="81" y="358"/>
                    </a:lnTo>
                    <a:lnTo>
                      <a:pt x="81" y="358"/>
                    </a:lnTo>
                    <a:lnTo>
                      <a:pt x="81" y="360"/>
                    </a:lnTo>
                    <a:lnTo>
                      <a:pt x="81" y="360"/>
                    </a:lnTo>
                    <a:lnTo>
                      <a:pt x="78" y="360"/>
                    </a:lnTo>
                    <a:lnTo>
                      <a:pt x="78" y="360"/>
                    </a:lnTo>
                    <a:lnTo>
                      <a:pt x="78" y="360"/>
                    </a:lnTo>
                    <a:lnTo>
                      <a:pt x="76" y="360"/>
                    </a:lnTo>
                    <a:lnTo>
                      <a:pt x="76" y="360"/>
                    </a:lnTo>
                    <a:lnTo>
                      <a:pt x="76" y="360"/>
                    </a:lnTo>
                    <a:lnTo>
                      <a:pt x="76" y="360"/>
                    </a:lnTo>
                    <a:lnTo>
                      <a:pt x="73" y="360"/>
                    </a:lnTo>
                    <a:lnTo>
                      <a:pt x="73" y="362"/>
                    </a:lnTo>
                    <a:lnTo>
                      <a:pt x="73" y="362"/>
                    </a:lnTo>
                    <a:lnTo>
                      <a:pt x="73" y="362"/>
                    </a:lnTo>
                    <a:lnTo>
                      <a:pt x="73" y="362"/>
                    </a:lnTo>
                    <a:lnTo>
                      <a:pt x="71" y="362"/>
                    </a:lnTo>
                    <a:lnTo>
                      <a:pt x="71" y="362"/>
                    </a:lnTo>
                    <a:lnTo>
                      <a:pt x="71" y="365"/>
                    </a:lnTo>
                    <a:lnTo>
                      <a:pt x="69" y="365"/>
                    </a:lnTo>
                    <a:lnTo>
                      <a:pt x="69" y="365"/>
                    </a:lnTo>
                    <a:lnTo>
                      <a:pt x="69" y="365"/>
                    </a:lnTo>
                    <a:lnTo>
                      <a:pt x="69" y="367"/>
                    </a:lnTo>
                    <a:lnTo>
                      <a:pt x="69" y="367"/>
                    </a:lnTo>
                    <a:lnTo>
                      <a:pt x="69" y="367"/>
                    </a:lnTo>
                    <a:lnTo>
                      <a:pt x="69" y="369"/>
                    </a:lnTo>
                    <a:lnTo>
                      <a:pt x="69" y="369"/>
                    </a:lnTo>
                    <a:lnTo>
                      <a:pt x="66" y="369"/>
                    </a:lnTo>
                    <a:lnTo>
                      <a:pt x="66" y="369"/>
                    </a:lnTo>
                    <a:lnTo>
                      <a:pt x="66" y="372"/>
                    </a:lnTo>
                    <a:lnTo>
                      <a:pt x="66" y="372"/>
                    </a:lnTo>
                    <a:lnTo>
                      <a:pt x="66" y="372"/>
                    </a:lnTo>
                    <a:lnTo>
                      <a:pt x="66" y="372"/>
                    </a:lnTo>
                    <a:lnTo>
                      <a:pt x="64" y="372"/>
                    </a:lnTo>
                    <a:lnTo>
                      <a:pt x="64" y="372"/>
                    </a:lnTo>
                    <a:lnTo>
                      <a:pt x="64" y="374"/>
                    </a:lnTo>
                    <a:lnTo>
                      <a:pt x="64" y="374"/>
                    </a:lnTo>
                    <a:lnTo>
                      <a:pt x="62" y="374"/>
                    </a:lnTo>
                    <a:lnTo>
                      <a:pt x="62" y="377"/>
                    </a:lnTo>
                    <a:lnTo>
                      <a:pt x="62" y="377"/>
                    </a:lnTo>
                    <a:lnTo>
                      <a:pt x="62" y="377"/>
                    </a:lnTo>
                    <a:lnTo>
                      <a:pt x="59" y="377"/>
                    </a:lnTo>
                    <a:lnTo>
                      <a:pt x="59" y="377"/>
                    </a:lnTo>
                    <a:lnTo>
                      <a:pt x="59" y="377"/>
                    </a:lnTo>
                    <a:lnTo>
                      <a:pt x="57" y="377"/>
                    </a:lnTo>
                    <a:lnTo>
                      <a:pt x="57" y="377"/>
                    </a:lnTo>
                    <a:lnTo>
                      <a:pt x="57" y="377"/>
                    </a:lnTo>
                    <a:lnTo>
                      <a:pt x="55" y="377"/>
                    </a:lnTo>
                    <a:lnTo>
                      <a:pt x="55" y="377"/>
                    </a:lnTo>
                    <a:lnTo>
                      <a:pt x="55" y="377"/>
                    </a:lnTo>
                    <a:lnTo>
                      <a:pt x="55" y="377"/>
                    </a:lnTo>
                    <a:lnTo>
                      <a:pt x="55" y="374"/>
                    </a:lnTo>
                    <a:lnTo>
                      <a:pt x="55" y="374"/>
                    </a:lnTo>
                    <a:lnTo>
                      <a:pt x="55" y="374"/>
                    </a:lnTo>
                    <a:lnTo>
                      <a:pt x="55" y="374"/>
                    </a:lnTo>
                    <a:lnTo>
                      <a:pt x="55" y="372"/>
                    </a:lnTo>
                    <a:lnTo>
                      <a:pt x="55" y="372"/>
                    </a:lnTo>
                    <a:lnTo>
                      <a:pt x="55" y="372"/>
                    </a:lnTo>
                    <a:lnTo>
                      <a:pt x="55" y="369"/>
                    </a:lnTo>
                    <a:lnTo>
                      <a:pt x="55" y="369"/>
                    </a:lnTo>
                    <a:lnTo>
                      <a:pt x="55" y="369"/>
                    </a:lnTo>
                    <a:lnTo>
                      <a:pt x="55" y="369"/>
                    </a:lnTo>
                    <a:lnTo>
                      <a:pt x="55" y="367"/>
                    </a:lnTo>
                    <a:lnTo>
                      <a:pt x="55" y="367"/>
                    </a:lnTo>
                    <a:lnTo>
                      <a:pt x="55" y="365"/>
                    </a:lnTo>
                    <a:lnTo>
                      <a:pt x="55" y="365"/>
                    </a:lnTo>
                    <a:lnTo>
                      <a:pt x="55" y="362"/>
                    </a:lnTo>
                    <a:lnTo>
                      <a:pt x="55" y="362"/>
                    </a:lnTo>
                    <a:lnTo>
                      <a:pt x="55" y="360"/>
                    </a:lnTo>
                    <a:lnTo>
                      <a:pt x="55" y="360"/>
                    </a:lnTo>
                    <a:lnTo>
                      <a:pt x="55" y="360"/>
                    </a:lnTo>
                    <a:lnTo>
                      <a:pt x="55" y="358"/>
                    </a:lnTo>
                    <a:lnTo>
                      <a:pt x="55" y="358"/>
                    </a:lnTo>
                    <a:lnTo>
                      <a:pt x="55" y="355"/>
                    </a:lnTo>
                    <a:lnTo>
                      <a:pt x="55" y="355"/>
                    </a:lnTo>
                    <a:lnTo>
                      <a:pt x="55" y="353"/>
                    </a:lnTo>
                    <a:lnTo>
                      <a:pt x="55" y="353"/>
                    </a:lnTo>
                    <a:lnTo>
                      <a:pt x="55" y="350"/>
                    </a:lnTo>
                    <a:lnTo>
                      <a:pt x="57" y="350"/>
                    </a:lnTo>
                    <a:lnTo>
                      <a:pt x="57" y="350"/>
                    </a:lnTo>
                    <a:lnTo>
                      <a:pt x="57" y="350"/>
                    </a:lnTo>
                    <a:lnTo>
                      <a:pt x="57" y="348"/>
                    </a:lnTo>
                    <a:lnTo>
                      <a:pt x="57" y="348"/>
                    </a:lnTo>
                    <a:lnTo>
                      <a:pt x="57" y="346"/>
                    </a:lnTo>
                    <a:lnTo>
                      <a:pt x="57" y="346"/>
                    </a:lnTo>
                    <a:lnTo>
                      <a:pt x="57" y="346"/>
                    </a:lnTo>
                    <a:lnTo>
                      <a:pt x="57" y="343"/>
                    </a:lnTo>
                    <a:lnTo>
                      <a:pt x="57" y="343"/>
                    </a:lnTo>
                    <a:lnTo>
                      <a:pt x="57" y="343"/>
                    </a:lnTo>
                    <a:lnTo>
                      <a:pt x="59" y="343"/>
                    </a:lnTo>
                    <a:lnTo>
                      <a:pt x="59" y="341"/>
                    </a:lnTo>
                    <a:lnTo>
                      <a:pt x="59" y="341"/>
                    </a:lnTo>
                    <a:lnTo>
                      <a:pt x="59" y="341"/>
                    </a:lnTo>
                    <a:lnTo>
                      <a:pt x="62" y="341"/>
                    </a:lnTo>
                    <a:lnTo>
                      <a:pt x="62" y="341"/>
                    </a:lnTo>
                    <a:lnTo>
                      <a:pt x="62" y="341"/>
                    </a:lnTo>
                    <a:lnTo>
                      <a:pt x="62" y="341"/>
                    </a:lnTo>
                    <a:lnTo>
                      <a:pt x="62" y="339"/>
                    </a:lnTo>
                    <a:lnTo>
                      <a:pt x="59" y="339"/>
                    </a:lnTo>
                    <a:lnTo>
                      <a:pt x="59" y="339"/>
                    </a:lnTo>
                    <a:lnTo>
                      <a:pt x="59" y="339"/>
                    </a:lnTo>
                    <a:lnTo>
                      <a:pt x="57" y="339"/>
                    </a:lnTo>
                    <a:lnTo>
                      <a:pt x="57" y="339"/>
                    </a:lnTo>
                    <a:lnTo>
                      <a:pt x="57" y="339"/>
                    </a:lnTo>
                    <a:lnTo>
                      <a:pt x="57" y="336"/>
                    </a:lnTo>
                    <a:lnTo>
                      <a:pt x="55" y="336"/>
                    </a:lnTo>
                    <a:lnTo>
                      <a:pt x="55" y="336"/>
                    </a:lnTo>
                    <a:lnTo>
                      <a:pt x="55" y="336"/>
                    </a:lnTo>
                    <a:lnTo>
                      <a:pt x="55" y="334"/>
                    </a:lnTo>
                    <a:lnTo>
                      <a:pt x="55" y="334"/>
                    </a:lnTo>
                    <a:lnTo>
                      <a:pt x="55" y="336"/>
                    </a:lnTo>
                    <a:lnTo>
                      <a:pt x="52" y="336"/>
                    </a:lnTo>
                    <a:lnTo>
                      <a:pt x="52" y="336"/>
                    </a:lnTo>
                    <a:lnTo>
                      <a:pt x="52" y="336"/>
                    </a:lnTo>
                    <a:lnTo>
                      <a:pt x="50" y="336"/>
                    </a:lnTo>
                    <a:lnTo>
                      <a:pt x="50" y="339"/>
                    </a:lnTo>
                    <a:lnTo>
                      <a:pt x="50" y="339"/>
                    </a:lnTo>
                    <a:lnTo>
                      <a:pt x="50" y="341"/>
                    </a:lnTo>
                    <a:lnTo>
                      <a:pt x="50" y="341"/>
                    </a:lnTo>
                    <a:lnTo>
                      <a:pt x="50" y="339"/>
                    </a:lnTo>
                    <a:lnTo>
                      <a:pt x="50" y="339"/>
                    </a:lnTo>
                    <a:lnTo>
                      <a:pt x="50" y="339"/>
                    </a:lnTo>
                    <a:lnTo>
                      <a:pt x="47" y="339"/>
                    </a:lnTo>
                    <a:lnTo>
                      <a:pt x="47" y="336"/>
                    </a:lnTo>
                    <a:lnTo>
                      <a:pt x="47" y="336"/>
                    </a:lnTo>
                    <a:lnTo>
                      <a:pt x="50" y="336"/>
                    </a:lnTo>
                    <a:lnTo>
                      <a:pt x="50" y="334"/>
                    </a:lnTo>
                    <a:lnTo>
                      <a:pt x="50" y="334"/>
                    </a:lnTo>
                    <a:lnTo>
                      <a:pt x="50" y="334"/>
                    </a:lnTo>
                    <a:lnTo>
                      <a:pt x="50" y="334"/>
                    </a:lnTo>
                    <a:lnTo>
                      <a:pt x="50" y="331"/>
                    </a:lnTo>
                    <a:lnTo>
                      <a:pt x="50" y="331"/>
                    </a:lnTo>
                    <a:lnTo>
                      <a:pt x="47" y="331"/>
                    </a:lnTo>
                    <a:lnTo>
                      <a:pt x="47" y="331"/>
                    </a:lnTo>
                    <a:lnTo>
                      <a:pt x="47" y="331"/>
                    </a:lnTo>
                    <a:lnTo>
                      <a:pt x="47" y="329"/>
                    </a:lnTo>
                    <a:lnTo>
                      <a:pt x="47" y="329"/>
                    </a:lnTo>
                    <a:lnTo>
                      <a:pt x="50" y="329"/>
                    </a:lnTo>
                    <a:lnTo>
                      <a:pt x="50" y="329"/>
                    </a:lnTo>
                    <a:lnTo>
                      <a:pt x="50" y="329"/>
                    </a:lnTo>
                    <a:lnTo>
                      <a:pt x="50" y="327"/>
                    </a:lnTo>
                    <a:lnTo>
                      <a:pt x="50" y="327"/>
                    </a:lnTo>
                    <a:lnTo>
                      <a:pt x="50" y="327"/>
                    </a:lnTo>
                    <a:lnTo>
                      <a:pt x="52" y="327"/>
                    </a:lnTo>
                    <a:lnTo>
                      <a:pt x="52" y="327"/>
                    </a:lnTo>
                    <a:lnTo>
                      <a:pt x="55" y="327"/>
                    </a:lnTo>
                    <a:lnTo>
                      <a:pt x="55" y="327"/>
                    </a:lnTo>
                    <a:lnTo>
                      <a:pt x="55" y="327"/>
                    </a:lnTo>
                    <a:lnTo>
                      <a:pt x="55" y="327"/>
                    </a:lnTo>
                    <a:lnTo>
                      <a:pt x="55" y="327"/>
                    </a:lnTo>
                    <a:lnTo>
                      <a:pt x="57" y="327"/>
                    </a:lnTo>
                    <a:lnTo>
                      <a:pt x="57" y="327"/>
                    </a:lnTo>
                    <a:lnTo>
                      <a:pt x="57" y="327"/>
                    </a:lnTo>
                    <a:lnTo>
                      <a:pt x="57" y="324"/>
                    </a:lnTo>
                    <a:lnTo>
                      <a:pt x="57" y="324"/>
                    </a:lnTo>
                    <a:lnTo>
                      <a:pt x="59" y="324"/>
                    </a:lnTo>
                    <a:lnTo>
                      <a:pt x="59" y="322"/>
                    </a:lnTo>
                    <a:lnTo>
                      <a:pt x="59" y="322"/>
                    </a:lnTo>
                    <a:lnTo>
                      <a:pt x="62" y="322"/>
                    </a:lnTo>
                    <a:lnTo>
                      <a:pt x="62" y="322"/>
                    </a:lnTo>
                    <a:lnTo>
                      <a:pt x="62" y="322"/>
                    </a:lnTo>
                    <a:lnTo>
                      <a:pt x="62" y="320"/>
                    </a:lnTo>
                    <a:lnTo>
                      <a:pt x="62" y="320"/>
                    </a:lnTo>
                    <a:lnTo>
                      <a:pt x="62" y="320"/>
                    </a:lnTo>
                    <a:lnTo>
                      <a:pt x="62" y="320"/>
                    </a:lnTo>
                    <a:lnTo>
                      <a:pt x="62" y="317"/>
                    </a:lnTo>
                    <a:lnTo>
                      <a:pt x="62" y="317"/>
                    </a:lnTo>
                    <a:lnTo>
                      <a:pt x="62" y="317"/>
                    </a:lnTo>
                    <a:lnTo>
                      <a:pt x="62" y="315"/>
                    </a:lnTo>
                    <a:lnTo>
                      <a:pt x="62" y="315"/>
                    </a:lnTo>
                    <a:lnTo>
                      <a:pt x="62" y="317"/>
                    </a:lnTo>
                    <a:lnTo>
                      <a:pt x="64" y="317"/>
                    </a:lnTo>
                    <a:lnTo>
                      <a:pt x="64" y="317"/>
                    </a:lnTo>
                    <a:lnTo>
                      <a:pt x="66" y="317"/>
                    </a:lnTo>
                    <a:lnTo>
                      <a:pt x="66" y="317"/>
                    </a:lnTo>
                    <a:lnTo>
                      <a:pt x="66" y="317"/>
                    </a:lnTo>
                    <a:lnTo>
                      <a:pt x="66" y="317"/>
                    </a:lnTo>
                    <a:lnTo>
                      <a:pt x="69" y="317"/>
                    </a:lnTo>
                    <a:lnTo>
                      <a:pt x="69" y="317"/>
                    </a:lnTo>
                    <a:lnTo>
                      <a:pt x="69" y="317"/>
                    </a:lnTo>
                    <a:lnTo>
                      <a:pt x="69" y="315"/>
                    </a:lnTo>
                    <a:lnTo>
                      <a:pt x="69" y="315"/>
                    </a:lnTo>
                    <a:lnTo>
                      <a:pt x="71" y="315"/>
                    </a:lnTo>
                    <a:lnTo>
                      <a:pt x="71" y="315"/>
                    </a:lnTo>
                    <a:lnTo>
                      <a:pt x="73" y="315"/>
                    </a:lnTo>
                    <a:lnTo>
                      <a:pt x="73" y="315"/>
                    </a:lnTo>
                    <a:lnTo>
                      <a:pt x="73" y="315"/>
                    </a:lnTo>
                    <a:lnTo>
                      <a:pt x="73" y="315"/>
                    </a:lnTo>
                    <a:lnTo>
                      <a:pt x="76" y="315"/>
                    </a:lnTo>
                    <a:lnTo>
                      <a:pt x="76" y="315"/>
                    </a:lnTo>
                    <a:lnTo>
                      <a:pt x="76" y="315"/>
                    </a:lnTo>
                    <a:lnTo>
                      <a:pt x="76" y="315"/>
                    </a:lnTo>
                    <a:lnTo>
                      <a:pt x="78" y="315"/>
                    </a:lnTo>
                    <a:lnTo>
                      <a:pt x="78" y="317"/>
                    </a:lnTo>
                    <a:lnTo>
                      <a:pt x="78" y="317"/>
                    </a:lnTo>
                    <a:lnTo>
                      <a:pt x="78" y="317"/>
                    </a:lnTo>
                    <a:lnTo>
                      <a:pt x="78" y="320"/>
                    </a:lnTo>
                    <a:lnTo>
                      <a:pt x="81" y="320"/>
                    </a:lnTo>
                    <a:lnTo>
                      <a:pt x="81" y="317"/>
                    </a:lnTo>
                    <a:lnTo>
                      <a:pt x="81" y="317"/>
                    </a:lnTo>
                    <a:lnTo>
                      <a:pt x="81" y="317"/>
                    </a:lnTo>
                    <a:lnTo>
                      <a:pt x="81" y="320"/>
                    </a:lnTo>
                    <a:lnTo>
                      <a:pt x="83" y="320"/>
                    </a:lnTo>
                    <a:lnTo>
                      <a:pt x="83" y="320"/>
                    </a:lnTo>
                    <a:lnTo>
                      <a:pt x="83" y="320"/>
                    </a:lnTo>
                    <a:lnTo>
                      <a:pt x="83" y="320"/>
                    </a:lnTo>
                    <a:lnTo>
                      <a:pt x="85" y="320"/>
                    </a:lnTo>
                    <a:lnTo>
                      <a:pt x="85" y="320"/>
                    </a:lnTo>
                    <a:lnTo>
                      <a:pt x="85" y="317"/>
                    </a:lnTo>
                    <a:lnTo>
                      <a:pt x="85" y="317"/>
                    </a:lnTo>
                    <a:lnTo>
                      <a:pt x="85" y="315"/>
                    </a:lnTo>
                    <a:lnTo>
                      <a:pt x="85" y="315"/>
                    </a:lnTo>
                    <a:lnTo>
                      <a:pt x="85" y="315"/>
                    </a:lnTo>
                    <a:lnTo>
                      <a:pt x="85" y="313"/>
                    </a:lnTo>
                    <a:lnTo>
                      <a:pt x="85" y="313"/>
                    </a:lnTo>
                    <a:lnTo>
                      <a:pt x="85" y="313"/>
                    </a:lnTo>
                    <a:lnTo>
                      <a:pt x="83" y="313"/>
                    </a:lnTo>
                    <a:lnTo>
                      <a:pt x="83" y="313"/>
                    </a:lnTo>
                    <a:lnTo>
                      <a:pt x="83" y="310"/>
                    </a:lnTo>
                    <a:lnTo>
                      <a:pt x="83" y="310"/>
                    </a:lnTo>
                    <a:lnTo>
                      <a:pt x="83" y="310"/>
                    </a:lnTo>
                    <a:lnTo>
                      <a:pt x="81" y="310"/>
                    </a:lnTo>
                    <a:lnTo>
                      <a:pt x="81" y="310"/>
                    </a:lnTo>
                    <a:lnTo>
                      <a:pt x="81" y="310"/>
                    </a:lnTo>
                    <a:lnTo>
                      <a:pt x="81" y="310"/>
                    </a:lnTo>
                    <a:lnTo>
                      <a:pt x="81" y="308"/>
                    </a:lnTo>
                    <a:lnTo>
                      <a:pt x="81" y="308"/>
                    </a:lnTo>
                    <a:lnTo>
                      <a:pt x="78" y="308"/>
                    </a:lnTo>
                    <a:lnTo>
                      <a:pt x="78" y="305"/>
                    </a:lnTo>
                    <a:lnTo>
                      <a:pt x="78" y="305"/>
                    </a:lnTo>
                    <a:lnTo>
                      <a:pt x="78" y="303"/>
                    </a:lnTo>
                    <a:lnTo>
                      <a:pt x="78" y="303"/>
                    </a:lnTo>
                    <a:lnTo>
                      <a:pt x="78" y="301"/>
                    </a:lnTo>
                    <a:lnTo>
                      <a:pt x="78" y="301"/>
                    </a:lnTo>
                    <a:lnTo>
                      <a:pt x="78" y="301"/>
                    </a:lnTo>
                    <a:lnTo>
                      <a:pt x="78" y="301"/>
                    </a:lnTo>
                    <a:lnTo>
                      <a:pt x="78" y="298"/>
                    </a:lnTo>
                    <a:lnTo>
                      <a:pt x="78" y="298"/>
                    </a:lnTo>
                    <a:lnTo>
                      <a:pt x="78" y="298"/>
                    </a:lnTo>
                    <a:lnTo>
                      <a:pt x="81" y="298"/>
                    </a:lnTo>
                    <a:lnTo>
                      <a:pt x="81" y="298"/>
                    </a:lnTo>
                    <a:lnTo>
                      <a:pt x="81" y="298"/>
                    </a:lnTo>
                    <a:lnTo>
                      <a:pt x="81" y="296"/>
                    </a:lnTo>
                    <a:lnTo>
                      <a:pt x="81" y="296"/>
                    </a:lnTo>
                    <a:lnTo>
                      <a:pt x="83" y="296"/>
                    </a:lnTo>
                    <a:lnTo>
                      <a:pt x="83" y="294"/>
                    </a:lnTo>
                    <a:lnTo>
                      <a:pt x="83" y="294"/>
                    </a:lnTo>
                    <a:lnTo>
                      <a:pt x="83" y="296"/>
                    </a:lnTo>
                    <a:lnTo>
                      <a:pt x="83" y="296"/>
                    </a:lnTo>
                    <a:lnTo>
                      <a:pt x="85" y="296"/>
                    </a:lnTo>
                    <a:lnTo>
                      <a:pt x="85" y="296"/>
                    </a:lnTo>
                    <a:lnTo>
                      <a:pt x="88" y="296"/>
                    </a:lnTo>
                    <a:lnTo>
                      <a:pt x="88" y="296"/>
                    </a:lnTo>
                    <a:lnTo>
                      <a:pt x="88" y="296"/>
                    </a:lnTo>
                    <a:lnTo>
                      <a:pt x="88" y="298"/>
                    </a:lnTo>
                    <a:lnTo>
                      <a:pt x="88" y="298"/>
                    </a:lnTo>
                    <a:lnTo>
                      <a:pt x="90" y="298"/>
                    </a:lnTo>
                    <a:lnTo>
                      <a:pt x="90" y="296"/>
                    </a:lnTo>
                    <a:lnTo>
                      <a:pt x="90" y="296"/>
                    </a:lnTo>
                    <a:lnTo>
                      <a:pt x="90" y="298"/>
                    </a:lnTo>
                    <a:lnTo>
                      <a:pt x="90" y="298"/>
                    </a:lnTo>
                    <a:lnTo>
                      <a:pt x="90" y="296"/>
                    </a:lnTo>
                    <a:lnTo>
                      <a:pt x="90" y="296"/>
                    </a:lnTo>
                    <a:lnTo>
                      <a:pt x="90" y="296"/>
                    </a:lnTo>
                    <a:lnTo>
                      <a:pt x="90" y="294"/>
                    </a:lnTo>
                    <a:lnTo>
                      <a:pt x="90" y="294"/>
                    </a:lnTo>
                    <a:lnTo>
                      <a:pt x="90" y="294"/>
                    </a:lnTo>
                    <a:lnTo>
                      <a:pt x="90" y="291"/>
                    </a:lnTo>
                    <a:lnTo>
                      <a:pt x="90" y="291"/>
                    </a:lnTo>
                    <a:lnTo>
                      <a:pt x="90" y="291"/>
                    </a:lnTo>
                    <a:lnTo>
                      <a:pt x="90" y="291"/>
                    </a:lnTo>
                    <a:lnTo>
                      <a:pt x="90" y="291"/>
                    </a:lnTo>
                    <a:lnTo>
                      <a:pt x="92" y="291"/>
                    </a:lnTo>
                    <a:lnTo>
                      <a:pt x="92" y="291"/>
                    </a:lnTo>
                    <a:lnTo>
                      <a:pt x="95" y="291"/>
                    </a:lnTo>
                    <a:lnTo>
                      <a:pt x="95" y="291"/>
                    </a:lnTo>
                    <a:lnTo>
                      <a:pt x="95" y="291"/>
                    </a:lnTo>
                    <a:lnTo>
                      <a:pt x="97" y="291"/>
                    </a:lnTo>
                    <a:lnTo>
                      <a:pt x="97" y="289"/>
                    </a:lnTo>
                    <a:lnTo>
                      <a:pt x="97" y="289"/>
                    </a:lnTo>
                    <a:lnTo>
                      <a:pt x="97" y="289"/>
                    </a:lnTo>
                    <a:lnTo>
                      <a:pt x="100" y="289"/>
                    </a:lnTo>
                    <a:lnTo>
                      <a:pt x="100" y="286"/>
                    </a:lnTo>
                    <a:lnTo>
                      <a:pt x="100" y="286"/>
                    </a:lnTo>
                    <a:lnTo>
                      <a:pt x="100" y="286"/>
                    </a:lnTo>
                    <a:lnTo>
                      <a:pt x="102" y="286"/>
                    </a:lnTo>
                    <a:lnTo>
                      <a:pt x="102" y="286"/>
                    </a:lnTo>
                    <a:lnTo>
                      <a:pt x="102" y="286"/>
                    </a:lnTo>
                    <a:lnTo>
                      <a:pt x="102" y="286"/>
                    </a:lnTo>
                    <a:lnTo>
                      <a:pt x="104" y="286"/>
                    </a:lnTo>
                    <a:lnTo>
                      <a:pt x="104" y="284"/>
                    </a:lnTo>
                    <a:lnTo>
                      <a:pt x="104" y="284"/>
                    </a:lnTo>
                    <a:lnTo>
                      <a:pt x="104" y="284"/>
                    </a:lnTo>
                    <a:lnTo>
                      <a:pt x="107" y="284"/>
                    </a:lnTo>
                    <a:lnTo>
                      <a:pt x="107" y="282"/>
                    </a:lnTo>
                    <a:lnTo>
                      <a:pt x="107" y="282"/>
                    </a:lnTo>
                    <a:lnTo>
                      <a:pt x="107" y="282"/>
                    </a:lnTo>
                    <a:lnTo>
                      <a:pt x="107" y="282"/>
                    </a:lnTo>
                    <a:lnTo>
                      <a:pt x="109" y="282"/>
                    </a:lnTo>
                    <a:lnTo>
                      <a:pt x="109" y="282"/>
                    </a:lnTo>
                    <a:lnTo>
                      <a:pt x="109" y="282"/>
                    </a:lnTo>
                    <a:lnTo>
                      <a:pt x="109" y="282"/>
                    </a:lnTo>
                    <a:lnTo>
                      <a:pt x="111" y="282"/>
                    </a:lnTo>
                    <a:lnTo>
                      <a:pt x="111" y="282"/>
                    </a:lnTo>
                    <a:lnTo>
                      <a:pt x="111" y="282"/>
                    </a:lnTo>
                    <a:lnTo>
                      <a:pt x="111" y="282"/>
                    </a:lnTo>
                    <a:lnTo>
                      <a:pt x="114" y="282"/>
                    </a:lnTo>
                    <a:lnTo>
                      <a:pt x="114" y="282"/>
                    </a:lnTo>
                    <a:lnTo>
                      <a:pt x="114" y="282"/>
                    </a:lnTo>
                    <a:lnTo>
                      <a:pt x="114" y="282"/>
                    </a:lnTo>
                    <a:lnTo>
                      <a:pt x="114" y="282"/>
                    </a:lnTo>
                    <a:lnTo>
                      <a:pt x="114" y="279"/>
                    </a:lnTo>
                    <a:lnTo>
                      <a:pt x="114" y="279"/>
                    </a:lnTo>
                    <a:lnTo>
                      <a:pt x="116" y="279"/>
                    </a:lnTo>
                    <a:lnTo>
                      <a:pt x="116" y="277"/>
                    </a:lnTo>
                    <a:lnTo>
                      <a:pt x="116" y="277"/>
                    </a:lnTo>
                    <a:lnTo>
                      <a:pt x="116" y="275"/>
                    </a:lnTo>
                    <a:lnTo>
                      <a:pt x="116" y="275"/>
                    </a:lnTo>
                    <a:lnTo>
                      <a:pt x="116" y="272"/>
                    </a:lnTo>
                    <a:lnTo>
                      <a:pt x="116" y="272"/>
                    </a:lnTo>
                    <a:lnTo>
                      <a:pt x="116" y="272"/>
                    </a:lnTo>
                    <a:lnTo>
                      <a:pt x="116" y="270"/>
                    </a:lnTo>
                    <a:lnTo>
                      <a:pt x="116" y="270"/>
                    </a:lnTo>
                    <a:lnTo>
                      <a:pt x="114" y="270"/>
                    </a:lnTo>
                    <a:lnTo>
                      <a:pt x="114" y="267"/>
                    </a:lnTo>
                    <a:lnTo>
                      <a:pt x="114" y="267"/>
                    </a:lnTo>
                    <a:lnTo>
                      <a:pt x="114" y="267"/>
                    </a:lnTo>
                    <a:lnTo>
                      <a:pt x="114" y="265"/>
                    </a:lnTo>
                    <a:lnTo>
                      <a:pt x="114" y="265"/>
                    </a:lnTo>
                    <a:lnTo>
                      <a:pt x="114" y="263"/>
                    </a:lnTo>
                    <a:lnTo>
                      <a:pt x="114" y="263"/>
                    </a:lnTo>
                    <a:lnTo>
                      <a:pt x="114" y="260"/>
                    </a:lnTo>
                    <a:lnTo>
                      <a:pt x="114" y="260"/>
                    </a:lnTo>
                    <a:lnTo>
                      <a:pt x="114" y="260"/>
                    </a:lnTo>
                    <a:lnTo>
                      <a:pt x="114" y="260"/>
                    </a:lnTo>
                    <a:lnTo>
                      <a:pt x="114" y="258"/>
                    </a:lnTo>
                    <a:lnTo>
                      <a:pt x="116" y="258"/>
                    </a:lnTo>
                    <a:lnTo>
                      <a:pt x="116" y="258"/>
                    </a:lnTo>
                    <a:lnTo>
                      <a:pt x="116" y="256"/>
                    </a:lnTo>
                    <a:lnTo>
                      <a:pt x="116" y="256"/>
                    </a:lnTo>
                    <a:lnTo>
                      <a:pt x="116" y="256"/>
                    </a:lnTo>
                    <a:lnTo>
                      <a:pt x="116" y="253"/>
                    </a:lnTo>
                    <a:lnTo>
                      <a:pt x="116" y="253"/>
                    </a:lnTo>
                    <a:lnTo>
                      <a:pt x="116" y="251"/>
                    </a:lnTo>
                    <a:lnTo>
                      <a:pt x="116" y="251"/>
                    </a:lnTo>
                    <a:lnTo>
                      <a:pt x="116" y="251"/>
                    </a:lnTo>
                    <a:lnTo>
                      <a:pt x="116" y="251"/>
                    </a:lnTo>
                    <a:lnTo>
                      <a:pt x="116" y="249"/>
                    </a:lnTo>
                    <a:lnTo>
                      <a:pt x="116" y="249"/>
                    </a:lnTo>
                    <a:lnTo>
                      <a:pt x="116" y="246"/>
                    </a:lnTo>
                    <a:lnTo>
                      <a:pt x="114" y="246"/>
                    </a:lnTo>
                    <a:lnTo>
                      <a:pt x="114" y="246"/>
                    </a:lnTo>
                    <a:lnTo>
                      <a:pt x="114" y="244"/>
                    </a:lnTo>
                    <a:lnTo>
                      <a:pt x="114" y="244"/>
                    </a:lnTo>
                    <a:lnTo>
                      <a:pt x="114" y="244"/>
                    </a:lnTo>
                    <a:lnTo>
                      <a:pt x="114" y="244"/>
                    </a:lnTo>
                    <a:lnTo>
                      <a:pt x="114" y="241"/>
                    </a:lnTo>
                    <a:lnTo>
                      <a:pt x="114" y="241"/>
                    </a:lnTo>
                    <a:lnTo>
                      <a:pt x="114" y="241"/>
                    </a:lnTo>
                    <a:lnTo>
                      <a:pt x="114" y="239"/>
                    </a:lnTo>
                    <a:lnTo>
                      <a:pt x="114" y="239"/>
                    </a:lnTo>
                    <a:lnTo>
                      <a:pt x="111" y="239"/>
                    </a:lnTo>
                    <a:lnTo>
                      <a:pt x="111" y="239"/>
                    </a:lnTo>
                    <a:lnTo>
                      <a:pt x="111" y="237"/>
                    </a:lnTo>
                    <a:lnTo>
                      <a:pt x="111" y="237"/>
                    </a:lnTo>
                    <a:lnTo>
                      <a:pt x="109" y="237"/>
                    </a:lnTo>
                    <a:lnTo>
                      <a:pt x="109" y="234"/>
                    </a:lnTo>
                    <a:lnTo>
                      <a:pt x="109" y="234"/>
                    </a:lnTo>
                    <a:lnTo>
                      <a:pt x="111" y="234"/>
                    </a:lnTo>
                    <a:lnTo>
                      <a:pt x="111" y="232"/>
                    </a:lnTo>
                    <a:lnTo>
                      <a:pt x="111" y="232"/>
                    </a:lnTo>
                    <a:lnTo>
                      <a:pt x="111" y="232"/>
                    </a:lnTo>
                    <a:lnTo>
                      <a:pt x="111" y="232"/>
                    </a:lnTo>
                    <a:lnTo>
                      <a:pt x="111" y="230"/>
                    </a:lnTo>
                    <a:lnTo>
                      <a:pt x="111" y="230"/>
                    </a:lnTo>
                    <a:lnTo>
                      <a:pt x="114" y="230"/>
                    </a:lnTo>
                    <a:lnTo>
                      <a:pt x="114" y="227"/>
                    </a:lnTo>
                    <a:lnTo>
                      <a:pt x="114" y="227"/>
                    </a:lnTo>
                    <a:lnTo>
                      <a:pt x="114" y="227"/>
                    </a:lnTo>
                    <a:lnTo>
                      <a:pt x="114" y="225"/>
                    </a:lnTo>
                    <a:lnTo>
                      <a:pt x="114" y="225"/>
                    </a:lnTo>
                    <a:lnTo>
                      <a:pt x="114" y="225"/>
                    </a:lnTo>
                    <a:lnTo>
                      <a:pt x="114" y="222"/>
                    </a:lnTo>
                    <a:lnTo>
                      <a:pt x="114" y="222"/>
                    </a:lnTo>
                    <a:lnTo>
                      <a:pt x="114" y="222"/>
                    </a:lnTo>
                    <a:lnTo>
                      <a:pt x="114" y="220"/>
                    </a:lnTo>
                    <a:lnTo>
                      <a:pt x="114" y="220"/>
                    </a:lnTo>
                    <a:lnTo>
                      <a:pt x="114" y="218"/>
                    </a:lnTo>
                    <a:lnTo>
                      <a:pt x="114" y="218"/>
                    </a:lnTo>
                    <a:lnTo>
                      <a:pt x="116" y="218"/>
                    </a:lnTo>
                    <a:lnTo>
                      <a:pt x="116" y="215"/>
                    </a:lnTo>
                    <a:lnTo>
                      <a:pt x="116" y="215"/>
                    </a:lnTo>
                    <a:lnTo>
                      <a:pt x="114" y="215"/>
                    </a:lnTo>
                    <a:lnTo>
                      <a:pt x="114" y="215"/>
                    </a:lnTo>
                    <a:lnTo>
                      <a:pt x="114" y="213"/>
                    </a:lnTo>
                    <a:lnTo>
                      <a:pt x="114" y="213"/>
                    </a:lnTo>
                    <a:lnTo>
                      <a:pt x="114" y="213"/>
                    </a:lnTo>
                    <a:lnTo>
                      <a:pt x="114" y="213"/>
                    </a:lnTo>
                    <a:lnTo>
                      <a:pt x="114" y="213"/>
                    </a:lnTo>
                    <a:lnTo>
                      <a:pt x="114" y="213"/>
                    </a:lnTo>
                    <a:lnTo>
                      <a:pt x="116" y="213"/>
                    </a:lnTo>
                    <a:lnTo>
                      <a:pt x="116" y="213"/>
                    </a:lnTo>
                    <a:lnTo>
                      <a:pt x="116" y="211"/>
                    </a:lnTo>
                    <a:lnTo>
                      <a:pt x="116" y="211"/>
                    </a:lnTo>
                    <a:lnTo>
                      <a:pt x="116" y="211"/>
                    </a:lnTo>
                    <a:lnTo>
                      <a:pt x="116" y="208"/>
                    </a:lnTo>
                    <a:lnTo>
                      <a:pt x="116" y="208"/>
                    </a:lnTo>
                    <a:lnTo>
                      <a:pt x="118" y="208"/>
                    </a:lnTo>
                    <a:lnTo>
                      <a:pt x="118" y="206"/>
                    </a:lnTo>
                    <a:lnTo>
                      <a:pt x="116" y="206"/>
                    </a:lnTo>
                    <a:lnTo>
                      <a:pt x="116" y="206"/>
                    </a:lnTo>
                    <a:lnTo>
                      <a:pt x="116" y="206"/>
                    </a:lnTo>
                    <a:lnTo>
                      <a:pt x="116" y="204"/>
                    </a:lnTo>
                    <a:lnTo>
                      <a:pt x="116" y="204"/>
                    </a:lnTo>
                    <a:lnTo>
                      <a:pt x="116" y="204"/>
                    </a:lnTo>
                    <a:lnTo>
                      <a:pt x="116" y="201"/>
                    </a:lnTo>
                    <a:lnTo>
                      <a:pt x="114" y="201"/>
                    </a:lnTo>
                    <a:lnTo>
                      <a:pt x="114" y="201"/>
                    </a:lnTo>
                    <a:lnTo>
                      <a:pt x="114" y="201"/>
                    </a:lnTo>
                    <a:lnTo>
                      <a:pt x="114" y="201"/>
                    </a:lnTo>
                    <a:lnTo>
                      <a:pt x="114" y="201"/>
                    </a:lnTo>
                    <a:lnTo>
                      <a:pt x="111" y="201"/>
                    </a:lnTo>
                    <a:lnTo>
                      <a:pt x="111" y="201"/>
                    </a:lnTo>
                    <a:lnTo>
                      <a:pt x="111" y="199"/>
                    </a:lnTo>
                    <a:lnTo>
                      <a:pt x="111" y="199"/>
                    </a:lnTo>
                    <a:lnTo>
                      <a:pt x="109" y="199"/>
                    </a:lnTo>
                    <a:lnTo>
                      <a:pt x="109" y="196"/>
                    </a:lnTo>
                    <a:lnTo>
                      <a:pt x="109" y="196"/>
                    </a:lnTo>
                    <a:lnTo>
                      <a:pt x="109" y="196"/>
                    </a:lnTo>
                    <a:lnTo>
                      <a:pt x="109" y="194"/>
                    </a:lnTo>
                    <a:lnTo>
                      <a:pt x="109" y="194"/>
                    </a:lnTo>
                    <a:lnTo>
                      <a:pt x="107" y="194"/>
                    </a:lnTo>
                    <a:lnTo>
                      <a:pt x="107" y="194"/>
                    </a:lnTo>
                    <a:lnTo>
                      <a:pt x="107" y="192"/>
                    </a:lnTo>
                    <a:lnTo>
                      <a:pt x="107" y="192"/>
                    </a:lnTo>
                    <a:lnTo>
                      <a:pt x="109" y="192"/>
                    </a:lnTo>
                    <a:lnTo>
                      <a:pt x="109" y="192"/>
                    </a:lnTo>
                    <a:lnTo>
                      <a:pt x="109" y="192"/>
                    </a:lnTo>
                    <a:lnTo>
                      <a:pt x="109" y="192"/>
                    </a:lnTo>
                    <a:lnTo>
                      <a:pt x="111" y="192"/>
                    </a:lnTo>
                    <a:lnTo>
                      <a:pt x="111" y="192"/>
                    </a:lnTo>
                    <a:lnTo>
                      <a:pt x="111" y="189"/>
                    </a:lnTo>
                    <a:lnTo>
                      <a:pt x="111" y="189"/>
                    </a:lnTo>
                    <a:lnTo>
                      <a:pt x="114" y="189"/>
                    </a:lnTo>
                    <a:lnTo>
                      <a:pt x="114" y="187"/>
                    </a:lnTo>
                    <a:lnTo>
                      <a:pt x="114" y="187"/>
                    </a:lnTo>
                    <a:lnTo>
                      <a:pt x="114" y="185"/>
                    </a:lnTo>
                    <a:lnTo>
                      <a:pt x="111" y="185"/>
                    </a:lnTo>
                    <a:lnTo>
                      <a:pt x="111" y="185"/>
                    </a:lnTo>
                    <a:lnTo>
                      <a:pt x="111" y="187"/>
                    </a:lnTo>
                    <a:lnTo>
                      <a:pt x="109" y="187"/>
                    </a:lnTo>
                    <a:lnTo>
                      <a:pt x="109" y="185"/>
                    </a:lnTo>
                    <a:lnTo>
                      <a:pt x="109" y="185"/>
                    </a:lnTo>
                    <a:lnTo>
                      <a:pt x="109" y="185"/>
                    </a:lnTo>
                    <a:lnTo>
                      <a:pt x="109" y="185"/>
                    </a:lnTo>
                    <a:lnTo>
                      <a:pt x="107" y="185"/>
                    </a:lnTo>
                    <a:lnTo>
                      <a:pt x="107" y="182"/>
                    </a:lnTo>
                    <a:lnTo>
                      <a:pt x="107" y="182"/>
                    </a:lnTo>
                    <a:lnTo>
                      <a:pt x="107" y="182"/>
                    </a:lnTo>
                    <a:lnTo>
                      <a:pt x="107" y="182"/>
                    </a:lnTo>
                    <a:lnTo>
                      <a:pt x="107" y="180"/>
                    </a:lnTo>
                    <a:lnTo>
                      <a:pt x="107" y="180"/>
                    </a:lnTo>
                    <a:lnTo>
                      <a:pt x="104" y="180"/>
                    </a:lnTo>
                    <a:lnTo>
                      <a:pt x="104" y="180"/>
                    </a:lnTo>
                    <a:lnTo>
                      <a:pt x="102" y="180"/>
                    </a:lnTo>
                    <a:lnTo>
                      <a:pt x="102" y="180"/>
                    </a:lnTo>
                    <a:lnTo>
                      <a:pt x="102" y="180"/>
                    </a:lnTo>
                    <a:lnTo>
                      <a:pt x="102" y="177"/>
                    </a:lnTo>
                    <a:lnTo>
                      <a:pt x="102" y="177"/>
                    </a:lnTo>
                    <a:lnTo>
                      <a:pt x="102" y="177"/>
                    </a:lnTo>
                    <a:lnTo>
                      <a:pt x="100" y="177"/>
                    </a:lnTo>
                    <a:lnTo>
                      <a:pt x="100" y="175"/>
                    </a:lnTo>
                    <a:lnTo>
                      <a:pt x="100" y="175"/>
                    </a:lnTo>
                    <a:lnTo>
                      <a:pt x="100" y="173"/>
                    </a:lnTo>
                    <a:lnTo>
                      <a:pt x="100" y="173"/>
                    </a:lnTo>
                    <a:lnTo>
                      <a:pt x="100" y="175"/>
                    </a:lnTo>
                    <a:lnTo>
                      <a:pt x="100" y="175"/>
                    </a:lnTo>
                    <a:lnTo>
                      <a:pt x="100" y="175"/>
                    </a:lnTo>
                    <a:lnTo>
                      <a:pt x="100" y="177"/>
                    </a:lnTo>
                    <a:lnTo>
                      <a:pt x="97" y="177"/>
                    </a:lnTo>
                    <a:lnTo>
                      <a:pt x="97" y="177"/>
                    </a:lnTo>
                    <a:lnTo>
                      <a:pt x="97" y="175"/>
                    </a:lnTo>
                    <a:lnTo>
                      <a:pt x="95" y="175"/>
                    </a:lnTo>
                    <a:lnTo>
                      <a:pt x="95" y="175"/>
                    </a:lnTo>
                    <a:lnTo>
                      <a:pt x="95" y="173"/>
                    </a:lnTo>
                    <a:lnTo>
                      <a:pt x="95" y="173"/>
                    </a:lnTo>
                    <a:lnTo>
                      <a:pt x="95" y="173"/>
                    </a:lnTo>
                    <a:lnTo>
                      <a:pt x="95" y="173"/>
                    </a:lnTo>
                    <a:lnTo>
                      <a:pt x="95" y="173"/>
                    </a:lnTo>
                    <a:lnTo>
                      <a:pt x="95" y="170"/>
                    </a:lnTo>
                    <a:lnTo>
                      <a:pt x="92" y="170"/>
                    </a:lnTo>
                    <a:lnTo>
                      <a:pt x="92" y="170"/>
                    </a:lnTo>
                    <a:lnTo>
                      <a:pt x="92" y="168"/>
                    </a:lnTo>
                    <a:lnTo>
                      <a:pt x="92" y="168"/>
                    </a:lnTo>
                    <a:lnTo>
                      <a:pt x="92" y="166"/>
                    </a:lnTo>
                    <a:lnTo>
                      <a:pt x="92" y="166"/>
                    </a:lnTo>
                    <a:lnTo>
                      <a:pt x="92" y="163"/>
                    </a:lnTo>
                    <a:lnTo>
                      <a:pt x="92" y="163"/>
                    </a:lnTo>
                    <a:lnTo>
                      <a:pt x="92" y="163"/>
                    </a:lnTo>
                    <a:lnTo>
                      <a:pt x="92" y="163"/>
                    </a:lnTo>
                    <a:lnTo>
                      <a:pt x="90" y="163"/>
                    </a:lnTo>
                    <a:lnTo>
                      <a:pt x="90" y="163"/>
                    </a:lnTo>
                    <a:lnTo>
                      <a:pt x="90" y="161"/>
                    </a:lnTo>
                    <a:lnTo>
                      <a:pt x="90" y="161"/>
                    </a:lnTo>
                    <a:lnTo>
                      <a:pt x="90" y="161"/>
                    </a:lnTo>
                    <a:lnTo>
                      <a:pt x="90" y="158"/>
                    </a:lnTo>
                    <a:lnTo>
                      <a:pt x="90" y="158"/>
                    </a:lnTo>
                    <a:lnTo>
                      <a:pt x="88" y="158"/>
                    </a:lnTo>
                    <a:lnTo>
                      <a:pt x="88" y="156"/>
                    </a:lnTo>
                    <a:lnTo>
                      <a:pt x="88" y="156"/>
                    </a:lnTo>
                    <a:lnTo>
                      <a:pt x="88" y="156"/>
                    </a:lnTo>
                    <a:lnTo>
                      <a:pt x="88" y="156"/>
                    </a:lnTo>
                    <a:lnTo>
                      <a:pt x="85" y="156"/>
                    </a:lnTo>
                    <a:lnTo>
                      <a:pt x="85" y="154"/>
                    </a:lnTo>
                    <a:lnTo>
                      <a:pt x="85" y="154"/>
                    </a:lnTo>
                    <a:lnTo>
                      <a:pt x="85" y="154"/>
                    </a:lnTo>
                    <a:lnTo>
                      <a:pt x="83" y="154"/>
                    </a:lnTo>
                    <a:lnTo>
                      <a:pt x="83" y="151"/>
                    </a:lnTo>
                    <a:lnTo>
                      <a:pt x="83" y="151"/>
                    </a:lnTo>
                    <a:lnTo>
                      <a:pt x="83" y="151"/>
                    </a:lnTo>
                    <a:lnTo>
                      <a:pt x="83" y="151"/>
                    </a:lnTo>
                    <a:lnTo>
                      <a:pt x="83" y="151"/>
                    </a:lnTo>
                    <a:lnTo>
                      <a:pt x="81" y="151"/>
                    </a:lnTo>
                    <a:lnTo>
                      <a:pt x="81" y="149"/>
                    </a:lnTo>
                    <a:lnTo>
                      <a:pt x="81" y="149"/>
                    </a:lnTo>
                    <a:lnTo>
                      <a:pt x="81" y="149"/>
                    </a:lnTo>
                    <a:lnTo>
                      <a:pt x="81" y="149"/>
                    </a:lnTo>
                    <a:lnTo>
                      <a:pt x="81" y="147"/>
                    </a:lnTo>
                    <a:lnTo>
                      <a:pt x="78" y="147"/>
                    </a:lnTo>
                    <a:lnTo>
                      <a:pt x="78" y="147"/>
                    </a:lnTo>
                    <a:lnTo>
                      <a:pt x="78" y="147"/>
                    </a:lnTo>
                    <a:lnTo>
                      <a:pt x="78" y="144"/>
                    </a:lnTo>
                    <a:lnTo>
                      <a:pt x="76" y="144"/>
                    </a:lnTo>
                    <a:lnTo>
                      <a:pt x="76" y="144"/>
                    </a:lnTo>
                    <a:lnTo>
                      <a:pt x="76" y="144"/>
                    </a:lnTo>
                    <a:lnTo>
                      <a:pt x="76" y="142"/>
                    </a:lnTo>
                    <a:lnTo>
                      <a:pt x="76" y="142"/>
                    </a:lnTo>
                    <a:lnTo>
                      <a:pt x="76" y="142"/>
                    </a:lnTo>
                    <a:lnTo>
                      <a:pt x="73" y="142"/>
                    </a:lnTo>
                    <a:lnTo>
                      <a:pt x="73" y="142"/>
                    </a:lnTo>
                    <a:lnTo>
                      <a:pt x="73" y="140"/>
                    </a:lnTo>
                    <a:lnTo>
                      <a:pt x="73" y="140"/>
                    </a:lnTo>
                    <a:lnTo>
                      <a:pt x="73" y="140"/>
                    </a:lnTo>
                    <a:lnTo>
                      <a:pt x="73" y="137"/>
                    </a:lnTo>
                    <a:lnTo>
                      <a:pt x="73" y="137"/>
                    </a:lnTo>
                    <a:lnTo>
                      <a:pt x="73" y="137"/>
                    </a:lnTo>
                    <a:lnTo>
                      <a:pt x="73" y="135"/>
                    </a:lnTo>
                    <a:lnTo>
                      <a:pt x="73" y="135"/>
                    </a:lnTo>
                    <a:lnTo>
                      <a:pt x="71" y="135"/>
                    </a:lnTo>
                    <a:lnTo>
                      <a:pt x="71" y="132"/>
                    </a:lnTo>
                    <a:lnTo>
                      <a:pt x="71" y="132"/>
                    </a:lnTo>
                    <a:lnTo>
                      <a:pt x="71" y="132"/>
                    </a:lnTo>
                    <a:lnTo>
                      <a:pt x="71" y="132"/>
                    </a:lnTo>
                    <a:lnTo>
                      <a:pt x="69" y="132"/>
                    </a:lnTo>
                    <a:lnTo>
                      <a:pt x="69" y="132"/>
                    </a:lnTo>
                    <a:lnTo>
                      <a:pt x="69" y="132"/>
                    </a:lnTo>
                    <a:lnTo>
                      <a:pt x="69" y="132"/>
                    </a:lnTo>
                    <a:lnTo>
                      <a:pt x="66" y="132"/>
                    </a:lnTo>
                    <a:lnTo>
                      <a:pt x="66" y="132"/>
                    </a:lnTo>
                    <a:lnTo>
                      <a:pt x="66" y="130"/>
                    </a:lnTo>
                    <a:lnTo>
                      <a:pt x="66" y="130"/>
                    </a:lnTo>
                    <a:lnTo>
                      <a:pt x="66" y="130"/>
                    </a:lnTo>
                    <a:lnTo>
                      <a:pt x="66" y="130"/>
                    </a:lnTo>
                    <a:lnTo>
                      <a:pt x="64" y="130"/>
                    </a:lnTo>
                    <a:lnTo>
                      <a:pt x="64" y="128"/>
                    </a:lnTo>
                    <a:lnTo>
                      <a:pt x="64" y="128"/>
                    </a:lnTo>
                    <a:lnTo>
                      <a:pt x="64" y="128"/>
                    </a:lnTo>
                    <a:lnTo>
                      <a:pt x="64" y="125"/>
                    </a:lnTo>
                    <a:lnTo>
                      <a:pt x="62" y="125"/>
                    </a:lnTo>
                    <a:lnTo>
                      <a:pt x="62" y="125"/>
                    </a:lnTo>
                    <a:lnTo>
                      <a:pt x="62" y="123"/>
                    </a:lnTo>
                    <a:lnTo>
                      <a:pt x="62" y="123"/>
                    </a:lnTo>
                    <a:lnTo>
                      <a:pt x="62" y="123"/>
                    </a:lnTo>
                    <a:lnTo>
                      <a:pt x="64" y="123"/>
                    </a:lnTo>
                    <a:lnTo>
                      <a:pt x="64" y="121"/>
                    </a:lnTo>
                    <a:lnTo>
                      <a:pt x="64" y="121"/>
                    </a:lnTo>
                    <a:lnTo>
                      <a:pt x="64" y="121"/>
                    </a:lnTo>
                    <a:lnTo>
                      <a:pt x="64" y="121"/>
                    </a:lnTo>
                    <a:lnTo>
                      <a:pt x="64" y="118"/>
                    </a:lnTo>
                    <a:lnTo>
                      <a:pt x="62" y="118"/>
                    </a:lnTo>
                    <a:lnTo>
                      <a:pt x="62" y="118"/>
                    </a:lnTo>
                    <a:lnTo>
                      <a:pt x="62" y="118"/>
                    </a:lnTo>
                    <a:lnTo>
                      <a:pt x="62" y="118"/>
                    </a:lnTo>
                    <a:lnTo>
                      <a:pt x="59" y="118"/>
                    </a:lnTo>
                    <a:lnTo>
                      <a:pt x="59" y="118"/>
                    </a:lnTo>
                    <a:lnTo>
                      <a:pt x="59" y="116"/>
                    </a:lnTo>
                    <a:lnTo>
                      <a:pt x="57" y="116"/>
                    </a:lnTo>
                    <a:lnTo>
                      <a:pt x="57" y="116"/>
                    </a:lnTo>
                    <a:lnTo>
                      <a:pt x="57" y="116"/>
                    </a:lnTo>
                    <a:lnTo>
                      <a:pt x="55" y="116"/>
                    </a:lnTo>
                    <a:lnTo>
                      <a:pt x="55" y="116"/>
                    </a:lnTo>
                    <a:lnTo>
                      <a:pt x="55" y="116"/>
                    </a:lnTo>
                    <a:lnTo>
                      <a:pt x="55" y="116"/>
                    </a:lnTo>
                    <a:lnTo>
                      <a:pt x="52" y="116"/>
                    </a:lnTo>
                    <a:lnTo>
                      <a:pt x="52" y="113"/>
                    </a:lnTo>
                    <a:lnTo>
                      <a:pt x="52" y="113"/>
                    </a:lnTo>
                    <a:lnTo>
                      <a:pt x="52" y="113"/>
                    </a:lnTo>
                    <a:lnTo>
                      <a:pt x="50" y="113"/>
                    </a:lnTo>
                    <a:lnTo>
                      <a:pt x="50" y="113"/>
                    </a:lnTo>
                    <a:lnTo>
                      <a:pt x="50" y="113"/>
                    </a:lnTo>
                    <a:lnTo>
                      <a:pt x="50" y="111"/>
                    </a:lnTo>
                    <a:lnTo>
                      <a:pt x="50" y="111"/>
                    </a:lnTo>
                    <a:lnTo>
                      <a:pt x="47" y="111"/>
                    </a:lnTo>
                    <a:lnTo>
                      <a:pt x="47" y="111"/>
                    </a:lnTo>
                    <a:lnTo>
                      <a:pt x="47" y="111"/>
                    </a:lnTo>
                    <a:lnTo>
                      <a:pt x="47" y="111"/>
                    </a:lnTo>
                    <a:lnTo>
                      <a:pt x="47" y="109"/>
                    </a:lnTo>
                    <a:lnTo>
                      <a:pt x="45" y="109"/>
                    </a:lnTo>
                    <a:lnTo>
                      <a:pt x="45" y="109"/>
                    </a:lnTo>
                    <a:lnTo>
                      <a:pt x="45" y="109"/>
                    </a:lnTo>
                    <a:lnTo>
                      <a:pt x="43" y="109"/>
                    </a:lnTo>
                    <a:lnTo>
                      <a:pt x="43" y="109"/>
                    </a:lnTo>
                    <a:lnTo>
                      <a:pt x="43" y="106"/>
                    </a:lnTo>
                    <a:lnTo>
                      <a:pt x="43" y="106"/>
                    </a:lnTo>
                    <a:lnTo>
                      <a:pt x="43" y="106"/>
                    </a:lnTo>
                    <a:lnTo>
                      <a:pt x="40" y="106"/>
                    </a:lnTo>
                    <a:lnTo>
                      <a:pt x="40" y="106"/>
                    </a:lnTo>
                    <a:lnTo>
                      <a:pt x="40" y="104"/>
                    </a:lnTo>
                    <a:lnTo>
                      <a:pt x="40" y="104"/>
                    </a:lnTo>
                    <a:lnTo>
                      <a:pt x="38" y="104"/>
                    </a:lnTo>
                    <a:lnTo>
                      <a:pt x="38" y="104"/>
                    </a:lnTo>
                    <a:lnTo>
                      <a:pt x="38" y="104"/>
                    </a:lnTo>
                    <a:lnTo>
                      <a:pt x="36" y="104"/>
                    </a:lnTo>
                    <a:lnTo>
                      <a:pt x="36" y="104"/>
                    </a:lnTo>
                    <a:lnTo>
                      <a:pt x="38" y="104"/>
                    </a:lnTo>
                    <a:lnTo>
                      <a:pt x="38" y="102"/>
                    </a:lnTo>
                    <a:lnTo>
                      <a:pt x="38" y="102"/>
                    </a:lnTo>
                    <a:lnTo>
                      <a:pt x="38" y="102"/>
                    </a:lnTo>
                    <a:lnTo>
                      <a:pt x="40" y="102"/>
                    </a:lnTo>
                    <a:lnTo>
                      <a:pt x="40" y="102"/>
                    </a:lnTo>
                    <a:lnTo>
                      <a:pt x="40" y="99"/>
                    </a:lnTo>
                    <a:lnTo>
                      <a:pt x="40" y="99"/>
                    </a:lnTo>
                    <a:lnTo>
                      <a:pt x="40" y="99"/>
                    </a:lnTo>
                    <a:lnTo>
                      <a:pt x="40" y="97"/>
                    </a:lnTo>
                    <a:lnTo>
                      <a:pt x="40" y="97"/>
                    </a:lnTo>
                    <a:lnTo>
                      <a:pt x="40" y="97"/>
                    </a:lnTo>
                    <a:lnTo>
                      <a:pt x="40" y="97"/>
                    </a:lnTo>
                    <a:lnTo>
                      <a:pt x="40" y="94"/>
                    </a:lnTo>
                    <a:lnTo>
                      <a:pt x="40" y="94"/>
                    </a:lnTo>
                    <a:lnTo>
                      <a:pt x="40" y="94"/>
                    </a:lnTo>
                    <a:lnTo>
                      <a:pt x="40" y="94"/>
                    </a:lnTo>
                    <a:lnTo>
                      <a:pt x="40" y="94"/>
                    </a:lnTo>
                    <a:lnTo>
                      <a:pt x="40" y="94"/>
                    </a:lnTo>
                    <a:lnTo>
                      <a:pt x="43" y="94"/>
                    </a:lnTo>
                    <a:lnTo>
                      <a:pt x="43" y="94"/>
                    </a:lnTo>
                    <a:lnTo>
                      <a:pt x="43" y="94"/>
                    </a:lnTo>
                    <a:lnTo>
                      <a:pt x="43" y="94"/>
                    </a:lnTo>
                    <a:lnTo>
                      <a:pt x="45" y="94"/>
                    </a:lnTo>
                    <a:lnTo>
                      <a:pt x="45" y="94"/>
                    </a:lnTo>
                    <a:lnTo>
                      <a:pt x="47" y="94"/>
                    </a:lnTo>
                    <a:lnTo>
                      <a:pt x="47" y="94"/>
                    </a:lnTo>
                    <a:lnTo>
                      <a:pt x="47" y="94"/>
                    </a:lnTo>
                    <a:lnTo>
                      <a:pt x="47" y="94"/>
                    </a:lnTo>
                    <a:lnTo>
                      <a:pt x="50" y="94"/>
                    </a:lnTo>
                    <a:lnTo>
                      <a:pt x="50" y="94"/>
                    </a:lnTo>
                    <a:lnTo>
                      <a:pt x="50" y="94"/>
                    </a:lnTo>
                    <a:lnTo>
                      <a:pt x="50" y="94"/>
                    </a:lnTo>
                    <a:lnTo>
                      <a:pt x="52" y="94"/>
                    </a:lnTo>
                    <a:lnTo>
                      <a:pt x="52" y="94"/>
                    </a:lnTo>
                    <a:lnTo>
                      <a:pt x="52" y="94"/>
                    </a:lnTo>
                    <a:lnTo>
                      <a:pt x="52" y="94"/>
                    </a:lnTo>
                    <a:lnTo>
                      <a:pt x="55" y="94"/>
                    </a:lnTo>
                    <a:lnTo>
                      <a:pt x="55" y="92"/>
                    </a:lnTo>
                    <a:lnTo>
                      <a:pt x="55" y="92"/>
                    </a:lnTo>
                    <a:lnTo>
                      <a:pt x="55" y="92"/>
                    </a:lnTo>
                    <a:lnTo>
                      <a:pt x="55" y="92"/>
                    </a:lnTo>
                    <a:lnTo>
                      <a:pt x="57" y="92"/>
                    </a:lnTo>
                    <a:lnTo>
                      <a:pt x="57" y="90"/>
                    </a:lnTo>
                    <a:lnTo>
                      <a:pt x="57" y="90"/>
                    </a:lnTo>
                    <a:lnTo>
                      <a:pt x="55" y="90"/>
                    </a:lnTo>
                    <a:lnTo>
                      <a:pt x="55" y="87"/>
                    </a:lnTo>
                    <a:lnTo>
                      <a:pt x="57" y="87"/>
                    </a:lnTo>
                    <a:lnTo>
                      <a:pt x="57" y="87"/>
                    </a:lnTo>
                    <a:lnTo>
                      <a:pt x="57" y="87"/>
                    </a:lnTo>
                    <a:lnTo>
                      <a:pt x="57" y="85"/>
                    </a:lnTo>
                    <a:lnTo>
                      <a:pt x="57" y="85"/>
                    </a:lnTo>
                    <a:lnTo>
                      <a:pt x="59" y="85"/>
                    </a:lnTo>
                    <a:lnTo>
                      <a:pt x="59" y="85"/>
                    </a:lnTo>
                    <a:lnTo>
                      <a:pt x="59" y="83"/>
                    </a:lnTo>
                    <a:lnTo>
                      <a:pt x="59" y="83"/>
                    </a:lnTo>
                    <a:lnTo>
                      <a:pt x="57" y="83"/>
                    </a:lnTo>
                    <a:lnTo>
                      <a:pt x="57" y="83"/>
                    </a:lnTo>
                    <a:lnTo>
                      <a:pt x="57" y="80"/>
                    </a:lnTo>
                    <a:lnTo>
                      <a:pt x="57" y="80"/>
                    </a:lnTo>
                    <a:lnTo>
                      <a:pt x="57" y="80"/>
                    </a:lnTo>
                    <a:lnTo>
                      <a:pt x="55" y="80"/>
                    </a:lnTo>
                    <a:lnTo>
                      <a:pt x="55" y="80"/>
                    </a:lnTo>
                    <a:lnTo>
                      <a:pt x="55" y="80"/>
                    </a:lnTo>
                    <a:lnTo>
                      <a:pt x="52" y="80"/>
                    </a:lnTo>
                    <a:lnTo>
                      <a:pt x="52" y="80"/>
                    </a:lnTo>
                    <a:lnTo>
                      <a:pt x="52" y="78"/>
                    </a:lnTo>
                    <a:lnTo>
                      <a:pt x="55" y="78"/>
                    </a:lnTo>
                    <a:lnTo>
                      <a:pt x="55" y="78"/>
                    </a:lnTo>
                    <a:lnTo>
                      <a:pt x="55" y="76"/>
                    </a:lnTo>
                    <a:lnTo>
                      <a:pt x="52" y="76"/>
                    </a:lnTo>
                    <a:lnTo>
                      <a:pt x="52" y="76"/>
                    </a:lnTo>
                    <a:lnTo>
                      <a:pt x="52" y="76"/>
                    </a:lnTo>
                    <a:lnTo>
                      <a:pt x="50" y="76"/>
                    </a:lnTo>
                    <a:lnTo>
                      <a:pt x="50" y="76"/>
                    </a:lnTo>
                    <a:lnTo>
                      <a:pt x="50" y="76"/>
                    </a:lnTo>
                    <a:lnTo>
                      <a:pt x="47" y="76"/>
                    </a:lnTo>
                    <a:lnTo>
                      <a:pt x="47" y="76"/>
                    </a:lnTo>
                    <a:lnTo>
                      <a:pt x="47" y="73"/>
                    </a:lnTo>
                    <a:lnTo>
                      <a:pt x="47" y="73"/>
                    </a:lnTo>
                    <a:lnTo>
                      <a:pt x="47" y="73"/>
                    </a:lnTo>
                    <a:lnTo>
                      <a:pt x="47" y="73"/>
                    </a:lnTo>
                    <a:lnTo>
                      <a:pt x="47" y="73"/>
                    </a:lnTo>
                    <a:lnTo>
                      <a:pt x="47" y="73"/>
                    </a:lnTo>
                    <a:lnTo>
                      <a:pt x="50" y="73"/>
                    </a:lnTo>
                    <a:lnTo>
                      <a:pt x="50" y="73"/>
                    </a:lnTo>
                    <a:lnTo>
                      <a:pt x="50" y="73"/>
                    </a:lnTo>
                    <a:lnTo>
                      <a:pt x="50" y="71"/>
                    </a:lnTo>
                    <a:lnTo>
                      <a:pt x="50" y="71"/>
                    </a:lnTo>
                    <a:lnTo>
                      <a:pt x="52" y="71"/>
                    </a:lnTo>
                    <a:lnTo>
                      <a:pt x="52" y="68"/>
                    </a:lnTo>
                    <a:lnTo>
                      <a:pt x="50" y="68"/>
                    </a:lnTo>
                    <a:lnTo>
                      <a:pt x="50" y="68"/>
                    </a:lnTo>
                    <a:lnTo>
                      <a:pt x="50" y="68"/>
                    </a:lnTo>
                    <a:lnTo>
                      <a:pt x="50" y="68"/>
                    </a:lnTo>
                    <a:lnTo>
                      <a:pt x="50" y="66"/>
                    </a:lnTo>
                    <a:lnTo>
                      <a:pt x="47" y="66"/>
                    </a:lnTo>
                    <a:lnTo>
                      <a:pt x="47" y="66"/>
                    </a:lnTo>
                    <a:lnTo>
                      <a:pt x="47" y="66"/>
                    </a:lnTo>
                    <a:lnTo>
                      <a:pt x="47" y="66"/>
                    </a:lnTo>
                    <a:lnTo>
                      <a:pt x="47" y="64"/>
                    </a:lnTo>
                    <a:lnTo>
                      <a:pt x="45" y="64"/>
                    </a:lnTo>
                    <a:lnTo>
                      <a:pt x="45" y="64"/>
                    </a:lnTo>
                    <a:lnTo>
                      <a:pt x="45" y="64"/>
                    </a:lnTo>
                    <a:lnTo>
                      <a:pt x="45" y="64"/>
                    </a:lnTo>
                    <a:lnTo>
                      <a:pt x="43" y="64"/>
                    </a:lnTo>
                    <a:lnTo>
                      <a:pt x="43" y="61"/>
                    </a:lnTo>
                    <a:lnTo>
                      <a:pt x="43" y="61"/>
                    </a:lnTo>
                    <a:lnTo>
                      <a:pt x="43" y="61"/>
                    </a:lnTo>
                    <a:lnTo>
                      <a:pt x="40" y="61"/>
                    </a:lnTo>
                    <a:lnTo>
                      <a:pt x="40" y="61"/>
                    </a:lnTo>
                    <a:lnTo>
                      <a:pt x="40" y="61"/>
                    </a:lnTo>
                    <a:lnTo>
                      <a:pt x="40" y="64"/>
                    </a:lnTo>
                    <a:lnTo>
                      <a:pt x="38" y="64"/>
                    </a:lnTo>
                    <a:lnTo>
                      <a:pt x="38" y="64"/>
                    </a:lnTo>
                    <a:lnTo>
                      <a:pt x="38" y="64"/>
                    </a:lnTo>
                    <a:lnTo>
                      <a:pt x="36" y="64"/>
                    </a:lnTo>
                    <a:lnTo>
                      <a:pt x="36" y="64"/>
                    </a:lnTo>
                    <a:lnTo>
                      <a:pt x="36" y="64"/>
                    </a:lnTo>
                    <a:lnTo>
                      <a:pt x="36" y="64"/>
                    </a:lnTo>
                    <a:lnTo>
                      <a:pt x="33" y="64"/>
                    </a:lnTo>
                    <a:lnTo>
                      <a:pt x="33" y="66"/>
                    </a:lnTo>
                    <a:lnTo>
                      <a:pt x="33" y="66"/>
                    </a:lnTo>
                    <a:lnTo>
                      <a:pt x="33" y="66"/>
                    </a:lnTo>
                    <a:lnTo>
                      <a:pt x="33" y="68"/>
                    </a:lnTo>
                    <a:lnTo>
                      <a:pt x="33" y="68"/>
                    </a:lnTo>
                    <a:lnTo>
                      <a:pt x="33" y="68"/>
                    </a:lnTo>
                    <a:lnTo>
                      <a:pt x="31" y="68"/>
                    </a:lnTo>
                    <a:lnTo>
                      <a:pt x="31" y="68"/>
                    </a:lnTo>
                    <a:lnTo>
                      <a:pt x="31" y="68"/>
                    </a:lnTo>
                    <a:lnTo>
                      <a:pt x="31" y="66"/>
                    </a:lnTo>
                    <a:lnTo>
                      <a:pt x="29" y="66"/>
                    </a:lnTo>
                    <a:lnTo>
                      <a:pt x="29" y="66"/>
                    </a:lnTo>
                    <a:lnTo>
                      <a:pt x="29" y="66"/>
                    </a:lnTo>
                    <a:lnTo>
                      <a:pt x="29" y="66"/>
                    </a:lnTo>
                    <a:lnTo>
                      <a:pt x="26" y="66"/>
                    </a:lnTo>
                    <a:lnTo>
                      <a:pt x="26" y="66"/>
                    </a:lnTo>
                    <a:lnTo>
                      <a:pt x="24" y="66"/>
                    </a:lnTo>
                    <a:lnTo>
                      <a:pt x="24" y="66"/>
                    </a:lnTo>
                    <a:lnTo>
                      <a:pt x="24" y="64"/>
                    </a:lnTo>
                    <a:lnTo>
                      <a:pt x="24" y="64"/>
                    </a:lnTo>
                    <a:lnTo>
                      <a:pt x="21" y="64"/>
                    </a:lnTo>
                    <a:lnTo>
                      <a:pt x="21" y="64"/>
                    </a:lnTo>
                    <a:lnTo>
                      <a:pt x="21" y="64"/>
                    </a:lnTo>
                    <a:lnTo>
                      <a:pt x="21" y="64"/>
                    </a:lnTo>
                    <a:lnTo>
                      <a:pt x="19" y="64"/>
                    </a:lnTo>
                    <a:lnTo>
                      <a:pt x="19" y="64"/>
                    </a:lnTo>
                    <a:lnTo>
                      <a:pt x="19" y="64"/>
                    </a:lnTo>
                    <a:lnTo>
                      <a:pt x="19" y="61"/>
                    </a:lnTo>
                    <a:lnTo>
                      <a:pt x="19" y="61"/>
                    </a:lnTo>
                    <a:lnTo>
                      <a:pt x="17" y="61"/>
                    </a:lnTo>
                    <a:lnTo>
                      <a:pt x="17" y="59"/>
                    </a:lnTo>
                    <a:lnTo>
                      <a:pt x="17" y="59"/>
                    </a:lnTo>
                    <a:lnTo>
                      <a:pt x="17" y="59"/>
                    </a:lnTo>
                    <a:lnTo>
                      <a:pt x="17" y="59"/>
                    </a:lnTo>
                    <a:lnTo>
                      <a:pt x="17" y="57"/>
                    </a:lnTo>
                    <a:lnTo>
                      <a:pt x="17" y="57"/>
                    </a:lnTo>
                    <a:lnTo>
                      <a:pt x="14" y="57"/>
                    </a:lnTo>
                    <a:lnTo>
                      <a:pt x="14" y="54"/>
                    </a:lnTo>
                    <a:lnTo>
                      <a:pt x="14" y="54"/>
                    </a:lnTo>
                    <a:lnTo>
                      <a:pt x="14" y="54"/>
                    </a:lnTo>
                    <a:lnTo>
                      <a:pt x="14" y="54"/>
                    </a:lnTo>
                    <a:lnTo>
                      <a:pt x="14" y="54"/>
                    </a:lnTo>
                    <a:lnTo>
                      <a:pt x="14" y="54"/>
                    </a:lnTo>
                    <a:lnTo>
                      <a:pt x="14" y="52"/>
                    </a:lnTo>
                    <a:lnTo>
                      <a:pt x="14" y="52"/>
                    </a:lnTo>
                    <a:lnTo>
                      <a:pt x="14" y="52"/>
                    </a:lnTo>
                    <a:lnTo>
                      <a:pt x="14" y="49"/>
                    </a:lnTo>
                    <a:lnTo>
                      <a:pt x="14" y="49"/>
                    </a:lnTo>
                    <a:lnTo>
                      <a:pt x="14" y="49"/>
                    </a:lnTo>
                    <a:lnTo>
                      <a:pt x="14" y="49"/>
                    </a:lnTo>
                    <a:lnTo>
                      <a:pt x="14" y="47"/>
                    </a:lnTo>
                    <a:lnTo>
                      <a:pt x="14" y="47"/>
                    </a:lnTo>
                    <a:lnTo>
                      <a:pt x="17" y="47"/>
                    </a:lnTo>
                    <a:lnTo>
                      <a:pt x="17" y="45"/>
                    </a:lnTo>
                    <a:lnTo>
                      <a:pt x="17" y="45"/>
                    </a:lnTo>
                    <a:lnTo>
                      <a:pt x="17" y="45"/>
                    </a:lnTo>
                    <a:lnTo>
                      <a:pt x="17" y="45"/>
                    </a:lnTo>
                    <a:lnTo>
                      <a:pt x="17" y="45"/>
                    </a:lnTo>
                    <a:lnTo>
                      <a:pt x="17" y="42"/>
                    </a:lnTo>
                    <a:lnTo>
                      <a:pt x="14" y="42"/>
                    </a:lnTo>
                    <a:lnTo>
                      <a:pt x="14" y="42"/>
                    </a:lnTo>
                    <a:lnTo>
                      <a:pt x="14" y="42"/>
                    </a:lnTo>
                    <a:lnTo>
                      <a:pt x="14" y="40"/>
                    </a:lnTo>
                    <a:lnTo>
                      <a:pt x="14" y="40"/>
                    </a:lnTo>
                    <a:lnTo>
                      <a:pt x="14" y="40"/>
                    </a:lnTo>
                    <a:lnTo>
                      <a:pt x="14" y="40"/>
                    </a:lnTo>
                    <a:lnTo>
                      <a:pt x="14" y="42"/>
                    </a:lnTo>
                    <a:lnTo>
                      <a:pt x="14" y="42"/>
                    </a:lnTo>
                    <a:lnTo>
                      <a:pt x="12" y="42"/>
                    </a:lnTo>
                    <a:lnTo>
                      <a:pt x="12" y="45"/>
                    </a:lnTo>
                    <a:lnTo>
                      <a:pt x="12" y="45"/>
                    </a:lnTo>
                    <a:lnTo>
                      <a:pt x="10" y="45"/>
                    </a:lnTo>
                    <a:lnTo>
                      <a:pt x="10" y="45"/>
                    </a:lnTo>
                    <a:lnTo>
                      <a:pt x="10" y="42"/>
                    </a:lnTo>
                    <a:lnTo>
                      <a:pt x="10" y="42"/>
                    </a:lnTo>
                    <a:lnTo>
                      <a:pt x="10" y="40"/>
                    </a:lnTo>
                    <a:lnTo>
                      <a:pt x="10" y="40"/>
                    </a:lnTo>
                    <a:lnTo>
                      <a:pt x="10" y="40"/>
                    </a:lnTo>
                    <a:lnTo>
                      <a:pt x="10" y="38"/>
                    </a:lnTo>
                    <a:lnTo>
                      <a:pt x="10" y="38"/>
                    </a:lnTo>
                    <a:lnTo>
                      <a:pt x="7" y="38"/>
                    </a:lnTo>
                    <a:lnTo>
                      <a:pt x="7" y="35"/>
                    </a:lnTo>
                    <a:lnTo>
                      <a:pt x="7" y="35"/>
                    </a:lnTo>
                    <a:lnTo>
                      <a:pt x="7" y="35"/>
                    </a:lnTo>
                    <a:lnTo>
                      <a:pt x="7" y="35"/>
                    </a:lnTo>
                    <a:lnTo>
                      <a:pt x="7" y="33"/>
                    </a:lnTo>
                    <a:lnTo>
                      <a:pt x="5" y="33"/>
                    </a:lnTo>
                    <a:lnTo>
                      <a:pt x="5" y="33"/>
                    </a:lnTo>
                    <a:lnTo>
                      <a:pt x="5" y="33"/>
                    </a:lnTo>
                    <a:lnTo>
                      <a:pt x="5" y="33"/>
                    </a:lnTo>
                    <a:lnTo>
                      <a:pt x="2" y="33"/>
                    </a:lnTo>
                    <a:lnTo>
                      <a:pt x="2" y="31"/>
                    </a:lnTo>
                    <a:lnTo>
                      <a:pt x="2" y="31"/>
                    </a:lnTo>
                    <a:lnTo>
                      <a:pt x="2" y="31"/>
                    </a:lnTo>
                    <a:lnTo>
                      <a:pt x="2" y="31"/>
                    </a:lnTo>
                    <a:lnTo>
                      <a:pt x="2" y="28"/>
                    </a:lnTo>
                    <a:lnTo>
                      <a:pt x="0" y="28"/>
                    </a:lnTo>
                    <a:lnTo>
                      <a:pt x="0" y="28"/>
                    </a:lnTo>
                    <a:lnTo>
                      <a:pt x="0" y="28"/>
                    </a:lnTo>
                    <a:lnTo>
                      <a:pt x="0" y="26"/>
                    </a:lnTo>
                    <a:lnTo>
                      <a:pt x="0" y="26"/>
                    </a:lnTo>
                    <a:lnTo>
                      <a:pt x="0" y="26"/>
                    </a:lnTo>
                    <a:lnTo>
                      <a:pt x="0" y="23"/>
                    </a:lnTo>
                    <a:lnTo>
                      <a:pt x="0" y="23"/>
                    </a:lnTo>
                    <a:lnTo>
                      <a:pt x="0" y="23"/>
                    </a:lnTo>
                    <a:lnTo>
                      <a:pt x="0" y="23"/>
                    </a:lnTo>
                    <a:lnTo>
                      <a:pt x="2" y="23"/>
                    </a:lnTo>
                    <a:lnTo>
                      <a:pt x="2" y="23"/>
                    </a:lnTo>
                    <a:lnTo>
                      <a:pt x="2" y="21"/>
                    </a:lnTo>
                    <a:lnTo>
                      <a:pt x="2" y="21"/>
                    </a:lnTo>
                    <a:lnTo>
                      <a:pt x="2" y="21"/>
                    </a:lnTo>
                    <a:lnTo>
                      <a:pt x="2" y="21"/>
                    </a:lnTo>
                    <a:lnTo>
                      <a:pt x="2" y="19"/>
                    </a:lnTo>
                    <a:lnTo>
                      <a:pt x="5" y="19"/>
                    </a:lnTo>
                    <a:lnTo>
                      <a:pt x="5" y="19"/>
                    </a:lnTo>
                    <a:lnTo>
                      <a:pt x="5" y="16"/>
                    </a:lnTo>
                    <a:lnTo>
                      <a:pt x="5" y="16"/>
                    </a:lnTo>
                    <a:lnTo>
                      <a:pt x="5" y="16"/>
                    </a:lnTo>
                    <a:lnTo>
                      <a:pt x="5" y="14"/>
                    </a:lnTo>
                    <a:lnTo>
                      <a:pt x="7" y="14"/>
                    </a:lnTo>
                    <a:lnTo>
                      <a:pt x="7" y="14"/>
                    </a:lnTo>
                    <a:lnTo>
                      <a:pt x="7" y="16"/>
                    </a:lnTo>
                    <a:lnTo>
                      <a:pt x="7" y="16"/>
                    </a:lnTo>
                    <a:lnTo>
                      <a:pt x="7" y="16"/>
                    </a:lnTo>
                    <a:lnTo>
                      <a:pt x="10" y="16"/>
                    </a:lnTo>
                    <a:lnTo>
                      <a:pt x="10" y="16"/>
                    </a:lnTo>
                    <a:lnTo>
                      <a:pt x="10" y="16"/>
                    </a:lnTo>
                    <a:lnTo>
                      <a:pt x="10" y="19"/>
                    </a:lnTo>
                    <a:lnTo>
                      <a:pt x="12" y="19"/>
                    </a:lnTo>
                    <a:lnTo>
                      <a:pt x="12" y="19"/>
                    </a:lnTo>
                    <a:lnTo>
                      <a:pt x="12" y="19"/>
                    </a:lnTo>
                    <a:lnTo>
                      <a:pt x="14" y="19"/>
                    </a:lnTo>
                    <a:lnTo>
                      <a:pt x="14" y="19"/>
                    </a:lnTo>
                    <a:lnTo>
                      <a:pt x="14" y="21"/>
                    </a:lnTo>
                    <a:lnTo>
                      <a:pt x="14" y="21"/>
                    </a:lnTo>
                    <a:lnTo>
                      <a:pt x="14" y="21"/>
                    </a:lnTo>
                    <a:lnTo>
                      <a:pt x="14" y="23"/>
                    </a:lnTo>
                    <a:lnTo>
                      <a:pt x="17" y="23"/>
                    </a:lnTo>
                    <a:lnTo>
                      <a:pt x="17" y="23"/>
                    </a:lnTo>
                    <a:lnTo>
                      <a:pt x="17" y="23"/>
                    </a:lnTo>
                    <a:lnTo>
                      <a:pt x="17" y="23"/>
                    </a:lnTo>
                    <a:lnTo>
                      <a:pt x="19" y="23"/>
                    </a:lnTo>
                    <a:lnTo>
                      <a:pt x="19" y="23"/>
                    </a:lnTo>
                    <a:lnTo>
                      <a:pt x="19" y="23"/>
                    </a:lnTo>
                    <a:lnTo>
                      <a:pt x="19" y="21"/>
                    </a:lnTo>
                    <a:lnTo>
                      <a:pt x="21" y="21"/>
                    </a:lnTo>
                    <a:lnTo>
                      <a:pt x="21" y="21"/>
                    </a:lnTo>
                    <a:lnTo>
                      <a:pt x="21" y="19"/>
                    </a:lnTo>
                    <a:lnTo>
                      <a:pt x="21" y="19"/>
                    </a:lnTo>
                    <a:lnTo>
                      <a:pt x="21" y="19"/>
                    </a:lnTo>
                    <a:lnTo>
                      <a:pt x="21" y="19"/>
                    </a:lnTo>
                    <a:lnTo>
                      <a:pt x="24" y="19"/>
                    </a:lnTo>
                    <a:lnTo>
                      <a:pt x="24" y="16"/>
                    </a:lnTo>
                    <a:lnTo>
                      <a:pt x="24" y="16"/>
                    </a:lnTo>
                    <a:lnTo>
                      <a:pt x="24" y="16"/>
                    </a:lnTo>
                    <a:lnTo>
                      <a:pt x="24" y="14"/>
                    </a:lnTo>
                    <a:lnTo>
                      <a:pt x="24" y="14"/>
                    </a:lnTo>
                    <a:lnTo>
                      <a:pt x="24" y="14"/>
                    </a:lnTo>
                    <a:lnTo>
                      <a:pt x="24" y="14"/>
                    </a:lnTo>
                    <a:lnTo>
                      <a:pt x="26" y="14"/>
                    </a:lnTo>
                    <a:lnTo>
                      <a:pt x="26" y="16"/>
                    </a:lnTo>
                    <a:lnTo>
                      <a:pt x="26" y="16"/>
                    </a:lnTo>
                    <a:lnTo>
                      <a:pt x="26" y="16"/>
                    </a:lnTo>
                    <a:lnTo>
                      <a:pt x="26" y="19"/>
                    </a:lnTo>
                    <a:lnTo>
                      <a:pt x="29" y="19"/>
                    </a:lnTo>
                    <a:lnTo>
                      <a:pt x="29" y="19"/>
                    </a:lnTo>
                    <a:lnTo>
                      <a:pt x="29" y="19"/>
                    </a:lnTo>
                    <a:lnTo>
                      <a:pt x="29" y="19"/>
                    </a:lnTo>
                    <a:lnTo>
                      <a:pt x="29" y="19"/>
                    </a:lnTo>
                    <a:lnTo>
                      <a:pt x="29" y="16"/>
                    </a:lnTo>
                    <a:lnTo>
                      <a:pt x="29" y="16"/>
                    </a:lnTo>
                    <a:lnTo>
                      <a:pt x="31" y="16"/>
                    </a:lnTo>
                    <a:lnTo>
                      <a:pt x="31" y="14"/>
                    </a:lnTo>
                    <a:lnTo>
                      <a:pt x="31" y="14"/>
                    </a:lnTo>
                    <a:lnTo>
                      <a:pt x="31" y="16"/>
                    </a:lnTo>
                    <a:lnTo>
                      <a:pt x="33" y="16"/>
                    </a:lnTo>
                    <a:lnTo>
                      <a:pt x="33" y="16"/>
                    </a:lnTo>
                    <a:lnTo>
                      <a:pt x="33" y="16"/>
                    </a:lnTo>
                    <a:lnTo>
                      <a:pt x="33" y="19"/>
                    </a:lnTo>
                    <a:lnTo>
                      <a:pt x="33" y="19"/>
                    </a:lnTo>
                    <a:lnTo>
                      <a:pt x="33" y="19"/>
                    </a:lnTo>
                    <a:lnTo>
                      <a:pt x="36" y="19"/>
                    </a:lnTo>
                    <a:lnTo>
                      <a:pt x="36" y="21"/>
                    </a:lnTo>
                    <a:lnTo>
                      <a:pt x="36" y="21"/>
                    </a:lnTo>
                    <a:lnTo>
                      <a:pt x="36" y="21"/>
                    </a:lnTo>
                    <a:lnTo>
                      <a:pt x="36" y="21"/>
                    </a:lnTo>
                    <a:lnTo>
                      <a:pt x="38" y="21"/>
                    </a:lnTo>
                    <a:lnTo>
                      <a:pt x="38" y="23"/>
                    </a:lnTo>
                    <a:lnTo>
                      <a:pt x="38" y="23"/>
                    </a:lnTo>
                    <a:lnTo>
                      <a:pt x="38" y="21"/>
                    </a:lnTo>
                    <a:lnTo>
                      <a:pt x="38" y="21"/>
                    </a:lnTo>
                    <a:lnTo>
                      <a:pt x="40" y="21"/>
                    </a:lnTo>
                    <a:lnTo>
                      <a:pt x="40" y="19"/>
                    </a:lnTo>
                    <a:lnTo>
                      <a:pt x="40" y="19"/>
                    </a:lnTo>
                    <a:lnTo>
                      <a:pt x="40" y="16"/>
                    </a:lnTo>
                    <a:lnTo>
                      <a:pt x="40" y="16"/>
                    </a:lnTo>
                    <a:lnTo>
                      <a:pt x="40" y="16"/>
                    </a:lnTo>
                    <a:lnTo>
                      <a:pt x="40" y="14"/>
                    </a:lnTo>
                    <a:lnTo>
                      <a:pt x="40" y="14"/>
                    </a:lnTo>
                    <a:lnTo>
                      <a:pt x="43" y="14"/>
                    </a:lnTo>
                    <a:lnTo>
                      <a:pt x="43" y="14"/>
                    </a:lnTo>
                    <a:lnTo>
                      <a:pt x="43" y="14"/>
                    </a:lnTo>
                    <a:lnTo>
                      <a:pt x="43" y="14"/>
                    </a:lnTo>
                    <a:lnTo>
                      <a:pt x="43" y="14"/>
                    </a:lnTo>
                    <a:lnTo>
                      <a:pt x="43" y="16"/>
                    </a:lnTo>
                    <a:lnTo>
                      <a:pt x="45" y="16"/>
                    </a:lnTo>
                    <a:lnTo>
                      <a:pt x="45" y="16"/>
                    </a:lnTo>
                    <a:lnTo>
                      <a:pt x="45" y="16"/>
                    </a:lnTo>
                    <a:lnTo>
                      <a:pt x="47" y="16"/>
                    </a:lnTo>
                    <a:lnTo>
                      <a:pt x="47" y="16"/>
                    </a:lnTo>
                    <a:lnTo>
                      <a:pt x="47" y="16"/>
                    </a:lnTo>
                    <a:lnTo>
                      <a:pt x="47" y="16"/>
                    </a:lnTo>
                    <a:lnTo>
                      <a:pt x="50" y="16"/>
                    </a:lnTo>
                    <a:lnTo>
                      <a:pt x="50" y="14"/>
                    </a:lnTo>
                    <a:lnTo>
                      <a:pt x="50" y="14"/>
                    </a:lnTo>
                    <a:lnTo>
                      <a:pt x="50" y="14"/>
                    </a:lnTo>
                    <a:lnTo>
                      <a:pt x="50" y="14"/>
                    </a:lnTo>
                    <a:lnTo>
                      <a:pt x="52" y="14"/>
                    </a:lnTo>
                    <a:lnTo>
                      <a:pt x="52" y="14"/>
                    </a:lnTo>
                    <a:lnTo>
                      <a:pt x="55" y="14"/>
                    </a:lnTo>
                    <a:lnTo>
                      <a:pt x="55" y="14"/>
                    </a:lnTo>
                    <a:lnTo>
                      <a:pt x="55" y="14"/>
                    </a:lnTo>
                    <a:lnTo>
                      <a:pt x="55" y="14"/>
                    </a:lnTo>
                    <a:lnTo>
                      <a:pt x="55" y="12"/>
                    </a:lnTo>
                    <a:lnTo>
                      <a:pt x="57" y="12"/>
                    </a:lnTo>
                    <a:lnTo>
                      <a:pt x="57" y="12"/>
                    </a:lnTo>
                    <a:lnTo>
                      <a:pt x="57" y="9"/>
                    </a:lnTo>
                    <a:lnTo>
                      <a:pt x="57" y="9"/>
                    </a:lnTo>
                    <a:lnTo>
                      <a:pt x="57" y="7"/>
                    </a:lnTo>
                    <a:lnTo>
                      <a:pt x="57" y="7"/>
                    </a:lnTo>
                    <a:lnTo>
                      <a:pt x="57" y="7"/>
                    </a:lnTo>
                    <a:lnTo>
                      <a:pt x="57" y="4"/>
                    </a:lnTo>
                    <a:lnTo>
                      <a:pt x="57" y="4"/>
                    </a:lnTo>
                    <a:lnTo>
                      <a:pt x="59" y="4"/>
                    </a:lnTo>
                    <a:lnTo>
                      <a:pt x="59" y="4"/>
                    </a:lnTo>
                    <a:lnTo>
                      <a:pt x="59" y="4"/>
                    </a:lnTo>
                    <a:lnTo>
                      <a:pt x="62" y="4"/>
                    </a:lnTo>
                    <a:lnTo>
                      <a:pt x="62" y="4"/>
                    </a:lnTo>
                    <a:lnTo>
                      <a:pt x="62" y="4"/>
                    </a:lnTo>
                    <a:lnTo>
                      <a:pt x="62" y="4"/>
                    </a:lnTo>
                    <a:lnTo>
                      <a:pt x="64" y="4"/>
                    </a:lnTo>
                    <a:lnTo>
                      <a:pt x="64" y="2"/>
                    </a:lnTo>
                    <a:lnTo>
                      <a:pt x="64" y="2"/>
                    </a:lnTo>
                    <a:lnTo>
                      <a:pt x="66" y="2"/>
                    </a:lnTo>
                    <a:lnTo>
                      <a:pt x="66" y="2"/>
                    </a:lnTo>
                    <a:lnTo>
                      <a:pt x="66" y="2"/>
                    </a:lnTo>
                    <a:lnTo>
                      <a:pt x="66" y="0"/>
                    </a:lnTo>
                    <a:lnTo>
                      <a:pt x="66" y="0"/>
                    </a:lnTo>
                    <a:lnTo>
                      <a:pt x="69" y="0"/>
                    </a:lnTo>
                    <a:lnTo>
                      <a:pt x="69" y="2"/>
                    </a:lnTo>
                    <a:lnTo>
                      <a:pt x="69" y="2"/>
                    </a:lnTo>
                    <a:lnTo>
                      <a:pt x="69" y="2"/>
                    </a:lnTo>
                    <a:lnTo>
                      <a:pt x="69" y="2"/>
                    </a:lnTo>
                    <a:lnTo>
                      <a:pt x="69" y="4"/>
                    </a:lnTo>
                    <a:lnTo>
                      <a:pt x="71" y="4"/>
                    </a:lnTo>
                    <a:lnTo>
                      <a:pt x="71" y="4"/>
                    </a:lnTo>
                    <a:lnTo>
                      <a:pt x="71" y="4"/>
                    </a:lnTo>
                    <a:lnTo>
                      <a:pt x="71" y="4"/>
                    </a:lnTo>
                    <a:lnTo>
                      <a:pt x="73" y="4"/>
                    </a:lnTo>
                    <a:lnTo>
                      <a:pt x="73" y="7"/>
                    </a:lnTo>
                    <a:lnTo>
                      <a:pt x="73" y="7"/>
                    </a:lnTo>
                    <a:lnTo>
                      <a:pt x="73" y="7"/>
                    </a:lnTo>
                    <a:lnTo>
                      <a:pt x="73" y="7"/>
                    </a:lnTo>
                    <a:lnTo>
                      <a:pt x="76" y="7"/>
                    </a:lnTo>
                    <a:lnTo>
                      <a:pt x="76" y="9"/>
                    </a:lnTo>
                    <a:lnTo>
                      <a:pt x="76" y="9"/>
                    </a:lnTo>
                    <a:lnTo>
                      <a:pt x="76" y="9"/>
                    </a:lnTo>
                    <a:lnTo>
                      <a:pt x="76" y="9"/>
                    </a:lnTo>
                    <a:lnTo>
                      <a:pt x="78" y="9"/>
                    </a:lnTo>
                    <a:lnTo>
                      <a:pt x="78" y="12"/>
                    </a:lnTo>
                    <a:lnTo>
                      <a:pt x="78" y="12"/>
                    </a:lnTo>
                    <a:lnTo>
                      <a:pt x="78" y="12"/>
                    </a:lnTo>
                    <a:lnTo>
                      <a:pt x="81" y="12"/>
                    </a:lnTo>
                    <a:lnTo>
                      <a:pt x="81" y="12"/>
                    </a:lnTo>
                    <a:lnTo>
                      <a:pt x="81" y="12"/>
                    </a:lnTo>
                    <a:lnTo>
                      <a:pt x="81" y="12"/>
                    </a:lnTo>
                    <a:lnTo>
                      <a:pt x="81" y="9"/>
                    </a:lnTo>
                    <a:lnTo>
                      <a:pt x="83" y="9"/>
                    </a:lnTo>
                    <a:lnTo>
                      <a:pt x="83" y="9"/>
                    </a:lnTo>
                    <a:lnTo>
                      <a:pt x="83" y="9"/>
                    </a:lnTo>
                    <a:lnTo>
                      <a:pt x="85" y="9"/>
                    </a:lnTo>
                    <a:lnTo>
                      <a:pt x="85" y="9"/>
                    </a:lnTo>
                    <a:lnTo>
                      <a:pt x="85" y="12"/>
                    </a:lnTo>
                    <a:lnTo>
                      <a:pt x="88" y="12"/>
                    </a:lnTo>
                    <a:lnTo>
                      <a:pt x="88" y="12"/>
                    </a:lnTo>
                    <a:lnTo>
                      <a:pt x="88" y="14"/>
                    </a:lnTo>
                    <a:lnTo>
                      <a:pt x="88" y="14"/>
                    </a:lnTo>
                    <a:lnTo>
                      <a:pt x="88" y="14"/>
                    </a:lnTo>
                    <a:lnTo>
                      <a:pt x="90" y="14"/>
                    </a:lnTo>
                    <a:lnTo>
                      <a:pt x="90" y="14"/>
                    </a:lnTo>
                    <a:lnTo>
                      <a:pt x="90" y="14"/>
                    </a:lnTo>
                    <a:lnTo>
                      <a:pt x="90" y="12"/>
                    </a:lnTo>
                    <a:lnTo>
                      <a:pt x="92" y="12"/>
                    </a:lnTo>
                    <a:lnTo>
                      <a:pt x="92" y="12"/>
                    </a:lnTo>
                    <a:lnTo>
                      <a:pt x="92" y="12"/>
                    </a:lnTo>
                    <a:lnTo>
                      <a:pt x="92" y="12"/>
                    </a:lnTo>
                    <a:lnTo>
                      <a:pt x="95" y="12"/>
                    </a:lnTo>
                    <a:lnTo>
                      <a:pt x="95" y="12"/>
                    </a:lnTo>
                    <a:lnTo>
                      <a:pt x="95" y="14"/>
                    </a:lnTo>
                    <a:lnTo>
                      <a:pt x="95" y="14"/>
                    </a:lnTo>
                    <a:lnTo>
                      <a:pt x="97" y="14"/>
                    </a:lnTo>
                    <a:lnTo>
                      <a:pt x="97" y="14"/>
                    </a:lnTo>
                    <a:lnTo>
                      <a:pt x="97" y="14"/>
                    </a:lnTo>
                    <a:lnTo>
                      <a:pt x="100" y="14"/>
                    </a:lnTo>
                    <a:lnTo>
                      <a:pt x="100" y="14"/>
                    </a:lnTo>
                    <a:lnTo>
                      <a:pt x="100" y="16"/>
                    </a:lnTo>
                    <a:lnTo>
                      <a:pt x="100" y="16"/>
                    </a:lnTo>
                    <a:lnTo>
                      <a:pt x="97" y="16"/>
                    </a:lnTo>
                    <a:lnTo>
                      <a:pt x="97" y="19"/>
                    </a:lnTo>
                    <a:lnTo>
                      <a:pt x="97" y="19"/>
                    </a:lnTo>
                    <a:lnTo>
                      <a:pt x="97" y="19"/>
                    </a:lnTo>
                    <a:lnTo>
                      <a:pt x="97" y="21"/>
                    </a:lnTo>
                    <a:lnTo>
                      <a:pt x="95" y="21"/>
                    </a:lnTo>
                    <a:lnTo>
                      <a:pt x="95" y="21"/>
                    </a:lnTo>
                    <a:lnTo>
                      <a:pt x="95" y="21"/>
                    </a:lnTo>
                    <a:lnTo>
                      <a:pt x="95" y="21"/>
                    </a:lnTo>
                    <a:lnTo>
                      <a:pt x="95" y="23"/>
                    </a:lnTo>
                    <a:lnTo>
                      <a:pt x="95" y="23"/>
                    </a:lnTo>
                    <a:lnTo>
                      <a:pt x="95" y="23"/>
                    </a:lnTo>
                    <a:lnTo>
                      <a:pt x="95" y="26"/>
                    </a:lnTo>
                    <a:lnTo>
                      <a:pt x="95" y="26"/>
                    </a:lnTo>
                    <a:lnTo>
                      <a:pt x="95" y="26"/>
                    </a:lnTo>
                    <a:lnTo>
                      <a:pt x="95" y="26"/>
                    </a:lnTo>
                    <a:lnTo>
                      <a:pt x="95" y="28"/>
                    </a:lnTo>
                    <a:lnTo>
                      <a:pt x="97" y="28"/>
                    </a:lnTo>
                    <a:lnTo>
                      <a:pt x="97" y="28"/>
                    </a:lnTo>
                    <a:lnTo>
                      <a:pt x="95" y="28"/>
                    </a:lnTo>
                    <a:lnTo>
                      <a:pt x="95" y="31"/>
                    </a:lnTo>
                    <a:lnTo>
                      <a:pt x="95" y="31"/>
                    </a:lnTo>
                    <a:lnTo>
                      <a:pt x="97" y="31"/>
                    </a:lnTo>
                    <a:lnTo>
                      <a:pt x="97" y="33"/>
                    </a:lnTo>
                    <a:lnTo>
                      <a:pt x="97" y="33"/>
                    </a:lnTo>
                    <a:lnTo>
                      <a:pt x="97" y="33"/>
                    </a:lnTo>
                    <a:lnTo>
                      <a:pt x="97" y="35"/>
                    </a:lnTo>
                    <a:lnTo>
                      <a:pt x="97" y="35"/>
                    </a:lnTo>
                    <a:lnTo>
                      <a:pt x="100" y="35"/>
                    </a:lnTo>
                    <a:lnTo>
                      <a:pt x="100" y="35"/>
                    </a:lnTo>
                    <a:lnTo>
                      <a:pt x="100" y="35"/>
                    </a:lnTo>
                    <a:lnTo>
                      <a:pt x="102" y="35"/>
                    </a:lnTo>
                    <a:lnTo>
                      <a:pt x="102" y="35"/>
                    </a:lnTo>
                    <a:lnTo>
                      <a:pt x="102" y="35"/>
                    </a:lnTo>
                    <a:lnTo>
                      <a:pt x="102" y="38"/>
                    </a:lnTo>
                    <a:lnTo>
                      <a:pt x="102" y="38"/>
                    </a:lnTo>
                    <a:lnTo>
                      <a:pt x="102" y="35"/>
                    </a:lnTo>
                    <a:lnTo>
                      <a:pt x="104" y="35"/>
                    </a:lnTo>
                    <a:lnTo>
                      <a:pt x="104" y="38"/>
                    </a:lnTo>
                    <a:lnTo>
                      <a:pt x="104" y="38"/>
                    </a:lnTo>
                    <a:lnTo>
                      <a:pt x="104" y="40"/>
                    </a:lnTo>
                    <a:lnTo>
                      <a:pt x="104" y="40"/>
                    </a:lnTo>
                    <a:lnTo>
                      <a:pt x="104" y="40"/>
                    </a:lnTo>
                    <a:lnTo>
                      <a:pt x="107" y="40"/>
                    </a:lnTo>
                    <a:lnTo>
                      <a:pt x="107" y="42"/>
                    </a:lnTo>
                    <a:lnTo>
                      <a:pt x="107" y="42"/>
                    </a:lnTo>
                    <a:lnTo>
                      <a:pt x="107" y="42"/>
                    </a:lnTo>
                    <a:lnTo>
                      <a:pt x="107" y="42"/>
                    </a:lnTo>
                    <a:lnTo>
                      <a:pt x="109" y="42"/>
                    </a:lnTo>
                    <a:lnTo>
                      <a:pt x="109" y="42"/>
                    </a:lnTo>
                    <a:lnTo>
                      <a:pt x="109" y="42"/>
                    </a:lnTo>
                    <a:lnTo>
                      <a:pt x="109" y="42"/>
                    </a:lnTo>
                    <a:lnTo>
                      <a:pt x="109" y="42"/>
                    </a:lnTo>
                    <a:lnTo>
                      <a:pt x="109" y="45"/>
                    </a:lnTo>
                    <a:lnTo>
                      <a:pt x="111" y="45"/>
                    </a:lnTo>
                    <a:lnTo>
                      <a:pt x="111" y="45"/>
                    </a:lnTo>
                    <a:lnTo>
                      <a:pt x="111" y="45"/>
                    </a:lnTo>
                    <a:lnTo>
                      <a:pt x="111" y="45"/>
                    </a:lnTo>
                    <a:lnTo>
                      <a:pt x="114" y="45"/>
                    </a:lnTo>
                    <a:lnTo>
                      <a:pt x="114" y="45"/>
                    </a:lnTo>
                    <a:lnTo>
                      <a:pt x="114" y="45"/>
                    </a:lnTo>
                    <a:lnTo>
                      <a:pt x="114" y="45"/>
                    </a:lnTo>
                    <a:lnTo>
                      <a:pt x="116" y="45"/>
                    </a:lnTo>
                    <a:lnTo>
                      <a:pt x="116" y="45"/>
                    </a:lnTo>
                    <a:lnTo>
                      <a:pt x="116" y="45"/>
                    </a:lnTo>
                    <a:lnTo>
                      <a:pt x="118" y="45"/>
                    </a:lnTo>
                    <a:lnTo>
                      <a:pt x="118" y="45"/>
                    </a:lnTo>
                    <a:lnTo>
                      <a:pt x="118" y="45"/>
                    </a:lnTo>
                    <a:lnTo>
                      <a:pt x="121" y="45"/>
                    </a:lnTo>
                    <a:lnTo>
                      <a:pt x="121" y="45"/>
                    </a:lnTo>
                    <a:lnTo>
                      <a:pt x="121" y="45"/>
                    </a:lnTo>
                    <a:lnTo>
                      <a:pt x="121" y="45"/>
                    </a:lnTo>
                    <a:lnTo>
                      <a:pt x="123" y="45"/>
                    </a:lnTo>
                    <a:lnTo>
                      <a:pt x="123" y="45"/>
                    </a:lnTo>
                    <a:lnTo>
                      <a:pt x="123" y="45"/>
                    </a:lnTo>
                    <a:lnTo>
                      <a:pt x="123" y="47"/>
                    </a:lnTo>
                    <a:lnTo>
                      <a:pt x="123" y="47"/>
                    </a:lnTo>
                    <a:lnTo>
                      <a:pt x="126" y="47"/>
                    </a:lnTo>
                    <a:lnTo>
                      <a:pt x="126" y="47"/>
                    </a:lnTo>
                    <a:lnTo>
                      <a:pt x="126" y="47"/>
                    </a:lnTo>
                    <a:lnTo>
                      <a:pt x="126" y="49"/>
                    </a:lnTo>
                    <a:lnTo>
                      <a:pt x="126" y="49"/>
                    </a:lnTo>
                    <a:lnTo>
                      <a:pt x="123" y="49"/>
                    </a:lnTo>
                    <a:lnTo>
                      <a:pt x="123" y="49"/>
                    </a:lnTo>
                    <a:lnTo>
                      <a:pt x="126" y="49"/>
                    </a:lnTo>
                    <a:lnTo>
                      <a:pt x="126" y="52"/>
                    </a:lnTo>
                    <a:lnTo>
                      <a:pt x="123" y="52"/>
                    </a:lnTo>
                    <a:lnTo>
                      <a:pt x="123" y="52"/>
                    </a:lnTo>
                    <a:lnTo>
                      <a:pt x="123" y="52"/>
                    </a:lnTo>
                    <a:lnTo>
                      <a:pt x="123" y="52"/>
                    </a:lnTo>
                    <a:lnTo>
                      <a:pt x="121" y="52"/>
                    </a:lnTo>
                    <a:lnTo>
                      <a:pt x="121" y="52"/>
                    </a:lnTo>
                    <a:lnTo>
                      <a:pt x="121" y="54"/>
                    </a:lnTo>
                    <a:lnTo>
                      <a:pt x="121" y="54"/>
                    </a:lnTo>
                    <a:lnTo>
                      <a:pt x="121" y="54"/>
                    </a:lnTo>
                    <a:lnTo>
                      <a:pt x="118" y="54"/>
                    </a:lnTo>
                    <a:lnTo>
                      <a:pt x="118" y="54"/>
                    </a:lnTo>
                    <a:lnTo>
                      <a:pt x="118" y="54"/>
                    </a:lnTo>
                    <a:lnTo>
                      <a:pt x="118" y="54"/>
                    </a:lnTo>
                    <a:lnTo>
                      <a:pt x="116" y="54"/>
                    </a:lnTo>
                    <a:lnTo>
                      <a:pt x="116" y="54"/>
                    </a:lnTo>
                    <a:lnTo>
                      <a:pt x="116" y="54"/>
                    </a:lnTo>
                    <a:lnTo>
                      <a:pt x="116" y="57"/>
                    </a:lnTo>
                    <a:lnTo>
                      <a:pt x="116" y="57"/>
                    </a:lnTo>
                    <a:lnTo>
                      <a:pt x="116" y="57"/>
                    </a:lnTo>
                    <a:lnTo>
                      <a:pt x="116" y="57"/>
                    </a:lnTo>
                    <a:lnTo>
                      <a:pt x="116" y="57"/>
                    </a:lnTo>
                    <a:lnTo>
                      <a:pt x="116" y="59"/>
                    </a:lnTo>
                    <a:lnTo>
                      <a:pt x="116" y="59"/>
                    </a:lnTo>
                    <a:lnTo>
                      <a:pt x="116" y="59"/>
                    </a:lnTo>
                    <a:lnTo>
                      <a:pt x="116" y="61"/>
                    </a:lnTo>
                    <a:lnTo>
                      <a:pt x="116" y="61"/>
                    </a:lnTo>
                    <a:lnTo>
                      <a:pt x="116" y="61"/>
                    </a:lnTo>
                    <a:lnTo>
                      <a:pt x="116" y="64"/>
                    </a:lnTo>
                    <a:lnTo>
                      <a:pt x="114" y="64"/>
                    </a:lnTo>
                    <a:lnTo>
                      <a:pt x="114" y="64"/>
                    </a:lnTo>
                    <a:lnTo>
                      <a:pt x="114" y="64"/>
                    </a:lnTo>
                    <a:lnTo>
                      <a:pt x="114" y="64"/>
                    </a:lnTo>
                    <a:lnTo>
                      <a:pt x="114" y="66"/>
                    </a:lnTo>
                    <a:lnTo>
                      <a:pt x="114" y="66"/>
                    </a:lnTo>
                    <a:lnTo>
                      <a:pt x="114" y="68"/>
                    </a:lnTo>
                    <a:lnTo>
                      <a:pt x="114" y="68"/>
                    </a:lnTo>
                    <a:lnTo>
                      <a:pt x="111" y="68"/>
                    </a:lnTo>
                    <a:lnTo>
                      <a:pt x="111" y="68"/>
                    </a:lnTo>
                    <a:lnTo>
                      <a:pt x="109" y="68"/>
                    </a:lnTo>
                    <a:lnTo>
                      <a:pt x="109" y="66"/>
                    </a:lnTo>
                    <a:lnTo>
                      <a:pt x="109" y="66"/>
                    </a:lnTo>
                    <a:lnTo>
                      <a:pt x="109" y="66"/>
                    </a:lnTo>
                    <a:lnTo>
                      <a:pt x="109" y="66"/>
                    </a:lnTo>
                    <a:lnTo>
                      <a:pt x="107" y="66"/>
                    </a:lnTo>
                    <a:lnTo>
                      <a:pt x="107" y="66"/>
                    </a:lnTo>
                    <a:lnTo>
                      <a:pt x="107" y="68"/>
                    </a:lnTo>
                    <a:lnTo>
                      <a:pt x="107" y="68"/>
                    </a:lnTo>
                    <a:lnTo>
                      <a:pt x="107" y="68"/>
                    </a:lnTo>
                    <a:lnTo>
                      <a:pt x="104" y="68"/>
                    </a:lnTo>
                    <a:lnTo>
                      <a:pt x="104" y="68"/>
                    </a:lnTo>
                    <a:lnTo>
                      <a:pt x="104" y="68"/>
                    </a:lnTo>
                    <a:lnTo>
                      <a:pt x="102" y="68"/>
                    </a:lnTo>
                    <a:lnTo>
                      <a:pt x="102" y="68"/>
                    </a:lnTo>
                    <a:lnTo>
                      <a:pt x="102" y="68"/>
                    </a:lnTo>
                    <a:lnTo>
                      <a:pt x="102" y="66"/>
                    </a:lnTo>
                    <a:lnTo>
                      <a:pt x="102" y="66"/>
                    </a:lnTo>
                    <a:lnTo>
                      <a:pt x="100" y="66"/>
                    </a:lnTo>
                    <a:lnTo>
                      <a:pt x="100" y="66"/>
                    </a:lnTo>
                    <a:lnTo>
                      <a:pt x="100" y="68"/>
                    </a:lnTo>
                    <a:lnTo>
                      <a:pt x="100" y="68"/>
                    </a:lnTo>
                    <a:lnTo>
                      <a:pt x="100" y="68"/>
                    </a:lnTo>
                    <a:lnTo>
                      <a:pt x="97" y="68"/>
                    </a:lnTo>
                    <a:lnTo>
                      <a:pt x="97" y="68"/>
                    </a:lnTo>
                    <a:lnTo>
                      <a:pt x="97" y="71"/>
                    </a:lnTo>
                    <a:lnTo>
                      <a:pt x="95" y="71"/>
                    </a:lnTo>
                    <a:lnTo>
                      <a:pt x="95" y="71"/>
                    </a:lnTo>
                    <a:lnTo>
                      <a:pt x="95" y="71"/>
                    </a:lnTo>
                    <a:lnTo>
                      <a:pt x="95" y="73"/>
                    </a:lnTo>
                    <a:lnTo>
                      <a:pt x="95" y="73"/>
                    </a:lnTo>
                    <a:lnTo>
                      <a:pt x="95" y="73"/>
                    </a:lnTo>
                    <a:lnTo>
                      <a:pt x="95" y="73"/>
                    </a:lnTo>
                    <a:lnTo>
                      <a:pt x="95" y="73"/>
                    </a:lnTo>
                    <a:lnTo>
                      <a:pt x="95" y="76"/>
                    </a:lnTo>
                    <a:lnTo>
                      <a:pt x="95" y="76"/>
                    </a:lnTo>
                    <a:lnTo>
                      <a:pt x="95" y="76"/>
                    </a:lnTo>
                    <a:lnTo>
                      <a:pt x="95" y="78"/>
                    </a:lnTo>
                    <a:lnTo>
                      <a:pt x="95" y="78"/>
                    </a:lnTo>
                    <a:lnTo>
                      <a:pt x="95" y="78"/>
                    </a:lnTo>
                    <a:lnTo>
                      <a:pt x="95" y="80"/>
                    </a:lnTo>
                    <a:lnTo>
                      <a:pt x="95" y="80"/>
                    </a:lnTo>
                    <a:lnTo>
                      <a:pt x="95" y="80"/>
                    </a:lnTo>
                    <a:lnTo>
                      <a:pt x="92" y="80"/>
                    </a:lnTo>
                    <a:lnTo>
                      <a:pt x="92" y="80"/>
                    </a:lnTo>
                    <a:lnTo>
                      <a:pt x="90" y="80"/>
                    </a:lnTo>
                    <a:lnTo>
                      <a:pt x="90" y="83"/>
                    </a:lnTo>
                    <a:lnTo>
                      <a:pt x="90" y="83"/>
                    </a:lnTo>
                    <a:lnTo>
                      <a:pt x="90" y="83"/>
                    </a:lnTo>
                    <a:lnTo>
                      <a:pt x="90" y="83"/>
                    </a:lnTo>
                    <a:lnTo>
                      <a:pt x="88" y="83"/>
                    </a:lnTo>
                    <a:lnTo>
                      <a:pt x="88" y="83"/>
                    </a:lnTo>
                    <a:lnTo>
                      <a:pt x="88" y="83"/>
                    </a:lnTo>
                    <a:lnTo>
                      <a:pt x="88" y="85"/>
                    </a:lnTo>
                    <a:lnTo>
                      <a:pt x="88" y="85"/>
                    </a:lnTo>
                    <a:lnTo>
                      <a:pt x="88" y="85"/>
                    </a:lnTo>
                    <a:lnTo>
                      <a:pt x="85" y="85"/>
                    </a:lnTo>
                    <a:lnTo>
                      <a:pt x="85" y="87"/>
                    </a:lnTo>
                    <a:lnTo>
                      <a:pt x="85" y="87"/>
                    </a:lnTo>
                    <a:lnTo>
                      <a:pt x="85" y="87"/>
                    </a:lnTo>
                    <a:lnTo>
                      <a:pt x="85" y="90"/>
                    </a:lnTo>
                    <a:lnTo>
                      <a:pt x="83" y="90"/>
                    </a:lnTo>
                    <a:lnTo>
                      <a:pt x="83" y="90"/>
                    </a:lnTo>
                    <a:lnTo>
                      <a:pt x="83" y="90"/>
                    </a:lnTo>
                    <a:lnTo>
                      <a:pt x="83" y="87"/>
                    </a:lnTo>
                    <a:lnTo>
                      <a:pt x="83" y="87"/>
                    </a:lnTo>
                    <a:lnTo>
                      <a:pt x="81" y="87"/>
                    </a:lnTo>
                    <a:lnTo>
                      <a:pt x="81" y="87"/>
                    </a:lnTo>
                    <a:lnTo>
                      <a:pt x="81" y="90"/>
                    </a:lnTo>
                    <a:lnTo>
                      <a:pt x="81" y="90"/>
                    </a:lnTo>
                    <a:lnTo>
                      <a:pt x="81" y="90"/>
                    </a:lnTo>
                    <a:lnTo>
                      <a:pt x="81" y="92"/>
                    </a:lnTo>
                    <a:lnTo>
                      <a:pt x="81" y="92"/>
                    </a:lnTo>
                    <a:lnTo>
                      <a:pt x="81" y="92"/>
                    </a:lnTo>
                    <a:lnTo>
                      <a:pt x="81" y="94"/>
                    </a:lnTo>
                    <a:lnTo>
                      <a:pt x="78" y="94"/>
                    </a:lnTo>
                    <a:lnTo>
                      <a:pt x="78" y="94"/>
                    </a:lnTo>
                    <a:lnTo>
                      <a:pt x="78" y="94"/>
                    </a:lnTo>
                    <a:lnTo>
                      <a:pt x="78" y="94"/>
                    </a:lnTo>
                    <a:lnTo>
                      <a:pt x="78" y="97"/>
                    </a:lnTo>
                    <a:lnTo>
                      <a:pt x="78" y="97"/>
                    </a:lnTo>
                    <a:lnTo>
                      <a:pt x="78" y="99"/>
                    </a:lnTo>
                    <a:lnTo>
                      <a:pt x="78" y="99"/>
                    </a:lnTo>
                    <a:lnTo>
                      <a:pt x="78" y="102"/>
                    </a:lnTo>
                    <a:lnTo>
                      <a:pt x="78" y="102"/>
                    </a:lnTo>
                    <a:lnTo>
                      <a:pt x="78" y="104"/>
                    </a:lnTo>
                    <a:lnTo>
                      <a:pt x="78" y="104"/>
                    </a:lnTo>
                    <a:lnTo>
                      <a:pt x="78" y="104"/>
                    </a:lnTo>
                    <a:lnTo>
                      <a:pt x="76" y="104"/>
                    </a:lnTo>
                    <a:lnTo>
                      <a:pt x="76" y="106"/>
                    </a:lnTo>
                    <a:lnTo>
                      <a:pt x="76" y="106"/>
                    </a:lnTo>
                    <a:lnTo>
                      <a:pt x="76" y="106"/>
                    </a:lnTo>
                    <a:lnTo>
                      <a:pt x="76" y="109"/>
                    </a:lnTo>
                    <a:lnTo>
                      <a:pt x="76" y="109"/>
                    </a:lnTo>
                    <a:lnTo>
                      <a:pt x="76" y="109"/>
                    </a:lnTo>
                    <a:lnTo>
                      <a:pt x="76" y="111"/>
                    </a:lnTo>
                    <a:lnTo>
                      <a:pt x="73" y="111"/>
                    </a:lnTo>
                    <a:lnTo>
                      <a:pt x="73" y="111"/>
                    </a:lnTo>
                    <a:lnTo>
                      <a:pt x="73" y="111"/>
                    </a:lnTo>
                    <a:lnTo>
                      <a:pt x="73" y="113"/>
                    </a:lnTo>
                    <a:lnTo>
                      <a:pt x="73" y="113"/>
                    </a:lnTo>
                    <a:lnTo>
                      <a:pt x="73" y="113"/>
                    </a:lnTo>
                    <a:lnTo>
                      <a:pt x="76" y="113"/>
                    </a:lnTo>
                    <a:lnTo>
                      <a:pt x="76" y="113"/>
                    </a:lnTo>
                    <a:lnTo>
                      <a:pt x="76" y="113"/>
                    </a:lnTo>
                    <a:lnTo>
                      <a:pt x="76" y="116"/>
                    </a:lnTo>
                    <a:lnTo>
                      <a:pt x="76" y="116"/>
                    </a:lnTo>
                    <a:lnTo>
                      <a:pt x="76" y="116"/>
                    </a:lnTo>
                    <a:lnTo>
                      <a:pt x="76" y="118"/>
                    </a:lnTo>
                    <a:lnTo>
                      <a:pt x="76" y="118"/>
                    </a:lnTo>
                    <a:lnTo>
                      <a:pt x="78" y="118"/>
                    </a:lnTo>
                    <a:lnTo>
                      <a:pt x="78" y="121"/>
                    </a:lnTo>
                    <a:lnTo>
                      <a:pt x="78" y="121"/>
                    </a:lnTo>
                    <a:lnTo>
                      <a:pt x="78" y="121"/>
                    </a:lnTo>
                    <a:lnTo>
                      <a:pt x="78" y="123"/>
                    </a:lnTo>
                    <a:lnTo>
                      <a:pt x="78" y="123"/>
                    </a:lnTo>
                    <a:lnTo>
                      <a:pt x="81" y="123"/>
                    </a:lnTo>
                    <a:lnTo>
                      <a:pt x="81" y="123"/>
                    </a:lnTo>
                    <a:lnTo>
                      <a:pt x="81" y="123"/>
                    </a:lnTo>
                    <a:lnTo>
                      <a:pt x="81" y="125"/>
                    </a:lnTo>
                    <a:lnTo>
                      <a:pt x="81" y="125"/>
                    </a:lnTo>
                    <a:lnTo>
                      <a:pt x="81" y="125"/>
                    </a:lnTo>
                    <a:lnTo>
                      <a:pt x="83" y="125"/>
                    </a:lnTo>
                    <a:lnTo>
                      <a:pt x="83" y="128"/>
                    </a:lnTo>
                    <a:lnTo>
                      <a:pt x="83" y="128"/>
                    </a:lnTo>
                    <a:lnTo>
                      <a:pt x="83" y="128"/>
                    </a:lnTo>
                    <a:lnTo>
                      <a:pt x="83" y="130"/>
                    </a:lnTo>
                    <a:lnTo>
                      <a:pt x="83" y="130"/>
                    </a:lnTo>
                    <a:lnTo>
                      <a:pt x="85" y="130"/>
                    </a:lnTo>
                    <a:lnTo>
                      <a:pt x="85" y="130"/>
                    </a:lnTo>
                    <a:lnTo>
                      <a:pt x="85" y="130"/>
                    </a:lnTo>
                    <a:lnTo>
                      <a:pt x="88" y="130"/>
                    </a:lnTo>
                    <a:lnTo>
                      <a:pt x="88" y="130"/>
                    </a:lnTo>
                    <a:lnTo>
                      <a:pt x="88" y="132"/>
                    </a:lnTo>
                    <a:lnTo>
                      <a:pt x="88" y="132"/>
                    </a:lnTo>
                    <a:lnTo>
                      <a:pt x="88" y="132"/>
                    </a:lnTo>
                    <a:lnTo>
                      <a:pt x="90" y="132"/>
                    </a:lnTo>
                    <a:lnTo>
                      <a:pt x="90" y="132"/>
                    </a:lnTo>
                    <a:lnTo>
                      <a:pt x="90" y="132"/>
                    </a:lnTo>
                    <a:lnTo>
                      <a:pt x="90" y="132"/>
                    </a:lnTo>
                    <a:lnTo>
                      <a:pt x="90" y="132"/>
                    </a:lnTo>
                    <a:lnTo>
                      <a:pt x="90" y="132"/>
                    </a:lnTo>
                    <a:lnTo>
                      <a:pt x="90" y="135"/>
                    </a:lnTo>
                    <a:lnTo>
                      <a:pt x="90" y="135"/>
                    </a:lnTo>
                    <a:lnTo>
                      <a:pt x="92" y="135"/>
                    </a:lnTo>
                    <a:lnTo>
                      <a:pt x="92" y="137"/>
                    </a:lnTo>
                    <a:lnTo>
                      <a:pt x="92" y="137"/>
                    </a:lnTo>
                    <a:lnTo>
                      <a:pt x="92" y="137"/>
                    </a:lnTo>
                    <a:lnTo>
                      <a:pt x="92" y="137"/>
                    </a:lnTo>
                    <a:lnTo>
                      <a:pt x="92" y="140"/>
                    </a:lnTo>
                    <a:lnTo>
                      <a:pt x="92" y="140"/>
                    </a:lnTo>
                    <a:lnTo>
                      <a:pt x="90" y="140"/>
                    </a:lnTo>
                    <a:lnTo>
                      <a:pt x="90" y="142"/>
                    </a:lnTo>
                    <a:lnTo>
                      <a:pt x="90" y="142"/>
                    </a:lnTo>
                    <a:lnTo>
                      <a:pt x="92" y="142"/>
                    </a:lnTo>
                    <a:lnTo>
                      <a:pt x="92" y="142"/>
                    </a:lnTo>
                    <a:lnTo>
                      <a:pt x="92" y="144"/>
                    </a:lnTo>
                    <a:lnTo>
                      <a:pt x="92" y="144"/>
                    </a:lnTo>
                    <a:lnTo>
                      <a:pt x="92" y="144"/>
                    </a:lnTo>
                    <a:lnTo>
                      <a:pt x="92" y="147"/>
                    </a:lnTo>
                    <a:lnTo>
                      <a:pt x="95" y="147"/>
                    </a:lnTo>
                    <a:lnTo>
                      <a:pt x="95" y="147"/>
                    </a:lnTo>
                    <a:lnTo>
                      <a:pt x="95" y="147"/>
                    </a:lnTo>
                    <a:lnTo>
                      <a:pt x="95" y="149"/>
                    </a:lnTo>
                    <a:lnTo>
                      <a:pt x="95" y="149"/>
                    </a:lnTo>
                    <a:lnTo>
                      <a:pt x="95" y="149"/>
                    </a:lnTo>
                    <a:lnTo>
                      <a:pt x="95" y="151"/>
                    </a:lnTo>
                    <a:lnTo>
                      <a:pt x="97" y="151"/>
                    </a:lnTo>
                    <a:lnTo>
                      <a:pt x="97" y="151"/>
                    </a:lnTo>
                    <a:lnTo>
                      <a:pt x="97" y="151"/>
                    </a:lnTo>
                    <a:lnTo>
                      <a:pt x="97" y="151"/>
                    </a:lnTo>
                    <a:lnTo>
                      <a:pt x="100" y="151"/>
                    </a:lnTo>
                    <a:lnTo>
                      <a:pt x="100" y="154"/>
                    </a:lnTo>
                    <a:lnTo>
                      <a:pt x="100" y="154"/>
                    </a:lnTo>
                    <a:lnTo>
                      <a:pt x="100" y="154"/>
                    </a:lnTo>
                    <a:lnTo>
                      <a:pt x="100" y="154"/>
                    </a:lnTo>
                    <a:lnTo>
                      <a:pt x="102" y="154"/>
                    </a:lnTo>
                    <a:lnTo>
                      <a:pt x="102" y="156"/>
                    </a:lnTo>
                    <a:lnTo>
                      <a:pt x="102" y="156"/>
                    </a:lnTo>
                    <a:lnTo>
                      <a:pt x="102" y="156"/>
                    </a:lnTo>
                    <a:lnTo>
                      <a:pt x="102" y="156"/>
                    </a:lnTo>
                    <a:lnTo>
                      <a:pt x="102" y="158"/>
                    </a:lnTo>
                    <a:lnTo>
                      <a:pt x="104" y="158"/>
                    </a:lnTo>
                    <a:lnTo>
                      <a:pt x="104" y="158"/>
                    </a:lnTo>
                    <a:lnTo>
                      <a:pt x="104" y="158"/>
                    </a:lnTo>
                    <a:lnTo>
                      <a:pt x="107" y="158"/>
                    </a:lnTo>
                    <a:lnTo>
                      <a:pt x="107" y="161"/>
                    </a:lnTo>
                    <a:lnTo>
                      <a:pt x="107" y="161"/>
                    </a:lnTo>
                    <a:lnTo>
                      <a:pt x="107" y="163"/>
                    </a:lnTo>
                    <a:lnTo>
                      <a:pt x="107" y="163"/>
                    </a:lnTo>
                    <a:lnTo>
                      <a:pt x="107" y="163"/>
                    </a:lnTo>
                    <a:lnTo>
                      <a:pt x="107" y="163"/>
                    </a:lnTo>
                    <a:lnTo>
                      <a:pt x="107" y="163"/>
                    </a:lnTo>
                    <a:lnTo>
                      <a:pt x="109" y="163"/>
                    </a:lnTo>
                    <a:lnTo>
                      <a:pt x="109" y="166"/>
                    </a:lnTo>
                    <a:lnTo>
                      <a:pt x="109" y="166"/>
                    </a:lnTo>
                    <a:lnTo>
                      <a:pt x="109" y="166"/>
                    </a:lnTo>
                    <a:lnTo>
                      <a:pt x="109" y="166"/>
                    </a:lnTo>
                    <a:lnTo>
                      <a:pt x="109" y="168"/>
                    </a:lnTo>
                    <a:lnTo>
                      <a:pt x="111" y="168"/>
                    </a:lnTo>
                    <a:lnTo>
                      <a:pt x="111" y="168"/>
                    </a:lnTo>
                    <a:lnTo>
                      <a:pt x="111" y="168"/>
                    </a:lnTo>
                    <a:lnTo>
                      <a:pt x="114" y="168"/>
                    </a:lnTo>
                    <a:lnTo>
                      <a:pt x="114" y="170"/>
                    </a:lnTo>
                    <a:lnTo>
                      <a:pt x="114" y="170"/>
                    </a:lnTo>
                    <a:lnTo>
                      <a:pt x="114" y="170"/>
                    </a:lnTo>
                    <a:lnTo>
                      <a:pt x="114" y="170"/>
                    </a:lnTo>
                    <a:lnTo>
                      <a:pt x="116" y="170"/>
                    </a:lnTo>
                    <a:lnTo>
                      <a:pt x="116" y="173"/>
                    </a:lnTo>
                    <a:lnTo>
                      <a:pt x="116" y="173"/>
                    </a:lnTo>
                    <a:lnTo>
                      <a:pt x="116" y="173"/>
                    </a:lnTo>
                    <a:lnTo>
                      <a:pt x="116" y="173"/>
                    </a:lnTo>
                    <a:lnTo>
                      <a:pt x="118" y="173"/>
                    </a:lnTo>
                    <a:lnTo>
                      <a:pt x="118" y="173"/>
                    </a:lnTo>
                    <a:lnTo>
                      <a:pt x="118" y="173"/>
                    </a:lnTo>
                    <a:lnTo>
                      <a:pt x="118" y="175"/>
                    </a:lnTo>
                    <a:lnTo>
                      <a:pt x="121" y="175"/>
                    </a:lnTo>
                    <a:lnTo>
                      <a:pt x="121" y="175"/>
                    </a:lnTo>
                    <a:lnTo>
                      <a:pt x="121" y="175"/>
                    </a:lnTo>
                    <a:lnTo>
                      <a:pt x="121" y="175"/>
                    </a:lnTo>
                    <a:lnTo>
                      <a:pt x="121" y="177"/>
                    </a:lnTo>
                    <a:lnTo>
                      <a:pt x="123" y="177"/>
                    </a:lnTo>
                    <a:lnTo>
                      <a:pt x="123" y="177"/>
                    </a:lnTo>
                    <a:lnTo>
                      <a:pt x="123" y="177"/>
                    </a:lnTo>
                    <a:lnTo>
                      <a:pt x="123" y="177"/>
                    </a:lnTo>
                    <a:lnTo>
                      <a:pt x="126" y="177"/>
                    </a:lnTo>
                    <a:lnTo>
                      <a:pt x="126" y="180"/>
                    </a:lnTo>
                    <a:lnTo>
                      <a:pt x="126" y="180"/>
                    </a:lnTo>
                    <a:lnTo>
                      <a:pt x="126" y="180"/>
                    </a:lnTo>
                    <a:lnTo>
                      <a:pt x="126" y="182"/>
                    </a:lnTo>
                    <a:lnTo>
                      <a:pt x="128" y="182"/>
                    </a:lnTo>
                    <a:lnTo>
                      <a:pt x="128" y="182"/>
                    </a:lnTo>
                    <a:lnTo>
                      <a:pt x="128" y="182"/>
                    </a:lnTo>
                    <a:lnTo>
                      <a:pt x="128" y="182"/>
                    </a:lnTo>
                    <a:lnTo>
                      <a:pt x="128" y="182"/>
                    </a:lnTo>
                    <a:lnTo>
                      <a:pt x="130" y="182"/>
                    </a:lnTo>
                    <a:lnTo>
                      <a:pt x="130" y="182"/>
                    </a:lnTo>
                    <a:lnTo>
                      <a:pt x="130" y="182"/>
                    </a:lnTo>
                    <a:lnTo>
                      <a:pt x="133" y="182"/>
                    </a:lnTo>
                    <a:lnTo>
                      <a:pt x="133" y="185"/>
                    </a:lnTo>
                    <a:lnTo>
                      <a:pt x="133" y="185"/>
                    </a:lnTo>
                    <a:lnTo>
                      <a:pt x="130" y="185"/>
                    </a:lnTo>
                    <a:lnTo>
                      <a:pt x="130" y="185"/>
                    </a:lnTo>
                    <a:lnTo>
                      <a:pt x="130" y="187"/>
                    </a:lnTo>
                    <a:lnTo>
                      <a:pt x="130" y="187"/>
                    </a:lnTo>
                    <a:lnTo>
                      <a:pt x="130" y="187"/>
                    </a:lnTo>
                    <a:lnTo>
                      <a:pt x="130" y="189"/>
                    </a:lnTo>
                    <a:lnTo>
                      <a:pt x="133" y="189"/>
                    </a:lnTo>
                    <a:lnTo>
                      <a:pt x="133" y="189"/>
                    </a:lnTo>
                    <a:lnTo>
                      <a:pt x="133" y="189"/>
                    </a:lnTo>
                    <a:lnTo>
                      <a:pt x="133" y="192"/>
                    </a:lnTo>
                    <a:lnTo>
                      <a:pt x="133" y="192"/>
                    </a:lnTo>
                    <a:lnTo>
                      <a:pt x="135" y="192"/>
                    </a:lnTo>
                    <a:lnTo>
                      <a:pt x="135" y="192"/>
                    </a:lnTo>
                    <a:lnTo>
                      <a:pt x="135" y="194"/>
                    </a:lnTo>
                    <a:lnTo>
                      <a:pt x="135" y="194"/>
                    </a:lnTo>
                    <a:lnTo>
                      <a:pt x="135" y="194"/>
                    </a:lnTo>
                    <a:lnTo>
                      <a:pt x="135" y="196"/>
                    </a:lnTo>
                    <a:lnTo>
                      <a:pt x="135" y="196"/>
                    </a:lnTo>
                    <a:lnTo>
                      <a:pt x="135" y="196"/>
                    </a:lnTo>
                    <a:lnTo>
                      <a:pt x="137" y="196"/>
                    </a:lnTo>
                    <a:lnTo>
                      <a:pt x="137" y="199"/>
                    </a:lnTo>
                    <a:lnTo>
                      <a:pt x="137" y="199"/>
                    </a:lnTo>
                    <a:lnTo>
                      <a:pt x="137" y="199"/>
                    </a:lnTo>
                    <a:lnTo>
                      <a:pt x="140" y="199"/>
                    </a:lnTo>
                    <a:lnTo>
                      <a:pt x="140" y="199"/>
                    </a:lnTo>
                    <a:lnTo>
                      <a:pt x="140" y="201"/>
                    </a:lnTo>
                    <a:lnTo>
                      <a:pt x="140" y="201"/>
                    </a:lnTo>
                    <a:lnTo>
                      <a:pt x="140" y="201"/>
                    </a:lnTo>
                    <a:lnTo>
                      <a:pt x="140" y="201"/>
                    </a:lnTo>
                    <a:lnTo>
                      <a:pt x="142" y="201"/>
                    </a:lnTo>
                    <a:lnTo>
                      <a:pt x="142" y="201"/>
                    </a:lnTo>
                    <a:lnTo>
                      <a:pt x="142" y="201"/>
                    </a:lnTo>
                    <a:lnTo>
                      <a:pt x="142" y="201"/>
                    </a:lnTo>
                    <a:lnTo>
                      <a:pt x="142" y="204"/>
                    </a:lnTo>
                    <a:lnTo>
                      <a:pt x="142" y="204"/>
                    </a:lnTo>
                    <a:lnTo>
                      <a:pt x="142" y="204"/>
                    </a:lnTo>
                    <a:lnTo>
                      <a:pt x="144" y="204"/>
                    </a:lnTo>
                    <a:lnTo>
                      <a:pt x="144" y="206"/>
                    </a:lnTo>
                    <a:lnTo>
                      <a:pt x="144" y="206"/>
                    </a:lnTo>
                    <a:lnTo>
                      <a:pt x="144" y="206"/>
                    </a:lnTo>
                    <a:lnTo>
                      <a:pt x="144" y="208"/>
                    </a:lnTo>
                    <a:lnTo>
                      <a:pt x="144" y="208"/>
                    </a:lnTo>
                    <a:lnTo>
                      <a:pt x="144" y="208"/>
                    </a:lnTo>
                    <a:lnTo>
                      <a:pt x="144" y="211"/>
                    </a:lnTo>
                    <a:lnTo>
                      <a:pt x="144" y="211"/>
                    </a:lnTo>
                    <a:lnTo>
                      <a:pt x="144" y="213"/>
                    </a:lnTo>
                    <a:lnTo>
                      <a:pt x="144" y="213"/>
                    </a:lnTo>
                    <a:lnTo>
                      <a:pt x="144" y="213"/>
                    </a:lnTo>
                    <a:lnTo>
                      <a:pt x="144" y="213"/>
                    </a:lnTo>
                    <a:lnTo>
                      <a:pt x="144" y="215"/>
                    </a:lnTo>
                    <a:lnTo>
                      <a:pt x="147" y="215"/>
                    </a:lnTo>
                    <a:lnTo>
                      <a:pt x="147" y="215"/>
                    </a:lnTo>
                    <a:lnTo>
                      <a:pt x="147" y="218"/>
                    </a:lnTo>
                    <a:lnTo>
                      <a:pt x="147" y="218"/>
                    </a:lnTo>
                    <a:lnTo>
                      <a:pt x="147" y="218"/>
                    </a:lnTo>
                    <a:lnTo>
                      <a:pt x="147" y="218"/>
                    </a:lnTo>
                    <a:lnTo>
                      <a:pt x="147" y="220"/>
                    </a:lnTo>
                    <a:lnTo>
                      <a:pt x="147" y="220"/>
                    </a:lnTo>
                    <a:lnTo>
                      <a:pt x="149" y="220"/>
                    </a:lnTo>
                    <a:lnTo>
                      <a:pt x="149" y="222"/>
                    </a:lnTo>
                    <a:lnTo>
                      <a:pt x="147" y="222"/>
                    </a:lnTo>
                    <a:lnTo>
                      <a:pt x="147" y="222"/>
                    </a:lnTo>
                    <a:lnTo>
                      <a:pt x="147" y="222"/>
                    </a:lnTo>
                    <a:lnTo>
                      <a:pt x="147" y="225"/>
                    </a:lnTo>
                    <a:lnTo>
                      <a:pt x="149" y="225"/>
                    </a:lnTo>
                    <a:lnTo>
                      <a:pt x="149" y="225"/>
                    </a:lnTo>
                    <a:lnTo>
                      <a:pt x="149" y="227"/>
                    </a:lnTo>
                    <a:lnTo>
                      <a:pt x="149" y="227"/>
                    </a:lnTo>
                    <a:lnTo>
                      <a:pt x="149" y="227"/>
                    </a:lnTo>
                    <a:lnTo>
                      <a:pt x="149" y="230"/>
                    </a:lnTo>
                    <a:lnTo>
                      <a:pt x="149" y="230"/>
                    </a:lnTo>
                    <a:lnTo>
                      <a:pt x="149" y="230"/>
                    </a:lnTo>
                    <a:lnTo>
                      <a:pt x="149" y="232"/>
                    </a:lnTo>
                    <a:lnTo>
                      <a:pt x="149" y="232"/>
                    </a:lnTo>
                    <a:lnTo>
                      <a:pt x="149" y="232"/>
                    </a:lnTo>
                    <a:lnTo>
                      <a:pt x="149" y="234"/>
                    </a:lnTo>
                    <a:lnTo>
                      <a:pt x="152" y="234"/>
                    </a:lnTo>
                    <a:lnTo>
                      <a:pt x="152" y="234"/>
                    </a:lnTo>
                    <a:lnTo>
                      <a:pt x="152" y="237"/>
                    </a:lnTo>
                    <a:lnTo>
                      <a:pt x="152" y="237"/>
                    </a:lnTo>
                    <a:lnTo>
                      <a:pt x="152" y="237"/>
                    </a:lnTo>
                    <a:lnTo>
                      <a:pt x="152" y="239"/>
                    </a:lnTo>
                    <a:lnTo>
                      <a:pt x="152" y="239"/>
                    </a:lnTo>
                    <a:lnTo>
                      <a:pt x="152" y="241"/>
                    </a:lnTo>
                    <a:lnTo>
                      <a:pt x="154" y="241"/>
                    </a:lnTo>
                    <a:lnTo>
                      <a:pt x="154" y="241"/>
                    </a:lnTo>
                    <a:lnTo>
                      <a:pt x="154" y="241"/>
                    </a:lnTo>
                    <a:lnTo>
                      <a:pt x="154" y="244"/>
                    </a:lnTo>
                    <a:lnTo>
                      <a:pt x="154" y="244"/>
                    </a:lnTo>
                    <a:lnTo>
                      <a:pt x="152" y="244"/>
                    </a:lnTo>
                    <a:lnTo>
                      <a:pt x="152" y="244"/>
                    </a:lnTo>
                    <a:lnTo>
                      <a:pt x="152" y="246"/>
                    </a:lnTo>
                    <a:lnTo>
                      <a:pt x="152" y="246"/>
                    </a:lnTo>
                    <a:lnTo>
                      <a:pt x="152" y="249"/>
                    </a:lnTo>
                    <a:lnTo>
                      <a:pt x="152" y="249"/>
                    </a:lnTo>
                    <a:lnTo>
                      <a:pt x="152" y="249"/>
                    </a:lnTo>
                    <a:lnTo>
                      <a:pt x="154" y="24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9" name="Rectangle 7"/>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0" name="Rectangle 8"/>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1" name="Freeform 9"/>
              <p:cNvSpPr>
                <a:spLocks/>
              </p:cNvSpPr>
              <p:nvPr/>
            </p:nvSpPr>
            <p:spPr bwMode="auto">
              <a:xfrm>
                <a:off x="2083" y="1680"/>
                <a:ext cx="2" cy="2"/>
              </a:xfrm>
              <a:custGeom>
                <a:avLst/>
                <a:gdLst/>
                <a:ahLst/>
                <a:cxnLst>
                  <a:cxn ang="0">
                    <a:pos x="2" y="0"/>
                  </a:cxn>
                  <a:cxn ang="0">
                    <a:pos x="2" y="0"/>
                  </a:cxn>
                  <a:cxn ang="0">
                    <a:pos x="2" y="0"/>
                  </a:cxn>
                  <a:cxn ang="0">
                    <a:pos x="2" y="2"/>
                  </a:cxn>
                  <a:cxn ang="0">
                    <a:pos x="2" y="2"/>
                  </a:cxn>
                  <a:cxn ang="0">
                    <a:pos x="0" y="2"/>
                  </a:cxn>
                  <a:cxn ang="0">
                    <a:pos x="0" y="0"/>
                  </a:cxn>
                  <a:cxn ang="0">
                    <a:pos x="0" y="0"/>
                  </a:cxn>
                  <a:cxn ang="0">
                    <a:pos x="2" y="0"/>
                  </a:cxn>
                </a:cxnLst>
                <a:rect l="0" t="0" r="r" b="b"/>
                <a:pathLst>
                  <a:path w="2" h="2">
                    <a:moveTo>
                      <a:pt x="2" y="0"/>
                    </a:moveTo>
                    <a:lnTo>
                      <a:pt x="2" y="0"/>
                    </a:lnTo>
                    <a:lnTo>
                      <a:pt x="2" y="0"/>
                    </a:lnTo>
                    <a:lnTo>
                      <a:pt x="2" y="2"/>
                    </a:lnTo>
                    <a:lnTo>
                      <a:pt x="2" y="2"/>
                    </a:lnTo>
                    <a:lnTo>
                      <a:pt x="0" y="2"/>
                    </a:lnTo>
                    <a:lnTo>
                      <a:pt x="0" y="0"/>
                    </a:lnTo>
                    <a:lnTo>
                      <a:pt x="0" y="0"/>
                    </a:lnTo>
                    <a:lnTo>
                      <a:pt x="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2" name="Freeform 10"/>
              <p:cNvSpPr>
                <a:spLocks/>
              </p:cNvSpPr>
              <p:nvPr/>
            </p:nvSpPr>
            <p:spPr bwMode="auto">
              <a:xfrm>
                <a:off x="2083" y="1680"/>
                <a:ext cx="2" cy="2"/>
              </a:xfrm>
              <a:custGeom>
                <a:avLst/>
                <a:gdLst/>
                <a:ahLst/>
                <a:cxnLst>
                  <a:cxn ang="0">
                    <a:pos x="2" y="0"/>
                  </a:cxn>
                  <a:cxn ang="0">
                    <a:pos x="2" y="0"/>
                  </a:cxn>
                  <a:cxn ang="0">
                    <a:pos x="2" y="0"/>
                  </a:cxn>
                  <a:cxn ang="0">
                    <a:pos x="2" y="2"/>
                  </a:cxn>
                  <a:cxn ang="0">
                    <a:pos x="2" y="2"/>
                  </a:cxn>
                  <a:cxn ang="0">
                    <a:pos x="0" y="2"/>
                  </a:cxn>
                  <a:cxn ang="0">
                    <a:pos x="0" y="0"/>
                  </a:cxn>
                  <a:cxn ang="0">
                    <a:pos x="0" y="0"/>
                  </a:cxn>
                  <a:cxn ang="0">
                    <a:pos x="2" y="0"/>
                  </a:cxn>
                </a:cxnLst>
                <a:rect l="0" t="0" r="r" b="b"/>
                <a:pathLst>
                  <a:path w="2" h="2">
                    <a:moveTo>
                      <a:pt x="2" y="0"/>
                    </a:moveTo>
                    <a:lnTo>
                      <a:pt x="2" y="0"/>
                    </a:lnTo>
                    <a:lnTo>
                      <a:pt x="2" y="0"/>
                    </a:lnTo>
                    <a:lnTo>
                      <a:pt x="2" y="2"/>
                    </a:lnTo>
                    <a:lnTo>
                      <a:pt x="2" y="2"/>
                    </a:lnTo>
                    <a:lnTo>
                      <a:pt x="0" y="2"/>
                    </a:lnTo>
                    <a:lnTo>
                      <a:pt x="0" y="0"/>
                    </a:lnTo>
                    <a:lnTo>
                      <a:pt x="0" y="0"/>
                    </a:lnTo>
                    <a:lnTo>
                      <a:pt x="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3" name="Freeform 11"/>
              <p:cNvSpPr>
                <a:spLocks/>
              </p:cNvSpPr>
              <p:nvPr/>
            </p:nvSpPr>
            <p:spPr bwMode="auto">
              <a:xfrm>
                <a:off x="2033" y="1597"/>
                <a:ext cx="367" cy="213"/>
              </a:xfrm>
              <a:custGeom>
                <a:avLst/>
                <a:gdLst/>
                <a:ahLst/>
                <a:cxnLst>
                  <a:cxn ang="0">
                    <a:pos x="339" y="135"/>
                  </a:cxn>
                  <a:cxn ang="0">
                    <a:pos x="320" y="135"/>
                  </a:cxn>
                  <a:cxn ang="0">
                    <a:pos x="313" y="128"/>
                  </a:cxn>
                  <a:cxn ang="0">
                    <a:pos x="308" y="118"/>
                  </a:cxn>
                  <a:cxn ang="0">
                    <a:pos x="289" y="123"/>
                  </a:cxn>
                  <a:cxn ang="0">
                    <a:pos x="284" y="137"/>
                  </a:cxn>
                  <a:cxn ang="0">
                    <a:pos x="277" y="137"/>
                  </a:cxn>
                  <a:cxn ang="0">
                    <a:pos x="273" y="144"/>
                  </a:cxn>
                  <a:cxn ang="0">
                    <a:pos x="254" y="151"/>
                  </a:cxn>
                  <a:cxn ang="0">
                    <a:pos x="244" y="163"/>
                  </a:cxn>
                  <a:cxn ang="0">
                    <a:pos x="261" y="170"/>
                  </a:cxn>
                  <a:cxn ang="0">
                    <a:pos x="265" y="187"/>
                  </a:cxn>
                  <a:cxn ang="0">
                    <a:pos x="254" y="206"/>
                  </a:cxn>
                  <a:cxn ang="0">
                    <a:pos x="237" y="208"/>
                  </a:cxn>
                  <a:cxn ang="0">
                    <a:pos x="225" y="199"/>
                  </a:cxn>
                  <a:cxn ang="0">
                    <a:pos x="213" y="187"/>
                  </a:cxn>
                  <a:cxn ang="0">
                    <a:pos x="194" y="177"/>
                  </a:cxn>
                  <a:cxn ang="0">
                    <a:pos x="176" y="168"/>
                  </a:cxn>
                  <a:cxn ang="0">
                    <a:pos x="159" y="156"/>
                  </a:cxn>
                  <a:cxn ang="0">
                    <a:pos x="140" y="144"/>
                  </a:cxn>
                  <a:cxn ang="0">
                    <a:pos x="131" y="125"/>
                  </a:cxn>
                  <a:cxn ang="0">
                    <a:pos x="116" y="109"/>
                  </a:cxn>
                  <a:cxn ang="0">
                    <a:pos x="95" y="111"/>
                  </a:cxn>
                  <a:cxn ang="0">
                    <a:pos x="90" y="97"/>
                  </a:cxn>
                  <a:cxn ang="0">
                    <a:pos x="83" y="85"/>
                  </a:cxn>
                  <a:cxn ang="0">
                    <a:pos x="62" y="78"/>
                  </a:cxn>
                  <a:cxn ang="0">
                    <a:pos x="48" y="76"/>
                  </a:cxn>
                  <a:cxn ang="0">
                    <a:pos x="36" y="87"/>
                  </a:cxn>
                  <a:cxn ang="0">
                    <a:pos x="22" y="99"/>
                  </a:cxn>
                  <a:cxn ang="0">
                    <a:pos x="7" y="109"/>
                  </a:cxn>
                  <a:cxn ang="0">
                    <a:pos x="0" y="87"/>
                  </a:cxn>
                  <a:cxn ang="0">
                    <a:pos x="0" y="54"/>
                  </a:cxn>
                  <a:cxn ang="0">
                    <a:pos x="0" y="21"/>
                  </a:cxn>
                  <a:cxn ang="0">
                    <a:pos x="17" y="9"/>
                  </a:cxn>
                  <a:cxn ang="0">
                    <a:pos x="41" y="4"/>
                  </a:cxn>
                  <a:cxn ang="0">
                    <a:pos x="52" y="7"/>
                  </a:cxn>
                  <a:cxn ang="0">
                    <a:pos x="48" y="28"/>
                  </a:cxn>
                  <a:cxn ang="0">
                    <a:pos x="57" y="45"/>
                  </a:cxn>
                  <a:cxn ang="0">
                    <a:pos x="74" y="42"/>
                  </a:cxn>
                  <a:cxn ang="0">
                    <a:pos x="78" y="54"/>
                  </a:cxn>
                  <a:cxn ang="0">
                    <a:pos x="93" y="40"/>
                  </a:cxn>
                  <a:cxn ang="0">
                    <a:pos x="109" y="35"/>
                  </a:cxn>
                  <a:cxn ang="0">
                    <a:pos x="123" y="49"/>
                  </a:cxn>
                  <a:cxn ang="0">
                    <a:pos x="147" y="49"/>
                  </a:cxn>
                  <a:cxn ang="0">
                    <a:pos x="173" y="49"/>
                  </a:cxn>
                  <a:cxn ang="0">
                    <a:pos x="194" y="45"/>
                  </a:cxn>
                  <a:cxn ang="0">
                    <a:pos x="209" y="64"/>
                  </a:cxn>
                  <a:cxn ang="0">
                    <a:pos x="216" y="80"/>
                  </a:cxn>
                  <a:cxn ang="0">
                    <a:pos x="225" y="97"/>
                  </a:cxn>
                  <a:cxn ang="0">
                    <a:pos x="242" y="111"/>
                  </a:cxn>
                  <a:cxn ang="0">
                    <a:pos x="258" y="118"/>
                  </a:cxn>
                  <a:cxn ang="0">
                    <a:pos x="270" y="123"/>
                  </a:cxn>
                  <a:cxn ang="0">
                    <a:pos x="280" y="109"/>
                  </a:cxn>
                  <a:cxn ang="0">
                    <a:pos x="299" y="99"/>
                  </a:cxn>
                  <a:cxn ang="0">
                    <a:pos x="313" y="90"/>
                  </a:cxn>
                  <a:cxn ang="0">
                    <a:pos x="322" y="90"/>
                  </a:cxn>
                  <a:cxn ang="0">
                    <a:pos x="303" y="102"/>
                  </a:cxn>
                  <a:cxn ang="0">
                    <a:pos x="318" y="111"/>
                  </a:cxn>
                  <a:cxn ang="0">
                    <a:pos x="334" y="106"/>
                  </a:cxn>
                  <a:cxn ang="0">
                    <a:pos x="348" y="113"/>
                  </a:cxn>
                  <a:cxn ang="0">
                    <a:pos x="365" y="121"/>
                  </a:cxn>
                </a:cxnLst>
                <a:rect l="0" t="0" r="r" b="b"/>
                <a:pathLst>
                  <a:path w="367" h="213">
                    <a:moveTo>
                      <a:pt x="353" y="128"/>
                    </a:moveTo>
                    <a:lnTo>
                      <a:pt x="353" y="128"/>
                    </a:lnTo>
                    <a:lnTo>
                      <a:pt x="353" y="130"/>
                    </a:lnTo>
                    <a:lnTo>
                      <a:pt x="353" y="130"/>
                    </a:lnTo>
                    <a:lnTo>
                      <a:pt x="353" y="132"/>
                    </a:lnTo>
                    <a:lnTo>
                      <a:pt x="351" y="132"/>
                    </a:lnTo>
                    <a:lnTo>
                      <a:pt x="351" y="132"/>
                    </a:lnTo>
                    <a:lnTo>
                      <a:pt x="351" y="130"/>
                    </a:lnTo>
                    <a:lnTo>
                      <a:pt x="348" y="130"/>
                    </a:lnTo>
                    <a:lnTo>
                      <a:pt x="348" y="130"/>
                    </a:lnTo>
                    <a:lnTo>
                      <a:pt x="348" y="130"/>
                    </a:lnTo>
                    <a:lnTo>
                      <a:pt x="348" y="130"/>
                    </a:lnTo>
                    <a:lnTo>
                      <a:pt x="346" y="130"/>
                    </a:lnTo>
                    <a:lnTo>
                      <a:pt x="346" y="130"/>
                    </a:lnTo>
                    <a:lnTo>
                      <a:pt x="346" y="130"/>
                    </a:lnTo>
                    <a:lnTo>
                      <a:pt x="346" y="130"/>
                    </a:lnTo>
                    <a:lnTo>
                      <a:pt x="346" y="132"/>
                    </a:lnTo>
                    <a:lnTo>
                      <a:pt x="346" y="132"/>
                    </a:lnTo>
                    <a:lnTo>
                      <a:pt x="344" y="132"/>
                    </a:lnTo>
                    <a:lnTo>
                      <a:pt x="344" y="132"/>
                    </a:lnTo>
                    <a:lnTo>
                      <a:pt x="344" y="135"/>
                    </a:lnTo>
                    <a:lnTo>
                      <a:pt x="341" y="135"/>
                    </a:lnTo>
                    <a:lnTo>
                      <a:pt x="341" y="135"/>
                    </a:lnTo>
                    <a:lnTo>
                      <a:pt x="344" y="135"/>
                    </a:lnTo>
                    <a:lnTo>
                      <a:pt x="344" y="135"/>
                    </a:lnTo>
                    <a:lnTo>
                      <a:pt x="341" y="135"/>
                    </a:lnTo>
                    <a:lnTo>
                      <a:pt x="341" y="137"/>
                    </a:lnTo>
                    <a:lnTo>
                      <a:pt x="341" y="137"/>
                    </a:lnTo>
                    <a:lnTo>
                      <a:pt x="341" y="135"/>
                    </a:lnTo>
                    <a:lnTo>
                      <a:pt x="341" y="135"/>
                    </a:lnTo>
                    <a:lnTo>
                      <a:pt x="339" y="135"/>
                    </a:lnTo>
                    <a:lnTo>
                      <a:pt x="339" y="137"/>
                    </a:lnTo>
                    <a:lnTo>
                      <a:pt x="339" y="137"/>
                    </a:lnTo>
                    <a:lnTo>
                      <a:pt x="339" y="137"/>
                    </a:lnTo>
                    <a:lnTo>
                      <a:pt x="336" y="137"/>
                    </a:lnTo>
                    <a:lnTo>
                      <a:pt x="336" y="137"/>
                    </a:lnTo>
                    <a:lnTo>
                      <a:pt x="336" y="137"/>
                    </a:lnTo>
                    <a:lnTo>
                      <a:pt x="336" y="137"/>
                    </a:lnTo>
                    <a:lnTo>
                      <a:pt x="336" y="135"/>
                    </a:lnTo>
                    <a:lnTo>
                      <a:pt x="334" y="135"/>
                    </a:lnTo>
                    <a:lnTo>
                      <a:pt x="334" y="137"/>
                    </a:lnTo>
                    <a:lnTo>
                      <a:pt x="334" y="137"/>
                    </a:lnTo>
                    <a:lnTo>
                      <a:pt x="334" y="137"/>
                    </a:lnTo>
                    <a:lnTo>
                      <a:pt x="332" y="137"/>
                    </a:lnTo>
                    <a:lnTo>
                      <a:pt x="332" y="135"/>
                    </a:lnTo>
                    <a:lnTo>
                      <a:pt x="332" y="135"/>
                    </a:lnTo>
                    <a:lnTo>
                      <a:pt x="329" y="135"/>
                    </a:lnTo>
                    <a:lnTo>
                      <a:pt x="329" y="135"/>
                    </a:lnTo>
                    <a:lnTo>
                      <a:pt x="329" y="135"/>
                    </a:lnTo>
                    <a:lnTo>
                      <a:pt x="329" y="135"/>
                    </a:lnTo>
                    <a:lnTo>
                      <a:pt x="327" y="135"/>
                    </a:lnTo>
                    <a:lnTo>
                      <a:pt x="327" y="135"/>
                    </a:lnTo>
                    <a:lnTo>
                      <a:pt x="327" y="135"/>
                    </a:lnTo>
                    <a:lnTo>
                      <a:pt x="327" y="135"/>
                    </a:lnTo>
                    <a:lnTo>
                      <a:pt x="325" y="135"/>
                    </a:lnTo>
                    <a:lnTo>
                      <a:pt x="325" y="135"/>
                    </a:lnTo>
                    <a:lnTo>
                      <a:pt x="325" y="135"/>
                    </a:lnTo>
                    <a:lnTo>
                      <a:pt x="322" y="135"/>
                    </a:lnTo>
                    <a:lnTo>
                      <a:pt x="322" y="135"/>
                    </a:lnTo>
                    <a:lnTo>
                      <a:pt x="322" y="135"/>
                    </a:lnTo>
                    <a:lnTo>
                      <a:pt x="322" y="135"/>
                    </a:lnTo>
                    <a:lnTo>
                      <a:pt x="320" y="135"/>
                    </a:lnTo>
                    <a:lnTo>
                      <a:pt x="320" y="137"/>
                    </a:lnTo>
                    <a:lnTo>
                      <a:pt x="320" y="137"/>
                    </a:lnTo>
                    <a:lnTo>
                      <a:pt x="320" y="137"/>
                    </a:lnTo>
                    <a:lnTo>
                      <a:pt x="318" y="137"/>
                    </a:lnTo>
                    <a:lnTo>
                      <a:pt x="318" y="137"/>
                    </a:lnTo>
                    <a:lnTo>
                      <a:pt x="318" y="137"/>
                    </a:lnTo>
                    <a:lnTo>
                      <a:pt x="315" y="137"/>
                    </a:lnTo>
                    <a:lnTo>
                      <a:pt x="315" y="137"/>
                    </a:lnTo>
                    <a:lnTo>
                      <a:pt x="315" y="137"/>
                    </a:lnTo>
                    <a:lnTo>
                      <a:pt x="313" y="137"/>
                    </a:lnTo>
                    <a:lnTo>
                      <a:pt x="313" y="137"/>
                    </a:lnTo>
                    <a:lnTo>
                      <a:pt x="313" y="137"/>
                    </a:lnTo>
                    <a:lnTo>
                      <a:pt x="313" y="135"/>
                    </a:lnTo>
                    <a:lnTo>
                      <a:pt x="313" y="135"/>
                    </a:lnTo>
                    <a:lnTo>
                      <a:pt x="313" y="135"/>
                    </a:lnTo>
                    <a:lnTo>
                      <a:pt x="313" y="135"/>
                    </a:lnTo>
                    <a:lnTo>
                      <a:pt x="313" y="132"/>
                    </a:lnTo>
                    <a:lnTo>
                      <a:pt x="310" y="132"/>
                    </a:lnTo>
                    <a:lnTo>
                      <a:pt x="310" y="132"/>
                    </a:lnTo>
                    <a:lnTo>
                      <a:pt x="308" y="132"/>
                    </a:lnTo>
                    <a:lnTo>
                      <a:pt x="308" y="132"/>
                    </a:lnTo>
                    <a:lnTo>
                      <a:pt x="308" y="132"/>
                    </a:lnTo>
                    <a:lnTo>
                      <a:pt x="308" y="132"/>
                    </a:lnTo>
                    <a:lnTo>
                      <a:pt x="308" y="130"/>
                    </a:lnTo>
                    <a:lnTo>
                      <a:pt x="308" y="130"/>
                    </a:lnTo>
                    <a:lnTo>
                      <a:pt x="308" y="130"/>
                    </a:lnTo>
                    <a:lnTo>
                      <a:pt x="308" y="130"/>
                    </a:lnTo>
                    <a:lnTo>
                      <a:pt x="310" y="130"/>
                    </a:lnTo>
                    <a:lnTo>
                      <a:pt x="310" y="130"/>
                    </a:lnTo>
                    <a:lnTo>
                      <a:pt x="310" y="128"/>
                    </a:lnTo>
                    <a:lnTo>
                      <a:pt x="313" y="128"/>
                    </a:lnTo>
                    <a:lnTo>
                      <a:pt x="313" y="128"/>
                    </a:lnTo>
                    <a:lnTo>
                      <a:pt x="313" y="128"/>
                    </a:lnTo>
                    <a:lnTo>
                      <a:pt x="313" y="128"/>
                    </a:lnTo>
                    <a:lnTo>
                      <a:pt x="313" y="125"/>
                    </a:lnTo>
                    <a:lnTo>
                      <a:pt x="315" y="125"/>
                    </a:lnTo>
                    <a:lnTo>
                      <a:pt x="315" y="125"/>
                    </a:lnTo>
                    <a:lnTo>
                      <a:pt x="315" y="125"/>
                    </a:lnTo>
                    <a:lnTo>
                      <a:pt x="315" y="125"/>
                    </a:lnTo>
                    <a:lnTo>
                      <a:pt x="315" y="123"/>
                    </a:lnTo>
                    <a:lnTo>
                      <a:pt x="318" y="123"/>
                    </a:lnTo>
                    <a:lnTo>
                      <a:pt x="318" y="123"/>
                    </a:lnTo>
                    <a:lnTo>
                      <a:pt x="315" y="123"/>
                    </a:lnTo>
                    <a:lnTo>
                      <a:pt x="315" y="123"/>
                    </a:lnTo>
                    <a:lnTo>
                      <a:pt x="315" y="123"/>
                    </a:lnTo>
                    <a:lnTo>
                      <a:pt x="315" y="123"/>
                    </a:lnTo>
                    <a:lnTo>
                      <a:pt x="315" y="123"/>
                    </a:lnTo>
                    <a:lnTo>
                      <a:pt x="315" y="121"/>
                    </a:lnTo>
                    <a:lnTo>
                      <a:pt x="315" y="121"/>
                    </a:lnTo>
                    <a:lnTo>
                      <a:pt x="315" y="121"/>
                    </a:lnTo>
                    <a:lnTo>
                      <a:pt x="313" y="121"/>
                    </a:lnTo>
                    <a:lnTo>
                      <a:pt x="313" y="118"/>
                    </a:lnTo>
                    <a:lnTo>
                      <a:pt x="313" y="118"/>
                    </a:lnTo>
                    <a:lnTo>
                      <a:pt x="313" y="118"/>
                    </a:lnTo>
                    <a:lnTo>
                      <a:pt x="313" y="118"/>
                    </a:lnTo>
                    <a:lnTo>
                      <a:pt x="313" y="116"/>
                    </a:lnTo>
                    <a:lnTo>
                      <a:pt x="310" y="116"/>
                    </a:lnTo>
                    <a:lnTo>
                      <a:pt x="310" y="116"/>
                    </a:lnTo>
                    <a:lnTo>
                      <a:pt x="310" y="116"/>
                    </a:lnTo>
                    <a:lnTo>
                      <a:pt x="308" y="116"/>
                    </a:lnTo>
                    <a:lnTo>
                      <a:pt x="308" y="116"/>
                    </a:lnTo>
                    <a:lnTo>
                      <a:pt x="308" y="118"/>
                    </a:lnTo>
                    <a:lnTo>
                      <a:pt x="308" y="118"/>
                    </a:lnTo>
                    <a:lnTo>
                      <a:pt x="308" y="118"/>
                    </a:lnTo>
                    <a:lnTo>
                      <a:pt x="308" y="121"/>
                    </a:lnTo>
                    <a:lnTo>
                      <a:pt x="308" y="121"/>
                    </a:lnTo>
                    <a:lnTo>
                      <a:pt x="306" y="121"/>
                    </a:lnTo>
                    <a:lnTo>
                      <a:pt x="306" y="121"/>
                    </a:lnTo>
                    <a:lnTo>
                      <a:pt x="306" y="121"/>
                    </a:lnTo>
                    <a:lnTo>
                      <a:pt x="303" y="121"/>
                    </a:lnTo>
                    <a:lnTo>
                      <a:pt x="303" y="121"/>
                    </a:lnTo>
                    <a:lnTo>
                      <a:pt x="303" y="121"/>
                    </a:lnTo>
                    <a:lnTo>
                      <a:pt x="303" y="123"/>
                    </a:lnTo>
                    <a:lnTo>
                      <a:pt x="301" y="123"/>
                    </a:lnTo>
                    <a:lnTo>
                      <a:pt x="301" y="123"/>
                    </a:lnTo>
                    <a:lnTo>
                      <a:pt x="301" y="123"/>
                    </a:lnTo>
                    <a:lnTo>
                      <a:pt x="301" y="123"/>
                    </a:lnTo>
                    <a:lnTo>
                      <a:pt x="299" y="123"/>
                    </a:lnTo>
                    <a:lnTo>
                      <a:pt x="299" y="123"/>
                    </a:lnTo>
                    <a:lnTo>
                      <a:pt x="299" y="123"/>
                    </a:lnTo>
                    <a:lnTo>
                      <a:pt x="296" y="123"/>
                    </a:lnTo>
                    <a:lnTo>
                      <a:pt x="296" y="123"/>
                    </a:lnTo>
                    <a:lnTo>
                      <a:pt x="296" y="123"/>
                    </a:lnTo>
                    <a:lnTo>
                      <a:pt x="296" y="125"/>
                    </a:lnTo>
                    <a:lnTo>
                      <a:pt x="294" y="125"/>
                    </a:lnTo>
                    <a:lnTo>
                      <a:pt x="294" y="125"/>
                    </a:lnTo>
                    <a:lnTo>
                      <a:pt x="294" y="125"/>
                    </a:lnTo>
                    <a:lnTo>
                      <a:pt x="294" y="125"/>
                    </a:lnTo>
                    <a:lnTo>
                      <a:pt x="294" y="125"/>
                    </a:lnTo>
                    <a:lnTo>
                      <a:pt x="291" y="125"/>
                    </a:lnTo>
                    <a:lnTo>
                      <a:pt x="291" y="125"/>
                    </a:lnTo>
                    <a:lnTo>
                      <a:pt x="291" y="123"/>
                    </a:lnTo>
                    <a:lnTo>
                      <a:pt x="289" y="123"/>
                    </a:lnTo>
                    <a:lnTo>
                      <a:pt x="289" y="123"/>
                    </a:lnTo>
                    <a:lnTo>
                      <a:pt x="289" y="123"/>
                    </a:lnTo>
                    <a:lnTo>
                      <a:pt x="289" y="123"/>
                    </a:lnTo>
                    <a:lnTo>
                      <a:pt x="289" y="123"/>
                    </a:lnTo>
                    <a:lnTo>
                      <a:pt x="287" y="123"/>
                    </a:lnTo>
                    <a:lnTo>
                      <a:pt x="287" y="123"/>
                    </a:lnTo>
                    <a:lnTo>
                      <a:pt x="287" y="123"/>
                    </a:lnTo>
                    <a:lnTo>
                      <a:pt x="287" y="123"/>
                    </a:lnTo>
                    <a:lnTo>
                      <a:pt x="287" y="123"/>
                    </a:lnTo>
                    <a:lnTo>
                      <a:pt x="287" y="125"/>
                    </a:lnTo>
                    <a:lnTo>
                      <a:pt x="287" y="125"/>
                    </a:lnTo>
                    <a:lnTo>
                      <a:pt x="287" y="125"/>
                    </a:lnTo>
                    <a:lnTo>
                      <a:pt x="287" y="128"/>
                    </a:lnTo>
                    <a:lnTo>
                      <a:pt x="287" y="128"/>
                    </a:lnTo>
                    <a:lnTo>
                      <a:pt x="284" y="128"/>
                    </a:lnTo>
                    <a:lnTo>
                      <a:pt x="284" y="128"/>
                    </a:lnTo>
                    <a:lnTo>
                      <a:pt x="284" y="128"/>
                    </a:lnTo>
                    <a:lnTo>
                      <a:pt x="284" y="130"/>
                    </a:lnTo>
                    <a:lnTo>
                      <a:pt x="284" y="130"/>
                    </a:lnTo>
                    <a:lnTo>
                      <a:pt x="284" y="130"/>
                    </a:lnTo>
                    <a:lnTo>
                      <a:pt x="284" y="132"/>
                    </a:lnTo>
                    <a:lnTo>
                      <a:pt x="284" y="132"/>
                    </a:lnTo>
                    <a:lnTo>
                      <a:pt x="287" y="132"/>
                    </a:lnTo>
                    <a:lnTo>
                      <a:pt x="287" y="135"/>
                    </a:lnTo>
                    <a:lnTo>
                      <a:pt x="287" y="135"/>
                    </a:lnTo>
                    <a:lnTo>
                      <a:pt x="284" y="135"/>
                    </a:lnTo>
                    <a:lnTo>
                      <a:pt x="284" y="135"/>
                    </a:lnTo>
                    <a:lnTo>
                      <a:pt x="284" y="135"/>
                    </a:lnTo>
                    <a:lnTo>
                      <a:pt x="284" y="135"/>
                    </a:lnTo>
                    <a:lnTo>
                      <a:pt x="284" y="137"/>
                    </a:lnTo>
                    <a:lnTo>
                      <a:pt x="284" y="137"/>
                    </a:lnTo>
                    <a:lnTo>
                      <a:pt x="282" y="137"/>
                    </a:lnTo>
                    <a:lnTo>
                      <a:pt x="282" y="137"/>
                    </a:lnTo>
                    <a:lnTo>
                      <a:pt x="282" y="137"/>
                    </a:lnTo>
                    <a:lnTo>
                      <a:pt x="280" y="137"/>
                    </a:lnTo>
                    <a:lnTo>
                      <a:pt x="280" y="137"/>
                    </a:lnTo>
                    <a:lnTo>
                      <a:pt x="280" y="137"/>
                    </a:lnTo>
                    <a:lnTo>
                      <a:pt x="277" y="137"/>
                    </a:lnTo>
                    <a:lnTo>
                      <a:pt x="277" y="137"/>
                    </a:lnTo>
                    <a:lnTo>
                      <a:pt x="275" y="137"/>
                    </a:lnTo>
                    <a:lnTo>
                      <a:pt x="275" y="137"/>
                    </a:lnTo>
                    <a:lnTo>
                      <a:pt x="275" y="137"/>
                    </a:lnTo>
                    <a:lnTo>
                      <a:pt x="273" y="137"/>
                    </a:lnTo>
                    <a:lnTo>
                      <a:pt x="273" y="137"/>
                    </a:lnTo>
                    <a:lnTo>
                      <a:pt x="273" y="137"/>
                    </a:lnTo>
                    <a:lnTo>
                      <a:pt x="273" y="137"/>
                    </a:lnTo>
                    <a:lnTo>
                      <a:pt x="270" y="137"/>
                    </a:lnTo>
                    <a:lnTo>
                      <a:pt x="270" y="137"/>
                    </a:lnTo>
                    <a:lnTo>
                      <a:pt x="268" y="137"/>
                    </a:lnTo>
                    <a:lnTo>
                      <a:pt x="268" y="139"/>
                    </a:lnTo>
                    <a:lnTo>
                      <a:pt x="270" y="139"/>
                    </a:lnTo>
                    <a:lnTo>
                      <a:pt x="270" y="139"/>
                    </a:lnTo>
                    <a:lnTo>
                      <a:pt x="270" y="139"/>
                    </a:lnTo>
                    <a:lnTo>
                      <a:pt x="273" y="139"/>
                    </a:lnTo>
                    <a:lnTo>
                      <a:pt x="273" y="139"/>
                    </a:lnTo>
                    <a:lnTo>
                      <a:pt x="273" y="139"/>
                    </a:lnTo>
                    <a:lnTo>
                      <a:pt x="273" y="139"/>
                    </a:lnTo>
                    <a:lnTo>
                      <a:pt x="275" y="139"/>
                    </a:lnTo>
                    <a:lnTo>
                      <a:pt x="275" y="139"/>
                    </a:lnTo>
                    <a:lnTo>
                      <a:pt x="275" y="139"/>
                    </a:lnTo>
                    <a:lnTo>
                      <a:pt x="275" y="137"/>
                    </a:lnTo>
                    <a:lnTo>
                      <a:pt x="277" y="137"/>
                    </a:lnTo>
                    <a:lnTo>
                      <a:pt x="277" y="137"/>
                    </a:lnTo>
                    <a:lnTo>
                      <a:pt x="280" y="137"/>
                    </a:lnTo>
                    <a:lnTo>
                      <a:pt x="280" y="139"/>
                    </a:lnTo>
                    <a:lnTo>
                      <a:pt x="280" y="139"/>
                    </a:lnTo>
                    <a:lnTo>
                      <a:pt x="277" y="139"/>
                    </a:lnTo>
                    <a:lnTo>
                      <a:pt x="277" y="139"/>
                    </a:lnTo>
                    <a:lnTo>
                      <a:pt x="275" y="139"/>
                    </a:lnTo>
                    <a:lnTo>
                      <a:pt x="275" y="142"/>
                    </a:lnTo>
                    <a:lnTo>
                      <a:pt x="275" y="142"/>
                    </a:lnTo>
                    <a:lnTo>
                      <a:pt x="275" y="139"/>
                    </a:lnTo>
                    <a:lnTo>
                      <a:pt x="275" y="139"/>
                    </a:lnTo>
                    <a:lnTo>
                      <a:pt x="275" y="142"/>
                    </a:lnTo>
                    <a:lnTo>
                      <a:pt x="275" y="142"/>
                    </a:lnTo>
                    <a:lnTo>
                      <a:pt x="275" y="142"/>
                    </a:lnTo>
                    <a:lnTo>
                      <a:pt x="275" y="144"/>
                    </a:lnTo>
                    <a:lnTo>
                      <a:pt x="275" y="144"/>
                    </a:lnTo>
                    <a:lnTo>
                      <a:pt x="275" y="144"/>
                    </a:lnTo>
                    <a:lnTo>
                      <a:pt x="275" y="144"/>
                    </a:lnTo>
                    <a:lnTo>
                      <a:pt x="275" y="144"/>
                    </a:lnTo>
                    <a:lnTo>
                      <a:pt x="275" y="144"/>
                    </a:lnTo>
                    <a:lnTo>
                      <a:pt x="275" y="144"/>
                    </a:lnTo>
                    <a:lnTo>
                      <a:pt x="277" y="144"/>
                    </a:lnTo>
                    <a:lnTo>
                      <a:pt x="277" y="144"/>
                    </a:lnTo>
                    <a:lnTo>
                      <a:pt x="275" y="144"/>
                    </a:lnTo>
                    <a:lnTo>
                      <a:pt x="275" y="144"/>
                    </a:lnTo>
                    <a:lnTo>
                      <a:pt x="275" y="144"/>
                    </a:lnTo>
                    <a:lnTo>
                      <a:pt x="275" y="147"/>
                    </a:lnTo>
                    <a:lnTo>
                      <a:pt x="273" y="147"/>
                    </a:lnTo>
                    <a:lnTo>
                      <a:pt x="273" y="144"/>
                    </a:lnTo>
                    <a:lnTo>
                      <a:pt x="273" y="144"/>
                    </a:lnTo>
                    <a:lnTo>
                      <a:pt x="273" y="144"/>
                    </a:lnTo>
                    <a:lnTo>
                      <a:pt x="273" y="147"/>
                    </a:lnTo>
                    <a:lnTo>
                      <a:pt x="273" y="147"/>
                    </a:lnTo>
                    <a:lnTo>
                      <a:pt x="270" y="147"/>
                    </a:lnTo>
                    <a:lnTo>
                      <a:pt x="270" y="149"/>
                    </a:lnTo>
                    <a:lnTo>
                      <a:pt x="270" y="149"/>
                    </a:lnTo>
                    <a:lnTo>
                      <a:pt x="270" y="149"/>
                    </a:lnTo>
                    <a:lnTo>
                      <a:pt x="270" y="149"/>
                    </a:lnTo>
                    <a:lnTo>
                      <a:pt x="270" y="151"/>
                    </a:lnTo>
                    <a:lnTo>
                      <a:pt x="270" y="151"/>
                    </a:lnTo>
                    <a:lnTo>
                      <a:pt x="270" y="151"/>
                    </a:lnTo>
                    <a:lnTo>
                      <a:pt x="270" y="154"/>
                    </a:lnTo>
                    <a:lnTo>
                      <a:pt x="268" y="154"/>
                    </a:lnTo>
                    <a:lnTo>
                      <a:pt x="268" y="154"/>
                    </a:lnTo>
                    <a:lnTo>
                      <a:pt x="268" y="154"/>
                    </a:lnTo>
                    <a:lnTo>
                      <a:pt x="268" y="154"/>
                    </a:lnTo>
                    <a:lnTo>
                      <a:pt x="265" y="154"/>
                    </a:lnTo>
                    <a:lnTo>
                      <a:pt x="265" y="154"/>
                    </a:lnTo>
                    <a:lnTo>
                      <a:pt x="263" y="154"/>
                    </a:lnTo>
                    <a:lnTo>
                      <a:pt x="263" y="154"/>
                    </a:lnTo>
                    <a:lnTo>
                      <a:pt x="263" y="154"/>
                    </a:lnTo>
                    <a:lnTo>
                      <a:pt x="261" y="154"/>
                    </a:lnTo>
                    <a:lnTo>
                      <a:pt x="261" y="154"/>
                    </a:lnTo>
                    <a:lnTo>
                      <a:pt x="261" y="154"/>
                    </a:lnTo>
                    <a:lnTo>
                      <a:pt x="261" y="154"/>
                    </a:lnTo>
                    <a:lnTo>
                      <a:pt x="258" y="154"/>
                    </a:lnTo>
                    <a:lnTo>
                      <a:pt x="258" y="154"/>
                    </a:lnTo>
                    <a:lnTo>
                      <a:pt x="256" y="154"/>
                    </a:lnTo>
                    <a:lnTo>
                      <a:pt x="256" y="154"/>
                    </a:lnTo>
                    <a:lnTo>
                      <a:pt x="256" y="154"/>
                    </a:lnTo>
                    <a:lnTo>
                      <a:pt x="256" y="151"/>
                    </a:lnTo>
                    <a:lnTo>
                      <a:pt x="254" y="151"/>
                    </a:lnTo>
                    <a:lnTo>
                      <a:pt x="254" y="151"/>
                    </a:lnTo>
                    <a:lnTo>
                      <a:pt x="254" y="151"/>
                    </a:lnTo>
                    <a:lnTo>
                      <a:pt x="254" y="151"/>
                    </a:lnTo>
                    <a:lnTo>
                      <a:pt x="254" y="151"/>
                    </a:lnTo>
                    <a:lnTo>
                      <a:pt x="251" y="151"/>
                    </a:lnTo>
                    <a:lnTo>
                      <a:pt x="251" y="151"/>
                    </a:lnTo>
                    <a:lnTo>
                      <a:pt x="251" y="151"/>
                    </a:lnTo>
                    <a:lnTo>
                      <a:pt x="251" y="151"/>
                    </a:lnTo>
                    <a:lnTo>
                      <a:pt x="249" y="151"/>
                    </a:lnTo>
                    <a:lnTo>
                      <a:pt x="249" y="151"/>
                    </a:lnTo>
                    <a:lnTo>
                      <a:pt x="249" y="154"/>
                    </a:lnTo>
                    <a:lnTo>
                      <a:pt x="249" y="154"/>
                    </a:lnTo>
                    <a:lnTo>
                      <a:pt x="247" y="154"/>
                    </a:lnTo>
                    <a:lnTo>
                      <a:pt x="247" y="154"/>
                    </a:lnTo>
                    <a:lnTo>
                      <a:pt x="247" y="154"/>
                    </a:lnTo>
                    <a:lnTo>
                      <a:pt x="247" y="154"/>
                    </a:lnTo>
                    <a:lnTo>
                      <a:pt x="244" y="154"/>
                    </a:lnTo>
                    <a:lnTo>
                      <a:pt x="244" y="154"/>
                    </a:lnTo>
                    <a:lnTo>
                      <a:pt x="247" y="154"/>
                    </a:lnTo>
                    <a:lnTo>
                      <a:pt x="247" y="156"/>
                    </a:lnTo>
                    <a:lnTo>
                      <a:pt x="247" y="156"/>
                    </a:lnTo>
                    <a:lnTo>
                      <a:pt x="247" y="156"/>
                    </a:lnTo>
                    <a:lnTo>
                      <a:pt x="247" y="158"/>
                    </a:lnTo>
                    <a:lnTo>
                      <a:pt x="247" y="158"/>
                    </a:lnTo>
                    <a:lnTo>
                      <a:pt x="247" y="158"/>
                    </a:lnTo>
                    <a:lnTo>
                      <a:pt x="247" y="161"/>
                    </a:lnTo>
                    <a:lnTo>
                      <a:pt x="244" y="161"/>
                    </a:lnTo>
                    <a:lnTo>
                      <a:pt x="244" y="161"/>
                    </a:lnTo>
                    <a:lnTo>
                      <a:pt x="244" y="161"/>
                    </a:lnTo>
                    <a:lnTo>
                      <a:pt x="244" y="161"/>
                    </a:lnTo>
                    <a:lnTo>
                      <a:pt x="244" y="163"/>
                    </a:lnTo>
                    <a:lnTo>
                      <a:pt x="247" y="163"/>
                    </a:lnTo>
                    <a:lnTo>
                      <a:pt x="247" y="163"/>
                    </a:lnTo>
                    <a:lnTo>
                      <a:pt x="247" y="163"/>
                    </a:lnTo>
                    <a:lnTo>
                      <a:pt x="247" y="163"/>
                    </a:lnTo>
                    <a:lnTo>
                      <a:pt x="249" y="163"/>
                    </a:lnTo>
                    <a:lnTo>
                      <a:pt x="249" y="163"/>
                    </a:lnTo>
                    <a:lnTo>
                      <a:pt x="249" y="163"/>
                    </a:lnTo>
                    <a:lnTo>
                      <a:pt x="249" y="163"/>
                    </a:lnTo>
                    <a:lnTo>
                      <a:pt x="249" y="166"/>
                    </a:lnTo>
                    <a:lnTo>
                      <a:pt x="249" y="166"/>
                    </a:lnTo>
                    <a:lnTo>
                      <a:pt x="251" y="166"/>
                    </a:lnTo>
                    <a:lnTo>
                      <a:pt x="251" y="168"/>
                    </a:lnTo>
                    <a:lnTo>
                      <a:pt x="251" y="168"/>
                    </a:lnTo>
                    <a:lnTo>
                      <a:pt x="251" y="166"/>
                    </a:lnTo>
                    <a:lnTo>
                      <a:pt x="254" y="166"/>
                    </a:lnTo>
                    <a:lnTo>
                      <a:pt x="254" y="168"/>
                    </a:lnTo>
                    <a:lnTo>
                      <a:pt x="254" y="168"/>
                    </a:lnTo>
                    <a:lnTo>
                      <a:pt x="254" y="168"/>
                    </a:lnTo>
                    <a:lnTo>
                      <a:pt x="256" y="168"/>
                    </a:lnTo>
                    <a:lnTo>
                      <a:pt x="256" y="166"/>
                    </a:lnTo>
                    <a:lnTo>
                      <a:pt x="256" y="166"/>
                    </a:lnTo>
                    <a:lnTo>
                      <a:pt x="256" y="166"/>
                    </a:lnTo>
                    <a:lnTo>
                      <a:pt x="256" y="168"/>
                    </a:lnTo>
                    <a:lnTo>
                      <a:pt x="258" y="168"/>
                    </a:lnTo>
                    <a:lnTo>
                      <a:pt x="258" y="166"/>
                    </a:lnTo>
                    <a:lnTo>
                      <a:pt x="258" y="166"/>
                    </a:lnTo>
                    <a:lnTo>
                      <a:pt x="258" y="168"/>
                    </a:lnTo>
                    <a:lnTo>
                      <a:pt x="261" y="168"/>
                    </a:lnTo>
                    <a:lnTo>
                      <a:pt x="261" y="168"/>
                    </a:lnTo>
                    <a:lnTo>
                      <a:pt x="261" y="168"/>
                    </a:lnTo>
                    <a:lnTo>
                      <a:pt x="261" y="170"/>
                    </a:lnTo>
                    <a:lnTo>
                      <a:pt x="261" y="170"/>
                    </a:lnTo>
                    <a:lnTo>
                      <a:pt x="261" y="170"/>
                    </a:lnTo>
                    <a:lnTo>
                      <a:pt x="261" y="170"/>
                    </a:lnTo>
                    <a:lnTo>
                      <a:pt x="261" y="173"/>
                    </a:lnTo>
                    <a:lnTo>
                      <a:pt x="261" y="173"/>
                    </a:lnTo>
                    <a:lnTo>
                      <a:pt x="258" y="173"/>
                    </a:lnTo>
                    <a:lnTo>
                      <a:pt x="258" y="173"/>
                    </a:lnTo>
                    <a:lnTo>
                      <a:pt x="258" y="173"/>
                    </a:lnTo>
                    <a:lnTo>
                      <a:pt x="261" y="173"/>
                    </a:lnTo>
                    <a:lnTo>
                      <a:pt x="261" y="175"/>
                    </a:lnTo>
                    <a:lnTo>
                      <a:pt x="258" y="175"/>
                    </a:lnTo>
                    <a:lnTo>
                      <a:pt x="258" y="175"/>
                    </a:lnTo>
                    <a:lnTo>
                      <a:pt x="258" y="177"/>
                    </a:lnTo>
                    <a:lnTo>
                      <a:pt x="258" y="177"/>
                    </a:lnTo>
                    <a:lnTo>
                      <a:pt x="258" y="180"/>
                    </a:lnTo>
                    <a:lnTo>
                      <a:pt x="258" y="180"/>
                    </a:lnTo>
                    <a:lnTo>
                      <a:pt x="261" y="180"/>
                    </a:lnTo>
                    <a:lnTo>
                      <a:pt x="261" y="182"/>
                    </a:lnTo>
                    <a:lnTo>
                      <a:pt x="261" y="182"/>
                    </a:lnTo>
                    <a:lnTo>
                      <a:pt x="261" y="182"/>
                    </a:lnTo>
                    <a:lnTo>
                      <a:pt x="261" y="182"/>
                    </a:lnTo>
                    <a:lnTo>
                      <a:pt x="261" y="182"/>
                    </a:lnTo>
                    <a:lnTo>
                      <a:pt x="263" y="182"/>
                    </a:lnTo>
                    <a:lnTo>
                      <a:pt x="263" y="185"/>
                    </a:lnTo>
                    <a:lnTo>
                      <a:pt x="263" y="185"/>
                    </a:lnTo>
                    <a:lnTo>
                      <a:pt x="263" y="185"/>
                    </a:lnTo>
                    <a:lnTo>
                      <a:pt x="263" y="185"/>
                    </a:lnTo>
                    <a:lnTo>
                      <a:pt x="263" y="187"/>
                    </a:lnTo>
                    <a:lnTo>
                      <a:pt x="265" y="187"/>
                    </a:lnTo>
                    <a:lnTo>
                      <a:pt x="265" y="187"/>
                    </a:lnTo>
                    <a:lnTo>
                      <a:pt x="265" y="187"/>
                    </a:lnTo>
                    <a:lnTo>
                      <a:pt x="265" y="189"/>
                    </a:lnTo>
                    <a:lnTo>
                      <a:pt x="265" y="189"/>
                    </a:lnTo>
                    <a:lnTo>
                      <a:pt x="265" y="189"/>
                    </a:lnTo>
                    <a:lnTo>
                      <a:pt x="265" y="192"/>
                    </a:lnTo>
                    <a:lnTo>
                      <a:pt x="263" y="192"/>
                    </a:lnTo>
                    <a:lnTo>
                      <a:pt x="263" y="192"/>
                    </a:lnTo>
                    <a:lnTo>
                      <a:pt x="263" y="192"/>
                    </a:lnTo>
                    <a:lnTo>
                      <a:pt x="263" y="194"/>
                    </a:lnTo>
                    <a:lnTo>
                      <a:pt x="263" y="194"/>
                    </a:lnTo>
                    <a:lnTo>
                      <a:pt x="263" y="194"/>
                    </a:lnTo>
                    <a:lnTo>
                      <a:pt x="263" y="194"/>
                    </a:lnTo>
                    <a:lnTo>
                      <a:pt x="263" y="196"/>
                    </a:lnTo>
                    <a:lnTo>
                      <a:pt x="261" y="196"/>
                    </a:lnTo>
                    <a:lnTo>
                      <a:pt x="261" y="196"/>
                    </a:lnTo>
                    <a:lnTo>
                      <a:pt x="261" y="196"/>
                    </a:lnTo>
                    <a:lnTo>
                      <a:pt x="261" y="196"/>
                    </a:lnTo>
                    <a:lnTo>
                      <a:pt x="258" y="196"/>
                    </a:lnTo>
                    <a:lnTo>
                      <a:pt x="258" y="199"/>
                    </a:lnTo>
                    <a:lnTo>
                      <a:pt x="258" y="199"/>
                    </a:lnTo>
                    <a:lnTo>
                      <a:pt x="258" y="199"/>
                    </a:lnTo>
                    <a:lnTo>
                      <a:pt x="258" y="201"/>
                    </a:lnTo>
                    <a:lnTo>
                      <a:pt x="256" y="201"/>
                    </a:lnTo>
                    <a:lnTo>
                      <a:pt x="256" y="201"/>
                    </a:lnTo>
                    <a:lnTo>
                      <a:pt x="256" y="201"/>
                    </a:lnTo>
                    <a:lnTo>
                      <a:pt x="256" y="203"/>
                    </a:lnTo>
                    <a:lnTo>
                      <a:pt x="256" y="203"/>
                    </a:lnTo>
                    <a:lnTo>
                      <a:pt x="256" y="203"/>
                    </a:lnTo>
                    <a:lnTo>
                      <a:pt x="254" y="203"/>
                    </a:lnTo>
                    <a:lnTo>
                      <a:pt x="254" y="203"/>
                    </a:lnTo>
                    <a:lnTo>
                      <a:pt x="254" y="203"/>
                    </a:lnTo>
                    <a:lnTo>
                      <a:pt x="254" y="206"/>
                    </a:lnTo>
                    <a:lnTo>
                      <a:pt x="254" y="206"/>
                    </a:lnTo>
                    <a:lnTo>
                      <a:pt x="254" y="208"/>
                    </a:lnTo>
                    <a:lnTo>
                      <a:pt x="254" y="208"/>
                    </a:lnTo>
                    <a:lnTo>
                      <a:pt x="254" y="211"/>
                    </a:lnTo>
                    <a:lnTo>
                      <a:pt x="254" y="211"/>
                    </a:lnTo>
                    <a:lnTo>
                      <a:pt x="254" y="213"/>
                    </a:lnTo>
                    <a:lnTo>
                      <a:pt x="254" y="213"/>
                    </a:lnTo>
                    <a:lnTo>
                      <a:pt x="254" y="213"/>
                    </a:lnTo>
                    <a:lnTo>
                      <a:pt x="251" y="213"/>
                    </a:lnTo>
                    <a:lnTo>
                      <a:pt x="251" y="213"/>
                    </a:lnTo>
                    <a:lnTo>
                      <a:pt x="251" y="213"/>
                    </a:lnTo>
                    <a:lnTo>
                      <a:pt x="249" y="213"/>
                    </a:lnTo>
                    <a:lnTo>
                      <a:pt x="249" y="213"/>
                    </a:lnTo>
                    <a:lnTo>
                      <a:pt x="249" y="213"/>
                    </a:lnTo>
                    <a:lnTo>
                      <a:pt x="247" y="213"/>
                    </a:lnTo>
                    <a:lnTo>
                      <a:pt x="247" y="213"/>
                    </a:lnTo>
                    <a:lnTo>
                      <a:pt x="247" y="213"/>
                    </a:lnTo>
                    <a:lnTo>
                      <a:pt x="244" y="213"/>
                    </a:lnTo>
                    <a:lnTo>
                      <a:pt x="244" y="213"/>
                    </a:lnTo>
                    <a:lnTo>
                      <a:pt x="244" y="213"/>
                    </a:lnTo>
                    <a:lnTo>
                      <a:pt x="242" y="213"/>
                    </a:lnTo>
                    <a:lnTo>
                      <a:pt x="242" y="213"/>
                    </a:lnTo>
                    <a:lnTo>
                      <a:pt x="242" y="213"/>
                    </a:lnTo>
                    <a:lnTo>
                      <a:pt x="239" y="213"/>
                    </a:lnTo>
                    <a:lnTo>
                      <a:pt x="239" y="213"/>
                    </a:lnTo>
                    <a:lnTo>
                      <a:pt x="239" y="213"/>
                    </a:lnTo>
                    <a:lnTo>
                      <a:pt x="239" y="213"/>
                    </a:lnTo>
                    <a:lnTo>
                      <a:pt x="239" y="211"/>
                    </a:lnTo>
                    <a:lnTo>
                      <a:pt x="237" y="211"/>
                    </a:lnTo>
                    <a:lnTo>
                      <a:pt x="237" y="211"/>
                    </a:lnTo>
                    <a:lnTo>
                      <a:pt x="237" y="208"/>
                    </a:lnTo>
                    <a:lnTo>
                      <a:pt x="237" y="208"/>
                    </a:lnTo>
                    <a:lnTo>
                      <a:pt x="235" y="208"/>
                    </a:lnTo>
                    <a:lnTo>
                      <a:pt x="235" y="208"/>
                    </a:lnTo>
                    <a:lnTo>
                      <a:pt x="235" y="208"/>
                    </a:lnTo>
                    <a:lnTo>
                      <a:pt x="232" y="208"/>
                    </a:lnTo>
                    <a:lnTo>
                      <a:pt x="232" y="208"/>
                    </a:lnTo>
                    <a:lnTo>
                      <a:pt x="232" y="211"/>
                    </a:lnTo>
                    <a:lnTo>
                      <a:pt x="230" y="211"/>
                    </a:lnTo>
                    <a:lnTo>
                      <a:pt x="230" y="208"/>
                    </a:lnTo>
                    <a:lnTo>
                      <a:pt x="230" y="208"/>
                    </a:lnTo>
                    <a:lnTo>
                      <a:pt x="230" y="211"/>
                    </a:lnTo>
                    <a:lnTo>
                      <a:pt x="230" y="211"/>
                    </a:lnTo>
                    <a:lnTo>
                      <a:pt x="228" y="211"/>
                    </a:lnTo>
                    <a:lnTo>
                      <a:pt x="228" y="211"/>
                    </a:lnTo>
                    <a:lnTo>
                      <a:pt x="228" y="208"/>
                    </a:lnTo>
                    <a:lnTo>
                      <a:pt x="228" y="208"/>
                    </a:lnTo>
                    <a:lnTo>
                      <a:pt x="225" y="208"/>
                    </a:lnTo>
                    <a:lnTo>
                      <a:pt x="225" y="208"/>
                    </a:lnTo>
                    <a:lnTo>
                      <a:pt x="228" y="208"/>
                    </a:lnTo>
                    <a:lnTo>
                      <a:pt x="228" y="208"/>
                    </a:lnTo>
                    <a:lnTo>
                      <a:pt x="228" y="206"/>
                    </a:lnTo>
                    <a:lnTo>
                      <a:pt x="228" y="206"/>
                    </a:lnTo>
                    <a:lnTo>
                      <a:pt x="228" y="206"/>
                    </a:lnTo>
                    <a:lnTo>
                      <a:pt x="228" y="203"/>
                    </a:lnTo>
                    <a:lnTo>
                      <a:pt x="225" y="203"/>
                    </a:lnTo>
                    <a:lnTo>
                      <a:pt x="225" y="203"/>
                    </a:lnTo>
                    <a:lnTo>
                      <a:pt x="225" y="203"/>
                    </a:lnTo>
                    <a:lnTo>
                      <a:pt x="225" y="201"/>
                    </a:lnTo>
                    <a:lnTo>
                      <a:pt x="225" y="201"/>
                    </a:lnTo>
                    <a:lnTo>
                      <a:pt x="225" y="199"/>
                    </a:lnTo>
                    <a:lnTo>
                      <a:pt x="225" y="199"/>
                    </a:lnTo>
                    <a:lnTo>
                      <a:pt x="225" y="196"/>
                    </a:lnTo>
                    <a:lnTo>
                      <a:pt x="228" y="196"/>
                    </a:lnTo>
                    <a:lnTo>
                      <a:pt x="228" y="196"/>
                    </a:lnTo>
                    <a:lnTo>
                      <a:pt x="228" y="196"/>
                    </a:lnTo>
                    <a:lnTo>
                      <a:pt x="228" y="194"/>
                    </a:lnTo>
                    <a:lnTo>
                      <a:pt x="228" y="194"/>
                    </a:lnTo>
                    <a:lnTo>
                      <a:pt x="228" y="194"/>
                    </a:lnTo>
                    <a:lnTo>
                      <a:pt x="228" y="194"/>
                    </a:lnTo>
                    <a:lnTo>
                      <a:pt x="228" y="194"/>
                    </a:lnTo>
                    <a:lnTo>
                      <a:pt x="228" y="192"/>
                    </a:lnTo>
                    <a:lnTo>
                      <a:pt x="228" y="192"/>
                    </a:lnTo>
                    <a:lnTo>
                      <a:pt x="225" y="192"/>
                    </a:lnTo>
                    <a:lnTo>
                      <a:pt x="225" y="192"/>
                    </a:lnTo>
                    <a:lnTo>
                      <a:pt x="223" y="192"/>
                    </a:lnTo>
                    <a:lnTo>
                      <a:pt x="223" y="192"/>
                    </a:lnTo>
                    <a:lnTo>
                      <a:pt x="223" y="192"/>
                    </a:lnTo>
                    <a:lnTo>
                      <a:pt x="220" y="192"/>
                    </a:lnTo>
                    <a:lnTo>
                      <a:pt x="220" y="192"/>
                    </a:lnTo>
                    <a:lnTo>
                      <a:pt x="220" y="192"/>
                    </a:lnTo>
                    <a:lnTo>
                      <a:pt x="220" y="189"/>
                    </a:lnTo>
                    <a:lnTo>
                      <a:pt x="220" y="189"/>
                    </a:lnTo>
                    <a:lnTo>
                      <a:pt x="220" y="189"/>
                    </a:lnTo>
                    <a:lnTo>
                      <a:pt x="218" y="189"/>
                    </a:lnTo>
                    <a:lnTo>
                      <a:pt x="218" y="189"/>
                    </a:lnTo>
                    <a:lnTo>
                      <a:pt x="216" y="189"/>
                    </a:lnTo>
                    <a:lnTo>
                      <a:pt x="216" y="187"/>
                    </a:lnTo>
                    <a:lnTo>
                      <a:pt x="216" y="187"/>
                    </a:lnTo>
                    <a:lnTo>
                      <a:pt x="216" y="187"/>
                    </a:lnTo>
                    <a:lnTo>
                      <a:pt x="213" y="187"/>
                    </a:lnTo>
                    <a:lnTo>
                      <a:pt x="213" y="187"/>
                    </a:lnTo>
                    <a:lnTo>
                      <a:pt x="213" y="187"/>
                    </a:lnTo>
                    <a:lnTo>
                      <a:pt x="213" y="187"/>
                    </a:lnTo>
                    <a:lnTo>
                      <a:pt x="213" y="185"/>
                    </a:lnTo>
                    <a:lnTo>
                      <a:pt x="211" y="185"/>
                    </a:lnTo>
                    <a:lnTo>
                      <a:pt x="211" y="187"/>
                    </a:lnTo>
                    <a:lnTo>
                      <a:pt x="211" y="187"/>
                    </a:lnTo>
                    <a:lnTo>
                      <a:pt x="209" y="187"/>
                    </a:lnTo>
                    <a:lnTo>
                      <a:pt x="209" y="187"/>
                    </a:lnTo>
                    <a:lnTo>
                      <a:pt x="209" y="187"/>
                    </a:lnTo>
                    <a:lnTo>
                      <a:pt x="206" y="187"/>
                    </a:lnTo>
                    <a:lnTo>
                      <a:pt x="206" y="187"/>
                    </a:lnTo>
                    <a:lnTo>
                      <a:pt x="206" y="185"/>
                    </a:lnTo>
                    <a:lnTo>
                      <a:pt x="206" y="185"/>
                    </a:lnTo>
                    <a:lnTo>
                      <a:pt x="204" y="185"/>
                    </a:lnTo>
                    <a:lnTo>
                      <a:pt x="204" y="185"/>
                    </a:lnTo>
                    <a:lnTo>
                      <a:pt x="204" y="185"/>
                    </a:lnTo>
                    <a:lnTo>
                      <a:pt x="202" y="185"/>
                    </a:lnTo>
                    <a:lnTo>
                      <a:pt x="202" y="185"/>
                    </a:lnTo>
                    <a:lnTo>
                      <a:pt x="202" y="182"/>
                    </a:lnTo>
                    <a:lnTo>
                      <a:pt x="202" y="182"/>
                    </a:lnTo>
                    <a:lnTo>
                      <a:pt x="199" y="182"/>
                    </a:lnTo>
                    <a:lnTo>
                      <a:pt x="199" y="182"/>
                    </a:lnTo>
                    <a:lnTo>
                      <a:pt x="199" y="182"/>
                    </a:lnTo>
                    <a:lnTo>
                      <a:pt x="197" y="182"/>
                    </a:lnTo>
                    <a:lnTo>
                      <a:pt x="197" y="182"/>
                    </a:lnTo>
                    <a:lnTo>
                      <a:pt x="197" y="182"/>
                    </a:lnTo>
                    <a:lnTo>
                      <a:pt x="197" y="180"/>
                    </a:lnTo>
                    <a:lnTo>
                      <a:pt x="197" y="180"/>
                    </a:lnTo>
                    <a:lnTo>
                      <a:pt x="197" y="180"/>
                    </a:lnTo>
                    <a:lnTo>
                      <a:pt x="194" y="180"/>
                    </a:lnTo>
                    <a:lnTo>
                      <a:pt x="194" y="180"/>
                    </a:lnTo>
                    <a:lnTo>
                      <a:pt x="194" y="177"/>
                    </a:lnTo>
                    <a:lnTo>
                      <a:pt x="194" y="177"/>
                    </a:lnTo>
                    <a:lnTo>
                      <a:pt x="194" y="177"/>
                    </a:lnTo>
                    <a:lnTo>
                      <a:pt x="192" y="177"/>
                    </a:lnTo>
                    <a:lnTo>
                      <a:pt x="192" y="177"/>
                    </a:lnTo>
                    <a:lnTo>
                      <a:pt x="190" y="177"/>
                    </a:lnTo>
                    <a:lnTo>
                      <a:pt x="190" y="175"/>
                    </a:lnTo>
                    <a:lnTo>
                      <a:pt x="190" y="175"/>
                    </a:lnTo>
                    <a:lnTo>
                      <a:pt x="190" y="175"/>
                    </a:lnTo>
                    <a:lnTo>
                      <a:pt x="190" y="175"/>
                    </a:lnTo>
                    <a:lnTo>
                      <a:pt x="187" y="175"/>
                    </a:lnTo>
                    <a:lnTo>
                      <a:pt x="187" y="175"/>
                    </a:lnTo>
                    <a:lnTo>
                      <a:pt x="187" y="173"/>
                    </a:lnTo>
                    <a:lnTo>
                      <a:pt x="187" y="173"/>
                    </a:lnTo>
                    <a:lnTo>
                      <a:pt x="185" y="173"/>
                    </a:lnTo>
                    <a:lnTo>
                      <a:pt x="185" y="173"/>
                    </a:lnTo>
                    <a:lnTo>
                      <a:pt x="185" y="173"/>
                    </a:lnTo>
                    <a:lnTo>
                      <a:pt x="183" y="173"/>
                    </a:lnTo>
                    <a:lnTo>
                      <a:pt x="183" y="173"/>
                    </a:lnTo>
                    <a:lnTo>
                      <a:pt x="183" y="173"/>
                    </a:lnTo>
                    <a:lnTo>
                      <a:pt x="183" y="173"/>
                    </a:lnTo>
                    <a:lnTo>
                      <a:pt x="183" y="170"/>
                    </a:lnTo>
                    <a:lnTo>
                      <a:pt x="180" y="170"/>
                    </a:lnTo>
                    <a:lnTo>
                      <a:pt x="180" y="170"/>
                    </a:lnTo>
                    <a:lnTo>
                      <a:pt x="180" y="170"/>
                    </a:lnTo>
                    <a:lnTo>
                      <a:pt x="180" y="170"/>
                    </a:lnTo>
                    <a:lnTo>
                      <a:pt x="180" y="168"/>
                    </a:lnTo>
                    <a:lnTo>
                      <a:pt x="178" y="168"/>
                    </a:lnTo>
                    <a:lnTo>
                      <a:pt x="178" y="168"/>
                    </a:lnTo>
                    <a:lnTo>
                      <a:pt x="178" y="168"/>
                    </a:lnTo>
                    <a:lnTo>
                      <a:pt x="178" y="168"/>
                    </a:lnTo>
                    <a:lnTo>
                      <a:pt x="176" y="168"/>
                    </a:lnTo>
                    <a:lnTo>
                      <a:pt x="176" y="168"/>
                    </a:lnTo>
                    <a:lnTo>
                      <a:pt x="176" y="168"/>
                    </a:lnTo>
                    <a:lnTo>
                      <a:pt x="173" y="168"/>
                    </a:lnTo>
                    <a:lnTo>
                      <a:pt x="173" y="168"/>
                    </a:lnTo>
                    <a:lnTo>
                      <a:pt x="173" y="168"/>
                    </a:lnTo>
                    <a:lnTo>
                      <a:pt x="173" y="166"/>
                    </a:lnTo>
                    <a:lnTo>
                      <a:pt x="173" y="166"/>
                    </a:lnTo>
                    <a:lnTo>
                      <a:pt x="171" y="166"/>
                    </a:lnTo>
                    <a:lnTo>
                      <a:pt x="171" y="166"/>
                    </a:lnTo>
                    <a:lnTo>
                      <a:pt x="171" y="166"/>
                    </a:lnTo>
                    <a:lnTo>
                      <a:pt x="168" y="166"/>
                    </a:lnTo>
                    <a:lnTo>
                      <a:pt x="168" y="163"/>
                    </a:lnTo>
                    <a:lnTo>
                      <a:pt x="168" y="163"/>
                    </a:lnTo>
                    <a:lnTo>
                      <a:pt x="168" y="163"/>
                    </a:lnTo>
                    <a:lnTo>
                      <a:pt x="168" y="163"/>
                    </a:lnTo>
                    <a:lnTo>
                      <a:pt x="166" y="163"/>
                    </a:lnTo>
                    <a:lnTo>
                      <a:pt x="166" y="163"/>
                    </a:lnTo>
                    <a:lnTo>
                      <a:pt x="166" y="163"/>
                    </a:lnTo>
                    <a:lnTo>
                      <a:pt x="166" y="163"/>
                    </a:lnTo>
                    <a:lnTo>
                      <a:pt x="166" y="161"/>
                    </a:lnTo>
                    <a:lnTo>
                      <a:pt x="164" y="161"/>
                    </a:lnTo>
                    <a:lnTo>
                      <a:pt x="164" y="161"/>
                    </a:lnTo>
                    <a:lnTo>
                      <a:pt x="164" y="161"/>
                    </a:lnTo>
                    <a:lnTo>
                      <a:pt x="164" y="158"/>
                    </a:lnTo>
                    <a:lnTo>
                      <a:pt x="161" y="158"/>
                    </a:lnTo>
                    <a:lnTo>
                      <a:pt x="161" y="158"/>
                    </a:lnTo>
                    <a:lnTo>
                      <a:pt x="161" y="158"/>
                    </a:lnTo>
                    <a:lnTo>
                      <a:pt x="161" y="158"/>
                    </a:lnTo>
                    <a:lnTo>
                      <a:pt x="161" y="156"/>
                    </a:lnTo>
                    <a:lnTo>
                      <a:pt x="159" y="156"/>
                    </a:lnTo>
                    <a:lnTo>
                      <a:pt x="159" y="156"/>
                    </a:lnTo>
                    <a:lnTo>
                      <a:pt x="159" y="156"/>
                    </a:lnTo>
                    <a:lnTo>
                      <a:pt x="157" y="156"/>
                    </a:lnTo>
                    <a:lnTo>
                      <a:pt x="157" y="156"/>
                    </a:lnTo>
                    <a:lnTo>
                      <a:pt x="157" y="154"/>
                    </a:lnTo>
                    <a:lnTo>
                      <a:pt x="157" y="154"/>
                    </a:lnTo>
                    <a:lnTo>
                      <a:pt x="157" y="154"/>
                    </a:lnTo>
                    <a:lnTo>
                      <a:pt x="154" y="154"/>
                    </a:lnTo>
                    <a:lnTo>
                      <a:pt x="154" y="154"/>
                    </a:lnTo>
                    <a:lnTo>
                      <a:pt x="154" y="154"/>
                    </a:lnTo>
                    <a:lnTo>
                      <a:pt x="154" y="154"/>
                    </a:lnTo>
                    <a:lnTo>
                      <a:pt x="152" y="154"/>
                    </a:lnTo>
                    <a:lnTo>
                      <a:pt x="152" y="151"/>
                    </a:lnTo>
                    <a:lnTo>
                      <a:pt x="152" y="151"/>
                    </a:lnTo>
                    <a:lnTo>
                      <a:pt x="149" y="151"/>
                    </a:lnTo>
                    <a:lnTo>
                      <a:pt x="149" y="151"/>
                    </a:lnTo>
                    <a:lnTo>
                      <a:pt x="149" y="151"/>
                    </a:lnTo>
                    <a:lnTo>
                      <a:pt x="149" y="151"/>
                    </a:lnTo>
                    <a:lnTo>
                      <a:pt x="149" y="149"/>
                    </a:lnTo>
                    <a:lnTo>
                      <a:pt x="147" y="149"/>
                    </a:lnTo>
                    <a:lnTo>
                      <a:pt x="147" y="149"/>
                    </a:lnTo>
                    <a:lnTo>
                      <a:pt x="147" y="149"/>
                    </a:lnTo>
                    <a:lnTo>
                      <a:pt x="147" y="149"/>
                    </a:lnTo>
                    <a:lnTo>
                      <a:pt x="145" y="149"/>
                    </a:lnTo>
                    <a:lnTo>
                      <a:pt x="145" y="147"/>
                    </a:lnTo>
                    <a:lnTo>
                      <a:pt x="145" y="147"/>
                    </a:lnTo>
                    <a:lnTo>
                      <a:pt x="145" y="147"/>
                    </a:lnTo>
                    <a:lnTo>
                      <a:pt x="142" y="147"/>
                    </a:lnTo>
                    <a:lnTo>
                      <a:pt x="142" y="147"/>
                    </a:lnTo>
                    <a:lnTo>
                      <a:pt x="142" y="144"/>
                    </a:lnTo>
                    <a:lnTo>
                      <a:pt x="142" y="144"/>
                    </a:lnTo>
                    <a:lnTo>
                      <a:pt x="140" y="144"/>
                    </a:lnTo>
                    <a:lnTo>
                      <a:pt x="140" y="144"/>
                    </a:lnTo>
                    <a:lnTo>
                      <a:pt x="140" y="144"/>
                    </a:lnTo>
                    <a:lnTo>
                      <a:pt x="140" y="144"/>
                    </a:lnTo>
                    <a:lnTo>
                      <a:pt x="140" y="144"/>
                    </a:lnTo>
                    <a:lnTo>
                      <a:pt x="138" y="144"/>
                    </a:lnTo>
                    <a:lnTo>
                      <a:pt x="138" y="142"/>
                    </a:lnTo>
                    <a:lnTo>
                      <a:pt x="138" y="142"/>
                    </a:lnTo>
                    <a:lnTo>
                      <a:pt x="138" y="142"/>
                    </a:lnTo>
                    <a:lnTo>
                      <a:pt x="138" y="139"/>
                    </a:lnTo>
                    <a:lnTo>
                      <a:pt x="138" y="139"/>
                    </a:lnTo>
                    <a:lnTo>
                      <a:pt x="138" y="137"/>
                    </a:lnTo>
                    <a:lnTo>
                      <a:pt x="138" y="137"/>
                    </a:lnTo>
                    <a:lnTo>
                      <a:pt x="135" y="137"/>
                    </a:lnTo>
                    <a:lnTo>
                      <a:pt x="135" y="135"/>
                    </a:lnTo>
                    <a:lnTo>
                      <a:pt x="135" y="135"/>
                    </a:lnTo>
                    <a:lnTo>
                      <a:pt x="135" y="135"/>
                    </a:lnTo>
                    <a:lnTo>
                      <a:pt x="135" y="132"/>
                    </a:lnTo>
                    <a:lnTo>
                      <a:pt x="135" y="132"/>
                    </a:lnTo>
                    <a:lnTo>
                      <a:pt x="135" y="132"/>
                    </a:lnTo>
                    <a:lnTo>
                      <a:pt x="135" y="130"/>
                    </a:lnTo>
                    <a:lnTo>
                      <a:pt x="135" y="130"/>
                    </a:lnTo>
                    <a:lnTo>
                      <a:pt x="133" y="130"/>
                    </a:lnTo>
                    <a:lnTo>
                      <a:pt x="133" y="130"/>
                    </a:lnTo>
                    <a:lnTo>
                      <a:pt x="133" y="130"/>
                    </a:lnTo>
                    <a:lnTo>
                      <a:pt x="133" y="128"/>
                    </a:lnTo>
                    <a:lnTo>
                      <a:pt x="133" y="128"/>
                    </a:lnTo>
                    <a:lnTo>
                      <a:pt x="131" y="128"/>
                    </a:lnTo>
                    <a:lnTo>
                      <a:pt x="131" y="128"/>
                    </a:lnTo>
                    <a:lnTo>
                      <a:pt x="131" y="125"/>
                    </a:lnTo>
                    <a:lnTo>
                      <a:pt x="131" y="125"/>
                    </a:lnTo>
                    <a:lnTo>
                      <a:pt x="131" y="125"/>
                    </a:lnTo>
                    <a:lnTo>
                      <a:pt x="131" y="123"/>
                    </a:lnTo>
                    <a:lnTo>
                      <a:pt x="128" y="123"/>
                    </a:lnTo>
                    <a:lnTo>
                      <a:pt x="128" y="123"/>
                    </a:lnTo>
                    <a:lnTo>
                      <a:pt x="128" y="123"/>
                    </a:lnTo>
                    <a:lnTo>
                      <a:pt x="128" y="123"/>
                    </a:lnTo>
                    <a:lnTo>
                      <a:pt x="128" y="121"/>
                    </a:lnTo>
                    <a:lnTo>
                      <a:pt x="128" y="121"/>
                    </a:lnTo>
                    <a:lnTo>
                      <a:pt x="128" y="118"/>
                    </a:lnTo>
                    <a:lnTo>
                      <a:pt x="128" y="118"/>
                    </a:lnTo>
                    <a:lnTo>
                      <a:pt x="128" y="116"/>
                    </a:lnTo>
                    <a:lnTo>
                      <a:pt x="128" y="116"/>
                    </a:lnTo>
                    <a:lnTo>
                      <a:pt x="128" y="116"/>
                    </a:lnTo>
                    <a:lnTo>
                      <a:pt x="126" y="116"/>
                    </a:lnTo>
                    <a:lnTo>
                      <a:pt x="126" y="113"/>
                    </a:lnTo>
                    <a:lnTo>
                      <a:pt x="126" y="113"/>
                    </a:lnTo>
                    <a:lnTo>
                      <a:pt x="126" y="113"/>
                    </a:lnTo>
                    <a:lnTo>
                      <a:pt x="123" y="113"/>
                    </a:lnTo>
                    <a:lnTo>
                      <a:pt x="123" y="113"/>
                    </a:lnTo>
                    <a:lnTo>
                      <a:pt x="123" y="113"/>
                    </a:lnTo>
                    <a:lnTo>
                      <a:pt x="123" y="113"/>
                    </a:lnTo>
                    <a:lnTo>
                      <a:pt x="123" y="111"/>
                    </a:lnTo>
                    <a:lnTo>
                      <a:pt x="121" y="111"/>
                    </a:lnTo>
                    <a:lnTo>
                      <a:pt x="121" y="111"/>
                    </a:lnTo>
                    <a:lnTo>
                      <a:pt x="121" y="111"/>
                    </a:lnTo>
                    <a:lnTo>
                      <a:pt x="121" y="111"/>
                    </a:lnTo>
                    <a:lnTo>
                      <a:pt x="121" y="109"/>
                    </a:lnTo>
                    <a:lnTo>
                      <a:pt x="119" y="109"/>
                    </a:lnTo>
                    <a:lnTo>
                      <a:pt x="119" y="111"/>
                    </a:lnTo>
                    <a:lnTo>
                      <a:pt x="119" y="111"/>
                    </a:lnTo>
                    <a:lnTo>
                      <a:pt x="119" y="109"/>
                    </a:lnTo>
                    <a:lnTo>
                      <a:pt x="116" y="109"/>
                    </a:lnTo>
                    <a:lnTo>
                      <a:pt x="116" y="109"/>
                    </a:lnTo>
                    <a:lnTo>
                      <a:pt x="116" y="109"/>
                    </a:lnTo>
                    <a:lnTo>
                      <a:pt x="116" y="111"/>
                    </a:lnTo>
                    <a:lnTo>
                      <a:pt x="116" y="111"/>
                    </a:lnTo>
                    <a:lnTo>
                      <a:pt x="114" y="111"/>
                    </a:lnTo>
                    <a:lnTo>
                      <a:pt x="114" y="113"/>
                    </a:lnTo>
                    <a:lnTo>
                      <a:pt x="114" y="113"/>
                    </a:lnTo>
                    <a:lnTo>
                      <a:pt x="114" y="113"/>
                    </a:lnTo>
                    <a:lnTo>
                      <a:pt x="112" y="113"/>
                    </a:lnTo>
                    <a:lnTo>
                      <a:pt x="112" y="113"/>
                    </a:lnTo>
                    <a:lnTo>
                      <a:pt x="109" y="113"/>
                    </a:lnTo>
                    <a:lnTo>
                      <a:pt x="109" y="111"/>
                    </a:lnTo>
                    <a:lnTo>
                      <a:pt x="109" y="111"/>
                    </a:lnTo>
                    <a:lnTo>
                      <a:pt x="109" y="111"/>
                    </a:lnTo>
                    <a:lnTo>
                      <a:pt x="107" y="111"/>
                    </a:lnTo>
                    <a:lnTo>
                      <a:pt x="107" y="111"/>
                    </a:lnTo>
                    <a:lnTo>
                      <a:pt x="107" y="111"/>
                    </a:lnTo>
                    <a:lnTo>
                      <a:pt x="107" y="111"/>
                    </a:lnTo>
                    <a:lnTo>
                      <a:pt x="104" y="111"/>
                    </a:lnTo>
                    <a:lnTo>
                      <a:pt x="104" y="111"/>
                    </a:lnTo>
                    <a:lnTo>
                      <a:pt x="102" y="111"/>
                    </a:lnTo>
                    <a:lnTo>
                      <a:pt x="102" y="111"/>
                    </a:lnTo>
                    <a:lnTo>
                      <a:pt x="102" y="111"/>
                    </a:lnTo>
                    <a:lnTo>
                      <a:pt x="102" y="111"/>
                    </a:lnTo>
                    <a:lnTo>
                      <a:pt x="100" y="111"/>
                    </a:lnTo>
                    <a:lnTo>
                      <a:pt x="100" y="111"/>
                    </a:lnTo>
                    <a:lnTo>
                      <a:pt x="100" y="111"/>
                    </a:lnTo>
                    <a:lnTo>
                      <a:pt x="97" y="111"/>
                    </a:lnTo>
                    <a:lnTo>
                      <a:pt x="97" y="111"/>
                    </a:lnTo>
                    <a:lnTo>
                      <a:pt x="95" y="111"/>
                    </a:lnTo>
                    <a:lnTo>
                      <a:pt x="95" y="111"/>
                    </a:lnTo>
                    <a:lnTo>
                      <a:pt x="95" y="111"/>
                    </a:lnTo>
                    <a:lnTo>
                      <a:pt x="95" y="111"/>
                    </a:lnTo>
                    <a:lnTo>
                      <a:pt x="93" y="111"/>
                    </a:lnTo>
                    <a:lnTo>
                      <a:pt x="93" y="109"/>
                    </a:lnTo>
                    <a:lnTo>
                      <a:pt x="93" y="109"/>
                    </a:lnTo>
                    <a:lnTo>
                      <a:pt x="90" y="109"/>
                    </a:lnTo>
                    <a:lnTo>
                      <a:pt x="90" y="109"/>
                    </a:lnTo>
                    <a:lnTo>
                      <a:pt x="90" y="109"/>
                    </a:lnTo>
                    <a:lnTo>
                      <a:pt x="90" y="109"/>
                    </a:lnTo>
                    <a:lnTo>
                      <a:pt x="90" y="106"/>
                    </a:lnTo>
                    <a:lnTo>
                      <a:pt x="88" y="106"/>
                    </a:lnTo>
                    <a:lnTo>
                      <a:pt x="88" y="106"/>
                    </a:lnTo>
                    <a:lnTo>
                      <a:pt x="88" y="106"/>
                    </a:lnTo>
                    <a:lnTo>
                      <a:pt x="88" y="106"/>
                    </a:lnTo>
                    <a:lnTo>
                      <a:pt x="88" y="104"/>
                    </a:lnTo>
                    <a:lnTo>
                      <a:pt x="88" y="104"/>
                    </a:lnTo>
                    <a:lnTo>
                      <a:pt x="88" y="104"/>
                    </a:lnTo>
                    <a:lnTo>
                      <a:pt x="88" y="104"/>
                    </a:lnTo>
                    <a:lnTo>
                      <a:pt x="88" y="102"/>
                    </a:lnTo>
                    <a:lnTo>
                      <a:pt x="88" y="102"/>
                    </a:lnTo>
                    <a:lnTo>
                      <a:pt x="88" y="102"/>
                    </a:lnTo>
                    <a:lnTo>
                      <a:pt x="88" y="102"/>
                    </a:lnTo>
                    <a:lnTo>
                      <a:pt x="88" y="99"/>
                    </a:lnTo>
                    <a:lnTo>
                      <a:pt x="88" y="99"/>
                    </a:lnTo>
                    <a:lnTo>
                      <a:pt x="88" y="99"/>
                    </a:lnTo>
                    <a:lnTo>
                      <a:pt x="88" y="97"/>
                    </a:lnTo>
                    <a:lnTo>
                      <a:pt x="88" y="97"/>
                    </a:lnTo>
                    <a:lnTo>
                      <a:pt x="88" y="97"/>
                    </a:lnTo>
                    <a:lnTo>
                      <a:pt x="88" y="97"/>
                    </a:lnTo>
                    <a:lnTo>
                      <a:pt x="90" y="97"/>
                    </a:lnTo>
                    <a:lnTo>
                      <a:pt x="90" y="97"/>
                    </a:lnTo>
                    <a:lnTo>
                      <a:pt x="90" y="97"/>
                    </a:lnTo>
                    <a:lnTo>
                      <a:pt x="90" y="97"/>
                    </a:lnTo>
                    <a:lnTo>
                      <a:pt x="90" y="97"/>
                    </a:lnTo>
                    <a:lnTo>
                      <a:pt x="90" y="97"/>
                    </a:lnTo>
                    <a:lnTo>
                      <a:pt x="90" y="94"/>
                    </a:lnTo>
                    <a:lnTo>
                      <a:pt x="90" y="94"/>
                    </a:lnTo>
                    <a:lnTo>
                      <a:pt x="88" y="94"/>
                    </a:lnTo>
                    <a:lnTo>
                      <a:pt x="88" y="94"/>
                    </a:lnTo>
                    <a:lnTo>
                      <a:pt x="88" y="94"/>
                    </a:lnTo>
                    <a:lnTo>
                      <a:pt x="88" y="94"/>
                    </a:lnTo>
                    <a:lnTo>
                      <a:pt x="88" y="94"/>
                    </a:lnTo>
                    <a:lnTo>
                      <a:pt x="86" y="94"/>
                    </a:lnTo>
                    <a:lnTo>
                      <a:pt x="86" y="92"/>
                    </a:lnTo>
                    <a:lnTo>
                      <a:pt x="86" y="92"/>
                    </a:lnTo>
                    <a:lnTo>
                      <a:pt x="83" y="92"/>
                    </a:lnTo>
                    <a:lnTo>
                      <a:pt x="83" y="92"/>
                    </a:lnTo>
                    <a:lnTo>
                      <a:pt x="86" y="92"/>
                    </a:lnTo>
                    <a:lnTo>
                      <a:pt x="86" y="92"/>
                    </a:lnTo>
                    <a:lnTo>
                      <a:pt x="86" y="90"/>
                    </a:lnTo>
                    <a:lnTo>
                      <a:pt x="86" y="90"/>
                    </a:lnTo>
                    <a:lnTo>
                      <a:pt x="86" y="90"/>
                    </a:lnTo>
                    <a:lnTo>
                      <a:pt x="86" y="87"/>
                    </a:lnTo>
                    <a:lnTo>
                      <a:pt x="86" y="87"/>
                    </a:lnTo>
                    <a:lnTo>
                      <a:pt x="86" y="87"/>
                    </a:lnTo>
                    <a:lnTo>
                      <a:pt x="86" y="85"/>
                    </a:lnTo>
                    <a:lnTo>
                      <a:pt x="86" y="85"/>
                    </a:lnTo>
                    <a:lnTo>
                      <a:pt x="83" y="85"/>
                    </a:lnTo>
                    <a:lnTo>
                      <a:pt x="83" y="85"/>
                    </a:lnTo>
                    <a:lnTo>
                      <a:pt x="83" y="85"/>
                    </a:lnTo>
                    <a:lnTo>
                      <a:pt x="83" y="85"/>
                    </a:lnTo>
                    <a:lnTo>
                      <a:pt x="83" y="85"/>
                    </a:lnTo>
                    <a:lnTo>
                      <a:pt x="81" y="85"/>
                    </a:lnTo>
                    <a:lnTo>
                      <a:pt x="81" y="85"/>
                    </a:lnTo>
                    <a:lnTo>
                      <a:pt x="81" y="85"/>
                    </a:lnTo>
                    <a:lnTo>
                      <a:pt x="78" y="85"/>
                    </a:lnTo>
                    <a:lnTo>
                      <a:pt x="78" y="85"/>
                    </a:lnTo>
                    <a:lnTo>
                      <a:pt x="76" y="85"/>
                    </a:lnTo>
                    <a:lnTo>
                      <a:pt x="76" y="85"/>
                    </a:lnTo>
                    <a:lnTo>
                      <a:pt x="76" y="85"/>
                    </a:lnTo>
                    <a:lnTo>
                      <a:pt x="74" y="85"/>
                    </a:lnTo>
                    <a:lnTo>
                      <a:pt x="74" y="85"/>
                    </a:lnTo>
                    <a:lnTo>
                      <a:pt x="74" y="85"/>
                    </a:lnTo>
                    <a:lnTo>
                      <a:pt x="71" y="85"/>
                    </a:lnTo>
                    <a:lnTo>
                      <a:pt x="71" y="83"/>
                    </a:lnTo>
                    <a:lnTo>
                      <a:pt x="71" y="83"/>
                    </a:lnTo>
                    <a:lnTo>
                      <a:pt x="71" y="83"/>
                    </a:lnTo>
                    <a:lnTo>
                      <a:pt x="69" y="83"/>
                    </a:lnTo>
                    <a:lnTo>
                      <a:pt x="69" y="80"/>
                    </a:lnTo>
                    <a:lnTo>
                      <a:pt x="69" y="80"/>
                    </a:lnTo>
                    <a:lnTo>
                      <a:pt x="69" y="80"/>
                    </a:lnTo>
                    <a:lnTo>
                      <a:pt x="69" y="78"/>
                    </a:lnTo>
                    <a:lnTo>
                      <a:pt x="69" y="78"/>
                    </a:lnTo>
                    <a:lnTo>
                      <a:pt x="67" y="78"/>
                    </a:lnTo>
                    <a:lnTo>
                      <a:pt x="67" y="78"/>
                    </a:lnTo>
                    <a:lnTo>
                      <a:pt x="67" y="78"/>
                    </a:lnTo>
                    <a:lnTo>
                      <a:pt x="67" y="78"/>
                    </a:lnTo>
                    <a:lnTo>
                      <a:pt x="67" y="78"/>
                    </a:lnTo>
                    <a:lnTo>
                      <a:pt x="64" y="78"/>
                    </a:lnTo>
                    <a:lnTo>
                      <a:pt x="64" y="78"/>
                    </a:lnTo>
                    <a:lnTo>
                      <a:pt x="64" y="78"/>
                    </a:lnTo>
                    <a:lnTo>
                      <a:pt x="62" y="78"/>
                    </a:lnTo>
                    <a:lnTo>
                      <a:pt x="62" y="78"/>
                    </a:lnTo>
                    <a:lnTo>
                      <a:pt x="62" y="76"/>
                    </a:lnTo>
                    <a:lnTo>
                      <a:pt x="62" y="76"/>
                    </a:lnTo>
                    <a:lnTo>
                      <a:pt x="60" y="76"/>
                    </a:lnTo>
                    <a:lnTo>
                      <a:pt x="60" y="76"/>
                    </a:lnTo>
                    <a:lnTo>
                      <a:pt x="60" y="76"/>
                    </a:lnTo>
                    <a:lnTo>
                      <a:pt x="60" y="76"/>
                    </a:lnTo>
                    <a:lnTo>
                      <a:pt x="60" y="76"/>
                    </a:lnTo>
                    <a:lnTo>
                      <a:pt x="60" y="73"/>
                    </a:lnTo>
                    <a:lnTo>
                      <a:pt x="57" y="73"/>
                    </a:lnTo>
                    <a:lnTo>
                      <a:pt x="57" y="73"/>
                    </a:lnTo>
                    <a:lnTo>
                      <a:pt x="57" y="73"/>
                    </a:lnTo>
                    <a:lnTo>
                      <a:pt x="57" y="71"/>
                    </a:lnTo>
                    <a:lnTo>
                      <a:pt x="55" y="71"/>
                    </a:lnTo>
                    <a:lnTo>
                      <a:pt x="55" y="73"/>
                    </a:lnTo>
                    <a:lnTo>
                      <a:pt x="55" y="73"/>
                    </a:lnTo>
                    <a:lnTo>
                      <a:pt x="55" y="73"/>
                    </a:lnTo>
                    <a:lnTo>
                      <a:pt x="55" y="76"/>
                    </a:lnTo>
                    <a:lnTo>
                      <a:pt x="55" y="76"/>
                    </a:lnTo>
                    <a:lnTo>
                      <a:pt x="52" y="76"/>
                    </a:lnTo>
                    <a:lnTo>
                      <a:pt x="52" y="76"/>
                    </a:lnTo>
                    <a:lnTo>
                      <a:pt x="50" y="76"/>
                    </a:lnTo>
                    <a:lnTo>
                      <a:pt x="50" y="76"/>
                    </a:lnTo>
                    <a:lnTo>
                      <a:pt x="50" y="76"/>
                    </a:lnTo>
                    <a:lnTo>
                      <a:pt x="48" y="76"/>
                    </a:lnTo>
                    <a:lnTo>
                      <a:pt x="48" y="76"/>
                    </a:lnTo>
                    <a:lnTo>
                      <a:pt x="48" y="76"/>
                    </a:lnTo>
                    <a:lnTo>
                      <a:pt x="45" y="76"/>
                    </a:lnTo>
                    <a:lnTo>
                      <a:pt x="45" y="76"/>
                    </a:lnTo>
                    <a:lnTo>
                      <a:pt x="45" y="76"/>
                    </a:lnTo>
                    <a:lnTo>
                      <a:pt x="48" y="76"/>
                    </a:lnTo>
                    <a:lnTo>
                      <a:pt x="48" y="76"/>
                    </a:lnTo>
                    <a:lnTo>
                      <a:pt x="48" y="78"/>
                    </a:lnTo>
                    <a:lnTo>
                      <a:pt x="48" y="78"/>
                    </a:lnTo>
                    <a:lnTo>
                      <a:pt x="50" y="78"/>
                    </a:lnTo>
                    <a:lnTo>
                      <a:pt x="50" y="78"/>
                    </a:lnTo>
                    <a:lnTo>
                      <a:pt x="50" y="80"/>
                    </a:lnTo>
                    <a:lnTo>
                      <a:pt x="48" y="80"/>
                    </a:lnTo>
                    <a:lnTo>
                      <a:pt x="48" y="80"/>
                    </a:lnTo>
                    <a:lnTo>
                      <a:pt x="48" y="80"/>
                    </a:lnTo>
                    <a:lnTo>
                      <a:pt x="45" y="80"/>
                    </a:lnTo>
                    <a:lnTo>
                      <a:pt x="45" y="80"/>
                    </a:lnTo>
                    <a:lnTo>
                      <a:pt x="43" y="80"/>
                    </a:lnTo>
                    <a:lnTo>
                      <a:pt x="43" y="78"/>
                    </a:lnTo>
                    <a:lnTo>
                      <a:pt x="43" y="78"/>
                    </a:lnTo>
                    <a:lnTo>
                      <a:pt x="43" y="78"/>
                    </a:lnTo>
                    <a:lnTo>
                      <a:pt x="43" y="80"/>
                    </a:lnTo>
                    <a:lnTo>
                      <a:pt x="41" y="80"/>
                    </a:lnTo>
                    <a:lnTo>
                      <a:pt x="41" y="80"/>
                    </a:lnTo>
                    <a:lnTo>
                      <a:pt x="41" y="80"/>
                    </a:lnTo>
                    <a:lnTo>
                      <a:pt x="41" y="83"/>
                    </a:lnTo>
                    <a:lnTo>
                      <a:pt x="41" y="83"/>
                    </a:lnTo>
                    <a:lnTo>
                      <a:pt x="41" y="83"/>
                    </a:lnTo>
                    <a:lnTo>
                      <a:pt x="41" y="83"/>
                    </a:lnTo>
                    <a:lnTo>
                      <a:pt x="41" y="85"/>
                    </a:lnTo>
                    <a:lnTo>
                      <a:pt x="41" y="85"/>
                    </a:lnTo>
                    <a:lnTo>
                      <a:pt x="41" y="85"/>
                    </a:lnTo>
                    <a:lnTo>
                      <a:pt x="38" y="85"/>
                    </a:lnTo>
                    <a:lnTo>
                      <a:pt x="38" y="85"/>
                    </a:lnTo>
                    <a:lnTo>
                      <a:pt x="38" y="87"/>
                    </a:lnTo>
                    <a:lnTo>
                      <a:pt x="38" y="87"/>
                    </a:lnTo>
                    <a:lnTo>
                      <a:pt x="36" y="87"/>
                    </a:lnTo>
                    <a:lnTo>
                      <a:pt x="36" y="87"/>
                    </a:lnTo>
                    <a:lnTo>
                      <a:pt x="36" y="87"/>
                    </a:lnTo>
                    <a:lnTo>
                      <a:pt x="33" y="87"/>
                    </a:lnTo>
                    <a:lnTo>
                      <a:pt x="33" y="87"/>
                    </a:lnTo>
                    <a:lnTo>
                      <a:pt x="33" y="87"/>
                    </a:lnTo>
                    <a:lnTo>
                      <a:pt x="33" y="87"/>
                    </a:lnTo>
                    <a:lnTo>
                      <a:pt x="31" y="87"/>
                    </a:lnTo>
                    <a:lnTo>
                      <a:pt x="31" y="87"/>
                    </a:lnTo>
                    <a:lnTo>
                      <a:pt x="31" y="90"/>
                    </a:lnTo>
                    <a:lnTo>
                      <a:pt x="29" y="90"/>
                    </a:lnTo>
                    <a:lnTo>
                      <a:pt x="29" y="90"/>
                    </a:lnTo>
                    <a:lnTo>
                      <a:pt x="29" y="90"/>
                    </a:lnTo>
                    <a:lnTo>
                      <a:pt x="29" y="92"/>
                    </a:lnTo>
                    <a:lnTo>
                      <a:pt x="29" y="92"/>
                    </a:lnTo>
                    <a:lnTo>
                      <a:pt x="29" y="92"/>
                    </a:lnTo>
                    <a:lnTo>
                      <a:pt x="26" y="92"/>
                    </a:lnTo>
                    <a:lnTo>
                      <a:pt x="26" y="94"/>
                    </a:lnTo>
                    <a:lnTo>
                      <a:pt x="26" y="94"/>
                    </a:lnTo>
                    <a:lnTo>
                      <a:pt x="26" y="94"/>
                    </a:lnTo>
                    <a:lnTo>
                      <a:pt x="24" y="94"/>
                    </a:lnTo>
                    <a:lnTo>
                      <a:pt x="24" y="94"/>
                    </a:lnTo>
                    <a:lnTo>
                      <a:pt x="22" y="94"/>
                    </a:lnTo>
                    <a:lnTo>
                      <a:pt x="22" y="94"/>
                    </a:lnTo>
                    <a:lnTo>
                      <a:pt x="22" y="94"/>
                    </a:lnTo>
                    <a:lnTo>
                      <a:pt x="22" y="94"/>
                    </a:lnTo>
                    <a:lnTo>
                      <a:pt x="22" y="94"/>
                    </a:lnTo>
                    <a:lnTo>
                      <a:pt x="19" y="94"/>
                    </a:lnTo>
                    <a:lnTo>
                      <a:pt x="19" y="97"/>
                    </a:lnTo>
                    <a:lnTo>
                      <a:pt x="19" y="97"/>
                    </a:lnTo>
                    <a:lnTo>
                      <a:pt x="19" y="99"/>
                    </a:lnTo>
                    <a:lnTo>
                      <a:pt x="19" y="99"/>
                    </a:lnTo>
                    <a:lnTo>
                      <a:pt x="22" y="99"/>
                    </a:lnTo>
                    <a:lnTo>
                      <a:pt x="22" y="102"/>
                    </a:lnTo>
                    <a:lnTo>
                      <a:pt x="22" y="102"/>
                    </a:lnTo>
                    <a:lnTo>
                      <a:pt x="22" y="102"/>
                    </a:lnTo>
                    <a:lnTo>
                      <a:pt x="22" y="104"/>
                    </a:lnTo>
                    <a:lnTo>
                      <a:pt x="22" y="104"/>
                    </a:lnTo>
                    <a:lnTo>
                      <a:pt x="22" y="104"/>
                    </a:lnTo>
                    <a:lnTo>
                      <a:pt x="22" y="106"/>
                    </a:lnTo>
                    <a:lnTo>
                      <a:pt x="22" y="106"/>
                    </a:lnTo>
                    <a:lnTo>
                      <a:pt x="22" y="106"/>
                    </a:lnTo>
                    <a:lnTo>
                      <a:pt x="24" y="106"/>
                    </a:lnTo>
                    <a:lnTo>
                      <a:pt x="24" y="109"/>
                    </a:lnTo>
                    <a:lnTo>
                      <a:pt x="22" y="109"/>
                    </a:lnTo>
                    <a:lnTo>
                      <a:pt x="22" y="109"/>
                    </a:lnTo>
                    <a:lnTo>
                      <a:pt x="22" y="109"/>
                    </a:lnTo>
                    <a:lnTo>
                      <a:pt x="22" y="111"/>
                    </a:lnTo>
                    <a:lnTo>
                      <a:pt x="22" y="111"/>
                    </a:lnTo>
                    <a:lnTo>
                      <a:pt x="19" y="111"/>
                    </a:lnTo>
                    <a:lnTo>
                      <a:pt x="19" y="111"/>
                    </a:lnTo>
                    <a:lnTo>
                      <a:pt x="17" y="111"/>
                    </a:lnTo>
                    <a:lnTo>
                      <a:pt x="17" y="109"/>
                    </a:lnTo>
                    <a:lnTo>
                      <a:pt x="17" y="109"/>
                    </a:lnTo>
                    <a:lnTo>
                      <a:pt x="17" y="109"/>
                    </a:lnTo>
                    <a:lnTo>
                      <a:pt x="15" y="109"/>
                    </a:lnTo>
                    <a:lnTo>
                      <a:pt x="15" y="109"/>
                    </a:lnTo>
                    <a:lnTo>
                      <a:pt x="15" y="109"/>
                    </a:lnTo>
                    <a:lnTo>
                      <a:pt x="12" y="109"/>
                    </a:lnTo>
                    <a:lnTo>
                      <a:pt x="12" y="109"/>
                    </a:lnTo>
                    <a:lnTo>
                      <a:pt x="10" y="109"/>
                    </a:lnTo>
                    <a:lnTo>
                      <a:pt x="10" y="109"/>
                    </a:lnTo>
                    <a:lnTo>
                      <a:pt x="10" y="109"/>
                    </a:lnTo>
                    <a:lnTo>
                      <a:pt x="7" y="109"/>
                    </a:lnTo>
                    <a:lnTo>
                      <a:pt x="7" y="109"/>
                    </a:lnTo>
                    <a:lnTo>
                      <a:pt x="7" y="109"/>
                    </a:lnTo>
                    <a:lnTo>
                      <a:pt x="5" y="109"/>
                    </a:lnTo>
                    <a:lnTo>
                      <a:pt x="5" y="109"/>
                    </a:lnTo>
                    <a:lnTo>
                      <a:pt x="3" y="109"/>
                    </a:lnTo>
                    <a:lnTo>
                      <a:pt x="3" y="109"/>
                    </a:lnTo>
                    <a:lnTo>
                      <a:pt x="3" y="109"/>
                    </a:lnTo>
                    <a:lnTo>
                      <a:pt x="3" y="109"/>
                    </a:lnTo>
                    <a:lnTo>
                      <a:pt x="0" y="109"/>
                    </a:lnTo>
                    <a:lnTo>
                      <a:pt x="0" y="109"/>
                    </a:lnTo>
                    <a:lnTo>
                      <a:pt x="0" y="109"/>
                    </a:lnTo>
                    <a:lnTo>
                      <a:pt x="0" y="106"/>
                    </a:lnTo>
                    <a:lnTo>
                      <a:pt x="0" y="106"/>
                    </a:lnTo>
                    <a:lnTo>
                      <a:pt x="0" y="104"/>
                    </a:lnTo>
                    <a:lnTo>
                      <a:pt x="0" y="104"/>
                    </a:lnTo>
                    <a:lnTo>
                      <a:pt x="0" y="104"/>
                    </a:lnTo>
                    <a:lnTo>
                      <a:pt x="0" y="102"/>
                    </a:lnTo>
                    <a:lnTo>
                      <a:pt x="0" y="102"/>
                    </a:lnTo>
                    <a:lnTo>
                      <a:pt x="0" y="99"/>
                    </a:lnTo>
                    <a:lnTo>
                      <a:pt x="0" y="99"/>
                    </a:lnTo>
                    <a:lnTo>
                      <a:pt x="0" y="97"/>
                    </a:lnTo>
                    <a:lnTo>
                      <a:pt x="0" y="97"/>
                    </a:lnTo>
                    <a:lnTo>
                      <a:pt x="0" y="94"/>
                    </a:lnTo>
                    <a:lnTo>
                      <a:pt x="0" y="94"/>
                    </a:lnTo>
                    <a:lnTo>
                      <a:pt x="0" y="94"/>
                    </a:lnTo>
                    <a:lnTo>
                      <a:pt x="0" y="92"/>
                    </a:lnTo>
                    <a:lnTo>
                      <a:pt x="0" y="92"/>
                    </a:lnTo>
                    <a:lnTo>
                      <a:pt x="0" y="90"/>
                    </a:lnTo>
                    <a:lnTo>
                      <a:pt x="0" y="90"/>
                    </a:lnTo>
                    <a:lnTo>
                      <a:pt x="0" y="87"/>
                    </a:lnTo>
                    <a:lnTo>
                      <a:pt x="0" y="87"/>
                    </a:lnTo>
                    <a:lnTo>
                      <a:pt x="0" y="85"/>
                    </a:lnTo>
                    <a:lnTo>
                      <a:pt x="0" y="85"/>
                    </a:lnTo>
                    <a:lnTo>
                      <a:pt x="0" y="85"/>
                    </a:lnTo>
                    <a:lnTo>
                      <a:pt x="0" y="83"/>
                    </a:lnTo>
                    <a:lnTo>
                      <a:pt x="0" y="83"/>
                    </a:lnTo>
                    <a:lnTo>
                      <a:pt x="0" y="80"/>
                    </a:lnTo>
                    <a:lnTo>
                      <a:pt x="0" y="80"/>
                    </a:lnTo>
                    <a:lnTo>
                      <a:pt x="0" y="78"/>
                    </a:lnTo>
                    <a:lnTo>
                      <a:pt x="0" y="78"/>
                    </a:lnTo>
                    <a:lnTo>
                      <a:pt x="0" y="76"/>
                    </a:lnTo>
                    <a:lnTo>
                      <a:pt x="0" y="76"/>
                    </a:lnTo>
                    <a:lnTo>
                      <a:pt x="0" y="76"/>
                    </a:lnTo>
                    <a:lnTo>
                      <a:pt x="0" y="73"/>
                    </a:lnTo>
                    <a:lnTo>
                      <a:pt x="0" y="73"/>
                    </a:lnTo>
                    <a:lnTo>
                      <a:pt x="0" y="71"/>
                    </a:lnTo>
                    <a:lnTo>
                      <a:pt x="0" y="71"/>
                    </a:lnTo>
                    <a:lnTo>
                      <a:pt x="0" y="68"/>
                    </a:lnTo>
                    <a:lnTo>
                      <a:pt x="0" y="68"/>
                    </a:lnTo>
                    <a:lnTo>
                      <a:pt x="0" y="66"/>
                    </a:lnTo>
                    <a:lnTo>
                      <a:pt x="0" y="66"/>
                    </a:lnTo>
                    <a:lnTo>
                      <a:pt x="0" y="64"/>
                    </a:lnTo>
                    <a:lnTo>
                      <a:pt x="0" y="64"/>
                    </a:lnTo>
                    <a:lnTo>
                      <a:pt x="0" y="64"/>
                    </a:lnTo>
                    <a:lnTo>
                      <a:pt x="0" y="61"/>
                    </a:lnTo>
                    <a:lnTo>
                      <a:pt x="0" y="61"/>
                    </a:lnTo>
                    <a:lnTo>
                      <a:pt x="0" y="59"/>
                    </a:lnTo>
                    <a:lnTo>
                      <a:pt x="0" y="59"/>
                    </a:lnTo>
                    <a:lnTo>
                      <a:pt x="0" y="57"/>
                    </a:lnTo>
                    <a:lnTo>
                      <a:pt x="0" y="57"/>
                    </a:lnTo>
                    <a:lnTo>
                      <a:pt x="0" y="54"/>
                    </a:lnTo>
                    <a:lnTo>
                      <a:pt x="0" y="54"/>
                    </a:lnTo>
                    <a:lnTo>
                      <a:pt x="0" y="54"/>
                    </a:lnTo>
                    <a:lnTo>
                      <a:pt x="0" y="52"/>
                    </a:lnTo>
                    <a:lnTo>
                      <a:pt x="0" y="52"/>
                    </a:lnTo>
                    <a:lnTo>
                      <a:pt x="0" y="49"/>
                    </a:lnTo>
                    <a:lnTo>
                      <a:pt x="0" y="49"/>
                    </a:lnTo>
                    <a:lnTo>
                      <a:pt x="0" y="47"/>
                    </a:lnTo>
                    <a:lnTo>
                      <a:pt x="0" y="47"/>
                    </a:lnTo>
                    <a:lnTo>
                      <a:pt x="0" y="45"/>
                    </a:lnTo>
                    <a:lnTo>
                      <a:pt x="0" y="45"/>
                    </a:lnTo>
                    <a:lnTo>
                      <a:pt x="0" y="45"/>
                    </a:lnTo>
                    <a:lnTo>
                      <a:pt x="0" y="42"/>
                    </a:lnTo>
                    <a:lnTo>
                      <a:pt x="0" y="42"/>
                    </a:lnTo>
                    <a:lnTo>
                      <a:pt x="0" y="40"/>
                    </a:lnTo>
                    <a:lnTo>
                      <a:pt x="0" y="40"/>
                    </a:lnTo>
                    <a:lnTo>
                      <a:pt x="0" y="38"/>
                    </a:lnTo>
                    <a:lnTo>
                      <a:pt x="0" y="38"/>
                    </a:lnTo>
                    <a:lnTo>
                      <a:pt x="0" y="35"/>
                    </a:lnTo>
                    <a:lnTo>
                      <a:pt x="0" y="35"/>
                    </a:lnTo>
                    <a:lnTo>
                      <a:pt x="0" y="35"/>
                    </a:lnTo>
                    <a:lnTo>
                      <a:pt x="0" y="33"/>
                    </a:lnTo>
                    <a:lnTo>
                      <a:pt x="0" y="33"/>
                    </a:lnTo>
                    <a:lnTo>
                      <a:pt x="0" y="30"/>
                    </a:lnTo>
                    <a:lnTo>
                      <a:pt x="0" y="30"/>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4"/>
                    </a:lnTo>
                    <a:lnTo>
                      <a:pt x="0" y="14"/>
                    </a:lnTo>
                    <a:lnTo>
                      <a:pt x="0" y="14"/>
                    </a:lnTo>
                    <a:lnTo>
                      <a:pt x="3" y="14"/>
                    </a:lnTo>
                    <a:lnTo>
                      <a:pt x="3" y="14"/>
                    </a:lnTo>
                    <a:lnTo>
                      <a:pt x="3" y="14"/>
                    </a:lnTo>
                    <a:lnTo>
                      <a:pt x="3" y="14"/>
                    </a:lnTo>
                    <a:lnTo>
                      <a:pt x="3" y="14"/>
                    </a:lnTo>
                    <a:lnTo>
                      <a:pt x="5" y="14"/>
                    </a:lnTo>
                    <a:lnTo>
                      <a:pt x="5" y="14"/>
                    </a:lnTo>
                    <a:lnTo>
                      <a:pt x="7" y="14"/>
                    </a:lnTo>
                    <a:lnTo>
                      <a:pt x="7" y="14"/>
                    </a:lnTo>
                    <a:lnTo>
                      <a:pt x="7" y="14"/>
                    </a:lnTo>
                    <a:lnTo>
                      <a:pt x="10" y="14"/>
                    </a:lnTo>
                    <a:lnTo>
                      <a:pt x="10" y="12"/>
                    </a:lnTo>
                    <a:lnTo>
                      <a:pt x="10" y="12"/>
                    </a:lnTo>
                    <a:lnTo>
                      <a:pt x="10" y="12"/>
                    </a:lnTo>
                    <a:lnTo>
                      <a:pt x="12" y="12"/>
                    </a:lnTo>
                    <a:lnTo>
                      <a:pt x="12" y="12"/>
                    </a:lnTo>
                    <a:lnTo>
                      <a:pt x="12" y="12"/>
                    </a:lnTo>
                    <a:lnTo>
                      <a:pt x="15" y="12"/>
                    </a:lnTo>
                    <a:lnTo>
                      <a:pt x="15" y="12"/>
                    </a:lnTo>
                    <a:lnTo>
                      <a:pt x="15" y="12"/>
                    </a:lnTo>
                    <a:lnTo>
                      <a:pt x="17" y="12"/>
                    </a:lnTo>
                    <a:lnTo>
                      <a:pt x="17" y="9"/>
                    </a:lnTo>
                    <a:lnTo>
                      <a:pt x="17" y="9"/>
                    </a:lnTo>
                    <a:lnTo>
                      <a:pt x="17" y="9"/>
                    </a:lnTo>
                    <a:lnTo>
                      <a:pt x="19" y="9"/>
                    </a:lnTo>
                    <a:lnTo>
                      <a:pt x="19" y="9"/>
                    </a:lnTo>
                    <a:lnTo>
                      <a:pt x="22" y="9"/>
                    </a:lnTo>
                    <a:lnTo>
                      <a:pt x="22" y="9"/>
                    </a:lnTo>
                    <a:lnTo>
                      <a:pt x="22" y="9"/>
                    </a:lnTo>
                    <a:lnTo>
                      <a:pt x="22" y="9"/>
                    </a:lnTo>
                    <a:lnTo>
                      <a:pt x="24" y="9"/>
                    </a:lnTo>
                    <a:lnTo>
                      <a:pt x="24" y="9"/>
                    </a:lnTo>
                    <a:lnTo>
                      <a:pt x="24" y="7"/>
                    </a:lnTo>
                    <a:lnTo>
                      <a:pt x="26" y="7"/>
                    </a:lnTo>
                    <a:lnTo>
                      <a:pt x="26" y="7"/>
                    </a:lnTo>
                    <a:lnTo>
                      <a:pt x="26" y="7"/>
                    </a:lnTo>
                    <a:lnTo>
                      <a:pt x="29" y="7"/>
                    </a:lnTo>
                    <a:lnTo>
                      <a:pt x="29" y="7"/>
                    </a:lnTo>
                    <a:lnTo>
                      <a:pt x="29" y="7"/>
                    </a:lnTo>
                    <a:lnTo>
                      <a:pt x="29" y="7"/>
                    </a:lnTo>
                    <a:lnTo>
                      <a:pt x="31" y="7"/>
                    </a:lnTo>
                    <a:lnTo>
                      <a:pt x="31" y="7"/>
                    </a:lnTo>
                    <a:lnTo>
                      <a:pt x="33" y="7"/>
                    </a:lnTo>
                    <a:lnTo>
                      <a:pt x="33" y="4"/>
                    </a:lnTo>
                    <a:lnTo>
                      <a:pt x="33" y="4"/>
                    </a:lnTo>
                    <a:lnTo>
                      <a:pt x="33" y="4"/>
                    </a:lnTo>
                    <a:lnTo>
                      <a:pt x="36" y="4"/>
                    </a:lnTo>
                    <a:lnTo>
                      <a:pt x="36" y="4"/>
                    </a:lnTo>
                    <a:lnTo>
                      <a:pt x="36" y="4"/>
                    </a:lnTo>
                    <a:lnTo>
                      <a:pt x="36" y="4"/>
                    </a:lnTo>
                    <a:lnTo>
                      <a:pt x="38" y="4"/>
                    </a:lnTo>
                    <a:lnTo>
                      <a:pt x="38" y="4"/>
                    </a:lnTo>
                    <a:lnTo>
                      <a:pt x="41" y="4"/>
                    </a:lnTo>
                    <a:lnTo>
                      <a:pt x="41" y="4"/>
                    </a:lnTo>
                    <a:lnTo>
                      <a:pt x="41" y="4"/>
                    </a:lnTo>
                    <a:lnTo>
                      <a:pt x="41" y="4"/>
                    </a:lnTo>
                    <a:lnTo>
                      <a:pt x="43" y="4"/>
                    </a:lnTo>
                    <a:lnTo>
                      <a:pt x="43" y="4"/>
                    </a:lnTo>
                    <a:lnTo>
                      <a:pt x="43" y="4"/>
                    </a:lnTo>
                    <a:lnTo>
                      <a:pt x="45" y="4"/>
                    </a:lnTo>
                    <a:lnTo>
                      <a:pt x="45" y="2"/>
                    </a:lnTo>
                    <a:lnTo>
                      <a:pt x="45" y="2"/>
                    </a:lnTo>
                    <a:lnTo>
                      <a:pt x="48" y="2"/>
                    </a:lnTo>
                    <a:lnTo>
                      <a:pt x="48" y="2"/>
                    </a:lnTo>
                    <a:lnTo>
                      <a:pt x="48" y="2"/>
                    </a:lnTo>
                    <a:lnTo>
                      <a:pt x="48" y="2"/>
                    </a:lnTo>
                    <a:lnTo>
                      <a:pt x="50" y="2"/>
                    </a:lnTo>
                    <a:lnTo>
                      <a:pt x="50" y="2"/>
                    </a:lnTo>
                    <a:lnTo>
                      <a:pt x="50" y="2"/>
                    </a:lnTo>
                    <a:lnTo>
                      <a:pt x="52" y="2"/>
                    </a:lnTo>
                    <a:lnTo>
                      <a:pt x="52" y="0"/>
                    </a:lnTo>
                    <a:lnTo>
                      <a:pt x="52" y="0"/>
                    </a:lnTo>
                    <a:lnTo>
                      <a:pt x="55" y="0"/>
                    </a:lnTo>
                    <a:lnTo>
                      <a:pt x="55" y="0"/>
                    </a:lnTo>
                    <a:lnTo>
                      <a:pt x="55" y="0"/>
                    </a:lnTo>
                    <a:lnTo>
                      <a:pt x="55" y="2"/>
                    </a:lnTo>
                    <a:lnTo>
                      <a:pt x="55" y="2"/>
                    </a:lnTo>
                    <a:lnTo>
                      <a:pt x="55" y="2"/>
                    </a:lnTo>
                    <a:lnTo>
                      <a:pt x="55" y="4"/>
                    </a:lnTo>
                    <a:lnTo>
                      <a:pt x="55" y="4"/>
                    </a:lnTo>
                    <a:lnTo>
                      <a:pt x="55" y="4"/>
                    </a:lnTo>
                    <a:lnTo>
                      <a:pt x="55" y="4"/>
                    </a:lnTo>
                    <a:lnTo>
                      <a:pt x="52" y="4"/>
                    </a:lnTo>
                    <a:lnTo>
                      <a:pt x="52" y="7"/>
                    </a:lnTo>
                    <a:lnTo>
                      <a:pt x="52" y="7"/>
                    </a:lnTo>
                    <a:lnTo>
                      <a:pt x="52" y="7"/>
                    </a:lnTo>
                    <a:lnTo>
                      <a:pt x="50" y="7"/>
                    </a:lnTo>
                    <a:lnTo>
                      <a:pt x="50" y="9"/>
                    </a:lnTo>
                    <a:lnTo>
                      <a:pt x="50" y="9"/>
                    </a:lnTo>
                    <a:lnTo>
                      <a:pt x="50" y="9"/>
                    </a:lnTo>
                    <a:lnTo>
                      <a:pt x="50" y="12"/>
                    </a:lnTo>
                    <a:lnTo>
                      <a:pt x="50" y="12"/>
                    </a:lnTo>
                    <a:lnTo>
                      <a:pt x="50" y="14"/>
                    </a:lnTo>
                    <a:lnTo>
                      <a:pt x="50" y="14"/>
                    </a:lnTo>
                    <a:lnTo>
                      <a:pt x="50" y="14"/>
                    </a:lnTo>
                    <a:lnTo>
                      <a:pt x="48" y="14"/>
                    </a:lnTo>
                    <a:lnTo>
                      <a:pt x="48" y="14"/>
                    </a:lnTo>
                    <a:lnTo>
                      <a:pt x="48" y="16"/>
                    </a:lnTo>
                    <a:lnTo>
                      <a:pt x="48" y="16"/>
                    </a:lnTo>
                    <a:lnTo>
                      <a:pt x="48" y="16"/>
                    </a:lnTo>
                    <a:lnTo>
                      <a:pt x="48" y="19"/>
                    </a:lnTo>
                    <a:lnTo>
                      <a:pt x="48" y="19"/>
                    </a:lnTo>
                    <a:lnTo>
                      <a:pt x="48" y="19"/>
                    </a:lnTo>
                    <a:lnTo>
                      <a:pt x="48" y="21"/>
                    </a:lnTo>
                    <a:lnTo>
                      <a:pt x="48" y="21"/>
                    </a:lnTo>
                    <a:lnTo>
                      <a:pt x="48" y="21"/>
                    </a:lnTo>
                    <a:lnTo>
                      <a:pt x="48" y="23"/>
                    </a:lnTo>
                    <a:lnTo>
                      <a:pt x="48" y="23"/>
                    </a:lnTo>
                    <a:lnTo>
                      <a:pt x="48" y="23"/>
                    </a:lnTo>
                    <a:lnTo>
                      <a:pt x="50" y="23"/>
                    </a:lnTo>
                    <a:lnTo>
                      <a:pt x="50" y="26"/>
                    </a:lnTo>
                    <a:lnTo>
                      <a:pt x="50" y="26"/>
                    </a:lnTo>
                    <a:lnTo>
                      <a:pt x="48" y="26"/>
                    </a:lnTo>
                    <a:lnTo>
                      <a:pt x="48" y="26"/>
                    </a:lnTo>
                    <a:lnTo>
                      <a:pt x="48" y="26"/>
                    </a:lnTo>
                    <a:lnTo>
                      <a:pt x="48" y="28"/>
                    </a:lnTo>
                    <a:lnTo>
                      <a:pt x="48" y="28"/>
                    </a:lnTo>
                    <a:lnTo>
                      <a:pt x="48" y="30"/>
                    </a:lnTo>
                    <a:lnTo>
                      <a:pt x="48" y="30"/>
                    </a:lnTo>
                    <a:lnTo>
                      <a:pt x="48" y="33"/>
                    </a:lnTo>
                    <a:lnTo>
                      <a:pt x="48" y="33"/>
                    </a:lnTo>
                    <a:lnTo>
                      <a:pt x="48" y="33"/>
                    </a:lnTo>
                    <a:lnTo>
                      <a:pt x="50" y="33"/>
                    </a:lnTo>
                    <a:lnTo>
                      <a:pt x="50" y="35"/>
                    </a:lnTo>
                    <a:lnTo>
                      <a:pt x="50" y="35"/>
                    </a:lnTo>
                    <a:lnTo>
                      <a:pt x="50" y="35"/>
                    </a:lnTo>
                    <a:lnTo>
                      <a:pt x="50" y="35"/>
                    </a:lnTo>
                    <a:lnTo>
                      <a:pt x="50" y="35"/>
                    </a:lnTo>
                    <a:lnTo>
                      <a:pt x="50" y="38"/>
                    </a:lnTo>
                    <a:lnTo>
                      <a:pt x="50" y="38"/>
                    </a:lnTo>
                    <a:lnTo>
                      <a:pt x="50" y="40"/>
                    </a:lnTo>
                    <a:lnTo>
                      <a:pt x="50" y="40"/>
                    </a:lnTo>
                    <a:lnTo>
                      <a:pt x="50" y="42"/>
                    </a:lnTo>
                    <a:lnTo>
                      <a:pt x="50" y="42"/>
                    </a:lnTo>
                    <a:lnTo>
                      <a:pt x="50" y="42"/>
                    </a:lnTo>
                    <a:lnTo>
                      <a:pt x="50" y="45"/>
                    </a:lnTo>
                    <a:lnTo>
                      <a:pt x="50" y="45"/>
                    </a:lnTo>
                    <a:lnTo>
                      <a:pt x="50" y="45"/>
                    </a:lnTo>
                    <a:lnTo>
                      <a:pt x="52" y="45"/>
                    </a:lnTo>
                    <a:lnTo>
                      <a:pt x="52" y="45"/>
                    </a:lnTo>
                    <a:lnTo>
                      <a:pt x="52" y="45"/>
                    </a:lnTo>
                    <a:lnTo>
                      <a:pt x="55" y="45"/>
                    </a:lnTo>
                    <a:lnTo>
                      <a:pt x="55" y="45"/>
                    </a:lnTo>
                    <a:lnTo>
                      <a:pt x="55" y="45"/>
                    </a:lnTo>
                    <a:lnTo>
                      <a:pt x="57" y="45"/>
                    </a:lnTo>
                    <a:lnTo>
                      <a:pt x="57" y="45"/>
                    </a:lnTo>
                    <a:lnTo>
                      <a:pt x="57" y="45"/>
                    </a:lnTo>
                    <a:lnTo>
                      <a:pt x="57" y="45"/>
                    </a:lnTo>
                    <a:lnTo>
                      <a:pt x="57" y="45"/>
                    </a:lnTo>
                    <a:lnTo>
                      <a:pt x="57" y="42"/>
                    </a:lnTo>
                    <a:lnTo>
                      <a:pt x="57" y="42"/>
                    </a:lnTo>
                    <a:lnTo>
                      <a:pt x="57" y="42"/>
                    </a:lnTo>
                    <a:lnTo>
                      <a:pt x="60" y="42"/>
                    </a:lnTo>
                    <a:lnTo>
                      <a:pt x="60" y="40"/>
                    </a:lnTo>
                    <a:lnTo>
                      <a:pt x="60" y="40"/>
                    </a:lnTo>
                    <a:lnTo>
                      <a:pt x="60" y="40"/>
                    </a:lnTo>
                    <a:lnTo>
                      <a:pt x="60" y="42"/>
                    </a:lnTo>
                    <a:lnTo>
                      <a:pt x="62" y="42"/>
                    </a:lnTo>
                    <a:lnTo>
                      <a:pt x="62" y="42"/>
                    </a:lnTo>
                    <a:lnTo>
                      <a:pt x="62" y="42"/>
                    </a:lnTo>
                    <a:lnTo>
                      <a:pt x="62" y="42"/>
                    </a:lnTo>
                    <a:lnTo>
                      <a:pt x="64" y="42"/>
                    </a:lnTo>
                    <a:lnTo>
                      <a:pt x="64" y="45"/>
                    </a:lnTo>
                    <a:lnTo>
                      <a:pt x="64" y="45"/>
                    </a:lnTo>
                    <a:lnTo>
                      <a:pt x="64" y="45"/>
                    </a:lnTo>
                    <a:lnTo>
                      <a:pt x="67" y="45"/>
                    </a:lnTo>
                    <a:lnTo>
                      <a:pt x="67" y="45"/>
                    </a:lnTo>
                    <a:lnTo>
                      <a:pt x="67" y="42"/>
                    </a:lnTo>
                    <a:lnTo>
                      <a:pt x="67" y="42"/>
                    </a:lnTo>
                    <a:lnTo>
                      <a:pt x="67" y="42"/>
                    </a:lnTo>
                    <a:lnTo>
                      <a:pt x="67" y="45"/>
                    </a:lnTo>
                    <a:lnTo>
                      <a:pt x="69" y="45"/>
                    </a:lnTo>
                    <a:lnTo>
                      <a:pt x="69" y="45"/>
                    </a:lnTo>
                    <a:lnTo>
                      <a:pt x="69" y="42"/>
                    </a:lnTo>
                    <a:lnTo>
                      <a:pt x="69" y="42"/>
                    </a:lnTo>
                    <a:lnTo>
                      <a:pt x="71" y="42"/>
                    </a:lnTo>
                    <a:lnTo>
                      <a:pt x="71" y="42"/>
                    </a:lnTo>
                    <a:lnTo>
                      <a:pt x="74" y="42"/>
                    </a:lnTo>
                    <a:lnTo>
                      <a:pt x="74" y="42"/>
                    </a:lnTo>
                    <a:lnTo>
                      <a:pt x="74" y="42"/>
                    </a:lnTo>
                    <a:lnTo>
                      <a:pt x="74" y="42"/>
                    </a:lnTo>
                    <a:lnTo>
                      <a:pt x="76" y="42"/>
                    </a:lnTo>
                    <a:lnTo>
                      <a:pt x="76" y="42"/>
                    </a:lnTo>
                    <a:lnTo>
                      <a:pt x="76" y="45"/>
                    </a:lnTo>
                    <a:lnTo>
                      <a:pt x="74" y="45"/>
                    </a:lnTo>
                    <a:lnTo>
                      <a:pt x="74" y="45"/>
                    </a:lnTo>
                    <a:lnTo>
                      <a:pt x="76" y="45"/>
                    </a:lnTo>
                    <a:lnTo>
                      <a:pt x="76" y="45"/>
                    </a:lnTo>
                    <a:lnTo>
                      <a:pt x="76" y="47"/>
                    </a:lnTo>
                    <a:lnTo>
                      <a:pt x="76" y="47"/>
                    </a:lnTo>
                    <a:lnTo>
                      <a:pt x="76" y="47"/>
                    </a:lnTo>
                    <a:lnTo>
                      <a:pt x="76" y="47"/>
                    </a:lnTo>
                    <a:lnTo>
                      <a:pt x="78" y="47"/>
                    </a:lnTo>
                    <a:lnTo>
                      <a:pt x="78" y="47"/>
                    </a:lnTo>
                    <a:lnTo>
                      <a:pt x="81" y="47"/>
                    </a:lnTo>
                    <a:lnTo>
                      <a:pt x="81" y="47"/>
                    </a:lnTo>
                    <a:lnTo>
                      <a:pt x="81" y="47"/>
                    </a:lnTo>
                    <a:lnTo>
                      <a:pt x="83" y="47"/>
                    </a:lnTo>
                    <a:lnTo>
                      <a:pt x="83" y="49"/>
                    </a:lnTo>
                    <a:lnTo>
                      <a:pt x="83" y="49"/>
                    </a:lnTo>
                    <a:lnTo>
                      <a:pt x="83" y="52"/>
                    </a:lnTo>
                    <a:lnTo>
                      <a:pt x="83" y="52"/>
                    </a:lnTo>
                    <a:lnTo>
                      <a:pt x="81" y="52"/>
                    </a:lnTo>
                    <a:lnTo>
                      <a:pt x="81" y="52"/>
                    </a:lnTo>
                    <a:lnTo>
                      <a:pt x="81" y="52"/>
                    </a:lnTo>
                    <a:lnTo>
                      <a:pt x="81" y="52"/>
                    </a:lnTo>
                    <a:lnTo>
                      <a:pt x="78" y="52"/>
                    </a:lnTo>
                    <a:lnTo>
                      <a:pt x="78" y="52"/>
                    </a:lnTo>
                    <a:lnTo>
                      <a:pt x="78" y="54"/>
                    </a:lnTo>
                    <a:lnTo>
                      <a:pt x="81" y="54"/>
                    </a:lnTo>
                    <a:lnTo>
                      <a:pt x="81" y="54"/>
                    </a:lnTo>
                    <a:lnTo>
                      <a:pt x="81" y="54"/>
                    </a:lnTo>
                    <a:lnTo>
                      <a:pt x="81" y="54"/>
                    </a:lnTo>
                    <a:lnTo>
                      <a:pt x="81" y="54"/>
                    </a:lnTo>
                    <a:lnTo>
                      <a:pt x="83" y="54"/>
                    </a:lnTo>
                    <a:lnTo>
                      <a:pt x="83" y="54"/>
                    </a:lnTo>
                    <a:lnTo>
                      <a:pt x="83" y="54"/>
                    </a:lnTo>
                    <a:lnTo>
                      <a:pt x="83" y="52"/>
                    </a:lnTo>
                    <a:lnTo>
                      <a:pt x="83" y="52"/>
                    </a:lnTo>
                    <a:lnTo>
                      <a:pt x="86" y="52"/>
                    </a:lnTo>
                    <a:lnTo>
                      <a:pt x="86" y="49"/>
                    </a:lnTo>
                    <a:lnTo>
                      <a:pt x="86" y="49"/>
                    </a:lnTo>
                    <a:lnTo>
                      <a:pt x="86" y="47"/>
                    </a:lnTo>
                    <a:lnTo>
                      <a:pt x="86" y="47"/>
                    </a:lnTo>
                    <a:lnTo>
                      <a:pt x="86" y="47"/>
                    </a:lnTo>
                    <a:lnTo>
                      <a:pt x="86" y="45"/>
                    </a:lnTo>
                    <a:lnTo>
                      <a:pt x="88" y="45"/>
                    </a:lnTo>
                    <a:lnTo>
                      <a:pt x="88" y="45"/>
                    </a:lnTo>
                    <a:lnTo>
                      <a:pt x="88" y="45"/>
                    </a:lnTo>
                    <a:lnTo>
                      <a:pt x="88" y="45"/>
                    </a:lnTo>
                    <a:lnTo>
                      <a:pt x="88" y="45"/>
                    </a:lnTo>
                    <a:lnTo>
                      <a:pt x="88" y="42"/>
                    </a:lnTo>
                    <a:lnTo>
                      <a:pt x="90" y="42"/>
                    </a:lnTo>
                    <a:lnTo>
                      <a:pt x="90" y="42"/>
                    </a:lnTo>
                    <a:lnTo>
                      <a:pt x="90" y="42"/>
                    </a:lnTo>
                    <a:lnTo>
                      <a:pt x="90" y="42"/>
                    </a:lnTo>
                    <a:lnTo>
                      <a:pt x="90" y="42"/>
                    </a:lnTo>
                    <a:lnTo>
                      <a:pt x="93" y="42"/>
                    </a:lnTo>
                    <a:lnTo>
                      <a:pt x="93" y="42"/>
                    </a:lnTo>
                    <a:lnTo>
                      <a:pt x="93" y="40"/>
                    </a:lnTo>
                    <a:lnTo>
                      <a:pt x="93" y="40"/>
                    </a:lnTo>
                    <a:lnTo>
                      <a:pt x="95" y="40"/>
                    </a:lnTo>
                    <a:lnTo>
                      <a:pt x="95" y="40"/>
                    </a:lnTo>
                    <a:lnTo>
                      <a:pt x="95" y="40"/>
                    </a:lnTo>
                    <a:lnTo>
                      <a:pt x="95" y="40"/>
                    </a:lnTo>
                    <a:lnTo>
                      <a:pt x="97" y="40"/>
                    </a:lnTo>
                    <a:lnTo>
                      <a:pt x="97" y="38"/>
                    </a:lnTo>
                    <a:lnTo>
                      <a:pt x="97" y="38"/>
                    </a:lnTo>
                    <a:lnTo>
                      <a:pt x="100" y="38"/>
                    </a:lnTo>
                    <a:lnTo>
                      <a:pt x="100" y="38"/>
                    </a:lnTo>
                    <a:lnTo>
                      <a:pt x="100" y="38"/>
                    </a:lnTo>
                    <a:lnTo>
                      <a:pt x="100" y="38"/>
                    </a:lnTo>
                    <a:lnTo>
                      <a:pt x="100" y="35"/>
                    </a:lnTo>
                    <a:lnTo>
                      <a:pt x="102" y="35"/>
                    </a:lnTo>
                    <a:lnTo>
                      <a:pt x="102" y="35"/>
                    </a:lnTo>
                    <a:lnTo>
                      <a:pt x="102" y="35"/>
                    </a:lnTo>
                    <a:lnTo>
                      <a:pt x="102" y="35"/>
                    </a:lnTo>
                    <a:lnTo>
                      <a:pt x="102" y="35"/>
                    </a:lnTo>
                    <a:lnTo>
                      <a:pt x="102" y="33"/>
                    </a:lnTo>
                    <a:lnTo>
                      <a:pt x="104" y="33"/>
                    </a:lnTo>
                    <a:lnTo>
                      <a:pt x="104" y="33"/>
                    </a:lnTo>
                    <a:lnTo>
                      <a:pt x="104" y="33"/>
                    </a:lnTo>
                    <a:lnTo>
                      <a:pt x="107" y="33"/>
                    </a:lnTo>
                    <a:lnTo>
                      <a:pt x="107" y="33"/>
                    </a:lnTo>
                    <a:lnTo>
                      <a:pt x="107" y="33"/>
                    </a:lnTo>
                    <a:lnTo>
                      <a:pt x="107" y="30"/>
                    </a:lnTo>
                    <a:lnTo>
                      <a:pt x="109" y="30"/>
                    </a:lnTo>
                    <a:lnTo>
                      <a:pt x="109" y="30"/>
                    </a:lnTo>
                    <a:lnTo>
                      <a:pt x="109" y="33"/>
                    </a:lnTo>
                    <a:lnTo>
                      <a:pt x="109" y="33"/>
                    </a:lnTo>
                    <a:lnTo>
                      <a:pt x="109" y="35"/>
                    </a:lnTo>
                    <a:lnTo>
                      <a:pt x="109" y="35"/>
                    </a:lnTo>
                    <a:lnTo>
                      <a:pt x="109" y="35"/>
                    </a:lnTo>
                    <a:lnTo>
                      <a:pt x="112" y="35"/>
                    </a:lnTo>
                    <a:lnTo>
                      <a:pt x="112" y="35"/>
                    </a:lnTo>
                    <a:lnTo>
                      <a:pt x="112" y="35"/>
                    </a:lnTo>
                    <a:lnTo>
                      <a:pt x="112" y="38"/>
                    </a:lnTo>
                    <a:lnTo>
                      <a:pt x="114" y="38"/>
                    </a:lnTo>
                    <a:lnTo>
                      <a:pt x="114" y="38"/>
                    </a:lnTo>
                    <a:lnTo>
                      <a:pt x="114" y="38"/>
                    </a:lnTo>
                    <a:lnTo>
                      <a:pt x="114" y="38"/>
                    </a:lnTo>
                    <a:lnTo>
                      <a:pt x="114" y="40"/>
                    </a:lnTo>
                    <a:lnTo>
                      <a:pt x="116" y="40"/>
                    </a:lnTo>
                    <a:lnTo>
                      <a:pt x="116" y="40"/>
                    </a:lnTo>
                    <a:lnTo>
                      <a:pt x="116" y="40"/>
                    </a:lnTo>
                    <a:lnTo>
                      <a:pt x="116" y="42"/>
                    </a:lnTo>
                    <a:lnTo>
                      <a:pt x="116" y="42"/>
                    </a:lnTo>
                    <a:lnTo>
                      <a:pt x="116" y="42"/>
                    </a:lnTo>
                    <a:lnTo>
                      <a:pt x="119" y="42"/>
                    </a:lnTo>
                    <a:lnTo>
                      <a:pt x="119" y="45"/>
                    </a:lnTo>
                    <a:lnTo>
                      <a:pt x="119" y="45"/>
                    </a:lnTo>
                    <a:lnTo>
                      <a:pt x="119" y="45"/>
                    </a:lnTo>
                    <a:lnTo>
                      <a:pt x="121" y="45"/>
                    </a:lnTo>
                    <a:lnTo>
                      <a:pt x="121" y="45"/>
                    </a:lnTo>
                    <a:lnTo>
                      <a:pt x="121" y="45"/>
                    </a:lnTo>
                    <a:lnTo>
                      <a:pt x="121" y="45"/>
                    </a:lnTo>
                    <a:lnTo>
                      <a:pt x="121" y="47"/>
                    </a:lnTo>
                    <a:lnTo>
                      <a:pt x="123" y="47"/>
                    </a:lnTo>
                    <a:lnTo>
                      <a:pt x="123" y="47"/>
                    </a:lnTo>
                    <a:lnTo>
                      <a:pt x="123" y="47"/>
                    </a:lnTo>
                    <a:lnTo>
                      <a:pt x="123" y="49"/>
                    </a:lnTo>
                    <a:lnTo>
                      <a:pt x="123" y="49"/>
                    </a:lnTo>
                    <a:lnTo>
                      <a:pt x="123" y="49"/>
                    </a:lnTo>
                    <a:lnTo>
                      <a:pt x="126" y="49"/>
                    </a:lnTo>
                    <a:lnTo>
                      <a:pt x="126" y="52"/>
                    </a:lnTo>
                    <a:lnTo>
                      <a:pt x="126" y="52"/>
                    </a:lnTo>
                    <a:lnTo>
                      <a:pt x="126" y="52"/>
                    </a:lnTo>
                    <a:lnTo>
                      <a:pt x="128" y="52"/>
                    </a:lnTo>
                    <a:lnTo>
                      <a:pt x="128" y="54"/>
                    </a:lnTo>
                    <a:lnTo>
                      <a:pt x="128" y="54"/>
                    </a:lnTo>
                    <a:lnTo>
                      <a:pt x="128" y="54"/>
                    </a:lnTo>
                    <a:lnTo>
                      <a:pt x="131" y="54"/>
                    </a:lnTo>
                    <a:lnTo>
                      <a:pt x="131" y="54"/>
                    </a:lnTo>
                    <a:lnTo>
                      <a:pt x="133" y="54"/>
                    </a:lnTo>
                    <a:lnTo>
                      <a:pt x="133" y="54"/>
                    </a:lnTo>
                    <a:lnTo>
                      <a:pt x="133" y="54"/>
                    </a:lnTo>
                    <a:lnTo>
                      <a:pt x="133" y="52"/>
                    </a:lnTo>
                    <a:lnTo>
                      <a:pt x="135" y="52"/>
                    </a:lnTo>
                    <a:lnTo>
                      <a:pt x="135" y="52"/>
                    </a:lnTo>
                    <a:lnTo>
                      <a:pt x="135" y="52"/>
                    </a:lnTo>
                    <a:lnTo>
                      <a:pt x="138" y="52"/>
                    </a:lnTo>
                    <a:lnTo>
                      <a:pt x="138" y="52"/>
                    </a:lnTo>
                    <a:lnTo>
                      <a:pt x="140" y="52"/>
                    </a:lnTo>
                    <a:lnTo>
                      <a:pt x="140" y="52"/>
                    </a:lnTo>
                    <a:lnTo>
                      <a:pt x="140" y="52"/>
                    </a:lnTo>
                    <a:lnTo>
                      <a:pt x="140" y="52"/>
                    </a:lnTo>
                    <a:lnTo>
                      <a:pt x="142" y="52"/>
                    </a:lnTo>
                    <a:lnTo>
                      <a:pt x="142" y="52"/>
                    </a:lnTo>
                    <a:lnTo>
                      <a:pt x="142" y="52"/>
                    </a:lnTo>
                    <a:lnTo>
                      <a:pt x="145" y="52"/>
                    </a:lnTo>
                    <a:lnTo>
                      <a:pt x="145" y="52"/>
                    </a:lnTo>
                    <a:lnTo>
                      <a:pt x="147" y="52"/>
                    </a:lnTo>
                    <a:lnTo>
                      <a:pt x="147" y="49"/>
                    </a:lnTo>
                    <a:lnTo>
                      <a:pt x="147" y="49"/>
                    </a:lnTo>
                    <a:lnTo>
                      <a:pt x="147" y="49"/>
                    </a:lnTo>
                    <a:lnTo>
                      <a:pt x="149" y="49"/>
                    </a:lnTo>
                    <a:lnTo>
                      <a:pt x="149" y="49"/>
                    </a:lnTo>
                    <a:lnTo>
                      <a:pt x="149" y="49"/>
                    </a:lnTo>
                    <a:lnTo>
                      <a:pt x="152" y="49"/>
                    </a:lnTo>
                    <a:lnTo>
                      <a:pt x="152" y="49"/>
                    </a:lnTo>
                    <a:lnTo>
                      <a:pt x="154" y="49"/>
                    </a:lnTo>
                    <a:lnTo>
                      <a:pt x="154" y="49"/>
                    </a:lnTo>
                    <a:lnTo>
                      <a:pt x="154" y="49"/>
                    </a:lnTo>
                    <a:lnTo>
                      <a:pt x="154" y="49"/>
                    </a:lnTo>
                    <a:lnTo>
                      <a:pt x="157" y="49"/>
                    </a:lnTo>
                    <a:lnTo>
                      <a:pt x="157" y="49"/>
                    </a:lnTo>
                    <a:lnTo>
                      <a:pt x="157" y="49"/>
                    </a:lnTo>
                    <a:lnTo>
                      <a:pt x="159" y="49"/>
                    </a:lnTo>
                    <a:lnTo>
                      <a:pt x="159" y="49"/>
                    </a:lnTo>
                    <a:lnTo>
                      <a:pt x="161" y="49"/>
                    </a:lnTo>
                    <a:lnTo>
                      <a:pt x="161" y="49"/>
                    </a:lnTo>
                    <a:lnTo>
                      <a:pt x="161" y="49"/>
                    </a:lnTo>
                    <a:lnTo>
                      <a:pt x="164" y="49"/>
                    </a:lnTo>
                    <a:lnTo>
                      <a:pt x="164" y="49"/>
                    </a:lnTo>
                    <a:lnTo>
                      <a:pt x="164" y="49"/>
                    </a:lnTo>
                    <a:lnTo>
                      <a:pt x="166" y="49"/>
                    </a:lnTo>
                    <a:lnTo>
                      <a:pt x="166" y="49"/>
                    </a:lnTo>
                    <a:lnTo>
                      <a:pt x="166" y="49"/>
                    </a:lnTo>
                    <a:lnTo>
                      <a:pt x="168" y="49"/>
                    </a:lnTo>
                    <a:lnTo>
                      <a:pt x="168" y="49"/>
                    </a:lnTo>
                    <a:lnTo>
                      <a:pt x="168" y="49"/>
                    </a:lnTo>
                    <a:lnTo>
                      <a:pt x="171" y="49"/>
                    </a:lnTo>
                    <a:lnTo>
                      <a:pt x="171" y="49"/>
                    </a:lnTo>
                    <a:lnTo>
                      <a:pt x="173" y="49"/>
                    </a:lnTo>
                    <a:lnTo>
                      <a:pt x="173" y="49"/>
                    </a:lnTo>
                    <a:lnTo>
                      <a:pt x="173" y="49"/>
                    </a:lnTo>
                    <a:lnTo>
                      <a:pt x="176" y="49"/>
                    </a:lnTo>
                    <a:lnTo>
                      <a:pt x="176" y="49"/>
                    </a:lnTo>
                    <a:lnTo>
                      <a:pt x="176" y="49"/>
                    </a:lnTo>
                    <a:lnTo>
                      <a:pt x="178" y="49"/>
                    </a:lnTo>
                    <a:lnTo>
                      <a:pt x="178" y="49"/>
                    </a:lnTo>
                    <a:lnTo>
                      <a:pt x="180" y="49"/>
                    </a:lnTo>
                    <a:lnTo>
                      <a:pt x="180" y="49"/>
                    </a:lnTo>
                    <a:lnTo>
                      <a:pt x="180" y="52"/>
                    </a:lnTo>
                    <a:lnTo>
                      <a:pt x="180" y="52"/>
                    </a:lnTo>
                    <a:lnTo>
                      <a:pt x="183" y="52"/>
                    </a:lnTo>
                    <a:lnTo>
                      <a:pt x="183" y="52"/>
                    </a:lnTo>
                    <a:lnTo>
                      <a:pt x="183" y="49"/>
                    </a:lnTo>
                    <a:lnTo>
                      <a:pt x="183" y="49"/>
                    </a:lnTo>
                    <a:lnTo>
                      <a:pt x="185" y="49"/>
                    </a:lnTo>
                    <a:lnTo>
                      <a:pt x="185" y="49"/>
                    </a:lnTo>
                    <a:lnTo>
                      <a:pt x="185" y="49"/>
                    </a:lnTo>
                    <a:lnTo>
                      <a:pt x="187" y="49"/>
                    </a:lnTo>
                    <a:lnTo>
                      <a:pt x="187" y="49"/>
                    </a:lnTo>
                    <a:lnTo>
                      <a:pt x="187" y="49"/>
                    </a:lnTo>
                    <a:lnTo>
                      <a:pt x="187" y="47"/>
                    </a:lnTo>
                    <a:lnTo>
                      <a:pt x="190" y="47"/>
                    </a:lnTo>
                    <a:lnTo>
                      <a:pt x="190" y="47"/>
                    </a:lnTo>
                    <a:lnTo>
                      <a:pt x="190" y="47"/>
                    </a:lnTo>
                    <a:lnTo>
                      <a:pt x="190" y="47"/>
                    </a:lnTo>
                    <a:lnTo>
                      <a:pt x="192" y="47"/>
                    </a:lnTo>
                    <a:lnTo>
                      <a:pt x="192" y="47"/>
                    </a:lnTo>
                    <a:lnTo>
                      <a:pt x="194" y="47"/>
                    </a:lnTo>
                    <a:lnTo>
                      <a:pt x="194" y="45"/>
                    </a:lnTo>
                    <a:lnTo>
                      <a:pt x="194" y="45"/>
                    </a:lnTo>
                    <a:lnTo>
                      <a:pt x="194" y="45"/>
                    </a:lnTo>
                    <a:lnTo>
                      <a:pt x="194" y="47"/>
                    </a:lnTo>
                    <a:lnTo>
                      <a:pt x="197" y="47"/>
                    </a:lnTo>
                    <a:lnTo>
                      <a:pt x="197" y="47"/>
                    </a:lnTo>
                    <a:lnTo>
                      <a:pt x="197" y="47"/>
                    </a:lnTo>
                    <a:lnTo>
                      <a:pt x="197" y="49"/>
                    </a:lnTo>
                    <a:lnTo>
                      <a:pt x="197" y="49"/>
                    </a:lnTo>
                    <a:lnTo>
                      <a:pt x="197" y="49"/>
                    </a:lnTo>
                    <a:lnTo>
                      <a:pt x="197" y="52"/>
                    </a:lnTo>
                    <a:lnTo>
                      <a:pt x="199" y="52"/>
                    </a:lnTo>
                    <a:lnTo>
                      <a:pt x="199" y="52"/>
                    </a:lnTo>
                    <a:lnTo>
                      <a:pt x="199" y="52"/>
                    </a:lnTo>
                    <a:lnTo>
                      <a:pt x="199" y="54"/>
                    </a:lnTo>
                    <a:lnTo>
                      <a:pt x="202" y="54"/>
                    </a:lnTo>
                    <a:lnTo>
                      <a:pt x="202" y="54"/>
                    </a:lnTo>
                    <a:lnTo>
                      <a:pt x="202" y="54"/>
                    </a:lnTo>
                    <a:lnTo>
                      <a:pt x="202" y="54"/>
                    </a:lnTo>
                    <a:lnTo>
                      <a:pt x="202" y="54"/>
                    </a:lnTo>
                    <a:lnTo>
                      <a:pt x="204" y="54"/>
                    </a:lnTo>
                    <a:lnTo>
                      <a:pt x="204" y="57"/>
                    </a:lnTo>
                    <a:lnTo>
                      <a:pt x="204" y="57"/>
                    </a:lnTo>
                    <a:lnTo>
                      <a:pt x="206" y="57"/>
                    </a:lnTo>
                    <a:lnTo>
                      <a:pt x="206" y="57"/>
                    </a:lnTo>
                    <a:lnTo>
                      <a:pt x="206" y="57"/>
                    </a:lnTo>
                    <a:lnTo>
                      <a:pt x="206" y="59"/>
                    </a:lnTo>
                    <a:lnTo>
                      <a:pt x="206" y="59"/>
                    </a:lnTo>
                    <a:lnTo>
                      <a:pt x="206" y="59"/>
                    </a:lnTo>
                    <a:lnTo>
                      <a:pt x="206" y="61"/>
                    </a:lnTo>
                    <a:lnTo>
                      <a:pt x="209" y="61"/>
                    </a:lnTo>
                    <a:lnTo>
                      <a:pt x="209" y="61"/>
                    </a:lnTo>
                    <a:lnTo>
                      <a:pt x="209" y="64"/>
                    </a:lnTo>
                    <a:lnTo>
                      <a:pt x="209" y="64"/>
                    </a:lnTo>
                    <a:lnTo>
                      <a:pt x="209" y="64"/>
                    </a:lnTo>
                    <a:lnTo>
                      <a:pt x="209" y="64"/>
                    </a:lnTo>
                    <a:lnTo>
                      <a:pt x="209" y="66"/>
                    </a:lnTo>
                    <a:lnTo>
                      <a:pt x="209" y="66"/>
                    </a:lnTo>
                    <a:lnTo>
                      <a:pt x="209" y="66"/>
                    </a:lnTo>
                    <a:lnTo>
                      <a:pt x="209" y="68"/>
                    </a:lnTo>
                    <a:lnTo>
                      <a:pt x="211" y="68"/>
                    </a:lnTo>
                    <a:lnTo>
                      <a:pt x="211" y="68"/>
                    </a:lnTo>
                    <a:lnTo>
                      <a:pt x="211" y="68"/>
                    </a:lnTo>
                    <a:lnTo>
                      <a:pt x="213" y="68"/>
                    </a:lnTo>
                    <a:lnTo>
                      <a:pt x="213" y="68"/>
                    </a:lnTo>
                    <a:lnTo>
                      <a:pt x="213" y="68"/>
                    </a:lnTo>
                    <a:lnTo>
                      <a:pt x="213" y="68"/>
                    </a:lnTo>
                    <a:lnTo>
                      <a:pt x="216" y="68"/>
                    </a:lnTo>
                    <a:lnTo>
                      <a:pt x="216" y="66"/>
                    </a:lnTo>
                    <a:lnTo>
                      <a:pt x="216" y="66"/>
                    </a:lnTo>
                    <a:lnTo>
                      <a:pt x="216" y="68"/>
                    </a:lnTo>
                    <a:lnTo>
                      <a:pt x="216" y="68"/>
                    </a:lnTo>
                    <a:lnTo>
                      <a:pt x="216" y="71"/>
                    </a:lnTo>
                    <a:lnTo>
                      <a:pt x="216" y="71"/>
                    </a:lnTo>
                    <a:lnTo>
                      <a:pt x="216" y="73"/>
                    </a:lnTo>
                    <a:lnTo>
                      <a:pt x="216" y="73"/>
                    </a:lnTo>
                    <a:lnTo>
                      <a:pt x="216" y="76"/>
                    </a:lnTo>
                    <a:lnTo>
                      <a:pt x="216" y="76"/>
                    </a:lnTo>
                    <a:lnTo>
                      <a:pt x="216" y="76"/>
                    </a:lnTo>
                    <a:lnTo>
                      <a:pt x="216" y="76"/>
                    </a:lnTo>
                    <a:lnTo>
                      <a:pt x="216" y="78"/>
                    </a:lnTo>
                    <a:lnTo>
                      <a:pt x="216" y="78"/>
                    </a:lnTo>
                    <a:lnTo>
                      <a:pt x="216" y="80"/>
                    </a:lnTo>
                    <a:lnTo>
                      <a:pt x="216" y="80"/>
                    </a:lnTo>
                    <a:lnTo>
                      <a:pt x="216" y="83"/>
                    </a:lnTo>
                    <a:lnTo>
                      <a:pt x="216" y="83"/>
                    </a:lnTo>
                    <a:lnTo>
                      <a:pt x="216" y="83"/>
                    </a:lnTo>
                    <a:lnTo>
                      <a:pt x="213" y="83"/>
                    </a:lnTo>
                    <a:lnTo>
                      <a:pt x="213" y="83"/>
                    </a:lnTo>
                    <a:lnTo>
                      <a:pt x="213" y="85"/>
                    </a:lnTo>
                    <a:lnTo>
                      <a:pt x="213" y="85"/>
                    </a:lnTo>
                    <a:lnTo>
                      <a:pt x="213" y="85"/>
                    </a:lnTo>
                    <a:lnTo>
                      <a:pt x="213" y="87"/>
                    </a:lnTo>
                    <a:lnTo>
                      <a:pt x="213" y="87"/>
                    </a:lnTo>
                    <a:lnTo>
                      <a:pt x="213" y="90"/>
                    </a:lnTo>
                    <a:lnTo>
                      <a:pt x="213" y="90"/>
                    </a:lnTo>
                    <a:lnTo>
                      <a:pt x="213" y="92"/>
                    </a:lnTo>
                    <a:lnTo>
                      <a:pt x="213" y="92"/>
                    </a:lnTo>
                    <a:lnTo>
                      <a:pt x="216" y="92"/>
                    </a:lnTo>
                    <a:lnTo>
                      <a:pt x="216" y="92"/>
                    </a:lnTo>
                    <a:lnTo>
                      <a:pt x="216" y="94"/>
                    </a:lnTo>
                    <a:lnTo>
                      <a:pt x="216" y="94"/>
                    </a:lnTo>
                    <a:lnTo>
                      <a:pt x="218" y="94"/>
                    </a:lnTo>
                    <a:lnTo>
                      <a:pt x="218" y="94"/>
                    </a:lnTo>
                    <a:lnTo>
                      <a:pt x="220" y="94"/>
                    </a:lnTo>
                    <a:lnTo>
                      <a:pt x="220" y="94"/>
                    </a:lnTo>
                    <a:lnTo>
                      <a:pt x="220" y="94"/>
                    </a:lnTo>
                    <a:lnTo>
                      <a:pt x="223" y="94"/>
                    </a:lnTo>
                    <a:lnTo>
                      <a:pt x="223" y="94"/>
                    </a:lnTo>
                    <a:lnTo>
                      <a:pt x="223" y="94"/>
                    </a:lnTo>
                    <a:lnTo>
                      <a:pt x="225" y="94"/>
                    </a:lnTo>
                    <a:lnTo>
                      <a:pt x="225" y="94"/>
                    </a:lnTo>
                    <a:lnTo>
                      <a:pt x="225" y="94"/>
                    </a:lnTo>
                    <a:lnTo>
                      <a:pt x="225" y="94"/>
                    </a:lnTo>
                    <a:lnTo>
                      <a:pt x="225" y="97"/>
                    </a:lnTo>
                    <a:lnTo>
                      <a:pt x="225" y="97"/>
                    </a:lnTo>
                    <a:lnTo>
                      <a:pt x="225" y="99"/>
                    </a:lnTo>
                    <a:lnTo>
                      <a:pt x="225" y="99"/>
                    </a:lnTo>
                    <a:lnTo>
                      <a:pt x="225" y="102"/>
                    </a:lnTo>
                    <a:lnTo>
                      <a:pt x="228" y="102"/>
                    </a:lnTo>
                    <a:lnTo>
                      <a:pt x="228" y="102"/>
                    </a:lnTo>
                    <a:lnTo>
                      <a:pt x="228" y="104"/>
                    </a:lnTo>
                    <a:lnTo>
                      <a:pt x="228" y="104"/>
                    </a:lnTo>
                    <a:lnTo>
                      <a:pt x="228" y="104"/>
                    </a:lnTo>
                    <a:lnTo>
                      <a:pt x="228" y="106"/>
                    </a:lnTo>
                    <a:lnTo>
                      <a:pt x="228" y="106"/>
                    </a:lnTo>
                    <a:lnTo>
                      <a:pt x="228" y="109"/>
                    </a:lnTo>
                    <a:lnTo>
                      <a:pt x="228" y="109"/>
                    </a:lnTo>
                    <a:lnTo>
                      <a:pt x="228" y="111"/>
                    </a:lnTo>
                    <a:lnTo>
                      <a:pt x="228" y="111"/>
                    </a:lnTo>
                    <a:lnTo>
                      <a:pt x="228" y="111"/>
                    </a:lnTo>
                    <a:lnTo>
                      <a:pt x="230" y="111"/>
                    </a:lnTo>
                    <a:lnTo>
                      <a:pt x="230" y="111"/>
                    </a:lnTo>
                    <a:lnTo>
                      <a:pt x="230" y="111"/>
                    </a:lnTo>
                    <a:lnTo>
                      <a:pt x="232" y="111"/>
                    </a:lnTo>
                    <a:lnTo>
                      <a:pt x="232" y="111"/>
                    </a:lnTo>
                    <a:lnTo>
                      <a:pt x="235" y="111"/>
                    </a:lnTo>
                    <a:lnTo>
                      <a:pt x="235" y="111"/>
                    </a:lnTo>
                    <a:lnTo>
                      <a:pt x="235" y="111"/>
                    </a:lnTo>
                    <a:lnTo>
                      <a:pt x="235" y="111"/>
                    </a:lnTo>
                    <a:lnTo>
                      <a:pt x="237" y="111"/>
                    </a:lnTo>
                    <a:lnTo>
                      <a:pt x="237" y="111"/>
                    </a:lnTo>
                    <a:lnTo>
                      <a:pt x="239" y="111"/>
                    </a:lnTo>
                    <a:lnTo>
                      <a:pt x="239" y="111"/>
                    </a:lnTo>
                    <a:lnTo>
                      <a:pt x="239" y="111"/>
                    </a:lnTo>
                    <a:lnTo>
                      <a:pt x="242" y="111"/>
                    </a:lnTo>
                    <a:lnTo>
                      <a:pt x="242" y="111"/>
                    </a:lnTo>
                    <a:lnTo>
                      <a:pt x="242" y="111"/>
                    </a:lnTo>
                    <a:lnTo>
                      <a:pt x="244" y="111"/>
                    </a:lnTo>
                    <a:lnTo>
                      <a:pt x="244" y="111"/>
                    </a:lnTo>
                    <a:lnTo>
                      <a:pt x="247" y="111"/>
                    </a:lnTo>
                    <a:lnTo>
                      <a:pt x="247" y="111"/>
                    </a:lnTo>
                    <a:lnTo>
                      <a:pt x="247" y="111"/>
                    </a:lnTo>
                    <a:lnTo>
                      <a:pt x="249" y="111"/>
                    </a:lnTo>
                    <a:lnTo>
                      <a:pt x="249" y="111"/>
                    </a:lnTo>
                    <a:lnTo>
                      <a:pt x="249" y="111"/>
                    </a:lnTo>
                    <a:lnTo>
                      <a:pt x="251" y="111"/>
                    </a:lnTo>
                    <a:lnTo>
                      <a:pt x="251" y="111"/>
                    </a:lnTo>
                    <a:lnTo>
                      <a:pt x="254" y="111"/>
                    </a:lnTo>
                    <a:lnTo>
                      <a:pt x="254" y="113"/>
                    </a:lnTo>
                    <a:lnTo>
                      <a:pt x="254" y="113"/>
                    </a:lnTo>
                    <a:lnTo>
                      <a:pt x="254" y="113"/>
                    </a:lnTo>
                    <a:lnTo>
                      <a:pt x="256" y="113"/>
                    </a:lnTo>
                    <a:lnTo>
                      <a:pt x="256" y="111"/>
                    </a:lnTo>
                    <a:lnTo>
                      <a:pt x="256" y="111"/>
                    </a:lnTo>
                    <a:lnTo>
                      <a:pt x="256" y="113"/>
                    </a:lnTo>
                    <a:lnTo>
                      <a:pt x="256" y="113"/>
                    </a:lnTo>
                    <a:lnTo>
                      <a:pt x="256" y="113"/>
                    </a:lnTo>
                    <a:lnTo>
                      <a:pt x="258" y="113"/>
                    </a:lnTo>
                    <a:lnTo>
                      <a:pt x="258" y="113"/>
                    </a:lnTo>
                    <a:lnTo>
                      <a:pt x="261" y="113"/>
                    </a:lnTo>
                    <a:lnTo>
                      <a:pt x="261" y="113"/>
                    </a:lnTo>
                    <a:lnTo>
                      <a:pt x="261" y="116"/>
                    </a:lnTo>
                    <a:lnTo>
                      <a:pt x="258" y="116"/>
                    </a:lnTo>
                    <a:lnTo>
                      <a:pt x="258" y="116"/>
                    </a:lnTo>
                    <a:lnTo>
                      <a:pt x="258" y="118"/>
                    </a:lnTo>
                    <a:lnTo>
                      <a:pt x="258" y="118"/>
                    </a:lnTo>
                    <a:lnTo>
                      <a:pt x="258" y="118"/>
                    </a:lnTo>
                    <a:lnTo>
                      <a:pt x="258" y="121"/>
                    </a:lnTo>
                    <a:lnTo>
                      <a:pt x="256" y="121"/>
                    </a:lnTo>
                    <a:lnTo>
                      <a:pt x="256" y="121"/>
                    </a:lnTo>
                    <a:lnTo>
                      <a:pt x="256" y="121"/>
                    </a:lnTo>
                    <a:lnTo>
                      <a:pt x="256" y="121"/>
                    </a:lnTo>
                    <a:lnTo>
                      <a:pt x="256" y="123"/>
                    </a:lnTo>
                    <a:lnTo>
                      <a:pt x="258" y="123"/>
                    </a:lnTo>
                    <a:lnTo>
                      <a:pt x="258" y="123"/>
                    </a:lnTo>
                    <a:lnTo>
                      <a:pt x="258" y="123"/>
                    </a:lnTo>
                    <a:lnTo>
                      <a:pt x="261" y="123"/>
                    </a:lnTo>
                    <a:lnTo>
                      <a:pt x="261" y="123"/>
                    </a:lnTo>
                    <a:lnTo>
                      <a:pt x="261" y="123"/>
                    </a:lnTo>
                    <a:lnTo>
                      <a:pt x="261" y="123"/>
                    </a:lnTo>
                    <a:lnTo>
                      <a:pt x="263" y="123"/>
                    </a:lnTo>
                    <a:lnTo>
                      <a:pt x="263" y="125"/>
                    </a:lnTo>
                    <a:lnTo>
                      <a:pt x="263" y="125"/>
                    </a:lnTo>
                    <a:lnTo>
                      <a:pt x="263" y="125"/>
                    </a:lnTo>
                    <a:lnTo>
                      <a:pt x="263" y="125"/>
                    </a:lnTo>
                    <a:lnTo>
                      <a:pt x="265" y="125"/>
                    </a:lnTo>
                    <a:lnTo>
                      <a:pt x="265" y="125"/>
                    </a:lnTo>
                    <a:lnTo>
                      <a:pt x="265" y="128"/>
                    </a:lnTo>
                    <a:lnTo>
                      <a:pt x="268" y="128"/>
                    </a:lnTo>
                    <a:lnTo>
                      <a:pt x="268" y="128"/>
                    </a:lnTo>
                    <a:lnTo>
                      <a:pt x="268" y="128"/>
                    </a:lnTo>
                    <a:lnTo>
                      <a:pt x="270" y="128"/>
                    </a:lnTo>
                    <a:lnTo>
                      <a:pt x="270" y="128"/>
                    </a:lnTo>
                    <a:lnTo>
                      <a:pt x="270" y="125"/>
                    </a:lnTo>
                    <a:lnTo>
                      <a:pt x="270" y="125"/>
                    </a:lnTo>
                    <a:lnTo>
                      <a:pt x="270" y="123"/>
                    </a:lnTo>
                    <a:lnTo>
                      <a:pt x="270" y="123"/>
                    </a:lnTo>
                    <a:lnTo>
                      <a:pt x="270" y="123"/>
                    </a:lnTo>
                    <a:lnTo>
                      <a:pt x="270" y="123"/>
                    </a:lnTo>
                    <a:lnTo>
                      <a:pt x="270" y="121"/>
                    </a:lnTo>
                    <a:lnTo>
                      <a:pt x="270" y="121"/>
                    </a:lnTo>
                    <a:lnTo>
                      <a:pt x="270" y="118"/>
                    </a:lnTo>
                    <a:lnTo>
                      <a:pt x="268" y="118"/>
                    </a:lnTo>
                    <a:lnTo>
                      <a:pt x="268" y="118"/>
                    </a:lnTo>
                    <a:lnTo>
                      <a:pt x="268" y="118"/>
                    </a:lnTo>
                    <a:lnTo>
                      <a:pt x="268" y="116"/>
                    </a:lnTo>
                    <a:lnTo>
                      <a:pt x="268" y="116"/>
                    </a:lnTo>
                    <a:lnTo>
                      <a:pt x="270" y="116"/>
                    </a:lnTo>
                    <a:lnTo>
                      <a:pt x="270" y="116"/>
                    </a:lnTo>
                    <a:lnTo>
                      <a:pt x="273" y="116"/>
                    </a:lnTo>
                    <a:lnTo>
                      <a:pt x="273" y="118"/>
                    </a:lnTo>
                    <a:lnTo>
                      <a:pt x="273" y="118"/>
                    </a:lnTo>
                    <a:lnTo>
                      <a:pt x="273" y="118"/>
                    </a:lnTo>
                    <a:lnTo>
                      <a:pt x="273" y="116"/>
                    </a:lnTo>
                    <a:lnTo>
                      <a:pt x="273" y="116"/>
                    </a:lnTo>
                    <a:lnTo>
                      <a:pt x="275" y="116"/>
                    </a:lnTo>
                    <a:lnTo>
                      <a:pt x="275" y="113"/>
                    </a:lnTo>
                    <a:lnTo>
                      <a:pt x="275" y="113"/>
                    </a:lnTo>
                    <a:lnTo>
                      <a:pt x="275" y="113"/>
                    </a:lnTo>
                    <a:lnTo>
                      <a:pt x="275" y="113"/>
                    </a:lnTo>
                    <a:lnTo>
                      <a:pt x="275" y="113"/>
                    </a:lnTo>
                    <a:lnTo>
                      <a:pt x="277" y="113"/>
                    </a:lnTo>
                    <a:lnTo>
                      <a:pt x="277" y="111"/>
                    </a:lnTo>
                    <a:lnTo>
                      <a:pt x="277" y="111"/>
                    </a:lnTo>
                    <a:lnTo>
                      <a:pt x="277" y="111"/>
                    </a:lnTo>
                    <a:lnTo>
                      <a:pt x="280" y="111"/>
                    </a:lnTo>
                    <a:lnTo>
                      <a:pt x="280" y="109"/>
                    </a:lnTo>
                    <a:lnTo>
                      <a:pt x="280" y="109"/>
                    </a:lnTo>
                    <a:lnTo>
                      <a:pt x="280" y="109"/>
                    </a:lnTo>
                    <a:lnTo>
                      <a:pt x="280" y="109"/>
                    </a:lnTo>
                    <a:lnTo>
                      <a:pt x="280" y="106"/>
                    </a:lnTo>
                    <a:lnTo>
                      <a:pt x="282" y="106"/>
                    </a:lnTo>
                    <a:lnTo>
                      <a:pt x="282" y="106"/>
                    </a:lnTo>
                    <a:lnTo>
                      <a:pt x="282" y="106"/>
                    </a:lnTo>
                    <a:lnTo>
                      <a:pt x="282" y="104"/>
                    </a:lnTo>
                    <a:lnTo>
                      <a:pt x="282" y="104"/>
                    </a:lnTo>
                    <a:lnTo>
                      <a:pt x="284" y="104"/>
                    </a:lnTo>
                    <a:lnTo>
                      <a:pt x="284" y="104"/>
                    </a:lnTo>
                    <a:lnTo>
                      <a:pt x="287" y="104"/>
                    </a:lnTo>
                    <a:lnTo>
                      <a:pt x="287" y="104"/>
                    </a:lnTo>
                    <a:lnTo>
                      <a:pt x="287" y="104"/>
                    </a:lnTo>
                    <a:lnTo>
                      <a:pt x="287" y="104"/>
                    </a:lnTo>
                    <a:lnTo>
                      <a:pt x="287" y="104"/>
                    </a:lnTo>
                    <a:lnTo>
                      <a:pt x="289" y="104"/>
                    </a:lnTo>
                    <a:lnTo>
                      <a:pt x="289" y="104"/>
                    </a:lnTo>
                    <a:lnTo>
                      <a:pt x="289" y="102"/>
                    </a:lnTo>
                    <a:lnTo>
                      <a:pt x="289" y="102"/>
                    </a:lnTo>
                    <a:lnTo>
                      <a:pt x="289" y="102"/>
                    </a:lnTo>
                    <a:lnTo>
                      <a:pt x="291" y="102"/>
                    </a:lnTo>
                    <a:lnTo>
                      <a:pt x="291" y="102"/>
                    </a:lnTo>
                    <a:lnTo>
                      <a:pt x="291" y="99"/>
                    </a:lnTo>
                    <a:lnTo>
                      <a:pt x="294" y="99"/>
                    </a:lnTo>
                    <a:lnTo>
                      <a:pt x="294" y="99"/>
                    </a:lnTo>
                    <a:lnTo>
                      <a:pt x="294" y="99"/>
                    </a:lnTo>
                    <a:lnTo>
                      <a:pt x="294" y="99"/>
                    </a:lnTo>
                    <a:lnTo>
                      <a:pt x="296" y="99"/>
                    </a:lnTo>
                    <a:lnTo>
                      <a:pt x="296" y="99"/>
                    </a:lnTo>
                    <a:lnTo>
                      <a:pt x="296" y="99"/>
                    </a:lnTo>
                    <a:lnTo>
                      <a:pt x="299" y="99"/>
                    </a:lnTo>
                    <a:lnTo>
                      <a:pt x="299" y="99"/>
                    </a:lnTo>
                    <a:lnTo>
                      <a:pt x="299" y="97"/>
                    </a:lnTo>
                    <a:lnTo>
                      <a:pt x="301" y="97"/>
                    </a:lnTo>
                    <a:lnTo>
                      <a:pt x="301" y="97"/>
                    </a:lnTo>
                    <a:lnTo>
                      <a:pt x="301" y="97"/>
                    </a:lnTo>
                    <a:lnTo>
                      <a:pt x="301" y="97"/>
                    </a:lnTo>
                    <a:lnTo>
                      <a:pt x="301" y="94"/>
                    </a:lnTo>
                    <a:lnTo>
                      <a:pt x="303" y="94"/>
                    </a:lnTo>
                    <a:lnTo>
                      <a:pt x="303" y="94"/>
                    </a:lnTo>
                    <a:lnTo>
                      <a:pt x="303" y="94"/>
                    </a:lnTo>
                    <a:lnTo>
                      <a:pt x="303" y="94"/>
                    </a:lnTo>
                    <a:lnTo>
                      <a:pt x="303" y="94"/>
                    </a:lnTo>
                    <a:lnTo>
                      <a:pt x="306" y="94"/>
                    </a:lnTo>
                    <a:lnTo>
                      <a:pt x="306" y="92"/>
                    </a:lnTo>
                    <a:lnTo>
                      <a:pt x="306" y="92"/>
                    </a:lnTo>
                    <a:lnTo>
                      <a:pt x="308" y="92"/>
                    </a:lnTo>
                    <a:lnTo>
                      <a:pt x="308" y="92"/>
                    </a:lnTo>
                    <a:lnTo>
                      <a:pt x="308" y="90"/>
                    </a:lnTo>
                    <a:lnTo>
                      <a:pt x="308" y="90"/>
                    </a:lnTo>
                    <a:lnTo>
                      <a:pt x="308" y="90"/>
                    </a:lnTo>
                    <a:lnTo>
                      <a:pt x="308" y="90"/>
                    </a:lnTo>
                    <a:lnTo>
                      <a:pt x="308" y="87"/>
                    </a:lnTo>
                    <a:lnTo>
                      <a:pt x="310" y="87"/>
                    </a:lnTo>
                    <a:lnTo>
                      <a:pt x="310" y="90"/>
                    </a:lnTo>
                    <a:lnTo>
                      <a:pt x="310" y="90"/>
                    </a:lnTo>
                    <a:lnTo>
                      <a:pt x="313" y="90"/>
                    </a:lnTo>
                    <a:lnTo>
                      <a:pt x="313" y="90"/>
                    </a:lnTo>
                    <a:lnTo>
                      <a:pt x="313" y="90"/>
                    </a:lnTo>
                    <a:lnTo>
                      <a:pt x="313" y="92"/>
                    </a:lnTo>
                    <a:lnTo>
                      <a:pt x="313" y="92"/>
                    </a:lnTo>
                    <a:lnTo>
                      <a:pt x="313" y="90"/>
                    </a:lnTo>
                    <a:lnTo>
                      <a:pt x="315" y="90"/>
                    </a:lnTo>
                    <a:lnTo>
                      <a:pt x="315" y="90"/>
                    </a:lnTo>
                    <a:lnTo>
                      <a:pt x="315" y="87"/>
                    </a:lnTo>
                    <a:lnTo>
                      <a:pt x="315" y="87"/>
                    </a:lnTo>
                    <a:lnTo>
                      <a:pt x="315" y="87"/>
                    </a:lnTo>
                    <a:lnTo>
                      <a:pt x="315" y="87"/>
                    </a:lnTo>
                    <a:lnTo>
                      <a:pt x="315" y="85"/>
                    </a:lnTo>
                    <a:lnTo>
                      <a:pt x="318" y="85"/>
                    </a:lnTo>
                    <a:lnTo>
                      <a:pt x="318" y="85"/>
                    </a:lnTo>
                    <a:lnTo>
                      <a:pt x="320" y="85"/>
                    </a:lnTo>
                    <a:lnTo>
                      <a:pt x="320" y="85"/>
                    </a:lnTo>
                    <a:lnTo>
                      <a:pt x="320" y="85"/>
                    </a:lnTo>
                    <a:lnTo>
                      <a:pt x="320" y="85"/>
                    </a:lnTo>
                    <a:lnTo>
                      <a:pt x="322" y="85"/>
                    </a:lnTo>
                    <a:lnTo>
                      <a:pt x="322" y="85"/>
                    </a:lnTo>
                    <a:lnTo>
                      <a:pt x="322" y="85"/>
                    </a:lnTo>
                    <a:lnTo>
                      <a:pt x="322" y="85"/>
                    </a:lnTo>
                    <a:lnTo>
                      <a:pt x="325" y="85"/>
                    </a:lnTo>
                    <a:lnTo>
                      <a:pt x="325" y="85"/>
                    </a:lnTo>
                    <a:lnTo>
                      <a:pt x="325" y="85"/>
                    </a:lnTo>
                    <a:lnTo>
                      <a:pt x="327" y="85"/>
                    </a:lnTo>
                    <a:lnTo>
                      <a:pt x="327" y="85"/>
                    </a:lnTo>
                    <a:lnTo>
                      <a:pt x="327" y="85"/>
                    </a:lnTo>
                    <a:lnTo>
                      <a:pt x="327" y="87"/>
                    </a:lnTo>
                    <a:lnTo>
                      <a:pt x="327" y="87"/>
                    </a:lnTo>
                    <a:lnTo>
                      <a:pt x="327" y="87"/>
                    </a:lnTo>
                    <a:lnTo>
                      <a:pt x="325" y="87"/>
                    </a:lnTo>
                    <a:lnTo>
                      <a:pt x="325" y="87"/>
                    </a:lnTo>
                    <a:lnTo>
                      <a:pt x="325" y="90"/>
                    </a:lnTo>
                    <a:lnTo>
                      <a:pt x="322" y="90"/>
                    </a:lnTo>
                    <a:lnTo>
                      <a:pt x="322" y="90"/>
                    </a:lnTo>
                    <a:lnTo>
                      <a:pt x="322" y="90"/>
                    </a:lnTo>
                    <a:lnTo>
                      <a:pt x="322" y="90"/>
                    </a:lnTo>
                    <a:lnTo>
                      <a:pt x="320" y="90"/>
                    </a:lnTo>
                    <a:lnTo>
                      <a:pt x="320" y="90"/>
                    </a:lnTo>
                    <a:lnTo>
                      <a:pt x="320" y="90"/>
                    </a:lnTo>
                    <a:lnTo>
                      <a:pt x="318" y="90"/>
                    </a:lnTo>
                    <a:lnTo>
                      <a:pt x="318" y="92"/>
                    </a:lnTo>
                    <a:lnTo>
                      <a:pt x="318" y="92"/>
                    </a:lnTo>
                    <a:lnTo>
                      <a:pt x="318" y="94"/>
                    </a:lnTo>
                    <a:lnTo>
                      <a:pt x="318" y="94"/>
                    </a:lnTo>
                    <a:lnTo>
                      <a:pt x="315" y="94"/>
                    </a:lnTo>
                    <a:lnTo>
                      <a:pt x="315" y="94"/>
                    </a:lnTo>
                    <a:lnTo>
                      <a:pt x="315" y="94"/>
                    </a:lnTo>
                    <a:lnTo>
                      <a:pt x="315" y="94"/>
                    </a:lnTo>
                    <a:lnTo>
                      <a:pt x="313" y="94"/>
                    </a:lnTo>
                    <a:lnTo>
                      <a:pt x="313" y="94"/>
                    </a:lnTo>
                    <a:lnTo>
                      <a:pt x="313" y="94"/>
                    </a:lnTo>
                    <a:lnTo>
                      <a:pt x="313" y="97"/>
                    </a:lnTo>
                    <a:lnTo>
                      <a:pt x="313" y="97"/>
                    </a:lnTo>
                    <a:lnTo>
                      <a:pt x="310" y="97"/>
                    </a:lnTo>
                    <a:lnTo>
                      <a:pt x="310" y="97"/>
                    </a:lnTo>
                    <a:lnTo>
                      <a:pt x="310" y="99"/>
                    </a:lnTo>
                    <a:lnTo>
                      <a:pt x="310" y="99"/>
                    </a:lnTo>
                    <a:lnTo>
                      <a:pt x="308" y="99"/>
                    </a:lnTo>
                    <a:lnTo>
                      <a:pt x="308" y="99"/>
                    </a:lnTo>
                    <a:lnTo>
                      <a:pt x="308" y="99"/>
                    </a:lnTo>
                    <a:lnTo>
                      <a:pt x="308" y="102"/>
                    </a:lnTo>
                    <a:lnTo>
                      <a:pt x="308" y="102"/>
                    </a:lnTo>
                    <a:lnTo>
                      <a:pt x="306" y="102"/>
                    </a:lnTo>
                    <a:lnTo>
                      <a:pt x="306" y="102"/>
                    </a:lnTo>
                    <a:lnTo>
                      <a:pt x="303" y="102"/>
                    </a:lnTo>
                    <a:lnTo>
                      <a:pt x="303" y="102"/>
                    </a:lnTo>
                    <a:lnTo>
                      <a:pt x="303" y="102"/>
                    </a:lnTo>
                    <a:lnTo>
                      <a:pt x="303" y="104"/>
                    </a:lnTo>
                    <a:lnTo>
                      <a:pt x="303" y="104"/>
                    </a:lnTo>
                    <a:lnTo>
                      <a:pt x="303" y="104"/>
                    </a:lnTo>
                    <a:lnTo>
                      <a:pt x="306" y="104"/>
                    </a:lnTo>
                    <a:lnTo>
                      <a:pt x="306" y="104"/>
                    </a:lnTo>
                    <a:lnTo>
                      <a:pt x="308" y="104"/>
                    </a:lnTo>
                    <a:lnTo>
                      <a:pt x="308" y="104"/>
                    </a:lnTo>
                    <a:lnTo>
                      <a:pt x="308" y="104"/>
                    </a:lnTo>
                    <a:lnTo>
                      <a:pt x="308" y="104"/>
                    </a:lnTo>
                    <a:lnTo>
                      <a:pt x="310" y="104"/>
                    </a:lnTo>
                    <a:lnTo>
                      <a:pt x="310" y="106"/>
                    </a:lnTo>
                    <a:lnTo>
                      <a:pt x="310" y="106"/>
                    </a:lnTo>
                    <a:lnTo>
                      <a:pt x="313" y="106"/>
                    </a:lnTo>
                    <a:lnTo>
                      <a:pt x="313" y="106"/>
                    </a:lnTo>
                    <a:lnTo>
                      <a:pt x="313" y="104"/>
                    </a:lnTo>
                    <a:lnTo>
                      <a:pt x="313" y="104"/>
                    </a:lnTo>
                    <a:lnTo>
                      <a:pt x="315" y="104"/>
                    </a:lnTo>
                    <a:lnTo>
                      <a:pt x="315" y="104"/>
                    </a:lnTo>
                    <a:lnTo>
                      <a:pt x="315" y="104"/>
                    </a:lnTo>
                    <a:lnTo>
                      <a:pt x="315" y="106"/>
                    </a:lnTo>
                    <a:lnTo>
                      <a:pt x="315" y="106"/>
                    </a:lnTo>
                    <a:lnTo>
                      <a:pt x="318" y="106"/>
                    </a:lnTo>
                    <a:lnTo>
                      <a:pt x="318" y="109"/>
                    </a:lnTo>
                    <a:lnTo>
                      <a:pt x="318" y="109"/>
                    </a:lnTo>
                    <a:lnTo>
                      <a:pt x="318" y="111"/>
                    </a:lnTo>
                    <a:lnTo>
                      <a:pt x="318" y="111"/>
                    </a:lnTo>
                    <a:lnTo>
                      <a:pt x="318" y="113"/>
                    </a:lnTo>
                    <a:lnTo>
                      <a:pt x="318" y="113"/>
                    </a:lnTo>
                    <a:lnTo>
                      <a:pt x="318" y="111"/>
                    </a:lnTo>
                    <a:lnTo>
                      <a:pt x="320" y="111"/>
                    </a:lnTo>
                    <a:lnTo>
                      <a:pt x="320" y="111"/>
                    </a:lnTo>
                    <a:lnTo>
                      <a:pt x="320" y="113"/>
                    </a:lnTo>
                    <a:lnTo>
                      <a:pt x="320" y="113"/>
                    </a:lnTo>
                    <a:lnTo>
                      <a:pt x="322" y="113"/>
                    </a:lnTo>
                    <a:lnTo>
                      <a:pt x="322" y="111"/>
                    </a:lnTo>
                    <a:lnTo>
                      <a:pt x="322" y="111"/>
                    </a:lnTo>
                    <a:lnTo>
                      <a:pt x="322" y="113"/>
                    </a:lnTo>
                    <a:lnTo>
                      <a:pt x="322" y="113"/>
                    </a:lnTo>
                    <a:lnTo>
                      <a:pt x="325" y="113"/>
                    </a:lnTo>
                    <a:lnTo>
                      <a:pt x="325" y="113"/>
                    </a:lnTo>
                    <a:lnTo>
                      <a:pt x="327" y="113"/>
                    </a:lnTo>
                    <a:lnTo>
                      <a:pt x="327" y="113"/>
                    </a:lnTo>
                    <a:lnTo>
                      <a:pt x="327" y="113"/>
                    </a:lnTo>
                    <a:lnTo>
                      <a:pt x="327" y="113"/>
                    </a:lnTo>
                    <a:lnTo>
                      <a:pt x="329" y="113"/>
                    </a:lnTo>
                    <a:lnTo>
                      <a:pt x="329" y="113"/>
                    </a:lnTo>
                    <a:lnTo>
                      <a:pt x="329" y="113"/>
                    </a:lnTo>
                    <a:lnTo>
                      <a:pt x="329" y="113"/>
                    </a:lnTo>
                    <a:lnTo>
                      <a:pt x="329" y="113"/>
                    </a:lnTo>
                    <a:lnTo>
                      <a:pt x="332" y="113"/>
                    </a:lnTo>
                    <a:lnTo>
                      <a:pt x="332" y="113"/>
                    </a:lnTo>
                    <a:lnTo>
                      <a:pt x="332" y="111"/>
                    </a:lnTo>
                    <a:lnTo>
                      <a:pt x="332" y="111"/>
                    </a:lnTo>
                    <a:lnTo>
                      <a:pt x="332" y="109"/>
                    </a:lnTo>
                    <a:lnTo>
                      <a:pt x="332" y="109"/>
                    </a:lnTo>
                    <a:lnTo>
                      <a:pt x="334" y="109"/>
                    </a:lnTo>
                    <a:lnTo>
                      <a:pt x="334" y="109"/>
                    </a:lnTo>
                    <a:lnTo>
                      <a:pt x="334" y="109"/>
                    </a:lnTo>
                    <a:lnTo>
                      <a:pt x="334" y="109"/>
                    </a:lnTo>
                    <a:lnTo>
                      <a:pt x="334" y="106"/>
                    </a:lnTo>
                    <a:lnTo>
                      <a:pt x="336" y="106"/>
                    </a:lnTo>
                    <a:lnTo>
                      <a:pt x="336" y="106"/>
                    </a:lnTo>
                    <a:lnTo>
                      <a:pt x="336" y="104"/>
                    </a:lnTo>
                    <a:lnTo>
                      <a:pt x="336" y="104"/>
                    </a:lnTo>
                    <a:lnTo>
                      <a:pt x="336" y="104"/>
                    </a:lnTo>
                    <a:lnTo>
                      <a:pt x="336" y="104"/>
                    </a:lnTo>
                    <a:lnTo>
                      <a:pt x="336" y="104"/>
                    </a:lnTo>
                    <a:lnTo>
                      <a:pt x="336" y="104"/>
                    </a:lnTo>
                    <a:lnTo>
                      <a:pt x="336" y="104"/>
                    </a:lnTo>
                    <a:lnTo>
                      <a:pt x="339" y="104"/>
                    </a:lnTo>
                    <a:lnTo>
                      <a:pt x="339" y="106"/>
                    </a:lnTo>
                    <a:lnTo>
                      <a:pt x="339" y="106"/>
                    </a:lnTo>
                    <a:lnTo>
                      <a:pt x="339" y="106"/>
                    </a:lnTo>
                    <a:lnTo>
                      <a:pt x="341" y="106"/>
                    </a:lnTo>
                    <a:lnTo>
                      <a:pt x="341" y="109"/>
                    </a:lnTo>
                    <a:lnTo>
                      <a:pt x="341" y="109"/>
                    </a:lnTo>
                    <a:lnTo>
                      <a:pt x="341" y="109"/>
                    </a:lnTo>
                    <a:lnTo>
                      <a:pt x="341" y="111"/>
                    </a:lnTo>
                    <a:lnTo>
                      <a:pt x="341" y="111"/>
                    </a:lnTo>
                    <a:lnTo>
                      <a:pt x="341" y="111"/>
                    </a:lnTo>
                    <a:lnTo>
                      <a:pt x="341" y="113"/>
                    </a:lnTo>
                    <a:lnTo>
                      <a:pt x="341" y="113"/>
                    </a:lnTo>
                    <a:lnTo>
                      <a:pt x="341" y="113"/>
                    </a:lnTo>
                    <a:lnTo>
                      <a:pt x="344" y="113"/>
                    </a:lnTo>
                    <a:lnTo>
                      <a:pt x="344" y="113"/>
                    </a:lnTo>
                    <a:lnTo>
                      <a:pt x="344" y="113"/>
                    </a:lnTo>
                    <a:lnTo>
                      <a:pt x="346" y="113"/>
                    </a:lnTo>
                    <a:lnTo>
                      <a:pt x="346" y="113"/>
                    </a:lnTo>
                    <a:lnTo>
                      <a:pt x="346" y="113"/>
                    </a:lnTo>
                    <a:lnTo>
                      <a:pt x="346" y="113"/>
                    </a:lnTo>
                    <a:lnTo>
                      <a:pt x="348" y="113"/>
                    </a:lnTo>
                    <a:lnTo>
                      <a:pt x="348" y="113"/>
                    </a:lnTo>
                    <a:lnTo>
                      <a:pt x="348" y="113"/>
                    </a:lnTo>
                    <a:lnTo>
                      <a:pt x="348" y="116"/>
                    </a:lnTo>
                    <a:lnTo>
                      <a:pt x="348" y="116"/>
                    </a:lnTo>
                    <a:lnTo>
                      <a:pt x="348" y="116"/>
                    </a:lnTo>
                    <a:lnTo>
                      <a:pt x="348" y="116"/>
                    </a:lnTo>
                    <a:lnTo>
                      <a:pt x="348" y="116"/>
                    </a:lnTo>
                    <a:lnTo>
                      <a:pt x="351" y="116"/>
                    </a:lnTo>
                    <a:lnTo>
                      <a:pt x="351" y="116"/>
                    </a:lnTo>
                    <a:lnTo>
                      <a:pt x="353" y="116"/>
                    </a:lnTo>
                    <a:lnTo>
                      <a:pt x="353" y="116"/>
                    </a:lnTo>
                    <a:lnTo>
                      <a:pt x="353" y="116"/>
                    </a:lnTo>
                    <a:lnTo>
                      <a:pt x="353" y="116"/>
                    </a:lnTo>
                    <a:lnTo>
                      <a:pt x="353" y="118"/>
                    </a:lnTo>
                    <a:lnTo>
                      <a:pt x="355" y="118"/>
                    </a:lnTo>
                    <a:lnTo>
                      <a:pt x="355" y="118"/>
                    </a:lnTo>
                    <a:lnTo>
                      <a:pt x="355" y="118"/>
                    </a:lnTo>
                    <a:lnTo>
                      <a:pt x="355" y="121"/>
                    </a:lnTo>
                    <a:lnTo>
                      <a:pt x="355" y="121"/>
                    </a:lnTo>
                    <a:lnTo>
                      <a:pt x="358" y="121"/>
                    </a:lnTo>
                    <a:lnTo>
                      <a:pt x="358" y="121"/>
                    </a:lnTo>
                    <a:lnTo>
                      <a:pt x="360" y="121"/>
                    </a:lnTo>
                    <a:lnTo>
                      <a:pt x="360" y="121"/>
                    </a:lnTo>
                    <a:lnTo>
                      <a:pt x="360" y="121"/>
                    </a:lnTo>
                    <a:lnTo>
                      <a:pt x="362" y="121"/>
                    </a:lnTo>
                    <a:lnTo>
                      <a:pt x="362" y="121"/>
                    </a:lnTo>
                    <a:lnTo>
                      <a:pt x="362" y="121"/>
                    </a:lnTo>
                    <a:lnTo>
                      <a:pt x="362" y="121"/>
                    </a:lnTo>
                    <a:lnTo>
                      <a:pt x="365" y="121"/>
                    </a:lnTo>
                    <a:lnTo>
                      <a:pt x="365" y="121"/>
                    </a:lnTo>
                    <a:lnTo>
                      <a:pt x="365" y="121"/>
                    </a:lnTo>
                    <a:lnTo>
                      <a:pt x="365" y="121"/>
                    </a:lnTo>
                    <a:lnTo>
                      <a:pt x="367" y="121"/>
                    </a:lnTo>
                    <a:lnTo>
                      <a:pt x="367" y="121"/>
                    </a:lnTo>
                    <a:lnTo>
                      <a:pt x="367" y="121"/>
                    </a:lnTo>
                    <a:lnTo>
                      <a:pt x="367" y="121"/>
                    </a:lnTo>
                    <a:lnTo>
                      <a:pt x="367" y="123"/>
                    </a:lnTo>
                    <a:lnTo>
                      <a:pt x="367" y="123"/>
                    </a:lnTo>
                    <a:lnTo>
                      <a:pt x="365" y="123"/>
                    </a:lnTo>
                    <a:lnTo>
                      <a:pt x="365" y="123"/>
                    </a:lnTo>
                    <a:lnTo>
                      <a:pt x="365" y="123"/>
                    </a:lnTo>
                    <a:lnTo>
                      <a:pt x="362" y="123"/>
                    </a:lnTo>
                    <a:lnTo>
                      <a:pt x="362" y="123"/>
                    </a:lnTo>
                    <a:lnTo>
                      <a:pt x="362" y="123"/>
                    </a:lnTo>
                    <a:lnTo>
                      <a:pt x="362" y="123"/>
                    </a:lnTo>
                    <a:lnTo>
                      <a:pt x="360" y="123"/>
                    </a:lnTo>
                    <a:lnTo>
                      <a:pt x="360" y="125"/>
                    </a:lnTo>
                    <a:lnTo>
                      <a:pt x="360" y="125"/>
                    </a:lnTo>
                    <a:lnTo>
                      <a:pt x="360" y="125"/>
                    </a:lnTo>
                    <a:lnTo>
                      <a:pt x="360" y="125"/>
                    </a:lnTo>
                    <a:lnTo>
                      <a:pt x="360" y="128"/>
                    </a:lnTo>
                    <a:lnTo>
                      <a:pt x="358" y="128"/>
                    </a:lnTo>
                    <a:lnTo>
                      <a:pt x="358" y="128"/>
                    </a:lnTo>
                    <a:lnTo>
                      <a:pt x="358" y="128"/>
                    </a:lnTo>
                    <a:lnTo>
                      <a:pt x="355" y="128"/>
                    </a:lnTo>
                    <a:lnTo>
                      <a:pt x="355" y="128"/>
                    </a:lnTo>
                    <a:lnTo>
                      <a:pt x="355" y="128"/>
                    </a:lnTo>
                    <a:lnTo>
                      <a:pt x="353" y="128"/>
                    </a:lnTo>
                    <a:lnTo>
                      <a:pt x="353" y="128"/>
                    </a:lnTo>
                    <a:lnTo>
                      <a:pt x="353" y="128"/>
                    </a:lnTo>
                    <a:lnTo>
                      <a:pt x="353" y="12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4" name="Freeform 12"/>
              <p:cNvSpPr>
                <a:spLocks/>
              </p:cNvSpPr>
              <p:nvPr/>
            </p:nvSpPr>
            <p:spPr bwMode="auto">
              <a:xfrm>
                <a:off x="2033" y="1597"/>
                <a:ext cx="367" cy="213"/>
              </a:xfrm>
              <a:custGeom>
                <a:avLst/>
                <a:gdLst/>
                <a:ahLst/>
                <a:cxnLst>
                  <a:cxn ang="0">
                    <a:pos x="339" y="135"/>
                  </a:cxn>
                  <a:cxn ang="0">
                    <a:pos x="320" y="135"/>
                  </a:cxn>
                  <a:cxn ang="0">
                    <a:pos x="313" y="128"/>
                  </a:cxn>
                  <a:cxn ang="0">
                    <a:pos x="308" y="118"/>
                  </a:cxn>
                  <a:cxn ang="0">
                    <a:pos x="289" y="123"/>
                  </a:cxn>
                  <a:cxn ang="0">
                    <a:pos x="284" y="137"/>
                  </a:cxn>
                  <a:cxn ang="0">
                    <a:pos x="277" y="137"/>
                  </a:cxn>
                  <a:cxn ang="0">
                    <a:pos x="273" y="144"/>
                  </a:cxn>
                  <a:cxn ang="0">
                    <a:pos x="254" y="151"/>
                  </a:cxn>
                  <a:cxn ang="0">
                    <a:pos x="244" y="163"/>
                  </a:cxn>
                  <a:cxn ang="0">
                    <a:pos x="261" y="170"/>
                  </a:cxn>
                  <a:cxn ang="0">
                    <a:pos x="265" y="187"/>
                  </a:cxn>
                  <a:cxn ang="0">
                    <a:pos x="254" y="206"/>
                  </a:cxn>
                  <a:cxn ang="0">
                    <a:pos x="237" y="208"/>
                  </a:cxn>
                  <a:cxn ang="0">
                    <a:pos x="225" y="199"/>
                  </a:cxn>
                  <a:cxn ang="0">
                    <a:pos x="213" y="187"/>
                  </a:cxn>
                  <a:cxn ang="0">
                    <a:pos x="194" y="177"/>
                  </a:cxn>
                  <a:cxn ang="0">
                    <a:pos x="176" y="168"/>
                  </a:cxn>
                  <a:cxn ang="0">
                    <a:pos x="159" y="156"/>
                  </a:cxn>
                  <a:cxn ang="0">
                    <a:pos x="140" y="144"/>
                  </a:cxn>
                  <a:cxn ang="0">
                    <a:pos x="131" y="125"/>
                  </a:cxn>
                  <a:cxn ang="0">
                    <a:pos x="116" y="109"/>
                  </a:cxn>
                  <a:cxn ang="0">
                    <a:pos x="95" y="111"/>
                  </a:cxn>
                  <a:cxn ang="0">
                    <a:pos x="90" y="97"/>
                  </a:cxn>
                  <a:cxn ang="0">
                    <a:pos x="83" y="85"/>
                  </a:cxn>
                  <a:cxn ang="0">
                    <a:pos x="62" y="78"/>
                  </a:cxn>
                  <a:cxn ang="0">
                    <a:pos x="48" y="76"/>
                  </a:cxn>
                  <a:cxn ang="0">
                    <a:pos x="36" y="87"/>
                  </a:cxn>
                  <a:cxn ang="0">
                    <a:pos x="22" y="99"/>
                  </a:cxn>
                  <a:cxn ang="0">
                    <a:pos x="7" y="109"/>
                  </a:cxn>
                  <a:cxn ang="0">
                    <a:pos x="0" y="87"/>
                  </a:cxn>
                  <a:cxn ang="0">
                    <a:pos x="0" y="54"/>
                  </a:cxn>
                  <a:cxn ang="0">
                    <a:pos x="0" y="21"/>
                  </a:cxn>
                  <a:cxn ang="0">
                    <a:pos x="17" y="9"/>
                  </a:cxn>
                  <a:cxn ang="0">
                    <a:pos x="41" y="4"/>
                  </a:cxn>
                  <a:cxn ang="0">
                    <a:pos x="52" y="7"/>
                  </a:cxn>
                  <a:cxn ang="0">
                    <a:pos x="48" y="28"/>
                  </a:cxn>
                  <a:cxn ang="0">
                    <a:pos x="57" y="45"/>
                  </a:cxn>
                  <a:cxn ang="0">
                    <a:pos x="74" y="42"/>
                  </a:cxn>
                  <a:cxn ang="0">
                    <a:pos x="78" y="54"/>
                  </a:cxn>
                  <a:cxn ang="0">
                    <a:pos x="93" y="40"/>
                  </a:cxn>
                  <a:cxn ang="0">
                    <a:pos x="109" y="35"/>
                  </a:cxn>
                  <a:cxn ang="0">
                    <a:pos x="123" y="49"/>
                  </a:cxn>
                  <a:cxn ang="0">
                    <a:pos x="147" y="49"/>
                  </a:cxn>
                  <a:cxn ang="0">
                    <a:pos x="173" y="49"/>
                  </a:cxn>
                  <a:cxn ang="0">
                    <a:pos x="194" y="45"/>
                  </a:cxn>
                  <a:cxn ang="0">
                    <a:pos x="209" y="64"/>
                  </a:cxn>
                  <a:cxn ang="0">
                    <a:pos x="216" y="80"/>
                  </a:cxn>
                  <a:cxn ang="0">
                    <a:pos x="225" y="97"/>
                  </a:cxn>
                  <a:cxn ang="0">
                    <a:pos x="242" y="111"/>
                  </a:cxn>
                  <a:cxn ang="0">
                    <a:pos x="258" y="118"/>
                  </a:cxn>
                  <a:cxn ang="0">
                    <a:pos x="270" y="123"/>
                  </a:cxn>
                  <a:cxn ang="0">
                    <a:pos x="280" y="109"/>
                  </a:cxn>
                  <a:cxn ang="0">
                    <a:pos x="299" y="99"/>
                  </a:cxn>
                  <a:cxn ang="0">
                    <a:pos x="313" y="90"/>
                  </a:cxn>
                  <a:cxn ang="0">
                    <a:pos x="322" y="90"/>
                  </a:cxn>
                  <a:cxn ang="0">
                    <a:pos x="303" y="102"/>
                  </a:cxn>
                  <a:cxn ang="0">
                    <a:pos x="318" y="111"/>
                  </a:cxn>
                  <a:cxn ang="0">
                    <a:pos x="334" y="106"/>
                  </a:cxn>
                  <a:cxn ang="0">
                    <a:pos x="348" y="113"/>
                  </a:cxn>
                  <a:cxn ang="0">
                    <a:pos x="365" y="121"/>
                  </a:cxn>
                </a:cxnLst>
                <a:rect l="0" t="0" r="r" b="b"/>
                <a:pathLst>
                  <a:path w="367" h="213">
                    <a:moveTo>
                      <a:pt x="353" y="128"/>
                    </a:moveTo>
                    <a:lnTo>
                      <a:pt x="353" y="128"/>
                    </a:lnTo>
                    <a:lnTo>
                      <a:pt x="353" y="130"/>
                    </a:lnTo>
                    <a:lnTo>
                      <a:pt x="353" y="130"/>
                    </a:lnTo>
                    <a:lnTo>
                      <a:pt x="353" y="132"/>
                    </a:lnTo>
                    <a:lnTo>
                      <a:pt x="351" y="132"/>
                    </a:lnTo>
                    <a:lnTo>
                      <a:pt x="351" y="132"/>
                    </a:lnTo>
                    <a:lnTo>
                      <a:pt x="351" y="130"/>
                    </a:lnTo>
                    <a:lnTo>
                      <a:pt x="348" y="130"/>
                    </a:lnTo>
                    <a:lnTo>
                      <a:pt x="348" y="130"/>
                    </a:lnTo>
                    <a:lnTo>
                      <a:pt x="348" y="130"/>
                    </a:lnTo>
                    <a:lnTo>
                      <a:pt x="348" y="130"/>
                    </a:lnTo>
                    <a:lnTo>
                      <a:pt x="346" y="130"/>
                    </a:lnTo>
                    <a:lnTo>
                      <a:pt x="346" y="130"/>
                    </a:lnTo>
                    <a:lnTo>
                      <a:pt x="346" y="130"/>
                    </a:lnTo>
                    <a:lnTo>
                      <a:pt x="346" y="130"/>
                    </a:lnTo>
                    <a:lnTo>
                      <a:pt x="346" y="132"/>
                    </a:lnTo>
                    <a:lnTo>
                      <a:pt x="346" y="132"/>
                    </a:lnTo>
                    <a:lnTo>
                      <a:pt x="344" y="132"/>
                    </a:lnTo>
                    <a:lnTo>
                      <a:pt x="344" y="132"/>
                    </a:lnTo>
                    <a:lnTo>
                      <a:pt x="344" y="135"/>
                    </a:lnTo>
                    <a:lnTo>
                      <a:pt x="341" y="135"/>
                    </a:lnTo>
                    <a:lnTo>
                      <a:pt x="341" y="135"/>
                    </a:lnTo>
                    <a:lnTo>
                      <a:pt x="344" y="135"/>
                    </a:lnTo>
                    <a:lnTo>
                      <a:pt x="344" y="135"/>
                    </a:lnTo>
                    <a:lnTo>
                      <a:pt x="341" y="135"/>
                    </a:lnTo>
                    <a:lnTo>
                      <a:pt x="341" y="137"/>
                    </a:lnTo>
                    <a:lnTo>
                      <a:pt x="341" y="137"/>
                    </a:lnTo>
                    <a:lnTo>
                      <a:pt x="341" y="135"/>
                    </a:lnTo>
                    <a:lnTo>
                      <a:pt x="341" y="135"/>
                    </a:lnTo>
                    <a:lnTo>
                      <a:pt x="339" y="135"/>
                    </a:lnTo>
                    <a:lnTo>
                      <a:pt x="339" y="137"/>
                    </a:lnTo>
                    <a:lnTo>
                      <a:pt x="339" y="137"/>
                    </a:lnTo>
                    <a:lnTo>
                      <a:pt x="339" y="137"/>
                    </a:lnTo>
                    <a:lnTo>
                      <a:pt x="336" y="137"/>
                    </a:lnTo>
                    <a:lnTo>
                      <a:pt x="336" y="137"/>
                    </a:lnTo>
                    <a:lnTo>
                      <a:pt x="336" y="137"/>
                    </a:lnTo>
                    <a:lnTo>
                      <a:pt x="336" y="137"/>
                    </a:lnTo>
                    <a:lnTo>
                      <a:pt x="336" y="135"/>
                    </a:lnTo>
                    <a:lnTo>
                      <a:pt x="334" y="135"/>
                    </a:lnTo>
                    <a:lnTo>
                      <a:pt x="334" y="137"/>
                    </a:lnTo>
                    <a:lnTo>
                      <a:pt x="334" y="137"/>
                    </a:lnTo>
                    <a:lnTo>
                      <a:pt x="334" y="137"/>
                    </a:lnTo>
                    <a:lnTo>
                      <a:pt x="332" y="137"/>
                    </a:lnTo>
                    <a:lnTo>
                      <a:pt x="332" y="135"/>
                    </a:lnTo>
                    <a:lnTo>
                      <a:pt x="332" y="135"/>
                    </a:lnTo>
                    <a:lnTo>
                      <a:pt x="329" y="135"/>
                    </a:lnTo>
                    <a:lnTo>
                      <a:pt x="329" y="135"/>
                    </a:lnTo>
                    <a:lnTo>
                      <a:pt x="329" y="135"/>
                    </a:lnTo>
                    <a:lnTo>
                      <a:pt x="329" y="135"/>
                    </a:lnTo>
                    <a:lnTo>
                      <a:pt x="327" y="135"/>
                    </a:lnTo>
                    <a:lnTo>
                      <a:pt x="327" y="135"/>
                    </a:lnTo>
                    <a:lnTo>
                      <a:pt x="327" y="135"/>
                    </a:lnTo>
                    <a:lnTo>
                      <a:pt x="327" y="135"/>
                    </a:lnTo>
                    <a:lnTo>
                      <a:pt x="325" y="135"/>
                    </a:lnTo>
                    <a:lnTo>
                      <a:pt x="325" y="135"/>
                    </a:lnTo>
                    <a:lnTo>
                      <a:pt x="325" y="135"/>
                    </a:lnTo>
                    <a:lnTo>
                      <a:pt x="322" y="135"/>
                    </a:lnTo>
                    <a:lnTo>
                      <a:pt x="322" y="135"/>
                    </a:lnTo>
                    <a:lnTo>
                      <a:pt x="322" y="135"/>
                    </a:lnTo>
                    <a:lnTo>
                      <a:pt x="322" y="135"/>
                    </a:lnTo>
                    <a:lnTo>
                      <a:pt x="320" y="135"/>
                    </a:lnTo>
                    <a:lnTo>
                      <a:pt x="320" y="137"/>
                    </a:lnTo>
                    <a:lnTo>
                      <a:pt x="320" y="137"/>
                    </a:lnTo>
                    <a:lnTo>
                      <a:pt x="320" y="137"/>
                    </a:lnTo>
                    <a:lnTo>
                      <a:pt x="318" y="137"/>
                    </a:lnTo>
                    <a:lnTo>
                      <a:pt x="318" y="137"/>
                    </a:lnTo>
                    <a:lnTo>
                      <a:pt x="318" y="137"/>
                    </a:lnTo>
                    <a:lnTo>
                      <a:pt x="315" y="137"/>
                    </a:lnTo>
                    <a:lnTo>
                      <a:pt x="315" y="137"/>
                    </a:lnTo>
                    <a:lnTo>
                      <a:pt x="315" y="137"/>
                    </a:lnTo>
                    <a:lnTo>
                      <a:pt x="313" y="137"/>
                    </a:lnTo>
                    <a:lnTo>
                      <a:pt x="313" y="137"/>
                    </a:lnTo>
                    <a:lnTo>
                      <a:pt x="313" y="137"/>
                    </a:lnTo>
                    <a:lnTo>
                      <a:pt x="313" y="135"/>
                    </a:lnTo>
                    <a:lnTo>
                      <a:pt x="313" y="135"/>
                    </a:lnTo>
                    <a:lnTo>
                      <a:pt x="313" y="135"/>
                    </a:lnTo>
                    <a:lnTo>
                      <a:pt x="313" y="135"/>
                    </a:lnTo>
                    <a:lnTo>
                      <a:pt x="313" y="132"/>
                    </a:lnTo>
                    <a:lnTo>
                      <a:pt x="310" y="132"/>
                    </a:lnTo>
                    <a:lnTo>
                      <a:pt x="310" y="132"/>
                    </a:lnTo>
                    <a:lnTo>
                      <a:pt x="308" y="132"/>
                    </a:lnTo>
                    <a:lnTo>
                      <a:pt x="308" y="132"/>
                    </a:lnTo>
                    <a:lnTo>
                      <a:pt x="308" y="132"/>
                    </a:lnTo>
                    <a:lnTo>
                      <a:pt x="308" y="132"/>
                    </a:lnTo>
                    <a:lnTo>
                      <a:pt x="308" y="130"/>
                    </a:lnTo>
                    <a:lnTo>
                      <a:pt x="308" y="130"/>
                    </a:lnTo>
                    <a:lnTo>
                      <a:pt x="308" y="130"/>
                    </a:lnTo>
                    <a:lnTo>
                      <a:pt x="308" y="130"/>
                    </a:lnTo>
                    <a:lnTo>
                      <a:pt x="310" y="130"/>
                    </a:lnTo>
                    <a:lnTo>
                      <a:pt x="310" y="130"/>
                    </a:lnTo>
                    <a:lnTo>
                      <a:pt x="310" y="128"/>
                    </a:lnTo>
                    <a:lnTo>
                      <a:pt x="313" y="128"/>
                    </a:lnTo>
                    <a:lnTo>
                      <a:pt x="313" y="128"/>
                    </a:lnTo>
                    <a:lnTo>
                      <a:pt x="313" y="128"/>
                    </a:lnTo>
                    <a:lnTo>
                      <a:pt x="313" y="128"/>
                    </a:lnTo>
                    <a:lnTo>
                      <a:pt x="313" y="125"/>
                    </a:lnTo>
                    <a:lnTo>
                      <a:pt x="315" y="125"/>
                    </a:lnTo>
                    <a:lnTo>
                      <a:pt x="315" y="125"/>
                    </a:lnTo>
                    <a:lnTo>
                      <a:pt x="315" y="125"/>
                    </a:lnTo>
                    <a:lnTo>
                      <a:pt x="315" y="125"/>
                    </a:lnTo>
                    <a:lnTo>
                      <a:pt x="315" y="123"/>
                    </a:lnTo>
                    <a:lnTo>
                      <a:pt x="318" y="123"/>
                    </a:lnTo>
                    <a:lnTo>
                      <a:pt x="318" y="123"/>
                    </a:lnTo>
                    <a:lnTo>
                      <a:pt x="315" y="123"/>
                    </a:lnTo>
                    <a:lnTo>
                      <a:pt x="315" y="123"/>
                    </a:lnTo>
                    <a:lnTo>
                      <a:pt x="315" y="123"/>
                    </a:lnTo>
                    <a:lnTo>
                      <a:pt x="315" y="123"/>
                    </a:lnTo>
                    <a:lnTo>
                      <a:pt x="315" y="123"/>
                    </a:lnTo>
                    <a:lnTo>
                      <a:pt x="315" y="121"/>
                    </a:lnTo>
                    <a:lnTo>
                      <a:pt x="315" y="121"/>
                    </a:lnTo>
                    <a:lnTo>
                      <a:pt x="315" y="121"/>
                    </a:lnTo>
                    <a:lnTo>
                      <a:pt x="313" y="121"/>
                    </a:lnTo>
                    <a:lnTo>
                      <a:pt x="313" y="118"/>
                    </a:lnTo>
                    <a:lnTo>
                      <a:pt x="313" y="118"/>
                    </a:lnTo>
                    <a:lnTo>
                      <a:pt x="313" y="118"/>
                    </a:lnTo>
                    <a:lnTo>
                      <a:pt x="313" y="118"/>
                    </a:lnTo>
                    <a:lnTo>
                      <a:pt x="313" y="116"/>
                    </a:lnTo>
                    <a:lnTo>
                      <a:pt x="310" y="116"/>
                    </a:lnTo>
                    <a:lnTo>
                      <a:pt x="310" y="116"/>
                    </a:lnTo>
                    <a:lnTo>
                      <a:pt x="310" y="116"/>
                    </a:lnTo>
                    <a:lnTo>
                      <a:pt x="308" y="116"/>
                    </a:lnTo>
                    <a:lnTo>
                      <a:pt x="308" y="116"/>
                    </a:lnTo>
                    <a:lnTo>
                      <a:pt x="308" y="118"/>
                    </a:lnTo>
                    <a:lnTo>
                      <a:pt x="308" y="118"/>
                    </a:lnTo>
                    <a:lnTo>
                      <a:pt x="308" y="118"/>
                    </a:lnTo>
                    <a:lnTo>
                      <a:pt x="308" y="121"/>
                    </a:lnTo>
                    <a:lnTo>
                      <a:pt x="308" y="121"/>
                    </a:lnTo>
                    <a:lnTo>
                      <a:pt x="306" y="121"/>
                    </a:lnTo>
                    <a:lnTo>
                      <a:pt x="306" y="121"/>
                    </a:lnTo>
                    <a:lnTo>
                      <a:pt x="306" y="121"/>
                    </a:lnTo>
                    <a:lnTo>
                      <a:pt x="303" y="121"/>
                    </a:lnTo>
                    <a:lnTo>
                      <a:pt x="303" y="121"/>
                    </a:lnTo>
                    <a:lnTo>
                      <a:pt x="303" y="121"/>
                    </a:lnTo>
                    <a:lnTo>
                      <a:pt x="303" y="123"/>
                    </a:lnTo>
                    <a:lnTo>
                      <a:pt x="301" y="123"/>
                    </a:lnTo>
                    <a:lnTo>
                      <a:pt x="301" y="123"/>
                    </a:lnTo>
                    <a:lnTo>
                      <a:pt x="301" y="123"/>
                    </a:lnTo>
                    <a:lnTo>
                      <a:pt x="301" y="123"/>
                    </a:lnTo>
                    <a:lnTo>
                      <a:pt x="299" y="123"/>
                    </a:lnTo>
                    <a:lnTo>
                      <a:pt x="299" y="123"/>
                    </a:lnTo>
                    <a:lnTo>
                      <a:pt x="299" y="123"/>
                    </a:lnTo>
                    <a:lnTo>
                      <a:pt x="296" y="123"/>
                    </a:lnTo>
                    <a:lnTo>
                      <a:pt x="296" y="123"/>
                    </a:lnTo>
                    <a:lnTo>
                      <a:pt x="296" y="123"/>
                    </a:lnTo>
                    <a:lnTo>
                      <a:pt x="296" y="125"/>
                    </a:lnTo>
                    <a:lnTo>
                      <a:pt x="294" y="125"/>
                    </a:lnTo>
                    <a:lnTo>
                      <a:pt x="294" y="125"/>
                    </a:lnTo>
                    <a:lnTo>
                      <a:pt x="294" y="125"/>
                    </a:lnTo>
                    <a:lnTo>
                      <a:pt x="294" y="125"/>
                    </a:lnTo>
                    <a:lnTo>
                      <a:pt x="294" y="125"/>
                    </a:lnTo>
                    <a:lnTo>
                      <a:pt x="291" y="125"/>
                    </a:lnTo>
                    <a:lnTo>
                      <a:pt x="291" y="125"/>
                    </a:lnTo>
                    <a:lnTo>
                      <a:pt x="291" y="123"/>
                    </a:lnTo>
                    <a:lnTo>
                      <a:pt x="289" y="123"/>
                    </a:lnTo>
                    <a:lnTo>
                      <a:pt x="289" y="123"/>
                    </a:lnTo>
                    <a:lnTo>
                      <a:pt x="289" y="123"/>
                    </a:lnTo>
                    <a:lnTo>
                      <a:pt x="289" y="123"/>
                    </a:lnTo>
                    <a:lnTo>
                      <a:pt x="289" y="123"/>
                    </a:lnTo>
                    <a:lnTo>
                      <a:pt x="287" y="123"/>
                    </a:lnTo>
                    <a:lnTo>
                      <a:pt x="287" y="123"/>
                    </a:lnTo>
                    <a:lnTo>
                      <a:pt x="287" y="123"/>
                    </a:lnTo>
                    <a:lnTo>
                      <a:pt x="287" y="123"/>
                    </a:lnTo>
                    <a:lnTo>
                      <a:pt x="287" y="123"/>
                    </a:lnTo>
                    <a:lnTo>
                      <a:pt x="287" y="125"/>
                    </a:lnTo>
                    <a:lnTo>
                      <a:pt x="287" y="125"/>
                    </a:lnTo>
                    <a:lnTo>
                      <a:pt x="287" y="125"/>
                    </a:lnTo>
                    <a:lnTo>
                      <a:pt x="287" y="128"/>
                    </a:lnTo>
                    <a:lnTo>
                      <a:pt x="287" y="128"/>
                    </a:lnTo>
                    <a:lnTo>
                      <a:pt x="284" y="128"/>
                    </a:lnTo>
                    <a:lnTo>
                      <a:pt x="284" y="128"/>
                    </a:lnTo>
                    <a:lnTo>
                      <a:pt x="284" y="128"/>
                    </a:lnTo>
                    <a:lnTo>
                      <a:pt x="284" y="130"/>
                    </a:lnTo>
                    <a:lnTo>
                      <a:pt x="284" y="130"/>
                    </a:lnTo>
                    <a:lnTo>
                      <a:pt x="284" y="130"/>
                    </a:lnTo>
                    <a:lnTo>
                      <a:pt x="284" y="132"/>
                    </a:lnTo>
                    <a:lnTo>
                      <a:pt x="284" y="132"/>
                    </a:lnTo>
                    <a:lnTo>
                      <a:pt x="287" y="132"/>
                    </a:lnTo>
                    <a:lnTo>
                      <a:pt x="287" y="135"/>
                    </a:lnTo>
                    <a:lnTo>
                      <a:pt x="287" y="135"/>
                    </a:lnTo>
                    <a:lnTo>
                      <a:pt x="284" y="135"/>
                    </a:lnTo>
                    <a:lnTo>
                      <a:pt x="284" y="135"/>
                    </a:lnTo>
                    <a:lnTo>
                      <a:pt x="284" y="135"/>
                    </a:lnTo>
                    <a:lnTo>
                      <a:pt x="284" y="135"/>
                    </a:lnTo>
                    <a:lnTo>
                      <a:pt x="284" y="137"/>
                    </a:lnTo>
                    <a:lnTo>
                      <a:pt x="284" y="137"/>
                    </a:lnTo>
                    <a:lnTo>
                      <a:pt x="282" y="137"/>
                    </a:lnTo>
                    <a:lnTo>
                      <a:pt x="282" y="137"/>
                    </a:lnTo>
                    <a:lnTo>
                      <a:pt x="282" y="137"/>
                    </a:lnTo>
                    <a:lnTo>
                      <a:pt x="280" y="137"/>
                    </a:lnTo>
                    <a:lnTo>
                      <a:pt x="280" y="137"/>
                    </a:lnTo>
                    <a:lnTo>
                      <a:pt x="280" y="137"/>
                    </a:lnTo>
                    <a:lnTo>
                      <a:pt x="277" y="137"/>
                    </a:lnTo>
                    <a:lnTo>
                      <a:pt x="277" y="137"/>
                    </a:lnTo>
                    <a:lnTo>
                      <a:pt x="275" y="137"/>
                    </a:lnTo>
                    <a:lnTo>
                      <a:pt x="275" y="137"/>
                    </a:lnTo>
                    <a:lnTo>
                      <a:pt x="275" y="137"/>
                    </a:lnTo>
                    <a:lnTo>
                      <a:pt x="273" y="137"/>
                    </a:lnTo>
                    <a:lnTo>
                      <a:pt x="273" y="137"/>
                    </a:lnTo>
                    <a:lnTo>
                      <a:pt x="273" y="137"/>
                    </a:lnTo>
                    <a:lnTo>
                      <a:pt x="273" y="137"/>
                    </a:lnTo>
                    <a:lnTo>
                      <a:pt x="270" y="137"/>
                    </a:lnTo>
                    <a:lnTo>
                      <a:pt x="270" y="137"/>
                    </a:lnTo>
                    <a:lnTo>
                      <a:pt x="268" y="137"/>
                    </a:lnTo>
                    <a:lnTo>
                      <a:pt x="268" y="139"/>
                    </a:lnTo>
                    <a:lnTo>
                      <a:pt x="270" y="139"/>
                    </a:lnTo>
                    <a:lnTo>
                      <a:pt x="270" y="139"/>
                    </a:lnTo>
                    <a:lnTo>
                      <a:pt x="270" y="139"/>
                    </a:lnTo>
                    <a:lnTo>
                      <a:pt x="273" y="139"/>
                    </a:lnTo>
                    <a:lnTo>
                      <a:pt x="273" y="139"/>
                    </a:lnTo>
                    <a:lnTo>
                      <a:pt x="273" y="139"/>
                    </a:lnTo>
                    <a:lnTo>
                      <a:pt x="273" y="139"/>
                    </a:lnTo>
                    <a:lnTo>
                      <a:pt x="275" y="139"/>
                    </a:lnTo>
                    <a:lnTo>
                      <a:pt x="275" y="139"/>
                    </a:lnTo>
                    <a:lnTo>
                      <a:pt x="275" y="139"/>
                    </a:lnTo>
                    <a:lnTo>
                      <a:pt x="275" y="137"/>
                    </a:lnTo>
                    <a:lnTo>
                      <a:pt x="277" y="137"/>
                    </a:lnTo>
                    <a:lnTo>
                      <a:pt x="277" y="137"/>
                    </a:lnTo>
                    <a:lnTo>
                      <a:pt x="280" y="137"/>
                    </a:lnTo>
                    <a:lnTo>
                      <a:pt x="280" y="139"/>
                    </a:lnTo>
                    <a:lnTo>
                      <a:pt x="280" y="139"/>
                    </a:lnTo>
                    <a:lnTo>
                      <a:pt x="277" y="139"/>
                    </a:lnTo>
                    <a:lnTo>
                      <a:pt x="277" y="139"/>
                    </a:lnTo>
                    <a:lnTo>
                      <a:pt x="275" y="139"/>
                    </a:lnTo>
                    <a:lnTo>
                      <a:pt x="275" y="142"/>
                    </a:lnTo>
                    <a:lnTo>
                      <a:pt x="275" y="142"/>
                    </a:lnTo>
                    <a:lnTo>
                      <a:pt x="275" y="139"/>
                    </a:lnTo>
                    <a:lnTo>
                      <a:pt x="275" y="139"/>
                    </a:lnTo>
                    <a:lnTo>
                      <a:pt x="275" y="142"/>
                    </a:lnTo>
                    <a:lnTo>
                      <a:pt x="275" y="142"/>
                    </a:lnTo>
                    <a:lnTo>
                      <a:pt x="275" y="142"/>
                    </a:lnTo>
                    <a:lnTo>
                      <a:pt x="275" y="144"/>
                    </a:lnTo>
                    <a:lnTo>
                      <a:pt x="275" y="144"/>
                    </a:lnTo>
                    <a:lnTo>
                      <a:pt x="275" y="144"/>
                    </a:lnTo>
                    <a:lnTo>
                      <a:pt x="275" y="144"/>
                    </a:lnTo>
                    <a:lnTo>
                      <a:pt x="275" y="144"/>
                    </a:lnTo>
                    <a:lnTo>
                      <a:pt x="275" y="144"/>
                    </a:lnTo>
                    <a:lnTo>
                      <a:pt x="275" y="144"/>
                    </a:lnTo>
                    <a:lnTo>
                      <a:pt x="277" y="144"/>
                    </a:lnTo>
                    <a:lnTo>
                      <a:pt x="277" y="144"/>
                    </a:lnTo>
                    <a:lnTo>
                      <a:pt x="275" y="144"/>
                    </a:lnTo>
                    <a:lnTo>
                      <a:pt x="275" y="144"/>
                    </a:lnTo>
                    <a:lnTo>
                      <a:pt x="275" y="144"/>
                    </a:lnTo>
                    <a:lnTo>
                      <a:pt x="275" y="147"/>
                    </a:lnTo>
                    <a:lnTo>
                      <a:pt x="273" y="147"/>
                    </a:lnTo>
                    <a:lnTo>
                      <a:pt x="273" y="144"/>
                    </a:lnTo>
                    <a:lnTo>
                      <a:pt x="273" y="144"/>
                    </a:lnTo>
                    <a:lnTo>
                      <a:pt x="273" y="144"/>
                    </a:lnTo>
                    <a:lnTo>
                      <a:pt x="273" y="147"/>
                    </a:lnTo>
                    <a:lnTo>
                      <a:pt x="273" y="147"/>
                    </a:lnTo>
                    <a:lnTo>
                      <a:pt x="270" y="147"/>
                    </a:lnTo>
                    <a:lnTo>
                      <a:pt x="270" y="149"/>
                    </a:lnTo>
                    <a:lnTo>
                      <a:pt x="270" y="149"/>
                    </a:lnTo>
                    <a:lnTo>
                      <a:pt x="270" y="149"/>
                    </a:lnTo>
                    <a:lnTo>
                      <a:pt x="270" y="149"/>
                    </a:lnTo>
                    <a:lnTo>
                      <a:pt x="270" y="151"/>
                    </a:lnTo>
                    <a:lnTo>
                      <a:pt x="270" y="151"/>
                    </a:lnTo>
                    <a:lnTo>
                      <a:pt x="270" y="151"/>
                    </a:lnTo>
                    <a:lnTo>
                      <a:pt x="270" y="154"/>
                    </a:lnTo>
                    <a:lnTo>
                      <a:pt x="268" y="154"/>
                    </a:lnTo>
                    <a:lnTo>
                      <a:pt x="268" y="154"/>
                    </a:lnTo>
                    <a:lnTo>
                      <a:pt x="268" y="154"/>
                    </a:lnTo>
                    <a:lnTo>
                      <a:pt x="268" y="154"/>
                    </a:lnTo>
                    <a:lnTo>
                      <a:pt x="265" y="154"/>
                    </a:lnTo>
                    <a:lnTo>
                      <a:pt x="265" y="154"/>
                    </a:lnTo>
                    <a:lnTo>
                      <a:pt x="263" y="154"/>
                    </a:lnTo>
                    <a:lnTo>
                      <a:pt x="263" y="154"/>
                    </a:lnTo>
                    <a:lnTo>
                      <a:pt x="263" y="154"/>
                    </a:lnTo>
                    <a:lnTo>
                      <a:pt x="261" y="154"/>
                    </a:lnTo>
                    <a:lnTo>
                      <a:pt x="261" y="154"/>
                    </a:lnTo>
                    <a:lnTo>
                      <a:pt x="261" y="154"/>
                    </a:lnTo>
                    <a:lnTo>
                      <a:pt x="261" y="154"/>
                    </a:lnTo>
                    <a:lnTo>
                      <a:pt x="258" y="154"/>
                    </a:lnTo>
                    <a:lnTo>
                      <a:pt x="258" y="154"/>
                    </a:lnTo>
                    <a:lnTo>
                      <a:pt x="256" y="154"/>
                    </a:lnTo>
                    <a:lnTo>
                      <a:pt x="256" y="154"/>
                    </a:lnTo>
                    <a:lnTo>
                      <a:pt x="256" y="154"/>
                    </a:lnTo>
                    <a:lnTo>
                      <a:pt x="256" y="151"/>
                    </a:lnTo>
                    <a:lnTo>
                      <a:pt x="254" y="151"/>
                    </a:lnTo>
                    <a:lnTo>
                      <a:pt x="254" y="151"/>
                    </a:lnTo>
                    <a:lnTo>
                      <a:pt x="254" y="151"/>
                    </a:lnTo>
                    <a:lnTo>
                      <a:pt x="254" y="151"/>
                    </a:lnTo>
                    <a:lnTo>
                      <a:pt x="254" y="151"/>
                    </a:lnTo>
                    <a:lnTo>
                      <a:pt x="251" y="151"/>
                    </a:lnTo>
                    <a:lnTo>
                      <a:pt x="251" y="151"/>
                    </a:lnTo>
                    <a:lnTo>
                      <a:pt x="251" y="151"/>
                    </a:lnTo>
                    <a:lnTo>
                      <a:pt x="251" y="151"/>
                    </a:lnTo>
                    <a:lnTo>
                      <a:pt x="249" y="151"/>
                    </a:lnTo>
                    <a:lnTo>
                      <a:pt x="249" y="151"/>
                    </a:lnTo>
                    <a:lnTo>
                      <a:pt x="249" y="154"/>
                    </a:lnTo>
                    <a:lnTo>
                      <a:pt x="249" y="154"/>
                    </a:lnTo>
                    <a:lnTo>
                      <a:pt x="247" y="154"/>
                    </a:lnTo>
                    <a:lnTo>
                      <a:pt x="247" y="154"/>
                    </a:lnTo>
                    <a:lnTo>
                      <a:pt x="247" y="154"/>
                    </a:lnTo>
                    <a:lnTo>
                      <a:pt x="247" y="154"/>
                    </a:lnTo>
                    <a:lnTo>
                      <a:pt x="244" y="154"/>
                    </a:lnTo>
                    <a:lnTo>
                      <a:pt x="244" y="154"/>
                    </a:lnTo>
                    <a:lnTo>
                      <a:pt x="247" y="154"/>
                    </a:lnTo>
                    <a:lnTo>
                      <a:pt x="247" y="156"/>
                    </a:lnTo>
                    <a:lnTo>
                      <a:pt x="247" y="156"/>
                    </a:lnTo>
                    <a:lnTo>
                      <a:pt x="247" y="156"/>
                    </a:lnTo>
                    <a:lnTo>
                      <a:pt x="247" y="158"/>
                    </a:lnTo>
                    <a:lnTo>
                      <a:pt x="247" y="158"/>
                    </a:lnTo>
                    <a:lnTo>
                      <a:pt x="247" y="158"/>
                    </a:lnTo>
                    <a:lnTo>
                      <a:pt x="247" y="161"/>
                    </a:lnTo>
                    <a:lnTo>
                      <a:pt x="244" y="161"/>
                    </a:lnTo>
                    <a:lnTo>
                      <a:pt x="244" y="161"/>
                    </a:lnTo>
                    <a:lnTo>
                      <a:pt x="244" y="161"/>
                    </a:lnTo>
                    <a:lnTo>
                      <a:pt x="244" y="161"/>
                    </a:lnTo>
                    <a:lnTo>
                      <a:pt x="244" y="163"/>
                    </a:lnTo>
                    <a:lnTo>
                      <a:pt x="247" y="163"/>
                    </a:lnTo>
                    <a:lnTo>
                      <a:pt x="247" y="163"/>
                    </a:lnTo>
                    <a:lnTo>
                      <a:pt x="247" y="163"/>
                    </a:lnTo>
                    <a:lnTo>
                      <a:pt x="247" y="163"/>
                    </a:lnTo>
                    <a:lnTo>
                      <a:pt x="249" y="163"/>
                    </a:lnTo>
                    <a:lnTo>
                      <a:pt x="249" y="163"/>
                    </a:lnTo>
                    <a:lnTo>
                      <a:pt x="249" y="163"/>
                    </a:lnTo>
                    <a:lnTo>
                      <a:pt x="249" y="163"/>
                    </a:lnTo>
                    <a:lnTo>
                      <a:pt x="249" y="166"/>
                    </a:lnTo>
                    <a:lnTo>
                      <a:pt x="249" y="166"/>
                    </a:lnTo>
                    <a:lnTo>
                      <a:pt x="251" y="166"/>
                    </a:lnTo>
                    <a:lnTo>
                      <a:pt x="251" y="168"/>
                    </a:lnTo>
                    <a:lnTo>
                      <a:pt x="251" y="168"/>
                    </a:lnTo>
                    <a:lnTo>
                      <a:pt x="251" y="166"/>
                    </a:lnTo>
                    <a:lnTo>
                      <a:pt x="254" y="166"/>
                    </a:lnTo>
                    <a:lnTo>
                      <a:pt x="254" y="168"/>
                    </a:lnTo>
                    <a:lnTo>
                      <a:pt x="254" y="168"/>
                    </a:lnTo>
                    <a:lnTo>
                      <a:pt x="254" y="168"/>
                    </a:lnTo>
                    <a:lnTo>
                      <a:pt x="256" y="168"/>
                    </a:lnTo>
                    <a:lnTo>
                      <a:pt x="256" y="166"/>
                    </a:lnTo>
                    <a:lnTo>
                      <a:pt x="256" y="166"/>
                    </a:lnTo>
                    <a:lnTo>
                      <a:pt x="256" y="166"/>
                    </a:lnTo>
                    <a:lnTo>
                      <a:pt x="256" y="168"/>
                    </a:lnTo>
                    <a:lnTo>
                      <a:pt x="258" y="168"/>
                    </a:lnTo>
                    <a:lnTo>
                      <a:pt x="258" y="166"/>
                    </a:lnTo>
                    <a:lnTo>
                      <a:pt x="258" y="166"/>
                    </a:lnTo>
                    <a:lnTo>
                      <a:pt x="258" y="168"/>
                    </a:lnTo>
                    <a:lnTo>
                      <a:pt x="261" y="168"/>
                    </a:lnTo>
                    <a:lnTo>
                      <a:pt x="261" y="168"/>
                    </a:lnTo>
                    <a:lnTo>
                      <a:pt x="261" y="168"/>
                    </a:lnTo>
                    <a:lnTo>
                      <a:pt x="261" y="170"/>
                    </a:lnTo>
                    <a:lnTo>
                      <a:pt x="261" y="170"/>
                    </a:lnTo>
                    <a:lnTo>
                      <a:pt x="261" y="170"/>
                    </a:lnTo>
                    <a:lnTo>
                      <a:pt x="261" y="170"/>
                    </a:lnTo>
                    <a:lnTo>
                      <a:pt x="261" y="173"/>
                    </a:lnTo>
                    <a:lnTo>
                      <a:pt x="261" y="173"/>
                    </a:lnTo>
                    <a:lnTo>
                      <a:pt x="258" y="173"/>
                    </a:lnTo>
                    <a:lnTo>
                      <a:pt x="258" y="173"/>
                    </a:lnTo>
                    <a:lnTo>
                      <a:pt x="258" y="173"/>
                    </a:lnTo>
                    <a:lnTo>
                      <a:pt x="261" y="173"/>
                    </a:lnTo>
                    <a:lnTo>
                      <a:pt x="261" y="175"/>
                    </a:lnTo>
                    <a:lnTo>
                      <a:pt x="258" y="175"/>
                    </a:lnTo>
                    <a:lnTo>
                      <a:pt x="258" y="175"/>
                    </a:lnTo>
                    <a:lnTo>
                      <a:pt x="258" y="177"/>
                    </a:lnTo>
                    <a:lnTo>
                      <a:pt x="258" y="177"/>
                    </a:lnTo>
                    <a:lnTo>
                      <a:pt x="258" y="180"/>
                    </a:lnTo>
                    <a:lnTo>
                      <a:pt x="258" y="180"/>
                    </a:lnTo>
                    <a:lnTo>
                      <a:pt x="261" y="180"/>
                    </a:lnTo>
                    <a:lnTo>
                      <a:pt x="261" y="182"/>
                    </a:lnTo>
                    <a:lnTo>
                      <a:pt x="261" y="182"/>
                    </a:lnTo>
                    <a:lnTo>
                      <a:pt x="261" y="182"/>
                    </a:lnTo>
                    <a:lnTo>
                      <a:pt x="261" y="182"/>
                    </a:lnTo>
                    <a:lnTo>
                      <a:pt x="261" y="182"/>
                    </a:lnTo>
                    <a:lnTo>
                      <a:pt x="263" y="182"/>
                    </a:lnTo>
                    <a:lnTo>
                      <a:pt x="263" y="185"/>
                    </a:lnTo>
                    <a:lnTo>
                      <a:pt x="263" y="185"/>
                    </a:lnTo>
                    <a:lnTo>
                      <a:pt x="263" y="185"/>
                    </a:lnTo>
                    <a:lnTo>
                      <a:pt x="263" y="185"/>
                    </a:lnTo>
                    <a:lnTo>
                      <a:pt x="263" y="187"/>
                    </a:lnTo>
                    <a:lnTo>
                      <a:pt x="265" y="187"/>
                    </a:lnTo>
                    <a:lnTo>
                      <a:pt x="265" y="187"/>
                    </a:lnTo>
                    <a:lnTo>
                      <a:pt x="265" y="187"/>
                    </a:lnTo>
                    <a:lnTo>
                      <a:pt x="265" y="189"/>
                    </a:lnTo>
                    <a:lnTo>
                      <a:pt x="265" y="189"/>
                    </a:lnTo>
                    <a:lnTo>
                      <a:pt x="265" y="189"/>
                    </a:lnTo>
                    <a:lnTo>
                      <a:pt x="265" y="192"/>
                    </a:lnTo>
                    <a:lnTo>
                      <a:pt x="263" y="192"/>
                    </a:lnTo>
                    <a:lnTo>
                      <a:pt x="263" y="192"/>
                    </a:lnTo>
                    <a:lnTo>
                      <a:pt x="263" y="192"/>
                    </a:lnTo>
                    <a:lnTo>
                      <a:pt x="263" y="194"/>
                    </a:lnTo>
                    <a:lnTo>
                      <a:pt x="263" y="194"/>
                    </a:lnTo>
                    <a:lnTo>
                      <a:pt x="263" y="194"/>
                    </a:lnTo>
                    <a:lnTo>
                      <a:pt x="263" y="194"/>
                    </a:lnTo>
                    <a:lnTo>
                      <a:pt x="263" y="196"/>
                    </a:lnTo>
                    <a:lnTo>
                      <a:pt x="261" y="196"/>
                    </a:lnTo>
                    <a:lnTo>
                      <a:pt x="261" y="196"/>
                    </a:lnTo>
                    <a:lnTo>
                      <a:pt x="261" y="196"/>
                    </a:lnTo>
                    <a:lnTo>
                      <a:pt x="261" y="196"/>
                    </a:lnTo>
                    <a:lnTo>
                      <a:pt x="258" y="196"/>
                    </a:lnTo>
                    <a:lnTo>
                      <a:pt x="258" y="199"/>
                    </a:lnTo>
                    <a:lnTo>
                      <a:pt x="258" y="199"/>
                    </a:lnTo>
                    <a:lnTo>
                      <a:pt x="258" y="199"/>
                    </a:lnTo>
                    <a:lnTo>
                      <a:pt x="258" y="201"/>
                    </a:lnTo>
                    <a:lnTo>
                      <a:pt x="256" y="201"/>
                    </a:lnTo>
                    <a:lnTo>
                      <a:pt x="256" y="201"/>
                    </a:lnTo>
                    <a:lnTo>
                      <a:pt x="256" y="201"/>
                    </a:lnTo>
                    <a:lnTo>
                      <a:pt x="256" y="203"/>
                    </a:lnTo>
                    <a:lnTo>
                      <a:pt x="256" y="203"/>
                    </a:lnTo>
                    <a:lnTo>
                      <a:pt x="256" y="203"/>
                    </a:lnTo>
                    <a:lnTo>
                      <a:pt x="254" y="203"/>
                    </a:lnTo>
                    <a:lnTo>
                      <a:pt x="254" y="203"/>
                    </a:lnTo>
                    <a:lnTo>
                      <a:pt x="254" y="203"/>
                    </a:lnTo>
                    <a:lnTo>
                      <a:pt x="254" y="206"/>
                    </a:lnTo>
                    <a:lnTo>
                      <a:pt x="254" y="206"/>
                    </a:lnTo>
                    <a:lnTo>
                      <a:pt x="254" y="208"/>
                    </a:lnTo>
                    <a:lnTo>
                      <a:pt x="254" y="208"/>
                    </a:lnTo>
                    <a:lnTo>
                      <a:pt x="254" y="211"/>
                    </a:lnTo>
                    <a:lnTo>
                      <a:pt x="254" y="211"/>
                    </a:lnTo>
                    <a:lnTo>
                      <a:pt x="254" y="213"/>
                    </a:lnTo>
                    <a:lnTo>
                      <a:pt x="254" y="213"/>
                    </a:lnTo>
                    <a:lnTo>
                      <a:pt x="254" y="213"/>
                    </a:lnTo>
                    <a:lnTo>
                      <a:pt x="251" y="213"/>
                    </a:lnTo>
                    <a:lnTo>
                      <a:pt x="251" y="213"/>
                    </a:lnTo>
                    <a:lnTo>
                      <a:pt x="251" y="213"/>
                    </a:lnTo>
                    <a:lnTo>
                      <a:pt x="249" y="213"/>
                    </a:lnTo>
                    <a:lnTo>
                      <a:pt x="249" y="213"/>
                    </a:lnTo>
                    <a:lnTo>
                      <a:pt x="249" y="213"/>
                    </a:lnTo>
                    <a:lnTo>
                      <a:pt x="247" y="213"/>
                    </a:lnTo>
                    <a:lnTo>
                      <a:pt x="247" y="213"/>
                    </a:lnTo>
                    <a:lnTo>
                      <a:pt x="247" y="213"/>
                    </a:lnTo>
                    <a:lnTo>
                      <a:pt x="244" y="213"/>
                    </a:lnTo>
                    <a:lnTo>
                      <a:pt x="244" y="213"/>
                    </a:lnTo>
                    <a:lnTo>
                      <a:pt x="244" y="213"/>
                    </a:lnTo>
                    <a:lnTo>
                      <a:pt x="242" y="213"/>
                    </a:lnTo>
                    <a:lnTo>
                      <a:pt x="242" y="213"/>
                    </a:lnTo>
                    <a:lnTo>
                      <a:pt x="242" y="213"/>
                    </a:lnTo>
                    <a:lnTo>
                      <a:pt x="239" y="213"/>
                    </a:lnTo>
                    <a:lnTo>
                      <a:pt x="239" y="213"/>
                    </a:lnTo>
                    <a:lnTo>
                      <a:pt x="239" y="213"/>
                    </a:lnTo>
                    <a:lnTo>
                      <a:pt x="239" y="213"/>
                    </a:lnTo>
                    <a:lnTo>
                      <a:pt x="239" y="211"/>
                    </a:lnTo>
                    <a:lnTo>
                      <a:pt x="237" y="211"/>
                    </a:lnTo>
                    <a:lnTo>
                      <a:pt x="237" y="211"/>
                    </a:lnTo>
                    <a:lnTo>
                      <a:pt x="237" y="208"/>
                    </a:lnTo>
                    <a:lnTo>
                      <a:pt x="237" y="208"/>
                    </a:lnTo>
                    <a:lnTo>
                      <a:pt x="235" y="208"/>
                    </a:lnTo>
                    <a:lnTo>
                      <a:pt x="235" y="208"/>
                    </a:lnTo>
                    <a:lnTo>
                      <a:pt x="235" y="208"/>
                    </a:lnTo>
                    <a:lnTo>
                      <a:pt x="232" y="208"/>
                    </a:lnTo>
                    <a:lnTo>
                      <a:pt x="232" y="208"/>
                    </a:lnTo>
                    <a:lnTo>
                      <a:pt x="232" y="211"/>
                    </a:lnTo>
                    <a:lnTo>
                      <a:pt x="230" y="211"/>
                    </a:lnTo>
                    <a:lnTo>
                      <a:pt x="230" y="208"/>
                    </a:lnTo>
                    <a:lnTo>
                      <a:pt x="230" y="208"/>
                    </a:lnTo>
                    <a:lnTo>
                      <a:pt x="230" y="211"/>
                    </a:lnTo>
                    <a:lnTo>
                      <a:pt x="230" y="211"/>
                    </a:lnTo>
                    <a:lnTo>
                      <a:pt x="228" y="211"/>
                    </a:lnTo>
                    <a:lnTo>
                      <a:pt x="228" y="211"/>
                    </a:lnTo>
                    <a:lnTo>
                      <a:pt x="228" y="208"/>
                    </a:lnTo>
                    <a:lnTo>
                      <a:pt x="228" y="208"/>
                    </a:lnTo>
                    <a:lnTo>
                      <a:pt x="225" y="208"/>
                    </a:lnTo>
                    <a:lnTo>
                      <a:pt x="225" y="208"/>
                    </a:lnTo>
                    <a:lnTo>
                      <a:pt x="228" y="208"/>
                    </a:lnTo>
                    <a:lnTo>
                      <a:pt x="228" y="208"/>
                    </a:lnTo>
                    <a:lnTo>
                      <a:pt x="228" y="206"/>
                    </a:lnTo>
                    <a:lnTo>
                      <a:pt x="228" y="206"/>
                    </a:lnTo>
                    <a:lnTo>
                      <a:pt x="228" y="206"/>
                    </a:lnTo>
                    <a:lnTo>
                      <a:pt x="228" y="203"/>
                    </a:lnTo>
                    <a:lnTo>
                      <a:pt x="225" y="203"/>
                    </a:lnTo>
                    <a:lnTo>
                      <a:pt x="225" y="203"/>
                    </a:lnTo>
                    <a:lnTo>
                      <a:pt x="225" y="203"/>
                    </a:lnTo>
                    <a:lnTo>
                      <a:pt x="225" y="201"/>
                    </a:lnTo>
                    <a:lnTo>
                      <a:pt x="225" y="201"/>
                    </a:lnTo>
                    <a:lnTo>
                      <a:pt x="225" y="199"/>
                    </a:lnTo>
                    <a:lnTo>
                      <a:pt x="225" y="199"/>
                    </a:lnTo>
                    <a:lnTo>
                      <a:pt x="225" y="196"/>
                    </a:lnTo>
                    <a:lnTo>
                      <a:pt x="228" y="196"/>
                    </a:lnTo>
                    <a:lnTo>
                      <a:pt x="228" y="196"/>
                    </a:lnTo>
                    <a:lnTo>
                      <a:pt x="228" y="196"/>
                    </a:lnTo>
                    <a:lnTo>
                      <a:pt x="228" y="194"/>
                    </a:lnTo>
                    <a:lnTo>
                      <a:pt x="228" y="194"/>
                    </a:lnTo>
                    <a:lnTo>
                      <a:pt x="228" y="194"/>
                    </a:lnTo>
                    <a:lnTo>
                      <a:pt x="228" y="194"/>
                    </a:lnTo>
                    <a:lnTo>
                      <a:pt x="228" y="194"/>
                    </a:lnTo>
                    <a:lnTo>
                      <a:pt x="228" y="192"/>
                    </a:lnTo>
                    <a:lnTo>
                      <a:pt x="228" y="192"/>
                    </a:lnTo>
                    <a:lnTo>
                      <a:pt x="225" y="192"/>
                    </a:lnTo>
                    <a:lnTo>
                      <a:pt x="225" y="192"/>
                    </a:lnTo>
                    <a:lnTo>
                      <a:pt x="223" y="192"/>
                    </a:lnTo>
                    <a:lnTo>
                      <a:pt x="223" y="192"/>
                    </a:lnTo>
                    <a:lnTo>
                      <a:pt x="223" y="192"/>
                    </a:lnTo>
                    <a:lnTo>
                      <a:pt x="220" y="192"/>
                    </a:lnTo>
                    <a:lnTo>
                      <a:pt x="220" y="192"/>
                    </a:lnTo>
                    <a:lnTo>
                      <a:pt x="220" y="192"/>
                    </a:lnTo>
                    <a:lnTo>
                      <a:pt x="220" y="189"/>
                    </a:lnTo>
                    <a:lnTo>
                      <a:pt x="220" y="189"/>
                    </a:lnTo>
                    <a:lnTo>
                      <a:pt x="220" y="189"/>
                    </a:lnTo>
                    <a:lnTo>
                      <a:pt x="218" y="189"/>
                    </a:lnTo>
                    <a:lnTo>
                      <a:pt x="218" y="189"/>
                    </a:lnTo>
                    <a:lnTo>
                      <a:pt x="216" y="189"/>
                    </a:lnTo>
                    <a:lnTo>
                      <a:pt x="216" y="187"/>
                    </a:lnTo>
                    <a:lnTo>
                      <a:pt x="216" y="187"/>
                    </a:lnTo>
                    <a:lnTo>
                      <a:pt x="216" y="187"/>
                    </a:lnTo>
                    <a:lnTo>
                      <a:pt x="213" y="187"/>
                    </a:lnTo>
                    <a:lnTo>
                      <a:pt x="213" y="187"/>
                    </a:lnTo>
                    <a:lnTo>
                      <a:pt x="213" y="187"/>
                    </a:lnTo>
                    <a:lnTo>
                      <a:pt x="213" y="187"/>
                    </a:lnTo>
                    <a:lnTo>
                      <a:pt x="213" y="185"/>
                    </a:lnTo>
                    <a:lnTo>
                      <a:pt x="211" y="185"/>
                    </a:lnTo>
                    <a:lnTo>
                      <a:pt x="211" y="187"/>
                    </a:lnTo>
                    <a:lnTo>
                      <a:pt x="211" y="187"/>
                    </a:lnTo>
                    <a:lnTo>
                      <a:pt x="209" y="187"/>
                    </a:lnTo>
                    <a:lnTo>
                      <a:pt x="209" y="187"/>
                    </a:lnTo>
                    <a:lnTo>
                      <a:pt x="209" y="187"/>
                    </a:lnTo>
                    <a:lnTo>
                      <a:pt x="206" y="187"/>
                    </a:lnTo>
                    <a:lnTo>
                      <a:pt x="206" y="187"/>
                    </a:lnTo>
                    <a:lnTo>
                      <a:pt x="206" y="185"/>
                    </a:lnTo>
                    <a:lnTo>
                      <a:pt x="206" y="185"/>
                    </a:lnTo>
                    <a:lnTo>
                      <a:pt x="204" y="185"/>
                    </a:lnTo>
                    <a:lnTo>
                      <a:pt x="204" y="185"/>
                    </a:lnTo>
                    <a:lnTo>
                      <a:pt x="204" y="185"/>
                    </a:lnTo>
                    <a:lnTo>
                      <a:pt x="202" y="185"/>
                    </a:lnTo>
                    <a:lnTo>
                      <a:pt x="202" y="185"/>
                    </a:lnTo>
                    <a:lnTo>
                      <a:pt x="202" y="182"/>
                    </a:lnTo>
                    <a:lnTo>
                      <a:pt x="202" y="182"/>
                    </a:lnTo>
                    <a:lnTo>
                      <a:pt x="199" y="182"/>
                    </a:lnTo>
                    <a:lnTo>
                      <a:pt x="199" y="182"/>
                    </a:lnTo>
                    <a:lnTo>
                      <a:pt x="199" y="182"/>
                    </a:lnTo>
                    <a:lnTo>
                      <a:pt x="197" y="182"/>
                    </a:lnTo>
                    <a:lnTo>
                      <a:pt x="197" y="182"/>
                    </a:lnTo>
                    <a:lnTo>
                      <a:pt x="197" y="182"/>
                    </a:lnTo>
                    <a:lnTo>
                      <a:pt x="197" y="180"/>
                    </a:lnTo>
                    <a:lnTo>
                      <a:pt x="197" y="180"/>
                    </a:lnTo>
                    <a:lnTo>
                      <a:pt x="197" y="180"/>
                    </a:lnTo>
                    <a:lnTo>
                      <a:pt x="194" y="180"/>
                    </a:lnTo>
                    <a:lnTo>
                      <a:pt x="194" y="180"/>
                    </a:lnTo>
                    <a:lnTo>
                      <a:pt x="194" y="177"/>
                    </a:lnTo>
                    <a:lnTo>
                      <a:pt x="194" y="177"/>
                    </a:lnTo>
                    <a:lnTo>
                      <a:pt x="194" y="177"/>
                    </a:lnTo>
                    <a:lnTo>
                      <a:pt x="192" y="177"/>
                    </a:lnTo>
                    <a:lnTo>
                      <a:pt x="192" y="177"/>
                    </a:lnTo>
                    <a:lnTo>
                      <a:pt x="190" y="177"/>
                    </a:lnTo>
                    <a:lnTo>
                      <a:pt x="190" y="175"/>
                    </a:lnTo>
                    <a:lnTo>
                      <a:pt x="190" y="175"/>
                    </a:lnTo>
                    <a:lnTo>
                      <a:pt x="190" y="175"/>
                    </a:lnTo>
                    <a:lnTo>
                      <a:pt x="190" y="175"/>
                    </a:lnTo>
                    <a:lnTo>
                      <a:pt x="187" y="175"/>
                    </a:lnTo>
                    <a:lnTo>
                      <a:pt x="187" y="175"/>
                    </a:lnTo>
                    <a:lnTo>
                      <a:pt x="187" y="173"/>
                    </a:lnTo>
                    <a:lnTo>
                      <a:pt x="187" y="173"/>
                    </a:lnTo>
                    <a:lnTo>
                      <a:pt x="185" y="173"/>
                    </a:lnTo>
                    <a:lnTo>
                      <a:pt x="185" y="173"/>
                    </a:lnTo>
                    <a:lnTo>
                      <a:pt x="185" y="173"/>
                    </a:lnTo>
                    <a:lnTo>
                      <a:pt x="183" y="173"/>
                    </a:lnTo>
                    <a:lnTo>
                      <a:pt x="183" y="173"/>
                    </a:lnTo>
                    <a:lnTo>
                      <a:pt x="183" y="173"/>
                    </a:lnTo>
                    <a:lnTo>
                      <a:pt x="183" y="173"/>
                    </a:lnTo>
                    <a:lnTo>
                      <a:pt x="183" y="170"/>
                    </a:lnTo>
                    <a:lnTo>
                      <a:pt x="180" y="170"/>
                    </a:lnTo>
                    <a:lnTo>
                      <a:pt x="180" y="170"/>
                    </a:lnTo>
                    <a:lnTo>
                      <a:pt x="180" y="170"/>
                    </a:lnTo>
                    <a:lnTo>
                      <a:pt x="180" y="170"/>
                    </a:lnTo>
                    <a:lnTo>
                      <a:pt x="180" y="168"/>
                    </a:lnTo>
                    <a:lnTo>
                      <a:pt x="178" y="168"/>
                    </a:lnTo>
                    <a:lnTo>
                      <a:pt x="178" y="168"/>
                    </a:lnTo>
                    <a:lnTo>
                      <a:pt x="178" y="168"/>
                    </a:lnTo>
                    <a:lnTo>
                      <a:pt x="178" y="168"/>
                    </a:lnTo>
                    <a:lnTo>
                      <a:pt x="176" y="168"/>
                    </a:lnTo>
                    <a:lnTo>
                      <a:pt x="176" y="168"/>
                    </a:lnTo>
                    <a:lnTo>
                      <a:pt x="176" y="168"/>
                    </a:lnTo>
                    <a:lnTo>
                      <a:pt x="173" y="168"/>
                    </a:lnTo>
                    <a:lnTo>
                      <a:pt x="173" y="168"/>
                    </a:lnTo>
                    <a:lnTo>
                      <a:pt x="173" y="168"/>
                    </a:lnTo>
                    <a:lnTo>
                      <a:pt x="173" y="166"/>
                    </a:lnTo>
                    <a:lnTo>
                      <a:pt x="173" y="166"/>
                    </a:lnTo>
                    <a:lnTo>
                      <a:pt x="171" y="166"/>
                    </a:lnTo>
                    <a:lnTo>
                      <a:pt x="171" y="166"/>
                    </a:lnTo>
                    <a:lnTo>
                      <a:pt x="171" y="166"/>
                    </a:lnTo>
                    <a:lnTo>
                      <a:pt x="168" y="166"/>
                    </a:lnTo>
                    <a:lnTo>
                      <a:pt x="168" y="163"/>
                    </a:lnTo>
                    <a:lnTo>
                      <a:pt x="168" y="163"/>
                    </a:lnTo>
                    <a:lnTo>
                      <a:pt x="168" y="163"/>
                    </a:lnTo>
                    <a:lnTo>
                      <a:pt x="168" y="163"/>
                    </a:lnTo>
                    <a:lnTo>
                      <a:pt x="166" y="163"/>
                    </a:lnTo>
                    <a:lnTo>
                      <a:pt x="166" y="163"/>
                    </a:lnTo>
                    <a:lnTo>
                      <a:pt x="166" y="163"/>
                    </a:lnTo>
                    <a:lnTo>
                      <a:pt x="166" y="163"/>
                    </a:lnTo>
                    <a:lnTo>
                      <a:pt x="166" y="161"/>
                    </a:lnTo>
                    <a:lnTo>
                      <a:pt x="164" y="161"/>
                    </a:lnTo>
                    <a:lnTo>
                      <a:pt x="164" y="161"/>
                    </a:lnTo>
                    <a:lnTo>
                      <a:pt x="164" y="161"/>
                    </a:lnTo>
                    <a:lnTo>
                      <a:pt x="164" y="158"/>
                    </a:lnTo>
                    <a:lnTo>
                      <a:pt x="161" y="158"/>
                    </a:lnTo>
                    <a:lnTo>
                      <a:pt x="161" y="158"/>
                    </a:lnTo>
                    <a:lnTo>
                      <a:pt x="161" y="158"/>
                    </a:lnTo>
                    <a:lnTo>
                      <a:pt x="161" y="158"/>
                    </a:lnTo>
                    <a:lnTo>
                      <a:pt x="161" y="156"/>
                    </a:lnTo>
                    <a:lnTo>
                      <a:pt x="159" y="156"/>
                    </a:lnTo>
                    <a:lnTo>
                      <a:pt x="159" y="156"/>
                    </a:lnTo>
                    <a:lnTo>
                      <a:pt x="159" y="156"/>
                    </a:lnTo>
                    <a:lnTo>
                      <a:pt x="157" y="156"/>
                    </a:lnTo>
                    <a:lnTo>
                      <a:pt x="157" y="156"/>
                    </a:lnTo>
                    <a:lnTo>
                      <a:pt x="157" y="154"/>
                    </a:lnTo>
                    <a:lnTo>
                      <a:pt x="157" y="154"/>
                    </a:lnTo>
                    <a:lnTo>
                      <a:pt x="157" y="154"/>
                    </a:lnTo>
                    <a:lnTo>
                      <a:pt x="154" y="154"/>
                    </a:lnTo>
                    <a:lnTo>
                      <a:pt x="154" y="154"/>
                    </a:lnTo>
                    <a:lnTo>
                      <a:pt x="154" y="154"/>
                    </a:lnTo>
                    <a:lnTo>
                      <a:pt x="154" y="154"/>
                    </a:lnTo>
                    <a:lnTo>
                      <a:pt x="152" y="154"/>
                    </a:lnTo>
                    <a:lnTo>
                      <a:pt x="152" y="151"/>
                    </a:lnTo>
                    <a:lnTo>
                      <a:pt x="152" y="151"/>
                    </a:lnTo>
                    <a:lnTo>
                      <a:pt x="149" y="151"/>
                    </a:lnTo>
                    <a:lnTo>
                      <a:pt x="149" y="151"/>
                    </a:lnTo>
                    <a:lnTo>
                      <a:pt x="149" y="151"/>
                    </a:lnTo>
                    <a:lnTo>
                      <a:pt x="149" y="151"/>
                    </a:lnTo>
                    <a:lnTo>
                      <a:pt x="149" y="149"/>
                    </a:lnTo>
                    <a:lnTo>
                      <a:pt x="147" y="149"/>
                    </a:lnTo>
                    <a:lnTo>
                      <a:pt x="147" y="149"/>
                    </a:lnTo>
                    <a:lnTo>
                      <a:pt x="147" y="149"/>
                    </a:lnTo>
                    <a:lnTo>
                      <a:pt x="147" y="149"/>
                    </a:lnTo>
                    <a:lnTo>
                      <a:pt x="145" y="149"/>
                    </a:lnTo>
                    <a:lnTo>
                      <a:pt x="145" y="147"/>
                    </a:lnTo>
                    <a:lnTo>
                      <a:pt x="145" y="147"/>
                    </a:lnTo>
                    <a:lnTo>
                      <a:pt x="145" y="147"/>
                    </a:lnTo>
                    <a:lnTo>
                      <a:pt x="142" y="147"/>
                    </a:lnTo>
                    <a:lnTo>
                      <a:pt x="142" y="147"/>
                    </a:lnTo>
                    <a:lnTo>
                      <a:pt x="142" y="144"/>
                    </a:lnTo>
                    <a:lnTo>
                      <a:pt x="142" y="144"/>
                    </a:lnTo>
                    <a:lnTo>
                      <a:pt x="140" y="144"/>
                    </a:lnTo>
                    <a:lnTo>
                      <a:pt x="140" y="144"/>
                    </a:lnTo>
                    <a:lnTo>
                      <a:pt x="140" y="144"/>
                    </a:lnTo>
                    <a:lnTo>
                      <a:pt x="140" y="144"/>
                    </a:lnTo>
                    <a:lnTo>
                      <a:pt x="140" y="144"/>
                    </a:lnTo>
                    <a:lnTo>
                      <a:pt x="138" y="144"/>
                    </a:lnTo>
                    <a:lnTo>
                      <a:pt x="138" y="142"/>
                    </a:lnTo>
                    <a:lnTo>
                      <a:pt x="138" y="142"/>
                    </a:lnTo>
                    <a:lnTo>
                      <a:pt x="138" y="142"/>
                    </a:lnTo>
                    <a:lnTo>
                      <a:pt x="138" y="139"/>
                    </a:lnTo>
                    <a:lnTo>
                      <a:pt x="138" y="139"/>
                    </a:lnTo>
                    <a:lnTo>
                      <a:pt x="138" y="137"/>
                    </a:lnTo>
                    <a:lnTo>
                      <a:pt x="138" y="137"/>
                    </a:lnTo>
                    <a:lnTo>
                      <a:pt x="135" y="137"/>
                    </a:lnTo>
                    <a:lnTo>
                      <a:pt x="135" y="135"/>
                    </a:lnTo>
                    <a:lnTo>
                      <a:pt x="135" y="135"/>
                    </a:lnTo>
                    <a:lnTo>
                      <a:pt x="135" y="135"/>
                    </a:lnTo>
                    <a:lnTo>
                      <a:pt x="135" y="132"/>
                    </a:lnTo>
                    <a:lnTo>
                      <a:pt x="135" y="132"/>
                    </a:lnTo>
                    <a:lnTo>
                      <a:pt x="135" y="132"/>
                    </a:lnTo>
                    <a:lnTo>
                      <a:pt x="135" y="130"/>
                    </a:lnTo>
                    <a:lnTo>
                      <a:pt x="135" y="130"/>
                    </a:lnTo>
                    <a:lnTo>
                      <a:pt x="133" y="130"/>
                    </a:lnTo>
                    <a:lnTo>
                      <a:pt x="133" y="130"/>
                    </a:lnTo>
                    <a:lnTo>
                      <a:pt x="133" y="130"/>
                    </a:lnTo>
                    <a:lnTo>
                      <a:pt x="133" y="128"/>
                    </a:lnTo>
                    <a:lnTo>
                      <a:pt x="133" y="128"/>
                    </a:lnTo>
                    <a:lnTo>
                      <a:pt x="131" y="128"/>
                    </a:lnTo>
                    <a:lnTo>
                      <a:pt x="131" y="128"/>
                    </a:lnTo>
                    <a:lnTo>
                      <a:pt x="131" y="125"/>
                    </a:lnTo>
                    <a:lnTo>
                      <a:pt x="131" y="125"/>
                    </a:lnTo>
                    <a:lnTo>
                      <a:pt x="131" y="125"/>
                    </a:lnTo>
                    <a:lnTo>
                      <a:pt x="131" y="123"/>
                    </a:lnTo>
                    <a:lnTo>
                      <a:pt x="128" y="123"/>
                    </a:lnTo>
                    <a:lnTo>
                      <a:pt x="128" y="123"/>
                    </a:lnTo>
                    <a:lnTo>
                      <a:pt x="128" y="123"/>
                    </a:lnTo>
                    <a:lnTo>
                      <a:pt x="128" y="123"/>
                    </a:lnTo>
                    <a:lnTo>
                      <a:pt x="128" y="121"/>
                    </a:lnTo>
                    <a:lnTo>
                      <a:pt x="128" y="121"/>
                    </a:lnTo>
                    <a:lnTo>
                      <a:pt x="128" y="118"/>
                    </a:lnTo>
                    <a:lnTo>
                      <a:pt x="128" y="118"/>
                    </a:lnTo>
                    <a:lnTo>
                      <a:pt x="128" y="116"/>
                    </a:lnTo>
                    <a:lnTo>
                      <a:pt x="128" y="116"/>
                    </a:lnTo>
                    <a:lnTo>
                      <a:pt x="128" y="116"/>
                    </a:lnTo>
                    <a:lnTo>
                      <a:pt x="126" y="116"/>
                    </a:lnTo>
                    <a:lnTo>
                      <a:pt x="126" y="113"/>
                    </a:lnTo>
                    <a:lnTo>
                      <a:pt x="126" y="113"/>
                    </a:lnTo>
                    <a:lnTo>
                      <a:pt x="126" y="113"/>
                    </a:lnTo>
                    <a:lnTo>
                      <a:pt x="123" y="113"/>
                    </a:lnTo>
                    <a:lnTo>
                      <a:pt x="123" y="113"/>
                    </a:lnTo>
                    <a:lnTo>
                      <a:pt x="123" y="113"/>
                    </a:lnTo>
                    <a:lnTo>
                      <a:pt x="123" y="113"/>
                    </a:lnTo>
                    <a:lnTo>
                      <a:pt x="123" y="111"/>
                    </a:lnTo>
                    <a:lnTo>
                      <a:pt x="121" y="111"/>
                    </a:lnTo>
                    <a:lnTo>
                      <a:pt x="121" y="111"/>
                    </a:lnTo>
                    <a:lnTo>
                      <a:pt x="121" y="111"/>
                    </a:lnTo>
                    <a:lnTo>
                      <a:pt x="121" y="111"/>
                    </a:lnTo>
                    <a:lnTo>
                      <a:pt x="121" y="109"/>
                    </a:lnTo>
                    <a:lnTo>
                      <a:pt x="119" y="109"/>
                    </a:lnTo>
                    <a:lnTo>
                      <a:pt x="119" y="111"/>
                    </a:lnTo>
                    <a:lnTo>
                      <a:pt x="119" y="111"/>
                    </a:lnTo>
                    <a:lnTo>
                      <a:pt x="119" y="109"/>
                    </a:lnTo>
                    <a:lnTo>
                      <a:pt x="116" y="109"/>
                    </a:lnTo>
                    <a:lnTo>
                      <a:pt x="116" y="109"/>
                    </a:lnTo>
                    <a:lnTo>
                      <a:pt x="116" y="109"/>
                    </a:lnTo>
                    <a:lnTo>
                      <a:pt x="116" y="111"/>
                    </a:lnTo>
                    <a:lnTo>
                      <a:pt x="116" y="111"/>
                    </a:lnTo>
                    <a:lnTo>
                      <a:pt x="114" y="111"/>
                    </a:lnTo>
                    <a:lnTo>
                      <a:pt x="114" y="113"/>
                    </a:lnTo>
                    <a:lnTo>
                      <a:pt x="114" y="113"/>
                    </a:lnTo>
                    <a:lnTo>
                      <a:pt x="114" y="113"/>
                    </a:lnTo>
                    <a:lnTo>
                      <a:pt x="112" y="113"/>
                    </a:lnTo>
                    <a:lnTo>
                      <a:pt x="112" y="113"/>
                    </a:lnTo>
                    <a:lnTo>
                      <a:pt x="109" y="113"/>
                    </a:lnTo>
                    <a:lnTo>
                      <a:pt x="109" y="111"/>
                    </a:lnTo>
                    <a:lnTo>
                      <a:pt x="109" y="111"/>
                    </a:lnTo>
                    <a:lnTo>
                      <a:pt x="109" y="111"/>
                    </a:lnTo>
                    <a:lnTo>
                      <a:pt x="107" y="111"/>
                    </a:lnTo>
                    <a:lnTo>
                      <a:pt x="107" y="111"/>
                    </a:lnTo>
                    <a:lnTo>
                      <a:pt x="107" y="111"/>
                    </a:lnTo>
                    <a:lnTo>
                      <a:pt x="107" y="111"/>
                    </a:lnTo>
                    <a:lnTo>
                      <a:pt x="104" y="111"/>
                    </a:lnTo>
                    <a:lnTo>
                      <a:pt x="104" y="111"/>
                    </a:lnTo>
                    <a:lnTo>
                      <a:pt x="102" y="111"/>
                    </a:lnTo>
                    <a:lnTo>
                      <a:pt x="102" y="111"/>
                    </a:lnTo>
                    <a:lnTo>
                      <a:pt x="102" y="111"/>
                    </a:lnTo>
                    <a:lnTo>
                      <a:pt x="102" y="111"/>
                    </a:lnTo>
                    <a:lnTo>
                      <a:pt x="100" y="111"/>
                    </a:lnTo>
                    <a:lnTo>
                      <a:pt x="100" y="111"/>
                    </a:lnTo>
                    <a:lnTo>
                      <a:pt x="100" y="111"/>
                    </a:lnTo>
                    <a:lnTo>
                      <a:pt x="97" y="111"/>
                    </a:lnTo>
                    <a:lnTo>
                      <a:pt x="97" y="111"/>
                    </a:lnTo>
                    <a:lnTo>
                      <a:pt x="95" y="111"/>
                    </a:lnTo>
                    <a:lnTo>
                      <a:pt x="95" y="111"/>
                    </a:lnTo>
                    <a:lnTo>
                      <a:pt x="95" y="111"/>
                    </a:lnTo>
                    <a:lnTo>
                      <a:pt x="95" y="111"/>
                    </a:lnTo>
                    <a:lnTo>
                      <a:pt x="93" y="111"/>
                    </a:lnTo>
                    <a:lnTo>
                      <a:pt x="93" y="109"/>
                    </a:lnTo>
                    <a:lnTo>
                      <a:pt x="93" y="109"/>
                    </a:lnTo>
                    <a:lnTo>
                      <a:pt x="90" y="109"/>
                    </a:lnTo>
                    <a:lnTo>
                      <a:pt x="90" y="109"/>
                    </a:lnTo>
                    <a:lnTo>
                      <a:pt x="90" y="109"/>
                    </a:lnTo>
                    <a:lnTo>
                      <a:pt x="90" y="109"/>
                    </a:lnTo>
                    <a:lnTo>
                      <a:pt x="90" y="106"/>
                    </a:lnTo>
                    <a:lnTo>
                      <a:pt x="88" y="106"/>
                    </a:lnTo>
                    <a:lnTo>
                      <a:pt x="88" y="106"/>
                    </a:lnTo>
                    <a:lnTo>
                      <a:pt x="88" y="106"/>
                    </a:lnTo>
                    <a:lnTo>
                      <a:pt x="88" y="106"/>
                    </a:lnTo>
                    <a:lnTo>
                      <a:pt x="88" y="104"/>
                    </a:lnTo>
                    <a:lnTo>
                      <a:pt x="88" y="104"/>
                    </a:lnTo>
                    <a:lnTo>
                      <a:pt x="88" y="104"/>
                    </a:lnTo>
                    <a:lnTo>
                      <a:pt x="88" y="104"/>
                    </a:lnTo>
                    <a:lnTo>
                      <a:pt x="88" y="102"/>
                    </a:lnTo>
                    <a:lnTo>
                      <a:pt x="88" y="102"/>
                    </a:lnTo>
                    <a:lnTo>
                      <a:pt x="88" y="102"/>
                    </a:lnTo>
                    <a:lnTo>
                      <a:pt x="88" y="102"/>
                    </a:lnTo>
                    <a:lnTo>
                      <a:pt x="88" y="99"/>
                    </a:lnTo>
                    <a:lnTo>
                      <a:pt x="88" y="99"/>
                    </a:lnTo>
                    <a:lnTo>
                      <a:pt x="88" y="99"/>
                    </a:lnTo>
                    <a:lnTo>
                      <a:pt x="88" y="97"/>
                    </a:lnTo>
                    <a:lnTo>
                      <a:pt x="88" y="97"/>
                    </a:lnTo>
                    <a:lnTo>
                      <a:pt x="88" y="97"/>
                    </a:lnTo>
                    <a:lnTo>
                      <a:pt x="88" y="97"/>
                    </a:lnTo>
                    <a:lnTo>
                      <a:pt x="90" y="97"/>
                    </a:lnTo>
                    <a:lnTo>
                      <a:pt x="90" y="97"/>
                    </a:lnTo>
                    <a:lnTo>
                      <a:pt x="90" y="97"/>
                    </a:lnTo>
                    <a:lnTo>
                      <a:pt x="90" y="97"/>
                    </a:lnTo>
                    <a:lnTo>
                      <a:pt x="90" y="97"/>
                    </a:lnTo>
                    <a:lnTo>
                      <a:pt x="90" y="97"/>
                    </a:lnTo>
                    <a:lnTo>
                      <a:pt x="90" y="94"/>
                    </a:lnTo>
                    <a:lnTo>
                      <a:pt x="90" y="94"/>
                    </a:lnTo>
                    <a:lnTo>
                      <a:pt x="88" y="94"/>
                    </a:lnTo>
                    <a:lnTo>
                      <a:pt x="88" y="94"/>
                    </a:lnTo>
                    <a:lnTo>
                      <a:pt x="88" y="94"/>
                    </a:lnTo>
                    <a:lnTo>
                      <a:pt x="88" y="94"/>
                    </a:lnTo>
                    <a:lnTo>
                      <a:pt x="88" y="94"/>
                    </a:lnTo>
                    <a:lnTo>
                      <a:pt x="86" y="94"/>
                    </a:lnTo>
                    <a:lnTo>
                      <a:pt x="86" y="92"/>
                    </a:lnTo>
                    <a:lnTo>
                      <a:pt x="86" y="92"/>
                    </a:lnTo>
                    <a:lnTo>
                      <a:pt x="83" y="92"/>
                    </a:lnTo>
                    <a:lnTo>
                      <a:pt x="83" y="92"/>
                    </a:lnTo>
                    <a:lnTo>
                      <a:pt x="86" y="92"/>
                    </a:lnTo>
                    <a:lnTo>
                      <a:pt x="86" y="92"/>
                    </a:lnTo>
                    <a:lnTo>
                      <a:pt x="86" y="90"/>
                    </a:lnTo>
                    <a:lnTo>
                      <a:pt x="86" y="90"/>
                    </a:lnTo>
                    <a:lnTo>
                      <a:pt x="86" y="90"/>
                    </a:lnTo>
                    <a:lnTo>
                      <a:pt x="86" y="87"/>
                    </a:lnTo>
                    <a:lnTo>
                      <a:pt x="86" y="87"/>
                    </a:lnTo>
                    <a:lnTo>
                      <a:pt x="86" y="87"/>
                    </a:lnTo>
                    <a:lnTo>
                      <a:pt x="86" y="85"/>
                    </a:lnTo>
                    <a:lnTo>
                      <a:pt x="86" y="85"/>
                    </a:lnTo>
                    <a:lnTo>
                      <a:pt x="83" y="85"/>
                    </a:lnTo>
                    <a:lnTo>
                      <a:pt x="83" y="85"/>
                    </a:lnTo>
                    <a:lnTo>
                      <a:pt x="83" y="85"/>
                    </a:lnTo>
                    <a:lnTo>
                      <a:pt x="83" y="85"/>
                    </a:lnTo>
                    <a:lnTo>
                      <a:pt x="83" y="85"/>
                    </a:lnTo>
                    <a:lnTo>
                      <a:pt x="81" y="85"/>
                    </a:lnTo>
                    <a:lnTo>
                      <a:pt x="81" y="85"/>
                    </a:lnTo>
                    <a:lnTo>
                      <a:pt x="81" y="85"/>
                    </a:lnTo>
                    <a:lnTo>
                      <a:pt x="78" y="85"/>
                    </a:lnTo>
                    <a:lnTo>
                      <a:pt x="78" y="85"/>
                    </a:lnTo>
                    <a:lnTo>
                      <a:pt x="76" y="85"/>
                    </a:lnTo>
                    <a:lnTo>
                      <a:pt x="76" y="85"/>
                    </a:lnTo>
                    <a:lnTo>
                      <a:pt x="76" y="85"/>
                    </a:lnTo>
                    <a:lnTo>
                      <a:pt x="74" y="85"/>
                    </a:lnTo>
                    <a:lnTo>
                      <a:pt x="74" y="85"/>
                    </a:lnTo>
                    <a:lnTo>
                      <a:pt x="74" y="85"/>
                    </a:lnTo>
                    <a:lnTo>
                      <a:pt x="71" y="85"/>
                    </a:lnTo>
                    <a:lnTo>
                      <a:pt x="71" y="83"/>
                    </a:lnTo>
                    <a:lnTo>
                      <a:pt x="71" y="83"/>
                    </a:lnTo>
                    <a:lnTo>
                      <a:pt x="71" y="83"/>
                    </a:lnTo>
                    <a:lnTo>
                      <a:pt x="69" y="83"/>
                    </a:lnTo>
                    <a:lnTo>
                      <a:pt x="69" y="80"/>
                    </a:lnTo>
                    <a:lnTo>
                      <a:pt x="69" y="80"/>
                    </a:lnTo>
                    <a:lnTo>
                      <a:pt x="69" y="80"/>
                    </a:lnTo>
                    <a:lnTo>
                      <a:pt x="69" y="78"/>
                    </a:lnTo>
                    <a:lnTo>
                      <a:pt x="69" y="78"/>
                    </a:lnTo>
                    <a:lnTo>
                      <a:pt x="67" y="78"/>
                    </a:lnTo>
                    <a:lnTo>
                      <a:pt x="67" y="78"/>
                    </a:lnTo>
                    <a:lnTo>
                      <a:pt x="67" y="78"/>
                    </a:lnTo>
                    <a:lnTo>
                      <a:pt x="67" y="78"/>
                    </a:lnTo>
                    <a:lnTo>
                      <a:pt x="67" y="78"/>
                    </a:lnTo>
                    <a:lnTo>
                      <a:pt x="64" y="78"/>
                    </a:lnTo>
                    <a:lnTo>
                      <a:pt x="64" y="78"/>
                    </a:lnTo>
                    <a:lnTo>
                      <a:pt x="64" y="78"/>
                    </a:lnTo>
                    <a:lnTo>
                      <a:pt x="62" y="78"/>
                    </a:lnTo>
                    <a:lnTo>
                      <a:pt x="62" y="78"/>
                    </a:lnTo>
                    <a:lnTo>
                      <a:pt x="62" y="76"/>
                    </a:lnTo>
                    <a:lnTo>
                      <a:pt x="62" y="76"/>
                    </a:lnTo>
                    <a:lnTo>
                      <a:pt x="60" y="76"/>
                    </a:lnTo>
                    <a:lnTo>
                      <a:pt x="60" y="76"/>
                    </a:lnTo>
                    <a:lnTo>
                      <a:pt x="60" y="76"/>
                    </a:lnTo>
                    <a:lnTo>
                      <a:pt x="60" y="76"/>
                    </a:lnTo>
                    <a:lnTo>
                      <a:pt x="60" y="76"/>
                    </a:lnTo>
                    <a:lnTo>
                      <a:pt x="60" y="73"/>
                    </a:lnTo>
                    <a:lnTo>
                      <a:pt x="57" y="73"/>
                    </a:lnTo>
                    <a:lnTo>
                      <a:pt x="57" y="73"/>
                    </a:lnTo>
                    <a:lnTo>
                      <a:pt x="57" y="73"/>
                    </a:lnTo>
                    <a:lnTo>
                      <a:pt x="57" y="71"/>
                    </a:lnTo>
                    <a:lnTo>
                      <a:pt x="55" y="71"/>
                    </a:lnTo>
                    <a:lnTo>
                      <a:pt x="55" y="73"/>
                    </a:lnTo>
                    <a:lnTo>
                      <a:pt x="55" y="73"/>
                    </a:lnTo>
                    <a:lnTo>
                      <a:pt x="55" y="73"/>
                    </a:lnTo>
                    <a:lnTo>
                      <a:pt x="55" y="76"/>
                    </a:lnTo>
                    <a:lnTo>
                      <a:pt x="55" y="76"/>
                    </a:lnTo>
                    <a:lnTo>
                      <a:pt x="52" y="76"/>
                    </a:lnTo>
                    <a:lnTo>
                      <a:pt x="52" y="76"/>
                    </a:lnTo>
                    <a:lnTo>
                      <a:pt x="50" y="76"/>
                    </a:lnTo>
                    <a:lnTo>
                      <a:pt x="50" y="76"/>
                    </a:lnTo>
                    <a:lnTo>
                      <a:pt x="50" y="76"/>
                    </a:lnTo>
                    <a:lnTo>
                      <a:pt x="48" y="76"/>
                    </a:lnTo>
                    <a:lnTo>
                      <a:pt x="48" y="76"/>
                    </a:lnTo>
                    <a:lnTo>
                      <a:pt x="48" y="76"/>
                    </a:lnTo>
                    <a:lnTo>
                      <a:pt x="45" y="76"/>
                    </a:lnTo>
                    <a:lnTo>
                      <a:pt x="45" y="76"/>
                    </a:lnTo>
                    <a:lnTo>
                      <a:pt x="45" y="76"/>
                    </a:lnTo>
                    <a:lnTo>
                      <a:pt x="48" y="76"/>
                    </a:lnTo>
                    <a:lnTo>
                      <a:pt x="48" y="76"/>
                    </a:lnTo>
                    <a:lnTo>
                      <a:pt x="48" y="78"/>
                    </a:lnTo>
                    <a:lnTo>
                      <a:pt x="48" y="78"/>
                    </a:lnTo>
                    <a:lnTo>
                      <a:pt x="50" y="78"/>
                    </a:lnTo>
                    <a:lnTo>
                      <a:pt x="50" y="78"/>
                    </a:lnTo>
                    <a:lnTo>
                      <a:pt x="50" y="80"/>
                    </a:lnTo>
                    <a:lnTo>
                      <a:pt x="48" y="80"/>
                    </a:lnTo>
                    <a:lnTo>
                      <a:pt x="48" y="80"/>
                    </a:lnTo>
                    <a:lnTo>
                      <a:pt x="48" y="80"/>
                    </a:lnTo>
                    <a:lnTo>
                      <a:pt x="45" y="80"/>
                    </a:lnTo>
                    <a:lnTo>
                      <a:pt x="45" y="80"/>
                    </a:lnTo>
                    <a:lnTo>
                      <a:pt x="43" y="80"/>
                    </a:lnTo>
                    <a:lnTo>
                      <a:pt x="43" y="78"/>
                    </a:lnTo>
                    <a:lnTo>
                      <a:pt x="43" y="78"/>
                    </a:lnTo>
                    <a:lnTo>
                      <a:pt x="43" y="78"/>
                    </a:lnTo>
                    <a:lnTo>
                      <a:pt x="43" y="80"/>
                    </a:lnTo>
                    <a:lnTo>
                      <a:pt x="41" y="80"/>
                    </a:lnTo>
                    <a:lnTo>
                      <a:pt x="41" y="80"/>
                    </a:lnTo>
                    <a:lnTo>
                      <a:pt x="41" y="80"/>
                    </a:lnTo>
                    <a:lnTo>
                      <a:pt x="41" y="83"/>
                    </a:lnTo>
                    <a:lnTo>
                      <a:pt x="41" y="83"/>
                    </a:lnTo>
                    <a:lnTo>
                      <a:pt x="41" y="83"/>
                    </a:lnTo>
                    <a:lnTo>
                      <a:pt x="41" y="83"/>
                    </a:lnTo>
                    <a:lnTo>
                      <a:pt x="41" y="85"/>
                    </a:lnTo>
                    <a:lnTo>
                      <a:pt x="41" y="85"/>
                    </a:lnTo>
                    <a:lnTo>
                      <a:pt x="41" y="85"/>
                    </a:lnTo>
                    <a:lnTo>
                      <a:pt x="38" y="85"/>
                    </a:lnTo>
                    <a:lnTo>
                      <a:pt x="38" y="85"/>
                    </a:lnTo>
                    <a:lnTo>
                      <a:pt x="38" y="87"/>
                    </a:lnTo>
                    <a:lnTo>
                      <a:pt x="38" y="87"/>
                    </a:lnTo>
                    <a:lnTo>
                      <a:pt x="36" y="87"/>
                    </a:lnTo>
                    <a:lnTo>
                      <a:pt x="36" y="87"/>
                    </a:lnTo>
                    <a:lnTo>
                      <a:pt x="36" y="87"/>
                    </a:lnTo>
                    <a:lnTo>
                      <a:pt x="33" y="87"/>
                    </a:lnTo>
                    <a:lnTo>
                      <a:pt x="33" y="87"/>
                    </a:lnTo>
                    <a:lnTo>
                      <a:pt x="33" y="87"/>
                    </a:lnTo>
                    <a:lnTo>
                      <a:pt x="33" y="87"/>
                    </a:lnTo>
                    <a:lnTo>
                      <a:pt x="31" y="87"/>
                    </a:lnTo>
                    <a:lnTo>
                      <a:pt x="31" y="87"/>
                    </a:lnTo>
                    <a:lnTo>
                      <a:pt x="31" y="90"/>
                    </a:lnTo>
                    <a:lnTo>
                      <a:pt x="29" y="90"/>
                    </a:lnTo>
                    <a:lnTo>
                      <a:pt x="29" y="90"/>
                    </a:lnTo>
                    <a:lnTo>
                      <a:pt x="29" y="90"/>
                    </a:lnTo>
                    <a:lnTo>
                      <a:pt x="29" y="92"/>
                    </a:lnTo>
                    <a:lnTo>
                      <a:pt x="29" y="92"/>
                    </a:lnTo>
                    <a:lnTo>
                      <a:pt x="29" y="92"/>
                    </a:lnTo>
                    <a:lnTo>
                      <a:pt x="26" y="92"/>
                    </a:lnTo>
                    <a:lnTo>
                      <a:pt x="26" y="94"/>
                    </a:lnTo>
                    <a:lnTo>
                      <a:pt x="26" y="94"/>
                    </a:lnTo>
                    <a:lnTo>
                      <a:pt x="26" y="94"/>
                    </a:lnTo>
                    <a:lnTo>
                      <a:pt x="24" y="94"/>
                    </a:lnTo>
                    <a:lnTo>
                      <a:pt x="24" y="94"/>
                    </a:lnTo>
                    <a:lnTo>
                      <a:pt x="22" y="94"/>
                    </a:lnTo>
                    <a:lnTo>
                      <a:pt x="22" y="94"/>
                    </a:lnTo>
                    <a:lnTo>
                      <a:pt x="22" y="94"/>
                    </a:lnTo>
                    <a:lnTo>
                      <a:pt x="22" y="94"/>
                    </a:lnTo>
                    <a:lnTo>
                      <a:pt x="22" y="94"/>
                    </a:lnTo>
                    <a:lnTo>
                      <a:pt x="19" y="94"/>
                    </a:lnTo>
                    <a:lnTo>
                      <a:pt x="19" y="97"/>
                    </a:lnTo>
                    <a:lnTo>
                      <a:pt x="19" y="97"/>
                    </a:lnTo>
                    <a:lnTo>
                      <a:pt x="19" y="99"/>
                    </a:lnTo>
                    <a:lnTo>
                      <a:pt x="19" y="99"/>
                    </a:lnTo>
                    <a:lnTo>
                      <a:pt x="22" y="99"/>
                    </a:lnTo>
                    <a:lnTo>
                      <a:pt x="22" y="102"/>
                    </a:lnTo>
                    <a:lnTo>
                      <a:pt x="22" y="102"/>
                    </a:lnTo>
                    <a:lnTo>
                      <a:pt x="22" y="102"/>
                    </a:lnTo>
                    <a:lnTo>
                      <a:pt x="22" y="104"/>
                    </a:lnTo>
                    <a:lnTo>
                      <a:pt x="22" y="104"/>
                    </a:lnTo>
                    <a:lnTo>
                      <a:pt x="22" y="104"/>
                    </a:lnTo>
                    <a:lnTo>
                      <a:pt x="22" y="106"/>
                    </a:lnTo>
                    <a:lnTo>
                      <a:pt x="22" y="106"/>
                    </a:lnTo>
                    <a:lnTo>
                      <a:pt x="22" y="106"/>
                    </a:lnTo>
                    <a:lnTo>
                      <a:pt x="24" y="106"/>
                    </a:lnTo>
                    <a:lnTo>
                      <a:pt x="24" y="109"/>
                    </a:lnTo>
                    <a:lnTo>
                      <a:pt x="22" y="109"/>
                    </a:lnTo>
                    <a:lnTo>
                      <a:pt x="22" y="109"/>
                    </a:lnTo>
                    <a:lnTo>
                      <a:pt x="22" y="109"/>
                    </a:lnTo>
                    <a:lnTo>
                      <a:pt x="22" y="111"/>
                    </a:lnTo>
                    <a:lnTo>
                      <a:pt x="22" y="111"/>
                    </a:lnTo>
                    <a:lnTo>
                      <a:pt x="19" y="111"/>
                    </a:lnTo>
                    <a:lnTo>
                      <a:pt x="19" y="111"/>
                    </a:lnTo>
                    <a:lnTo>
                      <a:pt x="17" y="111"/>
                    </a:lnTo>
                    <a:lnTo>
                      <a:pt x="17" y="109"/>
                    </a:lnTo>
                    <a:lnTo>
                      <a:pt x="17" y="109"/>
                    </a:lnTo>
                    <a:lnTo>
                      <a:pt x="17" y="109"/>
                    </a:lnTo>
                    <a:lnTo>
                      <a:pt x="15" y="109"/>
                    </a:lnTo>
                    <a:lnTo>
                      <a:pt x="15" y="109"/>
                    </a:lnTo>
                    <a:lnTo>
                      <a:pt x="15" y="109"/>
                    </a:lnTo>
                    <a:lnTo>
                      <a:pt x="12" y="109"/>
                    </a:lnTo>
                    <a:lnTo>
                      <a:pt x="12" y="109"/>
                    </a:lnTo>
                    <a:lnTo>
                      <a:pt x="10" y="109"/>
                    </a:lnTo>
                    <a:lnTo>
                      <a:pt x="10" y="109"/>
                    </a:lnTo>
                    <a:lnTo>
                      <a:pt x="10" y="109"/>
                    </a:lnTo>
                    <a:lnTo>
                      <a:pt x="7" y="109"/>
                    </a:lnTo>
                    <a:lnTo>
                      <a:pt x="7" y="109"/>
                    </a:lnTo>
                    <a:lnTo>
                      <a:pt x="7" y="109"/>
                    </a:lnTo>
                    <a:lnTo>
                      <a:pt x="5" y="109"/>
                    </a:lnTo>
                    <a:lnTo>
                      <a:pt x="5" y="109"/>
                    </a:lnTo>
                    <a:lnTo>
                      <a:pt x="3" y="109"/>
                    </a:lnTo>
                    <a:lnTo>
                      <a:pt x="3" y="109"/>
                    </a:lnTo>
                    <a:lnTo>
                      <a:pt x="3" y="109"/>
                    </a:lnTo>
                    <a:lnTo>
                      <a:pt x="3" y="109"/>
                    </a:lnTo>
                    <a:lnTo>
                      <a:pt x="0" y="109"/>
                    </a:lnTo>
                    <a:lnTo>
                      <a:pt x="0" y="109"/>
                    </a:lnTo>
                    <a:lnTo>
                      <a:pt x="0" y="109"/>
                    </a:lnTo>
                    <a:lnTo>
                      <a:pt x="0" y="106"/>
                    </a:lnTo>
                    <a:lnTo>
                      <a:pt x="0" y="106"/>
                    </a:lnTo>
                    <a:lnTo>
                      <a:pt x="0" y="104"/>
                    </a:lnTo>
                    <a:lnTo>
                      <a:pt x="0" y="104"/>
                    </a:lnTo>
                    <a:lnTo>
                      <a:pt x="0" y="104"/>
                    </a:lnTo>
                    <a:lnTo>
                      <a:pt x="0" y="102"/>
                    </a:lnTo>
                    <a:lnTo>
                      <a:pt x="0" y="102"/>
                    </a:lnTo>
                    <a:lnTo>
                      <a:pt x="0" y="99"/>
                    </a:lnTo>
                    <a:lnTo>
                      <a:pt x="0" y="99"/>
                    </a:lnTo>
                    <a:lnTo>
                      <a:pt x="0" y="97"/>
                    </a:lnTo>
                    <a:lnTo>
                      <a:pt x="0" y="97"/>
                    </a:lnTo>
                    <a:lnTo>
                      <a:pt x="0" y="94"/>
                    </a:lnTo>
                    <a:lnTo>
                      <a:pt x="0" y="94"/>
                    </a:lnTo>
                    <a:lnTo>
                      <a:pt x="0" y="94"/>
                    </a:lnTo>
                    <a:lnTo>
                      <a:pt x="0" y="92"/>
                    </a:lnTo>
                    <a:lnTo>
                      <a:pt x="0" y="92"/>
                    </a:lnTo>
                    <a:lnTo>
                      <a:pt x="0" y="90"/>
                    </a:lnTo>
                    <a:lnTo>
                      <a:pt x="0" y="90"/>
                    </a:lnTo>
                    <a:lnTo>
                      <a:pt x="0" y="87"/>
                    </a:lnTo>
                    <a:lnTo>
                      <a:pt x="0" y="87"/>
                    </a:lnTo>
                    <a:lnTo>
                      <a:pt x="0" y="85"/>
                    </a:lnTo>
                    <a:lnTo>
                      <a:pt x="0" y="85"/>
                    </a:lnTo>
                    <a:lnTo>
                      <a:pt x="0" y="85"/>
                    </a:lnTo>
                    <a:lnTo>
                      <a:pt x="0" y="83"/>
                    </a:lnTo>
                    <a:lnTo>
                      <a:pt x="0" y="83"/>
                    </a:lnTo>
                    <a:lnTo>
                      <a:pt x="0" y="80"/>
                    </a:lnTo>
                    <a:lnTo>
                      <a:pt x="0" y="80"/>
                    </a:lnTo>
                    <a:lnTo>
                      <a:pt x="0" y="78"/>
                    </a:lnTo>
                    <a:lnTo>
                      <a:pt x="0" y="78"/>
                    </a:lnTo>
                    <a:lnTo>
                      <a:pt x="0" y="76"/>
                    </a:lnTo>
                    <a:lnTo>
                      <a:pt x="0" y="76"/>
                    </a:lnTo>
                    <a:lnTo>
                      <a:pt x="0" y="76"/>
                    </a:lnTo>
                    <a:lnTo>
                      <a:pt x="0" y="73"/>
                    </a:lnTo>
                    <a:lnTo>
                      <a:pt x="0" y="73"/>
                    </a:lnTo>
                    <a:lnTo>
                      <a:pt x="0" y="71"/>
                    </a:lnTo>
                    <a:lnTo>
                      <a:pt x="0" y="71"/>
                    </a:lnTo>
                    <a:lnTo>
                      <a:pt x="0" y="68"/>
                    </a:lnTo>
                    <a:lnTo>
                      <a:pt x="0" y="68"/>
                    </a:lnTo>
                    <a:lnTo>
                      <a:pt x="0" y="66"/>
                    </a:lnTo>
                    <a:lnTo>
                      <a:pt x="0" y="66"/>
                    </a:lnTo>
                    <a:lnTo>
                      <a:pt x="0" y="64"/>
                    </a:lnTo>
                    <a:lnTo>
                      <a:pt x="0" y="64"/>
                    </a:lnTo>
                    <a:lnTo>
                      <a:pt x="0" y="64"/>
                    </a:lnTo>
                    <a:lnTo>
                      <a:pt x="0" y="61"/>
                    </a:lnTo>
                    <a:lnTo>
                      <a:pt x="0" y="61"/>
                    </a:lnTo>
                    <a:lnTo>
                      <a:pt x="0" y="59"/>
                    </a:lnTo>
                    <a:lnTo>
                      <a:pt x="0" y="59"/>
                    </a:lnTo>
                    <a:lnTo>
                      <a:pt x="0" y="57"/>
                    </a:lnTo>
                    <a:lnTo>
                      <a:pt x="0" y="57"/>
                    </a:lnTo>
                    <a:lnTo>
                      <a:pt x="0" y="54"/>
                    </a:lnTo>
                    <a:lnTo>
                      <a:pt x="0" y="54"/>
                    </a:lnTo>
                    <a:lnTo>
                      <a:pt x="0" y="54"/>
                    </a:lnTo>
                    <a:lnTo>
                      <a:pt x="0" y="52"/>
                    </a:lnTo>
                    <a:lnTo>
                      <a:pt x="0" y="52"/>
                    </a:lnTo>
                    <a:lnTo>
                      <a:pt x="0" y="49"/>
                    </a:lnTo>
                    <a:lnTo>
                      <a:pt x="0" y="49"/>
                    </a:lnTo>
                    <a:lnTo>
                      <a:pt x="0" y="47"/>
                    </a:lnTo>
                    <a:lnTo>
                      <a:pt x="0" y="47"/>
                    </a:lnTo>
                    <a:lnTo>
                      <a:pt x="0" y="45"/>
                    </a:lnTo>
                    <a:lnTo>
                      <a:pt x="0" y="45"/>
                    </a:lnTo>
                    <a:lnTo>
                      <a:pt x="0" y="45"/>
                    </a:lnTo>
                    <a:lnTo>
                      <a:pt x="0" y="42"/>
                    </a:lnTo>
                    <a:lnTo>
                      <a:pt x="0" y="42"/>
                    </a:lnTo>
                    <a:lnTo>
                      <a:pt x="0" y="40"/>
                    </a:lnTo>
                    <a:lnTo>
                      <a:pt x="0" y="40"/>
                    </a:lnTo>
                    <a:lnTo>
                      <a:pt x="0" y="38"/>
                    </a:lnTo>
                    <a:lnTo>
                      <a:pt x="0" y="38"/>
                    </a:lnTo>
                    <a:lnTo>
                      <a:pt x="0" y="35"/>
                    </a:lnTo>
                    <a:lnTo>
                      <a:pt x="0" y="35"/>
                    </a:lnTo>
                    <a:lnTo>
                      <a:pt x="0" y="35"/>
                    </a:lnTo>
                    <a:lnTo>
                      <a:pt x="0" y="33"/>
                    </a:lnTo>
                    <a:lnTo>
                      <a:pt x="0" y="33"/>
                    </a:lnTo>
                    <a:lnTo>
                      <a:pt x="0" y="30"/>
                    </a:lnTo>
                    <a:lnTo>
                      <a:pt x="0" y="30"/>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4"/>
                    </a:lnTo>
                    <a:lnTo>
                      <a:pt x="0" y="14"/>
                    </a:lnTo>
                    <a:lnTo>
                      <a:pt x="0" y="14"/>
                    </a:lnTo>
                    <a:lnTo>
                      <a:pt x="3" y="14"/>
                    </a:lnTo>
                    <a:lnTo>
                      <a:pt x="3" y="14"/>
                    </a:lnTo>
                    <a:lnTo>
                      <a:pt x="3" y="14"/>
                    </a:lnTo>
                    <a:lnTo>
                      <a:pt x="3" y="14"/>
                    </a:lnTo>
                    <a:lnTo>
                      <a:pt x="3" y="14"/>
                    </a:lnTo>
                    <a:lnTo>
                      <a:pt x="5" y="14"/>
                    </a:lnTo>
                    <a:lnTo>
                      <a:pt x="5" y="14"/>
                    </a:lnTo>
                    <a:lnTo>
                      <a:pt x="7" y="14"/>
                    </a:lnTo>
                    <a:lnTo>
                      <a:pt x="7" y="14"/>
                    </a:lnTo>
                    <a:lnTo>
                      <a:pt x="7" y="14"/>
                    </a:lnTo>
                    <a:lnTo>
                      <a:pt x="10" y="14"/>
                    </a:lnTo>
                    <a:lnTo>
                      <a:pt x="10" y="12"/>
                    </a:lnTo>
                    <a:lnTo>
                      <a:pt x="10" y="12"/>
                    </a:lnTo>
                    <a:lnTo>
                      <a:pt x="10" y="12"/>
                    </a:lnTo>
                    <a:lnTo>
                      <a:pt x="12" y="12"/>
                    </a:lnTo>
                    <a:lnTo>
                      <a:pt x="12" y="12"/>
                    </a:lnTo>
                    <a:lnTo>
                      <a:pt x="12" y="12"/>
                    </a:lnTo>
                    <a:lnTo>
                      <a:pt x="15" y="12"/>
                    </a:lnTo>
                    <a:lnTo>
                      <a:pt x="15" y="12"/>
                    </a:lnTo>
                    <a:lnTo>
                      <a:pt x="15" y="12"/>
                    </a:lnTo>
                    <a:lnTo>
                      <a:pt x="17" y="12"/>
                    </a:lnTo>
                    <a:lnTo>
                      <a:pt x="17" y="9"/>
                    </a:lnTo>
                    <a:lnTo>
                      <a:pt x="17" y="9"/>
                    </a:lnTo>
                    <a:lnTo>
                      <a:pt x="17" y="9"/>
                    </a:lnTo>
                    <a:lnTo>
                      <a:pt x="19" y="9"/>
                    </a:lnTo>
                    <a:lnTo>
                      <a:pt x="19" y="9"/>
                    </a:lnTo>
                    <a:lnTo>
                      <a:pt x="22" y="9"/>
                    </a:lnTo>
                    <a:lnTo>
                      <a:pt x="22" y="9"/>
                    </a:lnTo>
                    <a:lnTo>
                      <a:pt x="22" y="9"/>
                    </a:lnTo>
                    <a:lnTo>
                      <a:pt x="22" y="9"/>
                    </a:lnTo>
                    <a:lnTo>
                      <a:pt x="24" y="9"/>
                    </a:lnTo>
                    <a:lnTo>
                      <a:pt x="24" y="9"/>
                    </a:lnTo>
                    <a:lnTo>
                      <a:pt x="24" y="7"/>
                    </a:lnTo>
                    <a:lnTo>
                      <a:pt x="26" y="7"/>
                    </a:lnTo>
                    <a:lnTo>
                      <a:pt x="26" y="7"/>
                    </a:lnTo>
                    <a:lnTo>
                      <a:pt x="26" y="7"/>
                    </a:lnTo>
                    <a:lnTo>
                      <a:pt x="29" y="7"/>
                    </a:lnTo>
                    <a:lnTo>
                      <a:pt x="29" y="7"/>
                    </a:lnTo>
                    <a:lnTo>
                      <a:pt x="29" y="7"/>
                    </a:lnTo>
                    <a:lnTo>
                      <a:pt x="29" y="7"/>
                    </a:lnTo>
                    <a:lnTo>
                      <a:pt x="31" y="7"/>
                    </a:lnTo>
                    <a:lnTo>
                      <a:pt x="31" y="7"/>
                    </a:lnTo>
                    <a:lnTo>
                      <a:pt x="33" y="7"/>
                    </a:lnTo>
                    <a:lnTo>
                      <a:pt x="33" y="4"/>
                    </a:lnTo>
                    <a:lnTo>
                      <a:pt x="33" y="4"/>
                    </a:lnTo>
                    <a:lnTo>
                      <a:pt x="33" y="4"/>
                    </a:lnTo>
                    <a:lnTo>
                      <a:pt x="36" y="4"/>
                    </a:lnTo>
                    <a:lnTo>
                      <a:pt x="36" y="4"/>
                    </a:lnTo>
                    <a:lnTo>
                      <a:pt x="36" y="4"/>
                    </a:lnTo>
                    <a:lnTo>
                      <a:pt x="36" y="4"/>
                    </a:lnTo>
                    <a:lnTo>
                      <a:pt x="38" y="4"/>
                    </a:lnTo>
                    <a:lnTo>
                      <a:pt x="38" y="4"/>
                    </a:lnTo>
                    <a:lnTo>
                      <a:pt x="41" y="4"/>
                    </a:lnTo>
                    <a:lnTo>
                      <a:pt x="41" y="4"/>
                    </a:lnTo>
                    <a:lnTo>
                      <a:pt x="41" y="4"/>
                    </a:lnTo>
                    <a:lnTo>
                      <a:pt x="41" y="4"/>
                    </a:lnTo>
                    <a:lnTo>
                      <a:pt x="43" y="4"/>
                    </a:lnTo>
                    <a:lnTo>
                      <a:pt x="43" y="4"/>
                    </a:lnTo>
                    <a:lnTo>
                      <a:pt x="43" y="4"/>
                    </a:lnTo>
                    <a:lnTo>
                      <a:pt x="45" y="4"/>
                    </a:lnTo>
                    <a:lnTo>
                      <a:pt x="45" y="2"/>
                    </a:lnTo>
                    <a:lnTo>
                      <a:pt x="45" y="2"/>
                    </a:lnTo>
                    <a:lnTo>
                      <a:pt x="48" y="2"/>
                    </a:lnTo>
                    <a:lnTo>
                      <a:pt x="48" y="2"/>
                    </a:lnTo>
                    <a:lnTo>
                      <a:pt x="48" y="2"/>
                    </a:lnTo>
                    <a:lnTo>
                      <a:pt x="48" y="2"/>
                    </a:lnTo>
                    <a:lnTo>
                      <a:pt x="50" y="2"/>
                    </a:lnTo>
                    <a:lnTo>
                      <a:pt x="50" y="2"/>
                    </a:lnTo>
                    <a:lnTo>
                      <a:pt x="50" y="2"/>
                    </a:lnTo>
                    <a:lnTo>
                      <a:pt x="52" y="2"/>
                    </a:lnTo>
                    <a:lnTo>
                      <a:pt x="52" y="0"/>
                    </a:lnTo>
                    <a:lnTo>
                      <a:pt x="52" y="0"/>
                    </a:lnTo>
                    <a:lnTo>
                      <a:pt x="55" y="0"/>
                    </a:lnTo>
                    <a:lnTo>
                      <a:pt x="55" y="0"/>
                    </a:lnTo>
                    <a:lnTo>
                      <a:pt x="55" y="0"/>
                    </a:lnTo>
                    <a:lnTo>
                      <a:pt x="55" y="2"/>
                    </a:lnTo>
                    <a:lnTo>
                      <a:pt x="55" y="2"/>
                    </a:lnTo>
                    <a:lnTo>
                      <a:pt x="55" y="2"/>
                    </a:lnTo>
                    <a:lnTo>
                      <a:pt x="55" y="4"/>
                    </a:lnTo>
                    <a:lnTo>
                      <a:pt x="55" y="4"/>
                    </a:lnTo>
                    <a:lnTo>
                      <a:pt x="55" y="4"/>
                    </a:lnTo>
                    <a:lnTo>
                      <a:pt x="55" y="4"/>
                    </a:lnTo>
                    <a:lnTo>
                      <a:pt x="52" y="4"/>
                    </a:lnTo>
                    <a:lnTo>
                      <a:pt x="52" y="7"/>
                    </a:lnTo>
                    <a:lnTo>
                      <a:pt x="52" y="7"/>
                    </a:lnTo>
                    <a:lnTo>
                      <a:pt x="52" y="7"/>
                    </a:lnTo>
                    <a:lnTo>
                      <a:pt x="50" y="7"/>
                    </a:lnTo>
                    <a:lnTo>
                      <a:pt x="50" y="9"/>
                    </a:lnTo>
                    <a:lnTo>
                      <a:pt x="50" y="9"/>
                    </a:lnTo>
                    <a:lnTo>
                      <a:pt x="50" y="9"/>
                    </a:lnTo>
                    <a:lnTo>
                      <a:pt x="50" y="12"/>
                    </a:lnTo>
                    <a:lnTo>
                      <a:pt x="50" y="12"/>
                    </a:lnTo>
                    <a:lnTo>
                      <a:pt x="50" y="14"/>
                    </a:lnTo>
                    <a:lnTo>
                      <a:pt x="50" y="14"/>
                    </a:lnTo>
                    <a:lnTo>
                      <a:pt x="50" y="14"/>
                    </a:lnTo>
                    <a:lnTo>
                      <a:pt x="48" y="14"/>
                    </a:lnTo>
                    <a:lnTo>
                      <a:pt x="48" y="14"/>
                    </a:lnTo>
                    <a:lnTo>
                      <a:pt x="48" y="16"/>
                    </a:lnTo>
                    <a:lnTo>
                      <a:pt x="48" y="16"/>
                    </a:lnTo>
                    <a:lnTo>
                      <a:pt x="48" y="16"/>
                    </a:lnTo>
                    <a:lnTo>
                      <a:pt x="48" y="19"/>
                    </a:lnTo>
                    <a:lnTo>
                      <a:pt x="48" y="19"/>
                    </a:lnTo>
                    <a:lnTo>
                      <a:pt x="48" y="19"/>
                    </a:lnTo>
                    <a:lnTo>
                      <a:pt x="48" y="21"/>
                    </a:lnTo>
                    <a:lnTo>
                      <a:pt x="48" y="21"/>
                    </a:lnTo>
                    <a:lnTo>
                      <a:pt x="48" y="21"/>
                    </a:lnTo>
                    <a:lnTo>
                      <a:pt x="48" y="23"/>
                    </a:lnTo>
                    <a:lnTo>
                      <a:pt x="48" y="23"/>
                    </a:lnTo>
                    <a:lnTo>
                      <a:pt x="48" y="23"/>
                    </a:lnTo>
                    <a:lnTo>
                      <a:pt x="50" y="23"/>
                    </a:lnTo>
                    <a:lnTo>
                      <a:pt x="50" y="26"/>
                    </a:lnTo>
                    <a:lnTo>
                      <a:pt x="50" y="26"/>
                    </a:lnTo>
                    <a:lnTo>
                      <a:pt x="48" y="26"/>
                    </a:lnTo>
                    <a:lnTo>
                      <a:pt x="48" y="26"/>
                    </a:lnTo>
                    <a:lnTo>
                      <a:pt x="48" y="26"/>
                    </a:lnTo>
                    <a:lnTo>
                      <a:pt x="48" y="28"/>
                    </a:lnTo>
                    <a:lnTo>
                      <a:pt x="48" y="28"/>
                    </a:lnTo>
                    <a:lnTo>
                      <a:pt x="48" y="30"/>
                    </a:lnTo>
                    <a:lnTo>
                      <a:pt x="48" y="30"/>
                    </a:lnTo>
                    <a:lnTo>
                      <a:pt x="48" y="33"/>
                    </a:lnTo>
                    <a:lnTo>
                      <a:pt x="48" y="33"/>
                    </a:lnTo>
                    <a:lnTo>
                      <a:pt x="48" y="33"/>
                    </a:lnTo>
                    <a:lnTo>
                      <a:pt x="50" y="33"/>
                    </a:lnTo>
                    <a:lnTo>
                      <a:pt x="50" y="35"/>
                    </a:lnTo>
                    <a:lnTo>
                      <a:pt x="50" y="35"/>
                    </a:lnTo>
                    <a:lnTo>
                      <a:pt x="50" y="35"/>
                    </a:lnTo>
                    <a:lnTo>
                      <a:pt x="50" y="35"/>
                    </a:lnTo>
                    <a:lnTo>
                      <a:pt x="50" y="35"/>
                    </a:lnTo>
                    <a:lnTo>
                      <a:pt x="50" y="38"/>
                    </a:lnTo>
                    <a:lnTo>
                      <a:pt x="50" y="38"/>
                    </a:lnTo>
                    <a:lnTo>
                      <a:pt x="50" y="40"/>
                    </a:lnTo>
                    <a:lnTo>
                      <a:pt x="50" y="40"/>
                    </a:lnTo>
                    <a:lnTo>
                      <a:pt x="50" y="42"/>
                    </a:lnTo>
                    <a:lnTo>
                      <a:pt x="50" y="42"/>
                    </a:lnTo>
                    <a:lnTo>
                      <a:pt x="50" y="42"/>
                    </a:lnTo>
                    <a:lnTo>
                      <a:pt x="50" y="45"/>
                    </a:lnTo>
                    <a:lnTo>
                      <a:pt x="50" y="45"/>
                    </a:lnTo>
                    <a:lnTo>
                      <a:pt x="50" y="45"/>
                    </a:lnTo>
                    <a:lnTo>
                      <a:pt x="52" y="45"/>
                    </a:lnTo>
                    <a:lnTo>
                      <a:pt x="52" y="45"/>
                    </a:lnTo>
                    <a:lnTo>
                      <a:pt x="52" y="45"/>
                    </a:lnTo>
                    <a:lnTo>
                      <a:pt x="55" y="45"/>
                    </a:lnTo>
                    <a:lnTo>
                      <a:pt x="55" y="45"/>
                    </a:lnTo>
                    <a:lnTo>
                      <a:pt x="55" y="45"/>
                    </a:lnTo>
                    <a:lnTo>
                      <a:pt x="57" y="45"/>
                    </a:lnTo>
                    <a:lnTo>
                      <a:pt x="57" y="45"/>
                    </a:lnTo>
                    <a:lnTo>
                      <a:pt x="57" y="45"/>
                    </a:lnTo>
                    <a:lnTo>
                      <a:pt x="57" y="45"/>
                    </a:lnTo>
                    <a:lnTo>
                      <a:pt x="57" y="45"/>
                    </a:lnTo>
                    <a:lnTo>
                      <a:pt x="57" y="42"/>
                    </a:lnTo>
                    <a:lnTo>
                      <a:pt x="57" y="42"/>
                    </a:lnTo>
                    <a:lnTo>
                      <a:pt x="57" y="42"/>
                    </a:lnTo>
                    <a:lnTo>
                      <a:pt x="60" y="42"/>
                    </a:lnTo>
                    <a:lnTo>
                      <a:pt x="60" y="40"/>
                    </a:lnTo>
                    <a:lnTo>
                      <a:pt x="60" y="40"/>
                    </a:lnTo>
                    <a:lnTo>
                      <a:pt x="60" y="40"/>
                    </a:lnTo>
                    <a:lnTo>
                      <a:pt x="60" y="42"/>
                    </a:lnTo>
                    <a:lnTo>
                      <a:pt x="62" y="42"/>
                    </a:lnTo>
                    <a:lnTo>
                      <a:pt x="62" y="42"/>
                    </a:lnTo>
                    <a:lnTo>
                      <a:pt x="62" y="42"/>
                    </a:lnTo>
                    <a:lnTo>
                      <a:pt x="62" y="42"/>
                    </a:lnTo>
                    <a:lnTo>
                      <a:pt x="64" y="42"/>
                    </a:lnTo>
                    <a:lnTo>
                      <a:pt x="64" y="45"/>
                    </a:lnTo>
                    <a:lnTo>
                      <a:pt x="64" y="45"/>
                    </a:lnTo>
                    <a:lnTo>
                      <a:pt x="64" y="45"/>
                    </a:lnTo>
                    <a:lnTo>
                      <a:pt x="67" y="45"/>
                    </a:lnTo>
                    <a:lnTo>
                      <a:pt x="67" y="45"/>
                    </a:lnTo>
                    <a:lnTo>
                      <a:pt x="67" y="42"/>
                    </a:lnTo>
                    <a:lnTo>
                      <a:pt x="67" y="42"/>
                    </a:lnTo>
                    <a:lnTo>
                      <a:pt x="67" y="42"/>
                    </a:lnTo>
                    <a:lnTo>
                      <a:pt x="67" y="45"/>
                    </a:lnTo>
                    <a:lnTo>
                      <a:pt x="69" y="45"/>
                    </a:lnTo>
                    <a:lnTo>
                      <a:pt x="69" y="45"/>
                    </a:lnTo>
                    <a:lnTo>
                      <a:pt x="69" y="42"/>
                    </a:lnTo>
                    <a:lnTo>
                      <a:pt x="69" y="42"/>
                    </a:lnTo>
                    <a:lnTo>
                      <a:pt x="71" y="42"/>
                    </a:lnTo>
                    <a:lnTo>
                      <a:pt x="71" y="42"/>
                    </a:lnTo>
                    <a:lnTo>
                      <a:pt x="74" y="42"/>
                    </a:lnTo>
                    <a:lnTo>
                      <a:pt x="74" y="42"/>
                    </a:lnTo>
                    <a:lnTo>
                      <a:pt x="74" y="42"/>
                    </a:lnTo>
                    <a:lnTo>
                      <a:pt x="74" y="42"/>
                    </a:lnTo>
                    <a:lnTo>
                      <a:pt x="76" y="42"/>
                    </a:lnTo>
                    <a:lnTo>
                      <a:pt x="76" y="42"/>
                    </a:lnTo>
                    <a:lnTo>
                      <a:pt x="76" y="45"/>
                    </a:lnTo>
                    <a:lnTo>
                      <a:pt x="74" y="45"/>
                    </a:lnTo>
                    <a:lnTo>
                      <a:pt x="74" y="45"/>
                    </a:lnTo>
                    <a:lnTo>
                      <a:pt x="76" y="45"/>
                    </a:lnTo>
                    <a:lnTo>
                      <a:pt x="76" y="45"/>
                    </a:lnTo>
                    <a:lnTo>
                      <a:pt x="76" y="47"/>
                    </a:lnTo>
                    <a:lnTo>
                      <a:pt x="76" y="47"/>
                    </a:lnTo>
                    <a:lnTo>
                      <a:pt x="76" y="47"/>
                    </a:lnTo>
                    <a:lnTo>
                      <a:pt x="76" y="47"/>
                    </a:lnTo>
                    <a:lnTo>
                      <a:pt x="78" y="47"/>
                    </a:lnTo>
                    <a:lnTo>
                      <a:pt x="78" y="47"/>
                    </a:lnTo>
                    <a:lnTo>
                      <a:pt x="81" y="47"/>
                    </a:lnTo>
                    <a:lnTo>
                      <a:pt x="81" y="47"/>
                    </a:lnTo>
                    <a:lnTo>
                      <a:pt x="81" y="47"/>
                    </a:lnTo>
                    <a:lnTo>
                      <a:pt x="83" y="47"/>
                    </a:lnTo>
                    <a:lnTo>
                      <a:pt x="83" y="49"/>
                    </a:lnTo>
                    <a:lnTo>
                      <a:pt x="83" y="49"/>
                    </a:lnTo>
                    <a:lnTo>
                      <a:pt x="83" y="52"/>
                    </a:lnTo>
                    <a:lnTo>
                      <a:pt x="83" y="52"/>
                    </a:lnTo>
                    <a:lnTo>
                      <a:pt x="81" y="52"/>
                    </a:lnTo>
                    <a:lnTo>
                      <a:pt x="81" y="52"/>
                    </a:lnTo>
                    <a:lnTo>
                      <a:pt x="81" y="52"/>
                    </a:lnTo>
                    <a:lnTo>
                      <a:pt x="81" y="52"/>
                    </a:lnTo>
                    <a:lnTo>
                      <a:pt x="78" y="52"/>
                    </a:lnTo>
                    <a:lnTo>
                      <a:pt x="78" y="52"/>
                    </a:lnTo>
                    <a:lnTo>
                      <a:pt x="78" y="54"/>
                    </a:lnTo>
                    <a:lnTo>
                      <a:pt x="81" y="54"/>
                    </a:lnTo>
                    <a:lnTo>
                      <a:pt x="81" y="54"/>
                    </a:lnTo>
                    <a:lnTo>
                      <a:pt x="81" y="54"/>
                    </a:lnTo>
                    <a:lnTo>
                      <a:pt x="81" y="54"/>
                    </a:lnTo>
                    <a:lnTo>
                      <a:pt x="81" y="54"/>
                    </a:lnTo>
                    <a:lnTo>
                      <a:pt x="83" y="54"/>
                    </a:lnTo>
                    <a:lnTo>
                      <a:pt x="83" y="54"/>
                    </a:lnTo>
                    <a:lnTo>
                      <a:pt x="83" y="54"/>
                    </a:lnTo>
                    <a:lnTo>
                      <a:pt x="83" y="52"/>
                    </a:lnTo>
                    <a:lnTo>
                      <a:pt x="83" y="52"/>
                    </a:lnTo>
                    <a:lnTo>
                      <a:pt x="86" y="52"/>
                    </a:lnTo>
                    <a:lnTo>
                      <a:pt x="86" y="49"/>
                    </a:lnTo>
                    <a:lnTo>
                      <a:pt x="86" y="49"/>
                    </a:lnTo>
                    <a:lnTo>
                      <a:pt x="86" y="47"/>
                    </a:lnTo>
                    <a:lnTo>
                      <a:pt x="86" y="47"/>
                    </a:lnTo>
                    <a:lnTo>
                      <a:pt x="86" y="47"/>
                    </a:lnTo>
                    <a:lnTo>
                      <a:pt x="86" y="45"/>
                    </a:lnTo>
                    <a:lnTo>
                      <a:pt x="88" y="45"/>
                    </a:lnTo>
                    <a:lnTo>
                      <a:pt x="88" y="45"/>
                    </a:lnTo>
                    <a:lnTo>
                      <a:pt x="88" y="45"/>
                    </a:lnTo>
                    <a:lnTo>
                      <a:pt x="88" y="45"/>
                    </a:lnTo>
                    <a:lnTo>
                      <a:pt x="88" y="45"/>
                    </a:lnTo>
                    <a:lnTo>
                      <a:pt x="88" y="42"/>
                    </a:lnTo>
                    <a:lnTo>
                      <a:pt x="90" y="42"/>
                    </a:lnTo>
                    <a:lnTo>
                      <a:pt x="90" y="42"/>
                    </a:lnTo>
                    <a:lnTo>
                      <a:pt x="90" y="42"/>
                    </a:lnTo>
                    <a:lnTo>
                      <a:pt x="90" y="42"/>
                    </a:lnTo>
                    <a:lnTo>
                      <a:pt x="90" y="42"/>
                    </a:lnTo>
                    <a:lnTo>
                      <a:pt x="93" y="42"/>
                    </a:lnTo>
                    <a:lnTo>
                      <a:pt x="93" y="42"/>
                    </a:lnTo>
                    <a:lnTo>
                      <a:pt x="93" y="40"/>
                    </a:lnTo>
                    <a:lnTo>
                      <a:pt x="93" y="40"/>
                    </a:lnTo>
                    <a:lnTo>
                      <a:pt x="95" y="40"/>
                    </a:lnTo>
                    <a:lnTo>
                      <a:pt x="95" y="40"/>
                    </a:lnTo>
                    <a:lnTo>
                      <a:pt x="95" y="40"/>
                    </a:lnTo>
                    <a:lnTo>
                      <a:pt x="95" y="40"/>
                    </a:lnTo>
                    <a:lnTo>
                      <a:pt x="97" y="40"/>
                    </a:lnTo>
                    <a:lnTo>
                      <a:pt x="97" y="38"/>
                    </a:lnTo>
                    <a:lnTo>
                      <a:pt x="97" y="38"/>
                    </a:lnTo>
                    <a:lnTo>
                      <a:pt x="100" y="38"/>
                    </a:lnTo>
                    <a:lnTo>
                      <a:pt x="100" y="38"/>
                    </a:lnTo>
                    <a:lnTo>
                      <a:pt x="100" y="38"/>
                    </a:lnTo>
                    <a:lnTo>
                      <a:pt x="100" y="38"/>
                    </a:lnTo>
                    <a:lnTo>
                      <a:pt x="100" y="35"/>
                    </a:lnTo>
                    <a:lnTo>
                      <a:pt x="102" y="35"/>
                    </a:lnTo>
                    <a:lnTo>
                      <a:pt x="102" y="35"/>
                    </a:lnTo>
                    <a:lnTo>
                      <a:pt x="102" y="35"/>
                    </a:lnTo>
                    <a:lnTo>
                      <a:pt x="102" y="35"/>
                    </a:lnTo>
                    <a:lnTo>
                      <a:pt x="102" y="35"/>
                    </a:lnTo>
                    <a:lnTo>
                      <a:pt x="102" y="33"/>
                    </a:lnTo>
                    <a:lnTo>
                      <a:pt x="104" y="33"/>
                    </a:lnTo>
                    <a:lnTo>
                      <a:pt x="104" y="33"/>
                    </a:lnTo>
                    <a:lnTo>
                      <a:pt x="104" y="33"/>
                    </a:lnTo>
                    <a:lnTo>
                      <a:pt x="107" y="33"/>
                    </a:lnTo>
                    <a:lnTo>
                      <a:pt x="107" y="33"/>
                    </a:lnTo>
                    <a:lnTo>
                      <a:pt x="107" y="33"/>
                    </a:lnTo>
                    <a:lnTo>
                      <a:pt x="107" y="30"/>
                    </a:lnTo>
                    <a:lnTo>
                      <a:pt x="109" y="30"/>
                    </a:lnTo>
                    <a:lnTo>
                      <a:pt x="109" y="30"/>
                    </a:lnTo>
                    <a:lnTo>
                      <a:pt x="109" y="33"/>
                    </a:lnTo>
                    <a:lnTo>
                      <a:pt x="109" y="33"/>
                    </a:lnTo>
                    <a:lnTo>
                      <a:pt x="109" y="35"/>
                    </a:lnTo>
                    <a:lnTo>
                      <a:pt x="109" y="35"/>
                    </a:lnTo>
                    <a:lnTo>
                      <a:pt x="109" y="35"/>
                    </a:lnTo>
                    <a:lnTo>
                      <a:pt x="112" y="35"/>
                    </a:lnTo>
                    <a:lnTo>
                      <a:pt x="112" y="35"/>
                    </a:lnTo>
                    <a:lnTo>
                      <a:pt x="112" y="35"/>
                    </a:lnTo>
                    <a:lnTo>
                      <a:pt x="112" y="38"/>
                    </a:lnTo>
                    <a:lnTo>
                      <a:pt x="114" y="38"/>
                    </a:lnTo>
                    <a:lnTo>
                      <a:pt x="114" y="38"/>
                    </a:lnTo>
                    <a:lnTo>
                      <a:pt x="114" y="38"/>
                    </a:lnTo>
                    <a:lnTo>
                      <a:pt x="114" y="38"/>
                    </a:lnTo>
                    <a:lnTo>
                      <a:pt x="114" y="40"/>
                    </a:lnTo>
                    <a:lnTo>
                      <a:pt x="116" y="40"/>
                    </a:lnTo>
                    <a:lnTo>
                      <a:pt x="116" y="40"/>
                    </a:lnTo>
                    <a:lnTo>
                      <a:pt x="116" y="40"/>
                    </a:lnTo>
                    <a:lnTo>
                      <a:pt x="116" y="42"/>
                    </a:lnTo>
                    <a:lnTo>
                      <a:pt x="116" y="42"/>
                    </a:lnTo>
                    <a:lnTo>
                      <a:pt x="116" y="42"/>
                    </a:lnTo>
                    <a:lnTo>
                      <a:pt x="119" y="42"/>
                    </a:lnTo>
                    <a:lnTo>
                      <a:pt x="119" y="45"/>
                    </a:lnTo>
                    <a:lnTo>
                      <a:pt x="119" y="45"/>
                    </a:lnTo>
                    <a:lnTo>
                      <a:pt x="119" y="45"/>
                    </a:lnTo>
                    <a:lnTo>
                      <a:pt x="121" y="45"/>
                    </a:lnTo>
                    <a:lnTo>
                      <a:pt x="121" y="45"/>
                    </a:lnTo>
                    <a:lnTo>
                      <a:pt x="121" y="45"/>
                    </a:lnTo>
                    <a:lnTo>
                      <a:pt x="121" y="45"/>
                    </a:lnTo>
                    <a:lnTo>
                      <a:pt x="121" y="47"/>
                    </a:lnTo>
                    <a:lnTo>
                      <a:pt x="123" y="47"/>
                    </a:lnTo>
                    <a:lnTo>
                      <a:pt x="123" y="47"/>
                    </a:lnTo>
                    <a:lnTo>
                      <a:pt x="123" y="47"/>
                    </a:lnTo>
                    <a:lnTo>
                      <a:pt x="123" y="49"/>
                    </a:lnTo>
                    <a:lnTo>
                      <a:pt x="123" y="49"/>
                    </a:lnTo>
                    <a:lnTo>
                      <a:pt x="123" y="49"/>
                    </a:lnTo>
                    <a:lnTo>
                      <a:pt x="126" y="49"/>
                    </a:lnTo>
                    <a:lnTo>
                      <a:pt x="126" y="52"/>
                    </a:lnTo>
                    <a:lnTo>
                      <a:pt x="126" y="52"/>
                    </a:lnTo>
                    <a:lnTo>
                      <a:pt x="126" y="52"/>
                    </a:lnTo>
                    <a:lnTo>
                      <a:pt x="128" y="52"/>
                    </a:lnTo>
                    <a:lnTo>
                      <a:pt x="128" y="54"/>
                    </a:lnTo>
                    <a:lnTo>
                      <a:pt x="128" y="54"/>
                    </a:lnTo>
                    <a:lnTo>
                      <a:pt x="128" y="54"/>
                    </a:lnTo>
                    <a:lnTo>
                      <a:pt x="131" y="54"/>
                    </a:lnTo>
                    <a:lnTo>
                      <a:pt x="131" y="54"/>
                    </a:lnTo>
                    <a:lnTo>
                      <a:pt x="133" y="54"/>
                    </a:lnTo>
                    <a:lnTo>
                      <a:pt x="133" y="54"/>
                    </a:lnTo>
                    <a:lnTo>
                      <a:pt x="133" y="54"/>
                    </a:lnTo>
                    <a:lnTo>
                      <a:pt x="133" y="52"/>
                    </a:lnTo>
                    <a:lnTo>
                      <a:pt x="135" y="52"/>
                    </a:lnTo>
                    <a:lnTo>
                      <a:pt x="135" y="52"/>
                    </a:lnTo>
                    <a:lnTo>
                      <a:pt x="135" y="52"/>
                    </a:lnTo>
                    <a:lnTo>
                      <a:pt x="138" y="52"/>
                    </a:lnTo>
                    <a:lnTo>
                      <a:pt x="138" y="52"/>
                    </a:lnTo>
                    <a:lnTo>
                      <a:pt x="140" y="52"/>
                    </a:lnTo>
                    <a:lnTo>
                      <a:pt x="140" y="52"/>
                    </a:lnTo>
                    <a:lnTo>
                      <a:pt x="140" y="52"/>
                    </a:lnTo>
                    <a:lnTo>
                      <a:pt x="140" y="52"/>
                    </a:lnTo>
                    <a:lnTo>
                      <a:pt x="142" y="52"/>
                    </a:lnTo>
                    <a:lnTo>
                      <a:pt x="142" y="52"/>
                    </a:lnTo>
                    <a:lnTo>
                      <a:pt x="142" y="52"/>
                    </a:lnTo>
                    <a:lnTo>
                      <a:pt x="145" y="52"/>
                    </a:lnTo>
                    <a:lnTo>
                      <a:pt x="145" y="52"/>
                    </a:lnTo>
                    <a:lnTo>
                      <a:pt x="147" y="52"/>
                    </a:lnTo>
                    <a:lnTo>
                      <a:pt x="147" y="49"/>
                    </a:lnTo>
                    <a:lnTo>
                      <a:pt x="147" y="49"/>
                    </a:lnTo>
                    <a:lnTo>
                      <a:pt x="147" y="49"/>
                    </a:lnTo>
                    <a:lnTo>
                      <a:pt x="149" y="49"/>
                    </a:lnTo>
                    <a:lnTo>
                      <a:pt x="149" y="49"/>
                    </a:lnTo>
                    <a:lnTo>
                      <a:pt x="149" y="49"/>
                    </a:lnTo>
                    <a:lnTo>
                      <a:pt x="152" y="49"/>
                    </a:lnTo>
                    <a:lnTo>
                      <a:pt x="152" y="49"/>
                    </a:lnTo>
                    <a:lnTo>
                      <a:pt x="154" y="49"/>
                    </a:lnTo>
                    <a:lnTo>
                      <a:pt x="154" y="49"/>
                    </a:lnTo>
                    <a:lnTo>
                      <a:pt x="154" y="49"/>
                    </a:lnTo>
                    <a:lnTo>
                      <a:pt x="154" y="49"/>
                    </a:lnTo>
                    <a:lnTo>
                      <a:pt x="157" y="49"/>
                    </a:lnTo>
                    <a:lnTo>
                      <a:pt x="157" y="49"/>
                    </a:lnTo>
                    <a:lnTo>
                      <a:pt x="157" y="49"/>
                    </a:lnTo>
                    <a:lnTo>
                      <a:pt x="159" y="49"/>
                    </a:lnTo>
                    <a:lnTo>
                      <a:pt x="159" y="49"/>
                    </a:lnTo>
                    <a:lnTo>
                      <a:pt x="161" y="49"/>
                    </a:lnTo>
                    <a:lnTo>
                      <a:pt x="161" y="49"/>
                    </a:lnTo>
                    <a:lnTo>
                      <a:pt x="161" y="49"/>
                    </a:lnTo>
                    <a:lnTo>
                      <a:pt x="164" y="49"/>
                    </a:lnTo>
                    <a:lnTo>
                      <a:pt x="164" y="49"/>
                    </a:lnTo>
                    <a:lnTo>
                      <a:pt x="164" y="49"/>
                    </a:lnTo>
                    <a:lnTo>
                      <a:pt x="166" y="49"/>
                    </a:lnTo>
                    <a:lnTo>
                      <a:pt x="166" y="49"/>
                    </a:lnTo>
                    <a:lnTo>
                      <a:pt x="166" y="49"/>
                    </a:lnTo>
                    <a:lnTo>
                      <a:pt x="168" y="49"/>
                    </a:lnTo>
                    <a:lnTo>
                      <a:pt x="168" y="49"/>
                    </a:lnTo>
                    <a:lnTo>
                      <a:pt x="168" y="49"/>
                    </a:lnTo>
                    <a:lnTo>
                      <a:pt x="171" y="49"/>
                    </a:lnTo>
                    <a:lnTo>
                      <a:pt x="171" y="49"/>
                    </a:lnTo>
                    <a:lnTo>
                      <a:pt x="173" y="49"/>
                    </a:lnTo>
                    <a:lnTo>
                      <a:pt x="173" y="49"/>
                    </a:lnTo>
                    <a:lnTo>
                      <a:pt x="173" y="49"/>
                    </a:lnTo>
                    <a:lnTo>
                      <a:pt x="176" y="49"/>
                    </a:lnTo>
                    <a:lnTo>
                      <a:pt x="176" y="49"/>
                    </a:lnTo>
                    <a:lnTo>
                      <a:pt x="176" y="49"/>
                    </a:lnTo>
                    <a:lnTo>
                      <a:pt x="178" y="49"/>
                    </a:lnTo>
                    <a:lnTo>
                      <a:pt x="178" y="49"/>
                    </a:lnTo>
                    <a:lnTo>
                      <a:pt x="180" y="49"/>
                    </a:lnTo>
                    <a:lnTo>
                      <a:pt x="180" y="49"/>
                    </a:lnTo>
                    <a:lnTo>
                      <a:pt x="180" y="52"/>
                    </a:lnTo>
                    <a:lnTo>
                      <a:pt x="180" y="52"/>
                    </a:lnTo>
                    <a:lnTo>
                      <a:pt x="183" y="52"/>
                    </a:lnTo>
                    <a:lnTo>
                      <a:pt x="183" y="52"/>
                    </a:lnTo>
                    <a:lnTo>
                      <a:pt x="183" y="49"/>
                    </a:lnTo>
                    <a:lnTo>
                      <a:pt x="183" y="49"/>
                    </a:lnTo>
                    <a:lnTo>
                      <a:pt x="185" y="49"/>
                    </a:lnTo>
                    <a:lnTo>
                      <a:pt x="185" y="49"/>
                    </a:lnTo>
                    <a:lnTo>
                      <a:pt x="185" y="49"/>
                    </a:lnTo>
                    <a:lnTo>
                      <a:pt x="187" y="49"/>
                    </a:lnTo>
                    <a:lnTo>
                      <a:pt x="187" y="49"/>
                    </a:lnTo>
                    <a:lnTo>
                      <a:pt x="187" y="49"/>
                    </a:lnTo>
                    <a:lnTo>
                      <a:pt x="187" y="47"/>
                    </a:lnTo>
                    <a:lnTo>
                      <a:pt x="190" y="47"/>
                    </a:lnTo>
                    <a:lnTo>
                      <a:pt x="190" y="47"/>
                    </a:lnTo>
                    <a:lnTo>
                      <a:pt x="190" y="47"/>
                    </a:lnTo>
                    <a:lnTo>
                      <a:pt x="190" y="47"/>
                    </a:lnTo>
                    <a:lnTo>
                      <a:pt x="192" y="47"/>
                    </a:lnTo>
                    <a:lnTo>
                      <a:pt x="192" y="47"/>
                    </a:lnTo>
                    <a:lnTo>
                      <a:pt x="194" y="47"/>
                    </a:lnTo>
                    <a:lnTo>
                      <a:pt x="194" y="45"/>
                    </a:lnTo>
                    <a:lnTo>
                      <a:pt x="194" y="45"/>
                    </a:lnTo>
                    <a:lnTo>
                      <a:pt x="194" y="45"/>
                    </a:lnTo>
                    <a:lnTo>
                      <a:pt x="194" y="47"/>
                    </a:lnTo>
                    <a:lnTo>
                      <a:pt x="197" y="47"/>
                    </a:lnTo>
                    <a:lnTo>
                      <a:pt x="197" y="47"/>
                    </a:lnTo>
                    <a:lnTo>
                      <a:pt x="197" y="47"/>
                    </a:lnTo>
                    <a:lnTo>
                      <a:pt x="197" y="49"/>
                    </a:lnTo>
                    <a:lnTo>
                      <a:pt x="197" y="49"/>
                    </a:lnTo>
                    <a:lnTo>
                      <a:pt x="197" y="49"/>
                    </a:lnTo>
                    <a:lnTo>
                      <a:pt x="197" y="52"/>
                    </a:lnTo>
                    <a:lnTo>
                      <a:pt x="199" y="52"/>
                    </a:lnTo>
                    <a:lnTo>
                      <a:pt x="199" y="52"/>
                    </a:lnTo>
                    <a:lnTo>
                      <a:pt x="199" y="52"/>
                    </a:lnTo>
                    <a:lnTo>
                      <a:pt x="199" y="54"/>
                    </a:lnTo>
                    <a:lnTo>
                      <a:pt x="202" y="54"/>
                    </a:lnTo>
                    <a:lnTo>
                      <a:pt x="202" y="54"/>
                    </a:lnTo>
                    <a:lnTo>
                      <a:pt x="202" y="54"/>
                    </a:lnTo>
                    <a:lnTo>
                      <a:pt x="202" y="54"/>
                    </a:lnTo>
                    <a:lnTo>
                      <a:pt x="202" y="54"/>
                    </a:lnTo>
                    <a:lnTo>
                      <a:pt x="204" y="54"/>
                    </a:lnTo>
                    <a:lnTo>
                      <a:pt x="204" y="57"/>
                    </a:lnTo>
                    <a:lnTo>
                      <a:pt x="204" y="57"/>
                    </a:lnTo>
                    <a:lnTo>
                      <a:pt x="206" y="57"/>
                    </a:lnTo>
                    <a:lnTo>
                      <a:pt x="206" y="57"/>
                    </a:lnTo>
                    <a:lnTo>
                      <a:pt x="206" y="57"/>
                    </a:lnTo>
                    <a:lnTo>
                      <a:pt x="206" y="59"/>
                    </a:lnTo>
                    <a:lnTo>
                      <a:pt x="206" y="59"/>
                    </a:lnTo>
                    <a:lnTo>
                      <a:pt x="206" y="59"/>
                    </a:lnTo>
                    <a:lnTo>
                      <a:pt x="206" y="61"/>
                    </a:lnTo>
                    <a:lnTo>
                      <a:pt x="209" y="61"/>
                    </a:lnTo>
                    <a:lnTo>
                      <a:pt x="209" y="61"/>
                    </a:lnTo>
                    <a:lnTo>
                      <a:pt x="209" y="64"/>
                    </a:lnTo>
                    <a:lnTo>
                      <a:pt x="209" y="64"/>
                    </a:lnTo>
                    <a:lnTo>
                      <a:pt x="209" y="64"/>
                    </a:lnTo>
                    <a:lnTo>
                      <a:pt x="209" y="64"/>
                    </a:lnTo>
                    <a:lnTo>
                      <a:pt x="209" y="66"/>
                    </a:lnTo>
                    <a:lnTo>
                      <a:pt x="209" y="66"/>
                    </a:lnTo>
                    <a:lnTo>
                      <a:pt x="209" y="66"/>
                    </a:lnTo>
                    <a:lnTo>
                      <a:pt x="209" y="68"/>
                    </a:lnTo>
                    <a:lnTo>
                      <a:pt x="211" y="68"/>
                    </a:lnTo>
                    <a:lnTo>
                      <a:pt x="211" y="68"/>
                    </a:lnTo>
                    <a:lnTo>
                      <a:pt x="211" y="68"/>
                    </a:lnTo>
                    <a:lnTo>
                      <a:pt x="213" y="68"/>
                    </a:lnTo>
                    <a:lnTo>
                      <a:pt x="213" y="68"/>
                    </a:lnTo>
                    <a:lnTo>
                      <a:pt x="213" y="68"/>
                    </a:lnTo>
                    <a:lnTo>
                      <a:pt x="213" y="68"/>
                    </a:lnTo>
                    <a:lnTo>
                      <a:pt x="216" y="68"/>
                    </a:lnTo>
                    <a:lnTo>
                      <a:pt x="216" y="66"/>
                    </a:lnTo>
                    <a:lnTo>
                      <a:pt x="216" y="66"/>
                    </a:lnTo>
                    <a:lnTo>
                      <a:pt x="216" y="68"/>
                    </a:lnTo>
                    <a:lnTo>
                      <a:pt x="216" y="68"/>
                    </a:lnTo>
                    <a:lnTo>
                      <a:pt x="216" y="71"/>
                    </a:lnTo>
                    <a:lnTo>
                      <a:pt x="216" y="71"/>
                    </a:lnTo>
                    <a:lnTo>
                      <a:pt x="216" y="73"/>
                    </a:lnTo>
                    <a:lnTo>
                      <a:pt x="216" y="73"/>
                    </a:lnTo>
                    <a:lnTo>
                      <a:pt x="216" y="76"/>
                    </a:lnTo>
                    <a:lnTo>
                      <a:pt x="216" y="76"/>
                    </a:lnTo>
                    <a:lnTo>
                      <a:pt x="216" y="76"/>
                    </a:lnTo>
                    <a:lnTo>
                      <a:pt x="216" y="76"/>
                    </a:lnTo>
                    <a:lnTo>
                      <a:pt x="216" y="78"/>
                    </a:lnTo>
                    <a:lnTo>
                      <a:pt x="216" y="78"/>
                    </a:lnTo>
                    <a:lnTo>
                      <a:pt x="216" y="80"/>
                    </a:lnTo>
                    <a:lnTo>
                      <a:pt x="216" y="80"/>
                    </a:lnTo>
                    <a:lnTo>
                      <a:pt x="216" y="83"/>
                    </a:lnTo>
                    <a:lnTo>
                      <a:pt x="216" y="83"/>
                    </a:lnTo>
                    <a:lnTo>
                      <a:pt x="216" y="83"/>
                    </a:lnTo>
                    <a:lnTo>
                      <a:pt x="213" y="83"/>
                    </a:lnTo>
                    <a:lnTo>
                      <a:pt x="213" y="83"/>
                    </a:lnTo>
                    <a:lnTo>
                      <a:pt x="213" y="85"/>
                    </a:lnTo>
                    <a:lnTo>
                      <a:pt x="213" y="85"/>
                    </a:lnTo>
                    <a:lnTo>
                      <a:pt x="213" y="85"/>
                    </a:lnTo>
                    <a:lnTo>
                      <a:pt x="213" y="87"/>
                    </a:lnTo>
                    <a:lnTo>
                      <a:pt x="213" y="87"/>
                    </a:lnTo>
                    <a:lnTo>
                      <a:pt x="213" y="90"/>
                    </a:lnTo>
                    <a:lnTo>
                      <a:pt x="213" y="90"/>
                    </a:lnTo>
                    <a:lnTo>
                      <a:pt x="213" y="92"/>
                    </a:lnTo>
                    <a:lnTo>
                      <a:pt x="213" y="92"/>
                    </a:lnTo>
                    <a:lnTo>
                      <a:pt x="216" y="92"/>
                    </a:lnTo>
                    <a:lnTo>
                      <a:pt x="216" y="92"/>
                    </a:lnTo>
                    <a:lnTo>
                      <a:pt x="216" y="94"/>
                    </a:lnTo>
                    <a:lnTo>
                      <a:pt x="216" y="94"/>
                    </a:lnTo>
                    <a:lnTo>
                      <a:pt x="218" y="94"/>
                    </a:lnTo>
                    <a:lnTo>
                      <a:pt x="218" y="94"/>
                    </a:lnTo>
                    <a:lnTo>
                      <a:pt x="220" y="94"/>
                    </a:lnTo>
                    <a:lnTo>
                      <a:pt x="220" y="94"/>
                    </a:lnTo>
                    <a:lnTo>
                      <a:pt x="220" y="94"/>
                    </a:lnTo>
                    <a:lnTo>
                      <a:pt x="223" y="94"/>
                    </a:lnTo>
                    <a:lnTo>
                      <a:pt x="223" y="94"/>
                    </a:lnTo>
                    <a:lnTo>
                      <a:pt x="223" y="94"/>
                    </a:lnTo>
                    <a:lnTo>
                      <a:pt x="225" y="94"/>
                    </a:lnTo>
                    <a:lnTo>
                      <a:pt x="225" y="94"/>
                    </a:lnTo>
                    <a:lnTo>
                      <a:pt x="225" y="94"/>
                    </a:lnTo>
                    <a:lnTo>
                      <a:pt x="225" y="94"/>
                    </a:lnTo>
                    <a:lnTo>
                      <a:pt x="225" y="97"/>
                    </a:lnTo>
                    <a:lnTo>
                      <a:pt x="225" y="97"/>
                    </a:lnTo>
                    <a:lnTo>
                      <a:pt x="225" y="99"/>
                    </a:lnTo>
                    <a:lnTo>
                      <a:pt x="225" y="99"/>
                    </a:lnTo>
                    <a:lnTo>
                      <a:pt x="225" y="102"/>
                    </a:lnTo>
                    <a:lnTo>
                      <a:pt x="228" y="102"/>
                    </a:lnTo>
                    <a:lnTo>
                      <a:pt x="228" y="102"/>
                    </a:lnTo>
                    <a:lnTo>
                      <a:pt x="228" y="104"/>
                    </a:lnTo>
                    <a:lnTo>
                      <a:pt x="228" y="104"/>
                    </a:lnTo>
                    <a:lnTo>
                      <a:pt x="228" y="104"/>
                    </a:lnTo>
                    <a:lnTo>
                      <a:pt x="228" y="106"/>
                    </a:lnTo>
                    <a:lnTo>
                      <a:pt x="228" y="106"/>
                    </a:lnTo>
                    <a:lnTo>
                      <a:pt x="228" y="109"/>
                    </a:lnTo>
                    <a:lnTo>
                      <a:pt x="228" y="109"/>
                    </a:lnTo>
                    <a:lnTo>
                      <a:pt x="228" y="111"/>
                    </a:lnTo>
                    <a:lnTo>
                      <a:pt x="228" y="111"/>
                    </a:lnTo>
                    <a:lnTo>
                      <a:pt x="228" y="111"/>
                    </a:lnTo>
                    <a:lnTo>
                      <a:pt x="230" y="111"/>
                    </a:lnTo>
                    <a:lnTo>
                      <a:pt x="230" y="111"/>
                    </a:lnTo>
                    <a:lnTo>
                      <a:pt x="230" y="111"/>
                    </a:lnTo>
                    <a:lnTo>
                      <a:pt x="232" y="111"/>
                    </a:lnTo>
                    <a:lnTo>
                      <a:pt x="232" y="111"/>
                    </a:lnTo>
                    <a:lnTo>
                      <a:pt x="235" y="111"/>
                    </a:lnTo>
                    <a:lnTo>
                      <a:pt x="235" y="111"/>
                    </a:lnTo>
                    <a:lnTo>
                      <a:pt x="235" y="111"/>
                    </a:lnTo>
                    <a:lnTo>
                      <a:pt x="235" y="111"/>
                    </a:lnTo>
                    <a:lnTo>
                      <a:pt x="237" y="111"/>
                    </a:lnTo>
                    <a:lnTo>
                      <a:pt x="237" y="111"/>
                    </a:lnTo>
                    <a:lnTo>
                      <a:pt x="239" y="111"/>
                    </a:lnTo>
                    <a:lnTo>
                      <a:pt x="239" y="111"/>
                    </a:lnTo>
                    <a:lnTo>
                      <a:pt x="239" y="111"/>
                    </a:lnTo>
                    <a:lnTo>
                      <a:pt x="242" y="111"/>
                    </a:lnTo>
                    <a:lnTo>
                      <a:pt x="242" y="111"/>
                    </a:lnTo>
                    <a:lnTo>
                      <a:pt x="242" y="111"/>
                    </a:lnTo>
                    <a:lnTo>
                      <a:pt x="244" y="111"/>
                    </a:lnTo>
                    <a:lnTo>
                      <a:pt x="244" y="111"/>
                    </a:lnTo>
                    <a:lnTo>
                      <a:pt x="247" y="111"/>
                    </a:lnTo>
                    <a:lnTo>
                      <a:pt x="247" y="111"/>
                    </a:lnTo>
                    <a:lnTo>
                      <a:pt x="247" y="111"/>
                    </a:lnTo>
                    <a:lnTo>
                      <a:pt x="249" y="111"/>
                    </a:lnTo>
                    <a:lnTo>
                      <a:pt x="249" y="111"/>
                    </a:lnTo>
                    <a:lnTo>
                      <a:pt x="249" y="111"/>
                    </a:lnTo>
                    <a:lnTo>
                      <a:pt x="251" y="111"/>
                    </a:lnTo>
                    <a:lnTo>
                      <a:pt x="251" y="111"/>
                    </a:lnTo>
                    <a:lnTo>
                      <a:pt x="254" y="111"/>
                    </a:lnTo>
                    <a:lnTo>
                      <a:pt x="254" y="113"/>
                    </a:lnTo>
                    <a:lnTo>
                      <a:pt x="254" y="113"/>
                    </a:lnTo>
                    <a:lnTo>
                      <a:pt x="254" y="113"/>
                    </a:lnTo>
                    <a:lnTo>
                      <a:pt x="256" y="113"/>
                    </a:lnTo>
                    <a:lnTo>
                      <a:pt x="256" y="111"/>
                    </a:lnTo>
                    <a:lnTo>
                      <a:pt x="256" y="111"/>
                    </a:lnTo>
                    <a:lnTo>
                      <a:pt x="256" y="113"/>
                    </a:lnTo>
                    <a:lnTo>
                      <a:pt x="256" y="113"/>
                    </a:lnTo>
                    <a:lnTo>
                      <a:pt x="256" y="113"/>
                    </a:lnTo>
                    <a:lnTo>
                      <a:pt x="258" y="113"/>
                    </a:lnTo>
                    <a:lnTo>
                      <a:pt x="258" y="113"/>
                    </a:lnTo>
                    <a:lnTo>
                      <a:pt x="261" y="113"/>
                    </a:lnTo>
                    <a:lnTo>
                      <a:pt x="261" y="113"/>
                    </a:lnTo>
                    <a:lnTo>
                      <a:pt x="261" y="116"/>
                    </a:lnTo>
                    <a:lnTo>
                      <a:pt x="258" y="116"/>
                    </a:lnTo>
                    <a:lnTo>
                      <a:pt x="258" y="116"/>
                    </a:lnTo>
                    <a:lnTo>
                      <a:pt x="258" y="118"/>
                    </a:lnTo>
                    <a:lnTo>
                      <a:pt x="258" y="118"/>
                    </a:lnTo>
                    <a:lnTo>
                      <a:pt x="258" y="118"/>
                    </a:lnTo>
                    <a:lnTo>
                      <a:pt x="258" y="121"/>
                    </a:lnTo>
                    <a:lnTo>
                      <a:pt x="256" y="121"/>
                    </a:lnTo>
                    <a:lnTo>
                      <a:pt x="256" y="121"/>
                    </a:lnTo>
                    <a:lnTo>
                      <a:pt x="256" y="121"/>
                    </a:lnTo>
                    <a:lnTo>
                      <a:pt x="256" y="121"/>
                    </a:lnTo>
                    <a:lnTo>
                      <a:pt x="256" y="123"/>
                    </a:lnTo>
                    <a:lnTo>
                      <a:pt x="258" y="123"/>
                    </a:lnTo>
                    <a:lnTo>
                      <a:pt x="258" y="123"/>
                    </a:lnTo>
                    <a:lnTo>
                      <a:pt x="258" y="123"/>
                    </a:lnTo>
                    <a:lnTo>
                      <a:pt x="261" y="123"/>
                    </a:lnTo>
                    <a:lnTo>
                      <a:pt x="261" y="123"/>
                    </a:lnTo>
                    <a:lnTo>
                      <a:pt x="261" y="123"/>
                    </a:lnTo>
                    <a:lnTo>
                      <a:pt x="261" y="123"/>
                    </a:lnTo>
                    <a:lnTo>
                      <a:pt x="263" y="123"/>
                    </a:lnTo>
                    <a:lnTo>
                      <a:pt x="263" y="125"/>
                    </a:lnTo>
                    <a:lnTo>
                      <a:pt x="263" y="125"/>
                    </a:lnTo>
                    <a:lnTo>
                      <a:pt x="263" y="125"/>
                    </a:lnTo>
                    <a:lnTo>
                      <a:pt x="263" y="125"/>
                    </a:lnTo>
                    <a:lnTo>
                      <a:pt x="265" y="125"/>
                    </a:lnTo>
                    <a:lnTo>
                      <a:pt x="265" y="125"/>
                    </a:lnTo>
                    <a:lnTo>
                      <a:pt x="265" y="128"/>
                    </a:lnTo>
                    <a:lnTo>
                      <a:pt x="268" y="128"/>
                    </a:lnTo>
                    <a:lnTo>
                      <a:pt x="268" y="128"/>
                    </a:lnTo>
                    <a:lnTo>
                      <a:pt x="268" y="128"/>
                    </a:lnTo>
                    <a:lnTo>
                      <a:pt x="270" y="128"/>
                    </a:lnTo>
                    <a:lnTo>
                      <a:pt x="270" y="128"/>
                    </a:lnTo>
                    <a:lnTo>
                      <a:pt x="270" y="125"/>
                    </a:lnTo>
                    <a:lnTo>
                      <a:pt x="270" y="125"/>
                    </a:lnTo>
                    <a:lnTo>
                      <a:pt x="270" y="123"/>
                    </a:lnTo>
                    <a:lnTo>
                      <a:pt x="270" y="123"/>
                    </a:lnTo>
                    <a:lnTo>
                      <a:pt x="270" y="123"/>
                    </a:lnTo>
                    <a:lnTo>
                      <a:pt x="270" y="123"/>
                    </a:lnTo>
                    <a:lnTo>
                      <a:pt x="270" y="121"/>
                    </a:lnTo>
                    <a:lnTo>
                      <a:pt x="270" y="121"/>
                    </a:lnTo>
                    <a:lnTo>
                      <a:pt x="270" y="118"/>
                    </a:lnTo>
                    <a:lnTo>
                      <a:pt x="268" y="118"/>
                    </a:lnTo>
                    <a:lnTo>
                      <a:pt x="268" y="118"/>
                    </a:lnTo>
                    <a:lnTo>
                      <a:pt x="268" y="118"/>
                    </a:lnTo>
                    <a:lnTo>
                      <a:pt x="268" y="116"/>
                    </a:lnTo>
                    <a:lnTo>
                      <a:pt x="268" y="116"/>
                    </a:lnTo>
                    <a:lnTo>
                      <a:pt x="270" y="116"/>
                    </a:lnTo>
                    <a:lnTo>
                      <a:pt x="270" y="116"/>
                    </a:lnTo>
                    <a:lnTo>
                      <a:pt x="273" y="116"/>
                    </a:lnTo>
                    <a:lnTo>
                      <a:pt x="273" y="118"/>
                    </a:lnTo>
                    <a:lnTo>
                      <a:pt x="273" y="118"/>
                    </a:lnTo>
                    <a:lnTo>
                      <a:pt x="273" y="118"/>
                    </a:lnTo>
                    <a:lnTo>
                      <a:pt x="273" y="116"/>
                    </a:lnTo>
                    <a:lnTo>
                      <a:pt x="273" y="116"/>
                    </a:lnTo>
                    <a:lnTo>
                      <a:pt x="275" y="116"/>
                    </a:lnTo>
                    <a:lnTo>
                      <a:pt x="275" y="113"/>
                    </a:lnTo>
                    <a:lnTo>
                      <a:pt x="275" y="113"/>
                    </a:lnTo>
                    <a:lnTo>
                      <a:pt x="275" y="113"/>
                    </a:lnTo>
                    <a:lnTo>
                      <a:pt x="275" y="113"/>
                    </a:lnTo>
                    <a:lnTo>
                      <a:pt x="275" y="113"/>
                    </a:lnTo>
                    <a:lnTo>
                      <a:pt x="277" y="113"/>
                    </a:lnTo>
                    <a:lnTo>
                      <a:pt x="277" y="111"/>
                    </a:lnTo>
                    <a:lnTo>
                      <a:pt x="277" y="111"/>
                    </a:lnTo>
                    <a:lnTo>
                      <a:pt x="277" y="111"/>
                    </a:lnTo>
                    <a:lnTo>
                      <a:pt x="280" y="111"/>
                    </a:lnTo>
                    <a:lnTo>
                      <a:pt x="280" y="109"/>
                    </a:lnTo>
                    <a:lnTo>
                      <a:pt x="280" y="109"/>
                    </a:lnTo>
                    <a:lnTo>
                      <a:pt x="280" y="109"/>
                    </a:lnTo>
                    <a:lnTo>
                      <a:pt x="280" y="109"/>
                    </a:lnTo>
                    <a:lnTo>
                      <a:pt x="280" y="106"/>
                    </a:lnTo>
                    <a:lnTo>
                      <a:pt x="282" y="106"/>
                    </a:lnTo>
                    <a:lnTo>
                      <a:pt x="282" y="106"/>
                    </a:lnTo>
                    <a:lnTo>
                      <a:pt x="282" y="106"/>
                    </a:lnTo>
                    <a:lnTo>
                      <a:pt x="282" y="104"/>
                    </a:lnTo>
                    <a:lnTo>
                      <a:pt x="282" y="104"/>
                    </a:lnTo>
                    <a:lnTo>
                      <a:pt x="284" y="104"/>
                    </a:lnTo>
                    <a:lnTo>
                      <a:pt x="284" y="104"/>
                    </a:lnTo>
                    <a:lnTo>
                      <a:pt x="287" y="104"/>
                    </a:lnTo>
                    <a:lnTo>
                      <a:pt x="287" y="104"/>
                    </a:lnTo>
                    <a:lnTo>
                      <a:pt x="287" y="104"/>
                    </a:lnTo>
                    <a:lnTo>
                      <a:pt x="287" y="104"/>
                    </a:lnTo>
                    <a:lnTo>
                      <a:pt x="287" y="104"/>
                    </a:lnTo>
                    <a:lnTo>
                      <a:pt x="289" y="104"/>
                    </a:lnTo>
                    <a:lnTo>
                      <a:pt x="289" y="104"/>
                    </a:lnTo>
                    <a:lnTo>
                      <a:pt x="289" y="102"/>
                    </a:lnTo>
                    <a:lnTo>
                      <a:pt x="289" y="102"/>
                    </a:lnTo>
                    <a:lnTo>
                      <a:pt x="289" y="102"/>
                    </a:lnTo>
                    <a:lnTo>
                      <a:pt x="291" y="102"/>
                    </a:lnTo>
                    <a:lnTo>
                      <a:pt x="291" y="102"/>
                    </a:lnTo>
                    <a:lnTo>
                      <a:pt x="291" y="99"/>
                    </a:lnTo>
                    <a:lnTo>
                      <a:pt x="294" y="99"/>
                    </a:lnTo>
                    <a:lnTo>
                      <a:pt x="294" y="99"/>
                    </a:lnTo>
                    <a:lnTo>
                      <a:pt x="294" y="99"/>
                    </a:lnTo>
                    <a:lnTo>
                      <a:pt x="294" y="99"/>
                    </a:lnTo>
                    <a:lnTo>
                      <a:pt x="296" y="99"/>
                    </a:lnTo>
                    <a:lnTo>
                      <a:pt x="296" y="99"/>
                    </a:lnTo>
                    <a:lnTo>
                      <a:pt x="296" y="99"/>
                    </a:lnTo>
                    <a:lnTo>
                      <a:pt x="299" y="99"/>
                    </a:lnTo>
                    <a:lnTo>
                      <a:pt x="299" y="99"/>
                    </a:lnTo>
                    <a:lnTo>
                      <a:pt x="299" y="97"/>
                    </a:lnTo>
                    <a:lnTo>
                      <a:pt x="301" y="97"/>
                    </a:lnTo>
                    <a:lnTo>
                      <a:pt x="301" y="97"/>
                    </a:lnTo>
                    <a:lnTo>
                      <a:pt x="301" y="97"/>
                    </a:lnTo>
                    <a:lnTo>
                      <a:pt x="301" y="97"/>
                    </a:lnTo>
                    <a:lnTo>
                      <a:pt x="301" y="94"/>
                    </a:lnTo>
                    <a:lnTo>
                      <a:pt x="303" y="94"/>
                    </a:lnTo>
                    <a:lnTo>
                      <a:pt x="303" y="94"/>
                    </a:lnTo>
                    <a:lnTo>
                      <a:pt x="303" y="94"/>
                    </a:lnTo>
                    <a:lnTo>
                      <a:pt x="303" y="94"/>
                    </a:lnTo>
                    <a:lnTo>
                      <a:pt x="303" y="94"/>
                    </a:lnTo>
                    <a:lnTo>
                      <a:pt x="306" y="94"/>
                    </a:lnTo>
                    <a:lnTo>
                      <a:pt x="306" y="92"/>
                    </a:lnTo>
                    <a:lnTo>
                      <a:pt x="306" y="92"/>
                    </a:lnTo>
                    <a:lnTo>
                      <a:pt x="308" y="92"/>
                    </a:lnTo>
                    <a:lnTo>
                      <a:pt x="308" y="92"/>
                    </a:lnTo>
                    <a:lnTo>
                      <a:pt x="308" y="90"/>
                    </a:lnTo>
                    <a:lnTo>
                      <a:pt x="308" y="90"/>
                    </a:lnTo>
                    <a:lnTo>
                      <a:pt x="308" y="90"/>
                    </a:lnTo>
                    <a:lnTo>
                      <a:pt x="308" y="90"/>
                    </a:lnTo>
                    <a:lnTo>
                      <a:pt x="308" y="87"/>
                    </a:lnTo>
                    <a:lnTo>
                      <a:pt x="310" y="87"/>
                    </a:lnTo>
                    <a:lnTo>
                      <a:pt x="310" y="90"/>
                    </a:lnTo>
                    <a:lnTo>
                      <a:pt x="310" y="90"/>
                    </a:lnTo>
                    <a:lnTo>
                      <a:pt x="313" y="90"/>
                    </a:lnTo>
                    <a:lnTo>
                      <a:pt x="313" y="90"/>
                    </a:lnTo>
                    <a:lnTo>
                      <a:pt x="313" y="90"/>
                    </a:lnTo>
                    <a:lnTo>
                      <a:pt x="313" y="92"/>
                    </a:lnTo>
                    <a:lnTo>
                      <a:pt x="313" y="92"/>
                    </a:lnTo>
                    <a:lnTo>
                      <a:pt x="313" y="90"/>
                    </a:lnTo>
                    <a:lnTo>
                      <a:pt x="315" y="90"/>
                    </a:lnTo>
                    <a:lnTo>
                      <a:pt x="315" y="90"/>
                    </a:lnTo>
                    <a:lnTo>
                      <a:pt x="315" y="87"/>
                    </a:lnTo>
                    <a:lnTo>
                      <a:pt x="315" y="87"/>
                    </a:lnTo>
                    <a:lnTo>
                      <a:pt x="315" y="87"/>
                    </a:lnTo>
                    <a:lnTo>
                      <a:pt x="315" y="87"/>
                    </a:lnTo>
                    <a:lnTo>
                      <a:pt x="315" y="85"/>
                    </a:lnTo>
                    <a:lnTo>
                      <a:pt x="318" y="85"/>
                    </a:lnTo>
                    <a:lnTo>
                      <a:pt x="318" y="85"/>
                    </a:lnTo>
                    <a:lnTo>
                      <a:pt x="320" y="85"/>
                    </a:lnTo>
                    <a:lnTo>
                      <a:pt x="320" y="85"/>
                    </a:lnTo>
                    <a:lnTo>
                      <a:pt x="320" y="85"/>
                    </a:lnTo>
                    <a:lnTo>
                      <a:pt x="320" y="85"/>
                    </a:lnTo>
                    <a:lnTo>
                      <a:pt x="322" y="85"/>
                    </a:lnTo>
                    <a:lnTo>
                      <a:pt x="322" y="85"/>
                    </a:lnTo>
                    <a:lnTo>
                      <a:pt x="322" y="85"/>
                    </a:lnTo>
                    <a:lnTo>
                      <a:pt x="322" y="85"/>
                    </a:lnTo>
                    <a:lnTo>
                      <a:pt x="325" y="85"/>
                    </a:lnTo>
                    <a:lnTo>
                      <a:pt x="325" y="85"/>
                    </a:lnTo>
                    <a:lnTo>
                      <a:pt x="325" y="85"/>
                    </a:lnTo>
                    <a:lnTo>
                      <a:pt x="327" y="85"/>
                    </a:lnTo>
                    <a:lnTo>
                      <a:pt x="327" y="85"/>
                    </a:lnTo>
                    <a:lnTo>
                      <a:pt x="327" y="85"/>
                    </a:lnTo>
                    <a:lnTo>
                      <a:pt x="327" y="87"/>
                    </a:lnTo>
                    <a:lnTo>
                      <a:pt x="327" y="87"/>
                    </a:lnTo>
                    <a:lnTo>
                      <a:pt x="327" y="87"/>
                    </a:lnTo>
                    <a:lnTo>
                      <a:pt x="325" y="87"/>
                    </a:lnTo>
                    <a:lnTo>
                      <a:pt x="325" y="87"/>
                    </a:lnTo>
                    <a:lnTo>
                      <a:pt x="325" y="90"/>
                    </a:lnTo>
                    <a:lnTo>
                      <a:pt x="322" y="90"/>
                    </a:lnTo>
                    <a:lnTo>
                      <a:pt x="322" y="90"/>
                    </a:lnTo>
                    <a:lnTo>
                      <a:pt x="322" y="90"/>
                    </a:lnTo>
                    <a:lnTo>
                      <a:pt x="322" y="90"/>
                    </a:lnTo>
                    <a:lnTo>
                      <a:pt x="320" y="90"/>
                    </a:lnTo>
                    <a:lnTo>
                      <a:pt x="320" y="90"/>
                    </a:lnTo>
                    <a:lnTo>
                      <a:pt x="320" y="90"/>
                    </a:lnTo>
                    <a:lnTo>
                      <a:pt x="318" y="90"/>
                    </a:lnTo>
                    <a:lnTo>
                      <a:pt x="318" y="92"/>
                    </a:lnTo>
                    <a:lnTo>
                      <a:pt x="318" y="92"/>
                    </a:lnTo>
                    <a:lnTo>
                      <a:pt x="318" y="94"/>
                    </a:lnTo>
                    <a:lnTo>
                      <a:pt x="318" y="94"/>
                    </a:lnTo>
                    <a:lnTo>
                      <a:pt x="315" y="94"/>
                    </a:lnTo>
                    <a:lnTo>
                      <a:pt x="315" y="94"/>
                    </a:lnTo>
                    <a:lnTo>
                      <a:pt x="315" y="94"/>
                    </a:lnTo>
                    <a:lnTo>
                      <a:pt x="315" y="94"/>
                    </a:lnTo>
                    <a:lnTo>
                      <a:pt x="313" y="94"/>
                    </a:lnTo>
                    <a:lnTo>
                      <a:pt x="313" y="94"/>
                    </a:lnTo>
                    <a:lnTo>
                      <a:pt x="313" y="94"/>
                    </a:lnTo>
                    <a:lnTo>
                      <a:pt x="313" y="97"/>
                    </a:lnTo>
                    <a:lnTo>
                      <a:pt x="313" y="97"/>
                    </a:lnTo>
                    <a:lnTo>
                      <a:pt x="310" y="97"/>
                    </a:lnTo>
                    <a:lnTo>
                      <a:pt x="310" y="97"/>
                    </a:lnTo>
                    <a:lnTo>
                      <a:pt x="310" y="99"/>
                    </a:lnTo>
                    <a:lnTo>
                      <a:pt x="310" y="99"/>
                    </a:lnTo>
                    <a:lnTo>
                      <a:pt x="308" y="99"/>
                    </a:lnTo>
                    <a:lnTo>
                      <a:pt x="308" y="99"/>
                    </a:lnTo>
                    <a:lnTo>
                      <a:pt x="308" y="99"/>
                    </a:lnTo>
                    <a:lnTo>
                      <a:pt x="308" y="102"/>
                    </a:lnTo>
                    <a:lnTo>
                      <a:pt x="308" y="102"/>
                    </a:lnTo>
                    <a:lnTo>
                      <a:pt x="306" y="102"/>
                    </a:lnTo>
                    <a:lnTo>
                      <a:pt x="306" y="102"/>
                    </a:lnTo>
                    <a:lnTo>
                      <a:pt x="303" y="102"/>
                    </a:lnTo>
                    <a:lnTo>
                      <a:pt x="303" y="102"/>
                    </a:lnTo>
                    <a:lnTo>
                      <a:pt x="303" y="102"/>
                    </a:lnTo>
                    <a:lnTo>
                      <a:pt x="303" y="104"/>
                    </a:lnTo>
                    <a:lnTo>
                      <a:pt x="303" y="104"/>
                    </a:lnTo>
                    <a:lnTo>
                      <a:pt x="303" y="104"/>
                    </a:lnTo>
                    <a:lnTo>
                      <a:pt x="306" y="104"/>
                    </a:lnTo>
                    <a:lnTo>
                      <a:pt x="306" y="104"/>
                    </a:lnTo>
                    <a:lnTo>
                      <a:pt x="308" y="104"/>
                    </a:lnTo>
                    <a:lnTo>
                      <a:pt x="308" y="104"/>
                    </a:lnTo>
                    <a:lnTo>
                      <a:pt x="308" y="104"/>
                    </a:lnTo>
                    <a:lnTo>
                      <a:pt x="308" y="104"/>
                    </a:lnTo>
                    <a:lnTo>
                      <a:pt x="310" y="104"/>
                    </a:lnTo>
                    <a:lnTo>
                      <a:pt x="310" y="106"/>
                    </a:lnTo>
                    <a:lnTo>
                      <a:pt x="310" y="106"/>
                    </a:lnTo>
                    <a:lnTo>
                      <a:pt x="313" y="106"/>
                    </a:lnTo>
                    <a:lnTo>
                      <a:pt x="313" y="106"/>
                    </a:lnTo>
                    <a:lnTo>
                      <a:pt x="313" y="104"/>
                    </a:lnTo>
                    <a:lnTo>
                      <a:pt x="313" y="104"/>
                    </a:lnTo>
                    <a:lnTo>
                      <a:pt x="315" y="104"/>
                    </a:lnTo>
                    <a:lnTo>
                      <a:pt x="315" y="104"/>
                    </a:lnTo>
                    <a:lnTo>
                      <a:pt x="315" y="104"/>
                    </a:lnTo>
                    <a:lnTo>
                      <a:pt x="315" y="106"/>
                    </a:lnTo>
                    <a:lnTo>
                      <a:pt x="315" y="106"/>
                    </a:lnTo>
                    <a:lnTo>
                      <a:pt x="318" y="106"/>
                    </a:lnTo>
                    <a:lnTo>
                      <a:pt x="318" y="109"/>
                    </a:lnTo>
                    <a:lnTo>
                      <a:pt x="318" y="109"/>
                    </a:lnTo>
                    <a:lnTo>
                      <a:pt x="318" y="111"/>
                    </a:lnTo>
                    <a:lnTo>
                      <a:pt x="318" y="111"/>
                    </a:lnTo>
                    <a:lnTo>
                      <a:pt x="318" y="113"/>
                    </a:lnTo>
                    <a:lnTo>
                      <a:pt x="318" y="113"/>
                    </a:lnTo>
                    <a:lnTo>
                      <a:pt x="318" y="111"/>
                    </a:lnTo>
                    <a:lnTo>
                      <a:pt x="320" y="111"/>
                    </a:lnTo>
                    <a:lnTo>
                      <a:pt x="320" y="111"/>
                    </a:lnTo>
                    <a:lnTo>
                      <a:pt x="320" y="113"/>
                    </a:lnTo>
                    <a:lnTo>
                      <a:pt x="320" y="113"/>
                    </a:lnTo>
                    <a:lnTo>
                      <a:pt x="322" y="113"/>
                    </a:lnTo>
                    <a:lnTo>
                      <a:pt x="322" y="111"/>
                    </a:lnTo>
                    <a:lnTo>
                      <a:pt x="322" y="111"/>
                    </a:lnTo>
                    <a:lnTo>
                      <a:pt x="322" y="113"/>
                    </a:lnTo>
                    <a:lnTo>
                      <a:pt x="322" y="113"/>
                    </a:lnTo>
                    <a:lnTo>
                      <a:pt x="325" y="113"/>
                    </a:lnTo>
                    <a:lnTo>
                      <a:pt x="325" y="113"/>
                    </a:lnTo>
                    <a:lnTo>
                      <a:pt x="327" y="113"/>
                    </a:lnTo>
                    <a:lnTo>
                      <a:pt x="327" y="113"/>
                    </a:lnTo>
                    <a:lnTo>
                      <a:pt x="327" y="113"/>
                    </a:lnTo>
                    <a:lnTo>
                      <a:pt x="327" y="113"/>
                    </a:lnTo>
                    <a:lnTo>
                      <a:pt x="329" y="113"/>
                    </a:lnTo>
                    <a:lnTo>
                      <a:pt x="329" y="113"/>
                    </a:lnTo>
                    <a:lnTo>
                      <a:pt x="329" y="113"/>
                    </a:lnTo>
                    <a:lnTo>
                      <a:pt x="329" y="113"/>
                    </a:lnTo>
                    <a:lnTo>
                      <a:pt x="329" y="113"/>
                    </a:lnTo>
                    <a:lnTo>
                      <a:pt x="332" y="113"/>
                    </a:lnTo>
                    <a:lnTo>
                      <a:pt x="332" y="113"/>
                    </a:lnTo>
                    <a:lnTo>
                      <a:pt x="332" y="111"/>
                    </a:lnTo>
                    <a:lnTo>
                      <a:pt x="332" y="111"/>
                    </a:lnTo>
                    <a:lnTo>
                      <a:pt x="332" y="109"/>
                    </a:lnTo>
                    <a:lnTo>
                      <a:pt x="332" y="109"/>
                    </a:lnTo>
                    <a:lnTo>
                      <a:pt x="334" y="109"/>
                    </a:lnTo>
                    <a:lnTo>
                      <a:pt x="334" y="109"/>
                    </a:lnTo>
                    <a:lnTo>
                      <a:pt x="334" y="109"/>
                    </a:lnTo>
                    <a:lnTo>
                      <a:pt x="334" y="109"/>
                    </a:lnTo>
                    <a:lnTo>
                      <a:pt x="334" y="106"/>
                    </a:lnTo>
                    <a:lnTo>
                      <a:pt x="336" y="106"/>
                    </a:lnTo>
                    <a:lnTo>
                      <a:pt x="336" y="106"/>
                    </a:lnTo>
                    <a:lnTo>
                      <a:pt x="336" y="104"/>
                    </a:lnTo>
                    <a:lnTo>
                      <a:pt x="336" y="104"/>
                    </a:lnTo>
                    <a:lnTo>
                      <a:pt x="336" y="104"/>
                    </a:lnTo>
                    <a:lnTo>
                      <a:pt x="336" y="104"/>
                    </a:lnTo>
                    <a:lnTo>
                      <a:pt x="336" y="104"/>
                    </a:lnTo>
                    <a:lnTo>
                      <a:pt x="336" y="104"/>
                    </a:lnTo>
                    <a:lnTo>
                      <a:pt x="336" y="104"/>
                    </a:lnTo>
                    <a:lnTo>
                      <a:pt x="339" y="104"/>
                    </a:lnTo>
                    <a:lnTo>
                      <a:pt x="339" y="106"/>
                    </a:lnTo>
                    <a:lnTo>
                      <a:pt x="339" y="106"/>
                    </a:lnTo>
                    <a:lnTo>
                      <a:pt x="339" y="106"/>
                    </a:lnTo>
                    <a:lnTo>
                      <a:pt x="341" y="106"/>
                    </a:lnTo>
                    <a:lnTo>
                      <a:pt x="341" y="109"/>
                    </a:lnTo>
                    <a:lnTo>
                      <a:pt x="341" y="109"/>
                    </a:lnTo>
                    <a:lnTo>
                      <a:pt x="341" y="109"/>
                    </a:lnTo>
                    <a:lnTo>
                      <a:pt x="341" y="111"/>
                    </a:lnTo>
                    <a:lnTo>
                      <a:pt x="341" y="111"/>
                    </a:lnTo>
                    <a:lnTo>
                      <a:pt x="341" y="111"/>
                    </a:lnTo>
                    <a:lnTo>
                      <a:pt x="341" y="113"/>
                    </a:lnTo>
                    <a:lnTo>
                      <a:pt x="341" y="113"/>
                    </a:lnTo>
                    <a:lnTo>
                      <a:pt x="341" y="113"/>
                    </a:lnTo>
                    <a:lnTo>
                      <a:pt x="344" y="113"/>
                    </a:lnTo>
                    <a:lnTo>
                      <a:pt x="344" y="113"/>
                    </a:lnTo>
                    <a:lnTo>
                      <a:pt x="344" y="113"/>
                    </a:lnTo>
                    <a:lnTo>
                      <a:pt x="346" y="113"/>
                    </a:lnTo>
                    <a:lnTo>
                      <a:pt x="346" y="113"/>
                    </a:lnTo>
                    <a:lnTo>
                      <a:pt x="346" y="113"/>
                    </a:lnTo>
                    <a:lnTo>
                      <a:pt x="346" y="113"/>
                    </a:lnTo>
                    <a:lnTo>
                      <a:pt x="348" y="113"/>
                    </a:lnTo>
                    <a:lnTo>
                      <a:pt x="348" y="113"/>
                    </a:lnTo>
                    <a:lnTo>
                      <a:pt x="348" y="113"/>
                    </a:lnTo>
                    <a:lnTo>
                      <a:pt x="348" y="116"/>
                    </a:lnTo>
                    <a:lnTo>
                      <a:pt x="348" y="116"/>
                    </a:lnTo>
                    <a:lnTo>
                      <a:pt x="348" y="116"/>
                    </a:lnTo>
                    <a:lnTo>
                      <a:pt x="348" y="116"/>
                    </a:lnTo>
                    <a:lnTo>
                      <a:pt x="348" y="116"/>
                    </a:lnTo>
                    <a:lnTo>
                      <a:pt x="351" y="116"/>
                    </a:lnTo>
                    <a:lnTo>
                      <a:pt x="351" y="116"/>
                    </a:lnTo>
                    <a:lnTo>
                      <a:pt x="353" y="116"/>
                    </a:lnTo>
                    <a:lnTo>
                      <a:pt x="353" y="116"/>
                    </a:lnTo>
                    <a:lnTo>
                      <a:pt x="353" y="116"/>
                    </a:lnTo>
                    <a:lnTo>
                      <a:pt x="353" y="116"/>
                    </a:lnTo>
                    <a:lnTo>
                      <a:pt x="353" y="118"/>
                    </a:lnTo>
                    <a:lnTo>
                      <a:pt x="355" y="118"/>
                    </a:lnTo>
                    <a:lnTo>
                      <a:pt x="355" y="118"/>
                    </a:lnTo>
                    <a:lnTo>
                      <a:pt x="355" y="118"/>
                    </a:lnTo>
                    <a:lnTo>
                      <a:pt x="355" y="121"/>
                    </a:lnTo>
                    <a:lnTo>
                      <a:pt x="355" y="121"/>
                    </a:lnTo>
                    <a:lnTo>
                      <a:pt x="358" y="121"/>
                    </a:lnTo>
                    <a:lnTo>
                      <a:pt x="358" y="121"/>
                    </a:lnTo>
                    <a:lnTo>
                      <a:pt x="360" y="121"/>
                    </a:lnTo>
                    <a:lnTo>
                      <a:pt x="360" y="121"/>
                    </a:lnTo>
                    <a:lnTo>
                      <a:pt x="360" y="121"/>
                    </a:lnTo>
                    <a:lnTo>
                      <a:pt x="362" y="121"/>
                    </a:lnTo>
                    <a:lnTo>
                      <a:pt x="362" y="121"/>
                    </a:lnTo>
                    <a:lnTo>
                      <a:pt x="362" y="121"/>
                    </a:lnTo>
                    <a:lnTo>
                      <a:pt x="362" y="121"/>
                    </a:lnTo>
                    <a:lnTo>
                      <a:pt x="365" y="121"/>
                    </a:lnTo>
                    <a:lnTo>
                      <a:pt x="365" y="121"/>
                    </a:lnTo>
                    <a:lnTo>
                      <a:pt x="365" y="121"/>
                    </a:lnTo>
                    <a:lnTo>
                      <a:pt x="365" y="121"/>
                    </a:lnTo>
                    <a:lnTo>
                      <a:pt x="367" y="121"/>
                    </a:lnTo>
                    <a:lnTo>
                      <a:pt x="367" y="121"/>
                    </a:lnTo>
                    <a:lnTo>
                      <a:pt x="367" y="121"/>
                    </a:lnTo>
                    <a:lnTo>
                      <a:pt x="367" y="121"/>
                    </a:lnTo>
                    <a:lnTo>
                      <a:pt x="367" y="123"/>
                    </a:lnTo>
                    <a:lnTo>
                      <a:pt x="367" y="123"/>
                    </a:lnTo>
                    <a:lnTo>
                      <a:pt x="365" y="123"/>
                    </a:lnTo>
                    <a:lnTo>
                      <a:pt x="365" y="123"/>
                    </a:lnTo>
                    <a:lnTo>
                      <a:pt x="365" y="123"/>
                    </a:lnTo>
                    <a:lnTo>
                      <a:pt x="362" y="123"/>
                    </a:lnTo>
                    <a:lnTo>
                      <a:pt x="362" y="123"/>
                    </a:lnTo>
                    <a:lnTo>
                      <a:pt x="362" y="123"/>
                    </a:lnTo>
                    <a:lnTo>
                      <a:pt x="362" y="123"/>
                    </a:lnTo>
                    <a:lnTo>
                      <a:pt x="360" y="123"/>
                    </a:lnTo>
                    <a:lnTo>
                      <a:pt x="360" y="125"/>
                    </a:lnTo>
                    <a:lnTo>
                      <a:pt x="360" y="125"/>
                    </a:lnTo>
                    <a:lnTo>
                      <a:pt x="360" y="125"/>
                    </a:lnTo>
                    <a:lnTo>
                      <a:pt x="360" y="125"/>
                    </a:lnTo>
                    <a:lnTo>
                      <a:pt x="360" y="128"/>
                    </a:lnTo>
                    <a:lnTo>
                      <a:pt x="358" y="128"/>
                    </a:lnTo>
                    <a:lnTo>
                      <a:pt x="358" y="128"/>
                    </a:lnTo>
                    <a:lnTo>
                      <a:pt x="358" y="128"/>
                    </a:lnTo>
                    <a:lnTo>
                      <a:pt x="355" y="128"/>
                    </a:lnTo>
                    <a:lnTo>
                      <a:pt x="355" y="128"/>
                    </a:lnTo>
                    <a:lnTo>
                      <a:pt x="355" y="128"/>
                    </a:lnTo>
                    <a:lnTo>
                      <a:pt x="353" y="128"/>
                    </a:lnTo>
                    <a:lnTo>
                      <a:pt x="353" y="128"/>
                    </a:lnTo>
                    <a:lnTo>
                      <a:pt x="353" y="128"/>
                    </a:lnTo>
                    <a:lnTo>
                      <a:pt x="353" y="12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5" name="Rectangle 13"/>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6" name="Rectangle 14"/>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7" name="Rectangle 15"/>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8" name="Rectangle 16"/>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9" name="Freeform 17"/>
              <p:cNvSpPr>
                <a:spLocks/>
              </p:cNvSpPr>
              <p:nvPr/>
            </p:nvSpPr>
            <p:spPr bwMode="auto">
              <a:xfrm>
                <a:off x="3406" y="2111"/>
                <a:ext cx="45" cy="88"/>
              </a:xfrm>
              <a:custGeom>
                <a:avLst/>
                <a:gdLst/>
                <a:ahLst/>
                <a:cxnLst>
                  <a:cxn ang="0">
                    <a:pos x="40" y="14"/>
                  </a:cxn>
                  <a:cxn ang="0">
                    <a:pos x="40" y="19"/>
                  </a:cxn>
                  <a:cxn ang="0">
                    <a:pos x="40" y="21"/>
                  </a:cxn>
                  <a:cxn ang="0">
                    <a:pos x="40" y="24"/>
                  </a:cxn>
                  <a:cxn ang="0">
                    <a:pos x="38" y="28"/>
                  </a:cxn>
                  <a:cxn ang="0">
                    <a:pos x="38" y="33"/>
                  </a:cxn>
                  <a:cxn ang="0">
                    <a:pos x="38" y="35"/>
                  </a:cxn>
                  <a:cxn ang="0">
                    <a:pos x="36" y="38"/>
                  </a:cxn>
                  <a:cxn ang="0">
                    <a:pos x="33" y="43"/>
                  </a:cxn>
                  <a:cxn ang="0">
                    <a:pos x="33" y="47"/>
                  </a:cxn>
                  <a:cxn ang="0">
                    <a:pos x="33" y="52"/>
                  </a:cxn>
                  <a:cxn ang="0">
                    <a:pos x="31" y="54"/>
                  </a:cxn>
                  <a:cxn ang="0">
                    <a:pos x="31" y="59"/>
                  </a:cxn>
                  <a:cxn ang="0">
                    <a:pos x="29" y="64"/>
                  </a:cxn>
                  <a:cxn ang="0">
                    <a:pos x="26" y="66"/>
                  </a:cxn>
                  <a:cxn ang="0">
                    <a:pos x="24" y="69"/>
                  </a:cxn>
                  <a:cxn ang="0">
                    <a:pos x="21" y="71"/>
                  </a:cxn>
                  <a:cxn ang="0">
                    <a:pos x="21" y="76"/>
                  </a:cxn>
                  <a:cxn ang="0">
                    <a:pos x="21" y="81"/>
                  </a:cxn>
                  <a:cxn ang="0">
                    <a:pos x="21" y="85"/>
                  </a:cxn>
                  <a:cxn ang="0">
                    <a:pos x="19" y="88"/>
                  </a:cxn>
                  <a:cxn ang="0">
                    <a:pos x="14" y="88"/>
                  </a:cxn>
                  <a:cxn ang="0">
                    <a:pos x="14" y="83"/>
                  </a:cxn>
                  <a:cxn ang="0">
                    <a:pos x="14" y="78"/>
                  </a:cxn>
                  <a:cxn ang="0">
                    <a:pos x="12" y="76"/>
                  </a:cxn>
                  <a:cxn ang="0">
                    <a:pos x="10" y="73"/>
                  </a:cxn>
                  <a:cxn ang="0">
                    <a:pos x="7" y="71"/>
                  </a:cxn>
                  <a:cxn ang="0">
                    <a:pos x="5" y="66"/>
                  </a:cxn>
                  <a:cxn ang="0">
                    <a:pos x="5" y="64"/>
                  </a:cxn>
                  <a:cxn ang="0">
                    <a:pos x="3" y="59"/>
                  </a:cxn>
                  <a:cxn ang="0">
                    <a:pos x="0" y="57"/>
                  </a:cxn>
                  <a:cxn ang="0">
                    <a:pos x="3" y="52"/>
                  </a:cxn>
                  <a:cxn ang="0">
                    <a:pos x="5" y="50"/>
                  </a:cxn>
                  <a:cxn ang="0">
                    <a:pos x="3" y="45"/>
                  </a:cxn>
                  <a:cxn ang="0">
                    <a:pos x="5" y="43"/>
                  </a:cxn>
                  <a:cxn ang="0">
                    <a:pos x="5" y="38"/>
                  </a:cxn>
                  <a:cxn ang="0">
                    <a:pos x="7" y="35"/>
                  </a:cxn>
                  <a:cxn ang="0">
                    <a:pos x="10" y="33"/>
                  </a:cxn>
                  <a:cxn ang="0">
                    <a:pos x="12" y="28"/>
                  </a:cxn>
                  <a:cxn ang="0">
                    <a:pos x="12" y="24"/>
                  </a:cxn>
                  <a:cxn ang="0">
                    <a:pos x="14" y="21"/>
                  </a:cxn>
                  <a:cxn ang="0">
                    <a:pos x="17" y="19"/>
                  </a:cxn>
                  <a:cxn ang="0">
                    <a:pos x="19" y="17"/>
                  </a:cxn>
                  <a:cxn ang="0">
                    <a:pos x="19" y="12"/>
                  </a:cxn>
                  <a:cxn ang="0">
                    <a:pos x="21" y="9"/>
                  </a:cxn>
                  <a:cxn ang="0">
                    <a:pos x="24" y="7"/>
                  </a:cxn>
                  <a:cxn ang="0">
                    <a:pos x="29" y="5"/>
                  </a:cxn>
                  <a:cxn ang="0">
                    <a:pos x="31" y="5"/>
                  </a:cxn>
                  <a:cxn ang="0">
                    <a:pos x="33" y="2"/>
                  </a:cxn>
                  <a:cxn ang="0">
                    <a:pos x="36" y="2"/>
                  </a:cxn>
                  <a:cxn ang="0">
                    <a:pos x="38" y="5"/>
                  </a:cxn>
                  <a:cxn ang="0">
                    <a:pos x="43" y="5"/>
                  </a:cxn>
                  <a:cxn ang="0">
                    <a:pos x="45" y="7"/>
                  </a:cxn>
                  <a:cxn ang="0">
                    <a:pos x="43" y="9"/>
                  </a:cxn>
                </a:cxnLst>
                <a:rect l="0" t="0" r="r" b="b"/>
                <a:pathLst>
                  <a:path w="45" h="88">
                    <a:moveTo>
                      <a:pt x="43" y="12"/>
                    </a:moveTo>
                    <a:lnTo>
                      <a:pt x="40" y="12"/>
                    </a:lnTo>
                    <a:lnTo>
                      <a:pt x="40" y="14"/>
                    </a:lnTo>
                    <a:lnTo>
                      <a:pt x="40" y="14"/>
                    </a:lnTo>
                    <a:lnTo>
                      <a:pt x="40" y="14"/>
                    </a:lnTo>
                    <a:lnTo>
                      <a:pt x="40" y="14"/>
                    </a:lnTo>
                    <a:lnTo>
                      <a:pt x="40" y="17"/>
                    </a:lnTo>
                    <a:lnTo>
                      <a:pt x="40" y="17"/>
                    </a:lnTo>
                    <a:lnTo>
                      <a:pt x="40" y="17"/>
                    </a:lnTo>
                    <a:lnTo>
                      <a:pt x="40" y="19"/>
                    </a:lnTo>
                    <a:lnTo>
                      <a:pt x="43" y="19"/>
                    </a:lnTo>
                    <a:lnTo>
                      <a:pt x="43" y="19"/>
                    </a:lnTo>
                    <a:lnTo>
                      <a:pt x="40" y="19"/>
                    </a:lnTo>
                    <a:lnTo>
                      <a:pt x="40" y="21"/>
                    </a:lnTo>
                    <a:lnTo>
                      <a:pt x="40" y="21"/>
                    </a:lnTo>
                    <a:lnTo>
                      <a:pt x="40" y="24"/>
                    </a:lnTo>
                    <a:lnTo>
                      <a:pt x="40" y="24"/>
                    </a:lnTo>
                    <a:lnTo>
                      <a:pt x="40" y="24"/>
                    </a:lnTo>
                    <a:lnTo>
                      <a:pt x="40" y="24"/>
                    </a:lnTo>
                    <a:lnTo>
                      <a:pt x="40" y="24"/>
                    </a:lnTo>
                    <a:lnTo>
                      <a:pt x="40" y="26"/>
                    </a:lnTo>
                    <a:lnTo>
                      <a:pt x="40" y="26"/>
                    </a:lnTo>
                    <a:lnTo>
                      <a:pt x="38" y="26"/>
                    </a:lnTo>
                    <a:lnTo>
                      <a:pt x="38" y="28"/>
                    </a:lnTo>
                    <a:lnTo>
                      <a:pt x="38" y="28"/>
                    </a:lnTo>
                    <a:lnTo>
                      <a:pt x="38" y="28"/>
                    </a:lnTo>
                    <a:lnTo>
                      <a:pt x="38" y="31"/>
                    </a:lnTo>
                    <a:lnTo>
                      <a:pt x="38" y="31"/>
                    </a:lnTo>
                    <a:lnTo>
                      <a:pt x="38" y="31"/>
                    </a:lnTo>
                    <a:lnTo>
                      <a:pt x="38" y="33"/>
                    </a:lnTo>
                    <a:lnTo>
                      <a:pt x="36" y="33"/>
                    </a:lnTo>
                    <a:lnTo>
                      <a:pt x="36" y="33"/>
                    </a:lnTo>
                    <a:lnTo>
                      <a:pt x="38" y="33"/>
                    </a:lnTo>
                    <a:lnTo>
                      <a:pt x="38" y="35"/>
                    </a:lnTo>
                    <a:lnTo>
                      <a:pt x="38" y="35"/>
                    </a:lnTo>
                    <a:lnTo>
                      <a:pt x="36" y="35"/>
                    </a:lnTo>
                    <a:lnTo>
                      <a:pt x="36" y="35"/>
                    </a:lnTo>
                    <a:lnTo>
                      <a:pt x="36" y="38"/>
                    </a:lnTo>
                    <a:lnTo>
                      <a:pt x="36" y="38"/>
                    </a:lnTo>
                    <a:lnTo>
                      <a:pt x="36" y="38"/>
                    </a:lnTo>
                    <a:lnTo>
                      <a:pt x="36" y="40"/>
                    </a:lnTo>
                    <a:lnTo>
                      <a:pt x="36" y="40"/>
                    </a:lnTo>
                    <a:lnTo>
                      <a:pt x="36" y="43"/>
                    </a:lnTo>
                    <a:lnTo>
                      <a:pt x="36" y="43"/>
                    </a:lnTo>
                    <a:lnTo>
                      <a:pt x="33" y="43"/>
                    </a:lnTo>
                    <a:lnTo>
                      <a:pt x="33" y="45"/>
                    </a:lnTo>
                    <a:lnTo>
                      <a:pt x="33" y="45"/>
                    </a:lnTo>
                    <a:lnTo>
                      <a:pt x="33" y="45"/>
                    </a:lnTo>
                    <a:lnTo>
                      <a:pt x="33" y="47"/>
                    </a:lnTo>
                    <a:lnTo>
                      <a:pt x="33" y="47"/>
                    </a:lnTo>
                    <a:lnTo>
                      <a:pt x="33" y="47"/>
                    </a:lnTo>
                    <a:lnTo>
                      <a:pt x="33" y="50"/>
                    </a:lnTo>
                    <a:lnTo>
                      <a:pt x="33" y="50"/>
                    </a:lnTo>
                    <a:lnTo>
                      <a:pt x="33" y="52"/>
                    </a:lnTo>
                    <a:lnTo>
                      <a:pt x="33" y="52"/>
                    </a:lnTo>
                    <a:lnTo>
                      <a:pt x="33" y="52"/>
                    </a:lnTo>
                    <a:lnTo>
                      <a:pt x="33" y="54"/>
                    </a:lnTo>
                    <a:lnTo>
                      <a:pt x="31" y="54"/>
                    </a:lnTo>
                    <a:lnTo>
                      <a:pt x="31" y="54"/>
                    </a:lnTo>
                    <a:lnTo>
                      <a:pt x="31" y="54"/>
                    </a:lnTo>
                    <a:lnTo>
                      <a:pt x="31" y="57"/>
                    </a:lnTo>
                    <a:lnTo>
                      <a:pt x="31" y="57"/>
                    </a:lnTo>
                    <a:lnTo>
                      <a:pt x="31" y="57"/>
                    </a:lnTo>
                    <a:lnTo>
                      <a:pt x="31" y="59"/>
                    </a:lnTo>
                    <a:lnTo>
                      <a:pt x="31" y="59"/>
                    </a:lnTo>
                    <a:lnTo>
                      <a:pt x="29" y="59"/>
                    </a:lnTo>
                    <a:lnTo>
                      <a:pt x="29" y="62"/>
                    </a:lnTo>
                    <a:lnTo>
                      <a:pt x="29" y="62"/>
                    </a:lnTo>
                    <a:lnTo>
                      <a:pt x="29" y="62"/>
                    </a:lnTo>
                    <a:lnTo>
                      <a:pt x="29" y="64"/>
                    </a:lnTo>
                    <a:lnTo>
                      <a:pt x="29" y="64"/>
                    </a:lnTo>
                    <a:lnTo>
                      <a:pt x="29" y="64"/>
                    </a:lnTo>
                    <a:lnTo>
                      <a:pt x="26" y="64"/>
                    </a:lnTo>
                    <a:lnTo>
                      <a:pt x="26" y="64"/>
                    </a:lnTo>
                    <a:lnTo>
                      <a:pt x="26" y="66"/>
                    </a:lnTo>
                    <a:lnTo>
                      <a:pt x="26" y="66"/>
                    </a:lnTo>
                    <a:lnTo>
                      <a:pt x="26" y="66"/>
                    </a:lnTo>
                    <a:lnTo>
                      <a:pt x="26" y="66"/>
                    </a:lnTo>
                    <a:lnTo>
                      <a:pt x="26" y="69"/>
                    </a:lnTo>
                    <a:lnTo>
                      <a:pt x="24" y="69"/>
                    </a:lnTo>
                    <a:lnTo>
                      <a:pt x="24" y="69"/>
                    </a:lnTo>
                    <a:lnTo>
                      <a:pt x="24" y="69"/>
                    </a:lnTo>
                    <a:lnTo>
                      <a:pt x="24" y="71"/>
                    </a:lnTo>
                    <a:lnTo>
                      <a:pt x="21" y="71"/>
                    </a:lnTo>
                    <a:lnTo>
                      <a:pt x="21" y="71"/>
                    </a:lnTo>
                    <a:lnTo>
                      <a:pt x="21" y="73"/>
                    </a:lnTo>
                    <a:lnTo>
                      <a:pt x="21" y="73"/>
                    </a:lnTo>
                    <a:lnTo>
                      <a:pt x="21" y="73"/>
                    </a:lnTo>
                    <a:lnTo>
                      <a:pt x="21" y="73"/>
                    </a:lnTo>
                    <a:lnTo>
                      <a:pt x="21" y="76"/>
                    </a:lnTo>
                    <a:lnTo>
                      <a:pt x="21" y="76"/>
                    </a:lnTo>
                    <a:lnTo>
                      <a:pt x="21" y="76"/>
                    </a:lnTo>
                    <a:lnTo>
                      <a:pt x="21" y="78"/>
                    </a:lnTo>
                    <a:lnTo>
                      <a:pt x="21" y="78"/>
                    </a:lnTo>
                    <a:lnTo>
                      <a:pt x="21" y="81"/>
                    </a:lnTo>
                    <a:lnTo>
                      <a:pt x="21" y="81"/>
                    </a:lnTo>
                    <a:lnTo>
                      <a:pt x="21" y="83"/>
                    </a:lnTo>
                    <a:lnTo>
                      <a:pt x="21" y="83"/>
                    </a:lnTo>
                    <a:lnTo>
                      <a:pt x="21" y="83"/>
                    </a:lnTo>
                    <a:lnTo>
                      <a:pt x="21" y="85"/>
                    </a:lnTo>
                    <a:lnTo>
                      <a:pt x="19" y="85"/>
                    </a:lnTo>
                    <a:lnTo>
                      <a:pt x="19" y="85"/>
                    </a:lnTo>
                    <a:lnTo>
                      <a:pt x="19" y="88"/>
                    </a:lnTo>
                    <a:lnTo>
                      <a:pt x="19" y="88"/>
                    </a:lnTo>
                    <a:lnTo>
                      <a:pt x="19" y="88"/>
                    </a:lnTo>
                    <a:lnTo>
                      <a:pt x="19" y="88"/>
                    </a:lnTo>
                    <a:lnTo>
                      <a:pt x="19" y="88"/>
                    </a:lnTo>
                    <a:lnTo>
                      <a:pt x="17" y="88"/>
                    </a:lnTo>
                    <a:lnTo>
                      <a:pt x="17" y="88"/>
                    </a:lnTo>
                    <a:lnTo>
                      <a:pt x="14" y="88"/>
                    </a:lnTo>
                    <a:lnTo>
                      <a:pt x="14" y="85"/>
                    </a:lnTo>
                    <a:lnTo>
                      <a:pt x="14" y="85"/>
                    </a:lnTo>
                    <a:lnTo>
                      <a:pt x="14" y="83"/>
                    </a:lnTo>
                    <a:lnTo>
                      <a:pt x="14" y="83"/>
                    </a:lnTo>
                    <a:lnTo>
                      <a:pt x="14" y="83"/>
                    </a:lnTo>
                    <a:lnTo>
                      <a:pt x="14" y="81"/>
                    </a:lnTo>
                    <a:lnTo>
                      <a:pt x="14" y="81"/>
                    </a:lnTo>
                    <a:lnTo>
                      <a:pt x="14" y="81"/>
                    </a:lnTo>
                    <a:lnTo>
                      <a:pt x="14" y="78"/>
                    </a:lnTo>
                    <a:lnTo>
                      <a:pt x="14" y="78"/>
                    </a:lnTo>
                    <a:lnTo>
                      <a:pt x="14" y="78"/>
                    </a:lnTo>
                    <a:lnTo>
                      <a:pt x="14" y="76"/>
                    </a:lnTo>
                    <a:lnTo>
                      <a:pt x="12" y="76"/>
                    </a:lnTo>
                    <a:lnTo>
                      <a:pt x="12" y="76"/>
                    </a:lnTo>
                    <a:lnTo>
                      <a:pt x="12" y="76"/>
                    </a:lnTo>
                    <a:lnTo>
                      <a:pt x="12" y="73"/>
                    </a:lnTo>
                    <a:lnTo>
                      <a:pt x="12" y="73"/>
                    </a:lnTo>
                    <a:lnTo>
                      <a:pt x="10" y="73"/>
                    </a:lnTo>
                    <a:lnTo>
                      <a:pt x="10" y="73"/>
                    </a:lnTo>
                    <a:lnTo>
                      <a:pt x="10" y="73"/>
                    </a:lnTo>
                    <a:lnTo>
                      <a:pt x="7" y="73"/>
                    </a:lnTo>
                    <a:lnTo>
                      <a:pt x="7" y="73"/>
                    </a:lnTo>
                    <a:lnTo>
                      <a:pt x="7" y="73"/>
                    </a:lnTo>
                    <a:lnTo>
                      <a:pt x="7" y="71"/>
                    </a:lnTo>
                    <a:lnTo>
                      <a:pt x="7" y="71"/>
                    </a:lnTo>
                    <a:lnTo>
                      <a:pt x="7" y="71"/>
                    </a:lnTo>
                    <a:lnTo>
                      <a:pt x="7" y="69"/>
                    </a:lnTo>
                    <a:lnTo>
                      <a:pt x="5" y="69"/>
                    </a:lnTo>
                    <a:lnTo>
                      <a:pt x="5" y="69"/>
                    </a:lnTo>
                    <a:lnTo>
                      <a:pt x="5" y="66"/>
                    </a:lnTo>
                    <a:lnTo>
                      <a:pt x="5" y="66"/>
                    </a:lnTo>
                    <a:lnTo>
                      <a:pt x="5" y="64"/>
                    </a:lnTo>
                    <a:lnTo>
                      <a:pt x="5" y="64"/>
                    </a:lnTo>
                    <a:lnTo>
                      <a:pt x="5" y="64"/>
                    </a:lnTo>
                    <a:lnTo>
                      <a:pt x="5" y="64"/>
                    </a:lnTo>
                    <a:lnTo>
                      <a:pt x="5" y="62"/>
                    </a:lnTo>
                    <a:lnTo>
                      <a:pt x="5" y="62"/>
                    </a:lnTo>
                    <a:lnTo>
                      <a:pt x="5" y="62"/>
                    </a:lnTo>
                    <a:lnTo>
                      <a:pt x="5" y="59"/>
                    </a:lnTo>
                    <a:lnTo>
                      <a:pt x="3" y="59"/>
                    </a:lnTo>
                    <a:lnTo>
                      <a:pt x="3" y="59"/>
                    </a:lnTo>
                    <a:lnTo>
                      <a:pt x="3" y="59"/>
                    </a:lnTo>
                    <a:lnTo>
                      <a:pt x="0" y="59"/>
                    </a:lnTo>
                    <a:lnTo>
                      <a:pt x="0" y="57"/>
                    </a:lnTo>
                    <a:lnTo>
                      <a:pt x="0" y="57"/>
                    </a:lnTo>
                    <a:lnTo>
                      <a:pt x="3" y="57"/>
                    </a:lnTo>
                    <a:lnTo>
                      <a:pt x="3" y="54"/>
                    </a:lnTo>
                    <a:lnTo>
                      <a:pt x="3" y="54"/>
                    </a:lnTo>
                    <a:lnTo>
                      <a:pt x="3" y="54"/>
                    </a:lnTo>
                    <a:lnTo>
                      <a:pt x="3" y="52"/>
                    </a:lnTo>
                    <a:lnTo>
                      <a:pt x="3" y="52"/>
                    </a:lnTo>
                    <a:lnTo>
                      <a:pt x="3" y="52"/>
                    </a:lnTo>
                    <a:lnTo>
                      <a:pt x="3" y="50"/>
                    </a:lnTo>
                    <a:lnTo>
                      <a:pt x="5" y="50"/>
                    </a:lnTo>
                    <a:lnTo>
                      <a:pt x="5" y="50"/>
                    </a:lnTo>
                    <a:lnTo>
                      <a:pt x="5" y="47"/>
                    </a:lnTo>
                    <a:lnTo>
                      <a:pt x="5" y="47"/>
                    </a:lnTo>
                    <a:lnTo>
                      <a:pt x="5" y="45"/>
                    </a:lnTo>
                    <a:lnTo>
                      <a:pt x="5" y="45"/>
                    </a:lnTo>
                    <a:lnTo>
                      <a:pt x="3" y="45"/>
                    </a:lnTo>
                    <a:lnTo>
                      <a:pt x="3" y="45"/>
                    </a:lnTo>
                    <a:lnTo>
                      <a:pt x="5" y="45"/>
                    </a:lnTo>
                    <a:lnTo>
                      <a:pt x="5" y="43"/>
                    </a:lnTo>
                    <a:lnTo>
                      <a:pt x="5" y="43"/>
                    </a:lnTo>
                    <a:lnTo>
                      <a:pt x="5" y="43"/>
                    </a:lnTo>
                    <a:lnTo>
                      <a:pt x="5" y="40"/>
                    </a:lnTo>
                    <a:lnTo>
                      <a:pt x="5" y="40"/>
                    </a:lnTo>
                    <a:lnTo>
                      <a:pt x="5" y="40"/>
                    </a:lnTo>
                    <a:lnTo>
                      <a:pt x="5" y="38"/>
                    </a:lnTo>
                    <a:lnTo>
                      <a:pt x="5" y="38"/>
                    </a:lnTo>
                    <a:lnTo>
                      <a:pt x="7" y="38"/>
                    </a:lnTo>
                    <a:lnTo>
                      <a:pt x="7" y="35"/>
                    </a:lnTo>
                    <a:lnTo>
                      <a:pt x="7" y="35"/>
                    </a:lnTo>
                    <a:lnTo>
                      <a:pt x="7" y="35"/>
                    </a:lnTo>
                    <a:lnTo>
                      <a:pt x="7" y="35"/>
                    </a:lnTo>
                    <a:lnTo>
                      <a:pt x="7" y="35"/>
                    </a:lnTo>
                    <a:lnTo>
                      <a:pt x="7" y="33"/>
                    </a:lnTo>
                    <a:lnTo>
                      <a:pt x="10" y="33"/>
                    </a:lnTo>
                    <a:lnTo>
                      <a:pt x="10" y="33"/>
                    </a:lnTo>
                    <a:lnTo>
                      <a:pt x="10" y="33"/>
                    </a:lnTo>
                    <a:lnTo>
                      <a:pt x="10" y="31"/>
                    </a:lnTo>
                    <a:lnTo>
                      <a:pt x="10" y="31"/>
                    </a:lnTo>
                    <a:lnTo>
                      <a:pt x="12" y="31"/>
                    </a:lnTo>
                    <a:lnTo>
                      <a:pt x="12" y="28"/>
                    </a:lnTo>
                    <a:lnTo>
                      <a:pt x="12" y="28"/>
                    </a:lnTo>
                    <a:lnTo>
                      <a:pt x="12" y="28"/>
                    </a:lnTo>
                    <a:lnTo>
                      <a:pt x="12" y="26"/>
                    </a:lnTo>
                    <a:lnTo>
                      <a:pt x="12" y="26"/>
                    </a:lnTo>
                    <a:lnTo>
                      <a:pt x="12" y="26"/>
                    </a:lnTo>
                    <a:lnTo>
                      <a:pt x="12" y="24"/>
                    </a:lnTo>
                    <a:lnTo>
                      <a:pt x="12" y="24"/>
                    </a:lnTo>
                    <a:lnTo>
                      <a:pt x="14" y="24"/>
                    </a:lnTo>
                    <a:lnTo>
                      <a:pt x="14" y="24"/>
                    </a:lnTo>
                    <a:lnTo>
                      <a:pt x="14" y="24"/>
                    </a:lnTo>
                    <a:lnTo>
                      <a:pt x="14" y="21"/>
                    </a:lnTo>
                    <a:lnTo>
                      <a:pt x="14" y="21"/>
                    </a:lnTo>
                    <a:lnTo>
                      <a:pt x="14" y="21"/>
                    </a:lnTo>
                    <a:lnTo>
                      <a:pt x="14" y="19"/>
                    </a:lnTo>
                    <a:lnTo>
                      <a:pt x="14" y="19"/>
                    </a:lnTo>
                    <a:lnTo>
                      <a:pt x="17" y="19"/>
                    </a:lnTo>
                    <a:lnTo>
                      <a:pt x="17" y="19"/>
                    </a:lnTo>
                    <a:lnTo>
                      <a:pt x="17" y="17"/>
                    </a:lnTo>
                    <a:lnTo>
                      <a:pt x="17" y="17"/>
                    </a:lnTo>
                    <a:lnTo>
                      <a:pt x="19" y="17"/>
                    </a:lnTo>
                    <a:lnTo>
                      <a:pt x="19" y="17"/>
                    </a:lnTo>
                    <a:lnTo>
                      <a:pt x="19" y="14"/>
                    </a:lnTo>
                    <a:lnTo>
                      <a:pt x="19" y="14"/>
                    </a:lnTo>
                    <a:lnTo>
                      <a:pt x="19" y="14"/>
                    </a:lnTo>
                    <a:lnTo>
                      <a:pt x="19" y="14"/>
                    </a:lnTo>
                    <a:lnTo>
                      <a:pt x="19" y="12"/>
                    </a:lnTo>
                    <a:lnTo>
                      <a:pt x="21" y="12"/>
                    </a:lnTo>
                    <a:lnTo>
                      <a:pt x="21" y="12"/>
                    </a:lnTo>
                    <a:lnTo>
                      <a:pt x="21" y="12"/>
                    </a:lnTo>
                    <a:lnTo>
                      <a:pt x="21" y="9"/>
                    </a:lnTo>
                    <a:lnTo>
                      <a:pt x="21" y="9"/>
                    </a:lnTo>
                    <a:lnTo>
                      <a:pt x="21" y="9"/>
                    </a:lnTo>
                    <a:lnTo>
                      <a:pt x="21" y="7"/>
                    </a:lnTo>
                    <a:lnTo>
                      <a:pt x="24" y="7"/>
                    </a:lnTo>
                    <a:lnTo>
                      <a:pt x="24" y="7"/>
                    </a:lnTo>
                    <a:lnTo>
                      <a:pt x="24" y="7"/>
                    </a:lnTo>
                    <a:lnTo>
                      <a:pt x="26" y="7"/>
                    </a:lnTo>
                    <a:lnTo>
                      <a:pt x="26" y="5"/>
                    </a:lnTo>
                    <a:lnTo>
                      <a:pt x="26" y="5"/>
                    </a:lnTo>
                    <a:lnTo>
                      <a:pt x="26" y="5"/>
                    </a:lnTo>
                    <a:lnTo>
                      <a:pt x="29" y="5"/>
                    </a:lnTo>
                    <a:lnTo>
                      <a:pt x="29" y="5"/>
                    </a:lnTo>
                    <a:lnTo>
                      <a:pt x="29" y="5"/>
                    </a:lnTo>
                    <a:lnTo>
                      <a:pt x="29" y="5"/>
                    </a:lnTo>
                    <a:lnTo>
                      <a:pt x="31" y="5"/>
                    </a:lnTo>
                    <a:lnTo>
                      <a:pt x="31" y="5"/>
                    </a:lnTo>
                    <a:lnTo>
                      <a:pt x="31" y="5"/>
                    </a:lnTo>
                    <a:lnTo>
                      <a:pt x="31" y="2"/>
                    </a:lnTo>
                    <a:lnTo>
                      <a:pt x="31" y="2"/>
                    </a:lnTo>
                    <a:lnTo>
                      <a:pt x="33" y="2"/>
                    </a:lnTo>
                    <a:lnTo>
                      <a:pt x="33" y="2"/>
                    </a:lnTo>
                    <a:lnTo>
                      <a:pt x="33" y="0"/>
                    </a:lnTo>
                    <a:lnTo>
                      <a:pt x="33" y="0"/>
                    </a:lnTo>
                    <a:lnTo>
                      <a:pt x="36" y="0"/>
                    </a:lnTo>
                    <a:lnTo>
                      <a:pt x="36" y="0"/>
                    </a:lnTo>
                    <a:lnTo>
                      <a:pt x="36" y="2"/>
                    </a:lnTo>
                    <a:lnTo>
                      <a:pt x="38" y="2"/>
                    </a:lnTo>
                    <a:lnTo>
                      <a:pt x="38" y="2"/>
                    </a:lnTo>
                    <a:lnTo>
                      <a:pt x="38" y="2"/>
                    </a:lnTo>
                    <a:lnTo>
                      <a:pt x="38" y="5"/>
                    </a:lnTo>
                    <a:lnTo>
                      <a:pt x="38" y="5"/>
                    </a:lnTo>
                    <a:lnTo>
                      <a:pt x="38" y="5"/>
                    </a:lnTo>
                    <a:lnTo>
                      <a:pt x="40" y="5"/>
                    </a:lnTo>
                    <a:lnTo>
                      <a:pt x="40" y="5"/>
                    </a:lnTo>
                    <a:lnTo>
                      <a:pt x="40" y="5"/>
                    </a:lnTo>
                    <a:lnTo>
                      <a:pt x="43" y="5"/>
                    </a:lnTo>
                    <a:lnTo>
                      <a:pt x="43" y="5"/>
                    </a:lnTo>
                    <a:lnTo>
                      <a:pt x="43" y="5"/>
                    </a:lnTo>
                    <a:lnTo>
                      <a:pt x="43" y="7"/>
                    </a:lnTo>
                    <a:lnTo>
                      <a:pt x="43" y="7"/>
                    </a:lnTo>
                    <a:lnTo>
                      <a:pt x="45" y="7"/>
                    </a:lnTo>
                    <a:lnTo>
                      <a:pt x="45" y="7"/>
                    </a:lnTo>
                    <a:lnTo>
                      <a:pt x="45" y="9"/>
                    </a:lnTo>
                    <a:lnTo>
                      <a:pt x="45" y="9"/>
                    </a:lnTo>
                    <a:lnTo>
                      <a:pt x="45" y="9"/>
                    </a:lnTo>
                    <a:lnTo>
                      <a:pt x="43" y="9"/>
                    </a:lnTo>
                    <a:lnTo>
                      <a:pt x="43" y="9"/>
                    </a:lnTo>
                    <a:lnTo>
                      <a:pt x="43" y="12"/>
                    </a:lnTo>
                    <a:lnTo>
                      <a:pt x="43" y="1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0" name="Freeform 18"/>
              <p:cNvSpPr>
                <a:spLocks/>
              </p:cNvSpPr>
              <p:nvPr/>
            </p:nvSpPr>
            <p:spPr bwMode="auto">
              <a:xfrm>
                <a:off x="3406" y="2111"/>
                <a:ext cx="45" cy="88"/>
              </a:xfrm>
              <a:custGeom>
                <a:avLst/>
                <a:gdLst/>
                <a:ahLst/>
                <a:cxnLst>
                  <a:cxn ang="0">
                    <a:pos x="40" y="14"/>
                  </a:cxn>
                  <a:cxn ang="0">
                    <a:pos x="40" y="19"/>
                  </a:cxn>
                  <a:cxn ang="0">
                    <a:pos x="40" y="21"/>
                  </a:cxn>
                  <a:cxn ang="0">
                    <a:pos x="40" y="24"/>
                  </a:cxn>
                  <a:cxn ang="0">
                    <a:pos x="38" y="28"/>
                  </a:cxn>
                  <a:cxn ang="0">
                    <a:pos x="38" y="33"/>
                  </a:cxn>
                  <a:cxn ang="0">
                    <a:pos x="38" y="35"/>
                  </a:cxn>
                  <a:cxn ang="0">
                    <a:pos x="36" y="38"/>
                  </a:cxn>
                  <a:cxn ang="0">
                    <a:pos x="33" y="43"/>
                  </a:cxn>
                  <a:cxn ang="0">
                    <a:pos x="33" y="47"/>
                  </a:cxn>
                  <a:cxn ang="0">
                    <a:pos x="33" y="52"/>
                  </a:cxn>
                  <a:cxn ang="0">
                    <a:pos x="31" y="54"/>
                  </a:cxn>
                  <a:cxn ang="0">
                    <a:pos x="31" y="59"/>
                  </a:cxn>
                  <a:cxn ang="0">
                    <a:pos x="29" y="64"/>
                  </a:cxn>
                  <a:cxn ang="0">
                    <a:pos x="26" y="66"/>
                  </a:cxn>
                  <a:cxn ang="0">
                    <a:pos x="24" y="69"/>
                  </a:cxn>
                  <a:cxn ang="0">
                    <a:pos x="21" y="71"/>
                  </a:cxn>
                  <a:cxn ang="0">
                    <a:pos x="21" y="76"/>
                  </a:cxn>
                  <a:cxn ang="0">
                    <a:pos x="21" y="81"/>
                  </a:cxn>
                  <a:cxn ang="0">
                    <a:pos x="21" y="85"/>
                  </a:cxn>
                  <a:cxn ang="0">
                    <a:pos x="19" y="88"/>
                  </a:cxn>
                  <a:cxn ang="0">
                    <a:pos x="14" y="88"/>
                  </a:cxn>
                  <a:cxn ang="0">
                    <a:pos x="14" y="83"/>
                  </a:cxn>
                  <a:cxn ang="0">
                    <a:pos x="14" y="78"/>
                  </a:cxn>
                  <a:cxn ang="0">
                    <a:pos x="12" y="76"/>
                  </a:cxn>
                  <a:cxn ang="0">
                    <a:pos x="10" y="73"/>
                  </a:cxn>
                  <a:cxn ang="0">
                    <a:pos x="7" y="71"/>
                  </a:cxn>
                  <a:cxn ang="0">
                    <a:pos x="5" y="66"/>
                  </a:cxn>
                  <a:cxn ang="0">
                    <a:pos x="5" y="64"/>
                  </a:cxn>
                  <a:cxn ang="0">
                    <a:pos x="3" y="59"/>
                  </a:cxn>
                  <a:cxn ang="0">
                    <a:pos x="0" y="57"/>
                  </a:cxn>
                  <a:cxn ang="0">
                    <a:pos x="3" y="52"/>
                  </a:cxn>
                  <a:cxn ang="0">
                    <a:pos x="5" y="50"/>
                  </a:cxn>
                  <a:cxn ang="0">
                    <a:pos x="3" y="45"/>
                  </a:cxn>
                  <a:cxn ang="0">
                    <a:pos x="5" y="43"/>
                  </a:cxn>
                  <a:cxn ang="0">
                    <a:pos x="5" y="38"/>
                  </a:cxn>
                  <a:cxn ang="0">
                    <a:pos x="7" y="35"/>
                  </a:cxn>
                  <a:cxn ang="0">
                    <a:pos x="10" y="33"/>
                  </a:cxn>
                  <a:cxn ang="0">
                    <a:pos x="12" y="28"/>
                  </a:cxn>
                  <a:cxn ang="0">
                    <a:pos x="12" y="24"/>
                  </a:cxn>
                  <a:cxn ang="0">
                    <a:pos x="14" y="21"/>
                  </a:cxn>
                  <a:cxn ang="0">
                    <a:pos x="17" y="19"/>
                  </a:cxn>
                  <a:cxn ang="0">
                    <a:pos x="19" y="17"/>
                  </a:cxn>
                  <a:cxn ang="0">
                    <a:pos x="19" y="12"/>
                  </a:cxn>
                  <a:cxn ang="0">
                    <a:pos x="21" y="9"/>
                  </a:cxn>
                  <a:cxn ang="0">
                    <a:pos x="24" y="7"/>
                  </a:cxn>
                  <a:cxn ang="0">
                    <a:pos x="29" y="5"/>
                  </a:cxn>
                  <a:cxn ang="0">
                    <a:pos x="31" y="5"/>
                  </a:cxn>
                  <a:cxn ang="0">
                    <a:pos x="33" y="2"/>
                  </a:cxn>
                  <a:cxn ang="0">
                    <a:pos x="36" y="2"/>
                  </a:cxn>
                  <a:cxn ang="0">
                    <a:pos x="38" y="5"/>
                  </a:cxn>
                  <a:cxn ang="0">
                    <a:pos x="43" y="5"/>
                  </a:cxn>
                  <a:cxn ang="0">
                    <a:pos x="45" y="7"/>
                  </a:cxn>
                  <a:cxn ang="0">
                    <a:pos x="43" y="9"/>
                  </a:cxn>
                </a:cxnLst>
                <a:rect l="0" t="0" r="r" b="b"/>
                <a:pathLst>
                  <a:path w="45" h="88">
                    <a:moveTo>
                      <a:pt x="43" y="12"/>
                    </a:moveTo>
                    <a:lnTo>
                      <a:pt x="40" y="12"/>
                    </a:lnTo>
                    <a:lnTo>
                      <a:pt x="40" y="14"/>
                    </a:lnTo>
                    <a:lnTo>
                      <a:pt x="40" y="14"/>
                    </a:lnTo>
                    <a:lnTo>
                      <a:pt x="40" y="14"/>
                    </a:lnTo>
                    <a:lnTo>
                      <a:pt x="40" y="14"/>
                    </a:lnTo>
                    <a:lnTo>
                      <a:pt x="40" y="17"/>
                    </a:lnTo>
                    <a:lnTo>
                      <a:pt x="40" y="17"/>
                    </a:lnTo>
                    <a:lnTo>
                      <a:pt x="40" y="17"/>
                    </a:lnTo>
                    <a:lnTo>
                      <a:pt x="40" y="19"/>
                    </a:lnTo>
                    <a:lnTo>
                      <a:pt x="43" y="19"/>
                    </a:lnTo>
                    <a:lnTo>
                      <a:pt x="43" y="19"/>
                    </a:lnTo>
                    <a:lnTo>
                      <a:pt x="40" y="19"/>
                    </a:lnTo>
                    <a:lnTo>
                      <a:pt x="40" y="21"/>
                    </a:lnTo>
                    <a:lnTo>
                      <a:pt x="40" y="21"/>
                    </a:lnTo>
                    <a:lnTo>
                      <a:pt x="40" y="24"/>
                    </a:lnTo>
                    <a:lnTo>
                      <a:pt x="40" y="24"/>
                    </a:lnTo>
                    <a:lnTo>
                      <a:pt x="40" y="24"/>
                    </a:lnTo>
                    <a:lnTo>
                      <a:pt x="40" y="24"/>
                    </a:lnTo>
                    <a:lnTo>
                      <a:pt x="40" y="24"/>
                    </a:lnTo>
                    <a:lnTo>
                      <a:pt x="40" y="26"/>
                    </a:lnTo>
                    <a:lnTo>
                      <a:pt x="40" y="26"/>
                    </a:lnTo>
                    <a:lnTo>
                      <a:pt x="38" y="26"/>
                    </a:lnTo>
                    <a:lnTo>
                      <a:pt x="38" y="28"/>
                    </a:lnTo>
                    <a:lnTo>
                      <a:pt x="38" y="28"/>
                    </a:lnTo>
                    <a:lnTo>
                      <a:pt x="38" y="28"/>
                    </a:lnTo>
                    <a:lnTo>
                      <a:pt x="38" y="31"/>
                    </a:lnTo>
                    <a:lnTo>
                      <a:pt x="38" y="31"/>
                    </a:lnTo>
                    <a:lnTo>
                      <a:pt x="38" y="31"/>
                    </a:lnTo>
                    <a:lnTo>
                      <a:pt x="38" y="33"/>
                    </a:lnTo>
                    <a:lnTo>
                      <a:pt x="36" y="33"/>
                    </a:lnTo>
                    <a:lnTo>
                      <a:pt x="36" y="33"/>
                    </a:lnTo>
                    <a:lnTo>
                      <a:pt x="38" y="33"/>
                    </a:lnTo>
                    <a:lnTo>
                      <a:pt x="38" y="35"/>
                    </a:lnTo>
                    <a:lnTo>
                      <a:pt x="38" y="35"/>
                    </a:lnTo>
                    <a:lnTo>
                      <a:pt x="36" y="35"/>
                    </a:lnTo>
                    <a:lnTo>
                      <a:pt x="36" y="35"/>
                    </a:lnTo>
                    <a:lnTo>
                      <a:pt x="36" y="38"/>
                    </a:lnTo>
                    <a:lnTo>
                      <a:pt x="36" y="38"/>
                    </a:lnTo>
                    <a:lnTo>
                      <a:pt x="36" y="38"/>
                    </a:lnTo>
                    <a:lnTo>
                      <a:pt x="36" y="40"/>
                    </a:lnTo>
                    <a:lnTo>
                      <a:pt x="36" y="40"/>
                    </a:lnTo>
                    <a:lnTo>
                      <a:pt x="36" y="43"/>
                    </a:lnTo>
                    <a:lnTo>
                      <a:pt x="36" y="43"/>
                    </a:lnTo>
                    <a:lnTo>
                      <a:pt x="33" y="43"/>
                    </a:lnTo>
                    <a:lnTo>
                      <a:pt x="33" y="45"/>
                    </a:lnTo>
                    <a:lnTo>
                      <a:pt x="33" y="45"/>
                    </a:lnTo>
                    <a:lnTo>
                      <a:pt x="33" y="45"/>
                    </a:lnTo>
                    <a:lnTo>
                      <a:pt x="33" y="47"/>
                    </a:lnTo>
                    <a:lnTo>
                      <a:pt x="33" y="47"/>
                    </a:lnTo>
                    <a:lnTo>
                      <a:pt x="33" y="47"/>
                    </a:lnTo>
                    <a:lnTo>
                      <a:pt x="33" y="50"/>
                    </a:lnTo>
                    <a:lnTo>
                      <a:pt x="33" y="50"/>
                    </a:lnTo>
                    <a:lnTo>
                      <a:pt x="33" y="52"/>
                    </a:lnTo>
                    <a:lnTo>
                      <a:pt x="33" y="52"/>
                    </a:lnTo>
                    <a:lnTo>
                      <a:pt x="33" y="52"/>
                    </a:lnTo>
                    <a:lnTo>
                      <a:pt x="33" y="54"/>
                    </a:lnTo>
                    <a:lnTo>
                      <a:pt x="31" y="54"/>
                    </a:lnTo>
                    <a:lnTo>
                      <a:pt x="31" y="54"/>
                    </a:lnTo>
                    <a:lnTo>
                      <a:pt x="31" y="54"/>
                    </a:lnTo>
                    <a:lnTo>
                      <a:pt x="31" y="57"/>
                    </a:lnTo>
                    <a:lnTo>
                      <a:pt x="31" y="57"/>
                    </a:lnTo>
                    <a:lnTo>
                      <a:pt x="31" y="57"/>
                    </a:lnTo>
                    <a:lnTo>
                      <a:pt x="31" y="59"/>
                    </a:lnTo>
                    <a:lnTo>
                      <a:pt x="31" y="59"/>
                    </a:lnTo>
                    <a:lnTo>
                      <a:pt x="29" y="59"/>
                    </a:lnTo>
                    <a:lnTo>
                      <a:pt x="29" y="62"/>
                    </a:lnTo>
                    <a:lnTo>
                      <a:pt x="29" y="62"/>
                    </a:lnTo>
                    <a:lnTo>
                      <a:pt x="29" y="62"/>
                    </a:lnTo>
                    <a:lnTo>
                      <a:pt x="29" y="64"/>
                    </a:lnTo>
                    <a:lnTo>
                      <a:pt x="29" y="64"/>
                    </a:lnTo>
                    <a:lnTo>
                      <a:pt x="29" y="64"/>
                    </a:lnTo>
                    <a:lnTo>
                      <a:pt x="26" y="64"/>
                    </a:lnTo>
                    <a:lnTo>
                      <a:pt x="26" y="64"/>
                    </a:lnTo>
                    <a:lnTo>
                      <a:pt x="26" y="66"/>
                    </a:lnTo>
                    <a:lnTo>
                      <a:pt x="26" y="66"/>
                    </a:lnTo>
                    <a:lnTo>
                      <a:pt x="26" y="66"/>
                    </a:lnTo>
                    <a:lnTo>
                      <a:pt x="26" y="66"/>
                    </a:lnTo>
                    <a:lnTo>
                      <a:pt x="26" y="69"/>
                    </a:lnTo>
                    <a:lnTo>
                      <a:pt x="24" y="69"/>
                    </a:lnTo>
                    <a:lnTo>
                      <a:pt x="24" y="69"/>
                    </a:lnTo>
                    <a:lnTo>
                      <a:pt x="24" y="69"/>
                    </a:lnTo>
                    <a:lnTo>
                      <a:pt x="24" y="71"/>
                    </a:lnTo>
                    <a:lnTo>
                      <a:pt x="21" y="71"/>
                    </a:lnTo>
                    <a:lnTo>
                      <a:pt x="21" y="71"/>
                    </a:lnTo>
                    <a:lnTo>
                      <a:pt x="21" y="73"/>
                    </a:lnTo>
                    <a:lnTo>
                      <a:pt x="21" y="73"/>
                    </a:lnTo>
                    <a:lnTo>
                      <a:pt x="21" y="73"/>
                    </a:lnTo>
                    <a:lnTo>
                      <a:pt x="21" y="73"/>
                    </a:lnTo>
                    <a:lnTo>
                      <a:pt x="21" y="76"/>
                    </a:lnTo>
                    <a:lnTo>
                      <a:pt x="21" y="76"/>
                    </a:lnTo>
                    <a:lnTo>
                      <a:pt x="21" y="76"/>
                    </a:lnTo>
                    <a:lnTo>
                      <a:pt x="21" y="78"/>
                    </a:lnTo>
                    <a:lnTo>
                      <a:pt x="21" y="78"/>
                    </a:lnTo>
                    <a:lnTo>
                      <a:pt x="21" y="81"/>
                    </a:lnTo>
                    <a:lnTo>
                      <a:pt x="21" y="81"/>
                    </a:lnTo>
                    <a:lnTo>
                      <a:pt x="21" y="83"/>
                    </a:lnTo>
                    <a:lnTo>
                      <a:pt x="21" y="83"/>
                    </a:lnTo>
                    <a:lnTo>
                      <a:pt x="21" y="83"/>
                    </a:lnTo>
                    <a:lnTo>
                      <a:pt x="21" y="85"/>
                    </a:lnTo>
                    <a:lnTo>
                      <a:pt x="19" y="85"/>
                    </a:lnTo>
                    <a:lnTo>
                      <a:pt x="19" y="85"/>
                    </a:lnTo>
                    <a:lnTo>
                      <a:pt x="19" y="88"/>
                    </a:lnTo>
                    <a:lnTo>
                      <a:pt x="19" y="88"/>
                    </a:lnTo>
                    <a:lnTo>
                      <a:pt x="19" y="88"/>
                    </a:lnTo>
                    <a:lnTo>
                      <a:pt x="19" y="88"/>
                    </a:lnTo>
                    <a:lnTo>
                      <a:pt x="19" y="88"/>
                    </a:lnTo>
                    <a:lnTo>
                      <a:pt x="17" y="88"/>
                    </a:lnTo>
                    <a:lnTo>
                      <a:pt x="17" y="88"/>
                    </a:lnTo>
                    <a:lnTo>
                      <a:pt x="14" y="88"/>
                    </a:lnTo>
                    <a:lnTo>
                      <a:pt x="14" y="85"/>
                    </a:lnTo>
                    <a:lnTo>
                      <a:pt x="14" y="85"/>
                    </a:lnTo>
                    <a:lnTo>
                      <a:pt x="14" y="83"/>
                    </a:lnTo>
                    <a:lnTo>
                      <a:pt x="14" y="83"/>
                    </a:lnTo>
                    <a:lnTo>
                      <a:pt x="14" y="83"/>
                    </a:lnTo>
                    <a:lnTo>
                      <a:pt x="14" y="81"/>
                    </a:lnTo>
                    <a:lnTo>
                      <a:pt x="14" y="81"/>
                    </a:lnTo>
                    <a:lnTo>
                      <a:pt x="14" y="81"/>
                    </a:lnTo>
                    <a:lnTo>
                      <a:pt x="14" y="78"/>
                    </a:lnTo>
                    <a:lnTo>
                      <a:pt x="14" y="78"/>
                    </a:lnTo>
                    <a:lnTo>
                      <a:pt x="14" y="78"/>
                    </a:lnTo>
                    <a:lnTo>
                      <a:pt x="14" y="76"/>
                    </a:lnTo>
                    <a:lnTo>
                      <a:pt x="12" y="76"/>
                    </a:lnTo>
                    <a:lnTo>
                      <a:pt x="12" y="76"/>
                    </a:lnTo>
                    <a:lnTo>
                      <a:pt x="12" y="76"/>
                    </a:lnTo>
                    <a:lnTo>
                      <a:pt x="12" y="73"/>
                    </a:lnTo>
                    <a:lnTo>
                      <a:pt x="12" y="73"/>
                    </a:lnTo>
                    <a:lnTo>
                      <a:pt x="10" y="73"/>
                    </a:lnTo>
                    <a:lnTo>
                      <a:pt x="10" y="73"/>
                    </a:lnTo>
                    <a:lnTo>
                      <a:pt x="10" y="73"/>
                    </a:lnTo>
                    <a:lnTo>
                      <a:pt x="7" y="73"/>
                    </a:lnTo>
                    <a:lnTo>
                      <a:pt x="7" y="73"/>
                    </a:lnTo>
                    <a:lnTo>
                      <a:pt x="7" y="73"/>
                    </a:lnTo>
                    <a:lnTo>
                      <a:pt x="7" y="71"/>
                    </a:lnTo>
                    <a:lnTo>
                      <a:pt x="7" y="71"/>
                    </a:lnTo>
                    <a:lnTo>
                      <a:pt x="7" y="71"/>
                    </a:lnTo>
                    <a:lnTo>
                      <a:pt x="7" y="69"/>
                    </a:lnTo>
                    <a:lnTo>
                      <a:pt x="5" y="69"/>
                    </a:lnTo>
                    <a:lnTo>
                      <a:pt x="5" y="69"/>
                    </a:lnTo>
                    <a:lnTo>
                      <a:pt x="5" y="66"/>
                    </a:lnTo>
                    <a:lnTo>
                      <a:pt x="5" y="66"/>
                    </a:lnTo>
                    <a:lnTo>
                      <a:pt x="5" y="64"/>
                    </a:lnTo>
                    <a:lnTo>
                      <a:pt x="5" y="64"/>
                    </a:lnTo>
                    <a:lnTo>
                      <a:pt x="5" y="64"/>
                    </a:lnTo>
                    <a:lnTo>
                      <a:pt x="5" y="64"/>
                    </a:lnTo>
                    <a:lnTo>
                      <a:pt x="5" y="62"/>
                    </a:lnTo>
                    <a:lnTo>
                      <a:pt x="5" y="62"/>
                    </a:lnTo>
                    <a:lnTo>
                      <a:pt x="5" y="62"/>
                    </a:lnTo>
                    <a:lnTo>
                      <a:pt x="5" y="59"/>
                    </a:lnTo>
                    <a:lnTo>
                      <a:pt x="3" y="59"/>
                    </a:lnTo>
                    <a:lnTo>
                      <a:pt x="3" y="59"/>
                    </a:lnTo>
                    <a:lnTo>
                      <a:pt x="3" y="59"/>
                    </a:lnTo>
                    <a:lnTo>
                      <a:pt x="0" y="59"/>
                    </a:lnTo>
                    <a:lnTo>
                      <a:pt x="0" y="57"/>
                    </a:lnTo>
                    <a:lnTo>
                      <a:pt x="0" y="57"/>
                    </a:lnTo>
                    <a:lnTo>
                      <a:pt x="3" y="57"/>
                    </a:lnTo>
                    <a:lnTo>
                      <a:pt x="3" y="54"/>
                    </a:lnTo>
                    <a:lnTo>
                      <a:pt x="3" y="54"/>
                    </a:lnTo>
                    <a:lnTo>
                      <a:pt x="3" y="54"/>
                    </a:lnTo>
                    <a:lnTo>
                      <a:pt x="3" y="52"/>
                    </a:lnTo>
                    <a:lnTo>
                      <a:pt x="3" y="52"/>
                    </a:lnTo>
                    <a:lnTo>
                      <a:pt x="3" y="52"/>
                    </a:lnTo>
                    <a:lnTo>
                      <a:pt x="3" y="50"/>
                    </a:lnTo>
                    <a:lnTo>
                      <a:pt x="5" y="50"/>
                    </a:lnTo>
                    <a:lnTo>
                      <a:pt x="5" y="50"/>
                    </a:lnTo>
                    <a:lnTo>
                      <a:pt x="5" y="47"/>
                    </a:lnTo>
                    <a:lnTo>
                      <a:pt x="5" y="47"/>
                    </a:lnTo>
                    <a:lnTo>
                      <a:pt x="5" y="45"/>
                    </a:lnTo>
                    <a:lnTo>
                      <a:pt x="5" y="45"/>
                    </a:lnTo>
                    <a:lnTo>
                      <a:pt x="3" y="45"/>
                    </a:lnTo>
                    <a:lnTo>
                      <a:pt x="3" y="45"/>
                    </a:lnTo>
                    <a:lnTo>
                      <a:pt x="5" y="45"/>
                    </a:lnTo>
                    <a:lnTo>
                      <a:pt x="5" y="43"/>
                    </a:lnTo>
                    <a:lnTo>
                      <a:pt x="5" y="43"/>
                    </a:lnTo>
                    <a:lnTo>
                      <a:pt x="5" y="43"/>
                    </a:lnTo>
                    <a:lnTo>
                      <a:pt x="5" y="40"/>
                    </a:lnTo>
                    <a:lnTo>
                      <a:pt x="5" y="40"/>
                    </a:lnTo>
                    <a:lnTo>
                      <a:pt x="5" y="40"/>
                    </a:lnTo>
                    <a:lnTo>
                      <a:pt x="5" y="38"/>
                    </a:lnTo>
                    <a:lnTo>
                      <a:pt x="5" y="38"/>
                    </a:lnTo>
                    <a:lnTo>
                      <a:pt x="7" y="38"/>
                    </a:lnTo>
                    <a:lnTo>
                      <a:pt x="7" y="35"/>
                    </a:lnTo>
                    <a:lnTo>
                      <a:pt x="7" y="35"/>
                    </a:lnTo>
                    <a:lnTo>
                      <a:pt x="7" y="35"/>
                    </a:lnTo>
                    <a:lnTo>
                      <a:pt x="7" y="35"/>
                    </a:lnTo>
                    <a:lnTo>
                      <a:pt x="7" y="35"/>
                    </a:lnTo>
                    <a:lnTo>
                      <a:pt x="7" y="33"/>
                    </a:lnTo>
                    <a:lnTo>
                      <a:pt x="10" y="33"/>
                    </a:lnTo>
                    <a:lnTo>
                      <a:pt x="10" y="33"/>
                    </a:lnTo>
                    <a:lnTo>
                      <a:pt x="10" y="33"/>
                    </a:lnTo>
                    <a:lnTo>
                      <a:pt x="10" y="31"/>
                    </a:lnTo>
                    <a:lnTo>
                      <a:pt x="10" y="31"/>
                    </a:lnTo>
                    <a:lnTo>
                      <a:pt x="12" y="31"/>
                    </a:lnTo>
                    <a:lnTo>
                      <a:pt x="12" y="28"/>
                    </a:lnTo>
                    <a:lnTo>
                      <a:pt x="12" y="28"/>
                    </a:lnTo>
                    <a:lnTo>
                      <a:pt x="12" y="28"/>
                    </a:lnTo>
                    <a:lnTo>
                      <a:pt x="12" y="26"/>
                    </a:lnTo>
                    <a:lnTo>
                      <a:pt x="12" y="26"/>
                    </a:lnTo>
                    <a:lnTo>
                      <a:pt x="12" y="26"/>
                    </a:lnTo>
                    <a:lnTo>
                      <a:pt x="12" y="24"/>
                    </a:lnTo>
                    <a:lnTo>
                      <a:pt x="12" y="24"/>
                    </a:lnTo>
                    <a:lnTo>
                      <a:pt x="14" y="24"/>
                    </a:lnTo>
                    <a:lnTo>
                      <a:pt x="14" y="24"/>
                    </a:lnTo>
                    <a:lnTo>
                      <a:pt x="14" y="24"/>
                    </a:lnTo>
                    <a:lnTo>
                      <a:pt x="14" y="21"/>
                    </a:lnTo>
                    <a:lnTo>
                      <a:pt x="14" y="21"/>
                    </a:lnTo>
                    <a:lnTo>
                      <a:pt x="14" y="21"/>
                    </a:lnTo>
                    <a:lnTo>
                      <a:pt x="14" y="19"/>
                    </a:lnTo>
                    <a:lnTo>
                      <a:pt x="14" y="19"/>
                    </a:lnTo>
                    <a:lnTo>
                      <a:pt x="17" y="19"/>
                    </a:lnTo>
                    <a:lnTo>
                      <a:pt x="17" y="19"/>
                    </a:lnTo>
                    <a:lnTo>
                      <a:pt x="17" y="17"/>
                    </a:lnTo>
                    <a:lnTo>
                      <a:pt x="17" y="17"/>
                    </a:lnTo>
                    <a:lnTo>
                      <a:pt x="19" y="17"/>
                    </a:lnTo>
                    <a:lnTo>
                      <a:pt x="19" y="17"/>
                    </a:lnTo>
                    <a:lnTo>
                      <a:pt x="19" y="14"/>
                    </a:lnTo>
                    <a:lnTo>
                      <a:pt x="19" y="14"/>
                    </a:lnTo>
                    <a:lnTo>
                      <a:pt x="19" y="14"/>
                    </a:lnTo>
                    <a:lnTo>
                      <a:pt x="19" y="14"/>
                    </a:lnTo>
                    <a:lnTo>
                      <a:pt x="19" y="12"/>
                    </a:lnTo>
                    <a:lnTo>
                      <a:pt x="21" y="12"/>
                    </a:lnTo>
                    <a:lnTo>
                      <a:pt x="21" y="12"/>
                    </a:lnTo>
                    <a:lnTo>
                      <a:pt x="21" y="12"/>
                    </a:lnTo>
                    <a:lnTo>
                      <a:pt x="21" y="9"/>
                    </a:lnTo>
                    <a:lnTo>
                      <a:pt x="21" y="9"/>
                    </a:lnTo>
                    <a:lnTo>
                      <a:pt x="21" y="9"/>
                    </a:lnTo>
                    <a:lnTo>
                      <a:pt x="21" y="7"/>
                    </a:lnTo>
                    <a:lnTo>
                      <a:pt x="24" y="7"/>
                    </a:lnTo>
                    <a:lnTo>
                      <a:pt x="24" y="7"/>
                    </a:lnTo>
                    <a:lnTo>
                      <a:pt x="24" y="7"/>
                    </a:lnTo>
                    <a:lnTo>
                      <a:pt x="26" y="7"/>
                    </a:lnTo>
                    <a:lnTo>
                      <a:pt x="26" y="5"/>
                    </a:lnTo>
                    <a:lnTo>
                      <a:pt x="26" y="5"/>
                    </a:lnTo>
                    <a:lnTo>
                      <a:pt x="26" y="5"/>
                    </a:lnTo>
                    <a:lnTo>
                      <a:pt x="29" y="5"/>
                    </a:lnTo>
                    <a:lnTo>
                      <a:pt x="29" y="5"/>
                    </a:lnTo>
                    <a:lnTo>
                      <a:pt x="29" y="5"/>
                    </a:lnTo>
                    <a:lnTo>
                      <a:pt x="29" y="5"/>
                    </a:lnTo>
                    <a:lnTo>
                      <a:pt x="31" y="5"/>
                    </a:lnTo>
                    <a:lnTo>
                      <a:pt x="31" y="5"/>
                    </a:lnTo>
                    <a:lnTo>
                      <a:pt x="31" y="5"/>
                    </a:lnTo>
                    <a:lnTo>
                      <a:pt x="31" y="2"/>
                    </a:lnTo>
                    <a:lnTo>
                      <a:pt x="31" y="2"/>
                    </a:lnTo>
                    <a:lnTo>
                      <a:pt x="33" y="2"/>
                    </a:lnTo>
                    <a:lnTo>
                      <a:pt x="33" y="2"/>
                    </a:lnTo>
                    <a:lnTo>
                      <a:pt x="33" y="0"/>
                    </a:lnTo>
                    <a:lnTo>
                      <a:pt x="33" y="0"/>
                    </a:lnTo>
                    <a:lnTo>
                      <a:pt x="36" y="0"/>
                    </a:lnTo>
                    <a:lnTo>
                      <a:pt x="36" y="0"/>
                    </a:lnTo>
                    <a:lnTo>
                      <a:pt x="36" y="2"/>
                    </a:lnTo>
                    <a:lnTo>
                      <a:pt x="38" y="2"/>
                    </a:lnTo>
                    <a:lnTo>
                      <a:pt x="38" y="2"/>
                    </a:lnTo>
                    <a:lnTo>
                      <a:pt x="38" y="2"/>
                    </a:lnTo>
                    <a:lnTo>
                      <a:pt x="38" y="5"/>
                    </a:lnTo>
                    <a:lnTo>
                      <a:pt x="38" y="5"/>
                    </a:lnTo>
                    <a:lnTo>
                      <a:pt x="38" y="5"/>
                    </a:lnTo>
                    <a:lnTo>
                      <a:pt x="40" y="5"/>
                    </a:lnTo>
                    <a:lnTo>
                      <a:pt x="40" y="5"/>
                    </a:lnTo>
                    <a:lnTo>
                      <a:pt x="40" y="5"/>
                    </a:lnTo>
                    <a:lnTo>
                      <a:pt x="43" y="5"/>
                    </a:lnTo>
                    <a:lnTo>
                      <a:pt x="43" y="5"/>
                    </a:lnTo>
                    <a:lnTo>
                      <a:pt x="43" y="5"/>
                    </a:lnTo>
                    <a:lnTo>
                      <a:pt x="43" y="7"/>
                    </a:lnTo>
                    <a:lnTo>
                      <a:pt x="43" y="7"/>
                    </a:lnTo>
                    <a:lnTo>
                      <a:pt x="45" y="7"/>
                    </a:lnTo>
                    <a:lnTo>
                      <a:pt x="45" y="7"/>
                    </a:lnTo>
                    <a:lnTo>
                      <a:pt x="45" y="9"/>
                    </a:lnTo>
                    <a:lnTo>
                      <a:pt x="45" y="9"/>
                    </a:lnTo>
                    <a:lnTo>
                      <a:pt x="45" y="9"/>
                    </a:lnTo>
                    <a:lnTo>
                      <a:pt x="43" y="9"/>
                    </a:lnTo>
                    <a:lnTo>
                      <a:pt x="43" y="9"/>
                    </a:lnTo>
                    <a:lnTo>
                      <a:pt x="43" y="12"/>
                    </a:lnTo>
                    <a:lnTo>
                      <a:pt x="43" y="1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1" name="Rectangle 19"/>
              <p:cNvSpPr>
                <a:spLocks noChangeArrowheads="1"/>
              </p:cNvSpPr>
              <p:nvPr/>
            </p:nvSpPr>
            <p:spPr bwMode="auto">
              <a:xfrm>
                <a:off x="1790" y="1746"/>
                <a:ext cx="2"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2" name="Rectangle 20"/>
              <p:cNvSpPr>
                <a:spLocks noChangeArrowheads="1"/>
              </p:cNvSpPr>
              <p:nvPr/>
            </p:nvSpPr>
            <p:spPr bwMode="auto">
              <a:xfrm>
                <a:off x="1790" y="1746"/>
                <a:ext cx="2"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3" name="Rectangle 21"/>
              <p:cNvSpPr>
                <a:spLocks noChangeArrowheads="1"/>
              </p:cNvSpPr>
              <p:nvPr/>
            </p:nvSpPr>
            <p:spPr bwMode="auto">
              <a:xfrm>
                <a:off x="1792" y="1748"/>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4" name="Rectangle 22"/>
              <p:cNvSpPr>
                <a:spLocks noChangeArrowheads="1"/>
              </p:cNvSpPr>
              <p:nvPr/>
            </p:nvSpPr>
            <p:spPr bwMode="auto">
              <a:xfrm>
                <a:off x="1792" y="1748"/>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5" name="Freeform 23"/>
              <p:cNvSpPr>
                <a:spLocks/>
              </p:cNvSpPr>
              <p:nvPr/>
            </p:nvSpPr>
            <p:spPr bwMode="auto">
              <a:xfrm>
                <a:off x="3513" y="2966"/>
                <a:ext cx="52" cy="29"/>
              </a:xfrm>
              <a:custGeom>
                <a:avLst/>
                <a:gdLst/>
                <a:ahLst/>
                <a:cxnLst>
                  <a:cxn ang="0">
                    <a:pos x="47" y="0"/>
                  </a:cxn>
                  <a:cxn ang="0">
                    <a:pos x="49" y="0"/>
                  </a:cxn>
                  <a:cxn ang="0">
                    <a:pos x="52" y="3"/>
                  </a:cxn>
                  <a:cxn ang="0">
                    <a:pos x="52" y="5"/>
                  </a:cxn>
                  <a:cxn ang="0">
                    <a:pos x="49" y="8"/>
                  </a:cxn>
                  <a:cxn ang="0">
                    <a:pos x="47" y="8"/>
                  </a:cxn>
                  <a:cxn ang="0">
                    <a:pos x="45" y="10"/>
                  </a:cxn>
                  <a:cxn ang="0">
                    <a:pos x="42" y="10"/>
                  </a:cxn>
                  <a:cxn ang="0">
                    <a:pos x="40" y="12"/>
                  </a:cxn>
                  <a:cxn ang="0">
                    <a:pos x="38" y="12"/>
                  </a:cxn>
                  <a:cxn ang="0">
                    <a:pos x="35" y="15"/>
                  </a:cxn>
                  <a:cxn ang="0">
                    <a:pos x="33" y="17"/>
                  </a:cxn>
                  <a:cxn ang="0">
                    <a:pos x="28" y="17"/>
                  </a:cxn>
                  <a:cxn ang="0">
                    <a:pos x="26" y="19"/>
                  </a:cxn>
                  <a:cxn ang="0">
                    <a:pos x="23" y="19"/>
                  </a:cxn>
                  <a:cxn ang="0">
                    <a:pos x="21" y="22"/>
                  </a:cxn>
                  <a:cxn ang="0">
                    <a:pos x="19" y="22"/>
                  </a:cxn>
                  <a:cxn ang="0">
                    <a:pos x="16" y="24"/>
                  </a:cxn>
                  <a:cxn ang="0">
                    <a:pos x="14" y="22"/>
                  </a:cxn>
                  <a:cxn ang="0">
                    <a:pos x="12" y="24"/>
                  </a:cxn>
                  <a:cxn ang="0">
                    <a:pos x="9" y="27"/>
                  </a:cxn>
                  <a:cxn ang="0">
                    <a:pos x="7" y="29"/>
                  </a:cxn>
                  <a:cxn ang="0">
                    <a:pos x="4" y="29"/>
                  </a:cxn>
                  <a:cxn ang="0">
                    <a:pos x="4" y="27"/>
                  </a:cxn>
                  <a:cxn ang="0">
                    <a:pos x="2" y="24"/>
                  </a:cxn>
                  <a:cxn ang="0">
                    <a:pos x="2" y="22"/>
                  </a:cxn>
                  <a:cxn ang="0">
                    <a:pos x="4" y="22"/>
                  </a:cxn>
                  <a:cxn ang="0">
                    <a:pos x="4" y="19"/>
                  </a:cxn>
                  <a:cxn ang="0">
                    <a:pos x="4" y="19"/>
                  </a:cxn>
                  <a:cxn ang="0">
                    <a:pos x="0" y="19"/>
                  </a:cxn>
                  <a:cxn ang="0">
                    <a:pos x="0" y="17"/>
                  </a:cxn>
                  <a:cxn ang="0">
                    <a:pos x="2" y="15"/>
                  </a:cxn>
                  <a:cxn ang="0">
                    <a:pos x="4" y="12"/>
                  </a:cxn>
                  <a:cxn ang="0">
                    <a:pos x="4" y="8"/>
                  </a:cxn>
                  <a:cxn ang="0">
                    <a:pos x="7" y="8"/>
                  </a:cxn>
                  <a:cxn ang="0">
                    <a:pos x="9" y="5"/>
                  </a:cxn>
                  <a:cxn ang="0">
                    <a:pos x="12" y="5"/>
                  </a:cxn>
                  <a:cxn ang="0">
                    <a:pos x="14" y="5"/>
                  </a:cxn>
                  <a:cxn ang="0">
                    <a:pos x="19" y="5"/>
                  </a:cxn>
                  <a:cxn ang="0">
                    <a:pos x="21" y="3"/>
                  </a:cxn>
                  <a:cxn ang="0">
                    <a:pos x="23" y="5"/>
                  </a:cxn>
                  <a:cxn ang="0">
                    <a:pos x="28" y="5"/>
                  </a:cxn>
                  <a:cxn ang="0">
                    <a:pos x="28" y="3"/>
                  </a:cxn>
                  <a:cxn ang="0">
                    <a:pos x="33" y="3"/>
                  </a:cxn>
                  <a:cxn ang="0">
                    <a:pos x="35" y="3"/>
                  </a:cxn>
                  <a:cxn ang="0">
                    <a:pos x="38" y="3"/>
                  </a:cxn>
                  <a:cxn ang="0">
                    <a:pos x="40" y="0"/>
                  </a:cxn>
                  <a:cxn ang="0">
                    <a:pos x="42" y="0"/>
                  </a:cxn>
                </a:cxnLst>
                <a:rect l="0" t="0" r="r" b="b"/>
                <a:pathLst>
                  <a:path w="52" h="29">
                    <a:moveTo>
                      <a:pt x="45" y="0"/>
                    </a:moveTo>
                    <a:lnTo>
                      <a:pt x="45" y="0"/>
                    </a:lnTo>
                    <a:lnTo>
                      <a:pt x="47" y="0"/>
                    </a:lnTo>
                    <a:lnTo>
                      <a:pt x="47" y="0"/>
                    </a:lnTo>
                    <a:lnTo>
                      <a:pt x="47" y="0"/>
                    </a:lnTo>
                    <a:lnTo>
                      <a:pt x="49" y="0"/>
                    </a:lnTo>
                    <a:lnTo>
                      <a:pt x="49" y="0"/>
                    </a:lnTo>
                    <a:lnTo>
                      <a:pt x="49" y="0"/>
                    </a:lnTo>
                    <a:lnTo>
                      <a:pt x="52" y="0"/>
                    </a:lnTo>
                    <a:lnTo>
                      <a:pt x="52" y="0"/>
                    </a:lnTo>
                    <a:lnTo>
                      <a:pt x="52" y="3"/>
                    </a:lnTo>
                    <a:lnTo>
                      <a:pt x="52" y="3"/>
                    </a:lnTo>
                    <a:lnTo>
                      <a:pt x="52" y="3"/>
                    </a:lnTo>
                    <a:lnTo>
                      <a:pt x="52" y="3"/>
                    </a:lnTo>
                    <a:lnTo>
                      <a:pt x="52" y="3"/>
                    </a:lnTo>
                    <a:lnTo>
                      <a:pt x="52" y="5"/>
                    </a:lnTo>
                    <a:lnTo>
                      <a:pt x="49" y="5"/>
                    </a:lnTo>
                    <a:lnTo>
                      <a:pt x="49" y="5"/>
                    </a:lnTo>
                    <a:lnTo>
                      <a:pt x="49" y="5"/>
                    </a:lnTo>
                    <a:lnTo>
                      <a:pt x="49" y="8"/>
                    </a:lnTo>
                    <a:lnTo>
                      <a:pt x="47" y="8"/>
                    </a:lnTo>
                    <a:lnTo>
                      <a:pt x="47" y="8"/>
                    </a:lnTo>
                    <a:lnTo>
                      <a:pt x="47" y="8"/>
                    </a:lnTo>
                    <a:lnTo>
                      <a:pt x="47" y="8"/>
                    </a:lnTo>
                    <a:lnTo>
                      <a:pt x="47" y="10"/>
                    </a:lnTo>
                    <a:lnTo>
                      <a:pt x="47" y="10"/>
                    </a:lnTo>
                    <a:lnTo>
                      <a:pt x="45" y="10"/>
                    </a:lnTo>
                    <a:lnTo>
                      <a:pt x="45" y="10"/>
                    </a:lnTo>
                    <a:lnTo>
                      <a:pt x="45" y="10"/>
                    </a:lnTo>
                    <a:lnTo>
                      <a:pt x="45" y="10"/>
                    </a:lnTo>
                    <a:lnTo>
                      <a:pt x="42" y="10"/>
                    </a:lnTo>
                    <a:lnTo>
                      <a:pt x="42" y="10"/>
                    </a:lnTo>
                    <a:lnTo>
                      <a:pt x="42" y="12"/>
                    </a:lnTo>
                    <a:lnTo>
                      <a:pt x="40" y="12"/>
                    </a:lnTo>
                    <a:lnTo>
                      <a:pt x="40" y="12"/>
                    </a:lnTo>
                    <a:lnTo>
                      <a:pt x="40" y="12"/>
                    </a:lnTo>
                    <a:lnTo>
                      <a:pt x="38" y="12"/>
                    </a:lnTo>
                    <a:lnTo>
                      <a:pt x="38" y="12"/>
                    </a:lnTo>
                    <a:lnTo>
                      <a:pt x="38" y="12"/>
                    </a:lnTo>
                    <a:lnTo>
                      <a:pt x="38" y="12"/>
                    </a:lnTo>
                    <a:lnTo>
                      <a:pt x="35" y="12"/>
                    </a:lnTo>
                    <a:lnTo>
                      <a:pt x="35" y="15"/>
                    </a:lnTo>
                    <a:lnTo>
                      <a:pt x="35" y="15"/>
                    </a:lnTo>
                    <a:lnTo>
                      <a:pt x="35" y="15"/>
                    </a:lnTo>
                    <a:lnTo>
                      <a:pt x="35" y="17"/>
                    </a:lnTo>
                    <a:lnTo>
                      <a:pt x="33" y="17"/>
                    </a:lnTo>
                    <a:lnTo>
                      <a:pt x="33" y="17"/>
                    </a:lnTo>
                    <a:lnTo>
                      <a:pt x="33" y="17"/>
                    </a:lnTo>
                    <a:lnTo>
                      <a:pt x="30" y="17"/>
                    </a:lnTo>
                    <a:lnTo>
                      <a:pt x="30" y="17"/>
                    </a:lnTo>
                    <a:lnTo>
                      <a:pt x="30" y="17"/>
                    </a:lnTo>
                    <a:lnTo>
                      <a:pt x="28" y="17"/>
                    </a:lnTo>
                    <a:lnTo>
                      <a:pt x="28" y="17"/>
                    </a:lnTo>
                    <a:lnTo>
                      <a:pt x="28" y="17"/>
                    </a:lnTo>
                    <a:lnTo>
                      <a:pt x="26" y="17"/>
                    </a:lnTo>
                    <a:lnTo>
                      <a:pt x="26" y="19"/>
                    </a:lnTo>
                    <a:lnTo>
                      <a:pt x="26" y="19"/>
                    </a:lnTo>
                    <a:lnTo>
                      <a:pt x="26" y="19"/>
                    </a:lnTo>
                    <a:lnTo>
                      <a:pt x="26" y="19"/>
                    </a:lnTo>
                    <a:lnTo>
                      <a:pt x="23" y="19"/>
                    </a:lnTo>
                    <a:lnTo>
                      <a:pt x="23" y="19"/>
                    </a:lnTo>
                    <a:lnTo>
                      <a:pt x="23" y="19"/>
                    </a:lnTo>
                    <a:lnTo>
                      <a:pt x="23" y="22"/>
                    </a:lnTo>
                    <a:lnTo>
                      <a:pt x="21" y="22"/>
                    </a:lnTo>
                    <a:lnTo>
                      <a:pt x="21" y="22"/>
                    </a:lnTo>
                    <a:lnTo>
                      <a:pt x="21" y="22"/>
                    </a:lnTo>
                    <a:lnTo>
                      <a:pt x="19" y="22"/>
                    </a:lnTo>
                    <a:lnTo>
                      <a:pt x="19" y="22"/>
                    </a:lnTo>
                    <a:lnTo>
                      <a:pt x="19" y="22"/>
                    </a:lnTo>
                    <a:lnTo>
                      <a:pt x="19" y="22"/>
                    </a:lnTo>
                    <a:lnTo>
                      <a:pt x="16" y="22"/>
                    </a:lnTo>
                    <a:lnTo>
                      <a:pt x="16" y="24"/>
                    </a:lnTo>
                    <a:lnTo>
                      <a:pt x="16" y="24"/>
                    </a:lnTo>
                    <a:lnTo>
                      <a:pt x="16" y="22"/>
                    </a:lnTo>
                    <a:lnTo>
                      <a:pt x="14" y="22"/>
                    </a:lnTo>
                    <a:lnTo>
                      <a:pt x="14" y="22"/>
                    </a:lnTo>
                    <a:lnTo>
                      <a:pt x="14" y="24"/>
                    </a:lnTo>
                    <a:lnTo>
                      <a:pt x="14" y="24"/>
                    </a:lnTo>
                    <a:lnTo>
                      <a:pt x="12" y="24"/>
                    </a:lnTo>
                    <a:lnTo>
                      <a:pt x="12" y="24"/>
                    </a:lnTo>
                    <a:lnTo>
                      <a:pt x="12" y="24"/>
                    </a:lnTo>
                    <a:lnTo>
                      <a:pt x="12" y="24"/>
                    </a:lnTo>
                    <a:lnTo>
                      <a:pt x="9" y="24"/>
                    </a:lnTo>
                    <a:lnTo>
                      <a:pt x="9" y="27"/>
                    </a:lnTo>
                    <a:lnTo>
                      <a:pt x="9" y="27"/>
                    </a:lnTo>
                    <a:lnTo>
                      <a:pt x="9" y="27"/>
                    </a:lnTo>
                    <a:lnTo>
                      <a:pt x="7" y="27"/>
                    </a:lnTo>
                    <a:lnTo>
                      <a:pt x="7" y="29"/>
                    </a:lnTo>
                    <a:lnTo>
                      <a:pt x="7" y="29"/>
                    </a:lnTo>
                    <a:lnTo>
                      <a:pt x="7" y="29"/>
                    </a:lnTo>
                    <a:lnTo>
                      <a:pt x="7" y="29"/>
                    </a:lnTo>
                    <a:lnTo>
                      <a:pt x="4" y="29"/>
                    </a:lnTo>
                    <a:lnTo>
                      <a:pt x="4" y="29"/>
                    </a:lnTo>
                    <a:lnTo>
                      <a:pt x="4" y="29"/>
                    </a:lnTo>
                    <a:lnTo>
                      <a:pt x="4" y="29"/>
                    </a:lnTo>
                    <a:lnTo>
                      <a:pt x="4" y="27"/>
                    </a:lnTo>
                    <a:lnTo>
                      <a:pt x="2" y="27"/>
                    </a:lnTo>
                    <a:lnTo>
                      <a:pt x="2" y="27"/>
                    </a:lnTo>
                    <a:lnTo>
                      <a:pt x="2" y="27"/>
                    </a:lnTo>
                    <a:lnTo>
                      <a:pt x="2" y="24"/>
                    </a:lnTo>
                    <a:lnTo>
                      <a:pt x="2" y="24"/>
                    </a:lnTo>
                    <a:lnTo>
                      <a:pt x="2" y="22"/>
                    </a:lnTo>
                    <a:lnTo>
                      <a:pt x="2" y="22"/>
                    </a:lnTo>
                    <a:lnTo>
                      <a:pt x="2" y="22"/>
                    </a:lnTo>
                    <a:lnTo>
                      <a:pt x="4" y="22"/>
                    </a:lnTo>
                    <a:lnTo>
                      <a:pt x="4" y="22"/>
                    </a:lnTo>
                    <a:lnTo>
                      <a:pt x="4" y="22"/>
                    </a:lnTo>
                    <a:lnTo>
                      <a:pt x="4" y="22"/>
                    </a:lnTo>
                    <a:lnTo>
                      <a:pt x="4" y="22"/>
                    </a:lnTo>
                    <a:lnTo>
                      <a:pt x="4" y="19"/>
                    </a:lnTo>
                    <a:lnTo>
                      <a:pt x="4" y="19"/>
                    </a:lnTo>
                    <a:lnTo>
                      <a:pt x="4" y="19"/>
                    </a:lnTo>
                    <a:lnTo>
                      <a:pt x="4" y="17"/>
                    </a:lnTo>
                    <a:lnTo>
                      <a:pt x="4" y="17"/>
                    </a:lnTo>
                    <a:lnTo>
                      <a:pt x="4" y="17"/>
                    </a:lnTo>
                    <a:lnTo>
                      <a:pt x="4" y="19"/>
                    </a:lnTo>
                    <a:lnTo>
                      <a:pt x="2" y="19"/>
                    </a:lnTo>
                    <a:lnTo>
                      <a:pt x="2" y="19"/>
                    </a:lnTo>
                    <a:lnTo>
                      <a:pt x="2" y="19"/>
                    </a:lnTo>
                    <a:lnTo>
                      <a:pt x="0" y="19"/>
                    </a:lnTo>
                    <a:lnTo>
                      <a:pt x="0" y="19"/>
                    </a:lnTo>
                    <a:lnTo>
                      <a:pt x="0" y="19"/>
                    </a:lnTo>
                    <a:lnTo>
                      <a:pt x="0" y="17"/>
                    </a:lnTo>
                    <a:lnTo>
                      <a:pt x="0" y="17"/>
                    </a:lnTo>
                    <a:lnTo>
                      <a:pt x="0" y="17"/>
                    </a:lnTo>
                    <a:lnTo>
                      <a:pt x="0" y="15"/>
                    </a:lnTo>
                    <a:lnTo>
                      <a:pt x="0" y="15"/>
                    </a:lnTo>
                    <a:lnTo>
                      <a:pt x="2" y="15"/>
                    </a:lnTo>
                    <a:lnTo>
                      <a:pt x="2" y="12"/>
                    </a:lnTo>
                    <a:lnTo>
                      <a:pt x="2" y="12"/>
                    </a:lnTo>
                    <a:lnTo>
                      <a:pt x="2" y="12"/>
                    </a:lnTo>
                    <a:lnTo>
                      <a:pt x="4" y="12"/>
                    </a:lnTo>
                    <a:lnTo>
                      <a:pt x="4" y="10"/>
                    </a:lnTo>
                    <a:lnTo>
                      <a:pt x="4" y="10"/>
                    </a:lnTo>
                    <a:lnTo>
                      <a:pt x="4" y="10"/>
                    </a:lnTo>
                    <a:lnTo>
                      <a:pt x="4" y="8"/>
                    </a:lnTo>
                    <a:lnTo>
                      <a:pt x="4" y="8"/>
                    </a:lnTo>
                    <a:lnTo>
                      <a:pt x="4" y="8"/>
                    </a:lnTo>
                    <a:lnTo>
                      <a:pt x="4" y="8"/>
                    </a:lnTo>
                    <a:lnTo>
                      <a:pt x="7" y="8"/>
                    </a:lnTo>
                    <a:lnTo>
                      <a:pt x="7" y="8"/>
                    </a:lnTo>
                    <a:lnTo>
                      <a:pt x="7" y="8"/>
                    </a:lnTo>
                    <a:lnTo>
                      <a:pt x="9" y="8"/>
                    </a:lnTo>
                    <a:lnTo>
                      <a:pt x="9" y="5"/>
                    </a:lnTo>
                    <a:lnTo>
                      <a:pt x="9" y="5"/>
                    </a:lnTo>
                    <a:lnTo>
                      <a:pt x="12" y="5"/>
                    </a:lnTo>
                    <a:lnTo>
                      <a:pt x="12" y="5"/>
                    </a:lnTo>
                    <a:lnTo>
                      <a:pt x="12" y="5"/>
                    </a:lnTo>
                    <a:lnTo>
                      <a:pt x="14" y="5"/>
                    </a:lnTo>
                    <a:lnTo>
                      <a:pt x="14" y="5"/>
                    </a:lnTo>
                    <a:lnTo>
                      <a:pt x="14" y="5"/>
                    </a:lnTo>
                    <a:lnTo>
                      <a:pt x="14" y="5"/>
                    </a:lnTo>
                    <a:lnTo>
                      <a:pt x="16" y="5"/>
                    </a:lnTo>
                    <a:lnTo>
                      <a:pt x="16" y="5"/>
                    </a:lnTo>
                    <a:lnTo>
                      <a:pt x="19" y="5"/>
                    </a:lnTo>
                    <a:lnTo>
                      <a:pt x="19" y="5"/>
                    </a:lnTo>
                    <a:lnTo>
                      <a:pt x="19" y="3"/>
                    </a:lnTo>
                    <a:lnTo>
                      <a:pt x="19" y="3"/>
                    </a:lnTo>
                    <a:lnTo>
                      <a:pt x="21" y="3"/>
                    </a:lnTo>
                    <a:lnTo>
                      <a:pt x="21" y="3"/>
                    </a:lnTo>
                    <a:lnTo>
                      <a:pt x="21" y="3"/>
                    </a:lnTo>
                    <a:lnTo>
                      <a:pt x="23" y="3"/>
                    </a:lnTo>
                    <a:lnTo>
                      <a:pt x="23" y="5"/>
                    </a:lnTo>
                    <a:lnTo>
                      <a:pt x="23" y="5"/>
                    </a:lnTo>
                    <a:lnTo>
                      <a:pt x="26" y="5"/>
                    </a:lnTo>
                    <a:lnTo>
                      <a:pt x="26" y="5"/>
                    </a:lnTo>
                    <a:lnTo>
                      <a:pt x="26" y="5"/>
                    </a:lnTo>
                    <a:lnTo>
                      <a:pt x="28" y="5"/>
                    </a:lnTo>
                    <a:lnTo>
                      <a:pt x="28" y="3"/>
                    </a:lnTo>
                    <a:lnTo>
                      <a:pt x="28" y="3"/>
                    </a:lnTo>
                    <a:lnTo>
                      <a:pt x="28" y="3"/>
                    </a:lnTo>
                    <a:lnTo>
                      <a:pt x="28" y="3"/>
                    </a:lnTo>
                    <a:lnTo>
                      <a:pt x="30" y="3"/>
                    </a:lnTo>
                    <a:lnTo>
                      <a:pt x="30" y="3"/>
                    </a:lnTo>
                    <a:lnTo>
                      <a:pt x="33" y="3"/>
                    </a:lnTo>
                    <a:lnTo>
                      <a:pt x="33" y="3"/>
                    </a:lnTo>
                    <a:lnTo>
                      <a:pt x="33" y="3"/>
                    </a:lnTo>
                    <a:lnTo>
                      <a:pt x="35" y="3"/>
                    </a:lnTo>
                    <a:lnTo>
                      <a:pt x="35" y="3"/>
                    </a:lnTo>
                    <a:lnTo>
                      <a:pt x="35" y="3"/>
                    </a:lnTo>
                    <a:lnTo>
                      <a:pt x="35" y="3"/>
                    </a:lnTo>
                    <a:lnTo>
                      <a:pt x="38" y="3"/>
                    </a:lnTo>
                    <a:lnTo>
                      <a:pt x="38" y="3"/>
                    </a:lnTo>
                    <a:lnTo>
                      <a:pt x="38" y="3"/>
                    </a:lnTo>
                    <a:lnTo>
                      <a:pt x="38" y="0"/>
                    </a:lnTo>
                    <a:lnTo>
                      <a:pt x="40" y="0"/>
                    </a:lnTo>
                    <a:lnTo>
                      <a:pt x="40" y="0"/>
                    </a:lnTo>
                    <a:lnTo>
                      <a:pt x="40" y="0"/>
                    </a:lnTo>
                    <a:lnTo>
                      <a:pt x="42" y="0"/>
                    </a:lnTo>
                    <a:lnTo>
                      <a:pt x="42" y="0"/>
                    </a:lnTo>
                    <a:lnTo>
                      <a:pt x="42" y="0"/>
                    </a:lnTo>
                    <a:lnTo>
                      <a:pt x="42" y="0"/>
                    </a:lnTo>
                    <a:lnTo>
                      <a:pt x="45" y="0"/>
                    </a:lnTo>
                    <a:lnTo>
                      <a:pt x="45" y="0"/>
                    </a:lnTo>
                    <a:lnTo>
                      <a:pt x="4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6" name="Freeform 24"/>
              <p:cNvSpPr>
                <a:spLocks/>
              </p:cNvSpPr>
              <p:nvPr/>
            </p:nvSpPr>
            <p:spPr bwMode="auto">
              <a:xfrm>
                <a:off x="3513" y="2966"/>
                <a:ext cx="52" cy="29"/>
              </a:xfrm>
              <a:custGeom>
                <a:avLst/>
                <a:gdLst/>
                <a:ahLst/>
                <a:cxnLst>
                  <a:cxn ang="0">
                    <a:pos x="47" y="0"/>
                  </a:cxn>
                  <a:cxn ang="0">
                    <a:pos x="49" y="0"/>
                  </a:cxn>
                  <a:cxn ang="0">
                    <a:pos x="52" y="3"/>
                  </a:cxn>
                  <a:cxn ang="0">
                    <a:pos x="52" y="5"/>
                  </a:cxn>
                  <a:cxn ang="0">
                    <a:pos x="49" y="8"/>
                  </a:cxn>
                  <a:cxn ang="0">
                    <a:pos x="47" y="8"/>
                  </a:cxn>
                  <a:cxn ang="0">
                    <a:pos x="45" y="10"/>
                  </a:cxn>
                  <a:cxn ang="0">
                    <a:pos x="42" y="10"/>
                  </a:cxn>
                  <a:cxn ang="0">
                    <a:pos x="40" y="12"/>
                  </a:cxn>
                  <a:cxn ang="0">
                    <a:pos x="38" y="12"/>
                  </a:cxn>
                  <a:cxn ang="0">
                    <a:pos x="35" y="15"/>
                  </a:cxn>
                  <a:cxn ang="0">
                    <a:pos x="33" y="17"/>
                  </a:cxn>
                  <a:cxn ang="0">
                    <a:pos x="28" y="17"/>
                  </a:cxn>
                  <a:cxn ang="0">
                    <a:pos x="26" y="19"/>
                  </a:cxn>
                  <a:cxn ang="0">
                    <a:pos x="23" y="19"/>
                  </a:cxn>
                  <a:cxn ang="0">
                    <a:pos x="21" y="22"/>
                  </a:cxn>
                  <a:cxn ang="0">
                    <a:pos x="19" y="22"/>
                  </a:cxn>
                  <a:cxn ang="0">
                    <a:pos x="16" y="24"/>
                  </a:cxn>
                  <a:cxn ang="0">
                    <a:pos x="14" y="22"/>
                  </a:cxn>
                  <a:cxn ang="0">
                    <a:pos x="12" y="24"/>
                  </a:cxn>
                  <a:cxn ang="0">
                    <a:pos x="9" y="27"/>
                  </a:cxn>
                  <a:cxn ang="0">
                    <a:pos x="7" y="29"/>
                  </a:cxn>
                  <a:cxn ang="0">
                    <a:pos x="4" y="29"/>
                  </a:cxn>
                  <a:cxn ang="0">
                    <a:pos x="4" y="27"/>
                  </a:cxn>
                  <a:cxn ang="0">
                    <a:pos x="2" y="24"/>
                  </a:cxn>
                  <a:cxn ang="0">
                    <a:pos x="2" y="22"/>
                  </a:cxn>
                  <a:cxn ang="0">
                    <a:pos x="4" y="22"/>
                  </a:cxn>
                  <a:cxn ang="0">
                    <a:pos x="4" y="19"/>
                  </a:cxn>
                  <a:cxn ang="0">
                    <a:pos x="4" y="19"/>
                  </a:cxn>
                  <a:cxn ang="0">
                    <a:pos x="0" y="19"/>
                  </a:cxn>
                  <a:cxn ang="0">
                    <a:pos x="0" y="17"/>
                  </a:cxn>
                  <a:cxn ang="0">
                    <a:pos x="2" y="15"/>
                  </a:cxn>
                  <a:cxn ang="0">
                    <a:pos x="4" y="12"/>
                  </a:cxn>
                  <a:cxn ang="0">
                    <a:pos x="4" y="8"/>
                  </a:cxn>
                  <a:cxn ang="0">
                    <a:pos x="7" y="8"/>
                  </a:cxn>
                  <a:cxn ang="0">
                    <a:pos x="9" y="5"/>
                  </a:cxn>
                  <a:cxn ang="0">
                    <a:pos x="12" y="5"/>
                  </a:cxn>
                  <a:cxn ang="0">
                    <a:pos x="14" y="5"/>
                  </a:cxn>
                  <a:cxn ang="0">
                    <a:pos x="19" y="5"/>
                  </a:cxn>
                  <a:cxn ang="0">
                    <a:pos x="21" y="3"/>
                  </a:cxn>
                  <a:cxn ang="0">
                    <a:pos x="23" y="5"/>
                  </a:cxn>
                  <a:cxn ang="0">
                    <a:pos x="28" y="5"/>
                  </a:cxn>
                  <a:cxn ang="0">
                    <a:pos x="28" y="3"/>
                  </a:cxn>
                  <a:cxn ang="0">
                    <a:pos x="33" y="3"/>
                  </a:cxn>
                  <a:cxn ang="0">
                    <a:pos x="35" y="3"/>
                  </a:cxn>
                  <a:cxn ang="0">
                    <a:pos x="38" y="3"/>
                  </a:cxn>
                  <a:cxn ang="0">
                    <a:pos x="40" y="0"/>
                  </a:cxn>
                  <a:cxn ang="0">
                    <a:pos x="42" y="0"/>
                  </a:cxn>
                </a:cxnLst>
                <a:rect l="0" t="0" r="r" b="b"/>
                <a:pathLst>
                  <a:path w="52" h="29">
                    <a:moveTo>
                      <a:pt x="45" y="0"/>
                    </a:moveTo>
                    <a:lnTo>
                      <a:pt x="45" y="0"/>
                    </a:lnTo>
                    <a:lnTo>
                      <a:pt x="47" y="0"/>
                    </a:lnTo>
                    <a:lnTo>
                      <a:pt x="47" y="0"/>
                    </a:lnTo>
                    <a:lnTo>
                      <a:pt x="47" y="0"/>
                    </a:lnTo>
                    <a:lnTo>
                      <a:pt x="49" y="0"/>
                    </a:lnTo>
                    <a:lnTo>
                      <a:pt x="49" y="0"/>
                    </a:lnTo>
                    <a:lnTo>
                      <a:pt x="49" y="0"/>
                    </a:lnTo>
                    <a:lnTo>
                      <a:pt x="52" y="0"/>
                    </a:lnTo>
                    <a:lnTo>
                      <a:pt x="52" y="0"/>
                    </a:lnTo>
                    <a:lnTo>
                      <a:pt x="52" y="3"/>
                    </a:lnTo>
                    <a:lnTo>
                      <a:pt x="52" y="3"/>
                    </a:lnTo>
                    <a:lnTo>
                      <a:pt x="52" y="3"/>
                    </a:lnTo>
                    <a:lnTo>
                      <a:pt x="52" y="3"/>
                    </a:lnTo>
                    <a:lnTo>
                      <a:pt x="52" y="3"/>
                    </a:lnTo>
                    <a:lnTo>
                      <a:pt x="52" y="5"/>
                    </a:lnTo>
                    <a:lnTo>
                      <a:pt x="49" y="5"/>
                    </a:lnTo>
                    <a:lnTo>
                      <a:pt x="49" y="5"/>
                    </a:lnTo>
                    <a:lnTo>
                      <a:pt x="49" y="5"/>
                    </a:lnTo>
                    <a:lnTo>
                      <a:pt x="49" y="8"/>
                    </a:lnTo>
                    <a:lnTo>
                      <a:pt x="47" y="8"/>
                    </a:lnTo>
                    <a:lnTo>
                      <a:pt x="47" y="8"/>
                    </a:lnTo>
                    <a:lnTo>
                      <a:pt x="47" y="8"/>
                    </a:lnTo>
                    <a:lnTo>
                      <a:pt x="47" y="8"/>
                    </a:lnTo>
                    <a:lnTo>
                      <a:pt x="47" y="10"/>
                    </a:lnTo>
                    <a:lnTo>
                      <a:pt x="47" y="10"/>
                    </a:lnTo>
                    <a:lnTo>
                      <a:pt x="45" y="10"/>
                    </a:lnTo>
                    <a:lnTo>
                      <a:pt x="45" y="10"/>
                    </a:lnTo>
                    <a:lnTo>
                      <a:pt x="45" y="10"/>
                    </a:lnTo>
                    <a:lnTo>
                      <a:pt x="45" y="10"/>
                    </a:lnTo>
                    <a:lnTo>
                      <a:pt x="42" y="10"/>
                    </a:lnTo>
                    <a:lnTo>
                      <a:pt x="42" y="10"/>
                    </a:lnTo>
                    <a:lnTo>
                      <a:pt x="42" y="12"/>
                    </a:lnTo>
                    <a:lnTo>
                      <a:pt x="40" y="12"/>
                    </a:lnTo>
                    <a:lnTo>
                      <a:pt x="40" y="12"/>
                    </a:lnTo>
                    <a:lnTo>
                      <a:pt x="40" y="12"/>
                    </a:lnTo>
                    <a:lnTo>
                      <a:pt x="38" y="12"/>
                    </a:lnTo>
                    <a:lnTo>
                      <a:pt x="38" y="12"/>
                    </a:lnTo>
                    <a:lnTo>
                      <a:pt x="38" y="12"/>
                    </a:lnTo>
                    <a:lnTo>
                      <a:pt x="38" y="12"/>
                    </a:lnTo>
                    <a:lnTo>
                      <a:pt x="35" y="12"/>
                    </a:lnTo>
                    <a:lnTo>
                      <a:pt x="35" y="15"/>
                    </a:lnTo>
                    <a:lnTo>
                      <a:pt x="35" y="15"/>
                    </a:lnTo>
                    <a:lnTo>
                      <a:pt x="35" y="15"/>
                    </a:lnTo>
                    <a:lnTo>
                      <a:pt x="35" y="17"/>
                    </a:lnTo>
                    <a:lnTo>
                      <a:pt x="33" y="17"/>
                    </a:lnTo>
                    <a:lnTo>
                      <a:pt x="33" y="17"/>
                    </a:lnTo>
                    <a:lnTo>
                      <a:pt x="33" y="17"/>
                    </a:lnTo>
                    <a:lnTo>
                      <a:pt x="30" y="17"/>
                    </a:lnTo>
                    <a:lnTo>
                      <a:pt x="30" y="17"/>
                    </a:lnTo>
                    <a:lnTo>
                      <a:pt x="30" y="17"/>
                    </a:lnTo>
                    <a:lnTo>
                      <a:pt x="28" y="17"/>
                    </a:lnTo>
                    <a:lnTo>
                      <a:pt x="28" y="17"/>
                    </a:lnTo>
                    <a:lnTo>
                      <a:pt x="28" y="17"/>
                    </a:lnTo>
                    <a:lnTo>
                      <a:pt x="26" y="17"/>
                    </a:lnTo>
                    <a:lnTo>
                      <a:pt x="26" y="19"/>
                    </a:lnTo>
                    <a:lnTo>
                      <a:pt x="26" y="19"/>
                    </a:lnTo>
                    <a:lnTo>
                      <a:pt x="26" y="19"/>
                    </a:lnTo>
                    <a:lnTo>
                      <a:pt x="26" y="19"/>
                    </a:lnTo>
                    <a:lnTo>
                      <a:pt x="23" y="19"/>
                    </a:lnTo>
                    <a:lnTo>
                      <a:pt x="23" y="19"/>
                    </a:lnTo>
                    <a:lnTo>
                      <a:pt x="23" y="19"/>
                    </a:lnTo>
                    <a:lnTo>
                      <a:pt x="23" y="22"/>
                    </a:lnTo>
                    <a:lnTo>
                      <a:pt x="21" y="22"/>
                    </a:lnTo>
                    <a:lnTo>
                      <a:pt x="21" y="22"/>
                    </a:lnTo>
                    <a:lnTo>
                      <a:pt x="21" y="22"/>
                    </a:lnTo>
                    <a:lnTo>
                      <a:pt x="19" y="22"/>
                    </a:lnTo>
                    <a:lnTo>
                      <a:pt x="19" y="22"/>
                    </a:lnTo>
                    <a:lnTo>
                      <a:pt x="19" y="22"/>
                    </a:lnTo>
                    <a:lnTo>
                      <a:pt x="19" y="22"/>
                    </a:lnTo>
                    <a:lnTo>
                      <a:pt x="16" y="22"/>
                    </a:lnTo>
                    <a:lnTo>
                      <a:pt x="16" y="24"/>
                    </a:lnTo>
                    <a:lnTo>
                      <a:pt x="16" y="24"/>
                    </a:lnTo>
                    <a:lnTo>
                      <a:pt x="16" y="22"/>
                    </a:lnTo>
                    <a:lnTo>
                      <a:pt x="14" y="22"/>
                    </a:lnTo>
                    <a:lnTo>
                      <a:pt x="14" y="22"/>
                    </a:lnTo>
                    <a:lnTo>
                      <a:pt x="14" y="24"/>
                    </a:lnTo>
                    <a:lnTo>
                      <a:pt x="14" y="24"/>
                    </a:lnTo>
                    <a:lnTo>
                      <a:pt x="12" y="24"/>
                    </a:lnTo>
                    <a:lnTo>
                      <a:pt x="12" y="24"/>
                    </a:lnTo>
                    <a:lnTo>
                      <a:pt x="12" y="24"/>
                    </a:lnTo>
                    <a:lnTo>
                      <a:pt x="12" y="24"/>
                    </a:lnTo>
                    <a:lnTo>
                      <a:pt x="9" y="24"/>
                    </a:lnTo>
                    <a:lnTo>
                      <a:pt x="9" y="27"/>
                    </a:lnTo>
                    <a:lnTo>
                      <a:pt x="9" y="27"/>
                    </a:lnTo>
                    <a:lnTo>
                      <a:pt x="9" y="27"/>
                    </a:lnTo>
                    <a:lnTo>
                      <a:pt x="7" y="27"/>
                    </a:lnTo>
                    <a:lnTo>
                      <a:pt x="7" y="29"/>
                    </a:lnTo>
                    <a:lnTo>
                      <a:pt x="7" y="29"/>
                    </a:lnTo>
                    <a:lnTo>
                      <a:pt x="7" y="29"/>
                    </a:lnTo>
                    <a:lnTo>
                      <a:pt x="7" y="29"/>
                    </a:lnTo>
                    <a:lnTo>
                      <a:pt x="4" y="29"/>
                    </a:lnTo>
                    <a:lnTo>
                      <a:pt x="4" y="29"/>
                    </a:lnTo>
                    <a:lnTo>
                      <a:pt x="4" y="29"/>
                    </a:lnTo>
                    <a:lnTo>
                      <a:pt x="4" y="29"/>
                    </a:lnTo>
                    <a:lnTo>
                      <a:pt x="4" y="27"/>
                    </a:lnTo>
                    <a:lnTo>
                      <a:pt x="2" y="27"/>
                    </a:lnTo>
                    <a:lnTo>
                      <a:pt x="2" y="27"/>
                    </a:lnTo>
                    <a:lnTo>
                      <a:pt x="2" y="27"/>
                    </a:lnTo>
                    <a:lnTo>
                      <a:pt x="2" y="24"/>
                    </a:lnTo>
                    <a:lnTo>
                      <a:pt x="2" y="24"/>
                    </a:lnTo>
                    <a:lnTo>
                      <a:pt x="2" y="22"/>
                    </a:lnTo>
                    <a:lnTo>
                      <a:pt x="2" y="22"/>
                    </a:lnTo>
                    <a:lnTo>
                      <a:pt x="2" y="22"/>
                    </a:lnTo>
                    <a:lnTo>
                      <a:pt x="4" y="22"/>
                    </a:lnTo>
                    <a:lnTo>
                      <a:pt x="4" y="22"/>
                    </a:lnTo>
                    <a:lnTo>
                      <a:pt x="4" y="22"/>
                    </a:lnTo>
                    <a:lnTo>
                      <a:pt x="4" y="22"/>
                    </a:lnTo>
                    <a:lnTo>
                      <a:pt x="4" y="22"/>
                    </a:lnTo>
                    <a:lnTo>
                      <a:pt x="4" y="19"/>
                    </a:lnTo>
                    <a:lnTo>
                      <a:pt x="4" y="19"/>
                    </a:lnTo>
                    <a:lnTo>
                      <a:pt x="4" y="19"/>
                    </a:lnTo>
                    <a:lnTo>
                      <a:pt x="4" y="17"/>
                    </a:lnTo>
                    <a:lnTo>
                      <a:pt x="4" y="17"/>
                    </a:lnTo>
                    <a:lnTo>
                      <a:pt x="4" y="17"/>
                    </a:lnTo>
                    <a:lnTo>
                      <a:pt x="4" y="19"/>
                    </a:lnTo>
                    <a:lnTo>
                      <a:pt x="2" y="19"/>
                    </a:lnTo>
                    <a:lnTo>
                      <a:pt x="2" y="19"/>
                    </a:lnTo>
                    <a:lnTo>
                      <a:pt x="2" y="19"/>
                    </a:lnTo>
                    <a:lnTo>
                      <a:pt x="0" y="19"/>
                    </a:lnTo>
                    <a:lnTo>
                      <a:pt x="0" y="19"/>
                    </a:lnTo>
                    <a:lnTo>
                      <a:pt x="0" y="19"/>
                    </a:lnTo>
                    <a:lnTo>
                      <a:pt x="0" y="17"/>
                    </a:lnTo>
                    <a:lnTo>
                      <a:pt x="0" y="17"/>
                    </a:lnTo>
                    <a:lnTo>
                      <a:pt x="0" y="17"/>
                    </a:lnTo>
                    <a:lnTo>
                      <a:pt x="0" y="15"/>
                    </a:lnTo>
                    <a:lnTo>
                      <a:pt x="0" y="15"/>
                    </a:lnTo>
                    <a:lnTo>
                      <a:pt x="2" y="15"/>
                    </a:lnTo>
                    <a:lnTo>
                      <a:pt x="2" y="12"/>
                    </a:lnTo>
                    <a:lnTo>
                      <a:pt x="2" y="12"/>
                    </a:lnTo>
                    <a:lnTo>
                      <a:pt x="2" y="12"/>
                    </a:lnTo>
                    <a:lnTo>
                      <a:pt x="4" y="12"/>
                    </a:lnTo>
                    <a:lnTo>
                      <a:pt x="4" y="10"/>
                    </a:lnTo>
                    <a:lnTo>
                      <a:pt x="4" y="10"/>
                    </a:lnTo>
                    <a:lnTo>
                      <a:pt x="4" y="10"/>
                    </a:lnTo>
                    <a:lnTo>
                      <a:pt x="4" y="8"/>
                    </a:lnTo>
                    <a:lnTo>
                      <a:pt x="4" y="8"/>
                    </a:lnTo>
                    <a:lnTo>
                      <a:pt x="4" y="8"/>
                    </a:lnTo>
                    <a:lnTo>
                      <a:pt x="4" y="8"/>
                    </a:lnTo>
                    <a:lnTo>
                      <a:pt x="7" y="8"/>
                    </a:lnTo>
                    <a:lnTo>
                      <a:pt x="7" y="8"/>
                    </a:lnTo>
                    <a:lnTo>
                      <a:pt x="7" y="8"/>
                    </a:lnTo>
                    <a:lnTo>
                      <a:pt x="9" y="8"/>
                    </a:lnTo>
                    <a:lnTo>
                      <a:pt x="9" y="5"/>
                    </a:lnTo>
                    <a:lnTo>
                      <a:pt x="9" y="5"/>
                    </a:lnTo>
                    <a:lnTo>
                      <a:pt x="12" y="5"/>
                    </a:lnTo>
                    <a:lnTo>
                      <a:pt x="12" y="5"/>
                    </a:lnTo>
                    <a:lnTo>
                      <a:pt x="12" y="5"/>
                    </a:lnTo>
                    <a:lnTo>
                      <a:pt x="14" y="5"/>
                    </a:lnTo>
                    <a:lnTo>
                      <a:pt x="14" y="5"/>
                    </a:lnTo>
                    <a:lnTo>
                      <a:pt x="14" y="5"/>
                    </a:lnTo>
                    <a:lnTo>
                      <a:pt x="14" y="5"/>
                    </a:lnTo>
                    <a:lnTo>
                      <a:pt x="16" y="5"/>
                    </a:lnTo>
                    <a:lnTo>
                      <a:pt x="16" y="5"/>
                    </a:lnTo>
                    <a:lnTo>
                      <a:pt x="19" y="5"/>
                    </a:lnTo>
                    <a:lnTo>
                      <a:pt x="19" y="5"/>
                    </a:lnTo>
                    <a:lnTo>
                      <a:pt x="19" y="3"/>
                    </a:lnTo>
                    <a:lnTo>
                      <a:pt x="19" y="3"/>
                    </a:lnTo>
                    <a:lnTo>
                      <a:pt x="21" y="3"/>
                    </a:lnTo>
                    <a:lnTo>
                      <a:pt x="21" y="3"/>
                    </a:lnTo>
                    <a:lnTo>
                      <a:pt x="21" y="3"/>
                    </a:lnTo>
                    <a:lnTo>
                      <a:pt x="23" y="3"/>
                    </a:lnTo>
                    <a:lnTo>
                      <a:pt x="23" y="5"/>
                    </a:lnTo>
                    <a:lnTo>
                      <a:pt x="23" y="5"/>
                    </a:lnTo>
                    <a:lnTo>
                      <a:pt x="26" y="5"/>
                    </a:lnTo>
                    <a:lnTo>
                      <a:pt x="26" y="5"/>
                    </a:lnTo>
                    <a:lnTo>
                      <a:pt x="26" y="5"/>
                    </a:lnTo>
                    <a:lnTo>
                      <a:pt x="28" y="5"/>
                    </a:lnTo>
                    <a:lnTo>
                      <a:pt x="28" y="3"/>
                    </a:lnTo>
                    <a:lnTo>
                      <a:pt x="28" y="3"/>
                    </a:lnTo>
                    <a:lnTo>
                      <a:pt x="28" y="3"/>
                    </a:lnTo>
                    <a:lnTo>
                      <a:pt x="28" y="3"/>
                    </a:lnTo>
                    <a:lnTo>
                      <a:pt x="30" y="3"/>
                    </a:lnTo>
                    <a:lnTo>
                      <a:pt x="30" y="3"/>
                    </a:lnTo>
                    <a:lnTo>
                      <a:pt x="33" y="3"/>
                    </a:lnTo>
                    <a:lnTo>
                      <a:pt x="33" y="3"/>
                    </a:lnTo>
                    <a:lnTo>
                      <a:pt x="33" y="3"/>
                    </a:lnTo>
                    <a:lnTo>
                      <a:pt x="35" y="3"/>
                    </a:lnTo>
                    <a:lnTo>
                      <a:pt x="35" y="3"/>
                    </a:lnTo>
                    <a:lnTo>
                      <a:pt x="35" y="3"/>
                    </a:lnTo>
                    <a:lnTo>
                      <a:pt x="35" y="3"/>
                    </a:lnTo>
                    <a:lnTo>
                      <a:pt x="38" y="3"/>
                    </a:lnTo>
                    <a:lnTo>
                      <a:pt x="38" y="3"/>
                    </a:lnTo>
                    <a:lnTo>
                      <a:pt x="38" y="3"/>
                    </a:lnTo>
                    <a:lnTo>
                      <a:pt x="38" y="0"/>
                    </a:lnTo>
                    <a:lnTo>
                      <a:pt x="40" y="0"/>
                    </a:lnTo>
                    <a:lnTo>
                      <a:pt x="40" y="0"/>
                    </a:lnTo>
                    <a:lnTo>
                      <a:pt x="40" y="0"/>
                    </a:lnTo>
                    <a:lnTo>
                      <a:pt x="42" y="0"/>
                    </a:lnTo>
                    <a:lnTo>
                      <a:pt x="42" y="0"/>
                    </a:lnTo>
                    <a:lnTo>
                      <a:pt x="42" y="0"/>
                    </a:lnTo>
                    <a:lnTo>
                      <a:pt x="42" y="0"/>
                    </a:lnTo>
                    <a:lnTo>
                      <a:pt x="45" y="0"/>
                    </a:lnTo>
                    <a:lnTo>
                      <a:pt x="45" y="0"/>
                    </a:lnTo>
                    <a:lnTo>
                      <a:pt x="4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7" name="Freeform 25"/>
              <p:cNvSpPr>
                <a:spLocks/>
              </p:cNvSpPr>
              <p:nvPr/>
            </p:nvSpPr>
            <p:spPr bwMode="auto">
              <a:xfrm>
                <a:off x="1967" y="1760"/>
                <a:ext cx="2" cy="12"/>
              </a:xfrm>
              <a:custGeom>
                <a:avLst/>
                <a:gdLst/>
                <a:ahLst/>
                <a:cxnLst>
                  <a:cxn ang="0">
                    <a:pos x="2" y="7"/>
                  </a:cxn>
                  <a:cxn ang="0">
                    <a:pos x="2" y="10"/>
                  </a:cxn>
                  <a:cxn ang="0">
                    <a:pos x="2" y="10"/>
                  </a:cxn>
                  <a:cxn ang="0">
                    <a:pos x="2" y="10"/>
                  </a:cxn>
                  <a:cxn ang="0">
                    <a:pos x="2" y="12"/>
                  </a:cxn>
                  <a:cxn ang="0">
                    <a:pos x="2" y="12"/>
                  </a:cxn>
                  <a:cxn ang="0">
                    <a:pos x="2" y="10"/>
                  </a:cxn>
                  <a:cxn ang="0">
                    <a:pos x="2" y="10"/>
                  </a:cxn>
                  <a:cxn ang="0">
                    <a:pos x="2" y="10"/>
                  </a:cxn>
                  <a:cxn ang="0">
                    <a:pos x="2" y="7"/>
                  </a:cxn>
                  <a:cxn ang="0">
                    <a:pos x="0" y="7"/>
                  </a:cxn>
                  <a:cxn ang="0">
                    <a:pos x="0" y="7"/>
                  </a:cxn>
                  <a:cxn ang="0">
                    <a:pos x="0" y="5"/>
                  </a:cxn>
                  <a:cxn ang="0">
                    <a:pos x="0" y="5"/>
                  </a:cxn>
                  <a:cxn ang="0">
                    <a:pos x="0" y="3"/>
                  </a:cxn>
                  <a:cxn ang="0">
                    <a:pos x="0" y="3"/>
                  </a:cxn>
                  <a:cxn ang="0">
                    <a:pos x="2" y="3"/>
                  </a:cxn>
                  <a:cxn ang="0">
                    <a:pos x="2" y="0"/>
                  </a:cxn>
                  <a:cxn ang="0">
                    <a:pos x="2" y="0"/>
                  </a:cxn>
                  <a:cxn ang="0">
                    <a:pos x="2" y="0"/>
                  </a:cxn>
                  <a:cxn ang="0">
                    <a:pos x="2" y="3"/>
                  </a:cxn>
                  <a:cxn ang="0">
                    <a:pos x="2" y="3"/>
                  </a:cxn>
                  <a:cxn ang="0">
                    <a:pos x="2" y="3"/>
                  </a:cxn>
                  <a:cxn ang="0">
                    <a:pos x="2" y="5"/>
                  </a:cxn>
                  <a:cxn ang="0">
                    <a:pos x="2" y="5"/>
                  </a:cxn>
                  <a:cxn ang="0">
                    <a:pos x="2" y="7"/>
                  </a:cxn>
                  <a:cxn ang="0">
                    <a:pos x="2" y="7"/>
                  </a:cxn>
                </a:cxnLst>
                <a:rect l="0" t="0" r="r" b="b"/>
                <a:pathLst>
                  <a:path w="2" h="12">
                    <a:moveTo>
                      <a:pt x="2" y="7"/>
                    </a:moveTo>
                    <a:lnTo>
                      <a:pt x="2" y="10"/>
                    </a:lnTo>
                    <a:lnTo>
                      <a:pt x="2" y="10"/>
                    </a:lnTo>
                    <a:lnTo>
                      <a:pt x="2" y="10"/>
                    </a:lnTo>
                    <a:lnTo>
                      <a:pt x="2" y="12"/>
                    </a:lnTo>
                    <a:lnTo>
                      <a:pt x="2" y="12"/>
                    </a:lnTo>
                    <a:lnTo>
                      <a:pt x="2" y="10"/>
                    </a:lnTo>
                    <a:lnTo>
                      <a:pt x="2" y="10"/>
                    </a:lnTo>
                    <a:lnTo>
                      <a:pt x="2" y="10"/>
                    </a:lnTo>
                    <a:lnTo>
                      <a:pt x="2" y="7"/>
                    </a:lnTo>
                    <a:lnTo>
                      <a:pt x="0" y="7"/>
                    </a:lnTo>
                    <a:lnTo>
                      <a:pt x="0" y="7"/>
                    </a:lnTo>
                    <a:lnTo>
                      <a:pt x="0" y="5"/>
                    </a:lnTo>
                    <a:lnTo>
                      <a:pt x="0" y="5"/>
                    </a:lnTo>
                    <a:lnTo>
                      <a:pt x="0" y="3"/>
                    </a:lnTo>
                    <a:lnTo>
                      <a:pt x="0" y="3"/>
                    </a:lnTo>
                    <a:lnTo>
                      <a:pt x="2" y="3"/>
                    </a:lnTo>
                    <a:lnTo>
                      <a:pt x="2" y="0"/>
                    </a:lnTo>
                    <a:lnTo>
                      <a:pt x="2" y="0"/>
                    </a:lnTo>
                    <a:lnTo>
                      <a:pt x="2" y="0"/>
                    </a:lnTo>
                    <a:lnTo>
                      <a:pt x="2" y="3"/>
                    </a:lnTo>
                    <a:lnTo>
                      <a:pt x="2" y="3"/>
                    </a:lnTo>
                    <a:lnTo>
                      <a:pt x="2" y="3"/>
                    </a:lnTo>
                    <a:lnTo>
                      <a:pt x="2" y="5"/>
                    </a:lnTo>
                    <a:lnTo>
                      <a:pt x="2" y="5"/>
                    </a:lnTo>
                    <a:lnTo>
                      <a:pt x="2" y="7"/>
                    </a:lnTo>
                    <a:lnTo>
                      <a:pt x="2" y="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8" name="Freeform 26"/>
              <p:cNvSpPr>
                <a:spLocks/>
              </p:cNvSpPr>
              <p:nvPr/>
            </p:nvSpPr>
            <p:spPr bwMode="auto">
              <a:xfrm>
                <a:off x="1967" y="1760"/>
                <a:ext cx="2" cy="12"/>
              </a:xfrm>
              <a:custGeom>
                <a:avLst/>
                <a:gdLst/>
                <a:ahLst/>
                <a:cxnLst>
                  <a:cxn ang="0">
                    <a:pos x="2" y="7"/>
                  </a:cxn>
                  <a:cxn ang="0">
                    <a:pos x="2" y="10"/>
                  </a:cxn>
                  <a:cxn ang="0">
                    <a:pos x="2" y="10"/>
                  </a:cxn>
                  <a:cxn ang="0">
                    <a:pos x="2" y="10"/>
                  </a:cxn>
                  <a:cxn ang="0">
                    <a:pos x="2" y="12"/>
                  </a:cxn>
                  <a:cxn ang="0">
                    <a:pos x="2" y="12"/>
                  </a:cxn>
                  <a:cxn ang="0">
                    <a:pos x="2" y="10"/>
                  </a:cxn>
                  <a:cxn ang="0">
                    <a:pos x="2" y="10"/>
                  </a:cxn>
                  <a:cxn ang="0">
                    <a:pos x="2" y="10"/>
                  </a:cxn>
                  <a:cxn ang="0">
                    <a:pos x="2" y="7"/>
                  </a:cxn>
                  <a:cxn ang="0">
                    <a:pos x="0" y="7"/>
                  </a:cxn>
                  <a:cxn ang="0">
                    <a:pos x="0" y="7"/>
                  </a:cxn>
                  <a:cxn ang="0">
                    <a:pos x="0" y="5"/>
                  </a:cxn>
                  <a:cxn ang="0">
                    <a:pos x="0" y="5"/>
                  </a:cxn>
                  <a:cxn ang="0">
                    <a:pos x="0" y="3"/>
                  </a:cxn>
                  <a:cxn ang="0">
                    <a:pos x="0" y="3"/>
                  </a:cxn>
                  <a:cxn ang="0">
                    <a:pos x="2" y="3"/>
                  </a:cxn>
                  <a:cxn ang="0">
                    <a:pos x="2" y="0"/>
                  </a:cxn>
                  <a:cxn ang="0">
                    <a:pos x="2" y="0"/>
                  </a:cxn>
                  <a:cxn ang="0">
                    <a:pos x="2" y="0"/>
                  </a:cxn>
                  <a:cxn ang="0">
                    <a:pos x="2" y="3"/>
                  </a:cxn>
                  <a:cxn ang="0">
                    <a:pos x="2" y="3"/>
                  </a:cxn>
                  <a:cxn ang="0">
                    <a:pos x="2" y="3"/>
                  </a:cxn>
                  <a:cxn ang="0">
                    <a:pos x="2" y="5"/>
                  </a:cxn>
                  <a:cxn ang="0">
                    <a:pos x="2" y="5"/>
                  </a:cxn>
                  <a:cxn ang="0">
                    <a:pos x="2" y="7"/>
                  </a:cxn>
                  <a:cxn ang="0">
                    <a:pos x="2" y="7"/>
                  </a:cxn>
                </a:cxnLst>
                <a:rect l="0" t="0" r="r" b="b"/>
                <a:pathLst>
                  <a:path w="2" h="12">
                    <a:moveTo>
                      <a:pt x="2" y="7"/>
                    </a:moveTo>
                    <a:lnTo>
                      <a:pt x="2" y="10"/>
                    </a:lnTo>
                    <a:lnTo>
                      <a:pt x="2" y="10"/>
                    </a:lnTo>
                    <a:lnTo>
                      <a:pt x="2" y="10"/>
                    </a:lnTo>
                    <a:lnTo>
                      <a:pt x="2" y="12"/>
                    </a:lnTo>
                    <a:lnTo>
                      <a:pt x="2" y="12"/>
                    </a:lnTo>
                    <a:lnTo>
                      <a:pt x="2" y="10"/>
                    </a:lnTo>
                    <a:lnTo>
                      <a:pt x="2" y="10"/>
                    </a:lnTo>
                    <a:lnTo>
                      <a:pt x="2" y="10"/>
                    </a:lnTo>
                    <a:lnTo>
                      <a:pt x="2" y="7"/>
                    </a:lnTo>
                    <a:lnTo>
                      <a:pt x="0" y="7"/>
                    </a:lnTo>
                    <a:lnTo>
                      <a:pt x="0" y="7"/>
                    </a:lnTo>
                    <a:lnTo>
                      <a:pt x="0" y="5"/>
                    </a:lnTo>
                    <a:lnTo>
                      <a:pt x="0" y="5"/>
                    </a:lnTo>
                    <a:lnTo>
                      <a:pt x="0" y="3"/>
                    </a:lnTo>
                    <a:lnTo>
                      <a:pt x="0" y="3"/>
                    </a:lnTo>
                    <a:lnTo>
                      <a:pt x="2" y="3"/>
                    </a:lnTo>
                    <a:lnTo>
                      <a:pt x="2" y="0"/>
                    </a:lnTo>
                    <a:lnTo>
                      <a:pt x="2" y="0"/>
                    </a:lnTo>
                    <a:lnTo>
                      <a:pt x="2" y="0"/>
                    </a:lnTo>
                    <a:lnTo>
                      <a:pt x="2" y="3"/>
                    </a:lnTo>
                    <a:lnTo>
                      <a:pt x="2" y="3"/>
                    </a:lnTo>
                    <a:lnTo>
                      <a:pt x="2" y="3"/>
                    </a:lnTo>
                    <a:lnTo>
                      <a:pt x="2" y="5"/>
                    </a:lnTo>
                    <a:lnTo>
                      <a:pt x="2" y="5"/>
                    </a:lnTo>
                    <a:lnTo>
                      <a:pt x="2" y="7"/>
                    </a:lnTo>
                    <a:lnTo>
                      <a:pt x="2" y="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9" name="Freeform 27"/>
              <p:cNvSpPr>
                <a:spLocks/>
              </p:cNvSpPr>
              <p:nvPr/>
            </p:nvSpPr>
            <p:spPr bwMode="auto">
              <a:xfrm>
                <a:off x="1955" y="1668"/>
                <a:ext cx="306" cy="194"/>
              </a:xfrm>
              <a:custGeom>
                <a:avLst/>
                <a:gdLst/>
                <a:ahLst/>
                <a:cxnLst>
                  <a:cxn ang="0">
                    <a:pos x="133" y="2"/>
                  </a:cxn>
                  <a:cxn ang="0">
                    <a:pos x="145" y="7"/>
                  </a:cxn>
                  <a:cxn ang="0">
                    <a:pos x="159" y="14"/>
                  </a:cxn>
                  <a:cxn ang="0">
                    <a:pos x="166" y="23"/>
                  </a:cxn>
                  <a:cxn ang="0">
                    <a:pos x="166" y="31"/>
                  </a:cxn>
                  <a:cxn ang="0">
                    <a:pos x="175" y="40"/>
                  </a:cxn>
                  <a:cxn ang="0">
                    <a:pos x="192" y="42"/>
                  </a:cxn>
                  <a:cxn ang="0">
                    <a:pos x="204" y="42"/>
                  </a:cxn>
                  <a:cxn ang="0">
                    <a:pos x="211" y="57"/>
                  </a:cxn>
                  <a:cxn ang="0">
                    <a:pos x="218" y="73"/>
                  </a:cxn>
                  <a:cxn ang="0">
                    <a:pos x="230" y="80"/>
                  </a:cxn>
                  <a:cxn ang="0">
                    <a:pos x="242" y="90"/>
                  </a:cxn>
                  <a:cxn ang="0">
                    <a:pos x="256" y="97"/>
                  </a:cxn>
                  <a:cxn ang="0">
                    <a:pos x="268" y="104"/>
                  </a:cxn>
                  <a:cxn ang="0">
                    <a:pos x="280" y="114"/>
                  </a:cxn>
                  <a:cxn ang="0">
                    <a:pos x="294" y="116"/>
                  </a:cxn>
                  <a:cxn ang="0">
                    <a:pos x="306" y="125"/>
                  </a:cxn>
                  <a:cxn ang="0">
                    <a:pos x="301" y="140"/>
                  </a:cxn>
                  <a:cxn ang="0">
                    <a:pos x="287" y="132"/>
                  </a:cxn>
                  <a:cxn ang="0">
                    <a:pos x="272" y="142"/>
                  </a:cxn>
                  <a:cxn ang="0">
                    <a:pos x="265" y="151"/>
                  </a:cxn>
                  <a:cxn ang="0">
                    <a:pos x="258" y="168"/>
                  </a:cxn>
                  <a:cxn ang="0">
                    <a:pos x="244" y="173"/>
                  </a:cxn>
                  <a:cxn ang="0">
                    <a:pos x="232" y="180"/>
                  </a:cxn>
                  <a:cxn ang="0">
                    <a:pos x="225" y="189"/>
                  </a:cxn>
                  <a:cxn ang="0">
                    <a:pos x="213" y="192"/>
                  </a:cxn>
                  <a:cxn ang="0">
                    <a:pos x="199" y="187"/>
                  </a:cxn>
                  <a:cxn ang="0">
                    <a:pos x="190" y="178"/>
                  </a:cxn>
                  <a:cxn ang="0">
                    <a:pos x="187" y="161"/>
                  </a:cxn>
                  <a:cxn ang="0">
                    <a:pos x="178" y="156"/>
                  </a:cxn>
                  <a:cxn ang="0">
                    <a:pos x="166" y="147"/>
                  </a:cxn>
                  <a:cxn ang="0">
                    <a:pos x="152" y="140"/>
                  </a:cxn>
                  <a:cxn ang="0">
                    <a:pos x="140" y="130"/>
                  </a:cxn>
                  <a:cxn ang="0">
                    <a:pos x="126" y="130"/>
                  </a:cxn>
                  <a:cxn ang="0">
                    <a:pos x="111" y="123"/>
                  </a:cxn>
                  <a:cxn ang="0">
                    <a:pos x="100" y="118"/>
                  </a:cxn>
                  <a:cxn ang="0">
                    <a:pos x="85" y="118"/>
                  </a:cxn>
                  <a:cxn ang="0">
                    <a:pos x="71" y="121"/>
                  </a:cxn>
                  <a:cxn ang="0">
                    <a:pos x="55" y="125"/>
                  </a:cxn>
                  <a:cxn ang="0">
                    <a:pos x="45" y="135"/>
                  </a:cxn>
                  <a:cxn ang="0">
                    <a:pos x="31" y="137"/>
                  </a:cxn>
                  <a:cxn ang="0">
                    <a:pos x="31" y="118"/>
                  </a:cxn>
                  <a:cxn ang="0">
                    <a:pos x="33" y="99"/>
                  </a:cxn>
                  <a:cxn ang="0">
                    <a:pos x="22" y="90"/>
                  </a:cxn>
                  <a:cxn ang="0">
                    <a:pos x="14" y="83"/>
                  </a:cxn>
                  <a:cxn ang="0">
                    <a:pos x="22" y="80"/>
                  </a:cxn>
                  <a:cxn ang="0">
                    <a:pos x="12" y="71"/>
                  </a:cxn>
                  <a:cxn ang="0">
                    <a:pos x="12" y="78"/>
                  </a:cxn>
                  <a:cxn ang="0">
                    <a:pos x="5" y="64"/>
                  </a:cxn>
                  <a:cxn ang="0">
                    <a:pos x="10" y="50"/>
                  </a:cxn>
                  <a:cxn ang="0">
                    <a:pos x="5" y="33"/>
                  </a:cxn>
                  <a:cxn ang="0">
                    <a:pos x="5" y="23"/>
                  </a:cxn>
                  <a:cxn ang="0">
                    <a:pos x="19" y="14"/>
                  </a:cxn>
                  <a:cxn ang="0">
                    <a:pos x="36" y="12"/>
                  </a:cxn>
                  <a:cxn ang="0">
                    <a:pos x="50" y="19"/>
                  </a:cxn>
                  <a:cxn ang="0">
                    <a:pos x="59" y="31"/>
                  </a:cxn>
                  <a:cxn ang="0">
                    <a:pos x="71" y="38"/>
                  </a:cxn>
                  <a:cxn ang="0">
                    <a:pos x="88" y="38"/>
                  </a:cxn>
                  <a:cxn ang="0">
                    <a:pos x="100" y="33"/>
                  </a:cxn>
                  <a:cxn ang="0">
                    <a:pos x="104" y="21"/>
                  </a:cxn>
                  <a:cxn ang="0">
                    <a:pos x="119" y="14"/>
                  </a:cxn>
                </a:cxnLst>
                <a:rect l="0" t="0" r="r" b="b"/>
                <a:pathLst>
                  <a:path w="306" h="194">
                    <a:moveTo>
                      <a:pt x="128" y="9"/>
                    </a:moveTo>
                    <a:lnTo>
                      <a:pt x="128" y="7"/>
                    </a:lnTo>
                    <a:lnTo>
                      <a:pt x="128" y="7"/>
                    </a:lnTo>
                    <a:lnTo>
                      <a:pt x="126" y="7"/>
                    </a:lnTo>
                    <a:lnTo>
                      <a:pt x="126" y="7"/>
                    </a:lnTo>
                    <a:lnTo>
                      <a:pt x="126" y="5"/>
                    </a:lnTo>
                    <a:lnTo>
                      <a:pt x="126" y="5"/>
                    </a:lnTo>
                    <a:lnTo>
                      <a:pt x="123" y="5"/>
                    </a:lnTo>
                    <a:lnTo>
                      <a:pt x="123" y="5"/>
                    </a:lnTo>
                    <a:lnTo>
                      <a:pt x="123" y="5"/>
                    </a:lnTo>
                    <a:lnTo>
                      <a:pt x="126" y="5"/>
                    </a:lnTo>
                    <a:lnTo>
                      <a:pt x="126" y="5"/>
                    </a:lnTo>
                    <a:lnTo>
                      <a:pt x="126" y="5"/>
                    </a:lnTo>
                    <a:lnTo>
                      <a:pt x="128" y="5"/>
                    </a:lnTo>
                    <a:lnTo>
                      <a:pt x="128" y="5"/>
                    </a:lnTo>
                    <a:lnTo>
                      <a:pt x="128" y="5"/>
                    </a:lnTo>
                    <a:lnTo>
                      <a:pt x="130" y="5"/>
                    </a:lnTo>
                    <a:lnTo>
                      <a:pt x="130" y="5"/>
                    </a:lnTo>
                    <a:lnTo>
                      <a:pt x="133" y="5"/>
                    </a:lnTo>
                    <a:lnTo>
                      <a:pt x="133" y="5"/>
                    </a:lnTo>
                    <a:lnTo>
                      <a:pt x="133" y="2"/>
                    </a:lnTo>
                    <a:lnTo>
                      <a:pt x="133" y="2"/>
                    </a:lnTo>
                    <a:lnTo>
                      <a:pt x="133" y="2"/>
                    </a:lnTo>
                    <a:lnTo>
                      <a:pt x="133" y="0"/>
                    </a:lnTo>
                    <a:lnTo>
                      <a:pt x="135" y="0"/>
                    </a:lnTo>
                    <a:lnTo>
                      <a:pt x="135" y="2"/>
                    </a:lnTo>
                    <a:lnTo>
                      <a:pt x="135" y="2"/>
                    </a:lnTo>
                    <a:lnTo>
                      <a:pt x="135" y="2"/>
                    </a:lnTo>
                    <a:lnTo>
                      <a:pt x="138" y="2"/>
                    </a:lnTo>
                    <a:lnTo>
                      <a:pt x="138" y="5"/>
                    </a:lnTo>
                    <a:lnTo>
                      <a:pt x="138" y="5"/>
                    </a:lnTo>
                    <a:lnTo>
                      <a:pt x="138" y="5"/>
                    </a:lnTo>
                    <a:lnTo>
                      <a:pt x="138" y="5"/>
                    </a:lnTo>
                    <a:lnTo>
                      <a:pt x="138" y="5"/>
                    </a:lnTo>
                    <a:lnTo>
                      <a:pt x="140" y="5"/>
                    </a:lnTo>
                    <a:lnTo>
                      <a:pt x="140" y="5"/>
                    </a:lnTo>
                    <a:lnTo>
                      <a:pt x="140" y="7"/>
                    </a:lnTo>
                    <a:lnTo>
                      <a:pt x="140" y="7"/>
                    </a:lnTo>
                    <a:lnTo>
                      <a:pt x="142" y="7"/>
                    </a:lnTo>
                    <a:lnTo>
                      <a:pt x="142" y="7"/>
                    </a:lnTo>
                    <a:lnTo>
                      <a:pt x="142" y="7"/>
                    </a:lnTo>
                    <a:lnTo>
                      <a:pt x="145" y="7"/>
                    </a:lnTo>
                    <a:lnTo>
                      <a:pt x="145" y="7"/>
                    </a:lnTo>
                    <a:lnTo>
                      <a:pt x="145" y="7"/>
                    </a:lnTo>
                    <a:lnTo>
                      <a:pt x="145" y="7"/>
                    </a:lnTo>
                    <a:lnTo>
                      <a:pt x="145" y="7"/>
                    </a:lnTo>
                    <a:lnTo>
                      <a:pt x="147" y="7"/>
                    </a:lnTo>
                    <a:lnTo>
                      <a:pt x="147" y="7"/>
                    </a:lnTo>
                    <a:lnTo>
                      <a:pt x="147" y="9"/>
                    </a:lnTo>
                    <a:lnTo>
                      <a:pt x="147" y="9"/>
                    </a:lnTo>
                    <a:lnTo>
                      <a:pt x="147" y="9"/>
                    </a:lnTo>
                    <a:lnTo>
                      <a:pt x="147" y="12"/>
                    </a:lnTo>
                    <a:lnTo>
                      <a:pt x="149" y="12"/>
                    </a:lnTo>
                    <a:lnTo>
                      <a:pt x="149" y="12"/>
                    </a:lnTo>
                    <a:lnTo>
                      <a:pt x="149" y="12"/>
                    </a:lnTo>
                    <a:lnTo>
                      <a:pt x="149" y="14"/>
                    </a:lnTo>
                    <a:lnTo>
                      <a:pt x="152" y="14"/>
                    </a:lnTo>
                    <a:lnTo>
                      <a:pt x="152" y="14"/>
                    </a:lnTo>
                    <a:lnTo>
                      <a:pt x="152" y="14"/>
                    </a:lnTo>
                    <a:lnTo>
                      <a:pt x="154" y="14"/>
                    </a:lnTo>
                    <a:lnTo>
                      <a:pt x="154" y="14"/>
                    </a:lnTo>
                    <a:lnTo>
                      <a:pt x="154" y="14"/>
                    </a:lnTo>
                    <a:lnTo>
                      <a:pt x="156" y="14"/>
                    </a:lnTo>
                    <a:lnTo>
                      <a:pt x="156" y="14"/>
                    </a:lnTo>
                    <a:lnTo>
                      <a:pt x="159" y="14"/>
                    </a:lnTo>
                    <a:lnTo>
                      <a:pt x="159" y="14"/>
                    </a:lnTo>
                    <a:lnTo>
                      <a:pt x="159" y="14"/>
                    </a:lnTo>
                    <a:lnTo>
                      <a:pt x="161" y="14"/>
                    </a:lnTo>
                    <a:lnTo>
                      <a:pt x="161" y="14"/>
                    </a:lnTo>
                    <a:lnTo>
                      <a:pt x="161" y="14"/>
                    </a:lnTo>
                    <a:lnTo>
                      <a:pt x="161" y="14"/>
                    </a:lnTo>
                    <a:lnTo>
                      <a:pt x="161" y="14"/>
                    </a:lnTo>
                    <a:lnTo>
                      <a:pt x="164" y="14"/>
                    </a:lnTo>
                    <a:lnTo>
                      <a:pt x="164" y="14"/>
                    </a:lnTo>
                    <a:lnTo>
                      <a:pt x="164" y="16"/>
                    </a:lnTo>
                    <a:lnTo>
                      <a:pt x="164" y="16"/>
                    </a:lnTo>
                    <a:lnTo>
                      <a:pt x="164" y="16"/>
                    </a:lnTo>
                    <a:lnTo>
                      <a:pt x="164" y="19"/>
                    </a:lnTo>
                    <a:lnTo>
                      <a:pt x="164" y="19"/>
                    </a:lnTo>
                    <a:lnTo>
                      <a:pt x="164" y="19"/>
                    </a:lnTo>
                    <a:lnTo>
                      <a:pt x="164" y="21"/>
                    </a:lnTo>
                    <a:lnTo>
                      <a:pt x="164" y="21"/>
                    </a:lnTo>
                    <a:lnTo>
                      <a:pt x="161" y="21"/>
                    </a:lnTo>
                    <a:lnTo>
                      <a:pt x="161" y="21"/>
                    </a:lnTo>
                    <a:lnTo>
                      <a:pt x="164" y="21"/>
                    </a:lnTo>
                    <a:lnTo>
                      <a:pt x="164" y="21"/>
                    </a:lnTo>
                    <a:lnTo>
                      <a:pt x="164" y="23"/>
                    </a:lnTo>
                    <a:lnTo>
                      <a:pt x="166" y="23"/>
                    </a:lnTo>
                    <a:lnTo>
                      <a:pt x="166" y="23"/>
                    </a:lnTo>
                    <a:lnTo>
                      <a:pt x="166" y="23"/>
                    </a:lnTo>
                    <a:lnTo>
                      <a:pt x="166" y="23"/>
                    </a:lnTo>
                    <a:lnTo>
                      <a:pt x="166" y="23"/>
                    </a:lnTo>
                    <a:lnTo>
                      <a:pt x="168" y="23"/>
                    </a:lnTo>
                    <a:lnTo>
                      <a:pt x="168" y="23"/>
                    </a:lnTo>
                    <a:lnTo>
                      <a:pt x="168" y="26"/>
                    </a:lnTo>
                    <a:lnTo>
                      <a:pt x="168" y="26"/>
                    </a:lnTo>
                    <a:lnTo>
                      <a:pt x="168" y="26"/>
                    </a:lnTo>
                    <a:lnTo>
                      <a:pt x="168" y="26"/>
                    </a:lnTo>
                    <a:lnTo>
                      <a:pt x="168" y="26"/>
                    </a:lnTo>
                    <a:lnTo>
                      <a:pt x="168" y="26"/>
                    </a:lnTo>
                    <a:lnTo>
                      <a:pt x="166" y="26"/>
                    </a:lnTo>
                    <a:lnTo>
                      <a:pt x="166" y="26"/>
                    </a:lnTo>
                    <a:lnTo>
                      <a:pt x="166" y="26"/>
                    </a:lnTo>
                    <a:lnTo>
                      <a:pt x="166" y="26"/>
                    </a:lnTo>
                    <a:lnTo>
                      <a:pt x="166" y="28"/>
                    </a:lnTo>
                    <a:lnTo>
                      <a:pt x="166" y="28"/>
                    </a:lnTo>
                    <a:lnTo>
                      <a:pt x="166" y="28"/>
                    </a:lnTo>
                    <a:lnTo>
                      <a:pt x="166" y="31"/>
                    </a:lnTo>
                    <a:lnTo>
                      <a:pt x="166" y="31"/>
                    </a:lnTo>
                    <a:lnTo>
                      <a:pt x="166" y="31"/>
                    </a:lnTo>
                    <a:lnTo>
                      <a:pt x="166" y="31"/>
                    </a:lnTo>
                    <a:lnTo>
                      <a:pt x="166" y="33"/>
                    </a:lnTo>
                    <a:lnTo>
                      <a:pt x="166" y="33"/>
                    </a:lnTo>
                    <a:lnTo>
                      <a:pt x="166" y="33"/>
                    </a:lnTo>
                    <a:lnTo>
                      <a:pt x="166" y="33"/>
                    </a:lnTo>
                    <a:lnTo>
                      <a:pt x="166" y="35"/>
                    </a:lnTo>
                    <a:lnTo>
                      <a:pt x="166" y="35"/>
                    </a:lnTo>
                    <a:lnTo>
                      <a:pt x="166" y="35"/>
                    </a:lnTo>
                    <a:lnTo>
                      <a:pt x="166" y="35"/>
                    </a:lnTo>
                    <a:lnTo>
                      <a:pt x="168" y="35"/>
                    </a:lnTo>
                    <a:lnTo>
                      <a:pt x="168" y="38"/>
                    </a:lnTo>
                    <a:lnTo>
                      <a:pt x="168" y="38"/>
                    </a:lnTo>
                    <a:lnTo>
                      <a:pt x="168" y="38"/>
                    </a:lnTo>
                    <a:lnTo>
                      <a:pt x="168" y="38"/>
                    </a:lnTo>
                    <a:lnTo>
                      <a:pt x="171" y="38"/>
                    </a:lnTo>
                    <a:lnTo>
                      <a:pt x="171" y="38"/>
                    </a:lnTo>
                    <a:lnTo>
                      <a:pt x="171" y="40"/>
                    </a:lnTo>
                    <a:lnTo>
                      <a:pt x="173" y="40"/>
                    </a:lnTo>
                    <a:lnTo>
                      <a:pt x="173" y="40"/>
                    </a:lnTo>
                    <a:lnTo>
                      <a:pt x="173" y="40"/>
                    </a:lnTo>
                    <a:lnTo>
                      <a:pt x="173" y="40"/>
                    </a:lnTo>
                    <a:lnTo>
                      <a:pt x="175" y="40"/>
                    </a:lnTo>
                    <a:lnTo>
                      <a:pt x="175" y="40"/>
                    </a:lnTo>
                    <a:lnTo>
                      <a:pt x="178" y="40"/>
                    </a:lnTo>
                    <a:lnTo>
                      <a:pt x="178" y="40"/>
                    </a:lnTo>
                    <a:lnTo>
                      <a:pt x="178" y="40"/>
                    </a:lnTo>
                    <a:lnTo>
                      <a:pt x="180" y="40"/>
                    </a:lnTo>
                    <a:lnTo>
                      <a:pt x="180" y="40"/>
                    </a:lnTo>
                    <a:lnTo>
                      <a:pt x="180" y="40"/>
                    </a:lnTo>
                    <a:lnTo>
                      <a:pt x="180" y="40"/>
                    </a:lnTo>
                    <a:lnTo>
                      <a:pt x="182" y="40"/>
                    </a:lnTo>
                    <a:lnTo>
                      <a:pt x="182" y="40"/>
                    </a:lnTo>
                    <a:lnTo>
                      <a:pt x="185" y="40"/>
                    </a:lnTo>
                    <a:lnTo>
                      <a:pt x="185" y="40"/>
                    </a:lnTo>
                    <a:lnTo>
                      <a:pt x="185" y="40"/>
                    </a:lnTo>
                    <a:lnTo>
                      <a:pt x="185" y="40"/>
                    </a:lnTo>
                    <a:lnTo>
                      <a:pt x="187" y="40"/>
                    </a:lnTo>
                    <a:lnTo>
                      <a:pt x="187" y="40"/>
                    </a:lnTo>
                    <a:lnTo>
                      <a:pt x="187" y="40"/>
                    </a:lnTo>
                    <a:lnTo>
                      <a:pt x="187" y="42"/>
                    </a:lnTo>
                    <a:lnTo>
                      <a:pt x="190" y="42"/>
                    </a:lnTo>
                    <a:lnTo>
                      <a:pt x="190" y="42"/>
                    </a:lnTo>
                    <a:lnTo>
                      <a:pt x="192" y="42"/>
                    </a:lnTo>
                    <a:lnTo>
                      <a:pt x="192" y="42"/>
                    </a:lnTo>
                    <a:lnTo>
                      <a:pt x="192" y="42"/>
                    </a:lnTo>
                    <a:lnTo>
                      <a:pt x="192" y="40"/>
                    </a:lnTo>
                    <a:lnTo>
                      <a:pt x="194" y="40"/>
                    </a:lnTo>
                    <a:lnTo>
                      <a:pt x="194" y="40"/>
                    </a:lnTo>
                    <a:lnTo>
                      <a:pt x="194" y="38"/>
                    </a:lnTo>
                    <a:lnTo>
                      <a:pt x="194" y="38"/>
                    </a:lnTo>
                    <a:lnTo>
                      <a:pt x="194" y="38"/>
                    </a:lnTo>
                    <a:lnTo>
                      <a:pt x="197" y="38"/>
                    </a:lnTo>
                    <a:lnTo>
                      <a:pt x="197" y="40"/>
                    </a:lnTo>
                    <a:lnTo>
                      <a:pt x="197" y="40"/>
                    </a:lnTo>
                    <a:lnTo>
                      <a:pt x="197" y="38"/>
                    </a:lnTo>
                    <a:lnTo>
                      <a:pt x="199" y="38"/>
                    </a:lnTo>
                    <a:lnTo>
                      <a:pt x="199" y="40"/>
                    </a:lnTo>
                    <a:lnTo>
                      <a:pt x="199" y="40"/>
                    </a:lnTo>
                    <a:lnTo>
                      <a:pt x="199" y="40"/>
                    </a:lnTo>
                    <a:lnTo>
                      <a:pt x="199" y="40"/>
                    </a:lnTo>
                    <a:lnTo>
                      <a:pt x="201" y="40"/>
                    </a:lnTo>
                    <a:lnTo>
                      <a:pt x="201" y="42"/>
                    </a:lnTo>
                    <a:lnTo>
                      <a:pt x="201" y="42"/>
                    </a:lnTo>
                    <a:lnTo>
                      <a:pt x="201" y="42"/>
                    </a:lnTo>
                    <a:lnTo>
                      <a:pt x="201" y="42"/>
                    </a:lnTo>
                    <a:lnTo>
                      <a:pt x="204" y="42"/>
                    </a:lnTo>
                    <a:lnTo>
                      <a:pt x="204" y="42"/>
                    </a:lnTo>
                    <a:lnTo>
                      <a:pt x="204" y="42"/>
                    </a:lnTo>
                    <a:lnTo>
                      <a:pt x="204" y="45"/>
                    </a:lnTo>
                    <a:lnTo>
                      <a:pt x="206" y="45"/>
                    </a:lnTo>
                    <a:lnTo>
                      <a:pt x="206" y="45"/>
                    </a:lnTo>
                    <a:lnTo>
                      <a:pt x="206" y="45"/>
                    </a:lnTo>
                    <a:lnTo>
                      <a:pt x="206" y="47"/>
                    </a:lnTo>
                    <a:lnTo>
                      <a:pt x="206" y="47"/>
                    </a:lnTo>
                    <a:lnTo>
                      <a:pt x="206" y="50"/>
                    </a:lnTo>
                    <a:lnTo>
                      <a:pt x="206" y="50"/>
                    </a:lnTo>
                    <a:lnTo>
                      <a:pt x="206" y="52"/>
                    </a:lnTo>
                    <a:lnTo>
                      <a:pt x="206" y="52"/>
                    </a:lnTo>
                    <a:lnTo>
                      <a:pt x="206" y="52"/>
                    </a:lnTo>
                    <a:lnTo>
                      <a:pt x="206" y="52"/>
                    </a:lnTo>
                    <a:lnTo>
                      <a:pt x="209" y="52"/>
                    </a:lnTo>
                    <a:lnTo>
                      <a:pt x="209" y="54"/>
                    </a:lnTo>
                    <a:lnTo>
                      <a:pt x="209" y="54"/>
                    </a:lnTo>
                    <a:lnTo>
                      <a:pt x="209" y="54"/>
                    </a:lnTo>
                    <a:lnTo>
                      <a:pt x="209" y="57"/>
                    </a:lnTo>
                    <a:lnTo>
                      <a:pt x="209" y="57"/>
                    </a:lnTo>
                    <a:lnTo>
                      <a:pt x="211" y="57"/>
                    </a:lnTo>
                    <a:lnTo>
                      <a:pt x="211" y="57"/>
                    </a:lnTo>
                    <a:lnTo>
                      <a:pt x="211" y="59"/>
                    </a:lnTo>
                    <a:lnTo>
                      <a:pt x="211" y="59"/>
                    </a:lnTo>
                    <a:lnTo>
                      <a:pt x="211" y="59"/>
                    </a:lnTo>
                    <a:lnTo>
                      <a:pt x="213" y="59"/>
                    </a:lnTo>
                    <a:lnTo>
                      <a:pt x="213" y="59"/>
                    </a:lnTo>
                    <a:lnTo>
                      <a:pt x="213" y="61"/>
                    </a:lnTo>
                    <a:lnTo>
                      <a:pt x="213" y="61"/>
                    </a:lnTo>
                    <a:lnTo>
                      <a:pt x="213" y="61"/>
                    </a:lnTo>
                    <a:lnTo>
                      <a:pt x="213" y="64"/>
                    </a:lnTo>
                    <a:lnTo>
                      <a:pt x="213" y="64"/>
                    </a:lnTo>
                    <a:lnTo>
                      <a:pt x="213" y="64"/>
                    </a:lnTo>
                    <a:lnTo>
                      <a:pt x="213" y="66"/>
                    </a:lnTo>
                    <a:lnTo>
                      <a:pt x="216" y="66"/>
                    </a:lnTo>
                    <a:lnTo>
                      <a:pt x="216" y="66"/>
                    </a:lnTo>
                    <a:lnTo>
                      <a:pt x="216" y="68"/>
                    </a:lnTo>
                    <a:lnTo>
                      <a:pt x="216" y="68"/>
                    </a:lnTo>
                    <a:lnTo>
                      <a:pt x="216" y="71"/>
                    </a:lnTo>
                    <a:lnTo>
                      <a:pt x="216" y="71"/>
                    </a:lnTo>
                    <a:lnTo>
                      <a:pt x="216" y="71"/>
                    </a:lnTo>
                    <a:lnTo>
                      <a:pt x="216" y="73"/>
                    </a:lnTo>
                    <a:lnTo>
                      <a:pt x="218" y="73"/>
                    </a:lnTo>
                    <a:lnTo>
                      <a:pt x="218" y="73"/>
                    </a:lnTo>
                    <a:lnTo>
                      <a:pt x="218" y="73"/>
                    </a:lnTo>
                    <a:lnTo>
                      <a:pt x="218" y="73"/>
                    </a:lnTo>
                    <a:lnTo>
                      <a:pt x="218" y="73"/>
                    </a:lnTo>
                    <a:lnTo>
                      <a:pt x="220" y="73"/>
                    </a:lnTo>
                    <a:lnTo>
                      <a:pt x="220" y="73"/>
                    </a:lnTo>
                    <a:lnTo>
                      <a:pt x="220" y="76"/>
                    </a:lnTo>
                    <a:lnTo>
                      <a:pt x="220" y="76"/>
                    </a:lnTo>
                    <a:lnTo>
                      <a:pt x="223" y="76"/>
                    </a:lnTo>
                    <a:lnTo>
                      <a:pt x="223" y="76"/>
                    </a:lnTo>
                    <a:lnTo>
                      <a:pt x="223" y="76"/>
                    </a:lnTo>
                    <a:lnTo>
                      <a:pt x="223" y="78"/>
                    </a:lnTo>
                    <a:lnTo>
                      <a:pt x="225" y="78"/>
                    </a:lnTo>
                    <a:lnTo>
                      <a:pt x="225" y="78"/>
                    </a:lnTo>
                    <a:lnTo>
                      <a:pt x="225" y="78"/>
                    </a:lnTo>
                    <a:lnTo>
                      <a:pt x="225" y="78"/>
                    </a:lnTo>
                    <a:lnTo>
                      <a:pt x="227" y="78"/>
                    </a:lnTo>
                    <a:lnTo>
                      <a:pt x="227" y="80"/>
                    </a:lnTo>
                    <a:lnTo>
                      <a:pt x="227" y="80"/>
                    </a:lnTo>
                    <a:lnTo>
                      <a:pt x="227" y="80"/>
                    </a:lnTo>
                    <a:lnTo>
                      <a:pt x="227" y="80"/>
                    </a:lnTo>
                    <a:lnTo>
                      <a:pt x="230" y="80"/>
                    </a:lnTo>
                    <a:lnTo>
                      <a:pt x="230" y="80"/>
                    </a:lnTo>
                    <a:lnTo>
                      <a:pt x="230" y="83"/>
                    </a:lnTo>
                    <a:lnTo>
                      <a:pt x="232" y="83"/>
                    </a:lnTo>
                    <a:lnTo>
                      <a:pt x="232" y="83"/>
                    </a:lnTo>
                    <a:lnTo>
                      <a:pt x="232" y="83"/>
                    </a:lnTo>
                    <a:lnTo>
                      <a:pt x="232" y="83"/>
                    </a:lnTo>
                    <a:lnTo>
                      <a:pt x="235" y="83"/>
                    </a:lnTo>
                    <a:lnTo>
                      <a:pt x="235" y="83"/>
                    </a:lnTo>
                    <a:lnTo>
                      <a:pt x="235" y="83"/>
                    </a:lnTo>
                    <a:lnTo>
                      <a:pt x="235" y="85"/>
                    </a:lnTo>
                    <a:lnTo>
                      <a:pt x="235" y="85"/>
                    </a:lnTo>
                    <a:lnTo>
                      <a:pt x="237" y="85"/>
                    </a:lnTo>
                    <a:lnTo>
                      <a:pt x="237" y="85"/>
                    </a:lnTo>
                    <a:lnTo>
                      <a:pt x="237" y="85"/>
                    </a:lnTo>
                    <a:lnTo>
                      <a:pt x="239" y="85"/>
                    </a:lnTo>
                    <a:lnTo>
                      <a:pt x="239" y="87"/>
                    </a:lnTo>
                    <a:lnTo>
                      <a:pt x="239" y="87"/>
                    </a:lnTo>
                    <a:lnTo>
                      <a:pt x="239" y="87"/>
                    </a:lnTo>
                    <a:lnTo>
                      <a:pt x="239" y="87"/>
                    </a:lnTo>
                    <a:lnTo>
                      <a:pt x="242" y="87"/>
                    </a:lnTo>
                    <a:lnTo>
                      <a:pt x="242" y="90"/>
                    </a:lnTo>
                    <a:lnTo>
                      <a:pt x="242" y="90"/>
                    </a:lnTo>
                    <a:lnTo>
                      <a:pt x="242" y="90"/>
                    </a:lnTo>
                    <a:lnTo>
                      <a:pt x="244" y="90"/>
                    </a:lnTo>
                    <a:lnTo>
                      <a:pt x="244" y="92"/>
                    </a:lnTo>
                    <a:lnTo>
                      <a:pt x="244" y="92"/>
                    </a:lnTo>
                    <a:lnTo>
                      <a:pt x="244" y="92"/>
                    </a:lnTo>
                    <a:lnTo>
                      <a:pt x="244" y="92"/>
                    </a:lnTo>
                    <a:lnTo>
                      <a:pt x="246" y="92"/>
                    </a:lnTo>
                    <a:lnTo>
                      <a:pt x="246" y="92"/>
                    </a:lnTo>
                    <a:lnTo>
                      <a:pt x="246" y="92"/>
                    </a:lnTo>
                    <a:lnTo>
                      <a:pt x="246" y="92"/>
                    </a:lnTo>
                    <a:lnTo>
                      <a:pt x="246" y="95"/>
                    </a:lnTo>
                    <a:lnTo>
                      <a:pt x="249" y="95"/>
                    </a:lnTo>
                    <a:lnTo>
                      <a:pt x="249" y="95"/>
                    </a:lnTo>
                    <a:lnTo>
                      <a:pt x="249" y="95"/>
                    </a:lnTo>
                    <a:lnTo>
                      <a:pt x="251" y="95"/>
                    </a:lnTo>
                    <a:lnTo>
                      <a:pt x="251" y="95"/>
                    </a:lnTo>
                    <a:lnTo>
                      <a:pt x="251" y="97"/>
                    </a:lnTo>
                    <a:lnTo>
                      <a:pt x="251" y="97"/>
                    </a:lnTo>
                    <a:lnTo>
                      <a:pt x="251" y="97"/>
                    </a:lnTo>
                    <a:lnTo>
                      <a:pt x="254" y="97"/>
                    </a:lnTo>
                    <a:lnTo>
                      <a:pt x="254" y="97"/>
                    </a:lnTo>
                    <a:lnTo>
                      <a:pt x="254" y="97"/>
                    </a:lnTo>
                    <a:lnTo>
                      <a:pt x="256" y="97"/>
                    </a:lnTo>
                    <a:lnTo>
                      <a:pt x="256" y="97"/>
                    </a:lnTo>
                    <a:lnTo>
                      <a:pt x="256" y="97"/>
                    </a:lnTo>
                    <a:lnTo>
                      <a:pt x="256" y="97"/>
                    </a:lnTo>
                    <a:lnTo>
                      <a:pt x="258" y="97"/>
                    </a:lnTo>
                    <a:lnTo>
                      <a:pt x="258" y="99"/>
                    </a:lnTo>
                    <a:lnTo>
                      <a:pt x="258" y="99"/>
                    </a:lnTo>
                    <a:lnTo>
                      <a:pt x="258" y="99"/>
                    </a:lnTo>
                    <a:lnTo>
                      <a:pt x="258" y="99"/>
                    </a:lnTo>
                    <a:lnTo>
                      <a:pt x="261" y="99"/>
                    </a:lnTo>
                    <a:lnTo>
                      <a:pt x="261" y="102"/>
                    </a:lnTo>
                    <a:lnTo>
                      <a:pt x="261" y="102"/>
                    </a:lnTo>
                    <a:lnTo>
                      <a:pt x="261" y="102"/>
                    </a:lnTo>
                    <a:lnTo>
                      <a:pt x="261" y="102"/>
                    </a:lnTo>
                    <a:lnTo>
                      <a:pt x="263" y="102"/>
                    </a:lnTo>
                    <a:lnTo>
                      <a:pt x="263" y="102"/>
                    </a:lnTo>
                    <a:lnTo>
                      <a:pt x="263" y="102"/>
                    </a:lnTo>
                    <a:lnTo>
                      <a:pt x="265" y="102"/>
                    </a:lnTo>
                    <a:lnTo>
                      <a:pt x="265" y="102"/>
                    </a:lnTo>
                    <a:lnTo>
                      <a:pt x="265" y="104"/>
                    </a:lnTo>
                    <a:lnTo>
                      <a:pt x="265" y="104"/>
                    </a:lnTo>
                    <a:lnTo>
                      <a:pt x="268" y="104"/>
                    </a:lnTo>
                    <a:lnTo>
                      <a:pt x="268" y="104"/>
                    </a:lnTo>
                    <a:lnTo>
                      <a:pt x="268" y="104"/>
                    </a:lnTo>
                    <a:lnTo>
                      <a:pt x="268" y="104"/>
                    </a:lnTo>
                    <a:lnTo>
                      <a:pt x="268" y="106"/>
                    </a:lnTo>
                    <a:lnTo>
                      <a:pt x="270" y="106"/>
                    </a:lnTo>
                    <a:lnTo>
                      <a:pt x="270" y="106"/>
                    </a:lnTo>
                    <a:lnTo>
                      <a:pt x="272" y="106"/>
                    </a:lnTo>
                    <a:lnTo>
                      <a:pt x="272" y="106"/>
                    </a:lnTo>
                    <a:lnTo>
                      <a:pt x="272" y="106"/>
                    </a:lnTo>
                    <a:lnTo>
                      <a:pt x="272" y="109"/>
                    </a:lnTo>
                    <a:lnTo>
                      <a:pt x="272" y="109"/>
                    </a:lnTo>
                    <a:lnTo>
                      <a:pt x="275" y="109"/>
                    </a:lnTo>
                    <a:lnTo>
                      <a:pt x="275" y="109"/>
                    </a:lnTo>
                    <a:lnTo>
                      <a:pt x="275" y="109"/>
                    </a:lnTo>
                    <a:lnTo>
                      <a:pt x="275" y="111"/>
                    </a:lnTo>
                    <a:lnTo>
                      <a:pt x="275" y="111"/>
                    </a:lnTo>
                    <a:lnTo>
                      <a:pt x="275" y="111"/>
                    </a:lnTo>
                    <a:lnTo>
                      <a:pt x="277" y="111"/>
                    </a:lnTo>
                    <a:lnTo>
                      <a:pt x="277" y="111"/>
                    </a:lnTo>
                    <a:lnTo>
                      <a:pt x="277" y="111"/>
                    </a:lnTo>
                    <a:lnTo>
                      <a:pt x="280" y="111"/>
                    </a:lnTo>
                    <a:lnTo>
                      <a:pt x="280" y="111"/>
                    </a:lnTo>
                    <a:lnTo>
                      <a:pt x="280" y="114"/>
                    </a:lnTo>
                    <a:lnTo>
                      <a:pt x="280" y="114"/>
                    </a:lnTo>
                    <a:lnTo>
                      <a:pt x="282" y="114"/>
                    </a:lnTo>
                    <a:lnTo>
                      <a:pt x="282" y="114"/>
                    </a:lnTo>
                    <a:lnTo>
                      <a:pt x="282" y="114"/>
                    </a:lnTo>
                    <a:lnTo>
                      <a:pt x="284" y="114"/>
                    </a:lnTo>
                    <a:lnTo>
                      <a:pt x="284" y="114"/>
                    </a:lnTo>
                    <a:lnTo>
                      <a:pt x="284" y="116"/>
                    </a:lnTo>
                    <a:lnTo>
                      <a:pt x="284" y="116"/>
                    </a:lnTo>
                    <a:lnTo>
                      <a:pt x="287" y="116"/>
                    </a:lnTo>
                    <a:lnTo>
                      <a:pt x="287" y="116"/>
                    </a:lnTo>
                    <a:lnTo>
                      <a:pt x="287" y="116"/>
                    </a:lnTo>
                    <a:lnTo>
                      <a:pt x="289" y="116"/>
                    </a:lnTo>
                    <a:lnTo>
                      <a:pt x="289" y="116"/>
                    </a:lnTo>
                    <a:lnTo>
                      <a:pt x="289" y="114"/>
                    </a:lnTo>
                    <a:lnTo>
                      <a:pt x="291" y="114"/>
                    </a:lnTo>
                    <a:lnTo>
                      <a:pt x="291" y="116"/>
                    </a:lnTo>
                    <a:lnTo>
                      <a:pt x="291" y="116"/>
                    </a:lnTo>
                    <a:lnTo>
                      <a:pt x="291" y="116"/>
                    </a:lnTo>
                    <a:lnTo>
                      <a:pt x="291" y="116"/>
                    </a:lnTo>
                    <a:lnTo>
                      <a:pt x="294" y="116"/>
                    </a:lnTo>
                    <a:lnTo>
                      <a:pt x="294" y="116"/>
                    </a:lnTo>
                    <a:lnTo>
                      <a:pt x="294" y="116"/>
                    </a:lnTo>
                    <a:lnTo>
                      <a:pt x="294" y="118"/>
                    </a:lnTo>
                    <a:lnTo>
                      <a:pt x="296" y="118"/>
                    </a:lnTo>
                    <a:lnTo>
                      <a:pt x="296" y="118"/>
                    </a:lnTo>
                    <a:lnTo>
                      <a:pt x="298" y="118"/>
                    </a:lnTo>
                    <a:lnTo>
                      <a:pt x="298" y="118"/>
                    </a:lnTo>
                    <a:lnTo>
                      <a:pt x="298" y="118"/>
                    </a:lnTo>
                    <a:lnTo>
                      <a:pt x="298" y="121"/>
                    </a:lnTo>
                    <a:lnTo>
                      <a:pt x="298" y="121"/>
                    </a:lnTo>
                    <a:lnTo>
                      <a:pt x="298" y="121"/>
                    </a:lnTo>
                    <a:lnTo>
                      <a:pt x="301" y="121"/>
                    </a:lnTo>
                    <a:lnTo>
                      <a:pt x="301" y="121"/>
                    </a:lnTo>
                    <a:lnTo>
                      <a:pt x="301" y="121"/>
                    </a:lnTo>
                    <a:lnTo>
                      <a:pt x="303" y="121"/>
                    </a:lnTo>
                    <a:lnTo>
                      <a:pt x="303" y="121"/>
                    </a:lnTo>
                    <a:lnTo>
                      <a:pt x="306" y="121"/>
                    </a:lnTo>
                    <a:lnTo>
                      <a:pt x="306" y="121"/>
                    </a:lnTo>
                    <a:lnTo>
                      <a:pt x="306" y="123"/>
                    </a:lnTo>
                    <a:lnTo>
                      <a:pt x="306" y="123"/>
                    </a:lnTo>
                    <a:lnTo>
                      <a:pt x="306" y="123"/>
                    </a:lnTo>
                    <a:lnTo>
                      <a:pt x="306" y="123"/>
                    </a:lnTo>
                    <a:lnTo>
                      <a:pt x="306" y="123"/>
                    </a:lnTo>
                    <a:lnTo>
                      <a:pt x="306" y="125"/>
                    </a:lnTo>
                    <a:lnTo>
                      <a:pt x="306" y="125"/>
                    </a:lnTo>
                    <a:lnTo>
                      <a:pt x="306" y="125"/>
                    </a:lnTo>
                    <a:lnTo>
                      <a:pt x="303" y="125"/>
                    </a:lnTo>
                    <a:lnTo>
                      <a:pt x="303" y="128"/>
                    </a:lnTo>
                    <a:lnTo>
                      <a:pt x="303" y="128"/>
                    </a:lnTo>
                    <a:lnTo>
                      <a:pt x="303" y="130"/>
                    </a:lnTo>
                    <a:lnTo>
                      <a:pt x="303" y="130"/>
                    </a:lnTo>
                    <a:lnTo>
                      <a:pt x="303" y="132"/>
                    </a:lnTo>
                    <a:lnTo>
                      <a:pt x="303" y="132"/>
                    </a:lnTo>
                    <a:lnTo>
                      <a:pt x="303" y="132"/>
                    </a:lnTo>
                    <a:lnTo>
                      <a:pt x="306" y="132"/>
                    </a:lnTo>
                    <a:lnTo>
                      <a:pt x="306" y="135"/>
                    </a:lnTo>
                    <a:lnTo>
                      <a:pt x="306" y="135"/>
                    </a:lnTo>
                    <a:lnTo>
                      <a:pt x="306" y="135"/>
                    </a:lnTo>
                    <a:lnTo>
                      <a:pt x="306" y="137"/>
                    </a:lnTo>
                    <a:lnTo>
                      <a:pt x="306" y="137"/>
                    </a:lnTo>
                    <a:lnTo>
                      <a:pt x="303" y="137"/>
                    </a:lnTo>
                    <a:lnTo>
                      <a:pt x="303" y="137"/>
                    </a:lnTo>
                    <a:lnTo>
                      <a:pt x="303" y="140"/>
                    </a:lnTo>
                    <a:lnTo>
                      <a:pt x="303" y="140"/>
                    </a:lnTo>
                    <a:lnTo>
                      <a:pt x="301" y="140"/>
                    </a:lnTo>
                    <a:lnTo>
                      <a:pt x="301" y="140"/>
                    </a:lnTo>
                    <a:lnTo>
                      <a:pt x="301" y="140"/>
                    </a:lnTo>
                    <a:lnTo>
                      <a:pt x="298" y="140"/>
                    </a:lnTo>
                    <a:lnTo>
                      <a:pt x="298" y="140"/>
                    </a:lnTo>
                    <a:lnTo>
                      <a:pt x="298" y="140"/>
                    </a:lnTo>
                    <a:lnTo>
                      <a:pt x="298" y="137"/>
                    </a:lnTo>
                    <a:lnTo>
                      <a:pt x="296" y="137"/>
                    </a:lnTo>
                    <a:lnTo>
                      <a:pt x="296" y="137"/>
                    </a:lnTo>
                    <a:lnTo>
                      <a:pt x="294" y="137"/>
                    </a:lnTo>
                    <a:lnTo>
                      <a:pt x="294" y="137"/>
                    </a:lnTo>
                    <a:lnTo>
                      <a:pt x="294" y="137"/>
                    </a:lnTo>
                    <a:lnTo>
                      <a:pt x="294" y="135"/>
                    </a:lnTo>
                    <a:lnTo>
                      <a:pt x="294" y="135"/>
                    </a:lnTo>
                    <a:lnTo>
                      <a:pt x="291" y="135"/>
                    </a:lnTo>
                    <a:lnTo>
                      <a:pt x="291" y="135"/>
                    </a:lnTo>
                    <a:lnTo>
                      <a:pt x="291" y="135"/>
                    </a:lnTo>
                    <a:lnTo>
                      <a:pt x="289" y="135"/>
                    </a:lnTo>
                    <a:lnTo>
                      <a:pt x="289" y="135"/>
                    </a:lnTo>
                    <a:lnTo>
                      <a:pt x="289" y="135"/>
                    </a:lnTo>
                    <a:lnTo>
                      <a:pt x="287" y="135"/>
                    </a:lnTo>
                    <a:lnTo>
                      <a:pt x="287" y="132"/>
                    </a:lnTo>
                    <a:lnTo>
                      <a:pt x="287" y="132"/>
                    </a:lnTo>
                    <a:lnTo>
                      <a:pt x="287" y="132"/>
                    </a:lnTo>
                    <a:lnTo>
                      <a:pt x="287" y="135"/>
                    </a:lnTo>
                    <a:lnTo>
                      <a:pt x="284" y="135"/>
                    </a:lnTo>
                    <a:lnTo>
                      <a:pt x="284" y="135"/>
                    </a:lnTo>
                    <a:lnTo>
                      <a:pt x="284" y="137"/>
                    </a:lnTo>
                    <a:lnTo>
                      <a:pt x="284" y="137"/>
                    </a:lnTo>
                    <a:lnTo>
                      <a:pt x="284" y="137"/>
                    </a:lnTo>
                    <a:lnTo>
                      <a:pt x="284" y="140"/>
                    </a:lnTo>
                    <a:lnTo>
                      <a:pt x="284" y="140"/>
                    </a:lnTo>
                    <a:lnTo>
                      <a:pt x="284" y="140"/>
                    </a:lnTo>
                    <a:lnTo>
                      <a:pt x="284" y="142"/>
                    </a:lnTo>
                    <a:lnTo>
                      <a:pt x="282" y="142"/>
                    </a:lnTo>
                    <a:lnTo>
                      <a:pt x="282" y="142"/>
                    </a:lnTo>
                    <a:lnTo>
                      <a:pt x="280" y="142"/>
                    </a:lnTo>
                    <a:lnTo>
                      <a:pt x="280" y="142"/>
                    </a:lnTo>
                    <a:lnTo>
                      <a:pt x="280" y="142"/>
                    </a:lnTo>
                    <a:lnTo>
                      <a:pt x="277" y="142"/>
                    </a:lnTo>
                    <a:lnTo>
                      <a:pt x="277" y="142"/>
                    </a:lnTo>
                    <a:lnTo>
                      <a:pt x="275" y="142"/>
                    </a:lnTo>
                    <a:lnTo>
                      <a:pt x="275" y="142"/>
                    </a:lnTo>
                    <a:lnTo>
                      <a:pt x="275" y="142"/>
                    </a:lnTo>
                    <a:lnTo>
                      <a:pt x="272" y="142"/>
                    </a:lnTo>
                    <a:lnTo>
                      <a:pt x="272" y="142"/>
                    </a:lnTo>
                    <a:lnTo>
                      <a:pt x="272" y="142"/>
                    </a:lnTo>
                    <a:lnTo>
                      <a:pt x="272" y="142"/>
                    </a:lnTo>
                    <a:lnTo>
                      <a:pt x="270" y="142"/>
                    </a:lnTo>
                    <a:lnTo>
                      <a:pt x="270" y="142"/>
                    </a:lnTo>
                    <a:lnTo>
                      <a:pt x="268" y="142"/>
                    </a:lnTo>
                    <a:lnTo>
                      <a:pt x="268" y="142"/>
                    </a:lnTo>
                    <a:lnTo>
                      <a:pt x="268" y="142"/>
                    </a:lnTo>
                    <a:lnTo>
                      <a:pt x="268" y="142"/>
                    </a:lnTo>
                    <a:lnTo>
                      <a:pt x="268" y="144"/>
                    </a:lnTo>
                    <a:lnTo>
                      <a:pt x="265" y="144"/>
                    </a:lnTo>
                    <a:lnTo>
                      <a:pt x="265" y="144"/>
                    </a:lnTo>
                    <a:lnTo>
                      <a:pt x="265" y="144"/>
                    </a:lnTo>
                    <a:lnTo>
                      <a:pt x="265" y="147"/>
                    </a:lnTo>
                    <a:lnTo>
                      <a:pt x="265" y="147"/>
                    </a:lnTo>
                    <a:lnTo>
                      <a:pt x="265" y="147"/>
                    </a:lnTo>
                    <a:lnTo>
                      <a:pt x="265" y="149"/>
                    </a:lnTo>
                    <a:lnTo>
                      <a:pt x="265" y="149"/>
                    </a:lnTo>
                    <a:lnTo>
                      <a:pt x="265" y="149"/>
                    </a:lnTo>
                    <a:lnTo>
                      <a:pt x="265" y="151"/>
                    </a:lnTo>
                    <a:lnTo>
                      <a:pt x="265" y="151"/>
                    </a:lnTo>
                    <a:lnTo>
                      <a:pt x="265" y="151"/>
                    </a:lnTo>
                    <a:lnTo>
                      <a:pt x="265" y="151"/>
                    </a:lnTo>
                    <a:lnTo>
                      <a:pt x="263" y="151"/>
                    </a:lnTo>
                    <a:lnTo>
                      <a:pt x="263" y="154"/>
                    </a:lnTo>
                    <a:lnTo>
                      <a:pt x="263" y="154"/>
                    </a:lnTo>
                    <a:lnTo>
                      <a:pt x="263" y="154"/>
                    </a:lnTo>
                    <a:lnTo>
                      <a:pt x="263" y="156"/>
                    </a:lnTo>
                    <a:lnTo>
                      <a:pt x="263" y="156"/>
                    </a:lnTo>
                    <a:lnTo>
                      <a:pt x="263" y="159"/>
                    </a:lnTo>
                    <a:lnTo>
                      <a:pt x="263" y="159"/>
                    </a:lnTo>
                    <a:lnTo>
                      <a:pt x="263" y="161"/>
                    </a:lnTo>
                    <a:lnTo>
                      <a:pt x="263" y="161"/>
                    </a:lnTo>
                    <a:lnTo>
                      <a:pt x="263" y="161"/>
                    </a:lnTo>
                    <a:lnTo>
                      <a:pt x="261" y="161"/>
                    </a:lnTo>
                    <a:lnTo>
                      <a:pt x="261" y="163"/>
                    </a:lnTo>
                    <a:lnTo>
                      <a:pt x="261" y="163"/>
                    </a:lnTo>
                    <a:lnTo>
                      <a:pt x="261" y="163"/>
                    </a:lnTo>
                    <a:lnTo>
                      <a:pt x="261" y="166"/>
                    </a:lnTo>
                    <a:lnTo>
                      <a:pt x="261" y="166"/>
                    </a:lnTo>
                    <a:lnTo>
                      <a:pt x="258" y="166"/>
                    </a:lnTo>
                    <a:lnTo>
                      <a:pt x="258" y="166"/>
                    </a:lnTo>
                    <a:lnTo>
                      <a:pt x="258" y="166"/>
                    </a:lnTo>
                    <a:lnTo>
                      <a:pt x="258" y="166"/>
                    </a:lnTo>
                    <a:lnTo>
                      <a:pt x="258" y="168"/>
                    </a:lnTo>
                    <a:lnTo>
                      <a:pt x="256" y="168"/>
                    </a:lnTo>
                    <a:lnTo>
                      <a:pt x="256" y="168"/>
                    </a:lnTo>
                    <a:lnTo>
                      <a:pt x="256" y="168"/>
                    </a:lnTo>
                    <a:lnTo>
                      <a:pt x="254" y="168"/>
                    </a:lnTo>
                    <a:lnTo>
                      <a:pt x="254" y="168"/>
                    </a:lnTo>
                    <a:lnTo>
                      <a:pt x="254" y="168"/>
                    </a:lnTo>
                    <a:lnTo>
                      <a:pt x="254" y="170"/>
                    </a:lnTo>
                    <a:lnTo>
                      <a:pt x="251" y="170"/>
                    </a:lnTo>
                    <a:lnTo>
                      <a:pt x="251" y="170"/>
                    </a:lnTo>
                    <a:lnTo>
                      <a:pt x="251" y="170"/>
                    </a:lnTo>
                    <a:lnTo>
                      <a:pt x="251" y="170"/>
                    </a:lnTo>
                    <a:lnTo>
                      <a:pt x="251" y="173"/>
                    </a:lnTo>
                    <a:lnTo>
                      <a:pt x="251" y="173"/>
                    </a:lnTo>
                    <a:lnTo>
                      <a:pt x="251" y="170"/>
                    </a:lnTo>
                    <a:lnTo>
                      <a:pt x="249" y="170"/>
                    </a:lnTo>
                    <a:lnTo>
                      <a:pt x="249" y="170"/>
                    </a:lnTo>
                    <a:lnTo>
                      <a:pt x="246" y="170"/>
                    </a:lnTo>
                    <a:lnTo>
                      <a:pt x="246" y="170"/>
                    </a:lnTo>
                    <a:lnTo>
                      <a:pt x="246" y="170"/>
                    </a:lnTo>
                    <a:lnTo>
                      <a:pt x="246" y="173"/>
                    </a:lnTo>
                    <a:lnTo>
                      <a:pt x="244" y="173"/>
                    </a:lnTo>
                    <a:lnTo>
                      <a:pt x="244" y="173"/>
                    </a:lnTo>
                    <a:lnTo>
                      <a:pt x="244" y="173"/>
                    </a:lnTo>
                    <a:lnTo>
                      <a:pt x="244" y="173"/>
                    </a:lnTo>
                    <a:lnTo>
                      <a:pt x="242" y="173"/>
                    </a:lnTo>
                    <a:lnTo>
                      <a:pt x="242" y="173"/>
                    </a:lnTo>
                    <a:lnTo>
                      <a:pt x="239" y="173"/>
                    </a:lnTo>
                    <a:lnTo>
                      <a:pt x="239" y="173"/>
                    </a:lnTo>
                    <a:lnTo>
                      <a:pt x="239" y="175"/>
                    </a:lnTo>
                    <a:lnTo>
                      <a:pt x="239" y="175"/>
                    </a:lnTo>
                    <a:lnTo>
                      <a:pt x="237" y="175"/>
                    </a:lnTo>
                    <a:lnTo>
                      <a:pt x="237" y="175"/>
                    </a:lnTo>
                    <a:lnTo>
                      <a:pt x="237" y="175"/>
                    </a:lnTo>
                    <a:lnTo>
                      <a:pt x="235" y="175"/>
                    </a:lnTo>
                    <a:lnTo>
                      <a:pt x="235" y="175"/>
                    </a:lnTo>
                    <a:lnTo>
                      <a:pt x="235" y="175"/>
                    </a:lnTo>
                    <a:lnTo>
                      <a:pt x="232" y="175"/>
                    </a:lnTo>
                    <a:lnTo>
                      <a:pt x="232" y="175"/>
                    </a:lnTo>
                    <a:lnTo>
                      <a:pt x="232" y="175"/>
                    </a:lnTo>
                    <a:lnTo>
                      <a:pt x="230" y="175"/>
                    </a:lnTo>
                    <a:lnTo>
                      <a:pt x="230" y="178"/>
                    </a:lnTo>
                    <a:lnTo>
                      <a:pt x="230" y="178"/>
                    </a:lnTo>
                    <a:lnTo>
                      <a:pt x="232" y="178"/>
                    </a:lnTo>
                    <a:lnTo>
                      <a:pt x="232" y="180"/>
                    </a:lnTo>
                    <a:lnTo>
                      <a:pt x="232" y="180"/>
                    </a:lnTo>
                    <a:lnTo>
                      <a:pt x="232" y="180"/>
                    </a:lnTo>
                    <a:lnTo>
                      <a:pt x="232" y="180"/>
                    </a:lnTo>
                    <a:lnTo>
                      <a:pt x="232" y="182"/>
                    </a:lnTo>
                    <a:lnTo>
                      <a:pt x="232" y="182"/>
                    </a:lnTo>
                    <a:lnTo>
                      <a:pt x="232" y="182"/>
                    </a:lnTo>
                    <a:lnTo>
                      <a:pt x="230" y="182"/>
                    </a:lnTo>
                    <a:lnTo>
                      <a:pt x="230" y="182"/>
                    </a:lnTo>
                    <a:lnTo>
                      <a:pt x="230" y="182"/>
                    </a:lnTo>
                    <a:lnTo>
                      <a:pt x="230" y="182"/>
                    </a:lnTo>
                    <a:lnTo>
                      <a:pt x="230" y="182"/>
                    </a:lnTo>
                    <a:lnTo>
                      <a:pt x="230" y="185"/>
                    </a:lnTo>
                    <a:lnTo>
                      <a:pt x="230" y="185"/>
                    </a:lnTo>
                    <a:lnTo>
                      <a:pt x="230" y="187"/>
                    </a:lnTo>
                    <a:lnTo>
                      <a:pt x="230" y="187"/>
                    </a:lnTo>
                    <a:lnTo>
                      <a:pt x="230" y="187"/>
                    </a:lnTo>
                    <a:lnTo>
                      <a:pt x="227" y="187"/>
                    </a:lnTo>
                    <a:lnTo>
                      <a:pt x="227" y="187"/>
                    </a:lnTo>
                    <a:lnTo>
                      <a:pt x="227" y="187"/>
                    </a:lnTo>
                    <a:lnTo>
                      <a:pt x="227" y="189"/>
                    </a:lnTo>
                    <a:lnTo>
                      <a:pt x="225" y="189"/>
                    </a:lnTo>
                    <a:lnTo>
                      <a:pt x="225" y="189"/>
                    </a:lnTo>
                    <a:lnTo>
                      <a:pt x="225" y="189"/>
                    </a:lnTo>
                    <a:lnTo>
                      <a:pt x="225" y="189"/>
                    </a:lnTo>
                    <a:lnTo>
                      <a:pt x="225" y="192"/>
                    </a:lnTo>
                    <a:lnTo>
                      <a:pt x="223" y="192"/>
                    </a:lnTo>
                    <a:lnTo>
                      <a:pt x="223" y="192"/>
                    </a:lnTo>
                    <a:lnTo>
                      <a:pt x="223" y="192"/>
                    </a:lnTo>
                    <a:lnTo>
                      <a:pt x="220" y="192"/>
                    </a:lnTo>
                    <a:lnTo>
                      <a:pt x="220" y="192"/>
                    </a:lnTo>
                    <a:lnTo>
                      <a:pt x="220" y="192"/>
                    </a:lnTo>
                    <a:lnTo>
                      <a:pt x="218" y="192"/>
                    </a:lnTo>
                    <a:lnTo>
                      <a:pt x="218" y="192"/>
                    </a:lnTo>
                    <a:lnTo>
                      <a:pt x="218" y="192"/>
                    </a:lnTo>
                    <a:lnTo>
                      <a:pt x="218" y="192"/>
                    </a:lnTo>
                    <a:lnTo>
                      <a:pt x="216" y="192"/>
                    </a:lnTo>
                    <a:lnTo>
                      <a:pt x="216" y="192"/>
                    </a:lnTo>
                    <a:lnTo>
                      <a:pt x="216" y="192"/>
                    </a:lnTo>
                    <a:lnTo>
                      <a:pt x="216" y="192"/>
                    </a:lnTo>
                    <a:lnTo>
                      <a:pt x="213" y="192"/>
                    </a:lnTo>
                    <a:lnTo>
                      <a:pt x="213" y="194"/>
                    </a:lnTo>
                    <a:lnTo>
                      <a:pt x="213" y="194"/>
                    </a:lnTo>
                    <a:lnTo>
                      <a:pt x="213" y="194"/>
                    </a:lnTo>
                    <a:lnTo>
                      <a:pt x="213" y="192"/>
                    </a:lnTo>
                    <a:lnTo>
                      <a:pt x="213" y="192"/>
                    </a:lnTo>
                    <a:lnTo>
                      <a:pt x="213" y="192"/>
                    </a:lnTo>
                    <a:lnTo>
                      <a:pt x="211" y="192"/>
                    </a:lnTo>
                    <a:lnTo>
                      <a:pt x="211" y="189"/>
                    </a:lnTo>
                    <a:lnTo>
                      <a:pt x="211" y="189"/>
                    </a:lnTo>
                    <a:lnTo>
                      <a:pt x="211" y="189"/>
                    </a:lnTo>
                    <a:lnTo>
                      <a:pt x="209" y="189"/>
                    </a:lnTo>
                    <a:lnTo>
                      <a:pt x="209" y="189"/>
                    </a:lnTo>
                    <a:lnTo>
                      <a:pt x="209" y="189"/>
                    </a:lnTo>
                    <a:lnTo>
                      <a:pt x="209" y="187"/>
                    </a:lnTo>
                    <a:lnTo>
                      <a:pt x="206" y="187"/>
                    </a:lnTo>
                    <a:lnTo>
                      <a:pt x="206" y="187"/>
                    </a:lnTo>
                    <a:lnTo>
                      <a:pt x="206" y="187"/>
                    </a:lnTo>
                    <a:lnTo>
                      <a:pt x="206" y="187"/>
                    </a:lnTo>
                    <a:lnTo>
                      <a:pt x="204" y="187"/>
                    </a:lnTo>
                    <a:lnTo>
                      <a:pt x="204" y="187"/>
                    </a:lnTo>
                    <a:lnTo>
                      <a:pt x="204" y="187"/>
                    </a:lnTo>
                    <a:lnTo>
                      <a:pt x="201" y="187"/>
                    </a:lnTo>
                    <a:lnTo>
                      <a:pt x="201" y="187"/>
                    </a:lnTo>
                    <a:lnTo>
                      <a:pt x="201" y="187"/>
                    </a:lnTo>
                    <a:lnTo>
                      <a:pt x="199" y="187"/>
                    </a:lnTo>
                    <a:lnTo>
                      <a:pt x="199" y="187"/>
                    </a:lnTo>
                    <a:lnTo>
                      <a:pt x="199" y="187"/>
                    </a:lnTo>
                    <a:lnTo>
                      <a:pt x="197" y="187"/>
                    </a:lnTo>
                    <a:lnTo>
                      <a:pt x="197" y="187"/>
                    </a:lnTo>
                    <a:lnTo>
                      <a:pt x="197" y="187"/>
                    </a:lnTo>
                    <a:lnTo>
                      <a:pt x="197" y="185"/>
                    </a:lnTo>
                    <a:lnTo>
                      <a:pt x="194" y="185"/>
                    </a:lnTo>
                    <a:lnTo>
                      <a:pt x="194" y="185"/>
                    </a:lnTo>
                    <a:lnTo>
                      <a:pt x="194" y="185"/>
                    </a:lnTo>
                    <a:lnTo>
                      <a:pt x="194" y="185"/>
                    </a:lnTo>
                    <a:lnTo>
                      <a:pt x="194" y="182"/>
                    </a:lnTo>
                    <a:lnTo>
                      <a:pt x="192" y="182"/>
                    </a:lnTo>
                    <a:lnTo>
                      <a:pt x="192" y="182"/>
                    </a:lnTo>
                    <a:lnTo>
                      <a:pt x="192" y="182"/>
                    </a:lnTo>
                    <a:lnTo>
                      <a:pt x="192" y="182"/>
                    </a:lnTo>
                    <a:lnTo>
                      <a:pt x="190" y="182"/>
                    </a:lnTo>
                    <a:lnTo>
                      <a:pt x="190" y="182"/>
                    </a:lnTo>
                    <a:lnTo>
                      <a:pt x="190" y="182"/>
                    </a:lnTo>
                    <a:lnTo>
                      <a:pt x="190" y="180"/>
                    </a:lnTo>
                    <a:lnTo>
                      <a:pt x="190" y="180"/>
                    </a:lnTo>
                    <a:lnTo>
                      <a:pt x="190" y="180"/>
                    </a:lnTo>
                    <a:lnTo>
                      <a:pt x="190" y="178"/>
                    </a:lnTo>
                    <a:lnTo>
                      <a:pt x="190" y="178"/>
                    </a:lnTo>
                    <a:lnTo>
                      <a:pt x="190" y="175"/>
                    </a:lnTo>
                    <a:lnTo>
                      <a:pt x="190" y="175"/>
                    </a:lnTo>
                    <a:lnTo>
                      <a:pt x="190" y="175"/>
                    </a:lnTo>
                    <a:lnTo>
                      <a:pt x="190" y="173"/>
                    </a:lnTo>
                    <a:lnTo>
                      <a:pt x="187" y="173"/>
                    </a:lnTo>
                    <a:lnTo>
                      <a:pt x="187" y="173"/>
                    </a:lnTo>
                    <a:lnTo>
                      <a:pt x="187" y="173"/>
                    </a:lnTo>
                    <a:lnTo>
                      <a:pt x="187" y="173"/>
                    </a:lnTo>
                    <a:lnTo>
                      <a:pt x="187" y="170"/>
                    </a:lnTo>
                    <a:lnTo>
                      <a:pt x="190" y="170"/>
                    </a:lnTo>
                    <a:lnTo>
                      <a:pt x="190" y="170"/>
                    </a:lnTo>
                    <a:lnTo>
                      <a:pt x="190" y="170"/>
                    </a:lnTo>
                    <a:lnTo>
                      <a:pt x="190" y="170"/>
                    </a:lnTo>
                    <a:lnTo>
                      <a:pt x="190" y="168"/>
                    </a:lnTo>
                    <a:lnTo>
                      <a:pt x="190" y="168"/>
                    </a:lnTo>
                    <a:lnTo>
                      <a:pt x="190" y="168"/>
                    </a:lnTo>
                    <a:lnTo>
                      <a:pt x="190" y="166"/>
                    </a:lnTo>
                    <a:lnTo>
                      <a:pt x="190" y="166"/>
                    </a:lnTo>
                    <a:lnTo>
                      <a:pt x="187" y="166"/>
                    </a:lnTo>
                    <a:lnTo>
                      <a:pt x="187" y="163"/>
                    </a:lnTo>
                    <a:lnTo>
                      <a:pt x="187" y="163"/>
                    </a:lnTo>
                    <a:lnTo>
                      <a:pt x="187" y="161"/>
                    </a:lnTo>
                    <a:lnTo>
                      <a:pt x="187" y="161"/>
                    </a:lnTo>
                    <a:lnTo>
                      <a:pt x="187" y="161"/>
                    </a:lnTo>
                    <a:lnTo>
                      <a:pt x="187" y="159"/>
                    </a:lnTo>
                    <a:lnTo>
                      <a:pt x="190" y="159"/>
                    </a:lnTo>
                    <a:lnTo>
                      <a:pt x="190" y="159"/>
                    </a:lnTo>
                    <a:lnTo>
                      <a:pt x="187" y="159"/>
                    </a:lnTo>
                    <a:lnTo>
                      <a:pt x="187" y="156"/>
                    </a:lnTo>
                    <a:lnTo>
                      <a:pt x="187" y="156"/>
                    </a:lnTo>
                    <a:lnTo>
                      <a:pt x="187" y="156"/>
                    </a:lnTo>
                    <a:lnTo>
                      <a:pt x="187" y="156"/>
                    </a:lnTo>
                    <a:lnTo>
                      <a:pt x="185" y="156"/>
                    </a:lnTo>
                    <a:lnTo>
                      <a:pt x="185" y="156"/>
                    </a:lnTo>
                    <a:lnTo>
                      <a:pt x="185" y="156"/>
                    </a:lnTo>
                    <a:lnTo>
                      <a:pt x="182" y="156"/>
                    </a:lnTo>
                    <a:lnTo>
                      <a:pt x="182" y="156"/>
                    </a:lnTo>
                    <a:lnTo>
                      <a:pt x="182" y="156"/>
                    </a:lnTo>
                    <a:lnTo>
                      <a:pt x="180" y="156"/>
                    </a:lnTo>
                    <a:lnTo>
                      <a:pt x="180" y="156"/>
                    </a:lnTo>
                    <a:lnTo>
                      <a:pt x="180" y="156"/>
                    </a:lnTo>
                    <a:lnTo>
                      <a:pt x="178" y="156"/>
                    </a:lnTo>
                    <a:lnTo>
                      <a:pt x="178" y="156"/>
                    </a:lnTo>
                    <a:lnTo>
                      <a:pt x="178" y="156"/>
                    </a:lnTo>
                    <a:lnTo>
                      <a:pt x="175" y="156"/>
                    </a:lnTo>
                    <a:lnTo>
                      <a:pt x="175" y="156"/>
                    </a:lnTo>
                    <a:lnTo>
                      <a:pt x="173" y="156"/>
                    </a:lnTo>
                    <a:lnTo>
                      <a:pt x="173" y="156"/>
                    </a:lnTo>
                    <a:lnTo>
                      <a:pt x="173" y="156"/>
                    </a:lnTo>
                    <a:lnTo>
                      <a:pt x="171" y="156"/>
                    </a:lnTo>
                    <a:lnTo>
                      <a:pt x="171" y="156"/>
                    </a:lnTo>
                    <a:lnTo>
                      <a:pt x="171" y="156"/>
                    </a:lnTo>
                    <a:lnTo>
                      <a:pt x="168" y="156"/>
                    </a:lnTo>
                    <a:lnTo>
                      <a:pt x="168" y="154"/>
                    </a:lnTo>
                    <a:lnTo>
                      <a:pt x="168" y="154"/>
                    </a:lnTo>
                    <a:lnTo>
                      <a:pt x="168" y="154"/>
                    </a:lnTo>
                    <a:lnTo>
                      <a:pt x="168" y="151"/>
                    </a:lnTo>
                    <a:lnTo>
                      <a:pt x="168" y="151"/>
                    </a:lnTo>
                    <a:lnTo>
                      <a:pt x="168" y="151"/>
                    </a:lnTo>
                    <a:lnTo>
                      <a:pt x="166" y="151"/>
                    </a:lnTo>
                    <a:lnTo>
                      <a:pt x="166" y="151"/>
                    </a:lnTo>
                    <a:lnTo>
                      <a:pt x="166" y="151"/>
                    </a:lnTo>
                    <a:lnTo>
                      <a:pt x="166" y="149"/>
                    </a:lnTo>
                    <a:lnTo>
                      <a:pt x="166" y="149"/>
                    </a:lnTo>
                    <a:lnTo>
                      <a:pt x="166" y="149"/>
                    </a:lnTo>
                    <a:lnTo>
                      <a:pt x="166" y="147"/>
                    </a:lnTo>
                    <a:lnTo>
                      <a:pt x="164" y="147"/>
                    </a:lnTo>
                    <a:lnTo>
                      <a:pt x="164" y="147"/>
                    </a:lnTo>
                    <a:lnTo>
                      <a:pt x="164" y="147"/>
                    </a:lnTo>
                    <a:lnTo>
                      <a:pt x="161" y="147"/>
                    </a:lnTo>
                    <a:lnTo>
                      <a:pt x="161" y="147"/>
                    </a:lnTo>
                    <a:lnTo>
                      <a:pt x="161" y="147"/>
                    </a:lnTo>
                    <a:lnTo>
                      <a:pt x="161" y="144"/>
                    </a:lnTo>
                    <a:lnTo>
                      <a:pt x="159" y="144"/>
                    </a:lnTo>
                    <a:lnTo>
                      <a:pt x="159" y="144"/>
                    </a:lnTo>
                    <a:lnTo>
                      <a:pt x="159" y="144"/>
                    </a:lnTo>
                    <a:lnTo>
                      <a:pt x="159" y="144"/>
                    </a:lnTo>
                    <a:lnTo>
                      <a:pt x="156" y="144"/>
                    </a:lnTo>
                    <a:lnTo>
                      <a:pt x="156" y="144"/>
                    </a:lnTo>
                    <a:lnTo>
                      <a:pt x="154" y="144"/>
                    </a:lnTo>
                    <a:lnTo>
                      <a:pt x="154" y="144"/>
                    </a:lnTo>
                    <a:lnTo>
                      <a:pt x="154" y="144"/>
                    </a:lnTo>
                    <a:lnTo>
                      <a:pt x="154" y="142"/>
                    </a:lnTo>
                    <a:lnTo>
                      <a:pt x="152" y="142"/>
                    </a:lnTo>
                    <a:lnTo>
                      <a:pt x="152" y="142"/>
                    </a:lnTo>
                    <a:lnTo>
                      <a:pt x="152" y="142"/>
                    </a:lnTo>
                    <a:lnTo>
                      <a:pt x="152" y="142"/>
                    </a:lnTo>
                    <a:lnTo>
                      <a:pt x="152" y="140"/>
                    </a:lnTo>
                    <a:lnTo>
                      <a:pt x="152" y="140"/>
                    </a:lnTo>
                    <a:lnTo>
                      <a:pt x="152" y="140"/>
                    </a:lnTo>
                    <a:lnTo>
                      <a:pt x="149" y="140"/>
                    </a:lnTo>
                    <a:lnTo>
                      <a:pt x="149" y="137"/>
                    </a:lnTo>
                    <a:lnTo>
                      <a:pt x="149" y="137"/>
                    </a:lnTo>
                    <a:lnTo>
                      <a:pt x="149" y="135"/>
                    </a:lnTo>
                    <a:lnTo>
                      <a:pt x="149" y="135"/>
                    </a:lnTo>
                    <a:lnTo>
                      <a:pt x="149" y="135"/>
                    </a:lnTo>
                    <a:lnTo>
                      <a:pt x="147" y="135"/>
                    </a:lnTo>
                    <a:lnTo>
                      <a:pt x="147" y="135"/>
                    </a:lnTo>
                    <a:lnTo>
                      <a:pt x="147" y="135"/>
                    </a:lnTo>
                    <a:lnTo>
                      <a:pt x="147" y="132"/>
                    </a:lnTo>
                    <a:lnTo>
                      <a:pt x="145" y="132"/>
                    </a:lnTo>
                    <a:lnTo>
                      <a:pt x="145" y="132"/>
                    </a:lnTo>
                    <a:lnTo>
                      <a:pt x="145" y="132"/>
                    </a:lnTo>
                    <a:lnTo>
                      <a:pt x="145" y="132"/>
                    </a:lnTo>
                    <a:lnTo>
                      <a:pt x="145" y="132"/>
                    </a:lnTo>
                    <a:lnTo>
                      <a:pt x="142" y="132"/>
                    </a:lnTo>
                    <a:lnTo>
                      <a:pt x="142" y="132"/>
                    </a:lnTo>
                    <a:lnTo>
                      <a:pt x="140" y="132"/>
                    </a:lnTo>
                    <a:lnTo>
                      <a:pt x="140" y="130"/>
                    </a:lnTo>
                    <a:lnTo>
                      <a:pt x="140" y="130"/>
                    </a:lnTo>
                    <a:lnTo>
                      <a:pt x="140" y="130"/>
                    </a:lnTo>
                    <a:lnTo>
                      <a:pt x="138" y="130"/>
                    </a:lnTo>
                    <a:lnTo>
                      <a:pt x="138" y="130"/>
                    </a:lnTo>
                    <a:lnTo>
                      <a:pt x="138" y="130"/>
                    </a:lnTo>
                    <a:lnTo>
                      <a:pt x="138" y="132"/>
                    </a:lnTo>
                    <a:lnTo>
                      <a:pt x="135" y="132"/>
                    </a:lnTo>
                    <a:lnTo>
                      <a:pt x="135" y="132"/>
                    </a:lnTo>
                    <a:lnTo>
                      <a:pt x="133" y="132"/>
                    </a:lnTo>
                    <a:lnTo>
                      <a:pt x="133" y="130"/>
                    </a:lnTo>
                    <a:lnTo>
                      <a:pt x="133" y="130"/>
                    </a:lnTo>
                    <a:lnTo>
                      <a:pt x="133" y="130"/>
                    </a:lnTo>
                    <a:lnTo>
                      <a:pt x="133" y="130"/>
                    </a:lnTo>
                    <a:lnTo>
                      <a:pt x="133" y="130"/>
                    </a:lnTo>
                    <a:lnTo>
                      <a:pt x="130" y="130"/>
                    </a:lnTo>
                    <a:lnTo>
                      <a:pt x="130" y="132"/>
                    </a:lnTo>
                    <a:lnTo>
                      <a:pt x="130" y="132"/>
                    </a:lnTo>
                    <a:lnTo>
                      <a:pt x="128" y="132"/>
                    </a:lnTo>
                    <a:lnTo>
                      <a:pt x="128" y="132"/>
                    </a:lnTo>
                    <a:lnTo>
                      <a:pt x="128" y="130"/>
                    </a:lnTo>
                    <a:lnTo>
                      <a:pt x="128" y="130"/>
                    </a:lnTo>
                    <a:lnTo>
                      <a:pt x="126" y="130"/>
                    </a:lnTo>
                    <a:lnTo>
                      <a:pt x="126" y="130"/>
                    </a:lnTo>
                    <a:lnTo>
                      <a:pt x="126" y="130"/>
                    </a:lnTo>
                    <a:lnTo>
                      <a:pt x="126" y="130"/>
                    </a:lnTo>
                    <a:lnTo>
                      <a:pt x="126" y="128"/>
                    </a:lnTo>
                    <a:lnTo>
                      <a:pt x="126" y="128"/>
                    </a:lnTo>
                    <a:lnTo>
                      <a:pt x="123" y="128"/>
                    </a:lnTo>
                    <a:lnTo>
                      <a:pt x="123" y="128"/>
                    </a:lnTo>
                    <a:lnTo>
                      <a:pt x="121" y="128"/>
                    </a:lnTo>
                    <a:lnTo>
                      <a:pt x="121" y="128"/>
                    </a:lnTo>
                    <a:lnTo>
                      <a:pt x="121" y="128"/>
                    </a:lnTo>
                    <a:lnTo>
                      <a:pt x="121" y="125"/>
                    </a:lnTo>
                    <a:lnTo>
                      <a:pt x="119" y="125"/>
                    </a:lnTo>
                    <a:lnTo>
                      <a:pt x="119" y="125"/>
                    </a:lnTo>
                    <a:lnTo>
                      <a:pt x="119" y="125"/>
                    </a:lnTo>
                    <a:lnTo>
                      <a:pt x="119" y="125"/>
                    </a:lnTo>
                    <a:lnTo>
                      <a:pt x="116" y="125"/>
                    </a:lnTo>
                    <a:lnTo>
                      <a:pt x="116" y="125"/>
                    </a:lnTo>
                    <a:lnTo>
                      <a:pt x="114" y="125"/>
                    </a:lnTo>
                    <a:lnTo>
                      <a:pt x="114" y="123"/>
                    </a:lnTo>
                    <a:lnTo>
                      <a:pt x="114" y="123"/>
                    </a:lnTo>
                    <a:lnTo>
                      <a:pt x="114" y="123"/>
                    </a:lnTo>
                    <a:lnTo>
                      <a:pt x="111" y="123"/>
                    </a:lnTo>
                    <a:lnTo>
                      <a:pt x="111" y="123"/>
                    </a:lnTo>
                    <a:lnTo>
                      <a:pt x="111" y="123"/>
                    </a:lnTo>
                    <a:lnTo>
                      <a:pt x="109" y="123"/>
                    </a:lnTo>
                    <a:lnTo>
                      <a:pt x="109" y="123"/>
                    </a:lnTo>
                    <a:lnTo>
                      <a:pt x="109" y="123"/>
                    </a:lnTo>
                    <a:lnTo>
                      <a:pt x="107" y="123"/>
                    </a:lnTo>
                    <a:lnTo>
                      <a:pt x="107" y="123"/>
                    </a:lnTo>
                    <a:lnTo>
                      <a:pt x="107" y="123"/>
                    </a:lnTo>
                    <a:lnTo>
                      <a:pt x="107" y="121"/>
                    </a:lnTo>
                    <a:lnTo>
                      <a:pt x="107" y="121"/>
                    </a:lnTo>
                    <a:lnTo>
                      <a:pt x="107" y="121"/>
                    </a:lnTo>
                    <a:lnTo>
                      <a:pt x="107" y="118"/>
                    </a:lnTo>
                    <a:lnTo>
                      <a:pt x="104" y="118"/>
                    </a:lnTo>
                    <a:lnTo>
                      <a:pt x="104" y="118"/>
                    </a:lnTo>
                    <a:lnTo>
                      <a:pt x="104" y="116"/>
                    </a:lnTo>
                    <a:lnTo>
                      <a:pt x="104" y="116"/>
                    </a:lnTo>
                    <a:lnTo>
                      <a:pt x="104" y="116"/>
                    </a:lnTo>
                    <a:lnTo>
                      <a:pt x="104" y="116"/>
                    </a:lnTo>
                    <a:lnTo>
                      <a:pt x="102" y="116"/>
                    </a:lnTo>
                    <a:lnTo>
                      <a:pt x="102" y="116"/>
                    </a:lnTo>
                    <a:lnTo>
                      <a:pt x="102" y="116"/>
                    </a:lnTo>
                    <a:lnTo>
                      <a:pt x="100" y="116"/>
                    </a:lnTo>
                    <a:lnTo>
                      <a:pt x="100" y="118"/>
                    </a:lnTo>
                    <a:lnTo>
                      <a:pt x="100" y="118"/>
                    </a:lnTo>
                    <a:lnTo>
                      <a:pt x="100" y="118"/>
                    </a:lnTo>
                    <a:lnTo>
                      <a:pt x="100" y="116"/>
                    </a:lnTo>
                    <a:lnTo>
                      <a:pt x="97" y="116"/>
                    </a:lnTo>
                    <a:lnTo>
                      <a:pt x="97" y="116"/>
                    </a:lnTo>
                    <a:lnTo>
                      <a:pt x="95" y="116"/>
                    </a:lnTo>
                    <a:lnTo>
                      <a:pt x="95" y="116"/>
                    </a:lnTo>
                    <a:lnTo>
                      <a:pt x="95" y="116"/>
                    </a:lnTo>
                    <a:lnTo>
                      <a:pt x="95" y="116"/>
                    </a:lnTo>
                    <a:lnTo>
                      <a:pt x="93" y="116"/>
                    </a:lnTo>
                    <a:lnTo>
                      <a:pt x="93" y="116"/>
                    </a:lnTo>
                    <a:lnTo>
                      <a:pt x="93" y="116"/>
                    </a:lnTo>
                    <a:lnTo>
                      <a:pt x="90" y="116"/>
                    </a:lnTo>
                    <a:lnTo>
                      <a:pt x="90" y="116"/>
                    </a:lnTo>
                    <a:lnTo>
                      <a:pt x="88" y="116"/>
                    </a:lnTo>
                    <a:lnTo>
                      <a:pt x="88" y="116"/>
                    </a:lnTo>
                    <a:lnTo>
                      <a:pt x="88" y="116"/>
                    </a:lnTo>
                    <a:lnTo>
                      <a:pt x="85" y="116"/>
                    </a:lnTo>
                    <a:lnTo>
                      <a:pt x="85" y="116"/>
                    </a:lnTo>
                    <a:lnTo>
                      <a:pt x="85" y="116"/>
                    </a:lnTo>
                    <a:lnTo>
                      <a:pt x="85" y="116"/>
                    </a:lnTo>
                    <a:lnTo>
                      <a:pt x="85" y="118"/>
                    </a:lnTo>
                    <a:lnTo>
                      <a:pt x="85" y="118"/>
                    </a:lnTo>
                    <a:lnTo>
                      <a:pt x="85" y="121"/>
                    </a:lnTo>
                    <a:lnTo>
                      <a:pt x="83" y="121"/>
                    </a:lnTo>
                    <a:lnTo>
                      <a:pt x="83" y="121"/>
                    </a:lnTo>
                    <a:lnTo>
                      <a:pt x="83" y="121"/>
                    </a:lnTo>
                    <a:lnTo>
                      <a:pt x="81" y="121"/>
                    </a:lnTo>
                    <a:lnTo>
                      <a:pt x="81" y="121"/>
                    </a:lnTo>
                    <a:lnTo>
                      <a:pt x="81" y="121"/>
                    </a:lnTo>
                    <a:lnTo>
                      <a:pt x="81" y="121"/>
                    </a:lnTo>
                    <a:lnTo>
                      <a:pt x="78" y="121"/>
                    </a:lnTo>
                    <a:lnTo>
                      <a:pt x="78" y="121"/>
                    </a:lnTo>
                    <a:lnTo>
                      <a:pt x="78" y="121"/>
                    </a:lnTo>
                    <a:lnTo>
                      <a:pt x="76" y="121"/>
                    </a:lnTo>
                    <a:lnTo>
                      <a:pt x="76" y="121"/>
                    </a:lnTo>
                    <a:lnTo>
                      <a:pt x="74" y="121"/>
                    </a:lnTo>
                    <a:lnTo>
                      <a:pt x="74" y="121"/>
                    </a:lnTo>
                    <a:lnTo>
                      <a:pt x="74" y="118"/>
                    </a:lnTo>
                    <a:lnTo>
                      <a:pt x="74" y="118"/>
                    </a:lnTo>
                    <a:lnTo>
                      <a:pt x="71" y="118"/>
                    </a:lnTo>
                    <a:lnTo>
                      <a:pt x="71" y="118"/>
                    </a:lnTo>
                    <a:lnTo>
                      <a:pt x="71" y="121"/>
                    </a:lnTo>
                    <a:lnTo>
                      <a:pt x="71" y="121"/>
                    </a:lnTo>
                    <a:lnTo>
                      <a:pt x="69" y="121"/>
                    </a:lnTo>
                    <a:lnTo>
                      <a:pt x="69" y="121"/>
                    </a:lnTo>
                    <a:lnTo>
                      <a:pt x="67" y="121"/>
                    </a:lnTo>
                    <a:lnTo>
                      <a:pt x="67" y="121"/>
                    </a:lnTo>
                    <a:lnTo>
                      <a:pt x="67" y="121"/>
                    </a:lnTo>
                    <a:lnTo>
                      <a:pt x="67" y="121"/>
                    </a:lnTo>
                    <a:lnTo>
                      <a:pt x="64" y="121"/>
                    </a:lnTo>
                    <a:lnTo>
                      <a:pt x="64" y="121"/>
                    </a:lnTo>
                    <a:lnTo>
                      <a:pt x="64" y="123"/>
                    </a:lnTo>
                    <a:lnTo>
                      <a:pt x="62" y="123"/>
                    </a:lnTo>
                    <a:lnTo>
                      <a:pt x="62" y="123"/>
                    </a:lnTo>
                    <a:lnTo>
                      <a:pt x="62" y="123"/>
                    </a:lnTo>
                    <a:lnTo>
                      <a:pt x="62" y="123"/>
                    </a:lnTo>
                    <a:lnTo>
                      <a:pt x="59" y="123"/>
                    </a:lnTo>
                    <a:lnTo>
                      <a:pt x="59" y="123"/>
                    </a:lnTo>
                    <a:lnTo>
                      <a:pt x="59" y="123"/>
                    </a:lnTo>
                    <a:lnTo>
                      <a:pt x="59" y="123"/>
                    </a:lnTo>
                    <a:lnTo>
                      <a:pt x="57" y="123"/>
                    </a:lnTo>
                    <a:lnTo>
                      <a:pt x="57" y="123"/>
                    </a:lnTo>
                    <a:lnTo>
                      <a:pt x="57" y="125"/>
                    </a:lnTo>
                    <a:lnTo>
                      <a:pt x="55" y="125"/>
                    </a:lnTo>
                    <a:lnTo>
                      <a:pt x="55" y="125"/>
                    </a:lnTo>
                    <a:lnTo>
                      <a:pt x="55" y="125"/>
                    </a:lnTo>
                    <a:lnTo>
                      <a:pt x="55" y="128"/>
                    </a:lnTo>
                    <a:lnTo>
                      <a:pt x="55" y="128"/>
                    </a:lnTo>
                    <a:lnTo>
                      <a:pt x="52" y="128"/>
                    </a:lnTo>
                    <a:lnTo>
                      <a:pt x="52" y="128"/>
                    </a:lnTo>
                    <a:lnTo>
                      <a:pt x="52" y="128"/>
                    </a:lnTo>
                    <a:lnTo>
                      <a:pt x="52" y="130"/>
                    </a:lnTo>
                    <a:lnTo>
                      <a:pt x="52" y="130"/>
                    </a:lnTo>
                    <a:lnTo>
                      <a:pt x="52" y="130"/>
                    </a:lnTo>
                    <a:lnTo>
                      <a:pt x="52" y="132"/>
                    </a:lnTo>
                    <a:lnTo>
                      <a:pt x="52" y="132"/>
                    </a:lnTo>
                    <a:lnTo>
                      <a:pt x="52" y="132"/>
                    </a:lnTo>
                    <a:lnTo>
                      <a:pt x="52" y="135"/>
                    </a:lnTo>
                    <a:lnTo>
                      <a:pt x="50" y="135"/>
                    </a:lnTo>
                    <a:lnTo>
                      <a:pt x="50" y="135"/>
                    </a:lnTo>
                    <a:lnTo>
                      <a:pt x="50" y="135"/>
                    </a:lnTo>
                    <a:lnTo>
                      <a:pt x="48" y="135"/>
                    </a:lnTo>
                    <a:lnTo>
                      <a:pt x="48" y="137"/>
                    </a:lnTo>
                    <a:lnTo>
                      <a:pt x="48" y="137"/>
                    </a:lnTo>
                    <a:lnTo>
                      <a:pt x="48" y="135"/>
                    </a:lnTo>
                    <a:lnTo>
                      <a:pt x="48" y="135"/>
                    </a:lnTo>
                    <a:lnTo>
                      <a:pt x="45" y="135"/>
                    </a:lnTo>
                    <a:lnTo>
                      <a:pt x="45" y="137"/>
                    </a:lnTo>
                    <a:lnTo>
                      <a:pt x="45" y="137"/>
                    </a:lnTo>
                    <a:lnTo>
                      <a:pt x="45" y="137"/>
                    </a:lnTo>
                    <a:lnTo>
                      <a:pt x="45" y="137"/>
                    </a:lnTo>
                    <a:lnTo>
                      <a:pt x="43" y="137"/>
                    </a:lnTo>
                    <a:lnTo>
                      <a:pt x="43" y="137"/>
                    </a:lnTo>
                    <a:lnTo>
                      <a:pt x="43" y="140"/>
                    </a:lnTo>
                    <a:lnTo>
                      <a:pt x="40" y="140"/>
                    </a:lnTo>
                    <a:lnTo>
                      <a:pt x="40" y="140"/>
                    </a:lnTo>
                    <a:lnTo>
                      <a:pt x="40" y="140"/>
                    </a:lnTo>
                    <a:lnTo>
                      <a:pt x="40" y="140"/>
                    </a:lnTo>
                    <a:lnTo>
                      <a:pt x="38" y="140"/>
                    </a:lnTo>
                    <a:lnTo>
                      <a:pt x="38" y="140"/>
                    </a:lnTo>
                    <a:lnTo>
                      <a:pt x="38" y="140"/>
                    </a:lnTo>
                    <a:lnTo>
                      <a:pt x="38" y="140"/>
                    </a:lnTo>
                    <a:lnTo>
                      <a:pt x="36" y="140"/>
                    </a:lnTo>
                    <a:lnTo>
                      <a:pt x="36" y="140"/>
                    </a:lnTo>
                    <a:lnTo>
                      <a:pt x="33" y="140"/>
                    </a:lnTo>
                    <a:lnTo>
                      <a:pt x="33" y="140"/>
                    </a:lnTo>
                    <a:lnTo>
                      <a:pt x="33" y="140"/>
                    </a:lnTo>
                    <a:lnTo>
                      <a:pt x="31" y="140"/>
                    </a:lnTo>
                    <a:lnTo>
                      <a:pt x="31" y="137"/>
                    </a:lnTo>
                    <a:lnTo>
                      <a:pt x="31" y="137"/>
                    </a:lnTo>
                    <a:lnTo>
                      <a:pt x="31" y="135"/>
                    </a:lnTo>
                    <a:lnTo>
                      <a:pt x="31" y="135"/>
                    </a:lnTo>
                    <a:lnTo>
                      <a:pt x="31" y="135"/>
                    </a:lnTo>
                    <a:lnTo>
                      <a:pt x="31" y="132"/>
                    </a:lnTo>
                    <a:lnTo>
                      <a:pt x="31" y="132"/>
                    </a:lnTo>
                    <a:lnTo>
                      <a:pt x="31" y="132"/>
                    </a:lnTo>
                    <a:lnTo>
                      <a:pt x="31" y="130"/>
                    </a:lnTo>
                    <a:lnTo>
                      <a:pt x="31" y="130"/>
                    </a:lnTo>
                    <a:lnTo>
                      <a:pt x="31" y="130"/>
                    </a:lnTo>
                    <a:lnTo>
                      <a:pt x="31" y="128"/>
                    </a:lnTo>
                    <a:lnTo>
                      <a:pt x="31" y="128"/>
                    </a:lnTo>
                    <a:lnTo>
                      <a:pt x="31" y="125"/>
                    </a:lnTo>
                    <a:lnTo>
                      <a:pt x="31" y="125"/>
                    </a:lnTo>
                    <a:lnTo>
                      <a:pt x="31" y="123"/>
                    </a:lnTo>
                    <a:lnTo>
                      <a:pt x="31" y="123"/>
                    </a:lnTo>
                    <a:lnTo>
                      <a:pt x="31" y="123"/>
                    </a:lnTo>
                    <a:lnTo>
                      <a:pt x="31" y="121"/>
                    </a:lnTo>
                    <a:lnTo>
                      <a:pt x="31" y="121"/>
                    </a:lnTo>
                    <a:lnTo>
                      <a:pt x="31" y="121"/>
                    </a:lnTo>
                    <a:lnTo>
                      <a:pt x="31" y="118"/>
                    </a:lnTo>
                    <a:lnTo>
                      <a:pt x="31" y="118"/>
                    </a:lnTo>
                    <a:lnTo>
                      <a:pt x="31" y="116"/>
                    </a:lnTo>
                    <a:lnTo>
                      <a:pt x="31" y="116"/>
                    </a:lnTo>
                    <a:lnTo>
                      <a:pt x="31" y="114"/>
                    </a:lnTo>
                    <a:lnTo>
                      <a:pt x="31" y="114"/>
                    </a:lnTo>
                    <a:lnTo>
                      <a:pt x="31" y="111"/>
                    </a:lnTo>
                    <a:lnTo>
                      <a:pt x="31" y="111"/>
                    </a:lnTo>
                    <a:lnTo>
                      <a:pt x="31" y="111"/>
                    </a:lnTo>
                    <a:lnTo>
                      <a:pt x="31" y="111"/>
                    </a:lnTo>
                    <a:lnTo>
                      <a:pt x="31" y="109"/>
                    </a:lnTo>
                    <a:lnTo>
                      <a:pt x="31" y="109"/>
                    </a:lnTo>
                    <a:lnTo>
                      <a:pt x="31" y="106"/>
                    </a:lnTo>
                    <a:lnTo>
                      <a:pt x="31" y="106"/>
                    </a:lnTo>
                    <a:lnTo>
                      <a:pt x="31" y="106"/>
                    </a:lnTo>
                    <a:lnTo>
                      <a:pt x="31" y="104"/>
                    </a:lnTo>
                    <a:lnTo>
                      <a:pt x="31" y="104"/>
                    </a:lnTo>
                    <a:lnTo>
                      <a:pt x="31" y="104"/>
                    </a:lnTo>
                    <a:lnTo>
                      <a:pt x="31" y="102"/>
                    </a:lnTo>
                    <a:lnTo>
                      <a:pt x="33" y="102"/>
                    </a:lnTo>
                    <a:lnTo>
                      <a:pt x="33" y="102"/>
                    </a:lnTo>
                    <a:lnTo>
                      <a:pt x="33" y="102"/>
                    </a:lnTo>
                    <a:lnTo>
                      <a:pt x="33" y="99"/>
                    </a:lnTo>
                    <a:lnTo>
                      <a:pt x="33" y="99"/>
                    </a:lnTo>
                    <a:lnTo>
                      <a:pt x="33" y="99"/>
                    </a:lnTo>
                    <a:lnTo>
                      <a:pt x="33" y="99"/>
                    </a:lnTo>
                    <a:lnTo>
                      <a:pt x="31" y="99"/>
                    </a:lnTo>
                    <a:lnTo>
                      <a:pt x="31" y="97"/>
                    </a:lnTo>
                    <a:lnTo>
                      <a:pt x="31" y="97"/>
                    </a:lnTo>
                    <a:lnTo>
                      <a:pt x="31" y="97"/>
                    </a:lnTo>
                    <a:lnTo>
                      <a:pt x="31" y="97"/>
                    </a:lnTo>
                    <a:lnTo>
                      <a:pt x="29" y="97"/>
                    </a:lnTo>
                    <a:lnTo>
                      <a:pt x="29" y="97"/>
                    </a:lnTo>
                    <a:lnTo>
                      <a:pt x="29" y="95"/>
                    </a:lnTo>
                    <a:lnTo>
                      <a:pt x="26" y="95"/>
                    </a:lnTo>
                    <a:lnTo>
                      <a:pt x="26" y="95"/>
                    </a:lnTo>
                    <a:lnTo>
                      <a:pt x="26" y="95"/>
                    </a:lnTo>
                    <a:lnTo>
                      <a:pt x="26" y="92"/>
                    </a:lnTo>
                    <a:lnTo>
                      <a:pt x="26" y="92"/>
                    </a:lnTo>
                    <a:lnTo>
                      <a:pt x="26" y="92"/>
                    </a:lnTo>
                    <a:lnTo>
                      <a:pt x="24" y="92"/>
                    </a:lnTo>
                    <a:lnTo>
                      <a:pt x="24" y="92"/>
                    </a:lnTo>
                    <a:lnTo>
                      <a:pt x="24" y="90"/>
                    </a:lnTo>
                    <a:lnTo>
                      <a:pt x="24" y="90"/>
                    </a:lnTo>
                    <a:lnTo>
                      <a:pt x="24" y="90"/>
                    </a:lnTo>
                    <a:lnTo>
                      <a:pt x="22" y="90"/>
                    </a:lnTo>
                    <a:lnTo>
                      <a:pt x="22" y="87"/>
                    </a:lnTo>
                    <a:lnTo>
                      <a:pt x="22" y="87"/>
                    </a:lnTo>
                    <a:lnTo>
                      <a:pt x="22" y="87"/>
                    </a:lnTo>
                    <a:lnTo>
                      <a:pt x="19" y="87"/>
                    </a:lnTo>
                    <a:lnTo>
                      <a:pt x="19" y="87"/>
                    </a:lnTo>
                    <a:lnTo>
                      <a:pt x="19" y="87"/>
                    </a:lnTo>
                    <a:lnTo>
                      <a:pt x="17" y="87"/>
                    </a:lnTo>
                    <a:lnTo>
                      <a:pt x="17" y="90"/>
                    </a:lnTo>
                    <a:lnTo>
                      <a:pt x="17" y="90"/>
                    </a:lnTo>
                    <a:lnTo>
                      <a:pt x="17" y="92"/>
                    </a:lnTo>
                    <a:lnTo>
                      <a:pt x="17" y="92"/>
                    </a:lnTo>
                    <a:lnTo>
                      <a:pt x="17" y="90"/>
                    </a:lnTo>
                    <a:lnTo>
                      <a:pt x="14" y="90"/>
                    </a:lnTo>
                    <a:lnTo>
                      <a:pt x="14" y="90"/>
                    </a:lnTo>
                    <a:lnTo>
                      <a:pt x="14" y="87"/>
                    </a:lnTo>
                    <a:lnTo>
                      <a:pt x="14" y="87"/>
                    </a:lnTo>
                    <a:lnTo>
                      <a:pt x="14" y="87"/>
                    </a:lnTo>
                    <a:lnTo>
                      <a:pt x="14" y="85"/>
                    </a:lnTo>
                    <a:lnTo>
                      <a:pt x="14" y="85"/>
                    </a:lnTo>
                    <a:lnTo>
                      <a:pt x="14" y="83"/>
                    </a:lnTo>
                    <a:lnTo>
                      <a:pt x="14" y="83"/>
                    </a:lnTo>
                    <a:lnTo>
                      <a:pt x="14" y="83"/>
                    </a:lnTo>
                    <a:lnTo>
                      <a:pt x="17" y="83"/>
                    </a:lnTo>
                    <a:lnTo>
                      <a:pt x="17" y="83"/>
                    </a:lnTo>
                    <a:lnTo>
                      <a:pt x="17" y="83"/>
                    </a:lnTo>
                    <a:lnTo>
                      <a:pt x="17" y="80"/>
                    </a:lnTo>
                    <a:lnTo>
                      <a:pt x="17" y="80"/>
                    </a:lnTo>
                    <a:lnTo>
                      <a:pt x="19" y="80"/>
                    </a:lnTo>
                    <a:lnTo>
                      <a:pt x="19" y="78"/>
                    </a:lnTo>
                    <a:lnTo>
                      <a:pt x="19" y="78"/>
                    </a:lnTo>
                    <a:lnTo>
                      <a:pt x="19" y="78"/>
                    </a:lnTo>
                    <a:lnTo>
                      <a:pt x="22" y="78"/>
                    </a:lnTo>
                    <a:lnTo>
                      <a:pt x="22" y="80"/>
                    </a:lnTo>
                    <a:lnTo>
                      <a:pt x="19" y="80"/>
                    </a:lnTo>
                    <a:lnTo>
                      <a:pt x="19" y="80"/>
                    </a:lnTo>
                    <a:lnTo>
                      <a:pt x="19" y="80"/>
                    </a:lnTo>
                    <a:lnTo>
                      <a:pt x="19" y="83"/>
                    </a:lnTo>
                    <a:lnTo>
                      <a:pt x="19" y="83"/>
                    </a:lnTo>
                    <a:lnTo>
                      <a:pt x="22" y="83"/>
                    </a:lnTo>
                    <a:lnTo>
                      <a:pt x="22" y="83"/>
                    </a:lnTo>
                    <a:lnTo>
                      <a:pt x="22" y="83"/>
                    </a:lnTo>
                    <a:lnTo>
                      <a:pt x="22" y="80"/>
                    </a:lnTo>
                    <a:lnTo>
                      <a:pt x="22" y="80"/>
                    </a:lnTo>
                    <a:lnTo>
                      <a:pt x="22" y="80"/>
                    </a:lnTo>
                    <a:lnTo>
                      <a:pt x="22" y="78"/>
                    </a:lnTo>
                    <a:lnTo>
                      <a:pt x="22" y="78"/>
                    </a:lnTo>
                    <a:lnTo>
                      <a:pt x="22" y="78"/>
                    </a:lnTo>
                    <a:lnTo>
                      <a:pt x="22" y="76"/>
                    </a:lnTo>
                    <a:lnTo>
                      <a:pt x="22" y="76"/>
                    </a:lnTo>
                    <a:lnTo>
                      <a:pt x="22" y="76"/>
                    </a:lnTo>
                    <a:lnTo>
                      <a:pt x="22" y="73"/>
                    </a:lnTo>
                    <a:lnTo>
                      <a:pt x="22" y="73"/>
                    </a:lnTo>
                    <a:lnTo>
                      <a:pt x="22" y="73"/>
                    </a:lnTo>
                    <a:lnTo>
                      <a:pt x="22" y="73"/>
                    </a:lnTo>
                    <a:lnTo>
                      <a:pt x="19" y="73"/>
                    </a:lnTo>
                    <a:lnTo>
                      <a:pt x="19" y="73"/>
                    </a:lnTo>
                    <a:lnTo>
                      <a:pt x="19" y="73"/>
                    </a:lnTo>
                    <a:lnTo>
                      <a:pt x="19" y="73"/>
                    </a:lnTo>
                    <a:lnTo>
                      <a:pt x="19" y="73"/>
                    </a:lnTo>
                    <a:lnTo>
                      <a:pt x="17" y="73"/>
                    </a:lnTo>
                    <a:lnTo>
                      <a:pt x="17" y="73"/>
                    </a:lnTo>
                    <a:lnTo>
                      <a:pt x="14" y="73"/>
                    </a:lnTo>
                    <a:lnTo>
                      <a:pt x="14" y="73"/>
                    </a:lnTo>
                    <a:lnTo>
                      <a:pt x="14" y="73"/>
                    </a:lnTo>
                    <a:lnTo>
                      <a:pt x="14" y="71"/>
                    </a:lnTo>
                    <a:lnTo>
                      <a:pt x="12" y="71"/>
                    </a:lnTo>
                    <a:lnTo>
                      <a:pt x="12" y="71"/>
                    </a:lnTo>
                    <a:lnTo>
                      <a:pt x="12" y="71"/>
                    </a:lnTo>
                    <a:lnTo>
                      <a:pt x="12" y="73"/>
                    </a:lnTo>
                    <a:lnTo>
                      <a:pt x="12" y="73"/>
                    </a:lnTo>
                    <a:lnTo>
                      <a:pt x="12" y="73"/>
                    </a:lnTo>
                    <a:lnTo>
                      <a:pt x="12" y="73"/>
                    </a:lnTo>
                    <a:lnTo>
                      <a:pt x="12" y="73"/>
                    </a:lnTo>
                    <a:lnTo>
                      <a:pt x="12" y="76"/>
                    </a:lnTo>
                    <a:lnTo>
                      <a:pt x="14" y="76"/>
                    </a:lnTo>
                    <a:lnTo>
                      <a:pt x="14" y="76"/>
                    </a:lnTo>
                    <a:lnTo>
                      <a:pt x="14" y="76"/>
                    </a:lnTo>
                    <a:lnTo>
                      <a:pt x="14" y="78"/>
                    </a:lnTo>
                    <a:lnTo>
                      <a:pt x="14" y="78"/>
                    </a:lnTo>
                    <a:lnTo>
                      <a:pt x="14" y="78"/>
                    </a:lnTo>
                    <a:lnTo>
                      <a:pt x="17" y="78"/>
                    </a:lnTo>
                    <a:lnTo>
                      <a:pt x="17" y="80"/>
                    </a:lnTo>
                    <a:lnTo>
                      <a:pt x="14" y="80"/>
                    </a:lnTo>
                    <a:lnTo>
                      <a:pt x="14" y="80"/>
                    </a:lnTo>
                    <a:lnTo>
                      <a:pt x="14" y="78"/>
                    </a:lnTo>
                    <a:lnTo>
                      <a:pt x="14" y="78"/>
                    </a:lnTo>
                    <a:lnTo>
                      <a:pt x="14" y="78"/>
                    </a:lnTo>
                    <a:lnTo>
                      <a:pt x="12" y="78"/>
                    </a:lnTo>
                    <a:lnTo>
                      <a:pt x="12" y="78"/>
                    </a:lnTo>
                    <a:lnTo>
                      <a:pt x="12" y="76"/>
                    </a:lnTo>
                    <a:lnTo>
                      <a:pt x="12" y="76"/>
                    </a:lnTo>
                    <a:lnTo>
                      <a:pt x="12" y="76"/>
                    </a:lnTo>
                    <a:lnTo>
                      <a:pt x="10" y="76"/>
                    </a:lnTo>
                    <a:lnTo>
                      <a:pt x="10" y="73"/>
                    </a:lnTo>
                    <a:lnTo>
                      <a:pt x="10" y="73"/>
                    </a:lnTo>
                    <a:lnTo>
                      <a:pt x="10" y="73"/>
                    </a:lnTo>
                    <a:lnTo>
                      <a:pt x="10" y="73"/>
                    </a:lnTo>
                    <a:lnTo>
                      <a:pt x="7" y="73"/>
                    </a:lnTo>
                    <a:lnTo>
                      <a:pt x="7" y="71"/>
                    </a:lnTo>
                    <a:lnTo>
                      <a:pt x="7" y="71"/>
                    </a:lnTo>
                    <a:lnTo>
                      <a:pt x="7" y="71"/>
                    </a:lnTo>
                    <a:lnTo>
                      <a:pt x="7" y="71"/>
                    </a:lnTo>
                    <a:lnTo>
                      <a:pt x="7" y="68"/>
                    </a:lnTo>
                    <a:lnTo>
                      <a:pt x="7" y="68"/>
                    </a:lnTo>
                    <a:lnTo>
                      <a:pt x="7" y="68"/>
                    </a:lnTo>
                    <a:lnTo>
                      <a:pt x="7" y="66"/>
                    </a:lnTo>
                    <a:lnTo>
                      <a:pt x="7" y="66"/>
                    </a:lnTo>
                    <a:lnTo>
                      <a:pt x="7" y="66"/>
                    </a:lnTo>
                    <a:lnTo>
                      <a:pt x="7" y="64"/>
                    </a:lnTo>
                    <a:lnTo>
                      <a:pt x="5" y="64"/>
                    </a:lnTo>
                    <a:lnTo>
                      <a:pt x="5" y="64"/>
                    </a:lnTo>
                    <a:lnTo>
                      <a:pt x="5" y="64"/>
                    </a:lnTo>
                    <a:lnTo>
                      <a:pt x="7" y="64"/>
                    </a:lnTo>
                    <a:lnTo>
                      <a:pt x="7" y="61"/>
                    </a:lnTo>
                    <a:lnTo>
                      <a:pt x="7" y="61"/>
                    </a:lnTo>
                    <a:lnTo>
                      <a:pt x="7" y="59"/>
                    </a:lnTo>
                    <a:lnTo>
                      <a:pt x="7" y="59"/>
                    </a:lnTo>
                    <a:lnTo>
                      <a:pt x="7" y="57"/>
                    </a:lnTo>
                    <a:lnTo>
                      <a:pt x="7" y="57"/>
                    </a:lnTo>
                    <a:lnTo>
                      <a:pt x="7" y="57"/>
                    </a:lnTo>
                    <a:lnTo>
                      <a:pt x="7" y="57"/>
                    </a:lnTo>
                    <a:lnTo>
                      <a:pt x="7" y="54"/>
                    </a:lnTo>
                    <a:lnTo>
                      <a:pt x="7" y="54"/>
                    </a:lnTo>
                    <a:lnTo>
                      <a:pt x="10" y="54"/>
                    </a:lnTo>
                    <a:lnTo>
                      <a:pt x="10" y="52"/>
                    </a:lnTo>
                    <a:lnTo>
                      <a:pt x="7" y="52"/>
                    </a:lnTo>
                    <a:lnTo>
                      <a:pt x="7" y="52"/>
                    </a:lnTo>
                    <a:lnTo>
                      <a:pt x="10" y="52"/>
                    </a:lnTo>
                    <a:lnTo>
                      <a:pt x="10" y="52"/>
                    </a:lnTo>
                    <a:lnTo>
                      <a:pt x="10" y="52"/>
                    </a:lnTo>
                    <a:lnTo>
                      <a:pt x="10" y="50"/>
                    </a:lnTo>
                    <a:lnTo>
                      <a:pt x="10" y="50"/>
                    </a:lnTo>
                    <a:lnTo>
                      <a:pt x="10" y="47"/>
                    </a:lnTo>
                    <a:lnTo>
                      <a:pt x="12" y="47"/>
                    </a:lnTo>
                    <a:lnTo>
                      <a:pt x="12" y="47"/>
                    </a:lnTo>
                    <a:lnTo>
                      <a:pt x="12" y="45"/>
                    </a:lnTo>
                    <a:lnTo>
                      <a:pt x="10" y="45"/>
                    </a:lnTo>
                    <a:lnTo>
                      <a:pt x="10" y="45"/>
                    </a:lnTo>
                    <a:lnTo>
                      <a:pt x="10" y="45"/>
                    </a:lnTo>
                    <a:lnTo>
                      <a:pt x="10" y="42"/>
                    </a:lnTo>
                    <a:lnTo>
                      <a:pt x="10" y="42"/>
                    </a:lnTo>
                    <a:lnTo>
                      <a:pt x="10" y="42"/>
                    </a:lnTo>
                    <a:lnTo>
                      <a:pt x="10" y="40"/>
                    </a:lnTo>
                    <a:lnTo>
                      <a:pt x="7" y="40"/>
                    </a:lnTo>
                    <a:lnTo>
                      <a:pt x="7" y="40"/>
                    </a:lnTo>
                    <a:lnTo>
                      <a:pt x="7" y="38"/>
                    </a:lnTo>
                    <a:lnTo>
                      <a:pt x="7" y="38"/>
                    </a:lnTo>
                    <a:lnTo>
                      <a:pt x="7" y="38"/>
                    </a:lnTo>
                    <a:lnTo>
                      <a:pt x="7" y="35"/>
                    </a:lnTo>
                    <a:lnTo>
                      <a:pt x="7" y="35"/>
                    </a:lnTo>
                    <a:lnTo>
                      <a:pt x="7" y="35"/>
                    </a:lnTo>
                    <a:lnTo>
                      <a:pt x="5" y="35"/>
                    </a:lnTo>
                    <a:lnTo>
                      <a:pt x="5" y="33"/>
                    </a:lnTo>
                    <a:lnTo>
                      <a:pt x="5" y="33"/>
                    </a:lnTo>
                    <a:lnTo>
                      <a:pt x="5" y="33"/>
                    </a:lnTo>
                    <a:lnTo>
                      <a:pt x="5" y="33"/>
                    </a:lnTo>
                    <a:lnTo>
                      <a:pt x="3" y="33"/>
                    </a:lnTo>
                    <a:lnTo>
                      <a:pt x="3" y="33"/>
                    </a:lnTo>
                    <a:lnTo>
                      <a:pt x="3" y="31"/>
                    </a:lnTo>
                    <a:lnTo>
                      <a:pt x="3" y="31"/>
                    </a:lnTo>
                    <a:lnTo>
                      <a:pt x="5" y="31"/>
                    </a:lnTo>
                    <a:lnTo>
                      <a:pt x="5" y="28"/>
                    </a:lnTo>
                    <a:lnTo>
                      <a:pt x="3" y="28"/>
                    </a:lnTo>
                    <a:lnTo>
                      <a:pt x="3" y="28"/>
                    </a:lnTo>
                    <a:lnTo>
                      <a:pt x="3" y="28"/>
                    </a:lnTo>
                    <a:lnTo>
                      <a:pt x="0" y="28"/>
                    </a:lnTo>
                    <a:lnTo>
                      <a:pt x="0" y="26"/>
                    </a:lnTo>
                    <a:lnTo>
                      <a:pt x="0" y="26"/>
                    </a:lnTo>
                    <a:lnTo>
                      <a:pt x="3" y="26"/>
                    </a:lnTo>
                    <a:lnTo>
                      <a:pt x="3" y="23"/>
                    </a:lnTo>
                    <a:lnTo>
                      <a:pt x="3" y="23"/>
                    </a:lnTo>
                    <a:lnTo>
                      <a:pt x="5" y="23"/>
                    </a:lnTo>
                    <a:lnTo>
                      <a:pt x="5" y="23"/>
                    </a:lnTo>
                    <a:lnTo>
                      <a:pt x="5" y="23"/>
                    </a:lnTo>
                    <a:lnTo>
                      <a:pt x="5" y="23"/>
                    </a:lnTo>
                    <a:lnTo>
                      <a:pt x="5" y="23"/>
                    </a:lnTo>
                    <a:lnTo>
                      <a:pt x="7" y="23"/>
                    </a:lnTo>
                    <a:lnTo>
                      <a:pt x="7" y="21"/>
                    </a:lnTo>
                    <a:lnTo>
                      <a:pt x="7" y="21"/>
                    </a:lnTo>
                    <a:lnTo>
                      <a:pt x="7" y="21"/>
                    </a:lnTo>
                    <a:lnTo>
                      <a:pt x="7" y="21"/>
                    </a:lnTo>
                    <a:lnTo>
                      <a:pt x="10" y="21"/>
                    </a:lnTo>
                    <a:lnTo>
                      <a:pt x="10" y="19"/>
                    </a:lnTo>
                    <a:lnTo>
                      <a:pt x="10" y="19"/>
                    </a:lnTo>
                    <a:lnTo>
                      <a:pt x="12" y="19"/>
                    </a:lnTo>
                    <a:lnTo>
                      <a:pt x="12" y="19"/>
                    </a:lnTo>
                    <a:lnTo>
                      <a:pt x="12" y="19"/>
                    </a:lnTo>
                    <a:lnTo>
                      <a:pt x="12" y="16"/>
                    </a:lnTo>
                    <a:lnTo>
                      <a:pt x="12" y="16"/>
                    </a:lnTo>
                    <a:lnTo>
                      <a:pt x="14" y="16"/>
                    </a:lnTo>
                    <a:lnTo>
                      <a:pt x="14" y="16"/>
                    </a:lnTo>
                    <a:lnTo>
                      <a:pt x="14" y="16"/>
                    </a:lnTo>
                    <a:lnTo>
                      <a:pt x="14" y="16"/>
                    </a:lnTo>
                    <a:lnTo>
                      <a:pt x="17" y="16"/>
                    </a:lnTo>
                    <a:lnTo>
                      <a:pt x="17" y="16"/>
                    </a:lnTo>
                    <a:lnTo>
                      <a:pt x="17" y="14"/>
                    </a:lnTo>
                    <a:lnTo>
                      <a:pt x="19" y="14"/>
                    </a:lnTo>
                    <a:lnTo>
                      <a:pt x="19" y="14"/>
                    </a:lnTo>
                    <a:lnTo>
                      <a:pt x="19" y="14"/>
                    </a:lnTo>
                    <a:lnTo>
                      <a:pt x="19" y="14"/>
                    </a:lnTo>
                    <a:lnTo>
                      <a:pt x="22" y="14"/>
                    </a:lnTo>
                    <a:lnTo>
                      <a:pt x="22" y="14"/>
                    </a:lnTo>
                    <a:lnTo>
                      <a:pt x="22" y="14"/>
                    </a:lnTo>
                    <a:lnTo>
                      <a:pt x="22" y="14"/>
                    </a:lnTo>
                    <a:lnTo>
                      <a:pt x="24" y="14"/>
                    </a:lnTo>
                    <a:lnTo>
                      <a:pt x="24" y="14"/>
                    </a:lnTo>
                    <a:lnTo>
                      <a:pt x="26" y="14"/>
                    </a:lnTo>
                    <a:lnTo>
                      <a:pt x="26" y="14"/>
                    </a:lnTo>
                    <a:lnTo>
                      <a:pt x="26" y="14"/>
                    </a:lnTo>
                    <a:lnTo>
                      <a:pt x="29" y="14"/>
                    </a:lnTo>
                    <a:lnTo>
                      <a:pt x="29" y="14"/>
                    </a:lnTo>
                    <a:lnTo>
                      <a:pt x="29" y="12"/>
                    </a:lnTo>
                    <a:lnTo>
                      <a:pt x="31" y="12"/>
                    </a:lnTo>
                    <a:lnTo>
                      <a:pt x="31" y="12"/>
                    </a:lnTo>
                    <a:lnTo>
                      <a:pt x="31" y="12"/>
                    </a:lnTo>
                    <a:lnTo>
                      <a:pt x="33" y="12"/>
                    </a:lnTo>
                    <a:lnTo>
                      <a:pt x="33" y="12"/>
                    </a:lnTo>
                    <a:lnTo>
                      <a:pt x="33" y="12"/>
                    </a:lnTo>
                    <a:lnTo>
                      <a:pt x="36" y="12"/>
                    </a:lnTo>
                    <a:lnTo>
                      <a:pt x="36" y="12"/>
                    </a:lnTo>
                    <a:lnTo>
                      <a:pt x="38" y="12"/>
                    </a:lnTo>
                    <a:lnTo>
                      <a:pt x="38" y="12"/>
                    </a:lnTo>
                    <a:lnTo>
                      <a:pt x="38" y="12"/>
                    </a:lnTo>
                    <a:lnTo>
                      <a:pt x="40" y="12"/>
                    </a:lnTo>
                    <a:lnTo>
                      <a:pt x="40" y="12"/>
                    </a:lnTo>
                    <a:lnTo>
                      <a:pt x="40" y="14"/>
                    </a:lnTo>
                    <a:lnTo>
                      <a:pt x="40" y="14"/>
                    </a:lnTo>
                    <a:lnTo>
                      <a:pt x="43" y="14"/>
                    </a:lnTo>
                    <a:lnTo>
                      <a:pt x="43" y="14"/>
                    </a:lnTo>
                    <a:lnTo>
                      <a:pt x="43" y="14"/>
                    </a:lnTo>
                    <a:lnTo>
                      <a:pt x="45" y="14"/>
                    </a:lnTo>
                    <a:lnTo>
                      <a:pt x="45" y="14"/>
                    </a:lnTo>
                    <a:lnTo>
                      <a:pt x="45" y="14"/>
                    </a:lnTo>
                    <a:lnTo>
                      <a:pt x="45" y="16"/>
                    </a:lnTo>
                    <a:lnTo>
                      <a:pt x="45" y="16"/>
                    </a:lnTo>
                    <a:lnTo>
                      <a:pt x="48" y="16"/>
                    </a:lnTo>
                    <a:lnTo>
                      <a:pt x="48" y="16"/>
                    </a:lnTo>
                    <a:lnTo>
                      <a:pt x="48" y="16"/>
                    </a:lnTo>
                    <a:lnTo>
                      <a:pt x="48" y="16"/>
                    </a:lnTo>
                    <a:lnTo>
                      <a:pt x="48" y="19"/>
                    </a:lnTo>
                    <a:lnTo>
                      <a:pt x="50" y="19"/>
                    </a:lnTo>
                    <a:lnTo>
                      <a:pt x="50" y="19"/>
                    </a:lnTo>
                    <a:lnTo>
                      <a:pt x="50" y="19"/>
                    </a:lnTo>
                    <a:lnTo>
                      <a:pt x="52" y="19"/>
                    </a:lnTo>
                    <a:lnTo>
                      <a:pt x="52" y="19"/>
                    </a:lnTo>
                    <a:lnTo>
                      <a:pt x="52" y="21"/>
                    </a:lnTo>
                    <a:lnTo>
                      <a:pt x="52" y="21"/>
                    </a:lnTo>
                    <a:lnTo>
                      <a:pt x="52" y="21"/>
                    </a:lnTo>
                    <a:lnTo>
                      <a:pt x="55" y="21"/>
                    </a:lnTo>
                    <a:lnTo>
                      <a:pt x="55" y="23"/>
                    </a:lnTo>
                    <a:lnTo>
                      <a:pt x="55" y="23"/>
                    </a:lnTo>
                    <a:lnTo>
                      <a:pt x="55" y="23"/>
                    </a:lnTo>
                    <a:lnTo>
                      <a:pt x="55" y="23"/>
                    </a:lnTo>
                    <a:lnTo>
                      <a:pt x="55" y="26"/>
                    </a:lnTo>
                    <a:lnTo>
                      <a:pt x="55" y="26"/>
                    </a:lnTo>
                    <a:lnTo>
                      <a:pt x="55" y="26"/>
                    </a:lnTo>
                    <a:lnTo>
                      <a:pt x="57" y="26"/>
                    </a:lnTo>
                    <a:lnTo>
                      <a:pt x="57" y="28"/>
                    </a:lnTo>
                    <a:lnTo>
                      <a:pt x="57" y="28"/>
                    </a:lnTo>
                    <a:lnTo>
                      <a:pt x="57" y="28"/>
                    </a:lnTo>
                    <a:lnTo>
                      <a:pt x="59" y="28"/>
                    </a:lnTo>
                    <a:lnTo>
                      <a:pt x="59" y="31"/>
                    </a:lnTo>
                    <a:lnTo>
                      <a:pt x="59" y="31"/>
                    </a:lnTo>
                    <a:lnTo>
                      <a:pt x="59" y="31"/>
                    </a:lnTo>
                    <a:lnTo>
                      <a:pt x="59" y="33"/>
                    </a:lnTo>
                    <a:lnTo>
                      <a:pt x="59" y="33"/>
                    </a:lnTo>
                    <a:lnTo>
                      <a:pt x="59" y="33"/>
                    </a:lnTo>
                    <a:lnTo>
                      <a:pt x="59" y="33"/>
                    </a:lnTo>
                    <a:lnTo>
                      <a:pt x="62" y="33"/>
                    </a:lnTo>
                    <a:lnTo>
                      <a:pt x="62" y="35"/>
                    </a:lnTo>
                    <a:lnTo>
                      <a:pt x="62" y="35"/>
                    </a:lnTo>
                    <a:lnTo>
                      <a:pt x="62" y="35"/>
                    </a:lnTo>
                    <a:lnTo>
                      <a:pt x="62" y="35"/>
                    </a:lnTo>
                    <a:lnTo>
                      <a:pt x="64" y="35"/>
                    </a:lnTo>
                    <a:lnTo>
                      <a:pt x="64" y="38"/>
                    </a:lnTo>
                    <a:lnTo>
                      <a:pt x="64" y="38"/>
                    </a:lnTo>
                    <a:lnTo>
                      <a:pt x="64" y="38"/>
                    </a:lnTo>
                    <a:lnTo>
                      <a:pt x="67" y="38"/>
                    </a:lnTo>
                    <a:lnTo>
                      <a:pt x="67" y="40"/>
                    </a:lnTo>
                    <a:lnTo>
                      <a:pt x="67" y="40"/>
                    </a:lnTo>
                    <a:lnTo>
                      <a:pt x="67" y="40"/>
                    </a:lnTo>
                    <a:lnTo>
                      <a:pt x="69" y="40"/>
                    </a:lnTo>
                    <a:lnTo>
                      <a:pt x="69" y="40"/>
                    </a:lnTo>
                    <a:lnTo>
                      <a:pt x="71" y="40"/>
                    </a:lnTo>
                    <a:lnTo>
                      <a:pt x="71" y="38"/>
                    </a:lnTo>
                    <a:lnTo>
                      <a:pt x="71" y="38"/>
                    </a:lnTo>
                    <a:lnTo>
                      <a:pt x="71" y="38"/>
                    </a:lnTo>
                    <a:lnTo>
                      <a:pt x="74" y="38"/>
                    </a:lnTo>
                    <a:lnTo>
                      <a:pt x="74" y="38"/>
                    </a:lnTo>
                    <a:lnTo>
                      <a:pt x="74" y="38"/>
                    </a:lnTo>
                    <a:lnTo>
                      <a:pt x="74" y="38"/>
                    </a:lnTo>
                    <a:lnTo>
                      <a:pt x="76" y="38"/>
                    </a:lnTo>
                    <a:lnTo>
                      <a:pt x="76" y="38"/>
                    </a:lnTo>
                    <a:lnTo>
                      <a:pt x="78" y="38"/>
                    </a:lnTo>
                    <a:lnTo>
                      <a:pt x="78" y="38"/>
                    </a:lnTo>
                    <a:lnTo>
                      <a:pt x="78" y="38"/>
                    </a:lnTo>
                    <a:lnTo>
                      <a:pt x="81" y="38"/>
                    </a:lnTo>
                    <a:lnTo>
                      <a:pt x="81" y="38"/>
                    </a:lnTo>
                    <a:lnTo>
                      <a:pt x="81" y="38"/>
                    </a:lnTo>
                    <a:lnTo>
                      <a:pt x="81" y="38"/>
                    </a:lnTo>
                    <a:lnTo>
                      <a:pt x="83" y="38"/>
                    </a:lnTo>
                    <a:lnTo>
                      <a:pt x="83" y="38"/>
                    </a:lnTo>
                    <a:lnTo>
                      <a:pt x="85" y="38"/>
                    </a:lnTo>
                    <a:lnTo>
                      <a:pt x="85" y="38"/>
                    </a:lnTo>
                    <a:lnTo>
                      <a:pt x="85" y="38"/>
                    </a:lnTo>
                    <a:lnTo>
                      <a:pt x="88" y="38"/>
                    </a:lnTo>
                    <a:lnTo>
                      <a:pt x="88" y="38"/>
                    </a:lnTo>
                    <a:lnTo>
                      <a:pt x="88" y="38"/>
                    </a:lnTo>
                    <a:lnTo>
                      <a:pt x="90" y="38"/>
                    </a:lnTo>
                    <a:lnTo>
                      <a:pt x="90" y="38"/>
                    </a:lnTo>
                    <a:lnTo>
                      <a:pt x="93" y="38"/>
                    </a:lnTo>
                    <a:lnTo>
                      <a:pt x="93" y="38"/>
                    </a:lnTo>
                    <a:lnTo>
                      <a:pt x="93" y="38"/>
                    </a:lnTo>
                    <a:lnTo>
                      <a:pt x="95" y="38"/>
                    </a:lnTo>
                    <a:lnTo>
                      <a:pt x="95" y="38"/>
                    </a:lnTo>
                    <a:lnTo>
                      <a:pt x="95" y="38"/>
                    </a:lnTo>
                    <a:lnTo>
                      <a:pt x="95" y="40"/>
                    </a:lnTo>
                    <a:lnTo>
                      <a:pt x="97" y="40"/>
                    </a:lnTo>
                    <a:lnTo>
                      <a:pt x="97" y="40"/>
                    </a:lnTo>
                    <a:lnTo>
                      <a:pt x="100" y="40"/>
                    </a:lnTo>
                    <a:lnTo>
                      <a:pt x="100" y="40"/>
                    </a:lnTo>
                    <a:lnTo>
                      <a:pt x="100" y="38"/>
                    </a:lnTo>
                    <a:lnTo>
                      <a:pt x="100" y="38"/>
                    </a:lnTo>
                    <a:lnTo>
                      <a:pt x="100" y="38"/>
                    </a:lnTo>
                    <a:lnTo>
                      <a:pt x="102" y="38"/>
                    </a:lnTo>
                    <a:lnTo>
                      <a:pt x="102" y="35"/>
                    </a:lnTo>
                    <a:lnTo>
                      <a:pt x="100" y="35"/>
                    </a:lnTo>
                    <a:lnTo>
                      <a:pt x="100" y="35"/>
                    </a:lnTo>
                    <a:lnTo>
                      <a:pt x="100" y="35"/>
                    </a:lnTo>
                    <a:lnTo>
                      <a:pt x="100" y="33"/>
                    </a:lnTo>
                    <a:lnTo>
                      <a:pt x="100" y="33"/>
                    </a:lnTo>
                    <a:lnTo>
                      <a:pt x="100" y="33"/>
                    </a:lnTo>
                    <a:lnTo>
                      <a:pt x="100" y="31"/>
                    </a:lnTo>
                    <a:lnTo>
                      <a:pt x="100" y="31"/>
                    </a:lnTo>
                    <a:lnTo>
                      <a:pt x="100" y="31"/>
                    </a:lnTo>
                    <a:lnTo>
                      <a:pt x="100" y="28"/>
                    </a:lnTo>
                    <a:lnTo>
                      <a:pt x="97" y="28"/>
                    </a:lnTo>
                    <a:lnTo>
                      <a:pt x="97" y="28"/>
                    </a:lnTo>
                    <a:lnTo>
                      <a:pt x="97" y="26"/>
                    </a:lnTo>
                    <a:lnTo>
                      <a:pt x="97" y="26"/>
                    </a:lnTo>
                    <a:lnTo>
                      <a:pt x="97" y="23"/>
                    </a:lnTo>
                    <a:lnTo>
                      <a:pt x="100" y="23"/>
                    </a:lnTo>
                    <a:lnTo>
                      <a:pt x="100" y="23"/>
                    </a:lnTo>
                    <a:lnTo>
                      <a:pt x="100" y="23"/>
                    </a:lnTo>
                    <a:lnTo>
                      <a:pt x="100" y="23"/>
                    </a:lnTo>
                    <a:lnTo>
                      <a:pt x="100" y="23"/>
                    </a:lnTo>
                    <a:lnTo>
                      <a:pt x="102" y="23"/>
                    </a:lnTo>
                    <a:lnTo>
                      <a:pt x="102" y="23"/>
                    </a:lnTo>
                    <a:lnTo>
                      <a:pt x="104" y="23"/>
                    </a:lnTo>
                    <a:lnTo>
                      <a:pt x="104" y="23"/>
                    </a:lnTo>
                    <a:lnTo>
                      <a:pt x="104" y="23"/>
                    </a:lnTo>
                    <a:lnTo>
                      <a:pt x="104" y="21"/>
                    </a:lnTo>
                    <a:lnTo>
                      <a:pt x="107" y="21"/>
                    </a:lnTo>
                    <a:lnTo>
                      <a:pt x="107" y="21"/>
                    </a:lnTo>
                    <a:lnTo>
                      <a:pt x="107" y="21"/>
                    </a:lnTo>
                    <a:lnTo>
                      <a:pt x="107" y="19"/>
                    </a:lnTo>
                    <a:lnTo>
                      <a:pt x="107" y="19"/>
                    </a:lnTo>
                    <a:lnTo>
                      <a:pt x="107" y="19"/>
                    </a:lnTo>
                    <a:lnTo>
                      <a:pt x="109" y="19"/>
                    </a:lnTo>
                    <a:lnTo>
                      <a:pt x="109" y="16"/>
                    </a:lnTo>
                    <a:lnTo>
                      <a:pt x="109" y="16"/>
                    </a:lnTo>
                    <a:lnTo>
                      <a:pt x="111" y="16"/>
                    </a:lnTo>
                    <a:lnTo>
                      <a:pt x="111" y="16"/>
                    </a:lnTo>
                    <a:lnTo>
                      <a:pt x="111" y="16"/>
                    </a:lnTo>
                    <a:lnTo>
                      <a:pt x="111" y="16"/>
                    </a:lnTo>
                    <a:lnTo>
                      <a:pt x="114" y="16"/>
                    </a:lnTo>
                    <a:lnTo>
                      <a:pt x="114" y="16"/>
                    </a:lnTo>
                    <a:lnTo>
                      <a:pt x="114" y="16"/>
                    </a:lnTo>
                    <a:lnTo>
                      <a:pt x="116" y="16"/>
                    </a:lnTo>
                    <a:lnTo>
                      <a:pt x="116" y="16"/>
                    </a:lnTo>
                    <a:lnTo>
                      <a:pt x="116" y="14"/>
                    </a:lnTo>
                    <a:lnTo>
                      <a:pt x="116" y="14"/>
                    </a:lnTo>
                    <a:lnTo>
                      <a:pt x="119" y="14"/>
                    </a:lnTo>
                    <a:lnTo>
                      <a:pt x="119" y="14"/>
                    </a:lnTo>
                    <a:lnTo>
                      <a:pt x="119" y="14"/>
                    </a:lnTo>
                    <a:lnTo>
                      <a:pt x="119" y="12"/>
                    </a:lnTo>
                    <a:lnTo>
                      <a:pt x="119" y="12"/>
                    </a:lnTo>
                    <a:lnTo>
                      <a:pt x="119" y="12"/>
                    </a:lnTo>
                    <a:lnTo>
                      <a:pt x="119" y="12"/>
                    </a:lnTo>
                    <a:lnTo>
                      <a:pt x="119" y="9"/>
                    </a:lnTo>
                    <a:lnTo>
                      <a:pt x="119" y="9"/>
                    </a:lnTo>
                    <a:lnTo>
                      <a:pt x="119" y="9"/>
                    </a:lnTo>
                    <a:lnTo>
                      <a:pt x="121" y="9"/>
                    </a:lnTo>
                    <a:lnTo>
                      <a:pt x="121" y="7"/>
                    </a:lnTo>
                    <a:lnTo>
                      <a:pt x="121" y="7"/>
                    </a:lnTo>
                    <a:lnTo>
                      <a:pt x="121" y="7"/>
                    </a:lnTo>
                    <a:lnTo>
                      <a:pt x="121" y="9"/>
                    </a:lnTo>
                    <a:lnTo>
                      <a:pt x="123" y="9"/>
                    </a:lnTo>
                    <a:lnTo>
                      <a:pt x="123" y="9"/>
                    </a:lnTo>
                    <a:lnTo>
                      <a:pt x="126" y="9"/>
                    </a:lnTo>
                    <a:lnTo>
                      <a:pt x="126" y="9"/>
                    </a:lnTo>
                    <a:lnTo>
                      <a:pt x="126" y="9"/>
                    </a:lnTo>
                    <a:lnTo>
                      <a:pt x="128" y="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0" name="Freeform 28"/>
              <p:cNvSpPr>
                <a:spLocks/>
              </p:cNvSpPr>
              <p:nvPr/>
            </p:nvSpPr>
            <p:spPr bwMode="auto">
              <a:xfrm>
                <a:off x="1955" y="1668"/>
                <a:ext cx="306" cy="194"/>
              </a:xfrm>
              <a:custGeom>
                <a:avLst/>
                <a:gdLst/>
                <a:ahLst/>
                <a:cxnLst>
                  <a:cxn ang="0">
                    <a:pos x="133" y="2"/>
                  </a:cxn>
                  <a:cxn ang="0">
                    <a:pos x="145" y="7"/>
                  </a:cxn>
                  <a:cxn ang="0">
                    <a:pos x="159" y="14"/>
                  </a:cxn>
                  <a:cxn ang="0">
                    <a:pos x="166" y="23"/>
                  </a:cxn>
                  <a:cxn ang="0">
                    <a:pos x="166" y="31"/>
                  </a:cxn>
                  <a:cxn ang="0">
                    <a:pos x="175" y="40"/>
                  </a:cxn>
                  <a:cxn ang="0">
                    <a:pos x="192" y="42"/>
                  </a:cxn>
                  <a:cxn ang="0">
                    <a:pos x="204" y="42"/>
                  </a:cxn>
                  <a:cxn ang="0">
                    <a:pos x="211" y="57"/>
                  </a:cxn>
                  <a:cxn ang="0">
                    <a:pos x="218" y="73"/>
                  </a:cxn>
                  <a:cxn ang="0">
                    <a:pos x="230" y="80"/>
                  </a:cxn>
                  <a:cxn ang="0">
                    <a:pos x="242" y="90"/>
                  </a:cxn>
                  <a:cxn ang="0">
                    <a:pos x="256" y="97"/>
                  </a:cxn>
                  <a:cxn ang="0">
                    <a:pos x="268" y="104"/>
                  </a:cxn>
                  <a:cxn ang="0">
                    <a:pos x="280" y="114"/>
                  </a:cxn>
                  <a:cxn ang="0">
                    <a:pos x="294" y="116"/>
                  </a:cxn>
                  <a:cxn ang="0">
                    <a:pos x="306" y="125"/>
                  </a:cxn>
                  <a:cxn ang="0">
                    <a:pos x="301" y="140"/>
                  </a:cxn>
                  <a:cxn ang="0">
                    <a:pos x="287" y="132"/>
                  </a:cxn>
                  <a:cxn ang="0">
                    <a:pos x="272" y="142"/>
                  </a:cxn>
                  <a:cxn ang="0">
                    <a:pos x="265" y="151"/>
                  </a:cxn>
                  <a:cxn ang="0">
                    <a:pos x="258" y="168"/>
                  </a:cxn>
                  <a:cxn ang="0">
                    <a:pos x="244" y="173"/>
                  </a:cxn>
                  <a:cxn ang="0">
                    <a:pos x="232" y="180"/>
                  </a:cxn>
                  <a:cxn ang="0">
                    <a:pos x="225" y="189"/>
                  </a:cxn>
                  <a:cxn ang="0">
                    <a:pos x="213" y="192"/>
                  </a:cxn>
                  <a:cxn ang="0">
                    <a:pos x="199" y="187"/>
                  </a:cxn>
                  <a:cxn ang="0">
                    <a:pos x="190" y="178"/>
                  </a:cxn>
                  <a:cxn ang="0">
                    <a:pos x="187" y="161"/>
                  </a:cxn>
                  <a:cxn ang="0">
                    <a:pos x="178" y="156"/>
                  </a:cxn>
                  <a:cxn ang="0">
                    <a:pos x="166" y="147"/>
                  </a:cxn>
                  <a:cxn ang="0">
                    <a:pos x="152" y="140"/>
                  </a:cxn>
                  <a:cxn ang="0">
                    <a:pos x="140" y="130"/>
                  </a:cxn>
                  <a:cxn ang="0">
                    <a:pos x="126" y="130"/>
                  </a:cxn>
                  <a:cxn ang="0">
                    <a:pos x="111" y="123"/>
                  </a:cxn>
                  <a:cxn ang="0">
                    <a:pos x="100" y="118"/>
                  </a:cxn>
                  <a:cxn ang="0">
                    <a:pos x="85" y="118"/>
                  </a:cxn>
                  <a:cxn ang="0">
                    <a:pos x="71" y="121"/>
                  </a:cxn>
                  <a:cxn ang="0">
                    <a:pos x="55" y="125"/>
                  </a:cxn>
                  <a:cxn ang="0">
                    <a:pos x="45" y="135"/>
                  </a:cxn>
                  <a:cxn ang="0">
                    <a:pos x="31" y="137"/>
                  </a:cxn>
                  <a:cxn ang="0">
                    <a:pos x="31" y="118"/>
                  </a:cxn>
                  <a:cxn ang="0">
                    <a:pos x="33" y="99"/>
                  </a:cxn>
                  <a:cxn ang="0">
                    <a:pos x="22" y="90"/>
                  </a:cxn>
                  <a:cxn ang="0">
                    <a:pos x="14" y="83"/>
                  </a:cxn>
                  <a:cxn ang="0">
                    <a:pos x="22" y="80"/>
                  </a:cxn>
                  <a:cxn ang="0">
                    <a:pos x="12" y="71"/>
                  </a:cxn>
                  <a:cxn ang="0">
                    <a:pos x="12" y="78"/>
                  </a:cxn>
                  <a:cxn ang="0">
                    <a:pos x="5" y="64"/>
                  </a:cxn>
                  <a:cxn ang="0">
                    <a:pos x="10" y="50"/>
                  </a:cxn>
                  <a:cxn ang="0">
                    <a:pos x="5" y="33"/>
                  </a:cxn>
                  <a:cxn ang="0">
                    <a:pos x="5" y="23"/>
                  </a:cxn>
                  <a:cxn ang="0">
                    <a:pos x="19" y="14"/>
                  </a:cxn>
                  <a:cxn ang="0">
                    <a:pos x="36" y="12"/>
                  </a:cxn>
                  <a:cxn ang="0">
                    <a:pos x="50" y="19"/>
                  </a:cxn>
                  <a:cxn ang="0">
                    <a:pos x="59" y="31"/>
                  </a:cxn>
                  <a:cxn ang="0">
                    <a:pos x="71" y="38"/>
                  </a:cxn>
                  <a:cxn ang="0">
                    <a:pos x="88" y="38"/>
                  </a:cxn>
                  <a:cxn ang="0">
                    <a:pos x="100" y="33"/>
                  </a:cxn>
                  <a:cxn ang="0">
                    <a:pos x="104" y="21"/>
                  </a:cxn>
                  <a:cxn ang="0">
                    <a:pos x="119" y="14"/>
                  </a:cxn>
                </a:cxnLst>
                <a:rect l="0" t="0" r="r" b="b"/>
                <a:pathLst>
                  <a:path w="306" h="194">
                    <a:moveTo>
                      <a:pt x="128" y="9"/>
                    </a:moveTo>
                    <a:lnTo>
                      <a:pt x="128" y="7"/>
                    </a:lnTo>
                    <a:lnTo>
                      <a:pt x="128" y="7"/>
                    </a:lnTo>
                    <a:lnTo>
                      <a:pt x="126" y="7"/>
                    </a:lnTo>
                    <a:lnTo>
                      <a:pt x="126" y="7"/>
                    </a:lnTo>
                    <a:lnTo>
                      <a:pt x="126" y="5"/>
                    </a:lnTo>
                    <a:lnTo>
                      <a:pt x="126" y="5"/>
                    </a:lnTo>
                    <a:lnTo>
                      <a:pt x="123" y="5"/>
                    </a:lnTo>
                    <a:lnTo>
                      <a:pt x="123" y="5"/>
                    </a:lnTo>
                    <a:lnTo>
                      <a:pt x="123" y="5"/>
                    </a:lnTo>
                    <a:lnTo>
                      <a:pt x="126" y="5"/>
                    </a:lnTo>
                    <a:lnTo>
                      <a:pt x="126" y="5"/>
                    </a:lnTo>
                    <a:lnTo>
                      <a:pt x="126" y="5"/>
                    </a:lnTo>
                    <a:lnTo>
                      <a:pt x="128" y="5"/>
                    </a:lnTo>
                    <a:lnTo>
                      <a:pt x="128" y="5"/>
                    </a:lnTo>
                    <a:lnTo>
                      <a:pt x="128" y="5"/>
                    </a:lnTo>
                    <a:lnTo>
                      <a:pt x="130" y="5"/>
                    </a:lnTo>
                    <a:lnTo>
                      <a:pt x="130" y="5"/>
                    </a:lnTo>
                    <a:lnTo>
                      <a:pt x="133" y="5"/>
                    </a:lnTo>
                    <a:lnTo>
                      <a:pt x="133" y="5"/>
                    </a:lnTo>
                    <a:lnTo>
                      <a:pt x="133" y="2"/>
                    </a:lnTo>
                    <a:lnTo>
                      <a:pt x="133" y="2"/>
                    </a:lnTo>
                    <a:lnTo>
                      <a:pt x="133" y="2"/>
                    </a:lnTo>
                    <a:lnTo>
                      <a:pt x="133" y="0"/>
                    </a:lnTo>
                    <a:lnTo>
                      <a:pt x="135" y="0"/>
                    </a:lnTo>
                    <a:lnTo>
                      <a:pt x="135" y="2"/>
                    </a:lnTo>
                    <a:lnTo>
                      <a:pt x="135" y="2"/>
                    </a:lnTo>
                    <a:lnTo>
                      <a:pt x="135" y="2"/>
                    </a:lnTo>
                    <a:lnTo>
                      <a:pt x="138" y="2"/>
                    </a:lnTo>
                    <a:lnTo>
                      <a:pt x="138" y="5"/>
                    </a:lnTo>
                    <a:lnTo>
                      <a:pt x="138" y="5"/>
                    </a:lnTo>
                    <a:lnTo>
                      <a:pt x="138" y="5"/>
                    </a:lnTo>
                    <a:lnTo>
                      <a:pt x="138" y="5"/>
                    </a:lnTo>
                    <a:lnTo>
                      <a:pt x="138" y="5"/>
                    </a:lnTo>
                    <a:lnTo>
                      <a:pt x="140" y="5"/>
                    </a:lnTo>
                    <a:lnTo>
                      <a:pt x="140" y="5"/>
                    </a:lnTo>
                    <a:lnTo>
                      <a:pt x="140" y="7"/>
                    </a:lnTo>
                    <a:lnTo>
                      <a:pt x="140" y="7"/>
                    </a:lnTo>
                    <a:lnTo>
                      <a:pt x="142" y="7"/>
                    </a:lnTo>
                    <a:lnTo>
                      <a:pt x="142" y="7"/>
                    </a:lnTo>
                    <a:lnTo>
                      <a:pt x="142" y="7"/>
                    </a:lnTo>
                    <a:lnTo>
                      <a:pt x="145" y="7"/>
                    </a:lnTo>
                    <a:lnTo>
                      <a:pt x="145" y="7"/>
                    </a:lnTo>
                    <a:lnTo>
                      <a:pt x="145" y="7"/>
                    </a:lnTo>
                    <a:lnTo>
                      <a:pt x="145" y="7"/>
                    </a:lnTo>
                    <a:lnTo>
                      <a:pt x="145" y="7"/>
                    </a:lnTo>
                    <a:lnTo>
                      <a:pt x="147" y="7"/>
                    </a:lnTo>
                    <a:lnTo>
                      <a:pt x="147" y="7"/>
                    </a:lnTo>
                    <a:lnTo>
                      <a:pt x="147" y="9"/>
                    </a:lnTo>
                    <a:lnTo>
                      <a:pt x="147" y="9"/>
                    </a:lnTo>
                    <a:lnTo>
                      <a:pt x="147" y="9"/>
                    </a:lnTo>
                    <a:lnTo>
                      <a:pt x="147" y="12"/>
                    </a:lnTo>
                    <a:lnTo>
                      <a:pt x="149" y="12"/>
                    </a:lnTo>
                    <a:lnTo>
                      <a:pt x="149" y="12"/>
                    </a:lnTo>
                    <a:lnTo>
                      <a:pt x="149" y="12"/>
                    </a:lnTo>
                    <a:lnTo>
                      <a:pt x="149" y="14"/>
                    </a:lnTo>
                    <a:lnTo>
                      <a:pt x="152" y="14"/>
                    </a:lnTo>
                    <a:lnTo>
                      <a:pt x="152" y="14"/>
                    </a:lnTo>
                    <a:lnTo>
                      <a:pt x="152" y="14"/>
                    </a:lnTo>
                    <a:lnTo>
                      <a:pt x="154" y="14"/>
                    </a:lnTo>
                    <a:lnTo>
                      <a:pt x="154" y="14"/>
                    </a:lnTo>
                    <a:lnTo>
                      <a:pt x="154" y="14"/>
                    </a:lnTo>
                    <a:lnTo>
                      <a:pt x="156" y="14"/>
                    </a:lnTo>
                    <a:lnTo>
                      <a:pt x="156" y="14"/>
                    </a:lnTo>
                    <a:lnTo>
                      <a:pt x="159" y="14"/>
                    </a:lnTo>
                    <a:lnTo>
                      <a:pt x="159" y="14"/>
                    </a:lnTo>
                    <a:lnTo>
                      <a:pt x="159" y="14"/>
                    </a:lnTo>
                    <a:lnTo>
                      <a:pt x="161" y="14"/>
                    </a:lnTo>
                    <a:lnTo>
                      <a:pt x="161" y="14"/>
                    </a:lnTo>
                    <a:lnTo>
                      <a:pt x="161" y="14"/>
                    </a:lnTo>
                    <a:lnTo>
                      <a:pt x="161" y="14"/>
                    </a:lnTo>
                    <a:lnTo>
                      <a:pt x="161" y="14"/>
                    </a:lnTo>
                    <a:lnTo>
                      <a:pt x="164" y="14"/>
                    </a:lnTo>
                    <a:lnTo>
                      <a:pt x="164" y="14"/>
                    </a:lnTo>
                    <a:lnTo>
                      <a:pt x="164" y="16"/>
                    </a:lnTo>
                    <a:lnTo>
                      <a:pt x="164" y="16"/>
                    </a:lnTo>
                    <a:lnTo>
                      <a:pt x="164" y="16"/>
                    </a:lnTo>
                    <a:lnTo>
                      <a:pt x="164" y="19"/>
                    </a:lnTo>
                    <a:lnTo>
                      <a:pt x="164" y="19"/>
                    </a:lnTo>
                    <a:lnTo>
                      <a:pt x="164" y="19"/>
                    </a:lnTo>
                    <a:lnTo>
                      <a:pt x="164" y="21"/>
                    </a:lnTo>
                    <a:lnTo>
                      <a:pt x="164" y="21"/>
                    </a:lnTo>
                    <a:lnTo>
                      <a:pt x="161" y="21"/>
                    </a:lnTo>
                    <a:lnTo>
                      <a:pt x="161" y="21"/>
                    </a:lnTo>
                    <a:lnTo>
                      <a:pt x="164" y="21"/>
                    </a:lnTo>
                    <a:lnTo>
                      <a:pt x="164" y="21"/>
                    </a:lnTo>
                    <a:lnTo>
                      <a:pt x="164" y="23"/>
                    </a:lnTo>
                    <a:lnTo>
                      <a:pt x="166" y="23"/>
                    </a:lnTo>
                    <a:lnTo>
                      <a:pt x="166" y="23"/>
                    </a:lnTo>
                    <a:lnTo>
                      <a:pt x="166" y="23"/>
                    </a:lnTo>
                    <a:lnTo>
                      <a:pt x="166" y="23"/>
                    </a:lnTo>
                    <a:lnTo>
                      <a:pt x="166" y="23"/>
                    </a:lnTo>
                    <a:lnTo>
                      <a:pt x="168" y="23"/>
                    </a:lnTo>
                    <a:lnTo>
                      <a:pt x="168" y="23"/>
                    </a:lnTo>
                    <a:lnTo>
                      <a:pt x="168" y="26"/>
                    </a:lnTo>
                    <a:lnTo>
                      <a:pt x="168" y="26"/>
                    </a:lnTo>
                    <a:lnTo>
                      <a:pt x="168" y="26"/>
                    </a:lnTo>
                    <a:lnTo>
                      <a:pt x="168" y="26"/>
                    </a:lnTo>
                    <a:lnTo>
                      <a:pt x="168" y="26"/>
                    </a:lnTo>
                    <a:lnTo>
                      <a:pt x="168" y="26"/>
                    </a:lnTo>
                    <a:lnTo>
                      <a:pt x="166" y="26"/>
                    </a:lnTo>
                    <a:lnTo>
                      <a:pt x="166" y="26"/>
                    </a:lnTo>
                    <a:lnTo>
                      <a:pt x="166" y="26"/>
                    </a:lnTo>
                    <a:lnTo>
                      <a:pt x="166" y="26"/>
                    </a:lnTo>
                    <a:lnTo>
                      <a:pt x="166" y="28"/>
                    </a:lnTo>
                    <a:lnTo>
                      <a:pt x="166" y="28"/>
                    </a:lnTo>
                    <a:lnTo>
                      <a:pt x="166" y="28"/>
                    </a:lnTo>
                    <a:lnTo>
                      <a:pt x="166" y="31"/>
                    </a:lnTo>
                    <a:lnTo>
                      <a:pt x="166" y="31"/>
                    </a:lnTo>
                    <a:lnTo>
                      <a:pt x="166" y="31"/>
                    </a:lnTo>
                    <a:lnTo>
                      <a:pt x="166" y="31"/>
                    </a:lnTo>
                    <a:lnTo>
                      <a:pt x="166" y="33"/>
                    </a:lnTo>
                    <a:lnTo>
                      <a:pt x="166" y="33"/>
                    </a:lnTo>
                    <a:lnTo>
                      <a:pt x="166" y="33"/>
                    </a:lnTo>
                    <a:lnTo>
                      <a:pt x="166" y="33"/>
                    </a:lnTo>
                    <a:lnTo>
                      <a:pt x="166" y="35"/>
                    </a:lnTo>
                    <a:lnTo>
                      <a:pt x="166" y="35"/>
                    </a:lnTo>
                    <a:lnTo>
                      <a:pt x="166" y="35"/>
                    </a:lnTo>
                    <a:lnTo>
                      <a:pt x="166" y="35"/>
                    </a:lnTo>
                    <a:lnTo>
                      <a:pt x="168" y="35"/>
                    </a:lnTo>
                    <a:lnTo>
                      <a:pt x="168" y="38"/>
                    </a:lnTo>
                    <a:lnTo>
                      <a:pt x="168" y="38"/>
                    </a:lnTo>
                    <a:lnTo>
                      <a:pt x="168" y="38"/>
                    </a:lnTo>
                    <a:lnTo>
                      <a:pt x="168" y="38"/>
                    </a:lnTo>
                    <a:lnTo>
                      <a:pt x="171" y="38"/>
                    </a:lnTo>
                    <a:lnTo>
                      <a:pt x="171" y="38"/>
                    </a:lnTo>
                    <a:lnTo>
                      <a:pt x="171" y="40"/>
                    </a:lnTo>
                    <a:lnTo>
                      <a:pt x="173" y="40"/>
                    </a:lnTo>
                    <a:lnTo>
                      <a:pt x="173" y="40"/>
                    </a:lnTo>
                    <a:lnTo>
                      <a:pt x="173" y="40"/>
                    </a:lnTo>
                    <a:lnTo>
                      <a:pt x="173" y="40"/>
                    </a:lnTo>
                    <a:lnTo>
                      <a:pt x="175" y="40"/>
                    </a:lnTo>
                    <a:lnTo>
                      <a:pt x="175" y="40"/>
                    </a:lnTo>
                    <a:lnTo>
                      <a:pt x="178" y="40"/>
                    </a:lnTo>
                    <a:lnTo>
                      <a:pt x="178" y="40"/>
                    </a:lnTo>
                    <a:lnTo>
                      <a:pt x="178" y="40"/>
                    </a:lnTo>
                    <a:lnTo>
                      <a:pt x="180" y="40"/>
                    </a:lnTo>
                    <a:lnTo>
                      <a:pt x="180" y="40"/>
                    </a:lnTo>
                    <a:lnTo>
                      <a:pt x="180" y="40"/>
                    </a:lnTo>
                    <a:lnTo>
                      <a:pt x="180" y="40"/>
                    </a:lnTo>
                    <a:lnTo>
                      <a:pt x="182" y="40"/>
                    </a:lnTo>
                    <a:lnTo>
                      <a:pt x="182" y="40"/>
                    </a:lnTo>
                    <a:lnTo>
                      <a:pt x="185" y="40"/>
                    </a:lnTo>
                    <a:lnTo>
                      <a:pt x="185" y="40"/>
                    </a:lnTo>
                    <a:lnTo>
                      <a:pt x="185" y="40"/>
                    </a:lnTo>
                    <a:lnTo>
                      <a:pt x="185" y="40"/>
                    </a:lnTo>
                    <a:lnTo>
                      <a:pt x="187" y="40"/>
                    </a:lnTo>
                    <a:lnTo>
                      <a:pt x="187" y="40"/>
                    </a:lnTo>
                    <a:lnTo>
                      <a:pt x="187" y="40"/>
                    </a:lnTo>
                    <a:lnTo>
                      <a:pt x="187" y="42"/>
                    </a:lnTo>
                    <a:lnTo>
                      <a:pt x="190" y="42"/>
                    </a:lnTo>
                    <a:lnTo>
                      <a:pt x="190" y="42"/>
                    </a:lnTo>
                    <a:lnTo>
                      <a:pt x="192" y="42"/>
                    </a:lnTo>
                    <a:lnTo>
                      <a:pt x="192" y="42"/>
                    </a:lnTo>
                    <a:lnTo>
                      <a:pt x="192" y="42"/>
                    </a:lnTo>
                    <a:lnTo>
                      <a:pt x="192" y="40"/>
                    </a:lnTo>
                    <a:lnTo>
                      <a:pt x="194" y="40"/>
                    </a:lnTo>
                    <a:lnTo>
                      <a:pt x="194" y="40"/>
                    </a:lnTo>
                    <a:lnTo>
                      <a:pt x="194" y="38"/>
                    </a:lnTo>
                    <a:lnTo>
                      <a:pt x="194" y="38"/>
                    </a:lnTo>
                    <a:lnTo>
                      <a:pt x="194" y="38"/>
                    </a:lnTo>
                    <a:lnTo>
                      <a:pt x="197" y="38"/>
                    </a:lnTo>
                    <a:lnTo>
                      <a:pt x="197" y="40"/>
                    </a:lnTo>
                    <a:lnTo>
                      <a:pt x="197" y="40"/>
                    </a:lnTo>
                    <a:lnTo>
                      <a:pt x="197" y="38"/>
                    </a:lnTo>
                    <a:lnTo>
                      <a:pt x="199" y="38"/>
                    </a:lnTo>
                    <a:lnTo>
                      <a:pt x="199" y="40"/>
                    </a:lnTo>
                    <a:lnTo>
                      <a:pt x="199" y="40"/>
                    </a:lnTo>
                    <a:lnTo>
                      <a:pt x="199" y="40"/>
                    </a:lnTo>
                    <a:lnTo>
                      <a:pt x="199" y="40"/>
                    </a:lnTo>
                    <a:lnTo>
                      <a:pt x="201" y="40"/>
                    </a:lnTo>
                    <a:lnTo>
                      <a:pt x="201" y="42"/>
                    </a:lnTo>
                    <a:lnTo>
                      <a:pt x="201" y="42"/>
                    </a:lnTo>
                    <a:lnTo>
                      <a:pt x="201" y="42"/>
                    </a:lnTo>
                    <a:lnTo>
                      <a:pt x="201" y="42"/>
                    </a:lnTo>
                    <a:lnTo>
                      <a:pt x="204" y="42"/>
                    </a:lnTo>
                    <a:lnTo>
                      <a:pt x="204" y="42"/>
                    </a:lnTo>
                    <a:lnTo>
                      <a:pt x="204" y="42"/>
                    </a:lnTo>
                    <a:lnTo>
                      <a:pt x="204" y="45"/>
                    </a:lnTo>
                    <a:lnTo>
                      <a:pt x="206" y="45"/>
                    </a:lnTo>
                    <a:lnTo>
                      <a:pt x="206" y="45"/>
                    </a:lnTo>
                    <a:lnTo>
                      <a:pt x="206" y="45"/>
                    </a:lnTo>
                    <a:lnTo>
                      <a:pt x="206" y="47"/>
                    </a:lnTo>
                    <a:lnTo>
                      <a:pt x="206" y="47"/>
                    </a:lnTo>
                    <a:lnTo>
                      <a:pt x="206" y="50"/>
                    </a:lnTo>
                    <a:lnTo>
                      <a:pt x="206" y="50"/>
                    </a:lnTo>
                    <a:lnTo>
                      <a:pt x="206" y="52"/>
                    </a:lnTo>
                    <a:lnTo>
                      <a:pt x="206" y="52"/>
                    </a:lnTo>
                    <a:lnTo>
                      <a:pt x="206" y="52"/>
                    </a:lnTo>
                    <a:lnTo>
                      <a:pt x="206" y="52"/>
                    </a:lnTo>
                    <a:lnTo>
                      <a:pt x="209" y="52"/>
                    </a:lnTo>
                    <a:lnTo>
                      <a:pt x="209" y="54"/>
                    </a:lnTo>
                    <a:lnTo>
                      <a:pt x="209" y="54"/>
                    </a:lnTo>
                    <a:lnTo>
                      <a:pt x="209" y="54"/>
                    </a:lnTo>
                    <a:lnTo>
                      <a:pt x="209" y="57"/>
                    </a:lnTo>
                    <a:lnTo>
                      <a:pt x="209" y="57"/>
                    </a:lnTo>
                    <a:lnTo>
                      <a:pt x="211" y="57"/>
                    </a:lnTo>
                    <a:lnTo>
                      <a:pt x="211" y="57"/>
                    </a:lnTo>
                    <a:lnTo>
                      <a:pt x="211" y="59"/>
                    </a:lnTo>
                    <a:lnTo>
                      <a:pt x="211" y="59"/>
                    </a:lnTo>
                    <a:lnTo>
                      <a:pt x="211" y="59"/>
                    </a:lnTo>
                    <a:lnTo>
                      <a:pt x="213" y="59"/>
                    </a:lnTo>
                    <a:lnTo>
                      <a:pt x="213" y="59"/>
                    </a:lnTo>
                    <a:lnTo>
                      <a:pt x="213" y="61"/>
                    </a:lnTo>
                    <a:lnTo>
                      <a:pt x="213" y="61"/>
                    </a:lnTo>
                    <a:lnTo>
                      <a:pt x="213" y="61"/>
                    </a:lnTo>
                    <a:lnTo>
                      <a:pt x="213" y="64"/>
                    </a:lnTo>
                    <a:lnTo>
                      <a:pt x="213" y="64"/>
                    </a:lnTo>
                    <a:lnTo>
                      <a:pt x="213" y="64"/>
                    </a:lnTo>
                    <a:lnTo>
                      <a:pt x="213" y="66"/>
                    </a:lnTo>
                    <a:lnTo>
                      <a:pt x="216" y="66"/>
                    </a:lnTo>
                    <a:lnTo>
                      <a:pt x="216" y="66"/>
                    </a:lnTo>
                    <a:lnTo>
                      <a:pt x="216" y="68"/>
                    </a:lnTo>
                    <a:lnTo>
                      <a:pt x="216" y="68"/>
                    </a:lnTo>
                    <a:lnTo>
                      <a:pt x="216" y="71"/>
                    </a:lnTo>
                    <a:lnTo>
                      <a:pt x="216" y="71"/>
                    </a:lnTo>
                    <a:lnTo>
                      <a:pt x="216" y="71"/>
                    </a:lnTo>
                    <a:lnTo>
                      <a:pt x="216" y="73"/>
                    </a:lnTo>
                    <a:lnTo>
                      <a:pt x="218" y="73"/>
                    </a:lnTo>
                    <a:lnTo>
                      <a:pt x="218" y="73"/>
                    </a:lnTo>
                    <a:lnTo>
                      <a:pt x="218" y="73"/>
                    </a:lnTo>
                    <a:lnTo>
                      <a:pt x="218" y="73"/>
                    </a:lnTo>
                    <a:lnTo>
                      <a:pt x="218" y="73"/>
                    </a:lnTo>
                    <a:lnTo>
                      <a:pt x="220" y="73"/>
                    </a:lnTo>
                    <a:lnTo>
                      <a:pt x="220" y="73"/>
                    </a:lnTo>
                    <a:lnTo>
                      <a:pt x="220" y="76"/>
                    </a:lnTo>
                    <a:lnTo>
                      <a:pt x="220" y="76"/>
                    </a:lnTo>
                    <a:lnTo>
                      <a:pt x="223" y="76"/>
                    </a:lnTo>
                    <a:lnTo>
                      <a:pt x="223" y="76"/>
                    </a:lnTo>
                    <a:lnTo>
                      <a:pt x="223" y="76"/>
                    </a:lnTo>
                    <a:lnTo>
                      <a:pt x="223" y="78"/>
                    </a:lnTo>
                    <a:lnTo>
                      <a:pt x="225" y="78"/>
                    </a:lnTo>
                    <a:lnTo>
                      <a:pt x="225" y="78"/>
                    </a:lnTo>
                    <a:lnTo>
                      <a:pt x="225" y="78"/>
                    </a:lnTo>
                    <a:lnTo>
                      <a:pt x="225" y="78"/>
                    </a:lnTo>
                    <a:lnTo>
                      <a:pt x="227" y="78"/>
                    </a:lnTo>
                    <a:lnTo>
                      <a:pt x="227" y="80"/>
                    </a:lnTo>
                    <a:lnTo>
                      <a:pt x="227" y="80"/>
                    </a:lnTo>
                    <a:lnTo>
                      <a:pt x="227" y="80"/>
                    </a:lnTo>
                    <a:lnTo>
                      <a:pt x="227" y="80"/>
                    </a:lnTo>
                    <a:lnTo>
                      <a:pt x="230" y="80"/>
                    </a:lnTo>
                    <a:lnTo>
                      <a:pt x="230" y="80"/>
                    </a:lnTo>
                    <a:lnTo>
                      <a:pt x="230" y="83"/>
                    </a:lnTo>
                    <a:lnTo>
                      <a:pt x="232" y="83"/>
                    </a:lnTo>
                    <a:lnTo>
                      <a:pt x="232" y="83"/>
                    </a:lnTo>
                    <a:lnTo>
                      <a:pt x="232" y="83"/>
                    </a:lnTo>
                    <a:lnTo>
                      <a:pt x="232" y="83"/>
                    </a:lnTo>
                    <a:lnTo>
                      <a:pt x="235" y="83"/>
                    </a:lnTo>
                    <a:lnTo>
                      <a:pt x="235" y="83"/>
                    </a:lnTo>
                    <a:lnTo>
                      <a:pt x="235" y="83"/>
                    </a:lnTo>
                    <a:lnTo>
                      <a:pt x="235" y="85"/>
                    </a:lnTo>
                    <a:lnTo>
                      <a:pt x="235" y="85"/>
                    </a:lnTo>
                    <a:lnTo>
                      <a:pt x="237" y="85"/>
                    </a:lnTo>
                    <a:lnTo>
                      <a:pt x="237" y="85"/>
                    </a:lnTo>
                    <a:lnTo>
                      <a:pt x="237" y="85"/>
                    </a:lnTo>
                    <a:lnTo>
                      <a:pt x="239" y="85"/>
                    </a:lnTo>
                    <a:lnTo>
                      <a:pt x="239" y="87"/>
                    </a:lnTo>
                    <a:lnTo>
                      <a:pt x="239" y="87"/>
                    </a:lnTo>
                    <a:lnTo>
                      <a:pt x="239" y="87"/>
                    </a:lnTo>
                    <a:lnTo>
                      <a:pt x="239" y="87"/>
                    </a:lnTo>
                    <a:lnTo>
                      <a:pt x="242" y="87"/>
                    </a:lnTo>
                    <a:lnTo>
                      <a:pt x="242" y="90"/>
                    </a:lnTo>
                    <a:lnTo>
                      <a:pt x="242" y="90"/>
                    </a:lnTo>
                    <a:lnTo>
                      <a:pt x="242" y="90"/>
                    </a:lnTo>
                    <a:lnTo>
                      <a:pt x="244" y="90"/>
                    </a:lnTo>
                    <a:lnTo>
                      <a:pt x="244" y="92"/>
                    </a:lnTo>
                    <a:lnTo>
                      <a:pt x="244" y="92"/>
                    </a:lnTo>
                    <a:lnTo>
                      <a:pt x="244" y="92"/>
                    </a:lnTo>
                    <a:lnTo>
                      <a:pt x="244" y="92"/>
                    </a:lnTo>
                    <a:lnTo>
                      <a:pt x="246" y="92"/>
                    </a:lnTo>
                    <a:lnTo>
                      <a:pt x="246" y="92"/>
                    </a:lnTo>
                    <a:lnTo>
                      <a:pt x="246" y="92"/>
                    </a:lnTo>
                    <a:lnTo>
                      <a:pt x="246" y="92"/>
                    </a:lnTo>
                    <a:lnTo>
                      <a:pt x="246" y="95"/>
                    </a:lnTo>
                    <a:lnTo>
                      <a:pt x="249" y="95"/>
                    </a:lnTo>
                    <a:lnTo>
                      <a:pt x="249" y="95"/>
                    </a:lnTo>
                    <a:lnTo>
                      <a:pt x="249" y="95"/>
                    </a:lnTo>
                    <a:lnTo>
                      <a:pt x="251" y="95"/>
                    </a:lnTo>
                    <a:lnTo>
                      <a:pt x="251" y="95"/>
                    </a:lnTo>
                    <a:lnTo>
                      <a:pt x="251" y="97"/>
                    </a:lnTo>
                    <a:lnTo>
                      <a:pt x="251" y="97"/>
                    </a:lnTo>
                    <a:lnTo>
                      <a:pt x="251" y="97"/>
                    </a:lnTo>
                    <a:lnTo>
                      <a:pt x="254" y="97"/>
                    </a:lnTo>
                    <a:lnTo>
                      <a:pt x="254" y="97"/>
                    </a:lnTo>
                    <a:lnTo>
                      <a:pt x="254" y="97"/>
                    </a:lnTo>
                    <a:lnTo>
                      <a:pt x="256" y="97"/>
                    </a:lnTo>
                    <a:lnTo>
                      <a:pt x="256" y="97"/>
                    </a:lnTo>
                    <a:lnTo>
                      <a:pt x="256" y="97"/>
                    </a:lnTo>
                    <a:lnTo>
                      <a:pt x="256" y="97"/>
                    </a:lnTo>
                    <a:lnTo>
                      <a:pt x="258" y="97"/>
                    </a:lnTo>
                    <a:lnTo>
                      <a:pt x="258" y="99"/>
                    </a:lnTo>
                    <a:lnTo>
                      <a:pt x="258" y="99"/>
                    </a:lnTo>
                    <a:lnTo>
                      <a:pt x="258" y="99"/>
                    </a:lnTo>
                    <a:lnTo>
                      <a:pt x="258" y="99"/>
                    </a:lnTo>
                    <a:lnTo>
                      <a:pt x="261" y="99"/>
                    </a:lnTo>
                    <a:lnTo>
                      <a:pt x="261" y="102"/>
                    </a:lnTo>
                    <a:lnTo>
                      <a:pt x="261" y="102"/>
                    </a:lnTo>
                    <a:lnTo>
                      <a:pt x="261" y="102"/>
                    </a:lnTo>
                    <a:lnTo>
                      <a:pt x="261" y="102"/>
                    </a:lnTo>
                    <a:lnTo>
                      <a:pt x="263" y="102"/>
                    </a:lnTo>
                    <a:lnTo>
                      <a:pt x="263" y="102"/>
                    </a:lnTo>
                    <a:lnTo>
                      <a:pt x="263" y="102"/>
                    </a:lnTo>
                    <a:lnTo>
                      <a:pt x="265" y="102"/>
                    </a:lnTo>
                    <a:lnTo>
                      <a:pt x="265" y="102"/>
                    </a:lnTo>
                    <a:lnTo>
                      <a:pt x="265" y="104"/>
                    </a:lnTo>
                    <a:lnTo>
                      <a:pt x="265" y="104"/>
                    </a:lnTo>
                    <a:lnTo>
                      <a:pt x="268" y="104"/>
                    </a:lnTo>
                    <a:lnTo>
                      <a:pt x="268" y="104"/>
                    </a:lnTo>
                    <a:lnTo>
                      <a:pt x="268" y="104"/>
                    </a:lnTo>
                    <a:lnTo>
                      <a:pt x="268" y="104"/>
                    </a:lnTo>
                    <a:lnTo>
                      <a:pt x="268" y="106"/>
                    </a:lnTo>
                    <a:lnTo>
                      <a:pt x="270" y="106"/>
                    </a:lnTo>
                    <a:lnTo>
                      <a:pt x="270" y="106"/>
                    </a:lnTo>
                    <a:lnTo>
                      <a:pt x="272" y="106"/>
                    </a:lnTo>
                    <a:lnTo>
                      <a:pt x="272" y="106"/>
                    </a:lnTo>
                    <a:lnTo>
                      <a:pt x="272" y="106"/>
                    </a:lnTo>
                    <a:lnTo>
                      <a:pt x="272" y="109"/>
                    </a:lnTo>
                    <a:lnTo>
                      <a:pt x="272" y="109"/>
                    </a:lnTo>
                    <a:lnTo>
                      <a:pt x="275" y="109"/>
                    </a:lnTo>
                    <a:lnTo>
                      <a:pt x="275" y="109"/>
                    </a:lnTo>
                    <a:lnTo>
                      <a:pt x="275" y="109"/>
                    </a:lnTo>
                    <a:lnTo>
                      <a:pt x="275" y="111"/>
                    </a:lnTo>
                    <a:lnTo>
                      <a:pt x="275" y="111"/>
                    </a:lnTo>
                    <a:lnTo>
                      <a:pt x="275" y="111"/>
                    </a:lnTo>
                    <a:lnTo>
                      <a:pt x="277" y="111"/>
                    </a:lnTo>
                    <a:lnTo>
                      <a:pt x="277" y="111"/>
                    </a:lnTo>
                    <a:lnTo>
                      <a:pt x="277" y="111"/>
                    </a:lnTo>
                    <a:lnTo>
                      <a:pt x="280" y="111"/>
                    </a:lnTo>
                    <a:lnTo>
                      <a:pt x="280" y="111"/>
                    </a:lnTo>
                    <a:lnTo>
                      <a:pt x="280" y="114"/>
                    </a:lnTo>
                    <a:lnTo>
                      <a:pt x="280" y="114"/>
                    </a:lnTo>
                    <a:lnTo>
                      <a:pt x="282" y="114"/>
                    </a:lnTo>
                    <a:lnTo>
                      <a:pt x="282" y="114"/>
                    </a:lnTo>
                    <a:lnTo>
                      <a:pt x="282" y="114"/>
                    </a:lnTo>
                    <a:lnTo>
                      <a:pt x="284" y="114"/>
                    </a:lnTo>
                    <a:lnTo>
                      <a:pt x="284" y="114"/>
                    </a:lnTo>
                    <a:lnTo>
                      <a:pt x="284" y="116"/>
                    </a:lnTo>
                    <a:lnTo>
                      <a:pt x="284" y="116"/>
                    </a:lnTo>
                    <a:lnTo>
                      <a:pt x="287" y="116"/>
                    </a:lnTo>
                    <a:lnTo>
                      <a:pt x="287" y="116"/>
                    </a:lnTo>
                    <a:lnTo>
                      <a:pt x="287" y="116"/>
                    </a:lnTo>
                    <a:lnTo>
                      <a:pt x="289" y="116"/>
                    </a:lnTo>
                    <a:lnTo>
                      <a:pt x="289" y="116"/>
                    </a:lnTo>
                    <a:lnTo>
                      <a:pt x="289" y="114"/>
                    </a:lnTo>
                    <a:lnTo>
                      <a:pt x="291" y="114"/>
                    </a:lnTo>
                    <a:lnTo>
                      <a:pt x="291" y="116"/>
                    </a:lnTo>
                    <a:lnTo>
                      <a:pt x="291" y="116"/>
                    </a:lnTo>
                    <a:lnTo>
                      <a:pt x="291" y="116"/>
                    </a:lnTo>
                    <a:lnTo>
                      <a:pt x="291" y="116"/>
                    </a:lnTo>
                    <a:lnTo>
                      <a:pt x="294" y="116"/>
                    </a:lnTo>
                    <a:lnTo>
                      <a:pt x="294" y="116"/>
                    </a:lnTo>
                    <a:lnTo>
                      <a:pt x="294" y="116"/>
                    </a:lnTo>
                    <a:lnTo>
                      <a:pt x="294" y="118"/>
                    </a:lnTo>
                    <a:lnTo>
                      <a:pt x="296" y="118"/>
                    </a:lnTo>
                    <a:lnTo>
                      <a:pt x="296" y="118"/>
                    </a:lnTo>
                    <a:lnTo>
                      <a:pt x="298" y="118"/>
                    </a:lnTo>
                    <a:lnTo>
                      <a:pt x="298" y="118"/>
                    </a:lnTo>
                    <a:lnTo>
                      <a:pt x="298" y="118"/>
                    </a:lnTo>
                    <a:lnTo>
                      <a:pt x="298" y="121"/>
                    </a:lnTo>
                    <a:lnTo>
                      <a:pt x="298" y="121"/>
                    </a:lnTo>
                    <a:lnTo>
                      <a:pt x="298" y="121"/>
                    </a:lnTo>
                    <a:lnTo>
                      <a:pt x="301" y="121"/>
                    </a:lnTo>
                    <a:lnTo>
                      <a:pt x="301" y="121"/>
                    </a:lnTo>
                    <a:lnTo>
                      <a:pt x="301" y="121"/>
                    </a:lnTo>
                    <a:lnTo>
                      <a:pt x="303" y="121"/>
                    </a:lnTo>
                    <a:lnTo>
                      <a:pt x="303" y="121"/>
                    </a:lnTo>
                    <a:lnTo>
                      <a:pt x="306" y="121"/>
                    </a:lnTo>
                    <a:lnTo>
                      <a:pt x="306" y="121"/>
                    </a:lnTo>
                    <a:lnTo>
                      <a:pt x="306" y="123"/>
                    </a:lnTo>
                    <a:lnTo>
                      <a:pt x="306" y="123"/>
                    </a:lnTo>
                    <a:lnTo>
                      <a:pt x="306" y="123"/>
                    </a:lnTo>
                    <a:lnTo>
                      <a:pt x="306" y="123"/>
                    </a:lnTo>
                    <a:lnTo>
                      <a:pt x="306" y="123"/>
                    </a:lnTo>
                    <a:lnTo>
                      <a:pt x="306" y="125"/>
                    </a:lnTo>
                    <a:lnTo>
                      <a:pt x="306" y="125"/>
                    </a:lnTo>
                    <a:lnTo>
                      <a:pt x="306" y="125"/>
                    </a:lnTo>
                    <a:lnTo>
                      <a:pt x="303" y="125"/>
                    </a:lnTo>
                    <a:lnTo>
                      <a:pt x="303" y="128"/>
                    </a:lnTo>
                    <a:lnTo>
                      <a:pt x="303" y="128"/>
                    </a:lnTo>
                    <a:lnTo>
                      <a:pt x="303" y="130"/>
                    </a:lnTo>
                    <a:lnTo>
                      <a:pt x="303" y="130"/>
                    </a:lnTo>
                    <a:lnTo>
                      <a:pt x="303" y="132"/>
                    </a:lnTo>
                    <a:lnTo>
                      <a:pt x="303" y="132"/>
                    </a:lnTo>
                    <a:lnTo>
                      <a:pt x="303" y="132"/>
                    </a:lnTo>
                    <a:lnTo>
                      <a:pt x="306" y="132"/>
                    </a:lnTo>
                    <a:lnTo>
                      <a:pt x="306" y="135"/>
                    </a:lnTo>
                    <a:lnTo>
                      <a:pt x="306" y="135"/>
                    </a:lnTo>
                    <a:lnTo>
                      <a:pt x="306" y="135"/>
                    </a:lnTo>
                    <a:lnTo>
                      <a:pt x="306" y="137"/>
                    </a:lnTo>
                    <a:lnTo>
                      <a:pt x="306" y="137"/>
                    </a:lnTo>
                    <a:lnTo>
                      <a:pt x="303" y="137"/>
                    </a:lnTo>
                    <a:lnTo>
                      <a:pt x="303" y="137"/>
                    </a:lnTo>
                    <a:lnTo>
                      <a:pt x="303" y="140"/>
                    </a:lnTo>
                    <a:lnTo>
                      <a:pt x="303" y="140"/>
                    </a:lnTo>
                    <a:lnTo>
                      <a:pt x="301" y="140"/>
                    </a:lnTo>
                    <a:lnTo>
                      <a:pt x="301" y="140"/>
                    </a:lnTo>
                    <a:lnTo>
                      <a:pt x="301" y="140"/>
                    </a:lnTo>
                    <a:lnTo>
                      <a:pt x="298" y="140"/>
                    </a:lnTo>
                    <a:lnTo>
                      <a:pt x="298" y="140"/>
                    </a:lnTo>
                    <a:lnTo>
                      <a:pt x="298" y="140"/>
                    </a:lnTo>
                    <a:lnTo>
                      <a:pt x="298" y="137"/>
                    </a:lnTo>
                    <a:lnTo>
                      <a:pt x="296" y="137"/>
                    </a:lnTo>
                    <a:lnTo>
                      <a:pt x="296" y="137"/>
                    </a:lnTo>
                    <a:lnTo>
                      <a:pt x="294" y="137"/>
                    </a:lnTo>
                    <a:lnTo>
                      <a:pt x="294" y="137"/>
                    </a:lnTo>
                    <a:lnTo>
                      <a:pt x="294" y="137"/>
                    </a:lnTo>
                    <a:lnTo>
                      <a:pt x="294" y="135"/>
                    </a:lnTo>
                    <a:lnTo>
                      <a:pt x="294" y="135"/>
                    </a:lnTo>
                    <a:lnTo>
                      <a:pt x="291" y="135"/>
                    </a:lnTo>
                    <a:lnTo>
                      <a:pt x="291" y="135"/>
                    </a:lnTo>
                    <a:lnTo>
                      <a:pt x="291" y="135"/>
                    </a:lnTo>
                    <a:lnTo>
                      <a:pt x="289" y="135"/>
                    </a:lnTo>
                    <a:lnTo>
                      <a:pt x="289" y="135"/>
                    </a:lnTo>
                    <a:lnTo>
                      <a:pt x="289" y="135"/>
                    </a:lnTo>
                    <a:lnTo>
                      <a:pt x="287" y="135"/>
                    </a:lnTo>
                    <a:lnTo>
                      <a:pt x="287" y="132"/>
                    </a:lnTo>
                    <a:lnTo>
                      <a:pt x="287" y="132"/>
                    </a:lnTo>
                    <a:lnTo>
                      <a:pt x="287" y="132"/>
                    </a:lnTo>
                    <a:lnTo>
                      <a:pt x="287" y="135"/>
                    </a:lnTo>
                    <a:lnTo>
                      <a:pt x="284" y="135"/>
                    </a:lnTo>
                    <a:lnTo>
                      <a:pt x="284" y="135"/>
                    </a:lnTo>
                    <a:lnTo>
                      <a:pt x="284" y="137"/>
                    </a:lnTo>
                    <a:lnTo>
                      <a:pt x="284" y="137"/>
                    </a:lnTo>
                    <a:lnTo>
                      <a:pt x="284" y="137"/>
                    </a:lnTo>
                    <a:lnTo>
                      <a:pt x="284" y="140"/>
                    </a:lnTo>
                    <a:lnTo>
                      <a:pt x="284" y="140"/>
                    </a:lnTo>
                    <a:lnTo>
                      <a:pt x="284" y="140"/>
                    </a:lnTo>
                    <a:lnTo>
                      <a:pt x="284" y="142"/>
                    </a:lnTo>
                    <a:lnTo>
                      <a:pt x="282" y="142"/>
                    </a:lnTo>
                    <a:lnTo>
                      <a:pt x="282" y="142"/>
                    </a:lnTo>
                    <a:lnTo>
                      <a:pt x="280" y="142"/>
                    </a:lnTo>
                    <a:lnTo>
                      <a:pt x="280" y="142"/>
                    </a:lnTo>
                    <a:lnTo>
                      <a:pt x="280" y="142"/>
                    </a:lnTo>
                    <a:lnTo>
                      <a:pt x="277" y="142"/>
                    </a:lnTo>
                    <a:lnTo>
                      <a:pt x="277" y="142"/>
                    </a:lnTo>
                    <a:lnTo>
                      <a:pt x="275" y="142"/>
                    </a:lnTo>
                    <a:lnTo>
                      <a:pt x="275" y="142"/>
                    </a:lnTo>
                    <a:lnTo>
                      <a:pt x="275" y="142"/>
                    </a:lnTo>
                    <a:lnTo>
                      <a:pt x="272" y="142"/>
                    </a:lnTo>
                    <a:lnTo>
                      <a:pt x="272" y="142"/>
                    </a:lnTo>
                    <a:lnTo>
                      <a:pt x="272" y="142"/>
                    </a:lnTo>
                    <a:lnTo>
                      <a:pt x="272" y="142"/>
                    </a:lnTo>
                    <a:lnTo>
                      <a:pt x="270" y="142"/>
                    </a:lnTo>
                    <a:lnTo>
                      <a:pt x="270" y="142"/>
                    </a:lnTo>
                    <a:lnTo>
                      <a:pt x="268" y="142"/>
                    </a:lnTo>
                    <a:lnTo>
                      <a:pt x="268" y="142"/>
                    </a:lnTo>
                    <a:lnTo>
                      <a:pt x="268" y="142"/>
                    </a:lnTo>
                    <a:lnTo>
                      <a:pt x="268" y="142"/>
                    </a:lnTo>
                    <a:lnTo>
                      <a:pt x="268" y="144"/>
                    </a:lnTo>
                    <a:lnTo>
                      <a:pt x="265" y="144"/>
                    </a:lnTo>
                    <a:lnTo>
                      <a:pt x="265" y="144"/>
                    </a:lnTo>
                    <a:lnTo>
                      <a:pt x="265" y="144"/>
                    </a:lnTo>
                    <a:lnTo>
                      <a:pt x="265" y="147"/>
                    </a:lnTo>
                    <a:lnTo>
                      <a:pt x="265" y="147"/>
                    </a:lnTo>
                    <a:lnTo>
                      <a:pt x="265" y="147"/>
                    </a:lnTo>
                    <a:lnTo>
                      <a:pt x="265" y="149"/>
                    </a:lnTo>
                    <a:lnTo>
                      <a:pt x="265" y="149"/>
                    </a:lnTo>
                    <a:lnTo>
                      <a:pt x="265" y="149"/>
                    </a:lnTo>
                    <a:lnTo>
                      <a:pt x="265" y="151"/>
                    </a:lnTo>
                    <a:lnTo>
                      <a:pt x="265" y="151"/>
                    </a:lnTo>
                    <a:lnTo>
                      <a:pt x="265" y="151"/>
                    </a:lnTo>
                    <a:lnTo>
                      <a:pt x="265" y="151"/>
                    </a:lnTo>
                    <a:lnTo>
                      <a:pt x="263" y="151"/>
                    </a:lnTo>
                    <a:lnTo>
                      <a:pt x="263" y="154"/>
                    </a:lnTo>
                    <a:lnTo>
                      <a:pt x="263" y="154"/>
                    </a:lnTo>
                    <a:lnTo>
                      <a:pt x="263" y="154"/>
                    </a:lnTo>
                    <a:lnTo>
                      <a:pt x="263" y="156"/>
                    </a:lnTo>
                    <a:lnTo>
                      <a:pt x="263" y="156"/>
                    </a:lnTo>
                    <a:lnTo>
                      <a:pt x="263" y="159"/>
                    </a:lnTo>
                    <a:lnTo>
                      <a:pt x="263" y="159"/>
                    </a:lnTo>
                    <a:lnTo>
                      <a:pt x="263" y="161"/>
                    </a:lnTo>
                    <a:lnTo>
                      <a:pt x="263" y="161"/>
                    </a:lnTo>
                    <a:lnTo>
                      <a:pt x="263" y="161"/>
                    </a:lnTo>
                    <a:lnTo>
                      <a:pt x="261" y="161"/>
                    </a:lnTo>
                    <a:lnTo>
                      <a:pt x="261" y="163"/>
                    </a:lnTo>
                    <a:lnTo>
                      <a:pt x="261" y="163"/>
                    </a:lnTo>
                    <a:lnTo>
                      <a:pt x="261" y="163"/>
                    </a:lnTo>
                    <a:lnTo>
                      <a:pt x="261" y="166"/>
                    </a:lnTo>
                    <a:lnTo>
                      <a:pt x="261" y="166"/>
                    </a:lnTo>
                    <a:lnTo>
                      <a:pt x="258" y="166"/>
                    </a:lnTo>
                    <a:lnTo>
                      <a:pt x="258" y="166"/>
                    </a:lnTo>
                    <a:lnTo>
                      <a:pt x="258" y="166"/>
                    </a:lnTo>
                    <a:lnTo>
                      <a:pt x="258" y="166"/>
                    </a:lnTo>
                    <a:lnTo>
                      <a:pt x="258" y="168"/>
                    </a:lnTo>
                    <a:lnTo>
                      <a:pt x="256" y="168"/>
                    </a:lnTo>
                    <a:lnTo>
                      <a:pt x="256" y="168"/>
                    </a:lnTo>
                    <a:lnTo>
                      <a:pt x="256" y="168"/>
                    </a:lnTo>
                    <a:lnTo>
                      <a:pt x="254" y="168"/>
                    </a:lnTo>
                    <a:lnTo>
                      <a:pt x="254" y="168"/>
                    </a:lnTo>
                    <a:lnTo>
                      <a:pt x="254" y="168"/>
                    </a:lnTo>
                    <a:lnTo>
                      <a:pt x="254" y="170"/>
                    </a:lnTo>
                    <a:lnTo>
                      <a:pt x="251" y="170"/>
                    </a:lnTo>
                    <a:lnTo>
                      <a:pt x="251" y="170"/>
                    </a:lnTo>
                    <a:lnTo>
                      <a:pt x="251" y="170"/>
                    </a:lnTo>
                    <a:lnTo>
                      <a:pt x="251" y="170"/>
                    </a:lnTo>
                    <a:lnTo>
                      <a:pt x="251" y="173"/>
                    </a:lnTo>
                    <a:lnTo>
                      <a:pt x="251" y="173"/>
                    </a:lnTo>
                    <a:lnTo>
                      <a:pt x="251" y="170"/>
                    </a:lnTo>
                    <a:lnTo>
                      <a:pt x="249" y="170"/>
                    </a:lnTo>
                    <a:lnTo>
                      <a:pt x="249" y="170"/>
                    </a:lnTo>
                    <a:lnTo>
                      <a:pt x="246" y="170"/>
                    </a:lnTo>
                    <a:lnTo>
                      <a:pt x="246" y="170"/>
                    </a:lnTo>
                    <a:lnTo>
                      <a:pt x="246" y="170"/>
                    </a:lnTo>
                    <a:lnTo>
                      <a:pt x="246" y="173"/>
                    </a:lnTo>
                    <a:lnTo>
                      <a:pt x="244" y="173"/>
                    </a:lnTo>
                    <a:lnTo>
                      <a:pt x="244" y="173"/>
                    </a:lnTo>
                    <a:lnTo>
                      <a:pt x="244" y="173"/>
                    </a:lnTo>
                    <a:lnTo>
                      <a:pt x="244" y="173"/>
                    </a:lnTo>
                    <a:lnTo>
                      <a:pt x="242" y="173"/>
                    </a:lnTo>
                    <a:lnTo>
                      <a:pt x="242" y="173"/>
                    </a:lnTo>
                    <a:lnTo>
                      <a:pt x="239" y="173"/>
                    </a:lnTo>
                    <a:lnTo>
                      <a:pt x="239" y="173"/>
                    </a:lnTo>
                    <a:lnTo>
                      <a:pt x="239" y="175"/>
                    </a:lnTo>
                    <a:lnTo>
                      <a:pt x="239" y="175"/>
                    </a:lnTo>
                    <a:lnTo>
                      <a:pt x="237" y="175"/>
                    </a:lnTo>
                    <a:lnTo>
                      <a:pt x="237" y="175"/>
                    </a:lnTo>
                    <a:lnTo>
                      <a:pt x="237" y="175"/>
                    </a:lnTo>
                    <a:lnTo>
                      <a:pt x="235" y="175"/>
                    </a:lnTo>
                    <a:lnTo>
                      <a:pt x="235" y="175"/>
                    </a:lnTo>
                    <a:lnTo>
                      <a:pt x="235" y="175"/>
                    </a:lnTo>
                    <a:lnTo>
                      <a:pt x="232" y="175"/>
                    </a:lnTo>
                    <a:lnTo>
                      <a:pt x="232" y="175"/>
                    </a:lnTo>
                    <a:lnTo>
                      <a:pt x="232" y="175"/>
                    </a:lnTo>
                    <a:lnTo>
                      <a:pt x="230" y="175"/>
                    </a:lnTo>
                    <a:lnTo>
                      <a:pt x="230" y="178"/>
                    </a:lnTo>
                    <a:lnTo>
                      <a:pt x="230" y="178"/>
                    </a:lnTo>
                    <a:lnTo>
                      <a:pt x="232" y="178"/>
                    </a:lnTo>
                    <a:lnTo>
                      <a:pt x="232" y="180"/>
                    </a:lnTo>
                    <a:lnTo>
                      <a:pt x="232" y="180"/>
                    </a:lnTo>
                    <a:lnTo>
                      <a:pt x="232" y="180"/>
                    </a:lnTo>
                    <a:lnTo>
                      <a:pt x="232" y="180"/>
                    </a:lnTo>
                    <a:lnTo>
                      <a:pt x="232" y="182"/>
                    </a:lnTo>
                    <a:lnTo>
                      <a:pt x="232" y="182"/>
                    </a:lnTo>
                    <a:lnTo>
                      <a:pt x="232" y="182"/>
                    </a:lnTo>
                    <a:lnTo>
                      <a:pt x="230" y="182"/>
                    </a:lnTo>
                    <a:lnTo>
                      <a:pt x="230" y="182"/>
                    </a:lnTo>
                    <a:lnTo>
                      <a:pt x="230" y="182"/>
                    </a:lnTo>
                    <a:lnTo>
                      <a:pt x="230" y="182"/>
                    </a:lnTo>
                    <a:lnTo>
                      <a:pt x="230" y="182"/>
                    </a:lnTo>
                    <a:lnTo>
                      <a:pt x="230" y="185"/>
                    </a:lnTo>
                    <a:lnTo>
                      <a:pt x="230" y="185"/>
                    </a:lnTo>
                    <a:lnTo>
                      <a:pt x="230" y="187"/>
                    </a:lnTo>
                    <a:lnTo>
                      <a:pt x="230" y="187"/>
                    </a:lnTo>
                    <a:lnTo>
                      <a:pt x="230" y="187"/>
                    </a:lnTo>
                    <a:lnTo>
                      <a:pt x="227" y="187"/>
                    </a:lnTo>
                    <a:lnTo>
                      <a:pt x="227" y="187"/>
                    </a:lnTo>
                    <a:lnTo>
                      <a:pt x="227" y="187"/>
                    </a:lnTo>
                    <a:lnTo>
                      <a:pt x="227" y="189"/>
                    </a:lnTo>
                    <a:lnTo>
                      <a:pt x="225" y="189"/>
                    </a:lnTo>
                    <a:lnTo>
                      <a:pt x="225" y="189"/>
                    </a:lnTo>
                    <a:lnTo>
                      <a:pt x="225" y="189"/>
                    </a:lnTo>
                    <a:lnTo>
                      <a:pt x="225" y="189"/>
                    </a:lnTo>
                    <a:lnTo>
                      <a:pt x="225" y="192"/>
                    </a:lnTo>
                    <a:lnTo>
                      <a:pt x="223" y="192"/>
                    </a:lnTo>
                    <a:lnTo>
                      <a:pt x="223" y="192"/>
                    </a:lnTo>
                    <a:lnTo>
                      <a:pt x="223" y="192"/>
                    </a:lnTo>
                    <a:lnTo>
                      <a:pt x="220" y="192"/>
                    </a:lnTo>
                    <a:lnTo>
                      <a:pt x="220" y="192"/>
                    </a:lnTo>
                    <a:lnTo>
                      <a:pt x="220" y="192"/>
                    </a:lnTo>
                    <a:lnTo>
                      <a:pt x="218" y="192"/>
                    </a:lnTo>
                    <a:lnTo>
                      <a:pt x="218" y="192"/>
                    </a:lnTo>
                    <a:lnTo>
                      <a:pt x="218" y="192"/>
                    </a:lnTo>
                    <a:lnTo>
                      <a:pt x="218" y="192"/>
                    </a:lnTo>
                    <a:lnTo>
                      <a:pt x="216" y="192"/>
                    </a:lnTo>
                    <a:lnTo>
                      <a:pt x="216" y="192"/>
                    </a:lnTo>
                    <a:lnTo>
                      <a:pt x="216" y="192"/>
                    </a:lnTo>
                    <a:lnTo>
                      <a:pt x="216" y="192"/>
                    </a:lnTo>
                    <a:lnTo>
                      <a:pt x="213" y="192"/>
                    </a:lnTo>
                    <a:lnTo>
                      <a:pt x="213" y="194"/>
                    </a:lnTo>
                    <a:lnTo>
                      <a:pt x="213" y="194"/>
                    </a:lnTo>
                    <a:lnTo>
                      <a:pt x="213" y="194"/>
                    </a:lnTo>
                    <a:lnTo>
                      <a:pt x="213" y="192"/>
                    </a:lnTo>
                    <a:lnTo>
                      <a:pt x="213" y="192"/>
                    </a:lnTo>
                    <a:lnTo>
                      <a:pt x="213" y="192"/>
                    </a:lnTo>
                    <a:lnTo>
                      <a:pt x="211" y="192"/>
                    </a:lnTo>
                    <a:lnTo>
                      <a:pt x="211" y="189"/>
                    </a:lnTo>
                    <a:lnTo>
                      <a:pt x="211" y="189"/>
                    </a:lnTo>
                    <a:lnTo>
                      <a:pt x="211" y="189"/>
                    </a:lnTo>
                    <a:lnTo>
                      <a:pt x="209" y="189"/>
                    </a:lnTo>
                    <a:lnTo>
                      <a:pt x="209" y="189"/>
                    </a:lnTo>
                    <a:lnTo>
                      <a:pt x="209" y="189"/>
                    </a:lnTo>
                    <a:lnTo>
                      <a:pt x="209" y="187"/>
                    </a:lnTo>
                    <a:lnTo>
                      <a:pt x="206" y="187"/>
                    </a:lnTo>
                    <a:lnTo>
                      <a:pt x="206" y="187"/>
                    </a:lnTo>
                    <a:lnTo>
                      <a:pt x="206" y="187"/>
                    </a:lnTo>
                    <a:lnTo>
                      <a:pt x="206" y="187"/>
                    </a:lnTo>
                    <a:lnTo>
                      <a:pt x="204" y="187"/>
                    </a:lnTo>
                    <a:lnTo>
                      <a:pt x="204" y="187"/>
                    </a:lnTo>
                    <a:lnTo>
                      <a:pt x="204" y="187"/>
                    </a:lnTo>
                    <a:lnTo>
                      <a:pt x="201" y="187"/>
                    </a:lnTo>
                    <a:lnTo>
                      <a:pt x="201" y="187"/>
                    </a:lnTo>
                    <a:lnTo>
                      <a:pt x="201" y="187"/>
                    </a:lnTo>
                    <a:lnTo>
                      <a:pt x="199" y="187"/>
                    </a:lnTo>
                    <a:lnTo>
                      <a:pt x="199" y="187"/>
                    </a:lnTo>
                    <a:lnTo>
                      <a:pt x="199" y="187"/>
                    </a:lnTo>
                    <a:lnTo>
                      <a:pt x="197" y="187"/>
                    </a:lnTo>
                    <a:lnTo>
                      <a:pt x="197" y="187"/>
                    </a:lnTo>
                    <a:lnTo>
                      <a:pt x="197" y="187"/>
                    </a:lnTo>
                    <a:lnTo>
                      <a:pt x="197" y="185"/>
                    </a:lnTo>
                    <a:lnTo>
                      <a:pt x="194" y="185"/>
                    </a:lnTo>
                    <a:lnTo>
                      <a:pt x="194" y="185"/>
                    </a:lnTo>
                    <a:lnTo>
                      <a:pt x="194" y="185"/>
                    </a:lnTo>
                    <a:lnTo>
                      <a:pt x="194" y="185"/>
                    </a:lnTo>
                    <a:lnTo>
                      <a:pt x="194" y="182"/>
                    </a:lnTo>
                    <a:lnTo>
                      <a:pt x="192" y="182"/>
                    </a:lnTo>
                    <a:lnTo>
                      <a:pt x="192" y="182"/>
                    </a:lnTo>
                    <a:lnTo>
                      <a:pt x="192" y="182"/>
                    </a:lnTo>
                    <a:lnTo>
                      <a:pt x="192" y="182"/>
                    </a:lnTo>
                    <a:lnTo>
                      <a:pt x="190" y="182"/>
                    </a:lnTo>
                    <a:lnTo>
                      <a:pt x="190" y="182"/>
                    </a:lnTo>
                    <a:lnTo>
                      <a:pt x="190" y="182"/>
                    </a:lnTo>
                    <a:lnTo>
                      <a:pt x="190" y="180"/>
                    </a:lnTo>
                    <a:lnTo>
                      <a:pt x="190" y="180"/>
                    </a:lnTo>
                    <a:lnTo>
                      <a:pt x="190" y="180"/>
                    </a:lnTo>
                    <a:lnTo>
                      <a:pt x="190" y="178"/>
                    </a:lnTo>
                    <a:lnTo>
                      <a:pt x="190" y="178"/>
                    </a:lnTo>
                    <a:lnTo>
                      <a:pt x="190" y="175"/>
                    </a:lnTo>
                    <a:lnTo>
                      <a:pt x="190" y="175"/>
                    </a:lnTo>
                    <a:lnTo>
                      <a:pt x="190" y="175"/>
                    </a:lnTo>
                    <a:lnTo>
                      <a:pt x="190" y="173"/>
                    </a:lnTo>
                    <a:lnTo>
                      <a:pt x="187" y="173"/>
                    </a:lnTo>
                    <a:lnTo>
                      <a:pt x="187" y="173"/>
                    </a:lnTo>
                    <a:lnTo>
                      <a:pt x="187" y="173"/>
                    </a:lnTo>
                    <a:lnTo>
                      <a:pt x="187" y="173"/>
                    </a:lnTo>
                    <a:lnTo>
                      <a:pt x="187" y="170"/>
                    </a:lnTo>
                    <a:lnTo>
                      <a:pt x="190" y="170"/>
                    </a:lnTo>
                    <a:lnTo>
                      <a:pt x="190" y="170"/>
                    </a:lnTo>
                    <a:lnTo>
                      <a:pt x="190" y="170"/>
                    </a:lnTo>
                    <a:lnTo>
                      <a:pt x="190" y="170"/>
                    </a:lnTo>
                    <a:lnTo>
                      <a:pt x="190" y="168"/>
                    </a:lnTo>
                    <a:lnTo>
                      <a:pt x="190" y="168"/>
                    </a:lnTo>
                    <a:lnTo>
                      <a:pt x="190" y="168"/>
                    </a:lnTo>
                    <a:lnTo>
                      <a:pt x="190" y="166"/>
                    </a:lnTo>
                    <a:lnTo>
                      <a:pt x="190" y="166"/>
                    </a:lnTo>
                    <a:lnTo>
                      <a:pt x="187" y="166"/>
                    </a:lnTo>
                    <a:lnTo>
                      <a:pt x="187" y="163"/>
                    </a:lnTo>
                    <a:lnTo>
                      <a:pt x="187" y="163"/>
                    </a:lnTo>
                    <a:lnTo>
                      <a:pt x="187" y="161"/>
                    </a:lnTo>
                    <a:lnTo>
                      <a:pt x="187" y="161"/>
                    </a:lnTo>
                    <a:lnTo>
                      <a:pt x="187" y="161"/>
                    </a:lnTo>
                    <a:lnTo>
                      <a:pt x="187" y="159"/>
                    </a:lnTo>
                    <a:lnTo>
                      <a:pt x="190" y="159"/>
                    </a:lnTo>
                    <a:lnTo>
                      <a:pt x="190" y="159"/>
                    </a:lnTo>
                    <a:lnTo>
                      <a:pt x="187" y="159"/>
                    </a:lnTo>
                    <a:lnTo>
                      <a:pt x="187" y="156"/>
                    </a:lnTo>
                    <a:lnTo>
                      <a:pt x="187" y="156"/>
                    </a:lnTo>
                    <a:lnTo>
                      <a:pt x="187" y="156"/>
                    </a:lnTo>
                    <a:lnTo>
                      <a:pt x="187" y="156"/>
                    </a:lnTo>
                    <a:lnTo>
                      <a:pt x="185" y="156"/>
                    </a:lnTo>
                    <a:lnTo>
                      <a:pt x="185" y="156"/>
                    </a:lnTo>
                    <a:lnTo>
                      <a:pt x="185" y="156"/>
                    </a:lnTo>
                    <a:lnTo>
                      <a:pt x="182" y="156"/>
                    </a:lnTo>
                    <a:lnTo>
                      <a:pt x="182" y="156"/>
                    </a:lnTo>
                    <a:lnTo>
                      <a:pt x="182" y="156"/>
                    </a:lnTo>
                    <a:lnTo>
                      <a:pt x="180" y="156"/>
                    </a:lnTo>
                    <a:lnTo>
                      <a:pt x="180" y="156"/>
                    </a:lnTo>
                    <a:lnTo>
                      <a:pt x="180" y="156"/>
                    </a:lnTo>
                    <a:lnTo>
                      <a:pt x="178" y="156"/>
                    </a:lnTo>
                    <a:lnTo>
                      <a:pt x="178" y="156"/>
                    </a:lnTo>
                    <a:lnTo>
                      <a:pt x="178" y="156"/>
                    </a:lnTo>
                    <a:lnTo>
                      <a:pt x="175" y="156"/>
                    </a:lnTo>
                    <a:lnTo>
                      <a:pt x="175" y="156"/>
                    </a:lnTo>
                    <a:lnTo>
                      <a:pt x="173" y="156"/>
                    </a:lnTo>
                    <a:lnTo>
                      <a:pt x="173" y="156"/>
                    </a:lnTo>
                    <a:lnTo>
                      <a:pt x="173" y="156"/>
                    </a:lnTo>
                    <a:lnTo>
                      <a:pt x="171" y="156"/>
                    </a:lnTo>
                    <a:lnTo>
                      <a:pt x="171" y="156"/>
                    </a:lnTo>
                    <a:lnTo>
                      <a:pt x="171" y="156"/>
                    </a:lnTo>
                    <a:lnTo>
                      <a:pt x="168" y="156"/>
                    </a:lnTo>
                    <a:lnTo>
                      <a:pt x="168" y="154"/>
                    </a:lnTo>
                    <a:lnTo>
                      <a:pt x="168" y="154"/>
                    </a:lnTo>
                    <a:lnTo>
                      <a:pt x="168" y="154"/>
                    </a:lnTo>
                    <a:lnTo>
                      <a:pt x="168" y="151"/>
                    </a:lnTo>
                    <a:lnTo>
                      <a:pt x="168" y="151"/>
                    </a:lnTo>
                    <a:lnTo>
                      <a:pt x="168" y="151"/>
                    </a:lnTo>
                    <a:lnTo>
                      <a:pt x="166" y="151"/>
                    </a:lnTo>
                    <a:lnTo>
                      <a:pt x="166" y="151"/>
                    </a:lnTo>
                    <a:lnTo>
                      <a:pt x="166" y="151"/>
                    </a:lnTo>
                    <a:lnTo>
                      <a:pt x="166" y="149"/>
                    </a:lnTo>
                    <a:lnTo>
                      <a:pt x="166" y="149"/>
                    </a:lnTo>
                    <a:lnTo>
                      <a:pt x="166" y="149"/>
                    </a:lnTo>
                    <a:lnTo>
                      <a:pt x="166" y="147"/>
                    </a:lnTo>
                    <a:lnTo>
                      <a:pt x="164" y="147"/>
                    </a:lnTo>
                    <a:lnTo>
                      <a:pt x="164" y="147"/>
                    </a:lnTo>
                    <a:lnTo>
                      <a:pt x="164" y="147"/>
                    </a:lnTo>
                    <a:lnTo>
                      <a:pt x="161" y="147"/>
                    </a:lnTo>
                    <a:lnTo>
                      <a:pt x="161" y="147"/>
                    </a:lnTo>
                    <a:lnTo>
                      <a:pt x="161" y="147"/>
                    </a:lnTo>
                    <a:lnTo>
                      <a:pt x="161" y="144"/>
                    </a:lnTo>
                    <a:lnTo>
                      <a:pt x="159" y="144"/>
                    </a:lnTo>
                    <a:lnTo>
                      <a:pt x="159" y="144"/>
                    </a:lnTo>
                    <a:lnTo>
                      <a:pt x="159" y="144"/>
                    </a:lnTo>
                    <a:lnTo>
                      <a:pt x="159" y="144"/>
                    </a:lnTo>
                    <a:lnTo>
                      <a:pt x="156" y="144"/>
                    </a:lnTo>
                    <a:lnTo>
                      <a:pt x="156" y="144"/>
                    </a:lnTo>
                    <a:lnTo>
                      <a:pt x="154" y="144"/>
                    </a:lnTo>
                    <a:lnTo>
                      <a:pt x="154" y="144"/>
                    </a:lnTo>
                    <a:lnTo>
                      <a:pt x="154" y="144"/>
                    </a:lnTo>
                    <a:lnTo>
                      <a:pt x="154" y="142"/>
                    </a:lnTo>
                    <a:lnTo>
                      <a:pt x="152" y="142"/>
                    </a:lnTo>
                    <a:lnTo>
                      <a:pt x="152" y="142"/>
                    </a:lnTo>
                    <a:lnTo>
                      <a:pt x="152" y="142"/>
                    </a:lnTo>
                    <a:lnTo>
                      <a:pt x="152" y="142"/>
                    </a:lnTo>
                    <a:lnTo>
                      <a:pt x="152" y="140"/>
                    </a:lnTo>
                    <a:lnTo>
                      <a:pt x="152" y="140"/>
                    </a:lnTo>
                    <a:lnTo>
                      <a:pt x="152" y="140"/>
                    </a:lnTo>
                    <a:lnTo>
                      <a:pt x="149" y="140"/>
                    </a:lnTo>
                    <a:lnTo>
                      <a:pt x="149" y="137"/>
                    </a:lnTo>
                    <a:lnTo>
                      <a:pt x="149" y="137"/>
                    </a:lnTo>
                    <a:lnTo>
                      <a:pt x="149" y="135"/>
                    </a:lnTo>
                    <a:lnTo>
                      <a:pt x="149" y="135"/>
                    </a:lnTo>
                    <a:lnTo>
                      <a:pt x="149" y="135"/>
                    </a:lnTo>
                    <a:lnTo>
                      <a:pt x="147" y="135"/>
                    </a:lnTo>
                    <a:lnTo>
                      <a:pt x="147" y="135"/>
                    </a:lnTo>
                    <a:lnTo>
                      <a:pt x="147" y="135"/>
                    </a:lnTo>
                    <a:lnTo>
                      <a:pt x="147" y="132"/>
                    </a:lnTo>
                    <a:lnTo>
                      <a:pt x="145" y="132"/>
                    </a:lnTo>
                    <a:lnTo>
                      <a:pt x="145" y="132"/>
                    </a:lnTo>
                    <a:lnTo>
                      <a:pt x="145" y="132"/>
                    </a:lnTo>
                    <a:lnTo>
                      <a:pt x="145" y="132"/>
                    </a:lnTo>
                    <a:lnTo>
                      <a:pt x="145" y="132"/>
                    </a:lnTo>
                    <a:lnTo>
                      <a:pt x="142" y="132"/>
                    </a:lnTo>
                    <a:lnTo>
                      <a:pt x="142" y="132"/>
                    </a:lnTo>
                    <a:lnTo>
                      <a:pt x="140" y="132"/>
                    </a:lnTo>
                    <a:lnTo>
                      <a:pt x="140" y="130"/>
                    </a:lnTo>
                    <a:lnTo>
                      <a:pt x="140" y="130"/>
                    </a:lnTo>
                    <a:lnTo>
                      <a:pt x="140" y="130"/>
                    </a:lnTo>
                    <a:lnTo>
                      <a:pt x="138" y="130"/>
                    </a:lnTo>
                    <a:lnTo>
                      <a:pt x="138" y="130"/>
                    </a:lnTo>
                    <a:lnTo>
                      <a:pt x="138" y="130"/>
                    </a:lnTo>
                    <a:lnTo>
                      <a:pt x="138" y="132"/>
                    </a:lnTo>
                    <a:lnTo>
                      <a:pt x="135" y="132"/>
                    </a:lnTo>
                    <a:lnTo>
                      <a:pt x="135" y="132"/>
                    </a:lnTo>
                    <a:lnTo>
                      <a:pt x="133" y="132"/>
                    </a:lnTo>
                    <a:lnTo>
                      <a:pt x="133" y="130"/>
                    </a:lnTo>
                    <a:lnTo>
                      <a:pt x="133" y="130"/>
                    </a:lnTo>
                    <a:lnTo>
                      <a:pt x="133" y="130"/>
                    </a:lnTo>
                    <a:lnTo>
                      <a:pt x="133" y="130"/>
                    </a:lnTo>
                    <a:lnTo>
                      <a:pt x="133" y="130"/>
                    </a:lnTo>
                    <a:lnTo>
                      <a:pt x="130" y="130"/>
                    </a:lnTo>
                    <a:lnTo>
                      <a:pt x="130" y="132"/>
                    </a:lnTo>
                    <a:lnTo>
                      <a:pt x="130" y="132"/>
                    </a:lnTo>
                    <a:lnTo>
                      <a:pt x="128" y="132"/>
                    </a:lnTo>
                    <a:lnTo>
                      <a:pt x="128" y="132"/>
                    </a:lnTo>
                    <a:lnTo>
                      <a:pt x="128" y="130"/>
                    </a:lnTo>
                    <a:lnTo>
                      <a:pt x="128" y="130"/>
                    </a:lnTo>
                    <a:lnTo>
                      <a:pt x="126" y="130"/>
                    </a:lnTo>
                    <a:lnTo>
                      <a:pt x="126" y="130"/>
                    </a:lnTo>
                    <a:lnTo>
                      <a:pt x="126" y="130"/>
                    </a:lnTo>
                    <a:lnTo>
                      <a:pt x="126" y="130"/>
                    </a:lnTo>
                    <a:lnTo>
                      <a:pt x="126" y="128"/>
                    </a:lnTo>
                    <a:lnTo>
                      <a:pt x="126" y="128"/>
                    </a:lnTo>
                    <a:lnTo>
                      <a:pt x="123" y="128"/>
                    </a:lnTo>
                    <a:lnTo>
                      <a:pt x="123" y="128"/>
                    </a:lnTo>
                    <a:lnTo>
                      <a:pt x="121" y="128"/>
                    </a:lnTo>
                    <a:lnTo>
                      <a:pt x="121" y="128"/>
                    </a:lnTo>
                    <a:lnTo>
                      <a:pt x="121" y="128"/>
                    </a:lnTo>
                    <a:lnTo>
                      <a:pt x="121" y="125"/>
                    </a:lnTo>
                    <a:lnTo>
                      <a:pt x="119" y="125"/>
                    </a:lnTo>
                    <a:lnTo>
                      <a:pt x="119" y="125"/>
                    </a:lnTo>
                    <a:lnTo>
                      <a:pt x="119" y="125"/>
                    </a:lnTo>
                    <a:lnTo>
                      <a:pt x="119" y="125"/>
                    </a:lnTo>
                    <a:lnTo>
                      <a:pt x="116" y="125"/>
                    </a:lnTo>
                    <a:lnTo>
                      <a:pt x="116" y="125"/>
                    </a:lnTo>
                    <a:lnTo>
                      <a:pt x="114" y="125"/>
                    </a:lnTo>
                    <a:lnTo>
                      <a:pt x="114" y="123"/>
                    </a:lnTo>
                    <a:lnTo>
                      <a:pt x="114" y="123"/>
                    </a:lnTo>
                    <a:lnTo>
                      <a:pt x="114" y="123"/>
                    </a:lnTo>
                    <a:lnTo>
                      <a:pt x="111" y="123"/>
                    </a:lnTo>
                    <a:lnTo>
                      <a:pt x="111" y="123"/>
                    </a:lnTo>
                    <a:lnTo>
                      <a:pt x="111" y="123"/>
                    </a:lnTo>
                    <a:lnTo>
                      <a:pt x="109" y="123"/>
                    </a:lnTo>
                    <a:lnTo>
                      <a:pt x="109" y="123"/>
                    </a:lnTo>
                    <a:lnTo>
                      <a:pt x="109" y="123"/>
                    </a:lnTo>
                    <a:lnTo>
                      <a:pt x="107" y="123"/>
                    </a:lnTo>
                    <a:lnTo>
                      <a:pt x="107" y="123"/>
                    </a:lnTo>
                    <a:lnTo>
                      <a:pt x="107" y="123"/>
                    </a:lnTo>
                    <a:lnTo>
                      <a:pt x="107" y="121"/>
                    </a:lnTo>
                    <a:lnTo>
                      <a:pt x="107" y="121"/>
                    </a:lnTo>
                    <a:lnTo>
                      <a:pt x="107" y="121"/>
                    </a:lnTo>
                    <a:lnTo>
                      <a:pt x="107" y="118"/>
                    </a:lnTo>
                    <a:lnTo>
                      <a:pt x="104" y="118"/>
                    </a:lnTo>
                    <a:lnTo>
                      <a:pt x="104" y="118"/>
                    </a:lnTo>
                    <a:lnTo>
                      <a:pt x="104" y="116"/>
                    </a:lnTo>
                    <a:lnTo>
                      <a:pt x="104" y="116"/>
                    </a:lnTo>
                    <a:lnTo>
                      <a:pt x="104" y="116"/>
                    </a:lnTo>
                    <a:lnTo>
                      <a:pt x="104" y="116"/>
                    </a:lnTo>
                    <a:lnTo>
                      <a:pt x="102" y="116"/>
                    </a:lnTo>
                    <a:lnTo>
                      <a:pt x="102" y="116"/>
                    </a:lnTo>
                    <a:lnTo>
                      <a:pt x="102" y="116"/>
                    </a:lnTo>
                    <a:lnTo>
                      <a:pt x="100" y="116"/>
                    </a:lnTo>
                    <a:lnTo>
                      <a:pt x="100" y="118"/>
                    </a:lnTo>
                    <a:lnTo>
                      <a:pt x="100" y="118"/>
                    </a:lnTo>
                    <a:lnTo>
                      <a:pt x="100" y="118"/>
                    </a:lnTo>
                    <a:lnTo>
                      <a:pt x="100" y="116"/>
                    </a:lnTo>
                    <a:lnTo>
                      <a:pt x="97" y="116"/>
                    </a:lnTo>
                    <a:lnTo>
                      <a:pt x="97" y="116"/>
                    </a:lnTo>
                    <a:lnTo>
                      <a:pt x="95" y="116"/>
                    </a:lnTo>
                    <a:lnTo>
                      <a:pt x="95" y="116"/>
                    </a:lnTo>
                    <a:lnTo>
                      <a:pt x="95" y="116"/>
                    </a:lnTo>
                    <a:lnTo>
                      <a:pt x="95" y="116"/>
                    </a:lnTo>
                    <a:lnTo>
                      <a:pt x="93" y="116"/>
                    </a:lnTo>
                    <a:lnTo>
                      <a:pt x="93" y="116"/>
                    </a:lnTo>
                    <a:lnTo>
                      <a:pt x="93" y="116"/>
                    </a:lnTo>
                    <a:lnTo>
                      <a:pt x="90" y="116"/>
                    </a:lnTo>
                    <a:lnTo>
                      <a:pt x="90" y="116"/>
                    </a:lnTo>
                    <a:lnTo>
                      <a:pt x="88" y="116"/>
                    </a:lnTo>
                    <a:lnTo>
                      <a:pt x="88" y="116"/>
                    </a:lnTo>
                    <a:lnTo>
                      <a:pt x="88" y="116"/>
                    </a:lnTo>
                    <a:lnTo>
                      <a:pt x="85" y="116"/>
                    </a:lnTo>
                    <a:lnTo>
                      <a:pt x="85" y="116"/>
                    </a:lnTo>
                    <a:lnTo>
                      <a:pt x="85" y="116"/>
                    </a:lnTo>
                    <a:lnTo>
                      <a:pt x="85" y="116"/>
                    </a:lnTo>
                    <a:lnTo>
                      <a:pt x="85" y="118"/>
                    </a:lnTo>
                    <a:lnTo>
                      <a:pt x="85" y="118"/>
                    </a:lnTo>
                    <a:lnTo>
                      <a:pt x="85" y="121"/>
                    </a:lnTo>
                    <a:lnTo>
                      <a:pt x="83" y="121"/>
                    </a:lnTo>
                    <a:lnTo>
                      <a:pt x="83" y="121"/>
                    </a:lnTo>
                    <a:lnTo>
                      <a:pt x="83" y="121"/>
                    </a:lnTo>
                    <a:lnTo>
                      <a:pt x="81" y="121"/>
                    </a:lnTo>
                    <a:lnTo>
                      <a:pt x="81" y="121"/>
                    </a:lnTo>
                    <a:lnTo>
                      <a:pt x="81" y="121"/>
                    </a:lnTo>
                    <a:lnTo>
                      <a:pt x="81" y="121"/>
                    </a:lnTo>
                    <a:lnTo>
                      <a:pt x="78" y="121"/>
                    </a:lnTo>
                    <a:lnTo>
                      <a:pt x="78" y="121"/>
                    </a:lnTo>
                    <a:lnTo>
                      <a:pt x="78" y="121"/>
                    </a:lnTo>
                    <a:lnTo>
                      <a:pt x="76" y="121"/>
                    </a:lnTo>
                    <a:lnTo>
                      <a:pt x="76" y="121"/>
                    </a:lnTo>
                    <a:lnTo>
                      <a:pt x="74" y="121"/>
                    </a:lnTo>
                    <a:lnTo>
                      <a:pt x="74" y="121"/>
                    </a:lnTo>
                    <a:lnTo>
                      <a:pt x="74" y="118"/>
                    </a:lnTo>
                    <a:lnTo>
                      <a:pt x="74" y="118"/>
                    </a:lnTo>
                    <a:lnTo>
                      <a:pt x="71" y="118"/>
                    </a:lnTo>
                    <a:lnTo>
                      <a:pt x="71" y="118"/>
                    </a:lnTo>
                    <a:lnTo>
                      <a:pt x="71" y="121"/>
                    </a:lnTo>
                    <a:lnTo>
                      <a:pt x="71" y="121"/>
                    </a:lnTo>
                    <a:lnTo>
                      <a:pt x="69" y="121"/>
                    </a:lnTo>
                    <a:lnTo>
                      <a:pt x="69" y="121"/>
                    </a:lnTo>
                    <a:lnTo>
                      <a:pt x="67" y="121"/>
                    </a:lnTo>
                    <a:lnTo>
                      <a:pt x="67" y="121"/>
                    </a:lnTo>
                    <a:lnTo>
                      <a:pt x="67" y="121"/>
                    </a:lnTo>
                    <a:lnTo>
                      <a:pt x="67" y="121"/>
                    </a:lnTo>
                    <a:lnTo>
                      <a:pt x="64" y="121"/>
                    </a:lnTo>
                    <a:lnTo>
                      <a:pt x="64" y="121"/>
                    </a:lnTo>
                    <a:lnTo>
                      <a:pt x="64" y="123"/>
                    </a:lnTo>
                    <a:lnTo>
                      <a:pt x="62" y="123"/>
                    </a:lnTo>
                    <a:lnTo>
                      <a:pt x="62" y="123"/>
                    </a:lnTo>
                    <a:lnTo>
                      <a:pt x="62" y="123"/>
                    </a:lnTo>
                    <a:lnTo>
                      <a:pt x="62" y="123"/>
                    </a:lnTo>
                    <a:lnTo>
                      <a:pt x="59" y="123"/>
                    </a:lnTo>
                    <a:lnTo>
                      <a:pt x="59" y="123"/>
                    </a:lnTo>
                    <a:lnTo>
                      <a:pt x="59" y="123"/>
                    </a:lnTo>
                    <a:lnTo>
                      <a:pt x="59" y="123"/>
                    </a:lnTo>
                    <a:lnTo>
                      <a:pt x="57" y="123"/>
                    </a:lnTo>
                    <a:lnTo>
                      <a:pt x="57" y="123"/>
                    </a:lnTo>
                    <a:lnTo>
                      <a:pt x="57" y="125"/>
                    </a:lnTo>
                    <a:lnTo>
                      <a:pt x="55" y="125"/>
                    </a:lnTo>
                    <a:lnTo>
                      <a:pt x="55" y="125"/>
                    </a:lnTo>
                    <a:lnTo>
                      <a:pt x="55" y="125"/>
                    </a:lnTo>
                    <a:lnTo>
                      <a:pt x="55" y="128"/>
                    </a:lnTo>
                    <a:lnTo>
                      <a:pt x="55" y="128"/>
                    </a:lnTo>
                    <a:lnTo>
                      <a:pt x="52" y="128"/>
                    </a:lnTo>
                    <a:lnTo>
                      <a:pt x="52" y="128"/>
                    </a:lnTo>
                    <a:lnTo>
                      <a:pt x="52" y="128"/>
                    </a:lnTo>
                    <a:lnTo>
                      <a:pt x="52" y="130"/>
                    </a:lnTo>
                    <a:lnTo>
                      <a:pt x="52" y="130"/>
                    </a:lnTo>
                    <a:lnTo>
                      <a:pt x="52" y="130"/>
                    </a:lnTo>
                    <a:lnTo>
                      <a:pt x="52" y="132"/>
                    </a:lnTo>
                    <a:lnTo>
                      <a:pt x="52" y="132"/>
                    </a:lnTo>
                    <a:lnTo>
                      <a:pt x="52" y="132"/>
                    </a:lnTo>
                    <a:lnTo>
                      <a:pt x="52" y="135"/>
                    </a:lnTo>
                    <a:lnTo>
                      <a:pt x="50" y="135"/>
                    </a:lnTo>
                    <a:lnTo>
                      <a:pt x="50" y="135"/>
                    </a:lnTo>
                    <a:lnTo>
                      <a:pt x="50" y="135"/>
                    </a:lnTo>
                    <a:lnTo>
                      <a:pt x="48" y="135"/>
                    </a:lnTo>
                    <a:lnTo>
                      <a:pt x="48" y="137"/>
                    </a:lnTo>
                    <a:lnTo>
                      <a:pt x="48" y="137"/>
                    </a:lnTo>
                    <a:lnTo>
                      <a:pt x="48" y="135"/>
                    </a:lnTo>
                    <a:lnTo>
                      <a:pt x="48" y="135"/>
                    </a:lnTo>
                    <a:lnTo>
                      <a:pt x="45" y="135"/>
                    </a:lnTo>
                    <a:lnTo>
                      <a:pt x="45" y="137"/>
                    </a:lnTo>
                    <a:lnTo>
                      <a:pt x="45" y="137"/>
                    </a:lnTo>
                    <a:lnTo>
                      <a:pt x="45" y="137"/>
                    </a:lnTo>
                    <a:lnTo>
                      <a:pt x="45" y="137"/>
                    </a:lnTo>
                    <a:lnTo>
                      <a:pt x="43" y="137"/>
                    </a:lnTo>
                    <a:lnTo>
                      <a:pt x="43" y="137"/>
                    </a:lnTo>
                    <a:lnTo>
                      <a:pt x="43" y="140"/>
                    </a:lnTo>
                    <a:lnTo>
                      <a:pt x="40" y="140"/>
                    </a:lnTo>
                    <a:lnTo>
                      <a:pt x="40" y="140"/>
                    </a:lnTo>
                    <a:lnTo>
                      <a:pt x="40" y="140"/>
                    </a:lnTo>
                    <a:lnTo>
                      <a:pt x="40" y="140"/>
                    </a:lnTo>
                    <a:lnTo>
                      <a:pt x="38" y="140"/>
                    </a:lnTo>
                    <a:lnTo>
                      <a:pt x="38" y="140"/>
                    </a:lnTo>
                    <a:lnTo>
                      <a:pt x="38" y="140"/>
                    </a:lnTo>
                    <a:lnTo>
                      <a:pt x="38" y="140"/>
                    </a:lnTo>
                    <a:lnTo>
                      <a:pt x="36" y="140"/>
                    </a:lnTo>
                    <a:lnTo>
                      <a:pt x="36" y="140"/>
                    </a:lnTo>
                    <a:lnTo>
                      <a:pt x="33" y="140"/>
                    </a:lnTo>
                    <a:lnTo>
                      <a:pt x="33" y="140"/>
                    </a:lnTo>
                    <a:lnTo>
                      <a:pt x="33" y="140"/>
                    </a:lnTo>
                    <a:lnTo>
                      <a:pt x="31" y="140"/>
                    </a:lnTo>
                    <a:lnTo>
                      <a:pt x="31" y="137"/>
                    </a:lnTo>
                    <a:lnTo>
                      <a:pt x="31" y="137"/>
                    </a:lnTo>
                    <a:lnTo>
                      <a:pt x="31" y="135"/>
                    </a:lnTo>
                    <a:lnTo>
                      <a:pt x="31" y="135"/>
                    </a:lnTo>
                    <a:lnTo>
                      <a:pt x="31" y="135"/>
                    </a:lnTo>
                    <a:lnTo>
                      <a:pt x="31" y="132"/>
                    </a:lnTo>
                    <a:lnTo>
                      <a:pt x="31" y="132"/>
                    </a:lnTo>
                    <a:lnTo>
                      <a:pt x="31" y="132"/>
                    </a:lnTo>
                    <a:lnTo>
                      <a:pt x="31" y="130"/>
                    </a:lnTo>
                    <a:lnTo>
                      <a:pt x="31" y="130"/>
                    </a:lnTo>
                    <a:lnTo>
                      <a:pt x="31" y="130"/>
                    </a:lnTo>
                    <a:lnTo>
                      <a:pt x="31" y="128"/>
                    </a:lnTo>
                    <a:lnTo>
                      <a:pt x="31" y="128"/>
                    </a:lnTo>
                    <a:lnTo>
                      <a:pt x="31" y="125"/>
                    </a:lnTo>
                    <a:lnTo>
                      <a:pt x="31" y="125"/>
                    </a:lnTo>
                    <a:lnTo>
                      <a:pt x="31" y="123"/>
                    </a:lnTo>
                    <a:lnTo>
                      <a:pt x="31" y="123"/>
                    </a:lnTo>
                    <a:lnTo>
                      <a:pt x="31" y="123"/>
                    </a:lnTo>
                    <a:lnTo>
                      <a:pt x="31" y="121"/>
                    </a:lnTo>
                    <a:lnTo>
                      <a:pt x="31" y="121"/>
                    </a:lnTo>
                    <a:lnTo>
                      <a:pt x="31" y="121"/>
                    </a:lnTo>
                    <a:lnTo>
                      <a:pt x="31" y="118"/>
                    </a:lnTo>
                    <a:lnTo>
                      <a:pt x="31" y="118"/>
                    </a:lnTo>
                    <a:lnTo>
                      <a:pt x="31" y="116"/>
                    </a:lnTo>
                    <a:lnTo>
                      <a:pt x="31" y="116"/>
                    </a:lnTo>
                    <a:lnTo>
                      <a:pt x="31" y="114"/>
                    </a:lnTo>
                    <a:lnTo>
                      <a:pt x="31" y="114"/>
                    </a:lnTo>
                    <a:lnTo>
                      <a:pt x="31" y="111"/>
                    </a:lnTo>
                    <a:lnTo>
                      <a:pt x="31" y="111"/>
                    </a:lnTo>
                    <a:lnTo>
                      <a:pt x="31" y="111"/>
                    </a:lnTo>
                    <a:lnTo>
                      <a:pt x="31" y="111"/>
                    </a:lnTo>
                    <a:lnTo>
                      <a:pt x="31" y="109"/>
                    </a:lnTo>
                    <a:lnTo>
                      <a:pt x="31" y="109"/>
                    </a:lnTo>
                    <a:lnTo>
                      <a:pt x="31" y="106"/>
                    </a:lnTo>
                    <a:lnTo>
                      <a:pt x="31" y="106"/>
                    </a:lnTo>
                    <a:lnTo>
                      <a:pt x="31" y="106"/>
                    </a:lnTo>
                    <a:lnTo>
                      <a:pt x="31" y="104"/>
                    </a:lnTo>
                    <a:lnTo>
                      <a:pt x="31" y="104"/>
                    </a:lnTo>
                    <a:lnTo>
                      <a:pt x="31" y="104"/>
                    </a:lnTo>
                    <a:lnTo>
                      <a:pt x="31" y="102"/>
                    </a:lnTo>
                    <a:lnTo>
                      <a:pt x="33" y="102"/>
                    </a:lnTo>
                    <a:lnTo>
                      <a:pt x="33" y="102"/>
                    </a:lnTo>
                    <a:lnTo>
                      <a:pt x="33" y="102"/>
                    </a:lnTo>
                    <a:lnTo>
                      <a:pt x="33" y="99"/>
                    </a:lnTo>
                    <a:lnTo>
                      <a:pt x="33" y="99"/>
                    </a:lnTo>
                    <a:lnTo>
                      <a:pt x="33" y="99"/>
                    </a:lnTo>
                    <a:lnTo>
                      <a:pt x="33" y="99"/>
                    </a:lnTo>
                    <a:lnTo>
                      <a:pt x="31" y="99"/>
                    </a:lnTo>
                    <a:lnTo>
                      <a:pt x="31" y="97"/>
                    </a:lnTo>
                    <a:lnTo>
                      <a:pt x="31" y="97"/>
                    </a:lnTo>
                    <a:lnTo>
                      <a:pt x="31" y="97"/>
                    </a:lnTo>
                    <a:lnTo>
                      <a:pt x="31" y="97"/>
                    </a:lnTo>
                    <a:lnTo>
                      <a:pt x="29" y="97"/>
                    </a:lnTo>
                    <a:lnTo>
                      <a:pt x="29" y="97"/>
                    </a:lnTo>
                    <a:lnTo>
                      <a:pt x="29" y="95"/>
                    </a:lnTo>
                    <a:lnTo>
                      <a:pt x="26" y="95"/>
                    </a:lnTo>
                    <a:lnTo>
                      <a:pt x="26" y="95"/>
                    </a:lnTo>
                    <a:lnTo>
                      <a:pt x="26" y="95"/>
                    </a:lnTo>
                    <a:lnTo>
                      <a:pt x="26" y="92"/>
                    </a:lnTo>
                    <a:lnTo>
                      <a:pt x="26" y="92"/>
                    </a:lnTo>
                    <a:lnTo>
                      <a:pt x="26" y="92"/>
                    </a:lnTo>
                    <a:lnTo>
                      <a:pt x="24" y="92"/>
                    </a:lnTo>
                    <a:lnTo>
                      <a:pt x="24" y="92"/>
                    </a:lnTo>
                    <a:lnTo>
                      <a:pt x="24" y="90"/>
                    </a:lnTo>
                    <a:lnTo>
                      <a:pt x="24" y="90"/>
                    </a:lnTo>
                    <a:lnTo>
                      <a:pt x="24" y="90"/>
                    </a:lnTo>
                    <a:lnTo>
                      <a:pt x="22" y="90"/>
                    </a:lnTo>
                    <a:lnTo>
                      <a:pt x="22" y="87"/>
                    </a:lnTo>
                    <a:lnTo>
                      <a:pt x="22" y="87"/>
                    </a:lnTo>
                    <a:lnTo>
                      <a:pt x="22" y="87"/>
                    </a:lnTo>
                    <a:lnTo>
                      <a:pt x="19" y="87"/>
                    </a:lnTo>
                    <a:lnTo>
                      <a:pt x="19" y="87"/>
                    </a:lnTo>
                    <a:lnTo>
                      <a:pt x="19" y="87"/>
                    </a:lnTo>
                    <a:lnTo>
                      <a:pt x="17" y="87"/>
                    </a:lnTo>
                    <a:lnTo>
                      <a:pt x="17" y="90"/>
                    </a:lnTo>
                    <a:lnTo>
                      <a:pt x="17" y="90"/>
                    </a:lnTo>
                    <a:lnTo>
                      <a:pt x="17" y="92"/>
                    </a:lnTo>
                    <a:lnTo>
                      <a:pt x="17" y="92"/>
                    </a:lnTo>
                    <a:lnTo>
                      <a:pt x="17" y="90"/>
                    </a:lnTo>
                    <a:lnTo>
                      <a:pt x="14" y="90"/>
                    </a:lnTo>
                    <a:lnTo>
                      <a:pt x="14" y="90"/>
                    </a:lnTo>
                    <a:lnTo>
                      <a:pt x="14" y="87"/>
                    </a:lnTo>
                    <a:lnTo>
                      <a:pt x="14" y="87"/>
                    </a:lnTo>
                    <a:lnTo>
                      <a:pt x="14" y="87"/>
                    </a:lnTo>
                    <a:lnTo>
                      <a:pt x="14" y="85"/>
                    </a:lnTo>
                    <a:lnTo>
                      <a:pt x="14" y="85"/>
                    </a:lnTo>
                    <a:lnTo>
                      <a:pt x="14" y="83"/>
                    </a:lnTo>
                    <a:lnTo>
                      <a:pt x="14" y="83"/>
                    </a:lnTo>
                    <a:lnTo>
                      <a:pt x="14" y="83"/>
                    </a:lnTo>
                    <a:lnTo>
                      <a:pt x="17" y="83"/>
                    </a:lnTo>
                    <a:lnTo>
                      <a:pt x="17" y="83"/>
                    </a:lnTo>
                    <a:lnTo>
                      <a:pt x="17" y="83"/>
                    </a:lnTo>
                    <a:lnTo>
                      <a:pt x="17" y="80"/>
                    </a:lnTo>
                    <a:lnTo>
                      <a:pt x="17" y="80"/>
                    </a:lnTo>
                    <a:lnTo>
                      <a:pt x="19" y="80"/>
                    </a:lnTo>
                    <a:lnTo>
                      <a:pt x="19" y="78"/>
                    </a:lnTo>
                    <a:lnTo>
                      <a:pt x="19" y="78"/>
                    </a:lnTo>
                    <a:lnTo>
                      <a:pt x="19" y="78"/>
                    </a:lnTo>
                    <a:lnTo>
                      <a:pt x="22" y="78"/>
                    </a:lnTo>
                    <a:lnTo>
                      <a:pt x="22" y="80"/>
                    </a:lnTo>
                    <a:lnTo>
                      <a:pt x="19" y="80"/>
                    </a:lnTo>
                    <a:lnTo>
                      <a:pt x="19" y="80"/>
                    </a:lnTo>
                    <a:lnTo>
                      <a:pt x="19" y="80"/>
                    </a:lnTo>
                    <a:lnTo>
                      <a:pt x="19" y="83"/>
                    </a:lnTo>
                    <a:lnTo>
                      <a:pt x="19" y="83"/>
                    </a:lnTo>
                    <a:lnTo>
                      <a:pt x="22" y="83"/>
                    </a:lnTo>
                    <a:lnTo>
                      <a:pt x="22" y="83"/>
                    </a:lnTo>
                    <a:lnTo>
                      <a:pt x="22" y="83"/>
                    </a:lnTo>
                    <a:lnTo>
                      <a:pt x="22" y="80"/>
                    </a:lnTo>
                    <a:lnTo>
                      <a:pt x="22" y="80"/>
                    </a:lnTo>
                    <a:lnTo>
                      <a:pt x="22" y="80"/>
                    </a:lnTo>
                    <a:lnTo>
                      <a:pt x="22" y="78"/>
                    </a:lnTo>
                    <a:lnTo>
                      <a:pt x="22" y="78"/>
                    </a:lnTo>
                    <a:lnTo>
                      <a:pt x="22" y="78"/>
                    </a:lnTo>
                    <a:lnTo>
                      <a:pt x="22" y="76"/>
                    </a:lnTo>
                    <a:lnTo>
                      <a:pt x="22" y="76"/>
                    </a:lnTo>
                    <a:lnTo>
                      <a:pt x="22" y="76"/>
                    </a:lnTo>
                    <a:lnTo>
                      <a:pt x="22" y="73"/>
                    </a:lnTo>
                    <a:lnTo>
                      <a:pt x="22" y="73"/>
                    </a:lnTo>
                    <a:lnTo>
                      <a:pt x="22" y="73"/>
                    </a:lnTo>
                    <a:lnTo>
                      <a:pt x="22" y="73"/>
                    </a:lnTo>
                    <a:lnTo>
                      <a:pt x="19" y="73"/>
                    </a:lnTo>
                    <a:lnTo>
                      <a:pt x="19" y="73"/>
                    </a:lnTo>
                    <a:lnTo>
                      <a:pt x="19" y="73"/>
                    </a:lnTo>
                    <a:lnTo>
                      <a:pt x="19" y="73"/>
                    </a:lnTo>
                    <a:lnTo>
                      <a:pt x="19" y="73"/>
                    </a:lnTo>
                    <a:lnTo>
                      <a:pt x="17" y="73"/>
                    </a:lnTo>
                    <a:lnTo>
                      <a:pt x="17" y="73"/>
                    </a:lnTo>
                    <a:lnTo>
                      <a:pt x="14" y="73"/>
                    </a:lnTo>
                    <a:lnTo>
                      <a:pt x="14" y="73"/>
                    </a:lnTo>
                    <a:lnTo>
                      <a:pt x="14" y="73"/>
                    </a:lnTo>
                    <a:lnTo>
                      <a:pt x="14" y="71"/>
                    </a:lnTo>
                    <a:lnTo>
                      <a:pt x="12" y="71"/>
                    </a:lnTo>
                    <a:lnTo>
                      <a:pt x="12" y="71"/>
                    </a:lnTo>
                    <a:lnTo>
                      <a:pt x="12" y="71"/>
                    </a:lnTo>
                    <a:lnTo>
                      <a:pt x="12" y="73"/>
                    </a:lnTo>
                    <a:lnTo>
                      <a:pt x="12" y="73"/>
                    </a:lnTo>
                    <a:lnTo>
                      <a:pt x="12" y="73"/>
                    </a:lnTo>
                    <a:lnTo>
                      <a:pt x="12" y="73"/>
                    </a:lnTo>
                    <a:lnTo>
                      <a:pt x="12" y="73"/>
                    </a:lnTo>
                    <a:lnTo>
                      <a:pt x="12" y="76"/>
                    </a:lnTo>
                    <a:lnTo>
                      <a:pt x="14" y="76"/>
                    </a:lnTo>
                    <a:lnTo>
                      <a:pt x="14" y="76"/>
                    </a:lnTo>
                    <a:lnTo>
                      <a:pt x="14" y="76"/>
                    </a:lnTo>
                    <a:lnTo>
                      <a:pt x="14" y="78"/>
                    </a:lnTo>
                    <a:lnTo>
                      <a:pt x="14" y="78"/>
                    </a:lnTo>
                    <a:lnTo>
                      <a:pt x="14" y="78"/>
                    </a:lnTo>
                    <a:lnTo>
                      <a:pt x="17" y="78"/>
                    </a:lnTo>
                    <a:lnTo>
                      <a:pt x="17" y="80"/>
                    </a:lnTo>
                    <a:lnTo>
                      <a:pt x="14" y="80"/>
                    </a:lnTo>
                    <a:lnTo>
                      <a:pt x="14" y="80"/>
                    </a:lnTo>
                    <a:lnTo>
                      <a:pt x="14" y="78"/>
                    </a:lnTo>
                    <a:lnTo>
                      <a:pt x="14" y="78"/>
                    </a:lnTo>
                    <a:lnTo>
                      <a:pt x="14" y="78"/>
                    </a:lnTo>
                    <a:lnTo>
                      <a:pt x="12" y="78"/>
                    </a:lnTo>
                    <a:lnTo>
                      <a:pt x="12" y="78"/>
                    </a:lnTo>
                    <a:lnTo>
                      <a:pt x="12" y="76"/>
                    </a:lnTo>
                    <a:lnTo>
                      <a:pt x="12" y="76"/>
                    </a:lnTo>
                    <a:lnTo>
                      <a:pt x="12" y="76"/>
                    </a:lnTo>
                    <a:lnTo>
                      <a:pt x="10" y="76"/>
                    </a:lnTo>
                    <a:lnTo>
                      <a:pt x="10" y="73"/>
                    </a:lnTo>
                    <a:lnTo>
                      <a:pt x="10" y="73"/>
                    </a:lnTo>
                    <a:lnTo>
                      <a:pt x="10" y="73"/>
                    </a:lnTo>
                    <a:lnTo>
                      <a:pt x="10" y="73"/>
                    </a:lnTo>
                    <a:lnTo>
                      <a:pt x="7" y="73"/>
                    </a:lnTo>
                    <a:lnTo>
                      <a:pt x="7" y="71"/>
                    </a:lnTo>
                    <a:lnTo>
                      <a:pt x="7" y="71"/>
                    </a:lnTo>
                    <a:lnTo>
                      <a:pt x="7" y="71"/>
                    </a:lnTo>
                    <a:lnTo>
                      <a:pt x="7" y="71"/>
                    </a:lnTo>
                    <a:lnTo>
                      <a:pt x="7" y="68"/>
                    </a:lnTo>
                    <a:lnTo>
                      <a:pt x="7" y="68"/>
                    </a:lnTo>
                    <a:lnTo>
                      <a:pt x="7" y="68"/>
                    </a:lnTo>
                    <a:lnTo>
                      <a:pt x="7" y="66"/>
                    </a:lnTo>
                    <a:lnTo>
                      <a:pt x="7" y="66"/>
                    </a:lnTo>
                    <a:lnTo>
                      <a:pt x="7" y="66"/>
                    </a:lnTo>
                    <a:lnTo>
                      <a:pt x="7" y="64"/>
                    </a:lnTo>
                    <a:lnTo>
                      <a:pt x="5" y="64"/>
                    </a:lnTo>
                    <a:lnTo>
                      <a:pt x="5" y="64"/>
                    </a:lnTo>
                    <a:lnTo>
                      <a:pt x="5" y="64"/>
                    </a:lnTo>
                    <a:lnTo>
                      <a:pt x="7" y="64"/>
                    </a:lnTo>
                    <a:lnTo>
                      <a:pt x="7" y="61"/>
                    </a:lnTo>
                    <a:lnTo>
                      <a:pt x="7" y="61"/>
                    </a:lnTo>
                    <a:lnTo>
                      <a:pt x="7" y="59"/>
                    </a:lnTo>
                    <a:lnTo>
                      <a:pt x="7" y="59"/>
                    </a:lnTo>
                    <a:lnTo>
                      <a:pt x="7" y="57"/>
                    </a:lnTo>
                    <a:lnTo>
                      <a:pt x="7" y="57"/>
                    </a:lnTo>
                    <a:lnTo>
                      <a:pt x="7" y="57"/>
                    </a:lnTo>
                    <a:lnTo>
                      <a:pt x="7" y="57"/>
                    </a:lnTo>
                    <a:lnTo>
                      <a:pt x="7" y="54"/>
                    </a:lnTo>
                    <a:lnTo>
                      <a:pt x="7" y="54"/>
                    </a:lnTo>
                    <a:lnTo>
                      <a:pt x="10" y="54"/>
                    </a:lnTo>
                    <a:lnTo>
                      <a:pt x="10" y="52"/>
                    </a:lnTo>
                    <a:lnTo>
                      <a:pt x="7" y="52"/>
                    </a:lnTo>
                    <a:lnTo>
                      <a:pt x="7" y="52"/>
                    </a:lnTo>
                    <a:lnTo>
                      <a:pt x="10" y="52"/>
                    </a:lnTo>
                    <a:lnTo>
                      <a:pt x="10" y="52"/>
                    </a:lnTo>
                    <a:lnTo>
                      <a:pt x="10" y="52"/>
                    </a:lnTo>
                    <a:lnTo>
                      <a:pt x="10" y="50"/>
                    </a:lnTo>
                    <a:lnTo>
                      <a:pt x="10" y="50"/>
                    </a:lnTo>
                    <a:lnTo>
                      <a:pt x="10" y="47"/>
                    </a:lnTo>
                    <a:lnTo>
                      <a:pt x="12" y="47"/>
                    </a:lnTo>
                    <a:lnTo>
                      <a:pt x="12" y="47"/>
                    </a:lnTo>
                    <a:lnTo>
                      <a:pt x="12" y="45"/>
                    </a:lnTo>
                    <a:lnTo>
                      <a:pt x="10" y="45"/>
                    </a:lnTo>
                    <a:lnTo>
                      <a:pt x="10" y="45"/>
                    </a:lnTo>
                    <a:lnTo>
                      <a:pt x="10" y="45"/>
                    </a:lnTo>
                    <a:lnTo>
                      <a:pt x="10" y="42"/>
                    </a:lnTo>
                    <a:lnTo>
                      <a:pt x="10" y="42"/>
                    </a:lnTo>
                    <a:lnTo>
                      <a:pt x="10" y="42"/>
                    </a:lnTo>
                    <a:lnTo>
                      <a:pt x="10" y="40"/>
                    </a:lnTo>
                    <a:lnTo>
                      <a:pt x="7" y="40"/>
                    </a:lnTo>
                    <a:lnTo>
                      <a:pt x="7" y="40"/>
                    </a:lnTo>
                    <a:lnTo>
                      <a:pt x="7" y="38"/>
                    </a:lnTo>
                    <a:lnTo>
                      <a:pt x="7" y="38"/>
                    </a:lnTo>
                    <a:lnTo>
                      <a:pt x="7" y="38"/>
                    </a:lnTo>
                    <a:lnTo>
                      <a:pt x="7" y="35"/>
                    </a:lnTo>
                    <a:lnTo>
                      <a:pt x="7" y="35"/>
                    </a:lnTo>
                    <a:lnTo>
                      <a:pt x="7" y="35"/>
                    </a:lnTo>
                    <a:lnTo>
                      <a:pt x="5" y="35"/>
                    </a:lnTo>
                    <a:lnTo>
                      <a:pt x="5" y="33"/>
                    </a:lnTo>
                    <a:lnTo>
                      <a:pt x="5" y="33"/>
                    </a:lnTo>
                    <a:lnTo>
                      <a:pt x="5" y="33"/>
                    </a:lnTo>
                    <a:lnTo>
                      <a:pt x="5" y="33"/>
                    </a:lnTo>
                    <a:lnTo>
                      <a:pt x="3" y="33"/>
                    </a:lnTo>
                    <a:lnTo>
                      <a:pt x="3" y="33"/>
                    </a:lnTo>
                    <a:lnTo>
                      <a:pt x="3" y="31"/>
                    </a:lnTo>
                    <a:lnTo>
                      <a:pt x="3" y="31"/>
                    </a:lnTo>
                    <a:lnTo>
                      <a:pt x="5" y="31"/>
                    </a:lnTo>
                    <a:lnTo>
                      <a:pt x="5" y="28"/>
                    </a:lnTo>
                    <a:lnTo>
                      <a:pt x="3" y="28"/>
                    </a:lnTo>
                    <a:lnTo>
                      <a:pt x="3" y="28"/>
                    </a:lnTo>
                    <a:lnTo>
                      <a:pt x="3" y="28"/>
                    </a:lnTo>
                    <a:lnTo>
                      <a:pt x="0" y="28"/>
                    </a:lnTo>
                    <a:lnTo>
                      <a:pt x="0" y="26"/>
                    </a:lnTo>
                    <a:lnTo>
                      <a:pt x="0" y="26"/>
                    </a:lnTo>
                    <a:lnTo>
                      <a:pt x="3" y="26"/>
                    </a:lnTo>
                    <a:lnTo>
                      <a:pt x="3" y="23"/>
                    </a:lnTo>
                    <a:lnTo>
                      <a:pt x="3" y="23"/>
                    </a:lnTo>
                    <a:lnTo>
                      <a:pt x="5" y="23"/>
                    </a:lnTo>
                    <a:lnTo>
                      <a:pt x="5" y="23"/>
                    </a:lnTo>
                    <a:lnTo>
                      <a:pt x="5" y="23"/>
                    </a:lnTo>
                    <a:lnTo>
                      <a:pt x="5" y="23"/>
                    </a:lnTo>
                    <a:lnTo>
                      <a:pt x="5" y="23"/>
                    </a:lnTo>
                    <a:lnTo>
                      <a:pt x="7" y="23"/>
                    </a:lnTo>
                    <a:lnTo>
                      <a:pt x="7" y="21"/>
                    </a:lnTo>
                    <a:lnTo>
                      <a:pt x="7" y="21"/>
                    </a:lnTo>
                    <a:lnTo>
                      <a:pt x="7" y="21"/>
                    </a:lnTo>
                    <a:lnTo>
                      <a:pt x="7" y="21"/>
                    </a:lnTo>
                    <a:lnTo>
                      <a:pt x="10" y="21"/>
                    </a:lnTo>
                    <a:lnTo>
                      <a:pt x="10" y="19"/>
                    </a:lnTo>
                    <a:lnTo>
                      <a:pt x="10" y="19"/>
                    </a:lnTo>
                    <a:lnTo>
                      <a:pt x="12" y="19"/>
                    </a:lnTo>
                    <a:lnTo>
                      <a:pt x="12" y="19"/>
                    </a:lnTo>
                    <a:lnTo>
                      <a:pt x="12" y="19"/>
                    </a:lnTo>
                    <a:lnTo>
                      <a:pt x="12" y="16"/>
                    </a:lnTo>
                    <a:lnTo>
                      <a:pt x="12" y="16"/>
                    </a:lnTo>
                    <a:lnTo>
                      <a:pt x="14" y="16"/>
                    </a:lnTo>
                    <a:lnTo>
                      <a:pt x="14" y="16"/>
                    </a:lnTo>
                    <a:lnTo>
                      <a:pt x="14" y="16"/>
                    </a:lnTo>
                    <a:lnTo>
                      <a:pt x="14" y="16"/>
                    </a:lnTo>
                    <a:lnTo>
                      <a:pt x="17" y="16"/>
                    </a:lnTo>
                    <a:lnTo>
                      <a:pt x="17" y="16"/>
                    </a:lnTo>
                    <a:lnTo>
                      <a:pt x="17" y="14"/>
                    </a:lnTo>
                    <a:lnTo>
                      <a:pt x="19" y="14"/>
                    </a:lnTo>
                    <a:lnTo>
                      <a:pt x="19" y="14"/>
                    </a:lnTo>
                    <a:lnTo>
                      <a:pt x="19" y="14"/>
                    </a:lnTo>
                    <a:lnTo>
                      <a:pt x="19" y="14"/>
                    </a:lnTo>
                    <a:lnTo>
                      <a:pt x="22" y="14"/>
                    </a:lnTo>
                    <a:lnTo>
                      <a:pt x="22" y="14"/>
                    </a:lnTo>
                    <a:lnTo>
                      <a:pt x="22" y="14"/>
                    </a:lnTo>
                    <a:lnTo>
                      <a:pt x="22" y="14"/>
                    </a:lnTo>
                    <a:lnTo>
                      <a:pt x="24" y="14"/>
                    </a:lnTo>
                    <a:lnTo>
                      <a:pt x="24" y="14"/>
                    </a:lnTo>
                    <a:lnTo>
                      <a:pt x="26" y="14"/>
                    </a:lnTo>
                    <a:lnTo>
                      <a:pt x="26" y="14"/>
                    </a:lnTo>
                    <a:lnTo>
                      <a:pt x="26" y="14"/>
                    </a:lnTo>
                    <a:lnTo>
                      <a:pt x="29" y="14"/>
                    </a:lnTo>
                    <a:lnTo>
                      <a:pt x="29" y="14"/>
                    </a:lnTo>
                    <a:lnTo>
                      <a:pt x="29" y="12"/>
                    </a:lnTo>
                    <a:lnTo>
                      <a:pt x="31" y="12"/>
                    </a:lnTo>
                    <a:lnTo>
                      <a:pt x="31" y="12"/>
                    </a:lnTo>
                    <a:lnTo>
                      <a:pt x="31" y="12"/>
                    </a:lnTo>
                    <a:lnTo>
                      <a:pt x="33" y="12"/>
                    </a:lnTo>
                    <a:lnTo>
                      <a:pt x="33" y="12"/>
                    </a:lnTo>
                    <a:lnTo>
                      <a:pt x="33" y="12"/>
                    </a:lnTo>
                    <a:lnTo>
                      <a:pt x="36" y="12"/>
                    </a:lnTo>
                    <a:lnTo>
                      <a:pt x="36" y="12"/>
                    </a:lnTo>
                    <a:lnTo>
                      <a:pt x="38" y="12"/>
                    </a:lnTo>
                    <a:lnTo>
                      <a:pt x="38" y="12"/>
                    </a:lnTo>
                    <a:lnTo>
                      <a:pt x="38" y="12"/>
                    </a:lnTo>
                    <a:lnTo>
                      <a:pt x="40" y="12"/>
                    </a:lnTo>
                    <a:lnTo>
                      <a:pt x="40" y="12"/>
                    </a:lnTo>
                    <a:lnTo>
                      <a:pt x="40" y="14"/>
                    </a:lnTo>
                    <a:lnTo>
                      <a:pt x="40" y="14"/>
                    </a:lnTo>
                    <a:lnTo>
                      <a:pt x="43" y="14"/>
                    </a:lnTo>
                    <a:lnTo>
                      <a:pt x="43" y="14"/>
                    </a:lnTo>
                    <a:lnTo>
                      <a:pt x="43" y="14"/>
                    </a:lnTo>
                    <a:lnTo>
                      <a:pt x="45" y="14"/>
                    </a:lnTo>
                    <a:lnTo>
                      <a:pt x="45" y="14"/>
                    </a:lnTo>
                    <a:lnTo>
                      <a:pt x="45" y="14"/>
                    </a:lnTo>
                    <a:lnTo>
                      <a:pt x="45" y="16"/>
                    </a:lnTo>
                    <a:lnTo>
                      <a:pt x="45" y="16"/>
                    </a:lnTo>
                    <a:lnTo>
                      <a:pt x="48" y="16"/>
                    </a:lnTo>
                    <a:lnTo>
                      <a:pt x="48" y="16"/>
                    </a:lnTo>
                    <a:lnTo>
                      <a:pt x="48" y="16"/>
                    </a:lnTo>
                    <a:lnTo>
                      <a:pt x="48" y="16"/>
                    </a:lnTo>
                    <a:lnTo>
                      <a:pt x="48" y="19"/>
                    </a:lnTo>
                    <a:lnTo>
                      <a:pt x="50" y="19"/>
                    </a:lnTo>
                    <a:lnTo>
                      <a:pt x="50" y="19"/>
                    </a:lnTo>
                    <a:lnTo>
                      <a:pt x="50" y="19"/>
                    </a:lnTo>
                    <a:lnTo>
                      <a:pt x="52" y="19"/>
                    </a:lnTo>
                    <a:lnTo>
                      <a:pt x="52" y="19"/>
                    </a:lnTo>
                    <a:lnTo>
                      <a:pt x="52" y="21"/>
                    </a:lnTo>
                    <a:lnTo>
                      <a:pt x="52" y="21"/>
                    </a:lnTo>
                    <a:lnTo>
                      <a:pt x="52" y="21"/>
                    </a:lnTo>
                    <a:lnTo>
                      <a:pt x="55" y="21"/>
                    </a:lnTo>
                    <a:lnTo>
                      <a:pt x="55" y="23"/>
                    </a:lnTo>
                    <a:lnTo>
                      <a:pt x="55" y="23"/>
                    </a:lnTo>
                    <a:lnTo>
                      <a:pt x="55" y="23"/>
                    </a:lnTo>
                    <a:lnTo>
                      <a:pt x="55" y="23"/>
                    </a:lnTo>
                    <a:lnTo>
                      <a:pt x="55" y="26"/>
                    </a:lnTo>
                    <a:lnTo>
                      <a:pt x="55" y="26"/>
                    </a:lnTo>
                    <a:lnTo>
                      <a:pt x="55" y="26"/>
                    </a:lnTo>
                    <a:lnTo>
                      <a:pt x="57" y="26"/>
                    </a:lnTo>
                    <a:lnTo>
                      <a:pt x="57" y="28"/>
                    </a:lnTo>
                    <a:lnTo>
                      <a:pt x="57" y="28"/>
                    </a:lnTo>
                    <a:lnTo>
                      <a:pt x="57" y="28"/>
                    </a:lnTo>
                    <a:lnTo>
                      <a:pt x="59" y="28"/>
                    </a:lnTo>
                    <a:lnTo>
                      <a:pt x="59" y="31"/>
                    </a:lnTo>
                    <a:lnTo>
                      <a:pt x="59" y="31"/>
                    </a:lnTo>
                    <a:lnTo>
                      <a:pt x="59" y="31"/>
                    </a:lnTo>
                    <a:lnTo>
                      <a:pt x="59" y="33"/>
                    </a:lnTo>
                    <a:lnTo>
                      <a:pt x="59" y="33"/>
                    </a:lnTo>
                    <a:lnTo>
                      <a:pt x="59" y="33"/>
                    </a:lnTo>
                    <a:lnTo>
                      <a:pt x="59" y="33"/>
                    </a:lnTo>
                    <a:lnTo>
                      <a:pt x="62" y="33"/>
                    </a:lnTo>
                    <a:lnTo>
                      <a:pt x="62" y="35"/>
                    </a:lnTo>
                    <a:lnTo>
                      <a:pt x="62" y="35"/>
                    </a:lnTo>
                    <a:lnTo>
                      <a:pt x="62" y="35"/>
                    </a:lnTo>
                    <a:lnTo>
                      <a:pt x="62" y="35"/>
                    </a:lnTo>
                    <a:lnTo>
                      <a:pt x="64" y="35"/>
                    </a:lnTo>
                    <a:lnTo>
                      <a:pt x="64" y="38"/>
                    </a:lnTo>
                    <a:lnTo>
                      <a:pt x="64" y="38"/>
                    </a:lnTo>
                    <a:lnTo>
                      <a:pt x="64" y="38"/>
                    </a:lnTo>
                    <a:lnTo>
                      <a:pt x="67" y="38"/>
                    </a:lnTo>
                    <a:lnTo>
                      <a:pt x="67" y="40"/>
                    </a:lnTo>
                    <a:lnTo>
                      <a:pt x="67" y="40"/>
                    </a:lnTo>
                    <a:lnTo>
                      <a:pt x="67" y="40"/>
                    </a:lnTo>
                    <a:lnTo>
                      <a:pt x="69" y="40"/>
                    </a:lnTo>
                    <a:lnTo>
                      <a:pt x="69" y="40"/>
                    </a:lnTo>
                    <a:lnTo>
                      <a:pt x="71" y="40"/>
                    </a:lnTo>
                    <a:lnTo>
                      <a:pt x="71" y="38"/>
                    </a:lnTo>
                    <a:lnTo>
                      <a:pt x="71" y="38"/>
                    </a:lnTo>
                    <a:lnTo>
                      <a:pt x="71" y="38"/>
                    </a:lnTo>
                    <a:lnTo>
                      <a:pt x="74" y="38"/>
                    </a:lnTo>
                    <a:lnTo>
                      <a:pt x="74" y="38"/>
                    </a:lnTo>
                    <a:lnTo>
                      <a:pt x="74" y="38"/>
                    </a:lnTo>
                    <a:lnTo>
                      <a:pt x="74" y="38"/>
                    </a:lnTo>
                    <a:lnTo>
                      <a:pt x="76" y="38"/>
                    </a:lnTo>
                    <a:lnTo>
                      <a:pt x="76" y="38"/>
                    </a:lnTo>
                    <a:lnTo>
                      <a:pt x="78" y="38"/>
                    </a:lnTo>
                    <a:lnTo>
                      <a:pt x="78" y="38"/>
                    </a:lnTo>
                    <a:lnTo>
                      <a:pt x="78" y="38"/>
                    </a:lnTo>
                    <a:lnTo>
                      <a:pt x="81" y="38"/>
                    </a:lnTo>
                    <a:lnTo>
                      <a:pt x="81" y="38"/>
                    </a:lnTo>
                    <a:lnTo>
                      <a:pt x="81" y="38"/>
                    </a:lnTo>
                    <a:lnTo>
                      <a:pt x="81" y="38"/>
                    </a:lnTo>
                    <a:lnTo>
                      <a:pt x="83" y="38"/>
                    </a:lnTo>
                    <a:lnTo>
                      <a:pt x="83" y="38"/>
                    </a:lnTo>
                    <a:lnTo>
                      <a:pt x="85" y="38"/>
                    </a:lnTo>
                    <a:lnTo>
                      <a:pt x="85" y="38"/>
                    </a:lnTo>
                    <a:lnTo>
                      <a:pt x="85" y="38"/>
                    </a:lnTo>
                    <a:lnTo>
                      <a:pt x="88" y="38"/>
                    </a:lnTo>
                    <a:lnTo>
                      <a:pt x="88" y="38"/>
                    </a:lnTo>
                    <a:lnTo>
                      <a:pt x="88" y="38"/>
                    </a:lnTo>
                    <a:lnTo>
                      <a:pt x="90" y="38"/>
                    </a:lnTo>
                    <a:lnTo>
                      <a:pt x="90" y="38"/>
                    </a:lnTo>
                    <a:lnTo>
                      <a:pt x="93" y="38"/>
                    </a:lnTo>
                    <a:lnTo>
                      <a:pt x="93" y="38"/>
                    </a:lnTo>
                    <a:lnTo>
                      <a:pt x="93" y="38"/>
                    </a:lnTo>
                    <a:lnTo>
                      <a:pt x="95" y="38"/>
                    </a:lnTo>
                    <a:lnTo>
                      <a:pt x="95" y="38"/>
                    </a:lnTo>
                    <a:lnTo>
                      <a:pt x="95" y="38"/>
                    </a:lnTo>
                    <a:lnTo>
                      <a:pt x="95" y="40"/>
                    </a:lnTo>
                    <a:lnTo>
                      <a:pt x="97" y="40"/>
                    </a:lnTo>
                    <a:lnTo>
                      <a:pt x="97" y="40"/>
                    </a:lnTo>
                    <a:lnTo>
                      <a:pt x="100" y="40"/>
                    </a:lnTo>
                    <a:lnTo>
                      <a:pt x="100" y="40"/>
                    </a:lnTo>
                    <a:lnTo>
                      <a:pt x="100" y="38"/>
                    </a:lnTo>
                    <a:lnTo>
                      <a:pt x="100" y="38"/>
                    </a:lnTo>
                    <a:lnTo>
                      <a:pt x="100" y="38"/>
                    </a:lnTo>
                    <a:lnTo>
                      <a:pt x="102" y="38"/>
                    </a:lnTo>
                    <a:lnTo>
                      <a:pt x="102" y="35"/>
                    </a:lnTo>
                    <a:lnTo>
                      <a:pt x="100" y="35"/>
                    </a:lnTo>
                    <a:lnTo>
                      <a:pt x="100" y="35"/>
                    </a:lnTo>
                    <a:lnTo>
                      <a:pt x="100" y="35"/>
                    </a:lnTo>
                    <a:lnTo>
                      <a:pt x="100" y="33"/>
                    </a:lnTo>
                    <a:lnTo>
                      <a:pt x="100" y="33"/>
                    </a:lnTo>
                    <a:lnTo>
                      <a:pt x="100" y="33"/>
                    </a:lnTo>
                    <a:lnTo>
                      <a:pt x="100" y="31"/>
                    </a:lnTo>
                    <a:lnTo>
                      <a:pt x="100" y="31"/>
                    </a:lnTo>
                    <a:lnTo>
                      <a:pt x="100" y="31"/>
                    </a:lnTo>
                    <a:lnTo>
                      <a:pt x="100" y="28"/>
                    </a:lnTo>
                    <a:lnTo>
                      <a:pt x="97" y="28"/>
                    </a:lnTo>
                    <a:lnTo>
                      <a:pt x="97" y="28"/>
                    </a:lnTo>
                    <a:lnTo>
                      <a:pt x="97" y="26"/>
                    </a:lnTo>
                    <a:lnTo>
                      <a:pt x="97" y="26"/>
                    </a:lnTo>
                    <a:lnTo>
                      <a:pt x="97" y="23"/>
                    </a:lnTo>
                    <a:lnTo>
                      <a:pt x="100" y="23"/>
                    </a:lnTo>
                    <a:lnTo>
                      <a:pt x="100" y="23"/>
                    </a:lnTo>
                    <a:lnTo>
                      <a:pt x="100" y="23"/>
                    </a:lnTo>
                    <a:lnTo>
                      <a:pt x="100" y="23"/>
                    </a:lnTo>
                    <a:lnTo>
                      <a:pt x="100" y="23"/>
                    </a:lnTo>
                    <a:lnTo>
                      <a:pt x="102" y="23"/>
                    </a:lnTo>
                    <a:lnTo>
                      <a:pt x="102" y="23"/>
                    </a:lnTo>
                    <a:lnTo>
                      <a:pt x="104" y="23"/>
                    </a:lnTo>
                    <a:lnTo>
                      <a:pt x="104" y="23"/>
                    </a:lnTo>
                    <a:lnTo>
                      <a:pt x="104" y="23"/>
                    </a:lnTo>
                    <a:lnTo>
                      <a:pt x="104" y="21"/>
                    </a:lnTo>
                    <a:lnTo>
                      <a:pt x="107" y="21"/>
                    </a:lnTo>
                    <a:lnTo>
                      <a:pt x="107" y="21"/>
                    </a:lnTo>
                    <a:lnTo>
                      <a:pt x="107" y="21"/>
                    </a:lnTo>
                    <a:lnTo>
                      <a:pt x="107" y="19"/>
                    </a:lnTo>
                    <a:lnTo>
                      <a:pt x="107" y="19"/>
                    </a:lnTo>
                    <a:lnTo>
                      <a:pt x="107" y="19"/>
                    </a:lnTo>
                    <a:lnTo>
                      <a:pt x="109" y="19"/>
                    </a:lnTo>
                    <a:lnTo>
                      <a:pt x="109" y="16"/>
                    </a:lnTo>
                    <a:lnTo>
                      <a:pt x="109" y="16"/>
                    </a:lnTo>
                    <a:lnTo>
                      <a:pt x="111" y="16"/>
                    </a:lnTo>
                    <a:lnTo>
                      <a:pt x="111" y="16"/>
                    </a:lnTo>
                    <a:lnTo>
                      <a:pt x="111" y="16"/>
                    </a:lnTo>
                    <a:lnTo>
                      <a:pt x="111" y="16"/>
                    </a:lnTo>
                    <a:lnTo>
                      <a:pt x="114" y="16"/>
                    </a:lnTo>
                    <a:lnTo>
                      <a:pt x="114" y="16"/>
                    </a:lnTo>
                    <a:lnTo>
                      <a:pt x="114" y="16"/>
                    </a:lnTo>
                    <a:lnTo>
                      <a:pt x="116" y="16"/>
                    </a:lnTo>
                    <a:lnTo>
                      <a:pt x="116" y="16"/>
                    </a:lnTo>
                    <a:lnTo>
                      <a:pt x="116" y="14"/>
                    </a:lnTo>
                    <a:lnTo>
                      <a:pt x="116" y="14"/>
                    </a:lnTo>
                    <a:lnTo>
                      <a:pt x="119" y="14"/>
                    </a:lnTo>
                    <a:lnTo>
                      <a:pt x="119" y="14"/>
                    </a:lnTo>
                    <a:lnTo>
                      <a:pt x="119" y="14"/>
                    </a:lnTo>
                    <a:lnTo>
                      <a:pt x="119" y="12"/>
                    </a:lnTo>
                    <a:lnTo>
                      <a:pt x="119" y="12"/>
                    </a:lnTo>
                    <a:lnTo>
                      <a:pt x="119" y="12"/>
                    </a:lnTo>
                    <a:lnTo>
                      <a:pt x="119" y="12"/>
                    </a:lnTo>
                    <a:lnTo>
                      <a:pt x="119" y="9"/>
                    </a:lnTo>
                    <a:lnTo>
                      <a:pt x="119" y="9"/>
                    </a:lnTo>
                    <a:lnTo>
                      <a:pt x="119" y="9"/>
                    </a:lnTo>
                    <a:lnTo>
                      <a:pt x="121" y="9"/>
                    </a:lnTo>
                    <a:lnTo>
                      <a:pt x="121" y="7"/>
                    </a:lnTo>
                    <a:lnTo>
                      <a:pt x="121" y="7"/>
                    </a:lnTo>
                    <a:lnTo>
                      <a:pt x="121" y="7"/>
                    </a:lnTo>
                    <a:lnTo>
                      <a:pt x="121" y="9"/>
                    </a:lnTo>
                    <a:lnTo>
                      <a:pt x="123" y="9"/>
                    </a:lnTo>
                    <a:lnTo>
                      <a:pt x="123" y="9"/>
                    </a:lnTo>
                    <a:lnTo>
                      <a:pt x="126" y="9"/>
                    </a:lnTo>
                    <a:lnTo>
                      <a:pt x="126" y="9"/>
                    </a:lnTo>
                    <a:lnTo>
                      <a:pt x="126" y="9"/>
                    </a:lnTo>
                    <a:lnTo>
                      <a:pt x="128" y="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1" name="Rectangle 29"/>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2" name="Rectangle 30"/>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3" name="Freeform 31"/>
              <p:cNvSpPr>
                <a:spLocks/>
              </p:cNvSpPr>
              <p:nvPr/>
            </p:nvSpPr>
            <p:spPr bwMode="auto">
              <a:xfrm>
                <a:off x="2083" y="1680"/>
                <a:ext cx="2" cy="2"/>
              </a:xfrm>
              <a:custGeom>
                <a:avLst/>
                <a:gdLst/>
                <a:ahLst/>
                <a:cxnLst>
                  <a:cxn ang="0">
                    <a:pos x="0" y="0"/>
                  </a:cxn>
                  <a:cxn ang="0">
                    <a:pos x="0" y="0"/>
                  </a:cxn>
                  <a:cxn ang="0">
                    <a:pos x="0" y="2"/>
                  </a:cxn>
                  <a:cxn ang="0">
                    <a:pos x="2" y="2"/>
                  </a:cxn>
                  <a:cxn ang="0">
                    <a:pos x="2" y="2"/>
                  </a:cxn>
                  <a:cxn ang="0">
                    <a:pos x="2" y="0"/>
                  </a:cxn>
                  <a:cxn ang="0">
                    <a:pos x="2" y="0"/>
                  </a:cxn>
                  <a:cxn ang="0">
                    <a:pos x="2" y="0"/>
                  </a:cxn>
                  <a:cxn ang="0">
                    <a:pos x="0" y="0"/>
                  </a:cxn>
                </a:cxnLst>
                <a:rect l="0" t="0" r="r" b="b"/>
                <a:pathLst>
                  <a:path w="2" h="2">
                    <a:moveTo>
                      <a:pt x="0" y="0"/>
                    </a:moveTo>
                    <a:lnTo>
                      <a:pt x="0" y="0"/>
                    </a:lnTo>
                    <a:lnTo>
                      <a:pt x="0" y="2"/>
                    </a:lnTo>
                    <a:lnTo>
                      <a:pt x="2" y="2"/>
                    </a:lnTo>
                    <a:lnTo>
                      <a:pt x="2" y="2"/>
                    </a:lnTo>
                    <a:lnTo>
                      <a:pt x="2" y="0"/>
                    </a:lnTo>
                    <a:lnTo>
                      <a:pt x="2" y="0"/>
                    </a:lnTo>
                    <a:lnTo>
                      <a:pt x="2"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4" name="Freeform 32"/>
              <p:cNvSpPr>
                <a:spLocks/>
              </p:cNvSpPr>
              <p:nvPr/>
            </p:nvSpPr>
            <p:spPr bwMode="auto">
              <a:xfrm>
                <a:off x="2083" y="1680"/>
                <a:ext cx="2" cy="2"/>
              </a:xfrm>
              <a:custGeom>
                <a:avLst/>
                <a:gdLst/>
                <a:ahLst/>
                <a:cxnLst>
                  <a:cxn ang="0">
                    <a:pos x="0" y="0"/>
                  </a:cxn>
                  <a:cxn ang="0">
                    <a:pos x="0" y="0"/>
                  </a:cxn>
                  <a:cxn ang="0">
                    <a:pos x="0" y="2"/>
                  </a:cxn>
                  <a:cxn ang="0">
                    <a:pos x="2" y="2"/>
                  </a:cxn>
                  <a:cxn ang="0">
                    <a:pos x="2" y="2"/>
                  </a:cxn>
                  <a:cxn ang="0">
                    <a:pos x="2" y="0"/>
                  </a:cxn>
                  <a:cxn ang="0">
                    <a:pos x="2" y="0"/>
                  </a:cxn>
                  <a:cxn ang="0">
                    <a:pos x="2" y="0"/>
                  </a:cxn>
                  <a:cxn ang="0">
                    <a:pos x="0" y="0"/>
                  </a:cxn>
                </a:cxnLst>
                <a:rect l="0" t="0" r="r" b="b"/>
                <a:pathLst>
                  <a:path w="2" h="2">
                    <a:moveTo>
                      <a:pt x="0" y="0"/>
                    </a:moveTo>
                    <a:lnTo>
                      <a:pt x="0" y="0"/>
                    </a:lnTo>
                    <a:lnTo>
                      <a:pt x="0" y="2"/>
                    </a:lnTo>
                    <a:lnTo>
                      <a:pt x="2" y="2"/>
                    </a:lnTo>
                    <a:lnTo>
                      <a:pt x="2" y="2"/>
                    </a:lnTo>
                    <a:lnTo>
                      <a:pt x="2" y="0"/>
                    </a:lnTo>
                    <a:lnTo>
                      <a:pt x="2" y="0"/>
                    </a:lnTo>
                    <a:lnTo>
                      <a:pt x="2"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5" name="Rectangle 33"/>
              <p:cNvSpPr>
                <a:spLocks noChangeArrowheads="1"/>
              </p:cNvSpPr>
              <p:nvPr/>
            </p:nvSpPr>
            <p:spPr bwMode="auto">
              <a:xfrm>
                <a:off x="2308" y="1741"/>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6" name="Rectangle 34"/>
              <p:cNvSpPr>
                <a:spLocks noChangeArrowheads="1"/>
              </p:cNvSpPr>
              <p:nvPr/>
            </p:nvSpPr>
            <p:spPr bwMode="auto">
              <a:xfrm>
                <a:off x="2308" y="1741"/>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7" name="Rectangle 35"/>
              <p:cNvSpPr>
                <a:spLocks noChangeArrowheads="1"/>
              </p:cNvSpPr>
              <p:nvPr/>
            </p:nvSpPr>
            <p:spPr bwMode="auto">
              <a:xfrm>
                <a:off x="2308" y="1736"/>
                <a:ext cx="1"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8" name="Rectangle 36"/>
              <p:cNvSpPr>
                <a:spLocks noChangeArrowheads="1"/>
              </p:cNvSpPr>
              <p:nvPr/>
            </p:nvSpPr>
            <p:spPr bwMode="auto">
              <a:xfrm>
                <a:off x="2308" y="1736"/>
                <a:ext cx="1"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9" name="Freeform 37"/>
              <p:cNvSpPr>
                <a:spLocks/>
              </p:cNvSpPr>
              <p:nvPr/>
            </p:nvSpPr>
            <p:spPr bwMode="auto">
              <a:xfrm>
                <a:off x="2277" y="1713"/>
                <a:ext cx="166" cy="111"/>
              </a:xfrm>
              <a:custGeom>
                <a:avLst/>
                <a:gdLst/>
                <a:ahLst/>
                <a:cxnLst>
                  <a:cxn ang="0">
                    <a:pos x="29" y="23"/>
                  </a:cxn>
                  <a:cxn ang="0">
                    <a:pos x="31" y="21"/>
                  </a:cxn>
                  <a:cxn ang="0">
                    <a:pos x="43" y="16"/>
                  </a:cxn>
                  <a:cxn ang="0">
                    <a:pos x="43" y="7"/>
                  </a:cxn>
                  <a:cxn ang="0">
                    <a:pos x="52" y="7"/>
                  </a:cxn>
                  <a:cxn ang="0">
                    <a:pos x="64" y="5"/>
                  </a:cxn>
                  <a:cxn ang="0">
                    <a:pos x="71" y="5"/>
                  </a:cxn>
                  <a:cxn ang="0">
                    <a:pos x="69" y="12"/>
                  </a:cxn>
                  <a:cxn ang="0">
                    <a:pos x="69" y="19"/>
                  </a:cxn>
                  <a:cxn ang="0">
                    <a:pos x="74" y="21"/>
                  </a:cxn>
                  <a:cxn ang="0">
                    <a:pos x="66" y="28"/>
                  </a:cxn>
                  <a:cxn ang="0">
                    <a:pos x="59" y="21"/>
                  </a:cxn>
                  <a:cxn ang="0">
                    <a:pos x="47" y="23"/>
                  </a:cxn>
                  <a:cxn ang="0">
                    <a:pos x="43" y="28"/>
                  </a:cxn>
                  <a:cxn ang="0">
                    <a:pos x="47" y="38"/>
                  </a:cxn>
                  <a:cxn ang="0">
                    <a:pos x="57" y="38"/>
                  </a:cxn>
                  <a:cxn ang="0">
                    <a:pos x="69" y="38"/>
                  </a:cxn>
                  <a:cxn ang="0">
                    <a:pos x="78" y="40"/>
                  </a:cxn>
                  <a:cxn ang="0">
                    <a:pos x="90" y="38"/>
                  </a:cxn>
                  <a:cxn ang="0">
                    <a:pos x="97" y="45"/>
                  </a:cxn>
                  <a:cxn ang="0">
                    <a:pos x="104" y="47"/>
                  </a:cxn>
                  <a:cxn ang="0">
                    <a:pos x="114" y="42"/>
                  </a:cxn>
                  <a:cxn ang="0">
                    <a:pos x="126" y="42"/>
                  </a:cxn>
                  <a:cxn ang="0">
                    <a:pos x="135" y="45"/>
                  </a:cxn>
                  <a:cxn ang="0">
                    <a:pos x="137" y="54"/>
                  </a:cxn>
                  <a:cxn ang="0">
                    <a:pos x="142" y="64"/>
                  </a:cxn>
                  <a:cxn ang="0">
                    <a:pos x="152" y="61"/>
                  </a:cxn>
                  <a:cxn ang="0">
                    <a:pos x="159" y="66"/>
                  </a:cxn>
                  <a:cxn ang="0">
                    <a:pos x="163" y="80"/>
                  </a:cxn>
                  <a:cxn ang="0">
                    <a:pos x="166" y="90"/>
                  </a:cxn>
                  <a:cxn ang="0">
                    <a:pos x="159" y="92"/>
                  </a:cxn>
                  <a:cxn ang="0">
                    <a:pos x="147" y="92"/>
                  </a:cxn>
                  <a:cxn ang="0">
                    <a:pos x="135" y="97"/>
                  </a:cxn>
                  <a:cxn ang="0">
                    <a:pos x="128" y="90"/>
                  </a:cxn>
                  <a:cxn ang="0">
                    <a:pos x="118" y="97"/>
                  </a:cxn>
                  <a:cxn ang="0">
                    <a:pos x="109" y="102"/>
                  </a:cxn>
                  <a:cxn ang="0">
                    <a:pos x="97" y="109"/>
                  </a:cxn>
                  <a:cxn ang="0">
                    <a:pos x="90" y="106"/>
                  </a:cxn>
                  <a:cxn ang="0">
                    <a:pos x="88" y="92"/>
                  </a:cxn>
                  <a:cxn ang="0">
                    <a:pos x="90" y="78"/>
                  </a:cxn>
                  <a:cxn ang="0">
                    <a:pos x="85" y="73"/>
                  </a:cxn>
                  <a:cxn ang="0">
                    <a:pos x="78" y="66"/>
                  </a:cxn>
                  <a:cxn ang="0">
                    <a:pos x="69" y="69"/>
                  </a:cxn>
                  <a:cxn ang="0">
                    <a:pos x="62" y="78"/>
                  </a:cxn>
                  <a:cxn ang="0">
                    <a:pos x="59" y="87"/>
                  </a:cxn>
                  <a:cxn ang="0">
                    <a:pos x="47" y="87"/>
                  </a:cxn>
                  <a:cxn ang="0">
                    <a:pos x="43" y="97"/>
                  </a:cxn>
                  <a:cxn ang="0">
                    <a:pos x="33" y="95"/>
                  </a:cxn>
                  <a:cxn ang="0">
                    <a:pos x="24" y="97"/>
                  </a:cxn>
                  <a:cxn ang="0">
                    <a:pos x="12" y="104"/>
                  </a:cxn>
                  <a:cxn ang="0">
                    <a:pos x="10" y="92"/>
                  </a:cxn>
                  <a:cxn ang="0">
                    <a:pos x="14" y="80"/>
                  </a:cxn>
                  <a:cxn ang="0">
                    <a:pos x="21" y="71"/>
                  </a:cxn>
                  <a:cxn ang="0">
                    <a:pos x="14" y="61"/>
                  </a:cxn>
                  <a:cxn ang="0">
                    <a:pos x="17" y="52"/>
                  </a:cxn>
                  <a:cxn ang="0">
                    <a:pos x="7" y="50"/>
                  </a:cxn>
                  <a:cxn ang="0">
                    <a:pos x="3" y="42"/>
                  </a:cxn>
                  <a:cxn ang="0">
                    <a:pos x="7" y="35"/>
                  </a:cxn>
                  <a:cxn ang="0">
                    <a:pos x="17" y="38"/>
                  </a:cxn>
                  <a:cxn ang="0">
                    <a:pos x="26" y="33"/>
                  </a:cxn>
                  <a:cxn ang="0">
                    <a:pos x="31" y="28"/>
                  </a:cxn>
                </a:cxnLst>
                <a:rect l="0" t="0" r="r" b="b"/>
                <a:pathLst>
                  <a:path w="166" h="111">
                    <a:moveTo>
                      <a:pt x="31" y="28"/>
                    </a:moveTo>
                    <a:lnTo>
                      <a:pt x="31" y="26"/>
                    </a:lnTo>
                    <a:lnTo>
                      <a:pt x="31" y="26"/>
                    </a:lnTo>
                    <a:lnTo>
                      <a:pt x="31" y="26"/>
                    </a:lnTo>
                    <a:lnTo>
                      <a:pt x="31" y="23"/>
                    </a:lnTo>
                    <a:lnTo>
                      <a:pt x="33" y="23"/>
                    </a:lnTo>
                    <a:lnTo>
                      <a:pt x="33" y="23"/>
                    </a:lnTo>
                    <a:lnTo>
                      <a:pt x="36" y="23"/>
                    </a:lnTo>
                    <a:lnTo>
                      <a:pt x="36" y="23"/>
                    </a:lnTo>
                    <a:lnTo>
                      <a:pt x="36" y="21"/>
                    </a:lnTo>
                    <a:lnTo>
                      <a:pt x="33" y="21"/>
                    </a:lnTo>
                    <a:lnTo>
                      <a:pt x="33" y="21"/>
                    </a:lnTo>
                    <a:lnTo>
                      <a:pt x="31" y="21"/>
                    </a:lnTo>
                    <a:lnTo>
                      <a:pt x="31" y="23"/>
                    </a:lnTo>
                    <a:lnTo>
                      <a:pt x="31" y="23"/>
                    </a:lnTo>
                    <a:lnTo>
                      <a:pt x="31" y="23"/>
                    </a:lnTo>
                    <a:lnTo>
                      <a:pt x="29" y="23"/>
                    </a:lnTo>
                    <a:lnTo>
                      <a:pt x="29" y="23"/>
                    </a:lnTo>
                    <a:lnTo>
                      <a:pt x="29" y="23"/>
                    </a:lnTo>
                    <a:lnTo>
                      <a:pt x="29" y="23"/>
                    </a:lnTo>
                    <a:lnTo>
                      <a:pt x="26" y="23"/>
                    </a:lnTo>
                    <a:lnTo>
                      <a:pt x="26" y="23"/>
                    </a:lnTo>
                    <a:lnTo>
                      <a:pt x="26" y="23"/>
                    </a:lnTo>
                    <a:lnTo>
                      <a:pt x="24" y="23"/>
                    </a:lnTo>
                    <a:lnTo>
                      <a:pt x="24" y="21"/>
                    </a:lnTo>
                    <a:lnTo>
                      <a:pt x="26" y="21"/>
                    </a:lnTo>
                    <a:lnTo>
                      <a:pt x="26" y="21"/>
                    </a:lnTo>
                    <a:lnTo>
                      <a:pt x="29" y="21"/>
                    </a:lnTo>
                    <a:lnTo>
                      <a:pt x="29" y="21"/>
                    </a:lnTo>
                    <a:lnTo>
                      <a:pt x="29" y="21"/>
                    </a:lnTo>
                    <a:lnTo>
                      <a:pt x="29" y="21"/>
                    </a:lnTo>
                    <a:lnTo>
                      <a:pt x="31" y="21"/>
                    </a:lnTo>
                    <a:lnTo>
                      <a:pt x="31" y="21"/>
                    </a:lnTo>
                    <a:lnTo>
                      <a:pt x="31" y="21"/>
                    </a:lnTo>
                    <a:lnTo>
                      <a:pt x="33" y="21"/>
                    </a:lnTo>
                    <a:lnTo>
                      <a:pt x="33" y="21"/>
                    </a:lnTo>
                    <a:lnTo>
                      <a:pt x="36" y="21"/>
                    </a:lnTo>
                    <a:lnTo>
                      <a:pt x="36" y="21"/>
                    </a:lnTo>
                    <a:lnTo>
                      <a:pt x="36" y="21"/>
                    </a:lnTo>
                    <a:lnTo>
                      <a:pt x="38" y="21"/>
                    </a:lnTo>
                    <a:lnTo>
                      <a:pt x="38" y="21"/>
                    </a:lnTo>
                    <a:lnTo>
                      <a:pt x="38" y="21"/>
                    </a:lnTo>
                    <a:lnTo>
                      <a:pt x="40" y="21"/>
                    </a:lnTo>
                    <a:lnTo>
                      <a:pt x="40" y="21"/>
                    </a:lnTo>
                    <a:lnTo>
                      <a:pt x="40" y="19"/>
                    </a:lnTo>
                    <a:lnTo>
                      <a:pt x="40" y="19"/>
                    </a:lnTo>
                    <a:lnTo>
                      <a:pt x="40" y="19"/>
                    </a:lnTo>
                    <a:lnTo>
                      <a:pt x="40" y="19"/>
                    </a:lnTo>
                    <a:lnTo>
                      <a:pt x="43" y="19"/>
                    </a:lnTo>
                    <a:lnTo>
                      <a:pt x="43" y="19"/>
                    </a:lnTo>
                    <a:lnTo>
                      <a:pt x="43" y="16"/>
                    </a:lnTo>
                    <a:lnTo>
                      <a:pt x="40" y="16"/>
                    </a:lnTo>
                    <a:lnTo>
                      <a:pt x="40" y="16"/>
                    </a:lnTo>
                    <a:lnTo>
                      <a:pt x="40" y="14"/>
                    </a:lnTo>
                    <a:lnTo>
                      <a:pt x="40" y="14"/>
                    </a:lnTo>
                    <a:lnTo>
                      <a:pt x="40" y="14"/>
                    </a:lnTo>
                    <a:lnTo>
                      <a:pt x="40" y="12"/>
                    </a:lnTo>
                    <a:lnTo>
                      <a:pt x="40" y="12"/>
                    </a:lnTo>
                    <a:lnTo>
                      <a:pt x="40" y="12"/>
                    </a:lnTo>
                    <a:lnTo>
                      <a:pt x="43" y="12"/>
                    </a:lnTo>
                    <a:lnTo>
                      <a:pt x="43" y="12"/>
                    </a:lnTo>
                    <a:lnTo>
                      <a:pt x="43" y="9"/>
                    </a:lnTo>
                    <a:lnTo>
                      <a:pt x="43" y="9"/>
                    </a:lnTo>
                    <a:lnTo>
                      <a:pt x="43" y="9"/>
                    </a:lnTo>
                    <a:lnTo>
                      <a:pt x="43" y="7"/>
                    </a:lnTo>
                    <a:lnTo>
                      <a:pt x="43" y="7"/>
                    </a:lnTo>
                    <a:lnTo>
                      <a:pt x="43" y="7"/>
                    </a:lnTo>
                    <a:lnTo>
                      <a:pt x="43" y="7"/>
                    </a:lnTo>
                    <a:lnTo>
                      <a:pt x="43" y="7"/>
                    </a:lnTo>
                    <a:lnTo>
                      <a:pt x="45" y="7"/>
                    </a:lnTo>
                    <a:lnTo>
                      <a:pt x="45" y="7"/>
                    </a:lnTo>
                    <a:lnTo>
                      <a:pt x="45" y="7"/>
                    </a:lnTo>
                    <a:lnTo>
                      <a:pt x="45" y="7"/>
                    </a:lnTo>
                    <a:lnTo>
                      <a:pt x="45" y="7"/>
                    </a:lnTo>
                    <a:lnTo>
                      <a:pt x="47" y="7"/>
                    </a:lnTo>
                    <a:lnTo>
                      <a:pt x="47" y="9"/>
                    </a:lnTo>
                    <a:lnTo>
                      <a:pt x="47" y="9"/>
                    </a:lnTo>
                    <a:lnTo>
                      <a:pt x="50" y="9"/>
                    </a:lnTo>
                    <a:lnTo>
                      <a:pt x="50" y="9"/>
                    </a:lnTo>
                    <a:lnTo>
                      <a:pt x="50" y="9"/>
                    </a:lnTo>
                    <a:lnTo>
                      <a:pt x="50" y="9"/>
                    </a:lnTo>
                    <a:lnTo>
                      <a:pt x="50" y="9"/>
                    </a:lnTo>
                    <a:lnTo>
                      <a:pt x="52" y="9"/>
                    </a:lnTo>
                    <a:lnTo>
                      <a:pt x="52" y="7"/>
                    </a:lnTo>
                    <a:lnTo>
                      <a:pt x="52" y="7"/>
                    </a:lnTo>
                    <a:lnTo>
                      <a:pt x="52" y="7"/>
                    </a:lnTo>
                    <a:lnTo>
                      <a:pt x="55" y="7"/>
                    </a:lnTo>
                    <a:lnTo>
                      <a:pt x="55" y="7"/>
                    </a:lnTo>
                    <a:lnTo>
                      <a:pt x="55" y="7"/>
                    </a:lnTo>
                    <a:lnTo>
                      <a:pt x="57" y="7"/>
                    </a:lnTo>
                    <a:lnTo>
                      <a:pt x="57" y="7"/>
                    </a:lnTo>
                    <a:lnTo>
                      <a:pt x="57" y="7"/>
                    </a:lnTo>
                    <a:lnTo>
                      <a:pt x="57" y="7"/>
                    </a:lnTo>
                    <a:lnTo>
                      <a:pt x="59" y="7"/>
                    </a:lnTo>
                    <a:lnTo>
                      <a:pt x="59" y="5"/>
                    </a:lnTo>
                    <a:lnTo>
                      <a:pt x="59" y="5"/>
                    </a:lnTo>
                    <a:lnTo>
                      <a:pt x="59" y="5"/>
                    </a:lnTo>
                    <a:lnTo>
                      <a:pt x="62" y="5"/>
                    </a:lnTo>
                    <a:lnTo>
                      <a:pt x="62" y="5"/>
                    </a:lnTo>
                    <a:lnTo>
                      <a:pt x="62" y="5"/>
                    </a:lnTo>
                    <a:lnTo>
                      <a:pt x="64" y="5"/>
                    </a:lnTo>
                    <a:lnTo>
                      <a:pt x="64" y="5"/>
                    </a:lnTo>
                    <a:lnTo>
                      <a:pt x="64" y="2"/>
                    </a:lnTo>
                    <a:lnTo>
                      <a:pt x="64" y="2"/>
                    </a:lnTo>
                    <a:lnTo>
                      <a:pt x="64" y="2"/>
                    </a:lnTo>
                    <a:lnTo>
                      <a:pt x="64" y="0"/>
                    </a:lnTo>
                    <a:lnTo>
                      <a:pt x="64" y="0"/>
                    </a:lnTo>
                    <a:lnTo>
                      <a:pt x="66" y="0"/>
                    </a:lnTo>
                    <a:lnTo>
                      <a:pt x="66" y="0"/>
                    </a:lnTo>
                    <a:lnTo>
                      <a:pt x="66" y="0"/>
                    </a:lnTo>
                    <a:lnTo>
                      <a:pt x="69" y="0"/>
                    </a:lnTo>
                    <a:lnTo>
                      <a:pt x="69" y="2"/>
                    </a:lnTo>
                    <a:lnTo>
                      <a:pt x="69" y="2"/>
                    </a:lnTo>
                    <a:lnTo>
                      <a:pt x="69" y="2"/>
                    </a:lnTo>
                    <a:lnTo>
                      <a:pt x="69" y="2"/>
                    </a:lnTo>
                    <a:lnTo>
                      <a:pt x="69" y="5"/>
                    </a:lnTo>
                    <a:lnTo>
                      <a:pt x="71" y="5"/>
                    </a:lnTo>
                    <a:lnTo>
                      <a:pt x="71" y="5"/>
                    </a:lnTo>
                    <a:lnTo>
                      <a:pt x="71" y="5"/>
                    </a:lnTo>
                    <a:lnTo>
                      <a:pt x="71" y="7"/>
                    </a:lnTo>
                    <a:lnTo>
                      <a:pt x="71" y="7"/>
                    </a:lnTo>
                    <a:lnTo>
                      <a:pt x="71" y="7"/>
                    </a:lnTo>
                    <a:lnTo>
                      <a:pt x="71" y="7"/>
                    </a:lnTo>
                    <a:lnTo>
                      <a:pt x="71" y="7"/>
                    </a:lnTo>
                    <a:lnTo>
                      <a:pt x="74" y="7"/>
                    </a:lnTo>
                    <a:lnTo>
                      <a:pt x="74" y="7"/>
                    </a:lnTo>
                    <a:lnTo>
                      <a:pt x="71" y="7"/>
                    </a:lnTo>
                    <a:lnTo>
                      <a:pt x="71" y="9"/>
                    </a:lnTo>
                    <a:lnTo>
                      <a:pt x="71" y="9"/>
                    </a:lnTo>
                    <a:lnTo>
                      <a:pt x="71" y="9"/>
                    </a:lnTo>
                    <a:lnTo>
                      <a:pt x="71" y="9"/>
                    </a:lnTo>
                    <a:lnTo>
                      <a:pt x="69" y="9"/>
                    </a:lnTo>
                    <a:lnTo>
                      <a:pt x="69" y="12"/>
                    </a:lnTo>
                    <a:lnTo>
                      <a:pt x="69" y="12"/>
                    </a:lnTo>
                    <a:lnTo>
                      <a:pt x="69" y="12"/>
                    </a:lnTo>
                    <a:lnTo>
                      <a:pt x="69" y="12"/>
                    </a:lnTo>
                    <a:lnTo>
                      <a:pt x="66" y="12"/>
                    </a:lnTo>
                    <a:lnTo>
                      <a:pt x="66" y="14"/>
                    </a:lnTo>
                    <a:lnTo>
                      <a:pt x="66" y="14"/>
                    </a:lnTo>
                    <a:lnTo>
                      <a:pt x="64" y="14"/>
                    </a:lnTo>
                    <a:lnTo>
                      <a:pt x="64" y="14"/>
                    </a:lnTo>
                    <a:lnTo>
                      <a:pt x="64" y="14"/>
                    </a:lnTo>
                    <a:lnTo>
                      <a:pt x="64" y="14"/>
                    </a:lnTo>
                    <a:lnTo>
                      <a:pt x="64" y="16"/>
                    </a:lnTo>
                    <a:lnTo>
                      <a:pt x="64" y="16"/>
                    </a:lnTo>
                    <a:lnTo>
                      <a:pt x="64" y="16"/>
                    </a:lnTo>
                    <a:lnTo>
                      <a:pt x="64" y="16"/>
                    </a:lnTo>
                    <a:lnTo>
                      <a:pt x="66" y="16"/>
                    </a:lnTo>
                    <a:lnTo>
                      <a:pt x="66" y="16"/>
                    </a:lnTo>
                    <a:lnTo>
                      <a:pt x="69" y="16"/>
                    </a:lnTo>
                    <a:lnTo>
                      <a:pt x="69" y="19"/>
                    </a:lnTo>
                    <a:lnTo>
                      <a:pt x="69" y="19"/>
                    </a:lnTo>
                    <a:lnTo>
                      <a:pt x="69" y="19"/>
                    </a:lnTo>
                    <a:lnTo>
                      <a:pt x="69" y="19"/>
                    </a:lnTo>
                    <a:lnTo>
                      <a:pt x="69" y="21"/>
                    </a:lnTo>
                    <a:lnTo>
                      <a:pt x="69" y="21"/>
                    </a:lnTo>
                    <a:lnTo>
                      <a:pt x="69" y="21"/>
                    </a:lnTo>
                    <a:lnTo>
                      <a:pt x="71" y="21"/>
                    </a:lnTo>
                    <a:lnTo>
                      <a:pt x="71" y="21"/>
                    </a:lnTo>
                    <a:lnTo>
                      <a:pt x="71" y="21"/>
                    </a:lnTo>
                    <a:lnTo>
                      <a:pt x="74" y="21"/>
                    </a:lnTo>
                    <a:lnTo>
                      <a:pt x="74" y="21"/>
                    </a:lnTo>
                    <a:lnTo>
                      <a:pt x="74" y="21"/>
                    </a:lnTo>
                    <a:lnTo>
                      <a:pt x="76" y="21"/>
                    </a:lnTo>
                    <a:lnTo>
                      <a:pt x="76" y="21"/>
                    </a:lnTo>
                    <a:lnTo>
                      <a:pt x="76" y="21"/>
                    </a:lnTo>
                    <a:lnTo>
                      <a:pt x="76" y="21"/>
                    </a:lnTo>
                    <a:lnTo>
                      <a:pt x="76" y="21"/>
                    </a:lnTo>
                    <a:lnTo>
                      <a:pt x="76" y="21"/>
                    </a:lnTo>
                    <a:lnTo>
                      <a:pt x="74" y="21"/>
                    </a:lnTo>
                    <a:lnTo>
                      <a:pt x="74" y="23"/>
                    </a:lnTo>
                    <a:lnTo>
                      <a:pt x="74" y="23"/>
                    </a:lnTo>
                    <a:lnTo>
                      <a:pt x="74" y="23"/>
                    </a:lnTo>
                    <a:lnTo>
                      <a:pt x="71" y="23"/>
                    </a:lnTo>
                    <a:lnTo>
                      <a:pt x="71" y="23"/>
                    </a:lnTo>
                    <a:lnTo>
                      <a:pt x="71" y="23"/>
                    </a:lnTo>
                    <a:lnTo>
                      <a:pt x="71" y="26"/>
                    </a:lnTo>
                    <a:lnTo>
                      <a:pt x="71" y="26"/>
                    </a:lnTo>
                    <a:lnTo>
                      <a:pt x="69" y="26"/>
                    </a:lnTo>
                    <a:lnTo>
                      <a:pt x="69" y="28"/>
                    </a:lnTo>
                    <a:lnTo>
                      <a:pt x="69" y="28"/>
                    </a:lnTo>
                    <a:lnTo>
                      <a:pt x="69" y="28"/>
                    </a:lnTo>
                    <a:lnTo>
                      <a:pt x="69" y="28"/>
                    </a:lnTo>
                    <a:lnTo>
                      <a:pt x="66" y="28"/>
                    </a:lnTo>
                    <a:lnTo>
                      <a:pt x="66" y="28"/>
                    </a:lnTo>
                    <a:lnTo>
                      <a:pt x="66" y="28"/>
                    </a:lnTo>
                    <a:lnTo>
                      <a:pt x="66" y="28"/>
                    </a:lnTo>
                    <a:lnTo>
                      <a:pt x="66" y="26"/>
                    </a:lnTo>
                    <a:lnTo>
                      <a:pt x="69" y="26"/>
                    </a:lnTo>
                    <a:lnTo>
                      <a:pt x="69" y="26"/>
                    </a:lnTo>
                    <a:lnTo>
                      <a:pt x="66" y="26"/>
                    </a:lnTo>
                    <a:lnTo>
                      <a:pt x="66" y="26"/>
                    </a:lnTo>
                    <a:lnTo>
                      <a:pt x="64" y="26"/>
                    </a:lnTo>
                    <a:lnTo>
                      <a:pt x="64" y="23"/>
                    </a:lnTo>
                    <a:lnTo>
                      <a:pt x="64" y="23"/>
                    </a:lnTo>
                    <a:lnTo>
                      <a:pt x="64" y="23"/>
                    </a:lnTo>
                    <a:lnTo>
                      <a:pt x="64" y="23"/>
                    </a:lnTo>
                    <a:lnTo>
                      <a:pt x="62" y="23"/>
                    </a:lnTo>
                    <a:lnTo>
                      <a:pt x="62" y="23"/>
                    </a:lnTo>
                    <a:lnTo>
                      <a:pt x="59" y="23"/>
                    </a:lnTo>
                    <a:lnTo>
                      <a:pt x="59" y="23"/>
                    </a:lnTo>
                    <a:lnTo>
                      <a:pt x="59" y="21"/>
                    </a:lnTo>
                    <a:lnTo>
                      <a:pt x="59" y="21"/>
                    </a:lnTo>
                    <a:lnTo>
                      <a:pt x="59" y="21"/>
                    </a:lnTo>
                    <a:lnTo>
                      <a:pt x="57" y="21"/>
                    </a:lnTo>
                    <a:lnTo>
                      <a:pt x="57" y="21"/>
                    </a:lnTo>
                    <a:lnTo>
                      <a:pt x="57" y="19"/>
                    </a:lnTo>
                    <a:lnTo>
                      <a:pt x="57" y="19"/>
                    </a:lnTo>
                    <a:lnTo>
                      <a:pt x="57" y="21"/>
                    </a:lnTo>
                    <a:lnTo>
                      <a:pt x="55" y="21"/>
                    </a:lnTo>
                    <a:lnTo>
                      <a:pt x="55" y="21"/>
                    </a:lnTo>
                    <a:lnTo>
                      <a:pt x="55" y="21"/>
                    </a:lnTo>
                    <a:lnTo>
                      <a:pt x="52" y="21"/>
                    </a:lnTo>
                    <a:lnTo>
                      <a:pt x="52" y="21"/>
                    </a:lnTo>
                    <a:lnTo>
                      <a:pt x="52" y="21"/>
                    </a:lnTo>
                    <a:lnTo>
                      <a:pt x="50" y="21"/>
                    </a:lnTo>
                    <a:lnTo>
                      <a:pt x="50" y="23"/>
                    </a:lnTo>
                    <a:lnTo>
                      <a:pt x="50" y="23"/>
                    </a:lnTo>
                    <a:lnTo>
                      <a:pt x="50" y="23"/>
                    </a:lnTo>
                    <a:lnTo>
                      <a:pt x="47" y="23"/>
                    </a:lnTo>
                    <a:lnTo>
                      <a:pt x="47" y="23"/>
                    </a:lnTo>
                    <a:lnTo>
                      <a:pt x="47" y="23"/>
                    </a:lnTo>
                    <a:lnTo>
                      <a:pt x="45" y="23"/>
                    </a:lnTo>
                    <a:lnTo>
                      <a:pt x="45" y="23"/>
                    </a:lnTo>
                    <a:lnTo>
                      <a:pt x="45" y="26"/>
                    </a:lnTo>
                    <a:lnTo>
                      <a:pt x="45" y="26"/>
                    </a:lnTo>
                    <a:lnTo>
                      <a:pt x="45" y="26"/>
                    </a:lnTo>
                    <a:lnTo>
                      <a:pt x="45" y="28"/>
                    </a:lnTo>
                    <a:lnTo>
                      <a:pt x="45" y="28"/>
                    </a:lnTo>
                    <a:lnTo>
                      <a:pt x="45" y="28"/>
                    </a:lnTo>
                    <a:lnTo>
                      <a:pt x="45" y="28"/>
                    </a:lnTo>
                    <a:lnTo>
                      <a:pt x="43" y="28"/>
                    </a:lnTo>
                    <a:lnTo>
                      <a:pt x="43" y="28"/>
                    </a:lnTo>
                    <a:lnTo>
                      <a:pt x="43" y="28"/>
                    </a:lnTo>
                    <a:lnTo>
                      <a:pt x="43" y="26"/>
                    </a:lnTo>
                    <a:lnTo>
                      <a:pt x="43" y="26"/>
                    </a:lnTo>
                    <a:lnTo>
                      <a:pt x="43" y="28"/>
                    </a:lnTo>
                    <a:lnTo>
                      <a:pt x="43" y="28"/>
                    </a:lnTo>
                    <a:lnTo>
                      <a:pt x="43" y="28"/>
                    </a:lnTo>
                    <a:lnTo>
                      <a:pt x="40" y="28"/>
                    </a:lnTo>
                    <a:lnTo>
                      <a:pt x="40" y="31"/>
                    </a:lnTo>
                    <a:lnTo>
                      <a:pt x="40" y="31"/>
                    </a:lnTo>
                    <a:lnTo>
                      <a:pt x="40" y="33"/>
                    </a:lnTo>
                    <a:lnTo>
                      <a:pt x="40" y="33"/>
                    </a:lnTo>
                    <a:lnTo>
                      <a:pt x="43" y="33"/>
                    </a:lnTo>
                    <a:lnTo>
                      <a:pt x="43" y="35"/>
                    </a:lnTo>
                    <a:lnTo>
                      <a:pt x="43" y="35"/>
                    </a:lnTo>
                    <a:lnTo>
                      <a:pt x="43" y="38"/>
                    </a:lnTo>
                    <a:lnTo>
                      <a:pt x="43" y="38"/>
                    </a:lnTo>
                    <a:lnTo>
                      <a:pt x="43" y="38"/>
                    </a:lnTo>
                    <a:lnTo>
                      <a:pt x="43" y="38"/>
                    </a:lnTo>
                    <a:lnTo>
                      <a:pt x="45" y="38"/>
                    </a:lnTo>
                    <a:lnTo>
                      <a:pt x="45" y="38"/>
                    </a:lnTo>
                    <a:lnTo>
                      <a:pt x="45" y="38"/>
                    </a:lnTo>
                    <a:lnTo>
                      <a:pt x="47" y="38"/>
                    </a:lnTo>
                    <a:lnTo>
                      <a:pt x="47" y="38"/>
                    </a:lnTo>
                    <a:lnTo>
                      <a:pt x="47" y="38"/>
                    </a:lnTo>
                    <a:lnTo>
                      <a:pt x="50" y="38"/>
                    </a:lnTo>
                    <a:lnTo>
                      <a:pt x="50" y="38"/>
                    </a:lnTo>
                    <a:lnTo>
                      <a:pt x="50" y="38"/>
                    </a:lnTo>
                    <a:lnTo>
                      <a:pt x="52" y="38"/>
                    </a:lnTo>
                    <a:lnTo>
                      <a:pt x="52" y="38"/>
                    </a:lnTo>
                    <a:lnTo>
                      <a:pt x="52" y="38"/>
                    </a:lnTo>
                    <a:lnTo>
                      <a:pt x="52" y="38"/>
                    </a:lnTo>
                    <a:lnTo>
                      <a:pt x="55" y="38"/>
                    </a:lnTo>
                    <a:lnTo>
                      <a:pt x="55" y="38"/>
                    </a:lnTo>
                    <a:lnTo>
                      <a:pt x="55" y="38"/>
                    </a:lnTo>
                    <a:lnTo>
                      <a:pt x="55" y="38"/>
                    </a:lnTo>
                    <a:lnTo>
                      <a:pt x="57" y="38"/>
                    </a:lnTo>
                    <a:lnTo>
                      <a:pt x="57" y="38"/>
                    </a:lnTo>
                    <a:lnTo>
                      <a:pt x="57" y="38"/>
                    </a:lnTo>
                    <a:lnTo>
                      <a:pt x="57" y="38"/>
                    </a:lnTo>
                    <a:lnTo>
                      <a:pt x="59" y="38"/>
                    </a:lnTo>
                    <a:lnTo>
                      <a:pt x="59" y="38"/>
                    </a:lnTo>
                    <a:lnTo>
                      <a:pt x="59" y="38"/>
                    </a:lnTo>
                    <a:lnTo>
                      <a:pt x="62" y="38"/>
                    </a:lnTo>
                    <a:lnTo>
                      <a:pt x="62" y="38"/>
                    </a:lnTo>
                    <a:lnTo>
                      <a:pt x="62" y="38"/>
                    </a:lnTo>
                    <a:lnTo>
                      <a:pt x="64" y="38"/>
                    </a:lnTo>
                    <a:lnTo>
                      <a:pt x="64" y="38"/>
                    </a:lnTo>
                    <a:lnTo>
                      <a:pt x="64" y="38"/>
                    </a:lnTo>
                    <a:lnTo>
                      <a:pt x="64" y="38"/>
                    </a:lnTo>
                    <a:lnTo>
                      <a:pt x="66" y="38"/>
                    </a:lnTo>
                    <a:lnTo>
                      <a:pt x="66" y="38"/>
                    </a:lnTo>
                    <a:lnTo>
                      <a:pt x="66" y="35"/>
                    </a:lnTo>
                    <a:lnTo>
                      <a:pt x="69" y="35"/>
                    </a:lnTo>
                    <a:lnTo>
                      <a:pt x="69" y="38"/>
                    </a:lnTo>
                    <a:lnTo>
                      <a:pt x="69" y="38"/>
                    </a:lnTo>
                    <a:lnTo>
                      <a:pt x="69" y="38"/>
                    </a:lnTo>
                    <a:lnTo>
                      <a:pt x="71" y="38"/>
                    </a:lnTo>
                    <a:lnTo>
                      <a:pt x="71" y="38"/>
                    </a:lnTo>
                    <a:lnTo>
                      <a:pt x="71" y="38"/>
                    </a:lnTo>
                    <a:lnTo>
                      <a:pt x="71" y="38"/>
                    </a:lnTo>
                    <a:lnTo>
                      <a:pt x="71" y="38"/>
                    </a:lnTo>
                    <a:lnTo>
                      <a:pt x="71" y="40"/>
                    </a:lnTo>
                    <a:lnTo>
                      <a:pt x="71" y="40"/>
                    </a:lnTo>
                    <a:lnTo>
                      <a:pt x="71" y="42"/>
                    </a:lnTo>
                    <a:lnTo>
                      <a:pt x="74" y="42"/>
                    </a:lnTo>
                    <a:lnTo>
                      <a:pt x="74" y="42"/>
                    </a:lnTo>
                    <a:lnTo>
                      <a:pt x="76" y="42"/>
                    </a:lnTo>
                    <a:lnTo>
                      <a:pt x="76" y="42"/>
                    </a:lnTo>
                    <a:lnTo>
                      <a:pt x="76" y="42"/>
                    </a:lnTo>
                    <a:lnTo>
                      <a:pt x="76" y="40"/>
                    </a:lnTo>
                    <a:lnTo>
                      <a:pt x="78" y="40"/>
                    </a:lnTo>
                    <a:lnTo>
                      <a:pt x="78" y="40"/>
                    </a:lnTo>
                    <a:lnTo>
                      <a:pt x="78" y="40"/>
                    </a:lnTo>
                    <a:lnTo>
                      <a:pt x="78" y="40"/>
                    </a:lnTo>
                    <a:lnTo>
                      <a:pt x="78" y="38"/>
                    </a:lnTo>
                    <a:lnTo>
                      <a:pt x="81" y="38"/>
                    </a:lnTo>
                    <a:lnTo>
                      <a:pt x="81" y="38"/>
                    </a:lnTo>
                    <a:lnTo>
                      <a:pt x="83" y="38"/>
                    </a:lnTo>
                    <a:lnTo>
                      <a:pt x="83" y="38"/>
                    </a:lnTo>
                    <a:lnTo>
                      <a:pt x="83" y="38"/>
                    </a:lnTo>
                    <a:lnTo>
                      <a:pt x="83" y="38"/>
                    </a:lnTo>
                    <a:lnTo>
                      <a:pt x="85" y="38"/>
                    </a:lnTo>
                    <a:lnTo>
                      <a:pt x="85" y="38"/>
                    </a:lnTo>
                    <a:lnTo>
                      <a:pt x="85" y="38"/>
                    </a:lnTo>
                    <a:lnTo>
                      <a:pt x="85" y="38"/>
                    </a:lnTo>
                    <a:lnTo>
                      <a:pt x="88" y="38"/>
                    </a:lnTo>
                    <a:lnTo>
                      <a:pt x="88" y="38"/>
                    </a:lnTo>
                    <a:lnTo>
                      <a:pt x="90" y="38"/>
                    </a:lnTo>
                    <a:lnTo>
                      <a:pt x="90" y="38"/>
                    </a:lnTo>
                    <a:lnTo>
                      <a:pt x="90" y="38"/>
                    </a:lnTo>
                    <a:lnTo>
                      <a:pt x="90" y="40"/>
                    </a:lnTo>
                    <a:lnTo>
                      <a:pt x="90" y="40"/>
                    </a:lnTo>
                    <a:lnTo>
                      <a:pt x="90" y="40"/>
                    </a:lnTo>
                    <a:lnTo>
                      <a:pt x="92" y="40"/>
                    </a:lnTo>
                    <a:lnTo>
                      <a:pt x="92" y="40"/>
                    </a:lnTo>
                    <a:lnTo>
                      <a:pt x="92" y="40"/>
                    </a:lnTo>
                    <a:lnTo>
                      <a:pt x="95" y="40"/>
                    </a:lnTo>
                    <a:lnTo>
                      <a:pt x="95" y="40"/>
                    </a:lnTo>
                    <a:lnTo>
                      <a:pt x="95" y="42"/>
                    </a:lnTo>
                    <a:lnTo>
                      <a:pt x="92" y="42"/>
                    </a:lnTo>
                    <a:lnTo>
                      <a:pt x="92" y="42"/>
                    </a:lnTo>
                    <a:lnTo>
                      <a:pt x="92" y="45"/>
                    </a:lnTo>
                    <a:lnTo>
                      <a:pt x="95" y="45"/>
                    </a:lnTo>
                    <a:lnTo>
                      <a:pt x="95" y="45"/>
                    </a:lnTo>
                    <a:lnTo>
                      <a:pt x="95" y="45"/>
                    </a:lnTo>
                    <a:lnTo>
                      <a:pt x="95" y="45"/>
                    </a:lnTo>
                    <a:lnTo>
                      <a:pt x="97" y="45"/>
                    </a:lnTo>
                    <a:lnTo>
                      <a:pt x="97" y="45"/>
                    </a:lnTo>
                    <a:lnTo>
                      <a:pt x="97" y="45"/>
                    </a:lnTo>
                    <a:lnTo>
                      <a:pt x="97" y="42"/>
                    </a:lnTo>
                    <a:lnTo>
                      <a:pt x="100" y="42"/>
                    </a:lnTo>
                    <a:lnTo>
                      <a:pt x="100" y="42"/>
                    </a:lnTo>
                    <a:lnTo>
                      <a:pt x="100" y="42"/>
                    </a:lnTo>
                    <a:lnTo>
                      <a:pt x="100" y="42"/>
                    </a:lnTo>
                    <a:lnTo>
                      <a:pt x="102" y="42"/>
                    </a:lnTo>
                    <a:lnTo>
                      <a:pt x="102" y="45"/>
                    </a:lnTo>
                    <a:lnTo>
                      <a:pt x="102" y="45"/>
                    </a:lnTo>
                    <a:lnTo>
                      <a:pt x="102" y="45"/>
                    </a:lnTo>
                    <a:lnTo>
                      <a:pt x="102" y="45"/>
                    </a:lnTo>
                    <a:lnTo>
                      <a:pt x="104" y="45"/>
                    </a:lnTo>
                    <a:lnTo>
                      <a:pt x="104" y="47"/>
                    </a:lnTo>
                    <a:lnTo>
                      <a:pt x="104" y="47"/>
                    </a:lnTo>
                    <a:lnTo>
                      <a:pt x="104" y="47"/>
                    </a:lnTo>
                    <a:lnTo>
                      <a:pt x="104" y="47"/>
                    </a:lnTo>
                    <a:lnTo>
                      <a:pt x="104" y="47"/>
                    </a:lnTo>
                    <a:lnTo>
                      <a:pt x="104" y="45"/>
                    </a:lnTo>
                    <a:lnTo>
                      <a:pt x="104" y="45"/>
                    </a:lnTo>
                    <a:lnTo>
                      <a:pt x="107" y="45"/>
                    </a:lnTo>
                    <a:lnTo>
                      <a:pt x="107" y="42"/>
                    </a:lnTo>
                    <a:lnTo>
                      <a:pt x="107" y="42"/>
                    </a:lnTo>
                    <a:lnTo>
                      <a:pt x="109" y="42"/>
                    </a:lnTo>
                    <a:lnTo>
                      <a:pt x="109" y="42"/>
                    </a:lnTo>
                    <a:lnTo>
                      <a:pt x="109" y="42"/>
                    </a:lnTo>
                    <a:lnTo>
                      <a:pt x="109" y="42"/>
                    </a:lnTo>
                    <a:lnTo>
                      <a:pt x="111" y="42"/>
                    </a:lnTo>
                    <a:lnTo>
                      <a:pt x="111" y="42"/>
                    </a:lnTo>
                    <a:lnTo>
                      <a:pt x="111" y="42"/>
                    </a:lnTo>
                    <a:lnTo>
                      <a:pt x="111" y="42"/>
                    </a:lnTo>
                    <a:lnTo>
                      <a:pt x="111" y="42"/>
                    </a:lnTo>
                    <a:lnTo>
                      <a:pt x="114" y="42"/>
                    </a:lnTo>
                    <a:lnTo>
                      <a:pt x="114" y="42"/>
                    </a:lnTo>
                    <a:lnTo>
                      <a:pt x="116" y="42"/>
                    </a:lnTo>
                    <a:lnTo>
                      <a:pt x="116" y="42"/>
                    </a:lnTo>
                    <a:lnTo>
                      <a:pt x="116" y="42"/>
                    </a:lnTo>
                    <a:lnTo>
                      <a:pt x="116" y="42"/>
                    </a:lnTo>
                    <a:lnTo>
                      <a:pt x="118" y="42"/>
                    </a:lnTo>
                    <a:lnTo>
                      <a:pt x="118" y="45"/>
                    </a:lnTo>
                    <a:lnTo>
                      <a:pt x="118" y="45"/>
                    </a:lnTo>
                    <a:lnTo>
                      <a:pt x="118" y="42"/>
                    </a:lnTo>
                    <a:lnTo>
                      <a:pt x="118" y="42"/>
                    </a:lnTo>
                    <a:lnTo>
                      <a:pt x="121" y="42"/>
                    </a:lnTo>
                    <a:lnTo>
                      <a:pt x="121" y="42"/>
                    </a:lnTo>
                    <a:lnTo>
                      <a:pt x="123" y="42"/>
                    </a:lnTo>
                    <a:lnTo>
                      <a:pt x="123" y="42"/>
                    </a:lnTo>
                    <a:lnTo>
                      <a:pt x="123" y="42"/>
                    </a:lnTo>
                    <a:lnTo>
                      <a:pt x="123" y="42"/>
                    </a:lnTo>
                    <a:lnTo>
                      <a:pt x="126" y="42"/>
                    </a:lnTo>
                    <a:lnTo>
                      <a:pt x="126" y="42"/>
                    </a:lnTo>
                    <a:lnTo>
                      <a:pt x="126" y="42"/>
                    </a:lnTo>
                    <a:lnTo>
                      <a:pt x="128" y="42"/>
                    </a:lnTo>
                    <a:lnTo>
                      <a:pt x="128" y="40"/>
                    </a:lnTo>
                    <a:lnTo>
                      <a:pt x="128" y="40"/>
                    </a:lnTo>
                    <a:lnTo>
                      <a:pt x="128" y="40"/>
                    </a:lnTo>
                    <a:lnTo>
                      <a:pt x="130" y="40"/>
                    </a:lnTo>
                    <a:lnTo>
                      <a:pt x="130" y="40"/>
                    </a:lnTo>
                    <a:lnTo>
                      <a:pt x="130" y="40"/>
                    </a:lnTo>
                    <a:lnTo>
                      <a:pt x="133" y="40"/>
                    </a:lnTo>
                    <a:lnTo>
                      <a:pt x="133" y="40"/>
                    </a:lnTo>
                    <a:lnTo>
                      <a:pt x="135" y="40"/>
                    </a:lnTo>
                    <a:lnTo>
                      <a:pt x="135" y="40"/>
                    </a:lnTo>
                    <a:lnTo>
                      <a:pt x="135" y="40"/>
                    </a:lnTo>
                    <a:lnTo>
                      <a:pt x="135" y="42"/>
                    </a:lnTo>
                    <a:lnTo>
                      <a:pt x="135" y="42"/>
                    </a:lnTo>
                    <a:lnTo>
                      <a:pt x="135" y="42"/>
                    </a:lnTo>
                    <a:lnTo>
                      <a:pt x="135" y="45"/>
                    </a:lnTo>
                    <a:lnTo>
                      <a:pt x="133" y="45"/>
                    </a:lnTo>
                    <a:lnTo>
                      <a:pt x="133" y="45"/>
                    </a:lnTo>
                    <a:lnTo>
                      <a:pt x="135" y="45"/>
                    </a:lnTo>
                    <a:lnTo>
                      <a:pt x="135" y="47"/>
                    </a:lnTo>
                    <a:lnTo>
                      <a:pt x="135" y="47"/>
                    </a:lnTo>
                    <a:lnTo>
                      <a:pt x="135" y="47"/>
                    </a:lnTo>
                    <a:lnTo>
                      <a:pt x="135" y="47"/>
                    </a:lnTo>
                    <a:lnTo>
                      <a:pt x="135" y="47"/>
                    </a:lnTo>
                    <a:lnTo>
                      <a:pt x="135" y="50"/>
                    </a:lnTo>
                    <a:lnTo>
                      <a:pt x="135" y="50"/>
                    </a:lnTo>
                    <a:lnTo>
                      <a:pt x="137" y="50"/>
                    </a:lnTo>
                    <a:lnTo>
                      <a:pt x="137" y="50"/>
                    </a:lnTo>
                    <a:lnTo>
                      <a:pt x="137" y="50"/>
                    </a:lnTo>
                    <a:lnTo>
                      <a:pt x="137" y="52"/>
                    </a:lnTo>
                    <a:lnTo>
                      <a:pt x="137" y="52"/>
                    </a:lnTo>
                    <a:lnTo>
                      <a:pt x="137" y="54"/>
                    </a:lnTo>
                    <a:lnTo>
                      <a:pt x="137" y="54"/>
                    </a:lnTo>
                    <a:lnTo>
                      <a:pt x="137" y="54"/>
                    </a:lnTo>
                    <a:lnTo>
                      <a:pt x="135" y="54"/>
                    </a:lnTo>
                    <a:lnTo>
                      <a:pt x="135" y="54"/>
                    </a:lnTo>
                    <a:lnTo>
                      <a:pt x="135" y="57"/>
                    </a:lnTo>
                    <a:lnTo>
                      <a:pt x="137" y="57"/>
                    </a:lnTo>
                    <a:lnTo>
                      <a:pt x="137" y="57"/>
                    </a:lnTo>
                    <a:lnTo>
                      <a:pt x="137" y="57"/>
                    </a:lnTo>
                    <a:lnTo>
                      <a:pt x="137" y="59"/>
                    </a:lnTo>
                    <a:lnTo>
                      <a:pt x="137" y="59"/>
                    </a:lnTo>
                    <a:lnTo>
                      <a:pt x="137" y="59"/>
                    </a:lnTo>
                    <a:lnTo>
                      <a:pt x="137" y="61"/>
                    </a:lnTo>
                    <a:lnTo>
                      <a:pt x="137" y="61"/>
                    </a:lnTo>
                    <a:lnTo>
                      <a:pt x="137" y="61"/>
                    </a:lnTo>
                    <a:lnTo>
                      <a:pt x="140" y="61"/>
                    </a:lnTo>
                    <a:lnTo>
                      <a:pt x="140" y="61"/>
                    </a:lnTo>
                    <a:lnTo>
                      <a:pt x="140" y="64"/>
                    </a:lnTo>
                    <a:lnTo>
                      <a:pt x="142" y="64"/>
                    </a:lnTo>
                    <a:lnTo>
                      <a:pt x="142" y="64"/>
                    </a:lnTo>
                    <a:lnTo>
                      <a:pt x="142" y="64"/>
                    </a:lnTo>
                    <a:lnTo>
                      <a:pt x="145" y="64"/>
                    </a:lnTo>
                    <a:lnTo>
                      <a:pt x="145" y="61"/>
                    </a:lnTo>
                    <a:lnTo>
                      <a:pt x="145" y="61"/>
                    </a:lnTo>
                    <a:lnTo>
                      <a:pt x="145" y="61"/>
                    </a:lnTo>
                    <a:lnTo>
                      <a:pt x="145" y="59"/>
                    </a:lnTo>
                    <a:lnTo>
                      <a:pt x="145" y="59"/>
                    </a:lnTo>
                    <a:lnTo>
                      <a:pt x="147" y="59"/>
                    </a:lnTo>
                    <a:lnTo>
                      <a:pt x="147" y="59"/>
                    </a:lnTo>
                    <a:lnTo>
                      <a:pt x="149" y="59"/>
                    </a:lnTo>
                    <a:lnTo>
                      <a:pt x="149" y="59"/>
                    </a:lnTo>
                    <a:lnTo>
                      <a:pt x="149" y="59"/>
                    </a:lnTo>
                    <a:lnTo>
                      <a:pt x="152" y="59"/>
                    </a:lnTo>
                    <a:lnTo>
                      <a:pt x="152" y="61"/>
                    </a:lnTo>
                    <a:lnTo>
                      <a:pt x="152" y="61"/>
                    </a:lnTo>
                    <a:lnTo>
                      <a:pt x="152" y="61"/>
                    </a:lnTo>
                    <a:lnTo>
                      <a:pt x="154" y="61"/>
                    </a:lnTo>
                    <a:lnTo>
                      <a:pt x="154" y="61"/>
                    </a:lnTo>
                    <a:lnTo>
                      <a:pt x="154" y="61"/>
                    </a:lnTo>
                    <a:lnTo>
                      <a:pt x="156" y="61"/>
                    </a:lnTo>
                    <a:lnTo>
                      <a:pt x="156" y="61"/>
                    </a:lnTo>
                    <a:lnTo>
                      <a:pt x="156" y="64"/>
                    </a:lnTo>
                    <a:lnTo>
                      <a:pt x="156" y="64"/>
                    </a:lnTo>
                    <a:lnTo>
                      <a:pt x="159" y="64"/>
                    </a:lnTo>
                    <a:lnTo>
                      <a:pt x="159" y="64"/>
                    </a:lnTo>
                    <a:lnTo>
                      <a:pt x="159" y="64"/>
                    </a:lnTo>
                    <a:lnTo>
                      <a:pt x="159" y="64"/>
                    </a:lnTo>
                    <a:lnTo>
                      <a:pt x="161" y="64"/>
                    </a:lnTo>
                    <a:lnTo>
                      <a:pt x="161" y="66"/>
                    </a:lnTo>
                    <a:lnTo>
                      <a:pt x="161" y="66"/>
                    </a:lnTo>
                    <a:lnTo>
                      <a:pt x="161" y="66"/>
                    </a:lnTo>
                    <a:lnTo>
                      <a:pt x="159" y="66"/>
                    </a:lnTo>
                    <a:lnTo>
                      <a:pt x="159" y="66"/>
                    </a:lnTo>
                    <a:lnTo>
                      <a:pt x="159" y="69"/>
                    </a:lnTo>
                    <a:lnTo>
                      <a:pt x="159" y="69"/>
                    </a:lnTo>
                    <a:lnTo>
                      <a:pt x="159" y="71"/>
                    </a:lnTo>
                    <a:lnTo>
                      <a:pt x="159" y="71"/>
                    </a:lnTo>
                    <a:lnTo>
                      <a:pt x="159" y="73"/>
                    </a:lnTo>
                    <a:lnTo>
                      <a:pt x="159" y="73"/>
                    </a:lnTo>
                    <a:lnTo>
                      <a:pt x="159" y="73"/>
                    </a:lnTo>
                    <a:lnTo>
                      <a:pt x="159" y="76"/>
                    </a:lnTo>
                    <a:lnTo>
                      <a:pt x="159" y="76"/>
                    </a:lnTo>
                    <a:lnTo>
                      <a:pt x="161" y="76"/>
                    </a:lnTo>
                    <a:lnTo>
                      <a:pt x="161" y="76"/>
                    </a:lnTo>
                    <a:lnTo>
                      <a:pt x="161" y="78"/>
                    </a:lnTo>
                    <a:lnTo>
                      <a:pt x="161" y="78"/>
                    </a:lnTo>
                    <a:lnTo>
                      <a:pt x="161" y="78"/>
                    </a:lnTo>
                    <a:lnTo>
                      <a:pt x="161" y="80"/>
                    </a:lnTo>
                    <a:lnTo>
                      <a:pt x="161" y="80"/>
                    </a:lnTo>
                    <a:lnTo>
                      <a:pt x="163" y="80"/>
                    </a:lnTo>
                    <a:lnTo>
                      <a:pt x="163" y="83"/>
                    </a:lnTo>
                    <a:lnTo>
                      <a:pt x="163" y="83"/>
                    </a:lnTo>
                    <a:lnTo>
                      <a:pt x="163" y="83"/>
                    </a:lnTo>
                    <a:lnTo>
                      <a:pt x="163" y="83"/>
                    </a:lnTo>
                    <a:lnTo>
                      <a:pt x="163" y="85"/>
                    </a:lnTo>
                    <a:lnTo>
                      <a:pt x="161" y="85"/>
                    </a:lnTo>
                    <a:lnTo>
                      <a:pt x="161" y="85"/>
                    </a:lnTo>
                    <a:lnTo>
                      <a:pt x="161" y="87"/>
                    </a:lnTo>
                    <a:lnTo>
                      <a:pt x="161" y="87"/>
                    </a:lnTo>
                    <a:lnTo>
                      <a:pt x="161" y="87"/>
                    </a:lnTo>
                    <a:lnTo>
                      <a:pt x="163" y="87"/>
                    </a:lnTo>
                    <a:lnTo>
                      <a:pt x="163" y="87"/>
                    </a:lnTo>
                    <a:lnTo>
                      <a:pt x="163" y="87"/>
                    </a:lnTo>
                    <a:lnTo>
                      <a:pt x="163" y="90"/>
                    </a:lnTo>
                    <a:lnTo>
                      <a:pt x="166" y="90"/>
                    </a:lnTo>
                    <a:lnTo>
                      <a:pt x="166" y="90"/>
                    </a:lnTo>
                    <a:lnTo>
                      <a:pt x="166" y="90"/>
                    </a:lnTo>
                    <a:lnTo>
                      <a:pt x="166" y="92"/>
                    </a:lnTo>
                    <a:lnTo>
                      <a:pt x="166" y="92"/>
                    </a:lnTo>
                    <a:lnTo>
                      <a:pt x="166" y="95"/>
                    </a:lnTo>
                    <a:lnTo>
                      <a:pt x="166" y="95"/>
                    </a:lnTo>
                    <a:lnTo>
                      <a:pt x="163" y="95"/>
                    </a:lnTo>
                    <a:lnTo>
                      <a:pt x="163" y="95"/>
                    </a:lnTo>
                    <a:lnTo>
                      <a:pt x="163" y="95"/>
                    </a:lnTo>
                    <a:lnTo>
                      <a:pt x="163" y="95"/>
                    </a:lnTo>
                    <a:lnTo>
                      <a:pt x="161" y="95"/>
                    </a:lnTo>
                    <a:lnTo>
                      <a:pt x="161" y="97"/>
                    </a:lnTo>
                    <a:lnTo>
                      <a:pt x="161" y="97"/>
                    </a:lnTo>
                    <a:lnTo>
                      <a:pt x="161" y="95"/>
                    </a:lnTo>
                    <a:lnTo>
                      <a:pt x="159" y="95"/>
                    </a:lnTo>
                    <a:lnTo>
                      <a:pt x="159" y="95"/>
                    </a:lnTo>
                    <a:lnTo>
                      <a:pt x="159" y="95"/>
                    </a:lnTo>
                    <a:lnTo>
                      <a:pt x="159" y="92"/>
                    </a:lnTo>
                    <a:lnTo>
                      <a:pt x="159" y="92"/>
                    </a:lnTo>
                    <a:lnTo>
                      <a:pt x="156" y="92"/>
                    </a:lnTo>
                    <a:lnTo>
                      <a:pt x="156" y="92"/>
                    </a:lnTo>
                    <a:lnTo>
                      <a:pt x="156" y="92"/>
                    </a:lnTo>
                    <a:lnTo>
                      <a:pt x="154" y="92"/>
                    </a:lnTo>
                    <a:lnTo>
                      <a:pt x="154" y="92"/>
                    </a:lnTo>
                    <a:lnTo>
                      <a:pt x="154" y="92"/>
                    </a:lnTo>
                    <a:lnTo>
                      <a:pt x="152" y="92"/>
                    </a:lnTo>
                    <a:lnTo>
                      <a:pt x="152" y="92"/>
                    </a:lnTo>
                    <a:lnTo>
                      <a:pt x="152" y="92"/>
                    </a:lnTo>
                    <a:lnTo>
                      <a:pt x="152" y="92"/>
                    </a:lnTo>
                    <a:lnTo>
                      <a:pt x="149" y="92"/>
                    </a:lnTo>
                    <a:lnTo>
                      <a:pt x="149" y="92"/>
                    </a:lnTo>
                    <a:lnTo>
                      <a:pt x="149" y="92"/>
                    </a:lnTo>
                    <a:lnTo>
                      <a:pt x="149" y="92"/>
                    </a:lnTo>
                    <a:lnTo>
                      <a:pt x="147" y="92"/>
                    </a:lnTo>
                    <a:lnTo>
                      <a:pt x="147" y="92"/>
                    </a:lnTo>
                    <a:lnTo>
                      <a:pt x="147" y="92"/>
                    </a:lnTo>
                    <a:lnTo>
                      <a:pt x="147" y="95"/>
                    </a:lnTo>
                    <a:lnTo>
                      <a:pt x="145" y="95"/>
                    </a:lnTo>
                    <a:lnTo>
                      <a:pt x="145" y="95"/>
                    </a:lnTo>
                    <a:lnTo>
                      <a:pt x="145" y="95"/>
                    </a:lnTo>
                    <a:lnTo>
                      <a:pt x="145" y="95"/>
                    </a:lnTo>
                    <a:lnTo>
                      <a:pt x="142" y="95"/>
                    </a:lnTo>
                    <a:lnTo>
                      <a:pt x="142" y="95"/>
                    </a:lnTo>
                    <a:lnTo>
                      <a:pt x="142" y="95"/>
                    </a:lnTo>
                    <a:lnTo>
                      <a:pt x="140" y="95"/>
                    </a:lnTo>
                    <a:lnTo>
                      <a:pt x="140" y="97"/>
                    </a:lnTo>
                    <a:lnTo>
                      <a:pt x="140" y="97"/>
                    </a:lnTo>
                    <a:lnTo>
                      <a:pt x="137" y="97"/>
                    </a:lnTo>
                    <a:lnTo>
                      <a:pt x="137" y="97"/>
                    </a:lnTo>
                    <a:lnTo>
                      <a:pt x="137" y="97"/>
                    </a:lnTo>
                    <a:lnTo>
                      <a:pt x="135" y="97"/>
                    </a:lnTo>
                    <a:lnTo>
                      <a:pt x="135" y="97"/>
                    </a:lnTo>
                    <a:lnTo>
                      <a:pt x="135" y="97"/>
                    </a:lnTo>
                    <a:lnTo>
                      <a:pt x="135" y="95"/>
                    </a:lnTo>
                    <a:lnTo>
                      <a:pt x="135" y="95"/>
                    </a:lnTo>
                    <a:lnTo>
                      <a:pt x="135" y="95"/>
                    </a:lnTo>
                    <a:lnTo>
                      <a:pt x="135" y="95"/>
                    </a:lnTo>
                    <a:lnTo>
                      <a:pt x="137" y="95"/>
                    </a:lnTo>
                    <a:lnTo>
                      <a:pt x="137" y="92"/>
                    </a:lnTo>
                    <a:lnTo>
                      <a:pt x="137" y="92"/>
                    </a:lnTo>
                    <a:lnTo>
                      <a:pt x="135" y="92"/>
                    </a:lnTo>
                    <a:lnTo>
                      <a:pt x="135" y="92"/>
                    </a:lnTo>
                    <a:lnTo>
                      <a:pt x="135" y="92"/>
                    </a:lnTo>
                    <a:lnTo>
                      <a:pt x="135" y="90"/>
                    </a:lnTo>
                    <a:lnTo>
                      <a:pt x="133" y="90"/>
                    </a:lnTo>
                    <a:lnTo>
                      <a:pt x="133" y="90"/>
                    </a:lnTo>
                    <a:lnTo>
                      <a:pt x="130" y="90"/>
                    </a:lnTo>
                    <a:lnTo>
                      <a:pt x="130" y="90"/>
                    </a:lnTo>
                    <a:lnTo>
                      <a:pt x="130" y="90"/>
                    </a:lnTo>
                    <a:lnTo>
                      <a:pt x="128" y="90"/>
                    </a:lnTo>
                    <a:lnTo>
                      <a:pt x="128" y="90"/>
                    </a:lnTo>
                    <a:lnTo>
                      <a:pt x="126" y="90"/>
                    </a:lnTo>
                    <a:lnTo>
                      <a:pt x="126" y="90"/>
                    </a:lnTo>
                    <a:lnTo>
                      <a:pt x="126" y="92"/>
                    </a:lnTo>
                    <a:lnTo>
                      <a:pt x="126" y="92"/>
                    </a:lnTo>
                    <a:lnTo>
                      <a:pt x="123" y="92"/>
                    </a:lnTo>
                    <a:lnTo>
                      <a:pt x="123" y="92"/>
                    </a:lnTo>
                    <a:lnTo>
                      <a:pt x="123" y="92"/>
                    </a:lnTo>
                    <a:lnTo>
                      <a:pt x="123" y="95"/>
                    </a:lnTo>
                    <a:lnTo>
                      <a:pt x="123" y="95"/>
                    </a:lnTo>
                    <a:lnTo>
                      <a:pt x="121" y="95"/>
                    </a:lnTo>
                    <a:lnTo>
                      <a:pt x="121" y="95"/>
                    </a:lnTo>
                    <a:lnTo>
                      <a:pt x="121" y="95"/>
                    </a:lnTo>
                    <a:lnTo>
                      <a:pt x="118" y="95"/>
                    </a:lnTo>
                    <a:lnTo>
                      <a:pt x="118" y="95"/>
                    </a:lnTo>
                    <a:lnTo>
                      <a:pt x="118" y="97"/>
                    </a:lnTo>
                    <a:lnTo>
                      <a:pt x="118" y="97"/>
                    </a:lnTo>
                    <a:lnTo>
                      <a:pt x="116" y="97"/>
                    </a:lnTo>
                    <a:lnTo>
                      <a:pt x="116" y="97"/>
                    </a:lnTo>
                    <a:lnTo>
                      <a:pt x="116" y="97"/>
                    </a:lnTo>
                    <a:lnTo>
                      <a:pt x="116" y="97"/>
                    </a:lnTo>
                    <a:lnTo>
                      <a:pt x="116" y="97"/>
                    </a:lnTo>
                    <a:lnTo>
                      <a:pt x="116" y="99"/>
                    </a:lnTo>
                    <a:lnTo>
                      <a:pt x="114" y="99"/>
                    </a:lnTo>
                    <a:lnTo>
                      <a:pt x="114" y="99"/>
                    </a:lnTo>
                    <a:lnTo>
                      <a:pt x="114" y="102"/>
                    </a:lnTo>
                    <a:lnTo>
                      <a:pt x="114" y="102"/>
                    </a:lnTo>
                    <a:lnTo>
                      <a:pt x="111" y="102"/>
                    </a:lnTo>
                    <a:lnTo>
                      <a:pt x="111" y="102"/>
                    </a:lnTo>
                    <a:lnTo>
                      <a:pt x="111" y="102"/>
                    </a:lnTo>
                    <a:lnTo>
                      <a:pt x="111" y="102"/>
                    </a:lnTo>
                    <a:lnTo>
                      <a:pt x="109" y="102"/>
                    </a:lnTo>
                    <a:lnTo>
                      <a:pt x="109" y="102"/>
                    </a:lnTo>
                    <a:lnTo>
                      <a:pt x="109" y="102"/>
                    </a:lnTo>
                    <a:lnTo>
                      <a:pt x="107" y="102"/>
                    </a:lnTo>
                    <a:lnTo>
                      <a:pt x="107" y="102"/>
                    </a:lnTo>
                    <a:lnTo>
                      <a:pt x="107" y="104"/>
                    </a:lnTo>
                    <a:lnTo>
                      <a:pt x="104" y="104"/>
                    </a:lnTo>
                    <a:lnTo>
                      <a:pt x="104" y="104"/>
                    </a:lnTo>
                    <a:lnTo>
                      <a:pt x="104" y="104"/>
                    </a:lnTo>
                    <a:lnTo>
                      <a:pt x="104" y="104"/>
                    </a:lnTo>
                    <a:lnTo>
                      <a:pt x="102" y="104"/>
                    </a:lnTo>
                    <a:lnTo>
                      <a:pt x="102" y="106"/>
                    </a:lnTo>
                    <a:lnTo>
                      <a:pt x="102" y="106"/>
                    </a:lnTo>
                    <a:lnTo>
                      <a:pt x="102" y="106"/>
                    </a:lnTo>
                    <a:lnTo>
                      <a:pt x="102" y="106"/>
                    </a:lnTo>
                    <a:lnTo>
                      <a:pt x="100" y="106"/>
                    </a:lnTo>
                    <a:lnTo>
                      <a:pt x="100" y="106"/>
                    </a:lnTo>
                    <a:lnTo>
                      <a:pt x="100" y="106"/>
                    </a:lnTo>
                    <a:lnTo>
                      <a:pt x="97" y="106"/>
                    </a:lnTo>
                    <a:lnTo>
                      <a:pt x="97" y="109"/>
                    </a:lnTo>
                    <a:lnTo>
                      <a:pt x="97" y="109"/>
                    </a:lnTo>
                    <a:lnTo>
                      <a:pt x="97" y="109"/>
                    </a:lnTo>
                    <a:lnTo>
                      <a:pt x="97" y="109"/>
                    </a:lnTo>
                    <a:lnTo>
                      <a:pt x="95" y="109"/>
                    </a:lnTo>
                    <a:lnTo>
                      <a:pt x="95" y="111"/>
                    </a:lnTo>
                    <a:lnTo>
                      <a:pt x="95" y="111"/>
                    </a:lnTo>
                    <a:lnTo>
                      <a:pt x="92" y="111"/>
                    </a:lnTo>
                    <a:lnTo>
                      <a:pt x="92" y="111"/>
                    </a:lnTo>
                    <a:lnTo>
                      <a:pt x="92" y="111"/>
                    </a:lnTo>
                    <a:lnTo>
                      <a:pt x="92" y="109"/>
                    </a:lnTo>
                    <a:lnTo>
                      <a:pt x="90" y="109"/>
                    </a:lnTo>
                    <a:lnTo>
                      <a:pt x="90" y="109"/>
                    </a:lnTo>
                    <a:lnTo>
                      <a:pt x="90" y="109"/>
                    </a:lnTo>
                    <a:lnTo>
                      <a:pt x="90" y="109"/>
                    </a:lnTo>
                    <a:lnTo>
                      <a:pt x="90" y="106"/>
                    </a:lnTo>
                    <a:lnTo>
                      <a:pt x="90" y="106"/>
                    </a:lnTo>
                    <a:lnTo>
                      <a:pt x="90" y="106"/>
                    </a:lnTo>
                    <a:lnTo>
                      <a:pt x="88" y="106"/>
                    </a:lnTo>
                    <a:lnTo>
                      <a:pt x="88" y="104"/>
                    </a:lnTo>
                    <a:lnTo>
                      <a:pt x="88" y="104"/>
                    </a:lnTo>
                    <a:lnTo>
                      <a:pt x="88" y="104"/>
                    </a:lnTo>
                    <a:lnTo>
                      <a:pt x="88" y="102"/>
                    </a:lnTo>
                    <a:lnTo>
                      <a:pt x="88" y="102"/>
                    </a:lnTo>
                    <a:lnTo>
                      <a:pt x="85" y="102"/>
                    </a:lnTo>
                    <a:lnTo>
                      <a:pt x="85" y="99"/>
                    </a:lnTo>
                    <a:lnTo>
                      <a:pt x="88" y="99"/>
                    </a:lnTo>
                    <a:lnTo>
                      <a:pt x="88" y="99"/>
                    </a:lnTo>
                    <a:lnTo>
                      <a:pt x="88" y="97"/>
                    </a:lnTo>
                    <a:lnTo>
                      <a:pt x="88" y="97"/>
                    </a:lnTo>
                    <a:lnTo>
                      <a:pt x="88" y="97"/>
                    </a:lnTo>
                    <a:lnTo>
                      <a:pt x="88" y="97"/>
                    </a:lnTo>
                    <a:lnTo>
                      <a:pt x="88" y="95"/>
                    </a:lnTo>
                    <a:lnTo>
                      <a:pt x="88" y="95"/>
                    </a:lnTo>
                    <a:lnTo>
                      <a:pt x="88" y="92"/>
                    </a:lnTo>
                    <a:lnTo>
                      <a:pt x="88" y="92"/>
                    </a:lnTo>
                    <a:lnTo>
                      <a:pt x="88" y="90"/>
                    </a:lnTo>
                    <a:lnTo>
                      <a:pt x="88" y="90"/>
                    </a:lnTo>
                    <a:lnTo>
                      <a:pt x="88" y="87"/>
                    </a:lnTo>
                    <a:lnTo>
                      <a:pt x="88" y="87"/>
                    </a:lnTo>
                    <a:lnTo>
                      <a:pt x="88" y="87"/>
                    </a:lnTo>
                    <a:lnTo>
                      <a:pt x="90" y="87"/>
                    </a:lnTo>
                    <a:lnTo>
                      <a:pt x="90" y="85"/>
                    </a:lnTo>
                    <a:lnTo>
                      <a:pt x="90" y="85"/>
                    </a:lnTo>
                    <a:lnTo>
                      <a:pt x="90" y="83"/>
                    </a:lnTo>
                    <a:lnTo>
                      <a:pt x="90" y="83"/>
                    </a:lnTo>
                    <a:lnTo>
                      <a:pt x="90" y="83"/>
                    </a:lnTo>
                    <a:lnTo>
                      <a:pt x="90" y="80"/>
                    </a:lnTo>
                    <a:lnTo>
                      <a:pt x="90" y="80"/>
                    </a:lnTo>
                    <a:lnTo>
                      <a:pt x="90" y="78"/>
                    </a:lnTo>
                    <a:lnTo>
                      <a:pt x="90" y="78"/>
                    </a:lnTo>
                    <a:lnTo>
                      <a:pt x="90" y="78"/>
                    </a:lnTo>
                    <a:lnTo>
                      <a:pt x="88" y="78"/>
                    </a:lnTo>
                    <a:lnTo>
                      <a:pt x="88" y="78"/>
                    </a:lnTo>
                    <a:lnTo>
                      <a:pt x="88" y="78"/>
                    </a:lnTo>
                    <a:lnTo>
                      <a:pt x="85" y="78"/>
                    </a:lnTo>
                    <a:lnTo>
                      <a:pt x="85" y="78"/>
                    </a:lnTo>
                    <a:lnTo>
                      <a:pt x="85" y="80"/>
                    </a:lnTo>
                    <a:lnTo>
                      <a:pt x="85" y="80"/>
                    </a:lnTo>
                    <a:lnTo>
                      <a:pt x="85" y="78"/>
                    </a:lnTo>
                    <a:lnTo>
                      <a:pt x="83" y="78"/>
                    </a:lnTo>
                    <a:lnTo>
                      <a:pt x="83" y="78"/>
                    </a:lnTo>
                    <a:lnTo>
                      <a:pt x="83" y="78"/>
                    </a:lnTo>
                    <a:lnTo>
                      <a:pt x="83" y="78"/>
                    </a:lnTo>
                    <a:lnTo>
                      <a:pt x="83" y="78"/>
                    </a:lnTo>
                    <a:lnTo>
                      <a:pt x="83" y="76"/>
                    </a:lnTo>
                    <a:lnTo>
                      <a:pt x="83" y="76"/>
                    </a:lnTo>
                    <a:lnTo>
                      <a:pt x="85" y="76"/>
                    </a:lnTo>
                    <a:lnTo>
                      <a:pt x="85" y="73"/>
                    </a:lnTo>
                    <a:lnTo>
                      <a:pt x="85" y="73"/>
                    </a:lnTo>
                    <a:lnTo>
                      <a:pt x="85" y="73"/>
                    </a:lnTo>
                    <a:lnTo>
                      <a:pt x="85" y="71"/>
                    </a:lnTo>
                    <a:lnTo>
                      <a:pt x="85" y="71"/>
                    </a:lnTo>
                    <a:lnTo>
                      <a:pt x="85" y="71"/>
                    </a:lnTo>
                    <a:lnTo>
                      <a:pt x="85" y="69"/>
                    </a:lnTo>
                    <a:lnTo>
                      <a:pt x="83" y="69"/>
                    </a:lnTo>
                    <a:lnTo>
                      <a:pt x="83" y="69"/>
                    </a:lnTo>
                    <a:lnTo>
                      <a:pt x="83" y="69"/>
                    </a:lnTo>
                    <a:lnTo>
                      <a:pt x="83" y="69"/>
                    </a:lnTo>
                    <a:lnTo>
                      <a:pt x="81" y="69"/>
                    </a:lnTo>
                    <a:lnTo>
                      <a:pt x="81" y="66"/>
                    </a:lnTo>
                    <a:lnTo>
                      <a:pt x="81" y="66"/>
                    </a:lnTo>
                    <a:lnTo>
                      <a:pt x="81" y="66"/>
                    </a:lnTo>
                    <a:lnTo>
                      <a:pt x="78" y="66"/>
                    </a:lnTo>
                    <a:lnTo>
                      <a:pt x="78" y="66"/>
                    </a:lnTo>
                    <a:lnTo>
                      <a:pt x="78" y="66"/>
                    </a:lnTo>
                    <a:lnTo>
                      <a:pt x="78" y="66"/>
                    </a:lnTo>
                    <a:lnTo>
                      <a:pt x="76" y="66"/>
                    </a:lnTo>
                    <a:lnTo>
                      <a:pt x="76" y="66"/>
                    </a:lnTo>
                    <a:lnTo>
                      <a:pt x="76" y="66"/>
                    </a:lnTo>
                    <a:lnTo>
                      <a:pt x="76" y="66"/>
                    </a:lnTo>
                    <a:lnTo>
                      <a:pt x="76" y="66"/>
                    </a:lnTo>
                    <a:lnTo>
                      <a:pt x="74" y="66"/>
                    </a:lnTo>
                    <a:lnTo>
                      <a:pt x="74" y="66"/>
                    </a:lnTo>
                    <a:lnTo>
                      <a:pt x="71" y="66"/>
                    </a:lnTo>
                    <a:lnTo>
                      <a:pt x="71" y="66"/>
                    </a:lnTo>
                    <a:lnTo>
                      <a:pt x="71" y="66"/>
                    </a:lnTo>
                    <a:lnTo>
                      <a:pt x="71" y="66"/>
                    </a:lnTo>
                    <a:lnTo>
                      <a:pt x="71" y="66"/>
                    </a:lnTo>
                    <a:lnTo>
                      <a:pt x="71" y="69"/>
                    </a:lnTo>
                    <a:lnTo>
                      <a:pt x="69" y="69"/>
                    </a:lnTo>
                    <a:lnTo>
                      <a:pt x="69" y="69"/>
                    </a:lnTo>
                    <a:lnTo>
                      <a:pt x="69" y="69"/>
                    </a:lnTo>
                    <a:lnTo>
                      <a:pt x="69" y="71"/>
                    </a:lnTo>
                    <a:lnTo>
                      <a:pt x="69" y="71"/>
                    </a:lnTo>
                    <a:lnTo>
                      <a:pt x="69" y="71"/>
                    </a:lnTo>
                    <a:lnTo>
                      <a:pt x="66" y="71"/>
                    </a:lnTo>
                    <a:lnTo>
                      <a:pt x="66" y="73"/>
                    </a:lnTo>
                    <a:lnTo>
                      <a:pt x="66" y="73"/>
                    </a:lnTo>
                    <a:lnTo>
                      <a:pt x="66" y="73"/>
                    </a:lnTo>
                    <a:lnTo>
                      <a:pt x="66" y="76"/>
                    </a:lnTo>
                    <a:lnTo>
                      <a:pt x="64" y="76"/>
                    </a:lnTo>
                    <a:lnTo>
                      <a:pt x="64" y="76"/>
                    </a:lnTo>
                    <a:lnTo>
                      <a:pt x="64" y="76"/>
                    </a:lnTo>
                    <a:lnTo>
                      <a:pt x="64" y="76"/>
                    </a:lnTo>
                    <a:lnTo>
                      <a:pt x="64" y="78"/>
                    </a:lnTo>
                    <a:lnTo>
                      <a:pt x="62" y="78"/>
                    </a:lnTo>
                    <a:lnTo>
                      <a:pt x="62" y="78"/>
                    </a:lnTo>
                    <a:lnTo>
                      <a:pt x="62" y="78"/>
                    </a:lnTo>
                    <a:lnTo>
                      <a:pt x="62" y="78"/>
                    </a:lnTo>
                    <a:lnTo>
                      <a:pt x="59" y="78"/>
                    </a:lnTo>
                    <a:lnTo>
                      <a:pt x="59" y="78"/>
                    </a:lnTo>
                    <a:lnTo>
                      <a:pt x="59" y="80"/>
                    </a:lnTo>
                    <a:lnTo>
                      <a:pt x="59" y="80"/>
                    </a:lnTo>
                    <a:lnTo>
                      <a:pt x="59" y="80"/>
                    </a:lnTo>
                    <a:lnTo>
                      <a:pt x="62" y="80"/>
                    </a:lnTo>
                    <a:lnTo>
                      <a:pt x="62" y="80"/>
                    </a:lnTo>
                    <a:lnTo>
                      <a:pt x="62" y="83"/>
                    </a:lnTo>
                    <a:lnTo>
                      <a:pt x="62" y="83"/>
                    </a:lnTo>
                    <a:lnTo>
                      <a:pt x="62" y="85"/>
                    </a:lnTo>
                    <a:lnTo>
                      <a:pt x="62" y="85"/>
                    </a:lnTo>
                    <a:lnTo>
                      <a:pt x="62" y="87"/>
                    </a:lnTo>
                    <a:lnTo>
                      <a:pt x="62" y="87"/>
                    </a:lnTo>
                    <a:lnTo>
                      <a:pt x="62" y="87"/>
                    </a:lnTo>
                    <a:lnTo>
                      <a:pt x="59" y="87"/>
                    </a:lnTo>
                    <a:lnTo>
                      <a:pt x="59" y="87"/>
                    </a:lnTo>
                    <a:lnTo>
                      <a:pt x="59" y="87"/>
                    </a:lnTo>
                    <a:lnTo>
                      <a:pt x="59" y="87"/>
                    </a:lnTo>
                    <a:lnTo>
                      <a:pt x="57" y="87"/>
                    </a:lnTo>
                    <a:lnTo>
                      <a:pt x="57" y="87"/>
                    </a:lnTo>
                    <a:lnTo>
                      <a:pt x="57" y="87"/>
                    </a:lnTo>
                    <a:lnTo>
                      <a:pt x="57" y="87"/>
                    </a:lnTo>
                    <a:lnTo>
                      <a:pt x="55" y="87"/>
                    </a:lnTo>
                    <a:lnTo>
                      <a:pt x="55" y="87"/>
                    </a:lnTo>
                    <a:lnTo>
                      <a:pt x="55" y="87"/>
                    </a:lnTo>
                    <a:lnTo>
                      <a:pt x="52" y="87"/>
                    </a:lnTo>
                    <a:lnTo>
                      <a:pt x="52" y="87"/>
                    </a:lnTo>
                    <a:lnTo>
                      <a:pt x="52" y="87"/>
                    </a:lnTo>
                    <a:lnTo>
                      <a:pt x="52" y="87"/>
                    </a:lnTo>
                    <a:lnTo>
                      <a:pt x="50" y="87"/>
                    </a:lnTo>
                    <a:lnTo>
                      <a:pt x="50" y="87"/>
                    </a:lnTo>
                    <a:lnTo>
                      <a:pt x="50" y="87"/>
                    </a:lnTo>
                    <a:lnTo>
                      <a:pt x="47" y="87"/>
                    </a:lnTo>
                    <a:lnTo>
                      <a:pt x="47" y="87"/>
                    </a:lnTo>
                    <a:lnTo>
                      <a:pt x="45" y="87"/>
                    </a:lnTo>
                    <a:lnTo>
                      <a:pt x="45" y="87"/>
                    </a:lnTo>
                    <a:lnTo>
                      <a:pt x="45" y="87"/>
                    </a:lnTo>
                    <a:lnTo>
                      <a:pt x="45" y="87"/>
                    </a:lnTo>
                    <a:lnTo>
                      <a:pt x="45" y="90"/>
                    </a:lnTo>
                    <a:lnTo>
                      <a:pt x="43" y="90"/>
                    </a:lnTo>
                    <a:lnTo>
                      <a:pt x="43" y="90"/>
                    </a:lnTo>
                    <a:lnTo>
                      <a:pt x="43" y="90"/>
                    </a:lnTo>
                    <a:lnTo>
                      <a:pt x="43" y="92"/>
                    </a:lnTo>
                    <a:lnTo>
                      <a:pt x="43" y="92"/>
                    </a:lnTo>
                    <a:lnTo>
                      <a:pt x="43" y="95"/>
                    </a:lnTo>
                    <a:lnTo>
                      <a:pt x="43" y="95"/>
                    </a:lnTo>
                    <a:lnTo>
                      <a:pt x="43" y="95"/>
                    </a:lnTo>
                    <a:lnTo>
                      <a:pt x="43" y="97"/>
                    </a:lnTo>
                    <a:lnTo>
                      <a:pt x="43" y="97"/>
                    </a:lnTo>
                    <a:lnTo>
                      <a:pt x="43" y="97"/>
                    </a:lnTo>
                    <a:lnTo>
                      <a:pt x="43" y="97"/>
                    </a:lnTo>
                    <a:lnTo>
                      <a:pt x="43" y="97"/>
                    </a:lnTo>
                    <a:lnTo>
                      <a:pt x="43" y="99"/>
                    </a:lnTo>
                    <a:lnTo>
                      <a:pt x="40" y="99"/>
                    </a:lnTo>
                    <a:lnTo>
                      <a:pt x="40" y="99"/>
                    </a:lnTo>
                    <a:lnTo>
                      <a:pt x="38" y="99"/>
                    </a:lnTo>
                    <a:lnTo>
                      <a:pt x="38" y="99"/>
                    </a:lnTo>
                    <a:lnTo>
                      <a:pt x="38" y="97"/>
                    </a:lnTo>
                    <a:lnTo>
                      <a:pt x="38" y="97"/>
                    </a:lnTo>
                    <a:lnTo>
                      <a:pt x="38" y="97"/>
                    </a:lnTo>
                    <a:lnTo>
                      <a:pt x="36" y="97"/>
                    </a:lnTo>
                    <a:lnTo>
                      <a:pt x="36" y="97"/>
                    </a:lnTo>
                    <a:lnTo>
                      <a:pt x="36" y="97"/>
                    </a:lnTo>
                    <a:lnTo>
                      <a:pt x="36" y="95"/>
                    </a:lnTo>
                    <a:lnTo>
                      <a:pt x="36" y="95"/>
                    </a:lnTo>
                    <a:lnTo>
                      <a:pt x="36" y="95"/>
                    </a:lnTo>
                    <a:lnTo>
                      <a:pt x="33" y="95"/>
                    </a:lnTo>
                    <a:lnTo>
                      <a:pt x="33" y="95"/>
                    </a:lnTo>
                    <a:lnTo>
                      <a:pt x="33" y="95"/>
                    </a:lnTo>
                    <a:lnTo>
                      <a:pt x="31" y="95"/>
                    </a:lnTo>
                    <a:lnTo>
                      <a:pt x="31" y="95"/>
                    </a:lnTo>
                    <a:lnTo>
                      <a:pt x="31" y="97"/>
                    </a:lnTo>
                    <a:lnTo>
                      <a:pt x="31" y="97"/>
                    </a:lnTo>
                    <a:lnTo>
                      <a:pt x="31" y="95"/>
                    </a:lnTo>
                    <a:lnTo>
                      <a:pt x="29" y="95"/>
                    </a:lnTo>
                    <a:lnTo>
                      <a:pt x="29" y="95"/>
                    </a:lnTo>
                    <a:lnTo>
                      <a:pt x="29" y="95"/>
                    </a:lnTo>
                    <a:lnTo>
                      <a:pt x="29" y="97"/>
                    </a:lnTo>
                    <a:lnTo>
                      <a:pt x="29" y="97"/>
                    </a:lnTo>
                    <a:lnTo>
                      <a:pt x="26" y="97"/>
                    </a:lnTo>
                    <a:lnTo>
                      <a:pt x="26" y="97"/>
                    </a:lnTo>
                    <a:lnTo>
                      <a:pt x="26" y="97"/>
                    </a:lnTo>
                    <a:lnTo>
                      <a:pt x="24" y="97"/>
                    </a:lnTo>
                    <a:lnTo>
                      <a:pt x="24" y="97"/>
                    </a:lnTo>
                    <a:lnTo>
                      <a:pt x="24" y="97"/>
                    </a:lnTo>
                    <a:lnTo>
                      <a:pt x="24" y="99"/>
                    </a:lnTo>
                    <a:lnTo>
                      <a:pt x="21" y="99"/>
                    </a:lnTo>
                    <a:lnTo>
                      <a:pt x="21" y="99"/>
                    </a:lnTo>
                    <a:lnTo>
                      <a:pt x="19" y="99"/>
                    </a:lnTo>
                    <a:lnTo>
                      <a:pt x="19" y="99"/>
                    </a:lnTo>
                    <a:lnTo>
                      <a:pt x="19" y="99"/>
                    </a:lnTo>
                    <a:lnTo>
                      <a:pt x="19" y="102"/>
                    </a:lnTo>
                    <a:lnTo>
                      <a:pt x="19" y="102"/>
                    </a:lnTo>
                    <a:lnTo>
                      <a:pt x="19" y="102"/>
                    </a:lnTo>
                    <a:lnTo>
                      <a:pt x="17" y="102"/>
                    </a:lnTo>
                    <a:lnTo>
                      <a:pt x="17" y="102"/>
                    </a:lnTo>
                    <a:lnTo>
                      <a:pt x="17" y="102"/>
                    </a:lnTo>
                    <a:lnTo>
                      <a:pt x="17" y="104"/>
                    </a:lnTo>
                    <a:lnTo>
                      <a:pt x="14" y="104"/>
                    </a:lnTo>
                    <a:lnTo>
                      <a:pt x="14" y="104"/>
                    </a:lnTo>
                    <a:lnTo>
                      <a:pt x="14" y="104"/>
                    </a:lnTo>
                    <a:lnTo>
                      <a:pt x="12" y="104"/>
                    </a:lnTo>
                    <a:lnTo>
                      <a:pt x="12" y="104"/>
                    </a:lnTo>
                    <a:lnTo>
                      <a:pt x="12" y="104"/>
                    </a:lnTo>
                    <a:lnTo>
                      <a:pt x="12" y="102"/>
                    </a:lnTo>
                    <a:lnTo>
                      <a:pt x="12" y="102"/>
                    </a:lnTo>
                    <a:lnTo>
                      <a:pt x="12" y="102"/>
                    </a:lnTo>
                    <a:lnTo>
                      <a:pt x="10" y="102"/>
                    </a:lnTo>
                    <a:lnTo>
                      <a:pt x="10"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0" y="90"/>
                    </a:lnTo>
                    <a:lnTo>
                      <a:pt x="10" y="90"/>
                    </a:lnTo>
                    <a:lnTo>
                      <a:pt x="10" y="87"/>
                    </a:lnTo>
                    <a:lnTo>
                      <a:pt x="10" y="87"/>
                    </a:lnTo>
                    <a:lnTo>
                      <a:pt x="10" y="87"/>
                    </a:lnTo>
                    <a:lnTo>
                      <a:pt x="12" y="87"/>
                    </a:lnTo>
                    <a:lnTo>
                      <a:pt x="12" y="87"/>
                    </a:lnTo>
                    <a:lnTo>
                      <a:pt x="12" y="87"/>
                    </a:lnTo>
                    <a:lnTo>
                      <a:pt x="12" y="85"/>
                    </a:lnTo>
                    <a:lnTo>
                      <a:pt x="12" y="85"/>
                    </a:lnTo>
                    <a:lnTo>
                      <a:pt x="12" y="85"/>
                    </a:lnTo>
                    <a:lnTo>
                      <a:pt x="14" y="85"/>
                    </a:lnTo>
                    <a:lnTo>
                      <a:pt x="14" y="83"/>
                    </a:lnTo>
                    <a:lnTo>
                      <a:pt x="14" y="83"/>
                    </a:lnTo>
                    <a:lnTo>
                      <a:pt x="14" y="83"/>
                    </a:lnTo>
                    <a:lnTo>
                      <a:pt x="14" y="80"/>
                    </a:lnTo>
                    <a:lnTo>
                      <a:pt x="17" y="80"/>
                    </a:lnTo>
                    <a:lnTo>
                      <a:pt x="17" y="80"/>
                    </a:lnTo>
                    <a:lnTo>
                      <a:pt x="17" y="80"/>
                    </a:lnTo>
                    <a:lnTo>
                      <a:pt x="17" y="80"/>
                    </a:lnTo>
                    <a:lnTo>
                      <a:pt x="19" y="80"/>
                    </a:lnTo>
                    <a:lnTo>
                      <a:pt x="19" y="78"/>
                    </a:lnTo>
                    <a:lnTo>
                      <a:pt x="19" y="78"/>
                    </a:lnTo>
                    <a:lnTo>
                      <a:pt x="19" y="78"/>
                    </a:lnTo>
                    <a:lnTo>
                      <a:pt x="19" y="78"/>
                    </a:lnTo>
                    <a:lnTo>
                      <a:pt x="19" y="76"/>
                    </a:lnTo>
                    <a:lnTo>
                      <a:pt x="19" y="76"/>
                    </a:lnTo>
                    <a:lnTo>
                      <a:pt x="19" y="76"/>
                    </a:lnTo>
                    <a:lnTo>
                      <a:pt x="21" y="76"/>
                    </a:lnTo>
                    <a:lnTo>
                      <a:pt x="21" y="73"/>
                    </a:lnTo>
                    <a:lnTo>
                      <a:pt x="21" y="73"/>
                    </a:lnTo>
                    <a:lnTo>
                      <a:pt x="21" y="73"/>
                    </a:lnTo>
                    <a:lnTo>
                      <a:pt x="21" y="71"/>
                    </a:lnTo>
                    <a:lnTo>
                      <a:pt x="21" y="71"/>
                    </a:lnTo>
                    <a:lnTo>
                      <a:pt x="21" y="71"/>
                    </a:lnTo>
                    <a:lnTo>
                      <a:pt x="19" y="71"/>
                    </a:lnTo>
                    <a:lnTo>
                      <a:pt x="19" y="69"/>
                    </a:lnTo>
                    <a:lnTo>
                      <a:pt x="19" y="69"/>
                    </a:lnTo>
                    <a:lnTo>
                      <a:pt x="19" y="69"/>
                    </a:lnTo>
                    <a:lnTo>
                      <a:pt x="19" y="69"/>
                    </a:lnTo>
                    <a:lnTo>
                      <a:pt x="19" y="66"/>
                    </a:lnTo>
                    <a:lnTo>
                      <a:pt x="17" y="66"/>
                    </a:lnTo>
                    <a:lnTo>
                      <a:pt x="17" y="66"/>
                    </a:lnTo>
                    <a:lnTo>
                      <a:pt x="17" y="66"/>
                    </a:lnTo>
                    <a:lnTo>
                      <a:pt x="17" y="66"/>
                    </a:lnTo>
                    <a:lnTo>
                      <a:pt x="17" y="66"/>
                    </a:lnTo>
                    <a:lnTo>
                      <a:pt x="17" y="64"/>
                    </a:lnTo>
                    <a:lnTo>
                      <a:pt x="14" y="64"/>
                    </a:lnTo>
                    <a:lnTo>
                      <a:pt x="14" y="64"/>
                    </a:lnTo>
                    <a:lnTo>
                      <a:pt x="14" y="61"/>
                    </a:lnTo>
                    <a:lnTo>
                      <a:pt x="14" y="61"/>
                    </a:lnTo>
                    <a:lnTo>
                      <a:pt x="14" y="59"/>
                    </a:lnTo>
                    <a:lnTo>
                      <a:pt x="14" y="59"/>
                    </a:lnTo>
                    <a:lnTo>
                      <a:pt x="17" y="59"/>
                    </a:lnTo>
                    <a:lnTo>
                      <a:pt x="17" y="57"/>
                    </a:lnTo>
                    <a:lnTo>
                      <a:pt x="14" y="57"/>
                    </a:lnTo>
                    <a:lnTo>
                      <a:pt x="14" y="57"/>
                    </a:lnTo>
                    <a:lnTo>
                      <a:pt x="14" y="57"/>
                    </a:lnTo>
                    <a:lnTo>
                      <a:pt x="17" y="57"/>
                    </a:lnTo>
                    <a:lnTo>
                      <a:pt x="17" y="57"/>
                    </a:lnTo>
                    <a:lnTo>
                      <a:pt x="17" y="54"/>
                    </a:lnTo>
                    <a:lnTo>
                      <a:pt x="17" y="54"/>
                    </a:lnTo>
                    <a:lnTo>
                      <a:pt x="17" y="54"/>
                    </a:lnTo>
                    <a:lnTo>
                      <a:pt x="17" y="54"/>
                    </a:lnTo>
                    <a:lnTo>
                      <a:pt x="17" y="52"/>
                    </a:lnTo>
                    <a:lnTo>
                      <a:pt x="17" y="52"/>
                    </a:lnTo>
                    <a:lnTo>
                      <a:pt x="17" y="52"/>
                    </a:lnTo>
                    <a:lnTo>
                      <a:pt x="14" y="52"/>
                    </a:lnTo>
                    <a:lnTo>
                      <a:pt x="14" y="50"/>
                    </a:lnTo>
                    <a:lnTo>
                      <a:pt x="14" y="50"/>
                    </a:lnTo>
                    <a:lnTo>
                      <a:pt x="14" y="52"/>
                    </a:lnTo>
                    <a:lnTo>
                      <a:pt x="12" y="52"/>
                    </a:lnTo>
                    <a:lnTo>
                      <a:pt x="12" y="50"/>
                    </a:lnTo>
                    <a:lnTo>
                      <a:pt x="12" y="50"/>
                    </a:lnTo>
                    <a:lnTo>
                      <a:pt x="12" y="50"/>
                    </a:lnTo>
                    <a:lnTo>
                      <a:pt x="12" y="52"/>
                    </a:lnTo>
                    <a:lnTo>
                      <a:pt x="10" y="52"/>
                    </a:lnTo>
                    <a:lnTo>
                      <a:pt x="10" y="52"/>
                    </a:lnTo>
                    <a:lnTo>
                      <a:pt x="10" y="52"/>
                    </a:lnTo>
                    <a:lnTo>
                      <a:pt x="10" y="50"/>
                    </a:lnTo>
                    <a:lnTo>
                      <a:pt x="7" y="50"/>
                    </a:lnTo>
                    <a:lnTo>
                      <a:pt x="7" y="52"/>
                    </a:lnTo>
                    <a:lnTo>
                      <a:pt x="7" y="52"/>
                    </a:lnTo>
                    <a:lnTo>
                      <a:pt x="7" y="50"/>
                    </a:lnTo>
                    <a:lnTo>
                      <a:pt x="5" y="50"/>
                    </a:lnTo>
                    <a:lnTo>
                      <a:pt x="5" y="50"/>
                    </a:lnTo>
                    <a:lnTo>
                      <a:pt x="5" y="47"/>
                    </a:lnTo>
                    <a:lnTo>
                      <a:pt x="5" y="47"/>
                    </a:lnTo>
                    <a:lnTo>
                      <a:pt x="5" y="47"/>
                    </a:lnTo>
                    <a:lnTo>
                      <a:pt x="5" y="47"/>
                    </a:lnTo>
                    <a:lnTo>
                      <a:pt x="3" y="47"/>
                    </a:lnTo>
                    <a:lnTo>
                      <a:pt x="3" y="47"/>
                    </a:lnTo>
                    <a:lnTo>
                      <a:pt x="3" y="47"/>
                    </a:lnTo>
                    <a:lnTo>
                      <a:pt x="3" y="47"/>
                    </a:lnTo>
                    <a:lnTo>
                      <a:pt x="0" y="47"/>
                    </a:lnTo>
                    <a:lnTo>
                      <a:pt x="0" y="45"/>
                    </a:lnTo>
                    <a:lnTo>
                      <a:pt x="0" y="45"/>
                    </a:lnTo>
                    <a:lnTo>
                      <a:pt x="0" y="45"/>
                    </a:lnTo>
                    <a:lnTo>
                      <a:pt x="0" y="45"/>
                    </a:lnTo>
                    <a:lnTo>
                      <a:pt x="3" y="45"/>
                    </a:lnTo>
                    <a:lnTo>
                      <a:pt x="3" y="42"/>
                    </a:lnTo>
                    <a:lnTo>
                      <a:pt x="3" y="42"/>
                    </a:lnTo>
                    <a:lnTo>
                      <a:pt x="3" y="42"/>
                    </a:lnTo>
                    <a:lnTo>
                      <a:pt x="3" y="40"/>
                    </a:lnTo>
                    <a:lnTo>
                      <a:pt x="3" y="40"/>
                    </a:lnTo>
                    <a:lnTo>
                      <a:pt x="3" y="40"/>
                    </a:lnTo>
                    <a:lnTo>
                      <a:pt x="3" y="38"/>
                    </a:lnTo>
                    <a:lnTo>
                      <a:pt x="0" y="38"/>
                    </a:lnTo>
                    <a:lnTo>
                      <a:pt x="0" y="38"/>
                    </a:lnTo>
                    <a:lnTo>
                      <a:pt x="3" y="38"/>
                    </a:lnTo>
                    <a:lnTo>
                      <a:pt x="3" y="38"/>
                    </a:lnTo>
                    <a:lnTo>
                      <a:pt x="3" y="38"/>
                    </a:lnTo>
                    <a:lnTo>
                      <a:pt x="3" y="38"/>
                    </a:lnTo>
                    <a:lnTo>
                      <a:pt x="5" y="38"/>
                    </a:lnTo>
                    <a:lnTo>
                      <a:pt x="5" y="38"/>
                    </a:lnTo>
                    <a:lnTo>
                      <a:pt x="5" y="35"/>
                    </a:lnTo>
                    <a:lnTo>
                      <a:pt x="5" y="35"/>
                    </a:lnTo>
                    <a:lnTo>
                      <a:pt x="7" y="35"/>
                    </a:lnTo>
                    <a:lnTo>
                      <a:pt x="7" y="35"/>
                    </a:lnTo>
                    <a:lnTo>
                      <a:pt x="7" y="35"/>
                    </a:lnTo>
                    <a:lnTo>
                      <a:pt x="7" y="35"/>
                    </a:lnTo>
                    <a:lnTo>
                      <a:pt x="10" y="35"/>
                    </a:lnTo>
                    <a:lnTo>
                      <a:pt x="10" y="35"/>
                    </a:lnTo>
                    <a:lnTo>
                      <a:pt x="10" y="35"/>
                    </a:lnTo>
                    <a:lnTo>
                      <a:pt x="10" y="35"/>
                    </a:lnTo>
                    <a:lnTo>
                      <a:pt x="10" y="35"/>
                    </a:lnTo>
                    <a:lnTo>
                      <a:pt x="12" y="35"/>
                    </a:lnTo>
                    <a:lnTo>
                      <a:pt x="12" y="38"/>
                    </a:lnTo>
                    <a:lnTo>
                      <a:pt x="12" y="38"/>
                    </a:lnTo>
                    <a:lnTo>
                      <a:pt x="12" y="38"/>
                    </a:lnTo>
                    <a:lnTo>
                      <a:pt x="14" y="38"/>
                    </a:lnTo>
                    <a:lnTo>
                      <a:pt x="14" y="38"/>
                    </a:lnTo>
                    <a:lnTo>
                      <a:pt x="17" y="38"/>
                    </a:lnTo>
                    <a:lnTo>
                      <a:pt x="17" y="38"/>
                    </a:lnTo>
                    <a:lnTo>
                      <a:pt x="17" y="38"/>
                    </a:lnTo>
                    <a:lnTo>
                      <a:pt x="17" y="38"/>
                    </a:lnTo>
                    <a:lnTo>
                      <a:pt x="19" y="38"/>
                    </a:lnTo>
                    <a:lnTo>
                      <a:pt x="19" y="38"/>
                    </a:lnTo>
                    <a:lnTo>
                      <a:pt x="19" y="38"/>
                    </a:lnTo>
                    <a:lnTo>
                      <a:pt x="21" y="38"/>
                    </a:lnTo>
                    <a:lnTo>
                      <a:pt x="21" y="38"/>
                    </a:lnTo>
                    <a:lnTo>
                      <a:pt x="24" y="38"/>
                    </a:lnTo>
                    <a:lnTo>
                      <a:pt x="24" y="38"/>
                    </a:lnTo>
                    <a:lnTo>
                      <a:pt x="24" y="38"/>
                    </a:lnTo>
                    <a:lnTo>
                      <a:pt x="24" y="38"/>
                    </a:lnTo>
                    <a:lnTo>
                      <a:pt x="26" y="38"/>
                    </a:lnTo>
                    <a:lnTo>
                      <a:pt x="26" y="35"/>
                    </a:lnTo>
                    <a:lnTo>
                      <a:pt x="26" y="35"/>
                    </a:lnTo>
                    <a:lnTo>
                      <a:pt x="26" y="35"/>
                    </a:lnTo>
                    <a:lnTo>
                      <a:pt x="26" y="33"/>
                    </a:lnTo>
                    <a:lnTo>
                      <a:pt x="26" y="33"/>
                    </a:lnTo>
                    <a:lnTo>
                      <a:pt x="26" y="33"/>
                    </a:lnTo>
                    <a:lnTo>
                      <a:pt x="26" y="33"/>
                    </a:lnTo>
                    <a:lnTo>
                      <a:pt x="26" y="31"/>
                    </a:lnTo>
                    <a:lnTo>
                      <a:pt x="29" y="31"/>
                    </a:lnTo>
                    <a:lnTo>
                      <a:pt x="29" y="31"/>
                    </a:lnTo>
                    <a:lnTo>
                      <a:pt x="29" y="28"/>
                    </a:lnTo>
                    <a:lnTo>
                      <a:pt x="29" y="28"/>
                    </a:lnTo>
                    <a:lnTo>
                      <a:pt x="29" y="28"/>
                    </a:lnTo>
                    <a:lnTo>
                      <a:pt x="29" y="31"/>
                    </a:lnTo>
                    <a:lnTo>
                      <a:pt x="31" y="31"/>
                    </a:lnTo>
                    <a:lnTo>
                      <a:pt x="31" y="28"/>
                    </a:lnTo>
                    <a:lnTo>
                      <a:pt x="31" y="28"/>
                    </a:lnTo>
                    <a:lnTo>
                      <a:pt x="31" y="28"/>
                    </a:lnTo>
                    <a:lnTo>
                      <a:pt x="33" y="28"/>
                    </a:lnTo>
                    <a:lnTo>
                      <a:pt x="33" y="28"/>
                    </a:lnTo>
                    <a:lnTo>
                      <a:pt x="31" y="28"/>
                    </a:lnTo>
                    <a:lnTo>
                      <a:pt x="31" y="28"/>
                    </a:lnTo>
                    <a:lnTo>
                      <a:pt x="31" y="2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0" name="Freeform 38"/>
              <p:cNvSpPr>
                <a:spLocks/>
              </p:cNvSpPr>
              <p:nvPr/>
            </p:nvSpPr>
            <p:spPr bwMode="auto">
              <a:xfrm>
                <a:off x="2277" y="1713"/>
                <a:ext cx="166" cy="111"/>
              </a:xfrm>
              <a:custGeom>
                <a:avLst/>
                <a:gdLst/>
                <a:ahLst/>
                <a:cxnLst>
                  <a:cxn ang="0">
                    <a:pos x="29" y="23"/>
                  </a:cxn>
                  <a:cxn ang="0">
                    <a:pos x="31" y="21"/>
                  </a:cxn>
                  <a:cxn ang="0">
                    <a:pos x="43" y="16"/>
                  </a:cxn>
                  <a:cxn ang="0">
                    <a:pos x="43" y="7"/>
                  </a:cxn>
                  <a:cxn ang="0">
                    <a:pos x="52" y="7"/>
                  </a:cxn>
                  <a:cxn ang="0">
                    <a:pos x="64" y="5"/>
                  </a:cxn>
                  <a:cxn ang="0">
                    <a:pos x="71" y="5"/>
                  </a:cxn>
                  <a:cxn ang="0">
                    <a:pos x="69" y="12"/>
                  </a:cxn>
                  <a:cxn ang="0">
                    <a:pos x="69" y="19"/>
                  </a:cxn>
                  <a:cxn ang="0">
                    <a:pos x="74" y="21"/>
                  </a:cxn>
                  <a:cxn ang="0">
                    <a:pos x="66" y="28"/>
                  </a:cxn>
                  <a:cxn ang="0">
                    <a:pos x="59" y="21"/>
                  </a:cxn>
                  <a:cxn ang="0">
                    <a:pos x="47" y="23"/>
                  </a:cxn>
                  <a:cxn ang="0">
                    <a:pos x="43" y="28"/>
                  </a:cxn>
                  <a:cxn ang="0">
                    <a:pos x="47" y="38"/>
                  </a:cxn>
                  <a:cxn ang="0">
                    <a:pos x="57" y="38"/>
                  </a:cxn>
                  <a:cxn ang="0">
                    <a:pos x="69" y="38"/>
                  </a:cxn>
                  <a:cxn ang="0">
                    <a:pos x="78" y="40"/>
                  </a:cxn>
                  <a:cxn ang="0">
                    <a:pos x="90" y="38"/>
                  </a:cxn>
                  <a:cxn ang="0">
                    <a:pos x="97" y="45"/>
                  </a:cxn>
                  <a:cxn ang="0">
                    <a:pos x="104" y="47"/>
                  </a:cxn>
                  <a:cxn ang="0">
                    <a:pos x="114" y="42"/>
                  </a:cxn>
                  <a:cxn ang="0">
                    <a:pos x="126" y="42"/>
                  </a:cxn>
                  <a:cxn ang="0">
                    <a:pos x="135" y="45"/>
                  </a:cxn>
                  <a:cxn ang="0">
                    <a:pos x="137" y="54"/>
                  </a:cxn>
                  <a:cxn ang="0">
                    <a:pos x="142" y="64"/>
                  </a:cxn>
                  <a:cxn ang="0">
                    <a:pos x="152" y="61"/>
                  </a:cxn>
                  <a:cxn ang="0">
                    <a:pos x="159" y="66"/>
                  </a:cxn>
                  <a:cxn ang="0">
                    <a:pos x="163" y="80"/>
                  </a:cxn>
                  <a:cxn ang="0">
                    <a:pos x="166" y="90"/>
                  </a:cxn>
                  <a:cxn ang="0">
                    <a:pos x="159" y="92"/>
                  </a:cxn>
                  <a:cxn ang="0">
                    <a:pos x="147" y="92"/>
                  </a:cxn>
                  <a:cxn ang="0">
                    <a:pos x="135" y="97"/>
                  </a:cxn>
                  <a:cxn ang="0">
                    <a:pos x="128" y="90"/>
                  </a:cxn>
                  <a:cxn ang="0">
                    <a:pos x="118" y="97"/>
                  </a:cxn>
                  <a:cxn ang="0">
                    <a:pos x="109" y="102"/>
                  </a:cxn>
                  <a:cxn ang="0">
                    <a:pos x="97" y="109"/>
                  </a:cxn>
                  <a:cxn ang="0">
                    <a:pos x="90" y="106"/>
                  </a:cxn>
                  <a:cxn ang="0">
                    <a:pos x="88" y="92"/>
                  </a:cxn>
                  <a:cxn ang="0">
                    <a:pos x="90" y="78"/>
                  </a:cxn>
                  <a:cxn ang="0">
                    <a:pos x="85" y="73"/>
                  </a:cxn>
                  <a:cxn ang="0">
                    <a:pos x="78" y="66"/>
                  </a:cxn>
                  <a:cxn ang="0">
                    <a:pos x="69" y="69"/>
                  </a:cxn>
                  <a:cxn ang="0">
                    <a:pos x="62" y="78"/>
                  </a:cxn>
                  <a:cxn ang="0">
                    <a:pos x="59" y="87"/>
                  </a:cxn>
                  <a:cxn ang="0">
                    <a:pos x="47" y="87"/>
                  </a:cxn>
                  <a:cxn ang="0">
                    <a:pos x="43" y="97"/>
                  </a:cxn>
                  <a:cxn ang="0">
                    <a:pos x="33" y="95"/>
                  </a:cxn>
                  <a:cxn ang="0">
                    <a:pos x="24" y="97"/>
                  </a:cxn>
                  <a:cxn ang="0">
                    <a:pos x="12" y="104"/>
                  </a:cxn>
                  <a:cxn ang="0">
                    <a:pos x="10" y="92"/>
                  </a:cxn>
                  <a:cxn ang="0">
                    <a:pos x="14" y="80"/>
                  </a:cxn>
                  <a:cxn ang="0">
                    <a:pos x="21" y="71"/>
                  </a:cxn>
                  <a:cxn ang="0">
                    <a:pos x="14" y="61"/>
                  </a:cxn>
                  <a:cxn ang="0">
                    <a:pos x="17" y="52"/>
                  </a:cxn>
                  <a:cxn ang="0">
                    <a:pos x="7" y="50"/>
                  </a:cxn>
                  <a:cxn ang="0">
                    <a:pos x="3" y="42"/>
                  </a:cxn>
                  <a:cxn ang="0">
                    <a:pos x="7" y="35"/>
                  </a:cxn>
                  <a:cxn ang="0">
                    <a:pos x="17" y="38"/>
                  </a:cxn>
                  <a:cxn ang="0">
                    <a:pos x="26" y="33"/>
                  </a:cxn>
                  <a:cxn ang="0">
                    <a:pos x="31" y="28"/>
                  </a:cxn>
                </a:cxnLst>
                <a:rect l="0" t="0" r="r" b="b"/>
                <a:pathLst>
                  <a:path w="166" h="111">
                    <a:moveTo>
                      <a:pt x="31" y="28"/>
                    </a:moveTo>
                    <a:lnTo>
                      <a:pt x="31" y="26"/>
                    </a:lnTo>
                    <a:lnTo>
                      <a:pt x="31" y="26"/>
                    </a:lnTo>
                    <a:lnTo>
                      <a:pt x="31" y="26"/>
                    </a:lnTo>
                    <a:lnTo>
                      <a:pt x="31" y="23"/>
                    </a:lnTo>
                    <a:lnTo>
                      <a:pt x="33" y="23"/>
                    </a:lnTo>
                    <a:lnTo>
                      <a:pt x="33" y="23"/>
                    </a:lnTo>
                    <a:lnTo>
                      <a:pt x="36" y="23"/>
                    </a:lnTo>
                    <a:lnTo>
                      <a:pt x="36" y="23"/>
                    </a:lnTo>
                    <a:lnTo>
                      <a:pt x="36" y="21"/>
                    </a:lnTo>
                    <a:lnTo>
                      <a:pt x="33" y="21"/>
                    </a:lnTo>
                    <a:lnTo>
                      <a:pt x="33" y="21"/>
                    </a:lnTo>
                    <a:lnTo>
                      <a:pt x="31" y="21"/>
                    </a:lnTo>
                    <a:lnTo>
                      <a:pt x="31" y="23"/>
                    </a:lnTo>
                    <a:lnTo>
                      <a:pt x="31" y="23"/>
                    </a:lnTo>
                    <a:lnTo>
                      <a:pt x="31" y="23"/>
                    </a:lnTo>
                    <a:lnTo>
                      <a:pt x="29" y="23"/>
                    </a:lnTo>
                    <a:lnTo>
                      <a:pt x="29" y="23"/>
                    </a:lnTo>
                    <a:lnTo>
                      <a:pt x="29" y="23"/>
                    </a:lnTo>
                    <a:lnTo>
                      <a:pt x="29" y="23"/>
                    </a:lnTo>
                    <a:lnTo>
                      <a:pt x="26" y="23"/>
                    </a:lnTo>
                    <a:lnTo>
                      <a:pt x="26" y="23"/>
                    </a:lnTo>
                    <a:lnTo>
                      <a:pt x="26" y="23"/>
                    </a:lnTo>
                    <a:lnTo>
                      <a:pt x="24" y="23"/>
                    </a:lnTo>
                    <a:lnTo>
                      <a:pt x="24" y="21"/>
                    </a:lnTo>
                    <a:lnTo>
                      <a:pt x="26" y="21"/>
                    </a:lnTo>
                    <a:lnTo>
                      <a:pt x="26" y="21"/>
                    </a:lnTo>
                    <a:lnTo>
                      <a:pt x="29" y="21"/>
                    </a:lnTo>
                    <a:lnTo>
                      <a:pt x="29" y="21"/>
                    </a:lnTo>
                    <a:lnTo>
                      <a:pt x="29" y="21"/>
                    </a:lnTo>
                    <a:lnTo>
                      <a:pt x="29" y="21"/>
                    </a:lnTo>
                    <a:lnTo>
                      <a:pt x="31" y="21"/>
                    </a:lnTo>
                    <a:lnTo>
                      <a:pt x="31" y="21"/>
                    </a:lnTo>
                    <a:lnTo>
                      <a:pt x="31" y="21"/>
                    </a:lnTo>
                    <a:lnTo>
                      <a:pt x="33" y="21"/>
                    </a:lnTo>
                    <a:lnTo>
                      <a:pt x="33" y="21"/>
                    </a:lnTo>
                    <a:lnTo>
                      <a:pt x="36" y="21"/>
                    </a:lnTo>
                    <a:lnTo>
                      <a:pt x="36" y="21"/>
                    </a:lnTo>
                    <a:lnTo>
                      <a:pt x="36" y="21"/>
                    </a:lnTo>
                    <a:lnTo>
                      <a:pt x="38" y="21"/>
                    </a:lnTo>
                    <a:lnTo>
                      <a:pt x="38" y="21"/>
                    </a:lnTo>
                    <a:lnTo>
                      <a:pt x="38" y="21"/>
                    </a:lnTo>
                    <a:lnTo>
                      <a:pt x="40" y="21"/>
                    </a:lnTo>
                    <a:lnTo>
                      <a:pt x="40" y="21"/>
                    </a:lnTo>
                    <a:lnTo>
                      <a:pt x="40" y="19"/>
                    </a:lnTo>
                    <a:lnTo>
                      <a:pt x="40" y="19"/>
                    </a:lnTo>
                    <a:lnTo>
                      <a:pt x="40" y="19"/>
                    </a:lnTo>
                    <a:lnTo>
                      <a:pt x="40" y="19"/>
                    </a:lnTo>
                    <a:lnTo>
                      <a:pt x="43" y="19"/>
                    </a:lnTo>
                    <a:lnTo>
                      <a:pt x="43" y="19"/>
                    </a:lnTo>
                    <a:lnTo>
                      <a:pt x="43" y="16"/>
                    </a:lnTo>
                    <a:lnTo>
                      <a:pt x="40" y="16"/>
                    </a:lnTo>
                    <a:lnTo>
                      <a:pt x="40" y="16"/>
                    </a:lnTo>
                    <a:lnTo>
                      <a:pt x="40" y="14"/>
                    </a:lnTo>
                    <a:lnTo>
                      <a:pt x="40" y="14"/>
                    </a:lnTo>
                    <a:lnTo>
                      <a:pt x="40" y="14"/>
                    </a:lnTo>
                    <a:lnTo>
                      <a:pt x="40" y="12"/>
                    </a:lnTo>
                    <a:lnTo>
                      <a:pt x="40" y="12"/>
                    </a:lnTo>
                    <a:lnTo>
                      <a:pt x="40" y="12"/>
                    </a:lnTo>
                    <a:lnTo>
                      <a:pt x="43" y="12"/>
                    </a:lnTo>
                    <a:lnTo>
                      <a:pt x="43" y="12"/>
                    </a:lnTo>
                    <a:lnTo>
                      <a:pt x="43" y="9"/>
                    </a:lnTo>
                    <a:lnTo>
                      <a:pt x="43" y="9"/>
                    </a:lnTo>
                    <a:lnTo>
                      <a:pt x="43" y="9"/>
                    </a:lnTo>
                    <a:lnTo>
                      <a:pt x="43" y="7"/>
                    </a:lnTo>
                    <a:lnTo>
                      <a:pt x="43" y="7"/>
                    </a:lnTo>
                    <a:lnTo>
                      <a:pt x="43" y="7"/>
                    </a:lnTo>
                    <a:lnTo>
                      <a:pt x="43" y="7"/>
                    </a:lnTo>
                    <a:lnTo>
                      <a:pt x="43" y="7"/>
                    </a:lnTo>
                    <a:lnTo>
                      <a:pt x="45" y="7"/>
                    </a:lnTo>
                    <a:lnTo>
                      <a:pt x="45" y="7"/>
                    </a:lnTo>
                    <a:lnTo>
                      <a:pt x="45" y="7"/>
                    </a:lnTo>
                    <a:lnTo>
                      <a:pt x="45" y="7"/>
                    </a:lnTo>
                    <a:lnTo>
                      <a:pt x="45" y="7"/>
                    </a:lnTo>
                    <a:lnTo>
                      <a:pt x="47" y="7"/>
                    </a:lnTo>
                    <a:lnTo>
                      <a:pt x="47" y="9"/>
                    </a:lnTo>
                    <a:lnTo>
                      <a:pt x="47" y="9"/>
                    </a:lnTo>
                    <a:lnTo>
                      <a:pt x="50" y="9"/>
                    </a:lnTo>
                    <a:lnTo>
                      <a:pt x="50" y="9"/>
                    </a:lnTo>
                    <a:lnTo>
                      <a:pt x="50" y="9"/>
                    </a:lnTo>
                    <a:lnTo>
                      <a:pt x="50" y="9"/>
                    </a:lnTo>
                    <a:lnTo>
                      <a:pt x="50" y="9"/>
                    </a:lnTo>
                    <a:lnTo>
                      <a:pt x="52" y="9"/>
                    </a:lnTo>
                    <a:lnTo>
                      <a:pt x="52" y="7"/>
                    </a:lnTo>
                    <a:lnTo>
                      <a:pt x="52" y="7"/>
                    </a:lnTo>
                    <a:lnTo>
                      <a:pt x="52" y="7"/>
                    </a:lnTo>
                    <a:lnTo>
                      <a:pt x="55" y="7"/>
                    </a:lnTo>
                    <a:lnTo>
                      <a:pt x="55" y="7"/>
                    </a:lnTo>
                    <a:lnTo>
                      <a:pt x="55" y="7"/>
                    </a:lnTo>
                    <a:lnTo>
                      <a:pt x="57" y="7"/>
                    </a:lnTo>
                    <a:lnTo>
                      <a:pt x="57" y="7"/>
                    </a:lnTo>
                    <a:lnTo>
                      <a:pt x="57" y="7"/>
                    </a:lnTo>
                    <a:lnTo>
                      <a:pt x="57" y="7"/>
                    </a:lnTo>
                    <a:lnTo>
                      <a:pt x="59" y="7"/>
                    </a:lnTo>
                    <a:lnTo>
                      <a:pt x="59" y="5"/>
                    </a:lnTo>
                    <a:lnTo>
                      <a:pt x="59" y="5"/>
                    </a:lnTo>
                    <a:lnTo>
                      <a:pt x="59" y="5"/>
                    </a:lnTo>
                    <a:lnTo>
                      <a:pt x="62" y="5"/>
                    </a:lnTo>
                    <a:lnTo>
                      <a:pt x="62" y="5"/>
                    </a:lnTo>
                    <a:lnTo>
                      <a:pt x="62" y="5"/>
                    </a:lnTo>
                    <a:lnTo>
                      <a:pt x="64" y="5"/>
                    </a:lnTo>
                    <a:lnTo>
                      <a:pt x="64" y="5"/>
                    </a:lnTo>
                    <a:lnTo>
                      <a:pt x="64" y="2"/>
                    </a:lnTo>
                    <a:lnTo>
                      <a:pt x="64" y="2"/>
                    </a:lnTo>
                    <a:lnTo>
                      <a:pt x="64" y="2"/>
                    </a:lnTo>
                    <a:lnTo>
                      <a:pt x="64" y="0"/>
                    </a:lnTo>
                    <a:lnTo>
                      <a:pt x="64" y="0"/>
                    </a:lnTo>
                    <a:lnTo>
                      <a:pt x="66" y="0"/>
                    </a:lnTo>
                    <a:lnTo>
                      <a:pt x="66" y="0"/>
                    </a:lnTo>
                    <a:lnTo>
                      <a:pt x="66" y="0"/>
                    </a:lnTo>
                    <a:lnTo>
                      <a:pt x="69" y="0"/>
                    </a:lnTo>
                    <a:lnTo>
                      <a:pt x="69" y="2"/>
                    </a:lnTo>
                    <a:lnTo>
                      <a:pt x="69" y="2"/>
                    </a:lnTo>
                    <a:lnTo>
                      <a:pt x="69" y="2"/>
                    </a:lnTo>
                    <a:lnTo>
                      <a:pt x="69" y="2"/>
                    </a:lnTo>
                    <a:lnTo>
                      <a:pt x="69" y="5"/>
                    </a:lnTo>
                    <a:lnTo>
                      <a:pt x="71" y="5"/>
                    </a:lnTo>
                    <a:lnTo>
                      <a:pt x="71" y="5"/>
                    </a:lnTo>
                    <a:lnTo>
                      <a:pt x="71" y="5"/>
                    </a:lnTo>
                    <a:lnTo>
                      <a:pt x="71" y="7"/>
                    </a:lnTo>
                    <a:lnTo>
                      <a:pt x="71" y="7"/>
                    </a:lnTo>
                    <a:lnTo>
                      <a:pt x="71" y="7"/>
                    </a:lnTo>
                    <a:lnTo>
                      <a:pt x="71" y="7"/>
                    </a:lnTo>
                    <a:lnTo>
                      <a:pt x="71" y="7"/>
                    </a:lnTo>
                    <a:lnTo>
                      <a:pt x="74" y="7"/>
                    </a:lnTo>
                    <a:lnTo>
                      <a:pt x="74" y="7"/>
                    </a:lnTo>
                    <a:lnTo>
                      <a:pt x="71" y="7"/>
                    </a:lnTo>
                    <a:lnTo>
                      <a:pt x="71" y="9"/>
                    </a:lnTo>
                    <a:lnTo>
                      <a:pt x="71" y="9"/>
                    </a:lnTo>
                    <a:lnTo>
                      <a:pt x="71" y="9"/>
                    </a:lnTo>
                    <a:lnTo>
                      <a:pt x="71" y="9"/>
                    </a:lnTo>
                    <a:lnTo>
                      <a:pt x="69" y="9"/>
                    </a:lnTo>
                    <a:lnTo>
                      <a:pt x="69" y="12"/>
                    </a:lnTo>
                    <a:lnTo>
                      <a:pt x="69" y="12"/>
                    </a:lnTo>
                    <a:lnTo>
                      <a:pt x="69" y="12"/>
                    </a:lnTo>
                    <a:lnTo>
                      <a:pt x="69" y="12"/>
                    </a:lnTo>
                    <a:lnTo>
                      <a:pt x="66" y="12"/>
                    </a:lnTo>
                    <a:lnTo>
                      <a:pt x="66" y="14"/>
                    </a:lnTo>
                    <a:lnTo>
                      <a:pt x="66" y="14"/>
                    </a:lnTo>
                    <a:lnTo>
                      <a:pt x="64" y="14"/>
                    </a:lnTo>
                    <a:lnTo>
                      <a:pt x="64" y="14"/>
                    </a:lnTo>
                    <a:lnTo>
                      <a:pt x="64" y="14"/>
                    </a:lnTo>
                    <a:lnTo>
                      <a:pt x="64" y="14"/>
                    </a:lnTo>
                    <a:lnTo>
                      <a:pt x="64" y="16"/>
                    </a:lnTo>
                    <a:lnTo>
                      <a:pt x="64" y="16"/>
                    </a:lnTo>
                    <a:lnTo>
                      <a:pt x="64" y="16"/>
                    </a:lnTo>
                    <a:lnTo>
                      <a:pt x="64" y="16"/>
                    </a:lnTo>
                    <a:lnTo>
                      <a:pt x="66" y="16"/>
                    </a:lnTo>
                    <a:lnTo>
                      <a:pt x="66" y="16"/>
                    </a:lnTo>
                    <a:lnTo>
                      <a:pt x="69" y="16"/>
                    </a:lnTo>
                    <a:lnTo>
                      <a:pt x="69" y="19"/>
                    </a:lnTo>
                    <a:lnTo>
                      <a:pt x="69" y="19"/>
                    </a:lnTo>
                    <a:lnTo>
                      <a:pt x="69" y="19"/>
                    </a:lnTo>
                    <a:lnTo>
                      <a:pt x="69" y="19"/>
                    </a:lnTo>
                    <a:lnTo>
                      <a:pt x="69" y="21"/>
                    </a:lnTo>
                    <a:lnTo>
                      <a:pt x="69" y="21"/>
                    </a:lnTo>
                    <a:lnTo>
                      <a:pt x="69" y="21"/>
                    </a:lnTo>
                    <a:lnTo>
                      <a:pt x="71" y="21"/>
                    </a:lnTo>
                    <a:lnTo>
                      <a:pt x="71" y="21"/>
                    </a:lnTo>
                    <a:lnTo>
                      <a:pt x="71" y="21"/>
                    </a:lnTo>
                    <a:lnTo>
                      <a:pt x="74" y="21"/>
                    </a:lnTo>
                    <a:lnTo>
                      <a:pt x="74" y="21"/>
                    </a:lnTo>
                    <a:lnTo>
                      <a:pt x="74" y="21"/>
                    </a:lnTo>
                    <a:lnTo>
                      <a:pt x="76" y="21"/>
                    </a:lnTo>
                    <a:lnTo>
                      <a:pt x="76" y="21"/>
                    </a:lnTo>
                    <a:lnTo>
                      <a:pt x="76" y="21"/>
                    </a:lnTo>
                    <a:lnTo>
                      <a:pt x="76" y="21"/>
                    </a:lnTo>
                    <a:lnTo>
                      <a:pt x="76" y="21"/>
                    </a:lnTo>
                    <a:lnTo>
                      <a:pt x="76" y="21"/>
                    </a:lnTo>
                    <a:lnTo>
                      <a:pt x="74" y="21"/>
                    </a:lnTo>
                    <a:lnTo>
                      <a:pt x="74" y="23"/>
                    </a:lnTo>
                    <a:lnTo>
                      <a:pt x="74" y="23"/>
                    </a:lnTo>
                    <a:lnTo>
                      <a:pt x="74" y="23"/>
                    </a:lnTo>
                    <a:lnTo>
                      <a:pt x="71" y="23"/>
                    </a:lnTo>
                    <a:lnTo>
                      <a:pt x="71" y="23"/>
                    </a:lnTo>
                    <a:lnTo>
                      <a:pt x="71" y="23"/>
                    </a:lnTo>
                    <a:lnTo>
                      <a:pt x="71" y="26"/>
                    </a:lnTo>
                    <a:lnTo>
                      <a:pt x="71" y="26"/>
                    </a:lnTo>
                    <a:lnTo>
                      <a:pt x="69" y="26"/>
                    </a:lnTo>
                    <a:lnTo>
                      <a:pt x="69" y="28"/>
                    </a:lnTo>
                    <a:lnTo>
                      <a:pt x="69" y="28"/>
                    </a:lnTo>
                    <a:lnTo>
                      <a:pt x="69" y="28"/>
                    </a:lnTo>
                    <a:lnTo>
                      <a:pt x="69" y="28"/>
                    </a:lnTo>
                    <a:lnTo>
                      <a:pt x="66" y="28"/>
                    </a:lnTo>
                    <a:lnTo>
                      <a:pt x="66" y="28"/>
                    </a:lnTo>
                    <a:lnTo>
                      <a:pt x="66" y="28"/>
                    </a:lnTo>
                    <a:lnTo>
                      <a:pt x="66" y="28"/>
                    </a:lnTo>
                    <a:lnTo>
                      <a:pt x="66" y="26"/>
                    </a:lnTo>
                    <a:lnTo>
                      <a:pt x="69" y="26"/>
                    </a:lnTo>
                    <a:lnTo>
                      <a:pt x="69" y="26"/>
                    </a:lnTo>
                    <a:lnTo>
                      <a:pt x="66" y="26"/>
                    </a:lnTo>
                    <a:lnTo>
                      <a:pt x="66" y="26"/>
                    </a:lnTo>
                    <a:lnTo>
                      <a:pt x="64" y="26"/>
                    </a:lnTo>
                    <a:lnTo>
                      <a:pt x="64" y="23"/>
                    </a:lnTo>
                    <a:lnTo>
                      <a:pt x="64" y="23"/>
                    </a:lnTo>
                    <a:lnTo>
                      <a:pt x="64" y="23"/>
                    </a:lnTo>
                    <a:lnTo>
                      <a:pt x="64" y="23"/>
                    </a:lnTo>
                    <a:lnTo>
                      <a:pt x="62" y="23"/>
                    </a:lnTo>
                    <a:lnTo>
                      <a:pt x="62" y="23"/>
                    </a:lnTo>
                    <a:lnTo>
                      <a:pt x="59" y="23"/>
                    </a:lnTo>
                    <a:lnTo>
                      <a:pt x="59" y="23"/>
                    </a:lnTo>
                    <a:lnTo>
                      <a:pt x="59" y="21"/>
                    </a:lnTo>
                    <a:lnTo>
                      <a:pt x="59" y="21"/>
                    </a:lnTo>
                    <a:lnTo>
                      <a:pt x="59" y="21"/>
                    </a:lnTo>
                    <a:lnTo>
                      <a:pt x="57" y="21"/>
                    </a:lnTo>
                    <a:lnTo>
                      <a:pt x="57" y="21"/>
                    </a:lnTo>
                    <a:lnTo>
                      <a:pt x="57" y="19"/>
                    </a:lnTo>
                    <a:lnTo>
                      <a:pt x="57" y="19"/>
                    </a:lnTo>
                    <a:lnTo>
                      <a:pt x="57" y="21"/>
                    </a:lnTo>
                    <a:lnTo>
                      <a:pt x="55" y="21"/>
                    </a:lnTo>
                    <a:lnTo>
                      <a:pt x="55" y="21"/>
                    </a:lnTo>
                    <a:lnTo>
                      <a:pt x="55" y="21"/>
                    </a:lnTo>
                    <a:lnTo>
                      <a:pt x="52" y="21"/>
                    </a:lnTo>
                    <a:lnTo>
                      <a:pt x="52" y="21"/>
                    </a:lnTo>
                    <a:lnTo>
                      <a:pt x="52" y="21"/>
                    </a:lnTo>
                    <a:lnTo>
                      <a:pt x="50" y="21"/>
                    </a:lnTo>
                    <a:lnTo>
                      <a:pt x="50" y="23"/>
                    </a:lnTo>
                    <a:lnTo>
                      <a:pt x="50" y="23"/>
                    </a:lnTo>
                    <a:lnTo>
                      <a:pt x="50" y="23"/>
                    </a:lnTo>
                    <a:lnTo>
                      <a:pt x="47" y="23"/>
                    </a:lnTo>
                    <a:lnTo>
                      <a:pt x="47" y="23"/>
                    </a:lnTo>
                    <a:lnTo>
                      <a:pt x="47" y="23"/>
                    </a:lnTo>
                    <a:lnTo>
                      <a:pt x="45" y="23"/>
                    </a:lnTo>
                    <a:lnTo>
                      <a:pt x="45" y="23"/>
                    </a:lnTo>
                    <a:lnTo>
                      <a:pt x="45" y="26"/>
                    </a:lnTo>
                    <a:lnTo>
                      <a:pt x="45" y="26"/>
                    </a:lnTo>
                    <a:lnTo>
                      <a:pt x="45" y="26"/>
                    </a:lnTo>
                    <a:lnTo>
                      <a:pt x="45" y="28"/>
                    </a:lnTo>
                    <a:lnTo>
                      <a:pt x="45" y="28"/>
                    </a:lnTo>
                    <a:lnTo>
                      <a:pt x="45" y="28"/>
                    </a:lnTo>
                    <a:lnTo>
                      <a:pt x="45" y="28"/>
                    </a:lnTo>
                    <a:lnTo>
                      <a:pt x="43" y="28"/>
                    </a:lnTo>
                    <a:lnTo>
                      <a:pt x="43" y="28"/>
                    </a:lnTo>
                    <a:lnTo>
                      <a:pt x="43" y="28"/>
                    </a:lnTo>
                    <a:lnTo>
                      <a:pt x="43" y="26"/>
                    </a:lnTo>
                    <a:lnTo>
                      <a:pt x="43" y="26"/>
                    </a:lnTo>
                    <a:lnTo>
                      <a:pt x="43" y="28"/>
                    </a:lnTo>
                    <a:lnTo>
                      <a:pt x="43" y="28"/>
                    </a:lnTo>
                    <a:lnTo>
                      <a:pt x="43" y="28"/>
                    </a:lnTo>
                    <a:lnTo>
                      <a:pt x="40" y="28"/>
                    </a:lnTo>
                    <a:lnTo>
                      <a:pt x="40" y="31"/>
                    </a:lnTo>
                    <a:lnTo>
                      <a:pt x="40" y="31"/>
                    </a:lnTo>
                    <a:lnTo>
                      <a:pt x="40" y="33"/>
                    </a:lnTo>
                    <a:lnTo>
                      <a:pt x="40" y="33"/>
                    </a:lnTo>
                    <a:lnTo>
                      <a:pt x="43" y="33"/>
                    </a:lnTo>
                    <a:lnTo>
                      <a:pt x="43" y="35"/>
                    </a:lnTo>
                    <a:lnTo>
                      <a:pt x="43" y="35"/>
                    </a:lnTo>
                    <a:lnTo>
                      <a:pt x="43" y="38"/>
                    </a:lnTo>
                    <a:lnTo>
                      <a:pt x="43" y="38"/>
                    </a:lnTo>
                    <a:lnTo>
                      <a:pt x="43" y="38"/>
                    </a:lnTo>
                    <a:lnTo>
                      <a:pt x="43" y="38"/>
                    </a:lnTo>
                    <a:lnTo>
                      <a:pt x="45" y="38"/>
                    </a:lnTo>
                    <a:lnTo>
                      <a:pt x="45" y="38"/>
                    </a:lnTo>
                    <a:lnTo>
                      <a:pt x="45" y="38"/>
                    </a:lnTo>
                    <a:lnTo>
                      <a:pt x="47" y="38"/>
                    </a:lnTo>
                    <a:lnTo>
                      <a:pt x="47" y="38"/>
                    </a:lnTo>
                    <a:lnTo>
                      <a:pt x="47" y="38"/>
                    </a:lnTo>
                    <a:lnTo>
                      <a:pt x="50" y="38"/>
                    </a:lnTo>
                    <a:lnTo>
                      <a:pt x="50" y="38"/>
                    </a:lnTo>
                    <a:lnTo>
                      <a:pt x="50" y="38"/>
                    </a:lnTo>
                    <a:lnTo>
                      <a:pt x="52" y="38"/>
                    </a:lnTo>
                    <a:lnTo>
                      <a:pt x="52" y="38"/>
                    </a:lnTo>
                    <a:lnTo>
                      <a:pt x="52" y="38"/>
                    </a:lnTo>
                    <a:lnTo>
                      <a:pt x="52" y="38"/>
                    </a:lnTo>
                    <a:lnTo>
                      <a:pt x="55" y="38"/>
                    </a:lnTo>
                    <a:lnTo>
                      <a:pt x="55" y="38"/>
                    </a:lnTo>
                    <a:lnTo>
                      <a:pt x="55" y="38"/>
                    </a:lnTo>
                    <a:lnTo>
                      <a:pt x="55" y="38"/>
                    </a:lnTo>
                    <a:lnTo>
                      <a:pt x="57" y="38"/>
                    </a:lnTo>
                    <a:lnTo>
                      <a:pt x="57" y="38"/>
                    </a:lnTo>
                    <a:lnTo>
                      <a:pt x="57" y="38"/>
                    </a:lnTo>
                    <a:lnTo>
                      <a:pt x="57" y="38"/>
                    </a:lnTo>
                    <a:lnTo>
                      <a:pt x="59" y="38"/>
                    </a:lnTo>
                    <a:lnTo>
                      <a:pt x="59" y="38"/>
                    </a:lnTo>
                    <a:lnTo>
                      <a:pt x="59" y="38"/>
                    </a:lnTo>
                    <a:lnTo>
                      <a:pt x="62" y="38"/>
                    </a:lnTo>
                    <a:lnTo>
                      <a:pt x="62" y="38"/>
                    </a:lnTo>
                    <a:lnTo>
                      <a:pt x="62" y="38"/>
                    </a:lnTo>
                    <a:lnTo>
                      <a:pt x="64" y="38"/>
                    </a:lnTo>
                    <a:lnTo>
                      <a:pt x="64" y="38"/>
                    </a:lnTo>
                    <a:lnTo>
                      <a:pt x="64" y="38"/>
                    </a:lnTo>
                    <a:lnTo>
                      <a:pt x="64" y="38"/>
                    </a:lnTo>
                    <a:lnTo>
                      <a:pt x="66" y="38"/>
                    </a:lnTo>
                    <a:lnTo>
                      <a:pt x="66" y="38"/>
                    </a:lnTo>
                    <a:lnTo>
                      <a:pt x="66" y="35"/>
                    </a:lnTo>
                    <a:lnTo>
                      <a:pt x="69" y="35"/>
                    </a:lnTo>
                    <a:lnTo>
                      <a:pt x="69" y="38"/>
                    </a:lnTo>
                    <a:lnTo>
                      <a:pt x="69" y="38"/>
                    </a:lnTo>
                    <a:lnTo>
                      <a:pt x="69" y="38"/>
                    </a:lnTo>
                    <a:lnTo>
                      <a:pt x="71" y="38"/>
                    </a:lnTo>
                    <a:lnTo>
                      <a:pt x="71" y="38"/>
                    </a:lnTo>
                    <a:lnTo>
                      <a:pt x="71" y="38"/>
                    </a:lnTo>
                    <a:lnTo>
                      <a:pt x="71" y="38"/>
                    </a:lnTo>
                    <a:lnTo>
                      <a:pt x="71" y="38"/>
                    </a:lnTo>
                    <a:lnTo>
                      <a:pt x="71" y="40"/>
                    </a:lnTo>
                    <a:lnTo>
                      <a:pt x="71" y="40"/>
                    </a:lnTo>
                    <a:lnTo>
                      <a:pt x="71" y="42"/>
                    </a:lnTo>
                    <a:lnTo>
                      <a:pt x="74" y="42"/>
                    </a:lnTo>
                    <a:lnTo>
                      <a:pt x="74" y="42"/>
                    </a:lnTo>
                    <a:lnTo>
                      <a:pt x="76" y="42"/>
                    </a:lnTo>
                    <a:lnTo>
                      <a:pt x="76" y="42"/>
                    </a:lnTo>
                    <a:lnTo>
                      <a:pt x="76" y="42"/>
                    </a:lnTo>
                    <a:lnTo>
                      <a:pt x="76" y="40"/>
                    </a:lnTo>
                    <a:lnTo>
                      <a:pt x="78" y="40"/>
                    </a:lnTo>
                    <a:lnTo>
                      <a:pt x="78" y="40"/>
                    </a:lnTo>
                    <a:lnTo>
                      <a:pt x="78" y="40"/>
                    </a:lnTo>
                    <a:lnTo>
                      <a:pt x="78" y="40"/>
                    </a:lnTo>
                    <a:lnTo>
                      <a:pt x="78" y="38"/>
                    </a:lnTo>
                    <a:lnTo>
                      <a:pt x="81" y="38"/>
                    </a:lnTo>
                    <a:lnTo>
                      <a:pt x="81" y="38"/>
                    </a:lnTo>
                    <a:lnTo>
                      <a:pt x="83" y="38"/>
                    </a:lnTo>
                    <a:lnTo>
                      <a:pt x="83" y="38"/>
                    </a:lnTo>
                    <a:lnTo>
                      <a:pt x="83" y="38"/>
                    </a:lnTo>
                    <a:lnTo>
                      <a:pt x="83" y="38"/>
                    </a:lnTo>
                    <a:lnTo>
                      <a:pt x="85" y="38"/>
                    </a:lnTo>
                    <a:lnTo>
                      <a:pt x="85" y="38"/>
                    </a:lnTo>
                    <a:lnTo>
                      <a:pt x="85" y="38"/>
                    </a:lnTo>
                    <a:lnTo>
                      <a:pt x="85" y="38"/>
                    </a:lnTo>
                    <a:lnTo>
                      <a:pt x="88" y="38"/>
                    </a:lnTo>
                    <a:lnTo>
                      <a:pt x="88" y="38"/>
                    </a:lnTo>
                    <a:lnTo>
                      <a:pt x="90" y="38"/>
                    </a:lnTo>
                    <a:lnTo>
                      <a:pt x="90" y="38"/>
                    </a:lnTo>
                    <a:lnTo>
                      <a:pt x="90" y="38"/>
                    </a:lnTo>
                    <a:lnTo>
                      <a:pt x="90" y="40"/>
                    </a:lnTo>
                    <a:lnTo>
                      <a:pt x="90" y="40"/>
                    </a:lnTo>
                    <a:lnTo>
                      <a:pt x="90" y="40"/>
                    </a:lnTo>
                    <a:lnTo>
                      <a:pt x="92" y="40"/>
                    </a:lnTo>
                    <a:lnTo>
                      <a:pt x="92" y="40"/>
                    </a:lnTo>
                    <a:lnTo>
                      <a:pt x="92" y="40"/>
                    </a:lnTo>
                    <a:lnTo>
                      <a:pt x="95" y="40"/>
                    </a:lnTo>
                    <a:lnTo>
                      <a:pt x="95" y="40"/>
                    </a:lnTo>
                    <a:lnTo>
                      <a:pt x="95" y="42"/>
                    </a:lnTo>
                    <a:lnTo>
                      <a:pt x="92" y="42"/>
                    </a:lnTo>
                    <a:lnTo>
                      <a:pt x="92" y="42"/>
                    </a:lnTo>
                    <a:lnTo>
                      <a:pt x="92" y="45"/>
                    </a:lnTo>
                    <a:lnTo>
                      <a:pt x="95" y="45"/>
                    </a:lnTo>
                    <a:lnTo>
                      <a:pt x="95" y="45"/>
                    </a:lnTo>
                    <a:lnTo>
                      <a:pt x="95" y="45"/>
                    </a:lnTo>
                    <a:lnTo>
                      <a:pt x="95" y="45"/>
                    </a:lnTo>
                    <a:lnTo>
                      <a:pt x="97" y="45"/>
                    </a:lnTo>
                    <a:lnTo>
                      <a:pt x="97" y="45"/>
                    </a:lnTo>
                    <a:lnTo>
                      <a:pt x="97" y="45"/>
                    </a:lnTo>
                    <a:lnTo>
                      <a:pt x="97" y="42"/>
                    </a:lnTo>
                    <a:lnTo>
                      <a:pt x="100" y="42"/>
                    </a:lnTo>
                    <a:lnTo>
                      <a:pt x="100" y="42"/>
                    </a:lnTo>
                    <a:lnTo>
                      <a:pt x="100" y="42"/>
                    </a:lnTo>
                    <a:lnTo>
                      <a:pt x="100" y="42"/>
                    </a:lnTo>
                    <a:lnTo>
                      <a:pt x="102" y="42"/>
                    </a:lnTo>
                    <a:lnTo>
                      <a:pt x="102" y="45"/>
                    </a:lnTo>
                    <a:lnTo>
                      <a:pt x="102" y="45"/>
                    </a:lnTo>
                    <a:lnTo>
                      <a:pt x="102" y="45"/>
                    </a:lnTo>
                    <a:lnTo>
                      <a:pt x="102" y="45"/>
                    </a:lnTo>
                    <a:lnTo>
                      <a:pt x="104" y="45"/>
                    </a:lnTo>
                    <a:lnTo>
                      <a:pt x="104" y="47"/>
                    </a:lnTo>
                    <a:lnTo>
                      <a:pt x="104" y="47"/>
                    </a:lnTo>
                    <a:lnTo>
                      <a:pt x="104" y="47"/>
                    </a:lnTo>
                    <a:lnTo>
                      <a:pt x="104" y="47"/>
                    </a:lnTo>
                    <a:lnTo>
                      <a:pt x="104" y="47"/>
                    </a:lnTo>
                    <a:lnTo>
                      <a:pt x="104" y="45"/>
                    </a:lnTo>
                    <a:lnTo>
                      <a:pt x="104" y="45"/>
                    </a:lnTo>
                    <a:lnTo>
                      <a:pt x="107" y="45"/>
                    </a:lnTo>
                    <a:lnTo>
                      <a:pt x="107" y="42"/>
                    </a:lnTo>
                    <a:lnTo>
                      <a:pt x="107" y="42"/>
                    </a:lnTo>
                    <a:lnTo>
                      <a:pt x="109" y="42"/>
                    </a:lnTo>
                    <a:lnTo>
                      <a:pt x="109" y="42"/>
                    </a:lnTo>
                    <a:lnTo>
                      <a:pt x="109" y="42"/>
                    </a:lnTo>
                    <a:lnTo>
                      <a:pt x="109" y="42"/>
                    </a:lnTo>
                    <a:lnTo>
                      <a:pt x="111" y="42"/>
                    </a:lnTo>
                    <a:lnTo>
                      <a:pt x="111" y="42"/>
                    </a:lnTo>
                    <a:lnTo>
                      <a:pt x="111" y="42"/>
                    </a:lnTo>
                    <a:lnTo>
                      <a:pt x="111" y="42"/>
                    </a:lnTo>
                    <a:lnTo>
                      <a:pt x="111" y="42"/>
                    </a:lnTo>
                    <a:lnTo>
                      <a:pt x="114" y="42"/>
                    </a:lnTo>
                    <a:lnTo>
                      <a:pt x="114" y="42"/>
                    </a:lnTo>
                    <a:lnTo>
                      <a:pt x="116" y="42"/>
                    </a:lnTo>
                    <a:lnTo>
                      <a:pt x="116" y="42"/>
                    </a:lnTo>
                    <a:lnTo>
                      <a:pt x="116" y="42"/>
                    </a:lnTo>
                    <a:lnTo>
                      <a:pt x="116" y="42"/>
                    </a:lnTo>
                    <a:lnTo>
                      <a:pt x="118" y="42"/>
                    </a:lnTo>
                    <a:lnTo>
                      <a:pt x="118" y="45"/>
                    </a:lnTo>
                    <a:lnTo>
                      <a:pt x="118" y="45"/>
                    </a:lnTo>
                    <a:lnTo>
                      <a:pt x="118" y="42"/>
                    </a:lnTo>
                    <a:lnTo>
                      <a:pt x="118" y="42"/>
                    </a:lnTo>
                    <a:lnTo>
                      <a:pt x="121" y="42"/>
                    </a:lnTo>
                    <a:lnTo>
                      <a:pt x="121" y="42"/>
                    </a:lnTo>
                    <a:lnTo>
                      <a:pt x="123" y="42"/>
                    </a:lnTo>
                    <a:lnTo>
                      <a:pt x="123" y="42"/>
                    </a:lnTo>
                    <a:lnTo>
                      <a:pt x="123" y="42"/>
                    </a:lnTo>
                    <a:lnTo>
                      <a:pt x="123" y="42"/>
                    </a:lnTo>
                    <a:lnTo>
                      <a:pt x="126" y="42"/>
                    </a:lnTo>
                    <a:lnTo>
                      <a:pt x="126" y="42"/>
                    </a:lnTo>
                    <a:lnTo>
                      <a:pt x="126" y="42"/>
                    </a:lnTo>
                    <a:lnTo>
                      <a:pt x="128" y="42"/>
                    </a:lnTo>
                    <a:lnTo>
                      <a:pt x="128" y="40"/>
                    </a:lnTo>
                    <a:lnTo>
                      <a:pt x="128" y="40"/>
                    </a:lnTo>
                    <a:lnTo>
                      <a:pt x="128" y="40"/>
                    </a:lnTo>
                    <a:lnTo>
                      <a:pt x="130" y="40"/>
                    </a:lnTo>
                    <a:lnTo>
                      <a:pt x="130" y="40"/>
                    </a:lnTo>
                    <a:lnTo>
                      <a:pt x="130" y="40"/>
                    </a:lnTo>
                    <a:lnTo>
                      <a:pt x="133" y="40"/>
                    </a:lnTo>
                    <a:lnTo>
                      <a:pt x="133" y="40"/>
                    </a:lnTo>
                    <a:lnTo>
                      <a:pt x="135" y="40"/>
                    </a:lnTo>
                    <a:lnTo>
                      <a:pt x="135" y="40"/>
                    </a:lnTo>
                    <a:lnTo>
                      <a:pt x="135" y="40"/>
                    </a:lnTo>
                    <a:lnTo>
                      <a:pt x="135" y="42"/>
                    </a:lnTo>
                    <a:lnTo>
                      <a:pt x="135" y="42"/>
                    </a:lnTo>
                    <a:lnTo>
                      <a:pt x="135" y="42"/>
                    </a:lnTo>
                    <a:lnTo>
                      <a:pt x="135" y="45"/>
                    </a:lnTo>
                    <a:lnTo>
                      <a:pt x="133" y="45"/>
                    </a:lnTo>
                    <a:lnTo>
                      <a:pt x="133" y="45"/>
                    </a:lnTo>
                    <a:lnTo>
                      <a:pt x="135" y="45"/>
                    </a:lnTo>
                    <a:lnTo>
                      <a:pt x="135" y="47"/>
                    </a:lnTo>
                    <a:lnTo>
                      <a:pt x="135" y="47"/>
                    </a:lnTo>
                    <a:lnTo>
                      <a:pt x="135" y="47"/>
                    </a:lnTo>
                    <a:lnTo>
                      <a:pt x="135" y="47"/>
                    </a:lnTo>
                    <a:lnTo>
                      <a:pt x="135" y="47"/>
                    </a:lnTo>
                    <a:lnTo>
                      <a:pt x="135" y="50"/>
                    </a:lnTo>
                    <a:lnTo>
                      <a:pt x="135" y="50"/>
                    </a:lnTo>
                    <a:lnTo>
                      <a:pt x="137" y="50"/>
                    </a:lnTo>
                    <a:lnTo>
                      <a:pt x="137" y="50"/>
                    </a:lnTo>
                    <a:lnTo>
                      <a:pt x="137" y="50"/>
                    </a:lnTo>
                    <a:lnTo>
                      <a:pt x="137" y="52"/>
                    </a:lnTo>
                    <a:lnTo>
                      <a:pt x="137" y="52"/>
                    </a:lnTo>
                    <a:lnTo>
                      <a:pt x="137" y="54"/>
                    </a:lnTo>
                    <a:lnTo>
                      <a:pt x="137" y="54"/>
                    </a:lnTo>
                    <a:lnTo>
                      <a:pt x="137" y="54"/>
                    </a:lnTo>
                    <a:lnTo>
                      <a:pt x="135" y="54"/>
                    </a:lnTo>
                    <a:lnTo>
                      <a:pt x="135" y="54"/>
                    </a:lnTo>
                    <a:lnTo>
                      <a:pt x="135" y="57"/>
                    </a:lnTo>
                    <a:lnTo>
                      <a:pt x="137" y="57"/>
                    </a:lnTo>
                    <a:lnTo>
                      <a:pt x="137" y="57"/>
                    </a:lnTo>
                    <a:lnTo>
                      <a:pt x="137" y="57"/>
                    </a:lnTo>
                    <a:lnTo>
                      <a:pt x="137" y="59"/>
                    </a:lnTo>
                    <a:lnTo>
                      <a:pt x="137" y="59"/>
                    </a:lnTo>
                    <a:lnTo>
                      <a:pt x="137" y="59"/>
                    </a:lnTo>
                    <a:lnTo>
                      <a:pt x="137" y="61"/>
                    </a:lnTo>
                    <a:lnTo>
                      <a:pt x="137" y="61"/>
                    </a:lnTo>
                    <a:lnTo>
                      <a:pt x="137" y="61"/>
                    </a:lnTo>
                    <a:lnTo>
                      <a:pt x="140" y="61"/>
                    </a:lnTo>
                    <a:lnTo>
                      <a:pt x="140" y="61"/>
                    </a:lnTo>
                    <a:lnTo>
                      <a:pt x="140" y="64"/>
                    </a:lnTo>
                    <a:lnTo>
                      <a:pt x="142" y="64"/>
                    </a:lnTo>
                    <a:lnTo>
                      <a:pt x="142" y="64"/>
                    </a:lnTo>
                    <a:lnTo>
                      <a:pt x="142" y="64"/>
                    </a:lnTo>
                    <a:lnTo>
                      <a:pt x="145" y="64"/>
                    </a:lnTo>
                    <a:lnTo>
                      <a:pt x="145" y="61"/>
                    </a:lnTo>
                    <a:lnTo>
                      <a:pt x="145" y="61"/>
                    </a:lnTo>
                    <a:lnTo>
                      <a:pt x="145" y="61"/>
                    </a:lnTo>
                    <a:lnTo>
                      <a:pt x="145" y="59"/>
                    </a:lnTo>
                    <a:lnTo>
                      <a:pt x="145" y="59"/>
                    </a:lnTo>
                    <a:lnTo>
                      <a:pt x="147" y="59"/>
                    </a:lnTo>
                    <a:lnTo>
                      <a:pt x="147" y="59"/>
                    </a:lnTo>
                    <a:lnTo>
                      <a:pt x="149" y="59"/>
                    </a:lnTo>
                    <a:lnTo>
                      <a:pt x="149" y="59"/>
                    </a:lnTo>
                    <a:lnTo>
                      <a:pt x="149" y="59"/>
                    </a:lnTo>
                    <a:lnTo>
                      <a:pt x="152" y="59"/>
                    </a:lnTo>
                    <a:lnTo>
                      <a:pt x="152" y="61"/>
                    </a:lnTo>
                    <a:lnTo>
                      <a:pt x="152" y="61"/>
                    </a:lnTo>
                    <a:lnTo>
                      <a:pt x="152" y="61"/>
                    </a:lnTo>
                    <a:lnTo>
                      <a:pt x="154" y="61"/>
                    </a:lnTo>
                    <a:lnTo>
                      <a:pt x="154" y="61"/>
                    </a:lnTo>
                    <a:lnTo>
                      <a:pt x="154" y="61"/>
                    </a:lnTo>
                    <a:lnTo>
                      <a:pt x="156" y="61"/>
                    </a:lnTo>
                    <a:lnTo>
                      <a:pt x="156" y="61"/>
                    </a:lnTo>
                    <a:lnTo>
                      <a:pt x="156" y="64"/>
                    </a:lnTo>
                    <a:lnTo>
                      <a:pt x="156" y="64"/>
                    </a:lnTo>
                    <a:lnTo>
                      <a:pt x="159" y="64"/>
                    </a:lnTo>
                    <a:lnTo>
                      <a:pt x="159" y="64"/>
                    </a:lnTo>
                    <a:lnTo>
                      <a:pt x="159" y="64"/>
                    </a:lnTo>
                    <a:lnTo>
                      <a:pt x="159" y="64"/>
                    </a:lnTo>
                    <a:lnTo>
                      <a:pt x="161" y="64"/>
                    </a:lnTo>
                    <a:lnTo>
                      <a:pt x="161" y="66"/>
                    </a:lnTo>
                    <a:lnTo>
                      <a:pt x="161" y="66"/>
                    </a:lnTo>
                    <a:lnTo>
                      <a:pt x="161" y="66"/>
                    </a:lnTo>
                    <a:lnTo>
                      <a:pt x="159" y="66"/>
                    </a:lnTo>
                    <a:lnTo>
                      <a:pt x="159" y="66"/>
                    </a:lnTo>
                    <a:lnTo>
                      <a:pt x="159" y="69"/>
                    </a:lnTo>
                    <a:lnTo>
                      <a:pt x="159" y="69"/>
                    </a:lnTo>
                    <a:lnTo>
                      <a:pt x="159" y="71"/>
                    </a:lnTo>
                    <a:lnTo>
                      <a:pt x="159" y="71"/>
                    </a:lnTo>
                    <a:lnTo>
                      <a:pt x="159" y="73"/>
                    </a:lnTo>
                    <a:lnTo>
                      <a:pt x="159" y="73"/>
                    </a:lnTo>
                    <a:lnTo>
                      <a:pt x="159" y="73"/>
                    </a:lnTo>
                    <a:lnTo>
                      <a:pt x="159" y="76"/>
                    </a:lnTo>
                    <a:lnTo>
                      <a:pt x="159" y="76"/>
                    </a:lnTo>
                    <a:lnTo>
                      <a:pt x="161" y="76"/>
                    </a:lnTo>
                    <a:lnTo>
                      <a:pt x="161" y="76"/>
                    </a:lnTo>
                    <a:lnTo>
                      <a:pt x="161" y="78"/>
                    </a:lnTo>
                    <a:lnTo>
                      <a:pt x="161" y="78"/>
                    </a:lnTo>
                    <a:lnTo>
                      <a:pt x="161" y="78"/>
                    </a:lnTo>
                    <a:lnTo>
                      <a:pt x="161" y="80"/>
                    </a:lnTo>
                    <a:lnTo>
                      <a:pt x="161" y="80"/>
                    </a:lnTo>
                    <a:lnTo>
                      <a:pt x="163" y="80"/>
                    </a:lnTo>
                    <a:lnTo>
                      <a:pt x="163" y="83"/>
                    </a:lnTo>
                    <a:lnTo>
                      <a:pt x="163" y="83"/>
                    </a:lnTo>
                    <a:lnTo>
                      <a:pt x="163" y="83"/>
                    </a:lnTo>
                    <a:lnTo>
                      <a:pt x="163" y="83"/>
                    </a:lnTo>
                    <a:lnTo>
                      <a:pt x="163" y="85"/>
                    </a:lnTo>
                    <a:lnTo>
                      <a:pt x="161" y="85"/>
                    </a:lnTo>
                    <a:lnTo>
                      <a:pt x="161" y="85"/>
                    </a:lnTo>
                    <a:lnTo>
                      <a:pt x="161" y="87"/>
                    </a:lnTo>
                    <a:lnTo>
                      <a:pt x="161" y="87"/>
                    </a:lnTo>
                    <a:lnTo>
                      <a:pt x="161" y="87"/>
                    </a:lnTo>
                    <a:lnTo>
                      <a:pt x="163" y="87"/>
                    </a:lnTo>
                    <a:lnTo>
                      <a:pt x="163" y="87"/>
                    </a:lnTo>
                    <a:lnTo>
                      <a:pt x="163" y="87"/>
                    </a:lnTo>
                    <a:lnTo>
                      <a:pt x="163" y="90"/>
                    </a:lnTo>
                    <a:lnTo>
                      <a:pt x="166" y="90"/>
                    </a:lnTo>
                    <a:lnTo>
                      <a:pt x="166" y="90"/>
                    </a:lnTo>
                    <a:lnTo>
                      <a:pt x="166" y="90"/>
                    </a:lnTo>
                    <a:lnTo>
                      <a:pt x="166" y="92"/>
                    </a:lnTo>
                    <a:lnTo>
                      <a:pt x="166" y="92"/>
                    </a:lnTo>
                    <a:lnTo>
                      <a:pt x="166" y="95"/>
                    </a:lnTo>
                    <a:lnTo>
                      <a:pt x="166" y="95"/>
                    </a:lnTo>
                    <a:lnTo>
                      <a:pt x="163" y="95"/>
                    </a:lnTo>
                    <a:lnTo>
                      <a:pt x="163" y="95"/>
                    </a:lnTo>
                    <a:lnTo>
                      <a:pt x="163" y="95"/>
                    </a:lnTo>
                    <a:lnTo>
                      <a:pt x="163" y="95"/>
                    </a:lnTo>
                    <a:lnTo>
                      <a:pt x="161" y="95"/>
                    </a:lnTo>
                    <a:lnTo>
                      <a:pt x="161" y="97"/>
                    </a:lnTo>
                    <a:lnTo>
                      <a:pt x="161" y="97"/>
                    </a:lnTo>
                    <a:lnTo>
                      <a:pt x="161" y="95"/>
                    </a:lnTo>
                    <a:lnTo>
                      <a:pt x="159" y="95"/>
                    </a:lnTo>
                    <a:lnTo>
                      <a:pt x="159" y="95"/>
                    </a:lnTo>
                    <a:lnTo>
                      <a:pt x="159" y="95"/>
                    </a:lnTo>
                    <a:lnTo>
                      <a:pt x="159" y="92"/>
                    </a:lnTo>
                    <a:lnTo>
                      <a:pt x="159" y="92"/>
                    </a:lnTo>
                    <a:lnTo>
                      <a:pt x="156" y="92"/>
                    </a:lnTo>
                    <a:lnTo>
                      <a:pt x="156" y="92"/>
                    </a:lnTo>
                    <a:lnTo>
                      <a:pt x="156" y="92"/>
                    </a:lnTo>
                    <a:lnTo>
                      <a:pt x="154" y="92"/>
                    </a:lnTo>
                    <a:lnTo>
                      <a:pt x="154" y="92"/>
                    </a:lnTo>
                    <a:lnTo>
                      <a:pt x="154" y="92"/>
                    </a:lnTo>
                    <a:lnTo>
                      <a:pt x="152" y="92"/>
                    </a:lnTo>
                    <a:lnTo>
                      <a:pt x="152" y="92"/>
                    </a:lnTo>
                    <a:lnTo>
                      <a:pt x="152" y="92"/>
                    </a:lnTo>
                    <a:lnTo>
                      <a:pt x="152" y="92"/>
                    </a:lnTo>
                    <a:lnTo>
                      <a:pt x="149" y="92"/>
                    </a:lnTo>
                    <a:lnTo>
                      <a:pt x="149" y="92"/>
                    </a:lnTo>
                    <a:lnTo>
                      <a:pt x="149" y="92"/>
                    </a:lnTo>
                    <a:lnTo>
                      <a:pt x="149" y="92"/>
                    </a:lnTo>
                    <a:lnTo>
                      <a:pt x="147" y="92"/>
                    </a:lnTo>
                    <a:lnTo>
                      <a:pt x="147" y="92"/>
                    </a:lnTo>
                    <a:lnTo>
                      <a:pt x="147" y="92"/>
                    </a:lnTo>
                    <a:lnTo>
                      <a:pt x="147" y="95"/>
                    </a:lnTo>
                    <a:lnTo>
                      <a:pt x="145" y="95"/>
                    </a:lnTo>
                    <a:lnTo>
                      <a:pt x="145" y="95"/>
                    </a:lnTo>
                    <a:lnTo>
                      <a:pt x="145" y="95"/>
                    </a:lnTo>
                    <a:lnTo>
                      <a:pt x="145" y="95"/>
                    </a:lnTo>
                    <a:lnTo>
                      <a:pt x="142" y="95"/>
                    </a:lnTo>
                    <a:lnTo>
                      <a:pt x="142" y="95"/>
                    </a:lnTo>
                    <a:lnTo>
                      <a:pt x="142" y="95"/>
                    </a:lnTo>
                    <a:lnTo>
                      <a:pt x="140" y="95"/>
                    </a:lnTo>
                    <a:lnTo>
                      <a:pt x="140" y="97"/>
                    </a:lnTo>
                    <a:lnTo>
                      <a:pt x="140" y="97"/>
                    </a:lnTo>
                    <a:lnTo>
                      <a:pt x="137" y="97"/>
                    </a:lnTo>
                    <a:lnTo>
                      <a:pt x="137" y="97"/>
                    </a:lnTo>
                    <a:lnTo>
                      <a:pt x="137" y="97"/>
                    </a:lnTo>
                    <a:lnTo>
                      <a:pt x="135" y="97"/>
                    </a:lnTo>
                    <a:lnTo>
                      <a:pt x="135" y="97"/>
                    </a:lnTo>
                    <a:lnTo>
                      <a:pt x="135" y="97"/>
                    </a:lnTo>
                    <a:lnTo>
                      <a:pt x="135" y="95"/>
                    </a:lnTo>
                    <a:lnTo>
                      <a:pt x="135" y="95"/>
                    </a:lnTo>
                    <a:lnTo>
                      <a:pt x="135" y="95"/>
                    </a:lnTo>
                    <a:lnTo>
                      <a:pt x="135" y="95"/>
                    </a:lnTo>
                    <a:lnTo>
                      <a:pt x="137" y="95"/>
                    </a:lnTo>
                    <a:lnTo>
                      <a:pt x="137" y="92"/>
                    </a:lnTo>
                    <a:lnTo>
                      <a:pt x="137" y="92"/>
                    </a:lnTo>
                    <a:lnTo>
                      <a:pt x="135" y="92"/>
                    </a:lnTo>
                    <a:lnTo>
                      <a:pt x="135" y="92"/>
                    </a:lnTo>
                    <a:lnTo>
                      <a:pt x="135" y="92"/>
                    </a:lnTo>
                    <a:lnTo>
                      <a:pt x="135" y="90"/>
                    </a:lnTo>
                    <a:lnTo>
                      <a:pt x="133" y="90"/>
                    </a:lnTo>
                    <a:lnTo>
                      <a:pt x="133" y="90"/>
                    </a:lnTo>
                    <a:lnTo>
                      <a:pt x="130" y="90"/>
                    </a:lnTo>
                    <a:lnTo>
                      <a:pt x="130" y="90"/>
                    </a:lnTo>
                    <a:lnTo>
                      <a:pt x="130" y="90"/>
                    </a:lnTo>
                    <a:lnTo>
                      <a:pt x="128" y="90"/>
                    </a:lnTo>
                    <a:lnTo>
                      <a:pt x="128" y="90"/>
                    </a:lnTo>
                    <a:lnTo>
                      <a:pt x="126" y="90"/>
                    </a:lnTo>
                    <a:lnTo>
                      <a:pt x="126" y="90"/>
                    </a:lnTo>
                    <a:lnTo>
                      <a:pt x="126" y="92"/>
                    </a:lnTo>
                    <a:lnTo>
                      <a:pt x="126" y="92"/>
                    </a:lnTo>
                    <a:lnTo>
                      <a:pt x="123" y="92"/>
                    </a:lnTo>
                    <a:lnTo>
                      <a:pt x="123" y="92"/>
                    </a:lnTo>
                    <a:lnTo>
                      <a:pt x="123" y="92"/>
                    </a:lnTo>
                    <a:lnTo>
                      <a:pt x="123" y="95"/>
                    </a:lnTo>
                    <a:lnTo>
                      <a:pt x="123" y="95"/>
                    </a:lnTo>
                    <a:lnTo>
                      <a:pt x="121" y="95"/>
                    </a:lnTo>
                    <a:lnTo>
                      <a:pt x="121" y="95"/>
                    </a:lnTo>
                    <a:lnTo>
                      <a:pt x="121" y="95"/>
                    </a:lnTo>
                    <a:lnTo>
                      <a:pt x="118" y="95"/>
                    </a:lnTo>
                    <a:lnTo>
                      <a:pt x="118" y="95"/>
                    </a:lnTo>
                    <a:lnTo>
                      <a:pt x="118" y="97"/>
                    </a:lnTo>
                    <a:lnTo>
                      <a:pt x="118" y="97"/>
                    </a:lnTo>
                    <a:lnTo>
                      <a:pt x="116" y="97"/>
                    </a:lnTo>
                    <a:lnTo>
                      <a:pt x="116" y="97"/>
                    </a:lnTo>
                    <a:lnTo>
                      <a:pt x="116" y="97"/>
                    </a:lnTo>
                    <a:lnTo>
                      <a:pt x="116" y="97"/>
                    </a:lnTo>
                    <a:lnTo>
                      <a:pt x="116" y="97"/>
                    </a:lnTo>
                    <a:lnTo>
                      <a:pt x="116" y="99"/>
                    </a:lnTo>
                    <a:lnTo>
                      <a:pt x="114" y="99"/>
                    </a:lnTo>
                    <a:lnTo>
                      <a:pt x="114" y="99"/>
                    </a:lnTo>
                    <a:lnTo>
                      <a:pt x="114" y="102"/>
                    </a:lnTo>
                    <a:lnTo>
                      <a:pt x="114" y="102"/>
                    </a:lnTo>
                    <a:lnTo>
                      <a:pt x="111" y="102"/>
                    </a:lnTo>
                    <a:lnTo>
                      <a:pt x="111" y="102"/>
                    </a:lnTo>
                    <a:lnTo>
                      <a:pt x="111" y="102"/>
                    </a:lnTo>
                    <a:lnTo>
                      <a:pt x="111" y="102"/>
                    </a:lnTo>
                    <a:lnTo>
                      <a:pt x="109" y="102"/>
                    </a:lnTo>
                    <a:lnTo>
                      <a:pt x="109" y="102"/>
                    </a:lnTo>
                    <a:lnTo>
                      <a:pt x="109" y="102"/>
                    </a:lnTo>
                    <a:lnTo>
                      <a:pt x="107" y="102"/>
                    </a:lnTo>
                    <a:lnTo>
                      <a:pt x="107" y="102"/>
                    </a:lnTo>
                    <a:lnTo>
                      <a:pt x="107" y="104"/>
                    </a:lnTo>
                    <a:lnTo>
                      <a:pt x="104" y="104"/>
                    </a:lnTo>
                    <a:lnTo>
                      <a:pt x="104" y="104"/>
                    </a:lnTo>
                    <a:lnTo>
                      <a:pt x="104" y="104"/>
                    </a:lnTo>
                    <a:lnTo>
                      <a:pt x="104" y="104"/>
                    </a:lnTo>
                    <a:lnTo>
                      <a:pt x="102" y="104"/>
                    </a:lnTo>
                    <a:lnTo>
                      <a:pt x="102" y="106"/>
                    </a:lnTo>
                    <a:lnTo>
                      <a:pt x="102" y="106"/>
                    </a:lnTo>
                    <a:lnTo>
                      <a:pt x="102" y="106"/>
                    </a:lnTo>
                    <a:lnTo>
                      <a:pt x="102" y="106"/>
                    </a:lnTo>
                    <a:lnTo>
                      <a:pt x="100" y="106"/>
                    </a:lnTo>
                    <a:lnTo>
                      <a:pt x="100" y="106"/>
                    </a:lnTo>
                    <a:lnTo>
                      <a:pt x="100" y="106"/>
                    </a:lnTo>
                    <a:lnTo>
                      <a:pt x="97" y="106"/>
                    </a:lnTo>
                    <a:lnTo>
                      <a:pt x="97" y="109"/>
                    </a:lnTo>
                    <a:lnTo>
                      <a:pt x="97" y="109"/>
                    </a:lnTo>
                    <a:lnTo>
                      <a:pt x="97" y="109"/>
                    </a:lnTo>
                    <a:lnTo>
                      <a:pt x="97" y="109"/>
                    </a:lnTo>
                    <a:lnTo>
                      <a:pt x="95" y="109"/>
                    </a:lnTo>
                    <a:lnTo>
                      <a:pt x="95" y="111"/>
                    </a:lnTo>
                    <a:lnTo>
                      <a:pt x="95" y="111"/>
                    </a:lnTo>
                    <a:lnTo>
                      <a:pt x="92" y="111"/>
                    </a:lnTo>
                    <a:lnTo>
                      <a:pt x="92" y="111"/>
                    </a:lnTo>
                    <a:lnTo>
                      <a:pt x="92" y="111"/>
                    </a:lnTo>
                    <a:lnTo>
                      <a:pt x="92" y="109"/>
                    </a:lnTo>
                    <a:lnTo>
                      <a:pt x="90" y="109"/>
                    </a:lnTo>
                    <a:lnTo>
                      <a:pt x="90" y="109"/>
                    </a:lnTo>
                    <a:lnTo>
                      <a:pt x="90" y="109"/>
                    </a:lnTo>
                    <a:lnTo>
                      <a:pt x="90" y="109"/>
                    </a:lnTo>
                    <a:lnTo>
                      <a:pt x="90" y="106"/>
                    </a:lnTo>
                    <a:lnTo>
                      <a:pt x="90" y="106"/>
                    </a:lnTo>
                    <a:lnTo>
                      <a:pt x="90" y="106"/>
                    </a:lnTo>
                    <a:lnTo>
                      <a:pt x="88" y="106"/>
                    </a:lnTo>
                    <a:lnTo>
                      <a:pt x="88" y="104"/>
                    </a:lnTo>
                    <a:lnTo>
                      <a:pt x="88" y="104"/>
                    </a:lnTo>
                    <a:lnTo>
                      <a:pt x="88" y="104"/>
                    </a:lnTo>
                    <a:lnTo>
                      <a:pt x="88" y="102"/>
                    </a:lnTo>
                    <a:lnTo>
                      <a:pt x="88" y="102"/>
                    </a:lnTo>
                    <a:lnTo>
                      <a:pt x="85" y="102"/>
                    </a:lnTo>
                    <a:lnTo>
                      <a:pt x="85" y="99"/>
                    </a:lnTo>
                    <a:lnTo>
                      <a:pt x="88" y="99"/>
                    </a:lnTo>
                    <a:lnTo>
                      <a:pt x="88" y="99"/>
                    </a:lnTo>
                    <a:lnTo>
                      <a:pt x="88" y="97"/>
                    </a:lnTo>
                    <a:lnTo>
                      <a:pt x="88" y="97"/>
                    </a:lnTo>
                    <a:lnTo>
                      <a:pt x="88" y="97"/>
                    </a:lnTo>
                    <a:lnTo>
                      <a:pt x="88" y="97"/>
                    </a:lnTo>
                    <a:lnTo>
                      <a:pt x="88" y="95"/>
                    </a:lnTo>
                    <a:lnTo>
                      <a:pt x="88" y="95"/>
                    </a:lnTo>
                    <a:lnTo>
                      <a:pt x="88" y="92"/>
                    </a:lnTo>
                    <a:lnTo>
                      <a:pt x="88" y="92"/>
                    </a:lnTo>
                    <a:lnTo>
                      <a:pt x="88" y="90"/>
                    </a:lnTo>
                    <a:lnTo>
                      <a:pt x="88" y="90"/>
                    </a:lnTo>
                    <a:lnTo>
                      <a:pt x="88" y="87"/>
                    </a:lnTo>
                    <a:lnTo>
                      <a:pt x="88" y="87"/>
                    </a:lnTo>
                    <a:lnTo>
                      <a:pt x="88" y="87"/>
                    </a:lnTo>
                    <a:lnTo>
                      <a:pt x="90" y="87"/>
                    </a:lnTo>
                    <a:lnTo>
                      <a:pt x="90" y="85"/>
                    </a:lnTo>
                    <a:lnTo>
                      <a:pt x="90" y="85"/>
                    </a:lnTo>
                    <a:lnTo>
                      <a:pt x="90" y="83"/>
                    </a:lnTo>
                    <a:lnTo>
                      <a:pt x="90" y="83"/>
                    </a:lnTo>
                    <a:lnTo>
                      <a:pt x="90" y="83"/>
                    </a:lnTo>
                    <a:lnTo>
                      <a:pt x="90" y="80"/>
                    </a:lnTo>
                    <a:lnTo>
                      <a:pt x="90" y="80"/>
                    </a:lnTo>
                    <a:lnTo>
                      <a:pt x="90" y="78"/>
                    </a:lnTo>
                    <a:lnTo>
                      <a:pt x="90" y="78"/>
                    </a:lnTo>
                    <a:lnTo>
                      <a:pt x="90" y="78"/>
                    </a:lnTo>
                    <a:lnTo>
                      <a:pt x="88" y="78"/>
                    </a:lnTo>
                    <a:lnTo>
                      <a:pt x="88" y="78"/>
                    </a:lnTo>
                    <a:lnTo>
                      <a:pt x="88" y="78"/>
                    </a:lnTo>
                    <a:lnTo>
                      <a:pt x="85" y="78"/>
                    </a:lnTo>
                    <a:lnTo>
                      <a:pt x="85" y="78"/>
                    </a:lnTo>
                    <a:lnTo>
                      <a:pt x="85" y="80"/>
                    </a:lnTo>
                    <a:lnTo>
                      <a:pt x="85" y="80"/>
                    </a:lnTo>
                    <a:lnTo>
                      <a:pt x="85" y="78"/>
                    </a:lnTo>
                    <a:lnTo>
                      <a:pt x="83" y="78"/>
                    </a:lnTo>
                    <a:lnTo>
                      <a:pt x="83" y="78"/>
                    </a:lnTo>
                    <a:lnTo>
                      <a:pt x="83" y="78"/>
                    </a:lnTo>
                    <a:lnTo>
                      <a:pt x="83" y="78"/>
                    </a:lnTo>
                    <a:lnTo>
                      <a:pt x="83" y="78"/>
                    </a:lnTo>
                    <a:lnTo>
                      <a:pt x="83" y="76"/>
                    </a:lnTo>
                    <a:lnTo>
                      <a:pt x="83" y="76"/>
                    </a:lnTo>
                    <a:lnTo>
                      <a:pt x="85" y="76"/>
                    </a:lnTo>
                    <a:lnTo>
                      <a:pt x="85" y="73"/>
                    </a:lnTo>
                    <a:lnTo>
                      <a:pt x="85" y="73"/>
                    </a:lnTo>
                    <a:lnTo>
                      <a:pt x="85" y="73"/>
                    </a:lnTo>
                    <a:lnTo>
                      <a:pt x="85" y="71"/>
                    </a:lnTo>
                    <a:lnTo>
                      <a:pt x="85" y="71"/>
                    </a:lnTo>
                    <a:lnTo>
                      <a:pt x="85" y="71"/>
                    </a:lnTo>
                    <a:lnTo>
                      <a:pt x="85" y="69"/>
                    </a:lnTo>
                    <a:lnTo>
                      <a:pt x="83" y="69"/>
                    </a:lnTo>
                    <a:lnTo>
                      <a:pt x="83" y="69"/>
                    </a:lnTo>
                    <a:lnTo>
                      <a:pt x="83" y="69"/>
                    </a:lnTo>
                    <a:lnTo>
                      <a:pt x="83" y="69"/>
                    </a:lnTo>
                    <a:lnTo>
                      <a:pt x="81" y="69"/>
                    </a:lnTo>
                    <a:lnTo>
                      <a:pt x="81" y="66"/>
                    </a:lnTo>
                    <a:lnTo>
                      <a:pt x="81" y="66"/>
                    </a:lnTo>
                    <a:lnTo>
                      <a:pt x="81" y="66"/>
                    </a:lnTo>
                    <a:lnTo>
                      <a:pt x="78" y="66"/>
                    </a:lnTo>
                    <a:lnTo>
                      <a:pt x="78" y="66"/>
                    </a:lnTo>
                    <a:lnTo>
                      <a:pt x="78" y="66"/>
                    </a:lnTo>
                    <a:lnTo>
                      <a:pt x="78" y="66"/>
                    </a:lnTo>
                    <a:lnTo>
                      <a:pt x="76" y="66"/>
                    </a:lnTo>
                    <a:lnTo>
                      <a:pt x="76" y="66"/>
                    </a:lnTo>
                    <a:lnTo>
                      <a:pt x="76" y="66"/>
                    </a:lnTo>
                    <a:lnTo>
                      <a:pt x="76" y="66"/>
                    </a:lnTo>
                    <a:lnTo>
                      <a:pt x="76" y="66"/>
                    </a:lnTo>
                    <a:lnTo>
                      <a:pt x="74" y="66"/>
                    </a:lnTo>
                    <a:lnTo>
                      <a:pt x="74" y="66"/>
                    </a:lnTo>
                    <a:lnTo>
                      <a:pt x="71" y="66"/>
                    </a:lnTo>
                    <a:lnTo>
                      <a:pt x="71" y="66"/>
                    </a:lnTo>
                    <a:lnTo>
                      <a:pt x="71" y="66"/>
                    </a:lnTo>
                    <a:lnTo>
                      <a:pt x="71" y="66"/>
                    </a:lnTo>
                    <a:lnTo>
                      <a:pt x="71" y="66"/>
                    </a:lnTo>
                    <a:lnTo>
                      <a:pt x="71" y="69"/>
                    </a:lnTo>
                    <a:lnTo>
                      <a:pt x="69" y="69"/>
                    </a:lnTo>
                    <a:lnTo>
                      <a:pt x="69" y="69"/>
                    </a:lnTo>
                    <a:lnTo>
                      <a:pt x="69" y="69"/>
                    </a:lnTo>
                    <a:lnTo>
                      <a:pt x="69" y="71"/>
                    </a:lnTo>
                    <a:lnTo>
                      <a:pt x="69" y="71"/>
                    </a:lnTo>
                    <a:lnTo>
                      <a:pt x="69" y="71"/>
                    </a:lnTo>
                    <a:lnTo>
                      <a:pt x="66" y="71"/>
                    </a:lnTo>
                    <a:lnTo>
                      <a:pt x="66" y="73"/>
                    </a:lnTo>
                    <a:lnTo>
                      <a:pt x="66" y="73"/>
                    </a:lnTo>
                    <a:lnTo>
                      <a:pt x="66" y="73"/>
                    </a:lnTo>
                    <a:lnTo>
                      <a:pt x="66" y="76"/>
                    </a:lnTo>
                    <a:lnTo>
                      <a:pt x="64" y="76"/>
                    </a:lnTo>
                    <a:lnTo>
                      <a:pt x="64" y="76"/>
                    </a:lnTo>
                    <a:lnTo>
                      <a:pt x="64" y="76"/>
                    </a:lnTo>
                    <a:lnTo>
                      <a:pt x="64" y="76"/>
                    </a:lnTo>
                    <a:lnTo>
                      <a:pt x="64" y="78"/>
                    </a:lnTo>
                    <a:lnTo>
                      <a:pt x="62" y="78"/>
                    </a:lnTo>
                    <a:lnTo>
                      <a:pt x="62" y="78"/>
                    </a:lnTo>
                    <a:lnTo>
                      <a:pt x="62" y="78"/>
                    </a:lnTo>
                    <a:lnTo>
                      <a:pt x="62" y="78"/>
                    </a:lnTo>
                    <a:lnTo>
                      <a:pt x="59" y="78"/>
                    </a:lnTo>
                    <a:lnTo>
                      <a:pt x="59" y="78"/>
                    </a:lnTo>
                    <a:lnTo>
                      <a:pt x="59" y="80"/>
                    </a:lnTo>
                    <a:lnTo>
                      <a:pt x="59" y="80"/>
                    </a:lnTo>
                    <a:lnTo>
                      <a:pt x="59" y="80"/>
                    </a:lnTo>
                    <a:lnTo>
                      <a:pt x="62" y="80"/>
                    </a:lnTo>
                    <a:lnTo>
                      <a:pt x="62" y="80"/>
                    </a:lnTo>
                    <a:lnTo>
                      <a:pt x="62" y="83"/>
                    </a:lnTo>
                    <a:lnTo>
                      <a:pt x="62" y="83"/>
                    </a:lnTo>
                    <a:lnTo>
                      <a:pt x="62" y="85"/>
                    </a:lnTo>
                    <a:lnTo>
                      <a:pt x="62" y="85"/>
                    </a:lnTo>
                    <a:lnTo>
                      <a:pt x="62" y="87"/>
                    </a:lnTo>
                    <a:lnTo>
                      <a:pt x="62" y="87"/>
                    </a:lnTo>
                    <a:lnTo>
                      <a:pt x="62" y="87"/>
                    </a:lnTo>
                    <a:lnTo>
                      <a:pt x="59" y="87"/>
                    </a:lnTo>
                    <a:lnTo>
                      <a:pt x="59" y="87"/>
                    </a:lnTo>
                    <a:lnTo>
                      <a:pt x="59" y="87"/>
                    </a:lnTo>
                    <a:lnTo>
                      <a:pt x="59" y="87"/>
                    </a:lnTo>
                    <a:lnTo>
                      <a:pt x="57" y="87"/>
                    </a:lnTo>
                    <a:lnTo>
                      <a:pt x="57" y="87"/>
                    </a:lnTo>
                    <a:lnTo>
                      <a:pt x="57" y="87"/>
                    </a:lnTo>
                    <a:lnTo>
                      <a:pt x="57" y="87"/>
                    </a:lnTo>
                    <a:lnTo>
                      <a:pt x="55" y="87"/>
                    </a:lnTo>
                    <a:lnTo>
                      <a:pt x="55" y="87"/>
                    </a:lnTo>
                    <a:lnTo>
                      <a:pt x="55" y="87"/>
                    </a:lnTo>
                    <a:lnTo>
                      <a:pt x="52" y="87"/>
                    </a:lnTo>
                    <a:lnTo>
                      <a:pt x="52" y="87"/>
                    </a:lnTo>
                    <a:lnTo>
                      <a:pt x="52" y="87"/>
                    </a:lnTo>
                    <a:lnTo>
                      <a:pt x="52" y="87"/>
                    </a:lnTo>
                    <a:lnTo>
                      <a:pt x="50" y="87"/>
                    </a:lnTo>
                    <a:lnTo>
                      <a:pt x="50" y="87"/>
                    </a:lnTo>
                    <a:lnTo>
                      <a:pt x="50" y="87"/>
                    </a:lnTo>
                    <a:lnTo>
                      <a:pt x="47" y="87"/>
                    </a:lnTo>
                    <a:lnTo>
                      <a:pt x="47" y="87"/>
                    </a:lnTo>
                    <a:lnTo>
                      <a:pt x="45" y="87"/>
                    </a:lnTo>
                    <a:lnTo>
                      <a:pt x="45" y="87"/>
                    </a:lnTo>
                    <a:lnTo>
                      <a:pt x="45" y="87"/>
                    </a:lnTo>
                    <a:lnTo>
                      <a:pt x="45" y="87"/>
                    </a:lnTo>
                    <a:lnTo>
                      <a:pt x="45" y="90"/>
                    </a:lnTo>
                    <a:lnTo>
                      <a:pt x="43" y="90"/>
                    </a:lnTo>
                    <a:lnTo>
                      <a:pt x="43" y="90"/>
                    </a:lnTo>
                    <a:lnTo>
                      <a:pt x="43" y="90"/>
                    </a:lnTo>
                    <a:lnTo>
                      <a:pt x="43" y="92"/>
                    </a:lnTo>
                    <a:lnTo>
                      <a:pt x="43" y="92"/>
                    </a:lnTo>
                    <a:lnTo>
                      <a:pt x="43" y="95"/>
                    </a:lnTo>
                    <a:lnTo>
                      <a:pt x="43" y="95"/>
                    </a:lnTo>
                    <a:lnTo>
                      <a:pt x="43" y="95"/>
                    </a:lnTo>
                    <a:lnTo>
                      <a:pt x="43" y="97"/>
                    </a:lnTo>
                    <a:lnTo>
                      <a:pt x="43" y="97"/>
                    </a:lnTo>
                    <a:lnTo>
                      <a:pt x="43" y="97"/>
                    </a:lnTo>
                    <a:lnTo>
                      <a:pt x="43" y="97"/>
                    </a:lnTo>
                    <a:lnTo>
                      <a:pt x="43" y="97"/>
                    </a:lnTo>
                    <a:lnTo>
                      <a:pt x="43" y="99"/>
                    </a:lnTo>
                    <a:lnTo>
                      <a:pt x="40" y="99"/>
                    </a:lnTo>
                    <a:lnTo>
                      <a:pt x="40" y="99"/>
                    </a:lnTo>
                    <a:lnTo>
                      <a:pt x="38" y="99"/>
                    </a:lnTo>
                    <a:lnTo>
                      <a:pt x="38" y="99"/>
                    </a:lnTo>
                    <a:lnTo>
                      <a:pt x="38" y="97"/>
                    </a:lnTo>
                    <a:lnTo>
                      <a:pt x="38" y="97"/>
                    </a:lnTo>
                    <a:lnTo>
                      <a:pt x="38" y="97"/>
                    </a:lnTo>
                    <a:lnTo>
                      <a:pt x="36" y="97"/>
                    </a:lnTo>
                    <a:lnTo>
                      <a:pt x="36" y="97"/>
                    </a:lnTo>
                    <a:lnTo>
                      <a:pt x="36" y="97"/>
                    </a:lnTo>
                    <a:lnTo>
                      <a:pt x="36" y="95"/>
                    </a:lnTo>
                    <a:lnTo>
                      <a:pt x="36" y="95"/>
                    </a:lnTo>
                    <a:lnTo>
                      <a:pt x="36" y="95"/>
                    </a:lnTo>
                    <a:lnTo>
                      <a:pt x="33" y="95"/>
                    </a:lnTo>
                    <a:lnTo>
                      <a:pt x="33" y="95"/>
                    </a:lnTo>
                    <a:lnTo>
                      <a:pt x="33" y="95"/>
                    </a:lnTo>
                    <a:lnTo>
                      <a:pt x="31" y="95"/>
                    </a:lnTo>
                    <a:lnTo>
                      <a:pt x="31" y="95"/>
                    </a:lnTo>
                    <a:lnTo>
                      <a:pt x="31" y="97"/>
                    </a:lnTo>
                    <a:lnTo>
                      <a:pt x="31" y="97"/>
                    </a:lnTo>
                    <a:lnTo>
                      <a:pt x="31" y="95"/>
                    </a:lnTo>
                    <a:lnTo>
                      <a:pt x="29" y="95"/>
                    </a:lnTo>
                    <a:lnTo>
                      <a:pt x="29" y="95"/>
                    </a:lnTo>
                    <a:lnTo>
                      <a:pt x="29" y="95"/>
                    </a:lnTo>
                    <a:lnTo>
                      <a:pt x="29" y="97"/>
                    </a:lnTo>
                    <a:lnTo>
                      <a:pt x="29" y="97"/>
                    </a:lnTo>
                    <a:lnTo>
                      <a:pt x="26" y="97"/>
                    </a:lnTo>
                    <a:lnTo>
                      <a:pt x="26" y="97"/>
                    </a:lnTo>
                    <a:lnTo>
                      <a:pt x="26" y="97"/>
                    </a:lnTo>
                    <a:lnTo>
                      <a:pt x="24" y="97"/>
                    </a:lnTo>
                    <a:lnTo>
                      <a:pt x="24" y="97"/>
                    </a:lnTo>
                    <a:lnTo>
                      <a:pt x="24" y="97"/>
                    </a:lnTo>
                    <a:lnTo>
                      <a:pt x="24" y="99"/>
                    </a:lnTo>
                    <a:lnTo>
                      <a:pt x="21" y="99"/>
                    </a:lnTo>
                    <a:lnTo>
                      <a:pt x="21" y="99"/>
                    </a:lnTo>
                    <a:lnTo>
                      <a:pt x="19" y="99"/>
                    </a:lnTo>
                    <a:lnTo>
                      <a:pt x="19" y="99"/>
                    </a:lnTo>
                    <a:lnTo>
                      <a:pt x="19" y="99"/>
                    </a:lnTo>
                    <a:lnTo>
                      <a:pt x="19" y="102"/>
                    </a:lnTo>
                    <a:lnTo>
                      <a:pt x="19" y="102"/>
                    </a:lnTo>
                    <a:lnTo>
                      <a:pt x="19" y="102"/>
                    </a:lnTo>
                    <a:lnTo>
                      <a:pt x="17" y="102"/>
                    </a:lnTo>
                    <a:lnTo>
                      <a:pt x="17" y="102"/>
                    </a:lnTo>
                    <a:lnTo>
                      <a:pt x="17" y="102"/>
                    </a:lnTo>
                    <a:lnTo>
                      <a:pt x="17" y="104"/>
                    </a:lnTo>
                    <a:lnTo>
                      <a:pt x="14" y="104"/>
                    </a:lnTo>
                    <a:lnTo>
                      <a:pt x="14" y="104"/>
                    </a:lnTo>
                    <a:lnTo>
                      <a:pt x="14" y="104"/>
                    </a:lnTo>
                    <a:lnTo>
                      <a:pt x="12" y="104"/>
                    </a:lnTo>
                    <a:lnTo>
                      <a:pt x="12" y="104"/>
                    </a:lnTo>
                    <a:lnTo>
                      <a:pt x="12" y="104"/>
                    </a:lnTo>
                    <a:lnTo>
                      <a:pt x="12" y="102"/>
                    </a:lnTo>
                    <a:lnTo>
                      <a:pt x="12" y="102"/>
                    </a:lnTo>
                    <a:lnTo>
                      <a:pt x="12" y="102"/>
                    </a:lnTo>
                    <a:lnTo>
                      <a:pt x="10" y="102"/>
                    </a:lnTo>
                    <a:lnTo>
                      <a:pt x="10"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0" y="90"/>
                    </a:lnTo>
                    <a:lnTo>
                      <a:pt x="10" y="90"/>
                    </a:lnTo>
                    <a:lnTo>
                      <a:pt x="10" y="87"/>
                    </a:lnTo>
                    <a:lnTo>
                      <a:pt x="10" y="87"/>
                    </a:lnTo>
                    <a:lnTo>
                      <a:pt x="10" y="87"/>
                    </a:lnTo>
                    <a:lnTo>
                      <a:pt x="12" y="87"/>
                    </a:lnTo>
                    <a:lnTo>
                      <a:pt x="12" y="87"/>
                    </a:lnTo>
                    <a:lnTo>
                      <a:pt x="12" y="87"/>
                    </a:lnTo>
                    <a:lnTo>
                      <a:pt x="12" y="85"/>
                    </a:lnTo>
                    <a:lnTo>
                      <a:pt x="12" y="85"/>
                    </a:lnTo>
                    <a:lnTo>
                      <a:pt x="12" y="85"/>
                    </a:lnTo>
                    <a:lnTo>
                      <a:pt x="14" y="85"/>
                    </a:lnTo>
                    <a:lnTo>
                      <a:pt x="14" y="83"/>
                    </a:lnTo>
                    <a:lnTo>
                      <a:pt x="14" y="83"/>
                    </a:lnTo>
                    <a:lnTo>
                      <a:pt x="14" y="83"/>
                    </a:lnTo>
                    <a:lnTo>
                      <a:pt x="14" y="80"/>
                    </a:lnTo>
                    <a:lnTo>
                      <a:pt x="17" y="80"/>
                    </a:lnTo>
                    <a:lnTo>
                      <a:pt x="17" y="80"/>
                    </a:lnTo>
                    <a:lnTo>
                      <a:pt x="17" y="80"/>
                    </a:lnTo>
                    <a:lnTo>
                      <a:pt x="17" y="80"/>
                    </a:lnTo>
                    <a:lnTo>
                      <a:pt x="19" y="80"/>
                    </a:lnTo>
                    <a:lnTo>
                      <a:pt x="19" y="78"/>
                    </a:lnTo>
                    <a:lnTo>
                      <a:pt x="19" y="78"/>
                    </a:lnTo>
                    <a:lnTo>
                      <a:pt x="19" y="78"/>
                    </a:lnTo>
                    <a:lnTo>
                      <a:pt x="19" y="78"/>
                    </a:lnTo>
                    <a:lnTo>
                      <a:pt x="19" y="76"/>
                    </a:lnTo>
                    <a:lnTo>
                      <a:pt x="19" y="76"/>
                    </a:lnTo>
                    <a:lnTo>
                      <a:pt x="19" y="76"/>
                    </a:lnTo>
                    <a:lnTo>
                      <a:pt x="21" y="76"/>
                    </a:lnTo>
                    <a:lnTo>
                      <a:pt x="21" y="73"/>
                    </a:lnTo>
                    <a:lnTo>
                      <a:pt x="21" y="73"/>
                    </a:lnTo>
                    <a:lnTo>
                      <a:pt x="21" y="73"/>
                    </a:lnTo>
                    <a:lnTo>
                      <a:pt x="21" y="71"/>
                    </a:lnTo>
                    <a:lnTo>
                      <a:pt x="21" y="71"/>
                    </a:lnTo>
                    <a:lnTo>
                      <a:pt x="21" y="71"/>
                    </a:lnTo>
                    <a:lnTo>
                      <a:pt x="19" y="71"/>
                    </a:lnTo>
                    <a:lnTo>
                      <a:pt x="19" y="69"/>
                    </a:lnTo>
                    <a:lnTo>
                      <a:pt x="19" y="69"/>
                    </a:lnTo>
                    <a:lnTo>
                      <a:pt x="19" y="69"/>
                    </a:lnTo>
                    <a:lnTo>
                      <a:pt x="19" y="69"/>
                    </a:lnTo>
                    <a:lnTo>
                      <a:pt x="19" y="66"/>
                    </a:lnTo>
                    <a:lnTo>
                      <a:pt x="17" y="66"/>
                    </a:lnTo>
                    <a:lnTo>
                      <a:pt x="17" y="66"/>
                    </a:lnTo>
                    <a:lnTo>
                      <a:pt x="17" y="66"/>
                    </a:lnTo>
                    <a:lnTo>
                      <a:pt x="17" y="66"/>
                    </a:lnTo>
                    <a:lnTo>
                      <a:pt x="17" y="66"/>
                    </a:lnTo>
                    <a:lnTo>
                      <a:pt x="17" y="64"/>
                    </a:lnTo>
                    <a:lnTo>
                      <a:pt x="14" y="64"/>
                    </a:lnTo>
                    <a:lnTo>
                      <a:pt x="14" y="64"/>
                    </a:lnTo>
                    <a:lnTo>
                      <a:pt x="14" y="61"/>
                    </a:lnTo>
                    <a:lnTo>
                      <a:pt x="14" y="61"/>
                    </a:lnTo>
                    <a:lnTo>
                      <a:pt x="14" y="59"/>
                    </a:lnTo>
                    <a:lnTo>
                      <a:pt x="14" y="59"/>
                    </a:lnTo>
                    <a:lnTo>
                      <a:pt x="17" y="59"/>
                    </a:lnTo>
                    <a:lnTo>
                      <a:pt x="17" y="57"/>
                    </a:lnTo>
                    <a:lnTo>
                      <a:pt x="14" y="57"/>
                    </a:lnTo>
                    <a:lnTo>
                      <a:pt x="14" y="57"/>
                    </a:lnTo>
                    <a:lnTo>
                      <a:pt x="14" y="57"/>
                    </a:lnTo>
                    <a:lnTo>
                      <a:pt x="17" y="57"/>
                    </a:lnTo>
                    <a:lnTo>
                      <a:pt x="17" y="57"/>
                    </a:lnTo>
                    <a:lnTo>
                      <a:pt x="17" y="54"/>
                    </a:lnTo>
                    <a:lnTo>
                      <a:pt x="17" y="54"/>
                    </a:lnTo>
                    <a:lnTo>
                      <a:pt x="17" y="54"/>
                    </a:lnTo>
                    <a:lnTo>
                      <a:pt x="17" y="54"/>
                    </a:lnTo>
                    <a:lnTo>
                      <a:pt x="17" y="52"/>
                    </a:lnTo>
                    <a:lnTo>
                      <a:pt x="17" y="52"/>
                    </a:lnTo>
                    <a:lnTo>
                      <a:pt x="17" y="52"/>
                    </a:lnTo>
                    <a:lnTo>
                      <a:pt x="14" y="52"/>
                    </a:lnTo>
                    <a:lnTo>
                      <a:pt x="14" y="50"/>
                    </a:lnTo>
                    <a:lnTo>
                      <a:pt x="14" y="50"/>
                    </a:lnTo>
                    <a:lnTo>
                      <a:pt x="14" y="52"/>
                    </a:lnTo>
                    <a:lnTo>
                      <a:pt x="12" y="52"/>
                    </a:lnTo>
                    <a:lnTo>
                      <a:pt x="12" y="50"/>
                    </a:lnTo>
                    <a:lnTo>
                      <a:pt x="12" y="50"/>
                    </a:lnTo>
                    <a:lnTo>
                      <a:pt x="12" y="50"/>
                    </a:lnTo>
                    <a:lnTo>
                      <a:pt x="12" y="52"/>
                    </a:lnTo>
                    <a:lnTo>
                      <a:pt x="10" y="52"/>
                    </a:lnTo>
                    <a:lnTo>
                      <a:pt x="10" y="52"/>
                    </a:lnTo>
                    <a:lnTo>
                      <a:pt x="10" y="52"/>
                    </a:lnTo>
                    <a:lnTo>
                      <a:pt x="10" y="50"/>
                    </a:lnTo>
                    <a:lnTo>
                      <a:pt x="7" y="50"/>
                    </a:lnTo>
                    <a:lnTo>
                      <a:pt x="7" y="52"/>
                    </a:lnTo>
                    <a:lnTo>
                      <a:pt x="7" y="52"/>
                    </a:lnTo>
                    <a:lnTo>
                      <a:pt x="7" y="50"/>
                    </a:lnTo>
                    <a:lnTo>
                      <a:pt x="5" y="50"/>
                    </a:lnTo>
                    <a:lnTo>
                      <a:pt x="5" y="50"/>
                    </a:lnTo>
                    <a:lnTo>
                      <a:pt x="5" y="47"/>
                    </a:lnTo>
                    <a:lnTo>
                      <a:pt x="5" y="47"/>
                    </a:lnTo>
                    <a:lnTo>
                      <a:pt x="5" y="47"/>
                    </a:lnTo>
                    <a:lnTo>
                      <a:pt x="5" y="47"/>
                    </a:lnTo>
                    <a:lnTo>
                      <a:pt x="3" y="47"/>
                    </a:lnTo>
                    <a:lnTo>
                      <a:pt x="3" y="47"/>
                    </a:lnTo>
                    <a:lnTo>
                      <a:pt x="3" y="47"/>
                    </a:lnTo>
                    <a:lnTo>
                      <a:pt x="3" y="47"/>
                    </a:lnTo>
                    <a:lnTo>
                      <a:pt x="0" y="47"/>
                    </a:lnTo>
                    <a:lnTo>
                      <a:pt x="0" y="45"/>
                    </a:lnTo>
                    <a:lnTo>
                      <a:pt x="0" y="45"/>
                    </a:lnTo>
                    <a:lnTo>
                      <a:pt x="0" y="45"/>
                    </a:lnTo>
                    <a:lnTo>
                      <a:pt x="0" y="45"/>
                    </a:lnTo>
                    <a:lnTo>
                      <a:pt x="3" y="45"/>
                    </a:lnTo>
                    <a:lnTo>
                      <a:pt x="3" y="42"/>
                    </a:lnTo>
                    <a:lnTo>
                      <a:pt x="3" y="42"/>
                    </a:lnTo>
                    <a:lnTo>
                      <a:pt x="3" y="42"/>
                    </a:lnTo>
                    <a:lnTo>
                      <a:pt x="3" y="40"/>
                    </a:lnTo>
                    <a:lnTo>
                      <a:pt x="3" y="40"/>
                    </a:lnTo>
                    <a:lnTo>
                      <a:pt x="3" y="40"/>
                    </a:lnTo>
                    <a:lnTo>
                      <a:pt x="3" y="38"/>
                    </a:lnTo>
                    <a:lnTo>
                      <a:pt x="0" y="38"/>
                    </a:lnTo>
                    <a:lnTo>
                      <a:pt x="0" y="38"/>
                    </a:lnTo>
                    <a:lnTo>
                      <a:pt x="3" y="38"/>
                    </a:lnTo>
                    <a:lnTo>
                      <a:pt x="3" y="38"/>
                    </a:lnTo>
                    <a:lnTo>
                      <a:pt x="3" y="38"/>
                    </a:lnTo>
                    <a:lnTo>
                      <a:pt x="3" y="38"/>
                    </a:lnTo>
                    <a:lnTo>
                      <a:pt x="5" y="38"/>
                    </a:lnTo>
                    <a:lnTo>
                      <a:pt x="5" y="38"/>
                    </a:lnTo>
                    <a:lnTo>
                      <a:pt x="5" y="35"/>
                    </a:lnTo>
                    <a:lnTo>
                      <a:pt x="5" y="35"/>
                    </a:lnTo>
                    <a:lnTo>
                      <a:pt x="7" y="35"/>
                    </a:lnTo>
                    <a:lnTo>
                      <a:pt x="7" y="35"/>
                    </a:lnTo>
                    <a:lnTo>
                      <a:pt x="7" y="35"/>
                    </a:lnTo>
                    <a:lnTo>
                      <a:pt x="7" y="35"/>
                    </a:lnTo>
                    <a:lnTo>
                      <a:pt x="10" y="35"/>
                    </a:lnTo>
                    <a:lnTo>
                      <a:pt x="10" y="35"/>
                    </a:lnTo>
                    <a:lnTo>
                      <a:pt x="10" y="35"/>
                    </a:lnTo>
                    <a:lnTo>
                      <a:pt x="10" y="35"/>
                    </a:lnTo>
                    <a:lnTo>
                      <a:pt x="10" y="35"/>
                    </a:lnTo>
                    <a:lnTo>
                      <a:pt x="12" y="35"/>
                    </a:lnTo>
                    <a:lnTo>
                      <a:pt x="12" y="38"/>
                    </a:lnTo>
                    <a:lnTo>
                      <a:pt x="12" y="38"/>
                    </a:lnTo>
                    <a:lnTo>
                      <a:pt x="12" y="38"/>
                    </a:lnTo>
                    <a:lnTo>
                      <a:pt x="14" y="38"/>
                    </a:lnTo>
                    <a:lnTo>
                      <a:pt x="14" y="38"/>
                    </a:lnTo>
                    <a:lnTo>
                      <a:pt x="17" y="38"/>
                    </a:lnTo>
                    <a:lnTo>
                      <a:pt x="17" y="38"/>
                    </a:lnTo>
                    <a:lnTo>
                      <a:pt x="17" y="38"/>
                    </a:lnTo>
                    <a:lnTo>
                      <a:pt x="17" y="38"/>
                    </a:lnTo>
                    <a:lnTo>
                      <a:pt x="19" y="38"/>
                    </a:lnTo>
                    <a:lnTo>
                      <a:pt x="19" y="38"/>
                    </a:lnTo>
                    <a:lnTo>
                      <a:pt x="19" y="38"/>
                    </a:lnTo>
                    <a:lnTo>
                      <a:pt x="21" y="38"/>
                    </a:lnTo>
                    <a:lnTo>
                      <a:pt x="21" y="38"/>
                    </a:lnTo>
                    <a:lnTo>
                      <a:pt x="24" y="38"/>
                    </a:lnTo>
                    <a:lnTo>
                      <a:pt x="24" y="38"/>
                    </a:lnTo>
                    <a:lnTo>
                      <a:pt x="24" y="38"/>
                    </a:lnTo>
                    <a:lnTo>
                      <a:pt x="24" y="38"/>
                    </a:lnTo>
                    <a:lnTo>
                      <a:pt x="26" y="38"/>
                    </a:lnTo>
                    <a:lnTo>
                      <a:pt x="26" y="35"/>
                    </a:lnTo>
                    <a:lnTo>
                      <a:pt x="26" y="35"/>
                    </a:lnTo>
                    <a:lnTo>
                      <a:pt x="26" y="35"/>
                    </a:lnTo>
                    <a:lnTo>
                      <a:pt x="26" y="33"/>
                    </a:lnTo>
                    <a:lnTo>
                      <a:pt x="26" y="33"/>
                    </a:lnTo>
                    <a:lnTo>
                      <a:pt x="26" y="33"/>
                    </a:lnTo>
                    <a:lnTo>
                      <a:pt x="26" y="33"/>
                    </a:lnTo>
                    <a:lnTo>
                      <a:pt x="26" y="31"/>
                    </a:lnTo>
                    <a:lnTo>
                      <a:pt x="29" y="31"/>
                    </a:lnTo>
                    <a:lnTo>
                      <a:pt x="29" y="31"/>
                    </a:lnTo>
                    <a:lnTo>
                      <a:pt x="29" y="28"/>
                    </a:lnTo>
                    <a:lnTo>
                      <a:pt x="29" y="28"/>
                    </a:lnTo>
                    <a:lnTo>
                      <a:pt x="29" y="28"/>
                    </a:lnTo>
                    <a:lnTo>
                      <a:pt x="29" y="31"/>
                    </a:lnTo>
                    <a:lnTo>
                      <a:pt x="31" y="31"/>
                    </a:lnTo>
                    <a:lnTo>
                      <a:pt x="31" y="28"/>
                    </a:lnTo>
                    <a:lnTo>
                      <a:pt x="31" y="28"/>
                    </a:lnTo>
                    <a:lnTo>
                      <a:pt x="31" y="28"/>
                    </a:lnTo>
                    <a:lnTo>
                      <a:pt x="33" y="28"/>
                    </a:lnTo>
                    <a:lnTo>
                      <a:pt x="33" y="28"/>
                    </a:lnTo>
                    <a:lnTo>
                      <a:pt x="31" y="28"/>
                    </a:lnTo>
                    <a:lnTo>
                      <a:pt x="31" y="28"/>
                    </a:lnTo>
                    <a:lnTo>
                      <a:pt x="31" y="2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1" name="Freeform 39"/>
              <p:cNvSpPr>
                <a:spLocks/>
              </p:cNvSpPr>
              <p:nvPr/>
            </p:nvSpPr>
            <p:spPr bwMode="auto">
              <a:xfrm>
                <a:off x="2921" y="2234"/>
                <a:ext cx="177" cy="377"/>
              </a:xfrm>
              <a:custGeom>
                <a:avLst/>
                <a:gdLst/>
                <a:ahLst/>
                <a:cxnLst>
                  <a:cxn ang="0">
                    <a:pos x="111" y="218"/>
                  </a:cxn>
                  <a:cxn ang="0">
                    <a:pos x="99" y="204"/>
                  </a:cxn>
                  <a:cxn ang="0">
                    <a:pos x="83" y="199"/>
                  </a:cxn>
                  <a:cxn ang="0">
                    <a:pos x="73" y="192"/>
                  </a:cxn>
                  <a:cxn ang="0">
                    <a:pos x="71" y="178"/>
                  </a:cxn>
                  <a:cxn ang="0">
                    <a:pos x="59" y="187"/>
                  </a:cxn>
                  <a:cxn ang="0">
                    <a:pos x="57" y="213"/>
                  </a:cxn>
                  <a:cxn ang="0">
                    <a:pos x="47" y="235"/>
                  </a:cxn>
                  <a:cxn ang="0">
                    <a:pos x="40" y="256"/>
                  </a:cxn>
                  <a:cxn ang="0">
                    <a:pos x="38" y="273"/>
                  </a:cxn>
                  <a:cxn ang="0">
                    <a:pos x="47" y="285"/>
                  </a:cxn>
                  <a:cxn ang="0">
                    <a:pos x="50" y="285"/>
                  </a:cxn>
                  <a:cxn ang="0">
                    <a:pos x="59" y="275"/>
                  </a:cxn>
                  <a:cxn ang="0">
                    <a:pos x="54" y="299"/>
                  </a:cxn>
                  <a:cxn ang="0">
                    <a:pos x="64" y="318"/>
                  </a:cxn>
                  <a:cxn ang="0">
                    <a:pos x="71" y="341"/>
                  </a:cxn>
                  <a:cxn ang="0">
                    <a:pos x="90" y="346"/>
                  </a:cxn>
                  <a:cxn ang="0">
                    <a:pos x="102" y="365"/>
                  </a:cxn>
                  <a:cxn ang="0">
                    <a:pos x="85" y="372"/>
                  </a:cxn>
                  <a:cxn ang="0">
                    <a:pos x="80" y="365"/>
                  </a:cxn>
                  <a:cxn ang="0">
                    <a:pos x="66" y="356"/>
                  </a:cxn>
                  <a:cxn ang="0">
                    <a:pos x="54" y="351"/>
                  </a:cxn>
                  <a:cxn ang="0">
                    <a:pos x="45" y="337"/>
                  </a:cxn>
                  <a:cxn ang="0">
                    <a:pos x="40" y="330"/>
                  </a:cxn>
                  <a:cxn ang="0">
                    <a:pos x="31" y="318"/>
                  </a:cxn>
                  <a:cxn ang="0">
                    <a:pos x="21" y="325"/>
                  </a:cxn>
                  <a:cxn ang="0">
                    <a:pos x="19" y="299"/>
                  </a:cxn>
                  <a:cxn ang="0">
                    <a:pos x="21" y="277"/>
                  </a:cxn>
                  <a:cxn ang="0">
                    <a:pos x="28" y="258"/>
                  </a:cxn>
                  <a:cxn ang="0">
                    <a:pos x="38" y="240"/>
                  </a:cxn>
                  <a:cxn ang="0">
                    <a:pos x="50" y="221"/>
                  </a:cxn>
                  <a:cxn ang="0">
                    <a:pos x="43" y="199"/>
                  </a:cxn>
                  <a:cxn ang="0">
                    <a:pos x="38" y="176"/>
                  </a:cxn>
                  <a:cxn ang="0">
                    <a:pos x="26" y="157"/>
                  </a:cxn>
                  <a:cxn ang="0">
                    <a:pos x="19" y="135"/>
                  </a:cxn>
                  <a:cxn ang="0">
                    <a:pos x="26" y="119"/>
                  </a:cxn>
                  <a:cxn ang="0">
                    <a:pos x="31" y="107"/>
                  </a:cxn>
                  <a:cxn ang="0">
                    <a:pos x="24" y="90"/>
                  </a:cxn>
                  <a:cxn ang="0">
                    <a:pos x="9" y="71"/>
                  </a:cxn>
                  <a:cxn ang="0">
                    <a:pos x="2" y="57"/>
                  </a:cxn>
                  <a:cxn ang="0">
                    <a:pos x="7" y="40"/>
                  </a:cxn>
                  <a:cxn ang="0">
                    <a:pos x="14" y="19"/>
                  </a:cxn>
                  <a:cxn ang="0">
                    <a:pos x="33" y="19"/>
                  </a:cxn>
                  <a:cxn ang="0">
                    <a:pos x="45" y="5"/>
                  </a:cxn>
                  <a:cxn ang="0">
                    <a:pos x="61" y="5"/>
                  </a:cxn>
                  <a:cxn ang="0">
                    <a:pos x="66" y="21"/>
                  </a:cxn>
                  <a:cxn ang="0">
                    <a:pos x="85" y="24"/>
                  </a:cxn>
                  <a:cxn ang="0">
                    <a:pos x="83" y="50"/>
                  </a:cxn>
                  <a:cxn ang="0">
                    <a:pos x="78" y="69"/>
                  </a:cxn>
                  <a:cxn ang="0">
                    <a:pos x="90" y="67"/>
                  </a:cxn>
                  <a:cxn ang="0">
                    <a:pos x="106" y="62"/>
                  </a:cxn>
                  <a:cxn ang="0">
                    <a:pos x="123" y="59"/>
                  </a:cxn>
                  <a:cxn ang="0">
                    <a:pos x="140" y="55"/>
                  </a:cxn>
                  <a:cxn ang="0">
                    <a:pos x="151" y="71"/>
                  </a:cxn>
                  <a:cxn ang="0">
                    <a:pos x="159" y="90"/>
                  </a:cxn>
                  <a:cxn ang="0">
                    <a:pos x="166" y="112"/>
                  </a:cxn>
                  <a:cxn ang="0">
                    <a:pos x="175" y="131"/>
                  </a:cxn>
                  <a:cxn ang="0">
                    <a:pos x="175" y="147"/>
                  </a:cxn>
                  <a:cxn ang="0">
                    <a:pos x="163" y="157"/>
                  </a:cxn>
                  <a:cxn ang="0">
                    <a:pos x="142" y="157"/>
                  </a:cxn>
                  <a:cxn ang="0">
                    <a:pos x="121" y="159"/>
                  </a:cxn>
                  <a:cxn ang="0">
                    <a:pos x="106" y="176"/>
                  </a:cxn>
                  <a:cxn ang="0">
                    <a:pos x="111" y="199"/>
                  </a:cxn>
                </a:cxnLst>
                <a:rect l="0" t="0" r="r" b="b"/>
                <a:pathLst>
                  <a:path w="177" h="377">
                    <a:moveTo>
                      <a:pt x="118" y="221"/>
                    </a:moveTo>
                    <a:lnTo>
                      <a:pt x="116" y="221"/>
                    </a:lnTo>
                    <a:lnTo>
                      <a:pt x="116" y="218"/>
                    </a:lnTo>
                    <a:lnTo>
                      <a:pt x="116" y="218"/>
                    </a:lnTo>
                    <a:lnTo>
                      <a:pt x="116" y="218"/>
                    </a:lnTo>
                    <a:lnTo>
                      <a:pt x="116" y="218"/>
                    </a:lnTo>
                    <a:lnTo>
                      <a:pt x="116" y="216"/>
                    </a:lnTo>
                    <a:lnTo>
                      <a:pt x="116" y="216"/>
                    </a:lnTo>
                    <a:lnTo>
                      <a:pt x="114" y="216"/>
                    </a:lnTo>
                    <a:lnTo>
                      <a:pt x="114" y="216"/>
                    </a:lnTo>
                    <a:lnTo>
                      <a:pt x="114" y="213"/>
                    </a:lnTo>
                    <a:lnTo>
                      <a:pt x="114" y="213"/>
                    </a:lnTo>
                    <a:lnTo>
                      <a:pt x="114" y="213"/>
                    </a:lnTo>
                    <a:lnTo>
                      <a:pt x="111" y="213"/>
                    </a:lnTo>
                    <a:lnTo>
                      <a:pt x="111" y="213"/>
                    </a:lnTo>
                    <a:lnTo>
                      <a:pt x="111" y="216"/>
                    </a:lnTo>
                    <a:lnTo>
                      <a:pt x="111" y="216"/>
                    </a:lnTo>
                    <a:lnTo>
                      <a:pt x="111" y="213"/>
                    </a:lnTo>
                    <a:lnTo>
                      <a:pt x="111" y="213"/>
                    </a:lnTo>
                    <a:lnTo>
                      <a:pt x="111" y="213"/>
                    </a:lnTo>
                    <a:lnTo>
                      <a:pt x="109" y="213"/>
                    </a:lnTo>
                    <a:lnTo>
                      <a:pt x="109" y="213"/>
                    </a:lnTo>
                    <a:lnTo>
                      <a:pt x="106" y="213"/>
                    </a:lnTo>
                    <a:lnTo>
                      <a:pt x="106" y="213"/>
                    </a:lnTo>
                    <a:lnTo>
                      <a:pt x="109" y="213"/>
                    </a:lnTo>
                    <a:lnTo>
                      <a:pt x="109" y="216"/>
                    </a:lnTo>
                    <a:lnTo>
                      <a:pt x="109" y="216"/>
                    </a:lnTo>
                    <a:lnTo>
                      <a:pt x="109" y="216"/>
                    </a:lnTo>
                    <a:lnTo>
                      <a:pt x="109" y="218"/>
                    </a:lnTo>
                    <a:lnTo>
                      <a:pt x="111" y="218"/>
                    </a:lnTo>
                    <a:lnTo>
                      <a:pt x="111" y="218"/>
                    </a:lnTo>
                    <a:lnTo>
                      <a:pt x="111" y="218"/>
                    </a:lnTo>
                    <a:lnTo>
                      <a:pt x="111" y="218"/>
                    </a:lnTo>
                    <a:lnTo>
                      <a:pt x="109" y="218"/>
                    </a:lnTo>
                    <a:lnTo>
                      <a:pt x="109" y="218"/>
                    </a:lnTo>
                    <a:lnTo>
                      <a:pt x="109" y="218"/>
                    </a:lnTo>
                    <a:lnTo>
                      <a:pt x="106" y="218"/>
                    </a:lnTo>
                    <a:lnTo>
                      <a:pt x="106" y="218"/>
                    </a:lnTo>
                    <a:lnTo>
                      <a:pt x="106" y="218"/>
                    </a:lnTo>
                    <a:lnTo>
                      <a:pt x="106" y="218"/>
                    </a:lnTo>
                    <a:lnTo>
                      <a:pt x="106" y="218"/>
                    </a:lnTo>
                    <a:lnTo>
                      <a:pt x="104" y="218"/>
                    </a:lnTo>
                    <a:lnTo>
                      <a:pt x="104" y="216"/>
                    </a:lnTo>
                    <a:lnTo>
                      <a:pt x="104" y="216"/>
                    </a:lnTo>
                    <a:lnTo>
                      <a:pt x="104" y="213"/>
                    </a:lnTo>
                    <a:lnTo>
                      <a:pt x="104" y="213"/>
                    </a:lnTo>
                    <a:lnTo>
                      <a:pt x="104" y="211"/>
                    </a:lnTo>
                    <a:lnTo>
                      <a:pt x="104" y="211"/>
                    </a:lnTo>
                    <a:lnTo>
                      <a:pt x="104" y="209"/>
                    </a:lnTo>
                    <a:lnTo>
                      <a:pt x="104" y="209"/>
                    </a:lnTo>
                    <a:lnTo>
                      <a:pt x="104" y="209"/>
                    </a:lnTo>
                    <a:lnTo>
                      <a:pt x="104" y="209"/>
                    </a:lnTo>
                    <a:lnTo>
                      <a:pt x="104" y="209"/>
                    </a:lnTo>
                    <a:lnTo>
                      <a:pt x="104" y="206"/>
                    </a:lnTo>
                    <a:lnTo>
                      <a:pt x="102" y="206"/>
                    </a:lnTo>
                    <a:lnTo>
                      <a:pt x="102" y="206"/>
                    </a:lnTo>
                    <a:lnTo>
                      <a:pt x="102" y="206"/>
                    </a:lnTo>
                    <a:lnTo>
                      <a:pt x="102" y="204"/>
                    </a:lnTo>
                    <a:lnTo>
                      <a:pt x="99" y="204"/>
                    </a:lnTo>
                    <a:lnTo>
                      <a:pt x="99" y="204"/>
                    </a:lnTo>
                    <a:lnTo>
                      <a:pt x="99" y="204"/>
                    </a:lnTo>
                    <a:lnTo>
                      <a:pt x="99" y="204"/>
                    </a:lnTo>
                    <a:lnTo>
                      <a:pt x="97" y="204"/>
                    </a:lnTo>
                    <a:lnTo>
                      <a:pt x="97" y="202"/>
                    </a:lnTo>
                    <a:lnTo>
                      <a:pt x="97" y="202"/>
                    </a:lnTo>
                    <a:lnTo>
                      <a:pt x="97" y="202"/>
                    </a:lnTo>
                    <a:lnTo>
                      <a:pt x="97" y="202"/>
                    </a:lnTo>
                    <a:lnTo>
                      <a:pt x="97" y="199"/>
                    </a:lnTo>
                    <a:lnTo>
                      <a:pt x="97" y="199"/>
                    </a:lnTo>
                    <a:lnTo>
                      <a:pt x="95" y="199"/>
                    </a:lnTo>
                    <a:lnTo>
                      <a:pt x="95" y="199"/>
                    </a:lnTo>
                    <a:lnTo>
                      <a:pt x="92" y="199"/>
                    </a:lnTo>
                    <a:lnTo>
                      <a:pt x="92" y="199"/>
                    </a:lnTo>
                    <a:lnTo>
                      <a:pt x="92" y="199"/>
                    </a:lnTo>
                    <a:lnTo>
                      <a:pt x="92" y="199"/>
                    </a:lnTo>
                    <a:lnTo>
                      <a:pt x="90" y="199"/>
                    </a:lnTo>
                    <a:lnTo>
                      <a:pt x="90" y="199"/>
                    </a:lnTo>
                    <a:lnTo>
                      <a:pt x="88" y="199"/>
                    </a:lnTo>
                    <a:lnTo>
                      <a:pt x="88" y="199"/>
                    </a:lnTo>
                    <a:lnTo>
                      <a:pt x="88" y="202"/>
                    </a:lnTo>
                    <a:lnTo>
                      <a:pt x="88" y="202"/>
                    </a:lnTo>
                    <a:lnTo>
                      <a:pt x="88" y="202"/>
                    </a:lnTo>
                    <a:lnTo>
                      <a:pt x="88" y="202"/>
                    </a:lnTo>
                    <a:lnTo>
                      <a:pt x="88" y="204"/>
                    </a:lnTo>
                    <a:lnTo>
                      <a:pt x="88" y="204"/>
                    </a:lnTo>
                    <a:lnTo>
                      <a:pt x="88" y="202"/>
                    </a:lnTo>
                    <a:lnTo>
                      <a:pt x="88" y="202"/>
                    </a:lnTo>
                    <a:lnTo>
                      <a:pt x="85" y="202"/>
                    </a:lnTo>
                    <a:lnTo>
                      <a:pt x="85" y="202"/>
                    </a:lnTo>
                    <a:lnTo>
                      <a:pt x="85" y="199"/>
                    </a:lnTo>
                    <a:lnTo>
                      <a:pt x="85" y="199"/>
                    </a:lnTo>
                    <a:lnTo>
                      <a:pt x="83" y="199"/>
                    </a:lnTo>
                    <a:lnTo>
                      <a:pt x="83" y="199"/>
                    </a:lnTo>
                    <a:lnTo>
                      <a:pt x="80" y="199"/>
                    </a:lnTo>
                    <a:lnTo>
                      <a:pt x="80" y="199"/>
                    </a:lnTo>
                    <a:lnTo>
                      <a:pt x="80" y="199"/>
                    </a:lnTo>
                    <a:lnTo>
                      <a:pt x="80" y="199"/>
                    </a:lnTo>
                    <a:lnTo>
                      <a:pt x="80" y="199"/>
                    </a:lnTo>
                    <a:lnTo>
                      <a:pt x="78" y="199"/>
                    </a:lnTo>
                    <a:lnTo>
                      <a:pt x="78" y="199"/>
                    </a:lnTo>
                    <a:lnTo>
                      <a:pt x="78" y="202"/>
                    </a:lnTo>
                    <a:lnTo>
                      <a:pt x="78" y="202"/>
                    </a:lnTo>
                    <a:lnTo>
                      <a:pt x="78" y="204"/>
                    </a:lnTo>
                    <a:lnTo>
                      <a:pt x="78" y="204"/>
                    </a:lnTo>
                    <a:lnTo>
                      <a:pt x="76" y="204"/>
                    </a:lnTo>
                    <a:lnTo>
                      <a:pt x="76" y="202"/>
                    </a:lnTo>
                    <a:lnTo>
                      <a:pt x="76" y="202"/>
                    </a:lnTo>
                    <a:lnTo>
                      <a:pt x="76" y="199"/>
                    </a:lnTo>
                    <a:lnTo>
                      <a:pt x="76" y="199"/>
                    </a:lnTo>
                    <a:lnTo>
                      <a:pt x="73" y="199"/>
                    </a:lnTo>
                    <a:lnTo>
                      <a:pt x="73" y="199"/>
                    </a:lnTo>
                    <a:lnTo>
                      <a:pt x="73" y="199"/>
                    </a:lnTo>
                    <a:lnTo>
                      <a:pt x="73" y="199"/>
                    </a:lnTo>
                    <a:lnTo>
                      <a:pt x="73" y="199"/>
                    </a:lnTo>
                    <a:lnTo>
                      <a:pt x="73" y="197"/>
                    </a:lnTo>
                    <a:lnTo>
                      <a:pt x="73" y="197"/>
                    </a:lnTo>
                    <a:lnTo>
                      <a:pt x="73" y="197"/>
                    </a:lnTo>
                    <a:lnTo>
                      <a:pt x="73" y="197"/>
                    </a:lnTo>
                    <a:lnTo>
                      <a:pt x="76" y="197"/>
                    </a:lnTo>
                    <a:lnTo>
                      <a:pt x="76" y="194"/>
                    </a:lnTo>
                    <a:lnTo>
                      <a:pt x="76" y="194"/>
                    </a:lnTo>
                    <a:lnTo>
                      <a:pt x="73" y="194"/>
                    </a:lnTo>
                    <a:lnTo>
                      <a:pt x="73" y="192"/>
                    </a:lnTo>
                    <a:lnTo>
                      <a:pt x="73" y="192"/>
                    </a:lnTo>
                    <a:lnTo>
                      <a:pt x="73" y="194"/>
                    </a:lnTo>
                    <a:lnTo>
                      <a:pt x="73" y="194"/>
                    </a:lnTo>
                    <a:lnTo>
                      <a:pt x="73" y="192"/>
                    </a:lnTo>
                    <a:lnTo>
                      <a:pt x="73" y="192"/>
                    </a:lnTo>
                    <a:lnTo>
                      <a:pt x="73" y="192"/>
                    </a:lnTo>
                    <a:lnTo>
                      <a:pt x="73" y="192"/>
                    </a:lnTo>
                    <a:lnTo>
                      <a:pt x="76" y="192"/>
                    </a:lnTo>
                    <a:lnTo>
                      <a:pt x="76" y="190"/>
                    </a:lnTo>
                    <a:lnTo>
                      <a:pt x="76" y="190"/>
                    </a:lnTo>
                    <a:lnTo>
                      <a:pt x="76" y="190"/>
                    </a:lnTo>
                    <a:lnTo>
                      <a:pt x="76" y="190"/>
                    </a:lnTo>
                    <a:lnTo>
                      <a:pt x="76" y="187"/>
                    </a:lnTo>
                    <a:lnTo>
                      <a:pt x="76" y="187"/>
                    </a:lnTo>
                    <a:lnTo>
                      <a:pt x="76" y="187"/>
                    </a:lnTo>
                    <a:lnTo>
                      <a:pt x="76" y="187"/>
                    </a:lnTo>
                    <a:lnTo>
                      <a:pt x="76" y="185"/>
                    </a:lnTo>
                    <a:lnTo>
                      <a:pt x="76" y="185"/>
                    </a:lnTo>
                    <a:lnTo>
                      <a:pt x="76" y="185"/>
                    </a:lnTo>
                    <a:lnTo>
                      <a:pt x="76" y="183"/>
                    </a:lnTo>
                    <a:lnTo>
                      <a:pt x="76" y="183"/>
                    </a:lnTo>
                    <a:lnTo>
                      <a:pt x="76" y="183"/>
                    </a:lnTo>
                    <a:lnTo>
                      <a:pt x="76" y="180"/>
                    </a:lnTo>
                    <a:lnTo>
                      <a:pt x="78" y="180"/>
                    </a:lnTo>
                    <a:lnTo>
                      <a:pt x="78" y="180"/>
                    </a:lnTo>
                    <a:lnTo>
                      <a:pt x="78" y="178"/>
                    </a:lnTo>
                    <a:lnTo>
                      <a:pt x="76" y="178"/>
                    </a:lnTo>
                    <a:lnTo>
                      <a:pt x="76" y="178"/>
                    </a:lnTo>
                    <a:lnTo>
                      <a:pt x="73" y="178"/>
                    </a:lnTo>
                    <a:lnTo>
                      <a:pt x="73" y="178"/>
                    </a:lnTo>
                    <a:lnTo>
                      <a:pt x="73" y="178"/>
                    </a:lnTo>
                    <a:lnTo>
                      <a:pt x="71" y="178"/>
                    </a:lnTo>
                    <a:lnTo>
                      <a:pt x="71" y="178"/>
                    </a:lnTo>
                    <a:lnTo>
                      <a:pt x="71" y="178"/>
                    </a:lnTo>
                    <a:lnTo>
                      <a:pt x="71" y="178"/>
                    </a:lnTo>
                    <a:lnTo>
                      <a:pt x="69" y="178"/>
                    </a:lnTo>
                    <a:lnTo>
                      <a:pt x="69" y="178"/>
                    </a:lnTo>
                    <a:lnTo>
                      <a:pt x="69" y="178"/>
                    </a:lnTo>
                    <a:lnTo>
                      <a:pt x="66" y="178"/>
                    </a:lnTo>
                    <a:lnTo>
                      <a:pt x="66" y="178"/>
                    </a:lnTo>
                    <a:lnTo>
                      <a:pt x="66" y="178"/>
                    </a:lnTo>
                    <a:lnTo>
                      <a:pt x="64" y="178"/>
                    </a:lnTo>
                    <a:lnTo>
                      <a:pt x="64" y="178"/>
                    </a:lnTo>
                    <a:lnTo>
                      <a:pt x="64" y="178"/>
                    </a:lnTo>
                    <a:lnTo>
                      <a:pt x="61" y="178"/>
                    </a:lnTo>
                    <a:lnTo>
                      <a:pt x="61" y="178"/>
                    </a:lnTo>
                    <a:lnTo>
                      <a:pt x="61" y="180"/>
                    </a:lnTo>
                    <a:lnTo>
                      <a:pt x="59" y="180"/>
                    </a:lnTo>
                    <a:lnTo>
                      <a:pt x="59" y="180"/>
                    </a:lnTo>
                    <a:lnTo>
                      <a:pt x="59" y="180"/>
                    </a:lnTo>
                    <a:lnTo>
                      <a:pt x="59" y="180"/>
                    </a:lnTo>
                    <a:lnTo>
                      <a:pt x="57" y="180"/>
                    </a:lnTo>
                    <a:lnTo>
                      <a:pt x="57" y="183"/>
                    </a:lnTo>
                    <a:lnTo>
                      <a:pt x="57" y="183"/>
                    </a:lnTo>
                    <a:lnTo>
                      <a:pt x="57" y="183"/>
                    </a:lnTo>
                    <a:lnTo>
                      <a:pt x="57" y="185"/>
                    </a:lnTo>
                    <a:lnTo>
                      <a:pt x="57" y="185"/>
                    </a:lnTo>
                    <a:lnTo>
                      <a:pt x="57" y="185"/>
                    </a:lnTo>
                    <a:lnTo>
                      <a:pt x="59" y="185"/>
                    </a:lnTo>
                    <a:lnTo>
                      <a:pt x="59" y="187"/>
                    </a:lnTo>
                    <a:lnTo>
                      <a:pt x="59" y="187"/>
                    </a:lnTo>
                    <a:lnTo>
                      <a:pt x="59" y="187"/>
                    </a:lnTo>
                    <a:lnTo>
                      <a:pt x="59" y="187"/>
                    </a:lnTo>
                    <a:lnTo>
                      <a:pt x="59" y="190"/>
                    </a:lnTo>
                    <a:lnTo>
                      <a:pt x="59" y="190"/>
                    </a:lnTo>
                    <a:lnTo>
                      <a:pt x="59" y="190"/>
                    </a:lnTo>
                    <a:lnTo>
                      <a:pt x="59" y="192"/>
                    </a:lnTo>
                    <a:lnTo>
                      <a:pt x="57" y="192"/>
                    </a:lnTo>
                    <a:lnTo>
                      <a:pt x="57" y="192"/>
                    </a:lnTo>
                    <a:lnTo>
                      <a:pt x="57" y="194"/>
                    </a:lnTo>
                    <a:lnTo>
                      <a:pt x="57" y="194"/>
                    </a:lnTo>
                    <a:lnTo>
                      <a:pt x="57" y="194"/>
                    </a:lnTo>
                    <a:lnTo>
                      <a:pt x="57" y="197"/>
                    </a:lnTo>
                    <a:lnTo>
                      <a:pt x="57" y="197"/>
                    </a:lnTo>
                    <a:lnTo>
                      <a:pt x="57" y="199"/>
                    </a:lnTo>
                    <a:lnTo>
                      <a:pt x="57" y="199"/>
                    </a:lnTo>
                    <a:lnTo>
                      <a:pt x="54" y="199"/>
                    </a:lnTo>
                    <a:lnTo>
                      <a:pt x="54" y="199"/>
                    </a:lnTo>
                    <a:lnTo>
                      <a:pt x="54" y="202"/>
                    </a:lnTo>
                    <a:lnTo>
                      <a:pt x="57" y="202"/>
                    </a:lnTo>
                    <a:lnTo>
                      <a:pt x="57" y="202"/>
                    </a:lnTo>
                    <a:lnTo>
                      <a:pt x="57" y="204"/>
                    </a:lnTo>
                    <a:lnTo>
                      <a:pt x="57" y="204"/>
                    </a:lnTo>
                    <a:lnTo>
                      <a:pt x="57" y="206"/>
                    </a:lnTo>
                    <a:lnTo>
                      <a:pt x="57" y="206"/>
                    </a:lnTo>
                    <a:lnTo>
                      <a:pt x="57" y="209"/>
                    </a:lnTo>
                    <a:lnTo>
                      <a:pt x="57" y="209"/>
                    </a:lnTo>
                    <a:lnTo>
                      <a:pt x="57" y="209"/>
                    </a:lnTo>
                    <a:lnTo>
                      <a:pt x="57" y="209"/>
                    </a:lnTo>
                    <a:lnTo>
                      <a:pt x="57" y="211"/>
                    </a:lnTo>
                    <a:lnTo>
                      <a:pt x="57" y="211"/>
                    </a:lnTo>
                    <a:lnTo>
                      <a:pt x="57" y="211"/>
                    </a:lnTo>
                    <a:lnTo>
                      <a:pt x="57" y="213"/>
                    </a:lnTo>
                    <a:lnTo>
                      <a:pt x="57" y="213"/>
                    </a:lnTo>
                    <a:lnTo>
                      <a:pt x="54" y="213"/>
                    </a:lnTo>
                    <a:lnTo>
                      <a:pt x="54" y="216"/>
                    </a:lnTo>
                    <a:lnTo>
                      <a:pt x="54" y="216"/>
                    </a:lnTo>
                    <a:lnTo>
                      <a:pt x="54" y="216"/>
                    </a:lnTo>
                    <a:lnTo>
                      <a:pt x="54" y="216"/>
                    </a:lnTo>
                    <a:lnTo>
                      <a:pt x="54" y="218"/>
                    </a:lnTo>
                    <a:lnTo>
                      <a:pt x="54" y="218"/>
                    </a:lnTo>
                    <a:lnTo>
                      <a:pt x="52" y="218"/>
                    </a:lnTo>
                    <a:lnTo>
                      <a:pt x="52" y="218"/>
                    </a:lnTo>
                    <a:lnTo>
                      <a:pt x="54" y="218"/>
                    </a:lnTo>
                    <a:lnTo>
                      <a:pt x="54" y="221"/>
                    </a:lnTo>
                    <a:lnTo>
                      <a:pt x="54" y="221"/>
                    </a:lnTo>
                    <a:lnTo>
                      <a:pt x="52" y="221"/>
                    </a:lnTo>
                    <a:lnTo>
                      <a:pt x="52" y="223"/>
                    </a:lnTo>
                    <a:lnTo>
                      <a:pt x="52" y="223"/>
                    </a:lnTo>
                    <a:lnTo>
                      <a:pt x="52" y="223"/>
                    </a:lnTo>
                    <a:lnTo>
                      <a:pt x="52" y="225"/>
                    </a:lnTo>
                    <a:lnTo>
                      <a:pt x="52" y="225"/>
                    </a:lnTo>
                    <a:lnTo>
                      <a:pt x="52" y="225"/>
                    </a:lnTo>
                    <a:lnTo>
                      <a:pt x="50" y="225"/>
                    </a:lnTo>
                    <a:lnTo>
                      <a:pt x="50" y="228"/>
                    </a:lnTo>
                    <a:lnTo>
                      <a:pt x="50" y="228"/>
                    </a:lnTo>
                    <a:lnTo>
                      <a:pt x="50" y="228"/>
                    </a:lnTo>
                    <a:lnTo>
                      <a:pt x="50" y="228"/>
                    </a:lnTo>
                    <a:lnTo>
                      <a:pt x="50" y="230"/>
                    </a:lnTo>
                    <a:lnTo>
                      <a:pt x="47" y="230"/>
                    </a:lnTo>
                    <a:lnTo>
                      <a:pt x="47" y="230"/>
                    </a:lnTo>
                    <a:lnTo>
                      <a:pt x="47" y="232"/>
                    </a:lnTo>
                    <a:lnTo>
                      <a:pt x="47" y="232"/>
                    </a:lnTo>
                    <a:lnTo>
                      <a:pt x="47" y="232"/>
                    </a:lnTo>
                    <a:lnTo>
                      <a:pt x="47" y="235"/>
                    </a:lnTo>
                    <a:lnTo>
                      <a:pt x="47" y="235"/>
                    </a:lnTo>
                    <a:lnTo>
                      <a:pt x="47" y="237"/>
                    </a:lnTo>
                    <a:lnTo>
                      <a:pt x="47" y="237"/>
                    </a:lnTo>
                    <a:lnTo>
                      <a:pt x="47" y="237"/>
                    </a:lnTo>
                    <a:lnTo>
                      <a:pt x="47" y="237"/>
                    </a:lnTo>
                    <a:lnTo>
                      <a:pt x="45" y="237"/>
                    </a:lnTo>
                    <a:lnTo>
                      <a:pt x="45" y="240"/>
                    </a:lnTo>
                    <a:lnTo>
                      <a:pt x="47" y="240"/>
                    </a:lnTo>
                    <a:lnTo>
                      <a:pt x="47" y="240"/>
                    </a:lnTo>
                    <a:lnTo>
                      <a:pt x="47" y="240"/>
                    </a:lnTo>
                    <a:lnTo>
                      <a:pt x="47" y="240"/>
                    </a:lnTo>
                    <a:lnTo>
                      <a:pt x="47" y="242"/>
                    </a:lnTo>
                    <a:lnTo>
                      <a:pt x="47" y="242"/>
                    </a:lnTo>
                    <a:lnTo>
                      <a:pt x="47" y="244"/>
                    </a:lnTo>
                    <a:lnTo>
                      <a:pt x="47" y="244"/>
                    </a:lnTo>
                    <a:lnTo>
                      <a:pt x="47" y="247"/>
                    </a:lnTo>
                    <a:lnTo>
                      <a:pt x="45" y="247"/>
                    </a:lnTo>
                    <a:lnTo>
                      <a:pt x="45" y="247"/>
                    </a:lnTo>
                    <a:lnTo>
                      <a:pt x="45" y="247"/>
                    </a:lnTo>
                    <a:lnTo>
                      <a:pt x="45" y="247"/>
                    </a:lnTo>
                    <a:lnTo>
                      <a:pt x="45" y="247"/>
                    </a:lnTo>
                    <a:lnTo>
                      <a:pt x="45" y="249"/>
                    </a:lnTo>
                    <a:lnTo>
                      <a:pt x="45" y="249"/>
                    </a:lnTo>
                    <a:lnTo>
                      <a:pt x="43" y="249"/>
                    </a:lnTo>
                    <a:lnTo>
                      <a:pt x="43" y="249"/>
                    </a:lnTo>
                    <a:lnTo>
                      <a:pt x="43" y="251"/>
                    </a:lnTo>
                    <a:lnTo>
                      <a:pt x="43" y="251"/>
                    </a:lnTo>
                    <a:lnTo>
                      <a:pt x="40" y="251"/>
                    </a:lnTo>
                    <a:lnTo>
                      <a:pt x="40" y="254"/>
                    </a:lnTo>
                    <a:lnTo>
                      <a:pt x="40" y="254"/>
                    </a:lnTo>
                    <a:lnTo>
                      <a:pt x="40" y="256"/>
                    </a:lnTo>
                    <a:lnTo>
                      <a:pt x="43" y="256"/>
                    </a:lnTo>
                    <a:lnTo>
                      <a:pt x="43" y="256"/>
                    </a:lnTo>
                    <a:lnTo>
                      <a:pt x="40" y="256"/>
                    </a:lnTo>
                    <a:lnTo>
                      <a:pt x="40" y="258"/>
                    </a:lnTo>
                    <a:lnTo>
                      <a:pt x="40" y="258"/>
                    </a:lnTo>
                    <a:lnTo>
                      <a:pt x="40" y="258"/>
                    </a:lnTo>
                    <a:lnTo>
                      <a:pt x="40" y="258"/>
                    </a:lnTo>
                    <a:lnTo>
                      <a:pt x="38" y="258"/>
                    </a:lnTo>
                    <a:lnTo>
                      <a:pt x="38" y="258"/>
                    </a:lnTo>
                    <a:lnTo>
                      <a:pt x="40" y="258"/>
                    </a:lnTo>
                    <a:lnTo>
                      <a:pt x="40" y="258"/>
                    </a:lnTo>
                    <a:lnTo>
                      <a:pt x="40" y="258"/>
                    </a:lnTo>
                    <a:lnTo>
                      <a:pt x="40" y="261"/>
                    </a:lnTo>
                    <a:lnTo>
                      <a:pt x="40" y="261"/>
                    </a:lnTo>
                    <a:lnTo>
                      <a:pt x="40" y="261"/>
                    </a:lnTo>
                    <a:lnTo>
                      <a:pt x="40" y="263"/>
                    </a:lnTo>
                    <a:lnTo>
                      <a:pt x="40" y="263"/>
                    </a:lnTo>
                    <a:lnTo>
                      <a:pt x="40" y="263"/>
                    </a:lnTo>
                    <a:lnTo>
                      <a:pt x="38" y="263"/>
                    </a:lnTo>
                    <a:lnTo>
                      <a:pt x="38" y="266"/>
                    </a:lnTo>
                    <a:lnTo>
                      <a:pt x="40" y="266"/>
                    </a:lnTo>
                    <a:lnTo>
                      <a:pt x="40" y="266"/>
                    </a:lnTo>
                    <a:lnTo>
                      <a:pt x="40" y="268"/>
                    </a:lnTo>
                    <a:lnTo>
                      <a:pt x="38" y="268"/>
                    </a:lnTo>
                    <a:lnTo>
                      <a:pt x="38" y="268"/>
                    </a:lnTo>
                    <a:lnTo>
                      <a:pt x="38" y="268"/>
                    </a:lnTo>
                    <a:lnTo>
                      <a:pt x="38" y="270"/>
                    </a:lnTo>
                    <a:lnTo>
                      <a:pt x="40" y="270"/>
                    </a:lnTo>
                    <a:lnTo>
                      <a:pt x="40" y="270"/>
                    </a:lnTo>
                    <a:lnTo>
                      <a:pt x="38" y="270"/>
                    </a:lnTo>
                    <a:lnTo>
                      <a:pt x="38" y="273"/>
                    </a:lnTo>
                    <a:lnTo>
                      <a:pt x="38" y="273"/>
                    </a:lnTo>
                    <a:lnTo>
                      <a:pt x="38" y="275"/>
                    </a:lnTo>
                    <a:lnTo>
                      <a:pt x="40" y="275"/>
                    </a:lnTo>
                    <a:lnTo>
                      <a:pt x="40" y="275"/>
                    </a:lnTo>
                    <a:lnTo>
                      <a:pt x="40" y="277"/>
                    </a:lnTo>
                    <a:lnTo>
                      <a:pt x="40" y="277"/>
                    </a:lnTo>
                    <a:lnTo>
                      <a:pt x="40" y="277"/>
                    </a:lnTo>
                    <a:lnTo>
                      <a:pt x="40" y="277"/>
                    </a:lnTo>
                    <a:lnTo>
                      <a:pt x="40" y="280"/>
                    </a:lnTo>
                    <a:lnTo>
                      <a:pt x="40" y="280"/>
                    </a:lnTo>
                    <a:lnTo>
                      <a:pt x="40" y="280"/>
                    </a:lnTo>
                    <a:lnTo>
                      <a:pt x="43" y="280"/>
                    </a:lnTo>
                    <a:lnTo>
                      <a:pt x="43" y="282"/>
                    </a:lnTo>
                    <a:lnTo>
                      <a:pt x="43" y="282"/>
                    </a:lnTo>
                    <a:lnTo>
                      <a:pt x="43" y="285"/>
                    </a:lnTo>
                    <a:lnTo>
                      <a:pt x="43" y="285"/>
                    </a:lnTo>
                    <a:lnTo>
                      <a:pt x="40" y="285"/>
                    </a:lnTo>
                    <a:lnTo>
                      <a:pt x="40" y="285"/>
                    </a:lnTo>
                    <a:lnTo>
                      <a:pt x="40" y="285"/>
                    </a:lnTo>
                    <a:lnTo>
                      <a:pt x="40" y="285"/>
                    </a:lnTo>
                    <a:lnTo>
                      <a:pt x="40" y="287"/>
                    </a:lnTo>
                    <a:lnTo>
                      <a:pt x="40" y="287"/>
                    </a:lnTo>
                    <a:lnTo>
                      <a:pt x="43" y="287"/>
                    </a:lnTo>
                    <a:lnTo>
                      <a:pt x="43" y="287"/>
                    </a:lnTo>
                    <a:lnTo>
                      <a:pt x="43" y="287"/>
                    </a:lnTo>
                    <a:lnTo>
                      <a:pt x="45" y="287"/>
                    </a:lnTo>
                    <a:lnTo>
                      <a:pt x="45" y="287"/>
                    </a:lnTo>
                    <a:lnTo>
                      <a:pt x="45" y="287"/>
                    </a:lnTo>
                    <a:lnTo>
                      <a:pt x="45" y="287"/>
                    </a:lnTo>
                    <a:lnTo>
                      <a:pt x="45" y="285"/>
                    </a:lnTo>
                    <a:lnTo>
                      <a:pt x="47" y="285"/>
                    </a:lnTo>
                    <a:lnTo>
                      <a:pt x="47" y="285"/>
                    </a:lnTo>
                    <a:lnTo>
                      <a:pt x="47" y="285"/>
                    </a:lnTo>
                    <a:lnTo>
                      <a:pt x="47" y="285"/>
                    </a:lnTo>
                    <a:lnTo>
                      <a:pt x="50" y="285"/>
                    </a:lnTo>
                    <a:lnTo>
                      <a:pt x="50" y="282"/>
                    </a:lnTo>
                    <a:lnTo>
                      <a:pt x="47" y="282"/>
                    </a:lnTo>
                    <a:lnTo>
                      <a:pt x="47" y="282"/>
                    </a:lnTo>
                    <a:lnTo>
                      <a:pt x="50" y="282"/>
                    </a:lnTo>
                    <a:lnTo>
                      <a:pt x="50" y="280"/>
                    </a:lnTo>
                    <a:lnTo>
                      <a:pt x="50" y="280"/>
                    </a:lnTo>
                    <a:lnTo>
                      <a:pt x="47" y="280"/>
                    </a:lnTo>
                    <a:lnTo>
                      <a:pt x="47" y="277"/>
                    </a:lnTo>
                    <a:lnTo>
                      <a:pt x="47" y="277"/>
                    </a:lnTo>
                    <a:lnTo>
                      <a:pt x="50" y="277"/>
                    </a:lnTo>
                    <a:lnTo>
                      <a:pt x="50" y="277"/>
                    </a:lnTo>
                    <a:lnTo>
                      <a:pt x="47" y="277"/>
                    </a:lnTo>
                    <a:lnTo>
                      <a:pt x="47" y="275"/>
                    </a:lnTo>
                    <a:lnTo>
                      <a:pt x="50" y="275"/>
                    </a:lnTo>
                    <a:lnTo>
                      <a:pt x="50" y="275"/>
                    </a:lnTo>
                    <a:lnTo>
                      <a:pt x="50" y="275"/>
                    </a:lnTo>
                    <a:lnTo>
                      <a:pt x="50" y="275"/>
                    </a:lnTo>
                    <a:lnTo>
                      <a:pt x="50" y="277"/>
                    </a:lnTo>
                    <a:lnTo>
                      <a:pt x="52" y="277"/>
                    </a:lnTo>
                    <a:lnTo>
                      <a:pt x="52" y="277"/>
                    </a:lnTo>
                    <a:lnTo>
                      <a:pt x="52" y="277"/>
                    </a:lnTo>
                    <a:lnTo>
                      <a:pt x="52" y="280"/>
                    </a:lnTo>
                    <a:lnTo>
                      <a:pt x="50" y="280"/>
                    </a:lnTo>
                    <a:lnTo>
                      <a:pt x="50" y="280"/>
                    </a:lnTo>
                    <a:lnTo>
                      <a:pt x="50" y="282"/>
                    </a:lnTo>
                    <a:lnTo>
                      <a:pt x="50" y="282"/>
                    </a:lnTo>
                    <a:lnTo>
                      <a:pt x="50" y="285"/>
                    </a:lnTo>
                    <a:lnTo>
                      <a:pt x="52" y="285"/>
                    </a:lnTo>
                    <a:lnTo>
                      <a:pt x="52" y="285"/>
                    </a:lnTo>
                    <a:lnTo>
                      <a:pt x="52" y="285"/>
                    </a:lnTo>
                    <a:lnTo>
                      <a:pt x="54" y="285"/>
                    </a:lnTo>
                    <a:lnTo>
                      <a:pt x="54" y="285"/>
                    </a:lnTo>
                    <a:lnTo>
                      <a:pt x="54" y="282"/>
                    </a:lnTo>
                    <a:lnTo>
                      <a:pt x="54" y="282"/>
                    </a:lnTo>
                    <a:lnTo>
                      <a:pt x="54" y="280"/>
                    </a:lnTo>
                    <a:lnTo>
                      <a:pt x="54" y="280"/>
                    </a:lnTo>
                    <a:lnTo>
                      <a:pt x="54" y="277"/>
                    </a:lnTo>
                    <a:lnTo>
                      <a:pt x="54" y="277"/>
                    </a:lnTo>
                    <a:lnTo>
                      <a:pt x="54" y="277"/>
                    </a:lnTo>
                    <a:lnTo>
                      <a:pt x="54" y="277"/>
                    </a:lnTo>
                    <a:lnTo>
                      <a:pt x="57" y="277"/>
                    </a:lnTo>
                    <a:lnTo>
                      <a:pt x="57" y="277"/>
                    </a:lnTo>
                    <a:lnTo>
                      <a:pt x="57" y="277"/>
                    </a:lnTo>
                    <a:lnTo>
                      <a:pt x="57" y="277"/>
                    </a:lnTo>
                    <a:lnTo>
                      <a:pt x="57" y="275"/>
                    </a:lnTo>
                    <a:lnTo>
                      <a:pt x="57" y="275"/>
                    </a:lnTo>
                    <a:lnTo>
                      <a:pt x="54" y="275"/>
                    </a:lnTo>
                    <a:lnTo>
                      <a:pt x="54" y="275"/>
                    </a:lnTo>
                    <a:lnTo>
                      <a:pt x="54" y="273"/>
                    </a:lnTo>
                    <a:lnTo>
                      <a:pt x="54" y="273"/>
                    </a:lnTo>
                    <a:lnTo>
                      <a:pt x="54" y="270"/>
                    </a:lnTo>
                    <a:lnTo>
                      <a:pt x="57" y="270"/>
                    </a:lnTo>
                    <a:lnTo>
                      <a:pt x="57" y="270"/>
                    </a:lnTo>
                    <a:lnTo>
                      <a:pt x="57" y="273"/>
                    </a:lnTo>
                    <a:lnTo>
                      <a:pt x="59" y="273"/>
                    </a:lnTo>
                    <a:lnTo>
                      <a:pt x="59" y="273"/>
                    </a:lnTo>
                    <a:lnTo>
                      <a:pt x="59" y="275"/>
                    </a:lnTo>
                    <a:lnTo>
                      <a:pt x="59" y="275"/>
                    </a:lnTo>
                    <a:lnTo>
                      <a:pt x="59" y="277"/>
                    </a:lnTo>
                    <a:lnTo>
                      <a:pt x="59" y="277"/>
                    </a:lnTo>
                    <a:lnTo>
                      <a:pt x="59" y="277"/>
                    </a:lnTo>
                    <a:lnTo>
                      <a:pt x="59" y="277"/>
                    </a:lnTo>
                    <a:lnTo>
                      <a:pt x="59" y="277"/>
                    </a:lnTo>
                    <a:lnTo>
                      <a:pt x="59" y="280"/>
                    </a:lnTo>
                    <a:lnTo>
                      <a:pt x="59" y="280"/>
                    </a:lnTo>
                    <a:lnTo>
                      <a:pt x="59" y="282"/>
                    </a:lnTo>
                    <a:lnTo>
                      <a:pt x="57" y="282"/>
                    </a:lnTo>
                    <a:lnTo>
                      <a:pt x="57" y="282"/>
                    </a:lnTo>
                    <a:lnTo>
                      <a:pt x="57" y="282"/>
                    </a:lnTo>
                    <a:lnTo>
                      <a:pt x="57" y="285"/>
                    </a:lnTo>
                    <a:lnTo>
                      <a:pt x="57" y="285"/>
                    </a:lnTo>
                    <a:lnTo>
                      <a:pt x="54" y="285"/>
                    </a:lnTo>
                    <a:lnTo>
                      <a:pt x="54" y="285"/>
                    </a:lnTo>
                    <a:lnTo>
                      <a:pt x="54" y="285"/>
                    </a:lnTo>
                    <a:lnTo>
                      <a:pt x="54" y="287"/>
                    </a:lnTo>
                    <a:lnTo>
                      <a:pt x="54" y="287"/>
                    </a:lnTo>
                    <a:lnTo>
                      <a:pt x="54" y="287"/>
                    </a:lnTo>
                    <a:lnTo>
                      <a:pt x="54" y="287"/>
                    </a:lnTo>
                    <a:lnTo>
                      <a:pt x="54" y="289"/>
                    </a:lnTo>
                    <a:lnTo>
                      <a:pt x="54" y="289"/>
                    </a:lnTo>
                    <a:lnTo>
                      <a:pt x="54" y="292"/>
                    </a:lnTo>
                    <a:lnTo>
                      <a:pt x="54" y="292"/>
                    </a:lnTo>
                    <a:lnTo>
                      <a:pt x="54" y="292"/>
                    </a:lnTo>
                    <a:lnTo>
                      <a:pt x="54" y="294"/>
                    </a:lnTo>
                    <a:lnTo>
                      <a:pt x="54" y="294"/>
                    </a:lnTo>
                    <a:lnTo>
                      <a:pt x="54" y="296"/>
                    </a:lnTo>
                    <a:lnTo>
                      <a:pt x="54" y="296"/>
                    </a:lnTo>
                    <a:lnTo>
                      <a:pt x="54" y="296"/>
                    </a:lnTo>
                    <a:lnTo>
                      <a:pt x="54" y="299"/>
                    </a:lnTo>
                    <a:lnTo>
                      <a:pt x="54" y="299"/>
                    </a:lnTo>
                    <a:lnTo>
                      <a:pt x="54" y="301"/>
                    </a:lnTo>
                    <a:lnTo>
                      <a:pt x="54" y="301"/>
                    </a:lnTo>
                    <a:lnTo>
                      <a:pt x="57" y="301"/>
                    </a:lnTo>
                    <a:lnTo>
                      <a:pt x="57" y="304"/>
                    </a:lnTo>
                    <a:lnTo>
                      <a:pt x="57" y="304"/>
                    </a:lnTo>
                    <a:lnTo>
                      <a:pt x="57" y="304"/>
                    </a:lnTo>
                    <a:lnTo>
                      <a:pt x="59" y="304"/>
                    </a:lnTo>
                    <a:lnTo>
                      <a:pt x="59" y="306"/>
                    </a:lnTo>
                    <a:lnTo>
                      <a:pt x="59" y="306"/>
                    </a:lnTo>
                    <a:lnTo>
                      <a:pt x="59" y="306"/>
                    </a:lnTo>
                    <a:lnTo>
                      <a:pt x="59" y="306"/>
                    </a:lnTo>
                    <a:lnTo>
                      <a:pt x="59" y="304"/>
                    </a:lnTo>
                    <a:lnTo>
                      <a:pt x="59" y="304"/>
                    </a:lnTo>
                    <a:lnTo>
                      <a:pt x="61" y="304"/>
                    </a:lnTo>
                    <a:lnTo>
                      <a:pt x="61" y="306"/>
                    </a:lnTo>
                    <a:lnTo>
                      <a:pt x="61" y="306"/>
                    </a:lnTo>
                    <a:lnTo>
                      <a:pt x="61" y="306"/>
                    </a:lnTo>
                    <a:lnTo>
                      <a:pt x="61" y="306"/>
                    </a:lnTo>
                    <a:lnTo>
                      <a:pt x="61" y="308"/>
                    </a:lnTo>
                    <a:lnTo>
                      <a:pt x="64" y="308"/>
                    </a:lnTo>
                    <a:lnTo>
                      <a:pt x="64" y="308"/>
                    </a:lnTo>
                    <a:lnTo>
                      <a:pt x="64" y="311"/>
                    </a:lnTo>
                    <a:lnTo>
                      <a:pt x="64" y="311"/>
                    </a:lnTo>
                    <a:lnTo>
                      <a:pt x="64" y="313"/>
                    </a:lnTo>
                    <a:lnTo>
                      <a:pt x="64" y="313"/>
                    </a:lnTo>
                    <a:lnTo>
                      <a:pt x="64" y="313"/>
                    </a:lnTo>
                    <a:lnTo>
                      <a:pt x="64" y="315"/>
                    </a:lnTo>
                    <a:lnTo>
                      <a:pt x="64" y="315"/>
                    </a:lnTo>
                    <a:lnTo>
                      <a:pt x="64" y="318"/>
                    </a:lnTo>
                    <a:lnTo>
                      <a:pt x="64" y="318"/>
                    </a:lnTo>
                    <a:lnTo>
                      <a:pt x="64" y="318"/>
                    </a:lnTo>
                    <a:lnTo>
                      <a:pt x="64" y="318"/>
                    </a:lnTo>
                    <a:lnTo>
                      <a:pt x="64" y="320"/>
                    </a:lnTo>
                    <a:lnTo>
                      <a:pt x="64" y="320"/>
                    </a:lnTo>
                    <a:lnTo>
                      <a:pt x="64" y="322"/>
                    </a:lnTo>
                    <a:lnTo>
                      <a:pt x="64" y="322"/>
                    </a:lnTo>
                    <a:lnTo>
                      <a:pt x="66" y="322"/>
                    </a:lnTo>
                    <a:lnTo>
                      <a:pt x="66" y="325"/>
                    </a:lnTo>
                    <a:lnTo>
                      <a:pt x="66" y="325"/>
                    </a:lnTo>
                    <a:lnTo>
                      <a:pt x="66" y="327"/>
                    </a:lnTo>
                    <a:lnTo>
                      <a:pt x="66" y="327"/>
                    </a:lnTo>
                    <a:lnTo>
                      <a:pt x="66" y="327"/>
                    </a:lnTo>
                    <a:lnTo>
                      <a:pt x="66" y="327"/>
                    </a:lnTo>
                    <a:lnTo>
                      <a:pt x="66" y="330"/>
                    </a:lnTo>
                    <a:lnTo>
                      <a:pt x="66" y="330"/>
                    </a:lnTo>
                    <a:lnTo>
                      <a:pt x="66" y="332"/>
                    </a:lnTo>
                    <a:lnTo>
                      <a:pt x="66" y="332"/>
                    </a:lnTo>
                    <a:lnTo>
                      <a:pt x="66" y="332"/>
                    </a:lnTo>
                    <a:lnTo>
                      <a:pt x="66" y="334"/>
                    </a:lnTo>
                    <a:lnTo>
                      <a:pt x="69" y="334"/>
                    </a:lnTo>
                    <a:lnTo>
                      <a:pt x="69" y="334"/>
                    </a:lnTo>
                    <a:lnTo>
                      <a:pt x="69" y="337"/>
                    </a:lnTo>
                    <a:lnTo>
                      <a:pt x="69" y="337"/>
                    </a:lnTo>
                    <a:lnTo>
                      <a:pt x="69" y="337"/>
                    </a:lnTo>
                    <a:lnTo>
                      <a:pt x="71" y="337"/>
                    </a:lnTo>
                    <a:lnTo>
                      <a:pt x="71" y="337"/>
                    </a:lnTo>
                    <a:lnTo>
                      <a:pt x="71" y="337"/>
                    </a:lnTo>
                    <a:lnTo>
                      <a:pt x="71" y="339"/>
                    </a:lnTo>
                    <a:lnTo>
                      <a:pt x="71" y="339"/>
                    </a:lnTo>
                    <a:lnTo>
                      <a:pt x="71" y="339"/>
                    </a:lnTo>
                    <a:lnTo>
                      <a:pt x="71" y="341"/>
                    </a:lnTo>
                    <a:lnTo>
                      <a:pt x="73" y="341"/>
                    </a:lnTo>
                    <a:lnTo>
                      <a:pt x="73" y="341"/>
                    </a:lnTo>
                    <a:lnTo>
                      <a:pt x="73" y="341"/>
                    </a:lnTo>
                    <a:lnTo>
                      <a:pt x="73" y="344"/>
                    </a:lnTo>
                    <a:lnTo>
                      <a:pt x="73" y="344"/>
                    </a:lnTo>
                    <a:lnTo>
                      <a:pt x="73" y="344"/>
                    </a:lnTo>
                    <a:lnTo>
                      <a:pt x="76" y="344"/>
                    </a:lnTo>
                    <a:lnTo>
                      <a:pt x="76" y="344"/>
                    </a:lnTo>
                    <a:lnTo>
                      <a:pt x="76" y="346"/>
                    </a:lnTo>
                    <a:lnTo>
                      <a:pt x="78" y="346"/>
                    </a:lnTo>
                    <a:lnTo>
                      <a:pt x="78" y="346"/>
                    </a:lnTo>
                    <a:lnTo>
                      <a:pt x="78" y="346"/>
                    </a:lnTo>
                    <a:lnTo>
                      <a:pt x="78" y="346"/>
                    </a:lnTo>
                    <a:lnTo>
                      <a:pt x="80" y="346"/>
                    </a:lnTo>
                    <a:lnTo>
                      <a:pt x="80" y="346"/>
                    </a:lnTo>
                    <a:lnTo>
                      <a:pt x="80" y="346"/>
                    </a:lnTo>
                    <a:lnTo>
                      <a:pt x="83" y="346"/>
                    </a:lnTo>
                    <a:lnTo>
                      <a:pt x="83" y="346"/>
                    </a:lnTo>
                    <a:lnTo>
                      <a:pt x="83" y="344"/>
                    </a:lnTo>
                    <a:lnTo>
                      <a:pt x="83" y="344"/>
                    </a:lnTo>
                    <a:lnTo>
                      <a:pt x="85" y="344"/>
                    </a:lnTo>
                    <a:lnTo>
                      <a:pt x="85" y="344"/>
                    </a:lnTo>
                    <a:lnTo>
                      <a:pt x="85" y="344"/>
                    </a:lnTo>
                    <a:lnTo>
                      <a:pt x="85" y="346"/>
                    </a:lnTo>
                    <a:lnTo>
                      <a:pt x="88" y="346"/>
                    </a:lnTo>
                    <a:lnTo>
                      <a:pt x="88" y="346"/>
                    </a:lnTo>
                    <a:lnTo>
                      <a:pt x="88" y="346"/>
                    </a:lnTo>
                    <a:lnTo>
                      <a:pt x="88" y="346"/>
                    </a:lnTo>
                    <a:lnTo>
                      <a:pt x="90" y="346"/>
                    </a:lnTo>
                    <a:lnTo>
                      <a:pt x="90" y="346"/>
                    </a:lnTo>
                    <a:lnTo>
                      <a:pt x="90" y="346"/>
                    </a:lnTo>
                    <a:lnTo>
                      <a:pt x="92" y="346"/>
                    </a:lnTo>
                    <a:lnTo>
                      <a:pt x="92" y="349"/>
                    </a:lnTo>
                    <a:lnTo>
                      <a:pt x="92" y="349"/>
                    </a:lnTo>
                    <a:lnTo>
                      <a:pt x="92" y="349"/>
                    </a:lnTo>
                    <a:lnTo>
                      <a:pt x="92" y="351"/>
                    </a:lnTo>
                    <a:lnTo>
                      <a:pt x="92" y="351"/>
                    </a:lnTo>
                    <a:lnTo>
                      <a:pt x="92" y="351"/>
                    </a:lnTo>
                    <a:lnTo>
                      <a:pt x="92" y="353"/>
                    </a:lnTo>
                    <a:lnTo>
                      <a:pt x="95" y="353"/>
                    </a:lnTo>
                    <a:lnTo>
                      <a:pt x="95" y="353"/>
                    </a:lnTo>
                    <a:lnTo>
                      <a:pt x="95" y="353"/>
                    </a:lnTo>
                    <a:lnTo>
                      <a:pt x="95" y="356"/>
                    </a:lnTo>
                    <a:lnTo>
                      <a:pt x="95" y="356"/>
                    </a:lnTo>
                    <a:lnTo>
                      <a:pt x="97" y="356"/>
                    </a:lnTo>
                    <a:lnTo>
                      <a:pt x="97" y="356"/>
                    </a:lnTo>
                    <a:lnTo>
                      <a:pt x="97" y="356"/>
                    </a:lnTo>
                    <a:lnTo>
                      <a:pt x="97" y="356"/>
                    </a:lnTo>
                    <a:lnTo>
                      <a:pt x="97" y="358"/>
                    </a:lnTo>
                    <a:lnTo>
                      <a:pt x="99" y="358"/>
                    </a:lnTo>
                    <a:lnTo>
                      <a:pt x="99" y="358"/>
                    </a:lnTo>
                    <a:lnTo>
                      <a:pt x="99" y="358"/>
                    </a:lnTo>
                    <a:lnTo>
                      <a:pt x="99" y="360"/>
                    </a:lnTo>
                    <a:lnTo>
                      <a:pt x="99" y="360"/>
                    </a:lnTo>
                    <a:lnTo>
                      <a:pt x="99" y="360"/>
                    </a:lnTo>
                    <a:lnTo>
                      <a:pt x="102" y="360"/>
                    </a:lnTo>
                    <a:lnTo>
                      <a:pt x="102" y="360"/>
                    </a:lnTo>
                    <a:lnTo>
                      <a:pt x="102" y="363"/>
                    </a:lnTo>
                    <a:lnTo>
                      <a:pt x="102" y="363"/>
                    </a:lnTo>
                    <a:lnTo>
                      <a:pt x="102" y="363"/>
                    </a:lnTo>
                    <a:lnTo>
                      <a:pt x="102" y="365"/>
                    </a:lnTo>
                    <a:lnTo>
                      <a:pt x="102" y="365"/>
                    </a:lnTo>
                    <a:lnTo>
                      <a:pt x="102" y="365"/>
                    </a:lnTo>
                    <a:lnTo>
                      <a:pt x="99" y="365"/>
                    </a:lnTo>
                    <a:lnTo>
                      <a:pt x="99" y="365"/>
                    </a:lnTo>
                    <a:lnTo>
                      <a:pt x="99" y="367"/>
                    </a:lnTo>
                    <a:lnTo>
                      <a:pt x="99" y="367"/>
                    </a:lnTo>
                    <a:lnTo>
                      <a:pt x="99" y="367"/>
                    </a:lnTo>
                    <a:lnTo>
                      <a:pt x="99" y="370"/>
                    </a:lnTo>
                    <a:lnTo>
                      <a:pt x="97" y="370"/>
                    </a:lnTo>
                    <a:lnTo>
                      <a:pt x="97" y="370"/>
                    </a:lnTo>
                    <a:lnTo>
                      <a:pt x="97" y="372"/>
                    </a:lnTo>
                    <a:lnTo>
                      <a:pt x="97" y="372"/>
                    </a:lnTo>
                    <a:lnTo>
                      <a:pt x="97" y="372"/>
                    </a:lnTo>
                    <a:lnTo>
                      <a:pt x="97" y="375"/>
                    </a:lnTo>
                    <a:lnTo>
                      <a:pt x="97" y="375"/>
                    </a:lnTo>
                    <a:lnTo>
                      <a:pt x="97" y="375"/>
                    </a:lnTo>
                    <a:lnTo>
                      <a:pt x="95" y="375"/>
                    </a:lnTo>
                    <a:lnTo>
                      <a:pt x="95" y="375"/>
                    </a:lnTo>
                    <a:lnTo>
                      <a:pt x="95" y="375"/>
                    </a:lnTo>
                    <a:lnTo>
                      <a:pt x="92" y="375"/>
                    </a:lnTo>
                    <a:lnTo>
                      <a:pt x="92" y="375"/>
                    </a:lnTo>
                    <a:lnTo>
                      <a:pt x="92" y="372"/>
                    </a:lnTo>
                    <a:lnTo>
                      <a:pt x="92" y="372"/>
                    </a:lnTo>
                    <a:lnTo>
                      <a:pt x="92" y="372"/>
                    </a:lnTo>
                    <a:lnTo>
                      <a:pt x="92" y="370"/>
                    </a:lnTo>
                    <a:lnTo>
                      <a:pt x="90" y="370"/>
                    </a:lnTo>
                    <a:lnTo>
                      <a:pt x="90" y="370"/>
                    </a:lnTo>
                    <a:lnTo>
                      <a:pt x="88" y="370"/>
                    </a:lnTo>
                    <a:lnTo>
                      <a:pt x="88" y="372"/>
                    </a:lnTo>
                    <a:lnTo>
                      <a:pt x="88" y="372"/>
                    </a:lnTo>
                    <a:lnTo>
                      <a:pt x="88" y="372"/>
                    </a:lnTo>
                    <a:lnTo>
                      <a:pt x="85" y="372"/>
                    </a:lnTo>
                    <a:lnTo>
                      <a:pt x="85" y="372"/>
                    </a:lnTo>
                    <a:lnTo>
                      <a:pt x="85" y="372"/>
                    </a:lnTo>
                    <a:lnTo>
                      <a:pt x="85" y="375"/>
                    </a:lnTo>
                    <a:lnTo>
                      <a:pt x="85" y="375"/>
                    </a:lnTo>
                    <a:lnTo>
                      <a:pt x="83" y="375"/>
                    </a:lnTo>
                    <a:lnTo>
                      <a:pt x="83" y="375"/>
                    </a:lnTo>
                    <a:lnTo>
                      <a:pt x="83" y="377"/>
                    </a:lnTo>
                    <a:lnTo>
                      <a:pt x="83" y="377"/>
                    </a:lnTo>
                    <a:lnTo>
                      <a:pt x="83" y="377"/>
                    </a:lnTo>
                    <a:lnTo>
                      <a:pt x="80" y="377"/>
                    </a:lnTo>
                    <a:lnTo>
                      <a:pt x="80" y="377"/>
                    </a:lnTo>
                    <a:lnTo>
                      <a:pt x="80" y="377"/>
                    </a:lnTo>
                    <a:lnTo>
                      <a:pt x="80" y="377"/>
                    </a:lnTo>
                    <a:lnTo>
                      <a:pt x="80" y="377"/>
                    </a:lnTo>
                    <a:lnTo>
                      <a:pt x="80" y="377"/>
                    </a:lnTo>
                    <a:lnTo>
                      <a:pt x="80" y="375"/>
                    </a:lnTo>
                    <a:lnTo>
                      <a:pt x="78" y="375"/>
                    </a:lnTo>
                    <a:lnTo>
                      <a:pt x="78" y="375"/>
                    </a:lnTo>
                    <a:lnTo>
                      <a:pt x="78" y="375"/>
                    </a:lnTo>
                    <a:lnTo>
                      <a:pt x="78" y="372"/>
                    </a:lnTo>
                    <a:lnTo>
                      <a:pt x="78" y="372"/>
                    </a:lnTo>
                    <a:lnTo>
                      <a:pt x="78" y="372"/>
                    </a:lnTo>
                    <a:lnTo>
                      <a:pt x="78" y="370"/>
                    </a:lnTo>
                    <a:lnTo>
                      <a:pt x="80" y="370"/>
                    </a:lnTo>
                    <a:lnTo>
                      <a:pt x="80" y="370"/>
                    </a:lnTo>
                    <a:lnTo>
                      <a:pt x="80" y="370"/>
                    </a:lnTo>
                    <a:lnTo>
                      <a:pt x="80" y="367"/>
                    </a:lnTo>
                    <a:lnTo>
                      <a:pt x="80" y="367"/>
                    </a:lnTo>
                    <a:lnTo>
                      <a:pt x="80" y="365"/>
                    </a:lnTo>
                    <a:lnTo>
                      <a:pt x="80" y="365"/>
                    </a:lnTo>
                    <a:lnTo>
                      <a:pt x="80" y="365"/>
                    </a:lnTo>
                    <a:lnTo>
                      <a:pt x="80" y="365"/>
                    </a:lnTo>
                    <a:lnTo>
                      <a:pt x="80" y="365"/>
                    </a:lnTo>
                    <a:lnTo>
                      <a:pt x="80" y="363"/>
                    </a:lnTo>
                    <a:lnTo>
                      <a:pt x="80" y="363"/>
                    </a:lnTo>
                    <a:lnTo>
                      <a:pt x="80" y="363"/>
                    </a:lnTo>
                    <a:lnTo>
                      <a:pt x="78" y="363"/>
                    </a:lnTo>
                    <a:lnTo>
                      <a:pt x="78" y="363"/>
                    </a:lnTo>
                    <a:lnTo>
                      <a:pt x="78" y="360"/>
                    </a:lnTo>
                    <a:lnTo>
                      <a:pt x="78" y="360"/>
                    </a:lnTo>
                    <a:lnTo>
                      <a:pt x="78" y="363"/>
                    </a:lnTo>
                    <a:lnTo>
                      <a:pt x="76" y="363"/>
                    </a:lnTo>
                    <a:lnTo>
                      <a:pt x="76" y="363"/>
                    </a:lnTo>
                    <a:lnTo>
                      <a:pt x="73" y="363"/>
                    </a:lnTo>
                    <a:lnTo>
                      <a:pt x="73" y="360"/>
                    </a:lnTo>
                    <a:lnTo>
                      <a:pt x="73" y="360"/>
                    </a:lnTo>
                    <a:lnTo>
                      <a:pt x="73" y="358"/>
                    </a:lnTo>
                    <a:lnTo>
                      <a:pt x="73" y="358"/>
                    </a:lnTo>
                    <a:lnTo>
                      <a:pt x="73" y="358"/>
                    </a:lnTo>
                    <a:lnTo>
                      <a:pt x="73" y="356"/>
                    </a:lnTo>
                    <a:lnTo>
                      <a:pt x="73" y="356"/>
                    </a:lnTo>
                    <a:lnTo>
                      <a:pt x="73" y="356"/>
                    </a:lnTo>
                    <a:lnTo>
                      <a:pt x="71" y="356"/>
                    </a:lnTo>
                    <a:lnTo>
                      <a:pt x="71" y="356"/>
                    </a:lnTo>
                    <a:lnTo>
                      <a:pt x="71" y="356"/>
                    </a:lnTo>
                    <a:lnTo>
                      <a:pt x="71" y="356"/>
                    </a:lnTo>
                    <a:lnTo>
                      <a:pt x="69" y="356"/>
                    </a:lnTo>
                    <a:lnTo>
                      <a:pt x="69" y="356"/>
                    </a:lnTo>
                    <a:lnTo>
                      <a:pt x="69" y="356"/>
                    </a:lnTo>
                    <a:lnTo>
                      <a:pt x="66" y="356"/>
                    </a:lnTo>
                    <a:lnTo>
                      <a:pt x="66" y="356"/>
                    </a:lnTo>
                    <a:lnTo>
                      <a:pt x="66" y="356"/>
                    </a:lnTo>
                    <a:lnTo>
                      <a:pt x="66" y="356"/>
                    </a:lnTo>
                    <a:lnTo>
                      <a:pt x="64" y="356"/>
                    </a:lnTo>
                    <a:lnTo>
                      <a:pt x="64" y="356"/>
                    </a:lnTo>
                    <a:lnTo>
                      <a:pt x="64" y="353"/>
                    </a:lnTo>
                    <a:lnTo>
                      <a:pt x="64" y="353"/>
                    </a:lnTo>
                    <a:lnTo>
                      <a:pt x="64" y="351"/>
                    </a:lnTo>
                    <a:lnTo>
                      <a:pt x="64" y="351"/>
                    </a:lnTo>
                    <a:lnTo>
                      <a:pt x="64" y="351"/>
                    </a:lnTo>
                    <a:lnTo>
                      <a:pt x="61" y="351"/>
                    </a:lnTo>
                    <a:lnTo>
                      <a:pt x="61" y="351"/>
                    </a:lnTo>
                    <a:lnTo>
                      <a:pt x="59" y="351"/>
                    </a:lnTo>
                    <a:lnTo>
                      <a:pt x="59" y="351"/>
                    </a:lnTo>
                    <a:lnTo>
                      <a:pt x="59" y="353"/>
                    </a:lnTo>
                    <a:lnTo>
                      <a:pt x="59" y="353"/>
                    </a:lnTo>
                    <a:lnTo>
                      <a:pt x="59" y="356"/>
                    </a:lnTo>
                    <a:lnTo>
                      <a:pt x="59" y="356"/>
                    </a:lnTo>
                    <a:lnTo>
                      <a:pt x="59" y="356"/>
                    </a:lnTo>
                    <a:lnTo>
                      <a:pt x="59" y="356"/>
                    </a:lnTo>
                    <a:lnTo>
                      <a:pt x="59" y="358"/>
                    </a:lnTo>
                    <a:lnTo>
                      <a:pt x="59" y="358"/>
                    </a:lnTo>
                    <a:lnTo>
                      <a:pt x="57" y="358"/>
                    </a:lnTo>
                    <a:lnTo>
                      <a:pt x="57" y="356"/>
                    </a:lnTo>
                    <a:lnTo>
                      <a:pt x="57" y="356"/>
                    </a:lnTo>
                    <a:lnTo>
                      <a:pt x="57" y="356"/>
                    </a:lnTo>
                    <a:lnTo>
                      <a:pt x="57" y="356"/>
                    </a:lnTo>
                    <a:lnTo>
                      <a:pt x="54" y="356"/>
                    </a:lnTo>
                    <a:lnTo>
                      <a:pt x="54" y="356"/>
                    </a:lnTo>
                    <a:lnTo>
                      <a:pt x="54" y="353"/>
                    </a:lnTo>
                    <a:lnTo>
                      <a:pt x="54" y="353"/>
                    </a:lnTo>
                    <a:lnTo>
                      <a:pt x="54" y="351"/>
                    </a:lnTo>
                    <a:lnTo>
                      <a:pt x="54" y="351"/>
                    </a:lnTo>
                    <a:lnTo>
                      <a:pt x="54" y="353"/>
                    </a:lnTo>
                    <a:lnTo>
                      <a:pt x="52" y="353"/>
                    </a:lnTo>
                    <a:lnTo>
                      <a:pt x="52" y="351"/>
                    </a:lnTo>
                    <a:lnTo>
                      <a:pt x="52" y="351"/>
                    </a:lnTo>
                    <a:lnTo>
                      <a:pt x="52" y="351"/>
                    </a:lnTo>
                    <a:lnTo>
                      <a:pt x="52" y="349"/>
                    </a:lnTo>
                    <a:lnTo>
                      <a:pt x="52" y="349"/>
                    </a:lnTo>
                    <a:lnTo>
                      <a:pt x="52" y="349"/>
                    </a:lnTo>
                    <a:lnTo>
                      <a:pt x="50" y="349"/>
                    </a:lnTo>
                    <a:lnTo>
                      <a:pt x="50" y="349"/>
                    </a:lnTo>
                    <a:lnTo>
                      <a:pt x="50" y="346"/>
                    </a:lnTo>
                    <a:lnTo>
                      <a:pt x="50" y="346"/>
                    </a:lnTo>
                    <a:lnTo>
                      <a:pt x="50" y="346"/>
                    </a:lnTo>
                    <a:lnTo>
                      <a:pt x="50" y="344"/>
                    </a:lnTo>
                    <a:lnTo>
                      <a:pt x="50" y="344"/>
                    </a:lnTo>
                    <a:lnTo>
                      <a:pt x="50" y="341"/>
                    </a:lnTo>
                    <a:lnTo>
                      <a:pt x="50" y="341"/>
                    </a:lnTo>
                    <a:lnTo>
                      <a:pt x="50" y="339"/>
                    </a:lnTo>
                    <a:lnTo>
                      <a:pt x="47" y="339"/>
                    </a:lnTo>
                    <a:lnTo>
                      <a:pt x="47" y="341"/>
                    </a:lnTo>
                    <a:lnTo>
                      <a:pt x="47" y="341"/>
                    </a:lnTo>
                    <a:lnTo>
                      <a:pt x="47" y="341"/>
                    </a:lnTo>
                    <a:lnTo>
                      <a:pt x="47" y="341"/>
                    </a:lnTo>
                    <a:lnTo>
                      <a:pt x="47" y="341"/>
                    </a:lnTo>
                    <a:lnTo>
                      <a:pt x="47" y="339"/>
                    </a:lnTo>
                    <a:lnTo>
                      <a:pt x="47" y="339"/>
                    </a:lnTo>
                    <a:lnTo>
                      <a:pt x="47" y="337"/>
                    </a:lnTo>
                    <a:lnTo>
                      <a:pt x="45" y="337"/>
                    </a:lnTo>
                    <a:lnTo>
                      <a:pt x="45" y="337"/>
                    </a:lnTo>
                    <a:lnTo>
                      <a:pt x="45" y="337"/>
                    </a:lnTo>
                    <a:lnTo>
                      <a:pt x="45" y="337"/>
                    </a:lnTo>
                    <a:lnTo>
                      <a:pt x="45" y="337"/>
                    </a:lnTo>
                    <a:lnTo>
                      <a:pt x="45" y="339"/>
                    </a:lnTo>
                    <a:lnTo>
                      <a:pt x="43" y="339"/>
                    </a:lnTo>
                    <a:lnTo>
                      <a:pt x="43" y="337"/>
                    </a:lnTo>
                    <a:lnTo>
                      <a:pt x="43" y="337"/>
                    </a:lnTo>
                    <a:lnTo>
                      <a:pt x="43" y="337"/>
                    </a:lnTo>
                    <a:lnTo>
                      <a:pt x="43" y="337"/>
                    </a:lnTo>
                    <a:lnTo>
                      <a:pt x="43" y="337"/>
                    </a:lnTo>
                    <a:lnTo>
                      <a:pt x="43" y="334"/>
                    </a:lnTo>
                    <a:lnTo>
                      <a:pt x="43" y="334"/>
                    </a:lnTo>
                    <a:lnTo>
                      <a:pt x="40" y="334"/>
                    </a:lnTo>
                    <a:lnTo>
                      <a:pt x="40" y="337"/>
                    </a:lnTo>
                    <a:lnTo>
                      <a:pt x="40" y="337"/>
                    </a:lnTo>
                    <a:lnTo>
                      <a:pt x="40" y="337"/>
                    </a:lnTo>
                    <a:lnTo>
                      <a:pt x="40" y="334"/>
                    </a:lnTo>
                    <a:lnTo>
                      <a:pt x="40" y="334"/>
                    </a:lnTo>
                    <a:lnTo>
                      <a:pt x="40" y="334"/>
                    </a:lnTo>
                    <a:lnTo>
                      <a:pt x="40" y="334"/>
                    </a:lnTo>
                    <a:lnTo>
                      <a:pt x="38" y="334"/>
                    </a:lnTo>
                    <a:lnTo>
                      <a:pt x="38" y="332"/>
                    </a:lnTo>
                    <a:lnTo>
                      <a:pt x="38" y="332"/>
                    </a:lnTo>
                    <a:lnTo>
                      <a:pt x="40" y="332"/>
                    </a:lnTo>
                    <a:lnTo>
                      <a:pt x="40" y="332"/>
                    </a:lnTo>
                    <a:lnTo>
                      <a:pt x="40" y="332"/>
                    </a:lnTo>
                    <a:lnTo>
                      <a:pt x="40" y="332"/>
                    </a:lnTo>
                    <a:lnTo>
                      <a:pt x="43" y="332"/>
                    </a:lnTo>
                    <a:lnTo>
                      <a:pt x="43" y="332"/>
                    </a:lnTo>
                    <a:lnTo>
                      <a:pt x="40" y="332"/>
                    </a:lnTo>
                    <a:lnTo>
                      <a:pt x="40" y="330"/>
                    </a:lnTo>
                    <a:lnTo>
                      <a:pt x="40" y="330"/>
                    </a:lnTo>
                    <a:lnTo>
                      <a:pt x="40" y="330"/>
                    </a:lnTo>
                    <a:lnTo>
                      <a:pt x="40" y="327"/>
                    </a:lnTo>
                    <a:lnTo>
                      <a:pt x="40" y="327"/>
                    </a:lnTo>
                    <a:lnTo>
                      <a:pt x="40" y="327"/>
                    </a:lnTo>
                    <a:lnTo>
                      <a:pt x="38" y="327"/>
                    </a:lnTo>
                    <a:lnTo>
                      <a:pt x="38" y="327"/>
                    </a:lnTo>
                    <a:lnTo>
                      <a:pt x="38" y="330"/>
                    </a:lnTo>
                    <a:lnTo>
                      <a:pt x="38" y="330"/>
                    </a:lnTo>
                    <a:lnTo>
                      <a:pt x="38" y="330"/>
                    </a:lnTo>
                    <a:lnTo>
                      <a:pt x="38" y="332"/>
                    </a:lnTo>
                    <a:lnTo>
                      <a:pt x="38" y="332"/>
                    </a:lnTo>
                    <a:lnTo>
                      <a:pt x="35" y="332"/>
                    </a:lnTo>
                    <a:lnTo>
                      <a:pt x="35" y="330"/>
                    </a:lnTo>
                    <a:lnTo>
                      <a:pt x="35" y="330"/>
                    </a:lnTo>
                    <a:lnTo>
                      <a:pt x="35" y="330"/>
                    </a:lnTo>
                    <a:lnTo>
                      <a:pt x="35" y="327"/>
                    </a:lnTo>
                    <a:lnTo>
                      <a:pt x="35" y="327"/>
                    </a:lnTo>
                    <a:lnTo>
                      <a:pt x="35" y="327"/>
                    </a:lnTo>
                    <a:lnTo>
                      <a:pt x="35" y="325"/>
                    </a:lnTo>
                    <a:lnTo>
                      <a:pt x="35" y="325"/>
                    </a:lnTo>
                    <a:lnTo>
                      <a:pt x="33" y="325"/>
                    </a:lnTo>
                    <a:lnTo>
                      <a:pt x="33" y="322"/>
                    </a:lnTo>
                    <a:lnTo>
                      <a:pt x="33" y="322"/>
                    </a:lnTo>
                    <a:lnTo>
                      <a:pt x="33" y="322"/>
                    </a:lnTo>
                    <a:lnTo>
                      <a:pt x="33" y="320"/>
                    </a:lnTo>
                    <a:lnTo>
                      <a:pt x="33" y="320"/>
                    </a:lnTo>
                    <a:lnTo>
                      <a:pt x="33" y="320"/>
                    </a:lnTo>
                    <a:lnTo>
                      <a:pt x="33" y="320"/>
                    </a:lnTo>
                    <a:lnTo>
                      <a:pt x="33" y="318"/>
                    </a:lnTo>
                    <a:lnTo>
                      <a:pt x="33" y="318"/>
                    </a:lnTo>
                    <a:lnTo>
                      <a:pt x="33" y="318"/>
                    </a:lnTo>
                    <a:lnTo>
                      <a:pt x="31" y="318"/>
                    </a:lnTo>
                    <a:lnTo>
                      <a:pt x="31" y="318"/>
                    </a:lnTo>
                    <a:lnTo>
                      <a:pt x="31" y="318"/>
                    </a:lnTo>
                    <a:lnTo>
                      <a:pt x="31" y="318"/>
                    </a:lnTo>
                    <a:lnTo>
                      <a:pt x="28" y="318"/>
                    </a:lnTo>
                    <a:lnTo>
                      <a:pt x="28" y="318"/>
                    </a:lnTo>
                    <a:lnTo>
                      <a:pt x="28" y="315"/>
                    </a:lnTo>
                    <a:lnTo>
                      <a:pt x="26" y="315"/>
                    </a:lnTo>
                    <a:lnTo>
                      <a:pt x="26" y="318"/>
                    </a:lnTo>
                    <a:lnTo>
                      <a:pt x="26" y="318"/>
                    </a:lnTo>
                    <a:lnTo>
                      <a:pt x="26" y="318"/>
                    </a:lnTo>
                    <a:lnTo>
                      <a:pt x="26" y="320"/>
                    </a:lnTo>
                    <a:lnTo>
                      <a:pt x="26" y="320"/>
                    </a:lnTo>
                    <a:lnTo>
                      <a:pt x="26" y="320"/>
                    </a:lnTo>
                    <a:lnTo>
                      <a:pt x="26" y="320"/>
                    </a:lnTo>
                    <a:lnTo>
                      <a:pt x="26" y="320"/>
                    </a:lnTo>
                    <a:lnTo>
                      <a:pt x="26" y="318"/>
                    </a:lnTo>
                    <a:lnTo>
                      <a:pt x="26" y="318"/>
                    </a:lnTo>
                    <a:lnTo>
                      <a:pt x="26" y="318"/>
                    </a:lnTo>
                    <a:lnTo>
                      <a:pt x="24" y="318"/>
                    </a:lnTo>
                    <a:lnTo>
                      <a:pt x="24" y="318"/>
                    </a:lnTo>
                    <a:lnTo>
                      <a:pt x="24" y="318"/>
                    </a:lnTo>
                    <a:lnTo>
                      <a:pt x="24" y="318"/>
                    </a:lnTo>
                    <a:lnTo>
                      <a:pt x="24" y="320"/>
                    </a:lnTo>
                    <a:lnTo>
                      <a:pt x="24" y="320"/>
                    </a:lnTo>
                    <a:lnTo>
                      <a:pt x="24" y="322"/>
                    </a:lnTo>
                    <a:lnTo>
                      <a:pt x="21" y="322"/>
                    </a:lnTo>
                    <a:lnTo>
                      <a:pt x="21" y="322"/>
                    </a:lnTo>
                    <a:lnTo>
                      <a:pt x="21" y="325"/>
                    </a:lnTo>
                    <a:lnTo>
                      <a:pt x="21" y="325"/>
                    </a:lnTo>
                    <a:lnTo>
                      <a:pt x="21" y="325"/>
                    </a:lnTo>
                    <a:lnTo>
                      <a:pt x="21" y="325"/>
                    </a:lnTo>
                    <a:lnTo>
                      <a:pt x="21" y="325"/>
                    </a:lnTo>
                    <a:lnTo>
                      <a:pt x="19" y="325"/>
                    </a:lnTo>
                    <a:lnTo>
                      <a:pt x="19" y="325"/>
                    </a:lnTo>
                    <a:lnTo>
                      <a:pt x="19" y="322"/>
                    </a:lnTo>
                    <a:lnTo>
                      <a:pt x="19" y="322"/>
                    </a:lnTo>
                    <a:lnTo>
                      <a:pt x="19" y="320"/>
                    </a:lnTo>
                    <a:lnTo>
                      <a:pt x="19" y="320"/>
                    </a:lnTo>
                    <a:lnTo>
                      <a:pt x="19" y="318"/>
                    </a:lnTo>
                    <a:lnTo>
                      <a:pt x="19" y="318"/>
                    </a:lnTo>
                    <a:lnTo>
                      <a:pt x="19" y="318"/>
                    </a:lnTo>
                    <a:lnTo>
                      <a:pt x="19" y="315"/>
                    </a:lnTo>
                    <a:lnTo>
                      <a:pt x="19" y="315"/>
                    </a:lnTo>
                    <a:lnTo>
                      <a:pt x="19" y="315"/>
                    </a:lnTo>
                    <a:lnTo>
                      <a:pt x="19" y="313"/>
                    </a:lnTo>
                    <a:lnTo>
                      <a:pt x="19" y="313"/>
                    </a:lnTo>
                    <a:lnTo>
                      <a:pt x="19" y="313"/>
                    </a:lnTo>
                    <a:lnTo>
                      <a:pt x="19" y="311"/>
                    </a:lnTo>
                    <a:lnTo>
                      <a:pt x="19" y="311"/>
                    </a:lnTo>
                    <a:lnTo>
                      <a:pt x="19" y="308"/>
                    </a:lnTo>
                    <a:lnTo>
                      <a:pt x="19" y="308"/>
                    </a:lnTo>
                    <a:lnTo>
                      <a:pt x="19" y="308"/>
                    </a:lnTo>
                    <a:lnTo>
                      <a:pt x="19" y="306"/>
                    </a:lnTo>
                    <a:lnTo>
                      <a:pt x="19" y="306"/>
                    </a:lnTo>
                    <a:lnTo>
                      <a:pt x="19" y="306"/>
                    </a:lnTo>
                    <a:lnTo>
                      <a:pt x="19" y="304"/>
                    </a:lnTo>
                    <a:lnTo>
                      <a:pt x="17" y="304"/>
                    </a:lnTo>
                    <a:lnTo>
                      <a:pt x="17" y="304"/>
                    </a:lnTo>
                    <a:lnTo>
                      <a:pt x="19" y="304"/>
                    </a:lnTo>
                    <a:lnTo>
                      <a:pt x="19" y="301"/>
                    </a:lnTo>
                    <a:lnTo>
                      <a:pt x="19" y="301"/>
                    </a:lnTo>
                    <a:lnTo>
                      <a:pt x="19" y="299"/>
                    </a:lnTo>
                    <a:lnTo>
                      <a:pt x="19" y="299"/>
                    </a:lnTo>
                    <a:lnTo>
                      <a:pt x="19" y="299"/>
                    </a:lnTo>
                    <a:lnTo>
                      <a:pt x="19" y="296"/>
                    </a:lnTo>
                    <a:lnTo>
                      <a:pt x="19" y="296"/>
                    </a:lnTo>
                    <a:lnTo>
                      <a:pt x="19" y="296"/>
                    </a:lnTo>
                    <a:lnTo>
                      <a:pt x="19" y="294"/>
                    </a:lnTo>
                    <a:lnTo>
                      <a:pt x="19" y="294"/>
                    </a:lnTo>
                    <a:lnTo>
                      <a:pt x="19" y="292"/>
                    </a:lnTo>
                    <a:lnTo>
                      <a:pt x="19" y="292"/>
                    </a:lnTo>
                    <a:lnTo>
                      <a:pt x="19" y="292"/>
                    </a:lnTo>
                    <a:lnTo>
                      <a:pt x="19" y="289"/>
                    </a:lnTo>
                    <a:lnTo>
                      <a:pt x="19" y="289"/>
                    </a:lnTo>
                    <a:lnTo>
                      <a:pt x="19" y="289"/>
                    </a:lnTo>
                    <a:lnTo>
                      <a:pt x="19" y="287"/>
                    </a:lnTo>
                    <a:lnTo>
                      <a:pt x="19" y="287"/>
                    </a:lnTo>
                    <a:lnTo>
                      <a:pt x="19" y="287"/>
                    </a:lnTo>
                    <a:lnTo>
                      <a:pt x="19" y="287"/>
                    </a:lnTo>
                    <a:lnTo>
                      <a:pt x="19" y="285"/>
                    </a:lnTo>
                    <a:lnTo>
                      <a:pt x="21" y="285"/>
                    </a:lnTo>
                    <a:lnTo>
                      <a:pt x="21" y="285"/>
                    </a:lnTo>
                    <a:lnTo>
                      <a:pt x="21" y="285"/>
                    </a:lnTo>
                    <a:lnTo>
                      <a:pt x="21" y="282"/>
                    </a:lnTo>
                    <a:lnTo>
                      <a:pt x="21" y="282"/>
                    </a:lnTo>
                    <a:lnTo>
                      <a:pt x="21" y="282"/>
                    </a:lnTo>
                    <a:lnTo>
                      <a:pt x="21" y="280"/>
                    </a:lnTo>
                    <a:lnTo>
                      <a:pt x="21" y="280"/>
                    </a:lnTo>
                    <a:lnTo>
                      <a:pt x="21" y="280"/>
                    </a:lnTo>
                    <a:lnTo>
                      <a:pt x="21" y="280"/>
                    </a:lnTo>
                    <a:lnTo>
                      <a:pt x="21" y="277"/>
                    </a:lnTo>
                    <a:lnTo>
                      <a:pt x="21" y="277"/>
                    </a:lnTo>
                    <a:lnTo>
                      <a:pt x="21" y="277"/>
                    </a:lnTo>
                    <a:lnTo>
                      <a:pt x="21" y="277"/>
                    </a:lnTo>
                    <a:lnTo>
                      <a:pt x="24" y="277"/>
                    </a:lnTo>
                    <a:lnTo>
                      <a:pt x="24" y="277"/>
                    </a:lnTo>
                    <a:lnTo>
                      <a:pt x="24" y="275"/>
                    </a:lnTo>
                    <a:lnTo>
                      <a:pt x="24" y="275"/>
                    </a:lnTo>
                    <a:lnTo>
                      <a:pt x="21" y="275"/>
                    </a:lnTo>
                    <a:lnTo>
                      <a:pt x="21" y="275"/>
                    </a:lnTo>
                    <a:lnTo>
                      <a:pt x="21" y="275"/>
                    </a:lnTo>
                    <a:lnTo>
                      <a:pt x="21" y="275"/>
                    </a:lnTo>
                    <a:lnTo>
                      <a:pt x="21" y="273"/>
                    </a:lnTo>
                    <a:lnTo>
                      <a:pt x="21" y="273"/>
                    </a:lnTo>
                    <a:lnTo>
                      <a:pt x="21" y="273"/>
                    </a:lnTo>
                    <a:lnTo>
                      <a:pt x="21" y="270"/>
                    </a:lnTo>
                    <a:lnTo>
                      <a:pt x="21" y="270"/>
                    </a:lnTo>
                    <a:lnTo>
                      <a:pt x="24" y="270"/>
                    </a:lnTo>
                    <a:lnTo>
                      <a:pt x="24" y="268"/>
                    </a:lnTo>
                    <a:lnTo>
                      <a:pt x="24" y="268"/>
                    </a:lnTo>
                    <a:lnTo>
                      <a:pt x="26" y="268"/>
                    </a:lnTo>
                    <a:lnTo>
                      <a:pt x="26" y="268"/>
                    </a:lnTo>
                    <a:lnTo>
                      <a:pt x="26" y="268"/>
                    </a:lnTo>
                    <a:lnTo>
                      <a:pt x="26" y="268"/>
                    </a:lnTo>
                    <a:lnTo>
                      <a:pt x="26" y="266"/>
                    </a:lnTo>
                    <a:lnTo>
                      <a:pt x="26" y="266"/>
                    </a:lnTo>
                    <a:lnTo>
                      <a:pt x="26" y="266"/>
                    </a:lnTo>
                    <a:lnTo>
                      <a:pt x="26" y="263"/>
                    </a:lnTo>
                    <a:lnTo>
                      <a:pt x="28" y="263"/>
                    </a:lnTo>
                    <a:lnTo>
                      <a:pt x="28" y="263"/>
                    </a:lnTo>
                    <a:lnTo>
                      <a:pt x="28" y="263"/>
                    </a:lnTo>
                    <a:lnTo>
                      <a:pt x="28" y="261"/>
                    </a:lnTo>
                    <a:lnTo>
                      <a:pt x="28" y="261"/>
                    </a:lnTo>
                    <a:lnTo>
                      <a:pt x="28" y="258"/>
                    </a:lnTo>
                    <a:lnTo>
                      <a:pt x="31" y="258"/>
                    </a:lnTo>
                    <a:lnTo>
                      <a:pt x="31" y="258"/>
                    </a:lnTo>
                    <a:lnTo>
                      <a:pt x="31" y="258"/>
                    </a:lnTo>
                    <a:lnTo>
                      <a:pt x="31" y="256"/>
                    </a:lnTo>
                    <a:lnTo>
                      <a:pt x="31" y="256"/>
                    </a:lnTo>
                    <a:lnTo>
                      <a:pt x="31" y="256"/>
                    </a:lnTo>
                    <a:lnTo>
                      <a:pt x="31" y="254"/>
                    </a:lnTo>
                    <a:lnTo>
                      <a:pt x="31" y="254"/>
                    </a:lnTo>
                    <a:lnTo>
                      <a:pt x="31" y="254"/>
                    </a:lnTo>
                    <a:lnTo>
                      <a:pt x="31" y="254"/>
                    </a:lnTo>
                    <a:lnTo>
                      <a:pt x="31" y="251"/>
                    </a:lnTo>
                    <a:lnTo>
                      <a:pt x="31" y="251"/>
                    </a:lnTo>
                    <a:lnTo>
                      <a:pt x="31" y="249"/>
                    </a:lnTo>
                    <a:lnTo>
                      <a:pt x="31" y="249"/>
                    </a:lnTo>
                    <a:lnTo>
                      <a:pt x="31" y="249"/>
                    </a:lnTo>
                    <a:lnTo>
                      <a:pt x="31" y="247"/>
                    </a:lnTo>
                    <a:lnTo>
                      <a:pt x="33" y="247"/>
                    </a:lnTo>
                    <a:lnTo>
                      <a:pt x="33" y="247"/>
                    </a:lnTo>
                    <a:lnTo>
                      <a:pt x="33" y="247"/>
                    </a:lnTo>
                    <a:lnTo>
                      <a:pt x="33" y="247"/>
                    </a:lnTo>
                    <a:lnTo>
                      <a:pt x="33" y="247"/>
                    </a:lnTo>
                    <a:lnTo>
                      <a:pt x="35" y="247"/>
                    </a:lnTo>
                    <a:lnTo>
                      <a:pt x="35" y="244"/>
                    </a:lnTo>
                    <a:lnTo>
                      <a:pt x="35" y="244"/>
                    </a:lnTo>
                    <a:lnTo>
                      <a:pt x="35" y="242"/>
                    </a:lnTo>
                    <a:lnTo>
                      <a:pt x="35" y="242"/>
                    </a:lnTo>
                    <a:lnTo>
                      <a:pt x="38" y="242"/>
                    </a:lnTo>
                    <a:lnTo>
                      <a:pt x="38" y="242"/>
                    </a:lnTo>
                    <a:lnTo>
                      <a:pt x="38" y="242"/>
                    </a:lnTo>
                    <a:lnTo>
                      <a:pt x="38" y="240"/>
                    </a:lnTo>
                    <a:lnTo>
                      <a:pt x="38" y="240"/>
                    </a:lnTo>
                    <a:lnTo>
                      <a:pt x="38" y="240"/>
                    </a:lnTo>
                    <a:lnTo>
                      <a:pt x="40" y="240"/>
                    </a:lnTo>
                    <a:lnTo>
                      <a:pt x="40" y="237"/>
                    </a:lnTo>
                    <a:lnTo>
                      <a:pt x="40" y="237"/>
                    </a:lnTo>
                    <a:lnTo>
                      <a:pt x="40" y="237"/>
                    </a:lnTo>
                    <a:lnTo>
                      <a:pt x="40" y="237"/>
                    </a:lnTo>
                    <a:lnTo>
                      <a:pt x="40" y="237"/>
                    </a:lnTo>
                    <a:lnTo>
                      <a:pt x="40" y="235"/>
                    </a:lnTo>
                    <a:lnTo>
                      <a:pt x="43" y="235"/>
                    </a:lnTo>
                    <a:lnTo>
                      <a:pt x="43" y="235"/>
                    </a:lnTo>
                    <a:lnTo>
                      <a:pt x="43" y="232"/>
                    </a:lnTo>
                    <a:lnTo>
                      <a:pt x="43" y="232"/>
                    </a:lnTo>
                    <a:lnTo>
                      <a:pt x="43" y="232"/>
                    </a:lnTo>
                    <a:lnTo>
                      <a:pt x="45" y="232"/>
                    </a:lnTo>
                    <a:lnTo>
                      <a:pt x="45" y="230"/>
                    </a:lnTo>
                    <a:lnTo>
                      <a:pt x="45" y="230"/>
                    </a:lnTo>
                    <a:lnTo>
                      <a:pt x="45" y="228"/>
                    </a:lnTo>
                    <a:lnTo>
                      <a:pt x="45" y="228"/>
                    </a:lnTo>
                    <a:lnTo>
                      <a:pt x="45" y="228"/>
                    </a:lnTo>
                    <a:lnTo>
                      <a:pt x="45" y="228"/>
                    </a:lnTo>
                    <a:lnTo>
                      <a:pt x="45" y="225"/>
                    </a:lnTo>
                    <a:lnTo>
                      <a:pt x="45" y="225"/>
                    </a:lnTo>
                    <a:lnTo>
                      <a:pt x="47" y="225"/>
                    </a:lnTo>
                    <a:lnTo>
                      <a:pt x="47" y="225"/>
                    </a:lnTo>
                    <a:lnTo>
                      <a:pt x="47" y="225"/>
                    </a:lnTo>
                    <a:lnTo>
                      <a:pt x="47" y="223"/>
                    </a:lnTo>
                    <a:lnTo>
                      <a:pt x="47" y="223"/>
                    </a:lnTo>
                    <a:lnTo>
                      <a:pt x="47" y="223"/>
                    </a:lnTo>
                    <a:lnTo>
                      <a:pt x="50" y="223"/>
                    </a:lnTo>
                    <a:lnTo>
                      <a:pt x="50" y="221"/>
                    </a:lnTo>
                    <a:lnTo>
                      <a:pt x="50" y="221"/>
                    </a:lnTo>
                    <a:lnTo>
                      <a:pt x="47" y="221"/>
                    </a:lnTo>
                    <a:lnTo>
                      <a:pt x="47" y="218"/>
                    </a:lnTo>
                    <a:lnTo>
                      <a:pt x="47" y="218"/>
                    </a:lnTo>
                    <a:lnTo>
                      <a:pt x="47" y="218"/>
                    </a:lnTo>
                    <a:lnTo>
                      <a:pt x="47" y="218"/>
                    </a:lnTo>
                    <a:lnTo>
                      <a:pt x="47" y="216"/>
                    </a:lnTo>
                    <a:lnTo>
                      <a:pt x="47" y="216"/>
                    </a:lnTo>
                    <a:lnTo>
                      <a:pt x="47" y="216"/>
                    </a:lnTo>
                    <a:lnTo>
                      <a:pt x="47" y="213"/>
                    </a:lnTo>
                    <a:lnTo>
                      <a:pt x="47" y="213"/>
                    </a:lnTo>
                    <a:lnTo>
                      <a:pt x="47" y="213"/>
                    </a:lnTo>
                    <a:lnTo>
                      <a:pt x="47" y="213"/>
                    </a:lnTo>
                    <a:lnTo>
                      <a:pt x="45" y="213"/>
                    </a:lnTo>
                    <a:lnTo>
                      <a:pt x="45" y="211"/>
                    </a:lnTo>
                    <a:lnTo>
                      <a:pt x="45" y="211"/>
                    </a:lnTo>
                    <a:lnTo>
                      <a:pt x="45" y="209"/>
                    </a:lnTo>
                    <a:lnTo>
                      <a:pt x="45" y="209"/>
                    </a:lnTo>
                    <a:lnTo>
                      <a:pt x="45" y="209"/>
                    </a:lnTo>
                    <a:lnTo>
                      <a:pt x="45" y="209"/>
                    </a:lnTo>
                    <a:lnTo>
                      <a:pt x="45" y="206"/>
                    </a:lnTo>
                    <a:lnTo>
                      <a:pt x="45" y="206"/>
                    </a:lnTo>
                    <a:lnTo>
                      <a:pt x="45" y="206"/>
                    </a:lnTo>
                    <a:lnTo>
                      <a:pt x="45" y="204"/>
                    </a:lnTo>
                    <a:lnTo>
                      <a:pt x="45" y="204"/>
                    </a:lnTo>
                    <a:lnTo>
                      <a:pt x="45" y="202"/>
                    </a:lnTo>
                    <a:lnTo>
                      <a:pt x="45" y="202"/>
                    </a:lnTo>
                    <a:lnTo>
                      <a:pt x="45" y="202"/>
                    </a:lnTo>
                    <a:lnTo>
                      <a:pt x="45" y="202"/>
                    </a:lnTo>
                    <a:lnTo>
                      <a:pt x="45" y="199"/>
                    </a:lnTo>
                    <a:lnTo>
                      <a:pt x="43" y="199"/>
                    </a:lnTo>
                    <a:lnTo>
                      <a:pt x="43" y="199"/>
                    </a:lnTo>
                    <a:lnTo>
                      <a:pt x="43" y="199"/>
                    </a:lnTo>
                    <a:lnTo>
                      <a:pt x="40" y="199"/>
                    </a:lnTo>
                    <a:lnTo>
                      <a:pt x="40" y="199"/>
                    </a:lnTo>
                    <a:lnTo>
                      <a:pt x="40" y="199"/>
                    </a:lnTo>
                    <a:lnTo>
                      <a:pt x="40" y="197"/>
                    </a:lnTo>
                    <a:lnTo>
                      <a:pt x="40" y="197"/>
                    </a:lnTo>
                    <a:lnTo>
                      <a:pt x="40" y="197"/>
                    </a:lnTo>
                    <a:lnTo>
                      <a:pt x="40" y="194"/>
                    </a:lnTo>
                    <a:lnTo>
                      <a:pt x="40" y="194"/>
                    </a:lnTo>
                    <a:lnTo>
                      <a:pt x="40" y="192"/>
                    </a:lnTo>
                    <a:lnTo>
                      <a:pt x="40" y="192"/>
                    </a:lnTo>
                    <a:lnTo>
                      <a:pt x="40" y="190"/>
                    </a:lnTo>
                    <a:lnTo>
                      <a:pt x="38" y="190"/>
                    </a:lnTo>
                    <a:lnTo>
                      <a:pt x="38" y="190"/>
                    </a:lnTo>
                    <a:lnTo>
                      <a:pt x="38" y="190"/>
                    </a:lnTo>
                    <a:lnTo>
                      <a:pt x="38" y="187"/>
                    </a:lnTo>
                    <a:lnTo>
                      <a:pt x="38" y="187"/>
                    </a:lnTo>
                    <a:lnTo>
                      <a:pt x="38" y="187"/>
                    </a:lnTo>
                    <a:lnTo>
                      <a:pt x="38" y="185"/>
                    </a:lnTo>
                    <a:lnTo>
                      <a:pt x="38" y="185"/>
                    </a:lnTo>
                    <a:lnTo>
                      <a:pt x="40" y="185"/>
                    </a:lnTo>
                    <a:lnTo>
                      <a:pt x="40" y="185"/>
                    </a:lnTo>
                    <a:lnTo>
                      <a:pt x="40" y="183"/>
                    </a:lnTo>
                    <a:lnTo>
                      <a:pt x="40" y="183"/>
                    </a:lnTo>
                    <a:lnTo>
                      <a:pt x="40" y="180"/>
                    </a:lnTo>
                    <a:lnTo>
                      <a:pt x="40" y="180"/>
                    </a:lnTo>
                    <a:lnTo>
                      <a:pt x="40" y="178"/>
                    </a:lnTo>
                    <a:lnTo>
                      <a:pt x="40" y="178"/>
                    </a:lnTo>
                    <a:lnTo>
                      <a:pt x="40" y="178"/>
                    </a:lnTo>
                    <a:lnTo>
                      <a:pt x="38" y="178"/>
                    </a:lnTo>
                    <a:lnTo>
                      <a:pt x="38" y="176"/>
                    </a:lnTo>
                    <a:lnTo>
                      <a:pt x="38" y="176"/>
                    </a:lnTo>
                    <a:lnTo>
                      <a:pt x="38" y="173"/>
                    </a:lnTo>
                    <a:lnTo>
                      <a:pt x="38" y="173"/>
                    </a:lnTo>
                    <a:lnTo>
                      <a:pt x="38" y="171"/>
                    </a:lnTo>
                    <a:lnTo>
                      <a:pt x="38" y="171"/>
                    </a:lnTo>
                    <a:lnTo>
                      <a:pt x="38" y="171"/>
                    </a:lnTo>
                    <a:lnTo>
                      <a:pt x="38" y="168"/>
                    </a:lnTo>
                    <a:lnTo>
                      <a:pt x="38" y="168"/>
                    </a:lnTo>
                    <a:lnTo>
                      <a:pt x="38" y="168"/>
                    </a:lnTo>
                    <a:lnTo>
                      <a:pt x="38" y="168"/>
                    </a:lnTo>
                    <a:lnTo>
                      <a:pt x="35" y="168"/>
                    </a:lnTo>
                    <a:lnTo>
                      <a:pt x="35" y="166"/>
                    </a:lnTo>
                    <a:lnTo>
                      <a:pt x="35" y="166"/>
                    </a:lnTo>
                    <a:lnTo>
                      <a:pt x="35" y="166"/>
                    </a:lnTo>
                    <a:lnTo>
                      <a:pt x="35" y="164"/>
                    </a:lnTo>
                    <a:lnTo>
                      <a:pt x="33" y="164"/>
                    </a:lnTo>
                    <a:lnTo>
                      <a:pt x="33" y="164"/>
                    </a:lnTo>
                    <a:lnTo>
                      <a:pt x="33" y="164"/>
                    </a:lnTo>
                    <a:lnTo>
                      <a:pt x="33" y="161"/>
                    </a:lnTo>
                    <a:lnTo>
                      <a:pt x="33" y="161"/>
                    </a:lnTo>
                    <a:lnTo>
                      <a:pt x="33" y="161"/>
                    </a:lnTo>
                    <a:lnTo>
                      <a:pt x="31" y="161"/>
                    </a:lnTo>
                    <a:lnTo>
                      <a:pt x="31" y="161"/>
                    </a:lnTo>
                    <a:lnTo>
                      <a:pt x="31" y="159"/>
                    </a:lnTo>
                    <a:lnTo>
                      <a:pt x="31" y="159"/>
                    </a:lnTo>
                    <a:lnTo>
                      <a:pt x="31" y="159"/>
                    </a:lnTo>
                    <a:lnTo>
                      <a:pt x="28" y="159"/>
                    </a:lnTo>
                    <a:lnTo>
                      <a:pt x="28" y="159"/>
                    </a:lnTo>
                    <a:lnTo>
                      <a:pt x="28" y="159"/>
                    </a:lnTo>
                    <a:lnTo>
                      <a:pt x="26" y="159"/>
                    </a:lnTo>
                    <a:lnTo>
                      <a:pt x="26" y="157"/>
                    </a:lnTo>
                    <a:lnTo>
                      <a:pt x="26" y="157"/>
                    </a:lnTo>
                    <a:lnTo>
                      <a:pt x="26" y="157"/>
                    </a:lnTo>
                    <a:lnTo>
                      <a:pt x="26" y="154"/>
                    </a:lnTo>
                    <a:lnTo>
                      <a:pt x="26" y="154"/>
                    </a:lnTo>
                    <a:lnTo>
                      <a:pt x="26" y="154"/>
                    </a:lnTo>
                    <a:lnTo>
                      <a:pt x="24" y="154"/>
                    </a:lnTo>
                    <a:lnTo>
                      <a:pt x="24" y="152"/>
                    </a:lnTo>
                    <a:lnTo>
                      <a:pt x="24" y="152"/>
                    </a:lnTo>
                    <a:lnTo>
                      <a:pt x="24" y="152"/>
                    </a:lnTo>
                    <a:lnTo>
                      <a:pt x="24" y="149"/>
                    </a:lnTo>
                    <a:lnTo>
                      <a:pt x="24" y="149"/>
                    </a:lnTo>
                    <a:lnTo>
                      <a:pt x="21" y="149"/>
                    </a:lnTo>
                    <a:lnTo>
                      <a:pt x="21" y="149"/>
                    </a:lnTo>
                    <a:lnTo>
                      <a:pt x="21" y="149"/>
                    </a:lnTo>
                    <a:lnTo>
                      <a:pt x="21" y="147"/>
                    </a:lnTo>
                    <a:lnTo>
                      <a:pt x="21" y="147"/>
                    </a:lnTo>
                    <a:lnTo>
                      <a:pt x="21" y="147"/>
                    </a:lnTo>
                    <a:lnTo>
                      <a:pt x="19" y="147"/>
                    </a:lnTo>
                    <a:lnTo>
                      <a:pt x="19" y="145"/>
                    </a:lnTo>
                    <a:lnTo>
                      <a:pt x="19" y="145"/>
                    </a:lnTo>
                    <a:lnTo>
                      <a:pt x="19" y="145"/>
                    </a:lnTo>
                    <a:lnTo>
                      <a:pt x="19" y="142"/>
                    </a:lnTo>
                    <a:lnTo>
                      <a:pt x="19" y="142"/>
                    </a:lnTo>
                    <a:lnTo>
                      <a:pt x="19" y="140"/>
                    </a:lnTo>
                    <a:lnTo>
                      <a:pt x="19" y="140"/>
                    </a:lnTo>
                    <a:lnTo>
                      <a:pt x="19" y="140"/>
                    </a:lnTo>
                    <a:lnTo>
                      <a:pt x="19" y="140"/>
                    </a:lnTo>
                    <a:lnTo>
                      <a:pt x="19" y="138"/>
                    </a:lnTo>
                    <a:lnTo>
                      <a:pt x="19" y="138"/>
                    </a:lnTo>
                    <a:lnTo>
                      <a:pt x="19" y="135"/>
                    </a:lnTo>
                    <a:lnTo>
                      <a:pt x="19" y="135"/>
                    </a:lnTo>
                    <a:lnTo>
                      <a:pt x="19" y="135"/>
                    </a:lnTo>
                    <a:lnTo>
                      <a:pt x="19" y="133"/>
                    </a:lnTo>
                    <a:lnTo>
                      <a:pt x="19" y="133"/>
                    </a:lnTo>
                    <a:lnTo>
                      <a:pt x="19" y="133"/>
                    </a:lnTo>
                    <a:lnTo>
                      <a:pt x="21" y="133"/>
                    </a:lnTo>
                    <a:lnTo>
                      <a:pt x="21" y="133"/>
                    </a:lnTo>
                    <a:lnTo>
                      <a:pt x="21" y="133"/>
                    </a:lnTo>
                    <a:lnTo>
                      <a:pt x="21" y="133"/>
                    </a:lnTo>
                    <a:lnTo>
                      <a:pt x="21" y="133"/>
                    </a:lnTo>
                    <a:lnTo>
                      <a:pt x="21" y="131"/>
                    </a:lnTo>
                    <a:lnTo>
                      <a:pt x="21" y="131"/>
                    </a:lnTo>
                    <a:lnTo>
                      <a:pt x="24" y="131"/>
                    </a:lnTo>
                    <a:lnTo>
                      <a:pt x="24" y="131"/>
                    </a:lnTo>
                    <a:lnTo>
                      <a:pt x="26" y="131"/>
                    </a:lnTo>
                    <a:lnTo>
                      <a:pt x="26" y="131"/>
                    </a:lnTo>
                    <a:lnTo>
                      <a:pt x="26" y="131"/>
                    </a:lnTo>
                    <a:lnTo>
                      <a:pt x="26" y="131"/>
                    </a:lnTo>
                    <a:lnTo>
                      <a:pt x="26" y="128"/>
                    </a:lnTo>
                    <a:lnTo>
                      <a:pt x="26" y="128"/>
                    </a:lnTo>
                    <a:lnTo>
                      <a:pt x="26" y="128"/>
                    </a:lnTo>
                    <a:lnTo>
                      <a:pt x="26" y="126"/>
                    </a:lnTo>
                    <a:lnTo>
                      <a:pt x="26" y="126"/>
                    </a:lnTo>
                    <a:lnTo>
                      <a:pt x="26" y="123"/>
                    </a:lnTo>
                    <a:lnTo>
                      <a:pt x="26" y="123"/>
                    </a:lnTo>
                    <a:lnTo>
                      <a:pt x="26" y="123"/>
                    </a:lnTo>
                    <a:lnTo>
                      <a:pt x="26" y="121"/>
                    </a:lnTo>
                    <a:lnTo>
                      <a:pt x="26" y="121"/>
                    </a:lnTo>
                    <a:lnTo>
                      <a:pt x="26" y="121"/>
                    </a:lnTo>
                    <a:lnTo>
                      <a:pt x="26" y="119"/>
                    </a:lnTo>
                    <a:lnTo>
                      <a:pt x="26" y="119"/>
                    </a:lnTo>
                    <a:lnTo>
                      <a:pt x="26" y="119"/>
                    </a:lnTo>
                    <a:lnTo>
                      <a:pt x="26" y="119"/>
                    </a:lnTo>
                    <a:lnTo>
                      <a:pt x="26" y="119"/>
                    </a:lnTo>
                    <a:lnTo>
                      <a:pt x="26" y="116"/>
                    </a:lnTo>
                    <a:lnTo>
                      <a:pt x="26" y="116"/>
                    </a:lnTo>
                    <a:lnTo>
                      <a:pt x="26" y="116"/>
                    </a:lnTo>
                    <a:lnTo>
                      <a:pt x="26" y="114"/>
                    </a:lnTo>
                    <a:lnTo>
                      <a:pt x="26" y="114"/>
                    </a:lnTo>
                    <a:lnTo>
                      <a:pt x="26" y="114"/>
                    </a:lnTo>
                    <a:lnTo>
                      <a:pt x="26" y="114"/>
                    </a:lnTo>
                    <a:lnTo>
                      <a:pt x="26" y="112"/>
                    </a:lnTo>
                    <a:lnTo>
                      <a:pt x="28" y="112"/>
                    </a:lnTo>
                    <a:lnTo>
                      <a:pt x="28" y="112"/>
                    </a:lnTo>
                    <a:lnTo>
                      <a:pt x="28" y="112"/>
                    </a:lnTo>
                    <a:lnTo>
                      <a:pt x="31" y="112"/>
                    </a:lnTo>
                    <a:lnTo>
                      <a:pt x="31" y="112"/>
                    </a:lnTo>
                    <a:lnTo>
                      <a:pt x="31" y="112"/>
                    </a:lnTo>
                    <a:lnTo>
                      <a:pt x="31" y="109"/>
                    </a:lnTo>
                    <a:lnTo>
                      <a:pt x="33" y="109"/>
                    </a:lnTo>
                    <a:lnTo>
                      <a:pt x="33" y="109"/>
                    </a:lnTo>
                    <a:lnTo>
                      <a:pt x="33" y="109"/>
                    </a:lnTo>
                    <a:lnTo>
                      <a:pt x="33" y="109"/>
                    </a:lnTo>
                    <a:lnTo>
                      <a:pt x="33" y="107"/>
                    </a:lnTo>
                    <a:lnTo>
                      <a:pt x="33" y="107"/>
                    </a:lnTo>
                    <a:lnTo>
                      <a:pt x="33" y="104"/>
                    </a:lnTo>
                    <a:lnTo>
                      <a:pt x="33" y="104"/>
                    </a:lnTo>
                    <a:lnTo>
                      <a:pt x="33" y="104"/>
                    </a:lnTo>
                    <a:lnTo>
                      <a:pt x="31" y="104"/>
                    </a:lnTo>
                    <a:lnTo>
                      <a:pt x="31" y="104"/>
                    </a:lnTo>
                    <a:lnTo>
                      <a:pt x="31" y="104"/>
                    </a:lnTo>
                    <a:lnTo>
                      <a:pt x="31" y="107"/>
                    </a:lnTo>
                    <a:lnTo>
                      <a:pt x="31" y="107"/>
                    </a:lnTo>
                    <a:lnTo>
                      <a:pt x="31" y="107"/>
                    </a:lnTo>
                    <a:lnTo>
                      <a:pt x="28" y="107"/>
                    </a:lnTo>
                    <a:lnTo>
                      <a:pt x="28" y="107"/>
                    </a:lnTo>
                    <a:lnTo>
                      <a:pt x="28" y="107"/>
                    </a:lnTo>
                    <a:lnTo>
                      <a:pt x="28" y="104"/>
                    </a:lnTo>
                    <a:lnTo>
                      <a:pt x="28" y="104"/>
                    </a:lnTo>
                    <a:lnTo>
                      <a:pt x="28" y="102"/>
                    </a:lnTo>
                    <a:lnTo>
                      <a:pt x="26" y="102"/>
                    </a:lnTo>
                    <a:lnTo>
                      <a:pt x="26" y="102"/>
                    </a:lnTo>
                    <a:lnTo>
                      <a:pt x="26" y="100"/>
                    </a:lnTo>
                    <a:lnTo>
                      <a:pt x="26" y="100"/>
                    </a:lnTo>
                    <a:lnTo>
                      <a:pt x="26" y="100"/>
                    </a:lnTo>
                    <a:lnTo>
                      <a:pt x="26" y="100"/>
                    </a:lnTo>
                    <a:lnTo>
                      <a:pt x="26" y="100"/>
                    </a:lnTo>
                    <a:lnTo>
                      <a:pt x="26" y="97"/>
                    </a:lnTo>
                    <a:lnTo>
                      <a:pt x="24" y="97"/>
                    </a:lnTo>
                    <a:lnTo>
                      <a:pt x="24" y="97"/>
                    </a:lnTo>
                    <a:lnTo>
                      <a:pt x="24" y="97"/>
                    </a:lnTo>
                    <a:lnTo>
                      <a:pt x="24" y="95"/>
                    </a:lnTo>
                    <a:lnTo>
                      <a:pt x="24" y="95"/>
                    </a:lnTo>
                    <a:lnTo>
                      <a:pt x="24" y="95"/>
                    </a:lnTo>
                    <a:lnTo>
                      <a:pt x="26" y="95"/>
                    </a:lnTo>
                    <a:lnTo>
                      <a:pt x="26" y="93"/>
                    </a:lnTo>
                    <a:lnTo>
                      <a:pt x="24" y="93"/>
                    </a:lnTo>
                    <a:lnTo>
                      <a:pt x="24" y="93"/>
                    </a:lnTo>
                    <a:lnTo>
                      <a:pt x="26" y="93"/>
                    </a:lnTo>
                    <a:lnTo>
                      <a:pt x="26" y="90"/>
                    </a:lnTo>
                    <a:lnTo>
                      <a:pt x="24" y="90"/>
                    </a:lnTo>
                    <a:lnTo>
                      <a:pt x="24" y="90"/>
                    </a:lnTo>
                    <a:lnTo>
                      <a:pt x="24" y="90"/>
                    </a:lnTo>
                    <a:lnTo>
                      <a:pt x="24" y="90"/>
                    </a:lnTo>
                    <a:lnTo>
                      <a:pt x="24" y="88"/>
                    </a:lnTo>
                    <a:lnTo>
                      <a:pt x="21" y="88"/>
                    </a:lnTo>
                    <a:lnTo>
                      <a:pt x="21" y="88"/>
                    </a:lnTo>
                    <a:lnTo>
                      <a:pt x="21" y="88"/>
                    </a:lnTo>
                    <a:lnTo>
                      <a:pt x="21" y="88"/>
                    </a:lnTo>
                    <a:lnTo>
                      <a:pt x="19" y="88"/>
                    </a:lnTo>
                    <a:lnTo>
                      <a:pt x="19" y="85"/>
                    </a:lnTo>
                    <a:lnTo>
                      <a:pt x="19" y="85"/>
                    </a:lnTo>
                    <a:lnTo>
                      <a:pt x="19" y="85"/>
                    </a:lnTo>
                    <a:lnTo>
                      <a:pt x="19" y="83"/>
                    </a:lnTo>
                    <a:lnTo>
                      <a:pt x="19" y="83"/>
                    </a:lnTo>
                    <a:lnTo>
                      <a:pt x="19" y="83"/>
                    </a:lnTo>
                    <a:lnTo>
                      <a:pt x="17" y="83"/>
                    </a:lnTo>
                    <a:lnTo>
                      <a:pt x="17" y="81"/>
                    </a:lnTo>
                    <a:lnTo>
                      <a:pt x="17" y="81"/>
                    </a:lnTo>
                    <a:lnTo>
                      <a:pt x="17" y="81"/>
                    </a:lnTo>
                    <a:lnTo>
                      <a:pt x="17" y="78"/>
                    </a:lnTo>
                    <a:lnTo>
                      <a:pt x="14" y="78"/>
                    </a:lnTo>
                    <a:lnTo>
                      <a:pt x="14" y="78"/>
                    </a:lnTo>
                    <a:lnTo>
                      <a:pt x="14" y="78"/>
                    </a:lnTo>
                    <a:lnTo>
                      <a:pt x="14" y="78"/>
                    </a:lnTo>
                    <a:lnTo>
                      <a:pt x="14" y="78"/>
                    </a:lnTo>
                    <a:lnTo>
                      <a:pt x="14" y="76"/>
                    </a:lnTo>
                    <a:lnTo>
                      <a:pt x="12" y="76"/>
                    </a:lnTo>
                    <a:lnTo>
                      <a:pt x="12" y="76"/>
                    </a:lnTo>
                    <a:lnTo>
                      <a:pt x="12" y="76"/>
                    </a:lnTo>
                    <a:lnTo>
                      <a:pt x="12" y="74"/>
                    </a:lnTo>
                    <a:lnTo>
                      <a:pt x="12" y="74"/>
                    </a:lnTo>
                    <a:lnTo>
                      <a:pt x="12" y="74"/>
                    </a:lnTo>
                    <a:lnTo>
                      <a:pt x="9" y="74"/>
                    </a:lnTo>
                    <a:lnTo>
                      <a:pt x="9" y="71"/>
                    </a:lnTo>
                    <a:lnTo>
                      <a:pt x="9" y="71"/>
                    </a:lnTo>
                    <a:lnTo>
                      <a:pt x="9" y="71"/>
                    </a:lnTo>
                    <a:lnTo>
                      <a:pt x="9" y="69"/>
                    </a:lnTo>
                    <a:lnTo>
                      <a:pt x="7" y="69"/>
                    </a:lnTo>
                    <a:lnTo>
                      <a:pt x="7" y="69"/>
                    </a:lnTo>
                    <a:lnTo>
                      <a:pt x="7" y="69"/>
                    </a:lnTo>
                    <a:lnTo>
                      <a:pt x="7" y="69"/>
                    </a:lnTo>
                    <a:lnTo>
                      <a:pt x="7" y="69"/>
                    </a:lnTo>
                    <a:lnTo>
                      <a:pt x="7" y="67"/>
                    </a:lnTo>
                    <a:lnTo>
                      <a:pt x="7" y="67"/>
                    </a:lnTo>
                    <a:lnTo>
                      <a:pt x="7" y="67"/>
                    </a:lnTo>
                    <a:lnTo>
                      <a:pt x="7" y="64"/>
                    </a:lnTo>
                    <a:lnTo>
                      <a:pt x="7" y="64"/>
                    </a:lnTo>
                    <a:lnTo>
                      <a:pt x="7" y="64"/>
                    </a:lnTo>
                    <a:lnTo>
                      <a:pt x="7" y="64"/>
                    </a:lnTo>
                    <a:lnTo>
                      <a:pt x="7" y="62"/>
                    </a:lnTo>
                    <a:lnTo>
                      <a:pt x="7" y="62"/>
                    </a:lnTo>
                    <a:lnTo>
                      <a:pt x="7" y="59"/>
                    </a:lnTo>
                    <a:lnTo>
                      <a:pt x="7" y="59"/>
                    </a:lnTo>
                    <a:lnTo>
                      <a:pt x="7" y="59"/>
                    </a:lnTo>
                    <a:lnTo>
                      <a:pt x="7" y="59"/>
                    </a:lnTo>
                    <a:lnTo>
                      <a:pt x="5" y="59"/>
                    </a:lnTo>
                    <a:lnTo>
                      <a:pt x="5" y="57"/>
                    </a:lnTo>
                    <a:lnTo>
                      <a:pt x="5" y="57"/>
                    </a:lnTo>
                    <a:lnTo>
                      <a:pt x="5" y="55"/>
                    </a:lnTo>
                    <a:lnTo>
                      <a:pt x="5" y="55"/>
                    </a:lnTo>
                    <a:lnTo>
                      <a:pt x="5" y="55"/>
                    </a:lnTo>
                    <a:lnTo>
                      <a:pt x="5" y="57"/>
                    </a:lnTo>
                    <a:lnTo>
                      <a:pt x="5" y="57"/>
                    </a:lnTo>
                    <a:lnTo>
                      <a:pt x="2" y="57"/>
                    </a:lnTo>
                    <a:lnTo>
                      <a:pt x="2" y="57"/>
                    </a:lnTo>
                    <a:lnTo>
                      <a:pt x="2" y="57"/>
                    </a:lnTo>
                    <a:lnTo>
                      <a:pt x="2" y="55"/>
                    </a:lnTo>
                    <a:lnTo>
                      <a:pt x="2" y="55"/>
                    </a:lnTo>
                    <a:lnTo>
                      <a:pt x="2" y="52"/>
                    </a:lnTo>
                    <a:lnTo>
                      <a:pt x="0" y="52"/>
                    </a:lnTo>
                    <a:lnTo>
                      <a:pt x="0" y="52"/>
                    </a:lnTo>
                    <a:lnTo>
                      <a:pt x="0" y="50"/>
                    </a:lnTo>
                    <a:lnTo>
                      <a:pt x="2" y="50"/>
                    </a:lnTo>
                    <a:lnTo>
                      <a:pt x="2" y="50"/>
                    </a:lnTo>
                    <a:lnTo>
                      <a:pt x="5" y="50"/>
                    </a:lnTo>
                    <a:lnTo>
                      <a:pt x="5" y="50"/>
                    </a:lnTo>
                    <a:lnTo>
                      <a:pt x="5" y="50"/>
                    </a:lnTo>
                    <a:lnTo>
                      <a:pt x="5" y="50"/>
                    </a:lnTo>
                    <a:lnTo>
                      <a:pt x="5" y="50"/>
                    </a:lnTo>
                    <a:lnTo>
                      <a:pt x="7" y="50"/>
                    </a:lnTo>
                    <a:lnTo>
                      <a:pt x="7" y="50"/>
                    </a:lnTo>
                    <a:lnTo>
                      <a:pt x="7" y="50"/>
                    </a:lnTo>
                    <a:lnTo>
                      <a:pt x="9" y="50"/>
                    </a:lnTo>
                    <a:lnTo>
                      <a:pt x="9" y="48"/>
                    </a:lnTo>
                    <a:lnTo>
                      <a:pt x="7" y="48"/>
                    </a:lnTo>
                    <a:lnTo>
                      <a:pt x="7" y="48"/>
                    </a:lnTo>
                    <a:lnTo>
                      <a:pt x="7" y="45"/>
                    </a:lnTo>
                    <a:lnTo>
                      <a:pt x="7" y="45"/>
                    </a:lnTo>
                    <a:lnTo>
                      <a:pt x="7" y="43"/>
                    </a:lnTo>
                    <a:lnTo>
                      <a:pt x="7" y="43"/>
                    </a:lnTo>
                    <a:lnTo>
                      <a:pt x="7" y="40"/>
                    </a:lnTo>
                    <a:lnTo>
                      <a:pt x="7" y="40"/>
                    </a:lnTo>
                    <a:lnTo>
                      <a:pt x="7" y="40"/>
                    </a:lnTo>
                    <a:lnTo>
                      <a:pt x="7" y="40"/>
                    </a:lnTo>
                    <a:lnTo>
                      <a:pt x="7" y="40"/>
                    </a:lnTo>
                    <a:lnTo>
                      <a:pt x="7" y="40"/>
                    </a:lnTo>
                    <a:lnTo>
                      <a:pt x="7" y="40"/>
                    </a:lnTo>
                    <a:lnTo>
                      <a:pt x="7" y="38"/>
                    </a:lnTo>
                    <a:lnTo>
                      <a:pt x="7" y="38"/>
                    </a:lnTo>
                    <a:lnTo>
                      <a:pt x="9" y="38"/>
                    </a:lnTo>
                    <a:lnTo>
                      <a:pt x="9" y="36"/>
                    </a:lnTo>
                    <a:lnTo>
                      <a:pt x="9" y="36"/>
                    </a:lnTo>
                    <a:lnTo>
                      <a:pt x="9" y="36"/>
                    </a:lnTo>
                    <a:lnTo>
                      <a:pt x="9" y="33"/>
                    </a:lnTo>
                    <a:lnTo>
                      <a:pt x="9" y="33"/>
                    </a:lnTo>
                    <a:lnTo>
                      <a:pt x="9" y="31"/>
                    </a:lnTo>
                    <a:lnTo>
                      <a:pt x="9" y="31"/>
                    </a:lnTo>
                    <a:lnTo>
                      <a:pt x="9" y="31"/>
                    </a:lnTo>
                    <a:lnTo>
                      <a:pt x="9" y="31"/>
                    </a:lnTo>
                    <a:lnTo>
                      <a:pt x="9" y="31"/>
                    </a:lnTo>
                    <a:lnTo>
                      <a:pt x="9" y="31"/>
                    </a:lnTo>
                    <a:lnTo>
                      <a:pt x="9" y="29"/>
                    </a:lnTo>
                    <a:lnTo>
                      <a:pt x="9" y="29"/>
                    </a:lnTo>
                    <a:lnTo>
                      <a:pt x="9" y="29"/>
                    </a:lnTo>
                    <a:lnTo>
                      <a:pt x="9" y="26"/>
                    </a:lnTo>
                    <a:lnTo>
                      <a:pt x="12" y="26"/>
                    </a:lnTo>
                    <a:lnTo>
                      <a:pt x="12" y="26"/>
                    </a:lnTo>
                    <a:lnTo>
                      <a:pt x="12" y="24"/>
                    </a:lnTo>
                    <a:lnTo>
                      <a:pt x="12" y="24"/>
                    </a:lnTo>
                    <a:lnTo>
                      <a:pt x="12" y="24"/>
                    </a:lnTo>
                    <a:lnTo>
                      <a:pt x="12" y="24"/>
                    </a:lnTo>
                    <a:lnTo>
                      <a:pt x="12" y="21"/>
                    </a:lnTo>
                    <a:lnTo>
                      <a:pt x="14" y="21"/>
                    </a:lnTo>
                    <a:lnTo>
                      <a:pt x="14" y="21"/>
                    </a:lnTo>
                    <a:lnTo>
                      <a:pt x="14" y="21"/>
                    </a:lnTo>
                    <a:lnTo>
                      <a:pt x="14" y="21"/>
                    </a:lnTo>
                    <a:lnTo>
                      <a:pt x="14" y="19"/>
                    </a:lnTo>
                    <a:lnTo>
                      <a:pt x="14" y="19"/>
                    </a:lnTo>
                    <a:lnTo>
                      <a:pt x="14" y="19"/>
                    </a:lnTo>
                    <a:lnTo>
                      <a:pt x="17" y="19"/>
                    </a:lnTo>
                    <a:lnTo>
                      <a:pt x="17" y="19"/>
                    </a:lnTo>
                    <a:lnTo>
                      <a:pt x="17" y="19"/>
                    </a:lnTo>
                    <a:lnTo>
                      <a:pt x="19" y="19"/>
                    </a:lnTo>
                    <a:lnTo>
                      <a:pt x="19" y="21"/>
                    </a:lnTo>
                    <a:lnTo>
                      <a:pt x="19" y="21"/>
                    </a:lnTo>
                    <a:lnTo>
                      <a:pt x="19" y="21"/>
                    </a:lnTo>
                    <a:lnTo>
                      <a:pt x="19" y="21"/>
                    </a:lnTo>
                    <a:lnTo>
                      <a:pt x="19" y="21"/>
                    </a:lnTo>
                    <a:lnTo>
                      <a:pt x="21" y="21"/>
                    </a:lnTo>
                    <a:lnTo>
                      <a:pt x="21" y="21"/>
                    </a:lnTo>
                    <a:lnTo>
                      <a:pt x="21" y="21"/>
                    </a:lnTo>
                    <a:lnTo>
                      <a:pt x="24" y="21"/>
                    </a:lnTo>
                    <a:lnTo>
                      <a:pt x="24" y="21"/>
                    </a:lnTo>
                    <a:lnTo>
                      <a:pt x="26" y="21"/>
                    </a:lnTo>
                    <a:lnTo>
                      <a:pt x="26" y="21"/>
                    </a:lnTo>
                    <a:lnTo>
                      <a:pt x="26" y="21"/>
                    </a:lnTo>
                    <a:lnTo>
                      <a:pt x="26" y="19"/>
                    </a:lnTo>
                    <a:lnTo>
                      <a:pt x="28" y="19"/>
                    </a:lnTo>
                    <a:lnTo>
                      <a:pt x="28" y="19"/>
                    </a:lnTo>
                    <a:lnTo>
                      <a:pt x="31" y="19"/>
                    </a:lnTo>
                    <a:lnTo>
                      <a:pt x="31" y="19"/>
                    </a:lnTo>
                    <a:lnTo>
                      <a:pt x="31" y="19"/>
                    </a:lnTo>
                    <a:lnTo>
                      <a:pt x="31" y="19"/>
                    </a:lnTo>
                    <a:lnTo>
                      <a:pt x="33" y="19"/>
                    </a:lnTo>
                    <a:lnTo>
                      <a:pt x="33" y="19"/>
                    </a:lnTo>
                    <a:lnTo>
                      <a:pt x="33" y="19"/>
                    </a:lnTo>
                    <a:lnTo>
                      <a:pt x="33" y="19"/>
                    </a:lnTo>
                    <a:lnTo>
                      <a:pt x="33" y="19"/>
                    </a:lnTo>
                    <a:lnTo>
                      <a:pt x="35" y="19"/>
                    </a:lnTo>
                    <a:lnTo>
                      <a:pt x="35" y="17"/>
                    </a:lnTo>
                    <a:lnTo>
                      <a:pt x="35" y="17"/>
                    </a:lnTo>
                    <a:lnTo>
                      <a:pt x="35" y="17"/>
                    </a:lnTo>
                    <a:lnTo>
                      <a:pt x="35" y="14"/>
                    </a:lnTo>
                    <a:lnTo>
                      <a:pt x="35" y="14"/>
                    </a:lnTo>
                    <a:lnTo>
                      <a:pt x="35" y="12"/>
                    </a:lnTo>
                    <a:lnTo>
                      <a:pt x="35" y="12"/>
                    </a:lnTo>
                    <a:lnTo>
                      <a:pt x="38" y="12"/>
                    </a:lnTo>
                    <a:lnTo>
                      <a:pt x="38" y="10"/>
                    </a:lnTo>
                    <a:lnTo>
                      <a:pt x="38" y="10"/>
                    </a:lnTo>
                    <a:lnTo>
                      <a:pt x="38" y="10"/>
                    </a:lnTo>
                    <a:lnTo>
                      <a:pt x="38" y="10"/>
                    </a:lnTo>
                    <a:lnTo>
                      <a:pt x="40" y="10"/>
                    </a:lnTo>
                    <a:lnTo>
                      <a:pt x="40" y="10"/>
                    </a:lnTo>
                    <a:lnTo>
                      <a:pt x="40" y="10"/>
                    </a:lnTo>
                    <a:lnTo>
                      <a:pt x="40" y="10"/>
                    </a:lnTo>
                    <a:lnTo>
                      <a:pt x="43" y="10"/>
                    </a:lnTo>
                    <a:lnTo>
                      <a:pt x="43" y="10"/>
                    </a:lnTo>
                    <a:lnTo>
                      <a:pt x="45" y="10"/>
                    </a:lnTo>
                    <a:lnTo>
                      <a:pt x="45" y="10"/>
                    </a:lnTo>
                    <a:lnTo>
                      <a:pt x="45" y="10"/>
                    </a:lnTo>
                    <a:lnTo>
                      <a:pt x="45" y="10"/>
                    </a:lnTo>
                    <a:lnTo>
                      <a:pt x="47" y="10"/>
                    </a:lnTo>
                    <a:lnTo>
                      <a:pt x="47" y="10"/>
                    </a:lnTo>
                    <a:lnTo>
                      <a:pt x="47" y="7"/>
                    </a:lnTo>
                    <a:lnTo>
                      <a:pt x="47" y="7"/>
                    </a:lnTo>
                    <a:lnTo>
                      <a:pt x="45" y="7"/>
                    </a:lnTo>
                    <a:lnTo>
                      <a:pt x="45" y="5"/>
                    </a:lnTo>
                    <a:lnTo>
                      <a:pt x="45" y="5"/>
                    </a:lnTo>
                    <a:lnTo>
                      <a:pt x="45" y="5"/>
                    </a:lnTo>
                    <a:lnTo>
                      <a:pt x="45" y="3"/>
                    </a:lnTo>
                    <a:lnTo>
                      <a:pt x="45" y="3"/>
                    </a:lnTo>
                    <a:lnTo>
                      <a:pt x="47" y="3"/>
                    </a:lnTo>
                    <a:lnTo>
                      <a:pt x="47" y="5"/>
                    </a:lnTo>
                    <a:lnTo>
                      <a:pt x="47" y="5"/>
                    </a:lnTo>
                    <a:lnTo>
                      <a:pt x="47" y="5"/>
                    </a:lnTo>
                    <a:lnTo>
                      <a:pt x="50" y="5"/>
                    </a:lnTo>
                    <a:lnTo>
                      <a:pt x="50" y="5"/>
                    </a:lnTo>
                    <a:lnTo>
                      <a:pt x="52" y="5"/>
                    </a:lnTo>
                    <a:lnTo>
                      <a:pt x="52" y="5"/>
                    </a:lnTo>
                    <a:lnTo>
                      <a:pt x="52" y="5"/>
                    </a:lnTo>
                    <a:lnTo>
                      <a:pt x="52" y="3"/>
                    </a:lnTo>
                    <a:lnTo>
                      <a:pt x="52" y="3"/>
                    </a:lnTo>
                    <a:lnTo>
                      <a:pt x="54" y="3"/>
                    </a:lnTo>
                    <a:lnTo>
                      <a:pt x="54" y="0"/>
                    </a:lnTo>
                    <a:lnTo>
                      <a:pt x="54" y="0"/>
                    </a:lnTo>
                    <a:lnTo>
                      <a:pt x="54" y="0"/>
                    </a:lnTo>
                    <a:lnTo>
                      <a:pt x="57" y="0"/>
                    </a:lnTo>
                    <a:lnTo>
                      <a:pt x="57" y="3"/>
                    </a:lnTo>
                    <a:lnTo>
                      <a:pt x="57" y="3"/>
                    </a:lnTo>
                    <a:lnTo>
                      <a:pt x="57" y="3"/>
                    </a:lnTo>
                    <a:lnTo>
                      <a:pt x="59" y="3"/>
                    </a:lnTo>
                    <a:lnTo>
                      <a:pt x="59" y="5"/>
                    </a:lnTo>
                    <a:lnTo>
                      <a:pt x="59" y="5"/>
                    </a:lnTo>
                    <a:lnTo>
                      <a:pt x="59" y="7"/>
                    </a:lnTo>
                    <a:lnTo>
                      <a:pt x="59" y="7"/>
                    </a:lnTo>
                    <a:lnTo>
                      <a:pt x="59" y="7"/>
                    </a:lnTo>
                    <a:lnTo>
                      <a:pt x="59" y="5"/>
                    </a:lnTo>
                    <a:lnTo>
                      <a:pt x="61" y="5"/>
                    </a:lnTo>
                    <a:lnTo>
                      <a:pt x="61" y="5"/>
                    </a:lnTo>
                    <a:lnTo>
                      <a:pt x="61" y="5"/>
                    </a:lnTo>
                    <a:lnTo>
                      <a:pt x="61" y="3"/>
                    </a:lnTo>
                    <a:lnTo>
                      <a:pt x="64" y="3"/>
                    </a:lnTo>
                    <a:lnTo>
                      <a:pt x="64" y="3"/>
                    </a:lnTo>
                    <a:lnTo>
                      <a:pt x="64" y="3"/>
                    </a:lnTo>
                    <a:lnTo>
                      <a:pt x="64" y="5"/>
                    </a:lnTo>
                    <a:lnTo>
                      <a:pt x="64" y="5"/>
                    </a:lnTo>
                    <a:lnTo>
                      <a:pt x="66" y="5"/>
                    </a:lnTo>
                    <a:lnTo>
                      <a:pt x="66" y="7"/>
                    </a:lnTo>
                    <a:lnTo>
                      <a:pt x="66" y="7"/>
                    </a:lnTo>
                    <a:lnTo>
                      <a:pt x="66" y="7"/>
                    </a:lnTo>
                    <a:lnTo>
                      <a:pt x="66" y="10"/>
                    </a:lnTo>
                    <a:lnTo>
                      <a:pt x="66" y="10"/>
                    </a:lnTo>
                    <a:lnTo>
                      <a:pt x="69" y="10"/>
                    </a:lnTo>
                    <a:lnTo>
                      <a:pt x="69" y="10"/>
                    </a:lnTo>
                    <a:lnTo>
                      <a:pt x="69" y="10"/>
                    </a:lnTo>
                    <a:lnTo>
                      <a:pt x="69" y="10"/>
                    </a:lnTo>
                    <a:lnTo>
                      <a:pt x="69" y="10"/>
                    </a:lnTo>
                    <a:lnTo>
                      <a:pt x="69" y="12"/>
                    </a:lnTo>
                    <a:lnTo>
                      <a:pt x="69" y="12"/>
                    </a:lnTo>
                    <a:lnTo>
                      <a:pt x="69" y="14"/>
                    </a:lnTo>
                    <a:lnTo>
                      <a:pt x="69" y="14"/>
                    </a:lnTo>
                    <a:lnTo>
                      <a:pt x="66" y="14"/>
                    </a:lnTo>
                    <a:lnTo>
                      <a:pt x="66" y="17"/>
                    </a:lnTo>
                    <a:lnTo>
                      <a:pt x="66" y="17"/>
                    </a:lnTo>
                    <a:lnTo>
                      <a:pt x="66" y="17"/>
                    </a:lnTo>
                    <a:lnTo>
                      <a:pt x="66" y="19"/>
                    </a:lnTo>
                    <a:lnTo>
                      <a:pt x="66" y="19"/>
                    </a:lnTo>
                    <a:lnTo>
                      <a:pt x="66" y="19"/>
                    </a:lnTo>
                    <a:lnTo>
                      <a:pt x="66" y="21"/>
                    </a:lnTo>
                    <a:lnTo>
                      <a:pt x="66" y="21"/>
                    </a:lnTo>
                    <a:lnTo>
                      <a:pt x="66" y="21"/>
                    </a:lnTo>
                    <a:lnTo>
                      <a:pt x="66" y="21"/>
                    </a:lnTo>
                    <a:lnTo>
                      <a:pt x="66" y="21"/>
                    </a:lnTo>
                    <a:lnTo>
                      <a:pt x="66" y="24"/>
                    </a:lnTo>
                    <a:lnTo>
                      <a:pt x="66" y="24"/>
                    </a:lnTo>
                    <a:lnTo>
                      <a:pt x="69" y="24"/>
                    </a:lnTo>
                    <a:lnTo>
                      <a:pt x="69" y="26"/>
                    </a:lnTo>
                    <a:lnTo>
                      <a:pt x="69" y="26"/>
                    </a:lnTo>
                    <a:lnTo>
                      <a:pt x="69" y="24"/>
                    </a:lnTo>
                    <a:lnTo>
                      <a:pt x="71" y="24"/>
                    </a:lnTo>
                    <a:lnTo>
                      <a:pt x="71" y="24"/>
                    </a:lnTo>
                    <a:lnTo>
                      <a:pt x="71" y="24"/>
                    </a:lnTo>
                    <a:lnTo>
                      <a:pt x="73" y="24"/>
                    </a:lnTo>
                    <a:lnTo>
                      <a:pt x="73" y="26"/>
                    </a:lnTo>
                    <a:lnTo>
                      <a:pt x="73" y="26"/>
                    </a:lnTo>
                    <a:lnTo>
                      <a:pt x="73" y="24"/>
                    </a:lnTo>
                    <a:lnTo>
                      <a:pt x="73" y="24"/>
                    </a:lnTo>
                    <a:lnTo>
                      <a:pt x="73" y="24"/>
                    </a:lnTo>
                    <a:lnTo>
                      <a:pt x="76" y="24"/>
                    </a:lnTo>
                    <a:lnTo>
                      <a:pt x="76" y="21"/>
                    </a:lnTo>
                    <a:lnTo>
                      <a:pt x="76" y="21"/>
                    </a:lnTo>
                    <a:lnTo>
                      <a:pt x="78" y="21"/>
                    </a:lnTo>
                    <a:lnTo>
                      <a:pt x="78" y="21"/>
                    </a:lnTo>
                    <a:lnTo>
                      <a:pt x="78" y="21"/>
                    </a:lnTo>
                    <a:lnTo>
                      <a:pt x="80" y="21"/>
                    </a:lnTo>
                    <a:lnTo>
                      <a:pt x="80" y="24"/>
                    </a:lnTo>
                    <a:lnTo>
                      <a:pt x="80" y="24"/>
                    </a:lnTo>
                    <a:lnTo>
                      <a:pt x="80" y="24"/>
                    </a:lnTo>
                    <a:lnTo>
                      <a:pt x="83" y="24"/>
                    </a:lnTo>
                    <a:lnTo>
                      <a:pt x="83" y="24"/>
                    </a:lnTo>
                    <a:lnTo>
                      <a:pt x="85" y="24"/>
                    </a:lnTo>
                    <a:lnTo>
                      <a:pt x="85" y="24"/>
                    </a:lnTo>
                    <a:lnTo>
                      <a:pt x="85" y="26"/>
                    </a:lnTo>
                    <a:lnTo>
                      <a:pt x="83" y="26"/>
                    </a:lnTo>
                    <a:lnTo>
                      <a:pt x="83" y="26"/>
                    </a:lnTo>
                    <a:lnTo>
                      <a:pt x="83" y="26"/>
                    </a:lnTo>
                    <a:lnTo>
                      <a:pt x="83" y="29"/>
                    </a:lnTo>
                    <a:lnTo>
                      <a:pt x="83" y="29"/>
                    </a:lnTo>
                    <a:lnTo>
                      <a:pt x="83" y="31"/>
                    </a:lnTo>
                    <a:lnTo>
                      <a:pt x="83" y="31"/>
                    </a:lnTo>
                    <a:lnTo>
                      <a:pt x="83" y="31"/>
                    </a:lnTo>
                    <a:lnTo>
                      <a:pt x="83" y="31"/>
                    </a:lnTo>
                    <a:lnTo>
                      <a:pt x="83" y="33"/>
                    </a:lnTo>
                    <a:lnTo>
                      <a:pt x="83" y="33"/>
                    </a:lnTo>
                    <a:lnTo>
                      <a:pt x="83" y="36"/>
                    </a:lnTo>
                    <a:lnTo>
                      <a:pt x="85" y="36"/>
                    </a:lnTo>
                    <a:lnTo>
                      <a:pt x="85" y="36"/>
                    </a:lnTo>
                    <a:lnTo>
                      <a:pt x="85" y="36"/>
                    </a:lnTo>
                    <a:lnTo>
                      <a:pt x="85" y="38"/>
                    </a:lnTo>
                    <a:lnTo>
                      <a:pt x="85" y="38"/>
                    </a:lnTo>
                    <a:lnTo>
                      <a:pt x="85" y="38"/>
                    </a:lnTo>
                    <a:lnTo>
                      <a:pt x="85" y="40"/>
                    </a:lnTo>
                    <a:lnTo>
                      <a:pt x="85" y="40"/>
                    </a:lnTo>
                    <a:lnTo>
                      <a:pt x="83" y="40"/>
                    </a:lnTo>
                    <a:lnTo>
                      <a:pt x="83" y="40"/>
                    </a:lnTo>
                    <a:lnTo>
                      <a:pt x="83" y="43"/>
                    </a:lnTo>
                    <a:lnTo>
                      <a:pt x="83" y="43"/>
                    </a:lnTo>
                    <a:lnTo>
                      <a:pt x="83" y="45"/>
                    </a:lnTo>
                    <a:lnTo>
                      <a:pt x="83" y="45"/>
                    </a:lnTo>
                    <a:lnTo>
                      <a:pt x="83" y="48"/>
                    </a:lnTo>
                    <a:lnTo>
                      <a:pt x="83" y="48"/>
                    </a:lnTo>
                    <a:lnTo>
                      <a:pt x="83" y="48"/>
                    </a:lnTo>
                    <a:lnTo>
                      <a:pt x="83" y="50"/>
                    </a:lnTo>
                    <a:lnTo>
                      <a:pt x="80" y="50"/>
                    </a:lnTo>
                    <a:lnTo>
                      <a:pt x="80" y="50"/>
                    </a:lnTo>
                    <a:lnTo>
                      <a:pt x="80" y="50"/>
                    </a:lnTo>
                    <a:lnTo>
                      <a:pt x="80" y="50"/>
                    </a:lnTo>
                    <a:lnTo>
                      <a:pt x="80" y="50"/>
                    </a:lnTo>
                    <a:lnTo>
                      <a:pt x="80" y="52"/>
                    </a:lnTo>
                    <a:lnTo>
                      <a:pt x="78" y="52"/>
                    </a:lnTo>
                    <a:lnTo>
                      <a:pt x="78" y="52"/>
                    </a:lnTo>
                    <a:lnTo>
                      <a:pt x="80" y="52"/>
                    </a:lnTo>
                    <a:lnTo>
                      <a:pt x="80" y="55"/>
                    </a:lnTo>
                    <a:lnTo>
                      <a:pt x="80" y="55"/>
                    </a:lnTo>
                    <a:lnTo>
                      <a:pt x="80" y="55"/>
                    </a:lnTo>
                    <a:lnTo>
                      <a:pt x="80" y="55"/>
                    </a:lnTo>
                    <a:lnTo>
                      <a:pt x="80" y="57"/>
                    </a:lnTo>
                    <a:lnTo>
                      <a:pt x="80" y="57"/>
                    </a:lnTo>
                    <a:lnTo>
                      <a:pt x="80" y="59"/>
                    </a:lnTo>
                    <a:lnTo>
                      <a:pt x="80" y="59"/>
                    </a:lnTo>
                    <a:lnTo>
                      <a:pt x="80" y="59"/>
                    </a:lnTo>
                    <a:lnTo>
                      <a:pt x="80" y="62"/>
                    </a:lnTo>
                    <a:lnTo>
                      <a:pt x="80" y="62"/>
                    </a:lnTo>
                    <a:lnTo>
                      <a:pt x="80" y="62"/>
                    </a:lnTo>
                    <a:lnTo>
                      <a:pt x="80" y="64"/>
                    </a:lnTo>
                    <a:lnTo>
                      <a:pt x="80" y="64"/>
                    </a:lnTo>
                    <a:lnTo>
                      <a:pt x="80" y="64"/>
                    </a:lnTo>
                    <a:lnTo>
                      <a:pt x="80" y="67"/>
                    </a:lnTo>
                    <a:lnTo>
                      <a:pt x="78" y="67"/>
                    </a:lnTo>
                    <a:lnTo>
                      <a:pt x="78" y="67"/>
                    </a:lnTo>
                    <a:lnTo>
                      <a:pt x="78" y="69"/>
                    </a:lnTo>
                    <a:lnTo>
                      <a:pt x="78" y="69"/>
                    </a:lnTo>
                    <a:lnTo>
                      <a:pt x="78" y="69"/>
                    </a:lnTo>
                    <a:lnTo>
                      <a:pt x="78" y="69"/>
                    </a:lnTo>
                    <a:lnTo>
                      <a:pt x="78" y="71"/>
                    </a:lnTo>
                    <a:lnTo>
                      <a:pt x="78" y="71"/>
                    </a:lnTo>
                    <a:lnTo>
                      <a:pt x="78" y="74"/>
                    </a:lnTo>
                    <a:lnTo>
                      <a:pt x="78" y="74"/>
                    </a:lnTo>
                    <a:lnTo>
                      <a:pt x="78" y="76"/>
                    </a:lnTo>
                    <a:lnTo>
                      <a:pt x="78" y="76"/>
                    </a:lnTo>
                    <a:lnTo>
                      <a:pt x="80" y="76"/>
                    </a:lnTo>
                    <a:lnTo>
                      <a:pt x="80" y="76"/>
                    </a:lnTo>
                    <a:lnTo>
                      <a:pt x="80" y="76"/>
                    </a:lnTo>
                    <a:lnTo>
                      <a:pt x="80" y="78"/>
                    </a:lnTo>
                    <a:lnTo>
                      <a:pt x="80" y="78"/>
                    </a:lnTo>
                    <a:lnTo>
                      <a:pt x="80" y="76"/>
                    </a:lnTo>
                    <a:lnTo>
                      <a:pt x="83" y="76"/>
                    </a:lnTo>
                    <a:lnTo>
                      <a:pt x="83" y="76"/>
                    </a:lnTo>
                    <a:lnTo>
                      <a:pt x="83" y="76"/>
                    </a:lnTo>
                    <a:lnTo>
                      <a:pt x="83" y="74"/>
                    </a:lnTo>
                    <a:lnTo>
                      <a:pt x="85" y="74"/>
                    </a:lnTo>
                    <a:lnTo>
                      <a:pt x="85" y="74"/>
                    </a:lnTo>
                    <a:lnTo>
                      <a:pt x="85" y="74"/>
                    </a:lnTo>
                    <a:lnTo>
                      <a:pt x="85" y="71"/>
                    </a:lnTo>
                    <a:lnTo>
                      <a:pt x="85" y="71"/>
                    </a:lnTo>
                    <a:lnTo>
                      <a:pt x="85" y="71"/>
                    </a:lnTo>
                    <a:lnTo>
                      <a:pt x="88" y="71"/>
                    </a:lnTo>
                    <a:lnTo>
                      <a:pt x="88" y="71"/>
                    </a:lnTo>
                    <a:lnTo>
                      <a:pt x="88" y="69"/>
                    </a:lnTo>
                    <a:lnTo>
                      <a:pt x="88" y="69"/>
                    </a:lnTo>
                    <a:lnTo>
                      <a:pt x="90" y="69"/>
                    </a:lnTo>
                    <a:lnTo>
                      <a:pt x="90" y="69"/>
                    </a:lnTo>
                    <a:lnTo>
                      <a:pt x="90" y="69"/>
                    </a:lnTo>
                    <a:lnTo>
                      <a:pt x="90" y="69"/>
                    </a:lnTo>
                    <a:lnTo>
                      <a:pt x="90" y="67"/>
                    </a:lnTo>
                    <a:lnTo>
                      <a:pt x="92" y="67"/>
                    </a:lnTo>
                    <a:lnTo>
                      <a:pt x="92" y="67"/>
                    </a:lnTo>
                    <a:lnTo>
                      <a:pt x="92" y="67"/>
                    </a:lnTo>
                    <a:lnTo>
                      <a:pt x="92" y="67"/>
                    </a:lnTo>
                    <a:lnTo>
                      <a:pt x="95" y="67"/>
                    </a:lnTo>
                    <a:lnTo>
                      <a:pt x="95" y="64"/>
                    </a:lnTo>
                    <a:lnTo>
                      <a:pt x="95" y="64"/>
                    </a:lnTo>
                    <a:lnTo>
                      <a:pt x="95" y="62"/>
                    </a:lnTo>
                    <a:lnTo>
                      <a:pt x="95" y="62"/>
                    </a:lnTo>
                    <a:lnTo>
                      <a:pt x="97" y="62"/>
                    </a:lnTo>
                    <a:lnTo>
                      <a:pt x="97" y="62"/>
                    </a:lnTo>
                    <a:lnTo>
                      <a:pt x="97" y="62"/>
                    </a:lnTo>
                    <a:lnTo>
                      <a:pt x="97" y="62"/>
                    </a:lnTo>
                    <a:lnTo>
                      <a:pt x="99" y="62"/>
                    </a:lnTo>
                    <a:lnTo>
                      <a:pt x="99" y="59"/>
                    </a:lnTo>
                    <a:lnTo>
                      <a:pt x="99" y="59"/>
                    </a:lnTo>
                    <a:lnTo>
                      <a:pt x="99" y="59"/>
                    </a:lnTo>
                    <a:lnTo>
                      <a:pt x="99" y="59"/>
                    </a:lnTo>
                    <a:lnTo>
                      <a:pt x="99" y="59"/>
                    </a:lnTo>
                    <a:lnTo>
                      <a:pt x="102" y="59"/>
                    </a:lnTo>
                    <a:lnTo>
                      <a:pt x="102" y="59"/>
                    </a:lnTo>
                    <a:lnTo>
                      <a:pt x="104" y="59"/>
                    </a:lnTo>
                    <a:lnTo>
                      <a:pt x="104" y="59"/>
                    </a:lnTo>
                    <a:lnTo>
                      <a:pt x="104" y="59"/>
                    </a:lnTo>
                    <a:lnTo>
                      <a:pt x="104" y="59"/>
                    </a:lnTo>
                    <a:lnTo>
                      <a:pt x="104" y="59"/>
                    </a:lnTo>
                    <a:lnTo>
                      <a:pt x="104" y="62"/>
                    </a:lnTo>
                    <a:lnTo>
                      <a:pt x="106" y="62"/>
                    </a:lnTo>
                    <a:lnTo>
                      <a:pt x="106" y="62"/>
                    </a:lnTo>
                    <a:lnTo>
                      <a:pt x="106" y="62"/>
                    </a:lnTo>
                    <a:lnTo>
                      <a:pt x="106" y="62"/>
                    </a:lnTo>
                    <a:lnTo>
                      <a:pt x="106" y="64"/>
                    </a:lnTo>
                    <a:lnTo>
                      <a:pt x="109" y="64"/>
                    </a:lnTo>
                    <a:lnTo>
                      <a:pt x="109" y="64"/>
                    </a:lnTo>
                    <a:lnTo>
                      <a:pt x="109" y="64"/>
                    </a:lnTo>
                    <a:lnTo>
                      <a:pt x="111" y="64"/>
                    </a:lnTo>
                    <a:lnTo>
                      <a:pt x="111" y="64"/>
                    </a:lnTo>
                    <a:lnTo>
                      <a:pt x="111" y="64"/>
                    </a:lnTo>
                    <a:lnTo>
                      <a:pt x="114" y="64"/>
                    </a:lnTo>
                    <a:lnTo>
                      <a:pt x="114" y="67"/>
                    </a:lnTo>
                    <a:lnTo>
                      <a:pt x="114" y="67"/>
                    </a:lnTo>
                    <a:lnTo>
                      <a:pt x="111" y="67"/>
                    </a:lnTo>
                    <a:lnTo>
                      <a:pt x="111" y="69"/>
                    </a:lnTo>
                    <a:lnTo>
                      <a:pt x="114" y="69"/>
                    </a:lnTo>
                    <a:lnTo>
                      <a:pt x="114" y="69"/>
                    </a:lnTo>
                    <a:lnTo>
                      <a:pt x="114" y="67"/>
                    </a:lnTo>
                    <a:lnTo>
                      <a:pt x="114" y="67"/>
                    </a:lnTo>
                    <a:lnTo>
                      <a:pt x="116" y="67"/>
                    </a:lnTo>
                    <a:lnTo>
                      <a:pt x="116" y="67"/>
                    </a:lnTo>
                    <a:lnTo>
                      <a:pt x="116" y="67"/>
                    </a:lnTo>
                    <a:lnTo>
                      <a:pt x="116" y="64"/>
                    </a:lnTo>
                    <a:lnTo>
                      <a:pt x="118" y="64"/>
                    </a:lnTo>
                    <a:lnTo>
                      <a:pt x="118" y="64"/>
                    </a:lnTo>
                    <a:lnTo>
                      <a:pt x="118" y="64"/>
                    </a:lnTo>
                    <a:lnTo>
                      <a:pt x="118" y="64"/>
                    </a:lnTo>
                    <a:lnTo>
                      <a:pt x="121" y="64"/>
                    </a:lnTo>
                    <a:lnTo>
                      <a:pt x="121" y="64"/>
                    </a:lnTo>
                    <a:lnTo>
                      <a:pt x="121" y="64"/>
                    </a:lnTo>
                    <a:lnTo>
                      <a:pt x="123" y="64"/>
                    </a:lnTo>
                    <a:lnTo>
                      <a:pt x="123" y="62"/>
                    </a:lnTo>
                    <a:lnTo>
                      <a:pt x="123" y="62"/>
                    </a:lnTo>
                    <a:lnTo>
                      <a:pt x="123" y="59"/>
                    </a:lnTo>
                    <a:lnTo>
                      <a:pt x="123" y="59"/>
                    </a:lnTo>
                    <a:lnTo>
                      <a:pt x="123" y="59"/>
                    </a:lnTo>
                    <a:lnTo>
                      <a:pt x="125" y="59"/>
                    </a:lnTo>
                    <a:lnTo>
                      <a:pt x="125" y="59"/>
                    </a:lnTo>
                    <a:lnTo>
                      <a:pt x="125" y="57"/>
                    </a:lnTo>
                    <a:lnTo>
                      <a:pt x="125" y="57"/>
                    </a:lnTo>
                    <a:lnTo>
                      <a:pt x="125" y="57"/>
                    </a:lnTo>
                    <a:lnTo>
                      <a:pt x="125" y="57"/>
                    </a:lnTo>
                    <a:lnTo>
                      <a:pt x="128" y="57"/>
                    </a:lnTo>
                    <a:lnTo>
                      <a:pt x="128" y="55"/>
                    </a:lnTo>
                    <a:lnTo>
                      <a:pt x="125" y="55"/>
                    </a:lnTo>
                    <a:lnTo>
                      <a:pt x="125" y="55"/>
                    </a:lnTo>
                    <a:lnTo>
                      <a:pt x="125" y="52"/>
                    </a:lnTo>
                    <a:lnTo>
                      <a:pt x="128" y="52"/>
                    </a:lnTo>
                    <a:lnTo>
                      <a:pt x="128" y="52"/>
                    </a:lnTo>
                    <a:lnTo>
                      <a:pt x="128" y="52"/>
                    </a:lnTo>
                    <a:lnTo>
                      <a:pt x="128" y="52"/>
                    </a:lnTo>
                    <a:lnTo>
                      <a:pt x="130" y="52"/>
                    </a:lnTo>
                    <a:lnTo>
                      <a:pt x="130" y="52"/>
                    </a:lnTo>
                    <a:lnTo>
                      <a:pt x="130" y="52"/>
                    </a:lnTo>
                    <a:lnTo>
                      <a:pt x="133" y="52"/>
                    </a:lnTo>
                    <a:lnTo>
                      <a:pt x="133" y="52"/>
                    </a:lnTo>
                    <a:lnTo>
                      <a:pt x="133" y="52"/>
                    </a:lnTo>
                    <a:lnTo>
                      <a:pt x="135" y="52"/>
                    </a:lnTo>
                    <a:lnTo>
                      <a:pt x="135" y="55"/>
                    </a:lnTo>
                    <a:lnTo>
                      <a:pt x="135" y="55"/>
                    </a:lnTo>
                    <a:lnTo>
                      <a:pt x="137" y="55"/>
                    </a:lnTo>
                    <a:lnTo>
                      <a:pt x="137" y="55"/>
                    </a:lnTo>
                    <a:lnTo>
                      <a:pt x="137" y="55"/>
                    </a:lnTo>
                    <a:lnTo>
                      <a:pt x="137" y="55"/>
                    </a:lnTo>
                    <a:lnTo>
                      <a:pt x="140" y="55"/>
                    </a:lnTo>
                    <a:lnTo>
                      <a:pt x="140" y="57"/>
                    </a:lnTo>
                    <a:lnTo>
                      <a:pt x="140" y="57"/>
                    </a:lnTo>
                    <a:lnTo>
                      <a:pt x="140" y="57"/>
                    </a:lnTo>
                    <a:lnTo>
                      <a:pt x="140" y="55"/>
                    </a:lnTo>
                    <a:lnTo>
                      <a:pt x="142" y="55"/>
                    </a:lnTo>
                    <a:lnTo>
                      <a:pt x="142" y="55"/>
                    </a:lnTo>
                    <a:lnTo>
                      <a:pt x="142" y="57"/>
                    </a:lnTo>
                    <a:lnTo>
                      <a:pt x="144" y="57"/>
                    </a:lnTo>
                    <a:lnTo>
                      <a:pt x="144" y="57"/>
                    </a:lnTo>
                    <a:lnTo>
                      <a:pt x="144" y="59"/>
                    </a:lnTo>
                    <a:lnTo>
                      <a:pt x="144" y="59"/>
                    </a:lnTo>
                    <a:lnTo>
                      <a:pt x="144" y="59"/>
                    </a:lnTo>
                    <a:lnTo>
                      <a:pt x="144" y="59"/>
                    </a:lnTo>
                    <a:lnTo>
                      <a:pt x="144" y="59"/>
                    </a:lnTo>
                    <a:lnTo>
                      <a:pt x="144" y="62"/>
                    </a:lnTo>
                    <a:lnTo>
                      <a:pt x="147" y="62"/>
                    </a:lnTo>
                    <a:lnTo>
                      <a:pt x="147" y="62"/>
                    </a:lnTo>
                    <a:lnTo>
                      <a:pt x="147" y="62"/>
                    </a:lnTo>
                    <a:lnTo>
                      <a:pt x="147" y="64"/>
                    </a:lnTo>
                    <a:lnTo>
                      <a:pt x="147" y="64"/>
                    </a:lnTo>
                    <a:lnTo>
                      <a:pt x="147" y="64"/>
                    </a:lnTo>
                    <a:lnTo>
                      <a:pt x="147" y="67"/>
                    </a:lnTo>
                    <a:lnTo>
                      <a:pt x="147" y="67"/>
                    </a:lnTo>
                    <a:lnTo>
                      <a:pt x="149" y="67"/>
                    </a:lnTo>
                    <a:lnTo>
                      <a:pt x="149" y="69"/>
                    </a:lnTo>
                    <a:lnTo>
                      <a:pt x="149" y="69"/>
                    </a:lnTo>
                    <a:lnTo>
                      <a:pt x="151" y="69"/>
                    </a:lnTo>
                    <a:lnTo>
                      <a:pt x="151" y="69"/>
                    </a:lnTo>
                    <a:lnTo>
                      <a:pt x="151" y="69"/>
                    </a:lnTo>
                    <a:lnTo>
                      <a:pt x="151" y="69"/>
                    </a:lnTo>
                    <a:lnTo>
                      <a:pt x="151" y="71"/>
                    </a:lnTo>
                    <a:lnTo>
                      <a:pt x="151" y="71"/>
                    </a:lnTo>
                    <a:lnTo>
                      <a:pt x="151" y="71"/>
                    </a:lnTo>
                    <a:lnTo>
                      <a:pt x="154" y="71"/>
                    </a:lnTo>
                    <a:lnTo>
                      <a:pt x="154" y="74"/>
                    </a:lnTo>
                    <a:lnTo>
                      <a:pt x="154" y="74"/>
                    </a:lnTo>
                    <a:lnTo>
                      <a:pt x="154" y="74"/>
                    </a:lnTo>
                    <a:lnTo>
                      <a:pt x="154" y="74"/>
                    </a:lnTo>
                    <a:lnTo>
                      <a:pt x="156" y="74"/>
                    </a:lnTo>
                    <a:lnTo>
                      <a:pt x="156" y="74"/>
                    </a:lnTo>
                    <a:lnTo>
                      <a:pt x="156" y="76"/>
                    </a:lnTo>
                    <a:lnTo>
                      <a:pt x="159" y="76"/>
                    </a:lnTo>
                    <a:lnTo>
                      <a:pt x="159" y="76"/>
                    </a:lnTo>
                    <a:lnTo>
                      <a:pt x="159" y="76"/>
                    </a:lnTo>
                    <a:lnTo>
                      <a:pt x="159" y="78"/>
                    </a:lnTo>
                    <a:lnTo>
                      <a:pt x="159" y="78"/>
                    </a:lnTo>
                    <a:lnTo>
                      <a:pt x="159" y="78"/>
                    </a:lnTo>
                    <a:lnTo>
                      <a:pt x="159" y="78"/>
                    </a:lnTo>
                    <a:lnTo>
                      <a:pt x="159" y="81"/>
                    </a:lnTo>
                    <a:lnTo>
                      <a:pt x="161" y="81"/>
                    </a:lnTo>
                    <a:lnTo>
                      <a:pt x="161" y="81"/>
                    </a:lnTo>
                    <a:lnTo>
                      <a:pt x="161" y="83"/>
                    </a:lnTo>
                    <a:lnTo>
                      <a:pt x="161" y="83"/>
                    </a:lnTo>
                    <a:lnTo>
                      <a:pt x="159" y="83"/>
                    </a:lnTo>
                    <a:lnTo>
                      <a:pt x="159" y="85"/>
                    </a:lnTo>
                    <a:lnTo>
                      <a:pt x="159" y="85"/>
                    </a:lnTo>
                    <a:lnTo>
                      <a:pt x="159" y="88"/>
                    </a:lnTo>
                    <a:lnTo>
                      <a:pt x="159" y="88"/>
                    </a:lnTo>
                    <a:lnTo>
                      <a:pt x="159" y="88"/>
                    </a:lnTo>
                    <a:lnTo>
                      <a:pt x="159" y="90"/>
                    </a:lnTo>
                    <a:lnTo>
                      <a:pt x="159" y="90"/>
                    </a:lnTo>
                    <a:lnTo>
                      <a:pt x="159" y="90"/>
                    </a:lnTo>
                    <a:lnTo>
                      <a:pt x="159" y="93"/>
                    </a:lnTo>
                    <a:lnTo>
                      <a:pt x="159" y="93"/>
                    </a:lnTo>
                    <a:lnTo>
                      <a:pt x="159" y="95"/>
                    </a:lnTo>
                    <a:lnTo>
                      <a:pt x="159" y="95"/>
                    </a:lnTo>
                    <a:lnTo>
                      <a:pt x="159" y="95"/>
                    </a:lnTo>
                    <a:lnTo>
                      <a:pt x="159" y="97"/>
                    </a:lnTo>
                    <a:lnTo>
                      <a:pt x="159" y="97"/>
                    </a:lnTo>
                    <a:lnTo>
                      <a:pt x="159" y="97"/>
                    </a:lnTo>
                    <a:lnTo>
                      <a:pt x="159" y="100"/>
                    </a:lnTo>
                    <a:lnTo>
                      <a:pt x="159" y="100"/>
                    </a:lnTo>
                    <a:lnTo>
                      <a:pt x="159" y="100"/>
                    </a:lnTo>
                    <a:lnTo>
                      <a:pt x="159" y="102"/>
                    </a:lnTo>
                    <a:lnTo>
                      <a:pt x="159" y="102"/>
                    </a:lnTo>
                    <a:lnTo>
                      <a:pt x="159" y="102"/>
                    </a:lnTo>
                    <a:lnTo>
                      <a:pt x="161" y="102"/>
                    </a:lnTo>
                    <a:lnTo>
                      <a:pt x="161" y="102"/>
                    </a:lnTo>
                    <a:lnTo>
                      <a:pt x="161" y="104"/>
                    </a:lnTo>
                    <a:lnTo>
                      <a:pt x="161" y="104"/>
                    </a:lnTo>
                    <a:lnTo>
                      <a:pt x="161" y="104"/>
                    </a:lnTo>
                    <a:lnTo>
                      <a:pt x="161" y="107"/>
                    </a:lnTo>
                    <a:lnTo>
                      <a:pt x="163" y="107"/>
                    </a:lnTo>
                    <a:lnTo>
                      <a:pt x="163" y="107"/>
                    </a:lnTo>
                    <a:lnTo>
                      <a:pt x="163" y="107"/>
                    </a:lnTo>
                    <a:lnTo>
                      <a:pt x="163" y="109"/>
                    </a:lnTo>
                    <a:lnTo>
                      <a:pt x="163" y="109"/>
                    </a:lnTo>
                    <a:lnTo>
                      <a:pt x="163" y="109"/>
                    </a:lnTo>
                    <a:lnTo>
                      <a:pt x="166" y="109"/>
                    </a:lnTo>
                    <a:lnTo>
                      <a:pt x="166" y="112"/>
                    </a:lnTo>
                    <a:lnTo>
                      <a:pt x="166" y="112"/>
                    </a:lnTo>
                    <a:lnTo>
                      <a:pt x="166" y="112"/>
                    </a:lnTo>
                    <a:lnTo>
                      <a:pt x="166" y="112"/>
                    </a:lnTo>
                    <a:lnTo>
                      <a:pt x="168" y="112"/>
                    </a:lnTo>
                    <a:lnTo>
                      <a:pt x="168" y="114"/>
                    </a:lnTo>
                    <a:lnTo>
                      <a:pt x="168" y="114"/>
                    </a:lnTo>
                    <a:lnTo>
                      <a:pt x="170" y="114"/>
                    </a:lnTo>
                    <a:lnTo>
                      <a:pt x="170" y="114"/>
                    </a:lnTo>
                    <a:lnTo>
                      <a:pt x="170" y="114"/>
                    </a:lnTo>
                    <a:lnTo>
                      <a:pt x="173" y="114"/>
                    </a:lnTo>
                    <a:lnTo>
                      <a:pt x="173" y="114"/>
                    </a:lnTo>
                    <a:lnTo>
                      <a:pt x="173" y="116"/>
                    </a:lnTo>
                    <a:lnTo>
                      <a:pt x="173" y="116"/>
                    </a:lnTo>
                    <a:lnTo>
                      <a:pt x="173" y="119"/>
                    </a:lnTo>
                    <a:lnTo>
                      <a:pt x="173" y="119"/>
                    </a:lnTo>
                    <a:lnTo>
                      <a:pt x="173" y="119"/>
                    </a:lnTo>
                    <a:lnTo>
                      <a:pt x="173" y="119"/>
                    </a:lnTo>
                    <a:lnTo>
                      <a:pt x="173" y="121"/>
                    </a:lnTo>
                    <a:lnTo>
                      <a:pt x="173" y="121"/>
                    </a:lnTo>
                    <a:lnTo>
                      <a:pt x="175" y="121"/>
                    </a:lnTo>
                    <a:lnTo>
                      <a:pt x="175" y="121"/>
                    </a:lnTo>
                    <a:lnTo>
                      <a:pt x="177" y="121"/>
                    </a:lnTo>
                    <a:lnTo>
                      <a:pt x="177" y="121"/>
                    </a:lnTo>
                    <a:lnTo>
                      <a:pt x="177" y="121"/>
                    </a:lnTo>
                    <a:lnTo>
                      <a:pt x="177" y="123"/>
                    </a:lnTo>
                    <a:lnTo>
                      <a:pt x="177" y="123"/>
                    </a:lnTo>
                    <a:lnTo>
                      <a:pt x="177" y="126"/>
                    </a:lnTo>
                    <a:lnTo>
                      <a:pt x="177" y="126"/>
                    </a:lnTo>
                    <a:lnTo>
                      <a:pt x="177" y="128"/>
                    </a:lnTo>
                    <a:lnTo>
                      <a:pt x="177" y="128"/>
                    </a:lnTo>
                    <a:lnTo>
                      <a:pt x="177" y="128"/>
                    </a:lnTo>
                    <a:lnTo>
                      <a:pt x="177" y="128"/>
                    </a:lnTo>
                    <a:lnTo>
                      <a:pt x="177" y="131"/>
                    </a:lnTo>
                    <a:lnTo>
                      <a:pt x="175" y="131"/>
                    </a:lnTo>
                    <a:lnTo>
                      <a:pt x="175" y="131"/>
                    </a:lnTo>
                    <a:lnTo>
                      <a:pt x="173" y="131"/>
                    </a:lnTo>
                    <a:lnTo>
                      <a:pt x="173" y="131"/>
                    </a:lnTo>
                    <a:lnTo>
                      <a:pt x="175" y="131"/>
                    </a:lnTo>
                    <a:lnTo>
                      <a:pt x="175" y="131"/>
                    </a:lnTo>
                    <a:lnTo>
                      <a:pt x="177" y="131"/>
                    </a:lnTo>
                    <a:lnTo>
                      <a:pt x="177" y="133"/>
                    </a:lnTo>
                    <a:lnTo>
                      <a:pt x="177" y="133"/>
                    </a:lnTo>
                    <a:lnTo>
                      <a:pt x="175" y="133"/>
                    </a:lnTo>
                    <a:lnTo>
                      <a:pt x="175" y="135"/>
                    </a:lnTo>
                    <a:lnTo>
                      <a:pt x="175" y="135"/>
                    </a:lnTo>
                    <a:lnTo>
                      <a:pt x="175" y="135"/>
                    </a:lnTo>
                    <a:lnTo>
                      <a:pt x="173" y="135"/>
                    </a:lnTo>
                    <a:lnTo>
                      <a:pt x="173" y="138"/>
                    </a:lnTo>
                    <a:lnTo>
                      <a:pt x="173" y="138"/>
                    </a:lnTo>
                    <a:lnTo>
                      <a:pt x="175" y="138"/>
                    </a:lnTo>
                    <a:lnTo>
                      <a:pt x="175" y="138"/>
                    </a:lnTo>
                    <a:lnTo>
                      <a:pt x="175" y="140"/>
                    </a:lnTo>
                    <a:lnTo>
                      <a:pt x="177" y="140"/>
                    </a:lnTo>
                    <a:lnTo>
                      <a:pt x="177" y="140"/>
                    </a:lnTo>
                    <a:lnTo>
                      <a:pt x="177" y="140"/>
                    </a:lnTo>
                    <a:lnTo>
                      <a:pt x="177" y="140"/>
                    </a:lnTo>
                    <a:lnTo>
                      <a:pt x="177" y="140"/>
                    </a:lnTo>
                    <a:lnTo>
                      <a:pt x="177" y="142"/>
                    </a:lnTo>
                    <a:lnTo>
                      <a:pt x="177" y="142"/>
                    </a:lnTo>
                    <a:lnTo>
                      <a:pt x="175" y="142"/>
                    </a:lnTo>
                    <a:lnTo>
                      <a:pt x="175" y="145"/>
                    </a:lnTo>
                    <a:lnTo>
                      <a:pt x="175" y="145"/>
                    </a:lnTo>
                    <a:lnTo>
                      <a:pt x="175" y="145"/>
                    </a:lnTo>
                    <a:lnTo>
                      <a:pt x="175" y="147"/>
                    </a:lnTo>
                    <a:lnTo>
                      <a:pt x="175" y="147"/>
                    </a:lnTo>
                    <a:lnTo>
                      <a:pt x="175" y="147"/>
                    </a:lnTo>
                    <a:lnTo>
                      <a:pt x="175" y="149"/>
                    </a:lnTo>
                    <a:lnTo>
                      <a:pt x="175" y="149"/>
                    </a:lnTo>
                    <a:lnTo>
                      <a:pt x="175" y="149"/>
                    </a:lnTo>
                    <a:lnTo>
                      <a:pt x="175" y="152"/>
                    </a:lnTo>
                    <a:lnTo>
                      <a:pt x="175" y="152"/>
                    </a:lnTo>
                    <a:lnTo>
                      <a:pt x="175" y="152"/>
                    </a:lnTo>
                    <a:lnTo>
                      <a:pt x="175" y="154"/>
                    </a:lnTo>
                    <a:lnTo>
                      <a:pt x="173" y="154"/>
                    </a:lnTo>
                    <a:lnTo>
                      <a:pt x="173" y="154"/>
                    </a:lnTo>
                    <a:lnTo>
                      <a:pt x="173" y="154"/>
                    </a:lnTo>
                    <a:lnTo>
                      <a:pt x="173" y="154"/>
                    </a:lnTo>
                    <a:lnTo>
                      <a:pt x="173" y="157"/>
                    </a:lnTo>
                    <a:lnTo>
                      <a:pt x="170" y="157"/>
                    </a:lnTo>
                    <a:lnTo>
                      <a:pt x="170" y="157"/>
                    </a:lnTo>
                    <a:lnTo>
                      <a:pt x="170" y="157"/>
                    </a:lnTo>
                    <a:lnTo>
                      <a:pt x="170" y="157"/>
                    </a:lnTo>
                    <a:lnTo>
                      <a:pt x="168" y="157"/>
                    </a:lnTo>
                    <a:lnTo>
                      <a:pt x="168" y="157"/>
                    </a:lnTo>
                    <a:lnTo>
                      <a:pt x="168" y="159"/>
                    </a:lnTo>
                    <a:lnTo>
                      <a:pt x="168" y="159"/>
                    </a:lnTo>
                    <a:lnTo>
                      <a:pt x="166" y="159"/>
                    </a:lnTo>
                    <a:lnTo>
                      <a:pt x="166" y="159"/>
                    </a:lnTo>
                    <a:lnTo>
                      <a:pt x="166" y="159"/>
                    </a:lnTo>
                    <a:lnTo>
                      <a:pt x="166" y="159"/>
                    </a:lnTo>
                    <a:lnTo>
                      <a:pt x="166" y="159"/>
                    </a:lnTo>
                    <a:lnTo>
                      <a:pt x="163" y="159"/>
                    </a:lnTo>
                    <a:lnTo>
                      <a:pt x="163" y="159"/>
                    </a:lnTo>
                    <a:lnTo>
                      <a:pt x="163" y="157"/>
                    </a:lnTo>
                    <a:lnTo>
                      <a:pt x="163" y="157"/>
                    </a:lnTo>
                    <a:lnTo>
                      <a:pt x="163" y="157"/>
                    </a:lnTo>
                    <a:lnTo>
                      <a:pt x="161" y="157"/>
                    </a:lnTo>
                    <a:lnTo>
                      <a:pt x="161" y="154"/>
                    </a:lnTo>
                    <a:lnTo>
                      <a:pt x="161" y="154"/>
                    </a:lnTo>
                    <a:lnTo>
                      <a:pt x="161" y="154"/>
                    </a:lnTo>
                    <a:lnTo>
                      <a:pt x="159" y="154"/>
                    </a:lnTo>
                    <a:lnTo>
                      <a:pt x="159" y="154"/>
                    </a:lnTo>
                    <a:lnTo>
                      <a:pt x="159" y="154"/>
                    </a:lnTo>
                    <a:lnTo>
                      <a:pt x="156" y="154"/>
                    </a:lnTo>
                    <a:lnTo>
                      <a:pt x="156" y="154"/>
                    </a:lnTo>
                    <a:lnTo>
                      <a:pt x="156" y="157"/>
                    </a:lnTo>
                    <a:lnTo>
                      <a:pt x="154" y="157"/>
                    </a:lnTo>
                    <a:lnTo>
                      <a:pt x="154" y="157"/>
                    </a:lnTo>
                    <a:lnTo>
                      <a:pt x="154" y="157"/>
                    </a:lnTo>
                    <a:lnTo>
                      <a:pt x="154" y="157"/>
                    </a:lnTo>
                    <a:lnTo>
                      <a:pt x="154" y="157"/>
                    </a:lnTo>
                    <a:lnTo>
                      <a:pt x="154" y="157"/>
                    </a:lnTo>
                    <a:lnTo>
                      <a:pt x="151" y="157"/>
                    </a:lnTo>
                    <a:lnTo>
                      <a:pt x="151" y="157"/>
                    </a:lnTo>
                    <a:lnTo>
                      <a:pt x="151" y="157"/>
                    </a:lnTo>
                    <a:lnTo>
                      <a:pt x="151" y="157"/>
                    </a:lnTo>
                    <a:lnTo>
                      <a:pt x="149" y="157"/>
                    </a:lnTo>
                    <a:lnTo>
                      <a:pt x="149" y="157"/>
                    </a:lnTo>
                    <a:lnTo>
                      <a:pt x="147" y="157"/>
                    </a:lnTo>
                    <a:lnTo>
                      <a:pt x="147" y="157"/>
                    </a:lnTo>
                    <a:lnTo>
                      <a:pt x="147" y="157"/>
                    </a:lnTo>
                    <a:lnTo>
                      <a:pt x="144" y="157"/>
                    </a:lnTo>
                    <a:lnTo>
                      <a:pt x="144" y="157"/>
                    </a:lnTo>
                    <a:lnTo>
                      <a:pt x="144" y="157"/>
                    </a:lnTo>
                    <a:lnTo>
                      <a:pt x="144" y="157"/>
                    </a:lnTo>
                    <a:lnTo>
                      <a:pt x="142" y="157"/>
                    </a:lnTo>
                    <a:lnTo>
                      <a:pt x="142" y="157"/>
                    </a:lnTo>
                    <a:lnTo>
                      <a:pt x="140" y="157"/>
                    </a:lnTo>
                    <a:lnTo>
                      <a:pt x="140" y="157"/>
                    </a:lnTo>
                    <a:lnTo>
                      <a:pt x="140" y="157"/>
                    </a:lnTo>
                    <a:lnTo>
                      <a:pt x="140" y="157"/>
                    </a:lnTo>
                    <a:lnTo>
                      <a:pt x="137" y="157"/>
                    </a:lnTo>
                    <a:lnTo>
                      <a:pt x="137" y="157"/>
                    </a:lnTo>
                    <a:lnTo>
                      <a:pt x="137" y="157"/>
                    </a:lnTo>
                    <a:lnTo>
                      <a:pt x="137" y="154"/>
                    </a:lnTo>
                    <a:lnTo>
                      <a:pt x="135" y="154"/>
                    </a:lnTo>
                    <a:lnTo>
                      <a:pt x="135" y="154"/>
                    </a:lnTo>
                    <a:lnTo>
                      <a:pt x="133" y="154"/>
                    </a:lnTo>
                    <a:lnTo>
                      <a:pt x="133" y="154"/>
                    </a:lnTo>
                    <a:lnTo>
                      <a:pt x="133" y="154"/>
                    </a:lnTo>
                    <a:lnTo>
                      <a:pt x="133" y="157"/>
                    </a:lnTo>
                    <a:lnTo>
                      <a:pt x="130" y="157"/>
                    </a:lnTo>
                    <a:lnTo>
                      <a:pt x="130" y="157"/>
                    </a:lnTo>
                    <a:lnTo>
                      <a:pt x="128" y="157"/>
                    </a:lnTo>
                    <a:lnTo>
                      <a:pt x="128" y="157"/>
                    </a:lnTo>
                    <a:lnTo>
                      <a:pt x="128" y="157"/>
                    </a:lnTo>
                    <a:lnTo>
                      <a:pt x="128" y="157"/>
                    </a:lnTo>
                    <a:lnTo>
                      <a:pt x="125" y="157"/>
                    </a:lnTo>
                    <a:lnTo>
                      <a:pt x="125" y="157"/>
                    </a:lnTo>
                    <a:lnTo>
                      <a:pt x="125" y="157"/>
                    </a:lnTo>
                    <a:lnTo>
                      <a:pt x="123" y="157"/>
                    </a:lnTo>
                    <a:lnTo>
                      <a:pt x="123" y="159"/>
                    </a:lnTo>
                    <a:lnTo>
                      <a:pt x="123" y="159"/>
                    </a:lnTo>
                    <a:lnTo>
                      <a:pt x="121" y="159"/>
                    </a:lnTo>
                    <a:lnTo>
                      <a:pt x="121" y="159"/>
                    </a:lnTo>
                    <a:lnTo>
                      <a:pt x="121" y="159"/>
                    </a:lnTo>
                    <a:lnTo>
                      <a:pt x="121" y="159"/>
                    </a:lnTo>
                    <a:lnTo>
                      <a:pt x="121" y="159"/>
                    </a:lnTo>
                    <a:lnTo>
                      <a:pt x="121" y="161"/>
                    </a:lnTo>
                    <a:lnTo>
                      <a:pt x="121" y="161"/>
                    </a:lnTo>
                    <a:lnTo>
                      <a:pt x="118" y="161"/>
                    </a:lnTo>
                    <a:lnTo>
                      <a:pt x="118" y="164"/>
                    </a:lnTo>
                    <a:lnTo>
                      <a:pt x="118" y="164"/>
                    </a:lnTo>
                    <a:lnTo>
                      <a:pt x="118" y="166"/>
                    </a:lnTo>
                    <a:lnTo>
                      <a:pt x="118" y="166"/>
                    </a:lnTo>
                    <a:lnTo>
                      <a:pt x="118" y="166"/>
                    </a:lnTo>
                    <a:lnTo>
                      <a:pt x="118" y="166"/>
                    </a:lnTo>
                    <a:lnTo>
                      <a:pt x="116" y="166"/>
                    </a:lnTo>
                    <a:lnTo>
                      <a:pt x="116" y="168"/>
                    </a:lnTo>
                    <a:lnTo>
                      <a:pt x="116" y="168"/>
                    </a:lnTo>
                    <a:lnTo>
                      <a:pt x="116" y="168"/>
                    </a:lnTo>
                    <a:lnTo>
                      <a:pt x="116" y="168"/>
                    </a:lnTo>
                    <a:lnTo>
                      <a:pt x="116" y="171"/>
                    </a:lnTo>
                    <a:lnTo>
                      <a:pt x="114" y="171"/>
                    </a:lnTo>
                    <a:lnTo>
                      <a:pt x="114" y="171"/>
                    </a:lnTo>
                    <a:lnTo>
                      <a:pt x="114" y="171"/>
                    </a:lnTo>
                    <a:lnTo>
                      <a:pt x="114" y="173"/>
                    </a:lnTo>
                    <a:lnTo>
                      <a:pt x="114" y="173"/>
                    </a:lnTo>
                    <a:lnTo>
                      <a:pt x="111" y="173"/>
                    </a:lnTo>
                    <a:lnTo>
                      <a:pt x="111" y="173"/>
                    </a:lnTo>
                    <a:lnTo>
                      <a:pt x="111" y="176"/>
                    </a:lnTo>
                    <a:lnTo>
                      <a:pt x="111" y="176"/>
                    </a:lnTo>
                    <a:lnTo>
                      <a:pt x="111" y="176"/>
                    </a:lnTo>
                    <a:lnTo>
                      <a:pt x="111" y="176"/>
                    </a:lnTo>
                    <a:lnTo>
                      <a:pt x="109" y="176"/>
                    </a:lnTo>
                    <a:lnTo>
                      <a:pt x="109" y="178"/>
                    </a:lnTo>
                    <a:lnTo>
                      <a:pt x="109" y="178"/>
                    </a:lnTo>
                    <a:lnTo>
                      <a:pt x="109" y="176"/>
                    </a:lnTo>
                    <a:lnTo>
                      <a:pt x="106" y="176"/>
                    </a:lnTo>
                    <a:lnTo>
                      <a:pt x="106" y="178"/>
                    </a:lnTo>
                    <a:lnTo>
                      <a:pt x="106" y="178"/>
                    </a:lnTo>
                    <a:lnTo>
                      <a:pt x="106" y="178"/>
                    </a:lnTo>
                    <a:lnTo>
                      <a:pt x="106" y="178"/>
                    </a:lnTo>
                    <a:lnTo>
                      <a:pt x="106" y="178"/>
                    </a:lnTo>
                    <a:lnTo>
                      <a:pt x="106" y="180"/>
                    </a:lnTo>
                    <a:lnTo>
                      <a:pt x="106" y="180"/>
                    </a:lnTo>
                    <a:lnTo>
                      <a:pt x="106" y="183"/>
                    </a:lnTo>
                    <a:lnTo>
                      <a:pt x="106" y="183"/>
                    </a:lnTo>
                    <a:lnTo>
                      <a:pt x="106" y="185"/>
                    </a:lnTo>
                    <a:lnTo>
                      <a:pt x="106" y="185"/>
                    </a:lnTo>
                    <a:lnTo>
                      <a:pt x="106" y="187"/>
                    </a:lnTo>
                    <a:lnTo>
                      <a:pt x="109" y="187"/>
                    </a:lnTo>
                    <a:lnTo>
                      <a:pt x="109" y="187"/>
                    </a:lnTo>
                    <a:lnTo>
                      <a:pt x="109" y="187"/>
                    </a:lnTo>
                    <a:lnTo>
                      <a:pt x="109" y="187"/>
                    </a:lnTo>
                    <a:lnTo>
                      <a:pt x="109" y="190"/>
                    </a:lnTo>
                    <a:lnTo>
                      <a:pt x="111" y="190"/>
                    </a:lnTo>
                    <a:lnTo>
                      <a:pt x="111" y="190"/>
                    </a:lnTo>
                    <a:lnTo>
                      <a:pt x="111" y="192"/>
                    </a:lnTo>
                    <a:lnTo>
                      <a:pt x="111" y="192"/>
                    </a:lnTo>
                    <a:lnTo>
                      <a:pt x="111" y="194"/>
                    </a:lnTo>
                    <a:lnTo>
                      <a:pt x="111" y="194"/>
                    </a:lnTo>
                    <a:lnTo>
                      <a:pt x="111" y="194"/>
                    </a:lnTo>
                    <a:lnTo>
                      <a:pt x="111" y="197"/>
                    </a:lnTo>
                    <a:lnTo>
                      <a:pt x="111" y="197"/>
                    </a:lnTo>
                    <a:lnTo>
                      <a:pt x="111" y="197"/>
                    </a:lnTo>
                    <a:lnTo>
                      <a:pt x="111" y="199"/>
                    </a:lnTo>
                    <a:lnTo>
                      <a:pt x="111" y="199"/>
                    </a:lnTo>
                    <a:lnTo>
                      <a:pt x="111" y="199"/>
                    </a:lnTo>
                    <a:lnTo>
                      <a:pt x="111" y="199"/>
                    </a:lnTo>
                    <a:lnTo>
                      <a:pt x="111" y="199"/>
                    </a:lnTo>
                    <a:lnTo>
                      <a:pt x="114" y="199"/>
                    </a:lnTo>
                    <a:lnTo>
                      <a:pt x="114" y="202"/>
                    </a:lnTo>
                    <a:lnTo>
                      <a:pt x="114" y="202"/>
                    </a:lnTo>
                    <a:lnTo>
                      <a:pt x="114" y="202"/>
                    </a:lnTo>
                    <a:lnTo>
                      <a:pt x="114" y="202"/>
                    </a:lnTo>
                    <a:lnTo>
                      <a:pt x="114" y="204"/>
                    </a:lnTo>
                    <a:lnTo>
                      <a:pt x="116" y="204"/>
                    </a:lnTo>
                    <a:lnTo>
                      <a:pt x="116" y="204"/>
                    </a:lnTo>
                    <a:lnTo>
                      <a:pt x="116" y="204"/>
                    </a:lnTo>
                    <a:lnTo>
                      <a:pt x="116" y="206"/>
                    </a:lnTo>
                    <a:lnTo>
                      <a:pt x="116" y="206"/>
                    </a:lnTo>
                    <a:lnTo>
                      <a:pt x="116" y="206"/>
                    </a:lnTo>
                    <a:lnTo>
                      <a:pt x="116" y="209"/>
                    </a:lnTo>
                    <a:lnTo>
                      <a:pt x="116" y="209"/>
                    </a:lnTo>
                    <a:lnTo>
                      <a:pt x="116" y="209"/>
                    </a:lnTo>
                    <a:lnTo>
                      <a:pt x="114" y="209"/>
                    </a:lnTo>
                    <a:lnTo>
                      <a:pt x="114" y="211"/>
                    </a:lnTo>
                    <a:lnTo>
                      <a:pt x="114" y="211"/>
                    </a:lnTo>
                    <a:lnTo>
                      <a:pt x="114" y="213"/>
                    </a:lnTo>
                    <a:lnTo>
                      <a:pt x="116" y="213"/>
                    </a:lnTo>
                    <a:lnTo>
                      <a:pt x="116" y="213"/>
                    </a:lnTo>
                    <a:lnTo>
                      <a:pt x="116" y="213"/>
                    </a:lnTo>
                    <a:lnTo>
                      <a:pt x="116" y="216"/>
                    </a:lnTo>
                    <a:lnTo>
                      <a:pt x="116" y="216"/>
                    </a:lnTo>
                    <a:lnTo>
                      <a:pt x="116" y="218"/>
                    </a:lnTo>
                    <a:lnTo>
                      <a:pt x="116" y="218"/>
                    </a:lnTo>
                    <a:lnTo>
                      <a:pt x="118" y="218"/>
                    </a:lnTo>
                    <a:lnTo>
                      <a:pt x="118" y="218"/>
                    </a:lnTo>
                    <a:lnTo>
                      <a:pt x="118" y="22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2" name="Freeform 40"/>
              <p:cNvSpPr>
                <a:spLocks/>
              </p:cNvSpPr>
              <p:nvPr/>
            </p:nvSpPr>
            <p:spPr bwMode="auto">
              <a:xfrm>
                <a:off x="2921" y="2234"/>
                <a:ext cx="177" cy="377"/>
              </a:xfrm>
              <a:custGeom>
                <a:avLst/>
                <a:gdLst/>
                <a:ahLst/>
                <a:cxnLst>
                  <a:cxn ang="0">
                    <a:pos x="111" y="218"/>
                  </a:cxn>
                  <a:cxn ang="0">
                    <a:pos x="99" y="204"/>
                  </a:cxn>
                  <a:cxn ang="0">
                    <a:pos x="83" y="199"/>
                  </a:cxn>
                  <a:cxn ang="0">
                    <a:pos x="73" y="192"/>
                  </a:cxn>
                  <a:cxn ang="0">
                    <a:pos x="71" y="178"/>
                  </a:cxn>
                  <a:cxn ang="0">
                    <a:pos x="59" y="187"/>
                  </a:cxn>
                  <a:cxn ang="0">
                    <a:pos x="57" y="213"/>
                  </a:cxn>
                  <a:cxn ang="0">
                    <a:pos x="47" y="235"/>
                  </a:cxn>
                  <a:cxn ang="0">
                    <a:pos x="40" y="256"/>
                  </a:cxn>
                  <a:cxn ang="0">
                    <a:pos x="38" y="273"/>
                  </a:cxn>
                  <a:cxn ang="0">
                    <a:pos x="47" y="285"/>
                  </a:cxn>
                  <a:cxn ang="0">
                    <a:pos x="50" y="285"/>
                  </a:cxn>
                  <a:cxn ang="0">
                    <a:pos x="59" y="275"/>
                  </a:cxn>
                  <a:cxn ang="0">
                    <a:pos x="54" y="299"/>
                  </a:cxn>
                  <a:cxn ang="0">
                    <a:pos x="64" y="318"/>
                  </a:cxn>
                  <a:cxn ang="0">
                    <a:pos x="71" y="341"/>
                  </a:cxn>
                  <a:cxn ang="0">
                    <a:pos x="90" y="346"/>
                  </a:cxn>
                  <a:cxn ang="0">
                    <a:pos x="102" y="365"/>
                  </a:cxn>
                  <a:cxn ang="0">
                    <a:pos x="85" y="372"/>
                  </a:cxn>
                  <a:cxn ang="0">
                    <a:pos x="80" y="365"/>
                  </a:cxn>
                  <a:cxn ang="0">
                    <a:pos x="66" y="356"/>
                  </a:cxn>
                  <a:cxn ang="0">
                    <a:pos x="54" y="351"/>
                  </a:cxn>
                  <a:cxn ang="0">
                    <a:pos x="45" y="337"/>
                  </a:cxn>
                  <a:cxn ang="0">
                    <a:pos x="40" y="330"/>
                  </a:cxn>
                  <a:cxn ang="0">
                    <a:pos x="31" y="318"/>
                  </a:cxn>
                  <a:cxn ang="0">
                    <a:pos x="21" y="325"/>
                  </a:cxn>
                  <a:cxn ang="0">
                    <a:pos x="19" y="299"/>
                  </a:cxn>
                  <a:cxn ang="0">
                    <a:pos x="21" y="277"/>
                  </a:cxn>
                  <a:cxn ang="0">
                    <a:pos x="28" y="258"/>
                  </a:cxn>
                  <a:cxn ang="0">
                    <a:pos x="38" y="240"/>
                  </a:cxn>
                  <a:cxn ang="0">
                    <a:pos x="50" y="221"/>
                  </a:cxn>
                  <a:cxn ang="0">
                    <a:pos x="43" y="199"/>
                  </a:cxn>
                  <a:cxn ang="0">
                    <a:pos x="38" y="176"/>
                  </a:cxn>
                  <a:cxn ang="0">
                    <a:pos x="26" y="157"/>
                  </a:cxn>
                  <a:cxn ang="0">
                    <a:pos x="19" y="135"/>
                  </a:cxn>
                  <a:cxn ang="0">
                    <a:pos x="26" y="119"/>
                  </a:cxn>
                  <a:cxn ang="0">
                    <a:pos x="31" y="107"/>
                  </a:cxn>
                  <a:cxn ang="0">
                    <a:pos x="24" y="90"/>
                  </a:cxn>
                  <a:cxn ang="0">
                    <a:pos x="9" y="71"/>
                  </a:cxn>
                  <a:cxn ang="0">
                    <a:pos x="2" y="57"/>
                  </a:cxn>
                  <a:cxn ang="0">
                    <a:pos x="7" y="40"/>
                  </a:cxn>
                  <a:cxn ang="0">
                    <a:pos x="14" y="19"/>
                  </a:cxn>
                  <a:cxn ang="0">
                    <a:pos x="33" y="19"/>
                  </a:cxn>
                  <a:cxn ang="0">
                    <a:pos x="45" y="5"/>
                  </a:cxn>
                  <a:cxn ang="0">
                    <a:pos x="61" y="5"/>
                  </a:cxn>
                  <a:cxn ang="0">
                    <a:pos x="66" y="21"/>
                  </a:cxn>
                  <a:cxn ang="0">
                    <a:pos x="85" y="24"/>
                  </a:cxn>
                  <a:cxn ang="0">
                    <a:pos x="83" y="50"/>
                  </a:cxn>
                  <a:cxn ang="0">
                    <a:pos x="78" y="69"/>
                  </a:cxn>
                  <a:cxn ang="0">
                    <a:pos x="90" y="67"/>
                  </a:cxn>
                  <a:cxn ang="0">
                    <a:pos x="106" y="62"/>
                  </a:cxn>
                  <a:cxn ang="0">
                    <a:pos x="123" y="59"/>
                  </a:cxn>
                  <a:cxn ang="0">
                    <a:pos x="140" y="55"/>
                  </a:cxn>
                  <a:cxn ang="0">
                    <a:pos x="151" y="71"/>
                  </a:cxn>
                  <a:cxn ang="0">
                    <a:pos x="159" y="90"/>
                  </a:cxn>
                  <a:cxn ang="0">
                    <a:pos x="166" y="112"/>
                  </a:cxn>
                  <a:cxn ang="0">
                    <a:pos x="175" y="131"/>
                  </a:cxn>
                  <a:cxn ang="0">
                    <a:pos x="175" y="147"/>
                  </a:cxn>
                  <a:cxn ang="0">
                    <a:pos x="163" y="157"/>
                  </a:cxn>
                  <a:cxn ang="0">
                    <a:pos x="142" y="157"/>
                  </a:cxn>
                  <a:cxn ang="0">
                    <a:pos x="121" y="159"/>
                  </a:cxn>
                  <a:cxn ang="0">
                    <a:pos x="106" y="176"/>
                  </a:cxn>
                  <a:cxn ang="0">
                    <a:pos x="111" y="199"/>
                  </a:cxn>
                </a:cxnLst>
                <a:rect l="0" t="0" r="r" b="b"/>
                <a:pathLst>
                  <a:path w="177" h="377">
                    <a:moveTo>
                      <a:pt x="118" y="221"/>
                    </a:moveTo>
                    <a:lnTo>
                      <a:pt x="116" y="221"/>
                    </a:lnTo>
                    <a:lnTo>
                      <a:pt x="116" y="218"/>
                    </a:lnTo>
                    <a:lnTo>
                      <a:pt x="116" y="218"/>
                    </a:lnTo>
                    <a:lnTo>
                      <a:pt x="116" y="218"/>
                    </a:lnTo>
                    <a:lnTo>
                      <a:pt x="116" y="218"/>
                    </a:lnTo>
                    <a:lnTo>
                      <a:pt x="116" y="216"/>
                    </a:lnTo>
                    <a:lnTo>
                      <a:pt x="116" y="216"/>
                    </a:lnTo>
                    <a:lnTo>
                      <a:pt x="114" y="216"/>
                    </a:lnTo>
                    <a:lnTo>
                      <a:pt x="114" y="216"/>
                    </a:lnTo>
                    <a:lnTo>
                      <a:pt x="114" y="213"/>
                    </a:lnTo>
                    <a:lnTo>
                      <a:pt x="114" y="213"/>
                    </a:lnTo>
                    <a:lnTo>
                      <a:pt x="114" y="213"/>
                    </a:lnTo>
                    <a:lnTo>
                      <a:pt x="111" y="213"/>
                    </a:lnTo>
                    <a:lnTo>
                      <a:pt x="111" y="213"/>
                    </a:lnTo>
                    <a:lnTo>
                      <a:pt x="111" y="216"/>
                    </a:lnTo>
                    <a:lnTo>
                      <a:pt x="111" y="216"/>
                    </a:lnTo>
                    <a:lnTo>
                      <a:pt x="111" y="213"/>
                    </a:lnTo>
                    <a:lnTo>
                      <a:pt x="111" y="213"/>
                    </a:lnTo>
                    <a:lnTo>
                      <a:pt x="111" y="213"/>
                    </a:lnTo>
                    <a:lnTo>
                      <a:pt x="109" y="213"/>
                    </a:lnTo>
                    <a:lnTo>
                      <a:pt x="109" y="213"/>
                    </a:lnTo>
                    <a:lnTo>
                      <a:pt x="106" y="213"/>
                    </a:lnTo>
                    <a:lnTo>
                      <a:pt x="106" y="213"/>
                    </a:lnTo>
                    <a:lnTo>
                      <a:pt x="109" y="213"/>
                    </a:lnTo>
                    <a:lnTo>
                      <a:pt x="109" y="216"/>
                    </a:lnTo>
                    <a:lnTo>
                      <a:pt x="109" y="216"/>
                    </a:lnTo>
                    <a:lnTo>
                      <a:pt x="109" y="216"/>
                    </a:lnTo>
                    <a:lnTo>
                      <a:pt x="109" y="218"/>
                    </a:lnTo>
                    <a:lnTo>
                      <a:pt x="111" y="218"/>
                    </a:lnTo>
                    <a:lnTo>
                      <a:pt x="111" y="218"/>
                    </a:lnTo>
                    <a:lnTo>
                      <a:pt x="111" y="218"/>
                    </a:lnTo>
                    <a:lnTo>
                      <a:pt x="111" y="218"/>
                    </a:lnTo>
                    <a:lnTo>
                      <a:pt x="109" y="218"/>
                    </a:lnTo>
                    <a:lnTo>
                      <a:pt x="109" y="218"/>
                    </a:lnTo>
                    <a:lnTo>
                      <a:pt x="109" y="218"/>
                    </a:lnTo>
                    <a:lnTo>
                      <a:pt x="106" y="218"/>
                    </a:lnTo>
                    <a:lnTo>
                      <a:pt x="106" y="218"/>
                    </a:lnTo>
                    <a:lnTo>
                      <a:pt x="106" y="218"/>
                    </a:lnTo>
                    <a:lnTo>
                      <a:pt x="106" y="218"/>
                    </a:lnTo>
                    <a:lnTo>
                      <a:pt x="106" y="218"/>
                    </a:lnTo>
                    <a:lnTo>
                      <a:pt x="104" y="218"/>
                    </a:lnTo>
                    <a:lnTo>
                      <a:pt x="104" y="216"/>
                    </a:lnTo>
                    <a:lnTo>
                      <a:pt x="104" y="216"/>
                    </a:lnTo>
                    <a:lnTo>
                      <a:pt x="104" y="213"/>
                    </a:lnTo>
                    <a:lnTo>
                      <a:pt x="104" y="213"/>
                    </a:lnTo>
                    <a:lnTo>
                      <a:pt x="104" y="211"/>
                    </a:lnTo>
                    <a:lnTo>
                      <a:pt x="104" y="211"/>
                    </a:lnTo>
                    <a:lnTo>
                      <a:pt x="104" y="209"/>
                    </a:lnTo>
                    <a:lnTo>
                      <a:pt x="104" y="209"/>
                    </a:lnTo>
                    <a:lnTo>
                      <a:pt x="104" y="209"/>
                    </a:lnTo>
                    <a:lnTo>
                      <a:pt x="104" y="209"/>
                    </a:lnTo>
                    <a:lnTo>
                      <a:pt x="104" y="209"/>
                    </a:lnTo>
                    <a:lnTo>
                      <a:pt x="104" y="206"/>
                    </a:lnTo>
                    <a:lnTo>
                      <a:pt x="102" y="206"/>
                    </a:lnTo>
                    <a:lnTo>
                      <a:pt x="102" y="206"/>
                    </a:lnTo>
                    <a:lnTo>
                      <a:pt x="102" y="206"/>
                    </a:lnTo>
                    <a:lnTo>
                      <a:pt x="102" y="204"/>
                    </a:lnTo>
                    <a:lnTo>
                      <a:pt x="99" y="204"/>
                    </a:lnTo>
                    <a:lnTo>
                      <a:pt x="99" y="204"/>
                    </a:lnTo>
                    <a:lnTo>
                      <a:pt x="99" y="204"/>
                    </a:lnTo>
                    <a:lnTo>
                      <a:pt x="99" y="204"/>
                    </a:lnTo>
                    <a:lnTo>
                      <a:pt x="97" y="204"/>
                    </a:lnTo>
                    <a:lnTo>
                      <a:pt x="97" y="202"/>
                    </a:lnTo>
                    <a:lnTo>
                      <a:pt x="97" y="202"/>
                    </a:lnTo>
                    <a:lnTo>
                      <a:pt x="97" y="202"/>
                    </a:lnTo>
                    <a:lnTo>
                      <a:pt x="97" y="202"/>
                    </a:lnTo>
                    <a:lnTo>
                      <a:pt x="97" y="199"/>
                    </a:lnTo>
                    <a:lnTo>
                      <a:pt x="97" y="199"/>
                    </a:lnTo>
                    <a:lnTo>
                      <a:pt x="95" y="199"/>
                    </a:lnTo>
                    <a:lnTo>
                      <a:pt x="95" y="199"/>
                    </a:lnTo>
                    <a:lnTo>
                      <a:pt x="92" y="199"/>
                    </a:lnTo>
                    <a:lnTo>
                      <a:pt x="92" y="199"/>
                    </a:lnTo>
                    <a:lnTo>
                      <a:pt x="92" y="199"/>
                    </a:lnTo>
                    <a:lnTo>
                      <a:pt x="92" y="199"/>
                    </a:lnTo>
                    <a:lnTo>
                      <a:pt x="90" y="199"/>
                    </a:lnTo>
                    <a:lnTo>
                      <a:pt x="90" y="199"/>
                    </a:lnTo>
                    <a:lnTo>
                      <a:pt x="88" y="199"/>
                    </a:lnTo>
                    <a:lnTo>
                      <a:pt x="88" y="199"/>
                    </a:lnTo>
                    <a:lnTo>
                      <a:pt x="88" y="202"/>
                    </a:lnTo>
                    <a:lnTo>
                      <a:pt x="88" y="202"/>
                    </a:lnTo>
                    <a:lnTo>
                      <a:pt x="88" y="202"/>
                    </a:lnTo>
                    <a:lnTo>
                      <a:pt x="88" y="202"/>
                    </a:lnTo>
                    <a:lnTo>
                      <a:pt x="88" y="204"/>
                    </a:lnTo>
                    <a:lnTo>
                      <a:pt x="88" y="204"/>
                    </a:lnTo>
                    <a:lnTo>
                      <a:pt x="88" y="202"/>
                    </a:lnTo>
                    <a:lnTo>
                      <a:pt x="88" y="202"/>
                    </a:lnTo>
                    <a:lnTo>
                      <a:pt x="85" y="202"/>
                    </a:lnTo>
                    <a:lnTo>
                      <a:pt x="85" y="202"/>
                    </a:lnTo>
                    <a:lnTo>
                      <a:pt x="85" y="199"/>
                    </a:lnTo>
                    <a:lnTo>
                      <a:pt x="85" y="199"/>
                    </a:lnTo>
                    <a:lnTo>
                      <a:pt x="83" y="199"/>
                    </a:lnTo>
                    <a:lnTo>
                      <a:pt x="83" y="199"/>
                    </a:lnTo>
                    <a:lnTo>
                      <a:pt x="80" y="199"/>
                    </a:lnTo>
                    <a:lnTo>
                      <a:pt x="80" y="199"/>
                    </a:lnTo>
                    <a:lnTo>
                      <a:pt x="80" y="199"/>
                    </a:lnTo>
                    <a:lnTo>
                      <a:pt x="80" y="199"/>
                    </a:lnTo>
                    <a:lnTo>
                      <a:pt x="80" y="199"/>
                    </a:lnTo>
                    <a:lnTo>
                      <a:pt x="78" y="199"/>
                    </a:lnTo>
                    <a:lnTo>
                      <a:pt x="78" y="199"/>
                    </a:lnTo>
                    <a:lnTo>
                      <a:pt x="78" y="202"/>
                    </a:lnTo>
                    <a:lnTo>
                      <a:pt x="78" y="202"/>
                    </a:lnTo>
                    <a:lnTo>
                      <a:pt x="78" y="204"/>
                    </a:lnTo>
                    <a:lnTo>
                      <a:pt x="78" y="204"/>
                    </a:lnTo>
                    <a:lnTo>
                      <a:pt x="76" y="204"/>
                    </a:lnTo>
                    <a:lnTo>
                      <a:pt x="76" y="202"/>
                    </a:lnTo>
                    <a:lnTo>
                      <a:pt x="76" y="202"/>
                    </a:lnTo>
                    <a:lnTo>
                      <a:pt x="76" y="199"/>
                    </a:lnTo>
                    <a:lnTo>
                      <a:pt x="76" y="199"/>
                    </a:lnTo>
                    <a:lnTo>
                      <a:pt x="73" y="199"/>
                    </a:lnTo>
                    <a:lnTo>
                      <a:pt x="73" y="199"/>
                    </a:lnTo>
                    <a:lnTo>
                      <a:pt x="73" y="199"/>
                    </a:lnTo>
                    <a:lnTo>
                      <a:pt x="73" y="199"/>
                    </a:lnTo>
                    <a:lnTo>
                      <a:pt x="73" y="199"/>
                    </a:lnTo>
                    <a:lnTo>
                      <a:pt x="73" y="197"/>
                    </a:lnTo>
                    <a:lnTo>
                      <a:pt x="73" y="197"/>
                    </a:lnTo>
                    <a:lnTo>
                      <a:pt x="73" y="197"/>
                    </a:lnTo>
                    <a:lnTo>
                      <a:pt x="73" y="197"/>
                    </a:lnTo>
                    <a:lnTo>
                      <a:pt x="76" y="197"/>
                    </a:lnTo>
                    <a:lnTo>
                      <a:pt x="76" y="194"/>
                    </a:lnTo>
                    <a:lnTo>
                      <a:pt x="76" y="194"/>
                    </a:lnTo>
                    <a:lnTo>
                      <a:pt x="73" y="194"/>
                    </a:lnTo>
                    <a:lnTo>
                      <a:pt x="73" y="192"/>
                    </a:lnTo>
                    <a:lnTo>
                      <a:pt x="73" y="192"/>
                    </a:lnTo>
                    <a:lnTo>
                      <a:pt x="73" y="194"/>
                    </a:lnTo>
                    <a:lnTo>
                      <a:pt x="73" y="194"/>
                    </a:lnTo>
                    <a:lnTo>
                      <a:pt x="73" y="192"/>
                    </a:lnTo>
                    <a:lnTo>
                      <a:pt x="73" y="192"/>
                    </a:lnTo>
                    <a:lnTo>
                      <a:pt x="73" y="192"/>
                    </a:lnTo>
                    <a:lnTo>
                      <a:pt x="73" y="192"/>
                    </a:lnTo>
                    <a:lnTo>
                      <a:pt x="76" y="192"/>
                    </a:lnTo>
                    <a:lnTo>
                      <a:pt x="76" y="190"/>
                    </a:lnTo>
                    <a:lnTo>
                      <a:pt x="76" y="190"/>
                    </a:lnTo>
                    <a:lnTo>
                      <a:pt x="76" y="190"/>
                    </a:lnTo>
                    <a:lnTo>
                      <a:pt x="76" y="190"/>
                    </a:lnTo>
                    <a:lnTo>
                      <a:pt x="76" y="187"/>
                    </a:lnTo>
                    <a:lnTo>
                      <a:pt x="76" y="187"/>
                    </a:lnTo>
                    <a:lnTo>
                      <a:pt x="76" y="187"/>
                    </a:lnTo>
                    <a:lnTo>
                      <a:pt x="76" y="187"/>
                    </a:lnTo>
                    <a:lnTo>
                      <a:pt x="76" y="185"/>
                    </a:lnTo>
                    <a:lnTo>
                      <a:pt x="76" y="185"/>
                    </a:lnTo>
                    <a:lnTo>
                      <a:pt x="76" y="185"/>
                    </a:lnTo>
                    <a:lnTo>
                      <a:pt x="76" y="183"/>
                    </a:lnTo>
                    <a:lnTo>
                      <a:pt x="76" y="183"/>
                    </a:lnTo>
                    <a:lnTo>
                      <a:pt x="76" y="183"/>
                    </a:lnTo>
                    <a:lnTo>
                      <a:pt x="76" y="180"/>
                    </a:lnTo>
                    <a:lnTo>
                      <a:pt x="78" y="180"/>
                    </a:lnTo>
                    <a:lnTo>
                      <a:pt x="78" y="180"/>
                    </a:lnTo>
                    <a:lnTo>
                      <a:pt x="78" y="178"/>
                    </a:lnTo>
                    <a:lnTo>
                      <a:pt x="76" y="178"/>
                    </a:lnTo>
                    <a:lnTo>
                      <a:pt x="76" y="178"/>
                    </a:lnTo>
                    <a:lnTo>
                      <a:pt x="73" y="178"/>
                    </a:lnTo>
                    <a:lnTo>
                      <a:pt x="73" y="178"/>
                    </a:lnTo>
                    <a:lnTo>
                      <a:pt x="73" y="178"/>
                    </a:lnTo>
                    <a:lnTo>
                      <a:pt x="71" y="178"/>
                    </a:lnTo>
                    <a:lnTo>
                      <a:pt x="71" y="178"/>
                    </a:lnTo>
                    <a:lnTo>
                      <a:pt x="71" y="178"/>
                    </a:lnTo>
                    <a:lnTo>
                      <a:pt x="71" y="178"/>
                    </a:lnTo>
                    <a:lnTo>
                      <a:pt x="69" y="178"/>
                    </a:lnTo>
                    <a:lnTo>
                      <a:pt x="69" y="178"/>
                    </a:lnTo>
                    <a:lnTo>
                      <a:pt x="69" y="178"/>
                    </a:lnTo>
                    <a:lnTo>
                      <a:pt x="66" y="178"/>
                    </a:lnTo>
                    <a:lnTo>
                      <a:pt x="66" y="178"/>
                    </a:lnTo>
                    <a:lnTo>
                      <a:pt x="66" y="178"/>
                    </a:lnTo>
                    <a:lnTo>
                      <a:pt x="64" y="178"/>
                    </a:lnTo>
                    <a:lnTo>
                      <a:pt x="64" y="178"/>
                    </a:lnTo>
                    <a:lnTo>
                      <a:pt x="64" y="178"/>
                    </a:lnTo>
                    <a:lnTo>
                      <a:pt x="61" y="178"/>
                    </a:lnTo>
                    <a:lnTo>
                      <a:pt x="61" y="178"/>
                    </a:lnTo>
                    <a:lnTo>
                      <a:pt x="61" y="180"/>
                    </a:lnTo>
                    <a:lnTo>
                      <a:pt x="59" y="180"/>
                    </a:lnTo>
                    <a:lnTo>
                      <a:pt x="59" y="180"/>
                    </a:lnTo>
                    <a:lnTo>
                      <a:pt x="59" y="180"/>
                    </a:lnTo>
                    <a:lnTo>
                      <a:pt x="59" y="180"/>
                    </a:lnTo>
                    <a:lnTo>
                      <a:pt x="57" y="180"/>
                    </a:lnTo>
                    <a:lnTo>
                      <a:pt x="57" y="183"/>
                    </a:lnTo>
                    <a:lnTo>
                      <a:pt x="57" y="183"/>
                    </a:lnTo>
                    <a:lnTo>
                      <a:pt x="57" y="183"/>
                    </a:lnTo>
                    <a:lnTo>
                      <a:pt x="57" y="185"/>
                    </a:lnTo>
                    <a:lnTo>
                      <a:pt x="57" y="185"/>
                    </a:lnTo>
                    <a:lnTo>
                      <a:pt x="57" y="185"/>
                    </a:lnTo>
                    <a:lnTo>
                      <a:pt x="59" y="185"/>
                    </a:lnTo>
                    <a:lnTo>
                      <a:pt x="59" y="187"/>
                    </a:lnTo>
                    <a:lnTo>
                      <a:pt x="59" y="187"/>
                    </a:lnTo>
                    <a:lnTo>
                      <a:pt x="59" y="187"/>
                    </a:lnTo>
                    <a:lnTo>
                      <a:pt x="59" y="187"/>
                    </a:lnTo>
                    <a:lnTo>
                      <a:pt x="59" y="190"/>
                    </a:lnTo>
                    <a:lnTo>
                      <a:pt x="59" y="190"/>
                    </a:lnTo>
                    <a:lnTo>
                      <a:pt x="59" y="190"/>
                    </a:lnTo>
                    <a:lnTo>
                      <a:pt x="59" y="192"/>
                    </a:lnTo>
                    <a:lnTo>
                      <a:pt x="57" y="192"/>
                    </a:lnTo>
                    <a:lnTo>
                      <a:pt x="57" y="192"/>
                    </a:lnTo>
                    <a:lnTo>
                      <a:pt x="57" y="194"/>
                    </a:lnTo>
                    <a:lnTo>
                      <a:pt x="57" y="194"/>
                    </a:lnTo>
                    <a:lnTo>
                      <a:pt x="57" y="194"/>
                    </a:lnTo>
                    <a:lnTo>
                      <a:pt x="57" y="197"/>
                    </a:lnTo>
                    <a:lnTo>
                      <a:pt x="57" y="197"/>
                    </a:lnTo>
                    <a:lnTo>
                      <a:pt x="57" y="199"/>
                    </a:lnTo>
                    <a:lnTo>
                      <a:pt x="57" y="199"/>
                    </a:lnTo>
                    <a:lnTo>
                      <a:pt x="54" y="199"/>
                    </a:lnTo>
                    <a:lnTo>
                      <a:pt x="54" y="199"/>
                    </a:lnTo>
                    <a:lnTo>
                      <a:pt x="54" y="202"/>
                    </a:lnTo>
                    <a:lnTo>
                      <a:pt x="57" y="202"/>
                    </a:lnTo>
                    <a:lnTo>
                      <a:pt x="57" y="202"/>
                    </a:lnTo>
                    <a:lnTo>
                      <a:pt x="57" y="204"/>
                    </a:lnTo>
                    <a:lnTo>
                      <a:pt x="57" y="204"/>
                    </a:lnTo>
                    <a:lnTo>
                      <a:pt x="57" y="206"/>
                    </a:lnTo>
                    <a:lnTo>
                      <a:pt x="57" y="206"/>
                    </a:lnTo>
                    <a:lnTo>
                      <a:pt x="57" y="209"/>
                    </a:lnTo>
                    <a:lnTo>
                      <a:pt x="57" y="209"/>
                    </a:lnTo>
                    <a:lnTo>
                      <a:pt x="57" y="209"/>
                    </a:lnTo>
                    <a:lnTo>
                      <a:pt x="57" y="209"/>
                    </a:lnTo>
                    <a:lnTo>
                      <a:pt x="57" y="211"/>
                    </a:lnTo>
                    <a:lnTo>
                      <a:pt x="57" y="211"/>
                    </a:lnTo>
                    <a:lnTo>
                      <a:pt x="57" y="211"/>
                    </a:lnTo>
                    <a:lnTo>
                      <a:pt x="57" y="213"/>
                    </a:lnTo>
                    <a:lnTo>
                      <a:pt x="57" y="213"/>
                    </a:lnTo>
                    <a:lnTo>
                      <a:pt x="54" y="213"/>
                    </a:lnTo>
                    <a:lnTo>
                      <a:pt x="54" y="216"/>
                    </a:lnTo>
                    <a:lnTo>
                      <a:pt x="54" y="216"/>
                    </a:lnTo>
                    <a:lnTo>
                      <a:pt x="54" y="216"/>
                    </a:lnTo>
                    <a:lnTo>
                      <a:pt x="54" y="216"/>
                    </a:lnTo>
                    <a:lnTo>
                      <a:pt x="54" y="218"/>
                    </a:lnTo>
                    <a:lnTo>
                      <a:pt x="54" y="218"/>
                    </a:lnTo>
                    <a:lnTo>
                      <a:pt x="52" y="218"/>
                    </a:lnTo>
                    <a:lnTo>
                      <a:pt x="52" y="218"/>
                    </a:lnTo>
                    <a:lnTo>
                      <a:pt x="54" y="218"/>
                    </a:lnTo>
                    <a:lnTo>
                      <a:pt x="54" y="221"/>
                    </a:lnTo>
                    <a:lnTo>
                      <a:pt x="54" y="221"/>
                    </a:lnTo>
                    <a:lnTo>
                      <a:pt x="52" y="221"/>
                    </a:lnTo>
                    <a:lnTo>
                      <a:pt x="52" y="223"/>
                    </a:lnTo>
                    <a:lnTo>
                      <a:pt x="52" y="223"/>
                    </a:lnTo>
                    <a:lnTo>
                      <a:pt x="52" y="223"/>
                    </a:lnTo>
                    <a:lnTo>
                      <a:pt x="52" y="225"/>
                    </a:lnTo>
                    <a:lnTo>
                      <a:pt x="52" y="225"/>
                    </a:lnTo>
                    <a:lnTo>
                      <a:pt x="52" y="225"/>
                    </a:lnTo>
                    <a:lnTo>
                      <a:pt x="50" y="225"/>
                    </a:lnTo>
                    <a:lnTo>
                      <a:pt x="50" y="228"/>
                    </a:lnTo>
                    <a:lnTo>
                      <a:pt x="50" y="228"/>
                    </a:lnTo>
                    <a:lnTo>
                      <a:pt x="50" y="228"/>
                    </a:lnTo>
                    <a:lnTo>
                      <a:pt x="50" y="228"/>
                    </a:lnTo>
                    <a:lnTo>
                      <a:pt x="50" y="230"/>
                    </a:lnTo>
                    <a:lnTo>
                      <a:pt x="47" y="230"/>
                    </a:lnTo>
                    <a:lnTo>
                      <a:pt x="47" y="230"/>
                    </a:lnTo>
                    <a:lnTo>
                      <a:pt x="47" y="232"/>
                    </a:lnTo>
                    <a:lnTo>
                      <a:pt x="47" y="232"/>
                    </a:lnTo>
                    <a:lnTo>
                      <a:pt x="47" y="232"/>
                    </a:lnTo>
                    <a:lnTo>
                      <a:pt x="47" y="235"/>
                    </a:lnTo>
                    <a:lnTo>
                      <a:pt x="47" y="235"/>
                    </a:lnTo>
                    <a:lnTo>
                      <a:pt x="47" y="237"/>
                    </a:lnTo>
                    <a:lnTo>
                      <a:pt x="47" y="237"/>
                    </a:lnTo>
                    <a:lnTo>
                      <a:pt x="47" y="237"/>
                    </a:lnTo>
                    <a:lnTo>
                      <a:pt x="47" y="237"/>
                    </a:lnTo>
                    <a:lnTo>
                      <a:pt x="45" y="237"/>
                    </a:lnTo>
                    <a:lnTo>
                      <a:pt x="45" y="240"/>
                    </a:lnTo>
                    <a:lnTo>
                      <a:pt x="47" y="240"/>
                    </a:lnTo>
                    <a:lnTo>
                      <a:pt x="47" y="240"/>
                    </a:lnTo>
                    <a:lnTo>
                      <a:pt x="47" y="240"/>
                    </a:lnTo>
                    <a:lnTo>
                      <a:pt x="47" y="240"/>
                    </a:lnTo>
                    <a:lnTo>
                      <a:pt x="47" y="242"/>
                    </a:lnTo>
                    <a:lnTo>
                      <a:pt x="47" y="242"/>
                    </a:lnTo>
                    <a:lnTo>
                      <a:pt x="47" y="244"/>
                    </a:lnTo>
                    <a:lnTo>
                      <a:pt x="47" y="244"/>
                    </a:lnTo>
                    <a:lnTo>
                      <a:pt x="47" y="247"/>
                    </a:lnTo>
                    <a:lnTo>
                      <a:pt x="45" y="247"/>
                    </a:lnTo>
                    <a:lnTo>
                      <a:pt x="45" y="247"/>
                    </a:lnTo>
                    <a:lnTo>
                      <a:pt x="45" y="247"/>
                    </a:lnTo>
                    <a:lnTo>
                      <a:pt x="45" y="247"/>
                    </a:lnTo>
                    <a:lnTo>
                      <a:pt x="45" y="247"/>
                    </a:lnTo>
                    <a:lnTo>
                      <a:pt x="45" y="249"/>
                    </a:lnTo>
                    <a:lnTo>
                      <a:pt x="45" y="249"/>
                    </a:lnTo>
                    <a:lnTo>
                      <a:pt x="43" y="249"/>
                    </a:lnTo>
                    <a:lnTo>
                      <a:pt x="43" y="249"/>
                    </a:lnTo>
                    <a:lnTo>
                      <a:pt x="43" y="251"/>
                    </a:lnTo>
                    <a:lnTo>
                      <a:pt x="43" y="251"/>
                    </a:lnTo>
                    <a:lnTo>
                      <a:pt x="40" y="251"/>
                    </a:lnTo>
                    <a:lnTo>
                      <a:pt x="40" y="254"/>
                    </a:lnTo>
                    <a:lnTo>
                      <a:pt x="40" y="254"/>
                    </a:lnTo>
                    <a:lnTo>
                      <a:pt x="40" y="256"/>
                    </a:lnTo>
                    <a:lnTo>
                      <a:pt x="43" y="256"/>
                    </a:lnTo>
                    <a:lnTo>
                      <a:pt x="43" y="256"/>
                    </a:lnTo>
                    <a:lnTo>
                      <a:pt x="40" y="256"/>
                    </a:lnTo>
                    <a:lnTo>
                      <a:pt x="40" y="258"/>
                    </a:lnTo>
                    <a:lnTo>
                      <a:pt x="40" y="258"/>
                    </a:lnTo>
                    <a:lnTo>
                      <a:pt x="40" y="258"/>
                    </a:lnTo>
                    <a:lnTo>
                      <a:pt x="40" y="258"/>
                    </a:lnTo>
                    <a:lnTo>
                      <a:pt x="38" y="258"/>
                    </a:lnTo>
                    <a:lnTo>
                      <a:pt x="38" y="258"/>
                    </a:lnTo>
                    <a:lnTo>
                      <a:pt x="40" y="258"/>
                    </a:lnTo>
                    <a:lnTo>
                      <a:pt x="40" y="258"/>
                    </a:lnTo>
                    <a:lnTo>
                      <a:pt x="40" y="258"/>
                    </a:lnTo>
                    <a:lnTo>
                      <a:pt x="40" y="261"/>
                    </a:lnTo>
                    <a:lnTo>
                      <a:pt x="40" y="261"/>
                    </a:lnTo>
                    <a:lnTo>
                      <a:pt x="40" y="261"/>
                    </a:lnTo>
                    <a:lnTo>
                      <a:pt x="40" y="263"/>
                    </a:lnTo>
                    <a:lnTo>
                      <a:pt x="40" y="263"/>
                    </a:lnTo>
                    <a:lnTo>
                      <a:pt x="40" y="263"/>
                    </a:lnTo>
                    <a:lnTo>
                      <a:pt x="38" y="263"/>
                    </a:lnTo>
                    <a:lnTo>
                      <a:pt x="38" y="266"/>
                    </a:lnTo>
                    <a:lnTo>
                      <a:pt x="40" y="266"/>
                    </a:lnTo>
                    <a:lnTo>
                      <a:pt x="40" y="266"/>
                    </a:lnTo>
                    <a:lnTo>
                      <a:pt x="40" y="268"/>
                    </a:lnTo>
                    <a:lnTo>
                      <a:pt x="38" y="268"/>
                    </a:lnTo>
                    <a:lnTo>
                      <a:pt x="38" y="268"/>
                    </a:lnTo>
                    <a:lnTo>
                      <a:pt x="38" y="268"/>
                    </a:lnTo>
                    <a:lnTo>
                      <a:pt x="38" y="270"/>
                    </a:lnTo>
                    <a:lnTo>
                      <a:pt x="40" y="270"/>
                    </a:lnTo>
                    <a:lnTo>
                      <a:pt x="40" y="270"/>
                    </a:lnTo>
                    <a:lnTo>
                      <a:pt x="38" y="270"/>
                    </a:lnTo>
                    <a:lnTo>
                      <a:pt x="38" y="273"/>
                    </a:lnTo>
                    <a:lnTo>
                      <a:pt x="38" y="273"/>
                    </a:lnTo>
                    <a:lnTo>
                      <a:pt x="38" y="275"/>
                    </a:lnTo>
                    <a:lnTo>
                      <a:pt x="40" y="275"/>
                    </a:lnTo>
                    <a:lnTo>
                      <a:pt x="40" y="275"/>
                    </a:lnTo>
                    <a:lnTo>
                      <a:pt x="40" y="277"/>
                    </a:lnTo>
                    <a:lnTo>
                      <a:pt x="40" y="277"/>
                    </a:lnTo>
                    <a:lnTo>
                      <a:pt x="40" y="277"/>
                    </a:lnTo>
                    <a:lnTo>
                      <a:pt x="40" y="277"/>
                    </a:lnTo>
                    <a:lnTo>
                      <a:pt x="40" y="280"/>
                    </a:lnTo>
                    <a:lnTo>
                      <a:pt x="40" y="280"/>
                    </a:lnTo>
                    <a:lnTo>
                      <a:pt x="40" y="280"/>
                    </a:lnTo>
                    <a:lnTo>
                      <a:pt x="43" y="280"/>
                    </a:lnTo>
                    <a:lnTo>
                      <a:pt x="43" y="282"/>
                    </a:lnTo>
                    <a:lnTo>
                      <a:pt x="43" y="282"/>
                    </a:lnTo>
                    <a:lnTo>
                      <a:pt x="43" y="285"/>
                    </a:lnTo>
                    <a:lnTo>
                      <a:pt x="43" y="285"/>
                    </a:lnTo>
                    <a:lnTo>
                      <a:pt x="40" y="285"/>
                    </a:lnTo>
                    <a:lnTo>
                      <a:pt x="40" y="285"/>
                    </a:lnTo>
                    <a:lnTo>
                      <a:pt x="40" y="285"/>
                    </a:lnTo>
                    <a:lnTo>
                      <a:pt x="40" y="285"/>
                    </a:lnTo>
                    <a:lnTo>
                      <a:pt x="40" y="287"/>
                    </a:lnTo>
                    <a:lnTo>
                      <a:pt x="40" y="287"/>
                    </a:lnTo>
                    <a:lnTo>
                      <a:pt x="43" y="287"/>
                    </a:lnTo>
                    <a:lnTo>
                      <a:pt x="43" y="287"/>
                    </a:lnTo>
                    <a:lnTo>
                      <a:pt x="43" y="287"/>
                    </a:lnTo>
                    <a:lnTo>
                      <a:pt x="45" y="287"/>
                    </a:lnTo>
                    <a:lnTo>
                      <a:pt x="45" y="287"/>
                    </a:lnTo>
                    <a:lnTo>
                      <a:pt x="45" y="287"/>
                    </a:lnTo>
                    <a:lnTo>
                      <a:pt x="45" y="287"/>
                    </a:lnTo>
                    <a:lnTo>
                      <a:pt x="45" y="285"/>
                    </a:lnTo>
                    <a:lnTo>
                      <a:pt x="47" y="285"/>
                    </a:lnTo>
                    <a:lnTo>
                      <a:pt x="47" y="285"/>
                    </a:lnTo>
                    <a:lnTo>
                      <a:pt x="47" y="285"/>
                    </a:lnTo>
                    <a:lnTo>
                      <a:pt x="47" y="285"/>
                    </a:lnTo>
                    <a:lnTo>
                      <a:pt x="50" y="285"/>
                    </a:lnTo>
                    <a:lnTo>
                      <a:pt x="50" y="282"/>
                    </a:lnTo>
                    <a:lnTo>
                      <a:pt x="47" y="282"/>
                    </a:lnTo>
                    <a:lnTo>
                      <a:pt x="47" y="282"/>
                    </a:lnTo>
                    <a:lnTo>
                      <a:pt x="50" y="282"/>
                    </a:lnTo>
                    <a:lnTo>
                      <a:pt x="50" y="280"/>
                    </a:lnTo>
                    <a:lnTo>
                      <a:pt x="50" y="280"/>
                    </a:lnTo>
                    <a:lnTo>
                      <a:pt x="47" y="280"/>
                    </a:lnTo>
                    <a:lnTo>
                      <a:pt x="47" y="277"/>
                    </a:lnTo>
                    <a:lnTo>
                      <a:pt x="47" y="277"/>
                    </a:lnTo>
                    <a:lnTo>
                      <a:pt x="50" y="277"/>
                    </a:lnTo>
                    <a:lnTo>
                      <a:pt x="50" y="277"/>
                    </a:lnTo>
                    <a:lnTo>
                      <a:pt x="47" y="277"/>
                    </a:lnTo>
                    <a:lnTo>
                      <a:pt x="47" y="275"/>
                    </a:lnTo>
                    <a:lnTo>
                      <a:pt x="50" y="275"/>
                    </a:lnTo>
                    <a:lnTo>
                      <a:pt x="50" y="275"/>
                    </a:lnTo>
                    <a:lnTo>
                      <a:pt x="50" y="275"/>
                    </a:lnTo>
                    <a:lnTo>
                      <a:pt x="50" y="275"/>
                    </a:lnTo>
                    <a:lnTo>
                      <a:pt x="50" y="277"/>
                    </a:lnTo>
                    <a:lnTo>
                      <a:pt x="52" y="277"/>
                    </a:lnTo>
                    <a:lnTo>
                      <a:pt x="52" y="277"/>
                    </a:lnTo>
                    <a:lnTo>
                      <a:pt x="52" y="277"/>
                    </a:lnTo>
                    <a:lnTo>
                      <a:pt x="52" y="280"/>
                    </a:lnTo>
                    <a:lnTo>
                      <a:pt x="50" y="280"/>
                    </a:lnTo>
                    <a:lnTo>
                      <a:pt x="50" y="280"/>
                    </a:lnTo>
                    <a:lnTo>
                      <a:pt x="50" y="282"/>
                    </a:lnTo>
                    <a:lnTo>
                      <a:pt x="50" y="282"/>
                    </a:lnTo>
                    <a:lnTo>
                      <a:pt x="50" y="285"/>
                    </a:lnTo>
                    <a:lnTo>
                      <a:pt x="52" y="285"/>
                    </a:lnTo>
                    <a:lnTo>
                      <a:pt x="52" y="285"/>
                    </a:lnTo>
                    <a:lnTo>
                      <a:pt x="52" y="285"/>
                    </a:lnTo>
                    <a:lnTo>
                      <a:pt x="54" y="285"/>
                    </a:lnTo>
                    <a:lnTo>
                      <a:pt x="54" y="285"/>
                    </a:lnTo>
                    <a:lnTo>
                      <a:pt x="54" y="282"/>
                    </a:lnTo>
                    <a:lnTo>
                      <a:pt x="54" y="282"/>
                    </a:lnTo>
                    <a:lnTo>
                      <a:pt x="54" y="280"/>
                    </a:lnTo>
                    <a:lnTo>
                      <a:pt x="54" y="280"/>
                    </a:lnTo>
                    <a:lnTo>
                      <a:pt x="54" y="277"/>
                    </a:lnTo>
                    <a:lnTo>
                      <a:pt x="54" y="277"/>
                    </a:lnTo>
                    <a:lnTo>
                      <a:pt x="54" y="277"/>
                    </a:lnTo>
                    <a:lnTo>
                      <a:pt x="54" y="277"/>
                    </a:lnTo>
                    <a:lnTo>
                      <a:pt x="57" y="277"/>
                    </a:lnTo>
                    <a:lnTo>
                      <a:pt x="57" y="277"/>
                    </a:lnTo>
                    <a:lnTo>
                      <a:pt x="57" y="277"/>
                    </a:lnTo>
                    <a:lnTo>
                      <a:pt x="57" y="277"/>
                    </a:lnTo>
                    <a:lnTo>
                      <a:pt x="57" y="275"/>
                    </a:lnTo>
                    <a:lnTo>
                      <a:pt x="57" y="275"/>
                    </a:lnTo>
                    <a:lnTo>
                      <a:pt x="54" y="275"/>
                    </a:lnTo>
                    <a:lnTo>
                      <a:pt x="54" y="275"/>
                    </a:lnTo>
                    <a:lnTo>
                      <a:pt x="54" y="273"/>
                    </a:lnTo>
                    <a:lnTo>
                      <a:pt x="54" y="273"/>
                    </a:lnTo>
                    <a:lnTo>
                      <a:pt x="54" y="270"/>
                    </a:lnTo>
                    <a:lnTo>
                      <a:pt x="57" y="270"/>
                    </a:lnTo>
                    <a:lnTo>
                      <a:pt x="57" y="270"/>
                    </a:lnTo>
                    <a:lnTo>
                      <a:pt x="57" y="273"/>
                    </a:lnTo>
                    <a:lnTo>
                      <a:pt x="59" y="273"/>
                    </a:lnTo>
                    <a:lnTo>
                      <a:pt x="59" y="273"/>
                    </a:lnTo>
                    <a:lnTo>
                      <a:pt x="59" y="275"/>
                    </a:lnTo>
                    <a:lnTo>
                      <a:pt x="59" y="275"/>
                    </a:lnTo>
                    <a:lnTo>
                      <a:pt x="59" y="277"/>
                    </a:lnTo>
                    <a:lnTo>
                      <a:pt x="59" y="277"/>
                    </a:lnTo>
                    <a:lnTo>
                      <a:pt x="59" y="277"/>
                    </a:lnTo>
                    <a:lnTo>
                      <a:pt x="59" y="277"/>
                    </a:lnTo>
                    <a:lnTo>
                      <a:pt x="59" y="277"/>
                    </a:lnTo>
                    <a:lnTo>
                      <a:pt x="59" y="280"/>
                    </a:lnTo>
                    <a:lnTo>
                      <a:pt x="59" y="280"/>
                    </a:lnTo>
                    <a:lnTo>
                      <a:pt x="59" y="282"/>
                    </a:lnTo>
                    <a:lnTo>
                      <a:pt x="57" y="282"/>
                    </a:lnTo>
                    <a:lnTo>
                      <a:pt x="57" y="282"/>
                    </a:lnTo>
                    <a:lnTo>
                      <a:pt x="57" y="282"/>
                    </a:lnTo>
                    <a:lnTo>
                      <a:pt x="57" y="285"/>
                    </a:lnTo>
                    <a:lnTo>
                      <a:pt x="57" y="285"/>
                    </a:lnTo>
                    <a:lnTo>
                      <a:pt x="54" y="285"/>
                    </a:lnTo>
                    <a:lnTo>
                      <a:pt x="54" y="285"/>
                    </a:lnTo>
                    <a:lnTo>
                      <a:pt x="54" y="285"/>
                    </a:lnTo>
                    <a:lnTo>
                      <a:pt x="54" y="287"/>
                    </a:lnTo>
                    <a:lnTo>
                      <a:pt x="54" y="287"/>
                    </a:lnTo>
                    <a:lnTo>
                      <a:pt x="54" y="287"/>
                    </a:lnTo>
                    <a:lnTo>
                      <a:pt x="54" y="287"/>
                    </a:lnTo>
                    <a:lnTo>
                      <a:pt x="54" y="289"/>
                    </a:lnTo>
                    <a:lnTo>
                      <a:pt x="54" y="289"/>
                    </a:lnTo>
                    <a:lnTo>
                      <a:pt x="54" y="292"/>
                    </a:lnTo>
                    <a:lnTo>
                      <a:pt x="54" y="292"/>
                    </a:lnTo>
                    <a:lnTo>
                      <a:pt x="54" y="292"/>
                    </a:lnTo>
                    <a:lnTo>
                      <a:pt x="54" y="294"/>
                    </a:lnTo>
                    <a:lnTo>
                      <a:pt x="54" y="294"/>
                    </a:lnTo>
                    <a:lnTo>
                      <a:pt x="54" y="296"/>
                    </a:lnTo>
                    <a:lnTo>
                      <a:pt x="54" y="296"/>
                    </a:lnTo>
                    <a:lnTo>
                      <a:pt x="54" y="296"/>
                    </a:lnTo>
                    <a:lnTo>
                      <a:pt x="54" y="299"/>
                    </a:lnTo>
                    <a:lnTo>
                      <a:pt x="54" y="299"/>
                    </a:lnTo>
                    <a:lnTo>
                      <a:pt x="54" y="301"/>
                    </a:lnTo>
                    <a:lnTo>
                      <a:pt x="54" y="301"/>
                    </a:lnTo>
                    <a:lnTo>
                      <a:pt x="57" y="301"/>
                    </a:lnTo>
                    <a:lnTo>
                      <a:pt x="57" y="304"/>
                    </a:lnTo>
                    <a:lnTo>
                      <a:pt x="57" y="304"/>
                    </a:lnTo>
                    <a:lnTo>
                      <a:pt x="57" y="304"/>
                    </a:lnTo>
                    <a:lnTo>
                      <a:pt x="59" y="304"/>
                    </a:lnTo>
                    <a:lnTo>
                      <a:pt x="59" y="306"/>
                    </a:lnTo>
                    <a:lnTo>
                      <a:pt x="59" y="306"/>
                    </a:lnTo>
                    <a:lnTo>
                      <a:pt x="59" y="306"/>
                    </a:lnTo>
                    <a:lnTo>
                      <a:pt x="59" y="306"/>
                    </a:lnTo>
                    <a:lnTo>
                      <a:pt x="59" y="304"/>
                    </a:lnTo>
                    <a:lnTo>
                      <a:pt x="59" y="304"/>
                    </a:lnTo>
                    <a:lnTo>
                      <a:pt x="61" y="304"/>
                    </a:lnTo>
                    <a:lnTo>
                      <a:pt x="61" y="306"/>
                    </a:lnTo>
                    <a:lnTo>
                      <a:pt x="61" y="306"/>
                    </a:lnTo>
                    <a:lnTo>
                      <a:pt x="61" y="306"/>
                    </a:lnTo>
                    <a:lnTo>
                      <a:pt x="61" y="306"/>
                    </a:lnTo>
                    <a:lnTo>
                      <a:pt x="61" y="308"/>
                    </a:lnTo>
                    <a:lnTo>
                      <a:pt x="64" y="308"/>
                    </a:lnTo>
                    <a:lnTo>
                      <a:pt x="64" y="308"/>
                    </a:lnTo>
                    <a:lnTo>
                      <a:pt x="64" y="311"/>
                    </a:lnTo>
                    <a:lnTo>
                      <a:pt x="64" y="311"/>
                    </a:lnTo>
                    <a:lnTo>
                      <a:pt x="64" y="313"/>
                    </a:lnTo>
                    <a:lnTo>
                      <a:pt x="64" y="313"/>
                    </a:lnTo>
                    <a:lnTo>
                      <a:pt x="64" y="313"/>
                    </a:lnTo>
                    <a:lnTo>
                      <a:pt x="64" y="315"/>
                    </a:lnTo>
                    <a:lnTo>
                      <a:pt x="64" y="315"/>
                    </a:lnTo>
                    <a:lnTo>
                      <a:pt x="64" y="318"/>
                    </a:lnTo>
                    <a:lnTo>
                      <a:pt x="64" y="318"/>
                    </a:lnTo>
                    <a:lnTo>
                      <a:pt x="64" y="318"/>
                    </a:lnTo>
                    <a:lnTo>
                      <a:pt x="64" y="318"/>
                    </a:lnTo>
                    <a:lnTo>
                      <a:pt x="64" y="320"/>
                    </a:lnTo>
                    <a:lnTo>
                      <a:pt x="64" y="320"/>
                    </a:lnTo>
                    <a:lnTo>
                      <a:pt x="64" y="322"/>
                    </a:lnTo>
                    <a:lnTo>
                      <a:pt x="64" y="322"/>
                    </a:lnTo>
                    <a:lnTo>
                      <a:pt x="66" y="322"/>
                    </a:lnTo>
                    <a:lnTo>
                      <a:pt x="66" y="325"/>
                    </a:lnTo>
                    <a:lnTo>
                      <a:pt x="66" y="325"/>
                    </a:lnTo>
                    <a:lnTo>
                      <a:pt x="66" y="327"/>
                    </a:lnTo>
                    <a:lnTo>
                      <a:pt x="66" y="327"/>
                    </a:lnTo>
                    <a:lnTo>
                      <a:pt x="66" y="327"/>
                    </a:lnTo>
                    <a:lnTo>
                      <a:pt x="66" y="327"/>
                    </a:lnTo>
                    <a:lnTo>
                      <a:pt x="66" y="330"/>
                    </a:lnTo>
                    <a:lnTo>
                      <a:pt x="66" y="330"/>
                    </a:lnTo>
                    <a:lnTo>
                      <a:pt x="66" y="332"/>
                    </a:lnTo>
                    <a:lnTo>
                      <a:pt x="66" y="332"/>
                    </a:lnTo>
                    <a:lnTo>
                      <a:pt x="66" y="332"/>
                    </a:lnTo>
                    <a:lnTo>
                      <a:pt x="66" y="334"/>
                    </a:lnTo>
                    <a:lnTo>
                      <a:pt x="69" y="334"/>
                    </a:lnTo>
                    <a:lnTo>
                      <a:pt x="69" y="334"/>
                    </a:lnTo>
                    <a:lnTo>
                      <a:pt x="69" y="337"/>
                    </a:lnTo>
                    <a:lnTo>
                      <a:pt x="69" y="337"/>
                    </a:lnTo>
                    <a:lnTo>
                      <a:pt x="69" y="337"/>
                    </a:lnTo>
                    <a:lnTo>
                      <a:pt x="71" y="337"/>
                    </a:lnTo>
                    <a:lnTo>
                      <a:pt x="71" y="337"/>
                    </a:lnTo>
                    <a:lnTo>
                      <a:pt x="71" y="337"/>
                    </a:lnTo>
                    <a:lnTo>
                      <a:pt x="71" y="339"/>
                    </a:lnTo>
                    <a:lnTo>
                      <a:pt x="71" y="339"/>
                    </a:lnTo>
                    <a:lnTo>
                      <a:pt x="71" y="339"/>
                    </a:lnTo>
                    <a:lnTo>
                      <a:pt x="71" y="341"/>
                    </a:lnTo>
                    <a:lnTo>
                      <a:pt x="73" y="341"/>
                    </a:lnTo>
                    <a:lnTo>
                      <a:pt x="73" y="341"/>
                    </a:lnTo>
                    <a:lnTo>
                      <a:pt x="73" y="341"/>
                    </a:lnTo>
                    <a:lnTo>
                      <a:pt x="73" y="344"/>
                    </a:lnTo>
                    <a:lnTo>
                      <a:pt x="73" y="344"/>
                    </a:lnTo>
                    <a:lnTo>
                      <a:pt x="73" y="344"/>
                    </a:lnTo>
                    <a:lnTo>
                      <a:pt x="76" y="344"/>
                    </a:lnTo>
                    <a:lnTo>
                      <a:pt x="76" y="344"/>
                    </a:lnTo>
                    <a:lnTo>
                      <a:pt x="76" y="346"/>
                    </a:lnTo>
                    <a:lnTo>
                      <a:pt x="78" y="346"/>
                    </a:lnTo>
                    <a:lnTo>
                      <a:pt x="78" y="346"/>
                    </a:lnTo>
                    <a:lnTo>
                      <a:pt x="78" y="346"/>
                    </a:lnTo>
                    <a:lnTo>
                      <a:pt x="78" y="346"/>
                    </a:lnTo>
                    <a:lnTo>
                      <a:pt x="80" y="346"/>
                    </a:lnTo>
                    <a:lnTo>
                      <a:pt x="80" y="346"/>
                    </a:lnTo>
                    <a:lnTo>
                      <a:pt x="80" y="346"/>
                    </a:lnTo>
                    <a:lnTo>
                      <a:pt x="83" y="346"/>
                    </a:lnTo>
                    <a:lnTo>
                      <a:pt x="83" y="346"/>
                    </a:lnTo>
                    <a:lnTo>
                      <a:pt x="83" y="344"/>
                    </a:lnTo>
                    <a:lnTo>
                      <a:pt x="83" y="344"/>
                    </a:lnTo>
                    <a:lnTo>
                      <a:pt x="85" y="344"/>
                    </a:lnTo>
                    <a:lnTo>
                      <a:pt x="85" y="344"/>
                    </a:lnTo>
                    <a:lnTo>
                      <a:pt x="85" y="344"/>
                    </a:lnTo>
                    <a:lnTo>
                      <a:pt x="85" y="346"/>
                    </a:lnTo>
                    <a:lnTo>
                      <a:pt x="88" y="346"/>
                    </a:lnTo>
                    <a:lnTo>
                      <a:pt x="88" y="346"/>
                    </a:lnTo>
                    <a:lnTo>
                      <a:pt x="88" y="346"/>
                    </a:lnTo>
                    <a:lnTo>
                      <a:pt x="88" y="346"/>
                    </a:lnTo>
                    <a:lnTo>
                      <a:pt x="90" y="346"/>
                    </a:lnTo>
                    <a:lnTo>
                      <a:pt x="90" y="346"/>
                    </a:lnTo>
                    <a:lnTo>
                      <a:pt x="90" y="346"/>
                    </a:lnTo>
                    <a:lnTo>
                      <a:pt x="92" y="346"/>
                    </a:lnTo>
                    <a:lnTo>
                      <a:pt x="92" y="349"/>
                    </a:lnTo>
                    <a:lnTo>
                      <a:pt x="92" y="349"/>
                    </a:lnTo>
                    <a:lnTo>
                      <a:pt x="92" y="349"/>
                    </a:lnTo>
                    <a:lnTo>
                      <a:pt x="92" y="351"/>
                    </a:lnTo>
                    <a:lnTo>
                      <a:pt x="92" y="351"/>
                    </a:lnTo>
                    <a:lnTo>
                      <a:pt x="92" y="351"/>
                    </a:lnTo>
                    <a:lnTo>
                      <a:pt x="92" y="353"/>
                    </a:lnTo>
                    <a:lnTo>
                      <a:pt x="95" y="353"/>
                    </a:lnTo>
                    <a:lnTo>
                      <a:pt x="95" y="353"/>
                    </a:lnTo>
                    <a:lnTo>
                      <a:pt x="95" y="353"/>
                    </a:lnTo>
                    <a:lnTo>
                      <a:pt x="95" y="356"/>
                    </a:lnTo>
                    <a:lnTo>
                      <a:pt x="95" y="356"/>
                    </a:lnTo>
                    <a:lnTo>
                      <a:pt x="97" y="356"/>
                    </a:lnTo>
                    <a:lnTo>
                      <a:pt x="97" y="356"/>
                    </a:lnTo>
                    <a:lnTo>
                      <a:pt x="97" y="356"/>
                    </a:lnTo>
                    <a:lnTo>
                      <a:pt x="97" y="356"/>
                    </a:lnTo>
                    <a:lnTo>
                      <a:pt x="97" y="358"/>
                    </a:lnTo>
                    <a:lnTo>
                      <a:pt x="99" y="358"/>
                    </a:lnTo>
                    <a:lnTo>
                      <a:pt x="99" y="358"/>
                    </a:lnTo>
                    <a:lnTo>
                      <a:pt x="99" y="358"/>
                    </a:lnTo>
                    <a:lnTo>
                      <a:pt x="99" y="360"/>
                    </a:lnTo>
                    <a:lnTo>
                      <a:pt x="99" y="360"/>
                    </a:lnTo>
                    <a:lnTo>
                      <a:pt x="99" y="360"/>
                    </a:lnTo>
                    <a:lnTo>
                      <a:pt x="102" y="360"/>
                    </a:lnTo>
                    <a:lnTo>
                      <a:pt x="102" y="360"/>
                    </a:lnTo>
                    <a:lnTo>
                      <a:pt x="102" y="363"/>
                    </a:lnTo>
                    <a:lnTo>
                      <a:pt x="102" y="363"/>
                    </a:lnTo>
                    <a:lnTo>
                      <a:pt x="102" y="363"/>
                    </a:lnTo>
                    <a:lnTo>
                      <a:pt x="102" y="365"/>
                    </a:lnTo>
                    <a:lnTo>
                      <a:pt x="102" y="365"/>
                    </a:lnTo>
                    <a:lnTo>
                      <a:pt x="102" y="365"/>
                    </a:lnTo>
                    <a:lnTo>
                      <a:pt x="99" y="365"/>
                    </a:lnTo>
                    <a:lnTo>
                      <a:pt x="99" y="365"/>
                    </a:lnTo>
                    <a:lnTo>
                      <a:pt x="99" y="367"/>
                    </a:lnTo>
                    <a:lnTo>
                      <a:pt x="99" y="367"/>
                    </a:lnTo>
                    <a:lnTo>
                      <a:pt x="99" y="367"/>
                    </a:lnTo>
                    <a:lnTo>
                      <a:pt x="99" y="370"/>
                    </a:lnTo>
                    <a:lnTo>
                      <a:pt x="97" y="370"/>
                    </a:lnTo>
                    <a:lnTo>
                      <a:pt x="97" y="370"/>
                    </a:lnTo>
                    <a:lnTo>
                      <a:pt x="97" y="372"/>
                    </a:lnTo>
                    <a:lnTo>
                      <a:pt x="97" y="372"/>
                    </a:lnTo>
                    <a:lnTo>
                      <a:pt x="97" y="372"/>
                    </a:lnTo>
                    <a:lnTo>
                      <a:pt x="97" y="375"/>
                    </a:lnTo>
                    <a:lnTo>
                      <a:pt x="97" y="375"/>
                    </a:lnTo>
                    <a:lnTo>
                      <a:pt x="97" y="375"/>
                    </a:lnTo>
                    <a:lnTo>
                      <a:pt x="95" y="375"/>
                    </a:lnTo>
                    <a:lnTo>
                      <a:pt x="95" y="375"/>
                    </a:lnTo>
                    <a:lnTo>
                      <a:pt x="95" y="375"/>
                    </a:lnTo>
                    <a:lnTo>
                      <a:pt x="92" y="375"/>
                    </a:lnTo>
                    <a:lnTo>
                      <a:pt x="92" y="375"/>
                    </a:lnTo>
                    <a:lnTo>
                      <a:pt x="92" y="372"/>
                    </a:lnTo>
                    <a:lnTo>
                      <a:pt x="92" y="372"/>
                    </a:lnTo>
                    <a:lnTo>
                      <a:pt x="92" y="372"/>
                    </a:lnTo>
                    <a:lnTo>
                      <a:pt x="92" y="370"/>
                    </a:lnTo>
                    <a:lnTo>
                      <a:pt x="90" y="370"/>
                    </a:lnTo>
                    <a:lnTo>
                      <a:pt x="90" y="370"/>
                    </a:lnTo>
                    <a:lnTo>
                      <a:pt x="88" y="370"/>
                    </a:lnTo>
                    <a:lnTo>
                      <a:pt x="88" y="372"/>
                    </a:lnTo>
                    <a:lnTo>
                      <a:pt x="88" y="372"/>
                    </a:lnTo>
                    <a:lnTo>
                      <a:pt x="88" y="372"/>
                    </a:lnTo>
                    <a:lnTo>
                      <a:pt x="85" y="372"/>
                    </a:lnTo>
                    <a:lnTo>
                      <a:pt x="85" y="372"/>
                    </a:lnTo>
                    <a:lnTo>
                      <a:pt x="85" y="372"/>
                    </a:lnTo>
                    <a:lnTo>
                      <a:pt x="85" y="375"/>
                    </a:lnTo>
                    <a:lnTo>
                      <a:pt x="85" y="375"/>
                    </a:lnTo>
                    <a:lnTo>
                      <a:pt x="83" y="375"/>
                    </a:lnTo>
                    <a:lnTo>
                      <a:pt x="83" y="375"/>
                    </a:lnTo>
                    <a:lnTo>
                      <a:pt x="83" y="377"/>
                    </a:lnTo>
                    <a:lnTo>
                      <a:pt x="83" y="377"/>
                    </a:lnTo>
                    <a:lnTo>
                      <a:pt x="83" y="377"/>
                    </a:lnTo>
                    <a:lnTo>
                      <a:pt x="80" y="377"/>
                    </a:lnTo>
                    <a:lnTo>
                      <a:pt x="80" y="377"/>
                    </a:lnTo>
                    <a:lnTo>
                      <a:pt x="80" y="377"/>
                    </a:lnTo>
                    <a:lnTo>
                      <a:pt x="80" y="377"/>
                    </a:lnTo>
                    <a:lnTo>
                      <a:pt x="80" y="377"/>
                    </a:lnTo>
                    <a:lnTo>
                      <a:pt x="80" y="377"/>
                    </a:lnTo>
                    <a:lnTo>
                      <a:pt x="80" y="375"/>
                    </a:lnTo>
                    <a:lnTo>
                      <a:pt x="78" y="375"/>
                    </a:lnTo>
                    <a:lnTo>
                      <a:pt x="78" y="375"/>
                    </a:lnTo>
                    <a:lnTo>
                      <a:pt x="78" y="375"/>
                    </a:lnTo>
                    <a:lnTo>
                      <a:pt x="78" y="372"/>
                    </a:lnTo>
                    <a:lnTo>
                      <a:pt x="78" y="372"/>
                    </a:lnTo>
                    <a:lnTo>
                      <a:pt x="78" y="372"/>
                    </a:lnTo>
                    <a:lnTo>
                      <a:pt x="78" y="370"/>
                    </a:lnTo>
                    <a:lnTo>
                      <a:pt x="80" y="370"/>
                    </a:lnTo>
                    <a:lnTo>
                      <a:pt x="80" y="370"/>
                    </a:lnTo>
                    <a:lnTo>
                      <a:pt x="80" y="370"/>
                    </a:lnTo>
                    <a:lnTo>
                      <a:pt x="80" y="367"/>
                    </a:lnTo>
                    <a:lnTo>
                      <a:pt x="80" y="367"/>
                    </a:lnTo>
                    <a:lnTo>
                      <a:pt x="80" y="365"/>
                    </a:lnTo>
                    <a:lnTo>
                      <a:pt x="80" y="365"/>
                    </a:lnTo>
                    <a:lnTo>
                      <a:pt x="80" y="365"/>
                    </a:lnTo>
                    <a:lnTo>
                      <a:pt x="80" y="365"/>
                    </a:lnTo>
                    <a:lnTo>
                      <a:pt x="80" y="365"/>
                    </a:lnTo>
                    <a:lnTo>
                      <a:pt x="80" y="363"/>
                    </a:lnTo>
                    <a:lnTo>
                      <a:pt x="80" y="363"/>
                    </a:lnTo>
                    <a:lnTo>
                      <a:pt x="80" y="363"/>
                    </a:lnTo>
                    <a:lnTo>
                      <a:pt x="78" y="363"/>
                    </a:lnTo>
                    <a:lnTo>
                      <a:pt x="78" y="363"/>
                    </a:lnTo>
                    <a:lnTo>
                      <a:pt x="78" y="360"/>
                    </a:lnTo>
                    <a:lnTo>
                      <a:pt x="78" y="360"/>
                    </a:lnTo>
                    <a:lnTo>
                      <a:pt x="78" y="363"/>
                    </a:lnTo>
                    <a:lnTo>
                      <a:pt x="76" y="363"/>
                    </a:lnTo>
                    <a:lnTo>
                      <a:pt x="76" y="363"/>
                    </a:lnTo>
                    <a:lnTo>
                      <a:pt x="73" y="363"/>
                    </a:lnTo>
                    <a:lnTo>
                      <a:pt x="73" y="360"/>
                    </a:lnTo>
                    <a:lnTo>
                      <a:pt x="73" y="360"/>
                    </a:lnTo>
                    <a:lnTo>
                      <a:pt x="73" y="358"/>
                    </a:lnTo>
                    <a:lnTo>
                      <a:pt x="73" y="358"/>
                    </a:lnTo>
                    <a:lnTo>
                      <a:pt x="73" y="358"/>
                    </a:lnTo>
                    <a:lnTo>
                      <a:pt x="73" y="356"/>
                    </a:lnTo>
                    <a:lnTo>
                      <a:pt x="73" y="356"/>
                    </a:lnTo>
                    <a:lnTo>
                      <a:pt x="73" y="356"/>
                    </a:lnTo>
                    <a:lnTo>
                      <a:pt x="71" y="356"/>
                    </a:lnTo>
                    <a:lnTo>
                      <a:pt x="71" y="356"/>
                    </a:lnTo>
                    <a:lnTo>
                      <a:pt x="71" y="356"/>
                    </a:lnTo>
                    <a:lnTo>
                      <a:pt x="71" y="356"/>
                    </a:lnTo>
                    <a:lnTo>
                      <a:pt x="69" y="356"/>
                    </a:lnTo>
                    <a:lnTo>
                      <a:pt x="69" y="356"/>
                    </a:lnTo>
                    <a:lnTo>
                      <a:pt x="69" y="356"/>
                    </a:lnTo>
                    <a:lnTo>
                      <a:pt x="66" y="356"/>
                    </a:lnTo>
                    <a:lnTo>
                      <a:pt x="66" y="356"/>
                    </a:lnTo>
                    <a:lnTo>
                      <a:pt x="66" y="356"/>
                    </a:lnTo>
                    <a:lnTo>
                      <a:pt x="66" y="356"/>
                    </a:lnTo>
                    <a:lnTo>
                      <a:pt x="64" y="356"/>
                    </a:lnTo>
                    <a:lnTo>
                      <a:pt x="64" y="356"/>
                    </a:lnTo>
                    <a:lnTo>
                      <a:pt x="64" y="353"/>
                    </a:lnTo>
                    <a:lnTo>
                      <a:pt x="64" y="353"/>
                    </a:lnTo>
                    <a:lnTo>
                      <a:pt x="64" y="351"/>
                    </a:lnTo>
                    <a:lnTo>
                      <a:pt x="64" y="351"/>
                    </a:lnTo>
                    <a:lnTo>
                      <a:pt x="64" y="351"/>
                    </a:lnTo>
                    <a:lnTo>
                      <a:pt x="61" y="351"/>
                    </a:lnTo>
                    <a:lnTo>
                      <a:pt x="61" y="351"/>
                    </a:lnTo>
                    <a:lnTo>
                      <a:pt x="59" y="351"/>
                    </a:lnTo>
                    <a:lnTo>
                      <a:pt x="59" y="351"/>
                    </a:lnTo>
                    <a:lnTo>
                      <a:pt x="59" y="353"/>
                    </a:lnTo>
                    <a:lnTo>
                      <a:pt x="59" y="353"/>
                    </a:lnTo>
                    <a:lnTo>
                      <a:pt x="59" y="356"/>
                    </a:lnTo>
                    <a:lnTo>
                      <a:pt x="59" y="356"/>
                    </a:lnTo>
                    <a:lnTo>
                      <a:pt x="59" y="356"/>
                    </a:lnTo>
                    <a:lnTo>
                      <a:pt x="59" y="356"/>
                    </a:lnTo>
                    <a:lnTo>
                      <a:pt x="59" y="358"/>
                    </a:lnTo>
                    <a:lnTo>
                      <a:pt x="59" y="358"/>
                    </a:lnTo>
                    <a:lnTo>
                      <a:pt x="57" y="358"/>
                    </a:lnTo>
                    <a:lnTo>
                      <a:pt x="57" y="356"/>
                    </a:lnTo>
                    <a:lnTo>
                      <a:pt x="57" y="356"/>
                    </a:lnTo>
                    <a:lnTo>
                      <a:pt x="57" y="356"/>
                    </a:lnTo>
                    <a:lnTo>
                      <a:pt x="57" y="356"/>
                    </a:lnTo>
                    <a:lnTo>
                      <a:pt x="54" y="356"/>
                    </a:lnTo>
                    <a:lnTo>
                      <a:pt x="54" y="356"/>
                    </a:lnTo>
                    <a:lnTo>
                      <a:pt x="54" y="353"/>
                    </a:lnTo>
                    <a:lnTo>
                      <a:pt x="54" y="353"/>
                    </a:lnTo>
                    <a:lnTo>
                      <a:pt x="54" y="351"/>
                    </a:lnTo>
                    <a:lnTo>
                      <a:pt x="54" y="351"/>
                    </a:lnTo>
                    <a:lnTo>
                      <a:pt x="54" y="353"/>
                    </a:lnTo>
                    <a:lnTo>
                      <a:pt x="52" y="353"/>
                    </a:lnTo>
                    <a:lnTo>
                      <a:pt x="52" y="351"/>
                    </a:lnTo>
                    <a:lnTo>
                      <a:pt x="52" y="351"/>
                    </a:lnTo>
                    <a:lnTo>
                      <a:pt x="52" y="351"/>
                    </a:lnTo>
                    <a:lnTo>
                      <a:pt x="52" y="349"/>
                    </a:lnTo>
                    <a:lnTo>
                      <a:pt x="52" y="349"/>
                    </a:lnTo>
                    <a:lnTo>
                      <a:pt x="52" y="349"/>
                    </a:lnTo>
                    <a:lnTo>
                      <a:pt x="50" y="349"/>
                    </a:lnTo>
                    <a:lnTo>
                      <a:pt x="50" y="349"/>
                    </a:lnTo>
                    <a:lnTo>
                      <a:pt x="50" y="346"/>
                    </a:lnTo>
                    <a:lnTo>
                      <a:pt x="50" y="346"/>
                    </a:lnTo>
                    <a:lnTo>
                      <a:pt x="50" y="346"/>
                    </a:lnTo>
                    <a:lnTo>
                      <a:pt x="50" y="344"/>
                    </a:lnTo>
                    <a:lnTo>
                      <a:pt x="50" y="344"/>
                    </a:lnTo>
                    <a:lnTo>
                      <a:pt x="50" y="341"/>
                    </a:lnTo>
                    <a:lnTo>
                      <a:pt x="50" y="341"/>
                    </a:lnTo>
                    <a:lnTo>
                      <a:pt x="50" y="339"/>
                    </a:lnTo>
                    <a:lnTo>
                      <a:pt x="47" y="339"/>
                    </a:lnTo>
                    <a:lnTo>
                      <a:pt x="47" y="341"/>
                    </a:lnTo>
                    <a:lnTo>
                      <a:pt x="47" y="341"/>
                    </a:lnTo>
                    <a:lnTo>
                      <a:pt x="47" y="341"/>
                    </a:lnTo>
                    <a:lnTo>
                      <a:pt x="47" y="341"/>
                    </a:lnTo>
                    <a:lnTo>
                      <a:pt x="47" y="341"/>
                    </a:lnTo>
                    <a:lnTo>
                      <a:pt x="47" y="339"/>
                    </a:lnTo>
                    <a:lnTo>
                      <a:pt x="47" y="339"/>
                    </a:lnTo>
                    <a:lnTo>
                      <a:pt x="47" y="337"/>
                    </a:lnTo>
                    <a:lnTo>
                      <a:pt x="45" y="337"/>
                    </a:lnTo>
                    <a:lnTo>
                      <a:pt x="45" y="337"/>
                    </a:lnTo>
                    <a:lnTo>
                      <a:pt x="45" y="337"/>
                    </a:lnTo>
                    <a:lnTo>
                      <a:pt x="45" y="337"/>
                    </a:lnTo>
                    <a:lnTo>
                      <a:pt x="45" y="337"/>
                    </a:lnTo>
                    <a:lnTo>
                      <a:pt x="45" y="339"/>
                    </a:lnTo>
                    <a:lnTo>
                      <a:pt x="43" y="339"/>
                    </a:lnTo>
                    <a:lnTo>
                      <a:pt x="43" y="337"/>
                    </a:lnTo>
                    <a:lnTo>
                      <a:pt x="43" y="337"/>
                    </a:lnTo>
                    <a:lnTo>
                      <a:pt x="43" y="337"/>
                    </a:lnTo>
                    <a:lnTo>
                      <a:pt x="43" y="337"/>
                    </a:lnTo>
                    <a:lnTo>
                      <a:pt x="43" y="337"/>
                    </a:lnTo>
                    <a:lnTo>
                      <a:pt x="43" y="334"/>
                    </a:lnTo>
                    <a:lnTo>
                      <a:pt x="43" y="334"/>
                    </a:lnTo>
                    <a:lnTo>
                      <a:pt x="40" y="334"/>
                    </a:lnTo>
                    <a:lnTo>
                      <a:pt x="40" y="337"/>
                    </a:lnTo>
                    <a:lnTo>
                      <a:pt x="40" y="337"/>
                    </a:lnTo>
                    <a:lnTo>
                      <a:pt x="40" y="337"/>
                    </a:lnTo>
                    <a:lnTo>
                      <a:pt x="40" y="334"/>
                    </a:lnTo>
                    <a:lnTo>
                      <a:pt x="40" y="334"/>
                    </a:lnTo>
                    <a:lnTo>
                      <a:pt x="40" y="334"/>
                    </a:lnTo>
                    <a:lnTo>
                      <a:pt x="40" y="334"/>
                    </a:lnTo>
                    <a:lnTo>
                      <a:pt x="38" y="334"/>
                    </a:lnTo>
                    <a:lnTo>
                      <a:pt x="38" y="332"/>
                    </a:lnTo>
                    <a:lnTo>
                      <a:pt x="38" y="332"/>
                    </a:lnTo>
                    <a:lnTo>
                      <a:pt x="40" y="332"/>
                    </a:lnTo>
                    <a:lnTo>
                      <a:pt x="40" y="332"/>
                    </a:lnTo>
                    <a:lnTo>
                      <a:pt x="40" y="332"/>
                    </a:lnTo>
                    <a:lnTo>
                      <a:pt x="40" y="332"/>
                    </a:lnTo>
                    <a:lnTo>
                      <a:pt x="43" y="332"/>
                    </a:lnTo>
                    <a:lnTo>
                      <a:pt x="43" y="332"/>
                    </a:lnTo>
                    <a:lnTo>
                      <a:pt x="40" y="332"/>
                    </a:lnTo>
                    <a:lnTo>
                      <a:pt x="40" y="330"/>
                    </a:lnTo>
                    <a:lnTo>
                      <a:pt x="40" y="330"/>
                    </a:lnTo>
                    <a:lnTo>
                      <a:pt x="40" y="330"/>
                    </a:lnTo>
                    <a:lnTo>
                      <a:pt x="40" y="327"/>
                    </a:lnTo>
                    <a:lnTo>
                      <a:pt x="40" y="327"/>
                    </a:lnTo>
                    <a:lnTo>
                      <a:pt x="40" y="327"/>
                    </a:lnTo>
                    <a:lnTo>
                      <a:pt x="38" y="327"/>
                    </a:lnTo>
                    <a:lnTo>
                      <a:pt x="38" y="327"/>
                    </a:lnTo>
                    <a:lnTo>
                      <a:pt x="38" y="330"/>
                    </a:lnTo>
                    <a:lnTo>
                      <a:pt x="38" y="330"/>
                    </a:lnTo>
                    <a:lnTo>
                      <a:pt x="38" y="330"/>
                    </a:lnTo>
                    <a:lnTo>
                      <a:pt x="38" y="332"/>
                    </a:lnTo>
                    <a:lnTo>
                      <a:pt x="38" y="332"/>
                    </a:lnTo>
                    <a:lnTo>
                      <a:pt x="35" y="332"/>
                    </a:lnTo>
                    <a:lnTo>
                      <a:pt x="35" y="330"/>
                    </a:lnTo>
                    <a:lnTo>
                      <a:pt x="35" y="330"/>
                    </a:lnTo>
                    <a:lnTo>
                      <a:pt x="35" y="330"/>
                    </a:lnTo>
                    <a:lnTo>
                      <a:pt x="35" y="327"/>
                    </a:lnTo>
                    <a:lnTo>
                      <a:pt x="35" y="327"/>
                    </a:lnTo>
                    <a:lnTo>
                      <a:pt x="35" y="327"/>
                    </a:lnTo>
                    <a:lnTo>
                      <a:pt x="35" y="325"/>
                    </a:lnTo>
                    <a:lnTo>
                      <a:pt x="35" y="325"/>
                    </a:lnTo>
                    <a:lnTo>
                      <a:pt x="33" y="325"/>
                    </a:lnTo>
                    <a:lnTo>
                      <a:pt x="33" y="322"/>
                    </a:lnTo>
                    <a:lnTo>
                      <a:pt x="33" y="322"/>
                    </a:lnTo>
                    <a:lnTo>
                      <a:pt x="33" y="322"/>
                    </a:lnTo>
                    <a:lnTo>
                      <a:pt x="33" y="320"/>
                    </a:lnTo>
                    <a:lnTo>
                      <a:pt x="33" y="320"/>
                    </a:lnTo>
                    <a:lnTo>
                      <a:pt x="33" y="320"/>
                    </a:lnTo>
                    <a:lnTo>
                      <a:pt x="33" y="320"/>
                    </a:lnTo>
                    <a:lnTo>
                      <a:pt x="33" y="318"/>
                    </a:lnTo>
                    <a:lnTo>
                      <a:pt x="33" y="318"/>
                    </a:lnTo>
                    <a:lnTo>
                      <a:pt x="33" y="318"/>
                    </a:lnTo>
                    <a:lnTo>
                      <a:pt x="31" y="318"/>
                    </a:lnTo>
                    <a:lnTo>
                      <a:pt x="31" y="318"/>
                    </a:lnTo>
                    <a:lnTo>
                      <a:pt x="31" y="318"/>
                    </a:lnTo>
                    <a:lnTo>
                      <a:pt x="31" y="318"/>
                    </a:lnTo>
                    <a:lnTo>
                      <a:pt x="28" y="318"/>
                    </a:lnTo>
                    <a:lnTo>
                      <a:pt x="28" y="318"/>
                    </a:lnTo>
                    <a:lnTo>
                      <a:pt x="28" y="315"/>
                    </a:lnTo>
                    <a:lnTo>
                      <a:pt x="26" y="315"/>
                    </a:lnTo>
                    <a:lnTo>
                      <a:pt x="26" y="318"/>
                    </a:lnTo>
                    <a:lnTo>
                      <a:pt x="26" y="318"/>
                    </a:lnTo>
                    <a:lnTo>
                      <a:pt x="26" y="318"/>
                    </a:lnTo>
                    <a:lnTo>
                      <a:pt x="26" y="320"/>
                    </a:lnTo>
                    <a:lnTo>
                      <a:pt x="26" y="320"/>
                    </a:lnTo>
                    <a:lnTo>
                      <a:pt x="26" y="320"/>
                    </a:lnTo>
                    <a:lnTo>
                      <a:pt x="26" y="320"/>
                    </a:lnTo>
                    <a:lnTo>
                      <a:pt x="26" y="320"/>
                    </a:lnTo>
                    <a:lnTo>
                      <a:pt x="26" y="318"/>
                    </a:lnTo>
                    <a:lnTo>
                      <a:pt x="26" y="318"/>
                    </a:lnTo>
                    <a:lnTo>
                      <a:pt x="26" y="318"/>
                    </a:lnTo>
                    <a:lnTo>
                      <a:pt x="24" y="318"/>
                    </a:lnTo>
                    <a:lnTo>
                      <a:pt x="24" y="318"/>
                    </a:lnTo>
                    <a:lnTo>
                      <a:pt x="24" y="318"/>
                    </a:lnTo>
                    <a:lnTo>
                      <a:pt x="24" y="318"/>
                    </a:lnTo>
                    <a:lnTo>
                      <a:pt x="24" y="320"/>
                    </a:lnTo>
                    <a:lnTo>
                      <a:pt x="24" y="320"/>
                    </a:lnTo>
                    <a:lnTo>
                      <a:pt x="24" y="322"/>
                    </a:lnTo>
                    <a:lnTo>
                      <a:pt x="21" y="322"/>
                    </a:lnTo>
                    <a:lnTo>
                      <a:pt x="21" y="322"/>
                    </a:lnTo>
                    <a:lnTo>
                      <a:pt x="21" y="325"/>
                    </a:lnTo>
                    <a:lnTo>
                      <a:pt x="21" y="325"/>
                    </a:lnTo>
                    <a:lnTo>
                      <a:pt x="21" y="325"/>
                    </a:lnTo>
                    <a:lnTo>
                      <a:pt x="21" y="325"/>
                    </a:lnTo>
                    <a:lnTo>
                      <a:pt x="21" y="325"/>
                    </a:lnTo>
                    <a:lnTo>
                      <a:pt x="19" y="325"/>
                    </a:lnTo>
                    <a:lnTo>
                      <a:pt x="19" y="325"/>
                    </a:lnTo>
                    <a:lnTo>
                      <a:pt x="19" y="322"/>
                    </a:lnTo>
                    <a:lnTo>
                      <a:pt x="19" y="322"/>
                    </a:lnTo>
                    <a:lnTo>
                      <a:pt x="19" y="320"/>
                    </a:lnTo>
                    <a:lnTo>
                      <a:pt x="19" y="320"/>
                    </a:lnTo>
                    <a:lnTo>
                      <a:pt x="19" y="318"/>
                    </a:lnTo>
                    <a:lnTo>
                      <a:pt x="19" y="318"/>
                    </a:lnTo>
                    <a:lnTo>
                      <a:pt x="19" y="318"/>
                    </a:lnTo>
                    <a:lnTo>
                      <a:pt x="19" y="315"/>
                    </a:lnTo>
                    <a:lnTo>
                      <a:pt x="19" y="315"/>
                    </a:lnTo>
                    <a:lnTo>
                      <a:pt x="19" y="315"/>
                    </a:lnTo>
                    <a:lnTo>
                      <a:pt x="19" y="313"/>
                    </a:lnTo>
                    <a:lnTo>
                      <a:pt x="19" y="313"/>
                    </a:lnTo>
                    <a:lnTo>
                      <a:pt x="19" y="313"/>
                    </a:lnTo>
                    <a:lnTo>
                      <a:pt x="19" y="311"/>
                    </a:lnTo>
                    <a:lnTo>
                      <a:pt x="19" y="311"/>
                    </a:lnTo>
                    <a:lnTo>
                      <a:pt x="19" y="308"/>
                    </a:lnTo>
                    <a:lnTo>
                      <a:pt x="19" y="308"/>
                    </a:lnTo>
                    <a:lnTo>
                      <a:pt x="19" y="308"/>
                    </a:lnTo>
                    <a:lnTo>
                      <a:pt x="19" y="306"/>
                    </a:lnTo>
                    <a:lnTo>
                      <a:pt x="19" y="306"/>
                    </a:lnTo>
                    <a:lnTo>
                      <a:pt x="19" y="306"/>
                    </a:lnTo>
                    <a:lnTo>
                      <a:pt x="19" y="304"/>
                    </a:lnTo>
                    <a:lnTo>
                      <a:pt x="17" y="304"/>
                    </a:lnTo>
                    <a:lnTo>
                      <a:pt x="17" y="304"/>
                    </a:lnTo>
                    <a:lnTo>
                      <a:pt x="19" y="304"/>
                    </a:lnTo>
                    <a:lnTo>
                      <a:pt x="19" y="301"/>
                    </a:lnTo>
                    <a:lnTo>
                      <a:pt x="19" y="301"/>
                    </a:lnTo>
                    <a:lnTo>
                      <a:pt x="19" y="299"/>
                    </a:lnTo>
                    <a:lnTo>
                      <a:pt x="19" y="299"/>
                    </a:lnTo>
                    <a:lnTo>
                      <a:pt x="19" y="299"/>
                    </a:lnTo>
                    <a:lnTo>
                      <a:pt x="19" y="296"/>
                    </a:lnTo>
                    <a:lnTo>
                      <a:pt x="19" y="296"/>
                    </a:lnTo>
                    <a:lnTo>
                      <a:pt x="19" y="296"/>
                    </a:lnTo>
                    <a:lnTo>
                      <a:pt x="19" y="294"/>
                    </a:lnTo>
                    <a:lnTo>
                      <a:pt x="19" y="294"/>
                    </a:lnTo>
                    <a:lnTo>
                      <a:pt x="19" y="292"/>
                    </a:lnTo>
                    <a:lnTo>
                      <a:pt x="19" y="292"/>
                    </a:lnTo>
                    <a:lnTo>
                      <a:pt x="19" y="292"/>
                    </a:lnTo>
                    <a:lnTo>
                      <a:pt x="19" y="289"/>
                    </a:lnTo>
                    <a:lnTo>
                      <a:pt x="19" y="289"/>
                    </a:lnTo>
                    <a:lnTo>
                      <a:pt x="19" y="289"/>
                    </a:lnTo>
                    <a:lnTo>
                      <a:pt x="19" y="287"/>
                    </a:lnTo>
                    <a:lnTo>
                      <a:pt x="19" y="287"/>
                    </a:lnTo>
                    <a:lnTo>
                      <a:pt x="19" y="287"/>
                    </a:lnTo>
                    <a:lnTo>
                      <a:pt x="19" y="287"/>
                    </a:lnTo>
                    <a:lnTo>
                      <a:pt x="19" y="285"/>
                    </a:lnTo>
                    <a:lnTo>
                      <a:pt x="21" y="285"/>
                    </a:lnTo>
                    <a:lnTo>
                      <a:pt x="21" y="285"/>
                    </a:lnTo>
                    <a:lnTo>
                      <a:pt x="21" y="285"/>
                    </a:lnTo>
                    <a:lnTo>
                      <a:pt x="21" y="282"/>
                    </a:lnTo>
                    <a:lnTo>
                      <a:pt x="21" y="282"/>
                    </a:lnTo>
                    <a:lnTo>
                      <a:pt x="21" y="282"/>
                    </a:lnTo>
                    <a:lnTo>
                      <a:pt x="21" y="280"/>
                    </a:lnTo>
                    <a:lnTo>
                      <a:pt x="21" y="280"/>
                    </a:lnTo>
                    <a:lnTo>
                      <a:pt x="21" y="280"/>
                    </a:lnTo>
                    <a:lnTo>
                      <a:pt x="21" y="280"/>
                    </a:lnTo>
                    <a:lnTo>
                      <a:pt x="21" y="277"/>
                    </a:lnTo>
                    <a:lnTo>
                      <a:pt x="21" y="277"/>
                    </a:lnTo>
                    <a:lnTo>
                      <a:pt x="21" y="277"/>
                    </a:lnTo>
                    <a:lnTo>
                      <a:pt x="21" y="277"/>
                    </a:lnTo>
                    <a:lnTo>
                      <a:pt x="24" y="277"/>
                    </a:lnTo>
                    <a:lnTo>
                      <a:pt x="24" y="277"/>
                    </a:lnTo>
                    <a:lnTo>
                      <a:pt x="24" y="275"/>
                    </a:lnTo>
                    <a:lnTo>
                      <a:pt x="24" y="275"/>
                    </a:lnTo>
                    <a:lnTo>
                      <a:pt x="21" y="275"/>
                    </a:lnTo>
                    <a:lnTo>
                      <a:pt x="21" y="275"/>
                    </a:lnTo>
                    <a:lnTo>
                      <a:pt x="21" y="275"/>
                    </a:lnTo>
                    <a:lnTo>
                      <a:pt x="21" y="275"/>
                    </a:lnTo>
                    <a:lnTo>
                      <a:pt x="21" y="273"/>
                    </a:lnTo>
                    <a:lnTo>
                      <a:pt x="21" y="273"/>
                    </a:lnTo>
                    <a:lnTo>
                      <a:pt x="21" y="273"/>
                    </a:lnTo>
                    <a:lnTo>
                      <a:pt x="21" y="270"/>
                    </a:lnTo>
                    <a:lnTo>
                      <a:pt x="21" y="270"/>
                    </a:lnTo>
                    <a:lnTo>
                      <a:pt x="24" y="270"/>
                    </a:lnTo>
                    <a:lnTo>
                      <a:pt x="24" y="268"/>
                    </a:lnTo>
                    <a:lnTo>
                      <a:pt x="24" y="268"/>
                    </a:lnTo>
                    <a:lnTo>
                      <a:pt x="26" y="268"/>
                    </a:lnTo>
                    <a:lnTo>
                      <a:pt x="26" y="268"/>
                    </a:lnTo>
                    <a:lnTo>
                      <a:pt x="26" y="268"/>
                    </a:lnTo>
                    <a:lnTo>
                      <a:pt x="26" y="268"/>
                    </a:lnTo>
                    <a:lnTo>
                      <a:pt x="26" y="266"/>
                    </a:lnTo>
                    <a:lnTo>
                      <a:pt x="26" y="266"/>
                    </a:lnTo>
                    <a:lnTo>
                      <a:pt x="26" y="266"/>
                    </a:lnTo>
                    <a:lnTo>
                      <a:pt x="26" y="263"/>
                    </a:lnTo>
                    <a:lnTo>
                      <a:pt x="28" y="263"/>
                    </a:lnTo>
                    <a:lnTo>
                      <a:pt x="28" y="263"/>
                    </a:lnTo>
                    <a:lnTo>
                      <a:pt x="28" y="263"/>
                    </a:lnTo>
                    <a:lnTo>
                      <a:pt x="28" y="261"/>
                    </a:lnTo>
                    <a:lnTo>
                      <a:pt x="28" y="261"/>
                    </a:lnTo>
                    <a:lnTo>
                      <a:pt x="28" y="258"/>
                    </a:lnTo>
                    <a:lnTo>
                      <a:pt x="31" y="258"/>
                    </a:lnTo>
                    <a:lnTo>
                      <a:pt x="31" y="258"/>
                    </a:lnTo>
                    <a:lnTo>
                      <a:pt x="31" y="258"/>
                    </a:lnTo>
                    <a:lnTo>
                      <a:pt x="31" y="256"/>
                    </a:lnTo>
                    <a:lnTo>
                      <a:pt x="31" y="256"/>
                    </a:lnTo>
                    <a:lnTo>
                      <a:pt x="31" y="256"/>
                    </a:lnTo>
                    <a:lnTo>
                      <a:pt x="31" y="254"/>
                    </a:lnTo>
                    <a:lnTo>
                      <a:pt x="31" y="254"/>
                    </a:lnTo>
                    <a:lnTo>
                      <a:pt x="31" y="254"/>
                    </a:lnTo>
                    <a:lnTo>
                      <a:pt x="31" y="254"/>
                    </a:lnTo>
                    <a:lnTo>
                      <a:pt x="31" y="251"/>
                    </a:lnTo>
                    <a:lnTo>
                      <a:pt x="31" y="251"/>
                    </a:lnTo>
                    <a:lnTo>
                      <a:pt x="31" y="249"/>
                    </a:lnTo>
                    <a:lnTo>
                      <a:pt x="31" y="249"/>
                    </a:lnTo>
                    <a:lnTo>
                      <a:pt x="31" y="249"/>
                    </a:lnTo>
                    <a:lnTo>
                      <a:pt x="31" y="247"/>
                    </a:lnTo>
                    <a:lnTo>
                      <a:pt x="33" y="247"/>
                    </a:lnTo>
                    <a:lnTo>
                      <a:pt x="33" y="247"/>
                    </a:lnTo>
                    <a:lnTo>
                      <a:pt x="33" y="247"/>
                    </a:lnTo>
                    <a:lnTo>
                      <a:pt x="33" y="247"/>
                    </a:lnTo>
                    <a:lnTo>
                      <a:pt x="33" y="247"/>
                    </a:lnTo>
                    <a:lnTo>
                      <a:pt x="35" y="247"/>
                    </a:lnTo>
                    <a:lnTo>
                      <a:pt x="35" y="244"/>
                    </a:lnTo>
                    <a:lnTo>
                      <a:pt x="35" y="244"/>
                    </a:lnTo>
                    <a:lnTo>
                      <a:pt x="35" y="242"/>
                    </a:lnTo>
                    <a:lnTo>
                      <a:pt x="35" y="242"/>
                    </a:lnTo>
                    <a:lnTo>
                      <a:pt x="38" y="242"/>
                    </a:lnTo>
                    <a:lnTo>
                      <a:pt x="38" y="242"/>
                    </a:lnTo>
                    <a:lnTo>
                      <a:pt x="38" y="242"/>
                    </a:lnTo>
                    <a:lnTo>
                      <a:pt x="38" y="240"/>
                    </a:lnTo>
                    <a:lnTo>
                      <a:pt x="38" y="240"/>
                    </a:lnTo>
                    <a:lnTo>
                      <a:pt x="38" y="240"/>
                    </a:lnTo>
                    <a:lnTo>
                      <a:pt x="40" y="240"/>
                    </a:lnTo>
                    <a:lnTo>
                      <a:pt x="40" y="237"/>
                    </a:lnTo>
                    <a:lnTo>
                      <a:pt x="40" y="237"/>
                    </a:lnTo>
                    <a:lnTo>
                      <a:pt x="40" y="237"/>
                    </a:lnTo>
                    <a:lnTo>
                      <a:pt x="40" y="237"/>
                    </a:lnTo>
                    <a:lnTo>
                      <a:pt x="40" y="237"/>
                    </a:lnTo>
                    <a:lnTo>
                      <a:pt x="40" y="235"/>
                    </a:lnTo>
                    <a:lnTo>
                      <a:pt x="43" y="235"/>
                    </a:lnTo>
                    <a:lnTo>
                      <a:pt x="43" y="235"/>
                    </a:lnTo>
                    <a:lnTo>
                      <a:pt x="43" y="232"/>
                    </a:lnTo>
                    <a:lnTo>
                      <a:pt x="43" y="232"/>
                    </a:lnTo>
                    <a:lnTo>
                      <a:pt x="43" y="232"/>
                    </a:lnTo>
                    <a:lnTo>
                      <a:pt x="45" y="232"/>
                    </a:lnTo>
                    <a:lnTo>
                      <a:pt x="45" y="230"/>
                    </a:lnTo>
                    <a:lnTo>
                      <a:pt x="45" y="230"/>
                    </a:lnTo>
                    <a:lnTo>
                      <a:pt x="45" y="228"/>
                    </a:lnTo>
                    <a:lnTo>
                      <a:pt x="45" y="228"/>
                    </a:lnTo>
                    <a:lnTo>
                      <a:pt x="45" y="228"/>
                    </a:lnTo>
                    <a:lnTo>
                      <a:pt x="45" y="228"/>
                    </a:lnTo>
                    <a:lnTo>
                      <a:pt x="45" y="225"/>
                    </a:lnTo>
                    <a:lnTo>
                      <a:pt x="45" y="225"/>
                    </a:lnTo>
                    <a:lnTo>
                      <a:pt x="47" y="225"/>
                    </a:lnTo>
                    <a:lnTo>
                      <a:pt x="47" y="225"/>
                    </a:lnTo>
                    <a:lnTo>
                      <a:pt x="47" y="225"/>
                    </a:lnTo>
                    <a:lnTo>
                      <a:pt x="47" y="223"/>
                    </a:lnTo>
                    <a:lnTo>
                      <a:pt x="47" y="223"/>
                    </a:lnTo>
                    <a:lnTo>
                      <a:pt x="47" y="223"/>
                    </a:lnTo>
                    <a:lnTo>
                      <a:pt x="50" y="223"/>
                    </a:lnTo>
                    <a:lnTo>
                      <a:pt x="50" y="221"/>
                    </a:lnTo>
                    <a:lnTo>
                      <a:pt x="50" y="221"/>
                    </a:lnTo>
                    <a:lnTo>
                      <a:pt x="47" y="221"/>
                    </a:lnTo>
                    <a:lnTo>
                      <a:pt x="47" y="218"/>
                    </a:lnTo>
                    <a:lnTo>
                      <a:pt x="47" y="218"/>
                    </a:lnTo>
                    <a:lnTo>
                      <a:pt x="47" y="218"/>
                    </a:lnTo>
                    <a:lnTo>
                      <a:pt x="47" y="218"/>
                    </a:lnTo>
                    <a:lnTo>
                      <a:pt x="47" y="216"/>
                    </a:lnTo>
                    <a:lnTo>
                      <a:pt x="47" y="216"/>
                    </a:lnTo>
                    <a:lnTo>
                      <a:pt x="47" y="216"/>
                    </a:lnTo>
                    <a:lnTo>
                      <a:pt x="47" y="213"/>
                    </a:lnTo>
                    <a:lnTo>
                      <a:pt x="47" y="213"/>
                    </a:lnTo>
                    <a:lnTo>
                      <a:pt x="47" y="213"/>
                    </a:lnTo>
                    <a:lnTo>
                      <a:pt x="47" y="213"/>
                    </a:lnTo>
                    <a:lnTo>
                      <a:pt x="45" y="213"/>
                    </a:lnTo>
                    <a:lnTo>
                      <a:pt x="45" y="211"/>
                    </a:lnTo>
                    <a:lnTo>
                      <a:pt x="45" y="211"/>
                    </a:lnTo>
                    <a:lnTo>
                      <a:pt x="45" y="209"/>
                    </a:lnTo>
                    <a:lnTo>
                      <a:pt x="45" y="209"/>
                    </a:lnTo>
                    <a:lnTo>
                      <a:pt x="45" y="209"/>
                    </a:lnTo>
                    <a:lnTo>
                      <a:pt x="45" y="209"/>
                    </a:lnTo>
                    <a:lnTo>
                      <a:pt x="45" y="206"/>
                    </a:lnTo>
                    <a:lnTo>
                      <a:pt x="45" y="206"/>
                    </a:lnTo>
                    <a:lnTo>
                      <a:pt x="45" y="206"/>
                    </a:lnTo>
                    <a:lnTo>
                      <a:pt x="45" y="204"/>
                    </a:lnTo>
                    <a:lnTo>
                      <a:pt x="45" y="204"/>
                    </a:lnTo>
                    <a:lnTo>
                      <a:pt x="45" y="202"/>
                    </a:lnTo>
                    <a:lnTo>
                      <a:pt x="45" y="202"/>
                    </a:lnTo>
                    <a:lnTo>
                      <a:pt x="45" y="202"/>
                    </a:lnTo>
                    <a:lnTo>
                      <a:pt x="45" y="202"/>
                    </a:lnTo>
                    <a:lnTo>
                      <a:pt x="45" y="199"/>
                    </a:lnTo>
                    <a:lnTo>
                      <a:pt x="43" y="199"/>
                    </a:lnTo>
                    <a:lnTo>
                      <a:pt x="43" y="199"/>
                    </a:lnTo>
                    <a:lnTo>
                      <a:pt x="43" y="199"/>
                    </a:lnTo>
                    <a:lnTo>
                      <a:pt x="40" y="199"/>
                    </a:lnTo>
                    <a:lnTo>
                      <a:pt x="40" y="199"/>
                    </a:lnTo>
                    <a:lnTo>
                      <a:pt x="40" y="199"/>
                    </a:lnTo>
                    <a:lnTo>
                      <a:pt x="40" y="197"/>
                    </a:lnTo>
                    <a:lnTo>
                      <a:pt x="40" y="197"/>
                    </a:lnTo>
                    <a:lnTo>
                      <a:pt x="40" y="197"/>
                    </a:lnTo>
                    <a:lnTo>
                      <a:pt x="40" y="194"/>
                    </a:lnTo>
                    <a:lnTo>
                      <a:pt x="40" y="194"/>
                    </a:lnTo>
                    <a:lnTo>
                      <a:pt x="40" y="192"/>
                    </a:lnTo>
                    <a:lnTo>
                      <a:pt x="40" y="192"/>
                    </a:lnTo>
                    <a:lnTo>
                      <a:pt x="40" y="190"/>
                    </a:lnTo>
                    <a:lnTo>
                      <a:pt x="38" y="190"/>
                    </a:lnTo>
                    <a:lnTo>
                      <a:pt x="38" y="190"/>
                    </a:lnTo>
                    <a:lnTo>
                      <a:pt x="38" y="190"/>
                    </a:lnTo>
                    <a:lnTo>
                      <a:pt x="38" y="187"/>
                    </a:lnTo>
                    <a:lnTo>
                      <a:pt x="38" y="187"/>
                    </a:lnTo>
                    <a:lnTo>
                      <a:pt x="38" y="187"/>
                    </a:lnTo>
                    <a:lnTo>
                      <a:pt x="38" y="185"/>
                    </a:lnTo>
                    <a:lnTo>
                      <a:pt x="38" y="185"/>
                    </a:lnTo>
                    <a:lnTo>
                      <a:pt x="40" y="185"/>
                    </a:lnTo>
                    <a:lnTo>
                      <a:pt x="40" y="185"/>
                    </a:lnTo>
                    <a:lnTo>
                      <a:pt x="40" y="183"/>
                    </a:lnTo>
                    <a:lnTo>
                      <a:pt x="40" y="183"/>
                    </a:lnTo>
                    <a:lnTo>
                      <a:pt x="40" y="180"/>
                    </a:lnTo>
                    <a:lnTo>
                      <a:pt x="40" y="180"/>
                    </a:lnTo>
                    <a:lnTo>
                      <a:pt x="40" y="178"/>
                    </a:lnTo>
                    <a:lnTo>
                      <a:pt x="40" y="178"/>
                    </a:lnTo>
                    <a:lnTo>
                      <a:pt x="40" y="178"/>
                    </a:lnTo>
                    <a:lnTo>
                      <a:pt x="38" y="178"/>
                    </a:lnTo>
                    <a:lnTo>
                      <a:pt x="38" y="176"/>
                    </a:lnTo>
                    <a:lnTo>
                      <a:pt x="38" y="176"/>
                    </a:lnTo>
                    <a:lnTo>
                      <a:pt x="38" y="173"/>
                    </a:lnTo>
                    <a:lnTo>
                      <a:pt x="38" y="173"/>
                    </a:lnTo>
                    <a:lnTo>
                      <a:pt x="38" y="171"/>
                    </a:lnTo>
                    <a:lnTo>
                      <a:pt x="38" y="171"/>
                    </a:lnTo>
                    <a:lnTo>
                      <a:pt x="38" y="171"/>
                    </a:lnTo>
                    <a:lnTo>
                      <a:pt x="38" y="168"/>
                    </a:lnTo>
                    <a:lnTo>
                      <a:pt x="38" y="168"/>
                    </a:lnTo>
                    <a:lnTo>
                      <a:pt x="38" y="168"/>
                    </a:lnTo>
                    <a:lnTo>
                      <a:pt x="38" y="168"/>
                    </a:lnTo>
                    <a:lnTo>
                      <a:pt x="35" y="168"/>
                    </a:lnTo>
                    <a:lnTo>
                      <a:pt x="35" y="166"/>
                    </a:lnTo>
                    <a:lnTo>
                      <a:pt x="35" y="166"/>
                    </a:lnTo>
                    <a:lnTo>
                      <a:pt x="35" y="166"/>
                    </a:lnTo>
                    <a:lnTo>
                      <a:pt x="35" y="164"/>
                    </a:lnTo>
                    <a:lnTo>
                      <a:pt x="33" y="164"/>
                    </a:lnTo>
                    <a:lnTo>
                      <a:pt x="33" y="164"/>
                    </a:lnTo>
                    <a:lnTo>
                      <a:pt x="33" y="164"/>
                    </a:lnTo>
                    <a:lnTo>
                      <a:pt x="33" y="161"/>
                    </a:lnTo>
                    <a:lnTo>
                      <a:pt x="33" y="161"/>
                    </a:lnTo>
                    <a:lnTo>
                      <a:pt x="33" y="161"/>
                    </a:lnTo>
                    <a:lnTo>
                      <a:pt x="31" y="161"/>
                    </a:lnTo>
                    <a:lnTo>
                      <a:pt x="31" y="161"/>
                    </a:lnTo>
                    <a:lnTo>
                      <a:pt x="31" y="159"/>
                    </a:lnTo>
                    <a:lnTo>
                      <a:pt x="31" y="159"/>
                    </a:lnTo>
                    <a:lnTo>
                      <a:pt x="31" y="159"/>
                    </a:lnTo>
                    <a:lnTo>
                      <a:pt x="28" y="159"/>
                    </a:lnTo>
                    <a:lnTo>
                      <a:pt x="28" y="159"/>
                    </a:lnTo>
                    <a:lnTo>
                      <a:pt x="28" y="159"/>
                    </a:lnTo>
                    <a:lnTo>
                      <a:pt x="26" y="159"/>
                    </a:lnTo>
                    <a:lnTo>
                      <a:pt x="26" y="157"/>
                    </a:lnTo>
                    <a:lnTo>
                      <a:pt x="26" y="157"/>
                    </a:lnTo>
                    <a:lnTo>
                      <a:pt x="26" y="157"/>
                    </a:lnTo>
                    <a:lnTo>
                      <a:pt x="26" y="154"/>
                    </a:lnTo>
                    <a:lnTo>
                      <a:pt x="26" y="154"/>
                    </a:lnTo>
                    <a:lnTo>
                      <a:pt x="26" y="154"/>
                    </a:lnTo>
                    <a:lnTo>
                      <a:pt x="24" y="154"/>
                    </a:lnTo>
                    <a:lnTo>
                      <a:pt x="24" y="152"/>
                    </a:lnTo>
                    <a:lnTo>
                      <a:pt x="24" y="152"/>
                    </a:lnTo>
                    <a:lnTo>
                      <a:pt x="24" y="152"/>
                    </a:lnTo>
                    <a:lnTo>
                      <a:pt x="24" y="149"/>
                    </a:lnTo>
                    <a:lnTo>
                      <a:pt x="24" y="149"/>
                    </a:lnTo>
                    <a:lnTo>
                      <a:pt x="21" y="149"/>
                    </a:lnTo>
                    <a:lnTo>
                      <a:pt x="21" y="149"/>
                    </a:lnTo>
                    <a:lnTo>
                      <a:pt x="21" y="149"/>
                    </a:lnTo>
                    <a:lnTo>
                      <a:pt x="21" y="147"/>
                    </a:lnTo>
                    <a:lnTo>
                      <a:pt x="21" y="147"/>
                    </a:lnTo>
                    <a:lnTo>
                      <a:pt x="21" y="147"/>
                    </a:lnTo>
                    <a:lnTo>
                      <a:pt x="19" y="147"/>
                    </a:lnTo>
                    <a:lnTo>
                      <a:pt x="19" y="145"/>
                    </a:lnTo>
                    <a:lnTo>
                      <a:pt x="19" y="145"/>
                    </a:lnTo>
                    <a:lnTo>
                      <a:pt x="19" y="145"/>
                    </a:lnTo>
                    <a:lnTo>
                      <a:pt x="19" y="142"/>
                    </a:lnTo>
                    <a:lnTo>
                      <a:pt x="19" y="142"/>
                    </a:lnTo>
                    <a:lnTo>
                      <a:pt x="19" y="140"/>
                    </a:lnTo>
                    <a:lnTo>
                      <a:pt x="19" y="140"/>
                    </a:lnTo>
                    <a:lnTo>
                      <a:pt x="19" y="140"/>
                    </a:lnTo>
                    <a:lnTo>
                      <a:pt x="19" y="140"/>
                    </a:lnTo>
                    <a:lnTo>
                      <a:pt x="19" y="138"/>
                    </a:lnTo>
                    <a:lnTo>
                      <a:pt x="19" y="138"/>
                    </a:lnTo>
                    <a:lnTo>
                      <a:pt x="19" y="135"/>
                    </a:lnTo>
                    <a:lnTo>
                      <a:pt x="19" y="135"/>
                    </a:lnTo>
                    <a:lnTo>
                      <a:pt x="19" y="135"/>
                    </a:lnTo>
                    <a:lnTo>
                      <a:pt x="19" y="133"/>
                    </a:lnTo>
                    <a:lnTo>
                      <a:pt x="19" y="133"/>
                    </a:lnTo>
                    <a:lnTo>
                      <a:pt x="19" y="133"/>
                    </a:lnTo>
                    <a:lnTo>
                      <a:pt x="21" y="133"/>
                    </a:lnTo>
                    <a:lnTo>
                      <a:pt x="21" y="133"/>
                    </a:lnTo>
                    <a:lnTo>
                      <a:pt x="21" y="133"/>
                    </a:lnTo>
                    <a:lnTo>
                      <a:pt x="21" y="133"/>
                    </a:lnTo>
                    <a:lnTo>
                      <a:pt x="21" y="133"/>
                    </a:lnTo>
                    <a:lnTo>
                      <a:pt x="21" y="131"/>
                    </a:lnTo>
                    <a:lnTo>
                      <a:pt x="21" y="131"/>
                    </a:lnTo>
                    <a:lnTo>
                      <a:pt x="24" y="131"/>
                    </a:lnTo>
                    <a:lnTo>
                      <a:pt x="24" y="131"/>
                    </a:lnTo>
                    <a:lnTo>
                      <a:pt x="26" y="131"/>
                    </a:lnTo>
                    <a:lnTo>
                      <a:pt x="26" y="131"/>
                    </a:lnTo>
                    <a:lnTo>
                      <a:pt x="26" y="131"/>
                    </a:lnTo>
                    <a:lnTo>
                      <a:pt x="26" y="131"/>
                    </a:lnTo>
                    <a:lnTo>
                      <a:pt x="26" y="128"/>
                    </a:lnTo>
                    <a:lnTo>
                      <a:pt x="26" y="128"/>
                    </a:lnTo>
                    <a:lnTo>
                      <a:pt x="26" y="128"/>
                    </a:lnTo>
                    <a:lnTo>
                      <a:pt x="26" y="126"/>
                    </a:lnTo>
                    <a:lnTo>
                      <a:pt x="26" y="126"/>
                    </a:lnTo>
                    <a:lnTo>
                      <a:pt x="26" y="123"/>
                    </a:lnTo>
                    <a:lnTo>
                      <a:pt x="26" y="123"/>
                    </a:lnTo>
                    <a:lnTo>
                      <a:pt x="26" y="123"/>
                    </a:lnTo>
                    <a:lnTo>
                      <a:pt x="26" y="121"/>
                    </a:lnTo>
                    <a:lnTo>
                      <a:pt x="26" y="121"/>
                    </a:lnTo>
                    <a:lnTo>
                      <a:pt x="26" y="121"/>
                    </a:lnTo>
                    <a:lnTo>
                      <a:pt x="26" y="119"/>
                    </a:lnTo>
                    <a:lnTo>
                      <a:pt x="26" y="119"/>
                    </a:lnTo>
                    <a:lnTo>
                      <a:pt x="26" y="119"/>
                    </a:lnTo>
                    <a:lnTo>
                      <a:pt x="26" y="119"/>
                    </a:lnTo>
                    <a:lnTo>
                      <a:pt x="26" y="119"/>
                    </a:lnTo>
                    <a:lnTo>
                      <a:pt x="26" y="116"/>
                    </a:lnTo>
                    <a:lnTo>
                      <a:pt x="26" y="116"/>
                    </a:lnTo>
                    <a:lnTo>
                      <a:pt x="26" y="116"/>
                    </a:lnTo>
                    <a:lnTo>
                      <a:pt x="26" y="114"/>
                    </a:lnTo>
                    <a:lnTo>
                      <a:pt x="26" y="114"/>
                    </a:lnTo>
                    <a:lnTo>
                      <a:pt x="26" y="114"/>
                    </a:lnTo>
                    <a:lnTo>
                      <a:pt x="26" y="114"/>
                    </a:lnTo>
                    <a:lnTo>
                      <a:pt x="26" y="112"/>
                    </a:lnTo>
                    <a:lnTo>
                      <a:pt x="28" y="112"/>
                    </a:lnTo>
                    <a:lnTo>
                      <a:pt x="28" y="112"/>
                    </a:lnTo>
                    <a:lnTo>
                      <a:pt x="28" y="112"/>
                    </a:lnTo>
                    <a:lnTo>
                      <a:pt x="31" y="112"/>
                    </a:lnTo>
                    <a:lnTo>
                      <a:pt x="31" y="112"/>
                    </a:lnTo>
                    <a:lnTo>
                      <a:pt x="31" y="112"/>
                    </a:lnTo>
                    <a:lnTo>
                      <a:pt x="31" y="109"/>
                    </a:lnTo>
                    <a:lnTo>
                      <a:pt x="33" y="109"/>
                    </a:lnTo>
                    <a:lnTo>
                      <a:pt x="33" y="109"/>
                    </a:lnTo>
                    <a:lnTo>
                      <a:pt x="33" y="109"/>
                    </a:lnTo>
                    <a:lnTo>
                      <a:pt x="33" y="109"/>
                    </a:lnTo>
                    <a:lnTo>
                      <a:pt x="33" y="107"/>
                    </a:lnTo>
                    <a:lnTo>
                      <a:pt x="33" y="107"/>
                    </a:lnTo>
                    <a:lnTo>
                      <a:pt x="33" y="104"/>
                    </a:lnTo>
                    <a:lnTo>
                      <a:pt x="33" y="104"/>
                    </a:lnTo>
                    <a:lnTo>
                      <a:pt x="33" y="104"/>
                    </a:lnTo>
                    <a:lnTo>
                      <a:pt x="31" y="104"/>
                    </a:lnTo>
                    <a:lnTo>
                      <a:pt x="31" y="104"/>
                    </a:lnTo>
                    <a:lnTo>
                      <a:pt x="31" y="104"/>
                    </a:lnTo>
                    <a:lnTo>
                      <a:pt x="31" y="107"/>
                    </a:lnTo>
                    <a:lnTo>
                      <a:pt x="31" y="107"/>
                    </a:lnTo>
                    <a:lnTo>
                      <a:pt x="31" y="107"/>
                    </a:lnTo>
                    <a:lnTo>
                      <a:pt x="28" y="107"/>
                    </a:lnTo>
                    <a:lnTo>
                      <a:pt x="28" y="107"/>
                    </a:lnTo>
                    <a:lnTo>
                      <a:pt x="28" y="107"/>
                    </a:lnTo>
                    <a:lnTo>
                      <a:pt x="28" y="104"/>
                    </a:lnTo>
                    <a:lnTo>
                      <a:pt x="28" y="104"/>
                    </a:lnTo>
                    <a:lnTo>
                      <a:pt x="28" y="102"/>
                    </a:lnTo>
                    <a:lnTo>
                      <a:pt x="26" y="102"/>
                    </a:lnTo>
                    <a:lnTo>
                      <a:pt x="26" y="102"/>
                    </a:lnTo>
                    <a:lnTo>
                      <a:pt x="26" y="100"/>
                    </a:lnTo>
                    <a:lnTo>
                      <a:pt x="26" y="100"/>
                    </a:lnTo>
                    <a:lnTo>
                      <a:pt x="26" y="100"/>
                    </a:lnTo>
                    <a:lnTo>
                      <a:pt x="26" y="100"/>
                    </a:lnTo>
                    <a:lnTo>
                      <a:pt x="26" y="100"/>
                    </a:lnTo>
                    <a:lnTo>
                      <a:pt x="26" y="97"/>
                    </a:lnTo>
                    <a:lnTo>
                      <a:pt x="24" y="97"/>
                    </a:lnTo>
                    <a:lnTo>
                      <a:pt x="24" y="97"/>
                    </a:lnTo>
                    <a:lnTo>
                      <a:pt x="24" y="97"/>
                    </a:lnTo>
                    <a:lnTo>
                      <a:pt x="24" y="95"/>
                    </a:lnTo>
                    <a:lnTo>
                      <a:pt x="24" y="95"/>
                    </a:lnTo>
                    <a:lnTo>
                      <a:pt x="24" y="95"/>
                    </a:lnTo>
                    <a:lnTo>
                      <a:pt x="26" y="95"/>
                    </a:lnTo>
                    <a:lnTo>
                      <a:pt x="26" y="93"/>
                    </a:lnTo>
                    <a:lnTo>
                      <a:pt x="24" y="93"/>
                    </a:lnTo>
                    <a:lnTo>
                      <a:pt x="24" y="93"/>
                    </a:lnTo>
                    <a:lnTo>
                      <a:pt x="26" y="93"/>
                    </a:lnTo>
                    <a:lnTo>
                      <a:pt x="26" y="90"/>
                    </a:lnTo>
                    <a:lnTo>
                      <a:pt x="24" y="90"/>
                    </a:lnTo>
                    <a:lnTo>
                      <a:pt x="24" y="90"/>
                    </a:lnTo>
                    <a:lnTo>
                      <a:pt x="24" y="90"/>
                    </a:lnTo>
                    <a:lnTo>
                      <a:pt x="24" y="90"/>
                    </a:lnTo>
                    <a:lnTo>
                      <a:pt x="24" y="88"/>
                    </a:lnTo>
                    <a:lnTo>
                      <a:pt x="21" y="88"/>
                    </a:lnTo>
                    <a:lnTo>
                      <a:pt x="21" y="88"/>
                    </a:lnTo>
                    <a:lnTo>
                      <a:pt x="21" y="88"/>
                    </a:lnTo>
                    <a:lnTo>
                      <a:pt x="21" y="88"/>
                    </a:lnTo>
                    <a:lnTo>
                      <a:pt x="19" y="88"/>
                    </a:lnTo>
                    <a:lnTo>
                      <a:pt x="19" y="85"/>
                    </a:lnTo>
                    <a:lnTo>
                      <a:pt x="19" y="85"/>
                    </a:lnTo>
                    <a:lnTo>
                      <a:pt x="19" y="85"/>
                    </a:lnTo>
                    <a:lnTo>
                      <a:pt x="19" y="83"/>
                    </a:lnTo>
                    <a:lnTo>
                      <a:pt x="19" y="83"/>
                    </a:lnTo>
                    <a:lnTo>
                      <a:pt x="19" y="83"/>
                    </a:lnTo>
                    <a:lnTo>
                      <a:pt x="17" y="83"/>
                    </a:lnTo>
                    <a:lnTo>
                      <a:pt x="17" y="81"/>
                    </a:lnTo>
                    <a:lnTo>
                      <a:pt x="17" y="81"/>
                    </a:lnTo>
                    <a:lnTo>
                      <a:pt x="17" y="81"/>
                    </a:lnTo>
                    <a:lnTo>
                      <a:pt x="17" y="78"/>
                    </a:lnTo>
                    <a:lnTo>
                      <a:pt x="14" y="78"/>
                    </a:lnTo>
                    <a:lnTo>
                      <a:pt x="14" y="78"/>
                    </a:lnTo>
                    <a:lnTo>
                      <a:pt x="14" y="78"/>
                    </a:lnTo>
                    <a:lnTo>
                      <a:pt x="14" y="78"/>
                    </a:lnTo>
                    <a:lnTo>
                      <a:pt x="14" y="78"/>
                    </a:lnTo>
                    <a:lnTo>
                      <a:pt x="14" y="76"/>
                    </a:lnTo>
                    <a:lnTo>
                      <a:pt x="12" y="76"/>
                    </a:lnTo>
                    <a:lnTo>
                      <a:pt x="12" y="76"/>
                    </a:lnTo>
                    <a:lnTo>
                      <a:pt x="12" y="76"/>
                    </a:lnTo>
                    <a:lnTo>
                      <a:pt x="12" y="74"/>
                    </a:lnTo>
                    <a:lnTo>
                      <a:pt x="12" y="74"/>
                    </a:lnTo>
                    <a:lnTo>
                      <a:pt x="12" y="74"/>
                    </a:lnTo>
                    <a:lnTo>
                      <a:pt x="9" y="74"/>
                    </a:lnTo>
                    <a:lnTo>
                      <a:pt x="9" y="71"/>
                    </a:lnTo>
                    <a:lnTo>
                      <a:pt x="9" y="71"/>
                    </a:lnTo>
                    <a:lnTo>
                      <a:pt x="9" y="71"/>
                    </a:lnTo>
                    <a:lnTo>
                      <a:pt x="9" y="69"/>
                    </a:lnTo>
                    <a:lnTo>
                      <a:pt x="7" y="69"/>
                    </a:lnTo>
                    <a:lnTo>
                      <a:pt x="7" y="69"/>
                    </a:lnTo>
                    <a:lnTo>
                      <a:pt x="7" y="69"/>
                    </a:lnTo>
                    <a:lnTo>
                      <a:pt x="7" y="69"/>
                    </a:lnTo>
                    <a:lnTo>
                      <a:pt x="7" y="69"/>
                    </a:lnTo>
                    <a:lnTo>
                      <a:pt x="7" y="67"/>
                    </a:lnTo>
                    <a:lnTo>
                      <a:pt x="7" y="67"/>
                    </a:lnTo>
                    <a:lnTo>
                      <a:pt x="7" y="67"/>
                    </a:lnTo>
                    <a:lnTo>
                      <a:pt x="7" y="64"/>
                    </a:lnTo>
                    <a:lnTo>
                      <a:pt x="7" y="64"/>
                    </a:lnTo>
                    <a:lnTo>
                      <a:pt x="7" y="64"/>
                    </a:lnTo>
                    <a:lnTo>
                      <a:pt x="7" y="64"/>
                    </a:lnTo>
                    <a:lnTo>
                      <a:pt x="7" y="62"/>
                    </a:lnTo>
                    <a:lnTo>
                      <a:pt x="7" y="62"/>
                    </a:lnTo>
                    <a:lnTo>
                      <a:pt x="7" y="59"/>
                    </a:lnTo>
                    <a:lnTo>
                      <a:pt x="7" y="59"/>
                    </a:lnTo>
                    <a:lnTo>
                      <a:pt x="7" y="59"/>
                    </a:lnTo>
                    <a:lnTo>
                      <a:pt x="7" y="59"/>
                    </a:lnTo>
                    <a:lnTo>
                      <a:pt x="5" y="59"/>
                    </a:lnTo>
                    <a:lnTo>
                      <a:pt x="5" y="57"/>
                    </a:lnTo>
                    <a:lnTo>
                      <a:pt x="5" y="57"/>
                    </a:lnTo>
                    <a:lnTo>
                      <a:pt x="5" y="55"/>
                    </a:lnTo>
                    <a:lnTo>
                      <a:pt x="5" y="55"/>
                    </a:lnTo>
                    <a:lnTo>
                      <a:pt x="5" y="55"/>
                    </a:lnTo>
                    <a:lnTo>
                      <a:pt x="5" y="57"/>
                    </a:lnTo>
                    <a:lnTo>
                      <a:pt x="5" y="57"/>
                    </a:lnTo>
                    <a:lnTo>
                      <a:pt x="2" y="57"/>
                    </a:lnTo>
                    <a:lnTo>
                      <a:pt x="2" y="57"/>
                    </a:lnTo>
                    <a:lnTo>
                      <a:pt x="2" y="57"/>
                    </a:lnTo>
                    <a:lnTo>
                      <a:pt x="2" y="55"/>
                    </a:lnTo>
                    <a:lnTo>
                      <a:pt x="2" y="55"/>
                    </a:lnTo>
                    <a:lnTo>
                      <a:pt x="2" y="52"/>
                    </a:lnTo>
                    <a:lnTo>
                      <a:pt x="0" y="52"/>
                    </a:lnTo>
                    <a:lnTo>
                      <a:pt x="0" y="52"/>
                    </a:lnTo>
                    <a:lnTo>
                      <a:pt x="0" y="50"/>
                    </a:lnTo>
                    <a:lnTo>
                      <a:pt x="2" y="50"/>
                    </a:lnTo>
                    <a:lnTo>
                      <a:pt x="2" y="50"/>
                    </a:lnTo>
                    <a:lnTo>
                      <a:pt x="5" y="50"/>
                    </a:lnTo>
                    <a:lnTo>
                      <a:pt x="5" y="50"/>
                    </a:lnTo>
                    <a:lnTo>
                      <a:pt x="5" y="50"/>
                    </a:lnTo>
                    <a:lnTo>
                      <a:pt x="5" y="50"/>
                    </a:lnTo>
                    <a:lnTo>
                      <a:pt x="5" y="50"/>
                    </a:lnTo>
                    <a:lnTo>
                      <a:pt x="7" y="50"/>
                    </a:lnTo>
                    <a:lnTo>
                      <a:pt x="7" y="50"/>
                    </a:lnTo>
                    <a:lnTo>
                      <a:pt x="7" y="50"/>
                    </a:lnTo>
                    <a:lnTo>
                      <a:pt x="9" y="50"/>
                    </a:lnTo>
                    <a:lnTo>
                      <a:pt x="9" y="48"/>
                    </a:lnTo>
                    <a:lnTo>
                      <a:pt x="7" y="48"/>
                    </a:lnTo>
                    <a:lnTo>
                      <a:pt x="7" y="48"/>
                    </a:lnTo>
                    <a:lnTo>
                      <a:pt x="7" y="45"/>
                    </a:lnTo>
                    <a:lnTo>
                      <a:pt x="7" y="45"/>
                    </a:lnTo>
                    <a:lnTo>
                      <a:pt x="7" y="43"/>
                    </a:lnTo>
                    <a:lnTo>
                      <a:pt x="7" y="43"/>
                    </a:lnTo>
                    <a:lnTo>
                      <a:pt x="7" y="40"/>
                    </a:lnTo>
                    <a:lnTo>
                      <a:pt x="7" y="40"/>
                    </a:lnTo>
                    <a:lnTo>
                      <a:pt x="7" y="40"/>
                    </a:lnTo>
                    <a:lnTo>
                      <a:pt x="7" y="40"/>
                    </a:lnTo>
                    <a:lnTo>
                      <a:pt x="7" y="40"/>
                    </a:lnTo>
                    <a:lnTo>
                      <a:pt x="7" y="40"/>
                    </a:lnTo>
                    <a:lnTo>
                      <a:pt x="7" y="40"/>
                    </a:lnTo>
                    <a:lnTo>
                      <a:pt x="7" y="38"/>
                    </a:lnTo>
                    <a:lnTo>
                      <a:pt x="7" y="38"/>
                    </a:lnTo>
                    <a:lnTo>
                      <a:pt x="9" y="38"/>
                    </a:lnTo>
                    <a:lnTo>
                      <a:pt x="9" y="36"/>
                    </a:lnTo>
                    <a:lnTo>
                      <a:pt x="9" y="36"/>
                    </a:lnTo>
                    <a:lnTo>
                      <a:pt x="9" y="36"/>
                    </a:lnTo>
                    <a:lnTo>
                      <a:pt x="9" y="33"/>
                    </a:lnTo>
                    <a:lnTo>
                      <a:pt x="9" y="33"/>
                    </a:lnTo>
                    <a:lnTo>
                      <a:pt x="9" y="31"/>
                    </a:lnTo>
                    <a:lnTo>
                      <a:pt x="9" y="31"/>
                    </a:lnTo>
                    <a:lnTo>
                      <a:pt x="9" y="31"/>
                    </a:lnTo>
                    <a:lnTo>
                      <a:pt x="9" y="31"/>
                    </a:lnTo>
                    <a:lnTo>
                      <a:pt x="9" y="31"/>
                    </a:lnTo>
                    <a:lnTo>
                      <a:pt x="9" y="31"/>
                    </a:lnTo>
                    <a:lnTo>
                      <a:pt x="9" y="29"/>
                    </a:lnTo>
                    <a:lnTo>
                      <a:pt x="9" y="29"/>
                    </a:lnTo>
                    <a:lnTo>
                      <a:pt x="9" y="29"/>
                    </a:lnTo>
                    <a:lnTo>
                      <a:pt x="9" y="26"/>
                    </a:lnTo>
                    <a:lnTo>
                      <a:pt x="12" y="26"/>
                    </a:lnTo>
                    <a:lnTo>
                      <a:pt x="12" y="26"/>
                    </a:lnTo>
                    <a:lnTo>
                      <a:pt x="12" y="24"/>
                    </a:lnTo>
                    <a:lnTo>
                      <a:pt x="12" y="24"/>
                    </a:lnTo>
                    <a:lnTo>
                      <a:pt x="12" y="24"/>
                    </a:lnTo>
                    <a:lnTo>
                      <a:pt x="12" y="24"/>
                    </a:lnTo>
                    <a:lnTo>
                      <a:pt x="12" y="21"/>
                    </a:lnTo>
                    <a:lnTo>
                      <a:pt x="14" y="21"/>
                    </a:lnTo>
                    <a:lnTo>
                      <a:pt x="14" y="21"/>
                    </a:lnTo>
                    <a:lnTo>
                      <a:pt x="14" y="21"/>
                    </a:lnTo>
                    <a:lnTo>
                      <a:pt x="14" y="21"/>
                    </a:lnTo>
                    <a:lnTo>
                      <a:pt x="14" y="19"/>
                    </a:lnTo>
                    <a:lnTo>
                      <a:pt x="14" y="19"/>
                    </a:lnTo>
                    <a:lnTo>
                      <a:pt x="14" y="19"/>
                    </a:lnTo>
                    <a:lnTo>
                      <a:pt x="17" y="19"/>
                    </a:lnTo>
                    <a:lnTo>
                      <a:pt x="17" y="19"/>
                    </a:lnTo>
                    <a:lnTo>
                      <a:pt x="17" y="19"/>
                    </a:lnTo>
                    <a:lnTo>
                      <a:pt x="19" y="19"/>
                    </a:lnTo>
                    <a:lnTo>
                      <a:pt x="19" y="21"/>
                    </a:lnTo>
                    <a:lnTo>
                      <a:pt x="19" y="21"/>
                    </a:lnTo>
                    <a:lnTo>
                      <a:pt x="19" y="21"/>
                    </a:lnTo>
                    <a:lnTo>
                      <a:pt x="19" y="21"/>
                    </a:lnTo>
                    <a:lnTo>
                      <a:pt x="19" y="21"/>
                    </a:lnTo>
                    <a:lnTo>
                      <a:pt x="21" y="21"/>
                    </a:lnTo>
                    <a:lnTo>
                      <a:pt x="21" y="21"/>
                    </a:lnTo>
                    <a:lnTo>
                      <a:pt x="21" y="21"/>
                    </a:lnTo>
                    <a:lnTo>
                      <a:pt x="24" y="21"/>
                    </a:lnTo>
                    <a:lnTo>
                      <a:pt x="24" y="21"/>
                    </a:lnTo>
                    <a:lnTo>
                      <a:pt x="26" y="21"/>
                    </a:lnTo>
                    <a:lnTo>
                      <a:pt x="26" y="21"/>
                    </a:lnTo>
                    <a:lnTo>
                      <a:pt x="26" y="21"/>
                    </a:lnTo>
                    <a:lnTo>
                      <a:pt x="26" y="19"/>
                    </a:lnTo>
                    <a:lnTo>
                      <a:pt x="28" y="19"/>
                    </a:lnTo>
                    <a:lnTo>
                      <a:pt x="28" y="19"/>
                    </a:lnTo>
                    <a:lnTo>
                      <a:pt x="31" y="19"/>
                    </a:lnTo>
                    <a:lnTo>
                      <a:pt x="31" y="19"/>
                    </a:lnTo>
                    <a:lnTo>
                      <a:pt x="31" y="19"/>
                    </a:lnTo>
                    <a:lnTo>
                      <a:pt x="31" y="19"/>
                    </a:lnTo>
                    <a:lnTo>
                      <a:pt x="33" y="19"/>
                    </a:lnTo>
                    <a:lnTo>
                      <a:pt x="33" y="19"/>
                    </a:lnTo>
                    <a:lnTo>
                      <a:pt x="33" y="19"/>
                    </a:lnTo>
                    <a:lnTo>
                      <a:pt x="33" y="19"/>
                    </a:lnTo>
                    <a:lnTo>
                      <a:pt x="33" y="19"/>
                    </a:lnTo>
                    <a:lnTo>
                      <a:pt x="35" y="19"/>
                    </a:lnTo>
                    <a:lnTo>
                      <a:pt x="35" y="17"/>
                    </a:lnTo>
                    <a:lnTo>
                      <a:pt x="35" y="17"/>
                    </a:lnTo>
                    <a:lnTo>
                      <a:pt x="35" y="17"/>
                    </a:lnTo>
                    <a:lnTo>
                      <a:pt x="35" y="14"/>
                    </a:lnTo>
                    <a:lnTo>
                      <a:pt x="35" y="14"/>
                    </a:lnTo>
                    <a:lnTo>
                      <a:pt x="35" y="12"/>
                    </a:lnTo>
                    <a:lnTo>
                      <a:pt x="35" y="12"/>
                    </a:lnTo>
                    <a:lnTo>
                      <a:pt x="38" y="12"/>
                    </a:lnTo>
                    <a:lnTo>
                      <a:pt x="38" y="10"/>
                    </a:lnTo>
                    <a:lnTo>
                      <a:pt x="38" y="10"/>
                    </a:lnTo>
                    <a:lnTo>
                      <a:pt x="38" y="10"/>
                    </a:lnTo>
                    <a:lnTo>
                      <a:pt x="38" y="10"/>
                    </a:lnTo>
                    <a:lnTo>
                      <a:pt x="40" y="10"/>
                    </a:lnTo>
                    <a:lnTo>
                      <a:pt x="40" y="10"/>
                    </a:lnTo>
                    <a:lnTo>
                      <a:pt x="40" y="10"/>
                    </a:lnTo>
                    <a:lnTo>
                      <a:pt x="40" y="10"/>
                    </a:lnTo>
                    <a:lnTo>
                      <a:pt x="43" y="10"/>
                    </a:lnTo>
                    <a:lnTo>
                      <a:pt x="43" y="10"/>
                    </a:lnTo>
                    <a:lnTo>
                      <a:pt x="45" y="10"/>
                    </a:lnTo>
                    <a:lnTo>
                      <a:pt x="45" y="10"/>
                    </a:lnTo>
                    <a:lnTo>
                      <a:pt x="45" y="10"/>
                    </a:lnTo>
                    <a:lnTo>
                      <a:pt x="45" y="10"/>
                    </a:lnTo>
                    <a:lnTo>
                      <a:pt x="47" y="10"/>
                    </a:lnTo>
                    <a:lnTo>
                      <a:pt x="47" y="10"/>
                    </a:lnTo>
                    <a:lnTo>
                      <a:pt x="47" y="7"/>
                    </a:lnTo>
                    <a:lnTo>
                      <a:pt x="47" y="7"/>
                    </a:lnTo>
                    <a:lnTo>
                      <a:pt x="45" y="7"/>
                    </a:lnTo>
                    <a:lnTo>
                      <a:pt x="45" y="5"/>
                    </a:lnTo>
                    <a:lnTo>
                      <a:pt x="45" y="5"/>
                    </a:lnTo>
                    <a:lnTo>
                      <a:pt x="45" y="5"/>
                    </a:lnTo>
                    <a:lnTo>
                      <a:pt x="45" y="3"/>
                    </a:lnTo>
                    <a:lnTo>
                      <a:pt x="45" y="3"/>
                    </a:lnTo>
                    <a:lnTo>
                      <a:pt x="47" y="3"/>
                    </a:lnTo>
                    <a:lnTo>
                      <a:pt x="47" y="5"/>
                    </a:lnTo>
                    <a:lnTo>
                      <a:pt x="47" y="5"/>
                    </a:lnTo>
                    <a:lnTo>
                      <a:pt x="47" y="5"/>
                    </a:lnTo>
                    <a:lnTo>
                      <a:pt x="50" y="5"/>
                    </a:lnTo>
                    <a:lnTo>
                      <a:pt x="50" y="5"/>
                    </a:lnTo>
                    <a:lnTo>
                      <a:pt x="52" y="5"/>
                    </a:lnTo>
                    <a:lnTo>
                      <a:pt x="52" y="5"/>
                    </a:lnTo>
                    <a:lnTo>
                      <a:pt x="52" y="5"/>
                    </a:lnTo>
                    <a:lnTo>
                      <a:pt x="52" y="3"/>
                    </a:lnTo>
                    <a:lnTo>
                      <a:pt x="52" y="3"/>
                    </a:lnTo>
                    <a:lnTo>
                      <a:pt x="54" y="3"/>
                    </a:lnTo>
                    <a:lnTo>
                      <a:pt x="54" y="0"/>
                    </a:lnTo>
                    <a:lnTo>
                      <a:pt x="54" y="0"/>
                    </a:lnTo>
                    <a:lnTo>
                      <a:pt x="54" y="0"/>
                    </a:lnTo>
                    <a:lnTo>
                      <a:pt x="57" y="0"/>
                    </a:lnTo>
                    <a:lnTo>
                      <a:pt x="57" y="3"/>
                    </a:lnTo>
                    <a:lnTo>
                      <a:pt x="57" y="3"/>
                    </a:lnTo>
                    <a:lnTo>
                      <a:pt x="57" y="3"/>
                    </a:lnTo>
                    <a:lnTo>
                      <a:pt x="59" y="3"/>
                    </a:lnTo>
                    <a:lnTo>
                      <a:pt x="59" y="5"/>
                    </a:lnTo>
                    <a:lnTo>
                      <a:pt x="59" y="5"/>
                    </a:lnTo>
                    <a:lnTo>
                      <a:pt x="59" y="7"/>
                    </a:lnTo>
                    <a:lnTo>
                      <a:pt x="59" y="7"/>
                    </a:lnTo>
                    <a:lnTo>
                      <a:pt x="59" y="7"/>
                    </a:lnTo>
                    <a:lnTo>
                      <a:pt x="59" y="5"/>
                    </a:lnTo>
                    <a:lnTo>
                      <a:pt x="61" y="5"/>
                    </a:lnTo>
                    <a:lnTo>
                      <a:pt x="61" y="5"/>
                    </a:lnTo>
                    <a:lnTo>
                      <a:pt x="61" y="5"/>
                    </a:lnTo>
                    <a:lnTo>
                      <a:pt x="61" y="3"/>
                    </a:lnTo>
                    <a:lnTo>
                      <a:pt x="64" y="3"/>
                    </a:lnTo>
                    <a:lnTo>
                      <a:pt x="64" y="3"/>
                    </a:lnTo>
                    <a:lnTo>
                      <a:pt x="64" y="3"/>
                    </a:lnTo>
                    <a:lnTo>
                      <a:pt x="64" y="5"/>
                    </a:lnTo>
                    <a:lnTo>
                      <a:pt x="64" y="5"/>
                    </a:lnTo>
                    <a:lnTo>
                      <a:pt x="66" y="5"/>
                    </a:lnTo>
                    <a:lnTo>
                      <a:pt x="66" y="7"/>
                    </a:lnTo>
                    <a:lnTo>
                      <a:pt x="66" y="7"/>
                    </a:lnTo>
                    <a:lnTo>
                      <a:pt x="66" y="7"/>
                    </a:lnTo>
                    <a:lnTo>
                      <a:pt x="66" y="10"/>
                    </a:lnTo>
                    <a:lnTo>
                      <a:pt x="66" y="10"/>
                    </a:lnTo>
                    <a:lnTo>
                      <a:pt x="69" y="10"/>
                    </a:lnTo>
                    <a:lnTo>
                      <a:pt x="69" y="10"/>
                    </a:lnTo>
                    <a:lnTo>
                      <a:pt x="69" y="10"/>
                    </a:lnTo>
                    <a:lnTo>
                      <a:pt x="69" y="10"/>
                    </a:lnTo>
                    <a:lnTo>
                      <a:pt x="69" y="10"/>
                    </a:lnTo>
                    <a:lnTo>
                      <a:pt x="69" y="12"/>
                    </a:lnTo>
                    <a:lnTo>
                      <a:pt x="69" y="12"/>
                    </a:lnTo>
                    <a:lnTo>
                      <a:pt x="69" y="14"/>
                    </a:lnTo>
                    <a:lnTo>
                      <a:pt x="69" y="14"/>
                    </a:lnTo>
                    <a:lnTo>
                      <a:pt x="66" y="14"/>
                    </a:lnTo>
                    <a:lnTo>
                      <a:pt x="66" y="17"/>
                    </a:lnTo>
                    <a:lnTo>
                      <a:pt x="66" y="17"/>
                    </a:lnTo>
                    <a:lnTo>
                      <a:pt x="66" y="17"/>
                    </a:lnTo>
                    <a:lnTo>
                      <a:pt x="66" y="19"/>
                    </a:lnTo>
                    <a:lnTo>
                      <a:pt x="66" y="19"/>
                    </a:lnTo>
                    <a:lnTo>
                      <a:pt x="66" y="19"/>
                    </a:lnTo>
                    <a:lnTo>
                      <a:pt x="66" y="21"/>
                    </a:lnTo>
                    <a:lnTo>
                      <a:pt x="66" y="21"/>
                    </a:lnTo>
                    <a:lnTo>
                      <a:pt x="66" y="21"/>
                    </a:lnTo>
                    <a:lnTo>
                      <a:pt x="66" y="21"/>
                    </a:lnTo>
                    <a:lnTo>
                      <a:pt x="66" y="21"/>
                    </a:lnTo>
                    <a:lnTo>
                      <a:pt x="66" y="24"/>
                    </a:lnTo>
                    <a:lnTo>
                      <a:pt x="66" y="24"/>
                    </a:lnTo>
                    <a:lnTo>
                      <a:pt x="69" y="24"/>
                    </a:lnTo>
                    <a:lnTo>
                      <a:pt x="69" y="26"/>
                    </a:lnTo>
                    <a:lnTo>
                      <a:pt x="69" y="26"/>
                    </a:lnTo>
                    <a:lnTo>
                      <a:pt x="69" y="24"/>
                    </a:lnTo>
                    <a:lnTo>
                      <a:pt x="71" y="24"/>
                    </a:lnTo>
                    <a:lnTo>
                      <a:pt x="71" y="24"/>
                    </a:lnTo>
                    <a:lnTo>
                      <a:pt x="71" y="24"/>
                    </a:lnTo>
                    <a:lnTo>
                      <a:pt x="73" y="24"/>
                    </a:lnTo>
                    <a:lnTo>
                      <a:pt x="73" y="26"/>
                    </a:lnTo>
                    <a:lnTo>
                      <a:pt x="73" y="26"/>
                    </a:lnTo>
                    <a:lnTo>
                      <a:pt x="73" y="24"/>
                    </a:lnTo>
                    <a:lnTo>
                      <a:pt x="73" y="24"/>
                    </a:lnTo>
                    <a:lnTo>
                      <a:pt x="73" y="24"/>
                    </a:lnTo>
                    <a:lnTo>
                      <a:pt x="76" y="24"/>
                    </a:lnTo>
                    <a:lnTo>
                      <a:pt x="76" y="21"/>
                    </a:lnTo>
                    <a:lnTo>
                      <a:pt x="76" y="21"/>
                    </a:lnTo>
                    <a:lnTo>
                      <a:pt x="78" y="21"/>
                    </a:lnTo>
                    <a:lnTo>
                      <a:pt x="78" y="21"/>
                    </a:lnTo>
                    <a:lnTo>
                      <a:pt x="78" y="21"/>
                    </a:lnTo>
                    <a:lnTo>
                      <a:pt x="80" y="21"/>
                    </a:lnTo>
                    <a:lnTo>
                      <a:pt x="80" y="24"/>
                    </a:lnTo>
                    <a:lnTo>
                      <a:pt x="80" y="24"/>
                    </a:lnTo>
                    <a:lnTo>
                      <a:pt x="80" y="24"/>
                    </a:lnTo>
                    <a:lnTo>
                      <a:pt x="83" y="24"/>
                    </a:lnTo>
                    <a:lnTo>
                      <a:pt x="83" y="24"/>
                    </a:lnTo>
                    <a:lnTo>
                      <a:pt x="85" y="24"/>
                    </a:lnTo>
                    <a:lnTo>
                      <a:pt x="85" y="24"/>
                    </a:lnTo>
                    <a:lnTo>
                      <a:pt x="85" y="26"/>
                    </a:lnTo>
                    <a:lnTo>
                      <a:pt x="83" y="26"/>
                    </a:lnTo>
                    <a:lnTo>
                      <a:pt x="83" y="26"/>
                    </a:lnTo>
                    <a:lnTo>
                      <a:pt x="83" y="26"/>
                    </a:lnTo>
                    <a:lnTo>
                      <a:pt x="83" y="29"/>
                    </a:lnTo>
                    <a:lnTo>
                      <a:pt x="83" y="29"/>
                    </a:lnTo>
                    <a:lnTo>
                      <a:pt x="83" y="31"/>
                    </a:lnTo>
                    <a:lnTo>
                      <a:pt x="83" y="31"/>
                    </a:lnTo>
                    <a:lnTo>
                      <a:pt x="83" y="31"/>
                    </a:lnTo>
                    <a:lnTo>
                      <a:pt x="83" y="31"/>
                    </a:lnTo>
                    <a:lnTo>
                      <a:pt x="83" y="33"/>
                    </a:lnTo>
                    <a:lnTo>
                      <a:pt x="83" y="33"/>
                    </a:lnTo>
                    <a:lnTo>
                      <a:pt x="83" y="36"/>
                    </a:lnTo>
                    <a:lnTo>
                      <a:pt x="85" y="36"/>
                    </a:lnTo>
                    <a:lnTo>
                      <a:pt x="85" y="36"/>
                    </a:lnTo>
                    <a:lnTo>
                      <a:pt x="85" y="36"/>
                    </a:lnTo>
                    <a:lnTo>
                      <a:pt x="85" y="38"/>
                    </a:lnTo>
                    <a:lnTo>
                      <a:pt x="85" y="38"/>
                    </a:lnTo>
                    <a:lnTo>
                      <a:pt x="85" y="38"/>
                    </a:lnTo>
                    <a:lnTo>
                      <a:pt x="85" y="40"/>
                    </a:lnTo>
                    <a:lnTo>
                      <a:pt x="85" y="40"/>
                    </a:lnTo>
                    <a:lnTo>
                      <a:pt x="83" y="40"/>
                    </a:lnTo>
                    <a:lnTo>
                      <a:pt x="83" y="40"/>
                    </a:lnTo>
                    <a:lnTo>
                      <a:pt x="83" y="43"/>
                    </a:lnTo>
                    <a:lnTo>
                      <a:pt x="83" y="43"/>
                    </a:lnTo>
                    <a:lnTo>
                      <a:pt x="83" y="45"/>
                    </a:lnTo>
                    <a:lnTo>
                      <a:pt x="83" y="45"/>
                    </a:lnTo>
                    <a:lnTo>
                      <a:pt x="83" y="48"/>
                    </a:lnTo>
                    <a:lnTo>
                      <a:pt x="83" y="48"/>
                    </a:lnTo>
                    <a:lnTo>
                      <a:pt x="83" y="48"/>
                    </a:lnTo>
                    <a:lnTo>
                      <a:pt x="83" y="50"/>
                    </a:lnTo>
                    <a:lnTo>
                      <a:pt x="80" y="50"/>
                    </a:lnTo>
                    <a:lnTo>
                      <a:pt x="80" y="50"/>
                    </a:lnTo>
                    <a:lnTo>
                      <a:pt x="80" y="50"/>
                    </a:lnTo>
                    <a:lnTo>
                      <a:pt x="80" y="50"/>
                    </a:lnTo>
                    <a:lnTo>
                      <a:pt x="80" y="50"/>
                    </a:lnTo>
                    <a:lnTo>
                      <a:pt x="80" y="52"/>
                    </a:lnTo>
                    <a:lnTo>
                      <a:pt x="78" y="52"/>
                    </a:lnTo>
                    <a:lnTo>
                      <a:pt x="78" y="52"/>
                    </a:lnTo>
                    <a:lnTo>
                      <a:pt x="80" y="52"/>
                    </a:lnTo>
                    <a:lnTo>
                      <a:pt x="80" y="55"/>
                    </a:lnTo>
                    <a:lnTo>
                      <a:pt x="80" y="55"/>
                    </a:lnTo>
                    <a:lnTo>
                      <a:pt x="80" y="55"/>
                    </a:lnTo>
                    <a:lnTo>
                      <a:pt x="80" y="55"/>
                    </a:lnTo>
                    <a:lnTo>
                      <a:pt x="80" y="57"/>
                    </a:lnTo>
                    <a:lnTo>
                      <a:pt x="80" y="57"/>
                    </a:lnTo>
                    <a:lnTo>
                      <a:pt x="80" y="59"/>
                    </a:lnTo>
                    <a:lnTo>
                      <a:pt x="80" y="59"/>
                    </a:lnTo>
                    <a:lnTo>
                      <a:pt x="80" y="59"/>
                    </a:lnTo>
                    <a:lnTo>
                      <a:pt x="80" y="62"/>
                    </a:lnTo>
                    <a:lnTo>
                      <a:pt x="80" y="62"/>
                    </a:lnTo>
                    <a:lnTo>
                      <a:pt x="80" y="62"/>
                    </a:lnTo>
                    <a:lnTo>
                      <a:pt x="80" y="64"/>
                    </a:lnTo>
                    <a:lnTo>
                      <a:pt x="80" y="64"/>
                    </a:lnTo>
                    <a:lnTo>
                      <a:pt x="80" y="64"/>
                    </a:lnTo>
                    <a:lnTo>
                      <a:pt x="80" y="67"/>
                    </a:lnTo>
                    <a:lnTo>
                      <a:pt x="78" y="67"/>
                    </a:lnTo>
                    <a:lnTo>
                      <a:pt x="78" y="67"/>
                    </a:lnTo>
                    <a:lnTo>
                      <a:pt x="78" y="69"/>
                    </a:lnTo>
                    <a:lnTo>
                      <a:pt x="78" y="69"/>
                    </a:lnTo>
                    <a:lnTo>
                      <a:pt x="78" y="69"/>
                    </a:lnTo>
                    <a:lnTo>
                      <a:pt x="78" y="69"/>
                    </a:lnTo>
                    <a:lnTo>
                      <a:pt x="78" y="71"/>
                    </a:lnTo>
                    <a:lnTo>
                      <a:pt x="78" y="71"/>
                    </a:lnTo>
                    <a:lnTo>
                      <a:pt x="78" y="74"/>
                    </a:lnTo>
                    <a:lnTo>
                      <a:pt x="78" y="74"/>
                    </a:lnTo>
                    <a:lnTo>
                      <a:pt x="78" y="76"/>
                    </a:lnTo>
                    <a:lnTo>
                      <a:pt x="78" y="76"/>
                    </a:lnTo>
                    <a:lnTo>
                      <a:pt x="80" y="76"/>
                    </a:lnTo>
                    <a:lnTo>
                      <a:pt x="80" y="76"/>
                    </a:lnTo>
                    <a:lnTo>
                      <a:pt x="80" y="76"/>
                    </a:lnTo>
                    <a:lnTo>
                      <a:pt x="80" y="78"/>
                    </a:lnTo>
                    <a:lnTo>
                      <a:pt x="80" y="78"/>
                    </a:lnTo>
                    <a:lnTo>
                      <a:pt x="80" y="76"/>
                    </a:lnTo>
                    <a:lnTo>
                      <a:pt x="83" y="76"/>
                    </a:lnTo>
                    <a:lnTo>
                      <a:pt x="83" y="76"/>
                    </a:lnTo>
                    <a:lnTo>
                      <a:pt x="83" y="76"/>
                    </a:lnTo>
                    <a:lnTo>
                      <a:pt x="83" y="74"/>
                    </a:lnTo>
                    <a:lnTo>
                      <a:pt x="85" y="74"/>
                    </a:lnTo>
                    <a:lnTo>
                      <a:pt x="85" y="74"/>
                    </a:lnTo>
                    <a:lnTo>
                      <a:pt x="85" y="74"/>
                    </a:lnTo>
                    <a:lnTo>
                      <a:pt x="85" y="71"/>
                    </a:lnTo>
                    <a:lnTo>
                      <a:pt x="85" y="71"/>
                    </a:lnTo>
                    <a:lnTo>
                      <a:pt x="85" y="71"/>
                    </a:lnTo>
                    <a:lnTo>
                      <a:pt x="88" y="71"/>
                    </a:lnTo>
                    <a:lnTo>
                      <a:pt x="88" y="71"/>
                    </a:lnTo>
                    <a:lnTo>
                      <a:pt x="88" y="69"/>
                    </a:lnTo>
                    <a:lnTo>
                      <a:pt x="88" y="69"/>
                    </a:lnTo>
                    <a:lnTo>
                      <a:pt x="90" y="69"/>
                    </a:lnTo>
                    <a:lnTo>
                      <a:pt x="90" y="69"/>
                    </a:lnTo>
                    <a:lnTo>
                      <a:pt x="90" y="69"/>
                    </a:lnTo>
                    <a:lnTo>
                      <a:pt x="90" y="69"/>
                    </a:lnTo>
                    <a:lnTo>
                      <a:pt x="90" y="67"/>
                    </a:lnTo>
                    <a:lnTo>
                      <a:pt x="92" y="67"/>
                    </a:lnTo>
                    <a:lnTo>
                      <a:pt x="92" y="67"/>
                    </a:lnTo>
                    <a:lnTo>
                      <a:pt x="92" y="67"/>
                    </a:lnTo>
                    <a:lnTo>
                      <a:pt x="92" y="67"/>
                    </a:lnTo>
                    <a:lnTo>
                      <a:pt x="95" y="67"/>
                    </a:lnTo>
                    <a:lnTo>
                      <a:pt x="95" y="64"/>
                    </a:lnTo>
                    <a:lnTo>
                      <a:pt x="95" y="64"/>
                    </a:lnTo>
                    <a:lnTo>
                      <a:pt x="95" y="62"/>
                    </a:lnTo>
                    <a:lnTo>
                      <a:pt x="95" y="62"/>
                    </a:lnTo>
                    <a:lnTo>
                      <a:pt x="97" y="62"/>
                    </a:lnTo>
                    <a:lnTo>
                      <a:pt x="97" y="62"/>
                    </a:lnTo>
                    <a:lnTo>
                      <a:pt x="97" y="62"/>
                    </a:lnTo>
                    <a:lnTo>
                      <a:pt x="97" y="62"/>
                    </a:lnTo>
                    <a:lnTo>
                      <a:pt x="99" y="62"/>
                    </a:lnTo>
                    <a:lnTo>
                      <a:pt x="99" y="59"/>
                    </a:lnTo>
                    <a:lnTo>
                      <a:pt x="99" y="59"/>
                    </a:lnTo>
                    <a:lnTo>
                      <a:pt x="99" y="59"/>
                    </a:lnTo>
                    <a:lnTo>
                      <a:pt x="99" y="59"/>
                    </a:lnTo>
                    <a:lnTo>
                      <a:pt x="99" y="59"/>
                    </a:lnTo>
                    <a:lnTo>
                      <a:pt x="102" y="59"/>
                    </a:lnTo>
                    <a:lnTo>
                      <a:pt x="102" y="59"/>
                    </a:lnTo>
                    <a:lnTo>
                      <a:pt x="104" y="59"/>
                    </a:lnTo>
                    <a:lnTo>
                      <a:pt x="104" y="59"/>
                    </a:lnTo>
                    <a:lnTo>
                      <a:pt x="104" y="59"/>
                    </a:lnTo>
                    <a:lnTo>
                      <a:pt x="104" y="59"/>
                    </a:lnTo>
                    <a:lnTo>
                      <a:pt x="104" y="59"/>
                    </a:lnTo>
                    <a:lnTo>
                      <a:pt x="104" y="62"/>
                    </a:lnTo>
                    <a:lnTo>
                      <a:pt x="106" y="62"/>
                    </a:lnTo>
                    <a:lnTo>
                      <a:pt x="106" y="62"/>
                    </a:lnTo>
                    <a:lnTo>
                      <a:pt x="106" y="62"/>
                    </a:lnTo>
                    <a:lnTo>
                      <a:pt x="106" y="62"/>
                    </a:lnTo>
                    <a:lnTo>
                      <a:pt x="106" y="64"/>
                    </a:lnTo>
                    <a:lnTo>
                      <a:pt x="109" y="64"/>
                    </a:lnTo>
                    <a:lnTo>
                      <a:pt x="109" y="64"/>
                    </a:lnTo>
                    <a:lnTo>
                      <a:pt x="109" y="64"/>
                    </a:lnTo>
                    <a:lnTo>
                      <a:pt x="111" y="64"/>
                    </a:lnTo>
                    <a:lnTo>
                      <a:pt x="111" y="64"/>
                    </a:lnTo>
                    <a:lnTo>
                      <a:pt x="111" y="64"/>
                    </a:lnTo>
                    <a:lnTo>
                      <a:pt x="114" y="64"/>
                    </a:lnTo>
                    <a:lnTo>
                      <a:pt x="114" y="67"/>
                    </a:lnTo>
                    <a:lnTo>
                      <a:pt x="114" y="67"/>
                    </a:lnTo>
                    <a:lnTo>
                      <a:pt x="111" y="67"/>
                    </a:lnTo>
                    <a:lnTo>
                      <a:pt x="111" y="69"/>
                    </a:lnTo>
                    <a:lnTo>
                      <a:pt x="114" y="69"/>
                    </a:lnTo>
                    <a:lnTo>
                      <a:pt x="114" y="69"/>
                    </a:lnTo>
                    <a:lnTo>
                      <a:pt x="114" y="67"/>
                    </a:lnTo>
                    <a:lnTo>
                      <a:pt x="114" y="67"/>
                    </a:lnTo>
                    <a:lnTo>
                      <a:pt x="116" y="67"/>
                    </a:lnTo>
                    <a:lnTo>
                      <a:pt x="116" y="67"/>
                    </a:lnTo>
                    <a:lnTo>
                      <a:pt x="116" y="67"/>
                    </a:lnTo>
                    <a:lnTo>
                      <a:pt x="116" y="64"/>
                    </a:lnTo>
                    <a:lnTo>
                      <a:pt x="118" y="64"/>
                    </a:lnTo>
                    <a:lnTo>
                      <a:pt x="118" y="64"/>
                    </a:lnTo>
                    <a:lnTo>
                      <a:pt x="118" y="64"/>
                    </a:lnTo>
                    <a:lnTo>
                      <a:pt x="118" y="64"/>
                    </a:lnTo>
                    <a:lnTo>
                      <a:pt x="121" y="64"/>
                    </a:lnTo>
                    <a:lnTo>
                      <a:pt x="121" y="64"/>
                    </a:lnTo>
                    <a:lnTo>
                      <a:pt x="121" y="64"/>
                    </a:lnTo>
                    <a:lnTo>
                      <a:pt x="123" y="64"/>
                    </a:lnTo>
                    <a:lnTo>
                      <a:pt x="123" y="62"/>
                    </a:lnTo>
                    <a:lnTo>
                      <a:pt x="123" y="62"/>
                    </a:lnTo>
                    <a:lnTo>
                      <a:pt x="123" y="59"/>
                    </a:lnTo>
                    <a:lnTo>
                      <a:pt x="123" y="59"/>
                    </a:lnTo>
                    <a:lnTo>
                      <a:pt x="123" y="59"/>
                    </a:lnTo>
                    <a:lnTo>
                      <a:pt x="125" y="59"/>
                    </a:lnTo>
                    <a:lnTo>
                      <a:pt x="125" y="59"/>
                    </a:lnTo>
                    <a:lnTo>
                      <a:pt x="125" y="57"/>
                    </a:lnTo>
                    <a:lnTo>
                      <a:pt x="125" y="57"/>
                    </a:lnTo>
                    <a:lnTo>
                      <a:pt x="125" y="57"/>
                    </a:lnTo>
                    <a:lnTo>
                      <a:pt x="125" y="57"/>
                    </a:lnTo>
                    <a:lnTo>
                      <a:pt x="128" y="57"/>
                    </a:lnTo>
                    <a:lnTo>
                      <a:pt x="128" y="55"/>
                    </a:lnTo>
                    <a:lnTo>
                      <a:pt x="125" y="55"/>
                    </a:lnTo>
                    <a:lnTo>
                      <a:pt x="125" y="55"/>
                    </a:lnTo>
                    <a:lnTo>
                      <a:pt x="125" y="52"/>
                    </a:lnTo>
                    <a:lnTo>
                      <a:pt x="128" y="52"/>
                    </a:lnTo>
                    <a:lnTo>
                      <a:pt x="128" y="52"/>
                    </a:lnTo>
                    <a:lnTo>
                      <a:pt x="128" y="52"/>
                    </a:lnTo>
                    <a:lnTo>
                      <a:pt x="128" y="52"/>
                    </a:lnTo>
                    <a:lnTo>
                      <a:pt x="130" y="52"/>
                    </a:lnTo>
                    <a:lnTo>
                      <a:pt x="130" y="52"/>
                    </a:lnTo>
                    <a:lnTo>
                      <a:pt x="130" y="52"/>
                    </a:lnTo>
                    <a:lnTo>
                      <a:pt x="133" y="52"/>
                    </a:lnTo>
                    <a:lnTo>
                      <a:pt x="133" y="52"/>
                    </a:lnTo>
                    <a:lnTo>
                      <a:pt x="133" y="52"/>
                    </a:lnTo>
                    <a:lnTo>
                      <a:pt x="135" y="52"/>
                    </a:lnTo>
                    <a:lnTo>
                      <a:pt x="135" y="55"/>
                    </a:lnTo>
                    <a:lnTo>
                      <a:pt x="135" y="55"/>
                    </a:lnTo>
                    <a:lnTo>
                      <a:pt x="137" y="55"/>
                    </a:lnTo>
                    <a:lnTo>
                      <a:pt x="137" y="55"/>
                    </a:lnTo>
                    <a:lnTo>
                      <a:pt x="137" y="55"/>
                    </a:lnTo>
                    <a:lnTo>
                      <a:pt x="137" y="55"/>
                    </a:lnTo>
                    <a:lnTo>
                      <a:pt x="140" y="55"/>
                    </a:lnTo>
                    <a:lnTo>
                      <a:pt x="140" y="57"/>
                    </a:lnTo>
                    <a:lnTo>
                      <a:pt x="140" y="57"/>
                    </a:lnTo>
                    <a:lnTo>
                      <a:pt x="140" y="57"/>
                    </a:lnTo>
                    <a:lnTo>
                      <a:pt x="140" y="55"/>
                    </a:lnTo>
                    <a:lnTo>
                      <a:pt x="142" y="55"/>
                    </a:lnTo>
                    <a:lnTo>
                      <a:pt x="142" y="55"/>
                    </a:lnTo>
                    <a:lnTo>
                      <a:pt x="142" y="57"/>
                    </a:lnTo>
                    <a:lnTo>
                      <a:pt x="144" y="57"/>
                    </a:lnTo>
                    <a:lnTo>
                      <a:pt x="144" y="57"/>
                    </a:lnTo>
                    <a:lnTo>
                      <a:pt x="144" y="59"/>
                    </a:lnTo>
                    <a:lnTo>
                      <a:pt x="144" y="59"/>
                    </a:lnTo>
                    <a:lnTo>
                      <a:pt x="144" y="59"/>
                    </a:lnTo>
                    <a:lnTo>
                      <a:pt x="144" y="59"/>
                    </a:lnTo>
                    <a:lnTo>
                      <a:pt x="144" y="59"/>
                    </a:lnTo>
                    <a:lnTo>
                      <a:pt x="144" y="62"/>
                    </a:lnTo>
                    <a:lnTo>
                      <a:pt x="147" y="62"/>
                    </a:lnTo>
                    <a:lnTo>
                      <a:pt x="147" y="62"/>
                    </a:lnTo>
                    <a:lnTo>
                      <a:pt x="147" y="62"/>
                    </a:lnTo>
                    <a:lnTo>
                      <a:pt x="147" y="64"/>
                    </a:lnTo>
                    <a:lnTo>
                      <a:pt x="147" y="64"/>
                    </a:lnTo>
                    <a:lnTo>
                      <a:pt x="147" y="64"/>
                    </a:lnTo>
                    <a:lnTo>
                      <a:pt x="147" y="67"/>
                    </a:lnTo>
                    <a:lnTo>
                      <a:pt x="147" y="67"/>
                    </a:lnTo>
                    <a:lnTo>
                      <a:pt x="149" y="67"/>
                    </a:lnTo>
                    <a:lnTo>
                      <a:pt x="149" y="69"/>
                    </a:lnTo>
                    <a:lnTo>
                      <a:pt x="149" y="69"/>
                    </a:lnTo>
                    <a:lnTo>
                      <a:pt x="151" y="69"/>
                    </a:lnTo>
                    <a:lnTo>
                      <a:pt x="151" y="69"/>
                    </a:lnTo>
                    <a:lnTo>
                      <a:pt x="151" y="69"/>
                    </a:lnTo>
                    <a:lnTo>
                      <a:pt x="151" y="69"/>
                    </a:lnTo>
                    <a:lnTo>
                      <a:pt x="151" y="71"/>
                    </a:lnTo>
                    <a:lnTo>
                      <a:pt x="151" y="71"/>
                    </a:lnTo>
                    <a:lnTo>
                      <a:pt x="151" y="71"/>
                    </a:lnTo>
                    <a:lnTo>
                      <a:pt x="154" y="71"/>
                    </a:lnTo>
                    <a:lnTo>
                      <a:pt x="154" y="74"/>
                    </a:lnTo>
                    <a:lnTo>
                      <a:pt x="154" y="74"/>
                    </a:lnTo>
                    <a:lnTo>
                      <a:pt x="154" y="74"/>
                    </a:lnTo>
                    <a:lnTo>
                      <a:pt x="154" y="74"/>
                    </a:lnTo>
                    <a:lnTo>
                      <a:pt x="156" y="74"/>
                    </a:lnTo>
                    <a:lnTo>
                      <a:pt x="156" y="74"/>
                    </a:lnTo>
                    <a:lnTo>
                      <a:pt x="156" y="76"/>
                    </a:lnTo>
                    <a:lnTo>
                      <a:pt x="159" y="76"/>
                    </a:lnTo>
                    <a:lnTo>
                      <a:pt x="159" y="76"/>
                    </a:lnTo>
                    <a:lnTo>
                      <a:pt x="159" y="76"/>
                    </a:lnTo>
                    <a:lnTo>
                      <a:pt x="159" y="78"/>
                    </a:lnTo>
                    <a:lnTo>
                      <a:pt x="159" y="78"/>
                    </a:lnTo>
                    <a:lnTo>
                      <a:pt x="159" y="78"/>
                    </a:lnTo>
                    <a:lnTo>
                      <a:pt x="159" y="78"/>
                    </a:lnTo>
                    <a:lnTo>
                      <a:pt x="159" y="81"/>
                    </a:lnTo>
                    <a:lnTo>
                      <a:pt x="161" y="81"/>
                    </a:lnTo>
                    <a:lnTo>
                      <a:pt x="161" y="81"/>
                    </a:lnTo>
                    <a:lnTo>
                      <a:pt x="161" y="83"/>
                    </a:lnTo>
                    <a:lnTo>
                      <a:pt x="161" y="83"/>
                    </a:lnTo>
                    <a:lnTo>
                      <a:pt x="159" y="83"/>
                    </a:lnTo>
                    <a:lnTo>
                      <a:pt x="159" y="85"/>
                    </a:lnTo>
                    <a:lnTo>
                      <a:pt x="159" y="85"/>
                    </a:lnTo>
                    <a:lnTo>
                      <a:pt x="159" y="88"/>
                    </a:lnTo>
                    <a:lnTo>
                      <a:pt x="159" y="88"/>
                    </a:lnTo>
                    <a:lnTo>
                      <a:pt x="159" y="88"/>
                    </a:lnTo>
                    <a:lnTo>
                      <a:pt x="159" y="90"/>
                    </a:lnTo>
                    <a:lnTo>
                      <a:pt x="159" y="90"/>
                    </a:lnTo>
                    <a:lnTo>
                      <a:pt x="159" y="90"/>
                    </a:lnTo>
                    <a:lnTo>
                      <a:pt x="159" y="93"/>
                    </a:lnTo>
                    <a:lnTo>
                      <a:pt x="159" y="93"/>
                    </a:lnTo>
                    <a:lnTo>
                      <a:pt x="159" y="95"/>
                    </a:lnTo>
                    <a:lnTo>
                      <a:pt x="159" y="95"/>
                    </a:lnTo>
                    <a:lnTo>
                      <a:pt x="159" y="95"/>
                    </a:lnTo>
                    <a:lnTo>
                      <a:pt x="159" y="97"/>
                    </a:lnTo>
                    <a:lnTo>
                      <a:pt x="159" y="97"/>
                    </a:lnTo>
                    <a:lnTo>
                      <a:pt x="159" y="97"/>
                    </a:lnTo>
                    <a:lnTo>
                      <a:pt x="159" y="100"/>
                    </a:lnTo>
                    <a:lnTo>
                      <a:pt x="159" y="100"/>
                    </a:lnTo>
                    <a:lnTo>
                      <a:pt x="159" y="100"/>
                    </a:lnTo>
                    <a:lnTo>
                      <a:pt x="159" y="102"/>
                    </a:lnTo>
                    <a:lnTo>
                      <a:pt x="159" y="102"/>
                    </a:lnTo>
                    <a:lnTo>
                      <a:pt x="159" y="102"/>
                    </a:lnTo>
                    <a:lnTo>
                      <a:pt x="161" y="102"/>
                    </a:lnTo>
                    <a:lnTo>
                      <a:pt x="161" y="102"/>
                    </a:lnTo>
                    <a:lnTo>
                      <a:pt x="161" y="104"/>
                    </a:lnTo>
                    <a:lnTo>
                      <a:pt x="161" y="104"/>
                    </a:lnTo>
                    <a:lnTo>
                      <a:pt x="161" y="104"/>
                    </a:lnTo>
                    <a:lnTo>
                      <a:pt x="161" y="107"/>
                    </a:lnTo>
                    <a:lnTo>
                      <a:pt x="163" y="107"/>
                    </a:lnTo>
                    <a:lnTo>
                      <a:pt x="163" y="107"/>
                    </a:lnTo>
                    <a:lnTo>
                      <a:pt x="163" y="107"/>
                    </a:lnTo>
                    <a:lnTo>
                      <a:pt x="163" y="109"/>
                    </a:lnTo>
                    <a:lnTo>
                      <a:pt x="163" y="109"/>
                    </a:lnTo>
                    <a:lnTo>
                      <a:pt x="163" y="109"/>
                    </a:lnTo>
                    <a:lnTo>
                      <a:pt x="166" y="109"/>
                    </a:lnTo>
                    <a:lnTo>
                      <a:pt x="166" y="112"/>
                    </a:lnTo>
                    <a:lnTo>
                      <a:pt x="166" y="112"/>
                    </a:lnTo>
                    <a:lnTo>
                      <a:pt x="166" y="112"/>
                    </a:lnTo>
                    <a:lnTo>
                      <a:pt x="166" y="112"/>
                    </a:lnTo>
                    <a:lnTo>
                      <a:pt x="168" y="112"/>
                    </a:lnTo>
                    <a:lnTo>
                      <a:pt x="168" y="114"/>
                    </a:lnTo>
                    <a:lnTo>
                      <a:pt x="168" y="114"/>
                    </a:lnTo>
                    <a:lnTo>
                      <a:pt x="170" y="114"/>
                    </a:lnTo>
                    <a:lnTo>
                      <a:pt x="170" y="114"/>
                    </a:lnTo>
                    <a:lnTo>
                      <a:pt x="170" y="114"/>
                    </a:lnTo>
                    <a:lnTo>
                      <a:pt x="173" y="114"/>
                    </a:lnTo>
                    <a:lnTo>
                      <a:pt x="173" y="114"/>
                    </a:lnTo>
                    <a:lnTo>
                      <a:pt x="173" y="116"/>
                    </a:lnTo>
                    <a:lnTo>
                      <a:pt x="173" y="116"/>
                    </a:lnTo>
                    <a:lnTo>
                      <a:pt x="173" y="119"/>
                    </a:lnTo>
                    <a:lnTo>
                      <a:pt x="173" y="119"/>
                    </a:lnTo>
                    <a:lnTo>
                      <a:pt x="173" y="119"/>
                    </a:lnTo>
                    <a:lnTo>
                      <a:pt x="173" y="119"/>
                    </a:lnTo>
                    <a:lnTo>
                      <a:pt x="173" y="121"/>
                    </a:lnTo>
                    <a:lnTo>
                      <a:pt x="173" y="121"/>
                    </a:lnTo>
                    <a:lnTo>
                      <a:pt x="175" y="121"/>
                    </a:lnTo>
                    <a:lnTo>
                      <a:pt x="175" y="121"/>
                    </a:lnTo>
                    <a:lnTo>
                      <a:pt x="177" y="121"/>
                    </a:lnTo>
                    <a:lnTo>
                      <a:pt x="177" y="121"/>
                    </a:lnTo>
                    <a:lnTo>
                      <a:pt x="177" y="121"/>
                    </a:lnTo>
                    <a:lnTo>
                      <a:pt x="177" y="123"/>
                    </a:lnTo>
                    <a:lnTo>
                      <a:pt x="177" y="123"/>
                    </a:lnTo>
                    <a:lnTo>
                      <a:pt x="177" y="126"/>
                    </a:lnTo>
                    <a:lnTo>
                      <a:pt x="177" y="126"/>
                    </a:lnTo>
                    <a:lnTo>
                      <a:pt x="177" y="128"/>
                    </a:lnTo>
                    <a:lnTo>
                      <a:pt x="177" y="128"/>
                    </a:lnTo>
                    <a:lnTo>
                      <a:pt x="177" y="128"/>
                    </a:lnTo>
                    <a:lnTo>
                      <a:pt x="177" y="128"/>
                    </a:lnTo>
                    <a:lnTo>
                      <a:pt x="177" y="131"/>
                    </a:lnTo>
                    <a:lnTo>
                      <a:pt x="175" y="131"/>
                    </a:lnTo>
                    <a:lnTo>
                      <a:pt x="175" y="131"/>
                    </a:lnTo>
                    <a:lnTo>
                      <a:pt x="173" y="131"/>
                    </a:lnTo>
                    <a:lnTo>
                      <a:pt x="173" y="131"/>
                    </a:lnTo>
                    <a:lnTo>
                      <a:pt x="175" y="131"/>
                    </a:lnTo>
                    <a:lnTo>
                      <a:pt x="175" y="131"/>
                    </a:lnTo>
                    <a:lnTo>
                      <a:pt x="177" y="131"/>
                    </a:lnTo>
                    <a:lnTo>
                      <a:pt x="177" y="133"/>
                    </a:lnTo>
                    <a:lnTo>
                      <a:pt x="177" y="133"/>
                    </a:lnTo>
                    <a:lnTo>
                      <a:pt x="175" y="133"/>
                    </a:lnTo>
                    <a:lnTo>
                      <a:pt x="175" y="135"/>
                    </a:lnTo>
                    <a:lnTo>
                      <a:pt x="175" y="135"/>
                    </a:lnTo>
                    <a:lnTo>
                      <a:pt x="175" y="135"/>
                    </a:lnTo>
                    <a:lnTo>
                      <a:pt x="173" y="135"/>
                    </a:lnTo>
                    <a:lnTo>
                      <a:pt x="173" y="138"/>
                    </a:lnTo>
                    <a:lnTo>
                      <a:pt x="173" y="138"/>
                    </a:lnTo>
                    <a:lnTo>
                      <a:pt x="175" y="138"/>
                    </a:lnTo>
                    <a:lnTo>
                      <a:pt x="175" y="138"/>
                    </a:lnTo>
                    <a:lnTo>
                      <a:pt x="175" y="140"/>
                    </a:lnTo>
                    <a:lnTo>
                      <a:pt x="177" y="140"/>
                    </a:lnTo>
                    <a:lnTo>
                      <a:pt x="177" y="140"/>
                    </a:lnTo>
                    <a:lnTo>
                      <a:pt x="177" y="140"/>
                    </a:lnTo>
                    <a:lnTo>
                      <a:pt x="177" y="140"/>
                    </a:lnTo>
                    <a:lnTo>
                      <a:pt x="177" y="140"/>
                    </a:lnTo>
                    <a:lnTo>
                      <a:pt x="177" y="142"/>
                    </a:lnTo>
                    <a:lnTo>
                      <a:pt x="177" y="142"/>
                    </a:lnTo>
                    <a:lnTo>
                      <a:pt x="175" y="142"/>
                    </a:lnTo>
                    <a:lnTo>
                      <a:pt x="175" y="145"/>
                    </a:lnTo>
                    <a:lnTo>
                      <a:pt x="175" y="145"/>
                    </a:lnTo>
                    <a:lnTo>
                      <a:pt x="175" y="145"/>
                    </a:lnTo>
                    <a:lnTo>
                      <a:pt x="175" y="147"/>
                    </a:lnTo>
                    <a:lnTo>
                      <a:pt x="175" y="147"/>
                    </a:lnTo>
                    <a:lnTo>
                      <a:pt x="175" y="147"/>
                    </a:lnTo>
                    <a:lnTo>
                      <a:pt x="175" y="149"/>
                    </a:lnTo>
                    <a:lnTo>
                      <a:pt x="175" y="149"/>
                    </a:lnTo>
                    <a:lnTo>
                      <a:pt x="175" y="149"/>
                    </a:lnTo>
                    <a:lnTo>
                      <a:pt x="175" y="152"/>
                    </a:lnTo>
                    <a:lnTo>
                      <a:pt x="175" y="152"/>
                    </a:lnTo>
                    <a:lnTo>
                      <a:pt x="175" y="152"/>
                    </a:lnTo>
                    <a:lnTo>
                      <a:pt x="175" y="154"/>
                    </a:lnTo>
                    <a:lnTo>
                      <a:pt x="173" y="154"/>
                    </a:lnTo>
                    <a:lnTo>
                      <a:pt x="173" y="154"/>
                    </a:lnTo>
                    <a:lnTo>
                      <a:pt x="173" y="154"/>
                    </a:lnTo>
                    <a:lnTo>
                      <a:pt x="173" y="154"/>
                    </a:lnTo>
                    <a:lnTo>
                      <a:pt x="173" y="157"/>
                    </a:lnTo>
                    <a:lnTo>
                      <a:pt x="170" y="157"/>
                    </a:lnTo>
                    <a:lnTo>
                      <a:pt x="170" y="157"/>
                    </a:lnTo>
                    <a:lnTo>
                      <a:pt x="170" y="157"/>
                    </a:lnTo>
                    <a:lnTo>
                      <a:pt x="170" y="157"/>
                    </a:lnTo>
                    <a:lnTo>
                      <a:pt x="168" y="157"/>
                    </a:lnTo>
                    <a:lnTo>
                      <a:pt x="168" y="157"/>
                    </a:lnTo>
                    <a:lnTo>
                      <a:pt x="168" y="159"/>
                    </a:lnTo>
                    <a:lnTo>
                      <a:pt x="168" y="159"/>
                    </a:lnTo>
                    <a:lnTo>
                      <a:pt x="166" y="159"/>
                    </a:lnTo>
                    <a:lnTo>
                      <a:pt x="166" y="159"/>
                    </a:lnTo>
                    <a:lnTo>
                      <a:pt x="166" y="159"/>
                    </a:lnTo>
                    <a:lnTo>
                      <a:pt x="166" y="159"/>
                    </a:lnTo>
                    <a:lnTo>
                      <a:pt x="166" y="159"/>
                    </a:lnTo>
                    <a:lnTo>
                      <a:pt x="163" y="159"/>
                    </a:lnTo>
                    <a:lnTo>
                      <a:pt x="163" y="159"/>
                    </a:lnTo>
                    <a:lnTo>
                      <a:pt x="163" y="157"/>
                    </a:lnTo>
                    <a:lnTo>
                      <a:pt x="163" y="157"/>
                    </a:lnTo>
                    <a:lnTo>
                      <a:pt x="163" y="157"/>
                    </a:lnTo>
                    <a:lnTo>
                      <a:pt x="161" y="157"/>
                    </a:lnTo>
                    <a:lnTo>
                      <a:pt x="161" y="154"/>
                    </a:lnTo>
                    <a:lnTo>
                      <a:pt x="161" y="154"/>
                    </a:lnTo>
                    <a:lnTo>
                      <a:pt x="161" y="154"/>
                    </a:lnTo>
                    <a:lnTo>
                      <a:pt x="159" y="154"/>
                    </a:lnTo>
                    <a:lnTo>
                      <a:pt x="159" y="154"/>
                    </a:lnTo>
                    <a:lnTo>
                      <a:pt x="159" y="154"/>
                    </a:lnTo>
                    <a:lnTo>
                      <a:pt x="156" y="154"/>
                    </a:lnTo>
                    <a:lnTo>
                      <a:pt x="156" y="154"/>
                    </a:lnTo>
                    <a:lnTo>
                      <a:pt x="156" y="157"/>
                    </a:lnTo>
                    <a:lnTo>
                      <a:pt x="154" y="157"/>
                    </a:lnTo>
                    <a:lnTo>
                      <a:pt x="154" y="157"/>
                    </a:lnTo>
                    <a:lnTo>
                      <a:pt x="154" y="157"/>
                    </a:lnTo>
                    <a:lnTo>
                      <a:pt x="154" y="157"/>
                    </a:lnTo>
                    <a:lnTo>
                      <a:pt x="154" y="157"/>
                    </a:lnTo>
                    <a:lnTo>
                      <a:pt x="154" y="157"/>
                    </a:lnTo>
                    <a:lnTo>
                      <a:pt x="151" y="157"/>
                    </a:lnTo>
                    <a:lnTo>
                      <a:pt x="151" y="157"/>
                    </a:lnTo>
                    <a:lnTo>
                      <a:pt x="151" y="157"/>
                    </a:lnTo>
                    <a:lnTo>
                      <a:pt x="151" y="157"/>
                    </a:lnTo>
                    <a:lnTo>
                      <a:pt x="149" y="157"/>
                    </a:lnTo>
                    <a:lnTo>
                      <a:pt x="149" y="157"/>
                    </a:lnTo>
                    <a:lnTo>
                      <a:pt x="147" y="157"/>
                    </a:lnTo>
                    <a:lnTo>
                      <a:pt x="147" y="157"/>
                    </a:lnTo>
                    <a:lnTo>
                      <a:pt x="147" y="157"/>
                    </a:lnTo>
                    <a:lnTo>
                      <a:pt x="144" y="157"/>
                    </a:lnTo>
                    <a:lnTo>
                      <a:pt x="144" y="157"/>
                    </a:lnTo>
                    <a:lnTo>
                      <a:pt x="144" y="157"/>
                    </a:lnTo>
                    <a:lnTo>
                      <a:pt x="144" y="157"/>
                    </a:lnTo>
                    <a:lnTo>
                      <a:pt x="142" y="157"/>
                    </a:lnTo>
                    <a:lnTo>
                      <a:pt x="142" y="157"/>
                    </a:lnTo>
                    <a:lnTo>
                      <a:pt x="140" y="157"/>
                    </a:lnTo>
                    <a:lnTo>
                      <a:pt x="140" y="157"/>
                    </a:lnTo>
                    <a:lnTo>
                      <a:pt x="140" y="157"/>
                    </a:lnTo>
                    <a:lnTo>
                      <a:pt x="140" y="157"/>
                    </a:lnTo>
                    <a:lnTo>
                      <a:pt x="137" y="157"/>
                    </a:lnTo>
                    <a:lnTo>
                      <a:pt x="137" y="157"/>
                    </a:lnTo>
                    <a:lnTo>
                      <a:pt x="137" y="157"/>
                    </a:lnTo>
                    <a:lnTo>
                      <a:pt x="137" y="154"/>
                    </a:lnTo>
                    <a:lnTo>
                      <a:pt x="135" y="154"/>
                    </a:lnTo>
                    <a:lnTo>
                      <a:pt x="135" y="154"/>
                    </a:lnTo>
                    <a:lnTo>
                      <a:pt x="133" y="154"/>
                    </a:lnTo>
                    <a:lnTo>
                      <a:pt x="133" y="154"/>
                    </a:lnTo>
                    <a:lnTo>
                      <a:pt x="133" y="154"/>
                    </a:lnTo>
                    <a:lnTo>
                      <a:pt x="133" y="157"/>
                    </a:lnTo>
                    <a:lnTo>
                      <a:pt x="130" y="157"/>
                    </a:lnTo>
                    <a:lnTo>
                      <a:pt x="130" y="157"/>
                    </a:lnTo>
                    <a:lnTo>
                      <a:pt x="128" y="157"/>
                    </a:lnTo>
                    <a:lnTo>
                      <a:pt x="128" y="157"/>
                    </a:lnTo>
                    <a:lnTo>
                      <a:pt x="128" y="157"/>
                    </a:lnTo>
                    <a:lnTo>
                      <a:pt x="128" y="157"/>
                    </a:lnTo>
                    <a:lnTo>
                      <a:pt x="125" y="157"/>
                    </a:lnTo>
                    <a:lnTo>
                      <a:pt x="125" y="157"/>
                    </a:lnTo>
                    <a:lnTo>
                      <a:pt x="125" y="157"/>
                    </a:lnTo>
                    <a:lnTo>
                      <a:pt x="123" y="157"/>
                    </a:lnTo>
                    <a:lnTo>
                      <a:pt x="123" y="159"/>
                    </a:lnTo>
                    <a:lnTo>
                      <a:pt x="123" y="159"/>
                    </a:lnTo>
                    <a:lnTo>
                      <a:pt x="121" y="159"/>
                    </a:lnTo>
                    <a:lnTo>
                      <a:pt x="121" y="159"/>
                    </a:lnTo>
                    <a:lnTo>
                      <a:pt x="121" y="159"/>
                    </a:lnTo>
                    <a:lnTo>
                      <a:pt x="121" y="159"/>
                    </a:lnTo>
                    <a:lnTo>
                      <a:pt x="121" y="159"/>
                    </a:lnTo>
                    <a:lnTo>
                      <a:pt x="121" y="161"/>
                    </a:lnTo>
                    <a:lnTo>
                      <a:pt x="121" y="161"/>
                    </a:lnTo>
                    <a:lnTo>
                      <a:pt x="118" y="161"/>
                    </a:lnTo>
                    <a:lnTo>
                      <a:pt x="118" y="164"/>
                    </a:lnTo>
                    <a:lnTo>
                      <a:pt x="118" y="164"/>
                    </a:lnTo>
                    <a:lnTo>
                      <a:pt x="118" y="166"/>
                    </a:lnTo>
                    <a:lnTo>
                      <a:pt x="118" y="166"/>
                    </a:lnTo>
                    <a:lnTo>
                      <a:pt x="118" y="166"/>
                    </a:lnTo>
                    <a:lnTo>
                      <a:pt x="118" y="166"/>
                    </a:lnTo>
                    <a:lnTo>
                      <a:pt x="116" y="166"/>
                    </a:lnTo>
                    <a:lnTo>
                      <a:pt x="116" y="168"/>
                    </a:lnTo>
                    <a:lnTo>
                      <a:pt x="116" y="168"/>
                    </a:lnTo>
                    <a:lnTo>
                      <a:pt x="116" y="168"/>
                    </a:lnTo>
                    <a:lnTo>
                      <a:pt x="116" y="168"/>
                    </a:lnTo>
                    <a:lnTo>
                      <a:pt x="116" y="171"/>
                    </a:lnTo>
                    <a:lnTo>
                      <a:pt x="114" y="171"/>
                    </a:lnTo>
                    <a:lnTo>
                      <a:pt x="114" y="171"/>
                    </a:lnTo>
                    <a:lnTo>
                      <a:pt x="114" y="171"/>
                    </a:lnTo>
                    <a:lnTo>
                      <a:pt x="114" y="173"/>
                    </a:lnTo>
                    <a:lnTo>
                      <a:pt x="114" y="173"/>
                    </a:lnTo>
                    <a:lnTo>
                      <a:pt x="111" y="173"/>
                    </a:lnTo>
                    <a:lnTo>
                      <a:pt x="111" y="173"/>
                    </a:lnTo>
                    <a:lnTo>
                      <a:pt x="111" y="176"/>
                    </a:lnTo>
                    <a:lnTo>
                      <a:pt x="111" y="176"/>
                    </a:lnTo>
                    <a:lnTo>
                      <a:pt x="111" y="176"/>
                    </a:lnTo>
                    <a:lnTo>
                      <a:pt x="111" y="176"/>
                    </a:lnTo>
                    <a:lnTo>
                      <a:pt x="109" y="176"/>
                    </a:lnTo>
                    <a:lnTo>
                      <a:pt x="109" y="178"/>
                    </a:lnTo>
                    <a:lnTo>
                      <a:pt x="109" y="178"/>
                    </a:lnTo>
                    <a:lnTo>
                      <a:pt x="109" y="176"/>
                    </a:lnTo>
                    <a:lnTo>
                      <a:pt x="106" y="176"/>
                    </a:lnTo>
                    <a:lnTo>
                      <a:pt x="106" y="178"/>
                    </a:lnTo>
                    <a:lnTo>
                      <a:pt x="106" y="178"/>
                    </a:lnTo>
                    <a:lnTo>
                      <a:pt x="106" y="178"/>
                    </a:lnTo>
                    <a:lnTo>
                      <a:pt x="106" y="178"/>
                    </a:lnTo>
                    <a:lnTo>
                      <a:pt x="106" y="178"/>
                    </a:lnTo>
                    <a:lnTo>
                      <a:pt x="106" y="180"/>
                    </a:lnTo>
                    <a:lnTo>
                      <a:pt x="106" y="180"/>
                    </a:lnTo>
                    <a:lnTo>
                      <a:pt x="106" y="183"/>
                    </a:lnTo>
                    <a:lnTo>
                      <a:pt x="106" y="183"/>
                    </a:lnTo>
                    <a:lnTo>
                      <a:pt x="106" y="185"/>
                    </a:lnTo>
                    <a:lnTo>
                      <a:pt x="106" y="185"/>
                    </a:lnTo>
                    <a:lnTo>
                      <a:pt x="106" y="187"/>
                    </a:lnTo>
                    <a:lnTo>
                      <a:pt x="109" y="187"/>
                    </a:lnTo>
                    <a:lnTo>
                      <a:pt x="109" y="187"/>
                    </a:lnTo>
                    <a:lnTo>
                      <a:pt x="109" y="187"/>
                    </a:lnTo>
                    <a:lnTo>
                      <a:pt x="109" y="187"/>
                    </a:lnTo>
                    <a:lnTo>
                      <a:pt x="109" y="190"/>
                    </a:lnTo>
                    <a:lnTo>
                      <a:pt x="111" y="190"/>
                    </a:lnTo>
                    <a:lnTo>
                      <a:pt x="111" y="190"/>
                    </a:lnTo>
                    <a:lnTo>
                      <a:pt x="111" y="192"/>
                    </a:lnTo>
                    <a:lnTo>
                      <a:pt x="111" y="192"/>
                    </a:lnTo>
                    <a:lnTo>
                      <a:pt x="111" y="194"/>
                    </a:lnTo>
                    <a:lnTo>
                      <a:pt x="111" y="194"/>
                    </a:lnTo>
                    <a:lnTo>
                      <a:pt x="111" y="194"/>
                    </a:lnTo>
                    <a:lnTo>
                      <a:pt x="111" y="197"/>
                    </a:lnTo>
                    <a:lnTo>
                      <a:pt x="111" y="197"/>
                    </a:lnTo>
                    <a:lnTo>
                      <a:pt x="111" y="197"/>
                    </a:lnTo>
                    <a:lnTo>
                      <a:pt x="111" y="199"/>
                    </a:lnTo>
                    <a:lnTo>
                      <a:pt x="111" y="199"/>
                    </a:lnTo>
                    <a:lnTo>
                      <a:pt x="111" y="199"/>
                    </a:lnTo>
                    <a:lnTo>
                      <a:pt x="111" y="199"/>
                    </a:lnTo>
                    <a:lnTo>
                      <a:pt x="111" y="199"/>
                    </a:lnTo>
                    <a:lnTo>
                      <a:pt x="114" y="199"/>
                    </a:lnTo>
                    <a:lnTo>
                      <a:pt x="114" y="202"/>
                    </a:lnTo>
                    <a:lnTo>
                      <a:pt x="114" y="202"/>
                    </a:lnTo>
                    <a:lnTo>
                      <a:pt x="114" y="202"/>
                    </a:lnTo>
                    <a:lnTo>
                      <a:pt x="114" y="202"/>
                    </a:lnTo>
                    <a:lnTo>
                      <a:pt x="114" y="204"/>
                    </a:lnTo>
                    <a:lnTo>
                      <a:pt x="116" y="204"/>
                    </a:lnTo>
                    <a:lnTo>
                      <a:pt x="116" y="204"/>
                    </a:lnTo>
                    <a:lnTo>
                      <a:pt x="116" y="204"/>
                    </a:lnTo>
                    <a:lnTo>
                      <a:pt x="116" y="206"/>
                    </a:lnTo>
                    <a:lnTo>
                      <a:pt x="116" y="206"/>
                    </a:lnTo>
                    <a:lnTo>
                      <a:pt x="116" y="206"/>
                    </a:lnTo>
                    <a:lnTo>
                      <a:pt x="116" y="209"/>
                    </a:lnTo>
                    <a:lnTo>
                      <a:pt x="116" y="209"/>
                    </a:lnTo>
                    <a:lnTo>
                      <a:pt x="116" y="209"/>
                    </a:lnTo>
                    <a:lnTo>
                      <a:pt x="114" y="209"/>
                    </a:lnTo>
                    <a:lnTo>
                      <a:pt x="114" y="211"/>
                    </a:lnTo>
                    <a:lnTo>
                      <a:pt x="114" y="211"/>
                    </a:lnTo>
                    <a:lnTo>
                      <a:pt x="114" y="213"/>
                    </a:lnTo>
                    <a:lnTo>
                      <a:pt x="116" y="213"/>
                    </a:lnTo>
                    <a:lnTo>
                      <a:pt x="116" y="213"/>
                    </a:lnTo>
                    <a:lnTo>
                      <a:pt x="116" y="213"/>
                    </a:lnTo>
                    <a:lnTo>
                      <a:pt x="116" y="216"/>
                    </a:lnTo>
                    <a:lnTo>
                      <a:pt x="116" y="216"/>
                    </a:lnTo>
                    <a:lnTo>
                      <a:pt x="116" y="218"/>
                    </a:lnTo>
                    <a:lnTo>
                      <a:pt x="116" y="218"/>
                    </a:lnTo>
                    <a:lnTo>
                      <a:pt x="118" y="218"/>
                    </a:lnTo>
                    <a:lnTo>
                      <a:pt x="118" y="218"/>
                    </a:lnTo>
                    <a:lnTo>
                      <a:pt x="118" y="22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3" name="Freeform 41"/>
              <p:cNvSpPr>
                <a:spLocks/>
              </p:cNvSpPr>
              <p:nvPr/>
            </p:nvSpPr>
            <p:spPr bwMode="auto">
              <a:xfrm>
                <a:off x="1595" y="1808"/>
                <a:ext cx="145" cy="125"/>
              </a:xfrm>
              <a:custGeom>
                <a:avLst/>
                <a:gdLst/>
                <a:ahLst/>
                <a:cxnLst>
                  <a:cxn ang="0">
                    <a:pos x="140" y="9"/>
                  </a:cxn>
                  <a:cxn ang="0">
                    <a:pos x="135" y="16"/>
                  </a:cxn>
                  <a:cxn ang="0">
                    <a:pos x="128" y="19"/>
                  </a:cxn>
                  <a:cxn ang="0">
                    <a:pos x="121" y="23"/>
                  </a:cxn>
                  <a:cxn ang="0">
                    <a:pos x="121" y="30"/>
                  </a:cxn>
                  <a:cxn ang="0">
                    <a:pos x="124" y="42"/>
                  </a:cxn>
                  <a:cxn ang="0">
                    <a:pos x="121" y="49"/>
                  </a:cxn>
                  <a:cxn ang="0">
                    <a:pos x="121" y="59"/>
                  </a:cxn>
                  <a:cxn ang="0">
                    <a:pos x="119" y="68"/>
                  </a:cxn>
                  <a:cxn ang="0">
                    <a:pos x="114" y="73"/>
                  </a:cxn>
                  <a:cxn ang="0">
                    <a:pos x="107" y="78"/>
                  </a:cxn>
                  <a:cxn ang="0">
                    <a:pos x="100" y="80"/>
                  </a:cxn>
                  <a:cxn ang="0">
                    <a:pos x="93" y="85"/>
                  </a:cxn>
                  <a:cxn ang="0">
                    <a:pos x="86" y="90"/>
                  </a:cxn>
                  <a:cxn ang="0">
                    <a:pos x="81" y="92"/>
                  </a:cxn>
                  <a:cxn ang="0">
                    <a:pos x="74" y="97"/>
                  </a:cxn>
                  <a:cxn ang="0">
                    <a:pos x="67" y="101"/>
                  </a:cxn>
                  <a:cxn ang="0">
                    <a:pos x="60" y="104"/>
                  </a:cxn>
                  <a:cxn ang="0">
                    <a:pos x="53" y="109"/>
                  </a:cxn>
                  <a:cxn ang="0">
                    <a:pos x="48" y="111"/>
                  </a:cxn>
                  <a:cxn ang="0">
                    <a:pos x="41" y="116"/>
                  </a:cxn>
                  <a:cxn ang="0">
                    <a:pos x="34" y="120"/>
                  </a:cxn>
                  <a:cxn ang="0">
                    <a:pos x="29" y="125"/>
                  </a:cxn>
                  <a:cxn ang="0">
                    <a:pos x="19" y="125"/>
                  </a:cxn>
                  <a:cxn ang="0">
                    <a:pos x="12" y="120"/>
                  </a:cxn>
                  <a:cxn ang="0">
                    <a:pos x="8" y="118"/>
                  </a:cxn>
                  <a:cxn ang="0">
                    <a:pos x="5" y="111"/>
                  </a:cxn>
                  <a:cxn ang="0">
                    <a:pos x="5" y="104"/>
                  </a:cxn>
                  <a:cxn ang="0">
                    <a:pos x="8" y="94"/>
                  </a:cxn>
                  <a:cxn ang="0">
                    <a:pos x="8" y="90"/>
                  </a:cxn>
                  <a:cxn ang="0">
                    <a:pos x="15" y="87"/>
                  </a:cxn>
                  <a:cxn ang="0">
                    <a:pos x="19" y="83"/>
                  </a:cxn>
                  <a:cxn ang="0">
                    <a:pos x="19" y="75"/>
                  </a:cxn>
                  <a:cxn ang="0">
                    <a:pos x="17" y="71"/>
                  </a:cxn>
                  <a:cxn ang="0">
                    <a:pos x="12" y="68"/>
                  </a:cxn>
                  <a:cxn ang="0">
                    <a:pos x="5" y="64"/>
                  </a:cxn>
                  <a:cxn ang="0">
                    <a:pos x="5" y="54"/>
                  </a:cxn>
                  <a:cxn ang="0">
                    <a:pos x="3" y="45"/>
                  </a:cxn>
                  <a:cxn ang="0">
                    <a:pos x="5" y="40"/>
                  </a:cxn>
                  <a:cxn ang="0">
                    <a:pos x="8" y="35"/>
                  </a:cxn>
                  <a:cxn ang="0">
                    <a:pos x="12" y="33"/>
                  </a:cxn>
                  <a:cxn ang="0">
                    <a:pos x="17" y="28"/>
                  </a:cxn>
                  <a:cxn ang="0">
                    <a:pos x="22" y="26"/>
                  </a:cxn>
                  <a:cxn ang="0">
                    <a:pos x="19" y="19"/>
                  </a:cxn>
                  <a:cxn ang="0">
                    <a:pos x="24" y="11"/>
                  </a:cxn>
                  <a:cxn ang="0">
                    <a:pos x="29" y="16"/>
                  </a:cxn>
                  <a:cxn ang="0">
                    <a:pos x="38" y="16"/>
                  </a:cxn>
                  <a:cxn ang="0">
                    <a:pos x="45" y="14"/>
                  </a:cxn>
                  <a:cxn ang="0">
                    <a:pos x="53" y="11"/>
                  </a:cxn>
                  <a:cxn ang="0">
                    <a:pos x="60" y="11"/>
                  </a:cxn>
                  <a:cxn ang="0">
                    <a:pos x="67" y="14"/>
                  </a:cxn>
                  <a:cxn ang="0">
                    <a:pos x="74" y="16"/>
                  </a:cxn>
                  <a:cxn ang="0">
                    <a:pos x="83" y="14"/>
                  </a:cxn>
                  <a:cxn ang="0">
                    <a:pos x="93" y="11"/>
                  </a:cxn>
                  <a:cxn ang="0">
                    <a:pos x="100" y="9"/>
                  </a:cxn>
                  <a:cxn ang="0">
                    <a:pos x="107" y="7"/>
                  </a:cxn>
                  <a:cxn ang="0">
                    <a:pos x="114" y="4"/>
                  </a:cxn>
                  <a:cxn ang="0">
                    <a:pos x="124" y="4"/>
                  </a:cxn>
                  <a:cxn ang="0">
                    <a:pos x="133" y="4"/>
                  </a:cxn>
                  <a:cxn ang="0">
                    <a:pos x="140" y="2"/>
                  </a:cxn>
                  <a:cxn ang="0">
                    <a:pos x="145" y="4"/>
                  </a:cxn>
                </a:cxnLst>
                <a:rect l="0" t="0" r="r" b="b"/>
                <a:pathLst>
                  <a:path w="145" h="125">
                    <a:moveTo>
                      <a:pt x="145" y="4"/>
                    </a:moveTo>
                    <a:lnTo>
                      <a:pt x="145" y="4"/>
                    </a:lnTo>
                    <a:lnTo>
                      <a:pt x="145" y="7"/>
                    </a:lnTo>
                    <a:lnTo>
                      <a:pt x="145" y="7"/>
                    </a:lnTo>
                    <a:lnTo>
                      <a:pt x="145" y="7"/>
                    </a:lnTo>
                    <a:lnTo>
                      <a:pt x="142" y="7"/>
                    </a:lnTo>
                    <a:lnTo>
                      <a:pt x="142" y="9"/>
                    </a:lnTo>
                    <a:lnTo>
                      <a:pt x="142" y="9"/>
                    </a:lnTo>
                    <a:lnTo>
                      <a:pt x="140" y="9"/>
                    </a:lnTo>
                    <a:lnTo>
                      <a:pt x="140" y="9"/>
                    </a:lnTo>
                    <a:lnTo>
                      <a:pt x="140" y="9"/>
                    </a:lnTo>
                    <a:lnTo>
                      <a:pt x="140" y="11"/>
                    </a:lnTo>
                    <a:lnTo>
                      <a:pt x="140" y="11"/>
                    </a:lnTo>
                    <a:lnTo>
                      <a:pt x="140" y="11"/>
                    </a:lnTo>
                    <a:lnTo>
                      <a:pt x="138" y="11"/>
                    </a:lnTo>
                    <a:lnTo>
                      <a:pt x="138" y="11"/>
                    </a:lnTo>
                    <a:lnTo>
                      <a:pt x="138" y="11"/>
                    </a:lnTo>
                    <a:lnTo>
                      <a:pt x="138" y="14"/>
                    </a:lnTo>
                    <a:lnTo>
                      <a:pt x="135" y="14"/>
                    </a:lnTo>
                    <a:lnTo>
                      <a:pt x="135" y="14"/>
                    </a:lnTo>
                    <a:lnTo>
                      <a:pt x="135" y="14"/>
                    </a:lnTo>
                    <a:lnTo>
                      <a:pt x="135" y="16"/>
                    </a:lnTo>
                    <a:lnTo>
                      <a:pt x="135" y="16"/>
                    </a:lnTo>
                    <a:lnTo>
                      <a:pt x="135" y="16"/>
                    </a:lnTo>
                    <a:lnTo>
                      <a:pt x="133" y="16"/>
                    </a:lnTo>
                    <a:lnTo>
                      <a:pt x="133" y="16"/>
                    </a:lnTo>
                    <a:lnTo>
                      <a:pt x="133" y="19"/>
                    </a:lnTo>
                    <a:lnTo>
                      <a:pt x="133" y="19"/>
                    </a:lnTo>
                    <a:lnTo>
                      <a:pt x="131" y="19"/>
                    </a:lnTo>
                    <a:lnTo>
                      <a:pt x="131" y="19"/>
                    </a:lnTo>
                    <a:lnTo>
                      <a:pt x="128" y="19"/>
                    </a:lnTo>
                    <a:lnTo>
                      <a:pt x="128" y="19"/>
                    </a:lnTo>
                    <a:lnTo>
                      <a:pt x="128" y="19"/>
                    </a:lnTo>
                    <a:lnTo>
                      <a:pt x="128" y="19"/>
                    </a:lnTo>
                    <a:lnTo>
                      <a:pt x="126" y="19"/>
                    </a:lnTo>
                    <a:lnTo>
                      <a:pt x="126" y="19"/>
                    </a:lnTo>
                    <a:lnTo>
                      <a:pt x="126" y="19"/>
                    </a:lnTo>
                    <a:lnTo>
                      <a:pt x="124" y="19"/>
                    </a:lnTo>
                    <a:lnTo>
                      <a:pt x="124" y="21"/>
                    </a:lnTo>
                    <a:lnTo>
                      <a:pt x="124" y="21"/>
                    </a:lnTo>
                    <a:lnTo>
                      <a:pt x="124" y="21"/>
                    </a:lnTo>
                    <a:lnTo>
                      <a:pt x="121" y="21"/>
                    </a:lnTo>
                    <a:lnTo>
                      <a:pt x="121" y="21"/>
                    </a:lnTo>
                    <a:lnTo>
                      <a:pt x="121" y="23"/>
                    </a:lnTo>
                    <a:lnTo>
                      <a:pt x="121" y="23"/>
                    </a:lnTo>
                    <a:lnTo>
                      <a:pt x="121" y="23"/>
                    </a:lnTo>
                    <a:lnTo>
                      <a:pt x="121" y="26"/>
                    </a:lnTo>
                    <a:lnTo>
                      <a:pt x="121" y="26"/>
                    </a:lnTo>
                    <a:lnTo>
                      <a:pt x="121" y="28"/>
                    </a:lnTo>
                    <a:lnTo>
                      <a:pt x="121" y="28"/>
                    </a:lnTo>
                    <a:lnTo>
                      <a:pt x="121" y="30"/>
                    </a:lnTo>
                    <a:lnTo>
                      <a:pt x="121" y="30"/>
                    </a:lnTo>
                    <a:lnTo>
                      <a:pt x="121" y="30"/>
                    </a:lnTo>
                    <a:lnTo>
                      <a:pt x="121" y="30"/>
                    </a:lnTo>
                    <a:lnTo>
                      <a:pt x="121" y="30"/>
                    </a:lnTo>
                    <a:lnTo>
                      <a:pt x="121" y="33"/>
                    </a:lnTo>
                    <a:lnTo>
                      <a:pt x="121" y="33"/>
                    </a:lnTo>
                    <a:lnTo>
                      <a:pt x="121" y="33"/>
                    </a:lnTo>
                    <a:lnTo>
                      <a:pt x="121" y="35"/>
                    </a:lnTo>
                    <a:lnTo>
                      <a:pt x="121" y="35"/>
                    </a:lnTo>
                    <a:lnTo>
                      <a:pt x="124" y="35"/>
                    </a:lnTo>
                    <a:lnTo>
                      <a:pt x="124" y="38"/>
                    </a:lnTo>
                    <a:lnTo>
                      <a:pt x="124" y="38"/>
                    </a:lnTo>
                    <a:lnTo>
                      <a:pt x="124" y="40"/>
                    </a:lnTo>
                    <a:lnTo>
                      <a:pt x="124" y="40"/>
                    </a:lnTo>
                    <a:lnTo>
                      <a:pt x="124" y="42"/>
                    </a:lnTo>
                    <a:lnTo>
                      <a:pt x="124" y="42"/>
                    </a:lnTo>
                    <a:lnTo>
                      <a:pt x="124" y="42"/>
                    </a:lnTo>
                    <a:lnTo>
                      <a:pt x="121" y="42"/>
                    </a:lnTo>
                    <a:lnTo>
                      <a:pt x="121" y="45"/>
                    </a:lnTo>
                    <a:lnTo>
                      <a:pt x="121" y="45"/>
                    </a:lnTo>
                    <a:lnTo>
                      <a:pt x="121" y="45"/>
                    </a:lnTo>
                    <a:lnTo>
                      <a:pt x="121" y="47"/>
                    </a:lnTo>
                    <a:lnTo>
                      <a:pt x="121" y="47"/>
                    </a:lnTo>
                    <a:lnTo>
                      <a:pt x="121" y="49"/>
                    </a:lnTo>
                    <a:lnTo>
                      <a:pt x="121" y="49"/>
                    </a:lnTo>
                    <a:lnTo>
                      <a:pt x="121" y="49"/>
                    </a:lnTo>
                    <a:lnTo>
                      <a:pt x="121" y="52"/>
                    </a:lnTo>
                    <a:lnTo>
                      <a:pt x="121" y="52"/>
                    </a:lnTo>
                    <a:lnTo>
                      <a:pt x="121" y="52"/>
                    </a:lnTo>
                    <a:lnTo>
                      <a:pt x="119" y="52"/>
                    </a:lnTo>
                    <a:lnTo>
                      <a:pt x="119" y="54"/>
                    </a:lnTo>
                    <a:lnTo>
                      <a:pt x="119" y="54"/>
                    </a:lnTo>
                    <a:lnTo>
                      <a:pt x="119" y="56"/>
                    </a:lnTo>
                    <a:lnTo>
                      <a:pt x="119" y="56"/>
                    </a:lnTo>
                    <a:lnTo>
                      <a:pt x="119" y="59"/>
                    </a:lnTo>
                    <a:lnTo>
                      <a:pt x="119" y="59"/>
                    </a:lnTo>
                    <a:lnTo>
                      <a:pt x="121" y="59"/>
                    </a:lnTo>
                    <a:lnTo>
                      <a:pt x="121" y="61"/>
                    </a:lnTo>
                    <a:lnTo>
                      <a:pt x="121" y="61"/>
                    </a:lnTo>
                    <a:lnTo>
                      <a:pt x="121" y="61"/>
                    </a:lnTo>
                    <a:lnTo>
                      <a:pt x="119" y="61"/>
                    </a:lnTo>
                    <a:lnTo>
                      <a:pt x="119" y="64"/>
                    </a:lnTo>
                    <a:lnTo>
                      <a:pt x="119" y="64"/>
                    </a:lnTo>
                    <a:lnTo>
                      <a:pt x="119" y="66"/>
                    </a:lnTo>
                    <a:lnTo>
                      <a:pt x="119" y="66"/>
                    </a:lnTo>
                    <a:lnTo>
                      <a:pt x="119" y="66"/>
                    </a:lnTo>
                    <a:lnTo>
                      <a:pt x="119" y="66"/>
                    </a:lnTo>
                    <a:lnTo>
                      <a:pt x="119" y="68"/>
                    </a:lnTo>
                    <a:lnTo>
                      <a:pt x="119" y="68"/>
                    </a:lnTo>
                    <a:lnTo>
                      <a:pt x="116" y="68"/>
                    </a:lnTo>
                    <a:lnTo>
                      <a:pt x="116" y="71"/>
                    </a:lnTo>
                    <a:lnTo>
                      <a:pt x="116" y="71"/>
                    </a:lnTo>
                    <a:lnTo>
                      <a:pt x="116" y="71"/>
                    </a:lnTo>
                    <a:lnTo>
                      <a:pt x="116" y="71"/>
                    </a:lnTo>
                    <a:lnTo>
                      <a:pt x="114" y="71"/>
                    </a:lnTo>
                    <a:lnTo>
                      <a:pt x="114" y="73"/>
                    </a:lnTo>
                    <a:lnTo>
                      <a:pt x="114" y="73"/>
                    </a:lnTo>
                    <a:lnTo>
                      <a:pt x="114" y="73"/>
                    </a:lnTo>
                    <a:lnTo>
                      <a:pt x="114" y="73"/>
                    </a:lnTo>
                    <a:lnTo>
                      <a:pt x="112" y="73"/>
                    </a:lnTo>
                    <a:lnTo>
                      <a:pt x="112" y="75"/>
                    </a:lnTo>
                    <a:lnTo>
                      <a:pt x="112" y="75"/>
                    </a:lnTo>
                    <a:lnTo>
                      <a:pt x="112" y="75"/>
                    </a:lnTo>
                    <a:lnTo>
                      <a:pt x="112" y="75"/>
                    </a:lnTo>
                    <a:lnTo>
                      <a:pt x="109" y="75"/>
                    </a:lnTo>
                    <a:lnTo>
                      <a:pt x="109" y="75"/>
                    </a:lnTo>
                    <a:lnTo>
                      <a:pt x="107" y="75"/>
                    </a:lnTo>
                    <a:lnTo>
                      <a:pt x="107" y="78"/>
                    </a:lnTo>
                    <a:lnTo>
                      <a:pt x="107" y="78"/>
                    </a:lnTo>
                    <a:lnTo>
                      <a:pt x="107" y="78"/>
                    </a:lnTo>
                    <a:lnTo>
                      <a:pt x="107" y="78"/>
                    </a:lnTo>
                    <a:lnTo>
                      <a:pt x="105" y="78"/>
                    </a:lnTo>
                    <a:lnTo>
                      <a:pt x="105" y="78"/>
                    </a:lnTo>
                    <a:lnTo>
                      <a:pt x="105" y="80"/>
                    </a:lnTo>
                    <a:lnTo>
                      <a:pt x="102" y="80"/>
                    </a:lnTo>
                    <a:lnTo>
                      <a:pt x="102" y="80"/>
                    </a:lnTo>
                    <a:lnTo>
                      <a:pt x="102" y="80"/>
                    </a:lnTo>
                    <a:lnTo>
                      <a:pt x="102" y="80"/>
                    </a:lnTo>
                    <a:lnTo>
                      <a:pt x="100" y="80"/>
                    </a:lnTo>
                    <a:lnTo>
                      <a:pt x="100" y="80"/>
                    </a:lnTo>
                    <a:lnTo>
                      <a:pt x="100" y="80"/>
                    </a:lnTo>
                    <a:lnTo>
                      <a:pt x="100" y="80"/>
                    </a:lnTo>
                    <a:lnTo>
                      <a:pt x="98" y="80"/>
                    </a:lnTo>
                    <a:lnTo>
                      <a:pt x="98" y="83"/>
                    </a:lnTo>
                    <a:lnTo>
                      <a:pt x="98" y="83"/>
                    </a:lnTo>
                    <a:lnTo>
                      <a:pt x="95" y="83"/>
                    </a:lnTo>
                    <a:lnTo>
                      <a:pt x="95" y="83"/>
                    </a:lnTo>
                    <a:lnTo>
                      <a:pt x="95" y="83"/>
                    </a:lnTo>
                    <a:lnTo>
                      <a:pt x="95" y="83"/>
                    </a:lnTo>
                    <a:lnTo>
                      <a:pt x="95" y="85"/>
                    </a:lnTo>
                    <a:lnTo>
                      <a:pt x="93" y="85"/>
                    </a:lnTo>
                    <a:lnTo>
                      <a:pt x="93" y="85"/>
                    </a:lnTo>
                    <a:lnTo>
                      <a:pt x="93" y="85"/>
                    </a:lnTo>
                    <a:lnTo>
                      <a:pt x="93" y="85"/>
                    </a:lnTo>
                    <a:lnTo>
                      <a:pt x="90" y="85"/>
                    </a:lnTo>
                    <a:lnTo>
                      <a:pt x="90" y="87"/>
                    </a:lnTo>
                    <a:lnTo>
                      <a:pt x="90" y="87"/>
                    </a:lnTo>
                    <a:lnTo>
                      <a:pt x="88" y="87"/>
                    </a:lnTo>
                    <a:lnTo>
                      <a:pt x="88" y="87"/>
                    </a:lnTo>
                    <a:lnTo>
                      <a:pt x="88" y="87"/>
                    </a:lnTo>
                    <a:lnTo>
                      <a:pt x="88" y="87"/>
                    </a:lnTo>
                    <a:lnTo>
                      <a:pt x="88" y="90"/>
                    </a:lnTo>
                    <a:lnTo>
                      <a:pt x="86" y="90"/>
                    </a:lnTo>
                    <a:lnTo>
                      <a:pt x="86" y="90"/>
                    </a:lnTo>
                    <a:lnTo>
                      <a:pt x="86" y="90"/>
                    </a:lnTo>
                    <a:lnTo>
                      <a:pt x="86" y="90"/>
                    </a:lnTo>
                    <a:lnTo>
                      <a:pt x="83" y="90"/>
                    </a:lnTo>
                    <a:lnTo>
                      <a:pt x="83" y="90"/>
                    </a:lnTo>
                    <a:lnTo>
                      <a:pt x="83" y="90"/>
                    </a:lnTo>
                    <a:lnTo>
                      <a:pt x="81" y="90"/>
                    </a:lnTo>
                    <a:lnTo>
                      <a:pt x="81" y="92"/>
                    </a:lnTo>
                    <a:lnTo>
                      <a:pt x="81" y="92"/>
                    </a:lnTo>
                    <a:lnTo>
                      <a:pt x="81" y="92"/>
                    </a:lnTo>
                    <a:lnTo>
                      <a:pt x="81" y="92"/>
                    </a:lnTo>
                    <a:lnTo>
                      <a:pt x="79" y="92"/>
                    </a:lnTo>
                    <a:lnTo>
                      <a:pt x="79" y="92"/>
                    </a:lnTo>
                    <a:lnTo>
                      <a:pt x="79" y="94"/>
                    </a:lnTo>
                    <a:lnTo>
                      <a:pt x="79" y="94"/>
                    </a:lnTo>
                    <a:lnTo>
                      <a:pt x="76" y="94"/>
                    </a:lnTo>
                    <a:lnTo>
                      <a:pt x="76" y="94"/>
                    </a:lnTo>
                    <a:lnTo>
                      <a:pt x="76" y="94"/>
                    </a:lnTo>
                    <a:lnTo>
                      <a:pt x="74" y="94"/>
                    </a:lnTo>
                    <a:lnTo>
                      <a:pt x="74" y="97"/>
                    </a:lnTo>
                    <a:lnTo>
                      <a:pt x="74" y="97"/>
                    </a:lnTo>
                    <a:lnTo>
                      <a:pt x="74" y="97"/>
                    </a:lnTo>
                    <a:lnTo>
                      <a:pt x="74" y="97"/>
                    </a:lnTo>
                    <a:lnTo>
                      <a:pt x="71" y="97"/>
                    </a:lnTo>
                    <a:lnTo>
                      <a:pt x="71" y="97"/>
                    </a:lnTo>
                    <a:lnTo>
                      <a:pt x="71" y="97"/>
                    </a:lnTo>
                    <a:lnTo>
                      <a:pt x="71" y="99"/>
                    </a:lnTo>
                    <a:lnTo>
                      <a:pt x="69" y="99"/>
                    </a:lnTo>
                    <a:lnTo>
                      <a:pt x="69" y="99"/>
                    </a:lnTo>
                    <a:lnTo>
                      <a:pt x="69" y="99"/>
                    </a:lnTo>
                    <a:lnTo>
                      <a:pt x="67" y="99"/>
                    </a:lnTo>
                    <a:lnTo>
                      <a:pt x="67" y="99"/>
                    </a:lnTo>
                    <a:lnTo>
                      <a:pt x="67" y="101"/>
                    </a:lnTo>
                    <a:lnTo>
                      <a:pt x="67" y="101"/>
                    </a:lnTo>
                    <a:lnTo>
                      <a:pt x="67" y="101"/>
                    </a:lnTo>
                    <a:lnTo>
                      <a:pt x="64" y="101"/>
                    </a:lnTo>
                    <a:lnTo>
                      <a:pt x="64" y="101"/>
                    </a:lnTo>
                    <a:lnTo>
                      <a:pt x="64" y="101"/>
                    </a:lnTo>
                    <a:lnTo>
                      <a:pt x="62" y="101"/>
                    </a:lnTo>
                    <a:lnTo>
                      <a:pt x="62" y="101"/>
                    </a:lnTo>
                    <a:lnTo>
                      <a:pt x="62" y="104"/>
                    </a:lnTo>
                    <a:lnTo>
                      <a:pt x="62" y="104"/>
                    </a:lnTo>
                    <a:lnTo>
                      <a:pt x="60" y="104"/>
                    </a:lnTo>
                    <a:lnTo>
                      <a:pt x="60" y="104"/>
                    </a:lnTo>
                    <a:lnTo>
                      <a:pt x="60" y="104"/>
                    </a:lnTo>
                    <a:lnTo>
                      <a:pt x="60" y="104"/>
                    </a:lnTo>
                    <a:lnTo>
                      <a:pt x="60" y="106"/>
                    </a:lnTo>
                    <a:lnTo>
                      <a:pt x="57" y="106"/>
                    </a:lnTo>
                    <a:lnTo>
                      <a:pt x="57" y="106"/>
                    </a:lnTo>
                    <a:lnTo>
                      <a:pt x="57" y="106"/>
                    </a:lnTo>
                    <a:lnTo>
                      <a:pt x="55" y="106"/>
                    </a:lnTo>
                    <a:lnTo>
                      <a:pt x="55" y="106"/>
                    </a:lnTo>
                    <a:lnTo>
                      <a:pt x="55" y="109"/>
                    </a:lnTo>
                    <a:lnTo>
                      <a:pt x="55" y="109"/>
                    </a:lnTo>
                    <a:lnTo>
                      <a:pt x="53" y="109"/>
                    </a:lnTo>
                    <a:lnTo>
                      <a:pt x="53" y="109"/>
                    </a:lnTo>
                    <a:lnTo>
                      <a:pt x="53" y="109"/>
                    </a:lnTo>
                    <a:lnTo>
                      <a:pt x="53" y="109"/>
                    </a:lnTo>
                    <a:lnTo>
                      <a:pt x="53" y="111"/>
                    </a:lnTo>
                    <a:lnTo>
                      <a:pt x="50" y="111"/>
                    </a:lnTo>
                    <a:lnTo>
                      <a:pt x="50" y="111"/>
                    </a:lnTo>
                    <a:lnTo>
                      <a:pt x="50" y="111"/>
                    </a:lnTo>
                    <a:lnTo>
                      <a:pt x="48" y="111"/>
                    </a:lnTo>
                    <a:lnTo>
                      <a:pt x="48" y="111"/>
                    </a:lnTo>
                    <a:lnTo>
                      <a:pt x="48" y="111"/>
                    </a:lnTo>
                    <a:lnTo>
                      <a:pt x="48" y="111"/>
                    </a:lnTo>
                    <a:lnTo>
                      <a:pt x="48" y="113"/>
                    </a:lnTo>
                    <a:lnTo>
                      <a:pt x="45" y="113"/>
                    </a:lnTo>
                    <a:lnTo>
                      <a:pt x="45" y="113"/>
                    </a:lnTo>
                    <a:lnTo>
                      <a:pt x="45" y="113"/>
                    </a:lnTo>
                    <a:lnTo>
                      <a:pt x="45" y="113"/>
                    </a:lnTo>
                    <a:lnTo>
                      <a:pt x="43" y="113"/>
                    </a:lnTo>
                    <a:lnTo>
                      <a:pt x="43" y="116"/>
                    </a:lnTo>
                    <a:lnTo>
                      <a:pt x="43" y="116"/>
                    </a:lnTo>
                    <a:lnTo>
                      <a:pt x="41" y="116"/>
                    </a:lnTo>
                    <a:lnTo>
                      <a:pt x="41" y="116"/>
                    </a:lnTo>
                    <a:lnTo>
                      <a:pt x="41" y="116"/>
                    </a:lnTo>
                    <a:lnTo>
                      <a:pt x="41" y="116"/>
                    </a:lnTo>
                    <a:lnTo>
                      <a:pt x="41" y="118"/>
                    </a:lnTo>
                    <a:lnTo>
                      <a:pt x="38" y="118"/>
                    </a:lnTo>
                    <a:lnTo>
                      <a:pt x="38" y="118"/>
                    </a:lnTo>
                    <a:lnTo>
                      <a:pt x="38" y="118"/>
                    </a:lnTo>
                    <a:lnTo>
                      <a:pt x="38" y="118"/>
                    </a:lnTo>
                    <a:lnTo>
                      <a:pt x="36" y="118"/>
                    </a:lnTo>
                    <a:lnTo>
                      <a:pt x="36" y="120"/>
                    </a:lnTo>
                    <a:lnTo>
                      <a:pt x="36" y="120"/>
                    </a:lnTo>
                    <a:lnTo>
                      <a:pt x="36" y="120"/>
                    </a:lnTo>
                    <a:lnTo>
                      <a:pt x="34" y="120"/>
                    </a:lnTo>
                    <a:lnTo>
                      <a:pt x="34" y="120"/>
                    </a:lnTo>
                    <a:lnTo>
                      <a:pt x="34" y="120"/>
                    </a:lnTo>
                    <a:lnTo>
                      <a:pt x="34" y="120"/>
                    </a:lnTo>
                    <a:lnTo>
                      <a:pt x="31" y="120"/>
                    </a:lnTo>
                    <a:lnTo>
                      <a:pt x="31" y="123"/>
                    </a:lnTo>
                    <a:lnTo>
                      <a:pt x="31" y="123"/>
                    </a:lnTo>
                    <a:lnTo>
                      <a:pt x="29" y="123"/>
                    </a:lnTo>
                    <a:lnTo>
                      <a:pt x="29" y="123"/>
                    </a:lnTo>
                    <a:lnTo>
                      <a:pt x="29" y="123"/>
                    </a:lnTo>
                    <a:lnTo>
                      <a:pt x="29" y="123"/>
                    </a:lnTo>
                    <a:lnTo>
                      <a:pt x="29" y="125"/>
                    </a:lnTo>
                    <a:lnTo>
                      <a:pt x="27" y="125"/>
                    </a:lnTo>
                    <a:lnTo>
                      <a:pt x="27" y="125"/>
                    </a:lnTo>
                    <a:lnTo>
                      <a:pt x="27" y="125"/>
                    </a:lnTo>
                    <a:lnTo>
                      <a:pt x="27" y="125"/>
                    </a:lnTo>
                    <a:lnTo>
                      <a:pt x="24" y="125"/>
                    </a:lnTo>
                    <a:lnTo>
                      <a:pt x="24" y="125"/>
                    </a:lnTo>
                    <a:lnTo>
                      <a:pt x="22" y="125"/>
                    </a:lnTo>
                    <a:lnTo>
                      <a:pt x="22" y="125"/>
                    </a:lnTo>
                    <a:lnTo>
                      <a:pt x="22" y="125"/>
                    </a:lnTo>
                    <a:lnTo>
                      <a:pt x="19" y="125"/>
                    </a:lnTo>
                    <a:lnTo>
                      <a:pt x="19" y="125"/>
                    </a:lnTo>
                    <a:lnTo>
                      <a:pt x="19" y="125"/>
                    </a:lnTo>
                    <a:lnTo>
                      <a:pt x="19" y="125"/>
                    </a:lnTo>
                    <a:lnTo>
                      <a:pt x="17" y="125"/>
                    </a:lnTo>
                    <a:lnTo>
                      <a:pt x="17" y="125"/>
                    </a:lnTo>
                    <a:lnTo>
                      <a:pt x="15" y="125"/>
                    </a:lnTo>
                    <a:lnTo>
                      <a:pt x="15" y="123"/>
                    </a:lnTo>
                    <a:lnTo>
                      <a:pt x="15" y="123"/>
                    </a:lnTo>
                    <a:lnTo>
                      <a:pt x="15" y="123"/>
                    </a:lnTo>
                    <a:lnTo>
                      <a:pt x="15" y="123"/>
                    </a:lnTo>
                    <a:lnTo>
                      <a:pt x="15" y="120"/>
                    </a:lnTo>
                    <a:lnTo>
                      <a:pt x="12" y="120"/>
                    </a:lnTo>
                    <a:lnTo>
                      <a:pt x="12" y="120"/>
                    </a:lnTo>
                    <a:lnTo>
                      <a:pt x="12" y="120"/>
                    </a:lnTo>
                    <a:lnTo>
                      <a:pt x="12" y="120"/>
                    </a:lnTo>
                    <a:lnTo>
                      <a:pt x="10" y="120"/>
                    </a:lnTo>
                    <a:lnTo>
                      <a:pt x="10" y="120"/>
                    </a:lnTo>
                    <a:lnTo>
                      <a:pt x="10" y="120"/>
                    </a:lnTo>
                    <a:lnTo>
                      <a:pt x="8" y="120"/>
                    </a:lnTo>
                    <a:lnTo>
                      <a:pt x="8" y="118"/>
                    </a:lnTo>
                    <a:lnTo>
                      <a:pt x="8" y="118"/>
                    </a:lnTo>
                    <a:lnTo>
                      <a:pt x="8" y="118"/>
                    </a:lnTo>
                    <a:lnTo>
                      <a:pt x="8" y="118"/>
                    </a:lnTo>
                    <a:lnTo>
                      <a:pt x="8" y="116"/>
                    </a:lnTo>
                    <a:lnTo>
                      <a:pt x="5" y="116"/>
                    </a:lnTo>
                    <a:lnTo>
                      <a:pt x="5" y="116"/>
                    </a:lnTo>
                    <a:lnTo>
                      <a:pt x="5" y="116"/>
                    </a:lnTo>
                    <a:lnTo>
                      <a:pt x="5" y="116"/>
                    </a:lnTo>
                    <a:lnTo>
                      <a:pt x="5" y="113"/>
                    </a:lnTo>
                    <a:lnTo>
                      <a:pt x="5" y="113"/>
                    </a:lnTo>
                    <a:lnTo>
                      <a:pt x="5" y="113"/>
                    </a:lnTo>
                    <a:lnTo>
                      <a:pt x="5" y="111"/>
                    </a:lnTo>
                    <a:lnTo>
                      <a:pt x="5" y="111"/>
                    </a:lnTo>
                    <a:lnTo>
                      <a:pt x="5" y="111"/>
                    </a:lnTo>
                    <a:lnTo>
                      <a:pt x="5" y="111"/>
                    </a:lnTo>
                    <a:lnTo>
                      <a:pt x="5" y="111"/>
                    </a:lnTo>
                    <a:lnTo>
                      <a:pt x="5" y="109"/>
                    </a:lnTo>
                    <a:lnTo>
                      <a:pt x="5" y="109"/>
                    </a:lnTo>
                    <a:lnTo>
                      <a:pt x="5" y="106"/>
                    </a:lnTo>
                    <a:lnTo>
                      <a:pt x="5" y="106"/>
                    </a:lnTo>
                    <a:lnTo>
                      <a:pt x="5" y="106"/>
                    </a:lnTo>
                    <a:lnTo>
                      <a:pt x="5" y="104"/>
                    </a:lnTo>
                    <a:lnTo>
                      <a:pt x="5" y="104"/>
                    </a:lnTo>
                    <a:lnTo>
                      <a:pt x="5" y="104"/>
                    </a:lnTo>
                    <a:lnTo>
                      <a:pt x="5" y="104"/>
                    </a:lnTo>
                    <a:lnTo>
                      <a:pt x="5" y="101"/>
                    </a:lnTo>
                    <a:lnTo>
                      <a:pt x="5" y="101"/>
                    </a:lnTo>
                    <a:lnTo>
                      <a:pt x="5" y="101"/>
                    </a:lnTo>
                    <a:lnTo>
                      <a:pt x="5" y="101"/>
                    </a:lnTo>
                    <a:lnTo>
                      <a:pt x="5" y="99"/>
                    </a:lnTo>
                    <a:lnTo>
                      <a:pt x="5" y="99"/>
                    </a:lnTo>
                    <a:lnTo>
                      <a:pt x="5" y="99"/>
                    </a:lnTo>
                    <a:lnTo>
                      <a:pt x="5" y="97"/>
                    </a:lnTo>
                    <a:lnTo>
                      <a:pt x="8" y="97"/>
                    </a:lnTo>
                    <a:lnTo>
                      <a:pt x="8" y="97"/>
                    </a:lnTo>
                    <a:lnTo>
                      <a:pt x="8" y="94"/>
                    </a:lnTo>
                    <a:lnTo>
                      <a:pt x="8" y="94"/>
                    </a:lnTo>
                    <a:lnTo>
                      <a:pt x="8" y="94"/>
                    </a:lnTo>
                    <a:lnTo>
                      <a:pt x="8" y="94"/>
                    </a:lnTo>
                    <a:lnTo>
                      <a:pt x="8" y="92"/>
                    </a:lnTo>
                    <a:lnTo>
                      <a:pt x="8" y="92"/>
                    </a:lnTo>
                    <a:lnTo>
                      <a:pt x="8" y="92"/>
                    </a:lnTo>
                    <a:lnTo>
                      <a:pt x="8" y="92"/>
                    </a:lnTo>
                    <a:lnTo>
                      <a:pt x="8" y="90"/>
                    </a:lnTo>
                    <a:lnTo>
                      <a:pt x="8" y="90"/>
                    </a:lnTo>
                    <a:lnTo>
                      <a:pt x="8" y="90"/>
                    </a:lnTo>
                    <a:lnTo>
                      <a:pt x="8" y="90"/>
                    </a:lnTo>
                    <a:lnTo>
                      <a:pt x="8" y="90"/>
                    </a:lnTo>
                    <a:lnTo>
                      <a:pt x="10" y="90"/>
                    </a:lnTo>
                    <a:lnTo>
                      <a:pt x="10" y="87"/>
                    </a:lnTo>
                    <a:lnTo>
                      <a:pt x="10" y="87"/>
                    </a:lnTo>
                    <a:lnTo>
                      <a:pt x="12" y="87"/>
                    </a:lnTo>
                    <a:lnTo>
                      <a:pt x="12" y="87"/>
                    </a:lnTo>
                    <a:lnTo>
                      <a:pt x="12" y="87"/>
                    </a:lnTo>
                    <a:lnTo>
                      <a:pt x="15" y="87"/>
                    </a:lnTo>
                    <a:lnTo>
                      <a:pt x="15" y="87"/>
                    </a:lnTo>
                    <a:lnTo>
                      <a:pt x="15" y="87"/>
                    </a:lnTo>
                    <a:lnTo>
                      <a:pt x="15" y="87"/>
                    </a:lnTo>
                    <a:lnTo>
                      <a:pt x="15" y="87"/>
                    </a:lnTo>
                    <a:lnTo>
                      <a:pt x="15" y="87"/>
                    </a:lnTo>
                    <a:lnTo>
                      <a:pt x="15" y="85"/>
                    </a:lnTo>
                    <a:lnTo>
                      <a:pt x="15" y="85"/>
                    </a:lnTo>
                    <a:lnTo>
                      <a:pt x="15" y="85"/>
                    </a:lnTo>
                    <a:lnTo>
                      <a:pt x="15" y="83"/>
                    </a:lnTo>
                    <a:lnTo>
                      <a:pt x="15" y="83"/>
                    </a:lnTo>
                    <a:lnTo>
                      <a:pt x="17" y="83"/>
                    </a:lnTo>
                    <a:lnTo>
                      <a:pt x="17" y="83"/>
                    </a:lnTo>
                    <a:lnTo>
                      <a:pt x="17" y="83"/>
                    </a:lnTo>
                    <a:lnTo>
                      <a:pt x="19" y="83"/>
                    </a:lnTo>
                    <a:lnTo>
                      <a:pt x="19" y="80"/>
                    </a:lnTo>
                    <a:lnTo>
                      <a:pt x="19" y="80"/>
                    </a:lnTo>
                    <a:lnTo>
                      <a:pt x="19" y="80"/>
                    </a:lnTo>
                    <a:lnTo>
                      <a:pt x="19" y="80"/>
                    </a:lnTo>
                    <a:lnTo>
                      <a:pt x="19" y="80"/>
                    </a:lnTo>
                    <a:lnTo>
                      <a:pt x="22" y="80"/>
                    </a:lnTo>
                    <a:lnTo>
                      <a:pt x="22" y="78"/>
                    </a:lnTo>
                    <a:lnTo>
                      <a:pt x="22" y="78"/>
                    </a:lnTo>
                    <a:lnTo>
                      <a:pt x="19" y="78"/>
                    </a:lnTo>
                    <a:lnTo>
                      <a:pt x="19" y="75"/>
                    </a:lnTo>
                    <a:lnTo>
                      <a:pt x="19" y="75"/>
                    </a:lnTo>
                    <a:lnTo>
                      <a:pt x="19" y="75"/>
                    </a:lnTo>
                    <a:lnTo>
                      <a:pt x="19" y="73"/>
                    </a:lnTo>
                    <a:lnTo>
                      <a:pt x="19" y="73"/>
                    </a:lnTo>
                    <a:lnTo>
                      <a:pt x="19" y="71"/>
                    </a:lnTo>
                    <a:lnTo>
                      <a:pt x="19" y="71"/>
                    </a:lnTo>
                    <a:lnTo>
                      <a:pt x="17" y="71"/>
                    </a:lnTo>
                    <a:lnTo>
                      <a:pt x="17" y="71"/>
                    </a:lnTo>
                    <a:lnTo>
                      <a:pt x="17" y="71"/>
                    </a:lnTo>
                    <a:lnTo>
                      <a:pt x="15" y="71"/>
                    </a:lnTo>
                    <a:lnTo>
                      <a:pt x="15" y="71"/>
                    </a:lnTo>
                    <a:lnTo>
                      <a:pt x="17" y="71"/>
                    </a:lnTo>
                    <a:lnTo>
                      <a:pt x="17" y="68"/>
                    </a:lnTo>
                    <a:lnTo>
                      <a:pt x="17" y="68"/>
                    </a:lnTo>
                    <a:lnTo>
                      <a:pt x="17" y="68"/>
                    </a:lnTo>
                    <a:lnTo>
                      <a:pt x="17" y="68"/>
                    </a:lnTo>
                    <a:lnTo>
                      <a:pt x="15" y="68"/>
                    </a:lnTo>
                    <a:lnTo>
                      <a:pt x="15" y="66"/>
                    </a:lnTo>
                    <a:lnTo>
                      <a:pt x="15" y="66"/>
                    </a:lnTo>
                    <a:lnTo>
                      <a:pt x="15" y="66"/>
                    </a:lnTo>
                    <a:lnTo>
                      <a:pt x="15" y="68"/>
                    </a:lnTo>
                    <a:lnTo>
                      <a:pt x="12" y="68"/>
                    </a:lnTo>
                    <a:lnTo>
                      <a:pt x="12" y="68"/>
                    </a:lnTo>
                    <a:lnTo>
                      <a:pt x="12" y="68"/>
                    </a:lnTo>
                    <a:lnTo>
                      <a:pt x="10" y="68"/>
                    </a:lnTo>
                    <a:lnTo>
                      <a:pt x="10" y="68"/>
                    </a:lnTo>
                    <a:lnTo>
                      <a:pt x="8" y="68"/>
                    </a:lnTo>
                    <a:lnTo>
                      <a:pt x="8" y="68"/>
                    </a:lnTo>
                    <a:lnTo>
                      <a:pt x="8" y="66"/>
                    </a:lnTo>
                    <a:lnTo>
                      <a:pt x="8" y="66"/>
                    </a:lnTo>
                    <a:lnTo>
                      <a:pt x="5" y="66"/>
                    </a:lnTo>
                    <a:lnTo>
                      <a:pt x="5" y="66"/>
                    </a:lnTo>
                    <a:lnTo>
                      <a:pt x="5" y="64"/>
                    </a:lnTo>
                    <a:lnTo>
                      <a:pt x="5" y="64"/>
                    </a:lnTo>
                    <a:lnTo>
                      <a:pt x="5" y="64"/>
                    </a:lnTo>
                    <a:lnTo>
                      <a:pt x="5" y="61"/>
                    </a:lnTo>
                    <a:lnTo>
                      <a:pt x="5" y="61"/>
                    </a:lnTo>
                    <a:lnTo>
                      <a:pt x="5" y="61"/>
                    </a:lnTo>
                    <a:lnTo>
                      <a:pt x="5" y="59"/>
                    </a:lnTo>
                    <a:lnTo>
                      <a:pt x="5" y="59"/>
                    </a:lnTo>
                    <a:lnTo>
                      <a:pt x="5" y="56"/>
                    </a:lnTo>
                    <a:lnTo>
                      <a:pt x="5" y="56"/>
                    </a:lnTo>
                    <a:lnTo>
                      <a:pt x="5" y="54"/>
                    </a:lnTo>
                    <a:lnTo>
                      <a:pt x="5" y="54"/>
                    </a:lnTo>
                    <a:lnTo>
                      <a:pt x="5" y="54"/>
                    </a:lnTo>
                    <a:lnTo>
                      <a:pt x="5" y="52"/>
                    </a:lnTo>
                    <a:lnTo>
                      <a:pt x="5" y="52"/>
                    </a:lnTo>
                    <a:lnTo>
                      <a:pt x="5" y="52"/>
                    </a:lnTo>
                    <a:lnTo>
                      <a:pt x="5" y="49"/>
                    </a:lnTo>
                    <a:lnTo>
                      <a:pt x="5" y="49"/>
                    </a:lnTo>
                    <a:lnTo>
                      <a:pt x="5" y="47"/>
                    </a:lnTo>
                    <a:lnTo>
                      <a:pt x="5" y="47"/>
                    </a:lnTo>
                    <a:lnTo>
                      <a:pt x="5" y="47"/>
                    </a:lnTo>
                    <a:lnTo>
                      <a:pt x="5" y="47"/>
                    </a:lnTo>
                    <a:lnTo>
                      <a:pt x="3" y="47"/>
                    </a:lnTo>
                    <a:lnTo>
                      <a:pt x="3" y="45"/>
                    </a:lnTo>
                    <a:lnTo>
                      <a:pt x="3" y="45"/>
                    </a:lnTo>
                    <a:lnTo>
                      <a:pt x="3" y="45"/>
                    </a:lnTo>
                    <a:lnTo>
                      <a:pt x="0" y="45"/>
                    </a:lnTo>
                    <a:lnTo>
                      <a:pt x="0" y="42"/>
                    </a:lnTo>
                    <a:lnTo>
                      <a:pt x="0" y="42"/>
                    </a:lnTo>
                    <a:lnTo>
                      <a:pt x="3" y="42"/>
                    </a:lnTo>
                    <a:lnTo>
                      <a:pt x="3" y="42"/>
                    </a:lnTo>
                    <a:lnTo>
                      <a:pt x="3" y="40"/>
                    </a:lnTo>
                    <a:lnTo>
                      <a:pt x="3" y="40"/>
                    </a:lnTo>
                    <a:lnTo>
                      <a:pt x="3" y="40"/>
                    </a:lnTo>
                    <a:lnTo>
                      <a:pt x="5" y="40"/>
                    </a:lnTo>
                    <a:lnTo>
                      <a:pt x="5" y="38"/>
                    </a:lnTo>
                    <a:lnTo>
                      <a:pt x="3" y="38"/>
                    </a:lnTo>
                    <a:lnTo>
                      <a:pt x="3" y="38"/>
                    </a:lnTo>
                    <a:lnTo>
                      <a:pt x="3" y="35"/>
                    </a:lnTo>
                    <a:lnTo>
                      <a:pt x="5" y="35"/>
                    </a:lnTo>
                    <a:lnTo>
                      <a:pt x="5" y="35"/>
                    </a:lnTo>
                    <a:lnTo>
                      <a:pt x="5" y="35"/>
                    </a:lnTo>
                    <a:lnTo>
                      <a:pt x="5" y="33"/>
                    </a:lnTo>
                    <a:lnTo>
                      <a:pt x="5" y="33"/>
                    </a:lnTo>
                    <a:lnTo>
                      <a:pt x="5" y="35"/>
                    </a:lnTo>
                    <a:lnTo>
                      <a:pt x="8" y="35"/>
                    </a:lnTo>
                    <a:lnTo>
                      <a:pt x="8" y="35"/>
                    </a:lnTo>
                    <a:lnTo>
                      <a:pt x="8" y="35"/>
                    </a:lnTo>
                    <a:lnTo>
                      <a:pt x="8" y="35"/>
                    </a:lnTo>
                    <a:lnTo>
                      <a:pt x="10" y="35"/>
                    </a:lnTo>
                    <a:lnTo>
                      <a:pt x="10" y="35"/>
                    </a:lnTo>
                    <a:lnTo>
                      <a:pt x="10" y="38"/>
                    </a:lnTo>
                    <a:lnTo>
                      <a:pt x="12" y="38"/>
                    </a:lnTo>
                    <a:lnTo>
                      <a:pt x="12" y="35"/>
                    </a:lnTo>
                    <a:lnTo>
                      <a:pt x="12" y="35"/>
                    </a:lnTo>
                    <a:lnTo>
                      <a:pt x="12" y="35"/>
                    </a:lnTo>
                    <a:lnTo>
                      <a:pt x="12" y="33"/>
                    </a:lnTo>
                    <a:lnTo>
                      <a:pt x="12" y="33"/>
                    </a:lnTo>
                    <a:lnTo>
                      <a:pt x="15" y="33"/>
                    </a:lnTo>
                    <a:lnTo>
                      <a:pt x="15" y="33"/>
                    </a:lnTo>
                    <a:lnTo>
                      <a:pt x="15" y="33"/>
                    </a:lnTo>
                    <a:lnTo>
                      <a:pt x="15" y="33"/>
                    </a:lnTo>
                    <a:lnTo>
                      <a:pt x="15" y="30"/>
                    </a:lnTo>
                    <a:lnTo>
                      <a:pt x="15" y="30"/>
                    </a:lnTo>
                    <a:lnTo>
                      <a:pt x="15" y="30"/>
                    </a:lnTo>
                    <a:lnTo>
                      <a:pt x="15" y="28"/>
                    </a:lnTo>
                    <a:lnTo>
                      <a:pt x="15" y="28"/>
                    </a:lnTo>
                    <a:lnTo>
                      <a:pt x="17" y="28"/>
                    </a:lnTo>
                    <a:lnTo>
                      <a:pt x="17" y="28"/>
                    </a:lnTo>
                    <a:lnTo>
                      <a:pt x="19" y="28"/>
                    </a:lnTo>
                    <a:lnTo>
                      <a:pt x="19" y="26"/>
                    </a:lnTo>
                    <a:lnTo>
                      <a:pt x="19" y="26"/>
                    </a:lnTo>
                    <a:lnTo>
                      <a:pt x="19" y="26"/>
                    </a:lnTo>
                    <a:lnTo>
                      <a:pt x="19" y="28"/>
                    </a:lnTo>
                    <a:lnTo>
                      <a:pt x="22" y="28"/>
                    </a:lnTo>
                    <a:lnTo>
                      <a:pt x="22" y="28"/>
                    </a:lnTo>
                    <a:lnTo>
                      <a:pt x="22" y="26"/>
                    </a:lnTo>
                    <a:lnTo>
                      <a:pt x="22" y="26"/>
                    </a:lnTo>
                    <a:lnTo>
                      <a:pt x="22" y="26"/>
                    </a:lnTo>
                    <a:lnTo>
                      <a:pt x="22" y="26"/>
                    </a:lnTo>
                    <a:lnTo>
                      <a:pt x="22" y="23"/>
                    </a:lnTo>
                    <a:lnTo>
                      <a:pt x="22" y="23"/>
                    </a:lnTo>
                    <a:lnTo>
                      <a:pt x="22" y="23"/>
                    </a:lnTo>
                    <a:lnTo>
                      <a:pt x="19" y="23"/>
                    </a:lnTo>
                    <a:lnTo>
                      <a:pt x="19" y="21"/>
                    </a:lnTo>
                    <a:lnTo>
                      <a:pt x="19" y="21"/>
                    </a:lnTo>
                    <a:lnTo>
                      <a:pt x="19" y="21"/>
                    </a:lnTo>
                    <a:lnTo>
                      <a:pt x="19" y="21"/>
                    </a:lnTo>
                    <a:lnTo>
                      <a:pt x="19" y="21"/>
                    </a:lnTo>
                    <a:lnTo>
                      <a:pt x="19" y="19"/>
                    </a:lnTo>
                    <a:lnTo>
                      <a:pt x="19" y="19"/>
                    </a:lnTo>
                    <a:lnTo>
                      <a:pt x="19" y="16"/>
                    </a:lnTo>
                    <a:lnTo>
                      <a:pt x="19" y="16"/>
                    </a:lnTo>
                    <a:lnTo>
                      <a:pt x="22" y="16"/>
                    </a:lnTo>
                    <a:lnTo>
                      <a:pt x="22" y="14"/>
                    </a:lnTo>
                    <a:lnTo>
                      <a:pt x="22" y="14"/>
                    </a:lnTo>
                    <a:lnTo>
                      <a:pt x="22" y="11"/>
                    </a:lnTo>
                    <a:lnTo>
                      <a:pt x="22" y="11"/>
                    </a:lnTo>
                    <a:lnTo>
                      <a:pt x="22" y="11"/>
                    </a:lnTo>
                    <a:lnTo>
                      <a:pt x="22" y="11"/>
                    </a:lnTo>
                    <a:lnTo>
                      <a:pt x="24" y="11"/>
                    </a:lnTo>
                    <a:lnTo>
                      <a:pt x="24" y="11"/>
                    </a:lnTo>
                    <a:lnTo>
                      <a:pt x="24" y="11"/>
                    </a:lnTo>
                    <a:lnTo>
                      <a:pt x="27" y="11"/>
                    </a:lnTo>
                    <a:lnTo>
                      <a:pt x="27" y="11"/>
                    </a:lnTo>
                    <a:lnTo>
                      <a:pt x="27" y="11"/>
                    </a:lnTo>
                    <a:lnTo>
                      <a:pt x="29" y="11"/>
                    </a:lnTo>
                    <a:lnTo>
                      <a:pt x="29" y="14"/>
                    </a:lnTo>
                    <a:lnTo>
                      <a:pt x="29" y="14"/>
                    </a:lnTo>
                    <a:lnTo>
                      <a:pt x="29" y="14"/>
                    </a:lnTo>
                    <a:lnTo>
                      <a:pt x="29" y="14"/>
                    </a:lnTo>
                    <a:lnTo>
                      <a:pt x="29" y="16"/>
                    </a:lnTo>
                    <a:lnTo>
                      <a:pt x="29" y="16"/>
                    </a:lnTo>
                    <a:lnTo>
                      <a:pt x="31" y="16"/>
                    </a:lnTo>
                    <a:lnTo>
                      <a:pt x="31" y="16"/>
                    </a:lnTo>
                    <a:lnTo>
                      <a:pt x="31" y="16"/>
                    </a:lnTo>
                    <a:lnTo>
                      <a:pt x="34" y="16"/>
                    </a:lnTo>
                    <a:lnTo>
                      <a:pt x="34" y="16"/>
                    </a:lnTo>
                    <a:lnTo>
                      <a:pt x="34" y="16"/>
                    </a:lnTo>
                    <a:lnTo>
                      <a:pt x="36" y="16"/>
                    </a:lnTo>
                    <a:lnTo>
                      <a:pt x="36" y="16"/>
                    </a:lnTo>
                    <a:lnTo>
                      <a:pt x="38" y="16"/>
                    </a:lnTo>
                    <a:lnTo>
                      <a:pt x="38" y="16"/>
                    </a:lnTo>
                    <a:lnTo>
                      <a:pt x="38" y="16"/>
                    </a:lnTo>
                    <a:lnTo>
                      <a:pt x="38" y="16"/>
                    </a:lnTo>
                    <a:lnTo>
                      <a:pt x="41" y="16"/>
                    </a:lnTo>
                    <a:lnTo>
                      <a:pt x="41" y="16"/>
                    </a:lnTo>
                    <a:lnTo>
                      <a:pt x="41" y="16"/>
                    </a:lnTo>
                    <a:lnTo>
                      <a:pt x="41" y="14"/>
                    </a:lnTo>
                    <a:lnTo>
                      <a:pt x="41" y="14"/>
                    </a:lnTo>
                    <a:lnTo>
                      <a:pt x="43" y="14"/>
                    </a:lnTo>
                    <a:lnTo>
                      <a:pt x="43" y="14"/>
                    </a:lnTo>
                    <a:lnTo>
                      <a:pt x="43" y="14"/>
                    </a:lnTo>
                    <a:lnTo>
                      <a:pt x="45" y="14"/>
                    </a:lnTo>
                    <a:lnTo>
                      <a:pt x="45" y="14"/>
                    </a:lnTo>
                    <a:lnTo>
                      <a:pt x="45" y="14"/>
                    </a:lnTo>
                    <a:lnTo>
                      <a:pt x="48" y="14"/>
                    </a:lnTo>
                    <a:lnTo>
                      <a:pt x="48" y="11"/>
                    </a:lnTo>
                    <a:lnTo>
                      <a:pt x="48" y="11"/>
                    </a:lnTo>
                    <a:lnTo>
                      <a:pt x="48" y="11"/>
                    </a:lnTo>
                    <a:lnTo>
                      <a:pt x="50" y="11"/>
                    </a:lnTo>
                    <a:lnTo>
                      <a:pt x="50" y="11"/>
                    </a:lnTo>
                    <a:lnTo>
                      <a:pt x="50" y="11"/>
                    </a:lnTo>
                    <a:lnTo>
                      <a:pt x="53" y="11"/>
                    </a:lnTo>
                    <a:lnTo>
                      <a:pt x="53" y="11"/>
                    </a:lnTo>
                    <a:lnTo>
                      <a:pt x="53" y="11"/>
                    </a:lnTo>
                    <a:lnTo>
                      <a:pt x="53" y="11"/>
                    </a:lnTo>
                    <a:lnTo>
                      <a:pt x="55" y="11"/>
                    </a:lnTo>
                    <a:lnTo>
                      <a:pt x="55" y="9"/>
                    </a:lnTo>
                    <a:lnTo>
                      <a:pt x="55" y="9"/>
                    </a:lnTo>
                    <a:lnTo>
                      <a:pt x="55" y="9"/>
                    </a:lnTo>
                    <a:lnTo>
                      <a:pt x="57" y="9"/>
                    </a:lnTo>
                    <a:lnTo>
                      <a:pt x="57" y="9"/>
                    </a:lnTo>
                    <a:lnTo>
                      <a:pt x="60" y="9"/>
                    </a:lnTo>
                    <a:lnTo>
                      <a:pt x="60" y="9"/>
                    </a:lnTo>
                    <a:lnTo>
                      <a:pt x="60" y="11"/>
                    </a:lnTo>
                    <a:lnTo>
                      <a:pt x="60" y="11"/>
                    </a:lnTo>
                    <a:lnTo>
                      <a:pt x="62" y="11"/>
                    </a:lnTo>
                    <a:lnTo>
                      <a:pt x="62" y="11"/>
                    </a:lnTo>
                    <a:lnTo>
                      <a:pt x="62" y="11"/>
                    </a:lnTo>
                    <a:lnTo>
                      <a:pt x="62" y="11"/>
                    </a:lnTo>
                    <a:lnTo>
                      <a:pt x="62" y="11"/>
                    </a:lnTo>
                    <a:lnTo>
                      <a:pt x="64" y="11"/>
                    </a:lnTo>
                    <a:lnTo>
                      <a:pt x="64" y="14"/>
                    </a:lnTo>
                    <a:lnTo>
                      <a:pt x="64" y="14"/>
                    </a:lnTo>
                    <a:lnTo>
                      <a:pt x="67" y="14"/>
                    </a:lnTo>
                    <a:lnTo>
                      <a:pt x="67" y="14"/>
                    </a:lnTo>
                    <a:lnTo>
                      <a:pt x="67" y="14"/>
                    </a:lnTo>
                    <a:lnTo>
                      <a:pt x="67" y="14"/>
                    </a:lnTo>
                    <a:lnTo>
                      <a:pt x="69" y="14"/>
                    </a:lnTo>
                    <a:lnTo>
                      <a:pt x="69" y="14"/>
                    </a:lnTo>
                    <a:lnTo>
                      <a:pt x="71" y="14"/>
                    </a:lnTo>
                    <a:lnTo>
                      <a:pt x="71" y="14"/>
                    </a:lnTo>
                    <a:lnTo>
                      <a:pt x="71" y="14"/>
                    </a:lnTo>
                    <a:lnTo>
                      <a:pt x="74" y="14"/>
                    </a:lnTo>
                    <a:lnTo>
                      <a:pt x="74" y="14"/>
                    </a:lnTo>
                    <a:lnTo>
                      <a:pt x="74" y="14"/>
                    </a:lnTo>
                    <a:lnTo>
                      <a:pt x="74" y="16"/>
                    </a:lnTo>
                    <a:lnTo>
                      <a:pt x="76" y="16"/>
                    </a:lnTo>
                    <a:lnTo>
                      <a:pt x="76" y="16"/>
                    </a:lnTo>
                    <a:lnTo>
                      <a:pt x="79" y="16"/>
                    </a:lnTo>
                    <a:lnTo>
                      <a:pt x="79" y="16"/>
                    </a:lnTo>
                    <a:lnTo>
                      <a:pt x="79" y="16"/>
                    </a:lnTo>
                    <a:lnTo>
                      <a:pt x="79" y="14"/>
                    </a:lnTo>
                    <a:lnTo>
                      <a:pt x="81" y="14"/>
                    </a:lnTo>
                    <a:lnTo>
                      <a:pt x="81" y="14"/>
                    </a:lnTo>
                    <a:lnTo>
                      <a:pt x="81" y="14"/>
                    </a:lnTo>
                    <a:lnTo>
                      <a:pt x="83" y="14"/>
                    </a:lnTo>
                    <a:lnTo>
                      <a:pt x="83" y="14"/>
                    </a:lnTo>
                    <a:lnTo>
                      <a:pt x="86" y="14"/>
                    </a:lnTo>
                    <a:lnTo>
                      <a:pt x="86" y="14"/>
                    </a:lnTo>
                    <a:lnTo>
                      <a:pt x="86" y="14"/>
                    </a:lnTo>
                    <a:lnTo>
                      <a:pt x="86" y="14"/>
                    </a:lnTo>
                    <a:lnTo>
                      <a:pt x="88" y="14"/>
                    </a:lnTo>
                    <a:lnTo>
                      <a:pt x="88" y="14"/>
                    </a:lnTo>
                    <a:lnTo>
                      <a:pt x="88" y="14"/>
                    </a:lnTo>
                    <a:lnTo>
                      <a:pt x="90" y="14"/>
                    </a:lnTo>
                    <a:lnTo>
                      <a:pt x="90" y="14"/>
                    </a:lnTo>
                    <a:lnTo>
                      <a:pt x="90" y="11"/>
                    </a:lnTo>
                    <a:lnTo>
                      <a:pt x="93" y="11"/>
                    </a:lnTo>
                    <a:lnTo>
                      <a:pt x="93" y="11"/>
                    </a:lnTo>
                    <a:lnTo>
                      <a:pt x="93" y="11"/>
                    </a:lnTo>
                    <a:lnTo>
                      <a:pt x="93" y="11"/>
                    </a:lnTo>
                    <a:lnTo>
                      <a:pt x="95" y="11"/>
                    </a:lnTo>
                    <a:lnTo>
                      <a:pt x="95" y="11"/>
                    </a:lnTo>
                    <a:lnTo>
                      <a:pt x="95" y="11"/>
                    </a:lnTo>
                    <a:lnTo>
                      <a:pt x="95" y="11"/>
                    </a:lnTo>
                    <a:lnTo>
                      <a:pt x="98" y="11"/>
                    </a:lnTo>
                    <a:lnTo>
                      <a:pt x="98" y="11"/>
                    </a:lnTo>
                    <a:lnTo>
                      <a:pt x="98" y="9"/>
                    </a:lnTo>
                    <a:lnTo>
                      <a:pt x="100" y="9"/>
                    </a:lnTo>
                    <a:lnTo>
                      <a:pt x="100" y="9"/>
                    </a:lnTo>
                    <a:lnTo>
                      <a:pt x="100" y="9"/>
                    </a:lnTo>
                    <a:lnTo>
                      <a:pt x="100" y="9"/>
                    </a:lnTo>
                    <a:lnTo>
                      <a:pt x="102" y="9"/>
                    </a:lnTo>
                    <a:lnTo>
                      <a:pt x="102" y="7"/>
                    </a:lnTo>
                    <a:lnTo>
                      <a:pt x="102" y="7"/>
                    </a:lnTo>
                    <a:lnTo>
                      <a:pt x="102" y="7"/>
                    </a:lnTo>
                    <a:lnTo>
                      <a:pt x="105" y="7"/>
                    </a:lnTo>
                    <a:lnTo>
                      <a:pt x="105" y="7"/>
                    </a:lnTo>
                    <a:lnTo>
                      <a:pt x="105" y="7"/>
                    </a:lnTo>
                    <a:lnTo>
                      <a:pt x="107" y="7"/>
                    </a:lnTo>
                    <a:lnTo>
                      <a:pt x="107" y="7"/>
                    </a:lnTo>
                    <a:lnTo>
                      <a:pt x="107" y="4"/>
                    </a:lnTo>
                    <a:lnTo>
                      <a:pt x="107" y="4"/>
                    </a:lnTo>
                    <a:lnTo>
                      <a:pt x="109" y="4"/>
                    </a:lnTo>
                    <a:lnTo>
                      <a:pt x="109" y="4"/>
                    </a:lnTo>
                    <a:lnTo>
                      <a:pt x="109" y="4"/>
                    </a:lnTo>
                    <a:lnTo>
                      <a:pt x="112" y="4"/>
                    </a:lnTo>
                    <a:lnTo>
                      <a:pt x="112" y="4"/>
                    </a:lnTo>
                    <a:lnTo>
                      <a:pt x="112" y="4"/>
                    </a:lnTo>
                    <a:lnTo>
                      <a:pt x="114" y="4"/>
                    </a:lnTo>
                    <a:lnTo>
                      <a:pt x="114" y="4"/>
                    </a:lnTo>
                    <a:lnTo>
                      <a:pt x="114" y="4"/>
                    </a:lnTo>
                    <a:lnTo>
                      <a:pt x="116" y="4"/>
                    </a:lnTo>
                    <a:lnTo>
                      <a:pt x="116" y="4"/>
                    </a:lnTo>
                    <a:lnTo>
                      <a:pt x="116" y="4"/>
                    </a:lnTo>
                    <a:lnTo>
                      <a:pt x="119" y="4"/>
                    </a:lnTo>
                    <a:lnTo>
                      <a:pt x="119" y="4"/>
                    </a:lnTo>
                    <a:lnTo>
                      <a:pt x="119" y="4"/>
                    </a:lnTo>
                    <a:lnTo>
                      <a:pt x="121" y="4"/>
                    </a:lnTo>
                    <a:lnTo>
                      <a:pt x="121" y="4"/>
                    </a:lnTo>
                    <a:lnTo>
                      <a:pt x="121" y="4"/>
                    </a:lnTo>
                    <a:lnTo>
                      <a:pt x="124" y="4"/>
                    </a:lnTo>
                    <a:lnTo>
                      <a:pt x="124" y="4"/>
                    </a:lnTo>
                    <a:lnTo>
                      <a:pt x="126" y="4"/>
                    </a:lnTo>
                    <a:lnTo>
                      <a:pt x="126" y="4"/>
                    </a:lnTo>
                    <a:lnTo>
                      <a:pt x="126" y="4"/>
                    </a:lnTo>
                    <a:lnTo>
                      <a:pt x="128" y="4"/>
                    </a:lnTo>
                    <a:lnTo>
                      <a:pt x="128" y="4"/>
                    </a:lnTo>
                    <a:lnTo>
                      <a:pt x="128" y="4"/>
                    </a:lnTo>
                    <a:lnTo>
                      <a:pt x="128" y="4"/>
                    </a:lnTo>
                    <a:lnTo>
                      <a:pt x="131" y="4"/>
                    </a:lnTo>
                    <a:lnTo>
                      <a:pt x="131" y="4"/>
                    </a:lnTo>
                    <a:lnTo>
                      <a:pt x="133" y="4"/>
                    </a:lnTo>
                    <a:lnTo>
                      <a:pt x="133" y="4"/>
                    </a:lnTo>
                    <a:lnTo>
                      <a:pt x="133" y="4"/>
                    </a:lnTo>
                    <a:lnTo>
                      <a:pt x="135" y="4"/>
                    </a:lnTo>
                    <a:lnTo>
                      <a:pt x="135" y="2"/>
                    </a:lnTo>
                    <a:lnTo>
                      <a:pt x="135" y="2"/>
                    </a:lnTo>
                    <a:lnTo>
                      <a:pt x="135" y="2"/>
                    </a:lnTo>
                    <a:lnTo>
                      <a:pt x="138" y="2"/>
                    </a:lnTo>
                    <a:lnTo>
                      <a:pt x="138" y="2"/>
                    </a:lnTo>
                    <a:lnTo>
                      <a:pt x="138" y="2"/>
                    </a:lnTo>
                    <a:lnTo>
                      <a:pt x="140" y="2"/>
                    </a:lnTo>
                    <a:lnTo>
                      <a:pt x="140" y="2"/>
                    </a:lnTo>
                    <a:lnTo>
                      <a:pt x="140" y="2"/>
                    </a:lnTo>
                    <a:lnTo>
                      <a:pt x="140" y="0"/>
                    </a:lnTo>
                    <a:lnTo>
                      <a:pt x="140" y="0"/>
                    </a:lnTo>
                    <a:lnTo>
                      <a:pt x="142" y="0"/>
                    </a:lnTo>
                    <a:lnTo>
                      <a:pt x="142" y="0"/>
                    </a:lnTo>
                    <a:lnTo>
                      <a:pt x="142" y="2"/>
                    </a:lnTo>
                    <a:lnTo>
                      <a:pt x="145" y="2"/>
                    </a:lnTo>
                    <a:lnTo>
                      <a:pt x="145" y="2"/>
                    </a:lnTo>
                    <a:lnTo>
                      <a:pt x="145" y="2"/>
                    </a:lnTo>
                    <a:lnTo>
                      <a:pt x="145" y="4"/>
                    </a:lnTo>
                    <a:lnTo>
                      <a:pt x="145" y="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4" name="Freeform 42"/>
              <p:cNvSpPr>
                <a:spLocks/>
              </p:cNvSpPr>
              <p:nvPr/>
            </p:nvSpPr>
            <p:spPr bwMode="auto">
              <a:xfrm>
                <a:off x="1595" y="1808"/>
                <a:ext cx="145" cy="125"/>
              </a:xfrm>
              <a:custGeom>
                <a:avLst/>
                <a:gdLst/>
                <a:ahLst/>
                <a:cxnLst>
                  <a:cxn ang="0">
                    <a:pos x="140" y="9"/>
                  </a:cxn>
                  <a:cxn ang="0">
                    <a:pos x="135" y="16"/>
                  </a:cxn>
                  <a:cxn ang="0">
                    <a:pos x="128" y="19"/>
                  </a:cxn>
                  <a:cxn ang="0">
                    <a:pos x="121" y="23"/>
                  </a:cxn>
                  <a:cxn ang="0">
                    <a:pos x="121" y="30"/>
                  </a:cxn>
                  <a:cxn ang="0">
                    <a:pos x="124" y="42"/>
                  </a:cxn>
                  <a:cxn ang="0">
                    <a:pos x="121" y="49"/>
                  </a:cxn>
                  <a:cxn ang="0">
                    <a:pos x="121" y="59"/>
                  </a:cxn>
                  <a:cxn ang="0">
                    <a:pos x="119" y="68"/>
                  </a:cxn>
                  <a:cxn ang="0">
                    <a:pos x="114" y="73"/>
                  </a:cxn>
                  <a:cxn ang="0">
                    <a:pos x="107" y="78"/>
                  </a:cxn>
                  <a:cxn ang="0">
                    <a:pos x="100" y="80"/>
                  </a:cxn>
                  <a:cxn ang="0">
                    <a:pos x="93" y="85"/>
                  </a:cxn>
                  <a:cxn ang="0">
                    <a:pos x="86" y="90"/>
                  </a:cxn>
                  <a:cxn ang="0">
                    <a:pos x="81" y="92"/>
                  </a:cxn>
                  <a:cxn ang="0">
                    <a:pos x="74" y="97"/>
                  </a:cxn>
                  <a:cxn ang="0">
                    <a:pos x="67" y="101"/>
                  </a:cxn>
                  <a:cxn ang="0">
                    <a:pos x="60" y="104"/>
                  </a:cxn>
                  <a:cxn ang="0">
                    <a:pos x="53" y="109"/>
                  </a:cxn>
                  <a:cxn ang="0">
                    <a:pos x="48" y="111"/>
                  </a:cxn>
                  <a:cxn ang="0">
                    <a:pos x="41" y="116"/>
                  </a:cxn>
                  <a:cxn ang="0">
                    <a:pos x="34" y="120"/>
                  </a:cxn>
                  <a:cxn ang="0">
                    <a:pos x="29" y="125"/>
                  </a:cxn>
                  <a:cxn ang="0">
                    <a:pos x="19" y="125"/>
                  </a:cxn>
                  <a:cxn ang="0">
                    <a:pos x="12" y="120"/>
                  </a:cxn>
                  <a:cxn ang="0">
                    <a:pos x="8" y="118"/>
                  </a:cxn>
                  <a:cxn ang="0">
                    <a:pos x="5" y="111"/>
                  </a:cxn>
                  <a:cxn ang="0">
                    <a:pos x="5" y="104"/>
                  </a:cxn>
                  <a:cxn ang="0">
                    <a:pos x="8" y="94"/>
                  </a:cxn>
                  <a:cxn ang="0">
                    <a:pos x="8" y="90"/>
                  </a:cxn>
                  <a:cxn ang="0">
                    <a:pos x="15" y="87"/>
                  </a:cxn>
                  <a:cxn ang="0">
                    <a:pos x="19" y="83"/>
                  </a:cxn>
                  <a:cxn ang="0">
                    <a:pos x="19" y="75"/>
                  </a:cxn>
                  <a:cxn ang="0">
                    <a:pos x="17" y="71"/>
                  </a:cxn>
                  <a:cxn ang="0">
                    <a:pos x="12" y="68"/>
                  </a:cxn>
                  <a:cxn ang="0">
                    <a:pos x="5" y="64"/>
                  </a:cxn>
                  <a:cxn ang="0">
                    <a:pos x="5" y="54"/>
                  </a:cxn>
                  <a:cxn ang="0">
                    <a:pos x="3" y="45"/>
                  </a:cxn>
                  <a:cxn ang="0">
                    <a:pos x="5" y="40"/>
                  </a:cxn>
                  <a:cxn ang="0">
                    <a:pos x="8" y="35"/>
                  </a:cxn>
                  <a:cxn ang="0">
                    <a:pos x="12" y="33"/>
                  </a:cxn>
                  <a:cxn ang="0">
                    <a:pos x="17" y="28"/>
                  </a:cxn>
                  <a:cxn ang="0">
                    <a:pos x="22" y="26"/>
                  </a:cxn>
                  <a:cxn ang="0">
                    <a:pos x="19" y="19"/>
                  </a:cxn>
                  <a:cxn ang="0">
                    <a:pos x="24" y="11"/>
                  </a:cxn>
                  <a:cxn ang="0">
                    <a:pos x="29" y="16"/>
                  </a:cxn>
                  <a:cxn ang="0">
                    <a:pos x="38" y="16"/>
                  </a:cxn>
                  <a:cxn ang="0">
                    <a:pos x="45" y="14"/>
                  </a:cxn>
                  <a:cxn ang="0">
                    <a:pos x="53" y="11"/>
                  </a:cxn>
                  <a:cxn ang="0">
                    <a:pos x="60" y="11"/>
                  </a:cxn>
                  <a:cxn ang="0">
                    <a:pos x="67" y="14"/>
                  </a:cxn>
                  <a:cxn ang="0">
                    <a:pos x="74" y="16"/>
                  </a:cxn>
                  <a:cxn ang="0">
                    <a:pos x="83" y="14"/>
                  </a:cxn>
                  <a:cxn ang="0">
                    <a:pos x="93" y="11"/>
                  </a:cxn>
                  <a:cxn ang="0">
                    <a:pos x="100" y="9"/>
                  </a:cxn>
                  <a:cxn ang="0">
                    <a:pos x="107" y="7"/>
                  </a:cxn>
                  <a:cxn ang="0">
                    <a:pos x="114" y="4"/>
                  </a:cxn>
                  <a:cxn ang="0">
                    <a:pos x="124" y="4"/>
                  </a:cxn>
                  <a:cxn ang="0">
                    <a:pos x="133" y="4"/>
                  </a:cxn>
                  <a:cxn ang="0">
                    <a:pos x="140" y="2"/>
                  </a:cxn>
                  <a:cxn ang="0">
                    <a:pos x="145" y="4"/>
                  </a:cxn>
                </a:cxnLst>
                <a:rect l="0" t="0" r="r" b="b"/>
                <a:pathLst>
                  <a:path w="145" h="125">
                    <a:moveTo>
                      <a:pt x="145" y="4"/>
                    </a:moveTo>
                    <a:lnTo>
                      <a:pt x="145" y="4"/>
                    </a:lnTo>
                    <a:lnTo>
                      <a:pt x="145" y="7"/>
                    </a:lnTo>
                    <a:lnTo>
                      <a:pt x="145" y="7"/>
                    </a:lnTo>
                    <a:lnTo>
                      <a:pt x="145" y="7"/>
                    </a:lnTo>
                    <a:lnTo>
                      <a:pt x="142" y="7"/>
                    </a:lnTo>
                    <a:lnTo>
                      <a:pt x="142" y="9"/>
                    </a:lnTo>
                    <a:lnTo>
                      <a:pt x="142" y="9"/>
                    </a:lnTo>
                    <a:lnTo>
                      <a:pt x="140" y="9"/>
                    </a:lnTo>
                    <a:lnTo>
                      <a:pt x="140" y="9"/>
                    </a:lnTo>
                    <a:lnTo>
                      <a:pt x="140" y="9"/>
                    </a:lnTo>
                    <a:lnTo>
                      <a:pt x="140" y="11"/>
                    </a:lnTo>
                    <a:lnTo>
                      <a:pt x="140" y="11"/>
                    </a:lnTo>
                    <a:lnTo>
                      <a:pt x="140" y="11"/>
                    </a:lnTo>
                    <a:lnTo>
                      <a:pt x="138" y="11"/>
                    </a:lnTo>
                    <a:lnTo>
                      <a:pt x="138" y="11"/>
                    </a:lnTo>
                    <a:lnTo>
                      <a:pt x="138" y="11"/>
                    </a:lnTo>
                    <a:lnTo>
                      <a:pt x="138" y="14"/>
                    </a:lnTo>
                    <a:lnTo>
                      <a:pt x="135" y="14"/>
                    </a:lnTo>
                    <a:lnTo>
                      <a:pt x="135" y="14"/>
                    </a:lnTo>
                    <a:lnTo>
                      <a:pt x="135" y="14"/>
                    </a:lnTo>
                    <a:lnTo>
                      <a:pt x="135" y="16"/>
                    </a:lnTo>
                    <a:lnTo>
                      <a:pt x="135" y="16"/>
                    </a:lnTo>
                    <a:lnTo>
                      <a:pt x="135" y="16"/>
                    </a:lnTo>
                    <a:lnTo>
                      <a:pt x="133" y="16"/>
                    </a:lnTo>
                    <a:lnTo>
                      <a:pt x="133" y="16"/>
                    </a:lnTo>
                    <a:lnTo>
                      <a:pt x="133" y="19"/>
                    </a:lnTo>
                    <a:lnTo>
                      <a:pt x="133" y="19"/>
                    </a:lnTo>
                    <a:lnTo>
                      <a:pt x="131" y="19"/>
                    </a:lnTo>
                    <a:lnTo>
                      <a:pt x="131" y="19"/>
                    </a:lnTo>
                    <a:lnTo>
                      <a:pt x="128" y="19"/>
                    </a:lnTo>
                    <a:lnTo>
                      <a:pt x="128" y="19"/>
                    </a:lnTo>
                    <a:lnTo>
                      <a:pt x="128" y="19"/>
                    </a:lnTo>
                    <a:lnTo>
                      <a:pt x="128" y="19"/>
                    </a:lnTo>
                    <a:lnTo>
                      <a:pt x="126" y="19"/>
                    </a:lnTo>
                    <a:lnTo>
                      <a:pt x="126" y="19"/>
                    </a:lnTo>
                    <a:lnTo>
                      <a:pt x="126" y="19"/>
                    </a:lnTo>
                    <a:lnTo>
                      <a:pt x="124" y="19"/>
                    </a:lnTo>
                    <a:lnTo>
                      <a:pt x="124" y="21"/>
                    </a:lnTo>
                    <a:lnTo>
                      <a:pt x="124" y="21"/>
                    </a:lnTo>
                    <a:lnTo>
                      <a:pt x="124" y="21"/>
                    </a:lnTo>
                    <a:lnTo>
                      <a:pt x="121" y="21"/>
                    </a:lnTo>
                    <a:lnTo>
                      <a:pt x="121" y="21"/>
                    </a:lnTo>
                    <a:lnTo>
                      <a:pt x="121" y="23"/>
                    </a:lnTo>
                    <a:lnTo>
                      <a:pt x="121" y="23"/>
                    </a:lnTo>
                    <a:lnTo>
                      <a:pt x="121" y="23"/>
                    </a:lnTo>
                    <a:lnTo>
                      <a:pt x="121" y="26"/>
                    </a:lnTo>
                    <a:lnTo>
                      <a:pt x="121" y="26"/>
                    </a:lnTo>
                    <a:lnTo>
                      <a:pt x="121" y="28"/>
                    </a:lnTo>
                    <a:lnTo>
                      <a:pt x="121" y="28"/>
                    </a:lnTo>
                    <a:lnTo>
                      <a:pt x="121" y="30"/>
                    </a:lnTo>
                    <a:lnTo>
                      <a:pt x="121" y="30"/>
                    </a:lnTo>
                    <a:lnTo>
                      <a:pt x="121" y="30"/>
                    </a:lnTo>
                    <a:lnTo>
                      <a:pt x="121" y="30"/>
                    </a:lnTo>
                    <a:lnTo>
                      <a:pt x="121" y="30"/>
                    </a:lnTo>
                    <a:lnTo>
                      <a:pt x="121" y="33"/>
                    </a:lnTo>
                    <a:lnTo>
                      <a:pt x="121" y="33"/>
                    </a:lnTo>
                    <a:lnTo>
                      <a:pt x="121" y="33"/>
                    </a:lnTo>
                    <a:lnTo>
                      <a:pt x="121" y="35"/>
                    </a:lnTo>
                    <a:lnTo>
                      <a:pt x="121" y="35"/>
                    </a:lnTo>
                    <a:lnTo>
                      <a:pt x="124" y="35"/>
                    </a:lnTo>
                    <a:lnTo>
                      <a:pt x="124" y="38"/>
                    </a:lnTo>
                    <a:lnTo>
                      <a:pt x="124" y="38"/>
                    </a:lnTo>
                    <a:lnTo>
                      <a:pt x="124" y="40"/>
                    </a:lnTo>
                    <a:lnTo>
                      <a:pt x="124" y="40"/>
                    </a:lnTo>
                    <a:lnTo>
                      <a:pt x="124" y="42"/>
                    </a:lnTo>
                    <a:lnTo>
                      <a:pt x="124" y="42"/>
                    </a:lnTo>
                    <a:lnTo>
                      <a:pt x="124" y="42"/>
                    </a:lnTo>
                    <a:lnTo>
                      <a:pt x="121" y="42"/>
                    </a:lnTo>
                    <a:lnTo>
                      <a:pt x="121" y="45"/>
                    </a:lnTo>
                    <a:lnTo>
                      <a:pt x="121" y="45"/>
                    </a:lnTo>
                    <a:lnTo>
                      <a:pt x="121" y="45"/>
                    </a:lnTo>
                    <a:lnTo>
                      <a:pt x="121" y="47"/>
                    </a:lnTo>
                    <a:lnTo>
                      <a:pt x="121" y="47"/>
                    </a:lnTo>
                    <a:lnTo>
                      <a:pt x="121" y="49"/>
                    </a:lnTo>
                    <a:lnTo>
                      <a:pt x="121" y="49"/>
                    </a:lnTo>
                    <a:lnTo>
                      <a:pt x="121" y="49"/>
                    </a:lnTo>
                    <a:lnTo>
                      <a:pt x="121" y="52"/>
                    </a:lnTo>
                    <a:lnTo>
                      <a:pt x="121" y="52"/>
                    </a:lnTo>
                    <a:lnTo>
                      <a:pt x="121" y="52"/>
                    </a:lnTo>
                    <a:lnTo>
                      <a:pt x="119" y="52"/>
                    </a:lnTo>
                    <a:lnTo>
                      <a:pt x="119" y="54"/>
                    </a:lnTo>
                    <a:lnTo>
                      <a:pt x="119" y="54"/>
                    </a:lnTo>
                    <a:lnTo>
                      <a:pt x="119" y="56"/>
                    </a:lnTo>
                    <a:lnTo>
                      <a:pt x="119" y="56"/>
                    </a:lnTo>
                    <a:lnTo>
                      <a:pt x="119" y="59"/>
                    </a:lnTo>
                    <a:lnTo>
                      <a:pt x="119" y="59"/>
                    </a:lnTo>
                    <a:lnTo>
                      <a:pt x="121" y="59"/>
                    </a:lnTo>
                    <a:lnTo>
                      <a:pt x="121" y="61"/>
                    </a:lnTo>
                    <a:lnTo>
                      <a:pt x="121" y="61"/>
                    </a:lnTo>
                    <a:lnTo>
                      <a:pt x="121" y="61"/>
                    </a:lnTo>
                    <a:lnTo>
                      <a:pt x="119" y="61"/>
                    </a:lnTo>
                    <a:lnTo>
                      <a:pt x="119" y="64"/>
                    </a:lnTo>
                    <a:lnTo>
                      <a:pt x="119" y="64"/>
                    </a:lnTo>
                    <a:lnTo>
                      <a:pt x="119" y="66"/>
                    </a:lnTo>
                    <a:lnTo>
                      <a:pt x="119" y="66"/>
                    </a:lnTo>
                    <a:lnTo>
                      <a:pt x="119" y="66"/>
                    </a:lnTo>
                    <a:lnTo>
                      <a:pt x="119" y="66"/>
                    </a:lnTo>
                    <a:lnTo>
                      <a:pt x="119" y="68"/>
                    </a:lnTo>
                    <a:lnTo>
                      <a:pt x="119" y="68"/>
                    </a:lnTo>
                    <a:lnTo>
                      <a:pt x="116" y="68"/>
                    </a:lnTo>
                    <a:lnTo>
                      <a:pt x="116" y="71"/>
                    </a:lnTo>
                    <a:lnTo>
                      <a:pt x="116" y="71"/>
                    </a:lnTo>
                    <a:lnTo>
                      <a:pt x="116" y="71"/>
                    </a:lnTo>
                    <a:lnTo>
                      <a:pt x="116" y="71"/>
                    </a:lnTo>
                    <a:lnTo>
                      <a:pt x="114" y="71"/>
                    </a:lnTo>
                    <a:lnTo>
                      <a:pt x="114" y="73"/>
                    </a:lnTo>
                    <a:lnTo>
                      <a:pt x="114" y="73"/>
                    </a:lnTo>
                    <a:lnTo>
                      <a:pt x="114" y="73"/>
                    </a:lnTo>
                    <a:lnTo>
                      <a:pt x="114" y="73"/>
                    </a:lnTo>
                    <a:lnTo>
                      <a:pt x="112" y="73"/>
                    </a:lnTo>
                    <a:lnTo>
                      <a:pt x="112" y="75"/>
                    </a:lnTo>
                    <a:lnTo>
                      <a:pt x="112" y="75"/>
                    </a:lnTo>
                    <a:lnTo>
                      <a:pt x="112" y="75"/>
                    </a:lnTo>
                    <a:lnTo>
                      <a:pt x="112" y="75"/>
                    </a:lnTo>
                    <a:lnTo>
                      <a:pt x="109" y="75"/>
                    </a:lnTo>
                    <a:lnTo>
                      <a:pt x="109" y="75"/>
                    </a:lnTo>
                    <a:lnTo>
                      <a:pt x="107" y="75"/>
                    </a:lnTo>
                    <a:lnTo>
                      <a:pt x="107" y="78"/>
                    </a:lnTo>
                    <a:lnTo>
                      <a:pt x="107" y="78"/>
                    </a:lnTo>
                    <a:lnTo>
                      <a:pt x="107" y="78"/>
                    </a:lnTo>
                    <a:lnTo>
                      <a:pt x="107" y="78"/>
                    </a:lnTo>
                    <a:lnTo>
                      <a:pt x="105" y="78"/>
                    </a:lnTo>
                    <a:lnTo>
                      <a:pt x="105" y="78"/>
                    </a:lnTo>
                    <a:lnTo>
                      <a:pt x="105" y="80"/>
                    </a:lnTo>
                    <a:lnTo>
                      <a:pt x="102" y="80"/>
                    </a:lnTo>
                    <a:lnTo>
                      <a:pt x="102" y="80"/>
                    </a:lnTo>
                    <a:lnTo>
                      <a:pt x="102" y="80"/>
                    </a:lnTo>
                    <a:lnTo>
                      <a:pt x="102" y="80"/>
                    </a:lnTo>
                    <a:lnTo>
                      <a:pt x="100" y="80"/>
                    </a:lnTo>
                    <a:lnTo>
                      <a:pt x="100" y="80"/>
                    </a:lnTo>
                    <a:lnTo>
                      <a:pt x="100" y="80"/>
                    </a:lnTo>
                    <a:lnTo>
                      <a:pt x="100" y="80"/>
                    </a:lnTo>
                    <a:lnTo>
                      <a:pt x="98" y="80"/>
                    </a:lnTo>
                    <a:lnTo>
                      <a:pt x="98" y="83"/>
                    </a:lnTo>
                    <a:lnTo>
                      <a:pt x="98" y="83"/>
                    </a:lnTo>
                    <a:lnTo>
                      <a:pt x="95" y="83"/>
                    </a:lnTo>
                    <a:lnTo>
                      <a:pt x="95" y="83"/>
                    </a:lnTo>
                    <a:lnTo>
                      <a:pt x="95" y="83"/>
                    </a:lnTo>
                    <a:lnTo>
                      <a:pt x="95" y="83"/>
                    </a:lnTo>
                    <a:lnTo>
                      <a:pt x="95" y="85"/>
                    </a:lnTo>
                    <a:lnTo>
                      <a:pt x="93" y="85"/>
                    </a:lnTo>
                    <a:lnTo>
                      <a:pt x="93" y="85"/>
                    </a:lnTo>
                    <a:lnTo>
                      <a:pt x="93" y="85"/>
                    </a:lnTo>
                    <a:lnTo>
                      <a:pt x="93" y="85"/>
                    </a:lnTo>
                    <a:lnTo>
                      <a:pt x="90" y="85"/>
                    </a:lnTo>
                    <a:lnTo>
                      <a:pt x="90" y="87"/>
                    </a:lnTo>
                    <a:lnTo>
                      <a:pt x="90" y="87"/>
                    </a:lnTo>
                    <a:lnTo>
                      <a:pt x="88" y="87"/>
                    </a:lnTo>
                    <a:lnTo>
                      <a:pt x="88" y="87"/>
                    </a:lnTo>
                    <a:lnTo>
                      <a:pt x="88" y="87"/>
                    </a:lnTo>
                    <a:lnTo>
                      <a:pt x="88" y="87"/>
                    </a:lnTo>
                    <a:lnTo>
                      <a:pt x="88" y="90"/>
                    </a:lnTo>
                    <a:lnTo>
                      <a:pt x="86" y="90"/>
                    </a:lnTo>
                    <a:lnTo>
                      <a:pt x="86" y="90"/>
                    </a:lnTo>
                    <a:lnTo>
                      <a:pt x="86" y="90"/>
                    </a:lnTo>
                    <a:lnTo>
                      <a:pt x="86" y="90"/>
                    </a:lnTo>
                    <a:lnTo>
                      <a:pt x="83" y="90"/>
                    </a:lnTo>
                    <a:lnTo>
                      <a:pt x="83" y="90"/>
                    </a:lnTo>
                    <a:lnTo>
                      <a:pt x="83" y="90"/>
                    </a:lnTo>
                    <a:lnTo>
                      <a:pt x="81" y="90"/>
                    </a:lnTo>
                    <a:lnTo>
                      <a:pt x="81" y="92"/>
                    </a:lnTo>
                    <a:lnTo>
                      <a:pt x="81" y="92"/>
                    </a:lnTo>
                    <a:lnTo>
                      <a:pt x="81" y="92"/>
                    </a:lnTo>
                    <a:lnTo>
                      <a:pt x="81" y="92"/>
                    </a:lnTo>
                    <a:lnTo>
                      <a:pt x="79" y="92"/>
                    </a:lnTo>
                    <a:lnTo>
                      <a:pt x="79" y="92"/>
                    </a:lnTo>
                    <a:lnTo>
                      <a:pt x="79" y="94"/>
                    </a:lnTo>
                    <a:lnTo>
                      <a:pt x="79" y="94"/>
                    </a:lnTo>
                    <a:lnTo>
                      <a:pt x="76" y="94"/>
                    </a:lnTo>
                    <a:lnTo>
                      <a:pt x="76" y="94"/>
                    </a:lnTo>
                    <a:lnTo>
                      <a:pt x="76" y="94"/>
                    </a:lnTo>
                    <a:lnTo>
                      <a:pt x="74" y="94"/>
                    </a:lnTo>
                    <a:lnTo>
                      <a:pt x="74" y="97"/>
                    </a:lnTo>
                    <a:lnTo>
                      <a:pt x="74" y="97"/>
                    </a:lnTo>
                    <a:lnTo>
                      <a:pt x="74" y="97"/>
                    </a:lnTo>
                    <a:lnTo>
                      <a:pt x="74" y="97"/>
                    </a:lnTo>
                    <a:lnTo>
                      <a:pt x="71" y="97"/>
                    </a:lnTo>
                    <a:lnTo>
                      <a:pt x="71" y="97"/>
                    </a:lnTo>
                    <a:lnTo>
                      <a:pt x="71" y="97"/>
                    </a:lnTo>
                    <a:lnTo>
                      <a:pt x="71" y="99"/>
                    </a:lnTo>
                    <a:lnTo>
                      <a:pt x="69" y="99"/>
                    </a:lnTo>
                    <a:lnTo>
                      <a:pt x="69" y="99"/>
                    </a:lnTo>
                    <a:lnTo>
                      <a:pt x="69" y="99"/>
                    </a:lnTo>
                    <a:lnTo>
                      <a:pt x="67" y="99"/>
                    </a:lnTo>
                    <a:lnTo>
                      <a:pt x="67" y="99"/>
                    </a:lnTo>
                    <a:lnTo>
                      <a:pt x="67" y="101"/>
                    </a:lnTo>
                    <a:lnTo>
                      <a:pt x="67" y="101"/>
                    </a:lnTo>
                    <a:lnTo>
                      <a:pt x="67" y="101"/>
                    </a:lnTo>
                    <a:lnTo>
                      <a:pt x="64" y="101"/>
                    </a:lnTo>
                    <a:lnTo>
                      <a:pt x="64" y="101"/>
                    </a:lnTo>
                    <a:lnTo>
                      <a:pt x="64" y="101"/>
                    </a:lnTo>
                    <a:lnTo>
                      <a:pt x="62" y="101"/>
                    </a:lnTo>
                    <a:lnTo>
                      <a:pt x="62" y="101"/>
                    </a:lnTo>
                    <a:lnTo>
                      <a:pt x="62" y="104"/>
                    </a:lnTo>
                    <a:lnTo>
                      <a:pt x="62" y="104"/>
                    </a:lnTo>
                    <a:lnTo>
                      <a:pt x="60" y="104"/>
                    </a:lnTo>
                    <a:lnTo>
                      <a:pt x="60" y="104"/>
                    </a:lnTo>
                    <a:lnTo>
                      <a:pt x="60" y="104"/>
                    </a:lnTo>
                    <a:lnTo>
                      <a:pt x="60" y="104"/>
                    </a:lnTo>
                    <a:lnTo>
                      <a:pt x="60" y="106"/>
                    </a:lnTo>
                    <a:lnTo>
                      <a:pt x="57" y="106"/>
                    </a:lnTo>
                    <a:lnTo>
                      <a:pt x="57" y="106"/>
                    </a:lnTo>
                    <a:lnTo>
                      <a:pt x="57" y="106"/>
                    </a:lnTo>
                    <a:lnTo>
                      <a:pt x="55" y="106"/>
                    </a:lnTo>
                    <a:lnTo>
                      <a:pt x="55" y="106"/>
                    </a:lnTo>
                    <a:lnTo>
                      <a:pt x="55" y="109"/>
                    </a:lnTo>
                    <a:lnTo>
                      <a:pt x="55" y="109"/>
                    </a:lnTo>
                    <a:lnTo>
                      <a:pt x="53" y="109"/>
                    </a:lnTo>
                    <a:lnTo>
                      <a:pt x="53" y="109"/>
                    </a:lnTo>
                    <a:lnTo>
                      <a:pt x="53" y="109"/>
                    </a:lnTo>
                    <a:lnTo>
                      <a:pt x="53" y="109"/>
                    </a:lnTo>
                    <a:lnTo>
                      <a:pt x="53" y="111"/>
                    </a:lnTo>
                    <a:lnTo>
                      <a:pt x="50" y="111"/>
                    </a:lnTo>
                    <a:lnTo>
                      <a:pt x="50" y="111"/>
                    </a:lnTo>
                    <a:lnTo>
                      <a:pt x="50" y="111"/>
                    </a:lnTo>
                    <a:lnTo>
                      <a:pt x="48" y="111"/>
                    </a:lnTo>
                    <a:lnTo>
                      <a:pt x="48" y="111"/>
                    </a:lnTo>
                    <a:lnTo>
                      <a:pt x="48" y="111"/>
                    </a:lnTo>
                    <a:lnTo>
                      <a:pt x="48" y="111"/>
                    </a:lnTo>
                    <a:lnTo>
                      <a:pt x="48" y="113"/>
                    </a:lnTo>
                    <a:lnTo>
                      <a:pt x="45" y="113"/>
                    </a:lnTo>
                    <a:lnTo>
                      <a:pt x="45" y="113"/>
                    </a:lnTo>
                    <a:lnTo>
                      <a:pt x="45" y="113"/>
                    </a:lnTo>
                    <a:lnTo>
                      <a:pt x="45" y="113"/>
                    </a:lnTo>
                    <a:lnTo>
                      <a:pt x="43" y="113"/>
                    </a:lnTo>
                    <a:lnTo>
                      <a:pt x="43" y="116"/>
                    </a:lnTo>
                    <a:lnTo>
                      <a:pt x="43" y="116"/>
                    </a:lnTo>
                    <a:lnTo>
                      <a:pt x="41" y="116"/>
                    </a:lnTo>
                    <a:lnTo>
                      <a:pt x="41" y="116"/>
                    </a:lnTo>
                    <a:lnTo>
                      <a:pt x="41" y="116"/>
                    </a:lnTo>
                    <a:lnTo>
                      <a:pt x="41" y="116"/>
                    </a:lnTo>
                    <a:lnTo>
                      <a:pt x="41" y="118"/>
                    </a:lnTo>
                    <a:lnTo>
                      <a:pt x="38" y="118"/>
                    </a:lnTo>
                    <a:lnTo>
                      <a:pt x="38" y="118"/>
                    </a:lnTo>
                    <a:lnTo>
                      <a:pt x="38" y="118"/>
                    </a:lnTo>
                    <a:lnTo>
                      <a:pt x="38" y="118"/>
                    </a:lnTo>
                    <a:lnTo>
                      <a:pt x="36" y="118"/>
                    </a:lnTo>
                    <a:lnTo>
                      <a:pt x="36" y="120"/>
                    </a:lnTo>
                    <a:lnTo>
                      <a:pt x="36" y="120"/>
                    </a:lnTo>
                    <a:lnTo>
                      <a:pt x="36" y="120"/>
                    </a:lnTo>
                    <a:lnTo>
                      <a:pt x="34" y="120"/>
                    </a:lnTo>
                    <a:lnTo>
                      <a:pt x="34" y="120"/>
                    </a:lnTo>
                    <a:lnTo>
                      <a:pt x="34" y="120"/>
                    </a:lnTo>
                    <a:lnTo>
                      <a:pt x="34" y="120"/>
                    </a:lnTo>
                    <a:lnTo>
                      <a:pt x="31" y="120"/>
                    </a:lnTo>
                    <a:lnTo>
                      <a:pt x="31" y="123"/>
                    </a:lnTo>
                    <a:lnTo>
                      <a:pt x="31" y="123"/>
                    </a:lnTo>
                    <a:lnTo>
                      <a:pt x="29" y="123"/>
                    </a:lnTo>
                    <a:lnTo>
                      <a:pt x="29" y="123"/>
                    </a:lnTo>
                    <a:lnTo>
                      <a:pt x="29" y="123"/>
                    </a:lnTo>
                    <a:lnTo>
                      <a:pt x="29" y="123"/>
                    </a:lnTo>
                    <a:lnTo>
                      <a:pt x="29" y="125"/>
                    </a:lnTo>
                    <a:lnTo>
                      <a:pt x="27" y="125"/>
                    </a:lnTo>
                    <a:lnTo>
                      <a:pt x="27" y="125"/>
                    </a:lnTo>
                    <a:lnTo>
                      <a:pt x="27" y="125"/>
                    </a:lnTo>
                    <a:lnTo>
                      <a:pt x="27" y="125"/>
                    </a:lnTo>
                    <a:lnTo>
                      <a:pt x="24" y="125"/>
                    </a:lnTo>
                    <a:lnTo>
                      <a:pt x="24" y="125"/>
                    </a:lnTo>
                    <a:lnTo>
                      <a:pt x="22" y="125"/>
                    </a:lnTo>
                    <a:lnTo>
                      <a:pt x="22" y="125"/>
                    </a:lnTo>
                    <a:lnTo>
                      <a:pt x="22" y="125"/>
                    </a:lnTo>
                    <a:lnTo>
                      <a:pt x="19" y="125"/>
                    </a:lnTo>
                    <a:lnTo>
                      <a:pt x="19" y="125"/>
                    </a:lnTo>
                    <a:lnTo>
                      <a:pt x="19" y="125"/>
                    </a:lnTo>
                    <a:lnTo>
                      <a:pt x="19" y="125"/>
                    </a:lnTo>
                    <a:lnTo>
                      <a:pt x="17" y="125"/>
                    </a:lnTo>
                    <a:lnTo>
                      <a:pt x="17" y="125"/>
                    </a:lnTo>
                    <a:lnTo>
                      <a:pt x="15" y="125"/>
                    </a:lnTo>
                    <a:lnTo>
                      <a:pt x="15" y="123"/>
                    </a:lnTo>
                    <a:lnTo>
                      <a:pt x="15" y="123"/>
                    </a:lnTo>
                    <a:lnTo>
                      <a:pt x="15" y="123"/>
                    </a:lnTo>
                    <a:lnTo>
                      <a:pt x="15" y="123"/>
                    </a:lnTo>
                    <a:lnTo>
                      <a:pt x="15" y="120"/>
                    </a:lnTo>
                    <a:lnTo>
                      <a:pt x="12" y="120"/>
                    </a:lnTo>
                    <a:lnTo>
                      <a:pt x="12" y="120"/>
                    </a:lnTo>
                    <a:lnTo>
                      <a:pt x="12" y="120"/>
                    </a:lnTo>
                    <a:lnTo>
                      <a:pt x="12" y="120"/>
                    </a:lnTo>
                    <a:lnTo>
                      <a:pt x="10" y="120"/>
                    </a:lnTo>
                    <a:lnTo>
                      <a:pt x="10" y="120"/>
                    </a:lnTo>
                    <a:lnTo>
                      <a:pt x="10" y="120"/>
                    </a:lnTo>
                    <a:lnTo>
                      <a:pt x="8" y="120"/>
                    </a:lnTo>
                    <a:lnTo>
                      <a:pt x="8" y="118"/>
                    </a:lnTo>
                    <a:lnTo>
                      <a:pt x="8" y="118"/>
                    </a:lnTo>
                    <a:lnTo>
                      <a:pt x="8" y="118"/>
                    </a:lnTo>
                    <a:lnTo>
                      <a:pt x="8" y="118"/>
                    </a:lnTo>
                    <a:lnTo>
                      <a:pt x="8" y="116"/>
                    </a:lnTo>
                    <a:lnTo>
                      <a:pt x="5" y="116"/>
                    </a:lnTo>
                    <a:lnTo>
                      <a:pt x="5" y="116"/>
                    </a:lnTo>
                    <a:lnTo>
                      <a:pt x="5" y="116"/>
                    </a:lnTo>
                    <a:lnTo>
                      <a:pt x="5" y="116"/>
                    </a:lnTo>
                    <a:lnTo>
                      <a:pt x="5" y="113"/>
                    </a:lnTo>
                    <a:lnTo>
                      <a:pt x="5" y="113"/>
                    </a:lnTo>
                    <a:lnTo>
                      <a:pt x="5" y="113"/>
                    </a:lnTo>
                    <a:lnTo>
                      <a:pt x="5" y="111"/>
                    </a:lnTo>
                    <a:lnTo>
                      <a:pt x="5" y="111"/>
                    </a:lnTo>
                    <a:lnTo>
                      <a:pt x="5" y="111"/>
                    </a:lnTo>
                    <a:lnTo>
                      <a:pt x="5" y="111"/>
                    </a:lnTo>
                    <a:lnTo>
                      <a:pt x="5" y="111"/>
                    </a:lnTo>
                    <a:lnTo>
                      <a:pt x="5" y="109"/>
                    </a:lnTo>
                    <a:lnTo>
                      <a:pt x="5" y="109"/>
                    </a:lnTo>
                    <a:lnTo>
                      <a:pt x="5" y="106"/>
                    </a:lnTo>
                    <a:lnTo>
                      <a:pt x="5" y="106"/>
                    </a:lnTo>
                    <a:lnTo>
                      <a:pt x="5" y="106"/>
                    </a:lnTo>
                    <a:lnTo>
                      <a:pt x="5" y="104"/>
                    </a:lnTo>
                    <a:lnTo>
                      <a:pt x="5" y="104"/>
                    </a:lnTo>
                    <a:lnTo>
                      <a:pt x="5" y="104"/>
                    </a:lnTo>
                    <a:lnTo>
                      <a:pt x="5" y="104"/>
                    </a:lnTo>
                    <a:lnTo>
                      <a:pt x="5" y="101"/>
                    </a:lnTo>
                    <a:lnTo>
                      <a:pt x="5" y="101"/>
                    </a:lnTo>
                    <a:lnTo>
                      <a:pt x="5" y="101"/>
                    </a:lnTo>
                    <a:lnTo>
                      <a:pt x="5" y="101"/>
                    </a:lnTo>
                    <a:lnTo>
                      <a:pt x="5" y="99"/>
                    </a:lnTo>
                    <a:lnTo>
                      <a:pt x="5" y="99"/>
                    </a:lnTo>
                    <a:lnTo>
                      <a:pt x="5" y="99"/>
                    </a:lnTo>
                    <a:lnTo>
                      <a:pt x="5" y="97"/>
                    </a:lnTo>
                    <a:lnTo>
                      <a:pt x="8" y="97"/>
                    </a:lnTo>
                    <a:lnTo>
                      <a:pt x="8" y="97"/>
                    </a:lnTo>
                    <a:lnTo>
                      <a:pt x="8" y="94"/>
                    </a:lnTo>
                    <a:lnTo>
                      <a:pt x="8" y="94"/>
                    </a:lnTo>
                    <a:lnTo>
                      <a:pt x="8" y="94"/>
                    </a:lnTo>
                    <a:lnTo>
                      <a:pt x="8" y="94"/>
                    </a:lnTo>
                    <a:lnTo>
                      <a:pt x="8" y="92"/>
                    </a:lnTo>
                    <a:lnTo>
                      <a:pt x="8" y="92"/>
                    </a:lnTo>
                    <a:lnTo>
                      <a:pt x="8" y="92"/>
                    </a:lnTo>
                    <a:lnTo>
                      <a:pt x="8" y="92"/>
                    </a:lnTo>
                    <a:lnTo>
                      <a:pt x="8" y="90"/>
                    </a:lnTo>
                    <a:lnTo>
                      <a:pt x="8" y="90"/>
                    </a:lnTo>
                    <a:lnTo>
                      <a:pt x="8" y="90"/>
                    </a:lnTo>
                    <a:lnTo>
                      <a:pt x="8" y="90"/>
                    </a:lnTo>
                    <a:lnTo>
                      <a:pt x="8" y="90"/>
                    </a:lnTo>
                    <a:lnTo>
                      <a:pt x="10" y="90"/>
                    </a:lnTo>
                    <a:lnTo>
                      <a:pt x="10" y="87"/>
                    </a:lnTo>
                    <a:lnTo>
                      <a:pt x="10" y="87"/>
                    </a:lnTo>
                    <a:lnTo>
                      <a:pt x="12" y="87"/>
                    </a:lnTo>
                    <a:lnTo>
                      <a:pt x="12" y="87"/>
                    </a:lnTo>
                    <a:lnTo>
                      <a:pt x="12" y="87"/>
                    </a:lnTo>
                    <a:lnTo>
                      <a:pt x="15" y="87"/>
                    </a:lnTo>
                    <a:lnTo>
                      <a:pt x="15" y="87"/>
                    </a:lnTo>
                    <a:lnTo>
                      <a:pt x="15" y="87"/>
                    </a:lnTo>
                    <a:lnTo>
                      <a:pt x="15" y="87"/>
                    </a:lnTo>
                    <a:lnTo>
                      <a:pt x="15" y="87"/>
                    </a:lnTo>
                    <a:lnTo>
                      <a:pt x="15" y="87"/>
                    </a:lnTo>
                    <a:lnTo>
                      <a:pt x="15" y="85"/>
                    </a:lnTo>
                    <a:lnTo>
                      <a:pt x="15" y="85"/>
                    </a:lnTo>
                    <a:lnTo>
                      <a:pt x="15" y="85"/>
                    </a:lnTo>
                    <a:lnTo>
                      <a:pt x="15" y="83"/>
                    </a:lnTo>
                    <a:lnTo>
                      <a:pt x="15" y="83"/>
                    </a:lnTo>
                    <a:lnTo>
                      <a:pt x="17" y="83"/>
                    </a:lnTo>
                    <a:lnTo>
                      <a:pt x="17" y="83"/>
                    </a:lnTo>
                    <a:lnTo>
                      <a:pt x="17" y="83"/>
                    </a:lnTo>
                    <a:lnTo>
                      <a:pt x="19" y="83"/>
                    </a:lnTo>
                    <a:lnTo>
                      <a:pt x="19" y="80"/>
                    </a:lnTo>
                    <a:lnTo>
                      <a:pt x="19" y="80"/>
                    </a:lnTo>
                    <a:lnTo>
                      <a:pt x="19" y="80"/>
                    </a:lnTo>
                    <a:lnTo>
                      <a:pt x="19" y="80"/>
                    </a:lnTo>
                    <a:lnTo>
                      <a:pt x="19" y="80"/>
                    </a:lnTo>
                    <a:lnTo>
                      <a:pt x="22" y="80"/>
                    </a:lnTo>
                    <a:lnTo>
                      <a:pt x="22" y="78"/>
                    </a:lnTo>
                    <a:lnTo>
                      <a:pt x="22" y="78"/>
                    </a:lnTo>
                    <a:lnTo>
                      <a:pt x="19" y="78"/>
                    </a:lnTo>
                    <a:lnTo>
                      <a:pt x="19" y="75"/>
                    </a:lnTo>
                    <a:lnTo>
                      <a:pt x="19" y="75"/>
                    </a:lnTo>
                    <a:lnTo>
                      <a:pt x="19" y="75"/>
                    </a:lnTo>
                    <a:lnTo>
                      <a:pt x="19" y="73"/>
                    </a:lnTo>
                    <a:lnTo>
                      <a:pt x="19" y="73"/>
                    </a:lnTo>
                    <a:lnTo>
                      <a:pt x="19" y="71"/>
                    </a:lnTo>
                    <a:lnTo>
                      <a:pt x="19" y="71"/>
                    </a:lnTo>
                    <a:lnTo>
                      <a:pt x="17" y="71"/>
                    </a:lnTo>
                    <a:lnTo>
                      <a:pt x="17" y="71"/>
                    </a:lnTo>
                    <a:lnTo>
                      <a:pt x="17" y="71"/>
                    </a:lnTo>
                    <a:lnTo>
                      <a:pt x="15" y="71"/>
                    </a:lnTo>
                    <a:lnTo>
                      <a:pt x="15" y="71"/>
                    </a:lnTo>
                    <a:lnTo>
                      <a:pt x="17" y="71"/>
                    </a:lnTo>
                    <a:lnTo>
                      <a:pt x="17" y="68"/>
                    </a:lnTo>
                    <a:lnTo>
                      <a:pt x="17" y="68"/>
                    </a:lnTo>
                    <a:lnTo>
                      <a:pt x="17" y="68"/>
                    </a:lnTo>
                    <a:lnTo>
                      <a:pt x="17" y="68"/>
                    </a:lnTo>
                    <a:lnTo>
                      <a:pt x="15" y="68"/>
                    </a:lnTo>
                    <a:lnTo>
                      <a:pt x="15" y="66"/>
                    </a:lnTo>
                    <a:lnTo>
                      <a:pt x="15" y="66"/>
                    </a:lnTo>
                    <a:lnTo>
                      <a:pt x="15" y="66"/>
                    </a:lnTo>
                    <a:lnTo>
                      <a:pt x="15" y="68"/>
                    </a:lnTo>
                    <a:lnTo>
                      <a:pt x="12" y="68"/>
                    </a:lnTo>
                    <a:lnTo>
                      <a:pt x="12" y="68"/>
                    </a:lnTo>
                    <a:lnTo>
                      <a:pt x="12" y="68"/>
                    </a:lnTo>
                    <a:lnTo>
                      <a:pt x="10" y="68"/>
                    </a:lnTo>
                    <a:lnTo>
                      <a:pt x="10" y="68"/>
                    </a:lnTo>
                    <a:lnTo>
                      <a:pt x="8" y="68"/>
                    </a:lnTo>
                    <a:lnTo>
                      <a:pt x="8" y="68"/>
                    </a:lnTo>
                    <a:lnTo>
                      <a:pt x="8" y="66"/>
                    </a:lnTo>
                    <a:lnTo>
                      <a:pt x="8" y="66"/>
                    </a:lnTo>
                    <a:lnTo>
                      <a:pt x="5" y="66"/>
                    </a:lnTo>
                    <a:lnTo>
                      <a:pt x="5" y="66"/>
                    </a:lnTo>
                    <a:lnTo>
                      <a:pt x="5" y="64"/>
                    </a:lnTo>
                    <a:lnTo>
                      <a:pt x="5" y="64"/>
                    </a:lnTo>
                    <a:lnTo>
                      <a:pt x="5" y="64"/>
                    </a:lnTo>
                    <a:lnTo>
                      <a:pt x="5" y="61"/>
                    </a:lnTo>
                    <a:lnTo>
                      <a:pt x="5" y="61"/>
                    </a:lnTo>
                    <a:lnTo>
                      <a:pt x="5" y="61"/>
                    </a:lnTo>
                    <a:lnTo>
                      <a:pt x="5" y="59"/>
                    </a:lnTo>
                    <a:lnTo>
                      <a:pt x="5" y="59"/>
                    </a:lnTo>
                    <a:lnTo>
                      <a:pt x="5" y="56"/>
                    </a:lnTo>
                    <a:lnTo>
                      <a:pt x="5" y="56"/>
                    </a:lnTo>
                    <a:lnTo>
                      <a:pt x="5" y="54"/>
                    </a:lnTo>
                    <a:lnTo>
                      <a:pt x="5" y="54"/>
                    </a:lnTo>
                    <a:lnTo>
                      <a:pt x="5" y="54"/>
                    </a:lnTo>
                    <a:lnTo>
                      <a:pt x="5" y="52"/>
                    </a:lnTo>
                    <a:lnTo>
                      <a:pt x="5" y="52"/>
                    </a:lnTo>
                    <a:lnTo>
                      <a:pt x="5" y="52"/>
                    </a:lnTo>
                    <a:lnTo>
                      <a:pt x="5" y="49"/>
                    </a:lnTo>
                    <a:lnTo>
                      <a:pt x="5" y="49"/>
                    </a:lnTo>
                    <a:lnTo>
                      <a:pt x="5" y="47"/>
                    </a:lnTo>
                    <a:lnTo>
                      <a:pt x="5" y="47"/>
                    </a:lnTo>
                    <a:lnTo>
                      <a:pt x="5" y="47"/>
                    </a:lnTo>
                    <a:lnTo>
                      <a:pt x="5" y="47"/>
                    </a:lnTo>
                    <a:lnTo>
                      <a:pt x="3" y="47"/>
                    </a:lnTo>
                    <a:lnTo>
                      <a:pt x="3" y="45"/>
                    </a:lnTo>
                    <a:lnTo>
                      <a:pt x="3" y="45"/>
                    </a:lnTo>
                    <a:lnTo>
                      <a:pt x="3" y="45"/>
                    </a:lnTo>
                    <a:lnTo>
                      <a:pt x="0" y="45"/>
                    </a:lnTo>
                    <a:lnTo>
                      <a:pt x="0" y="42"/>
                    </a:lnTo>
                    <a:lnTo>
                      <a:pt x="0" y="42"/>
                    </a:lnTo>
                    <a:lnTo>
                      <a:pt x="3" y="42"/>
                    </a:lnTo>
                    <a:lnTo>
                      <a:pt x="3" y="42"/>
                    </a:lnTo>
                    <a:lnTo>
                      <a:pt x="3" y="40"/>
                    </a:lnTo>
                    <a:lnTo>
                      <a:pt x="3" y="40"/>
                    </a:lnTo>
                    <a:lnTo>
                      <a:pt x="3" y="40"/>
                    </a:lnTo>
                    <a:lnTo>
                      <a:pt x="5" y="40"/>
                    </a:lnTo>
                    <a:lnTo>
                      <a:pt x="5" y="38"/>
                    </a:lnTo>
                    <a:lnTo>
                      <a:pt x="3" y="38"/>
                    </a:lnTo>
                    <a:lnTo>
                      <a:pt x="3" y="38"/>
                    </a:lnTo>
                    <a:lnTo>
                      <a:pt x="3" y="35"/>
                    </a:lnTo>
                    <a:lnTo>
                      <a:pt x="5" y="35"/>
                    </a:lnTo>
                    <a:lnTo>
                      <a:pt x="5" y="35"/>
                    </a:lnTo>
                    <a:lnTo>
                      <a:pt x="5" y="35"/>
                    </a:lnTo>
                    <a:lnTo>
                      <a:pt x="5" y="33"/>
                    </a:lnTo>
                    <a:lnTo>
                      <a:pt x="5" y="33"/>
                    </a:lnTo>
                    <a:lnTo>
                      <a:pt x="5" y="35"/>
                    </a:lnTo>
                    <a:lnTo>
                      <a:pt x="8" y="35"/>
                    </a:lnTo>
                    <a:lnTo>
                      <a:pt x="8" y="35"/>
                    </a:lnTo>
                    <a:lnTo>
                      <a:pt x="8" y="35"/>
                    </a:lnTo>
                    <a:lnTo>
                      <a:pt x="8" y="35"/>
                    </a:lnTo>
                    <a:lnTo>
                      <a:pt x="10" y="35"/>
                    </a:lnTo>
                    <a:lnTo>
                      <a:pt x="10" y="35"/>
                    </a:lnTo>
                    <a:lnTo>
                      <a:pt x="10" y="38"/>
                    </a:lnTo>
                    <a:lnTo>
                      <a:pt x="12" y="38"/>
                    </a:lnTo>
                    <a:lnTo>
                      <a:pt x="12" y="35"/>
                    </a:lnTo>
                    <a:lnTo>
                      <a:pt x="12" y="35"/>
                    </a:lnTo>
                    <a:lnTo>
                      <a:pt x="12" y="35"/>
                    </a:lnTo>
                    <a:lnTo>
                      <a:pt x="12" y="33"/>
                    </a:lnTo>
                    <a:lnTo>
                      <a:pt x="12" y="33"/>
                    </a:lnTo>
                    <a:lnTo>
                      <a:pt x="15" y="33"/>
                    </a:lnTo>
                    <a:lnTo>
                      <a:pt x="15" y="33"/>
                    </a:lnTo>
                    <a:lnTo>
                      <a:pt x="15" y="33"/>
                    </a:lnTo>
                    <a:lnTo>
                      <a:pt x="15" y="33"/>
                    </a:lnTo>
                    <a:lnTo>
                      <a:pt x="15" y="30"/>
                    </a:lnTo>
                    <a:lnTo>
                      <a:pt x="15" y="30"/>
                    </a:lnTo>
                    <a:lnTo>
                      <a:pt x="15" y="30"/>
                    </a:lnTo>
                    <a:lnTo>
                      <a:pt x="15" y="28"/>
                    </a:lnTo>
                    <a:lnTo>
                      <a:pt x="15" y="28"/>
                    </a:lnTo>
                    <a:lnTo>
                      <a:pt x="17" y="28"/>
                    </a:lnTo>
                    <a:lnTo>
                      <a:pt x="17" y="28"/>
                    </a:lnTo>
                    <a:lnTo>
                      <a:pt x="19" y="28"/>
                    </a:lnTo>
                    <a:lnTo>
                      <a:pt x="19" y="26"/>
                    </a:lnTo>
                    <a:lnTo>
                      <a:pt x="19" y="26"/>
                    </a:lnTo>
                    <a:lnTo>
                      <a:pt x="19" y="26"/>
                    </a:lnTo>
                    <a:lnTo>
                      <a:pt x="19" y="28"/>
                    </a:lnTo>
                    <a:lnTo>
                      <a:pt x="22" y="28"/>
                    </a:lnTo>
                    <a:lnTo>
                      <a:pt x="22" y="28"/>
                    </a:lnTo>
                    <a:lnTo>
                      <a:pt x="22" y="26"/>
                    </a:lnTo>
                    <a:lnTo>
                      <a:pt x="22" y="26"/>
                    </a:lnTo>
                    <a:lnTo>
                      <a:pt x="22" y="26"/>
                    </a:lnTo>
                    <a:lnTo>
                      <a:pt x="22" y="26"/>
                    </a:lnTo>
                    <a:lnTo>
                      <a:pt x="22" y="23"/>
                    </a:lnTo>
                    <a:lnTo>
                      <a:pt x="22" y="23"/>
                    </a:lnTo>
                    <a:lnTo>
                      <a:pt x="22" y="23"/>
                    </a:lnTo>
                    <a:lnTo>
                      <a:pt x="19" y="23"/>
                    </a:lnTo>
                    <a:lnTo>
                      <a:pt x="19" y="21"/>
                    </a:lnTo>
                    <a:lnTo>
                      <a:pt x="19" y="21"/>
                    </a:lnTo>
                    <a:lnTo>
                      <a:pt x="19" y="21"/>
                    </a:lnTo>
                    <a:lnTo>
                      <a:pt x="19" y="21"/>
                    </a:lnTo>
                    <a:lnTo>
                      <a:pt x="19" y="21"/>
                    </a:lnTo>
                    <a:lnTo>
                      <a:pt x="19" y="19"/>
                    </a:lnTo>
                    <a:lnTo>
                      <a:pt x="19" y="19"/>
                    </a:lnTo>
                    <a:lnTo>
                      <a:pt x="19" y="16"/>
                    </a:lnTo>
                    <a:lnTo>
                      <a:pt x="19" y="16"/>
                    </a:lnTo>
                    <a:lnTo>
                      <a:pt x="22" y="16"/>
                    </a:lnTo>
                    <a:lnTo>
                      <a:pt x="22" y="14"/>
                    </a:lnTo>
                    <a:lnTo>
                      <a:pt x="22" y="14"/>
                    </a:lnTo>
                    <a:lnTo>
                      <a:pt x="22" y="11"/>
                    </a:lnTo>
                    <a:lnTo>
                      <a:pt x="22" y="11"/>
                    </a:lnTo>
                    <a:lnTo>
                      <a:pt x="22" y="11"/>
                    </a:lnTo>
                    <a:lnTo>
                      <a:pt x="22" y="11"/>
                    </a:lnTo>
                    <a:lnTo>
                      <a:pt x="24" y="11"/>
                    </a:lnTo>
                    <a:lnTo>
                      <a:pt x="24" y="11"/>
                    </a:lnTo>
                    <a:lnTo>
                      <a:pt x="24" y="11"/>
                    </a:lnTo>
                    <a:lnTo>
                      <a:pt x="27" y="11"/>
                    </a:lnTo>
                    <a:lnTo>
                      <a:pt x="27" y="11"/>
                    </a:lnTo>
                    <a:lnTo>
                      <a:pt x="27" y="11"/>
                    </a:lnTo>
                    <a:lnTo>
                      <a:pt x="29" y="11"/>
                    </a:lnTo>
                    <a:lnTo>
                      <a:pt x="29" y="14"/>
                    </a:lnTo>
                    <a:lnTo>
                      <a:pt x="29" y="14"/>
                    </a:lnTo>
                    <a:lnTo>
                      <a:pt x="29" y="14"/>
                    </a:lnTo>
                    <a:lnTo>
                      <a:pt x="29" y="14"/>
                    </a:lnTo>
                    <a:lnTo>
                      <a:pt x="29" y="16"/>
                    </a:lnTo>
                    <a:lnTo>
                      <a:pt x="29" y="16"/>
                    </a:lnTo>
                    <a:lnTo>
                      <a:pt x="31" y="16"/>
                    </a:lnTo>
                    <a:lnTo>
                      <a:pt x="31" y="16"/>
                    </a:lnTo>
                    <a:lnTo>
                      <a:pt x="31" y="16"/>
                    </a:lnTo>
                    <a:lnTo>
                      <a:pt x="34" y="16"/>
                    </a:lnTo>
                    <a:lnTo>
                      <a:pt x="34" y="16"/>
                    </a:lnTo>
                    <a:lnTo>
                      <a:pt x="34" y="16"/>
                    </a:lnTo>
                    <a:lnTo>
                      <a:pt x="36" y="16"/>
                    </a:lnTo>
                    <a:lnTo>
                      <a:pt x="36" y="16"/>
                    </a:lnTo>
                    <a:lnTo>
                      <a:pt x="38" y="16"/>
                    </a:lnTo>
                    <a:lnTo>
                      <a:pt x="38" y="16"/>
                    </a:lnTo>
                    <a:lnTo>
                      <a:pt x="38" y="16"/>
                    </a:lnTo>
                    <a:lnTo>
                      <a:pt x="38" y="16"/>
                    </a:lnTo>
                    <a:lnTo>
                      <a:pt x="41" y="16"/>
                    </a:lnTo>
                    <a:lnTo>
                      <a:pt x="41" y="16"/>
                    </a:lnTo>
                    <a:lnTo>
                      <a:pt x="41" y="16"/>
                    </a:lnTo>
                    <a:lnTo>
                      <a:pt x="41" y="14"/>
                    </a:lnTo>
                    <a:lnTo>
                      <a:pt x="41" y="14"/>
                    </a:lnTo>
                    <a:lnTo>
                      <a:pt x="43" y="14"/>
                    </a:lnTo>
                    <a:lnTo>
                      <a:pt x="43" y="14"/>
                    </a:lnTo>
                    <a:lnTo>
                      <a:pt x="43" y="14"/>
                    </a:lnTo>
                    <a:lnTo>
                      <a:pt x="45" y="14"/>
                    </a:lnTo>
                    <a:lnTo>
                      <a:pt x="45" y="14"/>
                    </a:lnTo>
                    <a:lnTo>
                      <a:pt x="45" y="14"/>
                    </a:lnTo>
                    <a:lnTo>
                      <a:pt x="48" y="14"/>
                    </a:lnTo>
                    <a:lnTo>
                      <a:pt x="48" y="11"/>
                    </a:lnTo>
                    <a:lnTo>
                      <a:pt x="48" y="11"/>
                    </a:lnTo>
                    <a:lnTo>
                      <a:pt x="48" y="11"/>
                    </a:lnTo>
                    <a:lnTo>
                      <a:pt x="50" y="11"/>
                    </a:lnTo>
                    <a:lnTo>
                      <a:pt x="50" y="11"/>
                    </a:lnTo>
                    <a:lnTo>
                      <a:pt x="50" y="11"/>
                    </a:lnTo>
                    <a:lnTo>
                      <a:pt x="53" y="11"/>
                    </a:lnTo>
                    <a:lnTo>
                      <a:pt x="53" y="11"/>
                    </a:lnTo>
                    <a:lnTo>
                      <a:pt x="53" y="11"/>
                    </a:lnTo>
                    <a:lnTo>
                      <a:pt x="53" y="11"/>
                    </a:lnTo>
                    <a:lnTo>
                      <a:pt x="55" y="11"/>
                    </a:lnTo>
                    <a:lnTo>
                      <a:pt x="55" y="9"/>
                    </a:lnTo>
                    <a:lnTo>
                      <a:pt x="55" y="9"/>
                    </a:lnTo>
                    <a:lnTo>
                      <a:pt x="55" y="9"/>
                    </a:lnTo>
                    <a:lnTo>
                      <a:pt x="57" y="9"/>
                    </a:lnTo>
                    <a:lnTo>
                      <a:pt x="57" y="9"/>
                    </a:lnTo>
                    <a:lnTo>
                      <a:pt x="60" y="9"/>
                    </a:lnTo>
                    <a:lnTo>
                      <a:pt x="60" y="9"/>
                    </a:lnTo>
                    <a:lnTo>
                      <a:pt x="60" y="11"/>
                    </a:lnTo>
                    <a:lnTo>
                      <a:pt x="60" y="11"/>
                    </a:lnTo>
                    <a:lnTo>
                      <a:pt x="62" y="11"/>
                    </a:lnTo>
                    <a:lnTo>
                      <a:pt x="62" y="11"/>
                    </a:lnTo>
                    <a:lnTo>
                      <a:pt x="62" y="11"/>
                    </a:lnTo>
                    <a:lnTo>
                      <a:pt x="62" y="11"/>
                    </a:lnTo>
                    <a:lnTo>
                      <a:pt x="62" y="11"/>
                    </a:lnTo>
                    <a:lnTo>
                      <a:pt x="64" y="11"/>
                    </a:lnTo>
                    <a:lnTo>
                      <a:pt x="64" y="14"/>
                    </a:lnTo>
                    <a:lnTo>
                      <a:pt x="64" y="14"/>
                    </a:lnTo>
                    <a:lnTo>
                      <a:pt x="67" y="14"/>
                    </a:lnTo>
                    <a:lnTo>
                      <a:pt x="67" y="14"/>
                    </a:lnTo>
                    <a:lnTo>
                      <a:pt x="67" y="14"/>
                    </a:lnTo>
                    <a:lnTo>
                      <a:pt x="67" y="14"/>
                    </a:lnTo>
                    <a:lnTo>
                      <a:pt x="69" y="14"/>
                    </a:lnTo>
                    <a:lnTo>
                      <a:pt x="69" y="14"/>
                    </a:lnTo>
                    <a:lnTo>
                      <a:pt x="71" y="14"/>
                    </a:lnTo>
                    <a:lnTo>
                      <a:pt x="71" y="14"/>
                    </a:lnTo>
                    <a:lnTo>
                      <a:pt x="71" y="14"/>
                    </a:lnTo>
                    <a:lnTo>
                      <a:pt x="74" y="14"/>
                    </a:lnTo>
                    <a:lnTo>
                      <a:pt x="74" y="14"/>
                    </a:lnTo>
                    <a:lnTo>
                      <a:pt x="74" y="14"/>
                    </a:lnTo>
                    <a:lnTo>
                      <a:pt x="74" y="16"/>
                    </a:lnTo>
                    <a:lnTo>
                      <a:pt x="76" y="16"/>
                    </a:lnTo>
                    <a:lnTo>
                      <a:pt x="76" y="16"/>
                    </a:lnTo>
                    <a:lnTo>
                      <a:pt x="79" y="16"/>
                    </a:lnTo>
                    <a:lnTo>
                      <a:pt x="79" y="16"/>
                    </a:lnTo>
                    <a:lnTo>
                      <a:pt x="79" y="16"/>
                    </a:lnTo>
                    <a:lnTo>
                      <a:pt x="79" y="14"/>
                    </a:lnTo>
                    <a:lnTo>
                      <a:pt x="81" y="14"/>
                    </a:lnTo>
                    <a:lnTo>
                      <a:pt x="81" y="14"/>
                    </a:lnTo>
                    <a:lnTo>
                      <a:pt x="81" y="14"/>
                    </a:lnTo>
                    <a:lnTo>
                      <a:pt x="83" y="14"/>
                    </a:lnTo>
                    <a:lnTo>
                      <a:pt x="83" y="14"/>
                    </a:lnTo>
                    <a:lnTo>
                      <a:pt x="86" y="14"/>
                    </a:lnTo>
                    <a:lnTo>
                      <a:pt x="86" y="14"/>
                    </a:lnTo>
                    <a:lnTo>
                      <a:pt x="86" y="14"/>
                    </a:lnTo>
                    <a:lnTo>
                      <a:pt x="86" y="14"/>
                    </a:lnTo>
                    <a:lnTo>
                      <a:pt x="88" y="14"/>
                    </a:lnTo>
                    <a:lnTo>
                      <a:pt x="88" y="14"/>
                    </a:lnTo>
                    <a:lnTo>
                      <a:pt x="88" y="14"/>
                    </a:lnTo>
                    <a:lnTo>
                      <a:pt x="90" y="14"/>
                    </a:lnTo>
                    <a:lnTo>
                      <a:pt x="90" y="14"/>
                    </a:lnTo>
                    <a:lnTo>
                      <a:pt x="90" y="11"/>
                    </a:lnTo>
                    <a:lnTo>
                      <a:pt x="93" y="11"/>
                    </a:lnTo>
                    <a:lnTo>
                      <a:pt x="93" y="11"/>
                    </a:lnTo>
                    <a:lnTo>
                      <a:pt x="93" y="11"/>
                    </a:lnTo>
                    <a:lnTo>
                      <a:pt x="93" y="11"/>
                    </a:lnTo>
                    <a:lnTo>
                      <a:pt x="95" y="11"/>
                    </a:lnTo>
                    <a:lnTo>
                      <a:pt x="95" y="11"/>
                    </a:lnTo>
                    <a:lnTo>
                      <a:pt x="95" y="11"/>
                    </a:lnTo>
                    <a:lnTo>
                      <a:pt x="95" y="11"/>
                    </a:lnTo>
                    <a:lnTo>
                      <a:pt x="98" y="11"/>
                    </a:lnTo>
                    <a:lnTo>
                      <a:pt x="98" y="11"/>
                    </a:lnTo>
                    <a:lnTo>
                      <a:pt x="98" y="9"/>
                    </a:lnTo>
                    <a:lnTo>
                      <a:pt x="100" y="9"/>
                    </a:lnTo>
                    <a:lnTo>
                      <a:pt x="100" y="9"/>
                    </a:lnTo>
                    <a:lnTo>
                      <a:pt x="100" y="9"/>
                    </a:lnTo>
                    <a:lnTo>
                      <a:pt x="100" y="9"/>
                    </a:lnTo>
                    <a:lnTo>
                      <a:pt x="102" y="9"/>
                    </a:lnTo>
                    <a:lnTo>
                      <a:pt x="102" y="7"/>
                    </a:lnTo>
                    <a:lnTo>
                      <a:pt x="102" y="7"/>
                    </a:lnTo>
                    <a:lnTo>
                      <a:pt x="102" y="7"/>
                    </a:lnTo>
                    <a:lnTo>
                      <a:pt x="105" y="7"/>
                    </a:lnTo>
                    <a:lnTo>
                      <a:pt x="105" y="7"/>
                    </a:lnTo>
                    <a:lnTo>
                      <a:pt x="105" y="7"/>
                    </a:lnTo>
                    <a:lnTo>
                      <a:pt x="107" y="7"/>
                    </a:lnTo>
                    <a:lnTo>
                      <a:pt x="107" y="7"/>
                    </a:lnTo>
                    <a:lnTo>
                      <a:pt x="107" y="4"/>
                    </a:lnTo>
                    <a:lnTo>
                      <a:pt x="107" y="4"/>
                    </a:lnTo>
                    <a:lnTo>
                      <a:pt x="109" y="4"/>
                    </a:lnTo>
                    <a:lnTo>
                      <a:pt x="109" y="4"/>
                    </a:lnTo>
                    <a:lnTo>
                      <a:pt x="109" y="4"/>
                    </a:lnTo>
                    <a:lnTo>
                      <a:pt x="112" y="4"/>
                    </a:lnTo>
                    <a:lnTo>
                      <a:pt x="112" y="4"/>
                    </a:lnTo>
                    <a:lnTo>
                      <a:pt x="112" y="4"/>
                    </a:lnTo>
                    <a:lnTo>
                      <a:pt x="114" y="4"/>
                    </a:lnTo>
                    <a:lnTo>
                      <a:pt x="114" y="4"/>
                    </a:lnTo>
                    <a:lnTo>
                      <a:pt x="114" y="4"/>
                    </a:lnTo>
                    <a:lnTo>
                      <a:pt x="116" y="4"/>
                    </a:lnTo>
                    <a:lnTo>
                      <a:pt x="116" y="4"/>
                    </a:lnTo>
                    <a:lnTo>
                      <a:pt x="116" y="4"/>
                    </a:lnTo>
                    <a:lnTo>
                      <a:pt x="119" y="4"/>
                    </a:lnTo>
                    <a:lnTo>
                      <a:pt x="119" y="4"/>
                    </a:lnTo>
                    <a:lnTo>
                      <a:pt x="119" y="4"/>
                    </a:lnTo>
                    <a:lnTo>
                      <a:pt x="121" y="4"/>
                    </a:lnTo>
                    <a:lnTo>
                      <a:pt x="121" y="4"/>
                    </a:lnTo>
                    <a:lnTo>
                      <a:pt x="121" y="4"/>
                    </a:lnTo>
                    <a:lnTo>
                      <a:pt x="124" y="4"/>
                    </a:lnTo>
                    <a:lnTo>
                      <a:pt x="124" y="4"/>
                    </a:lnTo>
                    <a:lnTo>
                      <a:pt x="126" y="4"/>
                    </a:lnTo>
                    <a:lnTo>
                      <a:pt x="126" y="4"/>
                    </a:lnTo>
                    <a:lnTo>
                      <a:pt x="126" y="4"/>
                    </a:lnTo>
                    <a:lnTo>
                      <a:pt x="128" y="4"/>
                    </a:lnTo>
                    <a:lnTo>
                      <a:pt x="128" y="4"/>
                    </a:lnTo>
                    <a:lnTo>
                      <a:pt x="128" y="4"/>
                    </a:lnTo>
                    <a:lnTo>
                      <a:pt x="128" y="4"/>
                    </a:lnTo>
                    <a:lnTo>
                      <a:pt x="131" y="4"/>
                    </a:lnTo>
                    <a:lnTo>
                      <a:pt x="131" y="4"/>
                    </a:lnTo>
                    <a:lnTo>
                      <a:pt x="133" y="4"/>
                    </a:lnTo>
                    <a:lnTo>
                      <a:pt x="133" y="4"/>
                    </a:lnTo>
                    <a:lnTo>
                      <a:pt x="133" y="4"/>
                    </a:lnTo>
                    <a:lnTo>
                      <a:pt x="135" y="4"/>
                    </a:lnTo>
                    <a:lnTo>
                      <a:pt x="135" y="2"/>
                    </a:lnTo>
                    <a:lnTo>
                      <a:pt x="135" y="2"/>
                    </a:lnTo>
                    <a:lnTo>
                      <a:pt x="135" y="2"/>
                    </a:lnTo>
                    <a:lnTo>
                      <a:pt x="138" y="2"/>
                    </a:lnTo>
                    <a:lnTo>
                      <a:pt x="138" y="2"/>
                    </a:lnTo>
                    <a:lnTo>
                      <a:pt x="138" y="2"/>
                    </a:lnTo>
                    <a:lnTo>
                      <a:pt x="140" y="2"/>
                    </a:lnTo>
                    <a:lnTo>
                      <a:pt x="140" y="2"/>
                    </a:lnTo>
                    <a:lnTo>
                      <a:pt x="140" y="2"/>
                    </a:lnTo>
                    <a:lnTo>
                      <a:pt x="140" y="0"/>
                    </a:lnTo>
                    <a:lnTo>
                      <a:pt x="140" y="0"/>
                    </a:lnTo>
                    <a:lnTo>
                      <a:pt x="142" y="0"/>
                    </a:lnTo>
                    <a:lnTo>
                      <a:pt x="142" y="0"/>
                    </a:lnTo>
                    <a:lnTo>
                      <a:pt x="142" y="2"/>
                    </a:lnTo>
                    <a:lnTo>
                      <a:pt x="145" y="2"/>
                    </a:lnTo>
                    <a:lnTo>
                      <a:pt x="145" y="2"/>
                    </a:lnTo>
                    <a:lnTo>
                      <a:pt x="145" y="2"/>
                    </a:lnTo>
                    <a:lnTo>
                      <a:pt x="145" y="4"/>
                    </a:lnTo>
                    <a:lnTo>
                      <a:pt x="145" y="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5" name="Freeform 43"/>
              <p:cNvSpPr>
                <a:spLocks/>
              </p:cNvSpPr>
              <p:nvPr/>
            </p:nvSpPr>
            <p:spPr bwMode="auto">
              <a:xfrm>
                <a:off x="2379" y="1379"/>
                <a:ext cx="1" cy="2"/>
              </a:xfrm>
              <a:custGeom>
                <a:avLst/>
                <a:gdLst/>
                <a:ahLst/>
                <a:cxnLst>
                  <a:cxn ang="0">
                    <a:pos x="0" y="0"/>
                  </a:cxn>
                  <a:cxn ang="0">
                    <a:pos x="0" y="0"/>
                  </a:cxn>
                  <a:cxn ang="0">
                    <a:pos x="0" y="0"/>
                  </a:cxn>
                  <a:cxn ang="0">
                    <a:pos x="0" y="0"/>
                  </a:cxn>
                  <a:cxn ang="0">
                    <a:pos x="0" y="2"/>
                  </a:cxn>
                  <a:cxn ang="0">
                    <a:pos x="0" y="2"/>
                  </a:cxn>
                  <a:cxn ang="0">
                    <a:pos x="0" y="0"/>
                  </a:cxn>
                  <a:cxn ang="0">
                    <a:pos x="0" y="0"/>
                  </a:cxn>
                  <a:cxn ang="0">
                    <a:pos x="0" y="0"/>
                  </a:cxn>
                </a:cxnLst>
                <a:rect l="0" t="0" r="r" b="b"/>
                <a:pathLst>
                  <a:path h="2">
                    <a:moveTo>
                      <a:pt x="0" y="0"/>
                    </a:moveTo>
                    <a:lnTo>
                      <a:pt x="0" y="0"/>
                    </a:lnTo>
                    <a:lnTo>
                      <a:pt x="0" y="0"/>
                    </a:lnTo>
                    <a:lnTo>
                      <a:pt x="0" y="0"/>
                    </a:lnTo>
                    <a:lnTo>
                      <a:pt x="0" y="2"/>
                    </a:lnTo>
                    <a:lnTo>
                      <a:pt x="0" y="2"/>
                    </a:lnTo>
                    <a:lnTo>
                      <a:pt x="0" y="0"/>
                    </a:lnTo>
                    <a:lnTo>
                      <a:pt x="0"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6" name="Freeform 44"/>
              <p:cNvSpPr>
                <a:spLocks/>
              </p:cNvSpPr>
              <p:nvPr/>
            </p:nvSpPr>
            <p:spPr bwMode="auto">
              <a:xfrm>
                <a:off x="2379" y="1379"/>
                <a:ext cx="1" cy="2"/>
              </a:xfrm>
              <a:custGeom>
                <a:avLst/>
                <a:gdLst/>
                <a:ahLst/>
                <a:cxnLst>
                  <a:cxn ang="0">
                    <a:pos x="0" y="0"/>
                  </a:cxn>
                  <a:cxn ang="0">
                    <a:pos x="0" y="0"/>
                  </a:cxn>
                  <a:cxn ang="0">
                    <a:pos x="0" y="0"/>
                  </a:cxn>
                  <a:cxn ang="0">
                    <a:pos x="0" y="0"/>
                  </a:cxn>
                  <a:cxn ang="0">
                    <a:pos x="0" y="2"/>
                  </a:cxn>
                  <a:cxn ang="0">
                    <a:pos x="0" y="2"/>
                  </a:cxn>
                  <a:cxn ang="0">
                    <a:pos x="0" y="0"/>
                  </a:cxn>
                  <a:cxn ang="0">
                    <a:pos x="0" y="0"/>
                  </a:cxn>
                  <a:cxn ang="0">
                    <a:pos x="0" y="0"/>
                  </a:cxn>
                </a:cxnLst>
                <a:rect l="0" t="0" r="r" b="b"/>
                <a:pathLst>
                  <a:path h="2">
                    <a:moveTo>
                      <a:pt x="0" y="0"/>
                    </a:moveTo>
                    <a:lnTo>
                      <a:pt x="0" y="0"/>
                    </a:lnTo>
                    <a:lnTo>
                      <a:pt x="0" y="0"/>
                    </a:lnTo>
                    <a:lnTo>
                      <a:pt x="0" y="0"/>
                    </a:lnTo>
                    <a:lnTo>
                      <a:pt x="0" y="2"/>
                    </a:lnTo>
                    <a:lnTo>
                      <a:pt x="0" y="2"/>
                    </a:lnTo>
                    <a:lnTo>
                      <a:pt x="0" y="0"/>
                    </a:lnTo>
                    <a:lnTo>
                      <a:pt x="0"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7" name="Freeform 45"/>
              <p:cNvSpPr>
                <a:spLocks/>
              </p:cNvSpPr>
              <p:nvPr/>
            </p:nvSpPr>
            <p:spPr bwMode="auto">
              <a:xfrm>
                <a:off x="1591" y="1111"/>
                <a:ext cx="4" cy="2"/>
              </a:xfrm>
              <a:custGeom>
                <a:avLst/>
                <a:gdLst/>
                <a:ahLst/>
                <a:cxnLst>
                  <a:cxn ang="0">
                    <a:pos x="4" y="2"/>
                  </a:cxn>
                  <a:cxn ang="0">
                    <a:pos x="2" y="2"/>
                  </a:cxn>
                  <a:cxn ang="0">
                    <a:pos x="2" y="2"/>
                  </a:cxn>
                  <a:cxn ang="0">
                    <a:pos x="0" y="2"/>
                  </a:cxn>
                  <a:cxn ang="0">
                    <a:pos x="0" y="0"/>
                  </a:cxn>
                  <a:cxn ang="0">
                    <a:pos x="2" y="0"/>
                  </a:cxn>
                  <a:cxn ang="0">
                    <a:pos x="2" y="0"/>
                  </a:cxn>
                  <a:cxn ang="0">
                    <a:pos x="4" y="0"/>
                  </a:cxn>
                  <a:cxn ang="0">
                    <a:pos x="4" y="2"/>
                  </a:cxn>
                </a:cxnLst>
                <a:rect l="0" t="0" r="r" b="b"/>
                <a:pathLst>
                  <a:path w="4" h="2">
                    <a:moveTo>
                      <a:pt x="4" y="2"/>
                    </a:moveTo>
                    <a:lnTo>
                      <a:pt x="2" y="2"/>
                    </a:lnTo>
                    <a:lnTo>
                      <a:pt x="2" y="2"/>
                    </a:lnTo>
                    <a:lnTo>
                      <a:pt x="0" y="2"/>
                    </a:lnTo>
                    <a:lnTo>
                      <a:pt x="0" y="0"/>
                    </a:lnTo>
                    <a:lnTo>
                      <a:pt x="2" y="0"/>
                    </a:lnTo>
                    <a:lnTo>
                      <a:pt x="2" y="0"/>
                    </a:lnTo>
                    <a:lnTo>
                      <a:pt x="4" y="0"/>
                    </a:lnTo>
                    <a:lnTo>
                      <a:pt x="4"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8" name="Freeform 46"/>
              <p:cNvSpPr>
                <a:spLocks/>
              </p:cNvSpPr>
              <p:nvPr/>
            </p:nvSpPr>
            <p:spPr bwMode="auto">
              <a:xfrm>
                <a:off x="1591" y="1111"/>
                <a:ext cx="4" cy="2"/>
              </a:xfrm>
              <a:custGeom>
                <a:avLst/>
                <a:gdLst/>
                <a:ahLst/>
                <a:cxnLst>
                  <a:cxn ang="0">
                    <a:pos x="4" y="2"/>
                  </a:cxn>
                  <a:cxn ang="0">
                    <a:pos x="2" y="2"/>
                  </a:cxn>
                  <a:cxn ang="0">
                    <a:pos x="2" y="2"/>
                  </a:cxn>
                  <a:cxn ang="0">
                    <a:pos x="0" y="2"/>
                  </a:cxn>
                  <a:cxn ang="0">
                    <a:pos x="0" y="0"/>
                  </a:cxn>
                  <a:cxn ang="0">
                    <a:pos x="2" y="0"/>
                  </a:cxn>
                  <a:cxn ang="0">
                    <a:pos x="2" y="0"/>
                  </a:cxn>
                  <a:cxn ang="0">
                    <a:pos x="4" y="0"/>
                  </a:cxn>
                  <a:cxn ang="0">
                    <a:pos x="4" y="2"/>
                  </a:cxn>
                </a:cxnLst>
                <a:rect l="0" t="0" r="r" b="b"/>
                <a:pathLst>
                  <a:path w="4" h="2">
                    <a:moveTo>
                      <a:pt x="4" y="2"/>
                    </a:moveTo>
                    <a:lnTo>
                      <a:pt x="2" y="2"/>
                    </a:lnTo>
                    <a:lnTo>
                      <a:pt x="2" y="2"/>
                    </a:lnTo>
                    <a:lnTo>
                      <a:pt x="0" y="2"/>
                    </a:lnTo>
                    <a:lnTo>
                      <a:pt x="0" y="0"/>
                    </a:lnTo>
                    <a:lnTo>
                      <a:pt x="2" y="0"/>
                    </a:lnTo>
                    <a:lnTo>
                      <a:pt x="2" y="0"/>
                    </a:lnTo>
                    <a:lnTo>
                      <a:pt x="4" y="0"/>
                    </a:lnTo>
                    <a:lnTo>
                      <a:pt x="4"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9" name="Freeform 47"/>
              <p:cNvSpPr>
                <a:spLocks/>
              </p:cNvSpPr>
              <p:nvPr/>
            </p:nvSpPr>
            <p:spPr bwMode="auto">
              <a:xfrm>
                <a:off x="1508" y="981"/>
                <a:ext cx="1" cy="2"/>
              </a:xfrm>
              <a:custGeom>
                <a:avLst/>
                <a:gdLst/>
                <a:ahLst/>
                <a:cxnLst>
                  <a:cxn ang="0">
                    <a:pos x="0" y="2"/>
                  </a:cxn>
                  <a:cxn ang="0">
                    <a:pos x="0" y="2"/>
                  </a:cxn>
                  <a:cxn ang="0">
                    <a:pos x="0" y="0"/>
                  </a:cxn>
                  <a:cxn ang="0">
                    <a:pos x="0" y="0"/>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0" name="Freeform 48"/>
              <p:cNvSpPr>
                <a:spLocks/>
              </p:cNvSpPr>
              <p:nvPr/>
            </p:nvSpPr>
            <p:spPr bwMode="auto">
              <a:xfrm>
                <a:off x="1508" y="981"/>
                <a:ext cx="1" cy="2"/>
              </a:xfrm>
              <a:custGeom>
                <a:avLst/>
                <a:gdLst/>
                <a:ahLst/>
                <a:cxnLst>
                  <a:cxn ang="0">
                    <a:pos x="0" y="2"/>
                  </a:cxn>
                  <a:cxn ang="0">
                    <a:pos x="0" y="2"/>
                  </a:cxn>
                  <a:cxn ang="0">
                    <a:pos x="0" y="0"/>
                  </a:cxn>
                  <a:cxn ang="0">
                    <a:pos x="0" y="0"/>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0"/>
                    </a:lnTo>
                    <a:lnTo>
                      <a:pt x="0" y="0"/>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1" name="Freeform 49"/>
              <p:cNvSpPr>
                <a:spLocks/>
              </p:cNvSpPr>
              <p:nvPr/>
            </p:nvSpPr>
            <p:spPr bwMode="auto">
              <a:xfrm>
                <a:off x="3832" y="876"/>
                <a:ext cx="83" cy="22"/>
              </a:xfrm>
              <a:custGeom>
                <a:avLst/>
                <a:gdLst/>
                <a:ahLst/>
                <a:cxnLst>
                  <a:cxn ang="0">
                    <a:pos x="52" y="3"/>
                  </a:cxn>
                  <a:cxn ang="0">
                    <a:pos x="55" y="3"/>
                  </a:cxn>
                  <a:cxn ang="0">
                    <a:pos x="59" y="3"/>
                  </a:cxn>
                  <a:cxn ang="0">
                    <a:pos x="62" y="5"/>
                  </a:cxn>
                  <a:cxn ang="0">
                    <a:pos x="64" y="5"/>
                  </a:cxn>
                  <a:cxn ang="0">
                    <a:pos x="66" y="5"/>
                  </a:cxn>
                  <a:cxn ang="0">
                    <a:pos x="69" y="7"/>
                  </a:cxn>
                  <a:cxn ang="0">
                    <a:pos x="71" y="7"/>
                  </a:cxn>
                  <a:cxn ang="0">
                    <a:pos x="76" y="7"/>
                  </a:cxn>
                  <a:cxn ang="0">
                    <a:pos x="78" y="10"/>
                  </a:cxn>
                  <a:cxn ang="0">
                    <a:pos x="81" y="12"/>
                  </a:cxn>
                  <a:cxn ang="0">
                    <a:pos x="83" y="12"/>
                  </a:cxn>
                  <a:cxn ang="0">
                    <a:pos x="81" y="14"/>
                  </a:cxn>
                  <a:cxn ang="0">
                    <a:pos x="81" y="17"/>
                  </a:cxn>
                  <a:cxn ang="0">
                    <a:pos x="81" y="19"/>
                  </a:cxn>
                  <a:cxn ang="0">
                    <a:pos x="78" y="22"/>
                  </a:cxn>
                  <a:cxn ang="0">
                    <a:pos x="76" y="22"/>
                  </a:cxn>
                  <a:cxn ang="0">
                    <a:pos x="71" y="22"/>
                  </a:cxn>
                  <a:cxn ang="0">
                    <a:pos x="69" y="22"/>
                  </a:cxn>
                  <a:cxn ang="0">
                    <a:pos x="66" y="19"/>
                  </a:cxn>
                  <a:cxn ang="0">
                    <a:pos x="62" y="19"/>
                  </a:cxn>
                  <a:cxn ang="0">
                    <a:pos x="59" y="19"/>
                  </a:cxn>
                  <a:cxn ang="0">
                    <a:pos x="55" y="19"/>
                  </a:cxn>
                  <a:cxn ang="0">
                    <a:pos x="52" y="19"/>
                  </a:cxn>
                  <a:cxn ang="0">
                    <a:pos x="48" y="19"/>
                  </a:cxn>
                  <a:cxn ang="0">
                    <a:pos x="45" y="19"/>
                  </a:cxn>
                  <a:cxn ang="0">
                    <a:pos x="40" y="19"/>
                  </a:cxn>
                  <a:cxn ang="0">
                    <a:pos x="38" y="17"/>
                  </a:cxn>
                  <a:cxn ang="0">
                    <a:pos x="36" y="17"/>
                  </a:cxn>
                  <a:cxn ang="0">
                    <a:pos x="33" y="17"/>
                  </a:cxn>
                  <a:cxn ang="0">
                    <a:pos x="29" y="17"/>
                  </a:cxn>
                  <a:cxn ang="0">
                    <a:pos x="26" y="14"/>
                  </a:cxn>
                  <a:cxn ang="0">
                    <a:pos x="24" y="14"/>
                  </a:cxn>
                  <a:cxn ang="0">
                    <a:pos x="19" y="14"/>
                  </a:cxn>
                  <a:cxn ang="0">
                    <a:pos x="17" y="14"/>
                  </a:cxn>
                  <a:cxn ang="0">
                    <a:pos x="14" y="14"/>
                  </a:cxn>
                  <a:cxn ang="0">
                    <a:pos x="10" y="14"/>
                  </a:cxn>
                  <a:cxn ang="0">
                    <a:pos x="7" y="17"/>
                  </a:cxn>
                  <a:cxn ang="0">
                    <a:pos x="5" y="17"/>
                  </a:cxn>
                  <a:cxn ang="0">
                    <a:pos x="0" y="14"/>
                  </a:cxn>
                  <a:cxn ang="0">
                    <a:pos x="0" y="14"/>
                  </a:cxn>
                  <a:cxn ang="0">
                    <a:pos x="5" y="14"/>
                  </a:cxn>
                  <a:cxn ang="0">
                    <a:pos x="7" y="14"/>
                  </a:cxn>
                  <a:cxn ang="0">
                    <a:pos x="12" y="14"/>
                  </a:cxn>
                  <a:cxn ang="0">
                    <a:pos x="14" y="12"/>
                  </a:cxn>
                  <a:cxn ang="0">
                    <a:pos x="17" y="12"/>
                  </a:cxn>
                  <a:cxn ang="0">
                    <a:pos x="19" y="10"/>
                  </a:cxn>
                  <a:cxn ang="0">
                    <a:pos x="22" y="7"/>
                  </a:cxn>
                  <a:cxn ang="0">
                    <a:pos x="24" y="5"/>
                  </a:cxn>
                  <a:cxn ang="0">
                    <a:pos x="26" y="5"/>
                  </a:cxn>
                  <a:cxn ang="0">
                    <a:pos x="29" y="3"/>
                  </a:cxn>
                  <a:cxn ang="0">
                    <a:pos x="31" y="3"/>
                  </a:cxn>
                  <a:cxn ang="0">
                    <a:pos x="36" y="3"/>
                  </a:cxn>
                  <a:cxn ang="0">
                    <a:pos x="38" y="3"/>
                  </a:cxn>
                  <a:cxn ang="0">
                    <a:pos x="40" y="3"/>
                  </a:cxn>
                  <a:cxn ang="0">
                    <a:pos x="45" y="3"/>
                  </a:cxn>
                  <a:cxn ang="0">
                    <a:pos x="48" y="3"/>
                  </a:cxn>
                </a:cxnLst>
                <a:rect l="0" t="0" r="r" b="b"/>
                <a:pathLst>
                  <a:path w="83" h="22">
                    <a:moveTo>
                      <a:pt x="50" y="0"/>
                    </a:moveTo>
                    <a:lnTo>
                      <a:pt x="50" y="3"/>
                    </a:lnTo>
                    <a:lnTo>
                      <a:pt x="52" y="3"/>
                    </a:lnTo>
                    <a:lnTo>
                      <a:pt x="52" y="3"/>
                    </a:lnTo>
                    <a:lnTo>
                      <a:pt x="52" y="3"/>
                    </a:lnTo>
                    <a:lnTo>
                      <a:pt x="55" y="3"/>
                    </a:lnTo>
                    <a:lnTo>
                      <a:pt x="55" y="3"/>
                    </a:lnTo>
                    <a:lnTo>
                      <a:pt x="55" y="3"/>
                    </a:lnTo>
                    <a:lnTo>
                      <a:pt x="55" y="3"/>
                    </a:lnTo>
                    <a:lnTo>
                      <a:pt x="57" y="3"/>
                    </a:lnTo>
                    <a:lnTo>
                      <a:pt x="57" y="3"/>
                    </a:lnTo>
                    <a:lnTo>
                      <a:pt x="59" y="3"/>
                    </a:lnTo>
                    <a:lnTo>
                      <a:pt x="59" y="3"/>
                    </a:lnTo>
                    <a:lnTo>
                      <a:pt x="59" y="3"/>
                    </a:lnTo>
                    <a:lnTo>
                      <a:pt x="62" y="3"/>
                    </a:lnTo>
                    <a:lnTo>
                      <a:pt x="62" y="5"/>
                    </a:lnTo>
                    <a:lnTo>
                      <a:pt x="62" y="5"/>
                    </a:lnTo>
                    <a:lnTo>
                      <a:pt x="62" y="5"/>
                    </a:lnTo>
                    <a:lnTo>
                      <a:pt x="64" y="5"/>
                    </a:lnTo>
                    <a:lnTo>
                      <a:pt x="64" y="5"/>
                    </a:lnTo>
                    <a:lnTo>
                      <a:pt x="64" y="5"/>
                    </a:lnTo>
                    <a:lnTo>
                      <a:pt x="66" y="5"/>
                    </a:lnTo>
                    <a:lnTo>
                      <a:pt x="66" y="5"/>
                    </a:lnTo>
                    <a:lnTo>
                      <a:pt x="66" y="5"/>
                    </a:lnTo>
                    <a:lnTo>
                      <a:pt x="66" y="5"/>
                    </a:lnTo>
                    <a:lnTo>
                      <a:pt x="69" y="5"/>
                    </a:lnTo>
                    <a:lnTo>
                      <a:pt x="69" y="5"/>
                    </a:lnTo>
                    <a:lnTo>
                      <a:pt x="69" y="7"/>
                    </a:lnTo>
                    <a:lnTo>
                      <a:pt x="71" y="7"/>
                    </a:lnTo>
                    <a:lnTo>
                      <a:pt x="71" y="7"/>
                    </a:lnTo>
                    <a:lnTo>
                      <a:pt x="71" y="7"/>
                    </a:lnTo>
                    <a:lnTo>
                      <a:pt x="71" y="7"/>
                    </a:lnTo>
                    <a:lnTo>
                      <a:pt x="74" y="7"/>
                    </a:lnTo>
                    <a:lnTo>
                      <a:pt x="74" y="7"/>
                    </a:lnTo>
                    <a:lnTo>
                      <a:pt x="74" y="7"/>
                    </a:lnTo>
                    <a:lnTo>
                      <a:pt x="76" y="7"/>
                    </a:lnTo>
                    <a:lnTo>
                      <a:pt x="76" y="10"/>
                    </a:lnTo>
                    <a:lnTo>
                      <a:pt x="76" y="10"/>
                    </a:lnTo>
                    <a:lnTo>
                      <a:pt x="78" y="10"/>
                    </a:lnTo>
                    <a:lnTo>
                      <a:pt x="78" y="10"/>
                    </a:lnTo>
                    <a:lnTo>
                      <a:pt x="78" y="10"/>
                    </a:lnTo>
                    <a:lnTo>
                      <a:pt x="78" y="10"/>
                    </a:lnTo>
                    <a:lnTo>
                      <a:pt x="81" y="10"/>
                    </a:lnTo>
                    <a:lnTo>
                      <a:pt x="81" y="12"/>
                    </a:lnTo>
                    <a:lnTo>
                      <a:pt x="81" y="12"/>
                    </a:lnTo>
                    <a:lnTo>
                      <a:pt x="81" y="12"/>
                    </a:lnTo>
                    <a:lnTo>
                      <a:pt x="81" y="12"/>
                    </a:lnTo>
                    <a:lnTo>
                      <a:pt x="83" y="12"/>
                    </a:lnTo>
                    <a:lnTo>
                      <a:pt x="83" y="14"/>
                    </a:lnTo>
                    <a:lnTo>
                      <a:pt x="83" y="14"/>
                    </a:lnTo>
                    <a:lnTo>
                      <a:pt x="81" y="14"/>
                    </a:lnTo>
                    <a:lnTo>
                      <a:pt x="81" y="14"/>
                    </a:lnTo>
                    <a:lnTo>
                      <a:pt x="81" y="14"/>
                    </a:lnTo>
                    <a:lnTo>
                      <a:pt x="81" y="17"/>
                    </a:lnTo>
                    <a:lnTo>
                      <a:pt x="81" y="17"/>
                    </a:lnTo>
                    <a:lnTo>
                      <a:pt x="81" y="17"/>
                    </a:lnTo>
                    <a:lnTo>
                      <a:pt x="81" y="19"/>
                    </a:lnTo>
                    <a:lnTo>
                      <a:pt x="83" y="19"/>
                    </a:lnTo>
                    <a:lnTo>
                      <a:pt x="83" y="19"/>
                    </a:lnTo>
                    <a:lnTo>
                      <a:pt x="81" y="19"/>
                    </a:lnTo>
                    <a:lnTo>
                      <a:pt x="81" y="19"/>
                    </a:lnTo>
                    <a:lnTo>
                      <a:pt x="81" y="19"/>
                    </a:lnTo>
                    <a:lnTo>
                      <a:pt x="78" y="19"/>
                    </a:lnTo>
                    <a:lnTo>
                      <a:pt x="78" y="22"/>
                    </a:lnTo>
                    <a:lnTo>
                      <a:pt x="78" y="22"/>
                    </a:lnTo>
                    <a:lnTo>
                      <a:pt x="78" y="22"/>
                    </a:lnTo>
                    <a:lnTo>
                      <a:pt x="76" y="22"/>
                    </a:lnTo>
                    <a:lnTo>
                      <a:pt x="76" y="22"/>
                    </a:lnTo>
                    <a:lnTo>
                      <a:pt x="74" y="22"/>
                    </a:lnTo>
                    <a:lnTo>
                      <a:pt x="74" y="22"/>
                    </a:lnTo>
                    <a:lnTo>
                      <a:pt x="74" y="22"/>
                    </a:lnTo>
                    <a:lnTo>
                      <a:pt x="71" y="22"/>
                    </a:lnTo>
                    <a:lnTo>
                      <a:pt x="71" y="22"/>
                    </a:lnTo>
                    <a:lnTo>
                      <a:pt x="71" y="22"/>
                    </a:lnTo>
                    <a:lnTo>
                      <a:pt x="69" y="22"/>
                    </a:lnTo>
                    <a:lnTo>
                      <a:pt x="69" y="22"/>
                    </a:lnTo>
                    <a:lnTo>
                      <a:pt x="69" y="19"/>
                    </a:lnTo>
                    <a:lnTo>
                      <a:pt x="66" y="19"/>
                    </a:lnTo>
                    <a:lnTo>
                      <a:pt x="66" y="19"/>
                    </a:lnTo>
                    <a:lnTo>
                      <a:pt x="66" y="19"/>
                    </a:lnTo>
                    <a:lnTo>
                      <a:pt x="64" y="19"/>
                    </a:lnTo>
                    <a:lnTo>
                      <a:pt x="64" y="19"/>
                    </a:lnTo>
                    <a:lnTo>
                      <a:pt x="62" y="19"/>
                    </a:lnTo>
                    <a:lnTo>
                      <a:pt x="62" y="19"/>
                    </a:lnTo>
                    <a:lnTo>
                      <a:pt x="62" y="19"/>
                    </a:lnTo>
                    <a:lnTo>
                      <a:pt x="59" y="19"/>
                    </a:lnTo>
                    <a:lnTo>
                      <a:pt x="59" y="19"/>
                    </a:lnTo>
                    <a:lnTo>
                      <a:pt x="59" y="19"/>
                    </a:lnTo>
                    <a:lnTo>
                      <a:pt x="57" y="19"/>
                    </a:lnTo>
                    <a:lnTo>
                      <a:pt x="57" y="19"/>
                    </a:lnTo>
                    <a:lnTo>
                      <a:pt x="55" y="19"/>
                    </a:lnTo>
                    <a:lnTo>
                      <a:pt x="55" y="19"/>
                    </a:lnTo>
                    <a:lnTo>
                      <a:pt x="55" y="19"/>
                    </a:lnTo>
                    <a:lnTo>
                      <a:pt x="55" y="19"/>
                    </a:lnTo>
                    <a:lnTo>
                      <a:pt x="52" y="19"/>
                    </a:lnTo>
                    <a:lnTo>
                      <a:pt x="52" y="19"/>
                    </a:lnTo>
                    <a:lnTo>
                      <a:pt x="52" y="19"/>
                    </a:lnTo>
                    <a:lnTo>
                      <a:pt x="50" y="19"/>
                    </a:lnTo>
                    <a:lnTo>
                      <a:pt x="50" y="19"/>
                    </a:lnTo>
                    <a:lnTo>
                      <a:pt x="48" y="19"/>
                    </a:lnTo>
                    <a:lnTo>
                      <a:pt x="48" y="19"/>
                    </a:lnTo>
                    <a:lnTo>
                      <a:pt x="48" y="19"/>
                    </a:lnTo>
                    <a:lnTo>
                      <a:pt x="45" y="19"/>
                    </a:lnTo>
                    <a:lnTo>
                      <a:pt x="45" y="19"/>
                    </a:lnTo>
                    <a:lnTo>
                      <a:pt x="45" y="19"/>
                    </a:lnTo>
                    <a:lnTo>
                      <a:pt x="43" y="19"/>
                    </a:lnTo>
                    <a:lnTo>
                      <a:pt x="43" y="19"/>
                    </a:lnTo>
                    <a:lnTo>
                      <a:pt x="40" y="19"/>
                    </a:lnTo>
                    <a:lnTo>
                      <a:pt x="40" y="19"/>
                    </a:lnTo>
                    <a:lnTo>
                      <a:pt x="40" y="19"/>
                    </a:lnTo>
                    <a:lnTo>
                      <a:pt x="40" y="17"/>
                    </a:lnTo>
                    <a:lnTo>
                      <a:pt x="38" y="17"/>
                    </a:lnTo>
                    <a:lnTo>
                      <a:pt x="38" y="17"/>
                    </a:lnTo>
                    <a:lnTo>
                      <a:pt x="38" y="17"/>
                    </a:lnTo>
                    <a:lnTo>
                      <a:pt x="36" y="17"/>
                    </a:lnTo>
                    <a:lnTo>
                      <a:pt x="36" y="17"/>
                    </a:lnTo>
                    <a:lnTo>
                      <a:pt x="33" y="17"/>
                    </a:lnTo>
                    <a:lnTo>
                      <a:pt x="33" y="17"/>
                    </a:lnTo>
                    <a:lnTo>
                      <a:pt x="33" y="17"/>
                    </a:lnTo>
                    <a:lnTo>
                      <a:pt x="33" y="17"/>
                    </a:lnTo>
                    <a:lnTo>
                      <a:pt x="31" y="17"/>
                    </a:lnTo>
                    <a:lnTo>
                      <a:pt x="31" y="17"/>
                    </a:lnTo>
                    <a:lnTo>
                      <a:pt x="29" y="17"/>
                    </a:lnTo>
                    <a:lnTo>
                      <a:pt x="29" y="17"/>
                    </a:lnTo>
                    <a:lnTo>
                      <a:pt x="29" y="14"/>
                    </a:lnTo>
                    <a:lnTo>
                      <a:pt x="29" y="14"/>
                    </a:lnTo>
                    <a:lnTo>
                      <a:pt x="26" y="14"/>
                    </a:lnTo>
                    <a:lnTo>
                      <a:pt x="26" y="14"/>
                    </a:lnTo>
                    <a:lnTo>
                      <a:pt x="26" y="14"/>
                    </a:lnTo>
                    <a:lnTo>
                      <a:pt x="24" y="14"/>
                    </a:lnTo>
                    <a:lnTo>
                      <a:pt x="24" y="14"/>
                    </a:lnTo>
                    <a:lnTo>
                      <a:pt x="24" y="14"/>
                    </a:lnTo>
                    <a:lnTo>
                      <a:pt x="22" y="14"/>
                    </a:lnTo>
                    <a:lnTo>
                      <a:pt x="22" y="14"/>
                    </a:lnTo>
                    <a:lnTo>
                      <a:pt x="22" y="14"/>
                    </a:lnTo>
                    <a:lnTo>
                      <a:pt x="19" y="14"/>
                    </a:lnTo>
                    <a:lnTo>
                      <a:pt x="19" y="14"/>
                    </a:lnTo>
                    <a:lnTo>
                      <a:pt x="19" y="14"/>
                    </a:lnTo>
                    <a:lnTo>
                      <a:pt x="17" y="14"/>
                    </a:lnTo>
                    <a:lnTo>
                      <a:pt x="17" y="14"/>
                    </a:lnTo>
                    <a:lnTo>
                      <a:pt x="14" y="14"/>
                    </a:lnTo>
                    <a:lnTo>
                      <a:pt x="14" y="14"/>
                    </a:lnTo>
                    <a:lnTo>
                      <a:pt x="14" y="14"/>
                    </a:lnTo>
                    <a:lnTo>
                      <a:pt x="14" y="14"/>
                    </a:lnTo>
                    <a:lnTo>
                      <a:pt x="12" y="14"/>
                    </a:lnTo>
                    <a:lnTo>
                      <a:pt x="12" y="14"/>
                    </a:lnTo>
                    <a:lnTo>
                      <a:pt x="12" y="14"/>
                    </a:lnTo>
                    <a:lnTo>
                      <a:pt x="10" y="14"/>
                    </a:lnTo>
                    <a:lnTo>
                      <a:pt x="10" y="17"/>
                    </a:lnTo>
                    <a:lnTo>
                      <a:pt x="10" y="17"/>
                    </a:lnTo>
                    <a:lnTo>
                      <a:pt x="7" y="17"/>
                    </a:lnTo>
                    <a:lnTo>
                      <a:pt x="7" y="17"/>
                    </a:lnTo>
                    <a:lnTo>
                      <a:pt x="7" y="17"/>
                    </a:lnTo>
                    <a:lnTo>
                      <a:pt x="5" y="17"/>
                    </a:lnTo>
                    <a:lnTo>
                      <a:pt x="5" y="17"/>
                    </a:lnTo>
                    <a:lnTo>
                      <a:pt x="5" y="17"/>
                    </a:lnTo>
                    <a:lnTo>
                      <a:pt x="3" y="17"/>
                    </a:lnTo>
                    <a:lnTo>
                      <a:pt x="3" y="17"/>
                    </a:lnTo>
                    <a:lnTo>
                      <a:pt x="0" y="17"/>
                    </a:lnTo>
                    <a:lnTo>
                      <a:pt x="0" y="14"/>
                    </a:lnTo>
                    <a:lnTo>
                      <a:pt x="0" y="14"/>
                    </a:lnTo>
                    <a:lnTo>
                      <a:pt x="0" y="14"/>
                    </a:lnTo>
                    <a:lnTo>
                      <a:pt x="0" y="14"/>
                    </a:lnTo>
                    <a:lnTo>
                      <a:pt x="0" y="14"/>
                    </a:lnTo>
                    <a:lnTo>
                      <a:pt x="3" y="14"/>
                    </a:lnTo>
                    <a:lnTo>
                      <a:pt x="3" y="14"/>
                    </a:lnTo>
                    <a:lnTo>
                      <a:pt x="5" y="14"/>
                    </a:lnTo>
                    <a:lnTo>
                      <a:pt x="5" y="14"/>
                    </a:lnTo>
                    <a:lnTo>
                      <a:pt x="5" y="14"/>
                    </a:lnTo>
                    <a:lnTo>
                      <a:pt x="7" y="14"/>
                    </a:lnTo>
                    <a:lnTo>
                      <a:pt x="7" y="14"/>
                    </a:lnTo>
                    <a:lnTo>
                      <a:pt x="7" y="14"/>
                    </a:lnTo>
                    <a:lnTo>
                      <a:pt x="10" y="14"/>
                    </a:lnTo>
                    <a:lnTo>
                      <a:pt x="10" y="14"/>
                    </a:lnTo>
                    <a:lnTo>
                      <a:pt x="12" y="14"/>
                    </a:lnTo>
                    <a:lnTo>
                      <a:pt x="12" y="14"/>
                    </a:lnTo>
                    <a:lnTo>
                      <a:pt x="12" y="14"/>
                    </a:lnTo>
                    <a:lnTo>
                      <a:pt x="14" y="14"/>
                    </a:lnTo>
                    <a:lnTo>
                      <a:pt x="14" y="12"/>
                    </a:lnTo>
                    <a:lnTo>
                      <a:pt x="14" y="12"/>
                    </a:lnTo>
                    <a:lnTo>
                      <a:pt x="14" y="12"/>
                    </a:lnTo>
                    <a:lnTo>
                      <a:pt x="17" y="12"/>
                    </a:lnTo>
                    <a:lnTo>
                      <a:pt x="17" y="12"/>
                    </a:lnTo>
                    <a:lnTo>
                      <a:pt x="17" y="12"/>
                    </a:lnTo>
                    <a:lnTo>
                      <a:pt x="19" y="12"/>
                    </a:lnTo>
                    <a:lnTo>
                      <a:pt x="19" y="12"/>
                    </a:lnTo>
                    <a:lnTo>
                      <a:pt x="19" y="10"/>
                    </a:lnTo>
                    <a:lnTo>
                      <a:pt x="19" y="10"/>
                    </a:lnTo>
                    <a:lnTo>
                      <a:pt x="19" y="10"/>
                    </a:lnTo>
                    <a:lnTo>
                      <a:pt x="22" y="10"/>
                    </a:lnTo>
                    <a:lnTo>
                      <a:pt x="22" y="10"/>
                    </a:lnTo>
                    <a:lnTo>
                      <a:pt x="22" y="7"/>
                    </a:lnTo>
                    <a:lnTo>
                      <a:pt x="22" y="7"/>
                    </a:lnTo>
                    <a:lnTo>
                      <a:pt x="22" y="7"/>
                    </a:lnTo>
                    <a:lnTo>
                      <a:pt x="24" y="7"/>
                    </a:lnTo>
                    <a:lnTo>
                      <a:pt x="24" y="5"/>
                    </a:lnTo>
                    <a:lnTo>
                      <a:pt x="24" y="5"/>
                    </a:lnTo>
                    <a:lnTo>
                      <a:pt x="24" y="5"/>
                    </a:lnTo>
                    <a:lnTo>
                      <a:pt x="26" y="5"/>
                    </a:lnTo>
                    <a:lnTo>
                      <a:pt x="26" y="5"/>
                    </a:lnTo>
                    <a:lnTo>
                      <a:pt x="26" y="5"/>
                    </a:lnTo>
                    <a:lnTo>
                      <a:pt x="26" y="5"/>
                    </a:lnTo>
                    <a:lnTo>
                      <a:pt x="26" y="3"/>
                    </a:lnTo>
                    <a:lnTo>
                      <a:pt x="29" y="3"/>
                    </a:lnTo>
                    <a:lnTo>
                      <a:pt x="29" y="3"/>
                    </a:lnTo>
                    <a:lnTo>
                      <a:pt x="29" y="3"/>
                    </a:lnTo>
                    <a:lnTo>
                      <a:pt x="31" y="3"/>
                    </a:lnTo>
                    <a:lnTo>
                      <a:pt x="31" y="3"/>
                    </a:lnTo>
                    <a:lnTo>
                      <a:pt x="33" y="3"/>
                    </a:lnTo>
                    <a:lnTo>
                      <a:pt x="33" y="3"/>
                    </a:lnTo>
                    <a:lnTo>
                      <a:pt x="33" y="3"/>
                    </a:lnTo>
                    <a:lnTo>
                      <a:pt x="36" y="3"/>
                    </a:lnTo>
                    <a:lnTo>
                      <a:pt x="36" y="3"/>
                    </a:lnTo>
                    <a:lnTo>
                      <a:pt x="38" y="3"/>
                    </a:lnTo>
                    <a:lnTo>
                      <a:pt x="38" y="3"/>
                    </a:lnTo>
                    <a:lnTo>
                      <a:pt x="38" y="3"/>
                    </a:lnTo>
                    <a:lnTo>
                      <a:pt x="38" y="3"/>
                    </a:lnTo>
                    <a:lnTo>
                      <a:pt x="40" y="3"/>
                    </a:lnTo>
                    <a:lnTo>
                      <a:pt x="40" y="3"/>
                    </a:lnTo>
                    <a:lnTo>
                      <a:pt x="40" y="3"/>
                    </a:lnTo>
                    <a:lnTo>
                      <a:pt x="43" y="3"/>
                    </a:lnTo>
                    <a:lnTo>
                      <a:pt x="43" y="3"/>
                    </a:lnTo>
                    <a:lnTo>
                      <a:pt x="45" y="3"/>
                    </a:lnTo>
                    <a:lnTo>
                      <a:pt x="45" y="3"/>
                    </a:lnTo>
                    <a:lnTo>
                      <a:pt x="45" y="3"/>
                    </a:lnTo>
                    <a:lnTo>
                      <a:pt x="48" y="3"/>
                    </a:lnTo>
                    <a:lnTo>
                      <a:pt x="48" y="3"/>
                    </a:lnTo>
                    <a:lnTo>
                      <a:pt x="48" y="3"/>
                    </a:lnTo>
                    <a:lnTo>
                      <a:pt x="48" y="0"/>
                    </a:lnTo>
                    <a:lnTo>
                      <a:pt x="50" y="0"/>
                    </a:lnTo>
                    <a:lnTo>
                      <a:pt x="5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2" name="Freeform 50"/>
              <p:cNvSpPr>
                <a:spLocks/>
              </p:cNvSpPr>
              <p:nvPr/>
            </p:nvSpPr>
            <p:spPr bwMode="auto">
              <a:xfrm>
                <a:off x="3832" y="876"/>
                <a:ext cx="83" cy="22"/>
              </a:xfrm>
              <a:custGeom>
                <a:avLst/>
                <a:gdLst/>
                <a:ahLst/>
                <a:cxnLst>
                  <a:cxn ang="0">
                    <a:pos x="52" y="3"/>
                  </a:cxn>
                  <a:cxn ang="0">
                    <a:pos x="55" y="3"/>
                  </a:cxn>
                  <a:cxn ang="0">
                    <a:pos x="59" y="3"/>
                  </a:cxn>
                  <a:cxn ang="0">
                    <a:pos x="62" y="5"/>
                  </a:cxn>
                  <a:cxn ang="0">
                    <a:pos x="64" y="5"/>
                  </a:cxn>
                  <a:cxn ang="0">
                    <a:pos x="66" y="5"/>
                  </a:cxn>
                  <a:cxn ang="0">
                    <a:pos x="69" y="7"/>
                  </a:cxn>
                  <a:cxn ang="0">
                    <a:pos x="71" y="7"/>
                  </a:cxn>
                  <a:cxn ang="0">
                    <a:pos x="76" y="7"/>
                  </a:cxn>
                  <a:cxn ang="0">
                    <a:pos x="78" y="10"/>
                  </a:cxn>
                  <a:cxn ang="0">
                    <a:pos x="81" y="12"/>
                  </a:cxn>
                  <a:cxn ang="0">
                    <a:pos x="83" y="12"/>
                  </a:cxn>
                  <a:cxn ang="0">
                    <a:pos x="81" y="14"/>
                  </a:cxn>
                  <a:cxn ang="0">
                    <a:pos x="81" y="17"/>
                  </a:cxn>
                  <a:cxn ang="0">
                    <a:pos x="81" y="19"/>
                  </a:cxn>
                  <a:cxn ang="0">
                    <a:pos x="78" y="22"/>
                  </a:cxn>
                  <a:cxn ang="0">
                    <a:pos x="76" y="22"/>
                  </a:cxn>
                  <a:cxn ang="0">
                    <a:pos x="71" y="22"/>
                  </a:cxn>
                  <a:cxn ang="0">
                    <a:pos x="69" y="22"/>
                  </a:cxn>
                  <a:cxn ang="0">
                    <a:pos x="66" y="19"/>
                  </a:cxn>
                  <a:cxn ang="0">
                    <a:pos x="62" y="19"/>
                  </a:cxn>
                  <a:cxn ang="0">
                    <a:pos x="59" y="19"/>
                  </a:cxn>
                  <a:cxn ang="0">
                    <a:pos x="55" y="19"/>
                  </a:cxn>
                  <a:cxn ang="0">
                    <a:pos x="52" y="19"/>
                  </a:cxn>
                  <a:cxn ang="0">
                    <a:pos x="48" y="19"/>
                  </a:cxn>
                  <a:cxn ang="0">
                    <a:pos x="45" y="19"/>
                  </a:cxn>
                  <a:cxn ang="0">
                    <a:pos x="40" y="19"/>
                  </a:cxn>
                  <a:cxn ang="0">
                    <a:pos x="38" y="17"/>
                  </a:cxn>
                  <a:cxn ang="0">
                    <a:pos x="36" y="17"/>
                  </a:cxn>
                  <a:cxn ang="0">
                    <a:pos x="33" y="17"/>
                  </a:cxn>
                  <a:cxn ang="0">
                    <a:pos x="29" y="17"/>
                  </a:cxn>
                  <a:cxn ang="0">
                    <a:pos x="26" y="14"/>
                  </a:cxn>
                  <a:cxn ang="0">
                    <a:pos x="24" y="14"/>
                  </a:cxn>
                  <a:cxn ang="0">
                    <a:pos x="19" y="14"/>
                  </a:cxn>
                  <a:cxn ang="0">
                    <a:pos x="17" y="14"/>
                  </a:cxn>
                  <a:cxn ang="0">
                    <a:pos x="14" y="14"/>
                  </a:cxn>
                  <a:cxn ang="0">
                    <a:pos x="10" y="14"/>
                  </a:cxn>
                  <a:cxn ang="0">
                    <a:pos x="7" y="17"/>
                  </a:cxn>
                  <a:cxn ang="0">
                    <a:pos x="5" y="17"/>
                  </a:cxn>
                  <a:cxn ang="0">
                    <a:pos x="0" y="14"/>
                  </a:cxn>
                  <a:cxn ang="0">
                    <a:pos x="0" y="14"/>
                  </a:cxn>
                  <a:cxn ang="0">
                    <a:pos x="5" y="14"/>
                  </a:cxn>
                  <a:cxn ang="0">
                    <a:pos x="7" y="14"/>
                  </a:cxn>
                  <a:cxn ang="0">
                    <a:pos x="12" y="14"/>
                  </a:cxn>
                  <a:cxn ang="0">
                    <a:pos x="14" y="12"/>
                  </a:cxn>
                  <a:cxn ang="0">
                    <a:pos x="17" y="12"/>
                  </a:cxn>
                  <a:cxn ang="0">
                    <a:pos x="19" y="10"/>
                  </a:cxn>
                  <a:cxn ang="0">
                    <a:pos x="22" y="7"/>
                  </a:cxn>
                  <a:cxn ang="0">
                    <a:pos x="24" y="5"/>
                  </a:cxn>
                  <a:cxn ang="0">
                    <a:pos x="26" y="5"/>
                  </a:cxn>
                  <a:cxn ang="0">
                    <a:pos x="29" y="3"/>
                  </a:cxn>
                  <a:cxn ang="0">
                    <a:pos x="31" y="3"/>
                  </a:cxn>
                  <a:cxn ang="0">
                    <a:pos x="36" y="3"/>
                  </a:cxn>
                  <a:cxn ang="0">
                    <a:pos x="38" y="3"/>
                  </a:cxn>
                  <a:cxn ang="0">
                    <a:pos x="40" y="3"/>
                  </a:cxn>
                  <a:cxn ang="0">
                    <a:pos x="45" y="3"/>
                  </a:cxn>
                  <a:cxn ang="0">
                    <a:pos x="48" y="3"/>
                  </a:cxn>
                </a:cxnLst>
                <a:rect l="0" t="0" r="r" b="b"/>
                <a:pathLst>
                  <a:path w="83" h="22">
                    <a:moveTo>
                      <a:pt x="50" y="0"/>
                    </a:moveTo>
                    <a:lnTo>
                      <a:pt x="50" y="3"/>
                    </a:lnTo>
                    <a:lnTo>
                      <a:pt x="52" y="3"/>
                    </a:lnTo>
                    <a:lnTo>
                      <a:pt x="52" y="3"/>
                    </a:lnTo>
                    <a:lnTo>
                      <a:pt x="52" y="3"/>
                    </a:lnTo>
                    <a:lnTo>
                      <a:pt x="55" y="3"/>
                    </a:lnTo>
                    <a:lnTo>
                      <a:pt x="55" y="3"/>
                    </a:lnTo>
                    <a:lnTo>
                      <a:pt x="55" y="3"/>
                    </a:lnTo>
                    <a:lnTo>
                      <a:pt x="55" y="3"/>
                    </a:lnTo>
                    <a:lnTo>
                      <a:pt x="57" y="3"/>
                    </a:lnTo>
                    <a:lnTo>
                      <a:pt x="57" y="3"/>
                    </a:lnTo>
                    <a:lnTo>
                      <a:pt x="59" y="3"/>
                    </a:lnTo>
                    <a:lnTo>
                      <a:pt x="59" y="3"/>
                    </a:lnTo>
                    <a:lnTo>
                      <a:pt x="59" y="3"/>
                    </a:lnTo>
                    <a:lnTo>
                      <a:pt x="62" y="3"/>
                    </a:lnTo>
                    <a:lnTo>
                      <a:pt x="62" y="5"/>
                    </a:lnTo>
                    <a:lnTo>
                      <a:pt x="62" y="5"/>
                    </a:lnTo>
                    <a:lnTo>
                      <a:pt x="62" y="5"/>
                    </a:lnTo>
                    <a:lnTo>
                      <a:pt x="64" y="5"/>
                    </a:lnTo>
                    <a:lnTo>
                      <a:pt x="64" y="5"/>
                    </a:lnTo>
                    <a:lnTo>
                      <a:pt x="64" y="5"/>
                    </a:lnTo>
                    <a:lnTo>
                      <a:pt x="66" y="5"/>
                    </a:lnTo>
                    <a:lnTo>
                      <a:pt x="66" y="5"/>
                    </a:lnTo>
                    <a:lnTo>
                      <a:pt x="66" y="5"/>
                    </a:lnTo>
                    <a:lnTo>
                      <a:pt x="66" y="5"/>
                    </a:lnTo>
                    <a:lnTo>
                      <a:pt x="69" y="5"/>
                    </a:lnTo>
                    <a:lnTo>
                      <a:pt x="69" y="5"/>
                    </a:lnTo>
                    <a:lnTo>
                      <a:pt x="69" y="7"/>
                    </a:lnTo>
                    <a:lnTo>
                      <a:pt x="71" y="7"/>
                    </a:lnTo>
                    <a:lnTo>
                      <a:pt x="71" y="7"/>
                    </a:lnTo>
                    <a:lnTo>
                      <a:pt x="71" y="7"/>
                    </a:lnTo>
                    <a:lnTo>
                      <a:pt x="71" y="7"/>
                    </a:lnTo>
                    <a:lnTo>
                      <a:pt x="74" y="7"/>
                    </a:lnTo>
                    <a:lnTo>
                      <a:pt x="74" y="7"/>
                    </a:lnTo>
                    <a:lnTo>
                      <a:pt x="74" y="7"/>
                    </a:lnTo>
                    <a:lnTo>
                      <a:pt x="76" y="7"/>
                    </a:lnTo>
                    <a:lnTo>
                      <a:pt x="76" y="10"/>
                    </a:lnTo>
                    <a:lnTo>
                      <a:pt x="76" y="10"/>
                    </a:lnTo>
                    <a:lnTo>
                      <a:pt x="78" y="10"/>
                    </a:lnTo>
                    <a:lnTo>
                      <a:pt x="78" y="10"/>
                    </a:lnTo>
                    <a:lnTo>
                      <a:pt x="78" y="10"/>
                    </a:lnTo>
                    <a:lnTo>
                      <a:pt x="78" y="10"/>
                    </a:lnTo>
                    <a:lnTo>
                      <a:pt x="81" y="10"/>
                    </a:lnTo>
                    <a:lnTo>
                      <a:pt x="81" y="12"/>
                    </a:lnTo>
                    <a:lnTo>
                      <a:pt x="81" y="12"/>
                    </a:lnTo>
                    <a:lnTo>
                      <a:pt x="81" y="12"/>
                    </a:lnTo>
                    <a:lnTo>
                      <a:pt x="81" y="12"/>
                    </a:lnTo>
                    <a:lnTo>
                      <a:pt x="83" y="12"/>
                    </a:lnTo>
                    <a:lnTo>
                      <a:pt x="83" y="14"/>
                    </a:lnTo>
                    <a:lnTo>
                      <a:pt x="83" y="14"/>
                    </a:lnTo>
                    <a:lnTo>
                      <a:pt x="81" y="14"/>
                    </a:lnTo>
                    <a:lnTo>
                      <a:pt x="81" y="14"/>
                    </a:lnTo>
                    <a:lnTo>
                      <a:pt x="81" y="14"/>
                    </a:lnTo>
                    <a:lnTo>
                      <a:pt x="81" y="17"/>
                    </a:lnTo>
                    <a:lnTo>
                      <a:pt x="81" y="17"/>
                    </a:lnTo>
                    <a:lnTo>
                      <a:pt x="81" y="17"/>
                    </a:lnTo>
                    <a:lnTo>
                      <a:pt x="81" y="19"/>
                    </a:lnTo>
                    <a:lnTo>
                      <a:pt x="83" y="19"/>
                    </a:lnTo>
                    <a:lnTo>
                      <a:pt x="83" y="19"/>
                    </a:lnTo>
                    <a:lnTo>
                      <a:pt x="81" y="19"/>
                    </a:lnTo>
                    <a:lnTo>
                      <a:pt x="81" y="19"/>
                    </a:lnTo>
                    <a:lnTo>
                      <a:pt x="81" y="19"/>
                    </a:lnTo>
                    <a:lnTo>
                      <a:pt x="78" y="19"/>
                    </a:lnTo>
                    <a:lnTo>
                      <a:pt x="78" y="22"/>
                    </a:lnTo>
                    <a:lnTo>
                      <a:pt x="78" y="22"/>
                    </a:lnTo>
                    <a:lnTo>
                      <a:pt x="78" y="22"/>
                    </a:lnTo>
                    <a:lnTo>
                      <a:pt x="76" y="22"/>
                    </a:lnTo>
                    <a:lnTo>
                      <a:pt x="76" y="22"/>
                    </a:lnTo>
                    <a:lnTo>
                      <a:pt x="74" y="22"/>
                    </a:lnTo>
                    <a:lnTo>
                      <a:pt x="74" y="22"/>
                    </a:lnTo>
                    <a:lnTo>
                      <a:pt x="74" y="22"/>
                    </a:lnTo>
                    <a:lnTo>
                      <a:pt x="71" y="22"/>
                    </a:lnTo>
                    <a:lnTo>
                      <a:pt x="71" y="22"/>
                    </a:lnTo>
                    <a:lnTo>
                      <a:pt x="71" y="22"/>
                    </a:lnTo>
                    <a:lnTo>
                      <a:pt x="69" y="22"/>
                    </a:lnTo>
                    <a:lnTo>
                      <a:pt x="69" y="22"/>
                    </a:lnTo>
                    <a:lnTo>
                      <a:pt x="69" y="19"/>
                    </a:lnTo>
                    <a:lnTo>
                      <a:pt x="66" y="19"/>
                    </a:lnTo>
                    <a:lnTo>
                      <a:pt x="66" y="19"/>
                    </a:lnTo>
                    <a:lnTo>
                      <a:pt x="66" y="19"/>
                    </a:lnTo>
                    <a:lnTo>
                      <a:pt x="64" y="19"/>
                    </a:lnTo>
                    <a:lnTo>
                      <a:pt x="64" y="19"/>
                    </a:lnTo>
                    <a:lnTo>
                      <a:pt x="62" y="19"/>
                    </a:lnTo>
                    <a:lnTo>
                      <a:pt x="62" y="19"/>
                    </a:lnTo>
                    <a:lnTo>
                      <a:pt x="62" y="19"/>
                    </a:lnTo>
                    <a:lnTo>
                      <a:pt x="59" y="19"/>
                    </a:lnTo>
                    <a:lnTo>
                      <a:pt x="59" y="19"/>
                    </a:lnTo>
                    <a:lnTo>
                      <a:pt x="59" y="19"/>
                    </a:lnTo>
                    <a:lnTo>
                      <a:pt x="57" y="19"/>
                    </a:lnTo>
                    <a:lnTo>
                      <a:pt x="57" y="19"/>
                    </a:lnTo>
                    <a:lnTo>
                      <a:pt x="55" y="19"/>
                    </a:lnTo>
                    <a:lnTo>
                      <a:pt x="55" y="19"/>
                    </a:lnTo>
                    <a:lnTo>
                      <a:pt x="55" y="19"/>
                    </a:lnTo>
                    <a:lnTo>
                      <a:pt x="55" y="19"/>
                    </a:lnTo>
                    <a:lnTo>
                      <a:pt x="52" y="19"/>
                    </a:lnTo>
                    <a:lnTo>
                      <a:pt x="52" y="19"/>
                    </a:lnTo>
                    <a:lnTo>
                      <a:pt x="52" y="19"/>
                    </a:lnTo>
                    <a:lnTo>
                      <a:pt x="50" y="19"/>
                    </a:lnTo>
                    <a:lnTo>
                      <a:pt x="50" y="19"/>
                    </a:lnTo>
                    <a:lnTo>
                      <a:pt x="48" y="19"/>
                    </a:lnTo>
                    <a:lnTo>
                      <a:pt x="48" y="19"/>
                    </a:lnTo>
                    <a:lnTo>
                      <a:pt x="48" y="19"/>
                    </a:lnTo>
                    <a:lnTo>
                      <a:pt x="45" y="19"/>
                    </a:lnTo>
                    <a:lnTo>
                      <a:pt x="45" y="19"/>
                    </a:lnTo>
                    <a:lnTo>
                      <a:pt x="45" y="19"/>
                    </a:lnTo>
                    <a:lnTo>
                      <a:pt x="43" y="19"/>
                    </a:lnTo>
                    <a:lnTo>
                      <a:pt x="43" y="19"/>
                    </a:lnTo>
                    <a:lnTo>
                      <a:pt x="40" y="19"/>
                    </a:lnTo>
                    <a:lnTo>
                      <a:pt x="40" y="19"/>
                    </a:lnTo>
                    <a:lnTo>
                      <a:pt x="40" y="19"/>
                    </a:lnTo>
                    <a:lnTo>
                      <a:pt x="40" y="17"/>
                    </a:lnTo>
                    <a:lnTo>
                      <a:pt x="38" y="17"/>
                    </a:lnTo>
                    <a:lnTo>
                      <a:pt x="38" y="17"/>
                    </a:lnTo>
                    <a:lnTo>
                      <a:pt x="38" y="17"/>
                    </a:lnTo>
                    <a:lnTo>
                      <a:pt x="36" y="17"/>
                    </a:lnTo>
                    <a:lnTo>
                      <a:pt x="36" y="17"/>
                    </a:lnTo>
                    <a:lnTo>
                      <a:pt x="33" y="17"/>
                    </a:lnTo>
                    <a:lnTo>
                      <a:pt x="33" y="17"/>
                    </a:lnTo>
                    <a:lnTo>
                      <a:pt x="33" y="17"/>
                    </a:lnTo>
                    <a:lnTo>
                      <a:pt x="33" y="17"/>
                    </a:lnTo>
                    <a:lnTo>
                      <a:pt x="31" y="17"/>
                    </a:lnTo>
                    <a:lnTo>
                      <a:pt x="31" y="17"/>
                    </a:lnTo>
                    <a:lnTo>
                      <a:pt x="29" y="17"/>
                    </a:lnTo>
                    <a:lnTo>
                      <a:pt x="29" y="17"/>
                    </a:lnTo>
                    <a:lnTo>
                      <a:pt x="29" y="14"/>
                    </a:lnTo>
                    <a:lnTo>
                      <a:pt x="29" y="14"/>
                    </a:lnTo>
                    <a:lnTo>
                      <a:pt x="26" y="14"/>
                    </a:lnTo>
                    <a:lnTo>
                      <a:pt x="26" y="14"/>
                    </a:lnTo>
                    <a:lnTo>
                      <a:pt x="26" y="14"/>
                    </a:lnTo>
                    <a:lnTo>
                      <a:pt x="24" y="14"/>
                    </a:lnTo>
                    <a:lnTo>
                      <a:pt x="24" y="14"/>
                    </a:lnTo>
                    <a:lnTo>
                      <a:pt x="24" y="14"/>
                    </a:lnTo>
                    <a:lnTo>
                      <a:pt x="22" y="14"/>
                    </a:lnTo>
                    <a:lnTo>
                      <a:pt x="22" y="14"/>
                    </a:lnTo>
                    <a:lnTo>
                      <a:pt x="22" y="14"/>
                    </a:lnTo>
                    <a:lnTo>
                      <a:pt x="19" y="14"/>
                    </a:lnTo>
                    <a:lnTo>
                      <a:pt x="19" y="14"/>
                    </a:lnTo>
                    <a:lnTo>
                      <a:pt x="19" y="14"/>
                    </a:lnTo>
                    <a:lnTo>
                      <a:pt x="17" y="14"/>
                    </a:lnTo>
                    <a:lnTo>
                      <a:pt x="17" y="14"/>
                    </a:lnTo>
                    <a:lnTo>
                      <a:pt x="14" y="14"/>
                    </a:lnTo>
                    <a:lnTo>
                      <a:pt x="14" y="14"/>
                    </a:lnTo>
                    <a:lnTo>
                      <a:pt x="14" y="14"/>
                    </a:lnTo>
                    <a:lnTo>
                      <a:pt x="14" y="14"/>
                    </a:lnTo>
                    <a:lnTo>
                      <a:pt x="12" y="14"/>
                    </a:lnTo>
                    <a:lnTo>
                      <a:pt x="12" y="14"/>
                    </a:lnTo>
                    <a:lnTo>
                      <a:pt x="12" y="14"/>
                    </a:lnTo>
                    <a:lnTo>
                      <a:pt x="10" y="14"/>
                    </a:lnTo>
                    <a:lnTo>
                      <a:pt x="10" y="17"/>
                    </a:lnTo>
                    <a:lnTo>
                      <a:pt x="10" y="17"/>
                    </a:lnTo>
                    <a:lnTo>
                      <a:pt x="7" y="17"/>
                    </a:lnTo>
                    <a:lnTo>
                      <a:pt x="7" y="17"/>
                    </a:lnTo>
                    <a:lnTo>
                      <a:pt x="7" y="17"/>
                    </a:lnTo>
                    <a:lnTo>
                      <a:pt x="5" y="17"/>
                    </a:lnTo>
                    <a:lnTo>
                      <a:pt x="5" y="17"/>
                    </a:lnTo>
                    <a:lnTo>
                      <a:pt x="5" y="17"/>
                    </a:lnTo>
                    <a:lnTo>
                      <a:pt x="3" y="17"/>
                    </a:lnTo>
                    <a:lnTo>
                      <a:pt x="3" y="17"/>
                    </a:lnTo>
                    <a:lnTo>
                      <a:pt x="0" y="17"/>
                    </a:lnTo>
                    <a:lnTo>
                      <a:pt x="0" y="14"/>
                    </a:lnTo>
                    <a:lnTo>
                      <a:pt x="0" y="14"/>
                    </a:lnTo>
                    <a:lnTo>
                      <a:pt x="0" y="14"/>
                    </a:lnTo>
                    <a:lnTo>
                      <a:pt x="0" y="14"/>
                    </a:lnTo>
                    <a:lnTo>
                      <a:pt x="0" y="14"/>
                    </a:lnTo>
                    <a:lnTo>
                      <a:pt x="3" y="14"/>
                    </a:lnTo>
                    <a:lnTo>
                      <a:pt x="3" y="14"/>
                    </a:lnTo>
                    <a:lnTo>
                      <a:pt x="5" y="14"/>
                    </a:lnTo>
                    <a:lnTo>
                      <a:pt x="5" y="14"/>
                    </a:lnTo>
                    <a:lnTo>
                      <a:pt x="5" y="14"/>
                    </a:lnTo>
                    <a:lnTo>
                      <a:pt x="7" y="14"/>
                    </a:lnTo>
                    <a:lnTo>
                      <a:pt x="7" y="14"/>
                    </a:lnTo>
                    <a:lnTo>
                      <a:pt x="7" y="14"/>
                    </a:lnTo>
                    <a:lnTo>
                      <a:pt x="10" y="14"/>
                    </a:lnTo>
                    <a:lnTo>
                      <a:pt x="10" y="14"/>
                    </a:lnTo>
                    <a:lnTo>
                      <a:pt x="12" y="14"/>
                    </a:lnTo>
                    <a:lnTo>
                      <a:pt x="12" y="14"/>
                    </a:lnTo>
                    <a:lnTo>
                      <a:pt x="12" y="14"/>
                    </a:lnTo>
                    <a:lnTo>
                      <a:pt x="14" y="14"/>
                    </a:lnTo>
                    <a:lnTo>
                      <a:pt x="14" y="12"/>
                    </a:lnTo>
                    <a:lnTo>
                      <a:pt x="14" y="12"/>
                    </a:lnTo>
                    <a:lnTo>
                      <a:pt x="14" y="12"/>
                    </a:lnTo>
                    <a:lnTo>
                      <a:pt x="17" y="12"/>
                    </a:lnTo>
                    <a:lnTo>
                      <a:pt x="17" y="12"/>
                    </a:lnTo>
                    <a:lnTo>
                      <a:pt x="17" y="12"/>
                    </a:lnTo>
                    <a:lnTo>
                      <a:pt x="19" y="12"/>
                    </a:lnTo>
                    <a:lnTo>
                      <a:pt x="19" y="12"/>
                    </a:lnTo>
                    <a:lnTo>
                      <a:pt x="19" y="10"/>
                    </a:lnTo>
                    <a:lnTo>
                      <a:pt x="19" y="10"/>
                    </a:lnTo>
                    <a:lnTo>
                      <a:pt x="19" y="10"/>
                    </a:lnTo>
                    <a:lnTo>
                      <a:pt x="22" y="10"/>
                    </a:lnTo>
                    <a:lnTo>
                      <a:pt x="22" y="10"/>
                    </a:lnTo>
                    <a:lnTo>
                      <a:pt x="22" y="7"/>
                    </a:lnTo>
                    <a:lnTo>
                      <a:pt x="22" y="7"/>
                    </a:lnTo>
                    <a:lnTo>
                      <a:pt x="22" y="7"/>
                    </a:lnTo>
                    <a:lnTo>
                      <a:pt x="24" y="7"/>
                    </a:lnTo>
                    <a:lnTo>
                      <a:pt x="24" y="5"/>
                    </a:lnTo>
                    <a:lnTo>
                      <a:pt x="24" y="5"/>
                    </a:lnTo>
                    <a:lnTo>
                      <a:pt x="24" y="5"/>
                    </a:lnTo>
                    <a:lnTo>
                      <a:pt x="26" y="5"/>
                    </a:lnTo>
                    <a:lnTo>
                      <a:pt x="26" y="5"/>
                    </a:lnTo>
                    <a:lnTo>
                      <a:pt x="26" y="5"/>
                    </a:lnTo>
                    <a:lnTo>
                      <a:pt x="26" y="5"/>
                    </a:lnTo>
                    <a:lnTo>
                      <a:pt x="26" y="3"/>
                    </a:lnTo>
                    <a:lnTo>
                      <a:pt x="29" y="3"/>
                    </a:lnTo>
                    <a:lnTo>
                      <a:pt x="29" y="3"/>
                    </a:lnTo>
                    <a:lnTo>
                      <a:pt x="29" y="3"/>
                    </a:lnTo>
                    <a:lnTo>
                      <a:pt x="31" y="3"/>
                    </a:lnTo>
                    <a:lnTo>
                      <a:pt x="31" y="3"/>
                    </a:lnTo>
                    <a:lnTo>
                      <a:pt x="33" y="3"/>
                    </a:lnTo>
                    <a:lnTo>
                      <a:pt x="33" y="3"/>
                    </a:lnTo>
                    <a:lnTo>
                      <a:pt x="33" y="3"/>
                    </a:lnTo>
                    <a:lnTo>
                      <a:pt x="36" y="3"/>
                    </a:lnTo>
                    <a:lnTo>
                      <a:pt x="36" y="3"/>
                    </a:lnTo>
                    <a:lnTo>
                      <a:pt x="38" y="3"/>
                    </a:lnTo>
                    <a:lnTo>
                      <a:pt x="38" y="3"/>
                    </a:lnTo>
                    <a:lnTo>
                      <a:pt x="38" y="3"/>
                    </a:lnTo>
                    <a:lnTo>
                      <a:pt x="38" y="3"/>
                    </a:lnTo>
                    <a:lnTo>
                      <a:pt x="40" y="3"/>
                    </a:lnTo>
                    <a:lnTo>
                      <a:pt x="40" y="3"/>
                    </a:lnTo>
                    <a:lnTo>
                      <a:pt x="40" y="3"/>
                    </a:lnTo>
                    <a:lnTo>
                      <a:pt x="43" y="3"/>
                    </a:lnTo>
                    <a:lnTo>
                      <a:pt x="43" y="3"/>
                    </a:lnTo>
                    <a:lnTo>
                      <a:pt x="45" y="3"/>
                    </a:lnTo>
                    <a:lnTo>
                      <a:pt x="45" y="3"/>
                    </a:lnTo>
                    <a:lnTo>
                      <a:pt x="45" y="3"/>
                    </a:lnTo>
                    <a:lnTo>
                      <a:pt x="48" y="3"/>
                    </a:lnTo>
                    <a:lnTo>
                      <a:pt x="48" y="3"/>
                    </a:lnTo>
                    <a:lnTo>
                      <a:pt x="48" y="3"/>
                    </a:lnTo>
                    <a:lnTo>
                      <a:pt x="48" y="0"/>
                    </a:lnTo>
                    <a:lnTo>
                      <a:pt x="50" y="0"/>
                    </a:lnTo>
                    <a:lnTo>
                      <a:pt x="5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3" name="Freeform 51"/>
              <p:cNvSpPr>
                <a:spLocks/>
              </p:cNvSpPr>
              <p:nvPr/>
            </p:nvSpPr>
            <p:spPr bwMode="auto">
              <a:xfrm>
                <a:off x="3970" y="834"/>
                <a:ext cx="104" cy="23"/>
              </a:xfrm>
              <a:custGeom>
                <a:avLst/>
                <a:gdLst/>
                <a:ahLst/>
                <a:cxnLst>
                  <a:cxn ang="0">
                    <a:pos x="11" y="2"/>
                  </a:cxn>
                  <a:cxn ang="0">
                    <a:pos x="14" y="4"/>
                  </a:cxn>
                  <a:cxn ang="0">
                    <a:pos x="11" y="7"/>
                  </a:cxn>
                  <a:cxn ang="0">
                    <a:pos x="16" y="7"/>
                  </a:cxn>
                  <a:cxn ang="0">
                    <a:pos x="21" y="7"/>
                  </a:cxn>
                  <a:cxn ang="0">
                    <a:pos x="23" y="7"/>
                  </a:cxn>
                  <a:cxn ang="0">
                    <a:pos x="26" y="4"/>
                  </a:cxn>
                  <a:cxn ang="0">
                    <a:pos x="30" y="4"/>
                  </a:cxn>
                  <a:cxn ang="0">
                    <a:pos x="35" y="4"/>
                  </a:cxn>
                  <a:cxn ang="0">
                    <a:pos x="37" y="7"/>
                  </a:cxn>
                  <a:cxn ang="0">
                    <a:pos x="42" y="7"/>
                  </a:cxn>
                  <a:cxn ang="0">
                    <a:pos x="47" y="7"/>
                  </a:cxn>
                  <a:cxn ang="0">
                    <a:pos x="52" y="7"/>
                  </a:cxn>
                  <a:cxn ang="0">
                    <a:pos x="52" y="9"/>
                  </a:cxn>
                  <a:cxn ang="0">
                    <a:pos x="54" y="11"/>
                  </a:cxn>
                  <a:cxn ang="0">
                    <a:pos x="59" y="9"/>
                  </a:cxn>
                  <a:cxn ang="0">
                    <a:pos x="63" y="9"/>
                  </a:cxn>
                  <a:cxn ang="0">
                    <a:pos x="66" y="9"/>
                  </a:cxn>
                  <a:cxn ang="0">
                    <a:pos x="71" y="9"/>
                  </a:cxn>
                  <a:cxn ang="0">
                    <a:pos x="75" y="9"/>
                  </a:cxn>
                  <a:cxn ang="0">
                    <a:pos x="80" y="9"/>
                  </a:cxn>
                  <a:cxn ang="0">
                    <a:pos x="82" y="9"/>
                  </a:cxn>
                  <a:cxn ang="0">
                    <a:pos x="87" y="11"/>
                  </a:cxn>
                  <a:cxn ang="0">
                    <a:pos x="89" y="11"/>
                  </a:cxn>
                  <a:cxn ang="0">
                    <a:pos x="94" y="14"/>
                  </a:cxn>
                  <a:cxn ang="0">
                    <a:pos x="97" y="11"/>
                  </a:cxn>
                  <a:cxn ang="0">
                    <a:pos x="101" y="11"/>
                  </a:cxn>
                  <a:cxn ang="0">
                    <a:pos x="101" y="14"/>
                  </a:cxn>
                  <a:cxn ang="0">
                    <a:pos x="99" y="16"/>
                  </a:cxn>
                  <a:cxn ang="0">
                    <a:pos x="97" y="19"/>
                  </a:cxn>
                  <a:cxn ang="0">
                    <a:pos x="94" y="21"/>
                  </a:cxn>
                  <a:cxn ang="0">
                    <a:pos x="89" y="21"/>
                  </a:cxn>
                  <a:cxn ang="0">
                    <a:pos x="85" y="21"/>
                  </a:cxn>
                  <a:cxn ang="0">
                    <a:pos x="80" y="21"/>
                  </a:cxn>
                  <a:cxn ang="0">
                    <a:pos x="78" y="23"/>
                  </a:cxn>
                  <a:cxn ang="0">
                    <a:pos x="73" y="23"/>
                  </a:cxn>
                  <a:cxn ang="0">
                    <a:pos x="68" y="23"/>
                  </a:cxn>
                  <a:cxn ang="0">
                    <a:pos x="63" y="23"/>
                  </a:cxn>
                  <a:cxn ang="0">
                    <a:pos x="61" y="23"/>
                  </a:cxn>
                  <a:cxn ang="0">
                    <a:pos x="56" y="23"/>
                  </a:cxn>
                  <a:cxn ang="0">
                    <a:pos x="52" y="23"/>
                  </a:cxn>
                  <a:cxn ang="0">
                    <a:pos x="47" y="23"/>
                  </a:cxn>
                  <a:cxn ang="0">
                    <a:pos x="42" y="23"/>
                  </a:cxn>
                  <a:cxn ang="0">
                    <a:pos x="40" y="21"/>
                  </a:cxn>
                  <a:cxn ang="0">
                    <a:pos x="37" y="19"/>
                  </a:cxn>
                  <a:cxn ang="0">
                    <a:pos x="33" y="19"/>
                  </a:cxn>
                  <a:cxn ang="0">
                    <a:pos x="30" y="16"/>
                  </a:cxn>
                  <a:cxn ang="0">
                    <a:pos x="26" y="16"/>
                  </a:cxn>
                  <a:cxn ang="0">
                    <a:pos x="21" y="16"/>
                  </a:cxn>
                  <a:cxn ang="0">
                    <a:pos x="16" y="16"/>
                  </a:cxn>
                  <a:cxn ang="0">
                    <a:pos x="14" y="16"/>
                  </a:cxn>
                  <a:cxn ang="0">
                    <a:pos x="9" y="14"/>
                  </a:cxn>
                  <a:cxn ang="0">
                    <a:pos x="7" y="14"/>
                  </a:cxn>
                  <a:cxn ang="0">
                    <a:pos x="2" y="11"/>
                  </a:cxn>
                  <a:cxn ang="0">
                    <a:pos x="0" y="11"/>
                  </a:cxn>
                  <a:cxn ang="0">
                    <a:pos x="2" y="7"/>
                  </a:cxn>
                  <a:cxn ang="0">
                    <a:pos x="2" y="4"/>
                  </a:cxn>
                  <a:cxn ang="0">
                    <a:pos x="4" y="2"/>
                  </a:cxn>
                  <a:cxn ang="0">
                    <a:pos x="7" y="0"/>
                  </a:cxn>
                </a:cxnLst>
                <a:rect l="0" t="0" r="r" b="b"/>
                <a:pathLst>
                  <a:path w="104" h="23">
                    <a:moveTo>
                      <a:pt x="9" y="0"/>
                    </a:moveTo>
                    <a:lnTo>
                      <a:pt x="9" y="2"/>
                    </a:lnTo>
                    <a:lnTo>
                      <a:pt x="9" y="2"/>
                    </a:lnTo>
                    <a:lnTo>
                      <a:pt x="9" y="2"/>
                    </a:lnTo>
                    <a:lnTo>
                      <a:pt x="11" y="2"/>
                    </a:lnTo>
                    <a:lnTo>
                      <a:pt x="11" y="2"/>
                    </a:lnTo>
                    <a:lnTo>
                      <a:pt x="11" y="2"/>
                    </a:lnTo>
                    <a:lnTo>
                      <a:pt x="14" y="2"/>
                    </a:lnTo>
                    <a:lnTo>
                      <a:pt x="14" y="4"/>
                    </a:lnTo>
                    <a:lnTo>
                      <a:pt x="14" y="4"/>
                    </a:lnTo>
                    <a:lnTo>
                      <a:pt x="11" y="4"/>
                    </a:lnTo>
                    <a:lnTo>
                      <a:pt x="11" y="4"/>
                    </a:lnTo>
                    <a:lnTo>
                      <a:pt x="11" y="7"/>
                    </a:lnTo>
                    <a:lnTo>
                      <a:pt x="11" y="7"/>
                    </a:lnTo>
                    <a:lnTo>
                      <a:pt x="11" y="7"/>
                    </a:lnTo>
                    <a:lnTo>
                      <a:pt x="14" y="7"/>
                    </a:lnTo>
                    <a:lnTo>
                      <a:pt x="14" y="7"/>
                    </a:lnTo>
                    <a:lnTo>
                      <a:pt x="14" y="7"/>
                    </a:lnTo>
                    <a:lnTo>
                      <a:pt x="16" y="7"/>
                    </a:lnTo>
                    <a:lnTo>
                      <a:pt x="16" y="7"/>
                    </a:lnTo>
                    <a:lnTo>
                      <a:pt x="16" y="7"/>
                    </a:lnTo>
                    <a:lnTo>
                      <a:pt x="16" y="7"/>
                    </a:lnTo>
                    <a:lnTo>
                      <a:pt x="18" y="7"/>
                    </a:lnTo>
                    <a:lnTo>
                      <a:pt x="18" y="7"/>
                    </a:lnTo>
                    <a:lnTo>
                      <a:pt x="21" y="7"/>
                    </a:lnTo>
                    <a:lnTo>
                      <a:pt x="21" y="7"/>
                    </a:lnTo>
                    <a:lnTo>
                      <a:pt x="21" y="7"/>
                    </a:lnTo>
                    <a:lnTo>
                      <a:pt x="21" y="7"/>
                    </a:lnTo>
                    <a:lnTo>
                      <a:pt x="21" y="7"/>
                    </a:lnTo>
                    <a:lnTo>
                      <a:pt x="23" y="7"/>
                    </a:lnTo>
                    <a:lnTo>
                      <a:pt x="23" y="7"/>
                    </a:lnTo>
                    <a:lnTo>
                      <a:pt x="23" y="7"/>
                    </a:lnTo>
                    <a:lnTo>
                      <a:pt x="23" y="4"/>
                    </a:lnTo>
                    <a:lnTo>
                      <a:pt x="26" y="4"/>
                    </a:lnTo>
                    <a:lnTo>
                      <a:pt x="26" y="4"/>
                    </a:lnTo>
                    <a:lnTo>
                      <a:pt x="28" y="4"/>
                    </a:lnTo>
                    <a:lnTo>
                      <a:pt x="28" y="4"/>
                    </a:lnTo>
                    <a:lnTo>
                      <a:pt x="28" y="4"/>
                    </a:lnTo>
                    <a:lnTo>
                      <a:pt x="30" y="4"/>
                    </a:lnTo>
                    <a:lnTo>
                      <a:pt x="30" y="4"/>
                    </a:lnTo>
                    <a:lnTo>
                      <a:pt x="30" y="4"/>
                    </a:lnTo>
                    <a:lnTo>
                      <a:pt x="33" y="4"/>
                    </a:lnTo>
                    <a:lnTo>
                      <a:pt x="33" y="4"/>
                    </a:lnTo>
                    <a:lnTo>
                      <a:pt x="35" y="4"/>
                    </a:lnTo>
                    <a:lnTo>
                      <a:pt x="35" y="4"/>
                    </a:lnTo>
                    <a:lnTo>
                      <a:pt x="35" y="4"/>
                    </a:lnTo>
                    <a:lnTo>
                      <a:pt x="35" y="7"/>
                    </a:lnTo>
                    <a:lnTo>
                      <a:pt x="37" y="7"/>
                    </a:lnTo>
                    <a:lnTo>
                      <a:pt x="37" y="7"/>
                    </a:lnTo>
                    <a:lnTo>
                      <a:pt x="37" y="7"/>
                    </a:lnTo>
                    <a:lnTo>
                      <a:pt x="40" y="7"/>
                    </a:lnTo>
                    <a:lnTo>
                      <a:pt x="40" y="7"/>
                    </a:lnTo>
                    <a:lnTo>
                      <a:pt x="42" y="7"/>
                    </a:lnTo>
                    <a:lnTo>
                      <a:pt x="42" y="7"/>
                    </a:lnTo>
                    <a:lnTo>
                      <a:pt x="42" y="7"/>
                    </a:lnTo>
                    <a:lnTo>
                      <a:pt x="44" y="7"/>
                    </a:lnTo>
                    <a:lnTo>
                      <a:pt x="44" y="7"/>
                    </a:lnTo>
                    <a:lnTo>
                      <a:pt x="47" y="7"/>
                    </a:lnTo>
                    <a:lnTo>
                      <a:pt x="47" y="7"/>
                    </a:lnTo>
                    <a:lnTo>
                      <a:pt x="47" y="7"/>
                    </a:lnTo>
                    <a:lnTo>
                      <a:pt x="49" y="7"/>
                    </a:lnTo>
                    <a:lnTo>
                      <a:pt x="49" y="7"/>
                    </a:lnTo>
                    <a:lnTo>
                      <a:pt x="49" y="7"/>
                    </a:lnTo>
                    <a:lnTo>
                      <a:pt x="52" y="7"/>
                    </a:lnTo>
                    <a:lnTo>
                      <a:pt x="52" y="7"/>
                    </a:lnTo>
                    <a:lnTo>
                      <a:pt x="52" y="7"/>
                    </a:lnTo>
                    <a:lnTo>
                      <a:pt x="52" y="7"/>
                    </a:lnTo>
                    <a:lnTo>
                      <a:pt x="52" y="7"/>
                    </a:lnTo>
                    <a:lnTo>
                      <a:pt x="52" y="9"/>
                    </a:lnTo>
                    <a:lnTo>
                      <a:pt x="52" y="9"/>
                    </a:lnTo>
                    <a:lnTo>
                      <a:pt x="52" y="9"/>
                    </a:lnTo>
                    <a:lnTo>
                      <a:pt x="52" y="11"/>
                    </a:lnTo>
                    <a:lnTo>
                      <a:pt x="54" y="11"/>
                    </a:lnTo>
                    <a:lnTo>
                      <a:pt x="54" y="11"/>
                    </a:lnTo>
                    <a:lnTo>
                      <a:pt x="54" y="11"/>
                    </a:lnTo>
                    <a:lnTo>
                      <a:pt x="56" y="11"/>
                    </a:lnTo>
                    <a:lnTo>
                      <a:pt x="56" y="11"/>
                    </a:lnTo>
                    <a:lnTo>
                      <a:pt x="56" y="11"/>
                    </a:lnTo>
                    <a:lnTo>
                      <a:pt x="56" y="9"/>
                    </a:lnTo>
                    <a:lnTo>
                      <a:pt x="59" y="9"/>
                    </a:lnTo>
                    <a:lnTo>
                      <a:pt x="59" y="9"/>
                    </a:lnTo>
                    <a:lnTo>
                      <a:pt x="61" y="9"/>
                    </a:lnTo>
                    <a:lnTo>
                      <a:pt x="61" y="9"/>
                    </a:lnTo>
                    <a:lnTo>
                      <a:pt x="61" y="9"/>
                    </a:lnTo>
                    <a:lnTo>
                      <a:pt x="63" y="9"/>
                    </a:lnTo>
                    <a:lnTo>
                      <a:pt x="63" y="9"/>
                    </a:lnTo>
                    <a:lnTo>
                      <a:pt x="63" y="9"/>
                    </a:lnTo>
                    <a:lnTo>
                      <a:pt x="63" y="9"/>
                    </a:lnTo>
                    <a:lnTo>
                      <a:pt x="66" y="9"/>
                    </a:lnTo>
                    <a:lnTo>
                      <a:pt x="66" y="9"/>
                    </a:lnTo>
                    <a:lnTo>
                      <a:pt x="68" y="9"/>
                    </a:lnTo>
                    <a:lnTo>
                      <a:pt x="68" y="9"/>
                    </a:lnTo>
                    <a:lnTo>
                      <a:pt x="68" y="9"/>
                    </a:lnTo>
                    <a:lnTo>
                      <a:pt x="71" y="9"/>
                    </a:lnTo>
                    <a:lnTo>
                      <a:pt x="71" y="9"/>
                    </a:lnTo>
                    <a:lnTo>
                      <a:pt x="71" y="9"/>
                    </a:lnTo>
                    <a:lnTo>
                      <a:pt x="71" y="9"/>
                    </a:lnTo>
                    <a:lnTo>
                      <a:pt x="73" y="9"/>
                    </a:lnTo>
                    <a:lnTo>
                      <a:pt x="73" y="9"/>
                    </a:lnTo>
                    <a:lnTo>
                      <a:pt x="75" y="9"/>
                    </a:lnTo>
                    <a:lnTo>
                      <a:pt x="75" y="9"/>
                    </a:lnTo>
                    <a:lnTo>
                      <a:pt x="75" y="9"/>
                    </a:lnTo>
                    <a:lnTo>
                      <a:pt x="78" y="9"/>
                    </a:lnTo>
                    <a:lnTo>
                      <a:pt x="78" y="9"/>
                    </a:lnTo>
                    <a:lnTo>
                      <a:pt x="80" y="9"/>
                    </a:lnTo>
                    <a:lnTo>
                      <a:pt x="80" y="9"/>
                    </a:lnTo>
                    <a:lnTo>
                      <a:pt x="80" y="9"/>
                    </a:lnTo>
                    <a:lnTo>
                      <a:pt x="82" y="9"/>
                    </a:lnTo>
                    <a:lnTo>
                      <a:pt x="82" y="9"/>
                    </a:lnTo>
                    <a:lnTo>
                      <a:pt x="82" y="9"/>
                    </a:lnTo>
                    <a:lnTo>
                      <a:pt x="85" y="9"/>
                    </a:lnTo>
                    <a:lnTo>
                      <a:pt x="85" y="9"/>
                    </a:lnTo>
                    <a:lnTo>
                      <a:pt x="85" y="11"/>
                    </a:lnTo>
                    <a:lnTo>
                      <a:pt x="87" y="11"/>
                    </a:lnTo>
                    <a:lnTo>
                      <a:pt x="87" y="11"/>
                    </a:lnTo>
                    <a:lnTo>
                      <a:pt x="87" y="11"/>
                    </a:lnTo>
                    <a:lnTo>
                      <a:pt x="89" y="11"/>
                    </a:lnTo>
                    <a:lnTo>
                      <a:pt x="89" y="11"/>
                    </a:lnTo>
                    <a:lnTo>
                      <a:pt x="89" y="11"/>
                    </a:lnTo>
                    <a:lnTo>
                      <a:pt x="89" y="11"/>
                    </a:lnTo>
                    <a:lnTo>
                      <a:pt x="89" y="14"/>
                    </a:lnTo>
                    <a:lnTo>
                      <a:pt x="92" y="14"/>
                    </a:lnTo>
                    <a:lnTo>
                      <a:pt x="92" y="14"/>
                    </a:lnTo>
                    <a:lnTo>
                      <a:pt x="94" y="14"/>
                    </a:lnTo>
                    <a:lnTo>
                      <a:pt x="94" y="14"/>
                    </a:lnTo>
                    <a:lnTo>
                      <a:pt x="94" y="14"/>
                    </a:lnTo>
                    <a:lnTo>
                      <a:pt x="97" y="14"/>
                    </a:lnTo>
                    <a:lnTo>
                      <a:pt x="97" y="11"/>
                    </a:lnTo>
                    <a:lnTo>
                      <a:pt x="97" y="11"/>
                    </a:lnTo>
                    <a:lnTo>
                      <a:pt x="97" y="11"/>
                    </a:lnTo>
                    <a:lnTo>
                      <a:pt x="99" y="11"/>
                    </a:lnTo>
                    <a:lnTo>
                      <a:pt x="99" y="11"/>
                    </a:lnTo>
                    <a:lnTo>
                      <a:pt x="101" y="11"/>
                    </a:lnTo>
                    <a:lnTo>
                      <a:pt x="101" y="11"/>
                    </a:lnTo>
                    <a:lnTo>
                      <a:pt x="101" y="11"/>
                    </a:lnTo>
                    <a:lnTo>
                      <a:pt x="104" y="11"/>
                    </a:lnTo>
                    <a:lnTo>
                      <a:pt x="104" y="14"/>
                    </a:lnTo>
                    <a:lnTo>
                      <a:pt x="104" y="14"/>
                    </a:lnTo>
                    <a:lnTo>
                      <a:pt x="101" y="14"/>
                    </a:lnTo>
                    <a:lnTo>
                      <a:pt x="101" y="14"/>
                    </a:lnTo>
                    <a:lnTo>
                      <a:pt x="101" y="14"/>
                    </a:lnTo>
                    <a:lnTo>
                      <a:pt x="101" y="16"/>
                    </a:lnTo>
                    <a:lnTo>
                      <a:pt x="99" y="16"/>
                    </a:lnTo>
                    <a:lnTo>
                      <a:pt x="99" y="16"/>
                    </a:lnTo>
                    <a:lnTo>
                      <a:pt x="99" y="16"/>
                    </a:lnTo>
                    <a:lnTo>
                      <a:pt x="97" y="16"/>
                    </a:lnTo>
                    <a:lnTo>
                      <a:pt x="97" y="16"/>
                    </a:lnTo>
                    <a:lnTo>
                      <a:pt x="97" y="19"/>
                    </a:lnTo>
                    <a:lnTo>
                      <a:pt x="97" y="19"/>
                    </a:lnTo>
                    <a:lnTo>
                      <a:pt x="97" y="19"/>
                    </a:lnTo>
                    <a:lnTo>
                      <a:pt x="97" y="19"/>
                    </a:lnTo>
                    <a:lnTo>
                      <a:pt x="97" y="21"/>
                    </a:lnTo>
                    <a:lnTo>
                      <a:pt x="94" y="21"/>
                    </a:lnTo>
                    <a:lnTo>
                      <a:pt x="94" y="21"/>
                    </a:lnTo>
                    <a:lnTo>
                      <a:pt x="94" y="21"/>
                    </a:lnTo>
                    <a:lnTo>
                      <a:pt x="92" y="21"/>
                    </a:lnTo>
                    <a:lnTo>
                      <a:pt x="92" y="21"/>
                    </a:lnTo>
                    <a:lnTo>
                      <a:pt x="89" y="21"/>
                    </a:lnTo>
                    <a:lnTo>
                      <a:pt x="89" y="21"/>
                    </a:lnTo>
                    <a:lnTo>
                      <a:pt x="89" y="21"/>
                    </a:lnTo>
                    <a:lnTo>
                      <a:pt x="89" y="21"/>
                    </a:lnTo>
                    <a:lnTo>
                      <a:pt x="87" y="21"/>
                    </a:lnTo>
                    <a:lnTo>
                      <a:pt x="87" y="21"/>
                    </a:lnTo>
                    <a:lnTo>
                      <a:pt x="87" y="21"/>
                    </a:lnTo>
                    <a:lnTo>
                      <a:pt x="85" y="21"/>
                    </a:lnTo>
                    <a:lnTo>
                      <a:pt x="85" y="21"/>
                    </a:lnTo>
                    <a:lnTo>
                      <a:pt x="82" y="21"/>
                    </a:lnTo>
                    <a:lnTo>
                      <a:pt x="82" y="21"/>
                    </a:lnTo>
                    <a:lnTo>
                      <a:pt x="82" y="21"/>
                    </a:lnTo>
                    <a:lnTo>
                      <a:pt x="80" y="21"/>
                    </a:lnTo>
                    <a:lnTo>
                      <a:pt x="80" y="23"/>
                    </a:lnTo>
                    <a:lnTo>
                      <a:pt x="80" y="23"/>
                    </a:lnTo>
                    <a:lnTo>
                      <a:pt x="80" y="23"/>
                    </a:lnTo>
                    <a:lnTo>
                      <a:pt x="78" y="23"/>
                    </a:lnTo>
                    <a:lnTo>
                      <a:pt x="78" y="23"/>
                    </a:lnTo>
                    <a:lnTo>
                      <a:pt x="75" y="23"/>
                    </a:lnTo>
                    <a:lnTo>
                      <a:pt x="75" y="23"/>
                    </a:lnTo>
                    <a:lnTo>
                      <a:pt x="75" y="23"/>
                    </a:lnTo>
                    <a:lnTo>
                      <a:pt x="73" y="23"/>
                    </a:lnTo>
                    <a:lnTo>
                      <a:pt x="73" y="23"/>
                    </a:lnTo>
                    <a:lnTo>
                      <a:pt x="71" y="23"/>
                    </a:lnTo>
                    <a:lnTo>
                      <a:pt x="71" y="23"/>
                    </a:lnTo>
                    <a:lnTo>
                      <a:pt x="71" y="23"/>
                    </a:lnTo>
                    <a:lnTo>
                      <a:pt x="71" y="23"/>
                    </a:lnTo>
                    <a:lnTo>
                      <a:pt x="68" y="23"/>
                    </a:lnTo>
                    <a:lnTo>
                      <a:pt x="68" y="23"/>
                    </a:lnTo>
                    <a:lnTo>
                      <a:pt x="68" y="23"/>
                    </a:lnTo>
                    <a:lnTo>
                      <a:pt x="66" y="23"/>
                    </a:lnTo>
                    <a:lnTo>
                      <a:pt x="66" y="23"/>
                    </a:lnTo>
                    <a:lnTo>
                      <a:pt x="63" y="23"/>
                    </a:lnTo>
                    <a:lnTo>
                      <a:pt x="63" y="23"/>
                    </a:lnTo>
                    <a:lnTo>
                      <a:pt x="63" y="23"/>
                    </a:lnTo>
                    <a:lnTo>
                      <a:pt x="61" y="23"/>
                    </a:lnTo>
                    <a:lnTo>
                      <a:pt x="61" y="23"/>
                    </a:lnTo>
                    <a:lnTo>
                      <a:pt x="61" y="23"/>
                    </a:lnTo>
                    <a:lnTo>
                      <a:pt x="59" y="23"/>
                    </a:lnTo>
                    <a:lnTo>
                      <a:pt x="59" y="23"/>
                    </a:lnTo>
                    <a:lnTo>
                      <a:pt x="56" y="23"/>
                    </a:lnTo>
                    <a:lnTo>
                      <a:pt x="56" y="23"/>
                    </a:lnTo>
                    <a:lnTo>
                      <a:pt x="56" y="23"/>
                    </a:lnTo>
                    <a:lnTo>
                      <a:pt x="54" y="23"/>
                    </a:lnTo>
                    <a:lnTo>
                      <a:pt x="54" y="23"/>
                    </a:lnTo>
                    <a:lnTo>
                      <a:pt x="54" y="23"/>
                    </a:lnTo>
                    <a:lnTo>
                      <a:pt x="52" y="23"/>
                    </a:lnTo>
                    <a:lnTo>
                      <a:pt x="52" y="23"/>
                    </a:lnTo>
                    <a:lnTo>
                      <a:pt x="52" y="23"/>
                    </a:lnTo>
                    <a:lnTo>
                      <a:pt x="49" y="23"/>
                    </a:lnTo>
                    <a:lnTo>
                      <a:pt x="49" y="23"/>
                    </a:lnTo>
                    <a:lnTo>
                      <a:pt x="49" y="23"/>
                    </a:lnTo>
                    <a:lnTo>
                      <a:pt x="47" y="23"/>
                    </a:lnTo>
                    <a:lnTo>
                      <a:pt x="47" y="23"/>
                    </a:lnTo>
                    <a:lnTo>
                      <a:pt x="47" y="23"/>
                    </a:lnTo>
                    <a:lnTo>
                      <a:pt x="44" y="23"/>
                    </a:lnTo>
                    <a:lnTo>
                      <a:pt x="44" y="23"/>
                    </a:lnTo>
                    <a:lnTo>
                      <a:pt x="42" y="23"/>
                    </a:lnTo>
                    <a:lnTo>
                      <a:pt x="42" y="23"/>
                    </a:lnTo>
                    <a:lnTo>
                      <a:pt x="42" y="23"/>
                    </a:lnTo>
                    <a:lnTo>
                      <a:pt x="42" y="21"/>
                    </a:lnTo>
                    <a:lnTo>
                      <a:pt x="40" y="21"/>
                    </a:lnTo>
                    <a:lnTo>
                      <a:pt x="40" y="21"/>
                    </a:lnTo>
                    <a:lnTo>
                      <a:pt x="37" y="21"/>
                    </a:lnTo>
                    <a:lnTo>
                      <a:pt x="37" y="21"/>
                    </a:lnTo>
                    <a:lnTo>
                      <a:pt x="37" y="21"/>
                    </a:lnTo>
                    <a:lnTo>
                      <a:pt x="37" y="21"/>
                    </a:lnTo>
                    <a:lnTo>
                      <a:pt x="37" y="19"/>
                    </a:lnTo>
                    <a:lnTo>
                      <a:pt x="35" y="19"/>
                    </a:lnTo>
                    <a:lnTo>
                      <a:pt x="35" y="19"/>
                    </a:lnTo>
                    <a:lnTo>
                      <a:pt x="35" y="19"/>
                    </a:lnTo>
                    <a:lnTo>
                      <a:pt x="33" y="19"/>
                    </a:lnTo>
                    <a:lnTo>
                      <a:pt x="33" y="19"/>
                    </a:lnTo>
                    <a:lnTo>
                      <a:pt x="33" y="19"/>
                    </a:lnTo>
                    <a:lnTo>
                      <a:pt x="30" y="19"/>
                    </a:lnTo>
                    <a:lnTo>
                      <a:pt x="30" y="19"/>
                    </a:lnTo>
                    <a:lnTo>
                      <a:pt x="30" y="16"/>
                    </a:lnTo>
                    <a:lnTo>
                      <a:pt x="30" y="16"/>
                    </a:lnTo>
                    <a:lnTo>
                      <a:pt x="28" y="16"/>
                    </a:lnTo>
                    <a:lnTo>
                      <a:pt x="28" y="16"/>
                    </a:lnTo>
                    <a:lnTo>
                      <a:pt x="28" y="16"/>
                    </a:lnTo>
                    <a:lnTo>
                      <a:pt x="26" y="16"/>
                    </a:lnTo>
                    <a:lnTo>
                      <a:pt x="26" y="16"/>
                    </a:lnTo>
                    <a:lnTo>
                      <a:pt x="23" y="16"/>
                    </a:lnTo>
                    <a:lnTo>
                      <a:pt x="23" y="16"/>
                    </a:lnTo>
                    <a:lnTo>
                      <a:pt x="23" y="16"/>
                    </a:lnTo>
                    <a:lnTo>
                      <a:pt x="21" y="16"/>
                    </a:lnTo>
                    <a:lnTo>
                      <a:pt x="21" y="16"/>
                    </a:lnTo>
                    <a:lnTo>
                      <a:pt x="21" y="16"/>
                    </a:lnTo>
                    <a:lnTo>
                      <a:pt x="21" y="16"/>
                    </a:lnTo>
                    <a:lnTo>
                      <a:pt x="18" y="16"/>
                    </a:lnTo>
                    <a:lnTo>
                      <a:pt x="18" y="16"/>
                    </a:lnTo>
                    <a:lnTo>
                      <a:pt x="16" y="16"/>
                    </a:lnTo>
                    <a:lnTo>
                      <a:pt x="16" y="16"/>
                    </a:lnTo>
                    <a:lnTo>
                      <a:pt x="16" y="16"/>
                    </a:lnTo>
                    <a:lnTo>
                      <a:pt x="16" y="16"/>
                    </a:lnTo>
                    <a:lnTo>
                      <a:pt x="14" y="16"/>
                    </a:lnTo>
                    <a:lnTo>
                      <a:pt x="14" y="16"/>
                    </a:lnTo>
                    <a:lnTo>
                      <a:pt x="14" y="14"/>
                    </a:lnTo>
                    <a:lnTo>
                      <a:pt x="14" y="14"/>
                    </a:lnTo>
                    <a:lnTo>
                      <a:pt x="11" y="14"/>
                    </a:lnTo>
                    <a:lnTo>
                      <a:pt x="11" y="14"/>
                    </a:lnTo>
                    <a:lnTo>
                      <a:pt x="9" y="14"/>
                    </a:lnTo>
                    <a:lnTo>
                      <a:pt x="9" y="14"/>
                    </a:lnTo>
                    <a:lnTo>
                      <a:pt x="9" y="14"/>
                    </a:lnTo>
                    <a:lnTo>
                      <a:pt x="9" y="14"/>
                    </a:lnTo>
                    <a:lnTo>
                      <a:pt x="7" y="14"/>
                    </a:lnTo>
                    <a:lnTo>
                      <a:pt x="7" y="14"/>
                    </a:lnTo>
                    <a:lnTo>
                      <a:pt x="7" y="14"/>
                    </a:lnTo>
                    <a:lnTo>
                      <a:pt x="4" y="14"/>
                    </a:lnTo>
                    <a:lnTo>
                      <a:pt x="4" y="14"/>
                    </a:lnTo>
                    <a:lnTo>
                      <a:pt x="2" y="14"/>
                    </a:lnTo>
                    <a:lnTo>
                      <a:pt x="2" y="11"/>
                    </a:lnTo>
                    <a:lnTo>
                      <a:pt x="2" y="11"/>
                    </a:lnTo>
                    <a:lnTo>
                      <a:pt x="2" y="11"/>
                    </a:lnTo>
                    <a:lnTo>
                      <a:pt x="0" y="11"/>
                    </a:lnTo>
                    <a:lnTo>
                      <a:pt x="0" y="11"/>
                    </a:lnTo>
                    <a:lnTo>
                      <a:pt x="0" y="11"/>
                    </a:lnTo>
                    <a:lnTo>
                      <a:pt x="0" y="9"/>
                    </a:lnTo>
                    <a:lnTo>
                      <a:pt x="0" y="9"/>
                    </a:lnTo>
                    <a:lnTo>
                      <a:pt x="0" y="9"/>
                    </a:lnTo>
                    <a:lnTo>
                      <a:pt x="2" y="9"/>
                    </a:lnTo>
                    <a:lnTo>
                      <a:pt x="2" y="7"/>
                    </a:lnTo>
                    <a:lnTo>
                      <a:pt x="0" y="7"/>
                    </a:lnTo>
                    <a:lnTo>
                      <a:pt x="0" y="7"/>
                    </a:lnTo>
                    <a:lnTo>
                      <a:pt x="0" y="7"/>
                    </a:lnTo>
                    <a:lnTo>
                      <a:pt x="2" y="7"/>
                    </a:lnTo>
                    <a:lnTo>
                      <a:pt x="2" y="4"/>
                    </a:lnTo>
                    <a:lnTo>
                      <a:pt x="2" y="4"/>
                    </a:lnTo>
                    <a:lnTo>
                      <a:pt x="2" y="4"/>
                    </a:lnTo>
                    <a:lnTo>
                      <a:pt x="4" y="4"/>
                    </a:lnTo>
                    <a:lnTo>
                      <a:pt x="4" y="4"/>
                    </a:lnTo>
                    <a:lnTo>
                      <a:pt x="4" y="2"/>
                    </a:lnTo>
                    <a:lnTo>
                      <a:pt x="4" y="2"/>
                    </a:lnTo>
                    <a:lnTo>
                      <a:pt x="4" y="2"/>
                    </a:lnTo>
                    <a:lnTo>
                      <a:pt x="4" y="0"/>
                    </a:lnTo>
                    <a:lnTo>
                      <a:pt x="7" y="0"/>
                    </a:lnTo>
                    <a:lnTo>
                      <a:pt x="7" y="0"/>
                    </a:lnTo>
                    <a:lnTo>
                      <a:pt x="7" y="0"/>
                    </a:lnTo>
                    <a:lnTo>
                      <a:pt x="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4" name="Freeform 52"/>
              <p:cNvSpPr>
                <a:spLocks/>
              </p:cNvSpPr>
              <p:nvPr/>
            </p:nvSpPr>
            <p:spPr bwMode="auto">
              <a:xfrm>
                <a:off x="3970" y="834"/>
                <a:ext cx="104" cy="23"/>
              </a:xfrm>
              <a:custGeom>
                <a:avLst/>
                <a:gdLst/>
                <a:ahLst/>
                <a:cxnLst>
                  <a:cxn ang="0">
                    <a:pos x="11" y="2"/>
                  </a:cxn>
                  <a:cxn ang="0">
                    <a:pos x="14" y="4"/>
                  </a:cxn>
                  <a:cxn ang="0">
                    <a:pos x="11" y="7"/>
                  </a:cxn>
                  <a:cxn ang="0">
                    <a:pos x="16" y="7"/>
                  </a:cxn>
                  <a:cxn ang="0">
                    <a:pos x="21" y="7"/>
                  </a:cxn>
                  <a:cxn ang="0">
                    <a:pos x="23" y="7"/>
                  </a:cxn>
                  <a:cxn ang="0">
                    <a:pos x="26" y="4"/>
                  </a:cxn>
                  <a:cxn ang="0">
                    <a:pos x="30" y="4"/>
                  </a:cxn>
                  <a:cxn ang="0">
                    <a:pos x="35" y="4"/>
                  </a:cxn>
                  <a:cxn ang="0">
                    <a:pos x="37" y="7"/>
                  </a:cxn>
                  <a:cxn ang="0">
                    <a:pos x="42" y="7"/>
                  </a:cxn>
                  <a:cxn ang="0">
                    <a:pos x="47" y="7"/>
                  </a:cxn>
                  <a:cxn ang="0">
                    <a:pos x="52" y="7"/>
                  </a:cxn>
                  <a:cxn ang="0">
                    <a:pos x="52" y="9"/>
                  </a:cxn>
                  <a:cxn ang="0">
                    <a:pos x="54" y="11"/>
                  </a:cxn>
                  <a:cxn ang="0">
                    <a:pos x="59" y="9"/>
                  </a:cxn>
                  <a:cxn ang="0">
                    <a:pos x="63" y="9"/>
                  </a:cxn>
                  <a:cxn ang="0">
                    <a:pos x="66" y="9"/>
                  </a:cxn>
                  <a:cxn ang="0">
                    <a:pos x="71" y="9"/>
                  </a:cxn>
                  <a:cxn ang="0">
                    <a:pos x="75" y="9"/>
                  </a:cxn>
                  <a:cxn ang="0">
                    <a:pos x="80" y="9"/>
                  </a:cxn>
                  <a:cxn ang="0">
                    <a:pos x="82" y="9"/>
                  </a:cxn>
                  <a:cxn ang="0">
                    <a:pos x="87" y="11"/>
                  </a:cxn>
                  <a:cxn ang="0">
                    <a:pos x="89" y="11"/>
                  </a:cxn>
                  <a:cxn ang="0">
                    <a:pos x="94" y="14"/>
                  </a:cxn>
                  <a:cxn ang="0">
                    <a:pos x="97" y="11"/>
                  </a:cxn>
                  <a:cxn ang="0">
                    <a:pos x="101" y="11"/>
                  </a:cxn>
                  <a:cxn ang="0">
                    <a:pos x="101" y="14"/>
                  </a:cxn>
                  <a:cxn ang="0">
                    <a:pos x="99" y="16"/>
                  </a:cxn>
                  <a:cxn ang="0">
                    <a:pos x="97" y="19"/>
                  </a:cxn>
                  <a:cxn ang="0">
                    <a:pos x="94" y="21"/>
                  </a:cxn>
                  <a:cxn ang="0">
                    <a:pos x="89" y="21"/>
                  </a:cxn>
                  <a:cxn ang="0">
                    <a:pos x="85" y="21"/>
                  </a:cxn>
                  <a:cxn ang="0">
                    <a:pos x="80" y="21"/>
                  </a:cxn>
                  <a:cxn ang="0">
                    <a:pos x="78" y="23"/>
                  </a:cxn>
                  <a:cxn ang="0">
                    <a:pos x="73" y="23"/>
                  </a:cxn>
                  <a:cxn ang="0">
                    <a:pos x="68" y="23"/>
                  </a:cxn>
                  <a:cxn ang="0">
                    <a:pos x="63" y="23"/>
                  </a:cxn>
                  <a:cxn ang="0">
                    <a:pos x="61" y="23"/>
                  </a:cxn>
                  <a:cxn ang="0">
                    <a:pos x="56" y="23"/>
                  </a:cxn>
                  <a:cxn ang="0">
                    <a:pos x="52" y="23"/>
                  </a:cxn>
                  <a:cxn ang="0">
                    <a:pos x="47" y="23"/>
                  </a:cxn>
                  <a:cxn ang="0">
                    <a:pos x="42" y="23"/>
                  </a:cxn>
                  <a:cxn ang="0">
                    <a:pos x="40" y="21"/>
                  </a:cxn>
                  <a:cxn ang="0">
                    <a:pos x="37" y="19"/>
                  </a:cxn>
                  <a:cxn ang="0">
                    <a:pos x="33" y="19"/>
                  </a:cxn>
                  <a:cxn ang="0">
                    <a:pos x="30" y="16"/>
                  </a:cxn>
                  <a:cxn ang="0">
                    <a:pos x="26" y="16"/>
                  </a:cxn>
                  <a:cxn ang="0">
                    <a:pos x="21" y="16"/>
                  </a:cxn>
                  <a:cxn ang="0">
                    <a:pos x="16" y="16"/>
                  </a:cxn>
                  <a:cxn ang="0">
                    <a:pos x="14" y="16"/>
                  </a:cxn>
                  <a:cxn ang="0">
                    <a:pos x="9" y="14"/>
                  </a:cxn>
                  <a:cxn ang="0">
                    <a:pos x="7" y="14"/>
                  </a:cxn>
                  <a:cxn ang="0">
                    <a:pos x="2" y="11"/>
                  </a:cxn>
                  <a:cxn ang="0">
                    <a:pos x="0" y="11"/>
                  </a:cxn>
                  <a:cxn ang="0">
                    <a:pos x="2" y="7"/>
                  </a:cxn>
                  <a:cxn ang="0">
                    <a:pos x="2" y="4"/>
                  </a:cxn>
                  <a:cxn ang="0">
                    <a:pos x="4" y="2"/>
                  </a:cxn>
                  <a:cxn ang="0">
                    <a:pos x="7" y="0"/>
                  </a:cxn>
                </a:cxnLst>
                <a:rect l="0" t="0" r="r" b="b"/>
                <a:pathLst>
                  <a:path w="104" h="23">
                    <a:moveTo>
                      <a:pt x="9" y="0"/>
                    </a:moveTo>
                    <a:lnTo>
                      <a:pt x="9" y="2"/>
                    </a:lnTo>
                    <a:lnTo>
                      <a:pt x="9" y="2"/>
                    </a:lnTo>
                    <a:lnTo>
                      <a:pt x="9" y="2"/>
                    </a:lnTo>
                    <a:lnTo>
                      <a:pt x="11" y="2"/>
                    </a:lnTo>
                    <a:lnTo>
                      <a:pt x="11" y="2"/>
                    </a:lnTo>
                    <a:lnTo>
                      <a:pt x="11" y="2"/>
                    </a:lnTo>
                    <a:lnTo>
                      <a:pt x="14" y="2"/>
                    </a:lnTo>
                    <a:lnTo>
                      <a:pt x="14" y="4"/>
                    </a:lnTo>
                    <a:lnTo>
                      <a:pt x="14" y="4"/>
                    </a:lnTo>
                    <a:lnTo>
                      <a:pt x="11" y="4"/>
                    </a:lnTo>
                    <a:lnTo>
                      <a:pt x="11" y="4"/>
                    </a:lnTo>
                    <a:lnTo>
                      <a:pt x="11" y="7"/>
                    </a:lnTo>
                    <a:lnTo>
                      <a:pt x="11" y="7"/>
                    </a:lnTo>
                    <a:lnTo>
                      <a:pt x="11" y="7"/>
                    </a:lnTo>
                    <a:lnTo>
                      <a:pt x="14" y="7"/>
                    </a:lnTo>
                    <a:lnTo>
                      <a:pt x="14" y="7"/>
                    </a:lnTo>
                    <a:lnTo>
                      <a:pt x="14" y="7"/>
                    </a:lnTo>
                    <a:lnTo>
                      <a:pt x="16" y="7"/>
                    </a:lnTo>
                    <a:lnTo>
                      <a:pt x="16" y="7"/>
                    </a:lnTo>
                    <a:lnTo>
                      <a:pt x="16" y="7"/>
                    </a:lnTo>
                    <a:lnTo>
                      <a:pt x="16" y="7"/>
                    </a:lnTo>
                    <a:lnTo>
                      <a:pt x="18" y="7"/>
                    </a:lnTo>
                    <a:lnTo>
                      <a:pt x="18" y="7"/>
                    </a:lnTo>
                    <a:lnTo>
                      <a:pt x="21" y="7"/>
                    </a:lnTo>
                    <a:lnTo>
                      <a:pt x="21" y="7"/>
                    </a:lnTo>
                    <a:lnTo>
                      <a:pt x="21" y="7"/>
                    </a:lnTo>
                    <a:lnTo>
                      <a:pt x="21" y="7"/>
                    </a:lnTo>
                    <a:lnTo>
                      <a:pt x="21" y="7"/>
                    </a:lnTo>
                    <a:lnTo>
                      <a:pt x="23" y="7"/>
                    </a:lnTo>
                    <a:lnTo>
                      <a:pt x="23" y="7"/>
                    </a:lnTo>
                    <a:lnTo>
                      <a:pt x="23" y="7"/>
                    </a:lnTo>
                    <a:lnTo>
                      <a:pt x="23" y="4"/>
                    </a:lnTo>
                    <a:lnTo>
                      <a:pt x="26" y="4"/>
                    </a:lnTo>
                    <a:lnTo>
                      <a:pt x="26" y="4"/>
                    </a:lnTo>
                    <a:lnTo>
                      <a:pt x="28" y="4"/>
                    </a:lnTo>
                    <a:lnTo>
                      <a:pt x="28" y="4"/>
                    </a:lnTo>
                    <a:lnTo>
                      <a:pt x="28" y="4"/>
                    </a:lnTo>
                    <a:lnTo>
                      <a:pt x="30" y="4"/>
                    </a:lnTo>
                    <a:lnTo>
                      <a:pt x="30" y="4"/>
                    </a:lnTo>
                    <a:lnTo>
                      <a:pt x="30" y="4"/>
                    </a:lnTo>
                    <a:lnTo>
                      <a:pt x="33" y="4"/>
                    </a:lnTo>
                    <a:lnTo>
                      <a:pt x="33" y="4"/>
                    </a:lnTo>
                    <a:lnTo>
                      <a:pt x="35" y="4"/>
                    </a:lnTo>
                    <a:lnTo>
                      <a:pt x="35" y="4"/>
                    </a:lnTo>
                    <a:lnTo>
                      <a:pt x="35" y="4"/>
                    </a:lnTo>
                    <a:lnTo>
                      <a:pt x="35" y="7"/>
                    </a:lnTo>
                    <a:lnTo>
                      <a:pt x="37" y="7"/>
                    </a:lnTo>
                    <a:lnTo>
                      <a:pt x="37" y="7"/>
                    </a:lnTo>
                    <a:lnTo>
                      <a:pt x="37" y="7"/>
                    </a:lnTo>
                    <a:lnTo>
                      <a:pt x="40" y="7"/>
                    </a:lnTo>
                    <a:lnTo>
                      <a:pt x="40" y="7"/>
                    </a:lnTo>
                    <a:lnTo>
                      <a:pt x="42" y="7"/>
                    </a:lnTo>
                    <a:lnTo>
                      <a:pt x="42" y="7"/>
                    </a:lnTo>
                    <a:lnTo>
                      <a:pt x="42" y="7"/>
                    </a:lnTo>
                    <a:lnTo>
                      <a:pt x="44" y="7"/>
                    </a:lnTo>
                    <a:lnTo>
                      <a:pt x="44" y="7"/>
                    </a:lnTo>
                    <a:lnTo>
                      <a:pt x="47" y="7"/>
                    </a:lnTo>
                    <a:lnTo>
                      <a:pt x="47" y="7"/>
                    </a:lnTo>
                    <a:lnTo>
                      <a:pt x="47" y="7"/>
                    </a:lnTo>
                    <a:lnTo>
                      <a:pt x="49" y="7"/>
                    </a:lnTo>
                    <a:lnTo>
                      <a:pt x="49" y="7"/>
                    </a:lnTo>
                    <a:lnTo>
                      <a:pt x="49" y="7"/>
                    </a:lnTo>
                    <a:lnTo>
                      <a:pt x="52" y="7"/>
                    </a:lnTo>
                    <a:lnTo>
                      <a:pt x="52" y="7"/>
                    </a:lnTo>
                    <a:lnTo>
                      <a:pt x="52" y="7"/>
                    </a:lnTo>
                    <a:lnTo>
                      <a:pt x="52" y="7"/>
                    </a:lnTo>
                    <a:lnTo>
                      <a:pt x="52" y="7"/>
                    </a:lnTo>
                    <a:lnTo>
                      <a:pt x="52" y="9"/>
                    </a:lnTo>
                    <a:lnTo>
                      <a:pt x="52" y="9"/>
                    </a:lnTo>
                    <a:lnTo>
                      <a:pt x="52" y="9"/>
                    </a:lnTo>
                    <a:lnTo>
                      <a:pt x="52" y="11"/>
                    </a:lnTo>
                    <a:lnTo>
                      <a:pt x="54" y="11"/>
                    </a:lnTo>
                    <a:lnTo>
                      <a:pt x="54" y="11"/>
                    </a:lnTo>
                    <a:lnTo>
                      <a:pt x="54" y="11"/>
                    </a:lnTo>
                    <a:lnTo>
                      <a:pt x="56" y="11"/>
                    </a:lnTo>
                    <a:lnTo>
                      <a:pt x="56" y="11"/>
                    </a:lnTo>
                    <a:lnTo>
                      <a:pt x="56" y="11"/>
                    </a:lnTo>
                    <a:lnTo>
                      <a:pt x="56" y="9"/>
                    </a:lnTo>
                    <a:lnTo>
                      <a:pt x="59" y="9"/>
                    </a:lnTo>
                    <a:lnTo>
                      <a:pt x="59" y="9"/>
                    </a:lnTo>
                    <a:lnTo>
                      <a:pt x="61" y="9"/>
                    </a:lnTo>
                    <a:lnTo>
                      <a:pt x="61" y="9"/>
                    </a:lnTo>
                    <a:lnTo>
                      <a:pt x="61" y="9"/>
                    </a:lnTo>
                    <a:lnTo>
                      <a:pt x="63" y="9"/>
                    </a:lnTo>
                    <a:lnTo>
                      <a:pt x="63" y="9"/>
                    </a:lnTo>
                    <a:lnTo>
                      <a:pt x="63" y="9"/>
                    </a:lnTo>
                    <a:lnTo>
                      <a:pt x="63" y="9"/>
                    </a:lnTo>
                    <a:lnTo>
                      <a:pt x="66" y="9"/>
                    </a:lnTo>
                    <a:lnTo>
                      <a:pt x="66" y="9"/>
                    </a:lnTo>
                    <a:lnTo>
                      <a:pt x="68" y="9"/>
                    </a:lnTo>
                    <a:lnTo>
                      <a:pt x="68" y="9"/>
                    </a:lnTo>
                    <a:lnTo>
                      <a:pt x="68" y="9"/>
                    </a:lnTo>
                    <a:lnTo>
                      <a:pt x="71" y="9"/>
                    </a:lnTo>
                    <a:lnTo>
                      <a:pt x="71" y="9"/>
                    </a:lnTo>
                    <a:lnTo>
                      <a:pt x="71" y="9"/>
                    </a:lnTo>
                    <a:lnTo>
                      <a:pt x="71" y="9"/>
                    </a:lnTo>
                    <a:lnTo>
                      <a:pt x="73" y="9"/>
                    </a:lnTo>
                    <a:lnTo>
                      <a:pt x="73" y="9"/>
                    </a:lnTo>
                    <a:lnTo>
                      <a:pt x="75" y="9"/>
                    </a:lnTo>
                    <a:lnTo>
                      <a:pt x="75" y="9"/>
                    </a:lnTo>
                    <a:lnTo>
                      <a:pt x="75" y="9"/>
                    </a:lnTo>
                    <a:lnTo>
                      <a:pt x="78" y="9"/>
                    </a:lnTo>
                    <a:lnTo>
                      <a:pt x="78" y="9"/>
                    </a:lnTo>
                    <a:lnTo>
                      <a:pt x="80" y="9"/>
                    </a:lnTo>
                    <a:lnTo>
                      <a:pt x="80" y="9"/>
                    </a:lnTo>
                    <a:lnTo>
                      <a:pt x="80" y="9"/>
                    </a:lnTo>
                    <a:lnTo>
                      <a:pt x="82" y="9"/>
                    </a:lnTo>
                    <a:lnTo>
                      <a:pt x="82" y="9"/>
                    </a:lnTo>
                    <a:lnTo>
                      <a:pt x="82" y="9"/>
                    </a:lnTo>
                    <a:lnTo>
                      <a:pt x="85" y="9"/>
                    </a:lnTo>
                    <a:lnTo>
                      <a:pt x="85" y="9"/>
                    </a:lnTo>
                    <a:lnTo>
                      <a:pt x="85" y="11"/>
                    </a:lnTo>
                    <a:lnTo>
                      <a:pt x="87" y="11"/>
                    </a:lnTo>
                    <a:lnTo>
                      <a:pt x="87" y="11"/>
                    </a:lnTo>
                    <a:lnTo>
                      <a:pt x="87" y="11"/>
                    </a:lnTo>
                    <a:lnTo>
                      <a:pt x="89" y="11"/>
                    </a:lnTo>
                    <a:lnTo>
                      <a:pt x="89" y="11"/>
                    </a:lnTo>
                    <a:lnTo>
                      <a:pt x="89" y="11"/>
                    </a:lnTo>
                    <a:lnTo>
                      <a:pt x="89" y="11"/>
                    </a:lnTo>
                    <a:lnTo>
                      <a:pt x="89" y="14"/>
                    </a:lnTo>
                    <a:lnTo>
                      <a:pt x="92" y="14"/>
                    </a:lnTo>
                    <a:lnTo>
                      <a:pt x="92" y="14"/>
                    </a:lnTo>
                    <a:lnTo>
                      <a:pt x="94" y="14"/>
                    </a:lnTo>
                    <a:lnTo>
                      <a:pt x="94" y="14"/>
                    </a:lnTo>
                    <a:lnTo>
                      <a:pt x="94" y="14"/>
                    </a:lnTo>
                    <a:lnTo>
                      <a:pt x="97" y="14"/>
                    </a:lnTo>
                    <a:lnTo>
                      <a:pt x="97" y="11"/>
                    </a:lnTo>
                    <a:lnTo>
                      <a:pt x="97" y="11"/>
                    </a:lnTo>
                    <a:lnTo>
                      <a:pt x="97" y="11"/>
                    </a:lnTo>
                    <a:lnTo>
                      <a:pt x="99" y="11"/>
                    </a:lnTo>
                    <a:lnTo>
                      <a:pt x="99" y="11"/>
                    </a:lnTo>
                    <a:lnTo>
                      <a:pt x="101" y="11"/>
                    </a:lnTo>
                    <a:lnTo>
                      <a:pt x="101" y="11"/>
                    </a:lnTo>
                    <a:lnTo>
                      <a:pt x="101" y="11"/>
                    </a:lnTo>
                    <a:lnTo>
                      <a:pt x="104" y="11"/>
                    </a:lnTo>
                    <a:lnTo>
                      <a:pt x="104" y="14"/>
                    </a:lnTo>
                    <a:lnTo>
                      <a:pt x="104" y="14"/>
                    </a:lnTo>
                    <a:lnTo>
                      <a:pt x="101" y="14"/>
                    </a:lnTo>
                    <a:lnTo>
                      <a:pt x="101" y="14"/>
                    </a:lnTo>
                    <a:lnTo>
                      <a:pt x="101" y="14"/>
                    </a:lnTo>
                    <a:lnTo>
                      <a:pt x="101" y="16"/>
                    </a:lnTo>
                    <a:lnTo>
                      <a:pt x="99" y="16"/>
                    </a:lnTo>
                    <a:lnTo>
                      <a:pt x="99" y="16"/>
                    </a:lnTo>
                    <a:lnTo>
                      <a:pt x="99" y="16"/>
                    </a:lnTo>
                    <a:lnTo>
                      <a:pt x="97" y="16"/>
                    </a:lnTo>
                    <a:lnTo>
                      <a:pt x="97" y="16"/>
                    </a:lnTo>
                    <a:lnTo>
                      <a:pt x="97" y="19"/>
                    </a:lnTo>
                    <a:lnTo>
                      <a:pt x="97" y="19"/>
                    </a:lnTo>
                    <a:lnTo>
                      <a:pt x="97" y="19"/>
                    </a:lnTo>
                    <a:lnTo>
                      <a:pt x="97" y="19"/>
                    </a:lnTo>
                    <a:lnTo>
                      <a:pt x="97" y="21"/>
                    </a:lnTo>
                    <a:lnTo>
                      <a:pt x="94" y="21"/>
                    </a:lnTo>
                    <a:lnTo>
                      <a:pt x="94" y="21"/>
                    </a:lnTo>
                    <a:lnTo>
                      <a:pt x="94" y="21"/>
                    </a:lnTo>
                    <a:lnTo>
                      <a:pt x="92" y="21"/>
                    </a:lnTo>
                    <a:lnTo>
                      <a:pt x="92" y="21"/>
                    </a:lnTo>
                    <a:lnTo>
                      <a:pt x="89" y="21"/>
                    </a:lnTo>
                    <a:lnTo>
                      <a:pt x="89" y="21"/>
                    </a:lnTo>
                    <a:lnTo>
                      <a:pt x="89" y="21"/>
                    </a:lnTo>
                    <a:lnTo>
                      <a:pt x="89" y="21"/>
                    </a:lnTo>
                    <a:lnTo>
                      <a:pt x="87" y="21"/>
                    </a:lnTo>
                    <a:lnTo>
                      <a:pt x="87" y="21"/>
                    </a:lnTo>
                    <a:lnTo>
                      <a:pt x="87" y="21"/>
                    </a:lnTo>
                    <a:lnTo>
                      <a:pt x="85" y="21"/>
                    </a:lnTo>
                    <a:lnTo>
                      <a:pt x="85" y="21"/>
                    </a:lnTo>
                    <a:lnTo>
                      <a:pt x="82" y="21"/>
                    </a:lnTo>
                    <a:lnTo>
                      <a:pt x="82" y="21"/>
                    </a:lnTo>
                    <a:lnTo>
                      <a:pt x="82" y="21"/>
                    </a:lnTo>
                    <a:lnTo>
                      <a:pt x="80" y="21"/>
                    </a:lnTo>
                    <a:lnTo>
                      <a:pt x="80" y="23"/>
                    </a:lnTo>
                    <a:lnTo>
                      <a:pt x="80" y="23"/>
                    </a:lnTo>
                    <a:lnTo>
                      <a:pt x="80" y="23"/>
                    </a:lnTo>
                    <a:lnTo>
                      <a:pt x="78" y="23"/>
                    </a:lnTo>
                    <a:lnTo>
                      <a:pt x="78" y="23"/>
                    </a:lnTo>
                    <a:lnTo>
                      <a:pt x="75" y="23"/>
                    </a:lnTo>
                    <a:lnTo>
                      <a:pt x="75" y="23"/>
                    </a:lnTo>
                    <a:lnTo>
                      <a:pt x="75" y="23"/>
                    </a:lnTo>
                    <a:lnTo>
                      <a:pt x="73" y="23"/>
                    </a:lnTo>
                    <a:lnTo>
                      <a:pt x="73" y="23"/>
                    </a:lnTo>
                    <a:lnTo>
                      <a:pt x="71" y="23"/>
                    </a:lnTo>
                    <a:lnTo>
                      <a:pt x="71" y="23"/>
                    </a:lnTo>
                    <a:lnTo>
                      <a:pt x="71" y="23"/>
                    </a:lnTo>
                    <a:lnTo>
                      <a:pt x="71" y="23"/>
                    </a:lnTo>
                    <a:lnTo>
                      <a:pt x="68" y="23"/>
                    </a:lnTo>
                    <a:lnTo>
                      <a:pt x="68" y="23"/>
                    </a:lnTo>
                    <a:lnTo>
                      <a:pt x="68" y="23"/>
                    </a:lnTo>
                    <a:lnTo>
                      <a:pt x="66" y="23"/>
                    </a:lnTo>
                    <a:lnTo>
                      <a:pt x="66" y="23"/>
                    </a:lnTo>
                    <a:lnTo>
                      <a:pt x="63" y="23"/>
                    </a:lnTo>
                    <a:lnTo>
                      <a:pt x="63" y="23"/>
                    </a:lnTo>
                    <a:lnTo>
                      <a:pt x="63" y="23"/>
                    </a:lnTo>
                    <a:lnTo>
                      <a:pt x="61" y="23"/>
                    </a:lnTo>
                    <a:lnTo>
                      <a:pt x="61" y="23"/>
                    </a:lnTo>
                    <a:lnTo>
                      <a:pt x="61" y="23"/>
                    </a:lnTo>
                    <a:lnTo>
                      <a:pt x="59" y="23"/>
                    </a:lnTo>
                    <a:lnTo>
                      <a:pt x="59" y="23"/>
                    </a:lnTo>
                    <a:lnTo>
                      <a:pt x="56" y="23"/>
                    </a:lnTo>
                    <a:lnTo>
                      <a:pt x="56" y="23"/>
                    </a:lnTo>
                    <a:lnTo>
                      <a:pt x="56" y="23"/>
                    </a:lnTo>
                    <a:lnTo>
                      <a:pt x="54" y="23"/>
                    </a:lnTo>
                    <a:lnTo>
                      <a:pt x="54" y="23"/>
                    </a:lnTo>
                    <a:lnTo>
                      <a:pt x="54" y="23"/>
                    </a:lnTo>
                    <a:lnTo>
                      <a:pt x="52" y="23"/>
                    </a:lnTo>
                    <a:lnTo>
                      <a:pt x="52" y="23"/>
                    </a:lnTo>
                    <a:lnTo>
                      <a:pt x="52" y="23"/>
                    </a:lnTo>
                    <a:lnTo>
                      <a:pt x="49" y="23"/>
                    </a:lnTo>
                    <a:lnTo>
                      <a:pt x="49" y="23"/>
                    </a:lnTo>
                    <a:lnTo>
                      <a:pt x="49" y="23"/>
                    </a:lnTo>
                    <a:lnTo>
                      <a:pt x="47" y="23"/>
                    </a:lnTo>
                    <a:lnTo>
                      <a:pt x="47" y="23"/>
                    </a:lnTo>
                    <a:lnTo>
                      <a:pt x="47" y="23"/>
                    </a:lnTo>
                    <a:lnTo>
                      <a:pt x="44" y="23"/>
                    </a:lnTo>
                    <a:lnTo>
                      <a:pt x="44" y="23"/>
                    </a:lnTo>
                    <a:lnTo>
                      <a:pt x="42" y="23"/>
                    </a:lnTo>
                    <a:lnTo>
                      <a:pt x="42" y="23"/>
                    </a:lnTo>
                    <a:lnTo>
                      <a:pt x="42" y="23"/>
                    </a:lnTo>
                    <a:lnTo>
                      <a:pt x="42" y="21"/>
                    </a:lnTo>
                    <a:lnTo>
                      <a:pt x="40" y="21"/>
                    </a:lnTo>
                    <a:lnTo>
                      <a:pt x="40" y="21"/>
                    </a:lnTo>
                    <a:lnTo>
                      <a:pt x="37" y="21"/>
                    </a:lnTo>
                    <a:lnTo>
                      <a:pt x="37" y="21"/>
                    </a:lnTo>
                    <a:lnTo>
                      <a:pt x="37" y="21"/>
                    </a:lnTo>
                    <a:lnTo>
                      <a:pt x="37" y="21"/>
                    </a:lnTo>
                    <a:lnTo>
                      <a:pt x="37" y="19"/>
                    </a:lnTo>
                    <a:lnTo>
                      <a:pt x="35" y="19"/>
                    </a:lnTo>
                    <a:lnTo>
                      <a:pt x="35" y="19"/>
                    </a:lnTo>
                    <a:lnTo>
                      <a:pt x="35" y="19"/>
                    </a:lnTo>
                    <a:lnTo>
                      <a:pt x="33" y="19"/>
                    </a:lnTo>
                    <a:lnTo>
                      <a:pt x="33" y="19"/>
                    </a:lnTo>
                    <a:lnTo>
                      <a:pt x="33" y="19"/>
                    </a:lnTo>
                    <a:lnTo>
                      <a:pt x="30" y="19"/>
                    </a:lnTo>
                    <a:lnTo>
                      <a:pt x="30" y="19"/>
                    </a:lnTo>
                    <a:lnTo>
                      <a:pt x="30" y="16"/>
                    </a:lnTo>
                    <a:lnTo>
                      <a:pt x="30" y="16"/>
                    </a:lnTo>
                    <a:lnTo>
                      <a:pt x="28" y="16"/>
                    </a:lnTo>
                    <a:lnTo>
                      <a:pt x="28" y="16"/>
                    </a:lnTo>
                    <a:lnTo>
                      <a:pt x="28" y="16"/>
                    </a:lnTo>
                    <a:lnTo>
                      <a:pt x="26" y="16"/>
                    </a:lnTo>
                    <a:lnTo>
                      <a:pt x="26" y="16"/>
                    </a:lnTo>
                    <a:lnTo>
                      <a:pt x="23" y="16"/>
                    </a:lnTo>
                    <a:lnTo>
                      <a:pt x="23" y="16"/>
                    </a:lnTo>
                    <a:lnTo>
                      <a:pt x="23" y="16"/>
                    </a:lnTo>
                    <a:lnTo>
                      <a:pt x="21" y="16"/>
                    </a:lnTo>
                    <a:lnTo>
                      <a:pt x="21" y="16"/>
                    </a:lnTo>
                    <a:lnTo>
                      <a:pt x="21" y="16"/>
                    </a:lnTo>
                    <a:lnTo>
                      <a:pt x="21" y="16"/>
                    </a:lnTo>
                    <a:lnTo>
                      <a:pt x="18" y="16"/>
                    </a:lnTo>
                    <a:lnTo>
                      <a:pt x="18" y="16"/>
                    </a:lnTo>
                    <a:lnTo>
                      <a:pt x="16" y="16"/>
                    </a:lnTo>
                    <a:lnTo>
                      <a:pt x="16" y="16"/>
                    </a:lnTo>
                    <a:lnTo>
                      <a:pt x="16" y="16"/>
                    </a:lnTo>
                    <a:lnTo>
                      <a:pt x="16" y="16"/>
                    </a:lnTo>
                    <a:lnTo>
                      <a:pt x="14" y="16"/>
                    </a:lnTo>
                    <a:lnTo>
                      <a:pt x="14" y="16"/>
                    </a:lnTo>
                    <a:lnTo>
                      <a:pt x="14" y="14"/>
                    </a:lnTo>
                    <a:lnTo>
                      <a:pt x="14" y="14"/>
                    </a:lnTo>
                    <a:lnTo>
                      <a:pt x="11" y="14"/>
                    </a:lnTo>
                    <a:lnTo>
                      <a:pt x="11" y="14"/>
                    </a:lnTo>
                    <a:lnTo>
                      <a:pt x="9" y="14"/>
                    </a:lnTo>
                    <a:lnTo>
                      <a:pt x="9" y="14"/>
                    </a:lnTo>
                    <a:lnTo>
                      <a:pt x="9" y="14"/>
                    </a:lnTo>
                    <a:lnTo>
                      <a:pt x="9" y="14"/>
                    </a:lnTo>
                    <a:lnTo>
                      <a:pt x="7" y="14"/>
                    </a:lnTo>
                    <a:lnTo>
                      <a:pt x="7" y="14"/>
                    </a:lnTo>
                    <a:lnTo>
                      <a:pt x="7" y="14"/>
                    </a:lnTo>
                    <a:lnTo>
                      <a:pt x="4" y="14"/>
                    </a:lnTo>
                    <a:lnTo>
                      <a:pt x="4" y="14"/>
                    </a:lnTo>
                    <a:lnTo>
                      <a:pt x="2" y="14"/>
                    </a:lnTo>
                    <a:lnTo>
                      <a:pt x="2" y="11"/>
                    </a:lnTo>
                    <a:lnTo>
                      <a:pt x="2" y="11"/>
                    </a:lnTo>
                    <a:lnTo>
                      <a:pt x="2" y="11"/>
                    </a:lnTo>
                    <a:lnTo>
                      <a:pt x="0" y="11"/>
                    </a:lnTo>
                    <a:lnTo>
                      <a:pt x="0" y="11"/>
                    </a:lnTo>
                    <a:lnTo>
                      <a:pt x="0" y="11"/>
                    </a:lnTo>
                    <a:lnTo>
                      <a:pt x="0" y="9"/>
                    </a:lnTo>
                    <a:lnTo>
                      <a:pt x="0" y="9"/>
                    </a:lnTo>
                    <a:lnTo>
                      <a:pt x="0" y="9"/>
                    </a:lnTo>
                    <a:lnTo>
                      <a:pt x="2" y="9"/>
                    </a:lnTo>
                    <a:lnTo>
                      <a:pt x="2" y="7"/>
                    </a:lnTo>
                    <a:lnTo>
                      <a:pt x="0" y="7"/>
                    </a:lnTo>
                    <a:lnTo>
                      <a:pt x="0" y="7"/>
                    </a:lnTo>
                    <a:lnTo>
                      <a:pt x="0" y="7"/>
                    </a:lnTo>
                    <a:lnTo>
                      <a:pt x="2" y="7"/>
                    </a:lnTo>
                    <a:lnTo>
                      <a:pt x="2" y="4"/>
                    </a:lnTo>
                    <a:lnTo>
                      <a:pt x="2" y="4"/>
                    </a:lnTo>
                    <a:lnTo>
                      <a:pt x="2" y="4"/>
                    </a:lnTo>
                    <a:lnTo>
                      <a:pt x="4" y="4"/>
                    </a:lnTo>
                    <a:lnTo>
                      <a:pt x="4" y="4"/>
                    </a:lnTo>
                    <a:lnTo>
                      <a:pt x="4" y="2"/>
                    </a:lnTo>
                    <a:lnTo>
                      <a:pt x="4" y="2"/>
                    </a:lnTo>
                    <a:lnTo>
                      <a:pt x="4" y="2"/>
                    </a:lnTo>
                    <a:lnTo>
                      <a:pt x="4" y="0"/>
                    </a:lnTo>
                    <a:lnTo>
                      <a:pt x="7" y="0"/>
                    </a:lnTo>
                    <a:lnTo>
                      <a:pt x="7" y="0"/>
                    </a:lnTo>
                    <a:lnTo>
                      <a:pt x="7" y="0"/>
                    </a:lnTo>
                    <a:lnTo>
                      <a:pt x="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5" name="Freeform 53"/>
              <p:cNvSpPr>
                <a:spLocks/>
              </p:cNvSpPr>
              <p:nvPr/>
            </p:nvSpPr>
            <p:spPr bwMode="auto">
              <a:xfrm>
                <a:off x="2966" y="739"/>
                <a:ext cx="128" cy="38"/>
              </a:xfrm>
              <a:custGeom>
                <a:avLst/>
                <a:gdLst/>
                <a:ahLst/>
                <a:cxnLst>
                  <a:cxn ang="0">
                    <a:pos x="73" y="0"/>
                  </a:cxn>
                  <a:cxn ang="0">
                    <a:pos x="80" y="2"/>
                  </a:cxn>
                  <a:cxn ang="0">
                    <a:pos x="78" y="5"/>
                  </a:cxn>
                  <a:cxn ang="0">
                    <a:pos x="73" y="7"/>
                  </a:cxn>
                  <a:cxn ang="0">
                    <a:pos x="71" y="12"/>
                  </a:cxn>
                  <a:cxn ang="0">
                    <a:pos x="76" y="9"/>
                  </a:cxn>
                  <a:cxn ang="0">
                    <a:pos x="80" y="7"/>
                  </a:cxn>
                  <a:cxn ang="0">
                    <a:pos x="83" y="5"/>
                  </a:cxn>
                  <a:cxn ang="0">
                    <a:pos x="88" y="5"/>
                  </a:cxn>
                  <a:cxn ang="0">
                    <a:pos x="95" y="5"/>
                  </a:cxn>
                  <a:cxn ang="0">
                    <a:pos x="99" y="7"/>
                  </a:cxn>
                  <a:cxn ang="0">
                    <a:pos x="104" y="9"/>
                  </a:cxn>
                  <a:cxn ang="0">
                    <a:pos x="109" y="12"/>
                  </a:cxn>
                  <a:cxn ang="0">
                    <a:pos x="111" y="12"/>
                  </a:cxn>
                  <a:cxn ang="0">
                    <a:pos x="116" y="14"/>
                  </a:cxn>
                  <a:cxn ang="0">
                    <a:pos x="118" y="14"/>
                  </a:cxn>
                  <a:cxn ang="0">
                    <a:pos x="123" y="14"/>
                  </a:cxn>
                  <a:cxn ang="0">
                    <a:pos x="125" y="19"/>
                  </a:cxn>
                  <a:cxn ang="0">
                    <a:pos x="128" y="23"/>
                  </a:cxn>
                  <a:cxn ang="0">
                    <a:pos x="123" y="23"/>
                  </a:cxn>
                  <a:cxn ang="0">
                    <a:pos x="118" y="26"/>
                  </a:cxn>
                  <a:cxn ang="0">
                    <a:pos x="114" y="28"/>
                  </a:cxn>
                  <a:cxn ang="0">
                    <a:pos x="106" y="28"/>
                  </a:cxn>
                  <a:cxn ang="0">
                    <a:pos x="102" y="28"/>
                  </a:cxn>
                  <a:cxn ang="0">
                    <a:pos x="95" y="28"/>
                  </a:cxn>
                  <a:cxn ang="0">
                    <a:pos x="90" y="31"/>
                  </a:cxn>
                  <a:cxn ang="0">
                    <a:pos x="83" y="31"/>
                  </a:cxn>
                  <a:cxn ang="0">
                    <a:pos x="78" y="31"/>
                  </a:cxn>
                  <a:cxn ang="0">
                    <a:pos x="76" y="33"/>
                  </a:cxn>
                  <a:cxn ang="0">
                    <a:pos x="71" y="31"/>
                  </a:cxn>
                  <a:cxn ang="0">
                    <a:pos x="66" y="31"/>
                  </a:cxn>
                  <a:cxn ang="0">
                    <a:pos x="61" y="31"/>
                  </a:cxn>
                  <a:cxn ang="0">
                    <a:pos x="57" y="33"/>
                  </a:cxn>
                  <a:cxn ang="0">
                    <a:pos x="52" y="31"/>
                  </a:cxn>
                  <a:cxn ang="0">
                    <a:pos x="45" y="31"/>
                  </a:cxn>
                  <a:cxn ang="0">
                    <a:pos x="40" y="33"/>
                  </a:cxn>
                  <a:cxn ang="0">
                    <a:pos x="33" y="33"/>
                  </a:cxn>
                  <a:cxn ang="0">
                    <a:pos x="28" y="33"/>
                  </a:cxn>
                  <a:cxn ang="0">
                    <a:pos x="24" y="35"/>
                  </a:cxn>
                  <a:cxn ang="0">
                    <a:pos x="19" y="35"/>
                  </a:cxn>
                  <a:cxn ang="0">
                    <a:pos x="12" y="38"/>
                  </a:cxn>
                  <a:cxn ang="0">
                    <a:pos x="7" y="38"/>
                  </a:cxn>
                  <a:cxn ang="0">
                    <a:pos x="2" y="35"/>
                  </a:cxn>
                  <a:cxn ang="0">
                    <a:pos x="0" y="33"/>
                  </a:cxn>
                  <a:cxn ang="0">
                    <a:pos x="5" y="31"/>
                  </a:cxn>
                  <a:cxn ang="0">
                    <a:pos x="9" y="28"/>
                  </a:cxn>
                  <a:cxn ang="0">
                    <a:pos x="14" y="26"/>
                  </a:cxn>
                  <a:cxn ang="0">
                    <a:pos x="16" y="23"/>
                  </a:cxn>
                  <a:cxn ang="0">
                    <a:pos x="19" y="19"/>
                  </a:cxn>
                  <a:cxn ang="0">
                    <a:pos x="24" y="16"/>
                  </a:cxn>
                  <a:cxn ang="0">
                    <a:pos x="28" y="14"/>
                  </a:cxn>
                  <a:cxn ang="0">
                    <a:pos x="31" y="12"/>
                  </a:cxn>
                  <a:cxn ang="0">
                    <a:pos x="35" y="9"/>
                  </a:cxn>
                  <a:cxn ang="0">
                    <a:pos x="38" y="5"/>
                  </a:cxn>
                  <a:cxn ang="0">
                    <a:pos x="43" y="5"/>
                  </a:cxn>
                  <a:cxn ang="0">
                    <a:pos x="47" y="2"/>
                  </a:cxn>
                  <a:cxn ang="0">
                    <a:pos x="52" y="0"/>
                  </a:cxn>
                  <a:cxn ang="0">
                    <a:pos x="57" y="5"/>
                  </a:cxn>
                  <a:cxn ang="0">
                    <a:pos x="59" y="5"/>
                  </a:cxn>
                  <a:cxn ang="0">
                    <a:pos x="61" y="0"/>
                  </a:cxn>
                  <a:cxn ang="0">
                    <a:pos x="69" y="0"/>
                  </a:cxn>
                </a:cxnLst>
                <a:rect l="0" t="0" r="r" b="b"/>
                <a:pathLst>
                  <a:path w="128" h="38">
                    <a:moveTo>
                      <a:pt x="69" y="0"/>
                    </a:moveTo>
                    <a:lnTo>
                      <a:pt x="69" y="0"/>
                    </a:lnTo>
                    <a:lnTo>
                      <a:pt x="71" y="0"/>
                    </a:lnTo>
                    <a:lnTo>
                      <a:pt x="71" y="0"/>
                    </a:lnTo>
                    <a:lnTo>
                      <a:pt x="73" y="0"/>
                    </a:lnTo>
                    <a:lnTo>
                      <a:pt x="73" y="0"/>
                    </a:lnTo>
                    <a:lnTo>
                      <a:pt x="73" y="0"/>
                    </a:lnTo>
                    <a:lnTo>
                      <a:pt x="76" y="0"/>
                    </a:lnTo>
                    <a:lnTo>
                      <a:pt x="76" y="2"/>
                    </a:lnTo>
                    <a:lnTo>
                      <a:pt x="76" y="2"/>
                    </a:lnTo>
                    <a:lnTo>
                      <a:pt x="76" y="2"/>
                    </a:lnTo>
                    <a:lnTo>
                      <a:pt x="78" y="2"/>
                    </a:lnTo>
                    <a:lnTo>
                      <a:pt x="78" y="2"/>
                    </a:lnTo>
                    <a:lnTo>
                      <a:pt x="80" y="2"/>
                    </a:lnTo>
                    <a:lnTo>
                      <a:pt x="80" y="2"/>
                    </a:lnTo>
                    <a:lnTo>
                      <a:pt x="80" y="2"/>
                    </a:lnTo>
                    <a:lnTo>
                      <a:pt x="80" y="5"/>
                    </a:lnTo>
                    <a:lnTo>
                      <a:pt x="80" y="5"/>
                    </a:lnTo>
                    <a:lnTo>
                      <a:pt x="78" y="5"/>
                    </a:lnTo>
                    <a:lnTo>
                      <a:pt x="78" y="5"/>
                    </a:lnTo>
                    <a:lnTo>
                      <a:pt x="78" y="5"/>
                    </a:lnTo>
                    <a:lnTo>
                      <a:pt x="76" y="5"/>
                    </a:lnTo>
                    <a:lnTo>
                      <a:pt x="76" y="5"/>
                    </a:lnTo>
                    <a:lnTo>
                      <a:pt x="76" y="5"/>
                    </a:lnTo>
                    <a:lnTo>
                      <a:pt x="76" y="5"/>
                    </a:lnTo>
                    <a:lnTo>
                      <a:pt x="73" y="5"/>
                    </a:lnTo>
                    <a:lnTo>
                      <a:pt x="73" y="5"/>
                    </a:lnTo>
                    <a:lnTo>
                      <a:pt x="73" y="7"/>
                    </a:lnTo>
                    <a:lnTo>
                      <a:pt x="73" y="7"/>
                    </a:lnTo>
                    <a:lnTo>
                      <a:pt x="73" y="7"/>
                    </a:lnTo>
                    <a:lnTo>
                      <a:pt x="73" y="9"/>
                    </a:lnTo>
                    <a:lnTo>
                      <a:pt x="71" y="9"/>
                    </a:lnTo>
                    <a:lnTo>
                      <a:pt x="71" y="9"/>
                    </a:lnTo>
                    <a:lnTo>
                      <a:pt x="71" y="12"/>
                    </a:lnTo>
                    <a:lnTo>
                      <a:pt x="71" y="12"/>
                    </a:lnTo>
                    <a:lnTo>
                      <a:pt x="73" y="12"/>
                    </a:lnTo>
                    <a:lnTo>
                      <a:pt x="73" y="12"/>
                    </a:lnTo>
                    <a:lnTo>
                      <a:pt x="73" y="12"/>
                    </a:lnTo>
                    <a:lnTo>
                      <a:pt x="73" y="12"/>
                    </a:lnTo>
                    <a:lnTo>
                      <a:pt x="73" y="9"/>
                    </a:lnTo>
                    <a:lnTo>
                      <a:pt x="76" y="9"/>
                    </a:lnTo>
                    <a:lnTo>
                      <a:pt x="76" y="9"/>
                    </a:lnTo>
                    <a:lnTo>
                      <a:pt x="76" y="9"/>
                    </a:lnTo>
                    <a:lnTo>
                      <a:pt x="76" y="9"/>
                    </a:lnTo>
                    <a:lnTo>
                      <a:pt x="78" y="9"/>
                    </a:lnTo>
                    <a:lnTo>
                      <a:pt x="78" y="9"/>
                    </a:lnTo>
                    <a:lnTo>
                      <a:pt x="80" y="9"/>
                    </a:lnTo>
                    <a:lnTo>
                      <a:pt x="80" y="9"/>
                    </a:lnTo>
                    <a:lnTo>
                      <a:pt x="80" y="7"/>
                    </a:lnTo>
                    <a:lnTo>
                      <a:pt x="80" y="7"/>
                    </a:lnTo>
                    <a:lnTo>
                      <a:pt x="83" y="7"/>
                    </a:lnTo>
                    <a:lnTo>
                      <a:pt x="83" y="7"/>
                    </a:lnTo>
                    <a:lnTo>
                      <a:pt x="83" y="7"/>
                    </a:lnTo>
                    <a:lnTo>
                      <a:pt x="83" y="7"/>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2" y="5"/>
                    </a:lnTo>
                    <a:lnTo>
                      <a:pt x="92" y="5"/>
                    </a:lnTo>
                    <a:lnTo>
                      <a:pt x="92" y="5"/>
                    </a:lnTo>
                    <a:lnTo>
                      <a:pt x="95" y="5"/>
                    </a:lnTo>
                    <a:lnTo>
                      <a:pt x="95" y="5"/>
                    </a:lnTo>
                    <a:lnTo>
                      <a:pt x="95" y="5"/>
                    </a:lnTo>
                    <a:lnTo>
                      <a:pt x="95" y="7"/>
                    </a:lnTo>
                    <a:lnTo>
                      <a:pt x="97" y="7"/>
                    </a:lnTo>
                    <a:lnTo>
                      <a:pt x="97" y="7"/>
                    </a:lnTo>
                    <a:lnTo>
                      <a:pt x="99" y="7"/>
                    </a:lnTo>
                    <a:lnTo>
                      <a:pt x="99" y="7"/>
                    </a:lnTo>
                    <a:lnTo>
                      <a:pt x="99" y="7"/>
                    </a:lnTo>
                    <a:lnTo>
                      <a:pt x="99" y="9"/>
                    </a:lnTo>
                    <a:lnTo>
                      <a:pt x="99" y="9"/>
                    </a:lnTo>
                    <a:lnTo>
                      <a:pt x="102" y="9"/>
                    </a:lnTo>
                    <a:lnTo>
                      <a:pt x="102" y="9"/>
                    </a:lnTo>
                    <a:lnTo>
                      <a:pt x="102" y="9"/>
                    </a:lnTo>
                    <a:lnTo>
                      <a:pt x="104" y="9"/>
                    </a:lnTo>
                    <a:lnTo>
                      <a:pt x="104" y="9"/>
                    </a:lnTo>
                    <a:lnTo>
                      <a:pt x="106" y="9"/>
                    </a:lnTo>
                    <a:lnTo>
                      <a:pt x="106" y="9"/>
                    </a:lnTo>
                    <a:lnTo>
                      <a:pt x="106" y="9"/>
                    </a:lnTo>
                    <a:lnTo>
                      <a:pt x="106" y="12"/>
                    </a:lnTo>
                    <a:lnTo>
                      <a:pt x="106" y="12"/>
                    </a:lnTo>
                    <a:lnTo>
                      <a:pt x="109" y="12"/>
                    </a:lnTo>
                    <a:lnTo>
                      <a:pt x="109" y="12"/>
                    </a:lnTo>
                    <a:lnTo>
                      <a:pt x="109" y="12"/>
                    </a:lnTo>
                    <a:lnTo>
                      <a:pt x="109" y="14"/>
                    </a:lnTo>
                    <a:lnTo>
                      <a:pt x="109" y="14"/>
                    </a:lnTo>
                    <a:lnTo>
                      <a:pt x="111" y="14"/>
                    </a:lnTo>
                    <a:lnTo>
                      <a:pt x="111" y="14"/>
                    </a:lnTo>
                    <a:lnTo>
                      <a:pt x="111" y="12"/>
                    </a:lnTo>
                    <a:lnTo>
                      <a:pt x="114" y="12"/>
                    </a:lnTo>
                    <a:lnTo>
                      <a:pt x="114" y="12"/>
                    </a:lnTo>
                    <a:lnTo>
                      <a:pt x="114" y="12"/>
                    </a:lnTo>
                    <a:lnTo>
                      <a:pt x="114" y="14"/>
                    </a:lnTo>
                    <a:lnTo>
                      <a:pt x="116" y="14"/>
                    </a:lnTo>
                    <a:lnTo>
                      <a:pt x="116" y="14"/>
                    </a:lnTo>
                    <a:lnTo>
                      <a:pt x="116" y="14"/>
                    </a:lnTo>
                    <a:lnTo>
                      <a:pt x="116" y="12"/>
                    </a:lnTo>
                    <a:lnTo>
                      <a:pt x="118" y="12"/>
                    </a:lnTo>
                    <a:lnTo>
                      <a:pt x="118" y="12"/>
                    </a:lnTo>
                    <a:lnTo>
                      <a:pt x="121" y="12"/>
                    </a:lnTo>
                    <a:lnTo>
                      <a:pt x="121" y="14"/>
                    </a:lnTo>
                    <a:lnTo>
                      <a:pt x="118" y="14"/>
                    </a:lnTo>
                    <a:lnTo>
                      <a:pt x="118" y="14"/>
                    </a:lnTo>
                    <a:lnTo>
                      <a:pt x="118" y="14"/>
                    </a:lnTo>
                    <a:lnTo>
                      <a:pt x="118" y="14"/>
                    </a:lnTo>
                    <a:lnTo>
                      <a:pt x="121" y="14"/>
                    </a:lnTo>
                    <a:lnTo>
                      <a:pt x="121" y="14"/>
                    </a:lnTo>
                    <a:lnTo>
                      <a:pt x="121" y="14"/>
                    </a:lnTo>
                    <a:lnTo>
                      <a:pt x="123" y="14"/>
                    </a:lnTo>
                    <a:lnTo>
                      <a:pt x="123" y="14"/>
                    </a:lnTo>
                    <a:lnTo>
                      <a:pt x="125" y="14"/>
                    </a:lnTo>
                    <a:lnTo>
                      <a:pt x="125" y="14"/>
                    </a:lnTo>
                    <a:lnTo>
                      <a:pt x="125" y="14"/>
                    </a:lnTo>
                    <a:lnTo>
                      <a:pt x="125" y="16"/>
                    </a:lnTo>
                    <a:lnTo>
                      <a:pt x="125" y="16"/>
                    </a:lnTo>
                    <a:lnTo>
                      <a:pt x="125" y="16"/>
                    </a:lnTo>
                    <a:lnTo>
                      <a:pt x="125" y="19"/>
                    </a:lnTo>
                    <a:lnTo>
                      <a:pt x="128" y="19"/>
                    </a:lnTo>
                    <a:lnTo>
                      <a:pt x="128" y="19"/>
                    </a:lnTo>
                    <a:lnTo>
                      <a:pt x="128" y="21"/>
                    </a:lnTo>
                    <a:lnTo>
                      <a:pt x="128" y="21"/>
                    </a:lnTo>
                    <a:lnTo>
                      <a:pt x="128" y="21"/>
                    </a:lnTo>
                    <a:lnTo>
                      <a:pt x="128" y="23"/>
                    </a:lnTo>
                    <a:lnTo>
                      <a:pt x="128" y="23"/>
                    </a:lnTo>
                    <a:lnTo>
                      <a:pt x="128" y="23"/>
                    </a:lnTo>
                    <a:lnTo>
                      <a:pt x="125" y="23"/>
                    </a:lnTo>
                    <a:lnTo>
                      <a:pt x="125" y="23"/>
                    </a:lnTo>
                    <a:lnTo>
                      <a:pt x="125" y="23"/>
                    </a:lnTo>
                    <a:lnTo>
                      <a:pt x="125" y="23"/>
                    </a:lnTo>
                    <a:lnTo>
                      <a:pt x="123" y="23"/>
                    </a:lnTo>
                    <a:lnTo>
                      <a:pt x="123" y="23"/>
                    </a:lnTo>
                    <a:lnTo>
                      <a:pt x="123" y="26"/>
                    </a:lnTo>
                    <a:lnTo>
                      <a:pt x="121" y="26"/>
                    </a:lnTo>
                    <a:lnTo>
                      <a:pt x="121" y="26"/>
                    </a:lnTo>
                    <a:lnTo>
                      <a:pt x="121" y="26"/>
                    </a:lnTo>
                    <a:lnTo>
                      <a:pt x="121" y="26"/>
                    </a:lnTo>
                    <a:lnTo>
                      <a:pt x="118" y="26"/>
                    </a:lnTo>
                    <a:lnTo>
                      <a:pt x="118" y="26"/>
                    </a:lnTo>
                    <a:lnTo>
                      <a:pt x="116" y="26"/>
                    </a:lnTo>
                    <a:lnTo>
                      <a:pt x="116" y="28"/>
                    </a:lnTo>
                    <a:lnTo>
                      <a:pt x="116" y="28"/>
                    </a:lnTo>
                    <a:lnTo>
                      <a:pt x="116" y="28"/>
                    </a:lnTo>
                    <a:lnTo>
                      <a:pt x="114" y="28"/>
                    </a:lnTo>
                    <a:lnTo>
                      <a:pt x="114" y="28"/>
                    </a:lnTo>
                    <a:lnTo>
                      <a:pt x="114" y="28"/>
                    </a:lnTo>
                    <a:lnTo>
                      <a:pt x="111" y="28"/>
                    </a:lnTo>
                    <a:lnTo>
                      <a:pt x="111" y="28"/>
                    </a:lnTo>
                    <a:lnTo>
                      <a:pt x="109" y="28"/>
                    </a:lnTo>
                    <a:lnTo>
                      <a:pt x="109" y="28"/>
                    </a:lnTo>
                    <a:lnTo>
                      <a:pt x="109" y="28"/>
                    </a:lnTo>
                    <a:lnTo>
                      <a:pt x="106" y="28"/>
                    </a:lnTo>
                    <a:lnTo>
                      <a:pt x="106" y="28"/>
                    </a:lnTo>
                    <a:lnTo>
                      <a:pt x="106" y="28"/>
                    </a:lnTo>
                    <a:lnTo>
                      <a:pt x="104" y="28"/>
                    </a:lnTo>
                    <a:lnTo>
                      <a:pt x="104" y="28"/>
                    </a:lnTo>
                    <a:lnTo>
                      <a:pt x="102" y="28"/>
                    </a:lnTo>
                    <a:lnTo>
                      <a:pt x="102" y="28"/>
                    </a:lnTo>
                    <a:lnTo>
                      <a:pt x="102" y="28"/>
                    </a:lnTo>
                    <a:lnTo>
                      <a:pt x="102" y="28"/>
                    </a:lnTo>
                    <a:lnTo>
                      <a:pt x="99" y="28"/>
                    </a:lnTo>
                    <a:lnTo>
                      <a:pt x="99" y="28"/>
                    </a:lnTo>
                    <a:lnTo>
                      <a:pt x="99" y="28"/>
                    </a:lnTo>
                    <a:lnTo>
                      <a:pt x="97" y="28"/>
                    </a:lnTo>
                    <a:lnTo>
                      <a:pt x="97" y="28"/>
                    </a:lnTo>
                    <a:lnTo>
                      <a:pt x="95" y="28"/>
                    </a:lnTo>
                    <a:lnTo>
                      <a:pt x="95" y="28"/>
                    </a:lnTo>
                    <a:lnTo>
                      <a:pt x="95" y="28"/>
                    </a:lnTo>
                    <a:lnTo>
                      <a:pt x="92" y="28"/>
                    </a:lnTo>
                    <a:lnTo>
                      <a:pt x="92" y="31"/>
                    </a:lnTo>
                    <a:lnTo>
                      <a:pt x="92" y="31"/>
                    </a:lnTo>
                    <a:lnTo>
                      <a:pt x="92" y="31"/>
                    </a:lnTo>
                    <a:lnTo>
                      <a:pt x="90" y="31"/>
                    </a:lnTo>
                    <a:lnTo>
                      <a:pt x="90" y="31"/>
                    </a:lnTo>
                    <a:lnTo>
                      <a:pt x="88" y="31"/>
                    </a:lnTo>
                    <a:lnTo>
                      <a:pt x="88" y="31"/>
                    </a:lnTo>
                    <a:lnTo>
                      <a:pt x="88" y="31"/>
                    </a:lnTo>
                    <a:lnTo>
                      <a:pt x="85" y="31"/>
                    </a:lnTo>
                    <a:lnTo>
                      <a:pt x="85" y="31"/>
                    </a:lnTo>
                    <a:lnTo>
                      <a:pt x="83" y="31"/>
                    </a:lnTo>
                    <a:lnTo>
                      <a:pt x="83" y="31"/>
                    </a:lnTo>
                    <a:lnTo>
                      <a:pt x="83" y="31"/>
                    </a:lnTo>
                    <a:lnTo>
                      <a:pt x="80" y="31"/>
                    </a:lnTo>
                    <a:lnTo>
                      <a:pt x="80" y="31"/>
                    </a:lnTo>
                    <a:lnTo>
                      <a:pt x="80" y="31"/>
                    </a:lnTo>
                    <a:lnTo>
                      <a:pt x="80" y="31"/>
                    </a:lnTo>
                    <a:lnTo>
                      <a:pt x="78" y="31"/>
                    </a:lnTo>
                    <a:lnTo>
                      <a:pt x="78" y="31"/>
                    </a:lnTo>
                    <a:lnTo>
                      <a:pt x="78" y="31"/>
                    </a:lnTo>
                    <a:lnTo>
                      <a:pt x="76" y="31"/>
                    </a:lnTo>
                    <a:lnTo>
                      <a:pt x="76" y="31"/>
                    </a:lnTo>
                    <a:lnTo>
                      <a:pt x="76" y="31"/>
                    </a:lnTo>
                    <a:lnTo>
                      <a:pt x="76" y="31"/>
                    </a:lnTo>
                    <a:lnTo>
                      <a:pt x="76" y="33"/>
                    </a:lnTo>
                    <a:lnTo>
                      <a:pt x="76" y="33"/>
                    </a:lnTo>
                    <a:lnTo>
                      <a:pt x="73" y="33"/>
                    </a:lnTo>
                    <a:lnTo>
                      <a:pt x="73" y="33"/>
                    </a:lnTo>
                    <a:lnTo>
                      <a:pt x="73" y="33"/>
                    </a:lnTo>
                    <a:lnTo>
                      <a:pt x="73" y="33"/>
                    </a:lnTo>
                    <a:lnTo>
                      <a:pt x="71" y="33"/>
                    </a:lnTo>
                    <a:lnTo>
                      <a:pt x="71" y="33"/>
                    </a:lnTo>
                    <a:lnTo>
                      <a:pt x="71" y="31"/>
                    </a:lnTo>
                    <a:lnTo>
                      <a:pt x="69" y="31"/>
                    </a:lnTo>
                    <a:lnTo>
                      <a:pt x="69" y="31"/>
                    </a:lnTo>
                    <a:lnTo>
                      <a:pt x="69" y="31"/>
                    </a:lnTo>
                    <a:lnTo>
                      <a:pt x="69" y="31"/>
                    </a:lnTo>
                    <a:lnTo>
                      <a:pt x="69" y="31"/>
                    </a:lnTo>
                    <a:lnTo>
                      <a:pt x="66" y="31"/>
                    </a:lnTo>
                    <a:lnTo>
                      <a:pt x="66" y="31"/>
                    </a:lnTo>
                    <a:lnTo>
                      <a:pt x="66" y="31"/>
                    </a:lnTo>
                    <a:lnTo>
                      <a:pt x="66" y="31"/>
                    </a:lnTo>
                    <a:lnTo>
                      <a:pt x="66" y="31"/>
                    </a:lnTo>
                    <a:lnTo>
                      <a:pt x="64" y="31"/>
                    </a:lnTo>
                    <a:lnTo>
                      <a:pt x="64" y="31"/>
                    </a:lnTo>
                    <a:lnTo>
                      <a:pt x="61" y="31"/>
                    </a:lnTo>
                    <a:lnTo>
                      <a:pt x="61" y="31"/>
                    </a:lnTo>
                    <a:lnTo>
                      <a:pt x="61" y="31"/>
                    </a:lnTo>
                    <a:lnTo>
                      <a:pt x="59" y="31"/>
                    </a:lnTo>
                    <a:lnTo>
                      <a:pt x="59" y="31"/>
                    </a:lnTo>
                    <a:lnTo>
                      <a:pt x="59" y="31"/>
                    </a:lnTo>
                    <a:lnTo>
                      <a:pt x="57" y="31"/>
                    </a:lnTo>
                    <a:lnTo>
                      <a:pt x="57" y="33"/>
                    </a:lnTo>
                    <a:lnTo>
                      <a:pt x="57" y="33"/>
                    </a:lnTo>
                    <a:lnTo>
                      <a:pt x="54" y="33"/>
                    </a:lnTo>
                    <a:lnTo>
                      <a:pt x="54" y="31"/>
                    </a:lnTo>
                    <a:lnTo>
                      <a:pt x="54" y="31"/>
                    </a:lnTo>
                    <a:lnTo>
                      <a:pt x="54" y="31"/>
                    </a:lnTo>
                    <a:lnTo>
                      <a:pt x="52" y="31"/>
                    </a:lnTo>
                    <a:lnTo>
                      <a:pt x="52" y="31"/>
                    </a:lnTo>
                    <a:lnTo>
                      <a:pt x="52" y="31"/>
                    </a:lnTo>
                    <a:lnTo>
                      <a:pt x="50" y="31"/>
                    </a:lnTo>
                    <a:lnTo>
                      <a:pt x="50" y="31"/>
                    </a:lnTo>
                    <a:lnTo>
                      <a:pt x="47" y="31"/>
                    </a:lnTo>
                    <a:lnTo>
                      <a:pt x="47" y="31"/>
                    </a:lnTo>
                    <a:lnTo>
                      <a:pt x="47" y="31"/>
                    </a:lnTo>
                    <a:lnTo>
                      <a:pt x="45" y="31"/>
                    </a:lnTo>
                    <a:lnTo>
                      <a:pt x="45" y="31"/>
                    </a:lnTo>
                    <a:lnTo>
                      <a:pt x="43" y="31"/>
                    </a:lnTo>
                    <a:lnTo>
                      <a:pt x="43" y="31"/>
                    </a:lnTo>
                    <a:lnTo>
                      <a:pt x="43" y="31"/>
                    </a:lnTo>
                    <a:lnTo>
                      <a:pt x="40" y="31"/>
                    </a:lnTo>
                    <a:lnTo>
                      <a:pt x="40" y="31"/>
                    </a:lnTo>
                    <a:lnTo>
                      <a:pt x="40" y="31"/>
                    </a:lnTo>
                    <a:lnTo>
                      <a:pt x="40" y="33"/>
                    </a:lnTo>
                    <a:lnTo>
                      <a:pt x="38" y="33"/>
                    </a:lnTo>
                    <a:lnTo>
                      <a:pt x="38" y="33"/>
                    </a:lnTo>
                    <a:lnTo>
                      <a:pt x="35" y="33"/>
                    </a:lnTo>
                    <a:lnTo>
                      <a:pt x="35" y="33"/>
                    </a:lnTo>
                    <a:lnTo>
                      <a:pt x="35" y="33"/>
                    </a:lnTo>
                    <a:lnTo>
                      <a:pt x="35" y="33"/>
                    </a:lnTo>
                    <a:lnTo>
                      <a:pt x="33" y="33"/>
                    </a:lnTo>
                    <a:lnTo>
                      <a:pt x="33" y="33"/>
                    </a:lnTo>
                    <a:lnTo>
                      <a:pt x="33" y="33"/>
                    </a:lnTo>
                    <a:lnTo>
                      <a:pt x="31" y="33"/>
                    </a:lnTo>
                    <a:lnTo>
                      <a:pt x="31" y="33"/>
                    </a:lnTo>
                    <a:lnTo>
                      <a:pt x="31" y="33"/>
                    </a:lnTo>
                    <a:lnTo>
                      <a:pt x="28" y="33"/>
                    </a:lnTo>
                    <a:lnTo>
                      <a:pt x="28" y="33"/>
                    </a:lnTo>
                    <a:lnTo>
                      <a:pt x="28" y="33"/>
                    </a:lnTo>
                    <a:lnTo>
                      <a:pt x="26" y="33"/>
                    </a:lnTo>
                    <a:lnTo>
                      <a:pt x="26" y="33"/>
                    </a:lnTo>
                    <a:lnTo>
                      <a:pt x="26" y="33"/>
                    </a:lnTo>
                    <a:lnTo>
                      <a:pt x="24" y="33"/>
                    </a:lnTo>
                    <a:lnTo>
                      <a:pt x="24" y="35"/>
                    </a:lnTo>
                    <a:lnTo>
                      <a:pt x="24" y="35"/>
                    </a:lnTo>
                    <a:lnTo>
                      <a:pt x="21" y="35"/>
                    </a:lnTo>
                    <a:lnTo>
                      <a:pt x="21" y="35"/>
                    </a:lnTo>
                    <a:lnTo>
                      <a:pt x="21" y="35"/>
                    </a:lnTo>
                    <a:lnTo>
                      <a:pt x="21" y="35"/>
                    </a:lnTo>
                    <a:lnTo>
                      <a:pt x="19" y="35"/>
                    </a:lnTo>
                    <a:lnTo>
                      <a:pt x="19" y="35"/>
                    </a:lnTo>
                    <a:lnTo>
                      <a:pt x="19" y="35"/>
                    </a:lnTo>
                    <a:lnTo>
                      <a:pt x="16" y="35"/>
                    </a:lnTo>
                    <a:lnTo>
                      <a:pt x="16" y="35"/>
                    </a:lnTo>
                    <a:lnTo>
                      <a:pt x="14" y="35"/>
                    </a:lnTo>
                    <a:lnTo>
                      <a:pt x="14" y="38"/>
                    </a:lnTo>
                    <a:lnTo>
                      <a:pt x="14" y="38"/>
                    </a:lnTo>
                    <a:lnTo>
                      <a:pt x="14" y="38"/>
                    </a:lnTo>
                    <a:lnTo>
                      <a:pt x="12" y="38"/>
                    </a:lnTo>
                    <a:lnTo>
                      <a:pt x="12" y="38"/>
                    </a:lnTo>
                    <a:lnTo>
                      <a:pt x="9" y="38"/>
                    </a:lnTo>
                    <a:lnTo>
                      <a:pt x="9" y="38"/>
                    </a:lnTo>
                    <a:lnTo>
                      <a:pt x="9" y="35"/>
                    </a:lnTo>
                    <a:lnTo>
                      <a:pt x="9" y="35"/>
                    </a:lnTo>
                    <a:lnTo>
                      <a:pt x="9" y="38"/>
                    </a:lnTo>
                    <a:lnTo>
                      <a:pt x="7" y="38"/>
                    </a:lnTo>
                    <a:lnTo>
                      <a:pt x="7" y="38"/>
                    </a:lnTo>
                    <a:lnTo>
                      <a:pt x="7" y="38"/>
                    </a:lnTo>
                    <a:lnTo>
                      <a:pt x="5" y="38"/>
                    </a:lnTo>
                    <a:lnTo>
                      <a:pt x="5" y="38"/>
                    </a:lnTo>
                    <a:lnTo>
                      <a:pt x="2" y="38"/>
                    </a:lnTo>
                    <a:lnTo>
                      <a:pt x="2" y="38"/>
                    </a:lnTo>
                    <a:lnTo>
                      <a:pt x="2" y="35"/>
                    </a:lnTo>
                    <a:lnTo>
                      <a:pt x="2" y="35"/>
                    </a:lnTo>
                    <a:lnTo>
                      <a:pt x="2" y="35"/>
                    </a:lnTo>
                    <a:lnTo>
                      <a:pt x="0" y="35"/>
                    </a:lnTo>
                    <a:lnTo>
                      <a:pt x="0" y="35"/>
                    </a:lnTo>
                    <a:lnTo>
                      <a:pt x="0" y="33"/>
                    </a:lnTo>
                    <a:lnTo>
                      <a:pt x="0" y="33"/>
                    </a:lnTo>
                    <a:lnTo>
                      <a:pt x="0" y="33"/>
                    </a:lnTo>
                    <a:lnTo>
                      <a:pt x="2" y="33"/>
                    </a:lnTo>
                    <a:lnTo>
                      <a:pt x="2" y="33"/>
                    </a:lnTo>
                    <a:lnTo>
                      <a:pt x="2" y="33"/>
                    </a:lnTo>
                    <a:lnTo>
                      <a:pt x="2" y="33"/>
                    </a:lnTo>
                    <a:lnTo>
                      <a:pt x="2" y="31"/>
                    </a:lnTo>
                    <a:lnTo>
                      <a:pt x="5" y="31"/>
                    </a:lnTo>
                    <a:lnTo>
                      <a:pt x="5" y="31"/>
                    </a:lnTo>
                    <a:lnTo>
                      <a:pt x="5" y="31"/>
                    </a:lnTo>
                    <a:lnTo>
                      <a:pt x="7" y="31"/>
                    </a:lnTo>
                    <a:lnTo>
                      <a:pt x="7" y="31"/>
                    </a:lnTo>
                    <a:lnTo>
                      <a:pt x="7" y="31"/>
                    </a:lnTo>
                    <a:lnTo>
                      <a:pt x="7" y="28"/>
                    </a:lnTo>
                    <a:lnTo>
                      <a:pt x="9" y="28"/>
                    </a:lnTo>
                    <a:lnTo>
                      <a:pt x="9" y="28"/>
                    </a:lnTo>
                    <a:lnTo>
                      <a:pt x="9" y="28"/>
                    </a:lnTo>
                    <a:lnTo>
                      <a:pt x="9" y="28"/>
                    </a:lnTo>
                    <a:lnTo>
                      <a:pt x="12" y="28"/>
                    </a:lnTo>
                    <a:lnTo>
                      <a:pt x="12" y="28"/>
                    </a:lnTo>
                    <a:lnTo>
                      <a:pt x="12" y="26"/>
                    </a:lnTo>
                    <a:lnTo>
                      <a:pt x="14" y="26"/>
                    </a:lnTo>
                    <a:lnTo>
                      <a:pt x="14" y="26"/>
                    </a:lnTo>
                    <a:lnTo>
                      <a:pt x="14" y="26"/>
                    </a:lnTo>
                    <a:lnTo>
                      <a:pt x="14" y="23"/>
                    </a:lnTo>
                    <a:lnTo>
                      <a:pt x="14" y="23"/>
                    </a:lnTo>
                    <a:lnTo>
                      <a:pt x="14" y="23"/>
                    </a:lnTo>
                    <a:lnTo>
                      <a:pt x="16" y="23"/>
                    </a:lnTo>
                    <a:lnTo>
                      <a:pt x="16" y="23"/>
                    </a:lnTo>
                    <a:lnTo>
                      <a:pt x="16" y="23"/>
                    </a:lnTo>
                    <a:lnTo>
                      <a:pt x="19" y="23"/>
                    </a:lnTo>
                    <a:lnTo>
                      <a:pt x="19" y="21"/>
                    </a:lnTo>
                    <a:lnTo>
                      <a:pt x="19" y="21"/>
                    </a:lnTo>
                    <a:lnTo>
                      <a:pt x="19" y="21"/>
                    </a:lnTo>
                    <a:lnTo>
                      <a:pt x="19" y="21"/>
                    </a:lnTo>
                    <a:lnTo>
                      <a:pt x="19" y="19"/>
                    </a:lnTo>
                    <a:lnTo>
                      <a:pt x="19" y="19"/>
                    </a:lnTo>
                    <a:lnTo>
                      <a:pt x="21" y="19"/>
                    </a:lnTo>
                    <a:lnTo>
                      <a:pt x="21" y="16"/>
                    </a:lnTo>
                    <a:lnTo>
                      <a:pt x="21" y="16"/>
                    </a:lnTo>
                    <a:lnTo>
                      <a:pt x="21" y="16"/>
                    </a:lnTo>
                    <a:lnTo>
                      <a:pt x="21" y="16"/>
                    </a:lnTo>
                    <a:lnTo>
                      <a:pt x="24" y="16"/>
                    </a:lnTo>
                    <a:lnTo>
                      <a:pt x="24" y="16"/>
                    </a:lnTo>
                    <a:lnTo>
                      <a:pt x="26" y="16"/>
                    </a:lnTo>
                    <a:lnTo>
                      <a:pt x="26" y="14"/>
                    </a:lnTo>
                    <a:lnTo>
                      <a:pt x="26" y="14"/>
                    </a:lnTo>
                    <a:lnTo>
                      <a:pt x="26" y="14"/>
                    </a:lnTo>
                    <a:lnTo>
                      <a:pt x="26" y="14"/>
                    </a:lnTo>
                    <a:lnTo>
                      <a:pt x="28" y="14"/>
                    </a:lnTo>
                    <a:lnTo>
                      <a:pt x="28" y="14"/>
                    </a:lnTo>
                    <a:lnTo>
                      <a:pt x="28" y="14"/>
                    </a:lnTo>
                    <a:lnTo>
                      <a:pt x="28" y="14"/>
                    </a:lnTo>
                    <a:lnTo>
                      <a:pt x="28" y="14"/>
                    </a:lnTo>
                    <a:lnTo>
                      <a:pt x="28" y="14"/>
                    </a:lnTo>
                    <a:lnTo>
                      <a:pt x="31" y="14"/>
                    </a:lnTo>
                    <a:lnTo>
                      <a:pt x="31" y="12"/>
                    </a:lnTo>
                    <a:lnTo>
                      <a:pt x="31" y="12"/>
                    </a:lnTo>
                    <a:lnTo>
                      <a:pt x="33" y="12"/>
                    </a:lnTo>
                    <a:lnTo>
                      <a:pt x="33" y="12"/>
                    </a:lnTo>
                    <a:lnTo>
                      <a:pt x="33" y="12"/>
                    </a:lnTo>
                    <a:lnTo>
                      <a:pt x="33" y="9"/>
                    </a:lnTo>
                    <a:lnTo>
                      <a:pt x="33" y="9"/>
                    </a:lnTo>
                    <a:lnTo>
                      <a:pt x="35" y="9"/>
                    </a:lnTo>
                    <a:lnTo>
                      <a:pt x="35" y="9"/>
                    </a:lnTo>
                    <a:lnTo>
                      <a:pt x="35" y="9"/>
                    </a:lnTo>
                    <a:lnTo>
                      <a:pt x="35" y="7"/>
                    </a:lnTo>
                    <a:lnTo>
                      <a:pt x="35" y="7"/>
                    </a:lnTo>
                    <a:lnTo>
                      <a:pt x="35" y="7"/>
                    </a:lnTo>
                    <a:lnTo>
                      <a:pt x="38" y="7"/>
                    </a:lnTo>
                    <a:lnTo>
                      <a:pt x="38" y="7"/>
                    </a:lnTo>
                    <a:lnTo>
                      <a:pt x="38" y="5"/>
                    </a:lnTo>
                    <a:lnTo>
                      <a:pt x="40" y="5"/>
                    </a:lnTo>
                    <a:lnTo>
                      <a:pt x="40" y="5"/>
                    </a:lnTo>
                    <a:lnTo>
                      <a:pt x="40" y="5"/>
                    </a:lnTo>
                    <a:lnTo>
                      <a:pt x="40" y="5"/>
                    </a:lnTo>
                    <a:lnTo>
                      <a:pt x="43" y="5"/>
                    </a:lnTo>
                    <a:lnTo>
                      <a:pt x="43" y="5"/>
                    </a:lnTo>
                    <a:lnTo>
                      <a:pt x="43" y="5"/>
                    </a:lnTo>
                    <a:lnTo>
                      <a:pt x="43" y="5"/>
                    </a:lnTo>
                    <a:lnTo>
                      <a:pt x="45" y="5"/>
                    </a:lnTo>
                    <a:lnTo>
                      <a:pt x="45" y="5"/>
                    </a:lnTo>
                    <a:lnTo>
                      <a:pt x="47" y="5"/>
                    </a:lnTo>
                    <a:lnTo>
                      <a:pt x="47" y="2"/>
                    </a:lnTo>
                    <a:lnTo>
                      <a:pt x="47" y="2"/>
                    </a:lnTo>
                    <a:lnTo>
                      <a:pt x="47" y="2"/>
                    </a:lnTo>
                    <a:lnTo>
                      <a:pt x="47" y="2"/>
                    </a:lnTo>
                    <a:lnTo>
                      <a:pt x="50" y="2"/>
                    </a:lnTo>
                    <a:lnTo>
                      <a:pt x="50" y="0"/>
                    </a:lnTo>
                    <a:lnTo>
                      <a:pt x="50" y="0"/>
                    </a:lnTo>
                    <a:lnTo>
                      <a:pt x="52" y="0"/>
                    </a:lnTo>
                    <a:lnTo>
                      <a:pt x="52" y="0"/>
                    </a:lnTo>
                    <a:lnTo>
                      <a:pt x="52" y="0"/>
                    </a:lnTo>
                    <a:lnTo>
                      <a:pt x="52" y="2"/>
                    </a:lnTo>
                    <a:lnTo>
                      <a:pt x="54" y="2"/>
                    </a:lnTo>
                    <a:lnTo>
                      <a:pt x="54" y="2"/>
                    </a:lnTo>
                    <a:lnTo>
                      <a:pt x="54" y="2"/>
                    </a:lnTo>
                    <a:lnTo>
                      <a:pt x="54" y="2"/>
                    </a:lnTo>
                    <a:lnTo>
                      <a:pt x="54" y="5"/>
                    </a:lnTo>
                    <a:lnTo>
                      <a:pt x="57" y="5"/>
                    </a:lnTo>
                    <a:lnTo>
                      <a:pt x="57" y="5"/>
                    </a:lnTo>
                    <a:lnTo>
                      <a:pt x="59" y="5"/>
                    </a:lnTo>
                    <a:lnTo>
                      <a:pt x="59" y="5"/>
                    </a:lnTo>
                    <a:lnTo>
                      <a:pt x="59" y="5"/>
                    </a:lnTo>
                    <a:lnTo>
                      <a:pt x="59" y="5"/>
                    </a:lnTo>
                    <a:lnTo>
                      <a:pt x="59" y="5"/>
                    </a:lnTo>
                    <a:lnTo>
                      <a:pt x="59" y="5"/>
                    </a:lnTo>
                    <a:lnTo>
                      <a:pt x="59" y="2"/>
                    </a:lnTo>
                    <a:lnTo>
                      <a:pt x="59" y="2"/>
                    </a:lnTo>
                    <a:lnTo>
                      <a:pt x="59" y="0"/>
                    </a:lnTo>
                    <a:lnTo>
                      <a:pt x="59" y="0"/>
                    </a:lnTo>
                    <a:lnTo>
                      <a:pt x="59" y="0"/>
                    </a:lnTo>
                    <a:lnTo>
                      <a:pt x="61" y="0"/>
                    </a:lnTo>
                    <a:lnTo>
                      <a:pt x="61" y="0"/>
                    </a:lnTo>
                    <a:lnTo>
                      <a:pt x="61" y="0"/>
                    </a:lnTo>
                    <a:lnTo>
                      <a:pt x="64" y="0"/>
                    </a:lnTo>
                    <a:lnTo>
                      <a:pt x="64" y="0"/>
                    </a:lnTo>
                    <a:lnTo>
                      <a:pt x="66" y="0"/>
                    </a:lnTo>
                    <a:lnTo>
                      <a:pt x="66" y="0"/>
                    </a:lnTo>
                    <a:lnTo>
                      <a:pt x="66" y="0"/>
                    </a:lnTo>
                    <a:lnTo>
                      <a:pt x="69" y="0"/>
                    </a:lnTo>
                    <a:lnTo>
                      <a:pt x="69" y="0"/>
                    </a:lnTo>
                    <a:lnTo>
                      <a:pt x="6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6" name="Freeform 54"/>
              <p:cNvSpPr>
                <a:spLocks/>
              </p:cNvSpPr>
              <p:nvPr/>
            </p:nvSpPr>
            <p:spPr bwMode="auto">
              <a:xfrm>
                <a:off x="2966" y="739"/>
                <a:ext cx="128" cy="38"/>
              </a:xfrm>
              <a:custGeom>
                <a:avLst/>
                <a:gdLst/>
                <a:ahLst/>
                <a:cxnLst>
                  <a:cxn ang="0">
                    <a:pos x="73" y="0"/>
                  </a:cxn>
                  <a:cxn ang="0">
                    <a:pos x="80" y="2"/>
                  </a:cxn>
                  <a:cxn ang="0">
                    <a:pos x="78" y="5"/>
                  </a:cxn>
                  <a:cxn ang="0">
                    <a:pos x="73" y="7"/>
                  </a:cxn>
                  <a:cxn ang="0">
                    <a:pos x="71" y="12"/>
                  </a:cxn>
                  <a:cxn ang="0">
                    <a:pos x="76" y="9"/>
                  </a:cxn>
                  <a:cxn ang="0">
                    <a:pos x="80" y="7"/>
                  </a:cxn>
                  <a:cxn ang="0">
                    <a:pos x="83" y="5"/>
                  </a:cxn>
                  <a:cxn ang="0">
                    <a:pos x="88" y="5"/>
                  </a:cxn>
                  <a:cxn ang="0">
                    <a:pos x="95" y="5"/>
                  </a:cxn>
                  <a:cxn ang="0">
                    <a:pos x="99" y="7"/>
                  </a:cxn>
                  <a:cxn ang="0">
                    <a:pos x="104" y="9"/>
                  </a:cxn>
                  <a:cxn ang="0">
                    <a:pos x="109" y="12"/>
                  </a:cxn>
                  <a:cxn ang="0">
                    <a:pos x="111" y="12"/>
                  </a:cxn>
                  <a:cxn ang="0">
                    <a:pos x="116" y="14"/>
                  </a:cxn>
                  <a:cxn ang="0">
                    <a:pos x="118" y="14"/>
                  </a:cxn>
                  <a:cxn ang="0">
                    <a:pos x="123" y="14"/>
                  </a:cxn>
                  <a:cxn ang="0">
                    <a:pos x="125" y="19"/>
                  </a:cxn>
                  <a:cxn ang="0">
                    <a:pos x="128" y="23"/>
                  </a:cxn>
                  <a:cxn ang="0">
                    <a:pos x="123" y="23"/>
                  </a:cxn>
                  <a:cxn ang="0">
                    <a:pos x="118" y="26"/>
                  </a:cxn>
                  <a:cxn ang="0">
                    <a:pos x="114" y="28"/>
                  </a:cxn>
                  <a:cxn ang="0">
                    <a:pos x="106" y="28"/>
                  </a:cxn>
                  <a:cxn ang="0">
                    <a:pos x="102" y="28"/>
                  </a:cxn>
                  <a:cxn ang="0">
                    <a:pos x="95" y="28"/>
                  </a:cxn>
                  <a:cxn ang="0">
                    <a:pos x="90" y="31"/>
                  </a:cxn>
                  <a:cxn ang="0">
                    <a:pos x="83" y="31"/>
                  </a:cxn>
                  <a:cxn ang="0">
                    <a:pos x="78" y="31"/>
                  </a:cxn>
                  <a:cxn ang="0">
                    <a:pos x="76" y="33"/>
                  </a:cxn>
                  <a:cxn ang="0">
                    <a:pos x="71" y="31"/>
                  </a:cxn>
                  <a:cxn ang="0">
                    <a:pos x="66" y="31"/>
                  </a:cxn>
                  <a:cxn ang="0">
                    <a:pos x="61" y="31"/>
                  </a:cxn>
                  <a:cxn ang="0">
                    <a:pos x="57" y="33"/>
                  </a:cxn>
                  <a:cxn ang="0">
                    <a:pos x="52" y="31"/>
                  </a:cxn>
                  <a:cxn ang="0">
                    <a:pos x="45" y="31"/>
                  </a:cxn>
                  <a:cxn ang="0">
                    <a:pos x="40" y="33"/>
                  </a:cxn>
                  <a:cxn ang="0">
                    <a:pos x="33" y="33"/>
                  </a:cxn>
                  <a:cxn ang="0">
                    <a:pos x="28" y="33"/>
                  </a:cxn>
                  <a:cxn ang="0">
                    <a:pos x="24" y="35"/>
                  </a:cxn>
                  <a:cxn ang="0">
                    <a:pos x="19" y="35"/>
                  </a:cxn>
                  <a:cxn ang="0">
                    <a:pos x="12" y="38"/>
                  </a:cxn>
                  <a:cxn ang="0">
                    <a:pos x="7" y="38"/>
                  </a:cxn>
                  <a:cxn ang="0">
                    <a:pos x="2" y="35"/>
                  </a:cxn>
                  <a:cxn ang="0">
                    <a:pos x="0" y="33"/>
                  </a:cxn>
                  <a:cxn ang="0">
                    <a:pos x="5" y="31"/>
                  </a:cxn>
                  <a:cxn ang="0">
                    <a:pos x="9" y="28"/>
                  </a:cxn>
                  <a:cxn ang="0">
                    <a:pos x="14" y="26"/>
                  </a:cxn>
                  <a:cxn ang="0">
                    <a:pos x="16" y="23"/>
                  </a:cxn>
                  <a:cxn ang="0">
                    <a:pos x="19" y="19"/>
                  </a:cxn>
                  <a:cxn ang="0">
                    <a:pos x="24" y="16"/>
                  </a:cxn>
                  <a:cxn ang="0">
                    <a:pos x="28" y="14"/>
                  </a:cxn>
                  <a:cxn ang="0">
                    <a:pos x="31" y="12"/>
                  </a:cxn>
                  <a:cxn ang="0">
                    <a:pos x="35" y="9"/>
                  </a:cxn>
                  <a:cxn ang="0">
                    <a:pos x="38" y="5"/>
                  </a:cxn>
                  <a:cxn ang="0">
                    <a:pos x="43" y="5"/>
                  </a:cxn>
                  <a:cxn ang="0">
                    <a:pos x="47" y="2"/>
                  </a:cxn>
                  <a:cxn ang="0">
                    <a:pos x="52" y="0"/>
                  </a:cxn>
                  <a:cxn ang="0">
                    <a:pos x="57" y="5"/>
                  </a:cxn>
                  <a:cxn ang="0">
                    <a:pos x="59" y="5"/>
                  </a:cxn>
                  <a:cxn ang="0">
                    <a:pos x="61" y="0"/>
                  </a:cxn>
                  <a:cxn ang="0">
                    <a:pos x="69" y="0"/>
                  </a:cxn>
                </a:cxnLst>
                <a:rect l="0" t="0" r="r" b="b"/>
                <a:pathLst>
                  <a:path w="128" h="38">
                    <a:moveTo>
                      <a:pt x="69" y="0"/>
                    </a:moveTo>
                    <a:lnTo>
                      <a:pt x="69" y="0"/>
                    </a:lnTo>
                    <a:lnTo>
                      <a:pt x="71" y="0"/>
                    </a:lnTo>
                    <a:lnTo>
                      <a:pt x="71" y="0"/>
                    </a:lnTo>
                    <a:lnTo>
                      <a:pt x="73" y="0"/>
                    </a:lnTo>
                    <a:lnTo>
                      <a:pt x="73" y="0"/>
                    </a:lnTo>
                    <a:lnTo>
                      <a:pt x="73" y="0"/>
                    </a:lnTo>
                    <a:lnTo>
                      <a:pt x="76" y="0"/>
                    </a:lnTo>
                    <a:lnTo>
                      <a:pt x="76" y="2"/>
                    </a:lnTo>
                    <a:lnTo>
                      <a:pt x="76" y="2"/>
                    </a:lnTo>
                    <a:lnTo>
                      <a:pt x="76" y="2"/>
                    </a:lnTo>
                    <a:lnTo>
                      <a:pt x="78" y="2"/>
                    </a:lnTo>
                    <a:lnTo>
                      <a:pt x="78" y="2"/>
                    </a:lnTo>
                    <a:lnTo>
                      <a:pt x="80" y="2"/>
                    </a:lnTo>
                    <a:lnTo>
                      <a:pt x="80" y="2"/>
                    </a:lnTo>
                    <a:lnTo>
                      <a:pt x="80" y="2"/>
                    </a:lnTo>
                    <a:lnTo>
                      <a:pt x="80" y="5"/>
                    </a:lnTo>
                    <a:lnTo>
                      <a:pt x="80" y="5"/>
                    </a:lnTo>
                    <a:lnTo>
                      <a:pt x="78" y="5"/>
                    </a:lnTo>
                    <a:lnTo>
                      <a:pt x="78" y="5"/>
                    </a:lnTo>
                    <a:lnTo>
                      <a:pt x="78" y="5"/>
                    </a:lnTo>
                    <a:lnTo>
                      <a:pt x="76" y="5"/>
                    </a:lnTo>
                    <a:lnTo>
                      <a:pt x="76" y="5"/>
                    </a:lnTo>
                    <a:lnTo>
                      <a:pt x="76" y="5"/>
                    </a:lnTo>
                    <a:lnTo>
                      <a:pt x="76" y="5"/>
                    </a:lnTo>
                    <a:lnTo>
                      <a:pt x="73" y="5"/>
                    </a:lnTo>
                    <a:lnTo>
                      <a:pt x="73" y="5"/>
                    </a:lnTo>
                    <a:lnTo>
                      <a:pt x="73" y="7"/>
                    </a:lnTo>
                    <a:lnTo>
                      <a:pt x="73" y="7"/>
                    </a:lnTo>
                    <a:lnTo>
                      <a:pt x="73" y="7"/>
                    </a:lnTo>
                    <a:lnTo>
                      <a:pt x="73" y="9"/>
                    </a:lnTo>
                    <a:lnTo>
                      <a:pt x="71" y="9"/>
                    </a:lnTo>
                    <a:lnTo>
                      <a:pt x="71" y="9"/>
                    </a:lnTo>
                    <a:lnTo>
                      <a:pt x="71" y="12"/>
                    </a:lnTo>
                    <a:lnTo>
                      <a:pt x="71" y="12"/>
                    </a:lnTo>
                    <a:lnTo>
                      <a:pt x="73" y="12"/>
                    </a:lnTo>
                    <a:lnTo>
                      <a:pt x="73" y="12"/>
                    </a:lnTo>
                    <a:lnTo>
                      <a:pt x="73" y="12"/>
                    </a:lnTo>
                    <a:lnTo>
                      <a:pt x="73" y="12"/>
                    </a:lnTo>
                    <a:lnTo>
                      <a:pt x="73" y="9"/>
                    </a:lnTo>
                    <a:lnTo>
                      <a:pt x="76" y="9"/>
                    </a:lnTo>
                    <a:lnTo>
                      <a:pt x="76" y="9"/>
                    </a:lnTo>
                    <a:lnTo>
                      <a:pt x="76" y="9"/>
                    </a:lnTo>
                    <a:lnTo>
                      <a:pt x="76" y="9"/>
                    </a:lnTo>
                    <a:lnTo>
                      <a:pt x="78" y="9"/>
                    </a:lnTo>
                    <a:lnTo>
                      <a:pt x="78" y="9"/>
                    </a:lnTo>
                    <a:lnTo>
                      <a:pt x="80" y="9"/>
                    </a:lnTo>
                    <a:lnTo>
                      <a:pt x="80" y="9"/>
                    </a:lnTo>
                    <a:lnTo>
                      <a:pt x="80" y="7"/>
                    </a:lnTo>
                    <a:lnTo>
                      <a:pt x="80" y="7"/>
                    </a:lnTo>
                    <a:lnTo>
                      <a:pt x="83" y="7"/>
                    </a:lnTo>
                    <a:lnTo>
                      <a:pt x="83" y="7"/>
                    </a:lnTo>
                    <a:lnTo>
                      <a:pt x="83" y="7"/>
                    </a:lnTo>
                    <a:lnTo>
                      <a:pt x="83" y="7"/>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2" y="5"/>
                    </a:lnTo>
                    <a:lnTo>
                      <a:pt x="92" y="5"/>
                    </a:lnTo>
                    <a:lnTo>
                      <a:pt x="92" y="5"/>
                    </a:lnTo>
                    <a:lnTo>
                      <a:pt x="95" y="5"/>
                    </a:lnTo>
                    <a:lnTo>
                      <a:pt x="95" y="5"/>
                    </a:lnTo>
                    <a:lnTo>
                      <a:pt x="95" y="5"/>
                    </a:lnTo>
                    <a:lnTo>
                      <a:pt x="95" y="7"/>
                    </a:lnTo>
                    <a:lnTo>
                      <a:pt x="97" y="7"/>
                    </a:lnTo>
                    <a:lnTo>
                      <a:pt x="97" y="7"/>
                    </a:lnTo>
                    <a:lnTo>
                      <a:pt x="99" y="7"/>
                    </a:lnTo>
                    <a:lnTo>
                      <a:pt x="99" y="7"/>
                    </a:lnTo>
                    <a:lnTo>
                      <a:pt x="99" y="7"/>
                    </a:lnTo>
                    <a:lnTo>
                      <a:pt x="99" y="9"/>
                    </a:lnTo>
                    <a:lnTo>
                      <a:pt x="99" y="9"/>
                    </a:lnTo>
                    <a:lnTo>
                      <a:pt x="102" y="9"/>
                    </a:lnTo>
                    <a:lnTo>
                      <a:pt x="102" y="9"/>
                    </a:lnTo>
                    <a:lnTo>
                      <a:pt x="102" y="9"/>
                    </a:lnTo>
                    <a:lnTo>
                      <a:pt x="104" y="9"/>
                    </a:lnTo>
                    <a:lnTo>
                      <a:pt x="104" y="9"/>
                    </a:lnTo>
                    <a:lnTo>
                      <a:pt x="106" y="9"/>
                    </a:lnTo>
                    <a:lnTo>
                      <a:pt x="106" y="9"/>
                    </a:lnTo>
                    <a:lnTo>
                      <a:pt x="106" y="9"/>
                    </a:lnTo>
                    <a:lnTo>
                      <a:pt x="106" y="12"/>
                    </a:lnTo>
                    <a:lnTo>
                      <a:pt x="106" y="12"/>
                    </a:lnTo>
                    <a:lnTo>
                      <a:pt x="109" y="12"/>
                    </a:lnTo>
                    <a:lnTo>
                      <a:pt x="109" y="12"/>
                    </a:lnTo>
                    <a:lnTo>
                      <a:pt x="109" y="12"/>
                    </a:lnTo>
                    <a:lnTo>
                      <a:pt x="109" y="14"/>
                    </a:lnTo>
                    <a:lnTo>
                      <a:pt x="109" y="14"/>
                    </a:lnTo>
                    <a:lnTo>
                      <a:pt x="111" y="14"/>
                    </a:lnTo>
                    <a:lnTo>
                      <a:pt x="111" y="14"/>
                    </a:lnTo>
                    <a:lnTo>
                      <a:pt x="111" y="12"/>
                    </a:lnTo>
                    <a:lnTo>
                      <a:pt x="114" y="12"/>
                    </a:lnTo>
                    <a:lnTo>
                      <a:pt x="114" y="12"/>
                    </a:lnTo>
                    <a:lnTo>
                      <a:pt x="114" y="12"/>
                    </a:lnTo>
                    <a:lnTo>
                      <a:pt x="114" y="14"/>
                    </a:lnTo>
                    <a:lnTo>
                      <a:pt x="116" y="14"/>
                    </a:lnTo>
                    <a:lnTo>
                      <a:pt x="116" y="14"/>
                    </a:lnTo>
                    <a:lnTo>
                      <a:pt x="116" y="14"/>
                    </a:lnTo>
                    <a:lnTo>
                      <a:pt x="116" y="12"/>
                    </a:lnTo>
                    <a:lnTo>
                      <a:pt x="118" y="12"/>
                    </a:lnTo>
                    <a:lnTo>
                      <a:pt x="118" y="12"/>
                    </a:lnTo>
                    <a:lnTo>
                      <a:pt x="121" y="12"/>
                    </a:lnTo>
                    <a:lnTo>
                      <a:pt x="121" y="14"/>
                    </a:lnTo>
                    <a:lnTo>
                      <a:pt x="118" y="14"/>
                    </a:lnTo>
                    <a:lnTo>
                      <a:pt x="118" y="14"/>
                    </a:lnTo>
                    <a:lnTo>
                      <a:pt x="118" y="14"/>
                    </a:lnTo>
                    <a:lnTo>
                      <a:pt x="118" y="14"/>
                    </a:lnTo>
                    <a:lnTo>
                      <a:pt x="121" y="14"/>
                    </a:lnTo>
                    <a:lnTo>
                      <a:pt x="121" y="14"/>
                    </a:lnTo>
                    <a:lnTo>
                      <a:pt x="121" y="14"/>
                    </a:lnTo>
                    <a:lnTo>
                      <a:pt x="123" y="14"/>
                    </a:lnTo>
                    <a:lnTo>
                      <a:pt x="123" y="14"/>
                    </a:lnTo>
                    <a:lnTo>
                      <a:pt x="125" y="14"/>
                    </a:lnTo>
                    <a:lnTo>
                      <a:pt x="125" y="14"/>
                    </a:lnTo>
                    <a:lnTo>
                      <a:pt x="125" y="14"/>
                    </a:lnTo>
                    <a:lnTo>
                      <a:pt x="125" y="16"/>
                    </a:lnTo>
                    <a:lnTo>
                      <a:pt x="125" y="16"/>
                    </a:lnTo>
                    <a:lnTo>
                      <a:pt x="125" y="16"/>
                    </a:lnTo>
                    <a:lnTo>
                      <a:pt x="125" y="19"/>
                    </a:lnTo>
                    <a:lnTo>
                      <a:pt x="128" y="19"/>
                    </a:lnTo>
                    <a:lnTo>
                      <a:pt x="128" y="19"/>
                    </a:lnTo>
                    <a:lnTo>
                      <a:pt x="128" y="21"/>
                    </a:lnTo>
                    <a:lnTo>
                      <a:pt x="128" y="21"/>
                    </a:lnTo>
                    <a:lnTo>
                      <a:pt x="128" y="21"/>
                    </a:lnTo>
                    <a:lnTo>
                      <a:pt x="128" y="23"/>
                    </a:lnTo>
                    <a:lnTo>
                      <a:pt x="128" y="23"/>
                    </a:lnTo>
                    <a:lnTo>
                      <a:pt x="128" y="23"/>
                    </a:lnTo>
                    <a:lnTo>
                      <a:pt x="125" y="23"/>
                    </a:lnTo>
                    <a:lnTo>
                      <a:pt x="125" y="23"/>
                    </a:lnTo>
                    <a:lnTo>
                      <a:pt x="125" y="23"/>
                    </a:lnTo>
                    <a:lnTo>
                      <a:pt x="125" y="23"/>
                    </a:lnTo>
                    <a:lnTo>
                      <a:pt x="123" y="23"/>
                    </a:lnTo>
                    <a:lnTo>
                      <a:pt x="123" y="23"/>
                    </a:lnTo>
                    <a:lnTo>
                      <a:pt x="123" y="26"/>
                    </a:lnTo>
                    <a:lnTo>
                      <a:pt x="121" y="26"/>
                    </a:lnTo>
                    <a:lnTo>
                      <a:pt x="121" y="26"/>
                    </a:lnTo>
                    <a:lnTo>
                      <a:pt x="121" y="26"/>
                    </a:lnTo>
                    <a:lnTo>
                      <a:pt x="121" y="26"/>
                    </a:lnTo>
                    <a:lnTo>
                      <a:pt x="118" y="26"/>
                    </a:lnTo>
                    <a:lnTo>
                      <a:pt x="118" y="26"/>
                    </a:lnTo>
                    <a:lnTo>
                      <a:pt x="116" y="26"/>
                    </a:lnTo>
                    <a:lnTo>
                      <a:pt x="116" y="28"/>
                    </a:lnTo>
                    <a:lnTo>
                      <a:pt x="116" y="28"/>
                    </a:lnTo>
                    <a:lnTo>
                      <a:pt x="116" y="28"/>
                    </a:lnTo>
                    <a:lnTo>
                      <a:pt x="114" y="28"/>
                    </a:lnTo>
                    <a:lnTo>
                      <a:pt x="114" y="28"/>
                    </a:lnTo>
                    <a:lnTo>
                      <a:pt x="114" y="28"/>
                    </a:lnTo>
                    <a:lnTo>
                      <a:pt x="111" y="28"/>
                    </a:lnTo>
                    <a:lnTo>
                      <a:pt x="111" y="28"/>
                    </a:lnTo>
                    <a:lnTo>
                      <a:pt x="109" y="28"/>
                    </a:lnTo>
                    <a:lnTo>
                      <a:pt x="109" y="28"/>
                    </a:lnTo>
                    <a:lnTo>
                      <a:pt x="109" y="28"/>
                    </a:lnTo>
                    <a:lnTo>
                      <a:pt x="106" y="28"/>
                    </a:lnTo>
                    <a:lnTo>
                      <a:pt x="106" y="28"/>
                    </a:lnTo>
                    <a:lnTo>
                      <a:pt x="106" y="28"/>
                    </a:lnTo>
                    <a:lnTo>
                      <a:pt x="104" y="28"/>
                    </a:lnTo>
                    <a:lnTo>
                      <a:pt x="104" y="28"/>
                    </a:lnTo>
                    <a:lnTo>
                      <a:pt x="102" y="28"/>
                    </a:lnTo>
                    <a:lnTo>
                      <a:pt x="102" y="28"/>
                    </a:lnTo>
                    <a:lnTo>
                      <a:pt x="102" y="28"/>
                    </a:lnTo>
                    <a:lnTo>
                      <a:pt x="102" y="28"/>
                    </a:lnTo>
                    <a:lnTo>
                      <a:pt x="99" y="28"/>
                    </a:lnTo>
                    <a:lnTo>
                      <a:pt x="99" y="28"/>
                    </a:lnTo>
                    <a:lnTo>
                      <a:pt x="99" y="28"/>
                    </a:lnTo>
                    <a:lnTo>
                      <a:pt x="97" y="28"/>
                    </a:lnTo>
                    <a:lnTo>
                      <a:pt x="97" y="28"/>
                    </a:lnTo>
                    <a:lnTo>
                      <a:pt x="95" y="28"/>
                    </a:lnTo>
                    <a:lnTo>
                      <a:pt x="95" y="28"/>
                    </a:lnTo>
                    <a:lnTo>
                      <a:pt x="95" y="28"/>
                    </a:lnTo>
                    <a:lnTo>
                      <a:pt x="92" y="28"/>
                    </a:lnTo>
                    <a:lnTo>
                      <a:pt x="92" y="31"/>
                    </a:lnTo>
                    <a:lnTo>
                      <a:pt x="92" y="31"/>
                    </a:lnTo>
                    <a:lnTo>
                      <a:pt x="92" y="31"/>
                    </a:lnTo>
                    <a:lnTo>
                      <a:pt x="90" y="31"/>
                    </a:lnTo>
                    <a:lnTo>
                      <a:pt x="90" y="31"/>
                    </a:lnTo>
                    <a:lnTo>
                      <a:pt x="88" y="31"/>
                    </a:lnTo>
                    <a:lnTo>
                      <a:pt x="88" y="31"/>
                    </a:lnTo>
                    <a:lnTo>
                      <a:pt x="88" y="31"/>
                    </a:lnTo>
                    <a:lnTo>
                      <a:pt x="85" y="31"/>
                    </a:lnTo>
                    <a:lnTo>
                      <a:pt x="85" y="31"/>
                    </a:lnTo>
                    <a:lnTo>
                      <a:pt x="83" y="31"/>
                    </a:lnTo>
                    <a:lnTo>
                      <a:pt x="83" y="31"/>
                    </a:lnTo>
                    <a:lnTo>
                      <a:pt x="83" y="31"/>
                    </a:lnTo>
                    <a:lnTo>
                      <a:pt x="80" y="31"/>
                    </a:lnTo>
                    <a:lnTo>
                      <a:pt x="80" y="31"/>
                    </a:lnTo>
                    <a:lnTo>
                      <a:pt x="80" y="31"/>
                    </a:lnTo>
                    <a:lnTo>
                      <a:pt x="80" y="31"/>
                    </a:lnTo>
                    <a:lnTo>
                      <a:pt x="78" y="31"/>
                    </a:lnTo>
                    <a:lnTo>
                      <a:pt x="78" y="31"/>
                    </a:lnTo>
                    <a:lnTo>
                      <a:pt x="78" y="31"/>
                    </a:lnTo>
                    <a:lnTo>
                      <a:pt x="76" y="31"/>
                    </a:lnTo>
                    <a:lnTo>
                      <a:pt x="76" y="31"/>
                    </a:lnTo>
                    <a:lnTo>
                      <a:pt x="76" y="31"/>
                    </a:lnTo>
                    <a:lnTo>
                      <a:pt x="76" y="31"/>
                    </a:lnTo>
                    <a:lnTo>
                      <a:pt x="76" y="33"/>
                    </a:lnTo>
                    <a:lnTo>
                      <a:pt x="76" y="33"/>
                    </a:lnTo>
                    <a:lnTo>
                      <a:pt x="73" y="33"/>
                    </a:lnTo>
                    <a:lnTo>
                      <a:pt x="73" y="33"/>
                    </a:lnTo>
                    <a:lnTo>
                      <a:pt x="73" y="33"/>
                    </a:lnTo>
                    <a:lnTo>
                      <a:pt x="73" y="33"/>
                    </a:lnTo>
                    <a:lnTo>
                      <a:pt x="71" y="33"/>
                    </a:lnTo>
                    <a:lnTo>
                      <a:pt x="71" y="33"/>
                    </a:lnTo>
                    <a:lnTo>
                      <a:pt x="71" y="31"/>
                    </a:lnTo>
                    <a:lnTo>
                      <a:pt x="69" y="31"/>
                    </a:lnTo>
                    <a:lnTo>
                      <a:pt x="69" y="31"/>
                    </a:lnTo>
                    <a:lnTo>
                      <a:pt x="69" y="31"/>
                    </a:lnTo>
                    <a:lnTo>
                      <a:pt x="69" y="31"/>
                    </a:lnTo>
                    <a:lnTo>
                      <a:pt x="69" y="31"/>
                    </a:lnTo>
                    <a:lnTo>
                      <a:pt x="66" y="31"/>
                    </a:lnTo>
                    <a:lnTo>
                      <a:pt x="66" y="31"/>
                    </a:lnTo>
                    <a:lnTo>
                      <a:pt x="66" y="31"/>
                    </a:lnTo>
                    <a:lnTo>
                      <a:pt x="66" y="31"/>
                    </a:lnTo>
                    <a:lnTo>
                      <a:pt x="66" y="31"/>
                    </a:lnTo>
                    <a:lnTo>
                      <a:pt x="64" y="31"/>
                    </a:lnTo>
                    <a:lnTo>
                      <a:pt x="64" y="31"/>
                    </a:lnTo>
                    <a:lnTo>
                      <a:pt x="61" y="31"/>
                    </a:lnTo>
                    <a:lnTo>
                      <a:pt x="61" y="31"/>
                    </a:lnTo>
                    <a:lnTo>
                      <a:pt x="61" y="31"/>
                    </a:lnTo>
                    <a:lnTo>
                      <a:pt x="59" y="31"/>
                    </a:lnTo>
                    <a:lnTo>
                      <a:pt x="59" y="31"/>
                    </a:lnTo>
                    <a:lnTo>
                      <a:pt x="59" y="31"/>
                    </a:lnTo>
                    <a:lnTo>
                      <a:pt x="57" y="31"/>
                    </a:lnTo>
                    <a:lnTo>
                      <a:pt x="57" y="33"/>
                    </a:lnTo>
                    <a:lnTo>
                      <a:pt x="57" y="33"/>
                    </a:lnTo>
                    <a:lnTo>
                      <a:pt x="54" y="33"/>
                    </a:lnTo>
                    <a:lnTo>
                      <a:pt x="54" y="31"/>
                    </a:lnTo>
                    <a:lnTo>
                      <a:pt x="54" y="31"/>
                    </a:lnTo>
                    <a:lnTo>
                      <a:pt x="54" y="31"/>
                    </a:lnTo>
                    <a:lnTo>
                      <a:pt x="52" y="31"/>
                    </a:lnTo>
                    <a:lnTo>
                      <a:pt x="52" y="31"/>
                    </a:lnTo>
                    <a:lnTo>
                      <a:pt x="52" y="31"/>
                    </a:lnTo>
                    <a:lnTo>
                      <a:pt x="50" y="31"/>
                    </a:lnTo>
                    <a:lnTo>
                      <a:pt x="50" y="31"/>
                    </a:lnTo>
                    <a:lnTo>
                      <a:pt x="47" y="31"/>
                    </a:lnTo>
                    <a:lnTo>
                      <a:pt x="47" y="31"/>
                    </a:lnTo>
                    <a:lnTo>
                      <a:pt x="47" y="31"/>
                    </a:lnTo>
                    <a:lnTo>
                      <a:pt x="45" y="31"/>
                    </a:lnTo>
                    <a:lnTo>
                      <a:pt x="45" y="31"/>
                    </a:lnTo>
                    <a:lnTo>
                      <a:pt x="43" y="31"/>
                    </a:lnTo>
                    <a:lnTo>
                      <a:pt x="43" y="31"/>
                    </a:lnTo>
                    <a:lnTo>
                      <a:pt x="43" y="31"/>
                    </a:lnTo>
                    <a:lnTo>
                      <a:pt x="40" y="31"/>
                    </a:lnTo>
                    <a:lnTo>
                      <a:pt x="40" y="31"/>
                    </a:lnTo>
                    <a:lnTo>
                      <a:pt x="40" y="31"/>
                    </a:lnTo>
                    <a:lnTo>
                      <a:pt x="40" y="33"/>
                    </a:lnTo>
                    <a:lnTo>
                      <a:pt x="38" y="33"/>
                    </a:lnTo>
                    <a:lnTo>
                      <a:pt x="38" y="33"/>
                    </a:lnTo>
                    <a:lnTo>
                      <a:pt x="35" y="33"/>
                    </a:lnTo>
                    <a:lnTo>
                      <a:pt x="35" y="33"/>
                    </a:lnTo>
                    <a:lnTo>
                      <a:pt x="35" y="33"/>
                    </a:lnTo>
                    <a:lnTo>
                      <a:pt x="35" y="33"/>
                    </a:lnTo>
                    <a:lnTo>
                      <a:pt x="33" y="33"/>
                    </a:lnTo>
                    <a:lnTo>
                      <a:pt x="33" y="33"/>
                    </a:lnTo>
                    <a:lnTo>
                      <a:pt x="33" y="33"/>
                    </a:lnTo>
                    <a:lnTo>
                      <a:pt x="31" y="33"/>
                    </a:lnTo>
                    <a:lnTo>
                      <a:pt x="31" y="33"/>
                    </a:lnTo>
                    <a:lnTo>
                      <a:pt x="31" y="33"/>
                    </a:lnTo>
                    <a:lnTo>
                      <a:pt x="28" y="33"/>
                    </a:lnTo>
                    <a:lnTo>
                      <a:pt x="28" y="33"/>
                    </a:lnTo>
                    <a:lnTo>
                      <a:pt x="28" y="33"/>
                    </a:lnTo>
                    <a:lnTo>
                      <a:pt x="26" y="33"/>
                    </a:lnTo>
                    <a:lnTo>
                      <a:pt x="26" y="33"/>
                    </a:lnTo>
                    <a:lnTo>
                      <a:pt x="26" y="33"/>
                    </a:lnTo>
                    <a:lnTo>
                      <a:pt x="24" y="33"/>
                    </a:lnTo>
                    <a:lnTo>
                      <a:pt x="24" y="35"/>
                    </a:lnTo>
                    <a:lnTo>
                      <a:pt x="24" y="35"/>
                    </a:lnTo>
                    <a:lnTo>
                      <a:pt x="21" y="35"/>
                    </a:lnTo>
                    <a:lnTo>
                      <a:pt x="21" y="35"/>
                    </a:lnTo>
                    <a:lnTo>
                      <a:pt x="21" y="35"/>
                    </a:lnTo>
                    <a:lnTo>
                      <a:pt x="21" y="35"/>
                    </a:lnTo>
                    <a:lnTo>
                      <a:pt x="19" y="35"/>
                    </a:lnTo>
                    <a:lnTo>
                      <a:pt x="19" y="35"/>
                    </a:lnTo>
                    <a:lnTo>
                      <a:pt x="19" y="35"/>
                    </a:lnTo>
                    <a:lnTo>
                      <a:pt x="16" y="35"/>
                    </a:lnTo>
                    <a:lnTo>
                      <a:pt x="16" y="35"/>
                    </a:lnTo>
                    <a:lnTo>
                      <a:pt x="14" y="35"/>
                    </a:lnTo>
                    <a:lnTo>
                      <a:pt x="14" y="38"/>
                    </a:lnTo>
                    <a:lnTo>
                      <a:pt x="14" y="38"/>
                    </a:lnTo>
                    <a:lnTo>
                      <a:pt x="14" y="38"/>
                    </a:lnTo>
                    <a:lnTo>
                      <a:pt x="12" y="38"/>
                    </a:lnTo>
                    <a:lnTo>
                      <a:pt x="12" y="38"/>
                    </a:lnTo>
                    <a:lnTo>
                      <a:pt x="9" y="38"/>
                    </a:lnTo>
                    <a:lnTo>
                      <a:pt x="9" y="38"/>
                    </a:lnTo>
                    <a:lnTo>
                      <a:pt x="9" y="35"/>
                    </a:lnTo>
                    <a:lnTo>
                      <a:pt x="9" y="35"/>
                    </a:lnTo>
                    <a:lnTo>
                      <a:pt x="9" y="38"/>
                    </a:lnTo>
                    <a:lnTo>
                      <a:pt x="7" y="38"/>
                    </a:lnTo>
                    <a:lnTo>
                      <a:pt x="7" y="38"/>
                    </a:lnTo>
                    <a:lnTo>
                      <a:pt x="7" y="38"/>
                    </a:lnTo>
                    <a:lnTo>
                      <a:pt x="5" y="38"/>
                    </a:lnTo>
                    <a:lnTo>
                      <a:pt x="5" y="38"/>
                    </a:lnTo>
                    <a:lnTo>
                      <a:pt x="2" y="38"/>
                    </a:lnTo>
                    <a:lnTo>
                      <a:pt x="2" y="38"/>
                    </a:lnTo>
                    <a:lnTo>
                      <a:pt x="2" y="35"/>
                    </a:lnTo>
                    <a:lnTo>
                      <a:pt x="2" y="35"/>
                    </a:lnTo>
                    <a:lnTo>
                      <a:pt x="2" y="35"/>
                    </a:lnTo>
                    <a:lnTo>
                      <a:pt x="0" y="35"/>
                    </a:lnTo>
                    <a:lnTo>
                      <a:pt x="0" y="35"/>
                    </a:lnTo>
                    <a:lnTo>
                      <a:pt x="0" y="33"/>
                    </a:lnTo>
                    <a:lnTo>
                      <a:pt x="0" y="33"/>
                    </a:lnTo>
                    <a:lnTo>
                      <a:pt x="0" y="33"/>
                    </a:lnTo>
                    <a:lnTo>
                      <a:pt x="2" y="33"/>
                    </a:lnTo>
                    <a:lnTo>
                      <a:pt x="2" y="33"/>
                    </a:lnTo>
                    <a:lnTo>
                      <a:pt x="2" y="33"/>
                    </a:lnTo>
                    <a:lnTo>
                      <a:pt x="2" y="33"/>
                    </a:lnTo>
                    <a:lnTo>
                      <a:pt x="2" y="31"/>
                    </a:lnTo>
                    <a:lnTo>
                      <a:pt x="5" y="31"/>
                    </a:lnTo>
                    <a:lnTo>
                      <a:pt x="5" y="31"/>
                    </a:lnTo>
                    <a:lnTo>
                      <a:pt x="5" y="31"/>
                    </a:lnTo>
                    <a:lnTo>
                      <a:pt x="7" y="31"/>
                    </a:lnTo>
                    <a:lnTo>
                      <a:pt x="7" y="31"/>
                    </a:lnTo>
                    <a:lnTo>
                      <a:pt x="7" y="31"/>
                    </a:lnTo>
                    <a:lnTo>
                      <a:pt x="7" y="28"/>
                    </a:lnTo>
                    <a:lnTo>
                      <a:pt x="9" y="28"/>
                    </a:lnTo>
                    <a:lnTo>
                      <a:pt x="9" y="28"/>
                    </a:lnTo>
                    <a:lnTo>
                      <a:pt x="9" y="28"/>
                    </a:lnTo>
                    <a:lnTo>
                      <a:pt x="9" y="28"/>
                    </a:lnTo>
                    <a:lnTo>
                      <a:pt x="12" y="28"/>
                    </a:lnTo>
                    <a:lnTo>
                      <a:pt x="12" y="28"/>
                    </a:lnTo>
                    <a:lnTo>
                      <a:pt x="12" y="26"/>
                    </a:lnTo>
                    <a:lnTo>
                      <a:pt x="14" y="26"/>
                    </a:lnTo>
                    <a:lnTo>
                      <a:pt x="14" y="26"/>
                    </a:lnTo>
                    <a:lnTo>
                      <a:pt x="14" y="26"/>
                    </a:lnTo>
                    <a:lnTo>
                      <a:pt x="14" y="23"/>
                    </a:lnTo>
                    <a:lnTo>
                      <a:pt x="14" y="23"/>
                    </a:lnTo>
                    <a:lnTo>
                      <a:pt x="14" y="23"/>
                    </a:lnTo>
                    <a:lnTo>
                      <a:pt x="16" y="23"/>
                    </a:lnTo>
                    <a:lnTo>
                      <a:pt x="16" y="23"/>
                    </a:lnTo>
                    <a:lnTo>
                      <a:pt x="16" y="23"/>
                    </a:lnTo>
                    <a:lnTo>
                      <a:pt x="19" y="23"/>
                    </a:lnTo>
                    <a:lnTo>
                      <a:pt x="19" y="21"/>
                    </a:lnTo>
                    <a:lnTo>
                      <a:pt x="19" y="21"/>
                    </a:lnTo>
                    <a:lnTo>
                      <a:pt x="19" y="21"/>
                    </a:lnTo>
                    <a:lnTo>
                      <a:pt x="19" y="21"/>
                    </a:lnTo>
                    <a:lnTo>
                      <a:pt x="19" y="19"/>
                    </a:lnTo>
                    <a:lnTo>
                      <a:pt x="19" y="19"/>
                    </a:lnTo>
                    <a:lnTo>
                      <a:pt x="21" y="19"/>
                    </a:lnTo>
                    <a:lnTo>
                      <a:pt x="21" y="16"/>
                    </a:lnTo>
                    <a:lnTo>
                      <a:pt x="21" y="16"/>
                    </a:lnTo>
                    <a:lnTo>
                      <a:pt x="21" y="16"/>
                    </a:lnTo>
                    <a:lnTo>
                      <a:pt x="21" y="16"/>
                    </a:lnTo>
                    <a:lnTo>
                      <a:pt x="24" y="16"/>
                    </a:lnTo>
                    <a:lnTo>
                      <a:pt x="24" y="16"/>
                    </a:lnTo>
                    <a:lnTo>
                      <a:pt x="26" y="16"/>
                    </a:lnTo>
                    <a:lnTo>
                      <a:pt x="26" y="14"/>
                    </a:lnTo>
                    <a:lnTo>
                      <a:pt x="26" y="14"/>
                    </a:lnTo>
                    <a:lnTo>
                      <a:pt x="26" y="14"/>
                    </a:lnTo>
                    <a:lnTo>
                      <a:pt x="26" y="14"/>
                    </a:lnTo>
                    <a:lnTo>
                      <a:pt x="28" y="14"/>
                    </a:lnTo>
                    <a:lnTo>
                      <a:pt x="28" y="14"/>
                    </a:lnTo>
                    <a:lnTo>
                      <a:pt x="28" y="14"/>
                    </a:lnTo>
                    <a:lnTo>
                      <a:pt x="28" y="14"/>
                    </a:lnTo>
                    <a:lnTo>
                      <a:pt x="28" y="14"/>
                    </a:lnTo>
                    <a:lnTo>
                      <a:pt x="28" y="14"/>
                    </a:lnTo>
                    <a:lnTo>
                      <a:pt x="31" y="14"/>
                    </a:lnTo>
                    <a:lnTo>
                      <a:pt x="31" y="12"/>
                    </a:lnTo>
                    <a:lnTo>
                      <a:pt x="31" y="12"/>
                    </a:lnTo>
                    <a:lnTo>
                      <a:pt x="33" y="12"/>
                    </a:lnTo>
                    <a:lnTo>
                      <a:pt x="33" y="12"/>
                    </a:lnTo>
                    <a:lnTo>
                      <a:pt x="33" y="12"/>
                    </a:lnTo>
                    <a:lnTo>
                      <a:pt x="33" y="9"/>
                    </a:lnTo>
                    <a:lnTo>
                      <a:pt x="33" y="9"/>
                    </a:lnTo>
                    <a:lnTo>
                      <a:pt x="35" y="9"/>
                    </a:lnTo>
                    <a:lnTo>
                      <a:pt x="35" y="9"/>
                    </a:lnTo>
                    <a:lnTo>
                      <a:pt x="35" y="9"/>
                    </a:lnTo>
                    <a:lnTo>
                      <a:pt x="35" y="7"/>
                    </a:lnTo>
                    <a:lnTo>
                      <a:pt x="35" y="7"/>
                    </a:lnTo>
                    <a:lnTo>
                      <a:pt x="35" y="7"/>
                    </a:lnTo>
                    <a:lnTo>
                      <a:pt x="38" y="7"/>
                    </a:lnTo>
                    <a:lnTo>
                      <a:pt x="38" y="7"/>
                    </a:lnTo>
                    <a:lnTo>
                      <a:pt x="38" y="5"/>
                    </a:lnTo>
                    <a:lnTo>
                      <a:pt x="40" y="5"/>
                    </a:lnTo>
                    <a:lnTo>
                      <a:pt x="40" y="5"/>
                    </a:lnTo>
                    <a:lnTo>
                      <a:pt x="40" y="5"/>
                    </a:lnTo>
                    <a:lnTo>
                      <a:pt x="40" y="5"/>
                    </a:lnTo>
                    <a:lnTo>
                      <a:pt x="43" y="5"/>
                    </a:lnTo>
                    <a:lnTo>
                      <a:pt x="43" y="5"/>
                    </a:lnTo>
                    <a:lnTo>
                      <a:pt x="43" y="5"/>
                    </a:lnTo>
                    <a:lnTo>
                      <a:pt x="43" y="5"/>
                    </a:lnTo>
                    <a:lnTo>
                      <a:pt x="45" y="5"/>
                    </a:lnTo>
                    <a:lnTo>
                      <a:pt x="45" y="5"/>
                    </a:lnTo>
                    <a:lnTo>
                      <a:pt x="47" y="5"/>
                    </a:lnTo>
                    <a:lnTo>
                      <a:pt x="47" y="2"/>
                    </a:lnTo>
                    <a:lnTo>
                      <a:pt x="47" y="2"/>
                    </a:lnTo>
                    <a:lnTo>
                      <a:pt x="47" y="2"/>
                    </a:lnTo>
                    <a:lnTo>
                      <a:pt x="47" y="2"/>
                    </a:lnTo>
                    <a:lnTo>
                      <a:pt x="50" y="2"/>
                    </a:lnTo>
                    <a:lnTo>
                      <a:pt x="50" y="0"/>
                    </a:lnTo>
                    <a:lnTo>
                      <a:pt x="50" y="0"/>
                    </a:lnTo>
                    <a:lnTo>
                      <a:pt x="52" y="0"/>
                    </a:lnTo>
                    <a:lnTo>
                      <a:pt x="52" y="0"/>
                    </a:lnTo>
                    <a:lnTo>
                      <a:pt x="52" y="0"/>
                    </a:lnTo>
                    <a:lnTo>
                      <a:pt x="52" y="2"/>
                    </a:lnTo>
                    <a:lnTo>
                      <a:pt x="54" y="2"/>
                    </a:lnTo>
                    <a:lnTo>
                      <a:pt x="54" y="2"/>
                    </a:lnTo>
                    <a:lnTo>
                      <a:pt x="54" y="2"/>
                    </a:lnTo>
                    <a:lnTo>
                      <a:pt x="54" y="2"/>
                    </a:lnTo>
                    <a:lnTo>
                      <a:pt x="54" y="5"/>
                    </a:lnTo>
                    <a:lnTo>
                      <a:pt x="57" y="5"/>
                    </a:lnTo>
                    <a:lnTo>
                      <a:pt x="57" y="5"/>
                    </a:lnTo>
                    <a:lnTo>
                      <a:pt x="59" y="5"/>
                    </a:lnTo>
                    <a:lnTo>
                      <a:pt x="59" y="5"/>
                    </a:lnTo>
                    <a:lnTo>
                      <a:pt x="59" y="5"/>
                    </a:lnTo>
                    <a:lnTo>
                      <a:pt x="59" y="5"/>
                    </a:lnTo>
                    <a:lnTo>
                      <a:pt x="59" y="5"/>
                    </a:lnTo>
                    <a:lnTo>
                      <a:pt x="59" y="5"/>
                    </a:lnTo>
                    <a:lnTo>
                      <a:pt x="59" y="2"/>
                    </a:lnTo>
                    <a:lnTo>
                      <a:pt x="59" y="2"/>
                    </a:lnTo>
                    <a:lnTo>
                      <a:pt x="59" y="0"/>
                    </a:lnTo>
                    <a:lnTo>
                      <a:pt x="59" y="0"/>
                    </a:lnTo>
                    <a:lnTo>
                      <a:pt x="59" y="0"/>
                    </a:lnTo>
                    <a:lnTo>
                      <a:pt x="61" y="0"/>
                    </a:lnTo>
                    <a:lnTo>
                      <a:pt x="61" y="0"/>
                    </a:lnTo>
                    <a:lnTo>
                      <a:pt x="61" y="0"/>
                    </a:lnTo>
                    <a:lnTo>
                      <a:pt x="64" y="0"/>
                    </a:lnTo>
                    <a:lnTo>
                      <a:pt x="64" y="0"/>
                    </a:lnTo>
                    <a:lnTo>
                      <a:pt x="66" y="0"/>
                    </a:lnTo>
                    <a:lnTo>
                      <a:pt x="66" y="0"/>
                    </a:lnTo>
                    <a:lnTo>
                      <a:pt x="66" y="0"/>
                    </a:lnTo>
                    <a:lnTo>
                      <a:pt x="69" y="0"/>
                    </a:lnTo>
                    <a:lnTo>
                      <a:pt x="69" y="0"/>
                    </a:lnTo>
                    <a:lnTo>
                      <a:pt x="6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7" name="Freeform 55"/>
              <p:cNvSpPr>
                <a:spLocks/>
              </p:cNvSpPr>
              <p:nvPr/>
            </p:nvSpPr>
            <p:spPr bwMode="auto">
              <a:xfrm>
                <a:off x="3771" y="819"/>
                <a:ext cx="182" cy="41"/>
              </a:xfrm>
              <a:custGeom>
                <a:avLst/>
                <a:gdLst/>
                <a:ahLst/>
                <a:cxnLst>
                  <a:cxn ang="0">
                    <a:pos x="104" y="3"/>
                  </a:cxn>
                  <a:cxn ang="0">
                    <a:pos x="111" y="5"/>
                  </a:cxn>
                  <a:cxn ang="0">
                    <a:pos x="118" y="7"/>
                  </a:cxn>
                  <a:cxn ang="0">
                    <a:pos x="125" y="10"/>
                  </a:cxn>
                  <a:cxn ang="0">
                    <a:pos x="132" y="10"/>
                  </a:cxn>
                  <a:cxn ang="0">
                    <a:pos x="142" y="10"/>
                  </a:cxn>
                  <a:cxn ang="0">
                    <a:pos x="149" y="10"/>
                  </a:cxn>
                  <a:cxn ang="0">
                    <a:pos x="156" y="12"/>
                  </a:cxn>
                  <a:cxn ang="0">
                    <a:pos x="163" y="12"/>
                  </a:cxn>
                  <a:cxn ang="0">
                    <a:pos x="172" y="15"/>
                  </a:cxn>
                  <a:cxn ang="0">
                    <a:pos x="180" y="17"/>
                  </a:cxn>
                  <a:cxn ang="0">
                    <a:pos x="180" y="19"/>
                  </a:cxn>
                  <a:cxn ang="0">
                    <a:pos x="172" y="22"/>
                  </a:cxn>
                  <a:cxn ang="0">
                    <a:pos x="172" y="24"/>
                  </a:cxn>
                  <a:cxn ang="0">
                    <a:pos x="168" y="29"/>
                  </a:cxn>
                  <a:cxn ang="0">
                    <a:pos x="161" y="31"/>
                  </a:cxn>
                  <a:cxn ang="0">
                    <a:pos x="154" y="31"/>
                  </a:cxn>
                  <a:cxn ang="0">
                    <a:pos x="144" y="31"/>
                  </a:cxn>
                  <a:cxn ang="0">
                    <a:pos x="144" y="34"/>
                  </a:cxn>
                  <a:cxn ang="0">
                    <a:pos x="135" y="34"/>
                  </a:cxn>
                  <a:cxn ang="0">
                    <a:pos x="127" y="36"/>
                  </a:cxn>
                  <a:cxn ang="0">
                    <a:pos x="120" y="36"/>
                  </a:cxn>
                  <a:cxn ang="0">
                    <a:pos x="113" y="36"/>
                  </a:cxn>
                  <a:cxn ang="0">
                    <a:pos x="106" y="34"/>
                  </a:cxn>
                  <a:cxn ang="0">
                    <a:pos x="99" y="34"/>
                  </a:cxn>
                  <a:cxn ang="0">
                    <a:pos x="90" y="34"/>
                  </a:cxn>
                  <a:cxn ang="0">
                    <a:pos x="83" y="34"/>
                  </a:cxn>
                  <a:cxn ang="0">
                    <a:pos x="75" y="36"/>
                  </a:cxn>
                  <a:cxn ang="0">
                    <a:pos x="66" y="36"/>
                  </a:cxn>
                  <a:cxn ang="0">
                    <a:pos x="66" y="36"/>
                  </a:cxn>
                  <a:cxn ang="0">
                    <a:pos x="59" y="34"/>
                  </a:cxn>
                  <a:cxn ang="0">
                    <a:pos x="59" y="36"/>
                  </a:cxn>
                  <a:cxn ang="0">
                    <a:pos x="54" y="41"/>
                  </a:cxn>
                  <a:cxn ang="0">
                    <a:pos x="47" y="41"/>
                  </a:cxn>
                  <a:cxn ang="0">
                    <a:pos x="40" y="38"/>
                  </a:cxn>
                  <a:cxn ang="0">
                    <a:pos x="30" y="38"/>
                  </a:cxn>
                  <a:cxn ang="0">
                    <a:pos x="23" y="36"/>
                  </a:cxn>
                  <a:cxn ang="0">
                    <a:pos x="16" y="31"/>
                  </a:cxn>
                  <a:cxn ang="0">
                    <a:pos x="9" y="31"/>
                  </a:cxn>
                  <a:cxn ang="0">
                    <a:pos x="4" y="26"/>
                  </a:cxn>
                  <a:cxn ang="0">
                    <a:pos x="0" y="22"/>
                  </a:cxn>
                  <a:cxn ang="0">
                    <a:pos x="7" y="19"/>
                  </a:cxn>
                  <a:cxn ang="0">
                    <a:pos x="2" y="15"/>
                  </a:cxn>
                  <a:cxn ang="0">
                    <a:pos x="7" y="12"/>
                  </a:cxn>
                  <a:cxn ang="0">
                    <a:pos x="9" y="10"/>
                  </a:cxn>
                  <a:cxn ang="0">
                    <a:pos x="16" y="5"/>
                  </a:cxn>
                  <a:cxn ang="0">
                    <a:pos x="23" y="5"/>
                  </a:cxn>
                  <a:cxn ang="0">
                    <a:pos x="28" y="3"/>
                  </a:cxn>
                  <a:cxn ang="0">
                    <a:pos x="35" y="0"/>
                  </a:cxn>
                  <a:cxn ang="0">
                    <a:pos x="45" y="0"/>
                  </a:cxn>
                  <a:cxn ang="0">
                    <a:pos x="49" y="3"/>
                  </a:cxn>
                  <a:cxn ang="0">
                    <a:pos x="56" y="5"/>
                  </a:cxn>
                  <a:cxn ang="0">
                    <a:pos x="66" y="5"/>
                  </a:cxn>
                  <a:cxn ang="0">
                    <a:pos x="66" y="10"/>
                  </a:cxn>
                  <a:cxn ang="0">
                    <a:pos x="75" y="10"/>
                  </a:cxn>
                  <a:cxn ang="0">
                    <a:pos x="83" y="12"/>
                  </a:cxn>
                  <a:cxn ang="0">
                    <a:pos x="85" y="12"/>
                  </a:cxn>
                  <a:cxn ang="0">
                    <a:pos x="85" y="3"/>
                  </a:cxn>
                  <a:cxn ang="0">
                    <a:pos x="94" y="3"/>
                  </a:cxn>
                  <a:cxn ang="0">
                    <a:pos x="94" y="0"/>
                  </a:cxn>
                </a:cxnLst>
                <a:rect l="0" t="0" r="r" b="b"/>
                <a:pathLst>
                  <a:path w="182" h="41">
                    <a:moveTo>
                      <a:pt x="97" y="0"/>
                    </a:moveTo>
                    <a:lnTo>
                      <a:pt x="97" y="3"/>
                    </a:lnTo>
                    <a:lnTo>
                      <a:pt x="99" y="3"/>
                    </a:lnTo>
                    <a:lnTo>
                      <a:pt x="99" y="3"/>
                    </a:lnTo>
                    <a:lnTo>
                      <a:pt x="99" y="3"/>
                    </a:lnTo>
                    <a:lnTo>
                      <a:pt x="101" y="3"/>
                    </a:lnTo>
                    <a:lnTo>
                      <a:pt x="101" y="3"/>
                    </a:lnTo>
                    <a:lnTo>
                      <a:pt x="101" y="3"/>
                    </a:lnTo>
                    <a:lnTo>
                      <a:pt x="101" y="3"/>
                    </a:lnTo>
                    <a:lnTo>
                      <a:pt x="104" y="3"/>
                    </a:lnTo>
                    <a:lnTo>
                      <a:pt x="104" y="3"/>
                    </a:lnTo>
                    <a:lnTo>
                      <a:pt x="106" y="3"/>
                    </a:lnTo>
                    <a:lnTo>
                      <a:pt x="106" y="3"/>
                    </a:lnTo>
                    <a:lnTo>
                      <a:pt x="106" y="3"/>
                    </a:lnTo>
                    <a:lnTo>
                      <a:pt x="106" y="3"/>
                    </a:lnTo>
                    <a:lnTo>
                      <a:pt x="109" y="3"/>
                    </a:lnTo>
                    <a:lnTo>
                      <a:pt x="109" y="3"/>
                    </a:lnTo>
                    <a:lnTo>
                      <a:pt x="109" y="3"/>
                    </a:lnTo>
                    <a:lnTo>
                      <a:pt x="109" y="5"/>
                    </a:lnTo>
                    <a:lnTo>
                      <a:pt x="111" y="5"/>
                    </a:lnTo>
                    <a:lnTo>
                      <a:pt x="111" y="5"/>
                    </a:lnTo>
                    <a:lnTo>
                      <a:pt x="113" y="5"/>
                    </a:lnTo>
                    <a:lnTo>
                      <a:pt x="113" y="5"/>
                    </a:lnTo>
                    <a:lnTo>
                      <a:pt x="113" y="5"/>
                    </a:lnTo>
                    <a:lnTo>
                      <a:pt x="113" y="5"/>
                    </a:lnTo>
                    <a:lnTo>
                      <a:pt x="116" y="5"/>
                    </a:lnTo>
                    <a:lnTo>
                      <a:pt x="116" y="5"/>
                    </a:lnTo>
                    <a:lnTo>
                      <a:pt x="116" y="5"/>
                    </a:lnTo>
                    <a:lnTo>
                      <a:pt x="116" y="7"/>
                    </a:lnTo>
                    <a:lnTo>
                      <a:pt x="118" y="7"/>
                    </a:lnTo>
                    <a:lnTo>
                      <a:pt x="118" y="7"/>
                    </a:lnTo>
                    <a:lnTo>
                      <a:pt x="118" y="7"/>
                    </a:lnTo>
                    <a:lnTo>
                      <a:pt x="120" y="7"/>
                    </a:lnTo>
                    <a:lnTo>
                      <a:pt x="120" y="7"/>
                    </a:lnTo>
                    <a:lnTo>
                      <a:pt x="120" y="7"/>
                    </a:lnTo>
                    <a:lnTo>
                      <a:pt x="120" y="10"/>
                    </a:lnTo>
                    <a:lnTo>
                      <a:pt x="123" y="10"/>
                    </a:lnTo>
                    <a:lnTo>
                      <a:pt x="123" y="10"/>
                    </a:lnTo>
                    <a:lnTo>
                      <a:pt x="123" y="10"/>
                    </a:lnTo>
                    <a:lnTo>
                      <a:pt x="125" y="10"/>
                    </a:lnTo>
                    <a:lnTo>
                      <a:pt x="125" y="10"/>
                    </a:lnTo>
                    <a:lnTo>
                      <a:pt x="127" y="10"/>
                    </a:lnTo>
                    <a:lnTo>
                      <a:pt x="127" y="10"/>
                    </a:lnTo>
                    <a:lnTo>
                      <a:pt x="127" y="10"/>
                    </a:lnTo>
                    <a:lnTo>
                      <a:pt x="127" y="10"/>
                    </a:lnTo>
                    <a:lnTo>
                      <a:pt x="130" y="10"/>
                    </a:lnTo>
                    <a:lnTo>
                      <a:pt x="130" y="10"/>
                    </a:lnTo>
                    <a:lnTo>
                      <a:pt x="132" y="10"/>
                    </a:lnTo>
                    <a:lnTo>
                      <a:pt x="132" y="10"/>
                    </a:lnTo>
                    <a:lnTo>
                      <a:pt x="132" y="10"/>
                    </a:lnTo>
                    <a:lnTo>
                      <a:pt x="135" y="10"/>
                    </a:lnTo>
                    <a:lnTo>
                      <a:pt x="135" y="10"/>
                    </a:lnTo>
                    <a:lnTo>
                      <a:pt x="135" y="10"/>
                    </a:lnTo>
                    <a:lnTo>
                      <a:pt x="137" y="10"/>
                    </a:lnTo>
                    <a:lnTo>
                      <a:pt x="137" y="10"/>
                    </a:lnTo>
                    <a:lnTo>
                      <a:pt x="139" y="10"/>
                    </a:lnTo>
                    <a:lnTo>
                      <a:pt x="139" y="10"/>
                    </a:lnTo>
                    <a:lnTo>
                      <a:pt x="139" y="10"/>
                    </a:lnTo>
                    <a:lnTo>
                      <a:pt x="139" y="10"/>
                    </a:lnTo>
                    <a:lnTo>
                      <a:pt x="142" y="10"/>
                    </a:lnTo>
                    <a:lnTo>
                      <a:pt x="142" y="10"/>
                    </a:lnTo>
                    <a:lnTo>
                      <a:pt x="142" y="10"/>
                    </a:lnTo>
                    <a:lnTo>
                      <a:pt x="144" y="10"/>
                    </a:lnTo>
                    <a:lnTo>
                      <a:pt x="144" y="10"/>
                    </a:lnTo>
                    <a:lnTo>
                      <a:pt x="146" y="10"/>
                    </a:lnTo>
                    <a:lnTo>
                      <a:pt x="146" y="10"/>
                    </a:lnTo>
                    <a:lnTo>
                      <a:pt x="146" y="10"/>
                    </a:lnTo>
                    <a:lnTo>
                      <a:pt x="149" y="10"/>
                    </a:lnTo>
                    <a:lnTo>
                      <a:pt x="149" y="10"/>
                    </a:lnTo>
                    <a:lnTo>
                      <a:pt x="149" y="10"/>
                    </a:lnTo>
                    <a:lnTo>
                      <a:pt x="149" y="10"/>
                    </a:lnTo>
                    <a:lnTo>
                      <a:pt x="151" y="10"/>
                    </a:lnTo>
                    <a:lnTo>
                      <a:pt x="151" y="10"/>
                    </a:lnTo>
                    <a:lnTo>
                      <a:pt x="154" y="10"/>
                    </a:lnTo>
                    <a:lnTo>
                      <a:pt x="154" y="10"/>
                    </a:lnTo>
                    <a:lnTo>
                      <a:pt x="154" y="10"/>
                    </a:lnTo>
                    <a:lnTo>
                      <a:pt x="154" y="12"/>
                    </a:lnTo>
                    <a:lnTo>
                      <a:pt x="156" y="12"/>
                    </a:lnTo>
                    <a:lnTo>
                      <a:pt x="156" y="12"/>
                    </a:lnTo>
                    <a:lnTo>
                      <a:pt x="156" y="12"/>
                    </a:lnTo>
                    <a:lnTo>
                      <a:pt x="158" y="12"/>
                    </a:lnTo>
                    <a:lnTo>
                      <a:pt x="158" y="12"/>
                    </a:lnTo>
                    <a:lnTo>
                      <a:pt x="158" y="12"/>
                    </a:lnTo>
                    <a:lnTo>
                      <a:pt x="161" y="12"/>
                    </a:lnTo>
                    <a:lnTo>
                      <a:pt x="161" y="12"/>
                    </a:lnTo>
                    <a:lnTo>
                      <a:pt x="161" y="12"/>
                    </a:lnTo>
                    <a:lnTo>
                      <a:pt x="161" y="12"/>
                    </a:lnTo>
                    <a:lnTo>
                      <a:pt x="163" y="12"/>
                    </a:lnTo>
                    <a:lnTo>
                      <a:pt x="163" y="12"/>
                    </a:lnTo>
                    <a:lnTo>
                      <a:pt x="163" y="12"/>
                    </a:lnTo>
                    <a:lnTo>
                      <a:pt x="165" y="12"/>
                    </a:lnTo>
                    <a:lnTo>
                      <a:pt x="165" y="12"/>
                    </a:lnTo>
                    <a:lnTo>
                      <a:pt x="168" y="12"/>
                    </a:lnTo>
                    <a:lnTo>
                      <a:pt x="168" y="12"/>
                    </a:lnTo>
                    <a:lnTo>
                      <a:pt x="168" y="12"/>
                    </a:lnTo>
                    <a:lnTo>
                      <a:pt x="168" y="15"/>
                    </a:lnTo>
                    <a:lnTo>
                      <a:pt x="170" y="15"/>
                    </a:lnTo>
                    <a:lnTo>
                      <a:pt x="170" y="15"/>
                    </a:lnTo>
                    <a:lnTo>
                      <a:pt x="172" y="15"/>
                    </a:lnTo>
                    <a:lnTo>
                      <a:pt x="172" y="15"/>
                    </a:lnTo>
                    <a:lnTo>
                      <a:pt x="172" y="15"/>
                    </a:lnTo>
                    <a:lnTo>
                      <a:pt x="172" y="15"/>
                    </a:lnTo>
                    <a:lnTo>
                      <a:pt x="175" y="15"/>
                    </a:lnTo>
                    <a:lnTo>
                      <a:pt x="175" y="15"/>
                    </a:lnTo>
                    <a:lnTo>
                      <a:pt x="175" y="15"/>
                    </a:lnTo>
                    <a:lnTo>
                      <a:pt x="177" y="15"/>
                    </a:lnTo>
                    <a:lnTo>
                      <a:pt x="177" y="15"/>
                    </a:lnTo>
                    <a:lnTo>
                      <a:pt x="180" y="15"/>
                    </a:lnTo>
                    <a:lnTo>
                      <a:pt x="180" y="17"/>
                    </a:lnTo>
                    <a:lnTo>
                      <a:pt x="180" y="17"/>
                    </a:lnTo>
                    <a:lnTo>
                      <a:pt x="180" y="17"/>
                    </a:lnTo>
                    <a:lnTo>
                      <a:pt x="182" y="17"/>
                    </a:lnTo>
                    <a:lnTo>
                      <a:pt x="182" y="17"/>
                    </a:lnTo>
                    <a:lnTo>
                      <a:pt x="182" y="17"/>
                    </a:lnTo>
                    <a:lnTo>
                      <a:pt x="182" y="19"/>
                    </a:lnTo>
                    <a:lnTo>
                      <a:pt x="182" y="19"/>
                    </a:lnTo>
                    <a:lnTo>
                      <a:pt x="182" y="19"/>
                    </a:lnTo>
                    <a:lnTo>
                      <a:pt x="180" y="19"/>
                    </a:lnTo>
                    <a:lnTo>
                      <a:pt x="180" y="19"/>
                    </a:lnTo>
                    <a:lnTo>
                      <a:pt x="180" y="19"/>
                    </a:lnTo>
                    <a:lnTo>
                      <a:pt x="180" y="19"/>
                    </a:lnTo>
                    <a:lnTo>
                      <a:pt x="177" y="19"/>
                    </a:lnTo>
                    <a:lnTo>
                      <a:pt x="177" y="19"/>
                    </a:lnTo>
                    <a:lnTo>
                      <a:pt x="177" y="19"/>
                    </a:lnTo>
                    <a:lnTo>
                      <a:pt x="175" y="19"/>
                    </a:lnTo>
                    <a:lnTo>
                      <a:pt x="175" y="19"/>
                    </a:lnTo>
                    <a:lnTo>
                      <a:pt x="175" y="19"/>
                    </a:lnTo>
                    <a:lnTo>
                      <a:pt x="172" y="19"/>
                    </a:lnTo>
                    <a:lnTo>
                      <a:pt x="172" y="22"/>
                    </a:lnTo>
                    <a:lnTo>
                      <a:pt x="172" y="22"/>
                    </a:lnTo>
                    <a:lnTo>
                      <a:pt x="172" y="22"/>
                    </a:lnTo>
                    <a:lnTo>
                      <a:pt x="170" y="22"/>
                    </a:lnTo>
                    <a:lnTo>
                      <a:pt x="170" y="22"/>
                    </a:lnTo>
                    <a:lnTo>
                      <a:pt x="170" y="22"/>
                    </a:lnTo>
                    <a:lnTo>
                      <a:pt x="170" y="22"/>
                    </a:lnTo>
                    <a:lnTo>
                      <a:pt x="170" y="22"/>
                    </a:lnTo>
                    <a:lnTo>
                      <a:pt x="170" y="24"/>
                    </a:lnTo>
                    <a:lnTo>
                      <a:pt x="172" y="24"/>
                    </a:lnTo>
                    <a:lnTo>
                      <a:pt x="172" y="24"/>
                    </a:lnTo>
                    <a:lnTo>
                      <a:pt x="172" y="24"/>
                    </a:lnTo>
                    <a:lnTo>
                      <a:pt x="172" y="24"/>
                    </a:lnTo>
                    <a:lnTo>
                      <a:pt x="172" y="24"/>
                    </a:lnTo>
                    <a:lnTo>
                      <a:pt x="172" y="24"/>
                    </a:lnTo>
                    <a:lnTo>
                      <a:pt x="170" y="24"/>
                    </a:lnTo>
                    <a:lnTo>
                      <a:pt x="170" y="26"/>
                    </a:lnTo>
                    <a:lnTo>
                      <a:pt x="170" y="26"/>
                    </a:lnTo>
                    <a:lnTo>
                      <a:pt x="168" y="26"/>
                    </a:lnTo>
                    <a:lnTo>
                      <a:pt x="168" y="26"/>
                    </a:lnTo>
                    <a:lnTo>
                      <a:pt x="168" y="29"/>
                    </a:lnTo>
                    <a:lnTo>
                      <a:pt x="168" y="29"/>
                    </a:lnTo>
                    <a:lnTo>
                      <a:pt x="168" y="29"/>
                    </a:lnTo>
                    <a:lnTo>
                      <a:pt x="165" y="29"/>
                    </a:lnTo>
                    <a:lnTo>
                      <a:pt x="165" y="29"/>
                    </a:lnTo>
                    <a:lnTo>
                      <a:pt x="165" y="29"/>
                    </a:lnTo>
                    <a:lnTo>
                      <a:pt x="163" y="29"/>
                    </a:lnTo>
                    <a:lnTo>
                      <a:pt x="163" y="29"/>
                    </a:lnTo>
                    <a:lnTo>
                      <a:pt x="163" y="31"/>
                    </a:lnTo>
                    <a:lnTo>
                      <a:pt x="163" y="31"/>
                    </a:lnTo>
                    <a:lnTo>
                      <a:pt x="161" y="31"/>
                    </a:lnTo>
                    <a:lnTo>
                      <a:pt x="161" y="31"/>
                    </a:lnTo>
                    <a:lnTo>
                      <a:pt x="161" y="31"/>
                    </a:lnTo>
                    <a:lnTo>
                      <a:pt x="158" y="31"/>
                    </a:lnTo>
                    <a:lnTo>
                      <a:pt x="158" y="31"/>
                    </a:lnTo>
                    <a:lnTo>
                      <a:pt x="156" y="31"/>
                    </a:lnTo>
                    <a:lnTo>
                      <a:pt x="156" y="31"/>
                    </a:lnTo>
                    <a:lnTo>
                      <a:pt x="156" y="31"/>
                    </a:lnTo>
                    <a:lnTo>
                      <a:pt x="156" y="31"/>
                    </a:lnTo>
                    <a:lnTo>
                      <a:pt x="154" y="31"/>
                    </a:lnTo>
                    <a:lnTo>
                      <a:pt x="154" y="31"/>
                    </a:lnTo>
                    <a:lnTo>
                      <a:pt x="154" y="31"/>
                    </a:lnTo>
                    <a:lnTo>
                      <a:pt x="151" y="31"/>
                    </a:lnTo>
                    <a:lnTo>
                      <a:pt x="151" y="31"/>
                    </a:lnTo>
                    <a:lnTo>
                      <a:pt x="149" y="31"/>
                    </a:lnTo>
                    <a:lnTo>
                      <a:pt x="149" y="31"/>
                    </a:lnTo>
                    <a:lnTo>
                      <a:pt x="149" y="31"/>
                    </a:lnTo>
                    <a:lnTo>
                      <a:pt x="149" y="31"/>
                    </a:lnTo>
                    <a:lnTo>
                      <a:pt x="146" y="31"/>
                    </a:lnTo>
                    <a:lnTo>
                      <a:pt x="146" y="31"/>
                    </a:lnTo>
                    <a:lnTo>
                      <a:pt x="146" y="31"/>
                    </a:lnTo>
                    <a:lnTo>
                      <a:pt x="144" y="31"/>
                    </a:lnTo>
                    <a:lnTo>
                      <a:pt x="144" y="31"/>
                    </a:lnTo>
                    <a:lnTo>
                      <a:pt x="144" y="31"/>
                    </a:lnTo>
                    <a:lnTo>
                      <a:pt x="144" y="31"/>
                    </a:lnTo>
                    <a:lnTo>
                      <a:pt x="146" y="31"/>
                    </a:lnTo>
                    <a:lnTo>
                      <a:pt x="146" y="31"/>
                    </a:lnTo>
                    <a:lnTo>
                      <a:pt x="146" y="31"/>
                    </a:lnTo>
                    <a:lnTo>
                      <a:pt x="146" y="34"/>
                    </a:lnTo>
                    <a:lnTo>
                      <a:pt x="146" y="34"/>
                    </a:lnTo>
                    <a:lnTo>
                      <a:pt x="144" y="34"/>
                    </a:lnTo>
                    <a:lnTo>
                      <a:pt x="144" y="34"/>
                    </a:lnTo>
                    <a:lnTo>
                      <a:pt x="144" y="34"/>
                    </a:lnTo>
                    <a:lnTo>
                      <a:pt x="142" y="34"/>
                    </a:lnTo>
                    <a:lnTo>
                      <a:pt x="142" y="34"/>
                    </a:lnTo>
                    <a:lnTo>
                      <a:pt x="142" y="34"/>
                    </a:lnTo>
                    <a:lnTo>
                      <a:pt x="139" y="34"/>
                    </a:lnTo>
                    <a:lnTo>
                      <a:pt x="139" y="34"/>
                    </a:lnTo>
                    <a:lnTo>
                      <a:pt x="139" y="34"/>
                    </a:lnTo>
                    <a:lnTo>
                      <a:pt x="137" y="34"/>
                    </a:lnTo>
                    <a:lnTo>
                      <a:pt x="137" y="34"/>
                    </a:lnTo>
                    <a:lnTo>
                      <a:pt x="135" y="34"/>
                    </a:lnTo>
                    <a:lnTo>
                      <a:pt x="135" y="34"/>
                    </a:lnTo>
                    <a:lnTo>
                      <a:pt x="135" y="34"/>
                    </a:lnTo>
                    <a:lnTo>
                      <a:pt x="132" y="34"/>
                    </a:lnTo>
                    <a:lnTo>
                      <a:pt x="132" y="34"/>
                    </a:lnTo>
                    <a:lnTo>
                      <a:pt x="132" y="34"/>
                    </a:lnTo>
                    <a:lnTo>
                      <a:pt x="130" y="34"/>
                    </a:lnTo>
                    <a:lnTo>
                      <a:pt x="130" y="34"/>
                    </a:lnTo>
                    <a:lnTo>
                      <a:pt x="130" y="36"/>
                    </a:lnTo>
                    <a:lnTo>
                      <a:pt x="127" y="36"/>
                    </a:lnTo>
                    <a:lnTo>
                      <a:pt x="127" y="36"/>
                    </a:lnTo>
                    <a:lnTo>
                      <a:pt x="127" y="34"/>
                    </a:lnTo>
                    <a:lnTo>
                      <a:pt x="127" y="34"/>
                    </a:lnTo>
                    <a:lnTo>
                      <a:pt x="125" y="34"/>
                    </a:lnTo>
                    <a:lnTo>
                      <a:pt x="125" y="34"/>
                    </a:lnTo>
                    <a:lnTo>
                      <a:pt x="125" y="36"/>
                    </a:lnTo>
                    <a:lnTo>
                      <a:pt x="123" y="36"/>
                    </a:lnTo>
                    <a:lnTo>
                      <a:pt x="123" y="36"/>
                    </a:lnTo>
                    <a:lnTo>
                      <a:pt x="123" y="36"/>
                    </a:lnTo>
                    <a:lnTo>
                      <a:pt x="123" y="36"/>
                    </a:lnTo>
                    <a:lnTo>
                      <a:pt x="120" y="36"/>
                    </a:lnTo>
                    <a:lnTo>
                      <a:pt x="120" y="36"/>
                    </a:lnTo>
                    <a:lnTo>
                      <a:pt x="120" y="36"/>
                    </a:lnTo>
                    <a:lnTo>
                      <a:pt x="118" y="36"/>
                    </a:lnTo>
                    <a:lnTo>
                      <a:pt x="118" y="36"/>
                    </a:lnTo>
                    <a:lnTo>
                      <a:pt x="116" y="36"/>
                    </a:lnTo>
                    <a:lnTo>
                      <a:pt x="116" y="36"/>
                    </a:lnTo>
                    <a:lnTo>
                      <a:pt x="116" y="36"/>
                    </a:lnTo>
                    <a:lnTo>
                      <a:pt x="116" y="36"/>
                    </a:lnTo>
                    <a:lnTo>
                      <a:pt x="113" y="36"/>
                    </a:lnTo>
                    <a:lnTo>
                      <a:pt x="113" y="36"/>
                    </a:lnTo>
                    <a:lnTo>
                      <a:pt x="113" y="36"/>
                    </a:lnTo>
                    <a:lnTo>
                      <a:pt x="111" y="36"/>
                    </a:lnTo>
                    <a:lnTo>
                      <a:pt x="111" y="34"/>
                    </a:lnTo>
                    <a:lnTo>
                      <a:pt x="111" y="34"/>
                    </a:lnTo>
                    <a:lnTo>
                      <a:pt x="109" y="34"/>
                    </a:lnTo>
                    <a:lnTo>
                      <a:pt x="109" y="34"/>
                    </a:lnTo>
                    <a:lnTo>
                      <a:pt x="109" y="34"/>
                    </a:lnTo>
                    <a:lnTo>
                      <a:pt x="109" y="34"/>
                    </a:lnTo>
                    <a:lnTo>
                      <a:pt x="106" y="34"/>
                    </a:lnTo>
                    <a:lnTo>
                      <a:pt x="106" y="34"/>
                    </a:lnTo>
                    <a:lnTo>
                      <a:pt x="106" y="31"/>
                    </a:lnTo>
                    <a:lnTo>
                      <a:pt x="106" y="31"/>
                    </a:lnTo>
                    <a:lnTo>
                      <a:pt x="106" y="34"/>
                    </a:lnTo>
                    <a:lnTo>
                      <a:pt x="104" y="34"/>
                    </a:lnTo>
                    <a:lnTo>
                      <a:pt x="104" y="34"/>
                    </a:lnTo>
                    <a:lnTo>
                      <a:pt x="101" y="34"/>
                    </a:lnTo>
                    <a:lnTo>
                      <a:pt x="101" y="34"/>
                    </a:lnTo>
                    <a:lnTo>
                      <a:pt x="101" y="34"/>
                    </a:lnTo>
                    <a:lnTo>
                      <a:pt x="99" y="34"/>
                    </a:lnTo>
                    <a:lnTo>
                      <a:pt x="99" y="34"/>
                    </a:lnTo>
                    <a:lnTo>
                      <a:pt x="99" y="34"/>
                    </a:lnTo>
                    <a:lnTo>
                      <a:pt x="97" y="34"/>
                    </a:lnTo>
                    <a:lnTo>
                      <a:pt x="97" y="34"/>
                    </a:lnTo>
                    <a:lnTo>
                      <a:pt x="94" y="34"/>
                    </a:lnTo>
                    <a:lnTo>
                      <a:pt x="94" y="34"/>
                    </a:lnTo>
                    <a:lnTo>
                      <a:pt x="94" y="34"/>
                    </a:lnTo>
                    <a:lnTo>
                      <a:pt x="94" y="34"/>
                    </a:lnTo>
                    <a:lnTo>
                      <a:pt x="92" y="34"/>
                    </a:lnTo>
                    <a:lnTo>
                      <a:pt x="92" y="34"/>
                    </a:lnTo>
                    <a:lnTo>
                      <a:pt x="90" y="34"/>
                    </a:lnTo>
                    <a:lnTo>
                      <a:pt x="90" y="34"/>
                    </a:lnTo>
                    <a:lnTo>
                      <a:pt x="90" y="34"/>
                    </a:lnTo>
                    <a:lnTo>
                      <a:pt x="87" y="34"/>
                    </a:lnTo>
                    <a:lnTo>
                      <a:pt x="87" y="34"/>
                    </a:lnTo>
                    <a:lnTo>
                      <a:pt x="87" y="34"/>
                    </a:lnTo>
                    <a:lnTo>
                      <a:pt x="85" y="34"/>
                    </a:lnTo>
                    <a:lnTo>
                      <a:pt x="85" y="34"/>
                    </a:lnTo>
                    <a:lnTo>
                      <a:pt x="83" y="34"/>
                    </a:lnTo>
                    <a:lnTo>
                      <a:pt x="83" y="34"/>
                    </a:lnTo>
                    <a:lnTo>
                      <a:pt x="83" y="34"/>
                    </a:lnTo>
                    <a:lnTo>
                      <a:pt x="83" y="36"/>
                    </a:lnTo>
                    <a:lnTo>
                      <a:pt x="80" y="36"/>
                    </a:lnTo>
                    <a:lnTo>
                      <a:pt x="80" y="36"/>
                    </a:lnTo>
                    <a:lnTo>
                      <a:pt x="80" y="36"/>
                    </a:lnTo>
                    <a:lnTo>
                      <a:pt x="78" y="36"/>
                    </a:lnTo>
                    <a:lnTo>
                      <a:pt x="78" y="36"/>
                    </a:lnTo>
                    <a:lnTo>
                      <a:pt x="75" y="36"/>
                    </a:lnTo>
                    <a:lnTo>
                      <a:pt x="75" y="36"/>
                    </a:lnTo>
                    <a:lnTo>
                      <a:pt x="75" y="36"/>
                    </a:lnTo>
                    <a:lnTo>
                      <a:pt x="75" y="36"/>
                    </a:lnTo>
                    <a:lnTo>
                      <a:pt x="73" y="36"/>
                    </a:lnTo>
                    <a:lnTo>
                      <a:pt x="73" y="36"/>
                    </a:lnTo>
                    <a:lnTo>
                      <a:pt x="73" y="36"/>
                    </a:lnTo>
                    <a:lnTo>
                      <a:pt x="71" y="36"/>
                    </a:lnTo>
                    <a:lnTo>
                      <a:pt x="71" y="36"/>
                    </a:lnTo>
                    <a:lnTo>
                      <a:pt x="68" y="36"/>
                    </a:lnTo>
                    <a:lnTo>
                      <a:pt x="68" y="36"/>
                    </a:lnTo>
                    <a:lnTo>
                      <a:pt x="68" y="36"/>
                    </a:lnTo>
                    <a:lnTo>
                      <a:pt x="66" y="36"/>
                    </a:lnTo>
                    <a:lnTo>
                      <a:pt x="66" y="36"/>
                    </a:lnTo>
                    <a:lnTo>
                      <a:pt x="66" y="36"/>
                    </a:lnTo>
                    <a:lnTo>
                      <a:pt x="64" y="36"/>
                    </a:lnTo>
                    <a:lnTo>
                      <a:pt x="64" y="36"/>
                    </a:lnTo>
                    <a:lnTo>
                      <a:pt x="61" y="36"/>
                    </a:lnTo>
                    <a:lnTo>
                      <a:pt x="61" y="36"/>
                    </a:lnTo>
                    <a:lnTo>
                      <a:pt x="64" y="36"/>
                    </a:lnTo>
                    <a:lnTo>
                      <a:pt x="64" y="36"/>
                    </a:lnTo>
                    <a:lnTo>
                      <a:pt x="66" y="36"/>
                    </a:lnTo>
                    <a:lnTo>
                      <a:pt x="66" y="36"/>
                    </a:lnTo>
                    <a:lnTo>
                      <a:pt x="66" y="36"/>
                    </a:lnTo>
                    <a:lnTo>
                      <a:pt x="66" y="34"/>
                    </a:lnTo>
                    <a:lnTo>
                      <a:pt x="66" y="34"/>
                    </a:lnTo>
                    <a:lnTo>
                      <a:pt x="66" y="34"/>
                    </a:lnTo>
                    <a:lnTo>
                      <a:pt x="64" y="34"/>
                    </a:lnTo>
                    <a:lnTo>
                      <a:pt x="64" y="34"/>
                    </a:lnTo>
                    <a:lnTo>
                      <a:pt x="64" y="34"/>
                    </a:lnTo>
                    <a:lnTo>
                      <a:pt x="61" y="34"/>
                    </a:lnTo>
                    <a:lnTo>
                      <a:pt x="61" y="34"/>
                    </a:lnTo>
                    <a:lnTo>
                      <a:pt x="61" y="34"/>
                    </a:lnTo>
                    <a:lnTo>
                      <a:pt x="59" y="34"/>
                    </a:lnTo>
                    <a:lnTo>
                      <a:pt x="59" y="34"/>
                    </a:lnTo>
                    <a:lnTo>
                      <a:pt x="56" y="34"/>
                    </a:lnTo>
                    <a:lnTo>
                      <a:pt x="56" y="34"/>
                    </a:lnTo>
                    <a:lnTo>
                      <a:pt x="56" y="34"/>
                    </a:lnTo>
                    <a:lnTo>
                      <a:pt x="56" y="34"/>
                    </a:lnTo>
                    <a:lnTo>
                      <a:pt x="59" y="34"/>
                    </a:lnTo>
                    <a:lnTo>
                      <a:pt x="59" y="34"/>
                    </a:lnTo>
                    <a:lnTo>
                      <a:pt x="61" y="34"/>
                    </a:lnTo>
                    <a:lnTo>
                      <a:pt x="61" y="36"/>
                    </a:lnTo>
                    <a:lnTo>
                      <a:pt x="59" y="36"/>
                    </a:lnTo>
                    <a:lnTo>
                      <a:pt x="59" y="36"/>
                    </a:lnTo>
                    <a:lnTo>
                      <a:pt x="59" y="36"/>
                    </a:lnTo>
                    <a:lnTo>
                      <a:pt x="56" y="36"/>
                    </a:lnTo>
                    <a:lnTo>
                      <a:pt x="56" y="38"/>
                    </a:lnTo>
                    <a:lnTo>
                      <a:pt x="56" y="38"/>
                    </a:lnTo>
                    <a:lnTo>
                      <a:pt x="56" y="38"/>
                    </a:lnTo>
                    <a:lnTo>
                      <a:pt x="56" y="38"/>
                    </a:lnTo>
                    <a:lnTo>
                      <a:pt x="54" y="38"/>
                    </a:lnTo>
                    <a:lnTo>
                      <a:pt x="54" y="41"/>
                    </a:lnTo>
                    <a:lnTo>
                      <a:pt x="54" y="41"/>
                    </a:lnTo>
                    <a:lnTo>
                      <a:pt x="54" y="41"/>
                    </a:lnTo>
                    <a:lnTo>
                      <a:pt x="52" y="41"/>
                    </a:lnTo>
                    <a:lnTo>
                      <a:pt x="52" y="41"/>
                    </a:lnTo>
                    <a:lnTo>
                      <a:pt x="52" y="41"/>
                    </a:lnTo>
                    <a:lnTo>
                      <a:pt x="49" y="41"/>
                    </a:lnTo>
                    <a:lnTo>
                      <a:pt x="49" y="41"/>
                    </a:lnTo>
                    <a:lnTo>
                      <a:pt x="49" y="41"/>
                    </a:lnTo>
                    <a:lnTo>
                      <a:pt x="47" y="41"/>
                    </a:lnTo>
                    <a:lnTo>
                      <a:pt x="47" y="41"/>
                    </a:lnTo>
                    <a:lnTo>
                      <a:pt x="47" y="41"/>
                    </a:lnTo>
                    <a:lnTo>
                      <a:pt x="45" y="41"/>
                    </a:lnTo>
                    <a:lnTo>
                      <a:pt x="45" y="41"/>
                    </a:lnTo>
                    <a:lnTo>
                      <a:pt x="42" y="41"/>
                    </a:lnTo>
                    <a:lnTo>
                      <a:pt x="42" y="41"/>
                    </a:lnTo>
                    <a:lnTo>
                      <a:pt x="42" y="41"/>
                    </a:lnTo>
                    <a:lnTo>
                      <a:pt x="42" y="41"/>
                    </a:lnTo>
                    <a:lnTo>
                      <a:pt x="40" y="41"/>
                    </a:lnTo>
                    <a:lnTo>
                      <a:pt x="40" y="41"/>
                    </a:lnTo>
                    <a:lnTo>
                      <a:pt x="40" y="41"/>
                    </a:lnTo>
                    <a:lnTo>
                      <a:pt x="40" y="38"/>
                    </a:lnTo>
                    <a:lnTo>
                      <a:pt x="38" y="38"/>
                    </a:lnTo>
                    <a:lnTo>
                      <a:pt x="38" y="38"/>
                    </a:lnTo>
                    <a:lnTo>
                      <a:pt x="35" y="38"/>
                    </a:lnTo>
                    <a:lnTo>
                      <a:pt x="35" y="38"/>
                    </a:lnTo>
                    <a:lnTo>
                      <a:pt x="35" y="38"/>
                    </a:lnTo>
                    <a:lnTo>
                      <a:pt x="33" y="38"/>
                    </a:lnTo>
                    <a:lnTo>
                      <a:pt x="33" y="38"/>
                    </a:lnTo>
                    <a:lnTo>
                      <a:pt x="33" y="38"/>
                    </a:lnTo>
                    <a:lnTo>
                      <a:pt x="30" y="38"/>
                    </a:lnTo>
                    <a:lnTo>
                      <a:pt x="30" y="38"/>
                    </a:lnTo>
                    <a:lnTo>
                      <a:pt x="28" y="38"/>
                    </a:lnTo>
                    <a:lnTo>
                      <a:pt x="28" y="38"/>
                    </a:lnTo>
                    <a:lnTo>
                      <a:pt x="28" y="38"/>
                    </a:lnTo>
                    <a:lnTo>
                      <a:pt x="28" y="38"/>
                    </a:lnTo>
                    <a:lnTo>
                      <a:pt x="26" y="38"/>
                    </a:lnTo>
                    <a:lnTo>
                      <a:pt x="26" y="38"/>
                    </a:lnTo>
                    <a:lnTo>
                      <a:pt x="23" y="38"/>
                    </a:lnTo>
                    <a:lnTo>
                      <a:pt x="23" y="36"/>
                    </a:lnTo>
                    <a:lnTo>
                      <a:pt x="23" y="36"/>
                    </a:lnTo>
                    <a:lnTo>
                      <a:pt x="23" y="36"/>
                    </a:lnTo>
                    <a:lnTo>
                      <a:pt x="23" y="36"/>
                    </a:lnTo>
                    <a:lnTo>
                      <a:pt x="21" y="36"/>
                    </a:lnTo>
                    <a:lnTo>
                      <a:pt x="21" y="34"/>
                    </a:lnTo>
                    <a:lnTo>
                      <a:pt x="21" y="34"/>
                    </a:lnTo>
                    <a:lnTo>
                      <a:pt x="21" y="34"/>
                    </a:lnTo>
                    <a:lnTo>
                      <a:pt x="21" y="34"/>
                    </a:lnTo>
                    <a:lnTo>
                      <a:pt x="19" y="34"/>
                    </a:lnTo>
                    <a:lnTo>
                      <a:pt x="19" y="34"/>
                    </a:lnTo>
                    <a:lnTo>
                      <a:pt x="19" y="31"/>
                    </a:lnTo>
                    <a:lnTo>
                      <a:pt x="16" y="31"/>
                    </a:lnTo>
                    <a:lnTo>
                      <a:pt x="16" y="31"/>
                    </a:lnTo>
                    <a:lnTo>
                      <a:pt x="16" y="31"/>
                    </a:lnTo>
                    <a:lnTo>
                      <a:pt x="16" y="31"/>
                    </a:lnTo>
                    <a:lnTo>
                      <a:pt x="14" y="31"/>
                    </a:lnTo>
                    <a:lnTo>
                      <a:pt x="14" y="31"/>
                    </a:lnTo>
                    <a:lnTo>
                      <a:pt x="14" y="31"/>
                    </a:lnTo>
                    <a:lnTo>
                      <a:pt x="12" y="31"/>
                    </a:lnTo>
                    <a:lnTo>
                      <a:pt x="12" y="31"/>
                    </a:lnTo>
                    <a:lnTo>
                      <a:pt x="12" y="31"/>
                    </a:lnTo>
                    <a:lnTo>
                      <a:pt x="9" y="31"/>
                    </a:lnTo>
                    <a:lnTo>
                      <a:pt x="9" y="31"/>
                    </a:lnTo>
                    <a:lnTo>
                      <a:pt x="9" y="31"/>
                    </a:lnTo>
                    <a:lnTo>
                      <a:pt x="9" y="29"/>
                    </a:lnTo>
                    <a:lnTo>
                      <a:pt x="7" y="29"/>
                    </a:lnTo>
                    <a:lnTo>
                      <a:pt x="7" y="29"/>
                    </a:lnTo>
                    <a:lnTo>
                      <a:pt x="7" y="29"/>
                    </a:lnTo>
                    <a:lnTo>
                      <a:pt x="7" y="29"/>
                    </a:lnTo>
                    <a:lnTo>
                      <a:pt x="4" y="29"/>
                    </a:lnTo>
                    <a:lnTo>
                      <a:pt x="4" y="26"/>
                    </a:lnTo>
                    <a:lnTo>
                      <a:pt x="4" y="26"/>
                    </a:lnTo>
                    <a:lnTo>
                      <a:pt x="2" y="26"/>
                    </a:lnTo>
                    <a:lnTo>
                      <a:pt x="2" y="26"/>
                    </a:lnTo>
                    <a:lnTo>
                      <a:pt x="2" y="26"/>
                    </a:lnTo>
                    <a:lnTo>
                      <a:pt x="2" y="26"/>
                    </a:lnTo>
                    <a:lnTo>
                      <a:pt x="0" y="26"/>
                    </a:lnTo>
                    <a:lnTo>
                      <a:pt x="0" y="24"/>
                    </a:lnTo>
                    <a:lnTo>
                      <a:pt x="0" y="24"/>
                    </a:lnTo>
                    <a:lnTo>
                      <a:pt x="0" y="24"/>
                    </a:lnTo>
                    <a:lnTo>
                      <a:pt x="0" y="22"/>
                    </a:lnTo>
                    <a:lnTo>
                      <a:pt x="0" y="22"/>
                    </a:lnTo>
                    <a:lnTo>
                      <a:pt x="0" y="22"/>
                    </a:lnTo>
                    <a:lnTo>
                      <a:pt x="2" y="22"/>
                    </a:lnTo>
                    <a:lnTo>
                      <a:pt x="2" y="22"/>
                    </a:lnTo>
                    <a:lnTo>
                      <a:pt x="2" y="22"/>
                    </a:lnTo>
                    <a:lnTo>
                      <a:pt x="4" y="22"/>
                    </a:lnTo>
                    <a:lnTo>
                      <a:pt x="4" y="22"/>
                    </a:lnTo>
                    <a:lnTo>
                      <a:pt x="4" y="22"/>
                    </a:lnTo>
                    <a:lnTo>
                      <a:pt x="4" y="19"/>
                    </a:lnTo>
                    <a:lnTo>
                      <a:pt x="7" y="19"/>
                    </a:lnTo>
                    <a:lnTo>
                      <a:pt x="7" y="19"/>
                    </a:lnTo>
                    <a:lnTo>
                      <a:pt x="7" y="19"/>
                    </a:lnTo>
                    <a:lnTo>
                      <a:pt x="7" y="19"/>
                    </a:lnTo>
                    <a:lnTo>
                      <a:pt x="4" y="19"/>
                    </a:lnTo>
                    <a:lnTo>
                      <a:pt x="4" y="19"/>
                    </a:lnTo>
                    <a:lnTo>
                      <a:pt x="4" y="17"/>
                    </a:lnTo>
                    <a:lnTo>
                      <a:pt x="2" y="17"/>
                    </a:lnTo>
                    <a:lnTo>
                      <a:pt x="2" y="17"/>
                    </a:lnTo>
                    <a:lnTo>
                      <a:pt x="2" y="17"/>
                    </a:lnTo>
                    <a:lnTo>
                      <a:pt x="2" y="17"/>
                    </a:lnTo>
                    <a:lnTo>
                      <a:pt x="2" y="15"/>
                    </a:lnTo>
                    <a:lnTo>
                      <a:pt x="2" y="15"/>
                    </a:lnTo>
                    <a:lnTo>
                      <a:pt x="2" y="15"/>
                    </a:lnTo>
                    <a:lnTo>
                      <a:pt x="4" y="15"/>
                    </a:lnTo>
                    <a:lnTo>
                      <a:pt x="4" y="15"/>
                    </a:lnTo>
                    <a:lnTo>
                      <a:pt x="4" y="15"/>
                    </a:lnTo>
                    <a:lnTo>
                      <a:pt x="4" y="12"/>
                    </a:lnTo>
                    <a:lnTo>
                      <a:pt x="4" y="12"/>
                    </a:lnTo>
                    <a:lnTo>
                      <a:pt x="4" y="12"/>
                    </a:lnTo>
                    <a:lnTo>
                      <a:pt x="4" y="12"/>
                    </a:lnTo>
                    <a:lnTo>
                      <a:pt x="7" y="12"/>
                    </a:lnTo>
                    <a:lnTo>
                      <a:pt x="7" y="12"/>
                    </a:lnTo>
                    <a:lnTo>
                      <a:pt x="7" y="12"/>
                    </a:lnTo>
                    <a:lnTo>
                      <a:pt x="7" y="12"/>
                    </a:lnTo>
                    <a:lnTo>
                      <a:pt x="9" y="12"/>
                    </a:lnTo>
                    <a:lnTo>
                      <a:pt x="9" y="12"/>
                    </a:lnTo>
                    <a:lnTo>
                      <a:pt x="9" y="12"/>
                    </a:lnTo>
                    <a:lnTo>
                      <a:pt x="12" y="12"/>
                    </a:lnTo>
                    <a:lnTo>
                      <a:pt x="12" y="10"/>
                    </a:lnTo>
                    <a:lnTo>
                      <a:pt x="12" y="10"/>
                    </a:lnTo>
                    <a:lnTo>
                      <a:pt x="9" y="10"/>
                    </a:lnTo>
                    <a:lnTo>
                      <a:pt x="9" y="7"/>
                    </a:lnTo>
                    <a:lnTo>
                      <a:pt x="9" y="7"/>
                    </a:lnTo>
                    <a:lnTo>
                      <a:pt x="12" y="7"/>
                    </a:lnTo>
                    <a:lnTo>
                      <a:pt x="12" y="7"/>
                    </a:lnTo>
                    <a:lnTo>
                      <a:pt x="14" y="7"/>
                    </a:lnTo>
                    <a:lnTo>
                      <a:pt x="14" y="5"/>
                    </a:lnTo>
                    <a:lnTo>
                      <a:pt x="14" y="5"/>
                    </a:lnTo>
                    <a:lnTo>
                      <a:pt x="14" y="5"/>
                    </a:lnTo>
                    <a:lnTo>
                      <a:pt x="16" y="5"/>
                    </a:lnTo>
                    <a:lnTo>
                      <a:pt x="16" y="5"/>
                    </a:lnTo>
                    <a:lnTo>
                      <a:pt x="16" y="5"/>
                    </a:lnTo>
                    <a:lnTo>
                      <a:pt x="16" y="5"/>
                    </a:lnTo>
                    <a:lnTo>
                      <a:pt x="19" y="5"/>
                    </a:lnTo>
                    <a:lnTo>
                      <a:pt x="19" y="5"/>
                    </a:lnTo>
                    <a:lnTo>
                      <a:pt x="19" y="5"/>
                    </a:lnTo>
                    <a:lnTo>
                      <a:pt x="21" y="5"/>
                    </a:lnTo>
                    <a:lnTo>
                      <a:pt x="21" y="5"/>
                    </a:lnTo>
                    <a:lnTo>
                      <a:pt x="21" y="5"/>
                    </a:lnTo>
                    <a:lnTo>
                      <a:pt x="21" y="5"/>
                    </a:lnTo>
                    <a:lnTo>
                      <a:pt x="23" y="5"/>
                    </a:lnTo>
                    <a:lnTo>
                      <a:pt x="23" y="5"/>
                    </a:lnTo>
                    <a:lnTo>
                      <a:pt x="23" y="5"/>
                    </a:lnTo>
                    <a:lnTo>
                      <a:pt x="26" y="5"/>
                    </a:lnTo>
                    <a:lnTo>
                      <a:pt x="26" y="5"/>
                    </a:lnTo>
                    <a:lnTo>
                      <a:pt x="26" y="3"/>
                    </a:lnTo>
                    <a:lnTo>
                      <a:pt x="26" y="3"/>
                    </a:lnTo>
                    <a:lnTo>
                      <a:pt x="28" y="3"/>
                    </a:lnTo>
                    <a:lnTo>
                      <a:pt x="28" y="3"/>
                    </a:lnTo>
                    <a:lnTo>
                      <a:pt x="28" y="3"/>
                    </a:lnTo>
                    <a:lnTo>
                      <a:pt x="28" y="3"/>
                    </a:lnTo>
                    <a:lnTo>
                      <a:pt x="30" y="3"/>
                    </a:lnTo>
                    <a:lnTo>
                      <a:pt x="30" y="3"/>
                    </a:lnTo>
                    <a:lnTo>
                      <a:pt x="30" y="3"/>
                    </a:lnTo>
                    <a:lnTo>
                      <a:pt x="33" y="3"/>
                    </a:lnTo>
                    <a:lnTo>
                      <a:pt x="33" y="3"/>
                    </a:lnTo>
                    <a:lnTo>
                      <a:pt x="33" y="3"/>
                    </a:lnTo>
                    <a:lnTo>
                      <a:pt x="33" y="3"/>
                    </a:lnTo>
                    <a:lnTo>
                      <a:pt x="35" y="3"/>
                    </a:lnTo>
                    <a:lnTo>
                      <a:pt x="35" y="0"/>
                    </a:lnTo>
                    <a:lnTo>
                      <a:pt x="35" y="0"/>
                    </a:lnTo>
                    <a:lnTo>
                      <a:pt x="35" y="0"/>
                    </a:lnTo>
                    <a:lnTo>
                      <a:pt x="38" y="0"/>
                    </a:lnTo>
                    <a:lnTo>
                      <a:pt x="38" y="0"/>
                    </a:lnTo>
                    <a:lnTo>
                      <a:pt x="40" y="0"/>
                    </a:lnTo>
                    <a:lnTo>
                      <a:pt x="40" y="0"/>
                    </a:lnTo>
                    <a:lnTo>
                      <a:pt x="40" y="0"/>
                    </a:lnTo>
                    <a:lnTo>
                      <a:pt x="42" y="0"/>
                    </a:lnTo>
                    <a:lnTo>
                      <a:pt x="42" y="0"/>
                    </a:lnTo>
                    <a:lnTo>
                      <a:pt x="42" y="0"/>
                    </a:lnTo>
                    <a:lnTo>
                      <a:pt x="45" y="0"/>
                    </a:lnTo>
                    <a:lnTo>
                      <a:pt x="45" y="0"/>
                    </a:lnTo>
                    <a:lnTo>
                      <a:pt x="47" y="0"/>
                    </a:lnTo>
                    <a:lnTo>
                      <a:pt x="47" y="0"/>
                    </a:lnTo>
                    <a:lnTo>
                      <a:pt x="47" y="0"/>
                    </a:lnTo>
                    <a:lnTo>
                      <a:pt x="47" y="3"/>
                    </a:lnTo>
                    <a:lnTo>
                      <a:pt x="47" y="3"/>
                    </a:lnTo>
                    <a:lnTo>
                      <a:pt x="47" y="3"/>
                    </a:lnTo>
                    <a:lnTo>
                      <a:pt x="47" y="3"/>
                    </a:lnTo>
                    <a:lnTo>
                      <a:pt x="49" y="3"/>
                    </a:lnTo>
                    <a:lnTo>
                      <a:pt x="49" y="3"/>
                    </a:lnTo>
                    <a:lnTo>
                      <a:pt x="49" y="3"/>
                    </a:lnTo>
                    <a:lnTo>
                      <a:pt x="49" y="3"/>
                    </a:lnTo>
                    <a:lnTo>
                      <a:pt x="52" y="3"/>
                    </a:lnTo>
                    <a:lnTo>
                      <a:pt x="52" y="3"/>
                    </a:lnTo>
                    <a:lnTo>
                      <a:pt x="54" y="3"/>
                    </a:lnTo>
                    <a:lnTo>
                      <a:pt x="54" y="3"/>
                    </a:lnTo>
                    <a:lnTo>
                      <a:pt x="54" y="3"/>
                    </a:lnTo>
                    <a:lnTo>
                      <a:pt x="54" y="5"/>
                    </a:lnTo>
                    <a:lnTo>
                      <a:pt x="56" y="5"/>
                    </a:lnTo>
                    <a:lnTo>
                      <a:pt x="56" y="5"/>
                    </a:lnTo>
                    <a:lnTo>
                      <a:pt x="56" y="5"/>
                    </a:lnTo>
                    <a:lnTo>
                      <a:pt x="56" y="5"/>
                    </a:lnTo>
                    <a:lnTo>
                      <a:pt x="59" y="5"/>
                    </a:lnTo>
                    <a:lnTo>
                      <a:pt x="59" y="5"/>
                    </a:lnTo>
                    <a:lnTo>
                      <a:pt x="61" y="5"/>
                    </a:lnTo>
                    <a:lnTo>
                      <a:pt x="61" y="5"/>
                    </a:lnTo>
                    <a:lnTo>
                      <a:pt x="61" y="5"/>
                    </a:lnTo>
                    <a:lnTo>
                      <a:pt x="64" y="5"/>
                    </a:lnTo>
                    <a:lnTo>
                      <a:pt x="64" y="5"/>
                    </a:lnTo>
                    <a:lnTo>
                      <a:pt x="66" y="5"/>
                    </a:lnTo>
                    <a:lnTo>
                      <a:pt x="66" y="7"/>
                    </a:lnTo>
                    <a:lnTo>
                      <a:pt x="66" y="7"/>
                    </a:lnTo>
                    <a:lnTo>
                      <a:pt x="66" y="7"/>
                    </a:lnTo>
                    <a:lnTo>
                      <a:pt x="66" y="7"/>
                    </a:lnTo>
                    <a:lnTo>
                      <a:pt x="66" y="7"/>
                    </a:lnTo>
                    <a:lnTo>
                      <a:pt x="66" y="7"/>
                    </a:lnTo>
                    <a:lnTo>
                      <a:pt x="66" y="10"/>
                    </a:lnTo>
                    <a:lnTo>
                      <a:pt x="66" y="10"/>
                    </a:lnTo>
                    <a:lnTo>
                      <a:pt x="66" y="10"/>
                    </a:lnTo>
                    <a:lnTo>
                      <a:pt x="66" y="10"/>
                    </a:lnTo>
                    <a:lnTo>
                      <a:pt x="68" y="10"/>
                    </a:lnTo>
                    <a:lnTo>
                      <a:pt x="68" y="10"/>
                    </a:lnTo>
                    <a:lnTo>
                      <a:pt x="68" y="10"/>
                    </a:lnTo>
                    <a:lnTo>
                      <a:pt x="71" y="10"/>
                    </a:lnTo>
                    <a:lnTo>
                      <a:pt x="71" y="10"/>
                    </a:lnTo>
                    <a:lnTo>
                      <a:pt x="73" y="10"/>
                    </a:lnTo>
                    <a:lnTo>
                      <a:pt x="73" y="10"/>
                    </a:lnTo>
                    <a:lnTo>
                      <a:pt x="73" y="10"/>
                    </a:lnTo>
                    <a:lnTo>
                      <a:pt x="75" y="10"/>
                    </a:lnTo>
                    <a:lnTo>
                      <a:pt x="75" y="10"/>
                    </a:lnTo>
                    <a:lnTo>
                      <a:pt x="75" y="10"/>
                    </a:lnTo>
                    <a:lnTo>
                      <a:pt x="75" y="12"/>
                    </a:lnTo>
                    <a:lnTo>
                      <a:pt x="78" y="12"/>
                    </a:lnTo>
                    <a:lnTo>
                      <a:pt x="78" y="12"/>
                    </a:lnTo>
                    <a:lnTo>
                      <a:pt x="78" y="12"/>
                    </a:lnTo>
                    <a:lnTo>
                      <a:pt x="80" y="12"/>
                    </a:lnTo>
                    <a:lnTo>
                      <a:pt x="80" y="12"/>
                    </a:lnTo>
                    <a:lnTo>
                      <a:pt x="80" y="12"/>
                    </a:lnTo>
                    <a:lnTo>
                      <a:pt x="80" y="12"/>
                    </a:lnTo>
                    <a:lnTo>
                      <a:pt x="83" y="12"/>
                    </a:lnTo>
                    <a:lnTo>
                      <a:pt x="83" y="12"/>
                    </a:lnTo>
                    <a:lnTo>
                      <a:pt x="83" y="12"/>
                    </a:lnTo>
                    <a:lnTo>
                      <a:pt x="85" y="12"/>
                    </a:lnTo>
                    <a:lnTo>
                      <a:pt x="85" y="15"/>
                    </a:lnTo>
                    <a:lnTo>
                      <a:pt x="85" y="15"/>
                    </a:lnTo>
                    <a:lnTo>
                      <a:pt x="85" y="12"/>
                    </a:lnTo>
                    <a:lnTo>
                      <a:pt x="85" y="12"/>
                    </a:lnTo>
                    <a:lnTo>
                      <a:pt x="85" y="12"/>
                    </a:lnTo>
                    <a:lnTo>
                      <a:pt x="85" y="12"/>
                    </a:lnTo>
                    <a:lnTo>
                      <a:pt x="85" y="12"/>
                    </a:lnTo>
                    <a:lnTo>
                      <a:pt x="85" y="10"/>
                    </a:lnTo>
                    <a:lnTo>
                      <a:pt x="85" y="10"/>
                    </a:lnTo>
                    <a:lnTo>
                      <a:pt x="85" y="7"/>
                    </a:lnTo>
                    <a:lnTo>
                      <a:pt x="85" y="7"/>
                    </a:lnTo>
                    <a:lnTo>
                      <a:pt x="85" y="5"/>
                    </a:lnTo>
                    <a:lnTo>
                      <a:pt x="87" y="5"/>
                    </a:lnTo>
                    <a:lnTo>
                      <a:pt x="87" y="5"/>
                    </a:lnTo>
                    <a:lnTo>
                      <a:pt x="85" y="5"/>
                    </a:lnTo>
                    <a:lnTo>
                      <a:pt x="85" y="3"/>
                    </a:lnTo>
                    <a:lnTo>
                      <a:pt x="85" y="3"/>
                    </a:lnTo>
                    <a:lnTo>
                      <a:pt x="87" y="3"/>
                    </a:lnTo>
                    <a:lnTo>
                      <a:pt x="87" y="3"/>
                    </a:lnTo>
                    <a:lnTo>
                      <a:pt x="87" y="3"/>
                    </a:lnTo>
                    <a:lnTo>
                      <a:pt x="90" y="3"/>
                    </a:lnTo>
                    <a:lnTo>
                      <a:pt x="90" y="3"/>
                    </a:lnTo>
                    <a:lnTo>
                      <a:pt x="90" y="3"/>
                    </a:lnTo>
                    <a:lnTo>
                      <a:pt x="90" y="3"/>
                    </a:lnTo>
                    <a:lnTo>
                      <a:pt x="92" y="3"/>
                    </a:lnTo>
                    <a:lnTo>
                      <a:pt x="92" y="3"/>
                    </a:lnTo>
                    <a:lnTo>
                      <a:pt x="94" y="3"/>
                    </a:lnTo>
                    <a:lnTo>
                      <a:pt x="94" y="3"/>
                    </a:lnTo>
                    <a:lnTo>
                      <a:pt x="94" y="3"/>
                    </a:lnTo>
                    <a:lnTo>
                      <a:pt x="97" y="3"/>
                    </a:lnTo>
                    <a:lnTo>
                      <a:pt x="97" y="3"/>
                    </a:lnTo>
                    <a:lnTo>
                      <a:pt x="97" y="3"/>
                    </a:lnTo>
                    <a:lnTo>
                      <a:pt x="97" y="3"/>
                    </a:lnTo>
                    <a:lnTo>
                      <a:pt x="94" y="3"/>
                    </a:lnTo>
                    <a:lnTo>
                      <a:pt x="94" y="3"/>
                    </a:lnTo>
                    <a:lnTo>
                      <a:pt x="94" y="3"/>
                    </a:lnTo>
                    <a:lnTo>
                      <a:pt x="94" y="0"/>
                    </a:lnTo>
                    <a:lnTo>
                      <a:pt x="94" y="0"/>
                    </a:lnTo>
                    <a:lnTo>
                      <a:pt x="97" y="0"/>
                    </a:lnTo>
                    <a:lnTo>
                      <a:pt x="9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8" name="Freeform 56"/>
              <p:cNvSpPr>
                <a:spLocks/>
              </p:cNvSpPr>
              <p:nvPr/>
            </p:nvSpPr>
            <p:spPr bwMode="auto">
              <a:xfrm>
                <a:off x="3771" y="819"/>
                <a:ext cx="182" cy="41"/>
              </a:xfrm>
              <a:custGeom>
                <a:avLst/>
                <a:gdLst/>
                <a:ahLst/>
                <a:cxnLst>
                  <a:cxn ang="0">
                    <a:pos x="104" y="3"/>
                  </a:cxn>
                  <a:cxn ang="0">
                    <a:pos x="111" y="5"/>
                  </a:cxn>
                  <a:cxn ang="0">
                    <a:pos x="118" y="7"/>
                  </a:cxn>
                  <a:cxn ang="0">
                    <a:pos x="125" y="10"/>
                  </a:cxn>
                  <a:cxn ang="0">
                    <a:pos x="132" y="10"/>
                  </a:cxn>
                  <a:cxn ang="0">
                    <a:pos x="142" y="10"/>
                  </a:cxn>
                  <a:cxn ang="0">
                    <a:pos x="149" y="10"/>
                  </a:cxn>
                  <a:cxn ang="0">
                    <a:pos x="156" y="12"/>
                  </a:cxn>
                  <a:cxn ang="0">
                    <a:pos x="163" y="12"/>
                  </a:cxn>
                  <a:cxn ang="0">
                    <a:pos x="172" y="15"/>
                  </a:cxn>
                  <a:cxn ang="0">
                    <a:pos x="180" y="17"/>
                  </a:cxn>
                  <a:cxn ang="0">
                    <a:pos x="180" y="19"/>
                  </a:cxn>
                  <a:cxn ang="0">
                    <a:pos x="172" y="22"/>
                  </a:cxn>
                  <a:cxn ang="0">
                    <a:pos x="172" y="24"/>
                  </a:cxn>
                  <a:cxn ang="0">
                    <a:pos x="168" y="29"/>
                  </a:cxn>
                  <a:cxn ang="0">
                    <a:pos x="161" y="31"/>
                  </a:cxn>
                  <a:cxn ang="0">
                    <a:pos x="154" y="31"/>
                  </a:cxn>
                  <a:cxn ang="0">
                    <a:pos x="144" y="31"/>
                  </a:cxn>
                  <a:cxn ang="0">
                    <a:pos x="144" y="34"/>
                  </a:cxn>
                  <a:cxn ang="0">
                    <a:pos x="135" y="34"/>
                  </a:cxn>
                  <a:cxn ang="0">
                    <a:pos x="127" y="36"/>
                  </a:cxn>
                  <a:cxn ang="0">
                    <a:pos x="120" y="36"/>
                  </a:cxn>
                  <a:cxn ang="0">
                    <a:pos x="113" y="36"/>
                  </a:cxn>
                  <a:cxn ang="0">
                    <a:pos x="106" y="34"/>
                  </a:cxn>
                  <a:cxn ang="0">
                    <a:pos x="99" y="34"/>
                  </a:cxn>
                  <a:cxn ang="0">
                    <a:pos x="90" y="34"/>
                  </a:cxn>
                  <a:cxn ang="0">
                    <a:pos x="83" y="34"/>
                  </a:cxn>
                  <a:cxn ang="0">
                    <a:pos x="75" y="36"/>
                  </a:cxn>
                  <a:cxn ang="0">
                    <a:pos x="66" y="36"/>
                  </a:cxn>
                  <a:cxn ang="0">
                    <a:pos x="66" y="36"/>
                  </a:cxn>
                  <a:cxn ang="0">
                    <a:pos x="59" y="34"/>
                  </a:cxn>
                  <a:cxn ang="0">
                    <a:pos x="59" y="36"/>
                  </a:cxn>
                  <a:cxn ang="0">
                    <a:pos x="54" y="41"/>
                  </a:cxn>
                  <a:cxn ang="0">
                    <a:pos x="47" y="41"/>
                  </a:cxn>
                  <a:cxn ang="0">
                    <a:pos x="40" y="38"/>
                  </a:cxn>
                  <a:cxn ang="0">
                    <a:pos x="30" y="38"/>
                  </a:cxn>
                  <a:cxn ang="0">
                    <a:pos x="23" y="36"/>
                  </a:cxn>
                  <a:cxn ang="0">
                    <a:pos x="16" y="31"/>
                  </a:cxn>
                  <a:cxn ang="0">
                    <a:pos x="9" y="31"/>
                  </a:cxn>
                  <a:cxn ang="0">
                    <a:pos x="4" y="26"/>
                  </a:cxn>
                  <a:cxn ang="0">
                    <a:pos x="0" y="22"/>
                  </a:cxn>
                  <a:cxn ang="0">
                    <a:pos x="7" y="19"/>
                  </a:cxn>
                  <a:cxn ang="0">
                    <a:pos x="2" y="15"/>
                  </a:cxn>
                  <a:cxn ang="0">
                    <a:pos x="7" y="12"/>
                  </a:cxn>
                  <a:cxn ang="0">
                    <a:pos x="9" y="10"/>
                  </a:cxn>
                  <a:cxn ang="0">
                    <a:pos x="16" y="5"/>
                  </a:cxn>
                  <a:cxn ang="0">
                    <a:pos x="23" y="5"/>
                  </a:cxn>
                  <a:cxn ang="0">
                    <a:pos x="28" y="3"/>
                  </a:cxn>
                  <a:cxn ang="0">
                    <a:pos x="35" y="0"/>
                  </a:cxn>
                  <a:cxn ang="0">
                    <a:pos x="45" y="0"/>
                  </a:cxn>
                  <a:cxn ang="0">
                    <a:pos x="49" y="3"/>
                  </a:cxn>
                  <a:cxn ang="0">
                    <a:pos x="56" y="5"/>
                  </a:cxn>
                  <a:cxn ang="0">
                    <a:pos x="66" y="5"/>
                  </a:cxn>
                  <a:cxn ang="0">
                    <a:pos x="66" y="10"/>
                  </a:cxn>
                  <a:cxn ang="0">
                    <a:pos x="75" y="10"/>
                  </a:cxn>
                  <a:cxn ang="0">
                    <a:pos x="83" y="12"/>
                  </a:cxn>
                  <a:cxn ang="0">
                    <a:pos x="85" y="12"/>
                  </a:cxn>
                  <a:cxn ang="0">
                    <a:pos x="85" y="3"/>
                  </a:cxn>
                  <a:cxn ang="0">
                    <a:pos x="94" y="3"/>
                  </a:cxn>
                  <a:cxn ang="0">
                    <a:pos x="94" y="0"/>
                  </a:cxn>
                </a:cxnLst>
                <a:rect l="0" t="0" r="r" b="b"/>
                <a:pathLst>
                  <a:path w="182" h="41">
                    <a:moveTo>
                      <a:pt x="97" y="0"/>
                    </a:moveTo>
                    <a:lnTo>
                      <a:pt x="97" y="3"/>
                    </a:lnTo>
                    <a:lnTo>
                      <a:pt x="99" y="3"/>
                    </a:lnTo>
                    <a:lnTo>
                      <a:pt x="99" y="3"/>
                    </a:lnTo>
                    <a:lnTo>
                      <a:pt x="99" y="3"/>
                    </a:lnTo>
                    <a:lnTo>
                      <a:pt x="101" y="3"/>
                    </a:lnTo>
                    <a:lnTo>
                      <a:pt x="101" y="3"/>
                    </a:lnTo>
                    <a:lnTo>
                      <a:pt x="101" y="3"/>
                    </a:lnTo>
                    <a:lnTo>
                      <a:pt x="101" y="3"/>
                    </a:lnTo>
                    <a:lnTo>
                      <a:pt x="104" y="3"/>
                    </a:lnTo>
                    <a:lnTo>
                      <a:pt x="104" y="3"/>
                    </a:lnTo>
                    <a:lnTo>
                      <a:pt x="106" y="3"/>
                    </a:lnTo>
                    <a:lnTo>
                      <a:pt x="106" y="3"/>
                    </a:lnTo>
                    <a:lnTo>
                      <a:pt x="106" y="3"/>
                    </a:lnTo>
                    <a:lnTo>
                      <a:pt x="106" y="3"/>
                    </a:lnTo>
                    <a:lnTo>
                      <a:pt x="109" y="3"/>
                    </a:lnTo>
                    <a:lnTo>
                      <a:pt x="109" y="3"/>
                    </a:lnTo>
                    <a:lnTo>
                      <a:pt x="109" y="3"/>
                    </a:lnTo>
                    <a:lnTo>
                      <a:pt x="109" y="5"/>
                    </a:lnTo>
                    <a:lnTo>
                      <a:pt x="111" y="5"/>
                    </a:lnTo>
                    <a:lnTo>
                      <a:pt x="111" y="5"/>
                    </a:lnTo>
                    <a:lnTo>
                      <a:pt x="113" y="5"/>
                    </a:lnTo>
                    <a:lnTo>
                      <a:pt x="113" y="5"/>
                    </a:lnTo>
                    <a:lnTo>
                      <a:pt x="113" y="5"/>
                    </a:lnTo>
                    <a:lnTo>
                      <a:pt x="113" y="5"/>
                    </a:lnTo>
                    <a:lnTo>
                      <a:pt x="116" y="5"/>
                    </a:lnTo>
                    <a:lnTo>
                      <a:pt x="116" y="5"/>
                    </a:lnTo>
                    <a:lnTo>
                      <a:pt x="116" y="5"/>
                    </a:lnTo>
                    <a:lnTo>
                      <a:pt x="116" y="7"/>
                    </a:lnTo>
                    <a:lnTo>
                      <a:pt x="118" y="7"/>
                    </a:lnTo>
                    <a:lnTo>
                      <a:pt x="118" y="7"/>
                    </a:lnTo>
                    <a:lnTo>
                      <a:pt x="118" y="7"/>
                    </a:lnTo>
                    <a:lnTo>
                      <a:pt x="120" y="7"/>
                    </a:lnTo>
                    <a:lnTo>
                      <a:pt x="120" y="7"/>
                    </a:lnTo>
                    <a:lnTo>
                      <a:pt x="120" y="7"/>
                    </a:lnTo>
                    <a:lnTo>
                      <a:pt x="120" y="10"/>
                    </a:lnTo>
                    <a:lnTo>
                      <a:pt x="123" y="10"/>
                    </a:lnTo>
                    <a:lnTo>
                      <a:pt x="123" y="10"/>
                    </a:lnTo>
                    <a:lnTo>
                      <a:pt x="123" y="10"/>
                    </a:lnTo>
                    <a:lnTo>
                      <a:pt x="125" y="10"/>
                    </a:lnTo>
                    <a:lnTo>
                      <a:pt x="125" y="10"/>
                    </a:lnTo>
                    <a:lnTo>
                      <a:pt x="127" y="10"/>
                    </a:lnTo>
                    <a:lnTo>
                      <a:pt x="127" y="10"/>
                    </a:lnTo>
                    <a:lnTo>
                      <a:pt x="127" y="10"/>
                    </a:lnTo>
                    <a:lnTo>
                      <a:pt x="127" y="10"/>
                    </a:lnTo>
                    <a:lnTo>
                      <a:pt x="130" y="10"/>
                    </a:lnTo>
                    <a:lnTo>
                      <a:pt x="130" y="10"/>
                    </a:lnTo>
                    <a:lnTo>
                      <a:pt x="132" y="10"/>
                    </a:lnTo>
                    <a:lnTo>
                      <a:pt x="132" y="10"/>
                    </a:lnTo>
                    <a:lnTo>
                      <a:pt x="132" y="10"/>
                    </a:lnTo>
                    <a:lnTo>
                      <a:pt x="135" y="10"/>
                    </a:lnTo>
                    <a:lnTo>
                      <a:pt x="135" y="10"/>
                    </a:lnTo>
                    <a:lnTo>
                      <a:pt x="135" y="10"/>
                    </a:lnTo>
                    <a:lnTo>
                      <a:pt x="137" y="10"/>
                    </a:lnTo>
                    <a:lnTo>
                      <a:pt x="137" y="10"/>
                    </a:lnTo>
                    <a:lnTo>
                      <a:pt x="139" y="10"/>
                    </a:lnTo>
                    <a:lnTo>
                      <a:pt x="139" y="10"/>
                    </a:lnTo>
                    <a:lnTo>
                      <a:pt x="139" y="10"/>
                    </a:lnTo>
                    <a:lnTo>
                      <a:pt x="139" y="10"/>
                    </a:lnTo>
                    <a:lnTo>
                      <a:pt x="142" y="10"/>
                    </a:lnTo>
                    <a:lnTo>
                      <a:pt x="142" y="10"/>
                    </a:lnTo>
                    <a:lnTo>
                      <a:pt x="142" y="10"/>
                    </a:lnTo>
                    <a:lnTo>
                      <a:pt x="144" y="10"/>
                    </a:lnTo>
                    <a:lnTo>
                      <a:pt x="144" y="10"/>
                    </a:lnTo>
                    <a:lnTo>
                      <a:pt x="146" y="10"/>
                    </a:lnTo>
                    <a:lnTo>
                      <a:pt x="146" y="10"/>
                    </a:lnTo>
                    <a:lnTo>
                      <a:pt x="146" y="10"/>
                    </a:lnTo>
                    <a:lnTo>
                      <a:pt x="149" y="10"/>
                    </a:lnTo>
                    <a:lnTo>
                      <a:pt x="149" y="10"/>
                    </a:lnTo>
                    <a:lnTo>
                      <a:pt x="149" y="10"/>
                    </a:lnTo>
                    <a:lnTo>
                      <a:pt x="149" y="10"/>
                    </a:lnTo>
                    <a:lnTo>
                      <a:pt x="151" y="10"/>
                    </a:lnTo>
                    <a:lnTo>
                      <a:pt x="151" y="10"/>
                    </a:lnTo>
                    <a:lnTo>
                      <a:pt x="154" y="10"/>
                    </a:lnTo>
                    <a:lnTo>
                      <a:pt x="154" y="10"/>
                    </a:lnTo>
                    <a:lnTo>
                      <a:pt x="154" y="10"/>
                    </a:lnTo>
                    <a:lnTo>
                      <a:pt x="154" y="12"/>
                    </a:lnTo>
                    <a:lnTo>
                      <a:pt x="156" y="12"/>
                    </a:lnTo>
                    <a:lnTo>
                      <a:pt x="156" y="12"/>
                    </a:lnTo>
                    <a:lnTo>
                      <a:pt x="156" y="12"/>
                    </a:lnTo>
                    <a:lnTo>
                      <a:pt x="158" y="12"/>
                    </a:lnTo>
                    <a:lnTo>
                      <a:pt x="158" y="12"/>
                    </a:lnTo>
                    <a:lnTo>
                      <a:pt x="158" y="12"/>
                    </a:lnTo>
                    <a:lnTo>
                      <a:pt x="161" y="12"/>
                    </a:lnTo>
                    <a:lnTo>
                      <a:pt x="161" y="12"/>
                    </a:lnTo>
                    <a:lnTo>
                      <a:pt x="161" y="12"/>
                    </a:lnTo>
                    <a:lnTo>
                      <a:pt x="161" y="12"/>
                    </a:lnTo>
                    <a:lnTo>
                      <a:pt x="163" y="12"/>
                    </a:lnTo>
                    <a:lnTo>
                      <a:pt x="163" y="12"/>
                    </a:lnTo>
                    <a:lnTo>
                      <a:pt x="163" y="12"/>
                    </a:lnTo>
                    <a:lnTo>
                      <a:pt x="165" y="12"/>
                    </a:lnTo>
                    <a:lnTo>
                      <a:pt x="165" y="12"/>
                    </a:lnTo>
                    <a:lnTo>
                      <a:pt x="168" y="12"/>
                    </a:lnTo>
                    <a:lnTo>
                      <a:pt x="168" y="12"/>
                    </a:lnTo>
                    <a:lnTo>
                      <a:pt x="168" y="12"/>
                    </a:lnTo>
                    <a:lnTo>
                      <a:pt x="168" y="15"/>
                    </a:lnTo>
                    <a:lnTo>
                      <a:pt x="170" y="15"/>
                    </a:lnTo>
                    <a:lnTo>
                      <a:pt x="170" y="15"/>
                    </a:lnTo>
                    <a:lnTo>
                      <a:pt x="172" y="15"/>
                    </a:lnTo>
                    <a:lnTo>
                      <a:pt x="172" y="15"/>
                    </a:lnTo>
                    <a:lnTo>
                      <a:pt x="172" y="15"/>
                    </a:lnTo>
                    <a:lnTo>
                      <a:pt x="172" y="15"/>
                    </a:lnTo>
                    <a:lnTo>
                      <a:pt x="175" y="15"/>
                    </a:lnTo>
                    <a:lnTo>
                      <a:pt x="175" y="15"/>
                    </a:lnTo>
                    <a:lnTo>
                      <a:pt x="175" y="15"/>
                    </a:lnTo>
                    <a:lnTo>
                      <a:pt x="177" y="15"/>
                    </a:lnTo>
                    <a:lnTo>
                      <a:pt x="177" y="15"/>
                    </a:lnTo>
                    <a:lnTo>
                      <a:pt x="180" y="15"/>
                    </a:lnTo>
                    <a:lnTo>
                      <a:pt x="180" y="17"/>
                    </a:lnTo>
                    <a:lnTo>
                      <a:pt x="180" y="17"/>
                    </a:lnTo>
                    <a:lnTo>
                      <a:pt x="180" y="17"/>
                    </a:lnTo>
                    <a:lnTo>
                      <a:pt x="182" y="17"/>
                    </a:lnTo>
                    <a:lnTo>
                      <a:pt x="182" y="17"/>
                    </a:lnTo>
                    <a:lnTo>
                      <a:pt x="182" y="17"/>
                    </a:lnTo>
                    <a:lnTo>
                      <a:pt x="182" y="19"/>
                    </a:lnTo>
                    <a:lnTo>
                      <a:pt x="182" y="19"/>
                    </a:lnTo>
                    <a:lnTo>
                      <a:pt x="182" y="19"/>
                    </a:lnTo>
                    <a:lnTo>
                      <a:pt x="180" y="19"/>
                    </a:lnTo>
                    <a:lnTo>
                      <a:pt x="180" y="19"/>
                    </a:lnTo>
                    <a:lnTo>
                      <a:pt x="180" y="19"/>
                    </a:lnTo>
                    <a:lnTo>
                      <a:pt x="180" y="19"/>
                    </a:lnTo>
                    <a:lnTo>
                      <a:pt x="177" y="19"/>
                    </a:lnTo>
                    <a:lnTo>
                      <a:pt x="177" y="19"/>
                    </a:lnTo>
                    <a:lnTo>
                      <a:pt x="177" y="19"/>
                    </a:lnTo>
                    <a:lnTo>
                      <a:pt x="175" y="19"/>
                    </a:lnTo>
                    <a:lnTo>
                      <a:pt x="175" y="19"/>
                    </a:lnTo>
                    <a:lnTo>
                      <a:pt x="175" y="19"/>
                    </a:lnTo>
                    <a:lnTo>
                      <a:pt x="172" y="19"/>
                    </a:lnTo>
                    <a:lnTo>
                      <a:pt x="172" y="22"/>
                    </a:lnTo>
                    <a:lnTo>
                      <a:pt x="172" y="22"/>
                    </a:lnTo>
                    <a:lnTo>
                      <a:pt x="172" y="22"/>
                    </a:lnTo>
                    <a:lnTo>
                      <a:pt x="170" y="22"/>
                    </a:lnTo>
                    <a:lnTo>
                      <a:pt x="170" y="22"/>
                    </a:lnTo>
                    <a:lnTo>
                      <a:pt x="170" y="22"/>
                    </a:lnTo>
                    <a:lnTo>
                      <a:pt x="170" y="22"/>
                    </a:lnTo>
                    <a:lnTo>
                      <a:pt x="170" y="22"/>
                    </a:lnTo>
                    <a:lnTo>
                      <a:pt x="170" y="24"/>
                    </a:lnTo>
                    <a:lnTo>
                      <a:pt x="172" y="24"/>
                    </a:lnTo>
                    <a:lnTo>
                      <a:pt x="172" y="24"/>
                    </a:lnTo>
                    <a:lnTo>
                      <a:pt x="172" y="24"/>
                    </a:lnTo>
                    <a:lnTo>
                      <a:pt x="172" y="24"/>
                    </a:lnTo>
                    <a:lnTo>
                      <a:pt x="172" y="24"/>
                    </a:lnTo>
                    <a:lnTo>
                      <a:pt x="172" y="24"/>
                    </a:lnTo>
                    <a:lnTo>
                      <a:pt x="170" y="24"/>
                    </a:lnTo>
                    <a:lnTo>
                      <a:pt x="170" y="26"/>
                    </a:lnTo>
                    <a:lnTo>
                      <a:pt x="170" y="26"/>
                    </a:lnTo>
                    <a:lnTo>
                      <a:pt x="168" y="26"/>
                    </a:lnTo>
                    <a:lnTo>
                      <a:pt x="168" y="26"/>
                    </a:lnTo>
                    <a:lnTo>
                      <a:pt x="168" y="29"/>
                    </a:lnTo>
                    <a:lnTo>
                      <a:pt x="168" y="29"/>
                    </a:lnTo>
                    <a:lnTo>
                      <a:pt x="168" y="29"/>
                    </a:lnTo>
                    <a:lnTo>
                      <a:pt x="165" y="29"/>
                    </a:lnTo>
                    <a:lnTo>
                      <a:pt x="165" y="29"/>
                    </a:lnTo>
                    <a:lnTo>
                      <a:pt x="165" y="29"/>
                    </a:lnTo>
                    <a:lnTo>
                      <a:pt x="163" y="29"/>
                    </a:lnTo>
                    <a:lnTo>
                      <a:pt x="163" y="29"/>
                    </a:lnTo>
                    <a:lnTo>
                      <a:pt x="163" y="31"/>
                    </a:lnTo>
                    <a:lnTo>
                      <a:pt x="163" y="31"/>
                    </a:lnTo>
                    <a:lnTo>
                      <a:pt x="161" y="31"/>
                    </a:lnTo>
                    <a:lnTo>
                      <a:pt x="161" y="31"/>
                    </a:lnTo>
                    <a:lnTo>
                      <a:pt x="161" y="31"/>
                    </a:lnTo>
                    <a:lnTo>
                      <a:pt x="158" y="31"/>
                    </a:lnTo>
                    <a:lnTo>
                      <a:pt x="158" y="31"/>
                    </a:lnTo>
                    <a:lnTo>
                      <a:pt x="156" y="31"/>
                    </a:lnTo>
                    <a:lnTo>
                      <a:pt x="156" y="31"/>
                    </a:lnTo>
                    <a:lnTo>
                      <a:pt x="156" y="31"/>
                    </a:lnTo>
                    <a:lnTo>
                      <a:pt x="156" y="31"/>
                    </a:lnTo>
                    <a:lnTo>
                      <a:pt x="154" y="31"/>
                    </a:lnTo>
                    <a:lnTo>
                      <a:pt x="154" y="31"/>
                    </a:lnTo>
                    <a:lnTo>
                      <a:pt x="154" y="31"/>
                    </a:lnTo>
                    <a:lnTo>
                      <a:pt x="151" y="31"/>
                    </a:lnTo>
                    <a:lnTo>
                      <a:pt x="151" y="31"/>
                    </a:lnTo>
                    <a:lnTo>
                      <a:pt x="149" y="31"/>
                    </a:lnTo>
                    <a:lnTo>
                      <a:pt x="149" y="31"/>
                    </a:lnTo>
                    <a:lnTo>
                      <a:pt x="149" y="31"/>
                    </a:lnTo>
                    <a:lnTo>
                      <a:pt x="149" y="31"/>
                    </a:lnTo>
                    <a:lnTo>
                      <a:pt x="146" y="31"/>
                    </a:lnTo>
                    <a:lnTo>
                      <a:pt x="146" y="31"/>
                    </a:lnTo>
                    <a:lnTo>
                      <a:pt x="146" y="31"/>
                    </a:lnTo>
                    <a:lnTo>
                      <a:pt x="144" y="31"/>
                    </a:lnTo>
                    <a:lnTo>
                      <a:pt x="144" y="31"/>
                    </a:lnTo>
                    <a:lnTo>
                      <a:pt x="144" y="31"/>
                    </a:lnTo>
                    <a:lnTo>
                      <a:pt x="144" y="31"/>
                    </a:lnTo>
                    <a:lnTo>
                      <a:pt x="146" y="31"/>
                    </a:lnTo>
                    <a:lnTo>
                      <a:pt x="146" y="31"/>
                    </a:lnTo>
                    <a:lnTo>
                      <a:pt x="146" y="31"/>
                    </a:lnTo>
                    <a:lnTo>
                      <a:pt x="146" y="34"/>
                    </a:lnTo>
                    <a:lnTo>
                      <a:pt x="146" y="34"/>
                    </a:lnTo>
                    <a:lnTo>
                      <a:pt x="144" y="34"/>
                    </a:lnTo>
                    <a:lnTo>
                      <a:pt x="144" y="34"/>
                    </a:lnTo>
                    <a:lnTo>
                      <a:pt x="144" y="34"/>
                    </a:lnTo>
                    <a:lnTo>
                      <a:pt x="142" y="34"/>
                    </a:lnTo>
                    <a:lnTo>
                      <a:pt x="142" y="34"/>
                    </a:lnTo>
                    <a:lnTo>
                      <a:pt x="142" y="34"/>
                    </a:lnTo>
                    <a:lnTo>
                      <a:pt x="139" y="34"/>
                    </a:lnTo>
                    <a:lnTo>
                      <a:pt x="139" y="34"/>
                    </a:lnTo>
                    <a:lnTo>
                      <a:pt x="139" y="34"/>
                    </a:lnTo>
                    <a:lnTo>
                      <a:pt x="137" y="34"/>
                    </a:lnTo>
                    <a:lnTo>
                      <a:pt x="137" y="34"/>
                    </a:lnTo>
                    <a:lnTo>
                      <a:pt x="135" y="34"/>
                    </a:lnTo>
                    <a:lnTo>
                      <a:pt x="135" y="34"/>
                    </a:lnTo>
                    <a:lnTo>
                      <a:pt x="135" y="34"/>
                    </a:lnTo>
                    <a:lnTo>
                      <a:pt x="132" y="34"/>
                    </a:lnTo>
                    <a:lnTo>
                      <a:pt x="132" y="34"/>
                    </a:lnTo>
                    <a:lnTo>
                      <a:pt x="132" y="34"/>
                    </a:lnTo>
                    <a:lnTo>
                      <a:pt x="130" y="34"/>
                    </a:lnTo>
                    <a:lnTo>
                      <a:pt x="130" y="34"/>
                    </a:lnTo>
                    <a:lnTo>
                      <a:pt x="130" y="36"/>
                    </a:lnTo>
                    <a:lnTo>
                      <a:pt x="127" y="36"/>
                    </a:lnTo>
                    <a:lnTo>
                      <a:pt x="127" y="36"/>
                    </a:lnTo>
                    <a:lnTo>
                      <a:pt x="127" y="34"/>
                    </a:lnTo>
                    <a:lnTo>
                      <a:pt x="127" y="34"/>
                    </a:lnTo>
                    <a:lnTo>
                      <a:pt x="125" y="34"/>
                    </a:lnTo>
                    <a:lnTo>
                      <a:pt x="125" y="34"/>
                    </a:lnTo>
                    <a:lnTo>
                      <a:pt x="125" y="36"/>
                    </a:lnTo>
                    <a:lnTo>
                      <a:pt x="123" y="36"/>
                    </a:lnTo>
                    <a:lnTo>
                      <a:pt x="123" y="36"/>
                    </a:lnTo>
                    <a:lnTo>
                      <a:pt x="123" y="36"/>
                    </a:lnTo>
                    <a:lnTo>
                      <a:pt x="123" y="36"/>
                    </a:lnTo>
                    <a:lnTo>
                      <a:pt x="120" y="36"/>
                    </a:lnTo>
                    <a:lnTo>
                      <a:pt x="120" y="36"/>
                    </a:lnTo>
                    <a:lnTo>
                      <a:pt x="120" y="36"/>
                    </a:lnTo>
                    <a:lnTo>
                      <a:pt x="118" y="36"/>
                    </a:lnTo>
                    <a:lnTo>
                      <a:pt x="118" y="36"/>
                    </a:lnTo>
                    <a:lnTo>
                      <a:pt x="116" y="36"/>
                    </a:lnTo>
                    <a:lnTo>
                      <a:pt x="116" y="36"/>
                    </a:lnTo>
                    <a:lnTo>
                      <a:pt x="116" y="36"/>
                    </a:lnTo>
                    <a:lnTo>
                      <a:pt x="116" y="36"/>
                    </a:lnTo>
                    <a:lnTo>
                      <a:pt x="113" y="36"/>
                    </a:lnTo>
                    <a:lnTo>
                      <a:pt x="113" y="36"/>
                    </a:lnTo>
                    <a:lnTo>
                      <a:pt x="113" y="36"/>
                    </a:lnTo>
                    <a:lnTo>
                      <a:pt x="111" y="36"/>
                    </a:lnTo>
                    <a:lnTo>
                      <a:pt x="111" y="34"/>
                    </a:lnTo>
                    <a:lnTo>
                      <a:pt x="111" y="34"/>
                    </a:lnTo>
                    <a:lnTo>
                      <a:pt x="109" y="34"/>
                    </a:lnTo>
                    <a:lnTo>
                      <a:pt x="109" y="34"/>
                    </a:lnTo>
                    <a:lnTo>
                      <a:pt x="109" y="34"/>
                    </a:lnTo>
                    <a:lnTo>
                      <a:pt x="109" y="34"/>
                    </a:lnTo>
                    <a:lnTo>
                      <a:pt x="106" y="34"/>
                    </a:lnTo>
                    <a:lnTo>
                      <a:pt x="106" y="34"/>
                    </a:lnTo>
                    <a:lnTo>
                      <a:pt x="106" y="31"/>
                    </a:lnTo>
                    <a:lnTo>
                      <a:pt x="106" y="31"/>
                    </a:lnTo>
                    <a:lnTo>
                      <a:pt x="106" y="34"/>
                    </a:lnTo>
                    <a:lnTo>
                      <a:pt x="104" y="34"/>
                    </a:lnTo>
                    <a:lnTo>
                      <a:pt x="104" y="34"/>
                    </a:lnTo>
                    <a:lnTo>
                      <a:pt x="101" y="34"/>
                    </a:lnTo>
                    <a:lnTo>
                      <a:pt x="101" y="34"/>
                    </a:lnTo>
                    <a:lnTo>
                      <a:pt x="101" y="34"/>
                    </a:lnTo>
                    <a:lnTo>
                      <a:pt x="99" y="34"/>
                    </a:lnTo>
                    <a:lnTo>
                      <a:pt x="99" y="34"/>
                    </a:lnTo>
                    <a:lnTo>
                      <a:pt x="99" y="34"/>
                    </a:lnTo>
                    <a:lnTo>
                      <a:pt x="97" y="34"/>
                    </a:lnTo>
                    <a:lnTo>
                      <a:pt x="97" y="34"/>
                    </a:lnTo>
                    <a:lnTo>
                      <a:pt x="94" y="34"/>
                    </a:lnTo>
                    <a:lnTo>
                      <a:pt x="94" y="34"/>
                    </a:lnTo>
                    <a:lnTo>
                      <a:pt x="94" y="34"/>
                    </a:lnTo>
                    <a:lnTo>
                      <a:pt x="94" y="34"/>
                    </a:lnTo>
                    <a:lnTo>
                      <a:pt x="92" y="34"/>
                    </a:lnTo>
                    <a:lnTo>
                      <a:pt x="92" y="34"/>
                    </a:lnTo>
                    <a:lnTo>
                      <a:pt x="90" y="34"/>
                    </a:lnTo>
                    <a:lnTo>
                      <a:pt x="90" y="34"/>
                    </a:lnTo>
                    <a:lnTo>
                      <a:pt x="90" y="34"/>
                    </a:lnTo>
                    <a:lnTo>
                      <a:pt x="87" y="34"/>
                    </a:lnTo>
                    <a:lnTo>
                      <a:pt x="87" y="34"/>
                    </a:lnTo>
                    <a:lnTo>
                      <a:pt x="87" y="34"/>
                    </a:lnTo>
                    <a:lnTo>
                      <a:pt x="85" y="34"/>
                    </a:lnTo>
                    <a:lnTo>
                      <a:pt x="85" y="34"/>
                    </a:lnTo>
                    <a:lnTo>
                      <a:pt x="83" y="34"/>
                    </a:lnTo>
                    <a:lnTo>
                      <a:pt x="83" y="34"/>
                    </a:lnTo>
                    <a:lnTo>
                      <a:pt x="83" y="34"/>
                    </a:lnTo>
                    <a:lnTo>
                      <a:pt x="83" y="36"/>
                    </a:lnTo>
                    <a:lnTo>
                      <a:pt x="80" y="36"/>
                    </a:lnTo>
                    <a:lnTo>
                      <a:pt x="80" y="36"/>
                    </a:lnTo>
                    <a:lnTo>
                      <a:pt x="80" y="36"/>
                    </a:lnTo>
                    <a:lnTo>
                      <a:pt x="78" y="36"/>
                    </a:lnTo>
                    <a:lnTo>
                      <a:pt x="78" y="36"/>
                    </a:lnTo>
                    <a:lnTo>
                      <a:pt x="75" y="36"/>
                    </a:lnTo>
                    <a:lnTo>
                      <a:pt x="75" y="36"/>
                    </a:lnTo>
                    <a:lnTo>
                      <a:pt x="75" y="36"/>
                    </a:lnTo>
                    <a:lnTo>
                      <a:pt x="75" y="36"/>
                    </a:lnTo>
                    <a:lnTo>
                      <a:pt x="73" y="36"/>
                    </a:lnTo>
                    <a:lnTo>
                      <a:pt x="73" y="36"/>
                    </a:lnTo>
                    <a:lnTo>
                      <a:pt x="73" y="36"/>
                    </a:lnTo>
                    <a:lnTo>
                      <a:pt x="71" y="36"/>
                    </a:lnTo>
                    <a:lnTo>
                      <a:pt x="71" y="36"/>
                    </a:lnTo>
                    <a:lnTo>
                      <a:pt x="68" y="36"/>
                    </a:lnTo>
                    <a:lnTo>
                      <a:pt x="68" y="36"/>
                    </a:lnTo>
                    <a:lnTo>
                      <a:pt x="68" y="36"/>
                    </a:lnTo>
                    <a:lnTo>
                      <a:pt x="66" y="36"/>
                    </a:lnTo>
                    <a:lnTo>
                      <a:pt x="66" y="36"/>
                    </a:lnTo>
                    <a:lnTo>
                      <a:pt x="66" y="36"/>
                    </a:lnTo>
                    <a:lnTo>
                      <a:pt x="64" y="36"/>
                    </a:lnTo>
                    <a:lnTo>
                      <a:pt x="64" y="36"/>
                    </a:lnTo>
                    <a:lnTo>
                      <a:pt x="61" y="36"/>
                    </a:lnTo>
                    <a:lnTo>
                      <a:pt x="61" y="36"/>
                    </a:lnTo>
                    <a:lnTo>
                      <a:pt x="64" y="36"/>
                    </a:lnTo>
                    <a:lnTo>
                      <a:pt x="64" y="36"/>
                    </a:lnTo>
                    <a:lnTo>
                      <a:pt x="66" y="36"/>
                    </a:lnTo>
                    <a:lnTo>
                      <a:pt x="66" y="36"/>
                    </a:lnTo>
                    <a:lnTo>
                      <a:pt x="66" y="36"/>
                    </a:lnTo>
                    <a:lnTo>
                      <a:pt x="66" y="34"/>
                    </a:lnTo>
                    <a:lnTo>
                      <a:pt x="66" y="34"/>
                    </a:lnTo>
                    <a:lnTo>
                      <a:pt x="66" y="34"/>
                    </a:lnTo>
                    <a:lnTo>
                      <a:pt x="64" y="34"/>
                    </a:lnTo>
                    <a:lnTo>
                      <a:pt x="64" y="34"/>
                    </a:lnTo>
                    <a:lnTo>
                      <a:pt x="64" y="34"/>
                    </a:lnTo>
                    <a:lnTo>
                      <a:pt x="61" y="34"/>
                    </a:lnTo>
                    <a:lnTo>
                      <a:pt x="61" y="34"/>
                    </a:lnTo>
                    <a:lnTo>
                      <a:pt x="61" y="34"/>
                    </a:lnTo>
                    <a:lnTo>
                      <a:pt x="59" y="34"/>
                    </a:lnTo>
                    <a:lnTo>
                      <a:pt x="59" y="34"/>
                    </a:lnTo>
                    <a:lnTo>
                      <a:pt x="56" y="34"/>
                    </a:lnTo>
                    <a:lnTo>
                      <a:pt x="56" y="34"/>
                    </a:lnTo>
                    <a:lnTo>
                      <a:pt x="56" y="34"/>
                    </a:lnTo>
                    <a:lnTo>
                      <a:pt x="56" y="34"/>
                    </a:lnTo>
                    <a:lnTo>
                      <a:pt x="59" y="34"/>
                    </a:lnTo>
                    <a:lnTo>
                      <a:pt x="59" y="34"/>
                    </a:lnTo>
                    <a:lnTo>
                      <a:pt x="61" y="34"/>
                    </a:lnTo>
                    <a:lnTo>
                      <a:pt x="61" y="36"/>
                    </a:lnTo>
                    <a:lnTo>
                      <a:pt x="59" y="36"/>
                    </a:lnTo>
                    <a:lnTo>
                      <a:pt x="59" y="36"/>
                    </a:lnTo>
                    <a:lnTo>
                      <a:pt x="59" y="36"/>
                    </a:lnTo>
                    <a:lnTo>
                      <a:pt x="56" y="36"/>
                    </a:lnTo>
                    <a:lnTo>
                      <a:pt x="56" y="38"/>
                    </a:lnTo>
                    <a:lnTo>
                      <a:pt x="56" y="38"/>
                    </a:lnTo>
                    <a:lnTo>
                      <a:pt x="56" y="38"/>
                    </a:lnTo>
                    <a:lnTo>
                      <a:pt x="56" y="38"/>
                    </a:lnTo>
                    <a:lnTo>
                      <a:pt x="54" y="38"/>
                    </a:lnTo>
                    <a:lnTo>
                      <a:pt x="54" y="41"/>
                    </a:lnTo>
                    <a:lnTo>
                      <a:pt x="54" y="41"/>
                    </a:lnTo>
                    <a:lnTo>
                      <a:pt x="54" y="41"/>
                    </a:lnTo>
                    <a:lnTo>
                      <a:pt x="52" y="41"/>
                    </a:lnTo>
                    <a:lnTo>
                      <a:pt x="52" y="41"/>
                    </a:lnTo>
                    <a:lnTo>
                      <a:pt x="52" y="41"/>
                    </a:lnTo>
                    <a:lnTo>
                      <a:pt x="49" y="41"/>
                    </a:lnTo>
                    <a:lnTo>
                      <a:pt x="49" y="41"/>
                    </a:lnTo>
                    <a:lnTo>
                      <a:pt x="49" y="41"/>
                    </a:lnTo>
                    <a:lnTo>
                      <a:pt x="47" y="41"/>
                    </a:lnTo>
                    <a:lnTo>
                      <a:pt x="47" y="41"/>
                    </a:lnTo>
                    <a:lnTo>
                      <a:pt x="47" y="41"/>
                    </a:lnTo>
                    <a:lnTo>
                      <a:pt x="45" y="41"/>
                    </a:lnTo>
                    <a:lnTo>
                      <a:pt x="45" y="41"/>
                    </a:lnTo>
                    <a:lnTo>
                      <a:pt x="42" y="41"/>
                    </a:lnTo>
                    <a:lnTo>
                      <a:pt x="42" y="41"/>
                    </a:lnTo>
                    <a:lnTo>
                      <a:pt x="42" y="41"/>
                    </a:lnTo>
                    <a:lnTo>
                      <a:pt x="42" y="41"/>
                    </a:lnTo>
                    <a:lnTo>
                      <a:pt x="40" y="41"/>
                    </a:lnTo>
                    <a:lnTo>
                      <a:pt x="40" y="41"/>
                    </a:lnTo>
                    <a:lnTo>
                      <a:pt x="40" y="41"/>
                    </a:lnTo>
                    <a:lnTo>
                      <a:pt x="40" y="38"/>
                    </a:lnTo>
                    <a:lnTo>
                      <a:pt x="38" y="38"/>
                    </a:lnTo>
                    <a:lnTo>
                      <a:pt x="38" y="38"/>
                    </a:lnTo>
                    <a:lnTo>
                      <a:pt x="35" y="38"/>
                    </a:lnTo>
                    <a:lnTo>
                      <a:pt x="35" y="38"/>
                    </a:lnTo>
                    <a:lnTo>
                      <a:pt x="35" y="38"/>
                    </a:lnTo>
                    <a:lnTo>
                      <a:pt x="33" y="38"/>
                    </a:lnTo>
                    <a:lnTo>
                      <a:pt x="33" y="38"/>
                    </a:lnTo>
                    <a:lnTo>
                      <a:pt x="33" y="38"/>
                    </a:lnTo>
                    <a:lnTo>
                      <a:pt x="30" y="38"/>
                    </a:lnTo>
                    <a:lnTo>
                      <a:pt x="30" y="38"/>
                    </a:lnTo>
                    <a:lnTo>
                      <a:pt x="28" y="38"/>
                    </a:lnTo>
                    <a:lnTo>
                      <a:pt x="28" y="38"/>
                    </a:lnTo>
                    <a:lnTo>
                      <a:pt x="28" y="38"/>
                    </a:lnTo>
                    <a:lnTo>
                      <a:pt x="28" y="38"/>
                    </a:lnTo>
                    <a:lnTo>
                      <a:pt x="26" y="38"/>
                    </a:lnTo>
                    <a:lnTo>
                      <a:pt x="26" y="38"/>
                    </a:lnTo>
                    <a:lnTo>
                      <a:pt x="23" y="38"/>
                    </a:lnTo>
                    <a:lnTo>
                      <a:pt x="23" y="36"/>
                    </a:lnTo>
                    <a:lnTo>
                      <a:pt x="23" y="36"/>
                    </a:lnTo>
                    <a:lnTo>
                      <a:pt x="23" y="36"/>
                    </a:lnTo>
                    <a:lnTo>
                      <a:pt x="23" y="36"/>
                    </a:lnTo>
                    <a:lnTo>
                      <a:pt x="21" y="36"/>
                    </a:lnTo>
                    <a:lnTo>
                      <a:pt x="21" y="34"/>
                    </a:lnTo>
                    <a:lnTo>
                      <a:pt x="21" y="34"/>
                    </a:lnTo>
                    <a:lnTo>
                      <a:pt x="21" y="34"/>
                    </a:lnTo>
                    <a:lnTo>
                      <a:pt x="21" y="34"/>
                    </a:lnTo>
                    <a:lnTo>
                      <a:pt x="19" y="34"/>
                    </a:lnTo>
                    <a:lnTo>
                      <a:pt x="19" y="34"/>
                    </a:lnTo>
                    <a:lnTo>
                      <a:pt x="19" y="31"/>
                    </a:lnTo>
                    <a:lnTo>
                      <a:pt x="16" y="31"/>
                    </a:lnTo>
                    <a:lnTo>
                      <a:pt x="16" y="31"/>
                    </a:lnTo>
                    <a:lnTo>
                      <a:pt x="16" y="31"/>
                    </a:lnTo>
                    <a:lnTo>
                      <a:pt x="16" y="31"/>
                    </a:lnTo>
                    <a:lnTo>
                      <a:pt x="14" y="31"/>
                    </a:lnTo>
                    <a:lnTo>
                      <a:pt x="14" y="31"/>
                    </a:lnTo>
                    <a:lnTo>
                      <a:pt x="14" y="31"/>
                    </a:lnTo>
                    <a:lnTo>
                      <a:pt x="12" y="31"/>
                    </a:lnTo>
                    <a:lnTo>
                      <a:pt x="12" y="31"/>
                    </a:lnTo>
                    <a:lnTo>
                      <a:pt x="12" y="31"/>
                    </a:lnTo>
                    <a:lnTo>
                      <a:pt x="9" y="31"/>
                    </a:lnTo>
                    <a:lnTo>
                      <a:pt x="9" y="31"/>
                    </a:lnTo>
                    <a:lnTo>
                      <a:pt x="9" y="31"/>
                    </a:lnTo>
                    <a:lnTo>
                      <a:pt x="9" y="29"/>
                    </a:lnTo>
                    <a:lnTo>
                      <a:pt x="7" y="29"/>
                    </a:lnTo>
                    <a:lnTo>
                      <a:pt x="7" y="29"/>
                    </a:lnTo>
                    <a:lnTo>
                      <a:pt x="7" y="29"/>
                    </a:lnTo>
                    <a:lnTo>
                      <a:pt x="7" y="29"/>
                    </a:lnTo>
                    <a:lnTo>
                      <a:pt x="4" y="29"/>
                    </a:lnTo>
                    <a:lnTo>
                      <a:pt x="4" y="26"/>
                    </a:lnTo>
                    <a:lnTo>
                      <a:pt x="4" y="26"/>
                    </a:lnTo>
                    <a:lnTo>
                      <a:pt x="2" y="26"/>
                    </a:lnTo>
                    <a:lnTo>
                      <a:pt x="2" y="26"/>
                    </a:lnTo>
                    <a:lnTo>
                      <a:pt x="2" y="26"/>
                    </a:lnTo>
                    <a:lnTo>
                      <a:pt x="2" y="26"/>
                    </a:lnTo>
                    <a:lnTo>
                      <a:pt x="0" y="26"/>
                    </a:lnTo>
                    <a:lnTo>
                      <a:pt x="0" y="24"/>
                    </a:lnTo>
                    <a:lnTo>
                      <a:pt x="0" y="24"/>
                    </a:lnTo>
                    <a:lnTo>
                      <a:pt x="0" y="24"/>
                    </a:lnTo>
                    <a:lnTo>
                      <a:pt x="0" y="22"/>
                    </a:lnTo>
                    <a:lnTo>
                      <a:pt x="0" y="22"/>
                    </a:lnTo>
                    <a:lnTo>
                      <a:pt x="0" y="22"/>
                    </a:lnTo>
                    <a:lnTo>
                      <a:pt x="2" y="22"/>
                    </a:lnTo>
                    <a:lnTo>
                      <a:pt x="2" y="22"/>
                    </a:lnTo>
                    <a:lnTo>
                      <a:pt x="2" y="22"/>
                    </a:lnTo>
                    <a:lnTo>
                      <a:pt x="4" y="22"/>
                    </a:lnTo>
                    <a:lnTo>
                      <a:pt x="4" y="22"/>
                    </a:lnTo>
                    <a:lnTo>
                      <a:pt x="4" y="22"/>
                    </a:lnTo>
                    <a:lnTo>
                      <a:pt x="4" y="19"/>
                    </a:lnTo>
                    <a:lnTo>
                      <a:pt x="7" y="19"/>
                    </a:lnTo>
                    <a:lnTo>
                      <a:pt x="7" y="19"/>
                    </a:lnTo>
                    <a:lnTo>
                      <a:pt x="7" y="19"/>
                    </a:lnTo>
                    <a:lnTo>
                      <a:pt x="7" y="19"/>
                    </a:lnTo>
                    <a:lnTo>
                      <a:pt x="4" y="19"/>
                    </a:lnTo>
                    <a:lnTo>
                      <a:pt x="4" y="19"/>
                    </a:lnTo>
                    <a:lnTo>
                      <a:pt x="4" y="17"/>
                    </a:lnTo>
                    <a:lnTo>
                      <a:pt x="2" y="17"/>
                    </a:lnTo>
                    <a:lnTo>
                      <a:pt x="2" y="17"/>
                    </a:lnTo>
                    <a:lnTo>
                      <a:pt x="2" y="17"/>
                    </a:lnTo>
                    <a:lnTo>
                      <a:pt x="2" y="17"/>
                    </a:lnTo>
                    <a:lnTo>
                      <a:pt x="2" y="15"/>
                    </a:lnTo>
                    <a:lnTo>
                      <a:pt x="2" y="15"/>
                    </a:lnTo>
                    <a:lnTo>
                      <a:pt x="2" y="15"/>
                    </a:lnTo>
                    <a:lnTo>
                      <a:pt x="4" y="15"/>
                    </a:lnTo>
                    <a:lnTo>
                      <a:pt x="4" y="15"/>
                    </a:lnTo>
                    <a:lnTo>
                      <a:pt x="4" y="15"/>
                    </a:lnTo>
                    <a:lnTo>
                      <a:pt x="4" y="12"/>
                    </a:lnTo>
                    <a:lnTo>
                      <a:pt x="4" y="12"/>
                    </a:lnTo>
                    <a:lnTo>
                      <a:pt x="4" y="12"/>
                    </a:lnTo>
                    <a:lnTo>
                      <a:pt x="4" y="12"/>
                    </a:lnTo>
                    <a:lnTo>
                      <a:pt x="7" y="12"/>
                    </a:lnTo>
                    <a:lnTo>
                      <a:pt x="7" y="12"/>
                    </a:lnTo>
                    <a:lnTo>
                      <a:pt x="7" y="12"/>
                    </a:lnTo>
                    <a:lnTo>
                      <a:pt x="7" y="12"/>
                    </a:lnTo>
                    <a:lnTo>
                      <a:pt x="9" y="12"/>
                    </a:lnTo>
                    <a:lnTo>
                      <a:pt x="9" y="12"/>
                    </a:lnTo>
                    <a:lnTo>
                      <a:pt x="9" y="12"/>
                    </a:lnTo>
                    <a:lnTo>
                      <a:pt x="12" y="12"/>
                    </a:lnTo>
                    <a:lnTo>
                      <a:pt x="12" y="10"/>
                    </a:lnTo>
                    <a:lnTo>
                      <a:pt x="12" y="10"/>
                    </a:lnTo>
                    <a:lnTo>
                      <a:pt x="9" y="10"/>
                    </a:lnTo>
                    <a:lnTo>
                      <a:pt x="9" y="7"/>
                    </a:lnTo>
                    <a:lnTo>
                      <a:pt x="9" y="7"/>
                    </a:lnTo>
                    <a:lnTo>
                      <a:pt x="12" y="7"/>
                    </a:lnTo>
                    <a:lnTo>
                      <a:pt x="12" y="7"/>
                    </a:lnTo>
                    <a:lnTo>
                      <a:pt x="14" y="7"/>
                    </a:lnTo>
                    <a:lnTo>
                      <a:pt x="14" y="5"/>
                    </a:lnTo>
                    <a:lnTo>
                      <a:pt x="14" y="5"/>
                    </a:lnTo>
                    <a:lnTo>
                      <a:pt x="14" y="5"/>
                    </a:lnTo>
                    <a:lnTo>
                      <a:pt x="16" y="5"/>
                    </a:lnTo>
                    <a:lnTo>
                      <a:pt x="16" y="5"/>
                    </a:lnTo>
                    <a:lnTo>
                      <a:pt x="16" y="5"/>
                    </a:lnTo>
                    <a:lnTo>
                      <a:pt x="16" y="5"/>
                    </a:lnTo>
                    <a:lnTo>
                      <a:pt x="19" y="5"/>
                    </a:lnTo>
                    <a:lnTo>
                      <a:pt x="19" y="5"/>
                    </a:lnTo>
                    <a:lnTo>
                      <a:pt x="19" y="5"/>
                    </a:lnTo>
                    <a:lnTo>
                      <a:pt x="21" y="5"/>
                    </a:lnTo>
                    <a:lnTo>
                      <a:pt x="21" y="5"/>
                    </a:lnTo>
                    <a:lnTo>
                      <a:pt x="21" y="5"/>
                    </a:lnTo>
                    <a:lnTo>
                      <a:pt x="21" y="5"/>
                    </a:lnTo>
                    <a:lnTo>
                      <a:pt x="23" y="5"/>
                    </a:lnTo>
                    <a:lnTo>
                      <a:pt x="23" y="5"/>
                    </a:lnTo>
                    <a:lnTo>
                      <a:pt x="23" y="5"/>
                    </a:lnTo>
                    <a:lnTo>
                      <a:pt x="26" y="5"/>
                    </a:lnTo>
                    <a:lnTo>
                      <a:pt x="26" y="5"/>
                    </a:lnTo>
                    <a:lnTo>
                      <a:pt x="26" y="3"/>
                    </a:lnTo>
                    <a:lnTo>
                      <a:pt x="26" y="3"/>
                    </a:lnTo>
                    <a:lnTo>
                      <a:pt x="28" y="3"/>
                    </a:lnTo>
                    <a:lnTo>
                      <a:pt x="28" y="3"/>
                    </a:lnTo>
                    <a:lnTo>
                      <a:pt x="28" y="3"/>
                    </a:lnTo>
                    <a:lnTo>
                      <a:pt x="28" y="3"/>
                    </a:lnTo>
                    <a:lnTo>
                      <a:pt x="30" y="3"/>
                    </a:lnTo>
                    <a:lnTo>
                      <a:pt x="30" y="3"/>
                    </a:lnTo>
                    <a:lnTo>
                      <a:pt x="30" y="3"/>
                    </a:lnTo>
                    <a:lnTo>
                      <a:pt x="33" y="3"/>
                    </a:lnTo>
                    <a:lnTo>
                      <a:pt x="33" y="3"/>
                    </a:lnTo>
                    <a:lnTo>
                      <a:pt x="33" y="3"/>
                    </a:lnTo>
                    <a:lnTo>
                      <a:pt x="33" y="3"/>
                    </a:lnTo>
                    <a:lnTo>
                      <a:pt x="35" y="3"/>
                    </a:lnTo>
                    <a:lnTo>
                      <a:pt x="35" y="0"/>
                    </a:lnTo>
                    <a:lnTo>
                      <a:pt x="35" y="0"/>
                    </a:lnTo>
                    <a:lnTo>
                      <a:pt x="35" y="0"/>
                    </a:lnTo>
                    <a:lnTo>
                      <a:pt x="38" y="0"/>
                    </a:lnTo>
                    <a:lnTo>
                      <a:pt x="38" y="0"/>
                    </a:lnTo>
                    <a:lnTo>
                      <a:pt x="40" y="0"/>
                    </a:lnTo>
                    <a:lnTo>
                      <a:pt x="40" y="0"/>
                    </a:lnTo>
                    <a:lnTo>
                      <a:pt x="40" y="0"/>
                    </a:lnTo>
                    <a:lnTo>
                      <a:pt x="42" y="0"/>
                    </a:lnTo>
                    <a:lnTo>
                      <a:pt x="42" y="0"/>
                    </a:lnTo>
                    <a:lnTo>
                      <a:pt x="42" y="0"/>
                    </a:lnTo>
                    <a:lnTo>
                      <a:pt x="45" y="0"/>
                    </a:lnTo>
                    <a:lnTo>
                      <a:pt x="45" y="0"/>
                    </a:lnTo>
                    <a:lnTo>
                      <a:pt x="47" y="0"/>
                    </a:lnTo>
                    <a:lnTo>
                      <a:pt x="47" y="0"/>
                    </a:lnTo>
                    <a:lnTo>
                      <a:pt x="47" y="0"/>
                    </a:lnTo>
                    <a:lnTo>
                      <a:pt x="47" y="3"/>
                    </a:lnTo>
                    <a:lnTo>
                      <a:pt x="47" y="3"/>
                    </a:lnTo>
                    <a:lnTo>
                      <a:pt x="47" y="3"/>
                    </a:lnTo>
                    <a:lnTo>
                      <a:pt x="47" y="3"/>
                    </a:lnTo>
                    <a:lnTo>
                      <a:pt x="49" y="3"/>
                    </a:lnTo>
                    <a:lnTo>
                      <a:pt x="49" y="3"/>
                    </a:lnTo>
                    <a:lnTo>
                      <a:pt x="49" y="3"/>
                    </a:lnTo>
                    <a:lnTo>
                      <a:pt x="49" y="3"/>
                    </a:lnTo>
                    <a:lnTo>
                      <a:pt x="52" y="3"/>
                    </a:lnTo>
                    <a:lnTo>
                      <a:pt x="52" y="3"/>
                    </a:lnTo>
                    <a:lnTo>
                      <a:pt x="54" y="3"/>
                    </a:lnTo>
                    <a:lnTo>
                      <a:pt x="54" y="3"/>
                    </a:lnTo>
                    <a:lnTo>
                      <a:pt x="54" y="3"/>
                    </a:lnTo>
                    <a:lnTo>
                      <a:pt x="54" y="5"/>
                    </a:lnTo>
                    <a:lnTo>
                      <a:pt x="56" y="5"/>
                    </a:lnTo>
                    <a:lnTo>
                      <a:pt x="56" y="5"/>
                    </a:lnTo>
                    <a:lnTo>
                      <a:pt x="56" y="5"/>
                    </a:lnTo>
                    <a:lnTo>
                      <a:pt x="56" y="5"/>
                    </a:lnTo>
                    <a:lnTo>
                      <a:pt x="59" y="5"/>
                    </a:lnTo>
                    <a:lnTo>
                      <a:pt x="59" y="5"/>
                    </a:lnTo>
                    <a:lnTo>
                      <a:pt x="61" y="5"/>
                    </a:lnTo>
                    <a:lnTo>
                      <a:pt x="61" y="5"/>
                    </a:lnTo>
                    <a:lnTo>
                      <a:pt x="61" y="5"/>
                    </a:lnTo>
                    <a:lnTo>
                      <a:pt x="64" y="5"/>
                    </a:lnTo>
                    <a:lnTo>
                      <a:pt x="64" y="5"/>
                    </a:lnTo>
                    <a:lnTo>
                      <a:pt x="66" y="5"/>
                    </a:lnTo>
                    <a:lnTo>
                      <a:pt x="66" y="7"/>
                    </a:lnTo>
                    <a:lnTo>
                      <a:pt x="66" y="7"/>
                    </a:lnTo>
                    <a:lnTo>
                      <a:pt x="66" y="7"/>
                    </a:lnTo>
                    <a:lnTo>
                      <a:pt x="66" y="7"/>
                    </a:lnTo>
                    <a:lnTo>
                      <a:pt x="66" y="7"/>
                    </a:lnTo>
                    <a:lnTo>
                      <a:pt x="66" y="7"/>
                    </a:lnTo>
                    <a:lnTo>
                      <a:pt x="66" y="10"/>
                    </a:lnTo>
                    <a:lnTo>
                      <a:pt x="66" y="10"/>
                    </a:lnTo>
                    <a:lnTo>
                      <a:pt x="66" y="10"/>
                    </a:lnTo>
                    <a:lnTo>
                      <a:pt x="66" y="10"/>
                    </a:lnTo>
                    <a:lnTo>
                      <a:pt x="68" y="10"/>
                    </a:lnTo>
                    <a:lnTo>
                      <a:pt x="68" y="10"/>
                    </a:lnTo>
                    <a:lnTo>
                      <a:pt x="68" y="10"/>
                    </a:lnTo>
                    <a:lnTo>
                      <a:pt x="71" y="10"/>
                    </a:lnTo>
                    <a:lnTo>
                      <a:pt x="71" y="10"/>
                    </a:lnTo>
                    <a:lnTo>
                      <a:pt x="73" y="10"/>
                    </a:lnTo>
                    <a:lnTo>
                      <a:pt x="73" y="10"/>
                    </a:lnTo>
                    <a:lnTo>
                      <a:pt x="73" y="10"/>
                    </a:lnTo>
                    <a:lnTo>
                      <a:pt x="75" y="10"/>
                    </a:lnTo>
                    <a:lnTo>
                      <a:pt x="75" y="10"/>
                    </a:lnTo>
                    <a:lnTo>
                      <a:pt x="75" y="10"/>
                    </a:lnTo>
                    <a:lnTo>
                      <a:pt x="75" y="12"/>
                    </a:lnTo>
                    <a:lnTo>
                      <a:pt x="78" y="12"/>
                    </a:lnTo>
                    <a:lnTo>
                      <a:pt x="78" y="12"/>
                    </a:lnTo>
                    <a:lnTo>
                      <a:pt x="78" y="12"/>
                    </a:lnTo>
                    <a:lnTo>
                      <a:pt x="80" y="12"/>
                    </a:lnTo>
                    <a:lnTo>
                      <a:pt x="80" y="12"/>
                    </a:lnTo>
                    <a:lnTo>
                      <a:pt x="80" y="12"/>
                    </a:lnTo>
                    <a:lnTo>
                      <a:pt x="80" y="12"/>
                    </a:lnTo>
                    <a:lnTo>
                      <a:pt x="83" y="12"/>
                    </a:lnTo>
                    <a:lnTo>
                      <a:pt x="83" y="12"/>
                    </a:lnTo>
                    <a:lnTo>
                      <a:pt x="83" y="12"/>
                    </a:lnTo>
                    <a:lnTo>
                      <a:pt x="85" y="12"/>
                    </a:lnTo>
                    <a:lnTo>
                      <a:pt x="85" y="15"/>
                    </a:lnTo>
                    <a:lnTo>
                      <a:pt x="85" y="15"/>
                    </a:lnTo>
                    <a:lnTo>
                      <a:pt x="85" y="12"/>
                    </a:lnTo>
                    <a:lnTo>
                      <a:pt x="85" y="12"/>
                    </a:lnTo>
                    <a:lnTo>
                      <a:pt x="85" y="12"/>
                    </a:lnTo>
                    <a:lnTo>
                      <a:pt x="85" y="12"/>
                    </a:lnTo>
                    <a:lnTo>
                      <a:pt x="85" y="12"/>
                    </a:lnTo>
                    <a:lnTo>
                      <a:pt x="85" y="10"/>
                    </a:lnTo>
                    <a:lnTo>
                      <a:pt x="85" y="10"/>
                    </a:lnTo>
                    <a:lnTo>
                      <a:pt x="85" y="7"/>
                    </a:lnTo>
                    <a:lnTo>
                      <a:pt x="85" y="7"/>
                    </a:lnTo>
                    <a:lnTo>
                      <a:pt x="85" y="5"/>
                    </a:lnTo>
                    <a:lnTo>
                      <a:pt x="87" y="5"/>
                    </a:lnTo>
                    <a:lnTo>
                      <a:pt x="87" y="5"/>
                    </a:lnTo>
                    <a:lnTo>
                      <a:pt x="85" y="5"/>
                    </a:lnTo>
                    <a:lnTo>
                      <a:pt x="85" y="3"/>
                    </a:lnTo>
                    <a:lnTo>
                      <a:pt x="85" y="3"/>
                    </a:lnTo>
                    <a:lnTo>
                      <a:pt x="87" y="3"/>
                    </a:lnTo>
                    <a:lnTo>
                      <a:pt x="87" y="3"/>
                    </a:lnTo>
                    <a:lnTo>
                      <a:pt x="87" y="3"/>
                    </a:lnTo>
                    <a:lnTo>
                      <a:pt x="90" y="3"/>
                    </a:lnTo>
                    <a:lnTo>
                      <a:pt x="90" y="3"/>
                    </a:lnTo>
                    <a:lnTo>
                      <a:pt x="90" y="3"/>
                    </a:lnTo>
                    <a:lnTo>
                      <a:pt x="90" y="3"/>
                    </a:lnTo>
                    <a:lnTo>
                      <a:pt x="92" y="3"/>
                    </a:lnTo>
                    <a:lnTo>
                      <a:pt x="92" y="3"/>
                    </a:lnTo>
                    <a:lnTo>
                      <a:pt x="94" y="3"/>
                    </a:lnTo>
                    <a:lnTo>
                      <a:pt x="94" y="3"/>
                    </a:lnTo>
                    <a:lnTo>
                      <a:pt x="94" y="3"/>
                    </a:lnTo>
                    <a:lnTo>
                      <a:pt x="97" y="3"/>
                    </a:lnTo>
                    <a:lnTo>
                      <a:pt x="97" y="3"/>
                    </a:lnTo>
                    <a:lnTo>
                      <a:pt x="97" y="3"/>
                    </a:lnTo>
                    <a:lnTo>
                      <a:pt x="97" y="3"/>
                    </a:lnTo>
                    <a:lnTo>
                      <a:pt x="94" y="3"/>
                    </a:lnTo>
                    <a:lnTo>
                      <a:pt x="94" y="3"/>
                    </a:lnTo>
                    <a:lnTo>
                      <a:pt x="94" y="3"/>
                    </a:lnTo>
                    <a:lnTo>
                      <a:pt x="94" y="0"/>
                    </a:lnTo>
                    <a:lnTo>
                      <a:pt x="94" y="0"/>
                    </a:lnTo>
                    <a:lnTo>
                      <a:pt x="97" y="0"/>
                    </a:lnTo>
                    <a:lnTo>
                      <a:pt x="9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9" name="Freeform 57"/>
              <p:cNvSpPr>
                <a:spLocks/>
              </p:cNvSpPr>
              <p:nvPr/>
            </p:nvSpPr>
            <p:spPr bwMode="auto">
              <a:xfrm>
                <a:off x="3870" y="1374"/>
                <a:ext cx="69" cy="216"/>
              </a:xfrm>
              <a:custGeom>
                <a:avLst/>
                <a:gdLst/>
                <a:ahLst/>
                <a:cxnLst>
                  <a:cxn ang="0">
                    <a:pos x="31" y="5"/>
                  </a:cxn>
                  <a:cxn ang="0">
                    <a:pos x="31" y="16"/>
                  </a:cxn>
                  <a:cxn ang="0">
                    <a:pos x="36" y="24"/>
                  </a:cxn>
                  <a:cxn ang="0">
                    <a:pos x="38" y="35"/>
                  </a:cxn>
                  <a:cxn ang="0">
                    <a:pos x="38" y="47"/>
                  </a:cxn>
                  <a:cxn ang="0">
                    <a:pos x="36" y="57"/>
                  </a:cxn>
                  <a:cxn ang="0">
                    <a:pos x="38" y="66"/>
                  </a:cxn>
                  <a:cxn ang="0">
                    <a:pos x="40" y="76"/>
                  </a:cxn>
                  <a:cxn ang="0">
                    <a:pos x="45" y="85"/>
                  </a:cxn>
                  <a:cxn ang="0">
                    <a:pos x="47" y="97"/>
                  </a:cxn>
                  <a:cxn ang="0">
                    <a:pos x="50" y="107"/>
                  </a:cxn>
                  <a:cxn ang="0">
                    <a:pos x="55" y="114"/>
                  </a:cxn>
                  <a:cxn ang="0">
                    <a:pos x="57" y="123"/>
                  </a:cxn>
                  <a:cxn ang="0">
                    <a:pos x="62" y="133"/>
                  </a:cxn>
                  <a:cxn ang="0">
                    <a:pos x="69" y="140"/>
                  </a:cxn>
                  <a:cxn ang="0">
                    <a:pos x="66" y="144"/>
                  </a:cxn>
                  <a:cxn ang="0">
                    <a:pos x="62" y="137"/>
                  </a:cxn>
                  <a:cxn ang="0">
                    <a:pos x="55" y="130"/>
                  </a:cxn>
                  <a:cxn ang="0">
                    <a:pos x="45" y="130"/>
                  </a:cxn>
                  <a:cxn ang="0">
                    <a:pos x="36" y="130"/>
                  </a:cxn>
                  <a:cxn ang="0">
                    <a:pos x="31" y="140"/>
                  </a:cxn>
                  <a:cxn ang="0">
                    <a:pos x="26" y="147"/>
                  </a:cxn>
                  <a:cxn ang="0">
                    <a:pos x="24" y="156"/>
                  </a:cxn>
                  <a:cxn ang="0">
                    <a:pos x="21" y="166"/>
                  </a:cxn>
                  <a:cxn ang="0">
                    <a:pos x="26" y="175"/>
                  </a:cxn>
                  <a:cxn ang="0">
                    <a:pos x="33" y="180"/>
                  </a:cxn>
                  <a:cxn ang="0">
                    <a:pos x="36" y="189"/>
                  </a:cxn>
                  <a:cxn ang="0">
                    <a:pos x="43" y="194"/>
                  </a:cxn>
                  <a:cxn ang="0">
                    <a:pos x="43" y="204"/>
                  </a:cxn>
                  <a:cxn ang="0">
                    <a:pos x="40" y="213"/>
                  </a:cxn>
                  <a:cxn ang="0">
                    <a:pos x="38" y="201"/>
                  </a:cxn>
                  <a:cxn ang="0">
                    <a:pos x="28" y="199"/>
                  </a:cxn>
                  <a:cxn ang="0">
                    <a:pos x="21" y="197"/>
                  </a:cxn>
                  <a:cxn ang="0">
                    <a:pos x="17" y="204"/>
                  </a:cxn>
                  <a:cxn ang="0">
                    <a:pos x="12" y="213"/>
                  </a:cxn>
                  <a:cxn ang="0">
                    <a:pos x="7" y="208"/>
                  </a:cxn>
                  <a:cxn ang="0">
                    <a:pos x="5" y="199"/>
                  </a:cxn>
                  <a:cxn ang="0">
                    <a:pos x="10" y="189"/>
                  </a:cxn>
                  <a:cxn ang="0">
                    <a:pos x="10" y="180"/>
                  </a:cxn>
                  <a:cxn ang="0">
                    <a:pos x="10" y="168"/>
                  </a:cxn>
                  <a:cxn ang="0">
                    <a:pos x="14" y="159"/>
                  </a:cxn>
                  <a:cxn ang="0">
                    <a:pos x="10" y="149"/>
                  </a:cxn>
                  <a:cxn ang="0">
                    <a:pos x="7" y="140"/>
                  </a:cxn>
                  <a:cxn ang="0">
                    <a:pos x="10" y="130"/>
                  </a:cxn>
                  <a:cxn ang="0">
                    <a:pos x="12" y="118"/>
                  </a:cxn>
                  <a:cxn ang="0">
                    <a:pos x="12" y="107"/>
                  </a:cxn>
                  <a:cxn ang="0">
                    <a:pos x="10" y="97"/>
                  </a:cxn>
                  <a:cxn ang="0">
                    <a:pos x="12" y="88"/>
                  </a:cxn>
                  <a:cxn ang="0">
                    <a:pos x="12" y="78"/>
                  </a:cxn>
                  <a:cxn ang="0">
                    <a:pos x="7" y="71"/>
                  </a:cxn>
                  <a:cxn ang="0">
                    <a:pos x="5" y="66"/>
                  </a:cxn>
                  <a:cxn ang="0">
                    <a:pos x="2" y="57"/>
                  </a:cxn>
                  <a:cxn ang="0">
                    <a:pos x="2" y="50"/>
                  </a:cxn>
                  <a:cxn ang="0">
                    <a:pos x="7" y="38"/>
                  </a:cxn>
                  <a:cxn ang="0">
                    <a:pos x="5" y="28"/>
                  </a:cxn>
                  <a:cxn ang="0">
                    <a:pos x="7" y="24"/>
                  </a:cxn>
                  <a:cxn ang="0">
                    <a:pos x="17" y="21"/>
                  </a:cxn>
                  <a:cxn ang="0">
                    <a:pos x="24" y="14"/>
                  </a:cxn>
                  <a:cxn ang="0">
                    <a:pos x="19" y="7"/>
                  </a:cxn>
                  <a:cxn ang="0">
                    <a:pos x="17" y="2"/>
                  </a:cxn>
                  <a:cxn ang="0">
                    <a:pos x="26" y="0"/>
                  </a:cxn>
                </a:cxnLst>
                <a:rect l="0" t="0" r="r" b="b"/>
                <a:pathLst>
                  <a:path w="69" h="216">
                    <a:moveTo>
                      <a:pt x="26" y="0"/>
                    </a:moveTo>
                    <a:lnTo>
                      <a:pt x="26" y="0"/>
                    </a:lnTo>
                    <a:lnTo>
                      <a:pt x="26" y="0"/>
                    </a:lnTo>
                    <a:lnTo>
                      <a:pt x="26" y="0"/>
                    </a:lnTo>
                    <a:lnTo>
                      <a:pt x="26" y="2"/>
                    </a:lnTo>
                    <a:lnTo>
                      <a:pt x="28" y="2"/>
                    </a:lnTo>
                    <a:lnTo>
                      <a:pt x="28" y="2"/>
                    </a:lnTo>
                    <a:lnTo>
                      <a:pt x="28" y="2"/>
                    </a:lnTo>
                    <a:lnTo>
                      <a:pt x="28" y="2"/>
                    </a:lnTo>
                    <a:lnTo>
                      <a:pt x="28" y="5"/>
                    </a:lnTo>
                    <a:lnTo>
                      <a:pt x="31" y="5"/>
                    </a:lnTo>
                    <a:lnTo>
                      <a:pt x="31" y="5"/>
                    </a:lnTo>
                    <a:lnTo>
                      <a:pt x="31" y="5"/>
                    </a:lnTo>
                    <a:lnTo>
                      <a:pt x="31" y="7"/>
                    </a:lnTo>
                    <a:lnTo>
                      <a:pt x="31" y="7"/>
                    </a:lnTo>
                    <a:lnTo>
                      <a:pt x="31" y="9"/>
                    </a:lnTo>
                    <a:lnTo>
                      <a:pt x="31" y="9"/>
                    </a:lnTo>
                    <a:lnTo>
                      <a:pt x="31" y="9"/>
                    </a:lnTo>
                    <a:lnTo>
                      <a:pt x="31" y="12"/>
                    </a:lnTo>
                    <a:lnTo>
                      <a:pt x="28" y="12"/>
                    </a:lnTo>
                    <a:lnTo>
                      <a:pt x="28" y="12"/>
                    </a:lnTo>
                    <a:lnTo>
                      <a:pt x="28" y="12"/>
                    </a:lnTo>
                    <a:lnTo>
                      <a:pt x="28" y="14"/>
                    </a:lnTo>
                    <a:lnTo>
                      <a:pt x="28" y="14"/>
                    </a:lnTo>
                    <a:lnTo>
                      <a:pt x="31" y="14"/>
                    </a:lnTo>
                    <a:lnTo>
                      <a:pt x="31" y="16"/>
                    </a:lnTo>
                    <a:lnTo>
                      <a:pt x="31" y="16"/>
                    </a:lnTo>
                    <a:lnTo>
                      <a:pt x="31" y="16"/>
                    </a:lnTo>
                    <a:lnTo>
                      <a:pt x="31" y="19"/>
                    </a:lnTo>
                    <a:lnTo>
                      <a:pt x="33" y="19"/>
                    </a:lnTo>
                    <a:lnTo>
                      <a:pt x="33" y="19"/>
                    </a:lnTo>
                    <a:lnTo>
                      <a:pt x="33" y="21"/>
                    </a:lnTo>
                    <a:lnTo>
                      <a:pt x="33" y="21"/>
                    </a:lnTo>
                    <a:lnTo>
                      <a:pt x="33" y="21"/>
                    </a:lnTo>
                    <a:lnTo>
                      <a:pt x="33" y="21"/>
                    </a:lnTo>
                    <a:lnTo>
                      <a:pt x="33" y="21"/>
                    </a:lnTo>
                    <a:lnTo>
                      <a:pt x="33" y="24"/>
                    </a:lnTo>
                    <a:lnTo>
                      <a:pt x="36" y="24"/>
                    </a:lnTo>
                    <a:lnTo>
                      <a:pt x="36" y="24"/>
                    </a:lnTo>
                    <a:lnTo>
                      <a:pt x="36" y="26"/>
                    </a:lnTo>
                    <a:lnTo>
                      <a:pt x="36" y="26"/>
                    </a:lnTo>
                    <a:lnTo>
                      <a:pt x="36" y="26"/>
                    </a:lnTo>
                    <a:lnTo>
                      <a:pt x="36" y="28"/>
                    </a:lnTo>
                    <a:lnTo>
                      <a:pt x="36" y="28"/>
                    </a:lnTo>
                    <a:lnTo>
                      <a:pt x="36" y="28"/>
                    </a:lnTo>
                    <a:lnTo>
                      <a:pt x="36" y="31"/>
                    </a:lnTo>
                    <a:lnTo>
                      <a:pt x="38" y="31"/>
                    </a:lnTo>
                    <a:lnTo>
                      <a:pt x="38" y="31"/>
                    </a:lnTo>
                    <a:lnTo>
                      <a:pt x="38" y="31"/>
                    </a:lnTo>
                    <a:lnTo>
                      <a:pt x="38" y="33"/>
                    </a:lnTo>
                    <a:lnTo>
                      <a:pt x="38" y="33"/>
                    </a:lnTo>
                    <a:lnTo>
                      <a:pt x="38" y="35"/>
                    </a:lnTo>
                    <a:lnTo>
                      <a:pt x="38" y="35"/>
                    </a:lnTo>
                    <a:lnTo>
                      <a:pt x="38" y="35"/>
                    </a:lnTo>
                    <a:lnTo>
                      <a:pt x="38" y="38"/>
                    </a:lnTo>
                    <a:lnTo>
                      <a:pt x="38" y="38"/>
                    </a:lnTo>
                    <a:lnTo>
                      <a:pt x="38" y="40"/>
                    </a:lnTo>
                    <a:lnTo>
                      <a:pt x="38" y="40"/>
                    </a:lnTo>
                    <a:lnTo>
                      <a:pt x="38" y="40"/>
                    </a:lnTo>
                    <a:lnTo>
                      <a:pt x="38" y="43"/>
                    </a:lnTo>
                    <a:lnTo>
                      <a:pt x="38" y="43"/>
                    </a:lnTo>
                    <a:lnTo>
                      <a:pt x="38" y="45"/>
                    </a:lnTo>
                    <a:lnTo>
                      <a:pt x="38" y="45"/>
                    </a:lnTo>
                    <a:lnTo>
                      <a:pt x="38" y="47"/>
                    </a:lnTo>
                    <a:lnTo>
                      <a:pt x="38" y="47"/>
                    </a:lnTo>
                    <a:lnTo>
                      <a:pt x="38" y="50"/>
                    </a:lnTo>
                    <a:lnTo>
                      <a:pt x="38" y="50"/>
                    </a:lnTo>
                    <a:lnTo>
                      <a:pt x="38" y="50"/>
                    </a:lnTo>
                    <a:lnTo>
                      <a:pt x="38" y="50"/>
                    </a:lnTo>
                    <a:lnTo>
                      <a:pt x="36" y="50"/>
                    </a:lnTo>
                    <a:lnTo>
                      <a:pt x="36" y="52"/>
                    </a:lnTo>
                    <a:lnTo>
                      <a:pt x="36" y="52"/>
                    </a:lnTo>
                    <a:lnTo>
                      <a:pt x="36" y="52"/>
                    </a:lnTo>
                    <a:lnTo>
                      <a:pt x="36" y="52"/>
                    </a:lnTo>
                    <a:lnTo>
                      <a:pt x="36" y="54"/>
                    </a:lnTo>
                    <a:lnTo>
                      <a:pt x="36" y="54"/>
                    </a:lnTo>
                    <a:lnTo>
                      <a:pt x="36" y="57"/>
                    </a:lnTo>
                    <a:lnTo>
                      <a:pt x="36" y="57"/>
                    </a:lnTo>
                    <a:lnTo>
                      <a:pt x="36" y="59"/>
                    </a:lnTo>
                    <a:lnTo>
                      <a:pt x="36" y="59"/>
                    </a:lnTo>
                    <a:lnTo>
                      <a:pt x="36" y="59"/>
                    </a:lnTo>
                    <a:lnTo>
                      <a:pt x="36" y="59"/>
                    </a:lnTo>
                    <a:lnTo>
                      <a:pt x="36" y="62"/>
                    </a:lnTo>
                    <a:lnTo>
                      <a:pt x="36" y="62"/>
                    </a:lnTo>
                    <a:lnTo>
                      <a:pt x="36" y="62"/>
                    </a:lnTo>
                    <a:lnTo>
                      <a:pt x="36" y="62"/>
                    </a:lnTo>
                    <a:lnTo>
                      <a:pt x="36" y="62"/>
                    </a:lnTo>
                    <a:lnTo>
                      <a:pt x="36" y="64"/>
                    </a:lnTo>
                    <a:lnTo>
                      <a:pt x="36" y="64"/>
                    </a:lnTo>
                    <a:lnTo>
                      <a:pt x="38" y="64"/>
                    </a:lnTo>
                    <a:lnTo>
                      <a:pt x="38" y="66"/>
                    </a:lnTo>
                    <a:lnTo>
                      <a:pt x="38" y="66"/>
                    </a:lnTo>
                    <a:lnTo>
                      <a:pt x="38" y="66"/>
                    </a:lnTo>
                    <a:lnTo>
                      <a:pt x="38" y="69"/>
                    </a:lnTo>
                    <a:lnTo>
                      <a:pt x="40" y="69"/>
                    </a:lnTo>
                    <a:lnTo>
                      <a:pt x="40" y="69"/>
                    </a:lnTo>
                    <a:lnTo>
                      <a:pt x="40" y="71"/>
                    </a:lnTo>
                    <a:lnTo>
                      <a:pt x="40" y="71"/>
                    </a:lnTo>
                    <a:lnTo>
                      <a:pt x="40" y="71"/>
                    </a:lnTo>
                    <a:lnTo>
                      <a:pt x="40" y="71"/>
                    </a:lnTo>
                    <a:lnTo>
                      <a:pt x="40" y="71"/>
                    </a:lnTo>
                    <a:lnTo>
                      <a:pt x="40" y="73"/>
                    </a:lnTo>
                    <a:lnTo>
                      <a:pt x="40" y="73"/>
                    </a:lnTo>
                    <a:lnTo>
                      <a:pt x="40" y="76"/>
                    </a:lnTo>
                    <a:lnTo>
                      <a:pt x="43" y="76"/>
                    </a:lnTo>
                    <a:lnTo>
                      <a:pt x="43" y="76"/>
                    </a:lnTo>
                    <a:lnTo>
                      <a:pt x="43" y="78"/>
                    </a:lnTo>
                    <a:lnTo>
                      <a:pt x="43" y="78"/>
                    </a:lnTo>
                    <a:lnTo>
                      <a:pt x="43" y="78"/>
                    </a:lnTo>
                    <a:lnTo>
                      <a:pt x="43" y="80"/>
                    </a:lnTo>
                    <a:lnTo>
                      <a:pt x="43" y="80"/>
                    </a:lnTo>
                    <a:lnTo>
                      <a:pt x="43" y="80"/>
                    </a:lnTo>
                    <a:lnTo>
                      <a:pt x="43" y="80"/>
                    </a:lnTo>
                    <a:lnTo>
                      <a:pt x="43" y="83"/>
                    </a:lnTo>
                    <a:lnTo>
                      <a:pt x="43" y="83"/>
                    </a:lnTo>
                    <a:lnTo>
                      <a:pt x="45" y="83"/>
                    </a:lnTo>
                    <a:lnTo>
                      <a:pt x="45" y="85"/>
                    </a:lnTo>
                    <a:lnTo>
                      <a:pt x="45" y="85"/>
                    </a:lnTo>
                    <a:lnTo>
                      <a:pt x="45" y="88"/>
                    </a:lnTo>
                    <a:lnTo>
                      <a:pt x="45" y="88"/>
                    </a:lnTo>
                    <a:lnTo>
                      <a:pt x="45" y="88"/>
                    </a:lnTo>
                    <a:lnTo>
                      <a:pt x="45" y="90"/>
                    </a:lnTo>
                    <a:lnTo>
                      <a:pt x="45" y="90"/>
                    </a:lnTo>
                    <a:lnTo>
                      <a:pt x="45" y="90"/>
                    </a:lnTo>
                    <a:lnTo>
                      <a:pt x="45" y="92"/>
                    </a:lnTo>
                    <a:lnTo>
                      <a:pt x="47" y="92"/>
                    </a:lnTo>
                    <a:lnTo>
                      <a:pt x="47" y="92"/>
                    </a:lnTo>
                    <a:lnTo>
                      <a:pt x="47" y="95"/>
                    </a:lnTo>
                    <a:lnTo>
                      <a:pt x="47" y="95"/>
                    </a:lnTo>
                    <a:lnTo>
                      <a:pt x="47" y="97"/>
                    </a:lnTo>
                    <a:lnTo>
                      <a:pt x="47" y="97"/>
                    </a:lnTo>
                    <a:lnTo>
                      <a:pt x="47" y="97"/>
                    </a:lnTo>
                    <a:lnTo>
                      <a:pt x="47" y="99"/>
                    </a:lnTo>
                    <a:lnTo>
                      <a:pt x="47" y="99"/>
                    </a:lnTo>
                    <a:lnTo>
                      <a:pt x="47" y="99"/>
                    </a:lnTo>
                    <a:lnTo>
                      <a:pt x="47" y="99"/>
                    </a:lnTo>
                    <a:lnTo>
                      <a:pt x="47" y="102"/>
                    </a:lnTo>
                    <a:lnTo>
                      <a:pt x="47" y="102"/>
                    </a:lnTo>
                    <a:lnTo>
                      <a:pt x="50" y="102"/>
                    </a:lnTo>
                    <a:lnTo>
                      <a:pt x="50" y="104"/>
                    </a:lnTo>
                    <a:lnTo>
                      <a:pt x="50" y="104"/>
                    </a:lnTo>
                    <a:lnTo>
                      <a:pt x="50" y="104"/>
                    </a:lnTo>
                    <a:lnTo>
                      <a:pt x="50" y="107"/>
                    </a:lnTo>
                    <a:lnTo>
                      <a:pt x="50" y="107"/>
                    </a:lnTo>
                    <a:lnTo>
                      <a:pt x="50" y="107"/>
                    </a:lnTo>
                    <a:lnTo>
                      <a:pt x="50" y="109"/>
                    </a:lnTo>
                    <a:lnTo>
                      <a:pt x="52" y="109"/>
                    </a:lnTo>
                    <a:lnTo>
                      <a:pt x="52" y="109"/>
                    </a:lnTo>
                    <a:lnTo>
                      <a:pt x="52" y="109"/>
                    </a:lnTo>
                    <a:lnTo>
                      <a:pt x="52" y="109"/>
                    </a:lnTo>
                    <a:lnTo>
                      <a:pt x="52" y="111"/>
                    </a:lnTo>
                    <a:lnTo>
                      <a:pt x="55" y="111"/>
                    </a:lnTo>
                    <a:lnTo>
                      <a:pt x="55" y="111"/>
                    </a:lnTo>
                    <a:lnTo>
                      <a:pt x="55" y="114"/>
                    </a:lnTo>
                    <a:lnTo>
                      <a:pt x="55" y="114"/>
                    </a:lnTo>
                    <a:lnTo>
                      <a:pt x="55" y="114"/>
                    </a:lnTo>
                    <a:lnTo>
                      <a:pt x="55" y="116"/>
                    </a:lnTo>
                    <a:lnTo>
                      <a:pt x="55" y="116"/>
                    </a:lnTo>
                    <a:lnTo>
                      <a:pt x="55" y="116"/>
                    </a:lnTo>
                    <a:lnTo>
                      <a:pt x="55" y="118"/>
                    </a:lnTo>
                    <a:lnTo>
                      <a:pt x="55" y="118"/>
                    </a:lnTo>
                    <a:lnTo>
                      <a:pt x="57" y="118"/>
                    </a:lnTo>
                    <a:lnTo>
                      <a:pt x="57" y="118"/>
                    </a:lnTo>
                    <a:lnTo>
                      <a:pt x="57" y="121"/>
                    </a:lnTo>
                    <a:lnTo>
                      <a:pt x="57" y="121"/>
                    </a:lnTo>
                    <a:lnTo>
                      <a:pt x="57" y="121"/>
                    </a:lnTo>
                    <a:lnTo>
                      <a:pt x="57" y="123"/>
                    </a:lnTo>
                    <a:lnTo>
                      <a:pt x="57" y="123"/>
                    </a:lnTo>
                    <a:lnTo>
                      <a:pt x="57" y="123"/>
                    </a:lnTo>
                    <a:lnTo>
                      <a:pt x="57" y="126"/>
                    </a:lnTo>
                    <a:lnTo>
                      <a:pt x="57" y="126"/>
                    </a:lnTo>
                    <a:lnTo>
                      <a:pt x="57" y="128"/>
                    </a:lnTo>
                    <a:lnTo>
                      <a:pt x="59" y="128"/>
                    </a:lnTo>
                    <a:lnTo>
                      <a:pt x="59" y="128"/>
                    </a:lnTo>
                    <a:lnTo>
                      <a:pt x="59" y="130"/>
                    </a:lnTo>
                    <a:lnTo>
                      <a:pt x="59" y="130"/>
                    </a:lnTo>
                    <a:lnTo>
                      <a:pt x="59" y="130"/>
                    </a:lnTo>
                    <a:lnTo>
                      <a:pt x="59" y="130"/>
                    </a:lnTo>
                    <a:lnTo>
                      <a:pt x="62" y="130"/>
                    </a:lnTo>
                    <a:lnTo>
                      <a:pt x="62" y="133"/>
                    </a:lnTo>
                    <a:lnTo>
                      <a:pt x="62" y="133"/>
                    </a:lnTo>
                    <a:lnTo>
                      <a:pt x="62" y="133"/>
                    </a:lnTo>
                    <a:lnTo>
                      <a:pt x="62" y="135"/>
                    </a:lnTo>
                    <a:lnTo>
                      <a:pt x="62" y="135"/>
                    </a:lnTo>
                    <a:lnTo>
                      <a:pt x="62" y="135"/>
                    </a:lnTo>
                    <a:lnTo>
                      <a:pt x="62" y="137"/>
                    </a:lnTo>
                    <a:lnTo>
                      <a:pt x="64" y="137"/>
                    </a:lnTo>
                    <a:lnTo>
                      <a:pt x="64" y="137"/>
                    </a:lnTo>
                    <a:lnTo>
                      <a:pt x="64" y="137"/>
                    </a:lnTo>
                    <a:lnTo>
                      <a:pt x="64" y="137"/>
                    </a:lnTo>
                    <a:lnTo>
                      <a:pt x="66" y="137"/>
                    </a:lnTo>
                    <a:lnTo>
                      <a:pt x="66" y="140"/>
                    </a:lnTo>
                    <a:lnTo>
                      <a:pt x="66" y="140"/>
                    </a:lnTo>
                    <a:lnTo>
                      <a:pt x="69" y="140"/>
                    </a:lnTo>
                    <a:lnTo>
                      <a:pt x="69" y="140"/>
                    </a:lnTo>
                    <a:lnTo>
                      <a:pt x="69" y="140"/>
                    </a:lnTo>
                    <a:lnTo>
                      <a:pt x="69" y="142"/>
                    </a:lnTo>
                    <a:lnTo>
                      <a:pt x="69" y="142"/>
                    </a:lnTo>
                    <a:lnTo>
                      <a:pt x="69" y="144"/>
                    </a:lnTo>
                    <a:lnTo>
                      <a:pt x="69" y="144"/>
                    </a:lnTo>
                    <a:lnTo>
                      <a:pt x="69" y="144"/>
                    </a:lnTo>
                    <a:lnTo>
                      <a:pt x="69" y="144"/>
                    </a:lnTo>
                    <a:lnTo>
                      <a:pt x="69" y="147"/>
                    </a:lnTo>
                    <a:lnTo>
                      <a:pt x="69" y="147"/>
                    </a:lnTo>
                    <a:lnTo>
                      <a:pt x="69" y="147"/>
                    </a:lnTo>
                    <a:lnTo>
                      <a:pt x="66" y="147"/>
                    </a:lnTo>
                    <a:lnTo>
                      <a:pt x="66" y="144"/>
                    </a:lnTo>
                    <a:lnTo>
                      <a:pt x="66" y="144"/>
                    </a:lnTo>
                    <a:lnTo>
                      <a:pt x="66" y="144"/>
                    </a:lnTo>
                    <a:lnTo>
                      <a:pt x="66" y="142"/>
                    </a:lnTo>
                    <a:lnTo>
                      <a:pt x="66" y="142"/>
                    </a:lnTo>
                    <a:lnTo>
                      <a:pt x="64" y="142"/>
                    </a:lnTo>
                    <a:lnTo>
                      <a:pt x="64" y="140"/>
                    </a:lnTo>
                    <a:lnTo>
                      <a:pt x="64" y="140"/>
                    </a:lnTo>
                    <a:lnTo>
                      <a:pt x="64" y="140"/>
                    </a:lnTo>
                    <a:lnTo>
                      <a:pt x="64" y="140"/>
                    </a:lnTo>
                    <a:lnTo>
                      <a:pt x="64" y="140"/>
                    </a:lnTo>
                    <a:lnTo>
                      <a:pt x="62" y="140"/>
                    </a:lnTo>
                    <a:lnTo>
                      <a:pt x="62" y="137"/>
                    </a:lnTo>
                    <a:lnTo>
                      <a:pt x="62" y="137"/>
                    </a:lnTo>
                    <a:lnTo>
                      <a:pt x="62" y="137"/>
                    </a:lnTo>
                    <a:lnTo>
                      <a:pt x="62" y="137"/>
                    </a:lnTo>
                    <a:lnTo>
                      <a:pt x="59" y="137"/>
                    </a:lnTo>
                    <a:lnTo>
                      <a:pt x="59" y="135"/>
                    </a:lnTo>
                    <a:lnTo>
                      <a:pt x="59" y="135"/>
                    </a:lnTo>
                    <a:lnTo>
                      <a:pt x="57" y="135"/>
                    </a:lnTo>
                    <a:lnTo>
                      <a:pt x="57" y="135"/>
                    </a:lnTo>
                    <a:lnTo>
                      <a:pt x="57" y="135"/>
                    </a:lnTo>
                    <a:lnTo>
                      <a:pt x="57" y="133"/>
                    </a:lnTo>
                    <a:lnTo>
                      <a:pt x="57" y="133"/>
                    </a:lnTo>
                    <a:lnTo>
                      <a:pt x="57" y="133"/>
                    </a:lnTo>
                    <a:lnTo>
                      <a:pt x="55" y="133"/>
                    </a:lnTo>
                    <a:lnTo>
                      <a:pt x="55" y="130"/>
                    </a:lnTo>
                    <a:lnTo>
                      <a:pt x="55" y="130"/>
                    </a:lnTo>
                    <a:lnTo>
                      <a:pt x="55" y="130"/>
                    </a:lnTo>
                    <a:lnTo>
                      <a:pt x="55" y="130"/>
                    </a:lnTo>
                    <a:lnTo>
                      <a:pt x="52" y="130"/>
                    </a:lnTo>
                    <a:lnTo>
                      <a:pt x="52" y="130"/>
                    </a:lnTo>
                    <a:lnTo>
                      <a:pt x="50" y="130"/>
                    </a:lnTo>
                    <a:lnTo>
                      <a:pt x="50" y="130"/>
                    </a:lnTo>
                    <a:lnTo>
                      <a:pt x="50" y="130"/>
                    </a:lnTo>
                    <a:lnTo>
                      <a:pt x="50" y="130"/>
                    </a:lnTo>
                    <a:lnTo>
                      <a:pt x="47" y="130"/>
                    </a:lnTo>
                    <a:lnTo>
                      <a:pt x="47" y="130"/>
                    </a:lnTo>
                    <a:lnTo>
                      <a:pt x="47" y="130"/>
                    </a:lnTo>
                    <a:lnTo>
                      <a:pt x="45" y="130"/>
                    </a:lnTo>
                    <a:lnTo>
                      <a:pt x="45" y="130"/>
                    </a:lnTo>
                    <a:lnTo>
                      <a:pt x="43" y="130"/>
                    </a:lnTo>
                    <a:lnTo>
                      <a:pt x="43" y="130"/>
                    </a:lnTo>
                    <a:lnTo>
                      <a:pt x="43" y="130"/>
                    </a:lnTo>
                    <a:lnTo>
                      <a:pt x="40" y="130"/>
                    </a:lnTo>
                    <a:lnTo>
                      <a:pt x="40" y="130"/>
                    </a:lnTo>
                    <a:lnTo>
                      <a:pt x="40" y="130"/>
                    </a:lnTo>
                    <a:lnTo>
                      <a:pt x="38" y="130"/>
                    </a:lnTo>
                    <a:lnTo>
                      <a:pt x="38" y="130"/>
                    </a:lnTo>
                    <a:lnTo>
                      <a:pt x="38" y="130"/>
                    </a:lnTo>
                    <a:lnTo>
                      <a:pt x="36" y="130"/>
                    </a:lnTo>
                    <a:lnTo>
                      <a:pt x="36" y="130"/>
                    </a:lnTo>
                    <a:lnTo>
                      <a:pt x="36" y="130"/>
                    </a:lnTo>
                    <a:lnTo>
                      <a:pt x="36" y="130"/>
                    </a:lnTo>
                    <a:lnTo>
                      <a:pt x="33" y="130"/>
                    </a:lnTo>
                    <a:lnTo>
                      <a:pt x="33" y="133"/>
                    </a:lnTo>
                    <a:lnTo>
                      <a:pt x="33" y="133"/>
                    </a:lnTo>
                    <a:lnTo>
                      <a:pt x="33" y="133"/>
                    </a:lnTo>
                    <a:lnTo>
                      <a:pt x="33" y="133"/>
                    </a:lnTo>
                    <a:lnTo>
                      <a:pt x="31" y="133"/>
                    </a:lnTo>
                    <a:lnTo>
                      <a:pt x="31" y="135"/>
                    </a:lnTo>
                    <a:lnTo>
                      <a:pt x="31" y="135"/>
                    </a:lnTo>
                    <a:lnTo>
                      <a:pt x="31" y="135"/>
                    </a:lnTo>
                    <a:lnTo>
                      <a:pt x="31" y="137"/>
                    </a:lnTo>
                    <a:lnTo>
                      <a:pt x="31" y="137"/>
                    </a:lnTo>
                    <a:lnTo>
                      <a:pt x="31" y="137"/>
                    </a:lnTo>
                    <a:lnTo>
                      <a:pt x="31" y="140"/>
                    </a:lnTo>
                    <a:lnTo>
                      <a:pt x="31" y="140"/>
                    </a:lnTo>
                    <a:lnTo>
                      <a:pt x="31" y="140"/>
                    </a:lnTo>
                    <a:lnTo>
                      <a:pt x="31" y="140"/>
                    </a:lnTo>
                    <a:lnTo>
                      <a:pt x="31" y="142"/>
                    </a:lnTo>
                    <a:lnTo>
                      <a:pt x="28" y="142"/>
                    </a:lnTo>
                    <a:lnTo>
                      <a:pt x="28" y="142"/>
                    </a:lnTo>
                    <a:lnTo>
                      <a:pt x="28" y="142"/>
                    </a:lnTo>
                    <a:lnTo>
                      <a:pt x="28" y="144"/>
                    </a:lnTo>
                    <a:lnTo>
                      <a:pt x="28" y="144"/>
                    </a:lnTo>
                    <a:lnTo>
                      <a:pt x="28" y="144"/>
                    </a:lnTo>
                    <a:lnTo>
                      <a:pt x="28" y="147"/>
                    </a:lnTo>
                    <a:lnTo>
                      <a:pt x="28" y="147"/>
                    </a:lnTo>
                    <a:lnTo>
                      <a:pt x="26" y="147"/>
                    </a:lnTo>
                    <a:lnTo>
                      <a:pt x="26" y="149"/>
                    </a:lnTo>
                    <a:lnTo>
                      <a:pt x="26" y="149"/>
                    </a:lnTo>
                    <a:lnTo>
                      <a:pt x="26" y="149"/>
                    </a:lnTo>
                    <a:lnTo>
                      <a:pt x="26" y="149"/>
                    </a:lnTo>
                    <a:lnTo>
                      <a:pt x="26" y="152"/>
                    </a:lnTo>
                    <a:lnTo>
                      <a:pt x="26" y="152"/>
                    </a:lnTo>
                    <a:lnTo>
                      <a:pt x="24" y="152"/>
                    </a:lnTo>
                    <a:lnTo>
                      <a:pt x="24" y="154"/>
                    </a:lnTo>
                    <a:lnTo>
                      <a:pt x="24" y="154"/>
                    </a:lnTo>
                    <a:lnTo>
                      <a:pt x="24" y="154"/>
                    </a:lnTo>
                    <a:lnTo>
                      <a:pt x="24" y="156"/>
                    </a:lnTo>
                    <a:lnTo>
                      <a:pt x="24" y="156"/>
                    </a:lnTo>
                    <a:lnTo>
                      <a:pt x="24" y="156"/>
                    </a:lnTo>
                    <a:lnTo>
                      <a:pt x="24" y="159"/>
                    </a:lnTo>
                    <a:lnTo>
                      <a:pt x="24" y="159"/>
                    </a:lnTo>
                    <a:lnTo>
                      <a:pt x="21" y="159"/>
                    </a:lnTo>
                    <a:lnTo>
                      <a:pt x="21" y="159"/>
                    </a:lnTo>
                    <a:lnTo>
                      <a:pt x="21" y="161"/>
                    </a:lnTo>
                    <a:lnTo>
                      <a:pt x="21" y="161"/>
                    </a:lnTo>
                    <a:lnTo>
                      <a:pt x="21" y="163"/>
                    </a:lnTo>
                    <a:lnTo>
                      <a:pt x="21" y="163"/>
                    </a:lnTo>
                    <a:lnTo>
                      <a:pt x="21" y="163"/>
                    </a:lnTo>
                    <a:lnTo>
                      <a:pt x="21" y="166"/>
                    </a:lnTo>
                    <a:lnTo>
                      <a:pt x="21" y="166"/>
                    </a:lnTo>
                    <a:lnTo>
                      <a:pt x="21" y="166"/>
                    </a:lnTo>
                    <a:lnTo>
                      <a:pt x="21" y="166"/>
                    </a:lnTo>
                    <a:lnTo>
                      <a:pt x="21" y="168"/>
                    </a:lnTo>
                    <a:lnTo>
                      <a:pt x="21" y="168"/>
                    </a:lnTo>
                    <a:lnTo>
                      <a:pt x="21" y="168"/>
                    </a:lnTo>
                    <a:lnTo>
                      <a:pt x="21" y="168"/>
                    </a:lnTo>
                    <a:lnTo>
                      <a:pt x="21" y="171"/>
                    </a:lnTo>
                    <a:lnTo>
                      <a:pt x="24" y="171"/>
                    </a:lnTo>
                    <a:lnTo>
                      <a:pt x="24" y="171"/>
                    </a:lnTo>
                    <a:lnTo>
                      <a:pt x="24" y="171"/>
                    </a:lnTo>
                    <a:lnTo>
                      <a:pt x="24" y="173"/>
                    </a:lnTo>
                    <a:lnTo>
                      <a:pt x="24" y="173"/>
                    </a:lnTo>
                    <a:lnTo>
                      <a:pt x="24" y="173"/>
                    </a:lnTo>
                    <a:lnTo>
                      <a:pt x="24" y="175"/>
                    </a:lnTo>
                    <a:lnTo>
                      <a:pt x="26" y="175"/>
                    </a:lnTo>
                    <a:lnTo>
                      <a:pt x="26" y="175"/>
                    </a:lnTo>
                    <a:lnTo>
                      <a:pt x="26" y="175"/>
                    </a:lnTo>
                    <a:lnTo>
                      <a:pt x="28" y="175"/>
                    </a:lnTo>
                    <a:lnTo>
                      <a:pt x="28" y="178"/>
                    </a:lnTo>
                    <a:lnTo>
                      <a:pt x="28" y="178"/>
                    </a:lnTo>
                    <a:lnTo>
                      <a:pt x="28" y="178"/>
                    </a:lnTo>
                    <a:lnTo>
                      <a:pt x="28" y="178"/>
                    </a:lnTo>
                    <a:lnTo>
                      <a:pt x="31" y="178"/>
                    </a:lnTo>
                    <a:lnTo>
                      <a:pt x="31" y="178"/>
                    </a:lnTo>
                    <a:lnTo>
                      <a:pt x="31" y="178"/>
                    </a:lnTo>
                    <a:lnTo>
                      <a:pt x="31" y="180"/>
                    </a:lnTo>
                    <a:lnTo>
                      <a:pt x="33" y="180"/>
                    </a:lnTo>
                    <a:lnTo>
                      <a:pt x="33" y="180"/>
                    </a:lnTo>
                    <a:lnTo>
                      <a:pt x="33" y="182"/>
                    </a:lnTo>
                    <a:lnTo>
                      <a:pt x="33" y="182"/>
                    </a:lnTo>
                    <a:lnTo>
                      <a:pt x="33" y="182"/>
                    </a:lnTo>
                    <a:lnTo>
                      <a:pt x="33" y="185"/>
                    </a:lnTo>
                    <a:lnTo>
                      <a:pt x="33" y="185"/>
                    </a:lnTo>
                    <a:lnTo>
                      <a:pt x="33" y="187"/>
                    </a:lnTo>
                    <a:lnTo>
                      <a:pt x="33" y="187"/>
                    </a:lnTo>
                    <a:lnTo>
                      <a:pt x="33" y="187"/>
                    </a:lnTo>
                    <a:lnTo>
                      <a:pt x="33" y="189"/>
                    </a:lnTo>
                    <a:lnTo>
                      <a:pt x="33" y="189"/>
                    </a:lnTo>
                    <a:lnTo>
                      <a:pt x="36" y="189"/>
                    </a:lnTo>
                    <a:lnTo>
                      <a:pt x="36" y="189"/>
                    </a:lnTo>
                    <a:lnTo>
                      <a:pt x="36" y="189"/>
                    </a:lnTo>
                    <a:lnTo>
                      <a:pt x="36" y="189"/>
                    </a:lnTo>
                    <a:lnTo>
                      <a:pt x="36" y="192"/>
                    </a:lnTo>
                    <a:lnTo>
                      <a:pt x="38" y="192"/>
                    </a:lnTo>
                    <a:lnTo>
                      <a:pt x="38" y="192"/>
                    </a:lnTo>
                    <a:lnTo>
                      <a:pt x="40" y="192"/>
                    </a:lnTo>
                    <a:lnTo>
                      <a:pt x="40" y="192"/>
                    </a:lnTo>
                    <a:lnTo>
                      <a:pt x="40" y="189"/>
                    </a:lnTo>
                    <a:lnTo>
                      <a:pt x="40" y="189"/>
                    </a:lnTo>
                    <a:lnTo>
                      <a:pt x="43" y="189"/>
                    </a:lnTo>
                    <a:lnTo>
                      <a:pt x="43" y="192"/>
                    </a:lnTo>
                    <a:lnTo>
                      <a:pt x="43" y="192"/>
                    </a:lnTo>
                    <a:lnTo>
                      <a:pt x="43" y="194"/>
                    </a:lnTo>
                    <a:lnTo>
                      <a:pt x="43" y="194"/>
                    </a:lnTo>
                    <a:lnTo>
                      <a:pt x="43" y="194"/>
                    </a:lnTo>
                    <a:lnTo>
                      <a:pt x="43" y="197"/>
                    </a:lnTo>
                    <a:lnTo>
                      <a:pt x="43" y="197"/>
                    </a:lnTo>
                    <a:lnTo>
                      <a:pt x="43" y="199"/>
                    </a:lnTo>
                    <a:lnTo>
                      <a:pt x="43" y="199"/>
                    </a:lnTo>
                    <a:lnTo>
                      <a:pt x="43" y="199"/>
                    </a:lnTo>
                    <a:lnTo>
                      <a:pt x="43" y="199"/>
                    </a:lnTo>
                    <a:lnTo>
                      <a:pt x="43" y="201"/>
                    </a:lnTo>
                    <a:lnTo>
                      <a:pt x="43" y="201"/>
                    </a:lnTo>
                    <a:lnTo>
                      <a:pt x="45" y="201"/>
                    </a:lnTo>
                    <a:lnTo>
                      <a:pt x="45" y="204"/>
                    </a:lnTo>
                    <a:lnTo>
                      <a:pt x="45" y="204"/>
                    </a:lnTo>
                    <a:lnTo>
                      <a:pt x="43" y="204"/>
                    </a:lnTo>
                    <a:lnTo>
                      <a:pt x="43" y="206"/>
                    </a:lnTo>
                    <a:lnTo>
                      <a:pt x="43" y="206"/>
                    </a:lnTo>
                    <a:lnTo>
                      <a:pt x="43" y="206"/>
                    </a:lnTo>
                    <a:lnTo>
                      <a:pt x="43" y="208"/>
                    </a:lnTo>
                    <a:lnTo>
                      <a:pt x="43" y="208"/>
                    </a:lnTo>
                    <a:lnTo>
                      <a:pt x="43" y="208"/>
                    </a:lnTo>
                    <a:lnTo>
                      <a:pt x="43" y="208"/>
                    </a:lnTo>
                    <a:lnTo>
                      <a:pt x="43" y="211"/>
                    </a:lnTo>
                    <a:lnTo>
                      <a:pt x="40" y="211"/>
                    </a:lnTo>
                    <a:lnTo>
                      <a:pt x="40" y="211"/>
                    </a:lnTo>
                    <a:lnTo>
                      <a:pt x="40" y="213"/>
                    </a:lnTo>
                    <a:lnTo>
                      <a:pt x="40" y="213"/>
                    </a:lnTo>
                    <a:lnTo>
                      <a:pt x="40" y="213"/>
                    </a:lnTo>
                    <a:lnTo>
                      <a:pt x="40" y="211"/>
                    </a:lnTo>
                    <a:lnTo>
                      <a:pt x="40" y="211"/>
                    </a:lnTo>
                    <a:lnTo>
                      <a:pt x="40" y="208"/>
                    </a:lnTo>
                    <a:lnTo>
                      <a:pt x="40" y="208"/>
                    </a:lnTo>
                    <a:lnTo>
                      <a:pt x="40" y="208"/>
                    </a:lnTo>
                    <a:lnTo>
                      <a:pt x="40" y="206"/>
                    </a:lnTo>
                    <a:lnTo>
                      <a:pt x="40" y="206"/>
                    </a:lnTo>
                    <a:lnTo>
                      <a:pt x="38" y="206"/>
                    </a:lnTo>
                    <a:lnTo>
                      <a:pt x="38" y="204"/>
                    </a:lnTo>
                    <a:lnTo>
                      <a:pt x="38" y="204"/>
                    </a:lnTo>
                    <a:lnTo>
                      <a:pt x="38" y="204"/>
                    </a:lnTo>
                    <a:lnTo>
                      <a:pt x="38" y="201"/>
                    </a:lnTo>
                    <a:lnTo>
                      <a:pt x="38" y="201"/>
                    </a:lnTo>
                    <a:lnTo>
                      <a:pt x="38" y="199"/>
                    </a:lnTo>
                    <a:lnTo>
                      <a:pt x="36" y="199"/>
                    </a:lnTo>
                    <a:lnTo>
                      <a:pt x="36" y="199"/>
                    </a:lnTo>
                    <a:lnTo>
                      <a:pt x="36" y="199"/>
                    </a:lnTo>
                    <a:lnTo>
                      <a:pt x="36" y="199"/>
                    </a:lnTo>
                    <a:lnTo>
                      <a:pt x="36" y="199"/>
                    </a:lnTo>
                    <a:lnTo>
                      <a:pt x="33" y="199"/>
                    </a:lnTo>
                    <a:lnTo>
                      <a:pt x="33" y="199"/>
                    </a:lnTo>
                    <a:lnTo>
                      <a:pt x="33" y="199"/>
                    </a:lnTo>
                    <a:lnTo>
                      <a:pt x="31" y="199"/>
                    </a:lnTo>
                    <a:lnTo>
                      <a:pt x="31" y="199"/>
                    </a:lnTo>
                    <a:lnTo>
                      <a:pt x="28" y="199"/>
                    </a:lnTo>
                    <a:lnTo>
                      <a:pt x="28" y="199"/>
                    </a:lnTo>
                    <a:lnTo>
                      <a:pt x="28" y="199"/>
                    </a:lnTo>
                    <a:lnTo>
                      <a:pt x="26" y="199"/>
                    </a:lnTo>
                    <a:lnTo>
                      <a:pt x="26" y="199"/>
                    </a:lnTo>
                    <a:lnTo>
                      <a:pt x="26" y="197"/>
                    </a:lnTo>
                    <a:lnTo>
                      <a:pt x="24" y="197"/>
                    </a:lnTo>
                    <a:lnTo>
                      <a:pt x="24" y="197"/>
                    </a:lnTo>
                    <a:lnTo>
                      <a:pt x="24" y="194"/>
                    </a:lnTo>
                    <a:lnTo>
                      <a:pt x="24" y="194"/>
                    </a:lnTo>
                    <a:lnTo>
                      <a:pt x="24" y="194"/>
                    </a:lnTo>
                    <a:lnTo>
                      <a:pt x="21" y="194"/>
                    </a:lnTo>
                    <a:lnTo>
                      <a:pt x="21" y="197"/>
                    </a:lnTo>
                    <a:lnTo>
                      <a:pt x="21" y="197"/>
                    </a:lnTo>
                    <a:lnTo>
                      <a:pt x="21" y="197"/>
                    </a:lnTo>
                    <a:lnTo>
                      <a:pt x="21" y="197"/>
                    </a:lnTo>
                    <a:lnTo>
                      <a:pt x="19" y="197"/>
                    </a:lnTo>
                    <a:lnTo>
                      <a:pt x="19" y="199"/>
                    </a:lnTo>
                    <a:lnTo>
                      <a:pt x="19" y="199"/>
                    </a:lnTo>
                    <a:lnTo>
                      <a:pt x="19" y="199"/>
                    </a:lnTo>
                    <a:lnTo>
                      <a:pt x="19" y="199"/>
                    </a:lnTo>
                    <a:lnTo>
                      <a:pt x="19" y="201"/>
                    </a:lnTo>
                    <a:lnTo>
                      <a:pt x="17" y="201"/>
                    </a:lnTo>
                    <a:lnTo>
                      <a:pt x="17" y="201"/>
                    </a:lnTo>
                    <a:lnTo>
                      <a:pt x="17" y="201"/>
                    </a:lnTo>
                    <a:lnTo>
                      <a:pt x="17" y="204"/>
                    </a:lnTo>
                    <a:lnTo>
                      <a:pt x="17" y="204"/>
                    </a:lnTo>
                    <a:lnTo>
                      <a:pt x="17" y="204"/>
                    </a:lnTo>
                    <a:lnTo>
                      <a:pt x="17" y="206"/>
                    </a:lnTo>
                    <a:lnTo>
                      <a:pt x="17" y="206"/>
                    </a:lnTo>
                    <a:lnTo>
                      <a:pt x="17" y="208"/>
                    </a:lnTo>
                    <a:lnTo>
                      <a:pt x="17" y="208"/>
                    </a:lnTo>
                    <a:lnTo>
                      <a:pt x="14" y="208"/>
                    </a:lnTo>
                    <a:lnTo>
                      <a:pt x="14" y="208"/>
                    </a:lnTo>
                    <a:lnTo>
                      <a:pt x="14" y="211"/>
                    </a:lnTo>
                    <a:lnTo>
                      <a:pt x="14" y="211"/>
                    </a:lnTo>
                    <a:lnTo>
                      <a:pt x="14" y="211"/>
                    </a:lnTo>
                    <a:lnTo>
                      <a:pt x="14" y="213"/>
                    </a:lnTo>
                    <a:lnTo>
                      <a:pt x="14" y="213"/>
                    </a:lnTo>
                    <a:lnTo>
                      <a:pt x="12" y="213"/>
                    </a:lnTo>
                    <a:lnTo>
                      <a:pt x="12" y="213"/>
                    </a:lnTo>
                    <a:lnTo>
                      <a:pt x="12" y="216"/>
                    </a:lnTo>
                    <a:lnTo>
                      <a:pt x="12" y="216"/>
                    </a:lnTo>
                    <a:lnTo>
                      <a:pt x="12" y="216"/>
                    </a:lnTo>
                    <a:lnTo>
                      <a:pt x="10" y="216"/>
                    </a:lnTo>
                    <a:lnTo>
                      <a:pt x="10" y="216"/>
                    </a:lnTo>
                    <a:lnTo>
                      <a:pt x="10" y="216"/>
                    </a:lnTo>
                    <a:lnTo>
                      <a:pt x="10" y="213"/>
                    </a:lnTo>
                    <a:lnTo>
                      <a:pt x="10" y="213"/>
                    </a:lnTo>
                    <a:lnTo>
                      <a:pt x="10" y="213"/>
                    </a:lnTo>
                    <a:lnTo>
                      <a:pt x="7" y="213"/>
                    </a:lnTo>
                    <a:lnTo>
                      <a:pt x="7" y="211"/>
                    </a:lnTo>
                    <a:lnTo>
                      <a:pt x="7" y="211"/>
                    </a:lnTo>
                    <a:lnTo>
                      <a:pt x="7" y="208"/>
                    </a:lnTo>
                    <a:lnTo>
                      <a:pt x="7" y="208"/>
                    </a:lnTo>
                    <a:lnTo>
                      <a:pt x="7" y="208"/>
                    </a:lnTo>
                    <a:lnTo>
                      <a:pt x="7" y="208"/>
                    </a:lnTo>
                    <a:lnTo>
                      <a:pt x="7" y="206"/>
                    </a:lnTo>
                    <a:lnTo>
                      <a:pt x="7" y="206"/>
                    </a:lnTo>
                    <a:lnTo>
                      <a:pt x="7" y="204"/>
                    </a:lnTo>
                    <a:lnTo>
                      <a:pt x="7" y="204"/>
                    </a:lnTo>
                    <a:lnTo>
                      <a:pt x="7" y="204"/>
                    </a:lnTo>
                    <a:lnTo>
                      <a:pt x="7" y="201"/>
                    </a:lnTo>
                    <a:lnTo>
                      <a:pt x="5" y="201"/>
                    </a:lnTo>
                    <a:lnTo>
                      <a:pt x="5" y="201"/>
                    </a:lnTo>
                    <a:lnTo>
                      <a:pt x="5" y="199"/>
                    </a:lnTo>
                    <a:lnTo>
                      <a:pt x="5" y="199"/>
                    </a:lnTo>
                    <a:lnTo>
                      <a:pt x="5" y="199"/>
                    </a:lnTo>
                    <a:lnTo>
                      <a:pt x="5" y="197"/>
                    </a:lnTo>
                    <a:lnTo>
                      <a:pt x="7" y="197"/>
                    </a:lnTo>
                    <a:lnTo>
                      <a:pt x="7" y="197"/>
                    </a:lnTo>
                    <a:lnTo>
                      <a:pt x="7" y="194"/>
                    </a:lnTo>
                    <a:lnTo>
                      <a:pt x="7" y="194"/>
                    </a:lnTo>
                    <a:lnTo>
                      <a:pt x="7" y="194"/>
                    </a:lnTo>
                    <a:lnTo>
                      <a:pt x="7" y="192"/>
                    </a:lnTo>
                    <a:lnTo>
                      <a:pt x="7" y="192"/>
                    </a:lnTo>
                    <a:lnTo>
                      <a:pt x="7" y="192"/>
                    </a:lnTo>
                    <a:lnTo>
                      <a:pt x="7" y="189"/>
                    </a:lnTo>
                    <a:lnTo>
                      <a:pt x="10" y="189"/>
                    </a:lnTo>
                    <a:lnTo>
                      <a:pt x="10" y="189"/>
                    </a:lnTo>
                    <a:lnTo>
                      <a:pt x="10" y="189"/>
                    </a:lnTo>
                    <a:lnTo>
                      <a:pt x="10" y="189"/>
                    </a:lnTo>
                    <a:lnTo>
                      <a:pt x="10" y="187"/>
                    </a:lnTo>
                    <a:lnTo>
                      <a:pt x="10" y="187"/>
                    </a:lnTo>
                    <a:lnTo>
                      <a:pt x="10" y="185"/>
                    </a:lnTo>
                    <a:lnTo>
                      <a:pt x="10" y="185"/>
                    </a:lnTo>
                    <a:lnTo>
                      <a:pt x="10" y="185"/>
                    </a:lnTo>
                    <a:lnTo>
                      <a:pt x="10" y="182"/>
                    </a:lnTo>
                    <a:lnTo>
                      <a:pt x="10" y="182"/>
                    </a:lnTo>
                    <a:lnTo>
                      <a:pt x="10" y="182"/>
                    </a:lnTo>
                    <a:lnTo>
                      <a:pt x="10" y="180"/>
                    </a:lnTo>
                    <a:lnTo>
                      <a:pt x="10" y="180"/>
                    </a:lnTo>
                    <a:lnTo>
                      <a:pt x="10" y="180"/>
                    </a:lnTo>
                    <a:lnTo>
                      <a:pt x="10" y="178"/>
                    </a:lnTo>
                    <a:lnTo>
                      <a:pt x="10" y="178"/>
                    </a:lnTo>
                    <a:lnTo>
                      <a:pt x="10" y="178"/>
                    </a:lnTo>
                    <a:lnTo>
                      <a:pt x="10" y="175"/>
                    </a:lnTo>
                    <a:lnTo>
                      <a:pt x="10" y="175"/>
                    </a:lnTo>
                    <a:lnTo>
                      <a:pt x="10" y="173"/>
                    </a:lnTo>
                    <a:lnTo>
                      <a:pt x="10" y="173"/>
                    </a:lnTo>
                    <a:lnTo>
                      <a:pt x="10" y="171"/>
                    </a:lnTo>
                    <a:lnTo>
                      <a:pt x="10" y="171"/>
                    </a:lnTo>
                    <a:lnTo>
                      <a:pt x="10" y="171"/>
                    </a:lnTo>
                    <a:lnTo>
                      <a:pt x="10" y="168"/>
                    </a:lnTo>
                    <a:lnTo>
                      <a:pt x="10" y="168"/>
                    </a:lnTo>
                    <a:lnTo>
                      <a:pt x="10" y="168"/>
                    </a:lnTo>
                    <a:lnTo>
                      <a:pt x="10" y="168"/>
                    </a:lnTo>
                    <a:lnTo>
                      <a:pt x="10" y="166"/>
                    </a:lnTo>
                    <a:lnTo>
                      <a:pt x="12" y="166"/>
                    </a:lnTo>
                    <a:lnTo>
                      <a:pt x="12" y="166"/>
                    </a:lnTo>
                    <a:lnTo>
                      <a:pt x="12" y="163"/>
                    </a:lnTo>
                    <a:lnTo>
                      <a:pt x="12" y="163"/>
                    </a:lnTo>
                    <a:lnTo>
                      <a:pt x="12" y="163"/>
                    </a:lnTo>
                    <a:lnTo>
                      <a:pt x="14" y="163"/>
                    </a:lnTo>
                    <a:lnTo>
                      <a:pt x="14" y="161"/>
                    </a:lnTo>
                    <a:lnTo>
                      <a:pt x="14" y="161"/>
                    </a:lnTo>
                    <a:lnTo>
                      <a:pt x="14" y="159"/>
                    </a:lnTo>
                    <a:lnTo>
                      <a:pt x="14" y="159"/>
                    </a:lnTo>
                    <a:lnTo>
                      <a:pt x="14" y="159"/>
                    </a:lnTo>
                    <a:lnTo>
                      <a:pt x="12" y="159"/>
                    </a:lnTo>
                    <a:lnTo>
                      <a:pt x="12" y="156"/>
                    </a:lnTo>
                    <a:lnTo>
                      <a:pt x="12" y="156"/>
                    </a:lnTo>
                    <a:lnTo>
                      <a:pt x="12" y="154"/>
                    </a:lnTo>
                    <a:lnTo>
                      <a:pt x="12" y="154"/>
                    </a:lnTo>
                    <a:lnTo>
                      <a:pt x="12" y="154"/>
                    </a:lnTo>
                    <a:lnTo>
                      <a:pt x="12" y="152"/>
                    </a:lnTo>
                    <a:lnTo>
                      <a:pt x="10" y="152"/>
                    </a:lnTo>
                    <a:lnTo>
                      <a:pt x="10" y="152"/>
                    </a:lnTo>
                    <a:lnTo>
                      <a:pt x="10" y="149"/>
                    </a:lnTo>
                    <a:lnTo>
                      <a:pt x="10" y="149"/>
                    </a:lnTo>
                    <a:lnTo>
                      <a:pt x="10" y="149"/>
                    </a:lnTo>
                    <a:lnTo>
                      <a:pt x="10" y="149"/>
                    </a:lnTo>
                    <a:lnTo>
                      <a:pt x="10" y="149"/>
                    </a:lnTo>
                    <a:lnTo>
                      <a:pt x="7" y="149"/>
                    </a:lnTo>
                    <a:lnTo>
                      <a:pt x="7" y="147"/>
                    </a:lnTo>
                    <a:lnTo>
                      <a:pt x="7" y="147"/>
                    </a:lnTo>
                    <a:lnTo>
                      <a:pt x="7" y="147"/>
                    </a:lnTo>
                    <a:lnTo>
                      <a:pt x="7" y="144"/>
                    </a:lnTo>
                    <a:lnTo>
                      <a:pt x="7" y="144"/>
                    </a:lnTo>
                    <a:lnTo>
                      <a:pt x="7" y="144"/>
                    </a:lnTo>
                    <a:lnTo>
                      <a:pt x="7" y="142"/>
                    </a:lnTo>
                    <a:lnTo>
                      <a:pt x="7" y="142"/>
                    </a:lnTo>
                    <a:lnTo>
                      <a:pt x="7" y="140"/>
                    </a:lnTo>
                    <a:lnTo>
                      <a:pt x="7" y="140"/>
                    </a:lnTo>
                    <a:lnTo>
                      <a:pt x="7" y="140"/>
                    </a:lnTo>
                    <a:lnTo>
                      <a:pt x="7" y="140"/>
                    </a:lnTo>
                    <a:lnTo>
                      <a:pt x="10" y="140"/>
                    </a:lnTo>
                    <a:lnTo>
                      <a:pt x="10" y="140"/>
                    </a:lnTo>
                    <a:lnTo>
                      <a:pt x="10" y="137"/>
                    </a:lnTo>
                    <a:lnTo>
                      <a:pt x="10" y="137"/>
                    </a:lnTo>
                    <a:lnTo>
                      <a:pt x="10" y="137"/>
                    </a:lnTo>
                    <a:lnTo>
                      <a:pt x="10" y="135"/>
                    </a:lnTo>
                    <a:lnTo>
                      <a:pt x="10" y="135"/>
                    </a:lnTo>
                    <a:lnTo>
                      <a:pt x="10" y="133"/>
                    </a:lnTo>
                    <a:lnTo>
                      <a:pt x="10" y="133"/>
                    </a:lnTo>
                    <a:lnTo>
                      <a:pt x="10" y="133"/>
                    </a:lnTo>
                    <a:lnTo>
                      <a:pt x="10" y="130"/>
                    </a:lnTo>
                    <a:lnTo>
                      <a:pt x="10" y="130"/>
                    </a:lnTo>
                    <a:lnTo>
                      <a:pt x="10" y="130"/>
                    </a:lnTo>
                    <a:lnTo>
                      <a:pt x="10" y="128"/>
                    </a:lnTo>
                    <a:lnTo>
                      <a:pt x="10" y="128"/>
                    </a:lnTo>
                    <a:lnTo>
                      <a:pt x="10" y="126"/>
                    </a:lnTo>
                    <a:lnTo>
                      <a:pt x="12" y="126"/>
                    </a:lnTo>
                    <a:lnTo>
                      <a:pt x="12" y="126"/>
                    </a:lnTo>
                    <a:lnTo>
                      <a:pt x="12" y="126"/>
                    </a:lnTo>
                    <a:lnTo>
                      <a:pt x="12" y="123"/>
                    </a:lnTo>
                    <a:lnTo>
                      <a:pt x="12" y="123"/>
                    </a:lnTo>
                    <a:lnTo>
                      <a:pt x="12" y="121"/>
                    </a:lnTo>
                    <a:lnTo>
                      <a:pt x="12" y="121"/>
                    </a:lnTo>
                    <a:lnTo>
                      <a:pt x="12" y="118"/>
                    </a:lnTo>
                    <a:lnTo>
                      <a:pt x="12" y="118"/>
                    </a:lnTo>
                    <a:lnTo>
                      <a:pt x="12" y="118"/>
                    </a:lnTo>
                    <a:lnTo>
                      <a:pt x="12" y="116"/>
                    </a:lnTo>
                    <a:lnTo>
                      <a:pt x="12" y="116"/>
                    </a:lnTo>
                    <a:lnTo>
                      <a:pt x="12" y="114"/>
                    </a:lnTo>
                    <a:lnTo>
                      <a:pt x="12" y="114"/>
                    </a:lnTo>
                    <a:lnTo>
                      <a:pt x="12" y="111"/>
                    </a:lnTo>
                    <a:lnTo>
                      <a:pt x="12" y="111"/>
                    </a:lnTo>
                    <a:lnTo>
                      <a:pt x="12" y="109"/>
                    </a:lnTo>
                    <a:lnTo>
                      <a:pt x="12" y="109"/>
                    </a:lnTo>
                    <a:lnTo>
                      <a:pt x="14" y="109"/>
                    </a:lnTo>
                    <a:lnTo>
                      <a:pt x="14" y="109"/>
                    </a:lnTo>
                    <a:lnTo>
                      <a:pt x="12" y="109"/>
                    </a:lnTo>
                    <a:lnTo>
                      <a:pt x="12" y="107"/>
                    </a:lnTo>
                    <a:lnTo>
                      <a:pt x="12" y="107"/>
                    </a:lnTo>
                    <a:lnTo>
                      <a:pt x="12" y="104"/>
                    </a:lnTo>
                    <a:lnTo>
                      <a:pt x="12" y="104"/>
                    </a:lnTo>
                    <a:lnTo>
                      <a:pt x="12" y="104"/>
                    </a:lnTo>
                    <a:lnTo>
                      <a:pt x="12" y="102"/>
                    </a:lnTo>
                    <a:lnTo>
                      <a:pt x="12" y="102"/>
                    </a:lnTo>
                    <a:lnTo>
                      <a:pt x="12" y="102"/>
                    </a:lnTo>
                    <a:lnTo>
                      <a:pt x="12" y="102"/>
                    </a:lnTo>
                    <a:lnTo>
                      <a:pt x="12"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2" y="92"/>
                    </a:lnTo>
                    <a:lnTo>
                      <a:pt x="12" y="90"/>
                    </a:lnTo>
                    <a:lnTo>
                      <a:pt x="12" y="90"/>
                    </a:lnTo>
                    <a:lnTo>
                      <a:pt x="12" y="90"/>
                    </a:lnTo>
                    <a:lnTo>
                      <a:pt x="12" y="88"/>
                    </a:lnTo>
                    <a:lnTo>
                      <a:pt x="12" y="88"/>
                    </a:lnTo>
                    <a:lnTo>
                      <a:pt x="12" y="88"/>
                    </a:lnTo>
                    <a:lnTo>
                      <a:pt x="14" y="88"/>
                    </a:lnTo>
                    <a:lnTo>
                      <a:pt x="14" y="85"/>
                    </a:lnTo>
                    <a:lnTo>
                      <a:pt x="14" y="85"/>
                    </a:lnTo>
                    <a:lnTo>
                      <a:pt x="14" y="85"/>
                    </a:lnTo>
                    <a:lnTo>
                      <a:pt x="14" y="83"/>
                    </a:lnTo>
                    <a:lnTo>
                      <a:pt x="14" y="83"/>
                    </a:lnTo>
                    <a:lnTo>
                      <a:pt x="14" y="80"/>
                    </a:lnTo>
                    <a:lnTo>
                      <a:pt x="14" y="80"/>
                    </a:lnTo>
                    <a:lnTo>
                      <a:pt x="14" y="80"/>
                    </a:lnTo>
                    <a:lnTo>
                      <a:pt x="14" y="80"/>
                    </a:lnTo>
                    <a:lnTo>
                      <a:pt x="12" y="80"/>
                    </a:lnTo>
                    <a:lnTo>
                      <a:pt x="12" y="78"/>
                    </a:lnTo>
                    <a:lnTo>
                      <a:pt x="12" y="78"/>
                    </a:lnTo>
                    <a:lnTo>
                      <a:pt x="12" y="78"/>
                    </a:lnTo>
                    <a:lnTo>
                      <a:pt x="12" y="76"/>
                    </a:lnTo>
                    <a:lnTo>
                      <a:pt x="10" y="76"/>
                    </a:lnTo>
                    <a:lnTo>
                      <a:pt x="10" y="76"/>
                    </a:lnTo>
                    <a:lnTo>
                      <a:pt x="10" y="73"/>
                    </a:lnTo>
                    <a:lnTo>
                      <a:pt x="10" y="73"/>
                    </a:lnTo>
                    <a:lnTo>
                      <a:pt x="10" y="73"/>
                    </a:lnTo>
                    <a:lnTo>
                      <a:pt x="10" y="73"/>
                    </a:lnTo>
                    <a:lnTo>
                      <a:pt x="10" y="71"/>
                    </a:lnTo>
                    <a:lnTo>
                      <a:pt x="7" y="71"/>
                    </a:lnTo>
                    <a:lnTo>
                      <a:pt x="7" y="71"/>
                    </a:lnTo>
                    <a:lnTo>
                      <a:pt x="7" y="71"/>
                    </a:lnTo>
                    <a:lnTo>
                      <a:pt x="7" y="71"/>
                    </a:lnTo>
                    <a:lnTo>
                      <a:pt x="7" y="71"/>
                    </a:lnTo>
                    <a:lnTo>
                      <a:pt x="5" y="71"/>
                    </a:lnTo>
                    <a:lnTo>
                      <a:pt x="5" y="69"/>
                    </a:lnTo>
                    <a:lnTo>
                      <a:pt x="5" y="69"/>
                    </a:lnTo>
                    <a:lnTo>
                      <a:pt x="2" y="69"/>
                    </a:lnTo>
                    <a:lnTo>
                      <a:pt x="2" y="69"/>
                    </a:lnTo>
                    <a:lnTo>
                      <a:pt x="2" y="69"/>
                    </a:lnTo>
                    <a:lnTo>
                      <a:pt x="2" y="66"/>
                    </a:lnTo>
                    <a:lnTo>
                      <a:pt x="2" y="66"/>
                    </a:lnTo>
                    <a:lnTo>
                      <a:pt x="5" y="66"/>
                    </a:lnTo>
                    <a:lnTo>
                      <a:pt x="5" y="66"/>
                    </a:lnTo>
                    <a:lnTo>
                      <a:pt x="5" y="66"/>
                    </a:lnTo>
                    <a:lnTo>
                      <a:pt x="5" y="66"/>
                    </a:lnTo>
                    <a:lnTo>
                      <a:pt x="5" y="64"/>
                    </a:lnTo>
                    <a:lnTo>
                      <a:pt x="2" y="64"/>
                    </a:lnTo>
                    <a:lnTo>
                      <a:pt x="2" y="64"/>
                    </a:lnTo>
                    <a:lnTo>
                      <a:pt x="2" y="64"/>
                    </a:lnTo>
                    <a:lnTo>
                      <a:pt x="2" y="64"/>
                    </a:lnTo>
                    <a:lnTo>
                      <a:pt x="2" y="62"/>
                    </a:lnTo>
                    <a:lnTo>
                      <a:pt x="2" y="62"/>
                    </a:lnTo>
                    <a:lnTo>
                      <a:pt x="2" y="59"/>
                    </a:lnTo>
                    <a:lnTo>
                      <a:pt x="2" y="59"/>
                    </a:lnTo>
                    <a:lnTo>
                      <a:pt x="2" y="59"/>
                    </a:lnTo>
                    <a:lnTo>
                      <a:pt x="2" y="57"/>
                    </a:lnTo>
                    <a:lnTo>
                      <a:pt x="2" y="57"/>
                    </a:lnTo>
                    <a:lnTo>
                      <a:pt x="2" y="57"/>
                    </a:lnTo>
                    <a:lnTo>
                      <a:pt x="2" y="57"/>
                    </a:lnTo>
                    <a:lnTo>
                      <a:pt x="2" y="54"/>
                    </a:lnTo>
                    <a:lnTo>
                      <a:pt x="2" y="54"/>
                    </a:lnTo>
                    <a:lnTo>
                      <a:pt x="2" y="52"/>
                    </a:lnTo>
                    <a:lnTo>
                      <a:pt x="0" y="52"/>
                    </a:lnTo>
                    <a:lnTo>
                      <a:pt x="0" y="52"/>
                    </a:lnTo>
                    <a:lnTo>
                      <a:pt x="2" y="52"/>
                    </a:lnTo>
                    <a:lnTo>
                      <a:pt x="2" y="50"/>
                    </a:lnTo>
                    <a:lnTo>
                      <a:pt x="2" y="50"/>
                    </a:lnTo>
                    <a:lnTo>
                      <a:pt x="2" y="50"/>
                    </a:lnTo>
                    <a:lnTo>
                      <a:pt x="2" y="50"/>
                    </a:lnTo>
                    <a:lnTo>
                      <a:pt x="2" y="50"/>
                    </a:lnTo>
                    <a:lnTo>
                      <a:pt x="5" y="50"/>
                    </a:lnTo>
                    <a:lnTo>
                      <a:pt x="5" y="47"/>
                    </a:lnTo>
                    <a:lnTo>
                      <a:pt x="5" y="47"/>
                    </a:lnTo>
                    <a:lnTo>
                      <a:pt x="5" y="47"/>
                    </a:lnTo>
                    <a:lnTo>
                      <a:pt x="5" y="45"/>
                    </a:lnTo>
                    <a:lnTo>
                      <a:pt x="5" y="45"/>
                    </a:lnTo>
                    <a:lnTo>
                      <a:pt x="5" y="43"/>
                    </a:lnTo>
                    <a:lnTo>
                      <a:pt x="5" y="43"/>
                    </a:lnTo>
                    <a:lnTo>
                      <a:pt x="5" y="40"/>
                    </a:lnTo>
                    <a:lnTo>
                      <a:pt x="5" y="40"/>
                    </a:lnTo>
                    <a:lnTo>
                      <a:pt x="7" y="40"/>
                    </a:lnTo>
                    <a:lnTo>
                      <a:pt x="7" y="40"/>
                    </a:lnTo>
                    <a:lnTo>
                      <a:pt x="7" y="38"/>
                    </a:lnTo>
                    <a:lnTo>
                      <a:pt x="7" y="38"/>
                    </a:lnTo>
                    <a:lnTo>
                      <a:pt x="7" y="38"/>
                    </a:lnTo>
                    <a:lnTo>
                      <a:pt x="7" y="35"/>
                    </a:lnTo>
                    <a:lnTo>
                      <a:pt x="7" y="35"/>
                    </a:lnTo>
                    <a:lnTo>
                      <a:pt x="7" y="33"/>
                    </a:lnTo>
                    <a:lnTo>
                      <a:pt x="7" y="33"/>
                    </a:lnTo>
                    <a:lnTo>
                      <a:pt x="7" y="33"/>
                    </a:lnTo>
                    <a:lnTo>
                      <a:pt x="7" y="31"/>
                    </a:lnTo>
                    <a:lnTo>
                      <a:pt x="5" y="31"/>
                    </a:lnTo>
                    <a:lnTo>
                      <a:pt x="5" y="31"/>
                    </a:lnTo>
                    <a:lnTo>
                      <a:pt x="5" y="31"/>
                    </a:lnTo>
                    <a:lnTo>
                      <a:pt x="5" y="31"/>
                    </a:lnTo>
                    <a:lnTo>
                      <a:pt x="5" y="28"/>
                    </a:lnTo>
                    <a:lnTo>
                      <a:pt x="5" y="28"/>
                    </a:lnTo>
                    <a:lnTo>
                      <a:pt x="5" y="26"/>
                    </a:lnTo>
                    <a:lnTo>
                      <a:pt x="5" y="26"/>
                    </a:lnTo>
                    <a:lnTo>
                      <a:pt x="2" y="26"/>
                    </a:lnTo>
                    <a:lnTo>
                      <a:pt x="2" y="26"/>
                    </a:lnTo>
                    <a:lnTo>
                      <a:pt x="2" y="24"/>
                    </a:lnTo>
                    <a:lnTo>
                      <a:pt x="2" y="24"/>
                    </a:lnTo>
                    <a:lnTo>
                      <a:pt x="5" y="24"/>
                    </a:lnTo>
                    <a:lnTo>
                      <a:pt x="5" y="24"/>
                    </a:lnTo>
                    <a:lnTo>
                      <a:pt x="5" y="24"/>
                    </a:lnTo>
                    <a:lnTo>
                      <a:pt x="7" y="24"/>
                    </a:lnTo>
                    <a:lnTo>
                      <a:pt x="7" y="24"/>
                    </a:lnTo>
                    <a:lnTo>
                      <a:pt x="7" y="24"/>
                    </a:lnTo>
                    <a:lnTo>
                      <a:pt x="7" y="21"/>
                    </a:lnTo>
                    <a:lnTo>
                      <a:pt x="10" y="21"/>
                    </a:lnTo>
                    <a:lnTo>
                      <a:pt x="10" y="21"/>
                    </a:lnTo>
                    <a:lnTo>
                      <a:pt x="10" y="21"/>
                    </a:lnTo>
                    <a:lnTo>
                      <a:pt x="12" y="21"/>
                    </a:lnTo>
                    <a:lnTo>
                      <a:pt x="12" y="21"/>
                    </a:lnTo>
                    <a:lnTo>
                      <a:pt x="12" y="21"/>
                    </a:lnTo>
                    <a:lnTo>
                      <a:pt x="14" y="21"/>
                    </a:lnTo>
                    <a:lnTo>
                      <a:pt x="14" y="21"/>
                    </a:lnTo>
                    <a:lnTo>
                      <a:pt x="14" y="21"/>
                    </a:lnTo>
                    <a:lnTo>
                      <a:pt x="14" y="21"/>
                    </a:lnTo>
                    <a:lnTo>
                      <a:pt x="17" y="21"/>
                    </a:lnTo>
                    <a:lnTo>
                      <a:pt x="17" y="21"/>
                    </a:lnTo>
                    <a:lnTo>
                      <a:pt x="17" y="21"/>
                    </a:lnTo>
                    <a:lnTo>
                      <a:pt x="17" y="19"/>
                    </a:lnTo>
                    <a:lnTo>
                      <a:pt x="19" y="19"/>
                    </a:lnTo>
                    <a:lnTo>
                      <a:pt x="19" y="19"/>
                    </a:lnTo>
                    <a:lnTo>
                      <a:pt x="19" y="19"/>
                    </a:lnTo>
                    <a:lnTo>
                      <a:pt x="21" y="19"/>
                    </a:lnTo>
                    <a:lnTo>
                      <a:pt x="21" y="16"/>
                    </a:lnTo>
                    <a:lnTo>
                      <a:pt x="21" y="16"/>
                    </a:lnTo>
                    <a:lnTo>
                      <a:pt x="21" y="16"/>
                    </a:lnTo>
                    <a:lnTo>
                      <a:pt x="21" y="16"/>
                    </a:lnTo>
                    <a:lnTo>
                      <a:pt x="21" y="14"/>
                    </a:lnTo>
                    <a:lnTo>
                      <a:pt x="24" y="14"/>
                    </a:lnTo>
                    <a:lnTo>
                      <a:pt x="24" y="14"/>
                    </a:lnTo>
                    <a:lnTo>
                      <a:pt x="24" y="14"/>
                    </a:lnTo>
                    <a:lnTo>
                      <a:pt x="24" y="12"/>
                    </a:lnTo>
                    <a:lnTo>
                      <a:pt x="24" y="12"/>
                    </a:lnTo>
                    <a:lnTo>
                      <a:pt x="24" y="12"/>
                    </a:lnTo>
                    <a:lnTo>
                      <a:pt x="24" y="12"/>
                    </a:lnTo>
                    <a:lnTo>
                      <a:pt x="21" y="12"/>
                    </a:lnTo>
                    <a:lnTo>
                      <a:pt x="21" y="9"/>
                    </a:lnTo>
                    <a:lnTo>
                      <a:pt x="21" y="9"/>
                    </a:lnTo>
                    <a:lnTo>
                      <a:pt x="21" y="9"/>
                    </a:lnTo>
                    <a:lnTo>
                      <a:pt x="21" y="9"/>
                    </a:lnTo>
                    <a:lnTo>
                      <a:pt x="21" y="7"/>
                    </a:lnTo>
                    <a:lnTo>
                      <a:pt x="19" y="7"/>
                    </a:lnTo>
                    <a:lnTo>
                      <a:pt x="19" y="7"/>
                    </a:lnTo>
                    <a:lnTo>
                      <a:pt x="19" y="7"/>
                    </a:lnTo>
                    <a:lnTo>
                      <a:pt x="17" y="7"/>
                    </a:lnTo>
                    <a:lnTo>
                      <a:pt x="17" y="5"/>
                    </a:lnTo>
                    <a:lnTo>
                      <a:pt x="17" y="5"/>
                    </a:lnTo>
                    <a:lnTo>
                      <a:pt x="17" y="5"/>
                    </a:lnTo>
                    <a:lnTo>
                      <a:pt x="17" y="2"/>
                    </a:lnTo>
                    <a:lnTo>
                      <a:pt x="17" y="2"/>
                    </a:lnTo>
                    <a:lnTo>
                      <a:pt x="14" y="2"/>
                    </a:lnTo>
                    <a:lnTo>
                      <a:pt x="14" y="2"/>
                    </a:lnTo>
                    <a:lnTo>
                      <a:pt x="14" y="0"/>
                    </a:lnTo>
                    <a:lnTo>
                      <a:pt x="17" y="0"/>
                    </a:lnTo>
                    <a:lnTo>
                      <a:pt x="17" y="0"/>
                    </a:lnTo>
                    <a:lnTo>
                      <a:pt x="17" y="2"/>
                    </a:lnTo>
                    <a:lnTo>
                      <a:pt x="17" y="2"/>
                    </a:lnTo>
                    <a:lnTo>
                      <a:pt x="19" y="2"/>
                    </a:lnTo>
                    <a:lnTo>
                      <a:pt x="19" y="2"/>
                    </a:lnTo>
                    <a:lnTo>
                      <a:pt x="21" y="2"/>
                    </a:lnTo>
                    <a:lnTo>
                      <a:pt x="21" y="0"/>
                    </a:lnTo>
                    <a:lnTo>
                      <a:pt x="21" y="0"/>
                    </a:lnTo>
                    <a:lnTo>
                      <a:pt x="21" y="0"/>
                    </a:lnTo>
                    <a:lnTo>
                      <a:pt x="24" y="0"/>
                    </a:lnTo>
                    <a:lnTo>
                      <a:pt x="24" y="0"/>
                    </a:lnTo>
                    <a:lnTo>
                      <a:pt x="24" y="0"/>
                    </a:lnTo>
                    <a:lnTo>
                      <a:pt x="24" y="0"/>
                    </a:lnTo>
                    <a:lnTo>
                      <a:pt x="24" y="0"/>
                    </a:lnTo>
                    <a:lnTo>
                      <a:pt x="26"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0" name="Freeform 58"/>
              <p:cNvSpPr>
                <a:spLocks/>
              </p:cNvSpPr>
              <p:nvPr/>
            </p:nvSpPr>
            <p:spPr bwMode="auto">
              <a:xfrm>
                <a:off x="3870" y="1374"/>
                <a:ext cx="69" cy="216"/>
              </a:xfrm>
              <a:custGeom>
                <a:avLst/>
                <a:gdLst/>
                <a:ahLst/>
                <a:cxnLst>
                  <a:cxn ang="0">
                    <a:pos x="31" y="5"/>
                  </a:cxn>
                  <a:cxn ang="0">
                    <a:pos x="31" y="16"/>
                  </a:cxn>
                  <a:cxn ang="0">
                    <a:pos x="36" y="24"/>
                  </a:cxn>
                  <a:cxn ang="0">
                    <a:pos x="38" y="35"/>
                  </a:cxn>
                  <a:cxn ang="0">
                    <a:pos x="38" y="47"/>
                  </a:cxn>
                  <a:cxn ang="0">
                    <a:pos x="36" y="57"/>
                  </a:cxn>
                  <a:cxn ang="0">
                    <a:pos x="38" y="66"/>
                  </a:cxn>
                  <a:cxn ang="0">
                    <a:pos x="40" y="76"/>
                  </a:cxn>
                  <a:cxn ang="0">
                    <a:pos x="45" y="85"/>
                  </a:cxn>
                  <a:cxn ang="0">
                    <a:pos x="47" y="97"/>
                  </a:cxn>
                  <a:cxn ang="0">
                    <a:pos x="50" y="107"/>
                  </a:cxn>
                  <a:cxn ang="0">
                    <a:pos x="55" y="114"/>
                  </a:cxn>
                  <a:cxn ang="0">
                    <a:pos x="57" y="123"/>
                  </a:cxn>
                  <a:cxn ang="0">
                    <a:pos x="62" y="133"/>
                  </a:cxn>
                  <a:cxn ang="0">
                    <a:pos x="69" y="140"/>
                  </a:cxn>
                  <a:cxn ang="0">
                    <a:pos x="66" y="144"/>
                  </a:cxn>
                  <a:cxn ang="0">
                    <a:pos x="62" y="137"/>
                  </a:cxn>
                  <a:cxn ang="0">
                    <a:pos x="55" y="130"/>
                  </a:cxn>
                  <a:cxn ang="0">
                    <a:pos x="45" y="130"/>
                  </a:cxn>
                  <a:cxn ang="0">
                    <a:pos x="36" y="130"/>
                  </a:cxn>
                  <a:cxn ang="0">
                    <a:pos x="31" y="140"/>
                  </a:cxn>
                  <a:cxn ang="0">
                    <a:pos x="26" y="147"/>
                  </a:cxn>
                  <a:cxn ang="0">
                    <a:pos x="24" y="156"/>
                  </a:cxn>
                  <a:cxn ang="0">
                    <a:pos x="21" y="166"/>
                  </a:cxn>
                  <a:cxn ang="0">
                    <a:pos x="26" y="175"/>
                  </a:cxn>
                  <a:cxn ang="0">
                    <a:pos x="33" y="180"/>
                  </a:cxn>
                  <a:cxn ang="0">
                    <a:pos x="36" y="189"/>
                  </a:cxn>
                  <a:cxn ang="0">
                    <a:pos x="43" y="194"/>
                  </a:cxn>
                  <a:cxn ang="0">
                    <a:pos x="43" y="204"/>
                  </a:cxn>
                  <a:cxn ang="0">
                    <a:pos x="40" y="213"/>
                  </a:cxn>
                  <a:cxn ang="0">
                    <a:pos x="38" y="201"/>
                  </a:cxn>
                  <a:cxn ang="0">
                    <a:pos x="28" y="199"/>
                  </a:cxn>
                  <a:cxn ang="0">
                    <a:pos x="21" y="197"/>
                  </a:cxn>
                  <a:cxn ang="0">
                    <a:pos x="17" y="204"/>
                  </a:cxn>
                  <a:cxn ang="0">
                    <a:pos x="12" y="213"/>
                  </a:cxn>
                  <a:cxn ang="0">
                    <a:pos x="7" y="208"/>
                  </a:cxn>
                  <a:cxn ang="0">
                    <a:pos x="5" y="199"/>
                  </a:cxn>
                  <a:cxn ang="0">
                    <a:pos x="10" y="189"/>
                  </a:cxn>
                  <a:cxn ang="0">
                    <a:pos x="10" y="180"/>
                  </a:cxn>
                  <a:cxn ang="0">
                    <a:pos x="10" y="168"/>
                  </a:cxn>
                  <a:cxn ang="0">
                    <a:pos x="14" y="159"/>
                  </a:cxn>
                  <a:cxn ang="0">
                    <a:pos x="10" y="149"/>
                  </a:cxn>
                  <a:cxn ang="0">
                    <a:pos x="7" y="140"/>
                  </a:cxn>
                  <a:cxn ang="0">
                    <a:pos x="10" y="130"/>
                  </a:cxn>
                  <a:cxn ang="0">
                    <a:pos x="12" y="118"/>
                  </a:cxn>
                  <a:cxn ang="0">
                    <a:pos x="12" y="107"/>
                  </a:cxn>
                  <a:cxn ang="0">
                    <a:pos x="10" y="97"/>
                  </a:cxn>
                  <a:cxn ang="0">
                    <a:pos x="12" y="88"/>
                  </a:cxn>
                  <a:cxn ang="0">
                    <a:pos x="12" y="78"/>
                  </a:cxn>
                  <a:cxn ang="0">
                    <a:pos x="7" y="71"/>
                  </a:cxn>
                  <a:cxn ang="0">
                    <a:pos x="5" y="66"/>
                  </a:cxn>
                  <a:cxn ang="0">
                    <a:pos x="2" y="57"/>
                  </a:cxn>
                  <a:cxn ang="0">
                    <a:pos x="2" y="50"/>
                  </a:cxn>
                  <a:cxn ang="0">
                    <a:pos x="7" y="38"/>
                  </a:cxn>
                  <a:cxn ang="0">
                    <a:pos x="5" y="28"/>
                  </a:cxn>
                  <a:cxn ang="0">
                    <a:pos x="7" y="24"/>
                  </a:cxn>
                  <a:cxn ang="0">
                    <a:pos x="17" y="21"/>
                  </a:cxn>
                  <a:cxn ang="0">
                    <a:pos x="24" y="14"/>
                  </a:cxn>
                  <a:cxn ang="0">
                    <a:pos x="19" y="7"/>
                  </a:cxn>
                  <a:cxn ang="0">
                    <a:pos x="17" y="2"/>
                  </a:cxn>
                  <a:cxn ang="0">
                    <a:pos x="26" y="0"/>
                  </a:cxn>
                </a:cxnLst>
                <a:rect l="0" t="0" r="r" b="b"/>
                <a:pathLst>
                  <a:path w="69" h="216">
                    <a:moveTo>
                      <a:pt x="26" y="0"/>
                    </a:moveTo>
                    <a:lnTo>
                      <a:pt x="26" y="0"/>
                    </a:lnTo>
                    <a:lnTo>
                      <a:pt x="26" y="0"/>
                    </a:lnTo>
                    <a:lnTo>
                      <a:pt x="26" y="0"/>
                    </a:lnTo>
                    <a:lnTo>
                      <a:pt x="26" y="2"/>
                    </a:lnTo>
                    <a:lnTo>
                      <a:pt x="28" y="2"/>
                    </a:lnTo>
                    <a:lnTo>
                      <a:pt x="28" y="2"/>
                    </a:lnTo>
                    <a:lnTo>
                      <a:pt x="28" y="2"/>
                    </a:lnTo>
                    <a:lnTo>
                      <a:pt x="28" y="2"/>
                    </a:lnTo>
                    <a:lnTo>
                      <a:pt x="28" y="5"/>
                    </a:lnTo>
                    <a:lnTo>
                      <a:pt x="31" y="5"/>
                    </a:lnTo>
                    <a:lnTo>
                      <a:pt x="31" y="5"/>
                    </a:lnTo>
                    <a:lnTo>
                      <a:pt x="31" y="5"/>
                    </a:lnTo>
                    <a:lnTo>
                      <a:pt x="31" y="7"/>
                    </a:lnTo>
                    <a:lnTo>
                      <a:pt x="31" y="7"/>
                    </a:lnTo>
                    <a:lnTo>
                      <a:pt x="31" y="9"/>
                    </a:lnTo>
                    <a:lnTo>
                      <a:pt x="31" y="9"/>
                    </a:lnTo>
                    <a:lnTo>
                      <a:pt x="31" y="9"/>
                    </a:lnTo>
                    <a:lnTo>
                      <a:pt x="31" y="12"/>
                    </a:lnTo>
                    <a:lnTo>
                      <a:pt x="28" y="12"/>
                    </a:lnTo>
                    <a:lnTo>
                      <a:pt x="28" y="12"/>
                    </a:lnTo>
                    <a:lnTo>
                      <a:pt x="28" y="12"/>
                    </a:lnTo>
                    <a:lnTo>
                      <a:pt x="28" y="14"/>
                    </a:lnTo>
                    <a:lnTo>
                      <a:pt x="28" y="14"/>
                    </a:lnTo>
                    <a:lnTo>
                      <a:pt x="31" y="14"/>
                    </a:lnTo>
                    <a:lnTo>
                      <a:pt x="31" y="16"/>
                    </a:lnTo>
                    <a:lnTo>
                      <a:pt x="31" y="16"/>
                    </a:lnTo>
                    <a:lnTo>
                      <a:pt x="31" y="16"/>
                    </a:lnTo>
                    <a:lnTo>
                      <a:pt x="31" y="19"/>
                    </a:lnTo>
                    <a:lnTo>
                      <a:pt x="33" y="19"/>
                    </a:lnTo>
                    <a:lnTo>
                      <a:pt x="33" y="19"/>
                    </a:lnTo>
                    <a:lnTo>
                      <a:pt x="33" y="21"/>
                    </a:lnTo>
                    <a:lnTo>
                      <a:pt x="33" y="21"/>
                    </a:lnTo>
                    <a:lnTo>
                      <a:pt x="33" y="21"/>
                    </a:lnTo>
                    <a:lnTo>
                      <a:pt x="33" y="21"/>
                    </a:lnTo>
                    <a:lnTo>
                      <a:pt x="33" y="21"/>
                    </a:lnTo>
                    <a:lnTo>
                      <a:pt x="33" y="24"/>
                    </a:lnTo>
                    <a:lnTo>
                      <a:pt x="36" y="24"/>
                    </a:lnTo>
                    <a:lnTo>
                      <a:pt x="36" y="24"/>
                    </a:lnTo>
                    <a:lnTo>
                      <a:pt x="36" y="26"/>
                    </a:lnTo>
                    <a:lnTo>
                      <a:pt x="36" y="26"/>
                    </a:lnTo>
                    <a:lnTo>
                      <a:pt x="36" y="26"/>
                    </a:lnTo>
                    <a:lnTo>
                      <a:pt x="36" y="28"/>
                    </a:lnTo>
                    <a:lnTo>
                      <a:pt x="36" y="28"/>
                    </a:lnTo>
                    <a:lnTo>
                      <a:pt x="36" y="28"/>
                    </a:lnTo>
                    <a:lnTo>
                      <a:pt x="36" y="31"/>
                    </a:lnTo>
                    <a:lnTo>
                      <a:pt x="38" y="31"/>
                    </a:lnTo>
                    <a:lnTo>
                      <a:pt x="38" y="31"/>
                    </a:lnTo>
                    <a:lnTo>
                      <a:pt x="38" y="31"/>
                    </a:lnTo>
                    <a:lnTo>
                      <a:pt x="38" y="33"/>
                    </a:lnTo>
                    <a:lnTo>
                      <a:pt x="38" y="33"/>
                    </a:lnTo>
                    <a:lnTo>
                      <a:pt x="38" y="35"/>
                    </a:lnTo>
                    <a:lnTo>
                      <a:pt x="38" y="35"/>
                    </a:lnTo>
                    <a:lnTo>
                      <a:pt x="38" y="35"/>
                    </a:lnTo>
                    <a:lnTo>
                      <a:pt x="38" y="38"/>
                    </a:lnTo>
                    <a:lnTo>
                      <a:pt x="38" y="38"/>
                    </a:lnTo>
                    <a:lnTo>
                      <a:pt x="38" y="40"/>
                    </a:lnTo>
                    <a:lnTo>
                      <a:pt x="38" y="40"/>
                    </a:lnTo>
                    <a:lnTo>
                      <a:pt x="38" y="40"/>
                    </a:lnTo>
                    <a:lnTo>
                      <a:pt x="38" y="43"/>
                    </a:lnTo>
                    <a:lnTo>
                      <a:pt x="38" y="43"/>
                    </a:lnTo>
                    <a:lnTo>
                      <a:pt x="38" y="45"/>
                    </a:lnTo>
                    <a:lnTo>
                      <a:pt x="38" y="45"/>
                    </a:lnTo>
                    <a:lnTo>
                      <a:pt x="38" y="47"/>
                    </a:lnTo>
                    <a:lnTo>
                      <a:pt x="38" y="47"/>
                    </a:lnTo>
                    <a:lnTo>
                      <a:pt x="38" y="50"/>
                    </a:lnTo>
                    <a:lnTo>
                      <a:pt x="38" y="50"/>
                    </a:lnTo>
                    <a:lnTo>
                      <a:pt x="38" y="50"/>
                    </a:lnTo>
                    <a:lnTo>
                      <a:pt x="38" y="50"/>
                    </a:lnTo>
                    <a:lnTo>
                      <a:pt x="36" y="50"/>
                    </a:lnTo>
                    <a:lnTo>
                      <a:pt x="36" y="52"/>
                    </a:lnTo>
                    <a:lnTo>
                      <a:pt x="36" y="52"/>
                    </a:lnTo>
                    <a:lnTo>
                      <a:pt x="36" y="52"/>
                    </a:lnTo>
                    <a:lnTo>
                      <a:pt x="36" y="52"/>
                    </a:lnTo>
                    <a:lnTo>
                      <a:pt x="36" y="54"/>
                    </a:lnTo>
                    <a:lnTo>
                      <a:pt x="36" y="54"/>
                    </a:lnTo>
                    <a:lnTo>
                      <a:pt x="36" y="57"/>
                    </a:lnTo>
                    <a:lnTo>
                      <a:pt x="36" y="57"/>
                    </a:lnTo>
                    <a:lnTo>
                      <a:pt x="36" y="59"/>
                    </a:lnTo>
                    <a:lnTo>
                      <a:pt x="36" y="59"/>
                    </a:lnTo>
                    <a:lnTo>
                      <a:pt x="36" y="59"/>
                    </a:lnTo>
                    <a:lnTo>
                      <a:pt x="36" y="59"/>
                    </a:lnTo>
                    <a:lnTo>
                      <a:pt x="36" y="62"/>
                    </a:lnTo>
                    <a:lnTo>
                      <a:pt x="36" y="62"/>
                    </a:lnTo>
                    <a:lnTo>
                      <a:pt x="36" y="62"/>
                    </a:lnTo>
                    <a:lnTo>
                      <a:pt x="36" y="62"/>
                    </a:lnTo>
                    <a:lnTo>
                      <a:pt x="36" y="62"/>
                    </a:lnTo>
                    <a:lnTo>
                      <a:pt x="36" y="64"/>
                    </a:lnTo>
                    <a:lnTo>
                      <a:pt x="36" y="64"/>
                    </a:lnTo>
                    <a:lnTo>
                      <a:pt x="38" y="64"/>
                    </a:lnTo>
                    <a:lnTo>
                      <a:pt x="38" y="66"/>
                    </a:lnTo>
                    <a:lnTo>
                      <a:pt x="38" y="66"/>
                    </a:lnTo>
                    <a:lnTo>
                      <a:pt x="38" y="66"/>
                    </a:lnTo>
                    <a:lnTo>
                      <a:pt x="38" y="69"/>
                    </a:lnTo>
                    <a:lnTo>
                      <a:pt x="40" y="69"/>
                    </a:lnTo>
                    <a:lnTo>
                      <a:pt x="40" y="69"/>
                    </a:lnTo>
                    <a:lnTo>
                      <a:pt x="40" y="71"/>
                    </a:lnTo>
                    <a:lnTo>
                      <a:pt x="40" y="71"/>
                    </a:lnTo>
                    <a:lnTo>
                      <a:pt x="40" y="71"/>
                    </a:lnTo>
                    <a:lnTo>
                      <a:pt x="40" y="71"/>
                    </a:lnTo>
                    <a:lnTo>
                      <a:pt x="40" y="71"/>
                    </a:lnTo>
                    <a:lnTo>
                      <a:pt x="40" y="73"/>
                    </a:lnTo>
                    <a:lnTo>
                      <a:pt x="40" y="73"/>
                    </a:lnTo>
                    <a:lnTo>
                      <a:pt x="40" y="76"/>
                    </a:lnTo>
                    <a:lnTo>
                      <a:pt x="43" y="76"/>
                    </a:lnTo>
                    <a:lnTo>
                      <a:pt x="43" y="76"/>
                    </a:lnTo>
                    <a:lnTo>
                      <a:pt x="43" y="78"/>
                    </a:lnTo>
                    <a:lnTo>
                      <a:pt x="43" y="78"/>
                    </a:lnTo>
                    <a:lnTo>
                      <a:pt x="43" y="78"/>
                    </a:lnTo>
                    <a:lnTo>
                      <a:pt x="43" y="80"/>
                    </a:lnTo>
                    <a:lnTo>
                      <a:pt x="43" y="80"/>
                    </a:lnTo>
                    <a:lnTo>
                      <a:pt x="43" y="80"/>
                    </a:lnTo>
                    <a:lnTo>
                      <a:pt x="43" y="80"/>
                    </a:lnTo>
                    <a:lnTo>
                      <a:pt x="43" y="83"/>
                    </a:lnTo>
                    <a:lnTo>
                      <a:pt x="43" y="83"/>
                    </a:lnTo>
                    <a:lnTo>
                      <a:pt x="45" y="83"/>
                    </a:lnTo>
                    <a:lnTo>
                      <a:pt x="45" y="85"/>
                    </a:lnTo>
                    <a:lnTo>
                      <a:pt x="45" y="85"/>
                    </a:lnTo>
                    <a:lnTo>
                      <a:pt x="45" y="88"/>
                    </a:lnTo>
                    <a:lnTo>
                      <a:pt x="45" y="88"/>
                    </a:lnTo>
                    <a:lnTo>
                      <a:pt x="45" y="88"/>
                    </a:lnTo>
                    <a:lnTo>
                      <a:pt x="45" y="90"/>
                    </a:lnTo>
                    <a:lnTo>
                      <a:pt x="45" y="90"/>
                    </a:lnTo>
                    <a:lnTo>
                      <a:pt x="45" y="90"/>
                    </a:lnTo>
                    <a:lnTo>
                      <a:pt x="45" y="92"/>
                    </a:lnTo>
                    <a:lnTo>
                      <a:pt x="47" y="92"/>
                    </a:lnTo>
                    <a:lnTo>
                      <a:pt x="47" y="92"/>
                    </a:lnTo>
                    <a:lnTo>
                      <a:pt x="47" y="95"/>
                    </a:lnTo>
                    <a:lnTo>
                      <a:pt x="47" y="95"/>
                    </a:lnTo>
                    <a:lnTo>
                      <a:pt x="47" y="97"/>
                    </a:lnTo>
                    <a:lnTo>
                      <a:pt x="47" y="97"/>
                    </a:lnTo>
                    <a:lnTo>
                      <a:pt x="47" y="97"/>
                    </a:lnTo>
                    <a:lnTo>
                      <a:pt x="47" y="99"/>
                    </a:lnTo>
                    <a:lnTo>
                      <a:pt x="47" y="99"/>
                    </a:lnTo>
                    <a:lnTo>
                      <a:pt x="47" y="99"/>
                    </a:lnTo>
                    <a:lnTo>
                      <a:pt x="47" y="99"/>
                    </a:lnTo>
                    <a:lnTo>
                      <a:pt x="47" y="102"/>
                    </a:lnTo>
                    <a:lnTo>
                      <a:pt x="47" y="102"/>
                    </a:lnTo>
                    <a:lnTo>
                      <a:pt x="50" y="102"/>
                    </a:lnTo>
                    <a:lnTo>
                      <a:pt x="50" y="104"/>
                    </a:lnTo>
                    <a:lnTo>
                      <a:pt x="50" y="104"/>
                    </a:lnTo>
                    <a:lnTo>
                      <a:pt x="50" y="104"/>
                    </a:lnTo>
                    <a:lnTo>
                      <a:pt x="50" y="107"/>
                    </a:lnTo>
                    <a:lnTo>
                      <a:pt x="50" y="107"/>
                    </a:lnTo>
                    <a:lnTo>
                      <a:pt x="50" y="107"/>
                    </a:lnTo>
                    <a:lnTo>
                      <a:pt x="50" y="109"/>
                    </a:lnTo>
                    <a:lnTo>
                      <a:pt x="52" y="109"/>
                    </a:lnTo>
                    <a:lnTo>
                      <a:pt x="52" y="109"/>
                    </a:lnTo>
                    <a:lnTo>
                      <a:pt x="52" y="109"/>
                    </a:lnTo>
                    <a:lnTo>
                      <a:pt x="52" y="109"/>
                    </a:lnTo>
                    <a:lnTo>
                      <a:pt x="52" y="111"/>
                    </a:lnTo>
                    <a:lnTo>
                      <a:pt x="55" y="111"/>
                    </a:lnTo>
                    <a:lnTo>
                      <a:pt x="55" y="111"/>
                    </a:lnTo>
                    <a:lnTo>
                      <a:pt x="55" y="114"/>
                    </a:lnTo>
                    <a:lnTo>
                      <a:pt x="55" y="114"/>
                    </a:lnTo>
                    <a:lnTo>
                      <a:pt x="55" y="114"/>
                    </a:lnTo>
                    <a:lnTo>
                      <a:pt x="55" y="116"/>
                    </a:lnTo>
                    <a:lnTo>
                      <a:pt x="55" y="116"/>
                    </a:lnTo>
                    <a:lnTo>
                      <a:pt x="55" y="116"/>
                    </a:lnTo>
                    <a:lnTo>
                      <a:pt x="55" y="118"/>
                    </a:lnTo>
                    <a:lnTo>
                      <a:pt x="55" y="118"/>
                    </a:lnTo>
                    <a:lnTo>
                      <a:pt x="57" y="118"/>
                    </a:lnTo>
                    <a:lnTo>
                      <a:pt x="57" y="118"/>
                    </a:lnTo>
                    <a:lnTo>
                      <a:pt x="57" y="121"/>
                    </a:lnTo>
                    <a:lnTo>
                      <a:pt x="57" y="121"/>
                    </a:lnTo>
                    <a:lnTo>
                      <a:pt x="57" y="121"/>
                    </a:lnTo>
                    <a:lnTo>
                      <a:pt x="57" y="123"/>
                    </a:lnTo>
                    <a:lnTo>
                      <a:pt x="57" y="123"/>
                    </a:lnTo>
                    <a:lnTo>
                      <a:pt x="57" y="123"/>
                    </a:lnTo>
                    <a:lnTo>
                      <a:pt x="57" y="126"/>
                    </a:lnTo>
                    <a:lnTo>
                      <a:pt x="57" y="126"/>
                    </a:lnTo>
                    <a:lnTo>
                      <a:pt x="57" y="128"/>
                    </a:lnTo>
                    <a:lnTo>
                      <a:pt x="59" y="128"/>
                    </a:lnTo>
                    <a:lnTo>
                      <a:pt x="59" y="128"/>
                    </a:lnTo>
                    <a:lnTo>
                      <a:pt x="59" y="130"/>
                    </a:lnTo>
                    <a:lnTo>
                      <a:pt x="59" y="130"/>
                    </a:lnTo>
                    <a:lnTo>
                      <a:pt x="59" y="130"/>
                    </a:lnTo>
                    <a:lnTo>
                      <a:pt x="59" y="130"/>
                    </a:lnTo>
                    <a:lnTo>
                      <a:pt x="62" y="130"/>
                    </a:lnTo>
                    <a:lnTo>
                      <a:pt x="62" y="133"/>
                    </a:lnTo>
                    <a:lnTo>
                      <a:pt x="62" y="133"/>
                    </a:lnTo>
                    <a:lnTo>
                      <a:pt x="62" y="133"/>
                    </a:lnTo>
                    <a:lnTo>
                      <a:pt x="62" y="135"/>
                    </a:lnTo>
                    <a:lnTo>
                      <a:pt x="62" y="135"/>
                    </a:lnTo>
                    <a:lnTo>
                      <a:pt x="62" y="135"/>
                    </a:lnTo>
                    <a:lnTo>
                      <a:pt x="62" y="137"/>
                    </a:lnTo>
                    <a:lnTo>
                      <a:pt x="64" y="137"/>
                    </a:lnTo>
                    <a:lnTo>
                      <a:pt x="64" y="137"/>
                    </a:lnTo>
                    <a:lnTo>
                      <a:pt x="64" y="137"/>
                    </a:lnTo>
                    <a:lnTo>
                      <a:pt x="64" y="137"/>
                    </a:lnTo>
                    <a:lnTo>
                      <a:pt x="66" y="137"/>
                    </a:lnTo>
                    <a:lnTo>
                      <a:pt x="66" y="140"/>
                    </a:lnTo>
                    <a:lnTo>
                      <a:pt x="66" y="140"/>
                    </a:lnTo>
                    <a:lnTo>
                      <a:pt x="69" y="140"/>
                    </a:lnTo>
                    <a:lnTo>
                      <a:pt x="69" y="140"/>
                    </a:lnTo>
                    <a:lnTo>
                      <a:pt x="69" y="140"/>
                    </a:lnTo>
                    <a:lnTo>
                      <a:pt x="69" y="142"/>
                    </a:lnTo>
                    <a:lnTo>
                      <a:pt x="69" y="142"/>
                    </a:lnTo>
                    <a:lnTo>
                      <a:pt x="69" y="144"/>
                    </a:lnTo>
                    <a:lnTo>
                      <a:pt x="69" y="144"/>
                    </a:lnTo>
                    <a:lnTo>
                      <a:pt x="69" y="144"/>
                    </a:lnTo>
                    <a:lnTo>
                      <a:pt x="69" y="144"/>
                    </a:lnTo>
                    <a:lnTo>
                      <a:pt x="69" y="147"/>
                    </a:lnTo>
                    <a:lnTo>
                      <a:pt x="69" y="147"/>
                    </a:lnTo>
                    <a:lnTo>
                      <a:pt x="69" y="147"/>
                    </a:lnTo>
                    <a:lnTo>
                      <a:pt x="66" y="147"/>
                    </a:lnTo>
                    <a:lnTo>
                      <a:pt x="66" y="144"/>
                    </a:lnTo>
                    <a:lnTo>
                      <a:pt x="66" y="144"/>
                    </a:lnTo>
                    <a:lnTo>
                      <a:pt x="66" y="144"/>
                    </a:lnTo>
                    <a:lnTo>
                      <a:pt x="66" y="142"/>
                    </a:lnTo>
                    <a:lnTo>
                      <a:pt x="66" y="142"/>
                    </a:lnTo>
                    <a:lnTo>
                      <a:pt x="64" y="142"/>
                    </a:lnTo>
                    <a:lnTo>
                      <a:pt x="64" y="140"/>
                    </a:lnTo>
                    <a:lnTo>
                      <a:pt x="64" y="140"/>
                    </a:lnTo>
                    <a:lnTo>
                      <a:pt x="64" y="140"/>
                    </a:lnTo>
                    <a:lnTo>
                      <a:pt x="64" y="140"/>
                    </a:lnTo>
                    <a:lnTo>
                      <a:pt x="64" y="140"/>
                    </a:lnTo>
                    <a:lnTo>
                      <a:pt x="62" y="140"/>
                    </a:lnTo>
                    <a:lnTo>
                      <a:pt x="62" y="137"/>
                    </a:lnTo>
                    <a:lnTo>
                      <a:pt x="62" y="137"/>
                    </a:lnTo>
                    <a:lnTo>
                      <a:pt x="62" y="137"/>
                    </a:lnTo>
                    <a:lnTo>
                      <a:pt x="62" y="137"/>
                    </a:lnTo>
                    <a:lnTo>
                      <a:pt x="59" y="137"/>
                    </a:lnTo>
                    <a:lnTo>
                      <a:pt x="59" y="135"/>
                    </a:lnTo>
                    <a:lnTo>
                      <a:pt x="59" y="135"/>
                    </a:lnTo>
                    <a:lnTo>
                      <a:pt x="57" y="135"/>
                    </a:lnTo>
                    <a:lnTo>
                      <a:pt x="57" y="135"/>
                    </a:lnTo>
                    <a:lnTo>
                      <a:pt x="57" y="135"/>
                    </a:lnTo>
                    <a:lnTo>
                      <a:pt x="57" y="133"/>
                    </a:lnTo>
                    <a:lnTo>
                      <a:pt x="57" y="133"/>
                    </a:lnTo>
                    <a:lnTo>
                      <a:pt x="57" y="133"/>
                    </a:lnTo>
                    <a:lnTo>
                      <a:pt x="55" y="133"/>
                    </a:lnTo>
                    <a:lnTo>
                      <a:pt x="55" y="130"/>
                    </a:lnTo>
                    <a:lnTo>
                      <a:pt x="55" y="130"/>
                    </a:lnTo>
                    <a:lnTo>
                      <a:pt x="55" y="130"/>
                    </a:lnTo>
                    <a:lnTo>
                      <a:pt x="55" y="130"/>
                    </a:lnTo>
                    <a:lnTo>
                      <a:pt x="52" y="130"/>
                    </a:lnTo>
                    <a:lnTo>
                      <a:pt x="52" y="130"/>
                    </a:lnTo>
                    <a:lnTo>
                      <a:pt x="50" y="130"/>
                    </a:lnTo>
                    <a:lnTo>
                      <a:pt x="50" y="130"/>
                    </a:lnTo>
                    <a:lnTo>
                      <a:pt x="50" y="130"/>
                    </a:lnTo>
                    <a:lnTo>
                      <a:pt x="50" y="130"/>
                    </a:lnTo>
                    <a:lnTo>
                      <a:pt x="47" y="130"/>
                    </a:lnTo>
                    <a:lnTo>
                      <a:pt x="47" y="130"/>
                    </a:lnTo>
                    <a:lnTo>
                      <a:pt x="47" y="130"/>
                    </a:lnTo>
                    <a:lnTo>
                      <a:pt x="45" y="130"/>
                    </a:lnTo>
                    <a:lnTo>
                      <a:pt x="45" y="130"/>
                    </a:lnTo>
                    <a:lnTo>
                      <a:pt x="43" y="130"/>
                    </a:lnTo>
                    <a:lnTo>
                      <a:pt x="43" y="130"/>
                    </a:lnTo>
                    <a:lnTo>
                      <a:pt x="43" y="130"/>
                    </a:lnTo>
                    <a:lnTo>
                      <a:pt x="40" y="130"/>
                    </a:lnTo>
                    <a:lnTo>
                      <a:pt x="40" y="130"/>
                    </a:lnTo>
                    <a:lnTo>
                      <a:pt x="40" y="130"/>
                    </a:lnTo>
                    <a:lnTo>
                      <a:pt x="38" y="130"/>
                    </a:lnTo>
                    <a:lnTo>
                      <a:pt x="38" y="130"/>
                    </a:lnTo>
                    <a:lnTo>
                      <a:pt x="38" y="130"/>
                    </a:lnTo>
                    <a:lnTo>
                      <a:pt x="36" y="130"/>
                    </a:lnTo>
                    <a:lnTo>
                      <a:pt x="36" y="130"/>
                    </a:lnTo>
                    <a:lnTo>
                      <a:pt x="36" y="130"/>
                    </a:lnTo>
                    <a:lnTo>
                      <a:pt x="36" y="130"/>
                    </a:lnTo>
                    <a:lnTo>
                      <a:pt x="33" y="130"/>
                    </a:lnTo>
                    <a:lnTo>
                      <a:pt x="33" y="133"/>
                    </a:lnTo>
                    <a:lnTo>
                      <a:pt x="33" y="133"/>
                    </a:lnTo>
                    <a:lnTo>
                      <a:pt x="33" y="133"/>
                    </a:lnTo>
                    <a:lnTo>
                      <a:pt x="33" y="133"/>
                    </a:lnTo>
                    <a:lnTo>
                      <a:pt x="31" y="133"/>
                    </a:lnTo>
                    <a:lnTo>
                      <a:pt x="31" y="135"/>
                    </a:lnTo>
                    <a:lnTo>
                      <a:pt x="31" y="135"/>
                    </a:lnTo>
                    <a:lnTo>
                      <a:pt x="31" y="135"/>
                    </a:lnTo>
                    <a:lnTo>
                      <a:pt x="31" y="137"/>
                    </a:lnTo>
                    <a:lnTo>
                      <a:pt x="31" y="137"/>
                    </a:lnTo>
                    <a:lnTo>
                      <a:pt x="31" y="137"/>
                    </a:lnTo>
                    <a:lnTo>
                      <a:pt x="31" y="140"/>
                    </a:lnTo>
                    <a:lnTo>
                      <a:pt x="31" y="140"/>
                    </a:lnTo>
                    <a:lnTo>
                      <a:pt x="31" y="140"/>
                    </a:lnTo>
                    <a:lnTo>
                      <a:pt x="31" y="140"/>
                    </a:lnTo>
                    <a:lnTo>
                      <a:pt x="31" y="142"/>
                    </a:lnTo>
                    <a:lnTo>
                      <a:pt x="28" y="142"/>
                    </a:lnTo>
                    <a:lnTo>
                      <a:pt x="28" y="142"/>
                    </a:lnTo>
                    <a:lnTo>
                      <a:pt x="28" y="142"/>
                    </a:lnTo>
                    <a:lnTo>
                      <a:pt x="28" y="144"/>
                    </a:lnTo>
                    <a:lnTo>
                      <a:pt x="28" y="144"/>
                    </a:lnTo>
                    <a:lnTo>
                      <a:pt x="28" y="144"/>
                    </a:lnTo>
                    <a:lnTo>
                      <a:pt x="28" y="147"/>
                    </a:lnTo>
                    <a:lnTo>
                      <a:pt x="28" y="147"/>
                    </a:lnTo>
                    <a:lnTo>
                      <a:pt x="26" y="147"/>
                    </a:lnTo>
                    <a:lnTo>
                      <a:pt x="26" y="149"/>
                    </a:lnTo>
                    <a:lnTo>
                      <a:pt x="26" y="149"/>
                    </a:lnTo>
                    <a:lnTo>
                      <a:pt x="26" y="149"/>
                    </a:lnTo>
                    <a:lnTo>
                      <a:pt x="26" y="149"/>
                    </a:lnTo>
                    <a:lnTo>
                      <a:pt x="26" y="152"/>
                    </a:lnTo>
                    <a:lnTo>
                      <a:pt x="26" y="152"/>
                    </a:lnTo>
                    <a:lnTo>
                      <a:pt x="24" y="152"/>
                    </a:lnTo>
                    <a:lnTo>
                      <a:pt x="24" y="154"/>
                    </a:lnTo>
                    <a:lnTo>
                      <a:pt x="24" y="154"/>
                    </a:lnTo>
                    <a:lnTo>
                      <a:pt x="24" y="154"/>
                    </a:lnTo>
                    <a:lnTo>
                      <a:pt x="24" y="156"/>
                    </a:lnTo>
                    <a:lnTo>
                      <a:pt x="24" y="156"/>
                    </a:lnTo>
                    <a:lnTo>
                      <a:pt x="24" y="156"/>
                    </a:lnTo>
                    <a:lnTo>
                      <a:pt x="24" y="159"/>
                    </a:lnTo>
                    <a:lnTo>
                      <a:pt x="24" y="159"/>
                    </a:lnTo>
                    <a:lnTo>
                      <a:pt x="21" y="159"/>
                    </a:lnTo>
                    <a:lnTo>
                      <a:pt x="21" y="159"/>
                    </a:lnTo>
                    <a:lnTo>
                      <a:pt x="21" y="161"/>
                    </a:lnTo>
                    <a:lnTo>
                      <a:pt x="21" y="161"/>
                    </a:lnTo>
                    <a:lnTo>
                      <a:pt x="21" y="163"/>
                    </a:lnTo>
                    <a:lnTo>
                      <a:pt x="21" y="163"/>
                    </a:lnTo>
                    <a:lnTo>
                      <a:pt x="21" y="163"/>
                    </a:lnTo>
                    <a:lnTo>
                      <a:pt x="21" y="166"/>
                    </a:lnTo>
                    <a:lnTo>
                      <a:pt x="21" y="166"/>
                    </a:lnTo>
                    <a:lnTo>
                      <a:pt x="21" y="166"/>
                    </a:lnTo>
                    <a:lnTo>
                      <a:pt x="21" y="166"/>
                    </a:lnTo>
                    <a:lnTo>
                      <a:pt x="21" y="168"/>
                    </a:lnTo>
                    <a:lnTo>
                      <a:pt x="21" y="168"/>
                    </a:lnTo>
                    <a:lnTo>
                      <a:pt x="21" y="168"/>
                    </a:lnTo>
                    <a:lnTo>
                      <a:pt x="21" y="168"/>
                    </a:lnTo>
                    <a:lnTo>
                      <a:pt x="21" y="171"/>
                    </a:lnTo>
                    <a:lnTo>
                      <a:pt x="24" y="171"/>
                    </a:lnTo>
                    <a:lnTo>
                      <a:pt x="24" y="171"/>
                    </a:lnTo>
                    <a:lnTo>
                      <a:pt x="24" y="171"/>
                    </a:lnTo>
                    <a:lnTo>
                      <a:pt x="24" y="173"/>
                    </a:lnTo>
                    <a:lnTo>
                      <a:pt x="24" y="173"/>
                    </a:lnTo>
                    <a:lnTo>
                      <a:pt x="24" y="173"/>
                    </a:lnTo>
                    <a:lnTo>
                      <a:pt x="24" y="175"/>
                    </a:lnTo>
                    <a:lnTo>
                      <a:pt x="26" y="175"/>
                    </a:lnTo>
                    <a:lnTo>
                      <a:pt x="26" y="175"/>
                    </a:lnTo>
                    <a:lnTo>
                      <a:pt x="26" y="175"/>
                    </a:lnTo>
                    <a:lnTo>
                      <a:pt x="28" y="175"/>
                    </a:lnTo>
                    <a:lnTo>
                      <a:pt x="28" y="178"/>
                    </a:lnTo>
                    <a:lnTo>
                      <a:pt x="28" y="178"/>
                    </a:lnTo>
                    <a:lnTo>
                      <a:pt x="28" y="178"/>
                    </a:lnTo>
                    <a:lnTo>
                      <a:pt x="28" y="178"/>
                    </a:lnTo>
                    <a:lnTo>
                      <a:pt x="31" y="178"/>
                    </a:lnTo>
                    <a:lnTo>
                      <a:pt x="31" y="178"/>
                    </a:lnTo>
                    <a:lnTo>
                      <a:pt x="31" y="178"/>
                    </a:lnTo>
                    <a:lnTo>
                      <a:pt x="31" y="180"/>
                    </a:lnTo>
                    <a:lnTo>
                      <a:pt x="33" y="180"/>
                    </a:lnTo>
                    <a:lnTo>
                      <a:pt x="33" y="180"/>
                    </a:lnTo>
                    <a:lnTo>
                      <a:pt x="33" y="182"/>
                    </a:lnTo>
                    <a:lnTo>
                      <a:pt x="33" y="182"/>
                    </a:lnTo>
                    <a:lnTo>
                      <a:pt x="33" y="182"/>
                    </a:lnTo>
                    <a:lnTo>
                      <a:pt x="33" y="185"/>
                    </a:lnTo>
                    <a:lnTo>
                      <a:pt x="33" y="185"/>
                    </a:lnTo>
                    <a:lnTo>
                      <a:pt x="33" y="187"/>
                    </a:lnTo>
                    <a:lnTo>
                      <a:pt x="33" y="187"/>
                    </a:lnTo>
                    <a:lnTo>
                      <a:pt x="33" y="187"/>
                    </a:lnTo>
                    <a:lnTo>
                      <a:pt x="33" y="189"/>
                    </a:lnTo>
                    <a:lnTo>
                      <a:pt x="33" y="189"/>
                    </a:lnTo>
                    <a:lnTo>
                      <a:pt x="36" y="189"/>
                    </a:lnTo>
                    <a:lnTo>
                      <a:pt x="36" y="189"/>
                    </a:lnTo>
                    <a:lnTo>
                      <a:pt x="36" y="189"/>
                    </a:lnTo>
                    <a:lnTo>
                      <a:pt x="36" y="189"/>
                    </a:lnTo>
                    <a:lnTo>
                      <a:pt x="36" y="192"/>
                    </a:lnTo>
                    <a:lnTo>
                      <a:pt x="38" y="192"/>
                    </a:lnTo>
                    <a:lnTo>
                      <a:pt x="38" y="192"/>
                    </a:lnTo>
                    <a:lnTo>
                      <a:pt x="40" y="192"/>
                    </a:lnTo>
                    <a:lnTo>
                      <a:pt x="40" y="192"/>
                    </a:lnTo>
                    <a:lnTo>
                      <a:pt x="40" y="189"/>
                    </a:lnTo>
                    <a:lnTo>
                      <a:pt x="40" y="189"/>
                    </a:lnTo>
                    <a:lnTo>
                      <a:pt x="43" y="189"/>
                    </a:lnTo>
                    <a:lnTo>
                      <a:pt x="43" y="192"/>
                    </a:lnTo>
                    <a:lnTo>
                      <a:pt x="43" y="192"/>
                    </a:lnTo>
                    <a:lnTo>
                      <a:pt x="43" y="194"/>
                    </a:lnTo>
                    <a:lnTo>
                      <a:pt x="43" y="194"/>
                    </a:lnTo>
                    <a:lnTo>
                      <a:pt x="43" y="194"/>
                    </a:lnTo>
                    <a:lnTo>
                      <a:pt x="43" y="197"/>
                    </a:lnTo>
                    <a:lnTo>
                      <a:pt x="43" y="197"/>
                    </a:lnTo>
                    <a:lnTo>
                      <a:pt x="43" y="199"/>
                    </a:lnTo>
                    <a:lnTo>
                      <a:pt x="43" y="199"/>
                    </a:lnTo>
                    <a:lnTo>
                      <a:pt x="43" y="199"/>
                    </a:lnTo>
                    <a:lnTo>
                      <a:pt x="43" y="199"/>
                    </a:lnTo>
                    <a:lnTo>
                      <a:pt x="43" y="201"/>
                    </a:lnTo>
                    <a:lnTo>
                      <a:pt x="43" y="201"/>
                    </a:lnTo>
                    <a:lnTo>
                      <a:pt x="45" y="201"/>
                    </a:lnTo>
                    <a:lnTo>
                      <a:pt x="45" y="204"/>
                    </a:lnTo>
                    <a:lnTo>
                      <a:pt x="45" y="204"/>
                    </a:lnTo>
                    <a:lnTo>
                      <a:pt x="43" y="204"/>
                    </a:lnTo>
                    <a:lnTo>
                      <a:pt x="43" y="206"/>
                    </a:lnTo>
                    <a:lnTo>
                      <a:pt x="43" y="206"/>
                    </a:lnTo>
                    <a:lnTo>
                      <a:pt x="43" y="206"/>
                    </a:lnTo>
                    <a:lnTo>
                      <a:pt x="43" y="208"/>
                    </a:lnTo>
                    <a:lnTo>
                      <a:pt x="43" y="208"/>
                    </a:lnTo>
                    <a:lnTo>
                      <a:pt x="43" y="208"/>
                    </a:lnTo>
                    <a:lnTo>
                      <a:pt x="43" y="208"/>
                    </a:lnTo>
                    <a:lnTo>
                      <a:pt x="43" y="211"/>
                    </a:lnTo>
                    <a:lnTo>
                      <a:pt x="40" y="211"/>
                    </a:lnTo>
                    <a:lnTo>
                      <a:pt x="40" y="211"/>
                    </a:lnTo>
                    <a:lnTo>
                      <a:pt x="40" y="213"/>
                    </a:lnTo>
                    <a:lnTo>
                      <a:pt x="40" y="213"/>
                    </a:lnTo>
                    <a:lnTo>
                      <a:pt x="40" y="213"/>
                    </a:lnTo>
                    <a:lnTo>
                      <a:pt x="40" y="211"/>
                    </a:lnTo>
                    <a:lnTo>
                      <a:pt x="40" y="211"/>
                    </a:lnTo>
                    <a:lnTo>
                      <a:pt x="40" y="208"/>
                    </a:lnTo>
                    <a:lnTo>
                      <a:pt x="40" y="208"/>
                    </a:lnTo>
                    <a:lnTo>
                      <a:pt x="40" y="208"/>
                    </a:lnTo>
                    <a:lnTo>
                      <a:pt x="40" y="206"/>
                    </a:lnTo>
                    <a:lnTo>
                      <a:pt x="40" y="206"/>
                    </a:lnTo>
                    <a:lnTo>
                      <a:pt x="38" y="206"/>
                    </a:lnTo>
                    <a:lnTo>
                      <a:pt x="38" y="204"/>
                    </a:lnTo>
                    <a:lnTo>
                      <a:pt x="38" y="204"/>
                    </a:lnTo>
                    <a:lnTo>
                      <a:pt x="38" y="204"/>
                    </a:lnTo>
                    <a:lnTo>
                      <a:pt x="38" y="201"/>
                    </a:lnTo>
                    <a:lnTo>
                      <a:pt x="38" y="201"/>
                    </a:lnTo>
                    <a:lnTo>
                      <a:pt x="38" y="199"/>
                    </a:lnTo>
                    <a:lnTo>
                      <a:pt x="36" y="199"/>
                    </a:lnTo>
                    <a:lnTo>
                      <a:pt x="36" y="199"/>
                    </a:lnTo>
                    <a:lnTo>
                      <a:pt x="36" y="199"/>
                    </a:lnTo>
                    <a:lnTo>
                      <a:pt x="36" y="199"/>
                    </a:lnTo>
                    <a:lnTo>
                      <a:pt x="36" y="199"/>
                    </a:lnTo>
                    <a:lnTo>
                      <a:pt x="33" y="199"/>
                    </a:lnTo>
                    <a:lnTo>
                      <a:pt x="33" y="199"/>
                    </a:lnTo>
                    <a:lnTo>
                      <a:pt x="33" y="199"/>
                    </a:lnTo>
                    <a:lnTo>
                      <a:pt x="31" y="199"/>
                    </a:lnTo>
                    <a:lnTo>
                      <a:pt x="31" y="199"/>
                    </a:lnTo>
                    <a:lnTo>
                      <a:pt x="28" y="199"/>
                    </a:lnTo>
                    <a:lnTo>
                      <a:pt x="28" y="199"/>
                    </a:lnTo>
                    <a:lnTo>
                      <a:pt x="28" y="199"/>
                    </a:lnTo>
                    <a:lnTo>
                      <a:pt x="26" y="199"/>
                    </a:lnTo>
                    <a:lnTo>
                      <a:pt x="26" y="199"/>
                    </a:lnTo>
                    <a:lnTo>
                      <a:pt x="26" y="197"/>
                    </a:lnTo>
                    <a:lnTo>
                      <a:pt x="24" y="197"/>
                    </a:lnTo>
                    <a:lnTo>
                      <a:pt x="24" y="197"/>
                    </a:lnTo>
                    <a:lnTo>
                      <a:pt x="24" y="194"/>
                    </a:lnTo>
                    <a:lnTo>
                      <a:pt x="24" y="194"/>
                    </a:lnTo>
                    <a:lnTo>
                      <a:pt x="24" y="194"/>
                    </a:lnTo>
                    <a:lnTo>
                      <a:pt x="21" y="194"/>
                    </a:lnTo>
                    <a:lnTo>
                      <a:pt x="21" y="197"/>
                    </a:lnTo>
                    <a:lnTo>
                      <a:pt x="21" y="197"/>
                    </a:lnTo>
                    <a:lnTo>
                      <a:pt x="21" y="197"/>
                    </a:lnTo>
                    <a:lnTo>
                      <a:pt x="21" y="197"/>
                    </a:lnTo>
                    <a:lnTo>
                      <a:pt x="19" y="197"/>
                    </a:lnTo>
                    <a:lnTo>
                      <a:pt x="19" y="199"/>
                    </a:lnTo>
                    <a:lnTo>
                      <a:pt x="19" y="199"/>
                    </a:lnTo>
                    <a:lnTo>
                      <a:pt x="19" y="199"/>
                    </a:lnTo>
                    <a:lnTo>
                      <a:pt x="19" y="199"/>
                    </a:lnTo>
                    <a:lnTo>
                      <a:pt x="19" y="201"/>
                    </a:lnTo>
                    <a:lnTo>
                      <a:pt x="17" y="201"/>
                    </a:lnTo>
                    <a:lnTo>
                      <a:pt x="17" y="201"/>
                    </a:lnTo>
                    <a:lnTo>
                      <a:pt x="17" y="201"/>
                    </a:lnTo>
                    <a:lnTo>
                      <a:pt x="17" y="204"/>
                    </a:lnTo>
                    <a:lnTo>
                      <a:pt x="17" y="204"/>
                    </a:lnTo>
                    <a:lnTo>
                      <a:pt x="17" y="204"/>
                    </a:lnTo>
                    <a:lnTo>
                      <a:pt x="17" y="206"/>
                    </a:lnTo>
                    <a:lnTo>
                      <a:pt x="17" y="206"/>
                    </a:lnTo>
                    <a:lnTo>
                      <a:pt x="17" y="208"/>
                    </a:lnTo>
                    <a:lnTo>
                      <a:pt x="17" y="208"/>
                    </a:lnTo>
                    <a:lnTo>
                      <a:pt x="14" y="208"/>
                    </a:lnTo>
                    <a:lnTo>
                      <a:pt x="14" y="208"/>
                    </a:lnTo>
                    <a:lnTo>
                      <a:pt x="14" y="211"/>
                    </a:lnTo>
                    <a:lnTo>
                      <a:pt x="14" y="211"/>
                    </a:lnTo>
                    <a:lnTo>
                      <a:pt x="14" y="211"/>
                    </a:lnTo>
                    <a:lnTo>
                      <a:pt x="14" y="213"/>
                    </a:lnTo>
                    <a:lnTo>
                      <a:pt x="14" y="213"/>
                    </a:lnTo>
                    <a:lnTo>
                      <a:pt x="12" y="213"/>
                    </a:lnTo>
                    <a:lnTo>
                      <a:pt x="12" y="213"/>
                    </a:lnTo>
                    <a:lnTo>
                      <a:pt x="12" y="216"/>
                    </a:lnTo>
                    <a:lnTo>
                      <a:pt x="12" y="216"/>
                    </a:lnTo>
                    <a:lnTo>
                      <a:pt x="12" y="216"/>
                    </a:lnTo>
                    <a:lnTo>
                      <a:pt x="10" y="216"/>
                    </a:lnTo>
                    <a:lnTo>
                      <a:pt x="10" y="216"/>
                    </a:lnTo>
                    <a:lnTo>
                      <a:pt x="10" y="216"/>
                    </a:lnTo>
                    <a:lnTo>
                      <a:pt x="10" y="213"/>
                    </a:lnTo>
                    <a:lnTo>
                      <a:pt x="10" y="213"/>
                    </a:lnTo>
                    <a:lnTo>
                      <a:pt x="10" y="213"/>
                    </a:lnTo>
                    <a:lnTo>
                      <a:pt x="7" y="213"/>
                    </a:lnTo>
                    <a:lnTo>
                      <a:pt x="7" y="211"/>
                    </a:lnTo>
                    <a:lnTo>
                      <a:pt x="7" y="211"/>
                    </a:lnTo>
                    <a:lnTo>
                      <a:pt x="7" y="208"/>
                    </a:lnTo>
                    <a:lnTo>
                      <a:pt x="7" y="208"/>
                    </a:lnTo>
                    <a:lnTo>
                      <a:pt x="7" y="208"/>
                    </a:lnTo>
                    <a:lnTo>
                      <a:pt x="7" y="208"/>
                    </a:lnTo>
                    <a:lnTo>
                      <a:pt x="7" y="206"/>
                    </a:lnTo>
                    <a:lnTo>
                      <a:pt x="7" y="206"/>
                    </a:lnTo>
                    <a:lnTo>
                      <a:pt x="7" y="204"/>
                    </a:lnTo>
                    <a:lnTo>
                      <a:pt x="7" y="204"/>
                    </a:lnTo>
                    <a:lnTo>
                      <a:pt x="7" y="204"/>
                    </a:lnTo>
                    <a:lnTo>
                      <a:pt x="7" y="201"/>
                    </a:lnTo>
                    <a:lnTo>
                      <a:pt x="5" y="201"/>
                    </a:lnTo>
                    <a:lnTo>
                      <a:pt x="5" y="201"/>
                    </a:lnTo>
                    <a:lnTo>
                      <a:pt x="5" y="199"/>
                    </a:lnTo>
                    <a:lnTo>
                      <a:pt x="5" y="199"/>
                    </a:lnTo>
                    <a:lnTo>
                      <a:pt x="5" y="199"/>
                    </a:lnTo>
                    <a:lnTo>
                      <a:pt x="5" y="197"/>
                    </a:lnTo>
                    <a:lnTo>
                      <a:pt x="7" y="197"/>
                    </a:lnTo>
                    <a:lnTo>
                      <a:pt x="7" y="197"/>
                    </a:lnTo>
                    <a:lnTo>
                      <a:pt x="7" y="194"/>
                    </a:lnTo>
                    <a:lnTo>
                      <a:pt x="7" y="194"/>
                    </a:lnTo>
                    <a:lnTo>
                      <a:pt x="7" y="194"/>
                    </a:lnTo>
                    <a:lnTo>
                      <a:pt x="7" y="192"/>
                    </a:lnTo>
                    <a:lnTo>
                      <a:pt x="7" y="192"/>
                    </a:lnTo>
                    <a:lnTo>
                      <a:pt x="7" y="192"/>
                    </a:lnTo>
                    <a:lnTo>
                      <a:pt x="7" y="189"/>
                    </a:lnTo>
                    <a:lnTo>
                      <a:pt x="10" y="189"/>
                    </a:lnTo>
                    <a:lnTo>
                      <a:pt x="10" y="189"/>
                    </a:lnTo>
                    <a:lnTo>
                      <a:pt x="10" y="189"/>
                    </a:lnTo>
                    <a:lnTo>
                      <a:pt x="10" y="189"/>
                    </a:lnTo>
                    <a:lnTo>
                      <a:pt x="10" y="187"/>
                    </a:lnTo>
                    <a:lnTo>
                      <a:pt x="10" y="187"/>
                    </a:lnTo>
                    <a:lnTo>
                      <a:pt x="10" y="185"/>
                    </a:lnTo>
                    <a:lnTo>
                      <a:pt x="10" y="185"/>
                    </a:lnTo>
                    <a:lnTo>
                      <a:pt x="10" y="185"/>
                    </a:lnTo>
                    <a:lnTo>
                      <a:pt x="10" y="182"/>
                    </a:lnTo>
                    <a:lnTo>
                      <a:pt x="10" y="182"/>
                    </a:lnTo>
                    <a:lnTo>
                      <a:pt x="10" y="182"/>
                    </a:lnTo>
                    <a:lnTo>
                      <a:pt x="10" y="180"/>
                    </a:lnTo>
                    <a:lnTo>
                      <a:pt x="10" y="180"/>
                    </a:lnTo>
                    <a:lnTo>
                      <a:pt x="10" y="180"/>
                    </a:lnTo>
                    <a:lnTo>
                      <a:pt x="10" y="178"/>
                    </a:lnTo>
                    <a:lnTo>
                      <a:pt x="10" y="178"/>
                    </a:lnTo>
                    <a:lnTo>
                      <a:pt x="10" y="178"/>
                    </a:lnTo>
                    <a:lnTo>
                      <a:pt x="10" y="175"/>
                    </a:lnTo>
                    <a:lnTo>
                      <a:pt x="10" y="175"/>
                    </a:lnTo>
                    <a:lnTo>
                      <a:pt x="10" y="173"/>
                    </a:lnTo>
                    <a:lnTo>
                      <a:pt x="10" y="173"/>
                    </a:lnTo>
                    <a:lnTo>
                      <a:pt x="10" y="171"/>
                    </a:lnTo>
                    <a:lnTo>
                      <a:pt x="10" y="171"/>
                    </a:lnTo>
                    <a:lnTo>
                      <a:pt x="10" y="171"/>
                    </a:lnTo>
                    <a:lnTo>
                      <a:pt x="10" y="168"/>
                    </a:lnTo>
                    <a:lnTo>
                      <a:pt x="10" y="168"/>
                    </a:lnTo>
                    <a:lnTo>
                      <a:pt x="10" y="168"/>
                    </a:lnTo>
                    <a:lnTo>
                      <a:pt x="10" y="168"/>
                    </a:lnTo>
                    <a:lnTo>
                      <a:pt x="10" y="166"/>
                    </a:lnTo>
                    <a:lnTo>
                      <a:pt x="12" y="166"/>
                    </a:lnTo>
                    <a:lnTo>
                      <a:pt x="12" y="166"/>
                    </a:lnTo>
                    <a:lnTo>
                      <a:pt x="12" y="163"/>
                    </a:lnTo>
                    <a:lnTo>
                      <a:pt x="12" y="163"/>
                    </a:lnTo>
                    <a:lnTo>
                      <a:pt x="12" y="163"/>
                    </a:lnTo>
                    <a:lnTo>
                      <a:pt x="14" y="163"/>
                    </a:lnTo>
                    <a:lnTo>
                      <a:pt x="14" y="161"/>
                    </a:lnTo>
                    <a:lnTo>
                      <a:pt x="14" y="161"/>
                    </a:lnTo>
                    <a:lnTo>
                      <a:pt x="14" y="159"/>
                    </a:lnTo>
                    <a:lnTo>
                      <a:pt x="14" y="159"/>
                    </a:lnTo>
                    <a:lnTo>
                      <a:pt x="14" y="159"/>
                    </a:lnTo>
                    <a:lnTo>
                      <a:pt x="12" y="159"/>
                    </a:lnTo>
                    <a:lnTo>
                      <a:pt x="12" y="156"/>
                    </a:lnTo>
                    <a:lnTo>
                      <a:pt x="12" y="156"/>
                    </a:lnTo>
                    <a:lnTo>
                      <a:pt x="12" y="154"/>
                    </a:lnTo>
                    <a:lnTo>
                      <a:pt x="12" y="154"/>
                    </a:lnTo>
                    <a:lnTo>
                      <a:pt x="12" y="154"/>
                    </a:lnTo>
                    <a:lnTo>
                      <a:pt x="12" y="152"/>
                    </a:lnTo>
                    <a:lnTo>
                      <a:pt x="10" y="152"/>
                    </a:lnTo>
                    <a:lnTo>
                      <a:pt x="10" y="152"/>
                    </a:lnTo>
                    <a:lnTo>
                      <a:pt x="10" y="149"/>
                    </a:lnTo>
                    <a:lnTo>
                      <a:pt x="10" y="149"/>
                    </a:lnTo>
                    <a:lnTo>
                      <a:pt x="10" y="149"/>
                    </a:lnTo>
                    <a:lnTo>
                      <a:pt x="10" y="149"/>
                    </a:lnTo>
                    <a:lnTo>
                      <a:pt x="10" y="149"/>
                    </a:lnTo>
                    <a:lnTo>
                      <a:pt x="7" y="149"/>
                    </a:lnTo>
                    <a:lnTo>
                      <a:pt x="7" y="147"/>
                    </a:lnTo>
                    <a:lnTo>
                      <a:pt x="7" y="147"/>
                    </a:lnTo>
                    <a:lnTo>
                      <a:pt x="7" y="147"/>
                    </a:lnTo>
                    <a:lnTo>
                      <a:pt x="7" y="144"/>
                    </a:lnTo>
                    <a:lnTo>
                      <a:pt x="7" y="144"/>
                    </a:lnTo>
                    <a:lnTo>
                      <a:pt x="7" y="144"/>
                    </a:lnTo>
                    <a:lnTo>
                      <a:pt x="7" y="142"/>
                    </a:lnTo>
                    <a:lnTo>
                      <a:pt x="7" y="142"/>
                    </a:lnTo>
                    <a:lnTo>
                      <a:pt x="7" y="140"/>
                    </a:lnTo>
                    <a:lnTo>
                      <a:pt x="7" y="140"/>
                    </a:lnTo>
                    <a:lnTo>
                      <a:pt x="7" y="140"/>
                    </a:lnTo>
                    <a:lnTo>
                      <a:pt x="7" y="140"/>
                    </a:lnTo>
                    <a:lnTo>
                      <a:pt x="10" y="140"/>
                    </a:lnTo>
                    <a:lnTo>
                      <a:pt x="10" y="140"/>
                    </a:lnTo>
                    <a:lnTo>
                      <a:pt x="10" y="137"/>
                    </a:lnTo>
                    <a:lnTo>
                      <a:pt x="10" y="137"/>
                    </a:lnTo>
                    <a:lnTo>
                      <a:pt x="10" y="137"/>
                    </a:lnTo>
                    <a:lnTo>
                      <a:pt x="10" y="135"/>
                    </a:lnTo>
                    <a:lnTo>
                      <a:pt x="10" y="135"/>
                    </a:lnTo>
                    <a:lnTo>
                      <a:pt x="10" y="133"/>
                    </a:lnTo>
                    <a:lnTo>
                      <a:pt x="10" y="133"/>
                    </a:lnTo>
                    <a:lnTo>
                      <a:pt x="10" y="133"/>
                    </a:lnTo>
                    <a:lnTo>
                      <a:pt x="10" y="130"/>
                    </a:lnTo>
                    <a:lnTo>
                      <a:pt x="10" y="130"/>
                    </a:lnTo>
                    <a:lnTo>
                      <a:pt x="10" y="130"/>
                    </a:lnTo>
                    <a:lnTo>
                      <a:pt x="10" y="128"/>
                    </a:lnTo>
                    <a:lnTo>
                      <a:pt x="10" y="128"/>
                    </a:lnTo>
                    <a:lnTo>
                      <a:pt x="10" y="126"/>
                    </a:lnTo>
                    <a:lnTo>
                      <a:pt x="12" y="126"/>
                    </a:lnTo>
                    <a:lnTo>
                      <a:pt x="12" y="126"/>
                    </a:lnTo>
                    <a:lnTo>
                      <a:pt x="12" y="126"/>
                    </a:lnTo>
                    <a:lnTo>
                      <a:pt x="12" y="123"/>
                    </a:lnTo>
                    <a:lnTo>
                      <a:pt x="12" y="123"/>
                    </a:lnTo>
                    <a:lnTo>
                      <a:pt x="12" y="121"/>
                    </a:lnTo>
                    <a:lnTo>
                      <a:pt x="12" y="121"/>
                    </a:lnTo>
                    <a:lnTo>
                      <a:pt x="12" y="118"/>
                    </a:lnTo>
                    <a:lnTo>
                      <a:pt x="12" y="118"/>
                    </a:lnTo>
                    <a:lnTo>
                      <a:pt x="12" y="118"/>
                    </a:lnTo>
                    <a:lnTo>
                      <a:pt x="12" y="116"/>
                    </a:lnTo>
                    <a:lnTo>
                      <a:pt x="12" y="116"/>
                    </a:lnTo>
                    <a:lnTo>
                      <a:pt x="12" y="114"/>
                    </a:lnTo>
                    <a:lnTo>
                      <a:pt x="12" y="114"/>
                    </a:lnTo>
                    <a:lnTo>
                      <a:pt x="12" y="111"/>
                    </a:lnTo>
                    <a:lnTo>
                      <a:pt x="12" y="111"/>
                    </a:lnTo>
                    <a:lnTo>
                      <a:pt x="12" y="109"/>
                    </a:lnTo>
                    <a:lnTo>
                      <a:pt x="12" y="109"/>
                    </a:lnTo>
                    <a:lnTo>
                      <a:pt x="14" y="109"/>
                    </a:lnTo>
                    <a:lnTo>
                      <a:pt x="14" y="109"/>
                    </a:lnTo>
                    <a:lnTo>
                      <a:pt x="12" y="109"/>
                    </a:lnTo>
                    <a:lnTo>
                      <a:pt x="12" y="107"/>
                    </a:lnTo>
                    <a:lnTo>
                      <a:pt x="12" y="107"/>
                    </a:lnTo>
                    <a:lnTo>
                      <a:pt x="12" y="104"/>
                    </a:lnTo>
                    <a:lnTo>
                      <a:pt x="12" y="104"/>
                    </a:lnTo>
                    <a:lnTo>
                      <a:pt x="12" y="104"/>
                    </a:lnTo>
                    <a:lnTo>
                      <a:pt x="12" y="102"/>
                    </a:lnTo>
                    <a:lnTo>
                      <a:pt x="12" y="102"/>
                    </a:lnTo>
                    <a:lnTo>
                      <a:pt x="12" y="102"/>
                    </a:lnTo>
                    <a:lnTo>
                      <a:pt x="12" y="102"/>
                    </a:lnTo>
                    <a:lnTo>
                      <a:pt x="12"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2" y="92"/>
                    </a:lnTo>
                    <a:lnTo>
                      <a:pt x="12" y="90"/>
                    </a:lnTo>
                    <a:lnTo>
                      <a:pt x="12" y="90"/>
                    </a:lnTo>
                    <a:lnTo>
                      <a:pt x="12" y="90"/>
                    </a:lnTo>
                    <a:lnTo>
                      <a:pt x="12" y="88"/>
                    </a:lnTo>
                    <a:lnTo>
                      <a:pt x="12" y="88"/>
                    </a:lnTo>
                    <a:lnTo>
                      <a:pt x="12" y="88"/>
                    </a:lnTo>
                    <a:lnTo>
                      <a:pt x="14" y="88"/>
                    </a:lnTo>
                    <a:lnTo>
                      <a:pt x="14" y="85"/>
                    </a:lnTo>
                    <a:lnTo>
                      <a:pt x="14" y="85"/>
                    </a:lnTo>
                    <a:lnTo>
                      <a:pt x="14" y="85"/>
                    </a:lnTo>
                    <a:lnTo>
                      <a:pt x="14" y="83"/>
                    </a:lnTo>
                    <a:lnTo>
                      <a:pt x="14" y="83"/>
                    </a:lnTo>
                    <a:lnTo>
                      <a:pt x="14" y="80"/>
                    </a:lnTo>
                    <a:lnTo>
                      <a:pt x="14" y="80"/>
                    </a:lnTo>
                    <a:lnTo>
                      <a:pt x="14" y="80"/>
                    </a:lnTo>
                    <a:lnTo>
                      <a:pt x="14" y="80"/>
                    </a:lnTo>
                    <a:lnTo>
                      <a:pt x="12" y="80"/>
                    </a:lnTo>
                    <a:lnTo>
                      <a:pt x="12" y="78"/>
                    </a:lnTo>
                    <a:lnTo>
                      <a:pt x="12" y="78"/>
                    </a:lnTo>
                    <a:lnTo>
                      <a:pt x="12" y="78"/>
                    </a:lnTo>
                    <a:lnTo>
                      <a:pt x="12" y="76"/>
                    </a:lnTo>
                    <a:lnTo>
                      <a:pt x="10" y="76"/>
                    </a:lnTo>
                    <a:lnTo>
                      <a:pt x="10" y="76"/>
                    </a:lnTo>
                    <a:lnTo>
                      <a:pt x="10" y="73"/>
                    </a:lnTo>
                    <a:lnTo>
                      <a:pt x="10" y="73"/>
                    </a:lnTo>
                    <a:lnTo>
                      <a:pt x="10" y="73"/>
                    </a:lnTo>
                    <a:lnTo>
                      <a:pt x="10" y="73"/>
                    </a:lnTo>
                    <a:lnTo>
                      <a:pt x="10" y="71"/>
                    </a:lnTo>
                    <a:lnTo>
                      <a:pt x="7" y="71"/>
                    </a:lnTo>
                    <a:lnTo>
                      <a:pt x="7" y="71"/>
                    </a:lnTo>
                    <a:lnTo>
                      <a:pt x="7" y="71"/>
                    </a:lnTo>
                    <a:lnTo>
                      <a:pt x="7" y="71"/>
                    </a:lnTo>
                    <a:lnTo>
                      <a:pt x="7" y="71"/>
                    </a:lnTo>
                    <a:lnTo>
                      <a:pt x="5" y="71"/>
                    </a:lnTo>
                    <a:lnTo>
                      <a:pt x="5" y="69"/>
                    </a:lnTo>
                    <a:lnTo>
                      <a:pt x="5" y="69"/>
                    </a:lnTo>
                    <a:lnTo>
                      <a:pt x="2" y="69"/>
                    </a:lnTo>
                    <a:lnTo>
                      <a:pt x="2" y="69"/>
                    </a:lnTo>
                    <a:lnTo>
                      <a:pt x="2" y="69"/>
                    </a:lnTo>
                    <a:lnTo>
                      <a:pt x="2" y="66"/>
                    </a:lnTo>
                    <a:lnTo>
                      <a:pt x="2" y="66"/>
                    </a:lnTo>
                    <a:lnTo>
                      <a:pt x="5" y="66"/>
                    </a:lnTo>
                    <a:lnTo>
                      <a:pt x="5" y="66"/>
                    </a:lnTo>
                    <a:lnTo>
                      <a:pt x="5" y="66"/>
                    </a:lnTo>
                    <a:lnTo>
                      <a:pt x="5" y="66"/>
                    </a:lnTo>
                    <a:lnTo>
                      <a:pt x="5" y="64"/>
                    </a:lnTo>
                    <a:lnTo>
                      <a:pt x="2" y="64"/>
                    </a:lnTo>
                    <a:lnTo>
                      <a:pt x="2" y="64"/>
                    </a:lnTo>
                    <a:lnTo>
                      <a:pt x="2" y="64"/>
                    </a:lnTo>
                    <a:lnTo>
                      <a:pt x="2" y="64"/>
                    </a:lnTo>
                    <a:lnTo>
                      <a:pt x="2" y="62"/>
                    </a:lnTo>
                    <a:lnTo>
                      <a:pt x="2" y="62"/>
                    </a:lnTo>
                    <a:lnTo>
                      <a:pt x="2" y="59"/>
                    </a:lnTo>
                    <a:lnTo>
                      <a:pt x="2" y="59"/>
                    </a:lnTo>
                    <a:lnTo>
                      <a:pt x="2" y="59"/>
                    </a:lnTo>
                    <a:lnTo>
                      <a:pt x="2" y="57"/>
                    </a:lnTo>
                    <a:lnTo>
                      <a:pt x="2" y="57"/>
                    </a:lnTo>
                    <a:lnTo>
                      <a:pt x="2" y="57"/>
                    </a:lnTo>
                    <a:lnTo>
                      <a:pt x="2" y="57"/>
                    </a:lnTo>
                    <a:lnTo>
                      <a:pt x="2" y="54"/>
                    </a:lnTo>
                    <a:lnTo>
                      <a:pt x="2" y="54"/>
                    </a:lnTo>
                    <a:lnTo>
                      <a:pt x="2" y="52"/>
                    </a:lnTo>
                    <a:lnTo>
                      <a:pt x="0" y="52"/>
                    </a:lnTo>
                    <a:lnTo>
                      <a:pt x="0" y="52"/>
                    </a:lnTo>
                    <a:lnTo>
                      <a:pt x="2" y="52"/>
                    </a:lnTo>
                    <a:lnTo>
                      <a:pt x="2" y="50"/>
                    </a:lnTo>
                    <a:lnTo>
                      <a:pt x="2" y="50"/>
                    </a:lnTo>
                    <a:lnTo>
                      <a:pt x="2" y="50"/>
                    </a:lnTo>
                    <a:lnTo>
                      <a:pt x="2" y="50"/>
                    </a:lnTo>
                    <a:lnTo>
                      <a:pt x="2" y="50"/>
                    </a:lnTo>
                    <a:lnTo>
                      <a:pt x="5" y="50"/>
                    </a:lnTo>
                    <a:lnTo>
                      <a:pt x="5" y="47"/>
                    </a:lnTo>
                    <a:lnTo>
                      <a:pt x="5" y="47"/>
                    </a:lnTo>
                    <a:lnTo>
                      <a:pt x="5" y="47"/>
                    </a:lnTo>
                    <a:lnTo>
                      <a:pt x="5" y="45"/>
                    </a:lnTo>
                    <a:lnTo>
                      <a:pt x="5" y="45"/>
                    </a:lnTo>
                    <a:lnTo>
                      <a:pt x="5" y="43"/>
                    </a:lnTo>
                    <a:lnTo>
                      <a:pt x="5" y="43"/>
                    </a:lnTo>
                    <a:lnTo>
                      <a:pt x="5" y="40"/>
                    </a:lnTo>
                    <a:lnTo>
                      <a:pt x="5" y="40"/>
                    </a:lnTo>
                    <a:lnTo>
                      <a:pt x="7" y="40"/>
                    </a:lnTo>
                    <a:lnTo>
                      <a:pt x="7" y="40"/>
                    </a:lnTo>
                    <a:lnTo>
                      <a:pt x="7" y="38"/>
                    </a:lnTo>
                    <a:lnTo>
                      <a:pt x="7" y="38"/>
                    </a:lnTo>
                    <a:lnTo>
                      <a:pt x="7" y="38"/>
                    </a:lnTo>
                    <a:lnTo>
                      <a:pt x="7" y="35"/>
                    </a:lnTo>
                    <a:lnTo>
                      <a:pt x="7" y="35"/>
                    </a:lnTo>
                    <a:lnTo>
                      <a:pt x="7" y="33"/>
                    </a:lnTo>
                    <a:lnTo>
                      <a:pt x="7" y="33"/>
                    </a:lnTo>
                    <a:lnTo>
                      <a:pt x="7" y="33"/>
                    </a:lnTo>
                    <a:lnTo>
                      <a:pt x="7" y="31"/>
                    </a:lnTo>
                    <a:lnTo>
                      <a:pt x="5" y="31"/>
                    </a:lnTo>
                    <a:lnTo>
                      <a:pt x="5" y="31"/>
                    </a:lnTo>
                    <a:lnTo>
                      <a:pt x="5" y="31"/>
                    </a:lnTo>
                    <a:lnTo>
                      <a:pt x="5" y="31"/>
                    </a:lnTo>
                    <a:lnTo>
                      <a:pt x="5" y="28"/>
                    </a:lnTo>
                    <a:lnTo>
                      <a:pt x="5" y="28"/>
                    </a:lnTo>
                    <a:lnTo>
                      <a:pt x="5" y="26"/>
                    </a:lnTo>
                    <a:lnTo>
                      <a:pt x="5" y="26"/>
                    </a:lnTo>
                    <a:lnTo>
                      <a:pt x="2" y="26"/>
                    </a:lnTo>
                    <a:lnTo>
                      <a:pt x="2" y="26"/>
                    </a:lnTo>
                    <a:lnTo>
                      <a:pt x="2" y="24"/>
                    </a:lnTo>
                    <a:lnTo>
                      <a:pt x="2" y="24"/>
                    </a:lnTo>
                    <a:lnTo>
                      <a:pt x="5" y="24"/>
                    </a:lnTo>
                    <a:lnTo>
                      <a:pt x="5" y="24"/>
                    </a:lnTo>
                    <a:lnTo>
                      <a:pt x="5" y="24"/>
                    </a:lnTo>
                    <a:lnTo>
                      <a:pt x="7" y="24"/>
                    </a:lnTo>
                    <a:lnTo>
                      <a:pt x="7" y="24"/>
                    </a:lnTo>
                    <a:lnTo>
                      <a:pt x="7" y="24"/>
                    </a:lnTo>
                    <a:lnTo>
                      <a:pt x="7" y="21"/>
                    </a:lnTo>
                    <a:lnTo>
                      <a:pt x="10" y="21"/>
                    </a:lnTo>
                    <a:lnTo>
                      <a:pt x="10" y="21"/>
                    </a:lnTo>
                    <a:lnTo>
                      <a:pt x="10" y="21"/>
                    </a:lnTo>
                    <a:lnTo>
                      <a:pt x="12" y="21"/>
                    </a:lnTo>
                    <a:lnTo>
                      <a:pt x="12" y="21"/>
                    </a:lnTo>
                    <a:lnTo>
                      <a:pt x="12" y="21"/>
                    </a:lnTo>
                    <a:lnTo>
                      <a:pt x="14" y="21"/>
                    </a:lnTo>
                    <a:lnTo>
                      <a:pt x="14" y="21"/>
                    </a:lnTo>
                    <a:lnTo>
                      <a:pt x="14" y="21"/>
                    </a:lnTo>
                    <a:lnTo>
                      <a:pt x="14" y="21"/>
                    </a:lnTo>
                    <a:lnTo>
                      <a:pt x="17" y="21"/>
                    </a:lnTo>
                    <a:lnTo>
                      <a:pt x="17" y="21"/>
                    </a:lnTo>
                    <a:lnTo>
                      <a:pt x="17" y="21"/>
                    </a:lnTo>
                    <a:lnTo>
                      <a:pt x="17" y="19"/>
                    </a:lnTo>
                    <a:lnTo>
                      <a:pt x="19" y="19"/>
                    </a:lnTo>
                    <a:lnTo>
                      <a:pt x="19" y="19"/>
                    </a:lnTo>
                    <a:lnTo>
                      <a:pt x="19" y="19"/>
                    </a:lnTo>
                    <a:lnTo>
                      <a:pt x="21" y="19"/>
                    </a:lnTo>
                    <a:lnTo>
                      <a:pt x="21" y="16"/>
                    </a:lnTo>
                    <a:lnTo>
                      <a:pt x="21" y="16"/>
                    </a:lnTo>
                    <a:lnTo>
                      <a:pt x="21" y="16"/>
                    </a:lnTo>
                    <a:lnTo>
                      <a:pt x="21" y="16"/>
                    </a:lnTo>
                    <a:lnTo>
                      <a:pt x="21" y="14"/>
                    </a:lnTo>
                    <a:lnTo>
                      <a:pt x="24" y="14"/>
                    </a:lnTo>
                    <a:lnTo>
                      <a:pt x="24" y="14"/>
                    </a:lnTo>
                    <a:lnTo>
                      <a:pt x="24" y="14"/>
                    </a:lnTo>
                    <a:lnTo>
                      <a:pt x="24" y="12"/>
                    </a:lnTo>
                    <a:lnTo>
                      <a:pt x="24" y="12"/>
                    </a:lnTo>
                    <a:lnTo>
                      <a:pt x="24" y="12"/>
                    </a:lnTo>
                    <a:lnTo>
                      <a:pt x="24" y="12"/>
                    </a:lnTo>
                    <a:lnTo>
                      <a:pt x="21" y="12"/>
                    </a:lnTo>
                    <a:lnTo>
                      <a:pt x="21" y="9"/>
                    </a:lnTo>
                    <a:lnTo>
                      <a:pt x="21" y="9"/>
                    </a:lnTo>
                    <a:lnTo>
                      <a:pt x="21" y="9"/>
                    </a:lnTo>
                    <a:lnTo>
                      <a:pt x="21" y="9"/>
                    </a:lnTo>
                    <a:lnTo>
                      <a:pt x="21" y="7"/>
                    </a:lnTo>
                    <a:lnTo>
                      <a:pt x="19" y="7"/>
                    </a:lnTo>
                    <a:lnTo>
                      <a:pt x="19" y="7"/>
                    </a:lnTo>
                    <a:lnTo>
                      <a:pt x="19" y="7"/>
                    </a:lnTo>
                    <a:lnTo>
                      <a:pt x="17" y="7"/>
                    </a:lnTo>
                    <a:lnTo>
                      <a:pt x="17" y="5"/>
                    </a:lnTo>
                    <a:lnTo>
                      <a:pt x="17" y="5"/>
                    </a:lnTo>
                    <a:lnTo>
                      <a:pt x="17" y="5"/>
                    </a:lnTo>
                    <a:lnTo>
                      <a:pt x="17" y="2"/>
                    </a:lnTo>
                    <a:lnTo>
                      <a:pt x="17" y="2"/>
                    </a:lnTo>
                    <a:lnTo>
                      <a:pt x="14" y="2"/>
                    </a:lnTo>
                    <a:lnTo>
                      <a:pt x="14" y="2"/>
                    </a:lnTo>
                    <a:lnTo>
                      <a:pt x="14" y="0"/>
                    </a:lnTo>
                    <a:lnTo>
                      <a:pt x="17" y="0"/>
                    </a:lnTo>
                    <a:lnTo>
                      <a:pt x="17" y="0"/>
                    </a:lnTo>
                    <a:lnTo>
                      <a:pt x="17" y="2"/>
                    </a:lnTo>
                    <a:lnTo>
                      <a:pt x="17" y="2"/>
                    </a:lnTo>
                    <a:lnTo>
                      <a:pt x="19" y="2"/>
                    </a:lnTo>
                    <a:lnTo>
                      <a:pt x="19" y="2"/>
                    </a:lnTo>
                    <a:lnTo>
                      <a:pt x="21" y="2"/>
                    </a:lnTo>
                    <a:lnTo>
                      <a:pt x="21" y="0"/>
                    </a:lnTo>
                    <a:lnTo>
                      <a:pt x="21" y="0"/>
                    </a:lnTo>
                    <a:lnTo>
                      <a:pt x="21" y="0"/>
                    </a:lnTo>
                    <a:lnTo>
                      <a:pt x="24" y="0"/>
                    </a:lnTo>
                    <a:lnTo>
                      <a:pt x="24" y="0"/>
                    </a:lnTo>
                    <a:lnTo>
                      <a:pt x="24" y="0"/>
                    </a:lnTo>
                    <a:lnTo>
                      <a:pt x="24" y="0"/>
                    </a:lnTo>
                    <a:lnTo>
                      <a:pt x="24" y="0"/>
                    </a:lnTo>
                    <a:lnTo>
                      <a:pt x="26" y="0"/>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1" name="Freeform 59"/>
              <p:cNvSpPr>
                <a:spLocks/>
              </p:cNvSpPr>
              <p:nvPr/>
            </p:nvSpPr>
            <p:spPr bwMode="auto">
              <a:xfrm>
                <a:off x="2784" y="691"/>
                <a:ext cx="203" cy="64"/>
              </a:xfrm>
              <a:custGeom>
                <a:avLst/>
                <a:gdLst/>
                <a:ahLst/>
                <a:cxnLst>
                  <a:cxn ang="0">
                    <a:pos x="142" y="17"/>
                  </a:cxn>
                  <a:cxn ang="0">
                    <a:pos x="135" y="22"/>
                  </a:cxn>
                  <a:cxn ang="0">
                    <a:pos x="137" y="26"/>
                  </a:cxn>
                  <a:cxn ang="0">
                    <a:pos x="123" y="26"/>
                  </a:cxn>
                  <a:cxn ang="0">
                    <a:pos x="111" y="29"/>
                  </a:cxn>
                  <a:cxn ang="0">
                    <a:pos x="120" y="29"/>
                  </a:cxn>
                  <a:cxn ang="0">
                    <a:pos x="132" y="29"/>
                  </a:cxn>
                  <a:cxn ang="0">
                    <a:pos x="146" y="29"/>
                  </a:cxn>
                  <a:cxn ang="0">
                    <a:pos x="154" y="34"/>
                  </a:cxn>
                  <a:cxn ang="0">
                    <a:pos x="154" y="36"/>
                  </a:cxn>
                  <a:cxn ang="0">
                    <a:pos x="161" y="31"/>
                  </a:cxn>
                  <a:cxn ang="0">
                    <a:pos x="172" y="31"/>
                  </a:cxn>
                  <a:cxn ang="0">
                    <a:pos x="184" y="31"/>
                  </a:cxn>
                  <a:cxn ang="0">
                    <a:pos x="196" y="36"/>
                  </a:cxn>
                  <a:cxn ang="0">
                    <a:pos x="198" y="41"/>
                  </a:cxn>
                  <a:cxn ang="0">
                    <a:pos x="191" y="45"/>
                  </a:cxn>
                  <a:cxn ang="0">
                    <a:pos x="187" y="53"/>
                  </a:cxn>
                  <a:cxn ang="0">
                    <a:pos x="194" y="60"/>
                  </a:cxn>
                  <a:cxn ang="0">
                    <a:pos x="182" y="62"/>
                  </a:cxn>
                  <a:cxn ang="0">
                    <a:pos x="168" y="62"/>
                  </a:cxn>
                  <a:cxn ang="0">
                    <a:pos x="161" y="64"/>
                  </a:cxn>
                  <a:cxn ang="0">
                    <a:pos x="149" y="64"/>
                  </a:cxn>
                  <a:cxn ang="0">
                    <a:pos x="137" y="62"/>
                  </a:cxn>
                  <a:cxn ang="0">
                    <a:pos x="125" y="60"/>
                  </a:cxn>
                  <a:cxn ang="0">
                    <a:pos x="113" y="60"/>
                  </a:cxn>
                  <a:cxn ang="0">
                    <a:pos x="101" y="57"/>
                  </a:cxn>
                  <a:cxn ang="0">
                    <a:pos x="90" y="57"/>
                  </a:cxn>
                  <a:cxn ang="0">
                    <a:pos x="78" y="55"/>
                  </a:cxn>
                  <a:cxn ang="0">
                    <a:pos x="71" y="45"/>
                  </a:cxn>
                  <a:cxn ang="0">
                    <a:pos x="61" y="45"/>
                  </a:cxn>
                  <a:cxn ang="0">
                    <a:pos x="52" y="48"/>
                  </a:cxn>
                  <a:cxn ang="0">
                    <a:pos x="40" y="43"/>
                  </a:cxn>
                  <a:cxn ang="0">
                    <a:pos x="52" y="41"/>
                  </a:cxn>
                  <a:cxn ang="0">
                    <a:pos x="64" y="38"/>
                  </a:cxn>
                  <a:cxn ang="0">
                    <a:pos x="78" y="38"/>
                  </a:cxn>
                  <a:cxn ang="0">
                    <a:pos x="68" y="34"/>
                  </a:cxn>
                  <a:cxn ang="0">
                    <a:pos x="56" y="34"/>
                  </a:cxn>
                  <a:cxn ang="0">
                    <a:pos x="56" y="38"/>
                  </a:cxn>
                  <a:cxn ang="0">
                    <a:pos x="45" y="41"/>
                  </a:cxn>
                  <a:cxn ang="0">
                    <a:pos x="30" y="41"/>
                  </a:cxn>
                  <a:cxn ang="0">
                    <a:pos x="19" y="41"/>
                  </a:cxn>
                  <a:cxn ang="0">
                    <a:pos x="4" y="41"/>
                  </a:cxn>
                  <a:cxn ang="0">
                    <a:pos x="4" y="31"/>
                  </a:cxn>
                  <a:cxn ang="0">
                    <a:pos x="9" y="31"/>
                  </a:cxn>
                  <a:cxn ang="0">
                    <a:pos x="19" y="31"/>
                  </a:cxn>
                  <a:cxn ang="0">
                    <a:pos x="26" y="29"/>
                  </a:cxn>
                  <a:cxn ang="0">
                    <a:pos x="19" y="26"/>
                  </a:cxn>
                  <a:cxn ang="0">
                    <a:pos x="9" y="24"/>
                  </a:cxn>
                  <a:cxn ang="0">
                    <a:pos x="21" y="22"/>
                  </a:cxn>
                  <a:cxn ang="0">
                    <a:pos x="33" y="22"/>
                  </a:cxn>
                  <a:cxn ang="0">
                    <a:pos x="42" y="15"/>
                  </a:cxn>
                  <a:cxn ang="0">
                    <a:pos x="35" y="15"/>
                  </a:cxn>
                  <a:cxn ang="0">
                    <a:pos x="38" y="12"/>
                  </a:cxn>
                  <a:cxn ang="0">
                    <a:pos x="49" y="7"/>
                  </a:cxn>
                  <a:cxn ang="0">
                    <a:pos x="61" y="5"/>
                  </a:cxn>
                  <a:cxn ang="0">
                    <a:pos x="75" y="5"/>
                  </a:cxn>
                  <a:cxn ang="0">
                    <a:pos x="87" y="3"/>
                  </a:cxn>
                  <a:cxn ang="0">
                    <a:pos x="97" y="0"/>
                  </a:cxn>
                  <a:cxn ang="0">
                    <a:pos x="109" y="3"/>
                  </a:cxn>
                  <a:cxn ang="0">
                    <a:pos x="118" y="5"/>
                  </a:cxn>
                  <a:cxn ang="0">
                    <a:pos x="130" y="10"/>
                  </a:cxn>
                  <a:cxn ang="0">
                    <a:pos x="142" y="12"/>
                  </a:cxn>
                </a:cxnLst>
                <a:rect l="0" t="0" r="r" b="b"/>
                <a:pathLst>
                  <a:path w="203" h="64">
                    <a:moveTo>
                      <a:pt x="151" y="15"/>
                    </a:moveTo>
                    <a:lnTo>
                      <a:pt x="151" y="15"/>
                    </a:lnTo>
                    <a:lnTo>
                      <a:pt x="151" y="17"/>
                    </a:lnTo>
                    <a:lnTo>
                      <a:pt x="151" y="17"/>
                    </a:lnTo>
                    <a:lnTo>
                      <a:pt x="149" y="17"/>
                    </a:lnTo>
                    <a:lnTo>
                      <a:pt x="149" y="17"/>
                    </a:lnTo>
                    <a:lnTo>
                      <a:pt x="149" y="17"/>
                    </a:lnTo>
                    <a:lnTo>
                      <a:pt x="146" y="17"/>
                    </a:lnTo>
                    <a:lnTo>
                      <a:pt x="146" y="17"/>
                    </a:lnTo>
                    <a:lnTo>
                      <a:pt x="144" y="17"/>
                    </a:lnTo>
                    <a:lnTo>
                      <a:pt x="144" y="17"/>
                    </a:lnTo>
                    <a:lnTo>
                      <a:pt x="144" y="17"/>
                    </a:lnTo>
                    <a:lnTo>
                      <a:pt x="142" y="17"/>
                    </a:lnTo>
                    <a:lnTo>
                      <a:pt x="142" y="17"/>
                    </a:lnTo>
                    <a:lnTo>
                      <a:pt x="142" y="17"/>
                    </a:lnTo>
                    <a:lnTo>
                      <a:pt x="142" y="17"/>
                    </a:lnTo>
                    <a:lnTo>
                      <a:pt x="139" y="17"/>
                    </a:lnTo>
                    <a:lnTo>
                      <a:pt x="139" y="17"/>
                    </a:lnTo>
                    <a:lnTo>
                      <a:pt x="137" y="17"/>
                    </a:lnTo>
                    <a:lnTo>
                      <a:pt x="137" y="17"/>
                    </a:lnTo>
                    <a:lnTo>
                      <a:pt x="137" y="17"/>
                    </a:lnTo>
                    <a:lnTo>
                      <a:pt x="137" y="17"/>
                    </a:lnTo>
                    <a:lnTo>
                      <a:pt x="135" y="17"/>
                    </a:lnTo>
                    <a:lnTo>
                      <a:pt x="135" y="17"/>
                    </a:lnTo>
                    <a:lnTo>
                      <a:pt x="135" y="17"/>
                    </a:lnTo>
                    <a:lnTo>
                      <a:pt x="135" y="19"/>
                    </a:lnTo>
                    <a:lnTo>
                      <a:pt x="135" y="19"/>
                    </a:lnTo>
                    <a:lnTo>
                      <a:pt x="135" y="19"/>
                    </a:lnTo>
                    <a:lnTo>
                      <a:pt x="135" y="19"/>
                    </a:lnTo>
                    <a:lnTo>
                      <a:pt x="135" y="22"/>
                    </a:lnTo>
                    <a:lnTo>
                      <a:pt x="135" y="22"/>
                    </a:lnTo>
                    <a:lnTo>
                      <a:pt x="135" y="22"/>
                    </a:lnTo>
                    <a:lnTo>
                      <a:pt x="135" y="22"/>
                    </a:lnTo>
                    <a:lnTo>
                      <a:pt x="135" y="24"/>
                    </a:lnTo>
                    <a:lnTo>
                      <a:pt x="137" y="24"/>
                    </a:lnTo>
                    <a:lnTo>
                      <a:pt x="137" y="24"/>
                    </a:lnTo>
                    <a:lnTo>
                      <a:pt x="137" y="24"/>
                    </a:lnTo>
                    <a:lnTo>
                      <a:pt x="139" y="24"/>
                    </a:lnTo>
                    <a:lnTo>
                      <a:pt x="139" y="24"/>
                    </a:lnTo>
                    <a:lnTo>
                      <a:pt x="139" y="24"/>
                    </a:lnTo>
                    <a:lnTo>
                      <a:pt x="142" y="24"/>
                    </a:lnTo>
                    <a:lnTo>
                      <a:pt x="142" y="26"/>
                    </a:lnTo>
                    <a:lnTo>
                      <a:pt x="139" y="26"/>
                    </a:lnTo>
                    <a:lnTo>
                      <a:pt x="139" y="26"/>
                    </a:lnTo>
                    <a:lnTo>
                      <a:pt x="139" y="26"/>
                    </a:lnTo>
                    <a:lnTo>
                      <a:pt x="137" y="26"/>
                    </a:lnTo>
                    <a:lnTo>
                      <a:pt x="137" y="26"/>
                    </a:lnTo>
                    <a:lnTo>
                      <a:pt x="137" y="26"/>
                    </a:lnTo>
                    <a:lnTo>
                      <a:pt x="137" y="26"/>
                    </a:lnTo>
                    <a:lnTo>
                      <a:pt x="137" y="26"/>
                    </a:lnTo>
                    <a:lnTo>
                      <a:pt x="135" y="26"/>
                    </a:lnTo>
                    <a:lnTo>
                      <a:pt x="135" y="26"/>
                    </a:lnTo>
                    <a:lnTo>
                      <a:pt x="135" y="26"/>
                    </a:lnTo>
                    <a:lnTo>
                      <a:pt x="132" y="26"/>
                    </a:lnTo>
                    <a:lnTo>
                      <a:pt x="132" y="26"/>
                    </a:lnTo>
                    <a:lnTo>
                      <a:pt x="130" y="26"/>
                    </a:lnTo>
                    <a:lnTo>
                      <a:pt x="130" y="26"/>
                    </a:lnTo>
                    <a:lnTo>
                      <a:pt x="130" y="26"/>
                    </a:lnTo>
                    <a:lnTo>
                      <a:pt x="127" y="26"/>
                    </a:lnTo>
                    <a:lnTo>
                      <a:pt x="127" y="26"/>
                    </a:lnTo>
                    <a:lnTo>
                      <a:pt x="127" y="26"/>
                    </a:lnTo>
                    <a:lnTo>
                      <a:pt x="125" y="26"/>
                    </a:lnTo>
                    <a:lnTo>
                      <a:pt x="125" y="26"/>
                    </a:lnTo>
                    <a:lnTo>
                      <a:pt x="123" y="26"/>
                    </a:lnTo>
                    <a:lnTo>
                      <a:pt x="123" y="26"/>
                    </a:lnTo>
                    <a:lnTo>
                      <a:pt x="123" y="26"/>
                    </a:lnTo>
                    <a:lnTo>
                      <a:pt x="120" y="26"/>
                    </a:lnTo>
                    <a:lnTo>
                      <a:pt x="120" y="26"/>
                    </a:lnTo>
                    <a:lnTo>
                      <a:pt x="118" y="26"/>
                    </a:lnTo>
                    <a:lnTo>
                      <a:pt x="118" y="26"/>
                    </a:lnTo>
                    <a:lnTo>
                      <a:pt x="118" y="26"/>
                    </a:lnTo>
                    <a:lnTo>
                      <a:pt x="118" y="29"/>
                    </a:lnTo>
                    <a:lnTo>
                      <a:pt x="116" y="29"/>
                    </a:lnTo>
                    <a:lnTo>
                      <a:pt x="116" y="29"/>
                    </a:lnTo>
                    <a:lnTo>
                      <a:pt x="116" y="29"/>
                    </a:lnTo>
                    <a:lnTo>
                      <a:pt x="113" y="29"/>
                    </a:lnTo>
                    <a:lnTo>
                      <a:pt x="113" y="29"/>
                    </a:lnTo>
                    <a:lnTo>
                      <a:pt x="113" y="26"/>
                    </a:lnTo>
                    <a:lnTo>
                      <a:pt x="111" y="26"/>
                    </a:lnTo>
                    <a:lnTo>
                      <a:pt x="111" y="29"/>
                    </a:lnTo>
                    <a:lnTo>
                      <a:pt x="111" y="29"/>
                    </a:lnTo>
                    <a:lnTo>
                      <a:pt x="111" y="29"/>
                    </a:lnTo>
                    <a:lnTo>
                      <a:pt x="111" y="29"/>
                    </a:lnTo>
                    <a:lnTo>
                      <a:pt x="111" y="29"/>
                    </a:lnTo>
                    <a:lnTo>
                      <a:pt x="111" y="29"/>
                    </a:lnTo>
                    <a:lnTo>
                      <a:pt x="113" y="29"/>
                    </a:lnTo>
                    <a:lnTo>
                      <a:pt x="113" y="29"/>
                    </a:lnTo>
                    <a:lnTo>
                      <a:pt x="116" y="29"/>
                    </a:lnTo>
                    <a:lnTo>
                      <a:pt x="116" y="29"/>
                    </a:lnTo>
                    <a:lnTo>
                      <a:pt x="116" y="29"/>
                    </a:lnTo>
                    <a:lnTo>
                      <a:pt x="118" y="29"/>
                    </a:lnTo>
                    <a:lnTo>
                      <a:pt x="118" y="29"/>
                    </a:lnTo>
                    <a:lnTo>
                      <a:pt x="118" y="29"/>
                    </a:lnTo>
                    <a:lnTo>
                      <a:pt x="120" y="29"/>
                    </a:lnTo>
                    <a:lnTo>
                      <a:pt x="120" y="29"/>
                    </a:lnTo>
                    <a:lnTo>
                      <a:pt x="120" y="29"/>
                    </a:lnTo>
                    <a:lnTo>
                      <a:pt x="123" y="29"/>
                    </a:lnTo>
                    <a:lnTo>
                      <a:pt x="123" y="29"/>
                    </a:lnTo>
                    <a:lnTo>
                      <a:pt x="123" y="29"/>
                    </a:lnTo>
                    <a:lnTo>
                      <a:pt x="123" y="29"/>
                    </a:lnTo>
                    <a:lnTo>
                      <a:pt x="123" y="29"/>
                    </a:lnTo>
                    <a:lnTo>
                      <a:pt x="125" y="29"/>
                    </a:lnTo>
                    <a:lnTo>
                      <a:pt x="125" y="29"/>
                    </a:lnTo>
                    <a:lnTo>
                      <a:pt x="127" y="29"/>
                    </a:lnTo>
                    <a:lnTo>
                      <a:pt x="127" y="29"/>
                    </a:lnTo>
                    <a:lnTo>
                      <a:pt x="127" y="29"/>
                    </a:lnTo>
                    <a:lnTo>
                      <a:pt x="127" y="29"/>
                    </a:lnTo>
                    <a:lnTo>
                      <a:pt x="127" y="29"/>
                    </a:lnTo>
                    <a:lnTo>
                      <a:pt x="130" y="29"/>
                    </a:lnTo>
                    <a:lnTo>
                      <a:pt x="130" y="29"/>
                    </a:lnTo>
                    <a:lnTo>
                      <a:pt x="130" y="29"/>
                    </a:lnTo>
                    <a:lnTo>
                      <a:pt x="132" y="29"/>
                    </a:lnTo>
                    <a:lnTo>
                      <a:pt x="132" y="29"/>
                    </a:lnTo>
                    <a:lnTo>
                      <a:pt x="135" y="29"/>
                    </a:lnTo>
                    <a:lnTo>
                      <a:pt x="135" y="29"/>
                    </a:lnTo>
                    <a:lnTo>
                      <a:pt x="135" y="29"/>
                    </a:lnTo>
                    <a:lnTo>
                      <a:pt x="137" y="29"/>
                    </a:lnTo>
                    <a:lnTo>
                      <a:pt x="137" y="29"/>
                    </a:lnTo>
                    <a:lnTo>
                      <a:pt x="137" y="29"/>
                    </a:lnTo>
                    <a:lnTo>
                      <a:pt x="139" y="29"/>
                    </a:lnTo>
                    <a:lnTo>
                      <a:pt x="139" y="29"/>
                    </a:lnTo>
                    <a:lnTo>
                      <a:pt x="142" y="29"/>
                    </a:lnTo>
                    <a:lnTo>
                      <a:pt x="142" y="29"/>
                    </a:lnTo>
                    <a:lnTo>
                      <a:pt x="142" y="29"/>
                    </a:lnTo>
                    <a:lnTo>
                      <a:pt x="144" y="29"/>
                    </a:lnTo>
                    <a:lnTo>
                      <a:pt x="144" y="29"/>
                    </a:lnTo>
                    <a:lnTo>
                      <a:pt x="144" y="29"/>
                    </a:lnTo>
                    <a:lnTo>
                      <a:pt x="146" y="29"/>
                    </a:lnTo>
                    <a:lnTo>
                      <a:pt x="146" y="29"/>
                    </a:lnTo>
                    <a:lnTo>
                      <a:pt x="146" y="29"/>
                    </a:lnTo>
                    <a:lnTo>
                      <a:pt x="149" y="29"/>
                    </a:lnTo>
                    <a:lnTo>
                      <a:pt x="149" y="29"/>
                    </a:lnTo>
                    <a:lnTo>
                      <a:pt x="149" y="29"/>
                    </a:lnTo>
                    <a:lnTo>
                      <a:pt x="151" y="29"/>
                    </a:lnTo>
                    <a:lnTo>
                      <a:pt x="151" y="29"/>
                    </a:lnTo>
                    <a:lnTo>
                      <a:pt x="151" y="29"/>
                    </a:lnTo>
                    <a:lnTo>
                      <a:pt x="151" y="31"/>
                    </a:lnTo>
                    <a:lnTo>
                      <a:pt x="154" y="31"/>
                    </a:lnTo>
                    <a:lnTo>
                      <a:pt x="154" y="31"/>
                    </a:lnTo>
                    <a:lnTo>
                      <a:pt x="154" y="31"/>
                    </a:lnTo>
                    <a:lnTo>
                      <a:pt x="154" y="31"/>
                    </a:lnTo>
                    <a:lnTo>
                      <a:pt x="154" y="31"/>
                    </a:lnTo>
                    <a:lnTo>
                      <a:pt x="154" y="31"/>
                    </a:lnTo>
                    <a:lnTo>
                      <a:pt x="154" y="34"/>
                    </a:lnTo>
                    <a:lnTo>
                      <a:pt x="154" y="34"/>
                    </a:lnTo>
                    <a:lnTo>
                      <a:pt x="151" y="34"/>
                    </a:lnTo>
                    <a:lnTo>
                      <a:pt x="151" y="34"/>
                    </a:lnTo>
                    <a:lnTo>
                      <a:pt x="151" y="34"/>
                    </a:lnTo>
                    <a:lnTo>
                      <a:pt x="151" y="36"/>
                    </a:lnTo>
                    <a:lnTo>
                      <a:pt x="151" y="36"/>
                    </a:lnTo>
                    <a:lnTo>
                      <a:pt x="149" y="36"/>
                    </a:lnTo>
                    <a:lnTo>
                      <a:pt x="149" y="36"/>
                    </a:lnTo>
                    <a:lnTo>
                      <a:pt x="149" y="36"/>
                    </a:lnTo>
                    <a:lnTo>
                      <a:pt x="149" y="36"/>
                    </a:lnTo>
                    <a:lnTo>
                      <a:pt x="151" y="36"/>
                    </a:lnTo>
                    <a:lnTo>
                      <a:pt x="151" y="36"/>
                    </a:lnTo>
                    <a:lnTo>
                      <a:pt x="151" y="36"/>
                    </a:lnTo>
                    <a:lnTo>
                      <a:pt x="154" y="36"/>
                    </a:lnTo>
                    <a:lnTo>
                      <a:pt x="154" y="36"/>
                    </a:lnTo>
                    <a:lnTo>
                      <a:pt x="154" y="36"/>
                    </a:lnTo>
                    <a:lnTo>
                      <a:pt x="154" y="36"/>
                    </a:lnTo>
                    <a:lnTo>
                      <a:pt x="151" y="36"/>
                    </a:lnTo>
                    <a:lnTo>
                      <a:pt x="151" y="34"/>
                    </a:lnTo>
                    <a:lnTo>
                      <a:pt x="154" y="34"/>
                    </a:lnTo>
                    <a:lnTo>
                      <a:pt x="154" y="34"/>
                    </a:lnTo>
                    <a:lnTo>
                      <a:pt x="156" y="34"/>
                    </a:lnTo>
                    <a:lnTo>
                      <a:pt x="156" y="34"/>
                    </a:lnTo>
                    <a:lnTo>
                      <a:pt x="156" y="34"/>
                    </a:lnTo>
                    <a:lnTo>
                      <a:pt x="156" y="31"/>
                    </a:lnTo>
                    <a:lnTo>
                      <a:pt x="156" y="31"/>
                    </a:lnTo>
                    <a:lnTo>
                      <a:pt x="158" y="31"/>
                    </a:lnTo>
                    <a:lnTo>
                      <a:pt x="158" y="31"/>
                    </a:lnTo>
                    <a:lnTo>
                      <a:pt x="158" y="31"/>
                    </a:lnTo>
                    <a:lnTo>
                      <a:pt x="161" y="31"/>
                    </a:lnTo>
                    <a:lnTo>
                      <a:pt x="161" y="31"/>
                    </a:lnTo>
                    <a:lnTo>
                      <a:pt x="161" y="31"/>
                    </a:lnTo>
                    <a:lnTo>
                      <a:pt x="161" y="31"/>
                    </a:lnTo>
                    <a:lnTo>
                      <a:pt x="163" y="31"/>
                    </a:lnTo>
                    <a:lnTo>
                      <a:pt x="163" y="31"/>
                    </a:lnTo>
                    <a:lnTo>
                      <a:pt x="163" y="31"/>
                    </a:lnTo>
                    <a:lnTo>
                      <a:pt x="165" y="31"/>
                    </a:lnTo>
                    <a:lnTo>
                      <a:pt x="165" y="31"/>
                    </a:lnTo>
                    <a:lnTo>
                      <a:pt x="168" y="31"/>
                    </a:lnTo>
                    <a:lnTo>
                      <a:pt x="168" y="31"/>
                    </a:lnTo>
                    <a:lnTo>
                      <a:pt x="168" y="31"/>
                    </a:lnTo>
                    <a:lnTo>
                      <a:pt x="168" y="31"/>
                    </a:lnTo>
                    <a:lnTo>
                      <a:pt x="168" y="31"/>
                    </a:lnTo>
                    <a:lnTo>
                      <a:pt x="170" y="31"/>
                    </a:lnTo>
                    <a:lnTo>
                      <a:pt x="170" y="31"/>
                    </a:lnTo>
                    <a:lnTo>
                      <a:pt x="170" y="31"/>
                    </a:lnTo>
                    <a:lnTo>
                      <a:pt x="172" y="31"/>
                    </a:lnTo>
                    <a:lnTo>
                      <a:pt x="172" y="31"/>
                    </a:lnTo>
                    <a:lnTo>
                      <a:pt x="175" y="31"/>
                    </a:lnTo>
                    <a:lnTo>
                      <a:pt x="175" y="31"/>
                    </a:lnTo>
                    <a:lnTo>
                      <a:pt x="175" y="31"/>
                    </a:lnTo>
                    <a:lnTo>
                      <a:pt x="177" y="31"/>
                    </a:lnTo>
                    <a:lnTo>
                      <a:pt x="177" y="31"/>
                    </a:lnTo>
                    <a:lnTo>
                      <a:pt x="177" y="31"/>
                    </a:lnTo>
                    <a:lnTo>
                      <a:pt x="180" y="31"/>
                    </a:lnTo>
                    <a:lnTo>
                      <a:pt x="180" y="31"/>
                    </a:lnTo>
                    <a:lnTo>
                      <a:pt x="180" y="31"/>
                    </a:lnTo>
                    <a:lnTo>
                      <a:pt x="182" y="31"/>
                    </a:lnTo>
                    <a:lnTo>
                      <a:pt x="182" y="31"/>
                    </a:lnTo>
                    <a:lnTo>
                      <a:pt x="182" y="31"/>
                    </a:lnTo>
                    <a:lnTo>
                      <a:pt x="182" y="31"/>
                    </a:lnTo>
                    <a:lnTo>
                      <a:pt x="184" y="31"/>
                    </a:lnTo>
                    <a:lnTo>
                      <a:pt x="184" y="31"/>
                    </a:lnTo>
                    <a:lnTo>
                      <a:pt x="184" y="31"/>
                    </a:lnTo>
                    <a:lnTo>
                      <a:pt x="187" y="31"/>
                    </a:lnTo>
                    <a:lnTo>
                      <a:pt x="187" y="31"/>
                    </a:lnTo>
                    <a:lnTo>
                      <a:pt x="187" y="34"/>
                    </a:lnTo>
                    <a:lnTo>
                      <a:pt x="189" y="34"/>
                    </a:lnTo>
                    <a:lnTo>
                      <a:pt x="189" y="34"/>
                    </a:lnTo>
                    <a:lnTo>
                      <a:pt x="189" y="34"/>
                    </a:lnTo>
                    <a:lnTo>
                      <a:pt x="191" y="34"/>
                    </a:lnTo>
                    <a:lnTo>
                      <a:pt x="191" y="34"/>
                    </a:lnTo>
                    <a:lnTo>
                      <a:pt x="191" y="34"/>
                    </a:lnTo>
                    <a:lnTo>
                      <a:pt x="191" y="34"/>
                    </a:lnTo>
                    <a:lnTo>
                      <a:pt x="191" y="36"/>
                    </a:lnTo>
                    <a:lnTo>
                      <a:pt x="194" y="36"/>
                    </a:lnTo>
                    <a:lnTo>
                      <a:pt x="194" y="36"/>
                    </a:lnTo>
                    <a:lnTo>
                      <a:pt x="196" y="36"/>
                    </a:lnTo>
                    <a:lnTo>
                      <a:pt x="196" y="36"/>
                    </a:lnTo>
                    <a:lnTo>
                      <a:pt x="196" y="36"/>
                    </a:lnTo>
                    <a:lnTo>
                      <a:pt x="196" y="36"/>
                    </a:lnTo>
                    <a:lnTo>
                      <a:pt x="196" y="38"/>
                    </a:lnTo>
                    <a:lnTo>
                      <a:pt x="196" y="38"/>
                    </a:lnTo>
                    <a:lnTo>
                      <a:pt x="198" y="38"/>
                    </a:lnTo>
                    <a:lnTo>
                      <a:pt x="198" y="38"/>
                    </a:lnTo>
                    <a:lnTo>
                      <a:pt x="198" y="41"/>
                    </a:lnTo>
                    <a:lnTo>
                      <a:pt x="201" y="41"/>
                    </a:lnTo>
                    <a:lnTo>
                      <a:pt x="201" y="41"/>
                    </a:lnTo>
                    <a:lnTo>
                      <a:pt x="201" y="41"/>
                    </a:lnTo>
                    <a:lnTo>
                      <a:pt x="203" y="41"/>
                    </a:lnTo>
                    <a:lnTo>
                      <a:pt x="203" y="41"/>
                    </a:lnTo>
                    <a:lnTo>
                      <a:pt x="201" y="41"/>
                    </a:lnTo>
                    <a:lnTo>
                      <a:pt x="201" y="41"/>
                    </a:lnTo>
                    <a:lnTo>
                      <a:pt x="201" y="41"/>
                    </a:lnTo>
                    <a:lnTo>
                      <a:pt x="201" y="41"/>
                    </a:lnTo>
                    <a:lnTo>
                      <a:pt x="198" y="41"/>
                    </a:lnTo>
                    <a:lnTo>
                      <a:pt x="198" y="41"/>
                    </a:lnTo>
                    <a:lnTo>
                      <a:pt x="198" y="43"/>
                    </a:lnTo>
                    <a:lnTo>
                      <a:pt x="198" y="43"/>
                    </a:lnTo>
                    <a:lnTo>
                      <a:pt x="196" y="43"/>
                    </a:lnTo>
                    <a:lnTo>
                      <a:pt x="196" y="43"/>
                    </a:lnTo>
                    <a:lnTo>
                      <a:pt x="196" y="43"/>
                    </a:lnTo>
                    <a:lnTo>
                      <a:pt x="196" y="43"/>
                    </a:lnTo>
                    <a:lnTo>
                      <a:pt x="194" y="43"/>
                    </a:lnTo>
                    <a:lnTo>
                      <a:pt x="194" y="43"/>
                    </a:lnTo>
                    <a:lnTo>
                      <a:pt x="191" y="43"/>
                    </a:lnTo>
                    <a:lnTo>
                      <a:pt x="191" y="41"/>
                    </a:lnTo>
                    <a:lnTo>
                      <a:pt x="191" y="41"/>
                    </a:lnTo>
                    <a:lnTo>
                      <a:pt x="191" y="43"/>
                    </a:lnTo>
                    <a:lnTo>
                      <a:pt x="191" y="43"/>
                    </a:lnTo>
                    <a:lnTo>
                      <a:pt x="191" y="43"/>
                    </a:lnTo>
                    <a:lnTo>
                      <a:pt x="191" y="45"/>
                    </a:lnTo>
                    <a:lnTo>
                      <a:pt x="191" y="45"/>
                    </a:lnTo>
                    <a:lnTo>
                      <a:pt x="191" y="45"/>
                    </a:lnTo>
                    <a:lnTo>
                      <a:pt x="191" y="45"/>
                    </a:lnTo>
                    <a:lnTo>
                      <a:pt x="191" y="48"/>
                    </a:lnTo>
                    <a:lnTo>
                      <a:pt x="191" y="48"/>
                    </a:lnTo>
                    <a:lnTo>
                      <a:pt x="191" y="50"/>
                    </a:lnTo>
                    <a:lnTo>
                      <a:pt x="191" y="50"/>
                    </a:lnTo>
                    <a:lnTo>
                      <a:pt x="191" y="53"/>
                    </a:lnTo>
                    <a:lnTo>
                      <a:pt x="191" y="53"/>
                    </a:lnTo>
                    <a:lnTo>
                      <a:pt x="189" y="53"/>
                    </a:lnTo>
                    <a:lnTo>
                      <a:pt x="189" y="53"/>
                    </a:lnTo>
                    <a:lnTo>
                      <a:pt x="189" y="53"/>
                    </a:lnTo>
                    <a:lnTo>
                      <a:pt x="189" y="53"/>
                    </a:lnTo>
                    <a:lnTo>
                      <a:pt x="187" y="53"/>
                    </a:lnTo>
                    <a:lnTo>
                      <a:pt x="187" y="53"/>
                    </a:lnTo>
                    <a:lnTo>
                      <a:pt x="187" y="53"/>
                    </a:lnTo>
                    <a:lnTo>
                      <a:pt x="189" y="53"/>
                    </a:lnTo>
                    <a:lnTo>
                      <a:pt x="189" y="53"/>
                    </a:lnTo>
                    <a:lnTo>
                      <a:pt x="189" y="55"/>
                    </a:lnTo>
                    <a:lnTo>
                      <a:pt x="189" y="55"/>
                    </a:lnTo>
                    <a:lnTo>
                      <a:pt x="191" y="55"/>
                    </a:lnTo>
                    <a:lnTo>
                      <a:pt x="191" y="55"/>
                    </a:lnTo>
                    <a:lnTo>
                      <a:pt x="191" y="55"/>
                    </a:lnTo>
                    <a:lnTo>
                      <a:pt x="194" y="55"/>
                    </a:lnTo>
                    <a:lnTo>
                      <a:pt x="194" y="55"/>
                    </a:lnTo>
                    <a:lnTo>
                      <a:pt x="194" y="57"/>
                    </a:lnTo>
                    <a:lnTo>
                      <a:pt x="194" y="57"/>
                    </a:lnTo>
                    <a:lnTo>
                      <a:pt x="194" y="57"/>
                    </a:lnTo>
                    <a:lnTo>
                      <a:pt x="194" y="60"/>
                    </a:lnTo>
                    <a:lnTo>
                      <a:pt x="196" y="60"/>
                    </a:lnTo>
                    <a:lnTo>
                      <a:pt x="196" y="60"/>
                    </a:lnTo>
                    <a:lnTo>
                      <a:pt x="194" y="60"/>
                    </a:lnTo>
                    <a:lnTo>
                      <a:pt x="194" y="60"/>
                    </a:lnTo>
                    <a:lnTo>
                      <a:pt x="194" y="62"/>
                    </a:lnTo>
                    <a:lnTo>
                      <a:pt x="191" y="62"/>
                    </a:lnTo>
                    <a:lnTo>
                      <a:pt x="191" y="62"/>
                    </a:lnTo>
                    <a:lnTo>
                      <a:pt x="191" y="62"/>
                    </a:lnTo>
                    <a:lnTo>
                      <a:pt x="189" y="62"/>
                    </a:lnTo>
                    <a:lnTo>
                      <a:pt x="189" y="62"/>
                    </a:lnTo>
                    <a:lnTo>
                      <a:pt x="189" y="62"/>
                    </a:lnTo>
                    <a:lnTo>
                      <a:pt x="189" y="62"/>
                    </a:lnTo>
                    <a:lnTo>
                      <a:pt x="187" y="62"/>
                    </a:lnTo>
                    <a:lnTo>
                      <a:pt x="187" y="62"/>
                    </a:lnTo>
                    <a:lnTo>
                      <a:pt x="184" y="62"/>
                    </a:lnTo>
                    <a:lnTo>
                      <a:pt x="184" y="62"/>
                    </a:lnTo>
                    <a:lnTo>
                      <a:pt x="184" y="62"/>
                    </a:lnTo>
                    <a:lnTo>
                      <a:pt x="184" y="62"/>
                    </a:lnTo>
                    <a:lnTo>
                      <a:pt x="182" y="62"/>
                    </a:lnTo>
                    <a:lnTo>
                      <a:pt x="182" y="62"/>
                    </a:lnTo>
                    <a:lnTo>
                      <a:pt x="182" y="62"/>
                    </a:lnTo>
                    <a:lnTo>
                      <a:pt x="180" y="62"/>
                    </a:lnTo>
                    <a:lnTo>
                      <a:pt x="180" y="62"/>
                    </a:lnTo>
                    <a:lnTo>
                      <a:pt x="177" y="62"/>
                    </a:lnTo>
                    <a:lnTo>
                      <a:pt x="177" y="62"/>
                    </a:lnTo>
                    <a:lnTo>
                      <a:pt x="177" y="62"/>
                    </a:lnTo>
                    <a:lnTo>
                      <a:pt x="175" y="62"/>
                    </a:lnTo>
                    <a:lnTo>
                      <a:pt x="175" y="62"/>
                    </a:lnTo>
                    <a:lnTo>
                      <a:pt x="175" y="62"/>
                    </a:lnTo>
                    <a:lnTo>
                      <a:pt x="172" y="62"/>
                    </a:lnTo>
                    <a:lnTo>
                      <a:pt x="172" y="62"/>
                    </a:lnTo>
                    <a:lnTo>
                      <a:pt x="170" y="62"/>
                    </a:lnTo>
                    <a:lnTo>
                      <a:pt x="170" y="62"/>
                    </a:lnTo>
                    <a:lnTo>
                      <a:pt x="170" y="62"/>
                    </a:lnTo>
                    <a:lnTo>
                      <a:pt x="168" y="62"/>
                    </a:lnTo>
                    <a:lnTo>
                      <a:pt x="168" y="62"/>
                    </a:lnTo>
                    <a:lnTo>
                      <a:pt x="168" y="62"/>
                    </a:lnTo>
                    <a:lnTo>
                      <a:pt x="165" y="62"/>
                    </a:lnTo>
                    <a:lnTo>
                      <a:pt x="165" y="64"/>
                    </a:lnTo>
                    <a:lnTo>
                      <a:pt x="168" y="64"/>
                    </a:lnTo>
                    <a:lnTo>
                      <a:pt x="168" y="64"/>
                    </a:lnTo>
                    <a:lnTo>
                      <a:pt x="168" y="64"/>
                    </a:lnTo>
                    <a:lnTo>
                      <a:pt x="168" y="64"/>
                    </a:lnTo>
                    <a:lnTo>
                      <a:pt x="165" y="64"/>
                    </a:lnTo>
                    <a:lnTo>
                      <a:pt x="165" y="64"/>
                    </a:lnTo>
                    <a:lnTo>
                      <a:pt x="165" y="64"/>
                    </a:lnTo>
                    <a:lnTo>
                      <a:pt x="163" y="64"/>
                    </a:lnTo>
                    <a:lnTo>
                      <a:pt x="163" y="64"/>
                    </a:lnTo>
                    <a:lnTo>
                      <a:pt x="163" y="64"/>
                    </a:lnTo>
                    <a:lnTo>
                      <a:pt x="161" y="64"/>
                    </a:lnTo>
                    <a:lnTo>
                      <a:pt x="161" y="64"/>
                    </a:lnTo>
                    <a:lnTo>
                      <a:pt x="158" y="64"/>
                    </a:lnTo>
                    <a:lnTo>
                      <a:pt x="158" y="64"/>
                    </a:lnTo>
                    <a:lnTo>
                      <a:pt x="158" y="64"/>
                    </a:lnTo>
                    <a:lnTo>
                      <a:pt x="158" y="62"/>
                    </a:lnTo>
                    <a:lnTo>
                      <a:pt x="156" y="62"/>
                    </a:lnTo>
                    <a:lnTo>
                      <a:pt x="156" y="62"/>
                    </a:lnTo>
                    <a:lnTo>
                      <a:pt x="156" y="62"/>
                    </a:lnTo>
                    <a:lnTo>
                      <a:pt x="154" y="62"/>
                    </a:lnTo>
                    <a:lnTo>
                      <a:pt x="154" y="62"/>
                    </a:lnTo>
                    <a:lnTo>
                      <a:pt x="151" y="62"/>
                    </a:lnTo>
                    <a:lnTo>
                      <a:pt x="151" y="62"/>
                    </a:lnTo>
                    <a:lnTo>
                      <a:pt x="151" y="62"/>
                    </a:lnTo>
                    <a:lnTo>
                      <a:pt x="151" y="64"/>
                    </a:lnTo>
                    <a:lnTo>
                      <a:pt x="151" y="64"/>
                    </a:lnTo>
                    <a:lnTo>
                      <a:pt x="149" y="64"/>
                    </a:lnTo>
                    <a:lnTo>
                      <a:pt x="149" y="64"/>
                    </a:lnTo>
                    <a:lnTo>
                      <a:pt x="149" y="64"/>
                    </a:lnTo>
                    <a:lnTo>
                      <a:pt x="149" y="64"/>
                    </a:lnTo>
                    <a:lnTo>
                      <a:pt x="146" y="64"/>
                    </a:lnTo>
                    <a:lnTo>
                      <a:pt x="146" y="62"/>
                    </a:lnTo>
                    <a:lnTo>
                      <a:pt x="146" y="62"/>
                    </a:lnTo>
                    <a:lnTo>
                      <a:pt x="144" y="62"/>
                    </a:lnTo>
                    <a:lnTo>
                      <a:pt x="144" y="62"/>
                    </a:lnTo>
                    <a:lnTo>
                      <a:pt x="144" y="62"/>
                    </a:lnTo>
                    <a:lnTo>
                      <a:pt x="142" y="62"/>
                    </a:lnTo>
                    <a:lnTo>
                      <a:pt x="142" y="62"/>
                    </a:lnTo>
                    <a:lnTo>
                      <a:pt x="142" y="62"/>
                    </a:lnTo>
                    <a:lnTo>
                      <a:pt x="139" y="62"/>
                    </a:lnTo>
                    <a:lnTo>
                      <a:pt x="139" y="62"/>
                    </a:lnTo>
                    <a:lnTo>
                      <a:pt x="139" y="62"/>
                    </a:lnTo>
                    <a:lnTo>
                      <a:pt x="137" y="62"/>
                    </a:lnTo>
                    <a:lnTo>
                      <a:pt x="137" y="62"/>
                    </a:lnTo>
                    <a:lnTo>
                      <a:pt x="137" y="62"/>
                    </a:lnTo>
                    <a:lnTo>
                      <a:pt x="137" y="62"/>
                    </a:lnTo>
                    <a:lnTo>
                      <a:pt x="135" y="62"/>
                    </a:lnTo>
                    <a:lnTo>
                      <a:pt x="135" y="62"/>
                    </a:lnTo>
                    <a:lnTo>
                      <a:pt x="135" y="62"/>
                    </a:lnTo>
                    <a:lnTo>
                      <a:pt x="132" y="62"/>
                    </a:lnTo>
                    <a:lnTo>
                      <a:pt x="132" y="62"/>
                    </a:lnTo>
                    <a:lnTo>
                      <a:pt x="130" y="62"/>
                    </a:lnTo>
                    <a:lnTo>
                      <a:pt x="130" y="62"/>
                    </a:lnTo>
                    <a:lnTo>
                      <a:pt x="130" y="60"/>
                    </a:lnTo>
                    <a:lnTo>
                      <a:pt x="130" y="60"/>
                    </a:lnTo>
                    <a:lnTo>
                      <a:pt x="127" y="60"/>
                    </a:lnTo>
                    <a:lnTo>
                      <a:pt x="127" y="60"/>
                    </a:lnTo>
                    <a:lnTo>
                      <a:pt x="127" y="60"/>
                    </a:lnTo>
                    <a:lnTo>
                      <a:pt x="127" y="60"/>
                    </a:lnTo>
                    <a:lnTo>
                      <a:pt x="125" y="60"/>
                    </a:lnTo>
                    <a:lnTo>
                      <a:pt x="125" y="60"/>
                    </a:lnTo>
                    <a:lnTo>
                      <a:pt x="123" y="60"/>
                    </a:lnTo>
                    <a:lnTo>
                      <a:pt x="123" y="60"/>
                    </a:lnTo>
                    <a:lnTo>
                      <a:pt x="123" y="60"/>
                    </a:lnTo>
                    <a:lnTo>
                      <a:pt x="120" y="60"/>
                    </a:lnTo>
                    <a:lnTo>
                      <a:pt x="120" y="60"/>
                    </a:lnTo>
                    <a:lnTo>
                      <a:pt x="118" y="60"/>
                    </a:lnTo>
                    <a:lnTo>
                      <a:pt x="118" y="60"/>
                    </a:lnTo>
                    <a:lnTo>
                      <a:pt x="118" y="60"/>
                    </a:lnTo>
                    <a:lnTo>
                      <a:pt x="116" y="60"/>
                    </a:lnTo>
                    <a:lnTo>
                      <a:pt x="116" y="60"/>
                    </a:lnTo>
                    <a:lnTo>
                      <a:pt x="116" y="57"/>
                    </a:lnTo>
                    <a:lnTo>
                      <a:pt x="116" y="57"/>
                    </a:lnTo>
                    <a:lnTo>
                      <a:pt x="113" y="57"/>
                    </a:lnTo>
                    <a:lnTo>
                      <a:pt x="113" y="60"/>
                    </a:lnTo>
                    <a:lnTo>
                      <a:pt x="113" y="60"/>
                    </a:lnTo>
                    <a:lnTo>
                      <a:pt x="111" y="60"/>
                    </a:lnTo>
                    <a:lnTo>
                      <a:pt x="111" y="60"/>
                    </a:lnTo>
                    <a:lnTo>
                      <a:pt x="111" y="60"/>
                    </a:lnTo>
                    <a:lnTo>
                      <a:pt x="109" y="60"/>
                    </a:lnTo>
                    <a:lnTo>
                      <a:pt x="109" y="60"/>
                    </a:lnTo>
                    <a:lnTo>
                      <a:pt x="109" y="60"/>
                    </a:lnTo>
                    <a:lnTo>
                      <a:pt x="106" y="60"/>
                    </a:lnTo>
                    <a:lnTo>
                      <a:pt x="106" y="60"/>
                    </a:lnTo>
                    <a:lnTo>
                      <a:pt x="106" y="57"/>
                    </a:lnTo>
                    <a:lnTo>
                      <a:pt x="104" y="57"/>
                    </a:lnTo>
                    <a:lnTo>
                      <a:pt x="104" y="60"/>
                    </a:lnTo>
                    <a:lnTo>
                      <a:pt x="104" y="60"/>
                    </a:lnTo>
                    <a:lnTo>
                      <a:pt x="104" y="60"/>
                    </a:lnTo>
                    <a:lnTo>
                      <a:pt x="101" y="60"/>
                    </a:lnTo>
                    <a:lnTo>
                      <a:pt x="101" y="60"/>
                    </a:lnTo>
                    <a:lnTo>
                      <a:pt x="101" y="57"/>
                    </a:lnTo>
                    <a:lnTo>
                      <a:pt x="101" y="57"/>
                    </a:lnTo>
                    <a:lnTo>
                      <a:pt x="101" y="57"/>
                    </a:lnTo>
                    <a:lnTo>
                      <a:pt x="99" y="57"/>
                    </a:lnTo>
                    <a:lnTo>
                      <a:pt x="99" y="55"/>
                    </a:lnTo>
                    <a:lnTo>
                      <a:pt x="99" y="55"/>
                    </a:lnTo>
                    <a:lnTo>
                      <a:pt x="97" y="55"/>
                    </a:lnTo>
                    <a:lnTo>
                      <a:pt x="97" y="55"/>
                    </a:lnTo>
                    <a:lnTo>
                      <a:pt x="97" y="55"/>
                    </a:lnTo>
                    <a:lnTo>
                      <a:pt x="97" y="57"/>
                    </a:lnTo>
                    <a:lnTo>
                      <a:pt x="94" y="57"/>
                    </a:lnTo>
                    <a:lnTo>
                      <a:pt x="94" y="57"/>
                    </a:lnTo>
                    <a:lnTo>
                      <a:pt x="94" y="57"/>
                    </a:lnTo>
                    <a:lnTo>
                      <a:pt x="92" y="57"/>
                    </a:lnTo>
                    <a:lnTo>
                      <a:pt x="92" y="57"/>
                    </a:lnTo>
                    <a:lnTo>
                      <a:pt x="92" y="57"/>
                    </a:lnTo>
                    <a:lnTo>
                      <a:pt x="90" y="57"/>
                    </a:lnTo>
                    <a:lnTo>
                      <a:pt x="90" y="57"/>
                    </a:lnTo>
                    <a:lnTo>
                      <a:pt x="90" y="57"/>
                    </a:lnTo>
                    <a:lnTo>
                      <a:pt x="87" y="57"/>
                    </a:lnTo>
                    <a:lnTo>
                      <a:pt x="87" y="57"/>
                    </a:lnTo>
                    <a:lnTo>
                      <a:pt x="85" y="57"/>
                    </a:lnTo>
                    <a:lnTo>
                      <a:pt x="85" y="57"/>
                    </a:lnTo>
                    <a:lnTo>
                      <a:pt x="85" y="57"/>
                    </a:lnTo>
                    <a:lnTo>
                      <a:pt x="85" y="57"/>
                    </a:lnTo>
                    <a:lnTo>
                      <a:pt x="83" y="57"/>
                    </a:lnTo>
                    <a:lnTo>
                      <a:pt x="83" y="57"/>
                    </a:lnTo>
                    <a:lnTo>
                      <a:pt x="83" y="57"/>
                    </a:lnTo>
                    <a:lnTo>
                      <a:pt x="83" y="55"/>
                    </a:lnTo>
                    <a:lnTo>
                      <a:pt x="80" y="55"/>
                    </a:lnTo>
                    <a:lnTo>
                      <a:pt x="80" y="55"/>
                    </a:lnTo>
                    <a:lnTo>
                      <a:pt x="78" y="55"/>
                    </a:lnTo>
                    <a:lnTo>
                      <a:pt x="78" y="55"/>
                    </a:lnTo>
                    <a:lnTo>
                      <a:pt x="78" y="53"/>
                    </a:lnTo>
                    <a:lnTo>
                      <a:pt x="78" y="53"/>
                    </a:lnTo>
                    <a:lnTo>
                      <a:pt x="78" y="53"/>
                    </a:lnTo>
                    <a:lnTo>
                      <a:pt x="75" y="53"/>
                    </a:lnTo>
                    <a:lnTo>
                      <a:pt x="75" y="53"/>
                    </a:lnTo>
                    <a:lnTo>
                      <a:pt x="75" y="53"/>
                    </a:lnTo>
                    <a:lnTo>
                      <a:pt x="75" y="53"/>
                    </a:lnTo>
                    <a:lnTo>
                      <a:pt x="73" y="53"/>
                    </a:lnTo>
                    <a:lnTo>
                      <a:pt x="73" y="53"/>
                    </a:lnTo>
                    <a:lnTo>
                      <a:pt x="73" y="53"/>
                    </a:lnTo>
                    <a:lnTo>
                      <a:pt x="73" y="50"/>
                    </a:lnTo>
                    <a:lnTo>
                      <a:pt x="73" y="50"/>
                    </a:lnTo>
                    <a:lnTo>
                      <a:pt x="73" y="48"/>
                    </a:lnTo>
                    <a:lnTo>
                      <a:pt x="73" y="48"/>
                    </a:lnTo>
                    <a:lnTo>
                      <a:pt x="73" y="45"/>
                    </a:lnTo>
                    <a:lnTo>
                      <a:pt x="71" y="45"/>
                    </a:lnTo>
                    <a:lnTo>
                      <a:pt x="71" y="45"/>
                    </a:lnTo>
                    <a:lnTo>
                      <a:pt x="71" y="45"/>
                    </a:lnTo>
                    <a:lnTo>
                      <a:pt x="68" y="45"/>
                    </a:lnTo>
                    <a:lnTo>
                      <a:pt x="68" y="45"/>
                    </a:lnTo>
                    <a:lnTo>
                      <a:pt x="68" y="45"/>
                    </a:lnTo>
                    <a:lnTo>
                      <a:pt x="68" y="48"/>
                    </a:lnTo>
                    <a:lnTo>
                      <a:pt x="66" y="48"/>
                    </a:lnTo>
                    <a:lnTo>
                      <a:pt x="66" y="48"/>
                    </a:lnTo>
                    <a:lnTo>
                      <a:pt x="64" y="48"/>
                    </a:lnTo>
                    <a:lnTo>
                      <a:pt x="64" y="48"/>
                    </a:lnTo>
                    <a:lnTo>
                      <a:pt x="64" y="48"/>
                    </a:lnTo>
                    <a:lnTo>
                      <a:pt x="61" y="48"/>
                    </a:lnTo>
                    <a:lnTo>
                      <a:pt x="61" y="48"/>
                    </a:lnTo>
                    <a:lnTo>
                      <a:pt x="61" y="45"/>
                    </a:lnTo>
                    <a:lnTo>
                      <a:pt x="61" y="45"/>
                    </a:lnTo>
                    <a:lnTo>
                      <a:pt x="61" y="45"/>
                    </a:lnTo>
                    <a:lnTo>
                      <a:pt x="61" y="45"/>
                    </a:lnTo>
                    <a:lnTo>
                      <a:pt x="61" y="43"/>
                    </a:lnTo>
                    <a:lnTo>
                      <a:pt x="61" y="43"/>
                    </a:lnTo>
                    <a:lnTo>
                      <a:pt x="59" y="43"/>
                    </a:lnTo>
                    <a:lnTo>
                      <a:pt x="59" y="43"/>
                    </a:lnTo>
                    <a:lnTo>
                      <a:pt x="56" y="43"/>
                    </a:lnTo>
                    <a:lnTo>
                      <a:pt x="56" y="43"/>
                    </a:lnTo>
                    <a:lnTo>
                      <a:pt x="56" y="43"/>
                    </a:lnTo>
                    <a:lnTo>
                      <a:pt x="56" y="45"/>
                    </a:lnTo>
                    <a:lnTo>
                      <a:pt x="56" y="45"/>
                    </a:lnTo>
                    <a:lnTo>
                      <a:pt x="54" y="45"/>
                    </a:lnTo>
                    <a:lnTo>
                      <a:pt x="54" y="45"/>
                    </a:lnTo>
                    <a:lnTo>
                      <a:pt x="54" y="45"/>
                    </a:lnTo>
                    <a:lnTo>
                      <a:pt x="52" y="45"/>
                    </a:lnTo>
                    <a:lnTo>
                      <a:pt x="52" y="45"/>
                    </a:lnTo>
                    <a:lnTo>
                      <a:pt x="52" y="48"/>
                    </a:lnTo>
                    <a:lnTo>
                      <a:pt x="49" y="48"/>
                    </a:lnTo>
                    <a:lnTo>
                      <a:pt x="49" y="48"/>
                    </a:lnTo>
                    <a:lnTo>
                      <a:pt x="49" y="48"/>
                    </a:lnTo>
                    <a:lnTo>
                      <a:pt x="49" y="45"/>
                    </a:lnTo>
                    <a:lnTo>
                      <a:pt x="47" y="45"/>
                    </a:lnTo>
                    <a:lnTo>
                      <a:pt x="47" y="45"/>
                    </a:lnTo>
                    <a:lnTo>
                      <a:pt x="47" y="45"/>
                    </a:lnTo>
                    <a:lnTo>
                      <a:pt x="45" y="45"/>
                    </a:lnTo>
                    <a:lnTo>
                      <a:pt x="45" y="45"/>
                    </a:lnTo>
                    <a:lnTo>
                      <a:pt x="45" y="43"/>
                    </a:lnTo>
                    <a:lnTo>
                      <a:pt x="45" y="43"/>
                    </a:lnTo>
                    <a:lnTo>
                      <a:pt x="42" y="43"/>
                    </a:lnTo>
                    <a:lnTo>
                      <a:pt x="42" y="43"/>
                    </a:lnTo>
                    <a:lnTo>
                      <a:pt x="42" y="43"/>
                    </a:lnTo>
                    <a:lnTo>
                      <a:pt x="40" y="43"/>
                    </a:lnTo>
                    <a:lnTo>
                      <a:pt x="40" y="43"/>
                    </a:lnTo>
                    <a:lnTo>
                      <a:pt x="42" y="43"/>
                    </a:lnTo>
                    <a:lnTo>
                      <a:pt x="42" y="41"/>
                    </a:lnTo>
                    <a:lnTo>
                      <a:pt x="42" y="41"/>
                    </a:lnTo>
                    <a:lnTo>
                      <a:pt x="42" y="41"/>
                    </a:lnTo>
                    <a:lnTo>
                      <a:pt x="45" y="41"/>
                    </a:lnTo>
                    <a:lnTo>
                      <a:pt x="45" y="41"/>
                    </a:lnTo>
                    <a:lnTo>
                      <a:pt x="45" y="43"/>
                    </a:lnTo>
                    <a:lnTo>
                      <a:pt x="45" y="43"/>
                    </a:lnTo>
                    <a:lnTo>
                      <a:pt x="47" y="43"/>
                    </a:lnTo>
                    <a:lnTo>
                      <a:pt x="47" y="43"/>
                    </a:lnTo>
                    <a:lnTo>
                      <a:pt x="49" y="43"/>
                    </a:lnTo>
                    <a:lnTo>
                      <a:pt x="49" y="43"/>
                    </a:lnTo>
                    <a:lnTo>
                      <a:pt x="49" y="43"/>
                    </a:lnTo>
                    <a:lnTo>
                      <a:pt x="52" y="43"/>
                    </a:lnTo>
                    <a:lnTo>
                      <a:pt x="52" y="43"/>
                    </a:lnTo>
                    <a:lnTo>
                      <a:pt x="52" y="41"/>
                    </a:lnTo>
                    <a:lnTo>
                      <a:pt x="54" y="41"/>
                    </a:lnTo>
                    <a:lnTo>
                      <a:pt x="54" y="41"/>
                    </a:lnTo>
                    <a:lnTo>
                      <a:pt x="54" y="41"/>
                    </a:lnTo>
                    <a:lnTo>
                      <a:pt x="56" y="41"/>
                    </a:lnTo>
                    <a:lnTo>
                      <a:pt x="56" y="41"/>
                    </a:lnTo>
                    <a:lnTo>
                      <a:pt x="56" y="41"/>
                    </a:lnTo>
                    <a:lnTo>
                      <a:pt x="56" y="41"/>
                    </a:lnTo>
                    <a:lnTo>
                      <a:pt x="59" y="41"/>
                    </a:lnTo>
                    <a:lnTo>
                      <a:pt x="59" y="41"/>
                    </a:lnTo>
                    <a:lnTo>
                      <a:pt x="61" y="41"/>
                    </a:lnTo>
                    <a:lnTo>
                      <a:pt x="61" y="41"/>
                    </a:lnTo>
                    <a:lnTo>
                      <a:pt x="61" y="41"/>
                    </a:lnTo>
                    <a:lnTo>
                      <a:pt x="61" y="41"/>
                    </a:lnTo>
                    <a:lnTo>
                      <a:pt x="61" y="38"/>
                    </a:lnTo>
                    <a:lnTo>
                      <a:pt x="64" y="38"/>
                    </a:lnTo>
                    <a:lnTo>
                      <a:pt x="64" y="38"/>
                    </a:lnTo>
                    <a:lnTo>
                      <a:pt x="64"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5" y="38"/>
                    </a:lnTo>
                    <a:lnTo>
                      <a:pt x="75" y="38"/>
                    </a:lnTo>
                    <a:lnTo>
                      <a:pt x="75" y="38"/>
                    </a:lnTo>
                    <a:lnTo>
                      <a:pt x="78" y="38"/>
                    </a:lnTo>
                    <a:lnTo>
                      <a:pt x="78" y="38"/>
                    </a:lnTo>
                    <a:lnTo>
                      <a:pt x="78" y="36"/>
                    </a:lnTo>
                    <a:lnTo>
                      <a:pt x="78" y="36"/>
                    </a:lnTo>
                    <a:lnTo>
                      <a:pt x="75" y="36"/>
                    </a:lnTo>
                    <a:lnTo>
                      <a:pt x="75" y="36"/>
                    </a:lnTo>
                    <a:lnTo>
                      <a:pt x="75" y="36"/>
                    </a:lnTo>
                    <a:lnTo>
                      <a:pt x="73" y="36"/>
                    </a:lnTo>
                    <a:lnTo>
                      <a:pt x="73" y="36"/>
                    </a:lnTo>
                    <a:lnTo>
                      <a:pt x="73" y="36"/>
                    </a:lnTo>
                    <a:lnTo>
                      <a:pt x="71" y="36"/>
                    </a:lnTo>
                    <a:lnTo>
                      <a:pt x="71" y="34"/>
                    </a:lnTo>
                    <a:lnTo>
                      <a:pt x="71" y="34"/>
                    </a:lnTo>
                    <a:lnTo>
                      <a:pt x="71" y="34"/>
                    </a:lnTo>
                    <a:lnTo>
                      <a:pt x="71" y="34"/>
                    </a:lnTo>
                    <a:lnTo>
                      <a:pt x="68" y="34"/>
                    </a:lnTo>
                    <a:lnTo>
                      <a:pt x="68" y="34"/>
                    </a:lnTo>
                    <a:lnTo>
                      <a:pt x="68" y="34"/>
                    </a:lnTo>
                    <a:lnTo>
                      <a:pt x="66" y="34"/>
                    </a:lnTo>
                    <a:lnTo>
                      <a:pt x="66" y="34"/>
                    </a:lnTo>
                    <a:lnTo>
                      <a:pt x="64" y="34"/>
                    </a:lnTo>
                    <a:lnTo>
                      <a:pt x="64" y="34"/>
                    </a:lnTo>
                    <a:lnTo>
                      <a:pt x="64" y="31"/>
                    </a:lnTo>
                    <a:lnTo>
                      <a:pt x="64" y="31"/>
                    </a:lnTo>
                    <a:lnTo>
                      <a:pt x="61" y="31"/>
                    </a:lnTo>
                    <a:lnTo>
                      <a:pt x="61" y="31"/>
                    </a:lnTo>
                    <a:lnTo>
                      <a:pt x="61" y="31"/>
                    </a:lnTo>
                    <a:lnTo>
                      <a:pt x="59" y="31"/>
                    </a:lnTo>
                    <a:lnTo>
                      <a:pt x="59" y="31"/>
                    </a:lnTo>
                    <a:lnTo>
                      <a:pt x="56" y="31"/>
                    </a:lnTo>
                    <a:lnTo>
                      <a:pt x="56" y="31"/>
                    </a:lnTo>
                    <a:lnTo>
                      <a:pt x="56" y="34"/>
                    </a:lnTo>
                    <a:lnTo>
                      <a:pt x="56" y="34"/>
                    </a:lnTo>
                    <a:lnTo>
                      <a:pt x="59" y="34"/>
                    </a:lnTo>
                    <a:lnTo>
                      <a:pt x="59" y="34"/>
                    </a:lnTo>
                    <a:lnTo>
                      <a:pt x="61" y="34"/>
                    </a:lnTo>
                    <a:lnTo>
                      <a:pt x="61" y="34"/>
                    </a:lnTo>
                    <a:lnTo>
                      <a:pt x="61" y="34"/>
                    </a:lnTo>
                    <a:lnTo>
                      <a:pt x="64" y="34"/>
                    </a:lnTo>
                    <a:lnTo>
                      <a:pt x="64" y="34"/>
                    </a:lnTo>
                    <a:lnTo>
                      <a:pt x="64" y="36"/>
                    </a:lnTo>
                    <a:lnTo>
                      <a:pt x="61" y="36"/>
                    </a:lnTo>
                    <a:lnTo>
                      <a:pt x="61" y="36"/>
                    </a:lnTo>
                    <a:lnTo>
                      <a:pt x="61" y="36"/>
                    </a:lnTo>
                    <a:lnTo>
                      <a:pt x="61" y="36"/>
                    </a:lnTo>
                    <a:lnTo>
                      <a:pt x="59" y="36"/>
                    </a:lnTo>
                    <a:lnTo>
                      <a:pt x="59" y="38"/>
                    </a:lnTo>
                    <a:lnTo>
                      <a:pt x="59" y="38"/>
                    </a:lnTo>
                    <a:lnTo>
                      <a:pt x="56" y="38"/>
                    </a:lnTo>
                    <a:lnTo>
                      <a:pt x="56" y="38"/>
                    </a:lnTo>
                    <a:lnTo>
                      <a:pt x="56" y="38"/>
                    </a:lnTo>
                    <a:lnTo>
                      <a:pt x="54" y="38"/>
                    </a:lnTo>
                    <a:lnTo>
                      <a:pt x="54" y="38"/>
                    </a:lnTo>
                    <a:lnTo>
                      <a:pt x="54" y="38"/>
                    </a:lnTo>
                    <a:lnTo>
                      <a:pt x="54" y="38"/>
                    </a:lnTo>
                    <a:lnTo>
                      <a:pt x="52" y="38"/>
                    </a:lnTo>
                    <a:lnTo>
                      <a:pt x="52" y="38"/>
                    </a:lnTo>
                    <a:lnTo>
                      <a:pt x="49" y="38"/>
                    </a:lnTo>
                    <a:lnTo>
                      <a:pt x="49" y="38"/>
                    </a:lnTo>
                    <a:lnTo>
                      <a:pt x="49" y="41"/>
                    </a:lnTo>
                    <a:lnTo>
                      <a:pt x="49" y="41"/>
                    </a:lnTo>
                    <a:lnTo>
                      <a:pt x="47" y="41"/>
                    </a:lnTo>
                    <a:lnTo>
                      <a:pt x="47" y="41"/>
                    </a:lnTo>
                    <a:lnTo>
                      <a:pt x="45" y="41"/>
                    </a:lnTo>
                    <a:lnTo>
                      <a:pt x="45" y="41"/>
                    </a:lnTo>
                    <a:lnTo>
                      <a:pt x="45" y="41"/>
                    </a:lnTo>
                    <a:lnTo>
                      <a:pt x="45" y="41"/>
                    </a:lnTo>
                    <a:lnTo>
                      <a:pt x="42" y="41"/>
                    </a:lnTo>
                    <a:lnTo>
                      <a:pt x="42" y="41"/>
                    </a:lnTo>
                    <a:lnTo>
                      <a:pt x="42" y="41"/>
                    </a:lnTo>
                    <a:lnTo>
                      <a:pt x="40" y="41"/>
                    </a:lnTo>
                    <a:lnTo>
                      <a:pt x="40" y="41"/>
                    </a:lnTo>
                    <a:lnTo>
                      <a:pt x="38" y="41"/>
                    </a:lnTo>
                    <a:lnTo>
                      <a:pt x="38" y="41"/>
                    </a:lnTo>
                    <a:lnTo>
                      <a:pt x="38" y="41"/>
                    </a:lnTo>
                    <a:lnTo>
                      <a:pt x="35" y="41"/>
                    </a:lnTo>
                    <a:lnTo>
                      <a:pt x="35" y="41"/>
                    </a:lnTo>
                    <a:lnTo>
                      <a:pt x="35" y="41"/>
                    </a:lnTo>
                    <a:lnTo>
                      <a:pt x="33" y="41"/>
                    </a:lnTo>
                    <a:lnTo>
                      <a:pt x="33" y="41"/>
                    </a:lnTo>
                    <a:lnTo>
                      <a:pt x="30" y="41"/>
                    </a:lnTo>
                    <a:lnTo>
                      <a:pt x="30" y="41"/>
                    </a:lnTo>
                    <a:lnTo>
                      <a:pt x="30" y="41"/>
                    </a:lnTo>
                    <a:lnTo>
                      <a:pt x="28" y="41"/>
                    </a:lnTo>
                    <a:lnTo>
                      <a:pt x="28" y="41"/>
                    </a:lnTo>
                    <a:lnTo>
                      <a:pt x="28" y="41"/>
                    </a:lnTo>
                    <a:lnTo>
                      <a:pt x="26" y="41"/>
                    </a:lnTo>
                    <a:lnTo>
                      <a:pt x="26" y="41"/>
                    </a:lnTo>
                    <a:lnTo>
                      <a:pt x="23" y="41"/>
                    </a:lnTo>
                    <a:lnTo>
                      <a:pt x="23" y="41"/>
                    </a:lnTo>
                    <a:lnTo>
                      <a:pt x="23" y="41"/>
                    </a:lnTo>
                    <a:lnTo>
                      <a:pt x="21" y="41"/>
                    </a:lnTo>
                    <a:lnTo>
                      <a:pt x="21" y="41"/>
                    </a:lnTo>
                    <a:lnTo>
                      <a:pt x="21" y="41"/>
                    </a:lnTo>
                    <a:lnTo>
                      <a:pt x="21" y="41"/>
                    </a:lnTo>
                    <a:lnTo>
                      <a:pt x="19" y="41"/>
                    </a:lnTo>
                    <a:lnTo>
                      <a:pt x="19" y="41"/>
                    </a:lnTo>
                    <a:lnTo>
                      <a:pt x="16" y="41"/>
                    </a:lnTo>
                    <a:lnTo>
                      <a:pt x="16" y="41"/>
                    </a:lnTo>
                    <a:lnTo>
                      <a:pt x="16" y="41"/>
                    </a:lnTo>
                    <a:lnTo>
                      <a:pt x="14" y="41"/>
                    </a:lnTo>
                    <a:lnTo>
                      <a:pt x="14" y="41"/>
                    </a:lnTo>
                    <a:lnTo>
                      <a:pt x="14" y="41"/>
                    </a:lnTo>
                    <a:lnTo>
                      <a:pt x="12" y="41"/>
                    </a:lnTo>
                    <a:lnTo>
                      <a:pt x="12" y="41"/>
                    </a:lnTo>
                    <a:lnTo>
                      <a:pt x="12" y="41"/>
                    </a:lnTo>
                    <a:lnTo>
                      <a:pt x="9" y="41"/>
                    </a:lnTo>
                    <a:lnTo>
                      <a:pt x="9" y="41"/>
                    </a:lnTo>
                    <a:lnTo>
                      <a:pt x="9" y="41"/>
                    </a:lnTo>
                    <a:lnTo>
                      <a:pt x="7" y="41"/>
                    </a:lnTo>
                    <a:lnTo>
                      <a:pt x="7" y="41"/>
                    </a:lnTo>
                    <a:lnTo>
                      <a:pt x="7" y="41"/>
                    </a:lnTo>
                    <a:lnTo>
                      <a:pt x="4" y="41"/>
                    </a:lnTo>
                    <a:lnTo>
                      <a:pt x="4" y="38"/>
                    </a:lnTo>
                    <a:lnTo>
                      <a:pt x="4" y="38"/>
                    </a:lnTo>
                    <a:lnTo>
                      <a:pt x="7" y="38"/>
                    </a:lnTo>
                    <a:lnTo>
                      <a:pt x="7" y="38"/>
                    </a:lnTo>
                    <a:lnTo>
                      <a:pt x="9" y="38"/>
                    </a:lnTo>
                    <a:lnTo>
                      <a:pt x="9" y="36"/>
                    </a:lnTo>
                    <a:lnTo>
                      <a:pt x="7" y="36"/>
                    </a:lnTo>
                    <a:lnTo>
                      <a:pt x="7" y="36"/>
                    </a:lnTo>
                    <a:lnTo>
                      <a:pt x="4" y="36"/>
                    </a:lnTo>
                    <a:lnTo>
                      <a:pt x="4" y="36"/>
                    </a:lnTo>
                    <a:lnTo>
                      <a:pt x="4" y="36"/>
                    </a:lnTo>
                    <a:lnTo>
                      <a:pt x="4" y="34"/>
                    </a:lnTo>
                    <a:lnTo>
                      <a:pt x="4" y="34"/>
                    </a:lnTo>
                    <a:lnTo>
                      <a:pt x="4" y="31"/>
                    </a:lnTo>
                    <a:lnTo>
                      <a:pt x="4" y="31"/>
                    </a:lnTo>
                    <a:lnTo>
                      <a:pt x="4" y="31"/>
                    </a:lnTo>
                    <a:lnTo>
                      <a:pt x="2" y="31"/>
                    </a:lnTo>
                    <a:lnTo>
                      <a:pt x="2" y="31"/>
                    </a:lnTo>
                    <a:lnTo>
                      <a:pt x="2" y="31"/>
                    </a:lnTo>
                    <a:lnTo>
                      <a:pt x="0" y="31"/>
                    </a:lnTo>
                    <a:lnTo>
                      <a:pt x="0" y="31"/>
                    </a:lnTo>
                    <a:lnTo>
                      <a:pt x="0" y="31"/>
                    </a:lnTo>
                    <a:lnTo>
                      <a:pt x="0" y="31"/>
                    </a:lnTo>
                    <a:lnTo>
                      <a:pt x="2" y="31"/>
                    </a:lnTo>
                    <a:lnTo>
                      <a:pt x="2" y="31"/>
                    </a:lnTo>
                    <a:lnTo>
                      <a:pt x="2" y="31"/>
                    </a:lnTo>
                    <a:lnTo>
                      <a:pt x="4" y="31"/>
                    </a:lnTo>
                    <a:lnTo>
                      <a:pt x="4" y="31"/>
                    </a:lnTo>
                    <a:lnTo>
                      <a:pt x="4" y="31"/>
                    </a:lnTo>
                    <a:lnTo>
                      <a:pt x="7" y="31"/>
                    </a:lnTo>
                    <a:lnTo>
                      <a:pt x="7" y="31"/>
                    </a:lnTo>
                    <a:lnTo>
                      <a:pt x="9" y="31"/>
                    </a:lnTo>
                    <a:lnTo>
                      <a:pt x="9" y="31"/>
                    </a:lnTo>
                    <a:lnTo>
                      <a:pt x="9" y="31"/>
                    </a:lnTo>
                    <a:lnTo>
                      <a:pt x="12" y="31"/>
                    </a:lnTo>
                    <a:lnTo>
                      <a:pt x="12" y="31"/>
                    </a:lnTo>
                    <a:lnTo>
                      <a:pt x="12" y="31"/>
                    </a:lnTo>
                    <a:lnTo>
                      <a:pt x="14" y="31"/>
                    </a:lnTo>
                    <a:lnTo>
                      <a:pt x="14" y="31"/>
                    </a:lnTo>
                    <a:lnTo>
                      <a:pt x="16" y="31"/>
                    </a:lnTo>
                    <a:lnTo>
                      <a:pt x="16" y="29"/>
                    </a:lnTo>
                    <a:lnTo>
                      <a:pt x="16" y="29"/>
                    </a:lnTo>
                    <a:lnTo>
                      <a:pt x="16" y="29"/>
                    </a:lnTo>
                    <a:lnTo>
                      <a:pt x="16" y="29"/>
                    </a:lnTo>
                    <a:lnTo>
                      <a:pt x="16" y="29"/>
                    </a:lnTo>
                    <a:lnTo>
                      <a:pt x="16" y="31"/>
                    </a:lnTo>
                    <a:lnTo>
                      <a:pt x="19" y="31"/>
                    </a:lnTo>
                    <a:lnTo>
                      <a:pt x="19" y="31"/>
                    </a:lnTo>
                    <a:lnTo>
                      <a:pt x="21" y="31"/>
                    </a:lnTo>
                    <a:lnTo>
                      <a:pt x="21" y="31"/>
                    </a:lnTo>
                    <a:lnTo>
                      <a:pt x="21" y="31"/>
                    </a:lnTo>
                    <a:lnTo>
                      <a:pt x="23" y="31"/>
                    </a:lnTo>
                    <a:lnTo>
                      <a:pt x="23" y="31"/>
                    </a:lnTo>
                    <a:lnTo>
                      <a:pt x="23" y="31"/>
                    </a:lnTo>
                    <a:lnTo>
                      <a:pt x="26" y="31"/>
                    </a:lnTo>
                    <a:lnTo>
                      <a:pt x="26" y="31"/>
                    </a:lnTo>
                    <a:lnTo>
                      <a:pt x="28" y="31"/>
                    </a:lnTo>
                    <a:lnTo>
                      <a:pt x="28" y="31"/>
                    </a:lnTo>
                    <a:lnTo>
                      <a:pt x="28" y="31"/>
                    </a:lnTo>
                    <a:lnTo>
                      <a:pt x="28" y="29"/>
                    </a:lnTo>
                    <a:lnTo>
                      <a:pt x="28" y="29"/>
                    </a:lnTo>
                    <a:lnTo>
                      <a:pt x="28" y="29"/>
                    </a:lnTo>
                    <a:lnTo>
                      <a:pt x="26" y="29"/>
                    </a:lnTo>
                    <a:lnTo>
                      <a:pt x="26" y="29"/>
                    </a:lnTo>
                    <a:lnTo>
                      <a:pt x="26" y="29"/>
                    </a:lnTo>
                    <a:lnTo>
                      <a:pt x="26" y="29"/>
                    </a:lnTo>
                    <a:lnTo>
                      <a:pt x="28" y="29"/>
                    </a:lnTo>
                    <a:lnTo>
                      <a:pt x="28" y="26"/>
                    </a:lnTo>
                    <a:lnTo>
                      <a:pt x="26" y="26"/>
                    </a:lnTo>
                    <a:lnTo>
                      <a:pt x="26" y="26"/>
                    </a:lnTo>
                    <a:lnTo>
                      <a:pt x="26" y="26"/>
                    </a:lnTo>
                    <a:lnTo>
                      <a:pt x="23" y="26"/>
                    </a:lnTo>
                    <a:lnTo>
                      <a:pt x="23" y="26"/>
                    </a:lnTo>
                    <a:lnTo>
                      <a:pt x="23" y="26"/>
                    </a:lnTo>
                    <a:lnTo>
                      <a:pt x="21" y="26"/>
                    </a:lnTo>
                    <a:lnTo>
                      <a:pt x="21" y="26"/>
                    </a:lnTo>
                    <a:lnTo>
                      <a:pt x="21" y="26"/>
                    </a:lnTo>
                    <a:lnTo>
                      <a:pt x="19" y="26"/>
                    </a:lnTo>
                    <a:lnTo>
                      <a:pt x="19" y="26"/>
                    </a:lnTo>
                    <a:lnTo>
                      <a:pt x="19" y="26"/>
                    </a:lnTo>
                    <a:lnTo>
                      <a:pt x="16" y="26"/>
                    </a:lnTo>
                    <a:lnTo>
                      <a:pt x="16" y="26"/>
                    </a:lnTo>
                    <a:lnTo>
                      <a:pt x="16" y="26"/>
                    </a:lnTo>
                    <a:lnTo>
                      <a:pt x="16" y="26"/>
                    </a:lnTo>
                    <a:lnTo>
                      <a:pt x="14" y="26"/>
                    </a:lnTo>
                    <a:lnTo>
                      <a:pt x="14" y="26"/>
                    </a:lnTo>
                    <a:lnTo>
                      <a:pt x="12" y="26"/>
                    </a:lnTo>
                    <a:lnTo>
                      <a:pt x="12" y="26"/>
                    </a:lnTo>
                    <a:lnTo>
                      <a:pt x="12" y="26"/>
                    </a:lnTo>
                    <a:lnTo>
                      <a:pt x="9" y="26"/>
                    </a:lnTo>
                    <a:lnTo>
                      <a:pt x="9" y="24"/>
                    </a:lnTo>
                    <a:lnTo>
                      <a:pt x="12" y="24"/>
                    </a:lnTo>
                    <a:lnTo>
                      <a:pt x="12" y="24"/>
                    </a:lnTo>
                    <a:lnTo>
                      <a:pt x="12" y="24"/>
                    </a:lnTo>
                    <a:lnTo>
                      <a:pt x="12" y="24"/>
                    </a:lnTo>
                    <a:lnTo>
                      <a:pt x="9" y="24"/>
                    </a:lnTo>
                    <a:lnTo>
                      <a:pt x="9" y="24"/>
                    </a:lnTo>
                    <a:lnTo>
                      <a:pt x="9" y="22"/>
                    </a:lnTo>
                    <a:lnTo>
                      <a:pt x="9" y="22"/>
                    </a:lnTo>
                    <a:lnTo>
                      <a:pt x="12" y="22"/>
                    </a:lnTo>
                    <a:lnTo>
                      <a:pt x="12" y="22"/>
                    </a:lnTo>
                    <a:lnTo>
                      <a:pt x="12" y="22"/>
                    </a:lnTo>
                    <a:lnTo>
                      <a:pt x="14" y="22"/>
                    </a:lnTo>
                    <a:lnTo>
                      <a:pt x="14" y="22"/>
                    </a:lnTo>
                    <a:lnTo>
                      <a:pt x="14" y="24"/>
                    </a:lnTo>
                    <a:lnTo>
                      <a:pt x="16" y="24"/>
                    </a:lnTo>
                    <a:lnTo>
                      <a:pt x="16" y="24"/>
                    </a:lnTo>
                    <a:lnTo>
                      <a:pt x="16" y="24"/>
                    </a:lnTo>
                    <a:lnTo>
                      <a:pt x="19" y="24"/>
                    </a:lnTo>
                    <a:lnTo>
                      <a:pt x="19" y="24"/>
                    </a:lnTo>
                    <a:lnTo>
                      <a:pt x="21" y="24"/>
                    </a:lnTo>
                    <a:lnTo>
                      <a:pt x="21" y="22"/>
                    </a:lnTo>
                    <a:lnTo>
                      <a:pt x="21" y="22"/>
                    </a:lnTo>
                    <a:lnTo>
                      <a:pt x="21" y="22"/>
                    </a:lnTo>
                    <a:lnTo>
                      <a:pt x="21" y="22"/>
                    </a:lnTo>
                    <a:lnTo>
                      <a:pt x="21" y="22"/>
                    </a:lnTo>
                    <a:lnTo>
                      <a:pt x="23" y="22"/>
                    </a:lnTo>
                    <a:lnTo>
                      <a:pt x="23" y="22"/>
                    </a:lnTo>
                    <a:lnTo>
                      <a:pt x="23" y="22"/>
                    </a:lnTo>
                    <a:lnTo>
                      <a:pt x="26" y="22"/>
                    </a:lnTo>
                    <a:lnTo>
                      <a:pt x="26" y="22"/>
                    </a:lnTo>
                    <a:lnTo>
                      <a:pt x="28" y="22"/>
                    </a:lnTo>
                    <a:lnTo>
                      <a:pt x="28" y="22"/>
                    </a:lnTo>
                    <a:lnTo>
                      <a:pt x="28" y="22"/>
                    </a:lnTo>
                    <a:lnTo>
                      <a:pt x="30" y="22"/>
                    </a:lnTo>
                    <a:lnTo>
                      <a:pt x="30" y="22"/>
                    </a:lnTo>
                    <a:lnTo>
                      <a:pt x="30" y="22"/>
                    </a:lnTo>
                    <a:lnTo>
                      <a:pt x="33" y="22"/>
                    </a:lnTo>
                    <a:lnTo>
                      <a:pt x="33" y="22"/>
                    </a:lnTo>
                    <a:lnTo>
                      <a:pt x="35" y="22"/>
                    </a:lnTo>
                    <a:lnTo>
                      <a:pt x="35" y="22"/>
                    </a:lnTo>
                    <a:lnTo>
                      <a:pt x="35" y="22"/>
                    </a:lnTo>
                    <a:lnTo>
                      <a:pt x="35" y="19"/>
                    </a:lnTo>
                    <a:lnTo>
                      <a:pt x="38" y="19"/>
                    </a:lnTo>
                    <a:lnTo>
                      <a:pt x="38" y="19"/>
                    </a:lnTo>
                    <a:lnTo>
                      <a:pt x="38" y="19"/>
                    </a:lnTo>
                    <a:lnTo>
                      <a:pt x="38" y="19"/>
                    </a:lnTo>
                    <a:lnTo>
                      <a:pt x="40" y="19"/>
                    </a:lnTo>
                    <a:lnTo>
                      <a:pt x="40" y="19"/>
                    </a:lnTo>
                    <a:lnTo>
                      <a:pt x="40" y="17"/>
                    </a:lnTo>
                    <a:lnTo>
                      <a:pt x="40" y="17"/>
                    </a:lnTo>
                    <a:lnTo>
                      <a:pt x="42" y="17"/>
                    </a:lnTo>
                    <a:lnTo>
                      <a:pt x="42" y="17"/>
                    </a:lnTo>
                    <a:lnTo>
                      <a:pt x="42" y="15"/>
                    </a:lnTo>
                    <a:lnTo>
                      <a:pt x="42" y="15"/>
                    </a:lnTo>
                    <a:lnTo>
                      <a:pt x="45" y="15"/>
                    </a:lnTo>
                    <a:lnTo>
                      <a:pt x="45" y="15"/>
                    </a:lnTo>
                    <a:lnTo>
                      <a:pt x="45" y="15"/>
                    </a:lnTo>
                    <a:lnTo>
                      <a:pt x="45" y="15"/>
                    </a:lnTo>
                    <a:lnTo>
                      <a:pt x="42" y="15"/>
                    </a:lnTo>
                    <a:lnTo>
                      <a:pt x="42" y="15"/>
                    </a:lnTo>
                    <a:lnTo>
                      <a:pt x="42" y="15"/>
                    </a:lnTo>
                    <a:lnTo>
                      <a:pt x="40" y="15"/>
                    </a:lnTo>
                    <a:lnTo>
                      <a:pt x="40" y="15"/>
                    </a:lnTo>
                    <a:lnTo>
                      <a:pt x="40" y="15"/>
                    </a:lnTo>
                    <a:lnTo>
                      <a:pt x="38" y="15"/>
                    </a:lnTo>
                    <a:lnTo>
                      <a:pt x="38" y="15"/>
                    </a:lnTo>
                    <a:lnTo>
                      <a:pt x="38" y="15"/>
                    </a:lnTo>
                    <a:lnTo>
                      <a:pt x="35" y="15"/>
                    </a:lnTo>
                    <a:lnTo>
                      <a:pt x="35" y="15"/>
                    </a:lnTo>
                    <a:lnTo>
                      <a:pt x="35" y="15"/>
                    </a:lnTo>
                    <a:lnTo>
                      <a:pt x="33" y="15"/>
                    </a:lnTo>
                    <a:lnTo>
                      <a:pt x="33" y="15"/>
                    </a:lnTo>
                    <a:lnTo>
                      <a:pt x="30" y="15"/>
                    </a:lnTo>
                    <a:lnTo>
                      <a:pt x="30" y="15"/>
                    </a:lnTo>
                    <a:lnTo>
                      <a:pt x="33" y="15"/>
                    </a:lnTo>
                    <a:lnTo>
                      <a:pt x="33" y="15"/>
                    </a:lnTo>
                    <a:lnTo>
                      <a:pt x="35" y="15"/>
                    </a:lnTo>
                    <a:lnTo>
                      <a:pt x="35" y="12"/>
                    </a:lnTo>
                    <a:lnTo>
                      <a:pt x="35" y="12"/>
                    </a:lnTo>
                    <a:lnTo>
                      <a:pt x="35" y="12"/>
                    </a:lnTo>
                    <a:lnTo>
                      <a:pt x="38" y="12"/>
                    </a:lnTo>
                    <a:lnTo>
                      <a:pt x="38" y="12"/>
                    </a:lnTo>
                    <a:lnTo>
                      <a:pt x="38" y="12"/>
                    </a:lnTo>
                    <a:lnTo>
                      <a:pt x="38" y="12"/>
                    </a:lnTo>
                    <a:lnTo>
                      <a:pt x="38" y="12"/>
                    </a:lnTo>
                    <a:lnTo>
                      <a:pt x="40" y="12"/>
                    </a:lnTo>
                    <a:lnTo>
                      <a:pt x="40" y="12"/>
                    </a:lnTo>
                    <a:lnTo>
                      <a:pt x="42" y="12"/>
                    </a:lnTo>
                    <a:lnTo>
                      <a:pt x="42" y="10"/>
                    </a:lnTo>
                    <a:lnTo>
                      <a:pt x="42" y="10"/>
                    </a:lnTo>
                    <a:lnTo>
                      <a:pt x="42" y="10"/>
                    </a:lnTo>
                    <a:lnTo>
                      <a:pt x="45" y="10"/>
                    </a:lnTo>
                    <a:lnTo>
                      <a:pt x="45" y="10"/>
                    </a:lnTo>
                    <a:lnTo>
                      <a:pt x="45" y="10"/>
                    </a:lnTo>
                    <a:lnTo>
                      <a:pt x="47" y="10"/>
                    </a:lnTo>
                    <a:lnTo>
                      <a:pt x="47" y="10"/>
                    </a:lnTo>
                    <a:lnTo>
                      <a:pt x="45" y="10"/>
                    </a:lnTo>
                    <a:lnTo>
                      <a:pt x="45" y="7"/>
                    </a:lnTo>
                    <a:lnTo>
                      <a:pt x="47" y="7"/>
                    </a:lnTo>
                    <a:lnTo>
                      <a:pt x="47" y="7"/>
                    </a:lnTo>
                    <a:lnTo>
                      <a:pt x="49" y="7"/>
                    </a:lnTo>
                    <a:lnTo>
                      <a:pt x="49" y="7"/>
                    </a:lnTo>
                    <a:lnTo>
                      <a:pt x="49" y="7"/>
                    </a:lnTo>
                    <a:lnTo>
                      <a:pt x="52" y="7"/>
                    </a:lnTo>
                    <a:lnTo>
                      <a:pt x="52" y="7"/>
                    </a:lnTo>
                    <a:lnTo>
                      <a:pt x="52" y="7"/>
                    </a:lnTo>
                    <a:lnTo>
                      <a:pt x="54" y="7"/>
                    </a:lnTo>
                    <a:lnTo>
                      <a:pt x="54" y="7"/>
                    </a:lnTo>
                    <a:lnTo>
                      <a:pt x="54" y="7"/>
                    </a:lnTo>
                    <a:lnTo>
                      <a:pt x="56" y="7"/>
                    </a:lnTo>
                    <a:lnTo>
                      <a:pt x="56" y="7"/>
                    </a:lnTo>
                    <a:lnTo>
                      <a:pt x="56" y="7"/>
                    </a:lnTo>
                    <a:lnTo>
                      <a:pt x="59" y="7"/>
                    </a:lnTo>
                    <a:lnTo>
                      <a:pt x="59" y="7"/>
                    </a:lnTo>
                    <a:lnTo>
                      <a:pt x="59" y="5"/>
                    </a:lnTo>
                    <a:lnTo>
                      <a:pt x="61" y="5"/>
                    </a:lnTo>
                    <a:lnTo>
                      <a:pt x="61" y="5"/>
                    </a:lnTo>
                    <a:lnTo>
                      <a:pt x="61" y="5"/>
                    </a:lnTo>
                    <a:lnTo>
                      <a:pt x="64" y="5"/>
                    </a:lnTo>
                    <a:lnTo>
                      <a:pt x="64" y="5"/>
                    </a:lnTo>
                    <a:lnTo>
                      <a:pt x="64" y="5"/>
                    </a:lnTo>
                    <a:lnTo>
                      <a:pt x="66" y="5"/>
                    </a:lnTo>
                    <a:lnTo>
                      <a:pt x="66" y="5"/>
                    </a:lnTo>
                    <a:lnTo>
                      <a:pt x="68" y="5"/>
                    </a:lnTo>
                    <a:lnTo>
                      <a:pt x="68" y="5"/>
                    </a:lnTo>
                    <a:lnTo>
                      <a:pt x="68" y="5"/>
                    </a:lnTo>
                    <a:lnTo>
                      <a:pt x="68" y="5"/>
                    </a:lnTo>
                    <a:lnTo>
                      <a:pt x="71" y="5"/>
                    </a:lnTo>
                    <a:lnTo>
                      <a:pt x="71" y="5"/>
                    </a:lnTo>
                    <a:lnTo>
                      <a:pt x="71" y="5"/>
                    </a:lnTo>
                    <a:lnTo>
                      <a:pt x="73" y="5"/>
                    </a:lnTo>
                    <a:lnTo>
                      <a:pt x="73" y="5"/>
                    </a:lnTo>
                    <a:lnTo>
                      <a:pt x="75" y="5"/>
                    </a:lnTo>
                    <a:lnTo>
                      <a:pt x="75" y="5"/>
                    </a:lnTo>
                    <a:lnTo>
                      <a:pt x="75" y="5"/>
                    </a:lnTo>
                    <a:lnTo>
                      <a:pt x="78" y="5"/>
                    </a:lnTo>
                    <a:lnTo>
                      <a:pt x="78" y="5"/>
                    </a:lnTo>
                    <a:lnTo>
                      <a:pt x="78" y="3"/>
                    </a:lnTo>
                    <a:lnTo>
                      <a:pt x="78" y="3"/>
                    </a:lnTo>
                    <a:lnTo>
                      <a:pt x="80" y="3"/>
                    </a:lnTo>
                    <a:lnTo>
                      <a:pt x="80" y="3"/>
                    </a:lnTo>
                    <a:lnTo>
                      <a:pt x="83" y="3"/>
                    </a:lnTo>
                    <a:lnTo>
                      <a:pt x="83" y="3"/>
                    </a:lnTo>
                    <a:lnTo>
                      <a:pt x="83" y="3"/>
                    </a:lnTo>
                    <a:lnTo>
                      <a:pt x="85" y="3"/>
                    </a:lnTo>
                    <a:lnTo>
                      <a:pt x="85" y="3"/>
                    </a:lnTo>
                    <a:lnTo>
                      <a:pt x="85" y="3"/>
                    </a:lnTo>
                    <a:lnTo>
                      <a:pt x="85" y="3"/>
                    </a:lnTo>
                    <a:lnTo>
                      <a:pt x="87" y="3"/>
                    </a:lnTo>
                    <a:lnTo>
                      <a:pt x="87" y="3"/>
                    </a:lnTo>
                    <a:lnTo>
                      <a:pt x="90" y="3"/>
                    </a:lnTo>
                    <a:lnTo>
                      <a:pt x="90" y="3"/>
                    </a:lnTo>
                    <a:lnTo>
                      <a:pt x="90" y="3"/>
                    </a:lnTo>
                    <a:lnTo>
                      <a:pt x="90" y="3"/>
                    </a:lnTo>
                    <a:lnTo>
                      <a:pt x="90" y="0"/>
                    </a:lnTo>
                    <a:lnTo>
                      <a:pt x="90" y="0"/>
                    </a:lnTo>
                    <a:lnTo>
                      <a:pt x="90" y="0"/>
                    </a:lnTo>
                    <a:lnTo>
                      <a:pt x="92" y="0"/>
                    </a:lnTo>
                    <a:lnTo>
                      <a:pt x="92" y="0"/>
                    </a:lnTo>
                    <a:lnTo>
                      <a:pt x="92" y="0"/>
                    </a:lnTo>
                    <a:lnTo>
                      <a:pt x="94" y="0"/>
                    </a:lnTo>
                    <a:lnTo>
                      <a:pt x="94" y="0"/>
                    </a:lnTo>
                    <a:lnTo>
                      <a:pt x="94" y="0"/>
                    </a:lnTo>
                    <a:lnTo>
                      <a:pt x="97" y="0"/>
                    </a:lnTo>
                    <a:lnTo>
                      <a:pt x="97" y="0"/>
                    </a:lnTo>
                    <a:lnTo>
                      <a:pt x="97" y="0"/>
                    </a:lnTo>
                    <a:lnTo>
                      <a:pt x="99" y="0"/>
                    </a:lnTo>
                    <a:lnTo>
                      <a:pt x="99" y="0"/>
                    </a:lnTo>
                    <a:lnTo>
                      <a:pt x="101" y="0"/>
                    </a:lnTo>
                    <a:lnTo>
                      <a:pt x="101" y="0"/>
                    </a:lnTo>
                    <a:lnTo>
                      <a:pt x="101" y="0"/>
                    </a:lnTo>
                    <a:lnTo>
                      <a:pt x="104" y="0"/>
                    </a:lnTo>
                    <a:lnTo>
                      <a:pt x="104" y="0"/>
                    </a:lnTo>
                    <a:lnTo>
                      <a:pt x="104" y="0"/>
                    </a:lnTo>
                    <a:lnTo>
                      <a:pt x="106" y="0"/>
                    </a:lnTo>
                    <a:lnTo>
                      <a:pt x="106" y="0"/>
                    </a:lnTo>
                    <a:lnTo>
                      <a:pt x="106" y="0"/>
                    </a:lnTo>
                    <a:lnTo>
                      <a:pt x="109" y="0"/>
                    </a:lnTo>
                    <a:lnTo>
                      <a:pt x="109" y="0"/>
                    </a:lnTo>
                    <a:lnTo>
                      <a:pt x="109" y="3"/>
                    </a:lnTo>
                    <a:lnTo>
                      <a:pt x="109" y="3"/>
                    </a:lnTo>
                    <a:lnTo>
                      <a:pt x="109" y="3"/>
                    </a:lnTo>
                    <a:lnTo>
                      <a:pt x="109" y="3"/>
                    </a:lnTo>
                    <a:lnTo>
                      <a:pt x="109" y="3"/>
                    </a:lnTo>
                    <a:lnTo>
                      <a:pt x="111" y="3"/>
                    </a:lnTo>
                    <a:lnTo>
                      <a:pt x="111" y="3"/>
                    </a:lnTo>
                    <a:lnTo>
                      <a:pt x="111" y="3"/>
                    </a:lnTo>
                    <a:lnTo>
                      <a:pt x="113" y="3"/>
                    </a:lnTo>
                    <a:lnTo>
                      <a:pt x="113" y="3"/>
                    </a:lnTo>
                    <a:lnTo>
                      <a:pt x="113" y="3"/>
                    </a:lnTo>
                    <a:lnTo>
                      <a:pt x="116" y="3"/>
                    </a:lnTo>
                    <a:lnTo>
                      <a:pt x="116" y="3"/>
                    </a:lnTo>
                    <a:lnTo>
                      <a:pt x="116" y="5"/>
                    </a:lnTo>
                    <a:lnTo>
                      <a:pt x="116" y="5"/>
                    </a:lnTo>
                    <a:lnTo>
                      <a:pt x="118" y="5"/>
                    </a:lnTo>
                    <a:lnTo>
                      <a:pt x="118" y="5"/>
                    </a:lnTo>
                    <a:lnTo>
                      <a:pt x="118" y="5"/>
                    </a:lnTo>
                    <a:lnTo>
                      <a:pt x="120" y="5"/>
                    </a:lnTo>
                    <a:lnTo>
                      <a:pt x="120" y="5"/>
                    </a:lnTo>
                    <a:lnTo>
                      <a:pt x="120" y="5"/>
                    </a:lnTo>
                    <a:lnTo>
                      <a:pt x="123" y="5"/>
                    </a:lnTo>
                    <a:lnTo>
                      <a:pt x="123" y="7"/>
                    </a:lnTo>
                    <a:lnTo>
                      <a:pt x="123" y="7"/>
                    </a:lnTo>
                    <a:lnTo>
                      <a:pt x="123" y="7"/>
                    </a:lnTo>
                    <a:lnTo>
                      <a:pt x="125" y="7"/>
                    </a:lnTo>
                    <a:lnTo>
                      <a:pt x="125" y="7"/>
                    </a:lnTo>
                    <a:lnTo>
                      <a:pt x="125" y="7"/>
                    </a:lnTo>
                    <a:lnTo>
                      <a:pt x="125" y="10"/>
                    </a:lnTo>
                    <a:lnTo>
                      <a:pt x="127" y="10"/>
                    </a:lnTo>
                    <a:lnTo>
                      <a:pt x="127" y="10"/>
                    </a:lnTo>
                    <a:lnTo>
                      <a:pt x="127" y="10"/>
                    </a:lnTo>
                    <a:lnTo>
                      <a:pt x="130" y="10"/>
                    </a:lnTo>
                    <a:lnTo>
                      <a:pt x="130" y="10"/>
                    </a:lnTo>
                    <a:lnTo>
                      <a:pt x="130" y="10"/>
                    </a:lnTo>
                    <a:lnTo>
                      <a:pt x="132" y="10"/>
                    </a:lnTo>
                    <a:lnTo>
                      <a:pt x="132" y="10"/>
                    </a:lnTo>
                    <a:lnTo>
                      <a:pt x="132" y="10"/>
                    </a:lnTo>
                    <a:lnTo>
                      <a:pt x="135" y="10"/>
                    </a:lnTo>
                    <a:lnTo>
                      <a:pt x="135" y="10"/>
                    </a:lnTo>
                    <a:lnTo>
                      <a:pt x="135" y="10"/>
                    </a:lnTo>
                    <a:lnTo>
                      <a:pt x="137" y="10"/>
                    </a:lnTo>
                    <a:lnTo>
                      <a:pt x="137" y="12"/>
                    </a:lnTo>
                    <a:lnTo>
                      <a:pt x="137" y="12"/>
                    </a:lnTo>
                    <a:lnTo>
                      <a:pt x="137" y="12"/>
                    </a:lnTo>
                    <a:lnTo>
                      <a:pt x="139" y="12"/>
                    </a:lnTo>
                    <a:lnTo>
                      <a:pt x="139" y="12"/>
                    </a:lnTo>
                    <a:lnTo>
                      <a:pt x="142" y="12"/>
                    </a:lnTo>
                    <a:lnTo>
                      <a:pt x="142" y="12"/>
                    </a:lnTo>
                    <a:lnTo>
                      <a:pt x="142" y="12"/>
                    </a:lnTo>
                    <a:lnTo>
                      <a:pt x="144" y="12"/>
                    </a:lnTo>
                    <a:lnTo>
                      <a:pt x="144" y="12"/>
                    </a:lnTo>
                    <a:lnTo>
                      <a:pt x="144" y="12"/>
                    </a:lnTo>
                    <a:lnTo>
                      <a:pt x="144" y="12"/>
                    </a:lnTo>
                    <a:lnTo>
                      <a:pt x="146" y="12"/>
                    </a:lnTo>
                    <a:lnTo>
                      <a:pt x="146" y="12"/>
                    </a:lnTo>
                    <a:lnTo>
                      <a:pt x="149" y="12"/>
                    </a:lnTo>
                    <a:lnTo>
                      <a:pt x="149" y="12"/>
                    </a:lnTo>
                    <a:lnTo>
                      <a:pt x="149" y="12"/>
                    </a:lnTo>
                    <a:lnTo>
                      <a:pt x="149" y="12"/>
                    </a:lnTo>
                    <a:lnTo>
                      <a:pt x="151" y="12"/>
                    </a:lnTo>
                    <a:lnTo>
                      <a:pt x="151" y="15"/>
                    </a:lnTo>
                    <a:lnTo>
                      <a:pt x="151" y="1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2" name="Freeform 60"/>
              <p:cNvSpPr>
                <a:spLocks/>
              </p:cNvSpPr>
              <p:nvPr/>
            </p:nvSpPr>
            <p:spPr bwMode="auto">
              <a:xfrm>
                <a:off x="2784" y="691"/>
                <a:ext cx="203" cy="64"/>
              </a:xfrm>
              <a:custGeom>
                <a:avLst/>
                <a:gdLst/>
                <a:ahLst/>
                <a:cxnLst>
                  <a:cxn ang="0">
                    <a:pos x="142" y="17"/>
                  </a:cxn>
                  <a:cxn ang="0">
                    <a:pos x="135" y="22"/>
                  </a:cxn>
                  <a:cxn ang="0">
                    <a:pos x="137" y="26"/>
                  </a:cxn>
                  <a:cxn ang="0">
                    <a:pos x="123" y="26"/>
                  </a:cxn>
                  <a:cxn ang="0">
                    <a:pos x="111" y="29"/>
                  </a:cxn>
                  <a:cxn ang="0">
                    <a:pos x="120" y="29"/>
                  </a:cxn>
                  <a:cxn ang="0">
                    <a:pos x="132" y="29"/>
                  </a:cxn>
                  <a:cxn ang="0">
                    <a:pos x="146" y="29"/>
                  </a:cxn>
                  <a:cxn ang="0">
                    <a:pos x="154" y="34"/>
                  </a:cxn>
                  <a:cxn ang="0">
                    <a:pos x="154" y="36"/>
                  </a:cxn>
                  <a:cxn ang="0">
                    <a:pos x="161" y="31"/>
                  </a:cxn>
                  <a:cxn ang="0">
                    <a:pos x="172" y="31"/>
                  </a:cxn>
                  <a:cxn ang="0">
                    <a:pos x="184" y="31"/>
                  </a:cxn>
                  <a:cxn ang="0">
                    <a:pos x="196" y="36"/>
                  </a:cxn>
                  <a:cxn ang="0">
                    <a:pos x="198" y="41"/>
                  </a:cxn>
                  <a:cxn ang="0">
                    <a:pos x="191" y="45"/>
                  </a:cxn>
                  <a:cxn ang="0">
                    <a:pos x="187" y="53"/>
                  </a:cxn>
                  <a:cxn ang="0">
                    <a:pos x="194" y="60"/>
                  </a:cxn>
                  <a:cxn ang="0">
                    <a:pos x="182" y="62"/>
                  </a:cxn>
                  <a:cxn ang="0">
                    <a:pos x="168" y="62"/>
                  </a:cxn>
                  <a:cxn ang="0">
                    <a:pos x="161" y="64"/>
                  </a:cxn>
                  <a:cxn ang="0">
                    <a:pos x="149" y="64"/>
                  </a:cxn>
                  <a:cxn ang="0">
                    <a:pos x="137" y="62"/>
                  </a:cxn>
                  <a:cxn ang="0">
                    <a:pos x="125" y="60"/>
                  </a:cxn>
                  <a:cxn ang="0">
                    <a:pos x="113" y="60"/>
                  </a:cxn>
                  <a:cxn ang="0">
                    <a:pos x="101" y="57"/>
                  </a:cxn>
                  <a:cxn ang="0">
                    <a:pos x="90" y="57"/>
                  </a:cxn>
                  <a:cxn ang="0">
                    <a:pos x="78" y="55"/>
                  </a:cxn>
                  <a:cxn ang="0">
                    <a:pos x="71" y="45"/>
                  </a:cxn>
                  <a:cxn ang="0">
                    <a:pos x="61" y="45"/>
                  </a:cxn>
                  <a:cxn ang="0">
                    <a:pos x="52" y="48"/>
                  </a:cxn>
                  <a:cxn ang="0">
                    <a:pos x="40" y="43"/>
                  </a:cxn>
                  <a:cxn ang="0">
                    <a:pos x="52" y="41"/>
                  </a:cxn>
                  <a:cxn ang="0">
                    <a:pos x="64" y="38"/>
                  </a:cxn>
                  <a:cxn ang="0">
                    <a:pos x="78" y="38"/>
                  </a:cxn>
                  <a:cxn ang="0">
                    <a:pos x="68" y="34"/>
                  </a:cxn>
                  <a:cxn ang="0">
                    <a:pos x="56" y="34"/>
                  </a:cxn>
                  <a:cxn ang="0">
                    <a:pos x="56" y="38"/>
                  </a:cxn>
                  <a:cxn ang="0">
                    <a:pos x="45" y="41"/>
                  </a:cxn>
                  <a:cxn ang="0">
                    <a:pos x="30" y="41"/>
                  </a:cxn>
                  <a:cxn ang="0">
                    <a:pos x="19" y="41"/>
                  </a:cxn>
                  <a:cxn ang="0">
                    <a:pos x="4" y="41"/>
                  </a:cxn>
                  <a:cxn ang="0">
                    <a:pos x="4" y="31"/>
                  </a:cxn>
                  <a:cxn ang="0">
                    <a:pos x="9" y="31"/>
                  </a:cxn>
                  <a:cxn ang="0">
                    <a:pos x="19" y="31"/>
                  </a:cxn>
                  <a:cxn ang="0">
                    <a:pos x="26" y="29"/>
                  </a:cxn>
                  <a:cxn ang="0">
                    <a:pos x="19" y="26"/>
                  </a:cxn>
                  <a:cxn ang="0">
                    <a:pos x="9" y="24"/>
                  </a:cxn>
                  <a:cxn ang="0">
                    <a:pos x="21" y="22"/>
                  </a:cxn>
                  <a:cxn ang="0">
                    <a:pos x="33" y="22"/>
                  </a:cxn>
                  <a:cxn ang="0">
                    <a:pos x="42" y="15"/>
                  </a:cxn>
                  <a:cxn ang="0">
                    <a:pos x="35" y="15"/>
                  </a:cxn>
                  <a:cxn ang="0">
                    <a:pos x="38" y="12"/>
                  </a:cxn>
                  <a:cxn ang="0">
                    <a:pos x="49" y="7"/>
                  </a:cxn>
                  <a:cxn ang="0">
                    <a:pos x="61" y="5"/>
                  </a:cxn>
                  <a:cxn ang="0">
                    <a:pos x="75" y="5"/>
                  </a:cxn>
                  <a:cxn ang="0">
                    <a:pos x="87" y="3"/>
                  </a:cxn>
                  <a:cxn ang="0">
                    <a:pos x="97" y="0"/>
                  </a:cxn>
                  <a:cxn ang="0">
                    <a:pos x="109" y="3"/>
                  </a:cxn>
                  <a:cxn ang="0">
                    <a:pos x="118" y="5"/>
                  </a:cxn>
                  <a:cxn ang="0">
                    <a:pos x="130" y="10"/>
                  </a:cxn>
                  <a:cxn ang="0">
                    <a:pos x="142" y="12"/>
                  </a:cxn>
                </a:cxnLst>
                <a:rect l="0" t="0" r="r" b="b"/>
                <a:pathLst>
                  <a:path w="203" h="64">
                    <a:moveTo>
                      <a:pt x="151" y="15"/>
                    </a:moveTo>
                    <a:lnTo>
                      <a:pt x="151" y="15"/>
                    </a:lnTo>
                    <a:lnTo>
                      <a:pt x="151" y="17"/>
                    </a:lnTo>
                    <a:lnTo>
                      <a:pt x="151" y="17"/>
                    </a:lnTo>
                    <a:lnTo>
                      <a:pt x="149" y="17"/>
                    </a:lnTo>
                    <a:lnTo>
                      <a:pt x="149" y="17"/>
                    </a:lnTo>
                    <a:lnTo>
                      <a:pt x="149" y="17"/>
                    </a:lnTo>
                    <a:lnTo>
                      <a:pt x="146" y="17"/>
                    </a:lnTo>
                    <a:lnTo>
                      <a:pt x="146" y="17"/>
                    </a:lnTo>
                    <a:lnTo>
                      <a:pt x="144" y="17"/>
                    </a:lnTo>
                    <a:lnTo>
                      <a:pt x="144" y="17"/>
                    </a:lnTo>
                    <a:lnTo>
                      <a:pt x="144" y="17"/>
                    </a:lnTo>
                    <a:lnTo>
                      <a:pt x="142" y="17"/>
                    </a:lnTo>
                    <a:lnTo>
                      <a:pt x="142" y="17"/>
                    </a:lnTo>
                    <a:lnTo>
                      <a:pt x="142" y="17"/>
                    </a:lnTo>
                    <a:lnTo>
                      <a:pt x="142" y="17"/>
                    </a:lnTo>
                    <a:lnTo>
                      <a:pt x="139" y="17"/>
                    </a:lnTo>
                    <a:lnTo>
                      <a:pt x="139" y="17"/>
                    </a:lnTo>
                    <a:lnTo>
                      <a:pt x="137" y="17"/>
                    </a:lnTo>
                    <a:lnTo>
                      <a:pt x="137" y="17"/>
                    </a:lnTo>
                    <a:lnTo>
                      <a:pt x="137" y="17"/>
                    </a:lnTo>
                    <a:lnTo>
                      <a:pt x="137" y="17"/>
                    </a:lnTo>
                    <a:lnTo>
                      <a:pt x="135" y="17"/>
                    </a:lnTo>
                    <a:lnTo>
                      <a:pt x="135" y="17"/>
                    </a:lnTo>
                    <a:lnTo>
                      <a:pt x="135" y="17"/>
                    </a:lnTo>
                    <a:lnTo>
                      <a:pt x="135" y="19"/>
                    </a:lnTo>
                    <a:lnTo>
                      <a:pt x="135" y="19"/>
                    </a:lnTo>
                    <a:lnTo>
                      <a:pt x="135" y="19"/>
                    </a:lnTo>
                    <a:lnTo>
                      <a:pt x="135" y="19"/>
                    </a:lnTo>
                    <a:lnTo>
                      <a:pt x="135" y="22"/>
                    </a:lnTo>
                    <a:lnTo>
                      <a:pt x="135" y="22"/>
                    </a:lnTo>
                    <a:lnTo>
                      <a:pt x="135" y="22"/>
                    </a:lnTo>
                    <a:lnTo>
                      <a:pt x="135" y="22"/>
                    </a:lnTo>
                    <a:lnTo>
                      <a:pt x="135" y="24"/>
                    </a:lnTo>
                    <a:lnTo>
                      <a:pt x="137" y="24"/>
                    </a:lnTo>
                    <a:lnTo>
                      <a:pt x="137" y="24"/>
                    </a:lnTo>
                    <a:lnTo>
                      <a:pt x="137" y="24"/>
                    </a:lnTo>
                    <a:lnTo>
                      <a:pt x="139" y="24"/>
                    </a:lnTo>
                    <a:lnTo>
                      <a:pt x="139" y="24"/>
                    </a:lnTo>
                    <a:lnTo>
                      <a:pt x="139" y="24"/>
                    </a:lnTo>
                    <a:lnTo>
                      <a:pt x="142" y="24"/>
                    </a:lnTo>
                    <a:lnTo>
                      <a:pt x="142" y="26"/>
                    </a:lnTo>
                    <a:lnTo>
                      <a:pt x="139" y="26"/>
                    </a:lnTo>
                    <a:lnTo>
                      <a:pt x="139" y="26"/>
                    </a:lnTo>
                    <a:lnTo>
                      <a:pt x="139" y="26"/>
                    </a:lnTo>
                    <a:lnTo>
                      <a:pt x="137" y="26"/>
                    </a:lnTo>
                    <a:lnTo>
                      <a:pt x="137" y="26"/>
                    </a:lnTo>
                    <a:lnTo>
                      <a:pt x="137" y="26"/>
                    </a:lnTo>
                    <a:lnTo>
                      <a:pt x="137" y="26"/>
                    </a:lnTo>
                    <a:lnTo>
                      <a:pt x="137" y="26"/>
                    </a:lnTo>
                    <a:lnTo>
                      <a:pt x="135" y="26"/>
                    </a:lnTo>
                    <a:lnTo>
                      <a:pt x="135" y="26"/>
                    </a:lnTo>
                    <a:lnTo>
                      <a:pt x="135" y="26"/>
                    </a:lnTo>
                    <a:lnTo>
                      <a:pt x="132" y="26"/>
                    </a:lnTo>
                    <a:lnTo>
                      <a:pt x="132" y="26"/>
                    </a:lnTo>
                    <a:lnTo>
                      <a:pt x="130" y="26"/>
                    </a:lnTo>
                    <a:lnTo>
                      <a:pt x="130" y="26"/>
                    </a:lnTo>
                    <a:lnTo>
                      <a:pt x="130" y="26"/>
                    </a:lnTo>
                    <a:lnTo>
                      <a:pt x="127" y="26"/>
                    </a:lnTo>
                    <a:lnTo>
                      <a:pt x="127" y="26"/>
                    </a:lnTo>
                    <a:lnTo>
                      <a:pt x="127" y="26"/>
                    </a:lnTo>
                    <a:lnTo>
                      <a:pt x="125" y="26"/>
                    </a:lnTo>
                    <a:lnTo>
                      <a:pt x="125" y="26"/>
                    </a:lnTo>
                    <a:lnTo>
                      <a:pt x="123" y="26"/>
                    </a:lnTo>
                    <a:lnTo>
                      <a:pt x="123" y="26"/>
                    </a:lnTo>
                    <a:lnTo>
                      <a:pt x="123" y="26"/>
                    </a:lnTo>
                    <a:lnTo>
                      <a:pt x="120" y="26"/>
                    </a:lnTo>
                    <a:lnTo>
                      <a:pt x="120" y="26"/>
                    </a:lnTo>
                    <a:lnTo>
                      <a:pt x="118" y="26"/>
                    </a:lnTo>
                    <a:lnTo>
                      <a:pt x="118" y="26"/>
                    </a:lnTo>
                    <a:lnTo>
                      <a:pt x="118" y="26"/>
                    </a:lnTo>
                    <a:lnTo>
                      <a:pt x="118" y="29"/>
                    </a:lnTo>
                    <a:lnTo>
                      <a:pt x="116" y="29"/>
                    </a:lnTo>
                    <a:lnTo>
                      <a:pt x="116" y="29"/>
                    </a:lnTo>
                    <a:lnTo>
                      <a:pt x="116" y="29"/>
                    </a:lnTo>
                    <a:lnTo>
                      <a:pt x="113" y="29"/>
                    </a:lnTo>
                    <a:lnTo>
                      <a:pt x="113" y="29"/>
                    </a:lnTo>
                    <a:lnTo>
                      <a:pt x="113" y="26"/>
                    </a:lnTo>
                    <a:lnTo>
                      <a:pt x="111" y="26"/>
                    </a:lnTo>
                    <a:lnTo>
                      <a:pt x="111" y="29"/>
                    </a:lnTo>
                    <a:lnTo>
                      <a:pt x="111" y="29"/>
                    </a:lnTo>
                    <a:lnTo>
                      <a:pt x="111" y="29"/>
                    </a:lnTo>
                    <a:lnTo>
                      <a:pt x="111" y="29"/>
                    </a:lnTo>
                    <a:lnTo>
                      <a:pt x="111" y="29"/>
                    </a:lnTo>
                    <a:lnTo>
                      <a:pt x="111" y="29"/>
                    </a:lnTo>
                    <a:lnTo>
                      <a:pt x="113" y="29"/>
                    </a:lnTo>
                    <a:lnTo>
                      <a:pt x="113" y="29"/>
                    </a:lnTo>
                    <a:lnTo>
                      <a:pt x="116" y="29"/>
                    </a:lnTo>
                    <a:lnTo>
                      <a:pt x="116" y="29"/>
                    </a:lnTo>
                    <a:lnTo>
                      <a:pt x="116" y="29"/>
                    </a:lnTo>
                    <a:lnTo>
                      <a:pt x="118" y="29"/>
                    </a:lnTo>
                    <a:lnTo>
                      <a:pt x="118" y="29"/>
                    </a:lnTo>
                    <a:lnTo>
                      <a:pt x="118" y="29"/>
                    </a:lnTo>
                    <a:lnTo>
                      <a:pt x="120" y="29"/>
                    </a:lnTo>
                    <a:lnTo>
                      <a:pt x="120" y="29"/>
                    </a:lnTo>
                    <a:lnTo>
                      <a:pt x="120" y="29"/>
                    </a:lnTo>
                    <a:lnTo>
                      <a:pt x="123" y="29"/>
                    </a:lnTo>
                    <a:lnTo>
                      <a:pt x="123" y="29"/>
                    </a:lnTo>
                    <a:lnTo>
                      <a:pt x="123" y="29"/>
                    </a:lnTo>
                    <a:lnTo>
                      <a:pt x="123" y="29"/>
                    </a:lnTo>
                    <a:lnTo>
                      <a:pt x="123" y="29"/>
                    </a:lnTo>
                    <a:lnTo>
                      <a:pt x="125" y="29"/>
                    </a:lnTo>
                    <a:lnTo>
                      <a:pt x="125" y="29"/>
                    </a:lnTo>
                    <a:lnTo>
                      <a:pt x="127" y="29"/>
                    </a:lnTo>
                    <a:lnTo>
                      <a:pt x="127" y="29"/>
                    </a:lnTo>
                    <a:lnTo>
                      <a:pt x="127" y="29"/>
                    </a:lnTo>
                    <a:lnTo>
                      <a:pt x="127" y="29"/>
                    </a:lnTo>
                    <a:lnTo>
                      <a:pt x="127" y="29"/>
                    </a:lnTo>
                    <a:lnTo>
                      <a:pt x="130" y="29"/>
                    </a:lnTo>
                    <a:lnTo>
                      <a:pt x="130" y="29"/>
                    </a:lnTo>
                    <a:lnTo>
                      <a:pt x="130" y="29"/>
                    </a:lnTo>
                    <a:lnTo>
                      <a:pt x="132" y="29"/>
                    </a:lnTo>
                    <a:lnTo>
                      <a:pt x="132" y="29"/>
                    </a:lnTo>
                    <a:lnTo>
                      <a:pt x="135" y="29"/>
                    </a:lnTo>
                    <a:lnTo>
                      <a:pt x="135" y="29"/>
                    </a:lnTo>
                    <a:lnTo>
                      <a:pt x="135" y="29"/>
                    </a:lnTo>
                    <a:lnTo>
                      <a:pt x="137" y="29"/>
                    </a:lnTo>
                    <a:lnTo>
                      <a:pt x="137" y="29"/>
                    </a:lnTo>
                    <a:lnTo>
                      <a:pt x="137" y="29"/>
                    </a:lnTo>
                    <a:lnTo>
                      <a:pt x="139" y="29"/>
                    </a:lnTo>
                    <a:lnTo>
                      <a:pt x="139" y="29"/>
                    </a:lnTo>
                    <a:lnTo>
                      <a:pt x="142" y="29"/>
                    </a:lnTo>
                    <a:lnTo>
                      <a:pt x="142" y="29"/>
                    </a:lnTo>
                    <a:lnTo>
                      <a:pt x="142" y="29"/>
                    </a:lnTo>
                    <a:lnTo>
                      <a:pt x="144" y="29"/>
                    </a:lnTo>
                    <a:lnTo>
                      <a:pt x="144" y="29"/>
                    </a:lnTo>
                    <a:lnTo>
                      <a:pt x="144" y="29"/>
                    </a:lnTo>
                    <a:lnTo>
                      <a:pt x="146" y="29"/>
                    </a:lnTo>
                    <a:lnTo>
                      <a:pt x="146" y="29"/>
                    </a:lnTo>
                    <a:lnTo>
                      <a:pt x="146" y="29"/>
                    </a:lnTo>
                    <a:lnTo>
                      <a:pt x="149" y="29"/>
                    </a:lnTo>
                    <a:lnTo>
                      <a:pt x="149" y="29"/>
                    </a:lnTo>
                    <a:lnTo>
                      <a:pt x="149" y="29"/>
                    </a:lnTo>
                    <a:lnTo>
                      <a:pt x="151" y="29"/>
                    </a:lnTo>
                    <a:lnTo>
                      <a:pt x="151" y="29"/>
                    </a:lnTo>
                    <a:lnTo>
                      <a:pt x="151" y="29"/>
                    </a:lnTo>
                    <a:lnTo>
                      <a:pt x="151" y="31"/>
                    </a:lnTo>
                    <a:lnTo>
                      <a:pt x="154" y="31"/>
                    </a:lnTo>
                    <a:lnTo>
                      <a:pt x="154" y="31"/>
                    </a:lnTo>
                    <a:lnTo>
                      <a:pt x="154" y="31"/>
                    </a:lnTo>
                    <a:lnTo>
                      <a:pt x="154" y="31"/>
                    </a:lnTo>
                    <a:lnTo>
                      <a:pt x="154" y="31"/>
                    </a:lnTo>
                    <a:lnTo>
                      <a:pt x="154" y="31"/>
                    </a:lnTo>
                    <a:lnTo>
                      <a:pt x="154" y="34"/>
                    </a:lnTo>
                    <a:lnTo>
                      <a:pt x="154" y="34"/>
                    </a:lnTo>
                    <a:lnTo>
                      <a:pt x="151" y="34"/>
                    </a:lnTo>
                    <a:lnTo>
                      <a:pt x="151" y="34"/>
                    </a:lnTo>
                    <a:lnTo>
                      <a:pt x="151" y="34"/>
                    </a:lnTo>
                    <a:lnTo>
                      <a:pt x="151" y="36"/>
                    </a:lnTo>
                    <a:lnTo>
                      <a:pt x="151" y="36"/>
                    </a:lnTo>
                    <a:lnTo>
                      <a:pt x="149" y="36"/>
                    </a:lnTo>
                    <a:lnTo>
                      <a:pt x="149" y="36"/>
                    </a:lnTo>
                    <a:lnTo>
                      <a:pt x="149" y="36"/>
                    </a:lnTo>
                    <a:lnTo>
                      <a:pt x="149" y="36"/>
                    </a:lnTo>
                    <a:lnTo>
                      <a:pt x="151" y="36"/>
                    </a:lnTo>
                    <a:lnTo>
                      <a:pt x="151" y="36"/>
                    </a:lnTo>
                    <a:lnTo>
                      <a:pt x="151" y="36"/>
                    </a:lnTo>
                    <a:lnTo>
                      <a:pt x="154" y="36"/>
                    </a:lnTo>
                    <a:lnTo>
                      <a:pt x="154" y="36"/>
                    </a:lnTo>
                    <a:lnTo>
                      <a:pt x="154" y="36"/>
                    </a:lnTo>
                    <a:lnTo>
                      <a:pt x="154" y="36"/>
                    </a:lnTo>
                    <a:lnTo>
                      <a:pt x="151" y="36"/>
                    </a:lnTo>
                    <a:lnTo>
                      <a:pt x="151" y="34"/>
                    </a:lnTo>
                    <a:lnTo>
                      <a:pt x="154" y="34"/>
                    </a:lnTo>
                    <a:lnTo>
                      <a:pt x="154" y="34"/>
                    </a:lnTo>
                    <a:lnTo>
                      <a:pt x="156" y="34"/>
                    </a:lnTo>
                    <a:lnTo>
                      <a:pt x="156" y="34"/>
                    </a:lnTo>
                    <a:lnTo>
                      <a:pt x="156" y="34"/>
                    </a:lnTo>
                    <a:lnTo>
                      <a:pt x="156" y="31"/>
                    </a:lnTo>
                    <a:lnTo>
                      <a:pt x="156" y="31"/>
                    </a:lnTo>
                    <a:lnTo>
                      <a:pt x="158" y="31"/>
                    </a:lnTo>
                    <a:lnTo>
                      <a:pt x="158" y="31"/>
                    </a:lnTo>
                    <a:lnTo>
                      <a:pt x="158" y="31"/>
                    </a:lnTo>
                    <a:lnTo>
                      <a:pt x="161" y="31"/>
                    </a:lnTo>
                    <a:lnTo>
                      <a:pt x="161" y="31"/>
                    </a:lnTo>
                    <a:lnTo>
                      <a:pt x="161" y="31"/>
                    </a:lnTo>
                    <a:lnTo>
                      <a:pt x="161" y="31"/>
                    </a:lnTo>
                    <a:lnTo>
                      <a:pt x="163" y="31"/>
                    </a:lnTo>
                    <a:lnTo>
                      <a:pt x="163" y="31"/>
                    </a:lnTo>
                    <a:lnTo>
                      <a:pt x="163" y="31"/>
                    </a:lnTo>
                    <a:lnTo>
                      <a:pt x="165" y="31"/>
                    </a:lnTo>
                    <a:lnTo>
                      <a:pt x="165" y="31"/>
                    </a:lnTo>
                    <a:lnTo>
                      <a:pt x="168" y="31"/>
                    </a:lnTo>
                    <a:lnTo>
                      <a:pt x="168" y="31"/>
                    </a:lnTo>
                    <a:lnTo>
                      <a:pt x="168" y="31"/>
                    </a:lnTo>
                    <a:lnTo>
                      <a:pt x="168" y="31"/>
                    </a:lnTo>
                    <a:lnTo>
                      <a:pt x="168" y="31"/>
                    </a:lnTo>
                    <a:lnTo>
                      <a:pt x="170" y="31"/>
                    </a:lnTo>
                    <a:lnTo>
                      <a:pt x="170" y="31"/>
                    </a:lnTo>
                    <a:lnTo>
                      <a:pt x="170" y="31"/>
                    </a:lnTo>
                    <a:lnTo>
                      <a:pt x="172" y="31"/>
                    </a:lnTo>
                    <a:lnTo>
                      <a:pt x="172" y="31"/>
                    </a:lnTo>
                    <a:lnTo>
                      <a:pt x="175" y="31"/>
                    </a:lnTo>
                    <a:lnTo>
                      <a:pt x="175" y="31"/>
                    </a:lnTo>
                    <a:lnTo>
                      <a:pt x="175" y="31"/>
                    </a:lnTo>
                    <a:lnTo>
                      <a:pt x="177" y="31"/>
                    </a:lnTo>
                    <a:lnTo>
                      <a:pt x="177" y="31"/>
                    </a:lnTo>
                    <a:lnTo>
                      <a:pt x="177" y="31"/>
                    </a:lnTo>
                    <a:lnTo>
                      <a:pt x="180" y="31"/>
                    </a:lnTo>
                    <a:lnTo>
                      <a:pt x="180" y="31"/>
                    </a:lnTo>
                    <a:lnTo>
                      <a:pt x="180" y="31"/>
                    </a:lnTo>
                    <a:lnTo>
                      <a:pt x="182" y="31"/>
                    </a:lnTo>
                    <a:lnTo>
                      <a:pt x="182" y="31"/>
                    </a:lnTo>
                    <a:lnTo>
                      <a:pt x="182" y="31"/>
                    </a:lnTo>
                    <a:lnTo>
                      <a:pt x="182" y="31"/>
                    </a:lnTo>
                    <a:lnTo>
                      <a:pt x="184" y="31"/>
                    </a:lnTo>
                    <a:lnTo>
                      <a:pt x="184" y="31"/>
                    </a:lnTo>
                    <a:lnTo>
                      <a:pt x="184" y="31"/>
                    </a:lnTo>
                    <a:lnTo>
                      <a:pt x="187" y="31"/>
                    </a:lnTo>
                    <a:lnTo>
                      <a:pt x="187" y="31"/>
                    </a:lnTo>
                    <a:lnTo>
                      <a:pt x="187" y="34"/>
                    </a:lnTo>
                    <a:lnTo>
                      <a:pt x="189" y="34"/>
                    </a:lnTo>
                    <a:lnTo>
                      <a:pt x="189" y="34"/>
                    </a:lnTo>
                    <a:lnTo>
                      <a:pt x="189" y="34"/>
                    </a:lnTo>
                    <a:lnTo>
                      <a:pt x="191" y="34"/>
                    </a:lnTo>
                    <a:lnTo>
                      <a:pt x="191" y="34"/>
                    </a:lnTo>
                    <a:lnTo>
                      <a:pt x="191" y="34"/>
                    </a:lnTo>
                    <a:lnTo>
                      <a:pt x="191" y="34"/>
                    </a:lnTo>
                    <a:lnTo>
                      <a:pt x="191" y="36"/>
                    </a:lnTo>
                    <a:lnTo>
                      <a:pt x="194" y="36"/>
                    </a:lnTo>
                    <a:lnTo>
                      <a:pt x="194" y="36"/>
                    </a:lnTo>
                    <a:lnTo>
                      <a:pt x="196" y="36"/>
                    </a:lnTo>
                    <a:lnTo>
                      <a:pt x="196" y="36"/>
                    </a:lnTo>
                    <a:lnTo>
                      <a:pt x="196" y="36"/>
                    </a:lnTo>
                    <a:lnTo>
                      <a:pt x="196" y="36"/>
                    </a:lnTo>
                    <a:lnTo>
                      <a:pt x="196" y="38"/>
                    </a:lnTo>
                    <a:lnTo>
                      <a:pt x="196" y="38"/>
                    </a:lnTo>
                    <a:lnTo>
                      <a:pt x="198" y="38"/>
                    </a:lnTo>
                    <a:lnTo>
                      <a:pt x="198" y="38"/>
                    </a:lnTo>
                    <a:lnTo>
                      <a:pt x="198" y="41"/>
                    </a:lnTo>
                    <a:lnTo>
                      <a:pt x="201" y="41"/>
                    </a:lnTo>
                    <a:lnTo>
                      <a:pt x="201" y="41"/>
                    </a:lnTo>
                    <a:lnTo>
                      <a:pt x="201" y="41"/>
                    </a:lnTo>
                    <a:lnTo>
                      <a:pt x="203" y="41"/>
                    </a:lnTo>
                    <a:lnTo>
                      <a:pt x="203" y="41"/>
                    </a:lnTo>
                    <a:lnTo>
                      <a:pt x="201" y="41"/>
                    </a:lnTo>
                    <a:lnTo>
                      <a:pt x="201" y="41"/>
                    </a:lnTo>
                    <a:lnTo>
                      <a:pt x="201" y="41"/>
                    </a:lnTo>
                    <a:lnTo>
                      <a:pt x="201" y="41"/>
                    </a:lnTo>
                    <a:lnTo>
                      <a:pt x="198" y="41"/>
                    </a:lnTo>
                    <a:lnTo>
                      <a:pt x="198" y="41"/>
                    </a:lnTo>
                    <a:lnTo>
                      <a:pt x="198" y="43"/>
                    </a:lnTo>
                    <a:lnTo>
                      <a:pt x="198" y="43"/>
                    </a:lnTo>
                    <a:lnTo>
                      <a:pt x="196" y="43"/>
                    </a:lnTo>
                    <a:lnTo>
                      <a:pt x="196" y="43"/>
                    </a:lnTo>
                    <a:lnTo>
                      <a:pt x="196" y="43"/>
                    </a:lnTo>
                    <a:lnTo>
                      <a:pt x="196" y="43"/>
                    </a:lnTo>
                    <a:lnTo>
                      <a:pt x="194" y="43"/>
                    </a:lnTo>
                    <a:lnTo>
                      <a:pt x="194" y="43"/>
                    </a:lnTo>
                    <a:lnTo>
                      <a:pt x="191" y="43"/>
                    </a:lnTo>
                    <a:lnTo>
                      <a:pt x="191" y="41"/>
                    </a:lnTo>
                    <a:lnTo>
                      <a:pt x="191" y="41"/>
                    </a:lnTo>
                    <a:lnTo>
                      <a:pt x="191" y="43"/>
                    </a:lnTo>
                    <a:lnTo>
                      <a:pt x="191" y="43"/>
                    </a:lnTo>
                    <a:lnTo>
                      <a:pt x="191" y="43"/>
                    </a:lnTo>
                    <a:lnTo>
                      <a:pt x="191" y="45"/>
                    </a:lnTo>
                    <a:lnTo>
                      <a:pt x="191" y="45"/>
                    </a:lnTo>
                    <a:lnTo>
                      <a:pt x="191" y="45"/>
                    </a:lnTo>
                    <a:lnTo>
                      <a:pt x="191" y="45"/>
                    </a:lnTo>
                    <a:lnTo>
                      <a:pt x="191" y="48"/>
                    </a:lnTo>
                    <a:lnTo>
                      <a:pt x="191" y="48"/>
                    </a:lnTo>
                    <a:lnTo>
                      <a:pt x="191" y="50"/>
                    </a:lnTo>
                    <a:lnTo>
                      <a:pt x="191" y="50"/>
                    </a:lnTo>
                    <a:lnTo>
                      <a:pt x="191" y="53"/>
                    </a:lnTo>
                    <a:lnTo>
                      <a:pt x="191" y="53"/>
                    </a:lnTo>
                    <a:lnTo>
                      <a:pt x="189" y="53"/>
                    </a:lnTo>
                    <a:lnTo>
                      <a:pt x="189" y="53"/>
                    </a:lnTo>
                    <a:lnTo>
                      <a:pt x="189" y="53"/>
                    </a:lnTo>
                    <a:lnTo>
                      <a:pt x="189" y="53"/>
                    </a:lnTo>
                    <a:lnTo>
                      <a:pt x="187" y="53"/>
                    </a:lnTo>
                    <a:lnTo>
                      <a:pt x="187" y="53"/>
                    </a:lnTo>
                    <a:lnTo>
                      <a:pt x="187" y="53"/>
                    </a:lnTo>
                    <a:lnTo>
                      <a:pt x="189" y="53"/>
                    </a:lnTo>
                    <a:lnTo>
                      <a:pt x="189" y="53"/>
                    </a:lnTo>
                    <a:lnTo>
                      <a:pt x="189" y="55"/>
                    </a:lnTo>
                    <a:lnTo>
                      <a:pt x="189" y="55"/>
                    </a:lnTo>
                    <a:lnTo>
                      <a:pt x="191" y="55"/>
                    </a:lnTo>
                    <a:lnTo>
                      <a:pt x="191" y="55"/>
                    </a:lnTo>
                    <a:lnTo>
                      <a:pt x="191" y="55"/>
                    </a:lnTo>
                    <a:lnTo>
                      <a:pt x="194" y="55"/>
                    </a:lnTo>
                    <a:lnTo>
                      <a:pt x="194" y="55"/>
                    </a:lnTo>
                    <a:lnTo>
                      <a:pt x="194" y="57"/>
                    </a:lnTo>
                    <a:lnTo>
                      <a:pt x="194" y="57"/>
                    </a:lnTo>
                    <a:lnTo>
                      <a:pt x="194" y="57"/>
                    </a:lnTo>
                    <a:lnTo>
                      <a:pt x="194" y="60"/>
                    </a:lnTo>
                    <a:lnTo>
                      <a:pt x="196" y="60"/>
                    </a:lnTo>
                    <a:lnTo>
                      <a:pt x="196" y="60"/>
                    </a:lnTo>
                    <a:lnTo>
                      <a:pt x="194" y="60"/>
                    </a:lnTo>
                    <a:lnTo>
                      <a:pt x="194" y="60"/>
                    </a:lnTo>
                    <a:lnTo>
                      <a:pt x="194" y="62"/>
                    </a:lnTo>
                    <a:lnTo>
                      <a:pt x="191" y="62"/>
                    </a:lnTo>
                    <a:lnTo>
                      <a:pt x="191" y="62"/>
                    </a:lnTo>
                    <a:lnTo>
                      <a:pt x="191" y="62"/>
                    </a:lnTo>
                    <a:lnTo>
                      <a:pt x="189" y="62"/>
                    </a:lnTo>
                    <a:lnTo>
                      <a:pt x="189" y="62"/>
                    </a:lnTo>
                    <a:lnTo>
                      <a:pt x="189" y="62"/>
                    </a:lnTo>
                    <a:lnTo>
                      <a:pt x="189" y="62"/>
                    </a:lnTo>
                    <a:lnTo>
                      <a:pt x="187" y="62"/>
                    </a:lnTo>
                    <a:lnTo>
                      <a:pt x="187" y="62"/>
                    </a:lnTo>
                    <a:lnTo>
                      <a:pt x="184" y="62"/>
                    </a:lnTo>
                    <a:lnTo>
                      <a:pt x="184" y="62"/>
                    </a:lnTo>
                    <a:lnTo>
                      <a:pt x="184" y="62"/>
                    </a:lnTo>
                    <a:lnTo>
                      <a:pt x="184" y="62"/>
                    </a:lnTo>
                    <a:lnTo>
                      <a:pt x="182" y="62"/>
                    </a:lnTo>
                    <a:lnTo>
                      <a:pt x="182" y="62"/>
                    </a:lnTo>
                    <a:lnTo>
                      <a:pt x="182" y="62"/>
                    </a:lnTo>
                    <a:lnTo>
                      <a:pt x="180" y="62"/>
                    </a:lnTo>
                    <a:lnTo>
                      <a:pt x="180" y="62"/>
                    </a:lnTo>
                    <a:lnTo>
                      <a:pt x="177" y="62"/>
                    </a:lnTo>
                    <a:lnTo>
                      <a:pt x="177" y="62"/>
                    </a:lnTo>
                    <a:lnTo>
                      <a:pt x="177" y="62"/>
                    </a:lnTo>
                    <a:lnTo>
                      <a:pt x="175" y="62"/>
                    </a:lnTo>
                    <a:lnTo>
                      <a:pt x="175" y="62"/>
                    </a:lnTo>
                    <a:lnTo>
                      <a:pt x="175" y="62"/>
                    </a:lnTo>
                    <a:lnTo>
                      <a:pt x="172" y="62"/>
                    </a:lnTo>
                    <a:lnTo>
                      <a:pt x="172" y="62"/>
                    </a:lnTo>
                    <a:lnTo>
                      <a:pt x="170" y="62"/>
                    </a:lnTo>
                    <a:lnTo>
                      <a:pt x="170" y="62"/>
                    </a:lnTo>
                    <a:lnTo>
                      <a:pt x="170" y="62"/>
                    </a:lnTo>
                    <a:lnTo>
                      <a:pt x="168" y="62"/>
                    </a:lnTo>
                    <a:lnTo>
                      <a:pt x="168" y="62"/>
                    </a:lnTo>
                    <a:lnTo>
                      <a:pt x="168" y="62"/>
                    </a:lnTo>
                    <a:lnTo>
                      <a:pt x="165" y="62"/>
                    </a:lnTo>
                    <a:lnTo>
                      <a:pt x="165" y="64"/>
                    </a:lnTo>
                    <a:lnTo>
                      <a:pt x="168" y="64"/>
                    </a:lnTo>
                    <a:lnTo>
                      <a:pt x="168" y="64"/>
                    </a:lnTo>
                    <a:lnTo>
                      <a:pt x="168" y="64"/>
                    </a:lnTo>
                    <a:lnTo>
                      <a:pt x="168" y="64"/>
                    </a:lnTo>
                    <a:lnTo>
                      <a:pt x="165" y="64"/>
                    </a:lnTo>
                    <a:lnTo>
                      <a:pt x="165" y="64"/>
                    </a:lnTo>
                    <a:lnTo>
                      <a:pt x="165" y="64"/>
                    </a:lnTo>
                    <a:lnTo>
                      <a:pt x="163" y="64"/>
                    </a:lnTo>
                    <a:lnTo>
                      <a:pt x="163" y="64"/>
                    </a:lnTo>
                    <a:lnTo>
                      <a:pt x="163" y="64"/>
                    </a:lnTo>
                    <a:lnTo>
                      <a:pt x="161" y="64"/>
                    </a:lnTo>
                    <a:lnTo>
                      <a:pt x="161" y="64"/>
                    </a:lnTo>
                    <a:lnTo>
                      <a:pt x="158" y="64"/>
                    </a:lnTo>
                    <a:lnTo>
                      <a:pt x="158" y="64"/>
                    </a:lnTo>
                    <a:lnTo>
                      <a:pt x="158" y="64"/>
                    </a:lnTo>
                    <a:lnTo>
                      <a:pt x="158" y="62"/>
                    </a:lnTo>
                    <a:lnTo>
                      <a:pt x="156" y="62"/>
                    </a:lnTo>
                    <a:lnTo>
                      <a:pt x="156" y="62"/>
                    </a:lnTo>
                    <a:lnTo>
                      <a:pt x="156" y="62"/>
                    </a:lnTo>
                    <a:lnTo>
                      <a:pt x="154" y="62"/>
                    </a:lnTo>
                    <a:lnTo>
                      <a:pt x="154" y="62"/>
                    </a:lnTo>
                    <a:lnTo>
                      <a:pt x="151" y="62"/>
                    </a:lnTo>
                    <a:lnTo>
                      <a:pt x="151" y="62"/>
                    </a:lnTo>
                    <a:lnTo>
                      <a:pt x="151" y="62"/>
                    </a:lnTo>
                    <a:lnTo>
                      <a:pt x="151" y="64"/>
                    </a:lnTo>
                    <a:lnTo>
                      <a:pt x="151" y="64"/>
                    </a:lnTo>
                    <a:lnTo>
                      <a:pt x="149" y="64"/>
                    </a:lnTo>
                    <a:lnTo>
                      <a:pt x="149" y="64"/>
                    </a:lnTo>
                    <a:lnTo>
                      <a:pt x="149" y="64"/>
                    </a:lnTo>
                    <a:lnTo>
                      <a:pt x="149" y="64"/>
                    </a:lnTo>
                    <a:lnTo>
                      <a:pt x="146" y="64"/>
                    </a:lnTo>
                    <a:lnTo>
                      <a:pt x="146" y="62"/>
                    </a:lnTo>
                    <a:lnTo>
                      <a:pt x="146" y="62"/>
                    </a:lnTo>
                    <a:lnTo>
                      <a:pt x="144" y="62"/>
                    </a:lnTo>
                    <a:lnTo>
                      <a:pt x="144" y="62"/>
                    </a:lnTo>
                    <a:lnTo>
                      <a:pt x="144" y="62"/>
                    </a:lnTo>
                    <a:lnTo>
                      <a:pt x="142" y="62"/>
                    </a:lnTo>
                    <a:lnTo>
                      <a:pt x="142" y="62"/>
                    </a:lnTo>
                    <a:lnTo>
                      <a:pt x="142" y="62"/>
                    </a:lnTo>
                    <a:lnTo>
                      <a:pt x="139" y="62"/>
                    </a:lnTo>
                    <a:lnTo>
                      <a:pt x="139" y="62"/>
                    </a:lnTo>
                    <a:lnTo>
                      <a:pt x="139" y="62"/>
                    </a:lnTo>
                    <a:lnTo>
                      <a:pt x="137" y="62"/>
                    </a:lnTo>
                    <a:lnTo>
                      <a:pt x="137" y="62"/>
                    </a:lnTo>
                    <a:lnTo>
                      <a:pt x="137" y="62"/>
                    </a:lnTo>
                    <a:lnTo>
                      <a:pt x="137" y="62"/>
                    </a:lnTo>
                    <a:lnTo>
                      <a:pt x="135" y="62"/>
                    </a:lnTo>
                    <a:lnTo>
                      <a:pt x="135" y="62"/>
                    </a:lnTo>
                    <a:lnTo>
                      <a:pt x="135" y="62"/>
                    </a:lnTo>
                    <a:lnTo>
                      <a:pt x="132" y="62"/>
                    </a:lnTo>
                    <a:lnTo>
                      <a:pt x="132" y="62"/>
                    </a:lnTo>
                    <a:lnTo>
                      <a:pt x="130" y="62"/>
                    </a:lnTo>
                    <a:lnTo>
                      <a:pt x="130" y="62"/>
                    </a:lnTo>
                    <a:lnTo>
                      <a:pt x="130" y="60"/>
                    </a:lnTo>
                    <a:lnTo>
                      <a:pt x="130" y="60"/>
                    </a:lnTo>
                    <a:lnTo>
                      <a:pt x="127" y="60"/>
                    </a:lnTo>
                    <a:lnTo>
                      <a:pt x="127" y="60"/>
                    </a:lnTo>
                    <a:lnTo>
                      <a:pt x="127" y="60"/>
                    </a:lnTo>
                    <a:lnTo>
                      <a:pt x="127" y="60"/>
                    </a:lnTo>
                    <a:lnTo>
                      <a:pt x="125" y="60"/>
                    </a:lnTo>
                    <a:lnTo>
                      <a:pt x="125" y="60"/>
                    </a:lnTo>
                    <a:lnTo>
                      <a:pt x="123" y="60"/>
                    </a:lnTo>
                    <a:lnTo>
                      <a:pt x="123" y="60"/>
                    </a:lnTo>
                    <a:lnTo>
                      <a:pt x="123" y="60"/>
                    </a:lnTo>
                    <a:lnTo>
                      <a:pt x="120" y="60"/>
                    </a:lnTo>
                    <a:lnTo>
                      <a:pt x="120" y="60"/>
                    </a:lnTo>
                    <a:lnTo>
                      <a:pt x="118" y="60"/>
                    </a:lnTo>
                    <a:lnTo>
                      <a:pt x="118" y="60"/>
                    </a:lnTo>
                    <a:lnTo>
                      <a:pt x="118" y="60"/>
                    </a:lnTo>
                    <a:lnTo>
                      <a:pt x="116" y="60"/>
                    </a:lnTo>
                    <a:lnTo>
                      <a:pt x="116" y="60"/>
                    </a:lnTo>
                    <a:lnTo>
                      <a:pt x="116" y="57"/>
                    </a:lnTo>
                    <a:lnTo>
                      <a:pt x="116" y="57"/>
                    </a:lnTo>
                    <a:lnTo>
                      <a:pt x="113" y="57"/>
                    </a:lnTo>
                    <a:lnTo>
                      <a:pt x="113" y="60"/>
                    </a:lnTo>
                    <a:lnTo>
                      <a:pt x="113" y="60"/>
                    </a:lnTo>
                    <a:lnTo>
                      <a:pt x="111" y="60"/>
                    </a:lnTo>
                    <a:lnTo>
                      <a:pt x="111" y="60"/>
                    </a:lnTo>
                    <a:lnTo>
                      <a:pt x="111" y="60"/>
                    </a:lnTo>
                    <a:lnTo>
                      <a:pt x="109" y="60"/>
                    </a:lnTo>
                    <a:lnTo>
                      <a:pt x="109" y="60"/>
                    </a:lnTo>
                    <a:lnTo>
                      <a:pt x="109" y="60"/>
                    </a:lnTo>
                    <a:lnTo>
                      <a:pt x="106" y="60"/>
                    </a:lnTo>
                    <a:lnTo>
                      <a:pt x="106" y="60"/>
                    </a:lnTo>
                    <a:lnTo>
                      <a:pt x="106" y="57"/>
                    </a:lnTo>
                    <a:lnTo>
                      <a:pt x="104" y="57"/>
                    </a:lnTo>
                    <a:lnTo>
                      <a:pt x="104" y="60"/>
                    </a:lnTo>
                    <a:lnTo>
                      <a:pt x="104" y="60"/>
                    </a:lnTo>
                    <a:lnTo>
                      <a:pt x="104" y="60"/>
                    </a:lnTo>
                    <a:lnTo>
                      <a:pt x="101" y="60"/>
                    </a:lnTo>
                    <a:lnTo>
                      <a:pt x="101" y="60"/>
                    </a:lnTo>
                    <a:lnTo>
                      <a:pt x="101" y="57"/>
                    </a:lnTo>
                    <a:lnTo>
                      <a:pt x="101" y="57"/>
                    </a:lnTo>
                    <a:lnTo>
                      <a:pt x="101" y="57"/>
                    </a:lnTo>
                    <a:lnTo>
                      <a:pt x="99" y="57"/>
                    </a:lnTo>
                    <a:lnTo>
                      <a:pt x="99" y="55"/>
                    </a:lnTo>
                    <a:lnTo>
                      <a:pt x="99" y="55"/>
                    </a:lnTo>
                    <a:lnTo>
                      <a:pt x="97" y="55"/>
                    </a:lnTo>
                    <a:lnTo>
                      <a:pt x="97" y="55"/>
                    </a:lnTo>
                    <a:lnTo>
                      <a:pt x="97" y="55"/>
                    </a:lnTo>
                    <a:lnTo>
                      <a:pt x="97" y="57"/>
                    </a:lnTo>
                    <a:lnTo>
                      <a:pt x="94" y="57"/>
                    </a:lnTo>
                    <a:lnTo>
                      <a:pt x="94" y="57"/>
                    </a:lnTo>
                    <a:lnTo>
                      <a:pt x="94" y="57"/>
                    </a:lnTo>
                    <a:lnTo>
                      <a:pt x="92" y="57"/>
                    </a:lnTo>
                    <a:lnTo>
                      <a:pt x="92" y="57"/>
                    </a:lnTo>
                    <a:lnTo>
                      <a:pt x="92" y="57"/>
                    </a:lnTo>
                    <a:lnTo>
                      <a:pt x="90" y="57"/>
                    </a:lnTo>
                    <a:lnTo>
                      <a:pt x="90" y="57"/>
                    </a:lnTo>
                    <a:lnTo>
                      <a:pt x="90" y="57"/>
                    </a:lnTo>
                    <a:lnTo>
                      <a:pt x="87" y="57"/>
                    </a:lnTo>
                    <a:lnTo>
                      <a:pt x="87" y="57"/>
                    </a:lnTo>
                    <a:lnTo>
                      <a:pt x="85" y="57"/>
                    </a:lnTo>
                    <a:lnTo>
                      <a:pt x="85" y="57"/>
                    </a:lnTo>
                    <a:lnTo>
                      <a:pt x="85" y="57"/>
                    </a:lnTo>
                    <a:lnTo>
                      <a:pt x="85" y="57"/>
                    </a:lnTo>
                    <a:lnTo>
                      <a:pt x="83" y="57"/>
                    </a:lnTo>
                    <a:lnTo>
                      <a:pt x="83" y="57"/>
                    </a:lnTo>
                    <a:lnTo>
                      <a:pt x="83" y="57"/>
                    </a:lnTo>
                    <a:lnTo>
                      <a:pt x="83" y="55"/>
                    </a:lnTo>
                    <a:lnTo>
                      <a:pt x="80" y="55"/>
                    </a:lnTo>
                    <a:lnTo>
                      <a:pt x="80" y="55"/>
                    </a:lnTo>
                    <a:lnTo>
                      <a:pt x="78" y="55"/>
                    </a:lnTo>
                    <a:lnTo>
                      <a:pt x="78" y="55"/>
                    </a:lnTo>
                    <a:lnTo>
                      <a:pt x="78" y="53"/>
                    </a:lnTo>
                    <a:lnTo>
                      <a:pt x="78" y="53"/>
                    </a:lnTo>
                    <a:lnTo>
                      <a:pt x="78" y="53"/>
                    </a:lnTo>
                    <a:lnTo>
                      <a:pt x="75" y="53"/>
                    </a:lnTo>
                    <a:lnTo>
                      <a:pt x="75" y="53"/>
                    </a:lnTo>
                    <a:lnTo>
                      <a:pt x="75" y="53"/>
                    </a:lnTo>
                    <a:lnTo>
                      <a:pt x="75" y="53"/>
                    </a:lnTo>
                    <a:lnTo>
                      <a:pt x="73" y="53"/>
                    </a:lnTo>
                    <a:lnTo>
                      <a:pt x="73" y="53"/>
                    </a:lnTo>
                    <a:lnTo>
                      <a:pt x="73" y="53"/>
                    </a:lnTo>
                    <a:lnTo>
                      <a:pt x="73" y="50"/>
                    </a:lnTo>
                    <a:lnTo>
                      <a:pt x="73" y="50"/>
                    </a:lnTo>
                    <a:lnTo>
                      <a:pt x="73" y="48"/>
                    </a:lnTo>
                    <a:lnTo>
                      <a:pt x="73" y="48"/>
                    </a:lnTo>
                    <a:lnTo>
                      <a:pt x="73" y="45"/>
                    </a:lnTo>
                    <a:lnTo>
                      <a:pt x="71" y="45"/>
                    </a:lnTo>
                    <a:lnTo>
                      <a:pt x="71" y="45"/>
                    </a:lnTo>
                    <a:lnTo>
                      <a:pt x="71" y="45"/>
                    </a:lnTo>
                    <a:lnTo>
                      <a:pt x="68" y="45"/>
                    </a:lnTo>
                    <a:lnTo>
                      <a:pt x="68" y="45"/>
                    </a:lnTo>
                    <a:lnTo>
                      <a:pt x="68" y="45"/>
                    </a:lnTo>
                    <a:lnTo>
                      <a:pt x="68" y="48"/>
                    </a:lnTo>
                    <a:lnTo>
                      <a:pt x="66" y="48"/>
                    </a:lnTo>
                    <a:lnTo>
                      <a:pt x="66" y="48"/>
                    </a:lnTo>
                    <a:lnTo>
                      <a:pt x="64" y="48"/>
                    </a:lnTo>
                    <a:lnTo>
                      <a:pt x="64" y="48"/>
                    </a:lnTo>
                    <a:lnTo>
                      <a:pt x="64" y="48"/>
                    </a:lnTo>
                    <a:lnTo>
                      <a:pt x="61" y="48"/>
                    </a:lnTo>
                    <a:lnTo>
                      <a:pt x="61" y="48"/>
                    </a:lnTo>
                    <a:lnTo>
                      <a:pt x="61" y="45"/>
                    </a:lnTo>
                    <a:lnTo>
                      <a:pt x="61" y="45"/>
                    </a:lnTo>
                    <a:lnTo>
                      <a:pt x="61" y="45"/>
                    </a:lnTo>
                    <a:lnTo>
                      <a:pt x="61" y="45"/>
                    </a:lnTo>
                    <a:lnTo>
                      <a:pt x="61" y="43"/>
                    </a:lnTo>
                    <a:lnTo>
                      <a:pt x="61" y="43"/>
                    </a:lnTo>
                    <a:lnTo>
                      <a:pt x="59" y="43"/>
                    </a:lnTo>
                    <a:lnTo>
                      <a:pt x="59" y="43"/>
                    </a:lnTo>
                    <a:lnTo>
                      <a:pt x="56" y="43"/>
                    </a:lnTo>
                    <a:lnTo>
                      <a:pt x="56" y="43"/>
                    </a:lnTo>
                    <a:lnTo>
                      <a:pt x="56" y="43"/>
                    </a:lnTo>
                    <a:lnTo>
                      <a:pt x="56" y="45"/>
                    </a:lnTo>
                    <a:lnTo>
                      <a:pt x="56" y="45"/>
                    </a:lnTo>
                    <a:lnTo>
                      <a:pt x="54" y="45"/>
                    </a:lnTo>
                    <a:lnTo>
                      <a:pt x="54" y="45"/>
                    </a:lnTo>
                    <a:lnTo>
                      <a:pt x="54" y="45"/>
                    </a:lnTo>
                    <a:lnTo>
                      <a:pt x="52" y="45"/>
                    </a:lnTo>
                    <a:lnTo>
                      <a:pt x="52" y="45"/>
                    </a:lnTo>
                    <a:lnTo>
                      <a:pt x="52" y="48"/>
                    </a:lnTo>
                    <a:lnTo>
                      <a:pt x="49" y="48"/>
                    </a:lnTo>
                    <a:lnTo>
                      <a:pt x="49" y="48"/>
                    </a:lnTo>
                    <a:lnTo>
                      <a:pt x="49" y="48"/>
                    </a:lnTo>
                    <a:lnTo>
                      <a:pt x="49" y="45"/>
                    </a:lnTo>
                    <a:lnTo>
                      <a:pt x="47" y="45"/>
                    </a:lnTo>
                    <a:lnTo>
                      <a:pt x="47" y="45"/>
                    </a:lnTo>
                    <a:lnTo>
                      <a:pt x="47" y="45"/>
                    </a:lnTo>
                    <a:lnTo>
                      <a:pt x="45" y="45"/>
                    </a:lnTo>
                    <a:lnTo>
                      <a:pt x="45" y="45"/>
                    </a:lnTo>
                    <a:lnTo>
                      <a:pt x="45" y="43"/>
                    </a:lnTo>
                    <a:lnTo>
                      <a:pt x="45" y="43"/>
                    </a:lnTo>
                    <a:lnTo>
                      <a:pt x="42" y="43"/>
                    </a:lnTo>
                    <a:lnTo>
                      <a:pt x="42" y="43"/>
                    </a:lnTo>
                    <a:lnTo>
                      <a:pt x="42" y="43"/>
                    </a:lnTo>
                    <a:lnTo>
                      <a:pt x="40" y="43"/>
                    </a:lnTo>
                    <a:lnTo>
                      <a:pt x="40" y="43"/>
                    </a:lnTo>
                    <a:lnTo>
                      <a:pt x="42" y="43"/>
                    </a:lnTo>
                    <a:lnTo>
                      <a:pt x="42" y="41"/>
                    </a:lnTo>
                    <a:lnTo>
                      <a:pt x="42" y="41"/>
                    </a:lnTo>
                    <a:lnTo>
                      <a:pt x="42" y="41"/>
                    </a:lnTo>
                    <a:lnTo>
                      <a:pt x="45" y="41"/>
                    </a:lnTo>
                    <a:lnTo>
                      <a:pt x="45" y="41"/>
                    </a:lnTo>
                    <a:lnTo>
                      <a:pt x="45" y="43"/>
                    </a:lnTo>
                    <a:lnTo>
                      <a:pt x="45" y="43"/>
                    </a:lnTo>
                    <a:lnTo>
                      <a:pt x="47" y="43"/>
                    </a:lnTo>
                    <a:lnTo>
                      <a:pt x="47" y="43"/>
                    </a:lnTo>
                    <a:lnTo>
                      <a:pt x="49" y="43"/>
                    </a:lnTo>
                    <a:lnTo>
                      <a:pt x="49" y="43"/>
                    </a:lnTo>
                    <a:lnTo>
                      <a:pt x="49" y="43"/>
                    </a:lnTo>
                    <a:lnTo>
                      <a:pt x="52" y="43"/>
                    </a:lnTo>
                    <a:lnTo>
                      <a:pt x="52" y="43"/>
                    </a:lnTo>
                    <a:lnTo>
                      <a:pt x="52" y="41"/>
                    </a:lnTo>
                    <a:lnTo>
                      <a:pt x="54" y="41"/>
                    </a:lnTo>
                    <a:lnTo>
                      <a:pt x="54" y="41"/>
                    </a:lnTo>
                    <a:lnTo>
                      <a:pt x="54" y="41"/>
                    </a:lnTo>
                    <a:lnTo>
                      <a:pt x="56" y="41"/>
                    </a:lnTo>
                    <a:lnTo>
                      <a:pt x="56" y="41"/>
                    </a:lnTo>
                    <a:lnTo>
                      <a:pt x="56" y="41"/>
                    </a:lnTo>
                    <a:lnTo>
                      <a:pt x="56" y="41"/>
                    </a:lnTo>
                    <a:lnTo>
                      <a:pt x="59" y="41"/>
                    </a:lnTo>
                    <a:lnTo>
                      <a:pt x="59" y="41"/>
                    </a:lnTo>
                    <a:lnTo>
                      <a:pt x="61" y="41"/>
                    </a:lnTo>
                    <a:lnTo>
                      <a:pt x="61" y="41"/>
                    </a:lnTo>
                    <a:lnTo>
                      <a:pt x="61" y="41"/>
                    </a:lnTo>
                    <a:lnTo>
                      <a:pt x="61" y="41"/>
                    </a:lnTo>
                    <a:lnTo>
                      <a:pt x="61" y="38"/>
                    </a:lnTo>
                    <a:lnTo>
                      <a:pt x="64" y="38"/>
                    </a:lnTo>
                    <a:lnTo>
                      <a:pt x="64" y="38"/>
                    </a:lnTo>
                    <a:lnTo>
                      <a:pt x="64"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5" y="38"/>
                    </a:lnTo>
                    <a:lnTo>
                      <a:pt x="75" y="38"/>
                    </a:lnTo>
                    <a:lnTo>
                      <a:pt x="75" y="38"/>
                    </a:lnTo>
                    <a:lnTo>
                      <a:pt x="78" y="38"/>
                    </a:lnTo>
                    <a:lnTo>
                      <a:pt x="78" y="38"/>
                    </a:lnTo>
                    <a:lnTo>
                      <a:pt x="78" y="36"/>
                    </a:lnTo>
                    <a:lnTo>
                      <a:pt x="78" y="36"/>
                    </a:lnTo>
                    <a:lnTo>
                      <a:pt x="75" y="36"/>
                    </a:lnTo>
                    <a:lnTo>
                      <a:pt x="75" y="36"/>
                    </a:lnTo>
                    <a:lnTo>
                      <a:pt x="75" y="36"/>
                    </a:lnTo>
                    <a:lnTo>
                      <a:pt x="73" y="36"/>
                    </a:lnTo>
                    <a:lnTo>
                      <a:pt x="73" y="36"/>
                    </a:lnTo>
                    <a:lnTo>
                      <a:pt x="73" y="36"/>
                    </a:lnTo>
                    <a:lnTo>
                      <a:pt x="71" y="36"/>
                    </a:lnTo>
                    <a:lnTo>
                      <a:pt x="71" y="34"/>
                    </a:lnTo>
                    <a:lnTo>
                      <a:pt x="71" y="34"/>
                    </a:lnTo>
                    <a:lnTo>
                      <a:pt x="71" y="34"/>
                    </a:lnTo>
                    <a:lnTo>
                      <a:pt x="71" y="34"/>
                    </a:lnTo>
                    <a:lnTo>
                      <a:pt x="68" y="34"/>
                    </a:lnTo>
                    <a:lnTo>
                      <a:pt x="68" y="34"/>
                    </a:lnTo>
                    <a:lnTo>
                      <a:pt x="68" y="34"/>
                    </a:lnTo>
                    <a:lnTo>
                      <a:pt x="66" y="34"/>
                    </a:lnTo>
                    <a:lnTo>
                      <a:pt x="66" y="34"/>
                    </a:lnTo>
                    <a:lnTo>
                      <a:pt x="64" y="34"/>
                    </a:lnTo>
                    <a:lnTo>
                      <a:pt x="64" y="34"/>
                    </a:lnTo>
                    <a:lnTo>
                      <a:pt x="64" y="31"/>
                    </a:lnTo>
                    <a:lnTo>
                      <a:pt x="64" y="31"/>
                    </a:lnTo>
                    <a:lnTo>
                      <a:pt x="61" y="31"/>
                    </a:lnTo>
                    <a:lnTo>
                      <a:pt x="61" y="31"/>
                    </a:lnTo>
                    <a:lnTo>
                      <a:pt x="61" y="31"/>
                    </a:lnTo>
                    <a:lnTo>
                      <a:pt x="59" y="31"/>
                    </a:lnTo>
                    <a:lnTo>
                      <a:pt x="59" y="31"/>
                    </a:lnTo>
                    <a:lnTo>
                      <a:pt x="56" y="31"/>
                    </a:lnTo>
                    <a:lnTo>
                      <a:pt x="56" y="31"/>
                    </a:lnTo>
                    <a:lnTo>
                      <a:pt x="56" y="34"/>
                    </a:lnTo>
                    <a:lnTo>
                      <a:pt x="56" y="34"/>
                    </a:lnTo>
                    <a:lnTo>
                      <a:pt x="59" y="34"/>
                    </a:lnTo>
                    <a:lnTo>
                      <a:pt x="59" y="34"/>
                    </a:lnTo>
                    <a:lnTo>
                      <a:pt x="61" y="34"/>
                    </a:lnTo>
                    <a:lnTo>
                      <a:pt x="61" y="34"/>
                    </a:lnTo>
                    <a:lnTo>
                      <a:pt x="61" y="34"/>
                    </a:lnTo>
                    <a:lnTo>
                      <a:pt x="64" y="34"/>
                    </a:lnTo>
                    <a:lnTo>
                      <a:pt x="64" y="34"/>
                    </a:lnTo>
                    <a:lnTo>
                      <a:pt x="64" y="36"/>
                    </a:lnTo>
                    <a:lnTo>
                      <a:pt x="61" y="36"/>
                    </a:lnTo>
                    <a:lnTo>
                      <a:pt x="61" y="36"/>
                    </a:lnTo>
                    <a:lnTo>
                      <a:pt x="61" y="36"/>
                    </a:lnTo>
                    <a:lnTo>
                      <a:pt x="61" y="36"/>
                    </a:lnTo>
                    <a:lnTo>
                      <a:pt x="59" y="36"/>
                    </a:lnTo>
                    <a:lnTo>
                      <a:pt x="59" y="38"/>
                    </a:lnTo>
                    <a:lnTo>
                      <a:pt x="59" y="38"/>
                    </a:lnTo>
                    <a:lnTo>
                      <a:pt x="56" y="38"/>
                    </a:lnTo>
                    <a:lnTo>
                      <a:pt x="56" y="38"/>
                    </a:lnTo>
                    <a:lnTo>
                      <a:pt x="56" y="38"/>
                    </a:lnTo>
                    <a:lnTo>
                      <a:pt x="54" y="38"/>
                    </a:lnTo>
                    <a:lnTo>
                      <a:pt x="54" y="38"/>
                    </a:lnTo>
                    <a:lnTo>
                      <a:pt x="54" y="38"/>
                    </a:lnTo>
                    <a:lnTo>
                      <a:pt x="54" y="38"/>
                    </a:lnTo>
                    <a:lnTo>
                      <a:pt x="52" y="38"/>
                    </a:lnTo>
                    <a:lnTo>
                      <a:pt x="52" y="38"/>
                    </a:lnTo>
                    <a:lnTo>
                      <a:pt x="49" y="38"/>
                    </a:lnTo>
                    <a:lnTo>
                      <a:pt x="49" y="38"/>
                    </a:lnTo>
                    <a:lnTo>
                      <a:pt x="49" y="41"/>
                    </a:lnTo>
                    <a:lnTo>
                      <a:pt x="49" y="41"/>
                    </a:lnTo>
                    <a:lnTo>
                      <a:pt x="47" y="41"/>
                    </a:lnTo>
                    <a:lnTo>
                      <a:pt x="47" y="41"/>
                    </a:lnTo>
                    <a:lnTo>
                      <a:pt x="45" y="41"/>
                    </a:lnTo>
                    <a:lnTo>
                      <a:pt x="45" y="41"/>
                    </a:lnTo>
                    <a:lnTo>
                      <a:pt x="45" y="41"/>
                    </a:lnTo>
                    <a:lnTo>
                      <a:pt x="45" y="41"/>
                    </a:lnTo>
                    <a:lnTo>
                      <a:pt x="42" y="41"/>
                    </a:lnTo>
                    <a:lnTo>
                      <a:pt x="42" y="41"/>
                    </a:lnTo>
                    <a:lnTo>
                      <a:pt x="42" y="41"/>
                    </a:lnTo>
                    <a:lnTo>
                      <a:pt x="40" y="41"/>
                    </a:lnTo>
                    <a:lnTo>
                      <a:pt x="40" y="41"/>
                    </a:lnTo>
                    <a:lnTo>
                      <a:pt x="38" y="41"/>
                    </a:lnTo>
                    <a:lnTo>
                      <a:pt x="38" y="41"/>
                    </a:lnTo>
                    <a:lnTo>
                      <a:pt x="38" y="41"/>
                    </a:lnTo>
                    <a:lnTo>
                      <a:pt x="35" y="41"/>
                    </a:lnTo>
                    <a:lnTo>
                      <a:pt x="35" y="41"/>
                    </a:lnTo>
                    <a:lnTo>
                      <a:pt x="35" y="41"/>
                    </a:lnTo>
                    <a:lnTo>
                      <a:pt x="33" y="41"/>
                    </a:lnTo>
                    <a:lnTo>
                      <a:pt x="33" y="41"/>
                    </a:lnTo>
                    <a:lnTo>
                      <a:pt x="30" y="41"/>
                    </a:lnTo>
                    <a:lnTo>
                      <a:pt x="30" y="41"/>
                    </a:lnTo>
                    <a:lnTo>
                      <a:pt x="30" y="41"/>
                    </a:lnTo>
                    <a:lnTo>
                      <a:pt x="28" y="41"/>
                    </a:lnTo>
                    <a:lnTo>
                      <a:pt x="28" y="41"/>
                    </a:lnTo>
                    <a:lnTo>
                      <a:pt x="28" y="41"/>
                    </a:lnTo>
                    <a:lnTo>
                      <a:pt x="26" y="41"/>
                    </a:lnTo>
                    <a:lnTo>
                      <a:pt x="26" y="41"/>
                    </a:lnTo>
                    <a:lnTo>
                      <a:pt x="23" y="41"/>
                    </a:lnTo>
                    <a:lnTo>
                      <a:pt x="23" y="41"/>
                    </a:lnTo>
                    <a:lnTo>
                      <a:pt x="23" y="41"/>
                    </a:lnTo>
                    <a:lnTo>
                      <a:pt x="21" y="41"/>
                    </a:lnTo>
                    <a:lnTo>
                      <a:pt x="21" y="41"/>
                    </a:lnTo>
                    <a:lnTo>
                      <a:pt x="21" y="41"/>
                    </a:lnTo>
                    <a:lnTo>
                      <a:pt x="21" y="41"/>
                    </a:lnTo>
                    <a:lnTo>
                      <a:pt x="19" y="41"/>
                    </a:lnTo>
                    <a:lnTo>
                      <a:pt x="19" y="41"/>
                    </a:lnTo>
                    <a:lnTo>
                      <a:pt x="16" y="41"/>
                    </a:lnTo>
                    <a:lnTo>
                      <a:pt x="16" y="41"/>
                    </a:lnTo>
                    <a:lnTo>
                      <a:pt x="16" y="41"/>
                    </a:lnTo>
                    <a:lnTo>
                      <a:pt x="14" y="41"/>
                    </a:lnTo>
                    <a:lnTo>
                      <a:pt x="14" y="41"/>
                    </a:lnTo>
                    <a:lnTo>
                      <a:pt x="14" y="41"/>
                    </a:lnTo>
                    <a:lnTo>
                      <a:pt x="12" y="41"/>
                    </a:lnTo>
                    <a:lnTo>
                      <a:pt x="12" y="41"/>
                    </a:lnTo>
                    <a:lnTo>
                      <a:pt x="12" y="41"/>
                    </a:lnTo>
                    <a:lnTo>
                      <a:pt x="9" y="41"/>
                    </a:lnTo>
                    <a:lnTo>
                      <a:pt x="9" y="41"/>
                    </a:lnTo>
                    <a:lnTo>
                      <a:pt x="9" y="41"/>
                    </a:lnTo>
                    <a:lnTo>
                      <a:pt x="7" y="41"/>
                    </a:lnTo>
                    <a:lnTo>
                      <a:pt x="7" y="41"/>
                    </a:lnTo>
                    <a:lnTo>
                      <a:pt x="7" y="41"/>
                    </a:lnTo>
                    <a:lnTo>
                      <a:pt x="4" y="41"/>
                    </a:lnTo>
                    <a:lnTo>
                      <a:pt x="4" y="38"/>
                    </a:lnTo>
                    <a:lnTo>
                      <a:pt x="4" y="38"/>
                    </a:lnTo>
                    <a:lnTo>
                      <a:pt x="7" y="38"/>
                    </a:lnTo>
                    <a:lnTo>
                      <a:pt x="7" y="38"/>
                    </a:lnTo>
                    <a:lnTo>
                      <a:pt x="9" y="38"/>
                    </a:lnTo>
                    <a:lnTo>
                      <a:pt x="9" y="36"/>
                    </a:lnTo>
                    <a:lnTo>
                      <a:pt x="7" y="36"/>
                    </a:lnTo>
                    <a:lnTo>
                      <a:pt x="7" y="36"/>
                    </a:lnTo>
                    <a:lnTo>
                      <a:pt x="4" y="36"/>
                    </a:lnTo>
                    <a:lnTo>
                      <a:pt x="4" y="36"/>
                    </a:lnTo>
                    <a:lnTo>
                      <a:pt x="4" y="36"/>
                    </a:lnTo>
                    <a:lnTo>
                      <a:pt x="4" y="34"/>
                    </a:lnTo>
                    <a:lnTo>
                      <a:pt x="4" y="34"/>
                    </a:lnTo>
                    <a:lnTo>
                      <a:pt x="4" y="31"/>
                    </a:lnTo>
                    <a:lnTo>
                      <a:pt x="4" y="31"/>
                    </a:lnTo>
                    <a:lnTo>
                      <a:pt x="4" y="31"/>
                    </a:lnTo>
                    <a:lnTo>
                      <a:pt x="2" y="31"/>
                    </a:lnTo>
                    <a:lnTo>
                      <a:pt x="2" y="31"/>
                    </a:lnTo>
                    <a:lnTo>
                      <a:pt x="2" y="31"/>
                    </a:lnTo>
                    <a:lnTo>
                      <a:pt x="0" y="31"/>
                    </a:lnTo>
                    <a:lnTo>
                      <a:pt x="0" y="31"/>
                    </a:lnTo>
                    <a:lnTo>
                      <a:pt x="0" y="31"/>
                    </a:lnTo>
                    <a:lnTo>
                      <a:pt x="0" y="31"/>
                    </a:lnTo>
                    <a:lnTo>
                      <a:pt x="2" y="31"/>
                    </a:lnTo>
                    <a:lnTo>
                      <a:pt x="2" y="31"/>
                    </a:lnTo>
                    <a:lnTo>
                      <a:pt x="2" y="31"/>
                    </a:lnTo>
                    <a:lnTo>
                      <a:pt x="4" y="31"/>
                    </a:lnTo>
                    <a:lnTo>
                      <a:pt x="4" y="31"/>
                    </a:lnTo>
                    <a:lnTo>
                      <a:pt x="4" y="31"/>
                    </a:lnTo>
                    <a:lnTo>
                      <a:pt x="7" y="31"/>
                    </a:lnTo>
                    <a:lnTo>
                      <a:pt x="7" y="31"/>
                    </a:lnTo>
                    <a:lnTo>
                      <a:pt x="9" y="31"/>
                    </a:lnTo>
                    <a:lnTo>
                      <a:pt x="9" y="31"/>
                    </a:lnTo>
                    <a:lnTo>
                      <a:pt x="9" y="31"/>
                    </a:lnTo>
                    <a:lnTo>
                      <a:pt x="12" y="31"/>
                    </a:lnTo>
                    <a:lnTo>
                      <a:pt x="12" y="31"/>
                    </a:lnTo>
                    <a:lnTo>
                      <a:pt x="12" y="31"/>
                    </a:lnTo>
                    <a:lnTo>
                      <a:pt x="14" y="31"/>
                    </a:lnTo>
                    <a:lnTo>
                      <a:pt x="14" y="31"/>
                    </a:lnTo>
                    <a:lnTo>
                      <a:pt x="16" y="31"/>
                    </a:lnTo>
                    <a:lnTo>
                      <a:pt x="16" y="29"/>
                    </a:lnTo>
                    <a:lnTo>
                      <a:pt x="16" y="29"/>
                    </a:lnTo>
                    <a:lnTo>
                      <a:pt x="16" y="29"/>
                    </a:lnTo>
                    <a:lnTo>
                      <a:pt x="16" y="29"/>
                    </a:lnTo>
                    <a:lnTo>
                      <a:pt x="16" y="29"/>
                    </a:lnTo>
                    <a:lnTo>
                      <a:pt x="16" y="31"/>
                    </a:lnTo>
                    <a:lnTo>
                      <a:pt x="19" y="31"/>
                    </a:lnTo>
                    <a:lnTo>
                      <a:pt x="19" y="31"/>
                    </a:lnTo>
                    <a:lnTo>
                      <a:pt x="21" y="31"/>
                    </a:lnTo>
                    <a:lnTo>
                      <a:pt x="21" y="31"/>
                    </a:lnTo>
                    <a:lnTo>
                      <a:pt x="21" y="31"/>
                    </a:lnTo>
                    <a:lnTo>
                      <a:pt x="23" y="31"/>
                    </a:lnTo>
                    <a:lnTo>
                      <a:pt x="23" y="31"/>
                    </a:lnTo>
                    <a:lnTo>
                      <a:pt x="23" y="31"/>
                    </a:lnTo>
                    <a:lnTo>
                      <a:pt x="26" y="31"/>
                    </a:lnTo>
                    <a:lnTo>
                      <a:pt x="26" y="31"/>
                    </a:lnTo>
                    <a:lnTo>
                      <a:pt x="28" y="31"/>
                    </a:lnTo>
                    <a:lnTo>
                      <a:pt x="28" y="31"/>
                    </a:lnTo>
                    <a:lnTo>
                      <a:pt x="28" y="31"/>
                    </a:lnTo>
                    <a:lnTo>
                      <a:pt x="28" y="29"/>
                    </a:lnTo>
                    <a:lnTo>
                      <a:pt x="28" y="29"/>
                    </a:lnTo>
                    <a:lnTo>
                      <a:pt x="28" y="29"/>
                    </a:lnTo>
                    <a:lnTo>
                      <a:pt x="26" y="29"/>
                    </a:lnTo>
                    <a:lnTo>
                      <a:pt x="26" y="29"/>
                    </a:lnTo>
                    <a:lnTo>
                      <a:pt x="26" y="29"/>
                    </a:lnTo>
                    <a:lnTo>
                      <a:pt x="26" y="29"/>
                    </a:lnTo>
                    <a:lnTo>
                      <a:pt x="28" y="29"/>
                    </a:lnTo>
                    <a:lnTo>
                      <a:pt x="28" y="26"/>
                    </a:lnTo>
                    <a:lnTo>
                      <a:pt x="26" y="26"/>
                    </a:lnTo>
                    <a:lnTo>
                      <a:pt x="26" y="26"/>
                    </a:lnTo>
                    <a:lnTo>
                      <a:pt x="26" y="26"/>
                    </a:lnTo>
                    <a:lnTo>
                      <a:pt x="23" y="26"/>
                    </a:lnTo>
                    <a:lnTo>
                      <a:pt x="23" y="26"/>
                    </a:lnTo>
                    <a:lnTo>
                      <a:pt x="23" y="26"/>
                    </a:lnTo>
                    <a:lnTo>
                      <a:pt x="21" y="26"/>
                    </a:lnTo>
                    <a:lnTo>
                      <a:pt x="21" y="26"/>
                    </a:lnTo>
                    <a:lnTo>
                      <a:pt x="21" y="26"/>
                    </a:lnTo>
                    <a:lnTo>
                      <a:pt x="19" y="26"/>
                    </a:lnTo>
                    <a:lnTo>
                      <a:pt x="19" y="26"/>
                    </a:lnTo>
                    <a:lnTo>
                      <a:pt x="19" y="26"/>
                    </a:lnTo>
                    <a:lnTo>
                      <a:pt x="16" y="26"/>
                    </a:lnTo>
                    <a:lnTo>
                      <a:pt x="16" y="26"/>
                    </a:lnTo>
                    <a:lnTo>
                      <a:pt x="16" y="26"/>
                    </a:lnTo>
                    <a:lnTo>
                      <a:pt x="16" y="26"/>
                    </a:lnTo>
                    <a:lnTo>
                      <a:pt x="14" y="26"/>
                    </a:lnTo>
                    <a:lnTo>
                      <a:pt x="14" y="26"/>
                    </a:lnTo>
                    <a:lnTo>
                      <a:pt x="12" y="26"/>
                    </a:lnTo>
                    <a:lnTo>
                      <a:pt x="12" y="26"/>
                    </a:lnTo>
                    <a:lnTo>
                      <a:pt x="12" y="26"/>
                    </a:lnTo>
                    <a:lnTo>
                      <a:pt x="9" y="26"/>
                    </a:lnTo>
                    <a:lnTo>
                      <a:pt x="9" y="24"/>
                    </a:lnTo>
                    <a:lnTo>
                      <a:pt x="12" y="24"/>
                    </a:lnTo>
                    <a:lnTo>
                      <a:pt x="12" y="24"/>
                    </a:lnTo>
                    <a:lnTo>
                      <a:pt x="12" y="24"/>
                    </a:lnTo>
                    <a:lnTo>
                      <a:pt x="12" y="24"/>
                    </a:lnTo>
                    <a:lnTo>
                      <a:pt x="9" y="24"/>
                    </a:lnTo>
                    <a:lnTo>
                      <a:pt x="9" y="24"/>
                    </a:lnTo>
                    <a:lnTo>
                      <a:pt x="9" y="22"/>
                    </a:lnTo>
                    <a:lnTo>
                      <a:pt x="9" y="22"/>
                    </a:lnTo>
                    <a:lnTo>
                      <a:pt x="12" y="22"/>
                    </a:lnTo>
                    <a:lnTo>
                      <a:pt x="12" y="22"/>
                    </a:lnTo>
                    <a:lnTo>
                      <a:pt x="12" y="22"/>
                    </a:lnTo>
                    <a:lnTo>
                      <a:pt x="14" y="22"/>
                    </a:lnTo>
                    <a:lnTo>
                      <a:pt x="14" y="22"/>
                    </a:lnTo>
                    <a:lnTo>
                      <a:pt x="14" y="24"/>
                    </a:lnTo>
                    <a:lnTo>
                      <a:pt x="16" y="24"/>
                    </a:lnTo>
                    <a:lnTo>
                      <a:pt x="16" y="24"/>
                    </a:lnTo>
                    <a:lnTo>
                      <a:pt x="16" y="24"/>
                    </a:lnTo>
                    <a:lnTo>
                      <a:pt x="19" y="24"/>
                    </a:lnTo>
                    <a:lnTo>
                      <a:pt x="19" y="24"/>
                    </a:lnTo>
                    <a:lnTo>
                      <a:pt x="21" y="24"/>
                    </a:lnTo>
                    <a:lnTo>
                      <a:pt x="21" y="22"/>
                    </a:lnTo>
                    <a:lnTo>
                      <a:pt x="21" y="22"/>
                    </a:lnTo>
                    <a:lnTo>
                      <a:pt x="21" y="22"/>
                    </a:lnTo>
                    <a:lnTo>
                      <a:pt x="21" y="22"/>
                    </a:lnTo>
                    <a:lnTo>
                      <a:pt x="21" y="22"/>
                    </a:lnTo>
                    <a:lnTo>
                      <a:pt x="23" y="22"/>
                    </a:lnTo>
                    <a:lnTo>
                      <a:pt x="23" y="22"/>
                    </a:lnTo>
                    <a:lnTo>
                      <a:pt x="23" y="22"/>
                    </a:lnTo>
                    <a:lnTo>
                      <a:pt x="26" y="22"/>
                    </a:lnTo>
                    <a:lnTo>
                      <a:pt x="26" y="22"/>
                    </a:lnTo>
                    <a:lnTo>
                      <a:pt x="28" y="22"/>
                    </a:lnTo>
                    <a:lnTo>
                      <a:pt x="28" y="22"/>
                    </a:lnTo>
                    <a:lnTo>
                      <a:pt x="28" y="22"/>
                    </a:lnTo>
                    <a:lnTo>
                      <a:pt x="30" y="22"/>
                    </a:lnTo>
                    <a:lnTo>
                      <a:pt x="30" y="22"/>
                    </a:lnTo>
                    <a:lnTo>
                      <a:pt x="30" y="22"/>
                    </a:lnTo>
                    <a:lnTo>
                      <a:pt x="33" y="22"/>
                    </a:lnTo>
                    <a:lnTo>
                      <a:pt x="33" y="22"/>
                    </a:lnTo>
                    <a:lnTo>
                      <a:pt x="35" y="22"/>
                    </a:lnTo>
                    <a:lnTo>
                      <a:pt x="35" y="22"/>
                    </a:lnTo>
                    <a:lnTo>
                      <a:pt x="35" y="22"/>
                    </a:lnTo>
                    <a:lnTo>
                      <a:pt x="35" y="19"/>
                    </a:lnTo>
                    <a:lnTo>
                      <a:pt x="38" y="19"/>
                    </a:lnTo>
                    <a:lnTo>
                      <a:pt x="38" y="19"/>
                    </a:lnTo>
                    <a:lnTo>
                      <a:pt x="38" y="19"/>
                    </a:lnTo>
                    <a:lnTo>
                      <a:pt x="38" y="19"/>
                    </a:lnTo>
                    <a:lnTo>
                      <a:pt x="40" y="19"/>
                    </a:lnTo>
                    <a:lnTo>
                      <a:pt x="40" y="19"/>
                    </a:lnTo>
                    <a:lnTo>
                      <a:pt x="40" y="17"/>
                    </a:lnTo>
                    <a:lnTo>
                      <a:pt x="40" y="17"/>
                    </a:lnTo>
                    <a:lnTo>
                      <a:pt x="42" y="17"/>
                    </a:lnTo>
                    <a:lnTo>
                      <a:pt x="42" y="17"/>
                    </a:lnTo>
                    <a:lnTo>
                      <a:pt x="42" y="15"/>
                    </a:lnTo>
                    <a:lnTo>
                      <a:pt x="42" y="15"/>
                    </a:lnTo>
                    <a:lnTo>
                      <a:pt x="45" y="15"/>
                    </a:lnTo>
                    <a:lnTo>
                      <a:pt x="45" y="15"/>
                    </a:lnTo>
                    <a:lnTo>
                      <a:pt x="45" y="15"/>
                    </a:lnTo>
                    <a:lnTo>
                      <a:pt x="45" y="15"/>
                    </a:lnTo>
                    <a:lnTo>
                      <a:pt x="42" y="15"/>
                    </a:lnTo>
                    <a:lnTo>
                      <a:pt x="42" y="15"/>
                    </a:lnTo>
                    <a:lnTo>
                      <a:pt x="42" y="15"/>
                    </a:lnTo>
                    <a:lnTo>
                      <a:pt x="40" y="15"/>
                    </a:lnTo>
                    <a:lnTo>
                      <a:pt x="40" y="15"/>
                    </a:lnTo>
                    <a:lnTo>
                      <a:pt x="40" y="15"/>
                    </a:lnTo>
                    <a:lnTo>
                      <a:pt x="38" y="15"/>
                    </a:lnTo>
                    <a:lnTo>
                      <a:pt x="38" y="15"/>
                    </a:lnTo>
                    <a:lnTo>
                      <a:pt x="38" y="15"/>
                    </a:lnTo>
                    <a:lnTo>
                      <a:pt x="35" y="15"/>
                    </a:lnTo>
                    <a:lnTo>
                      <a:pt x="35" y="15"/>
                    </a:lnTo>
                    <a:lnTo>
                      <a:pt x="35" y="15"/>
                    </a:lnTo>
                    <a:lnTo>
                      <a:pt x="33" y="15"/>
                    </a:lnTo>
                    <a:lnTo>
                      <a:pt x="33" y="15"/>
                    </a:lnTo>
                    <a:lnTo>
                      <a:pt x="30" y="15"/>
                    </a:lnTo>
                    <a:lnTo>
                      <a:pt x="30" y="15"/>
                    </a:lnTo>
                    <a:lnTo>
                      <a:pt x="33" y="15"/>
                    </a:lnTo>
                    <a:lnTo>
                      <a:pt x="33" y="15"/>
                    </a:lnTo>
                    <a:lnTo>
                      <a:pt x="35" y="15"/>
                    </a:lnTo>
                    <a:lnTo>
                      <a:pt x="35" y="12"/>
                    </a:lnTo>
                    <a:lnTo>
                      <a:pt x="35" y="12"/>
                    </a:lnTo>
                    <a:lnTo>
                      <a:pt x="35" y="12"/>
                    </a:lnTo>
                    <a:lnTo>
                      <a:pt x="38" y="12"/>
                    </a:lnTo>
                    <a:lnTo>
                      <a:pt x="38" y="12"/>
                    </a:lnTo>
                    <a:lnTo>
                      <a:pt x="38" y="12"/>
                    </a:lnTo>
                    <a:lnTo>
                      <a:pt x="38" y="12"/>
                    </a:lnTo>
                    <a:lnTo>
                      <a:pt x="38" y="12"/>
                    </a:lnTo>
                    <a:lnTo>
                      <a:pt x="40" y="12"/>
                    </a:lnTo>
                    <a:lnTo>
                      <a:pt x="40" y="12"/>
                    </a:lnTo>
                    <a:lnTo>
                      <a:pt x="42" y="12"/>
                    </a:lnTo>
                    <a:lnTo>
                      <a:pt x="42" y="10"/>
                    </a:lnTo>
                    <a:lnTo>
                      <a:pt x="42" y="10"/>
                    </a:lnTo>
                    <a:lnTo>
                      <a:pt x="42" y="10"/>
                    </a:lnTo>
                    <a:lnTo>
                      <a:pt x="45" y="10"/>
                    </a:lnTo>
                    <a:lnTo>
                      <a:pt x="45" y="10"/>
                    </a:lnTo>
                    <a:lnTo>
                      <a:pt x="45" y="10"/>
                    </a:lnTo>
                    <a:lnTo>
                      <a:pt x="47" y="10"/>
                    </a:lnTo>
                    <a:lnTo>
                      <a:pt x="47" y="10"/>
                    </a:lnTo>
                    <a:lnTo>
                      <a:pt x="45" y="10"/>
                    </a:lnTo>
                    <a:lnTo>
                      <a:pt x="45" y="7"/>
                    </a:lnTo>
                    <a:lnTo>
                      <a:pt x="47" y="7"/>
                    </a:lnTo>
                    <a:lnTo>
                      <a:pt x="47" y="7"/>
                    </a:lnTo>
                    <a:lnTo>
                      <a:pt x="49" y="7"/>
                    </a:lnTo>
                    <a:lnTo>
                      <a:pt x="49" y="7"/>
                    </a:lnTo>
                    <a:lnTo>
                      <a:pt x="49" y="7"/>
                    </a:lnTo>
                    <a:lnTo>
                      <a:pt x="52" y="7"/>
                    </a:lnTo>
                    <a:lnTo>
                      <a:pt x="52" y="7"/>
                    </a:lnTo>
                    <a:lnTo>
                      <a:pt x="52" y="7"/>
                    </a:lnTo>
                    <a:lnTo>
                      <a:pt x="54" y="7"/>
                    </a:lnTo>
                    <a:lnTo>
                      <a:pt x="54" y="7"/>
                    </a:lnTo>
                    <a:lnTo>
                      <a:pt x="54" y="7"/>
                    </a:lnTo>
                    <a:lnTo>
                      <a:pt x="56" y="7"/>
                    </a:lnTo>
                    <a:lnTo>
                      <a:pt x="56" y="7"/>
                    </a:lnTo>
                    <a:lnTo>
                      <a:pt x="56" y="7"/>
                    </a:lnTo>
                    <a:lnTo>
                      <a:pt x="59" y="7"/>
                    </a:lnTo>
                    <a:lnTo>
                      <a:pt x="59" y="7"/>
                    </a:lnTo>
                    <a:lnTo>
                      <a:pt x="59" y="5"/>
                    </a:lnTo>
                    <a:lnTo>
                      <a:pt x="61" y="5"/>
                    </a:lnTo>
                    <a:lnTo>
                      <a:pt x="61" y="5"/>
                    </a:lnTo>
                    <a:lnTo>
                      <a:pt x="61" y="5"/>
                    </a:lnTo>
                    <a:lnTo>
                      <a:pt x="64" y="5"/>
                    </a:lnTo>
                    <a:lnTo>
                      <a:pt x="64" y="5"/>
                    </a:lnTo>
                    <a:lnTo>
                      <a:pt x="64" y="5"/>
                    </a:lnTo>
                    <a:lnTo>
                      <a:pt x="66" y="5"/>
                    </a:lnTo>
                    <a:lnTo>
                      <a:pt x="66" y="5"/>
                    </a:lnTo>
                    <a:lnTo>
                      <a:pt x="68" y="5"/>
                    </a:lnTo>
                    <a:lnTo>
                      <a:pt x="68" y="5"/>
                    </a:lnTo>
                    <a:lnTo>
                      <a:pt x="68" y="5"/>
                    </a:lnTo>
                    <a:lnTo>
                      <a:pt x="68" y="5"/>
                    </a:lnTo>
                    <a:lnTo>
                      <a:pt x="71" y="5"/>
                    </a:lnTo>
                    <a:lnTo>
                      <a:pt x="71" y="5"/>
                    </a:lnTo>
                    <a:lnTo>
                      <a:pt x="71" y="5"/>
                    </a:lnTo>
                    <a:lnTo>
                      <a:pt x="73" y="5"/>
                    </a:lnTo>
                    <a:lnTo>
                      <a:pt x="73" y="5"/>
                    </a:lnTo>
                    <a:lnTo>
                      <a:pt x="75" y="5"/>
                    </a:lnTo>
                    <a:lnTo>
                      <a:pt x="75" y="5"/>
                    </a:lnTo>
                    <a:lnTo>
                      <a:pt x="75" y="5"/>
                    </a:lnTo>
                    <a:lnTo>
                      <a:pt x="78" y="5"/>
                    </a:lnTo>
                    <a:lnTo>
                      <a:pt x="78" y="5"/>
                    </a:lnTo>
                    <a:lnTo>
                      <a:pt x="78" y="3"/>
                    </a:lnTo>
                    <a:lnTo>
                      <a:pt x="78" y="3"/>
                    </a:lnTo>
                    <a:lnTo>
                      <a:pt x="80" y="3"/>
                    </a:lnTo>
                    <a:lnTo>
                      <a:pt x="80" y="3"/>
                    </a:lnTo>
                    <a:lnTo>
                      <a:pt x="83" y="3"/>
                    </a:lnTo>
                    <a:lnTo>
                      <a:pt x="83" y="3"/>
                    </a:lnTo>
                    <a:lnTo>
                      <a:pt x="83" y="3"/>
                    </a:lnTo>
                    <a:lnTo>
                      <a:pt x="85" y="3"/>
                    </a:lnTo>
                    <a:lnTo>
                      <a:pt x="85" y="3"/>
                    </a:lnTo>
                    <a:lnTo>
                      <a:pt x="85" y="3"/>
                    </a:lnTo>
                    <a:lnTo>
                      <a:pt x="85" y="3"/>
                    </a:lnTo>
                    <a:lnTo>
                      <a:pt x="87" y="3"/>
                    </a:lnTo>
                    <a:lnTo>
                      <a:pt x="87" y="3"/>
                    </a:lnTo>
                    <a:lnTo>
                      <a:pt x="90" y="3"/>
                    </a:lnTo>
                    <a:lnTo>
                      <a:pt x="90" y="3"/>
                    </a:lnTo>
                    <a:lnTo>
                      <a:pt x="90" y="3"/>
                    </a:lnTo>
                    <a:lnTo>
                      <a:pt x="90" y="3"/>
                    </a:lnTo>
                    <a:lnTo>
                      <a:pt x="90" y="0"/>
                    </a:lnTo>
                    <a:lnTo>
                      <a:pt x="90" y="0"/>
                    </a:lnTo>
                    <a:lnTo>
                      <a:pt x="90" y="0"/>
                    </a:lnTo>
                    <a:lnTo>
                      <a:pt x="92" y="0"/>
                    </a:lnTo>
                    <a:lnTo>
                      <a:pt x="92" y="0"/>
                    </a:lnTo>
                    <a:lnTo>
                      <a:pt x="92" y="0"/>
                    </a:lnTo>
                    <a:lnTo>
                      <a:pt x="94" y="0"/>
                    </a:lnTo>
                    <a:lnTo>
                      <a:pt x="94" y="0"/>
                    </a:lnTo>
                    <a:lnTo>
                      <a:pt x="94" y="0"/>
                    </a:lnTo>
                    <a:lnTo>
                      <a:pt x="97" y="0"/>
                    </a:lnTo>
                    <a:lnTo>
                      <a:pt x="97" y="0"/>
                    </a:lnTo>
                    <a:lnTo>
                      <a:pt x="97" y="0"/>
                    </a:lnTo>
                    <a:lnTo>
                      <a:pt x="99" y="0"/>
                    </a:lnTo>
                    <a:lnTo>
                      <a:pt x="99" y="0"/>
                    </a:lnTo>
                    <a:lnTo>
                      <a:pt x="101" y="0"/>
                    </a:lnTo>
                    <a:lnTo>
                      <a:pt x="101" y="0"/>
                    </a:lnTo>
                    <a:lnTo>
                      <a:pt x="101" y="0"/>
                    </a:lnTo>
                    <a:lnTo>
                      <a:pt x="104" y="0"/>
                    </a:lnTo>
                    <a:lnTo>
                      <a:pt x="104" y="0"/>
                    </a:lnTo>
                    <a:lnTo>
                      <a:pt x="104" y="0"/>
                    </a:lnTo>
                    <a:lnTo>
                      <a:pt x="106" y="0"/>
                    </a:lnTo>
                    <a:lnTo>
                      <a:pt x="106" y="0"/>
                    </a:lnTo>
                    <a:lnTo>
                      <a:pt x="106" y="0"/>
                    </a:lnTo>
                    <a:lnTo>
                      <a:pt x="109" y="0"/>
                    </a:lnTo>
                    <a:lnTo>
                      <a:pt x="109" y="0"/>
                    </a:lnTo>
                    <a:lnTo>
                      <a:pt x="109" y="3"/>
                    </a:lnTo>
                    <a:lnTo>
                      <a:pt x="109" y="3"/>
                    </a:lnTo>
                    <a:lnTo>
                      <a:pt x="109" y="3"/>
                    </a:lnTo>
                    <a:lnTo>
                      <a:pt x="109" y="3"/>
                    </a:lnTo>
                    <a:lnTo>
                      <a:pt x="109" y="3"/>
                    </a:lnTo>
                    <a:lnTo>
                      <a:pt x="111" y="3"/>
                    </a:lnTo>
                    <a:lnTo>
                      <a:pt x="111" y="3"/>
                    </a:lnTo>
                    <a:lnTo>
                      <a:pt x="111" y="3"/>
                    </a:lnTo>
                    <a:lnTo>
                      <a:pt x="113" y="3"/>
                    </a:lnTo>
                    <a:lnTo>
                      <a:pt x="113" y="3"/>
                    </a:lnTo>
                    <a:lnTo>
                      <a:pt x="113" y="3"/>
                    </a:lnTo>
                    <a:lnTo>
                      <a:pt x="116" y="3"/>
                    </a:lnTo>
                    <a:lnTo>
                      <a:pt x="116" y="3"/>
                    </a:lnTo>
                    <a:lnTo>
                      <a:pt x="116" y="5"/>
                    </a:lnTo>
                    <a:lnTo>
                      <a:pt x="116" y="5"/>
                    </a:lnTo>
                    <a:lnTo>
                      <a:pt x="118" y="5"/>
                    </a:lnTo>
                    <a:lnTo>
                      <a:pt x="118" y="5"/>
                    </a:lnTo>
                    <a:lnTo>
                      <a:pt x="118" y="5"/>
                    </a:lnTo>
                    <a:lnTo>
                      <a:pt x="120" y="5"/>
                    </a:lnTo>
                    <a:lnTo>
                      <a:pt x="120" y="5"/>
                    </a:lnTo>
                    <a:lnTo>
                      <a:pt x="120" y="5"/>
                    </a:lnTo>
                    <a:lnTo>
                      <a:pt x="123" y="5"/>
                    </a:lnTo>
                    <a:lnTo>
                      <a:pt x="123" y="7"/>
                    </a:lnTo>
                    <a:lnTo>
                      <a:pt x="123" y="7"/>
                    </a:lnTo>
                    <a:lnTo>
                      <a:pt x="123" y="7"/>
                    </a:lnTo>
                    <a:lnTo>
                      <a:pt x="125" y="7"/>
                    </a:lnTo>
                    <a:lnTo>
                      <a:pt x="125" y="7"/>
                    </a:lnTo>
                    <a:lnTo>
                      <a:pt x="125" y="7"/>
                    </a:lnTo>
                    <a:lnTo>
                      <a:pt x="125" y="10"/>
                    </a:lnTo>
                    <a:lnTo>
                      <a:pt x="127" y="10"/>
                    </a:lnTo>
                    <a:lnTo>
                      <a:pt x="127" y="10"/>
                    </a:lnTo>
                    <a:lnTo>
                      <a:pt x="127" y="10"/>
                    </a:lnTo>
                    <a:lnTo>
                      <a:pt x="130" y="10"/>
                    </a:lnTo>
                    <a:lnTo>
                      <a:pt x="130" y="10"/>
                    </a:lnTo>
                    <a:lnTo>
                      <a:pt x="130" y="10"/>
                    </a:lnTo>
                    <a:lnTo>
                      <a:pt x="132" y="10"/>
                    </a:lnTo>
                    <a:lnTo>
                      <a:pt x="132" y="10"/>
                    </a:lnTo>
                    <a:lnTo>
                      <a:pt x="132" y="10"/>
                    </a:lnTo>
                    <a:lnTo>
                      <a:pt x="135" y="10"/>
                    </a:lnTo>
                    <a:lnTo>
                      <a:pt x="135" y="10"/>
                    </a:lnTo>
                    <a:lnTo>
                      <a:pt x="135" y="10"/>
                    </a:lnTo>
                    <a:lnTo>
                      <a:pt x="137" y="10"/>
                    </a:lnTo>
                    <a:lnTo>
                      <a:pt x="137" y="12"/>
                    </a:lnTo>
                    <a:lnTo>
                      <a:pt x="137" y="12"/>
                    </a:lnTo>
                    <a:lnTo>
                      <a:pt x="137" y="12"/>
                    </a:lnTo>
                    <a:lnTo>
                      <a:pt x="139" y="12"/>
                    </a:lnTo>
                    <a:lnTo>
                      <a:pt x="139" y="12"/>
                    </a:lnTo>
                    <a:lnTo>
                      <a:pt x="142" y="12"/>
                    </a:lnTo>
                    <a:lnTo>
                      <a:pt x="142" y="12"/>
                    </a:lnTo>
                    <a:lnTo>
                      <a:pt x="142" y="12"/>
                    </a:lnTo>
                    <a:lnTo>
                      <a:pt x="144" y="12"/>
                    </a:lnTo>
                    <a:lnTo>
                      <a:pt x="144" y="12"/>
                    </a:lnTo>
                    <a:lnTo>
                      <a:pt x="144" y="12"/>
                    </a:lnTo>
                    <a:lnTo>
                      <a:pt x="144" y="12"/>
                    </a:lnTo>
                    <a:lnTo>
                      <a:pt x="146" y="12"/>
                    </a:lnTo>
                    <a:lnTo>
                      <a:pt x="146" y="12"/>
                    </a:lnTo>
                    <a:lnTo>
                      <a:pt x="149" y="12"/>
                    </a:lnTo>
                    <a:lnTo>
                      <a:pt x="149" y="12"/>
                    </a:lnTo>
                    <a:lnTo>
                      <a:pt x="149" y="12"/>
                    </a:lnTo>
                    <a:lnTo>
                      <a:pt x="149" y="12"/>
                    </a:lnTo>
                    <a:lnTo>
                      <a:pt x="151" y="12"/>
                    </a:lnTo>
                    <a:lnTo>
                      <a:pt x="151" y="15"/>
                    </a:lnTo>
                    <a:lnTo>
                      <a:pt x="151" y="1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3" name="Freeform 61"/>
              <p:cNvSpPr>
                <a:spLocks/>
              </p:cNvSpPr>
              <p:nvPr/>
            </p:nvSpPr>
            <p:spPr bwMode="auto">
              <a:xfrm>
                <a:off x="1934" y="798"/>
                <a:ext cx="379" cy="168"/>
              </a:xfrm>
              <a:custGeom>
                <a:avLst/>
                <a:gdLst/>
                <a:ahLst/>
                <a:cxnLst>
                  <a:cxn ang="0">
                    <a:pos x="185" y="24"/>
                  </a:cxn>
                  <a:cxn ang="0">
                    <a:pos x="199" y="24"/>
                  </a:cxn>
                  <a:cxn ang="0">
                    <a:pos x="211" y="19"/>
                  </a:cxn>
                  <a:cxn ang="0">
                    <a:pos x="234" y="19"/>
                  </a:cxn>
                  <a:cxn ang="0">
                    <a:pos x="253" y="21"/>
                  </a:cxn>
                  <a:cxn ang="0">
                    <a:pos x="275" y="17"/>
                  </a:cxn>
                  <a:cxn ang="0">
                    <a:pos x="296" y="14"/>
                  </a:cxn>
                  <a:cxn ang="0">
                    <a:pos x="308" y="10"/>
                  </a:cxn>
                  <a:cxn ang="0">
                    <a:pos x="329" y="5"/>
                  </a:cxn>
                  <a:cxn ang="0">
                    <a:pos x="353" y="0"/>
                  </a:cxn>
                  <a:cxn ang="0">
                    <a:pos x="372" y="5"/>
                  </a:cxn>
                  <a:cxn ang="0">
                    <a:pos x="374" y="14"/>
                  </a:cxn>
                  <a:cxn ang="0">
                    <a:pos x="353" y="21"/>
                  </a:cxn>
                  <a:cxn ang="0">
                    <a:pos x="331" y="26"/>
                  </a:cxn>
                  <a:cxn ang="0">
                    <a:pos x="310" y="28"/>
                  </a:cxn>
                  <a:cxn ang="0">
                    <a:pos x="289" y="33"/>
                  </a:cxn>
                  <a:cxn ang="0">
                    <a:pos x="265" y="36"/>
                  </a:cxn>
                  <a:cxn ang="0">
                    <a:pos x="248" y="38"/>
                  </a:cxn>
                  <a:cxn ang="0">
                    <a:pos x="227" y="43"/>
                  </a:cxn>
                  <a:cxn ang="0">
                    <a:pos x="208" y="47"/>
                  </a:cxn>
                  <a:cxn ang="0">
                    <a:pos x="196" y="52"/>
                  </a:cxn>
                  <a:cxn ang="0">
                    <a:pos x="185" y="59"/>
                  </a:cxn>
                  <a:cxn ang="0">
                    <a:pos x="168" y="62"/>
                  </a:cxn>
                  <a:cxn ang="0">
                    <a:pos x="163" y="71"/>
                  </a:cxn>
                  <a:cxn ang="0">
                    <a:pos x="154" y="73"/>
                  </a:cxn>
                  <a:cxn ang="0">
                    <a:pos x="140" y="78"/>
                  </a:cxn>
                  <a:cxn ang="0">
                    <a:pos x="130" y="90"/>
                  </a:cxn>
                  <a:cxn ang="0">
                    <a:pos x="116" y="95"/>
                  </a:cxn>
                  <a:cxn ang="0">
                    <a:pos x="104" y="104"/>
                  </a:cxn>
                  <a:cxn ang="0">
                    <a:pos x="90" y="114"/>
                  </a:cxn>
                  <a:cxn ang="0">
                    <a:pos x="88" y="130"/>
                  </a:cxn>
                  <a:cxn ang="0">
                    <a:pos x="99" y="145"/>
                  </a:cxn>
                  <a:cxn ang="0">
                    <a:pos x="116" y="154"/>
                  </a:cxn>
                  <a:cxn ang="0">
                    <a:pos x="130" y="161"/>
                  </a:cxn>
                  <a:cxn ang="0">
                    <a:pos x="118" y="166"/>
                  </a:cxn>
                  <a:cxn ang="0">
                    <a:pos x="104" y="166"/>
                  </a:cxn>
                  <a:cxn ang="0">
                    <a:pos x="88" y="164"/>
                  </a:cxn>
                  <a:cxn ang="0">
                    <a:pos x="66" y="164"/>
                  </a:cxn>
                  <a:cxn ang="0">
                    <a:pos x="47" y="161"/>
                  </a:cxn>
                  <a:cxn ang="0">
                    <a:pos x="45" y="152"/>
                  </a:cxn>
                  <a:cxn ang="0">
                    <a:pos x="35" y="152"/>
                  </a:cxn>
                  <a:cxn ang="0">
                    <a:pos x="26" y="149"/>
                  </a:cxn>
                  <a:cxn ang="0">
                    <a:pos x="19" y="142"/>
                  </a:cxn>
                  <a:cxn ang="0">
                    <a:pos x="2" y="137"/>
                  </a:cxn>
                  <a:cxn ang="0">
                    <a:pos x="9" y="123"/>
                  </a:cxn>
                  <a:cxn ang="0">
                    <a:pos x="26" y="119"/>
                  </a:cxn>
                  <a:cxn ang="0">
                    <a:pos x="28" y="107"/>
                  </a:cxn>
                  <a:cxn ang="0">
                    <a:pos x="43" y="97"/>
                  </a:cxn>
                  <a:cxn ang="0">
                    <a:pos x="57" y="92"/>
                  </a:cxn>
                  <a:cxn ang="0">
                    <a:pos x="47" y="85"/>
                  </a:cxn>
                  <a:cxn ang="0">
                    <a:pos x="66" y="78"/>
                  </a:cxn>
                  <a:cxn ang="0">
                    <a:pos x="85" y="73"/>
                  </a:cxn>
                  <a:cxn ang="0">
                    <a:pos x="83" y="69"/>
                  </a:cxn>
                  <a:cxn ang="0">
                    <a:pos x="92" y="64"/>
                  </a:cxn>
                  <a:cxn ang="0">
                    <a:pos x="102" y="59"/>
                  </a:cxn>
                  <a:cxn ang="0">
                    <a:pos x="99" y="55"/>
                  </a:cxn>
                  <a:cxn ang="0">
                    <a:pos x="95" y="52"/>
                  </a:cxn>
                  <a:cxn ang="0">
                    <a:pos x="109" y="50"/>
                  </a:cxn>
                  <a:cxn ang="0">
                    <a:pos x="121" y="43"/>
                  </a:cxn>
                  <a:cxn ang="0">
                    <a:pos x="132" y="38"/>
                  </a:cxn>
                  <a:cxn ang="0">
                    <a:pos x="154" y="33"/>
                  </a:cxn>
                  <a:cxn ang="0">
                    <a:pos x="168" y="26"/>
                  </a:cxn>
                </a:cxnLst>
                <a:rect l="0" t="0" r="r" b="b"/>
                <a:pathLst>
                  <a:path w="379" h="168">
                    <a:moveTo>
                      <a:pt x="168" y="26"/>
                    </a:moveTo>
                    <a:lnTo>
                      <a:pt x="168" y="28"/>
                    </a:lnTo>
                    <a:lnTo>
                      <a:pt x="170" y="28"/>
                    </a:lnTo>
                    <a:lnTo>
                      <a:pt x="170" y="28"/>
                    </a:lnTo>
                    <a:lnTo>
                      <a:pt x="173" y="28"/>
                    </a:lnTo>
                    <a:lnTo>
                      <a:pt x="173" y="28"/>
                    </a:lnTo>
                    <a:lnTo>
                      <a:pt x="173" y="28"/>
                    </a:lnTo>
                    <a:lnTo>
                      <a:pt x="175" y="28"/>
                    </a:lnTo>
                    <a:lnTo>
                      <a:pt x="175" y="28"/>
                    </a:lnTo>
                    <a:lnTo>
                      <a:pt x="175" y="28"/>
                    </a:lnTo>
                    <a:lnTo>
                      <a:pt x="175" y="28"/>
                    </a:lnTo>
                    <a:lnTo>
                      <a:pt x="177" y="28"/>
                    </a:lnTo>
                    <a:lnTo>
                      <a:pt x="177" y="28"/>
                    </a:lnTo>
                    <a:lnTo>
                      <a:pt x="180" y="28"/>
                    </a:lnTo>
                    <a:lnTo>
                      <a:pt x="180" y="28"/>
                    </a:lnTo>
                    <a:lnTo>
                      <a:pt x="180" y="28"/>
                    </a:lnTo>
                    <a:lnTo>
                      <a:pt x="180" y="28"/>
                    </a:lnTo>
                    <a:lnTo>
                      <a:pt x="182" y="28"/>
                    </a:lnTo>
                    <a:lnTo>
                      <a:pt x="182" y="28"/>
                    </a:lnTo>
                    <a:lnTo>
                      <a:pt x="182" y="28"/>
                    </a:lnTo>
                    <a:lnTo>
                      <a:pt x="185" y="28"/>
                    </a:lnTo>
                    <a:lnTo>
                      <a:pt x="185" y="26"/>
                    </a:lnTo>
                    <a:lnTo>
                      <a:pt x="185" y="26"/>
                    </a:lnTo>
                    <a:lnTo>
                      <a:pt x="187" y="26"/>
                    </a:lnTo>
                    <a:lnTo>
                      <a:pt x="187" y="26"/>
                    </a:lnTo>
                    <a:lnTo>
                      <a:pt x="185" y="26"/>
                    </a:lnTo>
                    <a:lnTo>
                      <a:pt x="185" y="24"/>
                    </a:lnTo>
                    <a:lnTo>
                      <a:pt x="185" y="24"/>
                    </a:lnTo>
                    <a:lnTo>
                      <a:pt x="182" y="24"/>
                    </a:lnTo>
                    <a:lnTo>
                      <a:pt x="182" y="24"/>
                    </a:lnTo>
                    <a:lnTo>
                      <a:pt x="182" y="24"/>
                    </a:lnTo>
                    <a:lnTo>
                      <a:pt x="182" y="24"/>
                    </a:lnTo>
                    <a:lnTo>
                      <a:pt x="182" y="24"/>
                    </a:lnTo>
                    <a:lnTo>
                      <a:pt x="182" y="24"/>
                    </a:lnTo>
                    <a:lnTo>
                      <a:pt x="185" y="24"/>
                    </a:lnTo>
                    <a:lnTo>
                      <a:pt x="185" y="24"/>
                    </a:lnTo>
                    <a:lnTo>
                      <a:pt x="185" y="24"/>
                    </a:lnTo>
                    <a:lnTo>
                      <a:pt x="187" y="24"/>
                    </a:lnTo>
                    <a:lnTo>
                      <a:pt x="187" y="24"/>
                    </a:lnTo>
                    <a:lnTo>
                      <a:pt x="187" y="24"/>
                    </a:lnTo>
                    <a:lnTo>
                      <a:pt x="189" y="24"/>
                    </a:lnTo>
                    <a:lnTo>
                      <a:pt x="189" y="24"/>
                    </a:lnTo>
                    <a:lnTo>
                      <a:pt x="189" y="24"/>
                    </a:lnTo>
                    <a:lnTo>
                      <a:pt x="192" y="24"/>
                    </a:lnTo>
                    <a:lnTo>
                      <a:pt x="192" y="21"/>
                    </a:lnTo>
                    <a:lnTo>
                      <a:pt x="192" y="21"/>
                    </a:lnTo>
                    <a:lnTo>
                      <a:pt x="194" y="21"/>
                    </a:lnTo>
                    <a:lnTo>
                      <a:pt x="194" y="21"/>
                    </a:lnTo>
                    <a:lnTo>
                      <a:pt x="194" y="21"/>
                    </a:lnTo>
                    <a:lnTo>
                      <a:pt x="196" y="21"/>
                    </a:lnTo>
                    <a:lnTo>
                      <a:pt x="196" y="24"/>
                    </a:lnTo>
                    <a:lnTo>
                      <a:pt x="194" y="24"/>
                    </a:lnTo>
                    <a:lnTo>
                      <a:pt x="194" y="24"/>
                    </a:lnTo>
                    <a:lnTo>
                      <a:pt x="196" y="24"/>
                    </a:lnTo>
                    <a:lnTo>
                      <a:pt x="196" y="24"/>
                    </a:lnTo>
                    <a:lnTo>
                      <a:pt x="199" y="24"/>
                    </a:lnTo>
                    <a:lnTo>
                      <a:pt x="199" y="24"/>
                    </a:lnTo>
                    <a:lnTo>
                      <a:pt x="199" y="24"/>
                    </a:lnTo>
                    <a:lnTo>
                      <a:pt x="201" y="24"/>
                    </a:lnTo>
                    <a:lnTo>
                      <a:pt x="201" y="24"/>
                    </a:lnTo>
                    <a:lnTo>
                      <a:pt x="201" y="24"/>
                    </a:lnTo>
                    <a:lnTo>
                      <a:pt x="201" y="24"/>
                    </a:lnTo>
                    <a:lnTo>
                      <a:pt x="203" y="24"/>
                    </a:lnTo>
                    <a:lnTo>
                      <a:pt x="203" y="24"/>
                    </a:lnTo>
                    <a:lnTo>
                      <a:pt x="206" y="24"/>
                    </a:lnTo>
                    <a:lnTo>
                      <a:pt x="206" y="24"/>
                    </a:lnTo>
                    <a:lnTo>
                      <a:pt x="206" y="24"/>
                    </a:lnTo>
                    <a:lnTo>
                      <a:pt x="208" y="24"/>
                    </a:lnTo>
                    <a:lnTo>
                      <a:pt x="208" y="24"/>
                    </a:lnTo>
                    <a:lnTo>
                      <a:pt x="206" y="24"/>
                    </a:lnTo>
                    <a:lnTo>
                      <a:pt x="206" y="24"/>
                    </a:lnTo>
                    <a:lnTo>
                      <a:pt x="206" y="24"/>
                    </a:lnTo>
                    <a:lnTo>
                      <a:pt x="203" y="24"/>
                    </a:lnTo>
                    <a:lnTo>
                      <a:pt x="203" y="24"/>
                    </a:lnTo>
                    <a:lnTo>
                      <a:pt x="206" y="24"/>
                    </a:lnTo>
                    <a:lnTo>
                      <a:pt x="206" y="21"/>
                    </a:lnTo>
                    <a:lnTo>
                      <a:pt x="206" y="21"/>
                    </a:lnTo>
                    <a:lnTo>
                      <a:pt x="206" y="21"/>
                    </a:lnTo>
                    <a:lnTo>
                      <a:pt x="206" y="21"/>
                    </a:lnTo>
                    <a:lnTo>
                      <a:pt x="206" y="19"/>
                    </a:lnTo>
                    <a:lnTo>
                      <a:pt x="208" y="19"/>
                    </a:lnTo>
                    <a:lnTo>
                      <a:pt x="208" y="19"/>
                    </a:lnTo>
                    <a:lnTo>
                      <a:pt x="208" y="19"/>
                    </a:lnTo>
                    <a:lnTo>
                      <a:pt x="211" y="19"/>
                    </a:lnTo>
                    <a:lnTo>
                      <a:pt x="211" y="19"/>
                    </a:lnTo>
                    <a:lnTo>
                      <a:pt x="213" y="19"/>
                    </a:lnTo>
                    <a:lnTo>
                      <a:pt x="213" y="19"/>
                    </a:lnTo>
                    <a:lnTo>
                      <a:pt x="213" y="19"/>
                    </a:lnTo>
                    <a:lnTo>
                      <a:pt x="215" y="19"/>
                    </a:lnTo>
                    <a:lnTo>
                      <a:pt x="215" y="19"/>
                    </a:lnTo>
                    <a:lnTo>
                      <a:pt x="215" y="19"/>
                    </a:lnTo>
                    <a:lnTo>
                      <a:pt x="218" y="19"/>
                    </a:lnTo>
                    <a:lnTo>
                      <a:pt x="218" y="19"/>
                    </a:lnTo>
                    <a:lnTo>
                      <a:pt x="220" y="19"/>
                    </a:lnTo>
                    <a:lnTo>
                      <a:pt x="220" y="19"/>
                    </a:lnTo>
                    <a:lnTo>
                      <a:pt x="220" y="19"/>
                    </a:lnTo>
                    <a:lnTo>
                      <a:pt x="220" y="19"/>
                    </a:lnTo>
                    <a:lnTo>
                      <a:pt x="222" y="19"/>
                    </a:lnTo>
                    <a:lnTo>
                      <a:pt x="222" y="19"/>
                    </a:lnTo>
                    <a:lnTo>
                      <a:pt x="222" y="19"/>
                    </a:lnTo>
                    <a:lnTo>
                      <a:pt x="222" y="19"/>
                    </a:lnTo>
                    <a:lnTo>
                      <a:pt x="225" y="19"/>
                    </a:lnTo>
                    <a:lnTo>
                      <a:pt x="225" y="19"/>
                    </a:lnTo>
                    <a:lnTo>
                      <a:pt x="227" y="19"/>
                    </a:lnTo>
                    <a:lnTo>
                      <a:pt x="227" y="19"/>
                    </a:lnTo>
                    <a:lnTo>
                      <a:pt x="227" y="19"/>
                    </a:lnTo>
                    <a:lnTo>
                      <a:pt x="230" y="19"/>
                    </a:lnTo>
                    <a:lnTo>
                      <a:pt x="230" y="19"/>
                    </a:lnTo>
                    <a:lnTo>
                      <a:pt x="232" y="19"/>
                    </a:lnTo>
                    <a:lnTo>
                      <a:pt x="232" y="19"/>
                    </a:lnTo>
                    <a:lnTo>
                      <a:pt x="232" y="19"/>
                    </a:lnTo>
                    <a:lnTo>
                      <a:pt x="234" y="19"/>
                    </a:lnTo>
                    <a:lnTo>
                      <a:pt x="234" y="19"/>
                    </a:lnTo>
                    <a:lnTo>
                      <a:pt x="234" y="19"/>
                    </a:lnTo>
                    <a:lnTo>
                      <a:pt x="237" y="19"/>
                    </a:lnTo>
                    <a:lnTo>
                      <a:pt x="237" y="21"/>
                    </a:lnTo>
                    <a:lnTo>
                      <a:pt x="237" y="21"/>
                    </a:lnTo>
                    <a:lnTo>
                      <a:pt x="237" y="21"/>
                    </a:lnTo>
                    <a:lnTo>
                      <a:pt x="239" y="21"/>
                    </a:lnTo>
                    <a:lnTo>
                      <a:pt x="239" y="21"/>
                    </a:lnTo>
                    <a:lnTo>
                      <a:pt x="239" y="21"/>
                    </a:lnTo>
                    <a:lnTo>
                      <a:pt x="239" y="21"/>
                    </a:lnTo>
                    <a:lnTo>
                      <a:pt x="241" y="21"/>
                    </a:lnTo>
                    <a:lnTo>
                      <a:pt x="241" y="21"/>
                    </a:lnTo>
                    <a:lnTo>
                      <a:pt x="241" y="21"/>
                    </a:lnTo>
                    <a:lnTo>
                      <a:pt x="241" y="21"/>
                    </a:lnTo>
                    <a:lnTo>
                      <a:pt x="241" y="21"/>
                    </a:lnTo>
                    <a:lnTo>
                      <a:pt x="241" y="19"/>
                    </a:lnTo>
                    <a:lnTo>
                      <a:pt x="244" y="19"/>
                    </a:lnTo>
                    <a:lnTo>
                      <a:pt x="244" y="19"/>
                    </a:lnTo>
                    <a:lnTo>
                      <a:pt x="246" y="19"/>
                    </a:lnTo>
                    <a:lnTo>
                      <a:pt x="246" y="21"/>
                    </a:lnTo>
                    <a:lnTo>
                      <a:pt x="246" y="21"/>
                    </a:lnTo>
                    <a:lnTo>
                      <a:pt x="246" y="21"/>
                    </a:lnTo>
                    <a:lnTo>
                      <a:pt x="248" y="21"/>
                    </a:lnTo>
                    <a:lnTo>
                      <a:pt x="248" y="21"/>
                    </a:lnTo>
                    <a:lnTo>
                      <a:pt x="248" y="21"/>
                    </a:lnTo>
                    <a:lnTo>
                      <a:pt x="251" y="21"/>
                    </a:lnTo>
                    <a:lnTo>
                      <a:pt x="251" y="21"/>
                    </a:lnTo>
                    <a:lnTo>
                      <a:pt x="253" y="21"/>
                    </a:lnTo>
                    <a:lnTo>
                      <a:pt x="253" y="21"/>
                    </a:lnTo>
                    <a:lnTo>
                      <a:pt x="253" y="21"/>
                    </a:lnTo>
                    <a:lnTo>
                      <a:pt x="253" y="19"/>
                    </a:lnTo>
                    <a:lnTo>
                      <a:pt x="256" y="19"/>
                    </a:lnTo>
                    <a:lnTo>
                      <a:pt x="256" y="19"/>
                    </a:lnTo>
                    <a:lnTo>
                      <a:pt x="256" y="19"/>
                    </a:lnTo>
                    <a:lnTo>
                      <a:pt x="258" y="19"/>
                    </a:lnTo>
                    <a:lnTo>
                      <a:pt x="258" y="19"/>
                    </a:lnTo>
                    <a:lnTo>
                      <a:pt x="260" y="19"/>
                    </a:lnTo>
                    <a:lnTo>
                      <a:pt x="260" y="19"/>
                    </a:lnTo>
                    <a:lnTo>
                      <a:pt x="260" y="19"/>
                    </a:lnTo>
                    <a:lnTo>
                      <a:pt x="260" y="19"/>
                    </a:lnTo>
                    <a:lnTo>
                      <a:pt x="263" y="19"/>
                    </a:lnTo>
                    <a:lnTo>
                      <a:pt x="263" y="19"/>
                    </a:lnTo>
                    <a:lnTo>
                      <a:pt x="265" y="19"/>
                    </a:lnTo>
                    <a:lnTo>
                      <a:pt x="265" y="19"/>
                    </a:lnTo>
                    <a:lnTo>
                      <a:pt x="265" y="19"/>
                    </a:lnTo>
                    <a:lnTo>
                      <a:pt x="267" y="19"/>
                    </a:lnTo>
                    <a:lnTo>
                      <a:pt x="267" y="19"/>
                    </a:lnTo>
                    <a:lnTo>
                      <a:pt x="267" y="19"/>
                    </a:lnTo>
                    <a:lnTo>
                      <a:pt x="270" y="19"/>
                    </a:lnTo>
                    <a:lnTo>
                      <a:pt x="270" y="19"/>
                    </a:lnTo>
                    <a:lnTo>
                      <a:pt x="272" y="19"/>
                    </a:lnTo>
                    <a:lnTo>
                      <a:pt x="272" y="19"/>
                    </a:lnTo>
                    <a:lnTo>
                      <a:pt x="272" y="19"/>
                    </a:lnTo>
                    <a:lnTo>
                      <a:pt x="275" y="19"/>
                    </a:lnTo>
                    <a:lnTo>
                      <a:pt x="275" y="19"/>
                    </a:lnTo>
                    <a:lnTo>
                      <a:pt x="275" y="17"/>
                    </a:lnTo>
                    <a:lnTo>
                      <a:pt x="275" y="17"/>
                    </a:lnTo>
                    <a:lnTo>
                      <a:pt x="277" y="17"/>
                    </a:lnTo>
                    <a:lnTo>
                      <a:pt x="277" y="17"/>
                    </a:lnTo>
                    <a:lnTo>
                      <a:pt x="279" y="17"/>
                    </a:lnTo>
                    <a:lnTo>
                      <a:pt x="279" y="17"/>
                    </a:lnTo>
                    <a:lnTo>
                      <a:pt x="279" y="17"/>
                    </a:lnTo>
                    <a:lnTo>
                      <a:pt x="279" y="17"/>
                    </a:lnTo>
                    <a:lnTo>
                      <a:pt x="282" y="17"/>
                    </a:lnTo>
                    <a:lnTo>
                      <a:pt x="282" y="17"/>
                    </a:lnTo>
                    <a:lnTo>
                      <a:pt x="282" y="17"/>
                    </a:lnTo>
                    <a:lnTo>
                      <a:pt x="282" y="17"/>
                    </a:lnTo>
                    <a:lnTo>
                      <a:pt x="284" y="17"/>
                    </a:lnTo>
                    <a:lnTo>
                      <a:pt x="284" y="17"/>
                    </a:lnTo>
                    <a:lnTo>
                      <a:pt x="284" y="17"/>
                    </a:lnTo>
                    <a:lnTo>
                      <a:pt x="284" y="14"/>
                    </a:lnTo>
                    <a:lnTo>
                      <a:pt x="286" y="14"/>
                    </a:lnTo>
                    <a:lnTo>
                      <a:pt x="286" y="14"/>
                    </a:lnTo>
                    <a:lnTo>
                      <a:pt x="286" y="14"/>
                    </a:lnTo>
                    <a:lnTo>
                      <a:pt x="286" y="14"/>
                    </a:lnTo>
                    <a:lnTo>
                      <a:pt x="289" y="14"/>
                    </a:lnTo>
                    <a:lnTo>
                      <a:pt x="289" y="14"/>
                    </a:lnTo>
                    <a:lnTo>
                      <a:pt x="289" y="14"/>
                    </a:lnTo>
                    <a:lnTo>
                      <a:pt x="291" y="14"/>
                    </a:lnTo>
                    <a:lnTo>
                      <a:pt x="291" y="14"/>
                    </a:lnTo>
                    <a:lnTo>
                      <a:pt x="293" y="14"/>
                    </a:lnTo>
                    <a:lnTo>
                      <a:pt x="293" y="14"/>
                    </a:lnTo>
                    <a:lnTo>
                      <a:pt x="293" y="14"/>
                    </a:lnTo>
                    <a:lnTo>
                      <a:pt x="296" y="14"/>
                    </a:lnTo>
                    <a:lnTo>
                      <a:pt x="296" y="14"/>
                    </a:lnTo>
                    <a:lnTo>
                      <a:pt x="296" y="14"/>
                    </a:lnTo>
                    <a:lnTo>
                      <a:pt x="298" y="14"/>
                    </a:lnTo>
                    <a:lnTo>
                      <a:pt x="298" y="14"/>
                    </a:lnTo>
                    <a:lnTo>
                      <a:pt x="298" y="14"/>
                    </a:lnTo>
                    <a:lnTo>
                      <a:pt x="301" y="14"/>
                    </a:lnTo>
                    <a:lnTo>
                      <a:pt x="301" y="12"/>
                    </a:lnTo>
                    <a:lnTo>
                      <a:pt x="301" y="12"/>
                    </a:lnTo>
                    <a:lnTo>
                      <a:pt x="301" y="12"/>
                    </a:lnTo>
                    <a:lnTo>
                      <a:pt x="303" y="12"/>
                    </a:lnTo>
                    <a:lnTo>
                      <a:pt x="303" y="12"/>
                    </a:lnTo>
                    <a:lnTo>
                      <a:pt x="305" y="12"/>
                    </a:lnTo>
                    <a:lnTo>
                      <a:pt x="305" y="12"/>
                    </a:lnTo>
                    <a:lnTo>
                      <a:pt x="305" y="12"/>
                    </a:lnTo>
                    <a:lnTo>
                      <a:pt x="305" y="14"/>
                    </a:lnTo>
                    <a:lnTo>
                      <a:pt x="308" y="14"/>
                    </a:lnTo>
                    <a:lnTo>
                      <a:pt x="308" y="14"/>
                    </a:lnTo>
                    <a:lnTo>
                      <a:pt x="308" y="14"/>
                    </a:lnTo>
                    <a:lnTo>
                      <a:pt x="310" y="14"/>
                    </a:lnTo>
                    <a:lnTo>
                      <a:pt x="310" y="14"/>
                    </a:lnTo>
                    <a:lnTo>
                      <a:pt x="312" y="14"/>
                    </a:lnTo>
                    <a:lnTo>
                      <a:pt x="312" y="12"/>
                    </a:lnTo>
                    <a:lnTo>
                      <a:pt x="310" y="12"/>
                    </a:lnTo>
                    <a:lnTo>
                      <a:pt x="310" y="12"/>
                    </a:lnTo>
                    <a:lnTo>
                      <a:pt x="310" y="12"/>
                    </a:lnTo>
                    <a:lnTo>
                      <a:pt x="308" y="12"/>
                    </a:lnTo>
                    <a:lnTo>
                      <a:pt x="308" y="10"/>
                    </a:lnTo>
                    <a:lnTo>
                      <a:pt x="308" y="10"/>
                    </a:lnTo>
                    <a:lnTo>
                      <a:pt x="310" y="10"/>
                    </a:lnTo>
                    <a:lnTo>
                      <a:pt x="310" y="10"/>
                    </a:lnTo>
                    <a:lnTo>
                      <a:pt x="310" y="7"/>
                    </a:lnTo>
                    <a:lnTo>
                      <a:pt x="312" y="7"/>
                    </a:lnTo>
                    <a:lnTo>
                      <a:pt x="312" y="7"/>
                    </a:lnTo>
                    <a:lnTo>
                      <a:pt x="312" y="7"/>
                    </a:lnTo>
                    <a:lnTo>
                      <a:pt x="315" y="7"/>
                    </a:lnTo>
                    <a:lnTo>
                      <a:pt x="315" y="7"/>
                    </a:lnTo>
                    <a:lnTo>
                      <a:pt x="315" y="7"/>
                    </a:lnTo>
                    <a:lnTo>
                      <a:pt x="317" y="7"/>
                    </a:lnTo>
                    <a:lnTo>
                      <a:pt x="317" y="7"/>
                    </a:lnTo>
                    <a:lnTo>
                      <a:pt x="317" y="7"/>
                    </a:lnTo>
                    <a:lnTo>
                      <a:pt x="319" y="7"/>
                    </a:lnTo>
                    <a:lnTo>
                      <a:pt x="319" y="7"/>
                    </a:lnTo>
                    <a:lnTo>
                      <a:pt x="319" y="7"/>
                    </a:lnTo>
                    <a:lnTo>
                      <a:pt x="319" y="5"/>
                    </a:lnTo>
                    <a:lnTo>
                      <a:pt x="322" y="5"/>
                    </a:lnTo>
                    <a:lnTo>
                      <a:pt x="322" y="5"/>
                    </a:lnTo>
                    <a:lnTo>
                      <a:pt x="322" y="5"/>
                    </a:lnTo>
                    <a:lnTo>
                      <a:pt x="322" y="5"/>
                    </a:lnTo>
                    <a:lnTo>
                      <a:pt x="324" y="5"/>
                    </a:lnTo>
                    <a:lnTo>
                      <a:pt x="324" y="5"/>
                    </a:lnTo>
                    <a:lnTo>
                      <a:pt x="327" y="5"/>
                    </a:lnTo>
                    <a:lnTo>
                      <a:pt x="327" y="5"/>
                    </a:lnTo>
                    <a:lnTo>
                      <a:pt x="327" y="5"/>
                    </a:lnTo>
                    <a:lnTo>
                      <a:pt x="327" y="5"/>
                    </a:lnTo>
                    <a:lnTo>
                      <a:pt x="329" y="5"/>
                    </a:lnTo>
                    <a:lnTo>
                      <a:pt x="329" y="5"/>
                    </a:lnTo>
                    <a:lnTo>
                      <a:pt x="329" y="5"/>
                    </a:lnTo>
                    <a:lnTo>
                      <a:pt x="331" y="5"/>
                    </a:lnTo>
                    <a:lnTo>
                      <a:pt x="331" y="5"/>
                    </a:lnTo>
                    <a:lnTo>
                      <a:pt x="334" y="5"/>
                    </a:lnTo>
                    <a:lnTo>
                      <a:pt x="334" y="2"/>
                    </a:lnTo>
                    <a:lnTo>
                      <a:pt x="334" y="2"/>
                    </a:lnTo>
                    <a:lnTo>
                      <a:pt x="334" y="2"/>
                    </a:lnTo>
                    <a:lnTo>
                      <a:pt x="336" y="2"/>
                    </a:lnTo>
                    <a:lnTo>
                      <a:pt x="336" y="2"/>
                    </a:lnTo>
                    <a:lnTo>
                      <a:pt x="338" y="2"/>
                    </a:lnTo>
                    <a:lnTo>
                      <a:pt x="338" y="2"/>
                    </a:lnTo>
                    <a:lnTo>
                      <a:pt x="338" y="2"/>
                    </a:lnTo>
                    <a:lnTo>
                      <a:pt x="341" y="2"/>
                    </a:lnTo>
                    <a:lnTo>
                      <a:pt x="341" y="2"/>
                    </a:lnTo>
                    <a:lnTo>
                      <a:pt x="341" y="2"/>
                    </a:lnTo>
                    <a:lnTo>
                      <a:pt x="341" y="2"/>
                    </a:lnTo>
                    <a:lnTo>
                      <a:pt x="343" y="2"/>
                    </a:lnTo>
                    <a:lnTo>
                      <a:pt x="343" y="2"/>
                    </a:lnTo>
                    <a:lnTo>
                      <a:pt x="346" y="2"/>
                    </a:lnTo>
                    <a:lnTo>
                      <a:pt x="346" y="2"/>
                    </a:lnTo>
                    <a:lnTo>
                      <a:pt x="346" y="2"/>
                    </a:lnTo>
                    <a:lnTo>
                      <a:pt x="348" y="2"/>
                    </a:lnTo>
                    <a:lnTo>
                      <a:pt x="348" y="2"/>
                    </a:lnTo>
                    <a:lnTo>
                      <a:pt x="348" y="2"/>
                    </a:lnTo>
                    <a:lnTo>
                      <a:pt x="348" y="0"/>
                    </a:lnTo>
                    <a:lnTo>
                      <a:pt x="350" y="0"/>
                    </a:lnTo>
                    <a:lnTo>
                      <a:pt x="350" y="0"/>
                    </a:lnTo>
                    <a:lnTo>
                      <a:pt x="353" y="0"/>
                    </a:lnTo>
                    <a:lnTo>
                      <a:pt x="353" y="2"/>
                    </a:lnTo>
                    <a:lnTo>
                      <a:pt x="353" y="2"/>
                    </a:lnTo>
                    <a:lnTo>
                      <a:pt x="353" y="2"/>
                    </a:lnTo>
                    <a:lnTo>
                      <a:pt x="353" y="0"/>
                    </a:lnTo>
                    <a:lnTo>
                      <a:pt x="355" y="0"/>
                    </a:lnTo>
                    <a:lnTo>
                      <a:pt x="355" y="0"/>
                    </a:lnTo>
                    <a:lnTo>
                      <a:pt x="355" y="2"/>
                    </a:lnTo>
                    <a:lnTo>
                      <a:pt x="355" y="2"/>
                    </a:lnTo>
                    <a:lnTo>
                      <a:pt x="357" y="2"/>
                    </a:lnTo>
                    <a:lnTo>
                      <a:pt x="357" y="2"/>
                    </a:lnTo>
                    <a:lnTo>
                      <a:pt x="360" y="2"/>
                    </a:lnTo>
                    <a:lnTo>
                      <a:pt x="360" y="2"/>
                    </a:lnTo>
                    <a:lnTo>
                      <a:pt x="360" y="2"/>
                    </a:lnTo>
                    <a:lnTo>
                      <a:pt x="362" y="2"/>
                    </a:lnTo>
                    <a:lnTo>
                      <a:pt x="362" y="2"/>
                    </a:lnTo>
                    <a:lnTo>
                      <a:pt x="362" y="2"/>
                    </a:lnTo>
                    <a:lnTo>
                      <a:pt x="364" y="2"/>
                    </a:lnTo>
                    <a:lnTo>
                      <a:pt x="364" y="2"/>
                    </a:lnTo>
                    <a:lnTo>
                      <a:pt x="367" y="2"/>
                    </a:lnTo>
                    <a:lnTo>
                      <a:pt x="367" y="2"/>
                    </a:lnTo>
                    <a:lnTo>
                      <a:pt x="367" y="2"/>
                    </a:lnTo>
                    <a:lnTo>
                      <a:pt x="367" y="2"/>
                    </a:lnTo>
                    <a:lnTo>
                      <a:pt x="369" y="2"/>
                    </a:lnTo>
                    <a:lnTo>
                      <a:pt x="369" y="2"/>
                    </a:lnTo>
                    <a:lnTo>
                      <a:pt x="372" y="2"/>
                    </a:lnTo>
                    <a:lnTo>
                      <a:pt x="372" y="5"/>
                    </a:lnTo>
                    <a:lnTo>
                      <a:pt x="372" y="5"/>
                    </a:lnTo>
                    <a:lnTo>
                      <a:pt x="372" y="5"/>
                    </a:lnTo>
                    <a:lnTo>
                      <a:pt x="374" y="5"/>
                    </a:lnTo>
                    <a:lnTo>
                      <a:pt x="374" y="5"/>
                    </a:lnTo>
                    <a:lnTo>
                      <a:pt x="374" y="5"/>
                    </a:lnTo>
                    <a:lnTo>
                      <a:pt x="374" y="5"/>
                    </a:lnTo>
                    <a:lnTo>
                      <a:pt x="374" y="5"/>
                    </a:lnTo>
                    <a:lnTo>
                      <a:pt x="374" y="7"/>
                    </a:lnTo>
                    <a:lnTo>
                      <a:pt x="376" y="7"/>
                    </a:lnTo>
                    <a:lnTo>
                      <a:pt x="376" y="7"/>
                    </a:lnTo>
                    <a:lnTo>
                      <a:pt x="379" y="7"/>
                    </a:lnTo>
                    <a:lnTo>
                      <a:pt x="379" y="7"/>
                    </a:lnTo>
                    <a:lnTo>
                      <a:pt x="379" y="7"/>
                    </a:lnTo>
                    <a:lnTo>
                      <a:pt x="379" y="10"/>
                    </a:lnTo>
                    <a:lnTo>
                      <a:pt x="379" y="10"/>
                    </a:lnTo>
                    <a:lnTo>
                      <a:pt x="379" y="10"/>
                    </a:lnTo>
                    <a:lnTo>
                      <a:pt x="379" y="10"/>
                    </a:lnTo>
                    <a:lnTo>
                      <a:pt x="379" y="10"/>
                    </a:lnTo>
                    <a:lnTo>
                      <a:pt x="379" y="12"/>
                    </a:lnTo>
                    <a:lnTo>
                      <a:pt x="376" y="12"/>
                    </a:lnTo>
                    <a:lnTo>
                      <a:pt x="376" y="12"/>
                    </a:lnTo>
                    <a:lnTo>
                      <a:pt x="374" y="12"/>
                    </a:lnTo>
                    <a:lnTo>
                      <a:pt x="374" y="12"/>
                    </a:lnTo>
                    <a:lnTo>
                      <a:pt x="376" y="12"/>
                    </a:lnTo>
                    <a:lnTo>
                      <a:pt x="376" y="14"/>
                    </a:lnTo>
                    <a:lnTo>
                      <a:pt x="376" y="14"/>
                    </a:lnTo>
                    <a:lnTo>
                      <a:pt x="374" y="14"/>
                    </a:lnTo>
                    <a:lnTo>
                      <a:pt x="374" y="14"/>
                    </a:lnTo>
                    <a:lnTo>
                      <a:pt x="374" y="14"/>
                    </a:lnTo>
                    <a:lnTo>
                      <a:pt x="374" y="14"/>
                    </a:lnTo>
                    <a:lnTo>
                      <a:pt x="372" y="14"/>
                    </a:lnTo>
                    <a:lnTo>
                      <a:pt x="372" y="14"/>
                    </a:lnTo>
                    <a:lnTo>
                      <a:pt x="372" y="17"/>
                    </a:lnTo>
                    <a:lnTo>
                      <a:pt x="372" y="17"/>
                    </a:lnTo>
                    <a:lnTo>
                      <a:pt x="369" y="17"/>
                    </a:lnTo>
                    <a:lnTo>
                      <a:pt x="369" y="17"/>
                    </a:lnTo>
                    <a:lnTo>
                      <a:pt x="369" y="17"/>
                    </a:lnTo>
                    <a:lnTo>
                      <a:pt x="367" y="17"/>
                    </a:lnTo>
                    <a:lnTo>
                      <a:pt x="367" y="17"/>
                    </a:lnTo>
                    <a:lnTo>
                      <a:pt x="367" y="19"/>
                    </a:lnTo>
                    <a:lnTo>
                      <a:pt x="367" y="19"/>
                    </a:lnTo>
                    <a:lnTo>
                      <a:pt x="364" y="19"/>
                    </a:lnTo>
                    <a:lnTo>
                      <a:pt x="364" y="19"/>
                    </a:lnTo>
                    <a:lnTo>
                      <a:pt x="364" y="19"/>
                    </a:lnTo>
                    <a:lnTo>
                      <a:pt x="362" y="19"/>
                    </a:lnTo>
                    <a:lnTo>
                      <a:pt x="362" y="21"/>
                    </a:lnTo>
                    <a:lnTo>
                      <a:pt x="362" y="21"/>
                    </a:lnTo>
                    <a:lnTo>
                      <a:pt x="362" y="21"/>
                    </a:lnTo>
                    <a:lnTo>
                      <a:pt x="362" y="21"/>
                    </a:lnTo>
                    <a:lnTo>
                      <a:pt x="360" y="21"/>
                    </a:lnTo>
                    <a:lnTo>
                      <a:pt x="360" y="21"/>
                    </a:lnTo>
                    <a:lnTo>
                      <a:pt x="360" y="21"/>
                    </a:lnTo>
                    <a:lnTo>
                      <a:pt x="357" y="21"/>
                    </a:lnTo>
                    <a:lnTo>
                      <a:pt x="357" y="21"/>
                    </a:lnTo>
                    <a:lnTo>
                      <a:pt x="355" y="21"/>
                    </a:lnTo>
                    <a:lnTo>
                      <a:pt x="355" y="21"/>
                    </a:lnTo>
                    <a:lnTo>
                      <a:pt x="355" y="21"/>
                    </a:lnTo>
                    <a:lnTo>
                      <a:pt x="353" y="21"/>
                    </a:lnTo>
                    <a:lnTo>
                      <a:pt x="353" y="21"/>
                    </a:lnTo>
                    <a:lnTo>
                      <a:pt x="353" y="24"/>
                    </a:lnTo>
                    <a:lnTo>
                      <a:pt x="353" y="24"/>
                    </a:lnTo>
                    <a:lnTo>
                      <a:pt x="350" y="24"/>
                    </a:lnTo>
                    <a:lnTo>
                      <a:pt x="350" y="24"/>
                    </a:lnTo>
                    <a:lnTo>
                      <a:pt x="348" y="24"/>
                    </a:lnTo>
                    <a:lnTo>
                      <a:pt x="348" y="24"/>
                    </a:lnTo>
                    <a:lnTo>
                      <a:pt x="348" y="24"/>
                    </a:lnTo>
                    <a:lnTo>
                      <a:pt x="348" y="24"/>
                    </a:lnTo>
                    <a:lnTo>
                      <a:pt x="346" y="24"/>
                    </a:lnTo>
                    <a:lnTo>
                      <a:pt x="346" y="24"/>
                    </a:lnTo>
                    <a:lnTo>
                      <a:pt x="346" y="24"/>
                    </a:lnTo>
                    <a:lnTo>
                      <a:pt x="343" y="24"/>
                    </a:lnTo>
                    <a:lnTo>
                      <a:pt x="343" y="24"/>
                    </a:lnTo>
                    <a:lnTo>
                      <a:pt x="343" y="24"/>
                    </a:lnTo>
                    <a:lnTo>
                      <a:pt x="341" y="24"/>
                    </a:lnTo>
                    <a:lnTo>
                      <a:pt x="341" y="24"/>
                    </a:lnTo>
                    <a:lnTo>
                      <a:pt x="341" y="24"/>
                    </a:lnTo>
                    <a:lnTo>
                      <a:pt x="338" y="24"/>
                    </a:lnTo>
                    <a:lnTo>
                      <a:pt x="338" y="24"/>
                    </a:lnTo>
                    <a:lnTo>
                      <a:pt x="338" y="26"/>
                    </a:lnTo>
                    <a:lnTo>
                      <a:pt x="338" y="26"/>
                    </a:lnTo>
                    <a:lnTo>
                      <a:pt x="336" y="26"/>
                    </a:lnTo>
                    <a:lnTo>
                      <a:pt x="336" y="26"/>
                    </a:lnTo>
                    <a:lnTo>
                      <a:pt x="334" y="26"/>
                    </a:lnTo>
                    <a:lnTo>
                      <a:pt x="334" y="26"/>
                    </a:lnTo>
                    <a:lnTo>
                      <a:pt x="334" y="26"/>
                    </a:lnTo>
                    <a:lnTo>
                      <a:pt x="331" y="26"/>
                    </a:lnTo>
                    <a:lnTo>
                      <a:pt x="331" y="26"/>
                    </a:lnTo>
                    <a:lnTo>
                      <a:pt x="329" y="26"/>
                    </a:lnTo>
                    <a:lnTo>
                      <a:pt x="329" y="26"/>
                    </a:lnTo>
                    <a:lnTo>
                      <a:pt x="329" y="26"/>
                    </a:lnTo>
                    <a:lnTo>
                      <a:pt x="329" y="26"/>
                    </a:lnTo>
                    <a:lnTo>
                      <a:pt x="327" y="26"/>
                    </a:lnTo>
                    <a:lnTo>
                      <a:pt x="327" y="26"/>
                    </a:lnTo>
                    <a:lnTo>
                      <a:pt x="327" y="26"/>
                    </a:lnTo>
                    <a:lnTo>
                      <a:pt x="324" y="26"/>
                    </a:lnTo>
                    <a:lnTo>
                      <a:pt x="324" y="28"/>
                    </a:lnTo>
                    <a:lnTo>
                      <a:pt x="324" y="28"/>
                    </a:lnTo>
                    <a:lnTo>
                      <a:pt x="322" y="28"/>
                    </a:lnTo>
                    <a:lnTo>
                      <a:pt x="322" y="28"/>
                    </a:lnTo>
                    <a:lnTo>
                      <a:pt x="322" y="28"/>
                    </a:lnTo>
                    <a:lnTo>
                      <a:pt x="319" y="28"/>
                    </a:lnTo>
                    <a:lnTo>
                      <a:pt x="319" y="28"/>
                    </a:lnTo>
                    <a:lnTo>
                      <a:pt x="319" y="28"/>
                    </a:lnTo>
                    <a:lnTo>
                      <a:pt x="317" y="28"/>
                    </a:lnTo>
                    <a:lnTo>
                      <a:pt x="317" y="28"/>
                    </a:lnTo>
                    <a:lnTo>
                      <a:pt x="317" y="28"/>
                    </a:lnTo>
                    <a:lnTo>
                      <a:pt x="315" y="28"/>
                    </a:lnTo>
                    <a:lnTo>
                      <a:pt x="315" y="28"/>
                    </a:lnTo>
                    <a:lnTo>
                      <a:pt x="315" y="28"/>
                    </a:lnTo>
                    <a:lnTo>
                      <a:pt x="312" y="28"/>
                    </a:lnTo>
                    <a:lnTo>
                      <a:pt x="312" y="28"/>
                    </a:lnTo>
                    <a:lnTo>
                      <a:pt x="312" y="28"/>
                    </a:lnTo>
                    <a:lnTo>
                      <a:pt x="310" y="28"/>
                    </a:lnTo>
                    <a:lnTo>
                      <a:pt x="310" y="28"/>
                    </a:lnTo>
                    <a:lnTo>
                      <a:pt x="310" y="31"/>
                    </a:lnTo>
                    <a:lnTo>
                      <a:pt x="308" y="31"/>
                    </a:lnTo>
                    <a:lnTo>
                      <a:pt x="308" y="31"/>
                    </a:lnTo>
                    <a:lnTo>
                      <a:pt x="308" y="31"/>
                    </a:lnTo>
                    <a:lnTo>
                      <a:pt x="305" y="31"/>
                    </a:lnTo>
                    <a:lnTo>
                      <a:pt x="305" y="31"/>
                    </a:lnTo>
                    <a:lnTo>
                      <a:pt x="305" y="31"/>
                    </a:lnTo>
                    <a:lnTo>
                      <a:pt x="303" y="31"/>
                    </a:lnTo>
                    <a:lnTo>
                      <a:pt x="303" y="31"/>
                    </a:lnTo>
                    <a:lnTo>
                      <a:pt x="303" y="31"/>
                    </a:lnTo>
                    <a:lnTo>
                      <a:pt x="301" y="31"/>
                    </a:lnTo>
                    <a:lnTo>
                      <a:pt x="301" y="31"/>
                    </a:lnTo>
                    <a:lnTo>
                      <a:pt x="301" y="31"/>
                    </a:lnTo>
                    <a:lnTo>
                      <a:pt x="298" y="31"/>
                    </a:lnTo>
                    <a:lnTo>
                      <a:pt x="298" y="31"/>
                    </a:lnTo>
                    <a:lnTo>
                      <a:pt x="296" y="31"/>
                    </a:lnTo>
                    <a:lnTo>
                      <a:pt x="296" y="33"/>
                    </a:lnTo>
                    <a:lnTo>
                      <a:pt x="296" y="33"/>
                    </a:lnTo>
                    <a:lnTo>
                      <a:pt x="296" y="33"/>
                    </a:lnTo>
                    <a:lnTo>
                      <a:pt x="293" y="33"/>
                    </a:lnTo>
                    <a:lnTo>
                      <a:pt x="293" y="33"/>
                    </a:lnTo>
                    <a:lnTo>
                      <a:pt x="293" y="33"/>
                    </a:lnTo>
                    <a:lnTo>
                      <a:pt x="293" y="33"/>
                    </a:lnTo>
                    <a:lnTo>
                      <a:pt x="291" y="33"/>
                    </a:lnTo>
                    <a:lnTo>
                      <a:pt x="291" y="33"/>
                    </a:lnTo>
                    <a:lnTo>
                      <a:pt x="289" y="33"/>
                    </a:lnTo>
                    <a:lnTo>
                      <a:pt x="289" y="33"/>
                    </a:lnTo>
                    <a:lnTo>
                      <a:pt x="289" y="33"/>
                    </a:lnTo>
                    <a:lnTo>
                      <a:pt x="286" y="33"/>
                    </a:lnTo>
                    <a:lnTo>
                      <a:pt x="286" y="33"/>
                    </a:lnTo>
                    <a:lnTo>
                      <a:pt x="286" y="33"/>
                    </a:lnTo>
                    <a:lnTo>
                      <a:pt x="284" y="33"/>
                    </a:lnTo>
                    <a:lnTo>
                      <a:pt x="284" y="33"/>
                    </a:lnTo>
                    <a:lnTo>
                      <a:pt x="284" y="33"/>
                    </a:lnTo>
                    <a:lnTo>
                      <a:pt x="282" y="33"/>
                    </a:lnTo>
                    <a:lnTo>
                      <a:pt x="282" y="33"/>
                    </a:lnTo>
                    <a:lnTo>
                      <a:pt x="282" y="33"/>
                    </a:lnTo>
                    <a:lnTo>
                      <a:pt x="279" y="33"/>
                    </a:lnTo>
                    <a:lnTo>
                      <a:pt x="279" y="33"/>
                    </a:lnTo>
                    <a:lnTo>
                      <a:pt x="279" y="33"/>
                    </a:lnTo>
                    <a:lnTo>
                      <a:pt x="277" y="33"/>
                    </a:lnTo>
                    <a:lnTo>
                      <a:pt x="277" y="33"/>
                    </a:lnTo>
                    <a:lnTo>
                      <a:pt x="275" y="33"/>
                    </a:lnTo>
                    <a:lnTo>
                      <a:pt x="275" y="33"/>
                    </a:lnTo>
                    <a:lnTo>
                      <a:pt x="275" y="33"/>
                    </a:lnTo>
                    <a:lnTo>
                      <a:pt x="272" y="33"/>
                    </a:lnTo>
                    <a:lnTo>
                      <a:pt x="272" y="36"/>
                    </a:lnTo>
                    <a:lnTo>
                      <a:pt x="272" y="36"/>
                    </a:lnTo>
                    <a:lnTo>
                      <a:pt x="272" y="36"/>
                    </a:lnTo>
                    <a:lnTo>
                      <a:pt x="270" y="36"/>
                    </a:lnTo>
                    <a:lnTo>
                      <a:pt x="270" y="36"/>
                    </a:lnTo>
                    <a:lnTo>
                      <a:pt x="267" y="36"/>
                    </a:lnTo>
                    <a:lnTo>
                      <a:pt x="267" y="36"/>
                    </a:lnTo>
                    <a:lnTo>
                      <a:pt x="267" y="36"/>
                    </a:lnTo>
                    <a:lnTo>
                      <a:pt x="267" y="36"/>
                    </a:lnTo>
                    <a:lnTo>
                      <a:pt x="265" y="36"/>
                    </a:lnTo>
                    <a:lnTo>
                      <a:pt x="265" y="38"/>
                    </a:lnTo>
                    <a:lnTo>
                      <a:pt x="265" y="38"/>
                    </a:lnTo>
                    <a:lnTo>
                      <a:pt x="265" y="38"/>
                    </a:lnTo>
                    <a:lnTo>
                      <a:pt x="265" y="36"/>
                    </a:lnTo>
                    <a:lnTo>
                      <a:pt x="263" y="36"/>
                    </a:lnTo>
                    <a:lnTo>
                      <a:pt x="263" y="36"/>
                    </a:lnTo>
                    <a:lnTo>
                      <a:pt x="263" y="36"/>
                    </a:lnTo>
                    <a:lnTo>
                      <a:pt x="263" y="36"/>
                    </a:lnTo>
                    <a:lnTo>
                      <a:pt x="260" y="36"/>
                    </a:lnTo>
                    <a:lnTo>
                      <a:pt x="260" y="36"/>
                    </a:lnTo>
                    <a:lnTo>
                      <a:pt x="260" y="36"/>
                    </a:lnTo>
                    <a:lnTo>
                      <a:pt x="260" y="38"/>
                    </a:lnTo>
                    <a:lnTo>
                      <a:pt x="258" y="38"/>
                    </a:lnTo>
                    <a:lnTo>
                      <a:pt x="258" y="38"/>
                    </a:lnTo>
                    <a:lnTo>
                      <a:pt x="256" y="38"/>
                    </a:lnTo>
                    <a:lnTo>
                      <a:pt x="256" y="38"/>
                    </a:lnTo>
                    <a:lnTo>
                      <a:pt x="256" y="38"/>
                    </a:lnTo>
                    <a:lnTo>
                      <a:pt x="256" y="38"/>
                    </a:lnTo>
                    <a:lnTo>
                      <a:pt x="253" y="38"/>
                    </a:lnTo>
                    <a:lnTo>
                      <a:pt x="253" y="38"/>
                    </a:lnTo>
                    <a:lnTo>
                      <a:pt x="253" y="38"/>
                    </a:lnTo>
                    <a:lnTo>
                      <a:pt x="251" y="38"/>
                    </a:lnTo>
                    <a:lnTo>
                      <a:pt x="251" y="38"/>
                    </a:lnTo>
                    <a:lnTo>
                      <a:pt x="251" y="38"/>
                    </a:lnTo>
                    <a:lnTo>
                      <a:pt x="248" y="38"/>
                    </a:lnTo>
                    <a:lnTo>
                      <a:pt x="248" y="38"/>
                    </a:lnTo>
                    <a:lnTo>
                      <a:pt x="248" y="38"/>
                    </a:lnTo>
                    <a:lnTo>
                      <a:pt x="248" y="38"/>
                    </a:lnTo>
                    <a:lnTo>
                      <a:pt x="246" y="38"/>
                    </a:lnTo>
                    <a:lnTo>
                      <a:pt x="246" y="40"/>
                    </a:lnTo>
                    <a:lnTo>
                      <a:pt x="246" y="40"/>
                    </a:lnTo>
                    <a:lnTo>
                      <a:pt x="246" y="40"/>
                    </a:lnTo>
                    <a:lnTo>
                      <a:pt x="244" y="40"/>
                    </a:lnTo>
                    <a:lnTo>
                      <a:pt x="244" y="40"/>
                    </a:lnTo>
                    <a:lnTo>
                      <a:pt x="241" y="40"/>
                    </a:lnTo>
                    <a:lnTo>
                      <a:pt x="241" y="40"/>
                    </a:lnTo>
                    <a:lnTo>
                      <a:pt x="241" y="40"/>
                    </a:lnTo>
                    <a:lnTo>
                      <a:pt x="241" y="40"/>
                    </a:lnTo>
                    <a:lnTo>
                      <a:pt x="239" y="40"/>
                    </a:lnTo>
                    <a:lnTo>
                      <a:pt x="239" y="40"/>
                    </a:lnTo>
                    <a:lnTo>
                      <a:pt x="239" y="40"/>
                    </a:lnTo>
                    <a:lnTo>
                      <a:pt x="237" y="40"/>
                    </a:lnTo>
                    <a:lnTo>
                      <a:pt x="237" y="40"/>
                    </a:lnTo>
                    <a:lnTo>
                      <a:pt x="237" y="43"/>
                    </a:lnTo>
                    <a:lnTo>
                      <a:pt x="234" y="43"/>
                    </a:lnTo>
                    <a:lnTo>
                      <a:pt x="234" y="43"/>
                    </a:lnTo>
                    <a:lnTo>
                      <a:pt x="234" y="43"/>
                    </a:lnTo>
                    <a:lnTo>
                      <a:pt x="232" y="43"/>
                    </a:lnTo>
                    <a:lnTo>
                      <a:pt x="232" y="43"/>
                    </a:lnTo>
                    <a:lnTo>
                      <a:pt x="232" y="43"/>
                    </a:lnTo>
                    <a:lnTo>
                      <a:pt x="230" y="43"/>
                    </a:lnTo>
                    <a:lnTo>
                      <a:pt x="230" y="43"/>
                    </a:lnTo>
                    <a:lnTo>
                      <a:pt x="227" y="43"/>
                    </a:lnTo>
                    <a:lnTo>
                      <a:pt x="227" y="43"/>
                    </a:lnTo>
                    <a:lnTo>
                      <a:pt x="227" y="43"/>
                    </a:lnTo>
                    <a:lnTo>
                      <a:pt x="227" y="43"/>
                    </a:lnTo>
                    <a:lnTo>
                      <a:pt x="225" y="43"/>
                    </a:lnTo>
                    <a:lnTo>
                      <a:pt x="225" y="43"/>
                    </a:lnTo>
                    <a:lnTo>
                      <a:pt x="225" y="43"/>
                    </a:lnTo>
                    <a:lnTo>
                      <a:pt x="222" y="43"/>
                    </a:lnTo>
                    <a:lnTo>
                      <a:pt x="222" y="45"/>
                    </a:lnTo>
                    <a:lnTo>
                      <a:pt x="222" y="45"/>
                    </a:lnTo>
                    <a:lnTo>
                      <a:pt x="222" y="45"/>
                    </a:lnTo>
                    <a:lnTo>
                      <a:pt x="222" y="43"/>
                    </a:lnTo>
                    <a:lnTo>
                      <a:pt x="220" y="43"/>
                    </a:lnTo>
                    <a:lnTo>
                      <a:pt x="220" y="45"/>
                    </a:lnTo>
                    <a:lnTo>
                      <a:pt x="220" y="45"/>
                    </a:lnTo>
                    <a:lnTo>
                      <a:pt x="220" y="45"/>
                    </a:lnTo>
                    <a:lnTo>
                      <a:pt x="220" y="45"/>
                    </a:lnTo>
                    <a:lnTo>
                      <a:pt x="218" y="45"/>
                    </a:lnTo>
                    <a:lnTo>
                      <a:pt x="218" y="47"/>
                    </a:lnTo>
                    <a:lnTo>
                      <a:pt x="218" y="47"/>
                    </a:lnTo>
                    <a:lnTo>
                      <a:pt x="215" y="47"/>
                    </a:lnTo>
                    <a:lnTo>
                      <a:pt x="215" y="47"/>
                    </a:lnTo>
                    <a:lnTo>
                      <a:pt x="215" y="47"/>
                    </a:lnTo>
                    <a:lnTo>
                      <a:pt x="213" y="47"/>
                    </a:lnTo>
                    <a:lnTo>
                      <a:pt x="213" y="45"/>
                    </a:lnTo>
                    <a:lnTo>
                      <a:pt x="213" y="45"/>
                    </a:lnTo>
                    <a:lnTo>
                      <a:pt x="213" y="45"/>
                    </a:lnTo>
                    <a:lnTo>
                      <a:pt x="211" y="45"/>
                    </a:lnTo>
                    <a:lnTo>
                      <a:pt x="211" y="47"/>
                    </a:lnTo>
                    <a:lnTo>
                      <a:pt x="211" y="47"/>
                    </a:lnTo>
                    <a:lnTo>
                      <a:pt x="211" y="47"/>
                    </a:lnTo>
                    <a:lnTo>
                      <a:pt x="208" y="47"/>
                    </a:lnTo>
                    <a:lnTo>
                      <a:pt x="208" y="47"/>
                    </a:lnTo>
                    <a:lnTo>
                      <a:pt x="208" y="47"/>
                    </a:lnTo>
                    <a:lnTo>
                      <a:pt x="206" y="47"/>
                    </a:lnTo>
                    <a:lnTo>
                      <a:pt x="206" y="47"/>
                    </a:lnTo>
                    <a:lnTo>
                      <a:pt x="206" y="50"/>
                    </a:lnTo>
                    <a:lnTo>
                      <a:pt x="206" y="50"/>
                    </a:lnTo>
                    <a:lnTo>
                      <a:pt x="203" y="50"/>
                    </a:lnTo>
                    <a:lnTo>
                      <a:pt x="203" y="50"/>
                    </a:lnTo>
                    <a:lnTo>
                      <a:pt x="203" y="50"/>
                    </a:lnTo>
                    <a:lnTo>
                      <a:pt x="203" y="52"/>
                    </a:lnTo>
                    <a:lnTo>
                      <a:pt x="201" y="52"/>
                    </a:lnTo>
                    <a:lnTo>
                      <a:pt x="201" y="52"/>
                    </a:lnTo>
                    <a:lnTo>
                      <a:pt x="201" y="52"/>
                    </a:lnTo>
                    <a:lnTo>
                      <a:pt x="201" y="52"/>
                    </a:lnTo>
                    <a:lnTo>
                      <a:pt x="199" y="52"/>
                    </a:lnTo>
                    <a:lnTo>
                      <a:pt x="199" y="52"/>
                    </a:lnTo>
                    <a:lnTo>
                      <a:pt x="199" y="52"/>
                    </a:lnTo>
                    <a:lnTo>
                      <a:pt x="196" y="52"/>
                    </a:lnTo>
                    <a:lnTo>
                      <a:pt x="196" y="52"/>
                    </a:lnTo>
                    <a:lnTo>
                      <a:pt x="196" y="50"/>
                    </a:lnTo>
                    <a:lnTo>
                      <a:pt x="196" y="50"/>
                    </a:lnTo>
                    <a:lnTo>
                      <a:pt x="196" y="52"/>
                    </a:lnTo>
                    <a:lnTo>
                      <a:pt x="194" y="52"/>
                    </a:lnTo>
                    <a:lnTo>
                      <a:pt x="194" y="52"/>
                    </a:lnTo>
                    <a:lnTo>
                      <a:pt x="194" y="52"/>
                    </a:lnTo>
                    <a:lnTo>
                      <a:pt x="194" y="52"/>
                    </a:lnTo>
                    <a:lnTo>
                      <a:pt x="194" y="52"/>
                    </a:lnTo>
                    <a:lnTo>
                      <a:pt x="196" y="52"/>
                    </a:lnTo>
                    <a:lnTo>
                      <a:pt x="196" y="52"/>
                    </a:lnTo>
                    <a:lnTo>
                      <a:pt x="199" y="52"/>
                    </a:lnTo>
                    <a:lnTo>
                      <a:pt x="199" y="52"/>
                    </a:lnTo>
                    <a:lnTo>
                      <a:pt x="199" y="55"/>
                    </a:lnTo>
                    <a:lnTo>
                      <a:pt x="199" y="55"/>
                    </a:lnTo>
                    <a:lnTo>
                      <a:pt x="199" y="55"/>
                    </a:lnTo>
                    <a:lnTo>
                      <a:pt x="199" y="57"/>
                    </a:lnTo>
                    <a:lnTo>
                      <a:pt x="196" y="57"/>
                    </a:lnTo>
                    <a:lnTo>
                      <a:pt x="196" y="57"/>
                    </a:lnTo>
                    <a:lnTo>
                      <a:pt x="194" y="57"/>
                    </a:lnTo>
                    <a:lnTo>
                      <a:pt x="194" y="57"/>
                    </a:lnTo>
                    <a:lnTo>
                      <a:pt x="194" y="57"/>
                    </a:lnTo>
                    <a:lnTo>
                      <a:pt x="192" y="57"/>
                    </a:lnTo>
                    <a:lnTo>
                      <a:pt x="192" y="57"/>
                    </a:lnTo>
                    <a:lnTo>
                      <a:pt x="189" y="57"/>
                    </a:lnTo>
                    <a:lnTo>
                      <a:pt x="189" y="57"/>
                    </a:lnTo>
                    <a:lnTo>
                      <a:pt x="192" y="57"/>
                    </a:lnTo>
                    <a:lnTo>
                      <a:pt x="192" y="57"/>
                    </a:lnTo>
                    <a:lnTo>
                      <a:pt x="192" y="59"/>
                    </a:lnTo>
                    <a:lnTo>
                      <a:pt x="192" y="59"/>
                    </a:lnTo>
                    <a:lnTo>
                      <a:pt x="192" y="59"/>
                    </a:lnTo>
                    <a:lnTo>
                      <a:pt x="189" y="59"/>
                    </a:lnTo>
                    <a:lnTo>
                      <a:pt x="189" y="59"/>
                    </a:lnTo>
                    <a:lnTo>
                      <a:pt x="189" y="59"/>
                    </a:lnTo>
                    <a:lnTo>
                      <a:pt x="187" y="59"/>
                    </a:lnTo>
                    <a:lnTo>
                      <a:pt x="187" y="59"/>
                    </a:lnTo>
                    <a:lnTo>
                      <a:pt x="187" y="59"/>
                    </a:lnTo>
                    <a:lnTo>
                      <a:pt x="185" y="59"/>
                    </a:lnTo>
                    <a:lnTo>
                      <a:pt x="185" y="59"/>
                    </a:lnTo>
                    <a:lnTo>
                      <a:pt x="182" y="59"/>
                    </a:lnTo>
                    <a:lnTo>
                      <a:pt x="182" y="59"/>
                    </a:lnTo>
                    <a:lnTo>
                      <a:pt x="182" y="59"/>
                    </a:lnTo>
                    <a:lnTo>
                      <a:pt x="182" y="62"/>
                    </a:lnTo>
                    <a:lnTo>
                      <a:pt x="182" y="62"/>
                    </a:lnTo>
                    <a:lnTo>
                      <a:pt x="182" y="64"/>
                    </a:lnTo>
                    <a:lnTo>
                      <a:pt x="180" y="64"/>
                    </a:lnTo>
                    <a:lnTo>
                      <a:pt x="180" y="64"/>
                    </a:lnTo>
                    <a:lnTo>
                      <a:pt x="180" y="64"/>
                    </a:lnTo>
                    <a:lnTo>
                      <a:pt x="180" y="64"/>
                    </a:lnTo>
                    <a:lnTo>
                      <a:pt x="177" y="64"/>
                    </a:lnTo>
                    <a:lnTo>
                      <a:pt x="177" y="64"/>
                    </a:lnTo>
                    <a:lnTo>
                      <a:pt x="175" y="64"/>
                    </a:lnTo>
                    <a:lnTo>
                      <a:pt x="175" y="64"/>
                    </a:lnTo>
                    <a:lnTo>
                      <a:pt x="175" y="64"/>
                    </a:lnTo>
                    <a:lnTo>
                      <a:pt x="175" y="64"/>
                    </a:lnTo>
                    <a:lnTo>
                      <a:pt x="173" y="64"/>
                    </a:lnTo>
                    <a:lnTo>
                      <a:pt x="173" y="64"/>
                    </a:lnTo>
                    <a:lnTo>
                      <a:pt x="173" y="64"/>
                    </a:lnTo>
                    <a:lnTo>
                      <a:pt x="173" y="64"/>
                    </a:lnTo>
                    <a:lnTo>
                      <a:pt x="173" y="64"/>
                    </a:lnTo>
                    <a:lnTo>
                      <a:pt x="173" y="62"/>
                    </a:lnTo>
                    <a:lnTo>
                      <a:pt x="170" y="62"/>
                    </a:lnTo>
                    <a:lnTo>
                      <a:pt x="170" y="62"/>
                    </a:lnTo>
                    <a:lnTo>
                      <a:pt x="170" y="62"/>
                    </a:lnTo>
                    <a:lnTo>
                      <a:pt x="168" y="62"/>
                    </a:lnTo>
                    <a:lnTo>
                      <a:pt x="168" y="62"/>
                    </a:lnTo>
                    <a:lnTo>
                      <a:pt x="168" y="62"/>
                    </a:lnTo>
                    <a:lnTo>
                      <a:pt x="168" y="62"/>
                    </a:lnTo>
                    <a:lnTo>
                      <a:pt x="168" y="64"/>
                    </a:lnTo>
                    <a:lnTo>
                      <a:pt x="168" y="64"/>
                    </a:lnTo>
                    <a:lnTo>
                      <a:pt x="170" y="64"/>
                    </a:lnTo>
                    <a:lnTo>
                      <a:pt x="170" y="64"/>
                    </a:lnTo>
                    <a:lnTo>
                      <a:pt x="170" y="64"/>
                    </a:lnTo>
                    <a:lnTo>
                      <a:pt x="170" y="64"/>
                    </a:lnTo>
                    <a:lnTo>
                      <a:pt x="168" y="64"/>
                    </a:lnTo>
                    <a:lnTo>
                      <a:pt x="168" y="66"/>
                    </a:lnTo>
                    <a:lnTo>
                      <a:pt x="170" y="66"/>
                    </a:lnTo>
                    <a:lnTo>
                      <a:pt x="170" y="66"/>
                    </a:lnTo>
                    <a:lnTo>
                      <a:pt x="170" y="66"/>
                    </a:lnTo>
                    <a:lnTo>
                      <a:pt x="170" y="69"/>
                    </a:lnTo>
                    <a:lnTo>
                      <a:pt x="170" y="69"/>
                    </a:lnTo>
                    <a:lnTo>
                      <a:pt x="168" y="69"/>
                    </a:lnTo>
                    <a:lnTo>
                      <a:pt x="168" y="69"/>
                    </a:lnTo>
                    <a:lnTo>
                      <a:pt x="168" y="69"/>
                    </a:lnTo>
                    <a:lnTo>
                      <a:pt x="168" y="66"/>
                    </a:lnTo>
                    <a:lnTo>
                      <a:pt x="168" y="66"/>
                    </a:lnTo>
                    <a:lnTo>
                      <a:pt x="166" y="66"/>
                    </a:lnTo>
                    <a:lnTo>
                      <a:pt x="166" y="66"/>
                    </a:lnTo>
                    <a:lnTo>
                      <a:pt x="166" y="69"/>
                    </a:lnTo>
                    <a:lnTo>
                      <a:pt x="166" y="69"/>
                    </a:lnTo>
                    <a:lnTo>
                      <a:pt x="166" y="69"/>
                    </a:lnTo>
                    <a:lnTo>
                      <a:pt x="166" y="69"/>
                    </a:lnTo>
                    <a:lnTo>
                      <a:pt x="166" y="71"/>
                    </a:lnTo>
                    <a:lnTo>
                      <a:pt x="163" y="71"/>
                    </a:lnTo>
                    <a:lnTo>
                      <a:pt x="163" y="71"/>
                    </a:lnTo>
                    <a:lnTo>
                      <a:pt x="163" y="69"/>
                    </a:lnTo>
                    <a:lnTo>
                      <a:pt x="161" y="69"/>
                    </a:lnTo>
                    <a:lnTo>
                      <a:pt x="161" y="69"/>
                    </a:lnTo>
                    <a:lnTo>
                      <a:pt x="161" y="66"/>
                    </a:lnTo>
                    <a:lnTo>
                      <a:pt x="161" y="66"/>
                    </a:lnTo>
                    <a:lnTo>
                      <a:pt x="161" y="66"/>
                    </a:lnTo>
                    <a:lnTo>
                      <a:pt x="159" y="66"/>
                    </a:lnTo>
                    <a:lnTo>
                      <a:pt x="159" y="66"/>
                    </a:lnTo>
                    <a:lnTo>
                      <a:pt x="159" y="66"/>
                    </a:lnTo>
                    <a:lnTo>
                      <a:pt x="159" y="66"/>
                    </a:lnTo>
                    <a:lnTo>
                      <a:pt x="159" y="66"/>
                    </a:lnTo>
                    <a:lnTo>
                      <a:pt x="159" y="69"/>
                    </a:lnTo>
                    <a:lnTo>
                      <a:pt x="159" y="69"/>
                    </a:lnTo>
                    <a:lnTo>
                      <a:pt x="159" y="69"/>
                    </a:lnTo>
                    <a:lnTo>
                      <a:pt x="159" y="69"/>
                    </a:lnTo>
                    <a:lnTo>
                      <a:pt x="159" y="71"/>
                    </a:lnTo>
                    <a:lnTo>
                      <a:pt x="159" y="71"/>
                    </a:lnTo>
                    <a:lnTo>
                      <a:pt x="159" y="71"/>
                    </a:lnTo>
                    <a:lnTo>
                      <a:pt x="159" y="71"/>
                    </a:lnTo>
                    <a:lnTo>
                      <a:pt x="159" y="73"/>
                    </a:lnTo>
                    <a:lnTo>
                      <a:pt x="156" y="73"/>
                    </a:lnTo>
                    <a:lnTo>
                      <a:pt x="156" y="73"/>
                    </a:lnTo>
                    <a:lnTo>
                      <a:pt x="156" y="73"/>
                    </a:lnTo>
                    <a:lnTo>
                      <a:pt x="154" y="73"/>
                    </a:lnTo>
                    <a:lnTo>
                      <a:pt x="154" y="73"/>
                    </a:lnTo>
                    <a:lnTo>
                      <a:pt x="154" y="73"/>
                    </a:lnTo>
                    <a:lnTo>
                      <a:pt x="154" y="73"/>
                    </a:lnTo>
                    <a:lnTo>
                      <a:pt x="154" y="76"/>
                    </a:lnTo>
                    <a:lnTo>
                      <a:pt x="151" y="76"/>
                    </a:lnTo>
                    <a:lnTo>
                      <a:pt x="151" y="76"/>
                    </a:lnTo>
                    <a:lnTo>
                      <a:pt x="149" y="76"/>
                    </a:lnTo>
                    <a:lnTo>
                      <a:pt x="149" y="76"/>
                    </a:lnTo>
                    <a:lnTo>
                      <a:pt x="149" y="76"/>
                    </a:lnTo>
                    <a:lnTo>
                      <a:pt x="149" y="78"/>
                    </a:lnTo>
                    <a:lnTo>
                      <a:pt x="149" y="78"/>
                    </a:lnTo>
                    <a:lnTo>
                      <a:pt x="149" y="76"/>
                    </a:lnTo>
                    <a:lnTo>
                      <a:pt x="147" y="76"/>
                    </a:lnTo>
                    <a:lnTo>
                      <a:pt x="147" y="78"/>
                    </a:lnTo>
                    <a:lnTo>
                      <a:pt x="147" y="78"/>
                    </a:lnTo>
                    <a:lnTo>
                      <a:pt x="147" y="78"/>
                    </a:lnTo>
                    <a:lnTo>
                      <a:pt x="147" y="78"/>
                    </a:lnTo>
                    <a:lnTo>
                      <a:pt x="144" y="78"/>
                    </a:lnTo>
                    <a:lnTo>
                      <a:pt x="144" y="78"/>
                    </a:lnTo>
                    <a:lnTo>
                      <a:pt x="142" y="78"/>
                    </a:lnTo>
                    <a:lnTo>
                      <a:pt x="142" y="78"/>
                    </a:lnTo>
                    <a:lnTo>
                      <a:pt x="142" y="78"/>
                    </a:lnTo>
                    <a:lnTo>
                      <a:pt x="140" y="78"/>
                    </a:lnTo>
                    <a:lnTo>
                      <a:pt x="140" y="78"/>
                    </a:lnTo>
                    <a:lnTo>
                      <a:pt x="140" y="78"/>
                    </a:lnTo>
                    <a:lnTo>
                      <a:pt x="140" y="78"/>
                    </a:lnTo>
                    <a:lnTo>
                      <a:pt x="137" y="78"/>
                    </a:lnTo>
                    <a:lnTo>
                      <a:pt x="137" y="78"/>
                    </a:lnTo>
                    <a:lnTo>
                      <a:pt x="137" y="78"/>
                    </a:lnTo>
                    <a:lnTo>
                      <a:pt x="137" y="78"/>
                    </a:lnTo>
                    <a:lnTo>
                      <a:pt x="140" y="78"/>
                    </a:lnTo>
                    <a:lnTo>
                      <a:pt x="140" y="81"/>
                    </a:lnTo>
                    <a:lnTo>
                      <a:pt x="140" y="81"/>
                    </a:lnTo>
                    <a:lnTo>
                      <a:pt x="140" y="81"/>
                    </a:lnTo>
                    <a:lnTo>
                      <a:pt x="140" y="81"/>
                    </a:lnTo>
                    <a:lnTo>
                      <a:pt x="142" y="81"/>
                    </a:lnTo>
                    <a:lnTo>
                      <a:pt x="142" y="83"/>
                    </a:lnTo>
                    <a:lnTo>
                      <a:pt x="140" y="83"/>
                    </a:lnTo>
                    <a:lnTo>
                      <a:pt x="140" y="83"/>
                    </a:lnTo>
                    <a:lnTo>
                      <a:pt x="140" y="83"/>
                    </a:lnTo>
                    <a:lnTo>
                      <a:pt x="140" y="83"/>
                    </a:lnTo>
                    <a:lnTo>
                      <a:pt x="140" y="83"/>
                    </a:lnTo>
                    <a:lnTo>
                      <a:pt x="137" y="83"/>
                    </a:lnTo>
                    <a:lnTo>
                      <a:pt x="137" y="85"/>
                    </a:lnTo>
                    <a:lnTo>
                      <a:pt x="137" y="85"/>
                    </a:lnTo>
                    <a:lnTo>
                      <a:pt x="135" y="85"/>
                    </a:lnTo>
                    <a:lnTo>
                      <a:pt x="135" y="85"/>
                    </a:lnTo>
                    <a:lnTo>
                      <a:pt x="135" y="85"/>
                    </a:lnTo>
                    <a:lnTo>
                      <a:pt x="132" y="85"/>
                    </a:lnTo>
                    <a:lnTo>
                      <a:pt x="132" y="85"/>
                    </a:lnTo>
                    <a:lnTo>
                      <a:pt x="132" y="85"/>
                    </a:lnTo>
                    <a:lnTo>
                      <a:pt x="132" y="85"/>
                    </a:lnTo>
                    <a:lnTo>
                      <a:pt x="132" y="88"/>
                    </a:lnTo>
                    <a:lnTo>
                      <a:pt x="132" y="88"/>
                    </a:lnTo>
                    <a:lnTo>
                      <a:pt x="132" y="88"/>
                    </a:lnTo>
                    <a:lnTo>
                      <a:pt x="132" y="88"/>
                    </a:lnTo>
                    <a:lnTo>
                      <a:pt x="132" y="90"/>
                    </a:lnTo>
                    <a:lnTo>
                      <a:pt x="130" y="90"/>
                    </a:lnTo>
                    <a:lnTo>
                      <a:pt x="130" y="90"/>
                    </a:lnTo>
                    <a:lnTo>
                      <a:pt x="128" y="90"/>
                    </a:lnTo>
                    <a:lnTo>
                      <a:pt x="128" y="90"/>
                    </a:lnTo>
                    <a:lnTo>
                      <a:pt x="128" y="90"/>
                    </a:lnTo>
                    <a:lnTo>
                      <a:pt x="128" y="90"/>
                    </a:lnTo>
                    <a:lnTo>
                      <a:pt x="125" y="90"/>
                    </a:lnTo>
                    <a:lnTo>
                      <a:pt x="125" y="90"/>
                    </a:lnTo>
                    <a:lnTo>
                      <a:pt x="125" y="90"/>
                    </a:lnTo>
                    <a:lnTo>
                      <a:pt x="125" y="90"/>
                    </a:lnTo>
                    <a:lnTo>
                      <a:pt x="125" y="90"/>
                    </a:lnTo>
                    <a:lnTo>
                      <a:pt x="125" y="90"/>
                    </a:lnTo>
                    <a:lnTo>
                      <a:pt x="125" y="92"/>
                    </a:lnTo>
                    <a:lnTo>
                      <a:pt x="125" y="92"/>
                    </a:lnTo>
                    <a:lnTo>
                      <a:pt x="125" y="92"/>
                    </a:lnTo>
                    <a:lnTo>
                      <a:pt x="123" y="92"/>
                    </a:lnTo>
                    <a:lnTo>
                      <a:pt x="123" y="92"/>
                    </a:lnTo>
                    <a:lnTo>
                      <a:pt x="123" y="92"/>
                    </a:lnTo>
                    <a:lnTo>
                      <a:pt x="121" y="92"/>
                    </a:lnTo>
                    <a:lnTo>
                      <a:pt x="121" y="95"/>
                    </a:lnTo>
                    <a:lnTo>
                      <a:pt x="121" y="95"/>
                    </a:lnTo>
                    <a:lnTo>
                      <a:pt x="121" y="95"/>
                    </a:lnTo>
                    <a:lnTo>
                      <a:pt x="121" y="95"/>
                    </a:lnTo>
                    <a:lnTo>
                      <a:pt x="118" y="95"/>
                    </a:lnTo>
                    <a:lnTo>
                      <a:pt x="118" y="95"/>
                    </a:lnTo>
                    <a:lnTo>
                      <a:pt x="118" y="97"/>
                    </a:lnTo>
                    <a:lnTo>
                      <a:pt x="116" y="97"/>
                    </a:lnTo>
                    <a:lnTo>
                      <a:pt x="116" y="95"/>
                    </a:lnTo>
                    <a:lnTo>
                      <a:pt x="116" y="95"/>
                    </a:lnTo>
                    <a:lnTo>
                      <a:pt x="116" y="95"/>
                    </a:lnTo>
                    <a:lnTo>
                      <a:pt x="116" y="97"/>
                    </a:lnTo>
                    <a:lnTo>
                      <a:pt x="114" y="97"/>
                    </a:lnTo>
                    <a:lnTo>
                      <a:pt x="114" y="97"/>
                    </a:lnTo>
                    <a:lnTo>
                      <a:pt x="114" y="97"/>
                    </a:lnTo>
                    <a:lnTo>
                      <a:pt x="114" y="97"/>
                    </a:lnTo>
                    <a:lnTo>
                      <a:pt x="111" y="97"/>
                    </a:lnTo>
                    <a:lnTo>
                      <a:pt x="111" y="97"/>
                    </a:lnTo>
                    <a:lnTo>
                      <a:pt x="109" y="97"/>
                    </a:lnTo>
                    <a:lnTo>
                      <a:pt x="109" y="100"/>
                    </a:lnTo>
                    <a:lnTo>
                      <a:pt x="111" y="100"/>
                    </a:lnTo>
                    <a:lnTo>
                      <a:pt x="111" y="100"/>
                    </a:lnTo>
                    <a:lnTo>
                      <a:pt x="111" y="102"/>
                    </a:lnTo>
                    <a:lnTo>
                      <a:pt x="109" y="102"/>
                    </a:lnTo>
                    <a:lnTo>
                      <a:pt x="109" y="102"/>
                    </a:lnTo>
                    <a:lnTo>
                      <a:pt x="109" y="102"/>
                    </a:lnTo>
                    <a:lnTo>
                      <a:pt x="106" y="102"/>
                    </a:lnTo>
                    <a:lnTo>
                      <a:pt x="106" y="102"/>
                    </a:lnTo>
                    <a:lnTo>
                      <a:pt x="106" y="102"/>
                    </a:lnTo>
                    <a:lnTo>
                      <a:pt x="106" y="102"/>
                    </a:lnTo>
                    <a:lnTo>
                      <a:pt x="106" y="102"/>
                    </a:lnTo>
                    <a:lnTo>
                      <a:pt x="106" y="102"/>
                    </a:lnTo>
                    <a:lnTo>
                      <a:pt x="109" y="102"/>
                    </a:lnTo>
                    <a:lnTo>
                      <a:pt x="109" y="102"/>
                    </a:lnTo>
                    <a:lnTo>
                      <a:pt x="106" y="102"/>
                    </a:lnTo>
                    <a:lnTo>
                      <a:pt x="106" y="102"/>
                    </a:lnTo>
                    <a:lnTo>
                      <a:pt x="106" y="102"/>
                    </a:lnTo>
                    <a:lnTo>
                      <a:pt x="106" y="104"/>
                    </a:lnTo>
                    <a:lnTo>
                      <a:pt x="104" y="104"/>
                    </a:lnTo>
                    <a:lnTo>
                      <a:pt x="104" y="104"/>
                    </a:lnTo>
                    <a:lnTo>
                      <a:pt x="104" y="104"/>
                    </a:lnTo>
                    <a:lnTo>
                      <a:pt x="104" y="107"/>
                    </a:lnTo>
                    <a:lnTo>
                      <a:pt x="104" y="107"/>
                    </a:lnTo>
                    <a:lnTo>
                      <a:pt x="102" y="107"/>
                    </a:lnTo>
                    <a:lnTo>
                      <a:pt x="102" y="109"/>
                    </a:lnTo>
                    <a:lnTo>
                      <a:pt x="102" y="109"/>
                    </a:lnTo>
                    <a:lnTo>
                      <a:pt x="102" y="109"/>
                    </a:lnTo>
                    <a:lnTo>
                      <a:pt x="102" y="109"/>
                    </a:lnTo>
                    <a:lnTo>
                      <a:pt x="99" y="109"/>
                    </a:lnTo>
                    <a:lnTo>
                      <a:pt x="99" y="109"/>
                    </a:lnTo>
                    <a:lnTo>
                      <a:pt x="99" y="109"/>
                    </a:lnTo>
                    <a:lnTo>
                      <a:pt x="97" y="109"/>
                    </a:lnTo>
                    <a:lnTo>
                      <a:pt x="97" y="109"/>
                    </a:lnTo>
                    <a:lnTo>
                      <a:pt x="95" y="109"/>
                    </a:lnTo>
                    <a:lnTo>
                      <a:pt x="95" y="111"/>
                    </a:lnTo>
                    <a:lnTo>
                      <a:pt x="97" y="111"/>
                    </a:lnTo>
                    <a:lnTo>
                      <a:pt x="97" y="111"/>
                    </a:lnTo>
                    <a:lnTo>
                      <a:pt x="97" y="111"/>
                    </a:lnTo>
                    <a:lnTo>
                      <a:pt x="95" y="111"/>
                    </a:lnTo>
                    <a:lnTo>
                      <a:pt x="95" y="111"/>
                    </a:lnTo>
                    <a:lnTo>
                      <a:pt x="95" y="111"/>
                    </a:lnTo>
                    <a:lnTo>
                      <a:pt x="92" y="111"/>
                    </a:lnTo>
                    <a:lnTo>
                      <a:pt x="92" y="111"/>
                    </a:lnTo>
                    <a:lnTo>
                      <a:pt x="92" y="114"/>
                    </a:lnTo>
                    <a:lnTo>
                      <a:pt x="92" y="114"/>
                    </a:lnTo>
                    <a:lnTo>
                      <a:pt x="92" y="114"/>
                    </a:lnTo>
                    <a:lnTo>
                      <a:pt x="90" y="114"/>
                    </a:lnTo>
                    <a:lnTo>
                      <a:pt x="90" y="116"/>
                    </a:lnTo>
                    <a:lnTo>
                      <a:pt x="90" y="116"/>
                    </a:lnTo>
                    <a:lnTo>
                      <a:pt x="90" y="116"/>
                    </a:lnTo>
                    <a:lnTo>
                      <a:pt x="90" y="119"/>
                    </a:lnTo>
                    <a:lnTo>
                      <a:pt x="88" y="119"/>
                    </a:lnTo>
                    <a:lnTo>
                      <a:pt x="88" y="119"/>
                    </a:lnTo>
                    <a:lnTo>
                      <a:pt x="88" y="119"/>
                    </a:lnTo>
                    <a:lnTo>
                      <a:pt x="88" y="121"/>
                    </a:lnTo>
                    <a:lnTo>
                      <a:pt x="88" y="121"/>
                    </a:lnTo>
                    <a:lnTo>
                      <a:pt x="88" y="121"/>
                    </a:lnTo>
                    <a:lnTo>
                      <a:pt x="88" y="121"/>
                    </a:lnTo>
                    <a:lnTo>
                      <a:pt x="88" y="123"/>
                    </a:lnTo>
                    <a:lnTo>
                      <a:pt x="88" y="123"/>
                    </a:lnTo>
                    <a:lnTo>
                      <a:pt x="88" y="123"/>
                    </a:lnTo>
                    <a:lnTo>
                      <a:pt x="90" y="123"/>
                    </a:lnTo>
                    <a:lnTo>
                      <a:pt x="90" y="123"/>
                    </a:lnTo>
                    <a:lnTo>
                      <a:pt x="90" y="126"/>
                    </a:lnTo>
                    <a:lnTo>
                      <a:pt x="88" y="126"/>
                    </a:lnTo>
                    <a:lnTo>
                      <a:pt x="88" y="126"/>
                    </a:lnTo>
                    <a:lnTo>
                      <a:pt x="88" y="126"/>
                    </a:lnTo>
                    <a:lnTo>
                      <a:pt x="88" y="126"/>
                    </a:lnTo>
                    <a:lnTo>
                      <a:pt x="88" y="128"/>
                    </a:lnTo>
                    <a:lnTo>
                      <a:pt x="88" y="128"/>
                    </a:lnTo>
                    <a:lnTo>
                      <a:pt x="85" y="128"/>
                    </a:lnTo>
                    <a:lnTo>
                      <a:pt x="85" y="130"/>
                    </a:lnTo>
                    <a:lnTo>
                      <a:pt x="85" y="130"/>
                    </a:lnTo>
                    <a:lnTo>
                      <a:pt x="88" y="130"/>
                    </a:lnTo>
                    <a:lnTo>
                      <a:pt x="88" y="130"/>
                    </a:lnTo>
                    <a:lnTo>
                      <a:pt x="88" y="130"/>
                    </a:lnTo>
                    <a:lnTo>
                      <a:pt x="88" y="133"/>
                    </a:lnTo>
                    <a:lnTo>
                      <a:pt x="88" y="133"/>
                    </a:lnTo>
                    <a:lnTo>
                      <a:pt x="88" y="133"/>
                    </a:lnTo>
                    <a:lnTo>
                      <a:pt x="90" y="133"/>
                    </a:lnTo>
                    <a:lnTo>
                      <a:pt x="90" y="135"/>
                    </a:lnTo>
                    <a:lnTo>
                      <a:pt x="90" y="135"/>
                    </a:lnTo>
                    <a:lnTo>
                      <a:pt x="90" y="135"/>
                    </a:lnTo>
                    <a:lnTo>
                      <a:pt x="92" y="135"/>
                    </a:lnTo>
                    <a:lnTo>
                      <a:pt x="92" y="137"/>
                    </a:lnTo>
                    <a:lnTo>
                      <a:pt x="92" y="137"/>
                    </a:lnTo>
                    <a:lnTo>
                      <a:pt x="92" y="137"/>
                    </a:lnTo>
                    <a:lnTo>
                      <a:pt x="92" y="137"/>
                    </a:lnTo>
                    <a:lnTo>
                      <a:pt x="92" y="140"/>
                    </a:lnTo>
                    <a:lnTo>
                      <a:pt x="95" y="140"/>
                    </a:lnTo>
                    <a:lnTo>
                      <a:pt x="95" y="140"/>
                    </a:lnTo>
                    <a:lnTo>
                      <a:pt x="95" y="140"/>
                    </a:lnTo>
                    <a:lnTo>
                      <a:pt x="95" y="142"/>
                    </a:lnTo>
                    <a:lnTo>
                      <a:pt x="95" y="142"/>
                    </a:lnTo>
                    <a:lnTo>
                      <a:pt x="95" y="142"/>
                    </a:lnTo>
                    <a:lnTo>
                      <a:pt x="97" y="142"/>
                    </a:lnTo>
                    <a:lnTo>
                      <a:pt x="97" y="142"/>
                    </a:lnTo>
                    <a:lnTo>
                      <a:pt x="97" y="142"/>
                    </a:lnTo>
                    <a:lnTo>
                      <a:pt x="99" y="142"/>
                    </a:lnTo>
                    <a:lnTo>
                      <a:pt x="99" y="145"/>
                    </a:lnTo>
                    <a:lnTo>
                      <a:pt x="99" y="145"/>
                    </a:lnTo>
                    <a:lnTo>
                      <a:pt x="99" y="145"/>
                    </a:lnTo>
                    <a:lnTo>
                      <a:pt x="99" y="145"/>
                    </a:lnTo>
                    <a:lnTo>
                      <a:pt x="99" y="147"/>
                    </a:lnTo>
                    <a:lnTo>
                      <a:pt x="102" y="147"/>
                    </a:lnTo>
                    <a:lnTo>
                      <a:pt x="102" y="147"/>
                    </a:lnTo>
                    <a:lnTo>
                      <a:pt x="102" y="147"/>
                    </a:lnTo>
                    <a:lnTo>
                      <a:pt x="102" y="147"/>
                    </a:lnTo>
                    <a:lnTo>
                      <a:pt x="102" y="149"/>
                    </a:lnTo>
                    <a:lnTo>
                      <a:pt x="104" y="149"/>
                    </a:lnTo>
                    <a:lnTo>
                      <a:pt x="104" y="149"/>
                    </a:lnTo>
                    <a:lnTo>
                      <a:pt x="104" y="149"/>
                    </a:lnTo>
                    <a:lnTo>
                      <a:pt x="106" y="149"/>
                    </a:lnTo>
                    <a:lnTo>
                      <a:pt x="106" y="149"/>
                    </a:lnTo>
                    <a:lnTo>
                      <a:pt x="106" y="149"/>
                    </a:lnTo>
                    <a:lnTo>
                      <a:pt x="106" y="152"/>
                    </a:lnTo>
                    <a:lnTo>
                      <a:pt x="109" y="152"/>
                    </a:lnTo>
                    <a:lnTo>
                      <a:pt x="109" y="152"/>
                    </a:lnTo>
                    <a:lnTo>
                      <a:pt x="109" y="152"/>
                    </a:lnTo>
                    <a:lnTo>
                      <a:pt x="109" y="152"/>
                    </a:lnTo>
                    <a:lnTo>
                      <a:pt x="111" y="152"/>
                    </a:lnTo>
                    <a:lnTo>
                      <a:pt x="111" y="152"/>
                    </a:lnTo>
                    <a:lnTo>
                      <a:pt x="111" y="152"/>
                    </a:lnTo>
                    <a:lnTo>
                      <a:pt x="114" y="152"/>
                    </a:lnTo>
                    <a:lnTo>
                      <a:pt x="114" y="154"/>
                    </a:lnTo>
                    <a:lnTo>
                      <a:pt x="114" y="154"/>
                    </a:lnTo>
                    <a:lnTo>
                      <a:pt x="114" y="154"/>
                    </a:lnTo>
                    <a:lnTo>
                      <a:pt x="116" y="154"/>
                    </a:lnTo>
                    <a:lnTo>
                      <a:pt x="116" y="154"/>
                    </a:lnTo>
                    <a:lnTo>
                      <a:pt x="116" y="154"/>
                    </a:lnTo>
                    <a:lnTo>
                      <a:pt x="116" y="154"/>
                    </a:lnTo>
                    <a:lnTo>
                      <a:pt x="118" y="154"/>
                    </a:lnTo>
                    <a:lnTo>
                      <a:pt x="118" y="156"/>
                    </a:lnTo>
                    <a:lnTo>
                      <a:pt x="118" y="156"/>
                    </a:lnTo>
                    <a:lnTo>
                      <a:pt x="118" y="156"/>
                    </a:lnTo>
                    <a:lnTo>
                      <a:pt x="121" y="156"/>
                    </a:lnTo>
                    <a:lnTo>
                      <a:pt x="121" y="156"/>
                    </a:lnTo>
                    <a:lnTo>
                      <a:pt x="121" y="156"/>
                    </a:lnTo>
                    <a:lnTo>
                      <a:pt x="123" y="156"/>
                    </a:lnTo>
                    <a:lnTo>
                      <a:pt x="123" y="156"/>
                    </a:lnTo>
                    <a:lnTo>
                      <a:pt x="123" y="159"/>
                    </a:lnTo>
                    <a:lnTo>
                      <a:pt x="125" y="159"/>
                    </a:lnTo>
                    <a:lnTo>
                      <a:pt x="125" y="159"/>
                    </a:lnTo>
                    <a:lnTo>
                      <a:pt x="125" y="159"/>
                    </a:lnTo>
                    <a:lnTo>
                      <a:pt x="128" y="159"/>
                    </a:lnTo>
                    <a:lnTo>
                      <a:pt x="128" y="159"/>
                    </a:lnTo>
                    <a:lnTo>
                      <a:pt x="128" y="159"/>
                    </a:lnTo>
                    <a:lnTo>
                      <a:pt x="130" y="159"/>
                    </a:lnTo>
                    <a:lnTo>
                      <a:pt x="130" y="159"/>
                    </a:lnTo>
                    <a:lnTo>
                      <a:pt x="130" y="159"/>
                    </a:lnTo>
                    <a:lnTo>
                      <a:pt x="132" y="159"/>
                    </a:lnTo>
                    <a:lnTo>
                      <a:pt x="132" y="161"/>
                    </a:lnTo>
                    <a:lnTo>
                      <a:pt x="132" y="161"/>
                    </a:lnTo>
                    <a:lnTo>
                      <a:pt x="132" y="161"/>
                    </a:lnTo>
                    <a:lnTo>
                      <a:pt x="132" y="161"/>
                    </a:lnTo>
                    <a:lnTo>
                      <a:pt x="132" y="161"/>
                    </a:lnTo>
                    <a:lnTo>
                      <a:pt x="132" y="161"/>
                    </a:lnTo>
                    <a:lnTo>
                      <a:pt x="132" y="161"/>
                    </a:lnTo>
                    <a:lnTo>
                      <a:pt x="130" y="161"/>
                    </a:lnTo>
                    <a:lnTo>
                      <a:pt x="130" y="164"/>
                    </a:lnTo>
                    <a:lnTo>
                      <a:pt x="130" y="164"/>
                    </a:lnTo>
                    <a:lnTo>
                      <a:pt x="130" y="164"/>
                    </a:lnTo>
                    <a:lnTo>
                      <a:pt x="128" y="164"/>
                    </a:lnTo>
                    <a:lnTo>
                      <a:pt x="128" y="164"/>
                    </a:lnTo>
                    <a:lnTo>
                      <a:pt x="128" y="164"/>
                    </a:lnTo>
                    <a:lnTo>
                      <a:pt x="128" y="166"/>
                    </a:lnTo>
                    <a:lnTo>
                      <a:pt x="128" y="166"/>
                    </a:lnTo>
                    <a:lnTo>
                      <a:pt x="128" y="166"/>
                    </a:lnTo>
                    <a:lnTo>
                      <a:pt x="130" y="166"/>
                    </a:lnTo>
                    <a:lnTo>
                      <a:pt x="130" y="166"/>
                    </a:lnTo>
                    <a:lnTo>
                      <a:pt x="128" y="166"/>
                    </a:lnTo>
                    <a:lnTo>
                      <a:pt x="128" y="166"/>
                    </a:lnTo>
                    <a:lnTo>
                      <a:pt x="128" y="166"/>
                    </a:lnTo>
                    <a:lnTo>
                      <a:pt x="128" y="168"/>
                    </a:lnTo>
                    <a:lnTo>
                      <a:pt x="125" y="168"/>
                    </a:lnTo>
                    <a:lnTo>
                      <a:pt x="125" y="168"/>
                    </a:lnTo>
                    <a:lnTo>
                      <a:pt x="125" y="166"/>
                    </a:lnTo>
                    <a:lnTo>
                      <a:pt x="125" y="166"/>
                    </a:lnTo>
                    <a:lnTo>
                      <a:pt x="125" y="168"/>
                    </a:lnTo>
                    <a:lnTo>
                      <a:pt x="123" y="168"/>
                    </a:lnTo>
                    <a:lnTo>
                      <a:pt x="123" y="168"/>
                    </a:lnTo>
                    <a:lnTo>
                      <a:pt x="121" y="168"/>
                    </a:lnTo>
                    <a:lnTo>
                      <a:pt x="121" y="168"/>
                    </a:lnTo>
                    <a:lnTo>
                      <a:pt x="121" y="168"/>
                    </a:lnTo>
                    <a:lnTo>
                      <a:pt x="118" y="168"/>
                    </a:lnTo>
                    <a:lnTo>
                      <a:pt x="118" y="166"/>
                    </a:lnTo>
                    <a:lnTo>
                      <a:pt x="118" y="166"/>
                    </a:lnTo>
                    <a:lnTo>
                      <a:pt x="116" y="166"/>
                    </a:lnTo>
                    <a:lnTo>
                      <a:pt x="116" y="166"/>
                    </a:lnTo>
                    <a:lnTo>
                      <a:pt x="116" y="166"/>
                    </a:lnTo>
                    <a:lnTo>
                      <a:pt x="116" y="166"/>
                    </a:lnTo>
                    <a:lnTo>
                      <a:pt x="116" y="164"/>
                    </a:lnTo>
                    <a:lnTo>
                      <a:pt x="114" y="164"/>
                    </a:lnTo>
                    <a:lnTo>
                      <a:pt x="114" y="166"/>
                    </a:lnTo>
                    <a:lnTo>
                      <a:pt x="114" y="166"/>
                    </a:lnTo>
                    <a:lnTo>
                      <a:pt x="114" y="166"/>
                    </a:lnTo>
                    <a:lnTo>
                      <a:pt x="114" y="166"/>
                    </a:lnTo>
                    <a:lnTo>
                      <a:pt x="114" y="168"/>
                    </a:lnTo>
                    <a:lnTo>
                      <a:pt x="111" y="168"/>
                    </a:lnTo>
                    <a:lnTo>
                      <a:pt x="111" y="168"/>
                    </a:lnTo>
                    <a:lnTo>
                      <a:pt x="109" y="168"/>
                    </a:lnTo>
                    <a:lnTo>
                      <a:pt x="109" y="166"/>
                    </a:lnTo>
                    <a:lnTo>
                      <a:pt x="109" y="166"/>
                    </a:lnTo>
                    <a:lnTo>
                      <a:pt x="109" y="166"/>
                    </a:lnTo>
                    <a:lnTo>
                      <a:pt x="109" y="168"/>
                    </a:lnTo>
                    <a:lnTo>
                      <a:pt x="106" y="168"/>
                    </a:lnTo>
                    <a:lnTo>
                      <a:pt x="106" y="168"/>
                    </a:lnTo>
                    <a:lnTo>
                      <a:pt x="106" y="166"/>
                    </a:lnTo>
                    <a:lnTo>
                      <a:pt x="106" y="166"/>
                    </a:lnTo>
                    <a:lnTo>
                      <a:pt x="106" y="166"/>
                    </a:lnTo>
                    <a:lnTo>
                      <a:pt x="106" y="166"/>
                    </a:lnTo>
                    <a:lnTo>
                      <a:pt x="106" y="168"/>
                    </a:lnTo>
                    <a:lnTo>
                      <a:pt x="104" y="168"/>
                    </a:lnTo>
                    <a:lnTo>
                      <a:pt x="104" y="166"/>
                    </a:lnTo>
                    <a:lnTo>
                      <a:pt x="104" y="166"/>
                    </a:lnTo>
                    <a:lnTo>
                      <a:pt x="104" y="166"/>
                    </a:lnTo>
                    <a:lnTo>
                      <a:pt x="102" y="166"/>
                    </a:lnTo>
                    <a:lnTo>
                      <a:pt x="102" y="164"/>
                    </a:lnTo>
                    <a:lnTo>
                      <a:pt x="102" y="164"/>
                    </a:lnTo>
                    <a:lnTo>
                      <a:pt x="102" y="166"/>
                    </a:lnTo>
                    <a:lnTo>
                      <a:pt x="102" y="166"/>
                    </a:lnTo>
                    <a:lnTo>
                      <a:pt x="102" y="164"/>
                    </a:lnTo>
                    <a:lnTo>
                      <a:pt x="99" y="164"/>
                    </a:lnTo>
                    <a:lnTo>
                      <a:pt x="99" y="164"/>
                    </a:lnTo>
                    <a:lnTo>
                      <a:pt x="99" y="166"/>
                    </a:lnTo>
                    <a:lnTo>
                      <a:pt x="99" y="166"/>
                    </a:lnTo>
                    <a:lnTo>
                      <a:pt x="97" y="166"/>
                    </a:lnTo>
                    <a:lnTo>
                      <a:pt x="97" y="166"/>
                    </a:lnTo>
                    <a:lnTo>
                      <a:pt x="95" y="166"/>
                    </a:lnTo>
                    <a:lnTo>
                      <a:pt x="95" y="166"/>
                    </a:lnTo>
                    <a:lnTo>
                      <a:pt x="95" y="164"/>
                    </a:lnTo>
                    <a:lnTo>
                      <a:pt x="95" y="164"/>
                    </a:lnTo>
                    <a:lnTo>
                      <a:pt x="92" y="164"/>
                    </a:lnTo>
                    <a:lnTo>
                      <a:pt x="92" y="164"/>
                    </a:lnTo>
                    <a:lnTo>
                      <a:pt x="92" y="166"/>
                    </a:lnTo>
                    <a:lnTo>
                      <a:pt x="92" y="166"/>
                    </a:lnTo>
                    <a:lnTo>
                      <a:pt x="90" y="166"/>
                    </a:lnTo>
                    <a:lnTo>
                      <a:pt x="90" y="164"/>
                    </a:lnTo>
                    <a:lnTo>
                      <a:pt x="90" y="164"/>
                    </a:lnTo>
                    <a:lnTo>
                      <a:pt x="90" y="164"/>
                    </a:lnTo>
                    <a:lnTo>
                      <a:pt x="88" y="164"/>
                    </a:lnTo>
                    <a:lnTo>
                      <a:pt x="88" y="164"/>
                    </a:lnTo>
                    <a:lnTo>
                      <a:pt x="88" y="164"/>
                    </a:lnTo>
                    <a:lnTo>
                      <a:pt x="88" y="164"/>
                    </a:lnTo>
                    <a:lnTo>
                      <a:pt x="85" y="164"/>
                    </a:lnTo>
                    <a:lnTo>
                      <a:pt x="85" y="164"/>
                    </a:lnTo>
                    <a:lnTo>
                      <a:pt x="85" y="164"/>
                    </a:lnTo>
                    <a:lnTo>
                      <a:pt x="83" y="164"/>
                    </a:lnTo>
                    <a:lnTo>
                      <a:pt x="83" y="164"/>
                    </a:lnTo>
                    <a:lnTo>
                      <a:pt x="83" y="164"/>
                    </a:lnTo>
                    <a:lnTo>
                      <a:pt x="83" y="166"/>
                    </a:lnTo>
                    <a:lnTo>
                      <a:pt x="83" y="166"/>
                    </a:lnTo>
                    <a:lnTo>
                      <a:pt x="80" y="166"/>
                    </a:lnTo>
                    <a:lnTo>
                      <a:pt x="80" y="166"/>
                    </a:lnTo>
                    <a:lnTo>
                      <a:pt x="80" y="166"/>
                    </a:lnTo>
                    <a:lnTo>
                      <a:pt x="78" y="166"/>
                    </a:lnTo>
                    <a:lnTo>
                      <a:pt x="78" y="166"/>
                    </a:lnTo>
                    <a:lnTo>
                      <a:pt x="76" y="166"/>
                    </a:lnTo>
                    <a:lnTo>
                      <a:pt x="76" y="164"/>
                    </a:lnTo>
                    <a:lnTo>
                      <a:pt x="76" y="164"/>
                    </a:lnTo>
                    <a:lnTo>
                      <a:pt x="76" y="164"/>
                    </a:lnTo>
                    <a:lnTo>
                      <a:pt x="73" y="164"/>
                    </a:lnTo>
                    <a:lnTo>
                      <a:pt x="73" y="164"/>
                    </a:lnTo>
                    <a:lnTo>
                      <a:pt x="73" y="164"/>
                    </a:lnTo>
                    <a:lnTo>
                      <a:pt x="73" y="164"/>
                    </a:lnTo>
                    <a:lnTo>
                      <a:pt x="71" y="164"/>
                    </a:lnTo>
                    <a:lnTo>
                      <a:pt x="71" y="164"/>
                    </a:lnTo>
                    <a:lnTo>
                      <a:pt x="69" y="164"/>
                    </a:lnTo>
                    <a:lnTo>
                      <a:pt x="69" y="164"/>
                    </a:lnTo>
                    <a:lnTo>
                      <a:pt x="69" y="164"/>
                    </a:lnTo>
                    <a:lnTo>
                      <a:pt x="66" y="164"/>
                    </a:lnTo>
                    <a:lnTo>
                      <a:pt x="66" y="161"/>
                    </a:lnTo>
                    <a:lnTo>
                      <a:pt x="66" y="161"/>
                    </a:lnTo>
                    <a:lnTo>
                      <a:pt x="66" y="161"/>
                    </a:lnTo>
                    <a:lnTo>
                      <a:pt x="64" y="161"/>
                    </a:lnTo>
                    <a:lnTo>
                      <a:pt x="64" y="161"/>
                    </a:lnTo>
                    <a:lnTo>
                      <a:pt x="64" y="161"/>
                    </a:lnTo>
                    <a:lnTo>
                      <a:pt x="61" y="161"/>
                    </a:lnTo>
                    <a:lnTo>
                      <a:pt x="61" y="161"/>
                    </a:lnTo>
                    <a:lnTo>
                      <a:pt x="61" y="161"/>
                    </a:lnTo>
                    <a:lnTo>
                      <a:pt x="59" y="161"/>
                    </a:lnTo>
                    <a:lnTo>
                      <a:pt x="59" y="161"/>
                    </a:lnTo>
                    <a:lnTo>
                      <a:pt x="59" y="161"/>
                    </a:lnTo>
                    <a:lnTo>
                      <a:pt x="57" y="161"/>
                    </a:lnTo>
                    <a:lnTo>
                      <a:pt x="57" y="161"/>
                    </a:lnTo>
                    <a:lnTo>
                      <a:pt x="54" y="161"/>
                    </a:lnTo>
                    <a:lnTo>
                      <a:pt x="54" y="161"/>
                    </a:lnTo>
                    <a:lnTo>
                      <a:pt x="54" y="161"/>
                    </a:lnTo>
                    <a:lnTo>
                      <a:pt x="54" y="161"/>
                    </a:lnTo>
                    <a:lnTo>
                      <a:pt x="52" y="161"/>
                    </a:lnTo>
                    <a:lnTo>
                      <a:pt x="52" y="161"/>
                    </a:lnTo>
                    <a:lnTo>
                      <a:pt x="52" y="161"/>
                    </a:lnTo>
                    <a:lnTo>
                      <a:pt x="50" y="161"/>
                    </a:lnTo>
                    <a:lnTo>
                      <a:pt x="50" y="161"/>
                    </a:lnTo>
                    <a:lnTo>
                      <a:pt x="47" y="161"/>
                    </a:lnTo>
                    <a:lnTo>
                      <a:pt x="47" y="159"/>
                    </a:lnTo>
                    <a:lnTo>
                      <a:pt x="47" y="159"/>
                    </a:lnTo>
                    <a:lnTo>
                      <a:pt x="47" y="159"/>
                    </a:lnTo>
                    <a:lnTo>
                      <a:pt x="47" y="161"/>
                    </a:lnTo>
                    <a:lnTo>
                      <a:pt x="45" y="161"/>
                    </a:lnTo>
                    <a:lnTo>
                      <a:pt x="45" y="161"/>
                    </a:lnTo>
                    <a:lnTo>
                      <a:pt x="45" y="159"/>
                    </a:lnTo>
                    <a:lnTo>
                      <a:pt x="43" y="159"/>
                    </a:lnTo>
                    <a:lnTo>
                      <a:pt x="43" y="159"/>
                    </a:lnTo>
                    <a:lnTo>
                      <a:pt x="43" y="159"/>
                    </a:lnTo>
                    <a:lnTo>
                      <a:pt x="43" y="159"/>
                    </a:lnTo>
                    <a:lnTo>
                      <a:pt x="40" y="159"/>
                    </a:lnTo>
                    <a:lnTo>
                      <a:pt x="40" y="156"/>
                    </a:lnTo>
                    <a:lnTo>
                      <a:pt x="43" y="156"/>
                    </a:lnTo>
                    <a:lnTo>
                      <a:pt x="43" y="156"/>
                    </a:lnTo>
                    <a:lnTo>
                      <a:pt x="43" y="156"/>
                    </a:lnTo>
                    <a:lnTo>
                      <a:pt x="43" y="156"/>
                    </a:lnTo>
                    <a:lnTo>
                      <a:pt x="43" y="154"/>
                    </a:lnTo>
                    <a:lnTo>
                      <a:pt x="45" y="154"/>
                    </a:lnTo>
                    <a:lnTo>
                      <a:pt x="45" y="156"/>
                    </a:lnTo>
                    <a:lnTo>
                      <a:pt x="45" y="156"/>
                    </a:lnTo>
                    <a:lnTo>
                      <a:pt x="47" y="156"/>
                    </a:lnTo>
                    <a:lnTo>
                      <a:pt x="47" y="156"/>
                    </a:lnTo>
                    <a:lnTo>
                      <a:pt x="47" y="156"/>
                    </a:lnTo>
                    <a:lnTo>
                      <a:pt x="50" y="156"/>
                    </a:lnTo>
                    <a:lnTo>
                      <a:pt x="50" y="154"/>
                    </a:lnTo>
                    <a:lnTo>
                      <a:pt x="47" y="154"/>
                    </a:lnTo>
                    <a:lnTo>
                      <a:pt x="47" y="154"/>
                    </a:lnTo>
                    <a:lnTo>
                      <a:pt x="47" y="154"/>
                    </a:lnTo>
                    <a:lnTo>
                      <a:pt x="47" y="154"/>
                    </a:lnTo>
                    <a:lnTo>
                      <a:pt x="45" y="154"/>
                    </a:lnTo>
                    <a:lnTo>
                      <a:pt x="45" y="152"/>
                    </a:lnTo>
                    <a:lnTo>
                      <a:pt x="45" y="152"/>
                    </a:lnTo>
                    <a:lnTo>
                      <a:pt x="45" y="152"/>
                    </a:lnTo>
                    <a:lnTo>
                      <a:pt x="43" y="152"/>
                    </a:lnTo>
                    <a:lnTo>
                      <a:pt x="43" y="152"/>
                    </a:lnTo>
                    <a:lnTo>
                      <a:pt x="43" y="152"/>
                    </a:lnTo>
                    <a:lnTo>
                      <a:pt x="43" y="152"/>
                    </a:lnTo>
                    <a:lnTo>
                      <a:pt x="43" y="152"/>
                    </a:lnTo>
                    <a:lnTo>
                      <a:pt x="43" y="152"/>
                    </a:lnTo>
                    <a:lnTo>
                      <a:pt x="43" y="152"/>
                    </a:lnTo>
                    <a:lnTo>
                      <a:pt x="43" y="152"/>
                    </a:lnTo>
                    <a:lnTo>
                      <a:pt x="43" y="149"/>
                    </a:lnTo>
                    <a:lnTo>
                      <a:pt x="43" y="149"/>
                    </a:lnTo>
                    <a:lnTo>
                      <a:pt x="43" y="149"/>
                    </a:lnTo>
                    <a:lnTo>
                      <a:pt x="40" y="149"/>
                    </a:lnTo>
                    <a:lnTo>
                      <a:pt x="40" y="149"/>
                    </a:lnTo>
                    <a:lnTo>
                      <a:pt x="40" y="147"/>
                    </a:lnTo>
                    <a:lnTo>
                      <a:pt x="40" y="147"/>
                    </a:lnTo>
                    <a:lnTo>
                      <a:pt x="40" y="147"/>
                    </a:lnTo>
                    <a:lnTo>
                      <a:pt x="40" y="149"/>
                    </a:lnTo>
                    <a:lnTo>
                      <a:pt x="40" y="149"/>
                    </a:lnTo>
                    <a:lnTo>
                      <a:pt x="40" y="149"/>
                    </a:lnTo>
                    <a:lnTo>
                      <a:pt x="40" y="149"/>
                    </a:lnTo>
                    <a:lnTo>
                      <a:pt x="40" y="152"/>
                    </a:lnTo>
                    <a:lnTo>
                      <a:pt x="38" y="152"/>
                    </a:lnTo>
                    <a:lnTo>
                      <a:pt x="38" y="152"/>
                    </a:lnTo>
                    <a:lnTo>
                      <a:pt x="38" y="152"/>
                    </a:lnTo>
                    <a:lnTo>
                      <a:pt x="38" y="152"/>
                    </a:lnTo>
                    <a:lnTo>
                      <a:pt x="35" y="152"/>
                    </a:lnTo>
                    <a:lnTo>
                      <a:pt x="35" y="152"/>
                    </a:lnTo>
                    <a:lnTo>
                      <a:pt x="35" y="154"/>
                    </a:lnTo>
                    <a:lnTo>
                      <a:pt x="35" y="154"/>
                    </a:lnTo>
                    <a:lnTo>
                      <a:pt x="38" y="154"/>
                    </a:lnTo>
                    <a:lnTo>
                      <a:pt x="38" y="154"/>
                    </a:lnTo>
                    <a:lnTo>
                      <a:pt x="38" y="154"/>
                    </a:lnTo>
                    <a:lnTo>
                      <a:pt x="38" y="156"/>
                    </a:lnTo>
                    <a:lnTo>
                      <a:pt x="38" y="156"/>
                    </a:lnTo>
                    <a:lnTo>
                      <a:pt x="35" y="156"/>
                    </a:lnTo>
                    <a:lnTo>
                      <a:pt x="35" y="156"/>
                    </a:lnTo>
                    <a:lnTo>
                      <a:pt x="35" y="156"/>
                    </a:lnTo>
                    <a:lnTo>
                      <a:pt x="33" y="156"/>
                    </a:lnTo>
                    <a:lnTo>
                      <a:pt x="33" y="154"/>
                    </a:lnTo>
                    <a:lnTo>
                      <a:pt x="33" y="154"/>
                    </a:lnTo>
                    <a:lnTo>
                      <a:pt x="33" y="154"/>
                    </a:lnTo>
                    <a:lnTo>
                      <a:pt x="33" y="154"/>
                    </a:lnTo>
                    <a:lnTo>
                      <a:pt x="33" y="152"/>
                    </a:lnTo>
                    <a:lnTo>
                      <a:pt x="31" y="152"/>
                    </a:lnTo>
                    <a:lnTo>
                      <a:pt x="31" y="152"/>
                    </a:lnTo>
                    <a:lnTo>
                      <a:pt x="28" y="152"/>
                    </a:lnTo>
                    <a:lnTo>
                      <a:pt x="28" y="152"/>
                    </a:lnTo>
                    <a:lnTo>
                      <a:pt x="28" y="152"/>
                    </a:lnTo>
                    <a:lnTo>
                      <a:pt x="28" y="152"/>
                    </a:lnTo>
                    <a:lnTo>
                      <a:pt x="28" y="152"/>
                    </a:lnTo>
                    <a:lnTo>
                      <a:pt x="28" y="149"/>
                    </a:lnTo>
                    <a:lnTo>
                      <a:pt x="26" y="149"/>
                    </a:lnTo>
                    <a:lnTo>
                      <a:pt x="26" y="149"/>
                    </a:lnTo>
                    <a:lnTo>
                      <a:pt x="26" y="149"/>
                    </a:lnTo>
                    <a:lnTo>
                      <a:pt x="26" y="149"/>
                    </a:lnTo>
                    <a:lnTo>
                      <a:pt x="24" y="149"/>
                    </a:lnTo>
                    <a:lnTo>
                      <a:pt x="24" y="149"/>
                    </a:lnTo>
                    <a:lnTo>
                      <a:pt x="21" y="149"/>
                    </a:lnTo>
                    <a:lnTo>
                      <a:pt x="21" y="149"/>
                    </a:lnTo>
                    <a:lnTo>
                      <a:pt x="21" y="149"/>
                    </a:lnTo>
                    <a:lnTo>
                      <a:pt x="19" y="149"/>
                    </a:lnTo>
                    <a:lnTo>
                      <a:pt x="19" y="149"/>
                    </a:lnTo>
                    <a:lnTo>
                      <a:pt x="19" y="147"/>
                    </a:lnTo>
                    <a:lnTo>
                      <a:pt x="19" y="147"/>
                    </a:lnTo>
                    <a:lnTo>
                      <a:pt x="17" y="147"/>
                    </a:lnTo>
                    <a:lnTo>
                      <a:pt x="17" y="147"/>
                    </a:lnTo>
                    <a:lnTo>
                      <a:pt x="17" y="145"/>
                    </a:lnTo>
                    <a:lnTo>
                      <a:pt x="19" y="145"/>
                    </a:lnTo>
                    <a:lnTo>
                      <a:pt x="19" y="145"/>
                    </a:lnTo>
                    <a:lnTo>
                      <a:pt x="19" y="145"/>
                    </a:lnTo>
                    <a:lnTo>
                      <a:pt x="19" y="145"/>
                    </a:lnTo>
                    <a:lnTo>
                      <a:pt x="21" y="145"/>
                    </a:lnTo>
                    <a:lnTo>
                      <a:pt x="21" y="145"/>
                    </a:lnTo>
                    <a:lnTo>
                      <a:pt x="21" y="145"/>
                    </a:lnTo>
                    <a:lnTo>
                      <a:pt x="24" y="145"/>
                    </a:lnTo>
                    <a:lnTo>
                      <a:pt x="24" y="142"/>
                    </a:lnTo>
                    <a:lnTo>
                      <a:pt x="21" y="142"/>
                    </a:lnTo>
                    <a:lnTo>
                      <a:pt x="21" y="142"/>
                    </a:lnTo>
                    <a:lnTo>
                      <a:pt x="21" y="142"/>
                    </a:lnTo>
                    <a:lnTo>
                      <a:pt x="21" y="142"/>
                    </a:lnTo>
                    <a:lnTo>
                      <a:pt x="19" y="142"/>
                    </a:lnTo>
                    <a:lnTo>
                      <a:pt x="19" y="142"/>
                    </a:lnTo>
                    <a:lnTo>
                      <a:pt x="19" y="142"/>
                    </a:lnTo>
                    <a:lnTo>
                      <a:pt x="19" y="142"/>
                    </a:lnTo>
                    <a:lnTo>
                      <a:pt x="19" y="142"/>
                    </a:lnTo>
                    <a:lnTo>
                      <a:pt x="17" y="142"/>
                    </a:lnTo>
                    <a:lnTo>
                      <a:pt x="17" y="142"/>
                    </a:lnTo>
                    <a:lnTo>
                      <a:pt x="14" y="142"/>
                    </a:lnTo>
                    <a:lnTo>
                      <a:pt x="14" y="142"/>
                    </a:lnTo>
                    <a:lnTo>
                      <a:pt x="14" y="142"/>
                    </a:lnTo>
                    <a:lnTo>
                      <a:pt x="14" y="142"/>
                    </a:lnTo>
                    <a:lnTo>
                      <a:pt x="14" y="142"/>
                    </a:lnTo>
                    <a:lnTo>
                      <a:pt x="12" y="142"/>
                    </a:lnTo>
                    <a:lnTo>
                      <a:pt x="12" y="142"/>
                    </a:lnTo>
                    <a:lnTo>
                      <a:pt x="9" y="142"/>
                    </a:lnTo>
                    <a:lnTo>
                      <a:pt x="9" y="142"/>
                    </a:lnTo>
                    <a:lnTo>
                      <a:pt x="9" y="142"/>
                    </a:lnTo>
                    <a:lnTo>
                      <a:pt x="9" y="142"/>
                    </a:lnTo>
                    <a:lnTo>
                      <a:pt x="9" y="142"/>
                    </a:lnTo>
                    <a:lnTo>
                      <a:pt x="7" y="142"/>
                    </a:lnTo>
                    <a:lnTo>
                      <a:pt x="7" y="142"/>
                    </a:lnTo>
                    <a:lnTo>
                      <a:pt x="7" y="142"/>
                    </a:lnTo>
                    <a:lnTo>
                      <a:pt x="7" y="142"/>
                    </a:lnTo>
                    <a:lnTo>
                      <a:pt x="5" y="142"/>
                    </a:lnTo>
                    <a:lnTo>
                      <a:pt x="5" y="142"/>
                    </a:lnTo>
                    <a:lnTo>
                      <a:pt x="2" y="142"/>
                    </a:lnTo>
                    <a:lnTo>
                      <a:pt x="2" y="140"/>
                    </a:lnTo>
                    <a:lnTo>
                      <a:pt x="2" y="140"/>
                    </a:lnTo>
                    <a:lnTo>
                      <a:pt x="2" y="140"/>
                    </a:lnTo>
                    <a:lnTo>
                      <a:pt x="2" y="137"/>
                    </a:lnTo>
                    <a:lnTo>
                      <a:pt x="2" y="137"/>
                    </a:lnTo>
                    <a:lnTo>
                      <a:pt x="2" y="137"/>
                    </a:lnTo>
                    <a:lnTo>
                      <a:pt x="2" y="135"/>
                    </a:lnTo>
                    <a:lnTo>
                      <a:pt x="0" y="135"/>
                    </a:lnTo>
                    <a:lnTo>
                      <a:pt x="0" y="135"/>
                    </a:lnTo>
                    <a:lnTo>
                      <a:pt x="0" y="135"/>
                    </a:lnTo>
                    <a:lnTo>
                      <a:pt x="0" y="133"/>
                    </a:lnTo>
                    <a:lnTo>
                      <a:pt x="0" y="133"/>
                    </a:lnTo>
                    <a:lnTo>
                      <a:pt x="0" y="133"/>
                    </a:lnTo>
                    <a:lnTo>
                      <a:pt x="0" y="133"/>
                    </a:lnTo>
                    <a:lnTo>
                      <a:pt x="0" y="130"/>
                    </a:lnTo>
                    <a:lnTo>
                      <a:pt x="0" y="130"/>
                    </a:lnTo>
                    <a:lnTo>
                      <a:pt x="0" y="128"/>
                    </a:lnTo>
                    <a:lnTo>
                      <a:pt x="2" y="128"/>
                    </a:lnTo>
                    <a:lnTo>
                      <a:pt x="2" y="128"/>
                    </a:lnTo>
                    <a:lnTo>
                      <a:pt x="2" y="128"/>
                    </a:lnTo>
                    <a:lnTo>
                      <a:pt x="2" y="126"/>
                    </a:lnTo>
                    <a:lnTo>
                      <a:pt x="2" y="126"/>
                    </a:lnTo>
                    <a:lnTo>
                      <a:pt x="5" y="126"/>
                    </a:lnTo>
                    <a:lnTo>
                      <a:pt x="5" y="126"/>
                    </a:lnTo>
                    <a:lnTo>
                      <a:pt x="5" y="126"/>
                    </a:lnTo>
                    <a:lnTo>
                      <a:pt x="7" y="126"/>
                    </a:lnTo>
                    <a:lnTo>
                      <a:pt x="7" y="126"/>
                    </a:lnTo>
                    <a:lnTo>
                      <a:pt x="7" y="126"/>
                    </a:lnTo>
                    <a:lnTo>
                      <a:pt x="7" y="123"/>
                    </a:lnTo>
                    <a:lnTo>
                      <a:pt x="9" y="123"/>
                    </a:lnTo>
                    <a:lnTo>
                      <a:pt x="9" y="123"/>
                    </a:lnTo>
                    <a:lnTo>
                      <a:pt x="9" y="123"/>
                    </a:lnTo>
                    <a:lnTo>
                      <a:pt x="9" y="126"/>
                    </a:lnTo>
                    <a:lnTo>
                      <a:pt x="12" y="126"/>
                    </a:lnTo>
                    <a:lnTo>
                      <a:pt x="12" y="126"/>
                    </a:lnTo>
                    <a:lnTo>
                      <a:pt x="14" y="126"/>
                    </a:lnTo>
                    <a:lnTo>
                      <a:pt x="14" y="126"/>
                    </a:lnTo>
                    <a:lnTo>
                      <a:pt x="14" y="126"/>
                    </a:lnTo>
                    <a:lnTo>
                      <a:pt x="17" y="126"/>
                    </a:lnTo>
                    <a:lnTo>
                      <a:pt x="17" y="123"/>
                    </a:lnTo>
                    <a:lnTo>
                      <a:pt x="17" y="123"/>
                    </a:lnTo>
                    <a:lnTo>
                      <a:pt x="19" y="123"/>
                    </a:lnTo>
                    <a:lnTo>
                      <a:pt x="19" y="126"/>
                    </a:lnTo>
                    <a:lnTo>
                      <a:pt x="19" y="126"/>
                    </a:lnTo>
                    <a:lnTo>
                      <a:pt x="19" y="126"/>
                    </a:lnTo>
                    <a:lnTo>
                      <a:pt x="21" y="126"/>
                    </a:lnTo>
                    <a:lnTo>
                      <a:pt x="21" y="123"/>
                    </a:lnTo>
                    <a:lnTo>
                      <a:pt x="21" y="123"/>
                    </a:lnTo>
                    <a:lnTo>
                      <a:pt x="21" y="123"/>
                    </a:lnTo>
                    <a:lnTo>
                      <a:pt x="21" y="123"/>
                    </a:lnTo>
                    <a:lnTo>
                      <a:pt x="21" y="121"/>
                    </a:lnTo>
                    <a:lnTo>
                      <a:pt x="21" y="121"/>
                    </a:lnTo>
                    <a:lnTo>
                      <a:pt x="24" y="121"/>
                    </a:lnTo>
                    <a:lnTo>
                      <a:pt x="24" y="121"/>
                    </a:lnTo>
                    <a:lnTo>
                      <a:pt x="24" y="119"/>
                    </a:lnTo>
                    <a:lnTo>
                      <a:pt x="24" y="119"/>
                    </a:lnTo>
                    <a:lnTo>
                      <a:pt x="26" y="119"/>
                    </a:lnTo>
                    <a:lnTo>
                      <a:pt x="26" y="119"/>
                    </a:lnTo>
                    <a:lnTo>
                      <a:pt x="26" y="119"/>
                    </a:lnTo>
                    <a:lnTo>
                      <a:pt x="26" y="119"/>
                    </a:lnTo>
                    <a:lnTo>
                      <a:pt x="26" y="116"/>
                    </a:lnTo>
                    <a:lnTo>
                      <a:pt x="26" y="116"/>
                    </a:lnTo>
                    <a:lnTo>
                      <a:pt x="28" y="116"/>
                    </a:lnTo>
                    <a:lnTo>
                      <a:pt x="28" y="114"/>
                    </a:lnTo>
                    <a:lnTo>
                      <a:pt x="28" y="114"/>
                    </a:lnTo>
                    <a:lnTo>
                      <a:pt x="26" y="114"/>
                    </a:lnTo>
                    <a:lnTo>
                      <a:pt x="26" y="114"/>
                    </a:lnTo>
                    <a:lnTo>
                      <a:pt x="26" y="111"/>
                    </a:lnTo>
                    <a:lnTo>
                      <a:pt x="26" y="111"/>
                    </a:lnTo>
                    <a:lnTo>
                      <a:pt x="24" y="111"/>
                    </a:lnTo>
                    <a:lnTo>
                      <a:pt x="24" y="111"/>
                    </a:lnTo>
                    <a:lnTo>
                      <a:pt x="24" y="111"/>
                    </a:lnTo>
                    <a:lnTo>
                      <a:pt x="21" y="111"/>
                    </a:lnTo>
                    <a:lnTo>
                      <a:pt x="21" y="111"/>
                    </a:lnTo>
                    <a:lnTo>
                      <a:pt x="21" y="111"/>
                    </a:lnTo>
                    <a:lnTo>
                      <a:pt x="21" y="111"/>
                    </a:lnTo>
                    <a:lnTo>
                      <a:pt x="21" y="109"/>
                    </a:lnTo>
                    <a:lnTo>
                      <a:pt x="21" y="109"/>
                    </a:lnTo>
                    <a:lnTo>
                      <a:pt x="21" y="109"/>
                    </a:lnTo>
                    <a:lnTo>
                      <a:pt x="21" y="109"/>
                    </a:lnTo>
                    <a:lnTo>
                      <a:pt x="21" y="107"/>
                    </a:lnTo>
                    <a:lnTo>
                      <a:pt x="24" y="107"/>
                    </a:lnTo>
                    <a:lnTo>
                      <a:pt x="24" y="107"/>
                    </a:lnTo>
                    <a:lnTo>
                      <a:pt x="24" y="107"/>
                    </a:lnTo>
                    <a:lnTo>
                      <a:pt x="26" y="107"/>
                    </a:lnTo>
                    <a:lnTo>
                      <a:pt x="26" y="107"/>
                    </a:lnTo>
                    <a:lnTo>
                      <a:pt x="26" y="107"/>
                    </a:lnTo>
                    <a:lnTo>
                      <a:pt x="28" y="107"/>
                    </a:lnTo>
                    <a:lnTo>
                      <a:pt x="28" y="104"/>
                    </a:lnTo>
                    <a:lnTo>
                      <a:pt x="28" y="104"/>
                    </a:lnTo>
                    <a:lnTo>
                      <a:pt x="28" y="104"/>
                    </a:lnTo>
                    <a:lnTo>
                      <a:pt x="31" y="104"/>
                    </a:lnTo>
                    <a:lnTo>
                      <a:pt x="31" y="104"/>
                    </a:lnTo>
                    <a:lnTo>
                      <a:pt x="33" y="104"/>
                    </a:lnTo>
                    <a:lnTo>
                      <a:pt x="33" y="104"/>
                    </a:lnTo>
                    <a:lnTo>
                      <a:pt x="33" y="104"/>
                    </a:lnTo>
                    <a:lnTo>
                      <a:pt x="35" y="104"/>
                    </a:lnTo>
                    <a:lnTo>
                      <a:pt x="35" y="104"/>
                    </a:lnTo>
                    <a:lnTo>
                      <a:pt x="35" y="102"/>
                    </a:lnTo>
                    <a:lnTo>
                      <a:pt x="35" y="102"/>
                    </a:lnTo>
                    <a:lnTo>
                      <a:pt x="35" y="102"/>
                    </a:lnTo>
                    <a:lnTo>
                      <a:pt x="35" y="102"/>
                    </a:lnTo>
                    <a:lnTo>
                      <a:pt x="35" y="102"/>
                    </a:lnTo>
                    <a:lnTo>
                      <a:pt x="35" y="102"/>
                    </a:lnTo>
                    <a:lnTo>
                      <a:pt x="35" y="102"/>
                    </a:lnTo>
                    <a:lnTo>
                      <a:pt x="35" y="100"/>
                    </a:lnTo>
                    <a:lnTo>
                      <a:pt x="38" y="100"/>
                    </a:lnTo>
                    <a:lnTo>
                      <a:pt x="38" y="100"/>
                    </a:lnTo>
                    <a:lnTo>
                      <a:pt x="38" y="100"/>
                    </a:lnTo>
                    <a:lnTo>
                      <a:pt x="40" y="100"/>
                    </a:lnTo>
                    <a:lnTo>
                      <a:pt x="40" y="97"/>
                    </a:lnTo>
                    <a:lnTo>
                      <a:pt x="40" y="97"/>
                    </a:lnTo>
                    <a:lnTo>
                      <a:pt x="40" y="97"/>
                    </a:lnTo>
                    <a:lnTo>
                      <a:pt x="40" y="97"/>
                    </a:lnTo>
                    <a:lnTo>
                      <a:pt x="43" y="97"/>
                    </a:lnTo>
                    <a:lnTo>
                      <a:pt x="43" y="97"/>
                    </a:lnTo>
                    <a:lnTo>
                      <a:pt x="43" y="97"/>
                    </a:lnTo>
                    <a:lnTo>
                      <a:pt x="45" y="97"/>
                    </a:lnTo>
                    <a:lnTo>
                      <a:pt x="45" y="97"/>
                    </a:lnTo>
                    <a:lnTo>
                      <a:pt x="47" y="97"/>
                    </a:lnTo>
                    <a:lnTo>
                      <a:pt x="47" y="97"/>
                    </a:lnTo>
                    <a:lnTo>
                      <a:pt x="47" y="95"/>
                    </a:lnTo>
                    <a:lnTo>
                      <a:pt x="47" y="95"/>
                    </a:lnTo>
                    <a:lnTo>
                      <a:pt x="50" y="95"/>
                    </a:lnTo>
                    <a:lnTo>
                      <a:pt x="50" y="95"/>
                    </a:lnTo>
                    <a:lnTo>
                      <a:pt x="52" y="95"/>
                    </a:lnTo>
                    <a:lnTo>
                      <a:pt x="52" y="95"/>
                    </a:lnTo>
                    <a:lnTo>
                      <a:pt x="52" y="95"/>
                    </a:lnTo>
                    <a:lnTo>
                      <a:pt x="54" y="95"/>
                    </a:lnTo>
                    <a:lnTo>
                      <a:pt x="54" y="95"/>
                    </a:lnTo>
                    <a:lnTo>
                      <a:pt x="54" y="95"/>
                    </a:lnTo>
                    <a:lnTo>
                      <a:pt x="57" y="95"/>
                    </a:lnTo>
                    <a:lnTo>
                      <a:pt x="57" y="95"/>
                    </a:lnTo>
                    <a:lnTo>
                      <a:pt x="59" y="95"/>
                    </a:lnTo>
                    <a:lnTo>
                      <a:pt x="59" y="95"/>
                    </a:lnTo>
                    <a:lnTo>
                      <a:pt x="57" y="95"/>
                    </a:lnTo>
                    <a:lnTo>
                      <a:pt x="57" y="95"/>
                    </a:lnTo>
                    <a:lnTo>
                      <a:pt x="54" y="95"/>
                    </a:lnTo>
                    <a:lnTo>
                      <a:pt x="54" y="92"/>
                    </a:lnTo>
                    <a:lnTo>
                      <a:pt x="54" y="92"/>
                    </a:lnTo>
                    <a:lnTo>
                      <a:pt x="54" y="92"/>
                    </a:lnTo>
                    <a:lnTo>
                      <a:pt x="54" y="92"/>
                    </a:lnTo>
                    <a:lnTo>
                      <a:pt x="54" y="92"/>
                    </a:lnTo>
                    <a:lnTo>
                      <a:pt x="57" y="92"/>
                    </a:lnTo>
                    <a:lnTo>
                      <a:pt x="57" y="92"/>
                    </a:lnTo>
                    <a:lnTo>
                      <a:pt x="59" y="92"/>
                    </a:lnTo>
                    <a:lnTo>
                      <a:pt x="59" y="92"/>
                    </a:lnTo>
                    <a:lnTo>
                      <a:pt x="59" y="90"/>
                    </a:lnTo>
                    <a:lnTo>
                      <a:pt x="59" y="90"/>
                    </a:lnTo>
                    <a:lnTo>
                      <a:pt x="61" y="90"/>
                    </a:lnTo>
                    <a:lnTo>
                      <a:pt x="61" y="90"/>
                    </a:lnTo>
                    <a:lnTo>
                      <a:pt x="61" y="90"/>
                    </a:lnTo>
                    <a:lnTo>
                      <a:pt x="61" y="88"/>
                    </a:lnTo>
                    <a:lnTo>
                      <a:pt x="61" y="88"/>
                    </a:lnTo>
                    <a:lnTo>
                      <a:pt x="59" y="88"/>
                    </a:lnTo>
                    <a:lnTo>
                      <a:pt x="59" y="88"/>
                    </a:lnTo>
                    <a:lnTo>
                      <a:pt x="59" y="88"/>
                    </a:lnTo>
                    <a:lnTo>
                      <a:pt x="57" y="88"/>
                    </a:lnTo>
                    <a:lnTo>
                      <a:pt x="57" y="88"/>
                    </a:lnTo>
                    <a:lnTo>
                      <a:pt x="54" y="88"/>
                    </a:lnTo>
                    <a:lnTo>
                      <a:pt x="54" y="88"/>
                    </a:lnTo>
                    <a:lnTo>
                      <a:pt x="54" y="88"/>
                    </a:lnTo>
                    <a:lnTo>
                      <a:pt x="54" y="88"/>
                    </a:lnTo>
                    <a:lnTo>
                      <a:pt x="52" y="88"/>
                    </a:lnTo>
                    <a:lnTo>
                      <a:pt x="52" y="85"/>
                    </a:lnTo>
                    <a:lnTo>
                      <a:pt x="52" y="85"/>
                    </a:lnTo>
                    <a:lnTo>
                      <a:pt x="52" y="85"/>
                    </a:lnTo>
                    <a:lnTo>
                      <a:pt x="50" y="85"/>
                    </a:lnTo>
                    <a:lnTo>
                      <a:pt x="50" y="85"/>
                    </a:lnTo>
                    <a:lnTo>
                      <a:pt x="50" y="85"/>
                    </a:lnTo>
                    <a:lnTo>
                      <a:pt x="47" y="85"/>
                    </a:lnTo>
                    <a:lnTo>
                      <a:pt x="47" y="85"/>
                    </a:lnTo>
                    <a:lnTo>
                      <a:pt x="47" y="83"/>
                    </a:lnTo>
                    <a:lnTo>
                      <a:pt x="47" y="83"/>
                    </a:lnTo>
                    <a:lnTo>
                      <a:pt x="47" y="83"/>
                    </a:lnTo>
                    <a:lnTo>
                      <a:pt x="47" y="83"/>
                    </a:lnTo>
                    <a:lnTo>
                      <a:pt x="50" y="83"/>
                    </a:lnTo>
                    <a:lnTo>
                      <a:pt x="50" y="83"/>
                    </a:lnTo>
                    <a:lnTo>
                      <a:pt x="50" y="83"/>
                    </a:lnTo>
                    <a:lnTo>
                      <a:pt x="52" y="83"/>
                    </a:lnTo>
                    <a:lnTo>
                      <a:pt x="52" y="83"/>
                    </a:lnTo>
                    <a:lnTo>
                      <a:pt x="52" y="83"/>
                    </a:lnTo>
                    <a:lnTo>
                      <a:pt x="54" y="83"/>
                    </a:lnTo>
                    <a:lnTo>
                      <a:pt x="54" y="83"/>
                    </a:lnTo>
                    <a:lnTo>
                      <a:pt x="54" y="83"/>
                    </a:lnTo>
                    <a:lnTo>
                      <a:pt x="54" y="83"/>
                    </a:lnTo>
                    <a:lnTo>
                      <a:pt x="54" y="81"/>
                    </a:lnTo>
                    <a:lnTo>
                      <a:pt x="57" y="81"/>
                    </a:lnTo>
                    <a:lnTo>
                      <a:pt x="57" y="81"/>
                    </a:lnTo>
                    <a:lnTo>
                      <a:pt x="59" y="81"/>
                    </a:lnTo>
                    <a:lnTo>
                      <a:pt x="59" y="81"/>
                    </a:lnTo>
                    <a:lnTo>
                      <a:pt x="59" y="81"/>
                    </a:lnTo>
                    <a:lnTo>
                      <a:pt x="59" y="81"/>
                    </a:lnTo>
                    <a:lnTo>
                      <a:pt x="61" y="81"/>
                    </a:lnTo>
                    <a:lnTo>
                      <a:pt x="61" y="81"/>
                    </a:lnTo>
                    <a:lnTo>
                      <a:pt x="61" y="78"/>
                    </a:lnTo>
                    <a:lnTo>
                      <a:pt x="61" y="78"/>
                    </a:lnTo>
                    <a:lnTo>
                      <a:pt x="64" y="78"/>
                    </a:lnTo>
                    <a:lnTo>
                      <a:pt x="64" y="78"/>
                    </a:lnTo>
                    <a:lnTo>
                      <a:pt x="66" y="78"/>
                    </a:lnTo>
                    <a:lnTo>
                      <a:pt x="66" y="78"/>
                    </a:lnTo>
                    <a:lnTo>
                      <a:pt x="66" y="78"/>
                    </a:lnTo>
                    <a:lnTo>
                      <a:pt x="69" y="78"/>
                    </a:lnTo>
                    <a:lnTo>
                      <a:pt x="69" y="78"/>
                    </a:lnTo>
                    <a:lnTo>
                      <a:pt x="69" y="76"/>
                    </a:lnTo>
                    <a:lnTo>
                      <a:pt x="69" y="76"/>
                    </a:lnTo>
                    <a:lnTo>
                      <a:pt x="69" y="76"/>
                    </a:lnTo>
                    <a:lnTo>
                      <a:pt x="69" y="76"/>
                    </a:lnTo>
                    <a:lnTo>
                      <a:pt x="71" y="76"/>
                    </a:lnTo>
                    <a:lnTo>
                      <a:pt x="71" y="76"/>
                    </a:lnTo>
                    <a:lnTo>
                      <a:pt x="71" y="73"/>
                    </a:lnTo>
                    <a:lnTo>
                      <a:pt x="73" y="73"/>
                    </a:lnTo>
                    <a:lnTo>
                      <a:pt x="73" y="73"/>
                    </a:lnTo>
                    <a:lnTo>
                      <a:pt x="73" y="73"/>
                    </a:lnTo>
                    <a:lnTo>
                      <a:pt x="76" y="73"/>
                    </a:lnTo>
                    <a:lnTo>
                      <a:pt x="76" y="73"/>
                    </a:lnTo>
                    <a:lnTo>
                      <a:pt x="76" y="73"/>
                    </a:lnTo>
                    <a:lnTo>
                      <a:pt x="76" y="73"/>
                    </a:lnTo>
                    <a:lnTo>
                      <a:pt x="78" y="73"/>
                    </a:lnTo>
                    <a:lnTo>
                      <a:pt x="78" y="73"/>
                    </a:lnTo>
                    <a:lnTo>
                      <a:pt x="80" y="73"/>
                    </a:lnTo>
                    <a:lnTo>
                      <a:pt x="80" y="73"/>
                    </a:lnTo>
                    <a:lnTo>
                      <a:pt x="80" y="73"/>
                    </a:lnTo>
                    <a:lnTo>
                      <a:pt x="83" y="73"/>
                    </a:lnTo>
                    <a:lnTo>
                      <a:pt x="83" y="73"/>
                    </a:lnTo>
                    <a:lnTo>
                      <a:pt x="83" y="73"/>
                    </a:lnTo>
                    <a:lnTo>
                      <a:pt x="85" y="73"/>
                    </a:lnTo>
                    <a:lnTo>
                      <a:pt x="85" y="73"/>
                    </a:lnTo>
                    <a:lnTo>
                      <a:pt x="83" y="73"/>
                    </a:lnTo>
                    <a:lnTo>
                      <a:pt x="83" y="73"/>
                    </a:lnTo>
                    <a:lnTo>
                      <a:pt x="83" y="73"/>
                    </a:lnTo>
                    <a:lnTo>
                      <a:pt x="80" y="73"/>
                    </a:lnTo>
                    <a:lnTo>
                      <a:pt x="80" y="73"/>
                    </a:lnTo>
                    <a:lnTo>
                      <a:pt x="80" y="73"/>
                    </a:lnTo>
                    <a:lnTo>
                      <a:pt x="78" y="73"/>
                    </a:lnTo>
                    <a:lnTo>
                      <a:pt x="78" y="71"/>
                    </a:lnTo>
                    <a:lnTo>
                      <a:pt x="78" y="71"/>
                    </a:lnTo>
                    <a:lnTo>
                      <a:pt x="80" y="71"/>
                    </a:lnTo>
                    <a:lnTo>
                      <a:pt x="80" y="71"/>
                    </a:lnTo>
                    <a:lnTo>
                      <a:pt x="80" y="71"/>
                    </a:lnTo>
                    <a:lnTo>
                      <a:pt x="83" y="71"/>
                    </a:lnTo>
                    <a:lnTo>
                      <a:pt x="83" y="71"/>
                    </a:lnTo>
                    <a:lnTo>
                      <a:pt x="83" y="71"/>
                    </a:lnTo>
                    <a:lnTo>
                      <a:pt x="85" y="71"/>
                    </a:lnTo>
                    <a:lnTo>
                      <a:pt x="85" y="71"/>
                    </a:lnTo>
                    <a:lnTo>
                      <a:pt x="88" y="71"/>
                    </a:lnTo>
                    <a:lnTo>
                      <a:pt x="88" y="71"/>
                    </a:lnTo>
                    <a:lnTo>
                      <a:pt x="88" y="71"/>
                    </a:lnTo>
                    <a:lnTo>
                      <a:pt x="88" y="69"/>
                    </a:lnTo>
                    <a:lnTo>
                      <a:pt x="88" y="69"/>
                    </a:lnTo>
                    <a:lnTo>
                      <a:pt x="88" y="69"/>
                    </a:lnTo>
                    <a:lnTo>
                      <a:pt x="85" y="69"/>
                    </a:lnTo>
                    <a:lnTo>
                      <a:pt x="85" y="69"/>
                    </a:lnTo>
                    <a:lnTo>
                      <a:pt x="83" y="69"/>
                    </a:lnTo>
                    <a:lnTo>
                      <a:pt x="83" y="69"/>
                    </a:lnTo>
                    <a:lnTo>
                      <a:pt x="83" y="69"/>
                    </a:lnTo>
                    <a:lnTo>
                      <a:pt x="83" y="69"/>
                    </a:lnTo>
                    <a:lnTo>
                      <a:pt x="83" y="69"/>
                    </a:lnTo>
                    <a:lnTo>
                      <a:pt x="83" y="66"/>
                    </a:lnTo>
                    <a:lnTo>
                      <a:pt x="83" y="66"/>
                    </a:lnTo>
                    <a:lnTo>
                      <a:pt x="85" y="66"/>
                    </a:lnTo>
                    <a:lnTo>
                      <a:pt x="85" y="66"/>
                    </a:lnTo>
                    <a:lnTo>
                      <a:pt x="85" y="66"/>
                    </a:lnTo>
                    <a:lnTo>
                      <a:pt x="88" y="66"/>
                    </a:lnTo>
                    <a:lnTo>
                      <a:pt x="88" y="66"/>
                    </a:lnTo>
                    <a:lnTo>
                      <a:pt x="88" y="66"/>
                    </a:lnTo>
                    <a:lnTo>
                      <a:pt x="88" y="66"/>
                    </a:lnTo>
                    <a:lnTo>
                      <a:pt x="88" y="66"/>
                    </a:lnTo>
                    <a:lnTo>
                      <a:pt x="90" y="66"/>
                    </a:lnTo>
                    <a:lnTo>
                      <a:pt x="90" y="66"/>
                    </a:lnTo>
                    <a:lnTo>
                      <a:pt x="92" y="66"/>
                    </a:lnTo>
                    <a:lnTo>
                      <a:pt x="92" y="66"/>
                    </a:lnTo>
                    <a:lnTo>
                      <a:pt x="92" y="66"/>
                    </a:lnTo>
                    <a:lnTo>
                      <a:pt x="95" y="66"/>
                    </a:lnTo>
                    <a:lnTo>
                      <a:pt x="95" y="66"/>
                    </a:lnTo>
                    <a:lnTo>
                      <a:pt x="95" y="66"/>
                    </a:lnTo>
                    <a:lnTo>
                      <a:pt x="97" y="66"/>
                    </a:lnTo>
                    <a:lnTo>
                      <a:pt x="97" y="66"/>
                    </a:lnTo>
                    <a:lnTo>
                      <a:pt x="97" y="64"/>
                    </a:lnTo>
                    <a:lnTo>
                      <a:pt x="97" y="64"/>
                    </a:lnTo>
                    <a:lnTo>
                      <a:pt x="95" y="64"/>
                    </a:lnTo>
                    <a:lnTo>
                      <a:pt x="95" y="64"/>
                    </a:lnTo>
                    <a:lnTo>
                      <a:pt x="95" y="64"/>
                    </a:lnTo>
                    <a:lnTo>
                      <a:pt x="92" y="64"/>
                    </a:lnTo>
                    <a:lnTo>
                      <a:pt x="92" y="64"/>
                    </a:lnTo>
                    <a:lnTo>
                      <a:pt x="92" y="64"/>
                    </a:lnTo>
                    <a:lnTo>
                      <a:pt x="90" y="64"/>
                    </a:lnTo>
                    <a:lnTo>
                      <a:pt x="90" y="64"/>
                    </a:lnTo>
                    <a:lnTo>
                      <a:pt x="90" y="64"/>
                    </a:lnTo>
                    <a:lnTo>
                      <a:pt x="88" y="64"/>
                    </a:lnTo>
                    <a:lnTo>
                      <a:pt x="88" y="64"/>
                    </a:lnTo>
                    <a:lnTo>
                      <a:pt x="88" y="64"/>
                    </a:lnTo>
                    <a:lnTo>
                      <a:pt x="88" y="64"/>
                    </a:lnTo>
                    <a:lnTo>
                      <a:pt x="88" y="62"/>
                    </a:lnTo>
                    <a:lnTo>
                      <a:pt x="88" y="62"/>
                    </a:lnTo>
                    <a:lnTo>
                      <a:pt x="90" y="62"/>
                    </a:lnTo>
                    <a:lnTo>
                      <a:pt x="90" y="62"/>
                    </a:lnTo>
                    <a:lnTo>
                      <a:pt x="92" y="62"/>
                    </a:lnTo>
                    <a:lnTo>
                      <a:pt x="92" y="62"/>
                    </a:lnTo>
                    <a:lnTo>
                      <a:pt x="92" y="59"/>
                    </a:lnTo>
                    <a:lnTo>
                      <a:pt x="92" y="59"/>
                    </a:lnTo>
                    <a:lnTo>
                      <a:pt x="95" y="59"/>
                    </a:lnTo>
                    <a:lnTo>
                      <a:pt x="95" y="59"/>
                    </a:lnTo>
                    <a:lnTo>
                      <a:pt x="95" y="59"/>
                    </a:lnTo>
                    <a:lnTo>
                      <a:pt x="97" y="59"/>
                    </a:lnTo>
                    <a:lnTo>
                      <a:pt x="97" y="59"/>
                    </a:lnTo>
                    <a:lnTo>
                      <a:pt x="97" y="62"/>
                    </a:lnTo>
                    <a:lnTo>
                      <a:pt x="99" y="62"/>
                    </a:lnTo>
                    <a:lnTo>
                      <a:pt x="99" y="59"/>
                    </a:lnTo>
                    <a:lnTo>
                      <a:pt x="99" y="59"/>
                    </a:lnTo>
                    <a:lnTo>
                      <a:pt x="99" y="59"/>
                    </a:lnTo>
                    <a:lnTo>
                      <a:pt x="102" y="59"/>
                    </a:lnTo>
                    <a:lnTo>
                      <a:pt x="102" y="59"/>
                    </a:lnTo>
                    <a:lnTo>
                      <a:pt x="102" y="59"/>
                    </a:lnTo>
                    <a:lnTo>
                      <a:pt x="104" y="59"/>
                    </a:lnTo>
                    <a:lnTo>
                      <a:pt x="104" y="59"/>
                    </a:lnTo>
                    <a:lnTo>
                      <a:pt x="106" y="59"/>
                    </a:lnTo>
                    <a:lnTo>
                      <a:pt x="106" y="59"/>
                    </a:lnTo>
                    <a:lnTo>
                      <a:pt x="106" y="59"/>
                    </a:lnTo>
                    <a:lnTo>
                      <a:pt x="106" y="59"/>
                    </a:lnTo>
                    <a:lnTo>
                      <a:pt x="104" y="59"/>
                    </a:lnTo>
                    <a:lnTo>
                      <a:pt x="104" y="59"/>
                    </a:lnTo>
                    <a:lnTo>
                      <a:pt x="102" y="59"/>
                    </a:lnTo>
                    <a:lnTo>
                      <a:pt x="102" y="59"/>
                    </a:lnTo>
                    <a:lnTo>
                      <a:pt x="102" y="59"/>
                    </a:lnTo>
                    <a:lnTo>
                      <a:pt x="99" y="59"/>
                    </a:lnTo>
                    <a:lnTo>
                      <a:pt x="99" y="59"/>
                    </a:lnTo>
                    <a:lnTo>
                      <a:pt x="99" y="59"/>
                    </a:lnTo>
                    <a:lnTo>
                      <a:pt x="97" y="59"/>
                    </a:lnTo>
                    <a:lnTo>
                      <a:pt x="97" y="59"/>
                    </a:lnTo>
                    <a:lnTo>
                      <a:pt x="95" y="59"/>
                    </a:lnTo>
                    <a:lnTo>
                      <a:pt x="95" y="57"/>
                    </a:lnTo>
                    <a:lnTo>
                      <a:pt x="95" y="57"/>
                    </a:lnTo>
                    <a:lnTo>
                      <a:pt x="95" y="57"/>
                    </a:lnTo>
                    <a:lnTo>
                      <a:pt x="95" y="57"/>
                    </a:lnTo>
                    <a:lnTo>
                      <a:pt x="97" y="57"/>
                    </a:lnTo>
                    <a:lnTo>
                      <a:pt x="97" y="57"/>
                    </a:lnTo>
                    <a:lnTo>
                      <a:pt x="97" y="55"/>
                    </a:lnTo>
                    <a:lnTo>
                      <a:pt x="99" y="55"/>
                    </a:lnTo>
                    <a:lnTo>
                      <a:pt x="99" y="55"/>
                    </a:lnTo>
                    <a:lnTo>
                      <a:pt x="99" y="55"/>
                    </a:lnTo>
                    <a:lnTo>
                      <a:pt x="102" y="55"/>
                    </a:lnTo>
                    <a:lnTo>
                      <a:pt x="102" y="55"/>
                    </a:lnTo>
                    <a:lnTo>
                      <a:pt x="102" y="55"/>
                    </a:lnTo>
                    <a:lnTo>
                      <a:pt x="102" y="55"/>
                    </a:lnTo>
                    <a:lnTo>
                      <a:pt x="104" y="55"/>
                    </a:lnTo>
                    <a:lnTo>
                      <a:pt x="104" y="55"/>
                    </a:lnTo>
                    <a:lnTo>
                      <a:pt x="104" y="52"/>
                    </a:lnTo>
                    <a:lnTo>
                      <a:pt x="106" y="52"/>
                    </a:lnTo>
                    <a:lnTo>
                      <a:pt x="106" y="52"/>
                    </a:lnTo>
                    <a:lnTo>
                      <a:pt x="104" y="52"/>
                    </a:lnTo>
                    <a:lnTo>
                      <a:pt x="104" y="52"/>
                    </a:lnTo>
                    <a:lnTo>
                      <a:pt x="104" y="52"/>
                    </a:lnTo>
                    <a:lnTo>
                      <a:pt x="102" y="52"/>
                    </a:lnTo>
                    <a:lnTo>
                      <a:pt x="102" y="52"/>
                    </a:lnTo>
                    <a:lnTo>
                      <a:pt x="102" y="52"/>
                    </a:lnTo>
                    <a:lnTo>
                      <a:pt x="99" y="52"/>
                    </a:lnTo>
                    <a:lnTo>
                      <a:pt x="99" y="52"/>
                    </a:lnTo>
                    <a:lnTo>
                      <a:pt x="99" y="52"/>
                    </a:lnTo>
                    <a:lnTo>
                      <a:pt x="97" y="52"/>
                    </a:lnTo>
                    <a:lnTo>
                      <a:pt x="97" y="52"/>
                    </a:lnTo>
                    <a:lnTo>
                      <a:pt x="95" y="52"/>
                    </a:lnTo>
                    <a:lnTo>
                      <a:pt x="95" y="52"/>
                    </a:lnTo>
                    <a:lnTo>
                      <a:pt x="97" y="52"/>
                    </a:lnTo>
                    <a:lnTo>
                      <a:pt x="97" y="52"/>
                    </a:lnTo>
                    <a:lnTo>
                      <a:pt x="95" y="52"/>
                    </a:lnTo>
                    <a:lnTo>
                      <a:pt x="95" y="52"/>
                    </a:lnTo>
                    <a:lnTo>
                      <a:pt x="95" y="52"/>
                    </a:lnTo>
                    <a:lnTo>
                      <a:pt x="92" y="52"/>
                    </a:lnTo>
                    <a:lnTo>
                      <a:pt x="92" y="50"/>
                    </a:lnTo>
                    <a:lnTo>
                      <a:pt x="95" y="50"/>
                    </a:lnTo>
                    <a:lnTo>
                      <a:pt x="95" y="50"/>
                    </a:lnTo>
                    <a:lnTo>
                      <a:pt x="95" y="47"/>
                    </a:lnTo>
                    <a:lnTo>
                      <a:pt x="95" y="47"/>
                    </a:lnTo>
                    <a:lnTo>
                      <a:pt x="95" y="47"/>
                    </a:lnTo>
                    <a:lnTo>
                      <a:pt x="95" y="47"/>
                    </a:lnTo>
                    <a:lnTo>
                      <a:pt x="97" y="47"/>
                    </a:lnTo>
                    <a:lnTo>
                      <a:pt x="97" y="47"/>
                    </a:lnTo>
                    <a:lnTo>
                      <a:pt x="99" y="47"/>
                    </a:lnTo>
                    <a:lnTo>
                      <a:pt x="99" y="47"/>
                    </a:lnTo>
                    <a:lnTo>
                      <a:pt x="99" y="47"/>
                    </a:lnTo>
                    <a:lnTo>
                      <a:pt x="102" y="47"/>
                    </a:lnTo>
                    <a:lnTo>
                      <a:pt x="102" y="47"/>
                    </a:lnTo>
                    <a:lnTo>
                      <a:pt x="102" y="47"/>
                    </a:lnTo>
                    <a:lnTo>
                      <a:pt x="104" y="47"/>
                    </a:lnTo>
                    <a:lnTo>
                      <a:pt x="104" y="47"/>
                    </a:lnTo>
                    <a:lnTo>
                      <a:pt x="104" y="47"/>
                    </a:lnTo>
                    <a:lnTo>
                      <a:pt x="104" y="47"/>
                    </a:lnTo>
                    <a:lnTo>
                      <a:pt x="106" y="47"/>
                    </a:lnTo>
                    <a:lnTo>
                      <a:pt x="106" y="47"/>
                    </a:lnTo>
                    <a:lnTo>
                      <a:pt x="106" y="47"/>
                    </a:lnTo>
                    <a:lnTo>
                      <a:pt x="106" y="47"/>
                    </a:lnTo>
                    <a:lnTo>
                      <a:pt x="106" y="50"/>
                    </a:lnTo>
                    <a:lnTo>
                      <a:pt x="109" y="50"/>
                    </a:lnTo>
                    <a:lnTo>
                      <a:pt x="109" y="50"/>
                    </a:lnTo>
                    <a:lnTo>
                      <a:pt x="109" y="50"/>
                    </a:lnTo>
                    <a:lnTo>
                      <a:pt x="109" y="50"/>
                    </a:lnTo>
                    <a:lnTo>
                      <a:pt x="111" y="50"/>
                    </a:lnTo>
                    <a:lnTo>
                      <a:pt x="111" y="50"/>
                    </a:lnTo>
                    <a:lnTo>
                      <a:pt x="111" y="50"/>
                    </a:lnTo>
                    <a:lnTo>
                      <a:pt x="111" y="47"/>
                    </a:lnTo>
                    <a:lnTo>
                      <a:pt x="114" y="47"/>
                    </a:lnTo>
                    <a:lnTo>
                      <a:pt x="114" y="47"/>
                    </a:lnTo>
                    <a:lnTo>
                      <a:pt x="114" y="47"/>
                    </a:lnTo>
                    <a:lnTo>
                      <a:pt x="114" y="47"/>
                    </a:lnTo>
                    <a:lnTo>
                      <a:pt x="116" y="47"/>
                    </a:lnTo>
                    <a:lnTo>
                      <a:pt x="116" y="47"/>
                    </a:lnTo>
                    <a:lnTo>
                      <a:pt x="116" y="47"/>
                    </a:lnTo>
                    <a:lnTo>
                      <a:pt x="116" y="45"/>
                    </a:lnTo>
                    <a:lnTo>
                      <a:pt x="116" y="45"/>
                    </a:lnTo>
                    <a:lnTo>
                      <a:pt x="116" y="45"/>
                    </a:lnTo>
                    <a:lnTo>
                      <a:pt x="114" y="45"/>
                    </a:lnTo>
                    <a:lnTo>
                      <a:pt x="114" y="45"/>
                    </a:lnTo>
                    <a:lnTo>
                      <a:pt x="114" y="45"/>
                    </a:lnTo>
                    <a:lnTo>
                      <a:pt x="114" y="43"/>
                    </a:lnTo>
                    <a:lnTo>
                      <a:pt x="114" y="43"/>
                    </a:lnTo>
                    <a:lnTo>
                      <a:pt x="116" y="43"/>
                    </a:lnTo>
                    <a:lnTo>
                      <a:pt x="116" y="43"/>
                    </a:lnTo>
                    <a:lnTo>
                      <a:pt x="116" y="43"/>
                    </a:lnTo>
                    <a:lnTo>
                      <a:pt x="116" y="43"/>
                    </a:lnTo>
                    <a:lnTo>
                      <a:pt x="118" y="43"/>
                    </a:lnTo>
                    <a:lnTo>
                      <a:pt x="118" y="43"/>
                    </a:lnTo>
                    <a:lnTo>
                      <a:pt x="121" y="43"/>
                    </a:lnTo>
                    <a:lnTo>
                      <a:pt x="121" y="43"/>
                    </a:lnTo>
                    <a:lnTo>
                      <a:pt x="121" y="43"/>
                    </a:lnTo>
                    <a:lnTo>
                      <a:pt x="123" y="43"/>
                    </a:lnTo>
                    <a:lnTo>
                      <a:pt x="123" y="43"/>
                    </a:lnTo>
                    <a:lnTo>
                      <a:pt x="125" y="43"/>
                    </a:lnTo>
                    <a:lnTo>
                      <a:pt x="125" y="43"/>
                    </a:lnTo>
                    <a:lnTo>
                      <a:pt x="125" y="43"/>
                    </a:lnTo>
                    <a:lnTo>
                      <a:pt x="128" y="43"/>
                    </a:lnTo>
                    <a:lnTo>
                      <a:pt x="128" y="43"/>
                    </a:lnTo>
                    <a:lnTo>
                      <a:pt x="128" y="43"/>
                    </a:lnTo>
                    <a:lnTo>
                      <a:pt x="130" y="43"/>
                    </a:lnTo>
                    <a:lnTo>
                      <a:pt x="130" y="43"/>
                    </a:lnTo>
                    <a:lnTo>
                      <a:pt x="130" y="43"/>
                    </a:lnTo>
                    <a:lnTo>
                      <a:pt x="132" y="43"/>
                    </a:lnTo>
                    <a:lnTo>
                      <a:pt x="132" y="43"/>
                    </a:lnTo>
                    <a:lnTo>
                      <a:pt x="132" y="43"/>
                    </a:lnTo>
                    <a:lnTo>
                      <a:pt x="135" y="43"/>
                    </a:lnTo>
                    <a:lnTo>
                      <a:pt x="135" y="43"/>
                    </a:lnTo>
                    <a:lnTo>
                      <a:pt x="135" y="43"/>
                    </a:lnTo>
                    <a:lnTo>
                      <a:pt x="135" y="43"/>
                    </a:lnTo>
                    <a:lnTo>
                      <a:pt x="135" y="43"/>
                    </a:lnTo>
                    <a:lnTo>
                      <a:pt x="132" y="43"/>
                    </a:lnTo>
                    <a:lnTo>
                      <a:pt x="132" y="43"/>
                    </a:lnTo>
                    <a:lnTo>
                      <a:pt x="132" y="40"/>
                    </a:lnTo>
                    <a:lnTo>
                      <a:pt x="132" y="40"/>
                    </a:lnTo>
                    <a:lnTo>
                      <a:pt x="132" y="40"/>
                    </a:lnTo>
                    <a:lnTo>
                      <a:pt x="132" y="40"/>
                    </a:lnTo>
                    <a:lnTo>
                      <a:pt x="132" y="38"/>
                    </a:lnTo>
                    <a:lnTo>
                      <a:pt x="132" y="38"/>
                    </a:lnTo>
                    <a:lnTo>
                      <a:pt x="135" y="38"/>
                    </a:lnTo>
                    <a:lnTo>
                      <a:pt x="135" y="38"/>
                    </a:lnTo>
                    <a:lnTo>
                      <a:pt x="135" y="38"/>
                    </a:lnTo>
                    <a:lnTo>
                      <a:pt x="137" y="38"/>
                    </a:lnTo>
                    <a:lnTo>
                      <a:pt x="137" y="38"/>
                    </a:lnTo>
                    <a:lnTo>
                      <a:pt x="140" y="38"/>
                    </a:lnTo>
                    <a:lnTo>
                      <a:pt x="140" y="38"/>
                    </a:lnTo>
                    <a:lnTo>
                      <a:pt x="140" y="38"/>
                    </a:lnTo>
                    <a:lnTo>
                      <a:pt x="140" y="36"/>
                    </a:lnTo>
                    <a:lnTo>
                      <a:pt x="140" y="36"/>
                    </a:lnTo>
                    <a:lnTo>
                      <a:pt x="140" y="36"/>
                    </a:lnTo>
                    <a:lnTo>
                      <a:pt x="142" y="36"/>
                    </a:lnTo>
                    <a:lnTo>
                      <a:pt x="142" y="36"/>
                    </a:lnTo>
                    <a:lnTo>
                      <a:pt x="142" y="36"/>
                    </a:lnTo>
                    <a:lnTo>
                      <a:pt x="144" y="36"/>
                    </a:lnTo>
                    <a:lnTo>
                      <a:pt x="144" y="36"/>
                    </a:lnTo>
                    <a:lnTo>
                      <a:pt x="144" y="33"/>
                    </a:lnTo>
                    <a:lnTo>
                      <a:pt x="147" y="33"/>
                    </a:lnTo>
                    <a:lnTo>
                      <a:pt x="147" y="36"/>
                    </a:lnTo>
                    <a:lnTo>
                      <a:pt x="147" y="36"/>
                    </a:lnTo>
                    <a:lnTo>
                      <a:pt x="147" y="33"/>
                    </a:lnTo>
                    <a:lnTo>
                      <a:pt x="147" y="33"/>
                    </a:lnTo>
                    <a:lnTo>
                      <a:pt x="149" y="33"/>
                    </a:lnTo>
                    <a:lnTo>
                      <a:pt x="149" y="33"/>
                    </a:lnTo>
                    <a:lnTo>
                      <a:pt x="149" y="33"/>
                    </a:lnTo>
                    <a:lnTo>
                      <a:pt x="151" y="33"/>
                    </a:lnTo>
                    <a:lnTo>
                      <a:pt x="151" y="33"/>
                    </a:lnTo>
                    <a:lnTo>
                      <a:pt x="154" y="33"/>
                    </a:lnTo>
                    <a:lnTo>
                      <a:pt x="154" y="33"/>
                    </a:lnTo>
                    <a:lnTo>
                      <a:pt x="154" y="33"/>
                    </a:lnTo>
                    <a:lnTo>
                      <a:pt x="151" y="33"/>
                    </a:lnTo>
                    <a:lnTo>
                      <a:pt x="151" y="31"/>
                    </a:lnTo>
                    <a:lnTo>
                      <a:pt x="154" y="31"/>
                    </a:lnTo>
                    <a:lnTo>
                      <a:pt x="154" y="31"/>
                    </a:lnTo>
                    <a:lnTo>
                      <a:pt x="154" y="33"/>
                    </a:lnTo>
                    <a:lnTo>
                      <a:pt x="154" y="33"/>
                    </a:lnTo>
                    <a:lnTo>
                      <a:pt x="156" y="33"/>
                    </a:lnTo>
                    <a:lnTo>
                      <a:pt x="156" y="33"/>
                    </a:lnTo>
                    <a:lnTo>
                      <a:pt x="156" y="31"/>
                    </a:lnTo>
                    <a:lnTo>
                      <a:pt x="159" y="31"/>
                    </a:lnTo>
                    <a:lnTo>
                      <a:pt x="159" y="31"/>
                    </a:lnTo>
                    <a:lnTo>
                      <a:pt x="159" y="31"/>
                    </a:lnTo>
                    <a:lnTo>
                      <a:pt x="159" y="28"/>
                    </a:lnTo>
                    <a:lnTo>
                      <a:pt x="159" y="28"/>
                    </a:lnTo>
                    <a:lnTo>
                      <a:pt x="161" y="28"/>
                    </a:lnTo>
                    <a:lnTo>
                      <a:pt x="161" y="28"/>
                    </a:lnTo>
                    <a:lnTo>
                      <a:pt x="161" y="28"/>
                    </a:lnTo>
                    <a:lnTo>
                      <a:pt x="161" y="28"/>
                    </a:lnTo>
                    <a:lnTo>
                      <a:pt x="163" y="28"/>
                    </a:lnTo>
                    <a:lnTo>
                      <a:pt x="163" y="28"/>
                    </a:lnTo>
                    <a:lnTo>
                      <a:pt x="166" y="28"/>
                    </a:lnTo>
                    <a:lnTo>
                      <a:pt x="166" y="28"/>
                    </a:lnTo>
                    <a:lnTo>
                      <a:pt x="166" y="26"/>
                    </a:lnTo>
                    <a:lnTo>
                      <a:pt x="166" y="26"/>
                    </a:lnTo>
                    <a:lnTo>
                      <a:pt x="168" y="26"/>
                    </a:lnTo>
                    <a:lnTo>
                      <a:pt x="168" y="26"/>
                    </a:lnTo>
                    <a:lnTo>
                      <a:pt x="168" y="26"/>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4" name="Freeform 62"/>
              <p:cNvSpPr>
                <a:spLocks/>
              </p:cNvSpPr>
              <p:nvPr/>
            </p:nvSpPr>
            <p:spPr bwMode="auto">
              <a:xfrm>
                <a:off x="1934" y="798"/>
                <a:ext cx="379" cy="168"/>
              </a:xfrm>
              <a:custGeom>
                <a:avLst/>
                <a:gdLst/>
                <a:ahLst/>
                <a:cxnLst>
                  <a:cxn ang="0">
                    <a:pos x="185" y="24"/>
                  </a:cxn>
                  <a:cxn ang="0">
                    <a:pos x="199" y="24"/>
                  </a:cxn>
                  <a:cxn ang="0">
                    <a:pos x="211" y="19"/>
                  </a:cxn>
                  <a:cxn ang="0">
                    <a:pos x="234" y="19"/>
                  </a:cxn>
                  <a:cxn ang="0">
                    <a:pos x="253" y="21"/>
                  </a:cxn>
                  <a:cxn ang="0">
                    <a:pos x="275" y="17"/>
                  </a:cxn>
                  <a:cxn ang="0">
                    <a:pos x="296" y="14"/>
                  </a:cxn>
                  <a:cxn ang="0">
                    <a:pos x="308" y="10"/>
                  </a:cxn>
                  <a:cxn ang="0">
                    <a:pos x="329" y="5"/>
                  </a:cxn>
                  <a:cxn ang="0">
                    <a:pos x="353" y="0"/>
                  </a:cxn>
                  <a:cxn ang="0">
                    <a:pos x="372" y="5"/>
                  </a:cxn>
                  <a:cxn ang="0">
                    <a:pos x="374" y="14"/>
                  </a:cxn>
                  <a:cxn ang="0">
                    <a:pos x="353" y="21"/>
                  </a:cxn>
                  <a:cxn ang="0">
                    <a:pos x="331" y="26"/>
                  </a:cxn>
                  <a:cxn ang="0">
                    <a:pos x="310" y="28"/>
                  </a:cxn>
                  <a:cxn ang="0">
                    <a:pos x="289" y="33"/>
                  </a:cxn>
                  <a:cxn ang="0">
                    <a:pos x="265" y="36"/>
                  </a:cxn>
                  <a:cxn ang="0">
                    <a:pos x="248" y="38"/>
                  </a:cxn>
                  <a:cxn ang="0">
                    <a:pos x="227" y="43"/>
                  </a:cxn>
                  <a:cxn ang="0">
                    <a:pos x="208" y="47"/>
                  </a:cxn>
                  <a:cxn ang="0">
                    <a:pos x="196" y="52"/>
                  </a:cxn>
                  <a:cxn ang="0">
                    <a:pos x="185" y="59"/>
                  </a:cxn>
                  <a:cxn ang="0">
                    <a:pos x="168" y="62"/>
                  </a:cxn>
                  <a:cxn ang="0">
                    <a:pos x="163" y="71"/>
                  </a:cxn>
                  <a:cxn ang="0">
                    <a:pos x="154" y="73"/>
                  </a:cxn>
                  <a:cxn ang="0">
                    <a:pos x="140" y="78"/>
                  </a:cxn>
                  <a:cxn ang="0">
                    <a:pos x="130" y="90"/>
                  </a:cxn>
                  <a:cxn ang="0">
                    <a:pos x="116" y="95"/>
                  </a:cxn>
                  <a:cxn ang="0">
                    <a:pos x="104" y="104"/>
                  </a:cxn>
                  <a:cxn ang="0">
                    <a:pos x="90" y="114"/>
                  </a:cxn>
                  <a:cxn ang="0">
                    <a:pos x="88" y="130"/>
                  </a:cxn>
                  <a:cxn ang="0">
                    <a:pos x="99" y="145"/>
                  </a:cxn>
                  <a:cxn ang="0">
                    <a:pos x="116" y="154"/>
                  </a:cxn>
                  <a:cxn ang="0">
                    <a:pos x="130" y="161"/>
                  </a:cxn>
                  <a:cxn ang="0">
                    <a:pos x="118" y="166"/>
                  </a:cxn>
                  <a:cxn ang="0">
                    <a:pos x="104" y="166"/>
                  </a:cxn>
                  <a:cxn ang="0">
                    <a:pos x="88" y="164"/>
                  </a:cxn>
                  <a:cxn ang="0">
                    <a:pos x="66" y="164"/>
                  </a:cxn>
                  <a:cxn ang="0">
                    <a:pos x="47" y="161"/>
                  </a:cxn>
                  <a:cxn ang="0">
                    <a:pos x="45" y="152"/>
                  </a:cxn>
                  <a:cxn ang="0">
                    <a:pos x="35" y="152"/>
                  </a:cxn>
                  <a:cxn ang="0">
                    <a:pos x="26" y="149"/>
                  </a:cxn>
                  <a:cxn ang="0">
                    <a:pos x="19" y="142"/>
                  </a:cxn>
                  <a:cxn ang="0">
                    <a:pos x="2" y="137"/>
                  </a:cxn>
                  <a:cxn ang="0">
                    <a:pos x="9" y="123"/>
                  </a:cxn>
                  <a:cxn ang="0">
                    <a:pos x="26" y="119"/>
                  </a:cxn>
                  <a:cxn ang="0">
                    <a:pos x="28" y="107"/>
                  </a:cxn>
                  <a:cxn ang="0">
                    <a:pos x="43" y="97"/>
                  </a:cxn>
                  <a:cxn ang="0">
                    <a:pos x="57" y="92"/>
                  </a:cxn>
                  <a:cxn ang="0">
                    <a:pos x="47" y="85"/>
                  </a:cxn>
                  <a:cxn ang="0">
                    <a:pos x="66" y="78"/>
                  </a:cxn>
                  <a:cxn ang="0">
                    <a:pos x="85" y="73"/>
                  </a:cxn>
                  <a:cxn ang="0">
                    <a:pos x="83" y="69"/>
                  </a:cxn>
                  <a:cxn ang="0">
                    <a:pos x="92" y="64"/>
                  </a:cxn>
                  <a:cxn ang="0">
                    <a:pos x="102" y="59"/>
                  </a:cxn>
                  <a:cxn ang="0">
                    <a:pos x="99" y="55"/>
                  </a:cxn>
                  <a:cxn ang="0">
                    <a:pos x="95" y="52"/>
                  </a:cxn>
                  <a:cxn ang="0">
                    <a:pos x="109" y="50"/>
                  </a:cxn>
                  <a:cxn ang="0">
                    <a:pos x="121" y="43"/>
                  </a:cxn>
                  <a:cxn ang="0">
                    <a:pos x="132" y="38"/>
                  </a:cxn>
                  <a:cxn ang="0">
                    <a:pos x="154" y="33"/>
                  </a:cxn>
                  <a:cxn ang="0">
                    <a:pos x="168" y="26"/>
                  </a:cxn>
                </a:cxnLst>
                <a:rect l="0" t="0" r="r" b="b"/>
                <a:pathLst>
                  <a:path w="379" h="168">
                    <a:moveTo>
                      <a:pt x="168" y="26"/>
                    </a:moveTo>
                    <a:lnTo>
                      <a:pt x="168" y="28"/>
                    </a:lnTo>
                    <a:lnTo>
                      <a:pt x="170" y="28"/>
                    </a:lnTo>
                    <a:lnTo>
                      <a:pt x="170" y="28"/>
                    </a:lnTo>
                    <a:lnTo>
                      <a:pt x="173" y="28"/>
                    </a:lnTo>
                    <a:lnTo>
                      <a:pt x="173" y="28"/>
                    </a:lnTo>
                    <a:lnTo>
                      <a:pt x="173" y="28"/>
                    </a:lnTo>
                    <a:lnTo>
                      <a:pt x="175" y="28"/>
                    </a:lnTo>
                    <a:lnTo>
                      <a:pt x="175" y="28"/>
                    </a:lnTo>
                    <a:lnTo>
                      <a:pt x="175" y="28"/>
                    </a:lnTo>
                    <a:lnTo>
                      <a:pt x="175" y="28"/>
                    </a:lnTo>
                    <a:lnTo>
                      <a:pt x="177" y="28"/>
                    </a:lnTo>
                    <a:lnTo>
                      <a:pt x="177" y="28"/>
                    </a:lnTo>
                    <a:lnTo>
                      <a:pt x="180" y="28"/>
                    </a:lnTo>
                    <a:lnTo>
                      <a:pt x="180" y="28"/>
                    </a:lnTo>
                    <a:lnTo>
                      <a:pt x="180" y="28"/>
                    </a:lnTo>
                    <a:lnTo>
                      <a:pt x="180" y="28"/>
                    </a:lnTo>
                    <a:lnTo>
                      <a:pt x="182" y="28"/>
                    </a:lnTo>
                    <a:lnTo>
                      <a:pt x="182" y="28"/>
                    </a:lnTo>
                    <a:lnTo>
                      <a:pt x="182" y="28"/>
                    </a:lnTo>
                    <a:lnTo>
                      <a:pt x="185" y="28"/>
                    </a:lnTo>
                    <a:lnTo>
                      <a:pt x="185" y="26"/>
                    </a:lnTo>
                    <a:lnTo>
                      <a:pt x="185" y="26"/>
                    </a:lnTo>
                    <a:lnTo>
                      <a:pt x="187" y="26"/>
                    </a:lnTo>
                    <a:lnTo>
                      <a:pt x="187" y="26"/>
                    </a:lnTo>
                    <a:lnTo>
                      <a:pt x="185" y="26"/>
                    </a:lnTo>
                    <a:lnTo>
                      <a:pt x="185" y="24"/>
                    </a:lnTo>
                    <a:lnTo>
                      <a:pt x="185" y="24"/>
                    </a:lnTo>
                    <a:lnTo>
                      <a:pt x="182" y="24"/>
                    </a:lnTo>
                    <a:lnTo>
                      <a:pt x="182" y="24"/>
                    </a:lnTo>
                    <a:lnTo>
                      <a:pt x="182" y="24"/>
                    </a:lnTo>
                    <a:lnTo>
                      <a:pt x="182" y="24"/>
                    </a:lnTo>
                    <a:lnTo>
                      <a:pt x="182" y="24"/>
                    </a:lnTo>
                    <a:lnTo>
                      <a:pt x="182" y="24"/>
                    </a:lnTo>
                    <a:lnTo>
                      <a:pt x="185" y="24"/>
                    </a:lnTo>
                    <a:lnTo>
                      <a:pt x="185" y="24"/>
                    </a:lnTo>
                    <a:lnTo>
                      <a:pt x="185" y="24"/>
                    </a:lnTo>
                    <a:lnTo>
                      <a:pt x="187" y="24"/>
                    </a:lnTo>
                    <a:lnTo>
                      <a:pt x="187" y="24"/>
                    </a:lnTo>
                    <a:lnTo>
                      <a:pt x="187" y="24"/>
                    </a:lnTo>
                    <a:lnTo>
                      <a:pt x="189" y="24"/>
                    </a:lnTo>
                    <a:lnTo>
                      <a:pt x="189" y="24"/>
                    </a:lnTo>
                    <a:lnTo>
                      <a:pt x="189" y="24"/>
                    </a:lnTo>
                    <a:lnTo>
                      <a:pt x="192" y="24"/>
                    </a:lnTo>
                    <a:lnTo>
                      <a:pt x="192" y="21"/>
                    </a:lnTo>
                    <a:lnTo>
                      <a:pt x="192" y="21"/>
                    </a:lnTo>
                    <a:lnTo>
                      <a:pt x="194" y="21"/>
                    </a:lnTo>
                    <a:lnTo>
                      <a:pt x="194" y="21"/>
                    </a:lnTo>
                    <a:lnTo>
                      <a:pt x="194" y="21"/>
                    </a:lnTo>
                    <a:lnTo>
                      <a:pt x="196" y="21"/>
                    </a:lnTo>
                    <a:lnTo>
                      <a:pt x="196" y="24"/>
                    </a:lnTo>
                    <a:lnTo>
                      <a:pt x="194" y="24"/>
                    </a:lnTo>
                    <a:lnTo>
                      <a:pt x="194" y="24"/>
                    </a:lnTo>
                    <a:lnTo>
                      <a:pt x="196" y="24"/>
                    </a:lnTo>
                    <a:lnTo>
                      <a:pt x="196" y="24"/>
                    </a:lnTo>
                    <a:lnTo>
                      <a:pt x="199" y="24"/>
                    </a:lnTo>
                    <a:lnTo>
                      <a:pt x="199" y="24"/>
                    </a:lnTo>
                    <a:lnTo>
                      <a:pt x="199" y="24"/>
                    </a:lnTo>
                    <a:lnTo>
                      <a:pt x="201" y="24"/>
                    </a:lnTo>
                    <a:lnTo>
                      <a:pt x="201" y="24"/>
                    </a:lnTo>
                    <a:lnTo>
                      <a:pt x="201" y="24"/>
                    </a:lnTo>
                    <a:lnTo>
                      <a:pt x="201" y="24"/>
                    </a:lnTo>
                    <a:lnTo>
                      <a:pt x="203" y="24"/>
                    </a:lnTo>
                    <a:lnTo>
                      <a:pt x="203" y="24"/>
                    </a:lnTo>
                    <a:lnTo>
                      <a:pt x="206" y="24"/>
                    </a:lnTo>
                    <a:lnTo>
                      <a:pt x="206" y="24"/>
                    </a:lnTo>
                    <a:lnTo>
                      <a:pt x="206" y="24"/>
                    </a:lnTo>
                    <a:lnTo>
                      <a:pt x="208" y="24"/>
                    </a:lnTo>
                    <a:lnTo>
                      <a:pt x="208" y="24"/>
                    </a:lnTo>
                    <a:lnTo>
                      <a:pt x="206" y="24"/>
                    </a:lnTo>
                    <a:lnTo>
                      <a:pt x="206" y="24"/>
                    </a:lnTo>
                    <a:lnTo>
                      <a:pt x="206" y="24"/>
                    </a:lnTo>
                    <a:lnTo>
                      <a:pt x="203" y="24"/>
                    </a:lnTo>
                    <a:lnTo>
                      <a:pt x="203" y="24"/>
                    </a:lnTo>
                    <a:lnTo>
                      <a:pt x="206" y="24"/>
                    </a:lnTo>
                    <a:lnTo>
                      <a:pt x="206" y="21"/>
                    </a:lnTo>
                    <a:lnTo>
                      <a:pt x="206" y="21"/>
                    </a:lnTo>
                    <a:lnTo>
                      <a:pt x="206" y="21"/>
                    </a:lnTo>
                    <a:lnTo>
                      <a:pt x="206" y="21"/>
                    </a:lnTo>
                    <a:lnTo>
                      <a:pt x="206" y="19"/>
                    </a:lnTo>
                    <a:lnTo>
                      <a:pt x="208" y="19"/>
                    </a:lnTo>
                    <a:lnTo>
                      <a:pt x="208" y="19"/>
                    </a:lnTo>
                    <a:lnTo>
                      <a:pt x="208" y="19"/>
                    </a:lnTo>
                    <a:lnTo>
                      <a:pt x="211" y="19"/>
                    </a:lnTo>
                    <a:lnTo>
                      <a:pt x="211" y="19"/>
                    </a:lnTo>
                    <a:lnTo>
                      <a:pt x="213" y="19"/>
                    </a:lnTo>
                    <a:lnTo>
                      <a:pt x="213" y="19"/>
                    </a:lnTo>
                    <a:lnTo>
                      <a:pt x="213" y="19"/>
                    </a:lnTo>
                    <a:lnTo>
                      <a:pt x="215" y="19"/>
                    </a:lnTo>
                    <a:lnTo>
                      <a:pt x="215" y="19"/>
                    </a:lnTo>
                    <a:lnTo>
                      <a:pt x="215" y="19"/>
                    </a:lnTo>
                    <a:lnTo>
                      <a:pt x="218" y="19"/>
                    </a:lnTo>
                    <a:lnTo>
                      <a:pt x="218" y="19"/>
                    </a:lnTo>
                    <a:lnTo>
                      <a:pt x="220" y="19"/>
                    </a:lnTo>
                    <a:lnTo>
                      <a:pt x="220" y="19"/>
                    </a:lnTo>
                    <a:lnTo>
                      <a:pt x="220" y="19"/>
                    </a:lnTo>
                    <a:lnTo>
                      <a:pt x="220" y="19"/>
                    </a:lnTo>
                    <a:lnTo>
                      <a:pt x="222" y="19"/>
                    </a:lnTo>
                    <a:lnTo>
                      <a:pt x="222" y="19"/>
                    </a:lnTo>
                    <a:lnTo>
                      <a:pt x="222" y="19"/>
                    </a:lnTo>
                    <a:lnTo>
                      <a:pt x="222" y="19"/>
                    </a:lnTo>
                    <a:lnTo>
                      <a:pt x="225" y="19"/>
                    </a:lnTo>
                    <a:lnTo>
                      <a:pt x="225" y="19"/>
                    </a:lnTo>
                    <a:lnTo>
                      <a:pt x="227" y="19"/>
                    </a:lnTo>
                    <a:lnTo>
                      <a:pt x="227" y="19"/>
                    </a:lnTo>
                    <a:lnTo>
                      <a:pt x="227" y="19"/>
                    </a:lnTo>
                    <a:lnTo>
                      <a:pt x="230" y="19"/>
                    </a:lnTo>
                    <a:lnTo>
                      <a:pt x="230" y="19"/>
                    </a:lnTo>
                    <a:lnTo>
                      <a:pt x="232" y="19"/>
                    </a:lnTo>
                    <a:lnTo>
                      <a:pt x="232" y="19"/>
                    </a:lnTo>
                    <a:lnTo>
                      <a:pt x="232" y="19"/>
                    </a:lnTo>
                    <a:lnTo>
                      <a:pt x="234" y="19"/>
                    </a:lnTo>
                    <a:lnTo>
                      <a:pt x="234" y="19"/>
                    </a:lnTo>
                    <a:lnTo>
                      <a:pt x="234" y="19"/>
                    </a:lnTo>
                    <a:lnTo>
                      <a:pt x="237" y="19"/>
                    </a:lnTo>
                    <a:lnTo>
                      <a:pt x="237" y="21"/>
                    </a:lnTo>
                    <a:lnTo>
                      <a:pt x="237" y="21"/>
                    </a:lnTo>
                    <a:lnTo>
                      <a:pt x="237" y="21"/>
                    </a:lnTo>
                    <a:lnTo>
                      <a:pt x="239" y="21"/>
                    </a:lnTo>
                    <a:lnTo>
                      <a:pt x="239" y="21"/>
                    </a:lnTo>
                    <a:lnTo>
                      <a:pt x="239" y="21"/>
                    </a:lnTo>
                    <a:lnTo>
                      <a:pt x="239" y="21"/>
                    </a:lnTo>
                    <a:lnTo>
                      <a:pt x="241" y="21"/>
                    </a:lnTo>
                    <a:lnTo>
                      <a:pt x="241" y="21"/>
                    </a:lnTo>
                    <a:lnTo>
                      <a:pt x="241" y="21"/>
                    </a:lnTo>
                    <a:lnTo>
                      <a:pt x="241" y="21"/>
                    </a:lnTo>
                    <a:lnTo>
                      <a:pt x="241" y="21"/>
                    </a:lnTo>
                    <a:lnTo>
                      <a:pt x="241" y="19"/>
                    </a:lnTo>
                    <a:lnTo>
                      <a:pt x="244" y="19"/>
                    </a:lnTo>
                    <a:lnTo>
                      <a:pt x="244" y="19"/>
                    </a:lnTo>
                    <a:lnTo>
                      <a:pt x="246" y="19"/>
                    </a:lnTo>
                    <a:lnTo>
                      <a:pt x="246" y="21"/>
                    </a:lnTo>
                    <a:lnTo>
                      <a:pt x="246" y="21"/>
                    </a:lnTo>
                    <a:lnTo>
                      <a:pt x="246" y="21"/>
                    </a:lnTo>
                    <a:lnTo>
                      <a:pt x="248" y="21"/>
                    </a:lnTo>
                    <a:lnTo>
                      <a:pt x="248" y="21"/>
                    </a:lnTo>
                    <a:lnTo>
                      <a:pt x="248" y="21"/>
                    </a:lnTo>
                    <a:lnTo>
                      <a:pt x="251" y="21"/>
                    </a:lnTo>
                    <a:lnTo>
                      <a:pt x="251" y="21"/>
                    </a:lnTo>
                    <a:lnTo>
                      <a:pt x="253" y="21"/>
                    </a:lnTo>
                    <a:lnTo>
                      <a:pt x="253" y="21"/>
                    </a:lnTo>
                    <a:lnTo>
                      <a:pt x="253" y="21"/>
                    </a:lnTo>
                    <a:lnTo>
                      <a:pt x="253" y="19"/>
                    </a:lnTo>
                    <a:lnTo>
                      <a:pt x="256" y="19"/>
                    </a:lnTo>
                    <a:lnTo>
                      <a:pt x="256" y="19"/>
                    </a:lnTo>
                    <a:lnTo>
                      <a:pt x="256" y="19"/>
                    </a:lnTo>
                    <a:lnTo>
                      <a:pt x="258" y="19"/>
                    </a:lnTo>
                    <a:lnTo>
                      <a:pt x="258" y="19"/>
                    </a:lnTo>
                    <a:lnTo>
                      <a:pt x="260" y="19"/>
                    </a:lnTo>
                    <a:lnTo>
                      <a:pt x="260" y="19"/>
                    </a:lnTo>
                    <a:lnTo>
                      <a:pt x="260" y="19"/>
                    </a:lnTo>
                    <a:lnTo>
                      <a:pt x="260" y="19"/>
                    </a:lnTo>
                    <a:lnTo>
                      <a:pt x="263" y="19"/>
                    </a:lnTo>
                    <a:lnTo>
                      <a:pt x="263" y="19"/>
                    </a:lnTo>
                    <a:lnTo>
                      <a:pt x="265" y="19"/>
                    </a:lnTo>
                    <a:lnTo>
                      <a:pt x="265" y="19"/>
                    </a:lnTo>
                    <a:lnTo>
                      <a:pt x="265" y="19"/>
                    </a:lnTo>
                    <a:lnTo>
                      <a:pt x="267" y="19"/>
                    </a:lnTo>
                    <a:lnTo>
                      <a:pt x="267" y="19"/>
                    </a:lnTo>
                    <a:lnTo>
                      <a:pt x="267" y="19"/>
                    </a:lnTo>
                    <a:lnTo>
                      <a:pt x="270" y="19"/>
                    </a:lnTo>
                    <a:lnTo>
                      <a:pt x="270" y="19"/>
                    </a:lnTo>
                    <a:lnTo>
                      <a:pt x="272" y="19"/>
                    </a:lnTo>
                    <a:lnTo>
                      <a:pt x="272" y="19"/>
                    </a:lnTo>
                    <a:lnTo>
                      <a:pt x="272" y="19"/>
                    </a:lnTo>
                    <a:lnTo>
                      <a:pt x="275" y="19"/>
                    </a:lnTo>
                    <a:lnTo>
                      <a:pt x="275" y="19"/>
                    </a:lnTo>
                    <a:lnTo>
                      <a:pt x="275" y="17"/>
                    </a:lnTo>
                    <a:lnTo>
                      <a:pt x="275" y="17"/>
                    </a:lnTo>
                    <a:lnTo>
                      <a:pt x="277" y="17"/>
                    </a:lnTo>
                    <a:lnTo>
                      <a:pt x="277" y="17"/>
                    </a:lnTo>
                    <a:lnTo>
                      <a:pt x="279" y="17"/>
                    </a:lnTo>
                    <a:lnTo>
                      <a:pt x="279" y="17"/>
                    </a:lnTo>
                    <a:lnTo>
                      <a:pt x="279" y="17"/>
                    </a:lnTo>
                    <a:lnTo>
                      <a:pt x="279" y="17"/>
                    </a:lnTo>
                    <a:lnTo>
                      <a:pt x="282" y="17"/>
                    </a:lnTo>
                    <a:lnTo>
                      <a:pt x="282" y="17"/>
                    </a:lnTo>
                    <a:lnTo>
                      <a:pt x="282" y="17"/>
                    </a:lnTo>
                    <a:lnTo>
                      <a:pt x="282" y="17"/>
                    </a:lnTo>
                    <a:lnTo>
                      <a:pt x="284" y="17"/>
                    </a:lnTo>
                    <a:lnTo>
                      <a:pt x="284" y="17"/>
                    </a:lnTo>
                    <a:lnTo>
                      <a:pt x="284" y="17"/>
                    </a:lnTo>
                    <a:lnTo>
                      <a:pt x="284" y="14"/>
                    </a:lnTo>
                    <a:lnTo>
                      <a:pt x="286" y="14"/>
                    </a:lnTo>
                    <a:lnTo>
                      <a:pt x="286" y="14"/>
                    </a:lnTo>
                    <a:lnTo>
                      <a:pt x="286" y="14"/>
                    </a:lnTo>
                    <a:lnTo>
                      <a:pt x="286" y="14"/>
                    </a:lnTo>
                    <a:lnTo>
                      <a:pt x="289" y="14"/>
                    </a:lnTo>
                    <a:lnTo>
                      <a:pt x="289" y="14"/>
                    </a:lnTo>
                    <a:lnTo>
                      <a:pt x="289" y="14"/>
                    </a:lnTo>
                    <a:lnTo>
                      <a:pt x="291" y="14"/>
                    </a:lnTo>
                    <a:lnTo>
                      <a:pt x="291" y="14"/>
                    </a:lnTo>
                    <a:lnTo>
                      <a:pt x="293" y="14"/>
                    </a:lnTo>
                    <a:lnTo>
                      <a:pt x="293" y="14"/>
                    </a:lnTo>
                    <a:lnTo>
                      <a:pt x="293" y="14"/>
                    </a:lnTo>
                    <a:lnTo>
                      <a:pt x="296" y="14"/>
                    </a:lnTo>
                    <a:lnTo>
                      <a:pt x="296" y="14"/>
                    </a:lnTo>
                    <a:lnTo>
                      <a:pt x="296" y="14"/>
                    </a:lnTo>
                    <a:lnTo>
                      <a:pt x="298" y="14"/>
                    </a:lnTo>
                    <a:lnTo>
                      <a:pt x="298" y="14"/>
                    </a:lnTo>
                    <a:lnTo>
                      <a:pt x="298" y="14"/>
                    </a:lnTo>
                    <a:lnTo>
                      <a:pt x="301" y="14"/>
                    </a:lnTo>
                    <a:lnTo>
                      <a:pt x="301" y="12"/>
                    </a:lnTo>
                    <a:lnTo>
                      <a:pt x="301" y="12"/>
                    </a:lnTo>
                    <a:lnTo>
                      <a:pt x="301" y="12"/>
                    </a:lnTo>
                    <a:lnTo>
                      <a:pt x="303" y="12"/>
                    </a:lnTo>
                    <a:lnTo>
                      <a:pt x="303" y="12"/>
                    </a:lnTo>
                    <a:lnTo>
                      <a:pt x="305" y="12"/>
                    </a:lnTo>
                    <a:lnTo>
                      <a:pt x="305" y="12"/>
                    </a:lnTo>
                    <a:lnTo>
                      <a:pt x="305" y="12"/>
                    </a:lnTo>
                    <a:lnTo>
                      <a:pt x="305" y="14"/>
                    </a:lnTo>
                    <a:lnTo>
                      <a:pt x="308" y="14"/>
                    </a:lnTo>
                    <a:lnTo>
                      <a:pt x="308" y="14"/>
                    </a:lnTo>
                    <a:lnTo>
                      <a:pt x="308" y="14"/>
                    </a:lnTo>
                    <a:lnTo>
                      <a:pt x="310" y="14"/>
                    </a:lnTo>
                    <a:lnTo>
                      <a:pt x="310" y="14"/>
                    </a:lnTo>
                    <a:lnTo>
                      <a:pt x="312" y="14"/>
                    </a:lnTo>
                    <a:lnTo>
                      <a:pt x="312" y="12"/>
                    </a:lnTo>
                    <a:lnTo>
                      <a:pt x="310" y="12"/>
                    </a:lnTo>
                    <a:lnTo>
                      <a:pt x="310" y="12"/>
                    </a:lnTo>
                    <a:lnTo>
                      <a:pt x="310" y="12"/>
                    </a:lnTo>
                    <a:lnTo>
                      <a:pt x="308" y="12"/>
                    </a:lnTo>
                    <a:lnTo>
                      <a:pt x="308" y="10"/>
                    </a:lnTo>
                    <a:lnTo>
                      <a:pt x="308" y="10"/>
                    </a:lnTo>
                    <a:lnTo>
                      <a:pt x="310" y="10"/>
                    </a:lnTo>
                    <a:lnTo>
                      <a:pt x="310" y="10"/>
                    </a:lnTo>
                    <a:lnTo>
                      <a:pt x="310" y="7"/>
                    </a:lnTo>
                    <a:lnTo>
                      <a:pt x="312" y="7"/>
                    </a:lnTo>
                    <a:lnTo>
                      <a:pt x="312" y="7"/>
                    </a:lnTo>
                    <a:lnTo>
                      <a:pt x="312" y="7"/>
                    </a:lnTo>
                    <a:lnTo>
                      <a:pt x="315" y="7"/>
                    </a:lnTo>
                    <a:lnTo>
                      <a:pt x="315" y="7"/>
                    </a:lnTo>
                    <a:lnTo>
                      <a:pt x="315" y="7"/>
                    </a:lnTo>
                    <a:lnTo>
                      <a:pt x="317" y="7"/>
                    </a:lnTo>
                    <a:lnTo>
                      <a:pt x="317" y="7"/>
                    </a:lnTo>
                    <a:lnTo>
                      <a:pt x="317" y="7"/>
                    </a:lnTo>
                    <a:lnTo>
                      <a:pt x="319" y="7"/>
                    </a:lnTo>
                    <a:lnTo>
                      <a:pt x="319" y="7"/>
                    </a:lnTo>
                    <a:lnTo>
                      <a:pt x="319" y="7"/>
                    </a:lnTo>
                    <a:lnTo>
                      <a:pt x="319" y="5"/>
                    </a:lnTo>
                    <a:lnTo>
                      <a:pt x="322" y="5"/>
                    </a:lnTo>
                    <a:lnTo>
                      <a:pt x="322" y="5"/>
                    </a:lnTo>
                    <a:lnTo>
                      <a:pt x="322" y="5"/>
                    </a:lnTo>
                    <a:lnTo>
                      <a:pt x="322" y="5"/>
                    </a:lnTo>
                    <a:lnTo>
                      <a:pt x="324" y="5"/>
                    </a:lnTo>
                    <a:lnTo>
                      <a:pt x="324" y="5"/>
                    </a:lnTo>
                    <a:lnTo>
                      <a:pt x="327" y="5"/>
                    </a:lnTo>
                    <a:lnTo>
                      <a:pt x="327" y="5"/>
                    </a:lnTo>
                    <a:lnTo>
                      <a:pt x="327" y="5"/>
                    </a:lnTo>
                    <a:lnTo>
                      <a:pt x="327" y="5"/>
                    </a:lnTo>
                    <a:lnTo>
                      <a:pt x="329" y="5"/>
                    </a:lnTo>
                    <a:lnTo>
                      <a:pt x="329" y="5"/>
                    </a:lnTo>
                    <a:lnTo>
                      <a:pt x="329" y="5"/>
                    </a:lnTo>
                    <a:lnTo>
                      <a:pt x="331" y="5"/>
                    </a:lnTo>
                    <a:lnTo>
                      <a:pt x="331" y="5"/>
                    </a:lnTo>
                    <a:lnTo>
                      <a:pt x="334" y="5"/>
                    </a:lnTo>
                    <a:lnTo>
                      <a:pt x="334" y="2"/>
                    </a:lnTo>
                    <a:lnTo>
                      <a:pt x="334" y="2"/>
                    </a:lnTo>
                    <a:lnTo>
                      <a:pt x="334" y="2"/>
                    </a:lnTo>
                    <a:lnTo>
                      <a:pt x="336" y="2"/>
                    </a:lnTo>
                    <a:lnTo>
                      <a:pt x="336" y="2"/>
                    </a:lnTo>
                    <a:lnTo>
                      <a:pt x="338" y="2"/>
                    </a:lnTo>
                    <a:lnTo>
                      <a:pt x="338" y="2"/>
                    </a:lnTo>
                    <a:lnTo>
                      <a:pt x="338" y="2"/>
                    </a:lnTo>
                    <a:lnTo>
                      <a:pt x="341" y="2"/>
                    </a:lnTo>
                    <a:lnTo>
                      <a:pt x="341" y="2"/>
                    </a:lnTo>
                    <a:lnTo>
                      <a:pt x="341" y="2"/>
                    </a:lnTo>
                    <a:lnTo>
                      <a:pt x="341" y="2"/>
                    </a:lnTo>
                    <a:lnTo>
                      <a:pt x="343" y="2"/>
                    </a:lnTo>
                    <a:lnTo>
                      <a:pt x="343" y="2"/>
                    </a:lnTo>
                    <a:lnTo>
                      <a:pt x="346" y="2"/>
                    </a:lnTo>
                    <a:lnTo>
                      <a:pt x="346" y="2"/>
                    </a:lnTo>
                    <a:lnTo>
                      <a:pt x="346" y="2"/>
                    </a:lnTo>
                    <a:lnTo>
                      <a:pt x="348" y="2"/>
                    </a:lnTo>
                    <a:lnTo>
                      <a:pt x="348" y="2"/>
                    </a:lnTo>
                    <a:lnTo>
                      <a:pt x="348" y="2"/>
                    </a:lnTo>
                    <a:lnTo>
                      <a:pt x="348" y="0"/>
                    </a:lnTo>
                    <a:lnTo>
                      <a:pt x="350" y="0"/>
                    </a:lnTo>
                    <a:lnTo>
                      <a:pt x="350" y="0"/>
                    </a:lnTo>
                    <a:lnTo>
                      <a:pt x="353" y="0"/>
                    </a:lnTo>
                    <a:lnTo>
                      <a:pt x="353" y="2"/>
                    </a:lnTo>
                    <a:lnTo>
                      <a:pt x="353" y="2"/>
                    </a:lnTo>
                    <a:lnTo>
                      <a:pt x="353" y="2"/>
                    </a:lnTo>
                    <a:lnTo>
                      <a:pt x="353" y="0"/>
                    </a:lnTo>
                    <a:lnTo>
                      <a:pt x="355" y="0"/>
                    </a:lnTo>
                    <a:lnTo>
                      <a:pt x="355" y="0"/>
                    </a:lnTo>
                    <a:lnTo>
                      <a:pt x="355" y="2"/>
                    </a:lnTo>
                    <a:lnTo>
                      <a:pt x="355" y="2"/>
                    </a:lnTo>
                    <a:lnTo>
                      <a:pt x="357" y="2"/>
                    </a:lnTo>
                    <a:lnTo>
                      <a:pt x="357" y="2"/>
                    </a:lnTo>
                    <a:lnTo>
                      <a:pt x="360" y="2"/>
                    </a:lnTo>
                    <a:lnTo>
                      <a:pt x="360" y="2"/>
                    </a:lnTo>
                    <a:lnTo>
                      <a:pt x="360" y="2"/>
                    </a:lnTo>
                    <a:lnTo>
                      <a:pt x="362" y="2"/>
                    </a:lnTo>
                    <a:lnTo>
                      <a:pt x="362" y="2"/>
                    </a:lnTo>
                    <a:lnTo>
                      <a:pt x="362" y="2"/>
                    </a:lnTo>
                    <a:lnTo>
                      <a:pt x="364" y="2"/>
                    </a:lnTo>
                    <a:lnTo>
                      <a:pt x="364" y="2"/>
                    </a:lnTo>
                    <a:lnTo>
                      <a:pt x="367" y="2"/>
                    </a:lnTo>
                    <a:lnTo>
                      <a:pt x="367" y="2"/>
                    </a:lnTo>
                    <a:lnTo>
                      <a:pt x="367" y="2"/>
                    </a:lnTo>
                    <a:lnTo>
                      <a:pt x="367" y="2"/>
                    </a:lnTo>
                    <a:lnTo>
                      <a:pt x="369" y="2"/>
                    </a:lnTo>
                    <a:lnTo>
                      <a:pt x="369" y="2"/>
                    </a:lnTo>
                    <a:lnTo>
                      <a:pt x="372" y="2"/>
                    </a:lnTo>
                    <a:lnTo>
                      <a:pt x="372" y="5"/>
                    </a:lnTo>
                    <a:lnTo>
                      <a:pt x="372" y="5"/>
                    </a:lnTo>
                    <a:lnTo>
                      <a:pt x="372" y="5"/>
                    </a:lnTo>
                    <a:lnTo>
                      <a:pt x="374" y="5"/>
                    </a:lnTo>
                    <a:lnTo>
                      <a:pt x="374" y="5"/>
                    </a:lnTo>
                    <a:lnTo>
                      <a:pt x="374" y="5"/>
                    </a:lnTo>
                    <a:lnTo>
                      <a:pt x="374" y="5"/>
                    </a:lnTo>
                    <a:lnTo>
                      <a:pt x="374" y="5"/>
                    </a:lnTo>
                    <a:lnTo>
                      <a:pt x="374" y="7"/>
                    </a:lnTo>
                    <a:lnTo>
                      <a:pt x="376" y="7"/>
                    </a:lnTo>
                    <a:lnTo>
                      <a:pt x="376" y="7"/>
                    </a:lnTo>
                    <a:lnTo>
                      <a:pt x="379" y="7"/>
                    </a:lnTo>
                    <a:lnTo>
                      <a:pt x="379" y="7"/>
                    </a:lnTo>
                    <a:lnTo>
                      <a:pt x="379" y="7"/>
                    </a:lnTo>
                    <a:lnTo>
                      <a:pt x="379" y="10"/>
                    </a:lnTo>
                    <a:lnTo>
                      <a:pt x="379" y="10"/>
                    </a:lnTo>
                    <a:lnTo>
                      <a:pt x="379" y="10"/>
                    </a:lnTo>
                    <a:lnTo>
                      <a:pt x="379" y="10"/>
                    </a:lnTo>
                    <a:lnTo>
                      <a:pt x="379" y="10"/>
                    </a:lnTo>
                    <a:lnTo>
                      <a:pt x="379" y="12"/>
                    </a:lnTo>
                    <a:lnTo>
                      <a:pt x="376" y="12"/>
                    </a:lnTo>
                    <a:lnTo>
                      <a:pt x="376" y="12"/>
                    </a:lnTo>
                    <a:lnTo>
                      <a:pt x="374" y="12"/>
                    </a:lnTo>
                    <a:lnTo>
                      <a:pt x="374" y="12"/>
                    </a:lnTo>
                    <a:lnTo>
                      <a:pt x="376" y="12"/>
                    </a:lnTo>
                    <a:lnTo>
                      <a:pt x="376" y="14"/>
                    </a:lnTo>
                    <a:lnTo>
                      <a:pt x="376" y="14"/>
                    </a:lnTo>
                    <a:lnTo>
                      <a:pt x="374" y="14"/>
                    </a:lnTo>
                    <a:lnTo>
                      <a:pt x="374" y="14"/>
                    </a:lnTo>
                    <a:lnTo>
                      <a:pt x="374" y="14"/>
                    </a:lnTo>
                    <a:lnTo>
                      <a:pt x="374" y="14"/>
                    </a:lnTo>
                    <a:lnTo>
                      <a:pt x="372" y="14"/>
                    </a:lnTo>
                    <a:lnTo>
                      <a:pt x="372" y="14"/>
                    </a:lnTo>
                    <a:lnTo>
                      <a:pt x="372" y="17"/>
                    </a:lnTo>
                    <a:lnTo>
                      <a:pt x="372" y="17"/>
                    </a:lnTo>
                    <a:lnTo>
                      <a:pt x="369" y="17"/>
                    </a:lnTo>
                    <a:lnTo>
                      <a:pt x="369" y="17"/>
                    </a:lnTo>
                    <a:lnTo>
                      <a:pt x="369" y="17"/>
                    </a:lnTo>
                    <a:lnTo>
                      <a:pt x="367" y="17"/>
                    </a:lnTo>
                    <a:lnTo>
                      <a:pt x="367" y="17"/>
                    </a:lnTo>
                    <a:lnTo>
                      <a:pt x="367" y="19"/>
                    </a:lnTo>
                    <a:lnTo>
                      <a:pt x="367" y="19"/>
                    </a:lnTo>
                    <a:lnTo>
                      <a:pt x="364" y="19"/>
                    </a:lnTo>
                    <a:lnTo>
                      <a:pt x="364" y="19"/>
                    </a:lnTo>
                    <a:lnTo>
                      <a:pt x="364" y="19"/>
                    </a:lnTo>
                    <a:lnTo>
                      <a:pt x="362" y="19"/>
                    </a:lnTo>
                    <a:lnTo>
                      <a:pt x="362" y="21"/>
                    </a:lnTo>
                    <a:lnTo>
                      <a:pt x="362" y="21"/>
                    </a:lnTo>
                    <a:lnTo>
                      <a:pt x="362" y="21"/>
                    </a:lnTo>
                    <a:lnTo>
                      <a:pt x="362" y="21"/>
                    </a:lnTo>
                    <a:lnTo>
                      <a:pt x="360" y="21"/>
                    </a:lnTo>
                    <a:lnTo>
                      <a:pt x="360" y="21"/>
                    </a:lnTo>
                    <a:lnTo>
                      <a:pt x="360" y="21"/>
                    </a:lnTo>
                    <a:lnTo>
                      <a:pt x="357" y="21"/>
                    </a:lnTo>
                    <a:lnTo>
                      <a:pt x="357" y="21"/>
                    </a:lnTo>
                    <a:lnTo>
                      <a:pt x="355" y="21"/>
                    </a:lnTo>
                    <a:lnTo>
                      <a:pt x="355" y="21"/>
                    </a:lnTo>
                    <a:lnTo>
                      <a:pt x="355" y="21"/>
                    </a:lnTo>
                    <a:lnTo>
                      <a:pt x="353" y="21"/>
                    </a:lnTo>
                    <a:lnTo>
                      <a:pt x="353" y="21"/>
                    </a:lnTo>
                    <a:lnTo>
                      <a:pt x="353" y="24"/>
                    </a:lnTo>
                    <a:lnTo>
                      <a:pt x="353" y="24"/>
                    </a:lnTo>
                    <a:lnTo>
                      <a:pt x="350" y="24"/>
                    </a:lnTo>
                    <a:lnTo>
                      <a:pt x="350" y="24"/>
                    </a:lnTo>
                    <a:lnTo>
                      <a:pt x="348" y="24"/>
                    </a:lnTo>
                    <a:lnTo>
                      <a:pt x="348" y="24"/>
                    </a:lnTo>
                    <a:lnTo>
                      <a:pt x="348" y="24"/>
                    </a:lnTo>
                    <a:lnTo>
                      <a:pt x="348" y="24"/>
                    </a:lnTo>
                    <a:lnTo>
                      <a:pt x="346" y="24"/>
                    </a:lnTo>
                    <a:lnTo>
                      <a:pt x="346" y="24"/>
                    </a:lnTo>
                    <a:lnTo>
                      <a:pt x="346" y="24"/>
                    </a:lnTo>
                    <a:lnTo>
                      <a:pt x="343" y="24"/>
                    </a:lnTo>
                    <a:lnTo>
                      <a:pt x="343" y="24"/>
                    </a:lnTo>
                    <a:lnTo>
                      <a:pt x="343" y="24"/>
                    </a:lnTo>
                    <a:lnTo>
                      <a:pt x="341" y="24"/>
                    </a:lnTo>
                    <a:lnTo>
                      <a:pt x="341" y="24"/>
                    </a:lnTo>
                    <a:lnTo>
                      <a:pt x="341" y="24"/>
                    </a:lnTo>
                    <a:lnTo>
                      <a:pt x="338" y="24"/>
                    </a:lnTo>
                    <a:lnTo>
                      <a:pt x="338" y="24"/>
                    </a:lnTo>
                    <a:lnTo>
                      <a:pt x="338" y="26"/>
                    </a:lnTo>
                    <a:lnTo>
                      <a:pt x="338" y="26"/>
                    </a:lnTo>
                    <a:lnTo>
                      <a:pt x="336" y="26"/>
                    </a:lnTo>
                    <a:lnTo>
                      <a:pt x="336" y="26"/>
                    </a:lnTo>
                    <a:lnTo>
                      <a:pt x="334" y="26"/>
                    </a:lnTo>
                    <a:lnTo>
                      <a:pt x="334" y="26"/>
                    </a:lnTo>
                    <a:lnTo>
                      <a:pt x="334" y="26"/>
                    </a:lnTo>
                    <a:lnTo>
                      <a:pt x="331" y="26"/>
                    </a:lnTo>
                    <a:lnTo>
                      <a:pt x="331" y="26"/>
                    </a:lnTo>
                    <a:lnTo>
                      <a:pt x="329" y="26"/>
                    </a:lnTo>
                    <a:lnTo>
                      <a:pt x="329" y="26"/>
                    </a:lnTo>
                    <a:lnTo>
                      <a:pt x="329" y="26"/>
                    </a:lnTo>
                    <a:lnTo>
                      <a:pt x="329" y="26"/>
                    </a:lnTo>
                    <a:lnTo>
                      <a:pt x="327" y="26"/>
                    </a:lnTo>
                    <a:lnTo>
                      <a:pt x="327" y="26"/>
                    </a:lnTo>
                    <a:lnTo>
                      <a:pt x="327" y="26"/>
                    </a:lnTo>
                    <a:lnTo>
                      <a:pt x="324" y="26"/>
                    </a:lnTo>
                    <a:lnTo>
                      <a:pt x="324" y="28"/>
                    </a:lnTo>
                    <a:lnTo>
                      <a:pt x="324" y="28"/>
                    </a:lnTo>
                    <a:lnTo>
                      <a:pt x="322" y="28"/>
                    </a:lnTo>
                    <a:lnTo>
                      <a:pt x="322" y="28"/>
                    </a:lnTo>
                    <a:lnTo>
                      <a:pt x="322" y="28"/>
                    </a:lnTo>
                    <a:lnTo>
                      <a:pt x="319" y="28"/>
                    </a:lnTo>
                    <a:lnTo>
                      <a:pt x="319" y="28"/>
                    </a:lnTo>
                    <a:lnTo>
                      <a:pt x="319" y="28"/>
                    </a:lnTo>
                    <a:lnTo>
                      <a:pt x="317" y="28"/>
                    </a:lnTo>
                    <a:lnTo>
                      <a:pt x="317" y="28"/>
                    </a:lnTo>
                    <a:lnTo>
                      <a:pt x="317" y="28"/>
                    </a:lnTo>
                    <a:lnTo>
                      <a:pt x="315" y="28"/>
                    </a:lnTo>
                    <a:lnTo>
                      <a:pt x="315" y="28"/>
                    </a:lnTo>
                    <a:lnTo>
                      <a:pt x="315" y="28"/>
                    </a:lnTo>
                    <a:lnTo>
                      <a:pt x="312" y="28"/>
                    </a:lnTo>
                    <a:lnTo>
                      <a:pt x="312" y="28"/>
                    </a:lnTo>
                    <a:lnTo>
                      <a:pt x="312" y="28"/>
                    </a:lnTo>
                    <a:lnTo>
                      <a:pt x="310" y="28"/>
                    </a:lnTo>
                    <a:lnTo>
                      <a:pt x="310" y="28"/>
                    </a:lnTo>
                    <a:lnTo>
                      <a:pt x="310" y="31"/>
                    </a:lnTo>
                    <a:lnTo>
                      <a:pt x="308" y="31"/>
                    </a:lnTo>
                    <a:lnTo>
                      <a:pt x="308" y="31"/>
                    </a:lnTo>
                    <a:lnTo>
                      <a:pt x="308" y="31"/>
                    </a:lnTo>
                    <a:lnTo>
                      <a:pt x="305" y="31"/>
                    </a:lnTo>
                    <a:lnTo>
                      <a:pt x="305" y="31"/>
                    </a:lnTo>
                    <a:lnTo>
                      <a:pt x="305" y="31"/>
                    </a:lnTo>
                    <a:lnTo>
                      <a:pt x="303" y="31"/>
                    </a:lnTo>
                    <a:lnTo>
                      <a:pt x="303" y="31"/>
                    </a:lnTo>
                    <a:lnTo>
                      <a:pt x="303" y="31"/>
                    </a:lnTo>
                    <a:lnTo>
                      <a:pt x="301" y="31"/>
                    </a:lnTo>
                    <a:lnTo>
                      <a:pt x="301" y="31"/>
                    </a:lnTo>
                    <a:lnTo>
                      <a:pt x="301" y="31"/>
                    </a:lnTo>
                    <a:lnTo>
                      <a:pt x="298" y="31"/>
                    </a:lnTo>
                    <a:lnTo>
                      <a:pt x="298" y="31"/>
                    </a:lnTo>
                    <a:lnTo>
                      <a:pt x="296" y="31"/>
                    </a:lnTo>
                    <a:lnTo>
                      <a:pt x="296" y="33"/>
                    </a:lnTo>
                    <a:lnTo>
                      <a:pt x="296" y="33"/>
                    </a:lnTo>
                    <a:lnTo>
                      <a:pt x="296" y="33"/>
                    </a:lnTo>
                    <a:lnTo>
                      <a:pt x="293" y="33"/>
                    </a:lnTo>
                    <a:lnTo>
                      <a:pt x="293" y="33"/>
                    </a:lnTo>
                    <a:lnTo>
                      <a:pt x="293" y="33"/>
                    </a:lnTo>
                    <a:lnTo>
                      <a:pt x="293" y="33"/>
                    </a:lnTo>
                    <a:lnTo>
                      <a:pt x="291" y="33"/>
                    </a:lnTo>
                    <a:lnTo>
                      <a:pt x="291" y="33"/>
                    </a:lnTo>
                    <a:lnTo>
                      <a:pt x="289" y="33"/>
                    </a:lnTo>
                    <a:lnTo>
                      <a:pt x="289" y="33"/>
                    </a:lnTo>
                    <a:lnTo>
                      <a:pt x="289" y="33"/>
                    </a:lnTo>
                    <a:lnTo>
                      <a:pt x="286" y="33"/>
                    </a:lnTo>
                    <a:lnTo>
                      <a:pt x="286" y="33"/>
                    </a:lnTo>
                    <a:lnTo>
                      <a:pt x="286" y="33"/>
                    </a:lnTo>
                    <a:lnTo>
                      <a:pt x="284" y="33"/>
                    </a:lnTo>
                    <a:lnTo>
                      <a:pt x="284" y="33"/>
                    </a:lnTo>
                    <a:lnTo>
                      <a:pt x="284" y="33"/>
                    </a:lnTo>
                    <a:lnTo>
                      <a:pt x="282" y="33"/>
                    </a:lnTo>
                    <a:lnTo>
                      <a:pt x="282" y="33"/>
                    </a:lnTo>
                    <a:lnTo>
                      <a:pt x="282" y="33"/>
                    </a:lnTo>
                    <a:lnTo>
                      <a:pt x="279" y="33"/>
                    </a:lnTo>
                    <a:lnTo>
                      <a:pt x="279" y="33"/>
                    </a:lnTo>
                    <a:lnTo>
                      <a:pt x="279" y="33"/>
                    </a:lnTo>
                    <a:lnTo>
                      <a:pt x="277" y="33"/>
                    </a:lnTo>
                    <a:lnTo>
                      <a:pt x="277" y="33"/>
                    </a:lnTo>
                    <a:lnTo>
                      <a:pt x="275" y="33"/>
                    </a:lnTo>
                    <a:lnTo>
                      <a:pt x="275" y="33"/>
                    </a:lnTo>
                    <a:lnTo>
                      <a:pt x="275" y="33"/>
                    </a:lnTo>
                    <a:lnTo>
                      <a:pt x="272" y="33"/>
                    </a:lnTo>
                    <a:lnTo>
                      <a:pt x="272" y="36"/>
                    </a:lnTo>
                    <a:lnTo>
                      <a:pt x="272" y="36"/>
                    </a:lnTo>
                    <a:lnTo>
                      <a:pt x="272" y="36"/>
                    </a:lnTo>
                    <a:lnTo>
                      <a:pt x="270" y="36"/>
                    </a:lnTo>
                    <a:lnTo>
                      <a:pt x="270" y="36"/>
                    </a:lnTo>
                    <a:lnTo>
                      <a:pt x="267" y="36"/>
                    </a:lnTo>
                    <a:lnTo>
                      <a:pt x="267" y="36"/>
                    </a:lnTo>
                    <a:lnTo>
                      <a:pt x="267" y="36"/>
                    </a:lnTo>
                    <a:lnTo>
                      <a:pt x="267" y="36"/>
                    </a:lnTo>
                    <a:lnTo>
                      <a:pt x="265" y="36"/>
                    </a:lnTo>
                    <a:lnTo>
                      <a:pt x="265" y="38"/>
                    </a:lnTo>
                    <a:lnTo>
                      <a:pt x="265" y="38"/>
                    </a:lnTo>
                    <a:lnTo>
                      <a:pt x="265" y="38"/>
                    </a:lnTo>
                    <a:lnTo>
                      <a:pt x="265" y="36"/>
                    </a:lnTo>
                    <a:lnTo>
                      <a:pt x="263" y="36"/>
                    </a:lnTo>
                    <a:lnTo>
                      <a:pt x="263" y="36"/>
                    </a:lnTo>
                    <a:lnTo>
                      <a:pt x="263" y="36"/>
                    </a:lnTo>
                    <a:lnTo>
                      <a:pt x="263" y="36"/>
                    </a:lnTo>
                    <a:lnTo>
                      <a:pt x="260" y="36"/>
                    </a:lnTo>
                    <a:lnTo>
                      <a:pt x="260" y="36"/>
                    </a:lnTo>
                    <a:lnTo>
                      <a:pt x="260" y="36"/>
                    </a:lnTo>
                    <a:lnTo>
                      <a:pt x="260" y="38"/>
                    </a:lnTo>
                    <a:lnTo>
                      <a:pt x="258" y="38"/>
                    </a:lnTo>
                    <a:lnTo>
                      <a:pt x="258" y="38"/>
                    </a:lnTo>
                    <a:lnTo>
                      <a:pt x="256" y="38"/>
                    </a:lnTo>
                    <a:lnTo>
                      <a:pt x="256" y="38"/>
                    </a:lnTo>
                    <a:lnTo>
                      <a:pt x="256" y="38"/>
                    </a:lnTo>
                    <a:lnTo>
                      <a:pt x="256" y="38"/>
                    </a:lnTo>
                    <a:lnTo>
                      <a:pt x="253" y="38"/>
                    </a:lnTo>
                    <a:lnTo>
                      <a:pt x="253" y="38"/>
                    </a:lnTo>
                    <a:lnTo>
                      <a:pt x="253" y="38"/>
                    </a:lnTo>
                    <a:lnTo>
                      <a:pt x="251" y="38"/>
                    </a:lnTo>
                    <a:lnTo>
                      <a:pt x="251" y="38"/>
                    </a:lnTo>
                    <a:lnTo>
                      <a:pt x="251" y="38"/>
                    </a:lnTo>
                    <a:lnTo>
                      <a:pt x="248" y="38"/>
                    </a:lnTo>
                    <a:lnTo>
                      <a:pt x="248" y="38"/>
                    </a:lnTo>
                    <a:lnTo>
                      <a:pt x="248" y="38"/>
                    </a:lnTo>
                    <a:lnTo>
                      <a:pt x="248" y="38"/>
                    </a:lnTo>
                    <a:lnTo>
                      <a:pt x="246" y="38"/>
                    </a:lnTo>
                    <a:lnTo>
                      <a:pt x="246" y="40"/>
                    </a:lnTo>
                    <a:lnTo>
                      <a:pt x="246" y="40"/>
                    </a:lnTo>
                    <a:lnTo>
                      <a:pt x="246" y="40"/>
                    </a:lnTo>
                    <a:lnTo>
                      <a:pt x="244" y="40"/>
                    </a:lnTo>
                    <a:lnTo>
                      <a:pt x="244" y="40"/>
                    </a:lnTo>
                    <a:lnTo>
                      <a:pt x="241" y="40"/>
                    </a:lnTo>
                    <a:lnTo>
                      <a:pt x="241" y="40"/>
                    </a:lnTo>
                    <a:lnTo>
                      <a:pt x="241" y="40"/>
                    </a:lnTo>
                    <a:lnTo>
                      <a:pt x="241" y="40"/>
                    </a:lnTo>
                    <a:lnTo>
                      <a:pt x="239" y="40"/>
                    </a:lnTo>
                    <a:lnTo>
                      <a:pt x="239" y="40"/>
                    </a:lnTo>
                    <a:lnTo>
                      <a:pt x="239" y="40"/>
                    </a:lnTo>
                    <a:lnTo>
                      <a:pt x="237" y="40"/>
                    </a:lnTo>
                    <a:lnTo>
                      <a:pt x="237" y="40"/>
                    </a:lnTo>
                    <a:lnTo>
                      <a:pt x="237" y="43"/>
                    </a:lnTo>
                    <a:lnTo>
                      <a:pt x="234" y="43"/>
                    </a:lnTo>
                    <a:lnTo>
                      <a:pt x="234" y="43"/>
                    </a:lnTo>
                    <a:lnTo>
                      <a:pt x="234" y="43"/>
                    </a:lnTo>
                    <a:lnTo>
                      <a:pt x="232" y="43"/>
                    </a:lnTo>
                    <a:lnTo>
                      <a:pt x="232" y="43"/>
                    </a:lnTo>
                    <a:lnTo>
                      <a:pt x="232" y="43"/>
                    </a:lnTo>
                    <a:lnTo>
                      <a:pt x="230" y="43"/>
                    </a:lnTo>
                    <a:lnTo>
                      <a:pt x="230" y="43"/>
                    </a:lnTo>
                    <a:lnTo>
                      <a:pt x="227" y="43"/>
                    </a:lnTo>
                    <a:lnTo>
                      <a:pt x="227" y="43"/>
                    </a:lnTo>
                    <a:lnTo>
                      <a:pt x="227" y="43"/>
                    </a:lnTo>
                    <a:lnTo>
                      <a:pt x="227" y="43"/>
                    </a:lnTo>
                    <a:lnTo>
                      <a:pt x="225" y="43"/>
                    </a:lnTo>
                    <a:lnTo>
                      <a:pt x="225" y="43"/>
                    </a:lnTo>
                    <a:lnTo>
                      <a:pt x="225" y="43"/>
                    </a:lnTo>
                    <a:lnTo>
                      <a:pt x="222" y="43"/>
                    </a:lnTo>
                    <a:lnTo>
                      <a:pt x="222" y="45"/>
                    </a:lnTo>
                    <a:lnTo>
                      <a:pt x="222" y="45"/>
                    </a:lnTo>
                    <a:lnTo>
                      <a:pt x="222" y="45"/>
                    </a:lnTo>
                    <a:lnTo>
                      <a:pt x="222" y="43"/>
                    </a:lnTo>
                    <a:lnTo>
                      <a:pt x="220" y="43"/>
                    </a:lnTo>
                    <a:lnTo>
                      <a:pt x="220" y="45"/>
                    </a:lnTo>
                    <a:lnTo>
                      <a:pt x="220" y="45"/>
                    </a:lnTo>
                    <a:lnTo>
                      <a:pt x="220" y="45"/>
                    </a:lnTo>
                    <a:lnTo>
                      <a:pt x="220" y="45"/>
                    </a:lnTo>
                    <a:lnTo>
                      <a:pt x="218" y="45"/>
                    </a:lnTo>
                    <a:lnTo>
                      <a:pt x="218" y="47"/>
                    </a:lnTo>
                    <a:lnTo>
                      <a:pt x="218" y="47"/>
                    </a:lnTo>
                    <a:lnTo>
                      <a:pt x="215" y="47"/>
                    </a:lnTo>
                    <a:lnTo>
                      <a:pt x="215" y="47"/>
                    </a:lnTo>
                    <a:lnTo>
                      <a:pt x="215" y="47"/>
                    </a:lnTo>
                    <a:lnTo>
                      <a:pt x="213" y="47"/>
                    </a:lnTo>
                    <a:lnTo>
                      <a:pt x="213" y="45"/>
                    </a:lnTo>
                    <a:lnTo>
                      <a:pt x="213" y="45"/>
                    </a:lnTo>
                    <a:lnTo>
                      <a:pt x="213" y="45"/>
                    </a:lnTo>
                    <a:lnTo>
                      <a:pt x="211" y="45"/>
                    </a:lnTo>
                    <a:lnTo>
                      <a:pt x="211" y="47"/>
                    </a:lnTo>
                    <a:lnTo>
                      <a:pt x="211" y="47"/>
                    </a:lnTo>
                    <a:lnTo>
                      <a:pt x="211" y="47"/>
                    </a:lnTo>
                    <a:lnTo>
                      <a:pt x="208" y="47"/>
                    </a:lnTo>
                    <a:lnTo>
                      <a:pt x="208" y="47"/>
                    </a:lnTo>
                    <a:lnTo>
                      <a:pt x="208" y="47"/>
                    </a:lnTo>
                    <a:lnTo>
                      <a:pt x="206" y="47"/>
                    </a:lnTo>
                    <a:lnTo>
                      <a:pt x="206" y="47"/>
                    </a:lnTo>
                    <a:lnTo>
                      <a:pt x="206" y="50"/>
                    </a:lnTo>
                    <a:lnTo>
                      <a:pt x="206" y="50"/>
                    </a:lnTo>
                    <a:lnTo>
                      <a:pt x="203" y="50"/>
                    </a:lnTo>
                    <a:lnTo>
                      <a:pt x="203" y="50"/>
                    </a:lnTo>
                    <a:lnTo>
                      <a:pt x="203" y="50"/>
                    </a:lnTo>
                    <a:lnTo>
                      <a:pt x="203" y="52"/>
                    </a:lnTo>
                    <a:lnTo>
                      <a:pt x="201" y="52"/>
                    </a:lnTo>
                    <a:lnTo>
                      <a:pt x="201" y="52"/>
                    </a:lnTo>
                    <a:lnTo>
                      <a:pt x="201" y="52"/>
                    </a:lnTo>
                    <a:lnTo>
                      <a:pt x="201" y="52"/>
                    </a:lnTo>
                    <a:lnTo>
                      <a:pt x="199" y="52"/>
                    </a:lnTo>
                    <a:lnTo>
                      <a:pt x="199" y="52"/>
                    </a:lnTo>
                    <a:lnTo>
                      <a:pt x="199" y="52"/>
                    </a:lnTo>
                    <a:lnTo>
                      <a:pt x="196" y="52"/>
                    </a:lnTo>
                    <a:lnTo>
                      <a:pt x="196" y="52"/>
                    </a:lnTo>
                    <a:lnTo>
                      <a:pt x="196" y="50"/>
                    </a:lnTo>
                    <a:lnTo>
                      <a:pt x="196" y="50"/>
                    </a:lnTo>
                    <a:lnTo>
                      <a:pt x="196" y="52"/>
                    </a:lnTo>
                    <a:lnTo>
                      <a:pt x="194" y="52"/>
                    </a:lnTo>
                    <a:lnTo>
                      <a:pt x="194" y="52"/>
                    </a:lnTo>
                    <a:lnTo>
                      <a:pt x="194" y="52"/>
                    </a:lnTo>
                    <a:lnTo>
                      <a:pt x="194" y="52"/>
                    </a:lnTo>
                    <a:lnTo>
                      <a:pt x="194" y="52"/>
                    </a:lnTo>
                    <a:lnTo>
                      <a:pt x="196" y="52"/>
                    </a:lnTo>
                    <a:lnTo>
                      <a:pt x="196" y="52"/>
                    </a:lnTo>
                    <a:lnTo>
                      <a:pt x="199" y="52"/>
                    </a:lnTo>
                    <a:lnTo>
                      <a:pt x="199" y="52"/>
                    </a:lnTo>
                    <a:lnTo>
                      <a:pt x="199" y="55"/>
                    </a:lnTo>
                    <a:lnTo>
                      <a:pt x="199" y="55"/>
                    </a:lnTo>
                    <a:lnTo>
                      <a:pt x="199" y="55"/>
                    </a:lnTo>
                    <a:lnTo>
                      <a:pt x="199" y="57"/>
                    </a:lnTo>
                    <a:lnTo>
                      <a:pt x="196" y="57"/>
                    </a:lnTo>
                    <a:lnTo>
                      <a:pt x="196" y="57"/>
                    </a:lnTo>
                    <a:lnTo>
                      <a:pt x="194" y="57"/>
                    </a:lnTo>
                    <a:lnTo>
                      <a:pt x="194" y="57"/>
                    </a:lnTo>
                    <a:lnTo>
                      <a:pt x="194" y="57"/>
                    </a:lnTo>
                    <a:lnTo>
                      <a:pt x="192" y="57"/>
                    </a:lnTo>
                    <a:lnTo>
                      <a:pt x="192" y="57"/>
                    </a:lnTo>
                    <a:lnTo>
                      <a:pt x="189" y="57"/>
                    </a:lnTo>
                    <a:lnTo>
                      <a:pt x="189" y="57"/>
                    </a:lnTo>
                    <a:lnTo>
                      <a:pt x="192" y="57"/>
                    </a:lnTo>
                    <a:lnTo>
                      <a:pt x="192" y="57"/>
                    </a:lnTo>
                    <a:lnTo>
                      <a:pt x="192" y="59"/>
                    </a:lnTo>
                    <a:lnTo>
                      <a:pt x="192" y="59"/>
                    </a:lnTo>
                    <a:lnTo>
                      <a:pt x="192" y="59"/>
                    </a:lnTo>
                    <a:lnTo>
                      <a:pt x="189" y="59"/>
                    </a:lnTo>
                    <a:lnTo>
                      <a:pt x="189" y="59"/>
                    </a:lnTo>
                    <a:lnTo>
                      <a:pt x="189" y="59"/>
                    </a:lnTo>
                    <a:lnTo>
                      <a:pt x="187" y="59"/>
                    </a:lnTo>
                    <a:lnTo>
                      <a:pt x="187" y="59"/>
                    </a:lnTo>
                    <a:lnTo>
                      <a:pt x="187" y="59"/>
                    </a:lnTo>
                    <a:lnTo>
                      <a:pt x="185" y="59"/>
                    </a:lnTo>
                    <a:lnTo>
                      <a:pt x="185" y="59"/>
                    </a:lnTo>
                    <a:lnTo>
                      <a:pt x="182" y="59"/>
                    </a:lnTo>
                    <a:lnTo>
                      <a:pt x="182" y="59"/>
                    </a:lnTo>
                    <a:lnTo>
                      <a:pt x="182" y="59"/>
                    </a:lnTo>
                    <a:lnTo>
                      <a:pt x="182" y="62"/>
                    </a:lnTo>
                    <a:lnTo>
                      <a:pt x="182" y="62"/>
                    </a:lnTo>
                    <a:lnTo>
                      <a:pt x="182" y="64"/>
                    </a:lnTo>
                    <a:lnTo>
                      <a:pt x="180" y="64"/>
                    </a:lnTo>
                    <a:lnTo>
                      <a:pt x="180" y="64"/>
                    </a:lnTo>
                    <a:lnTo>
                      <a:pt x="180" y="64"/>
                    </a:lnTo>
                    <a:lnTo>
                      <a:pt x="180" y="64"/>
                    </a:lnTo>
                    <a:lnTo>
                      <a:pt x="177" y="64"/>
                    </a:lnTo>
                    <a:lnTo>
                      <a:pt x="177" y="64"/>
                    </a:lnTo>
                    <a:lnTo>
                      <a:pt x="175" y="64"/>
                    </a:lnTo>
                    <a:lnTo>
                      <a:pt x="175" y="64"/>
                    </a:lnTo>
                    <a:lnTo>
                      <a:pt x="175" y="64"/>
                    </a:lnTo>
                    <a:lnTo>
                      <a:pt x="175" y="64"/>
                    </a:lnTo>
                    <a:lnTo>
                      <a:pt x="173" y="64"/>
                    </a:lnTo>
                    <a:lnTo>
                      <a:pt x="173" y="64"/>
                    </a:lnTo>
                    <a:lnTo>
                      <a:pt x="173" y="64"/>
                    </a:lnTo>
                    <a:lnTo>
                      <a:pt x="173" y="64"/>
                    </a:lnTo>
                    <a:lnTo>
                      <a:pt x="173" y="64"/>
                    </a:lnTo>
                    <a:lnTo>
                      <a:pt x="173" y="62"/>
                    </a:lnTo>
                    <a:lnTo>
                      <a:pt x="170" y="62"/>
                    </a:lnTo>
                    <a:lnTo>
                      <a:pt x="170" y="62"/>
                    </a:lnTo>
                    <a:lnTo>
                      <a:pt x="170" y="62"/>
                    </a:lnTo>
                    <a:lnTo>
                      <a:pt x="168" y="62"/>
                    </a:lnTo>
                    <a:lnTo>
                      <a:pt x="168" y="62"/>
                    </a:lnTo>
                    <a:lnTo>
                      <a:pt x="168" y="62"/>
                    </a:lnTo>
                    <a:lnTo>
                      <a:pt x="168" y="62"/>
                    </a:lnTo>
                    <a:lnTo>
                      <a:pt x="168" y="64"/>
                    </a:lnTo>
                    <a:lnTo>
                      <a:pt x="168" y="64"/>
                    </a:lnTo>
                    <a:lnTo>
                      <a:pt x="170" y="64"/>
                    </a:lnTo>
                    <a:lnTo>
                      <a:pt x="170" y="64"/>
                    </a:lnTo>
                    <a:lnTo>
                      <a:pt x="170" y="64"/>
                    </a:lnTo>
                    <a:lnTo>
                      <a:pt x="170" y="64"/>
                    </a:lnTo>
                    <a:lnTo>
                      <a:pt x="168" y="64"/>
                    </a:lnTo>
                    <a:lnTo>
                      <a:pt x="168" y="66"/>
                    </a:lnTo>
                    <a:lnTo>
                      <a:pt x="170" y="66"/>
                    </a:lnTo>
                    <a:lnTo>
                      <a:pt x="170" y="66"/>
                    </a:lnTo>
                    <a:lnTo>
                      <a:pt x="170" y="66"/>
                    </a:lnTo>
                    <a:lnTo>
                      <a:pt x="170" y="69"/>
                    </a:lnTo>
                    <a:lnTo>
                      <a:pt x="170" y="69"/>
                    </a:lnTo>
                    <a:lnTo>
                      <a:pt x="168" y="69"/>
                    </a:lnTo>
                    <a:lnTo>
                      <a:pt x="168" y="69"/>
                    </a:lnTo>
                    <a:lnTo>
                      <a:pt x="168" y="69"/>
                    </a:lnTo>
                    <a:lnTo>
                      <a:pt x="168" y="66"/>
                    </a:lnTo>
                    <a:lnTo>
                      <a:pt x="168" y="66"/>
                    </a:lnTo>
                    <a:lnTo>
                      <a:pt x="166" y="66"/>
                    </a:lnTo>
                    <a:lnTo>
                      <a:pt x="166" y="66"/>
                    </a:lnTo>
                    <a:lnTo>
                      <a:pt x="166" y="69"/>
                    </a:lnTo>
                    <a:lnTo>
                      <a:pt x="166" y="69"/>
                    </a:lnTo>
                    <a:lnTo>
                      <a:pt x="166" y="69"/>
                    </a:lnTo>
                    <a:lnTo>
                      <a:pt x="166" y="69"/>
                    </a:lnTo>
                    <a:lnTo>
                      <a:pt x="166" y="71"/>
                    </a:lnTo>
                    <a:lnTo>
                      <a:pt x="163" y="71"/>
                    </a:lnTo>
                    <a:lnTo>
                      <a:pt x="163" y="71"/>
                    </a:lnTo>
                    <a:lnTo>
                      <a:pt x="163" y="69"/>
                    </a:lnTo>
                    <a:lnTo>
                      <a:pt x="161" y="69"/>
                    </a:lnTo>
                    <a:lnTo>
                      <a:pt x="161" y="69"/>
                    </a:lnTo>
                    <a:lnTo>
                      <a:pt x="161" y="66"/>
                    </a:lnTo>
                    <a:lnTo>
                      <a:pt x="161" y="66"/>
                    </a:lnTo>
                    <a:lnTo>
                      <a:pt x="161" y="66"/>
                    </a:lnTo>
                    <a:lnTo>
                      <a:pt x="159" y="66"/>
                    </a:lnTo>
                    <a:lnTo>
                      <a:pt x="159" y="66"/>
                    </a:lnTo>
                    <a:lnTo>
                      <a:pt x="159" y="66"/>
                    </a:lnTo>
                    <a:lnTo>
                      <a:pt x="159" y="66"/>
                    </a:lnTo>
                    <a:lnTo>
                      <a:pt x="159" y="66"/>
                    </a:lnTo>
                    <a:lnTo>
                      <a:pt x="159" y="69"/>
                    </a:lnTo>
                    <a:lnTo>
                      <a:pt x="159" y="69"/>
                    </a:lnTo>
                    <a:lnTo>
                      <a:pt x="159" y="69"/>
                    </a:lnTo>
                    <a:lnTo>
                      <a:pt x="159" y="69"/>
                    </a:lnTo>
                    <a:lnTo>
                      <a:pt x="159" y="71"/>
                    </a:lnTo>
                    <a:lnTo>
                      <a:pt x="159" y="71"/>
                    </a:lnTo>
                    <a:lnTo>
                      <a:pt x="159" y="71"/>
                    </a:lnTo>
                    <a:lnTo>
                      <a:pt x="159" y="71"/>
                    </a:lnTo>
                    <a:lnTo>
                      <a:pt x="159" y="73"/>
                    </a:lnTo>
                    <a:lnTo>
                      <a:pt x="156" y="73"/>
                    </a:lnTo>
                    <a:lnTo>
                      <a:pt x="156" y="73"/>
                    </a:lnTo>
                    <a:lnTo>
                      <a:pt x="156" y="73"/>
                    </a:lnTo>
                    <a:lnTo>
                      <a:pt x="154" y="73"/>
                    </a:lnTo>
                    <a:lnTo>
                      <a:pt x="154" y="73"/>
                    </a:lnTo>
                    <a:lnTo>
                      <a:pt x="154" y="73"/>
                    </a:lnTo>
                    <a:lnTo>
                      <a:pt x="154" y="73"/>
                    </a:lnTo>
                    <a:lnTo>
                      <a:pt x="154" y="76"/>
                    </a:lnTo>
                    <a:lnTo>
                      <a:pt x="151" y="76"/>
                    </a:lnTo>
                    <a:lnTo>
                      <a:pt x="151" y="76"/>
                    </a:lnTo>
                    <a:lnTo>
                      <a:pt x="149" y="76"/>
                    </a:lnTo>
                    <a:lnTo>
                      <a:pt x="149" y="76"/>
                    </a:lnTo>
                    <a:lnTo>
                      <a:pt x="149" y="76"/>
                    </a:lnTo>
                    <a:lnTo>
                      <a:pt x="149" y="78"/>
                    </a:lnTo>
                    <a:lnTo>
                      <a:pt x="149" y="78"/>
                    </a:lnTo>
                    <a:lnTo>
                      <a:pt x="149" y="76"/>
                    </a:lnTo>
                    <a:lnTo>
                      <a:pt x="147" y="76"/>
                    </a:lnTo>
                    <a:lnTo>
                      <a:pt x="147" y="78"/>
                    </a:lnTo>
                    <a:lnTo>
                      <a:pt x="147" y="78"/>
                    </a:lnTo>
                    <a:lnTo>
                      <a:pt x="147" y="78"/>
                    </a:lnTo>
                    <a:lnTo>
                      <a:pt x="147" y="78"/>
                    </a:lnTo>
                    <a:lnTo>
                      <a:pt x="144" y="78"/>
                    </a:lnTo>
                    <a:lnTo>
                      <a:pt x="144" y="78"/>
                    </a:lnTo>
                    <a:lnTo>
                      <a:pt x="142" y="78"/>
                    </a:lnTo>
                    <a:lnTo>
                      <a:pt x="142" y="78"/>
                    </a:lnTo>
                    <a:lnTo>
                      <a:pt x="142" y="78"/>
                    </a:lnTo>
                    <a:lnTo>
                      <a:pt x="140" y="78"/>
                    </a:lnTo>
                    <a:lnTo>
                      <a:pt x="140" y="78"/>
                    </a:lnTo>
                    <a:lnTo>
                      <a:pt x="140" y="78"/>
                    </a:lnTo>
                    <a:lnTo>
                      <a:pt x="140" y="78"/>
                    </a:lnTo>
                    <a:lnTo>
                      <a:pt x="137" y="78"/>
                    </a:lnTo>
                    <a:lnTo>
                      <a:pt x="137" y="78"/>
                    </a:lnTo>
                    <a:lnTo>
                      <a:pt x="137" y="78"/>
                    </a:lnTo>
                    <a:lnTo>
                      <a:pt x="137" y="78"/>
                    </a:lnTo>
                    <a:lnTo>
                      <a:pt x="140" y="78"/>
                    </a:lnTo>
                    <a:lnTo>
                      <a:pt x="140" y="81"/>
                    </a:lnTo>
                    <a:lnTo>
                      <a:pt x="140" y="81"/>
                    </a:lnTo>
                    <a:lnTo>
                      <a:pt x="140" y="81"/>
                    </a:lnTo>
                    <a:lnTo>
                      <a:pt x="140" y="81"/>
                    </a:lnTo>
                    <a:lnTo>
                      <a:pt x="142" y="81"/>
                    </a:lnTo>
                    <a:lnTo>
                      <a:pt x="142" y="83"/>
                    </a:lnTo>
                    <a:lnTo>
                      <a:pt x="140" y="83"/>
                    </a:lnTo>
                    <a:lnTo>
                      <a:pt x="140" y="83"/>
                    </a:lnTo>
                    <a:lnTo>
                      <a:pt x="140" y="83"/>
                    </a:lnTo>
                    <a:lnTo>
                      <a:pt x="140" y="83"/>
                    </a:lnTo>
                    <a:lnTo>
                      <a:pt x="140" y="83"/>
                    </a:lnTo>
                    <a:lnTo>
                      <a:pt x="137" y="83"/>
                    </a:lnTo>
                    <a:lnTo>
                      <a:pt x="137" y="85"/>
                    </a:lnTo>
                    <a:lnTo>
                      <a:pt x="137" y="85"/>
                    </a:lnTo>
                    <a:lnTo>
                      <a:pt x="135" y="85"/>
                    </a:lnTo>
                    <a:lnTo>
                      <a:pt x="135" y="85"/>
                    </a:lnTo>
                    <a:lnTo>
                      <a:pt x="135" y="85"/>
                    </a:lnTo>
                    <a:lnTo>
                      <a:pt x="132" y="85"/>
                    </a:lnTo>
                    <a:lnTo>
                      <a:pt x="132" y="85"/>
                    </a:lnTo>
                    <a:lnTo>
                      <a:pt x="132" y="85"/>
                    </a:lnTo>
                    <a:lnTo>
                      <a:pt x="132" y="85"/>
                    </a:lnTo>
                    <a:lnTo>
                      <a:pt x="132" y="88"/>
                    </a:lnTo>
                    <a:lnTo>
                      <a:pt x="132" y="88"/>
                    </a:lnTo>
                    <a:lnTo>
                      <a:pt x="132" y="88"/>
                    </a:lnTo>
                    <a:lnTo>
                      <a:pt x="132" y="88"/>
                    </a:lnTo>
                    <a:lnTo>
                      <a:pt x="132" y="90"/>
                    </a:lnTo>
                    <a:lnTo>
                      <a:pt x="130" y="90"/>
                    </a:lnTo>
                    <a:lnTo>
                      <a:pt x="130" y="90"/>
                    </a:lnTo>
                    <a:lnTo>
                      <a:pt x="128" y="90"/>
                    </a:lnTo>
                    <a:lnTo>
                      <a:pt x="128" y="90"/>
                    </a:lnTo>
                    <a:lnTo>
                      <a:pt x="128" y="90"/>
                    </a:lnTo>
                    <a:lnTo>
                      <a:pt x="128" y="90"/>
                    </a:lnTo>
                    <a:lnTo>
                      <a:pt x="125" y="90"/>
                    </a:lnTo>
                    <a:lnTo>
                      <a:pt x="125" y="90"/>
                    </a:lnTo>
                    <a:lnTo>
                      <a:pt x="125" y="90"/>
                    </a:lnTo>
                    <a:lnTo>
                      <a:pt x="125" y="90"/>
                    </a:lnTo>
                    <a:lnTo>
                      <a:pt x="125" y="90"/>
                    </a:lnTo>
                    <a:lnTo>
                      <a:pt x="125" y="90"/>
                    </a:lnTo>
                    <a:lnTo>
                      <a:pt x="125" y="92"/>
                    </a:lnTo>
                    <a:lnTo>
                      <a:pt x="125" y="92"/>
                    </a:lnTo>
                    <a:lnTo>
                      <a:pt x="125" y="92"/>
                    </a:lnTo>
                    <a:lnTo>
                      <a:pt x="123" y="92"/>
                    </a:lnTo>
                    <a:lnTo>
                      <a:pt x="123" y="92"/>
                    </a:lnTo>
                    <a:lnTo>
                      <a:pt x="123" y="92"/>
                    </a:lnTo>
                    <a:lnTo>
                      <a:pt x="121" y="92"/>
                    </a:lnTo>
                    <a:lnTo>
                      <a:pt x="121" y="95"/>
                    </a:lnTo>
                    <a:lnTo>
                      <a:pt x="121" y="95"/>
                    </a:lnTo>
                    <a:lnTo>
                      <a:pt x="121" y="95"/>
                    </a:lnTo>
                    <a:lnTo>
                      <a:pt x="121" y="95"/>
                    </a:lnTo>
                    <a:lnTo>
                      <a:pt x="118" y="95"/>
                    </a:lnTo>
                    <a:lnTo>
                      <a:pt x="118" y="95"/>
                    </a:lnTo>
                    <a:lnTo>
                      <a:pt x="118" y="97"/>
                    </a:lnTo>
                    <a:lnTo>
                      <a:pt x="116" y="97"/>
                    </a:lnTo>
                    <a:lnTo>
                      <a:pt x="116" y="95"/>
                    </a:lnTo>
                    <a:lnTo>
                      <a:pt x="116" y="95"/>
                    </a:lnTo>
                    <a:lnTo>
                      <a:pt x="116" y="95"/>
                    </a:lnTo>
                    <a:lnTo>
                      <a:pt x="116" y="97"/>
                    </a:lnTo>
                    <a:lnTo>
                      <a:pt x="114" y="97"/>
                    </a:lnTo>
                    <a:lnTo>
                      <a:pt x="114" y="97"/>
                    </a:lnTo>
                    <a:lnTo>
                      <a:pt x="114" y="97"/>
                    </a:lnTo>
                    <a:lnTo>
                      <a:pt x="114" y="97"/>
                    </a:lnTo>
                    <a:lnTo>
                      <a:pt x="111" y="97"/>
                    </a:lnTo>
                    <a:lnTo>
                      <a:pt x="111" y="97"/>
                    </a:lnTo>
                    <a:lnTo>
                      <a:pt x="109" y="97"/>
                    </a:lnTo>
                    <a:lnTo>
                      <a:pt x="109" y="100"/>
                    </a:lnTo>
                    <a:lnTo>
                      <a:pt x="111" y="100"/>
                    </a:lnTo>
                    <a:lnTo>
                      <a:pt x="111" y="100"/>
                    </a:lnTo>
                    <a:lnTo>
                      <a:pt x="111" y="102"/>
                    </a:lnTo>
                    <a:lnTo>
                      <a:pt x="109" y="102"/>
                    </a:lnTo>
                    <a:lnTo>
                      <a:pt x="109" y="102"/>
                    </a:lnTo>
                    <a:lnTo>
                      <a:pt x="109" y="102"/>
                    </a:lnTo>
                    <a:lnTo>
                      <a:pt x="106" y="102"/>
                    </a:lnTo>
                    <a:lnTo>
                      <a:pt x="106" y="102"/>
                    </a:lnTo>
                    <a:lnTo>
                      <a:pt x="106" y="102"/>
                    </a:lnTo>
                    <a:lnTo>
                      <a:pt x="106" y="102"/>
                    </a:lnTo>
                    <a:lnTo>
                      <a:pt x="106" y="102"/>
                    </a:lnTo>
                    <a:lnTo>
                      <a:pt x="106" y="102"/>
                    </a:lnTo>
                    <a:lnTo>
                      <a:pt x="109" y="102"/>
                    </a:lnTo>
                    <a:lnTo>
                      <a:pt x="109" y="102"/>
                    </a:lnTo>
                    <a:lnTo>
                      <a:pt x="106" y="102"/>
                    </a:lnTo>
                    <a:lnTo>
                      <a:pt x="106" y="102"/>
                    </a:lnTo>
                    <a:lnTo>
                      <a:pt x="106" y="102"/>
                    </a:lnTo>
                    <a:lnTo>
                      <a:pt x="106" y="104"/>
                    </a:lnTo>
                    <a:lnTo>
                      <a:pt x="104" y="104"/>
                    </a:lnTo>
                    <a:lnTo>
                      <a:pt x="104" y="104"/>
                    </a:lnTo>
                    <a:lnTo>
                      <a:pt x="104" y="104"/>
                    </a:lnTo>
                    <a:lnTo>
                      <a:pt x="104" y="107"/>
                    </a:lnTo>
                    <a:lnTo>
                      <a:pt x="104" y="107"/>
                    </a:lnTo>
                    <a:lnTo>
                      <a:pt x="102" y="107"/>
                    </a:lnTo>
                    <a:lnTo>
                      <a:pt x="102" y="109"/>
                    </a:lnTo>
                    <a:lnTo>
                      <a:pt x="102" y="109"/>
                    </a:lnTo>
                    <a:lnTo>
                      <a:pt x="102" y="109"/>
                    </a:lnTo>
                    <a:lnTo>
                      <a:pt x="102" y="109"/>
                    </a:lnTo>
                    <a:lnTo>
                      <a:pt x="99" y="109"/>
                    </a:lnTo>
                    <a:lnTo>
                      <a:pt x="99" y="109"/>
                    </a:lnTo>
                    <a:lnTo>
                      <a:pt x="99" y="109"/>
                    </a:lnTo>
                    <a:lnTo>
                      <a:pt x="97" y="109"/>
                    </a:lnTo>
                    <a:lnTo>
                      <a:pt x="97" y="109"/>
                    </a:lnTo>
                    <a:lnTo>
                      <a:pt x="95" y="109"/>
                    </a:lnTo>
                    <a:lnTo>
                      <a:pt x="95" y="111"/>
                    </a:lnTo>
                    <a:lnTo>
                      <a:pt x="97" y="111"/>
                    </a:lnTo>
                    <a:lnTo>
                      <a:pt x="97" y="111"/>
                    </a:lnTo>
                    <a:lnTo>
                      <a:pt x="97" y="111"/>
                    </a:lnTo>
                    <a:lnTo>
                      <a:pt x="95" y="111"/>
                    </a:lnTo>
                    <a:lnTo>
                      <a:pt x="95" y="111"/>
                    </a:lnTo>
                    <a:lnTo>
                      <a:pt x="95" y="111"/>
                    </a:lnTo>
                    <a:lnTo>
                      <a:pt x="92" y="111"/>
                    </a:lnTo>
                    <a:lnTo>
                      <a:pt x="92" y="111"/>
                    </a:lnTo>
                    <a:lnTo>
                      <a:pt x="92" y="114"/>
                    </a:lnTo>
                    <a:lnTo>
                      <a:pt x="92" y="114"/>
                    </a:lnTo>
                    <a:lnTo>
                      <a:pt x="92" y="114"/>
                    </a:lnTo>
                    <a:lnTo>
                      <a:pt x="90" y="114"/>
                    </a:lnTo>
                    <a:lnTo>
                      <a:pt x="90" y="116"/>
                    </a:lnTo>
                    <a:lnTo>
                      <a:pt x="90" y="116"/>
                    </a:lnTo>
                    <a:lnTo>
                      <a:pt x="90" y="116"/>
                    </a:lnTo>
                    <a:lnTo>
                      <a:pt x="90" y="119"/>
                    </a:lnTo>
                    <a:lnTo>
                      <a:pt x="88" y="119"/>
                    </a:lnTo>
                    <a:lnTo>
                      <a:pt x="88" y="119"/>
                    </a:lnTo>
                    <a:lnTo>
                      <a:pt x="88" y="119"/>
                    </a:lnTo>
                    <a:lnTo>
                      <a:pt x="88" y="121"/>
                    </a:lnTo>
                    <a:lnTo>
                      <a:pt x="88" y="121"/>
                    </a:lnTo>
                    <a:lnTo>
                      <a:pt x="88" y="121"/>
                    </a:lnTo>
                    <a:lnTo>
                      <a:pt x="88" y="121"/>
                    </a:lnTo>
                    <a:lnTo>
                      <a:pt x="88" y="123"/>
                    </a:lnTo>
                    <a:lnTo>
                      <a:pt x="88" y="123"/>
                    </a:lnTo>
                    <a:lnTo>
                      <a:pt x="88" y="123"/>
                    </a:lnTo>
                    <a:lnTo>
                      <a:pt x="90" y="123"/>
                    </a:lnTo>
                    <a:lnTo>
                      <a:pt x="90" y="123"/>
                    </a:lnTo>
                    <a:lnTo>
                      <a:pt x="90" y="126"/>
                    </a:lnTo>
                    <a:lnTo>
                      <a:pt x="88" y="126"/>
                    </a:lnTo>
                    <a:lnTo>
                      <a:pt x="88" y="126"/>
                    </a:lnTo>
                    <a:lnTo>
                      <a:pt x="88" y="126"/>
                    </a:lnTo>
                    <a:lnTo>
                      <a:pt x="88" y="126"/>
                    </a:lnTo>
                    <a:lnTo>
                      <a:pt x="88" y="128"/>
                    </a:lnTo>
                    <a:lnTo>
                      <a:pt x="88" y="128"/>
                    </a:lnTo>
                    <a:lnTo>
                      <a:pt x="85" y="128"/>
                    </a:lnTo>
                    <a:lnTo>
                      <a:pt x="85" y="130"/>
                    </a:lnTo>
                    <a:lnTo>
                      <a:pt x="85" y="130"/>
                    </a:lnTo>
                    <a:lnTo>
                      <a:pt x="88" y="130"/>
                    </a:lnTo>
                    <a:lnTo>
                      <a:pt x="88" y="130"/>
                    </a:lnTo>
                    <a:lnTo>
                      <a:pt x="88" y="130"/>
                    </a:lnTo>
                    <a:lnTo>
                      <a:pt x="88" y="133"/>
                    </a:lnTo>
                    <a:lnTo>
                      <a:pt x="88" y="133"/>
                    </a:lnTo>
                    <a:lnTo>
                      <a:pt x="88" y="133"/>
                    </a:lnTo>
                    <a:lnTo>
                      <a:pt x="90" y="133"/>
                    </a:lnTo>
                    <a:lnTo>
                      <a:pt x="90" y="135"/>
                    </a:lnTo>
                    <a:lnTo>
                      <a:pt x="90" y="135"/>
                    </a:lnTo>
                    <a:lnTo>
                      <a:pt x="90" y="135"/>
                    </a:lnTo>
                    <a:lnTo>
                      <a:pt x="92" y="135"/>
                    </a:lnTo>
                    <a:lnTo>
                      <a:pt x="92" y="137"/>
                    </a:lnTo>
                    <a:lnTo>
                      <a:pt x="92" y="137"/>
                    </a:lnTo>
                    <a:lnTo>
                      <a:pt x="92" y="137"/>
                    </a:lnTo>
                    <a:lnTo>
                      <a:pt x="92" y="137"/>
                    </a:lnTo>
                    <a:lnTo>
                      <a:pt x="92" y="140"/>
                    </a:lnTo>
                    <a:lnTo>
                      <a:pt x="95" y="140"/>
                    </a:lnTo>
                    <a:lnTo>
                      <a:pt x="95" y="140"/>
                    </a:lnTo>
                    <a:lnTo>
                      <a:pt x="95" y="140"/>
                    </a:lnTo>
                    <a:lnTo>
                      <a:pt x="95" y="142"/>
                    </a:lnTo>
                    <a:lnTo>
                      <a:pt x="95" y="142"/>
                    </a:lnTo>
                    <a:lnTo>
                      <a:pt x="95" y="142"/>
                    </a:lnTo>
                    <a:lnTo>
                      <a:pt x="97" y="142"/>
                    </a:lnTo>
                    <a:lnTo>
                      <a:pt x="97" y="142"/>
                    </a:lnTo>
                    <a:lnTo>
                      <a:pt x="97" y="142"/>
                    </a:lnTo>
                    <a:lnTo>
                      <a:pt x="99" y="142"/>
                    </a:lnTo>
                    <a:lnTo>
                      <a:pt x="99" y="145"/>
                    </a:lnTo>
                    <a:lnTo>
                      <a:pt x="99" y="145"/>
                    </a:lnTo>
                    <a:lnTo>
                      <a:pt x="99" y="145"/>
                    </a:lnTo>
                    <a:lnTo>
                      <a:pt x="99" y="145"/>
                    </a:lnTo>
                    <a:lnTo>
                      <a:pt x="99" y="147"/>
                    </a:lnTo>
                    <a:lnTo>
                      <a:pt x="102" y="147"/>
                    </a:lnTo>
                    <a:lnTo>
                      <a:pt x="102" y="147"/>
                    </a:lnTo>
                    <a:lnTo>
                      <a:pt x="102" y="147"/>
                    </a:lnTo>
                    <a:lnTo>
                      <a:pt x="102" y="147"/>
                    </a:lnTo>
                    <a:lnTo>
                      <a:pt x="102" y="149"/>
                    </a:lnTo>
                    <a:lnTo>
                      <a:pt x="104" y="149"/>
                    </a:lnTo>
                    <a:lnTo>
                      <a:pt x="104" y="149"/>
                    </a:lnTo>
                    <a:lnTo>
                      <a:pt x="104" y="149"/>
                    </a:lnTo>
                    <a:lnTo>
                      <a:pt x="106" y="149"/>
                    </a:lnTo>
                    <a:lnTo>
                      <a:pt x="106" y="149"/>
                    </a:lnTo>
                    <a:lnTo>
                      <a:pt x="106" y="149"/>
                    </a:lnTo>
                    <a:lnTo>
                      <a:pt x="106" y="152"/>
                    </a:lnTo>
                    <a:lnTo>
                      <a:pt x="109" y="152"/>
                    </a:lnTo>
                    <a:lnTo>
                      <a:pt x="109" y="152"/>
                    </a:lnTo>
                    <a:lnTo>
                      <a:pt x="109" y="152"/>
                    </a:lnTo>
                    <a:lnTo>
                      <a:pt x="109" y="152"/>
                    </a:lnTo>
                    <a:lnTo>
                      <a:pt x="111" y="152"/>
                    </a:lnTo>
                    <a:lnTo>
                      <a:pt x="111" y="152"/>
                    </a:lnTo>
                    <a:lnTo>
                      <a:pt x="111" y="152"/>
                    </a:lnTo>
                    <a:lnTo>
                      <a:pt x="114" y="152"/>
                    </a:lnTo>
                    <a:lnTo>
                      <a:pt x="114" y="154"/>
                    </a:lnTo>
                    <a:lnTo>
                      <a:pt x="114" y="154"/>
                    </a:lnTo>
                    <a:lnTo>
                      <a:pt x="114" y="154"/>
                    </a:lnTo>
                    <a:lnTo>
                      <a:pt x="116" y="154"/>
                    </a:lnTo>
                    <a:lnTo>
                      <a:pt x="116" y="154"/>
                    </a:lnTo>
                    <a:lnTo>
                      <a:pt x="116" y="154"/>
                    </a:lnTo>
                    <a:lnTo>
                      <a:pt x="116" y="154"/>
                    </a:lnTo>
                    <a:lnTo>
                      <a:pt x="118" y="154"/>
                    </a:lnTo>
                    <a:lnTo>
                      <a:pt x="118" y="156"/>
                    </a:lnTo>
                    <a:lnTo>
                      <a:pt x="118" y="156"/>
                    </a:lnTo>
                    <a:lnTo>
                      <a:pt x="118" y="156"/>
                    </a:lnTo>
                    <a:lnTo>
                      <a:pt x="121" y="156"/>
                    </a:lnTo>
                    <a:lnTo>
                      <a:pt x="121" y="156"/>
                    </a:lnTo>
                    <a:lnTo>
                      <a:pt x="121" y="156"/>
                    </a:lnTo>
                    <a:lnTo>
                      <a:pt x="123" y="156"/>
                    </a:lnTo>
                    <a:lnTo>
                      <a:pt x="123" y="156"/>
                    </a:lnTo>
                    <a:lnTo>
                      <a:pt x="123" y="159"/>
                    </a:lnTo>
                    <a:lnTo>
                      <a:pt x="125" y="159"/>
                    </a:lnTo>
                    <a:lnTo>
                      <a:pt x="125" y="159"/>
                    </a:lnTo>
                    <a:lnTo>
                      <a:pt x="125" y="159"/>
                    </a:lnTo>
                    <a:lnTo>
                      <a:pt x="128" y="159"/>
                    </a:lnTo>
                    <a:lnTo>
                      <a:pt x="128" y="159"/>
                    </a:lnTo>
                    <a:lnTo>
                      <a:pt x="128" y="159"/>
                    </a:lnTo>
                    <a:lnTo>
                      <a:pt x="130" y="159"/>
                    </a:lnTo>
                    <a:lnTo>
                      <a:pt x="130" y="159"/>
                    </a:lnTo>
                    <a:lnTo>
                      <a:pt x="130" y="159"/>
                    </a:lnTo>
                    <a:lnTo>
                      <a:pt x="132" y="159"/>
                    </a:lnTo>
                    <a:lnTo>
                      <a:pt x="132" y="161"/>
                    </a:lnTo>
                    <a:lnTo>
                      <a:pt x="132" y="161"/>
                    </a:lnTo>
                    <a:lnTo>
                      <a:pt x="132" y="161"/>
                    </a:lnTo>
                    <a:lnTo>
                      <a:pt x="132" y="161"/>
                    </a:lnTo>
                    <a:lnTo>
                      <a:pt x="132" y="161"/>
                    </a:lnTo>
                    <a:lnTo>
                      <a:pt x="132" y="161"/>
                    </a:lnTo>
                    <a:lnTo>
                      <a:pt x="132" y="161"/>
                    </a:lnTo>
                    <a:lnTo>
                      <a:pt x="130" y="161"/>
                    </a:lnTo>
                    <a:lnTo>
                      <a:pt x="130" y="164"/>
                    </a:lnTo>
                    <a:lnTo>
                      <a:pt x="130" y="164"/>
                    </a:lnTo>
                    <a:lnTo>
                      <a:pt x="130" y="164"/>
                    </a:lnTo>
                    <a:lnTo>
                      <a:pt x="128" y="164"/>
                    </a:lnTo>
                    <a:lnTo>
                      <a:pt x="128" y="164"/>
                    </a:lnTo>
                    <a:lnTo>
                      <a:pt x="128" y="164"/>
                    </a:lnTo>
                    <a:lnTo>
                      <a:pt x="128" y="166"/>
                    </a:lnTo>
                    <a:lnTo>
                      <a:pt x="128" y="166"/>
                    </a:lnTo>
                    <a:lnTo>
                      <a:pt x="128" y="166"/>
                    </a:lnTo>
                    <a:lnTo>
                      <a:pt x="130" y="166"/>
                    </a:lnTo>
                    <a:lnTo>
                      <a:pt x="130" y="166"/>
                    </a:lnTo>
                    <a:lnTo>
                      <a:pt x="128" y="166"/>
                    </a:lnTo>
                    <a:lnTo>
                      <a:pt x="128" y="166"/>
                    </a:lnTo>
                    <a:lnTo>
                      <a:pt x="128" y="166"/>
                    </a:lnTo>
                    <a:lnTo>
                      <a:pt x="128" y="168"/>
                    </a:lnTo>
                    <a:lnTo>
                      <a:pt x="125" y="168"/>
                    </a:lnTo>
                    <a:lnTo>
                      <a:pt x="125" y="168"/>
                    </a:lnTo>
                    <a:lnTo>
                      <a:pt x="125" y="166"/>
                    </a:lnTo>
                    <a:lnTo>
                      <a:pt x="125" y="166"/>
                    </a:lnTo>
                    <a:lnTo>
                      <a:pt x="125" y="168"/>
                    </a:lnTo>
                    <a:lnTo>
                      <a:pt x="123" y="168"/>
                    </a:lnTo>
                    <a:lnTo>
                      <a:pt x="123" y="168"/>
                    </a:lnTo>
                    <a:lnTo>
                      <a:pt x="121" y="168"/>
                    </a:lnTo>
                    <a:lnTo>
                      <a:pt x="121" y="168"/>
                    </a:lnTo>
                    <a:lnTo>
                      <a:pt x="121" y="168"/>
                    </a:lnTo>
                    <a:lnTo>
                      <a:pt x="118" y="168"/>
                    </a:lnTo>
                    <a:lnTo>
                      <a:pt x="118" y="166"/>
                    </a:lnTo>
                    <a:lnTo>
                      <a:pt x="118" y="166"/>
                    </a:lnTo>
                    <a:lnTo>
                      <a:pt x="116" y="166"/>
                    </a:lnTo>
                    <a:lnTo>
                      <a:pt x="116" y="166"/>
                    </a:lnTo>
                    <a:lnTo>
                      <a:pt x="116" y="166"/>
                    </a:lnTo>
                    <a:lnTo>
                      <a:pt x="116" y="166"/>
                    </a:lnTo>
                    <a:lnTo>
                      <a:pt x="116" y="164"/>
                    </a:lnTo>
                    <a:lnTo>
                      <a:pt x="114" y="164"/>
                    </a:lnTo>
                    <a:lnTo>
                      <a:pt x="114" y="166"/>
                    </a:lnTo>
                    <a:lnTo>
                      <a:pt x="114" y="166"/>
                    </a:lnTo>
                    <a:lnTo>
                      <a:pt x="114" y="166"/>
                    </a:lnTo>
                    <a:lnTo>
                      <a:pt x="114" y="166"/>
                    </a:lnTo>
                    <a:lnTo>
                      <a:pt x="114" y="168"/>
                    </a:lnTo>
                    <a:lnTo>
                      <a:pt x="111" y="168"/>
                    </a:lnTo>
                    <a:lnTo>
                      <a:pt x="111" y="168"/>
                    </a:lnTo>
                    <a:lnTo>
                      <a:pt x="109" y="168"/>
                    </a:lnTo>
                    <a:lnTo>
                      <a:pt x="109" y="166"/>
                    </a:lnTo>
                    <a:lnTo>
                      <a:pt x="109" y="166"/>
                    </a:lnTo>
                    <a:lnTo>
                      <a:pt x="109" y="166"/>
                    </a:lnTo>
                    <a:lnTo>
                      <a:pt x="109" y="168"/>
                    </a:lnTo>
                    <a:lnTo>
                      <a:pt x="106" y="168"/>
                    </a:lnTo>
                    <a:lnTo>
                      <a:pt x="106" y="168"/>
                    </a:lnTo>
                    <a:lnTo>
                      <a:pt x="106" y="166"/>
                    </a:lnTo>
                    <a:lnTo>
                      <a:pt x="106" y="166"/>
                    </a:lnTo>
                    <a:lnTo>
                      <a:pt x="106" y="166"/>
                    </a:lnTo>
                    <a:lnTo>
                      <a:pt x="106" y="166"/>
                    </a:lnTo>
                    <a:lnTo>
                      <a:pt x="106" y="168"/>
                    </a:lnTo>
                    <a:lnTo>
                      <a:pt x="104" y="168"/>
                    </a:lnTo>
                    <a:lnTo>
                      <a:pt x="104" y="166"/>
                    </a:lnTo>
                    <a:lnTo>
                      <a:pt x="104" y="166"/>
                    </a:lnTo>
                    <a:lnTo>
                      <a:pt x="104" y="166"/>
                    </a:lnTo>
                    <a:lnTo>
                      <a:pt x="102" y="166"/>
                    </a:lnTo>
                    <a:lnTo>
                      <a:pt x="102" y="164"/>
                    </a:lnTo>
                    <a:lnTo>
                      <a:pt x="102" y="164"/>
                    </a:lnTo>
                    <a:lnTo>
                      <a:pt x="102" y="166"/>
                    </a:lnTo>
                    <a:lnTo>
                      <a:pt x="102" y="166"/>
                    </a:lnTo>
                    <a:lnTo>
                      <a:pt x="102" y="164"/>
                    </a:lnTo>
                    <a:lnTo>
                      <a:pt x="99" y="164"/>
                    </a:lnTo>
                    <a:lnTo>
                      <a:pt x="99" y="164"/>
                    </a:lnTo>
                    <a:lnTo>
                      <a:pt x="99" y="166"/>
                    </a:lnTo>
                    <a:lnTo>
                      <a:pt x="99" y="166"/>
                    </a:lnTo>
                    <a:lnTo>
                      <a:pt x="97" y="166"/>
                    </a:lnTo>
                    <a:lnTo>
                      <a:pt x="97" y="166"/>
                    </a:lnTo>
                    <a:lnTo>
                      <a:pt x="95" y="166"/>
                    </a:lnTo>
                    <a:lnTo>
                      <a:pt x="95" y="166"/>
                    </a:lnTo>
                    <a:lnTo>
                      <a:pt x="95" y="164"/>
                    </a:lnTo>
                    <a:lnTo>
                      <a:pt x="95" y="164"/>
                    </a:lnTo>
                    <a:lnTo>
                      <a:pt x="92" y="164"/>
                    </a:lnTo>
                    <a:lnTo>
                      <a:pt x="92" y="164"/>
                    </a:lnTo>
                    <a:lnTo>
                      <a:pt x="92" y="166"/>
                    </a:lnTo>
                    <a:lnTo>
                      <a:pt x="92" y="166"/>
                    </a:lnTo>
                    <a:lnTo>
                      <a:pt x="90" y="166"/>
                    </a:lnTo>
                    <a:lnTo>
                      <a:pt x="90" y="164"/>
                    </a:lnTo>
                    <a:lnTo>
                      <a:pt x="90" y="164"/>
                    </a:lnTo>
                    <a:lnTo>
                      <a:pt x="90" y="164"/>
                    </a:lnTo>
                    <a:lnTo>
                      <a:pt x="88" y="164"/>
                    </a:lnTo>
                    <a:lnTo>
                      <a:pt x="88" y="164"/>
                    </a:lnTo>
                    <a:lnTo>
                      <a:pt x="88" y="164"/>
                    </a:lnTo>
                    <a:lnTo>
                      <a:pt x="88" y="164"/>
                    </a:lnTo>
                    <a:lnTo>
                      <a:pt x="85" y="164"/>
                    </a:lnTo>
                    <a:lnTo>
                      <a:pt x="85" y="164"/>
                    </a:lnTo>
                    <a:lnTo>
                      <a:pt x="85" y="164"/>
                    </a:lnTo>
                    <a:lnTo>
                      <a:pt x="83" y="164"/>
                    </a:lnTo>
                    <a:lnTo>
                      <a:pt x="83" y="164"/>
                    </a:lnTo>
                    <a:lnTo>
                      <a:pt x="83" y="164"/>
                    </a:lnTo>
                    <a:lnTo>
                      <a:pt x="83" y="166"/>
                    </a:lnTo>
                    <a:lnTo>
                      <a:pt x="83" y="166"/>
                    </a:lnTo>
                    <a:lnTo>
                      <a:pt x="80" y="166"/>
                    </a:lnTo>
                    <a:lnTo>
                      <a:pt x="80" y="166"/>
                    </a:lnTo>
                    <a:lnTo>
                      <a:pt x="80" y="166"/>
                    </a:lnTo>
                    <a:lnTo>
                      <a:pt x="78" y="166"/>
                    </a:lnTo>
                    <a:lnTo>
                      <a:pt x="78" y="166"/>
                    </a:lnTo>
                    <a:lnTo>
                      <a:pt x="76" y="166"/>
                    </a:lnTo>
                    <a:lnTo>
                      <a:pt x="76" y="164"/>
                    </a:lnTo>
                    <a:lnTo>
                      <a:pt x="76" y="164"/>
                    </a:lnTo>
                    <a:lnTo>
                      <a:pt x="76" y="164"/>
                    </a:lnTo>
                    <a:lnTo>
                      <a:pt x="73" y="164"/>
                    </a:lnTo>
                    <a:lnTo>
                      <a:pt x="73" y="164"/>
                    </a:lnTo>
                    <a:lnTo>
                      <a:pt x="73" y="164"/>
                    </a:lnTo>
                    <a:lnTo>
                      <a:pt x="73" y="164"/>
                    </a:lnTo>
                    <a:lnTo>
                      <a:pt x="71" y="164"/>
                    </a:lnTo>
                    <a:lnTo>
                      <a:pt x="71" y="164"/>
                    </a:lnTo>
                    <a:lnTo>
                      <a:pt x="69" y="164"/>
                    </a:lnTo>
                    <a:lnTo>
                      <a:pt x="69" y="164"/>
                    </a:lnTo>
                    <a:lnTo>
                      <a:pt x="69" y="164"/>
                    </a:lnTo>
                    <a:lnTo>
                      <a:pt x="66" y="164"/>
                    </a:lnTo>
                    <a:lnTo>
                      <a:pt x="66" y="161"/>
                    </a:lnTo>
                    <a:lnTo>
                      <a:pt x="66" y="161"/>
                    </a:lnTo>
                    <a:lnTo>
                      <a:pt x="66" y="161"/>
                    </a:lnTo>
                    <a:lnTo>
                      <a:pt x="64" y="161"/>
                    </a:lnTo>
                    <a:lnTo>
                      <a:pt x="64" y="161"/>
                    </a:lnTo>
                    <a:lnTo>
                      <a:pt x="64" y="161"/>
                    </a:lnTo>
                    <a:lnTo>
                      <a:pt x="61" y="161"/>
                    </a:lnTo>
                    <a:lnTo>
                      <a:pt x="61" y="161"/>
                    </a:lnTo>
                    <a:lnTo>
                      <a:pt x="61" y="161"/>
                    </a:lnTo>
                    <a:lnTo>
                      <a:pt x="59" y="161"/>
                    </a:lnTo>
                    <a:lnTo>
                      <a:pt x="59" y="161"/>
                    </a:lnTo>
                    <a:lnTo>
                      <a:pt x="59" y="161"/>
                    </a:lnTo>
                    <a:lnTo>
                      <a:pt x="57" y="161"/>
                    </a:lnTo>
                    <a:lnTo>
                      <a:pt x="57" y="161"/>
                    </a:lnTo>
                    <a:lnTo>
                      <a:pt x="54" y="161"/>
                    </a:lnTo>
                    <a:lnTo>
                      <a:pt x="54" y="161"/>
                    </a:lnTo>
                    <a:lnTo>
                      <a:pt x="54" y="161"/>
                    </a:lnTo>
                    <a:lnTo>
                      <a:pt x="54" y="161"/>
                    </a:lnTo>
                    <a:lnTo>
                      <a:pt x="52" y="161"/>
                    </a:lnTo>
                    <a:lnTo>
                      <a:pt x="52" y="161"/>
                    </a:lnTo>
                    <a:lnTo>
                      <a:pt x="52" y="161"/>
                    </a:lnTo>
                    <a:lnTo>
                      <a:pt x="50" y="161"/>
                    </a:lnTo>
                    <a:lnTo>
                      <a:pt x="50" y="161"/>
                    </a:lnTo>
                    <a:lnTo>
                      <a:pt x="47" y="161"/>
                    </a:lnTo>
                    <a:lnTo>
                      <a:pt x="47" y="159"/>
                    </a:lnTo>
                    <a:lnTo>
                      <a:pt x="47" y="159"/>
                    </a:lnTo>
                    <a:lnTo>
                      <a:pt x="47" y="159"/>
                    </a:lnTo>
                    <a:lnTo>
                      <a:pt x="47" y="161"/>
                    </a:lnTo>
                    <a:lnTo>
                      <a:pt x="45" y="161"/>
                    </a:lnTo>
                    <a:lnTo>
                      <a:pt x="45" y="161"/>
                    </a:lnTo>
                    <a:lnTo>
                      <a:pt x="45" y="159"/>
                    </a:lnTo>
                    <a:lnTo>
                      <a:pt x="43" y="159"/>
                    </a:lnTo>
                    <a:lnTo>
                      <a:pt x="43" y="159"/>
                    </a:lnTo>
                    <a:lnTo>
                      <a:pt x="43" y="159"/>
                    </a:lnTo>
                    <a:lnTo>
                      <a:pt x="43" y="159"/>
                    </a:lnTo>
                    <a:lnTo>
                      <a:pt x="40" y="159"/>
                    </a:lnTo>
                    <a:lnTo>
                      <a:pt x="40" y="156"/>
                    </a:lnTo>
                    <a:lnTo>
                      <a:pt x="43" y="156"/>
                    </a:lnTo>
                    <a:lnTo>
                      <a:pt x="43" y="156"/>
                    </a:lnTo>
                    <a:lnTo>
                      <a:pt x="43" y="156"/>
                    </a:lnTo>
                    <a:lnTo>
                      <a:pt x="43" y="156"/>
                    </a:lnTo>
                    <a:lnTo>
                      <a:pt x="43" y="154"/>
                    </a:lnTo>
                    <a:lnTo>
                      <a:pt x="45" y="154"/>
                    </a:lnTo>
                    <a:lnTo>
                      <a:pt x="45" y="156"/>
                    </a:lnTo>
                    <a:lnTo>
                      <a:pt x="45" y="156"/>
                    </a:lnTo>
                    <a:lnTo>
                      <a:pt x="47" y="156"/>
                    </a:lnTo>
                    <a:lnTo>
                      <a:pt x="47" y="156"/>
                    </a:lnTo>
                    <a:lnTo>
                      <a:pt x="47" y="156"/>
                    </a:lnTo>
                    <a:lnTo>
                      <a:pt x="50" y="156"/>
                    </a:lnTo>
                    <a:lnTo>
                      <a:pt x="50" y="154"/>
                    </a:lnTo>
                    <a:lnTo>
                      <a:pt x="47" y="154"/>
                    </a:lnTo>
                    <a:lnTo>
                      <a:pt x="47" y="154"/>
                    </a:lnTo>
                    <a:lnTo>
                      <a:pt x="47" y="154"/>
                    </a:lnTo>
                    <a:lnTo>
                      <a:pt x="47" y="154"/>
                    </a:lnTo>
                    <a:lnTo>
                      <a:pt x="45" y="154"/>
                    </a:lnTo>
                    <a:lnTo>
                      <a:pt x="45" y="152"/>
                    </a:lnTo>
                    <a:lnTo>
                      <a:pt x="45" y="152"/>
                    </a:lnTo>
                    <a:lnTo>
                      <a:pt x="45" y="152"/>
                    </a:lnTo>
                    <a:lnTo>
                      <a:pt x="43" y="152"/>
                    </a:lnTo>
                    <a:lnTo>
                      <a:pt x="43" y="152"/>
                    </a:lnTo>
                    <a:lnTo>
                      <a:pt x="43" y="152"/>
                    </a:lnTo>
                    <a:lnTo>
                      <a:pt x="43" y="152"/>
                    </a:lnTo>
                    <a:lnTo>
                      <a:pt x="43" y="152"/>
                    </a:lnTo>
                    <a:lnTo>
                      <a:pt x="43" y="152"/>
                    </a:lnTo>
                    <a:lnTo>
                      <a:pt x="43" y="152"/>
                    </a:lnTo>
                    <a:lnTo>
                      <a:pt x="43" y="152"/>
                    </a:lnTo>
                    <a:lnTo>
                      <a:pt x="43" y="149"/>
                    </a:lnTo>
                    <a:lnTo>
                      <a:pt x="43" y="149"/>
                    </a:lnTo>
                    <a:lnTo>
                      <a:pt x="43" y="149"/>
                    </a:lnTo>
                    <a:lnTo>
                      <a:pt x="40" y="149"/>
                    </a:lnTo>
                    <a:lnTo>
                      <a:pt x="40" y="149"/>
                    </a:lnTo>
                    <a:lnTo>
                      <a:pt x="40" y="147"/>
                    </a:lnTo>
                    <a:lnTo>
                      <a:pt x="40" y="147"/>
                    </a:lnTo>
                    <a:lnTo>
                      <a:pt x="40" y="147"/>
                    </a:lnTo>
                    <a:lnTo>
                      <a:pt x="40" y="149"/>
                    </a:lnTo>
                    <a:lnTo>
                      <a:pt x="40" y="149"/>
                    </a:lnTo>
                    <a:lnTo>
                      <a:pt x="40" y="149"/>
                    </a:lnTo>
                    <a:lnTo>
                      <a:pt x="40" y="149"/>
                    </a:lnTo>
                    <a:lnTo>
                      <a:pt x="40" y="152"/>
                    </a:lnTo>
                    <a:lnTo>
                      <a:pt x="38" y="152"/>
                    </a:lnTo>
                    <a:lnTo>
                      <a:pt x="38" y="152"/>
                    </a:lnTo>
                    <a:lnTo>
                      <a:pt x="38" y="152"/>
                    </a:lnTo>
                    <a:lnTo>
                      <a:pt x="38" y="152"/>
                    </a:lnTo>
                    <a:lnTo>
                      <a:pt x="35" y="152"/>
                    </a:lnTo>
                    <a:lnTo>
                      <a:pt x="35" y="152"/>
                    </a:lnTo>
                    <a:lnTo>
                      <a:pt x="35" y="154"/>
                    </a:lnTo>
                    <a:lnTo>
                      <a:pt x="35" y="154"/>
                    </a:lnTo>
                    <a:lnTo>
                      <a:pt x="38" y="154"/>
                    </a:lnTo>
                    <a:lnTo>
                      <a:pt x="38" y="154"/>
                    </a:lnTo>
                    <a:lnTo>
                      <a:pt x="38" y="154"/>
                    </a:lnTo>
                    <a:lnTo>
                      <a:pt x="38" y="156"/>
                    </a:lnTo>
                    <a:lnTo>
                      <a:pt x="38" y="156"/>
                    </a:lnTo>
                    <a:lnTo>
                      <a:pt x="35" y="156"/>
                    </a:lnTo>
                    <a:lnTo>
                      <a:pt x="35" y="156"/>
                    </a:lnTo>
                    <a:lnTo>
                      <a:pt x="35" y="156"/>
                    </a:lnTo>
                    <a:lnTo>
                      <a:pt x="33" y="156"/>
                    </a:lnTo>
                    <a:lnTo>
                      <a:pt x="33" y="154"/>
                    </a:lnTo>
                    <a:lnTo>
                      <a:pt x="33" y="154"/>
                    </a:lnTo>
                    <a:lnTo>
                      <a:pt x="33" y="154"/>
                    </a:lnTo>
                    <a:lnTo>
                      <a:pt x="33" y="154"/>
                    </a:lnTo>
                    <a:lnTo>
                      <a:pt x="33" y="152"/>
                    </a:lnTo>
                    <a:lnTo>
                      <a:pt x="31" y="152"/>
                    </a:lnTo>
                    <a:lnTo>
                      <a:pt x="31" y="152"/>
                    </a:lnTo>
                    <a:lnTo>
                      <a:pt x="28" y="152"/>
                    </a:lnTo>
                    <a:lnTo>
                      <a:pt x="28" y="152"/>
                    </a:lnTo>
                    <a:lnTo>
                      <a:pt x="28" y="152"/>
                    </a:lnTo>
                    <a:lnTo>
                      <a:pt x="28" y="152"/>
                    </a:lnTo>
                    <a:lnTo>
                      <a:pt x="28" y="152"/>
                    </a:lnTo>
                    <a:lnTo>
                      <a:pt x="28" y="149"/>
                    </a:lnTo>
                    <a:lnTo>
                      <a:pt x="26" y="149"/>
                    </a:lnTo>
                    <a:lnTo>
                      <a:pt x="26" y="149"/>
                    </a:lnTo>
                    <a:lnTo>
                      <a:pt x="26" y="149"/>
                    </a:lnTo>
                    <a:lnTo>
                      <a:pt x="26" y="149"/>
                    </a:lnTo>
                    <a:lnTo>
                      <a:pt x="24" y="149"/>
                    </a:lnTo>
                    <a:lnTo>
                      <a:pt x="24" y="149"/>
                    </a:lnTo>
                    <a:lnTo>
                      <a:pt x="21" y="149"/>
                    </a:lnTo>
                    <a:lnTo>
                      <a:pt x="21" y="149"/>
                    </a:lnTo>
                    <a:lnTo>
                      <a:pt x="21" y="149"/>
                    </a:lnTo>
                    <a:lnTo>
                      <a:pt x="19" y="149"/>
                    </a:lnTo>
                    <a:lnTo>
                      <a:pt x="19" y="149"/>
                    </a:lnTo>
                    <a:lnTo>
                      <a:pt x="19" y="147"/>
                    </a:lnTo>
                    <a:lnTo>
                      <a:pt x="19" y="147"/>
                    </a:lnTo>
                    <a:lnTo>
                      <a:pt x="17" y="147"/>
                    </a:lnTo>
                    <a:lnTo>
                      <a:pt x="17" y="147"/>
                    </a:lnTo>
                    <a:lnTo>
                      <a:pt x="17" y="145"/>
                    </a:lnTo>
                    <a:lnTo>
                      <a:pt x="19" y="145"/>
                    </a:lnTo>
                    <a:lnTo>
                      <a:pt x="19" y="145"/>
                    </a:lnTo>
                    <a:lnTo>
                      <a:pt x="19" y="145"/>
                    </a:lnTo>
                    <a:lnTo>
                      <a:pt x="19" y="145"/>
                    </a:lnTo>
                    <a:lnTo>
                      <a:pt x="21" y="145"/>
                    </a:lnTo>
                    <a:lnTo>
                      <a:pt x="21" y="145"/>
                    </a:lnTo>
                    <a:lnTo>
                      <a:pt x="21" y="145"/>
                    </a:lnTo>
                    <a:lnTo>
                      <a:pt x="24" y="145"/>
                    </a:lnTo>
                    <a:lnTo>
                      <a:pt x="24" y="142"/>
                    </a:lnTo>
                    <a:lnTo>
                      <a:pt x="21" y="142"/>
                    </a:lnTo>
                    <a:lnTo>
                      <a:pt x="21" y="142"/>
                    </a:lnTo>
                    <a:lnTo>
                      <a:pt x="21" y="142"/>
                    </a:lnTo>
                    <a:lnTo>
                      <a:pt x="21" y="142"/>
                    </a:lnTo>
                    <a:lnTo>
                      <a:pt x="19" y="142"/>
                    </a:lnTo>
                    <a:lnTo>
                      <a:pt x="19" y="142"/>
                    </a:lnTo>
                    <a:lnTo>
                      <a:pt x="19" y="142"/>
                    </a:lnTo>
                    <a:lnTo>
                      <a:pt x="19" y="142"/>
                    </a:lnTo>
                    <a:lnTo>
                      <a:pt x="19" y="142"/>
                    </a:lnTo>
                    <a:lnTo>
                      <a:pt x="17" y="142"/>
                    </a:lnTo>
                    <a:lnTo>
                      <a:pt x="17" y="142"/>
                    </a:lnTo>
                    <a:lnTo>
                      <a:pt x="14" y="142"/>
                    </a:lnTo>
                    <a:lnTo>
                      <a:pt x="14" y="142"/>
                    </a:lnTo>
                    <a:lnTo>
                      <a:pt x="14" y="142"/>
                    </a:lnTo>
                    <a:lnTo>
                      <a:pt x="14" y="142"/>
                    </a:lnTo>
                    <a:lnTo>
                      <a:pt x="14" y="142"/>
                    </a:lnTo>
                    <a:lnTo>
                      <a:pt x="12" y="142"/>
                    </a:lnTo>
                    <a:lnTo>
                      <a:pt x="12" y="142"/>
                    </a:lnTo>
                    <a:lnTo>
                      <a:pt x="9" y="142"/>
                    </a:lnTo>
                    <a:lnTo>
                      <a:pt x="9" y="142"/>
                    </a:lnTo>
                    <a:lnTo>
                      <a:pt x="9" y="142"/>
                    </a:lnTo>
                    <a:lnTo>
                      <a:pt x="9" y="142"/>
                    </a:lnTo>
                    <a:lnTo>
                      <a:pt x="9" y="142"/>
                    </a:lnTo>
                    <a:lnTo>
                      <a:pt x="7" y="142"/>
                    </a:lnTo>
                    <a:lnTo>
                      <a:pt x="7" y="142"/>
                    </a:lnTo>
                    <a:lnTo>
                      <a:pt x="7" y="142"/>
                    </a:lnTo>
                    <a:lnTo>
                      <a:pt x="7" y="142"/>
                    </a:lnTo>
                    <a:lnTo>
                      <a:pt x="5" y="142"/>
                    </a:lnTo>
                    <a:lnTo>
                      <a:pt x="5" y="142"/>
                    </a:lnTo>
                    <a:lnTo>
                      <a:pt x="2" y="142"/>
                    </a:lnTo>
                    <a:lnTo>
                      <a:pt x="2" y="140"/>
                    </a:lnTo>
                    <a:lnTo>
                      <a:pt x="2" y="140"/>
                    </a:lnTo>
                    <a:lnTo>
                      <a:pt x="2" y="140"/>
                    </a:lnTo>
                    <a:lnTo>
                      <a:pt x="2" y="137"/>
                    </a:lnTo>
                    <a:lnTo>
                      <a:pt x="2" y="137"/>
                    </a:lnTo>
                    <a:lnTo>
                      <a:pt x="2" y="137"/>
                    </a:lnTo>
                    <a:lnTo>
                      <a:pt x="2" y="135"/>
                    </a:lnTo>
                    <a:lnTo>
                      <a:pt x="0" y="135"/>
                    </a:lnTo>
                    <a:lnTo>
                      <a:pt x="0" y="135"/>
                    </a:lnTo>
                    <a:lnTo>
                      <a:pt x="0" y="135"/>
                    </a:lnTo>
                    <a:lnTo>
                      <a:pt x="0" y="133"/>
                    </a:lnTo>
                    <a:lnTo>
                      <a:pt x="0" y="133"/>
                    </a:lnTo>
                    <a:lnTo>
                      <a:pt x="0" y="133"/>
                    </a:lnTo>
                    <a:lnTo>
                      <a:pt x="0" y="133"/>
                    </a:lnTo>
                    <a:lnTo>
                      <a:pt x="0" y="130"/>
                    </a:lnTo>
                    <a:lnTo>
                      <a:pt x="0" y="130"/>
                    </a:lnTo>
                    <a:lnTo>
                      <a:pt x="0" y="128"/>
                    </a:lnTo>
                    <a:lnTo>
                      <a:pt x="2" y="128"/>
                    </a:lnTo>
                    <a:lnTo>
                      <a:pt x="2" y="128"/>
                    </a:lnTo>
                    <a:lnTo>
                      <a:pt x="2" y="128"/>
                    </a:lnTo>
                    <a:lnTo>
                      <a:pt x="2" y="126"/>
                    </a:lnTo>
                    <a:lnTo>
                      <a:pt x="2" y="126"/>
                    </a:lnTo>
                    <a:lnTo>
                      <a:pt x="5" y="126"/>
                    </a:lnTo>
                    <a:lnTo>
                      <a:pt x="5" y="126"/>
                    </a:lnTo>
                    <a:lnTo>
                      <a:pt x="5" y="126"/>
                    </a:lnTo>
                    <a:lnTo>
                      <a:pt x="7" y="126"/>
                    </a:lnTo>
                    <a:lnTo>
                      <a:pt x="7" y="126"/>
                    </a:lnTo>
                    <a:lnTo>
                      <a:pt x="7" y="126"/>
                    </a:lnTo>
                    <a:lnTo>
                      <a:pt x="7" y="123"/>
                    </a:lnTo>
                    <a:lnTo>
                      <a:pt x="9" y="123"/>
                    </a:lnTo>
                    <a:lnTo>
                      <a:pt x="9" y="123"/>
                    </a:lnTo>
                    <a:lnTo>
                      <a:pt x="9" y="123"/>
                    </a:lnTo>
                    <a:lnTo>
                      <a:pt x="9" y="126"/>
                    </a:lnTo>
                    <a:lnTo>
                      <a:pt x="12" y="126"/>
                    </a:lnTo>
                    <a:lnTo>
                      <a:pt x="12" y="126"/>
                    </a:lnTo>
                    <a:lnTo>
                      <a:pt x="14" y="126"/>
                    </a:lnTo>
                    <a:lnTo>
                      <a:pt x="14" y="126"/>
                    </a:lnTo>
                    <a:lnTo>
                      <a:pt x="14" y="126"/>
                    </a:lnTo>
                    <a:lnTo>
                      <a:pt x="17" y="126"/>
                    </a:lnTo>
                    <a:lnTo>
                      <a:pt x="17" y="123"/>
                    </a:lnTo>
                    <a:lnTo>
                      <a:pt x="17" y="123"/>
                    </a:lnTo>
                    <a:lnTo>
                      <a:pt x="19" y="123"/>
                    </a:lnTo>
                    <a:lnTo>
                      <a:pt x="19" y="126"/>
                    </a:lnTo>
                    <a:lnTo>
                      <a:pt x="19" y="126"/>
                    </a:lnTo>
                    <a:lnTo>
                      <a:pt x="19" y="126"/>
                    </a:lnTo>
                    <a:lnTo>
                      <a:pt x="21" y="126"/>
                    </a:lnTo>
                    <a:lnTo>
                      <a:pt x="21" y="123"/>
                    </a:lnTo>
                    <a:lnTo>
                      <a:pt x="21" y="123"/>
                    </a:lnTo>
                    <a:lnTo>
                      <a:pt x="21" y="123"/>
                    </a:lnTo>
                    <a:lnTo>
                      <a:pt x="21" y="123"/>
                    </a:lnTo>
                    <a:lnTo>
                      <a:pt x="21" y="121"/>
                    </a:lnTo>
                    <a:lnTo>
                      <a:pt x="21" y="121"/>
                    </a:lnTo>
                    <a:lnTo>
                      <a:pt x="24" y="121"/>
                    </a:lnTo>
                    <a:lnTo>
                      <a:pt x="24" y="121"/>
                    </a:lnTo>
                    <a:lnTo>
                      <a:pt x="24" y="119"/>
                    </a:lnTo>
                    <a:lnTo>
                      <a:pt x="24" y="119"/>
                    </a:lnTo>
                    <a:lnTo>
                      <a:pt x="26" y="119"/>
                    </a:lnTo>
                    <a:lnTo>
                      <a:pt x="26" y="119"/>
                    </a:lnTo>
                    <a:lnTo>
                      <a:pt x="26" y="119"/>
                    </a:lnTo>
                    <a:lnTo>
                      <a:pt x="26" y="119"/>
                    </a:lnTo>
                    <a:lnTo>
                      <a:pt x="26" y="116"/>
                    </a:lnTo>
                    <a:lnTo>
                      <a:pt x="26" y="116"/>
                    </a:lnTo>
                    <a:lnTo>
                      <a:pt x="28" y="116"/>
                    </a:lnTo>
                    <a:lnTo>
                      <a:pt x="28" y="114"/>
                    </a:lnTo>
                    <a:lnTo>
                      <a:pt x="28" y="114"/>
                    </a:lnTo>
                    <a:lnTo>
                      <a:pt x="26" y="114"/>
                    </a:lnTo>
                    <a:lnTo>
                      <a:pt x="26" y="114"/>
                    </a:lnTo>
                    <a:lnTo>
                      <a:pt x="26" y="111"/>
                    </a:lnTo>
                    <a:lnTo>
                      <a:pt x="26" y="111"/>
                    </a:lnTo>
                    <a:lnTo>
                      <a:pt x="24" y="111"/>
                    </a:lnTo>
                    <a:lnTo>
                      <a:pt x="24" y="111"/>
                    </a:lnTo>
                    <a:lnTo>
                      <a:pt x="24" y="111"/>
                    </a:lnTo>
                    <a:lnTo>
                      <a:pt x="21" y="111"/>
                    </a:lnTo>
                    <a:lnTo>
                      <a:pt x="21" y="111"/>
                    </a:lnTo>
                    <a:lnTo>
                      <a:pt x="21" y="111"/>
                    </a:lnTo>
                    <a:lnTo>
                      <a:pt x="21" y="111"/>
                    </a:lnTo>
                    <a:lnTo>
                      <a:pt x="21" y="109"/>
                    </a:lnTo>
                    <a:lnTo>
                      <a:pt x="21" y="109"/>
                    </a:lnTo>
                    <a:lnTo>
                      <a:pt x="21" y="109"/>
                    </a:lnTo>
                    <a:lnTo>
                      <a:pt x="21" y="109"/>
                    </a:lnTo>
                    <a:lnTo>
                      <a:pt x="21" y="107"/>
                    </a:lnTo>
                    <a:lnTo>
                      <a:pt x="24" y="107"/>
                    </a:lnTo>
                    <a:lnTo>
                      <a:pt x="24" y="107"/>
                    </a:lnTo>
                    <a:lnTo>
                      <a:pt x="24" y="107"/>
                    </a:lnTo>
                    <a:lnTo>
                      <a:pt x="26" y="107"/>
                    </a:lnTo>
                    <a:lnTo>
                      <a:pt x="26" y="107"/>
                    </a:lnTo>
                    <a:lnTo>
                      <a:pt x="26" y="107"/>
                    </a:lnTo>
                    <a:lnTo>
                      <a:pt x="28" y="107"/>
                    </a:lnTo>
                    <a:lnTo>
                      <a:pt x="28" y="104"/>
                    </a:lnTo>
                    <a:lnTo>
                      <a:pt x="28" y="104"/>
                    </a:lnTo>
                    <a:lnTo>
                      <a:pt x="28" y="104"/>
                    </a:lnTo>
                    <a:lnTo>
                      <a:pt x="31" y="104"/>
                    </a:lnTo>
                    <a:lnTo>
                      <a:pt x="31" y="104"/>
                    </a:lnTo>
                    <a:lnTo>
                      <a:pt x="33" y="104"/>
                    </a:lnTo>
                    <a:lnTo>
                      <a:pt x="33" y="104"/>
                    </a:lnTo>
                    <a:lnTo>
                      <a:pt x="33" y="104"/>
                    </a:lnTo>
                    <a:lnTo>
                      <a:pt x="35" y="104"/>
                    </a:lnTo>
                    <a:lnTo>
                      <a:pt x="35" y="104"/>
                    </a:lnTo>
                    <a:lnTo>
                      <a:pt x="35" y="102"/>
                    </a:lnTo>
                    <a:lnTo>
                      <a:pt x="35" y="102"/>
                    </a:lnTo>
                    <a:lnTo>
                      <a:pt x="35" y="102"/>
                    </a:lnTo>
                    <a:lnTo>
                      <a:pt x="35" y="102"/>
                    </a:lnTo>
                    <a:lnTo>
                      <a:pt x="35" y="102"/>
                    </a:lnTo>
                    <a:lnTo>
                      <a:pt x="35" y="102"/>
                    </a:lnTo>
                    <a:lnTo>
                      <a:pt x="35" y="102"/>
                    </a:lnTo>
                    <a:lnTo>
                      <a:pt x="35" y="100"/>
                    </a:lnTo>
                    <a:lnTo>
                      <a:pt x="38" y="100"/>
                    </a:lnTo>
                    <a:lnTo>
                      <a:pt x="38" y="100"/>
                    </a:lnTo>
                    <a:lnTo>
                      <a:pt x="38" y="100"/>
                    </a:lnTo>
                    <a:lnTo>
                      <a:pt x="40" y="100"/>
                    </a:lnTo>
                    <a:lnTo>
                      <a:pt x="40" y="97"/>
                    </a:lnTo>
                    <a:lnTo>
                      <a:pt x="40" y="97"/>
                    </a:lnTo>
                    <a:lnTo>
                      <a:pt x="40" y="97"/>
                    </a:lnTo>
                    <a:lnTo>
                      <a:pt x="40" y="97"/>
                    </a:lnTo>
                    <a:lnTo>
                      <a:pt x="43" y="97"/>
                    </a:lnTo>
                    <a:lnTo>
                      <a:pt x="43" y="97"/>
                    </a:lnTo>
                    <a:lnTo>
                      <a:pt x="43" y="97"/>
                    </a:lnTo>
                    <a:lnTo>
                      <a:pt x="45" y="97"/>
                    </a:lnTo>
                    <a:lnTo>
                      <a:pt x="45" y="97"/>
                    </a:lnTo>
                    <a:lnTo>
                      <a:pt x="47" y="97"/>
                    </a:lnTo>
                    <a:lnTo>
                      <a:pt x="47" y="97"/>
                    </a:lnTo>
                    <a:lnTo>
                      <a:pt x="47" y="95"/>
                    </a:lnTo>
                    <a:lnTo>
                      <a:pt x="47" y="95"/>
                    </a:lnTo>
                    <a:lnTo>
                      <a:pt x="50" y="95"/>
                    </a:lnTo>
                    <a:lnTo>
                      <a:pt x="50" y="95"/>
                    </a:lnTo>
                    <a:lnTo>
                      <a:pt x="52" y="95"/>
                    </a:lnTo>
                    <a:lnTo>
                      <a:pt x="52" y="95"/>
                    </a:lnTo>
                    <a:lnTo>
                      <a:pt x="52" y="95"/>
                    </a:lnTo>
                    <a:lnTo>
                      <a:pt x="54" y="95"/>
                    </a:lnTo>
                    <a:lnTo>
                      <a:pt x="54" y="95"/>
                    </a:lnTo>
                    <a:lnTo>
                      <a:pt x="54" y="95"/>
                    </a:lnTo>
                    <a:lnTo>
                      <a:pt x="57" y="95"/>
                    </a:lnTo>
                    <a:lnTo>
                      <a:pt x="57" y="95"/>
                    </a:lnTo>
                    <a:lnTo>
                      <a:pt x="59" y="95"/>
                    </a:lnTo>
                    <a:lnTo>
                      <a:pt x="59" y="95"/>
                    </a:lnTo>
                    <a:lnTo>
                      <a:pt x="57" y="95"/>
                    </a:lnTo>
                    <a:lnTo>
                      <a:pt x="57" y="95"/>
                    </a:lnTo>
                    <a:lnTo>
                      <a:pt x="54" y="95"/>
                    </a:lnTo>
                    <a:lnTo>
                      <a:pt x="54" y="92"/>
                    </a:lnTo>
                    <a:lnTo>
                      <a:pt x="54" y="92"/>
                    </a:lnTo>
                    <a:lnTo>
                      <a:pt x="54" y="92"/>
                    </a:lnTo>
                    <a:lnTo>
                      <a:pt x="54" y="92"/>
                    </a:lnTo>
                    <a:lnTo>
                      <a:pt x="54" y="92"/>
                    </a:lnTo>
                    <a:lnTo>
                      <a:pt x="57" y="92"/>
                    </a:lnTo>
                    <a:lnTo>
                      <a:pt x="57" y="92"/>
                    </a:lnTo>
                    <a:lnTo>
                      <a:pt x="59" y="92"/>
                    </a:lnTo>
                    <a:lnTo>
                      <a:pt x="59" y="92"/>
                    </a:lnTo>
                    <a:lnTo>
                      <a:pt x="59" y="90"/>
                    </a:lnTo>
                    <a:lnTo>
                      <a:pt x="59" y="90"/>
                    </a:lnTo>
                    <a:lnTo>
                      <a:pt x="61" y="90"/>
                    </a:lnTo>
                    <a:lnTo>
                      <a:pt x="61" y="90"/>
                    </a:lnTo>
                    <a:lnTo>
                      <a:pt x="61" y="90"/>
                    </a:lnTo>
                    <a:lnTo>
                      <a:pt x="61" y="88"/>
                    </a:lnTo>
                    <a:lnTo>
                      <a:pt x="61" y="88"/>
                    </a:lnTo>
                    <a:lnTo>
                      <a:pt x="59" y="88"/>
                    </a:lnTo>
                    <a:lnTo>
                      <a:pt x="59" y="88"/>
                    </a:lnTo>
                    <a:lnTo>
                      <a:pt x="59" y="88"/>
                    </a:lnTo>
                    <a:lnTo>
                      <a:pt x="57" y="88"/>
                    </a:lnTo>
                    <a:lnTo>
                      <a:pt x="57" y="88"/>
                    </a:lnTo>
                    <a:lnTo>
                      <a:pt x="54" y="88"/>
                    </a:lnTo>
                    <a:lnTo>
                      <a:pt x="54" y="88"/>
                    </a:lnTo>
                    <a:lnTo>
                      <a:pt x="54" y="88"/>
                    </a:lnTo>
                    <a:lnTo>
                      <a:pt x="54" y="88"/>
                    </a:lnTo>
                    <a:lnTo>
                      <a:pt x="52" y="88"/>
                    </a:lnTo>
                    <a:lnTo>
                      <a:pt x="52" y="85"/>
                    </a:lnTo>
                    <a:lnTo>
                      <a:pt x="52" y="85"/>
                    </a:lnTo>
                    <a:lnTo>
                      <a:pt x="52" y="85"/>
                    </a:lnTo>
                    <a:lnTo>
                      <a:pt x="50" y="85"/>
                    </a:lnTo>
                    <a:lnTo>
                      <a:pt x="50" y="85"/>
                    </a:lnTo>
                    <a:lnTo>
                      <a:pt x="50" y="85"/>
                    </a:lnTo>
                    <a:lnTo>
                      <a:pt x="47" y="85"/>
                    </a:lnTo>
                    <a:lnTo>
                      <a:pt x="47" y="85"/>
                    </a:lnTo>
                    <a:lnTo>
                      <a:pt x="47" y="83"/>
                    </a:lnTo>
                    <a:lnTo>
                      <a:pt x="47" y="83"/>
                    </a:lnTo>
                    <a:lnTo>
                      <a:pt x="47" y="83"/>
                    </a:lnTo>
                    <a:lnTo>
                      <a:pt x="47" y="83"/>
                    </a:lnTo>
                    <a:lnTo>
                      <a:pt x="50" y="83"/>
                    </a:lnTo>
                    <a:lnTo>
                      <a:pt x="50" y="83"/>
                    </a:lnTo>
                    <a:lnTo>
                      <a:pt x="50" y="83"/>
                    </a:lnTo>
                    <a:lnTo>
                      <a:pt x="52" y="83"/>
                    </a:lnTo>
                    <a:lnTo>
                      <a:pt x="52" y="83"/>
                    </a:lnTo>
                    <a:lnTo>
                      <a:pt x="52" y="83"/>
                    </a:lnTo>
                    <a:lnTo>
                      <a:pt x="54" y="83"/>
                    </a:lnTo>
                    <a:lnTo>
                      <a:pt x="54" y="83"/>
                    </a:lnTo>
                    <a:lnTo>
                      <a:pt x="54" y="83"/>
                    </a:lnTo>
                    <a:lnTo>
                      <a:pt x="54" y="83"/>
                    </a:lnTo>
                    <a:lnTo>
                      <a:pt x="54" y="81"/>
                    </a:lnTo>
                    <a:lnTo>
                      <a:pt x="57" y="81"/>
                    </a:lnTo>
                    <a:lnTo>
                      <a:pt x="57" y="81"/>
                    </a:lnTo>
                    <a:lnTo>
                      <a:pt x="59" y="81"/>
                    </a:lnTo>
                    <a:lnTo>
                      <a:pt x="59" y="81"/>
                    </a:lnTo>
                    <a:lnTo>
                      <a:pt x="59" y="81"/>
                    </a:lnTo>
                    <a:lnTo>
                      <a:pt x="59" y="81"/>
                    </a:lnTo>
                    <a:lnTo>
                      <a:pt x="61" y="81"/>
                    </a:lnTo>
                    <a:lnTo>
                      <a:pt x="61" y="81"/>
                    </a:lnTo>
                    <a:lnTo>
                      <a:pt x="61" y="78"/>
                    </a:lnTo>
                    <a:lnTo>
                      <a:pt x="61" y="78"/>
                    </a:lnTo>
                    <a:lnTo>
                      <a:pt x="64" y="78"/>
                    </a:lnTo>
                    <a:lnTo>
                      <a:pt x="64" y="78"/>
                    </a:lnTo>
                    <a:lnTo>
                      <a:pt x="66" y="78"/>
                    </a:lnTo>
                    <a:lnTo>
                      <a:pt x="66" y="78"/>
                    </a:lnTo>
                    <a:lnTo>
                      <a:pt x="66" y="78"/>
                    </a:lnTo>
                    <a:lnTo>
                      <a:pt x="69" y="78"/>
                    </a:lnTo>
                    <a:lnTo>
                      <a:pt x="69" y="78"/>
                    </a:lnTo>
                    <a:lnTo>
                      <a:pt x="69" y="76"/>
                    </a:lnTo>
                    <a:lnTo>
                      <a:pt x="69" y="76"/>
                    </a:lnTo>
                    <a:lnTo>
                      <a:pt x="69" y="76"/>
                    </a:lnTo>
                    <a:lnTo>
                      <a:pt x="69" y="76"/>
                    </a:lnTo>
                    <a:lnTo>
                      <a:pt x="71" y="76"/>
                    </a:lnTo>
                    <a:lnTo>
                      <a:pt x="71" y="76"/>
                    </a:lnTo>
                    <a:lnTo>
                      <a:pt x="71" y="73"/>
                    </a:lnTo>
                    <a:lnTo>
                      <a:pt x="73" y="73"/>
                    </a:lnTo>
                    <a:lnTo>
                      <a:pt x="73" y="73"/>
                    </a:lnTo>
                    <a:lnTo>
                      <a:pt x="73" y="73"/>
                    </a:lnTo>
                    <a:lnTo>
                      <a:pt x="76" y="73"/>
                    </a:lnTo>
                    <a:lnTo>
                      <a:pt x="76" y="73"/>
                    </a:lnTo>
                    <a:lnTo>
                      <a:pt x="76" y="73"/>
                    </a:lnTo>
                    <a:lnTo>
                      <a:pt x="76" y="73"/>
                    </a:lnTo>
                    <a:lnTo>
                      <a:pt x="78" y="73"/>
                    </a:lnTo>
                    <a:lnTo>
                      <a:pt x="78" y="73"/>
                    </a:lnTo>
                    <a:lnTo>
                      <a:pt x="80" y="73"/>
                    </a:lnTo>
                    <a:lnTo>
                      <a:pt x="80" y="73"/>
                    </a:lnTo>
                    <a:lnTo>
                      <a:pt x="80" y="73"/>
                    </a:lnTo>
                    <a:lnTo>
                      <a:pt x="83" y="73"/>
                    </a:lnTo>
                    <a:lnTo>
                      <a:pt x="83" y="73"/>
                    </a:lnTo>
                    <a:lnTo>
                      <a:pt x="83" y="73"/>
                    </a:lnTo>
                    <a:lnTo>
                      <a:pt x="85" y="73"/>
                    </a:lnTo>
                    <a:lnTo>
                      <a:pt x="85" y="73"/>
                    </a:lnTo>
                    <a:lnTo>
                      <a:pt x="83" y="73"/>
                    </a:lnTo>
                    <a:lnTo>
                      <a:pt x="83" y="73"/>
                    </a:lnTo>
                    <a:lnTo>
                      <a:pt x="83" y="73"/>
                    </a:lnTo>
                    <a:lnTo>
                      <a:pt x="80" y="73"/>
                    </a:lnTo>
                    <a:lnTo>
                      <a:pt x="80" y="73"/>
                    </a:lnTo>
                    <a:lnTo>
                      <a:pt x="80" y="73"/>
                    </a:lnTo>
                    <a:lnTo>
                      <a:pt x="78" y="73"/>
                    </a:lnTo>
                    <a:lnTo>
                      <a:pt x="78" y="71"/>
                    </a:lnTo>
                    <a:lnTo>
                      <a:pt x="78" y="71"/>
                    </a:lnTo>
                    <a:lnTo>
                      <a:pt x="80" y="71"/>
                    </a:lnTo>
                    <a:lnTo>
                      <a:pt x="80" y="71"/>
                    </a:lnTo>
                    <a:lnTo>
                      <a:pt x="80" y="71"/>
                    </a:lnTo>
                    <a:lnTo>
                      <a:pt x="83" y="71"/>
                    </a:lnTo>
                    <a:lnTo>
                      <a:pt x="83" y="71"/>
                    </a:lnTo>
                    <a:lnTo>
                      <a:pt x="83" y="71"/>
                    </a:lnTo>
                    <a:lnTo>
                      <a:pt x="85" y="71"/>
                    </a:lnTo>
                    <a:lnTo>
                      <a:pt x="85" y="71"/>
                    </a:lnTo>
                    <a:lnTo>
                      <a:pt x="88" y="71"/>
                    </a:lnTo>
                    <a:lnTo>
                      <a:pt x="88" y="71"/>
                    </a:lnTo>
                    <a:lnTo>
                      <a:pt x="88" y="71"/>
                    </a:lnTo>
                    <a:lnTo>
                      <a:pt x="88" y="69"/>
                    </a:lnTo>
                    <a:lnTo>
                      <a:pt x="88" y="69"/>
                    </a:lnTo>
                    <a:lnTo>
                      <a:pt x="88" y="69"/>
                    </a:lnTo>
                    <a:lnTo>
                      <a:pt x="85" y="69"/>
                    </a:lnTo>
                    <a:lnTo>
                      <a:pt x="85" y="69"/>
                    </a:lnTo>
                    <a:lnTo>
                      <a:pt x="83" y="69"/>
                    </a:lnTo>
                    <a:lnTo>
                      <a:pt x="83" y="69"/>
                    </a:lnTo>
                    <a:lnTo>
                      <a:pt x="83" y="69"/>
                    </a:lnTo>
                    <a:lnTo>
                      <a:pt x="83" y="69"/>
                    </a:lnTo>
                    <a:lnTo>
                      <a:pt x="83" y="69"/>
                    </a:lnTo>
                    <a:lnTo>
                      <a:pt x="83" y="66"/>
                    </a:lnTo>
                    <a:lnTo>
                      <a:pt x="83" y="66"/>
                    </a:lnTo>
                    <a:lnTo>
                      <a:pt x="85" y="66"/>
                    </a:lnTo>
                    <a:lnTo>
                      <a:pt x="85" y="66"/>
                    </a:lnTo>
                    <a:lnTo>
                      <a:pt x="85" y="66"/>
                    </a:lnTo>
                    <a:lnTo>
                      <a:pt x="88" y="66"/>
                    </a:lnTo>
                    <a:lnTo>
                      <a:pt x="88" y="66"/>
                    </a:lnTo>
                    <a:lnTo>
                      <a:pt x="88" y="66"/>
                    </a:lnTo>
                    <a:lnTo>
                      <a:pt x="88" y="66"/>
                    </a:lnTo>
                    <a:lnTo>
                      <a:pt x="88" y="66"/>
                    </a:lnTo>
                    <a:lnTo>
                      <a:pt x="90" y="66"/>
                    </a:lnTo>
                    <a:lnTo>
                      <a:pt x="90" y="66"/>
                    </a:lnTo>
                    <a:lnTo>
                      <a:pt x="92" y="66"/>
                    </a:lnTo>
                    <a:lnTo>
                      <a:pt x="92" y="66"/>
                    </a:lnTo>
                    <a:lnTo>
                      <a:pt x="92" y="66"/>
                    </a:lnTo>
                    <a:lnTo>
                      <a:pt x="95" y="66"/>
                    </a:lnTo>
                    <a:lnTo>
                      <a:pt x="95" y="66"/>
                    </a:lnTo>
                    <a:lnTo>
                      <a:pt x="95" y="66"/>
                    </a:lnTo>
                    <a:lnTo>
                      <a:pt x="97" y="66"/>
                    </a:lnTo>
                    <a:lnTo>
                      <a:pt x="97" y="66"/>
                    </a:lnTo>
                    <a:lnTo>
                      <a:pt x="97" y="64"/>
                    </a:lnTo>
                    <a:lnTo>
                      <a:pt x="97" y="64"/>
                    </a:lnTo>
                    <a:lnTo>
                      <a:pt x="95" y="64"/>
                    </a:lnTo>
                    <a:lnTo>
                      <a:pt x="95" y="64"/>
                    </a:lnTo>
                    <a:lnTo>
                      <a:pt x="95" y="64"/>
                    </a:lnTo>
                    <a:lnTo>
                      <a:pt x="92" y="64"/>
                    </a:lnTo>
                    <a:lnTo>
                      <a:pt x="92" y="64"/>
                    </a:lnTo>
                    <a:lnTo>
                      <a:pt x="92" y="64"/>
                    </a:lnTo>
                    <a:lnTo>
                      <a:pt x="90" y="64"/>
                    </a:lnTo>
                    <a:lnTo>
                      <a:pt x="90" y="64"/>
                    </a:lnTo>
                    <a:lnTo>
                      <a:pt x="90" y="64"/>
                    </a:lnTo>
                    <a:lnTo>
                      <a:pt x="88" y="64"/>
                    </a:lnTo>
                    <a:lnTo>
                      <a:pt x="88" y="64"/>
                    </a:lnTo>
                    <a:lnTo>
                      <a:pt x="88" y="64"/>
                    </a:lnTo>
                    <a:lnTo>
                      <a:pt x="88" y="64"/>
                    </a:lnTo>
                    <a:lnTo>
                      <a:pt x="88" y="62"/>
                    </a:lnTo>
                    <a:lnTo>
                      <a:pt x="88" y="62"/>
                    </a:lnTo>
                    <a:lnTo>
                      <a:pt x="90" y="62"/>
                    </a:lnTo>
                    <a:lnTo>
                      <a:pt x="90" y="62"/>
                    </a:lnTo>
                    <a:lnTo>
                      <a:pt x="92" y="62"/>
                    </a:lnTo>
                    <a:lnTo>
                      <a:pt x="92" y="62"/>
                    </a:lnTo>
                    <a:lnTo>
                      <a:pt x="92" y="59"/>
                    </a:lnTo>
                    <a:lnTo>
                      <a:pt x="92" y="59"/>
                    </a:lnTo>
                    <a:lnTo>
                      <a:pt x="95" y="59"/>
                    </a:lnTo>
                    <a:lnTo>
                      <a:pt x="95" y="59"/>
                    </a:lnTo>
                    <a:lnTo>
                      <a:pt x="95" y="59"/>
                    </a:lnTo>
                    <a:lnTo>
                      <a:pt x="97" y="59"/>
                    </a:lnTo>
                    <a:lnTo>
                      <a:pt x="97" y="59"/>
                    </a:lnTo>
                    <a:lnTo>
                      <a:pt x="97" y="62"/>
                    </a:lnTo>
                    <a:lnTo>
                      <a:pt x="99" y="62"/>
                    </a:lnTo>
                    <a:lnTo>
                      <a:pt x="99" y="59"/>
                    </a:lnTo>
                    <a:lnTo>
                      <a:pt x="99" y="59"/>
                    </a:lnTo>
                    <a:lnTo>
                      <a:pt x="99" y="59"/>
                    </a:lnTo>
                    <a:lnTo>
                      <a:pt x="102" y="59"/>
                    </a:lnTo>
                    <a:lnTo>
                      <a:pt x="102" y="59"/>
                    </a:lnTo>
                    <a:lnTo>
                      <a:pt x="102" y="59"/>
                    </a:lnTo>
                    <a:lnTo>
                      <a:pt x="104" y="59"/>
                    </a:lnTo>
                    <a:lnTo>
                      <a:pt x="104" y="59"/>
                    </a:lnTo>
                    <a:lnTo>
                      <a:pt x="106" y="59"/>
                    </a:lnTo>
                    <a:lnTo>
                      <a:pt x="106" y="59"/>
                    </a:lnTo>
                    <a:lnTo>
                      <a:pt x="106" y="59"/>
                    </a:lnTo>
                    <a:lnTo>
                      <a:pt x="106" y="59"/>
                    </a:lnTo>
                    <a:lnTo>
                      <a:pt x="104" y="59"/>
                    </a:lnTo>
                    <a:lnTo>
                      <a:pt x="104" y="59"/>
                    </a:lnTo>
                    <a:lnTo>
                      <a:pt x="102" y="59"/>
                    </a:lnTo>
                    <a:lnTo>
                      <a:pt x="102" y="59"/>
                    </a:lnTo>
                    <a:lnTo>
                      <a:pt x="102" y="59"/>
                    </a:lnTo>
                    <a:lnTo>
                      <a:pt x="99" y="59"/>
                    </a:lnTo>
                    <a:lnTo>
                      <a:pt x="99" y="59"/>
                    </a:lnTo>
                    <a:lnTo>
                      <a:pt x="99" y="59"/>
                    </a:lnTo>
                    <a:lnTo>
                      <a:pt x="97" y="59"/>
                    </a:lnTo>
                    <a:lnTo>
                      <a:pt x="97" y="59"/>
                    </a:lnTo>
                    <a:lnTo>
                      <a:pt x="95" y="59"/>
                    </a:lnTo>
                    <a:lnTo>
                      <a:pt x="95" y="57"/>
                    </a:lnTo>
                    <a:lnTo>
                      <a:pt x="95" y="57"/>
                    </a:lnTo>
                    <a:lnTo>
                      <a:pt x="95" y="57"/>
                    </a:lnTo>
                    <a:lnTo>
                      <a:pt x="95" y="57"/>
                    </a:lnTo>
                    <a:lnTo>
                      <a:pt x="97" y="57"/>
                    </a:lnTo>
                    <a:lnTo>
                      <a:pt x="97" y="57"/>
                    </a:lnTo>
                    <a:lnTo>
                      <a:pt x="97" y="55"/>
                    </a:lnTo>
                    <a:lnTo>
                      <a:pt x="99" y="55"/>
                    </a:lnTo>
                    <a:lnTo>
                      <a:pt x="99" y="55"/>
                    </a:lnTo>
                    <a:lnTo>
                      <a:pt x="99" y="55"/>
                    </a:lnTo>
                    <a:lnTo>
                      <a:pt x="102" y="55"/>
                    </a:lnTo>
                    <a:lnTo>
                      <a:pt x="102" y="55"/>
                    </a:lnTo>
                    <a:lnTo>
                      <a:pt x="102" y="55"/>
                    </a:lnTo>
                    <a:lnTo>
                      <a:pt x="102" y="55"/>
                    </a:lnTo>
                    <a:lnTo>
                      <a:pt x="104" y="55"/>
                    </a:lnTo>
                    <a:lnTo>
                      <a:pt x="104" y="55"/>
                    </a:lnTo>
                    <a:lnTo>
                      <a:pt x="104" y="52"/>
                    </a:lnTo>
                    <a:lnTo>
                      <a:pt x="106" y="52"/>
                    </a:lnTo>
                    <a:lnTo>
                      <a:pt x="106" y="52"/>
                    </a:lnTo>
                    <a:lnTo>
                      <a:pt x="104" y="52"/>
                    </a:lnTo>
                    <a:lnTo>
                      <a:pt x="104" y="52"/>
                    </a:lnTo>
                    <a:lnTo>
                      <a:pt x="104" y="52"/>
                    </a:lnTo>
                    <a:lnTo>
                      <a:pt x="102" y="52"/>
                    </a:lnTo>
                    <a:lnTo>
                      <a:pt x="102" y="52"/>
                    </a:lnTo>
                    <a:lnTo>
                      <a:pt x="102" y="52"/>
                    </a:lnTo>
                    <a:lnTo>
                      <a:pt x="99" y="52"/>
                    </a:lnTo>
                    <a:lnTo>
                      <a:pt x="99" y="52"/>
                    </a:lnTo>
                    <a:lnTo>
                      <a:pt x="99" y="52"/>
                    </a:lnTo>
                    <a:lnTo>
                      <a:pt x="97" y="52"/>
                    </a:lnTo>
                    <a:lnTo>
                      <a:pt x="97" y="52"/>
                    </a:lnTo>
                    <a:lnTo>
                      <a:pt x="95" y="52"/>
                    </a:lnTo>
                    <a:lnTo>
                      <a:pt x="95" y="52"/>
                    </a:lnTo>
                    <a:lnTo>
                      <a:pt x="97" y="52"/>
                    </a:lnTo>
                    <a:lnTo>
                      <a:pt x="97" y="52"/>
                    </a:lnTo>
                    <a:lnTo>
                      <a:pt x="95" y="52"/>
                    </a:lnTo>
                    <a:lnTo>
                      <a:pt x="95" y="52"/>
                    </a:lnTo>
                    <a:lnTo>
                      <a:pt x="95" y="52"/>
                    </a:lnTo>
                    <a:lnTo>
                      <a:pt x="92" y="52"/>
                    </a:lnTo>
                    <a:lnTo>
                      <a:pt x="92" y="50"/>
                    </a:lnTo>
                    <a:lnTo>
                      <a:pt x="95" y="50"/>
                    </a:lnTo>
                    <a:lnTo>
                      <a:pt x="95" y="50"/>
                    </a:lnTo>
                    <a:lnTo>
                      <a:pt x="95" y="47"/>
                    </a:lnTo>
                    <a:lnTo>
                      <a:pt x="95" y="47"/>
                    </a:lnTo>
                    <a:lnTo>
                      <a:pt x="95" y="47"/>
                    </a:lnTo>
                    <a:lnTo>
                      <a:pt x="95" y="47"/>
                    </a:lnTo>
                    <a:lnTo>
                      <a:pt x="97" y="47"/>
                    </a:lnTo>
                    <a:lnTo>
                      <a:pt x="97" y="47"/>
                    </a:lnTo>
                    <a:lnTo>
                      <a:pt x="99" y="47"/>
                    </a:lnTo>
                    <a:lnTo>
                      <a:pt x="99" y="47"/>
                    </a:lnTo>
                    <a:lnTo>
                      <a:pt x="99" y="47"/>
                    </a:lnTo>
                    <a:lnTo>
                      <a:pt x="102" y="47"/>
                    </a:lnTo>
                    <a:lnTo>
                      <a:pt x="102" y="47"/>
                    </a:lnTo>
                    <a:lnTo>
                      <a:pt x="102" y="47"/>
                    </a:lnTo>
                    <a:lnTo>
                      <a:pt x="104" y="47"/>
                    </a:lnTo>
                    <a:lnTo>
                      <a:pt x="104" y="47"/>
                    </a:lnTo>
                    <a:lnTo>
                      <a:pt x="104" y="47"/>
                    </a:lnTo>
                    <a:lnTo>
                      <a:pt x="104" y="47"/>
                    </a:lnTo>
                    <a:lnTo>
                      <a:pt x="106" y="47"/>
                    </a:lnTo>
                    <a:lnTo>
                      <a:pt x="106" y="47"/>
                    </a:lnTo>
                    <a:lnTo>
                      <a:pt x="106" y="47"/>
                    </a:lnTo>
                    <a:lnTo>
                      <a:pt x="106" y="47"/>
                    </a:lnTo>
                    <a:lnTo>
                      <a:pt x="106" y="50"/>
                    </a:lnTo>
                    <a:lnTo>
                      <a:pt x="109" y="50"/>
                    </a:lnTo>
                    <a:lnTo>
                      <a:pt x="109" y="50"/>
                    </a:lnTo>
                    <a:lnTo>
                      <a:pt x="109" y="50"/>
                    </a:lnTo>
                    <a:lnTo>
                      <a:pt x="109" y="50"/>
                    </a:lnTo>
                    <a:lnTo>
                      <a:pt x="111" y="50"/>
                    </a:lnTo>
                    <a:lnTo>
                      <a:pt x="111" y="50"/>
                    </a:lnTo>
                    <a:lnTo>
                      <a:pt x="111" y="50"/>
                    </a:lnTo>
                    <a:lnTo>
                      <a:pt x="111" y="47"/>
                    </a:lnTo>
                    <a:lnTo>
                      <a:pt x="114" y="47"/>
                    </a:lnTo>
                    <a:lnTo>
                      <a:pt x="114" y="47"/>
                    </a:lnTo>
                    <a:lnTo>
                      <a:pt x="114" y="47"/>
                    </a:lnTo>
                    <a:lnTo>
                      <a:pt x="114" y="47"/>
                    </a:lnTo>
                    <a:lnTo>
                      <a:pt x="116" y="47"/>
                    </a:lnTo>
                    <a:lnTo>
                      <a:pt x="116" y="47"/>
                    </a:lnTo>
                    <a:lnTo>
                      <a:pt x="116" y="47"/>
                    </a:lnTo>
                    <a:lnTo>
                      <a:pt x="116" y="45"/>
                    </a:lnTo>
                    <a:lnTo>
                      <a:pt x="116" y="45"/>
                    </a:lnTo>
                    <a:lnTo>
                      <a:pt x="116" y="45"/>
                    </a:lnTo>
                    <a:lnTo>
                      <a:pt x="114" y="45"/>
                    </a:lnTo>
                    <a:lnTo>
                      <a:pt x="114" y="45"/>
                    </a:lnTo>
                    <a:lnTo>
                      <a:pt x="114" y="45"/>
                    </a:lnTo>
                    <a:lnTo>
                      <a:pt x="114" y="43"/>
                    </a:lnTo>
                    <a:lnTo>
                      <a:pt x="114" y="43"/>
                    </a:lnTo>
                    <a:lnTo>
                      <a:pt x="116" y="43"/>
                    </a:lnTo>
                    <a:lnTo>
                      <a:pt x="116" y="43"/>
                    </a:lnTo>
                    <a:lnTo>
                      <a:pt x="116" y="43"/>
                    </a:lnTo>
                    <a:lnTo>
                      <a:pt x="116" y="43"/>
                    </a:lnTo>
                    <a:lnTo>
                      <a:pt x="118" y="43"/>
                    </a:lnTo>
                    <a:lnTo>
                      <a:pt x="118" y="43"/>
                    </a:lnTo>
                    <a:lnTo>
                      <a:pt x="121" y="43"/>
                    </a:lnTo>
                    <a:lnTo>
                      <a:pt x="121" y="43"/>
                    </a:lnTo>
                    <a:lnTo>
                      <a:pt x="121" y="43"/>
                    </a:lnTo>
                    <a:lnTo>
                      <a:pt x="123" y="43"/>
                    </a:lnTo>
                    <a:lnTo>
                      <a:pt x="123" y="43"/>
                    </a:lnTo>
                    <a:lnTo>
                      <a:pt x="125" y="43"/>
                    </a:lnTo>
                    <a:lnTo>
                      <a:pt x="125" y="43"/>
                    </a:lnTo>
                    <a:lnTo>
                      <a:pt x="125" y="43"/>
                    </a:lnTo>
                    <a:lnTo>
                      <a:pt x="128" y="43"/>
                    </a:lnTo>
                    <a:lnTo>
                      <a:pt x="128" y="43"/>
                    </a:lnTo>
                    <a:lnTo>
                      <a:pt x="128" y="43"/>
                    </a:lnTo>
                    <a:lnTo>
                      <a:pt x="130" y="43"/>
                    </a:lnTo>
                    <a:lnTo>
                      <a:pt x="130" y="43"/>
                    </a:lnTo>
                    <a:lnTo>
                      <a:pt x="130" y="43"/>
                    </a:lnTo>
                    <a:lnTo>
                      <a:pt x="132" y="43"/>
                    </a:lnTo>
                    <a:lnTo>
                      <a:pt x="132" y="43"/>
                    </a:lnTo>
                    <a:lnTo>
                      <a:pt x="132" y="43"/>
                    </a:lnTo>
                    <a:lnTo>
                      <a:pt x="135" y="43"/>
                    </a:lnTo>
                    <a:lnTo>
                      <a:pt x="135" y="43"/>
                    </a:lnTo>
                    <a:lnTo>
                      <a:pt x="135" y="43"/>
                    </a:lnTo>
                    <a:lnTo>
                      <a:pt x="135" y="43"/>
                    </a:lnTo>
                    <a:lnTo>
                      <a:pt x="135" y="43"/>
                    </a:lnTo>
                    <a:lnTo>
                      <a:pt x="132" y="43"/>
                    </a:lnTo>
                    <a:lnTo>
                      <a:pt x="132" y="43"/>
                    </a:lnTo>
                    <a:lnTo>
                      <a:pt x="132" y="40"/>
                    </a:lnTo>
                    <a:lnTo>
                      <a:pt x="132" y="40"/>
                    </a:lnTo>
                    <a:lnTo>
                      <a:pt x="132" y="40"/>
                    </a:lnTo>
                    <a:lnTo>
                      <a:pt x="132" y="40"/>
                    </a:lnTo>
                    <a:lnTo>
                      <a:pt x="132" y="38"/>
                    </a:lnTo>
                    <a:lnTo>
                      <a:pt x="132" y="38"/>
                    </a:lnTo>
                    <a:lnTo>
                      <a:pt x="135" y="38"/>
                    </a:lnTo>
                    <a:lnTo>
                      <a:pt x="135" y="38"/>
                    </a:lnTo>
                    <a:lnTo>
                      <a:pt x="135" y="38"/>
                    </a:lnTo>
                    <a:lnTo>
                      <a:pt x="137" y="38"/>
                    </a:lnTo>
                    <a:lnTo>
                      <a:pt x="137" y="38"/>
                    </a:lnTo>
                    <a:lnTo>
                      <a:pt x="140" y="38"/>
                    </a:lnTo>
                    <a:lnTo>
                      <a:pt x="140" y="38"/>
                    </a:lnTo>
                    <a:lnTo>
                      <a:pt x="140" y="38"/>
                    </a:lnTo>
                    <a:lnTo>
                      <a:pt x="140" y="36"/>
                    </a:lnTo>
                    <a:lnTo>
                      <a:pt x="140" y="36"/>
                    </a:lnTo>
                    <a:lnTo>
                      <a:pt x="140" y="36"/>
                    </a:lnTo>
                    <a:lnTo>
                      <a:pt x="142" y="36"/>
                    </a:lnTo>
                    <a:lnTo>
                      <a:pt x="142" y="36"/>
                    </a:lnTo>
                    <a:lnTo>
                      <a:pt x="142" y="36"/>
                    </a:lnTo>
                    <a:lnTo>
                      <a:pt x="144" y="36"/>
                    </a:lnTo>
                    <a:lnTo>
                      <a:pt x="144" y="36"/>
                    </a:lnTo>
                    <a:lnTo>
                      <a:pt x="144" y="33"/>
                    </a:lnTo>
                    <a:lnTo>
                      <a:pt x="147" y="33"/>
                    </a:lnTo>
                    <a:lnTo>
                      <a:pt x="147" y="36"/>
                    </a:lnTo>
                    <a:lnTo>
                      <a:pt x="147" y="36"/>
                    </a:lnTo>
                    <a:lnTo>
                      <a:pt x="147" y="33"/>
                    </a:lnTo>
                    <a:lnTo>
                      <a:pt x="147" y="33"/>
                    </a:lnTo>
                    <a:lnTo>
                      <a:pt x="149" y="33"/>
                    </a:lnTo>
                    <a:lnTo>
                      <a:pt x="149" y="33"/>
                    </a:lnTo>
                    <a:lnTo>
                      <a:pt x="149" y="33"/>
                    </a:lnTo>
                    <a:lnTo>
                      <a:pt x="151" y="33"/>
                    </a:lnTo>
                    <a:lnTo>
                      <a:pt x="151" y="33"/>
                    </a:lnTo>
                    <a:lnTo>
                      <a:pt x="154" y="33"/>
                    </a:lnTo>
                    <a:lnTo>
                      <a:pt x="154" y="33"/>
                    </a:lnTo>
                    <a:lnTo>
                      <a:pt x="154" y="33"/>
                    </a:lnTo>
                    <a:lnTo>
                      <a:pt x="151" y="33"/>
                    </a:lnTo>
                    <a:lnTo>
                      <a:pt x="151" y="31"/>
                    </a:lnTo>
                    <a:lnTo>
                      <a:pt x="154" y="31"/>
                    </a:lnTo>
                    <a:lnTo>
                      <a:pt x="154" y="31"/>
                    </a:lnTo>
                    <a:lnTo>
                      <a:pt x="154" y="33"/>
                    </a:lnTo>
                    <a:lnTo>
                      <a:pt x="154" y="33"/>
                    </a:lnTo>
                    <a:lnTo>
                      <a:pt x="156" y="33"/>
                    </a:lnTo>
                    <a:lnTo>
                      <a:pt x="156" y="33"/>
                    </a:lnTo>
                    <a:lnTo>
                      <a:pt x="156" y="31"/>
                    </a:lnTo>
                    <a:lnTo>
                      <a:pt x="159" y="31"/>
                    </a:lnTo>
                    <a:lnTo>
                      <a:pt x="159" y="31"/>
                    </a:lnTo>
                    <a:lnTo>
                      <a:pt x="159" y="31"/>
                    </a:lnTo>
                    <a:lnTo>
                      <a:pt x="159" y="28"/>
                    </a:lnTo>
                    <a:lnTo>
                      <a:pt x="159" y="28"/>
                    </a:lnTo>
                    <a:lnTo>
                      <a:pt x="161" y="28"/>
                    </a:lnTo>
                    <a:lnTo>
                      <a:pt x="161" y="28"/>
                    </a:lnTo>
                    <a:lnTo>
                      <a:pt x="161" y="28"/>
                    </a:lnTo>
                    <a:lnTo>
                      <a:pt x="161" y="28"/>
                    </a:lnTo>
                    <a:lnTo>
                      <a:pt x="163" y="28"/>
                    </a:lnTo>
                    <a:lnTo>
                      <a:pt x="163" y="28"/>
                    </a:lnTo>
                    <a:lnTo>
                      <a:pt x="166" y="28"/>
                    </a:lnTo>
                    <a:lnTo>
                      <a:pt x="166" y="28"/>
                    </a:lnTo>
                    <a:lnTo>
                      <a:pt x="166" y="26"/>
                    </a:lnTo>
                    <a:lnTo>
                      <a:pt x="166" y="26"/>
                    </a:lnTo>
                    <a:lnTo>
                      <a:pt x="168" y="26"/>
                    </a:lnTo>
                    <a:lnTo>
                      <a:pt x="168" y="26"/>
                    </a:lnTo>
                    <a:lnTo>
                      <a:pt x="168" y="26"/>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5" name="Freeform 63"/>
              <p:cNvSpPr>
                <a:spLocks/>
              </p:cNvSpPr>
              <p:nvPr/>
            </p:nvSpPr>
            <p:spPr bwMode="auto">
              <a:xfrm>
                <a:off x="1565" y="1952"/>
                <a:ext cx="7" cy="10"/>
              </a:xfrm>
              <a:custGeom>
                <a:avLst/>
                <a:gdLst/>
                <a:ahLst/>
                <a:cxnLst>
                  <a:cxn ang="0">
                    <a:pos x="2" y="7"/>
                  </a:cxn>
                  <a:cxn ang="0">
                    <a:pos x="2" y="7"/>
                  </a:cxn>
                  <a:cxn ang="0">
                    <a:pos x="2" y="7"/>
                  </a:cxn>
                  <a:cxn ang="0">
                    <a:pos x="2" y="10"/>
                  </a:cxn>
                  <a:cxn ang="0">
                    <a:pos x="2" y="10"/>
                  </a:cxn>
                  <a:cxn ang="0">
                    <a:pos x="2" y="7"/>
                  </a:cxn>
                  <a:cxn ang="0">
                    <a:pos x="0" y="7"/>
                  </a:cxn>
                  <a:cxn ang="0">
                    <a:pos x="0" y="7"/>
                  </a:cxn>
                  <a:cxn ang="0">
                    <a:pos x="0" y="7"/>
                  </a:cxn>
                  <a:cxn ang="0">
                    <a:pos x="0" y="5"/>
                  </a:cxn>
                  <a:cxn ang="0">
                    <a:pos x="0" y="5"/>
                  </a:cxn>
                  <a:cxn ang="0">
                    <a:pos x="0" y="5"/>
                  </a:cxn>
                  <a:cxn ang="0">
                    <a:pos x="2" y="5"/>
                  </a:cxn>
                  <a:cxn ang="0">
                    <a:pos x="2" y="5"/>
                  </a:cxn>
                  <a:cxn ang="0">
                    <a:pos x="2" y="5"/>
                  </a:cxn>
                  <a:cxn ang="0">
                    <a:pos x="2" y="3"/>
                  </a:cxn>
                  <a:cxn ang="0">
                    <a:pos x="2" y="3"/>
                  </a:cxn>
                  <a:cxn ang="0">
                    <a:pos x="2" y="3"/>
                  </a:cxn>
                  <a:cxn ang="0">
                    <a:pos x="4" y="3"/>
                  </a:cxn>
                  <a:cxn ang="0">
                    <a:pos x="4" y="0"/>
                  </a:cxn>
                  <a:cxn ang="0">
                    <a:pos x="4" y="0"/>
                  </a:cxn>
                  <a:cxn ang="0">
                    <a:pos x="4" y="0"/>
                  </a:cxn>
                  <a:cxn ang="0">
                    <a:pos x="7" y="0"/>
                  </a:cxn>
                  <a:cxn ang="0">
                    <a:pos x="7" y="3"/>
                  </a:cxn>
                  <a:cxn ang="0">
                    <a:pos x="7" y="3"/>
                  </a:cxn>
                  <a:cxn ang="0">
                    <a:pos x="4" y="3"/>
                  </a:cxn>
                  <a:cxn ang="0">
                    <a:pos x="4" y="3"/>
                  </a:cxn>
                  <a:cxn ang="0">
                    <a:pos x="4" y="5"/>
                  </a:cxn>
                  <a:cxn ang="0">
                    <a:pos x="4" y="5"/>
                  </a:cxn>
                  <a:cxn ang="0">
                    <a:pos x="4" y="5"/>
                  </a:cxn>
                  <a:cxn ang="0">
                    <a:pos x="2" y="5"/>
                  </a:cxn>
                  <a:cxn ang="0">
                    <a:pos x="2" y="5"/>
                  </a:cxn>
                  <a:cxn ang="0">
                    <a:pos x="2" y="7"/>
                  </a:cxn>
                </a:cxnLst>
                <a:rect l="0" t="0" r="r" b="b"/>
                <a:pathLst>
                  <a:path w="7" h="10">
                    <a:moveTo>
                      <a:pt x="2" y="7"/>
                    </a:moveTo>
                    <a:lnTo>
                      <a:pt x="2" y="7"/>
                    </a:lnTo>
                    <a:lnTo>
                      <a:pt x="2" y="7"/>
                    </a:lnTo>
                    <a:lnTo>
                      <a:pt x="2" y="10"/>
                    </a:lnTo>
                    <a:lnTo>
                      <a:pt x="2" y="10"/>
                    </a:lnTo>
                    <a:lnTo>
                      <a:pt x="2" y="7"/>
                    </a:lnTo>
                    <a:lnTo>
                      <a:pt x="0" y="7"/>
                    </a:lnTo>
                    <a:lnTo>
                      <a:pt x="0" y="7"/>
                    </a:lnTo>
                    <a:lnTo>
                      <a:pt x="0" y="7"/>
                    </a:lnTo>
                    <a:lnTo>
                      <a:pt x="0" y="5"/>
                    </a:lnTo>
                    <a:lnTo>
                      <a:pt x="0" y="5"/>
                    </a:lnTo>
                    <a:lnTo>
                      <a:pt x="0" y="5"/>
                    </a:lnTo>
                    <a:lnTo>
                      <a:pt x="2" y="5"/>
                    </a:lnTo>
                    <a:lnTo>
                      <a:pt x="2" y="5"/>
                    </a:lnTo>
                    <a:lnTo>
                      <a:pt x="2" y="5"/>
                    </a:lnTo>
                    <a:lnTo>
                      <a:pt x="2" y="3"/>
                    </a:lnTo>
                    <a:lnTo>
                      <a:pt x="2" y="3"/>
                    </a:lnTo>
                    <a:lnTo>
                      <a:pt x="2" y="3"/>
                    </a:lnTo>
                    <a:lnTo>
                      <a:pt x="4" y="3"/>
                    </a:lnTo>
                    <a:lnTo>
                      <a:pt x="4" y="0"/>
                    </a:lnTo>
                    <a:lnTo>
                      <a:pt x="4" y="0"/>
                    </a:lnTo>
                    <a:lnTo>
                      <a:pt x="4" y="0"/>
                    </a:lnTo>
                    <a:lnTo>
                      <a:pt x="7" y="0"/>
                    </a:lnTo>
                    <a:lnTo>
                      <a:pt x="7" y="3"/>
                    </a:lnTo>
                    <a:lnTo>
                      <a:pt x="7" y="3"/>
                    </a:lnTo>
                    <a:lnTo>
                      <a:pt x="4" y="3"/>
                    </a:lnTo>
                    <a:lnTo>
                      <a:pt x="4" y="3"/>
                    </a:lnTo>
                    <a:lnTo>
                      <a:pt x="4" y="5"/>
                    </a:lnTo>
                    <a:lnTo>
                      <a:pt x="4" y="5"/>
                    </a:lnTo>
                    <a:lnTo>
                      <a:pt x="4" y="5"/>
                    </a:lnTo>
                    <a:lnTo>
                      <a:pt x="2" y="5"/>
                    </a:lnTo>
                    <a:lnTo>
                      <a:pt x="2" y="5"/>
                    </a:lnTo>
                    <a:lnTo>
                      <a:pt x="2" y="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6" name="Freeform 64"/>
              <p:cNvSpPr>
                <a:spLocks/>
              </p:cNvSpPr>
              <p:nvPr/>
            </p:nvSpPr>
            <p:spPr bwMode="auto">
              <a:xfrm>
                <a:off x="1565" y="1952"/>
                <a:ext cx="7" cy="10"/>
              </a:xfrm>
              <a:custGeom>
                <a:avLst/>
                <a:gdLst/>
                <a:ahLst/>
                <a:cxnLst>
                  <a:cxn ang="0">
                    <a:pos x="2" y="7"/>
                  </a:cxn>
                  <a:cxn ang="0">
                    <a:pos x="2" y="7"/>
                  </a:cxn>
                  <a:cxn ang="0">
                    <a:pos x="2" y="7"/>
                  </a:cxn>
                  <a:cxn ang="0">
                    <a:pos x="2" y="10"/>
                  </a:cxn>
                  <a:cxn ang="0">
                    <a:pos x="2" y="10"/>
                  </a:cxn>
                  <a:cxn ang="0">
                    <a:pos x="2" y="7"/>
                  </a:cxn>
                  <a:cxn ang="0">
                    <a:pos x="0" y="7"/>
                  </a:cxn>
                  <a:cxn ang="0">
                    <a:pos x="0" y="7"/>
                  </a:cxn>
                  <a:cxn ang="0">
                    <a:pos x="0" y="7"/>
                  </a:cxn>
                  <a:cxn ang="0">
                    <a:pos x="0" y="5"/>
                  </a:cxn>
                  <a:cxn ang="0">
                    <a:pos x="0" y="5"/>
                  </a:cxn>
                  <a:cxn ang="0">
                    <a:pos x="0" y="5"/>
                  </a:cxn>
                  <a:cxn ang="0">
                    <a:pos x="2" y="5"/>
                  </a:cxn>
                  <a:cxn ang="0">
                    <a:pos x="2" y="5"/>
                  </a:cxn>
                  <a:cxn ang="0">
                    <a:pos x="2" y="5"/>
                  </a:cxn>
                  <a:cxn ang="0">
                    <a:pos x="2" y="3"/>
                  </a:cxn>
                  <a:cxn ang="0">
                    <a:pos x="2" y="3"/>
                  </a:cxn>
                  <a:cxn ang="0">
                    <a:pos x="2" y="3"/>
                  </a:cxn>
                  <a:cxn ang="0">
                    <a:pos x="4" y="3"/>
                  </a:cxn>
                  <a:cxn ang="0">
                    <a:pos x="4" y="0"/>
                  </a:cxn>
                  <a:cxn ang="0">
                    <a:pos x="4" y="0"/>
                  </a:cxn>
                  <a:cxn ang="0">
                    <a:pos x="4" y="0"/>
                  </a:cxn>
                  <a:cxn ang="0">
                    <a:pos x="7" y="0"/>
                  </a:cxn>
                  <a:cxn ang="0">
                    <a:pos x="7" y="3"/>
                  </a:cxn>
                  <a:cxn ang="0">
                    <a:pos x="7" y="3"/>
                  </a:cxn>
                  <a:cxn ang="0">
                    <a:pos x="4" y="3"/>
                  </a:cxn>
                  <a:cxn ang="0">
                    <a:pos x="4" y="3"/>
                  </a:cxn>
                  <a:cxn ang="0">
                    <a:pos x="4" y="5"/>
                  </a:cxn>
                  <a:cxn ang="0">
                    <a:pos x="4" y="5"/>
                  </a:cxn>
                  <a:cxn ang="0">
                    <a:pos x="4" y="5"/>
                  </a:cxn>
                  <a:cxn ang="0">
                    <a:pos x="2" y="5"/>
                  </a:cxn>
                  <a:cxn ang="0">
                    <a:pos x="2" y="5"/>
                  </a:cxn>
                  <a:cxn ang="0">
                    <a:pos x="2" y="7"/>
                  </a:cxn>
                </a:cxnLst>
                <a:rect l="0" t="0" r="r" b="b"/>
                <a:pathLst>
                  <a:path w="7" h="10">
                    <a:moveTo>
                      <a:pt x="2" y="7"/>
                    </a:moveTo>
                    <a:lnTo>
                      <a:pt x="2" y="7"/>
                    </a:lnTo>
                    <a:lnTo>
                      <a:pt x="2" y="7"/>
                    </a:lnTo>
                    <a:lnTo>
                      <a:pt x="2" y="10"/>
                    </a:lnTo>
                    <a:lnTo>
                      <a:pt x="2" y="10"/>
                    </a:lnTo>
                    <a:lnTo>
                      <a:pt x="2" y="7"/>
                    </a:lnTo>
                    <a:lnTo>
                      <a:pt x="0" y="7"/>
                    </a:lnTo>
                    <a:lnTo>
                      <a:pt x="0" y="7"/>
                    </a:lnTo>
                    <a:lnTo>
                      <a:pt x="0" y="7"/>
                    </a:lnTo>
                    <a:lnTo>
                      <a:pt x="0" y="5"/>
                    </a:lnTo>
                    <a:lnTo>
                      <a:pt x="0" y="5"/>
                    </a:lnTo>
                    <a:lnTo>
                      <a:pt x="0" y="5"/>
                    </a:lnTo>
                    <a:lnTo>
                      <a:pt x="2" y="5"/>
                    </a:lnTo>
                    <a:lnTo>
                      <a:pt x="2" y="5"/>
                    </a:lnTo>
                    <a:lnTo>
                      <a:pt x="2" y="5"/>
                    </a:lnTo>
                    <a:lnTo>
                      <a:pt x="2" y="3"/>
                    </a:lnTo>
                    <a:lnTo>
                      <a:pt x="2" y="3"/>
                    </a:lnTo>
                    <a:lnTo>
                      <a:pt x="2" y="3"/>
                    </a:lnTo>
                    <a:lnTo>
                      <a:pt x="4" y="3"/>
                    </a:lnTo>
                    <a:lnTo>
                      <a:pt x="4" y="0"/>
                    </a:lnTo>
                    <a:lnTo>
                      <a:pt x="4" y="0"/>
                    </a:lnTo>
                    <a:lnTo>
                      <a:pt x="4" y="0"/>
                    </a:lnTo>
                    <a:lnTo>
                      <a:pt x="7" y="0"/>
                    </a:lnTo>
                    <a:lnTo>
                      <a:pt x="7" y="3"/>
                    </a:lnTo>
                    <a:lnTo>
                      <a:pt x="7" y="3"/>
                    </a:lnTo>
                    <a:lnTo>
                      <a:pt x="4" y="3"/>
                    </a:lnTo>
                    <a:lnTo>
                      <a:pt x="4" y="3"/>
                    </a:lnTo>
                    <a:lnTo>
                      <a:pt x="4" y="5"/>
                    </a:lnTo>
                    <a:lnTo>
                      <a:pt x="4" y="5"/>
                    </a:lnTo>
                    <a:lnTo>
                      <a:pt x="4" y="5"/>
                    </a:lnTo>
                    <a:lnTo>
                      <a:pt x="2" y="5"/>
                    </a:lnTo>
                    <a:lnTo>
                      <a:pt x="2" y="5"/>
                    </a:lnTo>
                    <a:lnTo>
                      <a:pt x="2" y="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7" name="Freeform 65"/>
              <p:cNvSpPr>
                <a:spLocks/>
              </p:cNvSpPr>
              <p:nvPr/>
            </p:nvSpPr>
            <p:spPr bwMode="auto">
              <a:xfrm>
                <a:off x="1579" y="1928"/>
                <a:ext cx="14" cy="31"/>
              </a:xfrm>
              <a:custGeom>
                <a:avLst/>
                <a:gdLst/>
                <a:ahLst/>
                <a:cxnLst>
                  <a:cxn ang="0">
                    <a:pos x="9" y="0"/>
                  </a:cxn>
                  <a:cxn ang="0">
                    <a:pos x="9" y="0"/>
                  </a:cxn>
                  <a:cxn ang="0">
                    <a:pos x="12" y="3"/>
                  </a:cxn>
                  <a:cxn ang="0">
                    <a:pos x="12" y="3"/>
                  </a:cxn>
                  <a:cxn ang="0">
                    <a:pos x="14" y="3"/>
                  </a:cxn>
                  <a:cxn ang="0">
                    <a:pos x="14" y="5"/>
                  </a:cxn>
                  <a:cxn ang="0">
                    <a:pos x="14" y="8"/>
                  </a:cxn>
                  <a:cxn ang="0">
                    <a:pos x="14" y="10"/>
                  </a:cxn>
                  <a:cxn ang="0">
                    <a:pos x="14" y="10"/>
                  </a:cxn>
                  <a:cxn ang="0">
                    <a:pos x="14" y="12"/>
                  </a:cxn>
                  <a:cxn ang="0">
                    <a:pos x="14" y="15"/>
                  </a:cxn>
                  <a:cxn ang="0">
                    <a:pos x="14" y="17"/>
                  </a:cxn>
                  <a:cxn ang="0">
                    <a:pos x="14" y="19"/>
                  </a:cxn>
                  <a:cxn ang="0">
                    <a:pos x="14" y="19"/>
                  </a:cxn>
                  <a:cxn ang="0">
                    <a:pos x="12" y="22"/>
                  </a:cxn>
                  <a:cxn ang="0">
                    <a:pos x="12" y="22"/>
                  </a:cxn>
                  <a:cxn ang="0">
                    <a:pos x="12" y="24"/>
                  </a:cxn>
                  <a:cxn ang="0">
                    <a:pos x="12" y="24"/>
                  </a:cxn>
                  <a:cxn ang="0">
                    <a:pos x="12" y="27"/>
                  </a:cxn>
                  <a:cxn ang="0">
                    <a:pos x="9" y="27"/>
                  </a:cxn>
                  <a:cxn ang="0">
                    <a:pos x="9" y="29"/>
                  </a:cxn>
                  <a:cxn ang="0">
                    <a:pos x="9" y="29"/>
                  </a:cxn>
                  <a:cxn ang="0">
                    <a:pos x="7" y="29"/>
                  </a:cxn>
                  <a:cxn ang="0">
                    <a:pos x="5" y="29"/>
                  </a:cxn>
                  <a:cxn ang="0">
                    <a:pos x="5" y="31"/>
                  </a:cxn>
                  <a:cxn ang="0">
                    <a:pos x="5" y="29"/>
                  </a:cxn>
                  <a:cxn ang="0">
                    <a:pos x="2" y="29"/>
                  </a:cxn>
                  <a:cxn ang="0">
                    <a:pos x="2" y="31"/>
                  </a:cxn>
                  <a:cxn ang="0">
                    <a:pos x="0" y="29"/>
                  </a:cxn>
                  <a:cxn ang="0">
                    <a:pos x="0" y="29"/>
                  </a:cxn>
                  <a:cxn ang="0">
                    <a:pos x="0" y="29"/>
                  </a:cxn>
                  <a:cxn ang="0">
                    <a:pos x="2" y="27"/>
                  </a:cxn>
                  <a:cxn ang="0">
                    <a:pos x="2" y="24"/>
                  </a:cxn>
                  <a:cxn ang="0">
                    <a:pos x="2" y="24"/>
                  </a:cxn>
                  <a:cxn ang="0">
                    <a:pos x="2" y="22"/>
                  </a:cxn>
                  <a:cxn ang="0">
                    <a:pos x="5" y="22"/>
                  </a:cxn>
                  <a:cxn ang="0">
                    <a:pos x="5" y="22"/>
                  </a:cxn>
                  <a:cxn ang="0">
                    <a:pos x="7" y="19"/>
                  </a:cxn>
                  <a:cxn ang="0">
                    <a:pos x="7" y="19"/>
                  </a:cxn>
                  <a:cxn ang="0">
                    <a:pos x="5" y="19"/>
                  </a:cxn>
                  <a:cxn ang="0">
                    <a:pos x="5" y="19"/>
                  </a:cxn>
                  <a:cxn ang="0">
                    <a:pos x="2" y="19"/>
                  </a:cxn>
                  <a:cxn ang="0">
                    <a:pos x="2" y="19"/>
                  </a:cxn>
                  <a:cxn ang="0">
                    <a:pos x="2" y="19"/>
                  </a:cxn>
                  <a:cxn ang="0">
                    <a:pos x="2" y="17"/>
                  </a:cxn>
                  <a:cxn ang="0">
                    <a:pos x="2" y="17"/>
                  </a:cxn>
                  <a:cxn ang="0">
                    <a:pos x="2" y="15"/>
                  </a:cxn>
                  <a:cxn ang="0">
                    <a:pos x="2" y="12"/>
                  </a:cxn>
                  <a:cxn ang="0">
                    <a:pos x="2" y="10"/>
                  </a:cxn>
                  <a:cxn ang="0">
                    <a:pos x="2" y="10"/>
                  </a:cxn>
                  <a:cxn ang="0">
                    <a:pos x="2" y="8"/>
                  </a:cxn>
                  <a:cxn ang="0">
                    <a:pos x="2" y="8"/>
                  </a:cxn>
                  <a:cxn ang="0">
                    <a:pos x="2" y="5"/>
                  </a:cxn>
                  <a:cxn ang="0">
                    <a:pos x="5" y="5"/>
                  </a:cxn>
                  <a:cxn ang="0">
                    <a:pos x="5" y="3"/>
                  </a:cxn>
                  <a:cxn ang="0">
                    <a:pos x="5" y="0"/>
                  </a:cxn>
                  <a:cxn ang="0">
                    <a:pos x="7" y="0"/>
                  </a:cxn>
                  <a:cxn ang="0">
                    <a:pos x="7" y="0"/>
                  </a:cxn>
                </a:cxnLst>
                <a:rect l="0" t="0" r="r" b="b"/>
                <a:pathLst>
                  <a:path w="14" h="31">
                    <a:moveTo>
                      <a:pt x="9" y="0"/>
                    </a:moveTo>
                    <a:lnTo>
                      <a:pt x="9" y="0"/>
                    </a:lnTo>
                    <a:lnTo>
                      <a:pt x="9" y="0"/>
                    </a:lnTo>
                    <a:lnTo>
                      <a:pt x="9" y="0"/>
                    </a:lnTo>
                    <a:lnTo>
                      <a:pt x="12" y="0"/>
                    </a:lnTo>
                    <a:lnTo>
                      <a:pt x="12" y="3"/>
                    </a:lnTo>
                    <a:lnTo>
                      <a:pt x="12" y="3"/>
                    </a:lnTo>
                    <a:lnTo>
                      <a:pt x="12" y="3"/>
                    </a:lnTo>
                    <a:lnTo>
                      <a:pt x="12" y="3"/>
                    </a:lnTo>
                    <a:lnTo>
                      <a:pt x="14" y="3"/>
                    </a:lnTo>
                    <a:lnTo>
                      <a:pt x="14" y="5"/>
                    </a:lnTo>
                    <a:lnTo>
                      <a:pt x="14" y="5"/>
                    </a:lnTo>
                    <a:lnTo>
                      <a:pt x="14" y="5"/>
                    </a:lnTo>
                    <a:lnTo>
                      <a:pt x="14" y="8"/>
                    </a:lnTo>
                    <a:lnTo>
                      <a:pt x="14" y="8"/>
                    </a:lnTo>
                    <a:lnTo>
                      <a:pt x="14" y="10"/>
                    </a:lnTo>
                    <a:lnTo>
                      <a:pt x="14" y="10"/>
                    </a:lnTo>
                    <a:lnTo>
                      <a:pt x="14" y="10"/>
                    </a:lnTo>
                    <a:lnTo>
                      <a:pt x="14" y="10"/>
                    </a:lnTo>
                    <a:lnTo>
                      <a:pt x="14" y="12"/>
                    </a:lnTo>
                    <a:lnTo>
                      <a:pt x="14" y="12"/>
                    </a:lnTo>
                    <a:lnTo>
                      <a:pt x="14" y="15"/>
                    </a:lnTo>
                    <a:lnTo>
                      <a:pt x="14" y="15"/>
                    </a:lnTo>
                    <a:lnTo>
                      <a:pt x="14" y="17"/>
                    </a:lnTo>
                    <a:lnTo>
                      <a:pt x="14" y="17"/>
                    </a:lnTo>
                    <a:lnTo>
                      <a:pt x="14" y="19"/>
                    </a:lnTo>
                    <a:lnTo>
                      <a:pt x="14" y="19"/>
                    </a:lnTo>
                    <a:lnTo>
                      <a:pt x="14" y="19"/>
                    </a:lnTo>
                    <a:lnTo>
                      <a:pt x="12" y="19"/>
                    </a:lnTo>
                    <a:lnTo>
                      <a:pt x="12" y="22"/>
                    </a:lnTo>
                    <a:lnTo>
                      <a:pt x="12" y="22"/>
                    </a:lnTo>
                    <a:lnTo>
                      <a:pt x="12" y="22"/>
                    </a:lnTo>
                    <a:lnTo>
                      <a:pt x="12" y="24"/>
                    </a:lnTo>
                    <a:lnTo>
                      <a:pt x="12" y="24"/>
                    </a:lnTo>
                    <a:lnTo>
                      <a:pt x="12" y="24"/>
                    </a:lnTo>
                    <a:lnTo>
                      <a:pt x="12" y="24"/>
                    </a:lnTo>
                    <a:lnTo>
                      <a:pt x="12" y="27"/>
                    </a:lnTo>
                    <a:lnTo>
                      <a:pt x="12" y="27"/>
                    </a:lnTo>
                    <a:lnTo>
                      <a:pt x="12" y="27"/>
                    </a:lnTo>
                    <a:lnTo>
                      <a:pt x="9" y="27"/>
                    </a:lnTo>
                    <a:lnTo>
                      <a:pt x="9" y="29"/>
                    </a:lnTo>
                    <a:lnTo>
                      <a:pt x="9" y="29"/>
                    </a:lnTo>
                    <a:lnTo>
                      <a:pt x="9" y="29"/>
                    </a:lnTo>
                    <a:lnTo>
                      <a:pt x="9" y="29"/>
                    </a:lnTo>
                    <a:lnTo>
                      <a:pt x="7" y="29"/>
                    </a:lnTo>
                    <a:lnTo>
                      <a:pt x="7" y="29"/>
                    </a:lnTo>
                    <a:lnTo>
                      <a:pt x="7" y="29"/>
                    </a:lnTo>
                    <a:lnTo>
                      <a:pt x="5" y="29"/>
                    </a:lnTo>
                    <a:lnTo>
                      <a:pt x="5" y="29"/>
                    </a:lnTo>
                    <a:lnTo>
                      <a:pt x="5" y="31"/>
                    </a:lnTo>
                    <a:lnTo>
                      <a:pt x="5" y="31"/>
                    </a:lnTo>
                    <a:lnTo>
                      <a:pt x="5" y="29"/>
                    </a:lnTo>
                    <a:lnTo>
                      <a:pt x="2" y="29"/>
                    </a:lnTo>
                    <a:lnTo>
                      <a:pt x="2" y="29"/>
                    </a:lnTo>
                    <a:lnTo>
                      <a:pt x="2" y="31"/>
                    </a:lnTo>
                    <a:lnTo>
                      <a:pt x="2" y="31"/>
                    </a:lnTo>
                    <a:lnTo>
                      <a:pt x="0" y="31"/>
                    </a:lnTo>
                    <a:lnTo>
                      <a:pt x="0" y="29"/>
                    </a:lnTo>
                    <a:lnTo>
                      <a:pt x="0" y="29"/>
                    </a:lnTo>
                    <a:lnTo>
                      <a:pt x="0" y="29"/>
                    </a:lnTo>
                    <a:lnTo>
                      <a:pt x="0" y="29"/>
                    </a:lnTo>
                    <a:lnTo>
                      <a:pt x="0" y="29"/>
                    </a:lnTo>
                    <a:lnTo>
                      <a:pt x="2" y="29"/>
                    </a:lnTo>
                    <a:lnTo>
                      <a:pt x="2" y="27"/>
                    </a:lnTo>
                    <a:lnTo>
                      <a:pt x="2" y="27"/>
                    </a:lnTo>
                    <a:lnTo>
                      <a:pt x="2" y="24"/>
                    </a:lnTo>
                    <a:lnTo>
                      <a:pt x="2" y="24"/>
                    </a:lnTo>
                    <a:lnTo>
                      <a:pt x="2" y="24"/>
                    </a:lnTo>
                    <a:lnTo>
                      <a:pt x="2" y="22"/>
                    </a:lnTo>
                    <a:lnTo>
                      <a:pt x="2" y="22"/>
                    </a:lnTo>
                    <a:lnTo>
                      <a:pt x="5" y="22"/>
                    </a:lnTo>
                    <a:lnTo>
                      <a:pt x="5" y="22"/>
                    </a:lnTo>
                    <a:lnTo>
                      <a:pt x="5" y="22"/>
                    </a:lnTo>
                    <a:lnTo>
                      <a:pt x="5" y="22"/>
                    </a:lnTo>
                    <a:lnTo>
                      <a:pt x="5" y="19"/>
                    </a:lnTo>
                    <a:lnTo>
                      <a:pt x="7" y="19"/>
                    </a:lnTo>
                    <a:lnTo>
                      <a:pt x="7" y="19"/>
                    </a:lnTo>
                    <a:lnTo>
                      <a:pt x="7" y="19"/>
                    </a:lnTo>
                    <a:lnTo>
                      <a:pt x="7" y="19"/>
                    </a:lnTo>
                    <a:lnTo>
                      <a:pt x="5" y="19"/>
                    </a:lnTo>
                    <a:lnTo>
                      <a:pt x="5" y="19"/>
                    </a:lnTo>
                    <a:lnTo>
                      <a:pt x="5" y="19"/>
                    </a:lnTo>
                    <a:lnTo>
                      <a:pt x="5" y="19"/>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2"/>
                    </a:lnTo>
                    <a:lnTo>
                      <a:pt x="2" y="12"/>
                    </a:lnTo>
                    <a:lnTo>
                      <a:pt x="2" y="10"/>
                    </a:lnTo>
                    <a:lnTo>
                      <a:pt x="2" y="10"/>
                    </a:lnTo>
                    <a:lnTo>
                      <a:pt x="2" y="10"/>
                    </a:lnTo>
                    <a:lnTo>
                      <a:pt x="2" y="10"/>
                    </a:lnTo>
                    <a:lnTo>
                      <a:pt x="2" y="8"/>
                    </a:lnTo>
                    <a:lnTo>
                      <a:pt x="2" y="8"/>
                    </a:lnTo>
                    <a:lnTo>
                      <a:pt x="2" y="8"/>
                    </a:lnTo>
                    <a:lnTo>
                      <a:pt x="2" y="5"/>
                    </a:lnTo>
                    <a:lnTo>
                      <a:pt x="2" y="5"/>
                    </a:lnTo>
                    <a:lnTo>
                      <a:pt x="2" y="5"/>
                    </a:lnTo>
                    <a:lnTo>
                      <a:pt x="5" y="5"/>
                    </a:lnTo>
                    <a:lnTo>
                      <a:pt x="5" y="3"/>
                    </a:lnTo>
                    <a:lnTo>
                      <a:pt x="5" y="3"/>
                    </a:lnTo>
                    <a:lnTo>
                      <a:pt x="5" y="0"/>
                    </a:lnTo>
                    <a:lnTo>
                      <a:pt x="5" y="0"/>
                    </a:lnTo>
                    <a:lnTo>
                      <a:pt x="5" y="0"/>
                    </a:lnTo>
                    <a:lnTo>
                      <a:pt x="7" y="0"/>
                    </a:lnTo>
                    <a:lnTo>
                      <a:pt x="7" y="0"/>
                    </a:lnTo>
                    <a:lnTo>
                      <a:pt x="7" y="0"/>
                    </a:lnTo>
                    <a:lnTo>
                      <a:pt x="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8" name="Freeform 66"/>
              <p:cNvSpPr>
                <a:spLocks/>
              </p:cNvSpPr>
              <p:nvPr/>
            </p:nvSpPr>
            <p:spPr bwMode="auto">
              <a:xfrm>
                <a:off x="1579" y="1928"/>
                <a:ext cx="14" cy="31"/>
              </a:xfrm>
              <a:custGeom>
                <a:avLst/>
                <a:gdLst/>
                <a:ahLst/>
                <a:cxnLst>
                  <a:cxn ang="0">
                    <a:pos x="9" y="0"/>
                  </a:cxn>
                  <a:cxn ang="0">
                    <a:pos x="9" y="0"/>
                  </a:cxn>
                  <a:cxn ang="0">
                    <a:pos x="12" y="3"/>
                  </a:cxn>
                  <a:cxn ang="0">
                    <a:pos x="12" y="3"/>
                  </a:cxn>
                  <a:cxn ang="0">
                    <a:pos x="14" y="3"/>
                  </a:cxn>
                  <a:cxn ang="0">
                    <a:pos x="14" y="5"/>
                  </a:cxn>
                  <a:cxn ang="0">
                    <a:pos x="14" y="8"/>
                  </a:cxn>
                  <a:cxn ang="0">
                    <a:pos x="14" y="10"/>
                  </a:cxn>
                  <a:cxn ang="0">
                    <a:pos x="14" y="10"/>
                  </a:cxn>
                  <a:cxn ang="0">
                    <a:pos x="14" y="12"/>
                  </a:cxn>
                  <a:cxn ang="0">
                    <a:pos x="14" y="15"/>
                  </a:cxn>
                  <a:cxn ang="0">
                    <a:pos x="14" y="17"/>
                  </a:cxn>
                  <a:cxn ang="0">
                    <a:pos x="14" y="19"/>
                  </a:cxn>
                  <a:cxn ang="0">
                    <a:pos x="14" y="19"/>
                  </a:cxn>
                  <a:cxn ang="0">
                    <a:pos x="12" y="22"/>
                  </a:cxn>
                  <a:cxn ang="0">
                    <a:pos x="12" y="22"/>
                  </a:cxn>
                  <a:cxn ang="0">
                    <a:pos x="12" y="24"/>
                  </a:cxn>
                  <a:cxn ang="0">
                    <a:pos x="12" y="24"/>
                  </a:cxn>
                  <a:cxn ang="0">
                    <a:pos x="12" y="27"/>
                  </a:cxn>
                  <a:cxn ang="0">
                    <a:pos x="9" y="27"/>
                  </a:cxn>
                  <a:cxn ang="0">
                    <a:pos x="9" y="29"/>
                  </a:cxn>
                  <a:cxn ang="0">
                    <a:pos x="9" y="29"/>
                  </a:cxn>
                  <a:cxn ang="0">
                    <a:pos x="7" y="29"/>
                  </a:cxn>
                  <a:cxn ang="0">
                    <a:pos x="5" y="29"/>
                  </a:cxn>
                  <a:cxn ang="0">
                    <a:pos x="5" y="31"/>
                  </a:cxn>
                  <a:cxn ang="0">
                    <a:pos x="5" y="29"/>
                  </a:cxn>
                  <a:cxn ang="0">
                    <a:pos x="2" y="29"/>
                  </a:cxn>
                  <a:cxn ang="0">
                    <a:pos x="2" y="31"/>
                  </a:cxn>
                  <a:cxn ang="0">
                    <a:pos x="0" y="29"/>
                  </a:cxn>
                  <a:cxn ang="0">
                    <a:pos x="0" y="29"/>
                  </a:cxn>
                  <a:cxn ang="0">
                    <a:pos x="0" y="29"/>
                  </a:cxn>
                  <a:cxn ang="0">
                    <a:pos x="2" y="27"/>
                  </a:cxn>
                  <a:cxn ang="0">
                    <a:pos x="2" y="24"/>
                  </a:cxn>
                  <a:cxn ang="0">
                    <a:pos x="2" y="24"/>
                  </a:cxn>
                  <a:cxn ang="0">
                    <a:pos x="2" y="22"/>
                  </a:cxn>
                  <a:cxn ang="0">
                    <a:pos x="5" y="22"/>
                  </a:cxn>
                  <a:cxn ang="0">
                    <a:pos x="5" y="22"/>
                  </a:cxn>
                  <a:cxn ang="0">
                    <a:pos x="7" y="19"/>
                  </a:cxn>
                  <a:cxn ang="0">
                    <a:pos x="7" y="19"/>
                  </a:cxn>
                  <a:cxn ang="0">
                    <a:pos x="5" y="19"/>
                  </a:cxn>
                  <a:cxn ang="0">
                    <a:pos x="5" y="19"/>
                  </a:cxn>
                  <a:cxn ang="0">
                    <a:pos x="2" y="19"/>
                  </a:cxn>
                  <a:cxn ang="0">
                    <a:pos x="2" y="19"/>
                  </a:cxn>
                  <a:cxn ang="0">
                    <a:pos x="2" y="19"/>
                  </a:cxn>
                  <a:cxn ang="0">
                    <a:pos x="2" y="17"/>
                  </a:cxn>
                  <a:cxn ang="0">
                    <a:pos x="2" y="17"/>
                  </a:cxn>
                  <a:cxn ang="0">
                    <a:pos x="2" y="15"/>
                  </a:cxn>
                  <a:cxn ang="0">
                    <a:pos x="2" y="12"/>
                  </a:cxn>
                  <a:cxn ang="0">
                    <a:pos x="2" y="10"/>
                  </a:cxn>
                  <a:cxn ang="0">
                    <a:pos x="2" y="10"/>
                  </a:cxn>
                  <a:cxn ang="0">
                    <a:pos x="2" y="8"/>
                  </a:cxn>
                  <a:cxn ang="0">
                    <a:pos x="2" y="8"/>
                  </a:cxn>
                  <a:cxn ang="0">
                    <a:pos x="2" y="5"/>
                  </a:cxn>
                  <a:cxn ang="0">
                    <a:pos x="5" y="5"/>
                  </a:cxn>
                  <a:cxn ang="0">
                    <a:pos x="5" y="3"/>
                  </a:cxn>
                  <a:cxn ang="0">
                    <a:pos x="5" y="0"/>
                  </a:cxn>
                  <a:cxn ang="0">
                    <a:pos x="7" y="0"/>
                  </a:cxn>
                  <a:cxn ang="0">
                    <a:pos x="7" y="0"/>
                  </a:cxn>
                </a:cxnLst>
                <a:rect l="0" t="0" r="r" b="b"/>
                <a:pathLst>
                  <a:path w="14" h="31">
                    <a:moveTo>
                      <a:pt x="9" y="0"/>
                    </a:moveTo>
                    <a:lnTo>
                      <a:pt x="9" y="0"/>
                    </a:lnTo>
                    <a:lnTo>
                      <a:pt x="9" y="0"/>
                    </a:lnTo>
                    <a:lnTo>
                      <a:pt x="9" y="0"/>
                    </a:lnTo>
                    <a:lnTo>
                      <a:pt x="12" y="0"/>
                    </a:lnTo>
                    <a:lnTo>
                      <a:pt x="12" y="3"/>
                    </a:lnTo>
                    <a:lnTo>
                      <a:pt x="12" y="3"/>
                    </a:lnTo>
                    <a:lnTo>
                      <a:pt x="12" y="3"/>
                    </a:lnTo>
                    <a:lnTo>
                      <a:pt x="12" y="3"/>
                    </a:lnTo>
                    <a:lnTo>
                      <a:pt x="14" y="3"/>
                    </a:lnTo>
                    <a:lnTo>
                      <a:pt x="14" y="5"/>
                    </a:lnTo>
                    <a:lnTo>
                      <a:pt x="14" y="5"/>
                    </a:lnTo>
                    <a:lnTo>
                      <a:pt x="14" y="5"/>
                    </a:lnTo>
                    <a:lnTo>
                      <a:pt x="14" y="8"/>
                    </a:lnTo>
                    <a:lnTo>
                      <a:pt x="14" y="8"/>
                    </a:lnTo>
                    <a:lnTo>
                      <a:pt x="14" y="10"/>
                    </a:lnTo>
                    <a:lnTo>
                      <a:pt x="14" y="10"/>
                    </a:lnTo>
                    <a:lnTo>
                      <a:pt x="14" y="10"/>
                    </a:lnTo>
                    <a:lnTo>
                      <a:pt x="14" y="10"/>
                    </a:lnTo>
                    <a:lnTo>
                      <a:pt x="14" y="12"/>
                    </a:lnTo>
                    <a:lnTo>
                      <a:pt x="14" y="12"/>
                    </a:lnTo>
                    <a:lnTo>
                      <a:pt x="14" y="15"/>
                    </a:lnTo>
                    <a:lnTo>
                      <a:pt x="14" y="15"/>
                    </a:lnTo>
                    <a:lnTo>
                      <a:pt x="14" y="17"/>
                    </a:lnTo>
                    <a:lnTo>
                      <a:pt x="14" y="17"/>
                    </a:lnTo>
                    <a:lnTo>
                      <a:pt x="14" y="19"/>
                    </a:lnTo>
                    <a:lnTo>
                      <a:pt x="14" y="19"/>
                    </a:lnTo>
                    <a:lnTo>
                      <a:pt x="14" y="19"/>
                    </a:lnTo>
                    <a:lnTo>
                      <a:pt x="12" y="19"/>
                    </a:lnTo>
                    <a:lnTo>
                      <a:pt x="12" y="22"/>
                    </a:lnTo>
                    <a:lnTo>
                      <a:pt x="12" y="22"/>
                    </a:lnTo>
                    <a:lnTo>
                      <a:pt x="12" y="22"/>
                    </a:lnTo>
                    <a:lnTo>
                      <a:pt x="12" y="24"/>
                    </a:lnTo>
                    <a:lnTo>
                      <a:pt x="12" y="24"/>
                    </a:lnTo>
                    <a:lnTo>
                      <a:pt x="12" y="24"/>
                    </a:lnTo>
                    <a:lnTo>
                      <a:pt x="12" y="24"/>
                    </a:lnTo>
                    <a:lnTo>
                      <a:pt x="12" y="27"/>
                    </a:lnTo>
                    <a:lnTo>
                      <a:pt x="12" y="27"/>
                    </a:lnTo>
                    <a:lnTo>
                      <a:pt x="12" y="27"/>
                    </a:lnTo>
                    <a:lnTo>
                      <a:pt x="9" y="27"/>
                    </a:lnTo>
                    <a:lnTo>
                      <a:pt x="9" y="29"/>
                    </a:lnTo>
                    <a:lnTo>
                      <a:pt x="9" y="29"/>
                    </a:lnTo>
                    <a:lnTo>
                      <a:pt x="9" y="29"/>
                    </a:lnTo>
                    <a:lnTo>
                      <a:pt x="9" y="29"/>
                    </a:lnTo>
                    <a:lnTo>
                      <a:pt x="7" y="29"/>
                    </a:lnTo>
                    <a:lnTo>
                      <a:pt x="7" y="29"/>
                    </a:lnTo>
                    <a:lnTo>
                      <a:pt x="7" y="29"/>
                    </a:lnTo>
                    <a:lnTo>
                      <a:pt x="5" y="29"/>
                    </a:lnTo>
                    <a:lnTo>
                      <a:pt x="5" y="29"/>
                    </a:lnTo>
                    <a:lnTo>
                      <a:pt x="5" y="31"/>
                    </a:lnTo>
                    <a:lnTo>
                      <a:pt x="5" y="31"/>
                    </a:lnTo>
                    <a:lnTo>
                      <a:pt x="5" y="29"/>
                    </a:lnTo>
                    <a:lnTo>
                      <a:pt x="2" y="29"/>
                    </a:lnTo>
                    <a:lnTo>
                      <a:pt x="2" y="29"/>
                    </a:lnTo>
                    <a:lnTo>
                      <a:pt x="2" y="31"/>
                    </a:lnTo>
                    <a:lnTo>
                      <a:pt x="2" y="31"/>
                    </a:lnTo>
                    <a:lnTo>
                      <a:pt x="0" y="31"/>
                    </a:lnTo>
                    <a:lnTo>
                      <a:pt x="0" y="29"/>
                    </a:lnTo>
                    <a:lnTo>
                      <a:pt x="0" y="29"/>
                    </a:lnTo>
                    <a:lnTo>
                      <a:pt x="0" y="29"/>
                    </a:lnTo>
                    <a:lnTo>
                      <a:pt x="0" y="29"/>
                    </a:lnTo>
                    <a:lnTo>
                      <a:pt x="0" y="29"/>
                    </a:lnTo>
                    <a:lnTo>
                      <a:pt x="2" y="29"/>
                    </a:lnTo>
                    <a:lnTo>
                      <a:pt x="2" y="27"/>
                    </a:lnTo>
                    <a:lnTo>
                      <a:pt x="2" y="27"/>
                    </a:lnTo>
                    <a:lnTo>
                      <a:pt x="2" y="24"/>
                    </a:lnTo>
                    <a:lnTo>
                      <a:pt x="2" y="24"/>
                    </a:lnTo>
                    <a:lnTo>
                      <a:pt x="2" y="24"/>
                    </a:lnTo>
                    <a:lnTo>
                      <a:pt x="2" y="22"/>
                    </a:lnTo>
                    <a:lnTo>
                      <a:pt x="2" y="22"/>
                    </a:lnTo>
                    <a:lnTo>
                      <a:pt x="5" y="22"/>
                    </a:lnTo>
                    <a:lnTo>
                      <a:pt x="5" y="22"/>
                    </a:lnTo>
                    <a:lnTo>
                      <a:pt x="5" y="22"/>
                    </a:lnTo>
                    <a:lnTo>
                      <a:pt x="5" y="22"/>
                    </a:lnTo>
                    <a:lnTo>
                      <a:pt x="5" y="19"/>
                    </a:lnTo>
                    <a:lnTo>
                      <a:pt x="7" y="19"/>
                    </a:lnTo>
                    <a:lnTo>
                      <a:pt x="7" y="19"/>
                    </a:lnTo>
                    <a:lnTo>
                      <a:pt x="7" y="19"/>
                    </a:lnTo>
                    <a:lnTo>
                      <a:pt x="7" y="19"/>
                    </a:lnTo>
                    <a:lnTo>
                      <a:pt x="5" y="19"/>
                    </a:lnTo>
                    <a:lnTo>
                      <a:pt x="5" y="19"/>
                    </a:lnTo>
                    <a:lnTo>
                      <a:pt x="5" y="19"/>
                    </a:lnTo>
                    <a:lnTo>
                      <a:pt x="5" y="19"/>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2"/>
                    </a:lnTo>
                    <a:lnTo>
                      <a:pt x="2" y="12"/>
                    </a:lnTo>
                    <a:lnTo>
                      <a:pt x="2" y="10"/>
                    </a:lnTo>
                    <a:lnTo>
                      <a:pt x="2" y="10"/>
                    </a:lnTo>
                    <a:lnTo>
                      <a:pt x="2" y="10"/>
                    </a:lnTo>
                    <a:lnTo>
                      <a:pt x="2" y="10"/>
                    </a:lnTo>
                    <a:lnTo>
                      <a:pt x="2" y="8"/>
                    </a:lnTo>
                    <a:lnTo>
                      <a:pt x="2" y="8"/>
                    </a:lnTo>
                    <a:lnTo>
                      <a:pt x="2" y="8"/>
                    </a:lnTo>
                    <a:lnTo>
                      <a:pt x="2" y="5"/>
                    </a:lnTo>
                    <a:lnTo>
                      <a:pt x="2" y="5"/>
                    </a:lnTo>
                    <a:lnTo>
                      <a:pt x="2" y="5"/>
                    </a:lnTo>
                    <a:lnTo>
                      <a:pt x="5" y="5"/>
                    </a:lnTo>
                    <a:lnTo>
                      <a:pt x="5" y="3"/>
                    </a:lnTo>
                    <a:lnTo>
                      <a:pt x="5" y="3"/>
                    </a:lnTo>
                    <a:lnTo>
                      <a:pt x="5" y="0"/>
                    </a:lnTo>
                    <a:lnTo>
                      <a:pt x="5" y="0"/>
                    </a:lnTo>
                    <a:lnTo>
                      <a:pt x="5" y="0"/>
                    </a:lnTo>
                    <a:lnTo>
                      <a:pt x="7" y="0"/>
                    </a:lnTo>
                    <a:lnTo>
                      <a:pt x="7" y="0"/>
                    </a:lnTo>
                    <a:lnTo>
                      <a:pt x="7" y="0"/>
                    </a:lnTo>
                    <a:lnTo>
                      <a:pt x="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9" name="Freeform 67"/>
              <p:cNvSpPr>
                <a:spLocks/>
              </p:cNvSpPr>
              <p:nvPr/>
            </p:nvSpPr>
            <p:spPr bwMode="auto">
              <a:xfrm>
                <a:off x="3496" y="1663"/>
                <a:ext cx="140" cy="135"/>
              </a:xfrm>
              <a:custGeom>
                <a:avLst/>
                <a:gdLst/>
                <a:ahLst/>
                <a:cxnLst>
                  <a:cxn ang="0">
                    <a:pos x="78" y="97"/>
                  </a:cxn>
                  <a:cxn ang="0">
                    <a:pos x="83" y="104"/>
                  </a:cxn>
                  <a:cxn ang="0">
                    <a:pos x="90" y="109"/>
                  </a:cxn>
                  <a:cxn ang="0">
                    <a:pos x="85" y="116"/>
                  </a:cxn>
                  <a:cxn ang="0">
                    <a:pos x="78" y="119"/>
                  </a:cxn>
                  <a:cxn ang="0">
                    <a:pos x="69" y="119"/>
                  </a:cxn>
                  <a:cxn ang="0">
                    <a:pos x="62" y="121"/>
                  </a:cxn>
                  <a:cxn ang="0">
                    <a:pos x="55" y="128"/>
                  </a:cxn>
                  <a:cxn ang="0">
                    <a:pos x="50" y="130"/>
                  </a:cxn>
                  <a:cxn ang="0">
                    <a:pos x="43" y="133"/>
                  </a:cxn>
                  <a:cxn ang="0">
                    <a:pos x="36" y="128"/>
                  </a:cxn>
                  <a:cxn ang="0">
                    <a:pos x="33" y="130"/>
                  </a:cxn>
                  <a:cxn ang="0">
                    <a:pos x="26" y="135"/>
                  </a:cxn>
                  <a:cxn ang="0">
                    <a:pos x="19" y="133"/>
                  </a:cxn>
                  <a:cxn ang="0">
                    <a:pos x="21" y="128"/>
                  </a:cxn>
                  <a:cxn ang="0">
                    <a:pos x="10" y="126"/>
                  </a:cxn>
                  <a:cxn ang="0">
                    <a:pos x="17" y="116"/>
                  </a:cxn>
                  <a:cxn ang="0">
                    <a:pos x="17" y="111"/>
                  </a:cxn>
                  <a:cxn ang="0">
                    <a:pos x="19" y="111"/>
                  </a:cxn>
                  <a:cxn ang="0">
                    <a:pos x="21" y="107"/>
                  </a:cxn>
                  <a:cxn ang="0">
                    <a:pos x="24" y="97"/>
                  </a:cxn>
                  <a:cxn ang="0">
                    <a:pos x="24" y="88"/>
                  </a:cxn>
                  <a:cxn ang="0">
                    <a:pos x="17" y="88"/>
                  </a:cxn>
                  <a:cxn ang="0">
                    <a:pos x="12" y="90"/>
                  </a:cxn>
                  <a:cxn ang="0">
                    <a:pos x="7" y="85"/>
                  </a:cxn>
                  <a:cxn ang="0">
                    <a:pos x="2" y="81"/>
                  </a:cxn>
                  <a:cxn ang="0">
                    <a:pos x="2" y="78"/>
                  </a:cxn>
                  <a:cxn ang="0">
                    <a:pos x="7" y="71"/>
                  </a:cxn>
                  <a:cxn ang="0">
                    <a:pos x="14" y="66"/>
                  </a:cxn>
                  <a:cxn ang="0">
                    <a:pos x="21" y="62"/>
                  </a:cxn>
                  <a:cxn ang="0">
                    <a:pos x="31" y="57"/>
                  </a:cxn>
                  <a:cxn ang="0">
                    <a:pos x="38" y="55"/>
                  </a:cxn>
                  <a:cxn ang="0">
                    <a:pos x="45" y="47"/>
                  </a:cxn>
                  <a:cxn ang="0">
                    <a:pos x="50" y="40"/>
                  </a:cxn>
                  <a:cxn ang="0">
                    <a:pos x="55" y="33"/>
                  </a:cxn>
                  <a:cxn ang="0">
                    <a:pos x="62" y="31"/>
                  </a:cxn>
                  <a:cxn ang="0">
                    <a:pos x="69" y="38"/>
                  </a:cxn>
                  <a:cxn ang="0">
                    <a:pos x="78" y="40"/>
                  </a:cxn>
                  <a:cxn ang="0">
                    <a:pos x="85" y="40"/>
                  </a:cxn>
                  <a:cxn ang="0">
                    <a:pos x="85" y="33"/>
                  </a:cxn>
                  <a:cxn ang="0">
                    <a:pos x="88" y="26"/>
                  </a:cxn>
                  <a:cxn ang="0">
                    <a:pos x="97" y="24"/>
                  </a:cxn>
                  <a:cxn ang="0">
                    <a:pos x="104" y="24"/>
                  </a:cxn>
                  <a:cxn ang="0">
                    <a:pos x="109" y="17"/>
                  </a:cxn>
                  <a:cxn ang="0">
                    <a:pos x="116" y="14"/>
                  </a:cxn>
                  <a:cxn ang="0">
                    <a:pos x="121" y="10"/>
                  </a:cxn>
                  <a:cxn ang="0">
                    <a:pos x="123" y="0"/>
                  </a:cxn>
                  <a:cxn ang="0">
                    <a:pos x="130" y="2"/>
                  </a:cxn>
                  <a:cxn ang="0">
                    <a:pos x="135" y="12"/>
                  </a:cxn>
                  <a:cxn ang="0">
                    <a:pos x="140" y="17"/>
                  </a:cxn>
                  <a:cxn ang="0">
                    <a:pos x="135" y="19"/>
                  </a:cxn>
                  <a:cxn ang="0">
                    <a:pos x="128" y="26"/>
                  </a:cxn>
                  <a:cxn ang="0">
                    <a:pos x="121" y="33"/>
                  </a:cxn>
                  <a:cxn ang="0">
                    <a:pos x="121" y="40"/>
                  </a:cxn>
                  <a:cxn ang="0">
                    <a:pos x="121" y="50"/>
                  </a:cxn>
                  <a:cxn ang="0">
                    <a:pos x="116" y="57"/>
                  </a:cxn>
                  <a:cxn ang="0">
                    <a:pos x="109" y="59"/>
                  </a:cxn>
                  <a:cxn ang="0">
                    <a:pos x="102" y="66"/>
                  </a:cxn>
                  <a:cxn ang="0">
                    <a:pos x="97" y="71"/>
                  </a:cxn>
                  <a:cxn ang="0">
                    <a:pos x="90" y="76"/>
                  </a:cxn>
                  <a:cxn ang="0">
                    <a:pos x="81" y="78"/>
                  </a:cxn>
                  <a:cxn ang="0">
                    <a:pos x="73" y="83"/>
                  </a:cxn>
                  <a:cxn ang="0">
                    <a:pos x="73" y="90"/>
                  </a:cxn>
                </a:cxnLst>
                <a:rect l="0" t="0" r="r" b="b"/>
                <a:pathLst>
                  <a:path w="140" h="135">
                    <a:moveTo>
                      <a:pt x="73" y="95"/>
                    </a:moveTo>
                    <a:lnTo>
                      <a:pt x="73" y="95"/>
                    </a:lnTo>
                    <a:lnTo>
                      <a:pt x="73" y="97"/>
                    </a:lnTo>
                    <a:lnTo>
                      <a:pt x="71" y="97"/>
                    </a:lnTo>
                    <a:lnTo>
                      <a:pt x="71" y="97"/>
                    </a:lnTo>
                    <a:lnTo>
                      <a:pt x="73" y="97"/>
                    </a:lnTo>
                    <a:lnTo>
                      <a:pt x="73" y="97"/>
                    </a:lnTo>
                    <a:lnTo>
                      <a:pt x="76" y="97"/>
                    </a:lnTo>
                    <a:lnTo>
                      <a:pt x="76" y="97"/>
                    </a:lnTo>
                    <a:lnTo>
                      <a:pt x="76" y="97"/>
                    </a:lnTo>
                    <a:lnTo>
                      <a:pt x="76" y="97"/>
                    </a:lnTo>
                    <a:lnTo>
                      <a:pt x="76" y="97"/>
                    </a:lnTo>
                    <a:lnTo>
                      <a:pt x="78" y="97"/>
                    </a:lnTo>
                    <a:lnTo>
                      <a:pt x="78" y="97"/>
                    </a:lnTo>
                    <a:lnTo>
                      <a:pt x="78" y="97"/>
                    </a:lnTo>
                    <a:lnTo>
                      <a:pt x="78" y="100"/>
                    </a:lnTo>
                    <a:lnTo>
                      <a:pt x="78" y="100"/>
                    </a:lnTo>
                    <a:lnTo>
                      <a:pt x="78" y="100"/>
                    </a:lnTo>
                    <a:lnTo>
                      <a:pt x="81" y="100"/>
                    </a:lnTo>
                    <a:lnTo>
                      <a:pt x="81" y="102"/>
                    </a:lnTo>
                    <a:lnTo>
                      <a:pt x="81" y="102"/>
                    </a:lnTo>
                    <a:lnTo>
                      <a:pt x="81" y="102"/>
                    </a:lnTo>
                    <a:lnTo>
                      <a:pt x="83" y="102"/>
                    </a:lnTo>
                    <a:lnTo>
                      <a:pt x="83" y="104"/>
                    </a:lnTo>
                    <a:lnTo>
                      <a:pt x="83" y="104"/>
                    </a:lnTo>
                    <a:lnTo>
                      <a:pt x="83" y="104"/>
                    </a:lnTo>
                    <a:lnTo>
                      <a:pt x="83" y="104"/>
                    </a:lnTo>
                    <a:lnTo>
                      <a:pt x="85" y="104"/>
                    </a:lnTo>
                    <a:lnTo>
                      <a:pt x="85" y="104"/>
                    </a:lnTo>
                    <a:lnTo>
                      <a:pt x="85" y="107"/>
                    </a:lnTo>
                    <a:lnTo>
                      <a:pt x="85" y="107"/>
                    </a:lnTo>
                    <a:lnTo>
                      <a:pt x="85" y="107"/>
                    </a:lnTo>
                    <a:lnTo>
                      <a:pt x="88" y="107"/>
                    </a:lnTo>
                    <a:lnTo>
                      <a:pt x="88" y="107"/>
                    </a:lnTo>
                    <a:lnTo>
                      <a:pt x="88" y="107"/>
                    </a:lnTo>
                    <a:lnTo>
                      <a:pt x="90" y="107"/>
                    </a:lnTo>
                    <a:lnTo>
                      <a:pt x="90" y="107"/>
                    </a:lnTo>
                    <a:lnTo>
                      <a:pt x="90" y="109"/>
                    </a:lnTo>
                    <a:lnTo>
                      <a:pt x="90" y="109"/>
                    </a:lnTo>
                    <a:lnTo>
                      <a:pt x="90" y="109"/>
                    </a:lnTo>
                    <a:lnTo>
                      <a:pt x="90" y="111"/>
                    </a:lnTo>
                    <a:lnTo>
                      <a:pt x="90" y="111"/>
                    </a:lnTo>
                    <a:lnTo>
                      <a:pt x="90" y="111"/>
                    </a:lnTo>
                    <a:lnTo>
                      <a:pt x="90" y="114"/>
                    </a:lnTo>
                    <a:lnTo>
                      <a:pt x="90" y="114"/>
                    </a:lnTo>
                    <a:lnTo>
                      <a:pt x="90" y="114"/>
                    </a:lnTo>
                    <a:lnTo>
                      <a:pt x="90" y="116"/>
                    </a:lnTo>
                    <a:lnTo>
                      <a:pt x="90" y="116"/>
                    </a:lnTo>
                    <a:lnTo>
                      <a:pt x="88" y="116"/>
                    </a:lnTo>
                    <a:lnTo>
                      <a:pt x="88" y="116"/>
                    </a:lnTo>
                    <a:lnTo>
                      <a:pt x="88" y="116"/>
                    </a:lnTo>
                    <a:lnTo>
                      <a:pt x="85" y="116"/>
                    </a:lnTo>
                    <a:lnTo>
                      <a:pt x="85" y="119"/>
                    </a:lnTo>
                    <a:lnTo>
                      <a:pt x="85" y="119"/>
                    </a:lnTo>
                    <a:lnTo>
                      <a:pt x="85" y="119"/>
                    </a:lnTo>
                    <a:lnTo>
                      <a:pt x="85" y="119"/>
                    </a:lnTo>
                    <a:lnTo>
                      <a:pt x="83" y="119"/>
                    </a:lnTo>
                    <a:lnTo>
                      <a:pt x="83" y="119"/>
                    </a:lnTo>
                    <a:lnTo>
                      <a:pt x="83" y="119"/>
                    </a:lnTo>
                    <a:lnTo>
                      <a:pt x="83" y="119"/>
                    </a:lnTo>
                    <a:lnTo>
                      <a:pt x="81" y="119"/>
                    </a:lnTo>
                    <a:lnTo>
                      <a:pt x="81" y="119"/>
                    </a:lnTo>
                    <a:lnTo>
                      <a:pt x="81" y="119"/>
                    </a:lnTo>
                    <a:lnTo>
                      <a:pt x="78" y="119"/>
                    </a:lnTo>
                    <a:lnTo>
                      <a:pt x="78" y="119"/>
                    </a:lnTo>
                    <a:lnTo>
                      <a:pt x="78" y="119"/>
                    </a:lnTo>
                    <a:lnTo>
                      <a:pt x="78" y="119"/>
                    </a:lnTo>
                    <a:lnTo>
                      <a:pt x="76" y="119"/>
                    </a:lnTo>
                    <a:lnTo>
                      <a:pt x="76" y="119"/>
                    </a:lnTo>
                    <a:lnTo>
                      <a:pt x="76" y="119"/>
                    </a:lnTo>
                    <a:lnTo>
                      <a:pt x="73" y="119"/>
                    </a:lnTo>
                    <a:lnTo>
                      <a:pt x="73" y="119"/>
                    </a:lnTo>
                    <a:lnTo>
                      <a:pt x="73" y="119"/>
                    </a:lnTo>
                    <a:lnTo>
                      <a:pt x="71" y="119"/>
                    </a:lnTo>
                    <a:lnTo>
                      <a:pt x="71" y="119"/>
                    </a:lnTo>
                    <a:lnTo>
                      <a:pt x="71" y="119"/>
                    </a:lnTo>
                    <a:lnTo>
                      <a:pt x="71" y="119"/>
                    </a:lnTo>
                    <a:lnTo>
                      <a:pt x="69" y="119"/>
                    </a:lnTo>
                    <a:lnTo>
                      <a:pt x="69" y="119"/>
                    </a:lnTo>
                    <a:lnTo>
                      <a:pt x="69" y="119"/>
                    </a:lnTo>
                    <a:lnTo>
                      <a:pt x="66" y="119"/>
                    </a:lnTo>
                    <a:lnTo>
                      <a:pt x="66" y="119"/>
                    </a:lnTo>
                    <a:lnTo>
                      <a:pt x="66" y="119"/>
                    </a:lnTo>
                    <a:lnTo>
                      <a:pt x="64" y="119"/>
                    </a:lnTo>
                    <a:lnTo>
                      <a:pt x="64" y="119"/>
                    </a:lnTo>
                    <a:lnTo>
                      <a:pt x="64" y="119"/>
                    </a:lnTo>
                    <a:lnTo>
                      <a:pt x="64" y="121"/>
                    </a:lnTo>
                    <a:lnTo>
                      <a:pt x="62" y="121"/>
                    </a:lnTo>
                    <a:lnTo>
                      <a:pt x="62" y="121"/>
                    </a:lnTo>
                    <a:lnTo>
                      <a:pt x="62" y="121"/>
                    </a:lnTo>
                    <a:lnTo>
                      <a:pt x="62" y="121"/>
                    </a:lnTo>
                    <a:lnTo>
                      <a:pt x="62" y="123"/>
                    </a:lnTo>
                    <a:lnTo>
                      <a:pt x="62" y="123"/>
                    </a:lnTo>
                    <a:lnTo>
                      <a:pt x="59" y="123"/>
                    </a:lnTo>
                    <a:lnTo>
                      <a:pt x="59" y="126"/>
                    </a:lnTo>
                    <a:lnTo>
                      <a:pt x="59" y="126"/>
                    </a:lnTo>
                    <a:lnTo>
                      <a:pt x="59" y="126"/>
                    </a:lnTo>
                    <a:lnTo>
                      <a:pt x="57" y="126"/>
                    </a:lnTo>
                    <a:lnTo>
                      <a:pt x="57" y="128"/>
                    </a:lnTo>
                    <a:lnTo>
                      <a:pt x="57" y="128"/>
                    </a:lnTo>
                    <a:lnTo>
                      <a:pt x="57" y="128"/>
                    </a:lnTo>
                    <a:lnTo>
                      <a:pt x="57" y="128"/>
                    </a:lnTo>
                    <a:lnTo>
                      <a:pt x="55" y="128"/>
                    </a:lnTo>
                    <a:lnTo>
                      <a:pt x="55" y="128"/>
                    </a:lnTo>
                    <a:lnTo>
                      <a:pt x="55" y="130"/>
                    </a:lnTo>
                    <a:lnTo>
                      <a:pt x="55" y="130"/>
                    </a:lnTo>
                    <a:lnTo>
                      <a:pt x="55" y="130"/>
                    </a:lnTo>
                    <a:lnTo>
                      <a:pt x="55" y="133"/>
                    </a:lnTo>
                    <a:lnTo>
                      <a:pt x="55" y="133"/>
                    </a:lnTo>
                    <a:lnTo>
                      <a:pt x="55" y="133"/>
                    </a:lnTo>
                    <a:lnTo>
                      <a:pt x="52" y="133"/>
                    </a:lnTo>
                    <a:lnTo>
                      <a:pt x="52" y="133"/>
                    </a:lnTo>
                    <a:lnTo>
                      <a:pt x="52" y="133"/>
                    </a:lnTo>
                    <a:lnTo>
                      <a:pt x="50" y="133"/>
                    </a:lnTo>
                    <a:lnTo>
                      <a:pt x="50" y="133"/>
                    </a:lnTo>
                    <a:lnTo>
                      <a:pt x="50" y="130"/>
                    </a:lnTo>
                    <a:lnTo>
                      <a:pt x="50" y="130"/>
                    </a:lnTo>
                    <a:lnTo>
                      <a:pt x="47" y="130"/>
                    </a:lnTo>
                    <a:lnTo>
                      <a:pt x="47" y="130"/>
                    </a:lnTo>
                    <a:lnTo>
                      <a:pt x="45" y="130"/>
                    </a:lnTo>
                    <a:lnTo>
                      <a:pt x="45" y="130"/>
                    </a:lnTo>
                    <a:lnTo>
                      <a:pt x="45" y="130"/>
                    </a:lnTo>
                    <a:lnTo>
                      <a:pt x="45" y="133"/>
                    </a:lnTo>
                    <a:lnTo>
                      <a:pt x="43" y="133"/>
                    </a:lnTo>
                    <a:lnTo>
                      <a:pt x="43" y="133"/>
                    </a:lnTo>
                    <a:lnTo>
                      <a:pt x="43" y="135"/>
                    </a:lnTo>
                    <a:lnTo>
                      <a:pt x="43" y="135"/>
                    </a:lnTo>
                    <a:lnTo>
                      <a:pt x="43" y="135"/>
                    </a:lnTo>
                    <a:lnTo>
                      <a:pt x="43" y="133"/>
                    </a:lnTo>
                    <a:lnTo>
                      <a:pt x="43" y="133"/>
                    </a:lnTo>
                    <a:lnTo>
                      <a:pt x="40" y="133"/>
                    </a:lnTo>
                    <a:lnTo>
                      <a:pt x="40" y="130"/>
                    </a:lnTo>
                    <a:lnTo>
                      <a:pt x="40" y="130"/>
                    </a:lnTo>
                    <a:lnTo>
                      <a:pt x="40" y="133"/>
                    </a:lnTo>
                    <a:lnTo>
                      <a:pt x="38" y="133"/>
                    </a:lnTo>
                    <a:lnTo>
                      <a:pt x="38" y="133"/>
                    </a:lnTo>
                    <a:lnTo>
                      <a:pt x="38" y="133"/>
                    </a:lnTo>
                    <a:lnTo>
                      <a:pt x="38" y="133"/>
                    </a:lnTo>
                    <a:lnTo>
                      <a:pt x="38" y="133"/>
                    </a:lnTo>
                    <a:lnTo>
                      <a:pt x="38" y="130"/>
                    </a:lnTo>
                    <a:lnTo>
                      <a:pt x="38" y="130"/>
                    </a:lnTo>
                    <a:lnTo>
                      <a:pt x="36" y="130"/>
                    </a:lnTo>
                    <a:lnTo>
                      <a:pt x="36" y="128"/>
                    </a:lnTo>
                    <a:lnTo>
                      <a:pt x="36" y="128"/>
                    </a:lnTo>
                    <a:lnTo>
                      <a:pt x="36" y="128"/>
                    </a:lnTo>
                    <a:lnTo>
                      <a:pt x="36" y="128"/>
                    </a:lnTo>
                    <a:lnTo>
                      <a:pt x="36" y="128"/>
                    </a:lnTo>
                    <a:lnTo>
                      <a:pt x="36" y="130"/>
                    </a:lnTo>
                    <a:lnTo>
                      <a:pt x="36" y="130"/>
                    </a:lnTo>
                    <a:lnTo>
                      <a:pt x="36" y="130"/>
                    </a:lnTo>
                    <a:lnTo>
                      <a:pt x="36" y="133"/>
                    </a:lnTo>
                    <a:lnTo>
                      <a:pt x="36" y="133"/>
                    </a:lnTo>
                    <a:lnTo>
                      <a:pt x="33" y="133"/>
                    </a:lnTo>
                    <a:lnTo>
                      <a:pt x="33" y="130"/>
                    </a:lnTo>
                    <a:lnTo>
                      <a:pt x="33" y="130"/>
                    </a:lnTo>
                    <a:lnTo>
                      <a:pt x="33" y="130"/>
                    </a:lnTo>
                    <a:lnTo>
                      <a:pt x="33" y="130"/>
                    </a:lnTo>
                    <a:lnTo>
                      <a:pt x="33" y="133"/>
                    </a:lnTo>
                    <a:lnTo>
                      <a:pt x="31" y="133"/>
                    </a:lnTo>
                    <a:lnTo>
                      <a:pt x="31" y="133"/>
                    </a:lnTo>
                    <a:lnTo>
                      <a:pt x="31" y="133"/>
                    </a:lnTo>
                    <a:lnTo>
                      <a:pt x="31" y="133"/>
                    </a:lnTo>
                    <a:lnTo>
                      <a:pt x="29" y="133"/>
                    </a:lnTo>
                    <a:lnTo>
                      <a:pt x="29" y="135"/>
                    </a:lnTo>
                    <a:lnTo>
                      <a:pt x="29" y="135"/>
                    </a:lnTo>
                    <a:lnTo>
                      <a:pt x="29" y="135"/>
                    </a:lnTo>
                    <a:lnTo>
                      <a:pt x="26" y="135"/>
                    </a:lnTo>
                    <a:lnTo>
                      <a:pt x="26" y="135"/>
                    </a:lnTo>
                    <a:lnTo>
                      <a:pt x="26" y="135"/>
                    </a:lnTo>
                    <a:lnTo>
                      <a:pt x="24" y="135"/>
                    </a:lnTo>
                    <a:lnTo>
                      <a:pt x="24" y="135"/>
                    </a:lnTo>
                    <a:lnTo>
                      <a:pt x="24" y="135"/>
                    </a:lnTo>
                    <a:lnTo>
                      <a:pt x="24" y="135"/>
                    </a:lnTo>
                    <a:lnTo>
                      <a:pt x="24" y="133"/>
                    </a:lnTo>
                    <a:lnTo>
                      <a:pt x="21" y="133"/>
                    </a:lnTo>
                    <a:lnTo>
                      <a:pt x="21" y="133"/>
                    </a:lnTo>
                    <a:lnTo>
                      <a:pt x="21" y="133"/>
                    </a:lnTo>
                    <a:lnTo>
                      <a:pt x="21" y="130"/>
                    </a:lnTo>
                    <a:lnTo>
                      <a:pt x="21" y="130"/>
                    </a:lnTo>
                    <a:lnTo>
                      <a:pt x="21" y="133"/>
                    </a:lnTo>
                    <a:lnTo>
                      <a:pt x="19" y="133"/>
                    </a:lnTo>
                    <a:lnTo>
                      <a:pt x="19" y="133"/>
                    </a:lnTo>
                    <a:lnTo>
                      <a:pt x="17" y="133"/>
                    </a:lnTo>
                    <a:lnTo>
                      <a:pt x="17" y="130"/>
                    </a:lnTo>
                    <a:lnTo>
                      <a:pt x="19" y="130"/>
                    </a:lnTo>
                    <a:lnTo>
                      <a:pt x="19" y="130"/>
                    </a:lnTo>
                    <a:lnTo>
                      <a:pt x="17" y="130"/>
                    </a:lnTo>
                    <a:lnTo>
                      <a:pt x="17" y="130"/>
                    </a:lnTo>
                    <a:lnTo>
                      <a:pt x="17" y="128"/>
                    </a:lnTo>
                    <a:lnTo>
                      <a:pt x="17" y="128"/>
                    </a:lnTo>
                    <a:lnTo>
                      <a:pt x="17" y="128"/>
                    </a:lnTo>
                    <a:lnTo>
                      <a:pt x="19" y="128"/>
                    </a:lnTo>
                    <a:lnTo>
                      <a:pt x="19" y="128"/>
                    </a:lnTo>
                    <a:lnTo>
                      <a:pt x="19" y="128"/>
                    </a:lnTo>
                    <a:lnTo>
                      <a:pt x="21" y="128"/>
                    </a:lnTo>
                    <a:lnTo>
                      <a:pt x="21" y="126"/>
                    </a:lnTo>
                    <a:lnTo>
                      <a:pt x="19" y="126"/>
                    </a:lnTo>
                    <a:lnTo>
                      <a:pt x="19" y="126"/>
                    </a:lnTo>
                    <a:lnTo>
                      <a:pt x="17" y="126"/>
                    </a:lnTo>
                    <a:lnTo>
                      <a:pt x="17" y="126"/>
                    </a:lnTo>
                    <a:lnTo>
                      <a:pt x="17" y="126"/>
                    </a:lnTo>
                    <a:lnTo>
                      <a:pt x="17" y="126"/>
                    </a:lnTo>
                    <a:lnTo>
                      <a:pt x="14" y="126"/>
                    </a:lnTo>
                    <a:lnTo>
                      <a:pt x="14" y="126"/>
                    </a:lnTo>
                    <a:lnTo>
                      <a:pt x="12" y="126"/>
                    </a:lnTo>
                    <a:lnTo>
                      <a:pt x="12" y="126"/>
                    </a:lnTo>
                    <a:lnTo>
                      <a:pt x="12" y="126"/>
                    </a:lnTo>
                    <a:lnTo>
                      <a:pt x="10" y="126"/>
                    </a:lnTo>
                    <a:lnTo>
                      <a:pt x="10" y="123"/>
                    </a:lnTo>
                    <a:lnTo>
                      <a:pt x="10" y="123"/>
                    </a:lnTo>
                    <a:lnTo>
                      <a:pt x="12" y="123"/>
                    </a:lnTo>
                    <a:lnTo>
                      <a:pt x="12" y="123"/>
                    </a:lnTo>
                    <a:lnTo>
                      <a:pt x="12" y="123"/>
                    </a:lnTo>
                    <a:lnTo>
                      <a:pt x="12" y="121"/>
                    </a:lnTo>
                    <a:lnTo>
                      <a:pt x="14" y="121"/>
                    </a:lnTo>
                    <a:lnTo>
                      <a:pt x="14" y="121"/>
                    </a:lnTo>
                    <a:lnTo>
                      <a:pt x="14" y="121"/>
                    </a:lnTo>
                    <a:lnTo>
                      <a:pt x="14" y="119"/>
                    </a:lnTo>
                    <a:lnTo>
                      <a:pt x="14" y="119"/>
                    </a:lnTo>
                    <a:lnTo>
                      <a:pt x="14" y="116"/>
                    </a:lnTo>
                    <a:lnTo>
                      <a:pt x="17" y="116"/>
                    </a:lnTo>
                    <a:lnTo>
                      <a:pt x="17" y="116"/>
                    </a:lnTo>
                    <a:lnTo>
                      <a:pt x="17" y="116"/>
                    </a:lnTo>
                    <a:lnTo>
                      <a:pt x="17" y="116"/>
                    </a:lnTo>
                    <a:lnTo>
                      <a:pt x="17" y="116"/>
                    </a:lnTo>
                    <a:lnTo>
                      <a:pt x="14" y="116"/>
                    </a:lnTo>
                    <a:lnTo>
                      <a:pt x="14" y="114"/>
                    </a:lnTo>
                    <a:lnTo>
                      <a:pt x="14" y="114"/>
                    </a:lnTo>
                    <a:lnTo>
                      <a:pt x="12" y="114"/>
                    </a:lnTo>
                    <a:lnTo>
                      <a:pt x="12" y="114"/>
                    </a:lnTo>
                    <a:lnTo>
                      <a:pt x="14" y="114"/>
                    </a:lnTo>
                    <a:lnTo>
                      <a:pt x="14" y="111"/>
                    </a:lnTo>
                    <a:lnTo>
                      <a:pt x="14" y="111"/>
                    </a:lnTo>
                    <a:lnTo>
                      <a:pt x="17" y="111"/>
                    </a:lnTo>
                    <a:lnTo>
                      <a:pt x="17" y="114"/>
                    </a:lnTo>
                    <a:lnTo>
                      <a:pt x="17" y="114"/>
                    </a:lnTo>
                    <a:lnTo>
                      <a:pt x="17" y="114"/>
                    </a:lnTo>
                    <a:lnTo>
                      <a:pt x="17" y="114"/>
                    </a:lnTo>
                    <a:lnTo>
                      <a:pt x="17" y="114"/>
                    </a:lnTo>
                    <a:lnTo>
                      <a:pt x="17" y="111"/>
                    </a:lnTo>
                    <a:lnTo>
                      <a:pt x="17" y="111"/>
                    </a:lnTo>
                    <a:lnTo>
                      <a:pt x="17" y="109"/>
                    </a:lnTo>
                    <a:lnTo>
                      <a:pt x="17" y="109"/>
                    </a:lnTo>
                    <a:lnTo>
                      <a:pt x="19" y="109"/>
                    </a:lnTo>
                    <a:lnTo>
                      <a:pt x="19" y="109"/>
                    </a:lnTo>
                    <a:lnTo>
                      <a:pt x="19" y="109"/>
                    </a:lnTo>
                    <a:lnTo>
                      <a:pt x="19" y="111"/>
                    </a:lnTo>
                    <a:lnTo>
                      <a:pt x="21" y="111"/>
                    </a:lnTo>
                    <a:lnTo>
                      <a:pt x="21" y="109"/>
                    </a:lnTo>
                    <a:lnTo>
                      <a:pt x="21" y="109"/>
                    </a:lnTo>
                    <a:lnTo>
                      <a:pt x="21" y="109"/>
                    </a:lnTo>
                    <a:lnTo>
                      <a:pt x="21" y="109"/>
                    </a:lnTo>
                    <a:lnTo>
                      <a:pt x="21" y="109"/>
                    </a:lnTo>
                    <a:lnTo>
                      <a:pt x="24" y="109"/>
                    </a:lnTo>
                    <a:lnTo>
                      <a:pt x="24" y="109"/>
                    </a:lnTo>
                    <a:lnTo>
                      <a:pt x="24" y="107"/>
                    </a:lnTo>
                    <a:lnTo>
                      <a:pt x="21" y="107"/>
                    </a:lnTo>
                    <a:lnTo>
                      <a:pt x="21" y="107"/>
                    </a:lnTo>
                    <a:lnTo>
                      <a:pt x="21" y="107"/>
                    </a:lnTo>
                    <a:lnTo>
                      <a:pt x="21" y="107"/>
                    </a:lnTo>
                    <a:lnTo>
                      <a:pt x="21" y="104"/>
                    </a:lnTo>
                    <a:lnTo>
                      <a:pt x="21" y="104"/>
                    </a:lnTo>
                    <a:lnTo>
                      <a:pt x="21" y="104"/>
                    </a:lnTo>
                    <a:lnTo>
                      <a:pt x="21" y="102"/>
                    </a:lnTo>
                    <a:lnTo>
                      <a:pt x="21" y="102"/>
                    </a:lnTo>
                    <a:lnTo>
                      <a:pt x="24" y="102"/>
                    </a:lnTo>
                    <a:lnTo>
                      <a:pt x="24" y="100"/>
                    </a:lnTo>
                    <a:lnTo>
                      <a:pt x="24" y="100"/>
                    </a:lnTo>
                    <a:lnTo>
                      <a:pt x="24" y="100"/>
                    </a:lnTo>
                    <a:lnTo>
                      <a:pt x="24" y="97"/>
                    </a:lnTo>
                    <a:lnTo>
                      <a:pt x="24" y="97"/>
                    </a:lnTo>
                    <a:lnTo>
                      <a:pt x="24" y="97"/>
                    </a:lnTo>
                    <a:lnTo>
                      <a:pt x="24" y="97"/>
                    </a:lnTo>
                    <a:lnTo>
                      <a:pt x="26" y="97"/>
                    </a:lnTo>
                    <a:lnTo>
                      <a:pt x="26" y="95"/>
                    </a:lnTo>
                    <a:lnTo>
                      <a:pt x="26" y="95"/>
                    </a:lnTo>
                    <a:lnTo>
                      <a:pt x="26" y="95"/>
                    </a:lnTo>
                    <a:lnTo>
                      <a:pt x="26" y="92"/>
                    </a:lnTo>
                    <a:lnTo>
                      <a:pt x="26" y="92"/>
                    </a:lnTo>
                    <a:lnTo>
                      <a:pt x="26" y="92"/>
                    </a:lnTo>
                    <a:lnTo>
                      <a:pt x="26" y="90"/>
                    </a:lnTo>
                    <a:lnTo>
                      <a:pt x="26" y="90"/>
                    </a:lnTo>
                    <a:lnTo>
                      <a:pt x="26" y="88"/>
                    </a:lnTo>
                    <a:lnTo>
                      <a:pt x="24" y="88"/>
                    </a:lnTo>
                    <a:lnTo>
                      <a:pt x="24" y="88"/>
                    </a:lnTo>
                    <a:lnTo>
                      <a:pt x="24" y="88"/>
                    </a:lnTo>
                    <a:lnTo>
                      <a:pt x="24" y="88"/>
                    </a:lnTo>
                    <a:lnTo>
                      <a:pt x="24" y="88"/>
                    </a:lnTo>
                    <a:lnTo>
                      <a:pt x="21" y="88"/>
                    </a:lnTo>
                    <a:lnTo>
                      <a:pt x="21" y="88"/>
                    </a:lnTo>
                    <a:lnTo>
                      <a:pt x="21" y="88"/>
                    </a:lnTo>
                    <a:lnTo>
                      <a:pt x="21" y="88"/>
                    </a:lnTo>
                    <a:lnTo>
                      <a:pt x="21" y="88"/>
                    </a:lnTo>
                    <a:lnTo>
                      <a:pt x="19" y="88"/>
                    </a:lnTo>
                    <a:lnTo>
                      <a:pt x="19" y="88"/>
                    </a:lnTo>
                    <a:lnTo>
                      <a:pt x="19" y="85"/>
                    </a:lnTo>
                    <a:lnTo>
                      <a:pt x="17" y="85"/>
                    </a:lnTo>
                    <a:lnTo>
                      <a:pt x="17" y="88"/>
                    </a:lnTo>
                    <a:lnTo>
                      <a:pt x="17" y="88"/>
                    </a:lnTo>
                    <a:lnTo>
                      <a:pt x="17" y="88"/>
                    </a:lnTo>
                    <a:lnTo>
                      <a:pt x="17" y="88"/>
                    </a:lnTo>
                    <a:lnTo>
                      <a:pt x="17" y="88"/>
                    </a:lnTo>
                    <a:lnTo>
                      <a:pt x="17" y="90"/>
                    </a:lnTo>
                    <a:lnTo>
                      <a:pt x="14" y="90"/>
                    </a:lnTo>
                    <a:lnTo>
                      <a:pt x="14" y="90"/>
                    </a:lnTo>
                    <a:lnTo>
                      <a:pt x="14" y="90"/>
                    </a:lnTo>
                    <a:lnTo>
                      <a:pt x="12" y="90"/>
                    </a:lnTo>
                    <a:lnTo>
                      <a:pt x="12" y="90"/>
                    </a:lnTo>
                    <a:lnTo>
                      <a:pt x="12" y="88"/>
                    </a:lnTo>
                    <a:lnTo>
                      <a:pt x="12" y="88"/>
                    </a:lnTo>
                    <a:lnTo>
                      <a:pt x="12" y="90"/>
                    </a:lnTo>
                    <a:lnTo>
                      <a:pt x="12" y="90"/>
                    </a:lnTo>
                    <a:lnTo>
                      <a:pt x="12" y="90"/>
                    </a:lnTo>
                    <a:lnTo>
                      <a:pt x="10" y="90"/>
                    </a:lnTo>
                    <a:lnTo>
                      <a:pt x="10" y="90"/>
                    </a:lnTo>
                    <a:lnTo>
                      <a:pt x="10" y="90"/>
                    </a:lnTo>
                    <a:lnTo>
                      <a:pt x="10" y="88"/>
                    </a:lnTo>
                    <a:lnTo>
                      <a:pt x="10" y="88"/>
                    </a:lnTo>
                    <a:lnTo>
                      <a:pt x="10" y="88"/>
                    </a:lnTo>
                    <a:lnTo>
                      <a:pt x="10" y="85"/>
                    </a:lnTo>
                    <a:lnTo>
                      <a:pt x="10" y="85"/>
                    </a:lnTo>
                    <a:lnTo>
                      <a:pt x="10" y="83"/>
                    </a:lnTo>
                    <a:lnTo>
                      <a:pt x="10" y="83"/>
                    </a:lnTo>
                    <a:lnTo>
                      <a:pt x="10" y="85"/>
                    </a:lnTo>
                    <a:lnTo>
                      <a:pt x="7" y="85"/>
                    </a:lnTo>
                    <a:lnTo>
                      <a:pt x="7" y="83"/>
                    </a:lnTo>
                    <a:lnTo>
                      <a:pt x="7" y="83"/>
                    </a:lnTo>
                    <a:lnTo>
                      <a:pt x="10" y="83"/>
                    </a:lnTo>
                    <a:lnTo>
                      <a:pt x="10" y="81"/>
                    </a:lnTo>
                    <a:lnTo>
                      <a:pt x="7" y="81"/>
                    </a:lnTo>
                    <a:lnTo>
                      <a:pt x="7" y="81"/>
                    </a:lnTo>
                    <a:lnTo>
                      <a:pt x="5" y="81"/>
                    </a:lnTo>
                    <a:lnTo>
                      <a:pt x="5" y="81"/>
                    </a:lnTo>
                    <a:lnTo>
                      <a:pt x="5" y="81"/>
                    </a:lnTo>
                    <a:lnTo>
                      <a:pt x="5" y="81"/>
                    </a:lnTo>
                    <a:lnTo>
                      <a:pt x="5" y="78"/>
                    </a:lnTo>
                    <a:lnTo>
                      <a:pt x="2" y="78"/>
                    </a:lnTo>
                    <a:lnTo>
                      <a:pt x="2" y="81"/>
                    </a:lnTo>
                    <a:lnTo>
                      <a:pt x="2" y="81"/>
                    </a:lnTo>
                    <a:lnTo>
                      <a:pt x="2" y="81"/>
                    </a:lnTo>
                    <a:lnTo>
                      <a:pt x="2" y="83"/>
                    </a:lnTo>
                    <a:lnTo>
                      <a:pt x="2" y="83"/>
                    </a:lnTo>
                    <a:lnTo>
                      <a:pt x="2" y="81"/>
                    </a:lnTo>
                    <a:lnTo>
                      <a:pt x="0" y="81"/>
                    </a:lnTo>
                    <a:lnTo>
                      <a:pt x="0" y="81"/>
                    </a:lnTo>
                    <a:lnTo>
                      <a:pt x="2" y="81"/>
                    </a:lnTo>
                    <a:lnTo>
                      <a:pt x="2" y="78"/>
                    </a:lnTo>
                    <a:lnTo>
                      <a:pt x="2" y="78"/>
                    </a:lnTo>
                    <a:lnTo>
                      <a:pt x="2" y="78"/>
                    </a:lnTo>
                    <a:lnTo>
                      <a:pt x="2" y="78"/>
                    </a:lnTo>
                    <a:lnTo>
                      <a:pt x="2" y="78"/>
                    </a:lnTo>
                    <a:lnTo>
                      <a:pt x="5" y="78"/>
                    </a:lnTo>
                    <a:lnTo>
                      <a:pt x="5" y="76"/>
                    </a:lnTo>
                    <a:lnTo>
                      <a:pt x="5" y="76"/>
                    </a:lnTo>
                    <a:lnTo>
                      <a:pt x="5" y="76"/>
                    </a:lnTo>
                    <a:lnTo>
                      <a:pt x="5" y="76"/>
                    </a:lnTo>
                    <a:lnTo>
                      <a:pt x="5" y="73"/>
                    </a:lnTo>
                    <a:lnTo>
                      <a:pt x="5" y="73"/>
                    </a:lnTo>
                    <a:lnTo>
                      <a:pt x="5" y="73"/>
                    </a:lnTo>
                    <a:lnTo>
                      <a:pt x="5" y="73"/>
                    </a:lnTo>
                    <a:lnTo>
                      <a:pt x="5" y="71"/>
                    </a:lnTo>
                    <a:lnTo>
                      <a:pt x="7" y="71"/>
                    </a:lnTo>
                    <a:lnTo>
                      <a:pt x="7" y="71"/>
                    </a:lnTo>
                    <a:lnTo>
                      <a:pt x="7" y="71"/>
                    </a:lnTo>
                    <a:lnTo>
                      <a:pt x="10" y="71"/>
                    </a:lnTo>
                    <a:lnTo>
                      <a:pt x="10" y="69"/>
                    </a:lnTo>
                    <a:lnTo>
                      <a:pt x="10" y="69"/>
                    </a:lnTo>
                    <a:lnTo>
                      <a:pt x="10" y="69"/>
                    </a:lnTo>
                    <a:lnTo>
                      <a:pt x="10" y="69"/>
                    </a:lnTo>
                    <a:lnTo>
                      <a:pt x="12" y="69"/>
                    </a:lnTo>
                    <a:lnTo>
                      <a:pt x="12" y="69"/>
                    </a:lnTo>
                    <a:lnTo>
                      <a:pt x="12" y="69"/>
                    </a:lnTo>
                    <a:lnTo>
                      <a:pt x="12" y="69"/>
                    </a:lnTo>
                    <a:lnTo>
                      <a:pt x="12" y="66"/>
                    </a:lnTo>
                    <a:lnTo>
                      <a:pt x="14" y="66"/>
                    </a:lnTo>
                    <a:lnTo>
                      <a:pt x="14" y="66"/>
                    </a:lnTo>
                    <a:lnTo>
                      <a:pt x="14" y="66"/>
                    </a:lnTo>
                    <a:lnTo>
                      <a:pt x="17" y="66"/>
                    </a:lnTo>
                    <a:lnTo>
                      <a:pt x="17" y="64"/>
                    </a:lnTo>
                    <a:lnTo>
                      <a:pt x="17" y="64"/>
                    </a:lnTo>
                    <a:lnTo>
                      <a:pt x="17" y="64"/>
                    </a:lnTo>
                    <a:lnTo>
                      <a:pt x="19" y="64"/>
                    </a:lnTo>
                    <a:lnTo>
                      <a:pt x="19" y="64"/>
                    </a:lnTo>
                    <a:lnTo>
                      <a:pt x="19" y="64"/>
                    </a:lnTo>
                    <a:lnTo>
                      <a:pt x="19" y="64"/>
                    </a:lnTo>
                    <a:lnTo>
                      <a:pt x="19" y="62"/>
                    </a:lnTo>
                    <a:lnTo>
                      <a:pt x="19" y="62"/>
                    </a:lnTo>
                    <a:lnTo>
                      <a:pt x="21" y="62"/>
                    </a:lnTo>
                    <a:lnTo>
                      <a:pt x="21" y="62"/>
                    </a:lnTo>
                    <a:lnTo>
                      <a:pt x="21" y="62"/>
                    </a:lnTo>
                    <a:lnTo>
                      <a:pt x="21" y="62"/>
                    </a:lnTo>
                    <a:lnTo>
                      <a:pt x="21" y="59"/>
                    </a:lnTo>
                    <a:lnTo>
                      <a:pt x="24" y="59"/>
                    </a:lnTo>
                    <a:lnTo>
                      <a:pt x="24" y="59"/>
                    </a:lnTo>
                    <a:lnTo>
                      <a:pt x="24" y="59"/>
                    </a:lnTo>
                    <a:lnTo>
                      <a:pt x="26" y="59"/>
                    </a:lnTo>
                    <a:lnTo>
                      <a:pt x="26" y="59"/>
                    </a:lnTo>
                    <a:lnTo>
                      <a:pt x="29" y="59"/>
                    </a:lnTo>
                    <a:lnTo>
                      <a:pt x="29" y="59"/>
                    </a:lnTo>
                    <a:lnTo>
                      <a:pt x="29" y="59"/>
                    </a:lnTo>
                    <a:lnTo>
                      <a:pt x="29" y="57"/>
                    </a:lnTo>
                    <a:lnTo>
                      <a:pt x="29" y="57"/>
                    </a:lnTo>
                    <a:lnTo>
                      <a:pt x="31" y="57"/>
                    </a:lnTo>
                    <a:lnTo>
                      <a:pt x="31" y="57"/>
                    </a:lnTo>
                    <a:lnTo>
                      <a:pt x="31" y="57"/>
                    </a:lnTo>
                    <a:lnTo>
                      <a:pt x="31" y="57"/>
                    </a:lnTo>
                    <a:lnTo>
                      <a:pt x="33" y="57"/>
                    </a:lnTo>
                    <a:lnTo>
                      <a:pt x="33" y="57"/>
                    </a:lnTo>
                    <a:lnTo>
                      <a:pt x="33" y="55"/>
                    </a:lnTo>
                    <a:lnTo>
                      <a:pt x="33" y="55"/>
                    </a:lnTo>
                    <a:lnTo>
                      <a:pt x="33" y="55"/>
                    </a:lnTo>
                    <a:lnTo>
                      <a:pt x="36" y="55"/>
                    </a:lnTo>
                    <a:lnTo>
                      <a:pt x="36" y="55"/>
                    </a:lnTo>
                    <a:lnTo>
                      <a:pt x="36" y="55"/>
                    </a:lnTo>
                    <a:lnTo>
                      <a:pt x="38" y="55"/>
                    </a:lnTo>
                    <a:lnTo>
                      <a:pt x="38" y="55"/>
                    </a:lnTo>
                    <a:lnTo>
                      <a:pt x="38" y="55"/>
                    </a:lnTo>
                    <a:lnTo>
                      <a:pt x="40" y="55"/>
                    </a:lnTo>
                    <a:lnTo>
                      <a:pt x="40" y="52"/>
                    </a:lnTo>
                    <a:lnTo>
                      <a:pt x="40" y="52"/>
                    </a:lnTo>
                    <a:lnTo>
                      <a:pt x="40" y="52"/>
                    </a:lnTo>
                    <a:lnTo>
                      <a:pt x="43" y="52"/>
                    </a:lnTo>
                    <a:lnTo>
                      <a:pt x="43" y="50"/>
                    </a:lnTo>
                    <a:lnTo>
                      <a:pt x="43" y="50"/>
                    </a:lnTo>
                    <a:lnTo>
                      <a:pt x="43" y="50"/>
                    </a:lnTo>
                    <a:lnTo>
                      <a:pt x="43" y="47"/>
                    </a:lnTo>
                    <a:lnTo>
                      <a:pt x="43" y="47"/>
                    </a:lnTo>
                    <a:lnTo>
                      <a:pt x="43" y="47"/>
                    </a:lnTo>
                    <a:lnTo>
                      <a:pt x="45" y="47"/>
                    </a:lnTo>
                    <a:lnTo>
                      <a:pt x="45" y="47"/>
                    </a:lnTo>
                    <a:lnTo>
                      <a:pt x="45" y="47"/>
                    </a:lnTo>
                    <a:lnTo>
                      <a:pt x="45" y="47"/>
                    </a:lnTo>
                    <a:lnTo>
                      <a:pt x="45" y="45"/>
                    </a:lnTo>
                    <a:lnTo>
                      <a:pt x="47" y="45"/>
                    </a:lnTo>
                    <a:lnTo>
                      <a:pt x="47" y="45"/>
                    </a:lnTo>
                    <a:lnTo>
                      <a:pt x="47" y="45"/>
                    </a:lnTo>
                    <a:lnTo>
                      <a:pt x="47" y="43"/>
                    </a:lnTo>
                    <a:lnTo>
                      <a:pt x="50" y="43"/>
                    </a:lnTo>
                    <a:lnTo>
                      <a:pt x="50" y="43"/>
                    </a:lnTo>
                    <a:lnTo>
                      <a:pt x="50" y="43"/>
                    </a:lnTo>
                    <a:lnTo>
                      <a:pt x="50" y="40"/>
                    </a:lnTo>
                    <a:lnTo>
                      <a:pt x="50" y="40"/>
                    </a:lnTo>
                    <a:lnTo>
                      <a:pt x="50" y="40"/>
                    </a:lnTo>
                    <a:lnTo>
                      <a:pt x="50" y="38"/>
                    </a:lnTo>
                    <a:lnTo>
                      <a:pt x="52" y="38"/>
                    </a:lnTo>
                    <a:lnTo>
                      <a:pt x="52" y="38"/>
                    </a:lnTo>
                    <a:lnTo>
                      <a:pt x="52" y="38"/>
                    </a:lnTo>
                    <a:lnTo>
                      <a:pt x="52" y="38"/>
                    </a:lnTo>
                    <a:lnTo>
                      <a:pt x="52" y="36"/>
                    </a:lnTo>
                    <a:lnTo>
                      <a:pt x="52" y="36"/>
                    </a:lnTo>
                    <a:lnTo>
                      <a:pt x="55" y="36"/>
                    </a:lnTo>
                    <a:lnTo>
                      <a:pt x="55" y="33"/>
                    </a:lnTo>
                    <a:lnTo>
                      <a:pt x="55" y="33"/>
                    </a:lnTo>
                    <a:lnTo>
                      <a:pt x="55" y="33"/>
                    </a:lnTo>
                    <a:lnTo>
                      <a:pt x="55" y="33"/>
                    </a:lnTo>
                    <a:lnTo>
                      <a:pt x="55" y="31"/>
                    </a:lnTo>
                    <a:lnTo>
                      <a:pt x="57" y="31"/>
                    </a:lnTo>
                    <a:lnTo>
                      <a:pt x="57" y="33"/>
                    </a:lnTo>
                    <a:lnTo>
                      <a:pt x="57" y="33"/>
                    </a:lnTo>
                    <a:lnTo>
                      <a:pt x="57" y="31"/>
                    </a:lnTo>
                    <a:lnTo>
                      <a:pt x="57" y="31"/>
                    </a:lnTo>
                    <a:lnTo>
                      <a:pt x="59" y="31"/>
                    </a:lnTo>
                    <a:lnTo>
                      <a:pt x="59" y="31"/>
                    </a:lnTo>
                    <a:lnTo>
                      <a:pt x="59" y="31"/>
                    </a:lnTo>
                    <a:lnTo>
                      <a:pt x="62" y="31"/>
                    </a:lnTo>
                    <a:lnTo>
                      <a:pt x="62" y="31"/>
                    </a:lnTo>
                    <a:lnTo>
                      <a:pt x="62" y="31"/>
                    </a:lnTo>
                    <a:lnTo>
                      <a:pt x="62" y="31"/>
                    </a:lnTo>
                    <a:lnTo>
                      <a:pt x="62" y="33"/>
                    </a:lnTo>
                    <a:lnTo>
                      <a:pt x="62" y="33"/>
                    </a:lnTo>
                    <a:lnTo>
                      <a:pt x="64" y="33"/>
                    </a:lnTo>
                    <a:lnTo>
                      <a:pt x="64" y="36"/>
                    </a:lnTo>
                    <a:lnTo>
                      <a:pt x="64" y="36"/>
                    </a:lnTo>
                    <a:lnTo>
                      <a:pt x="64" y="36"/>
                    </a:lnTo>
                    <a:lnTo>
                      <a:pt x="64" y="38"/>
                    </a:lnTo>
                    <a:lnTo>
                      <a:pt x="64" y="38"/>
                    </a:lnTo>
                    <a:lnTo>
                      <a:pt x="66" y="38"/>
                    </a:lnTo>
                    <a:lnTo>
                      <a:pt x="66" y="38"/>
                    </a:lnTo>
                    <a:lnTo>
                      <a:pt x="66" y="38"/>
                    </a:lnTo>
                    <a:lnTo>
                      <a:pt x="69" y="38"/>
                    </a:lnTo>
                    <a:lnTo>
                      <a:pt x="69" y="38"/>
                    </a:lnTo>
                    <a:lnTo>
                      <a:pt x="69" y="38"/>
                    </a:lnTo>
                    <a:lnTo>
                      <a:pt x="69" y="38"/>
                    </a:lnTo>
                    <a:lnTo>
                      <a:pt x="71" y="38"/>
                    </a:lnTo>
                    <a:lnTo>
                      <a:pt x="71" y="38"/>
                    </a:lnTo>
                    <a:lnTo>
                      <a:pt x="71" y="38"/>
                    </a:lnTo>
                    <a:lnTo>
                      <a:pt x="73" y="38"/>
                    </a:lnTo>
                    <a:lnTo>
                      <a:pt x="73" y="38"/>
                    </a:lnTo>
                    <a:lnTo>
                      <a:pt x="73" y="40"/>
                    </a:lnTo>
                    <a:lnTo>
                      <a:pt x="76" y="40"/>
                    </a:lnTo>
                    <a:lnTo>
                      <a:pt x="76" y="40"/>
                    </a:lnTo>
                    <a:lnTo>
                      <a:pt x="76" y="40"/>
                    </a:lnTo>
                    <a:lnTo>
                      <a:pt x="78" y="40"/>
                    </a:lnTo>
                    <a:lnTo>
                      <a:pt x="78" y="40"/>
                    </a:lnTo>
                    <a:lnTo>
                      <a:pt x="78" y="40"/>
                    </a:lnTo>
                    <a:lnTo>
                      <a:pt x="81" y="40"/>
                    </a:lnTo>
                    <a:lnTo>
                      <a:pt x="81" y="40"/>
                    </a:lnTo>
                    <a:lnTo>
                      <a:pt x="81" y="38"/>
                    </a:lnTo>
                    <a:lnTo>
                      <a:pt x="83" y="38"/>
                    </a:lnTo>
                    <a:lnTo>
                      <a:pt x="83" y="40"/>
                    </a:lnTo>
                    <a:lnTo>
                      <a:pt x="83" y="40"/>
                    </a:lnTo>
                    <a:lnTo>
                      <a:pt x="83" y="40"/>
                    </a:lnTo>
                    <a:lnTo>
                      <a:pt x="83" y="40"/>
                    </a:lnTo>
                    <a:lnTo>
                      <a:pt x="85" y="40"/>
                    </a:lnTo>
                    <a:lnTo>
                      <a:pt x="85" y="40"/>
                    </a:lnTo>
                    <a:lnTo>
                      <a:pt x="85" y="40"/>
                    </a:lnTo>
                    <a:lnTo>
                      <a:pt x="85" y="40"/>
                    </a:lnTo>
                    <a:lnTo>
                      <a:pt x="88" y="40"/>
                    </a:lnTo>
                    <a:lnTo>
                      <a:pt x="88" y="38"/>
                    </a:lnTo>
                    <a:lnTo>
                      <a:pt x="88" y="38"/>
                    </a:lnTo>
                    <a:lnTo>
                      <a:pt x="88" y="38"/>
                    </a:lnTo>
                    <a:lnTo>
                      <a:pt x="90" y="38"/>
                    </a:lnTo>
                    <a:lnTo>
                      <a:pt x="90" y="38"/>
                    </a:lnTo>
                    <a:lnTo>
                      <a:pt x="90" y="36"/>
                    </a:lnTo>
                    <a:lnTo>
                      <a:pt x="90" y="36"/>
                    </a:lnTo>
                    <a:lnTo>
                      <a:pt x="90" y="33"/>
                    </a:lnTo>
                    <a:lnTo>
                      <a:pt x="88" y="33"/>
                    </a:lnTo>
                    <a:lnTo>
                      <a:pt x="88" y="33"/>
                    </a:lnTo>
                    <a:lnTo>
                      <a:pt x="88" y="33"/>
                    </a:lnTo>
                    <a:lnTo>
                      <a:pt x="85" y="33"/>
                    </a:lnTo>
                    <a:lnTo>
                      <a:pt x="85" y="33"/>
                    </a:lnTo>
                    <a:lnTo>
                      <a:pt x="85" y="31"/>
                    </a:lnTo>
                    <a:lnTo>
                      <a:pt x="85" y="31"/>
                    </a:lnTo>
                    <a:lnTo>
                      <a:pt x="85" y="31"/>
                    </a:lnTo>
                    <a:lnTo>
                      <a:pt x="85" y="28"/>
                    </a:lnTo>
                    <a:lnTo>
                      <a:pt x="85" y="28"/>
                    </a:lnTo>
                    <a:lnTo>
                      <a:pt x="85" y="28"/>
                    </a:lnTo>
                    <a:lnTo>
                      <a:pt x="85" y="26"/>
                    </a:lnTo>
                    <a:lnTo>
                      <a:pt x="85" y="26"/>
                    </a:lnTo>
                    <a:lnTo>
                      <a:pt x="85" y="26"/>
                    </a:lnTo>
                    <a:lnTo>
                      <a:pt x="85" y="26"/>
                    </a:lnTo>
                    <a:lnTo>
                      <a:pt x="88" y="26"/>
                    </a:lnTo>
                    <a:lnTo>
                      <a:pt x="88" y="26"/>
                    </a:lnTo>
                    <a:lnTo>
                      <a:pt x="88" y="24"/>
                    </a:lnTo>
                    <a:lnTo>
                      <a:pt x="90" y="24"/>
                    </a:lnTo>
                    <a:lnTo>
                      <a:pt x="90" y="24"/>
                    </a:lnTo>
                    <a:lnTo>
                      <a:pt x="90" y="24"/>
                    </a:lnTo>
                    <a:lnTo>
                      <a:pt x="92" y="24"/>
                    </a:lnTo>
                    <a:lnTo>
                      <a:pt x="92" y="24"/>
                    </a:lnTo>
                    <a:lnTo>
                      <a:pt x="92" y="26"/>
                    </a:lnTo>
                    <a:lnTo>
                      <a:pt x="95" y="26"/>
                    </a:lnTo>
                    <a:lnTo>
                      <a:pt x="95" y="26"/>
                    </a:lnTo>
                    <a:lnTo>
                      <a:pt x="95" y="26"/>
                    </a:lnTo>
                    <a:lnTo>
                      <a:pt x="95" y="24"/>
                    </a:lnTo>
                    <a:lnTo>
                      <a:pt x="97" y="24"/>
                    </a:lnTo>
                    <a:lnTo>
                      <a:pt x="97" y="24"/>
                    </a:lnTo>
                    <a:lnTo>
                      <a:pt x="97" y="26"/>
                    </a:lnTo>
                    <a:lnTo>
                      <a:pt x="97" y="26"/>
                    </a:lnTo>
                    <a:lnTo>
                      <a:pt x="97" y="24"/>
                    </a:lnTo>
                    <a:lnTo>
                      <a:pt x="100" y="24"/>
                    </a:lnTo>
                    <a:lnTo>
                      <a:pt x="100" y="24"/>
                    </a:lnTo>
                    <a:lnTo>
                      <a:pt x="102" y="24"/>
                    </a:lnTo>
                    <a:lnTo>
                      <a:pt x="102" y="26"/>
                    </a:lnTo>
                    <a:lnTo>
                      <a:pt x="102" y="26"/>
                    </a:lnTo>
                    <a:lnTo>
                      <a:pt x="102" y="26"/>
                    </a:lnTo>
                    <a:lnTo>
                      <a:pt x="104" y="26"/>
                    </a:lnTo>
                    <a:lnTo>
                      <a:pt x="104" y="24"/>
                    </a:lnTo>
                    <a:lnTo>
                      <a:pt x="104" y="24"/>
                    </a:lnTo>
                    <a:lnTo>
                      <a:pt x="104" y="24"/>
                    </a:lnTo>
                    <a:lnTo>
                      <a:pt x="104" y="24"/>
                    </a:lnTo>
                    <a:lnTo>
                      <a:pt x="104" y="21"/>
                    </a:lnTo>
                    <a:lnTo>
                      <a:pt x="107" y="21"/>
                    </a:lnTo>
                    <a:lnTo>
                      <a:pt x="107" y="21"/>
                    </a:lnTo>
                    <a:lnTo>
                      <a:pt x="107" y="21"/>
                    </a:lnTo>
                    <a:lnTo>
                      <a:pt x="109" y="21"/>
                    </a:lnTo>
                    <a:lnTo>
                      <a:pt x="109" y="19"/>
                    </a:lnTo>
                    <a:lnTo>
                      <a:pt x="109" y="19"/>
                    </a:lnTo>
                    <a:lnTo>
                      <a:pt x="109" y="19"/>
                    </a:lnTo>
                    <a:lnTo>
                      <a:pt x="109" y="19"/>
                    </a:lnTo>
                    <a:lnTo>
                      <a:pt x="109" y="19"/>
                    </a:lnTo>
                    <a:lnTo>
                      <a:pt x="109" y="17"/>
                    </a:lnTo>
                    <a:lnTo>
                      <a:pt x="109" y="17"/>
                    </a:lnTo>
                    <a:lnTo>
                      <a:pt x="111" y="17"/>
                    </a:lnTo>
                    <a:lnTo>
                      <a:pt x="111" y="14"/>
                    </a:lnTo>
                    <a:lnTo>
                      <a:pt x="111" y="14"/>
                    </a:lnTo>
                    <a:lnTo>
                      <a:pt x="111" y="14"/>
                    </a:lnTo>
                    <a:lnTo>
                      <a:pt x="111" y="14"/>
                    </a:lnTo>
                    <a:lnTo>
                      <a:pt x="114" y="14"/>
                    </a:lnTo>
                    <a:lnTo>
                      <a:pt x="114" y="14"/>
                    </a:lnTo>
                    <a:lnTo>
                      <a:pt x="114" y="14"/>
                    </a:lnTo>
                    <a:lnTo>
                      <a:pt x="116" y="14"/>
                    </a:lnTo>
                    <a:lnTo>
                      <a:pt x="116" y="17"/>
                    </a:lnTo>
                    <a:lnTo>
                      <a:pt x="116" y="17"/>
                    </a:lnTo>
                    <a:lnTo>
                      <a:pt x="116" y="17"/>
                    </a:lnTo>
                    <a:lnTo>
                      <a:pt x="116" y="14"/>
                    </a:lnTo>
                    <a:lnTo>
                      <a:pt x="116" y="14"/>
                    </a:lnTo>
                    <a:lnTo>
                      <a:pt x="118" y="14"/>
                    </a:lnTo>
                    <a:lnTo>
                      <a:pt x="118" y="14"/>
                    </a:lnTo>
                    <a:lnTo>
                      <a:pt x="118" y="14"/>
                    </a:lnTo>
                    <a:lnTo>
                      <a:pt x="118" y="14"/>
                    </a:lnTo>
                    <a:lnTo>
                      <a:pt x="118" y="14"/>
                    </a:lnTo>
                    <a:lnTo>
                      <a:pt x="121" y="14"/>
                    </a:lnTo>
                    <a:lnTo>
                      <a:pt x="121" y="12"/>
                    </a:lnTo>
                    <a:lnTo>
                      <a:pt x="121" y="12"/>
                    </a:lnTo>
                    <a:lnTo>
                      <a:pt x="121" y="10"/>
                    </a:lnTo>
                    <a:lnTo>
                      <a:pt x="121" y="10"/>
                    </a:lnTo>
                    <a:lnTo>
                      <a:pt x="121" y="10"/>
                    </a:lnTo>
                    <a:lnTo>
                      <a:pt x="121" y="10"/>
                    </a:lnTo>
                    <a:lnTo>
                      <a:pt x="121" y="7"/>
                    </a:lnTo>
                    <a:lnTo>
                      <a:pt x="121" y="7"/>
                    </a:lnTo>
                    <a:lnTo>
                      <a:pt x="121" y="7"/>
                    </a:lnTo>
                    <a:lnTo>
                      <a:pt x="121" y="7"/>
                    </a:lnTo>
                    <a:lnTo>
                      <a:pt x="121" y="5"/>
                    </a:lnTo>
                    <a:lnTo>
                      <a:pt x="121" y="5"/>
                    </a:lnTo>
                    <a:lnTo>
                      <a:pt x="123" y="5"/>
                    </a:lnTo>
                    <a:lnTo>
                      <a:pt x="123" y="2"/>
                    </a:lnTo>
                    <a:lnTo>
                      <a:pt x="123" y="2"/>
                    </a:lnTo>
                    <a:lnTo>
                      <a:pt x="123" y="0"/>
                    </a:lnTo>
                    <a:lnTo>
                      <a:pt x="123" y="0"/>
                    </a:lnTo>
                    <a:lnTo>
                      <a:pt x="123" y="0"/>
                    </a:lnTo>
                    <a:lnTo>
                      <a:pt x="123" y="0"/>
                    </a:lnTo>
                    <a:lnTo>
                      <a:pt x="126" y="0"/>
                    </a:lnTo>
                    <a:lnTo>
                      <a:pt x="126" y="0"/>
                    </a:lnTo>
                    <a:lnTo>
                      <a:pt x="126" y="0"/>
                    </a:lnTo>
                    <a:lnTo>
                      <a:pt x="128" y="0"/>
                    </a:lnTo>
                    <a:lnTo>
                      <a:pt x="128" y="0"/>
                    </a:lnTo>
                    <a:lnTo>
                      <a:pt x="128" y="0"/>
                    </a:lnTo>
                    <a:lnTo>
                      <a:pt x="128" y="0"/>
                    </a:lnTo>
                    <a:lnTo>
                      <a:pt x="128" y="0"/>
                    </a:lnTo>
                    <a:lnTo>
                      <a:pt x="128" y="2"/>
                    </a:lnTo>
                    <a:lnTo>
                      <a:pt x="130" y="2"/>
                    </a:lnTo>
                    <a:lnTo>
                      <a:pt x="130" y="2"/>
                    </a:lnTo>
                    <a:lnTo>
                      <a:pt x="130" y="2"/>
                    </a:lnTo>
                    <a:lnTo>
                      <a:pt x="130" y="2"/>
                    </a:lnTo>
                    <a:lnTo>
                      <a:pt x="130" y="5"/>
                    </a:lnTo>
                    <a:lnTo>
                      <a:pt x="130" y="5"/>
                    </a:lnTo>
                    <a:lnTo>
                      <a:pt x="130" y="7"/>
                    </a:lnTo>
                    <a:lnTo>
                      <a:pt x="130" y="7"/>
                    </a:lnTo>
                    <a:lnTo>
                      <a:pt x="133" y="7"/>
                    </a:lnTo>
                    <a:lnTo>
                      <a:pt x="133" y="10"/>
                    </a:lnTo>
                    <a:lnTo>
                      <a:pt x="133" y="10"/>
                    </a:lnTo>
                    <a:lnTo>
                      <a:pt x="133" y="10"/>
                    </a:lnTo>
                    <a:lnTo>
                      <a:pt x="135" y="10"/>
                    </a:lnTo>
                    <a:lnTo>
                      <a:pt x="135" y="10"/>
                    </a:lnTo>
                    <a:lnTo>
                      <a:pt x="135" y="10"/>
                    </a:lnTo>
                    <a:lnTo>
                      <a:pt x="135" y="12"/>
                    </a:lnTo>
                    <a:lnTo>
                      <a:pt x="135" y="12"/>
                    </a:lnTo>
                    <a:lnTo>
                      <a:pt x="135" y="10"/>
                    </a:lnTo>
                    <a:lnTo>
                      <a:pt x="135" y="10"/>
                    </a:lnTo>
                    <a:lnTo>
                      <a:pt x="137" y="10"/>
                    </a:lnTo>
                    <a:lnTo>
                      <a:pt x="137" y="10"/>
                    </a:lnTo>
                    <a:lnTo>
                      <a:pt x="137" y="12"/>
                    </a:lnTo>
                    <a:lnTo>
                      <a:pt x="137" y="12"/>
                    </a:lnTo>
                    <a:lnTo>
                      <a:pt x="137" y="12"/>
                    </a:lnTo>
                    <a:lnTo>
                      <a:pt x="137" y="14"/>
                    </a:lnTo>
                    <a:lnTo>
                      <a:pt x="137" y="14"/>
                    </a:lnTo>
                    <a:lnTo>
                      <a:pt x="137" y="14"/>
                    </a:lnTo>
                    <a:lnTo>
                      <a:pt x="140" y="14"/>
                    </a:lnTo>
                    <a:lnTo>
                      <a:pt x="140" y="14"/>
                    </a:lnTo>
                    <a:lnTo>
                      <a:pt x="140" y="17"/>
                    </a:lnTo>
                    <a:lnTo>
                      <a:pt x="140" y="17"/>
                    </a:lnTo>
                    <a:lnTo>
                      <a:pt x="140" y="19"/>
                    </a:lnTo>
                    <a:lnTo>
                      <a:pt x="140" y="19"/>
                    </a:lnTo>
                    <a:lnTo>
                      <a:pt x="140" y="19"/>
                    </a:lnTo>
                    <a:lnTo>
                      <a:pt x="137" y="19"/>
                    </a:lnTo>
                    <a:lnTo>
                      <a:pt x="137" y="19"/>
                    </a:lnTo>
                    <a:lnTo>
                      <a:pt x="137" y="19"/>
                    </a:lnTo>
                    <a:lnTo>
                      <a:pt x="137" y="19"/>
                    </a:lnTo>
                    <a:lnTo>
                      <a:pt x="135" y="19"/>
                    </a:lnTo>
                    <a:lnTo>
                      <a:pt x="135" y="19"/>
                    </a:lnTo>
                    <a:lnTo>
                      <a:pt x="135" y="19"/>
                    </a:lnTo>
                    <a:lnTo>
                      <a:pt x="135" y="19"/>
                    </a:lnTo>
                    <a:lnTo>
                      <a:pt x="135" y="19"/>
                    </a:lnTo>
                    <a:lnTo>
                      <a:pt x="133" y="19"/>
                    </a:lnTo>
                    <a:lnTo>
                      <a:pt x="133" y="21"/>
                    </a:lnTo>
                    <a:lnTo>
                      <a:pt x="133" y="21"/>
                    </a:lnTo>
                    <a:lnTo>
                      <a:pt x="133" y="21"/>
                    </a:lnTo>
                    <a:lnTo>
                      <a:pt x="130" y="21"/>
                    </a:lnTo>
                    <a:lnTo>
                      <a:pt x="130" y="21"/>
                    </a:lnTo>
                    <a:lnTo>
                      <a:pt x="130" y="24"/>
                    </a:lnTo>
                    <a:lnTo>
                      <a:pt x="130" y="24"/>
                    </a:lnTo>
                    <a:lnTo>
                      <a:pt x="130" y="24"/>
                    </a:lnTo>
                    <a:lnTo>
                      <a:pt x="128" y="24"/>
                    </a:lnTo>
                    <a:lnTo>
                      <a:pt x="128" y="24"/>
                    </a:lnTo>
                    <a:lnTo>
                      <a:pt x="128" y="26"/>
                    </a:lnTo>
                    <a:lnTo>
                      <a:pt x="128" y="26"/>
                    </a:lnTo>
                    <a:lnTo>
                      <a:pt x="128" y="26"/>
                    </a:lnTo>
                    <a:lnTo>
                      <a:pt x="126" y="26"/>
                    </a:lnTo>
                    <a:lnTo>
                      <a:pt x="126" y="28"/>
                    </a:lnTo>
                    <a:lnTo>
                      <a:pt x="126" y="28"/>
                    </a:lnTo>
                    <a:lnTo>
                      <a:pt x="126" y="28"/>
                    </a:lnTo>
                    <a:lnTo>
                      <a:pt x="123" y="28"/>
                    </a:lnTo>
                    <a:lnTo>
                      <a:pt x="123" y="28"/>
                    </a:lnTo>
                    <a:lnTo>
                      <a:pt x="123" y="31"/>
                    </a:lnTo>
                    <a:lnTo>
                      <a:pt x="123" y="31"/>
                    </a:lnTo>
                    <a:lnTo>
                      <a:pt x="123" y="31"/>
                    </a:lnTo>
                    <a:lnTo>
                      <a:pt x="123" y="31"/>
                    </a:lnTo>
                    <a:lnTo>
                      <a:pt x="121" y="31"/>
                    </a:lnTo>
                    <a:lnTo>
                      <a:pt x="121" y="33"/>
                    </a:lnTo>
                    <a:lnTo>
                      <a:pt x="121" y="33"/>
                    </a:lnTo>
                    <a:lnTo>
                      <a:pt x="121" y="33"/>
                    </a:lnTo>
                    <a:lnTo>
                      <a:pt x="118" y="33"/>
                    </a:lnTo>
                    <a:lnTo>
                      <a:pt x="118" y="36"/>
                    </a:lnTo>
                    <a:lnTo>
                      <a:pt x="118" y="36"/>
                    </a:lnTo>
                    <a:lnTo>
                      <a:pt x="118" y="38"/>
                    </a:lnTo>
                    <a:lnTo>
                      <a:pt x="118" y="38"/>
                    </a:lnTo>
                    <a:lnTo>
                      <a:pt x="118" y="38"/>
                    </a:lnTo>
                    <a:lnTo>
                      <a:pt x="118" y="38"/>
                    </a:lnTo>
                    <a:lnTo>
                      <a:pt x="118" y="38"/>
                    </a:lnTo>
                    <a:lnTo>
                      <a:pt x="121" y="38"/>
                    </a:lnTo>
                    <a:lnTo>
                      <a:pt x="121" y="40"/>
                    </a:lnTo>
                    <a:lnTo>
                      <a:pt x="121" y="40"/>
                    </a:lnTo>
                    <a:lnTo>
                      <a:pt x="123" y="40"/>
                    </a:lnTo>
                    <a:lnTo>
                      <a:pt x="123" y="40"/>
                    </a:lnTo>
                    <a:lnTo>
                      <a:pt x="123" y="43"/>
                    </a:lnTo>
                    <a:lnTo>
                      <a:pt x="123" y="43"/>
                    </a:lnTo>
                    <a:lnTo>
                      <a:pt x="121" y="43"/>
                    </a:lnTo>
                    <a:lnTo>
                      <a:pt x="121" y="45"/>
                    </a:lnTo>
                    <a:lnTo>
                      <a:pt x="121" y="45"/>
                    </a:lnTo>
                    <a:lnTo>
                      <a:pt x="121" y="45"/>
                    </a:lnTo>
                    <a:lnTo>
                      <a:pt x="121" y="47"/>
                    </a:lnTo>
                    <a:lnTo>
                      <a:pt x="121" y="47"/>
                    </a:lnTo>
                    <a:lnTo>
                      <a:pt x="121" y="47"/>
                    </a:lnTo>
                    <a:lnTo>
                      <a:pt x="121" y="50"/>
                    </a:lnTo>
                    <a:lnTo>
                      <a:pt x="121" y="50"/>
                    </a:lnTo>
                    <a:lnTo>
                      <a:pt x="121" y="52"/>
                    </a:lnTo>
                    <a:lnTo>
                      <a:pt x="121" y="52"/>
                    </a:lnTo>
                    <a:lnTo>
                      <a:pt x="121" y="52"/>
                    </a:lnTo>
                    <a:lnTo>
                      <a:pt x="121" y="55"/>
                    </a:lnTo>
                    <a:lnTo>
                      <a:pt x="121" y="55"/>
                    </a:lnTo>
                    <a:lnTo>
                      <a:pt x="121" y="55"/>
                    </a:lnTo>
                    <a:lnTo>
                      <a:pt x="121" y="57"/>
                    </a:lnTo>
                    <a:lnTo>
                      <a:pt x="118" y="57"/>
                    </a:lnTo>
                    <a:lnTo>
                      <a:pt x="118" y="57"/>
                    </a:lnTo>
                    <a:lnTo>
                      <a:pt x="118" y="57"/>
                    </a:lnTo>
                    <a:lnTo>
                      <a:pt x="118" y="55"/>
                    </a:lnTo>
                    <a:lnTo>
                      <a:pt x="116" y="55"/>
                    </a:lnTo>
                    <a:lnTo>
                      <a:pt x="116" y="57"/>
                    </a:lnTo>
                    <a:lnTo>
                      <a:pt x="116" y="57"/>
                    </a:lnTo>
                    <a:lnTo>
                      <a:pt x="116" y="57"/>
                    </a:lnTo>
                    <a:lnTo>
                      <a:pt x="116" y="57"/>
                    </a:lnTo>
                    <a:lnTo>
                      <a:pt x="114" y="57"/>
                    </a:lnTo>
                    <a:lnTo>
                      <a:pt x="114" y="57"/>
                    </a:lnTo>
                    <a:lnTo>
                      <a:pt x="114" y="57"/>
                    </a:lnTo>
                    <a:lnTo>
                      <a:pt x="111" y="57"/>
                    </a:lnTo>
                    <a:lnTo>
                      <a:pt x="111" y="57"/>
                    </a:lnTo>
                    <a:lnTo>
                      <a:pt x="111" y="59"/>
                    </a:lnTo>
                    <a:lnTo>
                      <a:pt x="111" y="59"/>
                    </a:lnTo>
                    <a:lnTo>
                      <a:pt x="109" y="59"/>
                    </a:lnTo>
                    <a:lnTo>
                      <a:pt x="109" y="59"/>
                    </a:lnTo>
                    <a:lnTo>
                      <a:pt x="109" y="59"/>
                    </a:lnTo>
                    <a:lnTo>
                      <a:pt x="109" y="62"/>
                    </a:lnTo>
                    <a:lnTo>
                      <a:pt x="109" y="62"/>
                    </a:lnTo>
                    <a:lnTo>
                      <a:pt x="109" y="62"/>
                    </a:lnTo>
                    <a:lnTo>
                      <a:pt x="109" y="64"/>
                    </a:lnTo>
                    <a:lnTo>
                      <a:pt x="107" y="64"/>
                    </a:lnTo>
                    <a:lnTo>
                      <a:pt x="107" y="64"/>
                    </a:lnTo>
                    <a:lnTo>
                      <a:pt x="107" y="64"/>
                    </a:lnTo>
                    <a:lnTo>
                      <a:pt x="104" y="64"/>
                    </a:lnTo>
                    <a:lnTo>
                      <a:pt x="104" y="64"/>
                    </a:lnTo>
                    <a:lnTo>
                      <a:pt x="104" y="66"/>
                    </a:lnTo>
                    <a:lnTo>
                      <a:pt x="104" y="66"/>
                    </a:lnTo>
                    <a:lnTo>
                      <a:pt x="104" y="66"/>
                    </a:lnTo>
                    <a:lnTo>
                      <a:pt x="102" y="66"/>
                    </a:lnTo>
                    <a:lnTo>
                      <a:pt x="102" y="66"/>
                    </a:lnTo>
                    <a:lnTo>
                      <a:pt x="102" y="69"/>
                    </a:lnTo>
                    <a:lnTo>
                      <a:pt x="102" y="69"/>
                    </a:lnTo>
                    <a:lnTo>
                      <a:pt x="100" y="69"/>
                    </a:lnTo>
                    <a:lnTo>
                      <a:pt x="100" y="69"/>
                    </a:lnTo>
                    <a:lnTo>
                      <a:pt x="97" y="69"/>
                    </a:lnTo>
                    <a:lnTo>
                      <a:pt x="97" y="69"/>
                    </a:lnTo>
                    <a:lnTo>
                      <a:pt x="97" y="69"/>
                    </a:lnTo>
                    <a:lnTo>
                      <a:pt x="97" y="69"/>
                    </a:lnTo>
                    <a:lnTo>
                      <a:pt x="97" y="69"/>
                    </a:lnTo>
                    <a:lnTo>
                      <a:pt x="97" y="71"/>
                    </a:lnTo>
                    <a:lnTo>
                      <a:pt x="97" y="71"/>
                    </a:lnTo>
                    <a:lnTo>
                      <a:pt x="97" y="71"/>
                    </a:lnTo>
                    <a:lnTo>
                      <a:pt x="97" y="71"/>
                    </a:lnTo>
                    <a:lnTo>
                      <a:pt x="95" y="71"/>
                    </a:lnTo>
                    <a:lnTo>
                      <a:pt x="95" y="73"/>
                    </a:lnTo>
                    <a:lnTo>
                      <a:pt x="95" y="73"/>
                    </a:lnTo>
                    <a:lnTo>
                      <a:pt x="95" y="73"/>
                    </a:lnTo>
                    <a:lnTo>
                      <a:pt x="95" y="73"/>
                    </a:lnTo>
                    <a:lnTo>
                      <a:pt x="92" y="73"/>
                    </a:lnTo>
                    <a:lnTo>
                      <a:pt x="92" y="73"/>
                    </a:lnTo>
                    <a:lnTo>
                      <a:pt x="90" y="73"/>
                    </a:lnTo>
                    <a:lnTo>
                      <a:pt x="90" y="76"/>
                    </a:lnTo>
                    <a:lnTo>
                      <a:pt x="90" y="76"/>
                    </a:lnTo>
                    <a:lnTo>
                      <a:pt x="90" y="76"/>
                    </a:lnTo>
                    <a:lnTo>
                      <a:pt x="90" y="76"/>
                    </a:lnTo>
                    <a:lnTo>
                      <a:pt x="88" y="76"/>
                    </a:lnTo>
                    <a:lnTo>
                      <a:pt x="88" y="78"/>
                    </a:lnTo>
                    <a:lnTo>
                      <a:pt x="88" y="78"/>
                    </a:lnTo>
                    <a:lnTo>
                      <a:pt x="85" y="78"/>
                    </a:lnTo>
                    <a:lnTo>
                      <a:pt x="85" y="78"/>
                    </a:lnTo>
                    <a:lnTo>
                      <a:pt x="85" y="76"/>
                    </a:lnTo>
                    <a:lnTo>
                      <a:pt x="85" y="76"/>
                    </a:lnTo>
                    <a:lnTo>
                      <a:pt x="83" y="76"/>
                    </a:lnTo>
                    <a:lnTo>
                      <a:pt x="83" y="76"/>
                    </a:lnTo>
                    <a:lnTo>
                      <a:pt x="83" y="76"/>
                    </a:lnTo>
                    <a:lnTo>
                      <a:pt x="83" y="78"/>
                    </a:lnTo>
                    <a:lnTo>
                      <a:pt x="81" y="78"/>
                    </a:lnTo>
                    <a:lnTo>
                      <a:pt x="81" y="78"/>
                    </a:lnTo>
                    <a:lnTo>
                      <a:pt x="81" y="78"/>
                    </a:lnTo>
                    <a:lnTo>
                      <a:pt x="81" y="78"/>
                    </a:lnTo>
                    <a:lnTo>
                      <a:pt x="78" y="78"/>
                    </a:lnTo>
                    <a:lnTo>
                      <a:pt x="78" y="81"/>
                    </a:lnTo>
                    <a:lnTo>
                      <a:pt x="78" y="81"/>
                    </a:lnTo>
                    <a:lnTo>
                      <a:pt x="78" y="81"/>
                    </a:lnTo>
                    <a:lnTo>
                      <a:pt x="76" y="81"/>
                    </a:lnTo>
                    <a:lnTo>
                      <a:pt x="76" y="81"/>
                    </a:lnTo>
                    <a:lnTo>
                      <a:pt x="76" y="81"/>
                    </a:lnTo>
                    <a:lnTo>
                      <a:pt x="76" y="81"/>
                    </a:lnTo>
                    <a:lnTo>
                      <a:pt x="73" y="81"/>
                    </a:lnTo>
                    <a:lnTo>
                      <a:pt x="73" y="83"/>
                    </a:lnTo>
                    <a:lnTo>
                      <a:pt x="73" y="83"/>
                    </a:lnTo>
                    <a:lnTo>
                      <a:pt x="73" y="83"/>
                    </a:lnTo>
                    <a:lnTo>
                      <a:pt x="71" y="83"/>
                    </a:lnTo>
                    <a:lnTo>
                      <a:pt x="71" y="85"/>
                    </a:lnTo>
                    <a:lnTo>
                      <a:pt x="73" y="85"/>
                    </a:lnTo>
                    <a:lnTo>
                      <a:pt x="73" y="85"/>
                    </a:lnTo>
                    <a:lnTo>
                      <a:pt x="73" y="85"/>
                    </a:lnTo>
                    <a:lnTo>
                      <a:pt x="73" y="88"/>
                    </a:lnTo>
                    <a:lnTo>
                      <a:pt x="73" y="88"/>
                    </a:lnTo>
                    <a:lnTo>
                      <a:pt x="73" y="88"/>
                    </a:lnTo>
                    <a:lnTo>
                      <a:pt x="73" y="88"/>
                    </a:lnTo>
                    <a:lnTo>
                      <a:pt x="73" y="90"/>
                    </a:lnTo>
                    <a:lnTo>
                      <a:pt x="73" y="90"/>
                    </a:lnTo>
                    <a:lnTo>
                      <a:pt x="73" y="90"/>
                    </a:lnTo>
                    <a:lnTo>
                      <a:pt x="73" y="92"/>
                    </a:lnTo>
                    <a:lnTo>
                      <a:pt x="73" y="92"/>
                    </a:lnTo>
                    <a:lnTo>
                      <a:pt x="73" y="95"/>
                    </a:lnTo>
                    <a:lnTo>
                      <a:pt x="73" y="9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0" name="Freeform 68"/>
              <p:cNvSpPr>
                <a:spLocks/>
              </p:cNvSpPr>
              <p:nvPr/>
            </p:nvSpPr>
            <p:spPr bwMode="auto">
              <a:xfrm>
                <a:off x="3496" y="1663"/>
                <a:ext cx="140" cy="135"/>
              </a:xfrm>
              <a:custGeom>
                <a:avLst/>
                <a:gdLst/>
                <a:ahLst/>
                <a:cxnLst>
                  <a:cxn ang="0">
                    <a:pos x="78" y="97"/>
                  </a:cxn>
                  <a:cxn ang="0">
                    <a:pos x="83" y="104"/>
                  </a:cxn>
                  <a:cxn ang="0">
                    <a:pos x="90" y="109"/>
                  </a:cxn>
                  <a:cxn ang="0">
                    <a:pos x="85" y="116"/>
                  </a:cxn>
                  <a:cxn ang="0">
                    <a:pos x="78" y="119"/>
                  </a:cxn>
                  <a:cxn ang="0">
                    <a:pos x="69" y="119"/>
                  </a:cxn>
                  <a:cxn ang="0">
                    <a:pos x="62" y="121"/>
                  </a:cxn>
                  <a:cxn ang="0">
                    <a:pos x="55" y="128"/>
                  </a:cxn>
                  <a:cxn ang="0">
                    <a:pos x="50" y="130"/>
                  </a:cxn>
                  <a:cxn ang="0">
                    <a:pos x="43" y="133"/>
                  </a:cxn>
                  <a:cxn ang="0">
                    <a:pos x="36" y="128"/>
                  </a:cxn>
                  <a:cxn ang="0">
                    <a:pos x="33" y="130"/>
                  </a:cxn>
                  <a:cxn ang="0">
                    <a:pos x="26" y="135"/>
                  </a:cxn>
                  <a:cxn ang="0">
                    <a:pos x="19" y="133"/>
                  </a:cxn>
                  <a:cxn ang="0">
                    <a:pos x="21" y="128"/>
                  </a:cxn>
                  <a:cxn ang="0">
                    <a:pos x="10" y="126"/>
                  </a:cxn>
                  <a:cxn ang="0">
                    <a:pos x="17" y="116"/>
                  </a:cxn>
                  <a:cxn ang="0">
                    <a:pos x="17" y="111"/>
                  </a:cxn>
                  <a:cxn ang="0">
                    <a:pos x="19" y="111"/>
                  </a:cxn>
                  <a:cxn ang="0">
                    <a:pos x="21" y="107"/>
                  </a:cxn>
                  <a:cxn ang="0">
                    <a:pos x="24" y="97"/>
                  </a:cxn>
                  <a:cxn ang="0">
                    <a:pos x="24" y="88"/>
                  </a:cxn>
                  <a:cxn ang="0">
                    <a:pos x="17" y="88"/>
                  </a:cxn>
                  <a:cxn ang="0">
                    <a:pos x="12" y="90"/>
                  </a:cxn>
                  <a:cxn ang="0">
                    <a:pos x="7" y="85"/>
                  </a:cxn>
                  <a:cxn ang="0">
                    <a:pos x="2" y="81"/>
                  </a:cxn>
                  <a:cxn ang="0">
                    <a:pos x="2" y="78"/>
                  </a:cxn>
                  <a:cxn ang="0">
                    <a:pos x="7" y="71"/>
                  </a:cxn>
                  <a:cxn ang="0">
                    <a:pos x="14" y="66"/>
                  </a:cxn>
                  <a:cxn ang="0">
                    <a:pos x="21" y="62"/>
                  </a:cxn>
                  <a:cxn ang="0">
                    <a:pos x="31" y="57"/>
                  </a:cxn>
                  <a:cxn ang="0">
                    <a:pos x="38" y="55"/>
                  </a:cxn>
                  <a:cxn ang="0">
                    <a:pos x="45" y="47"/>
                  </a:cxn>
                  <a:cxn ang="0">
                    <a:pos x="50" y="40"/>
                  </a:cxn>
                  <a:cxn ang="0">
                    <a:pos x="55" y="33"/>
                  </a:cxn>
                  <a:cxn ang="0">
                    <a:pos x="62" y="31"/>
                  </a:cxn>
                  <a:cxn ang="0">
                    <a:pos x="69" y="38"/>
                  </a:cxn>
                  <a:cxn ang="0">
                    <a:pos x="78" y="40"/>
                  </a:cxn>
                  <a:cxn ang="0">
                    <a:pos x="85" y="40"/>
                  </a:cxn>
                  <a:cxn ang="0">
                    <a:pos x="85" y="33"/>
                  </a:cxn>
                  <a:cxn ang="0">
                    <a:pos x="88" y="26"/>
                  </a:cxn>
                  <a:cxn ang="0">
                    <a:pos x="97" y="24"/>
                  </a:cxn>
                  <a:cxn ang="0">
                    <a:pos x="104" y="24"/>
                  </a:cxn>
                  <a:cxn ang="0">
                    <a:pos x="109" y="17"/>
                  </a:cxn>
                  <a:cxn ang="0">
                    <a:pos x="116" y="14"/>
                  </a:cxn>
                  <a:cxn ang="0">
                    <a:pos x="121" y="10"/>
                  </a:cxn>
                  <a:cxn ang="0">
                    <a:pos x="123" y="0"/>
                  </a:cxn>
                  <a:cxn ang="0">
                    <a:pos x="130" y="2"/>
                  </a:cxn>
                  <a:cxn ang="0">
                    <a:pos x="135" y="12"/>
                  </a:cxn>
                  <a:cxn ang="0">
                    <a:pos x="140" y="17"/>
                  </a:cxn>
                  <a:cxn ang="0">
                    <a:pos x="135" y="19"/>
                  </a:cxn>
                  <a:cxn ang="0">
                    <a:pos x="128" y="26"/>
                  </a:cxn>
                  <a:cxn ang="0">
                    <a:pos x="121" y="33"/>
                  </a:cxn>
                  <a:cxn ang="0">
                    <a:pos x="121" y="40"/>
                  </a:cxn>
                  <a:cxn ang="0">
                    <a:pos x="121" y="50"/>
                  </a:cxn>
                  <a:cxn ang="0">
                    <a:pos x="116" y="57"/>
                  </a:cxn>
                  <a:cxn ang="0">
                    <a:pos x="109" y="59"/>
                  </a:cxn>
                  <a:cxn ang="0">
                    <a:pos x="102" y="66"/>
                  </a:cxn>
                  <a:cxn ang="0">
                    <a:pos x="97" y="71"/>
                  </a:cxn>
                  <a:cxn ang="0">
                    <a:pos x="90" y="76"/>
                  </a:cxn>
                  <a:cxn ang="0">
                    <a:pos x="81" y="78"/>
                  </a:cxn>
                  <a:cxn ang="0">
                    <a:pos x="73" y="83"/>
                  </a:cxn>
                  <a:cxn ang="0">
                    <a:pos x="73" y="90"/>
                  </a:cxn>
                </a:cxnLst>
                <a:rect l="0" t="0" r="r" b="b"/>
                <a:pathLst>
                  <a:path w="140" h="135">
                    <a:moveTo>
                      <a:pt x="73" y="95"/>
                    </a:moveTo>
                    <a:lnTo>
                      <a:pt x="73" y="95"/>
                    </a:lnTo>
                    <a:lnTo>
                      <a:pt x="73" y="97"/>
                    </a:lnTo>
                    <a:lnTo>
                      <a:pt x="71" y="97"/>
                    </a:lnTo>
                    <a:lnTo>
                      <a:pt x="71" y="97"/>
                    </a:lnTo>
                    <a:lnTo>
                      <a:pt x="73" y="97"/>
                    </a:lnTo>
                    <a:lnTo>
                      <a:pt x="73" y="97"/>
                    </a:lnTo>
                    <a:lnTo>
                      <a:pt x="76" y="97"/>
                    </a:lnTo>
                    <a:lnTo>
                      <a:pt x="76" y="97"/>
                    </a:lnTo>
                    <a:lnTo>
                      <a:pt x="76" y="97"/>
                    </a:lnTo>
                    <a:lnTo>
                      <a:pt x="76" y="97"/>
                    </a:lnTo>
                    <a:lnTo>
                      <a:pt x="76" y="97"/>
                    </a:lnTo>
                    <a:lnTo>
                      <a:pt x="78" y="97"/>
                    </a:lnTo>
                    <a:lnTo>
                      <a:pt x="78" y="97"/>
                    </a:lnTo>
                    <a:lnTo>
                      <a:pt x="78" y="97"/>
                    </a:lnTo>
                    <a:lnTo>
                      <a:pt x="78" y="100"/>
                    </a:lnTo>
                    <a:lnTo>
                      <a:pt x="78" y="100"/>
                    </a:lnTo>
                    <a:lnTo>
                      <a:pt x="78" y="100"/>
                    </a:lnTo>
                    <a:lnTo>
                      <a:pt x="81" y="100"/>
                    </a:lnTo>
                    <a:lnTo>
                      <a:pt x="81" y="102"/>
                    </a:lnTo>
                    <a:lnTo>
                      <a:pt x="81" y="102"/>
                    </a:lnTo>
                    <a:lnTo>
                      <a:pt x="81" y="102"/>
                    </a:lnTo>
                    <a:lnTo>
                      <a:pt x="83" y="102"/>
                    </a:lnTo>
                    <a:lnTo>
                      <a:pt x="83" y="104"/>
                    </a:lnTo>
                    <a:lnTo>
                      <a:pt x="83" y="104"/>
                    </a:lnTo>
                    <a:lnTo>
                      <a:pt x="83" y="104"/>
                    </a:lnTo>
                    <a:lnTo>
                      <a:pt x="83" y="104"/>
                    </a:lnTo>
                    <a:lnTo>
                      <a:pt x="85" y="104"/>
                    </a:lnTo>
                    <a:lnTo>
                      <a:pt x="85" y="104"/>
                    </a:lnTo>
                    <a:lnTo>
                      <a:pt x="85" y="107"/>
                    </a:lnTo>
                    <a:lnTo>
                      <a:pt x="85" y="107"/>
                    </a:lnTo>
                    <a:lnTo>
                      <a:pt x="85" y="107"/>
                    </a:lnTo>
                    <a:lnTo>
                      <a:pt x="88" y="107"/>
                    </a:lnTo>
                    <a:lnTo>
                      <a:pt x="88" y="107"/>
                    </a:lnTo>
                    <a:lnTo>
                      <a:pt x="88" y="107"/>
                    </a:lnTo>
                    <a:lnTo>
                      <a:pt x="90" y="107"/>
                    </a:lnTo>
                    <a:lnTo>
                      <a:pt x="90" y="107"/>
                    </a:lnTo>
                    <a:lnTo>
                      <a:pt x="90" y="109"/>
                    </a:lnTo>
                    <a:lnTo>
                      <a:pt x="90" y="109"/>
                    </a:lnTo>
                    <a:lnTo>
                      <a:pt x="90" y="109"/>
                    </a:lnTo>
                    <a:lnTo>
                      <a:pt x="90" y="111"/>
                    </a:lnTo>
                    <a:lnTo>
                      <a:pt x="90" y="111"/>
                    </a:lnTo>
                    <a:lnTo>
                      <a:pt x="90" y="111"/>
                    </a:lnTo>
                    <a:lnTo>
                      <a:pt x="90" y="114"/>
                    </a:lnTo>
                    <a:lnTo>
                      <a:pt x="90" y="114"/>
                    </a:lnTo>
                    <a:lnTo>
                      <a:pt x="90" y="114"/>
                    </a:lnTo>
                    <a:lnTo>
                      <a:pt x="90" y="116"/>
                    </a:lnTo>
                    <a:lnTo>
                      <a:pt x="90" y="116"/>
                    </a:lnTo>
                    <a:lnTo>
                      <a:pt x="88" y="116"/>
                    </a:lnTo>
                    <a:lnTo>
                      <a:pt x="88" y="116"/>
                    </a:lnTo>
                    <a:lnTo>
                      <a:pt x="88" y="116"/>
                    </a:lnTo>
                    <a:lnTo>
                      <a:pt x="85" y="116"/>
                    </a:lnTo>
                    <a:lnTo>
                      <a:pt x="85" y="119"/>
                    </a:lnTo>
                    <a:lnTo>
                      <a:pt x="85" y="119"/>
                    </a:lnTo>
                    <a:lnTo>
                      <a:pt x="85" y="119"/>
                    </a:lnTo>
                    <a:lnTo>
                      <a:pt x="85" y="119"/>
                    </a:lnTo>
                    <a:lnTo>
                      <a:pt x="83" y="119"/>
                    </a:lnTo>
                    <a:lnTo>
                      <a:pt x="83" y="119"/>
                    </a:lnTo>
                    <a:lnTo>
                      <a:pt x="83" y="119"/>
                    </a:lnTo>
                    <a:lnTo>
                      <a:pt x="83" y="119"/>
                    </a:lnTo>
                    <a:lnTo>
                      <a:pt x="81" y="119"/>
                    </a:lnTo>
                    <a:lnTo>
                      <a:pt x="81" y="119"/>
                    </a:lnTo>
                    <a:lnTo>
                      <a:pt x="81" y="119"/>
                    </a:lnTo>
                    <a:lnTo>
                      <a:pt x="78" y="119"/>
                    </a:lnTo>
                    <a:lnTo>
                      <a:pt x="78" y="119"/>
                    </a:lnTo>
                    <a:lnTo>
                      <a:pt x="78" y="119"/>
                    </a:lnTo>
                    <a:lnTo>
                      <a:pt x="78" y="119"/>
                    </a:lnTo>
                    <a:lnTo>
                      <a:pt x="76" y="119"/>
                    </a:lnTo>
                    <a:lnTo>
                      <a:pt x="76" y="119"/>
                    </a:lnTo>
                    <a:lnTo>
                      <a:pt x="76" y="119"/>
                    </a:lnTo>
                    <a:lnTo>
                      <a:pt x="73" y="119"/>
                    </a:lnTo>
                    <a:lnTo>
                      <a:pt x="73" y="119"/>
                    </a:lnTo>
                    <a:lnTo>
                      <a:pt x="73" y="119"/>
                    </a:lnTo>
                    <a:lnTo>
                      <a:pt x="71" y="119"/>
                    </a:lnTo>
                    <a:lnTo>
                      <a:pt x="71" y="119"/>
                    </a:lnTo>
                    <a:lnTo>
                      <a:pt x="71" y="119"/>
                    </a:lnTo>
                    <a:lnTo>
                      <a:pt x="71" y="119"/>
                    </a:lnTo>
                    <a:lnTo>
                      <a:pt x="69" y="119"/>
                    </a:lnTo>
                    <a:lnTo>
                      <a:pt x="69" y="119"/>
                    </a:lnTo>
                    <a:lnTo>
                      <a:pt x="69" y="119"/>
                    </a:lnTo>
                    <a:lnTo>
                      <a:pt x="66" y="119"/>
                    </a:lnTo>
                    <a:lnTo>
                      <a:pt x="66" y="119"/>
                    </a:lnTo>
                    <a:lnTo>
                      <a:pt x="66" y="119"/>
                    </a:lnTo>
                    <a:lnTo>
                      <a:pt x="64" y="119"/>
                    </a:lnTo>
                    <a:lnTo>
                      <a:pt x="64" y="119"/>
                    </a:lnTo>
                    <a:lnTo>
                      <a:pt x="64" y="119"/>
                    </a:lnTo>
                    <a:lnTo>
                      <a:pt x="64" y="121"/>
                    </a:lnTo>
                    <a:lnTo>
                      <a:pt x="62" y="121"/>
                    </a:lnTo>
                    <a:lnTo>
                      <a:pt x="62" y="121"/>
                    </a:lnTo>
                    <a:lnTo>
                      <a:pt x="62" y="121"/>
                    </a:lnTo>
                    <a:lnTo>
                      <a:pt x="62" y="121"/>
                    </a:lnTo>
                    <a:lnTo>
                      <a:pt x="62" y="123"/>
                    </a:lnTo>
                    <a:lnTo>
                      <a:pt x="62" y="123"/>
                    </a:lnTo>
                    <a:lnTo>
                      <a:pt x="59" y="123"/>
                    </a:lnTo>
                    <a:lnTo>
                      <a:pt x="59" y="126"/>
                    </a:lnTo>
                    <a:lnTo>
                      <a:pt x="59" y="126"/>
                    </a:lnTo>
                    <a:lnTo>
                      <a:pt x="59" y="126"/>
                    </a:lnTo>
                    <a:lnTo>
                      <a:pt x="57" y="126"/>
                    </a:lnTo>
                    <a:lnTo>
                      <a:pt x="57" y="128"/>
                    </a:lnTo>
                    <a:lnTo>
                      <a:pt x="57" y="128"/>
                    </a:lnTo>
                    <a:lnTo>
                      <a:pt x="57" y="128"/>
                    </a:lnTo>
                    <a:lnTo>
                      <a:pt x="57" y="128"/>
                    </a:lnTo>
                    <a:lnTo>
                      <a:pt x="55" y="128"/>
                    </a:lnTo>
                    <a:lnTo>
                      <a:pt x="55" y="128"/>
                    </a:lnTo>
                    <a:lnTo>
                      <a:pt x="55" y="130"/>
                    </a:lnTo>
                    <a:lnTo>
                      <a:pt x="55" y="130"/>
                    </a:lnTo>
                    <a:lnTo>
                      <a:pt x="55" y="130"/>
                    </a:lnTo>
                    <a:lnTo>
                      <a:pt x="55" y="133"/>
                    </a:lnTo>
                    <a:lnTo>
                      <a:pt x="55" y="133"/>
                    </a:lnTo>
                    <a:lnTo>
                      <a:pt x="55" y="133"/>
                    </a:lnTo>
                    <a:lnTo>
                      <a:pt x="52" y="133"/>
                    </a:lnTo>
                    <a:lnTo>
                      <a:pt x="52" y="133"/>
                    </a:lnTo>
                    <a:lnTo>
                      <a:pt x="52" y="133"/>
                    </a:lnTo>
                    <a:lnTo>
                      <a:pt x="50" y="133"/>
                    </a:lnTo>
                    <a:lnTo>
                      <a:pt x="50" y="133"/>
                    </a:lnTo>
                    <a:lnTo>
                      <a:pt x="50" y="130"/>
                    </a:lnTo>
                    <a:lnTo>
                      <a:pt x="50" y="130"/>
                    </a:lnTo>
                    <a:lnTo>
                      <a:pt x="47" y="130"/>
                    </a:lnTo>
                    <a:lnTo>
                      <a:pt x="47" y="130"/>
                    </a:lnTo>
                    <a:lnTo>
                      <a:pt x="45" y="130"/>
                    </a:lnTo>
                    <a:lnTo>
                      <a:pt x="45" y="130"/>
                    </a:lnTo>
                    <a:lnTo>
                      <a:pt x="45" y="130"/>
                    </a:lnTo>
                    <a:lnTo>
                      <a:pt x="45" y="133"/>
                    </a:lnTo>
                    <a:lnTo>
                      <a:pt x="43" y="133"/>
                    </a:lnTo>
                    <a:lnTo>
                      <a:pt x="43" y="133"/>
                    </a:lnTo>
                    <a:lnTo>
                      <a:pt x="43" y="135"/>
                    </a:lnTo>
                    <a:lnTo>
                      <a:pt x="43" y="135"/>
                    </a:lnTo>
                    <a:lnTo>
                      <a:pt x="43" y="135"/>
                    </a:lnTo>
                    <a:lnTo>
                      <a:pt x="43" y="133"/>
                    </a:lnTo>
                    <a:lnTo>
                      <a:pt x="43" y="133"/>
                    </a:lnTo>
                    <a:lnTo>
                      <a:pt x="40" y="133"/>
                    </a:lnTo>
                    <a:lnTo>
                      <a:pt x="40" y="130"/>
                    </a:lnTo>
                    <a:lnTo>
                      <a:pt x="40" y="130"/>
                    </a:lnTo>
                    <a:lnTo>
                      <a:pt x="40" y="133"/>
                    </a:lnTo>
                    <a:lnTo>
                      <a:pt x="38" y="133"/>
                    </a:lnTo>
                    <a:lnTo>
                      <a:pt x="38" y="133"/>
                    </a:lnTo>
                    <a:lnTo>
                      <a:pt x="38" y="133"/>
                    </a:lnTo>
                    <a:lnTo>
                      <a:pt x="38" y="133"/>
                    </a:lnTo>
                    <a:lnTo>
                      <a:pt x="38" y="133"/>
                    </a:lnTo>
                    <a:lnTo>
                      <a:pt x="38" y="130"/>
                    </a:lnTo>
                    <a:lnTo>
                      <a:pt x="38" y="130"/>
                    </a:lnTo>
                    <a:lnTo>
                      <a:pt x="36" y="130"/>
                    </a:lnTo>
                    <a:lnTo>
                      <a:pt x="36" y="128"/>
                    </a:lnTo>
                    <a:lnTo>
                      <a:pt x="36" y="128"/>
                    </a:lnTo>
                    <a:lnTo>
                      <a:pt x="36" y="128"/>
                    </a:lnTo>
                    <a:lnTo>
                      <a:pt x="36" y="128"/>
                    </a:lnTo>
                    <a:lnTo>
                      <a:pt x="36" y="128"/>
                    </a:lnTo>
                    <a:lnTo>
                      <a:pt x="36" y="130"/>
                    </a:lnTo>
                    <a:lnTo>
                      <a:pt x="36" y="130"/>
                    </a:lnTo>
                    <a:lnTo>
                      <a:pt x="36" y="130"/>
                    </a:lnTo>
                    <a:lnTo>
                      <a:pt x="36" y="133"/>
                    </a:lnTo>
                    <a:lnTo>
                      <a:pt x="36" y="133"/>
                    </a:lnTo>
                    <a:lnTo>
                      <a:pt x="33" y="133"/>
                    </a:lnTo>
                    <a:lnTo>
                      <a:pt x="33" y="130"/>
                    </a:lnTo>
                    <a:lnTo>
                      <a:pt x="33" y="130"/>
                    </a:lnTo>
                    <a:lnTo>
                      <a:pt x="33" y="130"/>
                    </a:lnTo>
                    <a:lnTo>
                      <a:pt x="33" y="130"/>
                    </a:lnTo>
                    <a:lnTo>
                      <a:pt x="33" y="133"/>
                    </a:lnTo>
                    <a:lnTo>
                      <a:pt x="31" y="133"/>
                    </a:lnTo>
                    <a:lnTo>
                      <a:pt x="31" y="133"/>
                    </a:lnTo>
                    <a:lnTo>
                      <a:pt x="31" y="133"/>
                    </a:lnTo>
                    <a:lnTo>
                      <a:pt x="31" y="133"/>
                    </a:lnTo>
                    <a:lnTo>
                      <a:pt x="29" y="133"/>
                    </a:lnTo>
                    <a:lnTo>
                      <a:pt x="29" y="135"/>
                    </a:lnTo>
                    <a:lnTo>
                      <a:pt x="29" y="135"/>
                    </a:lnTo>
                    <a:lnTo>
                      <a:pt x="29" y="135"/>
                    </a:lnTo>
                    <a:lnTo>
                      <a:pt x="26" y="135"/>
                    </a:lnTo>
                    <a:lnTo>
                      <a:pt x="26" y="135"/>
                    </a:lnTo>
                    <a:lnTo>
                      <a:pt x="26" y="135"/>
                    </a:lnTo>
                    <a:lnTo>
                      <a:pt x="24" y="135"/>
                    </a:lnTo>
                    <a:lnTo>
                      <a:pt x="24" y="135"/>
                    </a:lnTo>
                    <a:lnTo>
                      <a:pt x="24" y="135"/>
                    </a:lnTo>
                    <a:lnTo>
                      <a:pt x="24" y="135"/>
                    </a:lnTo>
                    <a:lnTo>
                      <a:pt x="24" y="133"/>
                    </a:lnTo>
                    <a:lnTo>
                      <a:pt x="21" y="133"/>
                    </a:lnTo>
                    <a:lnTo>
                      <a:pt x="21" y="133"/>
                    </a:lnTo>
                    <a:lnTo>
                      <a:pt x="21" y="133"/>
                    </a:lnTo>
                    <a:lnTo>
                      <a:pt x="21" y="130"/>
                    </a:lnTo>
                    <a:lnTo>
                      <a:pt x="21" y="130"/>
                    </a:lnTo>
                    <a:lnTo>
                      <a:pt x="21" y="133"/>
                    </a:lnTo>
                    <a:lnTo>
                      <a:pt x="19" y="133"/>
                    </a:lnTo>
                    <a:lnTo>
                      <a:pt x="19" y="133"/>
                    </a:lnTo>
                    <a:lnTo>
                      <a:pt x="17" y="133"/>
                    </a:lnTo>
                    <a:lnTo>
                      <a:pt x="17" y="130"/>
                    </a:lnTo>
                    <a:lnTo>
                      <a:pt x="19" y="130"/>
                    </a:lnTo>
                    <a:lnTo>
                      <a:pt x="19" y="130"/>
                    </a:lnTo>
                    <a:lnTo>
                      <a:pt x="17" y="130"/>
                    </a:lnTo>
                    <a:lnTo>
                      <a:pt x="17" y="130"/>
                    </a:lnTo>
                    <a:lnTo>
                      <a:pt x="17" y="128"/>
                    </a:lnTo>
                    <a:lnTo>
                      <a:pt x="17" y="128"/>
                    </a:lnTo>
                    <a:lnTo>
                      <a:pt x="17" y="128"/>
                    </a:lnTo>
                    <a:lnTo>
                      <a:pt x="19" y="128"/>
                    </a:lnTo>
                    <a:lnTo>
                      <a:pt x="19" y="128"/>
                    </a:lnTo>
                    <a:lnTo>
                      <a:pt x="19" y="128"/>
                    </a:lnTo>
                    <a:lnTo>
                      <a:pt x="21" y="128"/>
                    </a:lnTo>
                    <a:lnTo>
                      <a:pt x="21" y="126"/>
                    </a:lnTo>
                    <a:lnTo>
                      <a:pt x="19" y="126"/>
                    </a:lnTo>
                    <a:lnTo>
                      <a:pt x="19" y="126"/>
                    </a:lnTo>
                    <a:lnTo>
                      <a:pt x="17" y="126"/>
                    </a:lnTo>
                    <a:lnTo>
                      <a:pt x="17" y="126"/>
                    </a:lnTo>
                    <a:lnTo>
                      <a:pt x="17" y="126"/>
                    </a:lnTo>
                    <a:lnTo>
                      <a:pt x="17" y="126"/>
                    </a:lnTo>
                    <a:lnTo>
                      <a:pt x="14" y="126"/>
                    </a:lnTo>
                    <a:lnTo>
                      <a:pt x="14" y="126"/>
                    </a:lnTo>
                    <a:lnTo>
                      <a:pt x="12" y="126"/>
                    </a:lnTo>
                    <a:lnTo>
                      <a:pt x="12" y="126"/>
                    </a:lnTo>
                    <a:lnTo>
                      <a:pt x="12" y="126"/>
                    </a:lnTo>
                    <a:lnTo>
                      <a:pt x="10" y="126"/>
                    </a:lnTo>
                    <a:lnTo>
                      <a:pt x="10" y="123"/>
                    </a:lnTo>
                    <a:lnTo>
                      <a:pt x="10" y="123"/>
                    </a:lnTo>
                    <a:lnTo>
                      <a:pt x="12" y="123"/>
                    </a:lnTo>
                    <a:lnTo>
                      <a:pt x="12" y="123"/>
                    </a:lnTo>
                    <a:lnTo>
                      <a:pt x="12" y="123"/>
                    </a:lnTo>
                    <a:lnTo>
                      <a:pt x="12" y="121"/>
                    </a:lnTo>
                    <a:lnTo>
                      <a:pt x="14" y="121"/>
                    </a:lnTo>
                    <a:lnTo>
                      <a:pt x="14" y="121"/>
                    </a:lnTo>
                    <a:lnTo>
                      <a:pt x="14" y="121"/>
                    </a:lnTo>
                    <a:lnTo>
                      <a:pt x="14" y="119"/>
                    </a:lnTo>
                    <a:lnTo>
                      <a:pt x="14" y="119"/>
                    </a:lnTo>
                    <a:lnTo>
                      <a:pt x="14" y="116"/>
                    </a:lnTo>
                    <a:lnTo>
                      <a:pt x="17" y="116"/>
                    </a:lnTo>
                    <a:lnTo>
                      <a:pt x="17" y="116"/>
                    </a:lnTo>
                    <a:lnTo>
                      <a:pt x="17" y="116"/>
                    </a:lnTo>
                    <a:lnTo>
                      <a:pt x="17" y="116"/>
                    </a:lnTo>
                    <a:lnTo>
                      <a:pt x="17" y="116"/>
                    </a:lnTo>
                    <a:lnTo>
                      <a:pt x="14" y="116"/>
                    </a:lnTo>
                    <a:lnTo>
                      <a:pt x="14" y="114"/>
                    </a:lnTo>
                    <a:lnTo>
                      <a:pt x="14" y="114"/>
                    </a:lnTo>
                    <a:lnTo>
                      <a:pt x="12" y="114"/>
                    </a:lnTo>
                    <a:lnTo>
                      <a:pt x="12" y="114"/>
                    </a:lnTo>
                    <a:lnTo>
                      <a:pt x="14" y="114"/>
                    </a:lnTo>
                    <a:lnTo>
                      <a:pt x="14" y="111"/>
                    </a:lnTo>
                    <a:lnTo>
                      <a:pt x="14" y="111"/>
                    </a:lnTo>
                    <a:lnTo>
                      <a:pt x="17" y="111"/>
                    </a:lnTo>
                    <a:lnTo>
                      <a:pt x="17" y="114"/>
                    </a:lnTo>
                    <a:lnTo>
                      <a:pt x="17" y="114"/>
                    </a:lnTo>
                    <a:lnTo>
                      <a:pt x="17" y="114"/>
                    </a:lnTo>
                    <a:lnTo>
                      <a:pt x="17" y="114"/>
                    </a:lnTo>
                    <a:lnTo>
                      <a:pt x="17" y="114"/>
                    </a:lnTo>
                    <a:lnTo>
                      <a:pt x="17" y="111"/>
                    </a:lnTo>
                    <a:lnTo>
                      <a:pt x="17" y="111"/>
                    </a:lnTo>
                    <a:lnTo>
                      <a:pt x="17" y="109"/>
                    </a:lnTo>
                    <a:lnTo>
                      <a:pt x="17" y="109"/>
                    </a:lnTo>
                    <a:lnTo>
                      <a:pt x="19" y="109"/>
                    </a:lnTo>
                    <a:lnTo>
                      <a:pt x="19" y="109"/>
                    </a:lnTo>
                    <a:lnTo>
                      <a:pt x="19" y="109"/>
                    </a:lnTo>
                    <a:lnTo>
                      <a:pt x="19" y="111"/>
                    </a:lnTo>
                    <a:lnTo>
                      <a:pt x="21" y="111"/>
                    </a:lnTo>
                    <a:lnTo>
                      <a:pt x="21" y="109"/>
                    </a:lnTo>
                    <a:lnTo>
                      <a:pt x="21" y="109"/>
                    </a:lnTo>
                    <a:lnTo>
                      <a:pt x="21" y="109"/>
                    </a:lnTo>
                    <a:lnTo>
                      <a:pt x="21" y="109"/>
                    </a:lnTo>
                    <a:lnTo>
                      <a:pt x="21" y="109"/>
                    </a:lnTo>
                    <a:lnTo>
                      <a:pt x="24" y="109"/>
                    </a:lnTo>
                    <a:lnTo>
                      <a:pt x="24" y="109"/>
                    </a:lnTo>
                    <a:lnTo>
                      <a:pt x="24" y="107"/>
                    </a:lnTo>
                    <a:lnTo>
                      <a:pt x="21" y="107"/>
                    </a:lnTo>
                    <a:lnTo>
                      <a:pt x="21" y="107"/>
                    </a:lnTo>
                    <a:lnTo>
                      <a:pt x="21" y="107"/>
                    </a:lnTo>
                    <a:lnTo>
                      <a:pt x="21" y="107"/>
                    </a:lnTo>
                    <a:lnTo>
                      <a:pt x="21" y="104"/>
                    </a:lnTo>
                    <a:lnTo>
                      <a:pt x="21" y="104"/>
                    </a:lnTo>
                    <a:lnTo>
                      <a:pt x="21" y="104"/>
                    </a:lnTo>
                    <a:lnTo>
                      <a:pt x="21" y="102"/>
                    </a:lnTo>
                    <a:lnTo>
                      <a:pt x="21" y="102"/>
                    </a:lnTo>
                    <a:lnTo>
                      <a:pt x="24" y="102"/>
                    </a:lnTo>
                    <a:lnTo>
                      <a:pt x="24" y="100"/>
                    </a:lnTo>
                    <a:lnTo>
                      <a:pt x="24" y="100"/>
                    </a:lnTo>
                    <a:lnTo>
                      <a:pt x="24" y="100"/>
                    </a:lnTo>
                    <a:lnTo>
                      <a:pt x="24" y="97"/>
                    </a:lnTo>
                    <a:lnTo>
                      <a:pt x="24" y="97"/>
                    </a:lnTo>
                    <a:lnTo>
                      <a:pt x="24" y="97"/>
                    </a:lnTo>
                    <a:lnTo>
                      <a:pt x="24" y="97"/>
                    </a:lnTo>
                    <a:lnTo>
                      <a:pt x="26" y="97"/>
                    </a:lnTo>
                    <a:lnTo>
                      <a:pt x="26" y="95"/>
                    </a:lnTo>
                    <a:lnTo>
                      <a:pt x="26" y="95"/>
                    </a:lnTo>
                    <a:lnTo>
                      <a:pt x="26" y="95"/>
                    </a:lnTo>
                    <a:lnTo>
                      <a:pt x="26" y="92"/>
                    </a:lnTo>
                    <a:lnTo>
                      <a:pt x="26" y="92"/>
                    </a:lnTo>
                    <a:lnTo>
                      <a:pt x="26" y="92"/>
                    </a:lnTo>
                    <a:lnTo>
                      <a:pt x="26" y="90"/>
                    </a:lnTo>
                    <a:lnTo>
                      <a:pt x="26" y="90"/>
                    </a:lnTo>
                    <a:lnTo>
                      <a:pt x="26" y="88"/>
                    </a:lnTo>
                    <a:lnTo>
                      <a:pt x="24" y="88"/>
                    </a:lnTo>
                    <a:lnTo>
                      <a:pt x="24" y="88"/>
                    </a:lnTo>
                    <a:lnTo>
                      <a:pt x="24" y="88"/>
                    </a:lnTo>
                    <a:lnTo>
                      <a:pt x="24" y="88"/>
                    </a:lnTo>
                    <a:lnTo>
                      <a:pt x="24" y="88"/>
                    </a:lnTo>
                    <a:lnTo>
                      <a:pt x="21" y="88"/>
                    </a:lnTo>
                    <a:lnTo>
                      <a:pt x="21" y="88"/>
                    </a:lnTo>
                    <a:lnTo>
                      <a:pt x="21" y="88"/>
                    </a:lnTo>
                    <a:lnTo>
                      <a:pt x="21" y="88"/>
                    </a:lnTo>
                    <a:lnTo>
                      <a:pt x="21" y="88"/>
                    </a:lnTo>
                    <a:lnTo>
                      <a:pt x="19" y="88"/>
                    </a:lnTo>
                    <a:lnTo>
                      <a:pt x="19" y="88"/>
                    </a:lnTo>
                    <a:lnTo>
                      <a:pt x="19" y="85"/>
                    </a:lnTo>
                    <a:lnTo>
                      <a:pt x="17" y="85"/>
                    </a:lnTo>
                    <a:lnTo>
                      <a:pt x="17" y="88"/>
                    </a:lnTo>
                    <a:lnTo>
                      <a:pt x="17" y="88"/>
                    </a:lnTo>
                    <a:lnTo>
                      <a:pt x="17" y="88"/>
                    </a:lnTo>
                    <a:lnTo>
                      <a:pt x="17" y="88"/>
                    </a:lnTo>
                    <a:lnTo>
                      <a:pt x="17" y="88"/>
                    </a:lnTo>
                    <a:lnTo>
                      <a:pt x="17" y="90"/>
                    </a:lnTo>
                    <a:lnTo>
                      <a:pt x="14" y="90"/>
                    </a:lnTo>
                    <a:lnTo>
                      <a:pt x="14" y="90"/>
                    </a:lnTo>
                    <a:lnTo>
                      <a:pt x="14" y="90"/>
                    </a:lnTo>
                    <a:lnTo>
                      <a:pt x="12" y="90"/>
                    </a:lnTo>
                    <a:lnTo>
                      <a:pt x="12" y="90"/>
                    </a:lnTo>
                    <a:lnTo>
                      <a:pt x="12" y="88"/>
                    </a:lnTo>
                    <a:lnTo>
                      <a:pt x="12" y="88"/>
                    </a:lnTo>
                    <a:lnTo>
                      <a:pt x="12" y="90"/>
                    </a:lnTo>
                    <a:lnTo>
                      <a:pt x="12" y="90"/>
                    </a:lnTo>
                    <a:lnTo>
                      <a:pt x="12" y="90"/>
                    </a:lnTo>
                    <a:lnTo>
                      <a:pt x="10" y="90"/>
                    </a:lnTo>
                    <a:lnTo>
                      <a:pt x="10" y="90"/>
                    </a:lnTo>
                    <a:lnTo>
                      <a:pt x="10" y="90"/>
                    </a:lnTo>
                    <a:lnTo>
                      <a:pt x="10" y="88"/>
                    </a:lnTo>
                    <a:lnTo>
                      <a:pt x="10" y="88"/>
                    </a:lnTo>
                    <a:lnTo>
                      <a:pt x="10" y="88"/>
                    </a:lnTo>
                    <a:lnTo>
                      <a:pt x="10" y="85"/>
                    </a:lnTo>
                    <a:lnTo>
                      <a:pt x="10" y="85"/>
                    </a:lnTo>
                    <a:lnTo>
                      <a:pt x="10" y="83"/>
                    </a:lnTo>
                    <a:lnTo>
                      <a:pt x="10" y="83"/>
                    </a:lnTo>
                    <a:lnTo>
                      <a:pt x="10" y="85"/>
                    </a:lnTo>
                    <a:lnTo>
                      <a:pt x="7" y="85"/>
                    </a:lnTo>
                    <a:lnTo>
                      <a:pt x="7" y="83"/>
                    </a:lnTo>
                    <a:lnTo>
                      <a:pt x="7" y="83"/>
                    </a:lnTo>
                    <a:lnTo>
                      <a:pt x="10" y="83"/>
                    </a:lnTo>
                    <a:lnTo>
                      <a:pt x="10" y="81"/>
                    </a:lnTo>
                    <a:lnTo>
                      <a:pt x="7" y="81"/>
                    </a:lnTo>
                    <a:lnTo>
                      <a:pt x="7" y="81"/>
                    </a:lnTo>
                    <a:lnTo>
                      <a:pt x="5" y="81"/>
                    </a:lnTo>
                    <a:lnTo>
                      <a:pt x="5" y="81"/>
                    </a:lnTo>
                    <a:lnTo>
                      <a:pt x="5" y="81"/>
                    </a:lnTo>
                    <a:lnTo>
                      <a:pt x="5" y="81"/>
                    </a:lnTo>
                    <a:lnTo>
                      <a:pt x="5" y="78"/>
                    </a:lnTo>
                    <a:lnTo>
                      <a:pt x="2" y="78"/>
                    </a:lnTo>
                    <a:lnTo>
                      <a:pt x="2" y="81"/>
                    </a:lnTo>
                    <a:lnTo>
                      <a:pt x="2" y="81"/>
                    </a:lnTo>
                    <a:lnTo>
                      <a:pt x="2" y="81"/>
                    </a:lnTo>
                    <a:lnTo>
                      <a:pt x="2" y="83"/>
                    </a:lnTo>
                    <a:lnTo>
                      <a:pt x="2" y="83"/>
                    </a:lnTo>
                    <a:lnTo>
                      <a:pt x="2" y="81"/>
                    </a:lnTo>
                    <a:lnTo>
                      <a:pt x="0" y="81"/>
                    </a:lnTo>
                    <a:lnTo>
                      <a:pt x="0" y="81"/>
                    </a:lnTo>
                    <a:lnTo>
                      <a:pt x="2" y="81"/>
                    </a:lnTo>
                    <a:lnTo>
                      <a:pt x="2" y="78"/>
                    </a:lnTo>
                    <a:lnTo>
                      <a:pt x="2" y="78"/>
                    </a:lnTo>
                    <a:lnTo>
                      <a:pt x="2" y="78"/>
                    </a:lnTo>
                    <a:lnTo>
                      <a:pt x="2" y="78"/>
                    </a:lnTo>
                    <a:lnTo>
                      <a:pt x="2" y="78"/>
                    </a:lnTo>
                    <a:lnTo>
                      <a:pt x="5" y="78"/>
                    </a:lnTo>
                    <a:lnTo>
                      <a:pt x="5" y="76"/>
                    </a:lnTo>
                    <a:lnTo>
                      <a:pt x="5" y="76"/>
                    </a:lnTo>
                    <a:lnTo>
                      <a:pt x="5" y="76"/>
                    </a:lnTo>
                    <a:lnTo>
                      <a:pt x="5" y="76"/>
                    </a:lnTo>
                    <a:lnTo>
                      <a:pt x="5" y="73"/>
                    </a:lnTo>
                    <a:lnTo>
                      <a:pt x="5" y="73"/>
                    </a:lnTo>
                    <a:lnTo>
                      <a:pt x="5" y="73"/>
                    </a:lnTo>
                    <a:lnTo>
                      <a:pt x="5" y="73"/>
                    </a:lnTo>
                    <a:lnTo>
                      <a:pt x="5" y="71"/>
                    </a:lnTo>
                    <a:lnTo>
                      <a:pt x="7" y="71"/>
                    </a:lnTo>
                    <a:lnTo>
                      <a:pt x="7" y="71"/>
                    </a:lnTo>
                    <a:lnTo>
                      <a:pt x="7" y="71"/>
                    </a:lnTo>
                    <a:lnTo>
                      <a:pt x="10" y="71"/>
                    </a:lnTo>
                    <a:lnTo>
                      <a:pt x="10" y="69"/>
                    </a:lnTo>
                    <a:lnTo>
                      <a:pt x="10" y="69"/>
                    </a:lnTo>
                    <a:lnTo>
                      <a:pt x="10" y="69"/>
                    </a:lnTo>
                    <a:lnTo>
                      <a:pt x="10" y="69"/>
                    </a:lnTo>
                    <a:lnTo>
                      <a:pt x="12" y="69"/>
                    </a:lnTo>
                    <a:lnTo>
                      <a:pt x="12" y="69"/>
                    </a:lnTo>
                    <a:lnTo>
                      <a:pt x="12" y="69"/>
                    </a:lnTo>
                    <a:lnTo>
                      <a:pt x="12" y="69"/>
                    </a:lnTo>
                    <a:lnTo>
                      <a:pt x="12" y="66"/>
                    </a:lnTo>
                    <a:lnTo>
                      <a:pt x="14" y="66"/>
                    </a:lnTo>
                    <a:lnTo>
                      <a:pt x="14" y="66"/>
                    </a:lnTo>
                    <a:lnTo>
                      <a:pt x="14" y="66"/>
                    </a:lnTo>
                    <a:lnTo>
                      <a:pt x="17" y="66"/>
                    </a:lnTo>
                    <a:lnTo>
                      <a:pt x="17" y="64"/>
                    </a:lnTo>
                    <a:lnTo>
                      <a:pt x="17" y="64"/>
                    </a:lnTo>
                    <a:lnTo>
                      <a:pt x="17" y="64"/>
                    </a:lnTo>
                    <a:lnTo>
                      <a:pt x="19" y="64"/>
                    </a:lnTo>
                    <a:lnTo>
                      <a:pt x="19" y="64"/>
                    </a:lnTo>
                    <a:lnTo>
                      <a:pt x="19" y="64"/>
                    </a:lnTo>
                    <a:lnTo>
                      <a:pt x="19" y="64"/>
                    </a:lnTo>
                    <a:lnTo>
                      <a:pt x="19" y="62"/>
                    </a:lnTo>
                    <a:lnTo>
                      <a:pt x="19" y="62"/>
                    </a:lnTo>
                    <a:lnTo>
                      <a:pt x="21" y="62"/>
                    </a:lnTo>
                    <a:lnTo>
                      <a:pt x="21" y="62"/>
                    </a:lnTo>
                    <a:lnTo>
                      <a:pt x="21" y="62"/>
                    </a:lnTo>
                    <a:lnTo>
                      <a:pt x="21" y="62"/>
                    </a:lnTo>
                    <a:lnTo>
                      <a:pt x="21" y="59"/>
                    </a:lnTo>
                    <a:lnTo>
                      <a:pt x="24" y="59"/>
                    </a:lnTo>
                    <a:lnTo>
                      <a:pt x="24" y="59"/>
                    </a:lnTo>
                    <a:lnTo>
                      <a:pt x="24" y="59"/>
                    </a:lnTo>
                    <a:lnTo>
                      <a:pt x="26" y="59"/>
                    </a:lnTo>
                    <a:lnTo>
                      <a:pt x="26" y="59"/>
                    </a:lnTo>
                    <a:lnTo>
                      <a:pt x="29" y="59"/>
                    </a:lnTo>
                    <a:lnTo>
                      <a:pt x="29" y="59"/>
                    </a:lnTo>
                    <a:lnTo>
                      <a:pt x="29" y="59"/>
                    </a:lnTo>
                    <a:lnTo>
                      <a:pt x="29" y="57"/>
                    </a:lnTo>
                    <a:lnTo>
                      <a:pt x="29" y="57"/>
                    </a:lnTo>
                    <a:lnTo>
                      <a:pt x="31" y="57"/>
                    </a:lnTo>
                    <a:lnTo>
                      <a:pt x="31" y="57"/>
                    </a:lnTo>
                    <a:lnTo>
                      <a:pt x="31" y="57"/>
                    </a:lnTo>
                    <a:lnTo>
                      <a:pt x="31" y="57"/>
                    </a:lnTo>
                    <a:lnTo>
                      <a:pt x="33" y="57"/>
                    </a:lnTo>
                    <a:lnTo>
                      <a:pt x="33" y="57"/>
                    </a:lnTo>
                    <a:lnTo>
                      <a:pt x="33" y="55"/>
                    </a:lnTo>
                    <a:lnTo>
                      <a:pt x="33" y="55"/>
                    </a:lnTo>
                    <a:lnTo>
                      <a:pt x="33" y="55"/>
                    </a:lnTo>
                    <a:lnTo>
                      <a:pt x="36" y="55"/>
                    </a:lnTo>
                    <a:lnTo>
                      <a:pt x="36" y="55"/>
                    </a:lnTo>
                    <a:lnTo>
                      <a:pt x="36" y="55"/>
                    </a:lnTo>
                    <a:lnTo>
                      <a:pt x="38" y="55"/>
                    </a:lnTo>
                    <a:lnTo>
                      <a:pt x="38" y="55"/>
                    </a:lnTo>
                    <a:lnTo>
                      <a:pt x="38" y="55"/>
                    </a:lnTo>
                    <a:lnTo>
                      <a:pt x="40" y="55"/>
                    </a:lnTo>
                    <a:lnTo>
                      <a:pt x="40" y="52"/>
                    </a:lnTo>
                    <a:lnTo>
                      <a:pt x="40" y="52"/>
                    </a:lnTo>
                    <a:lnTo>
                      <a:pt x="40" y="52"/>
                    </a:lnTo>
                    <a:lnTo>
                      <a:pt x="43" y="52"/>
                    </a:lnTo>
                    <a:lnTo>
                      <a:pt x="43" y="50"/>
                    </a:lnTo>
                    <a:lnTo>
                      <a:pt x="43" y="50"/>
                    </a:lnTo>
                    <a:lnTo>
                      <a:pt x="43" y="50"/>
                    </a:lnTo>
                    <a:lnTo>
                      <a:pt x="43" y="47"/>
                    </a:lnTo>
                    <a:lnTo>
                      <a:pt x="43" y="47"/>
                    </a:lnTo>
                    <a:lnTo>
                      <a:pt x="43" y="47"/>
                    </a:lnTo>
                    <a:lnTo>
                      <a:pt x="45" y="47"/>
                    </a:lnTo>
                    <a:lnTo>
                      <a:pt x="45" y="47"/>
                    </a:lnTo>
                    <a:lnTo>
                      <a:pt x="45" y="47"/>
                    </a:lnTo>
                    <a:lnTo>
                      <a:pt x="45" y="47"/>
                    </a:lnTo>
                    <a:lnTo>
                      <a:pt x="45" y="45"/>
                    </a:lnTo>
                    <a:lnTo>
                      <a:pt x="47" y="45"/>
                    </a:lnTo>
                    <a:lnTo>
                      <a:pt x="47" y="45"/>
                    </a:lnTo>
                    <a:lnTo>
                      <a:pt x="47" y="45"/>
                    </a:lnTo>
                    <a:lnTo>
                      <a:pt x="47" y="43"/>
                    </a:lnTo>
                    <a:lnTo>
                      <a:pt x="50" y="43"/>
                    </a:lnTo>
                    <a:lnTo>
                      <a:pt x="50" y="43"/>
                    </a:lnTo>
                    <a:lnTo>
                      <a:pt x="50" y="43"/>
                    </a:lnTo>
                    <a:lnTo>
                      <a:pt x="50" y="40"/>
                    </a:lnTo>
                    <a:lnTo>
                      <a:pt x="50" y="40"/>
                    </a:lnTo>
                    <a:lnTo>
                      <a:pt x="50" y="40"/>
                    </a:lnTo>
                    <a:lnTo>
                      <a:pt x="50" y="38"/>
                    </a:lnTo>
                    <a:lnTo>
                      <a:pt x="52" y="38"/>
                    </a:lnTo>
                    <a:lnTo>
                      <a:pt x="52" y="38"/>
                    </a:lnTo>
                    <a:lnTo>
                      <a:pt x="52" y="38"/>
                    </a:lnTo>
                    <a:lnTo>
                      <a:pt x="52" y="38"/>
                    </a:lnTo>
                    <a:lnTo>
                      <a:pt x="52" y="36"/>
                    </a:lnTo>
                    <a:lnTo>
                      <a:pt x="52" y="36"/>
                    </a:lnTo>
                    <a:lnTo>
                      <a:pt x="55" y="36"/>
                    </a:lnTo>
                    <a:lnTo>
                      <a:pt x="55" y="33"/>
                    </a:lnTo>
                    <a:lnTo>
                      <a:pt x="55" y="33"/>
                    </a:lnTo>
                    <a:lnTo>
                      <a:pt x="55" y="33"/>
                    </a:lnTo>
                    <a:lnTo>
                      <a:pt x="55" y="33"/>
                    </a:lnTo>
                    <a:lnTo>
                      <a:pt x="55" y="31"/>
                    </a:lnTo>
                    <a:lnTo>
                      <a:pt x="57" y="31"/>
                    </a:lnTo>
                    <a:lnTo>
                      <a:pt x="57" y="33"/>
                    </a:lnTo>
                    <a:lnTo>
                      <a:pt x="57" y="33"/>
                    </a:lnTo>
                    <a:lnTo>
                      <a:pt x="57" y="31"/>
                    </a:lnTo>
                    <a:lnTo>
                      <a:pt x="57" y="31"/>
                    </a:lnTo>
                    <a:lnTo>
                      <a:pt x="59" y="31"/>
                    </a:lnTo>
                    <a:lnTo>
                      <a:pt x="59" y="31"/>
                    </a:lnTo>
                    <a:lnTo>
                      <a:pt x="59" y="31"/>
                    </a:lnTo>
                    <a:lnTo>
                      <a:pt x="62" y="31"/>
                    </a:lnTo>
                    <a:lnTo>
                      <a:pt x="62" y="31"/>
                    </a:lnTo>
                    <a:lnTo>
                      <a:pt x="62" y="31"/>
                    </a:lnTo>
                    <a:lnTo>
                      <a:pt x="62" y="31"/>
                    </a:lnTo>
                    <a:lnTo>
                      <a:pt x="62" y="33"/>
                    </a:lnTo>
                    <a:lnTo>
                      <a:pt x="62" y="33"/>
                    </a:lnTo>
                    <a:lnTo>
                      <a:pt x="64" y="33"/>
                    </a:lnTo>
                    <a:lnTo>
                      <a:pt x="64" y="36"/>
                    </a:lnTo>
                    <a:lnTo>
                      <a:pt x="64" y="36"/>
                    </a:lnTo>
                    <a:lnTo>
                      <a:pt x="64" y="36"/>
                    </a:lnTo>
                    <a:lnTo>
                      <a:pt x="64" y="38"/>
                    </a:lnTo>
                    <a:lnTo>
                      <a:pt x="64" y="38"/>
                    </a:lnTo>
                    <a:lnTo>
                      <a:pt x="66" y="38"/>
                    </a:lnTo>
                    <a:lnTo>
                      <a:pt x="66" y="38"/>
                    </a:lnTo>
                    <a:lnTo>
                      <a:pt x="66" y="38"/>
                    </a:lnTo>
                    <a:lnTo>
                      <a:pt x="69" y="38"/>
                    </a:lnTo>
                    <a:lnTo>
                      <a:pt x="69" y="38"/>
                    </a:lnTo>
                    <a:lnTo>
                      <a:pt x="69" y="38"/>
                    </a:lnTo>
                    <a:lnTo>
                      <a:pt x="69" y="38"/>
                    </a:lnTo>
                    <a:lnTo>
                      <a:pt x="71" y="38"/>
                    </a:lnTo>
                    <a:lnTo>
                      <a:pt x="71" y="38"/>
                    </a:lnTo>
                    <a:lnTo>
                      <a:pt x="71" y="38"/>
                    </a:lnTo>
                    <a:lnTo>
                      <a:pt x="73" y="38"/>
                    </a:lnTo>
                    <a:lnTo>
                      <a:pt x="73" y="38"/>
                    </a:lnTo>
                    <a:lnTo>
                      <a:pt x="73" y="40"/>
                    </a:lnTo>
                    <a:lnTo>
                      <a:pt x="76" y="40"/>
                    </a:lnTo>
                    <a:lnTo>
                      <a:pt x="76" y="40"/>
                    </a:lnTo>
                    <a:lnTo>
                      <a:pt x="76" y="40"/>
                    </a:lnTo>
                    <a:lnTo>
                      <a:pt x="78" y="40"/>
                    </a:lnTo>
                    <a:lnTo>
                      <a:pt x="78" y="40"/>
                    </a:lnTo>
                    <a:lnTo>
                      <a:pt x="78" y="40"/>
                    </a:lnTo>
                    <a:lnTo>
                      <a:pt x="81" y="40"/>
                    </a:lnTo>
                    <a:lnTo>
                      <a:pt x="81" y="40"/>
                    </a:lnTo>
                    <a:lnTo>
                      <a:pt x="81" y="38"/>
                    </a:lnTo>
                    <a:lnTo>
                      <a:pt x="83" y="38"/>
                    </a:lnTo>
                    <a:lnTo>
                      <a:pt x="83" y="40"/>
                    </a:lnTo>
                    <a:lnTo>
                      <a:pt x="83" y="40"/>
                    </a:lnTo>
                    <a:lnTo>
                      <a:pt x="83" y="40"/>
                    </a:lnTo>
                    <a:lnTo>
                      <a:pt x="83" y="40"/>
                    </a:lnTo>
                    <a:lnTo>
                      <a:pt x="85" y="40"/>
                    </a:lnTo>
                    <a:lnTo>
                      <a:pt x="85" y="40"/>
                    </a:lnTo>
                    <a:lnTo>
                      <a:pt x="85" y="40"/>
                    </a:lnTo>
                    <a:lnTo>
                      <a:pt x="85" y="40"/>
                    </a:lnTo>
                    <a:lnTo>
                      <a:pt x="88" y="40"/>
                    </a:lnTo>
                    <a:lnTo>
                      <a:pt x="88" y="38"/>
                    </a:lnTo>
                    <a:lnTo>
                      <a:pt x="88" y="38"/>
                    </a:lnTo>
                    <a:lnTo>
                      <a:pt x="88" y="38"/>
                    </a:lnTo>
                    <a:lnTo>
                      <a:pt x="90" y="38"/>
                    </a:lnTo>
                    <a:lnTo>
                      <a:pt x="90" y="38"/>
                    </a:lnTo>
                    <a:lnTo>
                      <a:pt x="90" y="36"/>
                    </a:lnTo>
                    <a:lnTo>
                      <a:pt x="90" y="36"/>
                    </a:lnTo>
                    <a:lnTo>
                      <a:pt x="90" y="33"/>
                    </a:lnTo>
                    <a:lnTo>
                      <a:pt x="88" y="33"/>
                    </a:lnTo>
                    <a:lnTo>
                      <a:pt x="88" y="33"/>
                    </a:lnTo>
                    <a:lnTo>
                      <a:pt x="88" y="33"/>
                    </a:lnTo>
                    <a:lnTo>
                      <a:pt x="85" y="33"/>
                    </a:lnTo>
                    <a:lnTo>
                      <a:pt x="85" y="33"/>
                    </a:lnTo>
                    <a:lnTo>
                      <a:pt x="85" y="31"/>
                    </a:lnTo>
                    <a:lnTo>
                      <a:pt x="85" y="31"/>
                    </a:lnTo>
                    <a:lnTo>
                      <a:pt x="85" y="31"/>
                    </a:lnTo>
                    <a:lnTo>
                      <a:pt x="85" y="28"/>
                    </a:lnTo>
                    <a:lnTo>
                      <a:pt x="85" y="28"/>
                    </a:lnTo>
                    <a:lnTo>
                      <a:pt x="85" y="28"/>
                    </a:lnTo>
                    <a:lnTo>
                      <a:pt x="85" y="26"/>
                    </a:lnTo>
                    <a:lnTo>
                      <a:pt x="85" y="26"/>
                    </a:lnTo>
                    <a:lnTo>
                      <a:pt x="85" y="26"/>
                    </a:lnTo>
                    <a:lnTo>
                      <a:pt x="85" y="26"/>
                    </a:lnTo>
                    <a:lnTo>
                      <a:pt x="88" y="26"/>
                    </a:lnTo>
                    <a:lnTo>
                      <a:pt x="88" y="26"/>
                    </a:lnTo>
                    <a:lnTo>
                      <a:pt x="88" y="24"/>
                    </a:lnTo>
                    <a:lnTo>
                      <a:pt x="90" y="24"/>
                    </a:lnTo>
                    <a:lnTo>
                      <a:pt x="90" y="24"/>
                    </a:lnTo>
                    <a:lnTo>
                      <a:pt x="90" y="24"/>
                    </a:lnTo>
                    <a:lnTo>
                      <a:pt x="92" y="24"/>
                    </a:lnTo>
                    <a:lnTo>
                      <a:pt x="92" y="24"/>
                    </a:lnTo>
                    <a:lnTo>
                      <a:pt x="92" y="26"/>
                    </a:lnTo>
                    <a:lnTo>
                      <a:pt x="95" y="26"/>
                    </a:lnTo>
                    <a:lnTo>
                      <a:pt x="95" y="26"/>
                    </a:lnTo>
                    <a:lnTo>
                      <a:pt x="95" y="26"/>
                    </a:lnTo>
                    <a:lnTo>
                      <a:pt x="95" y="24"/>
                    </a:lnTo>
                    <a:lnTo>
                      <a:pt x="97" y="24"/>
                    </a:lnTo>
                    <a:lnTo>
                      <a:pt x="97" y="24"/>
                    </a:lnTo>
                    <a:lnTo>
                      <a:pt x="97" y="26"/>
                    </a:lnTo>
                    <a:lnTo>
                      <a:pt x="97" y="26"/>
                    </a:lnTo>
                    <a:lnTo>
                      <a:pt x="97" y="24"/>
                    </a:lnTo>
                    <a:lnTo>
                      <a:pt x="100" y="24"/>
                    </a:lnTo>
                    <a:lnTo>
                      <a:pt x="100" y="24"/>
                    </a:lnTo>
                    <a:lnTo>
                      <a:pt x="102" y="24"/>
                    </a:lnTo>
                    <a:lnTo>
                      <a:pt x="102" y="26"/>
                    </a:lnTo>
                    <a:lnTo>
                      <a:pt x="102" y="26"/>
                    </a:lnTo>
                    <a:lnTo>
                      <a:pt x="102" y="26"/>
                    </a:lnTo>
                    <a:lnTo>
                      <a:pt x="104" y="26"/>
                    </a:lnTo>
                    <a:lnTo>
                      <a:pt x="104" y="24"/>
                    </a:lnTo>
                    <a:lnTo>
                      <a:pt x="104" y="24"/>
                    </a:lnTo>
                    <a:lnTo>
                      <a:pt x="104" y="24"/>
                    </a:lnTo>
                    <a:lnTo>
                      <a:pt x="104" y="24"/>
                    </a:lnTo>
                    <a:lnTo>
                      <a:pt x="104" y="21"/>
                    </a:lnTo>
                    <a:lnTo>
                      <a:pt x="107" y="21"/>
                    </a:lnTo>
                    <a:lnTo>
                      <a:pt x="107" y="21"/>
                    </a:lnTo>
                    <a:lnTo>
                      <a:pt x="107" y="21"/>
                    </a:lnTo>
                    <a:lnTo>
                      <a:pt x="109" y="21"/>
                    </a:lnTo>
                    <a:lnTo>
                      <a:pt x="109" y="19"/>
                    </a:lnTo>
                    <a:lnTo>
                      <a:pt x="109" y="19"/>
                    </a:lnTo>
                    <a:lnTo>
                      <a:pt x="109" y="19"/>
                    </a:lnTo>
                    <a:lnTo>
                      <a:pt x="109" y="19"/>
                    </a:lnTo>
                    <a:lnTo>
                      <a:pt x="109" y="19"/>
                    </a:lnTo>
                    <a:lnTo>
                      <a:pt x="109" y="17"/>
                    </a:lnTo>
                    <a:lnTo>
                      <a:pt x="109" y="17"/>
                    </a:lnTo>
                    <a:lnTo>
                      <a:pt x="111" y="17"/>
                    </a:lnTo>
                    <a:lnTo>
                      <a:pt x="111" y="14"/>
                    </a:lnTo>
                    <a:lnTo>
                      <a:pt x="111" y="14"/>
                    </a:lnTo>
                    <a:lnTo>
                      <a:pt x="111" y="14"/>
                    </a:lnTo>
                    <a:lnTo>
                      <a:pt x="111" y="14"/>
                    </a:lnTo>
                    <a:lnTo>
                      <a:pt x="114" y="14"/>
                    </a:lnTo>
                    <a:lnTo>
                      <a:pt x="114" y="14"/>
                    </a:lnTo>
                    <a:lnTo>
                      <a:pt x="114" y="14"/>
                    </a:lnTo>
                    <a:lnTo>
                      <a:pt x="116" y="14"/>
                    </a:lnTo>
                    <a:lnTo>
                      <a:pt x="116" y="17"/>
                    </a:lnTo>
                    <a:lnTo>
                      <a:pt x="116" y="17"/>
                    </a:lnTo>
                    <a:lnTo>
                      <a:pt x="116" y="17"/>
                    </a:lnTo>
                    <a:lnTo>
                      <a:pt x="116" y="14"/>
                    </a:lnTo>
                    <a:lnTo>
                      <a:pt x="116" y="14"/>
                    </a:lnTo>
                    <a:lnTo>
                      <a:pt x="118" y="14"/>
                    </a:lnTo>
                    <a:lnTo>
                      <a:pt x="118" y="14"/>
                    </a:lnTo>
                    <a:lnTo>
                      <a:pt x="118" y="14"/>
                    </a:lnTo>
                    <a:lnTo>
                      <a:pt x="118" y="14"/>
                    </a:lnTo>
                    <a:lnTo>
                      <a:pt x="118" y="14"/>
                    </a:lnTo>
                    <a:lnTo>
                      <a:pt x="121" y="14"/>
                    </a:lnTo>
                    <a:lnTo>
                      <a:pt x="121" y="12"/>
                    </a:lnTo>
                    <a:lnTo>
                      <a:pt x="121" y="12"/>
                    </a:lnTo>
                    <a:lnTo>
                      <a:pt x="121" y="10"/>
                    </a:lnTo>
                    <a:lnTo>
                      <a:pt x="121" y="10"/>
                    </a:lnTo>
                    <a:lnTo>
                      <a:pt x="121" y="10"/>
                    </a:lnTo>
                    <a:lnTo>
                      <a:pt x="121" y="10"/>
                    </a:lnTo>
                    <a:lnTo>
                      <a:pt x="121" y="7"/>
                    </a:lnTo>
                    <a:lnTo>
                      <a:pt x="121" y="7"/>
                    </a:lnTo>
                    <a:lnTo>
                      <a:pt x="121" y="7"/>
                    </a:lnTo>
                    <a:lnTo>
                      <a:pt x="121" y="7"/>
                    </a:lnTo>
                    <a:lnTo>
                      <a:pt x="121" y="5"/>
                    </a:lnTo>
                    <a:lnTo>
                      <a:pt x="121" y="5"/>
                    </a:lnTo>
                    <a:lnTo>
                      <a:pt x="123" y="5"/>
                    </a:lnTo>
                    <a:lnTo>
                      <a:pt x="123" y="2"/>
                    </a:lnTo>
                    <a:lnTo>
                      <a:pt x="123" y="2"/>
                    </a:lnTo>
                    <a:lnTo>
                      <a:pt x="123" y="0"/>
                    </a:lnTo>
                    <a:lnTo>
                      <a:pt x="123" y="0"/>
                    </a:lnTo>
                    <a:lnTo>
                      <a:pt x="123" y="0"/>
                    </a:lnTo>
                    <a:lnTo>
                      <a:pt x="123" y="0"/>
                    </a:lnTo>
                    <a:lnTo>
                      <a:pt x="126" y="0"/>
                    </a:lnTo>
                    <a:lnTo>
                      <a:pt x="126" y="0"/>
                    </a:lnTo>
                    <a:lnTo>
                      <a:pt x="126" y="0"/>
                    </a:lnTo>
                    <a:lnTo>
                      <a:pt x="128" y="0"/>
                    </a:lnTo>
                    <a:lnTo>
                      <a:pt x="128" y="0"/>
                    </a:lnTo>
                    <a:lnTo>
                      <a:pt x="128" y="0"/>
                    </a:lnTo>
                    <a:lnTo>
                      <a:pt x="128" y="0"/>
                    </a:lnTo>
                    <a:lnTo>
                      <a:pt x="128" y="0"/>
                    </a:lnTo>
                    <a:lnTo>
                      <a:pt x="128" y="2"/>
                    </a:lnTo>
                    <a:lnTo>
                      <a:pt x="130" y="2"/>
                    </a:lnTo>
                    <a:lnTo>
                      <a:pt x="130" y="2"/>
                    </a:lnTo>
                    <a:lnTo>
                      <a:pt x="130" y="2"/>
                    </a:lnTo>
                    <a:lnTo>
                      <a:pt x="130" y="2"/>
                    </a:lnTo>
                    <a:lnTo>
                      <a:pt x="130" y="5"/>
                    </a:lnTo>
                    <a:lnTo>
                      <a:pt x="130" y="5"/>
                    </a:lnTo>
                    <a:lnTo>
                      <a:pt x="130" y="7"/>
                    </a:lnTo>
                    <a:lnTo>
                      <a:pt x="130" y="7"/>
                    </a:lnTo>
                    <a:lnTo>
                      <a:pt x="133" y="7"/>
                    </a:lnTo>
                    <a:lnTo>
                      <a:pt x="133" y="10"/>
                    </a:lnTo>
                    <a:lnTo>
                      <a:pt x="133" y="10"/>
                    </a:lnTo>
                    <a:lnTo>
                      <a:pt x="133" y="10"/>
                    </a:lnTo>
                    <a:lnTo>
                      <a:pt x="135" y="10"/>
                    </a:lnTo>
                    <a:lnTo>
                      <a:pt x="135" y="10"/>
                    </a:lnTo>
                    <a:lnTo>
                      <a:pt x="135" y="10"/>
                    </a:lnTo>
                    <a:lnTo>
                      <a:pt x="135" y="12"/>
                    </a:lnTo>
                    <a:lnTo>
                      <a:pt x="135" y="12"/>
                    </a:lnTo>
                    <a:lnTo>
                      <a:pt x="135" y="10"/>
                    </a:lnTo>
                    <a:lnTo>
                      <a:pt x="135" y="10"/>
                    </a:lnTo>
                    <a:lnTo>
                      <a:pt x="137" y="10"/>
                    </a:lnTo>
                    <a:lnTo>
                      <a:pt x="137" y="10"/>
                    </a:lnTo>
                    <a:lnTo>
                      <a:pt x="137" y="12"/>
                    </a:lnTo>
                    <a:lnTo>
                      <a:pt x="137" y="12"/>
                    </a:lnTo>
                    <a:lnTo>
                      <a:pt x="137" y="12"/>
                    </a:lnTo>
                    <a:lnTo>
                      <a:pt x="137" y="14"/>
                    </a:lnTo>
                    <a:lnTo>
                      <a:pt x="137" y="14"/>
                    </a:lnTo>
                    <a:lnTo>
                      <a:pt x="137" y="14"/>
                    </a:lnTo>
                    <a:lnTo>
                      <a:pt x="140" y="14"/>
                    </a:lnTo>
                    <a:lnTo>
                      <a:pt x="140" y="14"/>
                    </a:lnTo>
                    <a:lnTo>
                      <a:pt x="140" y="17"/>
                    </a:lnTo>
                    <a:lnTo>
                      <a:pt x="140" y="17"/>
                    </a:lnTo>
                    <a:lnTo>
                      <a:pt x="140" y="19"/>
                    </a:lnTo>
                    <a:lnTo>
                      <a:pt x="140" y="19"/>
                    </a:lnTo>
                    <a:lnTo>
                      <a:pt x="140" y="19"/>
                    </a:lnTo>
                    <a:lnTo>
                      <a:pt x="137" y="19"/>
                    </a:lnTo>
                    <a:lnTo>
                      <a:pt x="137" y="19"/>
                    </a:lnTo>
                    <a:lnTo>
                      <a:pt x="137" y="19"/>
                    </a:lnTo>
                    <a:lnTo>
                      <a:pt x="137" y="19"/>
                    </a:lnTo>
                    <a:lnTo>
                      <a:pt x="135" y="19"/>
                    </a:lnTo>
                    <a:lnTo>
                      <a:pt x="135" y="19"/>
                    </a:lnTo>
                    <a:lnTo>
                      <a:pt x="135" y="19"/>
                    </a:lnTo>
                    <a:lnTo>
                      <a:pt x="135" y="19"/>
                    </a:lnTo>
                    <a:lnTo>
                      <a:pt x="135" y="19"/>
                    </a:lnTo>
                    <a:lnTo>
                      <a:pt x="133" y="19"/>
                    </a:lnTo>
                    <a:lnTo>
                      <a:pt x="133" y="21"/>
                    </a:lnTo>
                    <a:lnTo>
                      <a:pt x="133" y="21"/>
                    </a:lnTo>
                    <a:lnTo>
                      <a:pt x="133" y="21"/>
                    </a:lnTo>
                    <a:lnTo>
                      <a:pt x="130" y="21"/>
                    </a:lnTo>
                    <a:lnTo>
                      <a:pt x="130" y="21"/>
                    </a:lnTo>
                    <a:lnTo>
                      <a:pt x="130" y="24"/>
                    </a:lnTo>
                    <a:lnTo>
                      <a:pt x="130" y="24"/>
                    </a:lnTo>
                    <a:lnTo>
                      <a:pt x="130" y="24"/>
                    </a:lnTo>
                    <a:lnTo>
                      <a:pt x="128" y="24"/>
                    </a:lnTo>
                    <a:lnTo>
                      <a:pt x="128" y="24"/>
                    </a:lnTo>
                    <a:lnTo>
                      <a:pt x="128" y="26"/>
                    </a:lnTo>
                    <a:lnTo>
                      <a:pt x="128" y="26"/>
                    </a:lnTo>
                    <a:lnTo>
                      <a:pt x="128" y="26"/>
                    </a:lnTo>
                    <a:lnTo>
                      <a:pt x="126" y="26"/>
                    </a:lnTo>
                    <a:lnTo>
                      <a:pt x="126" y="28"/>
                    </a:lnTo>
                    <a:lnTo>
                      <a:pt x="126" y="28"/>
                    </a:lnTo>
                    <a:lnTo>
                      <a:pt x="126" y="28"/>
                    </a:lnTo>
                    <a:lnTo>
                      <a:pt x="123" y="28"/>
                    </a:lnTo>
                    <a:lnTo>
                      <a:pt x="123" y="28"/>
                    </a:lnTo>
                    <a:lnTo>
                      <a:pt x="123" y="31"/>
                    </a:lnTo>
                    <a:lnTo>
                      <a:pt x="123" y="31"/>
                    </a:lnTo>
                    <a:lnTo>
                      <a:pt x="123" y="31"/>
                    </a:lnTo>
                    <a:lnTo>
                      <a:pt x="123" y="31"/>
                    </a:lnTo>
                    <a:lnTo>
                      <a:pt x="121" y="31"/>
                    </a:lnTo>
                    <a:lnTo>
                      <a:pt x="121" y="33"/>
                    </a:lnTo>
                    <a:lnTo>
                      <a:pt x="121" y="33"/>
                    </a:lnTo>
                    <a:lnTo>
                      <a:pt x="121" y="33"/>
                    </a:lnTo>
                    <a:lnTo>
                      <a:pt x="118" y="33"/>
                    </a:lnTo>
                    <a:lnTo>
                      <a:pt x="118" y="36"/>
                    </a:lnTo>
                    <a:lnTo>
                      <a:pt x="118" y="36"/>
                    </a:lnTo>
                    <a:lnTo>
                      <a:pt x="118" y="38"/>
                    </a:lnTo>
                    <a:lnTo>
                      <a:pt x="118" y="38"/>
                    </a:lnTo>
                    <a:lnTo>
                      <a:pt x="118" y="38"/>
                    </a:lnTo>
                    <a:lnTo>
                      <a:pt x="118" y="38"/>
                    </a:lnTo>
                    <a:lnTo>
                      <a:pt x="118" y="38"/>
                    </a:lnTo>
                    <a:lnTo>
                      <a:pt x="121" y="38"/>
                    </a:lnTo>
                    <a:lnTo>
                      <a:pt x="121" y="40"/>
                    </a:lnTo>
                    <a:lnTo>
                      <a:pt x="121" y="40"/>
                    </a:lnTo>
                    <a:lnTo>
                      <a:pt x="123" y="40"/>
                    </a:lnTo>
                    <a:lnTo>
                      <a:pt x="123" y="40"/>
                    </a:lnTo>
                    <a:lnTo>
                      <a:pt x="123" y="43"/>
                    </a:lnTo>
                    <a:lnTo>
                      <a:pt x="123" y="43"/>
                    </a:lnTo>
                    <a:lnTo>
                      <a:pt x="121" y="43"/>
                    </a:lnTo>
                    <a:lnTo>
                      <a:pt x="121" y="45"/>
                    </a:lnTo>
                    <a:lnTo>
                      <a:pt x="121" y="45"/>
                    </a:lnTo>
                    <a:lnTo>
                      <a:pt x="121" y="45"/>
                    </a:lnTo>
                    <a:lnTo>
                      <a:pt x="121" y="47"/>
                    </a:lnTo>
                    <a:lnTo>
                      <a:pt x="121" y="47"/>
                    </a:lnTo>
                    <a:lnTo>
                      <a:pt x="121" y="47"/>
                    </a:lnTo>
                    <a:lnTo>
                      <a:pt x="121" y="50"/>
                    </a:lnTo>
                    <a:lnTo>
                      <a:pt x="121" y="50"/>
                    </a:lnTo>
                    <a:lnTo>
                      <a:pt x="121" y="52"/>
                    </a:lnTo>
                    <a:lnTo>
                      <a:pt x="121" y="52"/>
                    </a:lnTo>
                    <a:lnTo>
                      <a:pt x="121" y="52"/>
                    </a:lnTo>
                    <a:lnTo>
                      <a:pt x="121" y="55"/>
                    </a:lnTo>
                    <a:lnTo>
                      <a:pt x="121" y="55"/>
                    </a:lnTo>
                    <a:lnTo>
                      <a:pt x="121" y="55"/>
                    </a:lnTo>
                    <a:lnTo>
                      <a:pt x="121" y="57"/>
                    </a:lnTo>
                    <a:lnTo>
                      <a:pt x="118" y="57"/>
                    </a:lnTo>
                    <a:lnTo>
                      <a:pt x="118" y="57"/>
                    </a:lnTo>
                    <a:lnTo>
                      <a:pt x="118" y="57"/>
                    </a:lnTo>
                    <a:lnTo>
                      <a:pt x="118" y="55"/>
                    </a:lnTo>
                    <a:lnTo>
                      <a:pt x="116" y="55"/>
                    </a:lnTo>
                    <a:lnTo>
                      <a:pt x="116" y="57"/>
                    </a:lnTo>
                    <a:lnTo>
                      <a:pt x="116" y="57"/>
                    </a:lnTo>
                    <a:lnTo>
                      <a:pt x="116" y="57"/>
                    </a:lnTo>
                    <a:lnTo>
                      <a:pt x="116" y="57"/>
                    </a:lnTo>
                    <a:lnTo>
                      <a:pt x="114" y="57"/>
                    </a:lnTo>
                    <a:lnTo>
                      <a:pt x="114" y="57"/>
                    </a:lnTo>
                    <a:lnTo>
                      <a:pt x="114" y="57"/>
                    </a:lnTo>
                    <a:lnTo>
                      <a:pt x="111" y="57"/>
                    </a:lnTo>
                    <a:lnTo>
                      <a:pt x="111" y="57"/>
                    </a:lnTo>
                    <a:lnTo>
                      <a:pt x="111" y="59"/>
                    </a:lnTo>
                    <a:lnTo>
                      <a:pt x="111" y="59"/>
                    </a:lnTo>
                    <a:lnTo>
                      <a:pt x="109" y="59"/>
                    </a:lnTo>
                    <a:lnTo>
                      <a:pt x="109" y="59"/>
                    </a:lnTo>
                    <a:lnTo>
                      <a:pt x="109" y="59"/>
                    </a:lnTo>
                    <a:lnTo>
                      <a:pt x="109" y="62"/>
                    </a:lnTo>
                    <a:lnTo>
                      <a:pt x="109" y="62"/>
                    </a:lnTo>
                    <a:lnTo>
                      <a:pt x="109" y="62"/>
                    </a:lnTo>
                    <a:lnTo>
                      <a:pt x="109" y="64"/>
                    </a:lnTo>
                    <a:lnTo>
                      <a:pt x="107" y="64"/>
                    </a:lnTo>
                    <a:lnTo>
                      <a:pt x="107" y="64"/>
                    </a:lnTo>
                    <a:lnTo>
                      <a:pt x="107" y="64"/>
                    </a:lnTo>
                    <a:lnTo>
                      <a:pt x="104" y="64"/>
                    </a:lnTo>
                    <a:lnTo>
                      <a:pt x="104" y="64"/>
                    </a:lnTo>
                    <a:lnTo>
                      <a:pt x="104" y="66"/>
                    </a:lnTo>
                    <a:lnTo>
                      <a:pt x="104" y="66"/>
                    </a:lnTo>
                    <a:lnTo>
                      <a:pt x="104" y="66"/>
                    </a:lnTo>
                    <a:lnTo>
                      <a:pt x="102" y="66"/>
                    </a:lnTo>
                    <a:lnTo>
                      <a:pt x="102" y="66"/>
                    </a:lnTo>
                    <a:lnTo>
                      <a:pt x="102" y="69"/>
                    </a:lnTo>
                    <a:lnTo>
                      <a:pt x="102" y="69"/>
                    </a:lnTo>
                    <a:lnTo>
                      <a:pt x="100" y="69"/>
                    </a:lnTo>
                    <a:lnTo>
                      <a:pt x="100" y="69"/>
                    </a:lnTo>
                    <a:lnTo>
                      <a:pt x="97" y="69"/>
                    </a:lnTo>
                    <a:lnTo>
                      <a:pt x="97" y="69"/>
                    </a:lnTo>
                    <a:lnTo>
                      <a:pt x="97" y="69"/>
                    </a:lnTo>
                    <a:lnTo>
                      <a:pt x="97" y="69"/>
                    </a:lnTo>
                    <a:lnTo>
                      <a:pt x="97" y="69"/>
                    </a:lnTo>
                    <a:lnTo>
                      <a:pt x="97" y="71"/>
                    </a:lnTo>
                    <a:lnTo>
                      <a:pt x="97" y="71"/>
                    </a:lnTo>
                    <a:lnTo>
                      <a:pt x="97" y="71"/>
                    </a:lnTo>
                    <a:lnTo>
                      <a:pt x="97" y="71"/>
                    </a:lnTo>
                    <a:lnTo>
                      <a:pt x="95" y="71"/>
                    </a:lnTo>
                    <a:lnTo>
                      <a:pt x="95" y="73"/>
                    </a:lnTo>
                    <a:lnTo>
                      <a:pt x="95" y="73"/>
                    </a:lnTo>
                    <a:lnTo>
                      <a:pt x="95" y="73"/>
                    </a:lnTo>
                    <a:lnTo>
                      <a:pt x="95" y="73"/>
                    </a:lnTo>
                    <a:lnTo>
                      <a:pt x="92" y="73"/>
                    </a:lnTo>
                    <a:lnTo>
                      <a:pt x="92" y="73"/>
                    </a:lnTo>
                    <a:lnTo>
                      <a:pt x="90" y="73"/>
                    </a:lnTo>
                    <a:lnTo>
                      <a:pt x="90" y="76"/>
                    </a:lnTo>
                    <a:lnTo>
                      <a:pt x="90" y="76"/>
                    </a:lnTo>
                    <a:lnTo>
                      <a:pt x="90" y="76"/>
                    </a:lnTo>
                    <a:lnTo>
                      <a:pt x="90" y="76"/>
                    </a:lnTo>
                    <a:lnTo>
                      <a:pt x="88" y="76"/>
                    </a:lnTo>
                    <a:lnTo>
                      <a:pt x="88" y="78"/>
                    </a:lnTo>
                    <a:lnTo>
                      <a:pt x="88" y="78"/>
                    </a:lnTo>
                    <a:lnTo>
                      <a:pt x="85" y="78"/>
                    </a:lnTo>
                    <a:lnTo>
                      <a:pt x="85" y="78"/>
                    </a:lnTo>
                    <a:lnTo>
                      <a:pt x="85" y="76"/>
                    </a:lnTo>
                    <a:lnTo>
                      <a:pt x="85" y="76"/>
                    </a:lnTo>
                    <a:lnTo>
                      <a:pt x="83" y="76"/>
                    </a:lnTo>
                    <a:lnTo>
                      <a:pt x="83" y="76"/>
                    </a:lnTo>
                    <a:lnTo>
                      <a:pt x="83" y="76"/>
                    </a:lnTo>
                    <a:lnTo>
                      <a:pt x="83" y="78"/>
                    </a:lnTo>
                    <a:lnTo>
                      <a:pt x="81" y="78"/>
                    </a:lnTo>
                    <a:lnTo>
                      <a:pt x="81" y="78"/>
                    </a:lnTo>
                    <a:lnTo>
                      <a:pt x="81" y="78"/>
                    </a:lnTo>
                    <a:lnTo>
                      <a:pt x="81" y="78"/>
                    </a:lnTo>
                    <a:lnTo>
                      <a:pt x="78" y="78"/>
                    </a:lnTo>
                    <a:lnTo>
                      <a:pt x="78" y="81"/>
                    </a:lnTo>
                    <a:lnTo>
                      <a:pt x="78" y="81"/>
                    </a:lnTo>
                    <a:lnTo>
                      <a:pt x="78" y="81"/>
                    </a:lnTo>
                    <a:lnTo>
                      <a:pt x="76" y="81"/>
                    </a:lnTo>
                    <a:lnTo>
                      <a:pt x="76" y="81"/>
                    </a:lnTo>
                    <a:lnTo>
                      <a:pt x="76" y="81"/>
                    </a:lnTo>
                    <a:lnTo>
                      <a:pt x="76" y="81"/>
                    </a:lnTo>
                    <a:lnTo>
                      <a:pt x="73" y="81"/>
                    </a:lnTo>
                    <a:lnTo>
                      <a:pt x="73" y="83"/>
                    </a:lnTo>
                    <a:lnTo>
                      <a:pt x="73" y="83"/>
                    </a:lnTo>
                    <a:lnTo>
                      <a:pt x="73" y="83"/>
                    </a:lnTo>
                    <a:lnTo>
                      <a:pt x="71" y="83"/>
                    </a:lnTo>
                    <a:lnTo>
                      <a:pt x="71" y="85"/>
                    </a:lnTo>
                    <a:lnTo>
                      <a:pt x="73" y="85"/>
                    </a:lnTo>
                    <a:lnTo>
                      <a:pt x="73" y="85"/>
                    </a:lnTo>
                    <a:lnTo>
                      <a:pt x="73" y="85"/>
                    </a:lnTo>
                    <a:lnTo>
                      <a:pt x="73" y="88"/>
                    </a:lnTo>
                    <a:lnTo>
                      <a:pt x="73" y="88"/>
                    </a:lnTo>
                    <a:lnTo>
                      <a:pt x="73" y="88"/>
                    </a:lnTo>
                    <a:lnTo>
                      <a:pt x="73" y="88"/>
                    </a:lnTo>
                    <a:lnTo>
                      <a:pt x="73" y="90"/>
                    </a:lnTo>
                    <a:lnTo>
                      <a:pt x="73" y="90"/>
                    </a:lnTo>
                    <a:lnTo>
                      <a:pt x="73" y="90"/>
                    </a:lnTo>
                    <a:lnTo>
                      <a:pt x="73" y="92"/>
                    </a:lnTo>
                    <a:lnTo>
                      <a:pt x="73" y="92"/>
                    </a:lnTo>
                    <a:lnTo>
                      <a:pt x="73" y="95"/>
                    </a:lnTo>
                    <a:lnTo>
                      <a:pt x="73" y="9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1" name="Freeform 69"/>
              <p:cNvSpPr>
                <a:spLocks/>
              </p:cNvSpPr>
              <p:nvPr/>
            </p:nvSpPr>
            <p:spPr bwMode="auto">
              <a:xfrm>
                <a:off x="4050" y="2815"/>
                <a:ext cx="69" cy="64"/>
              </a:xfrm>
              <a:custGeom>
                <a:avLst/>
                <a:gdLst/>
                <a:ahLst/>
                <a:cxnLst>
                  <a:cxn ang="0">
                    <a:pos x="9" y="0"/>
                  </a:cxn>
                  <a:cxn ang="0">
                    <a:pos x="12" y="2"/>
                  </a:cxn>
                  <a:cxn ang="0">
                    <a:pos x="14" y="5"/>
                  </a:cxn>
                  <a:cxn ang="0">
                    <a:pos x="17" y="7"/>
                  </a:cxn>
                  <a:cxn ang="0">
                    <a:pos x="19" y="5"/>
                  </a:cxn>
                  <a:cxn ang="0">
                    <a:pos x="21" y="7"/>
                  </a:cxn>
                  <a:cxn ang="0">
                    <a:pos x="26" y="9"/>
                  </a:cxn>
                  <a:cxn ang="0">
                    <a:pos x="28" y="12"/>
                  </a:cxn>
                  <a:cxn ang="0">
                    <a:pos x="31" y="12"/>
                  </a:cxn>
                  <a:cxn ang="0">
                    <a:pos x="33" y="14"/>
                  </a:cxn>
                  <a:cxn ang="0">
                    <a:pos x="38" y="16"/>
                  </a:cxn>
                  <a:cxn ang="0">
                    <a:pos x="40" y="19"/>
                  </a:cxn>
                  <a:cxn ang="0">
                    <a:pos x="43" y="21"/>
                  </a:cxn>
                  <a:cxn ang="0">
                    <a:pos x="47" y="21"/>
                  </a:cxn>
                  <a:cxn ang="0">
                    <a:pos x="47" y="23"/>
                  </a:cxn>
                  <a:cxn ang="0">
                    <a:pos x="50" y="28"/>
                  </a:cxn>
                  <a:cxn ang="0">
                    <a:pos x="52" y="31"/>
                  </a:cxn>
                  <a:cxn ang="0">
                    <a:pos x="54" y="33"/>
                  </a:cxn>
                  <a:cxn ang="0">
                    <a:pos x="57" y="35"/>
                  </a:cxn>
                  <a:cxn ang="0">
                    <a:pos x="59" y="38"/>
                  </a:cxn>
                  <a:cxn ang="0">
                    <a:pos x="62" y="38"/>
                  </a:cxn>
                  <a:cxn ang="0">
                    <a:pos x="64" y="40"/>
                  </a:cxn>
                  <a:cxn ang="0">
                    <a:pos x="66" y="42"/>
                  </a:cxn>
                  <a:cxn ang="0">
                    <a:pos x="69" y="47"/>
                  </a:cxn>
                  <a:cxn ang="0">
                    <a:pos x="69" y="52"/>
                  </a:cxn>
                  <a:cxn ang="0">
                    <a:pos x="66" y="54"/>
                  </a:cxn>
                  <a:cxn ang="0">
                    <a:pos x="66" y="57"/>
                  </a:cxn>
                  <a:cxn ang="0">
                    <a:pos x="66" y="61"/>
                  </a:cxn>
                  <a:cxn ang="0">
                    <a:pos x="64" y="64"/>
                  </a:cxn>
                  <a:cxn ang="0">
                    <a:pos x="62" y="61"/>
                  </a:cxn>
                  <a:cxn ang="0">
                    <a:pos x="59" y="57"/>
                  </a:cxn>
                  <a:cxn ang="0">
                    <a:pos x="57" y="54"/>
                  </a:cxn>
                  <a:cxn ang="0">
                    <a:pos x="59" y="50"/>
                  </a:cxn>
                  <a:cxn ang="0">
                    <a:pos x="57" y="45"/>
                  </a:cxn>
                  <a:cxn ang="0">
                    <a:pos x="57" y="42"/>
                  </a:cxn>
                  <a:cxn ang="0">
                    <a:pos x="54" y="38"/>
                  </a:cxn>
                  <a:cxn ang="0">
                    <a:pos x="52" y="35"/>
                  </a:cxn>
                  <a:cxn ang="0">
                    <a:pos x="50" y="33"/>
                  </a:cxn>
                  <a:cxn ang="0">
                    <a:pos x="50" y="31"/>
                  </a:cxn>
                  <a:cxn ang="0">
                    <a:pos x="45" y="28"/>
                  </a:cxn>
                  <a:cxn ang="0">
                    <a:pos x="43" y="28"/>
                  </a:cxn>
                  <a:cxn ang="0">
                    <a:pos x="40" y="26"/>
                  </a:cxn>
                  <a:cxn ang="0">
                    <a:pos x="38" y="21"/>
                  </a:cxn>
                  <a:cxn ang="0">
                    <a:pos x="35" y="21"/>
                  </a:cxn>
                  <a:cxn ang="0">
                    <a:pos x="33" y="19"/>
                  </a:cxn>
                  <a:cxn ang="0">
                    <a:pos x="28" y="16"/>
                  </a:cxn>
                  <a:cxn ang="0">
                    <a:pos x="26" y="14"/>
                  </a:cxn>
                  <a:cxn ang="0">
                    <a:pos x="24" y="12"/>
                  </a:cxn>
                  <a:cxn ang="0">
                    <a:pos x="21" y="12"/>
                  </a:cxn>
                  <a:cxn ang="0">
                    <a:pos x="17" y="12"/>
                  </a:cxn>
                  <a:cxn ang="0">
                    <a:pos x="14" y="9"/>
                  </a:cxn>
                  <a:cxn ang="0">
                    <a:pos x="9" y="9"/>
                  </a:cxn>
                  <a:cxn ang="0">
                    <a:pos x="7" y="9"/>
                  </a:cxn>
                  <a:cxn ang="0">
                    <a:pos x="2" y="7"/>
                  </a:cxn>
                  <a:cxn ang="0">
                    <a:pos x="0" y="5"/>
                  </a:cxn>
                  <a:cxn ang="0">
                    <a:pos x="0" y="2"/>
                  </a:cxn>
                  <a:cxn ang="0">
                    <a:pos x="2" y="0"/>
                  </a:cxn>
                  <a:cxn ang="0">
                    <a:pos x="7" y="0"/>
                  </a:cxn>
                </a:cxnLst>
                <a:rect l="0" t="0" r="r" b="b"/>
                <a:pathLst>
                  <a:path w="69" h="64">
                    <a:moveTo>
                      <a:pt x="7" y="0"/>
                    </a:moveTo>
                    <a:lnTo>
                      <a:pt x="7" y="2"/>
                    </a:lnTo>
                    <a:lnTo>
                      <a:pt x="9" y="2"/>
                    </a:lnTo>
                    <a:lnTo>
                      <a:pt x="9" y="2"/>
                    </a:lnTo>
                    <a:lnTo>
                      <a:pt x="9" y="0"/>
                    </a:lnTo>
                    <a:lnTo>
                      <a:pt x="9" y="0"/>
                    </a:lnTo>
                    <a:lnTo>
                      <a:pt x="12" y="0"/>
                    </a:lnTo>
                    <a:lnTo>
                      <a:pt x="12" y="2"/>
                    </a:lnTo>
                    <a:lnTo>
                      <a:pt x="12" y="2"/>
                    </a:lnTo>
                    <a:lnTo>
                      <a:pt x="12" y="2"/>
                    </a:lnTo>
                    <a:lnTo>
                      <a:pt x="14" y="2"/>
                    </a:lnTo>
                    <a:lnTo>
                      <a:pt x="14" y="2"/>
                    </a:lnTo>
                    <a:lnTo>
                      <a:pt x="14" y="5"/>
                    </a:lnTo>
                    <a:lnTo>
                      <a:pt x="14" y="5"/>
                    </a:lnTo>
                    <a:lnTo>
                      <a:pt x="14" y="5"/>
                    </a:lnTo>
                    <a:lnTo>
                      <a:pt x="14" y="5"/>
                    </a:lnTo>
                    <a:lnTo>
                      <a:pt x="14" y="7"/>
                    </a:lnTo>
                    <a:lnTo>
                      <a:pt x="17" y="7"/>
                    </a:lnTo>
                    <a:lnTo>
                      <a:pt x="17" y="7"/>
                    </a:lnTo>
                    <a:lnTo>
                      <a:pt x="17" y="7"/>
                    </a:lnTo>
                    <a:lnTo>
                      <a:pt x="17" y="5"/>
                    </a:lnTo>
                    <a:lnTo>
                      <a:pt x="17" y="5"/>
                    </a:lnTo>
                    <a:lnTo>
                      <a:pt x="19" y="5"/>
                    </a:lnTo>
                    <a:lnTo>
                      <a:pt x="19" y="5"/>
                    </a:lnTo>
                    <a:lnTo>
                      <a:pt x="19" y="5"/>
                    </a:lnTo>
                    <a:lnTo>
                      <a:pt x="21" y="5"/>
                    </a:lnTo>
                    <a:lnTo>
                      <a:pt x="21" y="5"/>
                    </a:lnTo>
                    <a:lnTo>
                      <a:pt x="21" y="7"/>
                    </a:lnTo>
                    <a:lnTo>
                      <a:pt x="21" y="7"/>
                    </a:lnTo>
                    <a:lnTo>
                      <a:pt x="21" y="7"/>
                    </a:lnTo>
                    <a:lnTo>
                      <a:pt x="24" y="7"/>
                    </a:lnTo>
                    <a:lnTo>
                      <a:pt x="24" y="7"/>
                    </a:lnTo>
                    <a:lnTo>
                      <a:pt x="24" y="9"/>
                    </a:lnTo>
                    <a:lnTo>
                      <a:pt x="24" y="9"/>
                    </a:lnTo>
                    <a:lnTo>
                      <a:pt x="26" y="9"/>
                    </a:lnTo>
                    <a:lnTo>
                      <a:pt x="26" y="9"/>
                    </a:lnTo>
                    <a:lnTo>
                      <a:pt x="26" y="9"/>
                    </a:lnTo>
                    <a:lnTo>
                      <a:pt x="26" y="12"/>
                    </a:lnTo>
                    <a:lnTo>
                      <a:pt x="28" y="12"/>
                    </a:lnTo>
                    <a:lnTo>
                      <a:pt x="28" y="12"/>
                    </a:lnTo>
                    <a:lnTo>
                      <a:pt x="28" y="12"/>
                    </a:lnTo>
                    <a:lnTo>
                      <a:pt x="28" y="12"/>
                    </a:lnTo>
                    <a:lnTo>
                      <a:pt x="31" y="12"/>
                    </a:lnTo>
                    <a:lnTo>
                      <a:pt x="31" y="12"/>
                    </a:lnTo>
                    <a:lnTo>
                      <a:pt x="31" y="12"/>
                    </a:lnTo>
                    <a:lnTo>
                      <a:pt x="33" y="12"/>
                    </a:lnTo>
                    <a:lnTo>
                      <a:pt x="33" y="12"/>
                    </a:lnTo>
                    <a:lnTo>
                      <a:pt x="33" y="14"/>
                    </a:lnTo>
                    <a:lnTo>
                      <a:pt x="33" y="14"/>
                    </a:lnTo>
                    <a:lnTo>
                      <a:pt x="33" y="14"/>
                    </a:lnTo>
                    <a:lnTo>
                      <a:pt x="35" y="14"/>
                    </a:lnTo>
                    <a:lnTo>
                      <a:pt x="35" y="14"/>
                    </a:lnTo>
                    <a:lnTo>
                      <a:pt x="35" y="16"/>
                    </a:lnTo>
                    <a:lnTo>
                      <a:pt x="35" y="16"/>
                    </a:lnTo>
                    <a:lnTo>
                      <a:pt x="38" y="16"/>
                    </a:lnTo>
                    <a:lnTo>
                      <a:pt x="38" y="16"/>
                    </a:lnTo>
                    <a:lnTo>
                      <a:pt x="38" y="16"/>
                    </a:lnTo>
                    <a:lnTo>
                      <a:pt x="38" y="19"/>
                    </a:lnTo>
                    <a:lnTo>
                      <a:pt x="40" y="19"/>
                    </a:lnTo>
                    <a:lnTo>
                      <a:pt x="40" y="19"/>
                    </a:lnTo>
                    <a:lnTo>
                      <a:pt x="40" y="19"/>
                    </a:lnTo>
                    <a:lnTo>
                      <a:pt x="40" y="21"/>
                    </a:lnTo>
                    <a:lnTo>
                      <a:pt x="40" y="21"/>
                    </a:lnTo>
                    <a:lnTo>
                      <a:pt x="43" y="21"/>
                    </a:lnTo>
                    <a:lnTo>
                      <a:pt x="43" y="21"/>
                    </a:lnTo>
                    <a:lnTo>
                      <a:pt x="43" y="21"/>
                    </a:lnTo>
                    <a:lnTo>
                      <a:pt x="43" y="21"/>
                    </a:lnTo>
                    <a:lnTo>
                      <a:pt x="45" y="21"/>
                    </a:lnTo>
                    <a:lnTo>
                      <a:pt x="45" y="21"/>
                    </a:lnTo>
                    <a:lnTo>
                      <a:pt x="47" y="21"/>
                    </a:lnTo>
                    <a:lnTo>
                      <a:pt x="47" y="21"/>
                    </a:lnTo>
                    <a:lnTo>
                      <a:pt x="47" y="23"/>
                    </a:lnTo>
                    <a:lnTo>
                      <a:pt x="47" y="23"/>
                    </a:lnTo>
                    <a:lnTo>
                      <a:pt x="47" y="23"/>
                    </a:lnTo>
                    <a:lnTo>
                      <a:pt x="47" y="23"/>
                    </a:lnTo>
                    <a:lnTo>
                      <a:pt x="47" y="26"/>
                    </a:lnTo>
                    <a:lnTo>
                      <a:pt x="50" y="26"/>
                    </a:lnTo>
                    <a:lnTo>
                      <a:pt x="50" y="26"/>
                    </a:lnTo>
                    <a:lnTo>
                      <a:pt x="50" y="26"/>
                    </a:lnTo>
                    <a:lnTo>
                      <a:pt x="50" y="28"/>
                    </a:lnTo>
                    <a:lnTo>
                      <a:pt x="50" y="28"/>
                    </a:lnTo>
                    <a:lnTo>
                      <a:pt x="50" y="28"/>
                    </a:lnTo>
                    <a:lnTo>
                      <a:pt x="52" y="28"/>
                    </a:lnTo>
                    <a:lnTo>
                      <a:pt x="52" y="28"/>
                    </a:lnTo>
                    <a:lnTo>
                      <a:pt x="52" y="31"/>
                    </a:lnTo>
                    <a:lnTo>
                      <a:pt x="52" y="31"/>
                    </a:lnTo>
                    <a:lnTo>
                      <a:pt x="54" y="31"/>
                    </a:lnTo>
                    <a:lnTo>
                      <a:pt x="54" y="33"/>
                    </a:lnTo>
                    <a:lnTo>
                      <a:pt x="54" y="33"/>
                    </a:lnTo>
                    <a:lnTo>
                      <a:pt x="54" y="33"/>
                    </a:lnTo>
                    <a:lnTo>
                      <a:pt x="57" y="33"/>
                    </a:lnTo>
                    <a:lnTo>
                      <a:pt x="57" y="33"/>
                    </a:lnTo>
                    <a:lnTo>
                      <a:pt x="57" y="33"/>
                    </a:lnTo>
                    <a:lnTo>
                      <a:pt x="57" y="33"/>
                    </a:lnTo>
                    <a:lnTo>
                      <a:pt x="57" y="35"/>
                    </a:lnTo>
                    <a:lnTo>
                      <a:pt x="57" y="35"/>
                    </a:lnTo>
                    <a:lnTo>
                      <a:pt x="57" y="35"/>
                    </a:lnTo>
                    <a:lnTo>
                      <a:pt x="59" y="35"/>
                    </a:lnTo>
                    <a:lnTo>
                      <a:pt x="59" y="38"/>
                    </a:lnTo>
                    <a:lnTo>
                      <a:pt x="59" y="38"/>
                    </a:lnTo>
                    <a:lnTo>
                      <a:pt x="59" y="38"/>
                    </a:lnTo>
                    <a:lnTo>
                      <a:pt x="62" y="38"/>
                    </a:lnTo>
                    <a:lnTo>
                      <a:pt x="62" y="38"/>
                    </a:lnTo>
                    <a:lnTo>
                      <a:pt x="62" y="38"/>
                    </a:lnTo>
                    <a:lnTo>
                      <a:pt x="62" y="38"/>
                    </a:lnTo>
                    <a:lnTo>
                      <a:pt x="62" y="38"/>
                    </a:lnTo>
                    <a:lnTo>
                      <a:pt x="62" y="40"/>
                    </a:lnTo>
                    <a:lnTo>
                      <a:pt x="64" y="40"/>
                    </a:lnTo>
                    <a:lnTo>
                      <a:pt x="64" y="40"/>
                    </a:lnTo>
                    <a:lnTo>
                      <a:pt x="64" y="40"/>
                    </a:lnTo>
                    <a:lnTo>
                      <a:pt x="64" y="40"/>
                    </a:lnTo>
                    <a:lnTo>
                      <a:pt x="64" y="42"/>
                    </a:lnTo>
                    <a:lnTo>
                      <a:pt x="64" y="42"/>
                    </a:lnTo>
                    <a:lnTo>
                      <a:pt x="66" y="42"/>
                    </a:lnTo>
                    <a:lnTo>
                      <a:pt x="66" y="42"/>
                    </a:lnTo>
                    <a:lnTo>
                      <a:pt x="66" y="42"/>
                    </a:lnTo>
                    <a:lnTo>
                      <a:pt x="66" y="45"/>
                    </a:lnTo>
                    <a:lnTo>
                      <a:pt x="66" y="45"/>
                    </a:lnTo>
                    <a:lnTo>
                      <a:pt x="69" y="45"/>
                    </a:lnTo>
                    <a:lnTo>
                      <a:pt x="69" y="47"/>
                    </a:lnTo>
                    <a:lnTo>
                      <a:pt x="69" y="47"/>
                    </a:lnTo>
                    <a:lnTo>
                      <a:pt x="69" y="47"/>
                    </a:lnTo>
                    <a:lnTo>
                      <a:pt x="69" y="50"/>
                    </a:lnTo>
                    <a:lnTo>
                      <a:pt x="69" y="50"/>
                    </a:lnTo>
                    <a:lnTo>
                      <a:pt x="69" y="52"/>
                    </a:lnTo>
                    <a:lnTo>
                      <a:pt x="69" y="52"/>
                    </a:lnTo>
                    <a:lnTo>
                      <a:pt x="69" y="52"/>
                    </a:lnTo>
                    <a:lnTo>
                      <a:pt x="69" y="52"/>
                    </a:lnTo>
                    <a:lnTo>
                      <a:pt x="66" y="52"/>
                    </a:lnTo>
                    <a:lnTo>
                      <a:pt x="66" y="54"/>
                    </a:lnTo>
                    <a:lnTo>
                      <a:pt x="69" y="54"/>
                    </a:lnTo>
                    <a:lnTo>
                      <a:pt x="69" y="54"/>
                    </a:lnTo>
                    <a:lnTo>
                      <a:pt x="69" y="57"/>
                    </a:lnTo>
                    <a:lnTo>
                      <a:pt x="69" y="57"/>
                    </a:lnTo>
                    <a:lnTo>
                      <a:pt x="66" y="57"/>
                    </a:lnTo>
                    <a:lnTo>
                      <a:pt x="66" y="59"/>
                    </a:lnTo>
                    <a:lnTo>
                      <a:pt x="66" y="59"/>
                    </a:lnTo>
                    <a:lnTo>
                      <a:pt x="66" y="59"/>
                    </a:lnTo>
                    <a:lnTo>
                      <a:pt x="66" y="61"/>
                    </a:lnTo>
                    <a:lnTo>
                      <a:pt x="66" y="61"/>
                    </a:lnTo>
                    <a:lnTo>
                      <a:pt x="64" y="61"/>
                    </a:lnTo>
                    <a:lnTo>
                      <a:pt x="64" y="61"/>
                    </a:lnTo>
                    <a:lnTo>
                      <a:pt x="64" y="61"/>
                    </a:lnTo>
                    <a:lnTo>
                      <a:pt x="64" y="64"/>
                    </a:lnTo>
                    <a:lnTo>
                      <a:pt x="64" y="64"/>
                    </a:lnTo>
                    <a:lnTo>
                      <a:pt x="62" y="64"/>
                    </a:lnTo>
                    <a:lnTo>
                      <a:pt x="62" y="61"/>
                    </a:lnTo>
                    <a:lnTo>
                      <a:pt x="62" y="61"/>
                    </a:lnTo>
                    <a:lnTo>
                      <a:pt x="62" y="61"/>
                    </a:lnTo>
                    <a:lnTo>
                      <a:pt x="62" y="61"/>
                    </a:lnTo>
                    <a:lnTo>
                      <a:pt x="62" y="61"/>
                    </a:lnTo>
                    <a:lnTo>
                      <a:pt x="62" y="59"/>
                    </a:lnTo>
                    <a:lnTo>
                      <a:pt x="59" y="59"/>
                    </a:lnTo>
                    <a:lnTo>
                      <a:pt x="59" y="59"/>
                    </a:lnTo>
                    <a:lnTo>
                      <a:pt x="59" y="57"/>
                    </a:lnTo>
                    <a:lnTo>
                      <a:pt x="59" y="57"/>
                    </a:lnTo>
                    <a:lnTo>
                      <a:pt x="59" y="57"/>
                    </a:lnTo>
                    <a:lnTo>
                      <a:pt x="59" y="54"/>
                    </a:lnTo>
                    <a:lnTo>
                      <a:pt x="57" y="54"/>
                    </a:lnTo>
                    <a:lnTo>
                      <a:pt x="57" y="54"/>
                    </a:lnTo>
                    <a:lnTo>
                      <a:pt x="57" y="52"/>
                    </a:lnTo>
                    <a:lnTo>
                      <a:pt x="57" y="52"/>
                    </a:lnTo>
                    <a:lnTo>
                      <a:pt x="59" y="52"/>
                    </a:lnTo>
                    <a:lnTo>
                      <a:pt x="59" y="52"/>
                    </a:lnTo>
                    <a:lnTo>
                      <a:pt x="59" y="50"/>
                    </a:lnTo>
                    <a:lnTo>
                      <a:pt x="59" y="50"/>
                    </a:lnTo>
                    <a:lnTo>
                      <a:pt x="59" y="47"/>
                    </a:lnTo>
                    <a:lnTo>
                      <a:pt x="57" y="47"/>
                    </a:lnTo>
                    <a:lnTo>
                      <a:pt x="57" y="47"/>
                    </a:lnTo>
                    <a:lnTo>
                      <a:pt x="57" y="45"/>
                    </a:lnTo>
                    <a:lnTo>
                      <a:pt x="57" y="45"/>
                    </a:lnTo>
                    <a:lnTo>
                      <a:pt x="57" y="45"/>
                    </a:lnTo>
                    <a:lnTo>
                      <a:pt x="57" y="42"/>
                    </a:lnTo>
                    <a:lnTo>
                      <a:pt x="57" y="42"/>
                    </a:lnTo>
                    <a:lnTo>
                      <a:pt x="57" y="42"/>
                    </a:lnTo>
                    <a:lnTo>
                      <a:pt x="57" y="42"/>
                    </a:lnTo>
                    <a:lnTo>
                      <a:pt x="57" y="40"/>
                    </a:lnTo>
                    <a:lnTo>
                      <a:pt x="54" y="40"/>
                    </a:lnTo>
                    <a:lnTo>
                      <a:pt x="54" y="40"/>
                    </a:lnTo>
                    <a:lnTo>
                      <a:pt x="54" y="38"/>
                    </a:lnTo>
                    <a:lnTo>
                      <a:pt x="54" y="38"/>
                    </a:lnTo>
                    <a:lnTo>
                      <a:pt x="54" y="38"/>
                    </a:lnTo>
                    <a:lnTo>
                      <a:pt x="54" y="38"/>
                    </a:lnTo>
                    <a:lnTo>
                      <a:pt x="54" y="35"/>
                    </a:lnTo>
                    <a:lnTo>
                      <a:pt x="52" y="35"/>
                    </a:lnTo>
                    <a:lnTo>
                      <a:pt x="52" y="35"/>
                    </a:lnTo>
                    <a:lnTo>
                      <a:pt x="52" y="35"/>
                    </a:lnTo>
                    <a:lnTo>
                      <a:pt x="52" y="33"/>
                    </a:lnTo>
                    <a:lnTo>
                      <a:pt x="52" y="33"/>
                    </a:lnTo>
                    <a:lnTo>
                      <a:pt x="50" y="33"/>
                    </a:lnTo>
                    <a:lnTo>
                      <a:pt x="50" y="33"/>
                    </a:lnTo>
                    <a:lnTo>
                      <a:pt x="50" y="33"/>
                    </a:lnTo>
                    <a:lnTo>
                      <a:pt x="50" y="31"/>
                    </a:lnTo>
                    <a:lnTo>
                      <a:pt x="50" y="31"/>
                    </a:lnTo>
                    <a:lnTo>
                      <a:pt x="50" y="31"/>
                    </a:lnTo>
                    <a:lnTo>
                      <a:pt x="47" y="31"/>
                    </a:lnTo>
                    <a:lnTo>
                      <a:pt x="47" y="28"/>
                    </a:lnTo>
                    <a:lnTo>
                      <a:pt x="47" y="28"/>
                    </a:lnTo>
                    <a:lnTo>
                      <a:pt x="47" y="28"/>
                    </a:lnTo>
                    <a:lnTo>
                      <a:pt x="45" y="28"/>
                    </a:lnTo>
                    <a:lnTo>
                      <a:pt x="45" y="28"/>
                    </a:lnTo>
                    <a:lnTo>
                      <a:pt x="43" y="28"/>
                    </a:lnTo>
                    <a:lnTo>
                      <a:pt x="43" y="28"/>
                    </a:lnTo>
                    <a:lnTo>
                      <a:pt x="43" y="28"/>
                    </a:lnTo>
                    <a:lnTo>
                      <a:pt x="43" y="28"/>
                    </a:lnTo>
                    <a:lnTo>
                      <a:pt x="43" y="26"/>
                    </a:lnTo>
                    <a:lnTo>
                      <a:pt x="40" y="26"/>
                    </a:lnTo>
                    <a:lnTo>
                      <a:pt x="40" y="26"/>
                    </a:lnTo>
                    <a:lnTo>
                      <a:pt x="40" y="26"/>
                    </a:lnTo>
                    <a:lnTo>
                      <a:pt x="40" y="26"/>
                    </a:lnTo>
                    <a:lnTo>
                      <a:pt x="40" y="23"/>
                    </a:lnTo>
                    <a:lnTo>
                      <a:pt x="38" y="23"/>
                    </a:lnTo>
                    <a:lnTo>
                      <a:pt x="38" y="23"/>
                    </a:lnTo>
                    <a:lnTo>
                      <a:pt x="38" y="23"/>
                    </a:lnTo>
                    <a:lnTo>
                      <a:pt x="38" y="21"/>
                    </a:lnTo>
                    <a:lnTo>
                      <a:pt x="35" y="21"/>
                    </a:lnTo>
                    <a:lnTo>
                      <a:pt x="35" y="21"/>
                    </a:lnTo>
                    <a:lnTo>
                      <a:pt x="35" y="21"/>
                    </a:lnTo>
                    <a:lnTo>
                      <a:pt x="35" y="21"/>
                    </a:lnTo>
                    <a:lnTo>
                      <a:pt x="35" y="21"/>
                    </a:lnTo>
                    <a:lnTo>
                      <a:pt x="33" y="21"/>
                    </a:lnTo>
                    <a:lnTo>
                      <a:pt x="33" y="21"/>
                    </a:lnTo>
                    <a:lnTo>
                      <a:pt x="33" y="19"/>
                    </a:lnTo>
                    <a:lnTo>
                      <a:pt x="33" y="19"/>
                    </a:lnTo>
                    <a:lnTo>
                      <a:pt x="33" y="19"/>
                    </a:lnTo>
                    <a:lnTo>
                      <a:pt x="31" y="19"/>
                    </a:lnTo>
                    <a:lnTo>
                      <a:pt x="31" y="16"/>
                    </a:lnTo>
                    <a:lnTo>
                      <a:pt x="31" y="16"/>
                    </a:lnTo>
                    <a:lnTo>
                      <a:pt x="28" y="16"/>
                    </a:lnTo>
                    <a:lnTo>
                      <a:pt x="28" y="16"/>
                    </a:lnTo>
                    <a:lnTo>
                      <a:pt x="28" y="16"/>
                    </a:lnTo>
                    <a:lnTo>
                      <a:pt x="28" y="16"/>
                    </a:lnTo>
                    <a:lnTo>
                      <a:pt x="28" y="14"/>
                    </a:lnTo>
                    <a:lnTo>
                      <a:pt x="26" y="14"/>
                    </a:lnTo>
                    <a:lnTo>
                      <a:pt x="26" y="14"/>
                    </a:lnTo>
                    <a:lnTo>
                      <a:pt x="26" y="14"/>
                    </a:lnTo>
                    <a:lnTo>
                      <a:pt x="24" y="14"/>
                    </a:lnTo>
                    <a:lnTo>
                      <a:pt x="24" y="12"/>
                    </a:lnTo>
                    <a:lnTo>
                      <a:pt x="24" y="12"/>
                    </a:lnTo>
                    <a:lnTo>
                      <a:pt x="24" y="12"/>
                    </a:lnTo>
                    <a:lnTo>
                      <a:pt x="24" y="12"/>
                    </a:lnTo>
                    <a:lnTo>
                      <a:pt x="21" y="12"/>
                    </a:lnTo>
                    <a:lnTo>
                      <a:pt x="21" y="12"/>
                    </a:lnTo>
                    <a:lnTo>
                      <a:pt x="21" y="12"/>
                    </a:lnTo>
                    <a:lnTo>
                      <a:pt x="21" y="12"/>
                    </a:lnTo>
                    <a:lnTo>
                      <a:pt x="21" y="12"/>
                    </a:lnTo>
                    <a:lnTo>
                      <a:pt x="19" y="12"/>
                    </a:lnTo>
                    <a:lnTo>
                      <a:pt x="19" y="12"/>
                    </a:lnTo>
                    <a:lnTo>
                      <a:pt x="19" y="12"/>
                    </a:lnTo>
                    <a:lnTo>
                      <a:pt x="17" y="12"/>
                    </a:lnTo>
                    <a:lnTo>
                      <a:pt x="17" y="12"/>
                    </a:lnTo>
                    <a:lnTo>
                      <a:pt x="17" y="12"/>
                    </a:lnTo>
                    <a:lnTo>
                      <a:pt x="17" y="9"/>
                    </a:lnTo>
                    <a:lnTo>
                      <a:pt x="14" y="9"/>
                    </a:lnTo>
                    <a:lnTo>
                      <a:pt x="14" y="9"/>
                    </a:lnTo>
                    <a:lnTo>
                      <a:pt x="14" y="9"/>
                    </a:lnTo>
                    <a:lnTo>
                      <a:pt x="14" y="9"/>
                    </a:lnTo>
                    <a:lnTo>
                      <a:pt x="12" y="9"/>
                    </a:lnTo>
                    <a:lnTo>
                      <a:pt x="12" y="9"/>
                    </a:lnTo>
                    <a:lnTo>
                      <a:pt x="9" y="9"/>
                    </a:lnTo>
                    <a:lnTo>
                      <a:pt x="9" y="9"/>
                    </a:lnTo>
                    <a:lnTo>
                      <a:pt x="9" y="9"/>
                    </a:lnTo>
                    <a:lnTo>
                      <a:pt x="7" y="9"/>
                    </a:lnTo>
                    <a:lnTo>
                      <a:pt x="7" y="9"/>
                    </a:lnTo>
                    <a:lnTo>
                      <a:pt x="7" y="9"/>
                    </a:lnTo>
                    <a:lnTo>
                      <a:pt x="5" y="9"/>
                    </a:lnTo>
                    <a:lnTo>
                      <a:pt x="5" y="9"/>
                    </a:lnTo>
                    <a:lnTo>
                      <a:pt x="5" y="7"/>
                    </a:lnTo>
                    <a:lnTo>
                      <a:pt x="2" y="7"/>
                    </a:lnTo>
                    <a:lnTo>
                      <a:pt x="2" y="7"/>
                    </a:lnTo>
                    <a:lnTo>
                      <a:pt x="2" y="7"/>
                    </a:lnTo>
                    <a:lnTo>
                      <a:pt x="2" y="5"/>
                    </a:lnTo>
                    <a:lnTo>
                      <a:pt x="2" y="5"/>
                    </a:lnTo>
                    <a:lnTo>
                      <a:pt x="2" y="5"/>
                    </a:lnTo>
                    <a:lnTo>
                      <a:pt x="0" y="5"/>
                    </a:lnTo>
                    <a:lnTo>
                      <a:pt x="0" y="5"/>
                    </a:lnTo>
                    <a:lnTo>
                      <a:pt x="0" y="2"/>
                    </a:lnTo>
                    <a:lnTo>
                      <a:pt x="0" y="2"/>
                    </a:lnTo>
                    <a:lnTo>
                      <a:pt x="0" y="2"/>
                    </a:lnTo>
                    <a:lnTo>
                      <a:pt x="0" y="2"/>
                    </a:lnTo>
                    <a:lnTo>
                      <a:pt x="2" y="2"/>
                    </a:lnTo>
                    <a:lnTo>
                      <a:pt x="2" y="2"/>
                    </a:lnTo>
                    <a:lnTo>
                      <a:pt x="2" y="0"/>
                    </a:lnTo>
                    <a:lnTo>
                      <a:pt x="2" y="0"/>
                    </a:lnTo>
                    <a:lnTo>
                      <a:pt x="2" y="0"/>
                    </a:lnTo>
                    <a:lnTo>
                      <a:pt x="5" y="0"/>
                    </a:lnTo>
                    <a:lnTo>
                      <a:pt x="5" y="0"/>
                    </a:lnTo>
                    <a:lnTo>
                      <a:pt x="7" y="0"/>
                    </a:lnTo>
                    <a:lnTo>
                      <a:pt x="7" y="0"/>
                    </a:lnTo>
                    <a:lnTo>
                      <a:pt x="7"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2" name="Freeform 70"/>
              <p:cNvSpPr>
                <a:spLocks/>
              </p:cNvSpPr>
              <p:nvPr/>
            </p:nvSpPr>
            <p:spPr bwMode="auto">
              <a:xfrm>
                <a:off x="4050" y="2815"/>
                <a:ext cx="69" cy="64"/>
              </a:xfrm>
              <a:custGeom>
                <a:avLst/>
                <a:gdLst/>
                <a:ahLst/>
                <a:cxnLst>
                  <a:cxn ang="0">
                    <a:pos x="9" y="0"/>
                  </a:cxn>
                  <a:cxn ang="0">
                    <a:pos x="12" y="2"/>
                  </a:cxn>
                  <a:cxn ang="0">
                    <a:pos x="14" y="5"/>
                  </a:cxn>
                  <a:cxn ang="0">
                    <a:pos x="17" y="7"/>
                  </a:cxn>
                  <a:cxn ang="0">
                    <a:pos x="19" y="5"/>
                  </a:cxn>
                  <a:cxn ang="0">
                    <a:pos x="21" y="7"/>
                  </a:cxn>
                  <a:cxn ang="0">
                    <a:pos x="26" y="9"/>
                  </a:cxn>
                  <a:cxn ang="0">
                    <a:pos x="28" y="12"/>
                  </a:cxn>
                  <a:cxn ang="0">
                    <a:pos x="31" y="12"/>
                  </a:cxn>
                  <a:cxn ang="0">
                    <a:pos x="33" y="14"/>
                  </a:cxn>
                  <a:cxn ang="0">
                    <a:pos x="38" y="16"/>
                  </a:cxn>
                  <a:cxn ang="0">
                    <a:pos x="40" y="19"/>
                  </a:cxn>
                  <a:cxn ang="0">
                    <a:pos x="43" y="21"/>
                  </a:cxn>
                  <a:cxn ang="0">
                    <a:pos x="47" y="21"/>
                  </a:cxn>
                  <a:cxn ang="0">
                    <a:pos x="47" y="23"/>
                  </a:cxn>
                  <a:cxn ang="0">
                    <a:pos x="50" y="28"/>
                  </a:cxn>
                  <a:cxn ang="0">
                    <a:pos x="52" y="31"/>
                  </a:cxn>
                  <a:cxn ang="0">
                    <a:pos x="54" y="33"/>
                  </a:cxn>
                  <a:cxn ang="0">
                    <a:pos x="57" y="35"/>
                  </a:cxn>
                  <a:cxn ang="0">
                    <a:pos x="59" y="38"/>
                  </a:cxn>
                  <a:cxn ang="0">
                    <a:pos x="62" y="38"/>
                  </a:cxn>
                  <a:cxn ang="0">
                    <a:pos x="64" y="40"/>
                  </a:cxn>
                  <a:cxn ang="0">
                    <a:pos x="66" y="42"/>
                  </a:cxn>
                  <a:cxn ang="0">
                    <a:pos x="69" y="47"/>
                  </a:cxn>
                  <a:cxn ang="0">
                    <a:pos x="69" y="52"/>
                  </a:cxn>
                  <a:cxn ang="0">
                    <a:pos x="66" y="54"/>
                  </a:cxn>
                  <a:cxn ang="0">
                    <a:pos x="66" y="57"/>
                  </a:cxn>
                  <a:cxn ang="0">
                    <a:pos x="66" y="61"/>
                  </a:cxn>
                  <a:cxn ang="0">
                    <a:pos x="64" y="64"/>
                  </a:cxn>
                  <a:cxn ang="0">
                    <a:pos x="62" y="61"/>
                  </a:cxn>
                  <a:cxn ang="0">
                    <a:pos x="59" y="57"/>
                  </a:cxn>
                  <a:cxn ang="0">
                    <a:pos x="57" y="54"/>
                  </a:cxn>
                  <a:cxn ang="0">
                    <a:pos x="59" y="50"/>
                  </a:cxn>
                  <a:cxn ang="0">
                    <a:pos x="57" y="45"/>
                  </a:cxn>
                  <a:cxn ang="0">
                    <a:pos x="57" y="42"/>
                  </a:cxn>
                  <a:cxn ang="0">
                    <a:pos x="54" y="38"/>
                  </a:cxn>
                  <a:cxn ang="0">
                    <a:pos x="52" y="35"/>
                  </a:cxn>
                  <a:cxn ang="0">
                    <a:pos x="50" y="33"/>
                  </a:cxn>
                  <a:cxn ang="0">
                    <a:pos x="50" y="31"/>
                  </a:cxn>
                  <a:cxn ang="0">
                    <a:pos x="45" y="28"/>
                  </a:cxn>
                  <a:cxn ang="0">
                    <a:pos x="43" y="28"/>
                  </a:cxn>
                  <a:cxn ang="0">
                    <a:pos x="40" y="26"/>
                  </a:cxn>
                  <a:cxn ang="0">
                    <a:pos x="38" y="21"/>
                  </a:cxn>
                  <a:cxn ang="0">
                    <a:pos x="35" y="21"/>
                  </a:cxn>
                  <a:cxn ang="0">
                    <a:pos x="33" y="19"/>
                  </a:cxn>
                  <a:cxn ang="0">
                    <a:pos x="28" y="16"/>
                  </a:cxn>
                  <a:cxn ang="0">
                    <a:pos x="26" y="14"/>
                  </a:cxn>
                  <a:cxn ang="0">
                    <a:pos x="24" y="12"/>
                  </a:cxn>
                  <a:cxn ang="0">
                    <a:pos x="21" y="12"/>
                  </a:cxn>
                  <a:cxn ang="0">
                    <a:pos x="17" y="12"/>
                  </a:cxn>
                  <a:cxn ang="0">
                    <a:pos x="14" y="9"/>
                  </a:cxn>
                  <a:cxn ang="0">
                    <a:pos x="9" y="9"/>
                  </a:cxn>
                  <a:cxn ang="0">
                    <a:pos x="7" y="9"/>
                  </a:cxn>
                  <a:cxn ang="0">
                    <a:pos x="2" y="7"/>
                  </a:cxn>
                  <a:cxn ang="0">
                    <a:pos x="0" y="5"/>
                  </a:cxn>
                  <a:cxn ang="0">
                    <a:pos x="0" y="2"/>
                  </a:cxn>
                  <a:cxn ang="0">
                    <a:pos x="2" y="0"/>
                  </a:cxn>
                  <a:cxn ang="0">
                    <a:pos x="7" y="0"/>
                  </a:cxn>
                </a:cxnLst>
                <a:rect l="0" t="0" r="r" b="b"/>
                <a:pathLst>
                  <a:path w="69" h="64">
                    <a:moveTo>
                      <a:pt x="7" y="0"/>
                    </a:moveTo>
                    <a:lnTo>
                      <a:pt x="7" y="2"/>
                    </a:lnTo>
                    <a:lnTo>
                      <a:pt x="9" y="2"/>
                    </a:lnTo>
                    <a:lnTo>
                      <a:pt x="9" y="2"/>
                    </a:lnTo>
                    <a:lnTo>
                      <a:pt x="9" y="0"/>
                    </a:lnTo>
                    <a:lnTo>
                      <a:pt x="9" y="0"/>
                    </a:lnTo>
                    <a:lnTo>
                      <a:pt x="12" y="0"/>
                    </a:lnTo>
                    <a:lnTo>
                      <a:pt x="12" y="2"/>
                    </a:lnTo>
                    <a:lnTo>
                      <a:pt x="12" y="2"/>
                    </a:lnTo>
                    <a:lnTo>
                      <a:pt x="12" y="2"/>
                    </a:lnTo>
                    <a:lnTo>
                      <a:pt x="14" y="2"/>
                    </a:lnTo>
                    <a:lnTo>
                      <a:pt x="14" y="2"/>
                    </a:lnTo>
                    <a:lnTo>
                      <a:pt x="14" y="5"/>
                    </a:lnTo>
                    <a:lnTo>
                      <a:pt x="14" y="5"/>
                    </a:lnTo>
                    <a:lnTo>
                      <a:pt x="14" y="5"/>
                    </a:lnTo>
                    <a:lnTo>
                      <a:pt x="14" y="5"/>
                    </a:lnTo>
                    <a:lnTo>
                      <a:pt x="14" y="7"/>
                    </a:lnTo>
                    <a:lnTo>
                      <a:pt x="17" y="7"/>
                    </a:lnTo>
                    <a:lnTo>
                      <a:pt x="17" y="7"/>
                    </a:lnTo>
                    <a:lnTo>
                      <a:pt x="17" y="7"/>
                    </a:lnTo>
                    <a:lnTo>
                      <a:pt x="17" y="5"/>
                    </a:lnTo>
                    <a:lnTo>
                      <a:pt x="17" y="5"/>
                    </a:lnTo>
                    <a:lnTo>
                      <a:pt x="19" y="5"/>
                    </a:lnTo>
                    <a:lnTo>
                      <a:pt x="19" y="5"/>
                    </a:lnTo>
                    <a:lnTo>
                      <a:pt x="19" y="5"/>
                    </a:lnTo>
                    <a:lnTo>
                      <a:pt x="21" y="5"/>
                    </a:lnTo>
                    <a:lnTo>
                      <a:pt x="21" y="5"/>
                    </a:lnTo>
                    <a:lnTo>
                      <a:pt x="21" y="7"/>
                    </a:lnTo>
                    <a:lnTo>
                      <a:pt x="21" y="7"/>
                    </a:lnTo>
                    <a:lnTo>
                      <a:pt x="21" y="7"/>
                    </a:lnTo>
                    <a:lnTo>
                      <a:pt x="24" y="7"/>
                    </a:lnTo>
                    <a:lnTo>
                      <a:pt x="24" y="7"/>
                    </a:lnTo>
                    <a:lnTo>
                      <a:pt x="24" y="9"/>
                    </a:lnTo>
                    <a:lnTo>
                      <a:pt x="24" y="9"/>
                    </a:lnTo>
                    <a:lnTo>
                      <a:pt x="26" y="9"/>
                    </a:lnTo>
                    <a:lnTo>
                      <a:pt x="26" y="9"/>
                    </a:lnTo>
                    <a:lnTo>
                      <a:pt x="26" y="9"/>
                    </a:lnTo>
                    <a:lnTo>
                      <a:pt x="26" y="12"/>
                    </a:lnTo>
                    <a:lnTo>
                      <a:pt x="28" y="12"/>
                    </a:lnTo>
                    <a:lnTo>
                      <a:pt x="28" y="12"/>
                    </a:lnTo>
                    <a:lnTo>
                      <a:pt x="28" y="12"/>
                    </a:lnTo>
                    <a:lnTo>
                      <a:pt x="28" y="12"/>
                    </a:lnTo>
                    <a:lnTo>
                      <a:pt x="31" y="12"/>
                    </a:lnTo>
                    <a:lnTo>
                      <a:pt x="31" y="12"/>
                    </a:lnTo>
                    <a:lnTo>
                      <a:pt x="31" y="12"/>
                    </a:lnTo>
                    <a:lnTo>
                      <a:pt x="33" y="12"/>
                    </a:lnTo>
                    <a:lnTo>
                      <a:pt x="33" y="12"/>
                    </a:lnTo>
                    <a:lnTo>
                      <a:pt x="33" y="14"/>
                    </a:lnTo>
                    <a:lnTo>
                      <a:pt x="33" y="14"/>
                    </a:lnTo>
                    <a:lnTo>
                      <a:pt x="33" y="14"/>
                    </a:lnTo>
                    <a:lnTo>
                      <a:pt x="35" y="14"/>
                    </a:lnTo>
                    <a:lnTo>
                      <a:pt x="35" y="14"/>
                    </a:lnTo>
                    <a:lnTo>
                      <a:pt x="35" y="16"/>
                    </a:lnTo>
                    <a:lnTo>
                      <a:pt x="35" y="16"/>
                    </a:lnTo>
                    <a:lnTo>
                      <a:pt x="38" y="16"/>
                    </a:lnTo>
                    <a:lnTo>
                      <a:pt x="38" y="16"/>
                    </a:lnTo>
                    <a:lnTo>
                      <a:pt x="38" y="16"/>
                    </a:lnTo>
                    <a:lnTo>
                      <a:pt x="38" y="19"/>
                    </a:lnTo>
                    <a:lnTo>
                      <a:pt x="40" y="19"/>
                    </a:lnTo>
                    <a:lnTo>
                      <a:pt x="40" y="19"/>
                    </a:lnTo>
                    <a:lnTo>
                      <a:pt x="40" y="19"/>
                    </a:lnTo>
                    <a:lnTo>
                      <a:pt x="40" y="21"/>
                    </a:lnTo>
                    <a:lnTo>
                      <a:pt x="40" y="21"/>
                    </a:lnTo>
                    <a:lnTo>
                      <a:pt x="43" y="21"/>
                    </a:lnTo>
                    <a:lnTo>
                      <a:pt x="43" y="21"/>
                    </a:lnTo>
                    <a:lnTo>
                      <a:pt x="43" y="21"/>
                    </a:lnTo>
                    <a:lnTo>
                      <a:pt x="43" y="21"/>
                    </a:lnTo>
                    <a:lnTo>
                      <a:pt x="45" y="21"/>
                    </a:lnTo>
                    <a:lnTo>
                      <a:pt x="45" y="21"/>
                    </a:lnTo>
                    <a:lnTo>
                      <a:pt x="47" y="21"/>
                    </a:lnTo>
                    <a:lnTo>
                      <a:pt x="47" y="21"/>
                    </a:lnTo>
                    <a:lnTo>
                      <a:pt x="47" y="23"/>
                    </a:lnTo>
                    <a:lnTo>
                      <a:pt x="47" y="23"/>
                    </a:lnTo>
                    <a:lnTo>
                      <a:pt x="47" y="23"/>
                    </a:lnTo>
                    <a:lnTo>
                      <a:pt x="47" y="23"/>
                    </a:lnTo>
                    <a:lnTo>
                      <a:pt x="47" y="26"/>
                    </a:lnTo>
                    <a:lnTo>
                      <a:pt x="50" y="26"/>
                    </a:lnTo>
                    <a:lnTo>
                      <a:pt x="50" y="26"/>
                    </a:lnTo>
                    <a:lnTo>
                      <a:pt x="50" y="26"/>
                    </a:lnTo>
                    <a:lnTo>
                      <a:pt x="50" y="28"/>
                    </a:lnTo>
                    <a:lnTo>
                      <a:pt x="50" y="28"/>
                    </a:lnTo>
                    <a:lnTo>
                      <a:pt x="50" y="28"/>
                    </a:lnTo>
                    <a:lnTo>
                      <a:pt x="52" y="28"/>
                    </a:lnTo>
                    <a:lnTo>
                      <a:pt x="52" y="28"/>
                    </a:lnTo>
                    <a:lnTo>
                      <a:pt x="52" y="31"/>
                    </a:lnTo>
                    <a:lnTo>
                      <a:pt x="52" y="31"/>
                    </a:lnTo>
                    <a:lnTo>
                      <a:pt x="54" y="31"/>
                    </a:lnTo>
                    <a:lnTo>
                      <a:pt x="54" y="33"/>
                    </a:lnTo>
                    <a:lnTo>
                      <a:pt x="54" y="33"/>
                    </a:lnTo>
                    <a:lnTo>
                      <a:pt x="54" y="33"/>
                    </a:lnTo>
                    <a:lnTo>
                      <a:pt x="57" y="33"/>
                    </a:lnTo>
                    <a:lnTo>
                      <a:pt x="57" y="33"/>
                    </a:lnTo>
                    <a:lnTo>
                      <a:pt x="57" y="33"/>
                    </a:lnTo>
                    <a:lnTo>
                      <a:pt x="57" y="33"/>
                    </a:lnTo>
                    <a:lnTo>
                      <a:pt x="57" y="35"/>
                    </a:lnTo>
                    <a:lnTo>
                      <a:pt x="57" y="35"/>
                    </a:lnTo>
                    <a:lnTo>
                      <a:pt x="57" y="35"/>
                    </a:lnTo>
                    <a:lnTo>
                      <a:pt x="59" y="35"/>
                    </a:lnTo>
                    <a:lnTo>
                      <a:pt x="59" y="38"/>
                    </a:lnTo>
                    <a:lnTo>
                      <a:pt x="59" y="38"/>
                    </a:lnTo>
                    <a:lnTo>
                      <a:pt x="59" y="38"/>
                    </a:lnTo>
                    <a:lnTo>
                      <a:pt x="62" y="38"/>
                    </a:lnTo>
                    <a:lnTo>
                      <a:pt x="62" y="38"/>
                    </a:lnTo>
                    <a:lnTo>
                      <a:pt x="62" y="38"/>
                    </a:lnTo>
                    <a:lnTo>
                      <a:pt x="62" y="38"/>
                    </a:lnTo>
                    <a:lnTo>
                      <a:pt x="62" y="38"/>
                    </a:lnTo>
                    <a:lnTo>
                      <a:pt x="62" y="40"/>
                    </a:lnTo>
                    <a:lnTo>
                      <a:pt x="64" y="40"/>
                    </a:lnTo>
                    <a:lnTo>
                      <a:pt x="64" y="40"/>
                    </a:lnTo>
                    <a:lnTo>
                      <a:pt x="64" y="40"/>
                    </a:lnTo>
                    <a:lnTo>
                      <a:pt x="64" y="40"/>
                    </a:lnTo>
                    <a:lnTo>
                      <a:pt x="64" y="42"/>
                    </a:lnTo>
                    <a:lnTo>
                      <a:pt x="64" y="42"/>
                    </a:lnTo>
                    <a:lnTo>
                      <a:pt x="66" y="42"/>
                    </a:lnTo>
                    <a:lnTo>
                      <a:pt x="66" y="42"/>
                    </a:lnTo>
                    <a:lnTo>
                      <a:pt x="66" y="42"/>
                    </a:lnTo>
                    <a:lnTo>
                      <a:pt x="66" y="45"/>
                    </a:lnTo>
                    <a:lnTo>
                      <a:pt x="66" y="45"/>
                    </a:lnTo>
                    <a:lnTo>
                      <a:pt x="69" y="45"/>
                    </a:lnTo>
                    <a:lnTo>
                      <a:pt x="69" y="47"/>
                    </a:lnTo>
                    <a:lnTo>
                      <a:pt x="69" y="47"/>
                    </a:lnTo>
                    <a:lnTo>
                      <a:pt x="69" y="47"/>
                    </a:lnTo>
                    <a:lnTo>
                      <a:pt x="69" y="50"/>
                    </a:lnTo>
                    <a:lnTo>
                      <a:pt x="69" y="50"/>
                    </a:lnTo>
                    <a:lnTo>
                      <a:pt x="69" y="52"/>
                    </a:lnTo>
                    <a:lnTo>
                      <a:pt x="69" y="52"/>
                    </a:lnTo>
                    <a:lnTo>
                      <a:pt x="69" y="52"/>
                    </a:lnTo>
                    <a:lnTo>
                      <a:pt x="69" y="52"/>
                    </a:lnTo>
                    <a:lnTo>
                      <a:pt x="66" y="52"/>
                    </a:lnTo>
                    <a:lnTo>
                      <a:pt x="66" y="54"/>
                    </a:lnTo>
                    <a:lnTo>
                      <a:pt x="69" y="54"/>
                    </a:lnTo>
                    <a:lnTo>
                      <a:pt x="69" y="54"/>
                    </a:lnTo>
                    <a:lnTo>
                      <a:pt x="69" y="57"/>
                    </a:lnTo>
                    <a:lnTo>
                      <a:pt x="69" y="57"/>
                    </a:lnTo>
                    <a:lnTo>
                      <a:pt x="66" y="57"/>
                    </a:lnTo>
                    <a:lnTo>
                      <a:pt x="66" y="59"/>
                    </a:lnTo>
                    <a:lnTo>
                      <a:pt x="66" y="59"/>
                    </a:lnTo>
                    <a:lnTo>
                      <a:pt x="66" y="59"/>
                    </a:lnTo>
                    <a:lnTo>
                      <a:pt x="66" y="61"/>
                    </a:lnTo>
                    <a:lnTo>
                      <a:pt x="66" y="61"/>
                    </a:lnTo>
                    <a:lnTo>
                      <a:pt x="64" y="61"/>
                    </a:lnTo>
                    <a:lnTo>
                      <a:pt x="64" y="61"/>
                    </a:lnTo>
                    <a:lnTo>
                      <a:pt x="64" y="61"/>
                    </a:lnTo>
                    <a:lnTo>
                      <a:pt x="64" y="64"/>
                    </a:lnTo>
                    <a:lnTo>
                      <a:pt x="64" y="64"/>
                    </a:lnTo>
                    <a:lnTo>
                      <a:pt x="62" y="64"/>
                    </a:lnTo>
                    <a:lnTo>
                      <a:pt x="62" y="61"/>
                    </a:lnTo>
                    <a:lnTo>
                      <a:pt x="62" y="61"/>
                    </a:lnTo>
                    <a:lnTo>
                      <a:pt x="62" y="61"/>
                    </a:lnTo>
                    <a:lnTo>
                      <a:pt x="62" y="61"/>
                    </a:lnTo>
                    <a:lnTo>
                      <a:pt x="62" y="61"/>
                    </a:lnTo>
                    <a:lnTo>
                      <a:pt x="62" y="59"/>
                    </a:lnTo>
                    <a:lnTo>
                      <a:pt x="59" y="59"/>
                    </a:lnTo>
                    <a:lnTo>
                      <a:pt x="59" y="59"/>
                    </a:lnTo>
                    <a:lnTo>
                      <a:pt x="59" y="57"/>
                    </a:lnTo>
                    <a:lnTo>
                      <a:pt x="59" y="57"/>
                    </a:lnTo>
                    <a:lnTo>
                      <a:pt x="59" y="57"/>
                    </a:lnTo>
                    <a:lnTo>
                      <a:pt x="59" y="54"/>
                    </a:lnTo>
                    <a:lnTo>
                      <a:pt x="57" y="54"/>
                    </a:lnTo>
                    <a:lnTo>
                      <a:pt x="57" y="54"/>
                    </a:lnTo>
                    <a:lnTo>
                      <a:pt x="57" y="52"/>
                    </a:lnTo>
                    <a:lnTo>
                      <a:pt x="57" y="52"/>
                    </a:lnTo>
                    <a:lnTo>
                      <a:pt x="59" y="52"/>
                    </a:lnTo>
                    <a:lnTo>
                      <a:pt x="59" y="52"/>
                    </a:lnTo>
                    <a:lnTo>
                      <a:pt x="59" y="50"/>
                    </a:lnTo>
                    <a:lnTo>
                      <a:pt x="59" y="50"/>
                    </a:lnTo>
                    <a:lnTo>
                      <a:pt x="59" y="47"/>
                    </a:lnTo>
                    <a:lnTo>
                      <a:pt x="57" y="47"/>
                    </a:lnTo>
                    <a:lnTo>
                      <a:pt x="57" y="47"/>
                    </a:lnTo>
                    <a:lnTo>
                      <a:pt x="57" y="45"/>
                    </a:lnTo>
                    <a:lnTo>
                      <a:pt x="57" y="45"/>
                    </a:lnTo>
                    <a:lnTo>
                      <a:pt x="57" y="45"/>
                    </a:lnTo>
                    <a:lnTo>
                      <a:pt x="57" y="42"/>
                    </a:lnTo>
                    <a:lnTo>
                      <a:pt x="57" y="42"/>
                    </a:lnTo>
                    <a:lnTo>
                      <a:pt x="57" y="42"/>
                    </a:lnTo>
                    <a:lnTo>
                      <a:pt x="57" y="42"/>
                    </a:lnTo>
                    <a:lnTo>
                      <a:pt x="57" y="40"/>
                    </a:lnTo>
                    <a:lnTo>
                      <a:pt x="54" y="40"/>
                    </a:lnTo>
                    <a:lnTo>
                      <a:pt x="54" y="40"/>
                    </a:lnTo>
                    <a:lnTo>
                      <a:pt x="54" y="38"/>
                    </a:lnTo>
                    <a:lnTo>
                      <a:pt x="54" y="38"/>
                    </a:lnTo>
                    <a:lnTo>
                      <a:pt x="54" y="38"/>
                    </a:lnTo>
                    <a:lnTo>
                      <a:pt x="54" y="38"/>
                    </a:lnTo>
                    <a:lnTo>
                      <a:pt x="54" y="35"/>
                    </a:lnTo>
                    <a:lnTo>
                      <a:pt x="52" y="35"/>
                    </a:lnTo>
                    <a:lnTo>
                      <a:pt x="52" y="35"/>
                    </a:lnTo>
                    <a:lnTo>
                      <a:pt x="52" y="35"/>
                    </a:lnTo>
                    <a:lnTo>
                      <a:pt x="52" y="33"/>
                    </a:lnTo>
                    <a:lnTo>
                      <a:pt x="52" y="33"/>
                    </a:lnTo>
                    <a:lnTo>
                      <a:pt x="50" y="33"/>
                    </a:lnTo>
                    <a:lnTo>
                      <a:pt x="50" y="33"/>
                    </a:lnTo>
                    <a:lnTo>
                      <a:pt x="50" y="33"/>
                    </a:lnTo>
                    <a:lnTo>
                      <a:pt x="50" y="31"/>
                    </a:lnTo>
                    <a:lnTo>
                      <a:pt x="50" y="31"/>
                    </a:lnTo>
                    <a:lnTo>
                      <a:pt x="50" y="31"/>
                    </a:lnTo>
                    <a:lnTo>
                      <a:pt x="47" y="31"/>
                    </a:lnTo>
                    <a:lnTo>
                      <a:pt x="47" y="28"/>
                    </a:lnTo>
                    <a:lnTo>
                      <a:pt x="47" y="28"/>
                    </a:lnTo>
                    <a:lnTo>
                      <a:pt x="47" y="28"/>
                    </a:lnTo>
                    <a:lnTo>
                      <a:pt x="45" y="28"/>
                    </a:lnTo>
                    <a:lnTo>
                      <a:pt x="45" y="28"/>
                    </a:lnTo>
                    <a:lnTo>
                      <a:pt x="43" y="28"/>
                    </a:lnTo>
                    <a:lnTo>
                      <a:pt x="43" y="28"/>
                    </a:lnTo>
                    <a:lnTo>
                      <a:pt x="43" y="28"/>
                    </a:lnTo>
                    <a:lnTo>
                      <a:pt x="43" y="28"/>
                    </a:lnTo>
                    <a:lnTo>
                      <a:pt x="43" y="26"/>
                    </a:lnTo>
                    <a:lnTo>
                      <a:pt x="40" y="26"/>
                    </a:lnTo>
                    <a:lnTo>
                      <a:pt x="40" y="26"/>
                    </a:lnTo>
                    <a:lnTo>
                      <a:pt x="40" y="26"/>
                    </a:lnTo>
                    <a:lnTo>
                      <a:pt x="40" y="26"/>
                    </a:lnTo>
                    <a:lnTo>
                      <a:pt x="40" y="23"/>
                    </a:lnTo>
                    <a:lnTo>
                      <a:pt x="38" y="23"/>
                    </a:lnTo>
                    <a:lnTo>
                      <a:pt x="38" y="23"/>
                    </a:lnTo>
                    <a:lnTo>
                      <a:pt x="38" y="23"/>
                    </a:lnTo>
                    <a:lnTo>
                      <a:pt x="38" y="21"/>
                    </a:lnTo>
                    <a:lnTo>
                      <a:pt x="35" y="21"/>
                    </a:lnTo>
                    <a:lnTo>
                      <a:pt x="35" y="21"/>
                    </a:lnTo>
                    <a:lnTo>
                      <a:pt x="35" y="21"/>
                    </a:lnTo>
                    <a:lnTo>
                      <a:pt x="35" y="21"/>
                    </a:lnTo>
                    <a:lnTo>
                      <a:pt x="35" y="21"/>
                    </a:lnTo>
                    <a:lnTo>
                      <a:pt x="33" y="21"/>
                    </a:lnTo>
                    <a:lnTo>
                      <a:pt x="33" y="21"/>
                    </a:lnTo>
                    <a:lnTo>
                      <a:pt x="33" y="19"/>
                    </a:lnTo>
                    <a:lnTo>
                      <a:pt x="33" y="19"/>
                    </a:lnTo>
                    <a:lnTo>
                      <a:pt x="33" y="19"/>
                    </a:lnTo>
                    <a:lnTo>
                      <a:pt x="31" y="19"/>
                    </a:lnTo>
                    <a:lnTo>
                      <a:pt x="31" y="16"/>
                    </a:lnTo>
                    <a:lnTo>
                      <a:pt x="31" y="16"/>
                    </a:lnTo>
                    <a:lnTo>
                      <a:pt x="28" y="16"/>
                    </a:lnTo>
                    <a:lnTo>
                      <a:pt x="28" y="16"/>
                    </a:lnTo>
                    <a:lnTo>
                      <a:pt x="28" y="16"/>
                    </a:lnTo>
                    <a:lnTo>
                      <a:pt x="28" y="16"/>
                    </a:lnTo>
                    <a:lnTo>
                      <a:pt x="28" y="14"/>
                    </a:lnTo>
                    <a:lnTo>
                      <a:pt x="26" y="14"/>
                    </a:lnTo>
                    <a:lnTo>
                      <a:pt x="26" y="14"/>
                    </a:lnTo>
                    <a:lnTo>
                      <a:pt x="26" y="14"/>
                    </a:lnTo>
                    <a:lnTo>
                      <a:pt x="24" y="14"/>
                    </a:lnTo>
                    <a:lnTo>
                      <a:pt x="24" y="12"/>
                    </a:lnTo>
                    <a:lnTo>
                      <a:pt x="24" y="12"/>
                    </a:lnTo>
                    <a:lnTo>
                      <a:pt x="24" y="12"/>
                    </a:lnTo>
                    <a:lnTo>
                      <a:pt x="24" y="12"/>
                    </a:lnTo>
                    <a:lnTo>
                      <a:pt x="21" y="12"/>
                    </a:lnTo>
                    <a:lnTo>
                      <a:pt x="21" y="12"/>
                    </a:lnTo>
                    <a:lnTo>
                      <a:pt x="21" y="12"/>
                    </a:lnTo>
                    <a:lnTo>
                      <a:pt x="21" y="12"/>
                    </a:lnTo>
                    <a:lnTo>
                      <a:pt x="21" y="12"/>
                    </a:lnTo>
                    <a:lnTo>
                      <a:pt x="19" y="12"/>
                    </a:lnTo>
                    <a:lnTo>
                      <a:pt x="19" y="12"/>
                    </a:lnTo>
                    <a:lnTo>
                      <a:pt x="19" y="12"/>
                    </a:lnTo>
                    <a:lnTo>
                      <a:pt x="17" y="12"/>
                    </a:lnTo>
                    <a:lnTo>
                      <a:pt x="17" y="12"/>
                    </a:lnTo>
                    <a:lnTo>
                      <a:pt x="17" y="12"/>
                    </a:lnTo>
                    <a:lnTo>
                      <a:pt x="17" y="9"/>
                    </a:lnTo>
                    <a:lnTo>
                      <a:pt x="14" y="9"/>
                    </a:lnTo>
                    <a:lnTo>
                      <a:pt x="14" y="9"/>
                    </a:lnTo>
                    <a:lnTo>
                      <a:pt x="14" y="9"/>
                    </a:lnTo>
                    <a:lnTo>
                      <a:pt x="14" y="9"/>
                    </a:lnTo>
                    <a:lnTo>
                      <a:pt x="12" y="9"/>
                    </a:lnTo>
                    <a:lnTo>
                      <a:pt x="12" y="9"/>
                    </a:lnTo>
                    <a:lnTo>
                      <a:pt x="9" y="9"/>
                    </a:lnTo>
                    <a:lnTo>
                      <a:pt x="9" y="9"/>
                    </a:lnTo>
                    <a:lnTo>
                      <a:pt x="9" y="9"/>
                    </a:lnTo>
                    <a:lnTo>
                      <a:pt x="7" y="9"/>
                    </a:lnTo>
                    <a:lnTo>
                      <a:pt x="7" y="9"/>
                    </a:lnTo>
                    <a:lnTo>
                      <a:pt x="7" y="9"/>
                    </a:lnTo>
                    <a:lnTo>
                      <a:pt x="5" y="9"/>
                    </a:lnTo>
                    <a:lnTo>
                      <a:pt x="5" y="9"/>
                    </a:lnTo>
                    <a:lnTo>
                      <a:pt x="5" y="7"/>
                    </a:lnTo>
                    <a:lnTo>
                      <a:pt x="2" y="7"/>
                    </a:lnTo>
                    <a:lnTo>
                      <a:pt x="2" y="7"/>
                    </a:lnTo>
                    <a:lnTo>
                      <a:pt x="2" y="7"/>
                    </a:lnTo>
                    <a:lnTo>
                      <a:pt x="2" y="5"/>
                    </a:lnTo>
                    <a:lnTo>
                      <a:pt x="2" y="5"/>
                    </a:lnTo>
                    <a:lnTo>
                      <a:pt x="2" y="5"/>
                    </a:lnTo>
                    <a:lnTo>
                      <a:pt x="0" y="5"/>
                    </a:lnTo>
                    <a:lnTo>
                      <a:pt x="0" y="5"/>
                    </a:lnTo>
                    <a:lnTo>
                      <a:pt x="0" y="2"/>
                    </a:lnTo>
                    <a:lnTo>
                      <a:pt x="0" y="2"/>
                    </a:lnTo>
                    <a:lnTo>
                      <a:pt x="0" y="2"/>
                    </a:lnTo>
                    <a:lnTo>
                      <a:pt x="0" y="2"/>
                    </a:lnTo>
                    <a:lnTo>
                      <a:pt x="2" y="2"/>
                    </a:lnTo>
                    <a:lnTo>
                      <a:pt x="2" y="2"/>
                    </a:lnTo>
                    <a:lnTo>
                      <a:pt x="2" y="0"/>
                    </a:lnTo>
                    <a:lnTo>
                      <a:pt x="2" y="0"/>
                    </a:lnTo>
                    <a:lnTo>
                      <a:pt x="2" y="0"/>
                    </a:lnTo>
                    <a:lnTo>
                      <a:pt x="5" y="0"/>
                    </a:lnTo>
                    <a:lnTo>
                      <a:pt x="5" y="0"/>
                    </a:lnTo>
                    <a:lnTo>
                      <a:pt x="7" y="0"/>
                    </a:lnTo>
                    <a:lnTo>
                      <a:pt x="7" y="0"/>
                    </a:lnTo>
                    <a:lnTo>
                      <a:pt x="7"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3" name="Freeform 71"/>
              <p:cNvSpPr>
                <a:spLocks/>
              </p:cNvSpPr>
              <p:nvPr/>
            </p:nvSpPr>
            <p:spPr bwMode="auto">
              <a:xfrm>
                <a:off x="4014" y="2857"/>
                <a:ext cx="90" cy="60"/>
              </a:xfrm>
              <a:custGeom>
                <a:avLst/>
                <a:gdLst/>
                <a:ahLst/>
                <a:cxnLst>
                  <a:cxn ang="0">
                    <a:pos x="86" y="5"/>
                  </a:cxn>
                  <a:cxn ang="0">
                    <a:pos x="88" y="8"/>
                  </a:cxn>
                  <a:cxn ang="0">
                    <a:pos x="88" y="12"/>
                  </a:cxn>
                  <a:cxn ang="0">
                    <a:pos x="90" y="17"/>
                  </a:cxn>
                  <a:cxn ang="0">
                    <a:pos x="88" y="22"/>
                  </a:cxn>
                  <a:cxn ang="0">
                    <a:pos x="83" y="24"/>
                  </a:cxn>
                  <a:cxn ang="0">
                    <a:pos x="79" y="27"/>
                  </a:cxn>
                  <a:cxn ang="0">
                    <a:pos x="83" y="31"/>
                  </a:cxn>
                  <a:cxn ang="0">
                    <a:pos x="83" y="36"/>
                  </a:cxn>
                  <a:cxn ang="0">
                    <a:pos x="79" y="38"/>
                  </a:cxn>
                  <a:cxn ang="0">
                    <a:pos x="76" y="38"/>
                  </a:cxn>
                  <a:cxn ang="0">
                    <a:pos x="71" y="38"/>
                  </a:cxn>
                  <a:cxn ang="0">
                    <a:pos x="69" y="41"/>
                  </a:cxn>
                  <a:cxn ang="0">
                    <a:pos x="69" y="43"/>
                  </a:cxn>
                  <a:cxn ang="0">
                    <a:pos x="64" y="48"/>
                  </a:cxn>
                  <a:cxn ang="0">
                    <a:pos x="60" y="50"/>
                  </a:cxn>
                  <a:cxn ang="0">
                    <a:pos x="57" y="53"/>
                  </a:cxn>
                  <a:cxn ang="0">
                    <a:pos x="53" y="55"/>
                  </a:cxn>
                  <a:cxn ang="0">
                    <a:pos x="48" y="57"/>
                  </a:cxn>
                  <a:cxn ang="0">
                    <a:pos x="43" y="60"/>
                  </a:cxn>
                  <a:cxn ang="0">
                    <a:pos x="38" y="60"/>
                  </a:cxn>
                  <a:cxn ang="0">
                    <a:pos x="34" y="60"/>
                  </a:cxn>
                  <a:cxn ang="0">
                    <a:pos x="29" y="60"/>
                  </a:cxn>
                  <a:cxn ang="0">
                    <a:pos x="27" y="55"/>
                  </a:cxn>
                  <a:cxn ang="0">
                    <a:pos x="22" y="53"/>
                  </a:cxn>
                  <a:cxn ang="0">
                    <a:pos x="17" y="55"/>
                  </a:cxn>
                  <a:cxn ang="0">
                    <a:pos x="15" y="53"/>
                  </a:cxn>
                  <a:cxn ang="0">
                    <a:pos x="12" y="50"/>
                  </a:cxn>
                  <a:cxn ang="0">
                    <a:pos x="10" y="48"/>
                  </a:cxn>
                  <a:cxn ang="0">
                    <a:pos x="5" y="48"/>
                  </a:cxn>
                  <a:cxn ang="0">
                    <a:pos x="3" y="45"/>
                  </a:cxn>
                  <a:cxn ang="0">
                    <a:pos x="0" y="38"/>
                  </a:cxn>
                  <a:cxn ang="0">
                    <a:pos x="5" y="36"/>
                  </a:cxn>
                  <a:cxn ang="0">
                    <a:pos x="8" y="36"/>
                  </a:cxn>
                  <a:cxn ang="0">
                    <a:pos x="12" y="36"/>
                  </a:cxn>
                  <a:cxn ang="0">
                    <a:pos x="17" y="36"/>
                  </a:cxn>
                  <a:cxn ang="0">
                    <a:pos x="22" y="38"/>
                  </a:cxn>
                  <a:cxn ang="0">
                    <a:pos x="27" y="38"/>
                  </a:cxn>
                  <a:cxn ang="0">
                    <a:pos x="31" y="36"/>
                  </a:cxn>
                  <a:cxn ang="0">
                    <a:pos x="36" y="36"/>
                  </a:cxn>
                  <a:cxn ang="0">
                    <a:pos x="36" y="31"/>
                  </a:cxn>
                  <a:cxn ang="0">
                    <a:pos x="36" y="29"/>
                  </a:cxn>
                  <a:cxn ang="0">
                    <a:pos x="38" y="24"/>
                  </a:cxn>
                  <a:cxn ang="0">
                    <a:pos x="43" y="29"/>
                  </a:cxn>
                  <a:cxn ang="0">
                    <a:pos x="38" y="31"/>
                  </a:cxn>
                  <a:cxn ang="0">
                    <a:pos x="41" y="36"/>
                  </a:cxn>
                  <a:cxn ang="0">
                    <a:pos x="43" y="38"/>
                  </a:cxn>
                  <a:cxn ang="0">
                    <a:pos x="48" y="36"/>
                  </a:cxn>
                  <a:cxn ang="0">
                    <a:pos x="53" y="38"/>
                  </a:cxn>
                  <a:cxn ang="0">
                    <a:pos x="57" y="36"/>
                  </a:cxn>
                  <a:cxn ang="0">
                    <a:pos x="60" y="31"/>
                  </a:cxn>
                  <a:cxn ang="0">
                    <a:pos x="60" y="27"/>
                  </a:cxn>
                  <a:cxn ang="0">
                    <a:pos x="60" y="24"/>
                  </a:cxn>
                  <a:cxn ang="0">
                    <a:pos x="64" y="22"/>
                  </a:cxn>
                  <a:cxn ang="0">
                    <a:pos x="67" y="22"/>
                  </a:cxn>
                  <a:cxn ang="0">
                    <a:pos x="71" y="22"/>
                  </a:cxn>
                  <a:cxn ang="0">
                    <a:pos x="71" y="17"/>
                  </a:cxn>
                  <a:cxn ang="0">
                    <a:pos x="71" y="10"/>
                  </a:cxn>
                  <a:cxn ang="0">
                    <a:pos x="69" y="5"/>
                  </a:cxn>
                  <a:cxn ang="0">
                    <a:pos x="74" y="3"/>
                  </a:cxn>
                  <a:cxn ang="0">
                    <a:pos x="79" y="5"/>
                  </a:cxn>
                  <a:cxn ang="0">
                    <a:pos x="79" y="5"/>
                  </a:cxn>
                  <a:cxn ang="0">
                    <a:pos x="81" y="0"/>
                  </a:cxn>
                </a:cxnLst>
                <a:rect l="0" t="0" r="r" b="b"/>
                <a:pathLst>
                  <a:path w="90" h="60">
                    <a:moveTo>
                      <a:pt x="83" y="0"/>
                    </a:moveTo>
                    <a:lnTo>
                      <a:pt x="83" y="3"/>
                    </a:lnTo>
                    <a:lnTo>
                      <a:pt x="83" y="3"/>
                    </a:lnTo>
                    <a:lnTo>
                      <a:pt x="86" y="3"/>
                    </a:lnTo>
                    <a:lnTo>
                      <a:pt x="86" y="3"/>
                    </a:lnTo>
                    <a:lnTo>
                      <a:pt x="86" y="3"/>
                    </a:lnTo>
                    <a:lnTo>
                      <a:pt x="86" y="5"/>
                    </a:lnTo>
                    <a:lnTo>
                      <a:pt x="86" y="5"/>
                    </a:lnTo>
                    <a:lnTo>
                      <a:pt x="86" y="8"/>
                    </a:lnTo>
                    <a:lnTo>
                      <a:pt x="86" y="8"/>
                    </a:lnTo>
                    <a:lnTo>
                      <a:pt x="86" y="8"/>
                    </a:lnTo>
                    <a:lnTo>
                      <a:pt x="88" y="8"/>
                    </a:lnTo>
                    <a:lnTo>
                      <a:pt x="88" y="8"/>
                    </a:lnTo>
                    <a:lnTo>
                      <a:pt x="88" y="8"/>
                    </a:lnTo>
                    <a:lnTo>
                      <a:pt x="90" y="8"/>
                    </a:lnTo>
                    <a:lnTo>
                      <a:pt x="90" y="8"/>
                    </a:lnTo>
                    <a:lnTo>
                      <a:pt x="90" y="10"/>
                    </a:lnTo>
                    <a:lnTo>
                      <a:pt x="90" y="10"/>
                    </a:lnTo>
                    <a:lnTo>
                      <a:pt x="88" y="10"/>
                    </a:lnTo>
                    <a:lnTo>
                      <a:pt x="88" y="10"/>
                    </a:lnTo>
                    <a:lnTo>
                      <a:pt x="88" y="12"/>
                    </a:lnTo>
                    <a:lnTo>
                      <a:pt x="88" y="12"/>
                    </a:lnTo>
                    <a:lnTo>
                      <a:pt x="88" y="15"/>
                    </a:lnTo>
                    <a:lnTo>
                      <a:pt x="90" y="15"/>
                    </a:lnTo>
                    <a:lnTo>
                      <a:pt x="90" y="15"/>
                    </a:lnTo>
                    <a:lnTo>
                      <a:pt x="88" y="15"/>
                    </a:lnTo>
                    <a:lnTo>
                      <a:pt x="88" y="17"/>
                    </a:lnTo>
                    <a:lnTo>
                      <a:pt x="90" y="17"/>
                    </a:lnTo>
                    <a:lnTo>
                      <a:pt x="90" y="17"/>
                    </a:lnTo>
                    <a:lnTo>
                      <a:pt x="88" y="17"/>
                    </a:lnTo>
                    <a:lnTo>
                      <a:pt x="88" y="19"/>
                    </a:lnTo>
                    <a:lnTo>
                      <a:pt x="88" y="19"/>
                    </a:lnTo>
                    <a:lnTo>
                      <a:pt x="88" y="19"/>
                    </a:lnTo>
                    <a:lnTo>
                      <a:pt x="88" y="19"/>
                    </a:lnTo>
                    <a:lnTo>
                      <a:pt x="88" y="22"/>
                    </a:lnTo>
                    <a:lnTo>
                      <a:pt x="88" y="22"/>
                    </a:lnTo>
                    <a:lnTo>
                      <a:pt x="86" y="22"/>
                    </a:lnTo>
                    <a:lnTo>
                      <a:pt x="86" y="24"/>
                    </a:lnTo>
                    <a:lnTo>
                      <a:pt x="86" y="24"/>
                    </a:lnTo>
                    <a:lnTo>
                      <a:pt x="86" y="24"/>
                    </a:lnTo>
                    <a:lnTo>
                      <a:pt x="86" y="24"/>
                    </a:lnTo>
                    <a:lnTo>
                      <a:pt x="83" y="24"/>
                    </a:lnTo>
                    <a:lnTo>
                      <a:pt x="83" y="24"/>
                    </a:lnTo>
                    <a:lnTo>
                      <a:pt x="83" y="24"/>
                    </a:lnTo>
                    <a:lnTo>
                      <a:pt x="81" y="24"/>
                    </a:lnTo>
                    <a:lnTo>
                      <a:pt x="81" y="24"/>
                    </a:lnTo>
                    <a:lnTo>
                      <a:pt x="81" y="27"/>
                    </a:lnTo>
                    <a:lnTo>
                      <a:pt x="81" y="27"/>
                    </a:lnTo>
                    <a:lnTo>
                      <a:pt x="79" y="27"/>
                    </a:lnTo>
                    <a:lnTo>
                      <a:pt x="79" y="29"/>
                    </a:lnTo>
                    <a:lnTo>
                      <a:pt x="81" y="29"/>
                    </a:lnTo>
                    <a:lnTo>
                      <a:pt x="81" y="29"/>
                    </a:lnTo>
                    <a:lnTo>
                      <a:pt x="81" y="29"/>
                    </a:lnTo>
                    <a:lnTo>
                      <a:pt x="81" y="29"/>
                    </a:lnTo>
                    <a:lnTo>
                      <a:pt x="83" y="29"/>
                    </a:lnTo>
                    <a:lnTo>
                      <a:pt x="83" y="31"/>
                    </a:lnTo>
                    <a:lnTo>
                      <a:pt x="83" y="31"/>
                    </a:lnTo>
                    <a:lnTo>
                      <a:pt x="83" y="31"/>
                    </a:lnTo>
                    <a:lnTo>
                      <a:pt x="83" y="31"/>
                    </a:lnTo>
                    <a:lnTo>
                      <a:pt x="83" y="34"/>
                    </a:lnTo>
                    <a:lnTo>
                      <a:pt x="83" y="34"/>
                    </a:lnTo>
                    <a:lnTo>
                      <a:pt x="83" y="34"/>
                    </a:lnTo>
                    <a:lnTo>
                      <a:pt x="83" y="36"/>
                    </a:lnTo>
                    <a:lnTo>
                      <a:pt x="83" y="36"/>
                    </a:lnTo>
                    <a:lnTo>
                      <a:pt x="83" y="36"/>
                    </a:lnTo>
                    <a:lnTo>
                      <a:pt x="81" y="36"/>
                    </a:lnTo>
                    <a:lnTo>
                      <a:pt x="81" y="38"/>
                    </a:lnTo>
                    <a:lnTo>
                      <a:pt x="81" y="38"/>
                    </a:lnTo>
                    <a:lnTo>
                      <a:pt x="81" y="38"/>
                    </a:lnTo>
                    <a:lnTo>
                      <a:pt x="79" y="38"/>
                    </a:lnTo>
                    <a:lnTo>
                      <a:pt x="79" y="38"/>
                    </a:lnTo>
                    <a:lnTo>
                      <a:pt x="79" y="38"/>
                    </a:lnTo>
                    <a:lnTo>
                      <a:pt x="79" y="38"/>
                    </a:lnTo>
                    <a:lnTo>
                      <a:pt x="76" y="38"/>
                    </a:lnTo>
                    <a:lnTo>
                      <a:pt x="76" y="41"/>
                    </a:lnTo>
                    <a:lnTo>
                      <a:pt x="76" y="41"/>
                    </a:lnTo>
                    <a:lnTo>
                      <a:pt x="76" y="38"/>
                    </a:lnTo>
                    <a:lnTo>
                      <a:pt x="76" y="38"/>
                    </a:lnTo>
                    <a:lnTo>
                      <a:pt x="74" y="38"/>
                    </a:lnTo>
                    <a:lnTo>
                      <a:pt x="74" y="38"/>
                    </a:lnTo>
                    <a:lnTo>
                      <a:pt x="74" y="38"/>
                    </a:lnTo>
                    <a:lnTo>
                      <a:pt x="74" y="38"/>
                    </a:lnTo>
                    <a:lnTo>
                      <a:pt x="71" y="38"/>
                    </a:lnTo>
                    <a:lnTo>
                      <a:pt x="71" y="38"/>
                    </a:lnTo>
                    <a:lnTo>
                      <a:pt x="71" y="38"/>
                    </a:lnTo>
                    <a:lnTo>
                      <a:pt x="71" y="38"/>
                    </a:lnTo>
                    <a:lnTo>
                      <a:pt x="69" y="38"/>
                    </a:lnTo>
                    <a:lnTo>
                      <a:pt x="69" y="38"/>
                    </a:lnTo>
                    <a:lnTo>
                      <a:pt x="69" y="38"/>
                    </a:lnTo>
                    <a:lnTo>
                      <a:pt x="69" y="38"/>
                    </a:lnTo>
                    <a:lnTo>
                      <a:pt x="69" y="41"/>
                    </a:lnTo>
                    <a:lnTo>
                      <a:pt x="71" y="41"/>
                    </a:lnTo>
                    <a:lnTo>
                      <a:pt x="71" y="41"/>
                    </a:lnTo>
                    <a:lnTo>
                      <a:pt x="71" y="43"/>
                    </a:lnTo>
                    <a:lnTo>
                      <a:pt x="69" y="43"/>
                    </a:lnTo>
                    <a:lnTo>
                      <a:pt x="69" y="43"/>
                    </a:lnTo>
                    <a:lnTo>
                      <a:pt x="69" y="43"/>
                    </a:lnTo>
                    <a:lnTo>
                      <a:pt x="69" y="43"/>
                    </a:lnTo>
                    <a:lnTo>
                      <a:pt x="69" y="45"/>
                    </a:lnTo>
                    <a:lnTo>
                      <a:pt x="69" y="45"/>
                    </a:lnTo>
                    <a:lnTo>
                      <a:pt x="67" y="45"/>
                    </a:lnTo>
                    <a:lnTo>
                      <a:pt x="67" y="45"/>
                    </a:lnTo>
                    <a:lnTo>
                      <a:pt x="67" y="48"/>
                    </a:lnTo>
                    <a:lnTo>
                      <a:pt x="64" y="48"/>
                    </a:lnTo>
                    <a:lnTo>
                      <a:pt x="64" y="48"/>
                    </a:lnTo>
                    <a:lnTo>
                      <a:pt x="64" y="48"/>
                    </a:lnTo>
                    <a:lnTo>
                      <a:pt x="64" y="50"/>
                    </a:lnTo>
                    <a:lnTo>
                      <a:pt x="64" y="50"/>
                    </a:lnTo>
                    <a:lnTo>
                      <a:pt x="64" y="50"/>
                    </a:lnTo>
                    <a:lnTo>
                      <a:pt x="62" y="50"/>
                    </a:lnTo>
                    <a:lnTo>
                      <a:pt x="62" y="50"/>
                    </a:lnTo>
                    <a:lnTo>
                      <a:pt x="60" y="50"/>
                    </a:lnTo>
                    <a:lnTo>
                      <a:pt x="60" y="50"/>
                    </a:lnTo>
                    <a:lnTo>
                      <a:pt x="60" y="50"/>
                    </a:lnTo>
                    <a:lnTo>
                      <a:pt x="60" y="50"/>
                    </a:lnTo>
                    <a:lnTo>
                      <a:pt x="57" y="50"/>
                    </a:lnTo>
                    <a:lnTo>
                      <a:pt x="57" y="50"/>
                    </a:lnTo>
                    <a:lnTo>
                      <a:pt x="57" y="50"/>
                    </a:lnTo>
                    <a:lnTo>
                      <a:pt x="57" y="53"/>
                    </a:lnTo>
                    <a:lnTo>
                      <a:pt x="55" y="53"/>
                    </a:lnTo>
                    <a:lnTo>
                      <a:pt x="55" y="53"/>
                    </a:lnTo>
                    <a:lnTo>
                      <a:pt x="55" y="53"/>
                    </a:lnTo>
                    <a:lnTo>
                      <a:pt x="53" y="53"/>
                    </a:lnTo>
                    <a:lnTo>
                      <a:pt x="53" y="55"/>
                    </a:lnTo>
                    <a:lnTo>
                      <a:pt x="53" y="55"/>
                    </a:lnTo>
                    <a:lnTo>
                      <a:pt x="53" y="55"/>
                    </a:lnTo>
                    <a:lnTo>
                      <a:pt x="50" y="55"/>
                    </a:lnTo>
                    <a:lnTo>
                      <a:pt x="50" y="55"/>
                    </a:lnTo>
                    <a:lnTo>
                      <a:pt x="50" y="55"/>
                    </a:lnTo>
                    <a:lnTo>
                      <a:pt x="50" y="55"/>
                    </a:lnTo>
                    <a:lnTo>
                      <a:pt x="48" y="55"/>
                    </a:lnTo>
                    <a:lnTo>
                      <a:pt x="48" y="57"/>
                    </a:lnTo>
                    <a:lnTo>
                      <a:pt x="48" y="57"/>
                    </a:lnTo>
                    <a:lnTo>
                      <a:pt x="48" y="57"/>
                    </a:lnTo>
                    <a:lnTo>
                      <a:pt x="45" y="57"/>
                    </a:lnTo>
                    <a:lnTo>
                      <a:pt x="45" y="57"/>
                    </a:lnTo>
                    <a:lnTo>
                      <a:pt x="45" y="57"/>
                    </a:lnTo>
                    <a:lnTo>
                      <a:pt x="45" y="60"/>
                    </a:lnTo>
                    <a:lnTo>
                      <a:pt x="43" y="60"/>
                    </a:lnTo>
                    <a:lnTo>
                      <a:pt x="43" y="60"/>
                    </a:lnTo>
                    <a:lnTo>
                      <a:pt x="43" y="57"/>
                    </a:lnTo>
                    <a:lnTo>
                      <a:pt x="43" y="57"/>
                    </a:lnTo>
                    <a:lnTo>
                      <a:pt x="41" y="57"/>
                    </a:lnTo>
                    <a:lnTo>
                      <a:pt x="41" y="57"/>
                    </a:lnTo>
                    <a:lnTo>
                      <a:pt x="38" y="57"/>
                    </a:lnTo>
                    <a:lnTo>
                      <a:pt x="38" y="60"/>
                    </a:lnTo>
                    <a:lnTo>
                      <a:pt x="38" y="60"/>
                    </a:lnTo>
                    <a:lnTo>
                      <a:pt x="38" y="60"/>
                    </a:lnTo>
                    <a:lnTo>
                      <a:pt x="36" y="60"/>
                    </a:lnTo>
                    <a:lnTo>
                      <a:pt x="36" y="60"/>
                    </a:lnTo>
                    <a:lnTo>
                      <a:pt x="36" y="60"/>
                    </a:lnTo>
                    <a:lnTo>
                      <a:pt x="36" y="57"/>
                    </a:lnTo>
                    <a:lnTo>
                      <a:pt x="34" y="57"/>
                    </a:lnTo>
                    <a:lnTo>
                      <a:pt x="34" y="60"/>
                    </a:lnTo>
                    <a:lnTo>
                      <a:pt x="34" y="60"/>
                    </a:lnTo>
                    <a:lnTo>
                      <a:pt x="31" y="60"/>
                    </a:lnTo>
                    <a:lnTo>
                      <a:pt x="31" y="57"/>
                    </a:lnTo>
                    <a:lnTo>
                      <a:pt x="31" y="57"/>
                    </a:lnTo>
                    <a:lnTo>
                      <a:pt x="31" y="60"/>
                    </a:lnTo>
                    <a:lnTo>
                      <a:pt x="31" y="60"/>
                    </a:lnTo>
                    <a:lnTo>
                      <a:pt x="29" y="60"/>
                    </a:lnTo>
                    <a:lnTo>
                      <a:pt x="29" y="57"/>
                    </a:lnTo>
                    <a:lnTo>
                      <a:pt x="29" y="57"/>
                    </a:lnTo>
                    <a:lnTo>
                      <a:pt x="27" y="57"/>
                    </a:lnTo>
                    <a:lnTo>
                      <a:pt x="27" y="57"/>
                    </a:lnTo>
                    <a:lnTo>
                      <a:pt x="27" y="57"/>
                    </a:lnTo>
                    <a:lnTo>
                      <a:pt x="27" y="55"/>
                    </a:lnTo>
                    <a:lnTo>
                      <a:pt x="27" y="55"/>
                    </a:lnTo>
                    <a:lnTo>
                      <a:pt x="27" y="55"/>
                    </a:lnTo>
                    <a:lnTo>
                      <a:pt x="27" y="53"/>
                    </a:lnTo>
                    <a:lnTo>
                      <a:pt x="24" y="53"/>
                    </a:lnTo>
                    <a:lnTo>
                      <a:pt x="24" y="53"/>
                    </a:lnTo>
                    <a:lnTo>
                      <a:pt x="24" y="53"/>
                    </a:lnTo>
                    <a:lnTo>
                      <a:pt x="24" y="53"/>
                    </a:lnTo>
                    <a:lnTo>
                      <a:pt x="22" y="53"/>
                    </a:lnTo>
                    <a:lnTo>
                      <a:pt x="22" y="53"/>
                    </a:lnTo>
                    <a:lnTo>
                      <a:pt x="22" y="53"/>
                    </a:lnTo>
                    <a:lnTo>
                      <a:pt x="19" y="53"/>
                    </a:lnTo>
                    <a:lnTo>
                      <a:pt x="19" y="53"/>
                    </a:lnTo>
                    <a:lnTo>
                      <a:pt x="19" y="53"/>
                    </a:lnTo>
                    <a:lnTo>
                      <a:pt x="19" y="55"/>
                    </a:lnTo>
                    <a:lnTo>
                      <a:pt x="17" y="55"/>
                    </a:lnTo>
                    <a:lnTo>
                      <a:pt x="17" y="55"/>
                    </a:lnTo>
                    <a:lnTo>
                      <a:pt x="17" y="55"/>
                    </a:lnTo>
                    <a:lnTo>
                      <a:pt x="17" y="55"/>
                    </a:lnTo>
                    <a:lnTo>
                      <a:pt x="15" y="55"/>
                    </a:lnTo>
                    <a:lnTo>
                      <a:pt x="15" y="55"/>
                    </a:lnTo>
                    <a:lnTo>
                      <a:pt x="15" y="55"/>
                    </a:lnTo>
                    <a:lnTo>
                      <a:pt x="15" y="53"/>
                    </a:lnTo>
                    <a:lnTo>
                      <a:pt x="15" y="53"/>
                    </a:lnTo>
                    <a:lnTo>
                      <a:pt x="15" y="53"/>
                    </a:lnTo>
                    <a:lnTo>
                      <a:pt x="15" y="50"/>
                    </a:lnTo>
                    <a:lnTo>
                      <a:pt x="15" y="50"/>
                    </a:lnTo>
                    <a:lnTo>
                      <a:pt x="12" y="50"/>
                    </a:lnTo>
                    <a:lnTo>
                      <a:pt x="12" y="50"/>
                    </a:lnTo>
                    <a:lnTo>
                      <a:pt x="12" y="50"/>
                    </a:lnTo>
                    <a:lnTo>
                      <a:pt x="12" y="50"/>
                    </a:lnTo>
                    <a:lnTo>
                      <a:pt x="12" y="50"/>
                    </a:lnTo>
                    <a:lnTo>
                      <a:pt x="10" y="50"/>
                    </a:lnTo>
                    <a:lnTo>
                      <a:pt x="10" y="50"/>
                    </a:lnTo>
                    <a:lnTo>
                      <a:pt x="10" y="48"/>
                    </a:lnTo>
                    <a:lnTo>
                      <a:pt x="10" y="48"/>
                    </a:lnTo>
                    <a:lnTo>
                      <a:pt x="10" y="48"/>
                    </a:lnTo>
                    <a:lnTo>
                      <a:pt x="10" y="48"/>
                    </a:lnTo>
                    <a:lnTo>
                      <a:pt x="10" y="48"/>
                    </a:lnTo>
                    <a:lnTo>
                      <a:pt x="8" y="48"/>
                    </a:lnTo>
                    <a:lnTo>
                      <a:pt x="8" y="45"/>
                    </a:lnTo>
                    <a:lnTo>
                      <a:pt x="8" y="45"/>
                    </a:lnTo>
                    <a:lnTo>
                      <a:pt x="8" y="48"/>
                    </a:lnTo>
                    <a:lnTo>
                      <a:pt x="5" y="48"/>
                    </a:lnTo>
                    <a:lnTo>
                      <a:pt x="5" y="45"/>
                    </a:lnTo>
                    <a:lnTo>
                      <a:pt x="5" y="45"/>
                    </a:lnTo>
                    <a:lnTo>
                      <a:pt x="5" y="45"/>
                    </a:lnTo>
                    <a:lnTo>
                      <a:pt x="5" y="45"/>
                    </a:lnTo>
                    <a:lnTo>
                      <a:pt x="3" y="45"/>
                    </a:lnTo>
                    <a:lnTo>
                      <a:pt x="3" y="45"/>
                    </a:lnTo>
                    <a:lnTo>
                      <a:pt x="3" y="45"/>
                    </a:lnTo>
                    <a:lnTo>
                      <a:pt x="3" y="43"/>
                    </a:lnTo>
                    <a:lnTo>
                      <a:pt x="0" y="43"/>
                    </a:lnTo>
                    <a:lnTo>
                      <a:pt x="0" y="43"/>
                    </a:lnTo>
                    <a:lnTo>
                      <a:pt x="0" y="41"/>
                    </a:lnTo>
                    <a:lnTo>
                      <a:pt x="0" y="41"/>
                    </a:lnTo>
                    <a:lnTo>
                      <a:pt x="0" y="38"/>
                    </a:lnTo>
                    <a:lnTo>
                      <a:pt x="0" y="38"/>
                    </a:lnTo>
                    <a:lnTo>
                      <a:pt x="0" y="38"/>
                    </a:lnTo>
                    <a:lnTo>
                      <a:pt x="3" y="38"/>
                    </a:lnTo>
                    <a:lnTo>
                      <a:pt x="3" y="36"/>
                    </a:lnTo>
                    <a:lnTo>
                      <a:pt x="3" y="36"/>
                    </a:lnTo>
                    <a:lnTo>
                      <a:pt x="3" y="36"/>
                    </a:lnTo>
                    <a:lnTo>
                      <a:pt x="3" y="36"/>
                    </a:lnTo>
                    <a:lnTo>
                      <a:pt x="5" y="36"/>
                    </a:lnTo>
                    <a:lnTo>
                      <a:pt x="5" y="36"/>
                    </a:lnTo>
                    <a:lnTo>
                      <a:pt x="5" y="36"/>
                    </a:lnTo>
                    <a:lnTo>
                      <a:pt x="5" y="36"/>
                    </a:lnTo>
                    <a:lnTo>
                      <a:pt x="5" y="38"/>
                    </a:lnTo>
                    <a:lnTo>
                      <a:pt x="8" y="38"/>
                    </a:lnTo>
                    <a:lnTo>
                      <a:pt x="8" y="36"/>
                    </a:lnTo>
                    <a:lnTo>
                      <a:pt x="8" y="36"/>
                    </a:lnTo>
                    <a:lnTo>
                      <a:pt x="10" y="36"/>
                    </a:lnTo>
                    <a:lnTo>
                      <a:pt x="10" y="36"/>
                    </a:lnTo>
                    <a:lnTo>
                      <a:pt x="10" y="36"/>
                    </a:lnTo>
                    <a:lnTo>
                      <a:pt x="12" y="36"/>
                    </a:lnTo>
                    <a:lnTo>
                      <a:pt x="12" y="38"/>
                    </a:lnTo>
                    <a:lnTo>
                      <a:pt x="12" y="38"/>
                    </a:lnTo>
                    <a:lnTo>
                      <a:pt x="12" y="36"/>
                    </a:lnTo>
                    <a:lnTo>
                      <a:pt x="12" y="36"/>
                    </a:lnTo>
                    <a:lnTo>
                      <a:pt x="15" y="36"/>
                    </a:lnTo>
                    <a:lnTo>
                      <a:pt x="15" y="36"/>
                    </a:lnTo>
                    <a:lnTo>
                      <a:pt x="15" y="36"/>
                    </a:lnTo>
                    <a:lnTo>
                      <a:pt x="17" y="36"/>
                    </a:lnTo>
                    <a:lnTo>
                      <a:pt x="17" y="36"/>
                    </a:lnTo>
                    <a:lnTo>
                      <a:pt x="17" y="36"/>
                    </a:lnTo>
                    <a:lnTo>
                      <a:pt x="17" y="36"/>
                    </a:lnTo>
                    <a:lnTo>
                      <a:pt x="17" y="38"/>
                    </a:lnTo>
                    <a:lnTo>
                      <a:pt x="19" y="38"/>
                    </a:lnTo>
                    <a:lnTo>
                      <a:pt x="19" y="38"/>
                    </a:lnTo>
                    <a:lnTo>
                      <a:pt x="19" y="38"/>
                    </a:lnTo>
                    <a:lnTo>
                      <a:pt x="19" y="38"/>
                    </a:lnTo>
                    <a:lnTo>
                      <a:pt x="22" y="38"/>
                    </a:lnTo>
                    <a:lnTo>
                      <a:pt x="22" y="38"/>
                    </a:lnTo>
                    <a:lnTo>
                      <a:pt x="24" y="38"/>
                    </a:lnTo>
                    <a:lnTo>
                      <a:pt x="24" y="38"/>
                    </a:lnTo>
                    <a:lnTo>
                      <a:pt x="24" y="38"/>
                    </a:lnTo>
                    <a:lnTo>
                      <a:pt x="24" y="38"/>
                    </a:lnTo>
                    <a:lnTo>
                      <a:pt x="27" y="38"/>
                    </a:lnTo>
                    <a:lnTo>
                      <a:pt x="27" y="38"/>
                    </a:lnTo>
                    <a:lnTo>
                      <a:pt x="27" y="38"/>
                    </a:lnTo>
                    <a:lnTo>
                      <a:pt x="27" y="36"/>
                    </a:lnTo>
                    <a:lnTo>
                      <a:pt x="29" y="36"/>
                    </a:lnTo>
                    <a:lnTo>
                      <a:pt x="29" y="36"/>
                    </a:lnTo>
                    <a:lnTo>
                      <a:pt x="29" y="36"/>
                    </a:lnTo>
                    <a:lnTo>
                      <a:pt x="31" y="36"/>
                    </a:lnTo>
                    <a:lnTo>
                      <a:pt x="31" y="36"/>
                    </a:lnTo>
                    <a:lnTo>
                      <a:pt x="31" y="36"/>
                    </a:lnTo>
                    <a:lnTo>
                      <a:pt x="31" y="38"/>
                    </a:lnTo>
                    <a:lnTo>
                      <a:pt x="31" y="38"/>
                    </a:lnTo>
                    <a:lnTo>
                      <a:pt x="31" y="36"/>
                    </a:lnTo>
                    <a:lnTo>
                      <a:pt x="34" y="36"/>
                    </a:lnTo>
                    <a:lnTo>
                      <a:pt x="34" y="36"/>
                    </a:lnTo>
                    <a:lnTo>
                      <a:pt x="36" y="36"/>
                    </a:lnTo>
                    <a:lnTo>
                      <a:pt x="36" y="36"/>
                    </a:lnTo>
                    <a:lnTo>
                      <a:pt x="36" y="36"/>
                    </a:lnTo>
                    <a:lnTo>
                      <a:pt x="36" y="34"/>
                    </a:lnTo>
                    <a:lnTo>
                      <a:pt x="36" y="34"/>
                    </a:lnTo>
                    <a:lnTo>
                      <a:pt x="36" y="34"/>
                    </a:lnTo>
                    <a:lnTo>
                      <a:pt x="36" y="31"/>
                    </a:lnTo>
                    <a:lnTo>
                      <a:pt x="36" y="31"/>
                    </a:lnTo>
                    <a:lnTo>
                      <a:pt x="36" y="31"/>
                    </a:lnTo>
                    <a:lnTo>
                      <a:pt x="36" y="31"/>
                    </a:lnTo>
                    <a:lnTo>
                      <a:pt x="36" y="29"/>
                    </a:lnTo>
                    <a:lnTo>
                      <a:pt x="38" y="29"/>
                    </a:lnTo>
                    <a:lnTo>
                      <a:pt x="38" y="29"/>
                    </a:lnTo>
                    <a:lnTo>
                      <a:pt x="36" y="29"/>
                    </a:lnTo>
                    <a:lnTo>
                      <a:pt x="36" y="29"/>
                    </a:lnTo>
                    <a:lnTo>
                      <a:pt x="38" y="29"/>
                    </a:lnTo>
                    <a:lnTo>
                      <a:pt x="38" y="27"/>
                    </a:lnTo>
                    <a:lnTo>
                      <a:pt x="38" y="27"/>
                    </a:lnTo>
                    <a:lnTo>
                      <a:pt x="38" y="24"/>
                    </a:lnTo>
                    <a:lnTo>
                      <a:pt x="38" y="24"/>
                    </a:lnTo>
                    <a:lnTo>
                      <a:pt x="38" y="24"/>
                    </a:lnTo>
                    <a:lnTo>
                      <a:pt x="38" y="24"/>
                    </a:lnTo>
                    <a:lnTo>
                      <a:pt x="41" y="24"/>
                    </a:lnTo>
                    <a:lnTo>
                      <a:pt x="41" y="24"/>
                    </a:lnTo>
                    <a:lnTo>
                      <a:pt x="41" y="24"/>
                    </a:lnTo>
                    <a:lnTo>
                      <a:pt x="43" y="24"/>
                    </a:lnTo>
                    <a:lnTo>
                      <a:pt x="43" y="27"/>
                    </a:lnTo>
                    <a:lnTo>
                      <a:pt x="43" y="27"/>
                    </a:lnTo>
                    <a:lnTo>
                      <a:pt x="43" y="29"/>
                    </a:lnTo>
                    <a:lnTo>
                      <a:pt x="41" y="29"/>
                    </a:lnTo>
                    <a:lnTo>
                      <a:pt x="41" y="29"/>
                    </a:lnTo>
                    <a:lnTo>
                      <a:pt x="38" y="29"/>
                    </a:lnTo>
                    <a:lnTo>
                      <a:pt x="38" y="29"/>
                    </a:lnTo>
                    <a:lnTo>
                      <a:pt x="38" y="29"/>
                    </a:lnTo>
                    <a:lnTo>
                      <a:pt x="38" y="31"/>
                    </a:lnTo>
                    <a:lnTo>
                      <a:pt x="38" y="31"/>
                    </a:lnTo>
                    <a:lnTo>
                      <a:pt x="41" y="31"/>
                    </a:lnTo>
                    <a:lnTo>
                      <a:pt x="41" y="34"/>
                    </a:lnTo>
                    <a:lnTo>
                      <a:pt x="38" y="34"/>
                    </a:lnTo>
                    <a:lnTo>
                      <a:pt x="38" y="34"/>
                    </a:lnTo>
                    <a:lnTo>
                      <a:pt x="38" y="36"/>
                    </a:lnTo>
                    <a:lnTo>
                      <a:pt x="41" y="36"/>
                    </a:lnTo>
                    <a:lnTo>
                      <a:pt x="41" y="36"/>
                    </a:lnTo>
                    <a:lnTo>
                      <a:pt x="41" y="38"/>
                    </a:lnTo>
                    <a:lnTo>
                      <a:pt x="41" y="38"/>
                    </a:lnTo>
                    <a:lnTo>
                      <a:pt x="43" y="38"/>
                    </a:lnTo>
                    <a:lnTo>
                      <a:pt x="43" y="38"/>
                    </a:lnTo>
                    <a:lnTo>
                      <a:pt x="43" y="38"/>
                    </a:lnTo>
                    <a:lnTo>
                      <a:pt x="43" y="38"/>
                    </a:lnTo>
                    <a:lnTo>
                      <a:pt x="43" y="38"/>
                    </a:lnTo>
                    <a:lnTo>
                      <a:pt x="45" y="38"/>
                    </a:lnTo>
                    <a:lnTo>
                      <a:pt x="45" y="36"/>
                    </a:lnTo>
                    <a:lnTo>
                      <a:pt x="45" y="36"/>
                    </a:lnTo>
                    <a:lnTo>
                      <a:pt x="45" y="36"/>
                    </a:lnTo>
                    <a:lnTo>
                      <a:pt x="45" y="36"/>
                    </a:lnTo>
                    <a:lnTo>
                      <a:pt x="48" y="36"/>
                    </a:lnTo>
                    <a:lnTo>
                      <a:pt x="48" y="36"/>
                    </a:lnTo>
                    <a:lnTo>
                      <a:pt x="50" y="36"/>
                    </a:lnTo>
                    <a:lnTo>
                      <a:pt x="50" y="36"/>
                    </a:lnTo>
                    <a:lnTo>
                      <a:pt x="50" y="36"/>
                    </a:lnTo>
                    <a:lnTo>
                      <a:pt x="50" y="38"/>
                    </a:lnTo>
                    <a:lnTo>
                      <a:pt x="50" y="38"/>
                    </a:lnTo>
                    <a:lnTo>
                      <a:pt x="53" y="38"/>
                    </a:lnTo>
                    <a:lnTo>
                      <a:pt x="53" y="38"/>
                    </a:lnTo>
                    <a:lnTo>
                      <a:pt x="53" y="36"/>
                    </a:lnTo>
                    <a:lnTo>
                      <a:pt x="53" y="36"/>
                    </a:lnTo>
                    <a:lnTo>
                      <a:pt x="53" y="36"/>
                    </a:lnTo>
                    <a:lnTo>
                      <a:pt x="55" y="36"/>
                    </a:lnTo>
                    <a:lnTo>
                      <a:pt x="55" y="36"/>
                    </a:lnTo>
                    <a:lnTo>
                      <a:pt x="55" y="36"/>
                    </a:lnTo>
                    <a:lnTo>
                      <a:pt x="57" y="36"/>
                    </a:lnTo>
                    <a:lnTo>
                      <a:pt x="57" y="36"/>
                    </a:lnTo>
                    <a:lnTo>
                      <a:pt x="57" y="36"/>
                    </a:lnTo>
                    <a:lnTo>
                      <a:pt x="57" y="36"/>
                    </a:lnTo>
                    <a:lnTo>
                      <a:pt x="57" y="34"/>
                    </a:lnTo>
                    <a:lnTo>
                      <a:pt x="60" y="34"/>
                    </a:lnTo>
                    <a:lnTo>
                      <a:pt x="60" y="34"/>
                    </a:lnTo>
                    <a:lnTo>
                      <a:pt x="60" y="31"/>
                    </a:lnTo>
                    <a:lnTo>
                      <a:pt x="60" y="31"/>
                    </a:lnTo>
                    <a:lnTo>
                      <a:pt x="60" y="29"/>
                    </a:lnTo>
                    <a:lnTo>
                      <a:pt x="60" y="29"/>
                    </a:lnTo>
                    <a:lnTo>
                      <a:pt x="60" y="29"/>
                    </a:lnTo>
                    <a:lnTo>
                      <a:pt x="60" y="29"/>
                    </a:lnTo>
                    <a:lnTo>
                      <a:pt x="60" y="29"/>
                    </a:lnTo>
                    <a:lnTo>
                      <a:pt x="60" y="27"/>
                    </a:lnTo>
                    <a:lnTo>
                      <a:pt x="62" y="27"/>
                    </a:lnTo>
                    <a:lnTo>
                      <a:pt x="62" y="27"/>
                    </a:lnTo>
                    <a:lnTo>
                      <a:pt x="62" y="27"/>
                    </a:lnTo>
                    <a:lnTo>
                      <a:pt x="62" y="24"/>
                    </a:lnTo>
                    <a:lnTo>
                      <a:pt x="62" y="24"/>
                    </a:lnTo>
                    <a:lnTo>
                      <a:pt x="62" y="24"/>
                    </a:lnTo>
                    <a:lnTo>
                      <a:pt x="60" y="24"/>
                    </a:lnTo>
                    <a:lnTo>
                      <a:pt x="60" y="22"/>
                    </a:lnTo>
                    <a:lnTo>
                      <a:pt x="60" y="22"/>
                    </a:lnTo>
                    <a:lnTo>
                      <a:pt x="62" y="22"/>
                    </a:lnTo>
                    <a:lnTo>
                      <a:pt x="62" y="22"/>
                    </a:lnTo>
                    <a:lnTo>
                      <a:pt x="64" y="22"/>
                    </a:lnTo>
                    <a:lnTo>
                      <a:pt x="64" y="22"/>
                    </a:lnTo>
                    <a:lnTo>
                      <a:pt x="64" y="22"/>
                    </a:lnTo>
                    <a:lnTo>
                      <a:pt x="64" y="24"/>
                    </a:lnTo>
                    <a:lnTo>
                      <a:pt x="64" y="24"/>
                    </a:lnTo>
                    <a:lnTo>
                      <a:pt x="67" y="24"/>
                    </a:lnTo>
                    <a:lnTo>
                      <a:pt x="67" y="22"/>
                    </a:lnTo>
                    <a:lnTo>
                      <a:pt x="67" y="22"/>
                    </a:lnTo>
                    <a:lnTo>
                      <a:pt x="67" y="22"/>
                    </a:lnTo>
                    <a:lnTo>
                      <a:pt x="67" y="22"/>
                    </a:lnTo>
                    <a:lnTo>
                      <a:pt x="69" y="22"/>
                    </a:lnTo>
                    <a:lnTo>
                      <a:pt x="69" y="22"/>
                    </a:lnTo>
                    <a:lnTo>
                      <a:pt x="69" y="22"/>
                    </a:lnTo>
                    <a:lnTo>
                      <a:pt x="71" y="22"/>
                    </a:lnTo>
                    <a:lnTo>
                      <a:pt x="71" y="22"/>
                    </a:lnTo>
                    <a:lnTo>
                      <a:pt x="71" y="22"/>
                    </a:lnTo>
                    <a:lnTo>
                      <a:pt x="71" y="22"/>
                    </a:lnTo>
                    <a:lnTo>
                      <a:pt x="74" y="22"/>
                    </a:lnTo>
                    <a:lnTo>
                      <a:pt x="74" y="19"/>
                    </a:lnTo>
                    <a:lnTo>
                      <a:pt x="71" y="19"/>
                    </a:lnTo>
                    <a:lnTo>
                      <a:pt x="71" y="19"/>
                    </a:lnTo>
                    <a:lnTo>
                      <a:pt x="71" y="19"/>
                    </a:lnTo>
                    <a:lnTo>
                      <a:pt x="71" y="17"/>
                    </a:lnTo>
                    <a:lnTo>
                      <a:pt x="71" y="17"/>
                    </a:lnTo>
                    <a:lnTo>
                      <a:pt x="71" y="15"/>
                    </a:lnTo>
                    <a:lnTo>
                      <a:pt x="71" y="15"/>
                    </a:lnTo>
                    <a:lnTo>
                      <a:pt x="71" y="15"/>
                    </a:lnTo>
                    <a:lnTo>
                      <a:pt x="71" y="12"/>
                    </a:lnTo>
                    <a:lnTo>
                      <a:pt x="71" y="12"/>
                    </a:lnTo>
                    <a:lnTo>
                      <a:pt x="71" y="10"/>
                    </a:lnTo>
                    <a:lnTo>
                      <a:pt x="71" y="10"/>
                    </a:lnTo>
                    <a:lnTo>
                      <a:pt x="71" y="10"/>
                    </a:lnTo>
                    <a:lnTo>
                      <a:pt x="69" y="10"/>
                    </a:lnTo>
                    <a:lnTo>
                      <a:pt x="69" y="10"/>
                    </a:lnTo>
                    <a:lnTo>
                      <a:pt x="69" y="8"/>
                    </a:lnTo>
                    <a:lnTo>
                      <a:pt x="69" y="8"/>
                    </a:lnTo>
                    <a:lnTo>
                      <a:pt x="69" y="8"/>
                    </a:lnTo>
                    <a:lnTo>
                      <a:pt x="69" y="5"/>
                    </a:lnTo>
                    <a:lnTo>
                      <a:pt x="69" y="5"/>
                    </a:lnTo>
                    <a:lnTo>
                      <a:pt x="69" y="3"/>
                    </a:lnTo>
                    <a:lnTo>
                      <a:pt x="69" y="3"/>
                    </a:lnTo>
                    <a:lnTo>
                      <a:pt x="71" y="3"/>
                    </a:lnTo>
                    <a:lnTo>
                      <a:pt x="71" y="3"/>
                    </a:lnTo>
                    <a:lnTo>
                      <a:pt x="71" y="3"/>
                    </a:lnTo>
                    <a:lnTo>
                      <a:pt x="74" y="3"/>
                    </a:lnTo>
                    <a:lnTo>
                      <a:pt x="74" y="3"/>
                    </a:lnTo>
                    <a:lnTo>
                      <a:pt x="76" y="3"/>
                    </a:lnTo>
                    <a:lnTo>
                      <a:pt x="76" y="3"/>
                    </a:lnTo>
                    <a:lnTo>
                      <a:pt x="76" y="5"/>
                    </a:lnTo>
                    <a:lnTo>
                      <a:pt x="76" y="5"/>
                    </a:lnTo>
                    <a:lnTo>
                      <a:pt x="79" y="5"/>
                    </a:lnTo>
                    <a:lnTo>
                      <a:pt x="79" y="5"/>
                    </a:lnTo>
                    <a:lnTo>
                      <a:pt x="79" y="8"/>
                    </a:lnTo>
                    <a:lnTo>
                      <a:pt x="79" y="8"/>
                    </a:lnTo>
                    <a:lnTo>
                      <a:pt x="79" y="8"/>
                    </a:lnTo>
                    <a:lnTo>
                      <a:pt x="81" y="8"/>
                    </a:lnTo>
                    <a:lnTo>
                      <a:pt x="81" y="5"/>
                    </a:lnTo>
                    <a:lnTo>
                      <a:pt x="79" y="5"/>
                    </a:lnTo>
                    <a:lnTo>
                      <a:pt x="79" y="5"/>
                    </a:lnTo>
                    <a:lnTo>
                      <a:pt x="79" y="5"/>
                    </a:lnTo>
                    <a:lnTo>
                      <a:pt x="79" y="3"/>
                    </a:lnTo>
                    <a:lnTo>
                      <a:pt x="79" y="3"/>
                    </a:lnTo>
                    <a:lnTo>
                      <a:pt x="81" y="3"/>
                    </a:lnTo>
                    <a:lnTo>
                      <a:pt x="81" y="3"/>
                    </a:lnTo>
                    <a:lnTo>
                      <a:pt x="81" y="3"/>
                    </a:lnTo>
                    <a:lnTo>
                      <a:pt x="81" y="0"/>
                    </a:lnTo>
                    <a:lnTo>
                      <a:pt x="83" y="0"/>
                    </a:lnTo>
                    <a:lnTo>
                      <a:pt x="8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4" name="Freeform 72"/>
              <p:cNvSpPr>
                <a:spLocks/>
              </p:cNvSpPr>
              <p:nvPr/>
            </p:nvSpPr>
            <p:spPr bwMode="auto">
              <a:xfrm>
                <a:off x="4014" y="2857"/>
                <a:ext cx="90" cy="60"/>
              </a:xfrm>
              <a:custGeom>
                <a:avLst/>
                <a:gdLst/>
                <a:ahLst/>
                <a:cxnLst>
                  <a:cxn ang="0">
                    <a:pos x="86" y="5"/>
                  </a:cxn>
                  <a:cxn ang="0">
                    <a:pos x="88" y="8"/>
                  </a:cxn>
                  <a:cxn ang="0">
                    <a:pos x="88" y="12"/>
                  </a:cxn>
                  <a:cxn ang="0">
                    <a:pos x="90" y="17"/>
                  </a:cxn>
                  <a:cxn ang="0">
                    <a:pos x="88" y="22"/>
                  </a:cxn>
                  <a:cxn ang="0">
                    <a:pos x="83" y="24"/>
                  </a:cxn>
                  <a:cxn ang="0">
                    <a:pos x="79" y="27"/>
                  </a:cxn>
                  <a:cxn ang="0">
                    <a:pos x="83" y="31"/>
                  </a:cxn>
                  <a:cxn ang="0">
                    <a:pos x="83" y="36"/>
                  </a:cxn>
                  <a:cxn ang="0">
                    <a:pos x="79" y="38"/>
                  </a:cxn>
                  <a:cxn ang="0">
                    <a:pos x="76" y="38"/>
                  </a:cxn>
                  <a:cxn ang="0">
                    <a:pos x="71" y="38"/>
                  </a:cxn>
                  <a:cxn ang="0">
                    <a:pos x="69" y="41"/>
                  </a:cxn>
                  <a:cxn ang="0">
                    <a:pos x="69" y="43"/>
                  </a:cxn>
                  <a:cxn ang="0">
                    <a:pos x="64" y="48"/>
                  </a:cxn>
                  <a:cxn ang="0">
                    <a:pos x="60" y="50"/>
                  </a:cxn>
                  <a:cxn ang="0">
                    <a:pos x="57" y="53"/>
                  </a:cxn>
                  <a:cxn ang="0">
                    <a:pos x="53" y="55"/>
                  </a:cxn>
                  <a:cxn ang="0">
                    <a:pos x="48" y="57"/>
                  </a:cxn>
                  <a:cxn ang="0">
                    <a:pos x="43" y="60"/>
                  </a:cxn>
                  <a:cxn ang="0">
                    <a:pos x="38" y="60"/>
                  </a:cxn>
                  <a:cxn ang="0">
                    <a:pos x="34" y="60"/>
                  </a:cxn>
                  <a:cxn ang="0">
                    <a:pos x="29" y="60"/>
                  </a:cxn>
                  <a:cxn ang="0">
                    <a:pos x="27" y="55"/>
                  </a:cxn>
                  <a:cxn ang="0">
                    <a:pos x="22" y="53"/>
                  </a:cxn>
                  <a:cxn ang="0">
                    <a:pos x="17" y="55"/>
                  </a:cxn>
                  <a:cxn ang="0">
                    <a:pos x="15" y="53"/>
                  </a:cxn>
                  <a:cxn ang="0">
                    <a:pos x="12" y="50"/>
                  </a:cxn>
                  <a:cxn ang="0">
                    <a:pos x="10" y="48"/>
                  </a:cxn>
                  <a:cxn ang="0">
                    <a:pos x="5" y="48"/>
                  </a:cxn>
                  <a:cxn ang="0">
                    <a:pos x="3" y="45"/>
                  </a:cxn>
                  <a:cxn ang="0">
                    <a:pos x="0" y="38"/>
                  </a:cxn>
                  <a:cxn ang="0">
                    <a:pos x="5" y="36"/>
                  </a:cxn>
                  <a:cxn ang="0">
                    <a:pos x="8" y="36"/>
                  </a:cxn>
                  <a:cxn ang="0">
                    <a:pos x="12" y="36"/>
                  </a:cxn>
                  <a:cxn ang="0">
                    <a:pos x="17" y="36"/>
                  </a:cxn>
                  <a:cxn ang="0">
                    <a:pos x="22" y="38"/>
                  </a:cxn>
                  <a:cxn ang="0">
                    <a:pos x="27" y="38"/>
                  </a:cxn>
                  <a:cxn ang="0">
                    <a:pos x="31" y="36"/>
                  </a:cxn>
                  <a:cxn ang="0">
                    <a:pos x="36" y="36"/>
                  </a:cxn>
                  <a:cxn ang="0">
                    <a:pos x="36" y="31"/>
                  </a:cxn>
                  <a:cxn ang="0">
                    <a:pos x="36" y="29"/>
                  </a:cxn>
                  <a:cxn ang="0">
                    <a:pos x="38" y="24"/>
                  </a:cxn>
                  <a:cxn ang="0">
                    <a:pos x="43" y="29"/>
                  </a:cxn>
                  <a:cxn ang="0">
                    <a:pos x="38" y="31"/>
                  </a:cxn>
                  <a:cxn ang="0">
                    <a:pos x="41" y="36"/>
                  </a:cxn>
                  <a:cxn ang="0">
                    <a:pos x="43" y="38"/>
                  </a:cxn>
                  <a:cxn ang="0">
                    <a:pos x="48" y="36"/>
                  </a:cxn>
                  <a:cxn ang="0">
                    <a:pos x="53" y="38"/>
                  </a:cxn>
                  <a:cxn ang="0">
                    <a:pos x="57" y="36"/>
                  </a:cxn>
                  <a:cxn ang="0">
                    <a:pos x="60" y="31"/>
                  </a:cxn>
                  <a:cxn ang="0">
                    <a:pos x="60" y="27"/>
                  </a:cxn>
                  <a:cxn ang="0">
                    <a:pos x="60" y="24"/>
                  </a:cxn>
                  <a:cxn ang="0">
                    <a:pos x="64" y="22"/>
                  </a:cxn>
                  <a:cxn ang="0">
                    <a:pos x="67" y="22"/>
                  </a:cxn>
                  <a:cxn ang="0">
                    <a:pos x="71" y="22"/>
                  </a:cxn>
                  <a:cxn ang="0">
                    <a:pos x="71" y="17"/>
                  </a:cxn>
                  <a:cxn ang="0">
                    <a:pos x="71" y="10"/>
                  </a:cxn>
                  <a:cxn ang="0">
                    <a:pos x="69" y="5"/>
                  </a:cxn>
                  <a:cxn ang="0">
                    <a:pos x="74" y="3"/>
                  </a:cxn>
                  <a:cxn ang="0">
                    <a:pos x="79" y="5"/>
                  </a:cxn>
                  <a:cxn ang="0">
                    <a:pos x="79" y="5"/>
                  </a:cxn>
                  <a:cxn ang="0">
                    <a:pos x="81" y="0"/>
                  </a:cxn>
                </a:cxnLst>
                <a:rect l="0" t="0" r="r" b="b"/>
                <a:pathLst>
                  <a:path w="90" h="60">
                    <a:moveTo>
                      <a:pt x="83" y="0"/>
                    </a:moveTo>
                    <a:lnTo>
                      <a:pt x="83" y="3"/>
                    </a:lnTo>
                    <a:lnTo>
                      <a:pt x="83" y="3"/>
                    </a:lnTo>
                    <a:lnTo>
                      <a:pt x="86" y="3"/>
                    </a:lnTo>
                    <a:lnTo>
                      <a:pt x="86" y="3"/>
                    </a:lnTo>
                    <a:lnTo>
                      <a:pt x="86" y="3"/>
                    </a:lnTo>
                    <a:lnTo>
                      <a:pt x="86" y="5"/>
                    </a:lnTo>
                    <a:lnTo>
                      <a:pt x="86" y="5"/>
                    </a:lnTo>
                    <a:lnTo>
                      <a:pt x="86" y="8"/>
                    </a:lnTo>
                    <a:lnTo>
                      <a:pt x="86" y="8"/>
                    </a:lnTo>
                    <a:lnTo>
                      <a:pt x="86" y="8"/>
                    </a:lnTo>
                    <a:lnTo>
                      <a:pt x="88" y="8"/>
                    </a:lnTo>
                    <a:lnTo>
                      <a:pt x="88" y="8"/>
                    </a:lnTo>
                    <a:lnTo>
                      <a:pt x="88" y="8"/>
                    </a:lnTo>
                    <a:lnTo>
                      <a:pt x="90" y="8"/>
                    </a:lnTo>
                    <a:lnTo>
                      <a:pt x="90" y="8"/>
                    </a:lnTo>
                    <a:lnTo>
                      <a:pt x="90" y="10"/>
                    </a:lnTo>
                    <a:lnTo>
                      <a:pt x="90" y="10"/>
                    </a:lnTo>
                    <a:lnTo>
                      <a:pt x="88" y="10"/>
                    </a:lnTo>
                    <a:lnTo>
                      <a:pt x="88" y="10"/>
                    </a:lnTo>
                    <a:lnTo>
                      <a:pt x="88" y="12"/>
                    </a:lnTo>
                    <a:lnTo>
                      <a:pt x="88" y="12"/>
                    </a:lnTo>
                    <a:lnTo>
                      <a:pt x="88" y="15"/>
                    </a:lnTo>
                    <a:lnTo>
                      <a:pt x="90" y="15"/>
                    </a:lnTo>
                    <a:lnTo>
                      <a:pt x="90" y="15"/>
                    </a:lnTo>
                    <a:lnTo>
                      <a:pt x="88" y="15"/>
                    </a:lnTo>
                    <a:lnTo>
                      <a:pt x="88" y="17"/>
                    </a:lnTo>
                    <a:lnTo>
                      <a:pt x="90" y="17"/>
                    </a:lnTo>
                    <a:lnTo>
                      <a:pt x="90" y="17"/>
                    </a:lnTo>
                    <a:lnTo>
                      <a:pt x="88" y="17"/>
                    </a:lnTo>
                    <a:lnTo>
                      <a:pt x="88" y="19"/>
                    </a:lnTo>
                    <a:lnTo>
                      <a:pt x="88" y="19"/>
                    </a:lnTo>
                    <a:lnTo>
                      <a:pt x="88" y="19"/>
                    </a:lnTo>
                    <a:lnTo>
                      <a:pt x="88" y="19"/>
                    </a:lnTo>
                    <a:lnTo>
                      <a:pt x="88" y="22"/>
                    </a:lnTo>
                    <a:lnTo>
                      <a:pt x="88" y="22"/>
                    </a:lnTo>
                    <a:lnTo>
                      <a:pt x="86" y="22"/>
                    </a:lnTo>
                    <a:lnTo>
                      <a:pt x="86" y="24"/>
                    </a:lnTo>
                    <a:lnTo>
                      <a:pt x="86" y="24"/>
                    </a:lnTo>
                    <a:lnTo>
                      <a:pt x="86" y="24"/>
                    </a:lnTo>
                    <a:lnTo>
                      <a:pt x="86" y="24"/>
                    </a:lnTo>
                    <a:lnTo>
                      <a:pt x="83" y="24"/>
                    </a:lnTo>
                    <a:lnTo>
                      <a:pt x="83" y="24"/>
                    </a:lnTo>
                    <a:lnTo>
                      <a:pt x="83" y="24"/>
                    </a:lnTo>
                    <a:lnTo>
                      <a:pt x="81" y="24"/>
                    </a:lnTo>
                    <a:lnTo>
                      <a:pt x="81" y="24"/>
                    </a:lnTo>
                    <a:lnTo>
                      <a:pt x="81" y="27"/>
                    </a:lnTo>
                    <a:lnTo>
                      <a:pt x="81" y="27"/>
                    </a:lnTo>
                    <a:lnTo>
                      <a:pt x="79" y="27"/>
                    </a:lnTo>
                    <a:lnTo>
                      <a:pt x="79" y="29"/>
                    </a:lnTo>
                    <a:lnTo>
                      <a:pt x="81" y="29"/>
                    </a:lnTo>
                    <a:lnTo>
                      <a:pt x="81" y="29"/>
                    </a:lnTo>
                    <a:lnTo>
                      <a:pt x="81" y="29"/>
                    </a:lnTo>
                    <a:lnTo>
                      <a:pt x="81" y="29"/>
                    </a:lnTo>
                    <a:lnTo>
                      <a:pt x="83" y="29"/>
                    </a:lnTo>
                    <a:lnTo>
                      <a:pt x="83" y="31"/>
                    </a:lnTo>
                    <a:lnTo>
                      <a:pt x="83" y="31"/>
                    </a:lnTo>
                    <a:lnTo>
                      <a:pt x="83" y="31"/>
                    </a:lnTo>
                    <a:lnTo>
                      <a:pt x="83" y="31"/>
                    </a:lnTo>
                    <a:lnTo>
                      <a:pt x="83" y="34"/>
                    </a:lnTo>
                    <a:lnTo>
                      <a:pt x="83" y="34"/>
                    </a:lnTo>
                    <a:lnTo>
                      <a:pt x="83" y="34"/>
                    </a:lnTo>
                    <a:lnTo>
                      <a:pt x="83" y="36"/>
                    </a:lnTo>
                    <a:lnTo>
                      <a:pt x="83" y="36"/>
                    </a:lnTo>
                    <a:lnTo>
                      <a:pt x="83" y="36"/>
                    </a:lnTo>
                    <a:lnTo>
                      <a:pt x="81" y="36"/>
                    </a:lnTo>
                    <a:lnTo>
                      <a:pt x="81" y="38"/>
                    </a:lnTo>
                    <a:lnTo>
                      <a:pt x="81" y="38"/>
                    </a:lnTo>
                    <a:lnTo>
                      <a:pt x="81" y="38"/>
                    </a:lnTo>
                    <a:lnTo>
                      <a:pt x="79" y="38"/>
                    </a:lnTo>
                    <a:lnTo>
                      <a:pt x="79" y="38"/>
                    </a:lnTo>
                    <a:lnTo>
                      <a:pt x="79" y="38"/>
                    </a:lnTo>
                    <a:lnTo>
                      <a:pt x="79" y="38"/>
                    </a:lnTo>
                    <a:lnTo>
                      <a:pt x="76" y="38"/>
                    </a:lnTo>
                    <a:lnTo>
                      <a:pt x="76" y="41"/>
                    </a:lnTo>
                    <a:lnTo>
                      <a:pt x="76" y="41"/>
                    </a:lnTo>
                    <a:lnTo>
                      <a:pt x="76" y="38"/>
                    </a:lnTo>
                    <a:lnTo>
                      <a:pt x="76" y="38"/>
                    </a:lnTo>
                    <a:lnTo>
                      <a:pt x="74" y="38"/>
                    </a:lnTo>
                    <a:lnTo>
                      <a:pt x="74" y="38"/>
                    </a:lnTo>
                    <a:lnTo>
                      <a:pt x="74" y="38"/>
                    </a:lnTo>
                    <a:lnTo>
                      <a:pt x="74" y="38"/>
                    </a:lnTo>
                    <a:lnTo>
                      <a:pt x="71" y="38"/>
                    </a:lnTo>
                    <a:lnTo>
                      <a:pt x="71" y="38"/>
                    </a:lnTo>
                    <a:lnTo>
                      <a:pt x="71" y="38"/>
                    </a:lnTo>
                    <a:lnTo>
                      <a:pt x="71" y="38"/>
                    </a:lnTo>
                    <a:lnTo>
                      <a:pt x="69" y="38"/>
                    </a:lnTo>
                    <a:lnTo>
                      <a:pt x="69" y="38"/>
                    </a:lnTo>
                    <a:lnTo>
                      <a:pt x="69" y="38"/>
                    </a:lnTo>
                    <a:lnTo>
                      <a:pt x="69" y="38"/>
                    </a:lnTo>
                    <a:lnTo>
                      <a:pt x="69" y="41"/>
                    </a:lnTo>
                    <a:lnTo>
                      <a:pt x="71" y="41"/>
                    </a:lnTo>
                    <a:lnTo>
                      <a:pt x="71" y="41"/>
                    </a:lnTo>
                    <a:lnTo>
                      <a:pt x="71" y="43"/>
                    </a:lnTo>
                    <a:lnTo>
                      <a:pt x="69" y="43"/>
                    </a:lnTo>
                    <a:lnTo>
                      <a:pt x="69" y="43"/>
                    </a:lnTo>
                    <a:lnTo>
                      <a:pt x="69" y="43"/>
                    </a:lnTo>
                    <a:lnTo>
                      <a:pt x="69" y="43"/>
                    </a:lnTo>
                    <a:lnTo>
                      <a:pt x="69" y="45"/>
                    </a:lnTo>
                    <a:lnTo>
                      <a:pt x="69" y="45"/>
                    </a:lnTo>
                    <a:lnTo>
                      <a:pt x="67" y="45"/>
                    </a:lnTo>
                    <a:lnTo>
                      <a:pt x="67" y="45"/>
                    </a:lnTo>
                    <a:lnTo>
                      <a:pt x="67" y="48"/>
                    </a:lnTo>
                    <a:lnTo>
                      <a:pt x="64" y="48"/>
                    </a:lnTo>
                    <a:lnTo>
                      <a:pt x="64" y="48"/>
                    </a:lnTo>
                    <a:lnTo>
                      <a:pt x="64" y="48"/>
                    </a:lnTo>
                    <a:lnTo>
                      <a:pt x="64" y="50"/>
                    </a:lnTo>
                    <a:lnTo>
                      <a:pt x="64" y="50"/>
                    </a:lnTo>
                    <a:lnTo>
                      <a:pt x="64" y="50"/>
                    </a:lnTo>
                    <a:lnTo>
                      <a:pt x="62" y="50"/>
                    </a:lnTo>
                    <a:lnTo>
                      <a:pt x="62" y="50"/>
                    </a:lnTo>
                    <a:lnTo>
                      <a:pt x="60" y="50"/>
                    </a:lnTo>
                    <a:lnTo>
                      <a:pt x="60" y="50"/>
                    </a:lnTo>
                    <a:lnTo>
                      <a:pt x="60" y="50"/>
                    </a:lnTo>
                    <a:lnTo>
                      <a:pt x="60" y="50"/>
                    </a:lnTo>
                    <a:lnTo>
                      <a:pt x="57" y="50"/>
                    </a:lnTo>
                    <a:lnTo>
                      <a:pt x="57" y="50"/>
                    </a:lnTo>
                    <a:lnTo>
                      <a:pt x="57" y="50"/>
                    </a:lnTo>
                    <a:lnTo>
                      <a:pt x="57" y="53"/>
                    </a:lnTo>
                    <a:lnTo>
                      <a:pt x="55" y="53"/>
                    </a:lnTo>
                    <a:lnTo>
                      <a:pt x="55" y="53"/>
                    </a:lnTo>
                    <a:lnTo>
                      <a:pt x="55" y="53"/>
                    </a:lnTo>
                    <a:lnTo>
                      <a:pt x="53" y="53"/>
                    </a:lnTo>
                    <a:lnTo>
                      <a:pt x="53" y="55"/>
                    </a:lnTo>
                    <a:lnTo>
                      <a:pt x="53" y="55"/>
                    </a:lnTo>
                    <a:lnTo>
                      <a:pt x="53" y="55"/>
                    </a:lnTo>
                    <a:lnTo>
                      <a:pt x="50" y="55"/>
                    </a:lnTo>
                    <a:lnTo>
                      <a:pt x="50" y="55"/>
                    </a:lnTo>
                    <a:lnTo>
                      <a:pt x="50" y="55"/>
                    </a:lnTo>
                    <a:lnTo>
                      <a:pt x="50" y="55"/>
                    </a:lnTo>
                    <a:lnTo>
                      <a:pt x="48" y="55"/>
                    </a:lnTo>
                    <a:lnTo>
                      <a:pt x="48" y="57"/>
                    </a:lnTo>
                    <a:lnTo>
                      <a:pt x="48" y="57"/>
                    </a:lnTo>
                    <a:lnTo>
                      <a:pt x="48" y="57"/>
                    </a:lnTo>
                    <a:lnTo>
                      <a:pt x="45" y="57"/>
                    </a:lnTo>
                    <a:lnTo>
                      <a:pt x="45" y="57"/>
                    </a:lnTo>
                    <a:lnTo>
                      <a:pt x="45" y="57"/>
                    </a:lnTo>
                    <a:lnTo>
                      <a:pt x="45" y="60"/>
                    </a:lnTo>
                    <a:lnTo>
                      <a:pt x="43" y="60"/>
                    </a:lnTo>
                    <a:lnTo>
                      <a:pt x="43" y="60"/>
                    </a:lnTo>
                    <a:lnTo>
                      <a:pt x="43" y="57"/>
                    </a:lnTo>
                    <a:lnTo>
                      <a:pt x="43" y="57"/>
                    </a:lnTo>
                    <a:lnTo>
                      <a:pt x="41" y="57"/>
                    </a:lnTo>
                    <a:lnTo>
                      <a:pt x="41" y="57"/>
                    </a:lnTo>
                    <a:lnTo>
                      <a:pt x="38" y="57"/>
                    </a:lnTo>
                    <a:lnTo>
                      <a:pt x="38" y="60"/>
                    </a:lnTo>
                    <a:lnTo>
                      <a:pt x="38" y="60"/>
                    </a:lnTo>
                    <a:lnTo>
                      <a:pt x="38" y="60"/>
                    </a:lnTo>
                    <a:lnTo>
                      <a:pt x="36" y="60"/>
                    </a:lnTo>
                    <a:lnTo>
                      <a:pt x="36" y="60"/>
                    </a:lnTo>
                    <a:lnTo>
                      <a:pt x="36" y="60"/>
                    </a:lnTo>
                    <a:lnTo>
                      <a:pt x="36" y="57"/>
                    </a:lnTo>
                    <a:lnTo>
                      <a:pt x="34" y="57"/>
                    </a:lnTo>
                    <a:lnTo>
                      <a:pt x="34" y="60"/>
                    </a:lnTo>
                    <a:lnTo>
                      <a:pt x="34" y="60"/>
                    </a:lnTo>
                    <a:lnTo>
                      <a:pt x="31" y="60"/>
                    </a:lnTo>
                    <a:lnTo>
                      <a:pt x="31" y="57"/>
                    </a:lnTo>
                    <a:lnTo>
                      <a:pt x="31" y="57"/>
                    </a:lnTo>
                    <a:lnTo>
                      <a:pt x="31" y="60"/>
                    </a:lnTo>
                    <a:lnTo>
                      <a:pt x="31" y="60"/>
                    </a:lnTo>
                    <a:lnTo>
                      <a:pt x="29" y="60"/>
                    </a:lnTo>
                    <a:lnTo>
                      <a:pt x="29" y="57"/>
                    </a:lnTo>
                    <a:lnTo>
                      <a:pt x="29" y="57"/>
                    </a:lnTo>
                    <a:lnTo>
                      <a:pt x="27" y="57"/>
                    </a:lnTo>
                    <a:lnTo>
                      <a:pt x="27" y="57"/>
                    </a:lnTo>
                    <a:lnTo>
                      <a:pt x="27" y="57"/>
                    </a:lnTo>
                    <a:lnTo>
                      <a:pt x="27" y="55"/>
                    </a:lnTo>
                    <a:lnTo>
                      <a:pt x="27" y="55"/>
                    </a:lnTo>
                    <a:lnTo>
                      <a:pt x="27" y="55"/>
                    </a:lnTo>
                    <a:lnTo>
                      <a:pt x="27" y="53"/>
                    </a:lnTo>
                    <a:lnTo>
                      <a:pt x="24" y="53"/>
                    </a:lnTo>
                    <a:lnTo>
                      <a:pt x="24" y="53"/>
                    </a:lnTo>
                    <a:lnTo>
                      <a:pt x="24" y="53"/>
                    </a:lnTo>
                    <a:lnTo>
                      <a:pt x="24" y="53"/>
                    </a:lnTo>
                    <a:lnTo>
                      <a:pt x="22" y="53"/>
                    </a:lnTo>
                    <a:lnTo>
                      <a:pt x="22" y="53"/>
                    </a:lnTo>
                    <a:lnTo>
                      <a:pt x="22" y="53"/>
                    </a:lnTo>
                    <a:lnTo>
                      <a:pt x="19" y="53"/>
                    </a:lnTo>
                    <a:lnTo>
                      <a:pt x="19" y="53"/>
                    </a:lnTo>
                    <a:lnTo>
                      <a:pt x="19" y="53"/>
                    </a:lnTo>
                    <a:lnTo>
                      <a:pt x="19" y="55"/>
                    </a:lnTo>
                    <a:lnTo>
                      <a:pt x="17" y="55"/>
                    </a:lnTo>
                    <a:lnTo>
                      <a:pt x="17" y="55"/>
                    </a:lnTo>
                    <a:lnTo>
                      <a:pt x="17" y="55"/>
                    </a:lnTo>
                    <a:lnTo>
                      <a:pt x="17" y="55"/>
                    </a:lnTo>
                    <a:lnTo>
                      <a:pt x="15" y="55"/>
                    </a:lnTo>
                    <a:lnTo>
                      <a:pt x="15" y="55"/>
                    </a:lnTo>
                    <a:lnTo>
                      <a:pt x="15" y="55"/>
                    </a:lnTo>
                    <a:lnTo>
                      <a:pt x="15" y="53"/>
                    </a:lnTo>
                    <a:lnTo>
                      <a:pt x="15" y="53"/>
                    </a:lnTo>
                    <a:lnTo>
                      <a:pt x="15" y="53"/>
                    </a:lnTo>
                    <a:lnTo>
                      <a:pt x="15" y="50"/>
                    </a:lnTo>
                    <a:lnTo>
                      <a:pt x="15" y="50"/>
                    </a:lnTo>
                    <a:lnTo>
                      <a:pt x="12" y="50"/>
                    </a:lnTo>
                    <a:lnTo>
                      <a:pt x="12" y="50"/>
                    </a:lnTo>
                    <a:lnTo>
                      <a:pt x="12" y="50"/>
                    </a:lnTo>
                    <a:lnTo>
                      <a:pt x="12" y="50"/>
                    </a:lnTo>
                    <a:lnTo>
                      <a:pt x="12" y="50"/>
                    </a:lnTo>
                    <a:lnTo>
                      <a:pt x="10" y="50"/>
                    </a:lnTo>
                    <a:lnTo>
                      <a:pt x="10" y="50"/>
                    </a:lnTo>
                    <a:lnTo>
                      <a:pt x="10" y="48"/>
                    </a:lnTo>
                    <a:lnTo>
                      <a:pt x="10" y="48"/>
                    </a:lnTo>
                    <a:lnTo>
                      <a:pt x="10" y="48"/>
                    </a:lnTo>
                    <a:lnTo>
                      <a:pt x="10" y="48"/>
                    </a:lnTo>
                    <a:lnTo>
                      <a:pt x="10" y="48"/>
                    </a:lnTo>
                    <a:lnTo>
                      <a:pt x="8" y="48"/>
                    </a:lnTo>
                    <a:lnTo>
                      <a:pt x="8" y="45"/>
                    </a:lnTo>
                    <a:lnTo>
                      <a:pt x="8" y="45"/>
                    </a:lnTo>
                    <a:lnTo>
                      <a:pt x="8" y="48"/>
                    </a:lnTo>
                    <a:lnTo>
                      <a:pt x="5" y="48"/>
                    </a:lnTo>
                    <a:lnTo>
                      <a:pt x="5" y="45"/>
                    </a:lnTo>
                    <a:lnTo>
                      <a:pt x="5" y="45"/>
                    </a:lnTo>
                    <a:lnTo>
                      <a:pt x="5" y="45"/>
                    </a:lnTo>
                    <a:lnTo>
                      <a:pt x="5" y="45"/>
                    </a:lnTo>
                    <a:lnTo>
                      <a:pt x="3" y="45"/>
                    </a:lnTo>
                    <a:lnTo>
                      <a:pt x="3" y="45"/>
                    </a:lnTo>
                    <a:lnTo>
                      <a:pt x="3" y="45"/>
                    </a:lnTo>
                    <a:lnTo>
                      <a:pt x="3" y="43"/>
                    </a:lnTo>
                    <a:lnTo>
                      <a:pt x="0" y="43"/>
                    </a:lnTo>
                    <a:lnTo>
                      <a:pt x="0" y="43"/>
                    </a:lnTo>
                    <a:lnTo>
                      <a:pt x="0" y="41"/>
                    </a:lnTo>
                    <a:lnTo>
                      <a:pt x="0" y="41"/>
                    </a:lnTo>
                    <a:lnTo>
                      <a:pt x="0" y="38"/>
                    </a:lnTo>
                    <a:lnTo>
                      <a:pt x="0" y="38"/>
                    </a:lnTo>
                    <a:lnTo>
                      <a:pt x="0" y="38"/>
                    </a:lnTo>
                    <a:lnTo>
                      <a:pt x="3" y="38"/>
                    </a:lnTo>
                    <a:lnTo>
                      <a:pt x="3" y="36"/>
                    </a:lnTo>
                    <a:lnTo>
                      <a:pt x="3" y="36"/>
                    </a:lnTo>
                    <a:lnTo>
                      <a:pt x="3" y="36"/>
                    </a:lnTo>
                    <a:lnTo>
                      <a:pt x="3" y="36"/>
                    </a:lnTo>
                    <a:lnTo>
                      <a:pt x="5" y="36"/>
                    </a:lnTo>
                    <a:lnTo>
                      <a:pt x="5" y="36"/>
                    </a:lnTo>
                    <a:lnTo>
                      <a:pt x="5" y="36"/>
                    </a:lnTo>
                    <a:lnTo>
                      <a:pt x="5" y="36"/>
                    </a:lnTo>
                    <a:lnTo>
                      <a:pt x="5" y="38"/>
                    </a:lnTo>
                    <a:lnTo>
                      <a:pt x="8" y="38"/>
                    </a:lnTo>
                    <a:lnTo>
                      <a:pt x="8" y="36"/>
                    </a:lnTo>
                    <a:lnTo>
                      <a:pt x="8" y="36"/>
                    </a:lnTo>
                    <a:lnTo>
                      <a:pt x="10" y="36"/>
                    </a:lnTo>
                    <a:lnTo>
                      <a:pt x="10" y="36"/>
                    </a:lnTo>
                    <a:lnTo>
                      <a:pt x="10" y="36"/>
                    </a:lnTo>
                    <a:lnTo>
                      <a:pt x="12" y="36"/>
                    </a:lnTo>
                    <a:lnTo>
                      <a:pt x="12" y="38"/>
                    </a:lnTo>
                    <a:lnTo>
                      <a:pt x="12" y="38"/>
                    </a:lnTo>
                    <a:lnTo>
                      <a:pt x="12" y="36"/>
                    </a:lnTo>
                    <a:lnTo>
                      <a:pt x="12" y="36"/>
                    </a:lnTo>
                    <a:lnTo>
                      <a:pt x="15" y="36"/>
                    </a:lnTo>
                    <a:lnTo>
                      <a:pt x="15" y="36"/>
                    </a:lnTo>
                    <a:lnTo>
                      <a:pt x="15" y="36"/>
                    </a:lnTo>
                    <a:lnTo>
                      <a:pt x="17" y="36"/>
                    </a:lnTo>
                    <a:lnTo>
                      <a:pt x="17" y="36"/>
                    </a:lnTo>
                    <a:lnTo>
                      <a:pt x="17" y="36"/>
                    </a:lnTo>
                    <a:lnTo>
                      <a:pt x="17" y="36"/>
                    </a:lnTo>
                    <a:lnTo>
                      <a:pt x="17" y="38"/>
                    </a:lnTo>
                    <a:lnTo>
                      <a:pt x="19" y="38"/>
                    </a:lnTo>
                    <a:lnTo>
                      <a:pt x="19" y="38"/>
                    </a:lnTo>
                    <a:lnTo>
                      <a:pt x="19" y="38"/>
                    </a:lnTo>
                    <a:lnTo>
                      <a:pt x="19" y="38"/>
                    </a:lnTo>
                    <a:lnTo>
                      <a:pt x="22" y="38"/>
                    </a:lnTo>
                    <a:lnTo>
                      <a:pt x="22" y="38"/>
                    </a:lnTo>
                    <a:lnTo>
                      <a:pt x="24" y="38"/>
                    </a:lnTo>
                    <a:lnTo>
                      <a:pt x="24" y="38"/>
                    </a:lnTo>
                    <a:lnTo>
                      <a:pt x="24" y="38"/>
                    </a:lnTo>
                    <a:lnTo>
                      <a:pt x="24" y="38"/>
                    </a:lnTo>
                    <a:lnTo>
                      <a:pt x="27" y="38"/>
                    </a:lnTo>
                    <a:lnTo>
                      <a:pt x="27" y="38"/>
                    </a:lnTo>
                    <a:lnTo>
                      <a:pt x="27" y="38"/>
                    </a:lnTo>
                    <a:lnTo>
                      <a:pt x="27" y="36"/>
                    </a:lnTo>
                    <a:lnTo>
                      <a:pt x="29" y="36"/>
                    </a:lnTo>
                    <a:lnTo>
                      <a:pt x="29" y="36"/>
                    </a:lnTo>
                    <a:lnTo>
                      <a:pt x="29" y="36"/>
                    </a:lnTo>
                    <a:lnTo>
                      <a:pt x="31" y="36"/>
                    </a:lnTo>
                    <a:lnTo>
                      <a:pt x="31" y="36"/>
                    </a:lnTo>
                    <a:lnTo>
                      <a:pt x="31" y="36"/>
                    </a:lnTo>
                    <a:lnTo>
                      <a:pt x="31" y="38"/>
                    </a:lnTo>
                    <a:lnTo>
                      <a:pt x="31" y="38"/>
                    </a:lnTo>
                    <a:lnTo>
                      <a:pt x="31" y="36"/>
                    </a:lnTo>
                    <a:lnTo>
                      <a:pt x="34" y="36"/>
                    </a:lnTo>
                    <a:lnTo>
                      <a:pt x="34" y="36"/>
                    </a:lnTo>
                    <a:lnTo>
                      <a:pt x="36" y="36"/>
                    </a:lnTo>
                    <a:lnTo>
                      <a:pt x="36" y="36"/>
                    </a:lnTo>
                    <a:lnTo>
                      <a:pt x="36" y="36"/>
                    </a:lnTo>
                    <a:lnTo>
                      <a:pt x="36" y="34"/>
                    </a:lnTo>
                    <a:lnTo>
                      <a:pt x="36" y="34"/>
                    </a:lnTo>
                    <a:lnTo>
                      <a:pt x="36" y="34"/>
                    </a:lnTo>
                    <a:lnTo>
                      <a:pt x="36" y="31"/>
                    </a:lnTo>
                    <a:lnTo>
                      <a:pt x="36" y="31"/>
                    </a:lnTo>
                    <a:lnTo>
                      <a:pt x="36" y="31"/>
                    </a:lnTo>
                    <a:lnTo>
                      <a:pt x="36" y="31"/>
                    </a:lnTo>
                    <a:lnTo>
                      <a:pt x="36" y="29"/>
                    </a:lnTo>
                    <a:lnTo>
                      <a:pt x="38" y="29"/>
                    </a:lnTo>
                    <a:lnTo>
                      <a:pt x="38" y="29"/>
                    </a:lnTo>
                    <a:lnTo>
                      <a:pt x="36" y="29"/>
                    </a:lnTo>
                    <a:lnTo>
                      <a:pt x="36" y="29"/>
                    </a:lnTo>
                    <a:lnTo>
                      <a:pt x="38" y="29"/>
                    </a:lnTo>
                    <a:lnTo>
                      <a:pt x="38" y="27"/>
                    </a:lnTo>
                    <a:lnTo>
                      <a:pt x="38" y="27"/>
                    </a:lnTo>
                    <a:lnTo>
                      <a:pt x="38" y="24"/>
                    </a:lnTo>
                    <a:lnTo>
                      <a:pt x="38" y="24"/>
                    </a:lnTo>
                    <a:lnTo>
                      <a:pt x="38" y="24"/>
                    </a:lnTo>
                    <a:lnTo>
                      <a:pt x="38" y="24"/>
                    </a:lnTo>
                    <a:lnTo>
                      <a:pt x="41" y="24"/>
                    </a:lnTo>
                    <a:lnTo>
                      <a:pt x="41" y="24"/>
                    </a:lnTo>
                    <a:lnTo>
                      <a:pt x="41" y="24"/>
                    </a:lnTo>
                    <a:lnTo>
                      <a:pt x="43" y="24"/>
                    </a:lnTo>
                    <a:lnTo>
                      <a:pt x="43" y="27"/>
                    </a:lnTo>
                    <a:lnTo>
                      <a:pt x="43" y="27"/>
                    </a:lnTo>
                    <a:lnTo>
                      <a:pt x="43" y="29"/>
                    </a:lnTo>
                    <a:lnTo>
                      <a:pt x="41" y="29"/>
                    </a:lnTo>
                    <a:lnTo>
                      <a:pt x="41" y="29"/>
                    </a:lnTo>
                    <a:lnTo>
                      <a:pt x="38" y="29"/>
                    </a:lnTo>
                    <a:lnTo>
                      <a:pt x="38" y="29"/>
                    </a:lnTo>
                    <a:lnTo>
                      <a:pt x="38" y="29"/>
                    </a:lnTo>
                    <a:lnTo>
                      <a:pt x="38" y="31"/>
                    </a:lnTo>
                    <a:lnTo>
                      <a:pt x="38" y="31"/>
                    </a:lnTo>
                    <a:lnTo>
                      <a:pt x="41" y="31"/>
                    </a:lnTo>
                    <a:lnTo>
                      <a:pt x="41" y="34"/>
                    </a:lnTo>
                    <a:lnTo>
                      <a:pt x="38" y="34"/>
                    </a:lnTo>
                    <a:lnTo>
                      <a:pt x="38" y="34"/>
                    </a:lnTo>
                    <a:lnTo>
                      <a:pt x="38" y="36"/>
                    </a:lnTo>
                    <a:lnTo>
                      <a:pt x="41" y="36"/>
                    </a:lnTo>
                    <a:lnTo>
                      <a:pt x="41" y="36"/>
                    </a:lnTo>
                    <a:lnTo>
                      <a:pt x="41" y="38"/>
                    </a:lnTo>
                    <a:lnTo>
                      <a:pt x="41" y="38"/>
                    </a:lnTo>
                    <a:lnTo>
                      <a:pt x="43" y="38"/>
                    </a:lnTo>
                    <a:lnTo>
                      <a:pt x="43" y="38"/>
                    </a:lnTo>
                    <a:lnTo>
                      <a:pt x="43" y="38"/>
                    </a:lnTo>
                    <a:lnTo>
                      <a:pt x="43" y="38"/>
                    </a:lnTo>
                    <a:lnTo>
                      <a:pt x="43" y="38"/>
                    </a:lnTo>
                    <a:lnTo>
                      <a:pt x="45" y="38"/>
                    </a:lnTo>
                    <a:lnTo>
                      <a:pt x="45" y="36"/>
                    </a:lnTo>
                    <a:lnTo>
                      <a:pt x="45" y="36"/>
                    </a:lnTo>
                    <a:lnTo>
                      <a:pt x="45" y="36"/>
                    </a:lnTo>
                    <a:lnTo>
                      <a:pt x="45" y="36"/>
                    </a:lnTo>
                    <a:lnTo>
                      <a:pt x="48" y="36"/>
                    </a:lnTo>
                    <a:lnTo>
                      <a:pt x="48" y="36"/>
                    </a:lnTo>
                    <a:lnTo>
                      <a:pt x="50" y="36"/>
                    </a:lnTo>
                    <a:lnTo>
                      <a:pt x="50" y="36"/>
                    </a:lnTo>
                    <a:lnTo>
                      <a:pt x="50" y="36"/>
                    </a:lnTo>
                    <a:lnTo>
                      <a:pt x="50" y="38"/>
                    </a:lnTo>
                    <a:lnTo>
                      <a:pt x="50" y="38"/>
                    </a:lnTo>
                    <a:lnTo>
                      <a:pt x="53" y="38"/>
                    </a:lnTo>
                    <a:lnTo>
                      <a:pt x="53" y="38"/>
                    </a:lnTo>
                    <a:lnTo>
                      <a:pt x="53" y="36"/>
                    </a:lnTo>
                    <a:lnTo>
                      <a:pt x="53" y="36"/>
                    </a:lnTo>
                    <a:lnTo>
                      <a:pt x="53" y="36"/>
                    </a:lnTo>
                    <a:lnTo>
                      <a:pt x="55" y="36"/>
                    </a:lnTo>
                    <a:lnTo>
                      <a:pt x="55" y="36"/>
                    </a:lnTo>
                    <a:lnTo>
                      <a:pt x="55" y="36"/>
                    </a:lnTo>
                    <a:lnTo>
                      <a:pt x="57" y="36"/>
                    </a:lnTo>
                    <a:lnTo>
                      <a:pt x="57" y="36"/>
                    </a:lnTo>
                    <a:lnTo>
                      <a:pt x="57" y="36"/>
                    </a:lnTo>
                    <a:lnTo>
                      <a:pt x="57" y="36"/>
                    </a:lnTo>
                    <a:lnTo>
                      <a:pt x="57" y="34"/>
                    </a:lnTo>
                    <a:lnTo>
                      <a:pt x="60" y="34"/>
                    </a:lnTo>
                    <a:lnTo>
                      <a:pt x="60" y="34"/>
                    </a:lnTo>
                    <a:lnTo>
                      <a:pt x="60" y="31"/>
                    </a:lnTo>
                    <a:lnTo>
                      <a:pt x="60" y="31"/>
                    </a:lnTo>
                    <a:lnTo>
                      <a:pt x="60" y="29"/>
                    </a:lnTo>
                    <a:lnTo>
                      <a:pt x="60" y="29"/>
                    </a:lnTo>
                    <a:lnTo>
                      <a:pt x="60" y="29"/>
                    </a:lnTo>
                    <a:lnTo>
                      <a:pt x="60" y="29"/>
                    </a:lnTo>
                    <a:lnTo>
                      <a:pt x="60" y="29"/>
                    </a:lnTo>
                    <a:lnTo>
                      <a:pt x="60" y="27"/>
                    </a:lnTo>
                    <a:lnTo>
                      <a:pt x="62" y="27"/>
                    </a:lnTo>
                    <a:lnTo>
                      <a:pt x="62" y="27"/>
                    </a:lnTo>
                    <a:lnTo>
                      <a:pt x="62" y="27"/>
                    </a:lnTo>
                    <a:lnTo>
                      <a:pt x="62" y="24"/>
                    </a:lnTo>
                    <a:lnTo>
                      <a:pt x="62" y="24"/>
                    </a:lnTo>
                    <a:lnTo>
                      <a:pt x="62" y="24"/>
                    </a:lnTo>
                    <a:lnTo>
                      <a:pt x="60" y="24"/>
                    </a:lnTo>
                    <a:lnTo>
                      <a:pt x="60" y="22"/>
                    </a:lnTo>
                    <a:lnTo>
                      <a:pt x="60" y="22"/>
                    </a:lnTo>
                    <a:lnTo>
                      <a:pt x="62" y="22"/>
                    </a:lnTo>
                    <a:lnTo>
                      <a:pt x="62" y="22"/>
                    </a:lnTo>
                    <a:lnTo>
                      <a:pt x="64" y="22"/>
                    </a:lnTo>
                    <a:lnTo>
                      <a:pt x="64" y="22"/>
                    </a:lnTo>
                    <a:lnTo>
                      <a:pt x="64" y="22"/>
                    </a:lnTo>
                    <a:lnTo>
                      <a:pt x="64" y="24"/>
                    </a:lnTo>
                    <a:lnTo>
                      <a:pt x="64" y="24"/>
                    </a:lnTo>
                    <a:lnTo>
                      <a:pt x="67" y="24"/>
                    </a:lnTo>
                    <a:lnTo>
                      <a:pt x="67" y="22"/>
                    </a:lnTo>
                    <a:lnTo>
                      <a:pt x="67" y="22"/>
                    </a:lnTo>
                    <a:lnTo>
                      <a:pt x="67" y="22"/>
                    </a:lnTo>
                    <a:lnTo>
                      <a:pt x="67" y="22"/>
                    </a:lnTo>
                    <a:lnTo>
                      <a:pt x="69" y="22"/>
                    </a:lnTo>
                    <a:lnTo>
                      <a:pt x="69" y="22"/>
                    </a:lnTo>
                    <a:lnTo>
                      <a:pt x="69" y="22"/>
                    </a:lnTo>
                    <a:lnTo>
                      <a:pt x="71" y="22"/>
                    </a:lnTo>
                    <a:lnTo>
                      <a:pt x="71" y="22"/>
                    </a:lnTo>
                    <a:lnTo>
                      <a:pt x="71" y="22"/>
                    </a:lnTo>
                    <a:lnTo>
                      <a:pt x="71" y="22"/>
                    </a:lnTo>
                    <a:lnTo>
                      <a:pt x="74" y="22"/>
                    </a:lnTo>
                    <a:lnTo>
                      <a:pt x="74" y="19"/>
                    </a:lnTo>
                    <a:lnTo>
                      <a:pt x="71" y="19"/>
                    </a:lnTo>
                    <a:lnTo>
                      <a:pt x="71" y="19"/>
                    </a:lnTo>
                    <a:lnTo>
                      <a:pt x="71" y="19"/>
                    </a:lnTo>
                    <a:lnTo>
                      <a:pt x="71" y="17"/>
                    </a:lnTo>
                    <a:lnTo>
                      <a:pt x="71" y="17"/>
                    </a:lnTo>
                    <a:lnTo>
                      <a:pt x="71" y="15"/>
                    </a:lnTo>
                    <a:lnTo>
                      <a:pt x="71" y="15"/>
                    </a:lnTo>
                    <a:lnTo>
                      <a:pt x="71" y="15"/>
                    </a:lnTo>
                    <a:lnTo>
                      <a:pt x="71" y="12"/>
                    </a:lnTo>
                    <a:lnTo>
                      <a:pt x="71" y="12"/>
                    </a:lnTo>
                    <a:lnTo>
                      <a:pt x="71" y="10"/>
                    </a:lnTo>
                    <a:lnTo>
                      <a:pt x="71" y="10"/>
                    </a:lnTo>
                    <a:lnTo>
                      <a:pt x="71" y="10"/>
                    </a:lnTo>
                    <a:lnTo>
                      <a:pt x="69" y="10"/>
                    </a:lnTo>
                    <a:lnTo>
                      <a:pt x="69" y="10"/>
                    </a:lnTo>
                    <a:lnTo>
                      <a:pt x="69" y="8"/>
                    </a:lnTo>
                    <a:lnTo>
                      <a:pt x="69" y="8"/>
                    </a:lnTo>
                    <a:lnTo>
                      <a:pt x="69" y="8"/>
                    </a:lnTo>
                    <a:lnTo>
                      <a:pt x="69" y="5"/>
                    </a:lnTo>
                    <a:lnTo>
                      <a:pt x="69" y="5"/>
                    </a:lnTo>
                    <a:lnTo>
                      <a:pt x="69" y="3"/>
                    </a:lnTo>
                    <a:lnTo>
                      <a:pt x="69" y="3"/>
                    </a:lnTo>
                    <a:lnTo>
                      <a:pt x="71" y="3"/>
                    </a:lnTo>
                    <a:lnTo>
                      <a:pt x="71" y="3"/>
                    </a:lnTo>
                    <a:lnTo>
                      <a:pt x="71" y="3"/>
                    </a:lnTo>
                    <a:lnTo>
                      <a:pt x="74" y="3"/>
                    </a:lnTo>
                    <a:lnTo>
                      <a:pt x="74" y="3"/>
                    </a:lnTo>
                    <a:lnTo>
                      <a:pt x="76" y="3"/>
                    </a:lnTo>
                    <a:lnTo>
                      <a:pt x="76" y="3"/>
                    </a:lnTo>
                    <a:lnTo>
                      <a:pt x="76" y="5"/>
                    </a:lnTo>
                    <a:lnTo>
                      <a:pt x="76" y="5"/>
                    </a:lnTo>
                    <a:lnTo>
                      <a:pt x="79" y="5"/>
                    </a:lnTo>
                    <a:lnTo>
                      <a:pt x="79" y="5"/>
                    </a:lnTo>
                    <a:lnTo>
                      <a:pt x="79" y="8"/>
                    </a:lnTo>
                    <a:lnTo>
                      <a:pt x="79" y="8"/>
                    </a:lnTo>
                    <a:lnTo>
                      <a:pt x="79" y="8"/>
                    </a:lnTo>
                    <a:lnTo>
                      <a:pt x="81" y="8"/>
                    </a:lnTo>
                    <a:lnTo>
                      <a:pt x="81" y="5"/>
                    </a:lnTo>
                    <a:lnTo>
                      <a:pt x="79" y="5"/>
                    </a:lnTo>
                    <a:lnTo>
                      <a:pt x="79" y="5"/>
                    </a:lnTo>
                    <a:lnTo>
                      <a:pt x="79" y="5"/>
                    </a:lnTo>
                    <a:lnTo>
                      <a:pt x="79" y="3"/>
                    </a:lnTo>
                    <a:lnTo>
                      <a:pt x="79" y="3"/>
                    </a:lnTo>
                    <a:lnTo>
                      <a:pt x="81" y="3"/>
                    </a:lnTo>
                    <a:lnTo>
                      <a:pt x="81" y="3"/>
                    </a:lnTo>
                    <a:lnTo>
                      <a:pt x="81" y="3"/>
                    </a:lnTo>
                    <a:lnTo>
                      <a:pt x="81" y="0"/>
                    </a:lnTo>
                    <a:lnTo>
                      <a:pt x="83" y="0"/>
                    </a:lnTo>
                    <a:lnTo>
                      <a:pt x="8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5" name="Freeform 73"/>
              <p:cNvSpPr>
                <a:spLocks/>
              </p:cNvSpPr>
              <p:nvPr/>
            </p:nvSpPr>
            <p:spPr bwMode="auto">
              <a:xfrm>
                <a:off x="3854" y="2820"/>
                <a:ext cx="222" cy="208"/>
              </a:xfrm>
              <a:custGeom>
                <a:avLst/>
                <a:gdLst/>
                <a:ahLst/>
                <a:cxnLst>
                  <a:cxn ang="0">
                    <a:pos x="146" y="132"/>
                  </a:cxn>
                  <a:cxn ang="0">
                    <a:pos x="158" y="139"/>
                  </a:cxn>
                  <a:cxn ang="0">
                    <a:pos x="163" y="154"/>
                  </a:cxn>
                  <a:cxn ang="0">
                    <a:pos x="170" y="165"/>
                  </a:cxn>
                  <a:cxn ang="0">
                    <a:pos x="182" y="163"/>
                  </a:cxn>
                  <a:cxn ang="0">
                    <a:pos x="184" y="175"/>
                  </a:cxn>
                  <a:cxn ang="0">
                    <a:pos x="198" y="180"/>
                  </a:cxn>
                  <a:cxn ang="0">
                    <a:pos x="194" y="187"/>
                  </a:cxn>
                  <a:cxn ang="0">
                    <a:pos x="205" y="194"/>
                  </a:cxn>
                  <a:cxn ang="0">
                    <a:pos x="217" y="196"/>
                  </a:cxn>
                  <a:cxn ang="0">
                    <a:pos x="208" y="199"/>
                  </a:cxn>
                  <a:cxn ang="0">
                    <a:pos x="220" y="203"/>
                  </a:cxn>
                  <a:cxn ang="0">
                    <a:pos x="215" y="206"/>
                  </a:cxn>
                  <a:cxn ang="0">
                    <a:pos x="205" y="208"/>
                  </a:cxn>
                  <a:cxn ang="0">
                    <a:pos x="194" y="201"/>
                  </a:cxn>
                  <a:cxn ang="0">
                    <a:pos x="182" y="196"/>
                  </a:cxn>
                  <a:cxn ang="0">
                    <a:pos x="170" y="194"/>
                  </a:cxn>
                  <a:cxn ang="0">
                    <a:pos x="153" y="194"/>
                  </a:cxn>
                  <a:cxn ang="0">
                    <a:pos x="144" y="187"/>
                  </a:cxn>
                  <a:cxn ang="0">
                    <a:pos x="137" y="177"/>
                  </a:cxn>
                  <a:cxn ang="0">
                    <a:pos x="130" y="168"/>
                  </a:cxn>
                  <a:cxn ang="0">
                    <a:pos x="123" y="156"/>
                  </a:cxn>
                  <a:cxn ang="0">
                    <a:pos x="116" y="144"/>
                  </a:cxn>
                  <a:cxn ang="0">
                    <a:pos x="104" y="137"/>
                  </a:cxn>
                  <a:cxn ang="0">
                    <a:pos x="92" y="135"/>
                  </a:cxn>
                  <a:cxn ang="0">
                    <a:pos x="80" y="132"/>
                  </a:cxn>
                  <a:cxn ang="0">
                    <a:pos x="71" y="132"/>
                  </a:cxn>
                  <a:cxn ang="0">
                    <a:pos x="63" y="139"/>
                  </a:cxn>
                  <a:cxn ang="0">
                    <a:pos x="59" y="146"/>
                  </a:cxn>
                  <a:cxn ang="0">
                    <a:pos x="63" y="151"/>
                  </a:cxn>
                  <a:cxn ang="0">
                    <a:pos x="59" y="156"/>
                  </a:cxn>
                  <a:cxn ang="0">
                    <a:pos x="54" y="165"/>
                  </a:cxn>
                  <a:cxn ang="0">
                    <a:pos x="44" y="168"/>
                  </a:cxn>
                  <a:cxn ang="0">
                    <a:pos x="33" y="170"/>
                  </a:cxn>
                  <a:cxn ang="0">
                    <a:pos x="18" y="170"/>
                  </a:cxn>
                  <a:cxn ang="0">
                    <a:pos x="4" y="168"/>
                  </a:cxn>
                  <a:cxn ang="0">
                    <a:pos x="4" y="149"/>
                  </a:cxn>
                  <a:cxn ang="0">
                    <a:pos x="4" y="130"/>
                  </a:cxn>
                  <a:cxn ang="0">
                    <a:pos x="4" y="111"/>
                  </a:cxn>
                  <a:cxn ang="0">
                    <a:pos x="4" y="97"/>
                  </a:cxn>
                  <a:cxn ang="0">
                    <a:pos x="4" y="78"/>
                  </a:cxn>
                  <a:cxn ang="0">
                    <a:pos x="4" y="56"/>
                  </a:cxn>
                  <a:cxn ang="0">
                    <a:pos x="4" y="37"/>
                  </a:cxn>
                  <a:cxn ang="0">
                    <a:pos x="4" y="16"/>
                  </a:cxn>
                  <a:cxn ang="0">
                    <a:pos x="7" y="0"/>
                  </a:cxn>
                  <a:cxn ang="0">
                    <a:pos x="18" y="7"/>
                  </a:cxn>
                  <a:cxn ang="0">
                    <a:pos x="30" y="14"/>
                  </a:cxn>
                  <a:cxn ang="0">
                    <a:pos x="42" y="16"/>
                  </a:cxn>
                  <a:cxn ang="0">
                    <a:pos x="56" y="21"/>
                  </a:cxn>
                  <a:cxn ang="0">
                    <a:pos x="61" y="26"/>
                  </a:cxn>
                  <a:cxn ang="0">
                    <a:pos x="71" y="30"/>
                  </a:cxn>
                  <a:cxn ang="0">
                    <a:pos x="80" y="37"/>
                  </a:cxn>
                  <a:cxn ang="0">
                    <a:pos x="92" y="45"/>
                  </a:cxn>
                  <a:cxn ang="0">
                    <a:pos x="104" y="52"/>
                  </a:cxn>
                  <a:cxn ang="0">
                    <a:pos x="108" y="64"/>
                  </a:cxn>
                  <a:cxn ang="0">
                    <a:pos x="113" y="73"/>
                  </a:cxn>
                  <a:cxn ang="0">
                    <a:pos x="125" y="80"/>
                  </a:cxn>
                  <a:cxn ang="0">
                    <a:pos x="137" y="85"/>
                  </a:cxn>
                  <a:cxn ang="0">
                    <a:pos x="146" y="90"/>
                  </a:cxn>
                  <a:cxn ang="0">
                    <a:pos x="151" y="104"/>
                  </a:cxn>
                  <a:cxn ang="0">
                    <a:pos x="137" y="106"/>
                  </a:cxn>
                  <a:cxn ang="0">
                    <a:pos x="134" y="116"/>
                  </a:cxn>
                </a:cxnLst>
                <a:rect l="0" t="0" r="r" b="b"/>
                <a:pathLst>
                  <a:path w="222" h="208">
                    <a:moveTo>
                      <a:pt x="139" y="125"/>
                    </a:moveTo>
                    <a:lnTo>
                      <a:pt x="139" y="125"/>
                    </a:lnTo>
                    <a:lnTo>
                      <a:pt x="142" y="125"/>
                    </a:lnTo>
                    <a:lnTo>
                      <a:pt x="142" y="125"/>
                    </a:lnTo>
                    <a:lnTo>
                      <a:pt x="142" y="125"/>
                    </a:lnTo>
                    <a:lnTo>
                      <a:pt x="144" y="125"/>
                    </a:lnTo>
                    <a:lnTo>
                      <a:pt x="144" y="127"/>
                    </a:lnTo>
                    <a:lnTo>
                      <a:pt x="144" y="127"/>
                    </a:lnTo>
                    <a:lnTo>
                      <a:pt x="144" y="127"/>
                    </a:lnTo>
                    <a:lnTo>
                      <a:pt x="144" y="127"/>
                    </a:lnTo>
                    <a:lnTo>
                      <a:pt x="144" y="130"/>
                    </a:lnTo>
                    <a:lnTo>
                      <a:pt x="146" y="130"/>
                    </a:lnTo>
                    <a:lnTo>
                      <a:pt x="146" y="130"/>
                    </a:lnTo>
                    <a:lnTo>
                      <a:pt x="146" y="130"/>
                    </a:lnTo>
                    <a:lnTo>
                      <a:pt x="146" y="130"/>
                    </a:lnTo>
                    <a:lnTo>
                      <a:pt x="146" y="130"/>
                    </a:lnTo>
                    <a:lnTo>
                      <a:pt x="146" y="130"/>
                    </a:lnTo>
                    <a:lnTo>
                      <a:pt x="146" y="132"/>
                    </a:lnTo>
                    <a:lnTo>
                      <a:pt x="146" y="132"/>
                    </a:lnTo>
                    <a:lnTo>
                      <a:pt x="149" y="132"/>
                    </a:lnTo>
                    <a:lnTo>
                      <a:pt x="149" y="135"/>
                    </a:lnTo>
                    <a:lnTo>
                      <a:pt x="149" y="135"/>
                    </a:lnTo>
                    <a:lnTo>
                      <a:pt x="149" y="135"/>
                    </a:lnTo>
                    <a:lnTo>
                      <a:pt x="149" y="135"/>
                    </a:lnTo>
                    <a:lnTo>
                      <a:pt x="151" y="135"/>
                    </a:lnTo>
                    <a:lnTo>
                      <a:pt x="151" y="135"/>
                    </a:lnTo>
                    <a:lnTo>
                      <a:pt x="151" y="135"/>
                    </a:lnTo>
                    <a:lnTo>
                      <a:pt x="153" y="135"/>
                    </a:lnTo>
                    <a:lnTo>
                      <a:pt x="153" y="137"/>
                    </a:lnTo>
                    <a:lnTo>
                      <a:pt x="153" y="137"/>
                    </a:lnTo>
                    <a:lnTo>
                      <a:pt x="153" y="137"/>
                    </a:lnTo>
                    <a:lnTo>
                      <a:pt x="153" y="137"/>
                    </a:lnTo>
                    <a:lnTo>
                      <a:pt x="153" y="139"/>
                    </a:lnTo>
                    <a:lnTo>
                      <a:pt x="156" y="139"/>
                    </a:lnTo>
                    <a:lnTo>
                      <a:pt x="156" y="139"/>
                    </a:lnTo>
                    <a:lnTo>
                      <a:pt x="158" y="139"/>
                    </a:lnTo>
                    <a:lnTo>
                      <a:pt x="158" y="139"/>
                    </a:lnTo>
                    <a:lnTo>
                      <a:pt x="158" y="139"/>
                    </a:lnTo>
                    <a:lnTo>
                      <a:pt x="158" y="142"/>
                    </a:lnTo>
                    <a:lnTo>
                      <a:pt x="158" y="142"/>
                    </a:lnTo>
                    <a:lnTo>
                      <a:pt x="158" y="144"/>
                    </a:lnTo>
                    <a:lnTo>
                      <a:pt x="158" y="144"/>
                    </a:lnTo>
                    <a:lnTo>
                      <a:pt x="158" y="144"/>
                    </a:lnTo>
                    <a:lnTo>
                      <a:pt x="158" y="146"/>
                    </a:lnTo>
                    <a:lnTo>
                      <a:pt x="160" y="146"/>
                    </a:lnTo>
                    <a:lnTo>
                      <a:pt x="160" y="146"/>
                    </a:lnTo>
                    <a:lnTo>
                      <a:pt x="160" y="146"/>
                    </a:lnTo>
                    <a:lnTo>
                      <a:pt x="160" y="149"/>
                    </a:lnTo>
                    <a:lnTo>
                      <a:pt x="160" y="149"/>
                    </a:lnTo>
                    <a:lnTo>
                      <a:pt x="160" y="151"/>
                    </a:lnTo>
                    <a:lnTo>
                      <a:pt x="160" y="151"/>
                    </a:lnTo>
                    <a:lnTo>
                      <a:pt x="160" y="154"/>
                    </a:lnTo>
                    <a:lnTo>
                      <a:pt x="160" y="154"/>
                    </a:lnTo>
                    <a:lnTo>
                      <a:pt x="163" y="154"/>
                    </a:lnTo>
                    <a:lnTo>
                      <a:pt x="163" y="154"/>
                    </a:lnTo>
                    <a:lnTo>
                      <a:pt x="163" y="154"/>
                    </a:lnTo>
                    <a:lnTo>
                      <a:pt x="163" y="154"/>
                    </a:lnTo>
                    <a:lnTo>
                      <a:pt x="163" y="156"/>
                    </a:lnTo>
                    <a:lnTo>
                      <a:pt x="165" y="156"/>
                    </a:lnTo>
                    <a:lnTo>
                      <a:pt x="165" y="156"/>
                    </a:lnTo>
                    <a:lnTo>
                      <a:pt x="165" y="156"/>
                    </a:lnTo>
                    <a:lnTo>
                      <a:pt x="165" y="156"/>
                    </a:lnTo>
                    <a:lnTo>
                      <a:pt x="165" y="158"/>
                    </a:lnTo>
                    <a:lnTo>
                      <a:pt x="165" y="158"/>
                    </a:lnTo>
                    <a:lnTo>
                      <a:pt x="165" y="161"/>
                    </a:lnTo>
                    <a:lnTo>
                      <a:pt x="165" y="161"/>
                    </a:lnTo>
                    <a:lnTo>
                      <a:pt x="165" y="161"/>
                    </a:lnTo>
                    <a:lnTo>
                      <a:pt x="165" y="163"/>
                    </a:lnTo>
                    <a:lnTo>
                      <a:pt x="165" y="163"/>
                    </a:lnTo>
                    <a:lnTo>
                      <a:pt x="168" y="163"/>
                    </a:lnTo>
                    <a:lnTo>
                      <a:pt x="168" y="165"/>
                    </a:lnTo>
                    <a:lnTo>
                      <a:pt x="168" y="165"/>
                    </a:lnTo>
                    <a:lnTo>
                      <a:pt x="168" y="165"/>
                    </a:lnTo>
                    <a:lnTo>
                      <a:pt x="170" y="165"/>
                    </a:lnTo>
                    <a:lnTo>
                      <a:pt x="170" y="165"/>
                    </a:lnTo>
                    <a:lnTo>
                      <a:pt x="170" y="165"/>
                    </a:lnTo>
                    <a:lnTo>
                      <a:pt x="172" y="165"/>
                    </a:lnTo>
                    <a:lnTo>
                      <a:pt x="172" y="165"/>
                    </a:lnTo>
                    <a:lnTo>
                      <a:pt x="172" y="165"/>
                    </a:lnTo>
                    <a:lnTo>
                      <a:pt x="172" y="165"/>
                    </a:lnTo>
                    <a:lnTo>
                      <a:pt x="175" y="165"/>
                    </a:lnTo>
                    <a:lnTo>
                      <a:pt x="175" y="165"/>
                    </a:lnTo>
                    <a:lnTo>
                      <a:pt x="177" y="165"/>
                    </a:lnTo>
                    <a:lnTo>
                      <a:pt x="177" y="165"/>
                    </a:lnTo>
                    <a:lnTo>
                      <a:pt x="177" y="163"/>
                    </a:lnTo>
                    <a:lnTo>
                      <a:pt x="177" y="163"/>
                    </a:lnTo>
                    <a:lnTo>
                      <a:pt x="179" y="163"/>
                    </a:lnTo>
                    <a:lnTo>
                      <a:pt x="179" y="163"/>
                    </a:lnTo>
                    <a:lnTo>
                      <a:pt x="179" y="163"/>
                    </a:lnTo>
                    <a:lnTo>
                      <a:pt x="179" y="163"/>
                    </a:lnTo>
                    <a:lnTo>
                      <a:pt x="179" y="163"/>
                    </a:lnTo>
                    <a:lnTo>
                      <a:pt x="179" y="163"/>
                    </a:lnTo>
                    <a:lnTo>
                      <a:pt x="182" y="163"/>
                    </a:lnTo>
                    <a:lnTo>
                      <a:pt x="182" y="163"/>
                    </a:lnTo>
                    <a:lnTo>
                      <a:pt x="182" y="163"/>
                    </a:lnTo>
                    <a:lnTo>
                      <a:pt x="184" y="163"/>
                    </a:lnTo>
                    <a:lnTo>
                      <a:pt x="184" y="165"/>
                    </a:lnTo>
                    <a:lnTo>
                      <a:pt x="184" y="165"/>
                    </a:lnTo>
                    <a:lnTo>
                      <a:pt x="184" y="165"/>
                    </a:lnTo>
                    <a:lnTo>
                      <a:pt x="184" y="168"/>
                    </a:lnTo>
                    <a:lnTo>
                      <a:pt x="184" y="168"/>
                    </a:lnTo>
                    <a:lnTo>
                      <a:pt x="182" y="168"/>
                    </a:lnTo>
                    <a:lnTo>
                      <a:pt x="182" y="168"/>
                    </a:lnTo>
                    <a:lnTo>
                      <a:pt x="182" y="170"/>
                    </a:lnTo>
                    <a:lnTo>
                      <a:pt x="182" y="170"/>
                    </a:lnTo>
                    <a:lnTo>
                      <a:pt x="182" y="173"/>
                    </a:lnTo>
                    <a:lnTo>
                      <a:pt x="179" y="173"/>
                    </a:lnTo>
                    <a:lnTo>
                      <a:pt x="179" y="173"/>
                    </a:lnTo>
                    <a:lnTo>
                      <a:pt x="179" y="175"/>
                    </a:lnTo>
                    <a:lnTo>
                      <a:pt x="179" y="175"/>
                    </a:lnTo>
                    <a:lnTo>
                      <a:pt x="182" y="175"/>
                    </a:lnTo>
                    <a:lnTo>
                      <a:pt x="182" y="175"/>
                    </a:lnTo>
                    <a:lnTo>
                      <a:pt x="182" y="175"/>
                    </a:lnTo>
                    <a:lnTo>
                      <a:pt x="184" y="175"/>
                    </a:lnTo>
                    <a:lnTo>
                      <a:pt x="184" y="175"/>
                    </a:lnTo>
                    <a:lnTo>
                      <a:pt x="184" y="177"/>
                    </a:lnTo>
                    <a:lnTo>
                      <a:pt x="184" y="177"/>
                    </a:lnTo>
                    <a:lnTo>
                      <a:pt x="187" y="177"/>
                    </a:lnTo>
                    <a:lnTo>
                      <a:pt x="187" y="177"/>
                    </a:lnTo>
                    <a:lnTo>
                      <a:pt x="187" y="177"/>
                    </a:lnTo>
                    <a:lnTo>
                      <a:pt x="187" y="177"/>
                    </a:lnTo>
                    <a:lnTo>
                      <a:pt x="189" y="177"/>
                    </a:lnTo>
                    <a:lnTo>
                      <a:pt x="189" y="177"/>
                    </a:lnTo>
                    <a:lnTo>
                      <a:pt x="191" y="177"/>
                    </a:lnTo>
                    <a:lnTo>
                      <a:pt x="191" y="177"/>
                    </a:lnTo>
                    <a:lnTo>
                      <a:pt x="191" y="177"/>
                    </a:lnTo>
                    <a:lnTo>
                      <a:pt x="194" y="177"/>
                    </a:lnTo>
                    <a:lnTo>
                      <a:pt x="194" y="177"/>
                    </a:lnTo>
                    <a:lnTo>
                      <a:pt x="196" y="177"/>
                    </a:lnTo>
                    <a:lnTo>
                      <a:pt x="196" y="180"/>
                    </a:lnTo>
                    <a:lnTo>
                      <a:pt x="196" y="180"/>
                    </a:lnTo>
                    <a:lnTo>
                      <a:pt x="196" y="180"/>
                    </a:lnTo>
                    <a:lnTo>
                      <a:pt x="198" y="180"/>
                    </a:lnTo>
                    <a:lnTo>
                      <a:pt x="198" y="180"/>
                    </a:lnTo>
                    <a:lnTo>
                      <a:pt x="198" y="180"/>
                    </a:lnTo>
                    <a:lnTo>
                      <a:pt x="198" y="180"/>
                    </a:lnTo>
                    <a:lnTo>
                      <a:pt x="198" y="182"/>
                    </a:lnTo>
                    <a:lnTo>
                      <a:pt x="198" y="182"/>
                    </a:lnTo>
                    <a:lnTo>
                      <a:pt x="198" y="182"/>
                    </a:lnTo>
                    <a:lnTo>
                      <a:pt x="198" y="182"/>
                    </a:lnTo>
                    <a:lnTo>
                      <a:pt x="198" y="184"/>
                    </a:lnTo>
                    <a:lnTo>
                      <a:pt x="196" y="184"/>
                    </a:lnTo>
                    <a:lnTo>
                      <a:pt x="196" y="184"/>
                    </a:lnTo>
                    <a:lnTo>
                      <a:pt x="196" y="184"/>
                    </a:lnTo>
                    <a:lnTo>
                      <a:pt x="194" y="184"/>
                    </a:lnTo>
                    <a:lnTo>
                      <a:pt x="194" y="184"/>
                    </a:lnTo>
                    <a:lnTo>
                      <a:pt x="194" y="184"/>
                    </a:lnTo>
                    <a:lnTo>
                      <a:pt x="191" y="184"/>
                    </a:lnTo>
                    <a:lnTo>
                      <a:pt x="191" y="184"/>
                    </a:lnTo>
                    <a:lnTo>
                      <a:pt x="194" y="184"/>
                    </a:lnTo>
                    <a:lnTo>
                      <a:pt x="194" y="184"/>
                    </a:lnTo>
                    <a:lnTo>
                      <a:pt x="194" y="187"/>
                    </a:lnTo>
                    <a:lnTo>
                      <a:pt x="194" y="187"/>
                    </a:lnTo>
                    <a:lnTo>
                      <a:pt x="196" y="187"/>
                    </a:lnTo>
                    <a:lnTo>
                      <a:pt x="196" y="189"/>
                    </a:lnTo>
                    <a:lnTo>
                      <a:pt x="196" y="189"/>
                    </a:lnTo>
                    <a:lnTo>
                      <a:pt x="196" y="189"/>
                    </a:lnTo>
                    <a:lnTo>
                      <a:pt x="196" y="189"/>
                    </a:lnTo>
                    <a:lnTo>
                      <a:pt x="198" y="189"/>
                    </a:lnTo>
                    <a:lnTo>
                      <a:pt x="198" y="189"/>
                    </a:lnTo>
                    <a:lnTo>
                      <a:pt x="198" y="189"/>
                    </a:lnTo>
                    <a:lnTo>
                      <a:pt x="198" y="191"/>
                    </a:lnTo>
                    <a:lnTo>
                      <a:pt x="201" y="191"/>
                    </a:lnTo>
                    <a:lnTo>
                      <a:pt x="201" y="191"/>
                    </a:lnTo>
                    <a:lnTo>
                      <a:pt x="203" y="191"/>
                    </a:lnTo>
                    <a:lnTo>
                      <a:pt x="203" y="191"/>
                    </a:lnTo>
                    <a:lnTo>
                      <a:pt x="203" y="191"/>
                    </a:lnTo>
                    <a:lnTo>
                      <a:pt x="203" y="191"/>
                    </a:lnTo>
                    <a:lnTo>
                      <a:pt x="203" y="194"/>
                    </a:lnTo>
                    <a:lnTo>
                      <a:pt x="205" y="194"/>
                    </a:lnTo>
                    <a:lnTo>
                      <a:pt x="205" y="194"/>
                    </a:lnTo>
                    <a:lnTo>
                      <a:pt x="205" y="194"/>
                    </a:lnTo>
                    <a:lnTo>
                      <a:pt x="208" y="194"/>
                    </a:lnTo>
                    <a:lnTo>
                      <a:pt x="208" y="194"/>
                    </a:lnTo>
                    <a:lnTo>
                      <a:pt x="210" y="194"/>
                    </a:lnTo>
                    <a:lnTo>
                      <a:pt x="210" y="194"/>
                    </a:lnTo>
                    <a:lnTo>
                      <a:pt x="210" y="194"/>
                    </a:lnTo>
                    <a:lnTo>
                      <a:pt x="210" y="194"/>
                    </a:lnTo>
                    <a:lnTo>
                      <a:pt x="210" y="194"/>
                    </a:lnTo>
                    <a:lnTo>
                      <a:pt x="213" y="194"/>
                    </a:lnTo>
                    <a:lnTo>
                      <a:pt x="213" y="194"/>
                    </a:lnTo>
                    <a:lnTo>
                      <a:pt x="213" y="194"/>
                    </a:lnTo>
                    <a:lnTo>
                      <a:pt x="215" y="194"/>
                    </a:lnTo>
                    <a:lnTo>
                      <a:pt x="215" y="194"/>
                    </a:lnTo>
                    <a:lnTo>
                      <a:pt x="215" y="194"/>
                    </a:lnTo>
                    <a:lnTo>
                      <a:pt x="217" y="194"/>
                    </a:lnTo>
                    <a:lnTo>
                      <a:pt x="217" y="194"/>
                    </a:lnTo>
                    <a:lnTo>
                      <a:pt x="217" y="194"/>
                    </a:lnTo>
                    <a:lnTo>
                      <a:pt x="217" y="194"/>
                    </a:lnTo>
                    <a:lnTo>
                      <a:pt x="217" y="196"/>
                    </a:lnTo>
                    <a:lnTo>
                      <a:pt x="215" y="196"/>
                    </a:lnTo>
                    <a:lnTo>
                      <a:pt x="215" y="196"/>
                    </a:lnTo>
                    <a:lnTo>
                      <a:pt x="215" y="196"/>
                    </a:lnTo>
                    <a:lnTo>
                      <a:pt x="213" y="196"/>
                    </a:lnTo>
                    <a:lnTo>
                      <a:pt x="213" y="196"/>
                    </a:lnTo>
                    <a:lnTo>
                      <a:pt x="213" y="196"/>
                    </a:lnTo>
                    <a:lnTo>
                      <a:pt x="213" y="199"/>
                    </a:lnTo>
                    <a:lnTo>
                      <a:pt x="210" y="199"/>
                    </a:lnTo>
                    <a:lnTo>
                      <a:pt x="210" y="199"/>
                    </a:lnTo>
                    <a:lnTo>
                      <a:pt x="210" y="199"/>
                    </a:lnTo>
                    <a:lnTo>
                      <a:pt x="208" y="199"/>
                    </a:lnTo>
                    <a:lnTo>
                      <a:pt x="208" y="196"/>
                    </a:lnTo>
                    <a:lnTo>
                      <a:pt x="208" y="196"/>
                    </a:lnTo>
                    <a:lnTo>
                      <a:pt x="205" y="196"/>
                    </a:lnTo>
                    <a:lnTo>
                      <a:pt x="205" y="196"/>
                    </a:lnTo>
                    <a:lnTo>
                      <a:pt x="205" y="199"/>
                    </a:lnTo>
                    <a:lnTo>
                      <a:pt x="205" y="199"/>
                    </a:lnTo>
                    <a:lnTo>
                      <a:pt x="208" y="199"/>
                    </a:lnTo>
                    <a:lnTo>
                      <a:pt x="208" y="199"/>
                    </a:lnTo>
                    <a:lnTo>
                      <a:pt x="208" y="199"/>
                    </a:lnTo>
                    <a:lnTo>
                      <a:pt x="210" y="199"/>
                    </a:lnTo>
                    <a:lnTo>
                      <a:pt x="210" y="199"/>
                    </a:lnTo>
                    <a:lnTo>
                      <a:pt x="210" y="201"/>
                    </a:lnTo>
                    <a:lnTo>
                      <a:pt x="210" y="201"/>
                    </a:lnTo>
                    <a:lnTo>
                      <a:pt x="213" y="201"/>
                    </a:lnTo>
                    <a:lnTo>
                      <a:pt x="213" y="201"/>
                    </a:lnTo>
                    <a:lnTo>
                      <a:pt x="213" y="201"/>
                    </a:lnTo>
                    <a:lnTo>
                      <a:pt x="213" y="203"/>
                    </a:lnTo>
                    <a:lnTo>
                      <a:pt x="213" y="203"/>
                    </a:lnTo>
                    <a:lnTo>
                      <a:pt x="215" y="203"/>
                    </a:lnTo>
                    <a:lnTo>
                      <a:pt x="215" y="201"/>
                    </a:lnTo>
                    <a:lnTo>
                      <a:pt x="215" y="201"/>
                    </a:lnTo>
                    <a:lnTo>
                      <a:pt x="217" y="201"/>
                    </a:lnTo>
                    <a:lnTo>
                      <a:pt x="217" y="201"/>
                    </a:lnTo>
                    <a:lnTo>
                      <a:pt x="217" y="203"/>
                    </a:lnTo>
                    <a:lnTo>
                      <a:pt x="217" y="203"/>
                    </a:lnTo>
                    <a:lnTo>
                      <a:pt x="217" y="203"/>
                    </a:lnTo>
                    <a:lnTo>
                      <a:pt x="220" y="203"/>
                    </a:lnTo>
                    <a:lnTo>
                      <a:pt x="220" y="203"/>
                    </a:lnTo>
                    <a:lnTo>
                      <a:pt x="220" y="203"/>
                    </a:lnTo>
                    <a:lnTo>
                      <a:pt x="220" y="203"/>
                    </a:lnTo>
                    <a:lnTo>
                      <a:pt x="220" y="203"/>
                    </a:lnTo>
                    <a:lnTo>
                      <a:pt x="220" y="206"/>
                    </a:lnTo>
                    <a:lnTo>
                      <a:pt x="222" y="206"/>
                    </a:lnTo>
                    <a:lnTo>
                      <a:pt x="222" y="206"/>
                    </a:lnTo>
                    <a:lnTo>
                      <a:pt x="222" y="206"/>
                    </a:lnTo>
                    <a:lnTo>
                      <a:pt x="220" y="206"/>
                    </a:lnTo>
                    <a:lnTo>
                      <a:pt x="220" y="206"/>
                    </a:lnTo>
                    <a:lnTo>
                      <a:pt x="220" y="206"/>
                    </a:lnTo>
                    <a:lnTo>
                      <a:pt x="220" y="206"/>
                    </a:lnTo>
                    <a:lnTo>
                      <a:pt x="217" y="206"/>
                    </a:lnTo>
                    <a:lnTo>
                      <a:pt x="217" y="206"/>
                    </a:lnTo>
                    <a:lnTo>
                      <a:pt x="217" y="206"/>
                    </a:lnTo>
                    <a:lnTo>
                      <a:pt x="217" y="206"/>
                    </a:lnTo>
                    <a:lnTo>
                      <a:pt x="217" y="206"/>
                    </a:lnTo>
                    <a:lnTo>
                      <a:pt x="215" y="206"/>
                    </a:lnTo>
                    <a:lnTo>
                      <a:pt x="215" y="206"/>
                    </a:lnTo>
                    <a:lnTo>
                      <a:pt x="213" y="206"/>
                    </a:lnTo>
                    <a:lnTo>
                      <a:pt x="213" y="206"/>
                    </a:lnTo>
                    <a:lnTo>
                      <a:pt x="213" y="208"/>
                    </a:lnTo>
                    <a:lnTo>
                      <a:pt x="213" y="208"/>
                    </a:lnTo>
                    <a:lnTo>
                      <a:pt x="213" y="206"/>
                    </a:lnTo>
                    <a:lnTo>
                      <a:pt x="213" y="206"/>
                    </a:lnTo>
                    <a:lnTo>
                      <a:pt x="213" y="206"/>
                    </a:lnTo>
                    <a:lnTo>
                      <a:pt x="210" y="206"/>
                    </a:lnTo>
                    <a:lnTo>
                      <a:pt x="210" y="206"/>
                    </a:lnTo>
                    <a:lnTo>
                      <a:pt x="210" y="206"/>
                    </a:lnTo>
                    <a:lnTo>
                      <a:pt x="210" y="206"/>
                    </a:lnTo>
                    <a:lnTo>
                      <a:pt x="210" y="206"/>
                    </a:lnTo>
                    <a:lnTo>
                      <a:pt x="208" y="206"/>
                    </a:lnTo>
                    <a:lnTo>
                      <a:pt x="208" y="206"/>
                    </a:lnTo>
                    <a:lnTo>
                      <a:pt x="208" y="206"/>
                    </a:lnTo>
                    <a:lnTo>
                      <a:pt x="205" y="206"/>
                    </a:lnTo>
                    <a:lnTo>
                      <a:pt x="205" y="206"/>
                    </a:lnTo>
                    <a:lnTo>
                      <a:pt x="205" y="206"/>
                    </a:lnTo>
                    <a:lnTo>
                      <a:pt x="205" y="208"/>
                    </a:lnTo>
                    <a:lnTo>
                      <a:pt x="203" y="208"/>
                    </a:lnTo>
                    <a:lnTo>
                      <a:pt x="203" y="208"/>
                    </a:lnTo>
                    <a:lnTo>
                      <a:pt x="203" y="208"/>
                    </a:lnTo>
                    <a:lnTo>
                      <a:pt x="203" y="206"/>
                    </a:lnTo>
                    <a:lnTo>
                      <a:pt x="201" y="206"/>
                    </a:lnTo>
                    <a:lnTo>
                      <a:pt x="201" y="206"/>
                    </a:lnTo>
                    <a:lnTo>
                      <a:pt x="198" y="206"/>
                    </a:lnTo>
                    <a:lnTo>
                      <a:pt x="198" y="206"/>
                    </a:lnTo>
                    <a:lnTo>
                      <a:pt x="198" y="206"/>
                    </a:lnTo>
                    <a:lnTo>
                      <a:pt x="198" y="206"/>
                    </a:lnTo>
                    <a:lnTo>
                      <a:pt x="198" y="206"/>
                    </a:lnTo>
                    <a:lnTo>
                      <a:pt x="196" y="206"/>
                    </a:lnTo>
                    <a:lnTo>
                      <a:pt x="196" y="206"/>
                    </a:lnTo>
                    <a:lnTo>
                      <a:pt x="196" y="203"/>
                    </a:lnTo>
                    <a:lnTo>
                      <a:pt x="196" y="203"/>
                    </a:lnTo>
                    <a:lnTo>
                      <a:pt x="194" y="203"/>
                    </a:lnTo>
                    <a:lnTo>
                      <a:pt x="194" y="203"/>
                    </a:lnTo>
                    <a:lnTo>
                      <a:pt x="194" y="203"/>
                    </a:lnTo>
                    <a:lnTo>
                      <a:pt x="194" y="201"/>
                    </a:lnTo>
                    <a:lnTo>
                      <a:pt x="194" y="201"/>
                    </a:lnTo>
                    <a:lnTo>
                      <a:pt x="194" y="201"/>
                    </a:lnTo>
                    <a:lnTo>
                      <a:pt x="194" y="199"/>
                    </a:lnTo>
                    <a:lnTo>
                      <a:pt x="194" y="199"/>
                    </a:lnTo>
                    <a:lnTo>
                      <a:pt x="194" y="199"/>
                    </a:lnTo>
                    <a:lnTo>
                      <a:pt x="191" y="199"/>
                    </a:lnTo>
                    <a:lnTo>
                      <a:pt x="191" y="199"/>
                    </a:lnTo>
                    <a:lnTo>
                      <a:pt x="191" y="199"/>
                    </a:lnTo>
                    <a:lnTo>
                      <a:pt x="189" y="199"/>
                    </a:lnTo>
                    <a:lnTo>
                      <a:pt x="189" y="199"/>
                    </a:lnTo>
                    <a:lnTo>
                      <a:pt x="187" y="199"/>
                    </a:lnTo>
                    <a:lnTo>
                      <a:pt x="187" y="199"/>
                    </a:lnTo>
                    <a:lnTo>
                      <a:pt x="187" y="199"/>
                    </a:lnTo>
                    <a:lnTo>
                      <a:pt x="184" y="199"/>
                    </a:lnTo>
                    <a:lnTo>
                      <a:pt x="184" y="196"/>
                    </a:lnTo>
                    <a:lnTo>
                      <a:pt x="184" y="196"/>
                    </a:lnTo>
                    <a:lnTo>
                      <a:pt x="184" y="196"/>
                    </a:lnTo>
                    <a:lnTo>
                      <a:pt x="182" y="196"/>
                    </a:lnTo>
                    <a:lnTo>
                      <a:pt x="182" y="196"/>
                    </a:lnTo>
                    <a:lnTo>
                      <a:pt x="182" y="196"/>
                    </a:lnTo>
                    <a:lnTo>
                      <a:pt x="179" y="196"/>
                    </a:lnTo>
                    <a:lnTo>
                      <a:pt x="179" y="196"/>
                    </a:lnTo>
                    <a:lnTo>
                      <a:pt x="179" y="194"/>
                    </a:lnTo>
                    <a:lnTo>
                      <a:pt x="179" y="194"/>
                    </a:lnTo>
                    <a:lnTo>
                      <a:pt x="177" y="194"/>
                    </a:lnTo>
                    <a:lnTo>
                      <a:pt x="177" y="194"/>
                    </a:lnTo>
                    <a:lnTo>
                      <a:pt x="177" y="196"/>
                    </a:lnTo>
                    <a:lnTo>
                      <a:pt x="177" y="196"/>
                    </a:lnTo>
                    <a:lnTo>
                      <a:pt x="175" y="196"/>
                    </a:lnTo>
                    <a:lnTo>
                      <a:pt x="175" y="196"/>
                    </a:lnTo>
                    <a:lnTo>
                      <a:pt x="175" y="194"/>
                    </a:lnTo>
                    <a:lnTo>
                      <a:pt x="172" y="194"/>
                    </a:lnTo>
                    <a:lnTo>
                      <a:pt x="172" y="194"/>
                    </a:lnTo>
                    <a:lnTo>
                      <a:pt x="172" y="194"/>
                    </a:lnTo>
                    <a:lnTo>
                      <a:pt x="170" y="194"/>
                    </a:lnTo>
                    <a:lnTo>
                      <a:pt x="170" y="194"/>
                    </a:lnTo>
                    <a:lnTo>
                      <a:pt x="170" y="194"/>
                    </a:lnTo>
                    <a:lnTo>
                      <a:pt x="170" y="194"/>
                    </a:lnTo>
                    <a:lnTo>
                      <a:pt x="168" y="194"/>
                    </a:lnTo>
                    <a:lnTo>
                      <a:pt x="168" y="194"/>
                    </a:lnTo>
                    <a:lnTo>
                      <a:pt x="165" y="194"/>
                    </a:lnTo>
                    <a:lnTo>
                      <a:pt x="165" y="194"/>
                    </a:lnTo>
                    <a:lnTo>
                      <a:pt x="165" y="194"/>
                    </a:lnTo>
                    <a:lnTo>
                      <a:pt x="163" y="194"/>
                    </a:lnTo>
                    <a:lnTo>
                      <a:pt x="163" y="194"/>
                    </a:lnTo>
                    <a:lnTo>
                      <a:pt x="163" y="194"/>
                    </a:lnTo>
                    <a:lnTo>
                      <a:pt x="163" y="194"/>
                    </a:lnTo>
                    <a:lnTo>
                      <a:pt x="160" y="194"/>
                    </a:lnTo>
                    <a:lnTo>
                      <a:pt x="160" y="194"/>
                    </a:lnTo>
                    <a:lnTo>
                      <a:pt x="160" y="191"/>
                    </a:lnTo>
                    <a:lnTo>
                      <a:pt x="158" y="191"/>
                    </a:lnTo>
                    <a:lnTo>
                      <a:pt x="158" y="191"/>
                    </a:lnTo>
                    <a:lnTo>
                      <a:pt x="158" y="194"/>
                    </a:lnTo>
                    <a:lnTo>
                      <a:pt x="158" y="194"/>
                    </a:lnTo>
                    <a:lnTo>
                      <a:pt x="156" y="194"/>
                    </a:lnTo>
                    <a:lnTo>
                      <a:pt x="156" y="194"/>
                    </a:lnTo>
                    <a:lnTo>
                      <a:pt x="153" y="194"/>
                    </a:lnTo>
                    <a:lnTo>
                      <a:pt x="153" y="194"/>
                    </a:lnTo>
                    <a:lnTo>
                      <a:pt x="153" y="194"/>
                    </a:lnTo>
                    <a:lnTo>
                      <a:pt x="153" y="191"/>
                    </a:lnTo>
                    <a:lnTo>
                      <a:pt x="151" y="191"/>
                    </a:lnTo>
                    <a:lnTo>
                      <a:pt x="151" y="191"/>
                    </a:lnTo>
                    <a:lnTo>
                      <a:pt x="151" y="191"/>
                    </a:lnTo>
                    <a:lnTo>
                      <a:pt x="151" y="191"/>
                    </a:lnTo>
                    <a:lnTo>
                      <a:pt x="149" y="191"/>
                    </a:lnTo>
                    <a:lnTo>
                      <a:pt x="149" y="191"/>
                    </a:lnTo>
                    <a:lnTo>
                      <a:pt x="149" y="191"/>
                    </a:lnTo>
                    <a:lnTo>
                      <a:pt x="149" y="191"/>
                    </a:lnTo>
                    <a:lnTo>
                      <a:pt x="149" y="189"/>
                    </a:lnTo>
                    <a:lnTo>
                      <a:pt x="146" y="189"/>
                    </a:lnTo>
                    <a:lnTo>
                      <a:pt x="146" y="189"/>
                    </a:lnTo>
                    <a:lnTo>
                      <a:pt x="146" y="189"/>
                    </a:lnTo>
                    <a:lnTo>
                      <a:pt x="146" y="189"/>
                    </a:lnTo>
                    <a:lnTo>
                      <a:pt x="146" y="187"/>
                    </a:lnTo>
                    <a:lnTo>
                      <a:pt x="144" y="187"/>
                    </a:lnTo>
                    <a:lnTo>
                      <a:pt x="144" y="187"/>
                    </a:lnTo>
                    <a:lnTo>
                      <a:pt x="144" y="187"/>
                    </a:lnTo>
                    <a:lnTo>
                      <a:pt x="144" y="184"/>
                    </a:lnTo>
                    <a:lnTo>
                      <a:pt x="144" y="184"/>
                    </a:lnTo>
                    <a:lnTo>
                      <a:pt x="144" y="184"/>
                    </a:lnTo>
                    <a:lnTo>
                      <a:pt x="144" y="184"/>
                    </a:lnTo>
                    <a:lnTo>
                      <a:pt x="144" y="182"/>
                    </a:lnTo>
                    <a:lnTo>
                      <a:pt x="142" y="182"/>
                    </a:lnTo>
                    <a:lnTo>
                      <a:pt x="142" y="182"/>
                    </a:lnTo>
                    <a:lnTo>
                      <a:pt x="142" y="182"/>
                    </a:lnTo>
                    <a:lnTo>
                      <a:pt x="142" y="180"/>
                    </a:lnTo>
                    <a:lnTo>
                      <a:pt x="142" y="180"/>
                    </a:lnTo>
                    <a:lnTo>
                      <a:pt x="139" y="180"/>
                    </a:lnTo>
                    <a:lnTo>
                      <a:pt x="139" y="177"/>
                    </a:lnTo>
                    <a:lnTo>
                      <a:pt x="139" y="177"/>
                    </a:lnTo>
                    <a:lnTo>
                      <a:pt x="139" y="177"/>
                    </a:lnTo>
                    <a:lnTo>
                      <a:pt x="139" y="177"/>
                    </a:lnTo>
                    <a:lnTo>
                      <a:pt x="139" y="177"/>
                    </a:lnTo>
                    <a:lnTo>
                      <a:pt x="137" y="177"/>
                    </a:lnTo>
                    <a:lnTo>
                      <a:pt x="137" y="177"/>
                    </a:lnTo>
                    <a:lnTo>
                      <a:pt x="137" y="177"/>
                    </a:lnTo>
                    <a:lnTo>
                      <a:pt x="137" y="175"/>
                    </a:lnTo>
                    <a:lnTo>
                      <a:pt x="137" y="175"/>
                    </a:lnTo>
                    <a:lnTo>
                      <a:pt x="137" y="177"/>
                    </a:lnTo>
                    <a:lnTo>
                      <a:pt x="134" y="177"/>
                    </a:lnTo>
                    <a:lnTo>
                      <a:pt x="134" y="177"/>
                    </a:lnTo>
                    <a:lnTo>
                      <a:pt x="134" y="175"/>
                    </a:lnTo>
                    <a:lnTo>
                      <a:pt x="134" y="175"/>
                    </a:lnTo>
                    <a:lnTo>
                      <a:pt x="132" y="175"/>
                    </a:lnTo>
                    <a:lnTo>
                      <a:pt x="132" y="175"/>
                    </a:lnTo>
                    <a:lnTo>
                      <a:pt x="132" y="173"/>
                    </a:lnTo>
                    <a:lnTo>
                      <a:pt x="132" y="173"/>
                    </a:lnTo>
                    <a:lnTo>
                      <a:pt x="132" y="173"/>
                    </a:lnTo>
                    <a:lnTo>
                      <a:pt x="132" y="170"/>
                    </a:lnTo>
                    <a:lnTo>
                      <a:pt x="132" y="170"/>
                    </a:lnTo>
                    <a:lnTo>
                      <a:pt x="130" y="170"/>
                    </a:lnTo>
                    <a:lnTo>
                      <a:pt x="130" y="170"/>
                    </a:lnTo>
                    <a:lnTo>
                      <a:pt x="130" y="168"/>
                    </a:lnTo>
                    <a:lnTo>
                      <a:pt x="130" y="168"/>
                    </a:lnTo>
                    <a:lnTo>
                      <a:pt x="130" y="165"/>
                    </a:lnTo>
                    <a:lnTo>
                      <a:pt x="130" y="165"/>
                    </a:lnTo>
                    <a:lnTo>
                      <a:pt x="130" y="165"/>
                    </a:lnTo>
                    <a:lnTo>
                      <a:pt x="130" y="165"/>
                    </a:lnTo>
                    <a:lnTo>
                      <a:pt x="127" y="165"/>
                    </a:lnTo>
                    <a:lnTo>
                      <a:pt x="127" y="165"/>
                    </a:lnTo>
                    <a:lnTo>
                      <a:pt x="125" y="165"/>
                    </a:lnTo>
                    <a:lnTo>
                      <a:pt x="125" y="165"/>
                    </a:lnTo>
                    <a:lnTo>
                      <a:pt x="125" y="165"/>
                    </a:lnTo>
                    <a:lnTo>
                      <a:pt x="125" y="165"/>
                    </a:lnTo>
                    <a:lnTo>
                      <a:pt x="125" y="163"/>
                    </a:lnTo>
                    <a:lnTo>
                      <a:pt x="123" y="163"/>
                    </a:lnTo>
                    <a:lnTo>
                      <a:pt x="123" y="163"/>
                    </a:lnTo>
                    <a:lnTo>
                      <a:pt x="123" y="161"/>
                    </a:lnTo>
                    <a:lnTo>
                      <a:pt x="123" y="161"/>
                    </a:lnTo>
                    <a:lnTo>
                      <a:pt x="123" y="161"/>
                    </a:lnTo>
                    <a:lnTo>
                      <a:pt x="123" y="158"/>
                    </a:lnTo>
                    <a:lnTo>
                      <a:pt x="123" y="158"/>
                    </a:lnTo>
                    <a:lnTo>
                      <a:pt x="123" y="156"/>
                    </a:lnTo>
                    <a:lnTo>
                      <a:pt x="123" y="156"/>
                    </a:lnTo>
                    <a:lnTo>
                      <a:pt x="123" y="156"/>
                    </a:lnTo>
                    <a:lnTo>
                      <a:pt x="123" y="156"/>
                    </a:lnTo>
                    <a:lnTo>
                      <a:pt x="120" y="156"/>
                    </a:lnTo>
                    <a:lnTo>
                      <a:pt x="120" y="154"/>
                    </a:lnTo>
                    <a:lnTo>
                      <a:pt x="120" y="154"/>
                    </a:lnTo>
                    <a:lnTo>
                      <a:pt x="120" y="154"/>
                    </a:lnTo>
                    <a:lnTo>
                      <a:pt x="118" y="154"/>
                    </a:lnTo>
                    <a:lnTo>
                      <a:pt x="118" y="151"/>
                    </a:lnTo>
                    <a:lnTo>
                      <a:pt x="118" y="151"/>
                    </a:lnTo>
                    <a:lnTo>
                      <a:pt x="118" y="151"/>
                    </a:lnTo>
                    <a:lnTo>
                      <a:pt x="118" y="149"/>
                    </a:lnTo>
                    <a:lnTo>
                      <a:pt x="118" y="149"/>
                    </a:lnTo>
                    <a:lnTo>
                      <a:pt x="118" y="149"/>
                    </a:lnTo>
                    <a:lnTo>
                      <a:pt x="118" y="146"/>
                    </a:lnTo>
                    <a:lnTo>
                      <a:pt x="118" y="146"/>
                    </a:lnTo>
                    <a:lnTo>
                      <a:pt x="116" y="146"/>
                    </a:lnTo>
                    <a:lnTo>
                      <a:pt x="116" y="146"/>
                    </a:lnTo>
                    <a:lnTo>
                      <a:pt x="116" y="144"/>
                    </a:lnTo>
                    <a:lnTo>
                      <a:pt x="116" y="144"/>
                    </a:lnTo>
                    <a:lnTo>
                      <a:pt x="113" y="144"/>
                    </a:lnTo>
                    <a:lnTo>
                      <a:pt x="113" y="144"/>
                    </a:lnTo>
                    <a:lnTo>
                      <a:pt x="113" y="144"/>
                    </a:lnTo>
                    <a:lnTo>
                      <a:pt x="113" y="142"/>
                    </a:lnTo>
                    <a:lnTo>
                      <a:pt x="113" y="142"/>
                    </a:lnTo>
                    <a:lnTo>
                      <a:pt x="113" y="142"/>
                    </a:lnTo>
                    <a:lnTo>
                      <a:pt x="113" y="139"/>
                    </a:lnTo>
                    <a:lnTo>
                      <a:pt x="111" y="139"/>
                    </a:lnTo>
                    <a:lnTo>
                      <a:pt x="111" y="139"/>
                    </a:lnTo>
                    <a:lnTo>
                      <a:pt x="111" y="139"/>
                    </a:lnTo>
                    <a:lnTo>
                      <a:pt x="108" y="139"/>
                    </a:lnTo>
                    <a:lnTo>
                      <a:pt x="108" y="139"/>
                    </a:lnTo>
                    <a:lnTo>
                      <a:pt x="108" y="139"/>
                    </a:lnTo>
                    <a:lnTo>
                      <a:pt x="106" y="139"/>
                    </a:lnTo>
                    <a:lnTo>
                      <a:pt x="106" y="137"/>
                    </a:lnTo>
                    <a:lnTo>
                      <a:pt x="106" y="137"/>
                    </a:lnTo>
                    <a:lnTo>
                      <a:pt x="106" y="137"/>
                    </a:lnTo>
                    <a:lnTo>
                      <a:pt x="104" y="137"/>
                    </a:lnTo>
                    <a:lnTo>
                      <a:pt x="104" y="137"/>
                    </a:lnTo>
                    <a:lnTo>
                      <a:pt x="104" y="137"/>
                    </a:lnTo>
                    <a:lnTo>
                      <a:pt x="104" y="137"/>
                    </a:lnTo>
                    <a:lnTo>
                      <a:pt x="101" y="137"/>
                    </a:lnTo>
                    <a:lnTo>
                      <a:pt x="101" y="137"/>
                    </a:lnTo>
                    <a:lnTo>
                      <a:pt x="99" y="137"/>
                    </a:lnTo>
                    <a:lnTo>
                      <a:pt x="99" y="137"/>
                    </a:lnTo>
                    <a:lnTo>
                      <a:pt x="99" y="137"/>
                    </a:lnTo>
                    <a:lnTo>
                      <a:pt x="99" y="135"/>
                    </a:lnTo>
                    <a:lnTo>
                      <a:pt x="97" y="135"/>
                    </a:lnTo>
                    <a:lnTo>
                      <a:pt x="97" y="135"/>
                    </a:lnTo>
                    <a:lnTo>
                      <a:pt x="97" y="135"/>
                    </a:lnTo>
                    <a:lnTo>
                      <a:pt x="97" y="135"/>
                    </a:lnTo>
                    <a:lnTo>
                      <a:pt x="94" y="135"/>
                    </a:lnTo>
                    <a:lnTo>
                      <a:pt x="94" y="135"/>
                    </a:lnTo>
                    <a:lnTo>
                      <a:pt x="92" y="135"/>
                    </a:lnTo>
                    <a:lnTo>
                      <a:pt x="92" y="135"/>
                    </a:lnTo>
                    <a:lnTo>
                      <a:pt x="92" y="135"/>
                    </a:lnTo>
                    <a:lnTo>
                      <a:pt x="92" y="135"/>
                    </a:lnTo>
                    <a:lnTo>
                      <a:pt x="89" y="135"/>
                    </a:lnTo>
                    <a:lnTo>
                      <a:pt x="89" y="135"/>
                    </a:lnTo>
                    <a:lnTo>
                      <a:pt x="89" y="135"/>
                    </a:lnTo>
                    <a:lnTo>
                      <a:pt x="89" y="132"/>
                    </a:lnTo>
                    <a:lnTo>
                      <a:pt x="87" y="132"/>
                    </a:lnTo>
                    <a:lnTo>
                      <a:pt x="87" y="132"/>
                    </a:lnTo>
                    <a:lnTo>
                      <a:pt x="87" y="132"/>
                    </a:lnTo>
                    <a:lnTo>
                      <a:pt x="85" y="132"/>
                    </a:lnTo>
                    <a:lnTo>
                      <a:pt x="85" y="130"/>
                    </a:lnTo>
                    <a:lnTo>
                      <a:pt x="85" y="130"/>
                    </a:lnTo>
                    <a:lnTo>
                      <a:pt x="85" y="130"/>
                    </a:lnTo>
                    <a:lnTo>
                      <a:pt x="85" y="130"/>
                    </a:lnTo>
                    <a:lnTo>
                      <a:pt x="82" y="130"/>
                    </a:lnTo>
                    <a:lnTo>
                      <a:pt x="82" y="130"/>
                    </a:lnTo>
                    <a:lnTo>
                      <a:pt x="80" y="130"/>
                    </a:lnTo>
                    <a:lnTo>
                      <a:pt x="80" y="130"/>
                    </a:lnTo>
                    <a:lnTo>
                      <a:pt x="80" y="130"/>
                    </a:lnTo>
                    <a:lnTo>
                      <a:pt x="80" y="130"/>
                    </a:lnTo>
                    <a:lnTo>
                      <a:pt x="80" y="132"/>
                    </a:lnTo>
                    <a:lnTo>
                      <a:pt x="80" y="132"/>
                    </a:lnTo>
                    <a:lnTo>
                      <a:pt x="80" y="132"/>
                    </a:lnTo>
                    <a:lnTo>
                      <a:pt x="80" y="135"/>
                    </a:lnTo>
                    <a:lnTo>
                      <a:pt x="80" y="135"/>
                    </a:lnTo>
                    <a:lnTo>
                      <a:pt x="78" y="135"/>
                    </a:lnTo>
                    <a:lnTo>
                      <a:pt x="78" y="132"/>
                    </a:lnTo>
                    <a:lnTo>
                      <a:pt x="78" y="132"/>
                    </a:lnTo>
                    <a:lnTo>
                      <a:pt x="78" y="132"/>
                    </a:lnTo>
                    <a:lnTo>
                      <a:pt x="75" y="132"/>
                    </a:lnTo>
                    <a:lnTo>
                      <a:pt x="75" y="132"/>
                    </a:lnTo>
                    <a:lnTo>
                      <a:pt x="75" y="132"/>
                    </a:lnTo>
                    <a:lnTo>
                      <a:pt x="75" y="132"/>
                    </a:lnTo>
                    <a:lnTo>
                      <a:pt x="75" y="135"/>
                    </a:lnTo>
                    <a:lnTo>
                      <a:pt x="73" y="135"/>
                    </a:lnTo>
                    <a:lnTo>
                      <a:pt x="73" y="135"/>
                    </a:lnTo>
                    <a:lnTo>
                      <a:pt x="73" y="135"/>
                    </a:lnTo>
                    <a:lnTo>
                      <a:pt x="73" y="132"/>
                    </a:lnTo>
                    <a:lnTo>
                      <a:pt x="71" y="132"/>
                    </a:lnTo>
                    <a:lnTo>
                      <a:pt x="71" y="132"/>
                    </a:lnTo>
                    <a:lnTo>
                      <a:pt x="71" y="132"/>
                    </a:lnTo>
                    <a:lnTo>
                      <a:pt x="68" y="132"/>
                    </a:lnTo>
                    <a:lnTo>
                      <a:pt x="68" y="135"/>
                    </a:lnTo>
                    <a:lnTo>
                      <a:pt x="68" y="135"/>
                    </a:lnTo>
                    <a:lnTo>
                      <a:pt x="68" y="135"/>
                    </a:lnTo>
                    <a:lnTo>
                      <a:pt x="68" y="135"/>
                    </a:lnTo>
                    <a:lnTo>
                      <a:pt x="66" y="135"/>
                    </a:lnTo>
                    <a:lnTo>
                      <a:pt x="66" y="135"/>
                    </a:lnTo>
                    <a:lnTo>
                      <a:pt x="66" y="135"/>
                    </a:lnTo>
                    <a:lnTo>
                      <a:pt x="66" y="137"/>
                    </a:lnTo>
                    <a:lnTo>
                      <a:pt x="68" y="137"/>
                    </a:lnTo>
                    <a:lnTo>
                      <a:pt x="68" y="137"/>
                    </a:lnTo>
                    <a:lnTo>
                      <a:pt x="68" y="139"/>
                    </a:lnTo>
                    <a:lnTo>
                      <a:pt x="66" y="139"/>
                    </a:lnTo>
                    <a:lnTo>
                      <a:pt x="66" y="139"/>
                    </a:lnTo>
                    <a:lnTo>
                      <a:pt x="66" y="139"/>
                    </a:lnTo>
                    <a:lnTo>
                      <a:pt x="66" y="139"/>
                    </a:lnTo>
                    <a:lnTo>
                      <a:pt x="63" y="139"/>
                    </a:lnTo>
                    <a:lnTo>
                      <a:pt x="63" y="139"/>
                    </a:lnTo>
                    <a:lnTo>
                      <a:pt x="63" y="142"/>
                    </a:lnTo>
                    <a:lnTo>
                      <a:pt x="63" y="142"/>
                    </a:lnTo>
                    <a:lnTo>
                      <a:pt x="63" y="142"/>
                    </a:lnTo>
                    <a:lnTo>
                      <a:pt x="63" y="142"/>
                    </a:lnTo>
                    <a:lnTo>
                      <a:pt x="63" y="144"/>
                    </a:lnTo>
                    <a:lnTo>
                      <a:pt x="63" y="144"/>
                    </a:lnTo>
                    <a:lnTo>
                      <a:pt x="63" y="144"/>
                    </a:lnTo>
                    <a:lnTo>
                      <a:pt x="61" y="144"/>
                    </a:lnTo>
                    <a:lnTo>
                      <a:pt x="61" y="144"/>
                    </a:lnTo>
                    <a:lnTo>
                      <a:pt x="59" y="144"/>
                    </a:lnTo>
                    <a:lnTo>
                      <a:pt x="59" y="144"/>
                    </a:lnTo>
                    <a:lnTo>
                      <a:pt x="59" y="144"/>
                    </a:lnTo>
                    <a:lnTo>
                      <a:pt x="56" y="144"/>
                    </a:lnTo>
                    <a:lnTo>
                      <a:pt x="56" y="144"/>
                    </a:lnTo>
                    <a:lnTo>
                      <a:pt x="56" y="144"/>
                    </a:lnTo>
                    <a:lnTo>
                      <a:pt x="56" y="146"/>
                    </a:lnTo>
                    <a:lnTo>
                      <a:pt x="56" y="146"/>
                    </a:lnTo>
                    <a:lnTo>
                      <a:pt x="56" y="146"/>
                    </a:lnTo>
                    <a:lnTo>
                      <a:pt x="59" y="146"/>
                    </a:lnTo>
                    <a:lnTo>
                      <a:pt x="59" y="146"/>
                    </a:lnTo>
                    <a:lnTo>
                      <a:pt x="59" y="146"/>
                    </a:lnTo>
                    <a:lnTo>
                      <a:pt x="61" y="146"/>
                    </a:lnTo>
                    <a:lnTo>
                      <a:pt x="61" y="146"/>
                    </a:lnTo>
                    <a:lnTo>
                      <a:pt x="61" y="146"/>
                    </a:lnTo>
                    <a:lnTo>
                      <a:pt x="63" y="146"/>
                    </a:lnTo>
                    <a:lnTo>
                      <a:pt x="63" y="146"/>
                    </a:lnTo>
                    <a:lnTo>
                      <a:pt x="63" y="149"/>
                    </a:lnTo>
                    <a:lnTo>
                      <a:pt x="63" y="149"/>
                    </a:lnTo>
                    <a:lnTo>
                      <a:pt x="63" y="149"/>
                    </a:lnTo>
                    <a:lnTo>
                      <a:pt x="63" y="149"/>
                    </a:lnTo>
                    <a:lnTo>
                      <a:pt x="66" y="149"/>
                    </a:lnTo>
                    <a:lnTo>
                      <a:pt x="66" y="151"/>
                    </a:lnTo>
                    <a:lnTo>
                      <a:pt x="66" y="151"/>
                    </a:lnTo>
                    <a:lnTo>
                      <a:pt x="66" y="151"/>
                    </a:lnTo>
                    <a:lnTo>
                      <a:pt x="66" y="151"/>
                    </a:lnTo>
                    <a:lnTo>
                      <a:pt x="66" y="154"/>
                    </a:lnTo>
                    <a:lnTo>
                      <a:pt x="63" y="154"/>
                    </a:lnTo>
                    <a:lnTo>
                      <a:pt x="63" y="151"/>
                    </a:lnTo>
                    <a:lnTo>
                      <a:pt x="63" y="151"/>
                    </a:lnTo>
                    <a:lnTo>
                      <a:pt x="63" y="151"/>
                    </a:lnTo>
                    <a:lnTo>
                      <a:pt x="63" y="151"/>
                    </a:lnTo>
                    <a:lnTo>
                      <a:pt x="63" y="151"/>
                    </a:lnTo>
                    <a:lnTo>
                      <a:pt x="61" y="151"/>
                    </a:lnTo>
                    <a:lnTo>
                      <a:pt x="61" y="151"/>
                    </a:lnTo>
                    <a:lnTo>
                      <a:pt x="59" y="151"/>
                    </a:lnTo>
                    <a:lnTo>
                      <a:pt x="59" y="154"/>
                    </a:lnTo>
                    <a:lnTo>
                      <a:pt x="61" y="154"/>
                    </a:lnTo>
                    <a:lnTo>
                      <a:pt x="61" y="154"/>
                    </a:lnTo>
                    <a:lnTo>
                      <a:pt x="61" y="154"/>
                    </a:lnTo>
                    <a:lnTo>
                      <a:pt x="61" y="156"/>
                    </a:lnTo>
                    <a:lnTo>
                      <a:pt x="61" y="156"/>
                    </a:lnTo>
                    <a:lnTo>
                      <a:pt x="61" y="156"/>
                    </a:lnTo>
                    <a:lnTo>
                      <a:pt x="61" y="156"/>
                    </a:lnTo>
                    <a:lnTo>
                      <a:pt x="59" y="156"/>
                    </a:lnTo>
                    <a:lnTo>
                      <a:pt x="59" y="156"/>
                    </a:lnTo>
                    <a:lnTo>
                      <a:pt x="59" y="156"/>
                    </a:lnTo>
                    <a:lnTo>
                      <a:pt x="59" y="156"/>
                    </a:lnTo>
                    <a:lnTo>
                      <a:pt x="59" y="156"/>
                    </a:lnTo>
                    <a:lnTo>
                      <a:pt x="56" y="156"/>
                    </a:lnTo>
                    <a:lnTo>
                      <a:pt x="56" y="156"/>
                    </a:lnTo>
                    <a:lnTo>
                      <a:pt x="59" y="156"/>
                    </a:lnTo>
                    <a:lnTo>
                      <a:pt x="59" y="156"/>
                    </a:lnTo>
                    <a:lnTo>
                      <a:pt x="59" y="158"/>
                    </a:lnTo>
                    <a:lnTo>
                      <a:pt x="56" y="158"/>
                    </a:lnTo>
                    <a:lnTo>
                      <a:pt x="56" y="158"/>
                    </a:lnTo>
                    <a:lnTo>
                      <a:pt x="56" y="158"/>
                    </a:lnTo>
                    <a:lnTo>
                      <a:pt x="56" y="161"/>
                    </a:lnTo>
                    <a:lnTo>
                      <a:pt x="56" y="161"/>
                    </a:lnTo>
                    <a:lnTo>
                      <a:pt x="56" y="161"/>
                    </a:lnTo>
                    <a:lnTo>
                      <a:pt x="56" y="163"/>
                    </a:lnTo>
                    <a:lnTo>
                      <a:pt x="56" y="163"/>
                    </a:lnTo>
                    <a:lnTo>
                      <a:pt x="56" y="165"/>
                    </a:lnTo>
                    <a:lnTo>
                      <a:pt x="56" y="165"/>
                    </a:lnTo>
                    <a:lnTo>
                      <a:pt x="56" y="165"/>
                    </a:lnTo>
                    <a:lnTo>
                      <a:pt x="54" y="165"/>
                    </a:lnTo>
                    <a:lnTo>
                      <a:pt x="54" y="165"/>
                    </a:lnTo>
                    <a:lnTo>
                      <a:pt x="52" y="165"/>
                    </a:lnTo>
                    <a:lnTo>
                      <a:pt x="52" y="165"/>
                    </a:lnTo>
                    <a:lnTo>
                      <a:pt x="54" y="165"/>
                    </a:lnTo>
                    <a:lnTo>
                      <a:pt x="54" y="165"/>
                    </a:lnTo>
                    <a:lnTo>
                      <a:pt x="54" y="168"/>
                    </a:lnTo>
                    <a:lnTo>
                      <a:pt x="52" y="168"/>
                    </a:lnTo>
                    <a:lnTo>
                      <a:pt x="52" y="168"/>
                    </a:lnTo>
                    <a:lnTo>
                      <a:pt x="52" y="168"/>
                    </a:lnTo>
                    <a:lnTo>
                      <a:pt x="52" y="165"/>
                    </a:lnTo>
                    <a:lnTo>
                      <a:pt x="52" y="165"/>
                    </a:lnTo>
                    <a:lnTo>
                      <a:pt x="49" y="165"/>
                    </a:lnTo>
                    <a:lnTo>
                      <a:pt x="49" y="165"/>
                    </a:lnTo>
                    <a:lnTo>
                      <a:pt x="49" y="165"/>
                    </a:lnTo>
                    <a:lnTo>
                      <a:pt x="49" y="165"/>
                    </a:lnTo>
                    <a:lnTo>
                      <a:pt x="47" y="165"/>
                    </a:lnTo>
                    <a:lnTo>
                      <a:pt x="47" y="168"/>
                    </a:lnTo>
                    <a:lnTo>
                      <a:pt x="47" y="168"/>
                    </a:lnTo>
                    <a:lnTo>
                      <a:pt x="47" y="168"/>
                    </a:lnTo>
                    <a:lnTo>
                      <a:pt x="44" y="168"/>
                    </a:lnTo>
                    <a:lnTo>
                      <a:pt x="44" y="168"/>
                    </a:lnTo>
                    <a:lnTo>
                      <a:pt x="44" y="170"/>
                    </a:lnTo>
                    <a:lnTo>
                      <a:pt x="44" y="170"/>
                    </a:lnTo>
                    <a:lnTo>
                      <a:pt x="44" y="170"/>
                    </a:lnTo>
                    <a:lnTo>
                      <a:pt x="42" y="170"/>
                    </a:lnTo>
                    <a:lnTo>
                      <a:pt x="42" y="170"/>
                    </a:lnTo>
                    <a:lnTo>
                      <a:pt x="42" y="173"/>
                    </a:lnTo>
                    <a:lnTo>
                      <a:pt x="40" y="173"/>
                    </a:lnTo>
                    <a:lnTo>
                      <a:pt x="40" y="173"/>
                    </a:lnTo>
                    <a:lnTo>
                      <a:pt x="40" y="173"/>
                    </a:lnTo>
                    <a:lnTo>
                      <a:pt x="37" y="173"/>
                    </a:lnTo>
                    <a:lnTo>
                      <a:pt x="37" y="173"/>
                    </a:lnTo>
                    <a:lnTo>
                      <a:pt x="37" y="173"/>
                    </a:lnTo>
                    <a:lnTo>
                      <a:pt x="37" y="170"/>
                    </a:lnTo>
                    <a:lnTo>
                      <a:pt x="35" y="170"/>
                    </a:lnTo>
                    <a:lnTo>
                      <a:pt x="35" y="170"/>
                    </a:lnTo>
                    <a:lnTo>
                      <a:pt x="35" y="170"/>
                    </a:lnTo>
                    <a:lnTo>
                      <a:pt x="33" y="170"/>
                    </a:lnTo>
                    <a:lnTo>
                      <a:pt x="33" y="170"/>
                    </a:lnTo>
                    <a:lnTo>
                      <a:pt x="33" y="170"/>
                    </a:lnTo>
                    <a:lnTo>
                      <a:pt x="30" y="170"/>
                    </a:lnTo>
                    <a:lnTo>
                      <a:pt x="30" y="168"/>
                    </a:lnTo>
                    <a:lnTo>
                      <a:pt x="30" y="168"/>
                    </a:lnTo>
                    <a:lnTo>
                      <a:pt x="30" y="168"/>
                    </a:lnTo>
                    <a:lnTo>
                      <a:pt x="28" y="168"/>
                    </a:lnTo>
                    <a:lnTo>
                      <a:pt x="28" y="168"/>
                    </a:lnTo>
                    <a:lnTo>
                      <a:pt x="26" y="168"/>
                    </a:lnTo>
                    <a:lnTo>
                      <a:pt x="26" y="168"/>
                    </a:lnTo>
                    <a:lnTo>
                      <a:pt x="26" y="168"/>
                    </a:lnTo>
                    <a:lnTo>
                      <a:pt x="23" y="168"/>
                    </a:lnTo>
                    <a:lnTo>
                      <a:pt x="23" y="168"/>
                    </a:lnTo>
                    <a:lnTo>
                      <a:pt x="23" y="168"/>
                    </a:lnTo>
                    <a:lnTo>
                      <a:pt x="21" y="168"/>
                    </a:lnTo>
                    <a:lnTo>
                      <a:pt x="21" y="168"/>
                    </a:lnTo>
                    <a:lnTo>
                      <a:pt x="18" y="168"/>
                    </a:lnTo>
                    <a:lnTo>
                      <a:pt x="18" y="170"/>
                    </a:lnTo>
                    <a:lnTo>
                      <a:pt x="18" y="170"/>
                    </a:lnTo>
                    <a:lnTo>
                      <a:pt x="18" y="170"/>
                    </a:lnTo>
                    <a:lnTo>
                      <a:pt x="16" y="170"/>
                    </a:lnTo>
                    <a:lnTo>
                      <a:pt x="16" y="168"/>
                    </a:lnTo>
                    <a:lnTo>
                      <a:pt x="16" y="168"/>
                    </a:lnTo>
                    <a:lnTo>
                      <a:pt x="16" y="168"/>
                    </a:lnTo>
                    <a:lnTo>
                      <a:pt x="14" y="168"/>
                    </a:lnTo>
                    <a:lnTo>
                      <a:pt x="14" y="168"/>
                    </a:lnTo>
                    <a:lnTo>
                      <a:pt x="14" y="168"/>
                    </a:lnTo>
                    <a:lnTo>
                      <a:pt x="11" y="168"/>
                    </a:lnTo>
                    <a:lnTo>
                      <a:pt x="11" y="168"/>
                    </a:lnTo>
                    <a:lnTo>
                      <a:pt x="11" y="168"/>
                    </a:lnTo>
                    <a:lnTo>
                      <a:pt x="11" y="168"/>
                    </a:lnTo>
                    <a:lnTo>
                      <a:pt x="11" y="170"/>
                    </a:lnTo>
                    <a:lnTo>
                      <a:pt x="9" y="170"/>
                    </a:lnTo>
                    <a:lnTo>
                      <a:pt x="9" y="170"/>
                    </a:lnTo>
                    <a:lnTo>
                      <a:pt x="7" y="170"/>
                    </a:lnTo>
                    <a:lnTo>
                      <a:pt x="7" y="170"/>
                    </a:lnTo>
                    <a:lnTo>
                      <a:pt x="7" y="170"/>
                    </a:lnTo>
                    <a:lnTo>
                      <a:pt x="7" y="168"/>
                    </a:lnTo>
                    <a:lnTo>
                      <a:pt x="4" y="168"/>
                    </a:lnTo>
                    <a:lnTo>
                      <a:pt x="4" y="168"/>
                    </a:lnTo>
                    <a:lnTo>
                      <a:pt x="4" y="168"/>
                    </a:lnTo>
                    <a:lnTo>
                      <a:pt x="4" y="165"/>
                    </a:lnTo>
                    <a:lnTo>
                      <a:pt x="4" y="165"/>
                    </a:lnTo>
                    <a:lnTo>
                      <a:pt x="4" y="165"/>
                    </a:lnTo>
                    <a:lnTo>
                      <a:pt x="4" y="163"/>
                    </a:lnTo>
                    <a:lnTo>
                      <a:pt x="4" y="163"/>
                    </a:lnTo>
                    <a:lnTo>
                      <a:pt x="4" y="161"/>
                    </a:lnTo>
                    <a:lnTo>
                      <a:pt x="4" y="161"/>
                    </a:lnTo>
                    <a:lnTo>
                      <a:pt x="4" y="158"/>
                    </a:lnTo>
                    <a:lnTo>
                      <a:pt x="4" y="158"/>
                    </a:lnTo>
                    <a:lnTo>
                      <a:pt x="4" y="156"/>
                    </a:lnTo>
                    <a:lnTo>
                      <a:pt x="4" y="156"/>
                    </a:lnTo>
                    <a:lnTo>
                      <a:pt x="4" y="156"/>
                    </a:lnTo>
                    <a:lnTo>
                      <a:pt x="4" y="154"/>
                    </a:lnTo>
                    <a:lnTo>
                      <a:pt x="4" y="154"/>
                    </a:lnTo>
                    <a:lnTo>
                      <a:pt x="4" y="151"/>
                    </a:lnTo>
                    <a:lnTo>
                      <a:pt x="4" y="151"/>
                    </a:lnTo>
                    <a:lnTo>
                      <a:pt x="4" y="149"/>
                    </a:lnTo>
                    <a:lnTo>
                      <a:pt x="4" y="149"/>
                    </a:lnTo>
                    <a:lnTo>
                      <a:pt x="4" y="146"/>
                    </a:lnTo>
                    <a:lnTo>
                      <a:pt x="4" y="146"/>
                    </a:lnTo>
                    <a:lnTo>
                      <a:pt x="4" y="146"/>
                    </a:lnTo>
                    <a:lnTo>
                      <a:pt x="4" y="144"/>
                    </a:lnTo>
                    <a:lnTo>
                      <a:pt x="4" y="144"/>
                    </a:lnTo>
                    <a:lnTo>
                      <a:pt x="4" y="142"/>
                    </a:lnTo>
                    <a:lnTo>
                      <a:pt x="4" y="142"/>
                    </a:lnTo>
                    <a:lnTo>
                      <a:pt x="4" y="139"/>
                    </a:lnTo>
                    <a:lnTo>
                      <a:pt x="4" y="139"/>
                    </a:lnTo>
                    <a:lnTo>
                      <a:pt x="4" y="137"/>
                    </a:lnTo>
                    <a:lnTo>
                      <a:pt x="4" y="137"/>
                    </a:lnTo>
                    <a:lnTo>
                      <a:pt x="4" y="135"/>
                    </a:lnTo>
                    <a:lnTo>
                      <a:pt x="4" y="135"/>
                    </a:lnTo>
                    <a:lnTo>
                      <a:pt x="4" y="135"/>
                    </a:lnTo>
                    <a:lnTo>
                      <a:pt x="4" y="132"/>
                    </a:lnTo>
                    <a:lnTo>
                      <a:pt x="4" y="132"/>
                    </a:lnTo>
                    <a:lnTo>
                      <a:pt x="4" y="130"/>
                    </a:lnTo>
                    <a:lnTo>
                      <a:pt x="4" y="130"/>
                    </a:lnTo>
                    <a:lnTo>
                      <a:pt x="4" y="127"/>
                    </a:lnTo>
                    <a:lnTo>
                      <a:pt x="4" y="127"/>
                    </a:lnTo>
                    <a:lnTo>
                      <a:pt x="4" y="125"/>
                    </a:lnTo>
                    <a:lnTo>
                      <a:pt x="4" y="125"/>
                    </a:lnTo>
                    <a:lnTo>
                      <a:pt x="4" y="125"/>
                    </a:lnTo>
                    <a:lnTo>
                      <a:pt x="4" y="123"/>
                    </a:lnTo>
                    <a:lnTo>
                      <a:pt x="4" y="123"/>
                    </a:lnTo>
                    <a:lnTo>
                      <a:pt x="4" y="120"/>
                    </a:lnTo>
                    <a:lnTo>
                      <a:pt x="4" y="120"/>
                    </a:lnTo>
                    <a:lnTo>
                      <a:pt x="4" y="118"/>
                    </a:lnTo>
                    <a:lnTo>
                      <a:pt x="4" y="118"/>
                    </a:lnTo>
                    <a:lnTo>
                      <a:pt x="4" y="116"/>
                    </a:lnTo>
                    <a:lnTo>
                      <a:pt x="4" y="116"/>
                    </a:lnTo>
                    <a:lnTo>
                      <a:pt x="4" y="116"/>
                    </a:lnTo>
                    <a:lnTo>
                      <a:pt x="4" y="113"/>
                    </a:lnTo>
                    <a:lnTo>
                      <a:pt x="4" y="113"/>
                    </a:lnTo>
                    <a:lnTo>
                      <a:pt x="4" y="111"/>
                    </a:lnTo>
                    <a:lnTo>
                      <a:pt x="4" y="111"/>
                    </a:lnTo>
                    <a:lnTo>
                      <a:pt x="4" y="111"/>
                    </a:lnTo>
                    <a:lnTo>
                      <a:pt x="4" y="109"/>
                    </a:lnTo>
                    <a:lnTo>
                      <a:pt x="2" y="109"/>
                    </a:lnTo>
                    <a:lnTo>
                      <a:pt x="2" y="109"/>
                    </a:lnTo>
                    <a:lnTo>
                      <a:pt x="2" y="109"/>
                    </a:lnTo>
                    <a:lnTo>
                      <a:pt x="2" y="106"/>
                    </a:lnTo>
                    <a:lnTo>
                      <a:pt x="2" y="106"/>
                    </a:lnTo>
                    <a:lnTo>
                      <a:pt x="2" y="106"/>
                    </a:lnTo>
                    <a:lnTo>
                      <a:pt x="0" y="106"/>
                    </a:lnTo>
                    <a:lnTo>
                      <a:pt x="0" y="104"/>
                    </a:lnTo>
                    <a:lnTo>
                      <a:pt x="0" y="104"/>
                    </a:lnTo>
                    <a:lnTo>
                      <a:pt x="2" y="104"/>
                    </a:lnTo>
                    <a:lnTo>
                      <a:pt x="2" y="101"/>
                    </a:lnTo>
                    <a:lnTo>
                      <a:pt x="2" y="101"/>
                    </a:lnTo>
                    <a:lnTo>
                      <a:pt x="2" y="101"/>
                    </a:lnTo>
                    <a:lnTo>
                      <a:pt x="2" y="99"/>
                    </a:lnTo>
                    <a:lnTo>
                      <a:pt x="2" y="99"/>
                    </a:lnTo>
                    <a:lnTo>
                      <a:pt x="2" y="97"/>
                    </a:lnTo>
                    <a:lnTo>
                      <a:pt x="4" y="97"/>
                    </a:lnTo>
                    <a:lnTo>
                      <a:pt x="4" y="97"/>
                    </a:lnTo>
                    <a:lnTo>
                      <a:pt x="4" y="97"/>
                    </a:lnTo>
                    <a:lnTo>
                      <a:pt x="4" y="94"/>
                    </a:lnTo>
                    <a:lnTo>
                      <a:pt x="4" y="94"/>
                    </a:lnTo>
                    <a:lnTo>
                      <a:pt x="4" y="92"/>
                    </a:lnTo>
                    <a:lnTo>
                      <a:pt x="4" y="92"/>
                    </a:lnTo>
                    <a:lnTo>
                      <a:pt x="4" y="90"/>
                    </a:lnTo>
                    <a:lnTo>
                      <a:pt x="4" y="90"/>
                    </a:lnTo>
                    <a:lnTo>
                      <a:pt x="4" y="87"/>
                    </a:lnTo>
                    <a:lnTo>
                      <a:pt x="4" y="87"/>
                    </a:lnTo>
                    <a:lnTo>
                      <a:pt x="4" y="87"/>
                    </a:lnTo>
                    <a:lnTo>
                      <a:pt x="4" y="87"/>
                    </a:lnTo>
                    <a:lnTo>
                      <a:pt x="4" y="85"/>
                    </a:lnTo>
                    <a:lnTo>
                      <a:pt x="4" y="85"/>
                    </a:lnTo>
                    <a:lnTo>
                      <a:pt x="4" y="82"/>
                    </a:lnTo>
                    <a:lnTo>
                      <a:pt x="4" y="82"/>
                    </a:lnTo>
                    <a:lnTo>
                      <a:pt x="4" y="80"/>
                    </a:lnTo>
                    <a:lnTo>
                      <a:pt x="4" y="80"/>
                    </a:lnTo>
                    <a:lnTo>
                      <a:pt x="4" y="78"/>
                    </a:lnTo>
                    <a:lnTo>
                      <a:pt x="4" y="78"/>
                    </a:lnTo>
                    <a:lnTo>
                      <a:pt x="4" y="75"/>
                    </a:lnTo>
                    <a:lnTo>
                      <a:pt x="4" y="75"/>
                    </a:lnTo>
                    <a:lnTo>
                      <a:pt x="4" y="75"/>
                    </a:lnTo>
                    <a:lnTo>
                      <a:pt x="4" y="73"/>
                    </a:lnTo>
                    <a:lnTo>
                      <a:pt x="4" y="73"/>
                    </a:lnTo>
                    <a:lnTo>
                      <a:pt x="4" y="71"/>
                    </a:lnTo>
                    <a:lnTo>
                      <a:pt x="4" y="71"/>
                    </a:lnTo>
                    <a:lnTo>
                      <a:pt x="4" y="68"/>
                    </a:lnTo>
                    <a:lnTo>
                      <a:pt x="4" y="68"/>
                    </a:lnTo>
                    <a:lnTo>
                      <a:pt x="4" y="66"/>
                    </a:lnTo>
                    <a:lnTo>
                      <a:pt x="4" y="66"/>
                    </a:lnTo>
                    <a:lnTo>
                      <a:pt x="4" y="66"/>
                    </a:lnTo>
                    <a:lnTo>
                      <a:pt x="4" y="64"/>
                    </a:lnTo>
                    <a:lnTo>
                      <a:pt x="4" y="64"/>
                    </a:lnTo>
                    <a:lnTo>
                      <a:pt x="4" y="61"/>
                    </a:lnTo>
                    <a:lnTo>
                      <a:pt x="4" y="61"/>
                    </a:lnTo>
                    <a:lnTo>
                      <a:pt x="4" y="59"/>
                    </a:lnTo>
                    <a:lnTo>
                      <a:pt x="4" y="59"/>
                    </a:lnTo>
                    <a:lnTo>
                      <a:pt x="4" y="56"/>
                    </a:lnTo>
                    <a:lnTo>
                      <a:pt x="4" y="56"/>
                    </a:lnTo>
                    <a:lnTo>
                      <a:pt x="4" y="56"/>
                    </a:lnTo>
                    <a:lnTo>
                      <a:pt x="4" y="54"/>
                    </a:lnTo>
                    <a:lnTo>
                      <a:pt x="4" y="54"/>
                    </a:lnTo>
                    <a:lnTo>
                      <a:pt x="4" y="52"/>
                    </a:lnTo>
                    <a:lnTo>
                      <a:pt x="4" y="52"/>
                    </a:lnTo>
                    <a:lnTo>
                      <a:pt x="4" y="49"/>
                    </a:lnTo>
                    <a:lnTo>
                      <a:pt x="4" y="49"/>
                    </a:lnTo>
                    <a:lnTo>
                      <a:pt x="4" y="47"/>
                    </a:lnTo>
                    <a:lnTo>
                      <a:pt x="4" y="47"/>
                    </a:lnTo>
                    <a:lnTo>
                      <a:pt x="4" y="47"/>
                    </a:lnTo>
                    <a:lnTo>
                      <a:pt x="4" y="45"/>
                    </a:lnTo>
                    <a:lnTo>
                      <a:pt x="4" y="45"/>
                    </a:lnTo>
                    <a:lnTo>
                      <a:pt x="4" y="42"/>
                    </a:lnTo>
                    <a:lnTo>
                      <a:pt x="4" y="42"/>
                    </a:lnTo>
                    <a:lnTo>
                      <a:pt x="4" y="40"/>
                    </a:lnTo>
                    <a:lnTo>
                      <a:pt x="4" y="40"/>
                    </a:lnTo>
                    <a:lnTo>
                      <a:pt x="4" y="37"/>
                    </a:lnTo>
                    <a:lnTo>
                      <a:pt x="4" y="37"/>
                    </a:lnTo>
                    <a:lnTo>
                      <a:pt x="4" y="37"/>
                    </a:lnTo>
                    <a:lnTo>
                      <a:pt x="4" y="35"/>
                    </a:lnTo>
                    <a:lnTo>
                      <a:pt x="4" y="35"/>
                    </a:lnTo>
                    <a:lnTo>
                      <a:pt x="4" y="33"/>
                    </a:lnTo>
                    <a:lnTo>
                      <a:pt x="4" y="33"/>
                    </a:lnTo>
                    <a:lnTo>
                      <a:pt x="4" y="30"/>
                    </a:lnTo>
                    <a:lnTo>
                      <a:pt x="4" y="30"/>
                    </a:lnTo>
                    <a:lnTo>
                      <a:pt x="4" y="28"/>
                    </a:lnTo>
                    <a:lnTo>
                      <a:pt x="4" y="28"/>
                    </a:lnTo>
                    <a:lnTo>
                      <a:pt x="4" y="28"/>
                    </a:lnTo>
                    <a:lnTo>
                      <a:pt x="4" y="26"/>
                    </a:lnTo>
                    <a:lnTo>
                      <a:pt x="4" y="26"/>
                    </a:lnTo>
                    <a:lnTo>
                      <a:pt x="4" y="23"/>
                    </a:lnTo>
                    <a:lnTo>
                      <a:pt x="4" y="23"/>
                    </a:lnTo>
                    <a:lnTo>
                      <a:pt x="4" y="21"/>
                    </a:lnTo>
                    <a:lnTo>
                      <a:pt x="4" y="21"/>
                    </a:lnTo>
                    <a:lnTo>
                      <a:pt x="4" y="18"/>
                    </a:lnTo>
                    <a:lnTo>
                      <a:pt x="4" y="18"/>
                    </a:lnTo>
                    <a:lnTo>
                      <a:pt x="4" y="16"/>
                    </a:lnTo>
                    <a:lnTo>
                      <a:pt x="4" y="16"/>
                    </a:lnTo>
                    <a:lnTo>
                      <a:pt x="4" y="16"/>
                    </a:lnTo>
                    <a:lnTo>
                      <a:pt x="4" y="14"/>
                    </a:lnTo>
                    <a:lnTo>
                      <a:pt x="4" y="14"/>
                    </a:lnTo>
                    <a:lnTo>
                      <a:pt x="4" y="11"/>
                    </a:lnTo>
                    <a:lnTo>
                      <a:pt x="4" y="11"/>
                    </a:lnTo>
                    <a:lnTo>
                      <a:pt x="4" y="9"/>
                    </a:lnTo>
                    <a:lnTo>
                      <a:pt x="4" y="9"/>
                    </a:lnTo>
                    <a:lnTo>
                      <a:pt x="4" y="7"/>
                    </a:lnTo>
                    <a:lnTo>
                      <a:pt x="4" y="7"/>
                    </a:lnTo>
                    <a:lnTo>
                      <a:pt x="4" y="7"/>
                    </a:lnTo>
                    <a:lnTo>
                      <a:pt x="4" y="4"/>
                    </a:lnTo>
                    <a:lnTo>
                      <a:pt x="4" y="4"/>
                    </a:lnTo>
                    <a:lnTo>
                      <a:pt x="4" y="2"/>
                    </a:lnTo>
                    <a:lnTo>
                      <a:pt x="4" y="2"/>
                    </a:lnTo>
                    <a:lnTo>
                      <a:pt x="4" y="0"/>
                    </a:lnTo>
                    <a:lnTo>
                      <a:pt x="4" y="0"/>
                    </a:lnTo>
                    <a:lnTo>
                      <a:pt x="7" y="0"/>
                    </a:lnTo>
                    <a:lnTo>
                      <a:pt x="7" y="0"/>
                    </a:lnTo>
                    <a:lnTo>
                      <a:pt x="7" y="2"/>
                    </a:lnTo>
                    <a:lnTo>
                      <a:pt x="7" y="2"/>
                    </a:lnTo>
                    <a:lnTo>
                      <a:pt x="9" y="2"/>
                    </a:lnTo>
                    <a:lnTo>
                      <a:pt x="9" y="2"/>
                    </a:lnTo>
                    <a:lnTo>
                      <a:pt x="11" y="2"/>
                    </a:lnTo>
                    <a:lnTo>
                      <a:pt x="11" y="2"/>
                    </a:lnTo>
                    <a:lnTo>
                      <a:pt x="11" y="2"/>
                    </a:lnTo>
                    <a:lnTo>
                      <a:pt x="11" y="4"/>
                    </a:lnTo>
                    <a:lnTo>
                      <a:pt x="11" y="4"/>
                    </a:lnTo>
                    <a:lnTo>
                      <a:pt x="14" y="4"/>
                    </a:lnTo>
                    <a:lnTo>
                      <a:pt x="14" y="4"/>
                    </a:lnTo>
                    <a:lnTo>
                      <a:pt x="14" y="4"/>
                    </a:lnTo>
                    <a:lnTo>
                      <a:pt x="16" y="4"/>
                    </a:lnTo>
                    <a:lnTo>
                      <a:pt x="16" y="4"/>
                    </a:lnTo>
                    <a:lnTo>
                      <a:pt x="16" y="4"/>
                    </a:lnTo>
                    <a:lnTo>
                      <a:pt x="16" y="7"/>
                    </a:lnTo>
                    <a:lnTo>
                      <a:pt x="18" y="7"/>
                    </a:lnTo>
                    <a:lnTo>
                      <a:pt x="18" y="7"/>
                    </a:lnTo>
                    <a:lnTo>
                      <a:pt x="18" y="7"/>
                    </a:lnTo>
                    <a:lnTo>
                      <a:pt x="18" y="7"/>
                    </a:lnTo>
                    <a:lnTo>
                      <a:pt x="18" y="7"/>
                    </a:lnTo>
                    <a:lnTo>
                      <a:pt x="21" y="7"/>
                    </a:lnTo>
                    <a:lnTo>
                      <a:pt x="21" y="7"/>
                    </a:lnTo>
                    <a:lnTo>
                      <a:pt x="23" y="7"/>
                    </a:lnTo>
                    <a:lnTo>
                      <a:pt x="23" y="9"/>
                    </a:lnTo>
                    <a:lnTo>
                      <a:pt x="23" y="9"/>
                    </a:lnTo>
                    <a:lnTo>
                      <a:pt x="23" y="9"/>
                    </a:lnTo>
                    <a:lnTo>
                      <a:pt x="23" y="9"/>
                    </a:lnTo>
                    <a:lnTo>
                      <a:pt x="26" y="9"/>
                    </a:lnTo>
                    <a:lnTo>
                      <a:pt x="26" y="9"/>
                    </a:lnTo>
                    <a:lnTo>
                      <a:pt x="26" y="9"/>
                    </a:lnTo>
                    <a:lnTo>
                      <a:pt x="28" y="9"/>
                    </a:lnTo>
                    <a:lnTo>
                      <a:pt x="28" y="11"/>
                    </a:lnTo>
                    <a:lnTo>
                      <a:pt x="28" y="11"/>
                    </a:lnTo>
                    <a:lnTo>
                      <a:pt x="28" y="11"/>
                    </a:lnTo>
                    <a:lnTo>
                      <a:pt x="30" y="11"/>
                    </a:lnTo>
                    <a:lnTo>
                      <a:pt x="30" y="14"/>
                    </a:lnTo>
                    <a:lnTo>
                      <a:pt x="30" y="14"/>
                    </a:lnTo>
                    <a:lnTo>
                      <a:pt x="30" y="14"/>
                    </a:lnTo>
                    <a:lnTo>
                      <a:pt x="33" y="14"/>
                    </a:lnTo>
                    <a:lnTo>
                      <a:pt x="33" y="14"/>
                    </a:lnTo>
                    <a:lnTo>
                      <a:pt x="33" y="14"/>
                    </a:lnTo>
                    <a:lnTo>
                      <a:pt x="35" y="14"/>
                    </a:lnTo>
                    <a:lnTo>
                      <a:pt x="35" y="14"/>
                    </a:lnTo>
                    <a:lnTo>
                      <a:pt x="35" y="14"/>
                    </a:lnTo>
                    <a:lnTo>
                      <a:pt x="35" y="14"/>
                    </a:lnTo>
                    <a:lnTo>
                      <a:pt x="37" y="14"/>
                    </a:lnTo>
                    <a:lnTo>
                      <a:pt x="37" y="14"/>
                    </a:lnTo>
                    <a:lnTo>
                      <a:pt x="37" y="16"/>
                    </a:lnTo>
                    <a:lnTo>
                      <a:pt x="37" y="16"/>
                    </a:lnTo>
                    <a:lnTo>
                      <a:pt x="37" y="16"/>
                    </a:lnTo>
                    <a:lnTo>
                      <a:pt x="37" y="16"/>
                    </a:lnTo>
                    <a:lnTo>
                      <a:pt x="40" y="16"/>
                    </a:lnTo>
                    <a:lnTo>
                      <a:pt x="40" y="16"/>
                    </a:lnTo>
                    <a:lnTo>
                      <a:pt x="40" y="16"/>
                    </a:lnTo>
                    <a:lnTo>
                      <a:pt x="40" y="16"/>
                    </a:lnTo>
                    <a:lnTo>
                      <a:pt x="42" y="16"/>
                    </a:lnTo>
                    <a:lnTo>
                      <a:pt x="42" y="18"/>
                    </a:lnTo>
                    <a:lnTo>
                      <a:pt x="42" y="18"/>
                    </a:lnTo>
                    <a:lnTo>
                      <a:pt x="44" y="18"/>
                    </a:lnTo>
                    <a:lnTo>
                      <a:pt x="44" y="18"/>
                    </a:lnTo>
                    <a:lnTo>
                      <a:pt x="44" y="18"/>
                    </a:lnTo>
                    <a:lnTo>
                      <a:pt x="44" y="18"/>
                    </a:lnTo>
                    <a:lnTo>
                      <a:pt x="47" y="18"/>
                    </a:lnTo>
                    <a:lnTo>
                      <a:pt x="47" y="18"/>
                    </a:lnTo>
                    <a:lnTo>
                      <a:pt x="49" y="18"/>
                    </a:lnTo>
                    <a:lnTo>
                      <a:pt x="49" y="18"/>
                    </a:lnTo>
                    <a:lnTo>
                      <a:pt x="49" y="18"/>
                    </a:lnTo>
                    <a:lnTo>
                      <a:pt x="52" y="18"/>
                    </a:lnTo>
                    <a:lnTo>
                      <a:pt x="52" y="18"/>
                    </a:lnTo>
                    <a:lnTo>
                      <a:pt x="52" y="18"/>
                    </a:lnTo>
                    <a:lnTo>
                      <a:pt x="52" y="21"/>
                    </a:lnTo>
                    <a:lnTo>
                      <a:pt x="54" y="21"/>
                    </a:lnTo>
                    <a:lnTo>
                      <a:pt x="54" y="21"/>
                    </a:lnTo>
                    <a:lnTo>
                      <a:pt x="56" y="21"/>
                    </a:lnTo>
                    <a:lnTo>
                      <a:pt x="56" y="21"/>
                    </a:lnTo>
                    <a:lnTo>
                      <a:pt x="56" y="21"/>
                    </a:lnTo>
                    <a:lnTo>
                      <a:pt x="56" y="21"/>
                    </a:lnTo>
                    <a:lnTo>
                      <a:pt x="59" y="21"/>
                    </a:lnTo>
                    <a:lnTo>
                      <a:pt x="59" y="21"/>
                    </a:lnTo>
                    <a:lnTo>
                      <a:pt x="59" y="18"/>
                    </a:lnTo>
                    <a:lnTo>
                      <a:pt x="59" y="18"/>
                    </a:lnTo>
                    <a:lnTo>
                      <a:pt x="59" y="18"/>
                    </a:lnTo>
                    <a:lnTo>
                      <a:pt x="59" y="18"/>
                    </a:lnTo>
                    <a:lnTo>
                      <a:pt x="59" y="18"/>
                    </a:lnTo>
                    <a:lnTo>
                      <a:pt x="61" y="18"/>
                    </a:lnTo>
                    <a:lnTo>
                      <a:pt x="61" y="21"/>
                    </a:lnTo>
                    <a:lnTo>
                      <a:pt x="61" y="21"/>
                    </a:lnTo>
                    <a:lnTo>
                      <a:pt x="61" y="21"/>
                    </a:lnTo>
                    <a:lnTo>
                      <a:pt x="61" y="23"/>
                    </a:lnTo>
                    <a:lnTo>
                      <a:pt x="61" y="23"/>
                    </a:lnTo>
                    <a:lnTo>
                      <a:pt x="59" y="23"/>
                    </a:lnTo>
                    <a:lnTo>
                      <a:pt x="59" y="23"/>
                    </a:lnTo>
                    <a:lnTo>
                      <a:pt x="61" y="23"/>
                    </a:lnTo>
                    <a:lnTo>
                      <a:pt x="61" y="26"/>
                    </a:lnTo>
                    <a:lnTo>
                      <a:pt x="61" y="26"/>
                    </a:lnTo>
                    <a:lnTo>
                      <a:pt x="63" y="26"/>
                    </a:lnTo>
                    <a:lnTo>
                      <a:pt x="63" y="26"/>
                    </a:lnTo>
                    <a:lnTo>
                      <a:pt x="63" y="26"/>
                    </a:lnTo>
                    <a:lnTo>
                      <a:pt x="63" y="26"/>
                    </a:lnTo>
                    <a:lnTo>
                      <a:pt x="63" y="28"/>
                    </a:lnTo>
                    <a:lnTo>
                      <a:pt x="66" y="28"/>
                    </a:lnTo>
                    <a:lnTo>
                      <a:pt x="66" y="28"/>
                    </a:lnTo>
                    <a:lnTo>
                      <a:pt x="66" y="28"/>
                    </a:lnTo>
                    <a:lnTo>
                      <a:pt x="66" y="28"/>
                    </a:lnTo>
                    <a:lnTo>
                      <a:pt x="66" y="28"/>
                    </a:lnTo>
                    <a:lnTo>
                      <a:pt x="68" y="28"/>
                    </a:lnTo>
                    <a:lnTo>
                      <a:pt x="68" y="30"/>
                    </a:lnTo>
                    <a:lnTo>
                      <a:pt x="68" y="30"/>
                    </a:lnTo>
                    <a:lnTo>
                      <a:pt x="68" y="30"/>
                    </a:lnTo>
                    <a:lnTo>
                      <a:pt x="71" y="30"/>
                    </a:lnTo>
                    <a:lnTo>
                      <a:pt x="71" y="30"/>
                    </a:lnTo>
                    <a:lnTo>
                      <a:pt x="71" y="30"/>
                    </a:lnTo>
                    <a:lnTo>
                      <a:pt x="71" y="30"/>
                    </a:lnTo>
                    <a:lnTo>
                      <a:pt x="73" y="30"/>
                    </a:lnTo>
                    <a:lnTo>
                      <a:pt x="73" y="30"/>
                    </a:lnTo>
                    <a:lnTo>
                      <a:pt x="73" y="30"/>
                    </a:lnTo>
                    <a:lnTo>
                      <a:pt x="75" y="30"/>
                    </a:lnTo>
                    <a:lnTo>
                      <a:pt x="75" y="30"/>
                    </a:lnTo>
                    <a:lnTo>
                      <a:pt x="78" y="30"/>
                    </a:lnTo>
                    <a:lnTo>
                      <a:pt x="78" y="30"/>
                    </a:lnTo>
                    <a:lnTo>
                      <a:pt x="78" y="30"/>
                    </a:lnTo>
                    <a:lnTo>
                      <a:pt x="78" y="30"/>
                    </a:lnTo>
                    <a:lnTo>
                      <a:pt x="80" y="30"/>
                    </a:lnTo>
                    <a:lnTo>
                      <a:pt x="80" y="30"/>
                    </a:lnTo>
                    <a:lnTo>
                      <a:pt x="80" y="33"/>
                    </a:lnTo>
                    <a:lnTo>
                      <a:pt x="80" y="33"/>
                    </a:lnTo>
                    <a:lnTo>
                      <a:pt x="80" y="33"/>
                    </a:lnTo>
                    <a:lnTo>
                      <a:pt x="80" y="35"/>
                    </a:lnTo>
                    <a:lnTo>
                      <a:pt x="80" y="35"/>
                    </a:lnTo>
                    <a:lnTo>
                      <a:pt x="80" y="35"/>
                    </a:lnTo>
                    <a:lnTo>
                      <a:pt x="80" y="35"/>
                    </a:lnTo>
                    <a:lnTo>
                      <a:pt x="80" y="37"/>
                    </a:lnTo>
                    <a:lnTo>
                      <a:pt x="82" y="37"/>
                    </a:lnTo>
                    <a:lnTo>
                      <a:pt x="82" y="37"/>
                    </a:lnTo>
                    <a:lnTo>
                      <a:pt x="85" y="37"/>
                    </a:lnTo>
                    <a:lnTo>
                      <a:pt x="85" y="37"/>
                    </a:lnTo>
                    <a:lnTo>
                      <a:pt x="85" y="37"/>
                    </a:lnTo>
                    <a:lnTo>
                      <a:pt x="85" y="37"/>
                    </a:lnTo>
                    <a:lnTo>
                      <a:pt x="85" y="37"/>
                    </a:lnTo>
                    <a:lnTo>
                      <a:pt x="87" y="37"/>
                    </a:lnTo>
                    <a:lnTo>
                      <a:pt x="87" y="37"/>
                    </a:lnTo>
                    <a:lnTo>
                      <a:pt x="87" y="40"/>
                    </a:lnTo>
                    <a:lnTo>
                      <a:pt x="87" y="40"/>
                    </a:lnTo>
                    <a:lnTo>
                      <a:pt x="89" y="40"/>
                    </a:lnTo>
                    <a:lnTo>
                      <a:pt x="89" y="42"/>
                    </a:lnTo>
                    <a:lnTo>
                      <a:pt x="89" y="42"/>
                    </a:lnTo>
                    <a:lnTo>
                      <a:pt x="89" y="42"/>
                    </a:lnTo>
                    <a:lnTo>
                      <a:pt x="89" y="42"/>
                    </a:lnTo>
                    <a:lnTo>
                      <a:pt x="89" y="45"/>
                    </a:lnTo>
                    <a:lnTo>
                      <a:pt x="92" y="45"/>
                    </a:lnTo>
                    <a:lnTo>
                      <a:pt x="92" y="45"/>
                    </a:lnTo>
                    <a:lnTo>
                      <a:pt x="92" y="45"/>
                    </a:lnTo>
                    <a:lnTo>
                      <a:pt x="92" y="45"/>
                    </a:lnTo>
                    <a:lnTo>
                      <a:pt x="94" y="45"/>
                    </a:lnTo>
                    <a:lnTo>
                      <a:pt x="94" y="47"/>
                    </a:lnTo>
                    <a:lnTo>
                      <a:pt x="94" y="47"/>
                    </a:lnTo>
                    <a:lnTo>
                      <a:pt x="97" y="47"/>
                    </a:lnTo>
                    <a:lnTo>
                      <a:pt x="97" y="47"/>
                    </a:lnTo>
                    <a:lnTo>
                      <a:pt x="97" y="47"/>
                    </a:lnTo>
                    <a:lnTo>
                      <a:pt x="99" y="47"/>
                    </a:lnTo>
                    <a:lnTo>
                      <a:pt x="99" y="47"/>
                    </a:lnTo>
                    <a:lnTo>
                      <a:pt x="99" y="47"/>
                    </a:lnTo>
                    <a:lnTo>
                      <a:pt x="99" y="47"/>
                    </a:lnTo>
                    <a:lnTo>
                      <a:pt x="99" y="47"/>
                    </a:lnTo>
                    <a:lnTo>
                      <a:pt x="101" y="47"/>
                    </a:lnTo>
                    <a:lnTo>
                      <a:pt x="101" y="49"/>
                    </a:lnTo>
                    <a:lnTo>
                      <a:pt x="101" y="49"/>
                    </a:lnTo>
                    <a:lnTo>
                      <a:pt x="101" y="49"/>
                    </a:lnTo>
                    <a:lnTo>
                      <a:pt x="104" y="49"/>
                    </a:lnTo>
                    <a:lnTo>
                      <a:pt x="104" y="52"/>
                    </a:lnTo>
                    <a:lnTo>
                      <a:pt x="104" y="52"/>
                    </a:lnTo>
                    <a:lnTo>
                      <a:pt x="104" y="52"/>
                    </a:lnTo>
                    <a:lnTo>
                      <a:pt x="104" y="54"/>
                    </a:lnTo>
                    <a:lnTo>
                      <a:pt x="104" y="54"/>
                    </a:lnTo>
                    <a:lnTo>
                      <a:pt x="104" y="54"/>
                    </a:lnTo>
                    <a:lnTo>
                      <a:pt x="106" y="54"/>
                    </a:lnTo>
                    <a:lnTo>
                      <a:pt x="106" y="56"/>
                    </a:lnTo>
                    <a:lnTo>
                      <a:pt x="106" y="56"/>
                    </a:lnTo>
                    <a:lnTo>
                      <a:pt x="106" y="56"/>
                    </a:lnTo>
                    <a:lnTo>
                      <a:pt x="106" y="56"/>
                    </a:lnTo>
                    <a:lnTo>
                      <a:pt x="106" y="56"/>
                    </a:lnTo>
                    <a:lnTo>
                      <a:pt x="108" y="56"/>
                    </a:lnTo>
                    <a:lnTo>
                      <a:pt x="108" y="59"/>
                    </a:lnTo>
                    <a:lnTo>
                      <a:pt x="108" y="59"/>
                    </a:lnTo>
                    <a:lnTo>
                      <a:pt x="106" y="59"/>
                    </a:lnTo>
                    <a:lnTo>
                      <a:pt x="106" y="61"/>
                    </a:lnTo>
                    <a:lnTo>
                      <a:pt x="108" y="61"/>
                    </a:lnTo>
                    <a:lnTo>
                      <a:pt x="108" y="61"/>
                    </a:lnTo>
                    <a:lnTo>
                      <a:pt x="108" y="64"/>
                    </a:lnTo>
                    <a:lnTo>
                      <a:pt x="108" y="64"/>
                    </a:lnTo>
                    <a:lnTo>
                      <a:pt x="108" y="66"/>
                    </a:lnTo>
                    <a:lnTo>
                      <a:pt x="108" y="66"/>
                    </a:lnTo>
                    <a:lnTo>
                      <a:pt x="108" y="66"/>
                    </a:lnTo>
                    <a:lnTo>
                      <a:pt x="108" y="68"/>
                    </a:lnTo>
                    <a:lnTo>
                      <a:pt x="106" y="68"/>
                    </a:lnTo>
                    <a:lnTo>
                      <a:pt x="106" y="68"/>
                    </a:lnTo>
                    <a:lnTo>
                      <a:pt x="106" y="71"/>
                    </a:lnTo>
                    <a:lnTo>
                      <a:pt x="106" y="71"/>
                    </a:lnTo>
                    <a:lnTo>
                      <a:pt x="106" y="71"/>
                    </a:lnTo>
                    <a:lnTo>
                      <a:pt x="106" y="73"/>
                    </a:lnTo>
                    <a:lnTo>
                      <a:pt x="106" y="73"/>
                    </a:lnTo>
                    <a:lnTo>
                      <a:pt x="106" y="73"/>
                    </a:lnTo>
                    <a:lnTo>
                      <a:pt x="108" y="73"/>
                    </a:lnTo>
                    <a:lnTo>
                      <a:pt x="108" y="73"/>
                    </a:lnTo>
                    <a:lnTo>
                      <a:pt x="111" y="73"/>
                    </a:lnTo>
                    <a:lnTo>
                      <a:pt x="111" y="73"/>
                    </a:lnTo>
                    <a:lnTo>
                      <a:pt x="111" y="73"/>
                    </a:lnTo>
                    <a:lnTo>
                      <a:pt x="113" y="73"/>
                    </a:lnTo>
                    <a:lnTo>
                      <a:pt x="113" y="75"/>
                    </a:lnTo>
                    <a:lnTo>
                      <a:pt x="113" y="75"/>
                    </a:lnTo>
                    <a:lnTo>
                      <a:pt x="113" y="75"/>
                    </a:lnTo>
                    <a:lnTo>
                      <a:pt x="116" y="75"/>
                    </a:lnTo>
                    <a:lnTo>
                      <a:pt x="116" y="75"/>
                    </a:lnTo>
                    <a:lnTo>
                      <a:pt x="116" y="75"/>
                    </a:lnTo>
                    <a:lnTo>
                      <a:pt x="118" y="75"/>
                    </a:lnTo>
                    <a:lnTo>
                      <a:pt x="118" y="75"/>
                    </a:lnTo>
                    <a:lnTo>
                      <a:pt x="118" y="75"/>
                    </a:lnTo>
                    <a:lnTo>
                      <a:pt x="120" y="75"/>
                    </a:lnTo>
                    <a:lnTo>
                      <a:pt x="120" y="75"/>
                    </a:lnTo>
                    <a:lnTo>
                      <a:pt x="120" y="75"/>
                    </a:lnTo>
                    <a:lnTo>
                      <a:pt x="123" y="75"/>
                    </a:lnTo>
                    <a:lnTo>
                      <a:pt x="123" y="75"/>
                    </a:lnTo>
                    <a:lnTo>
                      <a:pt x="123" y="78"/>
                    </a:lnTo>
                    <a:lnTo>
                      <a:pt x="123" y="78"/>
                    </a:lnTo>
                    <a:lnTo>
                      <a:pt x="123" y="78"/>
                    </a:lnTo>
                    <a:lnTo>
                      <a:pt x="125" y="78"/>
                    </a:lnTo>
                    <a:lnTo>
                      <a:pt x="125" y="80"/>
                    </a:lnTo>
                    <a:lnTo>
                      <a:pt x="125" y="80"/>
                    </a:lnTo>
                    <a:lnTo>
                      <a:pt x="125" y="80"/>
                    </a:lnTo>
                    <a:lnTo>
                      <a:pt x="125" y="80"/>
                    </a:lnTo>
                    <a:lnTo>
                      <a:pt x="127" y="80"/>
                    </a:lnTo>
                    <a:lnTo>
                      <a:pt x="127" y="80"/>
                    </a:lnTo>
                    <a:lnTo>
                      <a:pt x="127" y="82"/>
                    </a:lnTo>
                    <a:lnTo>
                      <a:pt x="130" y="82"/>
                    </a:lnTo>
                    <a:lnTo>
                      <a:pt x="130" y="82"/>
                    </a:lnTo>
                    <a:lnTo>
                      <a:pt x="130" y="82"/>
                    </a:lnTo>
                    <a:lnTo>
                      <a:pt x="130" y="82"/>
                    </a:lnTo>
                    <a:lnTo>
                      <a:pt x="132" y="82"/>
                    </a:lnTo>
                    <a:lnTo>
                      <a:pt x="132" y="85"/>
                    </a:lnTo>
                    <a:lnTo>
                      <a:pt x="132" y="85"/>
                    </a:lnTo>
                    <a:lnTo>
                      <a:pt x="132" y="85"/>
                    </a:lnTo>
                    <a:lnTo>
                      <a:pt x="134" y="85"/>
                    </a:lnTo>
                    <a:lnTo>
                      <a:pt x="134" y="85"/>
                    </a:lnTo>
                    <a:lnTo>
                      <a:pt x="134" y="85"/>
                    </a:lnTo>
                    <a:lnTo>
                      <a:pt x="137" y="85"/>
                    </a:lnTo>
                    <a:lnTo>
                      <a:pt x="137" y="85"/>
                    </a:lnTo>
                    <a:lnTo>
                      <a:pt x="137" y="85"/>
                    </a:lnTo>
                    <a:lnTo>
                      <a:pt x="139" y="85"/>
                    </a:lnTo>
                    <a:lnTo>
                      <a:pt x="139" y="85"/>
                    </a:lnTo>
                    <a:lnTo>
                      <a:pt x="139" y="85"/>
                    </a:lnTo>
                    <a:lnTo>
                      <a:pt x="139" y="85"/>
                    </a:lnTo>
                    <a:lnTo>
                      <a:pt x="139" y="85"/>
                    </a:lnTo>
                    <a:lnTo>
                      <a:pt x="142" y="85"/>
                    </a:lnTo>
                    <a:lnTo>
                      <a:pt x="142" y="85"/>
                    </a:lnTo>
                    <a:lnTo>
                      <a:pt x="142" y="87"/>
                    </a:lnTo>
                    <a:lnTo>
                      <a:pt x="144" y="87"/>
                    </a:lnTo>
                    <a:lnTo>
                      <a:pt x="144" y="87"/>
                    </a:lnTo>
                    <a:lnTo>
                      <a:pt x="144" y="87"/>
                    </a:lnTo>
                    <a:lnTo>
                      <a:pt x="144" y="87"/>
                    </a:lnTo>
                    <a:lnTo>
                      <a:pt x="146" y="87"/>
                    </a:lnTo>
                    <a:lnTo>
                      <a:pt x="146" y="87"/>
                    </a:lnTo>
                    <a:lnTo>
                      <a:pt x="146" y="87"/>
                    </a:lnTo>
                    <a:lnTo>
                      <a:pt x="146" y="90"/>
                    </a:lnTo>
                    <a:lnTo>
                      <a:pt x="146" y="90"/>
                    </a:lnTo>
                    <a:lnTo>
                      <a:pt x="146" y="90"/>
                    </a:lnTo>
                    <a:lnTo>
                      <a:pt x="146" y="92"/>
                    </a:lnTo>
                    <a:lnTo>
                      <a:pt x="149" y="92"/>
                    </a:lnTo>
                    <a:lnTo>
                      <a:pt x="149" y="92"/>
                    </a:lnTo>
                    <a:lnTo>
                      <a:pt x="149" y="94"/>
                    </a:lnTo>
                    <a:lnTo>
                      <a:pt x="149" y="94"/>
                    </a:lnTo>
                    <a:lnTo>
                      <a:pt x="151" y="94"/>
                    </a:lnTo>
                    <a:lnTo>
                      <a:pt x="151" y="94"/>
                    </a:lnTo>
                    <a:lnTo>
                      <a:pt x="151" y="94"/>
                    </a:lnTo>
                    <a:lnTo>
                      <a:pt x="151" y="97"/>
                    </a:lnTo>
                    <a:lnTo>
                      <a:pt x="151" y="97"/>
                    </a:lnTo>
                    <a:lnTo>
                      <a:pt x="151" y="97"/>
                    </a:lnTo>
                    <a:lnTo>
                      <a:pt x="151" y="97"/>
                    </a:lnTo>
                    <a:lnTo>
                      <a:pt x="151" y="99"/>
                    </a:lnTo>
                    <a:lnTo>
                      <a:pt x="151" y="99"/>
                    </a:lnTo>
                    <a:lnTo>
                      <a:pt x="151" y="101"/>
                    </a:lnTo>
                    <a:lnTo>
                      <a:pt x="151" y="101"/>
                    </a:lnTo>
                    <a:lnTo>
                      <a:pt x="151" y="104"/>
                    </a:lnTo>
                    <a:lnTo>
                      <a:pt x="151" y="104"/>
                    </a:lnTo>
                    <a:lnTo>
                      <a:pt x="151" y="104"/>
                    </a:lnTo>
                    <a:lnTo>
                      <a:pt x="151" y="106"/>
                    </a:lnTo>
                    <a:lnTo>
                      <a:pt x="151" y="106"/>
                    </a:lnTo>
                    <a:lnTo>
                      <a:pt x="149" y="106"/>
                    </a:lnTo>
                    <a:lnTo>
                      <a:pt x="149" y="106"/>
                    </a:lnTo>
                    <a:lnTo>
                      <a:pt x="146" y="106"/>
                    </a:lnTo>
                    <a:lnTo>
                      <a:pt x="146" y="106"/>
                    </a:lnTo>
                    <a:lnTo>
                      <a:pt x="146" y="106"/>
                    </a:lnTo>
                    <a:lnTo>
                      <a:pt x="146" y="106"/>
                    </a:lnTo>
                    <a:lnTo>
                      <a:pt x="146" y="106"/>
                    </a:lnTo>
                    <a:lnTo>
                      <a:pt x="146" y="106"/>
                    </a:lnTo>
                    <a:lnTo>
                      <a:pt x="144" y="106"/>
                    </a:lnTo>
                    <a:lnTo>
                      <a:pt x="144" y="106"/>
                    </a:lnTo>
                    <a:lnTo>
                      <a:pt x="144" y="106"/>
                    </a:lnTo>
                    <a:lnTo>
                      <a:pt x="142" y="106"/>
                    </a:lnTo>
                    <a:lnTo>
                      <a:pt x="142" y="106"/>
                    </a:lnTo>
                    <a:lnTo>
                      <a:pt x="139" y="106"/>
                    </a:lnTo>
                    <a:lnTo>
                      <a:pt x="139" y="106"/>
                    </a:lnTo>
                    <a:lnTo>
                      <a:pt x="139" y="106"/>
                    </a:lnTo>
                    <a:lnTo>
                      <a:pt x="137" y="106"/>
                    </a:lnTo>
                    <a:lnTo>
                      <a:pt x="137" y="106"/>
                    </a:lnTo>
                    <a:lnTo>
                      <a:pt x="137" y="106"/>
                    </a:lnTo>
                    <a:lnTo>
                      <a:pt x="137" y="106"/>
                    </a:lnTo>
                    <a:lnTo>
                      <a:pt x="134" y="106"/>
                    </a:lnTo>
                    <a:lnTo>
                      <a:pt x="134" y="106"/>
                    </a:lnTo>
                    <a:lnTo>
                      <a:pt x="134" y="106"/>
                    </a:lnTo>
                    <a:lnTo>
                      <a:pt x="132" y="106"/>
                    </a:lnTo>
                    <a:lnTo>
                      <a:pt x="132" y="106"/>
                    </a:lnTo>
                    <a:lnTo>
                      <a:pt x="132" y="106"/>
                    </a:lnTo>
                    <a:lnTo>
                      <a:pt x="132" y="109"/>
                    </a:lnTo>
                    <a:lnTo>
                      <a:pt x="132" y="109"/>
                    </a:lnTo>
                    <a:lnTo>
                      <a:pt x="132" y="111"/>
                    </a:lnTo>
                    <a:lnTo>
                      <a:pt x="132" y="111"/>
                    </a:lnTo>
                    <a:lnTo>
                      <a:pt x="132" y="111"/>
                    </a:lnTo>
                    <a:lnTo>
                      <a:pt x="132" y="113"/>
                    </a:lnTo>
                    <a:lnTo>
                      <a:pt x="134" y="113"/>
                    </a:lnTo>
                    <a:lnTo>
                      <a:pt x="134" y="113"/>
                    </a:lnTo>
                    <a:lnTo>
                      <a:pt x="134" y="113"/>
                    </a:lnTo>
                    <a:lnTo>
                      <a:pt x="134" y="116"/>
                    </a:lnTo>
                    <a:lnTo>
                      <a:pt x="134" y="116"/>
                    </a:lnTo>
                    <a:lnTo>
                      <a:pt x="137" y="116"/>
                    </a:lnTo>
                    <a:lnTo>
                      <a:pt x="137" y="116"/>
                    </a:lnTo>
                    <a:lnTo>
                      <a:pt x="137" y="118"/>
                    </a:lnTo>
                    <a:lnTo>
                      <a:pt x="137" y="118"/>
                    </a:lnTo>
                    <a:lnTo>
                      <a:pt x="137" y="118"/>
                    </a:lnTo>
                    <a:lnTo>
                      <a:pt x="137" y="120"/>
                    </a:lnTo>
                    <a:lnTo>
                      <a:pt x="137" y="120"/>
                    </a:lnTo>
                    <a:lnTo>
                      <a:pt x="137" y="123"/>
                    </a:lnTo>
                    <a:lnTo>
                      <a:pt x="137" y="123"/>
                    </a:lnTo>
                    <a:lnTo>
                      <a:pt x="139" y="123"/>
                    </a:lnTo>
                    <a:lnTo>
                      <a:pt x="139" y="123"/>
                    </a:lnTo>
                    <a:lnTo>
                      <a:pt x="139" y="123"/>
                    </a:lnTo>
                    <a:lnTo>
                      <a:pt x="139" y="125"/>
                    </a:lnTo>
                    <a:lnTo>
                      <a:pt x="139" y="12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6" name="Freeform 74"/>
              <p:cNvSpPr>
                <a:spLocks/>
              </p:cNvSpPr>
              <p:nvPr/>
            </p:nvSpPr>
            <p:spPr bwMode="auto">
              <a:xfrm>
                <a:off x="3854" y="2820"/>
                <a:ext cx="222" cy="208"/>
              </a:xfrm>
              <a:custGeom>
                <a:avLst/>
                <a:gdLst/>
                <a:ahLst/>
                <a:cxnLst>
                  <a:cxn ang="0">
                    <a:pos x="146" y="132"/>
                  </a:cxn>
                  <a:cxn ang="0">
                    <a:pos x="158" y="139"/>
                  </a:cxn>
                  <a:cxn ang="0">
                    <a:pos x="163" y="154"/>
                  </a:cxn>
                  <a:cxn ang="0">
                    <a:pos x="170" y="165"/>
                  </a:cxn>
                  <a:cxn ang="0">
                    <a:pos x="182" y="163"/>
                  </a:cxn>
                  <a:cxn ang="0">
                    <a:pos x="184" y="175"/>
                  </a:cxn>
                  <a:cxn ang="0">
                    <a:pos x="198" y="180"/>
                  </a:cxn>
                  <a:cxn ang="0">
                    <a:pos x="194" y="187"/>
                  </a:cxn>
                  <a:cxn ang="0">
                    <a:pos x="205" y="194"/>
                  </a:cxn>
                  <a:cxn ang="0">
                    <a:pos x="217" y="196"/>
                  </a:cxn>
                  <a:cxn ang="0">
                    <a:pos x="208" y="199"/>
                  </a:cxn>
                  <a:cxn ang="0">
                    <a:pos x="220" y="203"/>
                  </a:cxn>
                  <a:cxn ang="0">
                    <a:pos x="215" y="206"/>
                  </a:cxn>
                  <a:cxn ang="0">
                    <a:pos x="205" y="208"/>
                  </a:cxn>
                  <a:cxn ang="0">
                    <a:pos x="194" y="201"/>
                  </a:cxn>
                  <a:cxn ang="0">
                    <a:pos x="182" y="196"/>
                  </a:cxn>
                  <a:cxn ang="0">
                    <a:pos x="170" y="194"/>
                  </a:cxn>
                  <a:cxn ang="0">
                    <a:pos x="153" y="194"/>
                  </a:cxn>
                  <a:cxn ang="0">
                    <a:pos x="144" y="187"/>
                  </a:cxn>
                  <a:cxn ang="0">
                    <a:pos x="137" y="177"/>
                  </a:cxn>
                  <a:cxn ang="0">
                    <a:pos x="130" y="168"/>
                  </a:cxn>
                  <a:cxn ang="0">
                    <a:pos x="123" y="156"/>
                  </a:cxn>
                  <a:cxn ang="0">
                    <a:pos x="116" y="144"/>
                  </a:cxn>
                  <a:cxn ang="0">
                    <a:pos x="104" y="137"/>
                  </a:cxn>
                  <a:cxn ang="0">
                    <a:pos x="92" y="135"/>
                  </a:cxn>
                  <a:cxn ang="0">
                    <a:pos x="80" y="132"/>
                  </a:cxn>
                  <a:cxn ang="0">
                    <a:pos x="71" y="132"/>
                  </a:cxn>
                  <a:cxn ang="0">
                    <a:pos x="63" y="139"/>
                  </a:cxn>
                  <a:cxn ang="0">
                    <a:pos x="59" y="146"/>
                  </a:cxn>
                  <a:cxn ang="0">
                    <a:pos x="63" y="151"/>
                  </a:cxn>
                  <a:cxn ang="0">
                    <a:pos x="59" y="156"/>
                  </a:cxn>
                  <a:cxn ang="0">
                    <a:pos x="54" y="165"/>
                  </a:cxn>
                  <a:cxn ang="0">
                    <a:pos x="44" y="168"/>
                  </a:cxn>
                  <a:cxn ang="0">
                    <a:pos x="33" y="170"/>
                  </a:cxn>
                  <a:cxn ang="0">
                    <a:pos x="18" y="170"/>
                  </a:cxn>
                  <a:cxn ang="0">
                    <a:pos x="4" y="168"/>
                  </a:cxn>
                  <a:cxn ang="0">
                    <a:pos x="4" y="149"/>
                  </a:cxn>
                  <a:cxn ang="0">
                    <a:pos x="4" y="130"/>
                  </a:cxn>
                  <a:cxn ang="0">
                    <a:pos x="4" y="111"/>
                  </a:cxn>
                  <a:cxn ang="0">
                    <a:pos x="4" y="97"/>
                  </a:cxn>
                  <a:cxn ang="0">
                    <a:pos x="4" y="78"/>
                  </a:cxn>
                  <a:cxn ang="0">
                    <a:pos x="4" y="56"/>
                  </a:cxn>
                  <a:cxn ang="0">
                    <a:pos x="4" y="37"/>
                  </a:cxn>
                  <a:cxn ang="0">
                    <a:pos x="4" y="16"/>
                  </a:cxn>
                  <a:cxn ang="0">
                    <a:pos x="7" y="0"/>
                  </a:cxn>
                  <a:cxn ang="0">
                    <a:pos x="18" y="7"/>
                  </a:cxn>
                  <a:cxn ang="0">
                    <a:pos x="30" y="14"/>
                  </a:cxn>
                  <a:cxn ang="0">
                    <a:pos x="42" y="16"/>
                  </a:cxn>
                  <a:cxn ang="0">
                    <a:pos x="56" y="21"/>
                  </a:cxn>
                  <a:cxn ang="0">
                    <a:pos x="61" y="26"/>
                  </a:cxn>
                  <a:cxn ang="0">
                    <a:pos x="71" y="30"/>
                  </a:cxn>
                  <a:cxn ang="0">
                    <a:pos x="80" y="37"/>
                  </a:cxn>
                  <a:cxn ang="0">
                    <a:pos x="92" y="45"/>
                  </a:cxn>
                  <a:cxn ang="0">
                    <a:pos x="104" y="52"/>
                  </a:cxn>
                  <a:cxn ang="0">
                    <a:pos x="108" y="64"/>
                  </a:cxn>
                  <a:cxn ang="0">
                    <a:pos x="113" y="73"/>
                  </a:cxn>
                  <a:cxn ang="0">
                    <a:pos x="125" y="80"/>
                  </a:cxn>
                  <a:cxn ang="0">
                    <a:pos x="137" y="85"/>
                  </a:cxn>
                  <a:cxn ang="0">
                    <a:pos x="146" y="90"/>
                  </a:cxn>
                  <a:cxn ang="0">
                    <a:pos x="151" y="104"/>
                  </a:cxn>
                  <a:cxn ang="0">
                    <a:pos x="137" y="106"/>
                  </a:cxn>
                  <a:cxn ang="0">
                    <a:pos x="134" y="116"/>
                  </a:cxn>
                </a:cxnLst>
                <a:rect l="0" t="0" r="r" b="b"/>
                <a:pathLst>
                  <a:path w="222" h="208">
                    <a:moveTo>
                      <a:pt x="139" y="125"/>
                    </a:moveTo>
                    <a:lnTo>
                      <a:pt x="139" y="125"/>
                    </a:lnTo>
                    <a:lnTo>
                      <a:pt x="142" y="125"/>
                    </a:lnTo>
                    <a:lnTo>
                      <a:pt x="142" y="125"/>
                    </a:lnTo>
                    <a:lnTo>
                      <a:pt x="142" y="125"/>
                    </a:lnTo>
                    <a:lnTo>
                      <a:pt x="144" y="125"/>
                    </a:lnTo>
                    <a:lnTo>
                      <a:pt x="144" y="127"/>
                    </a:lnTo>
                    <a:lnTo>
                      <a:pt x="144" y="127"/>
                    </a:lnTo>
                    <a:lnTo>
                      <a:pt x="144" y="127"/>
                    </a:lnTo>
                    <a:lnTo>
                      <a:pt x="144" y="127"/>
                    </a:lnTo>
                    <a:lnTo>
                      <a:pt x="144" y="130"/>
                    </a:lnTo>
                    <a:lnTo>
                      <a:pt x="146" y="130"/>
                    </a:lnTo>
                    <a:lnTo>
                      <a:pt x="146" y="130"/>
                    </a:lnTo>
                    <a:lnTo>
                      <a:pt x="146" y="130"/>
                    </a:lnTo>
                    <a:lnTo>
                      <a:pt x="146" y="130"/>
                    </a:lnTo>
                    <a:lnTo>
                      <a:pt x="146" y="130"/>
                    </a:lnTo>
                    <a:lnTo>
                      <a:pt x="146" y="130"/>
                    </a:lnTo>
                    <a:lnTo>
                      <a:pt x="146" y="132"/>
                    </a:lnTo>
                    <a:lnTo>
                      <a:pt x="146" y="132"/>
                    </a:lnTo>
                    <a:lnTo>
                      <a:pt x="149" y="132"/>
                    </a:lnTo>
                    <a:lnTo>
                      <a:pt x="149" y="135"/>
                    </a:lnTo>
                    <a:lnTo>
                      <a:pt x="149" y="135"/>
                    </a:lnTo>
                    <a:lnTo>
                      <a:pt x="149" y="135"/>
                    </a:lnTo>
                    <a:lnTo>
                      <a:pt x="149" y="135"/>
                    </a:lnTo>
                    <a:lnTo>
                      <a:pt x="151" y="135"/>
                    </a:lnTo>
                    <a:lnTo>
                      <a:pt x="151" y="135"/>
                    </a:lnTo>
                    <a:lnTo>
                      <a:pt x="151" y="135"/>
                    </a:lnTo>
                    <a:lnTo>
                      <a:pt x="153" y="135"/>
                    </a:lnTo>
                    <a:lnTo>
                      <a:pt x="153" y="137"/>
                    </a:lnTo>
                    <a:lnTo>
                      <a:pt x="153" y="137"/>
                    </a:lnTo>
                    <a:lnTo>
                      <a:pt x="153" y="137"/>
                    </a:lnTo>
                    <a:lnTo>
                      <a:pt x="153" y="137"/>
                    </a:lnTo>
                    <a:lnTo>
                      <a:pt x="153" y="139"/>
                    </a:lnTo>
                    <a:lnTo>
                      <a:pt x="156" y="139"/>
                    </a:lnTo>
                    <a:lnTo>
                      <a:pt x="156" y="139"/>
                    </a:lnTo>
                    <a:lnTo>
                      <a:pt x="158" y="139"/>
                    </a:lnTo>
                    <a:lnTo>
                      <a:pt x="158" y="139"/>
                    </a:lnTo>
                    <a:lnTo>
                      <a:pt x="158" y="139"/>
                    </a:lnTo>
                    <a:lnTo>
                      <a:pt x="158" y="142"/>
                    </a:lnTo>
                    <a:lnTo>
                      <a:pt x="158" y="142"/>
                    </a:lnTo>
                    <a:lnTo>
                      <a:pt x="158" y="144"/>
                    </a:lnTo>
                    <a:lnTo>
                      <a:pt x="158" y="144"/>
                    </a:lnTo>
                    <a:lnTo>
                      <a:pt x="158" y="144"/>
                    </a:lnTo>
                    <a:lnTo>
                      <a:pt x="158" y="146"/>
                    </a:lnTo>
                    <a:lnTo>
                      <a:pt x="160" y="146"/>
                    </a:lnTo>
                    <a:lnTo>
                      <a:pt x="160" y="146"/>
                    </a:lnTo>
                    <a:lnTo>
                      <a:pt x="160" y="146"/>
                    </a:lnTo>
                    <a:lnTo>
                      <a:pt x="160" y="149"/>
                    </a:lnTo>
                    <a:lnTo>
                      <a:pt x="160" y="149"/>
                    </a:lnTo>
                    <a:lnTo>
                      <a:pt x="160" y="151"/>
                    </a:lnTo>
                    <a:lnTo>
                      <a:pt x="160" y="151"/>
                    </a:lnTo>
                    <a:lnTo>
                      <a:pt x="160" y="154"/>
                    </a:lnTo>
                    <a:lnTo>
                      <a:pt x="160" y="154"/>
                    </a:lnTo>
                    <a:lnTo>
                      <a:pt x="163" y="154"/>
                    </a:lnTo>
                    <a:lnTo>
                      <a:pt x="163" y="154"/>
                    </a:lnTo>
                    <a:lnTo>
                      <a:pt x="163" y="154"/>
                    </a:lnTo>
                    <a:lnTo>
                      <a:pt x="163" y="154"/>
                    </a:lnTo>
                    <a:lnTo>
                      <a:pt x="163" y="156"/>
                    </a:lnTo>
                    <a:lnTo>
                      <a:pt x="165" y="156"/>
                    </a:lnTo>
                    <a:lnTo>
                      <a:pt x="165" y="156"/>
                    </a:lnTo>
                    <a:lnTo>
                      <a:pt x="165" y="156"/>
                    </a:lnTo>
                    <a:lnTo>
                      <a:pt x="165" y="156"/>
                    </a:lnTo>
                    <a:lnTo>
                      <a:pt x="165" y="158"/>
                    </a:lnTo>
                    <a:lnTo>
                      <a:pt x="165" y="158"/>
                    </a:lnTo>
                    <a:lnTo>
                      <a:pt x="165" y="161"/>
                    </a:lnTo>
                    <a:lnTo>
                      <a:pt x="165" y="161"/>
                    </a:lnTo>
                    <a:lnTo>
                      <a:pt x="165" y="161"/>
                    </a:lnTo>
                    <a:lnTo>
                      <a:pt x="165" y="163"/>
                    </a:lnTo>
                    <a:lnTo>
                      <a:pt x="165" y="163"/>
                    </a:lnTo>
                    <a:lnTo>
                      <a:pt x="168" y="163"/>
                    </a:lnTo>
                    <a:lnTo>
                      <a:pt x="168" y="165"/>
                    </a:lnTo>
                    <a:lnTo>
                      <a:pt x="168" y="165"/>
                    </a:lnTo>
                    <a:lnTo>
                      <a:pt x="168" y="165"/>
                    </a:lnTo>
                    <a:lnTo>
                      <a:pt x="170" y="165"/>
                    </a:lnTo>
                    <a:lnTo>
                      <a:pt x="170" y="165"/>
                    </a:lnTo>
                    <a:lnTo>
                      <a:pt x="170" y="165"/>
                    </a:lnTo>
                    <a:lnTo>
                      <a:pt x="172" y="165"/>
                    </a:lnTo>
                    <a:lnTo>
                      <a:pt x="172" y="165"/>
                    </a:lnTo>
                    <a:lnTo>
                      <a:pt x="172" y="165"/>
                    </a:lnTo>
                    <a:lnTo>
                      <a:pt x="172" y="165"/>
                    </a:lnTo>
                    <a:lnTo>
                      <a:pt x="175" y="165"/>
                    </a:lnTo>
                    <a:lnTo>
                      <a:pt x="175" y="165"/>
                    </a:lnTo>
                    <a:lnTo>
                      <a:pt x="177" y="165"/>
                    </a:lnTo>
                    <a:lnTo>
                      <a:pt x="177" y="165"/>
                    </a:lnTo>
                    <a:lnTo>
                      <a:pt x="177" y="163"/>
                    </a:lnTo>
                    <a:lnTo>
                      <a:pt x="177" y="163"/>
                    </a:lnTo>
                    <a:lnTo>
                      <a:pt x="179" y="163"/>
                    </a:lnTo>
                    <a:lnTo>
                      <a:pt x="179" y="163"/>
                    </a:lnTo>
                    <a:lnTo>
                      <a:pt x="179" y="163"/>
                    </a:lnTo>
                    <a:lnTo>
                      <a:pt x="179" y="163"/>
                    </a:lnTo>
                    <a:lnTo>
                      <a:pt x="179" y="163"/>
                    </a:lnTo>
                    <a:lnTo>
                      <a:pt x="179" y="163"/>
                    </a:lnTo>
                    <a:lnTo>
                      <a:pt x="182" y="163"/>
                    </a:lnTo>
                    <a:lnTo>
                      <a:pt x="182" y="163"/>
                    </a:lnTo>
                    <a:lnTo>
                      <a:pt x="182" y="163"/>
                    </a:lnTo>
                    <a:lnTo>
                      <a:pt x="184" y="163"/>
                    </a:lnTo>
                    <a:lnTo>
                      <a:pt x="184" y="165"/>
                    </a:lnTo>
                    <a:lnTo>
                      <a:pt x="184" y="165"/>
                    </a:lnTo>
                    <a:lnTo>
                      <a:pt x="184" y="165"/>
                    </a:lnTo>
                    <a:lnTo>
                      <a:pt x="184" y="168"/>
                    </a:lnTo>
                    <a:lnTo>
                      <a:pt x="184" y="168"/>
                    </a:lnTo>
                    <a:lnTo>
                      <a:pt x="182" y="168"/>
                    </a:lnTo>
                    <a:lnTo>
                      <a:pt x="182" y="168"/>
                    </a:lnTo>
                    <a:lnTo>
                      <a:pt x="182" y="170"/>
                    </a:lnTo>
                    <a:lnTo>
                      <a:pt x="182" y="170"/>
                    </a:lnTo>
                    <a:lnTo>
                      <a:pt x="182" y="173"/>
                    </a:lnTo>
                    <a:lnTo>
                      <a:pt x="179" y="173"/>
                    </a:lnTo>
                    <a:lnTo>
                      <a:pt x="179" y="173"/>
                    </a:lnTo>
                    <a:lnTo>
                      <a:pt x="179" y="175"/>
                    </a:lnTo>
                    <a:lnTo>
                      <a:pt x="179" y="175"/>
                    </a:lnTo>
                    <a:lnTo>
                      <a:pt x="182" y="175"/>
                    </a:lnTo>
                    <a:lnTo>
                      <a:pt x="182" y="175"/>
                    </a:lnTo>
                    <a:lnTo>
                      <a:pt x="182" y="175"/>
                    </a:lnTo>
                    <a:lnTo>
                      <a:pt x="184" y="175"/>
                    </a:lnTo>
                    <a:lnTo>
                      <a:pt x="184" y="175"/>
                    </a:lnTo>
                    <a:lnTo>
                      <a:pt x="184" y="177"/>
                    </a:lnTo>
                    <a:lnTo>
                      <a:pt x="184" y="177"/>
                    </a:lnTo>
                    <a:lnTo>
                      <a:pt x="187" y="177"/>
                    </a:lnTo>
                    <a:lnTo>
                      <a:pt x="187" y="177"/>
                    </a:lnTo>
                    <a:lnTo>
                      <a:pt x="187" y="177"/>
                    </a:lnTo>
                    <a:lnTo>
                      <a:pt x="187" y="177"/>
                    </a:lnTo>
                    <a:lnTo>
                      <a:pt x="189" y="177"/>
                    </a:lnTo>
                    <a:lnTo>
                      <a:pt x="189" y="177"/>
                    </a:lnTo>
                    <a:lnTo>
                      <a:pt x="191" y="177"/>
                    </a:lnTo>
                    <a:lnTo>
                      <a:pt x="191" y="177"/>
                    </a:lnTo>
                    <a:lnTo>
                      <a:pt x="191" y="177"/>
                    </a:lnTo>
                    <a:lnTo>
                      <a:pt x="194" y="177"/>
                    </a:lnTo>
                    <a:lnTo>
                      <a:pt x="194" y="177"/>
                    </a:lnTo>
                    <a:lnTo>
                      <a:pt x="196" y="177"/>
                    </a:lnTo>
                    <a:lnTo>
                      <a:pt x="196" y="180"/>
                    </a:lnTo>
                    <a:lnTo>
                      <a:pt x="196" y="180"/>
                    </a:lnTo>
                    <a:lnTo>
                      <a:pt x="196" y="180"/>
                    </a:lnTo>
                    <a:lnTo>
                      <a:pt x="198" y="180"/>
                    </a:lnTo>
                    <a:lnTo>
                      <a:pt x="198" y="180"/>
                    </a:lnTo>
                    <a:lnTo>
                      <a:pt x="198" y="180"/>
                    </a:lnTo>
                    <a:lnTo>
                      <a:pt x="198" y="180"/>
                    </a:lnTo>
                    <a:lnTo>
                      <a:pt x="198" y="182"/>
                    </a:lnTo>
                    <a:lnTo>
                      <a:pt x="198" y="182"/>
                    </a:lnTo>
                    <a:lnTo>
                      <a:pt x="198" y="182"/>
                    </a:lnTo>
                    <a:lnTo>
                      <a:pt x="198" y="182"/>
                    </a:lnTo>
                    <a:lnTo>
                      <a:pt x="198" y="184"/>
                    </a:lnTo>
                    <a:lnTo>
                      <a:pt x="196" y="184"/>
                    </a:lnTo>
                    <a:lnTo>
                      <a:pt x="196" y="184"/>
                    </a:lnTo>
                    <a:lnTo>
                      <a:pt x="196" y="184"/>
                    </a:lnTo>
                    <a:lnTo>
                      <a:pt x="194" y="184"/>
                    </a:lnTo>
                    <a:lnTo>
                      <a:pt x="194" y="184"/>
                    </a:lnTo>
                    <a:lnTo>
                      <a:pt x="194" y="184"/>
                    </a:lnTo>
                    <a:lnTo>
                      <a:pt x="191" y="184"/>
                    </a:lnTo>
                    <a:lnTo>
                      <a:pt x="191" y="184"/>
                    </a:lnTo>
                    <a:lnTo>
                      <a:pt x="194" y="184"/>
                    </a:lnTo>
                    <a:lnTo>
                      <a:pt x="194" y="184"/>
                    </a:lnTo>
                    <a:lnTo>
                      <a:pt x="194" y="187"/>
                    </a:lnTo>
                    <a:lnTo>
                      <a:pt x="194" y="187"/>
                    </a:lnTo>
                    <a:lnTo>
                      <a:pt x="196" y="187"/>
                    </a:lnTo>
                    <a:lnTo>
                      <a:pt x="196" y="189"/>
                    </a:lnTo>
                    <a:lnTo>
                      <a:pt x="196" y="189"/>
                    </a:lnTo>
                    <a:lnTo>
                      <a:pt x="196" y="189"/>
                    </a:lnTo>
                    <a:lnTo>
                      <a:pt x="196" y="189"/>
                    </a:lnTo>
                    <a:lnTo>
                      <a:pt x="198" y="189"/>
                    </a:lnTo>
                    <a:lnTo>
                      <a:pt x="198" y="189"/>
                    </a:lnTo>
                    <a:lnTo>
                      <a:pt x="198" y="189"/>
                    </a:lnTo>
                    <a:lnTo>
                      <a:pt x="198" y="191"/>
                    </a:lnTo>
                    <a:lnTo>
                      <a:pt x="201" y="191"/>
                    </a:lnTo>
                    <a:lnTo>
                      <a:pt x="201" y="191"/>
                    </a:lnTo>
                    <a:lnTo>
                      <a:pt x="203" y="191"/>
                    </a:lnTo>
                    <a:lnTo>
                      <a:pt x="203" y="191"/>
                    </a:lnTo>
                    <a:lnTo>
                      <a:pt x="203" y="191"/>
                    </a:lnTo>
                    <a:lnTo>
                      <a:pt x="203" y="191"/>
                    </a:lnTo>
                    <a:lnTo>
                      <a:pt x="203" y="194"/>
                    </a:lnTo>
                    <a:lnTo>
                      <a:pt x="205" y="194"/>
                    </a:lnTo>
                    <a:lnTo>
                      <a:pt x="205" y="194"/>
                    </a:lnTo>
                    <a:lnTo>
                      <a:pt x="205" y="194"/>
                    </a:lnTo>
                    <a:lnTo>
                      <a:pt x="208" y="194"/>
                    </a:lnTo>
                    <a:lnTo>
                      <a:pt x="208" y="194"/>
                    </a:lnTo>
                    <a:lnTo>
                      <a:pt x="210" y="194"/>
                    </a:lnTo>
                    <a:lnTo>
                      <a:pt x="210" y="194"/>
                    </a:lnTo>
                    <a:lnTo>
                      <a:pt x="210" y="194"/>
                    </a:lnTo>
                    <a:lnTo>
                      <a:pt x="210" y="194"/>
                    </a:lnTo>
                    <a:lnTo>
                      <a:pt x="210" y="194"/>
                    </a:lnTo>
                    <a:lnTo>
                      <a:pt x="213" y="194"/>
                    </a:lnTo>
                    <a:lnTo>
                      <a:pt x="213" y="194"/>
                    </a:lnTo>
                    <a:lnTo>
                      <a:pt x="213" y="194"/>
                    </a:lnTo>
                    <a:lnTo>
                      <a:pt x="215" y="194"/>
                    </a:lnTo>
                    <a:lnTo>
                      <a:pt x="215" y="194"/>
                    </a:lnTo>
                    <a:lnTo>
                      <a:pt x="215" y="194"/>
                    </a:lnTo>
                    <a:lnTo>
                      <a:pt x="217" y="194"/>
                    </a:lnTo>
                    <a:lnTo>
                      <a:pt x="217" y="194"/>
                    </a:lnTo>
                    <a:lnTo>
                      <a:pt x="217" y="194"/>
                    </a:lnTo>
                    <a:lnTo>
                      <a:pt x="217" y="194"/>
                    </a:lnTo>
                    <a:lnTo>
                      <a:pt x="217" y="196"/>
                    </a:lnTo>
                    <a:lnTo>
                      <a:pt x="215" y="196"/>
                    </a:lnTo>
                    <a:lnTo>
                      <a:pt x="215" y="196"/>
                    </a:lnTo>
                    <a:lnTo>
                      <a:pt x="215" y="196"/>
                    </a:lnTo>
                    <a:lnTo>
                      <a:pt x="213" y="196"/>
                    </a:lnTo>
                    <a:lnTo>
                      <a:pt x="213" y="196"/>
                    </a:lnTo>
                    <a:lnTo>
                      <a:pt x="213" y="196"/>
                    </a:lnTo>
                    <a:lnTo>
                      <a:pt x="213" y="199"/>
                    </a:lnTo>
                    <a:lnTo>
                      <a:pt x="210" y="199"/>
                    </a:lnTo>
                    <a:lnTo>
                      <a:pt x="210" y="199"/>
                    </a:lnTo>
                    <a:lnTo>
                      <a:pt x="210" y="199"/>
                    </a:lnTo>
                    <a:lnTo>
                      <a:pt x="208" y="199"/>
                    </a:lnTo>
                    <a:lnTo>
                      <a:pt x="208" y="196"/>
                    </a:lnTo>
                    <a:lnTo>
                      <a:pt x="208" y="196"/>
                    </a:lnTo>
                    <a:lnTo>
                      <a:pt x="205" y="196"/>
                    </a:lnTo>
                    <a:lnTo>
                      <a:pt x="205" y="196"/>
                    </a:lnTo>
                    <a:lnTo>
                      <a:pt x="205" y="199"/>
                    </a:lnTo>
                    <a:lnTo>
                      <a:pt x="205" y="199"/>
                    </a:lnTo>
                    <a:lnTo>
                      <a:pt x="208" y="199"/>
                    </a:lnTo>
                    <a:lnTo>
                      <a:pt x="208" y="199"/>
                    </a:lnTo>
                    <a:lnTo>
                      <a:pt x="208" y="199"/>
                    </a:lnTo>
                    <a:lnTo>
                      <a:pt x="210" y="199"/>
                    </a:lnTo>
                    <a:lnTo>
                      <a:pt x="210" y="199"/>
                    </a:lnTo>
                    <a:lnTo>
                      <a:pt x="210" y="201"/>
                    </a:lnTo>
                    <a:lnTo>
                      <a:pt x="210" y="201"/>
                    </a:lnTo>
                    <a:lnTo>
                      <a:pt x="213" y="201"/>
                    </a:lnTo>
                    <a:lnTo>
                      <a:pt x="213" y="201"/>
                    </a:lnTo>
                    <a:lnTo>
                      <a:pt x="213" y="201"/>
                    </a:lnTo>
                    <a:lnTo>
                      <a:pt x="213" y="203"/>
                    </a:lnTo>
                    <a:lnTo>
                      <a:pt x="213" y="203"/>
                    </a:lnTo>
                    <a:lnTo>
                      <a:pt x="215" y="203"/>
                    </a:lnTo>
                    <a:lnTo>
                      <a:pt x="215" y="201"/>
                    </a:lnTo>
                    <a:lnTo>
                      <a:pt x="215" y="201"/>
                    </a:lnTo>
                    <a:lnTo>
                      <a:pt x="217" y="201"/>
                    </a:lnTo>
                    <a:lnTo>
                      <a:pt x="217" y="201"/>
                    </a:lnTo>
                    <a:lnTo>
                      <a:pt x="217" y="203"/>
                    </a:lnTo>
                    <a:lnTo>
                      <a:pt x="217" y="203"/>
                    </a:lnTo>
                    <a:lnTo>
                      <a:pt x="217" y="203"/>
                    </a:lnTo>
                    <a:lnTo>
                      <a:pt x="220" y="203"/>
                    </a:lnTo>
                    <a:lnTo>
                      <a:pt x="220" y="203"/>
                    </a:lnTo>
                    <a:lnTo>
                      <a:pt x="220" y="203"/>
                    </a:lnTo>
                    <a:lnTo>
                      <a:pt x="220" y="203"/>
                    </a:lnTo>
                    <a:lnTo>
                      <a:pt x="220" y="203"/>
                    </a:lnTo>
                    <a:lnTo>
                      <a:pt x="220" y="206"/>
                    </a:lnTo>
                    <a:lnTo>
                      <a:pt x="222" y="206"/>
                    </a:lnTo>
                    <a:lnTo>
                      <a:pt x="222" y="206"/>
                    </a:lnTo>
                    <a:lnTo>
                      <a:pt x="222" y="206"/>
                    </a:lnTo>
                    <a:lnTo>
                      <a:pt x="220" y="206"/>
                    </a:lnTo>
                    <a:lnTo>
                      <a:pt x="220" y="206"/>
                    </a:lnTo>
                    <a:lnTo>
                      <a:pt x="220" y="206"/>
                    </a:lnTo>
                    <a:lnTo>
                      <a:pt x="220" y="206"/>
                    </a:lnTo>
                    <a:lnTo>
                      <a:pt x="217" y="206"/>
                    </a:lnTo>
                    <a:lnTo>
                      <a:pt x="217" y="206"/>
                    </a:lnTo>
                    <a:lnTo>
                      <a:pt x="217" y="206"/>
                    </a:lnTo>
                    <a:lnTo>
                      <a:pt x="217" y="206"/>
                    </a:lnTo>
                    <a:lnTo>
                      <a:pt x="217" y="206"/>
                    </a:lnTo>
                    <a:lnTo>
                      <a:pt x="215" y="206"/>
                    </a:lnTo>
                    <a:lnTo>
                      <a:pt x="215" y="206"/>
                    </a:lnTo>
                    <a:lnTo>
                      <a:pt x="213" y="206"/>
                    </a:lnTo>
                    <a:lnTo>
                      <a:pt x="213" y="206"/>
                    </a:lnTo>
                    <a:lnTo>
                      <a:pt x="213" y="208"/>
                    </a:lnTo>
                    <a:lnTo>
                      <a:pt x="213" y="208"/>
                    </a:lnTo>
                    <a:lnTo>
                      <a:pt x="213" y="206"/>
                    </a:lnTo>
                    <a:lnTo>
                      <a:pt x="213" y="206"/>
                    </a:lnTo>
                    <a:lnTo>
                      <a:pt x="213" y="206"/>
                    </a:lnTo>
                    <a:lnTo>
                      <a:pt x="210" y="206"/>
                    </a:lnTo>
                    <a:lnTo>
                      <a:pt x="210" y="206"/>
                    </a:lnTo>
                    <a:lnTo>
                      <a:pt x="210" y="206"/>
                    </a:lnTo>
                    <a:lnTo>
                      <a:pt x="210" y="206"/>
                    </a:lnTo>
                    <a:lnTo>
                      <a:pt x="210" y="206"/>
                    </a:lnTo>
                    <a:lnTo>
                      <a:pt x="208" y="206"/>
                    </a:lnTo>
                    <a:lnTo>
                      <a:pt x="208" y="206"/>
                    </a:lnTo>
                    <a:lnTo>
                      <a:pt x="208" y="206"/>
                    </a:lnTo>
                    <a:lnTo>
                      <a:pt x="205" y="206"/>
                    </a:lnTo>
                    <a:lnTo>
                      <a:pt x="205" y="206"/>
                    </a:lnTo>
                    <a:lnTo>
                      <a:pt x="205" y="206"/>
                    </a:lnTo>
                    <a:lnTo>
                      <a:pt x="205" y="208"/>
                    </a:lnTo>
                    <a:lnTo>
                      <a:pt x="203" y="208"/>
                    </a:lnTo>
                    <a:lnTo>
                      <a:pt x="203" y="208"/>
                    </a:lnTo>
                    <a:lnTo>
                      <a:pt x="203" y="208"/>
                    </a:lnTo>
                    <a:lnTo>
                      <a:pt x="203" y="206"/>
                    </a:lnTo>
                    <a:lnTo>
                      <a:pt x="201" y="206"/>
                    </a:lnTo>
                    <a:lnTo>
                      <a:pt x="201" y="206"/>
                    </a:lnTo>
                    <a:lnTo>
                      <a:pt x="198" y="206"/>
                    </a:lnTo>
                    <a:lnTo>
                      <a:pt x="198" y="206"/>
                    </a:lnTo>
                    <a:lnTo>
                      <a:pt x="198" y="206"/>
                    </a:lnTo>
                    <a:lnTo>
                      <a:pt x="198" y="206"/>
                    </a:lnTo>
                    <a:lnTo>
                      <a:pt x="198" y="206"/>
                    </a:lnTo>
                    <a:lnTo>
                      <a:pt x="196" y="206"/>
                    </a:lnTo>
                    <a:lnTo>
                      <a:pt x="196" y="206"/>
                    </a:lnTo>
                    <a:lnTo>
                      <a:pt x="196" y="203"/>
                    </a:lnTo>
                    <a:lnTo>
                      <a:pt x="196" y="203"/>
                    </a:lnTo>
                    <a:lnTo>
                      <a:pt x="194" y="203"/>
                    </a:lnTo>
                    <a:lnTo>
                      <a:pt x="194" y="203"/>
                    </a:lnTo>
                    <a:lnTo>
                      <a:pt x="194" y="203"/>
                    </a:lnTo>
                    <a:lnTo>
                      <a:pt x="194" y="201"/>
                    </a:lnTo>
                    <a:lnTo>
                      <a:pt x="194" y="201"/>
                    </a:lnTo>
                    <a:lnTo>
                      <a:pt x="194" y="201"/>
                    </a:lnTo>
                    <a:lnTo>
                      <a:pt x="194" y="199"/>
                    </a:lnTo>
                    <a:lnTo>
                      <a:pt x="194" y="199"/>
                    </a:lnTo>
                    <a:lnTo>
                      <a:pt x="194" y="199"/>
                    </a:lnTo>
                    <a:lnTo>
                      <a:pt x="191" y="199"/>
                    </a:lnTo>
                    <a:lnTo>
                      <a:pt x="191" y="199"/>
                    </a:lnTo>
                    <a:lnTo>
                      <a:pt x="191" y="199"/>
                    </a:lnTo>
                    <a:lnTo>
                      <a:pt x="189" y="199"/>
                    </a:lnTo>
                    <a:lnTo>
                      <a:pt x="189" y="199"/>
                    </a:lnTo>
                    <a:lnTo>
                      <a:pt x="187" y="199"/>
                    </a:lnTo>
                    <a:lnTo>
                      <a:pt x="187" y="199"/>
                    </a:lnTo>
                    <a:lnTo>
                      <a:pt x="187" y="199"/>
                    </a:lnTo>
                    <a:lnTo>
                      <a:pt x="184" y="199"/>
                    </a:lnTo>
                    <a:lnTo>
                      <a:pt x="184" y="196"/>
                    </a:lnTo>
                    <a:lnTo>
                      <a:pt x="184" y="196"/>
                    </a:lnTo>
                    <a:lnTo>
                      <a:pt x="184" y="196"/>
                    </a:lnTo>
                    <a:lnTo>
                      <a:pt x="182" y="196"/>
                    </a:lnTo>
                    <a:lnTo>
                      <a:pt x="182" y="196"/>
                    </a:lnTo>
                    <a:lnTo>
                      <a:pt x="182" y="196"/>
                    </a:lnTo>
                    <a:lnTo>
                      <a:pt x="179" y="196"/>
                    </a:lnTo>
                    <a:lnTo>
                      <a:pt x="179" y="196"/>
                    </a:lnTo>
                    <a:lnTo>
                      <a:pt x="179" y="194"/>
                    </a:lnTo>
                    <a:lnTo>
                      <a:pt x="179" y="194"/>
                    </a:lnTo>
                    <a:lnTo>
                      <a:pt x="177" y="194"/>
                    </a:lnTo>
                    <a:lnTo>
                      <a:pt x="177" y="194"/>
                    </a:lnTo>
                    <a:lnTo>
                      <a:pt x="177" y="196"/>
                    </a:lnTo>
                    <a:lnTo>
                      <a:pt x="177" y="196"/>
                    </a:lnTo>
                    <a:lnTo>
                      <a:pt x="175" y="196"/>
                    </a:lnTo>
                    <a:lnTo>
                      <a:pt x="175" y="196"/>
                    </a:lnTo>
                    <a:lnTo>
                      <a:pt x="175" y="194"/>
                    </a:lnTo>
                    <a:lnTo>
                      <a:pt x="172" y="194"/>
                    </a:lnTo>
                    <a:lnTo>
                      <a:pt x="172" y="194"/>
                    </a:lnTo>
                    <a:lnTo>
                      <a:pt x="172" y="194"/>
                    </a:lnTo>
                    <a:lnTo>
                      <a:pt x="170" y="194"/>
                    </a:lnTo>
                    <a:lnTo>
                      <a:pt x="170" y="194"/>
                    </a:lnTo>
                    <a:lnTo>
                      <a:pt x="170" y="194"/>
                    </a:lnTo>
                    <a:lnTo>
                      <a:pt x="170" y="194"/>
                    </a:lnTo>
                    <a:lnTo>
                      <a:pt x="168" y="194"/>
                    </a:lnTo>
                    <a:lnTo>
                      <a:pt x="168" y="194"/>
                    </a:lnTo>
                    <a:lnTo>
                      <a:pt x="165" y="194"/>
                    </a:lnTo>
                    <a:lnTo>
                      <a:pt x="165" y="194"/>
                    </a:lnTo>
                    <a:lnTo>
                      <a:pt x="165" y="194"/>
                    </a:lnTo>
                    <a:lnTo>
                      <a:pt x="163" y="194"/>
                    </a:lnTo>
                    <a:lnTo>
                      <a:pt x="163" y="194"/>
                    </a:lnTo>
                    <a:lnTo>
                      <a:pt x="163" y="194"/>
                    </a:lnTo>
                    <a:lnTo>
                      <a:pt x="163" y="194"/>
                    </a:lnTo>
                    <a:lnTo>
                      <a:pt x="160" y="194"/>
                    </a:lnTo>
                    <a:lnTo>
                      <a:pt x="160" y="194"/>
                    </a:lnTo>
                    <a:lnTo>
                      <a:pt x="160" y="191"/>
                    </a:lnTo>
                    <a:lnTo>
                      <a:pt x="158" y="191"/>
                    </a:lnTo>
                    <a:lnTo>
                      <a:pt x="158" y="191"/>
                    </a:lnTo>
                    <a:lnTo>
                      <a:pt x="158" y="194"/>
                    </a:lnTo>
                    <a:lnTo>
                      <a:pt x="158" y="194"/>
                    </a:lnTo>
                    <a:lnTo>
                      <a:pt x="156" y="194"/>
                    </a:lnTo>
                    <a:lnTo>
                      <a:pt x="156" y="194"/>
                    </a:lnTo>
                    <a:lnTo>
                      <a:pt x="153" y="194"/>
                    </a:lnTo>
                    <a:lnTo>
                      <a:pt x="153" y="194"/>
                    </a:lnTo>
                    <a:lnTo>
                      <a:pt x="153" y="194"/>
                    </a:lnTo>
                    <a:lnTo>
                      <a:pt x="153" y="191"/>
                    </a:lnTo>
                    <a:lnTo>
                      <a:pt x="151" y="191"/>
                    </a:lnTo>
                    <a:lnTo>
                      <a:pt x="151" y="191"/>
                    </a:lnTo>
                    <a:lnTo>
                      <a:pt x="151" y="191"/>
                    </a:lnTo>
                    <a:lnTo>
                      <a:pt x="151" y="191"/>
                    </a:lnTo>
                    <a:lnTo>
                      <a:pt x="149" y="191"/>
                    </a:lnTo>
                    <a:lnTo>
                      <a:pt x="149" y="191"/>
                    </a:lnTo>
                    <a:lnTo>
                      <a:pt x="149" y="191"/>
                    </a:lnTo>
                    <a:lnTo>
                      <a:pt x="149" y="191"/>
                    </a:lnTo>
                    <a:lnTo>
                      <a:pt x="149" y="189"/>
                    </a:lnTo>
                    <a:lnTo>
                      <a:pt x="146" y="189"/>
                    </a:lnTo>
                    <a:lnTo>
                      <a:pt x="146" y="189"/>
                    </a:lnTo>
                    <a:lnTo>
                      <a:pt x="146" y="189"/>
                    </a:lnTo>
                    <a:lnTo>
                      <a:pt x="146" y="189"/>
                    </a:lnTo>
                    <a:lnTo>
                      <a:pt x="146" y="187"/>
                    </a:lnTo>
                    <a:lnTo>
                      <a:pt x="144" y="187"/>
                    </a:lnTo>
                    <a:lnTo>
                      <a:pt x="144" y="187"/>
                    </a:lnTo>
                    <a:lnTo>
                      <a:pt x="144" y="187"/>
                    </a:lnTo>
                    <a:lnTo>
                      <a:pt x="144" y="184"/>
                    </a:lnTo>
                    <a:lnTo>
                      <a:pt x="144" y="184"/>
                    </a:lnTo>
                    <a:lnTo>
                      <a:pt x="144" y="184"/>
                    </a:lnTo>
                    <a:lnTo>
                      <a:pt x="144" y="184"/>
                    </a:lnTo>
                    <a:lnTo>
                      <a:pt x="144" y="182"/>
                    </a:lnTo>
                    <a:lnTo>
                      <a:pt x="142" y="182"/>
                    </a:lnTo>
                    <a:lnTo>
                      <a:pt x="142" y="182"/>
                    </a:lnTo>
                    <a:lnTo>
                      <a:pt x="142" y="182"/>
                    </a:lnTo>
                    <a:lnTo>
                      <a:pt x="142" y="180"/>
                    </a:lnTo>
                    <a:lnTo>
                      <a:pt x="142" y="180"/>
                    </a:lnTo>
                    <a:lnTo>
                      <a:pt x="139" y="180"/>
                    </a:lnTo>
                    <a:lnTo>
                      <a:pt x="139" y="177"/>
                    </a:lnTo>
                    <a:lnTo>
                      <a:pt x="139" y="177"/>
                    </a:lnTo>
                    <a:lnTo>
                      <a:pt x="139" y="177"/>
                    </a:lnTo>
                    <a:lnTo>
                      <a:pt x="139" y="177"/>
                    </a:lnTo>
                    <a:lnTo>
                      <a:pt x="139" y="177"/>
                    </a:lnTo>
                    <a:lnTo>
                      <a:pt x="137" y="177"/>
                    </a:lnTo>
                    <a:lnTo>
                      <a:pt x="137" y="177"/>
                    </a:lnTo>
                    <a:lnTo>
                      <a:pt x="137" y="177"/>
                    </a:lnTo>
                    <a:lnTo>
                      <a:pt x="137" y="175"/>
                    </a:lnTo>
                    <a:lnTo>
                      <a:pt x="137" y="175"/>
                    </a:lnTo>
                    <a:lnTo>
                      <a:pt x="137" y="177"/>
                    </a:lnTo>
                    <a:lnTo>
                      <a:pt x="134" y="177"/>
                    </a:lnTo>
                    <a:lnTo>
                      <a:pt x="134" y="177"/>
                    </a:lnTo>
                    <a:lnTo>
                      <a:pt x="134" y="175"/>
                    </a:lnTo>
                    <a:lnTo>
                      <a:pt x="134" y="175"/>
                    </a:lnTo>
                    <a:lnTo>
                      <a:pt x="132" y="175"/>
                    </a:lnTo>
                    <a:lnTo>
                      <a:pt x="132" y="175"/>
                    </a:lnTo>
                    <a:lnTo>
                      <a:pt x="132" y="173"/>
                    </a:lnTo>
                    <a:lnTo>
                      <a:pt x="132" y="173"/>
                    </a:lnTo>
                    <a:lnTo>
                      <a:pt x="132" y="173"/>
                    </a:lnTo>
                    <a:lnTo>
                      <a:pt x="132" y="170"/>
                    </a:lnTo>
                    <a:lnTo>
                      <a:pt x="132" y="170"/>
                    </a:lnTo>
                    <a:lnTo>
                      <a:pt x="130" y="170"/>
                    </a:lnTo>
                    <a:lnTo>
                      <a:pt x="130" y="170"/>
                    </a:lnTo>
                    <a:lnTo>
                      <a:pt x="130" y="168"/>
                    </a:lnTo>
                    <a:lnTo>
                      <a:pt x="130" y="168"/>
                    </a:lnTo>
                    <a:lnTo>
                      <a:pt x="130" y="165"/>
                    </a:lnTo>
                    <a:lnTo>
                      <a:pt x="130" y="165"/>
                    </a:lnTo>
                    <a:lnTo>
                      <a:pt x="130" y="165"/>
                    </a:lnTo>
                    <a:lnTo>
                      <a:pt x="130" y="165"/>
                    </a:lnTo>
                    <a:lnTo>
                      <a:pt x="127" y="165"/>
                    </a:lnTo>
                    <a:lnTo>
                      <a:pt x="127" y="165"/>
                    </a:lnTo>
                    <a:lnTo>
                      <a:pt x="125" y="165"/>
                    </a:lnTo>
                    <a:lnTo>
                      <a:pt x="125" y="165"/>
                    </a:lnTo>
                    <a:lnTo>
                      <a:pt x="125" y="165"/>
                    </a:lnTo>
                    <a:lnTo>
                      <a:pt x="125" y="165"/>
                    </a:lnTo>
                    <a:lnTo>
                      <a:pt x="125" y="163"/>
                    </a:lnTo>
                    <a:lnTo>
                      <a:pt x="123" y="163"/>
                    </a:lnTo>
                    <a:lnTo>
                      <a:pt x="123" y="163"/>
                    </a:lnTo>
                    <a:lnTo>
                      <a:pt x="123" y="161"/>
                    </a:lnTo>
                    <a:lnTo>
                      <a:pt x="123" y="161"/>
                    </a:lnTo>
                    <a:lnTo>
                      <a:pt x="123" y="161"/>
                    </a:lnTo>
                    <a:lnTo>
                      <a:pt x="123" y="158"/>
                    </a:lnTo>
                    <a:lnTo>
                      <a:pt x="123" y="158"/>
                    </a:lnTo>
                    <a:lnTo>
                      <a:pt x="123" y="156"/>
                    </a:lnTo>
                    <a:lnTo>
                      <a:pt x="123" y="156"/>
                    </a:lnTo>
                    <a:lnTo>
                      <a:pt x="123" y="156"/>
                    </a:lnTo>
                    <a:lnTo>
                      <a:pt x="123" y="156"/>
                    </a:lnTo>
                    <a:lnTo>
                      <a:pt x="120" y="156"/>
                    </a:lnTo>
                    <a:lnTo>
                      <a:pt x="120" y="154"/>
                    </a:lnTo>
                    <a:lnTo>
                      <a:pt x="120" y="154"/>
                    </a:lnTo>
                    <a:lnTo>
                      <a:pt x="120" y="154"/>
                    </a:lnTo>
                    <a:lnTo>
                      <a:pt x="118" y="154"/>
                    </a:lnTo>
                    <a:lnTo>
                      <a:pt x="118" y="151"/>
                    </a:lnTo>
                    <a:lnTo>
                      <a:pt x="118" y="151"/>
                    </a:lnTo>
                    <a:lnTo>
                      <a:pt x="118" y="151"/>
                    </a:lnTo>
                    <a:lnTo>
                      <a:pt x="118" y="149"/>
                    </a:lnTo>
                    <a:lnTo>
                      <a:pt x="118" y="149"/>
                    </a:lnTo>
                    <a:lnTo>
                      <a:pt x="118" y="149"/>
                    </a:lnTo>
                    <a:lnTo>
                      <a:pt x="118" y="146"/>
                    </a:lnTo>
                    <a:lnTo>
                      <a:pt x="118" y="146"/>
                    </a:lnTo>
                    <a:lnTo>
                      <a:pt x="116" y="146"/>
                    </a:lnTo>
                    <a:lnTo>
                      <a:pt x="116" y="146"/>
                    </a:lnTo>
                    <a:lnTo>
                      <a:pt x="116" y="144"/>
                    </a:lnTo>
                    <a:lnTo>
                      <a:pt x="116" y="144"/>
                    </a:lnTo>
                    <a:lnTo>
                      <a:pt x="113" y="144"/>
                    </a:lnTo>
                    <a:lnTo>
                      <a:pt x="113" y="144"/>
                    </a:lnTo>
                    <a:lnTo>
                      <a:pt x="113" y="144"/>
                    </a:lnTo>
                    <a:lnTo>
                      <a:pt x="113" y="142"/>
                    </a:lnTo>
                    <a:lnTo>
                      <a:pt x="113" y="142"/>
                    </a:lnTo>
                    <a:lnTo>
                      <a:pt x="113" y="142"/>
                    </a:lnTo>
                    <a:lnTo>
                      <a:pt x="113" y="139"/>
                    </a:lnTo>
                    <a:lnTo>
                      <a:pt x="111" y="139"/>
                    </a:lnTo>
                    <a:lnTo>
                      <a:pt x="111" y="139"/>
                    </a:lnTo>
                    <a:lnTo>
                      <a:pt x="111" y="139"/>
                    </a:lnTo>
                    <a:lnTo>
                      <a:pt x="108" y="139"/>
                    </a:lnTo>
                    <a:lnTo>
                      <a:pt x="108" y="139"/>
                    </a:lnTo>
                    <a:lnTo>
                      <a:pt x="108" y="139"/>
                    </a:lnTo>
                    <a:lnTo>
                      <a:pt x="106" y="139"/>
                    </a:lnTo>
                    <a:lnTo>
                      <a:pt x="106" y="137"/>
                    </a:lnTo>
                    <a:lnTo>
                      <a:pt x="106" y="137"/>
                    </a:lnTo>
                    <a:lnTo>
                      <a:pt x="106" y="137"/>
                    </a:lnTo>
                    <a:lnTo>
                      <a:pt x="104" y="137"/>
                    </a:lnTo>
                    <a:lnTo>
                      <a:pt x="104" y="137"/>
                    </a:lnTo>
                    <a:lnTo>
                      <a:pt x="104" y="137"/>
                    </a:lnTo>
                    <a:lnTo>
                      <a:pt x="104" y="137"/>
                    </a:lnTo>
                    <a:lnTo>
                      <a:pt x="101" y="137"/>
                    </a:lnTo>
                    <a:lnTo>
                      <a:pt x="101" y="137"/>
                    </a:lnTo>
                    <a:lnTo>
                      <a:pt x="99" y="137"/>
                    </a:lnTo>
                    <a:lnTo>
                      <a:pt x="99" y="137"/>
                    </a:lnTo>
                    <a:lnTo>
                      <a:pt x="99" y="137"/>
                    </a:lnTo>
                    <a:lnTo>
                      <a:pt x="99" y="135"/>
                    </a:lnTo>
                    <a:lnTo>
                      <a:pt x="97" y="135"/>
                    </a:lnTo>
                    <a:lnTo>
                      <a:pt x="97" y="135"/>
                    </a:lnTo>
                    <a:lnTo>
                      <a:pt x="97" y="135"/>
                    </a:lnTo>
                    <a:lnTo>
                      <a:pt x="97" y="135"/>
                    </a:lnTo>
                    <a:lnTo>
                      <a:pt x="94" y="135"/>
                    </a:lnTo>
                    <a:lnTo>
                      <a:pt x="94" y="135"/>
                    </a:lnTo>
                    <a:lnTo>
                      <a:pt x="92" y="135"/>
                    </a:lnTo>
                    <a:lnTo>
                      <a:pt x="92" y="135"/>
                    </a:lnTo>
                    <a:lnTo>
                      <a:pt x="92" y="135"/>
                    </a:lnTo>
                    <a:lnTo>
                      <a:pt x="92" y="135"/>
                    </a:lnTo>
                    <a:lnTo>
                      <a:pt x="89" y="135"/>
                    </a:lnTo>
                    <a:lnTo>
                      <a:pt x="89" y="135"/>
                    </a:lnTo>
                    <a:lnTo>
                      <a:pt x="89" y="135"/>
                    </a:lnTo>
                    <a:lnTo>
                      <a:pt x="89" y="132"/>
                    </a:lnTo>
                    <a:lnTo>
                      <a:pt x="87" y="132"/>
                    </a:lnTo>
                    <a:lnTo>
                      <a:pt x="87" y="132"/>
                    </a:lnTo>
                    <a:lnTo>
                      <a:pt x="87" y="132"/>
                    </a:lnTo>
                    <a:lnTo>
                      <a:pt x="85" y="132"/>
                    </a:lnTo>
                    <a:lnTo>
                      <a:pt x="85" y="130"/>
                    </a:lnTo>
                    <a:lnTo>
                      <a:pt x="85" y="130"/>
                    </a:lnTo>
                    <a:lnTo>
                      <a:pt x="85" y="130"/>
                    </a:lnTo>
                    <a:lnTo>
                      <a:pt x="85" y="130"/>
                    </a:lnTo>
                    <a:lnTo>
                      <a:pt x="82" y="130"/>
                    </a:lnTo>
                    <a:lnTo>
                      <a:pt x="82" y="130"/>
                    </a:lnTo>
                    <a:lnTo>
                      <a:pt x="80" y="130"/>
                    </a:lnTo>
                    <a:lnTo>
                      <a:pt x="80" y="130"/>
                    </a:lnTo>
                    <a:lnTo>
                      <a:pt x="80" y="130"/>
                    </a:lnTo>
                    <a:lnTo>
                      <a:pt x="80" y="130"/>
                    </a:lnTo>
                    <a:lnTo>
                      <a:pt x="80" y="132"/>
                    </a:lnTo>
                    <a:lnTo>
                      <a:pt x="80" y="132"/>
                    </a:lnTo>
                    <a:lnTo>
                      <a:pt x="80" y="132"/>
                    </a:lnTo>
                    <a:lnTo>
                      <a:pt x="80" y="135"/>
                    </a:lnTo>
                    <a:lnTo>
                      <a:pt x="80" y="135"/>
                    </a:lnTo>
                    <a:lnTo>
                      <a:pt x="78" y="135"/>
                    </a:lnTo>
                    <a:lnTo>
                      <a:pt x="78" y="132"/>
                    </a:lnTo>
                    <a:lnTo>
                      <a:pt x="78" y="132"/>
                    </a:lnTo>
                    <a:lnTo>
                      <a:pt x="78" y="132"/>
                    </a:lnTo>
                    <a:lnTo>
                      <a:pt x="75" y="132"/>
                    </a:lnTo>
                    <a:lnTo>
                      <a:pt x="75" y="132"/>
                    </a:lnTo>
                    <a:lnTo>
                      <a:pt x="75" y="132"/>
                    </a:lnTo>
                    <a:lnTo>
                      <a:pt x="75" y="132"/>
                    </a:lnTo>
                    <a:lnTo>
                      <a:pt x="75" y="135"/>
                    </a:lnTo>
                    <a:lnTo>
                      <a:pt x="73" y="135"/>
                    </a:lnTo>
                    <a:lnTo>
                      <a:pt x="73" y="135"/>
                    </a:lnTo>
                    <a:lnTo>
                      <a:pt x="73" y="135"/>
                    </a:lnTo>
                    <a:lnTo>
                      <a:pt x="73" y="132"/>
                    </a:lnTo>
                    <a:lnTo>
                      <a:pt x="71" y="132"/>
                    </a:lnTo>
                    <a:lnTo>
                      <a:pt x="71" y="132"/>
                    </a:lnTo>
                    <a:lnTo>
                      <a:pt x="71" y="132"/>
                    </a:lnTo>
                    <a:lnTo>
                      <a:pt x="68" y="132"/>
                    </a:lnTo>
                    <a:lnTo>
                      <a:pt x="68" y="135"/>
                    </a:lnTo>
                    <a:lnTo>
                      <a:pt x="68" y="135"/>
                    </a:lnTo>
                    <a:lnTo>
                      <a:pt x="68" y="135"/>
                    </a:lnTo>
                    <a:lnTo>
                      <a:pt x="68" y="135"/>
                    </a:lnTo>
                    <a:lnTo>
                      <a:pt x="66" y="135"/>
                    </a:lnTo>
                    <a:lnTo>
                      <a:pt x="66" y="135"/>
                    </a:lnTo>
                    <a:lnTo>
                      <a:pt x="66" y="135"/>
                    </a:lnTo>
                    <a:lnTo>
                      <a:pt x="66" y="137"/>
                    </a:lnTo>
                    <a:lnTo>
                      <a:pt x="68" y="137"/>
                    </a:lnTo>
                    <a:lnTo>
                      <a:pt x="68" y="137"/>
                    </a:lnTo>
                    <a:lnTo>
                      <a:pt x="68" y="139"/>
                    </a:lnTo>
                    <a:lnTo>
                      <a:pt x="66" y="139"/>
                    </a:lnTo>
                    <a:lnTo>
                      <a:pt x="66" y="139"/>
                    </a:lnTo>
                    <a:lnTo>
                      <a:pt x="66" y="139"/>
                    </a:lnTo>
                    <a:lnTo>
                      <a:pt x="66" y="139"/>
                    </a:lnTo>
                    <a:lnTo>
                      <a:pt x="63" y="139"/>
                    </a:lnTo>
                    <a:lnTo>
                      <a:pt x="63" y="139"/>
                    </a:lnTo>
                    <a:lnTo>
                      <a:pt x="63" y="142"/>
                    </a:lnTo>
                    <a:lnTo>
                      <a:pt x="63" y="142"/>
                    </a:lnTo>
                    <a:lnTo>
                      <a:pt x="63" y="142"/>
                    </a:lnTo>
                    <a:lnTo>
                      <a:pt x="63" y="142"/>
                    </a:lnTo>
                    <a:lnTo>
                      <a:pt x="63" y="144"/>
                    </a:lnTo>
                    <a:lnTo>
                      <a:pt x="63" y="144"/>
                    </a:lnTo>
                    <a:lnTo>
                      <a:pt x="63" y="144"/>
                    </a:lnTo>
                    <a:lnTo>
                      <a:pt x="61" y="144"/>
                    </a:lnTo>
                    <a:lnTo>
                      <a:pt x="61" y="144"/>
                    </a:lnTo>
                    <a:lnTo>
                      <a:pt x="59" y="144"/>
                    </a:lnTo>
                    <a:lnTo>
                      <a:pt x="59" y="144"/>
                    </a:lnTo>
                    <a:lnTo>
                      <a:pt x="59" y="144"/>
                    </a:lnTo>
                    <a:lnTo>
                      <a:pt x="56" y="144"/>
                    </a:lnTo>
                    <a:lnTo>
                      <a:pt x="56" y="144"/>
                    </a:lnTo>
                    <a:lnTo>
                      <a:pt x="56" y="144"/>
                    </a:lnTo>
                    <a:lnTo>
                      <a:pt x="56" y="146"/>
                    </a:lnTo>
                    <a:lnTo>
                      <a:pt x="56" y="146"/>
                    </a:lnTo>
                    <a:lnTo>
                      <a:pt x="56" y="146"/>
                    </a:lnTo>
                    <a:lnTo>
                      <a:pt x="59" y="146"/>
                    </a:lnTo>
                    <a:lnTo>
                      <a:pt x="59" y="146"/>
                    </a:lnTo>
                    <a:lnTo>
                      <a:pt x="59" y="146"/>
                    </a:lnTo>
                    <a:lnTo>
                      <a:pt x="61" y="146"/>
                    </a:lnTo>
                    <a:lnTo>
                      <a:pt x="61" y="146"/>
                    </a:lnTo>
                    <a:lnTo>
                      <a:pt x="61" y="146"/>
                    </a:lnTo>
                    <a:lnTo>
                      <a:pt x="63" y="146"/>
                    </a:lnTo>
                    <a:lnTo>
                      <a:pt x="63" y="146"/>
                    </a:lnTo>
                    <a:lnTo>
                      <a:pt x="63" y="149"/>
                    </a:lnTo>
                    <a:lnTo>
                      <a:pt x="63" y="149"/>
                    </a:lnTo>
                    <a:lnTo>
                      <a:pt x="63" y="149"/>
                    </a:lnTo>
                    <a:lnTo>
                      <a:pt x="63" y="149"/>
                    </a:lnTo>
                    <a:lnTo>
                      <a:pt x="66" y="149"/>
                    </a:lnTo>
                    <a:lnTo>
                      <a:pt x="66" y="151"/>
                    </a:lnTo>
                    <a:lnTo>
                      <a:pt x="66" y="151"/>
                    </a:lnTo>
                    <a:lnTo>
                      <a:pt x="66" y="151"/>
                    </a:lnTo>
                    <a:lnTo>
                      <a:pt x="66" y="151"/>
                    </a:lnTo>
                    <a:lnTo>
                      <a:pt x="66" y="154"/>
                    </a:lnTo>
                    <a:lnTo>
                      <a:pt x="63" y="154"/>
                    </a:lnTo>
                    <a:lnTo>
                      <a:pt x="63" y="151"/>
                    </a:lnTo>
                    <a:lnTo>
                      <a:pt x="63" y="151"/>
                    </a:lnTo>
                    <a:lnTo>
                      <a:pt x="63" y="151"/>
                    </a:lnTo>
                    <a:lnTo>
                      <a:pt x="63" y="151"/>
                    </a:lnTo>
                    <a:lnTo>
                      <a:pt x="63" y="151"/>
                    </a:lnTo>
                    <a:lnTo>
                      <a:pt x="61" y="151"/>
                    </a:lnTo>
                    <a:lnTo>
                      <a:pt x="61" y="151"/>
                    </a:lnTo>
                    <a:lnTo>
                      <a:pt x="59" y="151"/>
                    </a:lnTo>
                    <a:lnTo>
                      <a:pt x="59" y="154"/>
                    </a:lnTo>
                    <a:lnTo>
                      <a:pt x="61" y="154"/>
                    </a:lnTo>
                    <a:lnTo>
                      <a:pt x="61" y="154"/>
                    </a:lnTo>
                    <a:lnTo>
                      <a:pt x="61" y="154"/>
                    </a:lnTo>
                    <a:lnTo>
                      <a:pt x="61" y="156"/>
                    </a:lnTo>
                    <a:lnTo>
                      <a:pt x="61" y="156"/>
                    </a:lnTo>
                    <a:lnTo>
                      <a:pt x="61" y="156"/>
                    </a:lnTo>
                    <a:lnTo>
                      <a:pt x="61" y="156"/>
                    </a:lnTo>
                    <a:lnTo>
                      <a:pt x="59" y="156"/>
                    </a:lnTo>
                    <a:lnTo>
                      <a:pt x="59" y="156"/>
                    </a:lnTo>
                    <a:lnTo>
                      <a:pt x="59" y="156"/>
                    </a:lnTo>
                    <a:lnTo>
                      <a:pt x="59" y="156"/>
                    </a:lnTo>
                    <a:lnTo>
                      <a:pt x="59" y="156"/>
                    </a:lnTo>
                    <a:lnTo>
                      <a:pt x="56" y="156"/>
                    </a:lnTo>
                    <a:lnTo>
                      <a:pt x="56" y="156"/>
                    </a:lnTo>
                    <a:lnTo>
                      <a:pt x="59" y="156"/>
                    </a:lnTo>
                    <a:lnTo>
                      <a:pt x="59" y="156"/>
                    </a:lnTo>
                    <a:lnTo>
                      <a:pt x="59" y="158"/>
                    </a:lnTo>
                    <a:lnTo>
                      <a:pt x="56" y="158"/>
                    </a:lnTo>
                    <a:lnTo>
                      <a:pt x="56" y="158"/>
                    </a:lnTo>
                    <a:lnTo>
                      <a:pt x="56" y="158"/>
                    </a:lnTo>
                    <a:lnTo>
                      <a:pt x="56" y="161"/>
                    </a:lnTo>
                    <a:lnTo>
                      <a:pt x="56" y="161"/>
                    </a:lnTo>
                    <a:lnTo>
                      <a:pt x="56" y="161"/>
                    </a:lnTo>
                    <a:lnTo>
                      <a:pt x="56" y="163"/>
                    </a:lnTo>
                    <a:lnTo>
                      <a:pt x="56" y="163"/>
                    </a:lnTo>
                    <a:lnTo>
                      <a:pt x="56" y="165"/>
                    </a:lnTo>
                    <a:lnTo>
                      <a:pt x="56" y="165"/>
                    </a:lnTo>
                    <a:lnTo>
                      <a:pt x="56" y="165"/>
                    </a:lnTo>
                    <a:lnTo>
                      <a:pt x="54" y="165"/>
                    </a:lnTo>
                    <a:lnTo>
                      <a:pt x="54" y="165"/>
                    </a:lnTo>
                    <a:lnTo>
                      <a:pt x="52" y="165"/>
                    </a:lnTo>
                    <a:lnTo>
                      <a:pt x="52" y="165"/>
                    </a:lnTo>
                    <a:lnTo>
                      <a:pt x="54" y="165"/>
                    </a:lnTo>
                    <a:lnTo>
                      <a:pt x="54" y="165"/>
                    </a:lnTo>
                    <a:lnTo>
                      <a:pt x="54" y="168"/>
                    </a:lnTo>
                    <a:lnTo>
                      <a:pt x="52" y="168"/>
                    </a:lnTo>
                    <a:lnTo>
                      <a:pt x="52" y="168"/>
                    </a:lnTo>
                    <a:lnTo>
                      <a:pt x="52" y="168"/>
                    </a:lnTo>
                    <a:lnTo>
                      <a:pt x="52" y="165"/>
                    </a:lnTo>
                    <a:lnTo>
                      <a:pt x="52" y="165"/>
                    </a:lnTo>
                    <a:lnTo>
                      <a:pt x="49" y="165"/>
                    </a:lnTo>
                    <a:lnTo>
                      <a:pt x="49" y="165"/>
                    </a:lnTo>
                    <a:lnTo>
                      <a:pt x="49" y="165"/>
                    </a:lnTo>
                    <a:lnTo>
                      <a:pt x="49" y="165"/>
                    </a:lnTo>
                    <a:lnTo>
                      <a:pt x="47" y="165"/>
                    </a:lnTo>
                    <a:lnTo>
                      <a:pt x="47" y="168"/>
                    </a:lnTo>
                    <a:lnTo>
                      <a:pt x="47" y="168"/>
                    </a:lnTo>
                    <a:lnTo>
                      <a:pt x="47" y="168"/>
                    </a:lnTo>
                    <a:lnTo>
                      <a:pt x="44" y="168"/>
                    </a:lnTo>
                    <a:lnTo>
                      <a:pt x="44" y="168"/>
                    </a:lnTo>
                    <a:lnTo>
                      <a:pt x="44" y="170"/>
                    </a:lnTo>
                    <a:lnTo>
                      <a:pt x="44" y="170"/>
                    </a:lnTo>
                    <a:lnTo>
                      <a:pt x="44" y="170"/>
                    </a:lnTo>
                    <a:lnTo>
                      <a:pt x="42" y="170"/>
                    </a:lnTo>
                    <a:lnTo>
                      <a:pt x="42" y="170"/>
                    </a:lnTo>
                    <a:lnTo>
                      <a:pt x="42" y="173"/>
                    </a:lnTo>
                    <a:lnTo>
                      <a:pt x="40" y="173"/>
                    </a:lnTo>
                    <a:lnTo>
                      <a:pt x="40" y="173"/>
                    </a:lnTo>
                    <a:lnTo>
                      <a:pt x="40" y="173"/>
                    </a:lnTo>
                    <a:lnTo>
                      <a:pt x="37" y="173"/>
                    </a:lnTo>
                    <a:lnTo>
                      <a:pt x="37" y="173"/>
                    </a:lnTo>
                    <a:lnTo>
                      <a:pt x="37" y="173"/>
                    </a:lnTo>
                    <a:lnTo>
                      <a:pt x="37" y="170"/>
                    </a:lnTo>
                    <a:lnTo>
                      <a:pt x="35" y="170"/>
                    </a:lnTo>
                    <a:lnTo>
                      <a:pt x="35" y="170"/>
                    </a:lnTo>
                    <a:lnTo>
                      <a:pt x="35" y="170"/>
                    </a:lnTo>
                    <a:lnTo>
                      <a:pt x="33" y="170"/>
                    </a:lnTo>
                    <a:lnTo>
                      <a:pt x="33" y="170"/>
                    </a:lnTo>
                    <a:lnTo>
                      <a:pt x="33" y="170"/>
                    </a:lnTo>
                    <a:lnTo>
                      <a:pt x="30" y="170"/>
                    </a:lnTo>
                    <a:lnTo>
                      <a:pt x="30" y="168"/>
                    </a:lnTo>
                    <a:lnTo>
                      <a:pt x="30" y="168"/>
                    </a:lnTo>
                    <a:lnTo>
                      <a:pt x="30" y="168"/>
                    </a:lnTo>
                    <a:lnTo>
                      <a:pt x="28" y="168"/>
                    </a:lnTo>
                    <a:lnTo>
                      <a:pt x="28" y="168"/>
                    </a:lnTo>
                    <a:lnTo>
                      <a:pt x="26" y="168"/>
                    </a:lnTo>
                    <a:lnTo>
                      <a:pt x="26" y="168"/>
                    </a:lnTo>
                    <a:lnTo>
                      <a:pt x="26" y="168"/>
                    </a:lnTo>
                    <a:lnTo>
                      <a:pt x="23" y="168"/>
                    </a:lnTo>
                    <a:lnTo>
                      <a:pt x="23" y="168"/>
                    </a:lnTo>
                    <a:lnTo>
                      <a:pt x="23" y="168"/>
                    </a:lnTo>
                    <a:lnTo>
                      <a:pt x="21" y="168"/>
                    </a:lnTo>
                    <a:lnTo>
                      <a:pt x="21" y="168"/>
                    </a:lnTo>
                    <a:lnTo>
                      <a:pt x="18" y="168"/>
                    </a:lnTo>
                    <a:lnTo>
                      <a:pt x="18" y="170"/>
                    </a:lnTo>
                    <a:lnTo>
                      <a:pt x="18" y="170"/>
                    </a:lnTo>
                    <a:lnTo>
                      <a:pt x="18" y="170"/>
                    </a:lnTo>
                    <a:lnTo>
                      <a:pt x="16" y="170"/>
                    </a:lnTo>
                    <a:lnTo>
                      <a:pt x="16" y="168"/>
                    </a:lnTo>
                    <a:lnTo>
                      <a:pt x="16" y="168"/>
                    </a:lnTo>
                    <a:lnTo>
                      <a:pt x="16" y="168"/>
                    </a:lnTo>
                    <a:lnTo>
                      <a:pt x="14" y="168"/>
                    </a:lnTo>
                    <a:lnTo>
                      <a:pt x="14" y="168"/>
                    </a:lnTo>
                    <a:lnTo>
                      <a:pt x="14" y="168"/>
                    </a:lnTo>
                    <a:lnTo>
                      <a:pt x="11" y="168"/>
                    </a:lnTo>
                    <a:lnTo>
                      <a:pt x="11" y="168"/>
                    </a:lnTo>
                    <a:lnTo>
                      <a:pt x="11" y="168"/>
                    </a:lnTo>
                    <a:lnTo>
                      <a:pt x="11" y="168"/>
                    </a:lnTo>
                    <a:lnTo>
                      <a:pt x="11" y="170"/>
                    </a:lnTo>
                    <a:lnTo>
                      <a:pt x="9" y="170"/>
                    </a:lnTo>
                    <a:lnTo>
                      <a:pt x="9" y="170"/>
                    </a:lnTo>
                    <a:lnTo>
                      <a:pt x="7" y="170"/>
                    </a:lnTo>
                    <a:lnTo>
                      <a:pt x="7" y="170"/>
                    </a:lnTo>
                    <a:lnTo>
                      <a:pt x="7" y="170"/>
                    </a:lnTo>
                    <a:lnTo>
                      <a:pt x="7" y="168"/>
                    </a:lnTo>
                    <a:lnTo>
                      <a:pt x="4" y="168"/>
                    </a:lnTo>
                    <a:lnTo>
                      <a:pt x="4" y="168"/>
                    </a:lnTo>
                    <a:lnTo>
                      <a:pt x="4" y="168"/>
                    </a:lnTo>
                    <a:lnTo>
                      <a:pt x="4" y="165"/>
                    </a:lnTo>
                    <a:lnTo>
                      <a:pt x="4" y="165"/>
                    </a:lnTo>
                    <a:lnTo>
                      <a:pt x="4" y="165"/>
                    </a:lnTo>
                    <a:lnTo>
                      <a:pt x="4" y="163"/>
                    </a:lnTo>
                    <a:lnTo>
                      <a:pt x="4" y="163"/>
                    </a:lnTo>
                    <a:lnTo>
                      <a:pt x="4" y="161"/>
                    </a:lnTo>
                    <a:lnTo>
                      <a:pt x="4" y="161"/>
                    </a:lnTo>
                    <a:lnTo>
                      <a:pt x="4" y="158"/>
                    </a:lnTo>
                    <a:lnTo>
                      <a:pt x="4" y="158"/>
                    </a:lnTo>
                    <a:lnTo>
                      <a:pt x="4" y="156"/>
                    </a:lnTo>
                    <a:lnTo>
                      <a:pt x="4" y="156"/>
                    </a:lnTo>
                    <a:lnTo>
                      <a:pt x="4" y="156"/>
                    </a:lnTo>
                    <a:lnTo>
                      <a:pt x="4" y="154"/>
                    </a:lnTo>
                    <a:lnTo>
                      <a:pt x="4" y="154"/>
                    </a:lnTo>
                    <a:lnTo>
                      <a:pt x="4" y="151"/>
                    </a:lnTo>
                    <a:lnTo>
                      <a:pt x="4" y="151"/>
                    </a:lnTo>
                    <a:lnTo>
                      <a:pt x="4" y="149"/>
                    </a:lnTo>
                    <a:lnTo>
                      <a:pt x="4" y="149"/>
                    </a:lnTo>
                    <a:lnTo>
                      <a:pt x="4" y="146"/>
                    </a:lnTo>
                    <a:lnTo>
                      <a:pt x="4" y="146"/>
                    </a:lnTo>
                    <a:lnTo>
                      <a:pt x="4" y="146"/>
                    </a:lnTo>
                    <a:lnTo>
                      <a:pt x="4" y="144"/>
                    </a:lnTo>
                    <a:lnTo>
                      <a:pt x="4" y="144"/>
                    </a:lnTo>
                    <a:lnTo>
                      <a:pt x="4" y="142"/>
                    </a:lnTo>
                    <a:lnTo>
                      <a:pt x="4" y="142"/>
                    </a:lnTo>
                    <a:lnTo>
                      <a:pt x="4" y="139"/>
                    </a:lnTo>
                    <a:lnTo>
                      <a:pt x="4" y="139"/>
                    </a:lnTo>
                    <a:lnTo>
                      <a:pt x="4" y="137"/>
                    </a:lnTo>
                    <a:lnTo>
                      <a:pt x="4" y="137"/>
                    </a:lnTo>
                    <a:lnTo>
                      <a:pt x="4" y="135"/>
                    </a:lnTo>
                    <a:lnTo>
                      <a:pt x="4" y="135"/>
                    </a:lnTo>
                    <a:lnTo>
                      <a:pt x="4" y="135"/>
                    </a:lnTo>
                    <a:lnTo>
                      <a:pt x="4" y="132"/>
                    </a:lnTo>
                    <a:lnTo>
                      <a:pt x="4" y="132"/>
                    </a:lnTo>
                    <a:lnTo>
                      <a:pt x="4" y="130"/>
                    </a:lnTo>
                    <a:lnTo>
                      <a:pt x="4" y="130"/>
                    </a:lnTo>
                    <a:lnTo>
                      <a:pt x="4" y="127"/>
                    </a:lnTo>
                    <a:lnTo>
                      <a:pt x="4" y="127"/>
                    </a:lnTo>
                    <a:lnTo>
                      <a:pt x="4" y="125"/>
                    </a:lnTo>
                    <a:lnTo>
                      <a:pt x="4" y="125"/>
                    </a:lnTo>
                    <a:lnTo>
                      <a:pt x="4" y="125"/>
                    </a:lnTo>
                    <a:lnTo>
                      <a:pt x="4" y="123"/>
                    </a:lnTo>
                    <a:lnTo>
                      <a:pt x="4" y="123"/>
                    </a:lnTo>
                    <a:lnTo>
                      <a:pt x="4" y="120"/>
                    </a:lnTo>
                    <a:lnTo>
                      <a:pt x="4" y="120"/>
                    </a:lnTo>
                    <a:lnTo>
                      <a:pt x="4" y="118"/>
                    </a:lnTo>
                    <a:lnTo>
                      <a:pt x="4" y="118"/>
                    </a:lnTo>
                    <a:lnTo>
                      <a:pt x="4" y="116"/>
                    </a:lnTo>
                    <a:lnTo>
                      <a:pt x="4" y="116"/>
                    </a:lnTo>
                    <a:lnTo>
                      <a:pt x="4" y="116"/>
                    </a:lnTo>
                    <a:lnTo>
                      <a:pt x="4" y="113"/>
                    </a:lnTo>
                    <a:lnTo>
                      <a:pt x="4" y="113"/>
                    </a:lnTo>
                    <a:lnTo>
                      <a:pt x="4" y="111"/>
                    </a:lnTo>
                    <a:lnTo>
                      <a:pt x="4" y="111"/>
                    </a:lnTo>
                    <a:lnTo>
                      <a:pt x="4" y="111"/>
                    </a:lnTo>
                    <a:lnTo>
                      <a:pt x="4" y="109"/>
                    </a:lnTo>
                    <a:lnTo>
                      <a:pt x="2" y="109"/>
                    </a:lnTo>
                    <a:lnTo>
                      <a:pt x="2" y="109"/>
                    </a:lnTo>
                    <a:lnTo>
                      <a:pt x="2" y="109"/>
                    </a:lnTo>
                    <a:lnTo>
                      <a:pt x="2" y="106"/>
                    </a:lnTo>
                    <a:lnTo>
                      <a:pt x="2" y="106"/>
                    </a:lnTo>
                    <a:lnTo>
                      <a:pt x="2" y="106"/>
                    </a:lnTo>
                    <a:lnTo>
                      <a:pt x="0" y="106"/>
                    </a:lnTo>
                    <a:lnTo>
                      <a:pt x="0" y="104"/>
                    </a:lnTo>
                    <a:lnTo>
                      <a:pt x="0" y="104"/>
                    </a:lnTo>
                    <a:lnTo>
                      <a:pt x="2" y="104"/>
                    </a:lnTo>
                    <a:lnTo>
                      <a:pt x="2" y="101"/>
                    </a:lnTo>
                    <a:lnTo>
                      <a:pt x="2" y="101"/>
                    </a:lnTo>
                    <a:lnTo>
                      <a:pt x="2" y="101"/>
                    </a:lnTo>
                    <a:lnTo>
                      <a:pt x="2" y="99"/>
                    </a:lnTo>
                    <a:lnTo>
                      <a:pt x="2" y="99"/>
                    </a:lnTo>
                    <a:lnTo>
                      <a:pt x="2" y="97"/>
                    </a:lnTo>
                    <a:lnTo>
                      <a:pt x="4" y="97"/>
                    </a:lnTo>
                    <a:lnTo>
                      <a:pt x="4" y="97"/>
                    </a:lnTo>
                    <a:lnTo>
                      <a:pt x="4" y="97"/>
                    </a:lnTo>
                    <a:lnTo>
                      <a:pt x="4" y="94"/>
                    </a:lnTo>
                    <a:lnTo>
                      <a:pt x="4" y="94"/>
                    </a:lnTo>
                    <a:lnTo>
                      <a:pt x="4" y="92"/>
                    </a:lnTo>
                    <a:lnTo>
                      <a:pt x="4" y="92"/>
                    </a:lnTo>
                    <a:lnTo>
                      <a:pt x="4" y="90"/>
                    </a:lnTo>
                    <a:lnTo>
                      <a:pt x="4" y="90"/>
                    </a:lnTo>
                    <a:lnTo>
                      <a:pt x="4" y="87"/>
                    </a:lnTo>
                    <a:lnTo>
                      <a:pt x="4" y="87"/>
                    </a:lnTo>
                    <a:lnTo>
                      <a:pt x="4" y="87"/>
                    </a:lnTo>
                    <a:lnTo>
                      <a:pt x="4" y="87"/>
                    </a:lnTo>
                    <a:lnTo>
                      <a:pt x="4" y="85"/>
                    </a:lnTo>
                    <a:lnTo>
                      <a:pt x="4" y="85"/>
                    </a:lnTo>
                    <a:lnTo>
                      <a:pt x="4" y="82"/>
                    </a:lnTo>
                    <a:lnTo>
                      <a:pt x="4" y="82"/>
                    </a:lnTo>
                    <a:lnTo>
                      <a:pt x="4" y="80"/>
                    </a:lnTo>
                    <a:lnTo>
                      <a:pt x="4" y="80"/>
                    </a:lnTo>
                    <a:lnTo>
                      <a:pt x="4" y="78"/>
                    </a:lnTo>
                    <a:lnTo>
                      <a:pt x="4" y="78"/>
                    </a:lnTo>
                    <a:lnTo>
                      <a:pt x="4" y="75"/>
                    </a:lnTo>
                    <a:lnTo>
                      <a:pt x="4" y="75"/>
                    </a:lnTo>
                    <a:lnTo>
                      <a:pt x="4" y="75"/>
                    </a:lnTo>
                    <a:lnTo>
                      <a:pt x="4" y="73"/>
                    </a:lnTo>
                    <a:lnTo>
                      <a:pt x="4" y="73"/>
                    </a:lnTo>
                    <a:lnTo>
                      <a:pt x="4" y="71"/>
                    </a:lnTo>
                    <a:lnTo>
                      <a:pt x="4" y="71"/>
                    </a:lnTo>
                    <a:lnTo>
                      <a:pt x="4" y="68"/>
                    </a:lnTo>
                    <a:lnTo>
                      <a:pt x="4" y="68"/>
                    </a:lnTo>
                    <a:lnTo>
                      <a:pt x="4" y="66"/>
                    </a:lnTo>
                    <a:lnTo>
                      <a:pt x="4" y="66"/>
                    </a:lnTo>
                    <a:lnTo>
                      <a:pt x="4" y="66"/>
                    </a:lnTo>
                    <a:lnTo>
                      <a:pt x="4" y="64"/>
                    </a:lnTo>
                    <a:lnTo>
                      <a:pt x="4" y="64"/>
                    </a:lnTo>
                    <a:lnTo>
                      <a:pt x="4" y="61"/>
                    </a:lnTo>
                    <a:lnTo>
                      <a:pt x="4" y="61"/>
                    </a:lnTo>
                    <a:lnTo>
                      <a:pt x="4" y="59"/>
                    </a:lnTo>
                    <a:lnTo>
                      <a:pt x="4" y="59"/>
                    </a:lnTo>
                    <a:lnTo>
                      <a:pt x="4" y="56"/>
                    </a:lnTo>
                    <a:lnTo>
                      <a:pt x="4" y="56"/>
                    </a:lnTo>
                    <a:lnTo>
                      <a:pt x="4" y="56"/>
                    </a:lnTo>
                    <a:lnTo>
                      <a:pt x="4" y="54"/>
                    </a:lnTo>
                    <a:lnTo>
                      <a:pt x="4" y="54"/>
                    </a:lnTo>
                    <a:lnTo>
                      <a:pt x="4" y="52"/>
                    </a:lnTo>
                    <a:lnTo>
                      <a:pt x="4" y="52"/>
                    </a:lnTo>
                    <a:lnTo>
                      <a:pt x="4" y="49"/>
                    </a:lnTo>
                    <a:lnTo>
                      <a:pt x="4" y="49"/>
                    </a:lnTo>
                    <a:lnTo>
                      <a:pt x="4" y="47"/>
                    </a:lnTo>
                    <a:lnTo>
                      <a:pt x="4" y="47"/>
                    </a:lnTo>
                    <a:lnTo>
                      <a:pt x="4" y="47"/>
                    </a:lnTo>
                    <a:lnTo>
                      <a:pt x="4" y="45"/>
                    </a:lnTo>
                    <a:lnTo>
                      <a:pt x="4" y="45"/>
                    </a:lnTo>
                    <a:lnTo>
                      <a:pt x="4" y="42"/>
                    </a:lnTo>
                    <a:lnTo>
                      <a:pt x="4" y="42"/>
                    </a:lnTo>
                    <a:lnTo>
                      <a:pt x="4" y="40"/>
                    </a:lnTo>
                    <a:lnTo>
                      <a:pt x="4" y="40"/>
                    </a:lnTo>
                    <a:lnTo>
                      <a:pt x="4" y="37"/>
                    </a:lnTo>
                    <a:lnTo>
                      <a:pt x="4" y="37"/>
                    </a:lnTo>
                    <a:lnTo>
                      <a:pt x="4" y="37"/>
                    </a:lnTo>
                    <a:lnTo>
                      <a:pt x="4" y="35"/>
                    </a:lnTo>
                    <a:lnTo>
                      <a:pt x="4" y="35"/>
                    </a:lnTo>
                    <a:lnTo>
                      <a:pt x="4" y="33"/>
                    </a:lnTo>
                    <a:lnTo>
                      <a:pt x="4" y="33"/>
                    </a:lnTo>
                    <a:lnTo>
                      <a:pt x="4" y="30"/>
                    </a:lnTo>
                    <a:lnTo>
                      <a:pt x="4" y="30"/>
                    </a:lnTo>
                    <a:lnTo>
                      <a:pt x="4" y="28"/>
                    </a:lnTo>
                    <a:lnTo>
                      <a:pt x="4" y="28"/>
                    </a:lnTo>
                    <a:lnTo>
                      <a:pt x="4" y="28"/>
                    </a:lnTo>
                    <a:lnTo>
                      <a:pt x="4" y="26"/>
                    </a:lnTo>
                    <a:lnTo>
                      <a:pt x="4" y="26"/>
                    </a:lnTo>
                    <a:lnTo>
                      <a:pt x="4" y="23"/>
                    </a:lnTo>
                    <a:lnTo>
                      <a:pt x="4" y="23"/>
                    </a:lnTo>
                    <a:lnTo>
                      <a:pt x="4" y="21"/>
                    </a:lnTo>
                    <a:lnTo>
                      <a:pt x="4" y="21"/>
                    </a:lnTo>
                    <a:lnTo>
                      <a:pt x="4" y="18"/>
                    </a:lnTo>
                    <a:lnTo>
                      <a:pt x="4" y="18"/>
                    </a:lnTo>
                    <a:lnTo>
                      <a:pt x="4" y="16"/>
                    </a:lnTo>
                    <a:lnTo>
                      <a:pt x="4" y="16"/>
                    </a:lnTo>
                    <a:lnTo>
                      <a:pt x="4" y="16"/>
                    </a:lnTo>
                    <a:lnTo>
                      <a:pt x="4" y="14"/>
                    </a:lnTo>
                    <a:lnTo>
                      <a:pt x="4" y="14"/>
                    </a:lnTo>
                    <a:lnTo>
                      <a:pt x="4" y="11"/>
                    </a:lnTo>
                    <a:lnTo>
                      <a:pt x="4" y="11"/>
                    </a:lnTo>
                    <a:lnTo>
                      <a:pt x="4" y="9"/>
                    </a:lnTo>
                    <a:lnTo>
                      <a:pt x="4" y="9"/>
                    </a:lnTo>
                    <a:lnTo>
                      <a:pt x="4" y="7"/>
                    </a:lnTo>
                    <a:lnTo>
                      <a:pt x="4" y="7"/>
                    </a:lnTo>
                    <a:lnTo>
                      <a:pt x="4" y="7"/>
                    </a:lnTo>
                    <a:lnTo>
                      <a:pt x="4" y="4"/>
                    </a:lnTo>
                    <a:lnTo>
                      <a:pt x="4" y="4"/>
                    </a:lnTo>
                    <a:lnTo>
                      <a:pt x="4" y="2"/>
                    </a:lnTo>
                    <a:lnTo>
                      <a:pt x="4" y="2"/>
                    </a:lnTo>
                    <a:lnTo>
                      <a:pt x="4" y="0"/>
                    </a:lnTo>
                    <a:lnTo>
                      <a:pt x="4" y="0"/>
                    </a:lnTo>
                    <a:lnTo>
                      <a:pt x="7" y="0"/>
                    </a:lnTo>
                    <a:lnTo>
                      <a:pt x="7" y="0"/>
                    </a:lnTo>
                    <a:lnTo>
                      <a:pt x="7" y="2"/>
                    </a:lnTo>
                    <a:lnTo>
                      <a:pt x="7" y="2"/>
                    </a:lnTo>
                    <a:lnTo>
                      <a:pt x="9" y="2"/>
                    </a:lnTo>
                    <a:lnTo>
                      <a:pt x="9" y="2"/>
                    </a:lnTo>
                    <a:lnTo>
                      <a:pt x="11" y="2"/>
                    </a:lnTo>
                    <a:lnTo>
                      <a:pt x="11" y="2"/>
                    </a:lnTo>
                    <a:lnTo>
                      <a:pt x="11" y="2"/>
                    </a:lnTo>
                    <a:lnTo>
                      <a:pt x="11" y="4"/>
                    </a:lnTo>
                    <a:lnTo>
                      <a:pt x="11" y="4"/>
                    </a:lnTo>
                    <a:lnTo>
                      <a:pt x="14" y="4"/>
                    </a:lnTo>
                    <a:lnTo>
                      <a:pt x="14" y="4"/>
                    </a:lnTo>
                    <a:lnTo>
                      <a:pt x="14" y="4"/>
                    </a:lnTo>
                    <a:lnTo>
                      <a:pt x="16" y="4"/>
                    </a:lnTo>
                    <a:lnTo>
                      <a:pt x="16" y="4"/>
                    </a:lnTo>
                    <a:lnTo>
                      <a:pt x="16" y="4"/>
                    </a:lnTo>
                    <a:lnTo>
                      <a:pt x="16" y="7"/>
                    </a:lnTo>
                    <a:lnTo>
                      <a:pt x="18" y="7"/>
                    </a:lnTo>
                    <a:lnTo>
                      <a:pt x="18" y="7"/>
                    </a:lnTo>
                    <a:lnTo>
                      <a:pt x="18" y="7"/>
                    </a:lnTo>
                    <a:lnTo>
                      <a:pt x="18" y="7"/>
                    </a:lnTo>
                    <a:lnTo>
                      <a:pt x="18" y="7"/>
                    </a:lnTo>
                    <a:lnTo>
                      <a:pt x="21" y="7"/>
                    </a:lnTo>
                    <a:lnTo>
                      <a:pt x="21" y="7"/>
                    </a:lnTo>
                    <a:lnTo>
                      <a:pt x="23" y="7"/>
                    </a:lnTo>
                    <a:lnTo>
                      <a:pt x="23" y="9"/>
                    </a:lnTo>
                    <a:lnTo>
                      <a:pt x="23" y="9"/>
                    </a:lnTo>
                    <a:lnTo>
                      <a:pt x="23" y="9"/>
                    </a:lnTo>
                    <a:lnTo>
                      <a:pt x="23" y="9"/>
                    </a:lnTo>
                    <a:lnTo>
                      <a:pt x="26" y="9"/>
                    </a:lnTo>
                    <a:lnTo>
                      <a:pt x="26" y="9"/>
                    </a:lnTo>
                    <a:lnTo>
                      <a:pt x="26" y="9"/>
                    </a:lnTo>
                    <a:lnTo>
                      <a:pt x="28" y="9"/>
                    </a:lnTo>
                    <a:lnTo>
                      <a:pt x="28" y="11"/>
                    </a:lnTo>
                    <a:lnTo>
                      <a:pt x="28" y="11"/>
                    </a:lnTo>
                    <a:lnTo>
                      <a:pt x="28" y="11"/>
                    </a:lnTo>
                    <a:lnTo>
                      <a:pt x="30" y="11"/>
                    </a:lnTo>
                    <a:lnTo>
                      <a:pt x="30" y="14"/>
                    </a:lnTo>
                    <a:lnTo>
                      <a:pt x="30" y="14"/>
                    </a:lnTo>
                    <a:lnTo>
                      <a:pt x="30" y="14"/>
                    </a:lnTo>
                    <a:lnTo>
                      <a:pt x="33" y="14"/>
                    </a:lnTo>
                    <a:lnTo>
                      <a:pt x="33" y="14"/>
                    </a:lnTo>
                    <a:lnTo>
                      <a:pt x="33" y="14"/>
                    </a:lnTo>
                    <a:lnTo>
                      <a:pt x="35" y="14"/>
                    </a:lnTo>
                    <a:lnTo>
                      <a:pt x="35" y="14"/>
                    </a:lnTo>
                    <a:lnTo>
                      <a:pt x="35" y="14"/>
                    </a:lnTo>
                    <a:lnTo>
                      <a:pt x="35" y="14"/>
                    </a:lnTo>
                    <a:lnTo>
                      <a:pt x="37" y="14"/>
                    </a:lnTo>
                    <a:lnTo>
                      <a:pt x="37" y="14"/>
                    </a:lnTo>
                    <a:lnTo>
                      <a:pt x="37" y="16"/>
                    </a:lnTo>
                    <a:lnTo>
                      <a:pt x="37" y="16"/>
                    </a:lnTo>
                    <a:lnTo>
                      <a:pt x="37" y="16"/>
                    </a:lnTo>
                    <a:lnTo>
                      <a:pt x="37" y="16"/>
                    </a:lnTo>
                    <a:lnTo>
                      <a:pt x="40" y="16"/>
                    </a:lnTo>
                    <a:lnTo>
                      <a:pt x="40" y="16"/>
                    </a:lnTo>
                    <a:lnTo>
                      <a:pt x="40" y="16"/>
                    </a:lnTo>
                    <a:lnTo>
                      <a:pt x="40" y="16"/>
                    </a:lnTo>
                    <a:lnTo>
                      <a:pt x="42" y="16"/>
                    </a:lnTo>
                    <a:lnTo>
                      <a:pt x="42" y="18"/>
                    </a:lnTo>
                    <a:lnTo>
                      <a:pt x="42" y="18"/>
                    </a:lnTo>
                    <a:lnTo>
                      <a:pt x="44" y="18"/>
                    </a:lnTo>
                    <a:lnTo>
                      <a:pt x="44" y="18"/>
                    </a:lnTo>
                    <a:lnTo>
                      <a:pt x="44" y="18"/>
                    </a:lnTo>
                    <a:lnTo>
                      <a:pt x="44" y="18"/>
                    </a:lnTo>
                    <a:lnTo>
                      <a:pt x="47" y="18"/>
                    </a:lnTo>
                    <a:lnTo>
                      <a:pt x="47" y="18"/>
                    </a:lnTo>
                    <a:lnTo>
                      <a:pt x="49" y="18"/>
                    </a:lnTo>
                    <a:lnTo>
                      <a:pt x="49" y="18"/>
                    </a:lnTo>
                    <a:lnTo>
                      <a:pt x="49" y="18"/>
                    </a:lnTo>
                    <a:lnTo>
                      <a:pt x="52" y="18"/>
                    </a:lnTo>
                    <a:lnTo>
                      <a:pt x="52" y="18"/>
                    </a:lnTo>
                    <a:lnTo>
                      <a:pt x="52" y="18"/>
                    </a:lnTo>
                    <a:lnTo>
                      <a:pt x="52" y="21"/>
                    </a:lnTo>
                    <a:lnTo>
                      <a:pt x="54" y="21"/>
                    </a:lnTo>
                    <a:lnTo>
                      <a:pt x="54" y="21"/>
                    </a:lnTo>
                    <a:lnTo>
                      <a:pt x="56" y="21"/>
                    </a:lnTo>
                    <a:lnTo>
                      <a:pt x="56" y="21"/>
                    </a:lnTo>
                    <a:lnTo>
                      <a:pt x="56" y="21"/>
                    </a:lnTo>
                    <a:lnTo>
                      <a:pt x="56" y="21"/>
                    </a:lnTo>
                    <a:lnTo>
                      <a:pt x="59" y="21"/>
                    </a:lnTo>
                    <a:lnTo>
                      <a:pt x="59" y="21"/>
                    </a:lnTo>
                    <a:lnTo>
                      <a:pt x="59" y="18"/>
                    </a:lnTo>
                    <a:lnTo>
                      <a:pt x="59" y="18"/>
                    </a:lnTo>
                    <a:lnTo>
                      <a:pt x="59" y="18"/>
                    </a:lnTo>
                    <a:lnTo>
                      <a:pt x="59" y="18"/>
                    </a:lnTo>
                    <a:lnTo>
                      <a:pt x="59" y="18"/>
                    </a:lnTo>
                    <a:lnTo>
                      <a:pt x="61" y="18"/>
                    </a:lnTo>
                    <a:lnTo>
                      <a:pt x="61" y="21"/>
                    </a:lnTo>
                    <a:lnTo>
                      <a:pt x="61" y="21"/>
                    </a:lnTo>
                    <a:lnTo>
                      <a:pt x="61" y="21"/>
                    </a:lnTo>
                    <a:lnTo>
                      <a:pt x="61" y="23"/>
                    </a:lnTo>
                    <a:lnTo>
                      <a:pt x="61" y="23"/>
                    </a:lnTo>
                    <a:lnTo>
                      <a:pt x="59" y="23"/>
                    </a:lnTo>
                    <a:lnTo>
                      <a:pt x="59" y="23"/>
                    </a:lnTo>
                    <a:lnTo>
                      <a:pt x="61" y="23"/>
                    </a:lnTo>
                    <a:lnTo>
                      <a:pt x="61" y="26"/>
                    </a:lnTo>
                    <a:lnTo>
                      <a:pt x="61" y="26"/>
                    </a:lnTo>
                    <a:lnTo>
                      <a:pt x="63" y="26"/>
                    </a:lnTo>
                    <a:lnTo>
                      <a:pt x="63" y="26"/>
                    </a:lnTo>
                    <a:lnTo>
                      <a:pt x="63" y="26"/>
                    </a:lnTo>
                    <a:lnTo>
                      <a:pt x="63" y="26"/>
                    </a:lnTo>
                    <a:lnTo>
                      <a:pt x="63" y="28"/>
                    </a:lnTo>
                    <a:lnTo>
                      <a:pt x="66" y="28"/>
                    </a:lnTo>
                    <a:lnTo>
                      <a:pt x="66" y="28"/>
                    </a:lnTo>
                    <a:lnTo>
                      <a:pt x="66" y="28"/>
                    </a:lnTo>
                    <a:lnTo>
                      <a:pt x="66" y="28"/>
                    </a:lnTo>
                    <a:lnTo>
                      <a:pt x="66" y="28"/>
                    </a:lnTo>
                    <a:lnTo>
                      <a:pt x="68" y="28"/>
                    </a:lnTo>
                    <a:lnTo>
                      <a:pt x="68" y="30"/>
                    </a:lnTo>
                    <a:lnTo>
                      <a:pt x="68" y="30"/>
                    </a:lnTo>
                    <a:lnTo>
                      <a:pt x="68" y="30"/>
                    </a:lnTo>
                    <a:lnTo>
                      <a:pt x="71" y="30"/>
                    </a:lnTo>
                    <a:lnTo>
                      <a:pt x="71" y="30"/>
                    </a:lnTo>
                    <a:lnTo>
                      <a:pt x="71" y="30"/>
                    </a:lnTo>
                    <a:lnTo>
                      <a:pt x="71" y="30"/>
                    </a:lnTo>
                    <a:lnTo>
                      <a:pt x="73" y="30"/>
                    </a:lnTo>
                    <a:lnTo>
                      <a:pt x="73" y="30"/>
                    </a:lnTo>
                    <a:lnTo>
                      <a:pt x="73" y="30"/>
                    </a:lnTo>
                    <a:lnTo>
                      <a:pt x="75" y="30"/>
                    </a:lnTo>
                    <a:lnTo>
                      <a:pt x="75" y="30"/>
                    </a:lnTo>
                    <a:lnTo>
                      <a:pt x="78" y="30"/>
                    </a:lnTo>
                    <a:lnTo>
                      <a:pt x="78" y="30"/>
                    </a:lnTo>
                    <a:lnTo>
                      <a:pt x="78" y="30"/>
                    </a:lnTo>
                    <a:lnTo>
                      <a:pt x="78" y="30"/>
                    </a:lnTo>
                    <a:lnTo>
                      <a:pt x="80" y="30"/>
                    </a:lnTo>
                    <a:lnTo>
                      <a:pt x="80" y="30"/>
                    </a:lnTo>
                    <a:lnTo>
                      <a:pt x="80" y="33"/>
                    </a:lnTo>
                    <a:lnTo>
                      <a:pt x="80" y="33"/>
                    </a:lnTo>
                    <a:lnTo>
                      <a:pt x="80" y="33"/>
                    </a:lnTo>
                    <a:lnTo>
                      <a:pt x="80" y="35"/>
                    </a:lnTo>
                    <a:lnTo>
                      <a:pt x="80" y="35"/>
                    </a:lnTo>
                    <a:lnTo>
                      <a:pt x="80" y="35"/>
                    </a:lnTo>
                    <a:lnTo>
                      <a:pt x="80" y="35"/>
                    </a:lnTo>
                    <a:lnTo>
                      <a:pt x="80" y="37"/>
                    </a:lnTo>
                    <a:lnTo>
                      <a:pt x="82" y="37"/>
                    </a:lnTo>
                    <a:lnTo>
                      <a:pt x="82" y="37"/>
                    </a:lnTo>
                    <a:lnTo>
                      <a:pt x="85" y="37"/>
                    </a:lnTo>
                    <a:lnTo>
                      <a:pt x="85" y="37"/>
                    </a:lnTo>
                    <a:lnTo>
                      <a:pt x="85" y="37"/>
                    </a:lnTo>
                    <a:lnTo>
                      <a:pt x="85" y="37"/>
                    </a:lnTo>
                    <a:lnTo>
                      <a:pt x="85" y="37"/>
                    </a:lnTo>
                    <a:lnTo>
                      <a:pt x="87" y="37"/>
                    </a:lnTo>
                    <a:lnTo>
                      <a:pt x="87" y="37"/>
                    </a:lnTo>
                    <a:lnTo>
                      <a:pt x="87" y="40"/>
                    </a:lnTo>
                    <a:lnTo>
                      <a:pt x="87" y="40"/>
                    </a:lnTo>
                    <a:lnTo>
                      <a:pt x="89" y="40"/>
                    </a:lnTo>
                    <a:lnTo>
                      <a:pt x="89" y="42"/>
                    </a:lnTo>
                    <a:lnTo>
                      <a:pt x="89" y="42"/>
                    </a:lnTo>
                    <a:lnTo>
                      <a:pt x="89" y="42"/>
                    </a:lnTo>
                    <a:lnTo>
                      <a:pt x="89" y="42"/>
                    </a:lnTo>
                    <a:lnTo>
                      <a:pt x="89" y="45"/>
                    </a:lnTo>
                    <a:lnTo>
                      <a:pt x="92" y="45"/>
                    </a:lnTo>
                    <a:lnTo>
                      <a:pt x="92" y="45"/>
                    </a:lnTo>
                    <a:lnTo>
                      <a:pt x="92" y="45"/>
                    </a:lnTo>
                    <a:lnTo>
                      <a:pt x="92" y="45"/>
                    </a:lnTo>
                    <a:lnTo>
                      <a:pt x="94" y="45"/>
                    </a:lnTo>
                    <a:lnTo>
                      <a:pt x="94" y="47"/>
                    </a:lnTo>
                    <a:lnTo>
                      <a:pt x="94" y="47"/>
                    </a:lnTo>
                    <a:lnTo>
                      <a:pt x="97" y="47"/>
                    </a:lnTo>
                    <a:lnTo>
                      <a:pt x="97" y="47"/>
                    </a:lnTo>
                    <a:lnTo>
                      <a:pt x="97" y="47"/>
                    </a:lnTo>
                    <a:lnTo>
                      <a:pt x="99" y="47"/>
                    </a:lnTo>
                    <a:lnTo>
                      <a:pt x="99" y="47"/>
                    </a:lnTo>
                    <a:lnTo>
                      <a:pt x="99" y="47"/>
                    </a:lnTo>
                    <a:lnTo>
                      <a:pt x="99" y="47"/>
                    </a:lnTo>
                    <a:lnTo>
                      <a:pt x="99" y="47"/>
                    </a:lnTo>
                    <a:lnTo>
                      <a:pt x="101" y="47"/>
                    </a:lnTo>
                    <a:lnTo>
                      <a:pt x="101" y="49"/>
                    </a:lnTo>
                    <a:lnTo>
                      <a:pt x="101" y="49"/>
                    </a:lnTo>
                    <a:lnTo>
                      <a:pt x="101" y="49"/>
                    </a:lnTo>
                    <a:lnTo>
                      <a:pt x="104" y="49"/>
                    </a:lnTo>
                    <a:lnTo>
                      <a:pt x="104" y="52"/>
                    </a:lnTo>
                    <a:lnTo>
                      <a:pt x="104" y="52"/>
                    </a:lnTo>
                    <a:lnTo>
                      <a:pt x="104" y="52"/>
                    </a:lnTo>
                    <a:lnTo>
                      <a:pt x="104" y="54"/>
                    </a:lnTo>
                    <a:lnTo>
                      <a:pt x="104" y="54"/>
                    </a:lnTo>
                    <a:lnTo>
                      <a:pt x="104" y="54"/>
                    </a:lnTo>
                    <a:lnTo>
                      <a:pt x="106" y="54"/>
                    </a:lnTo>
                    <a:lnTo>
                      <a:pt x="106" y="56"/>
                    </a:lnTo>
                    <a:lnTo>
                      <a:pt x="106" y="56"/>
                    </a:lnTo>
                    <a:lnTo>
                      <a:pt x="106" y="56"/>
                    </a:lnTo>
                    <a:lnTo>
                      <a:pt x="106" y="56"/>
                    </a:lnTo>
                    <a:lnTo>
                      <a:pt x="106" y="56"/>
                    </a:lnTo>
                    <a:lnTo>
                      <a:pt x="108" y="56"/>
                    </a:lnTo>
                    <a:lnTo>
                      <a:pt x="108" y="59"/>
                    </a:lnTo>
                    <a:lnTo>
                      <a:pt x="108" y="59"/>
                    </a:lnTo>
                    <a:lnTo>
                      <a:pt x="106" y="59"/>
                    </a:lnTo>
                    <a:lnTo>
                      <a:pt x="106" y="61"/>
                    </a:lnTo>
                    <a:lnTo>
                      <a:pt x="108" y="61"/>
                    </a:lnTo>
                    <a:lnTo>
                      <a:pt x="108" y="61"/>
                    </a:lnTo>
                    <a:lnTo>
                      <a:pt x="108" y="64"/>
                    </a:lnTo>
                    <a:lnTo>
                      <a:pt x="108" y="64"/>
                    </a:lnTo>
                    <a:lnTo>
                      <a:pt x="108" y="66"/>
                    </a:lnTo>
                    <a:lnTo>
                      <a:pt x="108" y="66"/>
                    </a:lnTo>
                    <a:lnTo>
                      <a:pt x="108" y="66"/>
                    </a:lnTo>
                    <a:lnTo>
                      <a:pt x="108" y="68"/>
                    </a:lnTo>
                    <a:lnTo>
                      <a:pt x="106" y="68"/>
                    </a:lnTo>
                    <a:lnTo>
                      <a:pt x="106" y="68"/>
                    </a:lnTo>
                    <a:lnTo>
                      <a:pt x="106" y="71"/>
                    </a:lnTo>
                    <a:lnTo>
                      <a:pt x="106" y="71"/>
                    </a:lnTo>
                    <a:lnTo>
                      <a:pt x="106" y="71"/>
                    </a:lnTo>
                    <a:lnTo>
                      <a:pt x="106" y="73"/>
                    </a:lnTo>
                    <a:lnTo>
                      <a:pt x="106" y="73"/>
                    </a:lnTo>
                    <a:lnTo>
                      <a:pt x="106" y="73"/>
                    </a:lnTo>
                    <a:lnTo>
                      <a:pt x="108" y="73"/>
                    </a:lnTo>
                    <a:lnTo>
                      <a:pt x="108" y="73"/>
                    </a:lnTo>
                    <a:lnTo>
                      <a:pt x="111" y="73"/>
                    </a:lnTo>
                    <a:lnTo>
                      <a:pt x="111" y="73"/>
                    </a:lnTo>
                    <a:lnTo>
                      <a:pt x="111" y="73"/>
                    </a:lnTo>
                    <a:lnTo>
                      <a:pt x="113" y="73"/>
                    </a:lnTo>
                    <a:lnTo>
                      <a:pt x="113" y="75"/>
                    </a:lnTo>
                    <a:lnTo>
                      <a:pt x="113" y="75"/>
                    </a:lnTo>
                    <a:lnTo>
                      <a:pt x="113" y="75"/>
                    </a:lnTo>
                    <a:lnTo>
                      <a:pt x="116" y="75"/>
                    </a:lnTo>
                    <a:lnTo>
                      <a:pt x="116" y="75"/>
                    </a:lnTo>
                    <a:lnTo>
                      <a:pt x="116" y="75"/>
                    </a:lnTo>
                    <a:lnTo>
                      <a:pt x="118" y="75"/>
                    </a:lnTo>
                    <a:lnTo>
                      <a:pt x="118" y="75"/>
                    </a:lnTo>
                    <a:lnTo>
                      <a:pt x="118" y="75"/>
                    </a:lnTo>
                    <a:lnTo>
                      <a:pt x="120" y="75"/>
                    </a:lnTo>
                    <a:lnTo>
                      <a:pt x="120" y="75"/>
                    </a:lnTo>
                    <a:lnTo>
                      <a:pt x="120" y="75"/>
                    </a:lnTo>
                    <a:lnTo>
                      <a:pt x="123" y="75"/>
                    </a:lnTo>
                    <a:lnTo>
                      <a:pt x="123" y="75"/>
                    </a:lnTo>
                    <a:lnTo>
                      <a:pt x="123" y="78"/>
                    </a:lnTo>
                    <a:lnTo>
                      <a:pt x="123" y="78"/>
                    </a:lnTo>
                    <a:lnTo>
                      <a:pt x="123" y="78"/>
                    </a:lnTo>
                    <a:lnTo>
                      <a:pt x="125" y="78"/>
                    </a:lnTo>
                    <a:lnTo>
                      <a:pt x="125" y="80"/>
                    </a:lnTo>
                    <a:lnTo>
                      <a:pt x="125" y="80"/>
                    </a:lnTo>
                    <a:lnTo>
                      <a:pt x="125" y="80"/>
                    </a:lnTo>
                    <a:lnTo>
                      <a:pt x="125" y="80"/>
                    </a:lnTo>
                    <a:lnTo>
                      <a:pt x="127" y="80"/>
                    </a:lnTo>
                    <a:lnTo>
                      <a:pt x="127" y="80"/>
                    </a:lnTo>
                    <a:lnTo>
                      <a:pt x="127" y="82"/>
                    </a:lnTo>
                    <a:lnTo>
                      <a:pt x="130" y="82"/>
                    </a:lnTo>
                    <a:lnTo>
                      <a:pt x="130" y="82"/>
                    </a:lnTo>
                    <a:lnTo>
                      <a:pt x="130" y="82"/>
                    </a:lnTo>
                    <a:lnTo>
                      <a:pt x="130" y="82"/>
                    </a:lnTo>
                    <a:lnTo>
                      <a:pt x="132" y="82"/>
                    </a:lnTo>
                    <a:lnTo>
                      <a:pt x="132" y="85"/>
                    </a:lnTo>
                    <a:lnTo>
                      <a:pt x="132" y="85"/>
                    </a:lnTo>
                    <a:lnTo>
                      <a:pt x="132" y="85"/>
                    </a:lnTo>
                    <a:lnTo>
                      <a:pt x="134" y="85"/>
                    </a:lnTo>
                    <a:lnTo>
                      <a:pt x="134" y="85"/>
                    </a:lnTo>
                    <a:lnTo>
                      <a:pt x="134" y="85"/>
                    </a:lnTo>
                    <a:lnTo>
                      <a:pt x="137" y="85"/>
                    </a:lnTo>
                    <a:lnTo>
                      <a:pt x="137" y="85"/>
                    </a:lnTo>
                    <a:lnTo>
                      <a:pt x="137" y="85"/>
                    </a:lnTo>
                    <a:lnTo>
                      <a:pt x="139" y="85"/>
                    </a:lnTo>
                    <a:lnTo>
                      <a:pt x="139" y="85"/>
                    </a:lnTo>
                    <a:lnTo>
                      <a:pt x="139" y="85"/>
                    </a:lnTo>
                    <a:lnTo>
                      <a:pt x="139" y="85"/>
                    </a:lnTo>
                    <a:lnTo>
                      <a:pt x="139" y="85"/>
                    </a:lnTo>
                    <a:lnTo>
                      <a:pt x="142" y="85"/>
                    </a:lnTo>
                    <a:lnTo>
                      <a:pt x="142" y="85"/>
                    </a:lnTo>
                    <a:lnTo>
                      <a:pt x="142" y="87"/>
                    </a:lnTo>
                    <a:lnTo>
                      <a:pt x="144" y="87"/>
                    </a:lnTo>
                    <a:lnTo>
                      <a:pt x="144" y="87"/>
                    </a:lnTo>
                    <a:lnTo>
                      <a:pt x="144" y="87"/>
                    </a:lnTo>
                    <a:lnTo>
                      <a:pt x="144" y="87"/>
                    </a:lnTo>
                    <a:lnTo>
                      <a:pt x="146" y="87"/>
                    </a:lnTo>
                    <a:lnTo>
                      <a:pt x="146" y="87"/>
                    </a:lnTo>
                    <a:lnTo>
                      <a:pt x="146" y="87"/>
                    </a:lnTo>
                    <a:lnTo>
                      <a:pt x="146" y="90"/>
                    </a:lnTo>
                    <a:lnTo>
                      <a:pt x="146" y="90"/>
                    </a:lnTo>
                    <a:lnTo>
                      <a:pt x="146" y="90"/>
                    </a:lnTo>
                    <a:lnTo>
                      <a:pt x="146" y="92"/>
                    </a:lnTo>
                    <a:lnTo>
                      <a:pt x="149" y="92"/>
                    </a:lnTo>
                    <a:lnTo>
                      <a:pt x="149" y="92"/>
                    </a:lnTo>
                    <a:lnTo>
                      <a:pt x="149" y="94"/>
                    </a:lnTo>
                    <a:lnTo>
                      <a:pt x="149" y="94"/>
                    </a:lnTo>
                    <a:lnTo>
                      <a:pt x="151" y="94"/>
                    </a:lnTo>
                    <a:lnTo>
                      <a:pt x="151" y="94"/>
                    </a:lnTo>
                    <a:lnTo>
                      <a:pt x="151" y="94"/>
                    </a:lnTo>
                    <a:lnTo>
                      <a:pt x="151" y="97"/>
                    </a:lnTo>
                    <a:lnTo>
                      <a:pt x="151" y="97"/>
                    </a:lnTo>
                    <a:lnTo>
                      <a:pt x="151" y="97"/>
                    </a:lnTo>
                    <a:lnTo>
                      <a:pt x="151" y="97"/>
                    </a:lnTo>
                    <a:lnTo>
                      <a:pt x="151" y="99"/>
                    </a:lnTo>
                    <a:lnTo>
                      <a:pt x="151" y="99"/>
                    </a:lnTo>
                    <a:lnTo>
                      <a:pt x="151" y="101"/>
                    </a:lnTo>
                    <a:lnTo>
                      <a:pt x="151" y="101"/>
                    </a:lnTo>
                    <a:lnTo>
                      <a:pt x="151" y="104"/>
                    </a:lnTo>
                    <a:lnTo>
                      <a:pt x="151" y="104"/>
                    </a:lnTo>
                    <a:lnTo>
                      <a:pt x="151" y="104"/>
                    </a:lnTo>
                    <a:lnTo>
                      <a:pt x="151" y="106"/>
                    </a:lnTo>
                    <a:lnTo>
                      <a:pt x="151" y="106"/>
                    </a:lnTo>
                    <a:lnTo>
                      <a:pt x="149" y="106"/>
                    </a:lnTo>
                    <a:lnTo>
                      <a:pt x="149" y="106"/>
                    </a:lnTo>
                    <a:lnTo>
                      <a:pt x="146" y="106"/>
                    </a:lnTo>
                    <a:lnTo>
                      <a:pt x="146" y="106"/>
                    </a:lnTo>
                    <a:lnTo>
                      <a:pt x="146" y="106"/>
                    </a:lnTo>
                    <a:lnTo>
                      <a:pt x="146" y="106"/>
                    </a:lnTo>
                    <a:lnTo>
                      <a:pt x="146" y="106"/>
                    </a:lnTo>
                    <a:lnTo>
                      <a:pt x="146" y="106"/>
                    </a:lnTo>
                    <a:lnTo>
                      <a:pt x="144" y="106"/>
                    </a:lnTo>
                    <a:lnTo>
                      <a:pt x="144" y="106"/>
                    </a:lnTo>
                    <a:lnTo>
                      <a:pt x="144" y="106"/>
                    </a:lnTo>
                    <a:lnTo>
                      <a:pt x="142" y="106"/>
                    </a:lnTo>
                    <a:lnTo>
                      <a:pt x="142" y="106"/>
                    </a:lnTo>
                    <a:lnTo>
                      <a:pt x="139" y="106"/>
                    </a:lnTo>
                    <a:lnTo>
                      <a:pt x="139" y="106"/>
                    </a:lnTo>
                    <a:lnTo>
                      <a:pt x="139" y="106"/>
                    </a:lnTo>
                    <a:lnTo>
                      <a:pt x="137" y="106"/>
                    </a:lnTo>
                    <a:lnTo>
                      <a:pt x="137" y="106"/>
                    </a:lnTo>
                    <a:lnTo>
                      <a:pt x="137" y="106"/>
                    </a:lnTo>
                    <a:lnTo>
                      <a:pt x="137" y="106"/>
                    </a:lnTo>
                    <a:lnTo>
                      <a:pt x="134" y="106"/>
                    </a:lnTo>
                    <a:lnTo>
                      <a:pt x="134" y="106"/>
                    </a:lnTo>
                    <a:lnTo>
                      <a:pt x="134" y="106"/>
                    </a:lnTo>
                    <a:lnTo>
                      <a:pt x="132" y="106"/>
                    </a:lnTo>
                    <a:lnTo>
                      <a:pt x="132" y="106"/>
                    </a:lnTo>
                    <a:lnTo>
                      <a:pt x="132" y="106"/>
                    </a:lnTo>
                    <a:lnTo>
                      <a:pt x="132" y="109"/>
                    </a:lnTo>
                    <a:lnTo>
                      <a:pt x="132" y="109"/>
                    </a:lnTo>
                    <a:lnTo>
                      <a:pt x="132" y="111"/>
                    </a:lnTo>
                    <a:lnTo>
                      <a:pt x="132" y="111"/>
                    </a:lnTo>
                    <a:lnTo>
                      <a:pt x="132" y="111"/>
                    </a:lnTo>
                    <a:lnTo>
                      <a:pt x="132" y="113"/>
                    </a:lnTo>
                    <a:lnTo>
                      <a:pt x="134" y="113"/>
                    </a:lnTo>
                    <a:lnTo>
                      <a:pt x="134" y="113"/>
                    </a:lnTo>
                    <a:lnTo>
                      <a:pt x="134" y="113"/>
                    </a:lnTo>
                    <a:lnTo>
                      <a:pt x="134" y="116"/>
                    </a:lnTo>
                    <a:lnTo>
                      <a:pt x="134" y="116"/>
                    </a:lnTo>
                    <a:lnTo>
                      <a:pt x="137" y="116"/>
                    </a:lnTo>
                    <a:lnTo>
                      <a:pt x="137" y="116"/>
                    </a:lnTo>
                    <a:lnTo>
                      <a:pt x="137" y="118"/>
                    </a:lnTo>
                    <a:lnTo>
                      <a:pt x="137" y="118"/>
                    </a:lnTo>
                    <a:lnTo>
                      <a:pt x="137" y="118"/>
                    </a:lnTo>
                    <a:lnTo>
                      <a:pt x="137" y="120"/>
                    </a:lnTo>
                    <a:lnTo>
                      <a:pt x="137" y="120"/>
                    </a:lnTo>
                    <a:lnTo>
                      <a:pt x="137" y="123"/>
                    </a:lnTo>
                    <a:lnTo>
                      <a:pt x="137" y="123"/>
                    </a:lnTo>
                    <a:lnTo>
                      <a:pt x="139" y="123"/>
                    </a:lnTo>
                    <a:lnTo>
                      <a:pt x="139" y="123"/>
                    </a:lnTo>
                    <a:lnTo>
                      <a:pt x="139" y="123"/>
                    </a:lnTo>
                    <a:lnTo>
                      <a:pt x="139" y="125"/>
                    </a:lnTo>
                    <a:lnTo>
                      <a:pt x="139" y="12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7" name="Freeform 75"/>
              <p:cNvSpPr>
                <a:spLocks/>
              </p:cNvSpPr>
              <p:nvPr/>
            </p:nvSpPr>
            <p:spPr bwMode="auto">
              <a:xfrm>
                <a:off x="3413" y="2412"/>
                <a:ext cx="29" cy="35"/>
              </a:xfrm>
              <a:custGeom>
                <a:avLst/>
                <a:gdLst/>
                <a:ahLst/>
                <a:cxnLst>
                  <a:cxn ang="0">
                    <a:pos x="14" y="0"/>
                  </a:cxn>
                  <a:cxn ang="0">
                    <a:pos x="19" y="0"/>
                  </a:cxn>
                  <a:cxn ang="0">
                    <a:pos x="22" y="0"/>
                  </a:cxn>
                  <a:cxn ang="0">
                    <a:pos x="22" y="2"/>
                  </a:cxn>
                  <a:cxn ang="0">
                    <a:pos x="24" y="5"/>
                  </a:cxn>
                  <a:cxn ang="0">
                    <a:pos x="24" y="7"/>
                  </a:cxn>
                  <a:cxn ang="0">
                    <a:pos x="26" y="9"/>
                  </a:cxn>
                  <a:cxn ang="0">
                    <a:pos x="29" y="9"/>
                  </a:cxn>
                  <a:cxn ang="0">
                    <a:pos x="29" y="12"/>
                  </a:cxn>
                  <a:cxn ang="0">
                    <a:pos x="26" y="12"/>
                  </a:cxn>
                  <a:cxn ang="0">
                    <a:pos x="26" y="16"/>
                  </a:cxn>
                  <a:cxn ang="0">
                    <a:pos x="26" y="19"/>
                  </a:cxn>
                  <a:cxn ang="0">
                    <a:pos x="29" y="21"/>
                  </a:cxn>
                  <a:cxn ang="0">
                    <a:pos x="29" y="24"/>
                  </a:cxn>
                  <a:cxn ang="0">
                    <a:pos x="26" y="24"/>
                  </a:cxn>
                  <a:cxn ang="0">
                    <a:pos x="26" y="26"/>
                  </a:cxn>
                  <a:cxn ang="0">
                    <a:pos x="26" y="31"/>
                  </a:cxn>
                  <a:cxn ang="0">
                    <a:pos x="24" y="31"/>
                  </a:cxn>
                  <a:cxn ang="0">
                    <a:pos x="22" y="31"/>
                  </a:cxn>
                  <a:cxn ang="0">
                    <a:pos x="19" y="33"/>
                  </a:cxn>
                  <a:cxn ang="0">
                    <a:pos x="19" y="35"/>
                  </a:cxn>
                  <a:cxn ang="0">
                    <a:pos x="17" y="33"/>
                  </a:cxn>
                  <a:cxn ang="0">
                    <a:pos x="14" y="33"/>
                  </a:cxn>
                  <a:cxn ang="0">
                    <a:pos x="14" y="31"/>
                  </a:cxn>
                  <a:cxn ang="0">
                    <a:pos x="17" y="31"/>
                  </a:cxn>
                  <a:cxn ang="0">
                    <a:pos x="14" y="28"/>
                  </a:cxn>
                  <a:cxn ang="0">
                    <a:pos x="14" y="26"/>
                  </a:cxn>
                  <a:cxn ang="0">
                    <a:pos x="12" y="24"/>
                  </a:cxn>
                  <a:cxn ang="0">
                    <a:pos x="12" y="24"/>
                  </a:cxn>
                  <a:cxn ang="0">
                    <a:pos x="12" y="21"/>
                  </a:cxn>
                  <a:cxn ang="0">
                    <a:pos x="12" y="19"/>
                  </a:cxn>
                  <a:cxn ang="0">
                    <a:pos x="10" y="16"/>
                  </a:cxn>
                  <a:cxn ang="0">
                    <a:pos x="10" y="14"/>
                  </a:cxn>
                  <a:cxn ang="0">
                    <a:pos x="10" y="12"/>
                  </a:cxn>
                  <a:cxn ang="0">
                    <a:pos x="7" y="9"/>
                  </a:cxn>
                  <a:cxn ang="0">
                    <a:pos x="7" y="9"/>
                  </a:cxn>
                  <a:cxn ang="0">
                    <a:pos x="5" y="7"/>
                  </a:cxn>
                  <a:cxn ang="0">
                    <a:pos x="5" y="5"/>
                  </a:cxn>
                  <a:cxn ang="0">
                    <a:pos x="3" y="2"/>
                  </a:cxn>
                  <a:cxn ang="0">
                    <a:pos x="0" y="2"/>
                  </a:cxn>
                  <a:cxn ang="0">
                    <a:pos x="0" y="0"/>
                  </a:cxn>
                  <a:cxn ang="0">
                    <a:pos x="3" y="0"/>
                  </a:cxn>
                  <a:cxn ang="0">
                    <a:pos x="5" y="0"/>
                  </a:cxn>
                  <a:cxn ang="0">
                    <a:pos x="7" y="0"/>
                  </a:cxn>
                  <a:cxn ang="0">
                    <a:pos x="10" y="0"/>
                  </a:cxn>
                  <a:cxn ang="0">
                    <a:pos x="12" y="0"/>
                  </a:cxn>
                  <a:cxn ang="0">
                    <a:pos x="14" y="0"/>
                  </a:cxn>
                </a:cxnLst>
                <a:rect l="0" t="0" r="r" b="b"/>
                <a:pathLst>
                  <a:path w="29" h="35">
                    <a:moveTo>
                      <a:pt x="14" y="0"/>
                    </a:moveTo>
                    <a:lnTo>
                      <a:pt x="14" y="0"/>
                    </a:lnTo>
                    <a:lnTo>
                      <a:pt x="14" y="0"/>
                    </a:lnTo>
                    <a:lnTo>
                      <a:pt x="17" y="0"/>
                    </a:lnTo>
                    <a:lnTo>
                      <a:pt x="17" y="0"/>
                    </a:lnTo>
                    <a:lnTo>
                      <a:pt x="19" y="0"/>
                    </a:lnTo>
                    <a:lnTo>
                      <a:pt x="19" y="0"/>
                    </a:lnTo>
                    <a:lnTo>
                      <a:pt x="19" y="0"/>
                    </a:lnTo>
                    <a:lnTo>
                      <a:pt x="22" y="0"/>
                    </a:lnTo>
                    <a:lnTo>
                      <a:pt x="22" y="2"/>
                    </a:lnTo>
                    <a:lnTo>
                      <a:pt x="22" y="2"/>
                    </a:lnTo>
                    <a:lnTo>
                      <a:pt x="22" y="2"/>
                    </a:lnTo>
                    <a:lnTo>
                      <a:pt x="22" y="2"/>
                    </a:lnTo>
                    <a:lnTo>
                      <a:pt x="22" y="5"/>
                    </a:lnTo>
                    <a:lnTo>
                      <a:pt x="24" y="5"/>
                    </a:lnTo>
                    <a:lnTo>
                      <a:pt x="24" y="5"/>
                    </a:lnTo>
                    <a:lnTo>
                      <a:pt x="24" y="5"/>
                    </a:lnTo>
                    <a:lnTo>
                      <a:pt x="24" y="7"/>
                    </a:lnTo>
                    <a:lnTo>
                      <a:pt x="26" y="7"/>
                    </a:lnTo>
                    <a:lnTo>
                      <a:pt x="26" y="7"/>
                    </a:lnTo>
                    <a:lnTo>
                      <a:pt x="26" y="9"/>
                    </a:lnTo>
                    <a:lnTo>
                      <a:pt x="26" y="9"/>
                    </a:lnTo>
                    <a:lnTo>
                      <a:pt x="26" y="9"/>
                    </a:lnTo>
                    <a:lnTo>
                      <a:pt x="29" y="9"/>
                    </a:lnTo>
                    <a:lnTo>
                      <a:pt x="29" y="9"/>
                    </a:lnTo>
                    <a:lnTo>
                      <a:pt x="29" y="9"/>
                    </a:lnTo>
                    <a:lnTo>
                      <a:pt x="29" y="12"/>
                    </a:lnTo>
                    <a:lnTo>
                      <a:pt x="26" y="12"/>
                    </a:lnTo>
                    <a:lnTo>
                      <a:pt x="26" y="12"/>
                    </a:lnTo>
                    <a:lnTo>
                      <a:pt x="26" y="12"/>
                    </a:lnTo>
                    <a:lnTo>
                      <a:pt x="26" y="14"/>
                    </a:lnTo>
                    <a:lnTo>
                      <a:pt x="26" y="14"/>
                    </a:lnTo>
                    <a:lnTo>
                      <a:pt x="26" y="16"/>
                    </a:lnTo>
                    <a:lnTo>
                      <a:pt x="26" y="16"/>
                    </a:lnTo>
                    <a:lnTo>
                      <a:pt x="26" y="19"/>
                    </a:lnTo>
                    <a:lnTo>
                      <a:pt x="26" y="19"/>
                    </a:lnTo>
                    <a:lnTo>
                      <a:pt x="26" y="19"/>
                    </a:lnTo>
                    <a:lnTo>
                      <a:pt x="26" y="21"/>
                    </a:lnTo>
                    <a:lnTo>
                      <a:pt x="29" y="21"/>
                    </a:lnTo>
                    <a:lnTo>
                      <a:pt x="29" y="21"/>
                    </a:lnTo>
                    <a:lnTo>
                      <a:pt x="29" y="21"/>
                    </a:lnTo>
                    <a:lnTo>
                      <a:pt x="29" y="24"/>
                    </a:lnTo>
                    <a:lnTo>
                      <a:pt x="26" y="24"/>
                    </a:lnTo>
                    <a:lnTo>
                      <a:pt x="26" y="24"/>
                    </a:lnTo>
                    <a:lnTo>
                      <a:pt x="26" y="24"/>
                    </a:lnTo>
                    <a:lnTo>
                      <a:pt x="26" y="26"/>
                    </a:lnTo>
                    <a:lnTo>
                      <a:pt x="26" y="26"/>
                    </a:lnTo>
                    <a:lnTo>
                      <a:pt x="26" y="26"/>
                    </a:lnTo>
                    <a:lnTo>
                      <a:pt x="26" y="28"/>
                    </a:lnTo>
                    <a:lnTo>
                      <a:pt x="26" y="28"/>
                    </a:lnTo>
                    <a:lnTo>
                      <a:pt x="26" y="31"/>
                    </a:lnTo>
                    <a:lnTo>
                      <a:pt x="24" y="31"/>
                    </a:lnTo>
                    <a:lnTo>
                      <a:pt x="24" y="31"/>
                    </a:lnTo>
                    <a:lnTo>
                      <a:pt x="24" y="31"/>
                    </a:lnTo>
                    <a:lnTo>
                      <a:pt x="24" y="31"/>
                    </a:lnTo>
                    <a:lnTo>
                      <a:pt x="22" y="31"/>
                    </a:lnTo>
                    <a:lnTo>
                      <a:pt x="22" y="31"/>
                    </a:lnTo>
                    <a:lnTo>
                      <a:pt x="22" y="33"/>
                    </a:lnTo>
                    <a:lnTo>
                      <a:pt x="22" y="33"/>
                    </a:lnTo>
                    <a:lnTo>
                      <a:pt x="19" y="33"/>
                    </a:lnTo>
                    <a:lnTo>
                      <a:pt x="19" y="33"/>
                    </a:lnTo>
                    <a:lnTo>
                      <a:pt x="19" y="33"/>
                    </a:lnTo>
                    <a:lnTo>
                      <a:pt x="19" y="35"/>
                    </a:lnTo>
                    <a:lnTo>
                      <a:pt x="19" y="35"/>
                    </a:lnTo>
                    <a:lnTo>
                      <a:pt x="17" y="35"/>
                    </a:lnTo>
                    <a:lnTo>
                      <a:pt x="17" y="33"/>
                    </a:lnTo>
                    <a:lnTo>
                      <a:pt x="17" y="33"/>
                    </a:lnTo>
                    <a:lnTo>
                      <a:pt x="14" y="33"/>
                    </a:lnTo>
                    <a:lnTo>
                      <a:pt x="14" y="33"/>
                    </a:lnTo>
                    <a:lnTo>
                      <a:pt x="14" y="33"/>
                    </a:lnTo>
                    <a:lnTo>
                      <a:pt x="14" y="31"/>
                    </a:lnTo>
                    <a:lnTo>
                      <a:pt x="14" y="31"/>
                    </a:lnTo>
                    <a:lnTo>
                      <a:pt x="14" y="31"/>
                    </a:lnTo>
                    <a:lnTo>
                      <a:pt x="17" y="31"/>
                    </a:lnTo>
                    <a:lnTo>
                      <a:pt x="17" y="31"/>
                    </a:lnTo>
                    <a:lnTo>
                      <a:pt x="14" y="31"/>
                    </a:lnTo>
                    <a:lnTo>
                      <a:pt x="14" y="28"/>
                    </a:lnTo>
                    <a:lnTo>
                      <a:pt x="14" y="28"/>
                    </a:lnTo>
                    <a:lnTo>
                      <a:pt x="14" y="28"/>
                    </a:lnTo>
                    <a:lnTo>
                      <a:pt x="14" y="28"/>
                    </a:lnTo>
                    <a:lnTo>
                      <a:pt x="14" y="26"/>
                    </a:lnTo>
                    <a:lnTo>
                      <a:pt x="14" y="26"/>
                    </a:lnTo>
                    <a:lnTo>
                      <a:pt x="12" y="26"/>
                    </a:lnTo>
                    <a:lnTo>
                      <a:pt x="12" y="24"/>
                    </a:lnTo>
                    <a:lnTo>
                      <a:pt x="14" y="24"/>
                    </a:lnTo>
                    <a:lnTo>
                      <a:pt x="14" y="24"/>
                    </a:lnTo>
                    <a:lnTo>
                      <a:pt x="12" y="24"/>
                    </a:lnTo>
                    <a:lnTo>
                      <a:pt x="12" y="21"/>
                    </a:lnTo>
                    <a:lnTo>
                      <a:pt x="12" y="21"/>
                    </a:lnTo>
                    <a:lnTo>
                      <a:pt x="12" y="21"/>
                    </a:lnTo>
                    <a:lnTo>
                      <a:pt x="12" y="21"/>
                    </a:lnTo>
                    <a:lnTo>
                      <a:pt x="12" y="21"/>
                    </a:lnTo>
                    <a:lnTo>
                      <a:pt x="12" y="19"/>
                    </a:lnTo>
                    <a:lnTo>
                      <a:pt x="10" y="19"/>
                    </a:lnTo>
                    <a:lnTo>
                      <a:pt x="10" y="19"/>
                    </a:lnTo>
                    <a:lnTo>
                      <a:pt x="10" y="16"/>
                    </a:lnTo>
                    <a:lnTo>
                      <a:pt x="10" y="16"/>
                    </a:lnTo>
                    <a:lnTo>
                      <a:pt x="10" y="14"/>
                    </a:lnTo>
                    <a:lnTo>
                      <a:pt x="10" y="14"/>
                    </a:lnTo>
                    <a:lnTo>
                      <a:pt x="10" y="12"/>
                    </a:lnTo>
                    <a:lnTo>
                      <a:pt x="10" y="12"/>
                    </a:lnTo>
                    <a:lnTo>
                      <a:pt x="10" y="12"/>
                    </a:lnTo>
                    <a:lnTo>
                      <a:pt x="10" y="9"/>
                    </a:lnTo>
                    <a:lnTo>
                      <a:pt x="7" y="9"/>
                    </a:lnTo>
                    <a:lnTo>
                      <a:pt x="7" y="9"/>
                    </a:lnTo>
                    <a:lnTo>
                      <a:pt x="7" y="9"/>
                    </a:lnTo>
                    <a:lnTo>
                      <a:pt x="7" y="9"/>
                    </a:lnTo>
                    <a:lnTo>
                      <a:pt x="7" y="9"/>
                    </a:lnTo>
                    <a:lnTo>
                      <a:pt x="7" y="7"/>
                    </a:lnTo>
                    <a:lnTo>
                      <a:pt x="5" y="7"/>
                    </a:lnTo>
                    <a:lnTo>
                      <a:pt x="5" y="7"/>
                    </a:lnTo>
                    <a:lnTo>
                      <a:pt x="5" y="7"/>
                    </a:lnTo>
                    <a:lnTo>
                      <a:pt x="5" y="7"/>
                    </a:lnTo>
                    <a:lnTo>
                      <a:pt x="5" y="5"/>
                    </a:lnTo>
                    <a:lnTo>
                      <a:pt x="5" y="5"/>
                    </a:lnTo>
                    <a:lnTo>
                      <a:pt x="5" y="2"/>
                    </a:lnTo>
                    <a:lnTo>
                      <a:pt x="3" y="2"/>
                    </a:lnTo>
                    <a:lnTo>
                      <a:pt x="3" y="2"/>
                    </a:lnTo>
                    <a:lnTo>
                      <a:pt x="0" y="2"/>
                    </a:lnTo>
                    <a:lnTo>
                      <a:pt x="0" y="2"/>
                    </a:lnTo>
                    <a:lnTo>
                      <a:pt x="0" y="2"/>
                    </a:lnTo>
                    <a:lnTo>
                      <a:pt x="0" y="0"/>
                    </a:lnTo>
                    <a:lnTo>
                      <a:pt x="0" y="0"/>
                    </a:lnTo>
                    <a:lnTo>
                      <a:pt x="0" y="0"/>
                    </a:lnTo>
                    <a:lnTo>
                      <a:pt x="0" y="0"/>
                    </a:lnTo>
                    <a:lnTo>
                      <a:pt x="3" y="0"/>
                    </a:lnTo>
                    <a:lnTo>
                      <a:pt x="3" y="0"/>
                    </a:lnTo>
                    <a:lnTo>
                      <a:pt x="5" y="0"/>
                    </a:lnTo>
                    <a:lnTo>
                      <a:pt x="5" y="0"/>
                    </a:lnTo>
                    <a:lnTo>
                      <a:pt x="5" y="0"/>
                    </a:lnTo>
                    <a:lnTo>
                      <a:pt x="7" y="0"/>
                    </a:lnTo>
                    <a:lnTo>
                      <a:pt x="7" y="0"/>
                    </a:lnTo>
                    <a:lnTo>
                      <a:pt x="7" y="0"/>
                    </a:lnTo>
                    <a:lnTo>
                      <a:pt x="7" y="0"/>
                    </a:lnTo>
                    <a:lnTo>
                      <a:pt x="10" y="0"/>
                    </a:lnTo>
                    <a:lnTo>
                      <a:pt x="10" y="0"/>
                    </a:lnTo>
                    <a:lnTo>
                      <a:pt x="12" y="0"/>
                    </a:lnTo>
                    <a:lnTo>
                      <a:pt x="12" y="0"/>
                    </a:lnTo>
                    <a:lnTo>
                      <a:pt x="12" y="0"/>
                    </a:lnTo>
                    <a:lnTo>
                      <a:pt x="12" y="0"/>
                    </a:lnTo>
                    <a:lnTo>
                      <a:pt x="14" y="0"/>
                    </a:lnTo>
                    <a:lnTo>
                      <a:pt x="14" y="0"/>
                    </a:lnTo>
                    <a:lnTo>
                      <a:pt x="14"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8" name="Freeform 76"/>
              <p:cNvSpPr>
                <a:spLocks/>
              </p:cNvSpPr>
              <p:nvPr/>
            </p:nvSpPr>
            <p:spPr bwMode="auto">
              <a:xfrm>
                <a:off x="3413" y="2412"/>
                <a:ext cx="29" cy="35"/>
              </a:xfrm>
              <a:custGeom>
                <a:avLst/>
                <a:gdLst/>
                <a:ahLst/>
                <a:cxnLst>
                  <a:cxn ang="0">
                    <a:pos x="14" y="0"/>
                  </a:cxn>
                  <a:cxn ang="0">
                    <a:pos x="19" y="0"/>
                  </a:cxn>
                  <a:cxn ang="0">
                    <a:pos x="22" y="0"/>
                  </a:cxn>
                  <a:cxn ang="0">
                    <a:pos x="22" y="2"/>
                  </a:cxn>
                  <a:cxn ang="0">
                    <a:pos x="24" y="5"/>
                  </a:cxn>
                  <a:cxn ang="0">
                    <a:pos x="24" y="7"/>
                  </a:cxn>
                  <a:cxn ang="0">
                    <a:pos x="26" y="9"/>
                  </a:cxn>
                  <a:cxn ang="0">
                    <a:pos x="29" y="9"/>
                  </a:cxn>
                  <a:cxn ang="0">
                    <a:pos x="29" y="12"/>
                  </a:cxn>
                  <a:cxn ang="0">
                    <a:pos x="26" y="12"/>
                  </a:cxn>
                  <a:cxn ang="0">
                    <a:pos x="26" y="16"/>
                  </a:cxn>
                  <a:cxn ang="0">
                    <a:pos x="26" y="19"/>
                  </a:cxn>
                  <a:cxn ang="0">
                    <a:pos x="29" y="21"/>
                  </a:cxn>
                  <a:cxn ang="0">
                    <a:pos x="29" y="24"/>
                  </a:cxn>
                  <a:cxn ang="0">
                    <a:pos x="26" y="24"/>
                  </a:cxn>
                  <a:cxn ang="0">
                    <a:pos x="26" y="26"/>
                  </a:cxn>
                  <a:cxn ang="0">
                    <a:pos x="26" y="31"/>
                  </a:cxn>
                  <a:cxn ang="0">
                    <a:pos x="24" y="31"/>
                  </a:cxn>
                  <a:cxn ang="0">
                    <a:pos x="22" y="31"/>
                  </a:cxn>
                  <a:cxn ang="0">
                    <a:pos x="19" y="33"/>
                  </a:cxn>
                  <a:cxn ang="0">
                    <a:pos x="19" y="35"/>
                  </a:cxn>
                  <a:cxn ang="0">
                    <a:pos x="17" y="33"/>
                  </a:cxn>
                  <a:cxn ang="0">
                    <a:pos x="14" y="33"/>
                  </a:cxn>
                  <a:cxn ang="0">
                    <a:pos x="14" y="31"/>
                  </a:cxn>
                  <a:cxn ang="0">
                    <a:pos x="17" y="31"/>
                  </a:cxn>
                  <a:cxn ang="0">
                    <a:pos x="14" y="28"/>
                  </a:cxn>
                  <a:cxn ang="0">
                    <a:pos x="14" y="26"/>
                  </a:cxn>
                  <a:cxn ang="0">
                    <a:pos x="12" y="24"/>
                  </a:cxn>
                  <a:cxn ang="0">
                    <a:pos x="12" y="24"/>
                  </a:cxn>
                  <a:cxn ang="0">
                    <a:pos x="12" y="21"/>
                  </a:cxn>
                  <a:cxn ang="0">
                    <a:pos x="12" y="19"/>
                  </a:cxn>
                  <a:cxn ang="0">
                    <a:pos x="10" y="16"/>
                  </a:cxn>
                  <a:cxn ang="0">
                    <a:pos x="10" y="14"/>
                  </a:cxn>
                  <a:cxn ang="0">
                    <a:pos x="10" y="12"/>
                  </a:cxn>
                  <a:cxn ang="0">
                    <a:pos x="7" y="9"/>
                  </a:cxn>
                  <a:cxn ang="0">
                    <a:pos x="7" y="9"/>
                  </a:cxn>
                  <a:cxn ang="0">
                    <a:pos x="5" y="7"/>
                  </a:cxn>
                  <a:cxn ang="0">
                    <a:pos x="5" y="5"/>
                  </a:cxn>
                  <a:cxn ang="0">
                    <a:pos x="3" y="2"/>
                  </a:cxn>
                  <a:cxn ang="0">
                    <a:pos x="0" y="2"/>
                  </a:cxn>
                  <a:cxn ang="0">
                    <a:pos x="0" y="0"/>
                  </a:cxn>
                  <a:cxn ang="0">
                    <a:pos x="3" y="0"/>
                  </a:cxn>
                  <a:cxn ang="0">
                    <a:pos x="5" y="0"/>
                  </a:cxn>
                  <a:cxn ang="0">
                    <a:pos x="7" y="0"/>
                  </a:cxn>
                  <a:cxn ang="0">
                    <a:pos x="10" y="0"/>
                  </a:cxn>
                  <a:cxn ang="0">
                    <a:pos x="12" y="0"/>
                  </a:cxn>
                  <a:cxn ang="0">
                    <a:pos x="14" y="0"/>
                  </a:cxn>
                </a:cxnLst>
                <a:rect l="0" t="0" r="r" b="b"/>
                <a:pathLst>
                  <a:path w="29" h="35">
                    <a:moveTo>
                      <a:pt x="14" y="0"/>
                    </a:moveTo>
                    <a:lnTo>
                      <a:pt x="14" y="0"/>
                    </a:lnTo>
                    <a:lnTo>
                      <a:pt x="14" y="0"/>
                    </a:lnTo>
                    <a:lnTo>
                      <a:pt x="17" y="0"/>
                    </a:lnTo>
                    <a:lnTo>
                      <a:pt x="17" y="0"/>
                    </a:lnTo>
                    <a:lnTo>
                      <a:pt x="19" y="0"/>
                    </a:lnTo>
                    <a:lnTo>
                      <a:pt x="19" y="0"/>
                    </a:lnTo>
                    <a:lnTo>
                      <a:pt x="19" y="0"/>
                    </a:lnTo>
                    <a:lnTo>
                      <a:pt x="22" y="0"/>
                    </a:lnTo>
                    <a:lnTo>
                      <a:pt x="22" y="2"/>
                    </a:lnTo>
                    <a:lnTo>
                      <a:pt x="22" y="2"/>
                    </a:lnTo>
                    <a:lnTo>
                      <a:pt x="22" y="2"/>
                    </a:lnTo>
                    <a:lnTo>
                      <a:pt x="22" y="2"/>
                    </a:lnTo>
                    <a:lnTo>
                      <a:pt x="22" y="5"/>
                    </a:lnTo>
                    <a:lnTo>
                      <a:pt x="24" y="5"/>
                    </a:lnTo>
                    <a:lnTo>
                      <a:pt x="24" y="5"/>
                    </a:lnTo>
                    <a:lnTo>
                      <a:pt x="24" y="5"/>
                    </a:lnTo>
                    <a:lnTo>
                      <a:pt x="24" y="7"/>
                    </a:lnTo>
                    <a:lnTo>
                      <a:pt x="26" y="7"/>
                    </a:lnTo>
                    <a:lnTo>
                      <a:pt x="26" y="7"/>
                    </a:lnTo>
                    <a:lnTo>
                      <a:pt x="26" y="9"/>
                    </a:lnTo>
                    <a:lnTo>
                      <a:pt x="26" y="9"/>
                    </a:lnTo>
                    <a:lnTo>
                      <a:pt x="26" y="9"/>
                    </a:lnTo>
                    <a:lnTo>
                      <a:pt x="29" y="9"/>
                    </a:lnTo>
                    <a:lnTo>
                      <a:pt x="29" y="9"/>
                    </a:lnTo>
                    <a:lnTo>
                      <a:pt x="29" y="9"/>
                    </a:lnTo>
                    <a:lnTo>
                      <a:pt x="29" y="12"/>
                    </a:lnTo>
                    <a:lnTo>
                      <a:pt x="26" y="12"/>
                    </a:lnTo>
                    <a:lnTo>
                      <a:pt x="26" y="12"/>
                    </a:lnTo>
                    <a:lnTo>
                      <a:pt x="26" y="12"/>
                    </a:lnTo>
                    <a:lnTo>
                      <a:pt x="26" y="14"/>
                    </a:lnTo>
                    <a:lnTo>
                      <a:pt x="26" y="14"/>
                    </a:lnTo>
                    <a:lnTo>
                      <a:pt x="26" y="16"/>
                    </a:lnTo>
                    <a:lnTo>
                      <a:pt x="26" y="16"/>
                    </a:lnTo>
                    <a:lnTo>
                      <a:pt x="26" y="19"/>
                    </a:lnTo>
                    <a:lnTo>
                      <a:pt x="26" y="19"/>
                    </a:lnTo>
                    <a:lnTo>
                      <a:pt x="26" y="19"/>
                    </a:lnTo>
                    <a:lnTo>
                      <a:pt x="26" y="21"/>
                    </a:lnTo>
                    <a:lnTo>
                      <a:pt x="29" y="21"/>
                    </a:lnTo>
                    <a:lnTo>
                      <a:pt x="29" y="21"/>
                    </a:lnTo>
                    <a:lnTo>
                      <a:pt x="29" y="21"/>
                    </a:lnTo>
                    <a:lnTo>
                      <a:pt x="29" y="24"/>
                    </a:lnTo>
                    <a:lnTo>
                      <a:pt x="26" y="24"/>
                    </a:lnTo>
                    <a:lnTo>
                      <a:pt x="26" y="24"/>
                    </a:lnTo>
                    <a:lnTo>
                      <a:pt x="26" y="24"/>
                    </a:lnTo>
                    <a:lnTo>
                      <a:pt x="26" y="26"/>
                    </a:lnTo>
                    <a:lnTo>
                      <a:pt x="26" y="26"/>
                    </a:lnTo>
                    <a:lnTo>
                      <a:pt x="26" y="26"/>
                    </a:lnTo>
                    <a:lnTo>
                      <a:pt x="26" y="28"/>
                    </a:lnTo>
                    <a:lnTo>
                      <a:pt x="26" y="28"/>
                    </a:lnTo>
                    <a:lnTo>
                      <a:pt x="26" y="31"/>
                    </a:lnTo>
                    <a:lnTo>
                      <a:pt x="24" y="31"/>
                    </a:lnTo>
                    <a:lnTo>
                      <a:pt x="24" y="31"/>
                    </a:lnTo>
                    <a:lnTo>
                      <a:pt x="24" y="31"/>
                    </a:lnTo>
                    <a:lnTo>
                      <a:pt x="24" y="31"/>
                    </a:lnTo>
                    <a:lnTo>
                      <a:pt x="22" y="31"/>
                    </a:lnTo>
                    <a:lnTo>
                      <a:pt x="22" y="31"/>
                    </a:lnTo>
                    <a:lnTo>
                      <a:pt x="22" y="33"/>
                    </a:lnTo>
                    <a:lnTo>
                      <a:pt x="22" y="33"/>
                    </a:lnTo>
                    <a:lnTo>
                      <a:pt x="19" y="33"/>
                    </a:lnTo>
                    <a:lnTo>
                      <a:pt x="19" y="33"/>
                    </a:lnTo>
                    <a:lnTo>
                      <a:pt x="19" y="33"/>
                    </a:lnTo>
                    <a:lnTo>
                      <a:pt x="19" y="35"/>
                    </a:lnTo>
                    <a:lnTo>
                      <a:pt x="19" y="35"/>
                    </a:lnTo>
                    <a:lnTo>
                      <a:pt x="17" y="35"/>
                    </a:lnTo>
                    <a:lnTo>
                      <a:pt x="17" y="33"/>
                    </a:lnTo>
                    <a:lnTo>
                      <a:pt x="17" y="33"/>
                    </a:lnTo>
                    <a:lnTo>
                      <a:pt x="14" y="33"/>
                    </a:lnTo>
                    <a:lnTo>
                      <a:pt x="14" y="33"/>
                    </a:lnTo>
                    <a:lnTo>
                      <a:pt x="14" y="33"/>
                    </a:lnTo>
                    <a:lnTo>
                      <a:pt x="14" y="31"/>
                    </a:lnTo>
                    <a:lnTo>
                      <a:pt x="14" y="31"/>
                    </a:lnTo>
                    <a:lnTo>
                      <a:pt x="14" y="31"/>
                    </a:lnTo>
                    <a:lnTo>
                      <a:pt x="17" y="31"/>
                    </a:lnTo>
                    <a:lnTo>
                      <a:pt x="17" y="31"/>
                    </a:lnTo>
                    <a:lnTo>
                      <a:pt x="14" y="31"/>
                    </a:lnTo>
                    <a:lnTo>
                      <a:pt x="14" y="28"/>
                    </a:lnTo>
                    <a:lnTo>
                      <a:pt x="14" y="28"/>
                    </a:lnTo>
                    <a:lnTo>
                      <a:pt x="14" y="28"/>
                    </a:lnTo>
                    <a:lnTo>
                      <a:pt x="14" y="28"/>
                    </a:lnTo>
                    <a:lnTo>
                      <a:pt x="14" y="26"/>
                    </a:lnTo>
                    <a:lnTo>
                      <a:pt x="14" y="26"/>
                    </a:lnTo>
                    <a:lnTo>
                      <a:pt x="12" y="26"/>
                    </a:lnTo>
                    <a:lnTo>
                      <a:pt x="12" y="24"/>
                    </a:lnTo>
                    <a:lnTo>
                      <a:pt x="14" y="24"/>
                    </a:lnTo>
                    <a:lnTo>
                      <a:pt x="14" y="24"/>
                    </a:lnTo>
                    <a:lnTo>
                      <a:pt x="12" y="24"/>
                    </a:lnTo>
                    <a:lnTo>
                      <a:pt x="12" y="21"/>
                    </a:lnTo>
                    <a:lnTo>
                      <a:pt x="12" y="21"/>
                    </a:lnTo>
                    <a:lnTo>
                      <a:pt x="12" y="21"/>
                    </a:lnTo>
                    <a:lnTo>
                      <a:pt x="12" y="21"/>
                    </a:lnTo>
                    <a:lnTo>
                      <a:pt x="12" y="21"/>
                    </a:lnTo>
                    <a:lnTo>
                      <a:pt x="12" y="19"/>
                    </a:lnTo>
                    <a:lnTo>
                      <a:pt x="10" y="19"/>
                    </a:lnTo>
                    <a:lnTo>
                      <a:pt x="10" y="19"/>
                    </a:lnTo>
                    <a:lnTo>
                      <a:pt x="10" y="16"/>
                    </a:lnTo>
                    <a:lnTo>
                      <a:pt x="10" y="16"/>
                    </a:lnTo>
                    <a:lnTo>
                      <a:pt x="10" y="14"/>
                    </a:lnTo>
                    <a:lnTo>
                      <a:pt x="10" y="14"/>
                    </a:lnTo>
                    <a:lnTo>
                      <a:pt x="10" y="12"/>
                    </a:lnTo>
                    <a:lnTo>
                      <a:pt x="10" y="12"/>
                    </a:lnTo>
                    <a:lnTo>
                      <a:pt x="10" y="12"/>
                    </a:lnTo>
                    <a:lnTo>
                      <a:pt x="10" y="9"/>
                    </a:lnTo>
                    <a:lnTo>
                      <a:pt x="7" y="9"/>
                    </a:lnTo>
                    <a:lnTo>
                      <a:pt x="7" y="9"/>
                    </a:lnTo>
                    <a:lnTo>
                      <a:pt x="7" y="9"/>
                    </a:lnTo>
                    <a:lnTo>
                      <a:pt x="7" y="9"/>
                    </a:lnTo>
                    <a:lnTo>
                      <a:pt x="7" y="9"/>
                    </a:lnTo>
                    <a:lnTo>
                      <a:pt x="7" y="7"/>
                    </a:lnTo>
                    <a:lnTo>
                      <a:pt x="5" y="7"/>
                    </a:lnTo>
                    <a:lnTo>
                      <a:pt x="5" y="7"/>
                    </a:lnTo>
                    <a:lnTo>
                      <a:pt x="5" y="7"/>
                    </a:lnTo>
                    <a:lnTo>
                      <a:pt x="5" y="7"/>
                    </a:lnTo>
                    <a:lnTo>
                      <a:pt x="5" y="5"/>
                    </a:lnTo>
                    <a:lnTo>
                      <a:pt x="5" y="5"/>
                    </a:lnTo>
                    <a:lnTo>
                      <a:pt x="5" y="2"/>
                    </a:lnTo>
                    <a:lnTo>
                      <a:pt x="3" y="2"/>
                    </a:lnTo>
                    <a:lnTo>
                      <a:pt x="3" y="2"/>
                    </a:lnTo>
                    <a:lnTo>
                      <a:pt x="0" y="2"/>
                    </a:lnTo>
                    <a:lnTo>
                      <a:pt x="0" y="2"/>
                    </a:lnTo>
                    <a:lnTo>
                      <a:pt x="0" y="2"/>
                    </a:lnTo>
                    <a:lnTo>
                      <a:pt x="0" y="0"/>
                    </a:lnTo>
                    <a:lnTo>
                      <a:pt x="0" y="0"/>
                    </a:lnTo>
                    <a:lnTo>
                      <a:pt x="0" y="0"/>
                    </a:lnTo>
                    <a:lnTo>
                      <a:pt x="0" y="0"/>
                    </a:lnTo>
                    <a:lnTo>
                      <a:pt x="3" y="0"/>
                    </a:lnTo>
                    <a:lnTo>
                      <a:pt x="3" y="0"/>
                    </a:lnTo>
                    <a:lnTo>
                      <a:pt x="5" y="0"/>
                    </a:lnTo>
                    <a:lnTo>
                      <a:pt x="5" y="0"/>
                    </a:lnTo>
                    <a:lnTo>
                      <a:pt x="5" y="0"/>
                    </a:lnTo>
                    <a:lnTo>
                      <a:pt x="7" y="0"/>
                    </a:lnTo>
                    <a:lnTo>
                      <a:pt x="7" y="0"/>
                    </a:lnTo>
                    <a:lnTo>
                      <a:pt x="7" y="0"/>
                    </a:lnTo>
                    <a:lnTo>
                      <a:pt x="7" y="0"/>
                    </a:lnTo>
                    <a:lnTo>
                      <a:pt x="10" y="0"/>
                    </a:lnTo>
                    <a:lnTo>
                      <a:pt x="10" y="0"/>
                    </a:lnTo>
                    <a:lnTo>
                      <a:pt x="12" y="0"/>
                    </a:lnTo>
                    <a:lnTo>
                      <a:pt x="12" y="0"/>
                    </a:lnTo>
                    <a:lnTo>
                      <a:pt x="12" y="0"/>
                    </a:lnTo>
                    <a:lnTo>
                      <a:pt x="12" y="0"/>
                    </a:lnTo>
                    <a:lnTo>
                      <a:pt x="14" y="0"/>
                    </a:lnTo>
                    <a:lnTo>
                      <a:pt x="14" y="0"/>
                    </a:lnTo>
                    <a:lnTo>
                      <a:pt x="14"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9" name="Freeform 77"/>
              <p:cNvSpPr>
                <a:spLocks/>
              </p:cNvSpPr>
              <p:nvPr/>
            </p:nvSpPr>
            <p:spPr bwMode="auto">
              <a:xfrm>
                <a:off x="3446" y="2433"/>
                <a:ext cx="31" cy="59"/>
              </a:xfrm>
              <a:custGeom>
                <a:avLst/>
                <a:gdLst/>
                <a:ahLst/>
                <a:cxnLst>
                  <a:cxn ang="0">
                    <a:pos x="26" y="38"/>
                  </a:cxn>
                  <a:cxn ang="0">
                    <a:pos x="26" y="41"/>
                  </a:cxn>
                  <a:cxn ang="0">
                    <a:pos x="22" y="43"/>
                  </a:cxn>
                  <a:cxn ang="0">
                    <a:pos x="22" y="45"/>
                  </a:cxn>
                  <a:cxn ang="0">
                    <a:pos x="19" y="48"/>
                  </a:cxn>
                  <a:cxn ang="0">
                    <a:pos x="19" y="52"/>
                  </a:cxn>
                  <a:cxn ang="0">
                    <a:pos x="19" y="57"/>
                  </a:cxn>
                  <a:cxn ang="0">
                    <a:pos x="19" y="59"/>
                  </a:cxn>
                  <a:cxn ang="0">
                    <a:pos x="15" y="59"/>
                  </a:cxn>
                  <a:cxn ang="0">
                    <a:pos x="15" y="55"/>
                  </a:cxn>
                  <a:cxn ang="0">
                    <a:pos x="15" y="52"/>
                  </a:cxn>
                  <a:cxn ang="0">
                    <a:pos x="12" y="50"/>
                  </a:cxn>
                  <a:cxn ang="0">
                    <a:pos x="10" y="52"/>
                  </a:cxn>
                  <a:cxn ang="0">
                    <a:pos x="8" y="52"/>
                  </a:cxn>
                  <a:cxn ang="0">
                    <a:pos x="5" y="57"/>
                  </a:cxn>
                  <a:cxn ang="0">
                    <a:pos x="3" y="57"/>
                  </a:cxn>
                  <a:cxn ang="0">
                    <a:pos x="3" y="57"/>
                  </a:cxn>
                  <a:cxn ang="0">
                    <a:pos x="3" y="52"/>
                  </a:cxn>
                  <a:cxn ang="0">
                    <a:pos x="3" y="50"/>
                  </a:cxn>
                  <a:cxn ang="0">
                    <a:pos x="3" y="45"/>
                  </a:cxn>
                  <a:cxn ang="0">
                    <a:pos x="5" y="43"/>
                  </a:cxn>
                  <a:cxn ang="0">
                    <a:pos x="5" y="38"/>
                  </a:cxn>
                  <a:cxn ang="0">
                    <a:pos x="5" y="36"/>
                  </a:cxn>
                  <a:cxn ang="0">
                    <a:pos x="5" y="33"/>
                  </a:cxn>
                  <a:cxn ang="0">
                    <a:pos x="5" y="29"/>
                  </a:cxn>
                  <a:cxn ang="0">
                    <a:pos x="5" y="26"/>
                  </a:cxn>
                  <a:cxn ang="0">
                    <a:pos x="5" y="24"/>
                  </a:cxn>
                  <a:cxn ang="0">
                    <a:pos x="0" y="24"/>
                  </a:cxn>
                  <a:cxn ang="0">
                    <a:pos x="0" y="22"/>
                  </a:cxn>
                  <a:cxn ang="0">
                    <a:pos x="3" y="19"/>
                  </a:cxn>
                  <a:cxn ang="0">
                    <a:pos x="3" y="17"/>
                  </a:cxn>
                  <a:cxn ang="0">
                    <a:pos x="3" y="14"/>
                  </a:cxn>
                  <a:cxn ang="0">
                    <a:pos x="3" y="10"/>
                  </a:cxn>
                  <a:cxn ang="0">
                    <a:pos x="3" y="7"/>
                  </a:cxn>
                  <a:cxn ang="0">
                    <a:pos x="5" y="5"/>
                  </a:cxn>
                  <a:cxn ang="0">
                    <a:pos x="3" y="3"/>
                  </a:cxn>
                  <a:cxn ang="0">
                    <a:pos x="5" y="0"/>
                  </a:cxn>
                  <a:cxn ang="0">
                    <a:pos x="8" y="0"/>
                  </a:cxn>
                  <a:cxn ang="0">
                    <a:pos x="8" y="3"/>
                  </a:cxn>
                  <a:cxn ang="0">
                    <a:pos x="8" y="7"/>
                  </a:cxn>
                  <a:cxn ang="0">
                    <a:pos x="5" y="10"/>
                  </a:cxn>
                  <a:cxn ang="0">
                    <a:pos x="5" y="14"/>
                  </a:cxn>
                  <a:cxn ang="0">
                    <a:pos x="5" y="17"/>
                  </a:cxn>
                  <a:cxn ang="0">
                    <a:pos x="5" y="19"/>
                  </a:cxn>
                  <a:cxn ang="0">
                    <a:pos x="5" y="19"/>
                  </a:cxn>
                  <a:cxn ang="0">
                    <a:pos x="8" y="22"/>
                  </a:cxn>
                  <a:cxn ang="0">
                    <a:pos x="12" y="22"/>
                  </a:cxn>
                  <a:cxn ang="0">
                    <a:pos x="12" y="24"/>
                  </a:cxn>
                  <a:cxn ang="0">
                    <a:pos x="15" y="26"/>
                  </a:cxn>
                  <a:cxn ang="0">
                    <a:pos x="17" y="29"/>
                  </a:cxn>
                  <a:cxn ang="0">
                    <a:pos x="19" y="26"/>
                  </a:cxn>
                  <a:cxn ang="0">
                    <a:pos x="22" y="26"/>
                  </a:cxn>
                  <a:cxn ang="0">
                    <a:pos x="24" y="29"/>
                  </a:cxn>
                  <a:cxn ang="0">
                    <a:pos x="26" y="29"/>
                  </a:cxn>
                  <a:cxn ang="0">
                    <a:pos x="29" y="29"/>
                  </a:cxn>
                  <a:cxn ang="0">
                    <a:pos x="31" y="26"/>
                  </a:cxn>
                  <a:cxn ang="0">
                    <a:pos x="29" y="29"/>
                  </a:cxn>
                  <a:cxn ang="0">
                    <a:pos x="31" y="29"/>
                  </a:cxn>
                  <a:cxn ang="0">
                    <a:pos x="29" y="31"/>
                  </a:cxn>
                  <a:cxn ang="0">
                    <a:pos x="29" y="33"/>
                  </a:cxn>
                  <a:cxn ang="0">
                    <a:pos x="31" y="38"/>
                  </a:cxn>
                  <a:cxn ang="0">
                    <a:pos x="29" y="38"/>
                  </a:cxn>
                </a:cxnLst>
                <a:rect l="0" t="0" r="r" b="b"/>
                <a:pathLst>
                  <a:path w="31" h="59">
                    <a:moveTo>
                      <a:pt x="29" y="41"/>
                    </a:moveTo>
                    <a:lnTo>
                      <a:pt x="29" y="41"/>
                    </a:lnTo>
                    <a:lnTo>
                      <a:pt x="26" y="41"/>
                    </a:lnTo>
                    <a:lnTo>
                      <a:pt x="26" y="38"/>
                    </a:lnTo>
                    <a:lnTo>
                      <a:pt x="26" y="38"/>
                    </a:lnTo>
                    <a:lnTo>
                      <a:pt x="26" y="41"/>
                    </a:lnTo>
                    <a:lnTo>
                      <a:pt x="26" y="41"/>
                    </a:lnTo>
                    <a:lnTo>
                      <a:pt x="26" y="41"/>
                    </a:lnTo>
                    <a:lnTo>
                      <a:pt x="24" y="41"/>
                    </a:lnTo>
                    <a:lnTo>
                      <a:pt x="24" y="43"/>
                    </a:lnTo>
                    <a:lnTo>
                      <a:pt x="24" y="43"/>
                    </a:lnTo>
                    <a:lnTo>
                      <a:pt x="22" y="43"/>
                    </a:lnTo>
                    <a:lnTo>
                      <a:pt x="22" y="43"/>
                    </a:lnTo>
                    <a:lnTo>
                      <a:pt x="22" y="43"/>
                    </a:lnTo>
                    <a:lnTo>
                      <a:pt x="22" y="43"/>
                    </a:lnTo>
                    <a:lnTo>
                      <a:pt x="22" y="45"/>
                    </a:lnTo>
                    <a:lnTo>
                      <a:pt x="22" y="45"/>
                    </a:lnTo>
                    <a:lnTo>
                      <a:pt x="22" y="48"/>
                    </a:lnTo>
                    <a:lnTo>
                      <a:pt x="22" y="48"/>
                    </a:lnTo>
                    <a:lnTo>
                      <a:pt x="19" y="48"/>
                    </a:lnTo>
                    <a:lnTo>
                      <a:pt x="19" y="48"/>
                    </a:lnTo>
                    <a:lnTo>
                      <a:pt x="19" y="50"/>
                    </a:lnTo>
                    <a:lnTo>
                      <a:pt x="19" y="50"/>
                    </a:lnTo>
                    <a:lnTo>
                      <a:pt x="19" y="52"/>
                    </a:lnTo>
                    <a:lnTo>
                      <a:pt x="19" y="52"/>
                    </a:lnTo>
                    <a:lnTo>
                      <a:pt x="19" y="55"/>
                    </a:lnTo>
                    <a:lnTo>
                      <a:pt x="19" y="55"/>
                    </a:lnTo>
                    <a:lnTo>
                      <a:pt x="19" y="57"/>
                    </a:lnTo>
                    <a:lnTo>
                      <a:pt x="19" y="57"/>
                    </a:lnTo>
                    <a:lnTo>
                      <a:pt x="19" y="57"/>
                    </a:lnTo>
                    <a:lnTo>
                      <a:pt x="19" y="57"/>
                    </a:lnTo>
                    <a:lnTo>
                      <a:pt x="19" y="59"/>
                    </a:lnTo>
                    <a:lnTo>
                      <a:pt x="17" y="59"/>
                    </a:lnTo>
                    <a:lnTo>
                      <a:pt x="17" y="59"/>
                    </a:lnTo>
                    <a:lnTo>
                      <a:pt x="15" y="59"/>
                    </a:lnTo>
                    <a:lnTo>
                      <a:pt x="15" y="59"/>
                    </a:lnTo>
                    <a:lnTo>
                      <a:pt x="15" y="57"/>
                    </a:lnTo>
                    <a:lnTo>
                      <a:pt x="15" y="57"/>
                    </a:lnTo>
                    <a:lnTo>
                      <a:pt x="15" y="57"/>
                    </a:lnTo>
                    <a:lnTo>
                      <a:pt x="15" y="55"/>
                    </a:lnTo>
                    <a:lnTo>
                      <a:pt x="15" y="55"/>
                    </a:lnTo>
                    <a:lnTo>
                      <a:pt x="15" y="55"/>
                    </a:lnTo>
                    <a:lnTo>
                      <a:pt x="15" y="52"/>
                    </a:lnTo>
                    <a:lnTo>
                      <a:pt x="15" y="52"/>
                    </a:lnTo>
                    <a:lnTo>
                      <a:pt x="15" y="50"/>
                    </a:lnTo>
                    <a:lnTo>
                      <a:pt x="15" y="50"/>
                    </a:lnTo>
                    <a:lnTo>
                      <a:pt x="12" y="50"/>
                    </a:lnTo>
                    <a:lnTo>
                      <a:pt x="12" y="50"/>
                    </a:lnTo>
                    <a:lnTo>
                      <a:pt x="12" y="52"/>
                    </a:lnTo>
                    <a:lnTo>
                      <a:pt x="12" y="52"/>
                    </a:lnTo>
                    <a:lnTo>
                      <a:pt x="10" y="52"/>
                    </a:lnTo>
                    <a:lnTo>
                      <a:pt x="10" y="52"/>
                    </a:lnTo>
                    <a:lnTo>
                      <a:pt x="8" y="52"/>
                    </a:lnTo>
                    <a:lnTo>
                      <a:pt x="8" y="52"/>
                    </a:lnTo>
                    <a:lnTo>
                      <a:pt x="8" y="52"/>
                    </a:lnTo>
                    <a:lnTo>
                      <a:pt x="8" y="52"/>
                    </a:lnTo>
                    <a:lnTo>
                      <a:pt x="8" y="55"/>
                    </a:lnTo>
                    <a:lnTo>
                      <a:pt x="5" y="55"/>
                    </a:lnTo>
                    <a:lnTo>
                      <a:pt x="5" y="55"/>
                    </a:lnTo>
                    <a:lnTo>
                      <a:pt x="5" y="57"/>
                    </a:lnTo>
                    <a:lnTo>
                      <a:pt x="5" y="57"/>
                    </a:lnTo>
                    <a:lnTo>
                      <a:pt x="5" y="57"/>
                    </a:lnTo>
                    <a:lnTo>
                      <a:pt x="5" y="57"/>
                    </a:lnTo>
                    <a:lnTo>
                      <a:pt x="3" y="57"/>
                    </a:lnTo>
                    <a:lnTo>
                      <a:pt x="3" y="57"/>
                    </a:lnTo>
                    <a:lnTo>
                      <a:pt x="0" y="57"/>
                    </a:lnTo>
                    <a:lnTo>
                      <a:pt x="0" y="57"/>
                    </a:lnTo>
                    <a:lnTo>
                      <a:pt x="3" y="57"/>
                    </a:lnTo>
                    <a:lnTo>
                      <a:pt x="3" y="55"/>
                    </a:lnTo>
                    <a:lnTo>
                      <a:pt x="3" y="55"/>
                    </a:lnTo>
                    <a:lnTo>
                      <a:pt x="3" y="52"/>
                    </a:lnTo>
                    <a:lnTo>
                      <a:pt x="3" y="52"/>
                    </a:lnTo>
                    <a:lnTo>
                      <a:pt x="3" y="52"/>
                    </a:lnTo>
                    <a:lnTo>
                      <a:pt x="3" y="50"/>
                    </a:lnTo>
                    <a:lnTo>
                      <a:pt x="3" y="50"/>
                    </a:lnTo>
                    <a:lnTo>
                      <a:pt x="3" y="50"/>
                    </a:lnTo>
                    <a:lnTo>
                      <a:pt x="3" y="48"/>
                    </a:lnTo>
                    <a:lnTo>
                      <a:pt x="3" y="48"/>
                    </a:lnTo>
                    <a:lnTo>
                      <a:pt x="3" y="48"/>
                    </a:lnTo>
                    <a:lnTo>
                      <a:pt x="3" y="45"/>
                    </a:lnTo>
                    <a:lnTo>
                      <a:pt x="3" y="45"/>
                    </a:lnTo>
                    <a:lnTo>
                      <a:pt x="3" y="45"/>
                    </a:lnTo>
                    <a:lnTo>
                      <a:pt x="3" y="43"/>
                    </a:lnTo>
                    <a:lnTo>
                      <a:pt x="5" y="43"/>
                    </a:lnTo>
                    <a:lnTo>
                      <a:pt x="5" y="43"/>
                    </a:lnTo>
                    <a:lnTo>
                      <a:pt x="5" y="41"/>
                    </a:lnTo>
                    <a:lnTo>
                      <a:pt x="5" y="41"/>
                    </a:lnTo>
                    <a:lnTo>
                      <a:pt x="5" y="38"/>
                    </a:lnTo>
                    <a:lnTo>
                      <a:pt x="5" y="38"/>
                    </a:lnTo>
                    <a:lnTo>
                      <a:pt x="5" y="38"/>
                    </a:lnTo>
                    <a:lnTo>
                      <a:pt x="5" y="36"/>
                    </a:lnTo>
                    <a:lnTo>
                      <a:pt x="5" y="36"/>
                    </a:lnTo>
                    <a:lnTo>
                      <a:pt x="5" y="33"/>
                    </a:lnTo>
                    <a:lnTo>
                      <a:pt x="5" y="33"/>
                    </a:lnTo>
                    <a:lnTo>
                      <a:pt x="5" y="33"/>
                    </a:lnTo>
                    <a:lnTo>
                      <a:pt x="5" y="33"/>
                    </a:lnTo>
                    <a:lnTo>
                      <a:pt x="5" y="31"/>
                    </a:lnTo>
                    <a:lnTo>
                      <a:pt x="5" y="31"/>
                    </a:lnTo>
                    <a:lnTo>
                      <a:pt x="5" y="31"/>
                    </a:lnTo>
                    <a:lnTo>
                      <a:pt x="5" y="29"/>
                    </a:lnTo>
                    <a:lnTo>
                      <a:pt x="5" y="29"/>
                    </a:lnTo>
                    <a:lnTo>
                      <a:pt x="5" y="29"/>
                    </a:lnTo>
                    <a:lnTo>
                      <a:pt x="5" y="29"/>
                    </a:lnTo>
                    <a:lnTo>
                      <a:pt x="5" y="26"/>
                    </a:lnTo>
                    <a:lnTo>
                      <a:pt x="5" y="26"/>
                    </a:lnTo>
                    <a:lnTo>
                      <a:pt x="5" y="24"/>
                    </a:lnTo>
                    <a:lnTo>
                      <a:pt x="5" y="24"/>
                    </a:lnTo>
                    <a:lnTo>
                      <a:pt x="5" y="24"/>
                    </a:lnTo>
                    <a:lnTo>
                      <a:pt x="3" y="24"/>
                    </a:lnTo>
                    <a:lnTo>
                      <a:pt x="3" y="24"/>
                    </a:lnTo>
                    <a:lnTo>
                      <a:pt x="3" y="24"/>
                    </a:lnTo>
                    <a:lnTo>
                      <a:pt x="0" y="24"/>
                    </a:lnTo>
                    <a:lnTo>
                      <a:pt x="0" y="24"/>
                    </a:lnTo>
                    <a:lnTo>
                      <a:pt x="0" y="22"/>
                    </a:lnTo>
                    <a:lnTo>
                      <a:pt x="0" y="22"/>
                    </a:lnTo>
                    <a:lnTo>
                      <a:pt x="0" y="22"/>
                    </a:lnTo>
                    <a:lnTo>
                      <a:pt x="0" y="19"/>
                    </a:lnTo>
                    <a:lnTo>
                      <a:pt x="0" y="19"/>
                    </a:lnTo>
                    <a:lnTo>
                      <a:pt x="3" y="19"/>
                    </a:lnTo>
                    <a:lnTo>
                      <a:pt x="3" y="19"/>
                    </a:lnTo>
                    <a:lnTo>
                      <a:pt x="0" y="19"/>
                    </a:lnTo>
                    <a:lnTo>
                      <a:pt x="0" y="17"/>
                    </a:lnTo>
                    <a:lnTo>
                      <a:pt x="3" y="17"/>
                    </a:lnTo>
                    <a:lnTo>
                      <a:pt x="3" y="17"/>
                    </a:lnTo>
                    <a:lnTo>
                      <a:pt x="0" y="17"/>
                    </a:lnTo>
                    <a:lnTo>
                      <a:pt x="0" y="14"/>
                    </a:lnTo>
                    <a:lnTo>
                      <a:pt x="3" y="14"/>
                    </a:lnTo>
                    <a:lnTo>
                      <a:pt x="3" y="14"/>
                    </a:lnTo>
                    <a:lnTo>
                      <a:pt x="3" y="14"/>
                    </a:lnTo>
                    <a:lnTo>
                      <a:pt x="3" y="12"/>
                    </a:lnTo>
                    <a:lnTo>
                      <a:pt x="3" y="12"/>
                    </a:lnTo>
                    <a:lnTo>
                      <a:pt x="3" y="10"/>
                    </a:lnTo>
                    <a:lnTo>
                      <a:pt x="3" y="10"/>
                    </a:lnTo>
                    <a:lnTo>
                      <a:pt x="3" y="10"/>
                    </a:lnTo>
                    <a:lnTo>
                      <a:pt x="3" y="10"/>
                    </a:lnTo>
                    <a:lnTo>
                      <a:pt x="3" y="7"/>
                    </a:lnTo>
                    <a:lnTo>
                      <a:pt x="3" y="7"/>
                    </a:lnTo>
                    <a:lnTo>
                      <a:pt x="3" y="7"/>
                    </a:lnTo>
                    <a:lnTo>
                      <a:pt x="3" y="5"/>
                    </a:lnTo>
                    <a:lnTo>
                      <a:pt x="5" y="5"/>
                    </a:lnTo>
                    <a:lnTo>
                      <a:pt x="5" y="5"/>
                    </a:lnTo>
                    <a:lnTo>
                      <a:pt x="5" y="3"/>
                    </a:lnTo>
                    <a:lnTo>
                      <a:pt x="3" y="3"/>
                    </a:lnTo>
                    <a:lnTo>
                      <a:pt x="3" y="3"/>
                    </a:lnTo>
                    <a:lnTo>
                      <a:pt x="3" y="0"/>
                    </a:lnTo>
                    <a:lnTo>
                      <a:pt x="5" y="0"/>
                    </a:lnTo>
                    <a:lnTo>
                      <a:pt x="5" y="0"/>
                    </a:lnTo>
                    <a:lnTo>
                      <a:pt x="5" y="0"/>
                    </a:lnTo>
                    <a:lnTo>
                      <a:pt x="5" y="0"/>
                    </a:lnTo>
                    <a:lnTo>
                      <a:pt x="5" y="0"/>
                    </a:lnTo>
                    <a:lnTo>
                      <a:pt x="8" y="0"/>
                    </a:lnTo>
                    <a:lnTo>
                      <a:pt x="8" y="0"/>
                    </a:lnTo>
                    <a:lnTo>
                      <a:pt x="8" y="0"/>
                    </a:lnTo>
                    <a:lnTo>
                      <a:pt x="8" y="0"/>
                    </a:lnTo>
                    <a:lnTo>
                      <a:pt x="8" y="3"/>
                    </a:lnTo>
                    <a:lnTo>
                      <a:pt x="8" y="3"/>
                    </a:lnTo>
                    <a:lnTo>
                      <a:pt x="8" y="5"/>
                    </a:lnTo>
                    <a:lnTo>
                      <a:pt x="8" y="5"/>
                    </a:lnTo>
                    <a:lnTo>
                      <a:pt x="8" y="5"/>
                    </a:lnTo>
                    <a:lnTo>
                      <a:pt x="8" y="7"/>
                    </a:lnTo>
                    <a:lnTo>
                      <a:pt x="8" y="7"/>
                    </a:lnTo>
                    <a:lnTo>
                      <a:pt x="8" y="10"/>
                    </a:lnTo>
                    <a:lnTo>
                      <a:pt x="8" y="10"/>
                    </a:lnTo>
                    <a:lnTo>
                      <a:pt x="5" y="10"/>
                    </a:lnTo>
                    <a:lnTo>
                      <a:pt x="5" y="10"/>
                    </a:lnTo>
                    <a:lnTo>
                      <a:pt x="5" y="12"/>
                    </a:lnTo>
                    <a:lnTo>
                      <a:pt x="5" y="12"/>
                    </a:lnTo>
                    <a:lnTo>
                      <a:pt x="5" y="14"/>
                    </a:lnTo>
                    <a:lnTo>
                      <a:pt x="5" y="14"/>
                    </a:lnTo>
                    <a:lnTo>
                      <a:pt x="5" y="14"/>
                    </a:lnTo>
                    <a:lnTo>
                      <a:pt x="5" y="14"/>
                    </a:lnTo>
                    <a:lnTo>
                      <a:pt x="5" y="17"/>
                    </a:lnTo>
                    <a:lnTo>
                      <a:pt x="5" y="17"/>
                    </a:lnTo>
                    <a:lnTo>
                      <a:pt x="3" y="17"/>
                    </a:lnTo>
                    <a:lnTo>
                      <a:pt x="3" y="19"/>
                    </a:lnTo>
                    <a:lnTo>
                      <a:pt x="5" y="19"/>
                    </a:lnTo>
                    <a:lnTo>
                      <a:pt x="5" y="19"/>
                    </a:lnTo>
                    <a:lnTo>
                      <a:pt x="5" y="19"/>
                    </a:lnTo>
                    <a:lnTo>
                      <a:pt x="5" y="19"/>
                    </a:lnTo>
                    <a:lnTo>
                      <a:pt x="5" y="19"/>
                    </a:lnTo>
                    <a:lnTo>
                      <a:pt x="8" y="19"/>
                    </a:lnTo>
                    <a:lnTo>
                      <a:pt x="8" y="22"/>
                    </a:lnTo>
                    <a:lnTo>
                      <a:pt x="8" y="22"/>
                    </a:lnTo>
                    <a:lnTo>
                      <a:pt x="8" y="22"/>
                    </a:lnTo>
                    <a:lnTo>
                      <a:pt x="10" y="22"/>
                    </a:lnTo>
                    <a:lnTo>
                      <a:pt x="10" y="22"/>
                    </a:lnTo>
                    <a:lnTo>
                      <a:pt x="10" y="22"/>
                    </a:lnTo>
                    <a:lnTo>
                      <a:pt x="12" y="22"/>
                    </a:lnTo>
                    <a:lnTo>
                      <a:pt x="12" y="24"/>
                    </a:lnTo>
                    <a:lnTo>
                      <a:pt x="12" y="24"/>
                    </a:lnTo>
                    <a:lnTo>
                      <a:pt x="12" y="24"/>
                    </a:lnTo>
                    <a:lnTo>
                      <a:pt x="12" y="24"/>
                    </a:lnTo>
                    <a:lnTo>
                      <a:pt x="15" y="24"/>
                    </a:lnTo>
                    <a:lnTo>
                      <a:pt x="15" y="26"/>
                    </a:lnTo>
                    <a:lnTo>
                      <a:pt x="15" y="26"/>
                    </a:lnTo>
                    <a:lnTo>
                      <a:pt x="15" y="26"/>
                    </a:lnTo>
                    <a:lnTo>
                      <a:pt x="15" y="26"/>
                    </a:lnTo>
                    <a:lnTo>
                      <a:pt x="15" y="29"/>
                    </a:lnTo>
                    <a:lnTo>
                      <a:pt x="17" y="29"/>
                    </a:lnTo>
                    <a:lnTo>
                      <a:pt x="17" y="29"/>
                    </a:lnTo>
                    <a:lnTo>
                      <a:pt x="19" y="29"/>
                    </a:lnTo>
                    <a:lnTo>
                      <a:pt x="19" y="29"/>
                    </a:lnTo>
                    <a:lnTo>
                      <a:pt x="19" y="26"/>
                    </a:lnTo>
                    <a:lnTo>
                      <a:pt x="19" y="26"/>
                    </a:lnTo>
                    <a:lnTo>
                      <a:pt x="22" y="26"/>
                    </a:lnTo>
                    <a:lnTo>
                      <a:pt x="22" y="26"/>
                    </a:lnTo>
                    <a:lnTo>
                      <a:pt x="22" y="26"/>
                    </a:lnTo>
                    <a:lnTo>
                      <a:pt x="22" y="26"/>
                    </a:lnTo>
                    <a:lnTo>
                      <a:pt x="22" y="26"/>
                    </a:lnTo>
                    <a:lnTo>
                      <a:pt x="22" y="29"/>
                    </a:lnTo>
                    <a:lnTo>
                      <a:pt x="24" y="29"/>
                    </a:lnTo>
                    <a:lnTo>
                      <a:pt x="24" y="29"/>
                    </a:lnTo>
                    <a:lnTo>
                      <a:pt x="24" y="29"/>
                    </a:lnTo>
                    <a:lnTo>
                      <a:pt x="24" y="29"/>
                    </a:lnTo>
                    <a:lnTo>
                      <a:pt x="26" y="29"/>
                    </a:lnTo>
                    <a:lnTo>
                      <a:pt x="26" y="29"/>
                    </a:lnTo>
                    <a:lnTo>
                      <a:pt x="26" y="29"/>
                    </a:lnTo>
                    <a:lnTo>
                      <a:pt x="26" y="29"/>
                    </a:lnTo>
                    <a:lnTo>
                      <a:pt x="26" y="29"/>
                    </a:lnTo>
                    <a:lnTo>
                      <a:pt x="29" y="29"/>
                    </a:lnTo>
                    <a:lnTo>
                      <a:pt x="29" y="26"/>
                    </a:lnTo>
                    <a:lnTo>
                      <a:pt x="29" y="26"/>
                    </a:lnTo>
                    <a:lnTo>
                      <a:pt x="29" y="26"/>
                    </a:lnTo>
                    <a:lnTo>
                      <a:pt x="31" y="26"/>
                    </a:lnTo>
                    <a:lnTo>
                      <a:pt x="31" y="29"/>
                    </a:lnTo>
                    <a:lnTo>
                      <a:pt x="29" y="29"/>
                    </a:lnTo>
                    <a:lnTo>
                      <a:pt x="29" y="29"/>
                    </a:lnTo>
                    <a:lnTo>
                      <a:pt x="29" y="29"/>
                    </a:lnTo>
                    <a:lnTo>
                      <a:pt x="29" y="29"/>
                    </a:lnTo>
                    <a:lnTo>
                      <a:pt x="31" y="29"/>
                    </a:lnTo>
                    <a:lnTo>
                      <a:pt x="31" y="29"/>
                    </a:lnTo>
                    <a:lnTo>
                      <a:pt x="31" y="29"/>
                    </a:lnTo>
                    <a:lnTo>
                      <a:pt x="31" y="31"/>
                    </a:lnTo>
                    <a:lnTo>
                      <a:pt x="31" y="31"/>
                    </a:lnTo>
                    <a:lnTo>
                      <a:pt x="31" y="31"/>
                    </a:lnTo>
                    <a:lnTo>
                      <a:pt x="29" y="31"/>
                    </a:lnTo>
                    <a:lnTo>
                      <a:pt x="29" y="31"/>
                    </a:lnTo>
                    <a:lnTo>
                      <a:pt x="29" y="33"/>
                    </a:lnTo>
                    <a:lnTo>
                      <a:pt x="29" y="33"/>
                    </a:lnTo>
                    <a:lnTo>
                      <a:pt x="29" y="33"/>
                    </a:lnTo>
                    <a:lnTo>
                      <a:pt x="29" y="36"/>
                    </a:lnTo>
                    <a:lnTo>
                      <a:pt x="31" y="36"/>
                    </a:lnTo>
                    <a:lnTo>
                      <a:pt x="31" y="36"/>
                    </a:lnTo>
                    <a:lnTo>
                      <a:pt x="31" y="38"/>
                    </a:lnTo>
                    <a:lnTo>
                      <a:pt x="29" y="38"/>
                    </a:lnTo>
                    <a:lnTo>
                      <a:pt x="29" y="38"/>
                    </a:lnTo>
                    <a:lnTo>
                      <a:pt x="29" y="38"/>
                    </a:lnTo>
                    <a:lnTo>
                      <a:pt x="29" y="38"/>
                    </a:lnTo>
                    <a:lnTo>
                      <a:pt x="29" y="4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0" name="Freeform 78"/>
              <p:cNvSpPr>
                <a:spLocks/>
              </p:cNvSpPr>
              <p:nvPr/>
            </p:nvSpPr>
            <p:spPr bwMode="auto">
              <a:xfrm>
                <a:off x="3446" y="2433"/>
                <a:ext cx="31" cy="59"/>
              </a:xfrm>
              <a:custGeom>
                <a:avLst/>
                <a:gdLst/>
                <a:ahLst/>
                <a:cxnLst>
                  <a:cxn ang="0">
                    <a:pos x="26" y="38"/>
                  </a:cxn>
                  <a:cxn ang="0">
                    <a:pos x="26" y="41"/>
                  </a:cxn>
                  <a:cxn ang="0">
                    <a:pos x="22" y="43"/>
                  </a:cxn>
                  <a:cxn ang="0">
                    <a:pos x="22" y="45"/>
                  </a:cxn>
                  <a:cxn ang="0">
                    <a:pos x="19" y="48"/>
                  </a:cxn>
                  <a:cxn ang="0">
                    <a:pos x="19" y="52"/>
                  </a:cxn>
                  <a:cxn ang="0">
                    <a:pos x="19" y="57"/>
                  </a:cxn>
                  <a:cxn ang="0">
                    <a:pos x="19" y="59"/>
                  </a:cxn>
                  <a:cxn ang="0">
                    <a:pos x="15" y="59"/>
                  </a:cxn>
                  <a:cxn ang="0">
                    <a:pos x="15" y="55"/>
                  </a:cxn>
                  <a:cxn ang="0">
                    <a:pos x="15" y="52"/>
                  </a:cxn>
                  <a:cxn ang="0">
                    <a:pos x="12" y="50"/>
                  </a:cxn>
                  <a:cxn ang="0">
                    <a:pos x="10" y="52"/>
                  </a:cxn>
                  <a:cxn ang="0">
                    <a:pos x="8" y="52"/>
                  </a:cxn>
                  <a:cxn ang="0">
                    <a:pos x="5" y="57"/>
                  </a:cxn>
                  <a:cxn ang="0">
                    <a:pos x="3" y="57"/>
                  </a:cxn>
                  <a:cxn ang="0">
                    <a:pos x="3" y="57"/>
                  </a:cxn>
                  <a:cxn ang="0">
                    <a:pos x="3" y="52"/>
                  </a:cxn>
                  <a:cxn ang="0">
                    <a:pos x="3" y="50"/>
                  </a:cxn>
                  <a:cxn ang="0">
                    <a:pos x="3" y="45"/>
                  </a:cxn>
                  <a:cxn ang="0">
                    <a:pos x="5" y="43"/>
                  </a:cxn>
                  <a:cxn ang="0">
                    <a:pos x="5" y="38"/>
                  </a:cxn>
                  <a:cxn ang="0">
                    <a:pos x="5" y="36"/>
                  </a:cxn>
                  <a:cxn ang="0">
                    <a:pos x="5" y="33"/>
                  </a:cxn>
                  <a:cxn ang="0">
                    <a:pos x="5" y="29"/>
                  </a:cxn>
                  <a:cxn ang="0">
                    <a:pos x="5" y="26"/>
                  </a:cxn>
                  <a:cxn ang="0">
                    <a:pos x="5" y="24"/>
                  </a:cxn>
                  <a:cxn ang="0">
                    <a:pos x="0" y="24"/>
                  </a:cxn>
                  <a:cxn ang="0">
                    <a:pos x="0" y="22"/>
                  </a:cxn>
                  <a:cxn ang="0">
                    <a:pos x="3" y="19"/>
                  </a:cxn>
                  <a:cxn ang="0">
                    <a:pos x="3" y="17"/>
                  </a:cxn>
                  <a:cxn ang="0">
                    <a:pos x="3" y="14"/>
                  </a:cxn>
                  <a:cxn ang="0">
                    <a:pos x="3" y="10"/>
                  </a:cxn>
                  <a:cxn ang="0">
                    <a:pos x="3" y="7"/>
                  </a:cxn>
                  <a:cxn ang="0">
                    <a:pos x="5" y="5"/>
                  </a:cxn>
                  <a:cxn ang="0">
                    <a:pos x="3" y="3"/>
                  </a:cxn>
                  <a:cxn ang="0">
                    <a:pos x="5" y="0"/>
                  </a:cxn>
                  <a:cxn ang="0">
                    <a:pos x="8" y="0"/>
                  </a:cxn>
                  <a:cxn ang="0">
                    <a:pos x="8" y="3"/>
                  </a:cxn>
                  <a:cxn ang="0">
                    <a:pos x="8" y="7"/>
                  </a:cxn>
                  <a:cxn ang="0">
                    <a:pos x="5" y="10"/>
                  </a:cxn>
                  <a:cxn ang="0">
                    <a:pos x="5" y="14"/>
                  </a:cxn>
                  <a:cxn ang="0">
                    <a:pos x="5" y="17"/>
                  </a:cxn>
                  <a:cxn ang="0">
                    <a:pos x="5" y="19"/>
                  </a:cxn>
                  <a:cxn ang="0">
                    <a:pos x="5" y="19"/>
                  </a:cxn>
                  <a:cxn ang="0">
                    <a:pos x="8" y="22"/>
                  </a:cxn>
                  <a:cxn ang="0">
                    <a:pos x="12" y="22"/>
                  </a:cxn>
                  <a:cxn ang="0">
                    <a:pos x="12" y="24"/>
                  </a:cxn>
                  <a:cxn ang="0">
                    <a:pos x="15" y="26"/>
                  </a:cxn>
                  <a:cxn ang="0">
                    <a:pos x="17" y="29"/>
                  </a:cxn>
                  <a:cxn ang="0">
                    <a:pos x="19" y="26"/>
                  </a:cxn>
                  <a:cxn ang="0">
                    <a:pos x="22" y="26"/>
                  </a:cxn>
                  <a:cxn ang="0">
                    <a:pos x="24" y="29"/>
                  </a:cxn>
                  <a:cxn ang="0">
                    <a:pos x="26" y="29"/>
                  </a:cxn>
                  <a:cxn ang="0">
                    <a:pos x="29" y="29"/>
                  </a:cxn>
                  <a:cxn ang="0">
                    <a:pos x="31" y="26"/>
                  </a:cxn>
                  <a:cxn ang="0">
                    <a:pos x="29" y="29"/>
                  </a:cxn>
                  <a:cxn ang="0">
                    <a:pos x="31" y="29"/>
                  </a:cxn>
                  <a:cxn ang="0">
                    <a:pos x="29" y="31"/>
                  </a:cxn>
                  <a:cxn ang="0">
                    <a:pos x="29" y="33"/>
                  </a:cxn>
                  <a:cxn ang="0">
                    <a:pos x="31" y="38"/>
                  </a:cxn>
                  <a:cxn ang="0">
                    <a:pos x="29" y="38"/>
                  </a:cxn>
                </a:cxnLst>
                <a:rect l="0" t="0" r="r" b="b"/>
                <a:pathLst>
                  <a:path w="31" h="59">
                    <a:moveTo>
                      <a:pt x="29" y="41"/>
                    </a:moveTo>
                    <a:lnTo>
                      <a:pt x="29" y="41"/>
                    </a:lnTo>
                    <a:lnTo>
                      <a:pt x="26" y="41"/>
                    </a:lnTo>
                    <a:lnTo>
                      <a:pt x="26" y="38"/>
                    </a:lnTo>
                    <a:lnTo>
                      <a:pt x="26" y="38"/>
                    </a:lnTo>
                    <a:lnTo>
                      <a:pt x="26" y="41"/>
                    </a:lnTo>
                    <a:lnTo>
                      <a:pt x="26" y="41"/>
                    </a:lnTo>
                    <a:lnTo>
                      <a:pt x="26" y="41"/>
                    </a:lnTo>
                    <a:lnTo>
                      <a:pt x="24" y="41"/>
                    </a:lnTo>
                    <a:lnTo>
                      <a:pt x="24" y="43"/>
                    </a:lnTo>
                    <a:lnTo>
                      <a:pt x="24" y="43"/>
                    </a:lnTo>
                    <a:lnTo>
                      <a:pt x="22" y="43"/>
                    </a:lnTo>
                    <a:lnTo>
                      <a:pt x="22" y="43"/>
                    </a:lnTo>
                    <a:lnTo>
                      <a:pt x="22" y="43"/>
                    </a:lnTo>
                    <a:lnTo>
                      <a:pt x="22" y="43"/>
                    </a:lnTo>
                    <a:lnTo>
                      <a:pt x="22" y="45"/>
                    </a:lnTo>
                    <a:lnTo>
                      <a:pt x="22" y="45"/>
                    </a:lnTo>
                    <a:lnTo>
                      <a:pt x="22" y="48"/>
                    </a:lnTo>
                    <a:lnTo>
                      <a:pt x="22" y="48"/>
                    </a:lnTo>
                    <a:lnTo>
                      <a:pt x="19" y="48"/>
                    </a:lnTo>
                    <a:lnTo>
                      <a:pt x="19" y="48"/>
                    </a:lnTo>
                    <a:lnTo>
                      <a:pt x="19" y="50"/>
                    </a:lnTo>
                    <a:lnTo>
                      <a:pt x="19" y="50"/>
                    </a:lnTo>
                    <a:lnTo>
                      <a:pt x="19" y="52"/>
                    </a:lnTo>
                    <a:lnTo>
                      <a:pt x="19" y="52"/>
                    </a:lnTo>
                    <a:lnTo>
                      <a:pt x="19" y="55"/>
                    </a:lnTo>
                    <a:lnTo>
                      <a:pt x="19" y="55"/>
                    </a:lnTo>
                    <a:lnTo>
                      <a:pt x="19" y="57"/>
                    </a:lnTo>
                    <a:lnTo>
                      <a:pt x="19" y="57"/>
                    </a:lnTo>
                    <a:lnTo>
                      <a:pt x="19" y="57"/>
                    </a:lnTo>
                    <a:lnTo>
                      <a:pt x="19" y="57"/>
                    </a:lnTo>
                    <a:lnTo>
                      <a:pt x="19" y="59"/>
                    </a:lnTo>
                    <a:lnTo>
                      <a:pt x="17" y="59"/>
                    </a:lnTo>
                    <a:lnTo>
                      <a:pt x="17" y="59"/>
                    </a:lnTo>
                    <a:lnTo>
                      <a:pt x="15" y="59"/>
                    </a:lnTo>
                    <a:lnTo>
                      <a:pt x="15" y="59"/>
                    </a:lnTo>
                    <a:lnTo>
                      <a:pt x="15" y="57"/>
                    </a:lnTo>
                    <a:lnTo>
                      <a:pt x="15" y="57"/>
                    </a:lnTo>
                    <a:lnTo>
                      <a:pt x="15" y="57"/>
                    </a:lnTo>
                    <a:lnTo>
                      <a:pt x="15" y="55"/>
                    </a:lnTo>
                    <a:lnTo>
                      <a:pt x="15" y="55"/>
                    </a:lnTo>
                    <a:lnTo>
                      <a:pt x="15" y="55"/>
                    </a:lnTo>
                    <a:lnTo>
                      <a:pt x="15" y="52"/>
                    </a:lnTo>
                    <a:lnTo>
                      <a:pt x="15" y="52"/>
                    </a:lnTo>
                    <a:lnTo>
                      <a:pt x="15" y="50"/>
                    </a:lnTo>
                    <a:lnTo>
                      <a:pt x="15" y="50"/>
                    </a:lnTo>
                    <a:lnTo>
                      <a:pt x="12" y="50"/>
                    </a:lnTo>
                    <a:lnTo>
                      <a:pt x="12" y="50"/>
                    </a:lnTo>
                    <a:lnTo>
                      <a:pt x="12" y="52"/>
                    </a:lnTo>
                    <a:lnTo>
                      <a:pt x="12" y="52"/>
                    </a:lnTo>
                    <a:lnTo>
                      <a:pt x="10" y="52"/>
                    </a:lnTo>
                    <a:lnTo>
                      <a:pt x="10" y="52"/>
                    </a:lnTo>
                    <a:lnTo>
                      <a:pt x="8" y="52"/>
                    </a:lnTo>
                    <a:lnTo>
                      <a:pt x="8" y="52"/>
                    </a:lnTo>
                    <a:lnTo>
                      <a:pt x="8" y="52"/>
                    </a:lnTo>
                    <a:lnTo>
                      <a:pt x="8" y="52"/>
                    </a:lnTo>
                    <a:lnTo>
                      <a:pt x="8" y="55"/>
                    </a:lnTo>
                    <a:lnTo>
                      <a:pt x="5" y="55"/>
                    </a:lnTo>
                    <a:lnTo>
                      <a:pt x="5" y="55"/>
                    </a:lnTo>
                    <a:lnTo>
                      <a:pt x="5" y="57"/>
                    </a:lnTo>
                    <a:lnTo>
                      <a:pt x="5" y="57"/>
                    </a:lnTo>
                    <a:lnTo>
                      <a:pt x="5" y="57"/>
                    </a:lnTo>
                    <a:lnTo>
                      <a:pt x="5" y="57"/>
                    </a:lnTo>
                    <a:lnTo>
                      <a:pt x="3" y="57"/>
                    </a:lnTo>
                    <a:lnTo>
                      <a:pt x="3" y="57"/>
                    </a:lnTo>
                    <a:lnTo>
                      <a:pt x="0" y="57"/>
                    </a:lnTo>
                    <a:lnTo>
                      <a:pt x="0" y="57"/>
                    </a:lnTo>
                    <a:lnTo>
                      <a:pt x="3" y="57"/>
                    </a:lnTo>
                    <a:lnTo>
                      <a:pt x="3" y="55"/>
                    </a:lnTo>
                    <a:lnTo>
                      <a:pt x="3" y="55"/>
                    </a:lnTo>
                    <a:lnTo>
                      <a:pt x="3" y="52"/>
                    </a:lnTo>
                    <a:lnTo>
                      <a:pt x="3" y="52"/>
                    </a:lnTo>
                    <a:lnTo>
                      <a:pt x="3" y="52"/>
                    </a:lnTo>
                    <a:lnTo>
                      <a:pt x="3" y="50"/>
                    </a:lnTo>
                    <a:lnTo>
                      <a:pt x="3" y="50"/>
                    </a:lnTo>
                    <a:lnTo>
                      <a:pt x="3" y="50"/>
                    </a:lnTo>
                    <a:lnTo>
                      <a:pt x="3" y="48"/>
                    </a:lnTo>
                    <a:lnTo>
                      <a:pt x="3" y="48"/>
                    </a:lnTo>
                    <a:lnTo>
                      <a:pt x="3" y="48"/>
                    </a:lnTo>
                    <a:lnTo>
                      <a:pt x="3" y="45"/>
                    </a:lnTo>
                    <a:lnTo>
                      <a:pt x="3" y="45"/>
                    </a:lnTo>
                    <a:lnTo>
                      <a:pt x="3" y="45"/>
                    </a:lnTo>
                    <a:lnTo>
                      <a:pt x="3" y="43"/>
                    </a:lnTo>
                    <a:lnTo>
                      <a:pt x="5" y="43"/>
                    </a:lnTo>
                    <a:lnTo>
                      <a:pt x="5" y="43"/>
                    </a:lnTo>
                    <a:lnTo>
                      <a:pt x="5" y="41"/>
                    </a:lnTo>
                    <a:lnTo>
                      <a:pt x="5" y="41"/>
                    </a:lnTo>
                    <a:lnTo>
                      <a:pt x="5" y="38"/>
                    </a:lnTo>
                    <a:lnTo>
                      <a:pt x="5" y="38"/>
                    </a:lnTo>
                    <a:lnTo>
                      <a:pt x="5" y="38"/>
                    </a:lnTo>
                    <a:lnTo>
                      <a:pt x="5" y="36"/>
                    </a:lnTo>
                    <a:lnTo>
                      <a:pt x="5" y="36"/>
                    </a:lnTo>
                    <a:lnTo>
                      <a:pt x="5" y="33"/>
                    </a:lnTo>
                    <a:lnTo>
                      <a:pt x="5" y="33"/>
                    </a:lnTo>
                    <a:lnTo>
                      <a:pt x="5" y="33"/>
                    </a:lnTo>
                    <a:lnTo>
                      <a:pt x="5" y="33"/>
                    </a:lnTo>
                    <a:lnTo>
                      <a:pt x="5" y="31"/>
                    </a:lnTo>
                    <a:lnTo>
                      <a:pt x="5" y="31"/>
                    </a:lnTo>
                    <a:lnTo>
                      <a:pt x="5" y="31"/>
                    </a:lnTo>
                    <a:lnTo>
                      <a:pt x="5" y="29"/>
                    </a:lnTo>
                    <a:lnTo>
                      <a:pt x="5" y="29"/>
                    </a:lnTo>
                    <a:lnTo>
                      <a:pt x="5" y="29"/>
                    </a:lnTo>
                    <a:lnTo>
                      <a:pt x="5" y="29"/>
                    </a:lnTo>
                    <a:lnTo>
                      <a:pt x="5" y="26"/>
                    </a:lnTo>
                    <a:lnTo>
                      <a:pt x="5" y="26"/>
                    </a:lnTo>
                    <a:lnTo>
                      <a:pt x="5" y="24"/>
                    </a:lnTo>
                    <a:lnTo>
                      <a:pt x="5" y="24"/>
                    </a:lnTo>
                    <a:lnTo>
                      <a:pt x="5" y="24"/>
                    </a:lnTo>
                    <a:lnTo>
                      <a:pt x="3" y="24"/>
                    </a:lnTo>
                    <a:lnTo>
                      <a:pt x="3" y="24"/>
                    </a:lnTo>
                    <a:lnTo>
                      <a:pt x="3" y="24"/>
                    </a:lnTo>
                    <a:lnTo>
                      <a:pt x="0" y="24"/>
                    </a:lnTo>
                    <a:lnTo>
                      <a:pt x="0" y="24"/>
                    </a:lnTo>
                    <a:lnTo>
                      <a:pt x="0" y="22"/>
                    </a:lnTo>
                    <a:lnTo>
                      <a:pt x="0" y="22"/>
                    </a:lnTo>
                    <a:lnTo>
                      <a:pt x="0" y="22"/>
                    </a:lnTo>
                    <a:lnTo>
                      <a:pt x="0" y="19"/>
                    </a:lnTo>
                    <a:lnTo>
                      <a:pt x="0" y="19"/>
                    </a:lnTo>
                    <a:lnTo>
                      <a:pt x="3" y="19"/>
                    </a:lnTo>
                    <a:lnTo>
                      <a:pt x="3" y="19"/>
                    </a:lnTo>
                    <a:lnTo>
                      <a:pt x="0" y="19"/>
                    </a:lnTo>
                    <a:lnTo>
                      <a:pt x="0" y="17"/>
                    </a:lnTo>
                    <a:lnTo>
                      <a:pt x="3" y="17"/>
                    </a:lnTo>
                    <a:lnTo>
                      <a:pt x="3" y="17"/>
                    </a:lnTo>
                    <a:lnTo>
                      <a:pt x="0" y="17"/>
                    </a:lnTo>
                    <a:lnTo>
                      <a:pt x="0" y="14"/>
                    </a:lnTo>
                    <a:lnTo>
                      <a:pt x="3" y="14"/>
                    </a:lnTo>
                    <a:lnTo>
                      <a:pt x="3" y="14"/>
                    </a:lnTo>
                    <a:lnTo>
                      <a:pt x="3" y="14"/>
                    </a:lnTo>
                    <a:lnTo>
                      <a:pt x="3" y="12"/>
                    </a:lnTo>
                    <a:lnTo>
                      <a:pt x="3" y="12"/>
                    </a:lnTo>
                    <a:lnTo>
                      <a:pt x="3" y="10"/>
                    </a:lnTo>
                    <a:lnTo>
                      <a:pt x="3" y="10"/>
                    </a:lnTo>
                    <a:lnTo>
                      <a:pt x="3" y="10"/>
                    </a:lnTo>
                    <a:lnTo>
                      <a:pt x="3" y="10"/>
                    </a:lnTo>
                    <a:lnTo>
                      <a:pt x="3" y="7"/>
                    </a:lnTo>
                    <a:lnTo>
                      <a:pt x="3" y="7"/>
                    </a:lnTo>
                    <a:lnTo>
                      <a:pt x="3" y="7"/>
                    </a:lnTo>
                    <a:lnTo>
                      <a:pt x="3" y="5"/>
                    </a:lnTo>
                    <a:lnTo>
                      <a:pt x="5" y="5"/>
                    </a:lnTo>
                    <a:lnTo>
                      <a:pt x="5" y="5"/>
                    </a:lnTo>
                    <a:lnTo>
                      <a:pt x="5" y="3"/>
                    </a:lnTo>
                    <a:lnTo>
                      <a:pt x="3" y="3"/>
                    </a:lnTo>
                    <a:lnTo>
                      <a:pt x="3" y="3"/>
                    </a:lnTo>
                    <a:lnTo>
                      <a:pt x="3" y="0"/>
                    </a:lnTo>
                    <a:lnTo>
                      <a:pt x="5" y="0"/>
                    </a:lnTo>
                    <a:lnTo>
                      <a:pt x="5" y="0"/>
                    </a:lnTo>
                    <a:lnTo>
                      <a:pt x="5" y="0"/>
                    </a:lnTo>
                    <a:lnTo>
                      <a:pt x="5" y="0"/>
                    </a:lnTo>
                    <a:lnTo>
                      <a:pt x="5" y="0"/>
                    </a:lnTo>
                    <a:lnTo>
                      <a:pt x="8" y="0"/>
                    </a:lnTo>
                    <a:lnTo>
                      <a:pt x="8" y="0"/>
                    </a:lnTo>
                    <a:lnTo>
                      <a:pt x="8" y="0"/>
                    </a:lnTo>
                    <a:lnTo>
                      <a:pt x="8" y="0"/>
                    </a:lnTo>
                    <a:lnTo>
                      <a:pt x="8" y="3"/>
                    </a:lnTo>
                    <a:lnTo>
                      <a:pt x="8" y="3"/>
                    </a:lnTo>
                    <a:lnTo>
                      <a:pt x="8" y="5"/>
                    </a:lnTo>
                    <a:lnTo>
                      <a:pt x="8" y="5"/>
                    </a:lnTo>
                    <a:lnTo>
                      <a:pt x="8" y="5"/>
                    </a:lnTo>
                    <a:lnTo>
                      <a:pt x="8" y="7"/>
                    </a:lnTo>
                    <a:lnTo>
                      <a:pt x="8" y="7"/>
                    </a:lnTo>
                    <a:lnTo>
                      <a:pt x="8" y="10"/>
                    </a:lnTo>
                    <a:lnTo>
                      <a:pt x="8" y="10"/>
                    </a:lnTo>
                    <a:lnTo>
                      <a:pt x="5" y="10"/>
                    </a:lnTo>
                    <a:lnTo>
                      <a:pt x="5" y="10"/>
                    </a:lnTo>
                    <a:lnTo>
                      <a:pt x="5" y="12"/>
                    </a:lnTo>
                    <a:lnTo>
                      <a:pt x="5" y="12"/>
                    </a:lnTo>
                    <a:lnTo>
                      <a:pt x="5" y="14"/>
                    </a:lnTo>
                    <a:lnTo>
                      <a:pt x="5" y="14"/>
                    </a:lnTo>
                    <a:lnTo>
                      <a:pt x="5" y="14"/>
                    </a:lnTo>
                    <a:lnTo>
                      <a:pt x="5" y="14"/>
                    </a:lnTo>
                    <a:lnTo>
                      <a:pt x="5" y="17"/>
                    </a:lnTo>
                    <a:lnTo>
                      <a:pt x="5" y="17"/>
                    </a:lnTo>
                    <a:lnTo>
                      <a:pt x="3" y="17"/>
                    </a:lnTo>
                    <a:lnTo>
                      <a:pt x="3" y="19"/>
                    </a:lnTo>
                    <a:lnTo>
                      <a:pt x="5" y="19"/>
                    </a:lnTo>
                    <a:lnTo>
                      <a:pt x="5" y="19"/>
                    </a:lnTo>
                    <a:lnTo>
                      <a:pt x="5" y="19"/>
                    </a:lnTo>
                    <a:lnTo>
                      <a:pt x="5" y="19"/>
                    </a:lnTo>
                    <a:lnTo>
                      <a:pt x="5" y="19"/>
                    </a:lnTo>
                    <a:lnTo>
                      <a:pt x="8" y="19"/>
                    </a:lnTo>
                    <a:lnTo>
                      <a:pt x="8" y="22"/>
                    </a:lnTo>
                    <a:lnTo>
                      <a:pt x="8" y="22"/>
                    </a:lnTo>
                    <a:lnTo>
                      <a:pt x="8" y="22"/>
                    </a:lnTo>
                    <a:lnTo>
                      <a:pt x="10" y="22"/>
                    </a:lnTo>
                    <a:lnTo>
                      <a:pt x="10" y="22"/>
                    </a:lnTo>
                    <a:lnTo>
                      <a:pt x="10" y="22"/>
                    </a:lnTo>
                    <a:lnTo>
                      <a:pt x="12" y="22"/>
                    </a:lnTo>
                    <a:lnTo>
                      <a:pt x="12" y="24"/>
                    </a:lnTo>
                    <a:lnTo>
                      <a:pt x="12" y="24"/>
                    </a:lnTo>
                    <a:lnTo>
                      <a:pt x="12" y="24"/>
                    </a:lnTo>
                    <a:lnTo>
                      <a:pt x="12" y="24"/>
                    </a:lnTo>
                    <a:lnTo>
                      <a:pt x="15" y="24"/>
                    </a:lnTo>
                    <a:lnTo>
                      <a:pt x="15" y="26"/>
                    </a:lnTo>
                    <a:lnTo>
                      <a:pt x="15" y="26"/>
                    </a:lnTo>
                    <a:lnTo>
                      <a:pt x="15" y="26"/>
                    </a:lnTo>
                    <a:lnTo>
                      <a:pt x="15" y="26"/>
                    </a:lnTo>
                    <a:lnTo>
                      <a:pt x="15" y="29"/>
                    </a:lnTo>
                    <a:lnTo>
                      <a:pt x="17" y="29"/>
                    </a:lnTo>
                    <a:lnTo>
                      <a:pt x="17" y="29"/>
                    </a:lnTo>
                    <a:lnTo>
                      <a:pt x="19" y="29"/>
                    </a:lnTo>
                    <a:lnTo>
                      <a:pt x="19" y="29"/>
                    </a:lnTo>
                    <a:lnTo>
                      <a:pt x="19" y="26"/>
                    </a:lnTo>
                    <a:lnTo>
                      <a:pt x="19" y="26"/>
                    </a:lnTo>
                    <a:lnTo>
                      <a:pt x="22" y="26"/>
                    </a:lnTo>
                    <a:lnTo>
                      <a:pt x="22" y="26"/>
                    </a:lnTo>
                    <a:lnTo>
                      <a:pt x="22" y="26"/>
                    </a:lnTo>
                    <a:lnTo>
                      <a:pt x="22" y="26"/>
                    </a:lnTo>
                    <a:lnTo>
                      <a:pt x="22" y="26"/>
                    </a:lnTo>
                    <a:lnTo>
                      <a:pt x="22" y="29"/>
                    </a:lnTo>
                    <a:lnTo>
                      <a:pt x="24" y="29"/>
                    </a:lnTo>
                    <a:lnTo>
                      <a:pt x="24" y="29"/>
                    </a:lnTo>
                    <a:lnTo>
                      <a:pt x="24" y="29"/>
                    </a:lnTo>
                    <a:lnTo>
                      <a:pt x="24" y="29"/>
                    </a:lnTo>
                    <a:lnTo>
                      <a:pt x="26" y="29"/>
                    </a:lnTo>
                    <a:lnTo>
                      <a:pt x="26" y="29"/>
                    </a:lnTo>
                    <a:lnTo>
                      <a:pt x="26" y="29"/>
                    </a:lnTo>
                    <a:lnTo>
                      <a:pt x="26" y="29"/>
                    </a:lnTo>
                    <a:lnTo>
                      <a:pt x="26" y="29"/>
                    </a:lnTo>
                    <a:lnTo>
                      <a:pt x="29" y="29"/>
                    </a:lnTo>
                    <a:lnTo>
                      <a:pt x="29" y="26"/>
                    </a:lnTo>
                    <a:lnTo>
                      <a:pt x="29" y="26"/>
                    </a:lnTo>
                    <a:lnTo>
                      <a:pt x="29" y="26"/>
                    </a:lnTo>
                    <a:lnTo>
                      <a:pt x="31" y="26"/>
                    </a:lnTo>
                    <a:lnTo>
                      <a:pt x="31" y="29"/>
                    </a:lnTo>
                    <a:lnTo>
                      <a:pt x="29" y="29"/>
                    </a:lnTo>
                    <a:lnTo>
                      <a:pt x="29" y="29"/>
                    </a:lnTo>
                    <a:lnTo>
                      <a:pt x="29" y="29"/>
                    </a:lnTo>
                    <a:lnTo>
                      <a:pt x="29" y="29"/>
                    </a:lnTo>
                    <a:lnTo>
                      <a:pt x="31" y="29"/>
                    </a:lnTo>
                    <a:lnTo>
                      <a:pt x="31" y="29"/>
                    </a:lnTo>
                    <a:lnTo>
                      <a:pt x="31" y="29"/>
                    </a:lnTo>
                    <a:lnTo>
                      <a:pt x="31" y="31"/>
                    </a:lnTo>
                    <a:lnTo>
                      <a:pt x="31" y="31"/>
                    </a:lnTo>
                    <a:lnTo>
                      <a:pt x="31" y="31"/>
                    </a:lnTo>
                    <a:lnTo>
                      <a:pt x="29" y="31"/>
                    </a:lnTo>
                    <a:lnTo>
                      <a:pt x="29" y="31"/>
                    </a:lnTo>
                    <a:lnTo>
                      <a:pt x="29" y="33"/>
                    </a:lnTo>
                    <a:lnTo>
                      <a:pt x="29" y="33"/>
                    </a:lnTo>
                    <a:lnTo>
                      <a:pt x="29" y="33"/>
                    </a:lnTo>
                    <a:lnTo>
                      <a:pt x="29" y="36"/>
                    </a:lnTo>
                    <a:lnTo>
                      <a:pt x="31" y="36"/>
                    </a:lnTo>
                    <a:lnTo>
                      <a:pt x="31" y="36"/>
                    </a:lnTo>
                    <a:lnTo>
                      <a:pt x="31" y="38"/>
                    </a:lnTo>
                    <a:lnTo>
                      <a:pt x="29" y="38"/>
                    </a:lnTo>
                    <a:lnTo>
                      <a:pt x="29" y="38"/>
                    </a:lnTo>
                    <a:lnTo>
                      <a:pt x="29" y="38"/>
                    </a:lnTo>
                    <a:lnTo>
                      <a:pt x="29" y="38"/>
                    </a:lnTo>
                    <a:lnTo>
                      <a:pt x="29" y="4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1" name="Freeform 79"/>
              <p:cNvSpPr>
                <a:spLocks/>
              </p:cNvSpPr>
              <p:nvPr/>
            </p:nvSpPr>
            <p:spPr bwMode="auto">
              <a:xfrm>
                <a:off x="3340" y="2459"/>
                <a:ext cx="69" cy="97"/>
              </a:xfrm>
              <a:custGeom>
                <a:avLst/>
                <a:gdLst/>
                <a:ahLst/>
                <a:cxnLst>
                  <a:cxn ang="0">
                    <a:pos x="64" y="7"/>
                  </a:cxn>
                  <a:cxn ang="0">
                    <a:pos x="61" y="10"/>
                  </a:cxn>
                  <a:cxn ang="0">
                    <a:pos x="61" y="15"/>
                  </a:cxn>
                  <a:cxn ang="0">
                    <a:pos x="59" y="19"/>
                  </a:cxn>
                  <a:cxn ang="0">
                    <a:pos x="57" y="17"/>
                  </a:cxn>
                  <a:cxn ang="0">
                    <a:pos x="59" y="19"/>
                  </a:cxn>
                  <a:cxn ang="0">
                    <a:pos x="61" y="22"/>
                  </a:cxn>
                  <a:cxn ang="0">
                    <a:pos x="61" y="26"/>
                  </a:cxn>
                  <a:cxn ang="0">
                    <a:pos x="66" y="26"/>
                  </a:cxn>
                  <a:cxn ang="0">
                    <a:pos x="66" y="29"/>
                  </a:cxn>
                  <a:cxn ang="0">
                    <a:pos x="61" y="31"/>
                  </a:cxn>
                  <a:cxn ang="0">
                    <a:pos x="59" y="31"/>
                  </a:cxn>
                  <a:cxn ang="0">
                    <a:pos x="54" y="33"/>
                  </a:cxn>
                  <a:cxn ang="0">
                    <a:pos x="57" y="36"/>
                  </a:cxn>
                  <a:cxn ang="0">
                    <a:pos x="52" y="36"/>
                  </a:cxn>
                  <a:cxn ang="0">
                    <a:pos x="50" y="41"/>
                  </a:cxn>
                  <a:cxn ang="0">
                    <a:pos x="45" y="43"/>
                  </a:cxn>
                  <a:cxn ang="0">
                    <a:pos x="40" y="45"/>
                  </a:cxn>
                  <a:cxn ang="0">
                    <a:pos x="40" y="50"/>
                  </a:cxn>
                  <a:cxn ang="0">
                    <a:pos x="38" y="55"/>
                  </a:cxn>
                  <a:cxn ang="0">
                    <a:pos x="35" y="60"/>
                  </a:cxn>
                  <a:cxn ang="0">
                    <a:pos x="33" y="62"/>
                  </a:cxn>
                  <a:cxn ang="0">
                    <a:pos x="28" y="64"/>
                  </a:cxn>
                  <a:cxn ang="0">
                    <a:pos x="26" y="67"/>
                  </a:cxn>
                  <a:cxn ang="0">
                    <a:pos x="24" y="71"/>
                  </a:cxn>
                  <a:cxn ang="0">
                    <a:pos x="19" y="74"/>
                  </a:cxn>
                  <a:cxn ang="0">
                    <a:pos x="14" y="76"/>
                  </a:cxn>
                  <a:cxn ang="0">
                    <a:pos x="12" y="81"/>
                  </a:cxn>
                  <a:cxn ang="0">
                    <a:pos x="7" y="83"/>
                  </a:cxn>
                  <a:cxn ang="0">
                    <a:pos x="12" y="88"/>
                  </a:cxn>
                  <a:cxn ang="0">
                    <a:pos x="7" y="90"/>
                  </a:cxn>
                  <a:cxn ang="0">
                    <a:pos x="5" y="93"/>
                  </a:cxn>
                  <a:cxn ang="0">
                    <a:pos x="2" y="97"/>
                  </a:cxn>
                  <a:cxn ang="0">
                    <a:pos x="0" y="93"/>
                  </a:cxn>
                  <a:cxn ang="0">
                    <a:pos x="2" y="88"/>
                  </a:cxn>
                  <a:cxn ang="0">
                    <a:pos x="7" y="83"/>
                  </a:cxn>
                  <a:cxn ang="0">
                    <a:pos x="7" y="79"/>
                  </a:cxn>
                  <a:cxn ang="0">
                    <a:pos x="9" y="74"/>
                  </a:cxn>
                  <a:cxn ang="0">
                    <a:pos x="12" y="69"/>
                  </a:cxn>
                  <a:cxn ang="0">
                    <a:pos x="16" y="67"/>
                  </a:cxn>
                  <a:cxn ang="0">
                    <a:pos x="19" y="64"/>
                  </a:cxn>
                  <a:cxn ang="0">
                    <a:pos x="21" y="60"/>
                  </a:cxn>
                  <a:cxn ang="0">
                    <a:pos x="26" y="57"/>
                  </a:cxn>
                  <a:cxn ang="0">
                    <a:pos x="28" y="52"/>
                  </a:cxn>
                  <a:cxn ang="0">
                    <a:pos x="33" y="50"/>
                  </a:cxn>
                  <a:cxn ang="0">
                    <a:pos x="35" y="45"/>
                  </a:cxn>
                  <a:cxn ang="0">
                    <a:pos x="38" y="43"/>
                  </a:cxn>
                  <a:cxn ang="0">
                    <a:pos x="40" y="38"/>
                  </a:cxn>
                  <a:cxn ang="0">
                    <a:pos x="45" y="36"/>
                  </a:cxn>
                  <a:cxn ang="0">
                    <a:pos x="45" y="31"/>
                  </a:cxn>
                  <a:cxn ang="0">
                    <a:pos x="47" y="26"/>
                  </a:cxn>
                  <a:cxn ang="0">
                    <a:pos x="52" y="26"/>
                  </a:cxn>
                  <a:cxn ang="0">
                    <a:pos x="50" y="22"/>
                  </a:cxn>
                  <a:cxn ang="0">
                    <a:pos x="52" y="17"/>
                  </a:cxn>
                  <a:cxn ang="0">
                    <a:pos x="50" y="12"/>
                  </a:cxn>
                  <a:cxn ang="0">
                    <a:pos x="54" y="10"/>
                  </a:cxn>
                  <a:cxn ang="0">
                    <a:pos x="57" y="5"/>
                  </a:cxn>
                  <a:cxn ang="0">
                    <a:pos x="59" y="10"/>
                  </a:cxn>
                  <a:cxn ang="0">
                    <a:pos x="59" y="5"/>
                  </a:cxn>
                  <a:cxn ang="0">
                    <a:pos x="61" y="3"/>
                  </a:cxn>
                  <a:cxn ang="0">
                    <a:pos x="64" y="3"/>
                  </a:cxn>
                </a:cxnLst>
                <a:rect l="0" t="0" r="r" b="b"/>
                <a:pathLst>
                  <a:path w="69" h="97">
                    <a:moveTo>
                      <a:pt x="66" y="3"/>
                    </a:moveTo>
                    <a:lnTo>
                      <a:pt x="66" y="3"/>
                    </a:lnTo>
                    <a:lnTo>
                      <a:pt x="66" y="5"/>
                    </a:lnTo>
                    <a:lnTo>
                      <a:pt x="64" y="5"/>
                    </a:lnTo>
                    <a:lnTo>
                      <a:pt x="64" y="5"/>
                    </a:lnTo>
                    <a:lnTo>
                      <a:pt x="64" y="7"/>
                    </a:lnTo>
                    <a:lnTo>
                      <a:pt x="64" y="7"/>
                    </a:lnTo>
                    <a:lnTo>
                      <a:pt x="61" y="7"/>
                    </a:lnTo>
                    <a:lnTo>
                      <a:pt x="61" y="7"/>
                    </a:lnTo>
                    <a:lnTo>
                      <a:pt x="61" y="7"/>
                    </a:lnTo>
                    <a:lnTo>
                      <a:pt x="61" y="7"/>
                    </a:lnTo>
                    <a:lnTo>
                      <a:pt x="61" y="10"/>
                    </a:lnTo>
                    <a:lnTo>
                      <a:pt x="61" y="10"/>
                    </a:lnTo>
                    <a:lnTo>
                      <a:pt x="61" y="10"/>
                    </a:lnTo>
                    <a:lnTo>
                      <a:pt x="61" y="12"/>
                    </a:lnTo>
                    <a:lnTo>
                      <a:pt x="61" y="12"/>
                    </a:lnTo>
                    <a:lnTo>
                      <a:pt x="59" y="12"/>
                    </a:lnTo>
                    <a:lnTo>
                      <a:pt x="59" y="12"/>
                    </a:lnTo>
                    <a:lnTo>
                      <a:pt x="61" y="12"/>
                    </a:lnTo>
                    <a:lnTo>
                      <a:pt x="61" y="12"/>
                    </a:lnTo>
                    <a:lnTo>
                      <a:pt x="61" y="15"/>
                    </a:lnTo>
                    <a:lnTo>
                      <a:pt x="61" y="15"/>
                    </a:lnTo>
                    <a:lnTo>
                      <a:pt x="61" y="15"/>
                    </a:lnTo>
                    <a:lnTo>
                      <a:pt x="61" y="17"/>
                    </a:lnTo>
                    <a:lnTo>
                      <a:pt x="61" y="17"/>
                    </a:lnTo>
                    <a:lnTo>
                      <a:pt x="61" y="19"/>
                    </a:lnTo>
                    <a:lnTo>
                      <a:pt x="61" y="19"/>
                    </a:lnTo>
                    <a:lnTo>
                      <a:pt x="59" y="19"/>
                    </a:lnTo>
                    <a:lnTo>
                      <a:pt x="59" y="17"/>
                    </a:lnTo>
                    <a:lnTo>
                      <a:pt x="59" y="17"/>
                    </a:lnTo>
                    <a:lnTo>
                      <a:pt x="59" y="19"/>
                    </a:lnTo>
                    <a:lnTo>
                      <a:pt x="59" y="19"/>
                    </a:lnTo>
                    <a:lnTo>
                      <a:pt x="59" y="17"/>
                    </a:lnTo>
                    <a:lnTo>
                      <a:pt x="57" y="17"/>
                    </a:lnTo>
                    <a:lnTo>
                      <a:pt x="57" y="17"/>
                    </a:lnTo>
                    <a:lnTo>
                      <a:pt x="57" y="17"/>
                    </a:lnTo>
                    <a:lnTo>
                      <a:pt x="57" y="17"/>
                    </a:lnTo>
                    <a:lnTo>
                      <a:pt x="57" y="19"/>
                    </a:lnTo>
                    <a:lnTo>
                      <a:pt x="57" y="19"/>
                    </a:lnTo>
                    <a:lnTo>
                      <a:pt x="57" y="19"/>
                    </a:lnTo>
                    <a:lnTo>
                      <a:pt x="59" y="19"/>
                    </a:lnTo>
                    <a:lnTo>
                      <a:pt x="59" y="19"/>
                    </a:lnTo>
                    <a:lnTo>
                      <a:pt x="59" y="19"/>
                    </a:lnTo>
                    <a:lnTo>
                      <a:pt x="59" y="22"/>
                    </a:lnTo>
                    <a:lnTo>
                      <a:pt x="59" y="22"/>
                    </a:lnTo>
                    <a:lnTo>
                      <a:pt x="59" y="22"/>
                    </a:lnTo>
                    <a:lnTo>
                      <a:pt x="59" y="22"/>
                    </a:lnTo>
                    <a:lnTo>
                      <a:pt x="59" y="22"/>
                    </a:lnTo>
                    <a:lnTo>
                      <a:pt x="61" y="22"/>
                    </a:lnTo>
                    <a:lnTo>
                      <a:pt x="61" y="24"/>
                    </a:lnTo>
                    <a:lnTo>
                      <a:pt x="61" y="24"/>
                    </a:lnTo>
                    <a:lnTo>
                      <a:pt x="61" y="26"/>
                    </a:lnTo>
                    <a:lnTo>
                      <a:pt x="59" y="26"/>
                    </a:lnTo>
                    <a:lnTo>
                      <a:pt x="59" y="26"/>
                    </a:lnTo>
                    <a:lnTo>
                      <a:pt x="61" y="26"/>
                    </a:lnTo>
                    <a:lnTo>
                      <a:pt x="61" y="26"/>
                    </a:lnTo>
                    <a:lnTo>
                      <a:pt x="61" y="26"/>
                    </a:lnTo>
                    <a:lnTo>
                      <a:pt x="61" y="26"/>
                    </a:lnTo>
                    <a:lnTo>
                      <a:pt x="61" y="24"/>
                    </a:lnTo>
                    <a:lnTo>
                      <a:pt x="64" y="24"/>
                    </a:lnTo>
                    <a:lnTo>
                      <a:pt x="64" y="24"/>
                    </a:lnTo>
                    <a:lnTo>
                      <a:pt x="66" y="24"/>
                    </a:lnTo>
                    <a:lnTo>
                      <a:pt x="66" y="26"/>
                    </a:lnTo>
                    <a:lnTo>
                      <a:pt x="66" y="26"/>
                    </a:lnTo>
                    <a:lnTo>
                      <a:pt x="66" y="26"/>
                    </a:lnTo>
                    <a:lnTo>
                      <a:pt x="66" y="26"/>
                    </a:lnTo>
                    <a:lnTo>
                      <a:pt x="69" y="26"/>
                    </a:lnTo>
                    <a:lnTo>
                      <a:pt x="69" y="29"/>
                    </a:lnTo>
                    <a:lnTo>
                      <a:pt x="66" y="29"/>
                    </a:lnTo>
                    <a:lnTo>
                      <a:pt x="66" y="29"/>
                    </a:lnTo>
                    <a:lnTo>
                      <a:pt x="66" y="31"/>
                    </a:lnTo>
                    <a:lnTo>
                      <a:pt x="66" y="31"/>
                    </a:lnTo>
                    <a:lnTo>
                      <a:pt x="66" y="31"/>
                    </a:lnTo>
                    <a:lnTo>
                      <a:pt x="64" y="31"/>
                    </a:lnTo>
                    <a:lnTo>
                      <a:pt x="64" y="31"/>
                    </a:lnTo>
                    <a:lnTo>
                      <a:pt x="64" y="31"/>
                    </a:lnTo>
                    <a:lnTo>
                      <a:pt x="61" y="31"/>
                    </a:lnTo>
                    <a:lnTo>
                      <a:pt x="61" y="31"/>
                    </a:lnTo>
                    <a:lnTo>
                      <a:pt x="61" y="31"/>
                    </a:lnTo>
                    <a:lnTo>
                      <a:pt x="61" y="29"/>
                    </a:lnTo>
                    <a:lnTo>
                      <a:pt x="61" y="29"/>
                    </a:lnTo>
                    <a:lnTo>
                      <a:pt x="61" y="31"/>
                    </a:lnTo>
                    <a:lnTo>
                      <a:pt x="59" y="31"/>
                    </a:lnTo>
                    <a:lnTo>
                      <a:pt x="59" y="31"/>
                    </a:lnTo>
                    <a:lnTo>
                      <a:pt x="59" y="31"/>
                    </a:lnTo>
                    <a:lnTo>
                      <a:pt x="59" y="33"/>
                    </a:lnTo>
                    <a:lnTo>
                      <a:pt x="59" y="33"/>
                    </a:lnTo>
                    <a:lnTo>
                      <a:pt x="59" y="33"/>
                    </a:lnTo>
                    <a:lnTo>
                      <a:pt x="57" y="33"/>
                    </a:lnTo>
                    <a:lnTo>
                      <a:pt x="57" y="33"/>
                    </a:lnTo>
                    <a:lnTo>
                      <a:pt x="54" y="33"/>
                    </a:lnTo>
                    <a:lnTo>
                      <a:pt x="54" y="33"/>
                    </a:lnTo>
                    <a:lnTo>
                      <a:pt x="54" y="33"/>
                    </a:lnTo>
                    <a:lnTo>
                      <a:pt x="54" y="33"/>
                    </a:lnTo>
                    <a:lnTo>
                      <a:pt x="54" y="33"/>
                    </a:lnTo>
                    <a:lnTo>
                      <a:pt x="54" y="33"/>
                    </a:lnTo>
                    <a:lnTo>
                      <a:pt x="57" y="33"/>
                    </a:lnTo>
                    <a:lnTo>
                      <a:pt x="57" y="36"/>
                    </a:lnTo>
                    <a:lnTo>
                      <a:pt x="54" y="36"/>
                    </a:lnTo>
                    <a:lnTo>
                      <a:pt x="54" y="36"/>
                    </a:lnTo>
                    <a:lnTo>
                      <a:pt x="54" y="36"/>
                    </a:lnTo>
                    <a:lnTo>
                      <a:pt x="54" y="36"/>
                    </a:lnTo>
                    <a:lnTo>
                      <a:pt x="52" y="36"/>
                    </a:lnTo>
                    <a:lnTo>
                      <a:pt x="52" y="36"/>
                    </a:lnTo>
                    <a:lnTo>
                      <a:pt x="52" y="36"/>
                    </a:lnTo>
                    <a:lnTo>
                      <a:pt x="52" y="38"/>
                    </a:lnTo>
                    <a:lnTo>
                      <a:pt x="52" y="38"/>
                    </a:lnTo>
                    <a:lnTo>
                      <a:pt x="52" y="38"/>
                    </a:lnTo>
                    <a:lnTo>
                      <a:pt x="52" y="38"/>
                    </a:lnTo>
                    <a:lnTo>
                      <a:pt x="52" y="41"/>
                    </a:lnTo>
                    <a:lnTo>
                      <a:pt x="52" y="41"/>
                    </a:lnTo>
                    <a:lnTo>
                      <a:pt x="50" y="41"/>
                    </a:lnTo>
                    <a:lnTo>
                      <a:pt x="50" y="43"/>
                    </a:lnTo>
                    <a:lnTo>
                      <a:pt x="50" y="43"/>
                    </a:lnTo>
                    <a:lnTo>
                      <a:pt x="47" y="43"/>
                    </a:lnTo>
                    <a:lnTo>
                      <a:pt x="47" y="43"/>
                    </a:lnTo>
                    <a:lnTo>
                      <a:pt x="47" y="43"/>
                    </a:lnTo>
                    <a:lnTo>
                      <a:pt x="47" y="43"/>
                    </a:lnTo>
                    <a:lnTo>
                      <a:pt x="45" y="43"/>
                    </a:lnTo>
                    <a:lnTo>
                      <a:pt x="45" y="43"/>
                    </a:lnTo>
                    <a:lnTo>
                      <a:pt x="45" y="43"/>
                    </a:lnTo>
                    <a:lnTo>
                      <a:pt x="45" y="43"/>
                    </a:lnTo>
                    <a:lnTo>
                      <a:pt x="43" y="43"/>
                    </a:lnTo>
                    <a:lnTo>
                      <a:pt x="43" y="43"/>
                    </a:lnTo>
                    <a:lnTo>
                      <a:pt x="43" y="45"/>
                    </a:lnTo>
                    <a:lnTo>
                      <a:pt x="40" y="45"/>
                    </a:lnTo>
                    <a:lnTo>
                      <a:pt x="40" y="45"/>
                    </a:lnTo>
                    <a:lnTo>
                      <a:pt x="40" y="45"/>
                    </a:lnTo>
                    <a:lnTo>
                      <a:pt x="40" y="45"/>
                    </a:lnTo>
                    <a:lnTo>
                      <a:pt x="40" y="48"/>
                    </a:lnTo>
                    <a:lnTo>
                      <a:pt x="40" y="48"/>
                    </a:lnTo>
                    <a:lnTo>
                      <a:pt x="40" y="50"/>
                    </a:lnTo>
                    <a:lnTo>
                      <a:pt x="40" y="50"/>
                    </a:lnTo>
                    <a:lnTo>
                      <a:pt x="40" y="52"/>
                    </a:lnTo>
                    <a:lnTo>
                      <a:pt x="40" y="52"/>
                    </a:lnTo>
                    <a:lnTo>
                      <a:pt x="40" y="52"/>
                    </a:lnTo>
                    <a:lnTo>
                      <a:pt x="40" y="52"/>
                    </a:lnTo>
                    <a:lnTo>
                      <a:pt x="40" y="52"/>
                    </a:lnTo>
                    <a:lnTo>
                      <a:pt x="38" y="52"/>
                    </a:lnTo>
                    <a:lnTo>
                      <a:pt x="38" y="55"/>
                    </a:lnTo>
                    <a:lnTo>
                      <a:pt x="38" y="55"/>
                    </a:lnTo>
                    <a:lnTo>
                      <a:pt x="38" y="57"/>
                    </a:lnTo>
                    <a:lnTo>
                      <a:pt x="38" y="57"/>
                    </a:lnTo>
                    <a:lnTo>
                      <a:pt x="38" y="57"/>
                    </a:lnTo>
                    <a:lnTo>
                      <a:pt x="38" y="57"/>
                    </a:lnTo>
                    <a:lnTo>
                      <a:pt x="35" y="57"/>
                    </a:lnTo>
                    <a:lnTo>
                      <a:pt x="35" y="60"/>
                    </a:lnTo>
                    <a:lnTo>
                      <a:pt x="35" y="60"/>
                    </a:lnTo>
                    <a:lnTo>
                      <a:pt x="35" y="60"/>
                    </a:lnTo>
                    <a:lnTo>
                      <a:pt x="33" y="60"/>
                    </a:lnTo>
                    <a:lnTo>
                      <a:pt x="33" y="62"/>
                    </a:lnTo>
                    <a:lnTo>
                      <a:pt x="33" y="62"/>
                    </a:lnTo>
                    <a:lnTo>
                      <a:pt x="33" y="62"/>
                    </a:lnTo>
                    <a:lnTo>
                      <a:pt x="33" y="62"/>
                    </a:lnTo>
                    <a:lnTo>
                      <a:pt x="33" y="62"/>
                    </a:lnTo>
                    <a:lnTo>
                      <a:pt x="31" y="62"/>
                    </a:lnTo>
                    <a:lnTo>
                      <a:pt x="31" y="62"/>
                    </a:lnTo>
                    <a:lnTo>
                      <a:pt x="28" y="62"/>
                    </a:lnTo>
                    <a:lnTo>
                      <a:pt x="28" y="64"/>
                    </a:lnTo>
                    <a:lnTo>
                      <a:pt x="28" y="64"/>
                    </a:lnTo>
                    <a:lnTo>
                      <a:pt x="28" y="64"/>
                    </a:lnTo>
                    <a:lnTo>
                      <a:pt x="26" y="64"/>
                    </a:lnTo>
                    <a:lnTo>
                      <a:pt x="26" y="64"/>
                    </a:lnTo>
                    <a:lnTo>
                      <a:pt x="28" y="64"/>
                    </a:lnTo>
                    <a:lnTo>
                      <a:pt x="28" y="67"/>
                    </a:lnTo>
                    <a:lnTo>
                      <a:pt x="26" y="67"/>
                    </a:lnTo>
                    <a:lnTo>
                      <a:pt x="26" y="67"/>
                    </a:lnTo>
                    <a:lnTo>
                      <a:pt x="26" y="67"/>
                    </a:lnTo>
                    <a:lnTo>
                      <a:pt x="26" y="69"/>
                    </a:lnTo>
                    <a:lnTo>
                      <a:pt x="26" y="69"/>
                    </a:lnTo>
                    <a:lnTo>
                      <a:pt x="26" y="69"/>
                    </a:lnTo>
                    <a:lnTo>
                      <a:pt x="26" y="71"/>
                    </a:lnTo>
                    <a:lnTo>
                      <a:pt x="24" y="71"/>
                    </a:lnTo>
                    <a:lnTo>
                      <a:pt x="24" y="71"/>
                    </a:lnTo>
                    <a:lnTo>
                      <a:pt x="24" y="71"/>
                    </a:lnTo>
                    <a:lnTo>
                      <a:pt x="21" y="71"/>
                    </a:lnTo>
                    <a:lnTo>
                      <a:pt x="21" y="71"/>
                    </a:lnTo>
                    <a:lnTo>
                      <a:pt x="21" y="71"/>
                    </a:lnTo>
                    <a:lnTo>
                      <a:pt x="21" y="74"/>
                    </a:lnTo>
                    <a:lnTo>
                      <a:pt x="21" y="74"/>
                    </a:lnTo>
                    <a:lnTo>
                      <a:pt x="21" y="74"/>
                    </a:lnTo>
                    <a:lnTo>
                      <a:pt x="19" y="74"/>
                    </a:lnTo>
                    <a:lnTo>
                      <a:pt x="19" y="76"/>
                    </a:lnTo>
                    <a:lnTo>
                      <a:pt x="19" y="76"/>
                    </a:lnTo>
                    <a:lnTo>
                      <a:pt x="19" y="76"/>
                    </a:lnTo>
                    <a:lnTo>
                      <a:pt x="16" y="76"/>
                    </a:lnTo>
                    <a:lnTo>
                      <a:pt x="16" y="76"/>
                    </a:lnTo>
                    <a:lnTo>
                      <a:pt x="16" y="76"/>
                    </a:lnTo>
                    <a:lnTo>
                      <a:pt x="14" y="76"/>
                    </a:lnTo>
                    <a:lnTo>
                      <a:pt x="14" y="79"/>
                    </a:lnTo>
                    <a:lnTo>
                      <a:pt x="14" y="79"/>
                    </a:lnTo>
                    <a:lnTo>
                      <a:pt x="14" y="79"/>
                    </a:lnTo>
                    <a:lnTo>
                      <a:pt x="14" y="81"/>
                    </a:lnTo>
                    <a:lnTo>
                      <a:pt x="14" y="81"/>
                    </a:lnTo>
                    <a:lnTo>
                      <a:pt x="14" y="81"/>
                    </a:lnTo>
                    <a:lnTo>
                      <a:pt x="12" y="81"/>
                    </a:lnTo>
                    <a:lnTo>
                      <a:pt x="12" y="81"/>
                    </a:lnTo>
                    <a:lnTo>
                      <a:pt x="12" y="81"/>
                    </a:lnTo>
                    <a:lnTo>
                      <a:pt x="9" y="81"/>
                    </a:lnTo>
                    <a:lnTo>
                      <a:pt x="9" y="81"/>
                    </a:lnTo>
                    <a:lnTo>
                      <a:pt x="9" y="81"/>
                    </a:lnTo>
                    <a:lnTo>
                      <a:pt x="9" y="83"/>
                    </a:lnTo>
                    <a:lnTo>
                      <a:pt x="7" y="83"/>
                    </a:lnTo>
                    <a:lnTo>
                      <a:pt x="7" y="83"/>
                    </a:lnTo>
                    <a:lnTo>
                      <a:pt x="9" y="83"/>
                    </a:lnTo>
                    <a:lnTo>
                      <a:pt x="9" y="83"/>
                    </a:lnTo>
                    <a:lnTo>
                      <a:pt x="12" y="83"/>
                    </a:lnTo>
                    <a:lnTo>
                      <a:pt x="12" y="86"/>
                    </a:lnTo>
                    <a:lnTo>
                      <a:pt x="12" y="86"/>
                    </a:lnTo>
                    <a:lnTo>
                      <a:pt x="12" y="88"/>
                    </a:lnTo>
                    <a:lnTo>
                      <a:pt x="12" y="88"/>
                    </a:lnTo>
                    <a:lnTo>
                      <a:pt x="9" y="88"/>
                    </a:lnTo>
                    <a:lnTo>
                      <a:pt x="9" y="88"/>
                    </a:lnTo>
                    <a:lnTo>
                      <a:pt x="9" y="90"/>
                    </a:lnTo>
                    <a:lnTo>
                      <a:pt x="7" y="90"/>
                    </a:lnTo>
                    <a:lnTo>
                      <a:pt x="7" y="90"/>
                    </a:lnTo>
                    <a:lnTo>
                      <a:pt x="7" y="90"/>
                    </a:lnTo>
                    <a:lnTo>
                      <a:pt x="7" y="90"/>
                    </a:lnTo>
                    <a:lnTo>
                      <a:pt x="5" y="90"/>
                    </a:lnTo>
                    <a:lnTo>
                      <a:pt x="5" y="93"/>
                    </a:lnTo>
                    <a:lnTo>
                      <a:pt x="5" y="93"/>
                    </a:lnTo>
                    <a:lnTo>
                      <a:pt x="5" y="93"/>
                    </a:lnTo>
                    <a:lnTo>
                      <a:pt x="5" y="93"/>
                    </a:lnTo>
                    <a:lnTo>
                      <a:pt x="5" y="93"/>
                    </a:lnTo>
                    <a:lnTo>
                      <a:pt x="5" y="95"/>
                    </a:lnTo>
                    <a:lnTo>
                      <a:pt x="5" y="95"/>
                    </a:lnTo>
                    <a:lnTo>
                      <a:pt x="5" y="95"/>
                    </a:lnTo>
                    <a:lnTo>
                      <a:pt x="5" y="97"/>
                    </a:lnTo>
                    <a:lnTo>
                      <a:pt x="5" y="97"/>
                    </a:lnTo>
                    <a:lnTo>
                      <a:pt x="5" y="97"/>
                    </a:lnTo>
                    <a:lnTo>
                      <a:pt x="2" y="97"/>
                    </a:lnTo>
                    <a:lnTo>
                      <a:pt x="2" y="97"/>
                    </a:lnTo>
                    <a:lnTo>
                      <a:pt x="2" y="97"/>
                    </a:lnTo>
                    <a:lnTo>
                      <a:pt x="2" y="95"/>
                    </a:lnTo>
                    <a:lnTo>
                      <a:pt x="0" y="95"/>
                    </a:lnTo>
                    <a:lnTo>
                      <a:pt x="0" y="95"/>
                    </a:lnTo>
                    <a:lnTo>
                      <a:pt x="0" y="93"/>
                    </a:lnTo>
                    <a:lnTo>
                      <a:pt x="0" y="93"/>
                    </a:lnTo>
                    <a:lnTo>
                      <a:pt x="0" y="93"/>
                    </a:lnTo>
                    <a:lnTo>
                      <a:pt x="0" y="90"/>
                    </a:lnTo>
                    <a:lnTo>
                      <a:pt x="2" y="90"/>
                    </a:lnTo>
                    <a:lnTo>
                      <a:pt x="2" y="90"/>
                    </a:lnTo>
                    <a:lnTo>
                      <a:pt x="2" y="90"/>
                    </a:lnTo>
                    <a:lnTo>
                      <a:pt x="2" y="88"/>
                    </a:lnTo>
                    <a:lnTo>
                      <a:pt x="2" y="88"/>
                    </a:lnTo>
                    <a:lnTo>
                      <a:pt x="5" y="88"/>
                    </a:lnTo>
                    <a:lnTo>
                      <a:pt x="5" y="86"/>
                    </a:lnTo>
                    <a:lnTo>
                      <a:pt x="5" y="86"/>
                    </a:lnTo>
                    <a:lnTo>
                      <a:pt x="5" y="86"/>
                    </a:lnTo>
                    <a:lnTo>
                      <a:pt x="5" y="86"/>
                    </a:lnTo>
                    <a:lnTo>
                      <a:pt x="7" y="86"/>
                    </a:lnTo>
                    <a:lnTo>
                      <a:pt x="7" y="83"/>
                    </a:lnTo>
                    <a:lnTo>
                      <a:pt x="7" y="83"/>
                    </a:lnTo>
                    <a:lnTo>
                      <a:pt x="7" y="81"/>
                    </a:lnTo>
                    <a:lnTo>
                      <a:pt x="7" y="81"/>
                    </a:lnTo>
                    <a:lnTo>
                      <a:pt x="7" y="81"/>
                    </a:lnTo>
                    <a:lnTo>
                      <a:pt x="7" y="81"/>
                    </a:lnTo>
                    <a:lnTo>
                      <a:pt x="7" y="79"/>
                    </a:lnTo>
                    <a:lnTo>
                      <a:pt x="7" y="79"/>
                    </a:lnTo>
                    <a:lnTo>
                      <a:pt x="7" y="76"/>
                    </a:lnTo>
                    <a:lnTo>
                      <a:pt x="7" y="76"/>
                    </a:lnTo>
                    <a:lnTo>
                      <a:pt x="7" y="76"/>
                    </a:lnTo>
                    <a:lnTo>
                      <a:pt x="9" y="76"/>
                    </a:lnTo>
                    <a:lnTo>
                      <a:pt x="9" y="74"/>
                    </a:lnTo>
                    <a:lnTo>
                      <a:pt x="9" y="74"/>
                    </a:lnTo>
                    <a:lnTo>
                      <a:pt x="9" y="74"/>
                    </a:lnTo>
                    <a:lnTo>
                      <a:pt x="12" y="74"/>
                    </a:lnTo>
                    <a:lnTo>
                      <a:pt x="12" y="71"/>
                    </a:lnTo>
                    <a:lnTo>
                      <a:pt x="12" y="71"/>
                    </a:lnTo>
                    <a:lnTo>
                      <a:pt x="12" y="71"/>
                    </a:lnTo>
                    <a:lnTo>
                      <a:pt x="12" y="71"/>
                    </a:lnTo>
                    <a:lnTo>
                      <a:pt x="12" y="71"/>
                    </a:lnTo>
                    <a:lnTo>
                      <a:pt x="12" y="69"/>
                    </a:lnTo>
                    <a:lnTo>
                      <a:pt x="14" y="69"/>
                    </a:lnTo>
                    <a:lnTo>
                      <a:pt x="14" y="69"/>
                    </a:lnTo>
                    <a:lnTo>
                      <a:pt x="14" y="69"/>
                    </a:lnTo>
                    <a:lnTo>
                      <a:pt x="14" y="67"/>
                    </a:lnTo>
                    <a:lnTo>
                      <a:pt x="14" y="67"/>
                    </a:lnTo>
                    <a:lnTo>
                      <a:pt x="14" y="67"/>
                    </a:lnTo>
                    <a:lnTo>
                      <a:pt x="16" y="67"/>
                    </a:lnTo>
                    <a:lnTo>
                      <a:pt x="16" y="64"/>
                    </a:lnTo>
                    <a:lnTo>
                      <a:pt x="16" y="64"/>
                    </a:lnTo>
                    <a:lnTo>
                      <a:pt x="16" y="64"/>
                    </a:lnTo>
                    <a:lnTo>
                      <a:pt x="19" y="64"/>
                    </a:lnTo>
                    <a:lnTo>
                      <a:pt x="19" y="64"/>
                    </a:lnTo>
                    <a:lnTo>
                      <a:pt x="19" y="64"/>
                    </a:lnTo>
                    <a:lnTo>
                      <a:pt x="19" y="64"/>
                    </a:lnTo>
                    <a:lnTo>
                      <a:pt x="19" y="62"/>
                    </a:lnTo>
                    <a:lnTo>
                      <a:pt x="19" y="62"/>
                    </a:lnTo>
                    <a:lnTo>
                      <a:pt x="19" y="62"/>
                    </a:lnTo>
                    <a:lnTo>
                      <a:pt x="21" y="62"/>
                    </a:lnTo>
                    <a:lnTo>
                      <a:pt x="21" y="62"/>
                    </a:lnTo>
                    <a:lnTo>
                      <a:pt x="21" y="62"/>
                    </a:lnTo>
                    <a:lnTo>
                      <a:pt x="21" y="60"/>
                    </a:lnTo>
                    <a:lnTo>
                      <a:pt x="21" y="60"/>
                    </a:lnTo>
                    <a:lnTo>
                      <a:pt x="21" y="60"/>
                    </a:lnTo>
                    <a:lnTo>
                      <a:pt x="24" y="60"/>
                    </a:lnTo>
                    <a:lnTo>
                      <a:pt x="24" y="60"/>
                    </a:lnTo>
                    <a:lnTo>
                      <a:pt x="26" y="60"/>
                    </a:lnTo>
                    <a:lnTo>
                      <a:pt x="26" y="60"/>
                    </a:lnTo>
                    <a:lnTo>
                      <a:pt x="26" y="57"/>
                    </a:lnTo>
                    <a:lnTo>
                      <a:pt x="26" y="57"/>
                    </a:lnTo>
                    <a:lnTo>
                      <a:pt x="26" y="57"/>
                    </a:lnTo>
                    <a:lnTo>
                      <a:pt x="28" y="57"/>
                    </a:lnTo>
                    <a:lnTo>
                      <a:pt x="28" y="55"/>
                    </a:lnTo>
                    <a:lnTo>
                      <a:pt x="28" y="55"/>
                    </a:lnTo>
                    <a:lnTo>
                      <a:pt x="28" y="55"/>
                    </a:lnTo>
                    <a:lnTo>
                      <a:pt x="28" y="52"/>
                    </a:lnTo>
                    <a:lnTo>
                      <a:pt x="28" y="52"/>
                    </a:lnTo>
                    <a:lnTo>
                      <a:pt x="28" y="52"/>
                    </a:lnTo>
                    <a:lnTo>
                      <a:pt x="31" y="52"/>
                    </a:lnTo>
                    <a:lnTo>
                      <a:pt x="31" y="52"/>
                    </a:lnTo>
                    <a:lnTo>
                      <a:pt x="31" y="50"/>
                    </a:lnTo>
                    <a:lnTo>
                      <a:pt x="31" y="50"/>
                    </a:lnTo>
                    <a:lnTo>
                      <a:pt x="33" y="50"/>
                    </a:lnTo>
                    <a:lnTo>
                      <a:pt x="33" y="50"/>
                    </a:lnTo>
                    <a:lnTo>
                      <a:pt x="33" y="50"/>
                    </a:lnTo>
                    <a:lnTo>
                      <a:pt x="33" y="48"/>
                    </a:lnTo>
                    <a:lnTo>
                      <a:pt x="33" y="48"/>
                    </a:lnTo>
                    <a:lnTo>
                      <a:pt x="33" y="48"/>
                    </a:lnTo>
                    <a:lnTo>
                      <a:pt x="35" y="48"/>
                    </a:lnTo>
                    <a:lnTo>
                      <a:pt x="35" y="45"/>
                    </a:lnTo>
                    <a:lnTo>
                      <a:pt x="35" y="45"/>
                    </a:lnTo>
                    <a:lnTo>
                      <a:pt x="35" y="45"/>
                    </a:lnTo>
                    <a:lnTo>
                      <a:pt x="38" y="45"/>
                    </a:lnTo>
                    <a:lnTo>
                      <a:pt x="38" y="43"/>
                    </a:lnTo>
                    <a:lnTo>
                      <a:pt x="38" y="43"/>
                    </a:lnTo>
                    <a:lnTo>
                      <a:pt x="38" y="43"/>
                    </a:lnTo>
                    <a:lnTo>
                      <a:pt x="38" y="43"/>
                    </a:lnTo>
                    <a:lnTo>
                      <a:pt x="38" y="41"/>
                    </a:lnTo>
                    <a:lnTo>
                      <a:pt x="38" y="41"/>
                    </a:lnTo>
                    <a:lnTo>
                      <a:pt x="40" y="41"/>
                    </a:lnTo>
                    <a:lnTo>
                      <a:pt x="40" y="41"/>
                    </a:lnTo>
                    <a:lnTo>
                      <a:pt x="40" y="38"/>
                    </a:lnTo>
                    <a:lnTo>
                      <a:pt x="40" y="38"/>
                    </a:lnTo>
                    <a:lnTo>
                      <a:pt x="40" y="38"/>
                    </a:lnTo>
                    <a:lnTo>
                      <a:pt x="40" y="38"/>
                    </a:lnTo>
                    <a:lnTo>
                      <a:pt x="40" y="36"/>
                    </a:lnTo>
                    <a:lnTo>
                      <a:pt x="43" y="36"/>
                    </a:lnTo>
                    <a:lnTo>
                      <a:pt x="43" y="36"/>
                    </a:lnTo>
                    <a:lnTo>
                      <a:pt x="43" y="36"/>
                    </a:lnTo>
                    <a:lnTo>
                      <a:pt x="43" y="36"/>
                    </a:lnTo>
                    <a:lnTo>
                      <a:pt x="45" y="36"/>
                    </a:lnTo>
                    <a:lnTo>
                      <a:pt x="45" y="36"/>
                    </a:lnTo>
                    <a:lnTo>
                      <a:pt x="45" y="33"/>
                    </a:lnTo>
                    <a:lnTo>
                      <a:pt x="45" y="33"/>
                    </a:lnTo>
                    <a:lnTo>
                      <a:pt x="45" y="33"/>
                    </a:lnTo>
                    <a:lnTo>
                      <a:pt x="45" y="33"/>
                    </a:lnTo>
                    <a:lnTo>
                      <a:pt x="45" y="31"/>
                    </a:lnTo>
                    <a:lnTo>
                      <a:pt x="45" y="31"/>
                    </a:lnTo>
                    <a:lnTo>
                      <a:pt x="45" y="29"/>
                    </a:lnTo>
                    <a:lnTo>
                      <a:pt x="45" y="29"/>
                    </a:lnTo>
                    <a:lnTo>
                      <a:pt x="47" y="29"/>
                    </a:lnTo>
                    <a:lnTo>
                      <a:pt x="47" y="29"/>
                    </a:lnTo>
                    <a:lnTo>
                      <a:pt x="47" y="29"/>
                    </a:lnTo>
                    <a:lnTo>
                      <a:pt x="47" y="26"/>
                    </a:lnTo>
                    <a:lnTo>
                      <a:pt x="47" y="26"/>
                    </a:lnTo>
                    <a:lnTo>
                      <a:pt x="47" y="26"/>
                    </a:lnTo>
                    <a:lnTo>
                      <a:pt x="50" y="26"/>
                    </a:lnTo>
                    <a:lnTo>
                      <a:pt x="50" y="26"/>
                    </a:lnTo>
                    <a:lnTo>
                      <a:pt x="50" y="26"/>
                    </a:lnTo>
                    <a:lnTo>
                      <a:pt x="52" y="26"/>
                    </a:lnTo>
                    <a:lnTo>
                      <a:pt x="52" y="26"/>
                    </a:lnTo>
                    <a:lnTo>
                      <a:pt x="52" y="26"/>
                    </a:lnTo>
                    <a:lnTo>
                      <a:pt x="52" y="24"/>
                    </a:lnTo>
                    <a:lnTo>
                      <a:pt x="52" y="24"/>
                    </a:lnTo>
                    <a:lnTo>
                      <a:pt x="52" y="22"/>
                    </a:lnTo>
                    <a:lnTo>
                      <a:pt x="52" y="22"/>
                    </a:lnTo>
                    <a:lnTo>
                      <a:pt x="52" y="22"/>
                    </a:lnTo>
                    <a:lnTo>
                      <a:pt x="52" y="22"/>
                    </a:lnTo>
                    <a:lnTo>
                      <a:pt x="50" y="22"/>
                    </a:lnTo>
                    <a:lnTo>
                      <a:pt x="50" y="22"/>
                    </a:lnTo>
                    <a:lnTo>
                      <a:pt x="50" y="19"/>
                    </a:lnTo>
                    <a:lnTo>
                      <a:pt x="50" y="19"/>
                    </a:lnTo>
                    <a:lnTo>
                      <a:pt x="50" y="19"/>
                    </a:lnTo>
                    <a:lnTo>
                      <a:pt x="50" y="17"/>
                    </a:lnTo>
                    <a:lnTo>
                      <a:pt x="52" y="17"/>
                    </a:lnTo>
                    <a:lnTo>
                      <a:pt x="52" y="17"/>
                    </a:lnTo>
                    <a:lnTo>
                      <a:pt x="52" y="15"/>
                    </a:lnTo>
                    <a:lnTo>
                      <a:pt x="52" y="15"/>
                    </a:lnTo>
                    <a:lnTo>
                      <a:pt x="52" y="15"/>
                    </a:lnTo>
                    <a:lnTo>
                      <a:pt x="52" y="15"/>
                    </a:lnTo>
                    <a:lnTo>
                      <a:pt x="50" y="15"/>
                    </a:lnTo>
                    <a:lnTo>
                      <a:pt x="50" y="12"/>
                    </a:lnTo>
                    <a:lnTo>
                      <a:pt x="50" y="12"/>
                    </a:lnTo>
                    <a:lnTo>
                      <a:pt x="52" y="12"/>
                    </a:lnTo>
                    <a:lnTo>
                      <a:pt x="52" y="12"/>
                    </a:lnTo>
                    <a:lnTo>
                      <a:pt x="52" y="10"/>
                    </a:lnTo>
                    <a:lnTo>
                      <a:pt x="52" y="10"/>
                    </a:lnTo>
                    <a:lnTo>
                      <a:pt x="52" y="10"/>
                    </a:lnTo>
                    <a:lnTo>
                      <a:pt x="52" y="10"/>
                    </a:lnTo>
                    <a:lnTo>
                      <a:pt x="54" y="10"/>
                    </a:lnTo>
                    <a:lnTo>
                      <a:pt x="54" y="7"/>
                    </a:lnTo>
                    <a:lnTo>
                      <a:pt x="54" y="7"/>
                    </a:lnTo>
                    <a:lnTo>
                      <a:pt x="54" y="7"/>
                    </a:lnTo>
                    <a:lnTo>
                      <a:pt x="54" y="7"/>
                    </a:lnTo>
                    <a:lnTo>
                      <a:pt x="54" y="5"/>
                    </a:lnTo>
                    <a:lnTo>
                      <a:pt x="54" y="5"/>
                    </a:lnTo>
                    <a:lnTo>
                      <a:pt x="57" y="5"/>
                    </a:lnTo>
                    <a:lnTo>
                      <a:pt x="57" y="5"/>
                    </a:lnTo>
                    <a:lnTo>
                      <a:pt x="57" y="5"/>
                    </a:lnTo>
                    <a:lnTo>
                      <a:pt x="57" y="7"/>
                    </a:lnTo>
                    <a:lnTo>
                      <a:pt x="59" y="7"/>
                    </a:lnTo>
                    <a:lnTo>
                      <a:pt x="59" y="7"/>
                    </a:lnTo>
                    <a:lnTo>
                      <a:pt x="59" y="10"/>
                    </a:lnTo>
                    <a:lnTo>
                      <a:pt x="59" y="10"/>
                    </a:lnTo>
                    <a:lnTo>
                      <a:pt x="59" y="7"/>
                    </a:lnTo>
                    <a:lnTo>
                      <a:pt x="59" y="7"/>
                    </a:lnTo>
                    <a:lnTo>
                      <a:pt x="59" y="7"/>
                    </a:lnTo>
                    <a:lnTo>
                      <a:pt x="59" y="7"/>
                    </a:lnTo>
                    <a:lnTo>
                      <a:pt x="59" y="5"/>
                    </a:lnTo>
                    <a:lnTo>
                      <a:pt x="59" y="5"/>
                    </a:lnTo>
                    <a:lnTo>
                      <a:pt x="59" y="5"/>
                    </a:lnTo>
                    <a:lnTo>
                      <a:pt x="59" y="3"/>
                    </a:lnTo>
                    <a:lnTo>
                      <a:pt x="59" y="3"/>
                    </a:lnTo>
                    <a:lnTo>
                      <a:pt x="59" y="3"/>
                    </a:lnTo>
                    <a:lnTo>
                      <a:pt x="59" y="3"/>
                    </a:lnTo>
                    <a:lnTo>
                      <a:pt x="61" y="3"/>
                    </a:lnTo>
                    <a:lnTo>
                      <a:pt x="61" y="3"/>
                    </a:lnTo>
                    <a:lnTo>
                      <a:pt x="61" y="3"/>
                    </a:lnTo>
                    <a:lnTo>
                      <a:pt x="61" y="3"/>
                    </a:lnTo>
                    <a:lnTo>
                      <a:pt x="61" y="3"/>
                    </a:lnTo>
                    <a:lnTo>
                      <a:pt x="61" y="3"/>
                    </a:lnTo>
                    <a:lnTo>
                      <a:pt x="64" y="3"/>
                    </a:lnTo>
                    <a:lnTo>
                      <a:pt x="64" y="0"/>
                    </a:lnTo>
                    <a:lnTo>
                      <a:pt x="64" y="0"/>
                    </a:lnTo>
                    <a:lnTo>
                      <a:pt x="64" y="3"/>
                    </a:lnTo>
                    <a:lnTo>
                      <a:pt x="64" y="3"/>
                    </a:lnTo>
                    <a:lnTo>
                      <a:pt x="66"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2" name="Freeform 80"/>
              <p:cNvSpPr>
                <a:spLocks/>
              </p:cNvSpPr>
              <p:nvPr/>
            </p:nvSpPr>
            <p:spPr bwMode="auto">
              <a:xfrm>
                <a:off x="3340" y="2459"/>
                <a:ext cx="69" cy="97"/>
              </a:xfrm>
              <a:custGeom>
                <a:avLst/>
                <a:gdLst/>
                <a:ahLst/>
                <a:cxnLst>
                  <a:cxn ang="0">
                    <a:pos x="64" y="7"/>
                  </a:cxn>
                  <a:cxn ang="0">
                    <a:pos x="61" y="10"/>
                  </a:cxn>
                  <a:cxn ang="0">
                    <a:pos x="61" y="15"/>
                  </a:cxn>
                  <a:cxn ang="0">
                    <a:pos x="59" y="19"/>
                  </a:cxn>
                  <a:cxn ang="0">
                    <a:pos x="57" y="17"/>
                  </a:cxn>
                  <a:cxn ang="0">
                    <a:pos x="59" y="19"/>
                  </a:cxn>
                  <a:cxn ang="0">
                    <a:pos x="61" y="22"/>
                  </a:cxn>
                  <a:cxn ang="0">
                    <a:pos x="61" y="26"/>
                  </a:cxn>
                  <a:cxn ang="0">
                    <a:pos x="66" y="26"/>
                  </a:cxn>
                  <a:cxn ang="0">
                    <a:pos x="66" y="29"/>
                  </a:cxn>
                  <a:cxn ang="0">
                    <a:pos x="61" y="31"/>
                  </a:cxn>
                  <a:cxn ang="0">
                    <a:pos x="59" y="31"/>
                  </a:cxn>
                  <a:cxn ang="0">
                    <a:pos x="54" y="33"/>
                  </a:cxn>
                  <a:cxn ang="0">
                    <a:pos x="57" y="36"/>
                  </a:cxn>
                  <a:cxn ang="0">
                    <a:pos x="52" y="36"/>
                  </a:cxn>
                  <a:cxn ang="0">
                    <a:pos x="50" y="41"/>
                  </a:cxn>
                  <a:cxn ang="0">
                    <a:pos x="45" y="43"/>
                  </a:cxn>
                  <a:cxn ang="0">
                    <a:pos x="40" y="45"/>
                  </a:cxn>
                  <a:cxn ang="0">
                    <a:pos x="40" y="50"/>
                  </a:cxn>
                  <a:cxn ang="0">
                    <a:pos x="38" y="55"/>
                  </a:cxn>
                  <a:cxn ang="0">
                    <a:pos x="35" y="60"/>
                  </a:cxn>
                  <a:cxn ang="0">
                    <a:pos x="33" y="62"/>
                  </a:cxn>
                  <a:cxn ang="0">
                    <a:pos x="28" y="64"/>
                  </a:cxn>
                  <a:cxn ang="0">
                    <a:pos x="26" y="67"/>
                  </a:cxn>
                  <a:cxn ang="0">
                    <a:pos x="24" y="71"/>
                  </a:cxn>
                  <a:cxn ang="0">
                    <a:pos x="19" y="74"/>
                  </a:cxn>
                  <a:cxn ang="0">
                    <a:pos x="14" y="76"/>
                  </a:cxn>
                  <a:cxn ang="0">
                    <a:pos x="12" y="81"/>
                  </a:cxn>
                  <a:cxn ang="0">
                    <a:pos x="7" y="83"/>
                  </a:cxn>
                  <a:cxn ang="0">
                    <a:pos x="12" y="88"/>
                  </a:cxn>
                  <a:cxn ang="0">
                    <a:pos x="7" y="90"/>
                  </a:cxn>
                  <a:cxn ang="0">
                    <a:pos x="5" y="93"/>
                  </a:cxn>
                  <a:cxn ang="0">
                    <a:pos x="2" y="97"/>
                  </a:cxn>
                  <a:cxn ang="0">
                    <a:pos x="0" y="93"/>
                  </a:cxn>
                  <a:cxn ang="0">
                    <a:pos x="2" y="88"/>
                  </a:cxn>
                  <a:cxn ang="0">
                    <a:pos x="7" y="83"/>
                  </a:cxn>
                  <a:cxn ang="0">
                    <a:pos x="7" y="79"/>
                  </a:cxn>
                  <a:cxn ang="0">
                    <a:pos x="9" y="74"/>
                  </a:cxn>
                  <a:cxn ang="0">
                    <a:pos x="12" y="69"/>
                  </a:cxn>
                  <a:cxn ang="0">
                    <a:pos x="16" y="67"/>
                  </a:cxn>
                  <a:cxn ang="0">
                    <a:pos x="19" y="64"/>
                  </a:cxn>
                  <a:cxn ang="0">
                    <a:pos x="21" y="60"/>
                  </a:cxn>
                  <a:cxn ang="0">
                    <a:pos x="26" y="57"/>
                  </a:cxn>
                  <a:cxn ang="0">
                    <a:pos x="28" y="52"/>
                  </a:cxn>
                  <a:cxn ang="0">
                    <a:pos x="33" y="50"/>
                  </a:cxn>
                  <a:cxn ang="0">
                    <a:pos x="35" y="45"/>
                  </a:cxn>
                  <a:cxn ang="0">
                    <a:pos x="38" y="43"/>
                  </a:cxn>
                  <a:cxn ang="0">
                    <a:pos x="40" y="38"/>
                  </a:cxn>
                  <a:cxn ang="0">
                    <a:pos x="45" y="36"/>
                  </a:cxn>
                  <a:cxn ang="0">
                    <a:pos x="45" y="31"/>
                  </a:cxn>
                  <a:cxn ang="0">
                    <a:pos x="47" y="26"/>
                  </a:cxn>
                  <a:cxn ang="0">
                    <a:pos x="52" y="26"/>
                  </a:cxn>
                  <a:cxn ang="0">
                    <a:pos x="50" y="22"/>
                  </a:cxn>
                  <a:cxn ang="0">
                    <a:pos x="52" y="17"/>
                  </a:cxn>
                  <a:cxn ang="0">
                    <a:pos x="50" y="12"/>
                  </a:cxn>
                  <a:cxn ang="0">
                    <a:pos x="54" y="10"/>
                  </a:cxn>
                  <a:cxn ang="0">
                    <a:pos x="57" y="5"/>
                  </a:cxn>
                  <a:cxn ang="0">
                    <a:pos x="59" y="10"/>
                  </a:cxn>
                  <a:cxn ang="0">
                    <a:pos x="59" y="5"/>
                  </a:cxn>
                  <a:cxn ang="0">
                    <a:pos x="61" y="3"/>
                  </a:cxn>
                  <a:cxn ang="0">
                    <a:pos x="64" y="3"/>
                  </a:cxn>
                </a:cxnLst>
                <a:rect l="0" t="0" r="r" b="b"/>
                <a:pathLst>
                  <a:path w="69" h="97">
                    <a:moveTo>
                      <a:pt x="66" y="3"/>
                    </a:moveTo>
                    <a:lnTo>
                      <a:pt x="66" y="3"/>
                    </a:lnTo>
                    <a:lnTo>
                      <a:pt x="66" y="5"/>
                    </a:lnTo>
                    <a:lnTo>
                      <a:pt x="64" y="5"/>
                    </a:lnTo>
                    <a:lnTo>
                      <a:pt x="64" y="5"/>
                    </a:lnTo>
                    <a:lnTo>
                      <a:pt x="64" y="7"/>
                    </a:lnTo>
                    <a:lnTo>
                      <a:pt x="64" y="7"/>
                    </a:lnTo>
                    <a:lnTo>
                      <a:pt x="61" y="7"/>
                    </a:lnTo>
                    <a:lnTo>
                      <a:pt x="61" y="7"/>
                    </a:lnTo>
                    <a:lnTo>
                      <a:pt x="61" y="7"/>
                    </a:lnTo>
                    <a:lnTo>
                      <a:pt x="61" y="7"/>
                    </a:lnTo>
                    <a:lnTo>
                      <a:pt x="61" y="10"/>
                    </a:lnTo>
                    <a:lnTo>
                      <a:pt x="61" y="10"/>
                    </a:lnTo>
                    <a:lnTo>
                      <a:pt x="61" y="10"/>
                    </a:lnTo>
                    <a:lnTo>
                      <a:pt x="61" y="12"/>
                    </a:lnTo>
                    <a:lnTo>
                      <a:pt x="61" y="12"/>
                    </a:lnTo>
                    <a:lnTo>
                      <a:pt x="59" y="12"/>
                    </a:lnTo>
                    <a:lnTo>
                      <a:pt x="59" y="12"/>
                    </a:lnTo>
                    <a:lnTo>
                      <a:pt x="61" y="12"/>
                    </a:lnTo>
                    <a:lnTo>
                      <a:pt x="61" y="12"/>
                    </a:lnTo>
                    <a:lnTo>
                      <a:pt x="61" y="15"/>
                    </a:lnTo>
                    <a:lnTo>
                      <a:pt x="61" y="15"/>
                    </a:lnTo>
                    <a:lnTo>
                      <a:pt x="61" y="15"/>
                    </a:lnTo>
                    <a:lnTo>
                      <a:pt x="61" y="17"/>
                    </a:lnTo>
                    <a:lnTo>
                      <a:pt x="61" y="17"/>
                    </a:lnTo>
                    <a:lnTo>
                      <a:pt x="61" y="19"/>
                    </a:lnTo>
                    <a:lnTo>
                      <a:pt x="61" y="19"/>
                    </a:lnTo>
                    <a:lnTo>
                      <a:pt x="59" y="19"/>
                    </a:lnTo>
                    <a:lnTo>
                      <a:pt x="59" y="17"/>
                    </a:lnTo>
                    <a:lnTo>
                      <a:pt x="59" y="17"/>
                    </a:lnTo>
                    <a:lnTo>
                      <a:pt x="59" y="19"/>
                    </a:lnTo>
                    <a:lnTo>
                      <a:pt x="59" y="19"/>
                    </a:lnTo>
                    <a:lnTo>
                      <a:pt x="59" y="17"/>
                    </a:lnTo>
                    <a:lnTo>
                      <a:pt x="57" y="17"/>
                    </a:lnTo>
                    <a:lnTo>
                      <a:pt x="57" y="17"/>
                    </a:lnTo>
                    <a:lnTo>
                      <a:pt x="57" y="17"/>
                    </a:lnTo>
                    <a:lnTo>
                      <a:pt x="57" y="17"/>
                    </a:lnTo>
                    <a:lnTo>
                      <a:pt x="57" y="19"/>
                    </a:lnTo>
                    <a:lnTo>
                      <a:pt x="57" y="19"/>
                    </a:lnTo>
                    <a:lnTo>
                      <a:pt x="57" y="19"/>
                    </a:lnTo>
                    <a:lnTo>
                      <a:pt x="59" y="19"/>
                    </a:lnTo>
                    <a:lnTo>
                      <a:pt x="59" y="19"/>
                    </a:lnTo>
                    <a:lnTo>
                      <a:pt x="59" y="19"/>
                    </a:lnTo>
                    <a:lnTo>
                      <a:pt x="59" y="22"/>
                    </a:lnTo>
                    <a:lnTo>
                      <a:pt x="59" y="22"/>
                    </a:lnTo>
                    <a:lnTo>
                      <a:pt x="59" y="22"/>
                    </a:lnTo>
                    <a:lnTo>
                      <a:pt x="59" y="22"/>
                    </a:lnTo>
                    <a:lnTo>
                      <a:pt x="59" y="22"/>
                    </a:lnTo>
                    <a:lnTo>
                      <a:pt x="61" y="22"/>
                    </a:lnTo>
                    <a:lnTo>
                      <a:pt x="61" y="24"/>
                    </a:lnTo>
                    <a:lnTo>
                      <a:pt x="61" y="24"/>
                    </a:lnTo>
                    <a:lnTo>
                      <a:pt x="61" y="26"/>
                    </a:lnTo>
                    <a:lnTo>
                      <a:pt x="59" y="26"/>
                    </a:lnTo>
                    <a:lnTo>
                      <a:pt x="59" y="26"/>
                    </a:lnTo>
                    <a:lnTo>
                      <a:pt x="61" y="26"/>
                    </a:lnTo>
                    <a:lnTo>
                      <a:pt x="61" y="26"/>
                    </a:lnTo>
                    <a:lnTo>
                      <a:pt x="61" y="26"/>
                    </a:lnTo>
                    <a:lnTo>
                      <a:pt x="61" y="26"/>
                    </a:lnTo>
                    <a:lnTo>
                      <a:pt x="61" y="24"/>
                    </a:lnTo>
                    <a:lnTo>
                      <a:pt x="64" y="24"/>
                    </a:lnTo>
                    <a:lnTo>
                      <a:pt x="64" y="24"/>
                    </a:lnTo>
                    <a:lnTo>
                      <a:pt x="66" y="24"/>
                    </a:lnTo>
                    <a:lnTo>
                      <a:pt x="66" y="26"/>
                    </a:lnTo>
                    <a:lnTo>
                      <a:pt x="66" y="26"/>
                    </a:lnTo>
                    <a:lnTo>
                      <a:pt x="66" y="26"/>
                    </a:lnTo>
                    <a:lnTo>
                      <a:pt x="66" y="26"/>
                    </a:lnTo>
                    <a:lnTo>
                      <a:pt x="69" y="26"/>
                    </a:lnTo>
                    <a:lnTo>
                      <a:pt x="69" y="29"/>
                    </a:lnTo>
                    <a:lnTo>
                      <a:pt x="66" y="29"/>
                    </a:lnTo>
                    <a:lnTo>
                      <a:pt x="66" y="29"/>
                    </a:lnTo>
                    <a:lnTo>
                      <a:pt x="66" y="31"/>
                    </a:lnTo>
                    <a:lnTo>
                      <a:pt x="66" y="31"/>
                    </a:lnTo>
                    <a:lnTo>
                      <a:pt x="66" y="31"/>
                    </a:lnTo>
                    <a:lnTo>
                      <a:pt x="64" y="31"/>
                    </a:lnTo>
                    <a:lnTo>
                      <a:pt x="64" y="31"/>
                    </a:lnTo>
                    <a:lnTo>
                      <a:pt x="64" y="31"/>
                    </a:lnTo>
                    <a:lnTo>
                      <a:pt x="61" y="31"/>
                    </a:lnTo>
                    <a:lnTo>
                      <a:pt x="61" y="31"/>
                    </a:lnTo>
                    <a:lnTo>
                      <a:pt x="61" y="31"/>
                    </a:lnTo>
                    <a:lnTo>
                      <a:pt x="61" y="29"/>
                    </a:lnTo>
                    <a:lnTo>
                      <a:pt x="61" y="29"/>
                    </a:lnTo>
                    <a:lnTo>
                      <a:pt x="61" y="31"/>
                    </a:lnTo>
                    <a:lnTo>
                      <a:pt x="59" y="31"/>
                    </a:lnTo>
                    <a:lnTo>
                      <a:pt x="59" y="31"/>
                    </a:lnTo>
                    <a:lnTo>
                      <a:pt x="59" y="31"/>
                    </a:lnTo>
                    <a:lnTo>
                      <a:pt x="59" y="33"/>
                    </a:lnTo>
                    <a:lnTo>
                      <a:pt x="59" y="33"/>
                    </a:lnTo>
                    <a:lnTo>
                      <a:pt x="59" y="33"/>
                    </a:lnTo>
                    <a:lnTo>
                      <a:pt x="57" y="33"/>
                    </a:lnTo>
                    <a:lnTo>
                      <a:pt x="57" y="33"/>
                    </a:lnTo>
                    <a:lnTo>
                      <a:pt x="54" y="33"/>
                    </a:lnTo>
                    <a:lnTo>
                      <a:pt x="54" y="33"/>
                    </a:lnTo>
                    <a:lnTo>
                      <a:pt x="54" y="33"/>
                    </a:lnTo>
                    <a:lnTo>
                      <a:pt x="54" y="33"/>
                    </a:lnTo>
                    <a:lnTo>
                      <a:pt x="54" y="33"/>
                    </a:lnTo>
                    <a:lnTo>
                      <a:pt x="54" y="33"/>
                    </a:lnTo>
                    <a:lnTo>
                      <a:pt x="57" y="33"/>
                    </a:lnTo>
                    <a:lnTo>
                      <a:pt x="57" y="36"/>
                    </a:lnTo>
                    <a:lnTo>
                      <a:pt x="54" y="36"/>
                    </a:lnTo>
                    <a:lnTo>
                      <a:pt x="54" y="36"/>
                    </a:lnTo>
                    <a:lnTo>
                      <a:pt x="54" y="36"/>
                    </a:lnTo>
                    <a:lnTo>
                      <a:pt x="54" y="36"/>
                    </a:lnTo>
                    <a:lnTo>
                      <a:pt x="52" y="36"/>
                    </a:lnTo>
                    <a:lnTo>
                      <a:pt x="52" y="36"/>
                    </a:lnTo>
                    <a:lnTo>
                      <a:pt x="52" y="36"/>
                    </a:lnTo>
                    <a:lnTo>
                      <a:pt x="52" y="38"/>
                    </a:lnTo>
                    <a:lnTo>
                      <a:pt x="52" y="38"/>
                    </a:lnTo>
                    <a:lnTo>
                      <a:pt x="52" y="38"/>
                    </a:lnTo>
                    <a:lnTo>
                      <a:pt x="52" y="38"/>
                    </a:lnTo>
                    <a:lnTo>
                      <a:pt x="52" y="41"/>
                    </a:lnTo>
                    <a:lnTo>
                      <a:pt x="52" y="41"/>
                    </a:lnTo>
                    <a:lnTo>
                      <a:pt x="50" y="41"/>
                    </a:lnTo>
                    <a:lnTo>
                      <a:pt x="50" y="43"/>
                    </a:lnTo>
                    <a:lnTo>
                      <a:pt x="50" y="43"/>
                    </a:lnTo>
                    <a:lnTo>
                      <a:pt x="47" y="43"/>
                    </a:lnTo>
                    <a:lnTo>
                      <a:pt x="47" y="43"/>
                    </a:lnTo>
                    <a:lnTo>
                      <a:pt x="47" y="43"/>
                    </a:lnTo>
                    <a:lnTo>
                      <a:pt x="47" y="43"/>
                    </a:lnTo>
                    <a:lnTo>
                      <a:pt x="45" y="43"/>
                    </a:lnTo>
                    <a:lnTo>
                      <a:pt x="45" y="43"/>
                    </a:lnTo>
                    <a:lnTo>
                      <a:pt x="45" y="43"/>
                    </a:lnTo>
                    <a:lnTo>
                      <a:pt x="45" y="43"/>
                    </a:lnTo>
                    <a:lnTo>
                      <a:pt x="43" y="43"/>
                    </a:lnTo>
                    <a:lnTo>
                      <a:pt x="43" y="43"/>
                    </a:lnTo>
                    <a:lnTo>
                      <a:pt x="43" y="45"/>
                    </a:lnTo>
                    <a:lnTo>
                      <a:pt x="40" y="45"/>
                    </a:lnTo>
                    <a:lnTo>
                      <a:pt x="40" y="45"/>
                    </a:lnTo>
                    <a:lnTo>
                      <a:pt x="40" y="45"/>
                    </a:lnTo>
                    <a:lnTo>
                      <a:pt x="40" y="45"/>
                    </a:lnTo>
                    <a:lnTo>
                      <a:pt x="40" y="48"/>
                    </a:lnTo>
                    <a:lnTo>
                      <a:pt x="40" y="48"/>
                    </a:lnTo>
                    <a:lnTo>
                      <a:pt x="40" y="50"/>
                    </a:lnTo>
                    <a:lnTo>
                      <a:pt x="40" y="50"/>
                    </a:lnTo>
                    <a:lnTo>
                      <a:pt x="40" y="52"/>
                    </a:lnTo>
                    <a:lnTo>
                      <a:pt x="40" y="52"/>
                    </a:lnTo>
                    <a:lnTo>
                      <a:pt x="40" y="52"/>
                    </a:lnTo>
                    <a:lnTo>
                      <a:pt x="40" y="52"/>
                    </a:lnTo>
                    <a:lnTo>
                      <a:pt x="40" y="52"/>
                    </a:lnTo>
                    <a:lnTo>
                      <a:pt x="38" y="52"/>
                    </a:lnTo>
                    <a:lnTo>
                      <a:pt x="38" y="55"/>
                    </a:lnTo>
                    <a:lnTo>
                      <a:pt x="38" y="55"/>
                    </a:lnTo>
                    <a:lnTo>
                      <a:pt x="38" y="57"/>
                    </a:lnTo>
                    <a:lnTo>
                      <a:pt x="38" y="57"/>
                    </a:lnTo>
                    <a:lnTo>
                      <a:pt x="38" y="57"/>
                    </a:lnTo>
                    <a:lnTo>
                      <a:pt x="38" y="57"/>
                    </a:lnTo>
                    <a:lnTo>
                      <a:pt x="35" y="57"/>
                    </a:lnTo>
                    <a:lnTo>
                      <a:pt x="35" y="60"/>
                    </a:lnTo>
                    <a:lnTo>
                      <a:pt x="35" y="60"/>
                    </a:lnTo>
                    <a:lnTo>
                      <a:pt x="35" y="60"/>
                    </a:lnTo>
                    <a:lnTo>
                      <a:pt x="33" y="60"/>
                    </a:lnTo>
                    <a:lnTo>
                      <a:pt x="33" y="62"/>
                    </a:lnTo>
                    <a:lnTo>
                      <a:pt x="33" y="62"/>
                    </a:lnTo>
                    <a:lnTo>
                      <a:pt x="33" y="62"/>
                    </a:lnTo>
                    <a:lnTo>
                      <a:pt x="33" y="62"/>
                    </a:lnTo>
                    <a:lnTo>
                      <a:pt x="33" y="62"/>
                    </a:lnTo>
                    <a:lnTo>
                      <a:pt x="31" y="62"/>
                    </a:lnTo>
                    <a:lnTo>
                      <a:pt x="31" y="62"/>
                    </a:lnTo>
                    <a:lnTo>
                      <a:pt x="28" y="62"/>
                    </a:lnTo>
                    <a:lnTo>
                      <a:pt x="28" y="64"/>
                    </a:lnTo>
                    <a:lnTo>
                      <a:pt x="28" y="64"/>
                    </a:lnTo>
                    <a:lnTo>
                      <a:pt x="28" y="64"/>
                    </a:lnTo>
                    <a:lnTo>
                      <a:pt x="26" y="64"/>
                    </a:lnTo>
                    <a:lnTo>
                      <a:pt x="26" y="64"/>
                    </a:lnTo>
                    <a:lnTo>
                      <a:pt x="28" y="64"/>
                    </a:lnTo>
                    <a:lnTo>
                      <a:pt x="28" y="67"/>
                    </a:lnTo>
                    <a:lnTo>
                      <a:pt x="26" y="67"/>
                    </a:lnTo>
                    <a:lnTo>
                      <a:pt x="26" y="67"/>
                    </a:lnTo>
                    <a:lnTo>
                      <a:pt x="26" y="67"/>
                    </a:lnTo>
                    <a:lnTo>
                      <a:pt x="26" y="69"/>
                    </a:lnTo>
                    <a:lnTo>
                      <a:pt x="26" y="69"/>
                    </a:lnTo>
                    <a:lnTo>
                      <a:pt x="26" y="69"/>
                    </a:lnTo>
                    <a:lnTo>
                      <a:pt x="26" y="71"/>
                    </a:lnTo>
                    <a:lnTo>
                      <a:pt x="24" y="71"/>
                    </a:lnTo>
                    <a:lnTo>
                      <a:pt x="24" y="71"/>
                    </a:lnTo>
                    <a:lnTo>
                      <a:pt x="24" y="71"/>
                    </a:lnTo>
                    <a:lnTo>
                      <a:pt x="21" y="71"/>
                    </a:lnTo>
                    <a:lnTo>
                      <a:pt x="21" y="71"/>
                    </a:lnTo>
                    <a:lnTo>
                      <a:pt x="21" y="71"/>
                    </a:lnTo>
                    <a:lnTo>
                      <a:pt x="21" y="74"/>
                    </a:lnTo>
                    <a:lnTo>
                      <a:pt x="21" y="74"/>
                    </a:lnTo>
                    <a:lnTo>
                      <a:pt x="21" y="74"/>
                    </a:lnTo>
                    <a:lnTo>
                      <a:pt x="19" y="74"/>
                    </a:lnTo>
                    <a:lnTo>
                      <a:pt x="19" y="76"/>
                    </a:lnTo>
                    <a:lnTo>
                      <a:pt x="19" y="76"/>
                    </a:lnTo>
                    <a:lnTo>
                      <a:pt x="19" y="76"/>
                    </a:lnTo>
                    <a:lnTo>
                      <a:pt x="16" y="76"/>
                    </a:lnTo>
                    <a:lnTo>
                      <a:pt x="16" y="76"/>
                    </a:lnTo>
                    <a:lnTo>
                      <a:pt x="16" y="76"/>
                    </a:lnTo>
                    <a:lnTo>
                      <a:pt x="14" y="76"/>
                    </a:lnTo>
                    <a:lnTo>
                      <a:pt x="14" y="79"/>
                    </a:lnTo>
                    <a:lnTo>
                      <a:pt x="14" y="79"/>
                    </a:lnTo>
                    <a:lnTo>
                      <a:pt x="14" y="79"/>
                    </a:lnTo>
                    <a:lnTo>
                      <a:pt x="14" y="81"/>
                    </a:lnTo>
                    <a:lnTo>
                      <a:pt x="14" y="81"/>
                    </a:lnTo>
                    <a:lnTo>
                      <a:pt x="14" y="81"/>
                    </a:lnTo>
                    <a:lnTo>
                      <a:pt x="12" y="81"/>
                    </a:lnTo>
                    <a:lnTo>
                      <a:pt x="12" y="81"/>
                    </a:lnTo>
                    <a:lnTo>
                      <a:pt x="12" y="81"/>
                    </a:lnTo>
                    <a:lnTo>
                      <a:pt x="9" y="81"/>
                    </a:lnTo>
                    <a:lnTo>
                      <a:pt x="9" y="81"/>
                    </a:lnTo>
                    <a:lnTo>
                      <a:pt x="9" y="81"/>
                    </a:lnTo>
                    <a:lnTo>
                      <a:pt x="9" y="83"/>
                    </a:lnTo>
                    <a:lnTo>
                      <a:pt x="7" y="83"/>
                    </a:lnTo>
                    <a:lnTo>
                      <a:pt x="7" y="83"/>
                    </a:lnTo>
                    <a:lnTo>
                      <a:pt x="9" y="83"/>
                    </a:lnTo>
                    <a:lnTo>
                      <a:pt x="9" y="83"/>
                    </a:lnTo>
                    <a:lnTo>
                      <a:pt x="12" y="83"/>
                    </a:lnTo>
                    <a:lnTo>
                      <a:pt x="12" y="86"/>
                    </a:lnTo>
                    <a:lnTo>
                      <a:pt x="12" y="86"/>
                    </a:lnTo>
                    <a:lnTo>
                      <a:pt x="12" y="88"/>
                    </a:lnTo>
                    <a:lnTo>
                      <a:pt x="12" y="88"/>
                    </a:lnTo>
                    <a:lnTo>
                      <a:pt x="9" y="88"/>
                    </a:lnTo>
                    <a:lnTo>
                      <a:pt x="9" y="88"/>
                    </a:lnTo>
                    <a:lnTo>
                      <a:pt x="9" y="90"/>
                    </a:lnTo>
                    <a:lnTo>
                      <a:pt x="7" y="90"/>
                    </a:lnTo>
                    <a:lnTo>
                      <a:pt x="7" y="90"/>
                    </a:lnTo>
                    <a:lnTo>
                      <a:pt x="7" y="90"/>
                    </a:lnTo>
                    <a:lnTo>
                      <a:pt x="7" y="90"/>
                    </a:lnTo>
                    <a:lnTo>
                      <a:pt x="5" y="90"/>
                    </a:lnTo>
                    <a:lnTo>
                      <a:pt x="5" y="93"/>
                    </a:lnTo>
                    <a:lnTo>
                      <a:pt x="5" y="93"/>
                    </a:lnTo>
                    <a:lnTo>
                      <a:pt x="5" y="93"/>
                    </a:lnTo>
                    <a:lnTo>
                      <a:pt x="5" y="93"/>
                    </a:lnTo>
                    <a:lnTo>
                      <a:pt x="5" y="93"/>
                    </a:lnTo>
                    <a:lnTo>
                      <a:pt x="5" y="95"/>
                    </a:lnTo>
                    <a:lnTo>
                      <a:pt x="5" y="95"/>
                    </a:lnTo>
                    <a:lnTo>
                      <a:pt x="5" y="95"/>
                    </a:lnTo>
                    <a:lnTo>
                      <a:pt x="5" y="97"/>
                    </a:lnTo>
                    <a:lnTo>
                      <a:pt x="5" y="97"/>
                    </a:lnTo>
                    <a:lnTo>
                      <a:pt x="5" y="97"/>
                    </a:lnTo>
                    <a:lnTo>
                      <a:pt x="2" y="97"/>
                    </a:lnTo>
                    <a:lnTo>
                      <a:pt x="2" y="97"/>
                    </a:lnTo>
                    <a:lnTo>
                      <a:pt x="2" y="97"/>
                    </a:lnTo>
                    <a:lnTo>
                      <a:pt x="2" y="95"/>
                    </a:lnTo>
                    <a:lnTo>
                      <a:pt x="0" y="95"/>
                    </a:lnTo>
                    <a:lnTo>
                      <a:pt x="0" y="95"/>
                    </a:lnTo>
                    <a:lnTo>
                      <a:pt x="0" y="93"/>
                    </a:lnTo>
                    <a:lnTo>
                      <a:pt x="0" y="93"/>
                    </a:lnTo>
                    <a:lnTo>
                      <a:pt x="0" y="93"/>
                    </a:lnTo>
                    <a:lnTo>
                      <a:pt x="0" y="90"/>
                    </a:lnTo>
                    <a:lnTo>
                      <a:pt x="2" y="90"/>
                    </a:lnTo>
                    <a:lnTo>
                      <a:pt x="2" y="90"/>
                    </a:lnTo>
                    <a:lnTo>
                      <a:pt x="2" y="90"/>
                    </a:lnTo>
                    <a:lnTo>
                      <a:pt x="2" y="88"/>
                    </a:lnTo>
                    <a:lnTo>
                      <a:pt x="2" y="88"/>
                    </a:lnTo>
                    <a:lnTo>
                      <a:pt x="5" y="88"/>
                    </a:lnTo>
                    <a:lnTo>
                      <a:pt x="5" y="86"/>
                    </a:lnTo>
                    <a:lnTo>
                      <a:pt x="5" y="86"/>
                    </a:lnTo>
                    <a:lnTo>
                      <a:pt x="5" y="86"/>
                    </a:lnTo>
                    <a:lnTo>
                      <a:pt x="5" y="86"/>
                    </a:lnTo>
                    <a:lnTo>
                      <a:pt x="7" y="86"/>
                    </a:lnTo>
                    <a:lnTo>
                      <a:pt x="7" y="83"/>
                    </a:lnTo>
                    <a:lnTo>
                      <a:pt x="7" y="83"/>
                    </a:lnTo>
                    <a:lnTo>
                      <a:pt x="7" y="81"/>
                    </a:lnTo>
                    <a:lnTo>
                      <a:pt x="7" y="81"/>
                    </a:lnTo>
                    <a:lnTo>
                      <a:pt x="7" y="81"/>
                    </a:lnTo>
                    <a:lnTo>
                      <a:pt x="7" y="81"/>
                    </a:lnTo>
                    <a:lnTo>
                      <a:pt x="7" y="79"/>
                    </a:lnTo>
                    <a:lnTo>
                      <a:pt x="7" y="79"/>
                    </a:lnTo>
                    <a:lnTo>
                      <a:pt x="7" y="76"/>
                    </a:lnTo>
                    <a:lnTo>
                      <a:pt x="7" y="76"/>
                    </a:lnTo>
                    <a:lnTo>
                      <a:pt x="7" y="76"/>
                    </a:lnTo>
                    <a:lnTo>
                      <a:pt x="9" y="76"/>
                    </a:lnTo>
                    <a:lnTo>
                      <a:pt x="9" y="74"/>
                    </a:lnTo>
                    <a:lnTo>
                      <a:pt x="9" y="74"/>
                    </a:lnTo>
                    <a:lnTo>
                      <a:pt x="9" y="74"/>
                    </a:lnTo>
                    <a:lnTo>
                      <a:pt x="12" y="74"/>
                    </a:lnTo>
                    <a:lnTo>
                      <a:pt x="12" y="71"/>
                    </a:lnTo>
                    <a:lnTo>
                      <a:pt x="12" y="71"/>
                    </a:lnTo>
                    <a:lnTo>
                      <a:pt x="12" y="71"/>
                    </a:lnTo>
                    <a:lnTo>
                      <a:pt x="12" y="71"/>
                    </a:lnTo>
                    <a:lnTo>
                      <a:pt x="12" y="71"/>
                    </a:lnTo>
                    <a:lnTo>
                      <a:pt x="12" y="69"/>
                    </a:lnTo>
                    <a:lnTo>
                      <a:pt x="14" y="69"/>
                    </a:lnTo>
                    <a:lnTo>
                      <a:pt x="14" y="69"/>
                    </a:lnTo>
                    <a:lnTo>
                      <a:pt x="14" y="69"/>
                    </a:lnTo>
                    <a:lnTo>
                      <a:pt x="14" y="67"/>
                    </a:lnTo>
                    <a:lnTo>
                      <a:pt x="14" y="67"/>
                    </a:lnTo>
                    <a:lnTo>
                      <a:pt x="14" y="67"/>
                    </a:lnTo>
                    <a:lnTo>
                      <a:pt x="16" y="67"/>
                    </a:lnTo>
                    <a:lnTo>
                      <a:pt x="16" y="64"/>
                    </a:lnTo>
                    <a:lnTo>
                      <a:pt x="16" y="64"/>
                    </a:lnTo>
                    <a:lnTo>
                      <a:pt x="16" y="64"/>
                    </a:lnTo>
                    <a:lnTo>
                      <a:pt x="19" y="64"/>
                    </a:lnTo>
                    <a:lnTo>
                      <a:pt x="19" y="64"/>
                    </a:lnTo>
                    <a:lnTo>
                      <a:pt x="19" y="64"/>
                    </a:lnTo>
                    <a:lnTo>
                      <a:pt x="19" y="64"/>
                    </a:lnTo>
                    <a:lnTo>
                      <a:pt x="19" y="62"/>
                    </a:lnTo>
                    <a:lnTo>
                      <a:pt x="19" y="62"/>
                    </a:lnTo>
                    <a:lnTo>
                      <a:pt x="19" y="62"/>
                    </a:lnTo>
                    <a:lnTo>
                      <a:pt x="21" y="62"/>
                    </a:lnTo>
                    <a:lnTo>
                      <a:pt x="21" y="62"/>
                    </a:lnTo>
                    <a:lnTo>
                      <a:pt x="21" y="62"/>
                    </a:lnTo>
                    <a:lnTo>
                      <a:pt x="21" y="60"/>
                    </a:lnTo>
                    <a:lnTo>
                      <a:pt x="21" y="60"/>
                    </a:lnTo>
                    <a:lnTo>
                      <a:pt x="21" y="60"/>
                    </a:lnTo>
                    <a:lnTo>
                      <a:pt x="24" y="60"/>
                    </a:lnTo>
                    <a:lnTo>
                      <a:pt x="24" y="60"/>
                    </a:lnTo>
                    <a:lnTo>
                      <a:pt x="26" y="60"/>
                    </a:lnTo>
                    <a:lnTo>
                      <a:pt x="26" y="60"/>
                    </a:lnTo>
                    <a:lnTo>
                      <a:pt x="26" y="57"/>
                    </a:lnTo>
                    <a:lnTo>
                      <a:pt x="26" y="57"/>
                    </a:lnTo>
                    <a:lnTo>
                      <a:pt x="26" y="57"/>
                    </a:lnTo>
                    <a:lnTo>
                      <a:pt x="28" y="57"/>
                    </a:lnTo>
                    <a:lnTo>
                      <a:pt x="28" y="55"/>
                    </a:lnTo>
                    <a:lnTo>
                      <a:pt x="28" y="55"/>
                    </a:lnTo>
                    <a:lnTo>
                      <a:pt x="28" y="55"/>
                    </a:lnTo>
                    <a:lnTo>
                      <a:pt x="28" y="52"/>
                    </a:lnTo>
                    <a:lnTo>
                      <a:pt x="28" y="52"/>
                    </a:lnTo>
                    <a:lnTo>
                      <a:pt x="28" y="52"/>
                    </a:lnTo>
                    <a:lnTo>
                      <a:pt x="31" y="52"/>
                    </a:lnTo>
                    <a:lnTo>
                      <a:pt x="31" y="52"/>
                    </a:lnTo>
                    <a:lnTo>
                      <a:pt x="31" y="50"/>
                    </a:lnTo>
                    <a:lnTo>
                      <a:pt x="31" y="50"/>
                    </a:lnTo>
                    <a:lnTo>
                      <a:pt x="33" y="50"/>
                    </a:lnTo>
                    <a:lnTo>
                      <a:pt x="33" y="50"/>
                    </a:lnTo>
                    <a:lnTo>
                      <a:pt x="33" y="50"/>
                    </a:lnTo>
                    <a:lnTo>
                      <a:pt x="33" y="48"/>
                    </a:lnTo>
                    <a:lnTo>
                      <a:pt x="33" y="48"/>
                    </a:lnTo>
                    <a:lnTo>
                      <a:pt x="33" y="48"/>
                    </a:lnTo>
                    <a:lnTo>
                      <a:pt x="35" y="48"/>
                    </a:lnTo>
                    <a:lnTo>
                      <a:pt x="35" y="45"/>
                    </a:lnTo>
                    <a:lnTo>
                      <a:pt x="35" y="45"/>
                    </a:lnTo>
                    <a:lnTo>
                      <a:pt x="35" y="45"/>
                    </a:lnTo>
                    <a:lnTo>
                      <a:pt x="38" y="45"/>
                    </a:lnTo>
                    <a:lnTo>
                      <a:pt x="38" y="43"/>
                    </a:lnTo>
                    <a:lnTo>
                      <a:pt x="38" y="43"/>
                    </a:lnTo>
                    <a:lnTo>
                      <a:pt x="38" y="43"/>
                    </a:lnTo>
                    <a:lnTo>
                      <a:pt x="38" y="43"/>
                    </a:lnTo>
                    <a:lnTo>
                      <a:pt x="38" y="41"/>
                    </a:lnTo>
                    <a:lnTo>
                      <a:pt x="38" y="41"/>
                    </a:lnTo>
                    <a:lnTo>
                      <a:pt x="40" y="41"/>
                    </a:lnTo>
                    <a:lnTo>
                      <a:pt x="40" y="41"/>
                    </a:lnTo>
                    <a:lnTo>
                      <a:pt x="40" y="38"/>
                    </a:lnTo>
                    <a:lnTo>
                      <a:pt x="40" y="38"/>
                    </a:lnTo>
                    <a:lnTo>
                      <a:pt x="40" y="38"/>
                    </a:lnTo>
                    <a:lnTo>
                      <a:pt x="40" y="38"/>
                    </a:lnTo>
                    <a:lnTo>
                      <a:pt x="40" y="36"/>
                    </a:lnTo>
                    <a:lnTo>
                      <a:pt x="43" y="36"/>
                    </a:lnTo>
                    <a:lnTo>
                      <a:pt x="43" y="36"/>
                    </a:lnTo>
                    <a:lnTo>
                      <a:pt x="43" y="36"/>
                    </a:lnTo>
                    <a:lnTo>
                      <a:pt x="43" y="36"/>
                    </a:lnTo>
                    <a:lnTo>
                      <a:pt x="45" y="36"/>
                    </a:lnTo>
                    <a:lnTo>
                      <a:pt x="45" y="36"/>
                    </a:lnTo>
                    <a:lnTo>
                      <a:pt x="45" y="33"/>
                    </a:lnTo>
                    <a:lnTo>
                      <a:pt x="45" y="33"/>
                    </a:lnTo>
                    <a:lnTo>
                      <a:pt x="45" y="33"/>
                    </a:lnTo>
                    <a:lnTo>
                      <a:pt x="45" y="33"/>
                    </a:lnTo>
                    <a:lnTo>
                      <a:pt x="45" y="31"/>
                    </a:lnTo>
                    <a:lnTo>
                      <a:pt x="45" y="31"/>
                    </a:lnTo>
                    <a:lnTo>
                      <a:pt x="45" y="29"/>
                    </a:lnTo>
                    <a:lnTo>
                      <a:pt x="45" y="29"/>
                    </a:lnTo>
                    <a:lnTo>
                      <a:pt x="47" y="29"/>
                    </a:lnTo>
                    <a:lnTo>
                      <a:pt x="47" y="29"/>
                    </a:lnTo>
                    <a:lnTo>
                      <a:pt x="47" y="29"/>
                    </a:lnTo>
                    <a:lnTo>
                      <a:pt x="47" y="26"/>
                    </a:lnTo>
                    <a:lnTo>
                      <a:pt x="47" y="26"/>
                    </a:lnTo>
                    <a:lnTo>
                      <a:pt x="47" y="26"/>
                    </a:lnTo>
                    <a:lnTo>
                      <a:pt x="50" y="26"/>
                    </a:lnTo>
                    <a:lnTo>
                      <a:pt x="50" y="26"/>
                    </a:lnTo>
                    <a:lnTo>
                      <a:pt x="50" y="26"/>
                    </a:lnTo>
                    <a:lnTo>
                      <a:pt x="52" y="26"/>
                    </a:lnTo>
                    <a:lnTo>
                      <a:pt x="52" y="26"/>
                    </a:lnTo>
                    <a:lnTo>
                      <a:pt x="52" y="26"/>
                    </a:lnTo>
                    <a:lnTo>
                      <a:pt x="52" y="24"/>
                    </a:lnTo>
                    <a:lnTo>
                      <a:pt x="52" y="24"/>
                    </a:lnTo>
                    <a:lnTo>
                      <a:pt x="52" y="22"/>
                    </a:lnTo>
                    <a:lnTo>
                      <a:pt x="52" y="22"/>
                    </a:lnTo>
                    <a:lnTo>
                      <a:pt x="52" y="22"/>
                    </a:lnTo>
                    <a:lnTo>
                      <a:pt x="52" y="22"/>
                    </a:lnTo>
                    <a:lnTo>
                      <a:pt x="50" y="22"/>
                    </a:lnTo>
                    <a:lnTo>
                      <a:pt x="50" y="22"/>
                    </a:lnTo>
                    <a:lnTo>
                      <a:pt x="50" y="19"/>
                    </a:lnTo>
                    <a:lnTo>
                      <a:pt x="50" y="19"/>
                    </a:lnTo>
                    <a:lnTo>
                      <a:pt x="50" y="19"/>
                    </a:lnTo>
                    <a:lnTo>
                      <a:pt x="50" y="17"/>
                    </a:lnTo>
                    <a:lnTo>
                      <a:pt x="52" y="17"/>
                    </a:lnTo>
                    <a:lnTo>
                      <a:pt x="52" y="17"/>
                    </a:lnTo>
                    <a:lnTo>
                      <a:pt x="52" y="15"/>
                    </a:lnTo>
                    <a:lnTo>
                      <a:pt x="52" y="15"/>
                    </a:lnTo>
                    <a:lnTo>
                      <a:pt x="52" y="15"/>
                    </a:lnTo>
                    <a:lnTo>
                      <a:pt x="52" y="15"/>
                    </a:lnTo>
                    <a:lnTo>
                      <a:pt x="50" y="15"/>
                    </a:lnTo>
                    <a:lnTo>
                      <a:pt x="50" y="12"/>
                    </a:lnTo>
                    <a:lnTo>
                      <a:pt x="50" y="12"/>
                    </a:lnTo>
                    <a:lnTo>
                      <a:pt x="52" y="12"/>
                    </a:lnTo>
                    <a:lnTo>
                      <a:pt x="52" y="12"/>
                    </a:lnTo>
                    <a:lnTo>
                      <a:pt x="52" y="10"/>
                    </a:lnTo>
                    <a:lnTo>
                      <a:pt x="52" y="10"/>
                    </a:lnTo>
                    <a:lnTo>
                      <a:pt x="52" y="10"/>
                    </a:lnTo>
                    <a:lnTo>
                      <a:pt x="52" y="10"/>
                    </a:lnTo>
                    <a:lnTo>
                      <a:pt x="54" y="10"/>
                    </a:lnTo>
                    <a:lnTo>
                      <a:pt x="54" y="7"/>
                    </a:lnTo>
                    <a:lnTo>
                      <a:pt x="54" y="7"/>
                    </a:lnTo>
                    <a:lnTo>
                      <a:pt x="54" y="7"/>
                    </a:lnTo>
                    <a:lnTo>
                      <a:pt x="54" y="7"/>
                    </a:lnTo>
                    <a:lnTo>
                      <a:pt x="54" y="5"/>
                    </a:lnTo>
                    <a:lnTo>
                      <a:pt x="54" y="5"/>
                    </a:lnTo>
                    <a:lnTo>
                      <a:pt x="57" y="5"/>
                    </a:lnTo>
                    <a:lnTo>
                      <a:pt x="57" y="5"/>
                    </a:lnTo>
                    <a:lnTo>
                      <a:pt x="57" y="5"/>
                    </a:lnTo>
                    <a:lnTo>
                      <a:pt x="57" y="7"/>
                    </a:lnTo>
                    <a:lnTo>
                      <a:pt x="59" y="7"/>
                    </a:lnTo>
                    <a:lnTo>
                      <a:pt x="59" y="7"/>
                    </a:lnTo>
                    <a:lnTo>
                      <a:pt x="59" y="10"/>
                    </a:lnTo>
                    <a:lnTo>
                      <a:pt x="59" y="10"/>
                    </a:lnTo>
                    <a:lnTo>
                      <a:pt x="59" y="7"/>
                    </a:lnTo>
                    <a:lnTo>
                      <a:pt x="59" y="7"/>
                    </a:lnTo>
                    <a:lnTo>
                      <a:pt x="59" y="7"/>
                    </a:lnTo>
                    <a:lnTo>
                      <a:pt x="59" y="7"/>
                    </a:lnTo>
                    <a:lnTo>
                      <a:pt x="59" y="5"/>
                    </a:lnTo>
                    <a:lnTo>
                      <a:pt x="59" y="5"/>
                    </a:lnTo>
                    <a:lnTo>
                      <a:pt x="59" y="5"/>
                    </a:lnTo>
                    <a:lnTo>
                      <a:pt x="59" y="3"/>
                    </a:lnTo>
                    <a:lnTo>
                      <a:pt x="59" y="3"/>
                    </a:lnTo>
                    <a:lnTo>
                      <a:pt x="59" y="3"/>
                    </a:lnTo>
                    <a:lnTo>
                      <a:pt x="59" y="3"/>
                    </a:lnTo>
                    <a:lnTo>
                      <a:pt x="61" y="3"/>
                    </a:lnTo>
                    <a:lnTo>
                      <a:pt x="61" y="3"/>
                    </a:lnTo>
                    <a:lnTo>
                      <a:pt x="61" y="3"/>
                    </a:lnTo>
                    <a:lnTo>
                      <a:pt x="61" y="3"/>
                    </a:lnTo>
                    <a:lnTo>
                      <a:pt x="61" y="3"/>
                    </a:lnTo>
                    <a:lnTo>
                      <a:pt x="61" y="3"/>
                    </a:lnTo>
                    <a:lnTo>
                      <a:pt x="64" y="3"/>
                    </a:lnTo>
                    <a:lnTo>
                      <a:pt x="64" y="0"/>
                    </a:lnTo>
                    <a:lnTo>
                      <a:pt x="64" y="0"/>
                    </a:lnTo>
                    <a:lnTo>
                      <a:pt x="64" y="3"/>
                    </a:lnTo>
                    <a:lnTo>
                      <a:pt x="64" y="3"/>
                    </a:lnTo>
                    <a:lnTo>
                      <a:pt x="66"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3" name="Freeform 81"/>
              <p:cNvSpPr>
                <a:spLocks/>
              </p:cNvSpPr>
              <p:nvPr/>
            </p:nvSpPr>
            <p:spPr bwMode="auto">
              <a:xfrm>
                <a:off x="3458" y="2469"/>
                <a:ext cx="36" cy="57"/>
              </a:xfrm>
              <a:custGeom>
                <a:avLst/>
                <a:gdLst/>
                <a:ahLst/>
                <a:cxnLst>
                  <a:cxn ang="0">
                    <a:pos x="17" y="5"/>
                  </a:cxn>
                  <a:cxn ang="0">
                    <a:pos x="22" y="7"/>
                  </a:cxn>
                  <a:cxn ang="0">
                    <a:pos x="26" y="7"/>
                  </a:cxn>
                  <a:cxn ang="0">
                    <a:pos x="26" y="9"/>
                  </a:cxn>
                  <a:cxn ang="0">
                    <a:pos x="26" y="12"/>
                  </a:cxn>
                  <a:cxn ang="0">
                    <a:pos x="24" y="16"/>
                  </a:cxn>
                  <a:cxn ang="0">
                    <a:pos x="24" y="21"/>
                  </a:cxn>
                  <a:cxn ang="0">
                    <a:pos x="22" y="23"/>
                  </a:cxn>
                  <a:cxn ang="0">
                    <a:pos x="22" y="28"/>
                  </a:cxn>
                  <a:cxn ang="0">
                    <a:pos x="19" y="31"/>
                  </a:cxn>
                  <a:cxn ang="0">
                    <a:pos x="17" y="35"/>
                  </a:cxn>
                  <a:cxn ang="0">
                    <a:pos x="17" y="40"/>
                  </a:cxn>
                  <a:cxn ang="0">
                    <a:pos x="17" y="42"/>
                  </a:cxn>
                  <a:cxn ang="0">
                    <a:pos x="19" y="47"/>
                  </a:cxn>
                  <a:cxn ang="0">
                    <a:pos x="19" y="42"/>
                  </a:cxn>
                  <a:cxn ang="0">
                    <a:pos x="22" y="38"/>
                  </a:cxn>
                  <a:cxn ang="0">
                    <a:pos x="22" y="33"/>
                  </a:cxn>
                  <a:cxn ang="0">
                    <a:pos x="22" y="28"/>
                  </a:cxn>
                  <a:cxn ang="0">
                    <a:pos x="24" y="26"/>
                  </a:cxn>
                  <a:cxn ang="0">
                    <a:pos x="26" y="23"/>
                  </a:cxn>
                  <a:cxn ang="0">
                    <a:pos x="29" y="19"/>
                  </a:cxn>
                  <a:cxn ang="0">
                    <a:pos x="29" y="14"/>
                  </a:cxn>
                  <a:cxn ang="0">
                    <a:pos x="31" y="12"/>
                  </a:cxn>
                  <a:cxn ang="0">
                    <a:pos x="33" y="9"/>
                  </a:cxn>
                  <a:cxn ang="0">
                    <a:pos x="33" y="5"/>
                  </a:cxn>
                  <a:cxn ang="0">
                    <a:pos x="33" y="2"/>
                  </a:cxn>
                  <a:cxn ang="0">
                    <a:pos x="33" y="0"/>
                  </a:cxn>
                  <a:cxn ang="0">
                    <a:pos x="36" y="2"/>
                  </a:cxn>
                  <a:cxn ang="0">
                    <a:pos x="36" y="5"/>
                  </a:cxn>
                  <a:cxn ang="0">
                    <a:pos x="36" y="9"/>
                  </a:cxn>
                  <a:cxn ang="0">
                    <a:pos x="36" y="14"/>
                  </a:cxn>
                  <a:cxn ang="0">
                    <a:pos x="36" y="19"/>
                  </a:cxn>
                  <a:cxn ang="0">
                    <a:pos x="36" y="23"/>
                  </a:cxn>
                  <a:cxn ang="0">
                    <a:pos x="36" y="26"/>
                  </a:cxn>
                  <a:cxn ang="0">
                    <a:pos x="33" y="26"/>
                  </a:cxn>
                  <a:cxn ang="0">
                    <a:pos x="31" y="28"/>
                  </a:cxn>
                  <a:cxn ang="0">
                    <a:pos x="29" y="31"/>
                  </a:cxn>
                  <a:cxn ang="0">
                    <a:pos x="26" y="33"/>
                  </a:cxn>
                  <a:cxn ang="0">
                    <a:pos x="26" y="38"/>
                  </a:cxn>
                  <a:cxn ang="0">
                    <a:pos x="24" y="42"/>
                  </a:cxn>
                  <a:cxn ang="0">
                    <a:pos x="22" y="45"/>
                  </a:cxn>
                  <a:cxn ang="0">
                    <a:pos x="22" y="47"/>
                  </a:cxn>
                  <a:cxn ang="0">
                    <a:pos x="19" y="52"/>
                  </a:cxn>
                  <a:cxn ang="0">
                    <a:pos x="19" y="57"/>
                  </a:cxn>
                  <a:cxn ang="0">
                    <a:pos x="17" y="57"/>
                  </a:cxn>
                  <a:cxn ang="0">
                    <a:pos x="14" y="57"/>
                  </a:cxn>
                  <a:cxn ang="0">
                    <a:pos x="10" y="54"/>
                  </a:cxn>
                  <a:cxn ang="0">
                    <a:pos x="10" y="50"/>
                  </a:cxn>
                  <a:cxn ang="0">
                    <a:pos x="7" y="47"/>
                  </a:cxn>
                  <a:cxn ang="0">
                    <a:pos x="3" y="47"/>
                  </a:cxn>
                  <a:cxn ang="0">
                    <a:pos x="3" y="42"/>
                  </a:cxn>
                  <a:cxn ang="0">
                    <a:pos x="0" y="40"/>
                  </a:cxn>
                  <a:cxn ang="0">
                    <a:pos x="0" y="35"/>
                  </a:cxn>
                  <a:cxn ang="0">
                    <a:pos x="3" y="33"/>
                  </a:cxn>
                  <a:cxn ang="0">
                    <a:pos x="7" y="33"/>
                  </a:cxn>
                  <a:cxn ang="0">
                    <a:pos x="10" y="31"/>
                  </a:cxn>
                  <a:cxn ang="0">
                    <a:pos x="10" y="26"/>
                  </a:cxn>
                  <a:cxn ang="0">
                    <a:pos x="10" y="21"/>
                  </a:cxn>
                  <a:cxn ang="0">
                    <a:pos x="10" y="16"/>
                  </a:cxn>
                  <a:cxn ang="0">
                    <a:pos x="12" y="14"/>
                  </a:cxn>
                  <a:cxn ang="0">
                    <a:pos x="12" y="12"/>
                  </a:cxn>
                  <a:cxn ang="0">
                    <a:pos x="14" y="7"/>
                  </a:cxn>
                  <a:cxn ang="0">
                    <a:pos x="17" y="7"/>
                  </a:cxn>
                </a:cxnLst>
                <a:rect l="0" t="0" r="r" b="b"/>
                <a:pathLst>
                  <a:path w="36" h="57">
                    <a:moveTo>
                      <a:pt x="17" y="5"/>
                    </a:moveTo>
                    <a:lnTo>
                      <a:pt x="17" y="5"/>
                    </a:lnTo>
                    <a:lnTo>
                      <a:pt x="19" y="5"/>
                    </a:lnTo>
                    <a:lnTo>
                      <a:pt x="19" y="5"/>
                    </a:lnTo>
                    <a:lnTo>
                      <a:pt x="17" y="5"/>
                    </a:lnTo>
                    <a:lnTo>
                      <a:pt x="17" y="7"/>
                    </a:lnTo>
                    <a:lnTo>
                      <a:pt x="19" y="7"/>
                    </a:lnTo>
                    <a:lnTo>
                      <a:pt x="19" y="7"/>
                    </a:lnTo>
                    <a:lnTo>
                      <a:pt x="22" y="7"/>
                    </a:lnTo>
                    <a:lnTo>
                      <a:pt x="22" y="7"/>
                    </a:lnTo>
                    <a:lnTo>
                      <a:pt x="22" y="7"/>
                    </a:lnTo>
                    <a:lnTo>
                      <a:pt x="22" y="7"/>
                    </a:lnTo>
                    <a:lnTo>
                      <a:pt x="24" y="7"/>
                    </a:lnTo>
                    <a:lnTo>
                      <a:pt x="24" y="7"/>
                    </a:lnTo>
                    <a:lnTo>
                      <a:pt x="26" y="7"/>
                    </a:lnTo>
                    <a:lnTo>
                      <a:pt x="26" y="7"/>
                    </a:lnTo>
                    <a:lnTo>
                      <a:pt x="26" y="7"/>
                    </a:lnTo>
                    <a:lnTo>
                      <a:pt x="26" y="7"/>
                    </a:lnTo>
                    <a:lnTo>
                      <a:pt x="26" y="9"/>
                    </a:lnTo>
                    <a:lnTo>
                      <a:pt x="26" y="9"/>
                    </a:lnTo>
                    <a:lnTo>
                      <a:pt x="26" y="9"/>
                    </a:lnTo>
                    <a:lnTo>
                      <a:pt x="26" y="9"/>
                    </a:lnTo>
                    <a:lnTo>
                      <a:pt x="26" y="12"/>
                    </a:lnTo>
                    <a:lnTo>
                      <a:pt x="26" y="12"/>
                    </a:lnTo>
                    <a:lnTo>
                      <a:pt x="26" y="12"/>
                    </a:lnTo>
                    <a:lnTo>
                      <a:pt x="26" y="12"/>
                    </a:lnTo>
                    <a:lnTo>
                      <a:pt x="26" y="14"/>
                    </a:lnTo>
                    <a:lnTo>
                      <a:pt x="26" y="14"/>
                    </a:lnTo>
                    <a:lnTo>
                      <a:pt x="26" y="16"/>
                    </a:lnTo>
                    <a:lnTo>
                      <a:pt x="24" y="16"/>
                    </a:lnTo>
                    <a:lnTo>
                      <a:pt x="24" y="16"/>
                    </a:lnTo>
                    <a:lnTo>
                      <a:pt x="24" y="19"/>
                    </a:lnTo>
                    <a:lnTo>
                      <a:pt x="24" y="19"/>
                    </a:lnTo>
                    <a:lnTo>
                      <a:pt x="24" y="19"/>
                    </a:lnTo>
                    <a:lnTo>
                      <a:pt x="24" y="21"/>
                    </a:lnTo>
                    <a:lnTo>
                      <a:pt x="24" y="21"/>
                    </a:lnTo>
                    <a:lnTo>
                      <a:pt x="22" y="21"/>
                    </a:lnTo>
                    <a:lnTo>
                      <a:pt x="22" y="21"/>
                    </a:lnTo>
                    <a:lnTo>
                      <a:pt x="22" y="23"/>
                    </a:lnTo>
                    <a:lnTo>
                      <a:pt x="22" y="23"/>
                    </a:lnTo>
                    <a:lnTo>
                      <a:pt x="22" y="23"/>
                    </a:lnTo>
                    <a:lnTo>
                      <a:pt x="22" y="26"/>
                    </a:lnTo>
                    <a:lnTo>
                      <a:pt x="22" y="26"/>
                    </a:lnTo>
                    <a:lnTo>
                      <a:pt x="22" y="26"/>
                    </a:lnTo>
                    <a:lnTo>
                      <a:pt x="22" y="28"/>
                    </a:lnTo>
                    <a:lnTo>
                      <a:pt x="19" y="28"/>
                    </a:lnTo>
                    <a:lnTo>
                      <a:pt x="19" y="28"/>
                    </a:lnTo>
                    <a:lnTo>
                      <a:pt x="19" y="31"/>
                    </a:lnTo>
                    <a:lnTo>
                      <a:pt x="19" y="31"/>
                    </a:lnTo>
                    <a:lnTo>
                      <a:pt x="19" y="31"/>
                    </a:lnTo>
                    <a:lnTo>
                      <a:pt x="19" y="33"/>
                    </a:lnTo>
                    <a:lnTo>
                      <a:pt x="19" y="33"/>
                    </a:lnTo>
                    <a:lnTo>
                      <a:pt x="17" y="33"/>
                    </a:lnTo>
                    <a:lnTo>
                      <a:pt x="17" y="33"/>
                    </a:lnTo>
                    <a:lnTo>
                      <a:pt x="17" y="35"/>
                    </a:lnTo>
                    <a:lnTo>
                      <a:pt x="17" y="35"/>
                    </a:lnTo>
                    <a:lnTo>
                      <a:pt x="17" y="35"/>
                    </a:lnTo>
                    <a:lnTo>
                      <a:pt x="17" y="38"/>
                    </a:lnTo>
                    <a:lnTo>
                      <a:pt x="17" y="38"/>
                    </a:lnTo>
                    <a:lnTo>
                      <a:pt x="17" y="40"/>
                    </a:lnTo>
                    <a:lnTo>
                      <a:pt x="17" y="40"/>
                    </a:lnTo>
                    <a:lnTo>
                      <a:pt x="17" y="42"/>
                    </a:lnTo>
                    <a:lnTo>
                      <a:pt x="17" y="42"/>
                    </a:lnTo>
                    <a:lnTo>
                      <a:pt x="17" y="42"/>
                    </a:lnTo>
                    <a:lnTo>
                      <a:pt x="17" y="42"/>
                    </a:lnTo>
                    <a:lnTo>
                      <a:pt x="17" y="45"/>
                    </a:lnTo>
                    <a:lnTo>
                      <a:pt x="19" y="45"/>
                    </a:lnTo>
                    <a:lnTo>
                      <a:pt x="19" y="45"/>
                    </a:lnTo>
                    <a:lnTo>
                      <a:pt x="19" y="47"/>
                    </a:lnTo>
                    <a:lnTo>
                      <a:pt x="19" y="47"/>
                    </a:lnTo>
                    <a:lnTo>
                      <a:pt x="19" y="45"/>
                    </a:lnTo>
                    <a:lnTo>
                      <a:pt x="19" y="45"/>
                    </a:lnTo>
                    <a:lnTo>
                      <a:pt x="19" y="42"/>
                    </a:lnTo>
                    <a:lnTo>
                      <a:pt x="19" y="42"/>
                    </a:lnTo>
                    <a:lnTo>
                      <a:pt x="19" y="42"/>
                    </a:lnTo>
                    <a:lnTo>
                      <a:pt x="19" y="40"/>
                    </a:lnTo>
                    <a:lnTo>
                      <a:pt x="19" y="40"/>
                    </a:lnTo>
                    <a:lnTo>
                      <a:pt x="22" y="40"/>
                    </a:lnTo>
                    <a:lnTo>
                      <a:pt x="22" y="38"/>
                    </a:lnTo>
                    <a:lnTo>
                      <a:pt x="22" y="38"/>
                    </a:lnTo>
                    <a:lnTo>
                      <a:pt x="22" y="35"/>
                    </a:lnTo>
                    <a:lnTo>
                      <a:pt x="22" y="35"/>
                    </a:lnTo>
                    <a:lnTo>
                      <a:pt x="22" y="33"/>
                    </a:lnTo>
                    <a:lnTo>
                      <a:pt x="22" y="33"/>
                    </a:lnTo>
                    <a:lnTo>
                      <a:pt x="22" y="33"/>
                    </a:lnTo>
                    <a:lnTo>
                      <a:pt x="22" y="33"/>
                    </a:lnTo>
                    <a:lnTo>
                      <a:pt x="22" y="31"/>
                    </a:lnTo>
                    <a:lnTo>
                      <a:pt x="22" y="31"/>
                    </a:lnTo>
                    <a:lnTo>
                      <a:pt x="22" y="31"/>
                    </a:lnTo>
                    <a:lnTo>
                      <a:pt x="22" y="28"/>
                    </a:lnTo>
                    <a:lnTo>
                      <a:pt x="24" y="28"/>
                    </a:lnTo>
                    <a:lnTo>
                      <a:pt x="24" y="28"/>
                    </a:lnTo>
                    <a:lnTo>
                      <a:pt x="24" y="28"/>
                    </a:lnTo>
                    <a:lnTo>
                      <a:pt x="24" y="26"/>
                    </a:lnTo>
                    <a:lnTo>
                      <a:pt x="24" y="26"/>
                    </a:lnTo>
                    <a:lnTo>
                      <a:pt x="26" y="26"/>
                    </a:lnTo>
                    <a:lnTo>
                      <a:pt x="26" y="23"/>
                    </a:lnTo>
                    <a:lnTo>
                      <a:pt x="26" y="23"/>
                    </a:lnTo>
                    <a:lnTo>
                      <a:pt x="26" y="23"/>
                    </a:lnTo>
                    <a:lnTo>
                      <a:pt x="26" y="23"/>
                    </a:lnTo>
                    <a:lnTo>
                      <a:pt x="26" y="23"/>
                    </a:lnTo>
                    <a:lnTo>
                      <a:pt x="26" y="21"/>
                    </a:lnTo>
                    <a:lnTo>
                      <a:pt x="26" y="21"/>
                    </a:lnTo>
                    <a:lnTo>
                      <a:pt x="29" y="21"/>
                    </a:lnTo>
                    <a:lnTo>
                      <a:pt x="29" y="19"/>
                    </a:lnTo>
                    <a:lnTo>
                      <a:pt x="29" y="19"/>
                    </a:lnTo>
                    <a:lnTo>
                      <a:pt x="29" y="16"/>
                    </a:lnTo>
                    <a:lnTo>
                      <a:pt x="29" y="16"/>
                    </a:lnTo>
                    <a:lnTo>
                      <a:pt x="29" y="16"/>
                    </a:lnTo>
                    <a:lnTo>
                      <a:pt x="29" y="14"/>
                    </a:lnTo>
                    <a:lnTo>
                      <a:pt x="29" y="14"/>
                    </a:lnTo>
                    <a:lnTo>
                      <a:pt x="29" y="14"/>
                    </a:lnTo>
                    <a:lnTo>
                      <a:pt x="31" y="14"/>
                    </a:lnTo>
                    <a:lnTo>
                      <a:pt x="31" y="12"/>
                    </a:lnTo>
                    <a:lnTo>
                      <a:pt x="31" y="12"/>
                    </a:lnTo>
                    <a:lnTo>
                      <a:pt x="31" y="12"/>
                    </a:lnTo>
                    <a:lnTo>
                      <a:pt x="31" y="12"/>
                    </a:lnTo>
                    <a:lnTo>
                      <a:pt x="31" y="9"/>
                    </a:lnTo>
                    <a:lnTo>
                      <a:pt x="33" y="9"/>
                    </a:lnTo>
                    <a:lnTo>
                      <a:pt x="33" y="9"/>
                    </a:lnTo>
                    <a:lnTo>
                      <a:pt x="33" y="7"/>
                    </a:lnTo>
                    <a:lnTo>
                      <a:pt x="33" y="7"/>
                    </a:lnTo>
                    <a:lnTo>
                      <a:pt x="33" y="7"/>
                    </a:lnTo>
                    <a:lnTo>
                      <a:pt x="33" y="7"/>
                    </a:lnTo>
                    <a:lnTo>
                      <a:pt x="33" y="5"/>
                    </a:lnTo>
                    <a:lnTo>
                      <a:pt x="33" y="5"/>
                    </a:lnTo>
                    <a:lnTo>
                      <a:pt x="33" y="5"/>
                    </a:lnTo>
                    <a:lnTo>
                      <a:pt x="33" y="2"/>
                    </a:lnTo>
                    <a:lnTo>
                      <a:pt x="33" y="2"/>
                    </a:lnTo>
                    <a:lnTo>
                      <a:pt x="33" y="2"/>
                    </a:lnTo>
                    <a:lnTo>
                      <a:pt x="33" y="2"/>
                    </a:lnTo>
                    <a:lnTo>
                      <a:pt x="33" y="2"/>
                    </a:lnTo>
                    <a:lnTo>
                      <a:pt x="33" y="2"/>
                    </a:lnTo>
                    <a:lnTo>
                      <a:pt x="33" y="0"/>
                    </a:lnTo>
                    <a:lnTo>
                      <a:pt x="33" y="0"/>
                    </a:lnTo>
                    <a:lnTo>
                      <a:pt x="36" y="0"/>
                    </a:lnTo>
                    <a:lnTo>
                      <a:pt x="36" y="0"/>
                    </a:lnTo>
                    <a:lnTo>
                      <a:pt x="36" y="0"/>
                    </a:lnTo>
                    <a:lnTo>
                      <a:pt x="36" y="0"/>
                    </a:lnTo>
                    <a:lnTo>
                      <a:pt x="36" y="2"/>
                    </a:lnTo>
                    <a:lnTo>
                      <a:pt x="36" y="2"/>
                    </a:lnTo>
                    <a:lnTo>
                      <a:pt x="36" y="2"/>
                    </a:lnTo>
                    <a:lnTo>
                      <a:pt x="36" y="2"/>
                    </a:lnTo>
                    <a:lnTo>
                      <a:pt x="36" y="5"/>
                    </a:lnTo>
                    <a:lnTo>
                      <a:pt x="36" y="5"/>
                    </a:lnTo>
                    <a:lnTo>
                      <a:pt x="36" y="5"/>
                    </a:lnTo>
                    <a:lnTo>
                      <a:pt x="36" y="7"/>
                    </a:lnTo>
                    <a:lnTo>
                      <a:pt x="36" y="7"/>
                    </a:lnTo>
                    <a:lnTo>
                      <a:pt x="36" y="9"/>
                    </a:lnTo>
                    <a:lnTo>
                      <a:pt x="36" y="9"/>
                    </a:lnTo>
                    <a:lnTo>
                      <a:pt x="36" y="12"/>
                    </a:lnTo>
                    <a:lnTo>
                      <a:pt x="36" y="12"/>
                    </a:lnTo>
                    <a:lnTo>
                      <a:pt x="36" y="12"/>
                    </a:lnTo>
                    <a:lnTo>
                      <a:pt x="36" y="12"/>
                    </a:lnTo>
                    <a:lnTo>
                      <a:pt x="36" y="14"/>
                    </a:lnTo>
                    <a:lnTo>
                      <a:pt x="36" y="14"/>
                    </a:lnTo>
                    <a:lnTo>
                      <a:pt x="36" y="16"/>
                    </a:lnTo>
                    <a:lnTo>
                      <a:pt x="36" y="16"/>
                    </a:lnTo>
                    <a:lnTo>
                      <a:pt x="36" y="19"/>
                    </a:lnTo>
                    <a:lnTo>
                      <a:pt x="36" y="19"/>
                    </a:lnTo>
                    <a:lnTo>
                      <a:pt x="36" y="21"/>
                    </a:lnTo>
                    <a:lnTo>
                      <a:pt x="36" y="21"/>
                    </a:lnTo>
                    <a:lnTo>
                      <a:pt x="36" y="23"/>
                    </a:lnTo>
                    <a:lnTo>
                      <a:pt x="36" y="23"/>
                    </a:lnTo>
                    <a:lnTo>
                      <a:pt x="36" y="23"/>
                    </a:lnTo>
                    <a:lnTo>
                      <a:pt x="36" y="23"/>
                    </a:lnTo>
                    <a:lnTo>
                      <a:pt x="36" y="26"/>
                    </a:lnTo>
                    <a:lnTo>
                      <a:pt x="36" y="26"/>
                    </a:lnTo>
                    <a:lnTo>
                      <a:pt x="36" y="26"/>
                    </a:lnTo>
                    <a:lnTo>
                      <a:pt x="36" y="26"/>
                    </a:lnTo>
                    <a:lnTo>
                      <a:pt x="36" y="26"/>
                    </a:lnTo>
                    <a:lnTo>
                      <a:pt x="33" y="26"/>
                    </a:lnTo>
                    <a:lnTo>
                      <a:pt x="33" y="26"/>
                    </a:lnTo>
                    <a:lnTo>
                      <a:pt x="33" y="26"/>
                    </a:lnTo>
                    <a:lnTo>
                      <a:pt x="33" y="26"/>
                    </a:lnTo>
                    <a:lnTo>
                      <a:pt x="33" y="26"/>
                    </a:lnTo>
                    <a:lnTo>
                      <a:pt x="33" y="26"/>
                    </a:lnTo>
                    <a:lnTo>
                      <a:pt x="31" y="26"/>
                    </a:lnTo>
                    <a:lnTo>
                      <a:pt x="31" y="26"/>
                    </a:lnTo>
                    <a:lnTo>
                      <a:pt x="31" y="28"/>
                    </a:lnTo>
                    <a:lnTo>
                      <a:pt x="29" y="28"/>
                    </a:lnTo>
                    <a:lnTo>
                      <a:pt x="29" y="28"/>
                    </a:lnTo>
                    <a:lnTo>
                      <a:pt x="29" y="28"/>
                    </a:lnTo>
                    <a:lnTo>
                      <a:pt x="29" y="31"/>
                    </a:lnTo>
                    <a:lnTo>
                      <a:pt x="29" y="31"/>
                    </a:lnTo>
                    <a:lnTo>
                      <a:pt x="29" y="31"/>
                    </a:lnTo>
                    <a:lnTo>
                      <a:pt x="29" y="33"/>
                    </a:lnTo>
                    <a:lnTo>
                      <a:pt x="29" y="33"/>
                    </a:lnTo>
                    <a:lnTo>
                      <a:pt x="29" y="33"/>
                    </a:lnTo>
                    <a:lnTo>
                      <a:pt x="26" y="33"/>
                    </a:lnTo>
                    <a:lnTo>
                      <a:pt x="26" y="35"/>
                    </a:lnTo>
                    <a:lnTo>
                      <a:pt x="26" y="35"/>
                    </a:lnTo>
                    <a:lnTo>
                      <a:pt x="26" y="35"/>
                    </a:lnTo>
                    <a:lnTo>
                      <a:pt x="26" y="38"/>
                    </a:lnTo>
                    <a:lnTo>
                      <a:pt x="26" y="38"/>
                    </a:lnTo>
                    <a:lnTo>
                      <a:pt x="26" y="38"/>
                    </a:lnTo>
                    <a:lnTo>
                      <a:pt x="26" y="40"/>
                    </a:lnTo>
                    <a:lnTo>
                      <a:pt x="26" y="40"/>
                    </a:lnTo>
                    <a:lnTo>
                      <a:pt x="26" y="42"/>
                    </a:lnTo>
                    <a:lnTo>
                      <a:pt x="24" y="42"/>
                    </a:lnTo>
                    <a:lnTo>
                      <a:pt x="24" y="42"/>
                    </a:lnTo>
                    <a:lnTo>
                      <a:pt x="24" y="42"/>
                    </a:lnTo>
                    <a:lnTo>
                      <a:pt x="24" y="42"/>
                    </a:lnTo>
                    <a:lnTo>
                      <a:pt x="24" y="45"/>
                    </a:lnTo>
                    <a:lnTo>
                      <a:pt x="22" y="45"/>
                    </a:lnTo>
                    <a:lnTo>
                      <a:pt x="22" y="45"/>
                    </a:lnTo>
                    <a:lnTo>
                      <a:pt x="22" y="47"/>
                    </a:lnTo>
                    <a:lnTo>
                      <a:pt x="22" y="47"/>
                    </a:lnTo>
                    <a:lnTo>
                      <a:pt x="22" y="47"/>
                    </a:lnTo>
                    <a:lnTo>
                      <a:pt x="22" y="47"/>
                    </a:lnTo>
                    <a:lnTo>
                      <a:pt x="22" y="50"/>
                    </a:lnTo>
                    <a:lnTo>
                      <a:pt x="22" y="50"/>
                    </a:lnTo>
                    <a:lnTo>
                      <a:pt x="22" y="52"/>
                    </a:lnTo>
                    <a:lnTo>
                      <a:pt x="22" y="52"/>
                    </a:lnTo>
                    <a:lnTo>
                      <a:pt x="19" y="52"/>
                    </a:lnTo>
                    <a:lnTo>
                      <a:pt x="19" y="52"/>
                    </a:lnTo>
                    <a:lnTo>
                      <a:pt x="19" y="54"/>
                    </a:lnTo>
                    <a:lnTo>
                      <a:pt x="19" y="54"/>
                    </a:lnTo>
                    <a:lnTo>
                      <a:pt x="19" y="57"/>
                    </a:lnTo>
                    <a:lnTo>
                      <a:pt x="19" y="57"/>
                    </a:lnTo>
                    <a:lnTo>
                      <a:pt x="19" y="54"/>
                    </a:lnTo>
                    <a:lnTo>
                      <a:pt x="17" y="54"/>
                    </a:lnTo>
                    <a:lnTo>
                      <a:pt x="17" y="57"/>
                    </a:lnTo>
                    <a:lnTo>
                      <a:pt x="17" y="57"/>
                    </a:lnTo>
                    <a:lnTo>
                      <a:pt x="17" y="57"/>
                    </a:lnTo>
                    <a:lnTo>
                      <a:pt x="14" y="57"/>
                    </a:lnTo>
                    <a:lnTo>
                      <a:pt x="14" y="57"/>
                    </a:lnTo>
                    <a:lnTo>
                      <a:pt x="14" y="57"/>
                    </a:lnTo>
                    <a:lnTo>
                      <a:pt x="14" y="57"/>
                    </a:lnTo>
                    <a:lnTo>
                      <a:pt x="14" y="57"/>
                    </a:lnTo>
                    <a:lnTo>
                      <a:pt x="12" y="57"/>
                    </a:lnTo>
                    <a:lnTo>
                      <a:pt x="12" y="57"/>
                    </a:lnTo>
                    <a:lnTo>
                      <a:pt x="12" y="54"/>
                    </a:lnTo>
                    <a:lnTo>
                      <a:pt x="12" y="54"/>
                    </a:lnTo>
                    <a:lnTo>
                      <a:pt x="10" y="54"/>
                    </a:lnTo>
                    <a:lnTo>
                      <a:pt x="10" y="52"/>
                    </a:lnTo>
                    <a:lnTo>
                      <a:pt x="10" y="52"/>
                    </a:lnTo>
                    <a:lnTo>
                      <a:pt x="10" y="52"/>
                    </a:lnTo>
                    <a:lnTo>
                      <a:pt x="10" y="52"/>
                    </a:lnTo>
                    <a:lnTo>
                      <a:pt x="10" y="50"/>
                    </a:lnTo>
                    <a:lnTo>
                      <a:pt x="10" y="50"/>
                    </a:lnTo>
                    <a:lnTo>
                      <a:pt x="10" y="50"/>
                    </a:lnTo>
                    <a:lnTo>
                      <a:pt x="7" y="50"/>
                    </a:lnTo>
                    <a:lnTo>
                      <a:pt x="7" y="50"/>
                    </a:lnTo>
                    <a:lnTo>
                      <a:pt x="7" y="47"/>
                    </a:lnTo>
                    <a:lnTo>
                      <a:pt x="7" y="47"/>
                    </a:lnTo>
                    <a:lnTo>
                      <a:pt x="5" y="47"/>
                    </a:lnTo>
                    <a:lnTo>
                      <a:pt x="5" y="47"/>
                    </a:lnTo>
                    <a:lnTo>
                      <a:pt x="5" y="47"/>
                    </a:lnTo>
                    <a:lnTo>
                      <a:pt x="3" y="47"/>
                    </a:lnTo>
                    <a:lnTo>
                      <a:pt x="3" y="45"/>
                    </a:lnTo>
                    <a:lnTo>
                      <a:pt x="3" y="45"/>
                    </a:lnTo>
                    <a:lnTo>
                      <a:pt x="3" y="45"/>
                    </a:lnTo>
                    <a:lnTo>
                      <a:pt x="3" y="42"/>
                    </a:lnTo>
                    <a:lnTo>
                      <a:pt x="3" y="42"/>
                    </a:lnTo>
                    <a:lnTo>
                      <a:pt x="3" y="42"/>
                    </a:lnTo>
                    <a:lnTo>
                      <a:pt x="0" y="42"/>
                    </a:lnTo>
                    <a:lnTo>
                      <a:pt x="0" y="42"/>
                    </a:lnTo>
                    <a:lnTo>
                      <a:pt x="0" y="42"/>
                    </a:lnTo>
                    <a:lnTo>
                      <a:pt x="0" y="40"/>
                    </a:lnTo>
                    <a:lnTo>
                      <a:pt x="0" y="40"/>
                    </a:lnTo>
                    <a:lnTo>
                      <a:pt x="0" y="38"/>
                    </a:lnTo>
                    <a:lnTo>
                      <a:pt x="0" y="38"/>
                    </a:lnTo>
                    <a:lnTo>
                      <a:pt x="0" y="35"/>
                    </a:lnTo>
                    <a:lnTo>
                      <a:pt x="0" y="35"/>
                    </a:lnTo>
                    <a:lnTo>
                      <a:pt x="0" y="33"/>
                    </a:lnTo>
                    <a:lnTo>
                      <a:pt x="0" y="33"/>
                    </a:lnTo>
                    <a:lnTo>
                      <a:pt x="0" y="33"/>
                    </a:lnTo>
                    <a:lnTo>
                      <a:pt x="0" y="33"/>
                    </a:lnTo>
                    <a:lnTo>
                      <a:pt x="3" y="33"/>
                    </a:lnTo>
                    <a:lnTo>
                      <a:pt x="3" y="33"/>
                    </a:lnTo>
                    <a:lnTo>
                      <a:pt x="3" y="33"/>
                    </a:lnTo>
                    <a:lnTo>
                      <a:pt x="5" y="33"/>
                    </a:lnTo>
                    <a:lnTo>
                      <a:pt x="5" y="33"/>
                    </a:lnTo>
                    <a:lnTo>
                      <a:pt x="7" y="33"/>
                    </a:lnTo>
                    <a:lnTo>
                      <a:pt x="7" y="33"/>
                    </a:lnTo>
                    <a:lnTo>
                      <a:pt x="7" y="31"/>
                    </a:lnTo>
                    <a:lnTo>
                      <a:pt x="7" y="31"/>
                    </a:lnTo>
                    <a:lnTo>
                      <a:pt x="7" y="31"/>
                    </a:lnTo>
                    <a:lnTo>
                      <a:pt x="10" y="31"/>
                    </a:lnTo>
                    <a:lnTo>
                      <a:pt x="10" y="31"/>
                    </a:lnTo>
                    <a:lnTo>
                      <a:pt x="10" y="28"/>
                    </a:lnTo>
                    <a:lnTo>
                      <a:pt x="10" y="28"/>
                    </a:lnTo>
                    <a:lnTo>
                      <a:pt x="10" y="26"/>
                    </a:lnTo>
                    <a:lnTo>
                      <a:pt x="10" y="26"/>
                    </a:lnTo>
                    <a:lnTo>
                      <a:pt x="10" y="23"/>
                    </a:lnTo>
                    <a:lnTo>
                      <a:pt x="10" y="23"/>
                    </a:lnTo>
                    <a:lnTo>
                      <a:pt x="10" y="23"/>
                    </a:lnTo>
                    <a:lnTo>
                      <a:pt x="10" y="21"/>
                    </a:lnTo>
                    <a:lnTo>
                      <a:pt x="10" y="21"/>
                    </a:lnTo>
                    <a:lnTo>
                      <a:pt x="10" y="21"/>
                    </a:lnTo>
                    <a:lnTo>
                      <a:pt x="10" y="19"/>
                    </a:lnTo>
                    <a:lnTo>
                      <a:pt x="10" y="19"/>
                    </a:lnTo>
                    <a:lnTo>
                      <a:pt x="10" y="16"/>
                    </a:lnTo>
                    <a:lnTo>
                      <a:pt x="10" y="16"/>
                    </a:lnTo>
                    <a:lnTo>
                      <a:pt x="10" y="16"/>
                    </a:lnTo>
                    <a:lnTo>
                      <a:pt x="10" y="16"/>
                    </a:lnTo>
                    <a:lnTo>
                      <a:pt x="12" y="16"/>
                    </a:lnTo>
                    <a:lnTo>
                      <a:pt x="12" y="14"/>
                    </a:lnTo>
                    <a:lnTo>
                      <a:pt x="12" y="14"/>
                    </a:lnTo>
                    <a:lnTo>
                      <a:pt x="12" y="12"/>
                    </a:lnTo>
                    <a:lnTo>
                      <a:pt x="12" y="12"/>
                    </a:lnTo>
                    <a:lnTo>
                      <a:pt x="12" y="12"/>
                    </a:lnTo>
                    <a:lnTo>
                      <a:pt x="12" y="12"/>
                    </a:lnTo>
                    <a:lnTo>
                      <a:pt x="12" y="12"/>
                    </a:lnTo>
                    <a:lnTo>
                      <a:pt x="12" y="9"/>
                    </a:lnTo>
                    <a:lnTo>
                      <a:pt x="12" y="9"/>
                    </a:lnTo>
                    <a:lnTo>
                      <a:pt x="12" y="9"/>
                    </a:lnTo>
                    <a:lnTo>
                      <a:pt x="12" y="7"/>
                    </a:lnTo>
                    <a:lnTo>
                      <a:pt x="14" y="7"/>
                    </a:lnTo>
                    <a:lnTo>
                      <a:pt x="14" y="7"/>
                    </a:lnTo>
                    <a:lnTo>
                      <a:pt x="14" y="7"/>
                    </a:lnTo>
                    <a:lnTo>
                      <a:pt x="14" y="7"/>
                    </a:lnTo>
                    <a:lnTo>
                      <a:pt x="17" y="7"/>
                    </a:lnTo>
                    <a:lnTo>
                      <a:pt x="17" y="7"/>
                    </a:lnTo>
                    <a:lnTo>
                      <a:pt x="17" y="5"/>
                    </a:lnTo>
                    <a:lnTo>
                      <a:pt x="17"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4" name="Freeform 82"/>
              <p:cNvSpPr>
                <a:spLocks/>
              </p:cNvSpPr>
              <p:nvPr/>
            </p:nvSpPr>
            <p:spPr bwMode="auto">
              <a:xfrm>
                <a:off x="3458" y="2469"/>
                <a:ext cx="36" cy="57"/>
              </a:xfrm>
              <a:custGeom>
                <a:avLst/>
                <a:gdLst/>
                <a:ahLst/>
                <a:cxnLst>
                  <a:cxn ang="0">
                    <a:pos x="17" y="5"/>
                  </a:cxn>
                  <a:cxn ang="0">
                    <a:pos x="22" y="7"/>
                  </a:cxn>
                  <a:cxn ang="0">
                    <a:pos x="26" y="7"/>
                  </a:cxn>
                  <a:cxn ang="0">
                    <a:pos x="26" y="9"/>
                  </a:cxn>
                  <a:cxn ang="0">
                    <a:pos x="26" y="12"/>
                  </a:cxn>
                  <a:cxn ang="0">
                    <a:pos x="24" y="16"/>
                  </a:cxn>
                  <a:cxn ang="0">
                    <a:pos x="24" y="21"/>
                  </a:cxn>
                  <a:cxn ang="0">
                    <a:pos x="22" y="23"/>
                  </a:cxn>
                  <a:cxn ang="0">
                    <a:pos x="22" y="28"/>
                  </a:cxn>
                  <a:cxn ang="0">
                    <a:pos x="19" y="31"/>
                  </a:cxn>
                  <a:cxn ang="0">
                    <a:pos x="17" y="35"/>
                  </a:cxn>
                  <a:cxn ang="0">
                    <a:pos x="17" y="40"/>
                  </a:cxn>
                  <a:cxn ang="0">
                    <a:pos x="17" y="42"/>
                  </a:cxn>
                  <a:cxn ang="0">
                    <a:pos x="19" y="47"/>
                  </a:cxn>
                  <a:cxn ang="0">
                    <a:pos x="19" y="42"/>
                  </a:cxn>
                  <a:cxn ang="0">
                    <a:pos x="22" y="38"/>
                  </a:cxn>
                  <a:cxn ang="0">
                    <a:pos x="22" y="33"/>
                  </a:cxn>
                  <a:cxn ang="0">
                    <a:pos x="22" y="28"/>
                  </a:cxn>
                  <a:cxn ang="0">
                    <a:pos x="24" y="26"/>
                  </a:cxn>
                  <a:cxn ang="0">
                    <a:pos x="26" y="23"/>
                  </a:cxn>
                  <a:cxn ang="0">
                    <a:pos x="29" y="19"/>
                  </a:cxn>
                  <a:cxn ang="0">
                    <a:pos x="29" y="14"/>
                  </a:cxn>
                  <a:cxn ang="0">
                    <a:pos x="31" y="12"/>
                  </a:cxn>
                  <a:cxn ang="0">
                    <a:pos x="33" y="9"/>
                  </a:cxn>
                  <a:cxn ang="0">
                    <a:pos x="33" y="5"/>
                  </a:cxn>
                  <a:cxn ang="0">
                    <a:pos x="33" y="2"/>
                  </a:cxn>
                  <a:cxn ang="0">
                    <a:pos x="33" y="0"/>
                  </a:cxn>
                  <a:cxn ang="0">
                    <a:pos x="36" y="2"/>
                  </a:cxn>
                  <a:cxn ang="0">
                    <a:pos x="36" y="5"/>
                  </a:cxn>
                  <a:cxn ang="0">
                    <a:pos x="36" y="9"/>
                  </a:cxn>
                  <a:cxn ang="0">
                    <a:pos x="36" y="14"/>
                  </a:cxn>
                  <a:cxn ang="0">
                    <a:pos x="36" y="19"/>
                  </a:cxn>
                  <a:cxn ang="0">
                    <a:pos x="36" y="23"/>
                  </a:cxn>
                  <a:cxn ang="0">
                    <a:pos x="36" y="26"/>
                  </a:cxn>
                  <a:cxn ang="0">
                    <a:pos x="33" y="26"/>
                  </a:cxn>
                  <a:cxn ang="0">
                    <a:pos x="31" y="28"/>
                  </a:cxn>
                  <a:cxn ang="0">
                    <a:pos x="29" y="31"/>
                  </a:cxn>
                  <a:cxn ang="0">
                    <a:pos x="26" y="33"/>
                  </a:cxn>
                  <a:cxn ang="0">
                    <a:pos x="26" y="38"/>
                  </a:cxn>
                  <a:cxn ang="0">
                    <a:pos x="24" y="42"/>
                  </a:cxn>
                  <a:cxn ang="0">
                    <a:pos x="22" y="45"/>
                  </a:cxn>
                  <a:cxn ang="0">
                    <a:pos x="22" y="47"/>
                  </a:cxn>
                  <a:cxn ang="0">
                    <a:pos x="19" y="52"/>
                  </a:cxn>
                  <a:cxn ang="0">
                    <a:pos x="19" y="57"/>
                  </a:cxn>
                  <a:cxn ang="0">
                    <a:pos x="17" y="57"/>
                  </a:cxn>
                  <a:cxn ang="0">
                    <a:pos x="14" y="57"/>
                  </a:cxn>
                  <a:cxn ang="0">
                    <a:pos x="10" y="54"/>
                  </a:cxn>
                  <a:cxn ang="0">
                    <a:pos x="10" y="50"/>
                  </a:cxn>
                  <a:cxn ang="0">
                    <a:pos x="7" y="47"/>
                  </a:cxn>
                  <a:cxn ang="0">
                    <a:pos x="3" y="47"/>
                  </a:cxn>
                  <a:cxn ang="0">
                    <a:pos x="3" y="42"/>
                  </a:cxn>
                  <a:cxn ang="0">
                    <a:pos x="0" y="40"/>
                  </a:cxn>
                  <a:cxn ang="0">
                    <a:pos x="0" y="35"/>
                  </a:cxn>
                  <a:cxn ang="0">
                    <a:pos x="3" y="33"/>
                  </a:cxn>
                  <a:cxn ang="0">
                    <a:pos x="7" y="33"/>
                  </a:cxn>
                  <a:cxn ang="0">
                    <a:pos x="10" y="31"/>
                  </a:cxn>
                  <a:cxn ang="0">
                    <a:pos x="10" y="26"/>
                  </a:cxn>
                  <a:cxn ang="0">
                    <a:pos x="10" y="21"/>
                  </a:cxn>
                  <a:cxn ang="0">
                    <a:pos x="10" y="16"/>
                  </a:cxn>
                  <a:cxn ang="0">
                    <a:pos x="12" y="14"/>
                  </a:cxn>
                  <a:cxn ang="0">
                    <a:pos x="12" y="12"/>
                  </a:cxn>
                  <a:cxn ang="0">
                    <a:pos x="14" y="7"/>
                  </a:cxn>
                  <a:cxn ang="0">
                    <a:pos x="17" y="7"/>
                  </a:cxn>
                </a:cxnLst>
                <a:rect l="0" t="0" r="r" b="b"/>
                <a:pathLst>
                  <a:path w="36" h="57">
                    <a:moveTo>
                      <a:pt x="17" y="5"/>
                    </a:moveTo>
                    <a:lnTo>
                      <a:pt x="17" y="5"/>
                    </a:lnTo>
                    <a:lnTo>
                      <a:pt x="19" y="5"/>
                    </a:lnTo>
                    <a:lnTo>
                      <a:pt x="19" y="5"/>
                    </a:lnTo>
                    <a:lnTo>
                      <a:pt x="17" y="5"/>
                    </a:lnTo>
                    <a:lnTo>
                      <a:pt x="17" y="7"/>
                    </a:lnTo>
                    <a:lnTo>
                      <a:pt x="19" y="7"/>
                    </a:lnTo>
                    <a:lnTo>
                      <a:pt x="19" y="7"/>
                    </a:lnTo>
                    <a:lnTo>
                      <a:pt x="22" y="7"/>
                    </a:lnTo>
                    <a:lnTo>
                      <a:pt x="22" y="7"/>
                    </a:lnTo>
                    <a:lnTo>
                      <a:pt x="22" y="7"/>
                    </a:lnTo>
                    <a:lnTo>
                      <a:pt x="22" y="7"/>
                    </a:lnTo>
                    <a:lnTo>
                      <a:pt x="24" y="7"/>
                    </a:lnTo>
                    <a:lnTo>
                      <a:pt x="24" y="7"/>
                    </a:lnTo>
                    <a:lnTo>
                      <a:pt x="26" y="7"/>
                    </a:lnTo>
                    <a:lnTo>
                      <a:pt x="26" y="7"/>
                    </a:lnTo>
                    <a:lnTo>
                      <a:pt x="26" y="7"/>
                    </a:lnTo>
                    <a:lnTo>
                      <a:pt x="26" y="7"/>
                    </a:lnTo>
                    <a:lnTo>
                      <a:pt x="26" y="9"/>
                    </a:lnTo>
                    <a:lnTo>
                      <a:pt x="26" y="9"/>
                    </a:lnTo>
                    <a:lnTo>
                      <a:pt x="26" y="9"/>
                    </a:lnTo>
                    <a:lnTo>
                      <a:pt x="26" y="9"/>
                    </a:lnTo>
                    <a:lnTo>
                      <a:pt x="26" y="12"/>
                    </a:lnTo>
                    <a:lnTo>
                      <a:pt x="26" y="12"/>
                    </a:lnTo>
                    <a:lnTo>
                      <a:pt x="26" y="12"/>
                    </a:lnTo>
                    <a:lnTo>
                      <a:pt x="26" y="12"/>
                    </a:lnTo>
                    <a:lnTo>
                      <a:pt x="26" y="14"/>
                    </a:lnTo>
                    <a:lnTo>
                      <a:pt x="26" y="14"/>
                    </a:lnTo>
                    <a:lnTo>
                      <a:pt x="26" y="16"/>
                    </a:lnTo>
                    <a:lnTo>
                      <a:pt x="24" y="16"/>
                    </a:lnTo>
                    <a:lnTo>
                      <a:pt x="24" y="16"/>
                    </a:lnTo>
                    <a:lnTo>
                      <a:pt x="24" y="19"/>
                    </a:lnTo>
                    <a:lnTo>
                      <a:pt x="24" y="19"/>
                    </a:lnTo>
                    <a:lnTo>
                      <a:pt x="24" y="19"/>
                    </a:lnTo>
                    <a:lnTo>
                      <a:pt x="24" y="21"/>
                    </a:lnTo>
                    <a:lnTo>
                      <a:pt x="24" y="21"/>
                    </a:lnTo>
                    <a:lnTo>
                      <a:pt x="22" y="21"/>
                    </a:lnTo>
                    <a:lnTo>
                      <a:pt x="22" y="21"/>
                    </a:lnTo>
                    <a:lnTo>
                      <a:pt x="22" y="23"/>
                    </a:lnTo>
                    <a:lnTo>
                      <a:pt x="22" y="23"/>
                    </a:lnTo>
                    <a:lnTo>
                      <a:pt x="22" y="23"/>
                    </a:lnTo>
                    <a:lnTo>
                      <a:pt x="22" y="26"/>
                    </a:lnTo>
                    <a:lnTo>
                      <a:pt x="22" y="26"/>
                    </a:lnTo>
                    <a:lnTo>
                      <a:pt x="22" y="26"/>
                    </a:lnTo>
                    <a:lnTo>
                      <a:pt x="22" y="28"/>
                    </a:lnTo>
                    <a:lnTo>
                      <a:pt x="19" y="28"/>
                    </a:lnTo>
                    <a:lnTo>
                      <a:pt x="19" y="28"/>
                    </a:lnTo>
                    <a:lnTo>
                      <a:pt x="19" y="31"/>
                    </a:lnTo>
                    <a:lnTo>
                      <a:pt x="19" y="31"/>
                    </a:lnTo>
                    <a:lnTo>
                      <a:pt x="19" y="31"/>
                    </a:lnTo>
                    <a:lnTo>
                      <a:pt x="19" y="33"/>
                    </a:lnTo>
                    <a:lnTo>
                      <a:pt x="19" y="33"/>
                    </a:lnTo>
                    <a:lnTo>
                      <a:pt x="17" y="33"/>
                    </a:lnTo>
                    <a:lnTo>
                      <a:pt x="17" y="33"/>
                    </a:lnTo>
                    <a:lnTo>
                      <a:pt x="17" y="35"/>
                    </a:lnTo>
                    <a:lnTo>
                      <a:pt x="17" y="35"/>
                    </a:lnTo>
                    <a:lnTo>
                      <a:pt x="17" y="35"/>
                    </a:lnTo>
                    <a:lnTo>
                      <a:pt x="17" y="38"/>
                    </a:lnTo>
                    <a:lnTo>
                      <a:pt x="17" y="38"/>
                    </a:lnTo>
                    <a:lnTo>
                      <a:pt x="17" y="40"/>
                    </a:lnTo>
                    <a:lnTo>
                      <a:pt x="17" y="40"/>
                    </a:lnTo>
                    <a:lnTo>
                      <a:pt x="17" y="42"/>
                    </a:lnTo>
                    <a:lnTo>
                      <a:pt x="17" y="42"/>
                    </a:lnTo>
                    <a:lnTo>
                      <a:pt x="17" y="42"/>
                    </a:lnTo>
                    <a:lnTo>
                      <a:pt x="17" y="42"/>
                    </a:lnTo>
                    <a:lnTo>
                      <a:pt x="17" y="45"/>
                    </a:lnTo>
                    <a:lnTo>
                      <a:pt x="19" y="45"/>
                    </a:lnTo>
                    <a:lnTo>
                      <a:pt x="19" y="45"/>
                    </a:lnTo>
                    <a:lnTo>
                      <a:pt x="19" y="47"/>
                    </a:lnTo>
                    <a:lnTo>
                      <a:pt x="19" y="47"/>
                    </a:lnTo>
                    <a:lnTo>
                      <a:pt x="19" y="45"/>
                    </a:lnTo>
                    <a:lnTo>
                      <a:pt x="19" y="45"/>
                    </a:lnTo>
                    <a:lnTo>
                      <a:pt x="19" y="42"/>
                    </a:lnTo>
                    <a:lnTo>
                      <a:pt x="19" y="42"/>
                    </a:lnTo>
                    <a:lnTo>
                      <a:pt x="19" y="42"/>
                    </a:lnTo>
                    <a:lnTo>
                      <a:pt x="19" y="40"/>
                    </a:lnTo>
                    <a:lnTo>
                      <a:pt x="19" y="40"/>
                    </a:lnTo>
                    <a:lnTo>
                      <a:pt x="22" y="40"/>
                    </a:lnTo>
                    <a:lnTo>
                      <a:pt x="22" y="38"/>
                    </a:lnTo>
                    <a:lnTo>
                      <a:pt x="22" y="38"/>
                    </a:lnTo>
                    <a:lnTo>
                      <a:pt x="22" y="35"/>
                    </a:lnTo>
                    <a:lnTo>
                      <a:pt x="22" y="35"/>
                    </a:lnTo>
                    <a:lnTo>
                      <a:pt x="22" y="33"/>
                    </a:lnTo>
                    <a:lnTo>
                      <a:pt x="22" y="33"/>
                    </a:lnTo>
                    <a:lnTo>
                      <a:pt x="22" y="33"/>
                    </a:lnTo>
                    <a:lnTo>
                      <a:pt x="22" y="33"/>
                    </a:lnTo>
                    <a:lnTo>
                      <a:pt x="22" y="31"/>
                    </a:lnTo>
                    <a:lnTo>
                      <a:pt x="22" y="31"/>
                    </a:lnTo>
                    <a:lnTo>
                      <a:pt x="22" y="31"/>
                    </a:lnTo>
                    <a:lnTo>
                      <a:pt x="22" y="28"/>
                    </a:lnTo>
                    <a:lnTo>
                      <a:pt x="24" y="28"/>
                    </a:lnTo>
                    <a:lnTo>
                      <a:pt x="24" y="28"/>
                    </a:lnTo>
                    <a:lnTo>
                      <a:pt x="24" y="28"/>
                    </a:lnTo>
                    <a:lnTo>
                      <a:pt x="24" y="26"/>
                    </a:lnTo>
                    <a:lnTo>
                      <a:pt x="24" y="26"/>
                    </a:lnTo>
                    <a:lnTo>
                      <a:pt x="26" y="26"/>
                    </a:lnTo>
                    <a:lnTo>
                      <a:pt x="26" y="23"/>
                    </a:lnTo>
                    <a:lnTo>
                      <a:pt x="26" y="23"/>
                    </a:lnTo>
                    <a:lnTo>
                      <a:pt x="26" y="23"/>
                    </a:lnTo>
                    <a:lnTo>
                      <a:pt x="26" y="23"/>
                    </a:lnTo>
                    <a:lnTo>
                      <a:pt x="26" y="23"/>
                    </a:lnTo>
                    <a:lnTo>
                      <a:pt x="26" y="21"/>
                    </a:lnTo>
                    <a:lnTo>
                      <a:pt x="26" y="21"/>
                    </a:lnTo>
                    <a:lnTo>
                      <a:pt x="29" y="21"/>
                    </a:lnTo>
                    <a:lnTo>
                      <a:pt x="29" y="19"/>
                    </a:lnTo>
                    <a:lnTo>
                      <a:pt x="29" y="19"/>
                    </a:lnTo>
                    <a:lnTo>
                      <a:pt x="29" y="16"/>
                    </a:lnTo>
                    <a:lnTo>
                      <a:pt x="29" y="16"/>
                    </a:lnTo>
                    <a:lnTo>
                      <a:pt x="29" y="16"/>
                    </a:lnTo>
                    <a:lnTo>
                      <a:pt x="29" y="14"/>
                    </a:lnTo>
                    <a:lnTo>
                      <a:pt x="29" y="14"/>
                    </a:lnTo>
                    <a:lnTo>
                      <a:pt x="29" y="14"/>
                    </a:lnTo>
                    <a:lnTo>
                      <a:pt x="31" y="14"/>
                    </a:lnTo>
                    <a:lnTo>
                      <a:pt x="31" y="12"/>
                    </a:lnTo>
                    <a:lnTo>
                      <a:pt x="31" y="12"/>
                    </a:lnTo>
                    <a:lnTo>
                      <a:pt x="31" y="12"/>
                    </a:lnTo>
                    <a:lnTo>
                      <a:pt x="31" y="12"/>
                    </a:lnTo>
                    <a:lnTo>
                      <a:pt x="31" y="9"/>
                    </a:lnTo>
                    <a:lnTo>
                      <a:pt x="33" y="9"/>
                    </a:lnTo>
                    <a:lnTo>
                      <a:pt x="33" y="9"/>
                    </a:lnTo>
                    <a:lnTo>
                      <a:pt x="33" y="7"/>
                    </a:lnTo>
                    <a:lnTo>
                      <a:pt x="33" y="7"/>
                    </a:lnTo>
                    <a:lnTo>
                      <a:pt x="33" y="7"/>
                    </a:lnTo>
                    <a:lnTo>
                      <a:pt x="33" y="7"/>
                    </a:lnTo>
                    <a:lnTo>
                      <a:pt x="33" y="5"/>
                    </a:lnTo>
                    <a:lnTo>
                      <a:pt x="33" y="5"/>
                    </a:lnTo>
                    <a:lnTo>
                      <a:pt x="33" y="5"/>
                    </a:lnTo>
                    <a:lnTo>
                      <a:pt x="33" y="2"/>
                    </a:lnTo>
                    <a:lnTo>
                      <a:pt x="33" y="2"/>
                    </a:lnTo>
                    <a:lnTo>
                      <a:pt x="33" y="2"/>
                    </a:lnTo>
                    <a:lnTo>
                      <a:pt x="33" y="2"/>
                    </a:lnTo>
                    <a:lnTo>
                      <a:pt x="33" y="2"/>
                    </a:lnTo>
                    <a:lnTo>
                      <a:pt x="33" y="2"/>
                    </a:lnTo>
                    <a:lnTo>
                      <a:pt x="33" y="0"/>
                    </a:lnTo>
                    <a:lnTo>
                      <a:pt x="33" y="0"/>
                    </a:lnTo>
                    <a:lnTo>
                      <a:pt x="36" y="0"/>
                    </a:lnTo>
                    <a:lnTo>
                      <a:pt x="36" y="0"/>
                    </a:lnTo>
                    <a:lnTo>
                      <a:pt x="36" y="0"/>
                    </a:lnTo>
                    <a:lnTo>
                      <a:pt x="36" y="0"/>
                    </a:lnTo>
                    <a:lnTo>
                      <a:pt x="36" y="2"/>
                    </a:lnTo>
                    <a:lnTo>
                      <a:pt x="36" y="2"/>
                    </a:lnTo>
                    <a:lnTo>
                      <a:pt x="36" y="2"/>
                    </a:lnTo>
                    <a:lnTo>
                      <a:pt x="36" y="2"/>
                    </a:lnTo>
                    <a:lnTo>
                      <a:pt x="36" y="5"/>
                    </a:lnTo>
                    <a:lnTo>
                      <a:pt x="36" y="5"/>
                    </a:lnTo>
                    <a:lnTo>
                      <a:pt x="36" y="5"/>
                    </a:lnTo>
                    <a:lnTo>
                      <a:pt x="36" y="7"/>
                    </a:lnTo>
                    <a:lnTo>
                      <a:pt x="36" y="7"/>
                    </a:lnTo>
                    <a:lnTo>
                      <a:pt x="36" y="9"/>
                    </a:lnTo>
                    <a:lnTo>
                      <a:pt x="36" y="9"/>
                    </a:lnTo>
                    <a:lnTo>
                      <a:pt x="36" y="12"/>
                    </a:lnTo>
                    <a:lnTo>
                      <a:pt x="36" y="12"/>
                    </a:lnTo>
                    <a:lnTo>
                      <a:pt x="36" y="12"/>
                    </a:lnTo>
                    <a:lnTo>
                      <a:pt x="36" y="12"/>
                    </a:lnTo>
                    <a:lnTo>
                      <a:pt x="36" y="14"/>
                    </a:lnTo>
                    <a:lnTo>
                      <a:pt x="36" y="14"/>
                    </a:lnTo>
                    <a:lnTo>
                      <a:pt x="36" y="16"/>
                    </a:lnTo>
                    <a:lnTo>
                      <a:pt x="36" y="16"/>
                    </a:lnTo>
                    <a:lnTo>
                      <a:pt x="36" y="19"/>
                    </a:lnTo>
                    <a:lnTo>
                      <a:pt x="36" y="19"/>
                    </a:lnTo>
                    <a:lnTo>
                      <a:pt x="36" y="21"/>
                    </a:lnTo>
                    <a:lnTo>
                      <a:pt x="36" y="21"/>
                    </a:lnTo>
                    <a:lnTo>
                      <a:pt x="36" y="23"/>
                    </a:lnTo>
                    <a:lnTo>
                      <a:pt x="36" y="23"/>
                    </a:lnTo>
                    <a:lnTo>
                      <a:pt x="36" y="23"/>
                    </a:lnTo>
                    <a:lnTo>
                      <a:pt x="36" y="23"/>
                    </a:lnTo>
                    <a:lnTo>
                      <a:pt x="36" y="26"/>
                    </a:lnTo>
                    <a:lnTo>
                      <a:pt x="36" y="26"/>
                    </a:lnTo>
                    <a:lnTo>
                      <a:pt x="36" y="26"/>
                    </a:lnTo>
                    <a:lnTo>
                      <a:pt x="36" y="26"/>
                    </a:lnTo>
                    <a:lnTo>
                      <a:pt x="36" y="26"/>
                    </a:lnTo>
                    <a:lnTo>
                      <a:pt x="33" y="26"/>
                    </a:lnTo>
                    <a:lnTo>
                      <a:pt x="33" y="26"/>
                    </a:lnTo>
                    <a:lnTo>
                      <a:pt x="33" y="26"/>
                    </a:lnTo>
                    <a:lnTo>
                      <a:pt x="33" y="26"/>
                    </a:lnTo>
                    <a:lnTo>
                      <a:pt x="33" y="26"/>
                    </a:lnTo>
                    <a:lnTo>
                      <a:pt x="33" y="26"/>
                    </a:lnTo>
                    <a:lnTo>
                      <a:pt x="31" y="26"/>
                    </a:lnTo>
                    <a:lnTo>
                      <a:pt x="31" y="26"/>
                    </a:lnTo>
                    <a:lnTo>
                      <a:pt x="31" y="28"/>
                    </a:lnTo>
                    <a:lnTo>
                      <a:pt x="29" y="28"/>
                    </a:lnTo>
                    <a:lnTo>
                      <a:pt x="29" y="28"/>
                    </a:lnTo>
                    <a:lnTo>
                      <a:pt x="29" y="28"/>
                    </a:lnTo>
                    <a:lnTo>
                      <a:pt x="29" y="31"/>
                    </a:lnTo>
                    <a:lnTo>
                      <a:pt x="29" y="31"/>
                    </a:lnTo>
                    <a:lnTo>
                      <a:pt x="29" y="31"/>
                    </a:lnTo>
                    <a:lnTo>
                      <a:pt x="29" y="33"/>
                    </a:lnTo>
                    <a:lnTo>
                      <a:pt x="29" y="33"/>
                    </a:lnTo>
                    <a:lnTo>
                      <a:pt x="29" y="33"/>
                    </a:lnTo>
                    <a:lnTo>
                      <a:pt x="26" y="33"/>
                    </a:lnTo>
                    <a:lnTo>
                      <a:pt x="26" y="35"/>
                    </a:lnTo>
                    <a:lnTo>
                      <a:pt x="26" y="35"/>
                    </a:lnTo>
                    <a:lnTo>
                      <a:pt x="26" y="35"/>
                    </a:lnTo>
                    <a:lnTo>
                      <a:pt x="26" y="38"/>
                    </a:lnTo>
                    <a:lnTo>
                      <a:pt x="26" y="38"/>
                    </a:lnTo>
                    <a:lnTo>
                      <a:pt x="26" y="38"/>
                    </a:lnTo>
                    <a:lnTo>
                      <a:pt x="26" y="40"/>
                    </a:lnTo>
                    <a:lnTo>
                      <a:pt x="26" y="40"/>
                    </a:lnTo>
                    <a:lnTo>
                      <a:pt x="26" y="42"/>
                    </a:lnTo>
                    <a:lnTo>
                      <a:pt x="24" y="42"/>
                    </a:lnTo>
                    <a:lnTo>
                      <a:pt x="24" y="42"/>
                    </a:lnTo>
                    <a:lnTo>
                      <a:pt x="24" y="42"/>
                    </a:lnTo>
                    <a:lnTo>
                      <a:pt x="24" y="42"/>
                    </a:lnTo>
                    <a:lnTo>
                      <a:pt x="24" y="45"/>
                    </a:lnTo>
                    <a:lnTo>
                      <a:pt x="22" y="45"/>
                    </a:lnTo>
                    <a:lnTo>
                      <a:pt x="22" y="45"/>
                    </a:lnTo>
                    <a:lnTo>
                      <a:pt x="22" y="47"/>
                    </a:lnTo>
                    <a:lnTo>
                      <a:pt x="22" y="47"/>
                    </a:lnTo>
                    <a:lnTo>
                      <a:pt x="22" y="47"/>
                    </a:lnTo>
                    <a:lnTo>
                      <a:pt x="22" y="47"/>
                    </a:lnTo>
                    <a:lnTo>
                      <a:pt x="22" y="50"/>
                    </a:lnTo>
                    <a:lnTo>
                      <a:pt x="22" y="50"/>
                    </a:lnTo>
                    <a:lnTo>
                      <a:pt x="22" y="52"/>
                    </a:lnTo>
                    <a:lnTo>
                      <a:pt x="22" y="52"/>
                    </a:lnTo>
                    <a:lnTo>
                      <a:pt x="19" y="52"/>
                    </a:lnTo>
                    <a:lnTo>
                      <a:pt x="19" y="52"/>
                    </a:lnTo>
                    <a:lnTo>
                      <a:pt x="19" y="54"/>
                    </a:lnTo>
                    <a:lnTo>
                      <a:pt x="19" y="54"/>
                    </a:lnTo>
                    <a:lnTo>
                      <a:pt x="19" y="57"/>
                    </a:lnTo>
                    <a:lnTo>
                      <a:pt x="19" y="57"/>
                    </a:lnTo>
                    <a:lnTo>
                      <a:pt x="19" y="54"/>
                    </a:lnTo>
                    <a:lnTo>
                      <a:pt x="17" y="54"/>
                    </a:lnTo>
                    <a:lnTo>
                      <a:pt x="17" y="57"/>
                    </a:lnTo>
                    <a:lnTo>
                      <a:pt x="17" y="57"/>
                    </a:lnTo>
                    <a:lnTo>
                      <a:pt x="17" y="57"/>
                    </a:lnTo>
                    <a:lnTo>
                      <a:pt x="14" y="57"/>
                    </a:lnTo>
                    <a:lnTo>
                      <a:pt x="14" y="57"/>
                    </a:lnTo>
                    <a:lnTo>
                      <a:pt x="14" y="57"/>
                    </a:lnTo>
                    <a:lnTo>
                      <a:pt x="14" y="57"/>
                    </a:lnTo>
                    <a:lnTo>
                      <a:pt x="14" y="57"/>
                    </a:lnTo>
                    <a:lnTo>
                      <a:pt x="12" y="57"/>
                    </a:lnTo>
                    <a:lnTo>
                      <a:pt x="12" y="57"/>
                    </a:lnTo>
                    <a:lnTo>
                      <a:pt x="12" y="54"/>
                    </a:lnTo>
                    <a:lnTo>
                      <a:pt x="12" y="54"/>
                    </a:lnTo>
                    <a:lnTo>
                      <a:pt x="10" y="54"/>
                    </a:lnTo>
                    <a:lnTo>
                      <a:pt x="10" y="52"/>
                    </a:lnTo>
                    <a:lnTo>
                      <a:pt x="10" y="52"/>
                    </a:lnTo>
                    <a:lnTo>
                      <a:pt x="10" y="52"/>
                    </a:lnTo>
                    <a:lnTo>
                      <a:pt x="10" y="52"/>
                    </a:lnTo>
                    <a:lnTo>
                      <a:pt x="10" y="50"/>
                    </a:lnTo>
                    <a:lnTo>
                      <a:pt x="10" y="50"/>
                    </a:lnTo>
                    <a:lnTo>
                      <a:pt x="10" y="50"/>
                    </a:lnTo>
                    <a:lnTo>
                      <a:pt x="7" y="50"/>
                    </a:lnTo>
                    <a:lnTo>
                      <a:pt x="7" y="50"/>
                    </a:lnTo>
                    <a:lnTo>
                      <a:pt x="7" y="47"/>
                    </a:lnTo>
                    <a:lnTo>
                      <a:pt x="7" y="47"/>
                    </a:lnTo>
                    <a:lnTo>
                      <a:pt x="5" y="47"/>
                    </a:lnTo>
                    <a:lnTo>
                      <a:pt x="5" y="47"/>
                    </a:lnTo>
                    <a:lnTo>
                      <a:pt x="5" y="47"/>
                    </a:lnTo>
                    <a:lnTo>
                      <a:pt x="3" y="47"/>
                    </a:lnTo>
                    <a:lnTo>
                      <a:pt x="3" y="45"/>
                    </a:lnTo>
                    <a:lnTo>
                      <a:pt x="3" y="45"/>
                    </a:lnTo>
                    <a:lnTo>
                      <a:pt x="3" y="45"/>
                    </a:lnTo>
                    <a:lnTo>
                      <a:pt x="3" y="42"/>
                    </a:lnTo>
                    <a:lnTo>
                      <a:pt x="3" y="42"/>
                    </a:lnTo>
                    <a:lnTo>
                      <a:pt x="3" y="42"/>
                    </a:lnTo>
                    <a:lnTo>
                      <a:pt x="0" y="42"/>
                    </a:lnTo>
                    <a:lnTo>
                      <a:pt x="0" y="42"/>
                    </a:lnTo>
                    <a:lnTo>
                      <a:pt x="0" y="42"/>
                    </a:lnTo>
                    <a:lnTo>
                      <a:pt x="0" y="40"/>
                    </a:lnTo>
                    <a:lnTo>
                      <a:pt x="0" y="40"/>
                    </a:lnTo>
                    <a:lnTo>
                      <a:pt x="0" y="38"/>
                    </a:lnTo>
                    <a:lnTo>
                      <a:pt x="0" y="38"/>
                    </a:lnTo>
                    <a:lnTo>
                      <a:pt x="0" y="35"/>
                    </a:lnTo>
                    <a:lnTo>
                      <a:pt x="0" y="35"/>
                    </a:lnTo>
                    <a:lnTo>
                      <a:pt x="0" y="33"/>
                    </a:lnTo>
                    <a:lnTo>
                      <a:pt x="0" y="33"/>
                    </a:lnTo>
                    <a:lnTo>
                      <a:pt x="0" y="33"/>
                    </a:lnTo>
                    <a:lnTo>
                      <a:pt x="0" y="33"/>
                    </a:lnTo>
                    <a:lnTo>
                      <a:pt x="3" y="33"/>
                    </a:lnTo>
                    <a:lnTo>
                      <a:pt x="3" y="33"/>
                    </a:lnTo>
                    <a:lnTo>
                      <a:pt x="3" y="33"/>
                    </a:lnTo>
                    <a:lnTo>
                      <a:pt x="5" y="33"/>
                    </a:lnTo>
                    <a:lnTo>
                      <a:pt x="5" y="33"/>
                    </a:lnTo>
                    <a:lnTo>
                      <a:pt x="7" y="33"/>
                    </a:lnTo>
                    <a:lnTo>
                      <a:pt x="7" y="33"/>
                    </a:lnTo>
                    <a:lnTo>
                      <a:pt x="7" y="31"/>
                    </a:lnTo>
                    <a:lnTo>
                      <a:pt x="7" y="31"/>
                    </a:lnTo>
                    <a:lnTo>
                      <a:pt x="7" y="31"/>
                    </a:lnTo>
                    <a:lnTo>
                      <a:pt x="10" y="31"/>
                    </a:lnTo>
                    <a:lnTo>
                      <a:pt x="10" y="31"/>
                    </a:lnTo>
                    <a:lnTo>
                      <a:pt x="10" y="28"/>
                    </a:lnTo>
                    <a:lnTo>
                      <a:pt x="10" y="28"/>
                    </a:lnTo>
                    <a:lnTo>
                      <a:pt x="10" y="26"/>
                    </a:lnTo>
                    <a:lnTo>
                      <a:pt x="10" y="26"/>
                    </a:lnTo>
                    <a:lnTo>
                      <a:pt x="10" y="23"/>
                    </a:lnTo>
                    <a:lnTo>
                      <a:pt x="10" y="23"/>
                    </a:lnTo>
                    <a:lnTo>
                      <a:pt x="10" y="23"/>
                    </a:lnTo>
                    <a:lnTo>
                      <a:pt x="10" y="21"/>
                    </a:lnTo>
                    <a:lnTo>
                      <a:pt x="10" y="21"/>
                    </a:lnTo>
                    <a:lnTo>
                      <a:pt x="10" y="21"/>
                    </a:lnTo>
                    <a:lnTo>
                      <a:pt x="10" y="19"/>
                    </a:lnTo>
                    <a:lnTo>
                      <a:pt x="10" y="19"/>
                    </a:lnTo>
                    <a:lnTo>
                      <a:pt x="10" y="16"/>
                    </a:lnTo>
                    <a:lnTo>
                      <a:pt x="10" y="16"/>
                    </a:lnTo>
                    <a:lnTo>
                      <a:pt x="10" y="16"/>
                    </a:lnTo>
                    <a:lnTo>
                      <a:pt x="10" y="16"/>
                    </a:lnTo>
                    <a:lnTo>
                      <a:pt x="12" y="16"/>
                    </a:lnTo>
                    <a:lnTo>
                      <a:pt x="12" y="14"/>
                    </a:lnTo>
                    <a:lnTo>
                      <a:pt x="12" y="14"/>
                    </a:lnTo>
                    <a:lnTo>
                      <a:pt x="12" y="12"/>
                    </a:lnTo>
                    <a:lnTo>
                      <a:pt x="12" y="12"/>
                    </a:lnTo>
                    <a:lnTo>
                      <a:pt x="12" y="12"/>
                    </a:lnTo>
                    <a:lnTo>
                      <a:pt x="12" y="12"/>
                    </a:lnTo>
                    <a:lnTo>
                      <a:pt x="12" y="12"/>
                    </a:lnTo>
                    <a:lnTo>
                      <a:pt x="12" y="9"/>
                    </a:lnTo>
                    <a:lnTo>
                      <a:pt x="12" y="9"/>
                    </a:lnTo>
                    <a:lnTo>
                      <a:pt x="12" y="9"/>
                    </a:lnTo>
                    <a:lnTo>
                      <a:pt x="12" y="7"/>
                    </a:lnTo>
                    <a:lnTo>
                      <a:pt x="14" y="7"/>
                    </a:lnTo>
                    <a:lnTo>
                      <a:pt x="14" y="7"/>
                    </a:lnTo>
                    <a:lnTo>
                      <a:pt x="14" y="7"/>
                    </a:lnTo>
                    <a:lnTo>
                      <a:pt x="14" y="7"/>
                    </a:lnTo>
                    <a:lnTo>
                      <a:pt x="17" y="7"/>
                    </a:lnTo>
                    <a:lnTo>
                      <a:pt x="17" y="7"/>
                    </a:lnTo>
                    <a:lnTo>
                      <a:pt x="17" y="5"/>
                    </a:lnTo>
                    <a:lnTo>
                      <a:pt x="17"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5" name="Freeform 83"/>
              <p:cNvSpPr>
                <a:spLocks/>
              </p:cNvSpPr>
              <p:nvPr/>
            </p:nvSpPr>
            <p:spPr bwMode="auto">
              <a:xfrm>
                <a:off x="3496" y="2433"/>
                <a:ext cx="38" cy="71"/>
              </a:xfrm>
              <a:custGeom>
                <a:avLst/>
                <a:gdLst/>
                <a:ahLst/>
                <a:cxnLst>
                  <a:cxn ang="0">
                    <a:pos x="17" y="67"/>
                  </a:cxn>
                  <a:cxn ang="0">
                    <a:pos x="12" y="62"/>
                  </a:cxn>
                  <a:cxn ang="0">
                    <a:pos x="12" y="57"/>
                  </a:cxn>
                  <a:cxn ang="0">
                    <a:pos x="12" y="50"/>
                  </a:cxn>
                  <a:cxn ang="0">
                    <a:pos x="12" y="48"/>
                  </a:cxn>
                  <a:cxn ang="0">
                    <a:pos x="10" y="45"/>
                  </a:cxn>
                  <a:cxn ang="0">
                    <a:pos x="10" y="48"/>
                  </a:cxn>
                  <a:cxn ang="0">
                    <a:pos x="5" y="52"/>
                  </a:cxn>
                  <a:cxn ang="0">
                    <a:pos x="2" y="50"/>
                  </a:cxn>
                  <a:cxn ang="0">
                    <a:pos x="7" y="48"/>
                  </a:cxn>
                  <a:cxn ang="0">
                    <a:pos x="5" y="45"/>
                  </a:cxn>
                  <a:cxn ang="0">
                    <a:pos x="5" y="38"/>
                  </a:cxn>
                  <a:cxn ang="0">
                    <a:pos x="2" y="31"/>
                  </a:cxn>
                  <a:cxn ang="0">
                    <a:pos x="2" y="26"/>
                  </a:cxn>
                  <a:cxn ang="0">
                    <a:pos x="5" y="24"/>
                  </a:cxn>
                  <a:cxn ang="0">
                    <a:pos x="10" y="24"/>
                  </a:cxn>
                  <a:cxn ang="0">
                    <a:pos x="10" y="29"/>
                  </a:cxn>
                  <a:cxn ang="0">
                    <a:pos x="10" y="33"/>
                  </a:cxn>
                  <a:cxn ang="0">
                    <a:pos x="14" y="31"/>
                  </a:cxn>
                  <a:cxn ang="0">
                    <a:pos x="12" y="26"/>
                  </a:cxn>
                  <a:cxn ang="0">
                    <a:pos x="14" y="24"/>
                  </a:cxn>
                  <a:cxn ang="0">
                    <a:pos x="12" y="22"/>
                  </a:cxn>
                  <a:cxn ang="0">
                    <a:pos x="12" y="19"/>
                  </a:cxn>
                  <a:cxn ang="0">
                    <a:pos x="7" y="14"/>
                  </a:cxn>
                  <a:cxn ang="0">
                    <a:pos x="5" y="12"/>
                  </a:cxn>
                  <a:cxn ang="0">
                    <a:pos x="2" y="10"/>
                  </a:cxn>
                  <a:cxn ang="0">
                    <a:pos x="0" y="7"/>
                  </a:cxn>
                  <a:cxn ang="0">
                    <a:pos x="2" y="5"/>
                  </a:cxn>
                  <a:cxn ang="0">
                    <a:pos x="5" y="0"/>
                  </a:cxn>
                  <a:cxn ang="0">
                    <a:pos x="7" y="3"/>
                  </a:cxn>
                  <a:cxn ang="0">
                    <a:pos x="12" y="3"/>
                  </a:cxn>
                  <a:cxn ang="0">
                    <a:pos x="17" y="3"/>
                  </a:cxn>
                  <a:cxn ang="0">
                    <a:pos x="21" y="0"/>
                  </a:cxn>
                  <a:cxn ang="0">
                    <a:pos x="24" y="3"/>
                  </a:cxn>
                  <a:cxn ang="0">
                    <a:pos x="26" y="7"/>
                  </a:cxn>
                  <a:cxn ang="0">
                    <a:pos x="29" y="10"/>
                  </a:cxn>
                  <a:cxn ang="0">
                    <a:pos x="29" y="14"/>
                  </a:cxn>
                  <a:cxn ang="0">
                    <a:pos x="31" y="17"/>
                  </a:cxn>
                  <a:cxn ang="0">
                    <a:pos x="29" y="19"/>
                  </a:cxn>
                  <a:cxn ang="0">
                    <a:pos x="29" y="26"/>
                  </a:cxn>
                  <a:cxn ang="0">
                    <a:pos x="31" y="31"/>
                  </a:cxn>
                  <a:cxn ang="0">
                    <a:pos x="31" y="36"/>
                  </a:cxn>
                  <a:cxn ang="0">
                    <a:pos x="36" y="38"/>
                  </a:cxn>
                  <a:cxn ang="0">
                    <a:pos x="38" y="43"/>
                  </a:cxn>
                  <a:cxn ang="0">
                    <a:pos x="33" y="43"/>
                  </a:cxn>
                  <a:cxn ang="0">
                    <a:pos x="31" y="41"/>
                  </a:cxn>
                  <a:cxn ang="0">
                    <a:pos x="29" y="41"/>
                  </a:cxn>
                  <a:cxn ang="0">
                    <a:pos x="24" y="41"/>
                  </a:cxn>
                  <a:cxn ang="0">
                    <a:pos x="21" y="36"/>
                  </a:cxn>
                  <a:cxn ang="0">
                    <a:pos x="21" y="41"/>
                  </a:cxn>
                  <a:cxn ang="0">
                    <a:pos x="19" y="48"/>
                  </a:cxn>
                  <a:cxn ang="0">
                    <a:pos x="21" y="50"/>
                  </a:cxn>
                  <a:cxn ang="0">
                    <a:pos x="24" y="57"/>
                  </a:cxn>
                  <a:cxn ang="0">
                    <a:pos x="24" y="62"/>
                  </a:cxn>
                  <a:cxn ang="0">
                    <a:pos x="24" y="64"/>
                  </a:cxn>
                  <a:cxn ang="0">
                    <a:pos x="26" y="69"/>
                  </a:cxn>
                  <a:cxn ang="0">
                    <a:pos x="21" y="69"/>
                  </a:cxn>
                  <a:cxn ang="0">
                    <a:pos x="21" y="64"/>
                  </a:cxn>
                  <a:cxn ang="0">
                    <a:pos x="19" y="69"/>
                  </a:cxn>
                </a:cxnLst>
                <a:rect l="0" t="0" r="r" b="b"/>
                <a:pathLst>
                  <a:path w="38" h="71">
                    <a:moveTo>
                      <a:pt x="19" y="69"/>
                    </a:moveTo>
                    <a:lnTo>
                      <a:pt x="19" y="69"/>
                    </a:lnTo>
                    <a:lnTo>
                      <a:pt x="17" y="69"/>
                    </a:lnTo>
                    <a:lnTo>
                      <a:pt x="17" y="67"/>
                    </a:lnTo>
                    <a:lnTo>
                      <a:pt x="17" y="67"/>
                    </a:lnTo>
                    <a:lnTo>
                      <a:pt x="17" y="67"/>
                    </a:lnTo>
                    <a:lnTo>
                      <a:pt x="17" y="67"/>
                    </a:lnTo>
                    <a:lnTo>
                      <a:pt x="17" y="64"/>
                    </a:lnTo>
                    <a:lnTo>
                      <a:pt x="14" y="64"/>
                    </a:lnTo>
                    <a:lnTo>
                      <a:pt x="14" y="64"/>
                    </a:lnTo>
                    <a:lnTo>
                      <a:pt x="12" y="64"/>
                    </a:lnTo>
                    <a:lnTo>
                      <a:pt x="12" y="64"/>
                    </a:lnTo>
                    <a:lnTo>
                      <a:pt x="12"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2" y="55"/>
                    </a:lnTo>
                    <a:lnTo>
                      <a:pt x="12" y="52"/>
                    </a:lnTo>
                    <a:lnTo>
                      <a:pt x="12" y="52"/>
                    </a:lnTo>
                    <a:lnTo>
                      <a:pt x="12" y="50"/>
                    </a:lnTo>
                    <a:lnTo>
                      <a:pt x="14" y="50"/>
                    </a:lnTo>
                    <a:lnTo>
                      <a:pt x="14" y="50"/>
                    </a:lnTo>
                    <a:lnTo>
                      <a:pt x="12" y="50"/>
                    </a:lnTo>
                    <a:lnTo>
                      <a:pt x="12" y="48"/>
                    </a:lnTo>
                    <a:lnTo>
                      <a:pt x="12" y="48"/>
                    </a:lnTo>
                    <a:lnTo>
                      <a:pt x="12" y="48"/>
                    </a:lnTo>
                    <a:lnTo>
                      <a:pt x="12" y="48"/>
                    </a:lnTo>
                    <a:lnTo>
                      <a:pt x="12" y="45"/>
                    </a:lnTo>
                    <a:lnTo>
                      <a:pt x="12" y="45"/>
                    </a:lnTo>
                    <a:lnTo>
                      <a:pt x="12" y="45"/>
                    </a:lnTo>
                    <a:lnTo>
                      <a:pt x="10" y="45"/>
                    </a:lnTo>
                    <a:lnTo>
                      <a:pt x="10" y="43"/>
                    </a:lnTo>
                    <a:lnTo>
                      <a:pt x="10" y="43"/>
                    </a:lnTo>
                    <a:lnTo>
                      <a:pt x="10" y="45"/>
                    </a:lnTo>
                    <a:lnTo>
                      <a:pt x="10" y="45"/>
                    </a:lnTo>
                    <a:lnTo>
                      <a:pt x="10" y="45"/>
                    </a:lnTo>
                    <a:lnTo>
                      <a:pt x="10" y="48"/>
                    </a:lnTo>
                    <a:lnTo>
                      <a:pt x="10" y="48"/>
                    </a:lnTo>
                    <a:lnTo>
                      <a:pt x="10" y="48"/>
                    </a:lnTo>
                    <a:lnTo>
                      <a:pt x="10" y="48"/>
                    </a:lnTo>
                    <a:lnTo>
                      <a:pt x="10" y="48"/>
                    </a:lnTo>
                    <a:lnTo>
                      <a:pt x="10" y="50"/>
                    </a:lnTo>
                    <a:lnTo>
                      <a:pt x="10" y="50"/>
                    </a:lnTo>
                    <a:lnTo>
                      <a:pt x="10" y="52"/>
                    </a:lnTo>
                    <a:lnTo>
                      <a:pt x="7" y="52"/>
                    </a:lnTo>
                    <a:lnTo>
                      <a:pt x="7" y="52"/>
                    </a:lnTo>
                    <a:lnTo>
                      <a:pt x="5" y="52"/>
                    </a:lnTo>
                    <a:lnTo>
                      <a:pt x="5" y="52"/>
                    </a:lnTo>
                    <a:lnTo>
                      <a:pt x="5" y="52"/>
                    </a:lnTo>
                    <a:lnTo>
                      <a:pt x="5" y="52"/>
                    </a:lnTo>
                    <a:lnTo>
                      <a:pt x="2" y="52"/>
                    </a:lnTo>
                    <a:lnTo>
                      <a:pt x="2" y="52"/>
                    </a:lnTo>
                    <a:lnTo>
                      <a:pt x="2" y="52"/>
                    </a:lnTo>
                    <a:lnTo>
                      <a:pt x="2" y="50"/>
                    </a:lnTo>
                    <a:lnTo>
                      <a:pt x="2" y="50"/>
                    </a:lnTo>
                    <a:lnTo>
                      <a:pt x="2" y="50"/>
                    </a:lnTo>
                    <a:lnTo>
                      <a:pt x="2" y="48"/>
                    </a:lnTo>
                    <a:lnTo>
                      <a:pt x="5" y="48"/>
                    </a:lnTo>
                    <a:lnTo>
                      <a:pt x="5" y="48"/>
                    </a:lnTo>
                    <a:lnTo>
                      <a:pt x="5" y="48"/>
                    </a:lnTo>
                    <a:lnTo>
                      <a:pt x="7" y="48"/>
                    </a:lnTo>
                    <a:lnTo>
                      <a:pt x="7" y="48"/>
                    </a:lnTo>
                    <a:lnTo>
                      <a:pt x="7" y="48"/>
                    </a:lnTo>
                    <a:lnTo>
                      <a:pt x="7" y="48"/>
                    </a:lnTo>
                    <a:lnTo>
                      <a:pt x="7" y="48"/>
                    </a:lnTo>
                    <a:lnTo>
                      <a:pt x="7" y="45"/>
                    </a:lnTo>
                    <a:lnTo>
                      <a:pt x="5" y="45"/>
                    </a:lnTo>
                    <a:lnTo>
                      <a:pt x="5" y="45"/>
                    </a:lnTo>
                    <a:lnTo>
                      <a:pt x="5" y="45"/>
                    </a:lnTo>
                    <a:lnTo>
                      <a:pt x="5" y="43"/>
                    </a:lnTo>
                    <a:lnTo>
                      <a:pt x="5" y="43"/>
                    </a:lnTo>
                    <a:lnTo>
                      <a:pt x="5" y="41"/>
                    </a:lnTo>
                    <a:lnTo>
                      <a:pt x="5" y="41"/>
                    </a:lnTo>
                    <a:lnTo>
                      <a:pt x="5" y="38"/>
                    </a:lnTo>
                    <a:lnTo>
                      <a:pt x="5" y="38"/>
                    </a:lnTo>
                    <a:lnTo>
                      <a:pt x="5" y="38"/>
                    </a:lnTo>
                    <a:lnTo>
                      <a:pt x="5" y="36"/>
                    </a:lnTo>
                    <a:lnTo>
                      <a:pt x="5" y="36"/>
                    </a:lnTo>
                    <a:lnTo>
                      <a:pt x="5" y="36"/>
                    </a:lnTo>
                    <a:lnTo>
                      <a:pt x="5" y="33"/>
                    </a:lnTo>
                    <a:lnTo>
                      <a:pt x="5" y="33"/>
                    </a:lnTo>
                    <a:lnTo>
                      <a:pt x="2" y="33"/>
                    </a:lnTo>
                    <a:lnTo>
                      <a:pt x="2" y="31"/>
                    </a:lnTo>
                    <a:lnTo>
                      <a:pt x="2" y="31"/>
                    </a:lnTo>
                    <a:lnTo>
                      <a:pt x="2" y="31"/>
                    </a:lnTo>
                    <a:lnTo>
                      <a:pt x="2" y="29"/>
                    </a:lnTo>
                    <a:lnTo>
                      <a:pt x="2" y="29"/>
                    </a:lnTo>
                    <a:lnTo>
                      <a:pt x="2" y="29"/>
                    </a:lnTo>
                    <a:lnTo>
                      <a:pt x="2" y="26"/>
                    </a:lnTo>
                    <a:lnTo>
                      <a:pt x="2" y="26"/>
                    </a:lnTo>
                    <a:lnTo>
                      <a:pt x="2" y="29"/>
                    </a:lnTo>
                    <a:lnTo>
                      <a:pt x="5" y="29"/>
                    </a:lnTo>
                    <a:lnTo>
                      <a:pt x="5" y="29"/>
                    </a:lnTo>
                    <a:lnTo>
                      <a:pt x="5" y="26"/>
                    </a:lnTo>
                    <a:lnTo>
                      <a:pt x="5" y="26"/>
                    </a:lnTo>
                    <a:lnTo>
                      <a:pt x="5" y="26"/>
                    </a:lnTo>
                    <a:lnTo>
                      <a:pt x="5" y="24"/>
                    </a:lnTo>
                    <a:lnTo>
                      <a:pt x="5" y="24"/>
                    </a:lnTo>
                    <a:lnTo>
                      <a:pt x="5" y="24"/>
                    </a:lnTo>
                    <a:lnTo>
                      <a:pt x="7" y="24"/>
                    </a:lnTo>
                    <a:lnTo>
                      <a:pt x="7" y="24"/>
                    </a:lnTo>
                    <a:lnTo>
                      <a:pt x="7" y="24"/>
                    </a:lnTo>
                    <a:lnTo>
                      <a:pt x="7" y="24"/>
                    </a:lnTo>
                    <a:lnTo>
                      <a:pt x="10" y="24"/>
                    </a:lnTo>
                    <a:lnTo>
                      <a:pt x="10" y="26"/>
                    </a:lnTo>
                    <a:lnTo>
                      <a:pt x="10" y="26"/>
                    </a:lnTo>
                    <a:lnTo>
                      <a:pt x="10" y="26"/>
                    </a:lnTo>
                    <a:lnTo>
                      <a:pt x="10" y="29"/>
                    </a:lnTo>
                    <a:lnTo>
                      <a:pt x="10" y="29"/>
                    </a:lnTo>
                    <a:lnTo>
                      <a:pt x="10" y="29"/>
                    </a:lnTo>
                    <a:lnTo>
                      <a:pt x="10" y="29"/>
                    </a:lnTo>
                    <a:lnTo>
                      <a:pt x="10" y="31"/>
                    </a:lnTo>
                    <a:lnTo>
                      <a:pt x="10" y="31"/>
                    </a:lnTo>
                    <a:lnTo>
                      <a:pt x="10" y="31"/>
                    </a:lnTo>
                    <a:lnTo>
                      <a:pt x="10" y="31"/>
                    </a:lnTo>
                    <a:lnTo>
                      <a:pt x="10" y="31"/>
                    </a:lnTo>
                    <a:lnTo>
                      <a:pt x="10" y="33"/>
                    </a:lnTo>
                    <a:lnTo>
                      <a:pt x="10" y="33"/>
                    </a:lnTo>
                    <a:lnTo>
                      <a:pt x="10" y="33"/>
                    </a:lnTo>
                    <a:lnTo>
                      <a:pt x="12" y="33"/>
                    </a:lnTo>
                    <a:lnTo>
                      <a:pt x="12" y="33"/>
                    </a:lnTo>
                    <a:lnTo>
                      <a:pt x="12" y="33"/>
                    </a:lnTo>
                    <a:lnTo>
                      <a:pt x="12" y="33"/>
                    </a:lnTo>
                    <a:lnTo>
                      <a:pt x="12" y="31"/>
                    </a:lnTo>
                    <a:lnTo>
                      <a:pt x="14" y="31"/>
                    </a:lnTo>
                    <a:lnTo>
                      <a:pt x="14" y="31"/>
                    </a:lnTo>
                    <a:lnTo>
                      <a:pt x="14" y="29"/>
                    </a:lnTo>
                    <a:lnTo>
                      <a:pt x="14" y="29"/>
                    </a:lnTo>
                    <a:lnTo>
                      <a:pt x="12" y="29"/>
                    </a:lnTo>
                    <a:lnTo>
                      <a:pt x="12" y="29"/>
                    </a:lnTo>
                    <a:lnTo>
                      <a:pt x="12" y="26"/>
                    </a:lnTo>
                    <a:lnTo>
                      <a:pt x="12" y="26"/>
                    </a:lnTo>
                    <a:lnTo>
                      <a:pt x="12" y="26"/>
                    </a:lnTo>
                    <a:lnTo>
                      <a:pt x="12" y="24"/>
                    </a:lnTo>
                    <a:lnTo>
                      <a:pt x="12" y="24"/>
                    </a:lnTo>
                    <a:lnTo>
                      <a:pt x="12" y="24"/>
                    </a:lnTo>
                    <a:lnTo>
                      <a:pt x="12" y="24"/>
                    </a:lnTo>
                    <a:lnTo>
                      <a:pt x="12" y="24"/>
                    </a:lnTo>
                    <a:lnTo>
                      <a:pt x="14" y="24"/>
                    </a:lnTo>
                    <a:lnTo>
                      <a:pt x="14" y="24"/>
                    </a:lnTo>
                    <a:lnTo>
                      <a:pt x="14" y="22"/>
                    </a:lnTo>
                    <a:lnTo>
                      <a:pt x="14" y="22"/>
                    </a:lnTo>
                    <a:lnTo>
                      <a:pt x="14" y="22"/>
                    </a:lnTo>
                    <a:lnTo>
                      <a:pt x="12" y="22"/>
                    </a:lnTo>
                    <a:lnTo>
                      <a:pt x="12" y="22"/>
                    </a:lnTo>
                    <a:lnTo>
                      <a:pt x="12" y="22"/>
                    </a:lnTo>
                    <a:lnTo>
                      <a:pt x="12" y="22"/>
                    </a:lnTo>
                    <a:lnTo>
                      <a:pt x="12" y="22"/>
                    </a:lnTo>
                    <a:lnTo>
                      <a:pt x="12" y="19"/>
                    </a:lnTo>
                    <a:lnTo>
                      <a:pt x="10" y="19"/>
                    </a:lnTo>
                    <a:lnTo>
                      <a:pt x="10" y="19"/>
                    </a:lnTo>
                    <a:lnTo>
                      <a:pt x="10" y="19"/>
                    </a:lnTo>
                    <a:lnTo>
                      <a:pt x="12" y="19"/>
                    </a:lnTo>
                    <a:lnTo>
                      <a:pt x="12" y="17"/>
                    </a:lnTo>
                    <a:lnTo>
                      <a:pt x="10" y="17"/>
                    </a:lnTo>
                    <a:lnTo>
                      <a:pt x="10" y="17"/>
                    </a:lnTo>
                    <a:lnTo>
                      <a:pt x="10" y="17"/>
                    </a:lnTo>
                    <a:lnTo>
                      <a:pt x="10" y="17"/>
                    </a:lnTo>
                    <a:lnTo>
                      <a:pt x="7" y="17"/>
                    </a:lnTo>
                    <a:lnTo>
                      <a:pt x="7" y="14"/>
                    </a:lnTo>
                    <a:lnTo>
                      <a:pt x="7" y="14"/>
                    </a:lnTo>
                    <a:lnTo>
                      <a:pt x="7" y="14"/>
                    </a:lnTo>
                    <a:lnTo>
                      <a:pt x="5" y="14"/>
                    </a:lnTo>
                    <a:lnTo>
                      <a:pt x="5" y="12"/>
                    </a:lnTo>
                    <a:lnTo>
                      <a:pt x="5" y="12"/>
                    </a:lnTo>
                    <a:lnTo>
                      <a:pt x="5" y="12"/>
                    </a:lnTo>
                    <a:lnTo>
                      <a:pt x="5" y="12"/>
                    </a:lnTo>
                    <a:lnTo>
                      <a:pt x="5" y="10"/>
                    </a:lnTo>
                    <a:lnTo>
                      <a:pt x="5" y="10"/>
                    </a:lnTo>
                    <a:lnTo>
                      <a:pt x="5" y="10"/>
                    </a:lnTo>
                    <a:lnTo>
                      <a:pt x="5" y="7"/>
                    </a:lnTo>
                    <a:lnTo>
                      <a:pt x="2" y="7"/>
                    </a:lnTo>
                    <a:lnTo>
                      <a:pt x="2" y="10"/>
                    </a:lnTo>
                    <a:lnTo>
                      <a:pt x="2" y="10"/>
                    </a:lnTo>
                    <a:lnTo>
                      <a:pt x="2" y="7"/>
                    </a:lnTo>
                    <a:lnTo>
                      <a:pt x="2" y="7"/>
                    </a:lnTo>
                    <a:lnTo>
                      <a:pt x="2" y="7"/>
                    </a:lnTo>
                    <a:lnTo>
                      <a:pt x="2" y="7"/>
                    </a:lnTo>
                    <a:lnTo>
                      <a:pt x="0" y="7"/>
                    </a:lnTo>
                    <a:lnTo>
                      <a:pt x="0" y="7"/>
                    </a:lnTo>
                    <a:lnTo>
                      <a:pt x="0" y="7"/>
                    </a:lnTo>
                    <a:lnTo>
                      <a:pt x="0" y="5"/>
                    </a:lnTo>
                    <a:lnTo>
                      <a:pt x="0" y="5"/>
                    </a:lnTo>
                    <a:lnTo>
                      <a:pt x="0" y="5"/>
                    </a:lnTo>
                    <a:lnTo>
                      <a:pt x="0" y="5"/>
                    </a:lnTo>
                    <a:lnTo>
                      <a:pt x="2" y="5"/>
                    </a:lnTo>
                    <a:lnTo>
                      <a:pt x="2" y="5"/>
                    </a:lnTo>
                    <a:lnTo>
                      <a:pt x="2" y="5"/>
                    </a:lnTo>
                    <a:lnTo>
                      <a:pt x="2" y="3"/>
                    </a:lnTo>
                    <a:lnTo>
                      <a:pt x="2" y="3"/>
                    </a:lnTo>
                    <a:lnTo>
                      <a:pt x="2" y="0"/>
                    </a:lnTo>
                    <a:lnTo>
                      <a:pt x="2" y="0"/>
                    </a:lnTo>
                    <a:lnTo>
                      <a:pt x="5" y="0"/>
                    </a:lnTo>
                    <a:lnTo>
                      <a:pt x="5" y="0"/>
                    </a:lnTo>
                    <a:lnTo>
                      <a:pt x="5" y="0"/>
                    </a:lnTo>
                    <a:lnTo>
                      <a:pt x="5" y="0"/>
                    </a:lnTo>
                    <a:lnTo>
                      <a:pt x="5" y="0"/>
                    </a:lnTo>
                    <a:lnTo>
                      <a:pt x="7" y="0"/>
                    </a:lnTo>
                    <a:lnTo>
                      <a:pt x="7" y="0"/>
                    </a:lnTo>
                    <a:lnTo>
                      <a:pt x="7" y="0"/>
                    </a:lnTo>
                    <a:lnTo>
                      <a:pt x="7" y="0"/>
                    </a:lnTo>
                    <a:lnTo>
                      <a:pt x="7" y="3"/>
                    </a:lnTo>
                    <a:lnTo>
                      <a:pt x="10" y="3"/>
                    </a:lnTo>
                    <a:lnTo>
                      <a:pt x="10" y="3"/>
                    </a:lnTo>
                    <a:lnTo>
                      <a:pt x="10" y="3"/>
                    </a:lnTo>
                    <a:lnTo>
                      <a:pt x="10" y="3"/>
                    </a:lnTo>
                    <a:lnTo>
                      <a:pt x="12" y="3"/>
                    </a:lnTo>
                    <a:lnTo>
                      <a:pt x="12" y="3"/>
                    </a:lnTo>
                    <a:lnTo>
                      <a:pt x="12" y="3"/>
                    </a:lnTo>
                    <a:lnTo>
                      <a:pt x="14" y="3"/>
                    </a:lnTo>
                    <a:lnTo>
                      <a:pt x="14" y="3"/>
                    </a:lnTo>
                    <a:lnTo>
                      <a:pt x="14" y="3"/>
                    </a:lnTo>
                    <a:lnTo>
                      <a:pt x="14" y="0"/>
                    </a:lnTo>
                    <a:lnTo>
                      <a:pt x="17" y="0"/>
                    </a:lnTo>
                    <a:lnTo>
                      <a:pt x="17" y="3"/>
                    </a:lnTo>
                    <a:lnTo>
                      <a:pt x="17" y="3"/>
                    </a:lnTo>
                    <a:lnTo>
                      <a:pt x="17" y="0"/>
                    </a:lnTo>
                    <a:lnTo>
                      <a:pt x="17" y="0"/>
                    </a:lnTo>
                    <a:lnTo>
                      <a:pt x="17" y="0"/>
                    </a:lnTo>
                    <a:lnTo>
                      <a:pt x="19" y="0"/>
                    </a:lnTo>
                    <a:lnTo>
                      <a:pt x="19" y="0"/>
                    </a:lnTo>
                    <a:lnTo>
                      <a:pt x="19" y="0"/>
                    </a:lnTo>
                    <a:lnTo>
                      <a:pt x="21" y="0"/>
                    </a:lnTo>
                    <a:lnTo>
                      <a:pt x="21" y="0"/>
                    </a:lnTo>
                    <a:lnTo>
                      <a:pt x="21" y="0"/>
                    </a:lnTo>
                    <a:lnTo>
                      <a:pt x="21" y="0"/>
                    </a:lnTo>
                    <a:lnTo>
                      <a:pt x="21" y="0"/>
                    </a:lnTo>
                    <a:lnTo>
                      <a:pt x="21" y="3"/>
                    </a:lnTo>
                    <a:lnTo>
                      <a:pt x="24" y="3"/>
                    </a:lnTo>
                    <a:lnTo>
                      <a:pt x="24" y="3"/>
                    </a:lnTo>
                    <a:lnTo>
                      <a:pt x="24" y="3"/>
                    </a:lnTo>
                    <a:lnTo>
                      <a:pt x="24" y="3"/>
                    </a:lnTo>
                    <a:lnTo>
                      <a:pt x="24" y="5"/>
                    </a:lnTo>
                    <a:lnTo>
                      <a:pt x="26" y="5"/>
                    </a:lnTo>
                    <a:lnTo>
                      <a:pt x="26" y="5"/>
                    </a:lnTo>
                    <a:lnTo>
                      <a:pt x="26" y="7"/>
                    </a:lnTo>
                    <a:lnTo>
                      <a:pt x="26" y="7"/>
                    </a:lnTo>
                    <a:lnTo>
                      <a:pt x="26" y="7"/>
                    </a:lnTo>
                    <a:lnTo>
                      <a:pt x="26" y="7"/>
                    </a:lnTo>
                    <a:lnTo>
                      <a:pt x="26" y="10"/>
                    </a:lnTo>
                    <a:lnTo>
                      <a:pt x="26" y="10"/>
                    </a:lnTo>
                    <a:lnTo>
                      <a:pt x="29" y="10"/>
                    </a:lnTo>
                    <a:lnTo>
                      <a:pt x="29" y="10"/>
                    </a:lnTo>
                    <a:lnTo>
                      <a:pt x="29" y="10"/>
                    </a:lnTo>
                    <a:lnTo>
                      <a:pt x="29" y="10"/>
                    </a:lnTo>
                    <a:lnTo>
                      <a:pt x="29" y="10"/>
                    </a:lnTo>
                    <a:lnTo>
                      <a:pt x="31" y="10"/>
                    </a:lnTo>
                    <a:lnTo>
                      <a:pt x="31" y="12"/>
                    </a:lnTo>
                    <a:lnTo>
                      <a:pt x="31" y="12"/>
                    </a:lnTo>
                    <a:lnTo>
                      <a:pt x="29" y="12"/>
                    </a:lnTo>
                    <a:lnTo>
                      <a:pt x="29" y="14"/>
                    </a:lnTo>
                    <a:lnTo>
                      <a:pt x="29" y="14"/>
                    </a:lnTo>
                    <a:lnTo>
                      <a:pt x="31" y="14"/>
                    </a:lnTo>
                    <a:lnTo>
                      <a:pt x="31" y="14"/>
                    </a:lnTo>
                    <a:lnTo>
                      <a:pt x="31" y="14"/>
                    </a:lnTo>
                    <a:lnTo>
                      <a:pt x="31" y="14"/>
                    </a:lnTo>
                    <a:lnTo>
                      <a:pt x="31" y="17"/>
                    </a:lnTo>
                    <a:lnTo>
                      <a:pt x="31" y="17"/>
                    </a:lnTo>
                    <a:lnTo>
                      <a:pt x="31" y="17"/>
                    </a:lnTo>
                    <a:lnTo>
                      <a:pt x="31" y="17"/>
                    </a:lnTo>
                    <a:lnTo>
                      <a:pt x="29" y="17"/>
                    </a:lnTo>
                    <a:lnTo>
                      <a:pt x="29" y="17"/>
                    </a:lnTo>
                    <a:lnTo>
                      <a:pt x="29" y="19"/>
                    </a:lnTo>
                    <a:lnTo>
                      <a:pt x="29" y="19"/>
                    </a:lnTo>
                    <a:lnTo>
                      <a:pt x="29" y="19"/>
                    </a:lnTo>
                    <a:lnTo>
                      <a:pt x="29" y="19"/>
                    </a:lnTo>
                    <a:lnTo>
                      <a:pt x="29" y="19"/>
                    </a:lnTo>
                    <a:lnTo>
                      <a:pt x="29" y="22"/>
                    </a:lnTo>
                    <a:lnTo>
                      <a:pt x="29" y="22"/>
                    </a:lnTo>
                    <a:lnTo>
                      <a:pt x="29" y="24"/>
                    </a:lnTo>
                    <a:lnTo>
                      <a:pt x="29" y="24"/>
                    </a:lnTo>
                    <a:lnTo>
                      <a:pt x="29" y="26"/>
                    </a:lnTo>
                    <a:lnTo>
                      <a:pt x="29" y="26"/>
                    </a:lnTo>
                    <a:lnTo>
                      <a:pt x="29" y="29"/>
                    </a:lnTo>
                    <a:lnTo>
                      <a:pt x="29" y="29"/>
                    </a:lnTo>
                    <a:lnTo>
                      <a:pt x="31" y="29"/>
                    </a:lnTo>
                    <a:lnTo>
                      <a:pt x="31" y="29"/>
                    </a:lnTo>
                    <a:lnTo>
                      <a:pt x="31" y="31"/>
                    </a:lnTo>
                    <a:lnTo>
                      <a:pt x="31" y="31"/>
                    </a:lnTo>
                    <a:lnTo>
                      <a:pt x="31" y="31"/>
                    </a:lnTo>
                    <a:lnTo>
                      <a:pt x="31" y="31"/>
                    </a:lnTo>
                    <a:lnTo>
                      <a:pt x="31" y="33"/>
                    </a:lnTo>
                    <a:lnTo>
                      <a:pt x="33" y="33"/>
                    </a:lnTo>
                    <a:lnTo>
                      <a:pt x="33" y="33"/>
                    </a:lnTo>
                    <a:lnTo>
                      <a:pt x="33" y="36"/>
                    </a:lnTo>
                    <a:lnTo>
                      <a:pt x="31" y="36"/>
                    </a:lnTo>
                    <a:lnTo>
                      <a:pt x="31" y="36"/>
                    </a:lnTo>
                    <a:lnTo>
                      <a:pt x="33" y="36"/>
                    </a:lnTo>
                    <a:lnTo>
                      <a:pt x="33" y="38"/>
                    </a:lnTo>
                    <a:lnTo>
                      <a:pt x="33" y="38"/>
                    </a:lnTo>
                    <a:lnTo>
                      <a:pt x="33" y="38"/>
                    </a:lnTo>
                    <a:lnTo>
                      <a:pt x="33" y="38"/>
                    </a:lnTo>
                    <a:lnTo>
                      <a:pt x="36" y="38"/>
                    </a:lnTo>
                    <a:lnTo>
                      <a:pt x="36" y="41"/>
                    </a:lnTo>
                    <a:lnTo>
                      <a:pt x="36" y="41"/>
                    </a:lnTo>
                    <a:lnTo>
                      <a:pt x="36" y="41"/>
                    </a:lnTo>
                    <a:lnTo>
                      <a:pt x="36" y="41"/>
                    </a:lnTo>
                    <a:lnTo>
                      <a:pt x="36" y="43"/>
                    </a:lnTo>
                    <a:lnTo>
                      <a:pt x="38" y="43"/>
                    </a:lnTo>
                    <a:lnTo>
                      <a:pt x="38" y="43"/>
                    </a:lnTo>
                    <a:lnTo>
                      <a:pt x="38" y="45"/>
                    </a:lnTo>
                    <a:lnTo>
                      <a:pt x="36" y="45"/>
                    </a:lnTo>
                    <a:lnTo>
                      <a:pt x="36" y="45"/>
                    </a:lnTo>
                    <a:lnTo>
                      <a:pt x="36" y="43"/>
                    </a:lnTo>
                    <a:lnTo>
                      <a:pt x="36" y="43"/>
                    </a:lnTo>
                    <a:lnTo>
                      <a:pt x="36" y="43"/>
                    </a:lnTo>
                    <a:lnTo>
                      <a:pt x="33" y="43"/>
                    </a:lnTo>
                    <a:lnTo>
                      <a:pt x="33" y="43"/>
                    </a:lnTo>
                    <a:lnTo>
                      <a:pt x="33" y="43"/>
                    </a:lnTo>
                    <a:lnTo>
                      <a:pt x="31" y="43"/>
                    </a:lnTo>
                    <a:lnTo>
                      <a:pt x="31" y="43"/>
                    </a:lnTo>
                    <a:lnTo>
                      <a:pt x="31" y="43"/>
                    </a:lnTo>
                    <a:lnTo>
                      <a:pt x="31" y="41"/>
                    </a:lnTo>
                    <a:lnTo>
                      <a:pt x="31" y="41"/>
                    </a:lnTo>
                    <a:lnTo>
                      <a:pt x="33" y="41"/>
                    </a:lnTo>
                    <a:lnTo>
                      <a:pt x="33" y="41"/>
                    </a:lnTo>
                    <a:lnTo>
                      <a:pt x="31" y="41"/>
                    </a:lnTo>
                    <a:lnTo>
                      <a:pt x="31" y="41"/>
                    </a:lnTo>
                    <a:lnTo>
                      <a:pt x="31" y="41"/>
                    </a:lnTo>
                    <a:lnTo>
                      <a:pt x="31" y="41"/>
                    </a:lnTo>
                    <a:lnTo>
                      <a:pt x="29" y="41"/>
                    </a:lnTo>
                    <a:lnTo>
                      <a:pt x="29" y="41"/>
                    </a:lnTo>
                    <a:lnTo>
                      <a:pt x="29" y="41"/>
                    </a:lnTo>
                    <a:lnTo>
                      <a:pt x="29" y="41"/>
                    </a:lnTo>
                    <a:lnTo>
                      <a:pt x="26" y="41"/>
                    </a:lnTo>
                    <a:lnTo>
                      <a:pt x="26" y="41"/>
                    </a:lnTo>
                    <a:lnTo>
                      <a:pt x="24" y="41"/>
                    </a:lnTo>
                    <a:lnTo>
                      <a:pt x="24" y="41"/>
                    </a:lnTo>
                    <a:lnTo>
                      <a:pt x="24" y="41"/>
                    </a:lnTo>
                    <a:lnTo>
                      <a:pt x="21" y="41"/>
                    </a:lnTo>
                    <a:lnTo>
                      <a:pt x="21" y="38"/>
                    </a:lnTo>
                    <a:lnTo>
                      <a:pt x="21" y="38"/>
                    </a:lnTo>
                    <a:lnTo>
                      <a:pt x="21" y="38"/>
                    </a:lnTo>
                    <a:lnTo>
                      <a:pt x="21" y="36"/>
                    </a:lnTo>
                    <a:lnTo>
                      <a:pt x="21" y="36"/>
                    </a:lnTo>
                    <a:lnTo>
                      <a:pt x="21" y="36"/>
                    </a:lnTo>
                    <a:lnTo>
                      <a:pt x="19" y="36"/>
                    </a:lnTo>
                    <a:lnTo>
                      <a:pt x="19" y="38"/>
                    </a:lnTo>
                    <a:lnTo>
                      <a:pt x="19" y="38"/>
                    </a:lnTo>
                    <a:lnTo>
                      <a:pt x="19" y="38"/>
                    </a:lnTo>
                    <a:lnTo>
                      <a:pt x="19" y="41"/>
                    </a:lnTo>
                    <a:lnTo>
                      <a:pt x="21" y="41"/>
                    </a:lnTo>
                    <a:lnTo>
                      <a:pt x="21" y="41"/>
                    </a:lnTo>
                    <a:lnTo>
                      <a:pt x="21" y="43"/>
                    </a:lnTo>
                    <a:lnTo>
                      <a:pt x="21" y="43"/>
                    </a:lnTo>
                    <a:lnTo>
                      <a:pt x="19" y="43"/>
                    </a:lnTo>
                    <a:lnTo>
                      <a:pt x="19" y="45"/>
                    </a:lnTo>
                    <a:lnTo>
                      <a:pt x="19" y="45"/>
                    </a:lnTo>
                    <a:lnTo>
                      <a:pt x="19" y="48"/>
                    </a:lnTo>
                    <a:lnTo>
                      <a:pt x="19" y="48"/>
                    </a:lnTo>
                    <a:lnTo>
                      <a:pt x="19" y="48"/>
                    </a:lnTo>
                    <a:lnTo>
                      <a:pt x="21" y="48"/>
                    </a:lnTo>
                    <a:lnTo>
                      <a:pt x="21" y="48"/>
                    </a:lnTo>
                    <a:lnTo>
                      <a:pt x="21" y="50"/>
                    </a:lnTo>
                    <a:lnTo>
                      <a:pt x="21" y="50"/>
                    </a:lnTo>
                    <a:lnTo>
                      <a:pt x="21" y="50"/>
                    </a:lnTo>
                    <a:lnTo>
                      <a:pt x="21" y="52"/>
                    </a:lnTo>
                    <a:lnTo>
                      <a:pt x="24" y="52"/>
                    </a:lnTo>
                    <a:lnTo>
                      <a:pt x="24" y="52"/>
                    </a:lnTo>
                    <a:lnTo>
                      <a:pt x="24" y="55"/>
                    </a:lnTo>
                    <a:lnTo>
                      <a:pt x="24" y="55"/>
                    </a:lnTo>
                    <a:lnTo>
                      <a:pt x="24" y="55"/>
                    </a:lnTo>
                    <a:lnTo>
                      <a:pt x="24" y="57"/>
                    </a:lnTo>
                    <a:lnTo>
                      <a:pt x="24" y="57"/>
                    </a:lnTo>
                    <a:lnTo>
                      <a:pt x="24" y="57"/>
                    </a:lnTo>
                    <a:lnTo>
                      <a:pt x="24" y="59"/>
                    </a:lnTo>
                    <a:lnTo>
                      <a:pt x="24" y="59"/>
                    </a:lnTo>
                    <a:lnTo>
                      <a:pt x="24" y="59"/>
                    </a:lnTo>
                    <a:lnTo>
                      <a:pt x="24" y="62"/>
                    </a:lnTo>
                    <a:lnTo>
                      <a:pt x="24" y="62"/>
                    </a:lnTo>
                    <a:lnTo>
                      <a:pt x="24" y="62"/>
                    </a:lnTo>
                    <a:lnTo>
                      <a:pt x="24" y="62"/>
                    </a:lnTo>
                    <a:lnTo>
                      <a:pt x="21" y="62"/>
                    </a:lnTo>
                    <a:lnTo>
                      <a:pt x="21" y="64"/>
                    </a:lnTo>
                    <a:lnTo>
                      <a:pt x="24" y="64"/>
                    </a:lnTo>
                    <a:lnTo>
                      <a:pt x="24" y="64"/>
                    </a:lnTo>
                    <a:lnTo>
                      <a:pt x="24" y="64"/>
                    </a:lnTo>
                    <a:lnTo>
                      <a:pt x="24" y="67"/>
                    </a:lnTo>
                    <a:lnTo>
                      <a:pt x="24" y="67"/>
                    </a:lnTo>
                    <a:lnTo>
                      <a:pt x="24" y="67"/>
                    </a:lnTo>
                    <a:lnTo>
                      <a:pt x="24" y="69"/>
                    </a:lnTo>
                    <a:lnTo>
                      <a:pt x="24" y="69"/>
                    </a:lnTo>
                    <a:lnTo>
                      <a:pt x="26" y="69"/>
                    </a:lnTo>
                    <a:lnTo>
                      <a:pt x="26" y="69"/>
                    </a:lnTo>
                    <a:lnTo>
                      <a:pt x="26" y="71"/>
                    </a:lnTo>
                    <a:lnTo>
                      <a:pt x="24" y="71"/>
                    </a:lnTo>
                    <a:lnTo>
                      <a:pt x="24" y="71"/>
                    </a:lnTo>
                    <a:lnTo>
                      <a:pt x="24" y="69"/>
                    </a:lnTo>
                    <a:lnTo>
                      <a:pt x="24" y="69"/>
                    </a:lnTo>
                    <a:lnTo>
                      <a:pt x="24" y="69"/>
                    </a:lnTo>
                    <a:lnTo>
                      <a:pt x="21" y="69"/>
                    </a:lnTo>
                    <a:lnTo>
                      <a:pt x="21" y="69"/>
                    </a:lnTo>
                    <a:lnTo>
                      <a:pt x="21" y="67"/>
                    </a:lnTo>
                    <a:lnTo>
                      <a:pt x="21" y="67"/>
                    </a:lnTo>
                    <a:lnTo>
                      <a:pt x="21" y="67"/>
                    </a:lnTo>
                    <a:lnTo>
                      <a:pt x="21" y="67"/>
                    </a:lnTo>
                    <a:lnTo>
                      <a:pt x="21" y="64"/>
                    </a:lnTo>
                    <a:lnTo>
                      <a:pt x="21" y="64"/>
                    </a:lnTo>
                    <a:lnTo>
                      <a:pt x="21" y="62"/>
                    </a:lnTo>
                    <a:lnTo>
                      <a:pt x="19" y="62"/>
                    </a:lnTo>
                    <a:lnTo>
                      <a:pt x="19" y="64"/>
                    </a:lnTo>
                    <a:lnTo>
                      <a:pt x="19" y="64"/>
                    </a:lnTo>
                    <a:lnTo>
                      <a:pt x="19" y="67"/>
                    </a:lnTo>
                    <a:lnTo>
                      <a:pt x="19" y="67"/>
                    </a:lnTo>
                    <a:lnTo>
                      <a:pt x="19" y="6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6" name="Freeform 84"/>
              <p:cNvSpPr>
                <a:spLocks/>
              </p:cNvSpPr>
              <p:nvPr/>
            </p:nvSpPr>
            <p:spPr bwMode="auto">
              <a:xfrm>
                <a:off x="3496" y="2433"/>
                <a:ext cx="38" cy="71"/>
              </a:xfrm>
              <a:custGeom>
                <a:avLst/>
                <a:gdLst/>
                <a:ahLst/>
                <a:cxnLst>
                  <a:cxn ang="0">
                    <a:pos x="17" y="67"/>
                  </a:cxn>
                  <a:cxn ang="0">
                    <a:pos x="12" y="62"/>
                  </a:cxn>
                  <a:cxn ang="0">
                    <a:pos x="12" y="57"/>
                  </a:cxn>
                  <a:cxn ang="0">
                    <a:pos x="12" y="50"/>
                  </a:cxn>
                  <a:cxn ang="0">
                    <a:pos x="12" y="48"/>
                  </a:cxn>
                  <a:cxn ang="0">
                    <a:pos x="10" y="45"/>
                  </a:cxn>
                  <a:cxn ang="0">
                    <a:pos x="10" y="48"/>
                  </a:cxn>
                  <a:cxn ang="0">
                    <a:pos x="5" y="52"/>
                  </a:cxn>
                  <a:cxn ang="0">
                    <a:pos x="2" y="50"/>
                  </a:cxn>
                  <a:cxn ang="0">
                    <a:pos x="7" y="48"/>
                  </a:cxn>
                  <a:cxn ang="0">
                    <a:pos x="5" y="45"/>
                  </a:cxn>
                  <a:cxn ang="0">
                    <a:pos x="5" y="38"/>
                  </a:cxn>
                  <a:cxn ang="0">
                    <a:pos x="2" y="31"/>
                  </a:cxn>
                  <a:cxn ang="0">
                    <a:pos x="2" y="26"/>
                  </a:cxn>
                  <a:cxn ang="0">
                    <a:pos x="5" y="24"/>
                  </a:cxn>
                  <a:cxn ang="0">
                    <a:pos x="10" y="24"/>
                  </a:cxn>
                  <a:cxn ang="0">
                    <a:pos x="10" y="29"/>
                  </a:cxn>
                  <a:cxn ang="0">
                    <a:pos x="10" y="33"/>
                  </a:cxn>
                  <a:cxn ang="0">
                    <a:pos x="14" y="31"/>
                  </a:cxn>
                  <a:cxn ang="0">
                    <a:pos x="12" y="26"/>
                  </a:cxn>
                  <a:cxn ang="0">
                    <a:pos x="14" y="24"/>
                  </a:cxn>
                  <a:cxn ang="0">
                    <a:pos x="12" y="22"/>
                  </a:cxn>
                  <a:cxn ang="0">
                    <a:pos x="12" y="19"/>
                  </a:cxn>
                  <a:cxn ang="0">
                    <a:pos x="7" y="14"/>
                  </a:cxn>
                  <a:cxn ang="0">
                    <a:pos x="5" y="12"/>
                  </a:cxn>
                  <a:cxn ang="0">
                    <a:pos x="2" y="10"/>
                  </a:cxn>
                  <a:cxn ang="0">
                    <a:pos x="0" y="7"/>
                  </a:cxn>
                  <a:cxn ang="0">
                    <a:pos x="2" y="5"/>
                  </a:cxn>
                  <a:cxn ang="0">
                    <a:pos x="5" y="0"/>
                  </a:cxn>
                  <a:cxn ang="0">
                    <a:pos x="7" y="3"/>
                  </a:cxn>
                  <a:cxn ang="0">
                    <a:pos x="12" y="3"/>
                  </a:cxn>
                  <a:cxn ang="0">
                    <a:pos x="17" y="3"/>
                  </a:cxn>
                  <a:cxn ang="0">
                    <a:pos x="21" y="0"/>
                  </a:cxn>
                  <a:cxn ang="0">
                    <a:pos x="24" y="3"/>
                  </a:cxn>
                  <a:cxn ang="0">
                    <a:pos x="26" y="7"/>
                  </a:cxn>
                  <a:cxn ang="0">
                    <a:pos x="29" y="10"/>
                  </a:cxn>
                  <a:cxn ang="0">
                    <a:pos x="29" y="14"/>
                  </a:cxn>
                  <a:cxn ang="0">
                    <a:pos x="31" y="17"/>
                  </a:cxn>
                  <a:cxn ang="0">
                    <a:pos x="29" y="19"/>
                  </a:cxn>
                  <a:cxn ang="0">
                    <a:pos x="29" y="26"/>
                  </a:cxn>
                  <a:cxn ang="0">
                    <a:pos x="31" y="31"/>
                  </a:cxn>
                  <a:cxn ang="0">
                    <a:pos x="31" y="36"/>
                  </a:cxn>
                  <a:cxn ang="0">
                    <a:pos x="36" y="38"/>
                  </a:cxn>
                  <a:cxn ang="0">
                    <a:pos x="38" y="43"/>
                  </a:cxn>
                  <a:cxn ang="0">
                    <a:pos x="33" y="43"/>
                  </a:cxn>
                  <a:cxn ang="0">
                    <a:pos x="31" y="41"/>
                  </a:cxn>
                  <a:cxn ang="0">
                    <a:pos x="29" y="41"/>
                  </a:cxn>
                  <a:cxn ang="0">
                    <a:pos x="24" y="41"/>
                  </a:cxn>
                  <a:cxn ang="0">
                    <a:pos x="21" y="36"/>
                  </a:cxn>
                  <a:cxn ang="0">
                    <a:pos x="21" y="41"/>
                  </a:cxn>
                  <a:cxn ang="0">
                    <a:pos x="19" y="48"/>
                  </a:cxn>
                  <a:cxn ang="0">
                    <a:pos x="21" y="50"/>
                  </a:cxn>
                  <a:cxn ang="0">
                    <a:pos x="24" y="57"/>
                  </a:cxn>
                  <a:cxn ang="0">
                    <a:pos x="24" y="62"/>
                  </a:cxn>
                  <a:cxn ang="0">
                    <a:pos x="24" y="64"/>
                  </a:cxn>
                  <a:cxn ang="0">
                    <a:pos x="26" y="69"/>
                  </a:cxn>
                  <a:cxn ang="0">
                    <a:pos x="21" y="69"/>
                  </a:cxn>
                  <a:cxn ang="0">
                    <a:pos x="21" y="64"/>
                  </a:cxn>
                  <a:cxn ang="0">
                    <a:pos x="19" y="69"/>
                  </a:cxn>
                </a:cxnLst>
                <a:rect l="0" t="0" r="r" b="b"/>
                <a:pathLst>
                  <a:path w="38" h="71">
                    <a:moveTo>
                      <a:pt x="19" y="69"/>
                    </a:moveTo>
                    <a:lnTo>
                      <a:pt x="19" y="69"/>
                    </a:lnTo>
                    <a:lnTo>
                      <a:pt x="17" y="69"/>
                    </a:lnTo>
                    <a:lnTo>
                      <a:pt x="17" y="67"/>
                    </a:lnTo>
                    <a:lnTo>
                      <a:pt x="17" y="67"/>
                    </a:lnTo>
                    <a:lnTo>
                      <a:pt x="17" y="67"/>
                    </a:lnTo>
                    <a:lnTo>
                      <a:pt x="17" y="67"/>
                    </a:lnTo>
                    <a:lnTo>
                      <a:pt x="17" y="64"/>
                    </a:lnTo>
                    <a:lnTo>
                      <a:pt x="14" y="64"/>
                    </a:lnTo>
                    <a:lnTo>
                      <a:pt x="14" y="64"/>
                    </a:lnTo>
                    <a:lnTo>
                      <a:pt x="12" y="64"/>
                    </a:lnTo>
                    <a:lnTo>
                      <a:pt x="12" y="64"/>
                    </a:lnTo>
                    <a:lnTo>
                      <a:pt x="12"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2" y="55"/>
                    </a:lnTo>
                    <a:lnTo>
                      <a:pt x="12" y="52"/>
                    </a:lnTo>
                    <a:lnTo>
                      <a:pt x="12" y="52"/>
                    </a:lnTo>
                    <a:lnTo>
                      <a:pt x="12" y="50"/>
                    </a:lnTo>
                    <a:lnTo>
                      <a:pt x="14" y="50"/>
                    </a:lnTo>
                    <a:lnTo>
                      <a:pt x="14" y="50"/>
                    </a:lnTo>
                    <a:lnTo>
                      <a:pt x="12" y="50"/>
                    </a:lnTo>
                    <a:lnTo>
                      <a:pt x="12" y="48"/>
                    </a:lnTo>
                    <a:lnTo>
                      <a:pt x="12" y="48"/>
                    </a:lnTo>
                    <a:lnTo>
                      <a:pt x="12" y="48"/>
                    </a:lnTo>
                    <a:lnTo>
                      <a:pt x="12" y="48"/>
                    </a:lnTo>
                    <a:lnTo>
                      <a:pt x="12" y="45"/>
                    </a:lnTo>
                    <a:lnTo>
                      <a:pt x="12" y="45"/>
                    </a:lnTo>
                    <a:lnTo>
                      <a:pt x="12" y="45"/>
                    </a:lnTo>
                    <a:lnTo>
                      <a:pt x="10" y="45"/>
                    </a:lnTo>
                    <a:lnTo>
                      <a:pt x="10" y="43"/>
                    </a:lnTo>
                    <a:lnTo>
                      <a:pt x="10" y="43"/>
                    </a:lnTo>
                    <a:lnTo>
                      <a:pt x="10" y="45"/>
                    </a:lnTo>
                    <a:lnTo>
                      <a:pt x="10" y="45"/>
                    </a:lnTo>
                    <a:lnTo>
                      <a:pt x="10" y="45"/>
                    </a:lnTo>
                    <a:lnTo>
                      <a:pt x="10" y="48"/>
                    </a:lnTo>
                    <a:lnTo>
                      <a:pt x="10" y="48"/>
                    </a:lnTo>
                    <a:lnTo>
                      <a:pt x="10" y="48"/>
                    </a:lnTo>
                    <a:lnTo>
                      <a:pt x="10" y="48"/>
                    </a:lnTo>
                    <a:lnTo>
                      <a:pt x="10" y="48"/>
                    </a:lnTo>
                    <a:lnTo>
                      <a:pt x="10" y="50"/>
                    </a:lnTo>
                    <a:lnTo>
                      <a:pt x="10" y="50"/>
                    </a:lnTo>
                    <a:lnTo>
                      <a:pt x="10" y="52"/>
                    </a:lnTo>
                    <a:lnTo>
                      <a:pt x="7" y="52"/>
                    </a:lnTo>
                    <a:lnTo>
                      <a:pt x="7" y="52"/>
                    </a:lnTo>
                    <a:lnTo>
                      <a:pt x="5" y="52"/>
                    </a:lnTo>
                    <a:lnTo>
                      <a:pt x="5" y="52"/>
                    </a:lnTo>
                    <a:lnTo>
                      <a:pt x="5" y="52"/>
                    </a:lnTo>
                    <a:lnTo>
                      <a:pt x="5" y="52"/>
                    </a:lnTo>
                    <a:lnTo>
                      <a:pt x="2" y="52"/>
                    </a:lnTo>
                    <a:lnTo>
                      <a:pt x="2" y="52"/>
                    </a:lnTo>
                    <a:lnTo>
                      <a:pt x="2" y="52"/>
                    </a:lnTo>
                    <a:lnTo>
                      <a:pt x="2" y="50"/>
                    </a:lnTo>
                    <a:lnTo>
                      <a:pt x="2" y="50"/>
                    </a:lnTo>
                    <a:lnTo>
                      <a:pt x="2" y="50"/>
                    </a:lnTo>
                    <a:lnTo>
                      <a:pt x="2" y="48"/>
                    </a:lnTo>
                    <a:lnTo>
                      <a:pt x="5" y="48"/>
                    </a:lnTo>
                    <a:lnTo>
                      <a:pt x="5" y="48"/>
                    </a:lnTo>
                    <a:lnTo>
                      <a:pt x="5" y="48"/>
                    </a:lnTo>
                    <a:lnTo>
                      <a:pt x="7" y="48"/>
                    </a:lnTo>
                    <a:lnTo>
                      <a:pt x="7" y="48"/>
                    </a:lnTo>
                    <a:lnTo>
                      <a:pt x="7" y="48"/>
                    </a:lnTo>
                    <a:lnTo>
                      <a:pt x="7" y="48"/>
                    </a:lnTo>
                    <a:lnTo>
                      <a:pt x="7" y="48"/>
                    </a:lnTo>
                    <a:lnTo>
                      <a:pt x="7" y="45"/>
                    </a:lnTo>
                    <a:lnTo>
                      <a:pt x="5" y="45"/>
                    </a:lnTo>
                    <a:lnTo>
                      <a:pt x="5" y="45"/>
                    </a:lnTo>
                    <a:lnTo>
                      <a:pt x="5" y="45"/>
                    </a:lnTo>
                    <a:lnTo>
                      <a:pt x="5" y="43"/>
                    </a:lnTo>
                    <a:lnTo>
                      <a:pt x="5" y="43"/>
                    </a:lnTo>
                    <a:lnTo>
                      <a:pt x="5" y="41"/>
                    </a:lnTo>
                    <a:lnTo>
                      <a:pt x="5" y="41"/>
                    </a:lnTo>
                    <a:lnTo>
                      <a:pt x="5" y="38"/>
                    </a:lnTo>
                    <a:lnTo>
                      <a:pt x="5" y="38"/>
                    </a:lnTo>
                    <a:lnTo>
                      <a:pt x="5" y="38"/>
                    </a:lnTo>
                    <a:lnTo>
                      <a:pt x="5" y="36"/>
                    </a:lnTo>
                    <a:lnTo>
                      <a:pt x="5" y="36"/>
                    </a:lnTo>
                    <a:lnTo>
                      <a:pt x="5" y="36"/>
                    </a:lnTo>
                    <a:lnTo>
                      <a:pt x="5" y="33"/>
                    </a:lnTo>
                    <a:lnTo>
                      <a:pt x="5" y="33"/>
                    </a:lnTo>
                    <a:lnTo>
                      <a:pt x="2" y="33"/>
                    </a:lnTo>
                    <a:lnTo>
                      <a:pt x="2" y="31"/>
                    </a:lnTo>
                    <a:lnTo>
                      <a:pt x="2" y="31"/>
                    </a:lnTo>
                    <a:lnTo>
                      <a:pt x="2" y="31"/>
                    </a:lnTo>
                    <a:lnTo>
                      <a:pt x="2" y="29"/>
                    </a:lnTo>
                    <a:lnTo>
                      <a:pt x="2" y="29"/>
                    </a:lnTo>
                    <a:lnTo>
                      <a:pt x="2" y="29"/>
                    </a:lnTo>
                    <a:lnTo>
                      <a:pt x="2" y="26"/>
                    </a:lnTo>
                    <a:lnTo>
                      <a:pt x="2" y="26"/>
                    </a:lnTo>
                    <a:lnTo>
                      <a:pt x="2" y="29"/>
                    </a:lnTo>
                    <a:lnTo>
                      <a:pt x="5" y="29"/>
                    </a:lnTo>
                    <a:lnTo>
                      <a:pt x="5" y="29"/>
                    </a:lnTo>
                    <a:lnTo>
                      <a:pt x="5" y="26"/>
                    </a:lnTo>
                    <a:lnTo>
                      <a:pt x="5" y="26"/>
                    </a:lnTo>
                    <a:lnTo>
                      <a:pt x="5" y="26"/>
                    </a:lnTo>
                    <a:lnTo>
                      <a:pt x="5" y="24"/>
                    </a:lnTo>
                    <a:lnTo>
                      <a:pt x="5" y="24"/>
                    </a:lnTo>
                    <a:lnTo>
                      <a:pt x="5" y="24"/>
                    </a:lnTo>
                    <a:lnTo>
                      <a:pt x="7" y="24"/>
                    </a:lnTo>
                    <a:lnTo>
                      <a:pt x="7" y="24"/>
                    </a:lnTo>
                    <a:lnTo>
                      <a:pt x="7" y="24"/>
                    </a:lnTo>
                    <a:lnTo>
                      <a:pt x="7" y="24"/>
                    </a:lnTo>
                    <a:lnTo>
                      <a:pt x="10" y="24"/>
                    </a:lnTo>
                    <a:lnTo>
                      <a:pt x="10" y="26"/>
                    </a:lnTo>
                    <a:lnTo>
                      <a:pt x="10" y="26"/>
                    </a:lnTo>
                    <a:lnTo>
                      <a:pt x="10" y="26"/>
                    </a:lnTo>
                    <a:lnTo>
                      <a:pt x="10" y="29"/>
                    </a:lnTo>
                    <a:lnTo>
                      <a:pt x="10" y="29"/>
                    </a:lnTo>
                    <a:lnTo>
                      <a:pt x="10" y="29"/>
                    </a:lnTo>
                    <a:lnTo>
                      <a:pt x="10" y="29"/>
                    </a:lnTo>
                    <a:lnTo>
                      <a:pt x="10" y="31"/>
                    </a:lnTo>
                    <a:lnTo>
                      <a:pt x="10" y="31"/>
                    </a:lnTo>
                    <a:lnTo>
                      <a:pt x="10" y="31"/>
                    </a:lnTo>
                    <a:lnTo>
                      <a:pt x="10" y="31"/>
                    </a:lnTo>
                    <a:lnTo>
                      <a:pt x="10" y="31"/>
                    </a:lnTo>
                    <a:lnTo>
                      <a:pt x="10" y="33"/>
                    </a:lnTo>
                    <a:lnTo>
                      <a:pt x="10" y="33"/>
                    </a:lnTo>
                    <a:lnTo>
                      <a:pt x="10" y="33"/>
                    </a:lnTo>
                    <a:lnTo>
                      <a:pt x="12" y="33"/>
                    </a:lnTo>
                    <a:lnTo>
                      <a:pt x="12" y="33"/>
                    </a:lnTo>
                    <a:lnTo>
                      <a:pt x="12" y="33"/>
                    </a:lnTo>
                    <a:lnTo>
                      <a:pt x="12" y="33"/>
                    </a:lnTo>
                    <a:lnTo>
                      <a:pt x="12" y="31"/>
                    </a:lnTo>
                    <a:lnTo>
                      <a:pt x="14" y="31"/>
                    </a:lnTo>
                    <a:lnTo>
                      <a:pt x="14" y="31"/>
                    </a:lnTo>
                    <a:lnTo>
                      <a:pt x="14" y="29"/>
                    </a:lnTo>
                    <a:lnTo>
                      <a:pt x="14" y="29"/>
                    </a:lnTo>
                    <a:lnTo>
                      <a:pt x="12" y="29"/>
                    </a:lnTo>
                    <a:lnTo>
                      <a:pt x="12" y="29"/>
                    </a:lnTo>
                    <a:lnTo>
                      <a:pt x="12" y="26"/>
                    </a:lnTo>
                    <a:lnTo>
                      <a:pt x="12" y="26"/>
                    </a:lnTo>
                    <a:lnTo>
                      <a:pt x="12" y="26"/>
                    </a:lnTo>
                    <a:lnTo>
                      <a:pt x="12" y="24"/>
                    </a:lnTo>
                    <a:lnTo>
                      <a:pt x="12" y="24"/>
                    </a:lnTo>
                    <a:lnTo>
                      <a:pt x="12" y="24"/>
                    </a:lnTo>
                    <a:lnTo>
                      <a:pt x="12" y="24"/>
                    </a:lnTo>
                    <a:lnTo>
                      <a:pt x="12" y="24"/>
                    </a:lnTo>
                    <a:lnTo>
                      <a:pt x="14" y="24"/>
                    </a:lnTo>
                    <a:lnTo>
                      <a:pt x="14" y="24"/>
                    </a:lnTo>
                    <a:lnTo>
                      <a:pt x="14" y="22"/>
                    </a:lnTo>
                    <a:lnTo>
                      <a:pt x="14" y="22"/>
                    </a:lnTo>
                    <a:lnTo>
                      <a:pt x="14" y="22"/>
                    </a:lnTo>
                    <a:lnTo>
                      <a:pt x="12" y="22"/>
                    </a:lnTo>
                    <a:lnTo>
                      <a:pt x="12" y="22"/>
                    </a:lnTo>
                    <a:lnTo>
                      <a:pt x="12" y="22"/>
                    </a:lnTo>
                    <a:lnTo>
                      <a:pt x="12" y="22"/>
                    </a:lnTo>
                    <a:lnTo>
                      <a:pt x="12" y="22"/>
                    </a:lnTo>
                    <a:lnTo>
                      <a:pt x="12" y="19"/>
                    </a:lnTo>
                    <a:lnTo>
                      <a:pt x="10" y="19"/>
                    </a:lnTo>
                    <a:lnTo>
                      <a:pt x="10" y="19"/>
                    </a:lnTo>
                    <a:lnTo>
                      <a:pt x="10" y="19"/>
                    </a:lnTo>
                    <a:lnTo>
                      <a:pt x="12" y="19"/>
                    </a:lnTo>
                    <a:lnTo>
                      <a:pt x="12" y="17"/>
                    </a:lnTo>
                    <a:lnTo>
                      <a:pt x="10" y="17"/>
                    </a:lnTo>
                    <a:lnTo>
                      <a:pt x="10" y="17"/>
                    </a:lnTo>
                    <a:lnTo>
                      <a:pt x="10" y="17"/>
                    </a:lnTo>
                    <a:lnTo>
                      <a:pt x="10" y="17"/>
                    </a:lnTo>
                    <a:lnTo>
                      <a:pt x="7" y="17"/>
                    </a:lnTo>
                    <a:lnTo>
                      <a:pt x="7" y="14"/>
                    </a:lnTo>
                    <a:lnTo>
                      <a:pt x="7" y="14"/>
                    </a:lnTo>
                    <a:lnTo>
                      <a:pt x="7" y="14"/>
                    </a:lnTo>
                    <a:lnTo>
                      <a:pt x="5" y="14"/>
                    </a:lnTo>
                    <a:lnTo>
                      <a:pt x="5" y="12"/>
                    </a:lnTo>
                    <a:lnTo>
                      <a:pt x="5" y="12"/>
                    </a:lnTo>
                    <a:lnTo>
                      <a:pt x="5" y="12"/>
                    </a:lnTo>
                    <a:lnTo>
                      <a:pt x="5" y="12"/>
                    </a:lnTo>
                    <a:lnTo>
                      <a:pt x="5" y="10"/>
                    </a:lnTo>
                    <a:lnTo>
                      <a:pt x="5" y="10"/>
                    </a:lnTo>
                    <a:lnTo>
                      <a:pt x="5" y="10"/>
                    </a:lnTo>
                    <a:lnTo>
                      <a:pt x="5" y="7"/>
                    </a:lnTo>
                    <a:lnTo>
                      <a:pt x="2" y="7"/>
                    </a:lnTo>
                    <a:lnTo>
                      <a:pt x="2" y="10"/>
                    </a:lnTo>
                    <a:lnTo>
                      <a:pt x="2" y="10"/>
                    </a:lnTo>
                    <a:lnTo>
                      <a:pt x="2" y="7"/>
                    </a:lnTo>
                    <a:lnTo>
                      <a:pt x="2" y="7"/>
                    </a:lnTo>
                    <a:lnTo>
                      <a:pt x="2" y="7"/>
                    </a:lnTo>
                    <a:lnTo>
                      <a:pt x="2" y="7"/>
                    </a:lnTo>
                    <a:lnTo>
                      <a:pt x="0" y="7"/>
                    </a:lnTo>
                    <a:lnTo>
                      <a:pt x="0" y="7"/>
                    </a:lnTo>
                    <a:lnTo>
                      <a:pt x="0" y="7"/>
                    </a:lnTo>
                    <a:lnTo>
                      <a:pt x="0" y="5"/>
                    </a:lnTo>
                    <a:lnTo>
                      <a:pt x="0" y="5"/>
                    </a:lnTo>
                    <a:lnTo>
                      <a:pt x="0" y="5"/>
                    </a:lnTo>
                    <a:lnTo>
                      <a:pt x="0" y="5"/>
                    </a:lnTo>
                    <a:lnTo>
                      <a:pt x="2" y="5"/>
                    </a:lnTo>
                    <a:lnTo>
                      <a:pt x="2" y="5"/>
                    </a:lnTo>
                    <a:lnTo>
                      <a:pt x="2" y="5"/>
                    </a:lnTo>
                    <a:lnTo>
                      <a:pt x="2" y="3"/>
                    </a:lnTo>
                    <a:lnTo>
                      <a:pt x="2" y="3"/>
                    </a:lnTo>
                    <a:lnTo>
                      <a:pt x="2" y="0"/>
                    </a:lnTo>
                    <a:lnTo>
                      <a:pt x="2" y="0"/>
                    </a:lnTo>
                    <a:lnTo>
                      <a:pt x="5" y="0"/>
                    </a:lnTo>
                    <a:lnTo>
                      <a:pt x="5" y="0"/>
                    </a:lnTo>
                    <a:lnTo>
                      <a:pt x="5" y="0"/>
                    </a:lnTo>
                    <a:lnTo>
                      <a:pt x="5" y="0"/>
                    </a:lnTo>
                    <a:lnTo>
                      <a:pt x="5" y="0"/>
                    </a:lnTo>
                    <a:lnTo>
                      <a:pt x="7" y="0"/>
                    </a:lnTo>
                    <a:lnTo>
                      <a:pt x="7" y="0"/>
                    </a:lnTo>
                    <a:lnTo>
                      <a:pt x="7" y="0"/>
                    </a:lnTo>
                    <a:lnTo>
                      <a:pt x="7" y="0"/>
                    </a:lnTo>
                    <a:lnTo>
                      <a:pt x="7" y="3"/>
                    </a:lnTo>
                    <a:lnTo>
                      <a:pt x="10" y="3"/>
                    </a:lnTo>
                    <a:lnTo>
                      <a:pt x="10" y="3"/>
                    </a:lnTo>
                    <a:lnTo>
                      <a:pt x="10" y="3"/>
                    </a:lnTo>
                    <a:lnTo>
                      <a:pt x="10" y="3"/>
                    </a:lnTo>
                    <a:lnTo>
                      <a:pt x="12" y="3"/>
                    </a:lnTo>
                    <a:lnTo>
                      <a:pt x="12" y="3"/>
                    </a:lnTo>
                    <a:lnTo>
                      <a:pt x="12" y="3"/>
                    </a:lnTo>
                    <a:lnTo>
                      <a:pt x="14" y="3"/>
                    </a:lnTo>
                    <a:lnTo>
                      <a:pt x="14" y="3"/>
                    </a:lnTo>
                    <a:lnTo>
                      <a:pt x="14" y="3"/>
                    </a:lnTo>
                    <a:lnTo>
                      <a:pt x="14" y="0"/>
                    </a:lnTo>
                    <a:lnTo>
                      <a:pt x="17" y="0"/>
                    </a:lnTo>
                    <a:lnTo>
                      <a:pt x="17" y="3"/>
                    </a:lnTo>
                    <a:lnTo>
                      <a:pt x="17" y="3"/>
                    </a:lnTo>
                    <a:lnTo>
                      <a:pt x="17" y="0"/>
                    </a:lnTo>
                    <a:lnTo>
                      <a:pt x="17" y="0"/>
                    </a:lnTo>
                    <a:lnTo>
                      <a:pt x="17" y="0"/>
                    </a:lnTo>
                    <a:lnTo>
                      <a:pt x="19" y="0"/>
                    </a:lnTo>
                    <a:lnTo>
                      <a:pt x="19" y="0"/>
                    </a:lnTo>
                    <a:lnTo>
                      <a:pt x="19" y="0"/>
                    </a:lnTo>
                    <a:lnTo>
                      <a:pt x="21" y="0"/>
                    </a:lnTo>
                    <a:lnTo>
                      <a:pt x="21" y="0"/>
                    </a:lnTo>
                    <a:lnTo>
                      <a:pt x="21" y="0"/>
                    </a:lnTo>
                    <a:lnTo>
                      <a:pt x="21" y="0"/>
                    </a:lnTo>
                    <a:lnTo>
                      <a:pt x="21" y="0"/>
                    </a:lnTo>
                    <a:lnTo>
                      <a:pt x="21" y="3"/>
                    </a:lnTo>
                    <a:lnTo>
                      <a:pt x="24" y="3"/>
                    </a:lnTo>
                    <a:lnTo>
                      <a:pt x="24" y="3"/>
                    </a:lnTo>
                    <a:lnTo>
                      <a:pt x="24" y="3"/>
                    </a:lnTo>
                    <a:lnTo>
                      <a:pt x="24" y="3"/>
                    </a:lnTo>
                    <a:lnTo>
                      <a:pt x="24" y="5"/>
                    </a:lnTo>
                    <a:lnTo>
                      <a:pt x="26" y="5"/>
                    </a:lnTo>
                    <a:lnTo>
                      <a:pt x="26" y="5"/>
                    </a:lnTo>
                    <a:lnTo>
                      <a:pt x="26" y="7"/>
                    </a:lnTo>
                    <a:lnTo>
                      <a:pt x="26" y="7"/>
                    </a:lnTo>
                    <a:lnTo>
                      <a:pt x="26" y="7"/>
                    </a:lnTo>
                    <a:lnTo>
                      <a:pt x="26" y="7"/>
                    </a:lnTo>
                    <a:lnTo>
                      <a:pt x="26" y="10"/>
                    </a:lnTo>
                    <a:lnTo>
                      <a:pt x="26" y="10"/>
                    </a:lnTo>
                    <a:lnTo>
                      <a:pt x="29" y="10"/>
                    </a:lnTo>
                    <a:lnTo>
                      <a:pt x="29" y="10"/>
                    </a:lnTo>
                    <a:lnTo>
                      <a:pt x="29" y="10"/>
                    </a:lnTo>
                    <a:lnTo>
                      <a:pt x="29" y="10"/>
                    </a:lnTo>
                    <a:lnTo>
                      <a:pt x="29" y="10"/>
                    </a:lnTo>
                    <a:lnTo>
                      <a:pt x="31" y="10"/>
                    </a:lnTo>
                    <a:lnTo>
                      <a:pt x="31" y="12"/>
                    </a:lnTo>
                    <a:lnTo>
                      <a:pt x="31" y="12"/>
                    </a:lnTo>
                    <a:lnTo>
                      <a:pt x="29" y="12"/>
                    </a:lnTo>
                    <a:lnTo>
                      <a:pt x="29" y="14"/>
                    </a:lnTo>
                    <a:lnTo>
                      <a:pt x="29" y="14"/>
                    </a:lnTo>
                    <a:lnTo>
                      <a:pt x="31" y="14"/>
                    </a:lnTo>
                    <a:lnTo>
                      <a:pt x="31" y="14"/>
                    </a:lnTo>
                    <a:lnTo>
                      <a:pt x="31" y="14"/>
                    </a:lnTo>
                    <a:lnTo>
                      <a:pt x="31" y="14"/>
                    </a:lnTo>
                    <a:lnTo>
                      <a:pt x="31" y="17"/>
                    </a:lnTo>
                    <a:lnTo>
                      <a:pt x="31" y="17"/>
                    </a:lnTo>
                    <a:lnTo>
                      <a:pt x="31" y="17"/>
                    </a:lnTo>
                    <a:lnTo>
                      <a:pt x="31" y="17"/>
                    </a:lnTo>
                    <a:lnTo>
                      <a:pt x="29" y="17"/>
                    </a:lnTo>
                    <a:lnTo>
                      <a:pt x="29" y="17"/>
                    </a:lnTo>
                    <a:lnTo>
                      <a:pt x="29" y="19"/>
                    </a:lnTo>
                    <a:lnTo>
                      <a:pt x="29" y="19"/>
                    </a:lnTo>
                    <a:lnTo>
                      <a:pt x="29" y="19"/>
                    </a:lnTo>
                    <a:lnTo>
                      <a:pt x="29" y="19"/>
                    </a:lnTo>
                    <a:lnTo>
                      <a:pt x="29" y="19"/>
                    </a:lnTo>
                    <a:lnTo>
                      <a:pt x="29" y="22"/>
                    </a:lnTo>
                    <a:lnTo>
                      <a:pt x="29" y="22"/>
                    </a:lnTo>
                    <a:lnTo>
                      <a:pt x="29" y="24"/>
                    </a:lnTo>
                    <a:lnTo>
                      <a:pt x="29" y="24"/>
                    </a:lnTo>
                    <a:lnTo>
                      <a:pt x="29" y="26"/>
                    </a:lnTo>
                    <a:lnTo>
                      <a:pt x="29" y="26"/>
                    </a:lnTo>
                    <a:lnTo>
                      <a:pt x="29" y="29"/>
                    </a:lnTo>
                    <a:lnTo>
                      <a:pt x="29" y="29"/>
                    </a:lnTo>
                    <a:lnTo>
                      <a:pt x="31" y="29"/>
                    </a:lnTo>
                    <a:lnTo>
                      <a:pt x="31" y="29"/>
                    </a:lnTo>
                    <a:lnTo>
                      <a:pt x="31" y="31"/>
                    </a:lnTo>
                    <a:lnTo>
                      <a:pt x="31" y="31"/>
                    </a:lnTo>
                    <a:lnTo>
                      <a:pt x="31" y="31"/>
                    </a:lnTo>
                    <a:lnTo>
                      <a:pt x="31" y="31"/>
                    </a:lnTo>
                    <a:lnTo>
                      <a:pt x="31" y="33"/>
                    </a:lnTo>
                    <a:lnTo>
                      <a:pt x="33" y="33"/>
                    </a:lnTo>
                    <a:lnTo>
                      <a:pt x="33" y="33"/>
                    </a:lnTo>
                    <a:lnTo>
                      <a:pt x="33" y="36"/>
                    </a:lnTo>
                    <a:lnTo>
                      <a:pt x="31" y="36"/>
                    </a:lnTo>
                    <a:lnTo>
                      <a:pt x="31" y="36"/>
                    </a:lnTo>
                    <a:lnTo>
                      <a:pt x="33" y="36"/>
                    </a:lnTo>
                    <a:lnTo>
                      <a:pt x="33" y="38"/>
                    </a:lnTo>
                    <a:lnTo>
                      <a:pt x="33" y="38"/>
                    </a:lnTo>
                    <a:lnTo>
                      <a:pt x="33" y="38"/>
                    </a:lnTo>
                    <a:lnTo>
                      <a:pt x="33" y="38"/>
                    </a:lnTo>
                    <a:lnTo>
                      <a:pt x="36" y="38"/>
                    </a:lnTo>
                    <a:lnTo>
                      <a:pt x="36" y="41"/>
                    </a:lnTo>
                    <a:lnTo>
                      <a:pt x="36" y="41"/>
                    </a:lnTo>
                    <a:lnTo>
                      <a:pt x="36" y="41"/>
                    </a:lnTo>
                    <a:lnTo>
                      <a:pt x="36" y="41"/>
                    </a:lnTo>
                    <a:lnTo>
                      <a:pt x="36" y="43"/>
                    </a:lnTo>
                    <a:lnTo>
                      <a:pt x="38" y="43"/>
                    </a:lnTo>
                    <a:lnTo>
                      <a:pt x="38" y="43"/>
                    </a:lnTo>
                    <a:lnTo>
                      <a:pt x="38" y="45"/>
                    </a:lnTo>
                    <a:lnTo>
                      <a:pt x="36" y="45"/>
                    </a:lnTo>
                    <a:lnTo>
                      <a:pt x="36" y="45"/>
                    </a:lnTo>
                    <a:lnTo>
                      <a:pt x="36" y="43"/>
                    </a:lnTo>
                    <a:lnTo>
                      <a:pt x="36" y="43"/>
                    </a:lnTo>
                    <a:lnTo>
                      <a:pt x="36" y="43"/>
                    </a:lnTo>
                    <a:lnTo>
                      <a:pt x="33" y="43"/>
                    </a:lnTo>
                    <a:lnTo>
                      <a:pt x="33" y="43"/>
                    </a:lnTo>
                    <a:lnTo>
                      <a:pt x="33" y="43"/>
                    </a:lnTo>
                    <a:lnTo>
                      <a:pt x="31" y="43"/>
                    </a:lnTo>
                    <a:lnTo>
                      <a:pt x="31" y="43"/>
                    </a:lnTo>
                    <a:lnTo>
                      <a:pt x="31" y="43"/>
                    </a:lnTo>
                    <a:lnTo>
                      <a:pt x="31" y="41"/>
                    </a:lnTo>
                    <a:lnTo>
                      <a:pt x="31" y="41"/>
                    </a:lnTo>
                    <a:lnTo>
                      <a:pt x="33" y="41"/>
                    </a:lnTo>
                    <a:lnTo>
                      <a:pt x="33" y="41"/>
                    </a:lnTo>
                    <a:lnTo>
                      <a:pt x="31" y="41"/>
                    </a:lnTo>
                    <a:lnTo>
                      <a:pt x="31" y="41"/>
                    </a:lnTo>
                    <a:lnTo>
                      <a:pt x="31" y="41"/>
                    </a:lnTo>
                    <a:lnTo>
                      <a:pt x="31" y="41"/>
                    </a:lnTo>
                    <a:lnTo>
                      <a:pt x="29" y="41"/>
                    </a:lnTo>
                    <a:lnTo>
                      <a:pt x="29" y="41"/>
                    </a:lnTo>
                    <a:lnTo>
                      <a:pt x="29" y="41"/>
                    </a:lnTo>
                    <a:lnTo>
                      <a:pt x="29" y="41"/>
                    </a:lnTo>
                    <a:lnTo>
                      <a:pt x="26" y="41"/>
                    </a:lnTo>
                    <a:lnTo>
                      <a:pt x="26" y="41"/>
                    </a:lnTo>
                    <a:lnTo>
                      <a:pt x="24" y="41"/>
                    </a:lnTo>
                    <a:lnTo>
                      <a:pt x="24" y="41"/>
                    </a:lnTo>
                    <a:lnTo>
                      <a:pt x="24" y="41"/>
                    </a:lnTo>
                    <a:lnTo>
                      <a:pt x="21" y="41"/>
                    </a:lnTo>
                    <a:lnTo>
                      <a:pt x="21" y="38"/>
                    </a:lnTo>
                    <a:lnTo>
                      <a:pt x="21" y="38"/>
                    </a:lnTo>
                    <a:lnTo>
                      <a:pt x="21" y="38"/>
                    </a:lnTo>
                    <a:lnTo>
                      <a:pt x="21" y="36"/>
                    </a:lnTo>
                    <a:lnTo>
                      <a:pt x="21" y="36"/>
                    </a:lnTo>
                    <a:lnTo>
                      <a:pt x="21" y="36"/>
                    </a:lnTo>
                    <a:lnTo>
                      <a:pt x="19" y="36"/>
                    </a:lnTo>
                    <a:lnTo>
                      <a:pt x="19" y="38"/>
                    </a:lnTo>
                    <a:lnTo>
                      <a:pt x="19" y="38"/>
                    </a:lnTo>
                    <a:lnTo>
                      <a:pt x="19" y="38"/>
                    </a:lnTo>
                    <a:lnTo>
                      <a:pt x="19" y="41"/>
                    </a:lnTo>
                    <a:lnTo>
                      <a:pt x="21" y="41"/>
                    </a:lnTo>
                    <a:lnTo>
                      <a:pt x="21" y="41"/>
                    </a:lnTo>
                    <a:lnTo>
                      <a:pt x="21" y="43"/>
                    </a:lnTo>
                    <a:lnTo>
                      <a:pt x="21" y="43"/>
                    </a:lnTo>
                    <a:lnTo>
                      <a:pt x="19" y="43"/>
                    </a:lnTo>
                    <a:lnTo>
                      <a:pt x="19" y="45"/>
                    </a:lnTo>
                    <a:lnTo>
                      <a:pt x="19" y="45"/>
                    </a:lnTo>
                    <a:lnTo>
                      <a:pt x="19" y="48"/>
                    </a:lnTo>
                    <a:lnTo>
                      <a:pt x="19" y="48"/>
                    </a:lnTo>
                    <a:lnTo>
                      <a:pt x="19" y="48"/>
                    </a:lnTo>
                    <a:lnTo>
                      <a:pt x="21" y="48"/>
                    </a:lnTo>
                    <a:lnTo>
                      <a:pt x="21" y="48"/>
                    </a:lnTo>
                    <a:lnTo>
                      <a:pt x="21" y="50"/>
                    </a:lnTo>
                    <a:lnTo>
                      <a:pt x="21" y="50"/>
                    </a:lnTo>
                    <a:lnTo>
                      <a:pt x="21" y="50"/>
                    </a:lnTo>
                    <a:lnTo>
                      <a:pt x="21" y="52"/>
                    </a:lnTo>
                    <a:lnTo>
                      <a:pt x="24" y="52"/>
                    </a:lnTo>
                    <a:lnTo>
                      <a:pt x="24" y="52"/>
                    </a:lnTo>
                    <a:lnTo>
                      <a:pt x="24" y="55"/>
                    </a:lnTo>
                    <a:lnTo>
                      <a:pt x="24" y="55"/>
                    </a:lnTo>
                    <a:lnTo>
                      <a:pt x="24" y="55"/>
                    </a:lnTo>
                    <a:lnTo>
                      <a:pt x="24" y="57"/>
                    </a:lnTo>
                    <a:lnTo>
                      <a:pt x="24" y="57"/>
                    </a:lnTo>
                    <a:lnTo>
                      <a:pt x="24" y="57"/>
                    </a:lnTo>
                    <a:lnTo>
                      <a:pt x="24" y="59"/>
                    </a:lnTo>
                    <a:lnTo>
                      <a:pt x="24" y="59"/>
                    </a:lnTo>
                    <a:lnTo>
                      <a:pt x="24" y="59"/>
                    </a:lnTo>
                    <a:lnTo>
                      <a:pt x="24" y="62"/>
                    </a:lnTo>
                    <a:lnTo>
                      <a:pt x="24" y="62"/>
                    </a:lnTo>
                    <a:lnTo>
                      <a:pt x="24" y="62"/>
                    </a:lnTo>
                    <a:lnTo>
                      <a:pt x="24" y="62"/>
                    </a:lnTo>
                    <a:lnTo>
                      <a:pt x="21" y="62"/>
                    </a:lnTo>
                    <a:lnTo>
                      <a:pt x="21" y="64"/>
                    </a:lnTo>
                    <a:lnTo>
                      <a:pt x="24" y="64"/>
                    </a:lnTo>
                    <a:lnTo>
                      <a:pt x="24" y="64"/>
                    </a:lnTo>
                    <a:lnTo>
                      <a:pt x="24" y="64"/>
                    </a:lnTo>
                    <a:lnTo>
                      <a:pt x="24" y="67"/>
                    </a:lnTo>
                    <a:lnTo>
                      <a:pt x="24" y="67"/>
                    </a:lnTo>
                    <a:lnTo>
                      <a:pt x="24" y="67"/>
                    </a:lnTo>
                    <a:lnTo>
                      <a:pt x="24" y="69"/>
                    </a:lnTo>
                    <a:lnTo>
                      <a:pt x="24" y="69"/>
                    </a:lnTo>
                    <a:lnTo>
                      <a:pt x="26" y="69"/>
                    </a:lnTo>
                    <a:lnTo>
                      <a:pt x="26" y="69"/>
                    </a:lnTo>
                    <a:lnTo>
                      <a:pt x="26" y="71"/>
                    </a:lnTo>
                    <a:lnTo>
                      <a:pt x="24" y="71"/>
                    </a:lnTo>
                    <a:lnTo>
                      <a:pt x="24" y="71"/>
                    </a:lnTo>
                    <a:lnTo>
                      <a:pt x="24" y="69"/>
                    </a:lnTo>
                    <a:lnTo>
                      <a:pt x="24" y="69"/>
                    </a:lnTo>
                    <a:lnTo>
                      <a:pt x="24" y="69"/>
                    </a:lnTo>
                    <a:lnTo>
                      <a:pt x="21" y="69"/>
                    </a:lnTo>
                    <a:lnTo>
                      <a:pt x="21" y="69"/>
                    </a:lnTo>
                    <a:lnTo>
                      <a:pt x="21" y="67"/>
                    </a:lnTo>
                    <a:lnTo>
                      <a:pt x="21" y="67"/>
                    </a:lnTo>
                    <a:lnTo>
                      <a:pt x="21" y="67"/>
                    </a:lnTo>
                    <a:lnTo>
                      <a:pt x="21" y="67"/>
                    </a:lnTo>
                    <a:lnTo>
                      <a:pt x="21" y="64"/>
                    </a:lnTo>
                    <a:lnTo>
                      <a:pt x="21" y="64"/>
                    </a:lnTo>
                    <a:lnTo>
                      <a:pt x="21" y="62"/>
                    </a:lnTo>
                    <a:lnTo>
                      <a:pt x="19" y="62"/>
                    </a:lnTo>
                    <a:lnTo>
                      <a:pt x="19" y="64"/>
                    </a:lnTo>
                    <a:lnTo>
                      <a:pt x="19" y="64"/>
                    </a:lnTo>
                    <a:lnTo>
                      <a:pt x="19" y="67"/>
                    </a:lnTo>
                    <a:lnTo>
                      <a:pt x="19" y="67"/>
                    </a:lnTo>
                    <a:lnTo>
                      <a:pt x="19" y="6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7" name="Freeform 85"/>
              <p:cNvSpPr>
                <a:spLocks/>
              </p:cNvSpPr>
              <p:nvPr/>
            </p:nvSpPr>
            <p:spPr bwMode="auto">
              <a:xfrm>
                <a:off x="3446" y="2488"/>
                <a:ext cx="105" cy="125"/>
              </a:xfrm>
              <a:custGeom>
                <a:avLst/>
                <a:gdLst/>
                <a:ahLst/>
                <a:cxnLst>
                  <a:cxn ang="0">
                    <a:pos x="71" y="42"/>
                  </a:cxn>
                  <a:cxn ang="0">
                    <a:pos x="74" y="38"/>
                  </a:cxn>
                  <a:cxn ang="0">
                    <a:pos x="79" y="31"/>
                  </a:cxn>
                  <a:cxn ang="0">
                    <a:pos x="76" y="19"/>
                  </a:cxn>
                  <a:cxn ang="0">
                    <a:pos x="79" y="12"/>
                  </a:cxn>
                  <a:cxn ang="0">
                    <a:pos x="81" y="2"/>
                  </a:cxn>
                  <a:cxn ang="0">
                    <a:pos x="83" y="7"/>
                  </a:cxn>
                  <a:cxn ang="0">
                    <a:pos x="83" y="19"/>
                  </a:cxn>
                  <a:cxn ang="0">
                    <a:pos x="88" y="21"/>
                  </a:cxn>
                  <a:cxn ang="0">
                    <a:pos x="90" y="12"/>
                  </a:cxn>
                  <a:cxn ang="0">
                    <a:pos x="95" y="19"/>
                  </a:cxn>
                  <a:cxn ang="0">
                    <a:pos x="90" y="23"/>
                  </a:cxn>
                  <a:cxn ang="0">
                    <a:pos x="90" y="31"/>
                  </a:cxn>
                  <a:cxn ang="0">
                    <a:pos x="95" y="33"/>
                  </a:cxn>
                  <a:cxn ang="0">
                    <a:pos x="97" y="42"/>
                  </a:cxn>
                  <a:cxn ang="0">
                    <a:pos x="95" y="50"/>
                  </a:cxn>
                  <a:cxn ang="0">
                    <a:pos x="100" y="54"/>
                  </a:cxn>
                  <a:cxn ang="0">
                    <a:pos x="100" y="64"/>
                  </a:cxn>
                  <a:cxn ang="0">
                    <a:pos x="102" y="73"/>
                  </a:cxn>
                  <a:cxn ang="0">
                    <a:pos x="105" y="83"/>
                  </a:cxn>
                  <a:cxn ang="0">
                    <a:pos x="97" y="90"/>
                  </a:cxn>
                  <a:cxn ang="0">
                    <a:pos x="95" y="99"/>
                  </a:cxn>
                  <a:cxn ang="0">
                    <a:pos x="93" y="106"/>
                  </a:cxn>
                  <a:cxn ang="0">
                    <a:pos x="90" y="97"/>
                  </a:cxn>
                  <a:cxn ang="0">
                    <a:pos x="88" y="87"/>
                  </a:cxn>
                  <a:cxn ang="0">
                    <a:pos x="86" y="92"/>
                  </a:cxn>
                  <a:cxn ang="0">
                    <a:pos x="81" y="90"/>
                  </a:cxn>
                  <a:cxn ang="0">
                    <a:pos x="79" y="99"/>
                  </a:cxn>
                  <a:cxn ang="0">
                    <a:pos x="83" y="106"/>
                  </a:cxn>
                  <a:cxn ang="0">
                    <a:pos x="83" y="118"/>
                  </a:cxn>
                  <a:cxn ang="0">
                    <a:pos x="79" y="125"/>
                  </a:cxn>
                  <a:cxn ang="0">
                    <a:pos x="74" y="121"/>
                  </a:cxn>
                  <a:cxn ang="0">
                    <a:pos x="71" y="111"/>
                  </a:cxn>
                  <a:cxn ang="0">
                    <a:pos x="67" y="118"/>
                  </a:cxn>
                  <a:cxn ang="0">
                    <a:pos x="57" y="113"/>
                  </a:cxn>
                  <a:cxn ang="0">
                    <a:pos x="50" y="109"/>
                  </a:cxn>
                  <a:cxn ang="0">
                    <a:pos x="48" y="99"/>
                  </a:cxn>
                  <a:cxn ang="0">
                    <a:pos x="45" y="92"/>
                  </a:cxn>
                  <a:cxn ang="0">
                    <a:pos x="50" y="83"/>
                  </a:cxn>
                  <a:cxn ang="0">
                    <a:pos x="48" y="73"/>
                  </a:cxn>
                  <a:cxn ang="0">
                    <a:pos x="41" y="68"/>
                  </a:cxn>
                  <a:cxn ang="0">
                    <a:pos x="36" y="73"/>
                  </a:cxn>
                  <a:cxn ang="0">
                    <a:pos x="34" y="80"/>
                  </a:cxn>
                  <a:cxn ang="0">
                    <a:pos x="26" y="76"/>
                  </a:cxn>
                  <a:cxn ang="0">
                    <a:pos x="22" y="83"/>
                  </a:cxn>
                  <a:cxn ang="0">
                    <a:pos x="19" y="76"/>
                  </a:cxn>
                  <a:cxn ang="0">
                    <a:pos x="17" y="71"/>
                  </a:cxn>
                  <a:cxn ang="0">
                    <a:pos x="12" y="78"/>
                  </a:cxn>
                  <a:cxn ang="0">
                    <a:pos x="10" y="85"/>
                  </a:cxn>
                  <a:cxn ang="0">
                    <a:pos x="10" y="92"/>
                  </a:cxn>
                  <a:cxn ang="0">
                    <a:pos x="3" y="92"/>
                  </a:cxn>
                  <a:cxn ang="0">
                    <a:pos x="5" y="83"/>
                  </a:cxn>
                  <a:cxn ang="0">
                    <a:pos x="5" y="71"/>
                  </a:cxn>
                  <a:cxn ang="0">
                    <a:pos x="12" y="64"/>
                  </a:cxn>
                  <a:cxn ang="0">
                    <a:pos x="19" y="61"/>
                  </a:cxn>
                  <a:cxn ang="0">
                    <a:pos x="24" y="54"/>
                  </a:cxn>
                  <a:cxn ang="0">
                    <a:pos x="31" y="50"/>
                  </a:cxn>
                  <a:cxn ang="0">
                    <a:pos x="38" y="47"/>
                  </a:cxn>
                  <a:cxn ang="0">
                    <a:pos x="43" y="52"/>
                  </a:cxn>
                  <a:cxn ang="0">
                    <a:pos x="48" y="59"/>
                  </a:cxn>
                  <a:cxn ang="0">
                    <a:pos x="52" y="52"/>
                  </a:cxn>
                  <a:cxn ang="0">
                    <a:pos x="60" y="50"/>
                  </a:cxn>
                  <a:cxn ang="0">
                    <a:pos x="62" y="45"/>
                  </a:cxn>
                </a:cxnLst>
                <a:rect l="0" t="0" r="r" b="b"/>
                <a:pathLst>
                  <a:path w="105" h="125">
                    <a:moveTo>
                      <a:pt x="64" y="38"/>
                    </a:moveTo>
                    <a:lnTo>
                      <a:pt x="64" y="38"/>
                    </a:lnTo>
                    <a:lnTo>
                      <a:pt x="67" y="38"/>
                    </a:lnTo>
                    <a:lnTo>
                      <a:pt x="67" y="38"/>
                    </a:lnTo>
                    <a:lnTo>
                      <a:pt x="67" y="38"/>
                    </a:lnTo>
                    <a:lnTo>
                      <a:pt x="67" y="38"/>
                    </a:lnTo>
                    <a:lnTo>
                      <a:pt x="67" y="40"/>
                    </a:lnTo>
                    <a:lnTo>
                      <a:pt x="69" y="40"/>
                    </a:lnTo>
                    <a:lnTo>
                      <a:pt x="69" y="40"/>
                    </a:lnTo>
                    <a:lnTo>
                      <a:pt x="69" y="40"/>
                    </a:lnTo>
                    <a:lnTo>
                      <a:pt x="71" y="40"/>
                    </a:lnTo>
                    <a:lnTo>
                      <a:pt x="71" y="42"/>
                    </a:lnTo>
                    <a:lnTo>
                      <a:pt x="71" y="42"/>
                    </a:lnTo>
                    <a:lnTo>
                      <a:pt x="71" y="42"/>
                    </a:lnTo>
                    <a:lnTo>
                      <a:pt x="71" y="40"/>
                    </a:lnTo>
                    <a:lnTo>
                      <a:pt x="71" y="40"/>
                    </a:lnTo>
                    <a:lnTo>
                      <a:pt x="71" y="38"/>
                    </a:lnTo>
                    <a:lnTo>
                      <a:pt x="71" y="38"/>
                    </a:lnTo>
                    <a:lnTo>
                      <a:pt x="71" y="35"/>
                    </a:lnTo>
                    <a:lnTo>
                      <a:pt x="71" y="35"/>
                    </a:lnTo>
                    <a:lnTo>
                      <a:pt x="74" y="35"/>
                    </a:lnTo>
                    <a:lnTo>
                      <a:pt x="74" y="35"/>
                    </a:lnTo>
                    <a:lnTo>
                      <a:pt x="74" y="35"/>
                    </a:lnTo>
                    <a:lnTo>
                      <a:pt x="74" y="38"/>
                    </a:lnTo>
                    <a:lnTo>
                      <a:pt x="74" y="38"/>
                    </a:lnTo>
                    <a:lnTo>
                      <a:pt x="74" y="38"/>
                    </a:lnTo>
                    <a:lnTo>
                      <a:pt x="76" y="38"/>
                    </a:lnTo>
                    <a:lnTo>
                      <a:pt x="76" y="38"/>
                    </a:lnTo>
                    <a:lnTo>
                      <a:pt x="79" y="38"/>
                    </a:lnTo>
                    <a:lnTo>
                      <a:pt x="79" y="38"/>
                    </a:lnTo>
                    <a:lnTo>
                      <a:pt x="79" y="38"/>
                    </a:lnTo>
                    <a:lnTo>
                      <a:pt x="79" y="38"/>
                    </a:lnTo>
                    <a:lnTo>
                      <a:pt x="79" y="35"/>
                    </a:lnTo>
                    <a:lnTo>
                      <a:pt x="79" y="35"/>
                    </a:lnTo>
                    <a:lnTo>
                      <a:pt x="79" y="33"/>
                    </a:lnTo>
                    <a:lnTo>
                      <a:pt x="79" y="33"/>
                    </a:lnTo>
                    <a:lnTo>
                      <a:pt x="79" y="33"/>
                    </a:lnTo>
                    <a:lnTo>
                      <a:pt x="79" y="31"/>
                    </a:lnTo>
                    <a:lnTo>
                      <a:pt x="79" y="31"/>
                    </a:lnTo>
                    <a:lnTo>
                      <a:pt x="79" y="31"/>
                    </a:lnTo>
                    <a:lnTo>
                      <a:pt x="79" y="28"/>
                    </a:lnTo>
                    <a:lnTo>
                      <a:pt x="79" y="28"/>
                    </a:lnTo>
                    <a:lnTo>
                      <a:pt x="79" y="28"/>
                    </a:lnTo>
                    <a:lnTo>
                      <a:pt x="79" y="26"/>
                    </a:lnTo>
                    <a:lnTo>
                      <a:pt x="79" y="26"/>
                    </a:lnTo>
                    <a:lnTo>
                      <a:pt x="79" y="23"/>
                    </a:lnTo>
                    <a:lnTo>
                      <a:pt x="76" y="23"/>
                    </a:lnTo>
                    <a:lnTo>
                      <a:pt x="76" y="23"/>
                    </a:lnTo>
                    <a:lnTo>
                      <a:pt x="76" y="23"/>
                    </a:lnTo>
                    <a:lnTo>
                      <a:pt x="76" y="21"/>
                    </a:lnTo>
                    <a:lnTo>
                      <a:pt x="76" y="21"/>
                    </a:lnTo>
                    <a:lnTo>
                      <a:pt x="76" y="19"/>
                    </a:lnTo>
                    <a:lnTo>
                      <a:pt x="76" y="19"/>
                    </a:lnTo>
                    <a:lnTo>
                      <a:pt x="79" y="19"/>
                    </a:lnTo>
                    <a:lnTo>
                      <a:pt x="79" y="16"/>
                    </a:lnTo>
                    <a:lnTo>
                      <a:pt x="79" y="16"/>
                    </a:lnTo>
                    <a:lnTo>
                      <a:pt x="79" y="16"/>
                    </a:lnTo>
                    <a:lnTo>
                      <a:pt x="79" y="16"/>
                    </a:lnTo>
                    <a:lnTo>
                      <a:pt x="79" y="14"/>
                    </a:lnTo>
                    <a:lnTo>
                      <a:pt x="79" y="14"/>
                    </a:lnTo>
                    <a:lnTo>
                      <a:pt x="79" y="14"/>
                    </a:lnTo>
                    <a:lnTo>
                      <a:pt x="79" y="14"/>
                    </a:lnTo>
                    <a:lnTo>
                      <a:pt x="79" y="14"/>
                    </a:lnTo>
                    <a:lnTo>
                      <a:pt x="79" y="14"/>
                    </a:lnTo>
                    <a:lnTo>
                      <a:pt x="79" y="12"/>
                    </a:lnTo>
                    <a:lnTo>
                      <a:pt x="79" y="12"/>
                    </a:lnTo>
                    <a:lnTo>
                      <a:pt x="79" y="9"/>
                    </a:lnTo>
                    <a:lnTo>
                      <a:pt x="79" y="9"/>
                    </a:lnTo>
                    <a:lnTo>
                      <a:pt x="79" y="7"/>
                    </a:lnTo>
                    <a:lnTo>
                      <a:pt x="79" y="7"/>
                    </a:lnTo>
                    <a:lnTo>
                      <a:pt x="79" y="7"/>
                    </a:lnTo>
                    <a:lnTo>
                      <a:pt x="79" y="4"/>
                    </a:lnTo>
                    <a:lnTo>
                      <a:pt x="79" y="4"/>
                    </a:lnTo>
                    <a:lnTo>
                      <a:pt x="81" y="4"/>
                    </a:lnTo>
                    <a:lnTo>
                      <a:pt x="81" y="4"/>
                    </a:lnTo>
                    <a:lnTo>
                      <a:pt x="81" y="2"/>
                    </a:lnTo>
                    <a:lnTo>
                      <a:pt x="81" y="2"/>
                    </a:lnTo>
                    <a:lnTo>
                      <a:pt x="81" y="2"/>
                    </a:lnTo>
                    <a:lnTo>
                      <a:pt x="81" y="0"/>
                    </a:lnTo>
                    <a:lnTo>
                      <a:pt x="81" y="0"/>
                    </a:lnTo>
                    <a:lnTo>
                      <a:pt x="83" y="0"/>
                    </a:lnTo>
                    <a:lnTo>
                      <a:pt x="83" y="2"/>
                    </a:lnTo>
                    <a:lnTo>
                      <a:pt x="83" y="2"/>
                    </a:lnTo>
                    <a:lnTo>
                      <a:pt x="83" y="2"/>
                    </a:lnTo>
                    <a:lnTo>
                      <a:pt x="83" y="4"/>
                    </a:lnTo>
                    <a:lnTo>
                      <a:pt x="83" y="4"/>
                    </a:lnTo>
                    <a:lnTo>
                      <a:pt x="83" y="4"/>
                    </a:lnTo>
                    <a:lnTo>
                      <a:pt x="83" y="4"/>
                    </a:lnTo>
                    <a:lnTo>
                      <a:pt x="83" y="7"/>
                    </a:lnTo>
                    <a:lnTo>
                      <a:pt x="83" y="7"/>
                    </a:lnTo>
                    <a:lnTo>
                      <a:pt x="83" y="7"/>
                    </a:lnTo>
                    <a:lnTo>
                      <a:pt x="83" y="9"/>
                    </a:lnTo>
                    <a:lnTo>
                      <a:pt x="83" y="9"/>
                    </a:lnTo>
                    <a:lnTo>
                      <a:pt x="83" y="12"/>
                    </a:lnTo>
                    <a:lnTo>
                      <a:pt x="83" y="12"/>
                    </a:lnTo>
                    <a:lnTo>
                      <a:pt x="83" y="14"/>
                    </a:lnTo>
                    <a:lnTo>
                      <a:pt x="83" y="14"/>
                    </a:lnTo>
                    <a:lnTo>
                      <a:pt x="83" y="14"/>
                    </a:lnTo>
                    <a:lnTo>
                      <a:pt x="83" y="16"/>
                    </a:lnTo>
                    <a:lnTo>
                      <a:pt x="83" y="16"/>
                    </a:lnTo>
                    <a:lnTo>
                      <a:pt x="86" y="16"/>
                    </a:lnTo>
                    <a:lnTo>
                      <a:pt x="86" y="19"/>
                    </a:lnTo>
                    <a:lnTo>
                      <a:pt x="86" y="19"/>
                    </a:lnTo>
                    <a:lnTo>
                      <a:pt x="83" y="19"/>
                    </a:lnTo>
                    <a:lnTo>
                      <a:pt x="83" y="21"/>
                    </a:lnTo>
                    <a:lnTo>
                      <a:pt x="83" y="21"/>
                    </a:lnTo>
                    <a:lnTo>
                      <a:pt x="83" y="21"/>
                    </a:lnTo>
                    <a:lnTo>
                      <a:pt x="83" y="23"/>
                    </a:lnTo>
                    <a:lnTo>
                      <a:pt x="83" y="23"/>
                    </a:lnTo>
                    <a:lnTo>
                      <a:pt x="86" y="23"/>
                    </a:lnTo>
                    <a:lnTo>
                      <a:pt x="86" y="23"/>
                    </a:lnTo>
                    <a:lnTo>
                      <a:pt x="86" y="23"/>
                    </a:lnTo>
                    <a:lnTo>
                      <a:pt x="86" y="23"/>
                    </a:lnTo>
                    <a:lnTo>
                      <a:pt x="88" y="23"/>
                    </a:lnTo>
                    <a:lnTo>
                      <a:pt x="88" y="23"/>
                    </a:lnTo>
                    <a:lnTo>
                      <a:pt x="88" y="21"/>
                    </a:lnTo>
                    <a:lnTo>
                      <a:pt x="88" y="21"/>
                    </a:lnTo>
                    <a:lnTo>
                      <a:pt x="88" y="19"/>
                    </a:lnTo>
                    <a:lnTo>
                      <a:pt x="88" y="19"/>
                    </a:lnTo>
                    <a:lnTo>
                      <a:pt x="88" y="19"/>
                    </a:lnTo>
                    <a:lnTo>
                      <a:pt x="88" y="16"/>
                    </a:lnTo>
                    <a:lnTo>
                      <a:pt x="88" y="16"/>
                    </a:lnTo>
                    <a:lnTo>
                      <a:pt x="88" y="16"/>
                    </a:lnTo>
                    <a:lnTo>
                      <a:pt x="88" y="14"/>
                    </a:lnTo>
                    <a:lnTo>
                      <a:pt x="88" y="14"/>
                    </a:lnTo>
                    <a:lnTo>
                      <a:pt x="88" y="14"/>
                    </a:lnTo>
                    <a:lnTo>
                      <a:pt x="88" y="14"/>
                    </a:lnTo>
                    <a:lnTo>
                      <a:pt x="88" y="14"/>
                    </a:lnTo>
                    <a:lnTo>
                      <a:pt x="90" y="14"/>
                    </a:lnTo>
                    <a:lnTo>
                      <a:pt x="90" y="12"/>
                    </a:lnTo>
                    <a:lnTo>
                      <a:pt x="90" y="12"/>
                    </a:lnTo>
                    <a:lnTo>
                      <a:pt x="90" y="12"/>
                    </a:lnTo>
                    <a:lnTo>
                      <a:pt x="93" y="12"/>
                    </a:lnTo>
                    <a:lnTo>
                      <a:pt x="93" y="12"/>
                    </a:lnTo>
                    <a:lnTo>
                      <a:pt x="93" y="12"/>
                    </a:lnTo>
                    <a:lnTo>
                      <a:pt x="93" y="14"/>
                    </a:lnTo>
                    <a:lnTo>
                      <a:pt x="93" y="14"/>
                    </a:lnTo>
                    <a:lnTo>
                      <a:pt x="93" y="14"/>
                    </a:lnTo>
                    <a:lnTo>
                      <a:pt x="93" y="16"/>
                    </a:lnTo>
                    <a:lnTo>
                      <a:pt x="93" y="16"/>
                    </a:lnTo>
                    <a:lnTo>
                      <a:pt x="93" y="16"/>
                    </a:lnTo>
                    <a:lnTo>
                      <a:pt x="95" y="16"/>
                    </a:lnTo>
                    <a:lnTo>
                      <a:pt x="95" y="19"/>
                    </a:lnTo>
                    <a:lnTo>
                      <a:pt x="93" y="19"/>
                    </a:lnTo>
                    <a:lnTo>
                      <a:pt x="93" y="19"/>
                    </a:lnTo>
                    <a:lnTo>
                      <a:pt x="95" y="19"/>
                    </a:lnTo>
                    <a:lnTo>
                      <a:pt x="95" y="21"/>
                    </a:lnTo>
                    <a:lnTo>
                      <a:pt x="93" y="21"/>
                    </a:lnTo>
                    <a:lnTo>
                      <a:pt x="93" y="21"/>
                    </a:lnTo>
                    <a:lnTo>
                      <a:pt x="93" y="21"/>
                    </a:lnTo>
                    <a:lnTo>
                      <a:pt x="93" y="21"/>
                    </a:lnTo>
                    <a:lnTo>
                      <a:pt x="90" y="21"/>
                    </a:lnTo>
                    <a:lnTo>
                      <a:pt x="90" y="21"/>
                    </a:lnTo>
                    <a:lnTo>
                      <a:pt x="90" y="23"/>
                    </a:lnTo>
                    <a:lnTo>
                      <a:pt x="90" y="23"/>
                    </a:lnTo>
                    <a:lnTo>
                      <a:pt x="90" y="23"/>
                    </a:lnTo>
                    <a:lnTo>
                      <a:pt x="88" y="23"/>
                    </a:lnTo>
                    <a:lnTo>
                      <a:pt x="88" y="23"/>
                    </a:lnTo>
                    <a:lnTo>
                      <a:pt x="88" y="26"/>
                    </a:lnTo>
                    <a:lnTo>
                      <a:pt x="88" y="26"/>
                    </a:lnTo>
                    <a:lnTo>
                      <a:pt x="90" y="26"/>
                    </a:lnTo>
                    <a:lnTo>
                      <a:pt x="90" y="26"/>
                    </a:lnTo>
                    <a:lnTo>
                      <a:pt x="90" y="26"/>
                    </a:lnTo>
                    <a:lnTo>
                      <a:pt x="90" y="28"/>
                    </a:lnTo>
                    <a:lnTo>
                      <a:pt x="93" y="28"/>
                    </a:lnTo>
                    <a:lnTo>
                      <a:pt x="93" y="28"/>
                    </a:lnTo>
                    <a:lnTo>
                      <a:pt x="90" y="28"/>
                    </a:lnTo>
                    <a:lnTo>
                      <a:pt x="90" y="28"/>
                    </a:lnTo>
                    <a:lnTo>
                      <a:pt x="90" y="31"/>
                    </a:lnTo>
                    <a:lnTo>
                      <a:pt x="90" y="31"/>
                    </a:lnTo>
                    <a:lnTo>
                      <a:pt x="90" y="31"/>
                    </a:lnTo>
                    <a:lnTo>
                      <a:pt x="93" y="31"/>
                    </a:lnTo>
                    <a:lnTo>
                      <a:pt x="93" y="31"/>
                    </a:lnTo>
                    <a:lnTo>
                      <a:pt x="93" y="31"/>
                    </a:lnTo>
                    <a:lnTo>
                      <a:pt x="93" y="31"/>
                    </a:lnTo>
                    <a:lnTo>
                      <a:pt x="95" y="31"/>
                    </a:lnTo>
                    <a:lnTo>
                      <a:pt x="95" y="31"/>
                    </a:lnTo>
                    <a:lnTo>
                      <a:pt x="95" y="31"/>
                    </a:lnTo>
                    <a:lnTo>
                      <a:pt x="95" y="31"/>
                    </a:lnTo>
                    <a:lnTo>
                      <a:pt x="95" y="33"/>
                    </a:lnTo>
                    <a:lnTo>
                      <a:pt x="95" y="33"/>
                    </a:lnTo>
                    <a:lnTo>
                      <a:pt x="95" y="33"/>
                    </a:lnTo>
                    <a:lnTo>
                      <a:pt x="95" y="35"/>
                    </a:lnTo>
                    <a:lnTo>
                      <a:pt x="95" y="35"/>
                    </a:lnTo>
                    <a:lnTo>
                      <a:pt x="95" y="35"/>
                    </a:lnTo>
                    <a:lnTo>
                      <a:pt x="95" y="38"/>
                    </a:lnTo>
                    <a:lnTo>
                      <a:pt x="95" y="38"/>
                    </a:lnTo>
                    <a:lnTo>
                      <a:pt x="95" y="38"/>
                    </a:lnTo>
                    <a:lnTo>
                      <a:pt x="97" y="38"/>
                    </a:lnTo>
                    <a:lnTo>
                      <a:pt x="97" y="40"/>
                    </a:lnTo>
                    <a:lnTo>
                      <a:pt x="97" y="40"/>
                    </a:lnTo>
                    <a:lnTo>
                      <a:pt x="97" y="40"/>
                    </a:lnTo>
                    <a:lnTo>
                      <a:pt x="97" y="42"/>
                    </a:lnTo>
                    <a:lnTo>
                      <a:pt x="97" y="42"/>
                    </a:lnTo>
                    <a:lnTo>
                      <a:pt x="97" y="42"/>
                    </a:lnTo>
                    <a:lnTo>
                      <a:pt x="97" y="42"/>
                    </a:lnTo>
                    <a:lnTo>
                      <a:pt x="97" y="45"/>
                    </a:lnTo>
                    <a:lnTo>
                      <a:pt x="95" y="45"/>
                    </a:lnTo>
                    <a:lnTo>
                      <a:pt x="95" y="45"/>
                    </a:lnTo>
                    <a:lnTo>
                      <a:pt x="95" y="45"/>
                    </a:lnTo>
                    <a:lnTo>
                      <a:pt x="95" y="47"/>
                    </a:lnTo>
                    <a:lnTo>
                      <a:pt x="95" y="47"/>
                    </a:lnTo>
                    <a:lnTo>
                      <a:pt x="93" y="47"/>
                    </a:lnTo>
                    <a:lnTo>
                      <a:pt x="93" y="47"/>
                    </a:lnTo>
                    <a:lnTo>
                      <a:pt x="93" y="50"/>
                    </a:lnTo>
                    <a:lnTo>
                      <a:pt x="95" y="50"/>
                    </a:lnTo>
                    <a:lnTo>
                      <a:pt x="95" y="50"/>
                    </a:lnTo>
                    <a:lnTo>
                      <a:pt x="95" y="50"/>
                    </a:lnTo>
                    <a:lnTo>
                      <a:pt x="95" y="50"/>
                    </a:lnTo>
                    <a:lnTo>
                      <a:pt x="97" y="50"/>
                    </a:lnTo>
                    <a:lnTo>
                      <a:pt x="97" y="50"/>
                    </a:lnTo>
                    <a:lnTo>
                      <a:pt x="97" y="50"/>
                    </a:lnTo>
                    <a:lnTo>
                      <a:pt x="97" y="50"/>
                    </a:lnTo>
                    <a:lnTo>
                      <a:pt x="100" y="50"/>
                    </a:lnTo>
                    <a:lnTo>
                      <a:pt x="100" y="52"/>
                    </a:lnTo>
                    <a:lnTo>
                      <a:pt x="100" y="52"/>
                    </a:lnTo>
                    <a:lnTo>
                      <a:pt x="100" y="52"/>
                    </a:lnTo>
                    <a:lnTo>
                      <a:pt x="100" y="54"/>
                    </a:lnTo>
                    <a:lnTo>
                      <a:pt x="97" y="54"/>
                    </a:lnTo>
                    <a:lnTo>
                      <a:pt x="97" y="54"/>
                    </a:lnTo>
                    <a:lnTo>
                      <a:pt x="100" y="54"/>
                    </a:lnTo>
                    <a:lnTo>
                      <a:pt x="100" y="57"/>
                    </a:lnTo>
                    <a:lnTo>
                      <a:pt x="100" y="57"/>
                    </a:lnTo>
                    <a:lnTo>
                      <a:pt x="100" y="57"/>
                    </a:lnTo>
                    <a:lnTo>
                      <a:pt x="100" y="57"/>
                    </a:lnTo>
                    <a:lnTo>
                      <a:pt x="100" y="59"/>
                    </a:lnTo>
                    <a:lnTo>
                      <a:pt x="100" y="59"/>
                    </a:lnTo>
                    <a:lnTo>
                      <a:pt x="100" y="59"/>
                    </a:lnTo>
                    <a:lnTo>
                      <a:pt x="100" y="61"/>
                    </a:lnTo>
                    <a:lnTo>
                      <a:pt x="100" y="61"/>
                    </a:lnTo>
                    <a:lnTo>
                      <a:pt x="100" y="64"/>
                    </a:lnTo>
                    <a:lnTo>
                      <a:pt x="100" y="64"/>
                    </a:lnTo>
                    <a:lnTo>
                      <a:pt x="100" y="64"/>
                    </a:lnTo>
                    <a:lnTo>
                      <a:pt x="100" y="64"/>
                    </a:lnTo>
                    <a:lnTo>
                      <a:pt x="100" y="66"/>
                    </a:lnTo>
                    <a:lnTo>
                      <a:pt x="97" y="66"/>
                    </a:lnTo>
                    <a:lnTo>
                      <a:pt x="97" y="66"/>
                    </a:lnTo>
                    <a:lnTo>
                      <a:pt x="100" y="66"/>
                    </a:lnTo>
                    <a:lnTo>
                      <a:pt x="100" y="68"/>
                    </a:lnTo>
                    <a:lnTo>
                      <a:pt x="100" y="68"/>
                    </a:lnTo>
                    <a:lnTo>
                      <a:pt x="100" y="68"/>
                    </a:lnTo>
                    <a:lnTo>
                      <a:pt x="100" y="68"/>
                    </a:lnTo>
                    <a:lnTo>
                      <a:pt x="100" y="71"/>
                    </a:lnTo>
                    <a:lnTo>
                      <a:pt x="102" y="71"/>
                    </a:lnTo>
                    <a:lnTo>
                      <a:pt x="102" y="71"/>
                    </a:lnTo>
                    <a:lnTo>
                      <a:pt x="102" y="71"/>
                    </a:lnTo>
                    <a:lnTo>
                      <a:pt x="102" y="73"/>
                    </a:lnTo>
                    <a:lnTo>
                      <a:pt x="102" y="73"/>
                    </a:lnTo>
                    <a:lnTo>
                      <a:pt x="102" y="73"/>
                    </a:lnTo>
                    <a:lnTo>
                      <a:pt x="105" y="73"/>
                    </a:lnTo>
                    <a:lnTo>
                      <a:pt x="105" y="76"/>
                    </a:lnTo>
                    <a:lnTo>
                      <a:pt x="105" y="76"/>
                    </a:lnTo>
                    <a:lnTo>
                      <a:pt x="105" y="78"/>
                    </a:lnTo>
                    <a:lnTo>
                      <a:pt x="105" y="78"/>
                    </a:lnTo>
                    <a:lnTo>
                      <a:pt x="102" y="78"/>
                    </a:lnTo>
                    <a:lnTo>
                      <a:pt x="102" y="80"/>
                    </a:lnTo>
                    <a:lnTo>
                      <a:pt x="102" y="80"/>
                    </a:lnTo>
                    <a:lnTo>
                      <a:pt x="105" y="80"/>
                    </a:lnTo>
                    <a:lnTo>
                      <a:pt x="105" y="83"/>
                    </a:lnTo>
                    <a:lnTo>
                      <a:pt x="105" y="83"/>
                    </a:lnTo>
                    <a:lnTo>
                      <a:pt x="105" y="83"/>
                    </a:lnTo>
                    <a:lnTo>
                      <a:pt x="102" y="83"/>
                    </a:lnTo>
                    <a:lnTo>
                      <a:pt x="102" y="85"/>
                    </a:lnTo>
                    <a:lnTo>
                      <a:pt x="102" y="85"/>
                    </a:lnTo>
                    <a:lnTo>
                      <a:pt x="102" y="85"/>
                    </a:lnTo>
                    <a:lnTo>
                      <a:pt x="102" y="87"/>
                    </a:lnTo>
                    <a:lnTo>
                      <a:pt x="100" y="87"/>
                    </a:lnTo>
                    <a:lnTo>
                      <a:pt x="100" y="87"/>
                    </a:lnTo>
                    <a:lnTo>
                      <a:pt x="100" y="87"/>
                    </a:lnTo>
                    <a:lnTo>
                      <a:pt x="100" y="90"/>
                    </a:lnTo>
                    <a:lnTo>
                      <a:pt x="100" y="90"/>
                    </a:lnTo>
                    <a:lnTo>
                      <a:pt x="100" y="90"/>
                    </a:lnTo>
                    <a:lnTo>
                      <a:pt x="97" y="90"/>
                    </a:lnTo>
                    <a:lnTo>
                      <a:pt x="97" y="90"/>
                    </a:lnTo>
                    <a:lnTo>
                      <a:pt x="97" y="92"/>
                    </a:lnTo>
                    <a:lnTo>
                      <a:pt x="97" y="92"/>
                    </a:lnTo>
                    <a:lnTo>
                      <a:pt x="97" y="92"/>
                    </a:lnTo>
                    <a:lnTo>
                      <a:pt x="97" y="92"/>
                    </a:lnTo>
                    <a:lnTo>
                      <a:pt x="97" y="95"/>
                    </a:lnTo>
                    <a:lnTo>
                      <a:pt x="97" y="95"/>
                    </a:lnTo>
                    <a:lnTo>
                      <a:pt x="95" y="95"/>
                    </a:lnTo>
                    <a:lnTo>
                      <a:pt x="95" y="95"/>
                    </a:lnTo>
                    <a:lnTo>
                      <a:pt x="95" y="97"/>
                    </a:lnTo>
                    <a:lnTo>
                      <a:pt x="95" y="97"/>
                    </a:lnTo>
                    <a:lnTo>
                      <a:pt x="95" y="97"/>
                    </a:lnTo>
                    <a:lnTo>
                      <a:pt x="95" y="99"/>
                    </a:lnTo>
                    <a:lnTo>
                      <a:pt x="95" y="99"/>
                    </a:lnTo>
                    <a:lnTo>
                      <a:pt x="95" y="102"/>
                    </a:lnTo>
                    <a:lnTo>
                      <a:pt x="95" y="102"/>
                    </a:lnTo>
                    <a:lnTo>
                      <a:pt x="95" y="102"/>
                    </a:lnTo>
                    <a:lnTo>
                      <a:pt x="95" y="104"/>
                    </a:lnTo>
                    <a:lnTo>
                      <a:pt x="95" y="104"/>
                    </a:lnTo>
                    <a:lnTo>
                      <a:pt x="95" y="104"/>
                    </a:lnTo>
                    <a:lnTo>
                      <a:pt x="95" y="106"/>
                    </a:lnTo>
                    <a:lnTo>
                      <a:pt x="95" y="106"/>
                    </a:lnTo>
                    <a:lnTo>
                      <a:pt x="95" y="109"/>
                    </a:lnTo>
                    <a:lnTo>
                      <a:pt x="93" y="109"/>
                    </a:lnTo>
                    <a:lnTo>
                      <a:pt x="93" y="106"/>
                    </a:lnTo>
                    <a:lnTo>
                      <a:pt x="93" y="106"/>
                    </a:lnTo>
                    <a:lnTo>
                      <a:pt x="93" y="106"/>
                    </a:lnTo>
                    <a:lnTo>
                      <a:pt x="93" y="104"/>
                    </a:lnTo>
                    <a:lnTo>
                      <a:pt x="93" y="104"/>
                    </a:lnTo>
                    <a:lnTo>
                      <a:pt x="93" y="104"/>
                    </a:lnTo>
                    <a:lnTo>
                      <a:pt x="93" y="102"/>
                    </a:lnTo>
                    <a:lnTo>
                      <a:pt x="93" y="102"/>
                    </a:lnTo>
                    <a:lnTo>
                      <a:pt x="90" y="102"/>
                    </a:lnTo>
                    <a:lnTo>
                      <a:pt x="90" y="102"/>
                    </a:lnTo>
                    <a:lnTo>
                      <a:pt x="93" y="102"/>
                    </a:lnTo>
                    <a:lnTo>
                      <a:pt x="93" y="99"/>
                    </a:lnTo>
                    <a:lnTo>
                      <a:pt x="90" y="99"/>
                    </a:lnTo>
                    <a:lnTo>
                      <a:pt x="90" y="99"/>
                    </a:lnTo>
                    <a:lnTo>
                      <a:pt x="90" y="97"/>
                    </a:lnTo>
                    <a:lnTo>
                      <a:pt x="90" y="97"/>
                    </a:lnTo>
                    <a:lnTo>
                      <a:pt x="90" y="95"/>
                    </a:lnTo>
                    <a:lnTo>
                      <a:pt x="90" y="95"/>
                    </a:lnTo>
                    <a:lnTo>
                      <a:pt x="90" y="92"/>
                    </a:lnTo>
                    <a:lnTo>
                      <a:pt x="90" y="92"/>
                    </a:lnTo>
                    <a:lnTo>
                      <a:pt x="90" y="92"/>
                    </a:lnTo>
                    <a:lnTo>
                      <a:pt x="88" y="92"/>
                    </a:lnTo>
                    <a:lnTo>
                      <a:pt x="88" y="92"/>
                    </a:lnTo>
                    <a:lnTo>
                      <a:pt x="88" y="90"/>
                    </a:lnTo>
                    <a:lnTo>
                      <a:pt x="88" y="90"/>
                    </a:lnTo>
                    <a:lnTo>
                      <a:pt x="88" y="87"/>
                    </a:lnTo>
                    <a:lnTo>
                      <a:pt x="88" y="87"/>
                    </a:lnTo>
                    <a:lnTo>
                      <a:pt x="88" y="87"/>
                    </a:lnTo>
                    <a:lnTo>
                      <a:pt x="88" y="87"/>
                    </a:lnTo>
                    <a:lnTo>
                      <a:pt x="88" y="85"/>
                    </a:lnTo>
                    <a:lnTo>
                      <a:pt x="88" y="85"/>
                    </a:lnTo>
                    <a:lnTo>
                      <a:pt x="86" y="85"/>
                    </a:lnTo>
                    <a:lnTo>
                      <a:pt x="86" y="85"/>
                    </a:lnTo>
                    <a:lnTo>
                      <a:pt x="86" y="87"/>
                    </a:lnTo>
                    <a:lnTo>
                      <a:pt x="86" y="87"/>
                    </a:lnTo>
                    <a:lnTo>
                      <a:pt x="86" y="87"/>
                    </a:lnTo>
                    <a:lnTo>
                      <a:pt x="86" y="90"/>
                    </a:lnTo>
                    <a:lnTo>
                      <a:pt x="86" y="90"/>
                    </a:lnTo>
                    <a:lnTo>
                      <a:pt x="86" y="92"/>
                    </a:lnTo>
                    <a:lnTo>
                      <a:pt x="86" y="92"/>
                    </a:lnTo>
                    <a:lnTo>
                      <a:pt x="86" y="92"/>
                    </a:lnTo>
                    <a:lnTo>
                      <a:pt x="83" y="92"/>
                    </a:lnTo>
                    <a:lnTo>
                      <a:pt x="83" y="92"/>
                    </a:lnTo>
                    <a:lnTo>
                      <a:pt x="83" y="92"/>
                    </a:lnTo>
                    <a:lnTo>
                      <a:pt x="83" y="90"/>
                    </a:lnTo>
                    <a:lnTo>
                      <a:pt x="83" y="90"/>
                    </a:lnTo>
                    <a:lnTo>
                      <a:pt x="83" y="90"/>
                    </a:lnTo>
                    <a:lnTo>
                      <a:pt x="83" y="87"/>
                    </a:lnTo>
                    <a:lnTo>
                      <a:pt x="83" y="87"/>
                    </a:lnTo>
                    <a:lnTo>
                      <a:pt x="81" y="87"/>
                    </a:lnTo>
                    <a:lnTo>
                      <a:pt x="81" y="87"/>
                    </a:lnTo>
                    <a:lnTo>
                      <a:pt x="81" y="90"/>
                    </a:lnTo>
                    <a:lnTo>
                      <a:pt x="81" y="90"/>
                    </a:lnTo>
                    <a:lnTo>
                      <a:pt x="81" y="90"/>
                    </a:lnTo>
                    <a:lnTo>
                      <a:pt x="79" y="90"/>
                    </a:lnTo>
                    <a:lnTo>
                      <a:pt x="79" y="92"/>
                    </a:lnTo>
                    <a:lnTo>
                      <a:pt x="79" y="92"/>
                    </a:lnTo>
                    <a:lnTo>
                      <a:pt x="79" y="92"/>
                    </a:lnTo>
                    <a:lnTo>
                      <a:pt x="79" y="92"/>
                    </a:lnTo>
                    <a:lnTo>
                      <a:pt x="79" y="95"/>
                    </a:lnTo>
                    <a:lnTo>
                      <a:pt x="79" y="95"/>
                    </a:lnTo>
                    <a:lnTo>
                      <a:pt x="79" y="95"/>
                    </a:lnTo>
                    <a:lnTo>
                      <a:pt x="79" y="97"/>
                    </a:lnTo>
                    <a:lnTo>
                      <a:pt x="79" y="97"/>
                    </a:lnTo>
                    <a:lnTo>
                      <a:pt x="79" y="97"/>
                    </a:lnTo>
                    <a:lnTo>
                      <a:pt x="79" y="99"/>
                    </a:lnTo>
                    <a:lnTo>
                      <a:pt x="79" y="99"/>
                    </a:lnTo>
                    <a:lnTo>
                      <a:pt x="79" y="99"/>
                    </a:lnTo>
                    <a:lnTo>
                      <a:pt x="81" y="99"/>
                    </a:lnTo>
                    <a:lnTo>
                      <a:pt x="81" y="102"/>
                    </a:lnTo>
                    <a:lnTo>
                      <a:pt x="81" y="102"/>
                    </a:lnTo>
                    <a:lnTo>
                      <a:pt x="81" y="102"/>
                    </a:lnTo>
                    <a:lnTo>
                      <a:pt x="81" y="102"/>
                    </a:lnTo>
                    <a:lnTo>
                      <a:pt x="81" y="102"/>
                    </a:lnTo>
                    <a:lnTo>
                      <a:pt x="81" y="104"/>
                    </a:lnTo>
                    <a:lnTo>
                      <a:pt x="83" y="104"/>
                    </a:lnTo>
                    <a:lnTo>
                      <a:pt x="83" y="104"/>
                    </a:lnTo>
                    <a:lnTo>
                      <a:pt x="83" y="106"/>
                    </a:lnTo>
                    <a:lnTo>
                      <a:pt x="83" y="106"/>
                    </a:lnTo>
                    <a:lnTo>
                      <a:pt x="83" y="106"/>
                    </a:lnTo>
                    <a:lnTo>
                      <a:pt x="83" y="109"/>
                    </a:lnTo>
                    <a:lnTo>
                      <a:pt x="83" y="109"/>
                    </a:lnTo>
                    <a:lnTo>
                      <a:pt x="86" y="109"/>
                    </a:lnTo>
                    <a:lnTo>
                      <a:pt x="86" y="111"/>
                    </a:lnTo>
                    <a:lnTo>
                      <a:pt x="86" y="111"/>
                    </a:lnTo>
                    <a:lnTo>
                      <a:pt x="86" y="111"/>
                    </a:lnTo>
                    <a:lnTo>
                      <a:pt x="83" y="111"/>
                    </a:lnTo>
                    <a:lnTo>
                      <a:pt x="83" y="113"/>
                    </a:lnTo>
                    <a:lnTo>
                      <a:pt x="83" y="113"/>
                    </a:lnTo>
                    <a:lnTo>
                      <a:pt x="83" y="116"/>
                    </a:lnTo>
                    <a:lnTo>
                      <a:pt x="83" y="116"/>
                    </a:lnTo>
                    <a:lnTo>
                      <a:pt x="83" y="116"/>
                    </a:lnTo>
                    <a:lnTo>
                      <a:pt x="83" y="118"/>
                    </a:lnTo>
                    <a:lnTo>
                      <a:pt x="81" y="118"/>
                    </a:lnTo>
                    <a:lnTo>
                      <a:pt x="81" y="118"/>
                    </a:lnTo>
                    <a:lnTo>
                      <a:pt x="81" y="118"/>
                    </a:lnTo>
                    <a:lnTo>
                      <a:pt x="81" y="121"/>
                    </a:lnTo>
                    <a:lnTo>
                      <a:pt x="81" y="121"/>
                    </a:lnTo>
                    <a:lnTo>
                      <a:pt x="81" y="121"/>
                    </a:lnTo>
                    <a:lnTo>
                      <a:pt x="81" y="123"/>
                    </a:lnTo>
                    <a:lnTo>
                      <a:pt x="79" y="123"/>
                    </a:lnTo>
                    <a:lnTo>
                      <a:pt x="79" y="123"/>
                    </a:lnTo>
                    <a:lnTo>
                      <a:pt x="79" y="123"/>
                    </a:lnTo>
                    <a:lnTo>
                      <a:pt x="79" y="123"/>
                    </a:lnTo>
                    <a:lnTo>
                      <a:pt x="79" y="125"/>
                    </a:lnTo>
                    <a:lnTo>
                      <a:pt x="79" y="125"/>
                    </a:lnTo>
                    <a:lnTo>
                      <a:pt x="79" y="125"/>
                    </a:lnTo>
                    <a:lnTo>
                      <a:pt x="76" y="125"/>
                    </a:lnTo>
                    <a:lnTo>
                      <a:pt x="76" y="125"/>
                    </a:lnTo>
                    <a:lnTo>
                      <a:pt x="74" y="125"/>
                    </a:lnTo>
                    <a:lnTo>
                      <a:pt x="74" y="125"/>
                    </a:lnTo>
                    <a:lnTo>
                      <a:pt x="74" y="125"/>
                    </a:lnTo>
                    <a:lnTo>
                      <a:pt x="74" y="123"/>
                    </a:lnTo>
                    <a:lnTo>
                      <a:pt x="74" y="123"/>
                    </a:lnTo>
                    <a:lnTo>
                      <a:pt x="74" y="123"/>
                    </a:lnTo>
                    <a:lnTo>
                      <a:pt x="74" y="123"/>
                    </a:lnTo>
                    <a:lnTo>
                      <a:pt x="74" y="123"/>
                    </a:lnTo>
                    <a:lnTo>
                      <a:pt x="74" y="123"/>
                    </a:lnTo>
                    <a:lnTo>
                      <a:pt x="74" y="121"/>
                    </a:lnTo>
                    <a:lnTo>
                      <a:pt x="71" y="121"/>
                    </a:lnTo>
                    <a:lnTo>
                      <a:pt x="71" y="121"/>
                    </a:lnTo>
                    <a:lnTo>
                      <a:pt x="71" y="118"/>
                    </a:lnTo>
                    <a:lnTo>
                      <a:pt x="71" y="118"/>
                    </a:lnTo>
                    <a:lnTo>
                      <a:pt x="74" y="118"/>
                    </a:lnTo>
                    <a:lnTo>
                      <a:pt x="74" y="116"/>
                    </a:lnTo>
                    <a:lnTo>
                      <a:pt x="74" y="116"/>
                    </a:lnTo>
                    <a:lnTo>
                      <a:pt x="74" y="116"/>
                    </a:lnTo>
                    <a:lnTo>
                      <a:pt x="74" y="113"/>
                    </a:lnTo>
                    <a:lnTo>
                      <a:pt x="74" y="113"/>
                    </a:lnTo>
                    <a:lnTo>
                      <a:pt x="74" y="111"/>
                    </a:lnTo>
                    <a:lnTo>
                      <a:pt x="74" y="111"/>
                    </a:lnTo>
                    <a:lnTo>
                      <a:pt x="71" y="111"/>
                    </a:lnTo>
                    <a:lnTo>
                      <a:pt x="71" y="113"/>
                    </a:lnTo>
                    <a:lnTo>
                      <a:pt x="71" y="113"/>
                    </a:lnTo>
                    <a:lnTo>
                      <a:pt x="71" y="116"/>
                    </a:lnTo>
                    <a:lnTo>
                      <a:pt x="71" y="116"/>
                    </a:lnTo>
                    <a:lnTo>
                      <a:pt x="71" y="116"/>
                    </a:lnTo>
                    <a:lnTo>
                      <a:pt x="71" y="118"/>
                    </a:lnTo>
                    <a:lnTo>
                      <a:pt x="71" y="118"/>
                    </a:lnTo>
                    <a:lnTo>
                      <a:pt x="71" y="118"/>
                    </a:lnTo>
                    <a:lnTo>
                      <a:pt x="69" y="118"/>
                    </a:lnTo>
                    <a:lnTo>
                      <a:pt x="69" y="118"/>
                    </a:lnTo>
                    <a:lnTo>
                      <a:pt x="67" y="118"/>
                    </a:lnTo>
                    <a:lnTo>
                      <a:pt x="67" y="118"/>
                    </a:lnTo>
                    <a:lnTo>
                      <a:pt x="67" y="118"/>
                    </a:lnTo>
                    <a:lnTo>
                      <a:pt x="67" y="118"/>
                    </a:lnTo>
                    <a:lnTo>
                      <a:pt x="64" y="118"/>
                    </a:lnTo>
                    <a:lnTo>
                      <a:pt x="64" y="118"/>
                    </a:lnTo>
                    <a:lnTo>
                      <a:pt x="62" y="118"/>
                    </a:lnTo>
                    <a:lnTo>
                      <a:pt x="62" y="116"/>
                    </a:lnTo>
                    <a:lnTo>
                      <a:pt x="62" y="116"/>
                    </a:lnTo>
                    <a:lnTo>
                      <a:pt x="62" y="116"/>
                    </a:lnTo>
                    <a:lnTo>
                      <a:pt x="62" y="116"/>
                    </a:lnTo>
                    <a:lnTo>
                      <a:pt x="60" y="116"/>
                    </a:lnTo>
                    <a:lnTo>
                      <a:pt x="60" y="116"/>
                    </a:lnTo>
                    <a:lnTo>
                      <a:pt x="60" y="113"/>
                    </a:lnTo>
                    <a:lnTo>
                      <a:pt x="60" y="113"/>
                    </a:lnTo>
                    <a:lnTo>
                      <a:pt x="57" y="113"/>
                    </a:lnTo>
                    <a:lnTo>
                      <a:pt x="57" y="113"/>
                    </a:lnTo>
                    <a:lnTo>
                      <a:pt x="57" y="113"/>
                    </a:lnTo>
                    <a:lnTo>
                      <a:pt x="55" y="113"/>
                    </a:lnTo>
                    <a:lnTo>
                      <a:pt x="55" y="111"/>
                    </a:lnTo>
                    <a:lnTo>
                      <a:pt x="55" y="111"/>
                    </a:lnTo>
                    <a:lnTo>
                      <a:pt x="55" y="111"/>
                    </a:lnTo>
                    <a:lnTo>
                      <a:pt x="52" y="111"/>
                    </a:lnTo>
                    <a:lnTo>
                      <a:pt x="52" y="111"/>
                    </a:lnTo>
                    <a:lnTo>
                      <a:pt x="52" y="111"/>
                    </a:lnTo>
                    <a:lnTo>
                      <a:pt x="52" y="111"/>
                    </a:lnTo>
                    <a:lnTo>
                      <a:pt x="52" y="111"/>
                    </a:lnTo>
                    <a:lnTo>
                      <a:pt x="50" y="111"/>
                    </a:lnTo>
                    <a:lnTo>
                      <a:pt x="50" y="109"/>
                    </a:lnTo>
                    <a:lnTo>
                      <a:pt x="50" y="109"/>
                    </a:lnTo>
                    <a:lnTo>
                      <a:pt x="50" y="109"/>
                    </a:lnTo>
                    <a:lnTo>
                      <a:pt x="50" y="106"/>
                    </a:lnTo>
                    <a:lnTo>
                      <a:pt x="48" y="106"/>
                    </a:lnTo>
                    <a:lnTo>
                      <a:pt x="48" y="106"/>
                    </a:lnTo>
                    <a:lnTo>
                      <a:pt x="48" y="106"/>
                    </a:lnTo>
                    <a:lnTo>
                      <a:pt x="48" y="104"/>
                    </a:lnTo>
                    <a:lnTo>
                      <a:pt x="48" y="104"/>
                    </a:lnTo>
                    <a:lnTo>
                      <a:pt x="48" y="104"/>
                    </a:lnTo>
                    <a:lnTo>
                      <a:pt x="48" y="102"/>
                    </a:lnTo>
                    <a:lnTo>
                      <a:pt x="48" y="102"/>
                    </a:lnTo>
                    <a:lnTo>
                      <a:pt x="48" y="102"/>
                    </a:lnTo>
                    <a:lnTo>
                      <a:pt x="48" y="99"/>
                    </a:lnTo>
                    <a:lnTo>
                      <a:pt x="48" y="99"/>
                    </a:lnTo>
                    <a:lnTo>
                      <a:pt x="48" y="99"/>
                    </a:lnTo>
                    <a:lnTo>
                      <a:pt x="48" y="99"/>
                    </a:lnTo>
                    <a:lnTo>
                      <a:pt x="48" y="97"/>
                    </a:lnTo>
                    <a:lnTo>
                      <a:pt x="48" y="97"/>
                    </a:lnTo>
                    <a:lnTo>
                      <a:pt x="48" y="95"/>
                    </a:lnTo>
                    <a:lnTo>
                      <a:pt x="45" y="95"/>
                    </a:lnTo>
                    <a:lnTo>
                      <a:pt x="45" y="95"/>
                    </a:lnTo>
                    <a:lnTo>
                      <a:pt x="45" y="95"/>
                    </a:lnTo>
                    <a:lnTo>
                      <a:pt x="45" y="92"/>
                    </a:lnTo>
                    <a:lnTo>
                      <a:pt x="45" y="92"/>
                    </a:lnTo>
                    <a:lnTo>
                      <a:pt x="45" y="92"/>
                    </a:lnTo>
                    <a:lnTo>
                      <a:pt x="45" y="92"/>
                    </a:lnTo>
                    <a:lnTo>
                      <a:pt x="45" y="90"/>
                    </a:lnTo>
                    <a:lnTo>
                      <a:pt x="45" y="90"/>
                    </a:lnTo>
                    <a:lnTo>
                      <a:pt x="45" y="87"/>
                    </a:lnTo>
                    <a:lnTo>
                      <a:pt x="45" y="87"/>
                    </a:lnTo>
                    <a:lnTo>
                      <a:pt x="48" y="87"/>
                    </a:lnTo>
                    <a:lnTo>
                      <a:pt x="48" y="85"/>
                    </a:lnTo>
                    <a:lnTo>
                      <a:pt x="48" y="85"/>
                    </a:lnTo>
                    <a:lnTo>
                      <a:pt x="48" y="85"/>
                    </a:lnTo>
                    <a:lnTo>
                      <a:pt x="48" y="85"/>
                    </a:lnTo>
                    <a:lnTo>
                      <a:pt x="50" y="85"/>
                    </a:lnTo>
                    <a:lnTo>
                      <a:pt x="50" y="83"/>
                    </a:lnTo>
                    <a:lnTo>
                      <a:pt x="50" y="83"/>
                    </a:lnTo>
                    <a:lnTo>
                      <a:pt x="50" y="83"/>
                    </a:lnTo>
                    <a:lnTo>
                      <a:pt x="50" y="83"/>
                    </a:lnTo>
                    <a:lnTo>
                      <a:pt x="52" y="83"/>
                    </a:lnTo>
                    <a:lnTo>
                      <a:pt x="52" y="80"/>
                    </a:lnTo>
                    <a:lnTo>
                      <a:pt x="50" y="80"/>
                    </a:lnTo>
                    <a:lnTo>
                      <a:pt x="50" y="80"/>
                    </a:lnTo>
                    <a:lnTo>
                      <a:pt x="50" y="80"/>
                    </a:lnTo>
                    <a:lnTo>
                      <a:pt x="50" y="78"/>
                    </a:lnTo>
                    <a:lnTo>
                      <a:pt x="50" y="78"/>
                    </a:lnTo>
                    <a:lnTo>
                      <a:pt x="48" y="78"/>
                    </a:lnTo>
                    <a:lnTo>
                      <a:pt x="48" y="76"/>
                    </a:lnTo>
                    <a:lnTo>
                      <a:pt x="48" y="76"/>
                    </a:lnTo>
                    <a:lnTo>
                      <a:pt x="48" y="76"/>
                    </a:lnTo>
                    <a:lnTo>
                      <a:pt x="48" y="73"/>
                    </a:lnTo>
                    <a:lnTo>
                      <a:pt x="48" y="73"/>
                    </a:lnTo>
                    <a:lnTo>
                      <a:pt x="48" y="73"/>
                    </a:lnTo>
                    <a:lnTo>
                      <a:pt x="45" y="73"/>
                    </a:lnTo>
                    <a:lnTo>
                      <a:pt x="45" y="73"/>
                    </a:lnTo>
                    <a:lnTo>
                      <a:pt x="45" y="73"/>
                    </a:lnTo>
                    <a:lnTo>
                      <a:pt x="45" y="73"/>
                    </a:lnTo>
                    <a:lnTo>
                      <a:pt x="43" y="73"/>
                    </a:lnTo>
                    <a:lnTo>
                      <a:pt x="43" y="73"/>
                    </a:lnTo>
                    <a:lnTo>
                      <a:pt x="41" y="73"/>
                    </a:lnTo>
                    <a:lnTo>
                      <a:pt x="41" y="71"/>
                    </a:lnTo>
                    <a:lnTo>
                      <a:pt x="41" y="71"/>
                    </a:lnTo>
                    <a:lnTo>
                      <a:pt x="41" y="71"/>
                    </a:lnTo>
                    <a:lnTo>
                      <a:pt x="41" y="68"/>
                    </a:lnTo>
                    <a:lnTo>
                      <a:pt x="41" y="68"/>
                    </a:lnTo>
                    <a:lnTo>
                      <a:pt x="38" y="68"/>
                    </a:lnTo>
                    <a:lnTo>
                      <a:pt x="38" y="68"/>
                    </a:lnTo>
                    <a:lnTo>
                      <a:pt x="38" y="68"/>
                    </a:lnTo>
                    <a:lnTo>
                      <a:pt x="38" y="68"/>
                    </a:lnTo>
                    <a:lnTo>
                      <a:pt x="38" y="68"/>
                    </a:lnTo>
                    <a:lnTo>
                      <a:pt x="36" y="68"/>
                    </a:lnTo>
                    <a:lnTo>
                      <a:pt x="36" y="68"/>
                    </a:lnTo>
                    <a:lnTo>
                      <a:pt x="36" y="71"/>
                    </a:lnTo>
                    <a:lnTo>
                      <a:pt x="36" y="71"/>
                    </a:lnTo>
                    <a:lnTo>
                      <a:pt x="36" y="71"/>
                    </a:lnTo>
                    <a:lnTo>
                      <a:pt x="36" y="73"/>
                    </a:lnTo>
                    <a:lnTo>
                      <a:pt x="36" y="73"/>
                    </a:lnTo>
                    <a:lnTo>
                      <a:pt x="36" y="73"/>
                    </a:lnTo>
                    <a:lnTo>
                      <a:pt x="36" y="73"/>
                    </a:lnTo>
                    <a:lnTo>
                      <a:pt x="34" y="73"/>
                    </a:lnTo>
                    <a:lnTo>
                      <a:pt x="34" y="76"/>
                    </a:lnTo>
                    <a:lnTo>
                      <a:pt x="34" y="76"/>
                    </a:lnTo>
                    <a:lnTo>
                      <a:pt x="36" y="76"/>
                    </a:lnTo>
                    <a:lnTo>
                      <a:pt x="36" y="78"/>
                    </a:lnTo>
                    <a:lnTo>
                      <a:pt x="36" y="78"/>
                    </a:lnTo>
                    <a:lnTo>
                      <a:pt x="36" y="80"/>
                    </a:lnTo>
                    <a:lnTo>
                      <a:pt x="36" y="80"/>
                    </a:lnTo>
                    <a:lnTo>
                      <a:pt x="34" y="80"/>
                    </a:lnTo>
                    <a:lnTo>
                      <a:pt x="34" y="80"/>
                    </a:lnTo>
                    <a:lnTo>
                      <a:pt x="34" y="80"/>
                    </a:lnTo>
                    <a:lnTo>
                      <a:pt x="34" y="80"/>
                    </a:lnTo>
                    <a:lnTo>
                      <a:pt x="31" y="80"/>
                    </a:lnTo>
                    <a:lnTo>
                      <a:pt x="31" y="78"/>
                    </a:lnTo>
                    <a:lnTo>
                      <a:pt x="31" y="78"/>
                    </a:lnTo>
                    <a:lnTo>
                      <a:pt x="31" y="78"/>
                    </a:lnTo>
                    <a:lnTo>
                      <a:pt x="31" y="76"/>
                    </a:lnTo>
                    <a:lnTo>
                      <a:pt x="29" y="76"/>
                    </a:lnTo>
                    <a:lnTo>
                      <a:pt x="29" y="78"/>
                    </a:lnTo>
                    <a:lnTo>
                      <a:pt x="29" y="78"/>
                    </a:lnTo>
                    <a:lnTo>
                      <a:pt x="29" y="78"/>
                    </a:lnTo>
                    <a:lnTo>
                      <a:pt x="29" y="76"/>
                    </a:lnTo>
                    <a:lnTo>
                      <a:pt x="26" y="76"/>
                    </a:lnTo>
                    <a:lnTo>
                      <a:pt x="26" y="76"/>
                    </a:lnTo>
                    <a:lnTo>
                      <a:pt x="26" y="73"/>
                    </a:lnTo>
                    <a:lnTo>
                      <a:pt x="26" y="73"/>
                    </a:lnTo>
                    <a:lnTo>
                      <a:pt x="26" y="76"/>
                    </a:lnTo>
                    <a:lnTo>
                      <a:pt x="26" y="76"/>
                    </a:lnTo>
                    <a:lnTo>
                      <a:pt x="26" y="78"/>
                    </a:lnTo>
                    <a:lnTo>
                      <a:pt x="26" y="78"/>
                    </a:lnTo>
                    <a:lnTo>
                      <a:pt x="26" y="78"/>
                    </a:lnTo>
                    <a:lnTo>
                      <a:pt x="26" y="80"/>
                    </a:lnTo>
                    <a:lnTo>
                      <a:pt x="26" y="80"/>
                    </a:lnTo>
                    <a:lnTo>
                      <a:pt x="24" y="80"/>
                    </a:lnTo>
                    <a:lnTo>
                      <a:pt x="24" y="80"/>
                    </a:lnTo>
                    <a:lnTo>
                      <a:pt x="24" y="83"/>
                    </a:lnTo>
                    <a:lnTo>
                      <a:pt x="22" y="83"/>
                    </a:lnTo>
                    <a:lnTo>
                      <a:pt x="22" y="83"/>
                    </a:lnTo>
                    <a:lnTo>
                      <a:pt x="22" y="83"/>
                    </a:lnTo>
                    <a:lnTo>
                      <a:pt x="22" y="83"/>
                    </a:lnTo>
                    <a:lnTo>
                      <a:pt x="22" y="83"/>
                    </a:lnTo>
                    <a:lnTo>
                      <a:pt x="22" y="80"/>
                    </a:lnTo>
                    <a:lnTo>
                      <a:pt x="19" y="80"/>
                    </a:lnTo>
                    <a:lnTo>
                      <a:pt x="19" y="80"/>
                    </a:lnTo>
                    <a:lnTo>
                      <a:pt x="22" y="80"/>
                    </a:lnTo>
                    <a:lnTo>
                      <a:pt x="22" y="78"/>
                    </a:lnTo>
                    <a:lnTo>
                      <a:pt x="22" y="78"/>
                    </a:lnTo>
                    <a:lnTo>
                      <a:pt x="19" y="78"/>
                    </a:lnTo>
                    <a:lnTo>
                      <a:pt x="19" y="76"/>
                    </a:lnTo>
                    <a:lnTo>
                      <a:pt x="19" y="76"/>
                    </a:lnTo>
                    <a:lnTo>
                      <a:pt x="22" y="76"/>
                    </a:lnTo>
                    <a:lnTo>
                      <a:pt x="22" y="73"/>
                    </a:lnTo>
                    <a:lnTo>
                      <a:pt x="19" y="73"/>
                    </a:lnTo>
                    <a:lnTo>
                      <a:pt x="19" y="73"/>
                    </a:lnTo>
                    <a:lnTo>
                      <a:pt x="19" y="73"/>
                    </a:lnTo>
                    <a:lnTo>
                      <a:pt x="19" y="71"/>
                    </a:lnTo>
                    <a:lnTo>
                      <a:pt x="22" y="71"/>
                    </a:lnTo>
                    <a:lnTo>
                      <a:pt x="22" y="71"/>
                    </a:lnTo>
                    <a:lnTo>
                      <a:pt x="19" y="71"/>
                    </a:lnTo>
                    <a:lnTo>
                      <a:pt x="19" y="71"/>
                    </a:lnTo>
                    <a:lnTo>
                      <a:pt x="19" y="71"/>
                    </a:lnTo>
                    <a:lnTo>
                      <a:pt x="17" y="71"/>
                    </a:lnTo>
                    <a:lnTo>
                      <a:pt x="17" y="71"/>
                    </a:lnTo>
                    <a:lnTo>
                      <a:pt x="17" y="71"/>
                    </a:lnTo>
                    <a:lnTo>
                      <a:pt x="15" y="71"/>
                    </a:lnTo>
                    <a:lnTo>
                      <a:pt x="15" y="73"/>
                    </a:lnTo>
                    <a:lnTo>
                      <a:pt x="15" y="73"/>
                    </a:lnTo>
                    <a:lnTo>
                      <a:pt x="15" y="73"/>
                    </a:lnTo>
                    <a:lnTo>
                      <a:pt x="15" y="73"/>
                    </a:lnTo>
                    <a:lnTo>
                      <a:pt x="15" y="73"/>
                    </a:lnTo>
                    <a:lnTo>
                      <a:pt x="15" y="76"/>
                    </a:lnTo>
                    <a:lnTo>
                      <a:pt x="15" y="76"/>
                    </a:lnTo>
                    <a:lnTo>
                      <a:pt x="15" y="76"/>
                    </a:lnTo>
                    <a:lnTo>
                      <a:pt x="15" y="76"/>
                    </a:lnTo>
                    <a:lnTo>
                      <a:pt x="15" y="78"/>
                    </a:lnTo>
                    <a:lnTo>
                      <a:pt x="12" y="78"/>
                    </a:lnTo>
                    <a:lnTo>
                      <a:pt x="12" y="78"/>
                    </a:lnTo>
                    <a:lnTo>
                      <a:pt x="12" y="78"/>
                    </a:lnTo>
                    <a:lnTo>
                      <a:pt x="12" y="78"/>
                    </a:lnTo>
                    <a:lnTo>
                      <a:pt x="12" y="80"/>
                    </a:lnTo>
                    <a:lnTo>
                      <a:pt x="12" y="80"/>
                    </a:lnTo>
                    <a:lnTo>
                      <a:pt x="12" y="80"/>
                    </a:lnTo>
                    <a:lnTo>
                      <a:pt x="12" y="83"/>
                    </a:lnTo>
                    <a:lnTo>
                      <a:pt x="12" y="83"/>
                    </a:lnTo>
                    <a:lnTo>
                      <a:pt x="10" y="83"/>
                    </a:lnTo>
                    <a:lnTo>
                      <a:pt x="10" y="83"/>
                    </a:lnTo>
                    <a:lnTo>
                      <a:pt x="10" y="83"/>
                    </a:lnTo>
                    <a:lnTo>
                      <a:pt x="10" y="85"/>
                    </a:lnTo>
                    <a:lnTo>
                      <a:pt x="10" y="85"/>
                    </a:lnTo>
                    <a:lnTo>
                      <a:pt x="10" y="87"/>
                    </a:lnTo>
                    <a:lnTo>
                      <a:pt x="10" y="87"/>
                    </a:lnTo>
                    <a:lnTo>
                      <a:pt x="10" y="87"/>
                    </a:lnTo>
                    <a:lnTo>
                      <a:pt x="10" y="87"/>
                    </a:lnTo>
                    <a:lnTo>
                      <a:pt x="10" y="90"/>
                    </a:lnTo>
                    <a:lnTo>
                      <a:pt x="10" y="90"/>
                    </a:lnTo>
                    <a:lnTo>
                      <a:pt x="10" y="92"/>
                    </a:lnTo>
                    <a:lnTo>
                      <a:pt x="12" y="92"/>
                    </a:lnTo>
                    <a:lnTo>
                      <a:pt x="12" y="92"/>
                    </a:lnTo>
                    <a:lnTo>
                      <a:pt x="10" y="92"/>
                    </a:lnTo>
                    <a:lnTo>
                      <a:pt x="10" y="92"/>
                    </a:lnTo>
                    <a:lnTo>
                      <a:pt x="10" y="92"/>
                    </a:lnTo>
                    <a:lnTo>
                      <a:pt x="10" y="92"/>
                    </a:lnTo>
                    <a:lnTo>
                      <a:pt x="10" y="92"/>
                    </a:lnTo>
                    <a:lnTo>
                      <a:pt x="8" y="92"/>
                    </a:lnTo>
                    <a:lnTo>
                      <a:pt x="8" y="92"/>
                    </a:lnTo>
                    <a:lnTo>
                      <a:pt x="8" y="92"/>
                    </a:lnTo>
                    <a:lnTo>
                      <a:pt x="8" y="92"/>
                    </a:lnTo>
                    <a:lnTo>
                      <a:pt x="5" y="92"/>
                    </a:lnTo>
                    <a:lnTo>
                      <a:pt x="5" y="92"/>
                    </a:lnTo>
                    <a:lnTo>
                      <a:pt x="5" y="92"/>
                    </a:lnTo>
                    <a:lnTo>
                      <a:pt x="5" y="92"/>
                    </a:lnTo>
                    <a:lnTo>
                      <a:pt x="5" y="92"/>
                    </a:lnTo>
                    <a:lnTo>
                      <a:pt x="5" y="92"/>
                    </a:lnTo>
                    <a:lnTo>
                      <a:pt x="3" y="92"/>
                    </a:lnTo>
                    <a:lnTo>
                      <a:pt x="3" y="92"/>
                    </a:lnTo>
                    <a:lnTo>
                      <a:pt x="3" y="90"/>
                    </a:lnTo>
                    <a:lnTo>
                      <a:pt x="3" y="90"/>
                    </a:lnTo>
                    <a:lnTo>
                      <a:pt x="0" y="90"/>
                    </a:lnTo>
                    <a:lnTo>
                      <a:pt x="0" y="87"/>
                    </a:lnTo>
                    <a:lnTo>
                      <a:pt x="0" y="87"/>
                    </a:lnTo>
                    <a:lnTo>
                      <a:pt x="0" y="85"/>
                    </a:lnTo>
                    <a:lnTo>
                      <a:pt x="0" y="85"/>
                    </a:lnTo>
                    <a:lnTo>
                      <a:pt x="0" y="83"/>
                    </a:lnTo>
                    <a:lnTo>
                      <a:pt x="3" y="83"/>
                    </a:lnTo>
                    <a:lnTo>
                      <a:pt x="3" y="83"/>
                    </a:lnTo>
                    <a:lnTo>
                      <a:pt x="3" y="83"/>
                    </a:lnTo>
                    <a:lnTo>
                      <a:pt x="3" y="83"/>
                    </a:lnTo>
                    <a:lnTo>
                      <a:pt x="5" y="83"/>
                    </a:lnTo>
                    <a:lnTo>
                      <a:pt x="5" y="80"/>
                    </a:lnTo>
                    <a:lnTo>
                      <a:pt x="5" y="80"/>
                    </a:lnTo>
                    <a:lnTo>
                      <a:pt x="5" y="80"/>
                    </a:lnTo>
                    <a:lnTo>
                      <a:pt x="5" y="78"/>
                    </a:lnTo>
                    <a:lnTo>
                      <a:pt x="5" y="78"/>
                    </a:lnTo>
                    <a:lnTo>
                      <a:pt x="5" y="76"/>
                    </a:lnTo>
                    <a:lnTo>
                      <a:pt x="5" y="76"/>
                    </a:lnTo>
                    <a:lnTo>
                      <a:pt x="5" y="76"/>
                    </a:lnTo>
                    <a:lnTo>
                      <a:pt x="5" y="73"/>
                    </a:lnTo>
                    <a:lnTo>
                      <a:pt x="5" y="73"/>
                    </a:lnTo>
                    <a:lnTo>
                      <a:pt x="5" y="73"/>
                    </a:lnTo>
                    <a:lnTo>
                      <a:pt x="5" y="71"/>
                    </a:lnTo>
                    <a:lnTo>
                      <a:pt x="5" y="71"/>
                    </a:lnTo>
                    <a:lnTo>
                      <a:pt x="5" y="68"/>
                    </a:lnTo>
                    <a:lnTo>
                      <a:pt x="5" y="68"/>
                    </a:lnTo>
                    <a:lnTo>
                      <a:pt x="8" y="68"/>
                    </a:lnTo>
                    <a:lnTo>
                      <a:pt x="8" y="66"/>
                    </a:lnTo>
                    <a:lnTo>
                      <a:pt x="8" y="66"/>
                    </a:lnTo>
                    <a:lnTo>
                      <a:pt x="8" y="66"/>
                    </a:lnTo>
                    <a:lnTo>
                      <a:pt x="8" y="66"/>
                    </a:lnTo>
                    <a:lnTo>
                      <a:pt x="8" y="64"/>
                    </a:lnTo>
                    <a:lnTo>
                      <a:pt x="8" y="64"/>
                    </a:lnTo>
                    <a:lnTo>
                      <a:pt x="10" y="64"/>
                    </a:lnTo>
                    <a:lnTo>
                      <a:pt x="10" y="64"/>
                    </a:lnTo>
                    <a:lnTo>
                      <a:pt x="10" y="64"/>
                    </a:lnTo>
                    <a:lnTo>
                      <a:pt x="12" y="64"/>
                    </a:lnTo>
                    <a:lnTo>
                      <a:pt x="12" y="61"/>
                    </a:lnTo>
                    <a:lnTo>
                      <a:pt x="12" y="61"/>
                    </a:lnTo>
                    <a:lnTo>
                      <a:pt x="12" y="61"/>
                    </a:lnTo>
                    <a:lnTo>
                      <a:pt x="15" y="61"/>
                    </a:lnTo>
                    <a:lnTo>
                      <a:pt x="15" y="61"/>
                    </a:lnTo>
                    <a:lnTo>
                      <a:pt x="15" y="61"/>
                    </a:lnTo>
                    <a:lnTo>
                      <a:pt x="15" y="61"/>
                    </a:lnTo>
                    <a:lnTo>
                      <a:pt x="17" y="61"/>
                    </a:lnTo>
                    <a:lnTo>
                      <a:pt x="17" y="61"/>
                    </a:lnTo>
                    <a:lnTo>
                      <a:pt x="17" y="59"/>
                    </a:lnTo>
                    <a:lnTo>
                      <a:pt x="19" y="59"/>
                    </a:lnTo>
                    <a:lnTo>
                      <a:pt x="19" y="59"/>
                    </a:lnTo>
                    <a:lnTo>
                      <a:pt x="19" y="61"/>
                    </a:lnTo>
                    <a:lnTo>
                      <a:pt x="19" y="61"/>
                    </a:lnTo>
                    <a:lnTo>
                      <a:pt x="22" y="61"/>
                    </a:lnTo>
                    <a:lnTo>
                      <a:pt x="22" y="59"/>
                    </a:lnTo>
                    <a:lnTo>
                      <a:pt x="22" y="59"/>
                    </a:lnTo>
                    <a:lnTo>
                      <a:pt x="22" y="59"/>
                    </a:lnTo>
                    <a:lnTo>
                      <a:pt x="24" y="59"/>
                    </a:lnTo>
                    <a:lnTo>
                      <a:pt x="24" y="59"/>
                    </a:lnTo>
                    <a:lnTo>
                      <a:pt x="24" y="59"/>
                    </a:lnTo>
                    <a:lnTo>
                      <a:pt x="24" y="57"/>
                    </a:lnTo>
                    <a:lnTo>
                      <a:pt x="24" y="57"/>
                    </a:lnTo>
                    <a:lnTo>
                      <a:pt x="24" y="57"/>
                    </a:lnTo>
                    <a:lnTo>
                      <a:pt x="24" y="54"/>
                    </a:lnTo>
                    <a:lnTo>
                      <a:pt x="24" y="54"/>
                    </a:lnTo>
                    <a:lnTo>
                      <a:pt x="24" y="54"/>
                    </a:lnTo>
                    <a:lnTo>
                      <a:pt x="24" y="52"/>
                    </a:lnTo>
                    <a:lnTo>
                      <a:pt x="24" y="52"/>
                    </a:lnTo>
                    <a:lnTo>
                      <a:pt x="26" y="52"/>
                    </a:lnTo>
                    <a:lnTo>
                      <a:pt x="26" y="52"/>
                    </a:lnTo>
                    <a:lnTo>
                      <a:pt x="26" y="52"/>
                    </a:lnTo>
                    <a:lnTo>
                      <a:pt x="26" y="50"/>
                    </a:lnTo>
                    <a:lnTo>
                      <a:pt x="26" y="50"/>
                    </a:lnTo>
                    <a:lnTo>
                      <a:pt x="29" y="50"/>
                    </a:lnTo>
                    <a:lnTo>
                      <a:pt x="29" y="50"/>
                    </a:lnTo>
                    <a:lnTo>
                      <a:pt x="29" y="50"/>
                    </a:lnTo>
                    <a:lnTo>
                      <a:pt x="31" y="50"/>
                    </a:lnTo>
                    <a:lnTo>
                      <a:pt x="31" y="50"/>
                    </a:lnTo>
                    <a:lnTo>
                      <a:pt x="31" y="50"/>
                    </a:lnTo>
                    <a:lnTo>
                      <a:pt x="34" y="50"/>
                    </a:lnTo>
                    <a:lnTo>
                      <a:pt x="34" y="47"/>
                    </a:lnTo>
                    <a:lnTo>
                      <a:pt x="34" y="47"/>
                    </a:lnTo>
                    <a:lnTo>
                      <a:pt x="34" y="47"/>
                    </a:lnTo>
                    <a:lnTo>
                      <a:pt x="34" y="45"/>
                    </a:lnTo>
                    <a:lnTo>
                      <a:pt x="34" y="45"/>
                    </a:lnTo>
                    <a:lnTo>
                      <a:pt x="34" y="45"/>
                    </a:lnTo>
                    <a:lnTo>
                      <a:pt x="36" y="45"/>
                    </a:lnTo>
                    <a:lnTo>
                      <a:pt x="36" y="45"/>
                    </a:lnTo>
                    <a:lnTo>
                      <a:pt x="36" y="45"/>
                    </a:lnTo>
                    <a:lnTo>
                      <a:pt x="38" y="45"/>
                    </a:lnTo>
                    <a:lnTo>
                      <a:pt x="38" y="47"/>
                    </a:lnTo>
                    <a:lnTo>
                      <a:pt x="38" y="47"/>
                    </a:lnTo>
                    <a:lnTo>
                      <a:pt x="38" y="45"/>
                    </a:lnTo>
                    <a:lnTo>
                      <a:pt x="38" y="45"/>
                    </a:lnTo>
                    <a:lnTo>
                      <a:pt x="38" y="47"/>
                    </a:lnTo>
                    <a:lnTo>
                      <a:pt x="41" y="47"/>
                    </a:lnTo>
                    <a:lnTo>
                      <a:pt x="41" y="47"/>
                    </a:lnTo>
                    <a:lnTo>
                      <a:pt x="41" y="47"/>
                    </a:lnTo>
                    <a:lnTo>
                      <a:pt x="41" y="47"/>
                    </a:lnTo>
                    <a:lnTo>
                      <a:pt x="43" y="47"/>
                    </a:lnTo>
                    <a:lnTo>
                      <a:pt x="43" y="50"/>
                    </a:lnTo>
                    <a:lnTo>
                      <a:pt x="43" y="50"/>
                    </a:lnTo>
                    <a:lnTo>
                      <a:pt x="43" y="50"/>
                    </a:lnTo>
                    <a:lnTo>
                      <a:pt x="43" y="52"/>
                    </a:lnTo>
                    <a:lnTo>
                      <a:pt x="43" y="52"/>
                    </a:lnTo>
                    <a:lnTo>
                      <a:pt x="45" y="52"/>
                    </a:lnTo>
                    <a:lnTo>
                      <a:pt x="45" y="52"/>
                    </a:lnTo>
                    <a:lnTo>
                      <a:pt x="45" y="54"/>
                    </a:lnTo>
                    <a:lnTo>
                      <a:pt x="45" y="54"/>
                    </a:lnTo>
                    <a:lnTo>
                      <a:pt x="45" y="57"/>
                    </a:lnTo>
                    <a:lnTo>
                      <a:pt x="45" y="57"/>
                    </a:lnTo>
                    <a:lnTo>
                      <a:pt x="45" y="59"/>
                    </a:lnTo>
                    <a:lnTo>
                      <a:pt x="45" y="59"/>
                    </a:lnTo>
                    <a:lnTo>
                      <a:pt x="45" y="59"/>
                    </a:lnTo>
                    <a:lnTo>
                      <a:pt x="45" y="59"/>
                    </a:lnTo>
                    <a:lnTo>
                      <a:pt x="45" y="59"/>
                    </a:lnTo>
                    <a:lnTo>
                      <a:pt x="48" y="59"/>
                    </a:lnTo>
                    <a:lnTo>
                      <a:pt x="48" y="59"/>
                    </a:lnTo>
                    <a:lnTo>
                      <a:pt x="48" y="59"/>
                    </a:lnTo>
                    <a:lnTo>
                      <a:pt x="50" y="59"/>
                    </a:lnTo>
                    <a:lnTo>
                      <a:pt x="50" y="59"/>
                    </a:lnTo>
                    <a:lnTo>
                      <a:pt x="50" y="57"/>
                    </a:lnTo>
                    <a:lnTo>
                      <a:pt x="52" y="57"/>
                    </a:lnTo>
                    <a:lnTo>
                      <a:pt x="52" y="57"/>
                    </a:lnTo>
                    <a:lnTo>
                      <a:pt x="52" y="54"/>
                    </a:lnTo>
                    <a:lnTo>
                      <a:pt x="52" y="54"/>
                    </a:lnTo>
                    <a:lnTo>
                      <a:pt x="52" y="54"/>
                    </a:lnTo>
                    <a:lnTo>
                      <a:pt x="52" y="52"/>
                    </a:lnTo>
                    <a:lnTo>
                      <a:pt x="52" y="52"/>
                    </a:lnTo>
                    <a:lnTo>
                      <a:pt x="52" y="52"/>
                    </a:lnTo>
                    <a:lnTo>
                      <a:pt x="52" y="52"/>
                    </a:lnTo>
                    <a:lnTo>
                      <a:pt x="52" y="50"/>
                    </a:lnTo>
                    <a:lnTo>
                      <a:pt x="52" y="50"/>
                    </a:lnTo>
                    <a:lnTo>
                      <a:pt x="55" y="50"/>
                    </a:lnTo>
                    <a:lnTo>
                      <a:pt x="55" y="47"/>
                    </a:lnTo>
                    <a:lnTo>
                      <a:pt x="55" y="47"/>
                    </a:lnTo>
                    <a:lnTo>
                      <a:pt x="55" y="47"/>
                    </a:lnTo>
                    <a:lnTo>
                      <a:pt x="57" y="47"/>
                    </a:lnTo>
                    <a:lnTo>
                      <a:pt x="57" y="47"/>
                    </a:lnTo>
                    <a:lnTo>
                      <a:pt x="57" y="47"/>
                    </a:lnTo>
                    <a:lnTo>
                      <a:pt x="57" y="47"/>
                    </a:lnTo>
                    <a:lnTo>
                      <a:pt x="57" y="50"/>
                    </a:lnTo>
                    <a:lnTo>
                      <a:pt x="60" y="50"/>
                    </a:lnTo>
                    <a:lnTo>
                      <a:pt x="60" y="50"/>
                    </a:lnTo>
                    <a:lnTo>
                      <a:pt x="60" y="50"/>
                    </a:lnTo>
                    <a:lnTo>
                      <a:pt x="60" y="50"/>
                    </a:lnTo>
                    <a:lnTo>
                      <a:pt x="62" y="50"/>
                    </a:lnTo>
                    <a:lnTo>
                      <a:pt x="62" y="52"/>
                    </a:lnTo>
                    <a:lnTo>
                      <a:pt x="62" y="52"/>
                    </a:lnTo>
                    <a:lnTo>
                      <a:pt x="62" y="50"/>
                    </a:lnTo>
                    <a:lnTo>
                      <a:pt x="62" y="50"/>
                    </a:lnTo>
                    <a:lnTo>
                      <a:pt x="62" y="50"/>
                    </a:lnTo>
                    <a:lnTo>
                      <a:pt x="62" y="47"/>
                    </a:lnTo>
                    <a:lnTo>
                      <a:pt x="62" y="47"/>
                    </a:lnTo>
                    <a:lnTo>
                      <a:pt x="62" y="47"/>
                    </a:lnTo>
                    <a:lnTo>
                      <a:pt x="62" y="45"/>
                    </a:lnTo>
                    <a:lnTo>
                      <a:pt x="62" y="45"/>
                    </a:lnTo>
                    <a:lnTo>
                      <a:pt x="62" y="45"/>
                    </a:lnTo>
                    <a:lnTo>
                      <a:pt x="62" y="42"/>
                    </a:lnTo>
                    <a:lnTo>
                      <a:pt x="62" y="42"/>
                    </a:lnTo>
                    <a:lnTo>
                      <a:pt x="62" y="42"/>
                    </a:lnTo>
                    <a:lnTo>
                      <a:pt x="62" y="40"/>
                    </a:lnTo>
                    <a:lnTo>
                      <a:pt x="62" y="40"/>
                    </a:lnTo>
                    <a:lnTo>
                      <a:pt x="62" y="38"/>
                    </a:lnTo>
                    <a:lnTo>
                      <a:pt x="64" y="38"/>
                    </a:lnTo>
                    <a:lnTo>
                      <a:pt x="64" y="3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8" name="Freeform 86"/>
              <p:cNvSpPr>
                <a:spLocks/>
              </p:cNvSpPr>
              <p:nvPr/>
            </p:nvSpPr>
            <p:spPr bwMode="auto">
              <a:xfrm>
                <a:off x="3446" y="2488"/>
                <a:ext cx="105" cy="125"/>
              </a:xfrm>
              <a:custGeom>
                <a:avLst/>
                <a:gdLst/>
                <a:ahLst/>
                <a:cxnLst>
                  <a:cxn ang="0">
                    <a:pos x="71" y="42"/>
                  </a:cxn>
                  <a:cxn ang="0">
                    <a:pos x="74" y="38"/>
                  </a:cxn>
                  <a:cxn ang="0">
                    <a:pos x="79" y="31"/>
                  </a:cxn>
                  <a:cxn ang="0">
                    <a:pos x="76" y="19"/>
                  </a:cxn>
                  <a:cxn ang="0">
                    <a:pos x="79" y="12"/>
                  </a:cxn>
                  <a:cxn ang="0">
                    <a:pos x="81" y="2"/>
                  </a:cxn>
                  <a:cxn ang="0">
                    <a:pos x="83" y="7"/>
                  </a:cxn>
                  <a:cxn ang="0">
                    <a:pos x="83" y="19"/>
                  </a:cxn>
                  <a:cxn ang="0">
                    <a:pos x="88" y="21"/>
                  </a:cxn>
                  <a:cxn ang="0">
                    <a:pos x="90" y="12"/>
                  </a:cxn>
                  <a:cxn ang="0">
                    <a:pos x="95" y="19"/>
                  </a:cxn>
                  <a:cxn ang="0">
                    <a:pos x="90" y="23"/>
                  </a:cxn>
                  <a:cxn ang="0">
                    <a:pos x="90" y="31"/>
                  </a:cxn>
                  <a:cxn ang="0">
                    <a:pos x="95" y="33"/>
                  </a:cxn>
                  <a:cxn ang="0">
                    <a:pos x="97" y="42"/>
                  </a:cxn>
                  <a:cxn ang="0">
                    <a:pos x="95" y="50"/>
                  </a:cxn>
                  <a:cxn ang="0">
                    <a:pos x="100" y="54"/>
                  </a:cxn>
                  <a:cxn ang="0">
                    <a:pos x="100" y="64"/>
                  </a:cxn>
                  <a:cxn ang="0">
                    <a:pos x="102" y="73"/>
                  </a:cxn>
                  <a:cxn ang="0">
                    <a:pos x="105" y="83"/>
                  </a:cxn>
                  <a:cxn ang="0">
                    <a:pos x="97" y="90"/>
                  </a:cxn>
                  <a:cxn ang="0">
                    <a:pos x="95" y="99"/>
                  </a:cxn>
                  <a:cxn ang="0">
                    <a:pos x="93" y="106"/>
                  </a:cxn>
                  <a:cxn ang="0">
                    <a:pos x="90" y="97"/>
                  </a:cxn>
                  <a:cxn ang="0">
                    <a:pos x="88" y="87"/>
                  </a:cxn>
                  <a:cxn ang="0">
                    <a:pos x="86" y="92"/>
                  </a:cxn>
                  <a:cxn ang="0">
                    <a:pos x="81" y="90"/>
                  </a:cxn>
                  <a:cxn ang="0">
                    <a:pos x="79" y="99"/>
                  </a:cxn>
                  <a:cxn ang="0">
                    <a:pos x="83" y="106"/>
                  </a:cxn>
                  <a:cxn ang="0">
                    <a:pos x="83" y="118"/>
                  </a:cxn>
                  <a:cxn ang="0">
                    <a:pos x="79" y="125"/>
                  </a:cxn>
                  <a:cxn ang="0">
                    <a:pos x="74" y="121"/>
                  </a:cxn>
                  <a:cxn ang="0">
                    <a:pos x="71" y="111"/>
                  </a:cxn>
                  <a:cxn ang="0">
                    <a:pos x="67" y="118"/>
                  </a:cxn>
                  <a:cxn ang="0">
                    <a:pos x="57" y="113"/>
                  </a:cxn>
                  <a:cxn ang="0">
                    <a:pos x="50" y="109"/>
                  </a:cxn>
                  <a:cxn ang="0">
                    <a:pos x="48" y="99"/>
                  </a:cxn>
                  <a:cxn ang="0">
                    <a:pos x="45" y="92"/>
                  </a:cxn>
                  <a:cxn ang="0">
                    <a:pos x="50" y="83"/>
                  </a:cxn>
                  <a:cxn ang="0">
                    <a:pos x="48" y="73"/>
                  </a:cxn>
                  <a:cxn ang="0">
                    <a:pos x="41" y="68"/>
                  </a:cxn>
                  <a:cxn ang="0">
                    <a:pos x="36" y="73"/>
                  </a:cxn>
                  <a:cxn ang="0">
                    <a:pos x="34" y="80"/>
                  </a:cxn>
                  <a:cxn ang="0">
                    <a:pos x="26" y="76"/>
                  </a:cxn>
                  <a:cxn ang="0">
                    <a:pos x="22" y="83"/>
                  </a:cxn>
                  <a:cxn ang="0">
                    <a:pos x="19" y="76"/>
                  </a:cxn>
                  <a:cxn ang="0">
                    <a:pos x="17" y="71"/>
                  </a:cxn>
                  <a:cxn ang="0">
                    <a:pos x="12" y="78"/>
                  </a:cxn>
                  <a:cxn ang="0">
                    <a:pos x="10" y="85"/>
                  </a:cxn>
                  <a:cxn ang="0">
                    <a:pos x="10" y="92"/>
                  </a:cxn>
                  <a:cxn ang="0">
                    <a:pos x="3" y="92"/>
                  </a:cxn>
                  <a:cxn ang="0">
                    <a:pos x="5" y="83"/>
                  </a:cxn>
                  <a:cxn ang="0">
                    <a:pos x="5" y="71"/>
                  </a:cxn>
                  <a:cxn ang="0">
                    <a:pos x="12" y="64"/>
                  </a:cxn>
                  <a:cxn ang="0">
                    <a:pos x="19" y="61"/>
                  </a:cxn>
                  <a:cxn ang="0">
                    <a:pos x="24" y="54"/>
                  </a:cxn>
                  <a:cxn ang="0">
                    <a:pos x="31" y="50"/>
                  </a:cxn>
                  <a:cxn ang="0">
                    <a:pos x="38" y="47"/>
                  </a:cxn>
                  <a:cxn ang="0">
                    <a:pos x="43" y="52"/>
                  </a:cxn>
                  <a:cxn ang="0">
                    <a:pos x="48" y="59"/>
                  </a:cxn>
                  <a:cxn ang="0">
                    <a:pos x="52" y="52"/>
                  </a:cxn>
                  <a:cxn ang="0">
                    <a:pos x="60" y="50"/>
                  </a:cxn>
                  <a:cxn ang="0">
                    <a:pos x="62" y="45"/>
                  </a:cxn>
                </a:cxnLst>
                <a:rect l="0" t="0" r="r" b="b"/>
                <a:pathLst>
                  <a:path w="105" h="125">
                    <a:moveTo>
                      <a:pt x="64" y="38"/>
                    </a:moveTo>
                    <a:lnTo>
                      <a:pt x="64" y="38"/>
                    </a:lnTo>
                    <a:lnTo>
                      <a:pt x="67" y="38"/>
                    </a:lnTo>
                    <a:lnTo>
                      <a:pt x="67" y="38"/>
                    </a:lnTo>
                    <a:lnTo>
                      <a:pt x="67" y="38"/>
                    </a:lnTo>
                    <a:lnTo>
                      <a:pt x="67" y="38"/>
                    </a:lnTo>
                    <a:lnTo>
                      <a:pt x="67" y="40"/>
                    </a:lnTo>
                    <a:lnTo>
                      <a:pt x="69" y="40"/>
                    </a:lnTo>
                    <a:lnTo>
                      <a:pt x="69" y="40"/>
                    </a:lnTo>
                    <a:lnTo>
                      <a:pt x="69" y="40"/>
                    </a:lnTo>
                    <a:lnTo>
                      <a:pt x="71" y="40"/>
                    </a:lnTo>
                    <a:lnTo>
                      <a:pt x="71" y="42"/>
                    </a:lnTo>
                    <a:lnTo>
                      <a:pt x="71" y="42"/>
                    </a:lnTo>
                    <a:lnTo>
                      <a:pt x="71" y="42"/>
                    </a:lnTo>
                    <a:lnTo>
                      <a:pt x="71" y="40"/>
                    </a:lnTo>
                    <a:lnTo>
                      <a:pt x="71" y="40"/>
                    </a:lnTo>
                    <a:lnTo>
                      <a:pt x="71" y="38"/>
                    </a:lnTo>
                    <a:lnTo>
                      <a:pt x="71" y="38"/>
                    </a:lnTo>
                    <a:lnTo>
                      <a:pt x="71" y="35"/>
                    </a:lnTo>
                    <a:lnTo>
                      <a:pt x="71" y="35"/>
                    </a:lnTo>
                    <a:lnTo>
                      <a:pt x="74" y="35"/>
                    </a:lnTo>
                    <a:lnTo>
                      <a:pt x="74" y="35"/>
                    </a:lnTo>
                    <a:lnTo>
                      <a:pt x="74" y="35"/>
                    </a:lnTo>
                    <a:lnTo>
                      <a:pt x="74" y="38"/>
                    </a:lnTo>
                    <a:lnTo>
                      <a:pt x="74" y="38"/>
                    </a:lnTo>
                    <a:lnTo>
                      <a:pt x="74" y="38"/>
                    </a:lnTo>
                    <a:lnTo>
                      <a:pt x="76" y="38"/>
                    </a:lnTo>
                    <a:lnTo>
                      <a:pt x="76" y="38"/>
                    </a:lnTo>
                    <a:lnTo>
                      <a:pt x="79" y="38"/>
                    </a:lnTo>
                    <a:lnTo>
                      <a:pt x="79" y="38"/>
                    </a:lnTo>
                    <a:lnTo>
                      <a:pt x="79" y="38"/>
                    </a:lnTo>
                    <a:lnTo>
                      <a:pt x="79" y="38"/>
                    </a:lnTo>
                    <a:lnTo>
                      <a:pt x="79" y="35"/>
                    </a:lnTo>
                    <a:lnTo>
                      <a:pt x="79" y="35"/>
                    </a:lnTo>
                    <a:lnTo>
                      <a:pt x="79" y="33"/>
                    </a:lnTo>
                    <a:lnTo>
                      <a:pt x="79" y="33"/>
                    </a:lnTo>
                    <a:lnTo>
                      <a:pt x="79" y="33"/>
                    </a:lnTo>
                    <a:lnTo>
                      <a:pt x="79" y="31"/>
                    </a:lnTo>
                    <a:lnTo>
                      <a:pt x="79" y="31"/>
                    </a:lnTo>
                    <a:lnTo>
                      <a:pt x="79" y="31"/>
                    </a:lnTo>
                    <a:lnTo>
                      <a:pt x="79" y="28"/>
                    </a:lnTo>
                    <a:lnTo>
                      <a:pt x="79" y="28"/>
                    </a:lnTo>
                    <a:lnTo>
                      <a:pt x="79" y="28"/>
                    </a:lnTo>
                    <a:lnTo>
                      <a:pt x="79" y="26"/>
                    </a:lnTo>
                    <a:lnTo>
                      <a:pt x="79" y="26"/>
                    </a:lnTo>
                    <a:lnTo>
                      <a:pt x="79" y="23"/>
                    </a:lnTo>
                    <a:lnTo>
                      <a:pt x="76" y="23"/>
                    </a:lnTo>
                    <a:lnTo>
                      <a:pt x="76" y="23"/>
                    </a:lnTo>
                    <a:lnTo>
                      <a:pt x="76" y="23"/>
                    </a:lnTo>
                    <a:lnTo>
                      <a:pt x="76" y="21"/>
                    </a:lnTo>
                    <a:lnTo>
                      <a:pt x="76" y="21"/>
                    </a:lnTo>
                    <a:lnTo>
                      <a:pt x="76" y="19"/>
                    </a:lnTo>
                    <a:lnTo>
                      <a:pt x="76" y="19"/>
                    </a:lnTo>
                    <a:lnTo>
                      <a:pt x="79" y="19"/>
                    </a:lnTo>
                    <a:lnTo>
                      <a:pt x="79" y="16"/>
                    </a:lnTo>
                    <a:lnTo>
                      <a:pt x="79" y="16"/>
                    </a:lnTo>
                    <a:lnTo>
                      <a:pt x="79" y="16"/>
                    </a:lnTo>
                    <a:lnTo>
                      <a:pt x="79" y="16"/>
                    </a:lnTo>
                    <a:lnTo>
                      <a:pt x="79" y="14"/>
                    </a:lnTo>
                    <a:lnTo>
                      <a:pt x="79" y="14"/>
                    </a:lnTo>
                    <a:lnTo>
                      <a:pt x="79" y="14"/>
                    </a:lnTo>
                    <a:lnTo>
                      <a:pt x="79" y="14"/>
                    </a:lnTo>
                    <a:lnTo>
                      <a:pt x="79" y="14"/>
                    </a:lnTo>
                    <a:lnTo>
                      <a:pt x="79" y="14"/>
                    </a:lnTo>
                    <a:lnTo>
                      <a:pt x="79" y="12"/>
                    </a:lnTo>
                    <a:lnTo>
                      <a:pt x="79" y="12"/>
                    </a:lnTo>
                    <a:lnTo>
                      <a:pt x="79" y="9"/>
                    </a:lnTo>
                    <a:lnTo>
                      <a:pt x="79" y="9"/>
                    </a:lnTo>
                    <a:lnTo>
                      <a:pt x="79" y="7"/>
                    </a:lnTo>
                    <a:lnTo>
                      <a:pt x="79" y="7"/>
                    </a:lnTo>
                    <a:lnTo>
                      <a:pt x="79" y="7"/>
                    </a:lnTo>
                    <a:lnTo>
                      <a:pt x="79" y="4"/>
                    </a:lnTo>
                    <a:lnTo>
                      <a:pt x="79" y="4"/>
                    </a:lnTo>
                    <a:lnTo>
                      <a:pt x="81" y="4"/>
                    </a:lnTo>
                    <a:lnTo>
                      <a:pt x="81" y="4"/>
                    </a:lnTo>
                    <a:lnTo>
                      <a:pt x="81" y="2"/>
                    </a:lnTo>
                    <a:lnTo>
                      <a:pt x="81" y="2"/>
                    </a:lnTo>
                    <a:lnTo>
                      <a:pt x="81" y="2"/>
                    </a:lnTo>
                    <a:lnTo>
                      <a:pt x="81" y="0"/>
                    </a:lnTo>
                    <a:lnTo>
                      <a:pt x="81" y="0"/>
                    </a:lnTo>
                    <a:lnTo>
                      <a:pt x="83" y="0"/>
                    </a:lnTo>
                    <a:lnTo>
                      <a:pt x="83" y="2"/>
                    </a:lnTo>
                    <a:lnTo>
                      <a:pt x="83" y="2"/>
                    </a:lnTo>
                    <a:lnTo>
                      <a:pt x="83" y="2"/>
                    </a:lnTo>
                    <a:lnTo>
                      <a:pt x="83" y="4"/>
                    </a:lnTo>
                    <a:lnTo>
                      <a:pt x="83" y="4"/>
                    </a:lnTo>
                    <a:lnTo>
                      <a:pt x="83" y="4"/>
                    </a:lnTo>
                    <a:lnTo>
                      <a:pt x="83" y="4"/>
                    </a:lnTo>
                    <a:lnTo>
                      <a:pt x="83" y="7"/>
                    </a:lnTo>
                    <a:lnTo>
                      <a:pt x="83" y="7"/>
                    </a:lnTo>
                    <a:lnTo>
                      <a:pt x="83" y="7"/>
                    </a:lnTo>
                    <a:lnTo>
                      <a:pt x="83" y="9"/>
                    </a:lnTo>
                    <a:lnTo>
                      <a:pt x="83" y="9"/>
                    </a:lnTo>
                    <a:lnTo>
                      <a:pt x="83" y="12"/>
                    </a:lnTo>
                    <a:lnTo>
                      <a:pt x="83" y="12"/>
                    </a:lnTo>
                    <a:lnTo>
                      <a:pt x="83" y="14"/>
                    </a:lnTo>
                    <a:lnTo>
                      <a:pt x="83" y="14"/>
                    </a:lnTo>
                    <a:lnTo>
                      <a:pt x="83" y="14"/>
                    </a:lnTo>
                    <a:lnTo>
                      <a:pt x="83" y="16"/>
                    </a:lnTo>
                    <a:lnTo>
                      <a:pt x="83" y="16"/>
                    </a:lnTo>
                    <a:lnTo>
                      <a:pt x="86" y="16"/>
                    </a:lnTo>
                    <a:lnTo>
                      <a:pt x="86" y="19"/>
                    </a:lnTo>
                    <a:lnTo>
                      <a:pt x="86" y="19"/>
                    </a:lnTo>
                    <a:lnTo>
                      <a:pt x="83" y="19"/>
                    </a:lnTo>
                    <a:lnTo>
                      <a:pt x="83" y="21"/>
                    </a:lnTo>
                    <a:lnTo>
                      <a:pt x="83" y="21"/>
                    </a:lnTo>
                    <a:lnTo>
                      <a:pt x="83" y="21"/>
                    </a:lnTo>
                    <a:lnTo>
                      <a:pt x="83" y="23"/>
                    </a:lnTo>
                    <a:lnTo>
                      <a:pt x="83" y="23"/>
                    </a:lnTo>
                    <a:lnTo>
                      <a:pt x="86" y="23"/>
                    </a:lnTo>
                    <a:lnTo>
                      <a:pt x="86" y="23"/>
                    </a:lnTo>
                    <a:lnTo>
                      <a:pt x="86" y="23"/>
                    </a:lnTo>
                    <a:lnTo>
                      <a:pt x="86" y="23"/>
                    </a:lnTo>
                    <a:lnTo>
                      <a:pt x="88" y="23"/>
                    </a:lnTo>
                    <a:lnTo>
                      <a:pt x="88" y="23"/>
                    </a:lnTo>
                    <a:lnTo>
                      <a:pt x="88" y="21"/>
                    </a:lnTo>
                    <a:lnTo>
                      <a:pt x="88" y="21"/>
                    </a:lnTo>
                    <a:lnTo>
                      <a:pt x="88" y="19"/>
                    </a:lnTo>
                    <a:lnTo>
                      <a:pt x="88" y="19"/>
                    </a:lnTo>
                    <a:lnTo>
                      <a:pt x="88" y="19"/>
                    </a:lnTo>
                    <a:lnTo>
                      <a:pt x="88" y="16"/>
                    </a:lnTo>
                    <a:lnTo>
                      <a:pt x="88" y="16"/>
                    </a:lnTo>
                    <a:lnTo>
                      <a:pt x="88" y="16"/>
                    </a:lnTo>
                    <a:lnTo>
                      <a:pt x="88" y="14"/>
                    </a:lnTo>
                    <a:lnTo>
                      <a:pt x="88" y="14"/>
                    </a:lnTo>
                    <a:lnTo>
                      <a:pt x="88" y="14"/>
                    </a:lnTo>
                    <a:lnTo>
                      <a:pt x="88" y="14"/>
                    </a:lnTo>
                    <a:lnTo>
                      <a:pt x="88" y="14"/>
                    </a:lnTo>
                    <a:lnTo>
                      <a:pt x="90" y="14"/>
                    </a:lnTo>
                    <a:lnTo>
                      <a:pt x="90" y="12"/>
                    </a:lnTo>
                    <a:lnTo>
                      <a:pt x="90" y="12"/>
                    </a:lnTo>
                    <a:lnTo>
                      <a:pt x="90" y="12"/>
                    </a:lnTo>
                    <a:lnTo>
                      <a:pt x="93" y="12"/>
                    </a:lnTo>
                    <a:lnTo>
                      <a:pt x="93" y="12"/>
                    </a:lnTo>
                    <a:lnTo>
                      <a:pt x="93" y="12"/>
                    </a:lnTo>
                    <a:lnTo>
                      <a:pt x="93" y="14"/>
                    </a:lnTo>
                    <a:lnTo>
                      <a:pt x="93" y="14"/>
                    </a:lnTo>
                    <a:lnTo>
                      <a:pt x="93" y="14"/>
                    </a:lnTo>
                    <a:lnTo>
                      <a:pt x="93" y="16"/>
                    </a:lnTo>
                    <a:lnTo>
                      <a:pt x="93" y="16"/>
                    </a:lnTo>
                    <a:lnTo>
                      <a:pt x="93" y="16"/>
                    </a:lnTo>
                    <a:lnTo>
                      <a:pt x="95" y="16"/>
                    </a:lnTo>
                    <a:lnTo>
                      <a:pt x="95" y="19"/>
                    </a:lnTo>
                    <a:lnTo>
                      <a:pt x="93" y="19"/>
                    </a:lnTo>
                    <a:lnTo>
                      <a:pt x="93" y="19"/>
                    </a:lnTo>
                    <a:lnTo>
                      <a:pt x="95" y="19"/>
                    </a:lnTo>
                    <a:lnTo>
                      <a:pt x="95" y="21"/>
                    </a:lnTo>
                    <a:lnTo>
                      <a:pt x="93" y="21"/>
                    </a:lnTo>
                    <a:lnTo>
                      <a:pt x="93" y="21"/>
                    </a:lnTo>
                    <a:lnTo>
                      <a:pt x="93" y="21"/>
                    </a:lnTo>
                    <a:lnTo>
                      <a:pt x="93" y="21"/>
                    </a:lnTo>
                    <a:lnTo>
                      <a:pt x="90" y="21"/>
                    </a:lnTo>
                    <a:lnTo>
                      <a:pt x="90" y="21"/>
                    </a:lnTo>
                    <a:lnTo>
                      <a:pt x="90" y="23"/>
                    </a:lnTo>
                    <a:lnTo>
                      <a:pt x="90" y="23"/>
                    </a:lnTo>
                    <a:lnTo>
                      <a:pt x="90" y="23"/>
                    </a:lnTo>
                    <a:lnTo>
                      <a:pt x="88" y="23"/>
                    </a:lnTo>
                    <a:lnTo>
                      <a:pt x="88" y="23"/>
                    </a:lnTo>
                    <a:lnTo>
                      <a:pt x="88" y="26"/>
                    </a:lnTo>
                    <a:lnTo>
                      <a:pt x="88" y="26"/>
                    </a:lnTo>
                    <a:lnTo>
                      <a:pt x="90" y="26"/>
                    </a:lnTo>
                    <a:lnTo>
                      <a:pt x="90" y="26"/>
                    </a:lnTo>
                    <a:lnTo>
                      <a:pt x="90" y="26"/>
                    </a:lnTo>
                    <a:lnTo>
                      <a:pt x="90" y="28"/>
                    </a:lnTo>
                    <a:lnTo>
                      <a:pt x="93" y="28"/>
                    </a:lnTo>
                    <a:lnTo>
                      <a:pt x="93" y="28"/>
                    </a:lnTo>
                    <a:lnTo>
                      <a:pt x="90" y="28"/>
                    </a:lnTo>
                    <a:lnTo>
                      <a:pt x="90" y="28"/>
                    </a:lnTo>
                    <a:lnTo>
                      <a:pt x="90" y="31"/>
                    </a:lnTo>
                    <a:lnTo>
                      <a:pt x="90" y="31"/>
                    </a:lnTo>
                    <a:lnTo>
                      <a:pt x="90" y="31"/>
                    </a:lnTo>
                    <a:lnTo>
                      <a:pt x="93" y="31"/>
                    </a:lnTo>
                    <a:lnTo>
                      <a:pt x="93" y="31"/>
                    </a:lnTo>
                    <a:lnTo>
                      <a:pt x="93" y="31"/>
                    </a:lnTo>
                    <a:lnTo>
                      <a:pt x="93" y="31"/>
                    </a:lnTo>
                    <a:lnTo>
                      <a:pt x="95" y="31"/>
                    </a:lnTo>
                    <a:lnTo>
                      <a:pt x="95" y="31"/>
                    </a:lnTo>
                    <a:lnTo>
                      <a:pt x="95" y="31"/>
                    </a:lnTo>
                    <a:lnTo>
                      <a:pt x="95" y="31"/>
                    </a:lnTo>
                    <a:lnTo>
                      <a:pt x="95" y="33"/>
                    </a:lnTo>
                    <a:lnTo>
                      <a:pt x="95" y="33"/>
                    </a:lnTo>
                    <a:lnTo>
                      <a:pt x="95" y="33"/>
                    </a:lnTo>
                    <a:lnTo>
                      <a:pt x="95" y="35"/>
                    </a:lnTo>
                    <a:lnTo>
                      <a:pt x="95" y="35"/>
                    </a:lnTo>
                    <a:lnTo>
                      <a:pt x="95" y="35"/>
                    </a:lnTo>
                    <a:lnTo>
                      <a:pt x="95" y="38"/>
                    </a:lnTo>
                    <a:lnTo>
                      <a:pt x="95" y="38"/>
                    </a:lnTo>
                    <a:lnTo>
                      <a:pt x="95" y="38"/>
                    </a:lnTo>
                    <a:lnTo>
                      <a:pt x="97" y="38"/>
                    </a:lnTo>
                    <a:lnTo>
                      <a:pt x="97" y="40"/>
                    </a:lnTo>
                    <a:lnTo>
                      <a:pt x="97" y="40"/>
                    </a:lnTo>
                    <a:lnTo>
                      <a:pt x="97" y="40"/>
                    </a:lnTo>
                    <a:lnTo>
                      <a:pt x="97" y="42"/>
                    </a:lnTo>
                    <a:lnTo>
                      <a:pt x="97" y="42"/>
                    </a:lnTo>
                    <a:lnTo>
                      <a:pt x="97" y="42"/>
                    </a:lnTo>
                    <a:lnTo>
                      <a:pt x="97" y="42"/>
                    </a:lnTo>
                    <a:lnTo>
                      <a:pt x="97" y="45"/>
                    </a:lnTo>
                    <a:lnTo>
                      <a:pt x="95" y="45"/>
                    </a:lnTo>
                    <a:lnTo>
                      <a:pt x="95" y="45"/>
                    </a:lnTo>
                    <a:lnTo>
                      <a:pt x="95" y="45"/>
                    </a:lnTo>
                    <a:lnTo>
                      <a:pt x="95" y="47"/>
                    </a:lnTo>
                    <a:lnTo>
                      <a:pt x="95" y="47"/>
                    </a:lnTo>
                    <a:lnTo>
                      <a:pt x="93" y="47"/>
                    </a:lnTo>
                    <a:lnTo>
                      <a:pt x="93" y="47"/>
                    </a:lnTo>
                    <a:lnTo>
                      <a:pt x="93" y="50"/>
                    </a:lnTo>
                    <a:lnTo>
                      <a:pt x="95" y="50"/>
                    </a:lnTo>
                    <a:lnTo>
                      <a:pt x="95" y="50"/>
                    </a:lnTo>
                    <a:lnTo>
                      <a:pt x="95" y="50"/>
                    </a:lnTo>
                    <a:lnTo>
                      <a:pt x="95" y="50"/>
                    </a:lnTo>
                    <a:lnTo>
                      <a:pt x="97" y="50"/>
                    </a:lnTo>
                    <a:lnTo>
                      <a:pt x="97" y="50"/>
                    </a:lnTo>
                    <a:lnTo>
                      <a:pt x="97" y="50"/>
                    </a:lnTo>
                    <a:lnTo>
                      <a:pt x="97" y="50"/>
                    </a:lnTo>
                    <a:lnTo>
                      <a:pt x="100" y="50"/>
                    </a:lnTo>
                    <a:lnTo>
                      <a:pt x="100" y="52"/>
                    </a:lnTo>
                    <a:lnTo>
                      <a:pt x="100" y="52"/>
                    </a:lnTo>
                    <a:lnTo>
                      <a:pt x="100" y="52"/>
                    </a:lnTo>
                    <a:lnTo>
                      <a:pt x="100" y="54"/>
                    </a:lnTo>
                    <a:lnTo>
                      <a:pt x="97" y="54"/>
                    </a:lnTo>
                    <a:lnTo>
                      <a:pt x="97" y="54"/>
                    </a:lnTo>
                    <a:lnTo>
                      <a:pt x="100" y="54"/>
                    </a:lnTo>
                    <a:lnTo>
                      <a:pt x="100" y="57"/>
                    </a:lnTo>
                    <a:lnTo>
                      <a:pt x="100" y="57"/>
                    </a:lnTo>
                    <a:lnTo>
                      <a:pt x="100" y="57"/>
                    </a:lnTo>
                    <a:lnTo>
                      <a:pt x="100" y="57"/>
                    </a:lnTo>
                    <a:lnTo>
                      <a:pt x="100" y="59"/>
                    </a:lnTo>
                    <a:lnTo>
                      <a:pt x="100" y="59"/>
                    </a:lnTo>
                    <a:lnTo>
                      <a:pt x="100" y="59"/>
                    </a:lnTo>
                    <a:lnTo>
                      <a:pt x="100" y="61"/>
                    </a:lnTo>
                    <a:lnTo>
                      <a:pt x="100" y="61"/>
                    </a:lnTo>
                    <a:lnTo>
                      <a:pt x="100" y="64"/>
                    </a:lnTo>
                    <a:lnTo>
                      <a:pt x="100" y="64"/>
                    </a:lnTo>
                    <a:lnTo>
                      <a:pt x="100" y="64"/>
                    </a:lnTo>
                    <a:lnTo>
                      <a:pt x="100" y="64"/>
                    </a:lnTo>
                    <a:lnTo>
                      <a:pt x="100" y="66"/>
                    </a:lnTo>
                    <a:lnTo>
                      <a:pt x="97" y="66"/>
                    </a:lnTo>
                    <a:lnTo>
                      <a:pt x="97" y="66"/>
                    </a:lnTo>
                    <a:lnTo>
                      <a:pt x="100" y="66"/>
                    </a:lnTo>
                    <a:lnTo>
                      <a:pt x="100" y="68"/>
                    </a:lnTo>
                    <a:lnTo>
                      <a:pt x="100" y="68"/>
                    </a:lnTo>
                    <a:lnTo>
                      <a:pt x="100" y="68"/>
                    </a:lnTo>
                    <a:lnTo>
                      <a:pt x="100" y="68"/>
                    </a:lnTo>
                    <a:lnTo>
                      <a:pt x="100" y="71"/>
                    </a:lnTo>
                    <a:lnTo>
                      <a:pt x="102" y="71"/>
                    </a:lnTo>
                    <a:lnTo>
                      <a:pt x="102" y="71"/>
                    </a:lnTo>
                    <a:lnTo>
                      <a:pt x="102" y="71"/>
                    </a:lnTo>
                    <a:lnTo>
                      <a:pt x="102" y="73"/>
                    </a:lnTo>
                    <a:lnTo>
                      <a:pt x="102" y="73"/>
                    </a:lnTo>
                    <a:lnTo>
                      <a:pt x="102" y="73"/>
                    </a:lnTo>
                    <a:lnTo>
                      <a:pt x="105" y="73"/>
                    </a:lnTo>
                    <a:lnTo>
                      <a:pt x="105" y="76"/>
                    </a:lnTo>
                    <a:lnTo>
                      <a:pt x="105" y="76"/>
                    </a:lnTo>
                    <a:lnTo>
                      <a:pt x="105" y="78"/>
                    </a:lnTo>
                    <a:lnTo>
                      <a:pt x="105" y="78"/>
                    </a:lnTo>
                    <a:lnTo>
                      <a:pt x="102" y="78"/>
                    </a:lnTo>
                    <a:lnTo>
                      <a:pt x="102" y="80"/>
                    </a:lnTo>
                    <a:lnTo>
                      <a:pt x="102" y="80"/>
                    </a:lnTo>
                    <a:lnTo>
                      <a:pt x="105" y="80"/>
                    </a:lnTo>
                    <a:lnTo>
                      <a:pt x="105" y="83"/>
                    </a:lnTo>
                    <a:lnTo>
                      <a:pt x="105" y="83"/>
                    </a:lnTo>
                    <a:lnTo>
                      <a:pt x="105" y="83"/>
                    </a:lnTo>
                    <a:lnTo>
                      <a:pt x="102" y="83"/>
                    </a:lnTo>
                    <a:lnTo>
                      <a:pt x="102" y="85"/>
                    </a:lnTo>
                    <a:lnTo>
                      <a:pt x="102" y="85"/>
                    </a:lnTo>
                    <a:lnTo>
                      <a:pt x="102" y="85"/>
                    </a:lnTo>
                    <a:lnTo>
                      <a:pt x="102" y="87"/>
                    </a:lnTo>
                    <a:lnTo>
                      <a:pt x="100" y="87"/>
                    </a:lnTo>
                    <a:lnTo>
                      <a:pt x="100" y="87"/>
                    </a:lnTo>
                    <a:lnTo>
                      <a:pt x="100" y="87"/>
                    </a:lnTo>
                    <a:lnTo>
                      <a:pt x="100" y="90"/>
                    </a:lnTo>
                    <a:lnTo>
                      <a:pt x="100" y="90"/>
                    </a:lnTo>
                    <a:lnTo>
                      <a:pt x="100" y="90"/>
                    </a:lnTo>
                    <a:lnTo>
                      <a:pt x="97" y="90"/>
                    </a:lnTo>
                    <a:lnTo>
                      <a:pt x="97" y="90"/>
                    </a:lnTo>
                    <a:lnTo>
                      <a:pt x="97" y="92"/>
                    </a:lnTo>
                    <a:lnTo>
                      <a:pt x="97" y="92"/>
                    </a:lnTo>
                    <a:lnTo>
                      <a:pt x="97" y="92"/>
                    </a:lnTo>
                    <a:lnTo>
                      <a:pt x="97" y="92"/>
                    </a:lnTo>
                    <a:lnTo>
                      <a:pt x="97" y="95"/>
                    </a:lnTo>
                    <a:lnTo>
                      <a:pt x="97" y="95"/>
                    </a:lnTo>
                    <a:lnTo>
                      <a:pt x="95" y="95"/>
                    </a:lnTo>
                    <a:lnTo>
                      <a:pt x="95" y="95"/>
                    </a:lnTo>
                    <a:lnTo>
                      <a:pt x="95" y="97"/>
                    </a:lnTo>
                    <a:lnTo>
                      <a:pt x="95" y="97"/>
                    </a:lnTo>
                    <a:lnTo>
                      <a:pt x="95" y="97"/>
                    </a:lnTo>
                    <a:lnTo>
                      <a:pt x="95" y="99"/>
                    </a:lnTo>
                    <a:lnTo>
                      <a:pt x="95" y="99"/>
                    </a:lnTo>
                    <a:lnTo>
                      <a:pt x="95" y="102"/>
                    </a:lnTo>
                    <a:lnTo>
                      <a:pt x="95" y="102"/>
                    </a:lnTo>
                    <a:lnTo>
                      <a:pt x="95" y="102"/>
                    </a:lnTo>
                    <a:lnTo>
                      <a:pt x="95" y="104"/>
                    </a:lnTo>
                    <a:lnTo>
                      <a:pt x="95" y="104"/>
                    </a:lnTo>
                    <a:lnTo>
                      <a:pt x="95" y="104"/>
                    </a:lnTo>
                    <a:lnTo>
                      <a:pt x="95" y="106"/>
                    </a:lnTo>
                    <a:lnTo>
                      <a:pt x="95" y="106"/>
                    </a:lnTo>
                    <a:lnTo>
                      <a:pt x="95" y="109"/>
                    </a:lnTo>
                    <a:lnTo>
                      <a:pt x="93" y="109"/>
                    </a:lnTo>
                    <a:lnTo>
                      <a:pt x="93" y="106"/>
                    </a:lnTo>
                    <a:lnTo>
                      <a:pt x="93" y="106"/>
                    </a:lnTo>
                    <a:lnTo>
                      <a:pt x="93" y="106"/>
                    </a:lnTo>
                    <a:lnTo>
                      <a:pt x="93" y="104"/>
                    </a:lnTo>
                    <a:lnTo>
                      <a:pt x="93" y="104"/>
                    </a:lnTo>
                    <a:lnTo>
                      <a:pt x="93" y="104"/>
                    </a:lnTo>
                    <a:lnTo>
                      <a:pt x="93" y="102"/>
                    </a:lnTo>
                    <a:lnTo>
                      <a:pt x="93" y="102"/>
                    </a:lnTo>
                    <a:lnTo>
                      <a:pt x="90" y="102"/>
                    </a:lnTo>
                    <a:lnTo>
                      <a:pt x="90" y="102"/>
                    </a:lnTo>
                    <a:lnTo>
                      <a:pt x="93" y="102"/>
                    </a:lnTo>
                    <a:lnTo>
                      <a:pt x="93" y="99"/>
                    </a:lnTo>
                    <a:lnTo>
                      <a:pt x="90" y="99"/>
                    </a:lnTo>
                    <a:lnTo>
                      <a:pt x="90" y="99"/>
                    </a:lnTo>
                    <a:lnTo>
                      <a:pt x="90" y="97"/>
                    </a:lnTo>
                    <a:lnTo>
                      <a:pt x="90" y="97"/>
                    </a:lnTo>
                    <a:lnTo>
                      <a:pt x="90" y="95"/>
                    </a:lnTo>
                    <a:lnTo>
                      <a:pt x="90" y="95"/>
                    </a:lnTo>
                    <a:lnTo>
                      <a:pt x="90" y="92"/>
                    </a:lnTo>
                    <a:lnTo>
                      <a:pt x="90" y="92"/>
                    </a:lnTo>
                    <a:lnTo>
                      <a:pt x="90" y="92"/>
                    </a:lnTo>
                    <a:lnTo>
                      <a:pt x="88" y="92"/>
                    </a:lnTo>
                    <a:lnTo>
                      <a:pt x="88" y="92"/>
                    </a:lnTo>
                    <a:lnTo>
                      <a:pt x="88" y="90"/>
                    </a:lnTo>
                    <a:lnTo>
                      <a:pt x="88" y="90"/>
                    </a:lnTo>
                    <a:lnTo>
                      <a:pt x="88" y="87"/>
                    </a:lnTo>
                    <a:lnTo>
                      <a:pt x="88" y="87"/>
                    </a:lnTo>
                    <a:lnTo>
                      <a:pt x="88" y="87"/>
                    </a:lnTo>
                    <a:lnTo>
                      <a:pt x="88" y="87"/>
                    </a:lnTo>
                    <a:lnTo>
                      <a:pt x="88" y="85"/>
                    </a:lnTo>
                    <a:lnTo>
                      <a:pt x="88" y="85"/>
                    </a:lnTo>
                    <a:lnTo>
                      <a:pt x="86" y="85"/>
                    </a:lnTo>
                    <a:lnTo>
                      <a:pt x="86" y="85"/>
                    </a:lnTo>
                    <a:lnTo>
                      <a:pt x="86" y="87"/>
                    </a:lnTo>
                    <a:lnTo>
                      <a:pt x="86" y="87"/>
                    </a:lnTo>
                    <a:lnTo>
                      <a:pt x="86" y="87"/>
                    </a:lnTo>
                    <a:lnTo>
                      <a:pt x="86" y="90"/>
                    </a:lnTo>
                    <a:lnTo>
                      <a:pt x="86" y="90"/>
                    </a:lnTo>
                    <a:lnTo>
                      <a:pt x="86" y="92"/>
                    </a:lnTo>
                    <a:lnTo>
                      <a:pt x="86" y="92"/>
                    </a:lnTo>
                    <a:lnTo>
                      <a:pt x="86" y="92"/>
                    </a:lnTo>
                    <a:lnTo>
                      <a:pt x="83" y="92"/>
                    </a:lnTo>
                    <a:lnTo>
                      <a:pt x="83" y="92"/>
                    </a:lnTo>
                    <a:lnTo>
                      <a:pt x="83" y="92"/>
                    </a:lnTo>
                    <a:lnTo>
                      <a:pt x="83" y="90"/>
                    </a:lnTo>
                    <a:lnTo>
                      <a:pt x="83" y="90"/>
                    </a:lnTo>
                    <a:lnTo>
                      <a:pt x="83" y="90"/>
                    </a:lnTo>
                    <a:lnTo>
                      <a:pt x="83" y="87"/>
                    </a:lnTo>
                    <a:lnTo>
                      <a:pt x="83" y="87"/>
                    </a:lnTo>
                    <a:lnTo>
                      <a:pt x="81" y="87"/>
                    </a:lnTo>
                    <a:lnTo>
                      <a:pt x="81" y="87"/>
                    </a:lnTo>
                    <a:lnTo>
                      <a:pt x="81" y="90"/>
                    </a:lnTo>
                    <a:lnTo>
                      <a:pt x="81" y="90"/>
                    </a:lnTo>
                    <a:lnTo>
                      <a:pt x="81" y="90"/>
                    </a:lnTo>
                    <a:lnTo>
                      <a:pt x="79" y="90"/>
                    </a:lnTo>
                    <a:lnTo>
                      <a:pt x="79" y="92"/>
                    </a:lnTo>
                    <a:lnTo>
                      <a:pt x="79" y="92"/>
                    </a:lnTo>
                    <a:lnTo>
                      <a:pt x="79" y="92"/>
                    </a:lnTo>
                    <a:lnTo>
                      <a:pt x="79" y="92"/>
                    </a:lnTo>
                    <a:lnTo>
                      <a:pt x="79" y="95"/>
                    </a:lnTo>
                    <a:lnTo>
                      <a:pt x="79" y="95"/>
                    </a:lnTo>
                    <a:lnTo>
                      <a:pt x="79" y="95"/>
                    </a:lnTo>
                    <a:lnTo>
                      <a:pt x="79" y="97"/>
                    </a:lnTo>
                    <a:lnTo>
                      <a:pt x="79" y="97"/>
                    </a:lnTo>
                    <a:lnTo>
                      <a:pt x="79" y="97"/>
                    </a:lnTo>
                    <a:lnTo>
                      <a:pt x="79" y="99"/>
                    </a:lnTo>
                    <a:lnTo>
                      <a:pt x="79" y="99"/>
                    </a:lnTo>
                    <a:lnTo>
                      <a:pt x="79" y="99"/>
                    </a:lnTo>
                    <a:lnTo>
                      <a:pt x="81" y="99"/>
                    </a:lnTo>
                    <a:lnTo>
                      <a:pt x="81" y="102"/>
                    </a:lnTo>
                    <a:lnTo>
                      <a:pt x="81" y="102"/>
                    </a:lnTo>
                    <a:lnTo>
                      <a:pt x="81" y="102"/>
                    </a:lnTo>
                    <a:lnTo>
                      <a:pt x="81" y="102"/>
                    </a:lnTo>
                    <a:lnTo>
                      <a:pt x="81" y="102"/>
                    </a:lnTo>
                    <a:lnTo>
                      <a:pt x="81" y="104"/>
                    </a:lnTo>
                    <a:lnTo>
                      <a:pt x="83" y="104"/>
                    </a:lnTo>
                    <a:lnTo>
                      <a:pt x="83" y="104"/>
                    </a:lnTo>
                    <a:lnTo>
                      <a:pt x="83" y="106"/>
                    </a:lnTo>
                    <a:lnTo>
                      <a:pt x="83" y="106"/>
                    </a:lnTo>
                    <a:lnTo>
                      <a:pt x="83" y="106"/>
                    </a:lnTo>
                    <a:lnTo>
                      <a:pt x="83" y="109"/>
                    </a:lnTo>
                    <a:lnTo>
                      <a:pt x="83" y="109"/>
                    </a:lnTo>
                    <a:lnTo>
                      <a:pt x="86" y="109"/>
                    </a:lnTo>
                    <a:lnTo>
                      <a:pt x="86" y="111"/>
                    </a:lnTo>
                    <a:lnTo>
                      <a:pt x="86" y="111"/>
                    </a:lnTo>
                    <a:lnTo>
                      <a:pt x="86" y="111"/>
                    </a:lnTo>
                    <a:lnTo>
                      <a:pt x="83" y="111"/>
                    </a:lnTo>
                    <a:lnTo>
                      <a:pt x="83" y="113"/>
                    </a:lnTo>
                    <a:lnTo>
                      <a:pt x="83" y="113"/>
                    </a:lnTo>
                    <a:lnTo>
                      <a:pt x="83" y="116"/>
                    </a:lnTo>
                    <a:lnTo>
                      <a:pt x="83" y="116"/>
                    </a:lnTo>
                    <a:lnTo>
                      <a:pt x="83" y="116"/>
                    </a:lnTo>
                    <a:lnTo>
                      <a:pt x="83" y="118"/>
                    </a:lnTo>
                    <a:lnTo>
                      <a:pt x="81" y="118"/>
                    </a:lnTo>
                    <a:lnTo>
                      <a:pt x="81" y="118"/>
                    </a:lnTo>
                    <a:lnTo>
                      <a:pt x="81" y="118"/>
                    </a:lnTo>
                    <a:lnTo>
                      <a:pt x="81" y="121"/>
                    </a:lnTo>
                    <a:lnTo>
                      <a:pt x="81" y="121"/>
                    </a:lnTo>
                    <a:lnTo>
                      <a:pt x="81" y="121"/>
                    </a:lnTo>
                    <a:lnTo>
                      <a:pt x="81" y="123"/>
                    </a:lnTo>
                    <a:lnTo>
                      <a:pt x="79" y="123"/>
                    </a:lnTo>
                    <a:lnTo>
                      <a:pt x="79" y="123"/>
                    </a:lnTo>
                    <a:lnTo>
                      <a:pt x="79" y="123"/>
                    </a:lnTo>
                    <a:lnTo>
                      <a:pt x="79" y="123"/>
                    </a:lnTo>
                    <a:lnTo>
                      <a:pt x="79" y="125"/>
                    </a:lnTo>
                    <a:lnTo>
                      <a:pt x="79" y="125"/>
                    </a:lnTo>
                    <a:lnTo>
                      <a:pt x="79" y="125"/>
                    </a:lnTo>
                    <a:lnTo>
                      <a:pt x="76" y="125"/>
                    </a:lnTo>
                    <a:lnTo>
                      <a:pt x="76" y="125"/>
                    </a:lnTo>
                    <a:lnTo>
                      <a:pt x="74" y="125"/>
                    </a:lnTo>
                    <a:lnTo>
                      <a:pt x="74" y="125"/>
                    </a:lnTo>
                    <a:lnTo>
                      <a:pt x="74" y="125"/>
                    </a:lnTo>
                    <a:lnTo>
                      <a:pt x="74" y="123"/>
                    </a:lnTo>
                    <a:lnTo>
                      <a:pt x="74" y="123"/>
                    </a:lnTo>
                    <a:lnTo>
                      <a:pt x="74" y="123"/>
                    </a:lnTo>
                    <a:lnTo>
                      <a:pt x="74" y="123"/>
                    </a:lnTo>
                    <a:lnTo>
                      <a:pt x="74" y="123"/>
                    </a:lnTo>
                    <a:lnTo>
                      <a:pt x="74" y="123"/>
                    </a:lnTo>
                    <a:lnTo>
                      <a:pt x="74" y="121"/>
                    </a:lnTo>
                    <a:lnTo>
                      <a:pt x="71" y="121"/>
                    </a:lnTo>
                    <a:lnTo>
                      <a:pt x="71" y="121"/>
                    </a:lnTo>
                    <a:lnTo>
                      <a:pt x="71" y="118"/>
                    </a:lnTo>
                    <a:lnTo>
                      <a:pt x="71" y="118"/>
                    </a:lnTo>
                    <a:lnTo>
                      <a:pt x="74" y="118"/>
                    </a:lnTo>
                    <a:lnTo>
                      <a:pt x="74" y="116"/>
                    </a:lnTo>
                    <a:lnTo>
                      <a:pt x="74" y="116"/>
                    </a:lnTo>
                    <a:lnTo>
                      <a:pt x="74" y="116"/>
                    </a:lnTo>
                    <a:lnTo>
                      <a:pt x="74" y="113"/>
                    </a:lnTo>
                    <a:lnTo>
                      <a:pt x="74" y="113"/>
                    </a:lnTo>
                    <a:lnTo>
                      <a:pt x="74" y="111"/>
                    </a:lnTo>
                    <a:lnTo>
                      <a:pt x="74" y="111"/>
                    </a:lnTo>
                    <a:lnTo>
                      <a:pt x="71" y="111"/>
                    </a:lnTo>
                    <a:lnTo>
                      <a:pt x="71" y="113"/>
                    </a:lnTo>
                    <a:lnTo>
                      <a:pt x="71" y="113"/>
                    </a:lnTo>
                    <a:lnTo>
                      <a:pt x="71" y="116"/>
                    </a:lnTo>
                    <a:lnTo>
                      <a:pt x="71" y="116"/>
                    </a:lnTo>
                    <a:lnTo>
                      <a:pt x="71" y="116"/>
                    </a:lnTo>
                    <a:lnTo>
                      <a:pt x="71" y="118"/>
                    </a:lnTo>
                    <a:lnTo>
                      <a:pt x="71" y="118"/>
                    </a:lnTo>
                    <a:lnTo>
                      <a:pt x="71" y="118"/>
                    </a:lnTo>
                    <a:lnTo>
                      <a:pt x="69" y="118"/>
                    </a:lnTo>
                    <a:lnTo>
                      <a:pt x="69" y="118"/>
                    </a:lnTo>
                    <a:lnTo>
                      <a:pt x="67" y="118"/>
                    </a:lnTo>
                    <a:lnTo>
                      <a:pt x="67" y="118"/>
                    </a:lnTo>
                    <a:lnTo>
                      <a:pt x="67" y="118"/>
                    </a:lnTo>
                    <a:lnTo>
                      <a:pt x="67" y="118"/>
                    </a:lnTo>
                    <a:lnTo>
                      <a:pt x="64" y="118"/>
                    </a:lnTo>
                    <a:lnTo>
                      <a:pt x="64" y="118"/>
                    </a:lnTo>
                    <a:lnTo>
                      <a:pt x="62" y="118"/>
                    </a:lnTo>
                    <a:lnTo>
                      <a:pt x="62" y="116"/>
                    </a:lnTo>
                    <a:lnTo>
                      <a:pt x="62" y="116"/>
                    </a:lnTo>
                    <a:lnTo>
                      <a:pt x="62" y="116"/>
                    </a:lnTo>
                    <a:lnTo>
                      <a:pt x="62" y="116"/>
                    </a:lnTo>
                    <a:lnTo>
                      <a:pt x="60" y="116"/>
                    </a:lnTo>
                    <a:lnTo>
                      <a:pt x="60" y="116"/>
                    </a:lnTo>
                    <a:lnTo>
                      <a:pt x="60" y="113"/>
                    </a:lnTo>
                    <a:lnTo>
                      <a:pt x="60" y="113"/>
                    </a:lnTo>
                    <a:lnTo>
                      <a:pt x="57" y="113"/>
                    </a:lnTo>
                    <a:lnTo>
                      <a:pt x="57" y="113"/>
                    </a:lnTo>
                    <a:lnTo>
                      <a:pt x="57" y="113"/>
                    </a:lnTo>
                    <a:lnTo>
                      <a:pt x="55" y="113"/>
                    </a:lnTo>
                    <a:lnTo>
                      <a:pt x="55" y="111"/>
                    </a:lnTo>
                    <a:lnTo>
                      <a:pt x="55" y="111"/>
                    </a:lnTo>
                    <a:lnTo>
                      <a:pt x="55" y="111"/>
                    </a:lnTo>
                    <a:lnTo>
                      <a:pt x="52" y="111"/>
                    </a:lnTo>
                    <a:lnTo>
                      <a:pt x="52" y="111"/>
                    </a:lnTo>
                    <a:lnTo>
                      <a:pt x="52" y="111"/>
                    </a:lnTo>
                    <a:lnTo>
                      <a:pt x="52" y="111"/>
                    </a:lnTo>
                    <a:lnTo>
                      <a:pt x="52" y="111"/>
                    </a:lnTo>
                    <a:lnTo>
                      <a:pt x="50" y="111"/>
                    </a:lnTo>
                    <a:lnTo>
                      <a:pt x="50" y="109"/>
                    </a:lnTo>
                    <a:lnTo>
                      <a:pt x="50" y="109"/>
                    </a:lnTo>
                    <a:lnTo>
                      <a:pt x="50" y="109"/>
                    </a:lnTo>
                    <a:lnTo>
                      <a:pt x="50" y="106"/>
                    </a:lnTo>
                    <a:lnTo>
                      <a:pt x="48" y="106"/>
                    </a:lnTo>
                    <a:lnTo>
                      <a:pt x="48" y="106"/>
                    </a:lnTo>
                    <a:lnTo>
                      <a:pt x="48" y="106"/>
                    </a:lnTo>
                    <a:lnTo>
                      <a:pt x="48" y="104"/>
                    </a:lnTo>
                    <a:lnTo>
                      <a:pt x="48" y="104"/>
                    </a:lnTo>
                    <a:lnTo>
                      <a:pt x="48" y="104"/>
                    </a:lnTo>
                    <a:lnTo>
                      <a:pt x="48" y="102"/>
                    </a:lnTo>
                    <a:lnTo>
                      <a:pt x="48" y="102"/>
                    </a:lnTo>
                    <a:lnTo>
                      <a:pt x="48" y="102"/>
                    </a:lnTo>
                    <a:lnTo>
                      <a:pt x="48" y="99"/>
                    </a:lnTo>
                    <a:lnTo>
                      <a:pt x="48" y="99"/>
                    </a:lnTo>
                    <a:lnTo>
                      <a:pt x="48" y="99"/>
                    </a:lnTo>
                    <a:lnTo>
                      <a:pt x="48" y="99"/>
                    </a:lnTo>
                    <a:lnTo>
                      <a:pt x="48" y="97"/>
                    </a:lnTo>
                    <a:lnTo>
                      <a:pt x="48" y="97"/>
                    </a:lnTo>
                    <a:lnTo>
                      <a:pt x="48" y="95"/>
                    </a:lnTo>
                    <a:lnTo>
                      <a:pt x="45" y="95"/>
                    </a:lnTo>
                    <a:lnTo>
                      <a:pt x="45" y="95"/>
                    </a:lnTo>
                    <a:lnTo>
                      <a:pt x="45" y="95"/>
                    </a:lnTo>
                    <a:lnTo>
                      <a:pt x="45" y="92"/>
                    </a:lnTo>
                    <a:lnTo>
                      <a:pt x="45" y="92"/>
                    </a:lnTo>
                    <a:lnTo>
                      <a:pt x="45" y="92"/>
                    </a:lnTo>
                    <a:lnTo>
                      <a:pt x="45" y="92"/>
                    </a:lnTo>
                    <a:lnTo>
                      <a:pt x="45" y="90"/>
                    </a:lnTo>
                    <a:lnTo>
                      <a:pt x="45" y="90"/>
                    </a:lnTo>
                    <a:lnTo>
                      <a:pt x="45" y="87"/>
                    </a:lnTo>
                    <a:lnTo>
                      <a:pt x="45" y="87"/>
                    </a:lnTo>
                    <a:lnTo>
                      <a:pt x="48" y="87"/>
                    </a:lnTo>
                    <a:lnTo>
                      <a:pt x="48" y="85"/>
                    </a:lnTo>
                    <a:lnTo>
                      <a:pt x="48" y="85"/>
                    </a:lnTo>
                    <a:lnTo>
                      <a:pt x="48" y="85"/>
                    </a:lnTo>
                    <a:lnTo>
                      <a:pt x="48" y="85"/>
                    </a:lnTo>
                    <a:lnTo>
                      <a:pt x="50" y="85"/>
                    </a:lnTo>
                    <a:lnTo>
                      <a:pt x="50" y="83"/>
                    </a:lnTo>
                    <a:lnTo>
                      <a:pt x="50" y="83"/>
                    </a:lnTo>
                    <a:lnTo>
                      <a:pt x="50" y="83"/>
                    </a:lnTo>
                    <a:lnTo>
                      <a:pt x="50" y="83"/>
                    </a:lnTo>
                    <a:lnTo>
                      <a:pt x="52" y="83"/>
                    </a:lnTo>
                    <a:lnTo>
                      <a:pt x="52" y="80"/>
                    </a:lnTo>
                    <a:lnTo>
                      <a:pt x="50" y="80"/>
                    </a:lnTo>
                    <a:lnTo>
                      <a:pt x="50" y="80"/>
                    </a:lnTo>
                    <a:lnTo>
                      <a:pt x="50" y="80"/>
                    </a:lnTo>
                    <a:lnTo>
                      <a:pt x="50" y="78"/>
                    </a:lnTo>
                    <a:lnTo>
                      <a:pt x="50" y="78"/>
                    </a:lnTo>
                    <a:lnTo>
                      <a:pt x="48" y="78"/>
                    </a:lnTo>
                    <a:lnTo>
                      <a:pt x="48" y="76"/>
                    </a:lnTo>
                    <a:lnTo>
                      <a:pt x="48" y="76"/>
                    </a:lnTo>
                    <a:lnTo>
                      <a:pt x="48" y="76"/>
                    </a:lnTo>
                    <a:lnTo>
                      <a:pt x="48" y="73"/>
                    </a:lnTo>
                    <a:lnTo>
                      <a:pt x="48" y="73"/>
                    </a:lnTo>
                    <a:lnTo>
                      <a:pt x="48" y="73"/>
                    </a:lnTo>
                    <a:lnTo>
                      <a:pt x="45" y="73"/>
                    </a:lnTo>
                    <a:lnTo>
                      <a:pt x="45" y="73"/>
                    </a:lnTo>
                    <a:lnTo>
                      <a:pt x="45" y="73"/>
                    </a:lnTo>
                    <a:lnTo>
                      <a:pt x="45" y="73"/>
                    </a:lnTo>
                    <a:lnTo>
                      <a:pt x="43" y="73"/>
                    </a:lnTo>
                    <a:lnTo>
                      <a:pt x="43" y="73"/>
                    </a:lnTo>
                    <a:lnTo>
                      <a:pt x="41" y="73"/>
                    </a:lnTo>
                    <a:lnTo>
                      <a:pt x="41" y="71"/>
                    </a:lnTo>
                    <a:lnTo>
                      <a:pt x="41" y="71"/>
                    </a:lnTo>
                    <a:lnTo>
                      <a:pt x="41" y="71"/>
                    </a:lnTo>
                    <a:lnTo>
                      <a:pt x="41" y="68"/>
                    </a:lnTo>
                    <a:lnTo>
                      <a:pt x="41" y="68"/>
                    </a:lnTo>
                    <a:lnTo>
                      <a:pt x="38" y="68"/>
                    </a:lnTo>
                    <a:lnTo>
                      <a:pt x="38" y="68"/>
                    </a:lnTo>
                    <a:lnTo>
                      <a:pt x="38" y="68"/>
                    </a:lnTo>
                    <a:lnTo>
                      <a:pt x="38" y="68"/>
                    </a:lnTo>
                    <a:lnTo>
                      <a:pt x="38" y="68"/>
                    </a:lnTo>
                    <a:lnTo>
                      <a:pt x="36" y="68"/>
                    </a:lnTo>
                    <a:lnTo>
                      <a:pt x="36" y="68"/>
                    </a:lnTo>
                    <a:lnTo>
                      <a:pt x="36" y="71"/>
                    </a:lnTo>
                    <a:lnTo>
                      <a:pt x="36" y="71"/>
                    </a:lnTo>
                    <a:lnTo>
                      <a:pt x="36" y="71"/>
                    </a:lnTo>
                    <a:lnTo>
                      <a:pt x="36" y="73"/>
                    </a:lnTo>
                    <a:lnTo>
                      <a:pt x="36" y="73"/>
                    </a:lnTo>
                    <a:lnTo>
                      <a:pt x="36" y="73"/>
                    </a:lnTo>
                    <a:lnTo>
                      <a:pt x="36" y="73"/>
                    </a:lnTo>
                    <a:lnTo>
                      <a:pt x="34" y="73"/>
                    </a:lnTo>
                    <a:lnTo>
                      <a:pt x="34" y="76"/>
                    </a:lnTo>
                    <a:lnTo>
                      <a:pt x="34" y="76"/>
                    </a:lnTo>
                    <a:lnTo>
                      <a:pt x="36" y="76"/>
                    </a:lnTo>
                    <a:lnTo>
                      <a:pt x="36" y="78"/>
                    </a:lnTo>
                    <a:lnTo>
                      <a:pt x="36" y="78"/>
                    </a:lnTo>
                    <a:lnTo>
                      <a:pt x="36" y="80"/>
                    </a:lnTo>
                    <a:lnTo>
                      <a:pt x="36" y="80"/>
                    </a:lnTo>
                    <a:lnTo>
                      <a:pt x="34" y="80"/>
                    </a:lnTo>
                    <a:lnTo>
                      <a:pt x="34" y="80"/>
                    </a:lnTo>
                    <a:lnTo>
                      <a:pt x="34" y="80"/>
                    </a:lnTo>
                    <a:lnTo>
                      <a:pt x="34" y="80"/>
                    </a:lnTo>
                    <a:lnTo>
                      <a:pt x="31" y="80"/>
                    </a:lnTo>
                    <a:lnTo>
                      <a:pt x="31" y="78"/>
                    </a:lnTo>
                    <a:lnTo>
                      <a:pt x="31" y="78"/>
                    </a:lnTo>
                    <a:lnTo>
                      <a:pt x="31" y="78"/>
                    </a:lnTo>
                    <a:lnTo>
                      <a:pt x="31" y="76"/>
                    </a:lnTo>
                    <a:lnTo>
                      <a:pt x="29" y="76"/>
                    </a:lnTo>
                    <a:lnTo>
                      <a:pt x="29" y="78"/>
                    </a:lnTo>
                    <a:lnTo>
                      <a:pt x="29" y="78"/>
                    </a:lnTo>
                    <a:lnTo>
                      <a:pt x="29" y="78"/>
                    </a:lnTo>
                    <a:lnTo>
                      <a:pt x="29" y="76"/>
                    </a:lnTo>
                    <a:lnTo>
                      <a:pt x="26" y="76"/>
                    </a:lnTo>
                    <a:lnTo>
                      <a:pt x="26" y="76"/>
                    </a:lnTo>
                    <a:lnTo>
                      <a:pt x="26" y="73"/>
                    </a:lnTo>
                    <a:lnTo>
                      <a:pt x="26" y="73"/>
                    </a:lnTo>
                    <a:lnTo>
                      <a:pt x="26" y="76"/>
                    </a:lnTo>
                    <a:lnTo>
                      <a:pt x="26" y="76"/>
                    </a:lnTo>
                    <a:lnTo>
                      <a:pt x="26" y="78"/>
                    </a:lnTo>
                    <a:lnTo>
                      <a:pt x="26" y="78"/>
                    </a:lnTo>
                    <a:lnTo>
                      <a:pt x="26" y="78"/>
                    </a:lnTo>
                    <a:lnTo>
                      <a:pt x="26" y="80"/>
                    </a:lnTo>
                    <a:lnTo>
                      <a:pt x="26" y="80"/>
                    </a:lnTo>
                    <a:lnTo>
                      <a:pt x="24" y="80"/>
                    </a:lnTo>
                    <a:lnTo>
                      <a:pt x="24" y="80"/>
                    </a:lnTo>
                    <a:lnTo>
                      <a:pt x="24" y="83"/>
                    </a:lnTo>
                    <a:lnTo>
                      <a:pt x="22" y="83"/>
                    </a:lnTo>
                    <a:lnTo>
                      <a:pt x="22" y="83"/>
                    </a:lnTo>
                    <a:lnTo>
                      <a:pt x="22" y="83"/>
                    </a:lnTo>
                    <a:lnTo>
                      <a:pt x="22" y="83"/>
                    </a:lnTo>
                    <a:lnTo>
                      <a:pt x="22" y="83"/>
                    </a:lnTo>
                    <a:lnTo>
                      <a:pt x="22" y="80"/>
                    </a:lnTo>
                    <a:lnTo>
                      <a:pt x="19" y="80"/>
                    </a:lnTo>
                    <a:lnTo>
                      <a:pt x="19" y="80"/>
                    </a:lnTo>
                    <a:lnTo>
                      <a:pt x="22" y="80"/>
                    </a:lnTo>
                    <a:lnTo>
                      <a:pt x="22" y="78"/>
                    </a:lnTo>
                    <a:lnTo>
                      <a:pt x="22" y="78"/>
                    </a:lnTo>
                    <a:lnTo>
                      <a:pt x="19" y="78"/>
                    </a:lnTo>
                    <a:lnTo>
                      <a:pt x="19" y="76"/>
                    </a:lnTo>
                    <a:lnTo>
                      <a:pt x="19" y="76"/>
                    </a:lnTo>
                    <a:lnTo>
                      <a:pt x="22" y="76"/>
                    </a:lnTo>
                    <a:lnTo>
                      <a:pt x="22" y="73"/>
                    </a:lnTo>
                    <a:lnTo>
                      <a:pt x="19" y="73"/>
                    </a:lnTo>
                    <a:lnTo>
                      <a:pt x="19" y="73"/>
                    </a:lnTo>
                    <a:lnTo>
                      <a:pt x="19" y="73"/>
                    </a:lnTo>
                    <a:lnTo>
                      <a:pt x="19" y="71"/>
                    </a:lnTo>
                    <a:lnTo>
                      <a:pt x="22" y="71"/>
                    </a:lnTo>
                    <a:lnTo>
                      <a:pt x="22" y="71"/>
                    </a:lnTo>
                    <a:lnTo>
                      <a:pt x="19" y="71"/>
                    </a:lnTo>
                    <a:lnTo>
                      <a:pt x="19" y="71"/>
                    </a:lnTo>
                    <a:lnTo>
                      <a:pt x="19" y="71"/>
                    </a:lnTo>
                    <a:lnTo>
                      <a:pt x="17" y="71"/>
                    </a:lnTo>
                    <a:lnTo>
                      <a:pt x="17" y="71"/>
                    </a:lnTo>
                    <a:lnTo>
                      <a:pt x="17" y="71"/>
                    </a:lnTo>
                    <a:lnTo>
                      <a:pt x="15" y="71"/>
                    </a:lnTo>
                    <a:lnTo>
                      <a:pt x="15" y="73"/>
                    </a:lnTo>
                    <a:lnTo>
                      <a:pt x="15" y="73"/>
                    </a:lnTo>
                    <a:lnTo>
                      <a:pt x="15" y="73"/>
                    </a:lnTo>
                    <a:lnTo>
                      <a:pt x="15" y="73"/>
                    </a:lnTo>
                    <a:lnTo>
                      <a:pt x="15" y="73"/>
                    </a:lnTo>
                    <a:lnTo>
                      <a:pt x="15" y="76"/>
                    </a:lnTo>
                    <a:lnTo>
                      <a:pt x="15" y="76"/>
                    </a:lnTo>
                    <a:lnTo>
                      <a:pt x="15" y="76"/>
                    </a:lnTo>
                    <a:lnTo>
                      <a:pt x="15" y="76"/>
                    </a:lnTo>
                    <a:lnTo>
                      <a:pt x="15" y="78"/>
                    </a:lnTo>
                    <a:lnTo>
                      <a:pt x="12" y="78"/>
                    </a:lnTo>
                    <a:lnTo>
                      <a:pt x="12" y="78"/>
                    </a:lnTo>
                    <a:lnTo>
                      <a:pt x="12" y="78"/>
                    </a:lnTo>
                    <a:lnTo>
                      <a:pt x="12" y="78"/>
                    </a:lnTo>
                    <a:lnTo>
                      <a:pt x="12" y="80"/>
                    </a:lnTo>
                    <a:lnTo>
                      <a:pt x="12" y="80"/>
                    </a:lnTo>
                    <a:lnTo>
                      <a:pt x="12" y="80"/>
                    </a:lnTo>
                    <a:lnTo>
                      <a:pt x="12" y="83"/>
                    </a:lnTo>
                    <a:lnTo>
                      <a:pt x="12" y="83"/>
                    </a:lnTo>
                    <a:lnTo>
                      <a:pt x="10" y="83"/>
                    </a:lnTo>
                    <a:lnTo>
                      <a:pt x="10" y="83"/>
                    </a:lnTo>
                    <a:lnTo>
                      <a:pt x="10" y="83"/>
                    </a:lnTo>
                    <a:lnTo>
                      <a:pt x="10" y="85"/>
                    </a:lnTo>
                    <a:lnTo>
                      <a:pt x="10" y="85"/>
                    </a:lnTo>
                    <a:lnTo>
                      <a:pt x="10" y="87"/>
                    </a:lnTo>
                    <a:lnTo>
                      <a:pt x="10" y="87"/>
                    </a:lnTo>
                    <a:lnTo>
                      <a:pt x="10" y="87"/>
                    </a:lnTo>
                    <a:lnTo>
                      <a:pt x="10" y="87"/>
                    </a:lnTo>
                    <a:lnTo>
                      <a:pt x="10" y="90"/>
                    </a:lnTo>
                    <a:lnTo>
                      <a:pt x="10" y="90"/>
                    </a:lnTo>
                    <a:lnTo>
                      <a:pt x="10" y="92"/>
                    </a:lnTo>
                    <a:lnTo>
                      <a:pt x="12" y="92"/>
                    </a:lnTo>
                    <a:lnTo>
                      <a:pt x="12" y="92"/>
                    </a:lnTo>
                    <a:lnTo>
                      <a:pt x="10" y="92"/>
                    </a:lnTo>
                    <a:lnTo>
                      <a:pt x="10" y="92"/>
                    </a:lnTo>
                    <a:lnTo>
                      <a:pt x="10" y="92"/>
                    </a:lnTo>
                    <a:lnTo>
                      <a:pt x="10" y="92"/>
                    </a:lnTo>
                    <a:lnTo>
                      <a:pt x="10" y="92"/>
                    </a:lnTo>
                    <a:lnTo>
                      <a:pt x="8" y="92"/>
                    </a:lnTo>
                    <a:lnTo>
                      <a:pt x="8" y="92"/>
                    </a:lnTo>
                    <a:lnTo>
                      <a:pt x="8" y="92"/>
                    </a:lnTo>
                    <a:lnTo>
                      <a:pt x="8" y="92"/>
                    </a:lnTo>
                    <a:lnTo>
                      <a:pt x="5" y="92"/>
                    </a:lnTo>
                    <a:lnTo>
                      <a:pt x="5" y="92"/>
                    </a:lnTo>
                    <a:lnTo>
                      <a:pt x="5" y="92"/>
                    </a:lnTo>
                    <a:lnTo>
                      <a:pt x="5" y="92"/>
                    </a:lnTo>
                    <a:lnTo>
                      <a:pt x="5" y="92"/>
                    </a:lnTo>
                    <a:lnTo>
                      <a:pt x="5" y="92"/>
                    </a:lnTo>
                    <a:lnTo>
                      <a:pt x="3" y="92"/>
                    </a:lnTo>
                    <a:lnTo>
                      <a:pt x="3" y="92"/>
                    </a:lnTo>
                    <a:lnTo>
                      <a:pt x="3" y="90"/>
                    </a:lnTo>
                    <a:lnTo>
                      <a:pt x="3" y="90"/>
                    </a:lnTo>
                    <a:lnTo>
                      <a:pt x="0" y="90"/>
                    </a:lnTo>
                    <a:lnTo>
                      <a:pt x="0" y="87"/>
                    </a:lnTo>
                    <a:lnTo>
                      <a:pt x="0" y="87"/>
                    </a:lnTo>
                    <a:lnTo>
                      <a:pt x="0" y="85"/>
                    </a:lnTo>
                    <a:lnTo>
                      <a:pt x="0" y="85"/>
                    </a:lnTo>
                    <a:lnTo>
                      <a:pt x="0" y="83"/>
                    </a:lnTo>
                    <a:lnTo>
                      <a:pt x="3" y="83"/>
                    </a:lnTo>
                    <a:lnTo>
                      <a:pt x="3" y="83"/>
                    </a:lnTo>
                    <a:lnTo>
                      <a:pt x="3" y="83"/>
                    </a:lnTo>
                    <a:lnTo>
                      <a:pt x="3" y="83"/>
                    </a:lnTo>
                    <a:lnTo>
                      <a:pt x="5" y="83"/>
                    </a:lnTo>
                    <a:lnTo>
                      <a:pt x="5" y="80"/>
                    </a:lnTo>
                    <a:lnTo>
                      <a:pt x="5" y="80"/>
                    </a:lnTo>
                    <a:lnTo>
                      <a:pt x="5" y="80"/>
                    </a:lnTo>
                    <a:lnTo>
                      <a:pt x="5" y="78"/>
                    </a:lnTo>
                    <a:lnTo>
                      <a:pt x="5" y="78"/>
                    </a:lnTo>
                    <a:lnTo>
                      <a:pt x="5" y="76"/>
                    </a:lnTo>
                    <a:lnTo>
                      <a:pt x="5" y="76"/>
                    </a:lnTo>
                    <a:lnTo>
                      <a:pt x="5" y="76"/>
                    </a:lnTo>
                    <a:lnTo>
                      <a:pt x="5" y="73"/>
                    </a:lnTo>
                    <a:lnTo>
                      <a:pt x="5" y="73"/>
                    </a:lnTo>
                    <a:lnTo>
                      <a:pt x="5" y="73"/>
                    </a:lnTo>
                    <a:lnTo>
                      <a:pt x="5" y="71"/>
                    </a:lnTo>
                    <a:lnTo>
                      <a:pt x="5" y="71"/>
                    </a:lnTo>
                    <a:lnTo>
                      <a:pt x="5" y="68"/>
                    </a:lnTo>
                    <a:lnTo>
                      <a:pt x="5" y="68"/>
                    </a:lnTo>
                    <a:lnTo>
                      <a:pt x="8" y="68"/>
                    </a:lnTo>
                    <a:lnTo>
                      <a:pt x="8" y="66"/>
                    </a:lnTo>
                    <a:lnTo>
                      <a:pt x="8" y="66"/>
                    </a:lnTo>
                    <a:lnTo>
                      <a:pt x="8" y="66"/>
                    </a:lnTo>
                    <a:lnTo>
                      <a:pt x="8" y="66"/>
                    </a:lnTo>
                    <a:lnTo>
                      <a:pt x="8" y="64"/>
                    </a:lnTo>
                    <a:lnTo>
                      <a:pt x="8" y="64"/>
                    </a:lnTo>
                    <a:lnTo>
                      <a:pt x="10" y="64"/>
                    </a:lnTo>
                    <a:lnTo>
                      <a:pt x="10" y="64"/>
                    </a:lnTo>
                    <a:lnTo>
                      <a:pt x="10" y="64"/>
                    </a:lnTo>
                    <a:lnTo>
                      <a:pt x="12" y="64"/>
                    </a:lnTo>
                    <a:lnTo>
                      <a:pt x="12" y="61"/>
                    </a:lnTo>
                    <a:lnTo>
                      <a:pt x="12" y="61"/>
                    </a:lnTo>
                    <a:lnTo>
                      <a:pt x="12" y="61"/>
                    </a:lnTo>
                    <a:lnTo>
                      <a:pt x="15" y="61"/>
                    </a:lnTo>
                    <a:lnTo>
                      <a:pt x="15" y="61"/>
                    </a:lnTo>
                    <a:lnTo>
                      <a:pt x="15" y="61"/>
                    </a:lnTo>
                    <a:lnTo>
                      <a:pt x="15" y="61"/>
                    </a:lnTo>
                    <a:lnTo>
                      <a:pt x="17" y="61"/>
                    </a:lnTo>
                    <a:lnTo>
                      <a:pt x="17" y="61"/>
                    </a:lnTo>
                    <a:lnTo>
                      <a:pt x="17" y="59"/>
                    </a:lnTo>
                    <a:lnTo>
                      <a:pt x="19" y="59"/>
                    </a:lnTo>
                    <a:lnTo>
                      <a:pt x="19" y="59"/>
                    </a:lnTo>
                    <a:lnTo>
                      <a:pt x="19" y="61"/>
                    </a:lnTo>
                    <a:lnTo>
                      <a:pt x="19" y="61"/>
                    </a:lnTo>
                    <a:lnTo>
                      <a:pt x="22" y="61"/>
                    </a:lnTo>
                    <a:lnTo>
                      <a:pt x="22" y="59"/>
                    </a:lnTo>
                    <a:lnTo>
                      <a:pt x="22" y="59"/>
                    </a:lnTo>
                    <a:lnTo>
                      <a:pt x="22" y="59"/>
                    </a:lnTo>
                    <a:lnTo>
                      <a:pt x="24" y="59"/>
                    </a:lnTo>
                    <a:lnTo>
                      <a:pt x="24" y="59"/>
                    </a:lnTo>
                    <a:lnTo>
                      <a:pt x="24" y="59"/>
                    </a:lnTo>
                    <a:lnTo>
                      <a:pt x="24" y="57"/>
                    </a:lnTo>
                    <a:lnTo>
                      <a:pt x="24" y="57"/>
                    </a:lnTo>
                    <a:lnTo>
                      <a:pt x="24" y="57"/>
                    </a:lnTo>
                    <a:lnTo>
                      <a:pt x="24" y="54"/>
                    </a:lnTo>
                    <a:lnTo>
                      <a:pt x="24" y="54"/>
                    </a:lnTo>
                    <a:lnTo>
                      <a:pt x="24" y="54"/>
                    </a:lnTo>
                    <a:lnTo>
                      <a:pt x="24" y="52"/>
                    </a:lnTo>
                    <a:lnTo>
                      <a:pt x="24" y="52"/>
                    </a:lnTo>
                    <a:lnTo>
                      <a:pt x="26" y="52"/>
                    </a:lnTo>
                    <a:lnTo>
                      <a:pt x="26" y="52"/>
                    </a:lnTo>
                    <a:lnTo>
                      <a:pt x="26" y="52"/>
                    </a:lnTo>
                    <a:lnTo>
                      <a:pt x="26" y="50"/>
                    </a:lnTo>
                    <a:lnTo>
                      <a:pt x="26" y="50"/>
                    </a:lnTo>
                    <a:lnTo>
                      <a:pt x="29" y="50"/>
                    </a:lnTo>
                    <a:lnTo>
                      <a:pt x="29" y="50"/>
                    </a:lnTo>
                    <a:lnTo>
                      <a:pt x="29" y="50"/>
                    </a:lnTo>
                    <a:lnTo>
                      <a:pt x="31" y="50"/>
                    </a:lnTo>
                    <a:lnTo>
                      <a:pt x="31" y="50"/>
                    </a:lnTo>
                    <a:lnTo>
                      <a:pt x="31" y="50"/>
                    </a:lnTo>
                    <a:lnTo>
                      <a:pt x="34" y="50"/>
                    </a:lnTo>
                    <a:lnTo>
                      <a:pt x="34" y="47"/>
                    </a:lnTo>
                    <a:lnTo>
                      <a:pt x="34" y="47"/>
                    </a:lnTo>
                    <a:lnTo>
                      <a:pt x="34" y="47"/>
                    </a:lnTo>
                    <a:lnTo>
                      <a:pt x="34" y="45"/>
                    </a:lnTo>
                    <a:lnTo>
                      <a:pt x="34" y="45"/>
                    </a:lnTo>
                    <a:lnTo>
                      <a:pt x="34" y="45"/>
                    </a:lnTo>
                    <a:lnTo>
                      <a:pt x="36" y="45"/>
                    </a:lnTo>
                    <a:lnTo>
                      <a:pt x="36" y="45"/>
                    </a:lnTo>
                    <a:lnTo>
                      <a:pt x="36" y="45"/>
                    </a:lnTo>
                    <a:lnTo>
                      <a:pt x="38" y="45"/>
                    </a:lnTo>
                    <a:lnTo>
                      <a:pt x="38" y="47"/>
                    </a:lnTo>
                    <a:lnTo>
                      <a:pt x="38" y="47"/>
                    </a:lnTo>
                    <a:lnTo>
                      <a:pt x="38" y="45"/>
                    </a:lnTo>
                    <a:lnTo>
                      <a:pt x="38" y="45"/>
                    </a:lnTo>
                    <a:lnTo>
                      <a:pt x="38" y="47"/>
                    </a:lnTo>
                    <a:lnTo>
                      <a:pt x="41" y="47"/>
                    </a:lnTo>
                    <a:lnTo>
                      <a:pt x="41" y="47"/>
                    </a:lnTo>
                    <a:lnTo>
                      <a:pt x="41" y="47"/>
                    </a:lnTo>
                    <a:lnTo>
                      <a:pt x="41" y="47"/>
                    </a:lnTo>
                    <a:lnTo>
                      <a:pt x="43" y="47"/>
                    </a:lnTo>
                    <a:lnTo>
                      <a:pt x="43" y="50"/>
                    </a:lnTo>
                    <a:lnTo>
                      <a:pt x="43" y="50"/>
                    </a:lnTo>
                    <a:lnTo>
                      <a:pt x="43" y="50"/>
                    </a:lnTo>
                    <a:lnTo>
                      <a:pt x="43" y="52"/>
                    </a:lnTo>
                    <a:lnTo>
                      <a:pt x="43" y="52"/>
                    </a:lnTo>
                    <a:lnTo>
                      <a:pt x="45" y="52"/>
                    </a:lnTo>
                    <a:lnTo>
                      <a:pt x="45" y="52"/>
                    </a:lnTo>
                    <a:lnTo>
                      <a:pt x="45" y="54"/>
                    </a:lnTo>
                    <a:lnTo>
                      <a:pt x="45" y="54"/>
                    </a:lnTo>
                    <a:lnTo>
                      <a:pt x="45" y="57"/>
                    </a:lnTo>
                    <a:lnTo>
                      <a:pt x="45" y="57"/>
                    </a:lnTo>
                    <a:lnTo>
                      <a:pt x="45" y="59"/>
                    </a:lnTo>
                    <a:lnTo>
                      <a:pt x="45" y="59"/>
                    </a:lnTo>
                    <a:lnTo>
                      <a:pt x="45" y="59"/>
                    </a:lnTo>
                    <a:lnTo>
                      <a:pt x="45" y="59"/>
                    </a:lnTo>
                    <a:lnTo>
                      <a:pt x="45" y="59"/>
                    </a:lnTo>
                    <a:lnTo>
                      <a:pt x="48" y="59"/>
                    </a:lnTo>
                    <a:lnTo>
                      <a:pt x="48" y="59"/>
                    </a:lnTo>
                    <a:lnTo>
                      <a:pt x="48" y="59"/>
                    </a:lnTo>
                    <a:lnTo>
                      <a:pt x="50" y="59"/>
                    </a:lnTo>
                    <a:lnTo>
                      <a:pt x="50" y="59"/>
                    </a:lnTo>
                    <a:lnTo>
                      <a:pt x="50" y="57"/>
                    </a:lnTo>
                    <a:lnTo>
                      <a:pt x="52" y="57"/>
                    </a:lnTo>
                    <a:lnTo>
                      <a:pt x="52" y="57"/>
                    </a:lnTo>
                    <a:lnTo>
                      <a:pt x="52" y="54"/>
                    </a:lnTo>
                    <a:lnTo>
                      <a:pt x="52" y="54"/>
                    </a:lnTo>
                    <a:lnTo>
                      <a:pt x="52" y="54"/>
                    </a:lnTo>
                    <a:lnTo>
                      <a:pt x="52" y="52"/>
                    </a:lnTo>
                    <a:lnTo>
                      <a:pt x="52" y="52"/>
                    </a:lnTo>
                    <a:lnTo>
                      <a:pt x="52" y="52"/>
                    </a:lnTo>
                    <a:lnTo>
                      <a:pt x="52" y="52"/>
                    </a:lnTo>
                    <a:lnTo>
                      <a:pt x="52" y="50"/>
                    </a:lnTo>
                    <a:lnTo>
                      <a:pt x="52" y="50"/>
                    </a:lnTo>
                    <a:lnTo>
                      <a:pt x="55" y="50"/>
                    </a:lnTo>
                    <a:lnTo>
                      <a:pt x="55" y="47"/>
                    </a:lnTo>
                    <a:lnTo>
                      <a:pt x="55" y="47"/>
                    </a:lnTo>
                    <a:lnTo>
                      <a:pt x="55" y="47"/>
                    </a:lnTo>
                    <a:lnTo>
                      <a:pt x="57" y="47"/>
                    </a:lnTo>
                    <a:lnTo>
                      <a:pt x="57" y="47"/>
                    </a:lnTo>
                    <a:lnTo>
                      <a:pt x="57" y="47"/>
                    </a:lnTo>
                    <a:lnTo>
                      <a:pt x="57" y="47"/>
                    </a:lnTo>
                    <a:lnTo>
                      <a:pt x="57" y="50"/>
                    </a:lnTo>
                    <a:lnTo>
                      <a:pt x="60" y="50"/>
                    </a:lnTo>
                    <a:lnTo>
                      <a:pt x="60" y="50"/>
                    </a:lnTo>
                    <a:lnTo>
                      <a:pt x="60" y="50"/>
                    </a:lnTo>
                    <a:lnTo>
                      <a:pt x="60" y="50"/>
                    </a:lnTo>
                    <a:lnTo>
                      <a:pt x="62" y="50"/>
                    </a:lnTo>
                    <a:lnTo>
                      <a:pt x="62" y="52"/>
                    </a:lnTo>
                    <a:lnTo>
                      <a:pt x="62" y="52"/>
                    </a:lnTo>
                    <a:lnTo>
                      <a:pt x="62" y="50"/>
                    </a:lnTo>
                    <a:lnTo>
                      <a:pt x="62" y="50"/>
                    </a:lnTo>
                    <a:lnTo>
                      <a:pt x="62" y="50"/>
                    </a:lnTo>
                    <a:lnTo>
                      <a:pt x="62" y="47"/>
                    </a:lnTo>
                    <a:lnTo>
                      <a:pt x="62" y="47"/>
                    </a:lnTo>
                    <a:lnTo>
                      <a:pt x="62" y="47"/>
                    </a:lnTo>
                    <a:lnTo>
                      <a:pt x="62" y="45"/>
                    </a:lnTo>
                    <a:lnTo>
                      <a:pt x="62" y="45"/>
                    </a:lnTo>
                    <a:lnTo>
                      <a:pt x="62" y="45"/>
                    </a:lnTo>
                    <a:lnTo>
                      <a:pt x="62" y="42"/>
                    </a:lnTo>
                    <a:lnTo>
                      <a:pt x="62" y="42"/>
                    </a:lnTo>
                    <a:lnTo>
                      <a:pt x="62" y="42"/>
                    </a:lnTo>
                    <a:lnTo>
                      <a:pt x="62" y="40"/>
                    </a:lnTo>
                    <a:lnTo>
                      <a:pt x="62" y="40"/>
                    </a:lnTo>
                    <a:lnTo>
                      <a:pt x="62" y="38"/>
                    </a:lnTo>
                    <a:lnTo>
                      <a:pt x="64" y="38"/>
                    </a:lnTo>
                    <a:lnTo>
                      <a:pt x="64" y="3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9" name="Freeform 87"/>
              <p:cNvSpPr>
                <a:spLocks/>
              </p:cNvSpPr>
              <p:nvPr/>
            </p:nvSpPr>
            <p:spPr bwMode="auto">
              <a:xfrm>
                <a:off x="3401" y="2282"/>
                <a:ext cx="97" cy="156"/>
              </a:xfrm>
              <a:custGeom>
                <a:avLst/>
                <a:gdLst/>
                <a:ahLst/>
                <a:cxnLst>
                  <a:cxn ang="0">
                    <a:pos x="83" y="125"/>
                  </a:cxn>
                  <a:cxn ang="0">
                    <a:pos x="90" y="132"/>
                  </a:cxn>
                  <a:cxn ang="0">
                    <a:pos x="97" y="139"/>
                  </a:cxn>
                  <a:cxn ang="0">
                    <a:pos x="88" y="139"/>
                  </a:cxn>
                  <a:cxn ang="0">
                    <a:pos x="97" y="142"/>
                  </a:cxn>
                  <a:cxn ang="0">
                    <a:pos x="93" y="156"/>
                  </a:cxn>
                  <a:cxn ang="0">
                    <a:pos x="88" y="146"/>
                  </a:cxn>
                  <a:cxn ang="0">
                    <a:pos x="79" y="142"/>
                  </a:cxn>
                  <a:cxn ang="0">
                    <a:pos x="74" y="132"/>
                  </a:cxn>
                  <a:cxn ang="0">
                    <a:pos x="67" y="128"/>
                  </a:cxn>
                  <a:cxn ang="0">
                    <a:pos x="60" y="120"/>
                  </a:cxn>
                  <a:cxn ang="0">
                    <a:pos x="62" y="130"/>
                  </a:cxn>
                  <a:cxn ang="0">
                    <a:pos x="62" y="139"/>
                  </a:cxn>
                  <a:cxn ang="0">
                    <a:pos x="57" y="130"/>
                  </a:cxn>
                  <a:cxn ang="0">
                    <a:pos x="50" y="123"/>
                  </a:cxn>
                  <a:cxn ang="0">
                    <a:pos x="41" y="120"/>
                  </a:cxn>
                  <a:cxn ang="0">
                    <a:pos x="34" y="128"/>
                  </a:cxn>
                  <a:cxn ang="0">
                    <a:pos x="26" y="128"/>
                  </a:cxn>
                  <a:cxn ang="0">
                    <a:pos x="24" y="128"/>
                  </a:cxn>
                  <a:cxn ang="0">
                    <a:pos x="22" y="120"/>
                  </a:cxn>
                  <a:cxn ang="0">
                    <a:pos x="19" y="113"/>
                  </a:cxn>
                  <a:cxn ang="0">
                    <a:pos x="24" y="106"/>
                  </a:cxn>
                  <a:cxn ang="0">
                    <a:pos x="24" y="99"/>
                  </a:cxn>
                  <a:cxn ang="0">
                    <a:pos x="19" y="106"/>
                  </a:cxn>
                  <a:cxn ang="0">
                    <a:pos x="15" y="106"/>
                  </a:cxn>
                  <a:cxn ang="0">
                    <a:pos x="10" y="99"/>
                  </a:cxn>
                  <a:cxn ang="0">
                    <a:pos x="5" y="87"/>
                  </a:cxn>
                  <a:cxn ang="0">
                    <a:pos x="3" y="73"/>
                  </a:cxn>
                  <a:cxn ang="0">
                    <a:pos x="3" y="71"/>
                  </a:cxn>
                  <a:cxn ang="0">
                    <a:pos x="0" y="59"/>
                  </a:cxn>
                  <a:cxn ang="0">
                    <a:pos x="8" y="61"/>
                  </a:cxn>
                  <a:cxn ang="0">
                    <a:pos x="15" y="64"/>
                  </a:cxn>
                  <a:cxn ang="0">
                    <a:pos x="12" y="52"/>
                  </a:cxn>
                  <a:cxn ang="0">
                    <a:pos x="15" y="42"/>
                  </a:cxn>
                  <a:cxn ang="0">
                    <a:pos x="15" y="28"/>
                  </a:cxn>
                  <a:cxn ang="0">
                    <a:pos x="17" y="16"/>
                  </a:cxn>
                  <a:cxn ang="0">
                    <a:pos x="17" y="4"/>
                  </a:cxn>
                  <a:cxn ang="0">
                    <a:pos x="24" y="0"/>
                  </a:cxn>
                  <a:cxn ang="0">
                    <a:pos x="34" y="0"/>
                  </a:cxn>
                  <a:cxn ang="0">
                    <a:pos x="41" y="7"/>
                  </a:cxn>
                  <a:cxn ang="0">
                    <a:pos x="50" y="7"/>
                  </a:cxn>
                  <a:cxn ang="0">
                    <a:pos x="55" y="4"/>
                  </a:cxn>
                  <a:cxn ang="0">
                    <a:pos x="53" y="14"/>
                  </a:cxn>
                  <a:cxn ang="0">
                    <a:pos x="53" y="28"/>
                  </a:cxn>
                  <a:cxn ang="0">
                    <a:pos x="60" y="37"/>
                  </a:cxn>
                  <a:cxn ang="0">
                    <a:pos x="57" y="47"/>
                  </a:cxn>
                  <a:cxn ang="0">
                    <a:pos x="55" y="59"/>
                  </a:cxn>
                  <a:cxn ang="0">
                    <a:pos x="48" y="66"/>
                  </a:cxn>
                  <a:cxn ang="0">
                    <a:pos x="41" y="71"/>
                  </a:cxn>
                  <a:cxn ang="0">
                    <a:pos x="38" y="80"/>
                  </a:cxn>
                  <a:cxn ang="0">
                    <a:pos x="38" y="90"/>
                  </a:cxn>
                  <a:cxn ang="0">
                    <a:pos x="43" y="101"/>
                  </a:cxn>
                  <a:cxn ang="0">
                    <a:pos x="43" y="111"/>
                  </a:cxn>
                  <a:cxn ang="0">
                    <a:pos x="48" y="116"/>
                  </a:cxn>
                  <a:cxn ang="0">
                    <a:pos x="50" y="116"/>
                  </a:cxn>
                  <a:cxn ang="0">
                    <a:pos x="50" y="113"/>
                  </a:cxn>
                  <a:cxn ang="0">
                    <a:pos x="57" y="109"/>
                  </a:cxn>
                  <a:cxn ang="0">
                    <a:pos x="67" y="109"/>
                  </a:cxn>
                  <a:cxn ang="0">
                    <a:pos x="74" y="116"/>
                  </a:cxn>
                  <a:cxn ang="0">
                    <a:pos x="76" y="123"/>
                  </a:cxn>
                  <a:cxn ang="0">
                    <a:pos x="76" y="113"/>
                  </a:cxn>
                  <a:cxn ang="0">
                    <a:pos x="86" y="118"/>
                  </a:cxn>
                  <a:cxn ang="0">
                    <a:pos x="90" y="120"/>
                  </a:cxn>
                </a:cxnLst>
                <a:rect l="0" t="0" r="r" b="b"/>
                <a:pathLst>
                  <a:path w="97" h="156">
                    <a:moveTo>
                      <a:pt x="93" y="125"/>
                    </a:moveTo>
                    <a:lnTo>
                      <a:pt x="90" y="125"/>
                    </a:lnTo>
                    <a:lnTo>
                      <a:pt x="90" y="125"/>
                    </a:lnTo>
                    <a:lnTo>
                      <a:pt x="90" y="125"/>
                    </a:lnTo>
                    <a:lnTo>
                      <a:pt x="90" y="125"/>
                    </a:lnTo>
                    <a:lnTo>
                      <a:pt x="88" y="125"/>
                    </a:lnTo>
                    <a:lnTo>
                      <a:pt x="88" y="125"/>
                    </a:lnTo>
                    <a:lnTo>
                      <a:pt x="86" y="125"/>
                    </a:lnTo>
                    <a:lnTo>
                      <a:pt x="86" y="125"/>
                    </a:lnTo>
                    <a:lnTo>
                      <a:pt x="86" y="125"/>
                    </a:lnTo>
                    <a:lnTo>
                      <a:pt x="86" y="125"/>
                    </a:lnTo>
                    <a:lnTo>
                      <a:pt x="86" y="125"/>
                    </a:lnTo>
                    <a:lnTo>
                      <a:pt x="83" y="125"/>
                    </a:lnTo>
                    <a:lnTo>
                      <a:pt x="83" y="125"/>
                    </a:lnTo>
                    <a:lnTo>
                      <a:pt x="83" y="125"/>
                    </a:lnTo>
                    <a:lnTo>
                      <a:pt x="83" y="125"/>
                    </a:lnTo>
                    <a:lnTo>
                      <a:pt x="83" y="128"/>
                    </a:lnTo>
                    <a:lnTo>
                      <a:pt x="83" y="128"/>
                    </a:lnTo>
                    <a:lnTo>
                      <a:pt x="83" y="128"/>
                    </a:lnTo>
                    <a:lnTo>
                      <a:pt x="83" y="130"/>
                    </a:lnTo>
                    <a:lnTo>
                      <a:pt x="83" y="130"/>
                    </a:lnTo>
                    <a:lnTo>
                      <a:pt x="86" y="130"/>
                    </a:lnTo>
                    <a:lnTo>
                      <a:pt x="86" y="130"/>
                    </a:lnTo>
                    <a:lnTo>
                      <a:pt x="86" y="130"/>
                    </a:lnTo>
                    <a:lnTo>
                      <a:pt x="86" y="130"/>
                    </a:lnTo>
                    <a:lnTo>
                      <a:pt x="86" y="132"/>
                    </a:lnTo>
                    <a:lnTo>
                      <a:pt x="88" y="132"/>
                    </a:lnTo>
                    <a:lnTo>
                      <a:pt x="88" y="132"/>
                    </a:lnTo>
                    <a:lnTo>
                      <a:pt x="88" y="132"/>
                    </a:lnTo>
                    <a:lnTo>
                      <a:pt x="90" y="132"/>
                    </a:lnTo>
                    <a:lnTo>
                      <a:pt x="90" y="132"/>
                    </a:lnTo>
                    <a:lnTo>
                      <a:pt x="90" y="135"/>
                    </a:lnTo>
                    <a:lnTo>
                      <a:pt x="90" y="135"/>
                    </a:lnTo>
                    <a:lnTo>
                      <a:pt x="93" y="135"/>
                    </a:lnTo>
                    <a:lnTo>
                      <a:pt x="93" y="135"/>
                    </a:lnTo>
                    <a:lnTo>
                      <a:pt x="93" y="135"/>
                    </a:lnTo>
                    <a:lnTo>
                      <a:pt x="93" y="135"/>
                    </a:lnTo>
                    <a:lnTo>
                      <a:pt x="95" y="135"/>
                    </a:lnTo>
                    <a:lnTo>
                      <a:pt x="95" y="137"/>
                    </a:lnTo>
                    <a:lnTo>
                      <a:pt x="95" y="137"/>
                    </a:lnTo>
                    <a:lnTo>
                      <a:pt x="97" y="137"/>
                    </a:lnTo>
                    <a:lnTo>
                      <a:pt x="97" y="137"/>
                    </a:lnTo>
                    <a:lnTo>
                      <a:pt x="97" y="137"/>
                    </a:lnTo>
                    <a:lnTo>
                      <a:pt x="97" y="139"/>
                    </a:lnTo>
                    <a:lnTo>
                      <a:pt x="97" y="139"/>
                    </a:lnTo>
                    <a:lnTo>
                      <a:pt x="95" y="139"/>
                    </a:lnTo>
                    <a:lnTo>
                      <a:pt x="95" y="139"/>
                    </a:lnTo>
                    <a:lnTo>
                      <a:pt x="93" y="139"/>
                    </a:lnTo>
                    <a:lnTo>
                      <a:pt x="93" y="139"/>
                    </a:lnTo>
                    <a:lnTo>
                      <a:pt x="93" y="137"/>
                    </a:lnTo>
                    <a:lnTo>
                      <a:pt x="93" y="137"/>
                    </a:lnTo>
                    <a:lnTo>
                      <a:pt x="90" y="137"/>
                    </a:lnTo>
                    <a:lnTo>
                      <a:pt x="90" y="137"/>
                    </a:lnTo>
                    <a:lnTo>
                      <a:pt x="90" y="137"/>
                    </a:lnTo>
                    <a:lnTo>
                      <a:pt x="88" y="137"/>
                    </a:lnTo>
                    <a:lnTo>
                      <a:pt x="88" y="137"/>
                    </a:lnTo>
                    <a:lnTo>
                      <a:pt x="88" y="139"/>
                    </a:lnTo>
                    <a:lnTo>
                      <a:pt x="88" y="139"/>
                    </a:lnTo>
                    <a:lnTo>
                      <a:pt x="88" y="139"/>
                    </a:lnTo>
                    <a:lnTo>
                      <a:pt x="88" y="139"/>
                    </a:lnTo>
                    <a:lnTo>
                      <a:pt x="88" y="139"/>
                    </a:lnTo>
                    <a:lnTo>
                      <a:pt x="88" y="139"/>
                    </a:lnTo>
                    <a:lnTo>
                      <a:pt x="90" y="139"/>
                    </a:lnTo>
                    <a:lnTo>
                      <a:pt x="90" y="139"/>
                    </a:lnTo>
                    <a:lnTo>
                      <a:pt x="90" y="139"/>
                    </a:lnTo>
                    <a:lnTo>
                      <a:pt x="90" y="139"/>
                    </a:lnTo>
                    <a:lnTo>
                      <a:pt x="93" y="139"/>
                    </a:lnTo>
                    <a:lnTo>
                      <a:pt x="93" y="139"/>
                    </a:lnTo>
                    <a:lnTo>
                      <a:pt x="93" y="139"/>
                    </a:lnTo>
                    <a:lnTo>
                      <a:pt x="93" y="139"/>
                    </a:lnTo>
                    <a:lnTo>
                      <a:pt x="95" y="139"/>
                    </a:lnTo>
                    <a:lnTo>
                      <a:pt x="95" y="139"/>
                    </a:lnTo>
                    <a:lnTo>
                      <a:pt x="97" y="139"/>
                    </a:lnTo>
                    <a:lnTo>
                      <a:pt x="97" y="142"/>
                    </a:lnTo>
                    <a:lnTo>
                      <a:pt x="97" y="142"/>
                    </a:lnTo>
                    <a:lnTo>
                      <a:pt x="95" y="142"/>
                    </a:lnTo>
                    <a:lnTo>
                      <a:pt x="95" y="144"/>
                    </a:lnTo>
                    <a:lnTo>
                      <a:pt x="95" y="144"/>
                    </a:lnTo>
                    <a:lnTo>
                      <a:pt x="95" y="146"/>
                    </a:lnTo>
                    <a:lnTo>
                      <a:pt x="95" y="146"/>
                    </a:lnTo>
                    <a:lnTo>
                      <a:pt x="95" y="149"/>
                    </a:lnTo>
                    <a:lnTo>
                      <a:pt x="95" y="149"/>
                    </a:lnTo>
                    <a:lnTo>
                      <a:pt x="95" y="151"/>
                    </a:lnTo>
                    <a:lnTo>
                      <a:pt x="95" y="151"/>
                    </a:lnTo>
                    <a:lnTo>
                      <a:pt x="95" y="151"/>
                    </a:lnTo>
                    <a:lnTo>
                      <a:pt x="95" y="151"/>
                    </a:lnTo>
                    <a:lnTo>
                      <a:pt x="95" y="154"/>
                    </a:lnTo>
                    <a:lnTo>
                      <a:pt x="95" y="154"/>
                    </a:lnTo>
                    <a:lnTo>
                      <a:pt x="95" y="156"/>
                    </a:lnTo>
                    <a:lnTo>
                      <a:pt x="93" y="156"/>
                    </a:lnTo>
                    <a:lnTo>
                      <a:pt x="93" y="156"/>
                    </a:lnTo>
                    <a:lnTo>
                      <a:pt x="93" y="156"/>
                    </a:lnTo>
                    <a:lnTo>
                      <a:pt x="93" y="154"/>
                    </a:lnTo>
                    <a:lnTo>
                      <a:pt x="90" y="154"/>
                    </a:lnTo>
                    <a:lnTo>
                      <a:pt x="90" y="154"/>
                    </a:lnTo>
                    <a:lnTo>
                      <a:pt x="90" y="154"/>
                    </a:lnTo>
                    <a:lnTo>
                      <a:pt x="90" y="151"/>
                    </a:lnTo>
                    <a:lnTo>
                      <a:pt x="90" y="151"/>
                    </a:lnTo>
                    <a:lnTo>
                      <a:pt x="90" y="151"/>
                    </a:lnTo>
                    <a:lnTo>
                      <a:pt x="88" y="151"/>
                    </a:lnTo>
                    <a:lnTo>
                      <a:pt x="88" y="151"/>
                    </a:lnTo>
                    <a:lnTo>
                      <a:pt x="88" y="149"/>
                    </a:lnTo>
                    <a:lnTo>
                      <a:pt x="88" y="149"/>
                    </a:lnTo>
                    <a:lnTo>
                      <a:pt x="88" y="149"/>
                    </a:lnTo>
                    <a:lnTo>
                      <a:pt x="88" y="146"/>
                    </a:lnTo>
                    <a:lnTo>
                      <a:pt x="86" y="146"/>
                    </a:lnTo>
                    <a:lnTo>
                      <a:pt x="86" y="146"/>
                    </a:lnTo>
                    <a:lnTo>
                      <a:pt x="86" y="146"/>
                    </a:lnTo>
                    <a:lnTo>
                      <a:pt x="83" y="146"/>
                    </a:lnTo>
                    <a:lnTo>
                      <a:pt x="83" y="146"/>
                    </a:lnTo>
                    <a:lnTo>
                      <a:pt x="83" y="146"/>
                    </a:lnTo>
                    <a:lnTo>
                      <a:pt x="83" y="146"/>
                    </a:lnTo>
                    <a:lnTo>
                      <a:pt x="83" y="144"/>
                    </a:lnTo>
                    <a:lnTo>
                      <a:pt x="81" y="144"/>
                    </a:lnTo>
                    <a:lnTo>
                      <a:pt x="81" y="144"/>
                    </a:lnTo>
                    <a:lnTo>
                      <a:pt x="81" y="144"/>
                    </a:lnTo>
                    <a:lnTo>
                      <a:pt x="81" y="142"/>
                    </a:lnTo>
                    <a:lnTo>
                      <a:pt x="79" y="142"/>
                    </a:lnTo>
                    <a:lnTo>
                      <a:pt x="79" y="142"/>
                    </a:lnTo>
                    <a:lnTo>
                      <a:pt x="79" y="142"/>
                    </a:lnTo>
                    <a:lnTo>
                      <a:pt x="76" y="142"/>
                    </a:lnTo>
                    <a:lnTo>
                      <a:pt x="76" y="142"/>
                    </a:lnTo>
                    <a:lnTo>
                      <a:pt x="76" y="142"/>
                    </a:lnTo>
                    <a:lnTo>
                      <a:pt x="76" y="139"/>
                    </a:lnTo>
                    <a:lnTo>
                      <a:pt x="76" y="139"/>
                    </a:lnTo>
                    <a:lnTo>
                      <a:pt x="76" y="139"/>
                    </a:lnTo>
                    <a:lnTo>
                      <a:pt x="76" y="139"/>
                    </a:lnTo>
                    <a:lnTo>
                      <a:pt x="76" y="137"/>
                    </a:lnTo>
                    <a:lnTo>
                      <a:pt x="76" y="137"/>
                    </a:lnTo>
                    <a:lnTo>
                      <a:pt x="76" y="137"/>
                    </a:lnTo>
                    <a:lnTo>
                      <a:pt x="74" y="137"/>
                    </a:lnTo>
                    <a:lnTo>
                      <a:pt x="74" y="135"/>
                    </a:lnTo>
                    <a:lnTo>
                      <a:pt x="74" y="135"/>
                    </a:lnTo>
                    <a:lnTo>
                      <a:pt x="74" y="135"/>
                    </a:lnTo>
                    <a:lnTo>
                      <a:pt x="74" y="132"/>
                    </a:lnTo>
                    <a:lnTo>
                      <a:pt x="74" y="132"/>
                    </a:lnTo>
                    <a:lnTo>
                      <a:pt x="74" y="132"/>
                    </a:lnTo>
                    <a:lnTo>
                      <a:pt x="74" y="130"/>
                    </a:lnTo>
                    <a:lnTo>
                      <a:pt x="71" y="130"/>
                    </a:lnTo>
                    <a:lnTo>
                      <a:pt x="71" y="130"/>
                    </a:lnTo>
                    <a:lnTo>
                      <a:pt x="71" y="130"/>
                    </a:lnTo>
                    <a:lnTo>
                      <a:pt x="71" y="130"/>
                    </a:lnTo>
                    <a:lnTo>
                      <a:pt x="69" y="130"/>
                    </a:lnTo>
                    <a:lnTo>
                      <a:pt x="69" y="130"/>
                    </a:lnTo>
                    <a:lnTo>
                      <a:pt x="69" y="130"/>
                    </a:lnTo>
                    <a:lnTo>
                      <a:pt x="67" y="130"/>
                    </a:lnTo>
                    <a:lnTo>
                      <a:pt x="67" y="128"/>
                    </a:lnTo>
                    <a:lnTo>
                      <a:pt x="67" y="128"/>
                    </a:lnTo>
                    <a:lnTo>
                      <a:pt x="67" y="128"/>
                    </a:lnTo>
                    <a:lnTo>
                      <a:pt x="67" y="128"/>
                    </a:lnTo>
                    <a:lnTo>
                      <a:pt x="67" y="125"/>
                    </a:lnTo>
                    <a:lnTo>
                      <a:pt x="67" y="125"/>
                    </a:lnTo>
                    <a:lnTo>
                      <a:pt x="67" y="125"/>
                    </a:lnTo>
                    <a:lnTo>
                      <a:pt x="67" y="125"/>
                    </a:lnTo>
                    <a:lnTo>
                      <a:pt x="67" y="123"/>
                    </a:lnTo>
                    <a:lnTo>
                      <a:pt x="64" y="123"/>
                    </a:lnTo>
                    <a:lnTo>
                      <a:pt x="64" y="123"/>
                    </a:lnTo>
                    <a:lnTo>
                      <a:pt x="64" y="123"/>
                    </a:lnTo>
                    <a:lnTo>
                      <a:pt x="64" y="123"/>
                    </a:lnTo>
                    <a:lnTo>
                      <a:pt x="62" y="123"/>
                    </a:lnTo>
                    <a:lnTo>
                      <a:pt x="62" y="120"/>
                    </a:lnTo>
                    <a:lnTo>
                      <a:pt x="62" y="120"/>
                    </a:lnTo>
                    <a:lnTo>
                      <a:pt x="62" y="120"/>
                    </a:lnTo>
                    <a:lnTo>
                      <a:pt x="60" y="120"/>
                    </a:lnTo>
                    <a:lnTo>
                      <a:pt x="60" y="120"/>
                    </a:lnTo>
                    <a:lnTo>
                      <a:pt x="60" y="120"/>
                    </a:lnTo>
                    <a:lnTo>
                      <a:pt x="60" y="120"/>
                    </a:lnTo>
                    <a:lnTo>
                      <a:pt x="60" y="120"/>
                    </a:lnTo>
                    <a:lnTo>
                      <a:pt x="60" y="120"/>
                    </a:lnTo>
                    <a:lnTo>
                      <a:pt x="60" y="123"/>
                    </a:lnTo>
                    <a:lnTo>
                      <a:pt x="60" y="123"/>
                    </a:lnTo>
                    <a:lnTo>
                      <a:pt x="60" y="125"/>
                    </a:lnTo>
                    <a:lnTo>
                      <a:pt x="60" y="125"/>
                    </a:lnTo>
                    <a:lnTo>
                      <a:pt x="60" y="125"/>
                    </a:lnTo>
                    <a:lnTo>
                      <a:pt x="60" y="125"/>
                    </a:lnTo>
                    <a:lnTo>
                      <a:pt x="60" y="128"/>
                    </a:lnTo>
                    <a:lnTo>
                      <a:pt x="62" y="128"/>
                    </a:lnTo>
                    <a:lnTo>
                      <a:pt x="62" y="128"/>
                    </a:lnTo>
                    <a:lnTo>
                      <a:pt x="62" y="128"/>
                    </a:lnTo>
                    <a:lnTo>
                      <a:pt x="62" y="130"/>
                    </a:lnTo>
                    <a:lnTo>
                      <a:pt x="64" y="130"/>
                    </a:lnTo>
                    <a:lnTo>
                      <a:pt x="64" y="130"/>
                    </a:lnTo>
                    <a:lnTo>
                      <a:pt x="64" y="130"/>
                    </a:lnTo>
                    <a:lnTo>
                      <a:pt x="64" y="132"/>
                    </a:lnTo>
                    <a:lnTo>
                      <a:pt x="64" y="132"/>
                    </a:lnTo>
                    <a:lnTo>
                      <a:pt x="64" y="132"/>
                    </a:lnTo>
                    <a:lnTo>
                      <a:pt x="64" y="132"/>
                    </a:lnTo>
                    <a:lnTo>
                      <a:pt x="64" y="135"/>
                    </a:lnTo>
                    <a:lnTo>
                      <a:pt x="64" y="135"/>
                    </a:lnTo>
                    <a:lnTo>
                      <a:pt x="64" y="135"/>
                    </a:lnTo>
                    <a:lnTo>
                      <a:pt x="64" y="137"/>
                    </a:lnTo>
                    <a:lnTo>
                      <a:pt x="64" y="137"/>
                    </a:lnTo>
                    <a:lnTo>
                      <a:pt x="64" y="137"/>
                    </a:lnTo>
                    <a:lnTo>
                      <a:pt x="64" y="139"/>
                    </a:lnTo>
                    <a:lnTo>
                      <a:pt x="62" y="139"/>
                    </a:lnTo>
                    <a:lnTo>
                      <a:pt x="62" y="139"/>
                    </a:lnTo>
                    <a:lnTo>
                      <a:pt x="62" y="139"/>
                    </a:lnTo>
                    <a:lnTo>
                      <a:pt x="62" y="139"/>
                    </a:lnTo>
                    <a:lnTo>
                      <a:pt x="60" y="139"/>
                    </a:lnTo>
                    <a:lnTo>
                      <a:pt x="60" y="137"/>
                    </a:lnTo>
                    <a:lnTo>
                      <a:pt x="60" y="137"/>
                    </a:lnTo>
                    <a:lnTo>
                      <a:pt x="60" y="137"/>
                    </a:lnTo>
                    <a:lnTo>
                      <a:pt x="60" y="135"/>
                    </a:lnTo>
                    <a:lnTo>
                      <a:pt x="60" y="135"/>
                    </a:lnTo>
                    <a:lnTo>
                      <a:pt x="60" y="135"/>
                    </a:lnTo>
                    <a:lnTo>
                      <a:pt x="60" y="132"/>
                    </a:lnTo>
                    <a:lnTo>
                      <a:pt x="60" y="132"/>
                    </a:lnTo>
                    <a:lnTo>
                      <a:pt x="57" y="132"/>
                    </a:lnTo>
                    <a:lnTo>
                      <a:pt x="57" y="130"/>
                    </a:lnTo>
                    <a:lnTo>
                      <a:pt x="57" y="130"/>
                    </a:lnTo>
                    <a:lnTo>
                      <a:pt x="57" y="130"/>
                    </a:lnTo>
                    <a:lnTo>
                      <a:pt x="57" y="130"/>
                    </a:lnTo>
                    <a:lnTo>
                      <a:pt x="57" y="130"/>
                    </a:lnTo>
                    <a:lnTo>
                      <a:pt x="55" y="130"/>
                    </a:lnTo>
                    <a:lnTo>
                      <a:pt x="55" y="130"/>
                    </a:lnTo>
                    <a:lnTo>
                      <a:pt x="55" y="128"/>
                    </a:lnTo>
                    <a:lnTo>
                      <a:pt x="53" y="128"/>
                    </a:lnTo>
                    <a:lnTo>
                      <a:pt x="53" y="128"/>
                    </a:lnTo>
                    <a:lnTo>
                      <a:pt x="53" y="128"/>
                    </a:lnTo>
                    <a:lnTo>
                      <a:pt x="53" y="125"/>
                    </a:lnTo>
                    <a:lnTo>
                      <a:pt x="53" y="125"/>
                    </a:lnTo>
                    <a:lnTo>
                      <a:pt x="53" y="125"/>
                    </a:lnTo>
                    <a:lnTo>
                      <a:pt x="50" y="125"/>
                    </a:lnTo>
                    <a:lnTo>
                      <a:pt x="50" y="123"/>
                    </a:lnTo>
                    <a:lnTo>
                      <a:pt x="50" y="123"/>
                    </a:lnTo>
                    <a:lnTo>
                      <a:pt x="50" y="123"/>
                    </a:lnTo>
                    <a:lnTo>
                      <a:pt x="50" y="123"/>
                    </a:lnTo>
                    <a:lnTo>
                      <a:pt x="48" y="123"/>
                    </a:lnTo>
                    <a:lnTo>
                      <a:pt x="48" y="120"/>
                    </a:lnTo>
                    <a:lnTo>
                      <a:pt x="48" y="120"/>
                    </a:lnTo>
                    <a:lnTo>
                      <a:pt x="45" y="120"/>
                    </a:lnTo>
                    <a:lnTo>
                      <a:pt x="45" y="120"/>
                    </a:lnTo>
                    <a:lnTo>
                      <a:pt x="45" y="120"/>
                    </a:lnTo>
                    <a:lnTo>
                      <a:pt x="45" y="120"/>
                    </a:lnTo>
                    <a:lnTo>
                      <a:pt x="43" y="120"/>
                    </a:lnTo>
                    <a:lnTo>
                      <a:pt x="43" y="120"/>
                    </a:lnTo>
                    <a:lnTo>
                      <a:pt x="43" y="120"/>
                    </a:lnTo>
                    <a:lnTo>
                      <a:pt x="43" y="120"/>
                    </a:lnTo>
                    <a:lnTo>
                      <a:pt x="43" y="120"/>
                    </a:lnTo>
                    <a:lnTo>
                      <a:pt x="41" y="120"/>
                    </a:lnTo>
                    <a:lnTo>
                      <a:pt x="41" y="120"/>
                    </a:lnTo>
                    <a:lnTo>
                      <a:pt x="41" y="120"/>
                    </a:lnTo>
                    <a:lnTo>
                      <a:pt x="38" y="120"/>
                    </a:lnTo>
                    <a:lnTo>
                      <a:pt x="38" y="120"/>
                    </a:lnTo>
                    <a:lnTo>
                      <a:pt x="38" y="123"/>
                    </a:lnTo>
                    <a:lnTo>
                      <a:pt x="38" y="123"/>
                    </a:lnTo>
                    <a:lnTo>
                      <a:pt x="38" y="123"/>
                    </a:lnTo>
                    <a:lnTo>
                      <a:pt x="38" y="125"/>
                    </a:lnTo>
                    <a:lnTo>
                      <a:pt x="38" y="125"/>
                    </a:lnTo>
                    <a:lnTo>
                      <a:pt x="38" y="125"/>
                    </a:lnTo>
                    <a:lnTo>
                      <a:pt x="38" y="125"/>
                    </a:lnTo>
                    <a:lnTo>
                      <a:pt x="38" y="128"/>
                    </a:lnTo>
                    <a:lnTo>
                      <a:pt x="36" y="128"/>
                    </a:lnTo>
                    <a:lnTo>
                      <a:pt x="36" y="128"/>
                    </a:lnTo>
                    <a:lnTo>
                      <a:pt x="34" y="128"/>
                    </a:lnTo>
                    <a:lnTo>
                      <a:pt x="34" y="128"/>
                    </a:lnTo>
                    <a:lnTo>
                      <a:pt x="34" y="128"/>
                    </a:lnTo>
                    <a:lnTo>
                      <a:pt x="34" y="128"/>
                    </a:lnTo>
                    <a:lnTo>
                      <a:pt x="31" y="128"/>
                    </a:lnTo>
                    <a:lnTo>
                      <a:pt x="31" y="128"/>
                    </a:lnTo>
                    <a:lnTo>
                      <a:pt x="31" y="128"/>
                    </a:lnTo>
                    <a:lnTo>
                      <a:pt x="31" y="128"/>
                    </a:lnTo>
                    <a:lnTo>
                      <a:pt x="31" y="128"/>
                    </a:lnTo>
                    <a:lnTo>
                      <a:pt x="31" y="130"/>
                    </a:lnTo>
                    <a:lnTo>
                      <a:pt x="31" y="130"/>
                    </a:lnTo>
                    <a:lnTo>
                      <a:pt x="29" y="130"/>
                    </a:lnTo>
                    <a:lnTo>
                      <a:pt x="29" y="130"/>
                    </a:lnTo>
                    <a:lnTo>
                      <a:pt x="29" y="130"/>
                    </a:lnTo>
                    <a:lnTo>
                      <a:pt x="26" y="130"/>
                    </a:lnTo>
                    <a:lnTo>
                      <a:pt x="26" y="128"/>
                    </a:lnTo>
                    <a:lnTo>
                      <a:pt x="29" y="128"/>
                    </a:lnTo>
                    <a:lnTo>
                      <a:pt x="29" y="128"/>
                    </a:lnTo>
                    <a:lnTo>
                      <a:pt x="26" y="128"/>
                    </a:lnTo>
                    <a:lnTo>
                      <a:pt x="26" y="125"/>
                    </a:lnTo>
                    <a:lnTo>
                      <a:pt x="29" y="125"/>
                    </a:lnTo>
                    <a:lnTo>
                      <a:pt x="29" y="125"/>
                    </a:lnTo>
                    <a:lnTo>
                      <a:pt x="29" y="123"/>
                    </a:lnTo>
                    <a:lnTo>
                      <a:pt x="26" y="123"/>
                    </a:lnTo>
                    <a:lnTo>
                      <a:pt x="26" y="123"/>
                    </a:lnTo>
                    <a:lnTo>
                      <a:pt x="26" y="125"/>
                    </a:lnTo>
                    <a:lnTo>
                      <a:pt x="26" y="125"/>
                    </a:lnTo>
                    <a:lnTo>
                      <a:pt x="26" y="128"/>
                    </a:lnTo>
                    <a:lnTo>
                      <a:pt x="26" y="128"/>
                    </a:lnTo>
                    <a:lnTo>
                      <a:pt x="24" y="128"/>
                    </a:lnTo>
                    <a:lnTo>
                      <a:pt x="24" y="128"/>
                    </a:lnTo>
                    <a:lnTo>
                      <a:pt x="24" y="125"/>
                    </a:lnTo>
                    <a:lnTo>
                      <a:pt x="24" y="125"/>
                    </a:lnTo>
                    <a:lnTo>
                      <a:pt x="24" y="125"/>
                    </a:lnTo>
                    <a:lnTo>
                      <a:pt x="24" y="125"/>
                    </a:lnTo>
                    <a:lnTo>
                      <a:pt x="24" y="123"/>
                    </a:lnTo>
                    <a:lnTo>
                      <a:pt x="24" y="123"/>
                    </a:lnTo>
                    <a:lnTo>
                      <a:pt x="24" y="123"/>
                    </a:lnTo>
                    <a:lnTo>
                      <a:pt x="24" y="120"/>
                    </a:lnTo>
                    <a:lnTo>
                      <a:pt x="24" y="120"/>
                    </a:lnTo>
                    <a:lnTo>
                      <a:pt x="24" y="120"/>
                    </a:lnTo>
                    <a:lnTo>
                      <a:pt x="24" y="120"/>
                    </a:lnTo>
                    <a:lnTo>
                      <a:pt x="24" y="120"/>
                    </a:lnTo>
                    <a:lnTo>
                      <a:pt x="22" y="120"/>
                    </a:lnTo>
                    <a:lnTo>
                      <a:pt x="22" y="120"/>
                    </a:lnTo>
                    <a:lnTo>
                      <a:pt x="22" y="120"/>
                    </a:lnTo>
                    <a:lnTo>
                      <a:pt x="22" y="120"/>
                    </a:lnTo>
                    <a:lnTo>
                      <a:pt x="22" y="123"/>
                    </a:lnTo>
                    <a:lnTo>
                      <a:pt x="22" y="123"/>
                    </a:lnTo>
                    <a:lnTo>
                      <a:pt x="19" y="123"/>
                    </a:lnTo>
                    <a:lnTo>
                      <a:pt x="19" y="123"/>
                    </a:lnTo>
                    <a:lnTo>
                      <a:pt x="19" y="123"/>
                    </a:lnTo>
                    <a:lnTo>
                      <a:pt x="19" y="123"/>
                    </a:lnTo>
                    <a:lnTo>
                      <a:pt x="19" y="120"/>
                    </a:lnTo>
                    <a:lnTo>
                      <a:pt x="19" y="120"/>
                    </a:lnTo>
                    <a:lnTo>
                      <a:pt x="19" y="120"/>
                    </a:lnTo>
                    <a:lnTo>
                      <a:pt x="19" y="118"/>
                    </a:lnTo>
                    <a:lnTo>
                      <a:pt x="19" y="118"/>
                    </a:lnTo>
                    <a:lnTo>
                      <a:pt x="19" y="116"/>
                    </a:lnTo>
                    <a:lnTo>
                      <a:pt x="19" y="116"/>
                    </a:lnTo>
                    <a:lnTo>
                      <a:pt x="19" y="113"/>
                    </a:lnTo>
                    <a:lnTo>
                      <a:pt x="17" y="113"/>
                    </a:lnTo>
                    <a:lnTo>
                      <a:pt x="17" y="113"/>
                    </a:lnTo>
                    <a:lnTo>
                      <a:pt x="17" y="111"/>
                    </a:lnTo>
                    <a:lnTo>
                      <a:pt x="19" y="111"/>
                    </a:lnTo>
                    <a:lnTo>
                      <a:pt x="19" y="111"/>
                    </a:lnTo>
                    <a:lnTo>
                      <a:pt x="19" y="111"/>
                    </a:lnTo>
                    <a:lnTo>
                      <a:pt x="19" y="111"/>
                    </a:lnTo>
                    <a:lnTo>
                      <a:pt x="19" y="111"/>
                    </a:lnTo>
                    <a:lnTo>
                      <a:pt x="22" y="111"/>
                    </a:lnTo>
                    <a:lnTo>
                      <a:pt x="22" y="109"/>
                    </a:lnTo>
                    <a:lnTo>
                      <a:pt x="22" y="109"/>
                    </a:lnTo>
                    <a:lnTo>
                      <a:pt x="22" y="109"/>
                    </a:lnTo>
                    <a:lnTo>
                      <a:pt x="24" y="109"/>
                    </a:lnTo>
                    <a:lnTo>
                      <a:pt x="24" y="106"/>
                    </a:lnTo>
                    <a:lnTo>
                      <a:pt x="24" y="106"/>
                    </a:lnTo>
                    <a:lnTo>
                      <a:pt x="24" y="106"/>
                    </a:lnTo>
                    <a:lnTo>
                      <a:pt x="24" y="106"/>
                    </a:lnTo>
                    <a:lnTo>
                      <a:pt x="24" y="104"/>
                    </a:lnTo>
                    <a:lnTo>
                      <a:pt x="26" y="104"/>
                    </a:lnTo>
                    <a:lnTo>
                      <a:pt x="26" y="104"/>
                    </a:lnTo>
                    <a:lnTo>
                      <a:pt x="26" y="104"/>
                    </a:lnTo>
                    <a:lnTo>
                      <a:pt x="26" y="101"/>
                    </a:lnTo>
                    <a:lnTo>
                      <a:pt x="26" y="101"/>
                    </a:lnTo>
                    <a:lnTo>
                      <a:pt x="26" y="101"/>
                    </a:lnTo>
                    <a:lnTo>
                      <a:pt x="26" y="101"/>
                    </a:lnTo>
                    <a:lnTo>
                      <a:pt x="24" y="101"/>
                    </a:lnTo>
                    <a:lnTo>
                      <a:pt x="24" y="99"/>
                    </a:lnTo>
                    <a:lnTo>
                      <a:pt x="24" y="99"/>
                    </a:lnTo>
                    <a:lnTo>
                      <a:pt x="24" y="99"/>
                    </a:lnTo>
                    <a:lnTo>
                      <a:pt x="24" y="99"/>
                    </a:lnTo>
                    <a:lnTo>
                      <a:pt x="22" y="99"/>
                    </a:lnTo>
                    <a:lnTo>
                      <a:pt x="22" y="99"/>
                    </a:lnTo>
                    <a:lnTo>
                      <a:pt x="19" y="99"/>
                    </a:lnTo>
                    <a:lnTo>
                      <a:pt x="19" y="99"/>
                    </a:lnTo>
                    <a:lnTo>
                      <a:pt x="19" y="97"/>
                    </a:lnTo>
                    <a:lnTo>
                      <a:pt x="19" y="97"/>
                    </a:lnTo>
                    <a:lnTo>
                      <a:pt x="19" y="99"/>
                    </a:lnTo>
                    <a:lnTo>
                      <a:pt x="19" y="99"/>
                    </a:lnTo>
                    <a:lnTo>
                      <a:pt x="19" y="101"/>
                    </a:lnTo>
                    <a:lnTo>
                      <a:pt x="19" y="101"/>
                    </a:lnTo>
                    <a:lnTo>
                      <a:pt x="19" y="101"/>
                    </a:lnTo>
                    <a:lnTo>
                      <a:pt x="19" y="101"/>
                    </a:lnTo>
                    <a:lnTo>
                      <a:pt x="19" y="104"/>
                    </a:lnTo>
                    <a:lnTo>
                      <a:pt x="19" y="104"/>
                    </a:lnTo>
                    <a:lnTo>
                      <a:pt x="19" y="106"/>
                    </a:lnTo>
                    <a:lnTo>
                      <a:pt x="19" y="106"/>
                    </a:lnTo>
                    <a:lnTo>
                      <a:pt x="19" y="109"/>
                    </a:lnTo>
                    <a:lnTo>
                      <a:pt x="19" y="109"/>
                    </a:lnTo>
                    <a:lnTo>
                      <a:pt x="19" y="109"/>
                    </a:lnTo>
                    <a:lnTo>
                      <a:pt x="19" y="109"/>
                    </a:lnTo>
                    <a:lnTo>
                      <a:pt x="19" y="109"/>
                    </a:lnTo>
                    <a:lnTo>
                      <a:pt x="17" y="109"/>
                    </a:lnTo>
                    <a:lnTo>
                      <a:pt x="17" y="109"/>
                    </a:lnTo>
                    <a:lnTo>
                      <a:pt x="17" y="106"/>
                    </a:lnTo>
                    <a:lnTo>
                      <a:pt x="17" y="106"/>
                    </a:lnTo>
                    <a:lnTo>
                      <a:pt x="17" y="109"/>
                    </a:lnTo>
                    <a:lnTo>
                      <a:pt x="17" y="109"/>
                    </a:lnTo>
                    <a:lnTo>
                      <a:pt x="17" y="106"/>
                    </a:lnTo>
                    <a:lnTo>
                      <a:pt x="15" y="106"/>
                    </a:lnTo>
                    <a:lnTo>
                      <a:pt x="15" y="106"/>
                    </a:lnTo>
                    <a:lnTo>
                      <a:pt x="15" y="106"/>
                    </a:lnTo>
                    <a:lnTo>
                      <a:pt x="15" y="104"/>
                    </a:lnTo>
                    <a:lnTo>
                      <a:pt x="12" y="104"/>
                    </a:lnTo>
                    <a:lnTo>
                      <a:pt x="12" y="104"/>
                    </a:lnTo>
                    <a:lnTo>
                      <a:pt x="15" y="104"/>
                    </a:lnTo>
                    <a:lnTo>
                      <a:pt x="15" y="101"/>
                    </a:lnTo>
                    <a:lnTo>
                      <a:pt x="12" y="101"/>
                    </a:lnTo>
                    <a:lnTo>
                      <a:pt x="12" y="101"/>
                    </a:lnTo>
                    <a:lnTo>
                      <a:pt x="12" y="101"/>
                    </a:lnTo>
                    <a:lnTo>
                      <a:pt x="12" y="101"/>
                    </a:lnTo>
                    <a:lnTo>
                      <a:pt x="12" y="101"/>
                    </a:lnTo>
                    <a:lnTo>
                      <a:pt x="10" y="101"/>
                    </a:lnTo>
                    <a:lnTo>
                      <a:pt x="10" y="99"/>
                    </a:lnTo>
                    <a:lnTo>
                      <a:pt x="10" y="99"/>
                    </a:lnTo>
                    <a:lnTo>
                      <a:pt x="10" y="99"/>
                    </a:lnTo>
                    <a:lnTo>
                      <a:pt x="10" y="99"/>
                    </a:lnTo>
                    <a:lnTo>
                      <a:pt x="8" y="99"/>
                    </a:lnTo>
                    <a:lnTo>
                      <a:pt x="8" y="99"/>
                    </a:lnTo>
                    <a:lnTo>
                      <a:pt x="8" y="97"/>
                    </a:lnTo>
                    <a:lnTo>
                      <a:pt x="8" y="97"/>
                    </a:lnTo>
                    <a:lnTo>
                      <a:pt x="8" y="94"/>
                    </a:lnTo>
                    <a:lnTo>
                      <a:pt x="8" y="94"/>
                    </a:lnTo>
                    <a:lnTo>
                      <a:pt x="8" y="92"/>
                    </a:lnTo>
                    <a:lnTo>
                      <a:pt x="8" y="92"/>
                    </a:lnTo>
                    <a:lnTo>
                      <a:pt x="8" y="92"/>
                    </a:lnTo>
                    <a:lnTo>
                      <a:pt x="8" y="90"/>
                    </a:lnTo>
                    <a:lnTo>
                      <a:pt x="8" y="90"/>
                    </a:lnTo>
                    <a:lnTo>
                      <a:pt x="5" y="90"/>
                    </a:lnTo>
                    <a:lnTo>
                      <a:pt x="5" y="87"/>
                    </a:lnTo>
                    <a:lnTo>
                      <a:pt x="5" y="87"/>
                    </a:lnTo>
                    <a:lnTo>
                      <a:pt x="5" y="85"/>
                    </a:lnTo>
                    <a:lnTo>
                      <a:pt x="5" y="85"/>
                    </a:lnTo>
                    <a:lnTo>
                      <a:pt x="5" y="85"/>
                    </a:lnTo>
                    <a:lnTo>
                      <a:pt x="5" y="83"/>
                    </a:lnTo>
                    <a:lnTo>
                      <a:pt x="5" y="83"/>
                    </a:lnTo>
                    <a:lnTo>
                      <a:pt x="5" y="83"/>
                    </a:lnTo>
                    <a:lnTo>
                      <a:pt x="3" y="83"/>
                    </a:lnTo>
                    <a:lnTo>
                      <a:pt x="3" y="80"/>
                    </a:lnTo>
                    <a:lnTo>
                      <a:pt x="3" y="80"/>
                    </a:lnTo>
                    <a:lnTo>
                      <a:pt x="3" y="80"/>
                    </a:lnTo>
                    <a:lnTo>
                      <a:pt x="3" y="78"/>
                    </a:lnTo>
                    <a:lnTo>
                      <a:pt x="3" y="78"/>
                    </a:lnTo>
                    <a:lnTo>
                      <a:pt x="3" y="75"/>
                    </a:lnTo>
                    <a:lnTo>
                      <a:pt x="3" y="75"/>
                    </a:lnTo>
                    <a:lnTo>
                      <a:pt x="3" y="73"/>
                    </a:lnTo>
                    <a:lnTo>
                      <a:pt x="3" y="73"/>
                    </a:lnTo>
                    <a:lnTo>
                      <a:pt x="0" y="73"/>
                    </a:lnTo>
                    <a:lnTo>
                      <a:pt x="0" y="73"/>
                    </a:lnTo>
                    <a:lnTo>
                      <a:pt x="0" y="73"/>
                    </a:lnTo>
                    <a:lnTo>
                      <a:pt x="0" y="71"/>
                    </a:lnTo>
                    <a:lnTo>
                      <a:pt x="0" y="71"/>
                    </a:lnTo>
                    <a:lnTo>
                      <a:pt x="0" y="71"/>
                    </a:lnTo>
                    <a:lnTo>
                      <a:pt x="3" y="71"/>
                    </a:lnTo>
                    <a:lnTo>
                      <a:pt x="3" y="71"/>
                    </a:lnTo>
                    <a:lnTo>
                      <a:pt x="3" y="73"/>
                    </a:lnTo>
                    <a:lnTo>
                      <a:pt x="3" y="73"/>
                    </a:lnTo>
                    <a:lnTo>
                      <a:pt x="3" y="71"/>
                    </a:lnTo>
                    <a:lnTo>
                      <a:pt x="3" y="71"/>
                    </a:lnTo>
                    <a:lnTo>
                      <a:pt x="3" y="71"/>
                    </a:lnTo>
                    <a:lnTo>
                      <a:pt x="3" y="71"/>
                    </a:lnTo>
                    <a:lnTo>
                      <a:pt x="3" y="68"/>
                    </a:lnTo>
                    <a:lnTo>
                      <a:pt x="0" y="68"/>
                    </a:lnTo>
                    <a:lnTo>
                      <a:pt x="0" y="68"/>
                    </a:lnTo>
                    <a:lnTo>
                      <a:pt x="0" y="68"/>
                    </a:lnTo>
                    <a:lnTo>
                      <a:pt x="0" y="68"/>
                    </a:lnTo>
                    <a:lnTo>
                      <a:pt x="0" y="66"/>
                    </a:lnTo>
                    <a:lnTo>
                      <a:pt x="0" y="66"/>
                    </a:lnTo>
                    <a:lnTo>
                      <a:pt x="0" y="66"/>
                    </a:lnTo>
                    <a:lnTo>
                      <a:pt x="0" y="64"/>
                    </a:lnTo>
                    <a:lnTo>
                      <a:pt x="0" y="64"/>
                    </a:lnTo>
                    <a:lnTo>
                      <a:pt x="0" y="61"/>
                    </a:lnTo>
                    <a:lnTo>
                      <a:pt x="0" y="61"/>
                    </a:lnTo>
                    <a:lnTo>
                      <a:pt x="0" y="61"/>
                    </a:lnTo>
                    <a:lnTo>
                      <a:pt x="0" y="59"/>
                    </a:lnTo>
                    <a:lnTo>
                      <a:pt x="0" y="59"/>
                    </a:lnTo>
                    <a:lnTo>
                      <a:pt x="0" y="59"/>
                    </a:lnTo>
                    <a:lnTo>
                      <a:pt x="0" y="56"/>
                    </a:lnTo>
                    <a:lnTo>
                      <a:pt x="3" y="56"/>
                    </a:lnTo>
                    <a:lnTo>
                      <a:pt x="3" y="56"/>
                    </a:lnTo>
                    <a:lnTo>
                      <a:pt x="3" y="56"/>
                    </a:lnTo>
                    <a:lnTo>
                      <a:pt x="3" y="54"/>
                    </a:lnTo>
                    <a:lnTo>
                      <a:pt x="5" y="54"/>
                    </a:lnTo>
                    <a:lnTo>
                      <a:pt x="5" y="54"/>
                    </a:lnTo>
                    <a:lnTo>
                      <a:pt x="5" y="56"/>
                    </a:lnTo>
                    <a:lnTo>
                      <a:pt x="5" y="56"/>
                    </a:lnTo>
                    <a:lnTo>
                      <a:pt x="5" y="56"/>
                    </a:lnTo>
                    <a:lnTo>
                      <a:pt x="8" y="56"/>
                    </a:lnTo>
                    <a:lnTo>
                      <a:pt x="8" y="59"/>
                    </a:lnTo>
                    <a:lnTo>
                      <a:pt x="8" y="59"/>
                    </a:lnTo>
                    <a:lnTo>
                      <a:pt x="8" y="61"/>
                    </a:lnTo>
                    <a:lnTo>
                      <a:pt x="8" y="61"/>
                    </a:lnTo>
                    <a:lnTo>
                      <a:pt x="8" y="61"/>
                    </a:lnTo>
                    <a:lnTo>
                      <a:pt x="8" y="61"/>
                    </a:lnTo>
                    <a:lnTo>
                      <a:pt x="10" y="61"/>
                    </a:lnTo>
                    <a:lnTo>
                      <a:pt x="10" y="64"/>
                    </a:lnTo>
                    <a:lnTo>
                      <a:pt x="10" y="64"/>
                    </a:lnTo>
                    <a:lnTo>
                      <a:pt x="10" y="64"/>
                    </a:lnTo>
                    <a:lnTo>
                      <a:pt x="10" y="66"/>
                    </a:lnTo>
                    <a:lnTo>
                      <a:pt x="10" y="66"/>
                    </a:lnTo>
                    <a:lnTo>
                      <a:pt x="12" y="66"/>
                    </a:lnTo>
                    <a:lnTo>
                      <a:pt x="12" y="64"/>
                    </a:lnTo>
                    <a:lnTo>
                      <a:pt x="12" y="64"/>
                    </a:lnTo>
                    <a:lnTo>
                      <a:pt x="12" y="64"/>
                    </a:lnTo>
                    <a:lnTo>
                      <a:pt x="12" y="64"/>
                    </a:lnTo>
                    <a:lnTo>
                      <a:pt x="15" y="64"/>
                    </a:lnTo>
                    <a:lnTo>
                      <a:pt x="15" y="61"/>
                    </a:lnTo>
                    <a:lnTo>
                      <a:pt x="15" y="61"/>
                    </a:lnTo>
                    <a:lnTo>
                      <a:pt x="12" y="61"/>
                    </a:lnTo>
                    <a:lnTo>
                      <a:pt x="12" y="61"/>
                    </a:lnTo>
                    <a:lnTo>
                      <a:pt x="12" y="59"/>
                    </a:lnTo>
                    <a:lnTo>
                      <a:pt x="12" y="59"/>
                    </a:lnTo>
                    <a:lnTo>
                      <a:pt x="12" y="59"/>
                    </a:lnTo>
                    <a:lnTo>
                      <a:pt x="12" y="56"/>
                    </a:lnTo>
                    <a:lnTo>
                      <a:pt x="12" y="56"/>
                    </a:lnTo>
                    <a:lnTo>
                      <a:pt x="12" y="54"/>
                    </a:lnTo>
                    <a:lnTo>
                      <a:pt x="12" y="54"/>
                    </a:lnTo>
                    <a:lnTo>
                      <a:pt x="12" y="52"/>
                    </a:lnTo>
                    <a:lnTo>
                      <a:pt x="12" y="52"/>
                    </a:lnTo>
                    <a:lnTo>
                      <a:pt x="12" y="52"/>
                    </a:lnTo>
                    <a:lnTo>
                      <a:pt x="12" y="52"/>
                    </a:lnTo>
                    <a:lnTo>
                      <a:pt x="12" y="52"/>
                    </a:lnTo>
                    <a:lnTo>
                      <a:pt x="12" y="49"/>
                    </a:lnTo>
                    <a:lnTo>
                      <a:pt x="12" y="49"/>
                    </a:lnTo>
                    <a:lnTo>
                      <a:pt x="12" y="49"/>
                    </a:lnTo>
                    <a:lnTo>
                      <a:pt x="12" y="47"/>
                    </a:lnTo>
                    <a:lnTo>
                      <a:pt x="12" y="47"/>
                    </a:lnTo>
                    <a:lnTo>
                      <a:pt x="12" y="47"/>
                    </a:lnTo>
                    <a:lnTo>
                      <a:pt x="12" y="45"/>
                    </a:lnTo>
                    <a:lnTo>
                      <a:pt x="12" y="45"/>
                    </a:lnTo>
                    <a:lnTo>
                      <a:pt x="12" y="45"/>
                    </a:lnTo>
                    <a:lnTo>
                      <a:pt x="15" y="45"/>
                    </a:lnTo>
                    <a:lnTo>
                      <a:pt x="15" y="42"/>
                    </a:lnTo>
                    <a:lnTo>
                      <a:pt x="15" y="42"/>
                    </a:lnTo>
                    <a:lnTo>
                      <a:pt x="15" y="42"/>
                    </a:lnTo>
                    <a:lnTo>
                      <a:pt x="15" y="42"/>
                    </a:lnTo>
                    <a:lnTo>
                      <a:pt x="15" y="40"/>
                    </a:lnTo>
                    <a:lnTo>
                      <a:pt x="15" y="40"/>
                    </a:lnTo>
                    <a:lnTo>
                      <a:pt x="15" y="37"/>
                    </a:lnTo>
                    <a:lnTo>
                      <a:pt x="15" y="37"/>
                    </a:lnTo>
                    <a:lnTo>
                      <a:pt x="15" y="37"/>
                    </a:lnTo>
                    <a:lnTo>
                      <a:pt x="15" y="35"/>
                    </a:lnTo>
                    <a:lnTo>
                      <a:pt x="15" y="35"/>
                    </a:lnTo>
                    <a:lnTo>
                      <a:pt x="15" y="33"/>
                    </a:lnTo>
                    <a:lnTo>
                      <a:pt x="15" y="33"/>
                    </a:lnTo>
                    <a:lnTo>
                      <a:pt x="15" y="33"/>
                    </a:lnTo>
                    <a:lnTo>
                      <a:pt x="15" y="30"/>
                    </a:lnTo>
                    <a:lnTo>
                      <a:pt x="15" y="30"/>
                    </a:lnTo>
                    <a:lnTo>
                      <a:pt x="15" y="30"/>
                    </a:lnTo>
                    <a:lnTo>
                      <a:pt x="15" y="30"/>
                    </a:lnTo>
                    <a:lnTo>
                      <a:pt x="15" y="28"/>
                    </a:lnTo>
                    <a:lnTo>
                      <a:pt x="12" y="28"/>
                    </a:lnTo>
                    <a:lnTo>
                      <a:pt x="12" y="28"/>
                    </a:lnTo>
                    <a:lnTo>
                      <a:pt x="12" y="26"/>
                    </a:lnTo>
                    <a:lnTo>
                      <a:pt x="12" y="26"/>
                    </a:lnTo>
                    <a:lnTo>
                      <a:pt x="12" y="23"/>
                    </a:lnTo>
                    <a:lnTo>
                      <a:pt x="12" y="23"/>
                    </a:lnTo>
                    <a:lnTo>
                      <a:pt x="15" y="23"/>
                    </a:lnTo>
                    <a:lnTo>
                      <a:pt x="15" y="21"/>
                    </a:lnTo>
                    <a:lnTo>
                      <a:pt x="15" y="21"/>
                    </a:lnTo>
                    <a:lnTo>
                      <a:pt x="15" y="21"/>
                    </a:lnTo>
                    <a:lnTo>
                      <a:pt x="15" y="21"/>
                    </a:lnTo>
                    <a:lnTo>
                      <a:pt x="15" y="19"/>
                    </a:lnTo>
                    <a:lnTo>
                      <a:pt x="15" y="19"/>
                    </a:lnTo>
                    <a:lnTo>
                      <a:pt x="15" y="16"/>
                    </a:lnTo>
                    <a:lnTo>
                      <a:pt x="17" y="16"/>
                    </a:lnTo>
                    <a:lnTo>
                      <a:pt x="17" y="16"/>
                    </a:lnTo>
                    <a:lnTo>
                      <a:pt x="17" y="14"/>
                    </a:lnTo>
                    <a:lnTo>
                      <a:pt x="17" y="14"/>
                    </a:lnTo>
                    <a:lnTo>
                      <a:pt x="17" y="11"/>
                    </a:lnTo>
                    <a:lnTo>
                      <a:pt x="17" y="11"/>
                    </a:lnTo>
                    <a:lnTo>
                      <a:pt x="17" y="11"/>
                    </a:lnTo>
                    <a:lnTo>
                      <a:pt x="17" y="11"/>
                    </a:lnTo>
                    <a:lnTo>
                      <a:pt x="17" y="9"/>
                    </a:lnTo>
                    <a:lnTo>
                      <a:pt x="17" y="9"/>
                    </a:lnTo>
                    <a:lnTo>
                      <a:pt x="17" y="9"/>
                    </a:lnTo>
                    <a:lnTo>
                      <a:pt x="17" y="7"/>
                    </a:lnTo>
                    <a:lnTo>
                      <a:pt x="19" y="7"/>
                    </a:lnTo>
                    <a:lnTo>
                      <a:pt x="19" y="7"/>
                    </a:lnTo>
                    <a:lnTo>
                      <a:pt x="19" y="4"/>
                    </a:lnTo>
                    <a:lnTo>
                      <a:pt x="17" y="4"/>
                    </a:lnTo>
                    <a:lnTo>
                      <a:pt x="17" y="4"/>
                    </a:lnTo>
                    <a:lnTo>
                      <a:pt x="17" y="2"/>
                    </a:lnTo>
                    <a:lnTo>
                      <a:pt x="17" y="2"/>
                    </a:lnTo>
                    <a:lnTo>
                      <a:pt x="19" y="2"/>
                    </a:lnTo>
                    <a:lnTo>
                      <a:pt x="19" y="2"/>
                    </a:lnTo>
                    <a:lnTo>
                      <a:pt x="19" y="2"/>
                    </a:lnTo>
                    <a:lnTo>
                      <a:pt x="19" y="2"/>
                    </a:lnTo>
                    <a:lnTo>
                      <a:pt x="19" y="2"/>
                    </a:lnTo>
                    <a:lnTo>
                      <a:pt x="22" y="2"/>
                    </a:lnTo>
                    <a:lnTo>
                      <a:pt x="22" y="2"/>
                    </a:lnTo>
                    <a:lnTo>
                      <a:pt x="22" y="2"/>
                    </a:lnTo>
                    <a:lnTo>
                      <a:pt x="22" y="0"/>
                    </a:lnTo>
                    <a:lnTo>
                      <a:pt x="22" y="0"/>
                    </a:lnTo>
                    <a:lnTo>
                      <a:pt x="24" y="0"/>
                    </a:lnTo>
                    <a:lnTo>
                      <a:pt x="24" y="0"/>
                    </a:lnTo>
                    <a:lnTo>
                      <a:pt x="24" y="0"/>
                    </a:lnTo>
                    <a:lnTo>
                      <a:pt x="24" y="0"/>
                    </a:lnTo>
                    <a:lnTo>
                      <a:pt x="26" y="0"/>
                    </a:lnTo>
                    <a:lnTo>
                      <a:pt x="26" y="2"/>
                    </a:lnTo>
                    <a:lnTo>
                      <a:pt x="26" y="2"/>
                    </a:lnTo>
                    <a:lnTo>
                      <a:pt x="26" y="0"/>
                    </a:lnTo>
                    <a:lnTo>
                      <a:pt x="26" y="0"/>
                    </a:lnTo>
                    <a:lnTo>
                      <a:pt x="29" y="0"/>
                    </a:lnTo>
                    <a:lnTo>
                      <a:pt x="29" y="0"/>
                    </a:lnTo>
                    <a:lnTo>
                      <a:pt x="29" y="0"/>
                    </a:lnTo>
                    <a:lnTo>
                      <a:pt x="31" y="0"/>
                    </a:lnTo>
                    <a:lnTo>
                      <a:pt x="31" y="0"/>
                    </a:lnTo>
                    <a:lnTo>
                      <a:pt x="31" y="0"/>
                    </a:lnTo>
                    <a:lnTo>
                      <a:pt x="31" y="0"/>
                    </a:lnTo>
                    <a:lnTo>
                      <a:pt x="34" y="0"/>
                    </a:lnTo>
                    <a:lnTo>
                      <a:pt x="34" y="2"/>
                    </a:lnTo>
                    <a:lnTo>
                      <a:pt x="34" y="2"/>
                    </a:lnTo>
                    <a:lnTo>
                      <a:pt x="34" y="2"/>
                    </a:lnTo>
                    <a:lnTo>
                      <a:pt x="34" y="2"/>
                    </a:lnTo>
                    <a:lnTo>
                      <a:pt x="36" y="2"/>
                    </a:lnTo>
                    <a:lnTo>
                      <a:pt x="36" y="2"/>
                    </a:lnTo>
                    <a:lnTo>
                      <a:pt x="36" y="2"/>
                    </a:lnTo>
                    <a:lnTo>
                      <a:pt x="38" y="2"/>
                    </a:lnTo>
                    <a:lnTo>
                      <a:pt x="38" y="4"/>
                    </a:lnTo>
                    <a:lnTo>
                      <a:pt x="38" y="4"/>
                    </a:lnTo>
                    <a:lnTo>
                      <a:pt x="38" y="4"/>
                    </a:lnTo>
                    <a:lnTo>
                      <a:pt x="38" y="4"/>
                    </a:lnTo>
                    <a:lnTo>
                      <a:pt x="41" y="4"/>
                    </a:lnTo>
                    <a:lnTo>
                      <a:pt x="41" y="4"/>
                    </a:lnTo>
                    <a:lnTo>
                      <a:pt x="41" y="7"/>
                    </a:lnTo>
                    <a:lnTo>
                      <a:pt x="43" y="7"/>
                    </a:lnTo>
                    <a:lnTo>
                      <a:pt x="43" y="7"/>
                    </a:lnTo>
                    <a:lnTo>
                      <a:pt x="43" y="7"/>
                    </a:lnTo>
                    <a:lnTo>
                      <a:pt x="43" y="7"/>
                    </a:lnTo>
                    <a:lnTo>
                      <a:pt x="45" y="7"/>
                    </a:lnTo>
                    <a:lnTo>
                      <a:pt x="45" y="7"/>
                    </a:lnTo>
                    <a:lnTo>
                      <a:pt x="45" y="9"/>
                    </a:lnTo>
                    <a:lnTo>
                      <a:pt x="45" y="9"/>
                    </a:lnTo>
                    <a:lnTo>
                      <a:pt x="48" y="9"/>
                    </a:lnTo>
                    <a:lnTo>
                      <a:pt x="48" y="9"/>
                    </a:lnTo>
                    <a:lnTo>
                      <a:pt x="50" y="9"/>
                    </a:lnTo>
                    <a:lnTo>
                      <a:pt x="50" y="7"/>
                    </a:lnTo>
                    <a:lnTo>
                      <a:pt x="50" y="7"/>
                    </a:lnTo>
                    <a:lnTo>
                      <a:pt x="50" y="7"/>
                    </a:lnTo>
                    <a:lnTo>
                      <a:pt x="50" y="7"/>
                    </a:lnTo>
                    <a:lnTo>
                      <a:pt x="50" y="4"/>
                    </a:lnTo>
                    <a:lnTo>
                      <a:pt x="50" y="4"/>
                    </a:lnTo>
                    <a:lnTo>
                      <a:pt x="53" y="4"/>
                    </a:lnTo>
                    <a:lnTo>
                      <a:pt x="53" y="2"/>
                    </a:lnTo>
                    <a:lnTo>
                      <a:pt x="50" y="2"/>
                    </a:lnTo>
                    <a:lnTo>
                      <a:pt x="50" y="2"/>
                    </a:lnTo>
                    <a:lnTo>
                      <a:pt x="50" y="2"/>
                    </a:lnTo>
                    <a:lnTo>
                      <a:pt x="53" y="2"/>
                    </a:lnTo>
                    <a:lnTo>
                      <a:pt x="53" y="2"/>
                    </a:lnTo>
                    <a:lnTo>
                      <a:pt x="53" y="2"/>
                    </a:lnTo>
                    <a:lnTo>
                      <a:pt x="53" y="2"/>
                    </a:lnTo>
                    <a:lnTo>
                      <a:pt x="55" y="2"/>
                    </a:lnTo>
                    <a:lnTo>
                      <a:pt x="55" y="2"/>
                    </a:lnTo>
                    <a:lnTo>
                      <a:pt x="55" y="4"/>
                    </a:lnTo>
                    <a:lnTo>
                      <a:pt x="55" y="4"/>
                    </a:lnTo>
                    <a:lnTo>
                      <a:pt x="55" y="4"/>
                    </a:lnTo>
                    <a:lnTo>
                      <a:pt x="57" y="4"/>
                    </a:lnTo>
                    <a:lnTo>
                      <a:pt x="57" y="7"/>
                    </a:lnTo>
                    <a:lnTo>
                      <a:pt x="57" y="7"/>
                    </a:lnTo>
                    <a:lnTo>
                      <a:pt x="57" y="7"/>
                    </a:lnTo>
                    <a:lnTo>
                      <a:pt x="57" y="9"/>
                    </a:lnTo>
                    <a:lnTo>
                      <a:pt x="57" y="9"/>
                    </a:lnTo>
                    <a:lnTo>
                      <a:pt x="57" y="9"/>
                    </a:lnTo>
                    <a:lnTo>
                      <a:pt x="57" y="11"/>
                    </a:lnTo>
                    <a:lnTo>
                      <a:pt x="57" y="11"/>
                    </a:lnTo>
                    <a:lnTo>
                      <a:pt x="55" y="11"/>
                    </a:lnTo>
                    <a:lnTo>
                      <a:pt x="55" y="11"/>
                    </a:lnTo>
                    <a:lnTo>
                      <a:pt x="55" y="11"/>
                    </a:lnTo>
                    <a:lnTo>
                      <a:pt x="53" y="11"/>
                    </a:lnTo>
                    <a:lnTo>
                      <a:pt x="53" y="14"/>
                    </a:lnTo>
                    <a:lnTo>
                      <a:pt x="53" y="14"/>
                    </a:lnTo>
                    <a:lnTo>
                      <a:pt x="53" y="16"/>
                    </a:lnTo>
                    <a:lnTo>
                      <a:pt x="53" y="16"/>
                    </a:lnTo>
                    <a:lnTo>
                      <a:pt x="53" y="19"/>
                    </a:lnTo>
                    <a:lnTo>
                      <a:pt x="53" y="19"/>
                    </a:lnTo>
                    <a:lnTo>
                      <a:pt x="53" y="21"/>
                    </a:lnTo>
                    <a:lnTo>
                      <a:pt x="53" y="21"/>
                    </a:lnTo>
                    <a:lnTo>
                      <a:pt x="53" y="21"/>
                    </a:lnTo>
                    <a:lnTo>
                      <a:pt x="53" y="21"/>
                    </a:lnTo>
                    <a:lnTo>
                      <a:pt x="53" y="23"/>
                    </a:lnTo>
                    <a:lnTo>
                      <a:pt x="53" y="23"/>
                    </a:lnTo>
                    <a:lnTo>
                      <a:pt x="53" y="23"/>
                    </a:lnTo>
                    <a:lnTo>
                      <a:pt x="53" y="26"/>
                    </a:lnTo>
                    <a:lnTo>
                      <a:pt x="53" y="26"/>
                    </a:lnTo>
                    <a:lnTo>
                      <a:pt x="53" y="28"/>
                    </a:lnTo>
                    <a:lnTo>
                      <a:pt x="53" y="28"/>
                    </a:lnTo>
                    <a:lnTo>
                      <a:pt x="55" y="28"/>
                    </a:lnTo>
                    <a:lnTo>
                      <a:pt x="55" y="30"/>
                    </a:lnTo>
                    <a:lnTo>
                      <a:pt x="55" y="30"/>
                    </a:lnTo>
                    <a:lnTo>
                      <a:pt x="55" y="30"/>
                    </a:lnTo>
                    <a:lnTo>
                      <a:pt x="55" y="30"/>
                    </a:lnTo>
                    <a:lnTo>
                      <a:pt x="57" y="30"/>
                    </a:lnTo>
                    <a:lnTo>
                      <a:pt x="57" y="30"/>
                    </a:lnTo>
                    <a:lnTo>
                      <a:pt x="57" y="30"/>
                    </a:lnTo>
                    <a:lnTo>
                      <a:pt x="57" y="33"/>
                    </a:lnTo>
                    <a:lnTo>
                      <a:pt x="60" y="33"/>
                    </a:lnTo>
                    <a:lnTo>
                      <a:pt x="60" y="33"/>
                    </a:lnTo>
                    <a:lnTo>
                      <a:pt x="60" y="35"/>
                    </a:lnTo>
                    <a:lnTo>
                      <a:pt x="60" y="35"/>
                    </a:lnTo>
                    <a:lnTo>
                      <a:pt x="60" y="37"/>
                    </a:lnTo>
                    <a:lnTo>
                      <a:pt x="60" y="37"/>
                    </a:lnTo>
                    <a:lnTo>
                      <a:pt x="60" y="37"/>
                    </a:lnTo>
                    <a:lnTo>
                      <a:pt x="60" y="37"/>
                    </a:lnTo>
                    <a:lnTo>
                      <a:pt x="60" y="40"/>
                    </a:lnTo>
                    <a:lnTo>
                      <a:pt x="60" y="40"/>
                    </a:lnTo>
                    <a:lnTo>
                      <a:pt x="60" y="42"/>
                    </a:lnTo>
                    <a:lnTo>
                      <a:pt x="60" y="42"/>
                    </a:lnTo>
                    <a:lnTo>
                      <a:pt x="60" y="42"/>
                    </a:lnTo>
                    <a:lnTo>
                      <a:pt x="60" y="42"/>
                    </a:lnTo>
                    <a:lnTo>
                      <a:pt x="60" y="45"/>
                    </a:lnTo>
                    <a:lnTo>
                      <a:pt x="60" y="45"/>
                    </a:lnTo>
                    <a:lnTo>
                      <a:pt x="60" y="45"/>
                    </a:lnTo>
                    <a:lnTo>
                      <a:pt x="60" y="47"/>
                    </a:lnTo>
                    <a:lnTo>
                      <a:pt x="60" y="47"/>
                    </a:lnTo>
                    <a:lnTo>
                      <a:pt x="57" y="47"/>
                    </a:lnTo>
                    <a:lnTo>
                      <a:pt x="57" y="49"/>
                    </a:lnTo>
                    <a:lnTo>
                      <a:pt x="57" y="49"/>
                    </a:lnTo>
                    <a:lnTo>
                      <a:pt x="57" y="49"/>
                    </a:lnTo>
                    <a:lnTo>
                      <a:pt x="57" y="52"/>
                    </a:lnTo>
                    <a:lnTo>
                      <a:pt x="57" y="52"/>
                    </a:lnTo>
                    <a:lnTo>
                      <a:pt x="57" y="52"/>
                    </a:lnTo>
                    <a:lnTo>
                      <a:pt x="57" y="52"/>
                    </a:lnTo>
                    <a:lnTo>
                      <a:pt x="57" y="54"/>
                    </a:lnTo>
                    <a:lnTo>
                      <a:pt x="55" y="54"/>
                    </a:lnTo>
                    <a:lnTo>
                      <a:pt x="55" y="54"/>
                    </a:lnTo>
                    <a:lnTo>
                      <a:pt x="55" y="54"/>
                    </a:lnTo>
                    <a:lnTo>
                      <a:pt x="55" y="56"/>
                    </a:lnTo>
                    <a:lnTo>
                      <a:pt x="55" y="56"/>
                    </a:lnTo>
                    <a:lnTo>
                      <a:pt x="55" y="59"/>
                    </a:lnTo>
                    <a:lnTo>
                      <a:pt x="55" y="59"/>
                    </a:lnTo>
                    <a:lnTo>
                      <a:pt x="55" y="61"/>
                    </a:lnTo>
                    <a:lnTo>
                      <a:pt x="53" y="61"/>
                    </a:lnTo>
                    <a:lnTo>
                      <a:pt x="53" y="61"/>
                    </a:lnTo>
                    <a:lnTo>
                      <a:pt x="53" y="61"/>
                    </a:lnTo>
                    <a:lnTo>
                      <a:pt x="53" y="61"/>
                    </a:lnTo>
                    <a:lnTo>
                      <a:pt x="53" y="61"/>
                    </a:lnTo>
                    <a:lnTo>
                      <a:pt x="53" y="64"/>
                    </a:lnTo>
                    <a:lnTo>
                      <a:pt x="50" y="64"/>
                    </a:lnTo>
                    <a:lnTo>
                      <a:pt x="50" y="64"/>
                    </a:lnTo>
                    <a:lnTo>
                      <a:pt x="50" y="66"/>
                    </a:lnTo>
                    <a:lnTo>
                      <a:pt x="50" y="66"/>
                    </a:lnTo>
                    <a:lnTo>
                      <a:pt x="50" y="66"/>
                    </a:lnTo>
                    <a:lnTo>
                      <a:pt x="50" y="66"/>
                    </a:lnTo>
                    <a:lnTo>
                      <a:pt x="48" y="66"/>
                    </a:lnTo>
                    <a:lnTo>
                      <a:pt x="48" y="66"/>
                    </a:lnTo>
                    <a:lnTo>
                      <a:pt x="48" y="64"/>
                    </a:lnTo>
                    <a:lnTo>
                      <a:pt x="48" y="64"/>
                    </a:lnTo>
                    <a:lnTo>
                      <a:pt x="45" y="64"/>
                    </a:lnTo>
                    <a:lnTo>
                      <a:pt x="45" y="64"/>
                    </a:lnTo>
                    <a:lnTo>
                      <a:pt x="45" y="66"/>
                    </a:lnTo>
                    <a:lnTo>
                      <a:pt x="45" y="66"/>
                    </a:lnTo>
                    <a:lnTo>
                      <a:pt x="43" y="66"/>
                    </a:lnTo>
                    <a:lnTo>
                      <a:pt x="43" y="66"/>
                    </a:lnTo>
                    <a:lnTo>
                      <a:pt x="43" y="66"/>
                    </a:lnTo>
                    <a:lnTo>
                      <a:pt x="43" y="66"/>
                    </a:lnTo>
                    <a:lnTo>
                      <a:pt x="43" y="68"/>
                    </a:lnTo>
                    <a:lnTo>
                      <a:pt x="41" y="68"/>
                    </a:lnTo>
                    <a:lnTo>
                      <a:pt x="41" y="68"/>
                    </a:lnTo>
                    <a:lnTo>
                      <a:pt x="41" y="68"/>
                    </a:lnTo>
                    <a:lnTo>
                      <a:pt x="41" y="71"/>
                    </a:lnTo>
                    <a:lnTo>
                      <a:pt x="41" y="71"/>
                    </a:lnTo>
                    <a:lnTo>
                      <a:pt x="41" y="71"/>
                    </a:lnTo>
                    <a:lnTo>
                      <a:pt x="41" y="71"/>
                    </a:lnTo>
                    <a:lnTo>
                      <a:pt x="43" y="71"/>
                    </a:lnTo>
                    <a:lnTo>
                      <a:pt x="43" y="73"/>
                    </a:lnTo>
                    <a:lnTo>
                      <a:pt x="43" y="73"/>
                    </a:lnTo>
                    <a:lnTo>
                      <a:pt x="41" y="73"/>
                    </a:lnTo>
                    <a:lnTo>
                      <a:pt x="41" y="75"/>
                    </a:lnTo>
                    <a:lnTo>
                      <a:pt x="41" y="75"/>
                    </a:lnTo>
                    <a:lnTo>
                      <a:pt x="41" y="78"/>
                    </a:lnTo>
                    <a:lnTo>
                      <a:pt x="41" y="78"/>
                    </a:lnTo>
                    <a:lnTo>
                      <a:pt x="41" y="78"/>
                    </a:lnTo>
                    <a:lnTo>
                      <a:pt x="38" y="78"/>
                    </a:lnTo>
                    <a:lnTo>
                      <a:pt x="38" y="80"/>
                    </a:lnTo>
                    <a:lnTo>
                      <a:pt x="38" y="80"/>
                    </a:lnTo>
                    <a:lnTo>
                      <a:pt x="38" y="80"/>
                    </a:lnTo>
                    <a:lnTo>
                      <a:pt x="38" y="80"/>
                    </a:lnTo>
                    <a:lnTo>
                      <a:pt x="38" y="83"/>
                    </a:lnTo>
                    <a:lnTo>
                      <a:pt x="38" y="83"/>
                    </a:lnTo>
                    <a:lnTo>
                      <a:pt x="38" y="83"/>
                    </a:lnTo>
                    <a:lnTo>
                      <a:pt x="36" y="83"/>
                    </a:lnTo>
                    <a:lnTo>
                      <a:pt x="36" y="85"/>
                    </a:lnTo>
                    <a:lnTo>
                      <a:pt x="36" y="85"/>
                    </a:lnTo>
                    <a:lnTo>
                      <a:pt x="38" y="85"/>
                    </a:lnTo>
                    <a:lnTo>
                      <a:pt x="38" y="87"/>
                    </a:lnTo>
                    <a:lnTo>
                      <a:pt x="38" y="87"/>
                    </a:lnTo>
                    <a:lnTo>
                      <a:pt x="38" y="87"/>
                    </a:lnTo>
                    <a:lnTo>
                      <a:pt x="38" y="90"/>
                    </a:lnTo>
                    <a:lnTo>
                      <a:pt x="38" y="90"/>
                    </a:lnTo>
                    <a:lnTo>
                      <a:pt x="38" y="90"/>
                    </a:lnTo>
                    <a:lnTo>
                      <a:pt x="38" y="92"/>
                    </a:lnTo>
                    <a:lnTo>
                      <a:pt x="41" y="92"/>
                    </a:lnTo>
                    <a:lnTo>
                      <a:pt x="41" y="92"/>
                    </a:lnTo>
                    <a:lnTo>
                      <a:pt x="41" y="92"/>
                    </a:lnTo>
                    <a:lnTo>
                      <a:pt x="41" y="94"/>
                    </a:lnTo>
                    <a:lnTo>
                      <a:pt x="41" y="94"/>
                    </a:lnTo>
                    <a:lnTo>
                      <a:pt x="41" y="94"/>
                    </a:lnTo>
                    <a:lnTo>
                      <a:pt x="41" y="97"/>
                    </a:lnTo>
                    <a:lnTo>
                      <a:pt x="43" y="97"/>
                    </a:lnTo>
                    <a:lnTo>
                      <a:pt x="43" y="97"/>
                    </a:lnTo>
                    <a:lnTo>
                      <a:pt x="43" y="97"/>
                    </a:lnTo>
                    <a:lnTo>
                      <a:pt x="43" y="99"/>
                    </a:lnTo>
                    <a:lnTo>
                      <a:pt x="43" y="99"/>
                    </a:lnTo>
                    <a:lnTo>
                      <a:pt x="43" y="99"/>
                    </a:lnTo>
                    <a:lnTo>
                      <a:pt x="43" y="101"/>
                    </a:lnTo>
                    <a:lnTo>
                      <a:pt x="43" y="101"/>
                    </a:lnTo>
                    <a:lnTo>
                      <a:pt x="43" y="101"/>
                    </a:lnTo>
                    <a:lnTo>
                      <a:pt x="43" y="101"/>
                    </a:lnTo>
                    <a:lnTo>
                      <a:pt x="41" y="101"/>
                    </a:lnTo>
                    <a:lnTo>
                      <a:pt x="41" y="101"/>
                    </a:lnTo>
                    <a:lnTo>
                      <a:pt x="43" y="101"/>
                    </a:lnTo>
                    <a:lnTo>
                      <a:pt x="43" y="104"/>
                    </a:lnTo>
                    <a:lnTo>
                      <a:pt x="43" y="104"/>
                    </a:lnTo>
                    <a:lnTo>
                      <a:pt x="43" y="106"/>
                    </a:lnTo>
                    <a:lnTo>
                      <a:pt x="43" y="106"/>
                    </a:lnTo>
                    <a:lnTo>
                      <a:pt x="43" y="106"/>
                    </a:lnTo>
                    <a:lnTo>
                      <a:pt x="43" y="109"/>
                    </a:lnTo>
                    <a:lnTo>
                      <a:pt x="43" y="109"/>
                    </a:lnTo>
                    <a:lnTo>
                      <a:pt x="43" y="109"/>
                    </a:lnTo>
                    <a:lnTo>
                      <a:pt x="43" y="111"/>
                    </a:lnTo>
                    <a:lnTo>
                      <a:pt x="45" y="111"/>
                    </a:lnTo>
                    <a:lnTo>
                      <a:pt x="45" y="109"/>
                    </a:lnTo>
                    <a:lnTo>
                      <a:pt x="45" y="109"/>
                    </a:lnTo>
                    <a:lnTo>
                      <a:pt x="45" y="109"/>
                    </a:lnTo>
                    <a:lnTo>
                      <a:pt x="45" y="111"/>
                    </a:lnTo>
                    <a:lnTo>
                      <a:pt x="45" y="111"/>
                    </a:lnTo>
                    <a:lnTo>
                      <a:pt x="45" y="111"/>
                    </a:lnTo>
                    <a:lnTo>
                      <a:pt x="45" y="111"/>
                    </a:lnTo>
                    <a:lnTo>
                      <a:pt x="45" y="111"/>
                    </a:lnTo>
                    <a:lnTo>
                      <a:pt x="45" y="113"/>
                    </a:lnTo>
                    <a:lnTo>
                      <a:pt x="45" y="113"/>
                    </a:lnTo>
                    <a:lnTo>
                      <a:pt x="45" y="113"/>
                    </a:lnTo>
                    <a:lnTo>
                      <a:pt x="45" y="116"/>
                    </a:lnTo>
                    <a:lnTo>
                      <a:pt x="45" y="116"/>
                    </a:lnTo>
                    <a:lnTo>
                      <a:pt x="48" y="116"/>
                    </a:lnTo>
                    <a:lnTo>
                      <a:pt x="48" y="116"/>
                    </a:lnTo>
                    <a:lnTo>
                      <a:pt x="48" y="116"/>
                    </a:lnTo>
                    <a:lnTo>
                      <a:pt x="48" y="118"/>
                    </a:lnTo>
                    <a:lnTo>
                      <a:pt x="50" y="118"/>
                    </a:lnTo>
                    <a:lnTo>
                      <a:pt x="50" y="118"/>
                    </a:lnTo>
                    <a:lnTo>
                      <a:pt x="50" y="118"/>
                    </a:lnTo>
                    <a:lnTo>
                      <a:pt x="50" y="118"/>
                    </a:lnTo>
                    <a:lnTo>
                      <a:pt x="53" y="118"/>
                    </a:lnTo>
                    <a:lnTo>
                      <a:pt x="53" y="118"/>
                    </a:lnTo>
                    <a:lnTo>
                      <a:pt x="53" y="118"/>
                    </a:lnTo>
                    <a:lnTo>
                      <a:pt x="53" y="118"/>
                    </a:lnTo>
                    <a:lnTo>
                      <a:pt x="50" y="118"/>
                    </a:lnTo>
                    <a:lnTo>
                      <a:pt x="50" y="116"/>
                    </a:lnTo>
                    <a:lnTo>
                      <a:pt x="50" y="116"/>
                    </a:lnTo>
                    <a:lnTo>
                      <a:pt x="50" y="116"/>
                    </a:lnTo>
                    <a:lnTo>
                      <a:pt x="50" y="116"/>
                    </a:lnTo>
                    <a:lnTo>
                      <a:pt x="48" y="116"/>
                    </a:lnTo>
                    <a:lnTo>
                      <a:pt x="48" y="113"/>
                    </a:lnTo>
                    <a:lnTo>
                      <a:pt x="48" y="113"/>
                    </a:lnTo>
                    <a:lnTo>
                      <a:pt x="48" y="113"/>
                    </a:lnTo>
                    <a:lnTo>
                      <a:pt x="45" y="113"/>
                    </a:lnTo>
                    <a:lnTo>
                      <a:pt x="45" y="111"/>
                    </a:lnTo>
                    <a:lnTo>
                      <a:pt x="48" y="111"/>
                    </a:lnTo>
                    <a:lnTo>
                      <a:pt x="48" y="111"/>
                    </a:lnTo>
                    <a:lnTo>
                      <a:pt x="48" y="111"/>
                    </a:lnTo>
                    <a:lnTo>
                      <a:pt x="48" y="111"/>
                    </a:lnTo>
                    <a:lnTo>
                      <a:pt x="50" y="111"/>
                    </a:lnTo>
                    <a:lnTo>
                      <a:pt x="50" y="111"/>
                    </a:lnTo>
                    <a:lnTo>
                      <a:pt x="50" y="113"/>
                    </a:lnTo>
                    <a:lnTo>
                      <a:pt x="50" y="113"/>
                    </a:lnTo>
                    <a:lnTo>
                      <a:pt x="50" y="113"/>
                    </a:lnTo>
                    <a:lnTo>
                      <a:pt x="53" y="113"/>
                    </a:lnTo>
                    <a:lnTo>
                      <a:pt x="53" y="113"/>
                    </a:lnTo>
                    <a:lnTo>
                      <a:pt x="53" y="113"/>
                    </a:lnTo>
                    <a:lnTo>
                      <a:pt x="53" y="111"/>
                    </a:lnTo>
                    <a:lnTo>
                      <a:pt x="53" y="111"/>
                    </a:lnTo>
                    <a:lnTo>
                      <a:pt x="53" y="111"/>
                    </a:lnTo>
                    <a:lnTo>
                      <a:pt x="55" y="111"/>
                    </a:lnTo>
                    <a:lnTo>
                      <a:pt x="55" y="111"/>
                    </a:lnTo>
                    <a:lnTo>
                      <a:pt x="55" y="111"/>
                    </a:lnTo>
                    <a:lnTo>
                      <a:pt x="57" y="111"/>
                    </a:lnTo>
                    <a:lnTo>
                      <a:pt x="57" y="111"/>
                    </a:lnTo>
                    <a:lnTo>
                      <a:pt x="57" y="111"/>
                    </a:lnTo>
                    <a:lnTo>
                      <a:pt x="57" y="111"/>
                    </a:lnTo>
                    <a:lnTo>
                      <a:pt x="57" y="109"/>
                    </a:lnTo>
                    <a:lnTo>
                      <a:pt x="57" y="109"/>
                    </a:lnTo>
                    <a:lnTo>
                      <a:pt x="60" y="109"/>
                    </a:lnTo>
                    <a:lnTo>
                      <a:pt x="60" y="109"/>
                    </a:lnTo>
                    <a:lnTo>
                      <a:pt x="60" y="109"/>
                    </a:lnTo>
                    <a:lnTo>
                      <a:pt x="60" y="109"/>
                    </a:lnTo>
                    <a:lnTo>
                      <a:pt x="62" y="109"/>
                    </a:lnTo>
                    <a:lnTo>
                      <a:pt x="62" y="109"/>
                    </a:lnTo>
                    <a:lnTo>
                      <a:pt x="62" y="109"/>
                    </a:lnTo>
                    <a:lnTo>
                      <a:pt x="62" y="109"/>
                    </a:lnTo>
                    <a:lnTo>
                      <a:pt x="64" y="109"/>
                    </a:lnTo>
                    <a:lnTo>
                      <a:pt x="64" y="109"/>
                    </a:lnTo>
                    <a:lnTo>
                      <a:pt x="64" y="109"/>
                    </a:lnTo>
                    <a:lnTo>
                      <a:pt x="64" y="109"/>
                    </a:lnTo>
                    <a:lnTo>
                      <a:pt x="67" y="109"/>
                    </a:lnTo>
                    <a:lnTo>
                      <a:pt x="67" y="109"/>
                    </a:lnTo>
                    <a:lnTo>
                      <a:pt x="67" y="111"/>
                    </a:lnTo>
                    <a:lnTo>
                      <a:pt x="67" y="111"/>
                    </a:lnTo>
                    <a:lnTo>
                      <a:pt x="69" y="111"/>
                    </a:lnTo>
                    <a:lnTo>
                      <a:pt x="69" y="111"/>
                    </a:lnTo>
                    <a:lnTo>
                      <a:pt x="69" y="111"/>
                    </a:lnTo>
                    <a:lnTo>
                      <a:pt x="69" y="111"/>
                    </a:lnTo>
                    <a:lnTo>
                      <a:pt x="69" y="113"/>
                    </a:lnTo>
                    <a:lnTo>
                      <a:pt x="71" y="113"/>
                    </a:lnTo>
                    <a:lnTo>
                      <a:pt x="71" y="113"/>
                    </a:lnTo>
                    <a:lnTo>
                      <a:pt x="71" y="113"/>
                    </a:lnTo>
                    <a:lnTo>
                      <a:pt x="71" y="113"/>
                    </a:lnTo>
                    <a:lnTo>
                      <a:pt x="71" y="113"/>
                    </a:lnTo>
                    <a:lnTo>
                      <a:pt x="71" y="113"/>
                    </a:lnTo>
                    <a:lnTo>
                      <a:pt x="74" y="113"/>
                    </a:lnTo>
                    <a:lnTo>
                      <a:pt x="74" y="116"/>
                    </a:lnTo>
                    <a:lnTo>
                      <a:pt x="74" y="116"/>
                    </a:lnTo>
                    <a:lnTo>
                      <a:pt x="74" y="118"/>
                    </a:lnTo>
                    <a:lnTo>
                      <a:pt x="74" y="118"/>
                    </a:lnTo>
                    <a:lnTo>
                      <a:pt x="74" y="120"/>
                    </a:lnTo>
                    <a:lnTo>
                      <a:pt x="74" y="120"/>
                    </a:lnTo>
                    <a:lnTo>
                      <a:pt x="71" y="120"/>
                    </a:lnTo>
                    <a:lnTo>
                      <a:pt x="71" y="120"/>
                    </a:lnTo>
                    <a:lnTo>
                      <a:pt x="71" y="123"/>
                    </a:lnTo>
                    <a:lnTo>
                      <a:pt x="71" y="123"/>
                    </a:lnTo>
                    <a:lnTo>
                      <a:pt x="74" y="123"/>
                    </a:lnTo>
                    <a:lnTo>
                      <a:pt x="74" y="123"/>
                    </a:lnTo>
                    <a:lnTo>
                      <a:pt x="74" y="123"/>
                    </a:lnTo>
                    <a:lnTo>
                      <a:pt x="76" y="123"/>
                    </a:lnTo>
                    <a:lnTo>
                      <a:pt x="76" y="123"/>
                    </a:lnTo>
                    <a:lnTo>
                      <a:pt x="76" y="123"/>
                    </a:lnTo>
                    <a:lnTo>
                      <a:pt x="76" y="120"/>
                    </a:lnTo>
                    <a:lnTo>
                      <a:pt x="76" y="120"/>
                    </a:lnTo>
                    <a:lnTo>
                      <a:pt x="76" y="120"/>
                    </a:lnTo>
                    <a:lnTo>
                      <a:pt x="76" y="120"/>
                    </a:lnTo>
                    <a:lnTo>
                      <a:pt x="76" y="118"/>
                    </a:lnTo>
                    <a:lnTo>
                      <a:pt x="74" y="118"/>
                    </a:lnTo>
                    <a:lnTo>
                      <a:pt x="74" y="118"/>
                    </a:lnTo>
                    <a:lnTo>
                      <a:pt x="74" y="118"/>
                    </a:lnTo>
                    <a:lnTo>
                      <a:pt x="74" y="116"/>
                    </a:lnTo>
                    <a:lnTo>
                      <a:pt x="74" y="116"/>
                    </a:lnTo>
                    <a:lnTo>
                      <a:pt x="76" y="116"/>
                    </a:lnTo>
                    <a:lnTo>
                      <a:pt x="76" y="116"/>
                    </a:lnTo>
                    <a:lnTo>
                      <a:pt x="76" y="113"/>
                    </a:lnTo>
                    <a:lnTo>
                      <a:pt x="76" y="113"/>
                    </a:lnTo>
                    <a:lnTo>
                      <a:pt x="76" y="113"/>
                    </a:lnTo>
                    <a:lnTo>
                      <a:pt x="79" y="113"/>
                    </a:lnTo>
                    <a:lnTo>
                      <a:pt x="79" y="113"/>
                    </a:lnTo>
                    <a:lnTo>
                      <a:pt x="79" y="113"/>
                    </a:lnTo>
                    <a:lnTo>
                      <a:pt x="79" y="116"/>
                    </a:lnTo>
                    <a:lnTo>
                      <a:pt x="79" y="116"/>
                    </a:lnTo>
                    <a:lnTo>
                      <a:pt x="79" y="116"/>
                    </a:lnTo>
                    <a:lnTo>
                      <a:pt x="79" y="118"/>
                    </a:lnTo>
                    <a:lnTo>
                      <a:pt x="81" y="118"/>
                    </a:lnTo>
                    <a:lnTo>
                      <a:pt x="81" y="118"/>
                    </a:lnTo>
                    <a:lnTo>
                      <a:pt x="83" y="118"/>
                    </a:lnTo>
                    <a:lnTo>
                      <a:pt x="83" y="116"/>
                    </a:lnTo>
                    <a:lnTo>
                      <a:pt x="83" y="116"/>
                    </a:lnTo>
                    <a:lnTo>
                      <a:pt x="83" y="116"/>
                    </a:lnTo>
                    <a:lnTo>
                      <a:pt x="83" y="118"/>
                    </a:lnTo>
                    <a:lnTo>
                      <a:pt x="86" y="118"/>
                    </a:lnTo>
                    <a:lnTo>
                      <a:pt x="86" y="118"/>
                    </a:lnTo>
                    <a:lnTo>
                      <a:pt x="86" y="118"/>
                    </a:lnTo>
                    <a:lnTo>
                      <a:pt x="86" y="118"/>
                    </a:lnTo>
                    <a:lnTo>
                      <a:pt x="86" y="120"/>
                    </a:lnTo>
                    <a:lnTo>
                      <a:pt x="88" y="120"/>
                    </a:lnTo>
                    <a:lnTo>
                      <a:pt x="88" y="118"/>
                    </a:lnTo>
                    <a:lnTo>
                      <a:pt x="88" y="118"/>
                    </a:lnTo>
                    <a:lnTo>
                      <a:pt x="88" y="118"/>
                    </a:lnTo>
                    <a:lnTo>
                      <a:pt x="90" y="118"/>
                    </a:lnTo>
                    <a:lnTo>
                      <a:pt x="90" y="118"/>
                    </a:lnTo>
                    <a:lnTo>
                      <a:pt x="90" y="120"/>
                    </a:lnTo>
                    <a:lnTo>
                      <a:pt x="90" y="120"/>
                    </a:lnTo>
                    <a:lnTo>
                      <a:pt x="90" y="120"/>
                    </a:lnTo>
                    <a:lnTo>
                      <a:pt x="90" y="120"/>
                    </a:lnTo>
                    <a:lnTo>
                      <a:pt x="90" y="120"/>
                    </a:lnTo>
                    <a:lnTo>
                      <a:pt x="90" y="123"/>
                    </a:lnTo>
                    <a:lnTo>
                      <a:pt x="93" y="123"/>
                    </a:lnTo>
                    <a:lnTo>
                      <a:pt x="93" y="123"/>
                    </a:lnTo>
                    <a:lnTo>
                      <a:pt x="93" y="12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0" name="Freeform 88"/>
              <p:cNvSpPr>
                <a:spLocks/>
              </p:cNvSpPr>
              <p:nvPr/>
            </p:nvSpPr>
            <p:spPr bwMode="auto">
              <a:xfrm>
                <a:off x="3401" y="2282"/>
                <a:ext cx="97" cy="156"/>
              </a:xfrm>
              <a:custGeom>
                <a:avLst/>
                <a:gdLst/>
                <a:ahLst/>
                <a:cxnLst>
                  <a:cxn ang="0">
                    <a:pos x="83" y="125"/>
                  </a:cxn>
                  <a:cxn ang="0">
                    <a:pos x="90" y="132"/>
                  </a:cxn>
                  <a:cxn ang="0">
                    <a:pos x="97" y="139"/>
                  </a:cxn>
                  <a:cxn ang="0">
                    <a:pos x="88" y="139"/>
                  </a:cxn>
                  <a:cxn ang="0">
                    <a:pos x="97" y="142"/>
                  </a:cxn>
                  <a:cxn ang="0">
                    <a:pos x="93" y="156"/>
                  </a:cxn>
                  <a:cxn ang="0">
                    <a:pos x="88" y="146"/>
                  </a:cxn>
                  <a:cxn ang="0">
                    <a:pos x="79" y="142"/>
                  </a:cxn>
                  <a:cxn ang="0">
                    <a:pos x="74" y="132"/>
                  </a:cxn>
                  <a:cxn ang="0">
                    <a:pos x="67" y="128"/>
                  </a:cxn>
                  <a:cxn ang="0">
                    <a:pos x="60" y="120"/>
                  </a:cxn>
                  <a:cxn ang="0">
                    <a:pos x="62" y="130"/>
                  </a:cxn>
                  <a:cxn ang="0">
                    <a:pos x="62" y="139"/>
                  </a:cxn>
                  <a:cxn ang="0">
                    <a:pos x="57" y="130"/>
                  </a:cxn>
                  <a:cxn ang="0">
                    <a:pos x="50" y="123"/>
                  </a:cxn>
                  <a:cxn ang="0">
                    <a:pos x="41" y="120"/>
                  </a:cxn>
                  <a:cxn ang="0">
                    <a:pos x="34" y="128"/>
                  </a:cxn>
                  <a:cxn ang="0">
                    <a:pos x="26" y="128"/>
                  </a:cxn>
                  <a:cxn ang="0">
                    <a:pos x="24" y="128"/>
                  </a:cxn>
                  <a:cxn ang="0">
                    <a:pos x="22" y="120"/>
                  </a:cxn>
                  <a:cxn ang="0">
                    <a:pos x="19" y="113"/>
                  </a:cxn>
                  <a:cxn ang="0">
                    <a:pos x="24" y="106"/>
                  </a:cxn>
                  <a:cxn ang="0">
                    <a:pos x="24" y="99"/>
                  </a:cxn>
                  <a:cxn ang="0">
                    <a:pos x="19" y="106"/>
                  </a:cxn>
                  <a:cxn ang="0">
                    <a:pos x="15" y="106"/>
                  </a:cxn>
                  <a:cxn ang="0">
                    <a:pos x="10" y="99"/>
                  </a:cxn>
                  <a:cxn ang="0">
                    <a:pos x="5" y="87"/>
                  </a:cxn>
                  <a:cxn ang="0">
                    <a:pos x="3" y="73"/>
                  </a:cxn>
                  <a:cxn ang="0">
                    <a:pos x="3" y="71"/>
                  </a:cxn>
                  <a:cxn ang="0">
                    <a:pos x="0" y="59"/>
                  </a:cxn>
                  <a:cxn ang="0">
                    <a:pos x="8" y="61"/>
                  </a:cxn>
                  <a:cxn ang="0">
                    <a:pos x="15" y="64"/>
                  </a:cxn>
                  <a:cxn ang="0">
                    <a:pos x="12" y="52"/>
                  </a:cxn>
                  <a:cxn ang="0">
                    <a:pos x="15" y="42"/>
                  </a:cxn>
                  <a:cxn ang="0">
                    <a:pos x="15" y="28"/>
                  </a:cxn>
                  <a:cxn ang="0">
                    <a:pos x="17" y="16"/>
                  </a:cxn>
                  <a:cxn ang="0">
                    <a:pos x="17" y="4"/>
                  </a:cxn>
                  <a:cxn ang="0">
                    <a:pos x="24" y="0"/>
                  </a:cxn>
                  <a:cxn ang="0">
                    <a:pos x="34" y="0"/>
                  </a:cxn>
                  <a:cxn ang="0">
                    <a:pos x="41" y="7"/>
                  </a:cxn>
                  <a:cxn ang="0">
                    <a:pos x="50" y="7"/>
                  </a:cxn>
                  <a:cxn ang="0">
                    <a:pos x="55" y="4"/>
                  </a:cxn>
                  <a:cxn ang="0">
                    <a:pos x="53" y="14"/>
                  </a:cxn>
                  <a:cxn ang="0">
                    <a:pos x="53" y="28"/>
                  </a:cxn>
                  <a:cxn ang="0">
                    <a:pos x="60" y="37"/>
                  </a:cxn>
                  <a:cxn ang="0">
                    <a:pos x="57" y="47"/>
                  </a:cxn>
                  <a:cxn ang="0">
                    <a:pos x="55" y="59"/>
                  </a:cxn>
                  <a:cxn ang="0">
                    <a:pos x="48" y="66"/>
                  </a:cxn>
                  <a:cxn ang="0">
                    <a:pos x="41" y="71"/>
                  </a:cxn>
                  <a:cxn ang="0">
                    <a:pos x="38" y="80"/>
                  </a:cxn>
                  <a:cxn ang="0">
                    <a:pos x="38" y="90"/>
                  </a:cxn>
                  <a:cxn ang="0">
                    <a:pos x="43" y="101"/>
                  </a:cxn>
                  <a:cxn ang="0">
                    <a:pos x="43" y="111"/>
                  </a:cxn>
                  <a:cxn ang="0">
                    <a:pos x="48" y="116"/>
                  </a:cxn>
                  <a:cxn ang="0">
                    <a:pos x="50" y="116"/>
                  </a:cxn>
                  <a:cxn ang="0">
                    <a:pos x="50" y="113"/>
                  </a:cxn>
                  <a:cxn ang="0">
                    <a:pos x="57" y="109"/>
                  </a:cxn>
                  <a:cxn ang="0">
                    <a:pos x="67" y="109"/>
                  </a:cxn>
                  <a:cxn ang="0">
                    <a:pos x="74" y="116"/>
                  </a:cxn>
                  <a:cxn ang="0">
                    <a:pos x="76" y="123"/>
                  </a:cxn>
                  <a:cxn ang="0">
                    <a:pos x="76" y="113"/>
                  </a:cxn>
                  <a:cxn ang="0">
                    <a:pos x="86" y="118"/>
                  </a:cxn>
                  <a:cxn ang="0">
                    <a:pos x="90" y="120"/>
                  </a:cxn>
                </a:cxnLst>
                <a:rect l="0" t="0" r="r" b="b"/>
                <a:pathLst>
                  <a:path w="97" h="156">
                    <a:moveTo>
                      <a:pt x="93" y="125"/>
                    </a:moveTo>
                    <a:lnTo>
                      <a:pt x="90" y="125"/>
                    </a:lnTo>
                    <a:lnTo>
                      <a:pt x="90" y="125"/>
                    </a:lnTo>
                    <a:lnTo>
                      <a:pt x="90" y="125"/>
                    </a:lnTo>
                    <a:lnTo>
                      <a:pt x="90" y="125"/>
                    </a:lnTo>
                    <a:lnTo>
                      <a:pt x="88" y="125"/>
                    </a:lnTo>
                    <a:lnTo>
                      <a:pt x="88" y="125"/>
                    </a:lnTo>
                    <a:lnTo>
                      <a:pt x="86" y="125"/>
                    </a:lnTo>
                    <a:lnTo>
                      <a:pt x="86" y="125"/>
                    </a:lnTo>
                    <a:lnTo>
                      <a:pt x="86" y="125"/>
                    </a:lnTo>
                    <a:lnTo>
                      <a:pt x="86" y="125"/>
                    </a:lnTo>
                    <a:lnTo>
                      <a:pt x="86" y="125"/>
                    </a:lnTo>
                    <a:lnTo>
                      <a:pt x="83" y="125"/>
                    </a:lnTo>
                    <a:lnTo>
                      <a:pt x="83" y="125"/>
                    </a:lnTo>
                    <a:lnTo>
                      <a:pt x="83" y="125"/>
                    </a:lnTo>
                    <a:lnTo>
                      <a:pt x="83" y="125"/>
                    </a:lnTo>
                    <a:lnTo>
                      <a:pt x="83" y="128"/>
                    </a:lnTo>
                    <a:lnTo>
                      <a:pt x="83" y="128"/>
                    </a:lnTo>
                    <a:lnTo>
                      <a:pt x="83" y="128"/>
                    </a:lnTo>
                    <a:lnTo>
                      <a:pt x="83" y="130"/>
                    </a:lnTo>
                    <a:lnTo>
                      <a:pt x="83" y="130"/>
                    </a:lnTo>
                    <a:lnTo>
                      <a:pt x="86" y="130"/>
                    </a:lnTo>
                    <a:lnTo>
                      <a:pt x="86" y="130"/>
                    </a:lnTo>
                    <a:lnTo>
                      <a:pt x="86" y="130"/>
                    </a:lnTo>
                    <a:lnTo>
                      <a:pt x="86" y="130"/>
                    </a:lnTo>
                    <a:lnTo>
                      <a:pt x="86" y="132"/>
                    </a:lnTo>
                    <a:lnTo>
                      <a:pt x="88" y="132"/>
                    </a:lnTo>
                    <a:lnTo>
                      <a:pt x="88" y="132"/>
                    </a:lnTo>
                    <a:lnTo>
                      <a:pt x="88" y="132"/>
                    </a:lnTo>
                    <a:lnTo>
                      <a:pt x="90" y="132"/>
                    </a:lnTo>
                    <a:lnTo>
                      <a:pt x="90" y="132"/>
                    </a:lnTo>
                    <a:lnTo>
                      <a:pt x="90" y="135"/>
                    </a:lnTo>
                    <a:lnTo>
                      <a:pt x="90" y="135"/>
                    </a:lnTo>
                    <a:lnTo>
                      <a:pt x="93" y="135"/>
                    </a:lnTo>
                    <a:lnTo>
                      <a:pt x="93" y="135"/>
                    </a:lnTo>
                    <a:lnTo>
                      <a:pt x="93" y="135"/>
                    </a:lnTo>
                    <a:lnTo>
                      <a:pt x="93" y="135"/>
                    </a:lnTo>
                    <a:lnTo>
                      <a:pt x="95" y="135"/>
                    </a:lnTo>
                    <a:lnTo>
                      <a:pt x="95" y="137"/>
                    </a:lnTo>
                    <a:lnTo>
                      <a:pt x="95" y="137"/>
                    </a:lnTo>
                    <a:lnTo>
                      <a:pt x="97" y="137"/>
                    </a:lnTo>
                    <a:lnTo>
                      <a:pt x="97" y="137"/>
                    </a:lnTo>
                    <a:lnTo>
                      <a:pt x="97" y="137"/>
                    </a:lnTo>
                    <a:lnTo>
                      <a:pt x="97" y="139"/>
                    </a:lnTo>
                    <a:lnTo>
                      <a:pt x="97" y="139"/>
                    </a:lnTo>
                    <a:lnTo>
                      <a:pt x="95" y="139"/>
                    </a:lnTo>
                    <a:lnTo>
                      <a:pt x="95" y="139"/>
                    </a:lnTo>
                    <a:lnTo>
                      <a:pt x="93" y="139"/>
                    </a:lnTo>
                    <a:lnTo>
                      <a:pt x="93" y="139"/>
                    </a:lnTo>
                    <a:lnTo>
                      <a:pt x="93" y="137"/>
                    </a:lnTo>
                    <a:lnTo>
                      <a:pt x="93" y="137"/>
                    </a:lnTo>
                    <a:lnTo>
                      <a:pt x="90" y="137"/>
                    </a:lnTo>
                    <a:lnTo>
                      <a:pt x="90" y="137"/>
                    </a:lnTo>
                    <a:lnTo>
                      <a:pt x="90" y="137"/>
                    </a:lnTo>
                    <a:lnTo>
                      <a:pt x="88" y="137"/>
                    </a:lnTo>
                    <a:lnTo>
                      <a:pt x="88" y="137"/>
                    </a:lnTo>
                    <a:lnTo>
                      <a:pt x="88" y="139"/>
                    </a:lnTo>
                    <a:lnTo>
                      <a:pt x="88" y="139"/>
                    </a:lnTo>
                    <a:lnTo>
                      <a:pt x="88" y="139"/>
                    </a:lnTo>
                    <a:lnTo>
                      <a:pt x="88" y="139"/>
                    </a:lnTo>
                    <a:lnTo>
                      <a:pt x="88" y="139"/>
                    </a:lnTo>
                    <a:lnTo>
                      <a:pt x="88" y="139"/>
                    </a:lnTo>
                    <a:lnTo>
                      <a:pt x="90" y="139"/>
                    </a:lnTo>
                    <a:lnTo>
                      <a:pt x="90" y="139"/>
                    </a:lnTo>
                    <a:lnTo>
                      <a:pt x="90" y="139"/>
                    </a:lnTo>
                    <a:lnTo>
                      <a:pt x="90" y="139"/>
                    </a:lnTo>
                    <a:lnTo>
                      <a:pt x="93" y="139"/>
                    </a:lnTo>
                    <a:lnTo>
                      <a:pt x="93" y="139"/>
                    </a:lnTo>
                    <a:lnTo>
                      <a:pt x="93" y="139"/>
                    </a:lnTo>
                    <a:lnTo>
                      <a:pt x="93" y="139"/>
                    </a:lnTo>
                    <a:lnTo>
                      <a:pt x="95" y="139"/>
                    </a:lnTo>
                    <a:lnTo>
                      <a:pt x="95" y="139"/>
                    </a:lnTo>
                    <a:lnTo>
                      <a:pt x="97" y="139"/>
                    </a:lnTo>
                    <a:lnTo>
                      <a:pt x="97" y="142"/>
                    </a:lnTo>
                    <a:lnTo>
                      <a:pt x="97" y="142"/>
                    </a:lnTo>
                    <a:lnTo>
                      <a:pt x="95" y="142"/>
                    </a:lnTo>
                    <a:lnTo>
                      <a:pt x="95" y="144"/>
                    </a:lnTo>
                    <a:lnTo>
                      <a:pt x="95" y="144"/>
                    </a:lnTo>
                    <a:lnTo>
                      <a:pt x="95" y="146"/>
                    </a:lnTo>
                    <a:lnTo>
                      <a:pt x="95" y="146"/>
                    </a:lnTo>
                    <a:lnTo>
                      <a:pt x="95" y="149"/>
                    </a:lnTo>
                    <a:lnTo>
                      <a:pt x="95" y="149"/>
                    </a:lnTo>
                    <a:lnTo>
                      <a:pt x="95" y="151"/>
                    </a:lnTo>
                    <a:lnTo>
                      <a:pt x="95" y="151"/>
                    </a:lnTo>
                    <a:lnTo>
                      <a:pt x="95" y="151"/>
                    </a:lnTo>
                    <a:lnTo>
                      <a:pt x="95" y="151"/>
                    </a:lnTo>
                    <a:lnTo>
                      <a:pt x="95" y="154"/>
                    </a:lnTo>
                    <a:lnTo>
                      <a:pt x="95" y="154"/>
                    </a:lnTo>
                    <a:lnTo>
                      <a:pt x="95" y="156"/>
                    </a:lnTo>
                    <a:lnTo>
                      <a:pt x="93" y="156"/>
                    </a:lnTo>
                    <a:lnTo>
                      <a:pt x="93" y="156"/>
                    </a:lnTo>
                    <a:lnTo>
                      <a:pt x="93" y="156"/>
                    </a:lnTo>
                    <a:lnTo>
                      <a:pt x="93" y="154"/>
                    </a:lnTo>
                    <a:lnTo>
                      <a:pt x="90" y="154"/>
                    </a:lnTo>
                    <a:lnTo>
                      <a:pt x="90" y="154"/>
                    </a:lnTo>
                    <a:lnTo>
                      <a:pt x="90" y="154"/>
                    </a:lnTo>
                    <a:lnTo>
                      <a:pt x="90" y="151"/>
                    </a:lnTo>
                    <a:lnTo>
                      <a:pt x="90" y="151"/>
                    </a:lnTo>
                    <a:lnTo>
                      <a:pt x="90" y="151"/>
                    </a:lnTo>
                    <a:lnTo>
                      <a:pt x="88" y="151"/>
                    </a:lnTo>
                    <a:lnTo>
                      <a:pt x="88" y="151"/>
                    </a:lnTo>
                    <a:lnTo>
                      <a:pt x="88" y="149"/>
                    </a:lnTo>
                    <a:lnTo>
                      <a:pt x="88" y="149"/>
                    </a:lnTo>
                    <a:lnTo>
                      <a:pt x="88" y="149"/>
                    </a:lnTo>
                    <a:lnTo>
                      <a:pt x="88" y="146"/>
                    </a:lnTo>
                    <a:lnTo>
                      <a:pt x="86" y="146"/>
                    </a:lnTo>
                    <a:lnTo>
                      <a:pt x="86" y="146"/>
                    </a:lnTo>
                    <a:lnTo>
                      <a:pt x="86" y="146"/>
                    </a:lnTo>
                    <a:lnTo>
                      <a:pt x="83" y="146"/>
                    </a:lnTo>
                    <a:lnTo>
                      <a:pt x="83" y="146"/>
                    </a:lnTo>
                    <a:lnTo>
                      <a:pt x="83" y="146"/>
                    </a:lnTo>
                    <a:lnTo>
                      <a:pt x="83" y="146"/>
                    </a:lnTo>
                    <a:lnTo>
                      <a:pt x="83" y="144"/>
                    </a:lnTo>
                    <a:lnTo>
                      <a:pt x="81" y="144"/>
                    </a:lnTo>
                    <a:lnTo>
                      <a:pt x="81" y="144"/>
                    </a:lnTo>
                    <a:lnTo>
                      <a:pt x="81" y="144"/>
                    </a:lnTo>
                    <a:lnTo>
                      <a:pt x="81" y="142"/>
                    </a:lnTo>
                    <a:lnTo>
                      <a:pt x="79" y="142"/>
                    </a:lnTo>
                    <a:lnTo>
                      <a:pt x="79" y="142"/>
                    </a:lnTo>
                    <a:lnTo>
                      <a:pt x="79" y="142"/>
                    </a:lnTo>
                    <a:lnTo>
                      <a:pt x="76" y="142"/>
                    </a:lnTo>
                    <a:lnTo>
                      <a:pt x="76" y="142"/>
                    </a:lnTo>
                    <a:lnTo>
                      <a:pt x="76" y="142"/>
                    </a:lnTo>
                    <a:lnTo>
                      <a:pt x="76" y="139"/>
                    </a:lnTo>
                    <a:lnTo>
                      <a:pt x="76" y="139"/>
                    </a:lnTo>
                    <a:lnTo>
                      <a:pt x="76" y="139"/>
                    </a:lnTo>
                    <a:lnTo>
                      <a:pt x="76" y="139"/>
                    </a:lnTo>
                    <a:lnTo>
                      <a:pt x="76" y="137"/>
                    </a:lnTo>
                    <a:lnTo>
                      <a:pt x="76" y="137"/>
                    </a:lnTo>
                    <a:lnTo>
                      <a:pt x="76" y="137"/>
                    </a:lnTo>
                    <a:lnTo>
                      <a:pt x="74" y="137"/>
                    </a:lnTo>
                    <a:lnTo>
                      <a:pt x="74" y="135"/>
                    </a:lnTo>
                    <a:lnTo>
                      <a:pt x="74" y="135"/>
                    </a:lnTo>
                    <a:lnTo>
                      <a:pt x="74" y="135"/>
                    </a:lnTo>
                    <a:lnTo>
                      <a:pt x="74" y="132"/>
                    </a:lnTo>
                    <a:lnTo>
                      <a:pt x="74" y="132"/>
                    </a:lnTo>
                    <a:lnTo>
                      <a:pt x="74" y="132"/>
                    </a:lnTo>
                    <a:lnTo>
                      <a:pt x="74" y="130"/>
                    </a:lnTo>
                    <a:lnTo>
                      <a:pt x="71" y="130"/>
                    </a:lnTo>
                    <a:lnTo>
                      <a:pt x="71" y="130"/>
                    </a:lnTo>
                    <a:lnTo>
                      <a:pt x="71" y="130"/>
                    </a:lnTo>
                    <a:lnTo>
                      <a:pt x="71" y="130"/>
                    </a:lnTo>
                    <a:lnTo>
                      <a:pt x="69" y="130"/>
                    </a:lnTo>
                    <a:lnTo>
                      <a:pt x="69" y="130"/>
                    </a:lnTo>
                    <a:lnTo>
                      <a:pt x="69" y="130"/>
                    </a:lnTo>
                    <a:lnTo>
                      <a:pt x="67" y="130"/>
                    </a:lnTo>
                    <a:lnTo>
                      <a:pt x="67" y="128"/>
                    </a:lnTo>
                    <a:lnTo>
                      <a:pt x="67" y="128"/>
                    </a:lnTo>
                    <a:lnTo>
                      <a:pt x="67" y="128"/>
                    </a:lnTo>
                    <a:lnTo>
                      <a:pt x="67" y="128"/>
                    </a:lnTo>
                    <a:lnTo>
                      <a:pt x="67" y="125"/>
                    </a:lnTo>
                    <a:lnTo>
                      <a:pt x="67" y="125"/>
                    </a:lnTo>
                    <a:lnTo>
                      <a:pt x="67" y="125"/>
                    </a:lnTo>
                    <a:lnTo>
                      <a:pt x="67" y="125"/>
                    </a:lnTo>
                    <a:lnTo>
                      <a:pt x="67" y="123"/>
                    </a:lnTo>
                    <a:lnTo>
                      <a:pt x="64" y="123"/>
                    </a:lnTo>
                    <a:lnTo>
                      <a:pt x="64" y="123"/>
                    </a:lnTo>
                    <a:lnTo>
                      <a:pt x="64" y="123"/>
                    </a:lnTo>
                    <a:lnTo>
                      <a:pt x="64" y="123"/>
                    </a:lnTo>
                    <a:lnTo>
                      <a:pt x="62" y="123"/>
                    </a:lnTo>
                    <a:lnTo>
                      <a:pt x="62" y="120"/>
                    </a:lnTo>
                    <a:lnTo>
                      <a:pt x="62" y="120"/>
                    </a:lnTo>
                    <a:lnTo>
                      <a:pt x="62" y="120"/>
                    </a:lnTo>
                    <a:lnTo>
                      <a:pt x="60" y="120"/>
                    </a:lnTo>
                    <a:lnTo>
                      <a:pt x="60" y="120"/>
                    </a:lnTo>
                    <a:lnTo>
                      <a:pt x="60" y="120"/>
                    </a:lnTo>
                    <a:lnTo>
                      <a:pt x="60" y="120"/>
                    </a:lnTo>
                    <a:lnTo>
                      <a:pt x="60" y="120"/>
                    </a:lnTo>
                    <a:lnTo>
                      <a:pt x="60" y="120"/>
                    </a:lnTo>
                    <a:lnTo>
                      <a:pt x="60" y="123"/>
                    </a:lnTo>
                    <a:lnTo>
                      <a:pt x="60" y="123"/>
                    </a:lnTo>
                    <a:lnTo>
                      <a:pt x="60" y="125"/>
                    </a:lnTo>
                    <a:lnTo>
                      <a:pt x="60" y="125"/>
                    </a:lnTo>
                    <a:lnTo>
                      <a:pt x="60" y="125"/>
                    </a:lnTo>
                    <a:lnTo>
                      <a:pt x="60" y="125"/>
                    </a:lnTo>
                    <a:lnTo>
                      <a:pt x="60" y="128"/>
                    </a:lnTo>
                    <a:lnTo>
                      <a:pt x="62" y="128"/>
                    </a:lnTo>
                    <a:lnTo>
                      <a:pt x="62" y="128"/>
                    </a:lnTo>
                    <a:lnTo>
                      <a:pt x="62" y="128"/>
                    </a:lnTo>
                    <a:lnTo>
                      <a:pt x="62" y="130"/>
                    </a:lnTo>
                    <a:lnTo>
                      <a:pt x="64" y="130"/>
                    </a:lnTo>
                    <a:lnTo>
                      <a:pt x="64" y="130"/>
                    </a:lnTo>
                    <a:lnTo>
                      <a:pt x="64" y="130"/>
                    </a:lnTo>
                    <a:lnTo>
                      <a:pt x="64" y="132"/>
                    </a:lnTo>
                    <a:lnTo>
                      <a:pt x="64" y="132"/>
                    </a:lnTo>
                    <a:lnTo>
                      <a:pt x="64" y="132"/>
                    </a:lnTo>
                    <a:lnTo>
                      <a:pt x="64" y="132"/>
                    </a:lnTo>
                    <a:lnTo>
                      <a:pt x="64" y="135"/>
                    </a:lnTo>
                    <a:lnTo>
                      <a:pt x="64" y="135"/>
                    </a:lnTo>
                    <a:lnTo>
                      <a:pt x="64" y="135"/>
                    </a:lnTo>
                    <a:lnTo>
                      <a:pt x="64" y="137"/>
                    </a:lnTo>
                    <a:lnTo>
                      <a:pt x="64" y="137"/>
                    </a:lnTo>
                    <a:lnTo>
                      <a:pt x="64" y="137"/>
                    </a:lnTo>
                    <a:lnTo>
                      <a:pt x="64" y="139"/>
                    </a:lnTo>
                    <a:lnTo>
                      <a:pt x="62" y="139"/>
                    </a:lnTo>
                    <a:lnTo>
                      <a:pt x="62" y="139"/>
                    </a:lnTo>
                    <a:lnTo>
                      <a:pt x="62" y="139"/>
                    </a:lnTo>
                    <a:lnTo>
                      <a:pt x="62" y="139"/>
                    </a:lnTo>
                    <a:lnTo>
                      <a:pt x="60" y="139"/>
                    </a:lnTo>
                    <a:lnTo>
                      <a:pt x="60" y="137"/>
                    </a:lnTo>
                    <a:lnTo>
                      <a:pt x="60" y="137"/>
                    </a:lnTo>
                    <a:lnTo>
                      <a:pt x="60" y="137"/>
                    </a:lnTo>
                    <a:lnTo>
                      <a:pt x="60" y="135"/>
                    </a:lnTo>
                    <a:lnTo>
                      <a:pt x="60" y="135"/>
                    </a:lnTo>
                    <a:lnTo>
                      <a:pt x="60" y="135"/>
                    </a:lnTo>
                    <a:lnTo>
                      <a:pt x="60" y="132"/>
                    </a:lnTo>
                    <a:lnTo>
                      <a:pt x="60" y="132"/>
                    </a:lnTo>
                    <a:lnTo>
                      <a:pt x="57" y="132"/>
                    </a:lnTo>
                    <a:lnTo>
                      <a:pt x="57" y="130"/>
                    </a:lnTo>
                    <a:lnTo>
                      <a:pt x="57" y="130"/>
                    </a:lnTo>
                    <a:lnTo>
                      <a:pt x="57" y="130"/>
                    </a:lnTo>
                    <a:lnTo>
                      <a:pt x="57" y="130"/>
                    </a:lnTo>
                    <a:lnTo>
                      <a:pt x="57" y="130"/>
                    </a:lnTo>
                    <a:lnTo>
                      <a:pt x="55" y="130"/>
                    </a:lnTo>
                    <a:lnTo>
                      <a:pt x="55" y="130"/>
                    </a:lnTo>
                    <a:lnTo>
                      <a:pt x="55" y="128"/>
                    </a:lnTo>
                    <a:lnTo>
                      <a:pt x="53" y="128"/>
                    </a:lnTo>
                    <a:lnTo>
                      <a:pt x="53" y="128"/>
                    </a:lnTo>
                    <a:lnTo>
                      <a:pt x="53" y="128"/>
                    </a:lnTo>
                    <a:lnTo>
                      <a:pt x="53" y="125"/>
                    </a:lnTo>
                    <a:lnTo>
                      <a:pt x="53" y="125"/>
                    </a:lnTo>
                    <a:lnTo>
                      <a:pt x="53" y="125"/>
                    </a:lnTo>
                    <a:lnTo>
                      <a:pt x="50" y="125"/>
                    </a:lnTo>
                    <a:lnTo>
                      <a:pt x="50" y="123"/>
                    </a:lnTo>
                    <a:lnTo>
                      <a:pt x="50" y="123"/>
                    </a:lnTo>
                    <a:lnTo>
                      <a:pt x="50" y="123"/>
                    </a:lnTo>
                    <a:lnTo>
                      <a:pt x="50" y="123"/>
                    </a:lnTo>
                    <a:lnTo>
                      <a:pt x="48" y="123"/>
                    </a:lnTo>
                    <a:lnTo>
                      <a:pt x="48" y="120"/>
                    </a:lnTo>
                    <a:lnTo>
                      <a:pt x="48" y="120"/>
                    </a:lnTo>
                    <a:lnTo>
                      <a:pt x="45" y="120"/>
                    </a:lnTo>
                    <a:lnTo>
                      <a:pt x="45" y="120"/>
                    </a:lnTo>
                    <a:lnTo>
                      <a:pt x="45" y="120"/>
                    </a:lnTo>
                    <a:lnTo>
                      <a:pt x="45" y="120"/>
                    </a:lnTo>
                    <a:lnTo>
                      <a:pt x="43" y="120"/>
                    </a:lnTo>
                    <a:lnTo>
                      <a:pt x="43" y="120"/>
                    </a:lnTo>
                    <a:lnTo>
                      <a:pt x="43" y="120"/>
                    </a:lnTo>
                    <a:lnTo>
                      <a:pt x="43" y="120"/>
                    </a:lnTo>
                    <a:lnTo>
                      <a:pt x="43" y="120"/>
                    </a:lnTo>
                    <a:lnTo>
                      <a:pt x="41" y="120"/>
                    </a:lnTo>
                    <a:lnTo>
                      <a:pt x="41" y="120"/>
                    </a:lnTo>
                    <a:lnTo>
                      <a:pt x="41" y="120"/>
                    </a:lnTo>
                    <a:lnTo>
                      <a:pt x="38" y="120"/>
                    </a:lnTo>
                    <a:lnTo>
                      <a:pt x="38" y="120"/>
                    </a:lnTo>
                    <a:lnTo>
                      <a:pt x="38" y="123"/>
                    </a:lnTo>
                    <a:lnTo>
                      <a:pt x="38" y="123"/>
                    </a:lnTo>
                    <a:lnTo>
                      <a:pt x="38" y="123"/>
                    </a:lnTo>
                    <a:lnTo>
                      <a:pt x="38" y="125"/>
                    </a:lnTo>
                    <a:lnTo>
                      <a:pt x="38" y="125"/>
                    </a:lnTo>
                    <a:lnTo>
                      <a:pt x="38" y="125"/>
                    </a:lnTo>
                    <a:lnTo>
                      <a:pt x="38" y="125"/>
                    </a:lnTo>
                    <a:lnTo>
                      <a:pt x="38" y="128"/>
                    </a:lnTo>
                    <a:lnTo>
                      <a:pt x="36" y="128"/>
                    </a:lnTo>
                    <a:lnTo>
                      <a:pt x="36" y="128"/>
                    </a:lnTo>
                    <a:lnTo>
                      <a:pt x="34" y="128"/>
                    </a:lnTo>
                    <a:lnTo>
                      <a:pt x="34" y="128"/>
                    </a:lnTo>
                    <a:lnTo>
                      <a:pt x="34" y="128"/>
                    </a:lnTo>
                    <a:lnTo>
                      <a:pt x="34" y="128"/>
                    </a:lnTo>
                    <a:lnTo>
                      <a:pt x="31" y="128"/>
                    </a:lnTo>
                    <a:lnTo>
                      <a:pt x="31" y="128"/>
                    </a:lnTo>
                    <a:lnTo>
                      <a:pt x="31" y="128"/>
                    </a:lnTo>
                    <a:lnTo>
                      <a:pt x="31" y="128"/>
                    </a:lnTo>
                    <a:lnTo>
                      <a:pt x="31" y="128"/>
                    </a:lnTo>
                    <a:lnTo>
                      <a:pt x="31" y="130"/>
                    </a:lnTo>
                    <a:lnTo>
                      <a:pt x="31" y="130"/>
                    </a:lnTo>
                    <a:lnTo>
                      <a:pt x="29" y="130"/>
                    </a:lnTo>
                    <a:lnTo>
                      <a:pt x="29" y="130"/>
                    </a:lnTo>
                    <a:lnTo>
                      <a:pt x="29" y="130"/>
                    </a:lnTo>
                    <a:lnTo>
                      <a:pt x="26" y="130"/>
                    </a:lnTo>
                    <a:lnTo>
                      <a:pt x="26" y="128"/>
                    </a:lnTo>
                    <a:lnTo>
                      <a:pt x="29" y="128"/>
                    </a:lnTo>
                    <a:lnTo>
                      <a:pt x="29" y="128"/>
                    </a:lnTo>
                    <a:lnTo>
                      <a:pt x="26" y="128"/>
                    </a:lnTo>
                    <a:lnTo>
                      <a:pt x="26" y="125"/>
                    </a:lnTo>
                    <a:lnTo>
                      <a:pt x="29" y="125"/>
                    </a:lnTo>
                    <a:lnTo>
                      <a:pt x="29" y="125"/>
                    </a:lnTo>
                    <a:lnTo>
                      <a:pt x="29" y="123"/>
                    </a:lnTo>
                    <a:lnTo>
                      <a:pt x="26" y="123"/>
                    </a:lnTo>
                    <a:lnTo>
                      <a:pt x="26" y="123"/>
                    </a:lnTo>
                    <a:lnTo>
                      <a:pt x="26" y="125"/>
                    </a:lnTo>
                    <a:lnTo>
                      <a:pt x="26" y="125"/>
                    </a:lnTo>
                    <a:lnTo>
                      <a:pt x="26" y="128"/>
                    </a:lnTo>
                    <a:lnTo>
                      <a:pt x="26" y="128"/>
                    </a:lnTo>
                    <a:lnTo>
                      <a:pt x="24" y="128"/>
                    </a:lnTo>
                    <a:lnTo>
                      <a:pt x="24" y="128"/>
                    </a:lnTo>
                    <a:lnTo>
                      <a:pt x="24" y="125"/>
                    </a:lnTo>
                    <a:lnTo>
                      <a:pt x="24" y="125"/>
                    </a:lnTo>
                    <a:lnTo>
                      <a:pt x="24" y="125"/>
                    </a:lnTo>
                    <a:lnTo>
                      <a:pt x="24" y="125"/>
                    </a:lnTo>
                    <a:lnTo>
                      <a:pt x="24" y="123"/>
                    </a:lnTo>
                    <a:lnTo>
                      <a:pt x="24" y="123"/>
                    </a:lnTo>
                    <a:lnTo>
                      <a:pt x="24" y="123"/>
                    </a:lnTo>
                    <a:lnTo>
                      <a:pt x="24" y="120"/>
                    </a:lnTo>
                    <a:lnTo>
                      <a:pt x="24" y="120"/>
                    </a:lnTo>
                    <a:lnTo>
                      <a:pt x="24" y="120"/>
                    </a:lnTo>
                    <a:lnTo>
                      <a:pt x="24" y="120"/>
                    </a:lnTo>
                    <a:lnTo>
                      <a:pt x="24" y="120"/>
                    </a:lnTo>
                    <a:lnTo>
                      <a:pt x="22" y="120"/>
                    </a:lnTo>
                    <a:lnTo>
                      <a:pt x="22" y="120"/>
                    </a:lnTo>
                    <a:lnTo>
                      <a:pt x="22" y="120"/>
                    </a:lnTo>
                    <a:lnTo>
                      <a:pt x="22" y="120"/>
                    </a:lnTo>
                    <a:lnTo>
                      <a:pt x="22" y="123"/>
                    </a:lnTo>
                    <a:lnTo>
                      <a:pt x="22" y="123"/>
                    </a:lnTo>
                    <a:lnTo>
                      <a:pt x="19" y="123"/>
                    </a:lnTo>
                    <a:lnTo>
                      <a:pt x="19" y="123"/>
                    </a:lnTo>
                    <a:lnTo>
                      <a:pt x="19" y="123"/>
                    </a:lnTo>
                    <a:lnTo>
                      <a:pt x="19" y="123"/>
                    </a:lnTo>
                    <a:lnTo>
                      <a:pt x="19" y="120"/>
                    </a:lnTo>
                    <a:lnTo>
                      <a:pt x="19" y="120"/>
                    </a:lnTo>
                    <a:lnTo>
                      <a:pt x="19" y="120"/>
                    </a:lnTo>
                    <a:lnTo>
                      <a:pt x="19" y="118"/>
                    </a:lnTo>
                    <a:lnTo>
                      <a:pt x="19" y="118"/>
                    </a:lnTo>
                    <a:lnTo>
                      <a:pt x="19" y="116"/>
                    </a:lnTo>
                    <a:lnTo>
                      <a:pt x="19" y="116"/>
                    </a:lnTo>
                    <a:lnTo>
                      <a:pt x="19" y="113"/>
                    </a:lnTo>
                    <a:lnTo>
                      <a:pt x="17" y="113"/>
                    </a:lnTo>
                    <a:lnTo>
                      <a:pt x="17" y="113"/>
                    </a:lnTo>
                    <a:lnTo>
                      <a:pt x="17" y="111"/>
                    </a:lnTo>
                    <a:lnTo>
                      <a:pt x="19" y="111"/>
                    </a:lnTo>
                    <a:lnTo>
                      <a:pt x="19" y="111"/>
                    </a:lnTo>
                    <a:lnTo>
                      <a:pt x="19" y="111"/>
                    </a:lnTo>
                    <a:lnTo>
                      <a:pt x="19" y="111"/>
                    </a:lnTo>
                    <a:lnTo>
                      <a:pt x="19" y="111"/>
                    </a:lnTo>
                    <a:lnTo>
                      <a:pt x="22" y="111"/>
                    </a:lnTo>
                    <a:lnTo>
                      <a:pt x="22" y="109"/>
                    </a:lnTo>
                    <a:lnTo>
                      <a:pt x="22" y="109"/>
                    </a:lnTo>
                    <a:lnTo>
                      <a:pt x="22" y="109"/>
                    </a:lnTo>
                    <a:lnTo>
                      <a:pt x="24" y="109"/>
                    </a:lnTo>
                    <a:lnTo>
                      <a:pt x="24" y="106"/>
                    </a:lnTo>
                    <a:lnTo>
                      <a:pt x="24" y="106"/>
                    </a:lnTo>
                    <a:lnTo>
                      <a:pt x="24" y="106"/>
                    </a:lnTo>
                    <a:lnTo>
                      <a:pt x="24" y="106"/>
                    </a:lnTo>
                    <a:lnTo>
                      <a:pt x="24" y="104"/>
                    </a:lnTo>
                    <a:lnTo>
                      <a:pt x="26" y="104"/>
                    </a:lnTo>
                    <a:lnTo>
                      <a:pt x="26" y="104"/>
                    </a:lnTo>
                    <a:lnTo>
                      <a:pt x="26" y="104"/>
                    </a:lnTo>
                    <a:lnTo>
                      <a:pt x="26" y="101"/>
                    </a:lnTo>
                    <a:lnTo>
                      <a:pt x="26" y="101"/>
                    </a:lnTo>
                    <a:lnTo>
                      <a:pt x="26" y="101"/>
                    </a:lnTo>
                    <a:lnTo>
                      <a:pt x="26" y="101"/>
                    </a:lnTo>
                    <a:lnTo>
                      <a:pt x="24" y="101"/>
                    </a:lnTo>
                    <a:lnTo>
                      <a:pt x="24" y="99"/>
                    </a:lnTo>
                    <a:lnTo>
                      <a:pt x="24" y="99"/>
                    </a:lnTo>
                    <a:lnTo>
                      <a:pt x="24" y="99"/>
                    </a:lnTo>
                    <a:lnTo>
                      <a:pt x="24" y="99"/>
                    </a:lnTo>
                    <a:lnTo>
                      <a:pt x="22" y="99"/>
                    </a:lnTo>
                    <a:lnTo>
                      <a:pt x="22" y="99"/>
                    </a:lnTo>
                    <a:lnTo>
                      <a:pt x="19" y="99"/>
                    </a:lnTo>
                    <a:lnTo>
                      <a:pt x="19" y="99"/>
                    </a:lnTo>
                    <a:lnTo>
                      <a:pt x="19" y="97"/>
                    </a:lnTo>
                    <a:lnTo>
                      <a:pt x="19" y="97"/>
                    </a:lnTo>
                    <a:lnTo>
                      <a:pt x="19" y="99"/>
                    </a:lnTo>
                    <a:lnTo>
                      <a:pt x="19" y="99"/>
                    </a:lnTo>
                    <a:lnTo>
                      <a:pt x="19" y="101"/>
                    </a:lnTo>
                    <a:lnTo>
                      <a:pt x="19" y="101"/>
                    </a:lnTo>
                    <a:lnTo>
                      <a:pt x="19" y="101"/>
                    </a:lnTo>
                    <a:lnTo>
                      <a:pt x="19" y="101"/>
                    </a:lnTo>
                    <a:lnTo>
                      <a:pt x="19" y="104"/>
                    </a:lnTo>
                    <a:lnTo>
                      <a:pt x="19" y="104"/>
                    </a:lnTo>
                    <a:lnTo>
                      <a:pt x="19" y="106"/>
                    </a:lnTo>
                    <a:lnTo>
                      <a:pt x="19" y="106"/>
                    </a:lnTo>
                    <a:lnTo>
                      <a:pt x="19" y="109"/>
                    </a:lnTo>
                    <a:lnTo>
                      <a:pt x="19" y="109"/>
                    </a:lnTo>
                    <a:lnTo>
                      <a:pt x="19" y="109"/>
                    </a:lnTo>
                    <a:lnTo>
                      <a:pt x="19" y="109"/>
                    </a:lnTo>
                    <a:lnTo>
                      <a:pt x="19" y="109"/>
                    </a:lnTo>
                    <a:lnTo>
                      <a:pt x="17" y="109"/>
                    </a:lnTo>
                    <a:lnTo>
                      <a:pt x="17" y="109"/>
                    </a:lnTo>
                    <a:lnTo>
                      <a:pt x="17" y="106"/>
                    </a:lnTo>
                    <a:lnTo>
                      <a:pt x="17" y="106"/>
                    </a:lnTo>
                    <a:lnTo>
                      <a:pt x="17" y="109"/>
                    </a:lnTo>
                    <a:lnTo>
                      <a:pt x="17" y="109"/>
                    </a:lnTo>
                    <a:lnTo>
                      <a:pt x="17" y="106"/>
                    </a:lnTo>
                    <a:lnTo>
                      <a:pt x="15" y="106"/>
                    </a:lnTo>
                    <a:lnTo>
                      <a:pt x="15" y="106"/>
                    </a:lnTo>
                    <a:lnTo>
                      <a:pt x="15" y="106"/>
                    </a:lnTo>
                    <a:lnTo>
                      <a:pt x="15" y="104"/>
                    </a:lnTo>
                    <a:lnTo>
                      <a:pt x="12" y="104"/>
                    </a:lnTo>
                    <a:lnTo>
                      <a:pt x="12" y="104"/>
                    </a:lnTo>
                    <a:lnTo>
                      <a:pt x="15" y="104"/>
                    </a:lnTo>
                    <a:lnTo>
                      <a:pt x="15" y="101"/>
                    </a:lnTo>
                    <a:lnTo>
                      <a:pt x="12" y="101"/>
                    </a:lnTo>
                    <a:lnTo>
                      <a:pt x="12" y="101"/>
                    </a:lnTo>
                    <a:lnTo>
                      <a:pt x="12" y="101"/>
                    </a:lnTo>
                    <a:lnTo>
                      <a:pt x="12" y="101"/>
                    </a:lnTo>
                    <a:lnTo>
                      <a:pt x="12" y="101"/>
                    </a:lnTo>
                    <a:lnTo>
                      <a:pt x="10" y="101"/>
                    </a:lnTo>
                    <a:lnTo>
                      <a:pt x="10" y="99"/>
                    </a:lnTo>
                    <a:lnTo>
                      <a:pt x="10" y="99"/>
                    </a:lnTo>
                    <a:lnTo>
                      <a:pt x="10" y="99"/>
                    </a:lnTo>
                    <a:lnTo>
                      <a:pt x="10" y="99"/>
                    </a:lnTo>
                    <a:lnTo>
                      <a:pt x="8" y="99"/>
                    </a:lnTo>
                    <a:lnTo>
                      <a:pt x="8" y="99"/>
                    </a:lnTo>
                    <a:lnTo>
                      <a:pt x="8" y="97"/>
                    </a:lnTo>
                    <a:lnTo>
                      <a:pt x="8" y="97"/>
                    </a:lnTo>
                    <a:lnTo>
                      <a:pt x="8" y="94"/>
                    </a:lnTo>
                    <a:lnTo>
                      <a:pt x="8" y="94"/>
                    </a:lnTo>
                    <a:lnTo>
                      <a:pt x="8" y="92"/>
                    </a:lnTo>
                    <a:lnTo>
                      <a:pt x="8" y="92"/>
                    </a:lnTo>
                    <a:lnTo>
                      <a:pt x="8" y="92"/>
                    </a:lnTo>
                    <a:lnTo>
                      <a:pt x="8" y="90"/>
                    </a:lnTo>
                    <a:lnTo>
                      <a:pt x="8" y="90"/>
                    </a:lnTo>
                    <a:lnTo>
                      <a:pt x="5" y="90"/>
                    </a:lnTo>
                    <a:lnTo>
                      <a:pt x="5" y="87"/>
                    </a:lnTo>
                    <a:lnTo>
                      <a:pt x="5" y="87"/>
                    </a:lnTo>
                    <a:lnTo>
                      <a:pt x="5" y="85"/>
                    </a:lnTo>
                    <a:lnTo>
                      <a:pt x="5" y="85"/>
                    </a:lnTo>
                    <a:lnTo>
                      <a:pt x="5" y="85"/>
                    </a:lnTo>
                    <a:lnTo>
                      <a:pt x="5" y="83"/>
                    </a:lnTo>
                    <a:lnTo>
                      <a:pt x="5" y="83"/>
                    </a:lnTo>
                    <a:lnTo>
                      <a:pt x="5" y="83"/>
                    </a:lnTo>
                    <a:lnTo>
                      <a:pt x="3" y="83"/>
                    </a:lnTo>
                    <a:lnTo>
                      <a:pt x="3" y="80"/>
                    </a:lnTo>
                    <a:lnTo>
                      <a:pt x="3" y="80"/>
                    </a:lnTo>
                    <a:lnTo>
                      <a:pt x="3" y="80"/>
                    </a:lnTo>
                    <a:lnTo>
                      <a:pt x="3" y="78"/>
                    </a:lnTo>
                    <a:lnTo>
                      <a:pt x="3" y="78"/>
                    </a:lnTo>
                    <a:lnTo>
                      <a:pt x="3" y="75"/>
                    </a:lnTo>
                    <a:lnTo>
                      <a:pt x="3" y="75"/>
                    </a:lnTo>
                    <a:lnTo>
                      <a:pt x="3" y="73"/>
                    </a:lnTo>
                    <a:lnTo>
                      <a:pt x="3" y="73"/>
                    </a:lnTo>
                    <a:lnTo>
                      <a:pt x="0" y="73"/>
                    </a:lnTo>
                    <a:lnTo>
                      <a:pt x="0" y="73"/>
                    </a:lnTo>
                    <a:lnTo>
                      <a:pt x="0" y="73"/>
                    </a:lnTo>
                    <a:lnTo>
                      <a:pt x="0" y="71"/>
                    </a:lnTo>
                    <a:lnTo>
                      <a:pt x="0" y="71"/>
                    </a:lnTo>
                    <a:lnTo>
                      <a:pt x="0" y="71"/>
                    </a:lnTo>
                    <a:lnTo>
                      <a:pt x="3" y="71"/>
                    </a:lnTo>
                    <a:lnTo>
                      <a:pt x="3" y="71"/>
                    </a:lnTo>
                    <a:lnTo>
                      <a:pt x="3" y="73"/>
                    </a:lnTo>
                    <a:lnTo>
                      <a:pt x="3" y="73"/>
                    </a:lnTo>
                    <a:lnTo>
                      <a:pt x="3" y="71"/>
                    </a:lnTo>
                    <a:lnTo>
                      <a:pt x="3" y="71"/>
                    </a:lnTo>
                    <a:lnTo>
                      <a:pt x="3" y="71"/>
                    </a:lnTo>
                    <a:lnTo>
                      <a:pt x="3" y="71"/>
                    </a:lnTo>
                    <a:lnTo>
                      <a:pt x="3" y="68"/>
                    </a:lnTo>
                    <a:lnTo>
                      <a:pt x="0" y="68"/>
                    </a:lnTo>
                    <a:lnTo>
                      <a:pt x="0" y="68"/>
                    </a:lnTo>
                    <a:lnTo>
                      <a:pt x="0" y="68"/>
                    </a:lnTo>
                    <a:lnTo>
                      <a:pt x="0" y="68"/>
                    </a:lnTo>
                    <a:lnTo>
                      <a:pt x="0" y="66"/>
                    </a:lnTo>
                    <a:lnTo>
                      <a:pt x="0" y="66"/>
                    </a:lnTo>
                    <a:lnTo>
                      <a:pt x="0" y="66"/>
                    </a:lnTo>
                    <a:lnTo>
                      <a:pt x="0" y="64"/>
                    </a:lnTo>
                    <a:lnTo>
                      <a:pt x="0" y="64"/>
                    </a:lnTo>
                    <a:lnTo>
                      <a:pt x="0" y="61"/>
                    </a:lnTo>
                    <a:lnTo>
                      <a:pt x="0" y="61"/>
                    </a:lnTo>
                    <a:lnTo>
                      <a:pt x="0" y="61"/>
                    </a:lnTo>
                    <a:lnTo>
                      <a:pt x="0" y="59"/>
                    </a:lnTo>
                    <a:lnTo>
                      <a:pt x="0" y="59"/>
                    </a:lnTo>
                    <a:lnTo>
                      <a:pt x="0" y="59"/>
                    </a:lnTo>
                    <a:lnTo>
                      <a:pt x="0" y="56"/>
                    </a:lnTo>
                    <a:lnTo>
                      <a:pt x="3" y="56"/>
                    </a:lnTo>
                    <a:lnTo>
                      <a:pt x="3" y="56"/>
                    </a:lnTo>
                    <a:lnTo>
                      <a:pt x="3" y="56"/>
                    </a:lnTo>
                    <a:lnTo>
                      <a:pt x="3" y="54"/>
                    </a:lnTo>
                    <a:lnTo>
                      <a:pt x="5" y="54"/>
                    </a:lnTo>
                    <a:lnTo>
                      <a:pt x="5" y="54"/>
                    </a:lnTo>
                    <a:lnTo>
                      <a:pt x="5" y="56"/>
                    </a:lnTo>
                    <a:lnTo>
                      <a:pt x="5" y="56"/>
                    </a:lnTo>
                    <a:lnTo>
                      <a:pt x="5" y="56"/>
                    </a:lnTo>
                    <a:lnTo>
                      <a:pt x="8" y="56"/>
                    </a:lnTo>
                    <a:lnTo>
                      <a:pt x="8" y="59"/>
                    </a:lnTo>
                    <a:lnTo>
                      <a:pt x="8" y="59"/>
                    </a:lnTo>
                    <a:lnTo>
                      <a:pt x="8" y="61"/>
                    </a:lnTo>
                    <a:lnTo>
                      <a:pt x="8" y="61"/>
                    </a:lnTo>
                    <a:lnTo>
                      <a:pt x="8" y="61"/>
                    </a:lnTo>
                    <a:lnTo>
                      <a:pt x="8" y="61"/>
                    </a:lnTo>
                    <a:lnTo>
                      <a:pt x="10" y="61"/>
                    </a:lnTo>
                    <a:lnTo>
                      <a:pt x="10" y="64"/>
                    </a:lnTo>
                    <a:lnTo>
                      <a:pt x="10" y="64"/>
                    </a:lnTo>
                    <a:lnTo>
                      <a:pt x="10" y="64"/>
                    </a:lnTo>
                    <a:lnTo>
                      <a:pt x="10" y="66"/>
                    </a:lnTo>
                    <a:lnTo>
                      <a:pt x="10" y="66"/>
                    </a:lnTo>
                    <a:lnTo>
                      <a:pt x="12" y="66"/>
                    </a:lnTo>
                    <a:lnTo>
                      <a:pt x="12" y="64"/>
                    </a:lnTo>
                    <a:lnTo>
                      <a:pt x="12" y="64"/>
                    </a:lnTo>
                    <a:lnTo>
                      <a:pt x="12" y="64"/>
                    </a:lnTo>
                    <a:lnTo>
                      <a:pt x="12" y="64"/>
                    </a:lnTo>
                    <a:lnTo>
                      <a:pt x="15" y="64"/>
                    </a:lnTo>
                    <a:lnTo>
                      <a:pt x="15" y="61"/>
                    </a:lnTo>
                    <a:lnTo>
                      <a:pt x="15" y="61"/>
                    </a:lnTo>
                    <a:lnTo>
                      <a:pt x="12" y="61"/>
                    </a:lnTo>
                    <a:lnTo>
                      <a:pt x="12" y="61"/>
                    </a:lnTo>
                    <a:lnTo>
                      <a:pt x="12" y="59"/>
                    </a:lnTo>
                    <a:lnTo>
                      <a:pt x="12" y="59"/>
                    </a:lnTo>
                    <a:lnTo>
                      <a:pt x="12" y="59"/>
                    </a:lnTo>
                    <a:lnTo>
                      <a:pt x="12" y="56"/>
                    </a:lnTo>
                    <a:lnTo>
                      <a:pt x="12" y="56"/>
                    </a:lnTo>
                    <a:lnTo>
                      <a:pt x="12" y="54"/>
                    </a:lnTo>
                    <a:lnTo>
                      <a:pt x="12" y="54"/>
                    </a:lnTo>
                    <a:lnTo>
                      <a:pt x="12" y="52"/>
                    </a:lnTo>
                    <a:lnTo>
                      <a:pt x="12" y="52"/>
                    </a:lnTo>
                    <a:lnTo>
                      <a:pt x="12" y="52"/>
                    </a:lnTo>
                    <a:lnTo>
                      <a:pt x="12" y="52"/>
                    </a:lnTo>
                    <a:lnTo>
                      <a:pt x="12" y="52"/>
                    </a:lnTo>
                    <a:lnTo>
                      <a:pt x="12" y="49"/>
                    </a:lnTo>
                    <a:lnTo>
                      <a:pt x="12" y="49"/>
                    </a:lnTo>
                    <a:lnTo>
                      <a:pt x="12" y="49"/>
                    </a:lnTo>
                    <a:lnTo>
                      <a:pt x="12" y="47"/>
                    </a:lnTo>
                    <a:lnTo>
                      <a:pt x="12" y="47"/>
                    </a:lnTo>
                    <a:lnTo>
                      <a:pt x="12" y="47"/>
                    </a:lnTo>
                    <a:lnTo>
                      <a:pt x="12" y="45"/>
                    </a:lnTo>
                    <a:lnTo>
                      <a:pt x="12" y="45"/>
                    </a:lnTo>
                    <a:lnTo>
                      <a:pt x="12" y="45"/>
                    </a:lnTo>
                    <a:lnTo>
                      <a:pt x="15" y="45"/>
                    </a:lnTo>
                    <a:lnTo>
                      <a:pt x="15" y="42"/>
                    </a:lnTo>
                    <a:lnTo>
                      <a:pt x="15" y="42"/>
                    </a:lnTo>
                    <a:lnTo>
                      <a:pt x="15" y="42"/>
                    </a:lnTo>
                    <a:lnTo>
                      <a:pt x="15" y="42"/>
                    </a:lnTo>
                    <a:lnTo>
                      <a:pt x="15" y="40"/>
                    </a:lnTo>
                    <a:lnTo>
                      <a:pt x="15" y="40"/>
                    </a:lnTo>
                    <a:lnTo>
                      <a:pt x="15" y="37"/>
                    </a:lnTo>
                    <a:lnTo>
                      <a:pt x="15" y="37"/>
                    </a:lnTo>
                    <a:lnTo>
                      <a:pt x="15" y="37"/>
                    </a:lnTo>
                    <a:lnTo>
                      <a:pt x="15" y="35"/>
                    </a:lnTo>
                    <a:lnTo>
                      <a:pt x="15" y="35"/>
                    </a:lnTo>
                    <a:lnTo>
                      <a:pt x="15" y="33"/>
                    </a:lnTo>
                    <a:lnTo>
                      <a:pt x="15" y="33"/>
                    </a:lnTo>
                    <a:lnTo>
                      <a:pt x="15" y="33"/>
                    </a:lnTo>
                    <a:lnTo>
                      <a:pt x="15" y="30"/>
                    </a:lnTo>
                    <a:lnTo>
                      <a:pt x="15" y="30"/>
                    </a:lnTo>
                    <a:lnTo>
                      <a:pt x="15" y="30"/>
                    </a:lnTo>
                    <a:lnTo>
                      <a:pt x="15" y="30"/>
                    </a:lnTo>
                    <a:lnTo>
                      <a:pt x="15" y="28"/>
                    </a:lnTo>
                    <a:lnTo>
                      <a:pt x="12" y="28"/>
                    </a:lnTo>
                    <a:lnTo>
                      <a:pt x="12" y="28"/>
                    </a:lnTo>
                    <a:lnTo>
                      <a:pt x="12" y="26"/>
                    </a:lnTo>
                    <a:lnTo>
                      <a:pt x="12" y="26"/>
                    </a:lnTo>
                    <a:lnTo>
                      <a:pt x="12" y="23"/>
                    </a:lnTo>
                    <a:lnTo>
                      <a:pt x="12" y="23"/>
                    </a:lnTo>
                    <a:lnTo>
                      <a:pt x="15" y="23"/>
                    </a:lnTo>
                    <a:lnTo>
                      <a:pt x="15" y="21"/>
                    </a:lnTo>
                    <a:lnTo>
                      <a:pt x="15" y="21"/>
                    </a:lnTo>
                    <a:lnTo>
                      <a:pt x="15" y="21"/>
                    </a:lnTo>
                    <a:lnTo>
                      <a:pt x="15" y="21"/>
                    </a:lnTo>
                    <a:lnTo>
                      <a:pt x="15" y="19"/>
                    </a:lnTo>
                    <a:lnTo>
                      <a:pt x="15" y="19"/>
                    </a:lnTo>
                    <a:lnTo>
                      <a:pt x="15" y="16"/>
                    </a:lnTo>
                    <a:lnTo>
                      <a:pt x="17" y="16"/>
                    </a:lnTo>
                    <a:lnTo>
                      <a:pt x="17" y="16"/>
                    </a:lnTo>
                    <a:lnTo>
                      <a:pt x="17" y="14"/>
                    </a:lnTo>
                    <a:lnTo>
                      <a:pt x="17" y="14"/>
                    </a:lnTo>
                    <a:lnTo>
                      <a:pt x="17" y="11"/>
                    </a:lnTo>
                    <a:lnTo>
                      <a:pt x="17" y="11"/>
                    </a:lnTo>
                    <a:lnTo>
                      <a:pt x="17" y="11"/>
                    </a:lnTo>
                    <a:lnTo>
                      <a:pt x="17" y="11"/>
                    </a:lnTo>
                    <a:lnTo>
                      <a:pt x="17" y="9"/>
                    </a:lnTo>
                    <a:lnTo>
                      <a:pt x="17" y="9"/>
                    </a:lnTo>
                    <a:lnTo>
                      <a:pt x="17" y="9"/>
                    </a:lnTo>
                    <a:lnTo>
                      <a:pt x="17" y="7"/>
                    </a:lnTo>
                    <a:lnTo>
                      <a:pt x="19" y="7"/>
                    </a:lnTo>
                    <a:lnTo>
                      <a:pt x="19" y="7"/>
                    </a:lnTo>
                    <a:lnTo>
                      <a:pt x="19" y="4"/>
                    </a:lnTo>
                    <a:lnTo>
                      <a:pt x="17" y="4"/>
                    </a:lnTo>
                    <a:lnTo>
                      <a:pt x="17" y="4"/>
                    </a:lnTo>
                    <a:lnTo>
                      <a:pt x="17" y="2"/>
                    </a:lnTo>
                    <a:lnTo>
                      <a:pt x="17" y="2"/>
                    </a:lnTo>
                    <a:lnTo>
                      <a:pt x="19" y="2"/>
                    </a:lnTo>
                    <a:lnTo>
                      <a:pt x="19" y="2"/>
                    </a:lnTo>
                    <a:lnTo>
                      <a:pt x="19" y="2"/>
                    </a:lnTo>
                    <a:lnTo>
                      <a:pt x="19" y="2"/>
                    </a:lnTo>
                    <a:lnTo>
                      <a:pt x="19" y="2"/>
                    </a:lnTo>
                    <a:lnTo>
                      <a:pt x="22" y="2"/>
                    </a:lnTo>
                    <a:lnTo>
                      <a:pt x="22" y="2"/>
                    </a:lnTo>
                    <a:lnTo>
                      <a:pt x="22" y="2"/>
                    </a:lnTo>
                    <a:lnTo>
                      <a:pt x="22" y="0"/>
                    </a:lnTo>
                    <a:lnTo>
                      <a:pt x="22" y="0"/>
                    </a:lnTo>
                    <a:lnTo>
                      <a:pt x="24" y="0"/>
                    </a:lnTo>
                    <a:lnTo>
                      <a:pt x="24" y="0"/>
                    </a:lnTo>
                    <a:lnTo>
                      <a:pt x="24" y="0"/>
                    </a:lnTo>
                    <a:lnTo>
                      <a:pt x="24" y="0"/>
                    </a:lnTo>
                    <a:lnTo>
                      <a:pt x="26" y="0"/>
                    </a:lnTo>
                    <a:lnTo>
                      <a:pt x="26" y="2"/>
                    </a:lnTo>
                    <a:lnTo>
                      <a:pt x="26" y="2"/>
                    </a:lnTo>
                    <a:lnTo>
                      <a:pt x="26" y="0"/>
                    </a:lnTo>
                    <a:lnTo>
                      <a:pt x="26" y="0"/>
                    </a:lnTo>
                    <a:lnTo>
                      <a:pt x="29" y="0"/>
                    </a:lnTo>
                    <a:lnTo>
                      <a:pt x="29" y="0"/>
                    </a:lnTo>
                    <a:lnTo>
                      <a:pt x="29" y="0"/>
                    </a:lnTo>
                    <a:lnTo>
                      <a:pt x="31" y="0"/>
                    </a:lnTo>
                    <a:lnTo>
                      <a:pt x="31" y="0"/>
                    </a:lnTo>
                    <a:lnTo>
                      <a:pt x="31" y="0"/>
                    </a:lnTo>
                    <a:lnTo>
                      <a:pt x="31" y="0"/>
                    </a:lnTo>
                    <a:lnTo>
                      <a:pt x="34" y="0"/>
                    </a:lnTo>
                    <a:lnTo>
                      <a:pt x="34" y="2"/>
                    </a:lnTo>
                    <a:lnTo>
                      <a:pt x="34" y="2"/>
                    </a:lnTo>
                    <a:lnTo>
                      <a:pt x="34" y="2"/>
                    </a:lnTo>
                    <a:lnTo>
                      <a:pt x="34" y="2"/>
                    </a:lnTo>
                    <a:lnTo>
                      <a:pt x="36" y="2"/>
                    </a:lnTo>
                    <a:lnTo>
                      <a:pt x="36" y="2"/>
                    </a:lnTo>
                    <a:lnTo>
                      <a:pt x="36" y="2"/>
                    </a:lnTo>
                    <a:lnTo>
                      <a:pt x="38" y="2"/>
                    </a:lnTo>
                    <a:lnTo>
                      <a:pt x="38" y="4"/>
                    </a:lnTo>
                    <a:lnTo>
                      <a:pt x="38" y="4"/>
                    </a:lnTo>
                    <a:lnTo>
                      <a:pt x="38" y="4"/>
                    </a:lnTo>
                    <a:lnTo>
                      <a:pt x="38" y="4"/>
                    </a:lnTo>
                    <a:lnTo>
                      <a:pt x="41" y="4"/>
                    </a:lnTo>
                    <a:lnTo>
                      <a:pt x="41" y="4"/>
                    </a:lnTo>
                    <a:lnTo>
                      <a:pt x="41" y="7"/>
                    </a:lnTo>
                    <a:lnTo>
                      <a:pt x="43" y="7"/>
                    </a:lnTo>
                    <a:lnTo>
                      <a:pt x="43" y="7"/>
                    </a:lnTo>
                    <a:lnTo>
                      <a:pt x="43" y="7"/>
                    </a:lnTo>
                    <a:lnTo>
                      <a:pt x="43" y="7"/>
                    </a:lnTo>
                    <a:lnTo>
                      <a:pt x="45" y="7"/>
                    </a:lnTo>
                    <a:lnTo>
                      <a:pt x="45" y="7"/>
                    </a:lnTo>
                    <a:lnTo>
                      <a:pt x="45" y="9"/>
                    </a:lnTo>
                    <a:lnTo>
                      <a:pt x="45" y="9"/>
                    </a:lnTo>
                    <a:lnTo>
                      <a:pt x="48" y="9"/>
                    </a:lnTo>
                    <a:lnTo>
                      <a:pt x="48" y="9"/>
                    </a:lnTo>
                    <a:lnTo>
                      <a:pt x="50" y="9"/>
                    </a:lnTo>
                    <a:lnTo>
                      <a:pt x="50" y="7"/>
                    </a:lnTo>
                    <a:lnTo>
                      <a:pt x="50" y="7"/>
                    </a:lnTo>
                    <a:lnTo>
                      <a:pt x="50" y="7"/>
                    </a:lnTo>
                    <a:lnTo>
                      <a:pt x="50" y="7"/>
                    </a:lnTo>
                    <a:lnTo>
                      <a:pt x="50" y="4"/>
                    </a:lnTo>
                    <a:lnTo>
                      <a:pt x="50" y="4"/>
                    </a:lnTo>
                    <a:lnTo>
                      <a:pt x="53" y="4"/>
                    </a:lnTo>
                    <a:lnTo>
                      <a:pt x="53" y="2"/>
                    </a:lnTo>
                    <a:lnTo>
                      <a:pt x="50" y="2"/>
                    </a:lnTo>
                    <a:lnTo>
                      <a:pt x="50" y="2"/>
                    </a:lnTo>
                    <a:lnTo>
                      <a:pt x="50" y="2"/>
                    </a:lnTo>
                    <a:lnTo>
                      <a:pt x="53" y="2"/>
                    </a:lnTo>
                    <a:lnTo>
                      <a:pt x="53" y="2"/>
                    </a:lnTo>
                    <a:lnTo>
                      <a:pt x="53" y="2"/>
                    </a:lnTo>
                    <a:lnTo>
                      <a:pt x="53" y="2"/>
                    </a:lnTo>
                    <a:lnTo>
                      <a:pt x="55" y="2"/>
                    </a:lnTo>
                    <a:lnTo>
                      <a:pt x="55" y="2"/>
                    </a:lnTo>
                    <a:lnTo>
                      <a:pt x="55" y="4"/>
                    </a:lnTo>
                    <a:lnTo>
                      <a:pt x="55" y="4"/>
                    </a:lnTo>
                    <a:lnTo>
                      <a:pt x="55" y="4"/>
                    </a:lnTo>
                    <a:lnTo>
                      <a:pt x="57" y="4"/>
                    </a:lnTo>
                    <a:lnTo>
                      <a:pt x="57" y="7"/>
                    </a:lnTo>
                    <a:lnTo>
                      <a:pt x="57" y="7"/>
                    </a:lnTo>
                    <a:lnTo>
                      <a:pt x="57" y="7"/>
                    </a:lnTo>
                    <a:lnTo>
                      <a:pt x="57" y="9"/>
                    </a:lnTo>
                    <a:lnTo>
                      <a:pt x="57" y="9"/>
                    </a:lnTo>
                    <a:lnTo>
                      <a:pt x="57" y="9"/>
                    </a:lnTo>
                    <a:lnTo>
                      <a:pt x="57" y="11"/>
                    </a:lnTo>
                    <a:lnTo>
                      <a:pt x="57" y="11"/>
                    </a:lnTo>
                    <a:lnTo>
                      <a:pt x="55" y="11"/>
                    </a:lnTo>
                    <a:lnTo>
                      <a:pt x="55" y="11"/>
                    </a:lnTo>
                    <a:lnTo>
                      <a:pt x="55" y="11"/>
                    </a:lnTo>
                    <a:lnTo>
                      <a:pt x="53" y="11"/>
                    </a:lnTo>
                    <a:lnTo>
                      <a:pt x="53" y="14"/>
                    </a:lnTo>
                    <a:lnTo>
                      <a:pt x="53" y="14"/>
                    </a:lnTo>
                    <a:lnTo>
                      <a:pt x="53" y="16"/>
                    </a:lnTo>
                    <a:lnTo>
                      <a:pt x="53" y="16"/>
                    </a:lnTo>
                    <a:lnTo>
                      <a:pt x="53" y="19"/>
                    </a:lnTo>
                    <a:lnTo>
                      <a:pt x="53" y="19"/>
                    </a:lnTo>
                    <a:lnTo>
                      <a:pt x="53" y="21"/>
                    </a:lnTo>
                    <a:lnTo>
                      <a:pt x="53" y="21"/>
                    </a:lnTo>
                    <a:lnTo>
                      <a:pt x="53" y="21"/>
                    </a:lnTo>
                    <a:lnTo>
                      <a:pt x="53" y="21"/>
                    </a:lnTo>
                    <a:lnTo>
                      <a:pt x="53" y="23"/>
                    </a:lnTo>
                    <a:lnTo>
                      <a:pt x="53" y="23"/>
                    </a:lnTo>
                    <a:lnTo>
                      <a:pt x="53" y="23"/>
                    </a:lnTo>
                    <a:lnTo>
                      <a:pt x="53" y="26"/>
                    </a:lnTo>
                    <a:lnTo>
                      <a:pt x="53" y="26"/>
                    </a:lnTo>
                    <a:lnTo>
                      <a:pt x="53" y="28"/>
                    </a:lnTo>
                    <a:lnTo>
                      <a:pt x="53" y="28"/>
                    </a:lnTo>
                    <a:lnTo>
                      <a:pt x="55" y="28"/>
                    </a:lnTo>
                    <a:lnTo>
                      <a:pt x="55" y="30"/>
                    </a:lnTo>
                    <a:lnTo>
                      <a:pt x="55" y="30"/>
                    </a:lnTo>
                    <a:lnTo>
                      <a:pt x="55" y="30"/>
                    </a:lnTo>
                    <a:lnTo>
                      <a:pt x="55" y="30"/>
                    </a:lnTo>
                    <a:lnTo>
                      <a:pt x="57" y="30"/>
                    </a:lnTo>
                    <a:lnTo>
                      <a:pt x="57" y="30"/>
                    </a:lnTo>
                    <a:lnTo>
                      <a:pt x="57" y="30"/>
                    </a:lnTo>
                    <a:lnTo>
                      <a:pt x="57" y="33"/>
                    </a:lnTo>
                    <a:lnTo>
                      <a:pt x="60" y="33"/>
                    </a:lnTo>
                    <a:lnTo>
                      <a:pt x="60" y="33"/>
                    </a:lnTo>
                    <a:lnTo>
                      <a:pt x="60" y="35"/>
                    </a:lnTo>
                    <a:lnTo>
                      <a:pt x="60" y="35"/>
                    </a:lnTo>
                    <a:lnTo>
                      <a:pt x="60" y="37"/>
                    </a:lnTo>
                    <a:lnTo>
                      <a:pt x="60" y="37"/>
                    </a:lnTo>
                    <a:lnTo>
                      <a:pt x="60" y="37"/>
                    </a:lnTo>
                    <a:lnTo>
                      <a:pt x="60" y="37"/>
                    </a:lnTo>
                    <a:lnTo>
                      <a:pt x="60" y="40"/>
                    </a:lnTo>
                    <a:lnTo>
                      <a:pt x="60" y="40"/>
                    </a:lnTo>
                    <a:lnTo>
                      <a:pt x="60" y="42"/>
                    </a:lnTo>
                    <a:lnTo>
                      <a:pt x="60" y="42"/>
                    </a:lnTo>
                    <a:lnTo>
                      <a:pt x="60" y="42"/>
                    </a:lnTo>
                    <a:lnTo>
                      <a:pt x="60" y="42"/>
                    </a:lnTo>
                    <a:lnTo>
                      <a:pt x="60" y="45"/>
                    </a:lnTo>
                    <a:lnTo>
                      <a:pt x="60" y="45"/>
                    </a:lnTo>
                    <a:lnTo>
                      <a:pt x="60" y="45"/>
                    </a:lnTo>
                    <a:lnTo>
                      <a:pt x="60" y="47"/>
                    </a:lnTo>
                    <a:lnTo>
                      <a:pt x="60" y="47"/>
                    </a:lnTo>
                    <a:lnTo>
                      <a:pt x="57" y="47"/>
                    </a:lnTo>
                    <a:lnTo>
                      <a:pt x="57" y="49"/>
                    </a:lnTo>
                    <a:lnTo>
                      <a:pt x="57" y="49"/>
                    </a:lnTo>
                    <a:lnTo>
                      <a:pt x="57" y="49"/>
                    </a:lnTo>
                    <a:lnTo>
                      <a:pt x="57" y="52"/>
                    </a:lnTo>
                    <a:lnTo>
                      <a:pt x="57" y="52"/>
                    </a:lnTo>
                    <a:lnTo>
                      <a:pt x="57" y="52"/>
                    </a:lnTo>
                    <a:lnTo>
                      <a:pt x="57" y="52"/>
                    </a:lnTo>
                    <a:lnTo>
                      <a:pt x="57" y="54"/>
                    </a:lnTo>
                    <a:lnTo>
                      <a:pt x="55" y="54"/>
                    </a:lnTo>
                    <a:lnTo>
                      <a:pt x="55" y="54"/>
                    </a:lnTo>
                    <a:lnTo>
                      <a:pt x="55" y="54"/>
                    </a:lnTo>
                    <a:lnTo>
                      <a:pt x="55" y="56"/>
                    </a:lnTo>
                    <a:lnTo>
                      <a:pt x="55" y="56"/>
                    </a:lnTo>
                    <a:lnTo>
                      <a:pt x="55" y="59"/>
                    </a:lnTo>
                    <a:lnTo>
                      <a:pt x="55" y="59"/>
                    </a:lnTo>
                    <a:lnTo>
                      <a:pt x="55" y="61"/>
                    </a:lnTo>
                    <a:lnTo>
                      <a:pt x="53" y="61"/>
                    </a:lnTo>
                    <a:lnTo>
                      <a:pt x="53" y="61"/>
                    </a:lnTo>
                    <a:lnTo>
                      <a:pt x="53" y="61"/>
                    </a:lnTo>
                    <a:lnTo>
                      <a:pt x="53" y="61"/>
                    </a:lnTo>
                    <a:lnTo>
                      <a:pt x="53" y="61"/>
                    </a:lnTo>
                    <a:lnTo>
                      <a:pt x="53" y="64"/>
                    </a:lnTo>
                    <a:lnTo>
                      <a:pt x="50" y="64"/>
                    </a:lnTo>
                    <a:lnTo>
                      <a:pt x="50" y="64"/>
                    </a:lnTo>
                    <a:lnTo>
                      <a:pt x="50" y="66"/>
                    </a:lnTo>
                    <a:lnTo>
                      <a:pt x="50" y="66"/>
                    </a:lnTo>
                    <a:lnTo>
                      <a:pt x="50" y="66"/>
                    </a:lnTo>
                    <a:lnTo>
                      <a:pt x="50" y="66"/>
                    </a:lnTo>
                    <a:lnTo>
                      <a:pt x="48" y="66"/>
                    </a:lnTo>
                    <a:lnTo>
                      <a:pt x="48" y="66"/>
                    </a:lnTo>
                    <a:lnTo>
                      <a:pt x="48" y="64"/>
                    </a:lnTo>
                    <a:lnTo>
                      <a:pt x="48" y="64"/>
                    </a:lnTo>
                    <a:lnTo>
                      <a:pt x="45" y="64"/>
                    </a:lnTo>
                    <a:lnTo>
                      <a:pt x="45" y="64"/>
                    </a:lnTo>
                    <a:lnTo>
                      <a:pt x="45" y="66"/>
                    </a:lnTo>
                    <a:lnTo>
                      <a:pt x="45" y="66"/>
                    </a:lnTo>
                    <a:lnTo>
                      <a:pt x="43" y="66"/>
                    </a:lnTo>
                    <a:lnTo>
                      <a:pt x="43" y="66"/>
                    </a:lnTo>
                    <a:lnTo>
                      <a:pt x="43" y="66"/>
                    </a:lnTo>
                    <a:lnTo>
                      <a:pt x="43" y="66"/>
                    </a:lnTo>
                    <a:lnTo>
                      <a:pt x="43" y="68"/>
                    </a:lnTo>
                    <a:lnTo>
                      <a:pt x="41" y="68"/>
                    </a:lnTo>
                    <a:lnTo>
                      <a:pt x="41" y="68"/>
                    </a:lnTo>
                    <a:lnTo>
                      <a:pt x="41" y="68"/>
                    </a:lnTo>
                    <a:lnTo>
                      <a:pt x="41" y="71"/>
                    </a:lnTo>
                    <a:lnTo>
                      <a:pt x="41" y="71"/>
                    </a:lnTo>
                    <a:lnTo>
                      <a:pt x="41" y="71"/>
                    </a:lnTo>
                    <a:lnTo>
                      <a:pt x="41" y="71"/>
                    </a:lnTo>
                    <a:lnTo>
                      <a:pt x="43" y="71"/>
                    </a:lnTo>
                    <a:lnTo>
                      <a:pt x="43" y="73"/>
                    </a:lnTo>
                    <a:lnTo>
                      <a:pt x="43" y="73"/>
                    </a:lnTo>
                    <a:lnTo>
                      <a:pt x="41" y="73"/>
                    </a:lnTo>
                    <a:lnTo>
                      <a:pt x="41" y="75"/>
                    </a:lnTo>
                    <a:lnTo>
                      <a:pt x="41" y="75"/>
                    </a:lnTo>
                    <a:lnTo>
                      <a:pt x="41" y="78"/>
                    </a:lnTo>
                    <a:lnTo>
                      <a:pt x="41" y="78"/>
                    </a:lnTo>
                    <a:lnTo>
                      <a:pt x="41" y="78"/>
                    </a:lnTo>
                    <a:lnTo>
                      <a:pt x="38" y="78"/>
                    </a:lnTo>
                    <a:lnTo>
                      <a:pt x="38" y="80"/>
                    </a:lnTo>
                    <a:lnTo>
                      <a:pt x="38" y="80"/>
                    </a:lnTo>
                    <a:lnTo>
                      <a:pt x="38" y="80"/>
                    </a:lnTo>
                    <a:lnTo>
                      <a:pt x="38" y="80"/>
                    </a:lnTo>
                    <a:lnTo>
                      <a:pt x="38" y="83"/>
                    </a:lnTo>
                    <a:lnTo>
                      <a:pt x="38" y="83"/>
                    </a:lnTo>
                    <a:lnTo>
                      <a:pt x="38" y="83"/>
                    </a:lnTo>
                    <a:lnTo>
                      <a:pt x="36" y="83"/>
                    </a:lnTo>
                    <a:lnTo>
                      <a:pt x="36" y="85"/>
                    </a:lnTo>
                    <a:lnTo>
                      <a:pt x="36" y="85"/>
                    </a:lnTo>
                    <a:lnTo>
                      <a:pt x="38" y="85"/>
                    </a:lnTo>
                    <a:lnTo>
                      <a:pt x="38" y="87"/>
                    </a:lnTo>
                    <a:lnTo>
                      <a:pt x="38" y="87"/>
                    </a:lnTo>
                    <a:lnTo>
                      <a:pt x="38" y="87"/>
                    </a:lnTo>
                    <a:lnTo>
                      <a:pt x="38" y="90"/>
                    </a:lnTo>
                    <a:lnTo>
                      <a:pt x="38" y="90"/>
                    </a:lnTo>
                    <a:lnTo>
                      <a:pt x="38" y="90"/>
                    </a:lnTo>
                    <a:lnTo>
                      <a:pt x="38" y="92"/>
                    </a:lnTo>
                    <a:lnTo>
                      <a:pt x="41" y="92"/>
                    </a:lnTo>
                    <a:lnTo>
                      <a:pt x="41" y="92"/>
                    </a:lnTo>
                    <a:lnTo>
                      <a:pt x="41" y="92"/>
                    </a:lnTo>
                    <a:lnTo>
                      <a:pt x="41" y="94"/>
                    </a:lnTo>
                    <a:lnTo>
                      <a:pt x="41" y="94"/>
                    </a:lnTo>
                    <a:lnTo>
                      <a:pt x="41" y="94"/>
                    </a:lnTo>
                    <a:lnTo>
                      <a:pt x="41" y="97"/>
                    </a:lnTo>
                    <a:lnTo>
                      <a:pt x="43" y="97"/>
                    </a:lnTo>
                    <a:lnTo>
                      <a:pt x="43" y="97"/>
                    </a:lnTo>
                    <a:lnTo>
                      <a:pt x="43" y="97"/>
                    </a:lnTo>
                    <a:lnTo>
                      <a:pt x="43" y="99"/>
                    </a:lnTo>
                    <a:lnTo>
                      <a:pt x="43" y="99"/>
                    </a:lnTo>
                    <a:lnTo>
                      <a:pt x="43" y="99"/>
                    </a:lnTo>
                    <a:lnTo>
                      <a:pt x="43" y="101"/>
                    </a:lnTo>
                    <a:lnTo>
                      <a:pt x="43" y="101"/>
                    </a:lnTo>
                    <a:lnTo>
                      <a:pt x="43" y="101"/>
                    </a:lnTo>
                    <a:lnTo>
                      <a:pt x="43" y="101"/>
                    </a:lnTo>
                    <a:lnTo>
                      <a:pt x="41" y="101"/>
                    </a:lnTo>
                    <a:lnTo>
                      <a:pt x="41" y="101"/>
                    </a:lnTo>
                    <a:lnTo>
                      <a:pt x="43" y="101"/>
                    </a:lnTo>
                    <a:lnTo>
                      <a:pt x="43" y="104"/>
                    </a:lnTo>
                    <a:lnTo>
                      <a:pt x="43" y="104"/>
                    </a:lnTo>
                    <a:lnTo>
                      <a:pt x="43" y="106"/>
                    </a:lnTo>
                    <a:lnTo>
                      <a:pt x="43" y="106"/>
                    </a:lnTo>
                    <a:lnTo>
                      <a:pt x="43" y="106"/>
                    </a:lnTo>
                    <a:lnTo>
                      <a:pt x="43" y="109"/>
                    </a:lnTo>
                    <a:lnTo>
                      <a:pt x="43" y="109"/>
                    </a:lnTo>
                    <a:lnTo>
                      <a:pt x="43" y="109"/>
                    </a:lnTo>
                    <a:lnTo>
                      <a:pt x="43" y="111"/>
                    </a:lnTo>
                    <a:lnTo>
                      <a:pt x="45" y="111"/>
                    </a:lnTo>
                    <a:lnTo>
                      <a:pt x="45" y="109"/>
                    </a:lnTo>
                    <a:lnTo>
                      <a:pt x="45" y="109"/>
                    </a:lnTo>
                    <a:lnTo>
                      <a:pt x="45" y="109"/>
                    </a:lnTo>
                    <a:lnTo>
                      <a:pt x="45" y="111"/>
                    </a:lnTo>
                    <a:lnTo>
                      <a:pt x="45" y="111"/>
                    </a:lnTo>
                    <a:lnTo>
                      <a:pt x="45" y="111"/>
                    </a:lnTo>
                    <a:lnTo>
                      <a:pt x="45" y="111"/>
                    </a:lnTo>
                    <a:lnTo>
                      <a:pt x="45" y="111"/>
                    </a:lnTo>
                    <a:lnTo>
                      <a:pt x="45" y="113"/>
                    </a:lnTo>
                    <a:lnTo>
                      <a:pt x="45" y="113"/>
                    </a:lnTo>
                    <a:lnTo>
                      <a:pt x="45" y="113"/>
                    </a:lnTo>
                    <a:lnTo>
                      <a:pt x="45" y="116"/>
                    </a:lnTo>
                    <a:lnTo>
                      <a:pt x="45" y="116"/>
                    </a:lnTo>
                    <a:lnTo>
                      <a:pt x="48" y="116"/>
                    </a:lnTo>
                    <a:lnTo>
                      <a:pt x="48" y="116"/>
                    </a:lnTo>
                    <a:lnTo>
                      <a:pt x="48" y="116"/>
                    </a:lnTo>
                    <a:lnTo>
                      <a:pt x="48" y="118"/>
                    </a:lnTo>
                    <a:lnTo>
                      <a:pt x="50" y="118"/>
                    </a:lnTo>
                    <a:lnTo>
                      <a:pt x="50" y="118"/>
                    </a:lnTo>
                    <a:lnTo>
                      <a:pt x="50" y="118"/>
                    </a:lnTo>
                    <a:lnTo>
                      <a:pt x="50" y="118"/>
                    </a:lnTo>
                    <a:lnTo>
                      <a:pt x="53" y="118"/>
                    </a:lnTo>
                    <a:lnTo>
                      <a:pt x="53" y="118"/>
                    </a:lnTo>
                    <a:lnTo>
                      <a:pt x="53" y="118"/>
                    </a:lnTo>
                    <a:lnTo>
                      <a:pt x="53" y="118"/>
                    </a:lnTo>
                    <a:lnTo>
                      <a:pt x="50" y="118"/>
                    </a:lnTo>
                    <a:lnTo>
                      <a:pt x="50" y="116"/>
                    </a:lnTo>
                    <a:lnTo>
                      <a:pt x="50" y="116"/>
                    </a:lnTo>
                    <a:lnTo>
                      <a:pt x="50" y="116"/>
                    </a:lnTo>
                    <a:lnTo>
                      <a:pt x="50" y="116"/>
                    </a:lnTo>
                    <a:lnTo>
                      <a:pt x="48" y="116"/>
                    </a:lnTo>
                    <a:lnTo>
                      <a:pt x="48" y="113"/>
                    </a:lnTo>
                    <a:lnTo>
                      <a:pt x="48" y="113"/>
                    </a:lnTo>
                    <a:lnTo>
                      <a:pt x="48" y="113"/>
                    </a:lnTo>
                    <a:lnTo>
                      <a:pt x="45" y="113"/>
                    </a:lnTo>
                    <a:lnTo>
                      <a:pt x="45" y="111"/>
                    </a:lnTo>
                    <a:lnTo>
                      <a:pt x="48" y="111"/>
                    </a:lnTo>
                    <a:lnTo>
                      <a:pt x="48" y="111"/>
                    </a:lnTo>
                    <a:lnTo>
                      <a:pt x="48" y="111"/>
                    </a:lnTo>
                    <a:lnTo>
                      <a:pt x="48" y="111"/>
                    </a:lnTo>
                    <a:lnTo>
                      <a:pt x="50" y="111"/>
                    </a:lnTo>
                    <a:lnTo>
                      <a:pt x="50" y="111"/>
                    </a:lnTo>
                    <a:lnTo>
                      <a:pt x="50" y="113"/>
                    </a:lnTo>
                    <a:lnTo>
                      <a:pt x="50" y="113"/>
                    </a:lnTo>
                    <a:lnTo>
                      <a:pt x="50" y="113"/>
                    </a:lnTo>
                    <a:lnTo>
                      <a:pt x="53" y="113"/>
                    </a:lnTo>
                    <a:lnTo>
                      <a:pt x="53" y="113"/>
                    </a:lnTo>
                    <a:lnTo>
                      <a:pt x="53" y="113"/>
                    </a:lnTo>
                    <a:lnTo>
                      <a:pt x="53" y="111"/>
                    </a:lnTo>
                    <a:lnTo>
                      <a:pt x="53" y="111"/>
                    </a:lnTo>
                    <a:lnTo>
                      <a:pt x="53" y="111"/>
                    </a:lnTo>
                    <a:lnTo>
                      <a:pt x="55" y="111"/>
                    </a:lnTo>
                    <a:lnTo>
                      <a:pt x="55" y="111"/>
                    </a:lnTo>
                    <a:lnTo>
                      <a:pt x="55" y="111"/>
                    </a:lnTo>
                    <a:lnTo>
                      <a:pt x="57" y="111"/>
                    </a:lnTo>
                    <a:lnTo>
                      <a:pt x="57" y="111"/>
                    </a:lnTo>
                    <a:lnTo>
                      <a:pt x="57" y="111"/>
                    </a:lnTo>
                    <a:lnTo>
                      <a:pt x="57" y="111"/>
                    </a:lnTo>
                    <a:lnTo>
                      <a:pt x="57" y="109"/>
                    </a:lnTo>
                    <a:lnTo>
                      <a:pt x="57" y="109"/>
                    </a:lnTo>
                    <a:lnTo>
                      <a:pt x="60" y="109"/>
                    </a:lnTo>
                    <a:lnTo>
                      <a:pt x="60" y="109"/>
                    </a:lnTo>
                    <a:lnTo>
                      <a:pt x="60" y="109"/>
                    </a:lnTo>
                    <a:lnTo>
                      <a:pt x="60" y="109"/>
                    </a:lnTo>
                    <a:lnTo>
                      <a:pt x="62" y="109"/>
                    </a:lnTo>
                    <a:lnTo>
                      <a:pt x="62" y="109"/>
                    </a:lnTo>
                    <a:lnTo>
                      <a:pt x="62" y="109"/>
                    </a:lnTo>
                    <a:lnTo>
                      <a:pt x="62" y="109"/>
                    </a:lnTo>
                    <a:lnTo>
                      <a:pt x="64" y="109"/>
                    </a:lnTo>
                    <a:lnTo>
                      <a:pt x="64" y="109"/>
                    </a:lnTo>
                    <a:lnTo>
                      <a:pt x="64" y="109"/>
                    </a:lnTo>
                    <a:lnTo>
                      <a:pt x="64" y="109"/>
                    </a:lnTo>
                    <a:lnTo>
                      <a:pt x="67" y="109"/>
                    </a:lnTo>
                    <a:lnTo>
                      <a:pt x="67" y="109"/>
                    </a:lnTo>
                    <a:lnTo>
                      <a:pt x="67" y="111"/>
                    </a:lnTo>
                    <a:lnTo>
                      <a:pt x="67" y="111"/>
                    </a:lnTo>
                    <a:lnTo>
                      <a:pt x="69" y="111"/>
                    </a:lnTo>
                    <a:lnTo>
                      <a:pt x="69" y="111"/>
                    </a:lnTo>
                    <a:lnTo>
                      <a:pt x="69" y="111"/>
                    </a:lnTo>
                    <a:lnTo>
                      <a:pt x="69" y="111"/>
                    </a:lnTo>
                    <a:lnTo>
                      <a:pt x="69" y="113"/>
                    </a:lnTo>
                    <a:lnTo>
                      <a:pt x="71" y="113"/>
                    </a:lnTo>
                    <a:lnTo>
                      <a:pt x="71" y="113"/>
                    </a:lnTo>
                    <a:lnTo>
                      <a:pt x="71" y="113"/>
                    </a:lnTo>
                    <a:lnTo>
                      <a:pt x="71" y="113"/>
                    </a:lnTo>
                    <a:lnTo>
                      <a:pt x="71" y="113"/>
                    </a:lnTo>
                    <a:lnTo>
                      <a:pt x="71" y="113"/>
                    </a:lnTo>
                    <a:lnTo>
                      <a:pt x="74" y="113"/>
                    </a:lnTo>
                    <a:lnTo>
                      <a:pt x="74" y="116"/>
                    </a:lnTo>
                    <a:lnTo>
                      <a:pt x="74" y="116"/>
                    </a:lnTo>
                    <a:lnTo>
                      <a:pt x="74" y="118"/>
                    </a:lnTo>
                    <a:lnTo>
                      <a:pt x="74" y="118"/>
                    </a:lnTo>
                    <a:lnTo>
                      <a:pt x="74" y="120"/>
                    </a:lnTo>
                    <a:lnTo>
                      <a:pt x="74" y="120"/>
                    </a:lnTo>
                    <a:lnTo>
                      <a:pt x="71" y="120"/>
                    </a:lnTo>
                    <a:lnTo>
                      <a:pt x="71" y="120"/>
                    </a:lnTo>
                    <a:lnTo>
                      <a:pt x="71" y="123"/>
                    </a:lnTo>
                    <a:lnTo>
                      <a:pt x="71" y="123"/>
                    </a:lnTo>
                    <a:lnTo>
                      <a:pt x="74" y="123"/>
                    </a:lnTo>
                    <a:lnTo>
                      <a:pt x="74" y="123"/>
                    </a:lnTo>
                    <a:lnTo>
                      <a:pt x="74" y="123"/>
                    </a:lnTo>
                    <a:lnTo>
                      <a:pt x="76" y="123"/>
                    </a:lnTo>
                    <a:lnTo>
                      <a:pt x="76" y="123"/>
                    </a:lnTo>
                    <a:lnTo>
                      <a:pt x="76" y="123"/>
                    </a:lnTo>
                    <a:lnTo>
                      <a:pt x="76" y="120"/>
                    </a:lnTo>
                    <a:lnTo>
                      <a:pt x="76" y="120"/>
                    </a:lnTo>
                    <a:lnTo>
                      <a:pt x="76" y="120"/>
                    </a:lnTo>
                    <a:lnTo>
                      <a:pt x="76" y="120"/>
                    </a:lnTo>
                    <a:lnTo>
                      <a:pt x="76" y="118"/>
                    </a:lnTo>
                    <a:lnTo>
                      <a:pt x="74" y="118"/>
                    </a:lnTo>
                    <a:lnTo>
                      <a:pt x="74" y="118"/>
                    </a:lnTo>
                    <a:lnTo>
                      <a:pt x="74" y="118"/>
                    </a:lnTo>
                    <a:lnTo>
                      <a:pt x="74" y="116"/>
                    </a:lnTo>
                    <a:lnTo>
                      <a:pt x="74" y="116"/>
                    </a:lnTo>
                    <a:lnTo>
                      <a:pt x="76" y="116"/>
                    </a:lnTo>
                    <a:lnTo>
                      <a:pt x="76" y="116"/>
                    </a:lnTo>
                    <a:lnTo>
                      <a:pt x="76" y="113"/>
                    </a:lnTo>
                    <a:lnTo>
                      <a:pt x="76" y="113"/>
                    </a:lnTo>
                    <a:lnTo>
                      <a:pt x="76" y="113"/>
                    </a:lnTo>
                    <a:lnTo>
                      <a:pt x="79" y="113"/>
                    </a:lnTo>
                    <a:lnTo>
                      <a:pt x="79" y="113"/>
                    </a:lnTo>
                    <a:lnTo>
                      <a:pt x="79" y="113"/>
                    </a:lnTo>
                    <a:lnTo>
                      <a:pt x="79" y="116"/>
                    </a:lnTo>
                    <a:lnTo>
                      <a:pt x="79" y="116"/>
                    </a:lnTo>
                    <a:lnTo>
                      <a:pt x="79" y="116"/>
                    </a:lnTo>
                    <a:lnTo>
                      <a:pt x="79" y="118"/>
                    </a:lnTo>
                    <a:lnTo>
                      <a:pt x="81" y="118"/>
                    </a:lnTo>
                    <a:lnTo>
                      <a:pt x="81" y="118"/>
                    </a:lnTo>
                    <a:lnTo>
                      <a:pt x="83" y="118"/>
                    </a:lnTo>
                    <a:lnTo>
                      <a:pt x="83" y="116"/>
                    </a:lnTo>
                    <a:lnTo>
                      <a:pt x="83" y="116"/>
                    </a:lnTo>
                    <a:lnTo>
                      <a:pt x="83" y="116"/>
                    </a:lnTo>
                    <a:lnTo>
                      <a:pt x="83" y="118"/>
                    </a:lnTo>
                    <a:lnTo>
                      <a:pt x="86" y="118"/>
                    </a:lnTo>
                    <a:lnTo>
                      <a:pt x="86" y="118"/>
                    </a:lnTo>
                    <a:lnTo>
                      <a:pt x="86" y="118"/>
                    </a:lnTo>
                    <a:lnTo>
                      <a:pt x="86" y="118"/>
                    </a:lnTo>
                    <a:lnTo>
                      <a:pt x="86" y="120"/>
                    </a:lnTo>
                    <a:lnTo>
                      <a:pt x="88" y="120"/>
                    </a:lnTo>
                    <a:lnTo>
                      <a:pt x="88" y="118"/>
                    </a:lnTo>
                    <a:lnTo>
                      <a:pt x="88" y="118"/>
                    </a:lnTo>
                    <a:lnTo>
                      <a:pt x="88" y="118"/>
                    </a:lnTo>
                    <a:lnTo>
                      <a:pt x="90" y="118"/>
                    </a:lnTo>
                    <a:lnTo>
                      <a:pt x="90" y="118"/>
                    </a:lnTo>
                    <a:lnTo>
                      <a:pt x="90" y="120"/>
                    </a:lnTo>
                    <a:lnTo>
                      <a:pt x="90" y="120"/>
                    </a:lnTo>
                    <a:lnTo>
                      <a:pt x="90" y="120"/>
                    </a:lnTo>
                    <a:lnTo>
                      <a:pt x="90" y="120"/>
                    </a:lnTo>
                    <a:lnTo>
                      <a:pt x="90" y="120"/>
                    </a:lnTo>
                    <a:lnTo>
                      <a:pt x="90" y="123"/>
                    </a:lnTo>
                    <a:lnTo>
                      <a:pt x="93" y="123"/>
                    </a:lnTo>
                    <a:lnTo>
                      <a:pt x="93" y="123"/>
                    </a:lnTo>
                    <a:lnTo>
                      <a:pt x="93" y="12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1" name="Rectangle 89"/>
              <p:cNvSpPr>
                <a:spLocks noChangeArrowheads="1"/>
              </p:cNvSpPr>
              <p:nvPr/>
            </p:nvSpPr>
            <p:spPr bwMode="auto">
              <a:xfrm>
                <a:off x="2261" y="2123"/>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2" name="Rectangle 90"/>
              <p:cNvSpPr>
                <a:spLocks noChangeArrowheads="1"/>
              </p:cNvSpPr>
              <p:nvPr/>
            </p:nvSpPr>
            <p:spPr bwMode="auto">
              <a:xfrm>
                <a:off x="2261" y="2123"/>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3" name="Freeform 91"/>
              <p:cNvSpPr>
                <a:spLocks/>
              </p:cNvSpPr>
              <p:nvPr/>
            </p:nvSpPr>
            <p:spPr bwMode="auto">
              <a:xfrm>
                <a:off x="2137" y="1817"/>
                <a:ext cx="311" cy="337"/>
              </a:xfrm>
              <a:custGeom>
                <a:avLst/>
                <a:gdLst/>
                <a:ahLst/>
                <a:cxnLst>
                  <a:cxn ang="0">
                    <a:pos x="114" y="292"/>
                  </a:cxn>
                  <a:cxn ang="0">
                    <a:pos x="93" y="296"/>
                  </a:cxn>
                  <a:cxn ang="0">
                    <a:pos x="74" y="296"/>
                  </a:cxn>
                  <a:cxn ang="0">
                    <a:pos x="55" y="299"/>
                  </a:cxn>
                  <a:cxn ang="0">
                    <a:pos x="34" y="299"/>
                  </a:cxn>
                  <a:cxn ang="0">
                    <a:pos x="17" y="303"/>
                  </a:cxn>
                  <a:cxn ang="0">
                    <a:pos x="19" y="277"/>
                  </a:cxn>
                  <a:cxn ang="0">
                    <a:pos x="34" y="263"/>
                  </a:cxn>
                  <a:cxn ang="0">
                    <a:pos x="50" y="254"/>
                  </a:cxn>
                  <a:cxn ang="0">
                    <a:pos x="43" y="239"/>
                  </a:cxn>
                  <a:cxn ang="0">
                    <a:pos x="36" y="218"/>
                  </a:cxn>
                  <a:cxn ang="0">
                    <a:pos x="17" y="206"/>
                  </a:cxn>
                  <a:cxn ang="0">
                    <a:pos x="5" y="187"/>
                  </a:cxn>
                  <a:cxn ang="0">
                    <a:pos x="15" y="185"/>
                  </a:cxn>
                  <a:cxn ang="0">
                    <a:pos x="36" y="192"/>
                  </a:cxn>
                  <a:cxn ang="0">
                    <a:pos x="60" y="190"/>
                  </a:cxn>
                  <a:cxn ang="0">
                    <a:pos x="81" y="187"/>
                  </a:cxn>
                  <a:cxn ang="0">
                    <a:pos x="105" y="183"/>
                  </a:cxn>
                  <a:cxn ang="0">
                    <a:pos x="116" y="171"/>
                  </a:cxn>
                  <a:cxn ang="0">
                    <a:pos x="124" y="147"/>
                  </a:cxn>
                  <a:cxn ang="0">
                    <a:pos x="145" y="142"/>
                  </a:cxn>
                  <a:cxn ang="0">
                    <a:pos x="154" y="133"/>
                  </a:cxn>
                  <a:cxn ang="0">
                    <a:pos x="171" y="135"/>
                  </a:cxn>
                  <a:cxn ang="0">
                    <a:pos x="180" y="119"/>
                  </a:cxn>
                  <a:cxn ang="0">
                    <a:pos x="187" y="97"/>
                  </a:cxn>
                  <a:cxn ang="0">
                    <a:pos x="202" y="88"/>
                  </a:cxn>
                  <a:cxn ang="0">
                    <a:pos x="197" y="74"/>
                  </a:cxn>
                  <a:cxn ang="0">
                    <a:pos x="221" y="71"/>
                  </a:cxn>
                  <a:cxn ang="0">
                    <a:pos x="225" y="52"/>
                  </a:cxn>
                  <a:cxn ang="0">
                    <a:pos x="230" y="36"/>
                  </a:cxn>
                  <a:cxn ang="0">
                    <a:pos x="225" y="19"/>
                  </a:cxn>
                  <a:cxn ang="0">
                    <a:pos x="240" y="10"/>
                  </a:cxn>
                  <a:cxn ang="0">
                    <a:pos x="258" y="2"/>
                  </a:cxn>
                  <a:cxn ang="0">
                    <a:pos x="277" y="2"/>
                  </a:cxn>
                  <a:cxn ang="0">
                    <a:pos x="263" y="10"/>
                  </a:cxn>
                  <a:cxn ang="0">
                    <a:pos x="251" y="26"/>
                  </a:cxn>
                  <a:cxn ang="0">
                    <a:pos x="268" y="33"/>
                  </a:cxn>
                  <a:cxn ang="0">
                    <a:pos x="282" y="45"/>
                  </a:cxn>
                  <a:cxn ang="0">
                    <a:pos x="270" y="62"/>
                  </a:cxn>
                  <a:cxn ang="0">
                    <a:pos x="275" y="88"/>
                  </a:cxn>
                  <a:cxn ang="0">
                    <a:pos x="285" y="102"/>
                  </a:cxn>
                  <a:cxn ang="0">
                    <a:pos x="296" y="111"/>
                  </a:cxn>
                  <a:cxn ang="0">
                    <a:pos x="311" y="121"/>
                  </a:cxn>
                  <a:cxn ang="0">
                    <a:pos x="294" y="133"/>
                  </a:cxn>
                  <a:cxn ang="0">
                    <a:pos x="292" y="152"/>
                  </a:cxn>
                  <a:cxn ang="0">
                    <a:pos x="282" y="171"/>
                  </a:cxn>
                  <a:cxn ang="0">
                    <a:pos x="266" y="185"/>
                  </a:cxn>
                  <a:cxn ang="0">
                    <a:pos x="254" y="204"/>
                  </a:cxn>
                  <a:cxn ang="0">
                    <a:pos x="242" y="220"/>
                  </a:cxn>
                  <a:cxn ang="0">
                    <a:pos x="223" y="230"/>
                  </a:cxn>
                  <a:cxn ang="0">
                    <a:pos x="204" y="228"/>
                  </a:cxn>
                  <a:cxn ang="0">
                    <a:pos x="192" y="244"/>
                  </a:cxn>
                  <a:cxn ang="0">
                    <a:pos x="192" y="261"/>
                  </a:cxn>
                  <a:cxn ang="0">
                    <a:pos x="199" y="280"/>
                  </a:cxn>
                  <a:cxn ang="0">
                    <a:pos x="211" y="296"/>
                  </a:cxn>
                  <a:cxn ang="0">
                    <a:pos x="218" y="318"/>
                  </a:cxn>
                  <a:cxn ang="0">
                    <a:pos x="204" y="320"/>
                  </a:cxn>
                  <a:cxn ang="0">
                    <a:pos x="183" y="322"/>
                  </a:cxn>
                  <a:cxn ang="0">
                    <a:pos x="166" y="327"/>
                  </a:cxn>
                  <a:cxn ang="0">
                    <a:pos x="157" y="332"/>
                  </a:cxn>
                  <a:cxn ang="0">
                    <a:pos x="140" y="329"/>
                  </a:cxn>
                  <a:cxn ang="0">
                    <a:pos x="131" y="308"/>
                  </a:cxn>
                </a:cxnLst>
                <a:rect l="0" t="0" r="r" b="b"/>
                <a:pathLst>
                  <a:path w="311" h="337">
                    <a:moveTo>
                      <a:pt x="124" y="306"/>
                    </a:moveTo>
                    <a:lnTo>
                      <a:pt x="124" y="306"/>
                    </a:lnTo>
                    <a:lnTo>
                      <a:pt x="124" y="306"/>
                    </a:lnTo>
                    <a:lnTo>
                      <a:pt x="124" y="303"/>
                    </a:lnTo>
                    <a:lnTo>
                      <a:pt x="124" y="303"/>
                    </a:lnTo>
                    <a:lnTo>
                      <a:pt x="124" y="301"/>
                    </a:lnTo>
                    <a:lnTo>
                      <a:pt x="124" y="301"/>
                    </a:lnTo>
                    <a:lnTo>
                      <a:pt x="124" y="299"/>
                    </a:lnTo>
                    <a:lnTo>
                      <a:pt x="126" y="299"/>
                    </a:lnTo>
                    <a:lnTo>
                      <a:pt x="126" y="299"/>
                    </a:lnTo>
                    <a:lnTo>
                      <a:pt x="126" y="299"/>
                    </a:lnTo>
                    <a:lnTo>
                      <a:pt x="124" y="299"/>
                    </a:lnTo>
                    <a:lnTo>
                      <a:pt x="124" y="296"/>
                    </a:lnTo>
                    <a:lnTo>
                      <a:pt x="124" y="296"/>
                    </a:lnTo>
                    <a:lnTo>
                      <a:pt x="124" y="296"/>
                    </a:lnTo>
                    <a:lnTo>
                      <a:pt x="124" y="296"/>
                    </a:lnTo>
                    <a:lnTo>
                      <a:pt x="124" y="294"/>
                    </a:lnTo>
                    <a:lnTo>
                      <a:pt x="121" y="294"/>
                    </a:lnTo>
                    <a:lnTo>
                      <a:pt x="121" y="294"/>
                    </a:lnTo>
                    <a:lnTo>
                      <a:pt x="121" y="294"/>
                    </a:lnTo>
                    <a:lnTo>
                      <a:pt x="119" y="294"/>
                    </a:lnTo>
                    <a:lnTo>
                      <a:pt x="119" y="292"/>
                    </a:lnTo>
                    <a:lnTo>
                      <a:pt x="119" y="292"/>
                    </a:lnTo>
                    <a:lnTo>
                      <a:pt x="119" y="292"/>
                    </a:lnTo>
                    <a:lnTo>
                      <a:pt x="116" y="292"/>
                    </a:lnTo>
                    <a:lnTo>
                      <a:pt x="116" y="292"/>
                    </a:lnTo>
                    <a:lnTo>
                      <a:pt x="116" y="292"/>
                    </a:lnTo>
                    <a:lnTo>
                      <a:pt x="116" y="292"/>
                    </a:lnTo>
                    <a:lnTo>
                      <a:pt x="114" y="292"/>
                    </a:lnTo>
                    <a:lnTo>
                      <a:pt x="114" y="292"/>
                    </a:lnTo>
                    <a:lnTo>
                      <a:pt x="114" y="292"/>
                    </a:lnTo>
                    <a:lnTo>
                      <a:pt x="112" y="292"/>
                    </a:lnTo>
                    <a:lnTo>
                      <a:pt x="112" y="292"/>
                    </a:lnTo>
                    <a:lnTo>
                      <a:pt x="112" y="292"/>
                    </a:lnTo>
                    <a:lnTo>
                      <a:pt x="109" y="292"/>
                    </a:lnTo>
                    <a:lnTo>
                      <a:pt x="109" y="294"/>
                    </a:lnTo>
                    <a:lnTo>
                      <a:pt x="109" y="294"/>
                    </a:lnTo>
                    <a:lnTo>
                      <a:pt x="109" y="294"/>
                    </a:lnTo>
                    <a:lnTo>
                      <a:pt x="107" y="294"/>
                    </a:lnTo>
                    <a:lnTo>
                      <a:pt x="107" y="292"/>
                    </a:lnTo>
                    <a:lnTo>
                      <a:pt x="107" y="292"/>
                    </a:lnTo>
                    <a:lnTo>
                      <a:pt x="107" y="294"/>
                    </a:lnTo>
                    <a:lnTo>
                      <a:pt x="105" y="294"/>
                    </a:lnTo>
                    <a:lnTo>
                      <a:pt x="105" y="294"/>
                    </a:lnTo>
                    <a:lnTo>
                      <a:pt x="105" y="294"/>
                    </a:lnTo>
                    <a:lnTo>
                      <a:pt x="105" y="294"/>
                    </a:lnTo>
                    <a:lnTo>
                      <a:pt x="102" y="294"/>
                    </a:lnTo>
                    <a:lnTo>
                      <a:pt x="102" y="294"/>
                    </a:lnTo>
                    <a:lnTo>
                      <a:pt x="102" y="294"/>
                    </a:lnTo>
                    <a:lnTo>
                      <a:pt x="100" y="294"/>
                    </a:lnTo>
                    <a:lnTo>
                      <a:pt x="100" y="294"/>
                    </a:lnTo>
                    <a:lnTo>
                      <a:pt x="98" y="294"/>
                    </a:lnTo>
                    <a:lnTo>
                      <a:pt x="98" y="294"/>
                    </a:lnTo>
                    <a:lnTo>
                      <a:pt x="98" y="294"/>
                    </a:lnTo>
                    <a:lnTo>
                      <a:pt x="98" y="294"/>
                    </a:lnTo>
                    <a:lnTo>
                      <a:pt x="95" y="294"/>
                    </a:lnTo>
                    <a:lnTo>
                      <a:pt x="95" y="294"/>
                    </a:lnTo>
                    <a:lnTo>
                      <a:pt x="93" y="294"/>
                    </a:lnTo>
                    <a:lnTo>
                      <a:pt x="93" y="294"/>
                    </a:lnTo>
                    <a:lnTo>
                      <a:pt x="93" y="296"/>
                    </a:lnTo>
                    <a:lnTo>
                      <a:pt x="93" y="296"/>
                    </a:lnTo>
                    <a:lnTo>
                      <a:pt x="93" y="296"/>
                    </a:lnTo>
                    <a:lnTo>
                      <a:pt x="90" y="296"/>
                    </a:lnTo>
                    <a:lnTo>
                      <a:pt x="90" y="296"/>
                    </a:lnTo>
                    <a:lnTo>
                      <a:pt x="90" y="296"/>
                    </a:lnTo>
                    <a:lnTo>
                      <a:pt x="88" y="296"/>
                    </a:lnTo>
                    <a:lnTo>
                      <a:pt x="88" y="296"/>
                    </a:lnTo>
                    <a:lnTo>
                      <a:pt x="86" y="296"/>
                    </a:lnTo>
                    <a:lnTo>
                      <a:pt x="86" y="296"/>
                    </a:lnTo>
                    <a:lnTo>
                      <a:pt x="86" y="296"/>
                    </a:lnTo>
                    <a:lnTo>
                      <a:pt x="83" y="296"/>
                    </a:lnTo>
                    <a:lnTo>
                      <a:pt x="83" y="296"/>
                    </a:lnTo>
                    <a:lnTo>
                      <a:pt x="83" y="296"/>
                    </a:lnTo>
                    <a:lnTo>
                      <a:pt x="83" y="296"/>
                    </a:lnTo>
                    <a:lnTo>
                      <a:pt x="81" y="296"/>
                    </a:lnTo>
                    <a:lnTo>
                      <a:pt x="81" y="299"/>
                    </a:lnTo>
                    <a:lnTo>
                      <a:pt x="83" y="299"/>
                    </a:lnTo>
                    <a:lnTo>
                      <a:pt x="83" y="299"/>
                    </a:lnTo>
                    <a:lnTo>
                      <a:pt x="83" y="299"/>
                    </a:lnTo>
                    <a:lnTo>
                      <a:pt x="81" y="299"/>
                    </a:lnTo>
                    <a:lnTo>
                      <a:pt x="81" y="299"/>
                    </a:lnTo>
                    <a:lnTo>
                      <a:pt x="79" y="299"/>
                    </a:lnTo>
                    <a:lnTo>
                      <a:pt x="79" y="299"/>
                    </a:lnTo>
                    <a:lnTo>
                      <a:pt x="79" y="299"/>
                    </a:lnTo>
                    <a:lnTo>
                      <a:pt x="79" y="299"/>
                    </a:lnTo>
                    <a:lnTo>
                      <a:pt x="79" y="296"/>
                    </a:lnTo>
                    <a:lnTo>
                      <a:pt x="79" y="296"/>
                    </a:lnTo>
                    <a:lnTo>
                      <a:pt x="79" y="299"/>
                    </a:lnTo>
                    <a:lnTo>
                      <a:pt x="76" y="299"/>
                    </a:lnTo>
                    <a:lnTo>
                      <a:pt x="76" y="299"/>
                    </a:lnTo>
                    <a:lnTo>
                      <a:pt x="76" y="299"/>
                    </a:lnTo>
                    <a:lnTo>
                      <a:pt x="76" y="296"/>
                    </a:lnTo>
                    <a:lnTo>
                      <a:pt x="74" y="296"/>
                    </a:lnTo>
                    <a:lnTo>
                      <a:pt x="74" y="296"/>
                    </a:lnTo>
                    <a:lnTo>
                      <a:pt x="74" y="296"/>
                    </a:lnTo>
                    <a:lnTo>
                      <a:pt x="72" y="296"/>
                    </a:lnTo>
                    <a:lnTo>
                      <a:pt x="72" y="296"/>
                    </a:lnTo>
                    <a:lnTo>
                      <a:pt x="72" y="296"/>
                    </a:lnTo>
                    <a:lnTo>
                      <a:pt x="69" y="296"/>
                    </a:lnTo>
                    <a:lnTo>
                      <a:pt x="69" y="296"/>
                    </a:lnTo>
                    <a:lnTo>
                      <a:pt x="69" y="296"/>
                    </a:lnTo>
                    <a:lnTo>
                      <a:pt x="69" y="294"/>
                    </a:lnTo>
                    <a:lnTo>
                      <a:pt x="67" y="294"/>
                    </a:lnTo>
                    <a:lnTo>
                      <a:pt x="67" y="294"/>
                    </a:lnTo>
                    <a:lnTo>
                      <a:pt x="64" y="294"/>
                    </a:lnTo>
                    <a:lnTo>
                      <a:pt x="64" y="294"/>
                    </a:lnTo>
                    <a:lnTo>
                      <a:pt x="64" y="294"/>
                    </a:lnTo>
                    <a:lnTo>
                      <a:pt x="62" y="294"/>
                    </a:lnTo>
                    <a:lnTo>
                      <a:pt x="62" y="294"/>
                    </a:lnTo>
                    <a:lnTo>
                      <a:pt x="62" y="294"/>
                    </a:lnTo>
                    <a:lnTo>
                      <a:pt x="62" y="294"/>
                    </a:lnTo>
                    <a:lnTo>
                      <a:pt x="60" y="294"/>
                    </a:lnTo>
                    <a:lnTo>
                      <a:pt x="60" y="294"/>
                    </a:lnTo>
                    <a:lnTo>
                      <a:pt x="60" y="294"/>
                    </a:lnTo>
                    <a:lnTo>
                      <a:pt x="57" y="294"/>
                    </a:lnTo>
                    <a:lnTo>
                      <a:pt x="57" y="294"/>
                    </a:lnTo>
                    <a:lnTo>
                      <a:pt x="57" y="296"/>
                    </a:lnTo>
                    <a:lnTo>
                      <a:pt x="57" y="296"/>
                    </a:lnTo>
                    <a:lnTo>
                      <a:pt x="57" y="296"/>
                    </a:lnTo>
                    <a:lnTo>
                      <a:pt x="57" y="296"/>
                    </a:lnTo>
                    <a:lnTo>
                      <a:pt x="57" y="299"/>
                    </a:lnTo>
                    <a:lnTo>
                      <a:pt x="57" y="299"/>
                    </a:lnTo>
                    <a:lnTo>
                      <a:pt x="57" y="299"/>
                    </a:lnTo>
                    <a:lnTo>
                      <a:pt x="55" y="299"/>
                    </a:lnTo>
                    <a:lnTo>
                      <a:pt x="55" y="299"/>
                    </a:lnTo>
                    <a:lnTo>
                      <a:pt x="55" y="299"/>
                    </a:lnTo>
                    <a:lnTo>
                      <a:pt x="53" y="299"/>
                    </a:lnTo>
                    <a:lnTo>
                      <a:pt x="53" y="299"/>
                    </a:lnTo>
                    <a:lnTo>
                      <a:pt x="53" y="299"/>
                    </a:lnTo>
                    <a:lnTo>
                      <a:pt x="50" y="299"/>
                    </a:lnTo>
                    <a:lnTo>
                      <a:pt x="50" y="299"/>
                    </a:lnTo>
                    <a:lnTo>
                      <a:pt x="50" y="299"/>
                    </a:lnTo>
                    <a:lnTo>
                      <a:pt x="50" y="296"/>
                    </a:lnTo>
                    <a:lnTo>
                      <a:pt x="48" y="296"/>
                    </a:lnTo>
                    <a:lnTo>
                      <a:pt x="48" y="299"/>
                    </a:lnTo>
                    <a:lnTo>
                      <a:pt x="48" y="299"/>
                    </a:lnTo>
                    <a:lnTo>
                      <a:pt x="45" y="299"/>
                    </a:lnTo>
                    <a:lnTo>
                      <a:pt x="45" y="299"/>
                    </a:lnTo>
                    <a:lnTo>
                      <a:pt x="45" y="299"/>
                    </a:lnTo>
                    <a:lnTo>
                      <a:pt x="43" y="299"/>
                    </a:lnTo>
                    <a:lnTo>
                      <a:pt x="43" y="299"/>
                    </a:lnTo>
                    <a:lnTo>
                      <a:pt x="43" y="299"/>
                    </a:lnTo>
                    <a:lnTo>
                      <a:pt x="41" y="299"/>
                    </a:lnTo>
                    <a:lnTo>
                      <a:pt x="41" y="299"/>
                    </a:lnTo>
                    <a:lnTo>
                      <a:pt x="41" y="296"/>
                    </a:lnTo>
                    <a:lnTo>
                      <a:pt x="38" y="296"/>
                    </a:lnTo>
                    <a:lnTo>
                      <a:pt x="38" y="296"/>
                    </a:lnTo>
                    <a:lnTo>
                      <a:pt x="38" y="296"/>
                    </a:lnTo>
                    <a:lnTo>
                      <a:pt x="36" y="296"/>
                    </a:lnTo>
                    <a:lnTo>
                      <a:pt x="36" y="296"/>
                    </a:lnTo>
                    <a:lnTo>
                      <a:pt x="36" y="296"/>
                    </a:lnTo>
                    <a:lnTo>
                      <a:pt x="36" y="299"/>
                    </a:lnTo>
                    <a:lnTo>
                      <a:pt x="34" y="299"/>
                    </a:lnTo>
                    <a:lnTo>
                      <a:pt x="34" y="299"/>
                    </a:lnTo>
                    <a:lnTo>
                      <a:pt x="34" y="299"/>
                    </a:lnTo>
                    <a:lnTo>
                      <a:pt x="31" y="299"/>
                    </a:lnTo>
                    <a:lnTo>
                      <a:pt x="31" y="299"/>
                    </a:lnTo>
                    <a:lnTo>
                      <a:pt x="34" y="299"/>
                    </a:lnTo>
                    <a:lnTo>
                      <a:pt x="34" y="301"/>
                    </a:lnTo>
                    <a:lnTo>
                      <a:pt x="31" y="301"/>
                    </a:lnTo>
                    <a:lnTo>
                      <a:pt x="31" y="301"/>
                    </a:lnTo>
                    <a:lnTo>
                      <a:pt x="31" y="301"/>
                    </a:lnTo>
                    <a:lnTo>
                      <a:pt x="29" y="301"/>
                    </a:lnTo>
                    <a:lnTo>
                      <a:pt x="29" y="299"/>
                    </a:lnTo>
                    <a:lnTo>
                      <a:pt x="31" y="299"/>
                    </a:lnTo>
                    <a:lnTo>
                      <a:pt x="31" y="299"/>
                    </a:lnTo>
                    <a:lnTo>
                      <a:pt x="29" y="299"/>
                    </a:lnTo>
                    <a:lnTo>
                      <a:pt x="29" y="299"/>
                    </a:lnTo>
                    <a:lnTo>
                      <a:pt x="29" y="299"/>
                    </a:lnTo>
                    <a:lnTo>
                      <a:pt x="29" y="299"/>
                    </a:lnTo>
                    <a:lnTo>
                      <a:pt x="29" y="299"/>
                    </a:lnTo>
                    <a:lnTo>
                      <a:pt x="27" y="299"/>
                    </a:lnTo>
                    <a:lnTo>
                      <a:pt x="27" y="299"/>
                    </a:lnTo>
                    <a:lnTo>
                      <a:pt x="27" y="301"/>
                    </a:lnTo>
                    <a:lnTo>
                      <a:pt x="27" y="301"/>
                    </a:lnTo>
                    <a:lnTo>
                      <a:pt x="24" y="301"/>
                    </a:lnTo>
                    <a:lnTo>
                      <a:pt x="24" y="301"/>
                    </a:lnTo>
                    <a:lnTo>
                      <a:pt x="24" y="301"/>
                    </a:lnTo>
                    <a:lnTo>
                      <a:pt x="22" y="301"/>
                    </a:lnTo>
                    <a:lnTo>
                      <a:pt x="22" y="301"/>
                    </a:lnTo>
                    <a:lnTo>
                      <a:pt x="22" y="301"/>
                    </a:lnTo>
                    <a:lnTo>
                      <a:pt x="22" y="303"/>
                    </a:lnTo>
                    <a:lnTo>
                      <a:pt x="19" y="303"/>
                    </a:lnTo>
                    <a:lnTo>
                      <a:pt x="19" y="303"/>
                    </a:lnTo>
                    <a:lnTo>
                      <a:pt x="19" y="303"/>
                    </a:lnTo>
                    <a:lnTo>
                      <a:pt x="17" y="303"/>
                    </a:lnTo>
                    <a:lnTo>
                      <a:pt x="17" y="301"/>
                    </a:lnTo>
                    <a:lnTo>
                      <a:pt x="17" y="301"/>
                    </a:lnTo>
                    <a:lnTo>
                      <a:pt x="17" y="299"/>
                    </a:lnTo>
                    <a:lnTo>
                      <a:pt x="17" y="299"/>
                    </a:lnTo>
                    <a:lnTo>
                      <a:pt x="17" y="299"/>
                    </a:lnTo>
                    <a:lnTo>
                      <a:pt x="17" y="299"/>
                    </a:lnTo>
                    <a:lnTo>
                      <a:pt x="17" y="299"/>
                    </a:lnTo>
                    <a:lnTo>
                      <a:pt x="17" y="296"/>
                    </a:lnTo>
                    <a:lnTo>
                      <a:pt x="17" y="296"/>
                    </a:lnTo>
                    <a:lnTo>
                      <a:pt x="17" y="296"/>
                    </a:lnTo>
                    <a:lnTo>
                      <a:pt x="17" y="294"/>
                    </a:lnTo>
                    <a:lnTo>
                      <a:pt x="17" y="294"/>
                    </a:lnTo>
                    <a:lnTo>
                      <a:pt x="17" y="292"/>
                    </a:lnTo>
                    <a:lnTo>
                      <a:pt x="17" y="292"/>
                    </a:lnTo>
                    <a:lnTo>
                      <a:pt x="17" y="289"/>
                    </a:lnTo>
                    <a:lnTo>
                      <a:pt x="17" y="289"/>
                    </a:lnTo>
                    <a:lnTo>
                      <a:pt x="17" y="289"/>
                    </a:lnTo>
                    <a:lnTo>
                      <a:pt x="17" y="287"/>
                    </a:lnTo>
                    <a:lnTo>
                      <a:pt x="17" y="287"/>
                    </a:lnTo>
                    <a:lnTo>
                      <a:pt x="17" y="287"/>
                    </a:lnTo>
                    <a:lnTo>
                      <a:pt x="17" y="284"/>
                    </a:lnTo>
                    <a:lnTo>
                      <a:pt x="17" y="284"/>
                    </a:lnTo>
                    <a:lnTo>
                      <a:pt x="17" y="282"/>
                    </a:lnTo>
                    <a:lnTo>
                      <a:pt x="19" y="282"/>
                    </a:lnTo>
                    <a:lnTo>
                      <a:pt x="19" y="282"/>
                    </a:lnTo>
                    <a:lnTo>
                      <a:pt x="19" y="282"/>
                    </a:lnTo>
                    <a:lnTo>
                      <a:pt x="19" y="280"/>
                    </a:lnTo>
                    <a:lnTo>
                      <a:pt x="19" y="280"/>
                    </a:lnTo>
                    <a:lnTo>
                      <a:pt x="19" y="280"/>
                    </a:lnTo>
                    <a:lnTo>
                      <a:pt x="19" y="277"/>
                    </a:lnTo>
                    <a:lnTo>
                      <a:pt x="19" y="277"/>
                    </a:lnTo>
                    <a:lnTo>
                      <a:pt x="19" y="277"/>
                    </a:lnTo>
                    <a:lnTo>
                      <a:pt x="19" y="275"/>
                    </a:lnTo>
                    <a:lnTo>
                      <a:pt x="19" y="275"/>
                    </a:lnTo>
                    <a:lnTo>
                      <a:pt x="19" y="273"/>
                    </a:lnTo>
                    <a:lnTo>
                      <a:pt x="19" y="273"/>
                    </a:lnTo>
                    <a:lnTo>
                      <a:pt x="19" y="270"/>
                    </a:lnTo>
                    <a:lnTo>
                      <a:pt x="22" y="270"/>
                    </a:lnTo>
                    <a:lnTo>
                      <a:pt x="22" y="270"/>
                    </a:lnTo>
                    <a:lnTo>
                      <a:pt x="24" y="270"/>
                    </a:lnTo>
                    <a:lnTo>
                      <a:pt x="24" y="270"/>
                    </a:lnTo>
                    <a:lnTo>
                      <a:pt x="24" y="270"/>
                    </a:lnTo>
                    <a:lnTo>
                      <a:pt x="24" y="270"/>
                    </a:lnTo>
                    <a:lnTo>
                      <a:pt x="24" y="270"/>
                    </a:lnTo>
                    <a:lnTo>
                      <a:pt x="27" y="270"/>
                    </a:lnTo>
                    <a:lnTo>
                      <a:pt x="27" y="270"/>
                    </a:lnTo>
                    <a:lnTo>
                      <a:pt x="27" y="268"/>
                    </a:lnTo>
                    <a:lnTo>
                      <a:pt x="29" y="268"/>
                    </a:lnTo>
                    <a:lnTo>
                      <a:pt x="29" y="268"/>
                    </a:lnTo>
                    <a:lnTo>
                      <a:pt x="29" y="268"/>
                    </a:lnTo>
                    <a:lnTo>
                      <a:pt x="31" y="268"/>
                    </a:lnTo>
                    <a:lnTo>
                      <a:pt x="31" y="268"/>
                    </a:lnTo>
                    <a:lnTo>
                      <a:pt x="29" y="268"/>
                    </a:lnTo>
                    <a:lnTo>
                      <a:pt x="29" y="265"/>
                    </a:lnTo>
                    <a:lnTo>
                      <a:pt x="31" y="265"/>
                    </a:lnTo>
                    <a:lnTo>
                      <a:pt x="31" y="265"/>
                    </a:lnTo>
                    <a:lnTo>
                      <a:pt x="31" y="263"/>
                    </a:lnTo>
                    <a:lnTo>
                      <a:pt x="31" y="263"/>
                    </a:lnTo>
                    <a:lnTo>
                      <a:pt x="31" y="263"/>
                    </a:lnTo>
                    <a:lnTo>
                      <a:pt x="34" y="263"/>
                    </a:lnTo>
                    <a:lnTo>
                      <a:pt x="34" y="263"/>
                    </a:lnTo>
                    <a:lnTo>
                      <a:pt x="34" y="263"/>
                    </a:lnTo>
                    <a:lnTo>
                      <a:pt x="36" y="263"/>
                    </a:lnTo>
                    <a:lnTo>
                      <a:pt x="36" y="263"/>
                    </a:lnTo>
                    <a:lnTo>
                      <a:pt x="36" y="263"/>
                    </a:lnTo>
                    <a:lnTo>
                      <a:pt x="38" y="263"/>
                    </a:lnTo>
                    <a:lnTo>
                      <a:pt x="38" y="261"/>
                    </a:lnTo>
                    <a:lnTo>
                      <a:pt x="38" y="261"/>
                    </a:lnTo>
                    <a:lnTo>
                      <a:pt x="38" y="261"/>
                    </a:lnTo>
                    <a:lnTo>
                      <a:pt x="41" y="261"/>
                    </a:lnTo>
                    <a:lnTo>
                      <a:pt x="41" y="261"/>
                    </a:lnTo>
                    <a:lnTo>
                      <a:pt x="41" y="261"/>
                    </a:lnTo>
                    <a:lnTo>
                      <a:pt x="43" y="261"/>
                    </a:lnTo>
                    <a:lnTo>
                      <a:pt x="43" y="261"/>
                    </a:lnTo>
                    <a:lnTo>
                      <a:pt x="43" y="261"/>
                    </a:lnTo>
                    <a:lnTo>
                      <a:pt x="45" y="261"/>
                    </a:lnTo>
                    <a:lnTo>
                      <a:pt x="45" y="261"/>
                    </a:lnTo>
                    <a:lnTo>
                      <a:pt x="45" y="261"/>
                    </a:lnTo>
                    <a:lnTo>
                      <a:pt x="45" y="261"/>
                    </a:lnTo>
                    <a:lnTo>
                      <a:pt x="48" y="261"/>
                    </a:lnTo>
                    <a:lnTo>
                      <a:pt x="48" y="261"/>
                    </a:lnTo>
                    <a:lnTo>
                      <a:pt x="50" y="261"/>
                    </a:lnTo>
                    <a:lnTo>
                      <a:pt x="50" y="261"/>
                    </a:lnTo>
                    <a:lnTo>
                      <a:pt x="50" y="258"/>
                    </a:lnTo>
                    <a:lnTo>
                      <a:pt x="50" y="258"/>
                    </a:lnTo>
                    <a:lnTo>
                      <a:pt x="50" y="258"/>
                    </a:lnTo>
                    <a:lnTo>
                      <a:pt x="50" y="258"/>
                    </a:lnTo>
                    <a:lnTo>
                      <a:pt x="50" y="256"/>
                    </a:lnTo>
                    <a:lnTo>
                      <a:pt x="50" y="256"/>
                    </a:lnTo>
                    <a:lnTo>
                      <a:pt x="50" y="256"/>
                    </a:lnTo>
                    <a:lnTo>
                      <a:pt x="53" y="256"/>
                    </a:lnTo>
                    <a:lnTo>
                      <a:pt x="53" y="254"/>
                    </a:lnTo>
                    <a:lnTo>
                      <a:pt x="50" y="254"/>
                    </a:lnTo>
                    <a:lnTo>
                      <a:pt x="50" y="254"/>
                    </a:lnTo>
                    <a:lnTo>
                      <a:pt x="50" y="251"/>
                    </a:lnTo>
                    <a:lnTo>
                      <a:pt x="50" y="251"/>
                    </a:lnTo>
                    <a:lnTo>
                      <a:pt x="50" y="249"/>
                    </a:lnTo>
                    <a:lnTo>
                      <a:pt x="53" y="249"/>
                    </a:lnTo>
                    <a:lnTo>
                      <a:pt x="53" y="249"/>
                    </a:lnTo>
                    <a:lnTo>
                      <a:pt x="53" y="249"/>
                    </a:lnTo>
                    <a:lnTo>
                      <a:pt x="53" y="247"/>
                    </a:lnTo>
                    <a:lnTo>
                      <a:pt x="50" y="247"/>
                    </a:lnTo>
                    <a:lnTo>
                      <a:pt x="50" y="247"/>
                    </a:lnTo>
                    <a:lnTo>
                      <a:pt x="50" y="247"/>
                    </a:lnTo>
                    <a:lnTo>
                      <a:pt x="50" y="247"/>
                    </a:lnTo>
                    <a:lnTo>
                      <a:pt x="48" y="247"/>
                    </a:lnTo>
                    <a:lnTo>
                      <a:pt x="48" y="247"/>
                    </a:lnTo>
                    <a:lnTo>
                      <a:pt x="45" y="247"/>
                    </a:lnTo>
                    <a:lnTo>
                      <a:pt x="45" y="247"/>
                    </a:lnTo>
                    <a:lnTo>
                      <a:pt x="45" y="247"/>
                    </a:lnTo>
                    <a:lnTo>
                      <a:pt x="45" y="247"/>
                    </a:lnTo>
                    <a:lnTo>
                      <a:pt x="43" y="247"/>
                    </a:lnTo>
                    <a:lnTo>
                      <a:pt x="43" y="247"/>
                    </a:lnTo>
                    <a:lnTo>
                      <a:pt x="43" y="247"/>
                    </a:lnTo>
                    <a:lnTo>
                      <a:pt x="41" y="247"/>
                    </a:lnTo>
                    <a:lnTo>
                      <a:pt x="41" y="247"/>
                    </a:lnTo>
                    <a:lnTo>
                      <a:pt x="41" y="244"/>
                    </a:lnTo>
                    <a:lnTo>
                      <a:pt x="43" y="244"/>
                    </a:lnTo>
                    <a:lnTo>
                      <a:pt x="43" y="244"/>
                    </a:lnTo>
                    <a:lnTo>
                      <a:pt x="43" y="242"/>
                    </a:lnTo>
                    <a:lnTo>
                      <a:pt x="43" y="242"/>
                    </a:lnTo>
                    <a:lnTo>
                      <a:pt x="43" y="239"/>
                    </a:lnTo>
                    <a:lnTo>
                      <a:pt x="43" y="239"/>
                    </a:lnTo>
                    <a:lnTo>
                      <a:pt x="43" y="239"/>
                    </a:lnTo>
                    <a:lnTo>
                      <a:pt x="43" y="239"/>
                    </a:lnTo>
                    <a:lnTo>
                      <a:pt x="43" y="239"/>
                    </a:lnTo>
                    <a:lnTo>
                      <a:pt x="43" y="237"/>
                    </a:lnTo>
                    <a:lnTo>
                      <a:pt x="43" y="237"/>
                    </a:lnTo>
                    <a:lnTo>
                      <a:pt x="43" y="235"/>
                    </a:lnTo>
                    <a:lnTo>
                      <a:pt x="43" y="235"/>
                    </a:lnTo>
                    <a:lnTo>
                      <a:pt x="43" y="232"/>
                    </a:lnTo>
                    <a:lnTo>
                      <a:pt x="43" y="232"/>
                    </a:lnTo>
                    <a:lnTo>
                      <a:pt x="43" y="230"/>
                    </a:lnTo>
                    <a:lnTo>
                      <a:pt x="41" y="230"/>
                    </a:lnTo>
                    <a:lnTo>
                      <a:pt x="41" y="230"/>
                    </a:lnTo>
                    <a:lnTo>
                      <a:pt x="41" y="230"/>
                    </a:lnTo>
                    <a:lnTo>
                      <a:pt x="41" y="228"/>
                    </a:lnTo>
                    <a:lnTo>
                      <a:pt x="41" y="228"/>
                    </a:lnTo>
                    <a:lnTo>
                      <a:pt x="41" y="225"/>
                    </a:lnTo>
                    <a:lnTo>
                      <a:pt x="41" y="225"/>
                    </a:lnTo>
                    <a:lnTo>
                      <a:pt x="41" y="223"/>
                    </a:lnTo>
                    <a:lnTo>
                      <a:pt x="41" y="223"/>
                    </a:lnTo>
                    <a:lnTo>
                      <a:pt x="41" y="220"/>
                    </a:lnTo>
                    <a:lnTo>
                      <a:pt x="41" y="220"/>
                    </a:lnTo>
                    <a:lnTo>
                      <a:pt x="41" y="220"/>
                    </a:lnTo>
                    <a:lnTo>
                      <a:pt x="41" y="220"/>
                    </a:lnTo>
                    <a:lnTo>
                      <a:pt x="38" y="220"/>
                    </a:lnTo>
                    <a:lnTo>
                      <a:pt x="38" y="220"/>
                    </a:lnTo>
                    <a:lnTo>
                      <a:pt x="38" y="220"/>
                    </a:lnTo>
                    <a:lnTo>
                      <a:pt x="38" y="220"/>
                    </a:lnTo>
                    <a:lnTo>
                      <a:pt x="36" y="220"/>
                    </a:lnTo>
                    <a:lnTo>
                      <a:pt x="36" y="220"/>
                    </a:lnTo>
                    <a:lnTo>
                      <a:pt x="36" y="220"/>
                    </a:lnTo>
                    <a:lnTo>
                      <a:pt x="36" y="218"/>
                    </a:lnTo>
                    <a:lnTo>
                      <a:pt x="36" y="218"/>
                    </a:lnTo>
                    <a:lnTo>
                      <a:pt x="36" y="218"/>
                    </a:lnTo>
                    <a:lnTo>
                      <a:pt x="34" y="218"/>
                    </a:lnTo>
                    <a:lnTo>
                      <a:pt x="34" y="216"/>
                    </a:lnTo>
                    <a:lnTo>
                      <a:pt x="34" y="216"/>
                    </a:lnTo>
                    <a:lnTo>
                      <a:pt x="31" y="216"/>
                    </a:lnTo>
                    <a:lnTo>
                      <a:pt x="31" y="216"/>
                    </a:lnTo>
                    <a:lnTo>
                      <a:pt x="31" y="216"/>
                    </a:lnTo>
                    <a:lnTo>
                      <a:pt x="31" y="216"/>
                    </a:lnTo>
                    <a:lnTo>
                      <a:pt x="29" y="216"/>
                    </a:lnTo>
                    <a:lnTo>
                      <a:pt x="29" y="216"/>
                    </a:lnTo>
                    <a:lnTo>
                      <a:pt x="29" y="213"/>
                    </a:lnTo>
                    <a:lnTo>
                      <a:pt x="29" y="213"/>
                    </a:lnTo>
                    <a:lnTo>
                      <a:pt x="27" y="213"/>
                    </a:lnTo>
                    <a:lnTo>
                      <a:pt x="27" y="213"/>
                    </a:lnTo>
                    <a:lnTo>
                      <a:pt x="24" y="213"/>
                    </a:lnTo>
                    <a:lnTo>
                      <a:pt x="24" y="213"/>
                    </a:lnTo>
                    <a:lnTo>
                      <a:pt x="24" y="213"/>
                    </a:lnTo>
                    <a:lnTo>
                      <a:pt x="24" y="213"/>
                    </a:lnTo>
                    <a:lnTo>
                      <a:pt x="22" y="213"/>
                    </a:lnTo>
                    <a:lnTo>
                      <a:pt x="22" y="211"/>
                    </a:lnTo>
                    <a:lnTo>
                      <a:pt x="22" y="211"/>
                    </a:lnTo>
                    <a:lnTo>
                      <a:pt x="22" y="211"/>
                    </a:lnTo>
                    <a:lnTo>
                      <a:pt x="19" y="211"/>
                    </a:lnTo>
                    <a:lnTo>
                      <a:pt x="19" y="211"/>
                    </a:lnTo>
                    <a:lnTo>
                      <a:pt x="19" y="211"/>
                    </a:lnTo>
                    <a:lnTo>
                      <a:pt x="19" y="211"/>
                    </a:lnTo>
                    <a:lnTo>
                      <a:pt x="19" y="209"/>
                    </a:lnTo>
                    <a:lnTo>
                      <a:pt x="19" y="209"/>
                    </a:lnTo>
                    <a:lnTo>
                      <a:pt x="17" y="209"/>
                    </a:lnTo>
                    <a:lnTo>
                      <a:pt x="17" y="209"/>
                    </a:lnTo>
                    <a:lnTo>
                      <a:pt x="17" y="206"/>
                    </a:lnTo>
                    <a:lnTo>
                      <a:pt x="17" y="206"/>
                    </a:lnTo>
                    <a:lnTo>
                      <a:pt x="17" y="206"/>
                    </a:lnTo>
                    <a:lnTo>
                      <a:pt x="17" y="204"/>
                    </a:lnTo>
                    <a:lnTo>
                      <a:pt x="15" y="204"/>
                    </a:lnTo>
                    <a:lnTo>
                      <a:pt x="15" y="204"/>
                    </a:lnTo>
                    <a:lnTo>
                      <a:pt x="15" y="202"/>
                    </a:lnTo>
                    <a:lnTo>
                      <a:pt x="15" y="202"/>
                    </a:lnTo>
                    <a:lnTo>
                      <a:pt x="15" y="202"/>
                    </a:lnTo>
                    <a:lnTo>
                      <a:pt x="12" y="202"/>
                    </a:lnTo>
                    <a:lnTo>
                      <a:pt x="12" y="199"/>
                    </a:lnTo>
                    <a:lnTo>
                      <a:pt x="12" y="199"/>
                    </a:lnTo>
                    <a:lnTo>
                      <a:pt x="12" y="199"/>
                    </a:lnTo>
                    <a:lnTo>
                      <a:pt x="12" y="199"/>
                    </a:lnTo>
                    <a:lnTo>
                      <a:pt x="12" y="199"/>
                    </a:lnTo>
                    <a:lnTo>
                      <a:pt x="12" y="197"/>
                    </a:lnTo>
                    <a:lnTo>
                      <a:pt x="12" y="197"/>
                    </a:lnTo>
                    <a:lnTo>
                      <a:pt x="10" y="197"/>
                    </a:lnTo>
                    <a:lnTo>
                      <a:pt x="10" y="194"/>
                    </a:lnTo>
                    <a:lnTo>
                      <a:pt x="10" y="194"/>
                    </a:lnTo>
                    <a:lnTo>
                      <a:pt x="10" y="192"/>
                    </a:lnTo>
                    <a:lnTo>
                      <a:pt x="10" y="192"/>
                    </a:lnTo>
                    <a:lnTo>
                      <a:pt x="10" y="192"/>
                    </a:lnTo>
                    <a:lnTo>
                      <a:pt x="10" y="190"/>
                    </a:lnTo>
                    <a:lnTo>
                      <a:pt x="10" y="190"/>
                    </a:lnTo>
                    <a:lnTo>
                      <a:pt x="8" y="190"/>
                    </a:lnTo>
                    <a:lnTo>
                      <a:pt x="8" y="190"/>
                    </a:lnTo>
                    <a:lnTo>
                      <a:pt x="8" y="190"/>
                    </a:lnTo>
                    <a:lnTo>
                      <a:pt x="8" y="190"/>
                    </a:lnTo>
                    <a:lnTo>
                      <a:pt x="5" y="190"/>
                    </a:lnTo>
                    <a:lnTo>
                      <a:pt x="5" y="187"/>
                    </a:lnTo>
                    <a:lnTo>
                      <a:pt x="5" y="187"/>
                    </a:lnTo>
                    <a:lnTo>
                      <a:pt x="5" y="187"/>
                    </a:lnTo>
                    <a:lnTo>
                      <a:pt x="5" y="187"/>
                    </a:lnTo>
                    <a:lnTo>
                      <a:pt x="5" y="185"/>
                    </a:lnTo>
                    <a:lnTo>
                      <a:pt x="5" y="185"/>
                    </a:lnTo>
                    <a:lnTo>
                      <a:pt x="3" y="185"/>
                    </a:lnTo>
                    <a:lnTo>
                      <a:pt x="3" y="183"/>
                    </a:lnTo>
                    <a:lnTo>
                      <a:pt x="3" y="183"/>
                    </a:lnTo>
                    <a:lnTo>
                      <a:pt x="3" y="183"/>
                    </a:lnTo>
                    <a:lnTo>
                      <a:pt x="3" y="183"/>
                    </a:lnTo>
                    <a:lnTo>
                      <a:pt x="3" y="180"/>
                    </a:lnTo>
                    <a:lnTo>
                      <a:pt x="0" y="180"/>
                    </a:lnTo>
                    <a:lnTo>
                      <a:pt x="0" y="180"/>
                    </a:lnTo>
                    <a:lnTo>
                      <a:pt x="3" y="180"/>
                    </a:lnTo>
                    <a:lnTo>
                      <a:pt x="3" y="180"/>
                    </a:lnTo>
                    <a:lnTo>
                      <a:pt x="3" y="180"/>
                    </a:lnTo>
                    <a:lnTo>
                      <a:pt x="3" y="180"/>
                    </a:lnTo>
                    <a:lnTo>
                      <a:pt x="5" y="180"/>
                    </a:lnTo>
                    <a:lnTo>
                      <a:pt x="5" y="180"/>
                    </a:lnTo>
                    <a:lnTo>
                      <a:pt x="5" y="180"/>
                    </a:lnTo>
                    <a:lnTo>
                      <a:pt x="5" y="183"/>
                    </a:lnTo>
                    <a:lnTo>
                      <a:pt x="8" y="183"/>
                    </a:lnTo>
                    <a:lnTo>
                      <a:pt x="8" y="183"/>
                    </a:lnTo>
                    <a:lnTo>
                      <a:pt x="10" y="183"/>
                    </a:lnTo>
                    <a:lnTo>
                      <a:pt x="10" y="183"/>
                    </a:lnTo>
                    <a:lnTo>
                      <a:pt x="10" y="183"/>
                    </a:lnTo>
                    <a:lnTo>
                      <a:pt x="10" y="183"/>
                    </a:lnTo>
                    <a:lnTo>
                      <a:pt x="12" y="183"/>
                    </a:lnTo>
                    <a:lnTo>
                      <a:pt x="12" y="183"/>
                    </a:lnTo>
                    <a:lnTo>
                      <a:pt x="12" y="185"/>
                    </a:lnTo>
                    <a:lnTo>
                      <a:pt x="12" y="185"/>
                    </a:lnTo>
                    <a:lnTo>
                      <a:pt x="15" y="185"/>
                    </a:lnTo>
                    <a:lnTo>
                      <a:pt x="15" y="185"/>
                    </a:lnTo>
                    <a:lnTo>
                      <a:pt x="15" y="185"/>
                    </a:lnTo>
                    <a:lnTo>
                      <a:pt x="17" y="185"/>
                    </a:lnTo>
                    <a:lnTo>
                      <a:pt x="17" y="185"/>
                    </a:lnTo>
                    <a:lnTo>
                      <a:pt x="17" y="185"/>
                    </a:lnTo>
                    <a:lnTo>
                      <a:pt x="17" y="187"/>
                    </a:lnTo>
                    <a:lnTo>
                      <a:pt x="19" y="187"/>
                    </a:lnTo>
                    <a:lnTo>
                      <a:pt x="19" y="187"/>
                    </a:lnTo>
                    <a:lnTo>
                      <a:pt x="19" y="187"/>
                    </a:lnTo>
                    <a:lnTo>
                      <a:pt x="22" y="187"/>
                    </a:lnTo>
                    <a:lnTo>
                      <a:pt x="22" y="187"/>
                    </a:lnTo>
                    <a:lnTo>
                      <a:pt x="22" y="187"/>
                    </a:lnTo>
                    <a:lnTo>
                      <a:pt x="24" y="187"/>
                    </a:lnTo>
                    <a:lnTo>
                      <a:pt x="24" y="187"/>
                    </a:lnTo>
                    <a:lnTo>
                      <a:pt x="24" y="190"/>
                    </a:lnTo>
                    <a:lnTo>
                      <a:pt x="24" y="190"/>
                    </a:lnTo>
                    <a:lnTo>
                      <a:pt x="27" y="190"/>
                    </a:lnTo>
                    <a:lnTo>
                      <a:pt x="27" y="190"/>
                    </a:lnTo>
                    <a:lnTo>
                      <a:pt x="29" y="190"/>
                    </a:lnTo>
                    <a:lnTo>
                      <a:pt x="29" y="190"/>
                    </a:lnTo>
                    <a:lnTo>
                      <a:pt x="29" y="190"/>
                    </a:lnTo>
                    <a:lnTo>
                      <a:pt x="29" y="190"/>
                    </a:lnTo>
                    <a:lnTo>
                      <a:pt x="31" y="190"/>
                    </a:lnTo>
                    <a:lnTo>
                      <a:pt x="31" y="190"/>
                    </a:lnTo>
                    <a:lnTo>
                      <a:pt x="31" y="190"/>
                    </a:lnTo>
                    <a:lnTo>
                      <a:pt x="31" y="190"/>
                    </a:lnTo>
                    <a:lnTo>
                      <a:pt x="34" y="190"/>
                    </a:lnTo>
                    <a:lnTo>
                      <a:pt x="34" y="192"/>
                    </a:lnTo>
                    <a:lnTo>
                      <a:pt x="34" y="192"/>
                    </a:lnTo>
                    <a:lnTo>
                      <a:pt x="36" y="192"/>
                    </a:lnTo>
                    <a:lnTo>
                      <a:pt x="36" y="192"/>
                    </a:lnTo>
                    <a:lnTo>
                      <a:pt x="36" y="190"/>
                    </a:lnTo>
                    <a:lnTo>
                      <a:pt x="36" y="190"/>
                    </a:lnTo>
                    <a:lnTo>
                      <a:pt x="38" y="190"/>
                    </a:lnTo>
                    <a:lnTo>
                      <a:pt x="38" y="190"/>
                    </a:lnTo>
                    <a:lnTo>
                      <a:pt x="38" y="190"/>
                    </a:lnTo>
                    <a:lnTo>
                      <a:pt x="41" y="190"/>
                    </a:lnTo>
                    <a:lnTo>
                      <a:pt x="41" y="190"/>
                    </a:lnTo>
                    <a:lnTo>
                      <a:pt x="43" y="190"/>
                    </a:lnTo>
                    <a:lnTo>
                      <a:pt x="43" y="190"/>
                    </a:lnTo>
                    <a:lnTo>
                      <a:pt x="43" y="190"/>
                    </a:lnTo>
                    <a:lnTo>
                      <a:pt x="45" y="190"/>
                    </a:lnTo>
                    <a:lnTo>
                      <a:pt x="45" y="190"/>
                    </a:lnTo>
                    <a:lnTo>
                      <a:pt x="45" y="190"/>
                    </a:lnTo>
                    <a:lnTo>
                      <a:pt x="45" y="190"/>
                    </a:lnTo>
                    <a:lnTo>
                      <a:pt x="48" y="190"/>
                    </a:lnTo>
                    <a:lnTo>
                      <a:pt x="48" y="190"/>
                    </a:lnTo>
                    <a:lnTo>
                      <a:pt x="50" y="190"/>
                    </a:lnTo>
                    <a:lnTo>
                      <a:pt x="50" y="190"/>
                    </a:lnTo>
                    <a:lnTo>
                      <a:pt x="50" y="190"/>
                    </a:lnTo>
                    <a:lnTo>
                      <a:pt x="53" y="190"/>
                    </a:lnTo>
                    <a:lnTo>
                      <a:pt x="53" y="190"/>
                    </a:lnTo>
                    <a:lnTo>
                      <a:pt x="53" y="190"/>
                    </a:lnTo>
                    <a:lnTo>
                      <a:pt x="55" y="190"/>
                    </a:lnTo>
                    <a:lnTo>
                      <a:pt x="55" y="190"/>
                    </a:lnTo>
                    <a:lnTo>
                      <a:pt x="55" y="190"/>
                    </a:lnTo>
                    <a:lnTo>
                      <a:pt x="57" y="190"/>
                    </a:lnTo>
                    <a:lnTo>
                      <a:pt x="57" y="190"/>
                    </a:lnTo>
                    <a:lnTo>
                      <a:pt x="57" y="190"/>
                    </a:lnTo>
                    <a:lnTo>
                      <a:pt x="60" y="190"/>
                    </a:lnTo>
                    <a:lnTo>
                      <a:pt x="60" y="190"/>
                    </a:lnTo>
                    <a:lnTo>
                      <a:pt x="60" y="190"/>
                    </a:lnTo>
                    <a:lnTo>
                      <a:pt x="62" y="190"/>
                    </a:lnTo>
                    <a:lnTo>
                      <a:pt x="62" y="190"/>
                    </a:lnTo>
                    <a:lnTo>
                      <a:pt x="62" y="190"/>
                    </a:lnTo>
                    <a:lnTo>
                      <a:pt x="64" y="190"/>
                    </a:lnTo>
                    <a:lnTo>
                      <a:pt x="64" y="190"/>
                    </a:lnTo>
                    <a:lnTo>
                      <a:pt x="64" y="190"/>
                    </a:lnTo>
                    <a:lnTo>
                      <a:pt x="64" y="190"/>
                    </a:lnTo>
                    <a:lnTo>
                      <a:pt x="67" y="190"/>
                    </a:lnTo>
                    <a:lnTo>
                      <a:pt x="67" y="190"/>
                    </a:lnTo>
                    <a:lnTo>
                      <a:pt x="69" y="190"/>
                    </a:lnTo>
                    <a:lnTo>
                      <a:pt x="69" y="190"/>
                    </a:lnTo>
                    <a:lnTo>
                      <a:pt x="69" y="192"/>
                    </a:lnTo>
                    <a:lnTo>
                      <a:pt x="69" y="192"/>
                    </a:lnTo>
                    <a:lnTo>
                      <a:pt x="69" y="190"/>
                    </a:lnTo>
                    <a:lnTo>
                      <a:pt x="72" y="190"/>
                    </a:lnTo>
                    <a:lnTo>
                      <a:pt x="72" y="190"/>
                    </a:lnTo>
                    <a:lnTo>
                      <a:pt x="72" y="190"/>
                    </a:lnTo>
                    <a:lnTo>
                      <a:pt x="72" y="190"/>
                    </a:lnTo>
                    <a:lnTo>
                      <a:pt x="72" y="190"/>
                    </a:lnTo>
                    <a:lnTo>
                      <a:pt x="72" y="187"/>
                    </a:lnTo>
                    <a:lnTo>
                      <a:pt x="74" y="187"/>
                    </a:lnTo>
                    <a:lnTo>
                      <a:pt x="74" y="187"/>
                    </a:lnTo>
                    <a:lnTo>
                      <a:pt x="76" y="187"/>
                    </a:lnTo>
                    <a:lnTo>
                      <a:pt x="76" y="187"/>
                    </a:lnTo>
                    <a:lnTo>
                      <a:pt x="76" y="187"/>
                    </a:lnTo>
                    <a:lnTo>
                      <a:pt x="76" y="187"/>
                    </a:lnTo>
                    <a:lnTo>
                      <a:pt x="79" y="187"/>
                    </a:lnTo>
                    <a:lnTo>
                      <a:pt x="79" y="187"/>
                    </a:lnTo>
                    <a:lnTo>
                      <a:pt x="79" y="187"/>
                    </a:lnTo>
                    <a:lnTo>
                      <a:pt x="81" y="187"/>
                    </a:lnTo>
                    <a:lnTo>
                      <a:pt x="81" y="187"/>
                    </a:lnTo>
                    <a:lnTo>
                      <a:pt x="83" y="187"/>
                    </a:lnTo>
                    <a:lnTo>
                      <a:pt x="83" y="187"/>
                    </a:lnTo>
                    <a:lnTo>
                      <a:pt x="83" y="187"/>
                    </a:lnTo>
                    <a:lnTo>
                      <a:pt x="86" y="187"/>
                    </a:lnTo>
                    <a:lnTo>
                      <a:pt x="86" y="187"/>
                    </a:lnTo>
                    <a:lnTo>
                      <a:pt x="86" y="187"/>
                    </a:lnTo>
                    <a:lnTo>
                      <a:pt x="86" y="187"/>
                    </a:lnTo>
                    <a:lnTo>
                      <a:pt x="88" y="187"/>
                    </a:lnTo>
                    <a:lnTo>
                      <a:pt x="88" y="187"/>
                    </a:lnTo>
                    <a:lnTo>
                      <a:pt x="90" y="187"/>
                    </a:lnTo>
                    <a:lnTo>
                      <a:pt x="90" y="187"/>
                    </a:lnTo>
                    <a:lnTo>
                      <a:pt x="90" y="187"/>
                    </a:lnTo>
                    <a:lnTo>
                      <a:pt x="93" y="187"/>
                    </a:lnTo>
                    <a:lnTo>
                      <a:pt x="93" y="187"/>
                    </a:lnTo>
                    <a:lnTo>
                      <a:pt x="93" y="187"/>
                    </a:lnTo>
                    <a:lnTo>
                      <a:pt x="93" y="187"/>
                    </a:lnTo>
                    <a:lnTo>
                      <a:pt x="95" y="187"/>
                    </a:lnTo>
                    <a:lnTo>
                      <a:pt x="95" y="187"/>
                    </a:lnTo>
                    <a:lnTo>
                      <a:pt x="95" y="185"/>
                    </a:lnTo>
                    <a:lnTo>
                      <a:pt x="98" y="185"/>
                    </a:lnTo>
                    <a:lnTo>
                      <a:pt x="98" y="185"/>
                    </a:lnTo>
                    <a:lnTo>
                      <a:pt x="98" y="185"/>
                    </a:lnTo>
                    <a:lnTo>
                      <a:pt x="100" y="185"/>
                    </a:lnTo>
                    <a:lnTo>
                      <a:pt x="100" y="185"/>
                    </a:lnTo>
                    <a:lnTo>
                      <a:pt x="100" y="185"/>
                    </a:lnTo>
                    <a:lnTo>
                      <a:pt x="102" y="185"/>
                    </a:lnTo>
                    <a:lnTo>
                      <a:pt x="102" y="185"/>
                    </a:lnTo>
                    <a:lnTo>
                      <a:pt x="102" y="183"/>
                    </a:lnTo>
                    <a:lnTo>
                      <a:pt x="102" y="183"/>
                    </a:lnTo>
                    <a:lnTo>
                      <a:pt x="105" y="183"/>
                    </a:lnTo>
                    <a:lnTo>
                      <a:pt x="105" y="183"/>
                    </a:lnTo>
                    <a:lnTo>
                      <a:pt x="105" y="183"/>
                    </a:lnTo>
                    <a:lnTo>
                      <a:pt x="105" y="183"/>
                    </a:lnTo>
                    <a:lnTo>
                      <a:pt x="107" y="183"/>
                    </a:lnTo>
                    <a:lnTo>
                      <a:pt x="107" y="183"/>
                    </a:lnTo>
                    <a:lnTo>
                      <a:pt x="109" y="183"/>
                    </a:lnTo>
                    <a:lnTo>
                      <a:pt x="109" y="183"/>
                    </a:lnTo>
                    <a:lnTo>
                      <a:pt x="109" y="180"/>
                    </a:lnTo>
                    <a:lnTo>
                      <a:pt x="109" y="180"/>
                    </a:lnTo>
                    <a:lnTo>
                      <a:pt x="112" y="180"/>
                    </a:lnTo>
                    <a:lnTo>
                      <a:pt x="112" y="180"/>
                    </a:lnTo>
                    <a:lnTo>
                      <a:pt x="112" y="180"/>
                    </a:lnTo>
                    <a:lnTo>
                      <a:pt x="112" y="180"/>
                    </a:lnTo>
                    <a:lnTo>
                      <a:pt x="114" y="180"/>
                    </a:lnTo>
                    <a:lnTo>
                      <a:pt x="114" y="180"/>
                    </a:lnTo>
                    <a:lnTo>
                      <a:pt x="116" y="180"/>
                    </a:lnTo>
                    <a:lnTo>
                      <a:pt x="116" y="180"/>
                    </a:lnTo>
                    <a:lnTo>
                      <a:pt x="116" y="180"/>
                    </a:lnTo>
                    <a:lnTo>
                      <a:pt x="116" y="178"/>
                    </a:lnTo>
                    <a:lnTo>
                      <a:pt x="116" y="178"/>
                    </a:lnTo>
                    <a:lnTo>
                      <a:pt x="116" y="178"/>
                    </a:lnTo>
                    <a:lnTo>
                      <a:pt x="116" y="175"/>
                    </a:lnTo>
                    <a:lnTo>
                      <a:pt x="116" y="175"/>
                    </a:lnTo>
                    <a:lnTo>
                      <a:pt x="116" y="175"/>
                    </a:lnTo>
                    <a:lnTo>
                      <a:pt x="116" y="175"/>
                    </a:lnTo>
                    <a:lnTo>
                      <a:pt x="116" y="173"/>
                    </a:lnTo>
                    <a:lnTo>
                      <a:pt x="116" y="173"/>
                    </a:lnTo>
                    <a:lnTo>
                      <a:pt x="116" y="173"/>
                    </a:lnTo>
                    <a:lnTo>
                      <a:pt x="116" y="171"/>
                    </a:lnTo>
                    <a:lnTo>
                      <a:pt x="116" y="171"/>
                    </a:lnTo>
                    <a:lnTo>
                      <a:pt x="116" y="171"/>
                    </a:lnTo>
                    <a:lnTo>
                      <a:pt x="116" y="171"/>
                    </a:lnTo>
                    <a:lnTo>
                      <a:pt x="116" y="168"/>
                    </a:lnTo>
                    <a:lnTo>
                      <a:pt x="116" y="168"/>
                    </a:lnTo>
                    <a:lnTo>
                      <a:pt x="116" y="166"/>
                    </a:lnTo>
                    <a:lnTo>
                      <a:pt x="116" y="166"/>
                    </a:lnTo>
                    <a:lnTo>
                      <a:pt x="116" y="164"/>
                    </a:lnTo>
                    <a:lnTo>
                      <a:pt x="116" y="164"/>
                    </a:lnTo>
                    <a:lnTo>
                      <a:pt x="116" y="164"/>
                    </a:lnTo>
                    <a:lnTo>
                      <a:pt x="116" y="161"/>
                    </a:lnTo>
                    <a:lnTo>
                      <a:pt x="116" y="161"/>
                    </a:lnTo>
                    <a:lnTo>
                      <a:pt x="116" y="161"/>
                    </a:lnTo>
                    <a:lnTo>
                      <a:pt x="116" y="159"/>
                    </a:lnTo>
                    <a:lnTo>
                      <a:pt x="116" y="159"/>
                    </a:lnTo>
                    <a:lnTo>
                      <a:pt x="116" y="159"/>
                    </a:lnTo>
                    <a:lnTo>
                      <a:pt x="116" y="156"/>
                    </a:lnTo>
                    <a:lnTo>
                      <a:pt x="116" y="156"/>
                    </a:lnTo>
                    <a:lnTo>
                      <a:pt x="116" y="154"/>
                    </a:lnTo>
                    <a:lnTo>
                      <a:pt x="119" y="154"/>
                    </a:lnTo>
                    <a:lnTo>
                      <a:pt x="119" y="154"/>
                    </a:lnTo>
                    <a:lnTo>
                      <a:pt x="119" y="152"/>
                    </a:lnTo>
                    <a:lnTo>
                      <a:pt x="119" y="152"/>
                    </a:lnTo>
                    <a:lnTo>
                      <a:pt x="119" y="152"/>
                    </a:lnTo>
                    <a:lnTo>
                      <a:pt x="119" y="152"/>
                    </a:lnTo>
                    <a:lnTo>
                      <a:pt x="121" y="152"/>
                    </a:lnTo>
                    <a:lnTo>
                      <a:pt x="121" y="152"/>
                    </a:lnTo>
                    <a:lnTo>
                      <a:pt x="121" y="152"/>
                    </a:lnTo>
                    <a:lnTo>
                      <a:pt x="124" y="152"/>
                    </a:lnTo>
                    <a:lnTo>
                      <a:pt x="124" y="152"/>
                    </a:lnTo>
                    <a:lnTo>
                      <a:pt x="124" y="149"/>
                    </a:lnTo>
                    <a:lnTo>
                      <a:pt x="124" y="149"/>
                    </a:lnTo>
                    <a:lnTo>
                      <a:pt x="124" y="149"/>
                    </a:lnTo>
                    <a:lnTo>
                      <a:pt x="124" y="147"/>
                    </a:lnTo>
                    <a:lnTo>
                      <a:pt x="126" y="147"/>
                    </a:lnTo>
                    <a:lnTo>
                      <a:pt x="126" y="147"/>
                    </a:lnTo>
                    <a:lnTo>
                      <a:pt x="126" y="145"/>
                    </a:lnTo>
                    <a:lnTo>
                      <a:pt x="126" y="145"/>
                    </a:lnTo>
                    <a:lnTo>
                      <a:pt x="126" y="145"/>
                    </a:lnTo>
                    <a:lnTo>
                      <a:pt x="126" y="145"/>
                    </a:lnTo>
                    <a:lnTo>
                      <a:pt x="128" y="145"/>
                    </a:lnTo>
                    <a:lnTo>
                      <a:pt x="128" y="142"/>
                    </a:lnTo>
                    <a:lnTo>
                      <a:pt x="128" y="142"/>
                    </a:lnTo>
                    <a:lnTo>
                      <a:pt x="131" y="142"/>
                    </a:lnTo>
                    <a:lnTo>
                      <a:pt x="131" y="142"/>
                    </a:lnTo>
                    <a:lnTo>
                      <a:pt x="131" y="142"/>
                    </a:lnTo>
                    <a:lnTo>
                      <a:pt x="133" y="142"/>
                    </a:lnTo>
                    <a:lnTo>
                      <a:pt x="133" y="145"/>
                    </a:lnTo>
                    <a:lnTo>
                      <a:pt x="133" y="145"/>
                    </a:lnTo>
                    <a:lnTo>
                      <a:pt x="135" y="145"/>
                    </a:lnTo>
                    <a:lnTo>
                      <a:pt x="135" y="145"/>
                    </a:lnTo>
                    <a:lnTo>
                      <a:pt x="135" y="145"/>
                    </a:lnTo>
                    <a:lnTo>
                      <a:pt x="135" y="145"/>
                    </a:lnTo>
                    <a:lnTo>
                      <a:pt x="138" y="145"/>
                    </a:lnTo>
                    <a:lnTo>
                      <a:pt x="138" y="145"/>
                    </a:lnTo>
                    <a:lnTo>
                      <a:pt x="138" y="145"/>
                    </a:lnTo>
                    <a:lnTo>
                      <a:pt x="140" y="145"/>
                    </a:lnTo>
                    <a:lnTo>
                      <a:pt x="140" y="145"/>
                    </a:lnTo>
                    <a:lnTo>
                      <a:pt x="140" y="145"/>
                    </a:lnTo>
                    <a:lnTo>
                      <a:pt x="143" y="145"/>
                    </a:lnTo>
                    <a:lnTo>
                      <a:pt x="143" y="145"/>
                    </a:lnTo>
                    <a:lnTo>
                      <a:pt x="143" y="145"/>
                    </a:lnTo>
                    <a:lnTo>
                      <a:pt x="145" y="145"/>
                    </a:lnTo>
                    <a:lnTo>
                      <a:pt x="145" y="142"/>
                    </a:lnTo>
                    <a:lnTo>
                      <a:pt x="145" y="142"/>
                    </a:lnTo>
                    <a:lnTo>
                      <a:pt x="145" y="142"/>
                    </a:lnTo>
                    <a:lnTo>
                      <a:pt x="147" y="142"/>
                    </a:lnTo>
                    <a:lnTo>
                      <a:pt x="147" y="142"/>
                    </a:lnTo>
                    <a:lnTo>
                      <a:pt x="147" y="142"/>
                    </a:lnTo>
                    <a:lnTo>
                      <a:pt x="150" y="142"/>
                    </a:lnTo>
                    <a:lnTo>
                      <a:pt x="150" y="140"/>
                    </a:lnTo>
                    <a:lnTo>
                      <a:pt x="150" y="140"/>
                    </a:lnTo>
                    <a:lnTo>
                      <a:pt x="147" y="140"/>
                    </a:lnTo>
                    <a:lnTo>
                      <a:pt x="147" y="140"/>
                    </a:lnTo>
                    <a:lnTo>
                      <a:pt x="145" y="140"/>
                    </a:lnTo>
                    <a:lnTo>
                      <a:pt x="145" y="140"/>
                    </a:lnTo>
                    <a:lnTo>
                      <a:pt x="145" y="140"/>
                    </a:lnTo>
                    <a:lnTo>
                      <a:pt x="145" y="140"/>
                    </a:lnTo>
                    <a:lnTo>
                      <a:pt x="145" y="138"/>
                    </a:lnTo>
                    <a:lnTo>
                      <a:pt x="145" y="138"/>
                    </a:lnTo>
                    <a:lnTo>
                      <a:pt x="145" y="138"/>
                    </a:lnTo>
                    <a:lnTo>
                      <a:pt x="145" y="138"/>
                    </a:lnTo>
                    <a:lnTo>
                      <a:pt x="145" y="138"/>
                    </a:lnTo>
                    <a:lnTo>
                      <a:pt x="147" y="138"/>
                    </a:lnTo>
                    <a:lnTo>
                      <a:pt x="147" y="138"/>
                    </a:lnTo>
                    <a:lnTo>
                      <a:pt x="147" y="138"/>
                    </a:lnTo>
                    <a:lnTo>
                      <a:pt x="150" y="138"/>
                    </a:lnTo>
                    <a:lnTo>
                      <a:pt x="150" y="135"/>
                    </a:lnTo>
                    <a:lnTo>
                      <a:pt x="150" y="135"/>
                    </a:lnTo>
                    <a:lnTo>
                      <a:pt x="150" y="135"/>
                    </a:lnTo>
                    <a:lnTo>
                      <a:pt x="150" y="135"/>
                    </a:lnTo>
                    <a:lnTo>
                      <a:pt x="152" y="135"/>
                    </a:lnTo>
                    <a:lnTo>
                      <a:pt x="152" y="135"/>
                    </a:lnTo>
                    <a:lnTo>
                      <a:pt x="152" y="135"/>
                    </a:lnTo>
                    <a:lnTo>
                      <a:pt x="152" y="133"/>
                    </a:lnTo>
                    <a:lnTo>
                      <a:pt x="154" y="133"/>
                    </a:lnTo>
                    <a:lnTo>
                      <a:pt x="154" y="133"/>
                    </a:lnTo>
                    <a:lnTo>
                      <a:pt x="154" y="133"/>
                    </a:lnTo>
                    <a:lnTo>
                      <a:pt x="154" y="130"/>
                    </a:lnTo>
                    <a:lnTo>
                      <a:pt x="157" y="130"/>
                    </a:lnTo>
                    <a:lnTo>
                      <a:pt x="157" y="130"/>
                    </a:lnTo>
                    <a:lnTo>
                      <a:pt x="157" y="130"/>
                    </a:lnTo>
                    <a:lnTo>
                      <a:pt x="157" y="130"/>
                    </a:lnTo>
                    <a:lnTo>
                      <a:pt x="157" y="130"/>
                    </a:lnTo>
                    <a:lnTo>
                      <a:pt x="157" y="130"/>
                    </a:lnTo>
                    <a:lnTo>
                      <a:pt x="159" y="130"/>
                    </a:lnTo>
                    <a:lnTo>
                      <a:pt x="159" y="130"/>
                    </a:lnTo>
                    <a:lnTo>
                      <a:pt x="159" y="130"/>
                    </a:lnTo>
                    <a:lnTo>
                      <a:pt x="159" y="130"/>
                    </a:lnTo>
                    <a:lnTo>
                      <a:pt x="161" y="130"/>
                    </a:lnTo>
                    <a:lnTo>
                      <a:pt x="161" y="130"/>
                    </a:lnTo>
                    <a:lnTo>
                      <a:pt x="164" y="130"/>
                    </a:lnTo>
                    <a:lnTo>
                      <a:pt x="164" y="130"/>
                    </a:lnTo>
                    <a:lnTo>
                      <a:pt x="164" y="130"/>
                    </a:lnTo>
                    <a:lnTo>
                      <a:pt x="164" y="130"/>
                    </a:lnTo>
                    <a:lnTo>
                      <a:pt x="164" y="130"/>
                    </a:lnTo>
                    <a:lnTo>
                      <a:pt x="166" y="130"/>
                    </a:lnTo>
                    <a:lnTo>
                      <a:pt x="166" y="130"/>
                    </a:lnTo>
                    <a:lnTo>
                      <a:pt x="166" y="130"/>
                    </a:lnTo>
                    <a:lnTo>
                      <a:pt x="169" y="130"/>
                    </a:lnTo>
                    <a:lnTo>
                      <a:pt x="169" y="130"/>
                    </a:lnTo>
                    <a:lnTo>
                      <a:pt x="169" y="130"/>
                    </a:lnTo>
                    <a:lnTo>
                      <a:pt x="169" y="133"/>
                    </a:lnTo>
                    <a:lnTo>
                      <a:pt x="169" y="133"/>
                    </a:lnTo>
                    <a:lnTo>
                      <a:pt x="169" y="133"/>
                    </a:lnTo>
                    <a:lnTo>
                      <a:pt x="171" y="133"/>
                    </a:lnTo>
                    <a:lnTo>
                      <a:pt x="171" y="135"/>
                    </a:lnTo>
                    <a:lnTo>
                      <a:pt x="171" y="135"/>
                    </a:lnTo>
                    <a:lnTo>
                      <a:pt x="171" y="135"/>
                    </a:lnTo>
                    <a:lnTo>
                      <a:pt x="171" y="135"/>
                    </a:lnTo>
                    <a:lnTo>
                      <a:pt x="173" y="135"/>
                    </a:lnTo>
                    <a:lnTo>
                      <a:pt x="173" y="135"/>
                    </a:lnTo>
                    <a:lnTo>
                      <a:pt x="173" y="135"/>
                    </a:lnTo>
                    <a:lnTo>
                      <a:pt x="176" y="135"/>
                    </a:lnTo>
                    <a:lnTo>
                      <a:pt x="176" y="135"/>
                    </a:lnTo>
                    <a:lnTo>
                      <a:pt x="176" y="133"/>
                    </a:lnTo>
                    <a:lnTo>
                      <a:pt x="176" y="133"/>
                    </a:lnTo>
                    <a:lnTo>
                      <a:pt x="176" y="133"/>
                    </a:lnTo>
                    <a:lnTo>
                      <a:pt x="178" y="133"/>
                    </a:lnTo>
                    <a:lnTo>
                      <a:pt x="178" y="130"/>
                    </a:lnTo>
                    <a:lnTo>
                      <a:pt x="178" y="130"/>
                    </a:lnTo>
                    <a:lnTo>
                      <a:pt x="178" y="130"/>
                    </a:lnTo>
                    <a:lnTo>
                      <a:pt x="178" y="130"/>
                    </a:lnTo>
                    <a:lnTo>
                      <a:pt x="178" y="130"/>
                    </a:lnTo>
                    <a:lnTo>
                      <a:pt x="178" y="128"/>
                    </a:lnTo>
                    <a:lnTo>
                      <a:pt x="180" y="128"/>
                    </a:lnTo>
                    <a:lnTo>
                      <a:pt x="180" y="128"/>
                    </a:lnTo>
                    <a:lnTo>
                      <a:pt x="180" y="128"/>
                    </a:lnTo>
                    <a:lnTo>
                      <a:pt x="183" y="128"/>
                    </a:lnTo>
                    <a:lnTo>
                      <a:pt x="183" y="126"/>
                    </a:lnTo>
                    <a:lnTo>
                      <a:pt x="180" y="126"/>
                    </a:lnTo>
                    <a:lnTo>
                      <a:pt x="180" y="126"/>
                    </a:lnTo>
                    <a:lnTo>
                      <a:pt x="180" y="123"/>
                    </a:lnTo>
                    <a:lnTo>
                      <a:pt x="180" y="123"/>
                    </a:lnTo>
                    <a:lnTo>
                      <a:pt x="180" y="121"/>
                    </a:lnTo>
                    <a:lnTo>
                      <a:pt x="180" y="121"/>
                    </a:lnTo>
                    <a:lnTo>
                      <a:pt x="180" y="121"/>
                    </a:lnTo>
                    <a:lnTo>
                      <a:pt x="180" y="119"/>
                    </a:lnTo>
                    <a:lnTo>
                      <a:pt x="180" y="119"/>
                    </a:lnTo>
                    <a:lnTo>
                      <a:pt x="180" y="116"/>
                    </a:lnTo>
                    <a:lnTo>
                      <a:pt x="180" y="116"/>
                    </a:lnTo>
                    <a:lnTo>
                      <a:pt x="180" y="116"/>
                    </a:lnTo>
                    <a:lnTo>
                      <a:pt x="180" y="114"/>
                    </a:lnTo>
                    <a:lnTo>
                      <a:pt x="180" y="114"/>
                    </a:lnTo>
                    <a:lnTo>
                      <a:pt x="180" y="111"/>
                    </a:lnTo>
                    <a:lnTo>
                      <a:pt x="180" y="111"/>
                    </a:lnTo>
                    <a:lnTo>
                      <a:pt x="180" y="111"/>
                    </a:lnTo>
                    <a:lnTo>
                      <a:pt x="183" y="111"/>
                    </a:lnTo>
                    <a:lnTo>
                      <a:pt x="183" y="111"/>
                    </a:lnTo>
                    <a:lnTo>
                      <a:pt x="183" y="111"/>
                    </a:lnTo>
                    <a:lnTo>
                      <a:pt x="183" y="111"/>
                    </a:lnTo>
                    <a:lnTo>
                      <a:pt x="183" y="109"/>
                    </a:lnTo>
                    <a:lnTo>
                      <a:pt x="185" y="109"/>
                    </a:lnTo>
                    <a:lnTo>
                      <a:pt x="185" y="109"/>
                    </a:lnTo>
                    <a:lnTo>
                      <a:pt x="185" y="107"/>
                    </a:lnTo>
                    <a:lnTo>
                      <a:pt x="183" y="107"/>
                    </a:lnTo>
                    <a:lnTo>
                      <a:pt x="183" y="107"/>
                    </a:lnTo>
                    <a:lnTo>
                      <a:pt x="183" y="104"/>
                    </a:lnTo>
                    <a:lnTo>
                      <a:pt x="183" y="104"/>
                    </a:lnTo>
                    <a:lnTo>
                      <a:pt x="185" y="104"/>
                    </a:lnTo>
                    <a:lnTo>
                      <a:pt x="185" y="104"/>
                    </a:lnTo>
                    <a:lnTo>
                      <a:pt x="185" y="102"/>
                    </a:lnTo>
                    <a:lnTo>
                      <a:pt x="185" y="102"/>
                    </a:lnTo>
                    <a:lnTo>
                      <a:pt x="185" y="102"/>
                    </a:lnTo>
                    <a:lnTo>
                      <a:pt x="185" y="100"/>
                    </a:lnTo>
                    <a:lnTo>
                      <a:pt x="185" y="100"/>
                    </a:lnTo>
                    <a:lnTo>
                      <a:pt x="185" y="100"/>
                    </a:lnTo>
                    <a:lnTo>
                      <a:pt x="185" y="97"/>
                    </a:lnTo>
                    <a:lnTo>
                      <a:pt x="187" y="97"/>
                    </a:lnTo>
                    <a:lnTo>
                      <a:pt x="187" y="97"/>
                    </a:lnTo>
                    <a:lnTo>
                      <a:pt x="190" y="97"/>
                    </a:lnTo>
                    <a:lnTo>
                      <a:pt x="190" y="97"/>
                    </a:lnTo>
                    <a:lnTo>
                      <a:pt x="190" y="97"/>
                    </a:lnTo>
                    <a:lnTo>
                      <a:pt x="190" y="97"/>
                    </a:lnTo>
                    <a:lnTo>
                      <a:pt x="192" y="97"/>
                    </a:lnTo>
                    <a:lnTo>
                      <a:pt x="192" y="97"/>
                    </a:lnTo>
                    <a:lnTo>
                      <a:pt x="192" y="97"/>
                    </a:lnTo>
                    <a:lnTo>
                      <a:pt x="192" y="97"/>
                    </a:lnTo>
                    <a:lnTo>
                      <a:pt x="195" y="97"/>
                    </a:lnTo>
                    <a:lnTo>
                      <a:pt x="195" y="97"/>
                    </a:lnTo>
                    <a:lnTo>
                      <a:pt x="195" y="97"/>
                    </a:lnTo>
                    <a:lnTo>
                      <a:pt x="197" y="97"/>
                    </a:lnTo>
                    <a:lnTo>
                      <a:pt x="197" y="95"/>
                    </a:lnTo>
                    <a:lnTo>
                      <a:pt x="197" y="95"/>
                    </a:lnTo>
                    <a:lnTo>
                      <a:pt x="197" y="95"/>
                    </a:lnTo>
                    <a:lnTo>
                      <a:pt x="197" y="95"/>
                    </a:lnTo>
                    <a:lnTo>
                      <a:pt x="199" y="95"/>
                    </a:lnTo>
                    <a:lnTo>
                      <a:pt x="199" y="95"/>
                    </a:lnTo>
                    <a:lnTo>
                      <a:pt x="199" y="92"/>
                    </a:lnTo>
                    <a:lnTo>
                      <a:pt x="199" y="92"/>
                    </a:lnTo>
                    <a:lnTo>
                      <a:pt x="202" y="92"/>
                    </a:lnTo>
                    <a:lnTo>
                      <a:pt x="202" y="92"/>
                    </a:lnTo>
                    <a:lnTo>
                      <a:pt x="202" y="92"/>
                    </a:lnTo>
                    <a:lnTo>
                      <a:pt x="202" y="92"/>
                    </a:lnTo>
                    <a:lnTo>
                      <a:pt x="204" y="92"/>
                    </a:lnTo>
                    <a:lnTo>
                      <a:pt x="204" y="90"/>
                    </a:lnTo>
                    <a:lnTo>
                      <a:pt x="202" y="90"/>
                    </a:lnTo>
                    <a:lnTo>
                      <a:pt x="202" y="90"/>
                    </a:lnTo>
                    <a:lnTo>
                      <a:pt x="202" y="90"/>
                    </a:lnTo>
                    <a:lnTo>
                      <a:pt x="202" y="88"/>
                    </a:lnTo>
                    <a:lnTo>
                      <a:pt x="199" y="88"/>
                    </a:lnTo>
                    <a:lnTo>
                      <a:pt x="199" y="88"/>
                    </a:lnTo>
                    <a:lnTo>
                      <a:pt x="199" y="88"/>
                    </a:lnTo>
                    <a:lnTo>
                      <a:pt x="199" y="85"/>
                    </a:lnTo>
                    <a:lnTo>
                      <a:pt x="199" y="85"/>
                    </a:lnTo>
                    <a:lnTo>
                      <a:pt x="199" y="85"/>
                    </a:lnTo>
                    <a:lnTo>
                      <a:pt x="199" y="83"/>
                    </a:lnTo>
                    <a:lnTo>
                      <a:pt x="199" y="83"/>
                    </a:lnTo>
                    <a:lnTo>
                      <a:pt x="199" y="83"/>
                    </a:lnTo>
                    <a:lnTo>
                      <a:pt x="199" y="81"/>
                    </a:lnTo>
                    <a:lnTo>
                      <a:pt x="199" y="81"/>
                    </a:lnTo>
                    <a:lnTo>
                      <a:pt x="197" y="81"/>
                    </a:lnTo>
                    <a:lnTo>
                      <a:pt x="197" y="81"/>
                    </a:lnTo>
                    <a:lnTo>
                      <a:pt x="197" y="81"/>
                    </a:lnTo>
                    <a:lnTo>
                      <a:pt x="197" y="81"/>
                    </a:lnTo>
                    <a:lnTo>
                      <a:pt x="195" y="81"/>
                    </a:lnTo>
                    <a:lnTo>
                      <a:pt x="195" y="81"/>
                    </a:lnTo>
                    <a:lnTo>
                      <a:pt x="195" y="78"/>
                    </a:lnTo>
                    <a:lnTo>
                      <a:pt x="195" y="78"/>
                    </a:lnTo>
                    <a:lnTo>
                      <a:pt x="195" y="78"/>
                    </a:lnTo>
                    <a:lnTo>
                      <a:pt x="195" y="76"/>
                    </a:lnTo>
                    <a:lnTo>
                      <a:pt x="192" y="76"/>
                    </a:lnTo>
                    <a:lnTo>
                      <a:pt x="192" y="76"/>
                    </a:lnTo>
                    <a:lnTo>
                      <a:pt x="192" y="74"/>
                    </a:lnTo>
                    <a:lnTo>
                      <a:pt x="195" y="74"/>
                    </a:lnTo>
                    <a:lnTo>
                      <a:pt x="195" y="74"/>
                    </a:lnTo>
                    <a:lnTo>
                      <a:pt x="195" y="74"/>
                    </a:lnTo>
                    <a:lnTo>
                      <a:pt x="197" y="74"/>
                    </a:lnTo>
                    <a:lnTo>
                      <a:pt x="197" y="74"/>
                    </a:lnTo>
                    <a:lnTo>
                      <a:pt x="197" y="74"/>
                    </a:lnTo>
                    <a:lnTo>
                      <a:pt x="197" y="74"/>
                    </a:lnTo>
                    <a:lnTo>
                      <a:pt x="199" y="74"/>
                    </a:lnTo>
                    <a:lnTo>
                      <a:pt x="199" y="74"/>
                    </a:lnTo>
                    <a:lnTo>
                      <a:pt x="199" y="74"/>
                    </a:lnTo>
                    <a:lnTo>
                      <a:pt x="199" y="76"/>
                    </a:lnTo>
                    <a:lnTo>
                      <a:pt x="202" y="76"/>
                    </a:lnTo>
                    <a:lnTo>
                      <a:pt x="202" y="76"/>
                    </a:lnTo>
                    <a:lnTo>
                      <a:pt x="204" y="76"/>
                    </a:lnTo>
                    <a:lnTo>
                      <a:pt x="204" y="76"/>
                    </a:lnTo>
                    <a:lnTo>
                      <a:pt x="204" y="76"/>
                    </a:lnTo>
                    <a:lnTo>
                      <a:pt x="206" y="76"/>
                    </a:lnTo>
                    <a:lnTo>
                      <a:pt x="206" y="76"/>
                    </a:lnTo>
                    <a:lnTo>
                      <a:pt x="209" y="76"/>
                    </a:lnTo>
                    <a:lnTo>
                      <a:pt x="209" y="76"/>
                    </a:lnTo>
                    <a:lnTo>
                      <a:pt x="209" y="76"/>
                    </a:lnTo>
                    <a:lnTo>
                      <a:pt x="211" y="76"/>
                    </a:lnTo>
                    <a:lnTo>
                      <a:pt x="211" y="76"/>
                    </a:lnTo>
                    <a:lnTo>
                      <a:pt x="211" y="76"/>
                    </a:lnTo>
                    <a:lnTo>
                      <a:pt x="214" y="76"/>
                    </a:lnTo>
                    <a:lnTo>
                      <a:pt x="214" y="76"/>
                    </a:lnTo>
                    <a:lnTo>
                      <a:pt x="214" y="74"/>
                    </a:lnTo>
                    <a:lnTo>
                      <a:pt x="216" y="74"/>
                    </a:lnTo>
                    <a:lnTo>
                      <a:pt x="216" y="74"/>
                    </a:lnTo>
                    <a:lnTo>
                      <a:pt x="216" y="74"/>
                    </a:lnTo>
                    <a:lnTo>
                      <a:pt x="216" y="74"/>
                    </a:lnTo>
                    <a:lnTo>
                      <a:pt x="218" y="74"/>
                    </a:lnTo>
                    <a:lnTo>
                      <a:pt x="218" y="74"/>
                    </a:lnTo>
                    <a:lnTo>
                      <a:pt x="218" y="74"/>
                    </a:lnTo>
                    <a:lnTo>
                      <a:pt x="218" y="71"/>
                    </a:lnTo>
                    <a:lnTo>
                      <a:pt x="218" y="71"/>
                    </a:lnTo>
                    <a:lnTo>
                      <a:pt x="221" y="71"/>
                    </a:lnTo>
                    <a:lnTo>
                      <a:pt x="221" y="71"/>
                    </a:lnTo>
                    <a:lnTo>
                      <a:pt x="221" y="69"/>
                    </a:lnTo>
                    <a:lnTo>
                      <a:pt x="221" y="69"/>
                    </a:lnTo>
                    <a:lnTo>
                      <a:pt x="221" y="66"/>
                    </a:lnTo>
                    <a:lnTo>
                      <a:pt x="221" y="66"/>
                    </a:lnTo>
                    <a:lnTo>
                      <a:pt x="221" y="66"/>
                    </a:lnTo>
                    <a:lnTo>
                      <a:pt x="221" y="64"/>
                    </a:lnTo>
                    <a:lnTo>
                      <a:pt x="221" y="64"/>
                    </a:lnTo>
                    <a:lnTo>
                      <a:pt x="218" y="64"/>
                    </a:lnTo>
                    <a:lnTo>
                      <a:pt x="218" y="64"/>
                    </a:lnTo>
                    <a:lnTo>
                      <a:pt x="218" y="64"/>
                    </a:lnTo>
                    <a:lnTo>
                      <a:pt x="218" y="62"/>
                    </a:lnTo>
                    <a:lnTo>
                      <a:pt x="218" y="62"/>
                    </a:lnTo>
                    <a:lnTo>
                      <a:pt x="218" y="62"/>
                    </a:lnTo>
                    <a:lnTo>
                      <a:pt x="218" y="62"/>
                    </a:lnTo>
                    <a:lnTo>
                      <a:pt x="218" y="59"/>
                    </a:lnTo>
                    <a:lnTo>
                      <a:pt x="218" y="59"/>
                    </a:lnTo>
                    <a:lnTo>
                      <a:pt x="218" y="59"/>
                    </a:lnTo>
                    <a:lnTo>
                      <a:pt x="218" y="59"/>
                    </a:lnTo>
                    <a:lnTo>
                      <a:pt x="218" y="57"/>
                    </a:lnTo>
                    <a:lnTo>
                      <a:pt x="218" y="57"/>
                    </a:lnTo>
                    <a:lnTo>
                      <a:pt x="221" y="57"/>
                    </a:lnTo>
                    <a:lnTo>
                      <a:pt x="221" y="57"/>
                    </a:lnTo>
                    <a:lnTo>
                      <a:pt x="221" y="55"/>
                    </a:lnTo>
                    <a:lnTo>
                      <a:pt x="223" y="55"/>
                    </a:lnTo>
                    <a:lnTo>
                      <a:pt x="223" y="55"/>
                    </a:lnTo>
                    <a:lnTo>
                      <a:pt x="223" y="55"/>
                    </a:lnTo>
                    <a:lnTo>
                      <a:pt x="223" y="55"/>
                    </a:lnTo>
                    <a:lnTo>
                      <a:pt x="223" y="52"/>
                    </a:lnTo>
                    <a:lnTo>
                      <a:pt x="223" y="52"/>
                    </a:lnTo>
                    <a:lnTo>
                      <a:pt x="225" y="52"/>
                    </a:lnTo>
                    <a:lnTo>
                      <a:pt x="225" y="52"/>
                    </a:lnTo>
                    <a:lnTo>
                      <a:pt x="225" y="52"/>
                    </a:lnTo>
                    <a:lnTo>
                      <a:pt x="225" y="52"/>
                    </a:lnTo>
                    <a:lnTo>
                      <a:pt x="225" y="50"/>
                    </a:lnTo>
                    <a:lnTo>
                      <a:pt x="228" y="50"/>
                    </a:lnTo>
                    <a:lnTo>
                      <a:pt x="228" y="50"/>
                    </a:lnTo>
                    <a:lnTo>
                      <a:pt x="228" y="50"/>
                    </a:lnTo>
                    <a:lnTo>
                      <a:pt x="230" y="50"/>
                    </a:lnTo>
                    <a:lnTo>
                      <a:pt x="230" y="47"/>
                    </a:lnTo>
                    <a:lnTo>
                      <a:pt x="230" y="47"/>
                    </a:lnTo>
                    <a:lnTo>
                      <a:pt x="230" y="45"/>
                    </a:lnTo>
                    <a:lnTo>
                      <a:pt x="230" y="45"/>
                    </a:lnTo>
                    <a:lnTo>
                      <a:pt x="230" y="45"/>
                    </a:lnTo>
                    <a:lnTo>
                      <a:pt x="230" y="45"/>
                    </a:lnTo>
                    <a:lnTo>
                      <a:pt x="232" y="45"/>
                    </a:lnTo>
                    <a:lnTo>
                      <a:pt x="232" y="43"/>
                    </a:lnTo>
                    <a:lnTo>
                      <a:pt x="230" y="43"/>
                    </a:lnTo>
                    <a:lnTo>
                      <a:pt x="230" y="43"/>
                    </a:lnTo>
                    <a:lnTo>
                      <a:pt x="230" y="43"/>
                    </a:lnTo>
                    <a:lnTo>
                      <a:pt x="230" y="43"/>
                    </a:lnTo>
                    <a:lnTo>
                      <a:pt x="230" y="43"/>
                    </a:lnTo>
                    <a:lnTo>
                      <a:pt x="230" y="40"/>
                    </a:lnTo>
                    <a:lnTo>
                      <a:pt x="230" y="40"/>
                    </a:lnTo>
                    <a:lnTo>
                      <a:pt x="230" y="40"/>
                    </a:lnTo>
                    <a:lnTo>
                      <a:pt x="230" y="40"/>
                    </a:lnTo>
                    <a:lnTo>
                      <a:pt x="230" y="38"/>
                    </a:lnTo>
                    <a:lnTo>
                      <a:pt x="232" y="38"/>
                    </a:lnTo>
                    <a:lnTo>
                      <a:pt x="232" y="38"/>
                    </a:lnTo>
                    <a:lnTo>
                      <a:pt x="230" y="38"/>
                    </a:lnTo>
                    <a:lnTo>
                      <a:pt x="230" y="36"/>
                    </a:lnTo>
                    <a:lnTo>
                      <a:pt x="230" y="36"/>
                    </a:lnTo>
                    <a:lnTo>
                      <a:pt x="230" y="36"/>
                    </a:lnTo>
                    <a:lnTo>
                      <a:pt x="230" y="36"/>
                    </a:lnTo>
                    <a:lnTo>
                      <a:pt x="230" y="33"/>
                    </a:lnTo>
                    <a:lnTo>
                      <a:pt x="230" y="33"/>
                    </a:lnTo>
                    <a:lnTo>
                      <a:pt x="230" y="33"/>
                    </a:lnTo>
                    <a:lnTo>
                      <a:pt x="230" y="33"/>
                    </a:lnTo>
                    <a:lnTo>
                      <a:pt x="228" y="33"/>
                    </a:lnTo>
                    <a:lnTo>
                      <a:pt x="228" y="33"/>
                    </a:lnTo>
                    <a:lnTo>
                      <a:pt x="230" y="33"/>
                    </a:lnTo>
                    <a:lnTo>
                      <a:pt x="230" y="31"/>
                    </a:lnTo>
                    <a:lnTo>
                      <a:pt x="230" y="31"/>
                    </a:lnTo>
                    <a:lnTo>
                      <a:pt x="228" y="31"/>
                    </a:lnTo>
                    <a:lnTo>
                      <a:pt x="228" y="29"/>
                    </a:lnTo>
                    <a:lnTo>
                      <a:pt x="228" y="29"/>
                    </a:lnTo>
                    <a:lnTo>
                      <a:pt x="228" y="29"/>
                    </a:lnTo>
                    <a:lnTo>
                      <a:pt x="228" y="26"/>
                    </a:lnTo>
                    <a:lnTo>
                      <a:pt x="225" y="26"/>
                    </a:lnTo>
                    <a:lnTo>
                      <a:pt x="225" y="26"/>
                    </a:lnTo>
                    <a:lnTo>
                      <a:pt x="225" y="26"/>
                    </a:lnTo>
                    <a:lnTo>
                      <a:pt x="225" y="24"/>
                    </a:lnTo>
                    <a:lnTo>
                      <a:pt x="225" y="24"/>
                    </a:lnTo>
                    <a:lnTo>
                      <a:pt x="223" y="24"/>
                    </a:lnTo>
                    <a:lnTo>
                      <a:pt x="223" y="24"/>
                    </a:lnTo>
                    <a:lnTo>
                      <a:pt x="223" y="24"/>
                    </a:lnTo>
                    <a:lnTo>
                      <a:pt x="223" y="24"/>
                    </a:lnTo>
                    <a:lnTo>
                      <a:pt x="223" y="21"/>
                    </a:lnTo>
                    <a:lnTo>
                      <a:pt x="223" y="21"/>
                    </a:lnTo>
                    <a:lnTo>
                      <a:pt x="223" y="21"/>
                    </a:lnTo>
                    <a:lnTo>
                      <a:pt x="223" y="21"/>
                    </a:lnTo>
                    <a:lnTo>
                      <a:pt x="223" y="21"/>
                    </a:lnTo>
                    <a:lnTo>
                      <a:pt x="223" y="19"/>
                    </a:lnTo>
                    <a:lnTo>
                      <a:pt x="225" y="19"/>
                    </a:lnTo>
                    <a:lnTo>
                      <a:pt x="225" y="19"/>
                    </a:lnTo>
                    <a:lnTo>
                      <a:pt x="225" y="19"/>
                    </a:lnTo>
                    <a:lnTo>
                      <a:pt x="225" y="19"/>
                    </a:lnTo>
                    <a:lnTo>
                      <a:pt x="225" y="17"/>
                    </a:lnTo>
                    <a:lnTo>
                      <a:pt x="228" y="17"/>
                    </a:lnTo>
                    <a:lnTo>
                      <a:pt x="228" y="17"/>
                    </a:lnTo>
                    <a:lnTo>
                      <a:pt x="228" y="17"/>
                    </a:lnTo>
                    <a:lnTo>
                      <a:pt x="230" y="17"/>
                    </a:lnTo>
                    <a:lnTo>
                      <a:pt x="230" y="14"/>
                    </a:lnTo>
                    <a:lnTo>
                      <a:pt x="230" y="14"/>
                    </a:lnTo>
                    <a:lnTo>
                      <a:pt x="230" y="14"/>
                    </a:lnTo>
                    <a:lnTo>
                      <a:pt x="230" y="12"/>
                    </a:lnTo>
                    <a:lnTo>
                      <a:pt x="230" y="12"/>
                    </a:lnTo>
                    <a:lnTo>
                      <a:pt x="230" y="12"/>
                    </a:lnTo>
                    <a:lnTo>
                      <a:pt x="232" y="12"/>
                    </a:lnTo>
                    <a:lnTo>
                      <a:pt x="232" y="12"/>
                    </a:lnTo>
                    <a:lnTo>
                      <a:pt x="232" y="12"/>
                    </a:lnTo>
                    <a:lnTo>
                      <a:pt x="232" y="12"/>
                    </a:lnTo>
                    <a:lnTo>
                      <a:pt x="235" y="12"/>
                    </a:lnTo>
                    <a:lnTo>
                      <a:pt x="235" y="14"/>
                    </a:lnTo>
                    <a:lnTo>
                      <a:pt x="235" y="14"/>
                    </a:lnTo>
                    <a:lnTo>
                      <a:pt x="235" y="12"/>
                    </a:lnTo>
                    <a:lnTo>
                      <a:pt x="235" y="12"/>
                    </a:lnTo>
                    <a:lnTo>
                      <a:pt x="235" y="12"/>
                    </a:lnTo>
                    <a:lnTo>
                      <a:pt x="237" y="12"/>
                    </a:lnTo>
                    <a:lnTo>
                      <a:pt x="237" y="12"/>
                    </a:lnTo>
                    <a:lnTo>
                      <a:pt x="237" y="10"/>
                    </a:lnTo>
                    <a:lnTo>
                      <a:pt x="237" y="10"/>
                    </a:lnTo>
                    <a:lnTo>
                      <a:pt x="240" y="10"/>
                    </a:lnTo>
                    <a:lnTo>
                      <a:pt x="240" y="10"/>
                    </a:lnTo>
                    <a:lnTo>
                      <a:pt x="240" y="10"/>
                    </a:lnTo>
                    <a:lnTo>
                      <a:pt x="242" y="10"/>
                    </a:lnTo>
                    <a:lnTo>
                      <a:pt x="242" y="10"/>
                    </a:lnTo>
                    <a:lnTo>
                      <a:pt x="242" y="7"/>
                    </a:lnTo>
                    <a:lnTo>
                      <a:pt x="242" y="7"/>
                    </a:lnTo>
                    <a:lnTo>
                      <a:pt x="242" y="5"/>
                    </a:lnTo>
                    <a:lnTo>
                      <a:pt x="242" y="5"/>
                    </a:lnTo>
                    <a:lnTo>
                      <a:pt x="244" y="5"/>
                    </a:lnTo>
                    <a:lnTo>
                      <a:pt x="244" y="5"/>
                    </a:lnTo>
                    <a:lnTo>
                      <a:pt x="244" y="5"/>
                    </a:lnTo>
                    <a:lnTo>
                      <a:pt x="244" y="5"/>
                    </a:lnTo>
                    <a:lnTo>
                      <a:pt x="247" y="5"/>
                    </a:lnTo>
                    <a:lnTo>
                      <a:pt x="247" y="2"/>
                    </a:lnTo>
                    <a:lnTo>
                      <a:pt x="247" y="2"/>
                    </a:lnTo>
                    <a:lnTo>
                      <a:pt x="247" y="5"/>
                    </a:lnTo>
                    <a:lnTo>
                      <a:pt x="249" y="5"/>
                    </a:lnTo>
                    <a:lnTo>
                      <a:pt x="249" y="2"/>
                    </a:lnTo>
                    <a:lnTo>
                      <a:pt x="249" y="2"/>
                    </a:lnTo>
                    <a:lnTo>
                      <a:pt x="249" y="2"/>
                    </a:lnTo>
                    <a:lnTo>
                      <a:pt x="249" y="2"/>
                    </a:lnTo>
                    <a:lnTo>
                      <a:pt x="251" y="2"/>
                    </a:lnTo>
                    <a:lnTo>
                      <a:pt x="251" y="2"/>
                    </a:lnTo>
                    <a:lnTo>
                      <a:pt x="251" y="2"/>
                    </a:lnTo>
                    <a:lnTo>
                      <a:pt x="254" y="2"/>
                    </a:lnTo>
                    <a:lnTo>
                      <a:pt x="254" y="2"/>
                    </a:lnTo>
                    <a:lnTo>
                      <a:pt x="254" y="2"/>
                    </a:lnTo>
                    <a:lnTo>
                      <a:pt x="254" y="2"/>
                    </a:lnTo>
                    <a:lnTo>
                      <a:pt x="256" y="2"/>
                    </a:lnTo>
                    <a:lnTo>
                      <a:pt x="256" y="2"/>
                    </a:lnTo>
                    <a:lnTo>
                      <a:pt x="256" y="2"/>
                    </a:lnTo>
                    <a:lnTo>
                      <a:pt x="256" y="2"/>
                    </a:lnTo>
                    <a:lnTo>
                      <a:pt x="258" y="2"/>
                    </a:lnTo>
                    <a:lnTo>
                      <a:pt x="258" y="2"/>
                    </a:lnTo>
                    <a:lnTo>
                      <a:pt x="258" y="2"/>
                    </a:lnTo>
                    <a:lnTo>
                      <a:pt x="258" y="2"/>
                    </a:lnTo>
                    <a:lnTo>
                      <a:pt x="258" y="2"/>
                    </a:lnTo>
                    <a:lnTo>
                      <a:pt x="261" y="2"/>
                    </a:lnTo>
                    <a:lnTo>
                      <a:pt x="261" y="2"/>
                    </a:lnTo>
                    <a:lnTo>
                      <a:pt x="263" y="2"/>
                    </a:lnTo>
                    <a:lnTo>
                      <a:pt x="263" y="2"/>
                    </a:lnTo>
                    <a:lnTo>
                      <a:pt x="263" y="2"/>
                    </a:lnTo>
                    <a:lnTo>
                      <a:pt x="266" y="2"/>
                    </a:lnTo>
                    <a:lnTo>
                      <a:pt x="266" y="2"/>
                    </a:lnTo>
                    <a:lnTo>
                      <a:pt x="266" y="2"/>
                    </a:lnTo>
                    <a:lnTo>
                      <a:pt x="268" y="2"/>
                    </a:lnTo>
                    <a:lnTo>
                      <a:pt x="268" y="2"/>
                    </a:lnTo>
                    <a:lnTo>
                      <a:pt x="270" y="2"/>
                    </a:lnTo>
                    <a:lnTo>
                      <a:pt x="270" y="2"/>
                    </a:lnTo>
                    <a:lnTo>
                      <a:pt x="270" y="0"/>
                    </a:lnTo>
                    <a:lnTo>
                      <a:pt x="270" y="0"/>
                    </a:lnTo>
                    <a:lnTo>
                      <a:pt x="270" y="2"/>
                    </a:lnTo>
                    <a:lnTo>
                      <a:pt x="273" y="2"/>
                    </a:lnTo>
                    <a:lnTo>
                      <a:pt x="273" y="2"/>
                    </a:lnTo>
                    <a:lnTo>
                      <a:pt x="273" y="0"/>
                    </a:lnTo>
                    <a:lnTo>
                      <a:pt x="275" y="0"/>
                    </a:lnTo>
                    <a:lnTo>
                      <a:pt x="275" y="0"/>
                    </a:lnTo>
                    <a:lnTo>
                      <a:pt x="275" y="2"/>
                    </a:lnTo>
                    <a:lnTo>
                      <a:pt x="275" y="2"/>
                    </a:lnTo>
                    <a:lnTo>
                      <a:pt x="275" y="2"/>
                    </a:lnTo>
                    <a:lnTo>
                      <a:pt x="277" y="2"/>
                    </a:lnTo>
                    <a:lnTo>
                      <a:pt x="277" y="2"/>
                    </a:lnTo>
                    <a:lnTo>
                      <a:pt x="277" y="2"/>
                    </a:lnTo>
                    <a:lnTo>
                      <a:pt x="277" y="2"/>
                    </a:lnTo>
                    <a:lnTo>
                      <a:pt x="280" y="2"/>
                    </a:lnTo>
                    <a:lnTo>
                      <a:pt x="280" y="5"/>
                    </a:lnTo>
                    <a:lnTo>
                      <a:pt x="277" y="5"/>
                    </a:lnTo>
                    <a:lnTo>
                      <a:pt x="277" y="5"/>
                    </a:lnTo>
                    <a:lnTo>
                      <a:pt x="277" y="5"/>
                    </a:lnTo>
                    <a:lnTo>
                      <a:pt x="277" y="5"/>
                    </a:lnTo>
                    <a:lnTo>
                      <a:pt x="275" y="5"/>
                    </a:lnTo>
                    <a:lnTo>
                      <a:pt x="275" y="5"/>
                    </a:lnTo>
                    <a:lnTo>
                      <a:pt x="275" y="5"/>
                    </a:lnTo>
                    <a:lnTo>
                      <a:pt x="273" y="5"/>
                    </a:lnTo>
                    <a:lnTo>
                      <a:pt x="273" y="5"/>
                    </a:lnTo>
                    <a:lnTo>
                      <a:pt x="270" y="5"/>
                    </a:lnTo>
                    <a:lnTo>
                      <a:pt x="270" y="5"/>
                    </a:lnTo>
                    <a:lnTo>
                      <a:pt x="270" y="5"/>
                    </a:lnTo>
                    <a:lnTo>
                      <a:pt x="270" y="5"/>
                    </a:lnTo>
                    <a:lnTo>
                      <a:pt x="268" y="5"/>
                    </a:lnTo>
                    <a:lnTo>
                      <a:pt x="268" y="5"/>
                    </a:lnTo>
                    <a:lnTo>
                      <a:pt x="268" y="5"/>
                    </a:lnTo>
                    <a:lnTo>
                      <a:pt x="266" y="5"/>
                    </a:lnTo>
                    <a:lnTo>
                      <a:pt x="266" y="5"/>
                    </a:lnTo>
                    <a:lnTo>
                      <a:pt x="266" y="5"/>
                    </a:lnTo>
                    <a:lnTo>
                      <a:pt x="266" y="5"/>
                    </a:lnTo>
                    <a:lnTo>
                      <a:pt x="266" y="5"/>
                    </a:lnTo>
                    <a:lnTo>
                      <a:pt x="263" y="5"/>
                    </a:lnTo>
                    <a:lnTo>
                      <a:pt x="263" y="5"/>
                    </a:lnTo>
                    <a:lnTo>
                      <a:pt x="263" y="5"/>
                    </a:lnTo>
                    <a:lnTo>
                      <a:pt x="263" y="7"/>
                    </a:lnTo>
                    <a:lnTo>
                      <a:pt x="261" y="7"/>
                    </a:lnTo>
                    <a:lnTo>
                      <a:pt x="261" y="7"/>
                    </a:lnTo>
                    <a:lnTo>
                      <a:pt x="263" y="7"/>
                    </a:lnTo>
                    <a:lnTo>
                      <a:pt x="263" y="10"/>
                    </a:lnTo>
                    <a:lnTo>
                      <a:pt x="261" y="10"/>
                    </a:lnTo>
                    <a:lnTo>
                      <a:pt x="261" y="10"/>
                    </a:lnTo>
                    <a:lnTo>
                      <a:pt x="261" y="10"/>
                    </a:lnTo>
                    <a:lnTo>
                      <a:pt x="261" y="12"/>
                    </a:lnTo>
                    <a:lnTo>
                      <a:pt x="258" y="12"/>
                    </a:lnTo>
                    <a:lnTo>
                      <a:pt x="258" y="12"/>
                    </a:lnTo>
                    <a:lnTo>
                      <a:pt x="258" y="12"/>
                    </a:lnTo>
                    <a:lnTo>
                      <a:pt x="258" y="12"/>
                    </a:lnTo>
                    <a:lnTo>
                      <a:pt x="258" y="12"/>
                    </a:lnTo>
                    <a:lnTo>
                      <a:pt x="258" y="14"/>
                    </a:lnTo>
                    <a:lnTo>
                      <a:pt x="256" y="14"/>
                    </a:lnTo>
                    <a:lnTo>
                      <a:pt x="256" y="14"/>
                    </a:lnTo>
                    <a:lnTo>
                      <a:pt x="256" y="14"/>
                    </a:lnTo>
                    <a:lnTo>
                      <a:pt x="256" y="14"/>
                    </a:lnTo>
                    <a:lnTo>
                      <a:pt x="256" y="17"/>
                    </a:lnTo>
                    <a:lnTo>
                      <a:pt x="254" y="17"/>
                    </a:lnTo>
                    <a:lnTo>
                      <a:pt x="254" y="17"/>
                    </a:lnTo>
                    <a:lnTo>
                      <a:pt x="254" y="17"/>
                    </a:lnTo>
                    <a:lnTo>
                      <a:pt x="251" y="17"/>
                    </a:lnTo>
                    <a:lnTo>
                      <a:pt x="251" y="17"/>
                    </a:lnTo>
                    <a:lnTo>
                      <a:pt x="251" y="17"/>
                    </a:lnTo>
                    <a:lnTo>
                      <a:pt x="251" y="19"/>
                    </a:lnTo>
                    <a:lnTo>
                      <a:pt x="251" y="19"/>
                    </a:lnTo>
                    <a:lnTo>
                      <a:pt x="251" y="21"/>
                    </a:lnTo>
                    <a:lnTo>
                      <a:pt x="251" y="21"/>
                    </a:lnTo>
                    <a:lnTo>
                      <a:pt x="251" y="21"/>
                    </a:lnTo>
                    <a:lnTo>
                      <a:pt x="251" y="21"/>
                    </a:lnTo>
                    <a:lnTo>
                      <a:pt x="251" y="24"/>
                    </a:lnTo>
                    <a:lnTo>
                      <a:pt x="251" y="24"/>
                    </a:lnTo>
                    <a:lnTo>
                      <a:pt x="251" y="24"/>
                    </a:lnTo>
                    <a:lnTo>
                      <a:pt x="251" y="26"/>
                    </a:lnTo>
                    <a:lnTo>
                      <a:pt x="251" y="26"/>
                    </a:lnTo>
                    <a:lnTo>
                      <a:pt x="251" y="26"/>
                    </a:lnTo>
                    <a:lnTo>
                      <a:pt x="251" y="29"/>
                    </a:lnTo>
                    <a:lnTo>
                      <a:pt x="251" y="29"/>
                    </a:lnTo>
                    <a:lnTo>
                      <a:pt x="254" y="29"/>
                    </a:lnTo>
                    <a:lnTo>
                      <a:pt x="254" y="29"/>
                    </a:lnTo>
                    <a:lnTo>
                      <a:pt x="256" y="29"/>
                    </a:lnTo>
                    <a:lnTo>
                      <a:pt x="256" y="29"/>
                    </a:lnTo>
                    <a:lnTo>
                      <a:pt x="256" y="26"/>
                    </a:lnTo>
                    <a:lnTo>
                      <a:pt x="256" y="26"/>
                    </a:lnTo>
                    <a:lnTo>
                      <a:pt x="256" y="29"/>
                    </a:lnTo>
                    <a:lnTo>
                      <a:pt x="258" y="29"/>
                    </a:lnTo>
                    <a:lnTo>
                      <a:pt x="258" y="29"/>
                    </a:lnTo>
                    <a:lnTo>
                      <a:pt x="258" y="29"/>
                    </a:lnTo>
                    <a:lnTo>
                      <a:pt x="261" y="29"/>
                    </a:lnTo>
                    <a:lnTo>
                      <a:pt x="261" y="29"/>
                    </a:lnTo>
                    <a:lnTo>
                      <a:pt x="261" y="26"/>
                    </a:lnTo>
                    <a:lnTo>
                      <a:pt x="263" y="26"/>
                    </a:lnTo>
                    <a:lnTo>
                      <a:pt x="263" y="29"/>
                    </a:lnTo>
                    <a:lnTo>
                      <a:pt x="263" y="29"/>
                    </a:lnTo>
                    <a:lnTo>
                      <a:pt x="263" y="29"/>
                    </a:lnTo>
                    <a:lnTo>
                      <a:pt x="263" y="31"/>
                    </a:lnTo>
                    <a:lnTo>
                      <a:pt x="263" y="31"/>
                    </a:lnTo>
                    <a:lnTo>
                      <a:pt x="263" y="31"/>
                    </a:lnTo>
                    <a:lnTo>
                      <a:pt x="263" y="33"/>
                    </a:lnTo>
                    <a:lnTo>
                      <a:pt x="266" y="33"/>
                    </a:lnTo>
                    <a:lnTo>
                      <a:pt x="266" y="33"/>
                    </a:lnTo>
                    <a:lnTo>
                      <a:pt x="266" y="33"/>
                    </a:lnTo>
                    <a:lnTo>
                      <a:pt x="266" y="33"/>
                    </a:lnTo>
                    <a:lnTo>
                      <a:pt x="268" y="33"/>
                    </a:lnTo>
                    <a:lnTo>
                      <a:pt x="268" y="33"/>
                    </a:lnTo>
                    <a:lnTo>
                      <a:pt x="268" y="33"/>
                    </a:lnTo>
                    <a:lnTo>
                      <a:pt x="270" y="33"/>
                    </a:lnTo>
                    <a:lnTo>
                      <a:pt x="270" y="33"/>
                    </a:lnTo>
                    <a:lnTo>
                      <a:pt x="270" y="33"/>
                    </a:lnTo>
                    <a:lnTo>
                      <a:pt x="270" y="36"/>
                    </a:lnTo>
                    <a:lnTo>
                      <a:pt x="273" y="36"/>
                    </a:lnTo>
                    <a:lnTo>
                      <a:pt x="273" y="36"/>
                    </a:lnTo>
                    <a:lnTo>
                      <a:pt x="275" y="36"/>
                    </a:lnTo>
                    <a:lnTo>
                      <a:pt x="275" y="36"/>
                    </a:lnTo>
                    <a:lnTo>
                      <a:pt x="275" y="36"/>
                    </a:lnTo>
                    <a:lnTo>
                      <a:pt x="277" y="36"/>
                    </a:lnTo>
                    <a:lnTo>
                      <a:pt x="277" y="36"/>
                    </a:lnTo>
                    <a:lnTo>
                      <a:pt x="277" y="36"/>
                    </a:lnTo>
                    <a:lnTo>
                      <a:pt x="277" y="38"/>
                    </a:lnTo>
                    <a:lnTo>
                      <a:pt x="277" y="38"/>
                    </a:lnTo>
                    <a:lnTo>
                      <a:pt x="277" y="38"/>
                    </a:lnTo>
                    <a:lnTo>
                      <a:pt x="275" y="38"/>
                    </a:lnTo>
                    <a:lnTo>
                      <a:pt x="275" y="40"/>
                    </a:lnTo>
                    <a:lnTo>
                      <a:pt x="275" y="40"/>
                    </a:lnTo>
                    <a:lnTo>
                      <a:pt x="275" y="43"/>
                    </a:lnTo>
                    <a:lnTo>
                      <a:pt x="275" y="43"/>
                    </a:lnTo>
                    <a:lnTo>
                      <a:pt x="277" y="43"/>
                    </a:lnTo>
                    <a:lnTo>
                      <a:pt x="277" y="43"/>
                    </a:lnTo>
                    <a:lnTo>
                      <a:pt x="277" y="43"/>
                    </a:lnTo>
                    <a:lnTo>
                      <a:pt x="277" y="43"/>
                    </a:lnTo>
                    <a:lnTo>
                      <a:pt x="280" y="43"/>
                    </a:lnTo>
                    <a:lnTo>
                      <a:pt x="280" y="43"/>
                    </a:lnTo>
                    <a:lnTo>
                      <a:pt x="282" y="43"/>
                    </a:lnTo>
                    <a:lnTo>
                      <a:pt x="282" y="45"/>
                    </a:lnTo>
                    <a:lnTo>
                      <a:pt x="282" y="45"/>
                    </a:lnTo>
                    <a:lnTo>
                      <a:pt x="282" y="45"/>
                    </a:lnTo>
                    <a:lnTo>
                      <a:pt x="285" y="45"/>
                    </a:lnTo>
                    <a:lnTo>
                      <a:pt x="285" y="45"/>
                    </a:lnTo>
                    <a:lnTo>
                      <a:pt x="285" y="47"/>
                    </a:lnTo>
                    <a:lnTo>
                      <a:pt x="285" y="47"/>
                    </a:lnTo>
                    <a:lnTo>
                      <a:pt x="285" y="50"/>
                    </a:lnTo>
                    <a:lnTo>
                      <a:pt x="282" y="50"/>
                    </a:lnTo>
                    <a:lnTo>
                      <a:pt x="282" y="50"/>
                    </a:lnTo>
                    <a:lnTo>
                      <a:pt x="282" y="52"/>
                    </a:lnTo>
                    <a:lnTo>
                      <a:pt x="282" y="52"/>
                    </a:lnTo>
                    <a:lnTo>
                      <a:pt x="282" y="52"/>
                    </a:lnTo>
                    <a:lnTo>
                      <a:pt x="282" y="52"/>
                    </a:lnTo>
                    <a:lnTo>
                      <a:pt x="282" y="52"/>
                    </a:lnTo>
                    <a:lnTo>
                      <a:pt x="280" y="52"/>
                    </a:lnTo>
                    <a:lnTo>
                      <a:pt x="280" y="52"/>
                    </a:lnTo>
                    <a:lnTo>
                      <a:pt x="277" y="52"/>
                    </a:lnTo>
                    <a:lnTo>
                      <a:pt x="277" y="52"/>
                    </a:lnTo>
                    <a:lnTo>
                      <a:pt x="277" y="55"/>
                    </a:lnTo>
                    <a:lnTo>
                      <a:pt x="277" y="55"/>
                    </a:lnTo>
                    <a:lnTo>
                      <a:pt x="275" y="55"/>
                    </a:lnTo>
                    <a:lnTo>
                      <a:pt x="275" y="55"/>
                    </a:lnTo>
                    <a:lnTo>
                      <a:pt x="275" y="57"/>
                    </a:lnTo>
                    <a:lnTo>
                      <a:pt x="275" y="57"/>
                    </a:lnTo>
                    <a:lnTo>
                      <a:pt x="275" y="57"/>
                    </a:lnTo>
                    <a:lnTo>
                      <a:pt x="275" y="59"/>
                    </a:lnTo>
                    <a:lnTo>
                      <a:pt x="275" y="59"/>
                    </a:lnTo>
                    <a:lnTo>
                      <a:pt x="275" y="59"/>
                    </a:lnTo>
                    <a:lnTo>
                      <a:pt x="273" y="59"/>
                    </a:lnTo>
                    <a:lnTo>
                      <a:pt x="273" y="59"/>
                    </a:lnTo>
                    <a:lnTo>
                      <a:pt x="270" y="59"/>
                    </a:lnTo>
                    <a:lnTo>
                      <a:pt x="270" y="59"/>
                    </a:lnTo>
                    <a:lnTo>
                      <a:pt x="270" y="62"/>
                    </a:lnTo>
                    <a:lnTo>
                      <a:pt x="270" y="62"/>
                    </a:lnTo>
                    <a:lnTo>
                      <a:pt x="270" y="62"/>
                    </a:lnTo>
                    <a:lnTo>
                      <a:pt x="270" y="62"/>
                    </a:lnTo>
                    <a:lnTo>
                      <a:pt x="270" y="64"/>
                    </a:lnTo>
                    <a:lnTo>
                      <a:pt x="270" y="64"/>
                    </a:lnTo>
                    <a:lnTo>
                      <a:pt x="270" y="66"/>
                    </a:lnTo>
                    <a:lnTo>
                      <a:pt x="270" y="66"/>
                    </a:lnTo>
                    <a:lnTo>
                      <a:pt x="270" y="66"/>
                    </a:lnTo>
                    <a:lnTo>
                      <a:pt x="270" y="69"/>
                    </a:lnTo>
                    <a:lnTo>
                      <a:pt x="270" y="69"/>
                    </a:lnTo>
                    <a:lnTo>
                      <a:pt x="270" y="69"/>
                    </a:lnTo>
                    <a:lnTo>
                      <a:pt x="270" y="71"/>
                    </a:lnTo>
                    <a:lnTo>
                      <a:pt x="270" y="71"/>
                    </a:lnTo>
                    <a:lnTo>
                      <a:pt x="270" y="71"/>
                    </a:lnTo>
                    <a:lnTo>
                      <a:pt x="270" y="74"/>
                    </a:lnTo>
                    <a:lnTo>
                      <a:pt x="270" y="74"/>
                    </a:lnTo>
                    <a:lnTo>
                      <a:pt x="273" y="74"/>
                    </a:lnTo>
                    <a:lnTo>
                      <a:pt x="273" y="76"/>
                    </a:lnTo>
                    <a:lnTo>
                      <a:pt x="273" y="76"/>
                    </a:lnTo>
                    <a:lnTo>
                      <a:pt x="273" y="76"/>
                    </a:lnTo>
                    <a:lnTo>
                      <a:pt x="273" y="78"/>
                    </a:lnTo>
                    <a:lnTo>
                      <a:pt x="273" y="78"/>
                    </a:lnTo>
                    <a:lnTo>
                      <a:pt x="273" y="81"/>
                    </a:lnTo>
                    <a:lnTo>
                      <a:pt x="273" y="81"/>
                    </a:lnTo>
                    <a:lnTo>
                      <a:pt x="273" y="81"/>
                    </a:lnTo>
                    <a:lnTo>
                      <a:pt x="273" y="83"/>
                    </a:lnTo>
                    <a:lnTo>
                      <a:pt x="273" y="83"/>
                    </a:lnTo>
                    <a:lnTo>
                      <a:pt x="273" y="85"/>
                    </a:lnTo>
                    <a:lnTo>
                      <a:pt x="275" y="85"/>
                    </a:lnTo>
                    <a:lnTo>
                      <a:pt x="275" y="85"/>
                    </a:lnTo>
                    <a:lnTo>
                      <a:pt x="275" y="88"/>
                    </a:lnTo>
                    <a:lnTo>
                      <a:pt x="275" y="88"/>
                    </a:lnTo>
                    <a:lnTo>
                      <a:pt x="275" y="90"/>
                    </a:lnTo>
                    <a:lnTo>
                      <a:pt x="273" y="90"/>
                    </a:lnTo>
                    <a:lnTo>
                      <a:pt x="273" y="90"/>
                    </a:lnTo>
                    <a:lnTo>
                      <a:pt x="273" y="92"/>
                    </a:lnTo>
                    <a:lnTo>
                      <a:pt x="273" y="92"/>
                    </a:lnTo>
                    <a:lnTo>
                      <a:pt x="275" y="92"/>
                    </a:lnTo>
                    <a:lnTo>
                      <a:pt x="275" y="92"/>
                    </a:lnTo>
                    <a:lnTo>
                      <a:pt x="275" y="95"/>
                    </a:lnTo>
                    <a:lnTo>
                      <a:pt x="275" y="95"/>
                    </a:lnTo>
                    <a:lnTo>
                      <a:pt x="275" y="95"/>
                    </a:lnTo>
                    <a:lnTo>
                      <a:pt x="275" y="95"/>
                    </a:lnTo>
                    <a:lnTo>
                      <a:pt x="275" y="97"/>
                    </a:lnTo>
                    <a:lnTo>
                      <a:pt x="275" y="97"/>
                    </a:lnTo>
                    <a:lnTo>
                      <a:pt x="275" y="97"/>
                    </a:lnTo>
                    <a:lnTo>
                      <a:pt x="275" y="97"/>
                    </a:lnTo>
                    <a:lnTo>
                      <a:pt x="275" y="100"/>
                    </a:lnTo>
                    <a:lnTo>
                      <a:pt x="277" y="100"/>
                    </a:lnTo>
                    <a:lnTo>
                      <a:pt x="277" y="100"/>
                    </a:lnTo>
                    <a:lnTo>
                      <a:pt x="277" y="100"/>
                    </a:lnTo>
                    <a:lnTo>
                      <a:pt x="277" y="100"/>
                    </a:lnTo>
                    <a:lnTo>
                      <a:pt x="277" y="100"/>
                    </a:lnTo>
                    <a:lnTo>
                      <a:pt x="280" y="100"/>
                    </a:lnTo>
                    <a:lnTo>
                      <a:pt x="280" y="100"/>
                    </a:lnTo>
                    <a:lnTo>
                      <a:pt x="282" y="100"/>
                    </a:lnTo>
                    <a:lnTo>
                      <a:pt x="282" y="100"/>
                    </a:lnTo>
                    <a:lnTo>
                      <a:pt x="282" y="102"/>
                    </a:lnTo>
                    <a:lnTo>
                      <a:pt x="282" y="102"/>
                    </a:lnTo>
                    <a:lnTo>
                      <a:pt x="282" y="102"/>
                    </a:lnTo>
                    <a:lnTo>
                      <a:pt x="282" y="102"/>
                    </a:lnTo>
                    <a:lnTo>
                      <a:pt x="285" y="102"/>
                    </a:lnTo>
                    <a:lnTo>
                      <a:pt x="285" y="102"/>
                    </a:lnTo>
                    <a:lnTo>
                      <a:pt x="285" y="102"/>
                    </a:lnTo>
                    <a:lnTo>
                      <a:pt x="285" y="102"/>
                    </a:lnTo>
                    <a:lnTo>
                      <a:pt x="287" y="102"/>
                    </a:lnTo>
                    <a:lnTo>
                      <a:pt x="287" y="102"/>
                    </a:lnTo>
                    <a:lnTo>
                      <a:pt x="287" y="104"/>
                    </a:lnTo>
                    <a:lnTo>
                      <a:pt x="289" y="104"/>
                    </a:lnTo>
                    <a:lnTo>
                      <a:pt x="289" y="104"/>
                    </a:lnTo>
                    <a:lnTo>
                      <a:pt x="289" y="104"/>
                    </a:lnTo>
                    <a:lnTo>
                      <a:pt x="289" y="104"/>
                    </a:lnTo>
                    <a:lnTo>
                      <a:pt x="292" y="104"/>
                    </a:lnTo>
                    <a:lnTo>
                      <a:pt x="292" y="104"/>
                    </a:lnTo>
                    <a:lnTo>
                      <a:pt x="292" y="104"/>
                    </a:lnTo>
                    <a:lnTo>
                      <a:pt x="292" y="107"/>
                    </a:lnTo>
                    <a:lnTo>
                      <a:pt x="294" y="107"/>
                    </a:lnTo>
                    <a:lnTo>
                      <a:pt x="294" y="107"/>
                    </a:lnTo>
                    <a:lnTo>
                      <a:pt x="296" y="107"/>
                    </a:lnTo>
                    <a:lnTo>
                      <a:pt x="296" y="104"/>
                    </a:lnTo>
                    <a:lnTo>
                      <a:pt x="296" y="104"/>
                    </a:lnTo>
                    <a:lnTo>
                      <a:pt x="296" y="104"/>
                    </a:lnTo>
                    <a:lnTo>
                      <a:pt x="296" y="104"/>
                    </a:lnTo>
                    <a:lnTo>
                      <a:pt x="296" y="104"/>
                    </a:lnTo>
                    <a:lnTo>
                      <a:pt x="296" y="104"/>
                    </a:lnTo>
                    <a:lnTo>
                      <a:pt x="296" y="107"/>
                    </a:lnTo>
                    <a:lnTo>
                      <a:pt x="296" y="107"/>
                    </a:lnTo>
                    <a:lnTo>
                      <a:pt x="296" y="109"/>
                    </a:lnTo>
                    <a:lnTo>
                      <a:pt x="296" y="109"/>
                    </a:lnTo>
                    <a:lnTo>
                      <a:pt x="296" y="109"/>
                    </a:lnTo>
                    <a:lnTo>
                      <a:pt x="296" y="111"/>
                    </a:lnTo>
                    <a:lnTo>
                      <a:pt x="296" y="111"/>
                    </a:lnTo>
                    <a:lnTo>
                      <a:pt x="296" y="111"/>
                    </a:lnTo>
                    <a:lnTo>
                      <a:pt x="296" y="111"/>
                    </a:lnTo>
                    <a:lnTo>
                      <a:pt x="296" y="111"/>
                    </a:lnTo>
                    <a:lnTo>
                      <a:pt x="299" y="111"/>
                    </a:lnTo>
                    <a:lnTo>
                      <a:pt x="299" y="111"/>
                    </a:lnTo>
                    <a:lnTo>
                      <a:pt x="299" y="111"/>
                    </a:lnTo>
                    <a:lnTo>
                      <a:pt x="301" y="111"/>
                    </a:lnTo>
                    <a:lnTo>
                      <a:pt x="301" y="114"/>
                    </a:lnTo>
                    <a:lnTo>
                      <a:pt x="301" y="114"/>
                    </a:lnTo>
                    <a:lnTo>
                      <a:pt x="303" y="114"/>
                    </a:lnTo>
                    <a:lnTo>
                      <a:pt x="303" y="114"/>
                    </a:lnTo>
                    <a:lnTo>
                      <a:pt x="303" y="111"/>
                    </a:lnTo>
                    <a:lnTo>
                      <a:pt x="303" y="111"/>
                    </a:lnTo>
                    <a:lnTo>
                      <a:pt x="306" y="111"/>
                    </a:lnTo>
                    <a:lnTo>
                      <a:pt x="306" y="114"/>
                    </a:lnTo>
                    <a:lnTo>
                      <a:pt x="306" y="114"/>
                    </a:lnTo>
                    <a:lnTo>
                      <a:pt x="306" y="114"/>
                    </a:lnTo>
                    <a:lnTo>
                      <a:pt x="306" y="114"/>
                    </a:lnTo>
                    <a:lnTo>
                      <a:pt x="308" y="114"/>
                    </a:lnTo>
                    <a:lnTo>
                      <a:pt x="308" y="114"/>
                    </a:lnTo>
                    <a:lnTo>
                      <a:pt x="308" y="116"/>
                    </a:lnTo>
                    <a:lnTo>
                      <a:pt x="311" y="116"/>
                    </a:lnTo>
                    <a:lnTo>
                      <a:pt x="311" y="116"/>
                    </a:lnTo>
                    <a:lnTo>
                      <a:pt x="311" y="116"/>
                    </a:lnTo>
                    <a:lnTo>
                      <a:pt x="311" y="119"/>
                    </a:lnTo>
                    <a:lnTo>
                      <a:pt x="311" y="119"/>
                    </a:lnTo>
                    <a:lnTo>
                      <a:pt x="311" y="119"/>
                    </a:lnTo>
                    <a:lnTo>
                      <a:pt x="311" y="121"/>
                    </a:lnTo>
                    <a:lnTo>
                      <a:pt x="311" y="121"/>
                    </a:lnTo>
                    <a:lnTo>
                      <a:pt x="311" y="121"/>
                    </a:lnTo>
                    <a:lnTo>
                      <a:pt x="311" y="121"/>
                    </a:lnTo>
                    <a:lnTo>
                      <a:pt x="311" y="121"/>
                    </a:lnTo>
                    <a:lnTo>
                      <a:pt x="308" y="121"/>
                    </a:lnTo>
                    <a:lnTo>
                      <a:pt x="308" y="123"/>
                    </a:lnTo>
                    <a:lnTo>
                      <a:pt x="308" y="123"/>
                    </a:lnTo>
                    <a:lnTo>
                      <a:pt x="306" y="123"/>
                    </a:lnTo>
                    <a:lnTo>
                      <a:pt x="306" y="123"/>
                    </a:lnTo>
                    <a:lnTo>
                      <a:pt x="306" y="123"/>
                    </a:lnTo>
                    <a:lnTo>
                      <a:pt x="306" y="123"/>
                    </a:lnTo>
                    <a:lnTo>
                      <a:pt x="303" y="123"/>
                    </a:lnTo>
                    <a:lnTo>
                      <a:pt x="303" y="123"/>
                    </a:lnTo>
                    <a:lnTo>
                      <a:pt x="303" y="123"/>
                    </a:lnTo>
                    <a:lnTo>
                      <a:pt x="301" y="123"/>
                    </a:lnTo>
                    <a:lnTo>
                      <a:pt x="301" y="123"/>
                    </a:lnTo>
                    <a:lnTo>
                      <a:pt x="301" y="126"/>
                    </a:lnTo>
                    <a:lnTo>
                      <a:pt x="299" y="126"/>
                    </a:lnTo>
                    <a:lnTo>
                      <a:pt x="299" y="126"/>
                    </a:lnTo>
                    <a:lnTo>
                      <a:pt x="299" y="126"/>
                    </a:lnTo>
                    <a:lnTo>
                      <a:pt x="299" y="126"/>
                    </a:lnTo>
                    <a:lnTo>
                      <a:pt x="296" y="126"/>
                    </a:lnTo>
                    <a:lnTo>
                      <a:pt x="296" y="128"/>
                    </a:lnTo>
                    <a:lnTo>
                      <a:pt x="296" y="128"/>
                    </a:lnTo>
                    <a:lnTo>
                      <a:pt x="296" y="128"/>
                    </a:lnTo>
                    <a:lnTo>
                      <a:pt x="296" y="128"/>
                    </a:lnTo>
                    <a:lnTo>
                      <a:pt x="294" y="128"/>
                    </a:lnTo>
                    <a:lnTo>
                      <a:pt x="294" y="130"/>
                    </a:lnTo>
                    <a:lnTo>
                      <a:pt x="294" y="130"/>
                    </a:lnTo>
                    <a:lnTo>
                      <a:pt x="294" y="130"/>
                    </a:lnTo>
                    <a:lnTo>
                      <a:pt x="294" y="130"/>
                    </a:lnTo>
                    <a:lnTo>
                      <a:pt x="292" y="130"/>
                    </a:lnTo>
                    <a:lnTo>
                      <a:pt x="292" y="133"/>
                    </a:lnTo>
                    <a:lnTo>
                      <a:pt x="294" y="133"/>
                    </a:lnTo>
                    <a:lnTo>
                      <a:pt x="294" y="133"/>
                    </a:lnTo>
                    <a:lnTo>
                      <a:pt x="294" y="133"/>
                    </a:lnTo>
                    <a:lnTo>
                      <a:pt x="294" y="135"/>
                    </a:lnTo>
                    <a:lnTo>
                      <a:pt x="294" y="135"/>
                    </a:lnTo>
                    <a:lnTo>
                      <a:pt x="294" y="138"/>
                    </a:lnTo>
                    <a:lnTo>
                      <a:pt x="296" y="138"/>
                    </a:lnTo>
                    <a:lnTo>
                      <a:pt x="296" y="138"/>
                    </a:lnTo>
                    <a:lnTo>
                      <a:pt x="296" y="140"/>
                    </a:lnTo>
                    <a:lnTo>
                      <a:pt x="296" y="140"/>
                    </a:lnTo>
                    <a:lnTo>
                      <a:pt x="294" y="140"/>
                    </a:lnTo>
                    <a:lnTo>
                      <a:pt x="294" y="140"/>
                    </a:lnTo>
                    <a:lnTo>
                      <a:pt x="294" y="142"/>
                    </a:lnTo>
                    <a:lnTo>
                      <a:pt x="294" y="142"/>
                    </a:lnTo>
                    <a:lnTo>
                      <a:pt x="294" y="142"/>
                    </a:lnTo>
                    <a:lnTo>
                      <a:pt x="294" y="145"/>
                    </a:lnTo>
                    <a:lnTo>
                      <a:pt x="294" y="145"/>
                    </a:lnTo>
                    <a:lnTo>
                      <a:pt x="294" y="147"/>
                    </a:lnTo>
                    <a:lnTo>
                      <a:pt x="294" y="147"/>
                    </a:lnTo>
                    <a:lnTo>
                      <a:pt x="294" y="147"/>
                    </a:lnTo>
                    <a:lnTo>
                      <a:pt x="296" y="147"/>
                    </a:lnTo>
                    <a:lnTo>
                      <a:pt x="296" y="147"/>
                    </a:lnTo>
                    <a:lnTo>
                      <a:pt x="296" y="149"/>
                    </a:lnTo>
                    <a:lnTo>
                      <a:pt x="296" y="149"/>
                    </a:lnTo>
                    <a:lnTo>
                      <a:pt x="296" y="149"/>
                    </a:lnTo>
                    <a:lnTo>
                      <a:pt x="294" y="149"/>
                    </a:lnTo>
                    <a:lnTo>
                      <a:pt x="294" y="149"/>
                    </a:lnTo>
                    <a:lnTo>
                      <a:pt x="294" y="152"/>
                    </a:lnTo>
                    <a:lnTo>
                      <a:pt x="294" y="152"/>
                    </a:lnTo>
                    <a:lnTo>
                      <a:pt x="292" y="152"/>
                    </a:lnTo>
                    <a:lnTo>
                      <a:pt x="292" y="152"/>
                    </a:lnTo>
                    <a:lnTo>
                      <a:pt x="292" y="152"/>
                    </a:lnTo>
                    <a:lnTo>
                      <a:pt x="292" y="152"/>
                    </a:lnTo>
                    <a:lnTo>
                      <a:pt x="289" y="152"/>
                    </a:lnTo>
                    <a:lnTo>
                      <a:pt x="289" y="154"/>
                    </a:lnTo>
                    <a:lnTo>
                      <a:pt x="289" y="154"/>
                    </a:lnTo>
                    <a:lnTo>
                      <a:pt x="289" y="154"/>
                    </a:lnTo>
                    <a:lnTo>
                      <a:pt x="289" y="154"/>
                    </a:lnTo>
                    <a:lnTo>
                      <a:pt x="289" y="156"/>
                    </a:lnTo>
                    <a:lnTo>
                      <a:pt x="289" y="156"/>
                    </a:lnTo>
                    <a:lnTo>
                      <a:pt x="287" y="156"/>
                    </a:lnTo>
                    <a:lnTo>
                      <a:pt x="287" y="159"/>
                    </a:lnTo>
                    <a:lnTo>
                      <a:pt x="287" y="159"/>
                    </a:lnTo>
                    <a:lnTo>
                      <a:pt x="287" y="159"/>
                    </a:lnTo>
                    <a:lnTo>
                      <a:pt x="285" y="159"/>
                    </a:lnTo>
                    <a:lnTo>
                      <a:pt x="285" y="161"/>
                    </a:lnTo>
                    <a:lnTo>
                      <a:pt x="285" y="161"/>
                    </a:lnTo>
                    <a:lnTo>
                      <a:pt x="285" y="161"/>
                    </a:lnTo>
                    <a:lnTo>
                      <a:pt x="285" y="161"/>
                    </a:lnTo>
                    <a:lnTo>
                      <a:pt x="285" y="161"/>
                    </a:lnTo>
                    <a:lnTo>
                      <a:pt x="282" y="161"/>
                    </a:lnTo>
                    <a:lnTo>
                      <a:pt x="282" y="161"/>
                    </a:lnTo>
                    <a:lnTo>
                      <a:pt x="282" y="164"/>
                    </a:lnTo>
                    <a:lnTo>
                      <a:pt x="282" y="164"/>
                    </a:lnTo>
                    <a:lnTo>
                      <a:pt x="282" y="164"/>
                    </a:lnTo>
                    <a:lnTo>
                      <a:pt x="280" y="164"/>
                    </a:lnTo>
                    <a:lnTo>
                      <a:pt x="280" y="166"/>
                    </a:lnTo>
                    <a:lnTo>
                      <a:pt x="280" y="166"/>
                    </a:lnTo>
                    <a:lnTo>
                      <a:pt x="280" y="166"/>
                    </a:lnTo>
                    <a:lnTo>
                      <a:pt x="280" y="168"/>
                    </a:lnTo>
                    <a:lnTo>
                      <a:pt x="280" y="168"/>
                    </a:lnTo>
                    <a:lnTo>
                      <a:pt x="280" y="168"/>
                    </a:lnTo>
                    <a:lnTo>
                      <a:pt x="282" y="168"/>
                    </a:lnTo>
                    <a:lnTo>
                      <a:pt x="282" y="171"/>
                    </a:lnTo>
                    <a:lnTo>
                      <a:pt x="282" y="171"/>
                    </a:lnTo>
                    <a:lnTo>
                      <a:pt x="282" y="171"/>
                    </a:lnTo>
                    <a:lnTo>
                      <a:pt x="280" y="171"/>
                    </a:lnTo>
                    <a:lnTo>
                      <a:pt x="280" y="173"/>
                    </a:lnTo>
                    <a:lnTo>
                      <a:pt x="280" y="173"/>
                    </a:lnTo>
                    <a:lnTo>
                      <a:pt x="277" y="173"/>
                    </a:lnTo>
                    <a:lnTo>
                      <a:pt x="277" y="173"/>
                    </a:lnTo>
                    <a:lnTo>
                      <a:pt x="277" y="173"/>
                    </a:lnTo>
                    <a:lnTo>
                      <a:pt x="277" y="175"/>
                    </a:lnTo>
                    <a:lnTo>
                      <a:pt x="277" y="175"/>
                    </a:lnTo>
                    <a:lnTo>
                      <a:pt x="275" y="175"/>
                    </a:lnTo>
                    <a:lnTo>
                      <a:pt x="275" y="175"/>
                    </a:lnTo>
                    <a:lnTo>
                      <a:pt x="275" y="175"/>
                    </a:lnTo>
                    <a:lnTo>
                      <a:pt x="275" y="175"/>
                    </a:lnTo>
                    <a:lnTo>
                      <a:pt x="273" y="175"/>
                    </a:lnTo>
                    <a:lnTo>
                      <a:pt x="273" y="175"/>
                    </a:lnTo>
                    <a:lnTo>
                      <a:pt x="270" y="175"/>
                    </a:lnTo>
                    <a:lnTo>
                      <a:pt x="270" y="178"/>
                    </a:lnTo>
                    <a:lnTo>
                      <a:pt x="270" y="178"/>
                    </a:lnTo>
                    <a:lnTo>
                      <a:pt x="270" y="178"/>
                    </a:lnTo>
                    <a:lnTo>
                      <a:pt x="270" y="178"/>
                    </a:lnTo>
                    <a:lnTo>
                      <a:pt x="268" y="178"/>
                    </a:lnTo>
                    <a:lnTo>
                      <a:pt x="268" y="180"/>
                    </a:lnTo>
                    <a:lnTo>
                      <a:pt x="268" y="180"/>
                    </a:lnTo>
                    <a:lnTo>
                      <a:pt x="268" y="180"/>
                    </a:lnTo>
                    <a:lnTo>
                      <a:pt x="268" y="180"/>
                    </a:lnTo>
                    <a:lnTo>
                      <a:pt x="268" y="183"/>
                    </a:lnTo>
                    <a:lnTo>
                      <a:pt x="268" y="183"/>
                    </a:lnTo>
                    <a:lnTo>
                      <a:pt x="268" y="185"/>
                    </a:lnTo>
                    <a:lnTo>
                      <a:pt x="266" y="185"/>
                    </a:lnTo>
                    <a:lnTo>
                      <a:pt x="266" y="185"/>
                    </a:lnTo>
                    <a:lnTo>
                      <a:pt x="266" y="187"/>
                    </a:lnTo>
                    <a:lnTo>
                      <a:pt x="266" y="187"/>
                    </a:lnTo>
                    <a:lnTo>
                      <a:pt x="266" y="187"/>
                    </a:lnTo>
                    <a:lnTo>
                      <a:pt x="266" y="190"/>
                    </a:lnTo>
                    <a:lnTo>
                      <a:pt x="266" y="190"/>
                    </a:lnTo>
                    <a:lnTo>
                      <a:pt x="266" y="190"/>
                    </a:lnTo>
                    <a:lnTo>
                      <a:pt x="266" y="190"/>
                    </a:lnTo>
                    <a:lnTo>
                      <a:pt x="263" y="190"/>
                    </a:lnTo>
                    <a:lnTo>
                      <a:pt x="263" y="192"/>
                    </a:lnTo>
                    <a:lnTo>
                      <a:pt x="263" y="192"/>
                    </a:lnTo>
                    <a:lnTo>
                      <a:pt x="263" y="192"/>
                    </a:lnTo>
                    <a:lnTo>
                      <a:pt x="263" y="194"/>
                    </a:lnTo>
                    <a:lnTo>
                      <a:pt x="263" y="194"/>
                    </a:lnTo>
                    <a:lnTo>
                      <a:pt x="263" y="194"/>
                    </a:lnTo>
                    <a:lnTo>
                      <a:pt x="263" y="197"/>
                    </a:lnTo>
                    <a:lnTo>
                      <a:pt x="261" y="197"/>
                    </a:lnTo>
                    <a:lnTo>
                      <a:pt x="261" y="197"/>
                    </a:lnTo>
                    <a:lnTo>
                      <a:pt x="261" y="197"/>
                    </a:lnTo>
                    <a:lnTo>
                      <a:pt x="261" y="199"/>
                    </a:lnTo>
                    <a:lnTo>
                      <a:pt x="258" y="199"/>
                    </a:lnTo>
                    <a:lnTo>
                      <a:pt x="258" y="199"/>
                    </a:lnTo>
                    <a:lnTo>
                      <a:pt x="258" y="199"/>
                    </a:lnTo>
                    <a:lnTo>
                      <a:pt x="258" y="199"/>
                    </a:lnTo>
                    <a:lnTo>
                      <a:pt x="258" y="202"/>
                    </a:lnTo>
                    <a:lnTo>
                      <a:pt x="258" y="202"/>
                    </a:lnTo>
                    <a:lnTo>
                      <a:pt x="256" y="202"/>
                    </a:lnTo>
                    <a:lnTo>
                      <a:pt x="256" y="202"/>
                    </a:lnTo>
                    <a:lnTo>
                      <a:pt x="256" y="202"/>
                    </a:lnTo>
                    <a:lnTo>
                      <a:pt x="256" y="202"/>
                    </a:lnTo>
                    <a:lnTo>
                      <a:pt x="254" y="202"/>
                    </a:lnTo>
                    <a:lnTo>
                      <a:pt x="254" y="204"/>
                    </a:lnTo>
                    <a:lnTo>
                      <a:pt x="254" y="204"/>
                    </a:lnTo>
                    <a:lnTo>
                      <a:pt x="251" y="204"/>
                    </a:lnTo>
                    <a:lnTo>
                      <a:pt x="251" y="204"/>
                    </a:lnTo>
                    <a:lnTo>
                      <a:pt x="251" y="204"/>
                    </a:lnTo>
                    <a:lnTo>
                      <a:pt x="251" y="204"/>
                    </a:lnTo>
                    <a:lnTo>
                      <a:pt x="251" y="206"/>
                    </a:lnTo>
                    <a:lnTo>
                      <a:pt x="249" y="206"/>
                    </a:lnTo>
                    <a:lnTo>
                      <a:pt x="249" y="206"/>
                    </a:lnTo>
                    <a:lnTo>
                      <a:pt x="249" y="206"/>
                    </a:lnTo>
                    <a:lnTo>
                      <a:pt x="249" y="206"/>
                    </a:lnTo>
                    <a:lnTo>
                      <a:pt x="247" y="206"/>
                    </a:lnTo>
                    <a:lnTo>
                      <a:pt x="247" y="209"/>
                    </a:lnTo>
                    <a:lnTo>
                      <a:pt x="247" y="209"/>
                    </a:lnTo>
                    <a:lnTo>
                      <a:pt x="247" y="209"/>
                    </a:lnTo>
                    <a:lnTo>
                      <a:pt x="247" y="211"/>
                    </a:lnTo>
                    <a:lnTo>
                      <a:pt x="244" y="211"/>
                    </a:lnTo>
                    <a:lnTo>
                      <a:pt x="244" y="211"/>
                    </a:lnTo>
                    <a:lnTo>
                      <a:pt x="244" y="211"/>
                    </a:lnTo>
                    <a:lnTo>
                      <a:pt x="244" y="211"/>
                    </a:lnTo>
                    <a:lnTo>
                      <a:pt x="244" y="213"/>
                    </a:lnTo>
                    <a:lnTo>
                      <a:pt x="244" y="213"/>
                    </a:lnTo>
                    <a:lnTo>
                      <a:pt x="244" y="216"/>
                    </a:lnTo>
                    <a:lnTo>
                      <a:pt x="244" y="216"/>
                    </a:lnTo>
                    <a:lnTo>
                      <a:pt x="244" y="216"/>
                    </a:lnTo>
                    <a:lnTo>
                      <a:pt x="244" y="218"/>
                    </a:lnTo>
                    <a:lnTo>
                      <a:pt x="242" y="218"/>
                    </a:lnTo>
                    <a:lnTo>
                      <a:pt x="242" y="218"/>
                    </a:lnTo>
                    <a:lnTo>
                      <a:pt x="242" y="218"/>
                    </a:lnTo>
                    <a:lnTo>
                      <a:pt x="242" y="220"/>
                    </a:lnTo>
                    <a:lnTo>
                      <a:pt x="242" y="220"/>
                    </a:lnTo>
                    <a:lnTo>
                      <a:pt x="242" y="220"/>
                    </a:lnTo>
                    <a:lnTo>
                      <a:pt x="240" y="220"/>
                    </a:lnTo>
                    <a:lnTo>
                      <a:pt x="240" y="220"/>
                    </a:lnTo>
                    <a:lnTo>
                      <a:pt x="240" y="220"/>
                    </a:lnTo>
                    <a:lnTo>
                      <a:pt x="237" y="220"/>
                    </a:lnTo>
                    <a:lnTo>
                      <a:pt x="237" y="223"/>
                    </a:lnTo>
                    <a:lnTo>
                      <a:pt x="237" y="223"/>
                    </a:lnTo>
                    <a:lnTo>
                      <a:pt x="237" y="223"/>
                    </a:lnTo>
                    <a:lnTo>
                      <a:pt x="237" y="225"/>
                    </a:lnTo>
                    <a:lnTo>
                      <a:pt x="237" y="225"/>
                    </a:lnTo>
                    <a:lnTo>
                      <a:pt x="237" y="228"/>
                    </a:lnTo>
                    <a:lnTo>
                      <a:pt x="237" y="228"/>
                    </a:lnTo>
                    <a:lnTo>
                      <a:pt x="237" y="228"/>
                    </a:lnTo>
                    <a:lnTo>
                      <a:pt x="235" y="228"/>
                    </a:lnTo>
                    <a:lnTo>
                      <a:pt x="235" y="230"/>
                    </a:lnTo>
                    <a:lnTo>
                      <a:pt x="235" y="230"/>
                    </a:lnTo>
                    <a:lnTo>
                      <a:pt x="232" y="230"/>
                    </a:lnTo>
                    <a:lnTo>
                      <a:pt x="232" y="230"/>
                    </a:lnTo>
                    <a:lnTo>
                      <a:pt x="232" y="230"/>
                    </a:lnTo>
                    <a:lnTo>
                      <a:pt x="232" y="230"/>
                    </a:lnTo>
                    <a:lnTo>
                      <a:pt x="230" y="230"/>
                    </a:lnTo>
                    <a:lnTo>
                      <a:pt x="230" y="230"/>
                    </a:lnTo>
                    <a:lnTo>
                      <a:pt x="230" y="230"/>
                    </a:lnTo>
                    <a:lnTo>
                      <a:pt x="228" y="230"/>
                    </a:lnTo>
                    <a:lnTo>
                      <a:pt x="228" y="230"/>
                    </a:lnTo>
                    <a:lnTo>
                      <a:pt x="225" y="230"/>
                    </a:lnTo>
                    <a:lnTo>
                      <a:pt x="225" y="230"/>
                    </a:lnTo>
                    <a:lnTo>
                      <a:pt x="225" y="230"/>
                    </a:lnTo>
                    <a:lnTo>
                      <a:pt x="223" y="230"/>
                    </a:lnTo>
                    <a:lnTo>
                      <a:pt x="223" y="230"/>
                    </a:lnTo>
                    <a:lnTo>
                      <a:pt x="223" y="230"/>
                    </a:lnTo>
                    <a:lnTo>
                      <a:pt x="223" y="230"/>
                    </a:lnTo>
                    <a:lnTo>
                      <a:pt x="221" y="230"/>
                    </a:lnTo>
                    <a:lnTo>
                      <a:pt x="221" y="232"/>
                    </a:lnTo>
                    <a:lnTo>
                      <a:pt x="221" y="232"/>
                    </a:lnTo>
                    <a:lnTo>
                      <a:pt x="218" y="232"/>
                    </a:lnTo>
                    <a:lnTo>
                      <a:pt x="218" y="232"/>
                    </a:lnTo>
                    <a:lnTo>
                      <a:pt x="218" y="232"/>
                    </a:lnTo>
                    <a:lnTo>
                      <a:pt x="218" y="232"/>
                    </a:lnTo>
                    <a:lnTo>
                      <a:pt x="216" y="232"/>
                    </a:lnTo>
                    <a:lnTo>
                      <a:pt x="216" y="235"/>
                    </a:lnTo>
                    <a:lnTo>
                      <a:pt x="216" y="235"/>
                    </a:lnTo>
                    <a:lnTo>
                      <a:pt x="216" y="235"/>
                    </a:lnTo>
                    <a:lnTo>
                      <a:pt x="214" y="235"/>
                    </a:lnTo>
                    <a:lnTo>
                      <a:pt x="214" y="235"/>
                    </a:lnTo>
                    <a:lnTo>
                      <a:pt x="211" y="235"/>
                    </a:lnTo>
                    <a:lnTo>
                      <a:pt x="211" y="232"/>
                    </a:lnTo>
                    <a:lnTo>
                      <a:pt x="211" y="232"/>
                    </a:lnTo>
                    <a:lnTo>
                      <a:pt x="211" y="232"/>
                    </a:lnTo>
                    <a:lnTo>
                      <a:pt x="211" y="230"/>
                    </a:lnTo>
                    <a:lnTo>
                      <a:pt x="211" y="230"/>
                    </a:lnTo>
                    <a:lnTo>
                      <a:pt x="211" y="230"/>
                    </a:lnTo>
                    <a:lnTo>
                      <a:pt x="211" y="230"/>
                    </a:lnTo>
                    <a:lnTo>
                      <a:pt x="211" y="228"/>
                    </a:lnTo>
                    <a:lnTo>
                      <a:pt x="209" y="228"/>
                    </a:lnTo>
                    <a:lnTo>
                      <a:pt x="209" y="228"/>
                    </a:lnTo>
                    <a:lnTo>
                      <a:pt x="209" y="228"/>
                    </a:lnTo>
                    <a:lnTo>
                      <a:pt x="209" y="228"/>
                    </a:lnTo>
                    <a:lnTo>
                      <a:pt x="209" y="225"/>
                    </a:lnTo>
                    <a:lnTo>
                      <a:pt x="206" y="225"/>
                    </a:lnTo>
                    <a:lnTo>
                      <a:pt x="206" y="225"/>
                    </a:lnTo>
                    <a:lnTo>
                      <a:pt x="204" y="225"/>
                    </a:lnTo>
                    <a:lnTo>
                      <a:pt x="204" y="228"/>
                    </a:lnTo>
                    <a:lnTo>
                      <a:pt x="204" y="228"/>
                    </a:lnTo>
                    <a:lnTo>
                      <a:pt x="204" y="228"/>
                    </a:lnTo>
                    <a:lnTo>
                      <a:pt x="204" y="228"/>
                    </a:lnTo>
                    <a:lnTo>
                      <a:pt x="202" y="228"/>
                    </a:lnTo>
                    <a:lnTo>
                      <a:pt x="202" y="230"/>
                    </a:lnTo>
                    <a:lnTo>
                      <a:pt x="202" y="230"/>
                    </a:lnTo>
                    <a:lnTo>
                      <a:pt x="199" y="230"/>
                    </a:lnTo>
                    <a:lnTo>
                      <a:pt x="199" y="230"/>
                    </a:lnTo>
                    <a:lnTo>
                      <a:pt x="199" y="230"/>
                    </a:lnTo>
                    <a:lnTo>
                      <a:pt x="199" y="230"/>
                    </a:lnTo>
                    <a:lnTo>
                      <a:pt x="199" y="230"/>
                    </a:lnTo>
                    <a:lnTo>
                      <a:pt x="199" y="232"/>
                    </a:lnTo>
                    <a:lnTo>
                      <a:pt x="199" y="232"/>
                    </a:lnTo>
                    <a:lnTo>
                      <a:pt x="197" y="232"/>
                    </a:lnTo>
                    <a:lnTo>
                      <a:pt x="197" y="235"/>
                    </a:lnTo>
                    <a:lnTo>
                      <a:pt x="197" y="235"/>
                    </a:lnTo>
                    <a:lnTo>
                      <a:pt x="197" y="235"/>
                    </a:lnTo>
                    <a:lnTo>
                      <a:pt x="197" y="237"/>
                    </a:lnTo>
                    <a:lnTo>
                      <a:pt x="197" y="237"/>
                    </a:lnTo>
                    <a:lnTo>
                      <a:pt x="197" y="237"/>
                    </a:lnTo>
                    <a:lnTo>
                      <a:pt x="197" y="239"/>
                    </a:lnTo>
                    <a:lnTo>
                      <a:pt x="195" y="239"/>
                    </a:lnTo>
                    <a:lnTo>
                      <a:pt x="195" y="239"/>
                    </a:lnTo>
                    <a:lnTo>
                      <a:pt x="195" y="239"/>
                    </a:lnTo>
                    <a:lnTo>
                      <a:pt x="195" y="239"/>
                    </a:lnTo>
                    <a:lnTo>
                      <a:pt x="192" y="239"/>
                    </a:lnTo>
                    <a:lnTo>
                      <a:pt x="192" y="242"/>
                    </a:lnTo>
                    <a:lnTo>
                      <a:pt x="192" y="242"/>
                    </a:lnTo>
                    <a:lnTo>
                      <a:pt x="192" y="242"/>
                    </a:lnTo>
                    <a:lnTo>
                      <a:pt x="192" y="242"/>
                    </a:lnTo>
                    <a:lnTo>
                      <a:pt x="192" y="244"/>
                    </a:lnTo>
                    <a:lnTo>
                      <a:pt x="190" y="244"/>
                    </a:lnTo>
                    <a:lnTo>
                      <a:pt x="190" y="244"/>
                    </a:lnTo>
                    <a:lnTo>
                      <a:pt x="190" y="244"/>
                    </a:lnTo>
                    <a:lnTo>
                      <a:pt x="190" y="247"/>
                    </a:lnTo>
                    <a:lnTo>
                      <a:pt x="190" y="247"/>
                    </a:lnTo>
                    <a:lnTo>
                      <a:pt x="187" y="247"/>
                    </a:lnTo>
                    <a:lnTo>
                      <a:pt x="187" y="247"/>
                    </a:lnTo>
                    <a:lnTo>
                      <a:pt x="187" y="247"/>
                    </a:lnTo>
                    <a:lnTo>
                      <a:pt x="187" y="249"/>
                    </a:lnTo>
                    <a:lnTo>
                      <a:pt x="187" y="249"/>
                    </a:lnTo>
                    <a:lnTo>
                      <a:pt x="185" y="249"/>
                    </a:lnTo>
                    <a:lnTo>
                      <a:pt x="185" y="249"/>
                    </a:lnTo>
                    <a:lnTo>
                      <a:pt x="185" y="251"/>
                    </a:lnTo>
                    <a:lnTo>
                      <a:pt x="185" y="251"/>
                    </a:lnTo>
                    <a:lnTo>
                      <a:pt x="185" y="251"/>
                    </a:lnTo>
                    <a:lnTo>
                      <a:pt x="185" y="254"/>
                    </a:lnTo>
                    <a:lnTo>
                      <a:pt x="185" y="254"/>
                    </a:lnTo>
                    <a:lnTo>
                      <a:pt x="185" y="256"/>
                    </a:lnTo>
                    <a:lnTo>
                      <a:pt x="185" y="256"/>
                    </a:lnTo>
                    <a:lnTo>
                      <a:pt x="185" y="258"/>
                    </a:lnTo>
                    <a:lnTo>
                      <a:pt x="185" y="258"/>
                    </a:lnTo>
                    <a:lnTo>
                      <a:pt x="185" y="258"/>
                    </a:lnTo>
                    <a:lnTo>
                      <a:pt x="185" y="258"/>
                    </a:lnTo>
                    <a:lnTo>
                      <a:pt x="187" y="258"/>
                    </a:lnTo>
                    <a:lnTo>
                      <a:pt x="187" y="258"/>
                    </a:lnTo>
                    <a:lnTo>
                      <a:pt x="187" y="261"/>
                    </a:lnTo>
                    <a:lnTo>
                      <a:pt x="190" y="261"/>
                    </a:lnTo>
                    <a:lnTo>
                      <a:pt x="190" y="261"/>
                    </a:lnTo>
                    <a:lnTo>
                      <a:pt x="190" y="261"/>
                    </a:lnTo>
                    <a:lnTo>
                      <a:pt x="190" y="261"/>
                    </a:lnTo>
                    <a:lnTo>
                      <a:pt x="192" y="261"/>
                    </a:lnTo>
                    <a:lnTo>
                      <a:pt x="192" y="263"/>
                    </a:lnTo>
                    <a:lnTo>
                      <a:pt x="192" y="263"/>
                    </a:lnTo>
                    <a:lnTo>
                      <a:pt x="192" y="263"/>
                    </a:lnTo>
                    <a:lnTo>
                      <a:pt x="195" y="263"/>
                    </a:lnTo>
                    <a:lnTo>
                      <a:pt x="195" y="263"/>
                    </a:lnTo>
                    <a:lnTo>
                      <a:pt x="197" y="263"/>
                    </a:lnTo>
                    <a:lnTo>
                      <a:pt x="197" y="263"/>
                    </a:lnTo>
                    <a:lnTo>
                      <a:pt x="197" y="263"/>
                    </a:lnTo>
                    <a:lnTo>
                      <a:pt x="199" y="263"/>
                    </a:lnTo>
                    <a:lnTo>
                      <a:pt x="199" y="263"/>
                    </a:lnTo>
                    <a:lnTo>
                      <a:pt x="199" y="263"/>
                    </a:lnTo>
                    <a:lnTo>
                      <a:pt x="199" y="265"/>
                    </a:lnTo>
                    <a:lnTo>
                      <a:pt x="199" y="265"/>
                    </a:lnTo>
                    <a:lnTo>
                      <a:pt x="199" y="268"/>
                    </a:lnTo>
                    <a:lnTo>
                      <a:pt x="199" y="268"/>
                    </a:lnTo>
                    <a:lnTo>
                      <a:pt x="199" y="270"/>
                    </a:lnTo>
                    <a:lnTo>
                      <a:pt x="199" y="270"/>
                    </a:lnTo>
                    <a:lnTo>
                      <a:pt x="199" y="270"/>
                    </a:lnTo>
                    <a:lnTo>
                      <a:pt x="199" y="273"/>
                    </a:lnTo>
                    <a:lnTo>
                      <a:pt x="199" y="273"/>
                    </a:lnTo>
                    <a:lnTo>
                      <a:pt x="199" y="273"/>
                    </a:lnTo>
                    <a:lnTo>
                      <a:pt x="199" y="275"/>
                    </a:lnTo>
                    <a:lnTo>
                      <a:pt x="197" y="275"/>
                    </a:lnTo>
                    <a:lnTo>
                      <a:pt x="197" y="275"/>
                    </a:lnTo>
                    <a:lnTo>
                      <a:pt x="197" y="277"/>
                    </a:lnTo>
                    <a:lnTo>
                      <a:pt x="197" y="277"/>
                    </a:lnTo>
                    <a:lnTo>
                      <a:pt x="197" y="280"/>
                    </a:lnTo>
                    <a:lnTo>
                      <a:pt x="197" y="280"/>
                    </a:lnTo>
                    <a:lnTo>
                      <a:pt x="199" y="280"/>
                    </a:lnTo>
                    <a:lnTo>
                      <a:pt x="199" y="280"/>
                    </a:lnTo>
                    <a:lnTo>
                      <a:pt x="199" y="280"/>
                    </a:lnTo>
                    <a:lnTo>
                      <a:pt x="199" y="282"/>
                    </a:lnTo>
                    <a:lnTo>
                      <a:pt x="199" y="282"/>
                    </a:lnTo>
                    <a:lnTo>
                      <a:pt x="199" y="282"/>
                    </a:lnTo>
                    <a:lnTo>
                      <a:pt x="202" y="282"/>
                    </a:lnTo>
                    <a:lnTo>
                      <a:pt x="202" y="284"/>
                    </a:lnTo>
                    <a:lnTo>
                      <a:pt x="202" y="284"/>
                    </a:lnTo>
                    <a:lnTo>
                      <a:pt x="202" y="284"/>
                    </a:lnTo>
                    <a:lnTo>
                      <a:pt x="204" y="284"/>
                    </a:lnTo>
                    <a:lnTo>
                      <a:pt x="204" y="284"/>
                    </a:lnTo>
                    <a:lnTo>
                      <a:pt x="204" y="287"/>
                    </a:lnTo>
                    <a:lnTo>
                      <a:pt x="204" y="287"/>
                    </a:lnTo>
                    <a:lnTo>
                      <a:pt x="206" y="287"/>
                    </a:lnTo>
                    <a:lnTo>
                      <a:pt x="206" y="284"/>
                    </a:lnTo>
                    <a:lnTo>
                      <a:pt x="206" y="284"/>
                    </a:lnTo>
                    <a:lnTo>
                      <a:pt x="209" y="284"/>
                    </a:lnTo>
                    <a:lnTo>
                      <a:pt x="209" y="284"/>
                    </a:lnTo>
                    <a:lnTo>
                      <a:pt x="209" y="284"/>
                    </a:lnTo>
                    <a:lnTo>
                      <a:pt x="211" y="284"/>
                    </a:lnTo>
                    <a:lnTo>
                      <a:pt x="211" y="287"/>
                    </a:lnTo>
                    <a:lnTo>
                      <a:pt x="211" y="287"/>
                    </a:lnTo>
                    <a:lnTo>
                      <a:pt x="211" y="289"/>
                    </a:lnTo>
                    <a:lnTo>
                      <a:pt x="211" y="289"/>
                    </a:lnTo>
                    <a:lnTo>
                      <a:pt x="211" y="289"/>
                    </a:lnTo>
                    <a:lnTo>
                      <a:pt x="211" y="292"/>
                    </a:lnTo>
                    <a:lnTo>
                      <a:pt x="211" y="292"/>
                    </a:lnTo>
                    <a:lnTo>
                      <a:pt x="211" y="294"/>
                    </a:lnTo>
                    <a:lnTo>
                      <a:pt x="211" y="294"/>
                    </a:lnTo>
                    <a:lnTo>
                      <a:pt x="211" y="294"/>
                    </a:lnTo>
                    <a:lnTo>
                      <a:pt x="211" y="294"/>
                    </a:lnTo>
                    <a:lnTo>
                      <a:pt x="211" y="296"/>
                    </a:lnTo>
                    <a:lnTo>
                      <a:pt x="211" y="296"/>
                    </a:lnTo>
                    <a:lnTo>
                      <a:pt x="214" y="296"/>
                    </a:lnTo>
                    <a:lnTo>
                      <a:pt x="214" y="299"/>
                    </a:lnTo>
                    <a:lnTo>
                      <a:pt x="214" y="299"/>
                    </a:lnTo>
                    <a:lnTo>
                      <a:pt x="214" y="299"/>
                    </a:lnTo>
                    <a:lnTo>
                      <a:pt x="216" y="299"/>
                    </a:lnTo>
                    <a:lnTo>
                      <a:pt x="216" y="299"/>
                    </a:lnTo>
                    <a:lnTo>
                      <a:pt x="216" y="301"/>
                    </a:lnTo>
                    <a:lnTo>
                      <a:pt x="216" y="301"/>
                    </a:lnTo>
                    <a:lnTo>
                      <a:pt x="216" y="301"/>
                    </a:lnTo>
                    <a:lnTo>
                      <a:pt x="216" y="303"/>
                    </a:lnTo>
                    <a:lnTo>
                      <a:pt x="216" y="303"/>
                    </a:lnTo>
                    <a:lnTo>
                      <a:pt x="216" y="303"/>
                    </a:lnTo>
                    <a:lnTo>
                      <a:pt x="216" y="306"/>
                    </a:lnTo>
                    <a:lnTo>
                      <a:pt x="216" y="306"/>
                    </a:lnTo>
                    <a:lnTo>
                      <a:pt x="218" y="306"/>
                    </a:lnTo>
                    <a:lnTo>
                      <a:pt x="218" y="308"/>
                    </a:lnTo>
                    <a:lnTo>
                      <a:pt x="218" y="308"/>
                    </a:lnTo>
                    <a:lnTo>
                      <a:pt x="218" y="308"/>
                    </a:lnTo>
                    <a:lnTo>
                      <a:pt x="218" y="308"/>
                    </a:lnTo>
                    <a:lnTo>
                      <a:pt x="218" y="311"/>
                    </a:lnTo>
                    <a:lnTo>
                      <a:pt x="218" y="311"/>
                    </a:lnTo>
                    <a:lnTo>
                      <a:pt x="218" y="311"/>
                    </a:lnTo>
                    <a:lnTo>
                      <a:pt x="218" y="313"/>
                    </a:lnTo>
                    <a:lnTo>
                      <a:pt x="218" y="313"/>
                    </a:lnTo>
                    <a:lnTo>
                      <a:pt x="218" y="313"/>
                    </a:lnTo>
                    <a:lnTo>
                      <a:pt x="218" y="313"/>
                    </a:lnTo>
                    <a:lnTo>
                      <a:pt x="218" y="315"/>
                    </a:lnTo>
                    <a:lnTo>
                      <a:pt x="218" y="315"/>
                    </a:lnTo>
                    <a:lnTo>
                      <a:pt x="218" y="318"/>
                    </a:lnTo>
                    <a:lnTo>
                      <a:pt x="218" y="318"/>
                    </a:lnTo>
                    <a:lnTo>
                      <a:pt x="218" y="318"/>
                    </a:lnTo>
                    <a:lnTo>
                      <a:pt x="221" y="318"/>
                    </a:lnTo>
                    <a:lnTo>
                      <a:pt x="221" y="318"/>
                    </a:lnTo>
                    <a:lnTo>
                      <a:pt x="221" y="318"/>
                    </a:lnTo>
                    <a:lnTo>
                      <a:pt x="218" y="318"/>
                    </a:lnTo>
                    <a:lnTo>
                      <a:pt x="218" y="320"/>
                    </a:lnTo>
                    <a:lnTo>
                      <a:pt x="218" y="320"/>
                    </a:lnTo>
                    <a:lnTo>
                      <a:pt x="218" y="320"/>
                    </a:lnTo>
                    <a:lnTo>
                      <a:pt x="216" y="320"/>
                    </a:lnTo>
                    <a:lnTo>
                      <a:pt x="216" y="320"/>
                    </a:lnTo>
                    <a:lnTo>
                      <a:pt x="216" y="320"/>
                    </a:lnTo>
                    <a:lnTo>
                      <a:pt x="216" y="322"/>
                    </a:lnTo>
                    <a:lnTo>
                      <a:pt x="216" y="322"/>
                    </a:lnTo>
                    <a:lnTo>
                      <a:pt x="216" y="322"/>
                    </a:lnTo>
                    <a:lnTo>
                      <a:pt x="214" y="322"/>
                    </a:lnTo>
                    <a:lnTo>
                      <a:pt x="214" y="322"/>
                    </a:lnTo>
                    <a:lnTo>
                      <a:pt x="211" y="322"/>
                    </a:lnTo>
                    <a:lnTo>
                      <a:pt x="211" y="322"/>
                    </a:lnTo>
                    <a:lnTo>
                      <a:pt x="211" y="322"/>
                    </a:lnTo>
                    <a:lnTo>
                      <a:pt x="209" y="322"/>
                    </a:lnTo>
                    <a:lnTo>
                      <a:pt x="209" y="322"/>
                    </a:lnTo>
                    <a:lnTo>
                      <a:pt x="209" y="322"/>
                    </a:lnTo>
                    <a:lnTo>
                      <a:pt x="209" y="322"/>
                    </a:lnTo>
                    <a:lnTo>
                      <a:pt x="209" y="320"/>
                    </a:lnTo>
                    <a:lnTo>
                      <a:pt x="209" y="320"/>
                    </a:lnTo>
                    <a:lnTo>
                      <a:pt x="209" y="318"/>
                    </a:lnTo>
                    <a:lnTo>
                      <a:pt x="206" y="318"/>
                    </a:lnTo>
                    <a:lnTo>
                      <a:pt x="206" y="318"/>
                    </a:lnTo>
                    <a:lnTo>
                      <a:pt x="204" y="318"/>
                    </a:lnTo>
                    <a:lnTo>
                      <a:pt x="204" y="320"/>
                    </a:lnTo>
                    <a:lnTo>
                      <a:pt x="204" y="320"/>
                    </a:lnTo>
                    <a:lnTo>
                      <a:pt x="204" y="320"/>
                    </a:lnTo>
                    <a:lnTo>
                      <a:pt x="202" y="320"/>
                    </a:lnTo>
                    <a:lnTo>
                      <a:pt x="202" y="320"/>
                    </a:lnTo>
                    <a:lnTo>
                      <a:pt x="202" y="320"/>
                    </a:lnTo>
                    <a:lnTo>
                      <a:pt x="199" y="320"/>
                    </a:lnTo>
                    <a:lnTo>
                      <a:pt x="199" y="320"/>
                    </a:lnTo>
                    <a:lnTo>
                      <a:pt x="199" y="320"/>
                    </a:lnTo>
                    <a:lnTo>
                      <a:pt x="197" y="320"/>
                    </a:lnTo>
                    <a:lnTo>
                      <a:pt x="197" y="322"/>
                    </a:lnTo>
                    <a:lnTo>
                      <a:pt x="197" y="322"/>
                    </a:lnTo>
                    <a:lnTo>
                      <a:pt x="197" y="325"/>
                    </a:lnTo>
                    <a:lnTo>
                      <a:pt x="197" y="325"/>
                    </a:lnTo>
                    <a:lnTo>
                      <a:pt x="197" y="325"/>
                    </a:lnTo>
                    <a:lnTo>
                      <a:pt x="195" y="325"/>
                    </a:lnTo>
                    <a:lnTo>
                      <a:pt x="195" y="325"/>
                    </a:lnTo>
                    <a:lnTo>
                      <a:pt x="192" y="325"/>
                    </a:lnTo>
                    <a:lnTo>
                      <a:pt x="192" y="325"/>
                    </a:lnTo>
                    <a:lnTo>
                      <a:pt x="192" y="325"/>
                    </a:lnTo>
                    <a:lnTo>
                      <a:pt x="190" y="325"/>
                    </a:lnTo>
                    <a:lnTo>
                      <a:pt x="190" y="325"/>
                    </a:lnTo>
                    <a:lnTo>
                      <a:pt x="190" y="325"/>
                    </a:lnTo>
                    <a:lnTo>
                      <a:pt x="190" y="322"/>
                    </a:lnTo>
                    <a:lnTo>
                      <a:pt x="187" y="322"/>
                    </a:lnTo>
                    <a:lnTo>
                      <a:pt x="187" y="322"/>
                    </a:lnTo>
                    <a:lnTo>
                      <a:pt x="187" y="322"/>
                    </a:lnTo>
                    <a:lnTo>
                      <a:pt x="185" y="322"/>
                    </a:lnTo>
                    <a:lnTo>
                      <a:pt x="185" y="322"/>
                    </a:lnTo>
                    <a:lnTo>
                      <a:pt x="185" y="322"/>
                    </a:lnTo>
                    <a:lnTo>
                      <a:pt x="185" y="320"/>
                    </a:lnTo>
                    <a:lnTo>
                      <a:pt x="183" y="320"/>
                    </a:lnTo>
                    <a:lnTo>
                      <a:pt x="183" y="322"/>
                    </a:lnTo>
                    <a:lnTo>
                      <a:pt x="183" y="322"/>
                    </a:lnTo>
                    <a:lnTo>
                      <a:pt x="183" y="322"/>
                    </a:lnTo>
                    <a:lnTo>
                      <a:pt x="180" y="322"/>
                    </a:lnTo>
                    <a:lnTo>
                      <a:pt x="180" y="322"/>
                    </a:lnTo>
                    <a:lnTo>
                      <a:pt x="178" y="322"/>
                    </a:lnTo>
                    <a:lnTo>
                      <a:pt x="178" y="322"/>
                    </a:lnTo>
                    <a:lnTo>
                      <a:pt x="178" y="322"/>
                    </a:lnTo>
                    <a:lnTo>
                      <a:pt x="176" y="322"/>
                    </a:lnTo>
                    <a:lnTo>
                      <a:pt x="176" y="322"/>
                    </a:lnTo>
                    <a:lnTo>
                      <a:pt x="176" y="322"/>
                    </a:lnTo>
                    <a:lnTo>
                      <a:pt x="173" y="322"/>
                    </a:lnTo>
                    <a:lnTo>
                      <a:pt x="173" y="320"/>
                    </a:lnTo>
                    <a:lnTo>
                      <a:pt x="173" y="320"/>
                    </a:lnTo>
                    <a:lnTo>
                      <a:pt x="173" y="322"/>
                    </a:lnTo>
                    <a:lnTo>
                      <a:pt x="171" y="322"/>
                    </a:lnTo>
                    <a:lnTo>
                      <a:pt x="171" y="322"/>
                    </a:lnTo>
                    <a:lnTo>
                      <a:pt x="171" y="322"/>
                    </a:lnTo>
                    <a:lnTo>
                      <a:pt x="171" y="322"/>
                    </a:lnTo>
                    <a:lnTo>
                      <a:pt x="171" y="320"/>
                    </a:lnTo>
                    <a:lnTo>
                      <a:pt x="171" y="320"/>
                    </a:lnTo>
                    <a:lnTo>
                      <a:pt x="169" y="320"/>
                    </a:lnTo>
                    <a:lnTo>
                      <a:pt x="169" y="322"/>
                    </a:lnTo>
                    <a:lnTo>
                      <a:pt x="169" y="322"/>
                    </a:lnTo>
                    <a:lnTo>
                      <a:pt x="169" y="325"/>
                    </a:lnTo>
                    <a:lnTo>
                      <a:pt x="169" y="325"/>
                    </a:lnTo>
                    <a:lnTo>
                      <a:pt x="169" y="325"/>
                    </a:lnTo>
                    <a:lnTo>
                      <a:pt x="169" y="325"/>
                    </a:lnTo>
                    <a:lnTo>
                      <a:pt x="169" y="325"/>
                    </a:lnTo>
                    <a:lnTo>
                      <a:pt x="169" y="325"/>
                    </a:lnTo>
                    <a:lnTo>
                      <a:pt x="169" y="327"/>
                    </a:lnTo>
                    <a:lnTo>
                      <a:pt x="166" y="327"/>
                    </a:lnTo>
                    <a:lnTo>
                      <a:pt x="166" y="327"/>
                    </a:lnTo>
                    <a:lnTo>
                      <a:pt x="166" y="327"/>
                    </a:lnTo>
                    <a:lnTo>
                      <a:pt x="164" y="327"/>
                    </a:lnTo>
                    <a:lnTo>
                      <a:pt x="164" y="327"/>
                    </a:lnTo>
                    <a:lnTo>
                      <a:pt x="164" y="327"/>
                    </a:lnTo>
                    <a:lnTo>
                      <a:pt x="164" y="327"/>
                    </a:lnTo>
                    <a:lnTo>
                      <a:pt x="164" y="325"/>
                    </a:lnTo>
                    <a:lnTo>
                      <a:pt x="161" y="325"/>
                    </a:lnTo>
                    <a:lnTo>
                      <a:pt x="161" y="325"/>
                    </a:lnTo>
                    <a:lnTo>
                      <a:pt x="161" y="327"/>
                    </a:lnTo>
                    <a:lnTo>
                      <a:pt x="159" y="327"/>
                    </a:lnTo>
                    <a:lnTo>
                      <a:pt x="159" y="327"/>
                    </a:lnTo>
                    <a:lnTo>
                      <a:pt x="161" y="327"/>
                    </a:lnTo>
                    <a:lnTo>
                      <a:pt x="161" y="327"/>
                    </a:lnTo>
                    <a:lnTo>
                      <a:pt x="161" y="329"/>
                    </a:lnTo>
                    <a:lnTo>
                      <a:pt x="164" y="329"/>
                    </a:lnTo>
                    <a:lnTo>
                      <a:pt x="164" y="329"/>
                    </a:lnTo>
                    <a:lnTo>
                      <a:pt x="164" y="329"/>
                    </a:lnTo>
                    <a:lnTo>
                      <a:pt x="164" y="329"/>
                    </a:lnTo>
                    <a:lnTo>
                      <a:pt x="164" y="329"/>
                    </a:lnTo>
                    <a:lnTo>
                      <a:pt x="164" y="329"/>
                    </a:lnTo>
                    <a:lnTo>
                      <a:pt x="161" y="329"/>
                    </a:lnTo>
                    <a:lnTo>
                      <a:pt x="161" y="329"/>
                    </a:lnTo>
                    <a:lnTo>
                      <a:pt x="159" y="329"/>
                    </a:lnTo>
                    <a:lnTo>
                      <a:pt x="159" y="329"/>
                    </a:lnTo>
                    <a:lnTo>
                      <a:pt x="159" y="329"/>
                    </a:lnTo>
                    <a:lnTo>
                      <a:pt x="159" y="329"/>
                    </a:lnTo>
                    <a:lnTo>
                      <a:pt x="157" y="329"/>
                    </a:lnTo>
                    <a:lnTo>
                      <a:pt x="157" y="332"/>
                    </a:lnTo>
                    <a:lnTo>
                      <a:pt x="157" y="332"/>
                    </a:lnTo>
                    <a:lnTo>
                      <a:pt x="157" y="332"/>
                    </a:lnTo>
                    <a:lnTo>
                      <a:pt x="157" y="332"/>
                    </a:lnTo>
                    <a:lnTo>
                      <a:pt x="157" y="334"/>
                    </a:lnTo>
                    <a:lnTo>
                      <a:pt x="157" y="334"/>
                    </a:lnTo>
                    <a:lnTo>
                      <a:pt x="157" y="334"/>
                    </a:lnTo>
                    <a:lnTo>
                      <a:pt x="157" y="337"/>
                    </a:lnTo>
                    <a:lnTo>
                      <a:pt x="157" y="337"/>
                    </a:lnTo>
                    <a:lnTo>
                      <a:pt x="157" y="337"/>
                    </a:lnTo>
                    <a:lnTo>
                      <a:pt x="154" y="337"/>
                    </a:lnTo>
                    <a:lnTo>
                      <a:pt x="154" y="337"/>
                    </a:lnTo>
                    <a:lnTo>
                      <a:pt x="152" y="337"/>
                    </a:lnTo>
                    <a:lnTo>
                      <a:pt x="152" y="337"/>
                    </a:lnTo>
                    <a:lnTo>
                      <a:pt x="152" y="334"/>
                    </a:lnTo>
                    <a:lnTo>
                      <a:pt x="152" y="334"/>
                    </a:lnTo>
                    <a:lnTo>
                      <a:pt x="152" y="334"/>
                    </a:lnTo>
                    <a:lnTo>
                      <a:pt x="152" y="334"/>
                    </a:lnTo>
                    <a:lnTo>
                      <a:pt x="152" y="332"/>
                    </a:lnTo>
                    <a:lnTo>
                      <a:pt x="150" y="332"/>
                    </a:lnTo>
                    <a:lnTo>
                      <a:pt x="150" y="334"/>
                    </a:lnTo>
                    <a:lnTo>
                      <a:pt x="150" y="334"/>
                    </a:lnTo>
                    <a:lnTo>
                      <a:pt x="150" y="334"/>
                    </a:lnTo>
                    <a:lnTo>
                      <a:pt x="147" y="334"/>
                    </a:lnTo>
                    <a:lnTo>
                      <a:pt x="147" y="334"/>
                    </a:lnTo>
                    <a:lnTo>
                      <a:pt x="145" y="334"/>
                    </a:lnTo>
                    <a:lnTo>
                      <a:pt x="145" y="334"/>
                    </a:lnTo>
                    <a:lnTo>
                      <a:pt x="145" y="332"/>
                    </a:lnTo>
                    <a:lnTo>
                      <a:pt x="145" y="332"/>
                    </a:lnTo>
                    <a:lnTo>
                      <a:pt x="143" y="332"/>
                    </a:lnTo>
                    <a:lnTo>
                      <a:pt x="143" y="332"/>
                    </a:lnTo>
                    <a:lnTo>
                      <a:pt x="143" y="332"/>
                    </a:lnTo>
                    <a:lnTo>
                      <a:pt x="143" y="332"/>
                    </a:lnTo>
                    <a:lnTo>
                      <a:pt x="143" y="329"/>
                    </a:lnTo>
                    <a:lnTo>
                      <a:pt x="140" y="329"/>
                    </a:lnTo>
                    <a:lnTo>
                      <a:pt x="140" y="329"/>
                    </a:lnTo>
                    <a:lnTo>
                      <a:pt x="140" y="329"/>
                    </a:lnTo>
                    <a:lnTo>
                      <a:pt x="140" y="329"/>
                    </a:lnTo>
                    <a:lnTo>
                      <a:pt x="140" y="327"/>
                    </a:lnTo>
                    <a:lnTo>
                      <a:pt x="140" y="327"/>
                    </a:lnTo>
                    <a:lnTo>
                      <a:pt x="138" y="327"/>
                    </a:lnTo>
                    <a:lnTo>
                      <a:pt x="138" y="325"/>
                    </a:lnTo>
                    <a:lnTo>
                      <a:pt x="138" y="325"/>
                    </a:lnTo>
                    <a:lnTo>
                      <a:pt x="138" y="322"/>
                    </a:lnTo>
                    <a:lnTo>
                      <a:pt x="138" y="322"/>
                    </a:lnTo>
                    <a:lnTo>
                      <a:pt x="138" y="322"/>
                    </a:lnTo>
                    <a:lnTo>
                      <a:pt x="138" y="320"/>
                    </a:lnTo>
                    <a:lnTo>
                      <a:pt x="138" y="320"/>
                    </a:lnTo>
                    <a:lnTo>
                      <a:pt x="138" y="318"/>
                    </a:lnTo>
                    <a:lnTo>
                      <a:pt x="138" y="318"/>
                    </a:lnTo>
                    <a:lnTo>
                      <a:pt x="138" y="318"/>
                    </a:lnTo>
                    <a:lnTo>
                      <a:pt x="138" y="318"/>
                    </a:lnTo>
                    <a:lnTo>
                      <a:pt x="138" y="315"/>
                    </a:lnTo>
                    <a:lnTo>
                      <a:pt x="135" y="315"/>
                    </a:lnTo>
                    <a:lnTo>
                      <a:pt x="135" y="315"/>
                    </a:lnTo>
                    <a:lnTo>
                      <a:pt x="135" y="313"/>
                    </a:lnTo>
                    <a:lnTo>
                      <a:pt x="135" y="313"/>
                    </a:lnTo>
                    <a:lnTo>
                      <a:pt x="135" y="313"/>
                    </a:lnTo>
                    <a:lnTo>
                      <a:pt x="135" y="311"/>
                    </a:lnTo>
                    <a:lnTo>
                      <a:pt x="135" y="311"/>
                    </a:lnTo>
                    <a:lnTo>
                      <a:pt x="133" y="311"/>
                    </a:lnTo>
                    <a:lnTo>
                      <a:pt x="133" y="311"/>
                    </a:lnTo>
                    <a:lnTo>
                      <a:pt x="133" y="308"/>
                    </a:lnTo>
                    <a:lnTo>
                      <a:pt x="133" y="308"/>
                    </a:lnTo>
                    <a:lnTo>
                      <a:pt x="131" y="308"/>
                    </a:lnTo>
                    <a:lnTo>
                      <a:pt x="131" y="308"/>
                    </a:lnTo>
                    <a:lnTo>
                      <a:pt x="131" y="308"/>
                    </a:lnTo>
                    <a:lnTo>
                      <a:pt x="131" y="308"/>
                    </a:lnTo>
                    <a:lnTo>
                      <a:pt x="128" y="308"/>
                    </a:lnTo>
                    <a:lnTo>
                      <a:pt x="128" y="308"/>
                    </a:lnTo>
                    <a:lnTo>
                      <a:pt x="128" y="308"/>
                    </a:lnTo>
                    <a:lnTo>
                      <a:pt x="126" y="308"/>
                    </a:lnTo>
                    <a:lnTo>
                      <a:pt x="126" y="308"/>
                    </a:lnTo>
                    <a:lnTo>
                      <a:pt x="126" y="308"/>
                    </a:lnTo>
                    <a:lnTo>
                      <a:pt x="126" y="308"/>
                    </a:lnTo>
                    <a:lnTo>
                      <a:pt x="124" y="308"/>
                    </a:lnTo>
                    <a:lnTo>
                      <a:pt x="124" y="308"/>
                    </a:lnTo>
                    <a:lnTo>
                      <a:pt x="124" y="308"/>
                    </a:lnTo>
                    <a:lnTo>
                      <a:pt x="124" y="306"/>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4" name="Freeform 92"/>
              <p:cNvSpPr>
                <a:spLocks/>
              </p:cNvSpPr>
              <p:nvPr/>
            </p:nvSpPr>
            <p:spPr bwMode="auto">
              <a:xfrm>
                <a:off x="2137" y="1817"/>
                <a:ext cx="311" cy="337"/>
              </a:xfrm>
              <a:custGeom>
                <a:avLst/>
                <a:gdLst/>
                <a:ahLst/>
                <a:cxnLst>
                  <a:cxn ang="0">
                    <a:pos x="114" y="292"/>
                  </a:cxn>
                  <a:cxn ang="0">
                    <a:pos x="93" y="296"/>
                  </a:cxn>
                  <a:cxn ang="0">
                    <a:pos x="74" y="296"/>
                  </a:cxn>
                  <a:cxn ang="0">
                    <a:pos x="55" y="299"/>
                  </a:cxn>
                  <a:cxn ang="0">
                    <a:pos x="34" y="299"/>
                  </a:cxn>
                  <a:cxn ang="0">
                    <a:pos x="17" y="303"/>
                  </a:cxn>
                  <a:cxn ang="0">
                    <a:pos x="19" y="277"/>
                  </a:cxn>
                  <a:cxn ang="0">
                    <a:pos x="34" y="263"/>
                  </a:cxn>
                  <a:cxn ang="0">
                    <a:pos x="50" y="254"/>
                  </a:cxn>
                  <a:cxn ang="0">
                    <a:pos x="43" y="239"/>
                  </a:cxn>
                  <a:cxn ang="0">
                    <a:pos x="36" y="218"/>
                  </a:cxn>
                  <a:cxn ang="0">
                    <a:pos x="17" y="206"/>
                  </a:cxn>
                  <a:cxn ang="0">
                    <a:pos x="5" y="187"/>
                  </a:cxn>
                  <a:cxn ang="0">
                    <a:pos x="15" y="185"/>
                  </a:cxn>
                  <a:cxn ang="0">
                    <a:pos x="36" y="192"/>
                  </a:cxn>
                  <a:cxn ang="0">
                    <a:pos x="60" y="190"/>
                  </a:cxn>
                  <a:cxn ang="0">
                    <a:pos x="81" y="187"/>
                  </a:cxn>
                  <a:cxn ang="0">
                    <a:pos x="105" y="183"/>
                  </a:cxn>
                  <a:cxn ang="0">
                    <a:pos x="116" y="171"/>
                  </a:cxn>
                  <a:cxn ang="0">
                    <a:pos x="124" y="147"/>
                  </a:cxn>
                  <a:cxn ang="0">
                    <a:pos x="145" y="142"/>
                  </a:cxn>
                  <a:cxn ang="0">
                    <a:pos x="154" y="133"/>
                  </a:cxn>
                  <a:cxn ang="0">
                    <a:pos x="171" y="135"/>
                  </a:cxn>
                  <a:cxn ang="0">
                    <a:pos x="180" y="119"/>
                  </a:cxn>
                  <a:cxn ang="0">
                    <a:pos x="187" y="97"/>
                  </a:cxn>
                  <a:cxn ang="0">
                    <a:pos x="202" y="88"/>
                  </a:cxn>
                  <a:cxn ang="0">
                    <a:pos x="197" y="74"/>
                  </a:cxn>
                  <a:cxn ang="0">
                    <a:pos x="221" y="71"/>
                  </a:cxn>
                  <a:cxn ang="0">
                    <a:pos x="225" y="52"/>
                  </a:cxn>
                  <a:cxn ang="0">
                    <a:pos x="230" y="36"/>
                  </a:cxn>
                  <a:cxn ang="0">
                    <a:pos x="225" y="19"/>
                  </a:cxn>
                  <a:cxn ang="0">
                    <a:pos x="240" y="10"/>
                  </a:cxn>
                  <a:cxn ang="0">
                    <a:pos x="258" y="2"/>
                  </a:cxn>
                  <a:cxn ang="0">
                    <a:pos x="277" y="2"/>
                  </a:cxn>
                  <a:cxn ang="0">
                    <a:pos x="263" y="10"/>
                  </a:cxn>
                  <a:cxn ang="0">
                    <a:pos x="251" y="26"/>
                  </a:cxn>
                  <a:cxn ang="0">
                    <a:pos x="268" y="33"/>
                  </a:cxn>
                  <a:cxn ang="0">
                    <a:pos x="282" y="45"/>
                  </a:cxn>
                  <a:cxn ang="0">
                    <a:pos x="270" y="62"/>
                  </a:cxn>
                  <a:cxn ang="0">
                    <a:pos x="275" y="88"/>
                  </a:cxn>
                  <a:cxn ang="0">
                    <a:pos x="285" y="102"/>
                  </a:cxn>
                  <a:cxn ang="0">
                    <a:pos x="296" y="111"/>
                  </a:cxn>
                  <a:cxn ang="0">
                    <a:pos x="311" y="121"/>
                  </a:cxn>
                  <a:cxn ang="0">
                    <a:pos x="294" y="133"/>
                  </a:cxn>
                  <a:cxn ang="0">
                    <a:pos x="292" y="152"/>
                  </a:cxn>
                  <a:cxn ang="0">
                    <a:pos x="282" y="171"/>
                  </a:cxn>
                  <a:cxn ang="0">
                    <a:pos x="266" y="185"/>
                  </a:cxn>
                  <a:cxn ang="0">
                    <a:pos x="254" y="204"/>
                  </a:cxn>
                  <a:cxn ang="0">
                    <a:pos x="242" y="220"/>
                  </a:cxn>
                  <a:cxn ang="0">
                    <a:pos x="223" y="230"/>
                  </a:cxn>
                  <a:cxn ang="0">
                    <a:pos x="204" y="228"/>
                  </a:cxn>
                  <a:cxn ang="0">
                    <a:pos x="192" y="244"/>
                  </a:cxn>
                  <a:cxn ang="0">
                    <a:pos x="192" y="261"/>
                  </a:cxn>
                  <a:cxn ang="0">
                    <a:pos x="199" y="280"/>
                  </a:cxn>
                  <a:cxn ang="0">
                    <a:pos x="211" y="296"/>
                  </a:cxn>
                  <a:cxn ang="0">
                    <a:pos x="218" y="318"/>
                  </a:cxn>
                  <a:cxn ang="0">
                    <a:pos x="204" y="320"/>
                  </a:cxn>
                  <a:cxn ang="0">
                    <a:pos x="183" y="322"/>
                  </a:cxn>
                  <a:cxn ang="0">
                    <a:pos x="166" y="327"/>
                  </a:cxn>
                  <a:cxn ang="0">
                    <a:pos x="157" y="332"/>
                  </a:cxn>
                  <a:cxn ang="0">
                    <a:pos x="140" y="329"/>
                  </a:cxn>
                  <a:cxn ang="0">
                    <a:pos x="131" y="308"/>
                  </a:cxn>
                </a:cxnLst>
                <a:rect l="0" t="0" r="r" b="b"/>
                <a:pathLst>
                  <a:path w="311" h="337">
                    <a:moveTo>
                      <a:pt x="124" y="306"/>
                    </a:moveTo>
                    <a:lnTo>
                      <a:pt x="124" y="306"/>
                    </a:lnTo>
                    <a:lnTo>
                      <a:pt x="124" y="306"/>
                    </a:lnTo>
                    <a:lnTo>
                      <a:pt x="124" y="303"/>
                    </a:lnTo>
                    <a:lnTo>
                      <a:pt x="124" y="303"/>
                    </a:lnTo>
                    <a:lnTo>
                      <a:pt x="124" y="301"/>
                    </a:lnTo>
                    <a:lnTo>
                      <a:pt x="124" y="301"/>
                    </a:lnTo>
                    <a:lnTo>
                      <a:pt x="124" y="299"/>
                    </a:lnTo>
                    <a:lnTo>
                      <a:pt x="126" y="299"/>
                    </a:lnTo>
                    <a:lnTo>
                      <a:pt x="126" y="299"/>
                    </a:lnTo>
                    <a:lnTo>
                      <a:pt x="126" y="299"/>
                    </a:lnTo>
                    <a:lnTo>
                      <a:pt x="124" y="299"/>
                    </a:lnTo>
                    <a:lnTo>
                      <a:pt x="124" y="296"/>
                    </a:lnTo>
                    <a:lnTo>
                      <a:pt x="124" y="296"/>
                    </a:lnTo>
                    <a:lnTo>
                      <a:pt x="124" y="296"/>
                    </a:lnTo>
                    <a:lnTo>
                      <a:pt x="124" y="296"/>
                    </a:lnTo>
                    <a:lnTo>
                      <a:pt x="124" y="294"/>
                    </a:lnTo>
                    <a:lnTo>
                      <a:pt x="121" y="294"/>
                    </a:lnTo>
                    <a:lnTo>
                      <a:pt x="121" y="294"/>
                    </a:lnTo>
                    <a:lnTo>
                      <a:pt x="121" y="294"/>
                    </a:lnTo>
                    <a:lnTo>
                      <a:pt x="119" y="294"/>
                    </a:lnTo>
                    <a:lnTo>
                      <a:pt x="119" y="292"/>
                    </a:lnTo>
                    <a:lnTo>
                      <a:pt x="119" y="292"/>
                    </a:lnTo>
                    <a:lnTo>
                      <a:pt x="119" y="292"/>
                    </a:lnTo>
                    <a:lnTo>
                      <a:pt x="116" y="292"/>
                    </a:lnTo>
                    <a:lnTo>
                      <a:pt x="116" y="292"/>
                    </a:lnTo>
                    <a:lnTo>
                      <a:pt x="116" y="292"/>
                    </a:lnTo>
                    <a:lnTo>
                      <a:pt x="116" y="292"/>
                    </a:lnTo>
                    <a:lnTo>
                      <a:pt x="114" y="292"/>
                    </a:lnTo>
                    <a:lnTo>
                      <a:pt x="114" y="292"/>
                    </a:lnTo>
                    <a:lnTo>
                      <a:pt x="114" y="292"/>
                    </a:lnTo>
                    <a:lnTo>
                      <a:pt x="112" y="292"/>
                    </a:lnTo>
                    <a:lnTo>
                      <a:pt x="112" y="292"/>
                    </a:lnTo>
                    <a:lnTo>
                      <a:pt x="112" y="292"/>
                    </a:lnTo>
                    <a:lnTo>
                      <a:pt x="109" y="292"/>
                    </a:lnTo>
                    <a:lnTo>
                      <a:pt x="109" y="294"/>
                    </a:lnTo>
                    <a:lnTo>
                      <a:pt x="109" y="294"/>
                    </a:lnTo>
                    <a:lnTo>
                      <a:pt x="109" y="294"/>
                    </a:lnTo>
                    <a:lnTo>
                      <a:pt x="107" y="294"/>
                    </a:lnTo>
                    <a:lnTo>
                      <a:pt x="107" y="292"/>
                    </a:lnTo>
                    <a:lnTo>
                      <a:pt x="107" y="292"/>
                    </a:lnTo>
                    <a:lnTo>
                      <a:pt x="107" y="294"/>
                    </a:lnTo>
                    <a:lnTo>
                      <a:pt x="105" y="294"/>
                    </a:lnTo>
                    <a:lnTo>
                      <a:pt x="105" y="294"/>
                    </a:lnTo>
                    <a:lnTo>
                      <a:pt x="105" y="294"/>
                    </a:lnTo>
                    <a:lnTo>
                      <a:pt x="105" y="294"/>
                    </a:lnTo>
                    <a:lnTo>
                      <a:pt x="102" y="294"/>
                    </a:lnTo>
                    <a:lnTo>
                      <a:pt x="102" y="294"/>
                    </a:lnTo>
                    <a:lnTo>
                      <a:pt x="102" y="294"/>
                    </a:lnTo>
                    <a:lnTo>
                      <a:pt x="100" y="294"/>
                    </a:lnTo>
                    <a:lnTo>
                      <a:pt x="100" y="294"/>
                    </a:lnTo>
                    <a:lnTo>
                      <a:pt x="98" y="294"/>
                    </a:lnTo>
                    <a:lnTo>
                      <a:pt x="98" y="294"/>
                    </a:lnTo>
                    <a:lnTo>
                      <a:pt x="98" y="294"/>
                    </a:lnTo>
                    <a:lnTo>
                      <a:pt x="98" y="294"/>
                    </a:lnTo>
                    <a:lnTo>
                      <a:pt x="95" y="294"/>
                    </a:lnTo>
                    <a:lnTo>
                      <a:pt x="95" y="294"/>
                    </a:lnTo>
                    <a:lnTo>
                      <a:pt x="93" y="294"/>
                    </a:lnTo>
                    <a:lnTo>
                      <a:pt x="93" y="294"/>
                    </a:lnTo>
                    <a:lnTo>
                      <a:pt x="93" y="296"/>
                    </a:lnTo>
                    <a:lnTo>
                      <a:pt x="93" y="296"/>
                    </a:lnTo>
                    <a:lnTo>
                      <a:pt x="93" y="296"/>
                    </a:lnTo>
                    <a:lnTo>
                      <a:pt x="90" y="296"/>
                    </a:lnTo>
                    <a:lnTo>
                      <a:pt x="90" y="296"/>
                    </a:lnTo>
                    <a:lnTo>
                      <a:pt x="90" y="296"/>
                    </a:lnTo>
                    <a:lnTo>
                      <a:pt x="88" y="296"/>
                    </a:lnTo>
                    <a:lnTo>
                      <a:pt x="88" y="296"/>
                    </a:lnTo>
                    <a:lnTo>
                      <a:pt x="86" y="296"/>
                    </a:lnTo>
                    <a:lnTo>
                      <a:pt x="86" y="296"/>
                    </a:lnTo>
                    <a:lnTo>
                      <a:pt x="86" y="296"/>
                    </a:lnTo>
                    <a:lnTo>
                      <a:pt x="83" y="296"/>
                    </a:lnTo>
                    <a:lnTo>
                      <a:pt x="83" y="296"/>
                    </a:lnTo>
                    <a:lnTo>
                      <a:pt x="83" y="296"/>
                    </a:lnTo>
                    <a:lnTo>
                      <a:pt x="83" y="296"/>
                    </a:lnTo>
                    <a:lnTo>
                      <a:pt x="81" y="296"/>
                    </a:lnTo>
                    <a:lnTo>
                      <a:pt x="81" y="299"/>
                    </a:lnTo>
                    <a:lnTo>
                      <a:pt x="83" y="299"/>
                    </a:lnTo>
                    <a:lnTo>
                      <a:pt x="83" y="299"/>
                    </a:lnTo>
                    <a:lnTo>
                      <a:pt x="83" y="299"/>
                    </a:lnTo>
                    <a:lnTo>
                      <a:pt x="81" y="299"/>
                    </a:lnTo>
                    <a:lnTo>
                      <a:pt x="81" y="299"/>
                    </a:lnTo>
                    <a:lnTo>
                      <a:pt x="79" y="299"/>
                    </a:lnTo>
                    <a:lnTo>
                      <a:pt x="79" y="299"/>
                    </a:lnTo>
                    <a:lnTo>
                      <a:pt x="79" y="299"/>
                    </a:lnTo>
                    <a:lnTo>
                      <a:pt x="79" y="299"/>
                    </a:lnTo>
                    <a:lnTo>
                      <a:pt x="79" y="296"/>
                    </a:lnTo>
                    <a:lnTo>
                      <a:pt x="79" y="296"/>
                    </a:lnTo>
                    <a:lnTo>
                      <a:pt x="79" y="299"/>
                    </a:lnTo>
                    <a:lnTo>
                      <a:pt x="76" y="299"/>
                    </a:lnTo>
                    <a:lnTo>
                      <a:pt x="76" y="299"/>
                    </a:lnTo>
                    <a:lnTo>
                      <a:pt x="76" y="299"/>
                    </a:lnTo>
                    <a:lnTo>
                      <a:pt x="76" y="296"/>
                    </a:lnTo>
                    <a:lnTo>
                      <a:pt x="74" y="296"/>
                    </a:lnTo>
                    <a:lnTo>
                      <a:pt x="74" y="296"/>
                    </a:lnTo>
                    <a:lnTo>
                      <a:pt x="74" y="296"/>
                    </a:lnTo>
                    <a:lnTo>
                      <a:pt x="72" y="296"/>
                    </a:lnTo>
                    <a:lnTo>
                      <a:pt x="72" y="296"/>
                    </a:lnTo>
                    <a:lnTo>
                      <a:pt x="72" y="296"/>
                    </a:lnTo>
                    <a:lnTo>
                      <a:pt x="69" y="296"/>
                    </a:lnTo>
                    <a:lnTo>
                      <a:pt x="69" y="296"/>
                    </a:lnTo>
                    <a:lnTo>
                      <a:pt x="69" y="296"/>
                    </a:lnTo>
                    <a:lnTo>
                      <a:pt x="69" y="294"/>
                    </a:lnTo>
                    <a:lnTo>
                      <a:pt x="67" y="294"/>
                    </a:lnTo>
                    <a:lnTo>
                      <a:pt x="67" y="294"/>
                    </a:lnTo>
                    <a:lnTo>
                      <a:pt x="64" y="294"/>
                    </a:lnTo>
                    <a:lnTo>
                      <a:pt x="64" y="294"/>
                    </a:lnTo>
                    <a:lnTo>
                      <a:pt x="64" y="294"/>
                    </a:lnTo>
                    <a:lnTo>
                      <a:pt x="62" y="294"/>
                    </a:lnTo>
                    <a:lnTo>
                      <a:pt x="62" y="294"/>
                    </a:lnTo>
                    <a:lnTo>
                      <a:pt x="62" y="294"/>
                    </a:lnTo>
                    <a:lnTo>
                      <a:pt x="62" y="294"/>
                    </a:lnTo>
                    <a:lnTo>
                      <a:pt x="60" y="294"/>
                    </a:lnTo>
                    <a:lnTo>
                      <a:pt x="60" y="294"/>
                    </a:lnTo>
                    <a:lnTo>
                      <a:pt x="60" y="294"/>
                    </a:lnTo>
                    <a:lnTo>
                      <a:pt x="57" y="294"/>
                    </a:lnTo>
                    <a:lnTo>
                      <a:pt x="57" y="294"/>
                    </a:lnTo>
                    <a:lnTo>
                      <a:pt x="57" y="296"/>
                    </a:lnTo>
                    <a:lnTo>
                      <a:pt x="57" y="296"/>
                    </a:lnTo>
                    <a:lnTo>
                      <a:pt x="57" y="296"/>
                    </a:lnTo>
                    <a:lnTo>
                      <a:pt x="57" y="296"/>
                    </a:lnTo>
                    <a:lnTo>
                      <a:pt x="57" y="299"/>
                    </a:lnTo>
                    <a:lnTo>
                      <a:pt x="57" y="299"/>
                    </a:lnTo>
                    <a:lnTo>
                      <a:pt x="57" y="299"/>
                    </a:lnTo>
                    <a:lnTo>
                      <a:pt x="55" y="299"/>
                    </a:lnTo>
                    <a:lnTo>
                      <a:pt x="55" y="299"/>
                    </a:lnTo>
                    <a:lnTo>
                      <a:pt x="55" y="299"/>
                    </a:lnTo>
                    <a:lnTo>
                      <a:pt x="53" y="299"/>
                    </a:lnTo>
                    <a:lnTo>
                      <a:pt x="53" y="299"/>
                    </a:lnTo>
                    <a:lnTo>
                      <a:pt x="53" y="299"/>
                    </a:lnTo>
                    <a:lnTo>
                      <a:pt x="50" y="299"/>
                    </a:lnTo>
                    <a:lnTo>
                      <a:pt x="50" y="299"/>
                    </a:lnTo>
                    <a:lnTo>
                      <a:pt x="50" y="299"/>
                    </a:lnTo>
                    <a:lnTo>
                      <a:pt x="50" y="296"/>
                    </a:lnTo>
                    <a:lnTo>
                      <a:pt x="48" y="296"/>
                    </a:lnTo>
                    <a:lnTo>
                      <a:pt x="48" y="299"/>
                    </a:lnTo>
                    <a:lnTo>
                      <a:pt x="48" y="299"/>
                    </a:lnTo>
                    <a:lnTo>
                      <a:pt x="45" y="299"/>
                    </a:lnTo>
                    <a:lnTo>
                      <a:pt x="45" y="299"/>
                    </a:lnTo>
                    <a:lnTo>
                      <a:pt x="45" y="299"/>
                    </a:lnTo>
                    <a:lnTo>
                      <a:pt x="43" y="299"/>
                    </a:lnTo>
                    <a:lnTo>
                      <a:pt x="43" y="299"/>
                    </a:lnTo>
                    <a:lnTo>
                      <a:pt x="43" y="299"/>
                    </a:lnTo>
                    <a:lnTo>
                      <a:pt x="41" y="299"/>
                    </a:lnTo>
                    <a:lnTo>
                      <a:pt x="41" y="299"/>
                    </a:lnTo>
                    <a:lnTo>
                      <a:pt x="41" y="296"/>
                    </a:lnTo>
                    <a:lnTo>
                      <a:pt x="38" y="296"/>
                    </a:lnTo>
                    <a:lnTo>
                      <a:pt x="38" y="296"/>
                    </a:lnTo>
                    <a:lnTo>
                      <a:pt x="38" y="296"/>
                    </a:lnTo>
                    <a:lnTo>
                      <a:pt x="36" y="296"/>
                    </a:lnTo>
                    <a:lnTo>
                      <a:pt x="36" y="296"/>
                    </a:lnTo>
                    <a:lnTo>
                      <a:pt x="36" y="296"/>
                    </a:lnTo>
                    <a:lnTo>
                      <a:pt x="36" y="299"/>
                    </a:lnTo>
                    <a:lnTo>
                      <a:pt x="34" y="299"/>
                    </a:lnTo>
                    <a:lnTo>
                      <a:pt x="34" y="299"/>
                    </a:lnTo>
                    <a:lnTo>
                      <a:pt x="34" y="299"/>
                    </a:lnTo>
                    <a:lnTo>
                      <a:pt x="31" y="299"/>
                    </a:lnTo>
                    <a:lnTo>
                      <a:pt x="31" y="299"/>
                    </a:lnTo>
                    <a:lnTo>
                      <a:pt x="34" y="299"/>
                    </a:lnTo>
                    <a:lnTo>
                      <a:pt x="34" y="301"/>
                    </a:lnTo>
                    <a:lnTo>
                      <a:pt x="31" y="301"/>
                    </a:lnTo>
                    <a:lnTo>
                      <a:pt x="31" y="301"/>
                    </a:lnTo>
                    <a:lnTo>
                      <a:pt x="31" y="301"/>
                    </a:lnTo>
                    <a:lnTo>
                      <a:pt x="29" y="301"/>
                    </a:lnTo>
                    <a:lnTo>
                      <a:pt x="29" y="299"/>
                    </a:lnTo>
                    <a:lnTo>
                      <a:pt x="31" y="299"/>
                    </a:lnTo>
                    <a:lnTo>
                      <a:pt x="31" y="299"/>
                    </a:lnTo>
                    <a:lnTo>
                      <a:pt x="29" y="299"/>
                    </a:lnTo>
                    <a:lnTo>
                      <a:pt x="29" y="299"/>
                    </a:lnTo>
                    <a:lnTo>
                      <a:pt x="29" y="299"/>
                    </a:lnTo>
                    <a:lnTo>
                      <a:pt x="29" y="299"/>
                    </a:lnTo>
                    <a:lnTo>
                      <a:pt x="29" y="299"/>
                    </a:lnTo>
                    <a:lnTo>
                      <a:pt x="27" y="299"/>
                    </a:lnTo>
                    <a:lnTo>
                      <a:pt x="27" y="299"/>
                    </a:lnTo>
                    <a:lnTo>
                      <a:pt x="27" y="301"/>
                    </a:lnTo>
                    <a:lnTo>
                      <a:pt x="27" y="301"/>
                    </a:lnTo>
                    <a:lnTo>
                      <a:pt x="24" y="301"/>
                    </a:lnTo>
                    <a:lnTo>
                      <a:pt x="24" y="301"/>
                    </a:lnTo>
                    <a:lnTo>
                      <a:pt x="24" y="301"/>
                    </a:lnTo>
                    <a:lnTo>
                      <a:pt x="22" y="301"/>
                    </a:lnTo>
                    <a:lnTo>
                      <a:pt x="22" y="301"/>
                    </a:lnTo>
                    <a:lnTo>
                      <a:pt x="22" y="301"/>
                    </a:lnTo>
                    <a:lnTo>
                      <a:pt x="22" y="303"/>
                    </a:lnTo>
                    <a:lnTo>
                      <a:pt x="19" y="303"/>
                    </a:lnTo>
                    <a:lnTo>
                      <a:pt x="19" y="303"/>
                    </a:lnTo>
                    <a:lnTo>
                      <a:pt x="19" y="303"/>
                    </a:lnTo>
                    <a:lnTo>
                      <a:pt x="17" y="303"/>
                    </a:lnTo>
                    <a:lnTo>
                      <a:pt x="17" y="301"/>
                    </a:lnTo>
                    <a:lnTo>
                      <a:pt x="17" y="301"/>
                    </a:lnTo>
                    <a:lnTo>
                      <a:pt x="17" y="299"/>
                    </a:lnTo>
                    <a:lnTo>
                      <a:pt x="17" y="299"/>
                    </a:lnTo>
                    <a:lnTo>
                      <a:pt x="17" y="299"/>
                    </a:lnTo>
                    <a:lnTo>
                      <a:pt x="17" y="299"/>
                    </a:lnTo>
                    <a:lnTo>
                      <a:pt x="17" y="299"/>
                    </a:lnTo>
                    <a:lnTo>
                      <a:pt x="17" y="296"/>
                    </a:lnTo>
                    <a:lnTo>
                      <a:pt x="17" y="296"/>
                    </a:lnTo>
                    <a:lnTo>
                      <a:pt x="17" y="296"/>
                    </a:lnTo>
                    <a:lnTo>
                      <a:pt x="17" y="294"/>
                    </a:lnTo>
                    <a:lnTo>
                      <a:pt x="17" y="294"/>
                    </a:lnTo>
                    <a:lnTo>
                      <a:pt x="17" y="292"/>
                    </a:lnTo>
                    <a:lnTo>
                      <a:pt x="17" y="292"/>
                    </a:lnTo>
                    <a:lnTo>
                      <a:pt x="17" y="289"/>
                    </a:lnTo>
                    <a:lnTo>
                      <a:pt x="17" y="289"/>
                    </a:lnTo>
                    <a:lnTo>
                      <a:pt x="17" y="289"/>
                    </a:lnTo>
                    <a:lnTo>
                      <a:pt x="17" y="287"/>
                    </a:lnTo>
                    <a:lnTo>
                      <a:pt x="17" y="287"/>
                    </a:lnTo>
                    <a:lnTo>
                      <a:pt x="17" y="287"/>
                    </a:lnTo>
                    <a:lnTo>
                      <a:pt x="17" y="284"/>
                    </a:lnTo>
                    <a:lnTo>
                      <a:pt x="17" y="284"/>
                    </a:lnTo>
                    <a:lnTo>
                      <a:pt x="17" y="282"/>
                    </a:lnTo>
                    <a:lnTo>
                      <a:pt x="19" y="282"/>
                    </a:lnTo>
                    <a:lnTo>
                      <a:pt x="19" y="282"/>
                    </a:lnTo>
                    <a:lnTo>
                      <a:pt x="19" y="282"/>
                    </a:lnTo>
                    <a:lnTo>
                      <a:pt x="19" y="280"/>
                    </a:lnTo>
                    <a:lnTo>
                      <a:pt x="19" y="280"/>
                    </a:lnTo>
                    <a:lnTo>
                      <a:pt x="19" y="280"/>
                    </a:lnTo>
                    <a:lnTo>
                      <a:pt x="19" y="277"/>
                    </a:lnTo>
                    <a:lnTo>
                      <a:pt x="19" y="277"/>
                    </a:lnTo>
                    <a:lnTo>
                      <a:pt x="19" y="277"/>
                    </a:lnTo>
                    <a:lnTo>
                      <a:pt x="19" y="275"/>
                    </a:lnTo>
                    <a:lnTo>
                      <a:pt x="19" y="275"/>
                    </a:lnTo>
                    <a:lnTo>
                      <a:pt x="19" y="273"/>
                    </a:lnTo>
                    <a:lnTo>
                      <a:pt x="19" y="273"/>
                    </a:lnTo>
                    <a:lnTo>
                      <a:pt x="19" y="270"/>
                    </a:lnTo>
                    <a:lnTo>
                      <a:pt x="22" y="270"/>
                    </a:lnTo>
                    <a:lnTo>
                      <a:pt x="22" y="270"/>
                    </a:lnTo>
                    <a:lnTo>
                      <a:pt x="24" y="270"/>
                    </a:lnTo>
                    <a:lnTo>
                      <a:pt x="24" y="270"/>
                    </a:lnTo>
                    <a:lnTo>
                      <a:pt x="24" y="270"/>
                    </a:lnTo>
                    <a:lnTo>
                      <a:pt x="24" y="270"/>
                    </a:lnTo>
                    <a:lnTo>
                      <a:pt x="24" y="270"/>
                    </a:lnTo>
                    <a:lnTo>
                      <a:pt x="27" y="270"/>
                    </a:lnTo>
                    <a:lnTo>
                      <a:pt x="27" y="270"/>
                    </a:lnTo>
                    <a:lnTo>
                      <a:pt x="27" y="268"/>
                    </a:lnTo>
                    <a:lnTo>
                      <a:pt x="29" y="268"/>
                    </a:lnTo>
                    <a:lnTo>
                      <a:pt x="29" y="268"/>
                    </a:lnTo>
                    <a:lnTo>
                      <a:pt x="29" y="268"/>
                    </a:lnTo>
                    <a:lnTo>
                      <a:pt x="31" y="268"/>
                    </a:lnTo>
                    <a:lnTo>
                      <a:pt x="31" y="268"/>
                    </a:lnTo>
                    <a:lnTo>
                      <a:pt x="29" y="268"/>
                    </a:lnTo>
                    <a:lnTo>
                      <a:pt x="29" y="265"/>
                    </a:lnTo>
                    <a:lnTo>
                      <a:pt x="31" y="265"/>
                    </a:lnTo>
                    <a:lnTo>
                      <a:pt x="31" y="265"/>
                    </a:lnTo>
                    <a:lnTo>
                      <a:pt x="31" y="263"/>
                    </a:lnTo>
                    <a:lnTo>
                      <a:pt x="31" y="263"/>
                    </a:lnTo>
                    <a:lnTo>
                      <a:pt x="31" y="263"/>
                    </a:lnTo>
                    <a:lnTo>
                      <a:pt x="34" y="263"/>
                    </a:lnTo>
                    <a:lnTo>
                      <a:pt x="34" y="263"/>
                    </a:lnTo>
                    <a:lnTo>
                      <a:pt x="34" y="263"/>
                    </a:lnTo>
                    <a:lnTo>
                      <a:pt x="36" y="263"/>
                    </a:lnTo>
                    <a:lnTo>
                      <a:pt x="36" y="263"/>
                    </a:lnTo>
                    <a:lnTo>
                      <a:pt x="36" y="263"/>
                    </a:lnTo>
                    <a:lnTo>
                      <a:pt x="38" y="263"/>
                    </a:lnTo>
                    <a:lnTo>
                      <a:pt x="38" y="261"/>
                    </a:lnTo>
                    <a:lnTo>
                      <a:pt x="38" y="261"/>
                    </a:lnTo>
                    <a:lnTo>
                      <a:pt x="38" y="261"/>
                    </a:lnTo>
                    <a:lnTo>
                      <a:pt x="41" y="261"/>
                    </a:lnTo>
                    <a:lnTo>
                      <a:pt x="41" y="261"/>
                    </a:lnTo>
                    <a:lnTo>
                      <a:pt x="41" y="261"/>
                    </a:lnTo>
                    <a:lnTo>
                      <a:pt x="43" y="261"/>
                    </a:lnTo>
                    <a:lnTo>
                      <a:pt x="43" y="261"/>
                    </a:lnTo>
                    <a:lnTo>
                      <a:pt x="43" y="261"/>
                    </a:lnTo>
                    <a:lnTo>
                      <a:pt x="45" y="261"/>
                    </a:lnTo>
                    <a:lnTo>
                      <a:pt x="45" y="261"/>
                    </a:lnTo>
                    <a:lnTo>
                      <a:pt x="45" y="261"/>
                    </a:lnTo>
                    <a:lnTo>
                      <a:pt x="45" y="261"/>
                    </a:lnTo>
                    <a:lnTo>
                      <a:pt x="48" y="261"/>
                    </a:lnTo>
                    <a:lnTo>
                      <a:pt x="48" y="261"/>
                    </a:lnTo>
                    <a:lnTo>
                      <a:pt x="50" y="261"/>
                    </a:lnTo>
                    <a:lnTo>
                      <a:pt x="50" y="261"/>
                    </a:lnTo>
                    <a:lnTo>
                      <a:pt x="50" y="258"/>
                    </a:lnTo>
                    <a:lnTo>
                      <a:pt x="50" y="258"/>
                    </a:lnTo>
                    <a:lnTo>
                      <a:pt x="50" y="258"/>
                    </a:lnTo>
                    <a:lnTo>
                      <a:pt x="50" y="258"/>
                    </a:lnTo>
                    <a:lnTo>
                      <a:pt x="50" y="256"/>
                    </a:lnTo>
                    <a:lnTo>
                      <a:pt x="50" y="256"/>
                    </a:lnTo>
                    <a:lnTo>
                      <a:pt x="50" y="256"/>
                    </a:lnTo>
                    <a:lnTo>
                      <a:pt x="53" y="256"/>
                    </a:lnTo>
                    <a:lnTo>
                      <a:pt x="53" y="254"/>
                    </a:lnTo>
                    <a:lnTo>
                      <a:pt x="50" y="254"/>
                    </a:lnTo>
                    <a:lnTo>
                      <a:pt x="50" y="254"/>
                    </a:lnTo>
                    <a:lnTo>
                      <a:pt x="50" y="251"/>
                    </a:lnTo>
                    <a:lnTo>
                      <a:pt x="50" y="251"/>
                    </a:lnTo>
                    <a:lnTo>
                      <a:pt x="50" y="249"/>
                    </a:lnTo>
                    <a:lnTo>
                      <a:pt x="53" y="249"/>
                    </a:lnTo>
                    <a:lnTo>
                      <a:pt x="53" y="249"/>
                    </a:lnTo>
                    <a:lnTo>
                      <a:pt x="53" y="249"/>
                    </a:lnTo>
                    <a:lnTo>
                      <a:pt x="53" y="247"/>
                    </a:lnTo>
                    <a:lnTo>
                      <a:pt x="50" y="247"/>
                    </a:lnTo>
                    <a:lnTo>
                      <a:pt x="50" y="247"/>
                    </a:lnTo>
                    <a:lnTo>
                      <a:pt x="50" y="247"/>
                    </a:lnTo>
                    <a:lnTo>
                      <a:pt x="50" y="247"/>
                    </a:lnTo>
                    <a:lnTo>
                      <a:pt x="48" y="247"/>
                    </a:lnTo>
                    <a:lnTo>
                      <a:pt x="48" y="247"/>
                    </a:lnTo>
                    <a:lnTo>
                      <a:pt x="45" y="247"/>
                    </a:lnTo>
                    <a:lnTo>
                      <a:pt x="45" y="247"/>
                    </a:lnTo>
                    <a:lnTo>
                      <a:pt x="45" y="247"/>
                    </a:lnTo>
                    <a:lnTo>
                      <a:pt x="45" y="247"/>
                    </a:lnTo>
                    <a:lnTo>
                      <a:pt x="43" y="247"/>
                    </a:lnTo>
                    <a:lnTo>
                      <a:pt x="43" y="247"/>
                    </a:lnTo>
                    <a:lnTo>
                      <a:pt x="43" y="247"/>
                    </a:lnTo>
                    <a:lnTo>
                      <a:pt x="41" y="247"/>
                    </a:lnTo>
                    <a:lnTo>
                      <a:pt x="41" y="247"/>
                    </a:lnTo>
                    <a:lnTo>
                      <a:pt x="41" y="244"/>
                    </a:lnTo>
                    <a:lnTo>
                      <a:pt x="43" y="244"/>
                    </a:lnTo>
                    <a:lnTo>
                      <a:pt x="43" y="244"/>
                    </a:lnTo>
                    <a:lnTo>
                      <a:pt x="43" y="242"/>
                    </a:lnTo>
                    <a:lnTo>
                      <a:pt x="43" y="242"/>
                    </a:lnTo>
                    <a:lnTo>
                      <a:pt x="43" y="239"/>
                    </a:lnTo>
                    <a:lnTo>
                      <a:pt x="43" y="239"/>
                    </a:lnTo>
                    <a:lnTo>
                      <a:pt x="43" y="239"/>
                    </a:lnTo>
                    <a:lnTo>
                      <a:pt x="43" y="239"/>
                    </a:lnTo>
                    <a:lnTo>
                      <a:pt x="43" y="239"/>
                    </a:lnTo>
                    <a:lnTo>
                      <a:pt x="43" y="237"/>
                    </a:lnTo>
                    <a:lnTo>
                      <a:pt x="43" y="237"/>
                    </a:lnTo>
                    <a:lnTo>
                      <a:pt x="43" y="235"/>
                    </a:lnTo>
                    <a:lnTo>
                      <a:pt x="43" y="235"/>
                    </a:lnTo>
                    <a:lnTo>
                      <a:pt x="43" y="232"/>
                    </a:lnTo>
                    <a:lnTo>
                      <a:pt x="43" y="232"/>
                    </a:lnTo>
                    <a:lnTo>
                      <a:pt x="43" y="230"/>
                    </a:lnTo>
                    <a:lnTo>
                      <a:pt x="41" y="230"/>
                    </a:lnTo>
                    <a:lnTo>
                      <a:pt x="41" y="230"/>
                    </a:lnTo>
                    <a:lnTo>
                      <a:pt x="41" y="230"/>
                    </a:lnTo>
                    <a:lnTo>
                      <a:pt x="41" y="228"/>
                    </a:lnTo>
                    <a:lnTo>
                      <a:pt x="41" y="228"/>
                    </a:lnTo>
                    <a:lnTo>
                      <a:pt x="41" y="225"/>
                    </a:lnTo>
                    <a:lnTo>
                      <a:pt x="41" y="225"/>
                    </a:lnTo>
                    <a:lnTo>
                      <a:pt x="41" y="223"/>
                    </a:lnTo>
                    <a:lnTo>
                      <a:pt x="41" y="223"/>
                    </a:lnTo>
                    <a:lnTo>
                      <a:pt x="41" y="220"/>
                    </a:lnTo>
                    <a:lnTo>
                      <a:pt x="41" y="220"/>
                    </a:lnTo>
                    <a:lnTo>
                      <a:pt x="41" y="220"/>
                    </a:lnTo>
                    <a:lnTo>
                      <a:pt x="41" y="220"/>
                    </a:lnTo>
                    <a:lnTo>
                      <a:pt x="38" y="220"/>
                    </a:lnTo>
                    <a:lnTo>
                      <a:pt x="38" y="220"/>
                    </a:lnTo>
                    <a:lnTo>
                      <a:pt x="38" y="220"/>
                    </a:lnTo>
                    <a:lnTo>
                      <a:pt x="38" y="220"/>
                    </a:lnTo>
                    <a:lnTo>
                      <a:pt x="36" y="220"/>
                    </a:lnTo>
                    <a:lnTo>
                      <a:pt x="36" y="220"/>
                    </a:lnTo>
                    <a:lnTo>
                      <a:pt x="36" y="220"/>
                    </a:lnTo>
                    <a:lnTo>
                      <a:pt x="36" y="218"/>
                    </a:lnTo>
                    <a:lnTo>
                      <a:pt x="36" y="218"/>
                    </a:lnTo>
                    <a:lnTo>
                      <a:pt x="36" y="218"/>
                    </a:lnTo>
                    <a:lnTo>
                      <a:pt x="34" y="218"/>
                    </a:lnTo>
                    <a:lnTo>
                      <a:pt x="34" y="216"/>
                    </a:lnTo>
                    <a:lnTo>
                      <a:pt x="34" y="216"/>
                    </a:lnTo>
                    <a:lnTo>
                      <a:pt x="31" y="216"/>
                    </a:lnTo>
                    <a:lnTo>
                      <a:pt x="31" y="216"/>
                    </a:lnTo>
                    <a:lnTo>
                      <a:pt x="31" y="216"/>
                    </a:lnTo>
                    <a:lnTo>
                      <a:pt x="31" y="216"/>
                    </a:lnTo>
                    <a:lnTo>
                      <a:pt x="29" y="216"/>
                    </a:lnTo>
                    <a:lnTo>
                      <a:pt x="29" y="216"/>
                    </a:lnTo>
                    <a:lnTo>
                      <a:pt x="29" y="213"/>
                    </a:lnTo>
                    <a:lnTo>
                      <a:pt x="29" y="213"/>
                    </a:lnTo>
                    <a:lnTo>
                      <a:pt x="27" y="213"/>
                    </a:lnTo>
                    <a:lnTo>
                      <a:pt x="27" y="213"/>
                    </a:lnTo>
                    <a:lnTo>
                      <a:pt x="24" y="213"/>
                    </a:lnTo>
                    <a:lnTo>
                      <a:pt x="24" y="213"/>
                    </a:lnTo>
                    <a:lnTo>
                      <a:pt x="24" y="213"/>
                    </a:lnTo>
                    <a:lnTo>
                      <a:pt x="24" y="213"/>
                    </a:lnTo>
                    <a:lnTo>
                      <a:pt x="22" y="213"/>
                    </a:lnTo>
                    <a:lnTo>
                      <a:pt x="22" y="211"/>
                    </a:lnTo>
                    <a:lnTo>
                      <a:pt x="22" y="211"/>
                    </a:lnTo>
                    <a:lnTo>
                      <a:pt x="22" y="211"/>
                    </a:lnTo>
                    <a:lnTo>
                      <a:pt x="19" y="211"/>
                    </a:lnTo>
                    <a:lnTo>
                      <a:pt x="19" y="211"/>
                    </a:lnTo>
                    <a:lnTo>
                      <a:pt x="19" y="211"/>
                    </a:lnTo>
                    <a:lnTo>
                      <a:pt x="19" y="211"/>
                    </a:lnTo>
                    <a:lnTo>
                      <a:pt x="19" y="209"/>
                    </a:lnTo>
                    <a:lnTo>
                      <a:pt x="19" y="209"/>
                    </a:lnTo>
                    <a:lnTo>
                      <a:pt x="17" y="209"/>
                    </a:lnTo>
                    <a:lnTo>
                      <a:pt x="17" y="209"/>
                    </a:lnTo>
                    <a:lnTo>
                      <a:pt x="17" y="206"/>
                    </a:lnTo>
                    <a:lnTo>
                      <a:pt x="17" y="206"/>
                    </a:lnTo>
                    <a:lnTo>
                      <a:pt x="17" y="206"/>
                    </a:lnTo>
                    <a:lnTo>
                      <a:pt x="17" y="204"/>
                    </a:lnTo>
                    <a:lnTo>
                      <a:pt x="15" y="204"/>
                    </a:lnTo>
                    <a:lnTo>
                      <a:pt x="15" y="204"/>
                    </a:lnTo>
                    <a:lnTo>
                      <a:pt x="15" y="202"/>
                    </a:lnTo>
                    <a:lnTo>
                      <a:pt x="15" y="202"/>
                    </a:lnTo>
                    <a:lnTo>
                      <a:pt x="15" y="202"/>
                    </a:lnTo>
                    <a:lnTo>
                      <a:pt x="12" y="202"/>
                    </a:lnTo>
                    <a:lnTo>
                      <a:pt x="12" y="199"/>
                    </a:lnTo>
                    <a:lnTo>
                      <a:pt x="12" y="199"/>
                    </a:lnTo>
                    <a:lnTo>
                      <a:pt x="12" y="199"/>
                    </a:lnTo>
                    <a:lnTo>
                      <a:pt x="12" y="199"/>
                    </a:lnTo>
                    <a:lnTo>
                      <a:pt x="12" y="199"/>
                    </a:lnTo>
                    <a:lnTo>
                      <a:pt x="12" y="197"/>
                    </a:lnTo>
                    <a:lnTo>
                      <a:pt x="12" y="197"/>
                    </a:lnTo>
                    <a:lnTo>
                      <a:pt x="10" y="197"/>
                    </a:lnTo>
                    <a:lnTo>
                      <a:pt x="10" y="194"/>
                    </a:lnTo>
                    <a:lnTo>
                      <a:pt x="10" y="194"/>
                    </a:lnTo>
                    <a:lnTo>
                      <a:pt x="10" y="192"/>
                    </a:lnTo>
                    <a:lnTo>
                      <a:pt x="10" y="192"/>
                    </a:lnTo>
                    <a:lnTo>
                      <a:pt x="10" y="192"/>
                    </a:lnTo>
                    <a:lnTo>
                      <a:pt x="10" y="190"/>
                    </a:lnTo>
                    <a:lnTo>
                      <a:pt x="10" y="190"/>
                    </a:lnTo>
                    <a:lnTo>
                      <a:pt x="8" y="190"/>
                    </a:lnTo>
                    <a:lnTo>
                      <a:pt x="8" y="190"/>
                    </a:lnTo>
                    <a:lnTo>
                      <a:pt x="8" y="190"/>
                    </a:lnTo>
                    <a:lnTo>
                      <a:pt x="8" y="190"/>
                    </a:lnTo>
                    <a:lnTo>
                      <a:pt x="5" y="190"/>
                    </a:lnTo>
                    <a:lnTo>
                      <a:pt x="5" y="187"/>
                    </a:lnTo>
                    <a:lnTo>
                      <a:pt x="5" y="187"/>
                    </a:lnTo>
                    <a:lnTo>
                      <a:pt x="5" y="187"/>
                    </a:lnTo>
                    <a:lnTo>
                      <a:pt x="5" y="187"/>
                    </a:lnTo>
                    <a:lnTo>
                      <a:pt x="5" y="185"/>
                    </a:lnTo>
                    <a:lnTo>
                      <a:pt x="5" y="185"/>
                    </a:lnTo>
                    <a:lnTo>
                      <a:pt x="3" y="185"/>
                    </a:lnTo>
                    <a:lnTo>
                      <a:pt x="3" y="183"/>
                    </a:lnTo>
                    <a:lnTo>
                      <a:pt x="3" y="183"/>
                    </a:lnTo>
                    <a:lnTo>
                      <a:pt x="3" y="183"/>
                    </a:lnTo>
                    <a:lnTo>
                      <a:pt x="3" y="183"/>
                    </a:lnTo>
                    <a:lnTo>
                      <a:pt x="3" y="180"/>
                    </a:lnTo>
                    <a:lnTo>
                      <a:pt x="0" y="180"/>
                    </a:lnTo>
                    <a:lnTo>
                      <a:pt x="0" y="180"/>
                    </a:lnTo>
                    <a:lnTo>
                      <a:pt x="3" y="180"/>
                    </a:lnTo>
                    <a:lnTo>
                      <a:pt x="3" y="180"/>
                    </a:lnTo>
                    <a:lnTo>
                      <a:pt x="3" y="180"/>
                    </a:lnTo>
                    <a:lnTo>
                      <a:pt x="3" y="180"/>
                    </a:lnTo>
                    <a:lnTo>
                      <a:pt x="5" y="180"/>
                    </a:lnTo>
                    <a:lnTo>
                      <a:pt x="5" y="180"/>
                    </a:lnTo>
                    <a:lnTo>
                      <a:pt x="5" y="180"/>
                    </a:lnTo>
                    <a:lnTo>
                      <a:pt x="5" y="183"/>
                    </a:lnTo>
                    <a:lnTo>
                      <a:pt x="8" y="183"/>
                    </a:lnTo>
                    <a:lnTo>
                      <a:pt x="8" y="183"/>
                    </a:lnTo>
                    <a:lnTo>
                      <a:pt x="10" y="183"/>
                    </a:lnTo>
                    <a:lnTo>
                      <a:pt x="10" y="183"/>
                    </a:lnTo>
                    <a:lnTo>
                      <a:pt x="10" y="183"/>
                    </a:lnTo>
                    <a:lnTo>
                      <a:pt x="10" y="183"/>
                    </a:lnTo>
                    <a:lnTo>
                      <a:pt x="12" y="183"/>
                    </a:lnTo>
                    <a:lnTo>
                      <a:pt x="12" y="183"/>
                    </a:lnTo>
                    <a:lnTo>
                      <a:pt x="12" y="185"/>
                    </a:lnTo>
                    <a:lnTo>
                      <a:pt x="12" y="185"/>
                    </a:lnTo>
                    <a:lnTo>
                      <a:pt x="15" y="185"/>
                    </a:lnTo>
                    <a:lnTo>
                      <a:pt x="15" y="185"/>
                    </a:lnTo>
                    <a:lnTo>
                      <a:pt x="15" y="185"/>
                    </a:lnTo>
                    <a:lnTo>
                      <a:pt x="17" y="185"/>
                    </a:lnTo>
                    <a:lnTo>
                      <a:pt x="17" y="185"/>
                    </a:lnTo>
                    <a:lnTo>
                      <a:pt x="17" y="185"/>
                    </a:lnTo>
                    <a:lnTo>
                      <a:pt x="17" y="187"/>
                    </a:lnTo>
                    <a:lnTo>
                      <a:pt x="19" y="187"/>
                    </a:lnTo>
                    <a:lnTo>
                      <a:pt x="19" y="187"/>
                    </a:lnTo>
                    <a:lnTo>
                      <a:pt x="19" y="187"/>
                    </a:lnTo>
                    <a:lnTo>
                      <a:pt x="22" y="187"/>
                    </a:lnTo>
                    <a:lnTo>
                      <a:pt x="22" y="187"/>
                    </a:lnTo>
                    <a:lnTo>
                      <a:pt x="22" y="187"/>
                    </a:lnTo>
                    <a:lnTo>
                      <a:pt x="24" y="187"/>
                    </a:lnTo>
                    <a:lnTo>
                      <a:pt x="24" y="187"/>
                    </a:lnTo>
                    <a:lnTo>
                      <a:pt x="24" y="190"/>
                    </a:lnTo>
                    <a:lnTo>
                      <a:pt x="24" y="190"/>
                    </a:lnTo>
                    <a:lnTo>
                      <a:pt x="27" y="190"/>
                    </a:lnTo>
                    <a:lnTo>
                      <a:pt x="27" y="190"/>
                    </a:lnTo>
                    <a:lnTo>
                      <a:pt x="29" y="190"/>
                    </a:lnTo>
                    <a:lnTo>
                      <a:pt x="29" y="190"/>
                    </a:lnTo>
                    <a:lnTo>
                      <a:pt x="29" y="190"/>
                    </a:lnTo>
                    <a:lnTo>
                      <a:pt x="29" y="190"/>
                    </a:lnTo>
                    <a:lnTo>
                      <a:pt x="31" y="190"/>
                    </a:lnTo>
                    <a:lnTo>
                      <a:pt x="31" y="190"/>
                    </a:lnTo>
                    <a:lnTo>
                      <a:pt x="31" y="190"/>
                    </a:lnTo>
                    <a:lnTo>
                      <a:pt x="31" y="190"/>
                    </a:lnTo>
                    <a:lnTo>
                      <a:pt x="34" y="190"/>
                    </a:lnTo>
                    <a:lnTo>
                      <a:pt x="34" y="192"/>
                    </a:lnTo>
                    <a:lnTo>
                      <a:pt x="34" y="192"/>
                    </a:lnTo>
                    <a:lnTo>
                      <a:pt x="36" y="192"/>
                    </a:lnTo>
                    <a:lnTo>
                      <a:pt x="36" y="192"/>
                    </a:lnTo>
                    <a:lnTo>
                      <a:pt x="36" y="190"/>
                    </a:lnTo>
                    <a:lnTo>
                      <a:pt x="36" y="190"/>
                    </a:lnTo>
                    <a:lnTo>
                      <a:pt x="38" y="190"/>
                    </a:lnTo>
                    <a:lnTo>
                      <a:pt x="38" y="190"/>
                    </a:lnTo>
                    <a:lnTo>
                      <a:pt x="38" y="190"/>
                    </a:lnTo>
                    <a:lnTo>
                      <a:pt x="41" y="190"/>
                    </a:lnTo>
                    <a:lnTo>
                      <a:pt x="41" y="190"/>
                    </a:lnTo>
                    <a:lnTo>
                      <a:pt x="43" y="190"/>
                    </a:lnTo>
                    <a:lnTo>
                      <a:pt x="43" y="190"/>
                    </a:lnTo>
                    <a:lnTo>
                      <a:pt x="43" y="190"/>
                    </a:lnTo>
                    <a:lnTo>
                      <a:pt x="45" y="190"/>
                    </a:lnTo>
                    <a:lnTo>
                      <a:pt x="45" y="190"/>
                    </a:lnTo>
                    <a:lnTo>
                      <a:pt x="45" y="190"/>
                    </a:lnTo>
                    <a:lnTo>
                      <a:pt x="45" y="190"/>
                    </a:lnTo>
                    <a:lnTo>
                      <a:pt x="48" y="190"/>
                    </a:lnTo>
                    <a:lnTo>
                      <a:pt x="48" y="190"/>
                    </a:lnTo>
                    <a:lnTo>
                      <a:pt x="50" y="190"/>
                    </a:lnTo>
                    <a:lnTo>
                      <a:pt x="50" y="190"/>
                    </a:lnTo>
                    <a:lnTo>
                      <a:pt x="50" y="190"/>
                    </a:lnTo>
                    <a:lnTo>
                      <a:pt x="53" y="190"/>
                    </a:lnTo>
                    <a:lnTo>
                      <a:pt x="53" y="190"/>
                    </a:lnTo>
                    <a:lnTo>
                      <a:pt x="53" y="190"/>
                    </a:lnTo>
                    <a:lnTo>
                      <a:pt x="55" y="190"/>
                    </a:lnTo>
                    <a:lnTo>
                      <a:pt x="55" y="190"/>
                    </a:lnTo>
                    <a:lnTo>
                      <a:pt x="55" y="190"/>
                    </a:lnTo>
                    <a:lnTo>
                      <a:pt x="57" y="190"/>
                    </a:lnTo>
                    <a:lnTo>
                      <a:pt x="57" y="190"/>
                    </a:lnTo>
                    <a:lnTo>
                      <a:pt x="57" y="190"/>
                    </a:lnTo>
                    <a:lnTo>
                      <a:pt x="60" y="190"/>
                    </a:lnTo>
                    <a:lnTo>
                      <a:pt x="60" y="190"/>
                    </a:lnTo>
                    <a:lnTo>
                      <a:pt x="60" y="190"/>
                    </a:lnTo>
                    <a:lnTo>
                      <a:pt x="62" y="190"/>
                    </a:lnTo>
                    <a:lnTo>
                      <a:pt x="62" y="190"/>
                    </a:lnTo>
                    <a:lnTo>
                      <a:pt x="62" y="190"/>
                    </a:lnTo>
                    <a:lnTo>
                      <a:pt x="64" y="190"/>
                    </a:lnTo>
                    <a:lnTo>
                      <a:pt x="64" y="190"/>
                    </a:lnTo>
                    <a:lnTo>
                      <a:pt x="64" y="190"/>
                    </a:lnTo>
                    <a:lnTo>
                      <a:pt x="64" y="190"/>
                    </a:lnTo>
                    <a:lnTo>
                      <a:pt x="67" y="190"/>
                    </a:lnTo>
                    <a:lnTo>
                      <a:pt x="67" y="190"/>
                    </a:lnTo>
                    <a:lnTo>
                      <a:pt x="69" y="190"/>
                    </a:lnTo>
                    <a:lnTo>
                      <a:pt x="69" y="190"/>
                    </a:lnTo>
                    <a:lnTo>
                      <a:pt x="69" y="192"/>
                    </a:lnTo>
                    <a:lnTo>
                      <a:pt x="69" y="192"/>
                    </a:lnTo>
                    <a:lnTo>
                      <a:pt x="69" y="190"/>
                    </a:lnTo>
                    <a:lnTo>
                      <a:pt x="72" y="190"/>
                    </a:lnTo>
                    <a:lnTo>
                      <a:pt x="72" y="190"/>
                    </a:lnTo>
                    <a:lnTo>
                      <a:pt x="72" y="190"/>
                    </a:lnTo>
                    <a:lnTo>
                      <a:pt x="72" y="190"/>
                    </a:lnTo>
                    <a:lnTo>
                      <a:pt x="72" y="190"/>
                    </a:lnTo>
                    <a:lnTo>
                      <a:pt x="72" y="187"/>
                    </a:lnTo>
                    <a:lnTo>
                      <a:pt x="74" y="187"/>
                    </a:lnTo>
                    <a:lnTo>
                      <a:pt x="74" y="187"/>
                    </a:lnTo>
                    <a:lnTo>
                      <a:pt x="76" y="187"/>
                    </a:lnTo>
                    <a:lnTo>
                      <a:pt x="76" y="187"/>
                    </a:lnTo>
                    <a:lnTo>
                      <a:pt x="76" y="187"/>
                    </a:lnTo>
                    <a:lnTo>
                      <a:pt x="76" y="187"/>
                    </a:lnTo>
                    <a:lnTo>
                      <a:pt x="79" y="187"/>
                    </a:lnTo>
                    <a:lnTo>
                      <a:pt x="79" y="187"/>
                    </a:lnTo>
                    <a:lnTo>
                      <a:pt x="79" y="187"/>
                    </a:lnTo>
                    <a:lnTo>
                      <a:pt x="81" y="187"/>
                    </a:lnTo>
                    <a:lnTo>
                      <a:pt x="81" y="187"/>
                    </a:lnTo>
                    <a:lnTo>
                      <a:pt x="83" y="187"/>
                    </a:lnTo>
                    <a:lnTo>
                      <a:pt x="83" y="187"/>
                    </a:lnTo>
                    <a:lnTo>
                      <a:pt x="83" y="187"/>
                    </a:lnTo>
                    <a:lnTo>
                      <a:pt x="86" y="187"/>
                    </a:lnTo>
                    <a:lnTo>
                      <a:pt x="86" y="187"/>
                    </a:lnTo>
                    <a:lnTo>
                      <a:pt x="86" y="187"/>
                    </a:lnTo>
                    <a:lnTo>
                      <a:pt x="86" y="187"/>
                    </a:lnTo>
                    <a:lnTo>
                      <a:pt x="88" y="187"/>
                    </a:lnTo>
                    <a:lnTo>
                      <a:pt x="88" y="187"/>
                    </a:lnTo>
                    <a:lnTo>
                      <a:pt x="90" y="187"/>
                    </a:lnTo>
                    <a:lnTo>
                      <a:pt x="90" y="187"/>
                    </a:lnTo>
                    <a:lnTo>
                      <a:pt x="90" y="187"/>
                    </a:lnTo>
                    <a:lnTo>
                      <a:pt x="93" y="187"/>
                    </a:lnTo>
                    <a:lnTo>
                      <a:pt x="93" y="187"/>
                    </a:lnTo>
                    <a:lnTo>
                      <a:pt x="93" y="187"/>
                    </a:lnTo>
                    <a:lnTo>
                      <a:pt x="93" y="187"/>
                    </a:lnTo>
                    <a:lnTo>
                      <a:pt x="95" y="187"/>
                    </a:lnTo>
                    <a:lnTo>
                      <a:pt x="95" y="187"/>
                    </a:lnTo>
                    <a:lnTo>
                      <a:pt x="95" y="185"/>
                    </a:lnTo>
                    <a:lnTo>
                      <a:pt x="98" y="185"/>
                    </a:lnTo>
                    <a:lnTo>
                      <a:pt x="98" y="185"/>
                    </a:lnTo>
                    <a:lnTo>
                      <a:pt x="98" y="185"/>
                    </a:lnTo>
                    <a:lnTo>
                      <a:pt x="100" y="185"/>
                    </a:lnTo>
                    <a:lnTo>
                      <a:pt x="100" y="185"/>
                    </a:lnTo>
                    <a:lnTo>
                      <a:pt x="100" y="185"/>
                    </a:lnTo>
                    <a:lnTo>
                      <a:pt x="102" y="185"/>
                    </a:lnTo>
                    <a:lnTo>
                      <a:pt x="102" y="185"/>
                    </a:lnTo>
                    <a:lnTo>
                      <a:pt x="102" y="183"/>
                    </a:lnTo>
                    <a:lnTo>
                      <a:pt x="102" y="183"/>
                    </a:lnTo>
                    <a:lnTo>
                      <a:pt x="105" y="183"/>
                    </a:lnTo>
                    <a:lnTo>
                      <a:pt x="105" y="183"/>
                    </a:lnTo>
                    <a:lnTo>
                      <a:pt x="105" y="183"/>
                    </a:lnTo>
                    <a:lnTo>
                      <a:pt x="105" y="183"/>
                    </a:lnTo>
                    <a:lnTo>
                      <a:pt x="107" y="183"/>
                    </a:lnTo>
                    <a:lnTo>
                      <a:pt x="107" y="183"/>
                    </a:lnTo>
                    <a:lnTo>
                      <a:pt x="109" y="183"/>
                    </a:lnTo>
                    <a:lnTo>
                      <a:pt x="109" y="183"/>
                    </a:lnTo>
                    <a:lnTo>
                      <a:pt x="109" y="180"/>
                    </a:lnTo>
                    <a:lnTo>
                      <a:pt x="109" y="180"/>
                    </a:lnTo>
                    <a:lnTo>
                      <a:pt x="112" y="180"/>
                    </a:lnTo>
                    <a:lnTo>
                      <a:pt x="112" y="180"/>
                    </a:lnTo>
                    <a:lnTo>
                      <a:pt x="112" y="180"/>
                    </a:lnTo>
                    <a:lnTo>
                      <a:pt x="112" y="180"/>
                    </a:lnTo>
                    <a:lnTo>
                      <a:pt x="114" y="180"/>
                    </a:lnTo>
                    <a:lnTo>
                      <a:pt x="114" y="180"/>
                    </a:lnTo>
                    <a:lnTo>
                      <a:pt x="116" y="180"/>
                    </a:lnTo>
                    <a:lnTo>
                      <a:pt x="116" y="180"/>
                    </a:lnTo>
                    <a:lnTo>
                      <a:pt x="116" y="180"/>
                    </a:lnTo>
                    <a:lnTo>
                      <a:pt x="116" y="178"/>
                    </a:lnTo>
                    <a:lnTo>
                      <a:pt x="116" y="178"/>
                    </a:lnTo>
                    <a:lnTo>
                      <a:pt x="116" y="178"/>
                    </a:lnTo>
                    <a:lnTo>
                      <a:pt x="116" y="175"/>
                    </a:lnTo>
                    <a:lnTo>
                      <a:pt x="116" y="175"/>
                    </a:lnTo>
                    <a:lnTo>
                      <a:pt x="116" y="175"/>
                    </a:lnTo>
                    <a:lnTo>
                      <a:pt x="116" y="175"/>
                    </a:lnTo>
                    <a:lnTo>
                      <a:pt x="116" y="173"/>
                    </a:lnTo>
                    <a:lnTo>
                      <a:pt x="116" y="173"/>
                    </a:lnTo>
                    <a:lnTo>
                      <a:pt x="116" y="173"/>
                    </a:lnTo>
                    <a:lnTo>
                      <a:pt x="116" y="171"/>
                    </a:lnTo>
                    <a:lnTo>
                      <a:pt x="116" y="171"/>
                    </a:lnTo>
                    <a:lnTo>
                      <a:pt x="116" y="171"/>
                    </a:lnTo>
                    <a:lnTo>
                      <a:pt x="116" y="171"/>
                    </a:lnTo>
                    <a:lnTo>
                      <a:pt x="116" y="168"/>
                    </a:lnTo>
                    <a:lnTo>
                      <a:pt x="116" y="168"/>
                    </a:lnTo>
                    <a:lnTo>
                      <a:pt x="116" y="166"/>
                    </a:lnTo>
                    <a:lnTo>
                      <a:pt x="116" y="166"/>
                    </a:lnTo>
                    <a:lnTo>
                      <a:pt x="116" y="164"/>
                    </a:lnTo>
                    <a:lnTo>
                      <a:pt x="116" y="164"/>
                    </a:lnTo>
                    <a:lnTo>
                      <a:pt x="116" y="164"/>
                    </a:lnTo>
                    <a:lnTo>
                      <a:pt x="116" y="161"/>
                    </a:lnTo>
                    <a:lnTo>
                      <a:pt x="116" y="161"/>
                    </a:lnTo>
                    <a:lnTo>
                      <a:pt x="116" y="161"/>
                    </a:lnTo>
                    <a:lnTo>
                      <a:pt x="116" y="159"/>
                    </a:lnTo>
                    <a:lnTo>
                      <a:pt x="116" y="159"/>
                    </a:lnTo>
                    <a:lnTo>
                      <a:pt x="116" y="159"/>
                    </a:lnTo>
                    <a:lnTo>
                      <a:pt x="116" y="156"/>
                    </a:lnTo>
                    <a:lnTo>
                      <a:pt x="116" y="156"/>
                    </a:lnTo>
                    <a:lnTo>
                      <a:pt x="116" y="154"/>
                    </a:lnTo>
                    <a:lnTo>
                      <a:pt x="119" y="154"/>
                    </a:lnTo>
                    <a:lnTo>
                      <a:pt x="119" y="154"/>
                    </a:lnTo>
                    <a:lnTo>
                      <a:pt x="119" y="152"/>
                    </a:lnTo>
                    <a:lnTo>
                      <a:pt x="119" y="152"/>
                    </a:lnTo>
                    <a:lnTo>
                      <a:pt x="119" y="152"/>
                    </a:lnTo>
                    <a:lnTo>
                      <a:pt x="119" y="152"/>
                    </a:lnTo>
                    <a:lnTo>
                      <a:pt x="121" y="152"/>
                    </a:lnTo>
                    <a:lnTo>
                      <a:pt x="121" y="152"/>
                    </a:lnTo>
                    <a:lnTo>
                      <a:pt x="121" y="152"/>
                    </a:lnTo>
                    <a:lnTo>
                      <a:pt x="124" y="152"/>
                    </a:lnTo>
                    <a:lnTo>
                      <a:pt x="124" y="152"/>
                    </a:lnTo>
                    <a:lnTo>
                      <a:pt x="124" y="149"/>
                    </a:lnTo>
                    <a:lnTo>
                      <a:pt x="124" y="149"/>
                    </a:lnTo>
                    <a:lnTo>
                      <a:pt x="124" y="149"/>
                    </a:lnTo>
                    <a:lnTo>
                      <a:pt x="124" y="147"/>
                    </a:lnTo>
                    <a:lnTo>
                      <a:pt x="126" y="147"/>
                    </a:lnTo>
                    <a:lnTo>
                      <a:pt x="126" y="147"/>
                    </a:lnTo>
                    <a:lnTo>
                      <a:pt x="126" y="145"/>
                    </a:lnTo>
                    <a:lnTo>
                      <a:pt x="126" y="145"/>
                    </a:lnTo>
                    <a:lnTo>
                      <a:pt x="126" y="145"/>
                    </a:lnTo>
                    <a:lnTo>
                      <a:pt x="126" y="145"/>
                    </a:lnTo>
                    <a:lnTo>
                      <a:pt x="128" y="145"/>
                    </a:lnTo>
                    <a:lnTo>
                      <a:pt x="128" y="142"/>
                    </a:lnTo>
                    <a:lnTo>
                      <a:pt x="128" y="142"/>
                    </a:lnTo>
                    <a:lnTo>
                      <a:pt x="131" y="142"/>
                    </a:lnTo>
                    <a:lnTo>
                      <a:pt x="131" y="142"/>
                    </a:lnTo>
                    <a:lnTo>
                      <a:pt x="131" y="142"/>
                    </a:lnTo>
                    <a:lnTo>
                      <a:pt x="133" y="142"/>
                    </a:lnTo>
                    <a:lnTo>
                      <a:pt x="133" y="145"/>
                    </a:lnTo>
                    <a:lnTo>
                      <a:pt x="133" y="145"/>
                    </a:lnTo>
                    <a:lnTo>
                      <a:pt x="135" y="145"/>
                    </a:lnTo>
                    <a:lnTo>
                      <a:pt x="135" y="145"/>
                    </a:lnTo>
                    <a:lnTo>
                      <a:pt x="135" y="145"/>
                    </a:lnTo>
                    <a:lnTo>
                      <a:pt x="135" y="145"/>
                    </a:lnTo>
                    <a:lnTo>
                      <a:pt x="138" y="145"/>
                    </a:lnTo>
                    <a:lnTo>
                      <a:pt x="138" y="145"/>
                    </a:lnTo>
                    <a:lnTo>
                      <a:pt x="138" y="145"/>
                    </a:lnTo>
                    <a:lnTo>
                      <a:pt x="140" y="145"/>
                    </a:lnTo>
                    <a:lnTo>
                      <a:pt x="140" y="145"/>
                    </a:lnTo>
                    <a:lnTo>
                      <a:pt x="140" y="145"/>
                    </a:lnTo>
                    <a:lnTo>
                      <a:pt x="143" y="145"/>
                    </a:lnTo>
                    <a:lnTo>
                      <a:pt x="143" y="145"/>
                    </a:lnTo>
                    <a:lnTo>
                      <a:pt x="143" y="145"/>
                    </a:lnTo>
                    <a:lnTo>
                      <a:pt x="145" y="145"/>
                    </a:lnTo>
                    <a:lnTo>
                      <a:pt x="145" y="142"/>
                    </a:lnTo>
                    <a:lnTo>
                      <a:pt x="145" y="142"/>
                    </a:lnTo>
                    <a:lnTo>
                      <a:pt x="145" y="142"/>
                    </a:lnTo>
                    <a:lnTo>
                      <a:pt x="147" y="142"/>
                    </a:lnTo>
                    <a:lnTo>
                      <a:pt x="147" y="142"/>
                    </a:lnTo>
                    <a:lnTo>
                      <a:pt x="147" y="142"/>
                    </a:lnTo>
                    <a:lnTo>
                      <a:pt x="150" y="142"/>
                    </a:lnTo>
                    <a:lnTo>
                      <a:pt x="150" y="140"/>
                    </a:lnTo>
                    <a:lnTo>
                      <a:pt x="150" y="140"/>
                    </a:lnTo>
                    <a:lnTo>
                      <a:pt x="147" y="140"/>
                    </a:lnTo>
                    <a:lnTo>
                      <a:pt x="147" y="140"/>
                    </a:lnTo>
                    <a:lnTo>
                      <a:pt x="145" y="140"/>
                    </a:lnTo>
                    <a:lnTo>
                      <a:pt x="145" y="140"/>
                    </a:lnTo>
                    <a:lnTo>
                      <a:pt x="145" y="140"/>
                    </a:lnTo>
                    <a:lnTo>
                      <a:pt x="145" y="140"/>
                    </a:lnTo>
                    <a:lnTo>
                      <a:pt x="145" y="138"/>
                    </a:lnTo>
                    <a:lnTo>
                      <a:pt x="145" y="138"/>
                    </a:lnTo>
                    <a:lnTo>
                      <a:pt x="145" y="138"/>
                    </a:lnTo>
                    <a:lnTo>
                      <a:pt x="145" y="138"/>
                    </a:lnTo>
                    <a:lnTo>
                      <a:pt x="145" y="138"/>
                    </a:lnTo>
                    <a:lnTo>
                      <a:pt x="147" y="138"/>
                    </a:lnTo>
                    <a:lnTo>
                      <a:pt x="147" y="138"/>
                    </a:lnTo>
                    <a:lnTo>
                      <a:pt x="147" y="138"/>
                    </a:lnTo>
                    <a:lnTo>
                      <a:pt x="150" y="138"/>
                    </a:lnTo>
                    <a:lnTo>
                      <a:pt x="150" y="135"/>
                    </a:lnTo>
                    <a:lnTo>
                      <a:pt x="150" y="135"/>
                    </a:lnTo>
                    <a:lnTo>
                      <a:pt x="150" y="135"/>
                    </a:lnTo>
                    <a:lnTo>
                      <a:pt x="150" y="135"/>
                    </a:lnTo>
                    <a:lnTo>
                      <a:pt x="152" y="135"/>
                    </a:lnTo>
                    <a:lnTo>
                      <a:pt x="152" y="135"/>
                    </a:lnTo>
                    <a:lnTo>
                      <a:pt x="152" y="135"/>
                    </a:lnTo>
                    <a:lnTo>
                      <a:pt x="152" y="133"/>
                    </a:lnTo>
                    <a:lnTo>
                      <a:pt x="154" y="133"/>
                    </a:lnTo>
                    <a:lnTo>
                      <a:pt x="154" y="133"/>
                    </a:lnTo>
                    <a:lnTo>
                      <a:pt x="154" y="133"/>
                    </a:lnTo>
                    <a:lnTo>
                      <a:pt x="154" y="130"/>
                    </a:lnTo>
                    <a:lnTo>
                      <a:pt x="157" y="130"/>
                    </a:lnTo>
                    <a:lnTo>
                      <a:pt x="157" y="130"/>
                    </a:lnTo>
                    <a:lnTo>
                      <a:pt x="157" y="130"/>
                    </a:lnTo>
                    <a:lnTo>
                      <a:pt x="157" y="130"/>
                    </a:lnTo>
                    <a:lnTo>
                      <a:pt x="157" y="130"/>
                    </a:lnTo>
                    <a:lnTo>
                      <a:pt x="157" y="130"/>
                    </a:lnTo>
                    <a:lnTo>
                      <a:pt x="159" y="130"/>
                    </a:lnTo>
                    <a:lnTo>
                      <a:pt x="159" y="130"/>
                    </a:lnTo>
                    <a:lnTo>
                      <a:pt x="159" y="130"/>
                    </a:lnTo>
                    <a:lnTo>
                      <a:pt x="159" y="130"/>
                    </a:lnTo>
                    <a:lnTo>
                      <a:pt x="161" y="130"/>
                    </a:lnTo>
                    <a:lnTo>
                      <a:pt x="161" y="130"/>
                    </a:lnTo>
                    <a:lnTo>
                      <a:pt x="164" y="130"/>
                    </a:lnTo>
                    <a:lnTo>
                      <a:pt x="164" y="130"/>
                    </a:lnTo>
                    <a:lnTo>
                      <a:pt x="164" y="130"/>
                    </a:lnTo>
                    <a:lnTo>
                      <a:pt x="164" y="130"/>
                    </a:lnTo>
                    <a:lnTo>
                      <a:pt x="164" y="130"/>
                    </a:lnTo>
                    <a:lnTo>
                      <a:pt x="166" y="130"/>
                    </a:lnTo>
                    <a:lnTo>
                      <a:pt x="166" y="130"/>
                    </a:lnTo>
                    <a:lnTo>
                      <a:pt x="166" y="130"/>
                    </a:lnTo>
                    <a:lnTo>
                      <a:pt x="169" y="130"/>
                    </a:lnTo>
                    <a:lnTo>
                      <a:pt x="169" y="130"/>
                    </a:lnTo>
                    <a:lnTo>
                      <a:pt x="169" y="130"/>
                    </a:lnTo>
                    <a:lnTo>
                      <a:pt x="169" y="133"/>
                    </a:lnTo>
                    <a:lnTo>
                      <a:pt x="169" y="133"/>
                    </a:lnTo>
                    <a:lnTo>
                      <a:pt x="169" y="133"/>
                    </a:lnTo>
                    <a:lnTo>
                      <a:pt x="171" y="133"/>
                    </a:lnTo>
                    <a:lnTo>
                      <a:pt x="171" y="135"/>
                    </a:lnTo>
                    <a:lnTo>
                      <a:pt x="171" y="135"/>
                    </a:lnTo>
                    <a:lnTo>
                      <a:pt x="171" y="135"/>
                    </a:lnTo>
                    <a:lnTo>
                      <a:pt x="171" y="135"/>
                    </a:lnTo>
                    <a:lnTo>
                      <a:pt x="173" y="135"/>
                    </a:lnTo>
                    <a:lnTo>
                      <a:pt x="173" y="135"/>
                    </a:lnTo>
                    <a:lnTo>
                      <a:pt x="173" y="135"/>
                    </a:lnTo>
                    <a:lnTo>
                      <a:pt x="176" y="135"/>
                    </a:lnTo>
                    <a:lnTo>
                      <a:pt x="176" y="135"/>
                    </a:lnTo>
                    <a:lnTo>
                      <a:pt x="176" y="133"/>
                    </a:lnTo>
                    <a:lnTo>
                      <a:pt x="176" y="133"/>
                    </a:lnTo>
                    <a:lnTo>
                      <a:pt x="176" y="133"/>
                    </a:lnTo>
                    <a:lnTo>
                      <a:pt x="178" y="133"/>
                    </a:lnTo>
                    <a:lnTo>
                      <a:pt x="178" y="130"/>
                    </a:lnTo>
                    <a:lnTo>
                      <a:pt x="178" y="130"/>
                    </a:lnTo>
                    <a:lnTo>
                      <a:pt x="178" y="130"/>
                    </a:lnTo>
                    <a:lnTo>
                      <a:pt x="178" y="130"/>
                    </a:lnTo>
                    <a:lnTo>
                      <a:pt x="178" y="130"/>
                    </a:lnTo>
                    <a:lnTo>
                      <a:pt x="178" y="128"/>
                    </a:lnTo>
                    <a:lnTo>
                      <a:pt x="180" y="128"/>
                    </a:lnTo>
                    <a:lnTo>
                      <a:pt x="180" y="128"/>
                    </a:lnTo>
                    <a:lnTo>
                      <a:pt x="180" y="128"/>
                    </a:lnTo>
                    <a:lnTo>
                      <a:pt x="183" y="128"/>
                    </a:lnTo>
                    <a:lnTo>
                      <a:pt x="183" y="126"/>
                    </a:lnTo>
                    <a:lnTo>
                      <a:pt x="180" y="126"/>
                    </a:lnTo>
                    <a:lnTo>
                      <a:pt x="180" y="126"/>
                    </a:lnTo>
                    <a:lnTo>
                      <a:pt x="180" y="123"/>
                    </a:lnTo>
                    <a:lnTo>
                      <a:pt x="180" y="123"/>
                    </a:lnTo>
                    <a:lnTo>
                      <a:pt x="180" y="121"/>
                    </a:lnTo>
                    <a:lnTo>
                      <a:pt x="180" y="121"/>
                    </a:lnTo>
                    <a:lnTo>
                      <a:pt x="180" y="121"/>
                    </a:lnTo>
                    <a:lnTo>
                      <a:pt x="180" y="119"/>
                    </a:lnTo>
                    <a:lnTo>
                      <a:pt x="180" y="119"/>
                    </a:lnTo>
                    <a:lnTo>
                      <a:pt x="180" y="116"/>
                    </a:lnTo>
                    <a:lnTo>
                      <a:pt x="180" y="116"/>
                    </a:lnTo>
                    <a:lnTo>
                      <a:pt x="180" y="116"/>
                    </a:lnTo>
                    <a:lnTo>
                      <a:pt x="180" y="114"/>
                    </a:lnTo>
                    <a:lnTo>
                      <a:pt x="180" y="114"/>
                    </a:lnTo>
                    <a:lnTo>
                      <a:pt x="180" y="111"/>
                    </a:lnTo>
                    <a:lnTo>
                      <a:pt x="180" y="111"/>
                    </a:lnTo>
                    <a:lnTo>
                      <a:pt x="180" y="111"/>
                    </a:lnTo>
                    <a:lnTo>
                      <a:pt x="183" y="111"/>
                    </a:lnTo>
                    <a:lnTo>
                      <a:pt x="183" y="111"/>
                    </a:lnTo>
                    <a:lnTo>
                      <a:pt x="183" y="111"/>
                    </a:lnTo>
                    <a:lnTo>
                      <a:pt x="183" y="111"/>
                    </a:lnTo>
                    <a:lnTo>
                      <a:pt x="183" y="109"/>
                    </a:lnTo>
                    <a:lnTo>
                      <a:pt x="185" y="109"/>
                    </a:lnTo>
                    <a:lnTo>
                      <a:pt x="185" y="109"/>
                    </a:lnTo>
                    <a:lnTo>
                      <a:pt x="185" y="107"/>
                    </a:lnTo>
                    <a:lnTo>
                      <a:pt x="183" y="107"/>
                    </a:lnTo>
                    <a:lnTo>
                      <a:pt x="183" y="107"/>
                    </a:lnTo>
                    <a:lnTo>
                      <a:pt x="183" y="104"/>
                    </a:lnTo>
                    <a:lnTo>
                      <a:pt x="183" y="104"/>
                    </a:lnTo>
                    <a:lnTo>
                      <a:pt x="185" y="104"/>
                    </a:lnTo>
                    <a:lnTo>
                      <a:pt x="185" y="104"/>
                    </a:lnTo>
                    <a:lnTo>
                      <a:pt x="185" y="102"/>
                    </a:lnTo>
                    <a:lnTo>
                      <a:pt x="185" y="102"/>
                    </a:lnTo>
                    <a:lnTo>
                      <a:pt x="185" y="102"/>
                    </a:lnTo>
                    <a:lnTo>
                      <a:pt x="185" y="100"/>
                    </a:lnTo>
                    <a:lnTo>
                      <a:pt x="185" y="100"/>
                    </a:lnTo>
                    <a:lnTo>
                      <a:pt x="185" y="100"/>
                    </a:lnTo>
                    <a:lnTo>
                      <a:pt x="185" y="97"/>
                    </a:lnTo>
                    <a:lnTo>
                      <a:pt x="187" y="97"/>
                    </a:lnTo>
                    <a:lnTo>
                      <a:pt x="187" y="97"/>
                    </a:lnTo>
                    <a:lnTo>
                      <a:pt x="190" y="97"/>
                    </a:lnTo>
                    <a:lnTo>
                      <a:pt x="190" y="97"/>
                    </a:lnTo>
                    <a:lnTo>
                      <a:pt x="190" y="97"/>
                    </a:lnTo>
                    <a:lnTo>
                      <a:pt x="190" y="97"/>
                    </a:lnTo>
                    <a:lnTo>
                      <a:pt x="192" y="97"/>
                    </a:lnTo>
                    <a:lnTo>
                      <a:pt x="192" y="97"/>
                    </a:lnTo>
                    <a:lnTo>
                      <a:pt x="192" y="97"/>
                    </a:lnTo>
                    <a:lnTo>
                      <a:pt x="192" y="97"/>
                    </a:lnTo>
                    <a:lnTo>
                      <a:pt x="195" y="97"/>
                    </a:lnTo>
                    <a:lnTo>
                      <a:pt x="195" y="97"/>
                    </a:lnTo>
                    <a:lnTo>
                      <a:pt x="195" y="97"/>
                    </a:lnTo>
                    <a:lnTo>
                      <a:pt x="197" y="97"/>
                    </a:lnTo>
                    <a:lnTo>
                      <a:pt x="197" y="95"/>
                    </a:lnTo>
                    <a:lnTo>
                      <a:pt x="197" y="95"/>
                    </a:lnTo>
                    <a:lnTo>
                      <a:pt x="197" y="95"/>
                    </a:lnTo>
                    <a:lnTo>
                      <a:pt x="197" y="95"/>
                    </a:lnTo>
                    <a:lnTo>
                      <a:pt x="199" y="95"/>
                    </a:lnTo>
                    <a:lnTo>
                      <a:pt x="199" y="95"/>
                    </a:lnTo>
                    <a:lnTo>
                      <a:pt x="199" y="92"/>
                    </a:lnTo>
                    <a:lnTo>
                      <a:pt x="199" y="92"/>
                    </a:lnTo>
                    <a:lnTo>
                      <a:pt x="202" y="92"/>
                    </a:lnTo>
                    <a:lnTo>
                      <a:pt x="202" y="92"/>
                    </a:lnTo>
                    <a:lnTo>
                      <a:pt x="202" y="92"/>
                    </a:lnTo>
                    <a:lnTo>
                      <a:pt x="202" y="92"/>
                    </a:lnTo>
                    <a:lnTo>
                      <a:pt x="204" y="92"/>
                    </a:lnTo>
                    <a:lnTo>
                      <a:pt x="204" y="90"/>
                    </a:lnTo>
                    <a:lnTo>
                      <a:pt x="202" y="90"/>
                    </a:lnTo>
                    <a:lnTo>
                      <a:pt x="202" y="90"/>
                    </a:lnTo>
                    <a:lnTo>
                      <a:pt x="202" y="90"/>
                    </a:lnTo>
                    <a:lnTo>
                      <a:pt x="202" y="88"/>
                    </a:lnTo>
                    <a:lnTo>
                      <a:pt x="199" y="88"/>
                    </a:lnTo>
                    <a:lnTo>
                      <a:pt x="199" y="88"/>
                    </a:lnTo>
                    <a:lnTo>
                      <a:pt x="199" y="88"/>
                    </a:lnTo>
                    <a:lnTo>
                      <a:pt x="199" y="85"/>
                    </a:lnTo>
                    <a:lnTo>
                      <a:pt x="199" y="85"/>
                    </a:lnTo>
                    <a:lnTo>
                      <a:pt x="199" y="85"/>
                    </a:lnTo>
                    <a:lnTo>
                      <a:pt x="199" y="83"/>
                    </a:lnTo>
                    <a:lnTo>
                      <a:pt x="199" y="83"/>
                    </a:lnTo>
                    <a:lnTo>
                      <a:pt x="199" y="83"/>
                    </a:lnTo>
                    <a:lnTo>
                      <a:pt x="199" y="81"/>
                    </a:lnTo>
                    <a:lnTo>
                      <a:pt x="199" y="81"/>
                    </a:lnTo>
                    <a:lnTo>
                      <a:pt x="197" y="81"/>
                    </a:lnTo>
                    <a:lnTo>
                      <a:pt x="197" y="81"/>
                    </a:lnTo>
                    <a:lnTo>
                      <a:pt x="197" y="81"/>
                    </a:lnTo>
                    <a:lnTo>
                      <a:pt x="197" y="81"/>
                    </a:lnTo>
                    <a:lnTo>
                      <a:pt x="195" y="81"/>
                    </a:lnTo>
                    <a:lnTo>
                      <a:pt x="195" y="81"/>
                    </a:lnTo>
                    <a:lnTo>
                      <a:pt x="195" y="78"/>
                    </a:lnTo>
                    <a:lnTo>
                      <a:pt x="195" y="78"/>
                    </a:lnTo>
                    <a:lnTo>
                      <a:pt x="195" y="78"/>
                    </a:lnTo>
                    <a:lnTo>
                      <a:pt x="195" y="76"/>
                    </a:lnTo>
                    <a:lnTo>
                      <a:pt x="192" y="76"/>
                    </a:lnTo>
                    <a:lnTo>
                      <a:pt x="192" y="76"/>
                    </a:lnTo>
                    <a:lnTo>
                      <a:pt x="192" y="74"/>
                    </a:lnTo>
                    <a:lnTo>
                      <a:pt x="195" y="74"/>
                    </a:lnTo>
                    <a:lnTo>
                      <a:pt x="195" y="74"/>
                    </a:lnTo>
                    <a:lnTo>
                      <a:pt x="195" y="74"/>
                    </a:lnTo>
                    <a:lnTo>
                      <a:pt x="197" y="74"/>
                    </a:lnTo>
                    <a:lnTo>
                      <a:pt x="197" y="74"/>
                    </a:lnTo>
                    <a:lnTo>
                      <a:pt x="197" y="74"/>
                    </a:lnTo>
                    <a:lnTo>
                      <a:pt x="197" y="74"/>
                    </a:lnTo>
                    <a:lnTo>
                      <a:pt x="199" y="74"/>
                    </a:lnTo>
                    <a:lnTo>
                      <a:pt x="199" y="74"/>
                    </a:lnTo>
                    <a:lnTo>
                      <a:pt x="199" y="74"/>
                    </a:lnTo>
                    <a:lnTo>
                      <a:pt x="199" y="76"/>
                    </a:lnTo>
                    <a:lnTo>
                      <a:pt x="202" y="76"/>
                    </a:lnTo>
                    <a:lnTo>
                      <a:pt x="202" y="76"/>
                    </a:lnTo>
                    <a:lnTo>
                      <a:pt x="204" y="76"/>
                    </a:lnTo>
                    <a:lnTo>
                      <a:pt x="204" y="76"/>
                    </a:lnTo>
                    <a:lnTo>
                      <a:pt x="204" y="76"/>
                    </a:lnTo>
                    <a:lnTo>
                      <a:pt x="206" y="76"/>
                    </a:lnTo>
                    <a:lnTo>
                      <a:pt x="206" y="76"/>
                    </a:lnTo>
                    <a:lnTo>
                      <a:pt x="209" y="76"/>
                    </a:lnTo>
                    <a:lnTo>
                      <a:pt x="209" y="76"/>
                    </a:lnTo>
                    <a:lnTo>
                      <a:pt x="209" y="76"/>
                    </a:lnTo>
                    <a:lnTo>
                      <a:pt x="211" y="76"/>
                    </a:lnTo>
                    <a:lnTo>
                      <a:pt x="211" y="76"/>
                    </a:lnTo>
                    <a:lnTo>
                      <a:pt x="211" y="76"/>
                    </a:lnTo>
                    <a:lnTo>
                      <a:pt x="214" y="76"/>
                    </a:lnTo>
                    <a:lnTo>
                      <a:pt x="214" y="76"/>
                    </a:lnTo>
                    <a:lnTo>
                      <a:pt x="214" y="74"/>
                    </a:lnTo>
                    <a:lnTo>
                      <a:pt x="216" y="74"/>
                    </a:lnTo>
                    <a:lnTo>
                      <a:pt x="216" y="74"/>
                    </a:lnTo>
                    <a:lnTo>
                      <a:pt x="216" y="74"/>
                    </a:lnTo>
                    <a:lnTo>
                      <a:pt x="216" y="74"/>
                    </a:lnTo>
                    <a:lnTo>
                      <a:pt x="218" y="74"/>
                    </a:lnTo>
                    <a:lnTo>
                      <a:pt x="218" y="74"/>
                    </a:lnTo>
                    <a:lnTo>
                      <a:pt x="218" y="74"/>
                    </a:lnTo>
                    <a:lnTo>
                      <a:pt x="218" y="71"/>
                    </a:lnTo>
                    <a:lnTo>
                      <a:pt x="218" y="71"/>
                    </a:lnTo>
                    <a:lnTo>
                      <a:pt x="221" y="71"/>
                    </a:lnTo>
                    <a:lnTo>
                      <a:pt x="221" y="71"/>
                    </a:lnTo>
                    <a:lnTo>
                      <a:pt x="221" y="69"/>
                    </a:lnTo>
                    <a:lnTo>
                      <a:pt x="221" y="69"/>
                    </a:lnTo>
                    <a:lnTo>
                      <a:pt x="221" y="66"/>
                    </a:lnTo>
                    <a:lnTo>
                      <a:pt x="221" y="66"/>
                    </a:lnTo>
                    <a:lnTo>
                      <a:pt x="221" y="66"/>
                    </a:lnTo>
                    <a:lnTo>
                      <a:pt x="221" y="64"/>
                    </a:lnTo>
                    <a:lnTo>
                      <a:pt x="221" y="64"/>
                    </a:lnTo>
                    <a:lnTo>
                      <a:pt x="218" y="64"/>
                    </a:lnTo>
                    <a:lnTo>
                      <a:pt x="218" y="64"/>
                    </a:lnTo>
                    <a:lnTo>
                      <a:pt x="218" y="64"/>
                    </a:lnTo>
                    <a:lnTo>
                      <a:pt x="218" y="62"/>
                    </a:lnTo>
                    <a:lnTo>
                      <a:pt x="218" y="62"/>
                    </a:lnTo>
                    <a:lnTo>
                      <a:pt x="218" y="62"/>
                    </a:lnTo>
                    <a:lnTo>
                      <a:pt x="218" y="62"/>
                    </a:lnTo>
                    <a:lnTo>
                      <a:pt x="218" y="59"/>
                    </a:lnTo>
                    <a:lnTo>
                      <a:pt x="218" y="59"/>
                    </a:lnTo>
                    <a:lnTo>
                      <a:pt x="218" y="59"/>
                    </a:lnTo>
                    <a:lnTo>
                      <a:pt x="218" y="59"/>
                    </a:lnTo>
                    <a:lnTo>
                      <a:pt x="218" y="57"/>
                    </a:lnTo>
                    <a:lnTo>
                      <a:pt x="218" y="57"/>
                    </a:lnTo>
                    <a:lnTo>
                      <a:pt x="221" y="57"/>
                    </a:lnTo>
                    <a:lnTo>
                      <a:pt x="221" y="57"/>
                    </a:lnTo>
                    <a:lnTo>
                      <a:pt x="221" y="55"/>
                    </a:lnTo>
                    <a:lnTo>
                      <a:pt x="223" y="55"/>
                    </a:lnTo>
                    <a:lnTo>
                      <a:pt x="223" y="55"/>
                    </a:lnTo>
                    <a:lnTo>
                      <a:pt x="223" y="55"/>
                    </a:lnTo>
                    <a:lnTo>
                      <a:pt x="223" y="55"/>
                    </a:lnTo>
                    <a:lnTo>
                      <a:pt x="223" y="52"/>
                    </a:lnTo>
                    <a:lnTo>
                      <a:pt x="223" y="52"/>
                    </a:lnTo>
                    <a:lnTo>
                      <a:pt x="225" y="52"/>
                    </a:lnTo>
                    <a:lnTo>
                      <a:pt x="225" y="52"/>
                    </a:lnTo>
                    <a:lnTo>
                      <a:pt x="225" y="52"/>
                    </a:lnTo>
                    <a:lnTo>
                      <a:pt x="225" y="52"/>
                    </a:lnTo>
                    <a:lnTo>
                      <a:pt x="225" y="50"/>
                    </a:lnTo>
                    <a:lnTo>
                      <a:pt x="228" y="50"/>
                    </a:lnTo>
                    <a:lnTo>
                      <a:pt x="228" y="50"/>
                    </a:lnTo>
                    <a:lnTo>
                      <a:pt x="228" y="50"/>
                    </a:lnTo>
                    <a:lnTo>
                      <a:pt x="230" y="50"/>
                    </a:lnTo>
                    <a:lnTo>
                      <a:pt x="230" y="47"/>
                    </a:lnTo>
                    <a:lnTo>
                      <a:pt x="230" y="47"/>
                    </a:lnTo>
                    <a:lnTo>
                      <a:pt x="230" y="45"/>
                    </a:lnTo>
                    <a:lnTo>
                      <a:pt x="230" y="45"/>
                    </a:lnTo>
                    <a:lnTo>
                      <a:pt x="230" y="45"/>
                    </a:lnTo>
                    <a:lnTo>
                      <a:pt x="230" y="45"/>
                    </a:lnTo>
                    <a:lnTo>
                      <a:pt x="232" y="45"/>
                    </a:lnTo>
                    <a:lnTo>
                      <a:pt x="232" y="43"/>
                    </a:lnTo>
                    <a:lnTo>
                      <a:pt x="230" y="43"/>
                    </a:lnTo>
                    <a:lnTo>
                      <a:pt x="230" y="43"/>
                    </a:lnTo>
                    <a:lnTo>
                      <a:pt x="230" y="43"/>
                    </a:lnTo>
                    <a:lnTo>
                      <a:pt x="230" y="43"/>
                    </a:lnTo>
                    <a:lnTo>
                      <a:pt x="230" y="43"/>
                    </a:lnTo>
                    <a:lnTo>
                      <a:pt x="230" y="40"/>
                    </a:lnTo>
                    <a:lnTo>
                      <a:pt x="230" y="40"/>
                    </a:lnTo>
                    <a:lnTo>
                      <a:pt x="230" y="40"/>
                    </a:lnTo>
                    <a:lnTo>
                      <a:pt x="230" y="40"/>
                    </a:lnTo>
                    <a:lnTo>
                      <a:pt x="230" y="38"/>
                    </a:lnTo>
                    <a:lnTo>
                      <a:pt x="232" y="38"/>
                    </a:lnTo>
                    <a:lnTo>
                      <a:pt x="232" y="38"/>
                    </a:lnTo>
                    <a:lnTo>
                      <a:pt x="230" y="38"/>
                    </a:lnTo>
                    <a:lnTo>
                      <a:pt x="230" y="36"/>
                    </a:lnTo>
                    <a:lnTo>
                      <a:pt x="230" y="36"/>
                    </a:lnTo>
                    <a:lnTo>
                      <a:pt x="230" y="36"/>
                    </a:lnTo>
                    <a:lnTo>
                      <a:pt x="230" y="36"/>
                    </a:lnTo>
                    <a:lnTo>
                      <a:pt x="230" y="33"/>
                    </a:lnTo>
                    <a:lnTo>
                      <a:pt x="230" y="33"/>
                    </a:lnTo>
                    <a:lnTo>
                      <a:pt x="230" y="33"/>
                    </a:lnTo>
                    <a:lnTo>
                      <a:pt x="230" y="33"/>
                    </a:lnTo>
                    <a:lnTo>
                      <a:pt x="228" y="33"/>
                    </a:lnTo>
                    <a:lnTo>
                      <a:pt x="228" y="33"/>
                    </a:lnTo>
                    <a:lnTo>
                      <a:pt x="230" y="33"/>
                    </a:lnTo>
                    <a:lnTo>
                      <a:pt x="230" y="31"/>
                    </a:lnTo>
                    <a:lnTo>
                      <a:pt x="230" y="31"/>
                    </a:lnTo>
                    <a:lnTo>
                      <a:pt x="228" y="31"/>
                    </a:lnTo>
                    <a:lnTo>
                      <a:pt x="228" y="29"/>
                    </a:lnTo>
                    <a:lnTo>
                      <a:pt x="228" y="29"/>
                    </a:lnTo>
                    <a:lnTo>
                      <a:pt x="228" y="29"/>
                    </a:lnTo>
                    <a:lnTo>
                      <a:pt x="228" y="26"/>
                    </a:lnTo>
                    <a:lnTo>
                      <a:pt x="225" y="26"/>
                    </a:lnTo>
                    <a:lnTo>
                      <a:pt x="225" y="26"/>
                    </a:lnTo>
                    <a:lnTo>
                      <a:pt x="225" y="26"/>
                    </a:lnTo>
                    <a:lnTo>
                      <a:pt x="225" y="24"/>
                    </a:lnTo>
                    <a:lnTo>
                      <a:pt x="225" y="24"/>
                    </a:lnTo>
                    <a:lnTo>
                      <a:pt x="223" y="24"/>
                    </a:lnTo>
                    <a:lnTo>
                      <a:pt x="223" y="24"/>
                    </a:lnTo>
                    <a:lnTo>
                      <a:pt x="223" y="24"/>
                    </a:lnTo>
                    <a:lnTo>
                      <a:pt x="223" y="24"/>
                    </a:lnTo>
                    <a:lnTo>
                      <a:pt x="223" y="21"/>
                    </a:lnTo>
                    <a:lnTo>
                      <a:pt x="223" y="21"/>
                    </a:lnTo>
                    <a:lnTo>
                      <a:pt x="223" y="21"/>
                    </a:lnTo>
                    <a:lnTo>
                      <a:pt x="223" y="21"/>
                    </a:lnTo>
                    <a:lnTo>
                      <a:pt x="223" y="21"/>
                    </a:lnTo>
                    <a:lnTo>
                      <a:pt x="223" y="19"/>
                    </a:lnTo>
                    <a:lnTo>
                      <a:pt x="225" y="19"/>
                    </a:lnTo>
                    <a:lnTo>
                      <a:pt x="225" y="19"/>
                    </a:lnTo>
                    <a:lnTo>
                      <a:pt x="225" y="19"/>
                    </a:lnTo>
                    <a:lnTo>
                      <a:pt x="225" y="19"/>
                    </a:lnTo>
                    <a:lnTo>
                      <a:pt x="225" y="17"/>
                    </a:lnTo>
                    <a:lnTo>
                      <a:pt x="228" y="17"/>
                    </a:lnTo>
                    <a:lnTo>
                      <a:pt x="228" y="17"/>
                    </a:lnTo>
                    <a:lnTo>
                      <a:pt x="228" y="17"/>
                    </a:lnTo>
                    <a:lnTo>
                      <a:pt x="230" y="17"/>
                    </a:lnTo>
                    <a:lnTo>
                      <a:pt x="230" y="14"/>
                    </a:lnTo>
                    <a:lnTo>
                      <a:pt x="230" y="14"/>
                    </a:lnTo>
                    <a:lnTo>
                      <a:pt x="230" y="14"/>
                    </a:lnTo>
                    <a:lnTo>
                      <a:pt x="230" y="12"/>
                    </a:lnTo>
                    <a:lnTo>
                      <a:pt x="230" y="12"/>
                    </a:lnTo>
                    <a:lnTo>
                      <a:pt x="230" y="12"/>
                    </a:lnTo>
                    <a:lnTo>
                      <a:pt x="232" y="12"/>
                    </a:lnTo>
                    <a:lnTo>
                      <a:pt x="232" y="12"/>
                    </a:lnTo>
                    <a:lnTo>
                      <a:pt x="232" y="12"/>
                    </a:lnTo>
                    <a:lnTo>
                      <a:pt x="232" y="12"/>
                    </a:lnTo>
                    <a:lnTo>
                      <a:pt x="235" y="12"/>
                    </a:lnTo>
                    <a:lnTo>
                      <a:pt x="235" y="14"/>
                    </a:lnTo>
                    <a:lnTo>
                      <a:pt x="235" y="14"/>
                    </a:lnTo>
                    <a:lnTo>
                      <a:pt x="235" y="12"/>
                    </a:lnTo>
                    <a:lnTo>
                      <a:pt x="235" y="12"/>
                    </a:lnTo>
                    <a:lnTo>
                      <a:pt x="235" y="12"/>
                    </a:lnTo>
                    <a:lnTo>
                      <a:pt x="237" y="12"/>
                    </a:lnTo>
                    <a:lnTo>
                      <a:pt x="237" y="12"/>
                    </a:lnTo>
                    <a:lnTo>
                      <a:pt x="237" y="10"/>
                    </a:lnTo>
                    <a:lnTo>
                      <a:pt x="237" y="10"/>
                    </a:lnTo>
                    <a:lnTo>
                      <a:pt x="240" y="10"/>
                    </a:lnTo>
                    <a:lnTo>
                      <a:pt x="240" y="10"/>
                    </a:lnTo>
                    <a:lnTo>
                      <a:pt x="240" y="10"/>
                    </a:lnTo>
                    <a:lnTo>
                      <a:pt x="242" y="10"/>
                    </a:lnTo>
                    <a:lnTo>
                      <a:pt x="242" y="10"/>
                    </a:lnTo>
                    <a:lnTo>
                      <a:pt x="242" y="7"/>
                    </a:lnTo>
                    <a:lnTo>
                      <a:pt x="242" y="7"/>
                    </a:lnTo>
                    <a:lnTo>
                      <a:pt x="242" y="5"/>
                    </a:lnTo>
                    <a:lnTo>
                      <a:pt x="242" y="5"/>
                    </a:lnTo>
                    <a:lnTo>
                      <a:pt x="244" y="5"/>
                    </a:lnTo>
                    <a:lnTo>
                      <a:pt x="244" y="5"/>
                    </a:lnTo>
                    <a:lnTo>
                      <a:pt x="244" y="5"/>
                    </a:lnTo>
                    <a:lnTo>
                      <a:pt x="244" y="5"/>
                    </a:lnTo>
                    <a:lnTo>
                      <a:pt x="247" y="5"/>
                    </a:lnTo>
                    <a:lnTo>
                      <a:pt x="247" y="2"/>
                    </a:lnTo>
                    <a:lnTo>
                      <a:pt x="247" y="2"/>
                    </a:lnTo>
                    <a:lnTo>
                      <a:pt x="247" y="5"/>
                    </a:lnTo>
                    <a:lnTo>
                      <a:pt x="249" y="5"/>
                    </a:lnTo>
                    <a:lnTo>
                      <a:pt x="249" y="2"/>
                    </a:lnTo>
                    <a:lnTo>
                      <a:pt x="249" y="2"/>
                    </a:lnTo>
                    <a:lnTo>
                      <a:pt x="249" y="2"/>
                    </a:lnTo>
                    <a:lnTo>
                      <a:pt x="249" y="2"/>
                    </a:lnTo>
                    <a:lnTo>
                      <a:pt x="251" y="2"/>
                    </a:lnTo>
                    <a:lnTo>
                      <a:pt x="251" y="2"/>
                    </a:lnTo>
                    <a:lnTo>
                      <a:pt x="251" y="2"/>
                    </a:lnTo>
                    <a:lnTo>
                      <a:pt x="254" y="2"/>
                    </a:lnTo>
                    <a:lnTo>
                      <a:pt x="254" y="2"/>
                    </a:lnTo>
                    <a:lnTo>
                      <a:pt x="254" y="2"/>
                    </a:lnTo>
                    <a:lnTo>
                      <a:pt x="254" y="2"/>
                    </a:lnTo>
                    <a:lnTo>
                      <a:pt x="256" y="2"/>
                    </a:lnTo>
                    <a:lnTo>
                      <a:pt x="256" y="2"/>
                    </a:lnTo>
                    <a:lnTo>
                      <a:pt x="256" y="2"/>
                    </a:lnTo>
                    <a:lnTo>
                      <a:pt x="256" y="2"/>
                    </a:lnTo>
                    <a:lnTo>
                      <a:pt x="258" y="2"/>
                    </a:lnTo>
                    <a:lnTo>
                      <a:pt x="258" y="2"/>
                    </a:lnTo>
                    <a:lnTo>
                      <a:pt x="258" y="2"/>
                    </a:lnTo>
                    <a:lnTo>
                      <a:pt x="258" y="2"/>
                    </a:lnTo>
                    <a:lnTo>
                      <a:pt x="258" y="2"/>
                    </a:lnTo>
                    <a:lnTo>
                      <a:pt x="261" y="2"/>
                    </a:lnTo>
                    <a:lnTo>
                      <a:pt x="261" y="2"/>
                    </a:lnTo>
                    <a:lnTo>
                      <a:pt x="263" y="2"/>
                    </a:lnTo>
                    <a:lnTo>
                      <a:pt x="263" y="2"/>
                    </a:lnTo>
                    <a:lnTo>
                      <a:pt x="263" y="2"/>
                    </a:lnTo>
                    <a:lnTo>
                      <a:pt x="266" y="2"/>
                    </a:lnTo>
                    <a:lnTo>
                      <a:pt x="266" y="2"/>
                    </a:lnTo>
                    <a:lnTo>
                      <a:pt x="266" y="2"/>
                    </a:lnTo>
                    <a:lnTo>
                      <a:pt x="268" y="2"/>
                    </a:lnTo>
                    <a:lnTo>
                      <a:pt x="268" y="2"/>
                    </a:lnTo>
                    <a:lnTo>
                      <a:pt x="270" y="2"/>
                    </a:lnTo>
                    <a:lnTo>
                      <a:pt x="270" y="2"/>
                    </a:lnTo>
                    <a:lnTo>
                      <a:pt x="270" y="0"/>
                    </a:lnTo>
                    <a:lnTo>
                      <a:pt x="270" y="0"/>
                    </a:lnTo>
                    <a:lnTo>
                      <a:pt x="270" y="2"/>
                    </a:lnTo>
                    <a:lnTo>
                      <a:pt x="273" y="2"/>
                    </a:lnTo>
                    <a:lnTo>
                      <a:pt x="273" y="2"/>
                    </a:lnTo>
                    <a:lnTo>
                      <a:pt x="273" y="0"/>
                    </a:lnTo>
                    <a:lnTo>
                      <a:pt x="275" y="0"/>
                    </a:lnTo>
                    <a:lnTo>
                      <a:pt x="275" y="0"/>
                    </a:lnTo>
                    <a:lnTo>
                      <a:pt x="275" y="2"/>
                    </a:lnTo>
                    <a:lnTo>
                      <a:pt x="275" y="2"/>
                    </a:lnTo>
                    <a:lnTo>
                      <a:pt x="275" y="2"/>
                    </a:lnTo>
                    <a:lnTo>
                      <a:pt x="277" y="2"/>
                    </a:lnTo>
                    <a:lnTo>
                      <a:pt x="277" y="2"/>
                    </a:lnTo>
                    <a:lnTo>
                      <a:pt x="277" y="2"/>
                    </a:lnTo>
                    <a:lnTo>
                      <a:pt x="277" y="2"/>
                    </a:lnTo>
                    <a:lnTo>
                      <a:pt x="280" y="2"/>
                    </a:lnTo>
                    <a:lnTo>
                      <a:pt x="280" y="5"/>
                    </a:lnTo>
                    <a:lnTo>
                      <a:pt x="277" y="5"/>
                    </a:lnTo>
                    <a:lnTo>
                      <a:pt x="277" y="5"/>
                    </a:lnTo>
                    <a:lnTo>
                      <a:pt x="277" y="5"/>
                    </a:lnTo>
                    <a:lnTo>
                      <a:pt x="277" y="5"/>
                    </a:lnTo>
                    <a:lnTo>
                      <a:pt x="275" y="5"/>
                    </a:lnTo>
                    <a:lnTo>
                      <a:pt x="275" y="5"/>
                    </a:lnTo>
                    <a:lnTo>
                      <a:pt x="275" y="5"/>
                    </a:lnTo>
                    <a:lnTo>
                      <a:pt x="273" y="5"/>
                    </a:lnTo>
                    <a:lnTo>
                      <a:pt x="273" y="5"/>
                    </a:lnTo>
                    <a:lnTo>
                      <a:pt x="270" y="5"/>
                    </a:lnTo>
                    <a:lnTo>
                      <a:pt x="270" y="5"/>
                    </a:lnTo>
                    <a:lnTo>
                      <a:pt x="270" y="5"/>
                    </a:lnTo>
                    <a:lnTo>
                      <a:pt x="270" y="5"/>
                    </a:lnTo>
                    <a:lnTo>
                      <a:pt x="268" y="5"/>
                    </a:lnTo>
                    <a:lnTo>
                      <a:pt x="268" y="5"/>
                    </a:lnTo>
                    <a:lnTo>
                      <a:pt x="268" y="5"/>
                    </a:lnTo>
                    <a:lnTo>
                      <a:pt x="266" y="5"/>
                    </a:lnTo>
                    <a:lnTo>
                      <a:pt x="266" y="5"/>
                    </a:lnTo>
                    <a:lnTo>
                      <a:pt x="266" y="5"/>
                    </a:lnTo>
                    <a:lnTo>
                      <a:pt x="266" y="5"/>
                    </a:lnTo>
                    <a:lnTo>
                      <a:pt x="266" y="5"/>
                    </a:lnTo>
                    <a:lnTo>
                      <a:pt x="263" y="5"/>
                    </a:lnTo>
                    <a:lnTo>
                      <a:pt x="263" y="5"/>
                    </a:lnTo>
                    <a:lnTo>
                      <a:pt x="263" y="5"/>
                    </a:lnTo>
                    <a:lnTo>
                      <a:pt x="263" y="7"/>
                    </a:lnTo>
                    <a:lnTo>
                      <a:pt x="261" y="7"/>
                    </a:lnTo>
                    <a:lnTo>
                      <a:pt x="261" y="7"/>
                    </a:lnTo>
                    <a:lnTo>
                      <a:pt x="263" y="7"/>
                    </a:lnTo>
                    <a:lnTo>
                      <a:pt x="263" y="10"/>
                    </a:lnTo>
                    <a:lnTo>
                      <a:pt x="261" y="10"/>
                    </a:lnTo>
                    <a:lnTo>
                      <a:pt x="261" y="10"/>
                    </a:lnTo>
                    <a:lnTo>
                      <a:pt x="261" y="10"/>
                    </a:lnTo>
                    <a:lnTo>
                      <a:pt x="261" y="12"/>
                    </a:lnTo>
                    <a:lnTo>
                      <a:pt x="258" y="12"/>
                    </a:lnTo>
                    <a:lnTo>
                      <a:pt x="258" y="12"/>
                    </a:lnTo>
                    <a:lnTo>
                      <a:pt x="258" y="12"/>
                    </a:lnTo>
                    <a:lnTo>
                      <a:pt x="258" y="12"/>
                    </a:lnTo>
                    <a:lnTo>
                      <a:pt x="258" y="12"/>
                    </a:lnTo>
                    <a:lnTo>
                      <a:pt x="258" y="14"/>
                    </a:lnTo>
                    <a:lnTo>
                      <a:pt x="256" y="14"/>
                    </a:lnTo>
                    <a:lnTo>
                      <a:pt x="256" y="14"/>
                    </a:lnTo>
                    <a:lnTo>
                      <a:pt x="256" y="14"/>
                    </a:lnTo>
                    <a:lnTo>
                      <a:pt x="256" y="14"/>
                    </a:lnTo>
                    <a:lnTo>
                      <a:pt x="256" y="17"/>
                    </a:lnTo>
                    <a:lnTo>
                      <a:pt x="254" y="17"/>
                    </a:lnTo>
                    <a:lnTo>
                      <a:pt x="254" y="17"/>
                    </a:lnTo>
                    <a:lnTo>
                      <a:pt x="254" y="17"/>
                    </a:lnTo>
                    <a:lnTo>
                      <a:pt x="251" y="17"/>
                    </a:lnTo>
                    <a:lnTo>
                      <a:pt x="251" y="17"/>
                    </a:lnTo>
                    <a:lnTo>
                      <a:pt x="251" y="17"/>
                    </a:lnTo>
                    <a:lnTo>
                      <a:pt x="251" y="19"/>
                    </a:lnTo>
                    <a:lnTo>
                      <a:pt x="251" y="19"/>
                    </a:lnTo>
                    <a:lnTo>
                      <a:pt x="251" y="21"/>
                    </a:lnTo>
                    <a:lnTo>
                      <a:pt x="251" y="21"/>
                    </a:lnTo>
                    <a:lnTo>
                      <a:pt x="251" y="21"/>
                    </a:lnTo>
                    <a:lnTo>
                      <a:pt x="251" y="21"/>
                    </a:lnTo>
                    <a:lnTo>
                      <a:pt x="251" y="24"/>
                    </a:lnTo>
                    <a:lnTo>
                      <a:pt x="251" y="24"/>
                    </a:lnTo>
                    <a:lnTo>
                      <a:pt x="251" y="24"/>
                    </a:lnTo>
                    <a:lnTo>
                      <a:pt x="251" y="26"/>
                    </a:lnTo>
                    <a:lnTo>
                      <a:pt x="251" y="26"/>
                    </a:lnTo>
                    <a:lnTo>
                      <a:pt x="251" y="26"/>
                    </a:lnTo>
                    <a:lnTo>
                      <a:pt x="251" y="29"/>
                    </a:lnTo>
                    <a:lnTo>
                      <a:pt x="251" y="29"/>
                    </a:lnTo>
                    <a:lnTo>
                      <a:pt x="254" y="29"/>
                    </a:lnTo>
                    <a:lnTo>
                      <a:pt x="254" y="29"/>
                    </a:lnTo>
                    <a:lnTo>
                      <a:pt x="256" y="29"/>
                    </a:lnTo>
                    <a:lnTo>
                      <a:pt x="256" y="29"/>
                    </a:lnTo>
                    <a:lnTo>
                      <a:pt x="256" y="26"/>
                    </a:lnTo>
                    <a:lnTo>
                      <a:pt x="256" y="26"/>
                    </a:lnTo>
                    <a:lnTo>
                      <a:pt x="256" y="29"/>
                    </a:lnTo>
                    <a:lnTo>
                      <a:pt x="258" y="29"/>
                    </a:lnTo>
                    <a:lnTo>
                      <a:pt x="258" y="29"/>
                    </a:lnTo>
                    <a:lnTo>
                      <a:pt x="258" y="29"/>
                    </a:lnTo>
                    <a:lnTo>
                      <a:pt x="261" y="29"/>
                    </a:lnTo>
                    <a:lnTo>
                      <a:pt x="261" y="29"/>
                    </a:lnTo>
                    <a:lnTo>
                      <a:pt x="261" y="26"/>
                    </a:lnTo>
                    <a:lnTo>
                      <a:pt x="263" y="26"/>
                    </a:lnTo>
                    <a:lnTo>
                      <a:pt x="263" y="29"/>
                    </a:lnTo>
                    <a:lnTo>
                      <a:pt x="263" y="29"/>
                    </a:lnTo>
                    <a:lnTo>
                      <a:pt x="263" y="29"/>
                    </a:lnTo>
                    <a:lnTo>
                      <a:pt x="263" y="31"/>
                    </a:lnTo>
                    <a:lnTo>
                      <a:pt x="263" y="31"/>
                    </a:lnTo>
                    <a:lnTo>
                      <a:pt x="263" y="31"/>
                    </a:lnTo>
                    <a:lnTo>
                      <a:pt x="263" y="33"/>
                    </a:lnTo>
                    <a:lnTo>
                      <a:pt x="266" y="33"/>
                    </a:lnTo>
                    <a:lnTo>
                      <a:pt x="266" y="33"/>
                    </a:lnTo>
                    <a:lnTo>
                      <a:pt x="266" y="33"/>
                    </a:lnTo>
                    <a:lnTo>
                      <a:pt x="266" y="33"/>
                    </a:lnTo>
                    <a:lnTo>
                      <a:pt x="268" y="33"/>
                    </a:lnTo>
                    <a:lnTo>
                      <a:pt x="268" y="33"/>
                    </a:lnTo>
                    <a:lnTo>
                      <a:pt x="268" y="33"/>
                    </a:lnTo>
                    <a:lnTo>
                      <a:pt x="270" y="33"/>
                    </a:lnTo>
                    <a:lnTo>
                      <a:pt x="270" y="33"/>
                    </a:lnTo>
                    <a:lnTo>
                      <a:pt x="270" y="33"/>
                    </a:lnTo>
                    <a:lnTo>
                      <a:pt x="270" y="36"/>
                    </a:lnTo>
                    <a:lnTo>
                      <a:pt x="273" y="36"/>
                    </a:lnTo>
                    <a:lnTo>
                      <a:pt x="273" y="36"/>
                    </a:lnTo>
                    <a:lnTo>
                      <a:pt x="275" y="36"/>
                    </a:lnTo>
                    <a:lnTo>
                      <a:pt x="275" y="36"/>
                    </a:lnTo>
                    <a:lnTo>
                      <a:pt x="275" y="36"/>
                    </a:lnTo>
                    <a:lnTo>
                      <a:pt x="277" y="36"/>
                    </a:lnTo>
                    <a:lnTo>
                      <a:pt x="277" y="36"/>
                    </a:lnTo>
                    <a:lnTo>
                      <a:pt x="277" y="36"/>
                    </a:lnTo>
                    <a:lnTo>
                      <a:pt x="277" y="38"/>
                    </a:lnTo>
                    <a:lnTo>
                      <a:pt x="277" y="38"/>
                    </a:lnTo>
                    <a:lnTo>
                      <a:pt x="277" y="38"/>
                    </a:lnTo>
                    <a:lnTo>
                      <a:pt x="275" y="38"/>
                    </a:lnTo>
                    <a:lnTo>
                      <a:pt x="275" y="40"/>
                    </a:lnTo>
                    <a:lnTo>
                      <a:pt x="275" y="40"/>
                    </a:lnTo>
                    <a:lnTo>
                      <a:pt x="275" y="43"/>
                    </a:lnTo>
                    <a:lnTo>
                      <a:pt x="275" y="43"/>
                    </a:lnTo>
                    <a:lnTo>
                      <a:pt x="277" y="43"/>
                    </a:lnTo>
                    <a:lnTo>
                      <a:pt x="277" y="43"/>
                    </a:lnTo>
                    <a:lnTo>
                      <a:pt x="277" y="43"/>
                    </a:lnTo>
                    <a:lnTo>
                      <a:pt x="277" y="43"/>
                    </a:lnTo>
                    <a:lnTo>
                      <a:pt x="280" y="43"/>
                    </a:lnTo>
                    <a:lnTo>
                      <a:pt x="280" y="43"/>
                    </a:lnTo>
                    <a:lnTo>
                      <a:pt x="282" y="43"/>
                    </a:lnTo>
                    <a:lnTo>
                      <a:pt x="282" y="45"/>
                    </a:lnTo>
                    <a:lnTo>
                      <a:pt x="282" y="45"/>
                    </a:lnTo>
                    <a:lnTo>
                      <a:pt x="282" y="45"/>
                    </a:lnTo>
                    <a:lnTo>
                      <a:pt x="285" y="45"/>
                    </a:lnTo>
                    <a:lnTo>
                      <a:pt x="285" y="45"/>
                    </a:lnTo>
                    <a:lnTo>
                      <a:pt x="285" y="47"/>
                    </a:lnTo>
                    <a:lnTo>
                      <a:pt x="285" y="47"/>
                    </a:lnTo>
                    <a:lnTo>
                      <a:pt x="285" y="50"/>
                    </a:lnTo>
                    <a:lnTo>
                      <a:pt x="282" y="50"/>
                    </a:lnTo>
                    <a:lnTo>
                      <a:pt x="282" y="50"/>
                    </a:lnTo>
                    <a:lnTo>
                      <a:pt x="282" y="52"/>
                    </a:lnTo>
                    <a:lnTo>
                      <a:pt x="282" y="52"/>
                    </a:lnTo>
                    <a:lnTo>
                      <a:pt x="282" y="52"/>
                    </a:lnTo>
                    <a:lnTo>
                      <a:pt x="282" y="52"/>
                    </a:lnTo>
                    <a:lnTo>
                      <a:pt x="282" y="52"/>
                    </a:lnTo>
                    <a:lnTo>
                      <a:pt x="280" y="52"/>
                    </a:lnTo>
                    <a:lnTo>
                      <a:pt x="280" y="52"/>
                    </a:lnTo>
                    <a:lnTo>
                      <a:pt x="277" y="52"/>
                    </a:lnTo>
                    <a:lnTo>
                      <a:pt x="277" y="52"/>
                    </a:lnTo>
                    <a:lnTo>
                      <a:pt x="277" y="55"/>
                    </a:lnTo>
                    <a:lnTo>
                      <a:pt x="277" y="55"/>
                    </a:lnTo>
                    <a:lnTo>
                      <a:pt x="275" y="55"/>
                    </a:lnTo>
                    <a:lnTo>
                      <a:pt x="275" y="55"/>
                    </a:lnTo>
                    <a:lnTo>
                      <a:pt x="275" y="57"/>
                    </a:lnTo>
                    <a:lnTo>
                      <a:pt x="275" y="57"/>
                    </a:lnTo>
                    <a:lnTo>
                      <a:pt x="275" y="57"/>
                    </a:lnTo>
                    <a:lnTo>
                      <a:pt x="275" y="59"/>
                    </a:lnTo>
                    <a:lnTo>
                      <a:pt x="275" y="59"/>
                    </a:lnTo>
                    <a:lnTo>
                      <a:pt x="275" y="59"/>
                    </a:lnTo>
                    <a:lnTo>
                      <a:pt x="273" y="59"/>
                    </a:lnTo>
                    <a:lnTo>
                      <a:pt x="273" y="59"/>
                    </a:lnTo>
                    <a:lnTo>
                      <a:pt x="270" y="59"/>
                    </a:lnTo>
                    <a:lnTo>
                      <a:pt x="270" y="59"/>
                    </a:lnTo>
                    <a:lnTo>
                      <a:pt x="270" y="62"/>
                    </a:lnTo>
                    <a:lnTo>
                      <a:pt x="270" y="62"/>
                    </a:lnTo>
                    <a:lnTo>
                      <a:pt x="270" y="62"/>
                    </a:lnTo>
                    <a:lnTo>
                      <a:pt x="270" y="62"/>
                    </a:lnTo>
                    <a:lnTo>
                      <a:pt x="270" y="64"/>
                    </a:lnTo>
                    <a:lnTo>
                      <a:pt x="270" y="64"/>
                    </a:lnTo>
                    <a:lnTo>
                      <a:pt x="270" y="66"/>
                    </a:lnTo>
                    <a:lnTo>
                      <a:pt x="270" y="66"/>
                    </a:lnTo>
                    <a:lnTo>
                      <a:pt x="270" y="66"/>
                    </a:lnTo>
                    <a:lnTo>
                      <a:pt x="270" y="69"/>
                    </a:lnTo>
                    <a:lnTo>
                      <a:pt x="270" y="69"/>
                    </a:lnTo>
                    <a:lnTo>
                      <a:pt x="270" y="69"/>
                    </a:lnTo>
                    <a:lnTo>
                      <a:pt x="270" y="71"/>
                    </a:lnTo>
                    <a:lnTo>
                      <a:pt x="270" y="71"/>
                    </a:lnTo>
                    <a:lnTo>
                      <a:pt x="270" y="71"/>
                    </a:lnTo>
                    <a:lnTo>
                      <a:pt x="270" y="74"/>
                    </a:lnTo>
                    <a:lnTo>
                      <a:pt x="270" y="74"/>
                    </a:lnTo>
                    <a:lnTo>
                      <a:pt x="273" y="74"/>
                    </a:lnTo>
                    <a:lnTo>
                      <a:pt x="273" y="76"/>
                    </a:lnTo>
                    <a:lnTo>
                      <a:pt x="273" y="76"/>
                    </a:lnTo>
                    <a:lnTo>
                      <a:pt x="273" y="76"/>
                    </a:lnTo>
                    <a:lnTo>
                      <a:pt x="273" y="78"/>
                    </a:lnTo>
                    <a:lnTo>
                      <a:pt x="273" y="78"/>
                    </a:lnTo>
                    <a:lnTo>
                      <a:pt x="273" y="81"/>
                    </a:lnTo>
                    <a:lnTo>
                      <a:pt x="273" y="81"/>
                    </a:lnTo>
                    <a:lnTo>
                      <a:pt x="273" y="81"/>
                    </a:lnTo>
                    <a:lnTo>
                      <a:pt x="273" y="83"/>
                    </a:lnTo>
                    <a:lnTo>
                      <a:pt x="273" y="83"/>
                    </a:lnTo>
                    <a:lnTo>
                      <a:pt x="273" y="85"/>
                    </a:lnTo>
                    <a:lnTo>
                      <a:pt x="275" y="85"/>
                    </a:lnTo>
                    <a:lnTo>
                      <a:pt x="275" y="85"/>
                    </a:lnTo>
                    <a:lnTo>
                      <a:pt x="275" y="88"/>
                    </a:lnTo>
                    <a:lnTo>
                      <a:pt x="275" y="88"/>
                    </a:lnTo>
                    <a:lnTo>
                      <a:pt x="275" y="90"/>
                    </a:lnTo>
                    <a:lnTo>
                      <a:pt x="273" y="90"/>
                    </a:lnTo>
                    <a:lnTo>
                      <a:pt x="273" y="90"/>
                    </a:lnTo>
                    <a:lnTo>
                      <a:pt x="273" y="92"/>
                    </a:lnTo>
                    <a:lnTo>
                      <a:pt x="273" y="92"/>
                    </a:lnTo>
                    <a:lnTo>
                      <a:pt x="275" y="92"/>
                    </a:lnTo>
                    <a:lnTo>
                      <a:pt x="275" y="92"/>
                    </a:lnTo>
                    <a:lnTo>
                      <a:pt x="275" y="95"/>
                    </a:lnTo>
                    <a:lnTo>
                      <a:pt x="275" y="95"/>
                    </a:lnTo>
                    <a:lnTo>
                      <a:pt x="275" y="95"/>
                    </a:lnTo>
                    <a:lnTo>
                      <a:pt x="275" y="95"/>
                    </a:lnTo>
                    <a:lnTo>
                      <a:pt x="275" y="97"/>
                    </a:lnTo>
                    <a:lnTo>
                      <a:pt x="275" y="97"/>
                    </a:lnTo>
                    <a:lnTo>
                      <a:pt x="275" y="97"/>
                    </a:lnTo>
                    <a:lnTo>
                      <a:pt x="275" y="97"/>
                    </a:lnTo>
                    <a:lnTo>
                      <a:pt x="275" y="100"/>
                    </a:lnTo>
                    <a:lnTo>
                      <a:pt x="277" y="100"/>
                    </a:lnTo>
                    <a:lnTo>
                      <a:pt x="277" y="100"/>
                    </a:lnTo>
                    <a:lnTo>
                      <a:pt x="277" y="100"/>
                    </a:lnTo>
                    <a:lnTo>
                      <a:pt x="277" y="100"/>
                    </a:lnTo>
                    <a:lnTo>
                      <a:pt x="277" y="100"/>
                    </a:lnTo>
                    <a:lnTo>
                      <a:pt x="280" y="100"/>
                    </a:lnTo>
                    <a:lnTo>
                      <a:pt x="280" y="100"/>
                    </a:lnTo>
                    <a:lnTo>
                      <a:pt x="282" y="100"/>
                    </a:lnTo>
                    <a:lnTo>
                      <a:pt x="282" y="100"/>
                    </a:lnTo>
                    <a:lnTo>
                      <a:pt x="282" y="102"/>
                    </a:lnTo>
                    <a:lnTo>
                      <a:pt x="282" y="102"/>
                    </a:lnTo>
                    <a:lnTo>
                      <a:pt x="282" y="102"/>
                    </a:lnTo>
                    <a:lnTo>
                      <a:pt x="282" y="102"/>
                    </a:lnTo>
                    <a:lnTo>
                      <a:pt x="285" y="102"/>
                    </a:lnTo>
                    <a:lnTo>
                      <a:pt x="285" y="102"/>
                    </a:lnTo>
                    <a:lnTo>
                      <a:pt x="285" y="102"/>
                    </a:lnTo>
                    <a:lnTo>
                      <a:pt x="285" y="102"/>
                    </a:lnTo>
                    <a:lnTo>
                      <a:pt x="287" y="102"/>
                    </a:lnTo>
                    <a:lnTo>
                      <a:pt x="287" y="102"/>
                    </a:lnTo>
                    <a:lnTo>
                      <a:pt x="287" y="104"/>
                    </a:lnTo>
                    <a:lnTo>
                      <a:pt x="289" y="104"/>
                    </a:lnTo>
                    <a:lnTo>
                      <a:pt x="289" y="104"/>
                    </a:lnTo>
                    <a:lnTo>
                      <a:pt x="289" y="104"/>
                    </a:lnTo>
                    <a:lnTo>
                      <a:pt x="289" y="104"/>
                    </a:lnTo>
                    <a:lnTo>
                      <a:pt x="292" y="104"/>
                    </a:lnTo>
                    <a:lnTo>
                      <a:pt x="292" y="104"/>
                    </a:lnTo>
                    <a:lnTo>
                      <a:pt x="292" y="104"/>
                    </a:lnTo>
                    <a:lnTo>
                      <a:pt x="292" y="107"/>
                    </a:lnTo>
                    <a:lnTo>
                      <a:pt x="294" y="107"/>
                    </a:lnTo>
                    <a:lnTo>
                      <a:pt x="294" y="107"/>
                    </a:lnTo>
                    <a:lnTo>
                      <a:pt x="296" y="107"/>
                    </a:lnTo>
                    <a:lnTo>
                      <a:pt x="296" y="104"/>
                    </a:lnTo>
                    <a:lnTo>
                      <a:pt x="296" y="104"/>
                    </a:lnTo>
                    <a:lnTo>
                      <a:pt x="296" y="104"/>
                    </a:lnTo>
                    <a:lnTo>
                      <a:pt x="296" y="104"/>
                    </a:lnTo>
                    <a:lnTo>
                      <a:pt x="296" y="104"/>
                    </a:lnTo>
                    <a:lnTo>
                      <a:pt x="296" y="104"/>
                    </a:lnTo>
                    <a:lnTo>
                      <a:pt x="296" y="107"/>
                    </a:lnTo>
                    <a:lnTo>
                      <a:pt x="296" y="107"/>
                    </a:lnTo>
                    <a:lnTo>
                      <a:pt x="296" y="109"/>
                    </a:lnTo>
                    <a:lnTo>
                      <a:pt x="296" y="109"/>
                    </a:lnTo>
                    <a:lnTo>
                      <a:pt x="296" y="109"/>
                    </a:lnTo>
                    <a:lnTo>
                      <a:pt x="296" y="111"/>
                    </a:lnTo>
                    <a:lnTo>
                      <a:pt x="296" y="111"/>
                    </a:lnTo>
                    <a:lnTo>
                      <a:pt x="296" y="111"/>
                    </a:lnTo>
                    <a:lnTo>
                      <a:pt x="296" y="111"/>
                    </a:lnTo>
                    <a:lnTo>
                      <a:pt x="296" y="111"/>
                    </a:lnTo>
                    <a:lnTo>
                      <a:pt x="299" y="111"/>
                    </a:lnTo>
                    <a:lnTo>
                      <a:pt x="299" y="111"/>
                    </a:lnTo>
                    <a:lnTo>
                      <a:pt x="299" y="111"/>
                    </a:lnTo>
                    <a:lnTo>
                      <a:pt x="301" y="111"/>
                    </a:lnTo>
                    <a:lnTo>
                      <a:pt x="301" y="114"/>
                    </a:lnTo>
                    <a:lnTo>
                      <a:pt x="301" y="114"/>
                    </a:lnTo>
                    <a:lnTo>
                      <a:pt x="303" y="114"/>
                    </a:lnTo>
                    <a:lnTo>
                      <a:pt x="303" y="114"/>
                    </a:lnTo>
                    <a:lnTo>
                      <a:pt x="303" y="111"/>
                    </a:lnTo>
                    <a:lnTo>
                      <a:pt x="303" y="111"/>
                    </a:lnTo>
                    <a:lnTo>
                      <a:pt x="306" y="111"/>
                    </a:lnTo>
                    <a:lnTo>
                      <a:pt x="306" y="114"/>
                    </a:lnTo>
                    <a:lnTo>
                      <a:pt x="306" y="114"/>
                    </a:lnTo>
                    <a:lnTo>
                      <a:pt x="306" y="114"/>
                    </a:lnTo>
                    <a:lnTo>
                      <a:pt x="306" y="114"/>
                    </a:lnTo>
                    <a:lnTo>
                      <a:pt x="308" y="114"/>
                    </a:lnTo>
                    <a:lnTo>
                      <a:pt x="308" y="114"/>
                    </a:lnTo>
                    <a:lnTo>
                      <a:pt x="308" y="116"/>
                    </a:lnTo>
                    <a:lnTo>
                      <a:pt x="311" y="116"/>
                    </a:lnTo>
                    <a:lnTo>
                      <a:pt x="311" y="116"/>
                    </a:lnTo>
                    <a:lnTo>
                      <a:pt x="311" y="116"/>
                    </a:lnTo>
                    <a:lnTo>
                      <a:pt x="311" y="119"/>
                    </a:lnTo>
                    <a:lnTo>
                      <a:pt x="311" y="119"/>
                    </a:lnTo>
                    <a:lnTo>
                      <a:pt x="311" y="119"/>
                    </a:lnTo>
                    <a:lnTo>
                      <a:pt x="311" y="121"/>
                    </a:lnTo>
                    <a:lnTo>
                      <a:pt x="311" y="121"/>
                    </a:lnTo>
                    <a:lnTo>
                      <a:pt x="311" y="121"/>
                    </a:lnTo>
                    <a:lnTo>
                      <a:pt x="311" y="121"/>
                    </a:lnTo>
                    <a:lnTo>
                      <a:pt x="311" y="121"/>
                    </a:lnTo>
                    <a:lnTo>
                      <a:pt x="308" y="121"/>
                    </a:lnTo>
                    <a:lnTo>
                      <a:pt x="308" y="123"/>
                    </a:lnTo>
                    <a:lnTo>
                      <a:pt x="308" y="123"/>
                    </a:lnTo>
                    <a:lnTo>
                      <a:pt x="306" y="123"/>
                    </a:lnTo>
                    <a:lnTo>
                      <a:pt x="306" y="123"/>
                    </a:lnTo>
                    <a:lnTo>
                      <a:pt x="306" y="123"/>
                    </a:lnTo>
                    <a:lnTo>
                      <a:pt x="306" y="123"/>
                    </a:lnTo>
                    <a:lnTo>
                      <a:pt x="303" y="123"/>
                    </a:lnTo>
                    <a:lnTo>
                      <a:pt x="303" y="123"/>
                    </a:lnTo>
                    <a:lnTo>
                      <a:pt x="303" y="123"/>
                    </a:lnTo>
                    <a:lnTo>
                      <a:pt x="301" y="123"/>
                    </a:lnTo>
                    <a:lnTo>
                      <a:pt x="301" y="123"/>
                    </a:lnTo>
                    <a:lnTo>
                      <a:pt x="301" y="126"/>
                    </a:lnTo>
                    <a:lnTo>
                      <a:pt x="299" y="126"/>
                    </a:lnTo>
                    <a:lnTo>
                      <a:pt x="299" y="126"/>
                    </a:lnTo>
                    <a:lnTo>
                      <a:pt x="299" y="126"/>
                    </a:lnTo>
                    <a:lnTo>
                      <a:pt x="299" y="126"/>
                    </a:lnTo>
                    <a:lnTo>
                      <a:pt x="296" y="126"/>
                    </a:lnTo>
                    <a:lnTo>
                      <a:pt x="296" y="128"/>
                    </a:lnTo>
                    <a:lnTo>
                      <a:pt x="296" y="128"/>
                    </a:lnTo>
                    <a:lnTo>
                      <a:pt x="296" y="128"/>
                    </a:lnTo>
                    <a:lnTo>
                      <a:pt x="296" y="128"/>
                    </a:lnTo>
                    <a:lnTo>
                      <a:pt x="294" y="128"/>
                    </a:lnTo>
                    <a:lnTo>
                      <a:pt x="294" y="130"/>
                    </a:lnTo>
                    <a:lnTo>
                      <a:pt x="294" y="130"/>
                    </a:lnTo>
                    <a:lnTo>
                      <a:pt x="294" y="130"/>
                    </a:lnTo>
                    <a:lnTo>
                      <a:pt x="294" y="130"/>
                    </a:lnTo>
                    <a:lnTo>
                      <a:pt x="292" y="130"/>
                    </a:lnTo>
                    <a:lnTo>
                      <a:pt x="292" y="133"/>
                    </a:lnTo>
                    <a:lnTo>
                      <a:pt x="294" y="133"/>
                    </a:lnTo>
                    <a:lnTo>
                      <a:pt x="294" y="133"/>
                    </a:lnTo>
                    <a:lnTo>
                      <a:pt x="294" y="133"/>
                    </a:lnTo>
                    <a:lnTo>
                      <a:pt x="294" y="135"/>
                    </a:lnTo>
                    <a:lnTo>
                      <a:pt x="294" y="135"/>
                    </a:lnTo>
                    <a:lnTo>
                      <a:pt x="294" y="138"/>
                    </a:lnTo>
                    <a:lnTo>
                      <a:pt x="296" y="138"/>
                    </a:lnTo>
                    <a:lnTo>
                      <a:pt x="296" y="138"/>
                    </a:lnTo>
                    <a:lnTo>
                      <a:pt x="296" y="140"/>
                    </a:lnTo>
                    <a:lnTo>
                      <a:pt x="296" y="140"/>
                    </a:lnTo>
                    <a:lnTo>
                      <a:pt x="294" y="140"/>
                    </a:lnTo>
                    <a:lnTo>
                      <a:pt x="294" y="140"/>
                    </a:lnTo>
                    <a:lnTo>
                      <a:pt x="294" y="142"/>
                    </a:lnTo>
                    <a:lnTo>
                      <a:pt x="294" y="142"/>
                    </a:lnTo>
                    <a:lnTo>
                      <a:pt x="294" y="142"/>
                    </a:lnTo>
                    <a:lnTo>
                      <a:pt x="294" y="145"/>
                    </a:lnTo>
                    <a:lnTo>
                      <a:pt x="294" y="145"/>
                    </a:lnTo>
                    <a:lnTo>
                      <a:pt x="294" y="147"/>
                    </a:lnTo>
                    <a:lnTo>
                      <a:pt x="294" y="147"/>
                    </a:lnTo>
                    <a:lnTo>
                      <a:pt x="294" y="147"/>
                    </a:lnTo>
                    <a:lnTo>
                      <a:pt x="296" y="147"/>
                    </a:lnTo>
                    <a:lnTo>
                      <a:pt x="296" y="147"/>
                    </a:lnTo>
                    <a:lnTo>
                      <a:pt x="296" y="149"/>
                    </a:lnTo>
                    <a:lnTo>
                      <a:pt x="296" y="149"/>
                    </a:lnTo>
                    <a:lnTo>
                      <a:pt x="296" y="149"/>
                    </a:lnTo>
                    <a:lnTo>
                      <a:pt x="294" y="149"/>
                    </a:lnTo>
                    <a:lnTo>
                      <a:pt x="294" y="149"/>
                    </a:lnTo>
                    <a:lnTo>
                      <a:pt x="294" y="152"/>
                    </a:lnTo>
                    <a:lnTo>
                      <a:pt x="294" y="152"/>
                    </a:lnTo>
                    <a:lnTo>
                      <a:pt x="292" y="152"/>
                    </a:lnTo>
                    <a:lnTo>
                      <a:pt x="292" y="152"/>
                    </a:lnTo>
                    <a:lnTo>
                      <a:pt x="292" y="152"/>
                    </a:lnTo>
                    <a:lnTo>
                      <a:pt x="292" y="152"/>
                    </a:lnTo>
                    <a:lnTo>
                      <a:pt x="289" y="152"/>
                    </a:lnTo>
                    <a:lnTo>
                      <a:pt x="289" y="154"/>
                    </a:lnTo>
                    <a:lnTo>
                      <a:pt x="289" y="154"/>
                    </a:lnTo>
                    <a:lnTo>
                      <a:pt x="289" y="154"/>
                    </a:lnTo>
                    <a:lnTo>
                      <a:pt x="289" y="154"/>
                    </a:lnTo>
                    <a:lnTo>
                      <a:pt x="289" y="156"/>
                    </a:lnTo>
                    <a:lnTo>
                      <a:pt x="289" y="156"/>
                    </a:lnTo>
                    <a:lnTo>
                      <a:pt x="287" y="156"/>
                    </a:lnTo>
                    <a:lnTo>
                      <a:pt x="287" y="159"/>
                    </a:lnTo>
                    <a:lnTo>
                      <a:pt x="287" y="159"/>
                    </a:lnTo>
                    <a:lnTo>
                      <a:pt x="287" y="159"/>
                    </a:lnTo>
                    <a:lnTo>
                      <a:pt x="285" y="159"/>
                    </a:lnTo>
                    <a:lnTo>
                      <a:pt x="285" y="161"/>
                    </a:lnTo>
                    <a:lnTo>
                      <a:pt x="285" y="161"/>
                    </a:lnTo>
                    <a:lnTo>
                      <a:pt x="285" y="161"/>
                    </a:lnTo>
                    <a:lnTo>
                      <a:pt x="285" y="161"/>
                    </a:lnTo>
                    <a:lnTo>
                      <a:pt x="285" y="161"/>
                    </a:lnTo>
                    <a:lnTo>
                      <a:pt x="282" y="161"/>
                    </a:lnTo>
                    <a:lnTo>
                      <a:pt x="282" y="161"/>
                    </a:lnTo>
                    <a:lnTo>
                      <a:pt x="282" y="164"/>
                    </a:lnTo>
                    <a:lnTo>
                      <a:pt x="282" y="164"/>
                    </a:lnTo>
                    <a:lnTo>
                      <a:pt x="282" y="164"/>
                    </a:lnTo>
                    <a:lnTo>
                      <a:pt x="280" y="164"/>
                    </a:lnTo>
                    <a:lnTo>
                      <a:pt x="280" y="166"/>
                    </a:lnTo>
                    <a:lnTo>
                      <a:pt x="280" y="166"/>
                    </a:lnTo>
                    <a:lnTo>
                      <a:pt x="280" y="166"/>
                    </a:lnTo>
                    <a:lnTo>
                      <a:pt x="280" y="168"/>
                    </a:lnTo>
                    <a:lnTo>
                      <a:pt x="280" y="168"/>
                    </a:lnTo>
                    <a:lnTo>
                      <a:pt x="280" y="168"/>
                    </a:lnTo>
                    <a:lnTo>
                      <a:pt x="282" y="168"/>
                    </a:lnTo>
                    <a:lnTo>
                      <a:pt x="282" y="171"/>
                    </a:lnTo>
                    <a:lnTo>
                      <a:pt x="282" y="171"/>
                    </a:lnTo>
                    <a:lnTo>
                      <a:pt x="282" y="171"/>
                    </a:lnTo>
                    <a:lnTo>
                      <a:pt x="280" y="171"/>
                    </a:lnTo>
                    <a:lnTo>
                      <a:pt x="280" y="173"/>
                    </a:lnTo>
                    <a:lnTo>
                      <a:pt x="280" y="173"/>
                    </a:lnTo>
                    <a:lnTo>
                      <a:pt x="277" y="173"/>
                    </a:lnTo>
                    <a:lnTo>
                      <a:pt x="277" y="173"/>
                    </a:lnTo>
                    <a:lnTo>
                      <a:pt x="277" y="173"/>
                    </a:lnTo>
                    <a:lnTo>
                      <a:pt x="277" y="175"/>
                    </a:lnTo>
                    <a:lnTo>
                      <a:pt x="277" y="175"/>
                    </a:lnTo>
                    <a:lnTo>
                      <a:pt x="275" y="175"/>
                    </a:lnTo>
                    <a:lnTo>
                      <a:pt x="275" y="175"/>
                    </a:lnTo>
                    <a:lnTo>
                      <a:pt x="275" y="175"/>
                    </a:lnTo>
                    <a:lnTo>
                      <a:pt x="275" y="175"/>
                    </a:lnTo>
                    <a:lnTo>
                      <a:pt x="273" y="175"/>
                    </a:lnTo>
                    <a:lnTo>
                      <a:pt x="273" y="175"/>
                    </a:lnTo>
                    <a:lnTo>
                      <a:pt x="270" y="175"/>
                    </a:lnTo>
                    <a:lnTo>
                      <a:pt x="270" y="178"/>
                    </a:lnTo>
                    <a:lnTo>
                      <a:pt x="270" y="178"/>
                    </a:lnTo>
                    <a:lnTo>
                      <a:pt x="270" y="178"/>
                    </a:lnTo>
                    <a:lnTo>
                      <a:pt x="270" y="178"/>
                    </a:lnTo>
                    <a:lnTo>
                      <a:pt x="268" y="178"/>
                    </a:lnTo>
                    <a:lnTo>
                      <a:pt x="268" y="180"/>
                    </a:lnTo>
                    <a:lnTo>
                      <a:pt x="268" y="180"/>
                    </a:lnTo>
                    <a:lnTo>
                      <a:pt x="268" y="180"/>
                    </a:lnTo>
                    <a:lnTo>
                      <a:pt x="268" y="180"/>
                    </a:lnTo>
                    <a:lnTo>
                      <a:pt x="268" y="183"/>
                    </a:lnTo>
                    <a:lnTo>
                      <a:pt x="268" y="183"/>
                    </a:lnTo>
                    <a:lnTo>
                      <a:pt x="268" y="185"/>
                    </a:lnTo>
                    <a:lnTo>
                      <a:pt x="266" y="185"/>
                    </a:lnTo>
                    <a:lnTo>
                      <a:pt x="266" y="185"/>
                    </a:lnTo>
                    <a:lnTo>
                      <a:pt x="266" y="187"/>
                    </a:lnTo>
                    <a:lnTo>
                      <a:pt x="266" y="187"/>
                    </a:lnTo>
                    <a:lnTo>
                      <a:pt x="266" y="187"/>
                    </a:lnTo>
                    <a:lnTo>
                      <a:pt x="266" y="190"/>
                    </a:lnTo>
                    <a:lnTo>
                      <a:pt x="266" y="190"/>
                    </a:lnTo>
                    <a:lnTo>
                      <a:pt x="266" y="190"/>
                    </a:lnTo>
                    <a:lnTo>
                      <a:pt x="266" y="190"/>
                    </a:lnTo>
                    <a:lnTo>
                      <a:pt x="263" y="190"/>
                    </a:lnTo>
                    <a:lnTo>
                      <a:pt x="263" y="192"/>
                    </a:lnTo>
                    <a:lnTo>
                      <a:pt x="263" y="192"/>
                    </a:lnTo>
                    <a:lnTo>
                      <a:pt x="263" y="192"/>
                    </a:lnTo>
                    <a:lnTo>
                      <a:pt x="263" y="194"/>
                    </a:lnTo>
                    <a:lnTo>
                      <a:pt x="263" y="194"/>
                    </a:lnTo>
                    <a:lnTo>
                      <a:pt x="263" y="194"/>
                    </a:lnTo>
                    <a:lnTo>
                      <a:pt x="263" y="197"/>
                    </a:lnTo>
                    <a:lnTo>
                      <a:pt x="261" y="197"/>
                    </a:lnTo>
                    <a:lnTo>
                      <a:pt x="261" y="197"/>
                    </a:lnTo>
                    <a:lnTo>
                      <a:pt x="261" y="197"/>
                    </a:lnTo>
                    <a:lnTo>
                      <a:pt x="261" y="199"/>
                    </a:lnTo>
                    <a:lnTo>
                      <a:pt x="258" y="199"/>
                    </a:lnTo>
                    <a:lnTo>
                      <a:pt x="258" y="199"/>
                    </a:lnTo>
                    <a:lnTo>
                      <a:pt x="258" y="199"/>
                    </a:lnTo>
                    <a:lnTo>
                      <a:pt x="258" y="199"/>
                    </a:lnTo>
                    <a:lnTo>
                      <a:pt x="258" y="202"/>
                    </a:lnTo>
                    <a:lnTo>
                      <a:pt x="258" y="202"/>
                    </a:lnTo>
                    <a:lnTo>
                      <a:pt x="256" y="202"/>
                    </a:lnTo>
                    <a:lnTo>
                      <a:pt x="256" y="202"/>
                    </a:lnTo>
                    <a:lnTo>
                      <a:pt x="256" y="202"/>
                    </a:lnTo>
                    <a:lnTo>
                      <a:pt x="256" y="202"/>
                    </a:lnTo>
                    <a:lnTo>
                      <a:pt x="254" y="202"/>
                    </a:lnTo>
                    <a:lnTo>
                      <a:pt x="254" y="204"/>
                    </a:lnTo>
                    <a:lnTo>
                      <a:pt x="254" y="204"/>
                    </a:lnTo>
                    <a:lnTo>
                      <a:pt x="251" y="204"/>
                    </a:lnTo>
                    <a:lnTo>
                      <a:pt x="251" y="204"/>
                    </a:lnTo>
                    <a:lnTo>
                      <a:pt x="251" y="204"/>
                    </a:lnTo>
                    <a:lnTo>
                      <a:pt x="251" y="204"/>
                    </a:lnTo>
                    <a:lnTo>
                      <a:pt x="251" y="206"/>
                    </a:lnTo>
                    <a:lnTo>
                      <a:pt x="249" y="206"/>
                    </a:lnTo>
                    <a:lnTo>
                      <a:pt x="249" y="206"/>
                    </a:lnTo>
                    <a:lnTo>
                      <a:pt x="249" y="206"/>
                    </a:lnTo>
                    <a:lnTo>
                      <a:pt x="249" y="206"/>
                    </a:lnTo>
                    <a:lnTo>
                      <a:pt x="247" y="206"/>
                    </a:lnTo>
                    <a:lnTo>
                      <a:pt x="247" y="209"/>
                    </a:lnTo>
                    <a:lnTo>
                      <a:pt x="247" y="209"/>
                    </a:lnTo>
                    <a:lnTo>
                      <a:pt x="247" y="209"/>
                    </a:lnTo>
                    <a:lnTo>
                      <a:pt x="247" y="211"/>
                    </a:lnTo>
                    <a:lnTo>
                      <a:pt x="244" y="211"/>
                    </a:lnTo>
                    <a:lnTo>
                      <a:pt x="244" y="211"/>
                    </a:lnTo>
                    <a:lnTo>
                      <a:pt x="244" y="211"/>
                    </a:lnTo>
                    <a:lnTo>
                      <a:pt x="244" y="211"/>
                    </a:lnTo>
                    <a:lnTo>
                      <a:pt x="244" y="213"/>
                    </a:lnTo>
                    <a:lnTo>
                      <a:pt x="244" y="213"/>
                    </a:lnTo>
                    <a:lnTo>
                      <a:pt x="244" y="216"/>
                    </a:lnTo>
                    <a:lnTo>
                      <a:pt x="244" y="216"/>
                    </a:lnTo>
                    <a:lnTo>
                      <a:pt x="244" y="216"/>
                    </a:lnTo>
                    <a:lnTo>
                      <a:pt x="244" y="218"/>
                    </a:lnTo>
                    <a:lnTo>
                      <a:pt x="242" y="218"/>
                    </a:lnTo>
                    <a:lnTo>
                      <a:pt x="242" y="218"/>
                    </a:lnTo>
                    <a:lnTo>
                      <a:pt x="242" y="218"/>
                    </a:lnTo>
                    <a:lnTo>
                      <a:pt x="242" y="220"/>
                    </a:lnTo>
                    <a:lnTo>
                      <a:pt x="242" y="220"/>
                    </a:lnTo>
                    <a:lnTo>
                      <a:pt x="242" y="220"/>
                    </a:lnTo>
                    <a:lnTo>
                      <a:pt x="240" y="220"/>
                    </a:lnTo>
                    <a:lnTo>
                      <a:pt x="240" y="220"/>
                    </a:lnTo>
                    <a:lnTo>
                      <a:pt x="240" y="220"/>
                    </a:lnTo>
                    <a:lnTo>
                      <a:pt x="237" y="220"/>
                    </a:lnTo>
                    <a:lnTo>
                      <a:pt x="237" y="223"/>
                    </a:lnTo>
                    <a:lnTo>
                      <a:pt x="237" y="223"/>
                    </a:lnTo>
                    <a:lnTo>
                      <a:pt x="237" y="223"/>
                    </a:lnTo>
                    <a:lnTo>
                      <a:pt x="237" y="225"/>
                    </a:lnTo>
                    <a:lnTo>
                      <a:pt x="237" y="225"/>
                    </a:lnTo>
                    <a:lnTo>
                      <a:pt x="237" y="228"/>
                    </a:lnTo>
                    <a:lnTo>
                      <a:pt x="237" y="228"/>
                    </a:lnTo>
                    <a:lnTo>
                      <a:pt x="237" y="228"/>
                    </a:lnTo>
                    <a:lnTo>
                      <a:pt x="235" y="228"/>
                    </a:lnTo>
                    <a:lnTo>
                      <a:pt x="235" y="230"/>
                    </a:lnTo>
                    <a:lnTo>
                      <a:pt x="235" y="230"/>
                    </a:lnTo>
                    <a:lnTo>
                      <a:pt x="232" y="230"/>
                    </a:lnTo>
                    <a:lnTo>
                      <a:pt x="232" y="230"/>
                    </a:lnTo>
                    <a:lnTo>
                      <a:pt x="232" y="230"/>
                    </a:lnTo>
                    <a:lnTo>
                      <a:pt x="232" y="230"/>
                    </a:lnTo>
                    <a:lnTo>
                      <a:pt x="230" y="230"/>
                    </a:lnTo>
                    <a:lnTo>
                      <a:pt x="230" y="230"/>
                    </a:lnTo>
                    <a:lnTo>
                      <a:pt x="230" y="230"/>
                    </a:lnTo>
                    <a:lnTo>
                      <a:pt x="228" y="230"/>
                    </a:lnTo>
                    <a:lnTo>
                      <a:pt x="228" y="230"/>
                    </a:lnTo>
                    <a:lnTo>
                      <a:pt x="225" y="230"/>
                    </a:lnTo>
                    <a:lnTo>
                      <a:pt x="225" y="230"/>
                    </a:lnTo>
                    <a:lnTo>
                      <a:pt x="225" y="230"/>
                    </a:lnTo>
                    <a:lnTo>
                      <a:pt x="223" y="230"/>
                    </a:lnTo>
                    <a:lnTo>
                      <a:pt x="223" y="230"/>
                    </a:lnTo>
                    <a:lnTo>
                      <a:pt x="223" y="230"/>
                    </a:lnTo>
                    <a:lnTo>
                      <a:pt x="223" y="230"/>
                    </a:lnTo>
                    <a:lnTo>
                      <a:pt x="221" y="230"/>
                    </a:lnTo>
                    <a:lnTo>
                      <a:pt x="221" y="232"/>
                    </a:lnTo>
                    <a:lnTo>
                      <a:pt x="221" y="232"/>
                    </a:lnTo>
                    <a:lnTo>
                      <a:pt x="218" y="232"/>
                    </a:lnTo>
                    <a:lnTo>
                      <a:pt x="218" y="232"/>
                    </a:lnTo>
                    <a:lnTo>
                      <a:pt x="218" y="232"/>
                    </a:lnTo>
                    <a:lnTo>
                      <a:pt x="218" y="232"/>
                    </a:lnTo>
                    <a:lnTo>
                      <a:pt x="216" y="232"/>
                    </a:lnTo>
                    <a:lnTo>
                      <a:pt x="216" y="235"/>
                    </a:lnTo>
                    <a:lnTo>
                      <a:pt x="216" y="235"/>
                    </a:lnTo>
                    <a:lnTo>
                      <a:pt x="216" y="235"/>
                    </a:lnTo>
                    <a:lnTo>
                      <a:pt x="214" y="235"/>
                    </a:lnTo>
                    <a:lnTo>
                      <a:pt x="214" y="235"/>
                    </a:lnTo>
                    <a:lnTo>
                      <a:pt x="211" y="235"/>
                    </a:lnTo>
                    <a:lnTo>
                      <a:pt x="211" y="232"/>
                    </a:lnTo>
                    <a:lnTo>
                      <a:pt x="211" y="232"/>
                    </a:lnTo>
                    <a:lnTo>
                      <a:pt x="211" y="232"/>
                    </a:lnTo>
                    <a:lnTo>
                      <a:pt x="211" y="230"/>
                    </a:lnTo>
                    <a:lnTo>
                      <a:pt x="211" y="230"/>
                    </a:lnTo>
                    <a:lnTo>
                      <a:pt x="211" y="230"/>
                    </a:lnTo>
                    <a:lnTo>
                      <a:pt x="211" y="230"/>
                    </a:lnTo>
                    <a:lnTo>
                      <a:pt x="211" y="228"/>
                    </a:lnTo>
                    <a:lnTo>
                      <a:pt x="209" y="228"/>
                    </a:lnTo>
                    <a:lnTo>
                      <a:pt x="209" y="228"/>
                    </a:lnTo>
                    <a:lnTo>
                      <a:pt x="209" y="228"/>
                    </a:lnTo>
                    <a:lnTo>
                      <a:pt x="209" y="228"/>
                    </a:lnTo>
                    <a:lnTo>
                      <a:pt x="209" y="225"/>
                    </a:lnTo>
                    <a:lnTo>
                      <a:pt x="206" y="225"/>
                    </a:lnTo>
                    <a:lnTo>
                      <a:pt x="206" y="225"/>
                    </a:lnTo>
                    <a:lnTo>
                      <a:pt x="204" y="225"/>
                    </a:lnTo>
                    <a:lnTo>
                      <a:pt x="204" y="228"/>
                    </a:lnTo>
                    <a:lnTo>
                      <a:pt x="204" y="228"/>
                    </a:lnTo>
                    <a:lnTo>
                      <a:pt x="204" y="228"/>
                    </a:lnTo>
                    <a:lnTo>
                      <a:pt x="204" y="228"/>
                    </a:lnTo>
                    <a:lnTo>
                      <a:pt x="202" y="228"/>
                    </a:lnTo>
                    <a:lnTo>
                      <a:pt x="202" y="230"/>
                    </a:lnTo>
                    <a:lnTo>
                      <a:pt x="202" y="230"/>
                    </a:lnTo>
                    <a:lnTo>
                      <a:pt x="199" y="230"/>
                    </a:lnTo>
                    <a:lnTo>
                      <a:pt x="199" y="230"/>
                    </a:lnTo>
                    <a:lnTo>
                      <a:pt x="199" y="230"/>
                    </a:lnTo>
                    <a:lnTo>
                      <a:pt x="199" y="230"/>
                    </a:lnTo>
                    <a:lnTo>
                      <a:pt x="199" y="230"/>
                    </a:lnTo>
                    <a:lnTo>
                      <a:pt x="199" y="232"/>
                    </a:lnTo>
                    <a:lnTo>
                      <a:pt x="199" y="232"/>
                    </a:lnTo>
                    <a:lnTo>
                      <a:pt x="197" y="232"/>
                    </a:lnTo>
                    <a:lnTo>
                      <a:pt x="197" y="235"/>
                    </a:lnTo>
                    <a:lnTo>
                      <a:pt x="197" y="235"/>
                    </a:lnTo>
                    <a:lnTo>
                      <a:pt x="197" y="235"/>
                    </a:lnTo>
                    <a:lnTo>
                      <a:pt x="197" y="237"/>
                    </a:lnTo>
                    <a:lnTo>
                      <a:pt x="197" y="237"/>
                    </a:lnTo>
                    <a:lnTo>
                      <a:pt x="197" y="237"/>
                    </a:lnTo>
                    <a:lnTo>
                      <a:pt x="197" y="239"/>
                    </a:lnTo>
                    <a:lnTo>
                      <a:pt x="195" y="239"/>
                    </a:lnTo>
                    <a:lnTo>
                      <a:pt x="195" y="239"/>
                    </a:lnTo>
                    <a:lnTo>
                      <a:pt x="195" y="239"/>
                    </a:lnTo>
                    <a:lnTo>
                      <a:pt x="195" y="239"/>
                    </a:lnTo>
                    <a:lnTo>
                      <a:pt x="192" y="239"/>
                    </a:lnTo>
                    <a:lnTo>
                      <a:pt x="192" y="242"/>
                    </a:lnTo>
                    <a:lnTo>
                      <a:pt x="192" y="242"/>
                    </a:lnTo>
                    <a:lnTo>
                      <a:pt x="192" y="242"/>
                    </a:lnTo>
                    <a:lnTo>
                      <a:pt x="192" y="242"/>
                    </a:lnTo>
                    <a:lnTo>
                      <a:pt x="192" y="244"/>
                    </a:lnTo>
                    <a:lnTo>
                      <a:pt x="190" y="244"/>
                    </a:lnTo>
                    <a:lnTo>
                      <a:pt x="190" y="244"/>
                    </a:lnTo>
                    <a:lnTo>
                      <a:pt x="190" y="244"/>
                    </a:lnTo>
                    <a:lnTo>
                      <a:pt x="190" y="247"/>
                    </a:lnTo>
                    <a:lnTo>
                      <a:pt x="190" y="247"/>
                    </a:lnTo>
                    <a:lnTo>
                      <a:pt x="187" y="247"/>
                    </a:lnTo>
                    <a:lnTo>
                      <a:pt x="187" y="247"/>
                    </a:lnTo>
                    <a:lnTo>
                      <a:pt x="187" y="247"/>
                    </a:lnTo>
                    <a:lnTo>
                      <a:pt x="187" y="249"/>
                    </a:lnTo>
                    <a:lnTo>
                      <a:pt x="187" y="249"/>
                    </a:lnTo>
                    <a:lnTo>
                      <a:pt x="185" y="249"/>
                    </a:lnTo>
                    <a:lnTo>
                      <a:pt x="185" y="249"/>
                    </a:lnTo>
                    <a:lnTo>
                      <a:pt x="185" y="251"/>
                    </a:lnTo>
                    <a:lnTo>
                      <a:pt x="185" y="251"/>
                    </a:lnTo>
                    <a:lnTo>
                      <a:pt x="185" y="251"/>
                    </a:lnTo>
                    <a:lnTo>
                      <a:pt x="185" y="254"/>
                    </a:lnTo>
                    <a:lnTo>
                      <a:pt x="185" y="254"/>
                    </a:lnTo>
                    <a:lnTo>
                      <a:pt x="185" y="256"/>
                    </a:lnTo>
                    <a:lnTo>
                      <a:pt x="185" y="256"/>
                    </a:lnTo>
                    <a:lnTo>
                      <a:pt x="185" y="258"/>
                    </a:lnTo>
                    <a:lnTo>
                      <a:pt x="185" y="258"/>
                    </a:lnTo>
                    <a:lnTo>
                      <a:pt x="185" y="258"/>
                    </a:lnTo>
                    <a:lnTo>
                      <a:pt x="185" y="258"/>
                    </a:lnTo>
                    <a:lnTo>
                      <a:pt x="187" y="258"/>
                    </a:lnTo>
                    <a:lnTo>
                      <a:pt x="187" y="258"/>
                    </a:lnTo>
                    <a:lnTo>
                      <a:pt x="187" y="261"/>
                    </a:lnTo>
                    <a:lnTo>
                      <a:pt x="190" y="261"/>
                    </a:lnTo>
                    <a:lnTo>
                      <a:pt x="190" y="261"/>
                    </a:lnTo>
                    <a:lnTo>
                      <a:pt x="190" y="261"/>
                    </a:lnTo>
                    <a:lnTo>
                      <a:pt x="190" y="261"/>
                    </a:lnTo>
                    <a:lnTo>
                      <a:pt x="192" y="261"/>
                    </a:lnTo>
                    <a:lnTo>
                      <a:pt x="192" y="263"/>
                    </a:lnTo>
                    <a:lnTo>
                      <a:pt x="192" y="263"/>
                    </a:lnTo>
                    <a:lnTo>
                      <a:pt x="192" y="263"/>
                    </a:lnTo>
                    <a:lnTo>
                      <a:pt x="195" y="263"/>
                    </a:lnTo>
                    <a:lnTo>
                      <a:pt x="195" y="263"/>
                    </a:lnTo>
                    <a:lnTo>
                      <a:pt x="197" y="263"/>
                    </a:lnTo>
                    <a:lnTo>
                      <a:pt x="197" y="263"/>
                    </a:lnTo>
                    <a:lnTo>
                      <a:pt x="197" y="263"/>
                    </a:lnTo>
                    <a:lnTo>
                      <a:pt x="199" y="263"/>
                    </a:lnTo>
                    <a:lnTo>
                      <a:pt x="199" y="263"/>
                    </a:lnTo>
                    <a:lnTo>
                      <a:pt x="199" y="263"/>
                    </a:lnTo>
                    <a:lnTo>
                      <a:pt x="199" y="265"/>
                    </a:lnTo>
                    <a:lnTo>
                      <a:pt x="199" y="265"/>
                    </a:lnTo>
                    <a:lnTo>
                      <a:pt x="199" y="268"/>
                    </a:lnTo>
                    <a:lnTo>
                      <a:pt x="199" y="268"/>
                    </a:lnTo>
                    <a:lnTo>
                      <a:pt x="199" y="270"/>
                    </a:lnTo>
                    <a:lnTo>
                      <a:pt x="199" y="270"/>
                    </a:lnTo>
                    <a:lnTo>
                      <a:pt x="199" y="270"/>
                    </a:lnTo>
                    <a:lnTo>
                      <a:pt x="199" y="273"/>
                    </a:lnTo>
                    <a:lnTo>
                      <a:pt x="199" y="273"/>
                    </a:lnTo>
                    <a:lnTo>
                      <a:pt x="199" y="273"/>
                    </a:lnTo>
                    <a:lnTo>
                      <a:pt x="199" y="275"/>
                    </a:lnTo>
                    <a:lnTo>
                      <a:pt x="197" y="275"/>
                    </a:lnTo>
                    <a:lnTo>
                      <a:pt x="197" y="275"/>
                    </a:lnTo>
                    <a:lnTo>
                      <a:pt x="197" y="277"/>
                    </a:lnTo>
                    <a:lnTo>
                      <a:pt x="197" y="277"/>
                    </a:lnTo>
                    <a:lnTo>
                      <a:pt x="197" y="280"/>
                    </a:lnTo>
                    <a:lnTo>
                      <a:pt x="197" y="280"/>
                    </a:lnTo>
                    <a:lnTo>
                      <a:pt x="199" y="280"/>
                    </a:lnTo>
                    <a:lnTo>
                      <a:pt x="199" y="280"/>
                    </a:lnTo>
                    <a:lnTo>
                      <a:pt x="199" y="280"/>
                    </a:lnTo>
                    <a:lnTo>
                      <a:pt x="199" y="282"/>
                    </a:lnTo>
                    <a:lnTo>
                      <a:pt x="199" y="282"/>
                    </a:lnTo>
                    <a:lnTo>
                      <a:pt x="199" y="282"/>
                    </a:lnTo>
                    <a:lnTo>
                      <a:pt x="202" y="282"/>
                    </a:lnTo>
                    <a:lnTo>
                      <a:pt x="202" y="284"/>
                    </a:lnTo>
                    <a:lnTo>
                      <a:pt x="202" y="284"/>
                    </a:lnTo>
                    <a:lnTo>
                      <a:pt x="202" y="284"/>
                    </a:lnTo>
                    <a:lnTo>
                      <a:pt x="204" y="284"/>
                    </a:lnTo>
                    <a:lnTo>
                      <a:pt x="204" y="284"/>
                    </a:lnTo>
                    <a:lnTo>
                      <a:pt x="204" y="287"/>
                    </a:lnTo>
                    <a:lnTo>
                      <a:pt x="204" y="287"/>
                    </a:lnTo>
                    <a:lnTo>
                      <a:pt x="206" y="287"/>
                    </a:lnTo>
                    <a:lnTo>
                      <a:pt x="206" y="284"/>
                    </a:lnTo>
                    <a:lnTo>
                      <a:pt x="206" y="284"/>
                    </a:lnTo>
                    <a:lnTo>
                      <a:pt x="209" y="284"/>
                    </a:lnTo>
                    <a:lnTo>
                      <a:pt x="209" y="284"/>
                    </a:lnTo>
                    <a:lnTo>
                      <a:pt x="209" y="284"/>
                    </a:lnTo>
                    <a:lnTo>
                      <a:pt x="211" y="284"/>
                    </a:lnTo>
                    <a:lnTo>
                      <a:pt x="211" y="287"/>
                    </a:lnTo>
                    <a:lnTo>
                      <a:pt x="211" y="287"/>
                    </a:lnTo>
                    <a:lnTo>
                      <a:pt x="211" y="289"/>
                    </a:lnTo>
                    <a:lnTo>
                      <a:pt x="211" y="289"/>
                    </a:lnTo>
                    <a:lnTo>
                      <a:pt x="211" y="289"/>
                    </a:lnTo>
                    <a:lnTo>
                      <a:pt x="211" y="292"/>
                    </a:lnTo>
                    <a:lnTo>
                      <a:pt x="211" y="292"/>
                    </a:lnTo>
                    <a:lnTo>
                      <a:pt x="211" y="294"/>
                    </a:lnTo>
                    <a:lnTo>
                      <a:pt x="211" y="294"/>
                    </a:lnTo>
                    <a:lnTo>
                      <a:pt x="211" y="294"/>
                    </a:lnTo>
                    <a:lnTo>
                      <a:pt x="211" y="294"/>
                    </a:lnTo>
                    <a:lnTo>
                      <a:pt x="211" y="296"/>
                    </a:lnTo>
                    <a:lnTo>
                      <a:pt x="211" y="296"/>
                    </a:lnTo>
                    <a:lnTo>
                      <a:pt x="214" y="296"/>
                    </a:lnTo>
                    <a:lnTo>
                      <a:pt x="214" y="299"/>
                    </a:lnTo>
                    <a:lnTo>
                      <a:pt x="214" y="299"/>
                    </a:lnTo>
                    <a:lnTo>
                      <a:pt x="214" y="299"/>
                    </a:lnTo>
                    <a:lnTo>
                      <a:pt x="216" y="299"/>
                    </a:lnTo>
                    <a:lnTo>
                      <a:pt x="216" y="299"/>
                    </a:lnTo>
                    <a:lnTo>
                      <a:pt x="216" y="301"/>
                    </a:lnTo>
                    <a:lnTo>
                      <a:pt x="216" y="301"/>
                    </a:lnTo>
                    <a:lnTo>
                      <a:pt x="216" y="301"/>
                    </a:lnTo>
                    <a:lnTo>
                      <a:pt x="216" y="303"/>
                    </a:lnTo>
                    <a:lnTo>
                      <a:pt x="216" y="303"/>
                    </a:lnTo>
                    <a:lnTo>
                      <a:pt x="216" y="303"/>
                    </a:lnTo>
                    <a:lnTo>
                      <a:pt x="216" y="306"/>
                    </a:lnTo>
                    <a:lnTo>
                      <a:pt x="216" y="306"/>
                    </a:lnTo>
                    <a:lnTo>
                      <a:pt x="218" y="306"/>
                    </a:lnTo>
                    <a:lnTo>
                      <a:pt x="218" y="308"/>
                    </a:lnTo>
                    <a:lnTo>
                      <a:pt x="218" y="308"/>
                    </a:lnTo>
                    <a:lnTo>
                      <a:pt x="218" y="308"/>
                    </a:lnTo>
                    <a:lnTo>
                      <a:pt x="218" y="308"/>
                    </a:lnTo>
                    <a:lnTo>
                      <a:pt x="218" y="311"/>
                    </a:lnTo>
                    <a:lnTo>
                      <a:pt x="218" y="311"/>
                    </a:lnTo>
                    <a:lnTo>
                      <a:pt x="218" y="311"/>
                    </a:lnTo>
                    <a:lnTo>
                      <a:pt x="218" y="313"/>
                    </a:lnTo>
                    <a:lnTo>
                      <a:pt x="218" y="313"/>
                    </a:lnTo>
                    <a:lnTo>
                      <a:pt x="218" y="313"/>
                    </a:lnTo>
                    <a:lnTo>
                      <a:pt x="218" y="313"/>
                    </a:lnTo>
                    <a:lnTo>
                      <a:pt x="218" y="315"/>
                    </a:lnTo>
                    <a:lnTo>
                      <a:pt x="218" y="315"/>
                    </a:lnTo>
                    <a:lnTo>
                      <a:pt x="218" y="318"/>
                    </a:lnTo>
                    <a:lnTo>
                      <a:pt x="218" y="318"/>
                    </a:lnTo>
                    <a:lnTo>
                      <a:pt x="218" y="318"/>
                    </a:lnTo>
                    <a:lnTo>
                      <a:pt x="221" y="318"/>
                    </a:lnTo>
                    <a:lnTo>
                      <a:pt x="221" y="318"/>
                    </a:lnTo>
                    <a:lnTo>
                      <a:pt x="221" y="318"/>
                    </a:lnTo>
                    <a:lnTo>
                      <a:pt x="218" y="318"/>
                    </a:lnTo>
                    <a:lnTo>
                      <a:pt x="218" y="320"/>
                    </a:lnTo>
                    <a:lnTo>
                      <a:pt x="218" y="320"/>
                    </a:lnTo>
                    <a:lnTo>
                      <a:pt x="218" y="320"/>
                    </a:lnTo>
                    <a:lnTo>
                      <a:pt x="216" y="320"/>
                    </a:lnTo>
                    <a:lnTo>
                      <a:pt x="216" y="320"/>
                    </a:lnTo>
                    <a:lnTo>
                      <a:pt x="216" y="320"/>
                    </a:lnTo>
                    <a:lnTo>
                      <a:pt x="216" y="322"/>
                    </a:lnTo>
                    <a:lnTo>
                      <a:pt x="216" y="322"/>
                    </a:lnTo>
                    <a:lnTo>
                      <a:pt x="216" y="322"/>
                    </a:lnTo>
                    <a:lnTo>
                      <a:pt x="214" y="322"/>
                    </a:lnTo>
                    <a:lnTo>
                      <a:pt x="214" y="322"/>
                    </a:lnTo>
                    <a:lnTo>
                      <a:pt x="211" y="322"/>
                    </a:lnTo>
                    <a:lnTo>
                      <a:pt x="211" y="322"/>
                    </a:lnTo>
                    <a:lnTo>
                      <a:pt x="211" y="322"/>
                    </a:lnTo>
                    <a:lnTo>
                      <a:pt x="209" y="322"/>
                    </a:lnTo>
                    <a:lnTo>
                      <a:pt x="209" y="322"/>
                    </a:lnTo>
                    <a:lnTo>
                      <a:pt x="209" y="322"/>
                    </a:lnTo>
                    <a:lnTo>
                      <a:pt x="209" y="322"/>
                    </a:lnTo>
                    <a:lnTo>
                      <a:pt x="209" y="320"/>
                    </a:lnTo>
                    <a:lnTo>
                      <a:pt x="209" y="320"/>
                    </a:lnTo>
                    <a:lnTo>
                      <a:pt x="209" y="318"/>
                    </a:lnTo>
                    <a:lnTo>
                      <a:pt x="206" y="318"/>
                    </a:lnTo>
                    <a:lnTo>
                      <a:pt x="206" y="318"/>
                    </a:lnTo>
                    <a:lnTo>
                      <a:pt x="204" y="318"/>
                    </a:lnTo>
                    <a:lnTo>
                      <a:pt x="204" y="320"/>
                    </a:lnTo>
                    <a:lnTo>
                      <a:pt x="204" y="320"/>
                    </a:lnTo>
                    <a:lnTo>
                      <a:pt x="204" y="320"/>
                    </a:lnTo>
                    <a:lnTo>
                      <a:pt x="202" y="320"/>
                    </a:lnTo>
                    <a:lnTo>
                      <a:pt x="202" y="320"/>
                    </a:lnTo>
                    <a:lnTo>
                      <a:pt x="202" y="320"/>
                    </a:lnTo>
                    <a:lnTo>
                      <a:pt x="199" y="320"/>
                    </a:lnTo>
                    <a:lnTo>
                      <a:pt x="199" y="320"/>
                    </a:lnTo>
                    <a:lnTo>
                      <a:pt x="199" y="320"/>
                    </a:lnTo>
                    <a:lnTo>
                      <a:pt x="197" y="320"/>
                    </a:lnTo>
                    <a:lnTo>
                      <a:pt x="197" y="322"/>
                    </a:lnTo>
                    <a:lnTo>
                      <a:pt x="197" y="322"/>
                    </a:lnTo>
                    <a:lnTo>
                      <a:pt x="197" y="325"/>
                    </a:lnTo>
                    <a:lnTo>
                      <a:pt x="197" y="325"/>
                    </a:lnTo>
                    <a:lnTo>
                      <a:pt x="197" y="325"/>
                    </a:lnTo>
                    <a:lnTo>
                      <a:pt x="195" y="325"/>
                    </a:lnTo>
                    <a:lnTo>
                      <a:pt x="195" y="325"/>
                    </a:lnTo>
                    <a:lnTo>
                      <a:pt x="192" y="325"/>
                    </a:lnTo>
                    <a:lnTo>
                      <a:pt x="192" y="325"/>
                    </a:lnTo>
                    <a:lnTo>
                      <a:pt x="192" y="325"/>
                    </a:lnTo>
                    <a:lnTo>
                      <a:pt x="190" y="325"/>
                    </a:lnTo>
                    <a:lnTo>
                      <a:pt x="190" y="325"/>
                    </a:lnTo>
                    <a:lnTo>
                      <a:pt x="190" y="325"/>
                    </a:lnTo>
                    <a:lnTo>
                      <a:pt x="190" y="322"/>
                    </a:lnTo>
                    <a:lnTo>
                      <a:pt x="187" y="322"/>
                    </a:lnTo>
                    <a:lnTo>
                      <a:pt x="187" y="322"/>
                    </a:lnTo>
                    <a:lnTo>
                      <a:pt x="187" y="322"/>
                    </a:lnTo>
                    <a:lnTo>
                      <a:pt x="185" y="322"/>
                    </a:lnTo>
                    <a:lnTo>
                      <a:pt x="185" y="322"/>
                    </a:lnTo>
                    <a:lnTo>
                      <a:pt x="185" y="322"/>
                    </a:lnTo>
                    <a:lnTo>
                      <a:pt x="185" y="320"/>
                    </a:lnTo>
                    <a:lnTo>
                      <a:pt x="183" y="320"/>
                    </a:lnTo>
                    <a:lnTo>
                      <a:pt x="183" y="322"/>
                    </a:lnTo>
                    <a:lnTo>
                      <a:pt x="183" y="322"/>
                    </a:lnTo>
                    <a:lnTo>
                      <a:pt x="183" y="322"/>
                    </a:lnTo>
                    <a:lnTo>
                      <a:pt x="180" y="322"/>
                    </a:lnTo>
                    <a:lnTo>
                      <a:pt x="180" y="322"/>
                    </a:lnTo>
                    <a:lnTo>
                      <a:pt x="178" y="322"/>
                    </a:lnTo>
                    <a:lnTo>
                      <a:pt x="178" y="322"/>
                    </a:lnTo>
                    <a:lnTo>
                      <a:pt x="178" y="322"/>
                    </a:lnTo>
                    <a:lnTo>
                      <a:pt x="176" y="322"/>
                    </a:lnTo>
                    <a:lnTo>
                      <a:pt x="176" y="322"/>
                    </a:lnTo>
                    <a:lnTo>
                      <a:pt x="176" y="322"/>
                    </a:lnTo>
                    <a:lnTo>
                      <a:pt x="173" y="322"/>
                    </a:lnTo>
                    <a:lnTo>
                      <a:pt x="173" y="320"/>
                    </a:lnTo>
                    <a:lnTo>
                      <a:pt x="173" y="320"/>
                    </a:lnTo>
                    <a:lnTo>
                      <a:pt x="173" y="322"/>
                    </a:lnTo>
                    <a:lnTo>
                      <a:pt x="171" y="322"/>
                    </a:lnTo>
                    <a:lnTo>
                      <a:pt x="171" y="322"/>
                    </a:lnTo>
                    <a:lnTo>
                      <a:pt x="171" y="322"/>
                    </a:lnTo>
                    <a:lnTo>
                      <a:pt x="171" y="322"/>
                    </a:lnTo>
                    <a:lnTo>
                      <a:pt x="171" y="320"/>
                    </a:lnTo>
                    <a:lnTo>
                      <a:pt x="171" y="320"/>
                    </a:lnTo>
                    <a:lnTo>
                      <a:pt x="169" y="320"/>
                    </a:lnTo>
                    <a:lnTo>
                      <a:pt x="169" y="322"/>
                    </a:lnTo>
                    <a:lnTo>
                      <a:pt x="169" y="322"/>
                    </a:lnTo>
                    <a:lnTo>
                      <a:pt x="169" y="325"/>
                    </a:lnTo>
                    <a:lnTo>
                      <a:pt x="169" y="325"/>
                    </a:lnTo>
                    <a:lnTo>
                      <a:pt x="169" y="325"/>
                    </a:lnTo>
                    <a:lnTo>
                      <a:pt x="169" y="325"/>
                    </a:lnTo>
                    <a:lnTo>
                      <a:pt x="169" y="325"/>
                    </a:lnTo>
                    <a:lnTo>
                      <a:pt x="169" y="325"/>
                    </a:lnTo>
                    <a:lnTo>
                      <a:pt x="169" y="327"/>
                    </a:lnTo>
                    <a:lnTo>
                      <a:pt x="166" y="327"/>
                    </a:lnTo>
                    <a:lnTo>
                      <a:pt x="166" y="327"/>
                    </a:lnTo>
                    <a:lnTo>
                      <a:pt x="166" y="327"/>
                    </a:lnTo>
                    <a:lnTo>
                      <a:pt x="164" y="327"/>
                    </a:lnTo>
                    <a:lnTo>
                      <a:pt x="164" y="327"/>
                    </a:lnTo>
                    <a:lnTo>
                      <a:pt x="164" y="327"/>
                    </a:lnTo>
                    <a:lnTo>
                      <a:pt x="164" y="327"/>
                    </a:lnTo>
                    <a:lnTo>
                      <a:pt x="164" y="325"/>
                    </a:lnTo>
                    <a:lnTo>
                      <a:pt x="161" y="325"/>
                    </a:lnTo>
                    <a:lnTo>
                      <a:pt x="161" y="325"/>
                    </a:lnTo>
                    <a:lnTo>
                      <a:pt x="161" y="327"/>
                    </a:lnTo>
                    <a:lnTo>
                      <a:pt x="159" y="327"/>
                    </a:lnTo>
                    <a:lnTo>
                      <a:pt x="159" y="327"/>
                    </a:lnTo>
                    <a:lnTo>
                      <a:pt x="161" y="327"/>
                    </a:lnTo>
                    <a:lnTo>
                      <a:pt x="161" y="327"/>
                    </a:lnTo>
                    <a:lnTo>
                      <a:pt x="161" y="329"/>
                    </a:lnTo>
                    <a:lnTo>
                      <a:pt x="164" y="329"/>
                    </a:lnTo>
                    <a:lnTo>
                      <a:pt x="164" y="329"/>
                    </a:lnTo>
                    <a:lnTo>
                      <a:pt x="164" y="329"/>
                    </a:lnTo>
                    <a:lnTo>
                      <a:pt x="164" y="329"/>
                    </a:lnTo>
                    <a:lnTo>
                      <a:pt x="164" y="329"/>
                    </a:lnTo>
                    <a:lnTo>
                      <a:pt x="164" y="329"/>
                    </a:lnTo>
                    <a:lnTo>
                      <a:pt x="161" y="329"/>
                    </a:lnTo>
                    <a:lnTo>
                      <a:pt x="161" y="329"/>
                    </a:lnTo>
                    <a:lnTo>
                      <a:pt x="159" y="329"/>
                    </a:lnTo>
                    <a:lnTo>
                      <a:pt x="159" y="329"/>
                    </a:lnTo>
                    <a:lnTo>
                      <a:pt x="159" y="329"/>
                    </a:lnTo>
                    <a:lnTo>
                      <a:pt x="159" y="329"/>
                    </a:lnTo>
                    <a:lnTo>
                      <a:pt x="157" y="329"/>
                    </a:lnTo>
                    <a:lnTo>
                      <a:pt x="157" y="332"/>
                    </a:lnTo>
                    <a:lnTo>
                      <a:pt x="157" y="332"/>
                    </a:lnTo>
                    <a:lnTo>
                      <a:pt x="157" y="332"/>
                    </a:lnTo>
                    <a:lnTo>
                      <a:pt x="157" y="332"/>
                    </a:lnTo>
                    <a:lnTo>
                      <a:pt x="157" y="334"/>
                    </a:lnTo>
                    <a:lnTo>
                      <a:pt x="157" y="334"/>
                    </a:lnTo>
                    <a:lnTo>
                      <a:pt x="157" y="334"/>
                    </a:lnTo>
                    <a:lnTo>
                      <a:pt x="157" y="337"/>
                    </a:lnTo>
                    <a:lnTo>
                      <a:pt x="157" y="337"/>
                    </a:lnTo>
                    <a:lnTo>
                      <a:pt x="157" y="337"/>
                    </a:lnTo>
                    <a:lnTo>
                      <a:pt x="154" y="337"/>
                    </a:lnTo>
                    <a:lnTo>
                      <a:pt x="154" y="337"/>
                    </a:lnTo>
                    <a:lnTo>
                      <a:pt x="152" y="337"/>
                    </a:lnTo>
                    <a:lnTo>
                      <a:pt x="152" y="337"/>
                    </a:lnTo>
                    <a:lnTo>
                      <a:pt x="152" y="334"/>
                    </a:lnTo>
                    <a:lnTo>
                      <a:pt x="152" y="334"/>
                    </a:lnTo>
                    <a:lnTo>
                      <a:pt x="152" y="334"/>
                    </a:lnTo>
                    <a:lnTo>
                      <a:pt x="152" y="334"/>
                    </a:lnTo>
                    <a:lnTo>
                      <a:pt x="152" y="332"/>
                    </a:lnTo>
                    <a:lnTo>
                      <a:pt x="150" y="332"/>
                    </a:lnTo>
                    <a:lnTo>
                      <a:pt x="150" y="334"/>
                    </a:lnTo>
                    <a:lnTo>
                      <a:pt x="150" y="334"/>
                    </a:lnTo>
                    <a:lnTo>
                      <a:pt x="150" y="334"/>
                    </a:lnTo>
                    <a:lnTo>
                      <a:pt x="147" y="334"/>
                    </a:lnTo>
                    <a:lnTo>
                      <a:pt x="147" y="334"/>
                    </a:lnTo>
                    <a:lnTo>
                      <a:pt x="145" y="334"/>
                    </a:lnTo>
                    <a:lnTo>
                      <a:pt x="145" y="334"/>
                    </a:lnTo>
                    <a:lnTo>
                      <a:pt x="145" y="332"/>
                    </a:lnTo>
                    <a:lnTo>
                      <a:pt x="145" y="332"/>
                    </a:lnTo>
                    <a:lnTo>
                      <a:pt x="143" y="332"/>
                    </a:lnTo>
                    <a:lnTo>
                      <a:pt x="143" y="332"/>
                    </a:lnTo>
                    <a:lnTo>
                      <a:pt x="143" y="332"/>
                    </a:lnTo>
                    <a:lnTo>
                      <a:pt x="143" y="332"/>
                    </a:lnTo>
                    <a:lnTo>
                      <a:pt x="143" y="329"/>
                    </a:lnTo>
                    <a:lnTo>
                      <a:pt x="140" y="329"/>
                    </a:lnTo>
                    <a:lnTo>
                      <a:pt x="140" y="329"/>
                    </a:lnTo>
                    <a:lnTo>
                      <a:pt x="140" y="329"/>
                    </a:lnTo>
                    <a:lnTo>
                      <a:pt x="140" y="329"/>
                    </a:lnTo>
                    <a:lnTo>
                      <a:pt x="140" y="327"/>
                    </a:lnTo>
                    <a:lnTo>
                      <a:pt x="140" y="327"/>
                    </a:lnTo>
                    <a:lnTo>
                      <a:pt x="138" y="327"/>
                    </a:lnTo>
                    <a:lnTo>
                      <a:pt x="138" y="325"/>
                    </a:lnTo>
                    <a:lnTo>
                      <a:pt x="138" y="325"/>
                    </a:lnTo>
                    <a:lnTo>
                      <a:pt x="138" y="322"/>
                    </a:lnTo>
                    <a:lnTo>
                      <a:pt x="138" y="322"/>
                    </a:lnTo>
                    <a:lnTo>
                      <a:pt x="138" y="322"/>
                    </a:lnTo>
                    <a:lnTo>
                      <a:pt x="138" y="320"/>
                    </a:lnTo>
                    <a:lnTo>
                      <a:pt x="138" y="320"/>
                    </a:lnTo>
                    <a:lnTo>
                      <a:pt x="138" y="318"/>
                    </a:lnTo>
                    <a:lnTo>
                      <a:pt x="138" y="318"/>
                    </a:lnTo>
                    <a:lnTo>
                      <a:pt x="138" y="318"/>
                    </a:lnTo>
                    <a:lnTo>
                      <a:pt x="138" y="318"/>
                    </a:lnTo>
                    <a:lnTo>
                      <a:pt x="138" y="315"/>
                    </a:lnTo>
                    <a:lnTo>
                      <a:pt x="135" y="315"/>
                    </a:lnTo>
                    <a:lnTo>
                      <a:pt x="135" y="315"/>
                    </a:lnTo>
                    <a:lnTo>
                      <a:pt x="135" y="313"/>
                    </a:lnTo>
                    <a:lnTo>
                      <a:pt x="135" y="313"/>
                    </a:lnTo>
                    <a:lnTo>
                      <a:pt x="135" y="313"/>
                    </a:lnTo>
                    <a:lnTo>
                      <a:pt x="135" y="311"/>
                    </a:lnTo>
                    <a:lnTo>
                      <a:pt x="135" y="311"/>
                    </a:lnTo>
                    <a:lnTo>
                      <a:pt x="133" y="311"/>
                    </a:lnTo>
                    <a:lnTo>
                      <a:pt x="133" y="311"/>
                    </a:lnTo>
                    <a:lnTo>
                      <a:pt x="133" y="308"/>
                    </a:lnTo>
                    <a:lnTo>
                      <a:pt x="133" y="308"/>
                    </a:lnTo>
                    <a:lnTo>
                      <a:pt x="131" y="308"/>
                    </a:lnTo>
                    <a:lnTo>
                      <a:pt x="131" y="308"/>
                    </a:lnTo>
                    <a:lnTo>
                      <a:pt x="131" y="308"/>
                    </a:lnTo>
                    <a:lnTo>
                      <a:pt x="131" y="308"/>
                    </a:lnTo>
                    <a:lnTo>
                      <a:pt x="128" y="308"/>
                    </a:lnTo>
                    <a:lnTo>
                      <a:pt x="128" y="308"/>
                    </a:lnTo>
                    <a:lnTo>
                      <a:pt x="128" y="308"/>
                    </a:lnTo>
                    <a:lnTo>
                      <a:pt x="126" y="308"/>
                    </a:lnTo>
                    <a:lnTo>
                      <a:pt x="126" y="308"/>
                    </a:lnTo>
                    <a:lnTo>
                      <a:pt x="126" y="308"/>
                    </a:lnTo>
                    <a:lnTo>
                      <a:pt x="126" y="308"/>
                    </a:lnTo>
                    <a:lnTo>
                      <a:pt x="124" y="308"/>
                    </a:lnTo>
                    <a:lnTo>
                      <a:pt x="124" y="308"/>
                    </a:lnTo>
                    <a:lnTo>
                      <a:pt x="124" y="308"/>
                    </a:lnTo>
                    <a:lnTo>
                      <a:pt x="124" y="306"/>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5" name="Freeform 93"/>
              <p:cNvSpPr>
                <a:spLocks/>
              </p:cNvSpPr>
              <p:nvPr/>
            </p:nvSpPr>
            <p:spPr bwMode="auto">
              <a:xfrm>
                <a:off x="2301" y="1947"/>
                <a:ext cx="2" cy="3"/>
              </a:xfrm>
              <a:custGeom>
                <a:avLst/>
                <a:gdLst/>
                <a:ahLst/>
                <a:cxnLst>
                  <a:cxn ang="0">
                    <a:pos x="2" y="3"/>
                  </a:cxn>
                  <a:cxn ang="0">
                    <a:pos x="2" y="0"/>
                  </a:cxn>
                  <a:cxn ang="0">
                    <a:pos x="0" y="0"/>
                  </a:cxn>
                  <a:cxn ang="0">
                    <a:pos x="0" y="0"/>
                  </a:cxn>
                  <a:cxn ang="0">
                    <a:pos x="0" y="3"/>
                  </a:cxn>
                  <a:cxn ang="0">
                    <a:pos x="0" y="3"/>
                  </a:cxn>
                  <a:cxn ang="0">
                    <a:pos x="2" y="3"/>
                  </a:cxn>
                </a:cxnLst>
                <a:rect l="0" t="0" r="r" b="b"/>
                <a:pathLst>
                  <a:path w="2" h="3">
                    <a:moveTo>
                      <a:pt x="2" y="3"/>
                    </a:moveTo>
                    <a:lnTo>
                      <a:pt x="2" y="0"/>
                    </a:lnTo>
                    <a:lnTo>
                      <a:pt x="0" y="0"/>
                    </a:lnTo>
                    <a:lnTo>
                      <a:pt x="0" y="0"/>
                    </a:lnTo>
                    <a:lnTo>
                      <a:pt x="0" y="3"/>
                    </a:lnTo>
                    <a:lnTo>
                      <a:pt x="0" y="3"/>
                    </a:lnTo>
                    <a:lnTo>
                      <a:pt x="2"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6" name="Freeform 94"/>
              <p:cNvSpPr>
                <a:spLocks/>
              </p:cNvSpPr>
              <p:nvPr/>
            </p:nvSpPr>
            <p:spPr bwMode="auto">
              <a:xfrm>
                <a:off x="2301" y="1947"/>
                <a:ext cx="2" cy="3"/>
              </a:xfrm>
              <a:custGeom>
                <a:avLst/>
                <a:gdLst/>
                <a:ahLst/>
                <a:cxnLst>
                  <a:cxn ang="0">
                    <a:pos x="2" y="3"/>
                  </a:cxn>
                  <a:cxn ang="0">
                    <a:pos x="2" y="0"/>
                  </a:cxn>
                  <a:cxn ang="0">
                    <a:pos x="0" y="0"/>
                  </a:cxn>
                  <a:cxn ang="0">
                    <a:pos x="0" y="0"/>
                  </a:cxn>
                  <a:cxn ang="0">
                    <a:pos x="0" y="3"/>
                  </a:cxn>
                  <a:cxn ang="0">
                    <a:pos x="0" y="3"/>
                  </a:cxn>
                  <a:cxn ang="0">
                    <a:pos x="2" y="3"/>
                  </a:cxn>
                </a:cxnLst>
                <a:rect l="0" t="0" r="r" b="b"/>
                <a:pathLst>
                  <a:path w="2" h="3">
                    <a:moveTo>
                      <a:pt x="2" y="3"/>
                    </a:moveTo>
                    <a:lnTo>
                      <a:pt x="2" y="0"/>
                    </a:lnTo>
                    <a:lnTo>
                      <a:pt x="0" y="0"/>
                    </a:lnTo>
                    <a:lnTo>
                      <a:pt x="0" y="0"/>
                    </a:lnTo>
                    <a:lnTo>
                      <a:pt x="0" y="3"/>
                    </a:lnTo>
                    <a:lnTo>
                      <a:pt x="0" y="3"/>
                    </a:lnTo>
                    <a:lnTo>
                      <a:pt x="2"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7" name="Rectangle 95"/>
              <p:cNvSpPr>
                <a:spLocks noChangeArrowheads="1"/>
              </p:cNvSpPr>
              <p:nvPr/>
            </p:nvSpPr>
            <p:spPr bwMode="auto">
              <a:xfrm>
                <a:off x="2074" y="2149"/>
                <a:ext cx="2"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8" name="Rectangle 96"/>
              <p:cNvSpPr>
                <a:spLocks noChangeArrowheads="1"/>
              </p:cNvSpPr>
              <p:nvPr/>
            </p:nvSpPr>
            <p:spPr bwMode="auto">
              <a:xfrm>
                <a:off x="2074" y="2149"/>
                <a:ext cx="2"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9" name="Freeform 97"/>
              <p:cNvSpPr>
                <a:spLocks/>
              </p:cNvSpPr>
              <p:nvPr/>
            </p:nvSpPr>
            <p:spPr bwMode="auto">
              <a:xfrm>
                <a:off x="2043" y="2080"/>
                <a:ext cx="1" cy="2"/>
              </a:xfrm>
              <a:custGeom>
                <a:avLst/>
                <a:gdLst/>
                <a:ahLst/>
                <a:cxnLst>
                  <a:cxn ang="0">
                    <a:pos x="0" y="2"/>
                  </a:cxn>
                  <a:cxn ang="0">
                    <a:pos x="0" y="2"/>
                  </a:cxn>
                  <a:cxn ang="0">
                    <a:pos x="0" y="2"/>
                  </a:cxn>
                  <a:cxn ang="0">
                    <a:pos x="0" y="0"/>
                  </a:cxn>
                  <a:cxn ang="0">
                    <a:pos x="0" y="0"/>
                  </a:cxn>
                  <a:cxn ang="0">
                    <a:pos x="0" y="2"/>
                  </a:cxn>
                  <a:cxn ang="0">
                    <a:pos x="0" y="2"/>
                  </a:cxn>
                </a:cxnLst>
                <a:rect l="0" t="0" r="r" b="b"/>
                <a:pathLst>
                  <a:path h="2">
                    <a:moveTo>
                      <a:pt x="0" y="2"/>
                    </a:moveTo>
                    <a:lnTo>
                      <a:pt x="0" y="2"/>
                    </a:lnTo>
                    <a:lnTo>
                      <a:pt x="0" y="2"/>
                    </a:lnTo>
                    <a:lnTo>
                      <a:pt x="0" y="0"/>
                    </a:lnTo>
                    <a:lnTo>
                      <a:pt x="0" y="0"/>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0" name="Freeform 98"/>
              <p:cNvSpPr>
                <a:spLocks/>
              </p:cNvSpPr>
              <p:nvPr/>
            </p:nvSpPr>
            <p:spPr bwMode="auto">
              <a:xfrm>
                <a:off x="2043" y="2080"/>
                <a:ext cx="1" cy="2"/>
              </a:xfrm>
              <a:custGeom>
                <a:avLst/>
                <a:gdLst/>
                <a:ahLst/>
                <a:cxnLst>
                  <a:cxn ang="0">
                    <a:pos x="0" y="2"/>
                  </a:cxn>
                  <a:cxn ang="0">
                    <a:pos x="0" y="2"/>
                  </a:cxn>
                  <a:cxn ang="0">
                    <a:pos x="0" y="2"/>
                  </a:cxn>
                  <a:cxn ang="0">
                    <a:pos x="0" y="0"/>
                  </a:cxn>
                  <a:cxn ang="0">
                    <a:pos x="0" y="0"/>
                  </a:cxn>
                  <a:cxn ang="0">
                    <a:pos x="0" y="2"/>
                  </a:cxn>
                  <a:cxn ang="0">
                    <a:pos x="0" y="2"/>
                  </a:cxn>
                </a:cxnLst>
                <a:rect l="0" t="0" r="r" b="b"/>
                <a:pathLst>
                  <a:path h="2">
                    <a:moveTo>
                      <a:pt x="0" y="2"/>
                    </a:moveTo>
                    <a:lnTo>
                      <a:pt x="0" y="2"/>
                    </a:lnTo>
                    <a:lnTo>
                      <a:pt x="0" y="2"/>
                    </a:lnTo>
                    <a:lnTo>
                      <a:pt x="0" y="0"/>
                    </a:lnTo>
                    <a:lnTo>
                      <a:pt x="0" y="0"/>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1" name="Freeform 99"/>
              <p:cNvSpPr>
                <a:spLocks/>
              </p:cNvSpPr>
              <p:nvPr/>
            </p:nvSpPr>
            <p:spPr bwMode="auto">
              <a:xfrm>
                <a:off x="2038" y="2111"/>
                <a:ext cx="2" cy="2"/>
              </a:xfrm>
              <a:custGeom>
                <a:avLst/>
                <a:gdLst/>
                <a:ahLst/>
                <a:cxnLst>
                  <a:cxn ang="0">
                    <a:pos x="0" y="2"/>
                  </a:cxn>
                  <a:cxn ang="0">
                    <a:pos x="0" y="2"/>
                  </a:cxn>
                  <a:cxn ang="0">
                    <a:pos x="0" y="2"/>
                  </a:cxn>
                  <a:cxn ang="0">
                    <a:pos x="0" y="0"/>
                  </a:cxn>
                  <a:cxn ang="0">
                    <a:pos x="0" y="0"/>
                  </a:cxn>
                  <a:cxn ang="0">
                    <a:pos x="2" y="0"/>
                  </a:cxn>
                  <a:cxn ang="0">
                    <a:pos x="2" y="2"/>
                  </a:cxn>
                  <a:cxn ang="0">
                    <a:pos x="2" y="2"/>
                  </a:cxn>
                  <a:cxn ang="0">
                    <a:pos x="0" y="2"/>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2" name="Freeform 100"/>
              <p:cNvSpPr>
                <a:spLocks/>
              </p:cNvSpPr>
              <p:nvPr/>
            </p:nvSpPr>
            <p:spPr bwMode="auto">
              <a:xfrm>
                <a:off x="2038" y="2111"/>
                <a:ext cx="2" cy="2"/>
              </a:xfrm>
              <a:custGeom>
                <a:avLst/>
                <a:gdLst/>
                <a:ahLst/>
                <a:cxnLst>
                  <a:cxn ang="0">
                    <a:pos x="0" y="2"/>
                  </a:cxn>
                  <a:cxn ang="0">
                    <a:pos x="0" y="2"/>
                  </a:cxn>
                  <a:cxn ang="0">
                    <a:pos x="0" y="2"/>
                  </a:cxn>
                  <a:cxn ang="0">
                    <a:pos x="0" y="0"/>
                  </a:cxn>
                  <a:cxn ang="0">
                    <a:pos x="0" y="0"/>
                  </a:cxn>
                  <a:cxn ang="0">
                    <a:pos x="2" y="0"/>
                  </a:cxn>
                  <a:cxn ang="0">
                    <a:pos x="2" y="2"/>
                  </a:cxn>
                  <a:cxn ang="0">
                    <a:pos x="2" y="2"/>
                  </a:cxn>
                  <a:cxn ang="0">
                    <a:pos x="0" y="2"/>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3" name="Freeform 101"/>
              <p:cNvSpPr>
                <a:spLocks/>
              </p:cNvSpPr>
              <p:nvPr/>
            </p:nvSpPr>
            <p:spPr bwMode="auto">
              <a:xfrm>
                <a:off x="2033" y="2085"/>
                <a:ext cx="10" cy="19"/>
              </a:xfrm>
              <a:custGeom>
                <a:avLst/>
                <a:gdLst/>
                <a:ahLst/>
                <a:cxnLst>
                  <a:cxn ang="0">
                    <a:pos x="10" y="2"/>
                  </a:cxn>
                  <a:cxn ang="0">
                    <a:pos x="10" y="5"/>
                  </a:cxn>
                  <a:cxn ang="0">
                    <a:pos x="10" y="7"/>
                  </a:cxn>
                  <a:cxn ang="0">
                    <a:pos x="10" y="9"/>
                  </a:cxn>
                  <a:cxn ang="0">
                    <a:pos x="10" y="9"/>
                  </a:cxn>
                  <a:cxn ang="0">
                    <a:pos x="10" y="12"/>
                  </a:cxn>
                  <a:cxn ang="0">
                    <a:pos x="7" y="12"/>
                  </a:cxn>
                  <a:cxn ang="0">
                    <a:pos x="7" y="14"/>
                  </a:cxn>
                  <a:cxn ang="0">
                    <a:pos x="7" y="16"/>
                  </a:cxn>
                  <a:cxn ang="0">
                    <a:pos x="7" y="16"/>
                  </a:cxn>
                  <a:cxn ang="0">
                    <a:pos x="5" y="19"/>
                  </a:cxn>
                  <a:cxn ang="0">
                    <a:pos x="5" y="19"/>
                  </a:cxn>
                  <a:cxn ang="0">
                    <a:pos x="3" y="19"/>
                  </a:cxn>
                  <a:cxn ang="0">
                    <a:pos x="3" y="16"/>
                  </a:cxn>
                  <a:cxn ang="0">
                    <a:pos x="3" y="14"/>
                  </a:cxn>
                  <a:cxn ang="0">
                    <a:pos x="3" y="14"/>
                  </a:cxn>
                  <a:cxn ang="0">
                    <a:pos x="3" y="12"/>
                  </a:cxn>
                  <a:cxn ang="0">
                    <a:pos x="3" y="12"/>
                  </a:cxn>
                  <a:cxn ang="0">
                    <a:pos x="3" y="9"/>
                  </a:cxn>
                  <a:cxn ang="0">
                    <a:pos x="3" y="7"/>
                  </a:cxn>
                  <a:cxn ang="0">
                    <a:pos x="0" y="7"/>
                  </a:cxn>
                  <a:cxn ang="0">
                    <a:pos x="3" y="5"/>
                  </a:cxn>
                  <a:cxn ang="0">
                    <a:pos x="3" y="5"/>
                  </a:cxn>
                  <a:cxn ang="0">
                    <a:pos x="3" y="2"/>
                  </a:cxn>
                  <a:cxn ang="0">
                    <a:pos x="5" y="2"/>
                  </a:cxn>
                  <a:cxn ang="0">
                    <a:pos x="5" y="2"/>
                  </a:cxn>
                  <a:cxn ang="0">
                    <a:pos x="5" y="2"/>
                  </a:cxn>
                  <a:cxn ang="0">
                    <a:pos x="7" y="0"/>
                  </a:cxn>
                  <a:cxn ang="0">
                    <a:pos x="7" y="0"/>
                  </a:cxn>
                  <a:cxn ang="0">
                    <a:pos x="10" y="0"/>
                  </a:cxn>
                  <a:cxn ang="0">
                    <a:pos x="10" y="0"/>
                  </a:cxn>
                  <a:cxn ang="0">
                    <a:pos x="10" y="2"/>
                  </a:cxn>
                  <a:cxn ang="0">
                    <a:pos x="10" y="2"/>
                  </a:cxn>
                </a:cxnLst>
                <a:rect l="0" t="0" r="r" b="b"/>
                <a:pathLst>
                  <a:path w="10" h="19">
                    <a:moveTo>
                      <a:pt x="10" y="2"/>
                    </a:moveTo>
                    <a:lnTo>
                      <a:pt x="10" y="2"/>
                    </a:lnTo>
                    <a:lnTo>
                      <a:pt x="10" y="2"/>
                    </a:lnTo>
                    <a:lnTo>
                      <a:pt x="10" y="5"/>
                    </a:lnTo>
                    <a:lnTo>
                      <a:pt x="10" y="5"/>
                    </a:lnTo>
                    <a:lnTo>
                      <a:pt x="10" y="7"/>
                    </a:lnTo>
                    <a:lnTo>
                      <a:pt x="10" y="7"/>
                    </a:lnTo>
                    <a:lnTo>
                      <a:pt x="10" y="9"/>
                    </a:lnTo>
                    <a:lnTo>
                      <a:pt x="10" y="9"/>
                    </a:lnTo>
                    <a:lnTo>
                      <a:pt x="10" y="9"/>
                    </a:lnTo>
                    <a:lnTo>
                      <a:pt x="10" y="12"/>
                    </a:lnTo>
                    <a:lnTo>
                      <a:pt x="10" y="12"/>
                    </a:lnTo>
                    <a:lnTo>
                      <a:pt x="7" y="12"/>
                    </a:lnTo>
                    <a:lnTo>
                      <a:pt x="7" y="12"/>
                    </a:lnTo>
                    <a:lnTo>
                      <a:pt x="7" y="14"/>
                    </a:lnTo>
                    <a:lnTo>
                      <a:pt x="7" y="14"/>
                    </a:lnTo>
                    <a:lnTo>
                      <a:pt x="7" y="14"/>
                    </a:lnTo>
                    <a:lnTo>
                      <a:pt x="7" y="16"/>
                    </a:lnTo>
                    <a:lnTo>
                      <a:pt x="7" y="16"/>
                    </a:lnTo>
                    <a:lnTo>
                      <a:pt x="7" y="16"/>
                    </a:lnTo>
                    <a:lnTo>
                      <a:pt x="5" y="16"/>
                    </a:lnTo>
                    <a:lnTo>
                      <a:pt x="5" y="19"/>
                    </a:lnTo>
                    <a:lnTo>
                      <a:pt x="5" y="19"/>
                    </a:lnTo>
                    <a:lnTo>
                      <a:pt x="5" y="19"/>
                    </a:lnTo>
                    <a:lnTo>
                      <a:pt x="3" y="19"/>
                    </a:lnTo>
                    <a:lnTo>
                      <a:pt x="3" y="19"/>
                    </a:lnTo>
                    <a:lnTo>
                      <a:pt x="3" y="19"/>
                    </a:lnTo>
                    <a:lnTo>
                      <a:pt x="3" y="16"/>
                    </a:lnTo>
                    <a:lnTo>
                      <a:pt x="3" y="16"/>
                    </a:lnTo>
                    <a:lnTo>
                      <a:pt x="3" y="14"/>
                    </a:lnTo>
                    <a:lnTo>
                      <a:pt x="3" y="14"/>
                    </a:lnTo>
                    <a:lnTo>
                      <a:pt x="3" y="14"/>
                    </a:lnTo>
                    <a:lnTo>
                      <a:pt x="3" y="14"/>
                    </a:lnTo>
                    <a:lnTo>
                      <a:pt x="3" y="12"/>
                    </a:lnTo>
                    <a:lnTo>
                      <a:pt x="3" y="12"/>
                    </a:lnTo>
                    <a:lnTo>
                      <a:pt x="3" y="12"/>
                    </a:lnTo>
                    <a:lnTo>
                      <a:pt x="3" y="9"/>
                    </a:lnTo>
                    <a:lnTo>
                      <a:pt x="3" y="9"/>
                    </a:lnTo>
                    <a:lnTo>
                      <a:pt x="3" y="7"/>
                    </a:lnTo>
                    <a:lnTo>
                      <a:pt x="3" y="7"/>
                    </a:lnTo>
                    <a:lnTo>
                      <a:pt x="0" y="7"/>
                    </a:lnTo>
                    <a:lnTo>
                      <a:pt x="0" y="7"/>
                    </a:lnTo>
                    <a:lnTo>
                      <a:pt x="3" y="7"/>
                    </a:lnTo>
                    <a:lnTo>
                      <a:pt x="3" y="5"/>
                    </a:lnTo>
                    <a:lnTo>
                      <a:pt x="3" y="5"/>
                    </a:lnTo>
                    <a:lnTo>
                      <a:pt x="3" y="5"/>
                    </a:lnTo>
                    <a:lnTo>
                      <a:pt x="3" y="2"/>
                    </a:lnTo>
                    <a:lnTo>
                      <a:pt x="3" y="2"/>
                    </a:lnTo>
                    <a:lnTo>
                      <a:pt x="3" y="2"/>
                    </a:lnTo>
                    <a:lnTo>
                      <a:pt x="5" y="2"/>
                    </a:lnTo>
                    <a:lnTo>
                      <a:pt x="5" y="2"/>
                    </a:lnTo>
                    <a:lnTo>
                      <a:pt x="5" y="2"/>
                    </a:lnTo>
                    <a:lnTo>
                      <a:pt x="5" y="2"/>
                    </a:lnTo>
                    <a:lnTo>
                      <a:pt x="5" y="2"/>
                    </a:lnTo>
                    <a:lnTo>
                      <a:pt x="7" y="2"/>
                    </a:lnTo>
                    <a:lnTo>
                      <a:pt x="7" y="0"/>
                    </a:lnTo>
                    <a:lnTo>
                      <a:pt x="7" y="0"/>
                    </a:lnTo>
                    <a:lnTo>
                      <a:pt x="7" y="0"/>
                    </a:lnTo>
                    <a:lnTo>
                      <a:pt x="7" y="0"/>
                    </a:lnTo>
                    <a:lnTo>
                      <a:pt x="10" y="0"/>
                    </a:lnTo>
                    <a:lnTo>
                      <a:pt x="10" y="0"/>
                    </a:lnTo>
                    <a:lnTo>
                      <a:pt x="10" y="0"/>
                    </a:lnTo>
                    <a:lnTo>
                      <a:pt x="10" y="0"/>
                    </a:lnTo>
                    <a:lnTo>
                      <a:pt x="10" y="2"/>
                    </a:lnTo>
                    <a:lnTo>
                      <a:pt x="10" y="2"/>
                    </a:lnTo>
                    <a:lnTo>
                      <a:pt x="10" y="2"/>
                    </a:lnTo>
                    <a:lnTo>
                      <a:pt x="1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4" name="Freeform 102"/>
              <p:cNvSpPr>
                <a:spLocks/>
              </p:cNvSpPr>
              <p:nvPr/>
            </p:nvSpPr>
            <p:spPr bwMode="auto">
              <a:xfrm>
                <a:off x="2033" y="2085"/>
                <a:ext cx="10" cy="19"/>
              </a:xfrm>
              <a:custGeom>
                <a:avLst/>
                <a:gdLst/>
                <a:ahLst/>
                <a:cxnLst>
                  <a:cxn ang="0">
                    <a:pos x="10" y="2"/>
                  </a:cxn>
                  <a:cxn ang="0">
                    <a:pos x="10" y="5"/>
                  </a:cxn>
                  <a:cxn ang="0">
                    <a:pos x="10" y="7"/>
                  </a:cxn>
                  <a:cxn ang="0">
                    <a:pos x="10" y="9"/>
                  </a:cxn>
                  <a:cxn ang="0">
                    <a:pos x="10" y="9"/>
                  </a:cxn>
                  <a:cxn ang="0">
                    <a:pos x="10" y="12"/>
                  </a:cxn>
                  <a:cxn ang="0">
                    <a:pos x="7" y="12"/>
                  </a:cxn>
                  <a:cxn ang="0">
                    <a:pos x="7" y="14"/>
                  </a:cxn>
                  <a:cxn ang="0">
                    <a:pos x="7" y="16"/>
                  </a:cxn>
                  <a:cxn ang="0">
                    <a:pos x="7" y="16"/>
                  </a:cxn>
                  <a:cxn ang="0">
                    <a:pos x="5" y="19"/>
                  </a:cxn>
                  <a:cxn ang="0">
                    <a:pos x="5" y="19"/>
                  </a:cxn>
                  <a:cxn ang="0">
                    <a:pos x="3" y="19"/>
                  </a:cxn>
                  <a:cxn ang="0">
                    <a:pos x="3" y="16"/>
                  </a:cxn>
                  <a:cxn ang="0">
                    <a:pos x="3" y="14"/>
                  </a:cxn>
                  <a:cxn ang="0">
                    <a:pos x="3" y="14"/>
                  </a:cxn>
                  <a:cxn ang="0">
                    <a:pos x="3" y="12"/>
                  </a:cxn>
                  <a:cxn ang="0">
                    <a:pos x="3" y="12"/>
                  </a:cxn>
                  <a:cxn ang="0">
                    <a:pos x="3" y="9"/>
                  </a:cxn>
                  <a:cxn ang="0">
                    <a:pos x="3" y="7"/>
                  </a:cxn>
                  <a:cxn ang="0">
                    <a:pos x="0" y="7"/>
                  </a:cxn>
                  <a:cxn ang="0">
                    <a:pos x="3" y="5"/>
                  </a:cxn>
                  <a:cxn ang="0">
                    <a:pos x="3" y="5"/>
                  </a:cxn>
                  <a:cxn ang="0">
                    <a:pos x="3" y="2"/>
                  </a:cxn>
                  <a:cxn ang="0">
                    <a:pos x="5" y="2"/>
                  </a:cxn>
                  <a:cxn ang="0">
                    <a:pos x="5" y="2"/>
                  </a:cxn>
                  <a:cxn ang="0">
                    <a:pos x="5" y="2"/>
                  </a:cxn>
                  <a:cxn ang="0">
                    <a:pos x="7" y="0"/>
                  </a:cxn>
                  <a:cxn ang="0">
                    <a:pos x="7" y="0"/>
                  </a:cxn>
                  <a:cxn ang="0">
                    <a:pos x="10" y="0"/>
                  </a:cxn>
                  <a:cxn ang="0">
                    <a:pos x="10" y="0"/>
                  </a:cxn>
                  <a:cxn ang="0">
                    <a:pos x="10" y="2"/>
                  </a:cxn>
                  <a:cxn ang="0">
                    <a:pos x="10" y="2"/>
                  </a:cxn>
                </a:cxnLst>
                <a:rect l="0" t="0" r="r" b="b"/>
                <a:pathLst>
                  <a:path w="10" h="19">
                    <a:moveTo>
                      <a:pt x="10" y="2"/>
                    </a:moveTo>
                    <a:lnTo>
                      <a:pt x="10" y="2"/>
                    </a:lnTo>
                    <a:lnTo>
                      <a:pt x="10" y="2"/>
                    </a:lnTo>
                    <a:lnTo>
                      <a:pt x="10" y="5"/>
                    </a:lnTo>
                    <a:lnTo>
                      <a:pt x="10" y="5"/>
                    </a:lnTo>
                    <a:lnTo>
                      <a:pt x="10" y="7"/>
                    </a:lnTo>
                    <a:lnTo>
                      <a:pt x="10" y="7"/>
                    </a:lnTo>
                    <a:lnTo>
                      <a:pt x="10" y="9"/>
                    </a:lnTo>
                    <a:lnTo>
                      <a:pt x="10" y="9"/>
                    </a:lnTo>
                    <a:lnTo>
                      <a:pt x="10" y="9"/>
                    </a:lnTo>
                    <a:lnTo>
                      <a:pt x="10" y="12"/>
                    </a:lnTo>
                    <a:lnTo>
                      <a:pt x="10" y="12"/>
                    </a:lnTo>
                    <a:lnTo>
                      <a:pt x="7" y="12"/>
                    </a:lnTo>
                    <a:lnTo>
                      <a:pt x="7" y="12"/>
                    </a:lnTo>
                    <a:lnTo>
                      <a:pt x="7" y="14"/>
                    </a:lnTo>
                    <a:lnTo>
                      <a:pt x="7" y="14"/>
                    </a:lnTo>
                    <a:lnTo>
                      <a:pt x="7" y="14"/>
                    </a:lnTo>
                    <a:lnTo>
                      <a:pt x="7" y="16"/>
                    </a:lnTo>
                    <a:lnTo>
                      <a:pt x="7" y="16"/>
                    </a:lnTo>
                    <a:lnTo>
                      <a:pt x="7" y="16"/>
                    </a:lnTo>
                    <a:lnTo>
                      <a:pt x="5" y="16"/>
                    </a:lnTo>
                    <a:lnTo>
                      <a:pt x="5" y="19"/>
                    </a:lnTo>
                    <a:lnTo>
                      <a:pt x="5" y="19"/>
                    </a:lnTo>
                    <a:lnTo>
                      <a:pt x="5" y="19"/>
                    </a:lnTo>
                    <a:lnTo>
                      <a:pt x="3" y="19"/>
                    </a:lnTo>
                    <a:lnTo>
                      <a:pt x="3" y="19"/>
                    </a:lnTo>
                    <a:lnTo>
                      <a:pt x="3" y="19"/>
                    </a:lnTo>
                    <a:lnTo>
                      <a:pt x="3" y="16"/>
                    </a:lnTo>
                    <a:lnTo>
                      <a:pt x="3" y="16"/>
                    </a:lnTo>
                    <a:lnTo>
                      <a:pt x="3" y="14"/>
                    </a:lnTo>
                    <a:lnTo>
                      <a:pt x="3" y="14"/>
                    </a:lnTo>
                    <a:lnTo>
                      <a:pt x="3" y="14"/>
                    </a:lnTo>
                    <a:lnTo>
                      <a:pt x="3" y="14"/>
                    </a:lnTo>
                    <a:lnTo>
                      <a:pt x="3" y="12"/>
                    </a:lnTo>
                    <a:lnTo>
                      <a:pt x="3" y="12"/>
                    </a:lnTo>
                    <a:lnTo>
                      <a:pt x="3" y="12"/>
                    </a:lnTo>
                    <a:lnTo>
                      <a:pt x="3" y="9"/>
                    </a:lnTo>
                    <a:lnTo>
                      <a:pt x="3" y="9"/>
                    </a:lnTo>
                    <a:lnTo>
                      <a:pt x="3" y="7"/>
                    </a:lnTo>
                    <a:lnTo>
                      <a:pt x="3" y="7"/>
                    </a:lnTo>
                    <a:lnTo>
                      <a:pt x="0" y="7"/>
                    </a:lnTo>
                    <a:lnTo>
                      <a:pt x="0" y="7"/>
                    </a:lnTo>
                    <a:lnTo>
                      <a:pt x="3" y="7"/>
                    </a:lnTo>
                    <a:lnTo>
                      <a:pt x="3" y="5"/>
                    </a:lnTo>
                    <a:lnTo>
                      <a:pt x="3" y="5"/>
                    </a:lnTo>
                    <a:lnTo>
                      <a:pt x="3" y="5"/>
                    </a:lnTo>
                    <a:lnTo>
                      <a:pt x="3" y="2"/>
                    </a:lnTo>
                    <a:lnTo>
                      <a:pt x="3" y="2"/>
                    </a:lnTo>
                    <a:lnTo>
                      <a:pt x="3" y="2"/>
                    </a:lnTo>
                    <a:lnTo>
                      <a:pt x="5" y="2"/>
                    </a:lnTo>
                    <a:lnTo>
                      <a:pt x="5" y="2"/>
                    </a:lnTo>
                    <a:lnTo>
                      <a:pt x="5" y="2"/>
                    </a:lnTo>
                    <a:lnTo>
                      <a:pt x="5" y="2"/>
                    </a:lnTo>
                    <a:lnTo>
                      <a:pt x="5" y="2"/>
                    </a:lnTo>
                    <a:lnTo>
                      <a:pt x="7" y="2"/>
                    </a:lnTo>
                    <a:lnTo>
                      <a:pt x="7" y="0"/>
                    </a:lnTo>
                    <a:lnTo>
                      <a:pt x="7" y="0"/>
                    </a:lnTo>
                    <a:lnTo>
                      <a:pt x="7" y="0"/>
                    </a:lnTo>
                    <a:lnTo>
                      <a:pt x="7" y="0"/>
                    </a:lnTo>
                    <a:lnTo>
                      <a:pt x="10" y="0"/>
                    </a:lnTo>
                    <a:lnTo>
                      <a:pt x="10" y="0"/>
                    </a:lnTo>
                    <a:lnTo>
                      <a:pt x="10" y="0"/>
                    </a:lnTo>
                    <a:lnTo>
                      <a:pt x="10" y="0"/>
                    </a:lnTo>
                    <a:lnTo>
                      <a:pt x="10" y="2"/>
                    </a:lnTo>
                    <a:lnTo>
                      <a:pt x="10" y="2"/>
                    </a:lnTo>
                    <a:lnTo>
                      <a:pt x="10" y="2"/>
                    </a:lnTo>
                    <a:lnTo>
                      <a:pt x="1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5" name="Freeform 103"/>
              <p:cNvSpPr>
                <a:spLocks/>
              </p:cNvSpPr>
              <p:nvPr/>
            </p:nvSpPr>
            <p:spPr bwMode="auto">
              <a:xfrm>
                <a:off x="2549" y="1983"/>
                <a:ext cx="175" cy="102"/>
              </a:xfrm>
              <a:custGeom>
                <a:avLst/>
                <a:gdLst/>
                <a:ahLst/>
                <a:cxnLst>
                  <a:cxn ang="0">
                    <a:pos x="50" y="9"/>
                  </a:cxn>
                  <a:cxn ang="0">
                    <a:pos x="57" y="14"/>
                  </a:cxn>
                  <a:cxn ang="0">
                    <a:pos x="64" y="19"/>
                  </a:cxn>
                  <a:cxn ang="0">
                    <a:pos x="71" y="24"/>
                  </a:cxn>
                  <a:cxn ang="0">
                    <a:pos x="76" y="31"/>
                  </a:cxn>
                  <a:cxn ang="0">
                    <a:pos x="83" y="28"/>
                  </a:cxn>
                  <a:cxn ang="0">
                    <a:pos x="88" y="33"/>
                  </a:cxn>
                  <a:cxn ang="0">
                    <a:pos x="93" y="38"/>
                  </a:cxn>
                  <a:cxn ang="0">
                    <a:pos x="100" y="43"/>
                  </a:cxn>
                  <a:cxn ang="0">
                    <a:pos x="104" y="45"/>
                  </a:cxn>
                  <a:cxn ang="0">
                    <a:pos x="109" y="47"/>
                  </a:cxn>
                  <a:cxn ang="0">
                    <a:pos x="114" y="54"/>
                  </a:cxn>
                  <a:cxn ang="0">
                    <a:pos x="121" y="54"/>
                  </a:cxn>
                  <a:cxn ang="0">
                    <a:pos x="126" y="62"/>
                  </a:cxn>
                  <a:cxn ang="0">
                    <a:pos x="131" y="57"/>
                  </a:cxn>
                  <a:cxn ang="0">
                    <a:pos x="135" y="62"/>
                  </a:cxn>
                  <a:cxn ang="0">
                    <a:pos x="140" y="62"/>
                  </a:cxn>
                  <a:cxn ang="0">
                    <a:pos x="147" y="62"/>
                  </a:cxn>
                  <a:cxn ang="0">
                    <a:pos x="152" y="64"/>
                  </a:cxn>
                  <a:cxn ang="0">
                    <a:pos x="161" y="64"/>
                  </a:cxn>
                  <a:cxn ang="0">
                    <a:pos x="166" y="66"/>
                  </a:cxn>
                  <a:cxn ang="0">
                    <a:pos x="171" y="64"/>
                  </a:cxn>
                  <a:cxn ang="0">
                    <a:pos x="173" y="69"/>
                  </a:cxn>
                  <a:cxn ang="0">
                    <a:pos x="171" y="81"/>
                  </a:cxn>
                  <a:cxn ang="0">
                    <a:pos x="173" y="88"/>
                  </a:cxn>
                  <a:cxn ang="0">
                    <a:pos x="173" y="97"/>
                  </a:cxn>
                  <a:cxn ang="0">
                    <a:pos x="168" y="99"/>
                  </a:cxn>
                  <a:cxn ang="0">
                    <a:pos x="159" y="102"/>
                  </a:cxn>
                  <a:cxn ang="0">
                    <a:pos x="152" y="102"/>
                  </a:cxn>
                  <a:cxn ang="0">
                    <a:pos x="147" y="99"/>
                  </a:cxn>
                  <a:cxn ang="0">
                    <a:pos x="140" y="99"/>
                  </a:cxn>
                  <a:cxn ang="0">
                    <a:pos x="133" y="97"/>
                  </a:cxn>
                  <a:cxn ang="0">
                    <a:pos x="126" y="97"/>
                  </a:cxn>
                  <a:cxn ang="0">
                    <a:pos x="121" y="90"/>
                  </a:cxn>
                  <a:cxn ang="0">
                    <a:pos x="114" y="92"/>
                  </a:cxn>
                  <a:cxn ang="0">
                    <a:pos x="107" y="90"/>
                  </a:cxn>
                  <a:cxn ang="0">
                    <a:pos x="100" y="85"/>
                  </a:cxn>
                  <a:cxn ang="0">
                    <a:pos x="95" y="78"/>
                  </a:cxn>
                  <a:cxn ang="0">
                    <a:pos x="88" y="73"/>
                  </a:cxn>
                  <a:cxn ang="0">
                    <a:pos x="78" y="76"/>
                  </a:cxn>
                  <a:cxn ang="0">
                    <a:pos x="71" y="76"/>
                  </a:cxn>
                  <a:cxn ang="0">
                    <a:pos x="64" y="73"/>
                  </a:cxn>
                  <a:cxn ang="0">
                    <a:pos x="57" y="69"/>
                  </a:cxn>
                  <a:cxn ang="0">
                    <a:pos x="50" y="66"/>
                  </a:cxn>
                  <a:cxn ang="0">
                    <a:pos x="43" y="64"/>
                  </a:cxn>
                  <a:cxn ang="0">
                    <a:pos x="36" y="64"/>
                  </a:cxn>
                  <a:cxn ang="0">
                    <a:pos x="31" y="57"/>
                  </a:cxn>
                  <a:cxn ang="0">
                    <a:pos x="26" y="52"/>
                  </a:cxn>
                  <a:cxn ang="0">
                    <a:pos x="19" y="47"/>
                  </a:cxn>
                  <a:cxn ang="0">
                    <a:pos x="12" y="45"/>
                  </a:cxn>
                  <a:cxn ang="0">
                    <a:pos x="5" y="43"/>
                  </a:cxn>
                  <a:cxn ang="0">
                    <a:pos x="0" y="38"/>
                  </a:cxn>
                  <a:cxn ang="0">
                    <a:pos x="5" y="31"/>
                  </a:cxn>
                  <a:cxn ang="0">
                    <a:pos x="5" y="24"/>
                  </a:cxn>
                  <a:cxn ang="0">
                    <a:pos x="10" y="14"/>
                  </a:cxn>
                  <a:cxn ang="0">
                    <a:pos x="15" y="9"/>
                  </a:cxn>
                  <a:cxn ang="0">
                    <a:pos x="19" y="5"/>
                  </a:cxn>
                  <a:cxn ang="0">
                    <a:pos x="26" y="7"/>
                  </a:cxn>
                  <a:cxn ang="0">
                    <a:pos x="29" y="0"/>
                  </a:cxn>
                  <a:cxn ang="0">
                    <a:pos x="36" y="0"/>
                  </a:cxn>
                  <a:cxn ang="0">
                    <a:pos x="45" y="2"/>
                  </a:cxn>
                </a:cxnLst>
                <a:rect l="0" t="0" r="r" b="b"/>
                <a:pathLst>
                  <a:path w="175" h="102">
                    <a:moveTo>
                      <a:pt x="45" y="5"/>
                    </a:moveTo>
                    <a:lnTo>
                      <a:pt x="45" y="5"/>
                    </a:lnTo>
                    <a:lnTo>
                      <a:pt x="45" y="5"/>
                    </a:lnTo>
                    <a:lnTo>
                      <a:pt x="45" y="5"/>
                    </a:lnTo>
                    <a:lnTo>
                      <a:pt x="45" y="7"/>
                    </a:lnTo>
                    <a:lnTo>
                      <a:pt x="45" y="7"/>
                    </a:lnTo>
                    <a:lnTo>
                      <a:pt x="45" y="9"/>
                    </a:lnTo>
                    <a:lnTo>
                      <a:pt x="45" y="9"/>
                    </a:lnTo>
                    <a:lnTo>
                      <a:pt x="48" y="9"/>
                    </a:lnTo>
                    <a:lnTo>
                      <a:pt x="48" y="9"/>
                    </a:lnTo>
                    <a:lnTo>
                      <a:pt x="50" y="9"/>
                    </a:lnTo>
                    <a:lnTo>
                      <a:pt x="50" y="9"/>
                    </a:lnTo>
                    <a:lnTo>
                      <a:pt x="50" y="9"/>
                    </a:lnTo>
                    <a:lnTo>
                      <a:pt x="50" y="9"/>
                    </a:lnTo>
                    <a:lnTo>
                      <a:pt x="52" y="9"/>
                    </a:lnTo>
                    <a:lnTo>
                      <a:pt x="52" y="9"/>
                    </a:lnTo>
                    <a:lnTo>
                      <a:pt x="52" y="9"/>
                    </a:lnTo>
                    <a:lnTo>
                      <a:pt x="52" y="12"/>
                    </a:lnTo>
                    <a:lnTo>
                      <a:pt x="55" y="12"/>
                    </a:lnTo>
                    <a:lnTo>
                      <a:pt x="55" y="12"/>
                    </a:lnTo>
                    <a:lnTo>
                      <a:pt x="55" y="12"/>
                    </a:lnTo>
                    <a:lnTo>
                      <a:pt x="55" y="14"/>
                    </a:lnTo>
                    <a:lnTo>
                      <a:pt x="57" y="14"/>
                    </a:lnTo>
                    <a:lnTo>
                      <a:pt x="57" y="14"/>
                    </a:lnTo>
                    <a:lnTo>
                      <a:pt x="57" y="14"/>
                    </a:lnTo>
                    <a:lnTo>
                      <a:pt x="57" y="14"/>
                    </a:lnTo>
                    <a:lnTo>
                      <a:pt x="57" y="17"/>
                    </a:lnTo>
                    <a:lnTo>
                      <a:pt x="57" y="17"/>
                    </a:lnTo>
                    <a:lnTo>
                      <a:pt x="60" y="17"/>
                    </a:lnTo>
                    <a:lnTo>
                      <a:pt x="60" y="17"/>
                    </a:lnTo>
                    <a:lnTo>
                      <a:pt x="60" y="17"/>
                    </a:lnTo>
                    <a:lnTo>
                      <a:pt x="60" y="17"/>
                    </a:lnTo>
                    <a:lnTo>
                      <a:pt x="62" y="17"/>
                    </a:lnTo>
                    <a:lnTo>
                      <a:pt x="62" y="17"/>
                    </a:lnTo>
                    <a:lnTo>
                      <a:pt x="62" y="19"/>
                    </a:lnTo>
                    <a:lnTo>
                      <a:pt x="64" y="19"/>
                    </a:lnTo>
                    <a:lnTo>
                      <a:pt x="64" y="19"/>
                    </a:lnTo>
                    <a:lnTo>
                      <a:pt x="64" y="19"/>
                    </a:lnTo>
                    <a:lnTo>
                      <a:pt x="64" y="19"/>
                    </a:lnTo>
                    <a:lnTo>
                      <a:pt x="67" y="19"/>
                    </a:lnTo>
                    <a:lnTo>
                      <a:pt x="67" y="19"/>
                    </a:lnTo>
                    <a:lnTo>
                      <a:pt x="67" y="21"/>
                    </a:lnTo>
                    <a:lnTo>
                      <a:pt x="67" y="21"/>
                    </a:lnTo>
                    <a:lnTo>
                      <a:pt x="69" y="21"/>
                    </a:lnTo>
                    <a:lnTo>
                      <a:pt x="69" y="21"/>
                    </a:lnTo>
                    <a:lnTo>
                      <a:pt x="69" y="24"/>
                    </a:lnTo>
                    <a:lnTo>
                      <a:pt x="69" y="24"/>
                    </a:lnTo>
                    <a:lnTo>
                      <a:pt x="71" y="24"/>
                    </a:lnTo>
                    <a:lnTo>
                      <a:pt x="71" y="24"/>
                    </a:lnTo>
                    <a:lnTo>
                      <a:pt x="71" y="24"/>
                    </a:lnTo>
                    <a:lnTo>
                      <a:pt x="71" y="24"/>
                    </a:lnTo>
                    <a:lnTo>
                      <a:pt x="71" y="26"/>
                    </a:lnTo>
                    <a:lnTo>
                      <a:pt x="71" y="26"/>
                    </a:lnTo>
                    <a:lnTo>
                      <a:pt x="71" y="26"/>
                    </a:lnTo>
                    <a:lnTo>
                      <a:pt x="71" y="28"/>
                    </a:lnTo>
                    <a:lnTo>
                      <a:pt x="74" y="28"/>
                    </a:lnTo>
                    <a:lnTo>
                      <a:pt x="74" y="28"/>
                    </a:lnTo>
                    <a:lnTo>
                      <a:pt x="74" y="28"/>
                    </a:lnTo>
                    <a:lnTo>
                      <a:pt x="74" y="31"/>
                    </a:lnTo>
                    <a:lnTo>
                      <a:pt x="76" y="31"/>
                    </a:lnTo>
                    <a:lnTo>
                      <a:pt x="76" y="31"/>
                    </a:lnTo>
                    <a:lnTo>
                      <a:pt x="76" y="31"/>
                    </a:lnTo>
                    <a:lnTo>
                      <a:pt x="76" y="31"/>
                    </a:lnTo>
                    <a:lnTo>
                      <a:pt x="76" y="31"/>
                    </a:lnTo>
                    <a:lnTo>
                      <a:pt x="78" y="31"/>
                    </a:lnTo>
                    <a:lnTo>
                      <a:pt x="78" y="31"/>
                    </a:lnTo>
                    <a:lnTo>
                      <a:pt x="78" y="28"/>
                    </a:lnTo>
                    <a:lnTo>
                      <a:pt x="78" y="28"/>
                    </a:lnTo>
                    <a:lnTo>
                      <a:pt x="81" y="28"/>
                    </a:lnTo>
                    <a:lnTo>
                      <a:pt x="81" y="28"/>
                    </a:lnTo>
                    <a:lnTo>
                      <a:pt x="81" y="28"/>
                    </a:lnTo>
                    <a:lnTo>
                      <a:pt x="83" y="28"/>
                    </a:lnTo>
                    <a:lnTo>
                      <a:pt x="83" y="28"/>
                    </a:lnTo>
                    <a:lnTo>
                      <a:pt x="83" y="28"/>
                    </a:lnTo>
                    <a:lnTo>
                      <a:pt x="86" y="28"/>
                    </a:lnTo>
                    <a:lnTo>
                      <a:pt x="86" y="28"/>
                    </a:lnTo>
                    <a:lnTo>
                      <a:pt x="86" y="28"/>
                    </a:lnTo>
                    <a:lnTo>
                      <a:pt x="86" y="28"/>
                    </a:lnTo>
                    <a:lnTo>
                      <a:pt x="88" y="28"/>
                    </a:lnTo>
                    <a:lnTo>
                      <a:pt x="88" y="28"/>
                    </a:lnTo>
                    <a:lnTo>
                      <a:pt x="88" y="31"/>
                    </a:lnTo>
                    <a:lnTo>
                      <a:pt x="88" y="31"/>
                    </a:lnTo>
                    <a:lnTo>
                      <a:pt x="88" y="33"/>
                    </a:lnTo>
                    <a:lnTo>
                      <a:pt x="88" y="33"/>
                    </a:lnTo>
                    <a:lnTo>
                      <a:pt x="88" y="33"/>
                    </a:lnTo>
                    <a:lnTo>
                      <a:pt x="88" y="33"/>
                    </a:lnTo>
                    <a:lnTo>
                      <a:pt x="88" y="36"/>
                    </a:lnTo>
                    <a:lnTo>
                      <a:pt x="88" y="36"/>
                    </a:lnTo>
                    <a:lnTo>
                      <a:pt x="88" y="36"/>
                    </a:lnTo>
                    <a:lnTo>
                      <a:pt x="88" y="38"/>
                    </a:lnTo>
                    <a:lnTo>
                      <a:pt x="90" y="38"/>
                    </a:lnTo>
                    <a:lnTo>
                      <a:pt x="90" y="38"/>
                    </a:lnTo>
                    <a:lnTo>
                      <a:pt x="90" y="38"/>
                    </a:lnTo>
                    <a:lnTo>
                      <a:pt x="90" y="38"/>
                    </a:lnTo>
                    <a:lnTo>
                      <a:pt x="93" y="38"/>
                    </a:lnTo>
                    <a:lnTo>
                      <a:pt x="93" y="38"/>
                    </a:lnTo>
                    <a:lnTo>
                      <a:pt x="93" y="40"/>
                    </a:lnTo>
                    <a:lnTo>
                      <a:pt x="93" y="40"/>
                    </a:lnTo>
                    <a:lnTo>
                      <a:pt x="93" y="40"/>
                    </a:lnTo>
                    <a:lnTo>
                      <a:pt x="93" y="43"/>
                    </a:lnTo>
                    <a:lnTo>
                      <a:pt x="93" y="43"/>
                    </a:lnTo>
                    <a:lnTo>
                      <a:pt x="95" y="43"/>
                    </a:lnTo>
                    <a:lnTo>
                      <a:pt x="95" y="43"/>
                    </a:lnTo>
                    <a:lnTo>
                      <a:pt x="97" y="43"/>
                    </a:lnTo>
                    <a:lnTo>
                      <a:pt x="97" y="43"/>
                    </a:lnTo>
                    <a:lnTo>
                      <a:pt x="97" y="43"/>
                    </a:lnTo>
                    <a:lnTo>
                      <a:pt x="97" y="43"/>
                    </a:lnTo>
                    <a:lnTo>
                      <a:pt x="100" y="43"/>
                    </a:lnTo>
                    <a:lnTo>
                      <a:pt x="100" y="43"/>
                    </a:lnTo>
                    <a:lnTo>
                      <a:pt x="100" y="45"/>
                    </a:lnTo>
                    <a:lnTo>
                      <a:pt x="100" y="45"/>
                    </a:lnTo>
                    <a:lnTo>
                      <a:pt x="100" y="45"/>
                    </a:lnTo>
                    <a:lnTo>
                      <a:pt x="100" y="45"/>
                    </a:lnTo>
                    <a:lnTo>
                      <a:pt x="100" y="45"/>
                    </a:lnTo>
                    <a:lnTo>
                      <a:pt x="102" y="45"/>
                    </a:lnTo>
                    <a:lnTo>
                      <a:pt x="102" y="45"/>
                    </a:lnTo>
                    <a:lnTo>
                      <a:pt x="104" y="45"/>
                    </a:lnTo>
                    <a:lnTo>
                      <a:pt x="104" y="45"/>
                    </a:lnTo>
                    <a:lnTo>
                      <a:pt x="104" y="45"/>
                    </a:lnTo>
                    <a:lnTo>
                      <a:pt x="104" y="45"/>
                    </a:lnTo>
                    <a:lnTo>
                      <a:pt x="104" y="45"/>
                    </a:lnTo>
                    <a:lnTo>
                      <a:pt x="107" y="45"/>
                    </a:lnTo>
                    <a:lnTo>
                      <a:pt x="107" y="45"/>
                    </a:lnTo>
                    <a:lnTo>
                      <a:pt x="107" y="45"/>
                    </a:lnTo>
                    <a:lnTo>
                      <a:pt x="107" y="45"/>
                    </a:lnTo>
                    <a:lnTo>
                      <a:pt x="107" y="45"/>
                    </a:lnTo>
                    <a:lnTo>
                      <a:pt x="109" y="45"/>
                    </a:lnTo>
                    <a:lnTo>
                      <a:pt x="109" y="45"/>
                    </a:lnTo>
                    <a:lnTo>
                      <a:pt x="109" y="45"/>
                    </a:lnTo>
                    <a:lnTo>
                      <a:pt x="109" y="45"/>
                    </a:lnTo>
                    <a:lnTo>
                      <a:pt x="109" y="47"/>
                    </a:lnTo>
                    <a:lnTo>
                      <a:pt x="109" y="47"/>
                    </a:lnTo>
                    <a:lnTo>
                      <a:pt x="109" y="50"/>
                    </a:lnTo>
                    <a:lnTo>
                      <a:pt x="109" y="50"/>
                    </a:lnTo>
                    <a:lnTo>
                      <a:pt x="109" y="50"/>
                    </a:lnTo>
                    <a:lnTo>
                      <a:pt x="109" y="52"/>
                    </a:lnTo>
                    <a:lnTo>
                      <a:pt x="109" y="52"/>
                    </a:lnTo>
                    <a:lnTo>
                      <a:pt x="109" y="52"/>
                    </a:lnTo>
                    <a:lnTo>
                      <a:pt x="112" y="52"/>
                    </a:lnTo>
                    <a:lnTo>
                      <a:pt x="112" y="52"/>
                    </a:lnTo>
                    <a:lnTo>
                      <a:pt x="112" y="54"/>
                    </a:lnTo>
                    <a:lnTo>
                      <a:pt x="112" y="54"/>
                    </a:lnTo>
                    <a:lnTo>
                      <a:pt x="114" y="54"/>
                    </a:lnTo>
                    <a:lnTo>
                      <a:pt x="114" y="54"/>
                    </a:lnTo>
                    <a:lnTo>
                      <a:pt x="116" y="54"/>
                    </a:lnTo>
                    <a:lnTo>
                      <a:pt x="116" y="52"/>
                    </a:lnTo>
                    <a:lnTo>
                      <a:pt x="116" y="52"/>
                    </a:lnTo>
                    <a:lnTo>
                      <a:pt x="116" y="52"/>
                    </a:lnTo>
                    <a:lnTo>
                      <a:pt x="119" y="52"/>
                    </a:lnTo>
                    <a:lnTo>
                      <a:pt x="119" y="52"/>
                    </a:lnTo>
                    <a:lnTo>
                      <a:pt x="119" y="54"/>
                    </a:lnTo>
                    <a:lnTo>
                      <a:pt x="119" y="54"/>
                    </a:lnTo>
                    <a:lnTo>
                      <a:pt x="119" y="54"/>
                    </a:lnTo>
                    <a:lnTo>
                      <a:pt x="121" y="54"/>
                    </a:lnTo>
                    <a:lnTo>
                      <a:pt x="121" y="54"/>
                    </a:lnTo>
                    <a:lnTo>
                      <a:pt x="121" y="54"/>
                    </a:lnTo>
                    <a:lnTo>
                      <a:pt x="123" y="54"/>
                    </a:lnTo>
                    <a:lnTo>
                      <a:pt x="123" y="54"/>
                    </a:lnTo>
                    <a:lnTo>
                      <a:pt x="123" y="57"/>
                    </a:lnTo>
                    <a:lnTo>
                      <a:pt x="123" y="57"/>
                    </a:lnTo>
                    <a:lnTo>
                      <a:pt x="126" y="57"/>
                    </a:lnTo>
                    <a:lnTo>
                      <a:pt x="126" y="57"/>
                    </a:lnTo>
                    <a:lnTo>
                      <a:pt x="126" y="59"/>
                    </a:lnTo>
                    <a:lnTo>
                      <a:pt x="126" y="59"/>
                    </a:lnTo>
                    <a:lnTo>
                      <a:pt x="126" y="59"/>
                    </a:lnTo>
                    <a:lnTo>
                      <a:pt x="126" y="62"/>
                    </a:lnTo>
                    <a:lnTo>
                      <a:pt x="126" y="62"/>
                    </a:lnTo>
                    <a:lnTo>
                      <a:pt x="126" y="62"/>
                    </a:lnTo>
                    <a:lnTo>
                      <a:pt x="126" y="64"/>
                    </a:lnTo>
                    <a:lnTo>
                      <a:pt x="128" y="64"/>
                    </a:lnTo>
                    <a:lnTo>
                      <a:pt x="128" y="64"/>
                    </a:lnTo>
                    <a:lnTo>
                      <a:pt x="131" y="64"/>
                    </a:lnTo>
                    <a:lnTo>
                      <a:pt x="131" y="64"/>
                    </a:lnTo>
                    <a:lnTo>
                      <a:pt x="131" y="62"/>
                    </a:lnTo>
                    <a:lnTo>
                      <a:pt x="131" y="62"/>
                    </a:lnTo>
                    <a:lnTo>
                      <a:pt x="131" y="62"/>
                    </a:lnTo>
                    <a:lnTo>
                      <a:pt x="131" y="59"/>
                    </a:lnTo>
                    <a:lnTo>
                      <a:pt x="131" y="59"/>
                    </a:lnTo>
                    <a:lnTo>
                      <a:pt x="131" y="57"/>
                    </a:lnTo>
                    <a:lnTo>
                      <a:pt x="131" y="57"/>
                    </a:lnTo>
                    <a:lnTo>
                      <a:pt x="131" y="57"/>
                    </a:lnTo>
                    <a:lnTo>
                      <a:pt x="131" y="57"/>
                    </a:lnTo>
                    <a:lnTo>
                      <a:pt x="131" y="57"/>
                    </a:lnTo>
                    <a:lnTo>
                      <a:pt x="133" y="57"/>
                    </a:lnTo>
                    <a:lnTo>
                      <a:pt x="133" y="59"/>
                    </a:lnTo>
                    <a:lnTo>
                      <a:pt x="133" y="59"/>
                    </a:lnTo>
                    <a:lnTo>
                      <a:pt x="133" y="62"/>
                    </a:lnTo>
                    <a:lnTo>
                      <a:pt x="133" y="62"/>
                    </a:lnTo>
                    <a:lnTo>
                      <a:pt x="133" y="62"/>
                    </a:lnTo>
                    <a:lnTo>
                      <a:pt x="133" y="62"/>
                    </a:lnTo>
                    <a:lnTo>
                      <a:pt x="135" y="62"/>
                    </a:lnTo>
                    <a:lnTo>
                      <a:pt x="135" y="62"/>
                    </a:lnTo>
                    <a:lnTo>
                      <a:pt x="138" y="62"/>
                    </a:lnTo>
                    <a:lnTo>
                      <a:pt x="138" y="64"/>
                    </a:lnTo>
                    <a:lnTo>
                      <a:pt x="138" y="64"/>
                    </a:lnTo>
                    <a:lnTo>
                      <a:pt x="138" y="64"/>
                    </a:lnTo>
                    <a:lnTo>
                      <a:pt x="138" y="64"/>
                    </a:lnTo>
                    <a:lnTo>
                      <a:pt x="140" y="64"/>
                    </a:lnTo>
                    <a:lnTo>
                      <a:pt x="140" y="64"/>
                    </a:lnTo>
                    <a:lnTo>
                      <a:pt x="140" y="62"/>
                    </a:lnTo>
                    <a:lnTo>
                      <a:pt x="138" y="62"/>
                    </a:lnTo>
                    <a:lnTo>
                      <a:pt x="138" y="62"/>
                    </a:lnTo>
                    <a:lnTo>
                      <a:pt x="140" y="62"/>
                    </a:lnTo>
                    <a:lnTo>
                      <a:pt x="140" y="62"/>
                    </a:lnTo>
                    <a:lnTo>
                      <a:pt x="140" y="59"/>
                    </a:lnTo>
                    <a:lnTo>
                      <a:pt x="140" y="59"/>
                    </a:lnTo>
                    <a:lnTo>
                      <a:pt x="140" y="62"/>
                    </a:lnTo>
                    <a:lnTo>
                      <a:pt x="142" y="62"/>
                    </a:lnTo>
                    <a:lnTo>
                      <a:pt x="142" y="59"/>
                    </a:lnTo>
                    <a:lnTo>
                      <a:pt x="142" y="59"/>
                    </a:lnTo>
                    <a:lnTo>
                      <a:pt x="145" y="59"/>
                    </a:lnTo>
                    <a:lnTo>
                      <a:pt x="145" y="59"/>
                    </a:lnTo>
                    <a:lnTo>
                      <a:pt x="145" y="59"/>
                    </a:lnTo>
                    <a:lnTo>
                      <a:pt x="145" y="62"/>
                    </a:lnTo>
                    <a:lnTo>
                      <a:pt x="147" y="62"/>
                    </a:lnTo>
                    <a:lnTo>
                      <a:pt x="147" y="62"/>
                    </a:lnTo>
                    <a:lnTo>
                      <a:pt x="147" y="62"/>
                    </a:lnTo>
                    <a:lnTo>
                      <a:pt x="149" y="62"/>
                    </a:lnTo>
                    <a:lnTo>
                      <a:pt x="149" y="64"/>
                    </a:lnTo>
                    <a:lnTo>
                      <a:pt x="149" y="64"/>
                    </a:lnTo>
                    <a:lnTo>
                      <a:pt x="149" y="64"/>
                    </a:lnTo>
                    <a:lnTo>
                      <a:pt x="149" y="64"/>
                    </a:lnTo>
                    <a:lnTo>
                      <a:pt x="149" y="62"/>
                    </a:lnTo>
                    <a:lnTo>
                      <a:pt x="149" y="62"/>
                    </a:lnTo>
                    <a:lnTo>
                      <a:pt x="152" y="62"/>
                    </a:lnTo>
                    <a:lnTo>
                      <a:pt x="152" y="64"/>
                    </a:lnTo>
                    <a:lnTo>
                      <a:pt x="152" y="64"/>
                    </a:lnTo>
                    <a:lnTo>
                      <a:pt x="152" y="64"/>
                    </a:lnTo>
                    <a:lnTo>
                      <a:pt x="152" y="64"/>
                    </a:lnTo>
                    <a:lnTo>
                      <a:pt x="152" y="64"/>
                    </a:lnTo>
                    <a:lnTo>
                      <a:pt x="154" y="64"/>
                    </a:lnTo>
                    <a:lnTo>
                      <a:pt x="154" y="64"/>
                    </a:lnTo>
                    <a:lnTo>
                      <a:pt x="157" y="64"/>
                    </a:lnTo>
                    <a:lnTo>
                      <a:pt x="157" y="64"/>
                    </a:lnTo>
                    <a:lnTo>
                      <a:pt x="157" y="64"/>
                    </a:lnTo>
                    <a:lnTo>
                      <a:pt x="159" y="64"/>
                    </a:lnTo>
                    <a:lnTo>
                      <a:pt x="159" y="64"/>
                    </a:lnTo>
                    <a:lnTo>
                      <a:pt x="159" y="64"/>
                    </a:lnTo>
                    <a:lnTo>
                      <a:pt x="161" y="64"/>
                    </a:lnTo>
                    <a:lnTo>
                      <a:pt x="161" y="64"/>
                    </a:lnTo>
                    <a:lnTo>
                      <a:pt x="164" y="64"/>
                    </a:lnTo>
                    <a:lnTo>
                      <a:pt x="164" y="66"/>
                    </a:lnTo>
                    <a:lnTo>
                      <a:pt x="164" y="66"/>
                    </a:lnTo>
                    <a:lnTo>
                      <a:pt x="164" y="69"/>
                    </a:lnTo>
                    <a:lnTo>
                      <a:pt x="164" y="69"/>
                    </a:lnTo>
                    <a:lnTo>
                      <a:pt x="164" y="69"/>
                    </a:lnTo>
                    <a:lnTo>
                      <a:pt x="164" y="69"/>
                    </a:lnTo>
                    <a:lnTo>
                      <a:pt x="164" y="69"/>
                    </a:lnTo>
                    <a:lnTo>
                      <a:pt x="164" y="66"/>
                    </a:lnTo>
                    <a:lnTo>
                      <a:pt x="164" y="66"/>
                    </a:lnTo>
                    <a:lnTo>
                      <a:pt x="166" y="66"/>
                    </a:lnTo>
                    <a:lnTo>
                      <a:pt x="166" y="66"/>
                    </a:lnTo>
                    <a:lnTo>
                      <a:pt x="166" y="66"/>
                    </a:lnTo>
                    <a:lnTo>
                      <a:pt x="166" y="66"/>
                    </a:lnTo>
                    <a:lnTo>
                      <a:pt x="166" y="66"/>
                    </a:lnTo>
                    <a:lnTo>
                      <a:pt x="166" y="64"/>
                    </a:lnTo>
                    <a:lnTo>
                      <a:pt x="168" y="64"/>
                    </a:lnTo>
                    <a:lnTo>
                      <a:pt x="168" y="66"/>
                    </a:lnTo>
                    <a:lnTo>
                      <a:pt x="168" y="66"/>
                    </a:lnTo>
                    <a:lnTo>
                      <a:pt x="168" y="64"/>
                    </a:lnTo>
                    <a:lnTo>
                      <a:pt x="168" y="64"/>
                    </a:lnTo>
                    <a:lnTo>
                      <a:pt x="171" y="64"/>
                    </a:lnTo>
                    <a:lnTo>
                      <a:pt x="171" y="64"/>
                    </a:lnTo>
                    <a:lnTo>
                      <a:pt x="171" y="64"/>
                    </a:lnTo>
                    <a:lnTo>
                      <a:pt x="173" y="64"/>
                    </a:lnTo>
                    <a:lnTo>
                      <a:pt x="173" y="64"/>
                    </a:lnTo>
                    <a:lnTo>
                      <a:pt x="173" y="64"/>
                    </a:lnTo>
                    <a:lnTo>
                      <a:pt x="173" y="64"/>
                    </a:lnTo>
                    <a:lnTo>
                      <a:pt x="173" y="66"/>
                    </a:lnTo>
                    <a:lnTo>
                      <a:pt x="173" y="66"/>
                    </a:lnTo>
                    <a:lnTo>
                      <a:pt x="173" y="66"/>
                    </a:lnTo>
                    <a:lnTo>
                      <a:pt x="173" y="66"/>
                    </a:lnTo>
                    <a:lnTo>
                      <a:pt x="171" y="66"/>
                    </a:lnTo>
                    <a:lnTo>
                      <a:pt x="171" y="69"/>
                    </a:lnTo>
                    <a:lnTo>
                      <a:pt x="173" y="69"/>
                    </a:lnTo>
                    <a:lnTo>
                      <a:pt x="173" y="69"/>
                    </a:lnTo>
                    <a:lnTo>
                      <a:pt x="173" y="71"/>
                    </a:lnTo>
                    <a:lnTo>
                      <a:pt x="173" y="71"/>
                    </a:lnTo>
                    <a:lnTo>
                      <a:pt x="173" y="73"/>
                    </a:lnTo>
                    <a:lnTo>
                      <a:pt x="171" y="73"/>
                    </a:lnTo>
                    <a:lnTo>
                      <a:pt x="171" y="73"/>
                    </a:lnTo>
                    <a:lnTo>
                      <a:pt x="171" y="73"/>
                    </a:lnTo>
                    <a:lnTo>
                      <a:pt x="171" y="76"/>
                    </a:lnTo>
                    <a:lnTo>
                      <a:pt x="171" y="76"/>
                    </a:lnTo>
                    <a:lnTo>
                      <a:pt x="171" y="78"/>
                    </a:lnTo>
                    <a:lnTo>
                      <a:pt x="171" y="78"/>
                    </a:lnTo>
                    <a:lnTo>
                      <a:pt x="171" y="81"/>
                    </a:lnTo>
                    <a:lnTo>
                      <a:pt x="171" y="81"/>
                    </a:lnTo>
                    <a:lnTo>
                      <a:pt x="171" y="81"/>
                    </a:lnTo>
                    <a:lnTo>
                      <a:pt x="171" y="83"/>
                    </a:lnTo>
                    <a:lnTo>
                      <a:pt x="171" y="83"/>
                    </a:lnTo>
                    <a:lnTo>
                      <a:pt x="171" y="83"/>
                    </a:lnTo>
                    <a:lnTo>
                      <a:pt x="171" y="85"/>
                    </a:lnTo>
                    <a:lnTo>
                      <a:pt x="171" y="85"/>
                    </a:lnTo>
                    <a:lnTo>
                      <a:pt x="173" y="85"/>
                    </a:lnTo>
                    <a:lnTo>
                      <a:pt x="173" y="85"/>
                    </a:lnTo>
                    <a:lnTo>
                      <a:pt x="173" y="85"/>
                    </a:lnTo>
                    <a:lnTo>
                      <a:pt x="173" y="88"/>
                    </a:lnTo>
                    <a:lnTo>
                      <a:pt x="173" y="88"/>
                    </a:lnTo>
                    <a:lnTo>
                      <a:pt x="173" y="88"/>
                    </a:lnTo>
                    <a:lnTo>
                      <a:pt x="173" y="90"/>
                    </a:lnTo>
                    <a:lnTo>
                      <a:pt x="173" y="90"/>
                    </a:lnTo>
                    <a:lnTo>
                      <a:pt x="173" y="92"/>
                    </a:lnTo>
                    <a:lnTo>
                      <a:pt x="175" y="92"/>
                    </a:lnTo>
                    <a:lnTo>
                      <a:pt x="175" y="92"/>
                    </a:lnTo>
                    <a:lnTo>
                      <a:pt x="173" y="92"/>
                    </a:lnTo>
                    <a:lnTo>
                      <a:pt x="173" y="92"/>
                    </a:lnTo>
                    <a:lnTo>
                      <a:pt x="173" y="95"/>
                    </a:lnTo>
                    <a:lnTo>
                      <a:pt x="173" y="95"/>
                    </a:lnTo>
                    <a:lnTo>
                      <a:pt x="173" y="95"/>
                    </a:lnTo>
                    <a:lnTo>
                      <a:pt x="173" y="97"/>
                    </a:lnTo>
                    <a:lnTo>
                      <a:pt x="173" y="97"/>
                    </a:lnTo>
                    <a:lnTo>
                      <a:pt x="173" y="97"/>
                    </a:lnTo>
                    <a:lnTo>
                      <a:pt x="173" y="99"/>
                    </a:lnTo>
                    <a:lnTo>
                      <a:pt x="173" y="99"/>
                    </a:lnTo>
                    <a:lnTo>
                      <a:pt x="173" y="102"/>
                    </a:lnTo>
                    <a:lnTo>
                      <a:pt x="171" y="102"/>
                    </a:lnTo>
                    <a:lnTo>
                      <a:pt x="171" y="102"/>
                    </a:lnTo>
                    <a:lnTo>
                      <a:pt x="171" y="102"/>
                    </a:lnTo>
                    <a:lnTo>
                      <a:pt x="171" y="102"/>
                    </a:lnTo>
                    <a:lnTo>
                      <a:pt x="171" y="102"/>
                    </a:lnTo>
                    <a:lnTo>
                      <a:pt x="168" y="102"/>
                    </a:lnTo>
                    <a:lnTo>
                      <a:pt x="168" y="99"/>
                    </a:lnTo>
                    <a:lnTo>
                      <a:pt x="168" y="99"/>
                    </a:lnTo>
                    <a:lnTo>
                      <a:pt x="166" y="99"/>
                    </a:lnTo>
                    <a:lnTo>
                      <a:pt x="166" y="99"/>
                    </a:lnTo>
                    <a:lnTo>
                      <a:pt x="166" y="102"/>
                    </a:lnTo>
                    <a:lnTo>
                      <a:pt x="166" y="102"/>
                    </a:lnTo>
                    <a:lnTo>
                      <a:pt x="164" y="102"/>
                    </a:lnTo>
                    <a:lnTo>
                      <a:pt x="164" y="102"/>
                    </a:lnTo>
                    <a:lnTo>
                      <a:pt x="164" y="102"/>
                    </a:lnTo>
                    <a:lnTo>
                      <a:pt x="164" y="102"/>
                    </a:lnTo>
                    <a:lnTo>
                      <a:pt x="161" y="102"/>
                    </a:lnTo>
                    <a:lnTo>
                      <a:pt x="161" y="102"/>
                    </a:lnTo>
                    <a:lnTo>
                      <a:pt x="161" y="102"/>
                    </a:lnTo>
                    <a:lnTo>
                      <a:pt x="159" y="102"/>
                    </a:lnTo>
                    <a:lnTo>
                      <a:pt x="159" y="99"/>
                    </a:lnTo>
                    <a:lnTo>
                      <a:pt x="159" y="99"/>
                    </a:lnTo>
                    <a:lnTo>
                      <a:pt x="159" y="102"/>
                    </a:lnTo>
                    <a:lnTo>
                      <a:pt x="159" y="102"/>
                    </a:lnTo>
                    <a:lnTo>
                      <a:pt x="157" y="102"/>
                    </a:lnTo>
                    <a:lnTo>
                      <a:pt x="157" y="102"/>
                    </a:lnTo>
                    <a:lnTo>
                      <a:pt x="157" y="102"/>
                    </a:lnTo>
                    <a:lnTo>
                      <a:pt x="157" y="102"/>
                    </a:lnTo>
                    <a:lnTo>
                      <a:pt x="154" y="102"/>
                    </a:lnTo>
                    <a:lnTo>
                      <a:pt x="154" y="102"/>
                    </a:lnTo>
                    <a:lnTo>
                      <a:pt x="154" y="102"/>
                    </a:lnTo>
                    <a:lnTo>
                      <a:pt x="152" y="102"/>
                    </a:lnTo>
                    <a:lnTo>
                      <a:pt x="152" y="102"/>
                    </a:lnTo>
                    <a:lnTo>
                      <a:pt x="152" y="99"/>
                    </a:lnTo>
                    <a:lnTo>
                      <a:pt x="152" y="99"/>
                    </a:lnTo>
                    <a:lnTo>
                      <a:pt x="152" y="99"/>
                    </a:lnTo>
                    <a:lnTo>
                      <a:pt x="152" y="97"/>
                    </a:lnTo>
                    <a:lnTo>
                      <a:pt x="152" y="97"/>
                    </a:lnTo>
                    <a:lnTo>
                      <a:pt x="149" y="97"/>
                    </a:lnTo>
                    <a:lnTo>
                      <a:pt x="149" y="97"/>
                    </a:lnTo>
                    <a:lnTo>
                      <a:pt x="149" y="97"/>
                    </a:lnTo>
                    <a:lnTo>
                      <a:pt x="149" y="97"/>
                    </a:lnTo>
                    <a:lnTo>
                      <a:pt x="149" y="99"/>
                    </a:lnTo>
                    <a:lnTo>
                      <a:pt x="147" y="99"/>
                    </a:lnTo>
                    <a:lnTo>
                      <a:pt x="147" y="99"/>
                    </a:lnTo>
                    <a:lnTo>
                      <a:pt x="147" y="99"/>
                    </a:lnTo>
                    <a:lnTo>
                      <a:pt x="145" y="99"/>
                    </a:lnTo>
                    <a:lnTo>
                      <a:pt x="145" y="99"/>
                    </a:lnTo>
                    <a:lnTo>
                      <a:pt x="145" y="99"/>
                    </a:lnTo>
                    <a:lnTo>
                      <a:pt x="145" y="102"/>
                    </a:lnTo>
                    <a:lnTo>
                      <a:pt x="142" y="102"/>
                    </a:lnTo>
                    <a:lnTo>
                      <a:pt x="142" y="99"/>
                    </a:lnTo>
                    <a:lnTo>
                      <a:pt x="142" y="99"/>
                    </a:lnTo>
                    <a:lnTo>
                      <a:pt x="140" y="99"/>
                    </a:lnTo>
                    <a:lnTo>
                      <a:pt x="140" y="99"/>
                    </a:lnTo>
                    <a:lnTo>
                      <a:pt x="140" y="99"/>
                    </a:lnTo>
                    <a:lnTo>
                      <a:pt x="140" y="99"/>
                    </a:lnTo>
                    <a:lnTo>
                      <a:pt x="140" y="97"/>
                    </a:lnTo>
                    <a:lnTo>
                      <a:pt x="138" y="97"/>
                    </a:lnTo>
                    <a:lnTo>
                      <a:pt x="138" y="97"/>
                    </a:lnTo>
                    <a:lnTo>
                      <a:pt x="138" y="97"/>
                    </a:lnTo>
                    <a:lnTo>
                      <a:pt x="138" y="97"/>
                    </a:lnTo>
                    <a:lnTo>
                      <a:pt x="135" y="97"/>
                    </a:lnTo>
                    <a:lnTo>
                      <a:pt x="135" y="95"/>
                    </a:lnTo>
                    <a:lnTo>
                      <a:pt x="135" y="95"/>
                    </a:lnTo>
                    <a:lnTo>
                      <a:pt x="133" y="95"/>
                    </a:lnTo>
                    <a:lnTo>
                      <a:pt x="133" y="95"/>
                    </a:lnTo>
                    <a:lnTo>
                      <a:pt x="133" y="97"/>
                    </a:lnTo>
                    <a:lnTo>
                      <a:pt x="133" y="97"/>
                    </a:lnTo>
                    <a:lnTo>
                      <a:pt x="133" y="95"/>
                    </a:lnTo>
                    <a:lnTo>
                      <a:pt x="131" y="95"/>
                    </a:lnTo>
                    <a:lnTo>
                      <a:pt x="131" y="95"/>
                    </a:lnTo>
                    <a:lnTo>
                      <a:pt x="131" y="95"/>
                    </a:lnTo>
                    <a:lnTo>
                      <a:pt x="131" y="95"/>
                    </a:lnTo>
                    <a:lnTo>
                      <a:pt x="128" y="95"/>
                    </a:lnTo>
                    <a:lnTo>
                      <a:pt x="128" y="95"/>
                    </a:lnTo>
                    <a:lnTo>
                      <a:pt x="126" y="95"/>
                    </a:lnTo>
                    <a:lnTo>
                      <a:pt x="126" y="95"/>
                    </a:lnTo>
                    <a:lnTo>
                      <a:pt x="126" y="95"/>
                    </a:lnTo>
                    <a:lnTo>
                      <a:pt x="126" y="97"/>
                    </a:lnTo>
                    <a:lnTo>
                      <a:pt x="126" y="97"/>
                    </a:lnTo>
                    <a:lnTo>
                      <a:pt x="123" y="97"/>
                    </a:lnTo>
                    <a:lnTo>
                      <a:pt x="123" y="95"/>
                    </a:lnTo>
                    <a:lnTo>
                      <a:pt x="123" y="95"/>
                    </a:lnTo>
                    <a:lnTo>
                      <a:pt x="123" y="95"/>
                    </a:lnTo>
                    <a:lnTo>
                      <a:pt x="123" y="95"/>
                    </a:lnTo>
                    <a:lnTo>
                      <a:pt x="121" y="95"/>
                    </a:lnTo>
                    <a:lnTo>
                      <a:pt x="121" y="92"/>
                    </a:lnTo>
                    <a:lnTo>
                      <a:pt x="121" y="92"/>
                    </a:lnTo>
                    <a:lnTo>
                      <a:pt x="121" y="92"/>
                    </a:lnTo>
                    <a:lnTo>
                      <a:pt x="121" y="90"/>
                    </a:lnTo>
                    <a:lnTo>
                      <a:pt x="121" y="90"/>
                    </a:lnTo>
                    <a:lnTo>
                      <a:pt x="121" y="90"/>
                    </a:lnTo>
                    <a:lnTo>
                      <a:pt x="119" y="90"/>
                    </a:lnTo>
                    <a:lnTo>
                      <a:pt x="119" y="90"/>
                    </a:lnTo>
                    <a:lnTo>
                      <a:pt x="119" y="90"/>
                    </a:lnTo>
                    <a:lnTo>
                      <a:pt x="119" y="90"/>
                    </a:lnTo>
                    <a:lnTo>
                      <a:pt x="116" y="90"/>
                    </a:lnTo>
                    <a:lnTo>
                      <a:pt x="116" y="92"/>
                    </a:lnTo>
                    <a:lnTo>
                      <a:pt x="116" y="92"/>
                    </a:lnTo>
                    <a:lnTo>
                      <a:pt x="116" y="92"/>
                    </a:lnTo>
                    <a:lnTo>
                      <a:pt x="114" y="92"/>
                    </a:lnTo>
                    <a:lnTo>
                      <a:pt x="114" y="92"/>
                    </a:lnTo>
                    <a:lnTo>
                      <a:pt x="114" y="92"/>
                    </a:lnTo>
                    <a:lnTo>
                      <a:pt x="112" y="92"/>
                    </a:lnTo>
                    <a:lnTo>
                      <a:pt x="112" y="92"/>
                    </a:lnTo>
                    <a:lnTo>
                      <a:pt x="112" y="92"/>
                    </a:lnTo>
                    <a:lnTo>
                      <a:pt x="112" y="92"/>
                    </a:lnTo>
                    <a:lnTo>
                      <a:pt x="109" y="92"/>
                    </a:lnTo>
                    <a:lnTo>
                      <a:pt x="109" y="90"/>
                    </a:lnTo>
                    <a:lnTo>
                      <a:pt x="112" y="90"/>
                    </a:lnTo>
                    <a:lnTo>
                      <a:pt x="112" y="90"/>
                    </a:lnTo>
                    <a:lnTo>
                      <a:pt x="109" y="90"/>
                    </a:lnTo>
                    <a:lnTo>
                      <a:pt x="109" y="90"/>
                    </a:lnTo>
                    <a:lnTo>
                      <a:pt x="107" y="90"/>
                    </a:lnTo>
                    <a:lnTo>
                      <a:pt x="107" y="90"/>
                    </a:lnTo>
                    <a:lnTo>
                      <a:pt x="107" y="88"/>
                    </a:lnTo>
                    <a:lnTo>
                      <a:pt x="107" y="88"/>
                    </a:lnTo>
                    <a:lnTo>
                      <a:pt x="104" y="88"/>
                    </a:lnTo>
                    <a:lnTo>
                      <a:pt x="104" y="88"/>
                    </a:lnTo>
                    <a:lnTo>
                      <a:pt x="104" y="88"/>
                    </a:lnTo>
                    <a:lnTo>
                      <a:pt x="104" y="88"/>
                    </a:lnTo>
                    <a:lnTo>
                      <a:pt x="104" y="85"/>
                    </a:lnTo>
                    <a:lnTo>
                      <a:pt x="102" y="85"/>
                    </a:lnTo>
                    <a:lnTo>
                      <a:pt x="102" y="85"/>
                    </a:lnTo>
                    <a:lnTo>
                      <a:pt x="100" y="85"/>
                    </a:lnTo>
                    <a:lnTo>
                      <a:pt x="100" y="85"/>
                    </a:lnTo>
                    <a:lnTo>
                      <a:pt x="100" y="85"/>
                    </a:lnTo>
                    <a:lnTo>
                      <a:pt x="100" y="85"/>
                    </a:lnTo>
                    <a:lnTo>
                      <a:pt x="100" y="83"/>
                    </a:lnTo>
                    <a:lnTo>
                      <a:pt x="100" y="83"/>
                    </a:lnTo>
                    <a:lnTo>
                      <a:pt x="100" y="83"/>
                    </a:lnTo>
                    <a:lnTo>
                      <a:pt x="100" y="81"/>
                    </a:lnTo>
                    <a:lnTo>
                      <a:pt x="100" y="81"/>
                    </a:lnTo>
                    <a:lnTo>
                      <a:pt x="100" y="78"/>
                    </a:lnTo>
                    <a:lnTo>
                      <a:pt x="97" y="78"/>
                    </a:lnTo>
                    <a:lnTo>
                      <a:pt x="97" y="78"/>
                    </a:lnTo>
                    <a:lnTo>
                      <a:pt x="97" y="78"/>
                    </a:lnTo>
                    <a:lnTo>
                      <a:pt x="97" y="78"/>
                    </a:lnTo>
                    <a:lnTo>
                      <a:pt x="95" y="78"/>
                    </a:lnTo>
                    <a:lnTo>
                      <a:pt x="95" y="76"/>
                    </a:lnTo>
                    <a:lnTo>
                      <a:pt x="95" y="76"/>
                    </a:lnTo>
                    <a:lnTo>
                      <a:pt x="93" y="76"/>
                    </a:lnTo>
                    <a:lnTo>
                      <a:pt x="93" y="76"/>
                    </a:lnTo>
                    <a:lnTo>
                      <a:pt x="93" y="76"/>
                    </a:lnTo>
                    <a:lnTo>
                      <a:pt x="90" y="76"/>
                    </a:lnTo>
                    <a:lnTo>
                      <a:pt x="90" y="76"/>
                    </a:lnTo>
                    <a:lnTo>
                      <a:pt x="90" y="76"/>
                    </a:lnTo>
                    <a:lnTo>
                      <a:pt x="90" y="73"/>
                    </a:lnTo>
                    <a:lnTo>
                      <a:pt x="90" y="73"/>
                    </a:lnTo>
                    <a:lnTo>
                      <a:pt x="88" y="73"/>
                    </a:lnTo>
                    <a:lnTo>
                      <a:pt x="88" y="73"/>
                    </a:lnTo>
                    <a:lnTo>
                      <a:pt x="88" y="73"/>
                    </a:lnTo>
                    <a:lnTo>
                      <a:pt x="86" y="73"/>
                    </a:lnTo>
                    <a:lnTo>
                      <a:pt x="86" y="73"/>
                    </a:lnTo>
                    <a:lnTo>
                      <a:pt x="86" y="73"/>
                    </a:lnTo>
                    <a:lnTo>
                      <a:pt x="86" y="73"/>
                    </a:lnTo>
                    <a:lnTo>
                      <a:pt x="83" y="73"/>
                    </a:lnTo>
                    <a:lnTo>
                      <a:pt x="83" y="73"/>
                    </a:lnTo>
                    <a:lnTo>
                      <a:pt x="83" y="73"/>
                    </a:lnTo>
                    <a:lnTo>
                      <a:pt x="81" y="73"/>
                    </a:lnTo>
                    <a:lnTo>
                      <a:pt x="81" y="76"/>
                    </a:lnTo>
                    <a:lnTo>
                      <a:pt x="81" y="76"/>
                    </a:lnTo>
                    <a:lnTo>
                      <a:pt x="78" y="76"/>
                    </a:lnTo>
                    <a:lnTo>
                      <a:pt x="78" y="73"/>
                    </a:lnTo>
                    <a:lnTo>
                      <a:pt x="78" y="73"/>
                    </a:lnTo>
                    <a:lnTo>
                      <a:pt x="78" y="73"/>
                    </a:lnTo>
                    <a:lnTo>
                      <a:pt x="78" y="73"/>
                    </a:lnTo>
                    <a:lnTo>
                      <a:pt x="76" y="73"/>
                    </a:lnTo>
                    <a:lnTo>
                      <a:pt x="76" y="73"/>
                    </a:lnTo>
                    <a:lnTo>
                      <a:pt x="76" y="73"/>
                    </a:lnTo>
                    <a:lnTo>
                      <a:pt x="74" y="73"/>
                    </a:lnTo>
                    <a:lnTo>
                      <a:pt x="74" y="73"/>
                    </a:lnTo>
                    <a:lnTo>
                      <a:pt x="71" y="73"/>
                    </a:lnTo>
                    <a:lnTo>
                      <a:pt x="71" y="73"/>
                    </a:lnTo>
                    <a:lnTo>
                      <a:pt x="71" y="76"/>
                    </a:lnTo>
                    <a:lnTo>
                      <a:pt x="71" y="76"/>
                    </a:lnTo>
                    <a:lnTo>
                      <a:pt x="71" y="76"/>
                    </a:lnTo>
                    <a:lnTo>
                      <a:pt x="71" y="76"/>
                    </a:lnTo>
                    <a:lnTo>
                      <a:pt x="69" y="76"/>
                    </a:lnTo>
                    <a:lnTo>
                      <a:pt x="69" y="76"/>
                    </a:lnTo>
                    <a:lnTo>
                      <a:pt x="69" y="76"/>
                    </a:lnTo>
                    <a:lnTo>
                      <a:pt x="69" y="73"/>
                    </a:lnTo>
                    <a:lnTo>
                      <a:pt x="67" y="73"/>
                    </a:lnTo>
                    <a:lnTo>
                      <a:pt x="67" y="73"/>
                    </a:lnTo>
                    <a:lnTo>
                      <a:pt x="67" y="73"/>
                    </a:lnTo>
                    <a:lnTo>
                      <a:pt x="64" y="73"/>
                    </a:lnTo>
                    <a:lnTo>
                      <a:pt x="64" y="73"/>
                    </a:lnTo>
                    <a:lnTo>
                      <a:pt x="64" y="73"/>
                    </a:lnTo>
                    <a:lnTo>
                      <a:pt x="64" y="73"/>
                    </a:lnTo>
                    <a:lnTo>
                      <a:pt x="62" y="73"/>
                    </a:lnTo>
                    <a:lnTo>
                      <a:pt x="62" y="73"/>
                    </a:lnTo>
                    <a:lnTo>
                      <a:pt x="60" y="73"/>
                    </a:lnTo>
                    <a:lnTo>
                      <a:pt x="60" y="73"/>
                    </a:lnTo>
                    <a:lnTo>
                      <a:pt x="60" y="73"/>
                    </a:lnTo>
                    <a:lnTo>
                      <a:pt x="60" y="73"/>
                    </a:lnTo>
                    <a:lnTo>
                      <a:pt x="60" y="71"/>
                    </a:lnTo>
                    <a:lnTo>
                      <a:pt x="57" y="71"/>
                    </a:lnTo>
                    <a:lnTo>
                      <a:pt x="57" y="71"/>
                    </a:lnTo>
                    <a:lnTo>
                      <a:pt x="57" y="69"/>
                    </a:lnTo>
                    <a:lnTo>
                      <a:pt x="57" y="69"/>
                    </a:lnTo>
                    <a:lnTo>
                      <a:pt x="57" y="69"/>
                    </a:lnTo>
                    <a:lnTo>
                      <a:pt x="57" y="69"/>
                    </a:lnTo>
                    <a:lnTo>
                      <a:pt x="55" y="69"/>
                    </a:lnTo>
                    <a:lnTo>
                      <a:pt x="55" y="69"/>
                    </a:lnTo>
                    <a:lnTo>
                      <a:pt x="55" y="69"/>
                    </a:lnTo>
                    <a:lnTo>
                      <a:pt x="52" y="69"/>
                    </a:lnTo>
                    <a:lnTo>
                      <a:pt x="52" y="69"/>
                    </a:lnTo>
                    <a:lnTo>
                      <a:pt x="52" y="69"/>
                    </a:lnTo>
                    <a:lnTo>
                      <a:pt x="52" y="69"/>
                    </a:lnTo>
                    <a:lnTo>
                      <a:pt x="50" y="69"/>
                    </a:lnTo>
                    <a:lnTo>
                      <a:pt x="50" y="66"/>
                    </a:lnTo>
                    <a:lnTo>
                      <a:pt x="50" y="66"/>
                    </a:lnTo>
                    <a:lnTo>
                      <a:pt x="50" y="66"/>
                    </a:lnTo>
                    <a:lnTo>
                      <a:pt x="50" y="66"/>
                    </a:lnTo>
                    <a:lnTo>
                      <a:pt x="48" y="66"/>
                    </a:lnTo>
                    <a:lnTo>
                      <a:pt x="48" y="66"/>
                    </a:lnTo>
                    <a:lnTo>
                      <a:pt x="48" y="64"/>
                    </a:lnTo>
                    <a:lnTo>
                      <a:pt x="45" y="64"/>
                    </a:lnTo>
                    <a:lnTo>
                      <a:pt x="45" y="64"/>
                    </a:lnTo>
                    <a:lnTo>
                      <a:pt x="45" y="64"/>
                    </a:lnTo>
                    <a:lnTo>
                      <a:pt x="45" y="64"/>
                    </a:lnTo>
                    <a:lnTo>
                      <a:pt x="43" y="64"/>
                    </a:lnTo>
                    <a:lnTo>
                      <a:pt x="43" y="64"/>
                    </a:lnTo>
                    <a:lnTo>
                      <a:pt x="43" y="64"/>
                    </a:lnTo>
                    <a:lnTo>
                      <a:pt x="43" y="64"/>
                    </a:lnTo>
                    <a:lnTo>
                      <a:pt x="41" y="64"/>
                    </a:lnTo>
                    <a:lnTo>
                      <a:pt x="41" y="64"/>
                    </a:lnTo>
                    <a:lnTo>
                      <a:pt x="41" y="64"/>
                    </a:lnTo>
                    <a:lnTo>
                      <a:pt x="41" y="64"/>
                    </a:lnTo>
                    <a:lnTo>
                      <a:pt x="38" y="64"/>
                    </a:lnTo>
                    <a:lnTo>
                      <a:pt x="38" y="64"/>
                    </a:lnTo>
                    <a:lnTo>
                      <a:pt x="38" y="64"/>
                    </a:lnTo>
                    <a:lnTo>
                      <a:pt x="38" y="64"/>
                    </a:lnTo>
                    <a:lnTo>
                      <a:pt x="38" y="64"/>
                    </a:lnTo>
                    <a:lnTo>
                      <a:pt x="36" y="64"/>
                    </a:lnTo>
                    <a:lnTo>
                      <a:pt x="36" y="62"/>
                    </a:lnTo>
                    <a:lnTo>
                      <a:pt x="36" y="62"/>
                    </a:lnTo>
                    <a:lnTo>
                      <a:pt x="36" y="62"/>
                    </a:lnTo>
                    <a:lnTo>
                      <a:pt x="33" y="62"/>
                    </a:lnTo>
                    <a:lnTo>
                      <a:pt x="33" y="62"/>
                    </a:lnTo>
                    <a:lnTo>
                      <a:pt x="33" y="62"/>
                    </a:lnTo>
                    <a:lnTo>
                      <a:pt x="33" y="59"/>
                    </a:lnTo>
                    <a:lnTo>
                      <a:pt x="31" y="59"/>
                    </a:lnTo>
                    <a:lnTo>
                      <a:pt x="31" y="59"/>
                    </a:lnTo>
                    <a:lnTo>
                      <a:pt x="31" y="59"/>
                    </a:lnTo>
                    <a:lnTo>
                      <a:pt x="31" y="57"/>
                    </a:lnTo>
                    <a:lnTo>
                      <a:pt x="31" y="57"/>
                    </a:lnTo>
                    <a:lnTo>
                      <a:pt x="31" y="57"/>
                    </a:lnTo>
                    <a:lnTo>
                      <a:pt x="29" y="57"/>
                    </a:lnTo>
                    <a:lnTo>
                      <a:pt x="29" y="57"/>
                    </a:lnTo>
                    <a:lnTo>
                      <a:pt x="29" y="57"/>
                    </a:lnTo>
                    <a:lnTo>
                      <a:pt x="26" y="57"/>
                    </a:lnTo>
                    <a:lnTo>
                      <a:pt x="26" y="57"/>
                    </a:lnTo>
                    <a:lnTo>
                      <a:pt x="26" y="54"/>
                    </a:lnTo>
                    <a:lnTo>
                      <a:pt x="26" y="54"/>
                    </a:lnTo>
                    <a:lnTo>
                      <a:pt x="26" y="54"/>
                    </a:lnTo>
                    <a:lnTo>
                      <a:pt x="26" y="54"/>
                    </a:lnTo>
                    <a:lnTo>
                      <a:pt x="26" y="54"/>
                    </a:lnTo>
                    <a:lnTo>
                      <a:pt x="26" y="52"/>
                    </a:lnTo>
                    <a:lnTo>
                      <a:pt x="24" y="52"/>
                    </a:lnTo>
                    <a:lnTo>
                      <a:pt x="24" y="52"/>
                    </a:lnTo>
                    <a:lnTo>
                      <a:pt x="24" y="52"/>
                    </a:lnTo>
                    <a:lnTo>
                      <a:pt x="24" y="52"/>
                    </a:lnTo>
                    <a:lnTo>
                      <a:pt x="22" y="52"/>
                    </a:lnTo>
                    <a:lnTo>
                      <a:pt x="22" y="52"/>
                    </a:lnTo>
                    <a:lnTo>
                      <a:pt x="22" y="50"/>
                    </a:lnTo>
                    <a:lnTo>
                      <a:pt x="19" y="50"/>
                    </a:lnTo>
                    <a:lnTo>
                      <a:pt x="19" y="50"/>
                    </a:lnTo>
                    <a:lnTo>
                      <a:pt x="19" y="50"/>
                    </a:lnTo>
                    <a:lnTo>
                      <a:pt x="19" y="50"/>
                    </a:lnTo>
                    <a:lnTo>
                      <a:pt x="19" y="47"/>
                    </a:lnTo>
                    <a:lnTo>
                      <a:pt x="17" y="47"/>
                    </a:lnTo>
                    <a:lnTo>
                      <a:pt x="17" y="47"/>
                    </a:lnTo>
                    <a:lnTo>
                      <a:pt x="17" y="47"/>
                    </a:lnTo>
                    <a:lnTo>
                      <a:pt x="17" y="47"/>
                    </a:lnTo>
                    <a:lnTo>
                      <a:pt x="15" y="47"/>
                    </a:lnTo>
                    <a:lnTo>
                      <a:pt x="15" y="47"/>
                    </a:lnTo>
                    <a:lnTo>
                      <a:pt x="15" y="45"/>
                    </a:lnTo>
                    <a:lnTo>
                      <a:pt x="12" y="45"/>
                    </a:lnTo>
                    <a:lnTo>
                      <a:pt x="12" y="45"/>
                    </a:lnTo>
                    <a:lnTo>
                      <a:pt x="12" y="45"/>
                    </a:lnTo>
                    <a:lnTo>
                      <a:pt x="12" y="45"/>
                    </a:lnTo>
                    <a:lnTo>
                      <a:pt x="12" y="45"/>
                    </a:lnTo>
                    <a:lnTo>
                      <a:pt x="10" y="45"/>
                    </a:lnTo>
                    <a:lnTo>
                      <a:pt x="10" y="45"/>
                    </a:lnTo>
                    <a:lnTo>
                      <a:pt x="10" y="45"/>
                    </a:lnTo>
                    <a:lnTo>
                      <a:pt x="10" y="45"/>
                    </a:lnTo>
                    <a:lnTo>
                      <a:pt x="10" y="45"/>
                    </a:lnTo>
                    <a:lnTo>
                      <a:pt x="10" y="45"/>
                    </a:lnTo>
                    <a:lnTo>
                      <a:pt x="7" y="45"/>
                    </a:lnTo>
                    <a:lnTo>
                      <a:pt x="7" y="45"/>
                    </a:lnTo>
                    <a:lnTo>
                      <a:pt x="5" y="45"/>
                    </a:lnTo>
                    <a:lnTo>
                      <a:pt x="5" y="45"/>
                    </a:lnTo>
                    <a:lnTo>
                      <a:pt x="5" y="45"/>
                    </a:lnTo>
                    <a:lnTo>
                      <a:pt x="5" y="43"/>
                    </a:lnTo>
                    <a:lnTo>
                      <a:pt x="5" y="43"/>
                    </a:lnTo>
                    <a:lnTo>
                      <a:pt x="5" y="43"/>
                    </a:lnTo>
                    <a:lnTo>
                      <a:pt x="3" y="43"/>
                    </a:lnTo>
                    <a:lnTo>
                      <a:pt x="3" y="43"/>
                    </a:lnTo>
                    <a:lnTo>
                      <a:pt x="3" y="40"/>
                    </a:lnTo>
                    <a:lnTo>
                      <a:pt x="0" y="40"/>
                    </a:lnTo>
                    <a:lnTo>
                      <a:pt x="0" y="40"/>
                    </a:lnTo>
                    <a:lnTo>
                      <a:pt x="0" y="40"/>
                    </a:lnTo>
                    <a:lnTo>
                      <a:pt x="0" y="40"/>
                    </a:lnTo>
                    <a:lnTo>
                      <a:pt x="0" y="38"/>
                    </a:lnTo>
                    <a:lnTo>
                      <a:pt x="0" y="38"/>
                    </a:lnTo>
                    <a:lnTo>
                      <a:pt x="0" y="38"/>
                    </a:lnTo>
                    <a:lnTo>
                      <a:pt x="0" y="36"/>
                    </a:lnTo>
                    <a:lnTo>
                      <a:pt x="0" y="36"/>
                    </a:lnTo>
                    <a:lnTo>
                      <a:pt x="0" y="36"/>
                    </a:lnTo>
                    <a:lnTo>
                      <a:pt x="0" y="33"/>
                    </a:lnTo>
                    <a:lnTo>
                      <a:pt x="0" y="33"/>
                    </a:lnTo>
                    <a:lnTo>
                      <a:pt x="3" y="33"/>
                    </a:lnTo>
                    <a:lnTo>
                      <a:pt x="3" y="33"/>
                    </a:lnTo>
                    <a:lnTo>
                      <a:pt x="3" y="33"/>
                    </a:lnTo>
                    <a:lnTo>
                      <a:pt x="5" y="33"/>
                    </a:lnTo>
                    <a:lnTo>
                      <a:pt x="5" y="31"/>
                    </a:lnTo>
                    <a:lnTo>
                      <a:pt x="5" y="31"/>
                    </a:lnTo>
                    <a:lnTo>
                      <a:pt x="5" y="31"/>
                    </a:lnTo>
                    <a:lnTo>
                      <a:pt x="5" y="28"/>
                    </a:lnTo>
                    <a:lnTo>
                      <a:pt x="5" y="28"/>
                    </a:lnTo>
                    <a:lnTo>
                      <a:pt x="5" y="28"/>
                    </a:lnTo>
                    <a:lnTo>
                      <a:pt x="5" y="26"/>
                    </a:lnTo>
                    <a:lnTo>
                      <a:pt x="5" y="26"/>
                    </a:lnTo>
                    <a:lnTo>
                      <a:pt x="5" y="26"/>
                    </a:lnTo>
                    <a:lnTo>
                      <a:pt x="5" y="26"/>
                    </a:lnTo>
                    <a:lnTo>
                      <a:pt x="5" y="24"/>
                    </a:lnTo>
                    <a:lnTo>
                      <a:pt x="5" y="24"/>
                    </a:lnTo>
                    <a:lnTo>
                      <a:pt x="5" y="24"/>
                    </a:lnTo>
                    <a:lnTo>
                      <a:pt x="5" y="24"/>
                    </a:lnTo>
                    <a:lnTo>
                      <a:pt x="5" y="24"/>
                    </a:lnTo>
                    <a:lnTo>
                      <a:pt x="5" y="21"/>
                    </a:lnTo>
                    <a:lnTo>
                      <a:pt x="7" y="21"/>
                    </a:lnTo>
                    <a:lnTo>
                      <a:pt x="7" y="21"/>
                    </a:lnTo>
                    <a:lnTo>
                      <a:pt x="7" y="21"/>
                    </a:lnTo>
                    <a:lnTo>
                      <a:pt x="7" y="19"/>
                    </a:lnTo>
                    <a:lnTo>
                      <a:pt x="7" y="19"/>
                    </a:lnTo>
                    <a:lnTo>
                      <a:pt x="7" y="19"/>
                    </a:lnTo>
                    <a:lnTo>
                      <a:pt x="7" y="17"/>
                    </a:lnTo>
                    <a:lnTo>
                      <a:pt x="7" y="17"/>
                    </a:lnTo>
                    <a:lnTo>
                      <a:pt x="7" y="17"/>
                    </a:lnTo>
                    <a:lnTo>
                      <a:pt x="7" y="14"/>
                    </a:lnTo>
                    <a:lnTo>
                      <a:pt x="10" y="14"/>
                    </a:lnTo>
                    <a:lnTo>
                      <a:pt x="10" y="14"/>
                    </a:lnTo>
                    <a:lnTo>
                      <a:pt x="10" y="14"/>
                    </a:lnTo>
                    <a:lnTo>
                      <a:pt x="10" y="14"/>
                    </a:lnTo>
                    <a:lnTo>
                      <a:pt x="10" y="14"/>
                    </a:lnTo>
                    <a:lnTo>
                      <a:pt x="12" y="14"/>
                    </a:lnTo>
                    <a:lnTo>
                      <a:pt x="12" y="12"/>
                    </a:lnTo>
                    <a:lnTo>
                      <a:pt x="12" y="12"/>
                    </a:lnTo>
                    <a:lnTo>
                      <a:pt x="12" y="12"/>
                    </a:lnTo>
                    <a:lnTo>
                      <a:pt x="12" y="12"/>
                    </a:lnTo>
                    <a:lnTo>
                      <a:pt x="15" y="12"/>
                    </a:lnTo>
                    <a:lnTo>
                      <a:pt x="15" y="9"/>
                    </a:lnTo>
                    <a:lnTo>
                      <a:pt x="15" y="9"/>
                    </a:lnTo>
                    <a:lnTo>
                      <a:pt x="15" y="9"/>
                    </a:lnTo>
                    <a:lnTo>
                      <a:pt x="17" y="9"/>
                    </a:lnTo>
                    <a:lnTo>
                      <a:pt x="17" y="7"/>
                    </a:lnTo>
                    <a:lnTo>
                      <a:pt x="17" y="7"/>
                    </a:lnTo>
                    <a:lnTo>
                      <a:pt x="17" y="7"/>
                    </a:lnTo>
                    <a:lnTo>
                      <a:pt x="17" y="7"/>
                    </a:lnTo>
                    <a:lnTo>
                      <a:pt x="17" y="5"/>
                    </a:lnTo>
                    <a:lnTo>
                      <a:pt x="17" y="5"/>
                    </a:lnTo>
                    <a:lnTo>
                      <a:pt x="19" y="5"/>
                    </a:lnTo>
                    <a:lnTo>
                      <a:pt x="19" y="5"/>
                    </a:lnTo>
                    <a:lnTo>
                      <a:pt x="19" y="5"/>
                    </a:lnTo>
                    <a:lnTo>
                      <a:pt x="19" y="5"/>
                    </a:lnTo>
                    <a:lnTo>
                      <a:pt x="19" y="5"/>
                    </a:lnTo>
                    <a:lnTo>
                      <a:pt x="22" y="5"/>
                    </a:lnTo>
                    <a:lnTo>
                      <a:pt x="22" y="5"/>
                    </a:lnTo>
                    <a:lnTo>
                      <a:pt x="22" y="5"/>
                    </a:lnTo>
                    <a:lnTo>
                      <a:pt x="22" y="7"/>
                    </a:lnTo>
                    <a:lnTo>
                      <a:pt x="22" y="7"/>
                    </a:lnTo>
                    <a:lnTo>
                      <a:pt x="22" y="9"/>
                    </a:lnTo>
                    <a:lnTo>
                      <a:pt x="24" y="9"/>
                    </a:lnTo>
                    <a:lnTo>
                      <a:pt x="24" y="9"/>
                    </a:lnTo>
                    <a:lnTo>
                      <a:pt x="24" y="9"/>
                    </a:lnTo>
                    <a:lnTo>
                      <a:pt x="26" y="9"/>
                    </a:lnTo>
                    <a:lnTo>
                      <a:pt x="26" y="7"/>
                    </a:lnTo>
                    <a:lnTo>
                      <a:pt x="26" y="7"/>
                    </a:lnTo>
                    <a:lnTo>
                      <a:pt x="26" y="7"/>
                    </a:lnTo>
                    <a:lnTo>
                      <a:pt x="26" y="5"/>
                    </a:lnTo>
                    <a:lnTo>
                      <a:pt x="26" y="5"/>
                    </a:lnTo>
                    <a:lnTo>
                      <a:pt x="29" y="5"/>
                    </a:lnTo>
                    <a:lnTo>
                      <a:pt x="29" y="5"/>
                    </a:lnTo>
                    <a:lnTo>
                      <a:pt x="29" y="5"/>
                    </a:lnTo>
                    <a:lnTo>
                      <a:pt x="29" y="5"/>
                    </a:lnTo>
                    <a:lnTo>
                      <a:pt x="29" y="2"/>
                    </a:lnTo>
                    <a:lnTo>
                      <a:pt x="29" y="2"/>
                    </a:lnTo>
                    <a:lnTo>
                      <a:pt x="29" y="2"/>
                    </a:lnTo>
                    <a:lnTo>
                      <a:pt x="29" y="0"/>
                    </a:lnTo>
                    <a:lnTo>
                      <a:pt x="29" y="0"/>
                    </a:lnTo>
                    <a:lnTo>
                      <a:pt x="29" y="0"/>
                    </a:lnTo>
                    <a:lnTo>
                      <a:pt x="31" y="0"/>
                    </a:lnTo>
                    <a:lnTo>
                      <a:pt x="31" y="0"/>
                    </a:lnTo>
                    <a:lnTo>
                      <a:pt x="31" y="0"/>
                    </a:lnTo>
                    <a:lnTo>
                      <a:pt x="31" y="0"/>
                    </a:lnTo>
                    <a:lnTo>
                      <a:pt x="33" y="0"/>
                    </a:lnTo>
                    <a:lnTo>
                      <a:pt x="33" y="0"/>
                    </a:lnTo>
                    <a:lnTo>
                      <a:pt x="33" y="0"/>
                    </a:lnTo>
                    <a:lnTo>
                      <a:pt x="33" y="0"/>
                    </a:lnTo>
                    <a:lnTo>
                      <a:pt x="36" y="0"/>
                    </a:lnTo>
                    <a:lnTo>
                      <a:pt x="36" y="0"/>
                    </a:lnTo>
                    <a:lnTo>
                      <a:pt x="36" y="0"/>
                    </a:lnTo>
                    <a:lnTo>
                      <a:pt x="38" y="0"/>
                    </a:lnTo>
                    <a:lnTo>
                      <a:pt x="38" y="0"/>
                    </a:lnTo>
                    <a:lnTo>
                      <a:pt x="38" y="0"/>
                    </a:lnTo>
                    <a:lnTo>
                      <a:pt x="41" y="0"/>
                    </a:lnTo>
                    <a:lnTo>
                      <a:pt x="41" y="0"/>
                    </a:lnTo>
                    <a:lnTo>
                      <a:pt x="41" y="2"/>
                    </a:lnTo>
                    <a:lnTo>
                      <a:pt x="43" y="2"/>
                    </a:lnTo>
                    <a:lnTo>
                      <a:pt x="43" y="2"/>
                    </a:lnTo>
                    <a:lnTo>
                      <a:pt x="43" y="2"/>
                    </a:lnTo>
                    <a:lnTo>
                      <a:pt x="45" y="2"/>
                    </a:lnTo>
                    <a:lnTo>
                      <a:pt x="45" y="2"/>
                    </a:lnTo>
                    <a:lnTo>
                      <a:pt x="45"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6" name="Freeform 104"/>
              <p:cNvSpPr>
                <a:spLocks/>
              </p:cNvSpPr>
              <p:nvPr/>
            </p:nvSpPr>
            <p:spPr bwMode="auto">
              <a:xfrm>
                <a:off x="2549" y="1983"/>
                <a:ext cx="175" cy="102"/>
              </a:xfrm>
              <a:custGeom>
                <a:avLst/>
                <a:gdLst/>
                <a:ahLst/>
                <a:cxnLst>
                  <a:cxn ang="0">
                    <a:pos x="50" y="9"/>
                  </a:cxn>
                  <a:cxn ang="0">
                    <a:pos x="57" y="14"/>
                  </a:cxn>
                  <a:cxn ang="0">
                    <a:pos x="64" y="19"/>
                  </a:cxn>
                  <a:cxn ang="0">
                    <a:pos x="71" y="24"/>
                  </a:cxn>
                  <a:cxn ang="0">
                    <a:pos x="76" y="31"/>
                  </a:cxn>
                  <a:cxn ang="0">
                    <a:pos x="83" y="28"/>
                  </a:cxn>
                  <a:cxn ang="0">
                    <a:pos x="88" y="33"/>
                  </a:cxn>
                  <a:cxn ang="0">
                    <a:pos x="93" y="38"/>
                  </a:cxn>
                  <a:cxn ang="0">
                    <a:pos x="100" y="43"/>
                  </a:cxn>
                  <a:cxn ang="0">
                    <a:pos x="104" y="45"/>
                  </a:cxn>
                  <a:cxn ang="0">
                    <a:pos x="109" y="47"/>
                  </a:cxn>
                  <a:cxn ang="0">
                    <a:pos x="114" y="54"/>
                  </a:cxn>
                  <a:cxn ang="0">
                    <a:pos x="121" y="54"/>
                  </a:cxn>
                  <a:cxn ang="0">
                    <a:pos x="126" y="62"/>
                  </a:cxn>
                  <a:cxn ang="0">
                    <a:pos x="131" y="57"/>
                  </a:cxn>
                  <a:cxn ang="0">
                    <a:pos x="135" y="62"/>
                  </a:cxn>
                  <a:cxn ang="0">
                    <a:pos x="140" y="62"/>
                  </a:cxn>
                  <a:cxn ang="0">
                    <a:pos x="147" y="62"/>
                  </a:cxn>
                  <a:cxn ang="0">
                    <a:pos x="152" y="64"/>
                  </a:cxn>
                  <a:cxn ang="0">
                    <a:pos x="161" y="64"/>
                  </a:cxn>
                  <a:cxn ang="0">
                    <a:pos x="166" y="66"/>
                  </a:cxn>
                  <a:cxn ang="0">
                    <a:pos x="171" y="64"/>
                  </a:cxn>
                  <a:cxn ang="0">
                    <a:pos x="173" y="69"/>
                  </a:cxn>
                  <a:cxn ang="0">
                    <a:pos x="171" y="81"/>
                  </a:cxn>
                  <a:cxn ang="0">
                    <a:pos x="173" y="88"/>
                  </a:cxn>
                  <a:cxn ang="0">
                    <a:pos x="173" y="97"/>
                  </a:cxn>
                  <a:cxn ang="0">
                    <a:pos x="168" y="99"/>
                  </a:cxn>
                  <a:cxn ang="0">
                    <a:pos x="159" y="102"/>
                  </a:cxn>
                  <a:cxn ang="0">
                    <a:pos x="152" y="102"/>
                  </a:cxn>
                  <a:cxn ang="0">
                    <a:pos x="147" y="99"/>
                  </a:cxn>
                  <a:cxn ang="0">
                    <a:pos x="140" y="99"/>
                  </a:cxn>
                  <a:cxn ang="0">
                    <a:pos x="133" y="97"/>
                  </a:cxn>
                  <a:cxn ang="0">
                    <a:pos x="126" y="97"/>
                  </a:cxn>
                  <a:cxn ang="0">
                    <a:pos x="121" y="90"/>
                  </a:cxn>
                  <a:cxn ang="0">
                    <a:pos x="114" y="92"/>
                  </a:cxn>
                  <a:cxn ang="0">
                    <a:pos x="107" y="90"/>
                  </a:cxn>
                  <a:cxn ang="0">
                    <a:pos x="100" y="85"/>
                  </a:cxn>
                  <a:cxn ang="0">
                    <a:pos x="95" y="78"/>
                  </a:cxn>
                  <a:cxn ang="0">
                    <a:pos x="88" y="73"/>
                  </a:cxn>
                  <a:cxn ang="0">
                    <a:pos x="78" y="76"/>
                  </a:cxn>
                  <a:cxn ang="0">
                    <a:pos x="71" y="76"/>
                  </a:cxn>
                  <a:cxn ang="0">
                    <a:pos x="64" y="73"/>
                  </a:cxn>
                  <a:cxn ang="0">
                    <a:pos x="57" y="69"/>
                  </a:cxn>
                  <a:cxn ang="0">
                    <a:pos x="50" y="66"/>
                  </a:cxn>
                  <a:cxn ang="0">
                    <a:pos x="43" y="64"/>
                  </a:cxn>
                  <a:cxn ang="0">
                    <a:pos x="36" y="64"/>
                  </a:cxn>
                  <a:cxn ang="0">
                    <a:pos x="31" y="57"/>
                  </a:cxn>
                  <a:cxn ang="0">
                    <a:pos x="26" y="52"/>
                  </a:cxn>
                  <a:cxn ang="0">
                    <a:pos x="19" y="47"/>
                  </a:cxn>
                  <a:cxn ang="0">
                    <a:pos x="12" y="45"/>
                  </a:cxn>
                  <a:cxn ang="0">
                    <a:pos x="5" y="43"/>
                  </a:cxn>
                  <a:cxn ang="0">
                    <a:pos x="0" y="38"/>
                  </a:cxn>
                  <a:cxn ang="0">
                    <a:pos x="5" y="31"/>
                  </a:cxn>
                  <a:cxn ang="0">
                    <a:pos x="5" y="24"/>
                  </a:cxn>
                  <a:cxn ang="0">
                    <a:pos x="10" y="14"/>
                  </a:cxn>
                  <a:cxn ang="0">
                    <a:pos x="15" y="9"/>
                  </a:cxn>
                  <a:cxn ang="0">
                    <a:pos x="19" y="5"/>
                  </a:cxn>
                  <a:cxn ang="0">
                    <a:pos x="26" y="7"/>
                  </a:cxn>
                  <a:cxn ang="0">
                    <a:pos x="29" y="0"/>
                  </a:cxn>
                  <a:cxn ang="0">
                    <a:pos x="36" y="0"/>
                  </a:cxn>
                  <a:cxn ang="0">
                    <a:pos x="45" y="2"/>
                  </a:cxn>
                </a:cxnLst>
                <a:rect l="0" t="0" r="r" b="b"/>
                <a:pathLst>
                  <a:path w="175" h="102">
                    <a:moveTo>
                      <a:pt x="45" y="5"/>
                    </a:moveTo>
                    <a:lnTo>
                      <a:pt x="45" y="5"/>
                    </a:lnTo>
                    <a:lnTo>
                      <a:pt x="45" y="5"/>
                    </a:lnTo>
                    <a:lnTo>
                      <a:pt x="45" y="5"/>
                    </a:lnTo>
                    <a:lnTo>
                      <a:pt x="45" y="7"/>
                    </a:lnTo>
                    <a:lnTo>
                      <a:pt x="45" y="7"/>
                    </a:lnTo>
                    <a:lnTo>
                      <a:pt x="45" y="9"/>
                    </a:lnTo>
                    <a:lnTo>
                      <a:pt x="45" y="9"/>
                    </a:lnTo>
                    <a:lnTo>
                      <a:pt x="48" y="9"/>
                    </a:lnTo>
                    <a:lnTo>
                      <a:pt x="48" y="9"/>
                    </a:lnTo>
                    <a:lnTo>
                      <a:pt x="50" y="9"/>
                    </a:lnTo>
                    <a:lnTo>
                      <a:pt x="50" y="9"/>
                    </a:lnTo>
                    <a:lnTo>
                      <a:pt x="50" y="9"/>
                    </a:lnTo>
                    <a:lnTo>
                      <a:pt x="50" y="9"/>
                    </a:lnTo>
                    <a:lnTo>
                      <a:pt x="52" y="9"/>
                    </a:lnTo>
                    <a:lnTo>
                      <a:pt x="52" y="9"/>
                    </a:lnTo>
                    <a:lnTo>
                      <a:pt x="52" y="9"/>
                    </a:lnTo>
                    <a:lnTo>
                      <a:pt x="52" y="12"/>
                    </a:lnTo>
                    <a:lnTo>
                      <a:pt x="55" y="12"/>
                    </a:lnTo>
                    <a:lnTo>
                      <a:pt x="55" y="12"/>
                    </a:lnTo>
                    <a:lnTo>
                      <a:pt x="55" y="12"/>
                    </a:lnTo>
                    <a:lnTo>
                      <a:pt x="55" y="14"/>
                    </a:lnTo>
                    <a:lnTo>
                      <a:pt x="57" y="14"/>
                    </a:lnTo>
                    <a:lnTo>
                      <a:pt x="57" y="14"/>
                    </a:lnTo>
                    <a:lnTo>
                      <a:pt x="57" y="14"/>
                    </a:lnTo>
                    <a:lnTo>
                      <a:pt x="57" y="14"/>
                    </a:lnTo>
                    <a:lnTo>
                      <a:pt x="57" y="17"/>
                    </a:lnTo>
                    <a:lnTo>
                      <a:pt x="57" y="17"/>
                    </a:lnTo>
                    <a:lnTo>
                      <a:pt x="60" y="17"/>
                    </a:lnTo>
                    <a:lnTo>
                      <a:pt x="60" y="17"/>
                    </a:lnTo>
                    <a:lnTo>
                      <a:pt x="60" y="17"/>
                    </a:lnTo>
                    <a:lnTo>
                      <a:pt x="60" y="17"/>
                    </a:lnTo>
                    <a:lnTo>
                      <a:pt x="62" y="17"/>
                    </a:lnTo>
                    <a:lnTo>
                      <a:pt x="62" y="17"/>
                    </a:lnTo>
                    <a:lnTo>
                      <a:pt x="62" y="19"/>
                    </a:lnTo>
                    <a:lnTo>
                      <a:pt x="64" y="19"/>
                    </a:lnTo>
                    <a:lnTo>
                      <a:pt x="64" y="19"/>
                    </a:lnTo>
                    <a:lnTo>
                      <a:pt x="64" y="19"/>
                    </a:lnTo>
                    <a:lnTo>
                      <a:pt x="64" y="19"/>
                    </a:lnTo>
                    <a:lnTo>
                      <a:pt x="67" y="19"/>
                    </a:lnTo>
                    <a:lnTo>
                      <a:pt x="67" y="19"/>
                    </a:lnTo>
                    <a:lnTo>
                      <a:pt x="67" y="21"/>
                    </a:lnTo>
                    <a:lnTo>
                      <a:pt x="67" y="21"/>
                    </a:lnTo>
                    <a:lnTo>
                      <a:pt x="69" y="21"/>
                    </a:lnTo>
                    <a:lnTo>
                      <a:pt x="69" y="21"/>
                    </a:lnTo>
                    <a:lnTo>
                      <a:pt x="69" y="24"/>
                    </a:lnTo>
                    <a:lnTo>
                      <a:pt x="69" y="24"/>
                    </a:lnTo>
                    <a:lnTo>
                      <a:pt x="71" y="24"/>
                    </a:lnTo>
                    <a:lnTo>
                      <a:pt x="71" y="24"/>
                    </a:lnTo>
                    <a:lnTo>
                      <a:pt x="71" y="24"/>
                    </a:lnTo>
                    <a:lnTo>
                      <a:pt x="71" y="24"/>
                    </a:lnTo>
                    <a:lnTo>
                      <a:pt x="71" y="26"/>
                    </a:lnTo>
                    <a:lnTo>
                      <a:pt x="71" y="26"/>
                    </a:lnTo>
                    <a:lnTo>
                      <a:pt x="71" y="26"/>
                    </a:lnTo>
                    <a:lnTo>
                      <a:pt x="71" y="28"/>
                    </a:lnTo>
                    <a:lnTo>
                      <a:pt x="74" y="28"/>
                    </a:lnTo>
                    <a:lnTo>
                      <a:pt x="74" y="28"/>
                    </a:lnTo>
                    <a:lnTo>
                      <a:pt x="74" y="28"/>
                    </a:lnTo>
                    <a:lnTo>
                      <a:pt x="74" y="31"/>
                    </a:lnTo>
                    <a:lnTo>
                      <a:pt x="76" y="31"/>
                    </a:lnTo>
                    <a:lnTo>
                      <a:pt x="76" y="31"/>
                    </a:lnTo>
                    <a:lnTo>
                      <a:pt x="76" y="31"/>
                    </a:lnTo>
                    <a:lnTo>
                      <a:pt x="76" y="31"/>
                    </a:lnTo>
                    <a:lnTo>
                      <a:pt x="76" y="31"/>
                    </a:lnTo>
                    <a:lnTo>
                      <a:pt x="78" y="31"/>
                    </a:lnTo>
                    <a:lnTo>
                      <a:pt x="78" y="31"/>
                    </a:lnTo>
                    <a:lnTo>
                      <a:pt x="78" y="28"/>
                    </a:lnTo>
                    <a:lnTo>
                      <a:pt x="78" y="28"/>
                    </a:lnTo>
                    <a:lnTo>
                      <a:pt x="81" y="28"/>
                    </a:lnTo>
                    <a:lnTo>
                      <a:pt x="81" y="28"/>
                    </a:lnTo>
                    <a:lnTo>
                      <a:pt x="81" y="28"/>
                    </a:lnTo>
                    <a:lnTo>
                      <a:pt x="83" y="28"/>
                    </a:lnTo>
                    <a:lnTo>
                      <a:pt x="83" y="28"/>
                    </a:lnTo>
                    <a:lnTo>
                      <a:pt x="83" y="28"/>
                    </a:lnTo>
                    <a:lnTo>
                      <a:pt x="86" y="28"/>
                    </a:lnTo>
                    <a:lnTo>
                      <a:pt x="86" y="28"/>
                    </a:lnTo>
                    <a:lnTo>
                      <a:pt x="86" y="28"/>
                    </a:lnTo>
                    <a:lnTo>
                      <a:pt x="86" y="28"/>
                    </a:lnTo>
                    <a:lnTo>
                      <a:pt x="88" y="28"/>
                    </a:lnTo>
                    <a:lnTo>
                      <a:pt x="88" y="28"/>
                    </a:lnTo>
                    <a:lnTo>
                      <a:pt x="88" y="31"/>
                    </a:lnTo>
                    <a:lnTo>
                      <a:pt x="88" y="31"/>
                    </a:lnTo>
                    <a:lnTo>
                      <a:pt x="88" y="33"/>
                    </a:lnTo>
                    <a:lnTo>
                      <a:pt x="88" y="33"/>
                    </a:lnTo>
                    <a:lnTo>
                      <a:pt x="88" y="33"/>
                    </a:lnTo>
                    <a:lnTo>
                      <a:pt x="88" y="33"/>
                    </a:lnTo>
                    <a:lnTo>
                      <a:pt x="88" y="36"/>
                    </a:lnTo>
                    <a:lnTo>
                      <a:pt x="88" y="36"/>
                    </a:lnTo>
                    <a:lnTo>
                      <a:pt x="88" y="36"/>
                    </a:lnTo>
                    <a:lnTo>
                      <a:pt x="88" y="38"/>
                    </a:lnTo>
                    <a:lnTo>
                      <a:pt x="90" y="38"/>
                    </a:lnTo>
                    <a:lnTo>
                      <a:pt x="90" y="38"/>
                    </a:lnTo>
                    <a:lnTo>
                      <a:pt x="90" y="38"/>
                    </a:lnTo>
                    <a:lnTo>
                      <a:pt x="90" y="38"/>
                    </a:lnTo>
                    <a:lnTo>
                      <a:pt x="93" y="38"/>
                    </a:lnTo>
                    <a:lnTo>
                      <a:pt x="93" y="38"/>
                    </a:lnTo>
                    <a:lnTo>
                      <a:pt x="93" y="40"/>
                    </a:lnTo>
                    <a:lnTo>
                      <a:pt x="93" y="40"/>
                    </a:lnTo>
                    <a:lnTo>
                      <a:pt x="93" y="40"/>
                    </a:lnTo>
                    <a:lnTo>
                      <a:pt x="93" y="43"/>
                    </a:lnTo>
                    <a:lnTo>
                      <a:pt x="93" y="43"/>
                    </a:lnTo>
                    <a:lnTo>
                      <a:pt x="95" y="43"/>
                    </a:lnTo>
                    <a:lnTo>
                      <a:pt x="95" y="43"/>
                    </a:lnTo>
                    <a:lnTo>
                      <a:pt x="97" y="43"/>
                    </a:lnTo>
                    <a:lnTo>
                      <a:pt x="97" y="43"/>
                    </a:lnTo>
                    <a:lnTo>
                      <a:pt x="97" y="43"/>
                    </a:lnTo>
                    <a:lnTo>
                      <a:pt x="97" y="43"/>
                    </a:lnTo>
                    <a:lnTo>
                      <a:pt x="100" y="43"/>
                    </a:lnTo>
                    <a:lnTo>
                      <a:pt x="100" y="43"/>
                    </a:lnTo>
                    <a:lnTo>
                      <a:pt x="100" y="45"/>
                    </a:lnTo>
                    <a:lnTo>
                      <a:pt x="100" y="45"/>
                    </a:lnTo>
                    <a:lnTo>
                      <a:pt x="100" y="45"/>
                    </a:lnTo>
                    <a:lnTo>
                      <a:pt x="100" y="45"/>
                    </a:lnTo>
                    <a:lnTo>
                      <a:pt x="100" y="45"/>
                    </a:lnTo>
                    <a:lnTo>
                      <a:pt x="102" y="45"/>
                    </a:lnTo>
                    <a:lnTo>
                      <a:pt x="102" y="45"/>
                    </a:lnTo>
                    <a:lnTo>
                      <a:pt x="104" y="45"/>
                    </a:lnTo>
                    <a:lnTo>
                      <a:pt x="104" y="45"/>
                    </a:lnTo>
                    <a:lnTo>
                      <a:pt x="104" y="45"/>
                    </a:lnTo>
                    <a:lnTo>
                      <a:pt x="104" y="45"/>
                    </a:lnTo>
                    <a:lnTo>
                      <a:pt x="104" y="45"/>
                    </a:lnTo>
                    <a:lnTo>
                      <a:pt x="107" y="45"/>
                    </a:lnTo>
                    <a:lnTo>
                      <a:pt x="107" y="45"/>
                    </a:lnTo>
                    <a:lnTo>
                      <a:pt x="107" y="45"/>
                    </a:lnTo>
                    <a:lnTo>
                      <a:pt x="107" y="45"/>
                    </a:lnTo>
                    <a:lnTo>
                      <a:pt x="107" y="45"/>
                    </a:lnTo>
                    <a:lnTo>
                      <a:pt x="109" y="45"/>
                    </a:lnTo>
                    <a:lnTo>
                      <a:pt x="109" y="45"/>
                    </a:lnTo>
                    <a:lnTo>
                      <a:pt x="109" y="45"/>
                    </a:lnTo>
                    <a:lnTo>
                      <a:pt x="109" y="45"/>
                    </a:lnTo>
                    <a:lnTo>
                      <a:pt x="109" y="47"/>
                    </a:lnTo>
                    <a:lnTo>
                      <a:pt x="109" y="47"/>
                    </a:lnTo>
                    <a:lnTo>
                      <a:pt x="109" y="50"/>
                    </a:lnTo>
                    <a:lnTo>
                      <a:pt x="109" y="50"/>
                    </a:lnTo>
                    <a:lnTo>
                      <a:pt x="109" y="50"/>
                    </a:lnTo>
                    <a:lnTo>
                      <a:pt x="109" y="52"/>
                    </a:lnTo>
                    <a:lnTo>
                      <a:pt x="109" y="52"/>
                    </a:lnTo>
                    <a:lnTo>
                      <a:pt x="109" y="52"/>
                    </a:lnTo>
                    <a:lnTo>
                      <a:pt x="112" y="52"/>
                    </a:lnTo>
                    <a:lnTo>
                      <a:pt x="112" y="52"/>
                    </a:lnTo>
                    <a:lnTo>
                      <a:pt x="112" y="54"/>
                    </a:lnTo>
                    <a:lnTo>
                      <a:pt x="112" y="54"/>
                    </a:lnTo>
                    <a:lnTo>
                      <a:pt x="114" y="54"/>
                    </a:lnTo>
                    <a:lnTo>
                      <a:pt x="114" y="54"/>
                    </a:lnTo>
                    <a:lnTo>
                      <a:pt x="116" y="54"/>
                    </a:lnTo>
                    <a:lnTo>
                      <a:pt x="116" y="52"/>
                    </a:lnTo>
                    <a:lnTo>
                      <a:pt x="116" y="52"/>
                    </a:lnTo>
                    <a:lnTo>
                      <a:pt x="116" y="52"/>
                    </a:lnTo>
                    <a:lnTo>
                      <a:pt x="119" y="52"/>
                    </a:lnTo>
                    <a:lnTo>
                      <a:pt x="119" y="52"/>
                    </a:lnTo>
                    <a:lnTo>
                      <a:pt x="119" y="54"/>
                    </a:lnTo>
                    <a:lnTo>
                      <a:pt x="119" y="54"/>
                    </a:lnTo>
                    <a:lnTo>
                      <a:pt x="119" y="54"/>
                    </a:lnTo>
                    <a:lnTo>
                      <a:pt x="121" y="54"/>
                    </a:lnTo>
                    <a:lnTo>
                      <a:pt x="121" y="54"/>
                    </a:lnTo>
                    <a:lnTo>
                      <a:pt x="121" y="54"/>
                    </a:lnTo>
                    <a:lnTo>
                      <a:pt x="123" y="54"/>
                    </a:lnTo>
                    <a:lnTo>
                      <a:pt x="123" y="54"/>
                    </a:lnTo>
                    <a:lnTo>
                      <a:pt x="123" y="57"/>
                    </a:lnTo>
                    <a:lnTo>
                      <a:pt x="123" y="57"/>
                    </a:lnTo>
                    <a:lnTo>
                      <a:pt x="126" y="57"/>
                    </a:lnTo>
                    <a:lnTo>
                      <a:pt x="126" y="57"/>
                    </a:lnTo>
                    <a:lnTo>
                      <a:pt x="126" y="59"/>
                    </a:lnTo>
                    <a:lnTo>
                      <a:pt x="126" y="59"/>
                    </a:lnTo>
                    <a:lnTo>
                      <a:pt x="126" y="59"/>
                    </a:lnTo>
                    <a:lnTo>
                      <a:pt x="126" y="62"/>
                    </a:lnTo>
                    <a:lnTo>
                      <a:pt x="126" y="62"/>
                    </a:lnTo>
                    <a:lnTo>
                      <a:pt x="126" y="62"/>
                    </a:lnTo>
                    <a:lnTo>
                      <a:pt x="126" y="64"/>
                    </a:lnTo>
                    <a:lnTo>
                      <a:pt x="128" y="64"/>
                    </a:lnTo>
                    <a:lnTo>
                      <a:pt x="128" y="64"/>
                    </a:lnTo>
                    <a:lnTo>
                      <a:pt x="131" y="64"/>
                    </a:lnTo>
                    <a:lnTo>
                      <a:pt x="131" y="64"/>
                    </a:lnTo>
                    <a:lnTo>
                      <a:pt x="131" y="62"/>
                    </a:lnTo>
                    <a:lnTo>
                      <a:pt x="131" y="62"/>
                    </a:lnTo>
                    <a:lnTo>
                      <a:pt x="131" y="62"/>
                    </a:lnTo>
                    <a:lnTo>
                      <a:pt x="131" y="59"/>
                    </a:lnTo>
                    <a:lnTo>
                      <a:pt x="131" y="59"/>
                    </a:lnTo>
                    <a:lnTo>
                      <a:pt x="131" y="57"/>
                    </a:lnTo>
                    <a:lnTo>
                      <a:pt x="131" y="57"/>
                    </a:lnTo>
                    <a:lnTo>
                      <a:pt x="131" y="57"/>
                    </a:lnTo>
                    <a:lnTo>
                      <a:pt x="131" y="57"/>
                    </a:lnTo>
                    <a:lnTo>
                      <a:pt x="131" y="57"/>
                    </a:lnTo>
                    <a:lnTo>
                      <a:pt x="133" y="57"/>
                    </a:lnTo>
                    <a:lnTo>
                      <a:pt x="133" y="59"/>
                    </a:lnTo>
                    <a:lnTo>
                      <a:pt x="133" y="59"/>
                    </a:lnTo>
                    <a:lnTo>
                      <a:pt x="133" y="62"/>
                    </a:lnTo>
                    <a:lnTo>
                      <a:pt x="133" y="62"/>
                    </a:lnTo>
                    <a:lnTo>
                      <a:pt x="133" y="62"/>
                    </a:lnTo>
                    <a:lnTo>
                      <a:pt x="133" y="62"/>
                    </a:lnTo>
                    <a:lnTo>
                      <a:pt x="135" y="62"/>
                    </a:lnTo>
                    <a:lnTo>
                      <a:pt x="135" y="62"/>
                    </a:lnTo>
                    <a:lnTo>
                      <a:pt x="138" y="62"/>
                    </a:lnTo>
                    <a:lnTo>
                      <a:pt x="138" y="64"/>
                    </a:lnTo>
                    <a:lnTo>
                      <a:pt x="138" y="64"/>
                    </a:lnTo>
                    <a:lnTo>
                      <a:pt x="138" y="64"/>
                    </a:lnTo>
                    <a:lnTo>
                      <a:pt x="138" y="64"/>
                    </a:lnTo>
                    <a:lnTo>
                      <a:pt x="140" y="64"/>
                    </a:lnTo>
                    <a:lnTo>
                      <a:pt x="140" y="64"/>
                    </a:lnTo>
                    <a:lnTo>
                      <a:pt x="140" y="62"/>
                    </a:lnTo>
                    <a:lnTo>
                      <a:pt x="138" y="62"/>
                    </a:lnTo>
                    <a:lnTo>
                      <a:pt x="138" y="62"/>
                    </a:lnTo>
                    <a:lnTo>
                      <a:pt x="140" y="62"/>
                    </a:lnTo>
                    <a:lnTo>
                      <a:pt x="140" y="62"/>
                    </a:lnTo>
                    <a:lnTo>
                      <a:pt x="140" y="59"/>
                    </a:lnTo>
                    <a:lnTo>
                      <a:pt x="140" y="59"/>
                    </a:lnTo>
                    <a:lnTo>
                      <a:pt x="140" y="62"/>
                    </a:lnTo>
                    <a:lnTo>
                      <a:pt x="142" y="62"/>
                    </a:lnTo>
                    <a:lnTo>
                      <a:pt x="142" y="59"/>
                    </a:lnTo>
                    <a:lnTo>
                      <a:pt x="142" y="59"/>
                    </a:lnTo>
                    <a:lnTo>
                      <a:pt x="145" y="59"/>
                    </a:lnTo>
                    <a:lnTo>
                      <a:pt x="145" y="59"/>
                    </a:lnTo>
                    <a:lnTo>
                      <a:pt x="145" y="59"/>
                    </a:lnTo>
                    <a:lnTo>
                      <a:pt x="145" y="62"/>
                    </a:lnTo>
                    <a:lnTo>
                      <a:pt x="147" y="62"/>
                    </a:lnTo>
                    <a:lnTo>
                      <a:pt x="147" y="62"/>
                    </a:lnTo>
                    <a:lnTo>
                      <a:pt x="147" y="62"/>
                    </a:lnTo>
                    <a:lnTo>
                      <a:pt x="149" y="62"/>
                    </a:lnTo>
                    <a:lnTo>
                      <a:pt x="149" y="64"/>
                    </a:lnTo>
                    <a:lnTo>
                      <a:pt x="149" y="64"/>
                    </a:lnTo>
                    <a:lnTo>
                      <a:pt x="149" y="64"/>
                    </a:lnTo>
                    <a:lnTo>
                      <a:pt x="149" y="64"/>
                    </a:lnTo>
                    <a:lnTo>
                      <a:pt x="149" y="62"/>
                    </a:lnTo>
                    <a:lnTo>
                      <a:pt x="149" y="62"/>
                    </a:lnTo>
                    <a:lnTo>
                      <a:pt x="152" y="62"/>
                    </a:lnTo>
                    <a:lnTo>
                      <a:pt x="152" y="64"/>
                    </a:lnTo>
                    <a:lnTo>
                      <a:pt x="152" y="64"/>
                    </a:lnTo>
                    <a:lnTo>
                      <a:pt x="152" y="64"/>
                    </a:lnTo>
                    <a:lnTo>
                      <a:pt x="152" y="64"/>
                    </a:lnTo>
                    <a:lnTo>
                      <a:pt x="152" y="64"/>
                    </a:lnTo>
                    <a:lnTo>
                      <a:pt x="154" y="64"/>
                    </a:lnTo>
                    <a:lnTo>
                      <a:pt x="154" y="64"/>
                    </a:lnTo>
                    <a:lnTo>
                      <a:pt x="157" y="64"/>
                    </a:lnTo>
                    <a:lnTo>
                      <a:pt x="157" y="64"/>
                    </a:lnTo>
                    <a:lnTo>
                      <a:pt x="157" y="64"/>
                    </a:lnTo>
                    <a:lnTo>
                      <a:pt x="159" y="64"/>
                    </a:lnTo>
                    <a:lnTo>
                      <a:pt x="159" y="64"/>
                    </a:lnTo>
                    <a:lnTo>
                      <a:pt x="159" y="64"/>
                    </a:lnTo>
                    <a:lnTo>
                      <a:pt x="161" y="64"/>
                    </a:lnTo>
                    <a:lnTo>
                      <a:pt x="161" y="64"/>
                    </a:lnTo>
                    <a:lnTo>
                      <a:pt x="164" y="64"/>
                    </a:lnTo>
                    <a:lnTo>
                      <a:pt x="164" y="66"/>
                    </a:lnTo>
                    <a:lnTo>
                      <a:pt x="164" y="66"/>
                    </a:lnTo>
                    <a:lnTo>
                      <a:pt x="164" y="69"/>
                    </a:lnTo>
                    <a:lnTo>
                      <a:pt x="164" y="69"/>
                    </a:lnTo>
                    <a:lnTo>
                      <a:pt x="164" y="69"/>
                    </a:lnTo>
                    <a:lnTo>
                      <a:pt x="164" y="69"/>
                    </a:lnTo>
                    <a:lnTo>
                      <a:pt x="164" y="69"/>
                    </a:lnTo>
                    <a:lnTo>
                      <a:pt x="164" y="66"/>
                    </a:lnTo>
                    <a:lnTo>
                      <a:pt x="164" y="66"/>
                    </a:lnTo>
                    <a:lnTo>
                      <a:pt x="166" y="66"/>
                    </a:lnTo>
                    <a:lnTo>
                      <a:pt x="166" y="66"/>
                    </a:lnTo>
                    <a:lnTo>
                      <a:pt x="166" y="66"/>
                    </a:lnTo>
                    <a:lnTo>
                      <a:pt x="166" y="66"/>
                    </a:lnTo>
                    <a:lnTo>
                      <a:pt x="166" y="66"/>
                    </a:lnTo>
                    <a:lnTo>
                      <a:pt x="166" y="64"/>
                    </a:lnTo>
                    <a:lnTo>
                      <a:pt x="168" y="64"/>
                    </a:lnTo>
                    <a:lnTo>
                      <a:pt x="168" y="66"/>
                    </a:lnTo>
                    <a:lnTo>
                      <a:pt x="168" y="66"/>
                    </a:lnTo>
                    <a:lnTo>
                      <a:pt x="168" y="64"/>
                    </a:lnTo>
                    <a:lnTo>
                      <a:pt x="168" y="64"/>
                    </a:lnTo>
                    <a:lnTo>
                      <a:pt x="171" y="64"/>
                    </a:lnTo>
                    <a:lnTo>
                      <a:pt x="171" y="64"/>
                    </a:lnTo>
                    <a:lnTo>
                      <a:pt x="171" y="64"/>
                    </a:lnTo>
                    <a:lnTo>
                      <a:pt x="173" y="64"/>
                    </a:lnTo>
                    <a:lnTo>
                      <a:pt x="173" y="64"/>
                    </a:lnTo>
                    <a:lnTo>
                      <a:pt x="173" y="64"/>
                    </a:lnTo>
                    <a:lnTo>
                      <a:pt x="173" y="64"/>
                    </a:lnTo>
                    <a:lnTo>
                      <a:pt x="173" y="66"/>
                    </a:lnTo>
                    <a:lnTo>
                      <a:pt x="173" y="66"/>
                    </a:lnTo>
                    <a:lnTo>
                      <a:pt x="173" y="66"/>
                    </a:lnTo>
                    <a:lnTo>
                      <a:pt x="173" y="66"/>
                    </a:lnTo>
                    <a:lnTo>
                      <a:pt x="171" y="66"/>
                    </a:lnTo>
                    <a:lnTo>
                      <a:pt x="171" y="69"/>
                    </a:lnTo>
                    <a:lnTo>
                      <a:pt x="173" y="69"/>
                    </a:lnTo>
                    <a:lnTo>
                      <a:pt x="173" y="69"/>
                    </a:lnTo>
                    <a:lnTo>
                      <a:pt x="173" y="71"/>
                    </a:lnTo>
                    <a:lnTo>
                      <a:pt x="173" y="71"/>
                    </a:lnTo>
                    <a:lnTo>
                      <a:pt x="173" y="73"/>
                    </a:lnTo>
                    <a:lnTo>
                      <a:pt x="171" y="73"/>
                    </a:lnTo>
                    <a:lnTo>
                      <a:pt x="171" y="73"/>
                    </a:lnTo>
                    <a:lnTo>
                      <a:pt x="171" y="73"/>
                    </a:lnTo>
                    <a:lnTo>
                      <a:pt x="171" y="76"/>
                    </a:lnTo>
                    <a:lnTo>
                      <a:pt x="171" y="76"/>
                    </a:lnTo>
                    <a:lnTo>
                      <a:pt x="171" y="78"/>
                    </a:lnTo>
                    <a:lnTo>
                      <a:pt x="171" y="78"/>
                    </a:lnTo>
                    <a:lnTo>
                      <a:pt x="171" y="81"/>
                    </a:lnTo>
                    <a:lnTo>
                      <a:pt x="171" y="81"/>
                    </a:lnTo>
                    <a:lnTo>
                      <a:pt x="171" y="81"/>
                    </a:lnTo>
                    <a:lnTo>
                      <a:pt x="171" y="83"/>
                    </a:lnTo>
                    <a:lnTo>
                      <a:pt x="171" y="83"/>
                    </a:lnTo>
                    <a:lnTo>
                      <a:pt x="171" y="83"/>
                    </a:lnTo>
                    <a:lnTo>
                      <a:pt x="171" y="85"/>
                    </a:lnTo>
                    <a:lnTo>
                      <a:pt x="171" y="85"/>
                    </a:lnTo>
                    <a:lnTo>
                      <a:pt x="173" y="85"/>
                    </a:lnTo>
                    <a:lnTo>
                      <a:pt x="173" y="85"/>
                    </a:lnTo>
                    <a:lnTo>
                      <a:pt x="173" y="85"/>
                    </a:lnTo>
                    <a:lnTo>
                      <a:pt x="173" y="88"/>
                    </a:lnTo>
                    <a:lnTo>
                      <a:pt x="173" y="88"/>
                    </a:lnTo>
                    <a:lnTo>
                      <a:pt x="173" y="88"/>
                    </a:lnTo>
                    <a:lnTo>
                      <a:pt x="173" y="90"/>
                    </a:lnTo>
                    <a:lnTo>
                      <a:pt x="173" y="90"/>
                    </a:lnTo>
                    <a:lnTo>
                      <a:pt x="173" y="92"/>
                    </a:lnTo>
                    <a:lnTo>
                      <a:pt x="175" y="92"/>
                    </a:lnTo>
                    <a:lnTo>
                      <a:pt x="175" y="92"/>
                    </a:lnTo>
                    <a:lnTo>
                      <a:pt x="173" y="92"/>
                    </a:lnTo>
                    <a:lnTo>
                      <a:pt x="173" y="92"/>
                    </a:lnTo>
                    <a:lnTo>
                      <a:pt x="173" y="95"/>
                    </a:lnTo>
                    <a:lnTo>
                      <a:pt x="173" y="95"/>
                    </a:lnTo>
                    <a:lnTo>
                      <a:pt x="173" y="95"/>
                    </a:lnTo>
                    <a:lnTo>
                      <a:pt x="173" y="97"/>
                    </a:lnTo>
                    <a:lnTo>
                      <a:pt x="173" y="97"/>
                    </a:lnTo>
                    <a:lnTo>
                      <a:pt x="173" y="97"/>
                    </a:lnTo>
                    <a:lnTo>
                      <a:pt x="173" y="99"/>
                    </a:lnTo>
                    <a:lnTo>
                      <a:pt x="173" y="99"/>
                    </a:lnTo>
                    <a:lnTo>
                      <a:pt x="173" y="102"/>
                    </a:lnTo>
                    <a:lnTo>
                      <a:pt x="171" y="102"/>
                    </a:lnTo>
                    <a:lnTo>
                      <a:pt x="171" y="102"/>
                    </a:lnTo>
                    <a:lnTo>
                      <a:pt x="171" y="102"/>
                    </a:lnTo>
                    <a:lnTo>
                      <a:pt x="171" y="102"/>
                    </a:lnTo>
                    <a:lnTo>
                      <a:pt x="171" y="102"/>
                    </a:lnTo>
                    <a:lnTo>
                      <a:pt x="168" y="102"/>
                    </a:lnTo>
                    <a:lnTo>
                      <a:pt x="168" y="99"/>
                    </a:lnTo>
                    <a:lnTo>
                      <a:pt x="168" y="99"/>
                    </a:lnTo>
                    <a:lnTo>
                      <a:pt x="166" y="99"/>
                    </a:lnTo>
                    <a:lnTo>
                      <a:pt x="166" y="99"/>
                    </a:lnTo>
                    <a:lnTo>
                      <a:pt x="166" y="102"/>
                    </a:lnTo>
                    <a:lnTo>
                      <a:pt x="166" y="102"/>
                    </a:lnTo>
                    <a:lnTo>
                      <a:pt x="164" y="102"/>
                    </a:lnTo>
                    <a:lnTo>
                      <a:pt x="164" y="102"/>
                    </a:lnTo>
                    <a:lnTo>
                      <a:pt x="164" y="102"/>
                    </a:lnTo>
                    <a:lnTo>
                      <a:pt x="164" y="102"/>
                    </a:lnTo>
                    <a:lnTo>
                      <a:pt x="161" y="102"/>
                    </a:lnTo>
                    <a:lnTo>
                      <a:pt x="161" y="102"/>
                    </a:lnTo>
                    <a:lnTo>
                      <a:pt x="161" y="102"/>
                    </a:lnTo>
                    <a:lnTo>
                      <a:pt x="159" y="102"/>
                    </a:lnTo>
                    <a:lnTo>
                      <a:pt x="159" y="99"/>
                    </a:lnTo>
                    <a:lnTo>
                      <a:pt x="159" y="99"/>
                    </a:lnTo>
                    <a:lnTo>
                      <a:pt x="159" y="102"/>
                    </a:lnTo>
                    <a:lnTo>
                      <a:pt x="159" y="102"/>
                    </a:lnTo>
                    <a:lnTo>
                      <a:pt x="157" y="102"/>
                    </a:lnTo>
                    <a:lnTo>
                      <a:pt x="157" y="102"/>
                    </a:lnTo>
                    <a:lnTo>
                      <a:pt x="157" y="102"/>
                    </a:lnTo>
                    <a:lnTo>
                      <a:pt x="157" y="102"/>
                    </a:lnTo>
                    <a:lnTo>
                      <a:pt x="154" y="102"/>
                    </a:lnTo>
                    <a:lnTo>
                      <a:pt x="154" y="102"/>
                    </a:lnTo>
                    <a:lnTo>
                      <a:pt x="154" y="102"/>
                    </a:lnTo>
                    <a:lnTo>
                      <a:pt x="152" y="102"/>
                    </a:lnTo>
                    <a:lnTo>
                      <a:pt x="152" y="102"/>
                    </a:lnTo>
                    <a:lnTo>
                      <a:pt x="152" y="99"/>
                    </a:lnTo>
                    <a:lnTo>
                      <a:pt x="152" y="99"/>
                    </a:lnTo>
                    <a:lnTo>
                      <a:pt x="152" y="99"/>
                    </a:lnTo>
                    <a:lnTo>
                      <a:pt x="152" y="97"/>
                    </a:lnTo>
                    <a:lnTo>
                      <a:pt x="152" y="97"/>
                    </a:lnTo>
                    <a:lnTo>
                      <a:pt x="149" y="97"/>
                    </a:lnTo>
                    <a:lnTo>
                      <a:pt x="149" y="97"/>
                    </a:lnTo>
                    <a:lnTo>
                      <a:pt x="149" y="97"/>
                    </a:lnTo>
                    <a:lnTo>
                      <a:pt x="149" y="97"/>
                    </a:lnTo>
                    <a:lnTo>
                      <a:pt x="149" y="99"/>
                    </a:lnTo>
                    <a:lnTo>
                      <a:pt x="147" y="99"/>
                    </a:lnTo>
                    <a:lnTo>
                      <a:pt x="147" y="99"/>
                    </a:lnTo>
                    <a:lnTo>
                      <a:pt x="147" y="99"/>
                    </a:lnTo>
                    <a:lnTo>
                      <a:pt x="145" y="99"/>
                    </a:lnTo>
                    <a:lnTo>
                      <a:pt x="145" y="99"/>
                    </a:lnTo>
                    <a:lnTo>
                      <a:pt x="145" y="99"/>
                    </a:lnTo>
                    <a:lnTo>
                      <a:pt x="145" y="102"/>
                    </a:lnTo>
                    <a:lnTo>
                      <a:pt x="142" y="102"/>
                    </a:lnTo>
                    <a:lnTo>
                      <a:pt x="142" y="99"/>
                    </a:lnTo>
                    <a:lnTo>
                      <a:pt x="142" y="99"/>
                    </a:lnTo>
                    <a:lnTo>
                      <a:pt x="140" y="99"/>
                    </a:lnTo>
                    <a:lnTo>
                      <a:pt x="140" y="99"/>
                    </a:lnTo>
                    <a:lnTo>
                      <a:pt x="140" y="99"/>
                    </a:lnTo>
                    <a:lnTo>
                      <a:pt x="140" y="99"/>
                    </a:lnTo>
                    <a:lnTo>
                      <a:pt x="140" y="97"/>
                    </a:lnTo>
                    <a:lnTo>
                      <a:pt x="138" y="97"/>
                    </a:lnTo>
                    <a:lnTo>
                      <a:pt x="138" y="97"/>
                    </a:lnTo>
                    <a:lnTo>
                      <a:pt x="138" y="97"/>
                    </a:lnTo>
                    <a:lnTo>
                      <a:pt x="138" y="97"/>
                    </a:lnTo>
                    <a:lnTo>
                      <a:pt x="135" y="97"/>
                    </a:lnTo>
                    <a:lnTo>
                      <a:pt x="135" y="95"/>
                    </a:lnTo>
                    <a:lnTo>
                      <a:pt x="135" y="95"/>
                    </a:lnTo>
                    <a:lnTo>
                      <a:pt x="133" y="95"/>
                    </a:lnTo>
                    <a:lnTo>
                      <a:pt x="133" y="95"/>
                    </a:lnTo>
                    <a:lnTo>
                      <a:pt x="133" y="97"/>
                    </a:lnTo>
                    <a:lnTo>
                      <a:pt x="133" y="97"/>
                    </a:lnTo>
                    <a:lnTo>
                      <a:pt x="133" y="95"/>
                    </a:lnTo>
                    <a:lnTo>
                      <a:pt x="131" y="95"/>
                    </a:lnTo>
                    <a:lnTo>
                      <a:pt x="131" y="95"/>
                    </a:lnTo>
                    <a:lnTo>
                      <a:pt x="131" y="95"/>
                    </a:lnTo>
                    <a:lnTo>
                      <a:pt x="131" y="95"/>
                    </a:lnTo>
                    <a:lnTo>
                      <a:pt x="128" y="95"/>
                    </a:lnTo>
                    <a:lnTo>
                      <a:pt x="128" y="95"/>
                    </a:lnTo>
                    <a:lnTo>
                      <a:pt x="126" y="95"/>
                    </a:lnTo>
                    <a:lnTo>
                      <a:pt x="126" y="95"/>
                    </a:lnTo>
                    <a:lnTo>
                      <a:pt x="126" y="95"/>
                    </a:lnTo>
                    <a:lnTo>
                      <a:pt x="126" y="97"/>
                    </a:lnTo>
                    <a:lnTo>
                      <a:pt x="126" y="97"/>
                    </a:lnTo>
                    <a:lnTo>
                      <a:pt x="123" y="97"/>
                    </a:lnTo>
                    <a:lnTo>
                      <a:pt x="123" y="95"/>
                    </a:lnTo>
                    <a:lnTo>
                      <a:pt x="123" y="95"/>
                    </a:lnTo>
                    <a:lnTo>
                      <a:pt x="123" y="95"/>
                    </a:lnTo>
                    <a:lnTo>
                      <a:pt x="123" y="95"/>
                    </a:lnTo>
                    <a:lnTo>
                      <a:pt x="121" y="95"/>
                    </a:lnTo>
                    <a:lnTo>
                      <a:pt x="121" y="92"/>
                    </a:lnTo>
                    <a:lnTo>
                      <a:pt x="121" y="92"/>
                    </a:lnTo>
                    <a:lnTo>
                      <a:pt x="121" y="92"/>
                    </a:lnTo>
                    <a:lnTo>
                      <a:pt x="121" y="90"/>
                    </a:lnTo>
                    <a:lnTo>
                      <a:pt x="121" y="90"/>
                    </a:lnTo>
                    <a:lnTo>
                      <a:pt x="121" y="90"/>
                    </a:lnTo>
                    <a:lnTo>
                      <a:pt x="119" y="90"/>
                    </a:lnTo>
                    <a:lnTo>
                      <a:pt x="119" y="90"/>
                    </a:lnTo>
                    <a:lnTo>
                      <a:pt x="119" y="90"/>
                    </a:lnTo>
                    <a:lnTo>
                      <a:pt x="119" y="90"/>
                    </a:lnTo>
                    <a:lnTo>
                      <a:pt x="116" y="90"/>
                    </a:lnTo>
                    <a:lnTo>
                      <a:pt x="116" y="92"/>
                    </a:lnTo>
                    <a:lnTo>
                      <a:pt x="116" y="92"/>
                    </a:lnTo>
                    <a:lnTo>
                      <a:pt x="116" y="92"/>
                    </a:lnTo>
                    <a:lnTo>
                      <a:pt x="114" y="92"/>
                    </a:lnTo>
                    <a:lnTo>
                      <a:pt x="114" y="92"/>
                    </a:lnTo>
                    <a:lnTo>
                      <a:pt x="114" y="92"/>
                    </a:lnTo>
                    <a:lnTo>
                      <a:pt x="112" y="92"/>
                    </a:lnTo>
                    <a:lnTo>
                      <a:pt x="112" y="92"/>
                    </a:lnTo>
                    <a:lnTo>
                      <a:pt x="112" y="92"/>
                    </a:lnTo>
                    <a:lnTo>
                      <a:pt x="112" y="92"/>
                    </a:lnTo>
                    <a:lnTo>
                      <a:pt x="109" y="92"/>
                    </a:lnTo>
                    <a:lnTo>
                      <a:pt x="109" y="90"/>
                    </a:lnTo>
                    <a:lnTo>
                      <a:pt x="112" y="90"/>
                    </a:lnTo>
                    <a:lnTo>
                      <a:pt x="112" y="90"/>
                    </a:lnTo>
                    <a:lnTo>
                      <a:pt x="109" y="90"/>
                    </a:lnTo>
                    <a:lnTo>
                      <a:pt x="109" y="90"/>
                    </a:lnTo>
                    <a:lnTo>
                      <a:pt x="107" y="90"/>
                    </a:lnTo>
                    <a:lnTo>
                      <a:pt x="107" y="90"/>
                    </a:lnTo>
                    <a:lnTo>
                      <a:pt x="107" y="88"/>
                    </a:lnTo>
                    <a:lnTo>
                      <a:pt x="107" y="88"/>
                    </a:lnTo>
                    <a:lnTo>
                      <a:pt x="104" y="88"/>
                    </a:lnTo>
                    <a:lnTo>
                      <a:pt x="104" y="88"/>
                    </a:lnTo>
                    <a:lnTo>
                      <a:pt x="104" y="88"/>
                    </a:lnTo>
                    <a:lnTo>
                      <a:pt x="104" y="88"/>
                    </a:lnTo>
                    <a:lnTo>
                      <a:pt x="104" y="85"/>
                    </a:lnTo>
                    <a:lnTo>
                      <a:pt x="102" y="85"/>
                    </a:lnTo>
                    <a:lnTo>
                      <a:pt x="102" y="85"/>
                    </a:lnTo>
                    <a:lnTo>
                      <a:pt x="100" y="85"/>
                    </a:lnTo>
                    <a:lnTo>
                      <a:pt x="100" y="85"/>
                    </a:lnTo>
                    <a:lnTo>
                      <a:pt x="100" y="85"/>
                    </a:lnTo>
                    <a:lnTo>
                      <a:pt x="100" y="85"/>
                    </a:lnTo>
                    <a:lnTo>
                      <a:pt x="100" y="83"/>
                    </a:lnTo>
                    <a:lnTo>
                      <a:pt x="100" y="83"/>
                    </a:lnTo>
                    <a:lnTo>
                      <a:pt x="100" y="83"/>
                    </a:lnTo>
                    <a:lnTo>
                      <a:pt x="100" y="81"/>
                    </a:lnTo>
                    <a:lnTo>
                      <a:pt x="100" y="81"/>
                    </a:lnTo>
                    <a:lnTo>
                      <a:pt x="100" y="78"/>
                    </a:lnTo>
                    <a:lnTo>
                      <a:pt x="97" y="78"/>
                    </a:lnTo>
                    <a:lnTo>
                      <a:pt x="97" y="78"/>
                    </a:lnTo>
                    <a:lnTo>
                      <a:pt x="97" y="78"/>
                    </a:lnTo>
                    <a:lnTo>
                      <a:pt x="97" y="78"/>
                    </a:lnTo>
                    <a:lnTo>
                      <a:pt x="95" y="78"/>
                    </a:lnTo>
                    <a:lnTo>
                      <a:pt x="95" y="76"/>
                    </a:lnTo>
                    <a:lnTo>
                      <a:pt x="95" y="76"/>
                    </a:lnTo>
                    <a:lnTo>
                      <a:pt x="93" y="76"/>
                    </a:lnTo>
                    <a:lnTo>
                      <a:pt x="93" y="76"/>
                    </a:lnTo>
                    <a:lnTo>
                      <a:pt x="93" y="76"/>
                    </a:lnTo>
                    <a:lnTo>
                      <a:pt x="90" y="76"/>
                    </a:lnTo>
                    <a:lnTo>
                      <a:pt x="90" y="76"/>
                    </a:lnTo>
                    <a:lnTo>
                      <a:pt x="90" y="76"/>
                    </a:lnTo>
                    <a:lnTo>
                      <a:pt x="90" y="73"/>
                    </a:lnTo>
                    <a:lnTo>
                      <a:pt x="90" y="73"/>
                    </a:lnTo>
                    <a:lnTo>
                      <a:pt x="88" y="73"/>
                    </a:lnTo>
                    <a:lnTo>
                      <a:pt x="88" y="73"/>
                    </a:lnTo>
                    <a:lnTo>
                      <a:pt x="88" y="73"/>
                    </a:lnTo>
                    <a:lnTo>
                      <a:pt x="86" y="73"/>
                    </a:lnTo>
                    <a:lnTo>
                      <a:pt x="86" y="73"/>
                    </a:lnTo>
                    <a:lnTo>
                      <a:pt x="86" y="73"/>
                    </a:lnTo>
                    <a:lnTo>
                      <a:pt x="86" y="73"/>
                    </a:lnTo>
                    <a:lnTo>
                      <a:pt x="83" y="73"/>
                    </a:lnTo>
                    <a:lnTo>
                      <a:pt x="83" y="73"/>
                    </a:lnTo>
                    <a:lnTo>
                      <a:pt x="83" y="73"/>
                    </a:lnTo>
                    <a:lnTo>
                      <a:pt x="81" y="73"/>
                    </a:lnTo>
                    <a:lnTo>
                      <a:pt x="81" y="76"/>
                    </a:lnTo>
                    <a:lnTo>
                      <a:pt x="81" y="76"/>
                    </a:lnTo>
                    <a:lnTo>
                      <a:pt x="78" y="76"/>
                    </a:lnTo>
                    <a:lnTo>
                      <a:pt x="78" y="73"/>
                    </a:lnTo>
                    <a:lnTo>
                      <a:pt x="78" y="73"/>
                    </a:lnTo>
                    <a:lnTo>
                      <a:pt x="78" y="73"/>
                    </a:lnTo>
                    <a:lnTo>
                      <a:pt x="78" y="73"/>
                    </a:lnTo>
                    <a:lnTo>
                      <a:pt x="76" y="73"/>
                    </a:lnTo>
                    <a:lnTo>
                      <a:pt x="76" y="73"/>
                    </a:lnTo>
                    <a:lnTo>
                      <a:pt x="76" y="73"/>
                    </a:lnTo>
                    <a:lnTo>
                      <a:pt x="74" y="73"/>
                    </a:lnTo>
                    <a:lnTo>
                      <a:pt x="74" y="73"/>
                    </a:lnTo>
                    <a:lnTo>
                      <a:pt x="71" y="73"/>
                    </a:lnTo>
                    <a:lnTo>
                      <a:pt x="71" y="73"/>
                    </a:lnTo>
                    <a:lnTo>
                      <a:pt x="71" y="76"/>
                    </a:lnTo>
                    <a:lnTo>
                      <a:pt x="71" y="76"/>
                    </a:lnTo>
                    <a:lnTo>
                      <a:pt x="71" y="76"/>
                    </a:lnTo>
                    <a:lnTo>
                      <a:pt x="71" y="76"/>
                    </a:lnTo>
                    <a:lnTo>
                      <a:pt x="69" y="76"/>
                    </a:lnTo>
                    <a:lnTo>
                      <a:pt x="69" y="76"/>
                    </a:lnTo>
                    <a:lnTo>
                      <a:pt x="69" y="76"/>
                    </a:lnTo>
                    <a:lnTo>
                      <a:pt x="69" y="73"/>
                    </a:lnTo>
                    <a:lnTo>
                      <a:pt x="67" y="73"/>
                    </a:lnTo>
                    <a:lnTo>
                      <a:pt x="67" y="73"/>
                    </a:lnTo>
                    <a:lnTo>
                      <a:pt x="67" y="73"/>
                    </a:lnTo>
                    <a:lnTo>
                      <a:pt x="64" y="73"/>
                    </a:lnTo>
                    <a:lnTo>
                      <a:pt x="64" y="73"/>
                    </a:lnTo>
                    <a:lnTo>
                      <a:pt x="64" y="73"/>
                    </a:lnTo>
                    <a:lnTo>
                      <a:pt x="64" y="73"/>
                    </a:lnTo>
                    <a:lnTo>
                      <a:pt x="62" y="73"/>
                    </a:lnTo>
                    <a:lnTo>
                      <a:pt x="62" y="73"/>
                    </a:lnTo>
                    <a:lnTo>
                      <a:pt x="60" y="73"/>
                    </a:lnTo>
                    <a:lnTo>
                      <a:pt x="60" y="73"/>
                    </a:lnTo>
                    <a:lnTo>
                      <a:pt x="60" y="73"/>
                    </a:lnTo>
                    <a:lnTo>
                      <a:pt x="60" y="73"/>
                    </a:lnTo>
                    <a:lnTo>
                      <a:pt x="60" y="71"/>
                    </a:lnTo>
                    <a:lnTo>
                      <a:pt x="57" y="71"/>
                    </a:lnTo>
                    <a:lnTo>
                      <a:pt x="57" y="71"/>
                    </a:lnTo>
                    <a:lnTo>
                      <a:pt x="57" y="69"/>
                    </a:lnTo>
                    <a:lnTo>
                      <a:pt x="57" y="69"/>
                    </a:lnTo>
                    <a:lnTo>
                      <a:pt x="57" y="69"/>
                    </a:lnTo>
                    <a:lnTo>
                      <a:pt x="57" y="69"/>
                    </a:lnTo>
                    <a:lnTo>
                      <a:pt x="55" y="69"/>
                    </a:lnTo>
                    <a:lnTo>
                      <a:pt x="55" y="69"/>
                    </a:lnTo>
                    <a:lnTo>
                      <a:pt x="55" y="69"/>
                    </a:lnTo>
                    <a:lnTo>
                      <a:pt x="52" y="69"/>
                    </a:lnTo>
                    <a:lnTo>
                      <a:pt x="52" y="69"/>
                    </a:lnTo>
                    <a:lnTo>
                      <a:pt x="52" y="69"/>
                    </a:lnTo>
                    <a:lnTo>
                      <a:pt x="52" y="69"/>
                    </a:lnTo>
                    <a:lnTo>
                      <a:pt x="50" y="69"/>
                    </a:lnTo>
                    <a:lnTo>
                      <a:pt x="50" y="66"/>
                    </a:lnTo>
                    <a:lnTo>
                      <a:pt x="50" y="66"/>
                    </a:lnTo>
                    <a:lnTo>
                      <a:pt x="50" y="66"/>
                    </a:lnTo>
                    <a:lnTo>
                      <a:pt x="50" y="66"/>
                    </a:lnTo>
                    <a:lnTo>
                      <a:pt x="48" y="66"/>
                    </a:lnTo>
                    <a:lnTo>
                      <a:pt x="48" y="66"/>
                    </a:lnTo>
                    <a:lnTo>
                      <a:pt x="48" y="64"/>
                    </a:lnTo>
                    <a:lnTo>
                      <a:pt x="45" y="64"/>
                    </a:lnTo>
                    <a:lnTo>
                      <a:pt x="45" y="64"/>
                    </a:lnTo>
                    <a:lnTo>
                      <a:pt x="45" y="64"/>
                    </a:lnTo>
                    <a:lnTo>
                      <a:pt x="45" y="64"/>
                    </a:lnTo>
                    <a:lnTo>
                      <a:pt x="43" y="64"/>
                    </a:lnTo>
                    <a:lnTo>
                      <a:pt x="43" y="64"/>
                    </a:lnTo>
                    <a:lnTo>
                      <a:pt x="43" y="64"/>
                    </a:lnTo>
                    <a:lnTo>
                      <a:pt x="43" y="64"/>
                    </a:lnTo>
                    <a:lnTo>
                      <a:pt x="41" y="64"/>
                    </a:lnTo>
                    <a:lnTo>
                      <a:pt x="41" y="64"/>
                    </a:lnTo>
                    <a:lnTo>
                      <a:pt x="41" y="64"/>
                    </a:lnTo>
                    <a:lnTo>
                      <a:pt x="41" y="64"/>
                    </a:lnTo>
                    <a:lnTo>
                      <a:pt x="38" y="64"/>
                    </a:lnTo>
                    <a:lnTo>
                      <a:pt x="38" y="64"/>
                    </a:lnTo>
                    <a:lnTo>
                      <a:pt x="38" y="64"/>
                    </a:lnTo>
                    <a:lnTo>
                      <a:pt x="38" y="64"/>
                    </a:lnTo>
                    <a:lnTo>
                      <a:pt x="38" y="64"/>
                    </a:lnTo>
                    <a:lnTo>
                      <a:pt x="36" y="64"/>
                    </a:lnTo>
                    <a:lnTo>
                      <a:pt x="36" y="62"/>
                    </a:lnTo>
                    <a:lnTo>
                      <a:pt x="36" y="62"/>
                    </a:lnTo>
                    <a:lnTo>
                      <a:pt x="36" y="62"/>
                    </a:lnTo>
                    <a:lnTo>
                      <a:pt x="33" y="62"/>
                    </a:lnTo>
                    <a:lnTo>
                      <a:pt x="33" y="62"/>
                    </a:lnTo>
                    <a:lnTo>
                      <a:pt x="33" y="62"/>
                    </a:lnTo>
                    <a:lnTo>
                      <a:pt x="33" y="59"/>
                    </a:lnTo>
                    <a:lnTo>
                      <a:pt x="31" y="59"/>
                    </a:lnTo>
                    <a:lnTo>
                      <a:pt x="31" y="59"/>
                    </a:lnTo>
                    <a:lnTo>
                      <a:pt x="31" y="59"/>
                    </a:lnTo>
                    <a:lnTo>
                      <a:pt x="31" y="57"/>
                    </a:lnTo>
                    <a:lnTo>
                      <a:pt x="31" y="57"/>
                    </a:lnTo>
                    <a:lnTo>
                      <a:pt x="31" y="57"/>
                    </a:lnTo>
                    <a:lnTo>
                      <a:pt x="29" y="57"/>
                    </a:lnTo>
                    <a:lnTo>
                      <a:pt x="29" y="57"/>
                    </a:lnTo>
                    <a:lnTo>
                      <a:pt x="29" y="57"/>
                    </a:lnTo>
                    <a:lnTo>
                      <a:pt x="26" y="57"/>
                    </a:lnTo>
                    <a:lnTo>
                      <a:pt x="26" y="57"/>
                    </a:lnTo>
                    <a:lnTo>
                      <a:pt x="26" y="54"/>
                    </a:lnTo>
                    <a:lnTo>
                      <a:pt x="26" y="54"/>
                    </a:lnTo>
                    <a:lnTo>
                      <a:pt x="26" y="54"/>
                    </a:lnTo>
                    <a:lnTo>
                      <a:pt x="26" y="54"/>
                    </a:lnTo>
                    <a:lnTo>
                      <a:pt x="26" y="54"/>
                    </a:lnTo>
                    <a:lnTo>
                      <a:pt x="26" y="52"/>
                    </a:lnTo>
                    <a:lnTo>
                      <a:pt x="24" y="52"/>
                    </a:lnTo>
                    <a:lnTo>
                      <a:pt x="24" y="52"/>
                    </a:lnTo>
                    <a:lnTo>
                      <a:pt x="24" y="52"/>
                    </a:lnTo>
                    <a:lnTo>
                      <a:pt x="24" y="52"/>
                    </a:lnTo>
                    <a:lnTo>
                      <a:pt x="22" y="52"/>
                    </a:lnTo>
                    <a:lnTo>
                      <a:pt x="22" y="52"/>
                    </a:lnTo>
                    <a:lnTo>
                      <a:pt x="22" y="50"/>
                    </a:lnTo>
                    <a:lnTo>
                      <a:pt x="19" y="50"/>
                    </a:lnTo>
                    <a:lnTo>
                      <a:pt x="19" y="50"/>
                    </a:lnTo>
                    <a:lnTo>
                      <a:pt x="19" y="50"/>
                    </a:lnTo>
                    <a:lnTo>
                      <a:pt x="19" y="50"/>
                    </a:lnTo>
                    <a:lnTo>
                      <a:pt x="19" y="47"/>
                    </a:lnTo>
                    <a:lnTo>
                      <a:pt x="17" y="47"/>
                    </a:lnTo>
                    <a:lnTo>
                      <a:pt x="17" y="47"/>
                    </a:lnTo>
                    <a:lnTo>
                      <a:pt x="17" y="47"/>
                    </a:lnTo>
                    <a:lnTo>
                      <a:pt x="17" y="47"/>
                    </a:lnTo>
                    <a:lnTo>
                      <a:pt x="15" y="47"/>
                    </a:lnTo>
                    <a:lnTo>
                      <a:pt x="15" y="47"/>
                    </a:lnTo>
                    <a:lnTo>
                      <a:pt x="15" y="45"/>
                    </a:lnTo>
                    <a:lnTo>
                      <a:pt x="12" y="45"/>
                    </a:lnTo>
                    <a:lnTo>
                      <a:pt x="12" y="45"/>
                    </a:lnTo>
                    <a:lnTo>
                      <a:pt x="12" y="45"/>
                    </a:lnTo>
                    <a:lnTo>
                      <a:pt x="12" y="45"/>
                    </a:lnTo>
                    <a:lnTo>
                      <a:pt x="12" y="45"/>
                    </a:lnTo>
                    <a:lnTo>
                      <a:pt x="10" y="45"/>
                    </a:lnTo>
                    <a:lnTo>
                      <a:pt x="10" y="45"/>
                    </a:lnTo>
                    <a:lnTo>
                      <a:pt x="10" y="45"/>
                    </a:lnTo>
                    <a:lnTo>
                      <a:pt x="10" y="45"/>
                    </a:lnTo>
                    <a:lnTo>
                      <a:pt x="10" y="45"/>
                    </a:lnTo>
                    <a:lnTo>
                      <a:pt x="10" y="45"/>
                    </a:lnTo>
                    <a:lnTo>
                      <a:pt x="7" y="45"/>
                    </a:lnTo>
                    <a:lnTo>
                      <a:pt x="7" y="45"/>
                    </a:lnTo>
                    <a:lnTo>
                      <a:pt x="5" y="45"/>
                    </a:lnTo>
                    <a:lnTo>
                      <a:pt x="5" y="45"/>
                    </a:lnTo>
                    <a:lnTo>
                      <a:pt x="5" y="45"/>
                    </a:lnTo>
                    <a:lnTo>
                      <a:pt x="5" y="43"/>
                    </a:lnTo>
                    <a:lnTo>
                      <a:pt x="5" y="43"/>
                    </a:lnTo>
                    <a:lnTo>
                      <a:pt x="5" y="43"/>
                    </a:lnTo>
                    <a:lnTo>
                      <a:pt x="3" y="43"/>
                    </a:lnTo>
                    <a:lnTo>
                      <a:pt x="3" y="43"/>
                    </a:lnTo>
                    <a:lnTo>
                      <a:pt x="3" y="40"/>
                    </a:lnTo>
                    <a:lnTo>
                      <a:pt x="0" y="40"/>
                    </a:lnTo>
                    <a:lnTo>
                      <a:pt x="0" y="40"/>
                    </a:lnTo>
                    <a:lnTo>
                      <a:pt x="0" y="40"/>
                    </a:lnTo>
                    <a:lnTo>
                      <a:pt x="0" y="40"/>
                    </a:lnTo>
                    <a:lnTo>
                      <a:pt x="0" y="38"/>
                    </a:lnTo>
                    <a:lnTo>
                      <a:pt x="0" y="38"/>
                    </a:lnTo>
                    <a:lnTo>
                      <a:pt x="0" y="38"/>
                    </a:lnTo>
                    <a:lnTo>
                      <a:pt x="0" y="36"/>
                    </a:lnTo>
                    <a:lnTo>
                      <a:pt x="0" y="36"/>
                    </a:lnTo>
                    <a:lnTo>
                      <a:pt x="0" y="36"/>
                    </a:lnTo>
                    <a:lnTo>
                      <a:pt x="0" y="33"/>
                    </a:lnTo>
                    <a:lnTo>
                      <a:pt x="0" y="33"/>
                    </a:lnTo>
                    <a:lnTo>
                      <a:pt x="3" y="33"/>
                    </a:lnTo>
                    <a:lnTo>
                      <a:pt x="3" y="33"/>
                    </a:lnTo>
                    <a:lnTo>
                      <a:pt x="3" y="33"/>
                    </a:lnTo>
                    <a:lnTo>
                      <a:pt x="5" y="33"/>
                    </a:lnTo>
                    <a:lnTo>
                      <a:pt x="5" y="31"/>
                    </a:lnTo>
                    <a:lnTo>
                      <a:pt x="5" y="31"/>
                    </a:lnTo>
                    <a:lnTo>
                      <a:pt x="5" y="31"/>
                    </a:lnTo>
                    <a:lnTo>
                      <a:pt x="5" y="28"/>
                    </a:lnTo>
                    <a:lnTo>
                      <a:pt x="5" y="28"/>
                    </a:lnTo>
                    <a:lnTo>
                      <a:pt x="5" y="28"/>
                    </a:lnTo>
                    <a:lnTo>
                      <a:pt x="5" y="26"/>
                    </a:lnTo>
                    <a:lnTo>
                      <a:pt x="5" y="26"/>
                    </a:lnTo>
                    <a:lnTo>
                      <a:pt x="5" y="26"/>
                    </a:lnTo>
                    <a:lnTo>
                      <a:pt x="5" y="26"/>
                    </a:lnTo>
                    <a:lnTo>
                      <a:pt x="5" y="24"/>
                    </a:lnTo>
                    <a:lnTo>
                      <a:pt x="5" y="24"/>
                    </a:lnTo>
                    <a:lnTo>
                      <a:pt x="5" y="24"/>
                    </a:lnTo>
                    <a:lnTo>
                      <a:pt x="5" y="24"/>
                    </a:lnTo>
                    <a:lnTo>
                      <a:pt x="5" y="24"/>
                    </a:lnTo>
                    <a:lnTo>
                      <a:pt x="5" y="21"/>
                    </a:lnTo>
                    <a:lnTo>
                      <a:pt x="7" y="21"/>
                    </a:lnTo>
                    <a:lnTo>
                      <a:pt x="7" y="21"/>
                    </a:lnTo>
                    <a:lnTo>
                      <a:pt x="7" y="21"/>
                    </a:lnTo>
                    <a:lnTo>
                      <a:pt x="7" y="19"/>
                    </a:lnTo>
                    <a:lnTo>
                      <a:pt x="7" y="19"/>
                    </a:lnTo>
                    <a:lnTo>
                      <a:pt x="7" y="19"/>
                    </a:lnTo>
                    <a:lnTo>
                      <a:pt x="7" y="17"/>
                    </a:lnTo>
                    <a:lnTo>
                      <a:pt x="7" y="17"/>
                    </a:lnTo>
                    <a:lnTo>
                      <a:pt x="7" y="17"/>
                    </a:lnTo>
                    <a:lnTo>
                      <a:pt x="7" y="14"/>
                    </a:lnTo>
                    <a:lnTo>
                      <a:pt x="10" y="14"/>
                    </a:lnTo>
                    <a:lnTo>
                      <a:pt x="10" y="14"/>
                    </a:lnTo>
                    <a:lnTo>
                      <a:pt x="10" y="14"/>
                    </a:lnTo>
                    <a:lnTo>
                      <a:pt x="10" y="14"/>
                    </a:lnTo>
                    <a:lnTo>
                      <a:pt x="10" y="14"/>
                    </a:lnTo>
                    <a:lnTo>
                      <a:pt x="12" y="14"/>
                    </a:lnTo>
                    <a:lnTo>
                      <a:pt x="12" y="12"/>
                    </a:lnTo>
                    <a:lnTo>
                      <a:pt x="12" y="12"/>
                    </a:lnTo>
                    <a:lnTo>
                      <a:pt x="12" y="12"/>
                    </a:lnTo>
                    <a:lnTo>
                      <a:pt x="12" y="12"/>
                    </a:lnTo>
                    <a:lnTo>
                      <a:pt x="15" y="12"/>
                    </a:lnTo>
                    <a:lnTo>
                      <a:pt x="15" y="9"/>
                    </a:lnTo>
                    <a:lnTo>
                      <a:pt x="15" y="9"/>
                    </a:lnTo>
                    <a:lnTo>
                      <a:pt x="15" y="9"/>
                    </a:lnTo>
                    <a:lnTo>
                      <a:pt x="17" y="9"/>
                    </a:lnTo>
                    <a:lnTo>
                      <a:pt x="17" y="7"/>
                    </a:lnTo>
                    <a:lnTo>
                      <a:pt x="17" y="7"/>
                    </a:lnTo>
                    <a:lnTo>
                      <a:pt x="17" y="7"/>
                    </a:lnTo>
                    <a:lnTo>
                      <a:pt x="17" y="7"/>
                    </a:lnTo>
                    <a:lnTo>
                      <a:pt x="17" y="5"/>
                    </a:lnTo>
                    <a:lnTo>
                      <a:pt x="17" y="5"/>
                    </a:lnTo>
                    <a:lnTo>
                      <a:pt x="19" y="5"/>
                    </a:lnTo>
                    <a:lnTo>
                      <a:pt x="19" y="5"/>
                    </a:lnTo>
                    <a:lnTo>
                      <a:pt x="19" y="5"/>
                    </a:lnTo>
                    <a:lnTo>
                      <a:pt x="19" y="5"/>
                    </a:lnTo>
                    <a:lnTo>
                      <a:pt x="19" y="5"/>
                    </a:lnTo>
                    <a:lnTo>
                      <a:pt x="22" y="5"/>
                    </a:lnTo>
                    <a:lnTo>
                      <a:pt x="22" y="5"/>
                    </a:lnTo>
                    <a:lnTo>
                      <a:pt x="22" y="5"/>
                    </a:lnTo>
                    <a:lnTo>
                      <a:pt x="22" y="7"/>
                    </a:lnTo>
                    <a:lnTo>
                      <a:pt x="22" y="7"/>
                    </a:lnTo>
                    <a:lnTo>
                      <a:pt x="22" y="9"/>
                    </a:lnTo>
                    <a:lnTo>
                      <a:pt x="24" y="9"/>
                    </a:lnTo>
                    <a:lnTo>
                      <a:pt x="24" y="9"/>
                    </a:lnTo>
                    <a:lnTo>
                      <a:pt x="24" y="9"/>
                    </a:lnTo>
                    <a:lnTo>
                      <a:pt x="26" y="9"/>
                    </a:lnTo>
                    <a:lnTo>
                      <a:pt x="26" y="7"/>
                    </a:lnTo>
                    <a:lnTo>
                      <a:pt x="26" y="7"/>
                    </a:lnTo>
                    <a:lnTo>
                      <a:pt x="26" y="7"/>
                    </a:lnTo>
                    <a:lnTo>
                      <a:pt x="26" y="5"/>
                    </a:lnTo>
                    <a:lnTo>
                      <a:pt x="26" y="5"/>
                    </a:lnTo>
                    <a:lnTo>
                      <a:pt x="29" y="5"/>
                    </a:lnTo>
                    <a:lnTo>
                      <a:pt x="29" y="5"/>
                    </a:lnTo>
                    <a:lnTo>
                      <a:pt x="29" y="5"/>
                    </a:lnTo>
                    <a:lnTo>
                      <a:pt x="29" y="5"/>
                    </a:lnTo>
                    <a:lnTo>
                      <a:pt x="29" y="2"/>
                    </a:lnTo>
                    <a:lnTo>
                      <a:pt x="29" y="2"/>
                    </a:lnTo>
                    <a:lnTo>
                      <a:pt x="29" y="2"/>
                    </a:lnTo>
                    <a:lnTo>
                      <a:pt x="29" y="0"/>
                    </a:lnTo>
                    <a:lnTo>
                      <a:pt x="29" y="0"/>
                    </a:lnTo>
                    <a:lnTo>
                      <a:pt x="29" y="0"/>
                    </a:lnTo>
                    <a:lnTo>
                      <a:pt x="31" y="0"/>
                    </a:lnTo>
                    <a:lnTo>
                      <a:pt x="31" y="0"/>
                    </a:lnTo>
                    <a:lnTo>
                      <a:pt x="31" y="0"/>
                    </a:lnTo>
                    <a:lnTo>
                      <a:pt x="31" y="0"/>
                    </a:lnTo>
                    <a:lnTo>
                      <a:pt x="33" y="0"/>
                    </a:lnTo>
                    <a:lnTo>
                      <a:pt x="33" y="0"/>
                    </a:lnTo>
                    <a:lnTo>
                      <a:pt x="33" y="0"/>
                    </a:lnTo>
                    <a:lnTo>
                      <a:pt x="33" y="0"/>
                    </a:lnTo>
                    <a:lnTo>
                      <a:pt x="36" y="0"/>
                    </a:lnTo>
                    <a:lnTo>
                      <a:pt x="36" y="0"/>
                    </a:lnTo>
                    <a:lnTo>
                      <a:pt x="36" y="0"/>
                    </a:lnTo>
                    <a:lnTo>
                      <a:pt x="38" y="0"/>
                    </a:lnTo>
                    <a:lnTo>
                      <a:pt x="38" y="0"/>
                    </a:lnTo>
                    <a:lnTo>
                      <a:pt x="38" y="0"/>
                    </a:lnTo>
                    <a:lnTo>
                      <a:pt x="41" y="0"/>
                    </a:lnTo>
                    <a:lnTo>
                      <a:pt x="41" y="0"/>
                    </a:lnTo>
                    <a:lnTo>
                      <a:pt x="41" y="2"/>
                    </a:lnTo>
                    <a:lnTo>
                      <a:pt x="43" y="2"/>
                    </a:lnTo>
                    <a:lnTo>
                      <a:pt x="43" y="2"/>
                    </a:lnTo>
                    <a:lnTo>
                      <a:pt x="43" y="2"/>
                    </a:lnTo>
                    <a:lnTo>
                      <a:pt x="45" y="2"/>
                    </a:lnTo>
                    <a:lnTo>
                      <a:pt x="45" y="2"/>
                    </a:lnTo>
                    <a:lnTo>
                      <a:pt x="45"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7" name="Freeform 105"/>
              <p:cNvSpPr>
                <a:spLocks/>
              </p:cNvSpPr>
              <p:nvPr/>
            </p:nvSpPr>
            <p:spPr bwMode="auto">
              <a:xfrm>
                <a:off x="2980" y="2585"/>
                <a:ext cx="90" cy="137"/>
              </a:xfrm>
              <a:custGeom>
                <a:avLst/>
                <a:gdLst/>
                <a:ahLst/>
                <a:cxnLst>
                  <a:cxn ang="0">
                    <a:pos x="88" y="121"/>
                  </a:cxn>
                  <a:cxn ang="0">
                    <a:pos x="88" y="128"/>
                  </a:cxn>
                  <a:cxn ang="0">
                    <a:pos x="90" y="135"/>
                  </a:cxn>
                  <a:cxn ang="0">
                    <a:pos x="85" y="133"/>
                  </a:cxn>
                  <a:cxn ang="0">
                    <a:pos x="78" y="133"/>
                  </a:cxn>
                  <a:cxn ang="0">
                    <a:pos x="74" y="137"/>
                  </a:cxn>
                  <a:cxn ang="0">
                    <a:pos x="69" y="133"/>
                  </a:cxn>
                  <a:cxn ang="0">
                    <a:pos x="64" y="128"/>
                  </a:cxn>
                  <a:cxn ang="0">
                    <a:pos x="59" y="123"/>
                  </a:cxn>
                  <a:cxn ang="0">
                    <a:pos x="52" y="118"/>
                  </a:cxn>
                  <a:cxn ang="0">
                    <a:pos x="47" y="118"/>
                  </a:cxn>
                  <a:cxn ang="0">
                    <a:pos x="43" y="114"/>
                  </a:cxn>
                  <a:cxn ang="0">
                    <a:pos x="38" y="109"/>
                  </a:cxn>
                  <a:cxn ang="0">
                    <a:pos x="36" y="104"/>
                  </a:cxn>
                  <a:cxn ang="0">
                    <a:pos x="29" y="102"/>
                  </a:cxn>
                  <a:cxn ang="0">
                    <a:pos x="24" y="97"/>
                  </a:cxn>
                  <a:cxn ang="0">
                    <a:pos x="26" y="88"/>
                  </a:cxn>
                  <a:cxn ang="0">
                    <a:pos x="21" y="83"/>
                  </a:cxn>
                  <a:cxn ang="0">
                    <a:pos x="17" y="76"/>
                  </a:cxn>
                  <a:cxn ang="0">
                    <a:pos x="12" y="71"/>
                  </a:cxn>
                  <a:cxn ang="0">
                    <a:pos x="12" y="64"/>
                  </a:cxn>
                  <a:cxn ang="0">
                    <a:pos x="10" y="57"/>
                  </a:cxn>
                  <a:cxn ang="0">
                    <a:pos x="10" y="50"/>
                  </a:cxn>
                  <a:cxn ang="0">
                    <a:pos x="7" y="43"/>
                  </a:cxn>
                  <a:cxn ang="0">
                    <a:pos x="7" y="35"/>
                  </a:cxn>
                  <a:cxn ang="0">
                    <a:pos x="0" y="35"/>
                  </a:cxn>
                  <a:cxn ang="0">
                    <a:pos x="5" y="31"/>
                  </a:cxn>
                  <a:cxn ang="0">
                    <a:pos x="2" y="24"/>
                  </a:cxn>
                  <a:cxn ang="0">
                    <a:pos x="5" y="16"/>
                  </a:cxn>
                  <a:cxn ang="0">
                    <a:pos x="0" y="12"/>
                  </a:cxn>
                  <a:cxn ang="0">
                    <a:pos x="0" y="2"/>
                  </a:cxn>
                  <a:cxn ang="0">
                    <a:pos x="5" y="2"/>
                  </a:cxn>
                  <a:cxn ang="0">
                    <a:pos x="12" y="5"/>
                  </a:cxn>
                  <a:cxn ang="0">
                    <a:pos x="14" y="9"/>
                  </a:cxn>
                  <a:cxn ang="0">
                    <a:pos x="21" y="12"/>
                  </a:cxn>
                  <a:cxn ang="0">
                    <a:pos x="21" y="19"/>
                  </a:cxn>
                  <a:cxn ang="0">
                    <a:pos x="21" y="24"/>
                  </a:cxn>
                  <a:cxn ang="0">
                    <a:pos x="24" y="24"/>
                  </a:cxn>
                  <a:cxn ang="0">
                    <a:pos x="29" y="19"/>
                  </a:cxn>
                  <a:cxn ang="0">
                    <a:pos x="36" y="24"/>
                  </a:cxn>
                  <a:cxn ang="0">
                    <a:pos x="40" y="19"/>
                  </a:cxn>
                  <a:cxn ang="0">
                    <a:pos x="43" y="12"/>
                  </a:cxn>
                  <a:cxn ang="0">
                    <a:pos x="50" y="14"/>
                  </a:cxn>
                  <a:cxn ang="0">
                    <a:pos x="52" y="21"/>
                  </a:cxn>
                  <a:cxn ang="0">
                    <a:pos x="57" y="26"/>
                  </a:cxn>
                  <a:cxn ang="0">
                    <a:pos x="62" y="28"/>
                  </a:cxn>
                  <a:cxn ang="0">
                    <a:pos x="66" y="35"/>
                  </a:cxn>
                  <a:cxn ang="0">
                    <a:pos x="69" y="40"/>
                  </a:cxn>
                  <a:cxn ang="0">
                    <a:pos x="71" y="47"/>
                  </a:cxn>
                  <a:cxn ang="0">
                    <a:pos x="71" y="57"/>
                  </a:cxn>
                  <a:cxn ang="0">
                    <a:pos x="71" y="64"/>
                  </a:cxn>
                  <a:cxn ang="0">
                    <a:pos x="71" y="71"/>
                  </a:cxn>
                  <a:cxn ang="0">
                    <a:pos x="71" y="78"/>
                  </a:cxn>
                  <a:cxn ang="0">
                    <a:pos x="71" y="85"/>
                  </a:cxn>
                  <a:cxn ang="0">
                    <a:pos x="71" y="97"/>
                  </a:cxn>
                  <a:cxn ang="0">
                    <a:pos x="76" y="102"/>
                  </a:cxn>
                  <a:cxn ang="0">
                    <a:pos x="81" y="107"/>
                  </a:cxn>
                  <a:cxn ang="0">
                    <a:pos x="83" y="114"/>
                  </a:cxn>
                </a:cxnLst>
                <a:rect l="0" t="0" r="r" b="b"/>
                <a:pathLst>
                  <a:path w="90" h="137">
                    <a:moveTo>
                      <a:pt x="85" y="114"/>
                    </a:moveTo>
                    <a:lnTo>
                      <a:pt x="85" y="116"/>
                    </a:lnTo>
                    <a:lnTo>
                      <a:pt x="85" y="116"/>
                    </a:lnTo>
                    <a:lnTo>
                      <a:pt x="85" y="116"/>
                    </a:lnTo>
                    <a:lnTo>
                      <a:pt x="85" y="118"/>
                    </a:lnTo>
                    <a:lnTo>
                      <a:pt x="85" y="118"/>
                    </a:lnTo>
                    <a:lnTo>
                      <a:pt x="85" y="118"/>
                    </a:lnTo>
                    <a:lnTo>
                      <a:pt x="85" y="121"/>
                    </a:lnTo>
                    <a:lnTo>
                      <a:pt x="88" y="121"/>
                    </a:lnTo>
                    <a:lnTo>
                      <a:pt x="88" y="121"/>
                    </a:lnTo>
                    <a:lnTo>
                      <a:pt x="85" y="121"/>
                    </a:lnTo>
                    <a:lnTo>
                      <a:pt x="85" y="123"/>
                    </a:lnTo>
                    <a:lnTo>
                      <a:pt x="88" y="123"/>
                    </a:lnTo>
                    <a:lnTo>
                      <a:pt x="88" y="123"/>
                    </a:lnTo>
                    <a:lnTo>
                      <a:pt x="88" y="123"/>
                    </a:lnTo>
                    <a:lnTo>
                      <a:pt x="88" y="123"/>
                    </a:lnTo>
                    <a:lnTo>
                      <a:pt x="88" y="126"/>
                    </a:lnTo>
                    <a:lnTo>
                      <a:pt x="88" y="126"/>
                    </a:lnTo>
                    <a:lnTo>
                      <a:pt x="88" y="126"/>
                    </a:lnTo>
                    <a:lnTo>
                      <a:pt x="88" y="128"/>
                    </a:lnTo>
                    <a:lnTo>
                      <a:pt x="90" y="128"/>
                    </a:lnTo>
                    <a:lnTo>
                      <a:pt x="90" y="128"/>
                    </a:lnTo>
                    <a:lnTo>
                      <a:pt x="90" y="130"/>
                    </a:lnTo>
                    <a:lnTo>
                      <a:pt x="90" y="130"/>
                    </a:lnTo>
                    <a:lnTo>
                      <a:pt x="90" y="133"/>
                    </a:lnTo>
                    <a:lnTo>
                      <a:pt x="90" y="133"/>
                    </a:lnTo>
                    <a:lnTo>
                      <a:pt x="90" y="133"/>
                    </a:lnTo>
                    <a:lnTo>
                      <a:pt x="90" y="133"/>
                    </a:lnTo>
                    <a:lnTo>
                      <a:pt x="90" y="133"/>
                    </a:lnTo>
                    <a:lnTo>
                      <a:pt x="90" y="135"/>
                    </a:lnTo>
                    <a:lnTo>
                      <a:pt x="90" y="135"/>
                    </a:lnTo>
                    <a:lnTo>
                      <a:pt x="88" y="135"/>
                    </a:lnTo>
                    <a:lnTo>
                      <a:pt x="88" y="135"/>
                    </a:lnTo>
                    <a:lnTo>
                      <a:pt x="88" y="135"/>
                    </a:lnTo>
                    <a:lnTo>
                      <a:pt x="85" y="135"/>
                    </a:lnTo>
                    <a:lnTo>
                      <a:pt x="85" y="135"/>
                    </a:lnTo>
                    <a:lnTo>
                      <a:pt x="85" y="135"/>
                    </a:lnTo>
                    <a:lnTo>
                      <a:pt x="85" y="135"/>
                    </a:lnTo>
                    <a:lnTo>
                      <a:pt x="85" y="135"/>
                    </a:lnTo>
                    <a:lnTo>
                      <a:pt x="85" y="133"/>
                    </a:lnTo>
                    <a:lnTo>
                      <a:pt x="85" y="133"/>
                    </a:lnTo>
                    <a:lnTo>
                      <a:pt x="83" y="133"/>
                    </a:lnTo>
                    <a:lnTo>
                      <a:pt x="83" y="133"/>
                    </a:lnTo>
                    <a:lnTo>
                      <a:pt x="81" y="133"/>
                    </a:lnTo>
                    <a:lnTo>
                      <a:pt x="81" y="133"/>
                    </a:lnTo>
                    <a:lnTo>
                      <a:pt x="81" y="133"/>
                    </a:lnTo>
                    <a:lnTo>
                      <a:pt x="81" y="133"/>
                    </a:lnTo>
                    <a:lnTo>
                      <a:pt x="78" y="133"/>
                    </a:lnTo>
                    <a:lnTo>
                      <a:pt x="78" y="133"/>
                    </a:lnTo>
                    <a:lnTo>
                      <a:pt x="78" y="133"/>
                    </a:lnTo>
                    <a:lnTo>
                      <a:pt x="78" y="133"/>
                    </a:lnTo>
                    <a:lnTo>
                      <a:pt x="76" y="133"/>
                    </a:lnTo>
                    <a:lnTo>
                      <a:pt x="76" y="135"/>
                    </a:lnTo>
                    <a:lnTo>
                      <a:pt x="76" y="135"/>
                    </a:lnTo>
                    <a:lnTo>
                      <a:pt x="76" y="135"/>
                    </a:lnTo>
                    <a:lnTo>
                      <a:pt x="74" y="135"/>
                    </a:lnTo>
                    <a:lnTo>
                      <a:pt x="74" y="137"/>
                    </a:lnTo>
                    <a:lnTo>
                      <a:pt x="74" y="137"/>
                    </a:lnTo>
                    <a:lnTo>
                      <a:pt x="74" y="137"/>
                    </a:lnTo>
                    <a:lnTo>
                      <a:pt x="74" y="137"/>
                    </a:lnTo>
                    <a:lnTo>
                      <a:pt x="71" y="137"/>
                    </a:lnTo>
                    <a:lnTo>
                      <a:pt x="71" y="137"/>
                    </a:lnTo>
                    <a:lnTo>
                      <a:pt x="71" y="137"/>
                    </a:lnTo>
                    <a:lnTo>
                      <a:pt x="71" y="135"/>
                    </a:lnTo>
                    <a:lnTo>
                      <a:pt x="71" y="135"/>
                    </a:lnTo>
                    <a:lnTo>
                      <a:pt x="69" y="135"/>
                    </a:lnTo>
                    <a:lnTo>
                      <a:pt x="69" y="133"/>
                    </a:lnTo>
                    <a:lnTo>
                      <a:pt x="69" y="133"/>
                    </a:lnTo>
                    <a:lnTo>
                      <a:pt x="69" y="133"/>
                    </a:lnTo>
                    <a:lnTo>
                      <a:pt x="69" y="133"/>
                    </a:lnTo>
                    <a:lnTo>
                      <a:pt x="69" y="130"/>
                    </a:lnTo>
                    <a:lnTo>
                      <a:pt x="69" y="130"/>
                    </a:lnTo>
                    <a:lnTo>
                      <a:pt x="69" y="130"/>
                    </a:lnTo>
                    <a:lnTo>
                      <a:pt x="66" y="130"/>
                    </a:lnTo>
                    <a:lnTo>
                      <a:pt x="66" y="130"/>
                    </a:lnTo>
                    <a:lnTo>
                      <a:pt x="66" y="130"/>
                    </a:lnTo>
                    <a:lnTo>
                      <a:pt x="66" y="128"/>
                    </a:lnTo>
                    <a:lnTo>
                      <a:pt x="64" y="128"/>
                    </a:lnTo>
                    <a:lnTo>
                      <a:pt x="64" y="128"/>
                    </a:lnTo>
                    <a:lnTo>
                      <a:pt x="64" y="128"/>
                    </a:lnTo>
                    <a:lnTo>
                      <a:pt x="62" y="128"/>
                    </a:lnTo>
                    <a:lnTo>
                      <a:pt x="62" y="126"/>
                    </a:lnTo>
                    <a:lnTo>
                      <a:pt x="62" y="126"/>
                    </a:lnTo>
                    <a:lnTo>
                      <a:pt x="62" y="126"/>
                    </a:lnTo>
                    <a:lnTo>
                      <a:pt x="59" y="126"/>
                    </a:lnTo>
                    <a:lnTo>
                      <a:pt x="59" y="126"/>
                    </a:lnTo>
                    <a:lnTo>
                      <a:pt x="59" y="126"/>
                    </a:lnTo>
                    <a:lnTo>
                      <a:pt x="59" y="123"/>
                    </a:lnTo>
                    <a:lnTo>
                      <a:pt x="59" y="123"/>
                    </a:lnTo>
                    <a:lnTo>
                      <a:pt x="59" y="123"/>
                    </a:lnTo>
                    <a:lnTo>
                      <a:pt x="57" y="123"/>
                    </a:lnTo>
                    <a:lnTo>
                      <a:pt x="57" y="123"/>
                    </a:lnTo>
                    <a:lnTo>
                      <a:pt x="55" y="123"/>
                    </a:lnTo>
                    <a:lnTo>
                      <a:pt x="55" y="123"/>
                    </a:lnTo>
                    <a:lnTo>
                      <a:pt x="55" y="123"/>
                    </a:lnTo>
                    <a:lnTo>
                      <a:pt x="55" y="123"/>
                    </a:lnTo>
                    <a:lnTo>
                      <a:pt x="55" y="121"/>
                    </a:lnTo>
                    <a:lnTo>
                      <a:pt x="55" y="121"/>
                    </a:lnTo>
                    <a:lnTo>
                      <a:pt x="52" y="121"/>
                    </a:lnTo>
                    <a:lnTo>
                      <a:pt x="52" y="118"/>
                    </a:lnTo>
                    <a:lnTo>
                      <a:pt x="52" y="118"/>
                    </a:lnTo>
                    <a:lnTo>
                      <a:pt x="52" y="118"/>
                    </a:lnTo>
                    <a:lnTo>
                      <a:pt x="52" y="118"/>
                    </a:lnTo>
                    <a:lnTo>
                      <a:pt x="52" y="116"/>
                    </a:lnTo>
                    <a:lnTo>
                      <a:pt x="50" y="116"/>
                    </a:lnTo>
                    <a:lnTo>
                      <a:pt x="50" y="116"/>
                    </a:lnTo>
                    <a:lnTo>
                      <a:pt x="50" y="116"/>
                    </a:lnTo>
                    <a:lnTo>
                      <a:pt x="47" y="116"/>
                    </a:lnTo>
                    <a:lnTo>
                      <a:pt x="47" y="116"/>
                    </a:lnTo>
                    <a:lnTo>
                      <a:pt x="47" y="118"/>
                    </a:lnTo>
                    <a:lnTo>
                      <a:pt x="47" y="118"/>
                    </a:lnTo>
                    <a:lnTo>
                      <a:pt x="47" y="116"/>
                    </a:lnTo>
                    <a:lnTo>
                      <a:pt x="47" y="116"/>
                    </a:lnTo>
                    <a:lnTo>
                      <a:pt x="47" y="116"/>
                    </a:lnTo>
                    <a:lnTo>
                      <a:pt x="47" y="114"/>
                    </a:lnTo>
                    <a:lnTo>
                      <a:pt x="45" y="114"/>
                    </a:lnTo>
                    <a:lnTo>
                      <a:pt x="45" y="114"/>
                    </a:lnTo>
                    <a:lnTo>
                      <a:pt x="45" y="114"/>
                    </a:lnTo>
                    <a:lnTo>
                      <a:pt x="45" y="114"/>
                    </a:lnTo>
                    <a:lnTo>
                      <a:pt x="43" y="114"/>
                    </a:lnTo>
                    <a:lnTo>
                      <a:pt x="43" y="114"/>
                    </a:lnTo>
                    <a:lnTo>
                      <a:pt x="43" y="114"/>
                    </a:lnTo>
                    <a:lnTo>
                      <a:pt x="43" y="111"/>
                    </a:lnTo>
                    <a:lnTo>
                      <a:pt x="40" y="111"/>
                    </a:lnTo>
                    <a:lnTo>
                      <a:pt x="40" y="111"/>
                    </a:lnTo>
                    <a:lnTo>
                      <a:pt x="40" y="111"/>
                    </a:lnTo>
                    <a:lnTo>
                      <a:pt x="40" y="111"/>
                    </a:lnTo>
                    <a:lnTo>
                      <a:pt x="40" y="109"/>
                    </a:lnTo>
                    <a:lnTo>
                      <a:pt x="38" y="109"/>
                    </a:lnTo>
                    <a:lnTo>
                      <a:pt x="38" y="109"/>
                    </a:lnTo>
                    <a:lnTo>
                      <a:pt x="38" y="109"/>
                    </a:lnTo>
                    <a:lnTo>
                      <a:pt x="38" y="109"/>
                    </a:lnTo>
                    <a:lnTo>
                      <a:pt x="38" y="109"/>
                    </a:lnTo>
                    <a:lnTo>
                      <a:pt x="38" y="109"/>
                    </a:lnTo>
                    <a:lnTo>
                      <a:pt x="38" y="107"/>
                    </a:lnTo>
                    <a:lnTo>
                      <a:pt x="38" y="107"/>
                    </a:lnTo>
                    <a:lnTo>
                      <a:pt x="36" y="107"/>
                    </a:lnTo>
                    <a:lnTo>
                      <a:pt x="36" y="104"/>
                    </a:lnTo>
                    <a:lnTo>
                      <a:pt x="36" y="104"/>
                    </a:lnTo>
                    <a:lnTo>
                      <a:pt x="36" y="104"/>
                    </a:lnTo>
                    <a:lnTo>
                      <a:pt x="33" y="104"/>
                    </a:lnTo>
                    <a:lnTo>
                      <a:pt x="33" y="104"/>
                    </a:lnTo>
                    <a:lnTo>
                      <a:pt x="33" y="104"/>
                    </a:lnTo>
                    <a:lnTo>
                      <a:pt x="33" y="104"/>
                    </a:lnTo>
                    <a:lnTo>
                      <a:pt x="31" y="104"/>
                    </a:lnTo>
                    <a:lnTo>
                      <a:pt x="31" y="104"/>
                    </a:lnTo>
                    <a:lnTo>
                      <a:pt x="31" y="102"/>
                    </a:lnTo>
                    <a:lnTo>
                      <a:pt x="29" y="102"/>
                    </a:lnTo>
                    <a:lnTo>
                      <a:pt x="29" y="102"/>
                    </a:lnTo>
                    <a:lnTo>
                      <a:pt x="29" y="102"/>
                    </a:lnTo>
                    <a:lnTo>
                      <a:pt x="29" y="102"/>
                    </a:lnTo>
                    <a:lnTo>
                      <a:pt x="29" y="99"/>
                    </a:lnTo>
                    <a:lnTo>
                      <a:pt x="29" y="99"/>
                    </a:lnTo>
                    <a:lnTo>
                      <a:pt x="26" y="99"/>
                    </a:lnTo>
                    <a:lnTo>
                      <a:pt x="26" y="99"/>
                    </a:lnTo>
                    <a:lnTo>
                      <a:pt x="26" y="97"/>
                    </a:lnTo>
                    <a:lnTo>
                      <a:pt x="26" y="97"/>
                    </a:lnTo>
                    <a:lnTo>
                      <a:pt x="24" y="97"/>
                    </a:lnTo>
                    <a:lnTo>
                      <a:pt x="24" y="97"/>
                    </a:lnTo>
                    <a:lnTo>
                      <a:pt x="24" y="97"/>
                    </a:lnTo>
                    <a:lnTo>
                      <a:pt x="24" y="95"/>
                    </a:lnTo>
                    <a:lnTo>
                      <a:pt x="24" y="95"/>
                    </a:lnTo>
                    <a:lnTo>
                      <a:pt x="24" y="95"/>
                    </a:lnTo>
                    <a:lnTo>
                      <a:pt x="24" y="92"/>
                    </a:lnTo>
                    <a:lnTo>
                      <a:pt x="24" y="92"/>
                    </a:lnTo>
                    <a:lnTo>
                      <a:pt x="24" y="92"/>
                    </a:lnTo>
                    <a:lnTo>
                      <a:pt x="26" y="92"/>
                    </a:lnTo>
                    <a:lnTo>
                      <a:pt x="26" y="90"/>
                    </a:lnTo>
                    <a:lnTo>
                      <a:pt x="26" y="90"/>
                    </a:lnTo>
                    <a:lnTo>
                      <a:pt x="26" y="88"/>
                    </a:lnTo>
                    <a:lnTo>
                      <a:pt x="26" y="88"/>
                    </a:lnTo>
                    <a:lnTo>
                      <a:pt x="24" y="88"/>
                    </a:lnTo>
                    <a:lnTo>
                      <a:pt x="24" y="85"/>
                    </a:lnTo>
                    <a:lnTo>
                      <a:pt x="24" y="85"/>
                    </a:lnTo>
                    <a:lnTo>
                      <a:pt x="24" y="85"/>
                    </a:lnTo>
                    <a:lnTo>
                      <a:pt x="21" y="85"/>
                    </a:lnTo>
                    <a:lnTo>
                      <a:pt x="21" y="85"/>
                    </a:lnTo>
                    <a:lnTo>
                      <a:pt x="21" y="85"/>
                    </a:lnTo>
                    <a:lnTo>
                      <a:pt x="21" y="83"/>
                    </a:lnTo>
                    <a:lnTo>
                      <a:pt x="21" y="83"/>
                    </a:lnTo>
                    <a:lnTo>
                      <a:pt x="21" y="83"/>
                    </a:lnTo>
                    <a:lnTo>
                      <a:pt x="21" y="80"/>
                    </a:lnTo>
                    <a:lnTo>
                      <a:pt x="21" y="80"/>
                    </a:lnTo>
                    <a:lnTo>
                      <a:pt x="19" y="80"/>
                    </a:lnTo>
                    <a:lnTo>
                      <a:pt x="19" y="78"/>
                    </a:lnTo>
                    <a:lnTo>
                      <a:pt x="19" y="78"/>
                    </a:lnTo>
                    <a:lnTo>
                      <a:pt x="19" y="78"/>
                    </a:lnTo>
                    <a:lnTo>
                      <a:pt x="19" y="78"/>
                    </a:lnTo>
                    <a:lnTo>
                      <a:pt x="19" y="76"/>
                    </a:lnTo>
                    <a:lnTo>
                      <a:pt x="17" y="76"/>
                    </a:lnTo>
                    <a:lnTo>
                      <a:pt x="17" y="76"/>
                    </a:lnTo>
                    <a:lnTo>
                      <a:pt x="17" y="76"/>
                    </a:lnTo>
                    <a:lnTo>
                      <a:pt x="17" y="73"/>
                    </a:lnTo>
                    <a:lnTo>
                      <a:pt x="14" y="73"/>
                    </a:lnTo>
                    <a:lnTo>
                      <a:pt x="14" y="73"/>
                    </a:lnTo>
                    <a:lnTo>
                      <a:pt x="14" y="73"/>
                    </a:lnTo>
                    <a:lnTo>
                      <a:pt x="14" y="73"/>
                    </a:lnTo>
                    <a:lnTo>
                      <a:pt x="14" y="73"/>
                    </a:lnTo>
                    <a:lnTo>
                      <a:pt x="12" y="73"/>
                    </a:lnTo>
                    <a:lnTo>
                      <a:pt x="12" y="71"/>
                    </a:lnTo>
                    <a:lnTo>
                      <a:pt x="12" y="71"/>
                    </a:lnTo>
                    <a:lnTo>
                      <a:pt x="12" y="69"/>
                    </a:lnTo>
                    <a:lnTo>
                      <a:pt x="12" y="69"/>
                    </a:lnTo>
                    <a:lnTo>
                      <a:pt x="12" y="66"/>
                    </a:lnTo>
                    <a:lnTo>
                      <a:pt x="14" y="66"/>
                    </a:lnTo>
                    <a:lnTo>
                      <a:pt x="14" y="66"/>
                    </a:lnTo>
                    <a:lnTo>
                      <a:pt x="12" y="66"/>
                    </a:lnTo>
                    <a:lnTo>
                      <a:pt x="12" y="64"/>
                    </a:lnTo>
                    <a:lnTo>
                      <a:pt x="12" y="64"/>
                    </a:lnTo>
                    <a:lnTo>
                      <a:pt x="12" y="64"/>
                    </a:lnTo>
                    <a:lnTo>
                      <a:pt x="12" y="64"/>
                    </a:lnTo>
                    <a:lnTo>
                      <a:pt x="10" y="64"/>
                    </a:lnTo>
                    <a:lnTo>
                      <a:pt x="10" y="64"/>
                    </a:lnTo>
                    <a:lnTo>
                      <a:pt x="10" y="64"/>
                    </a:lnTo>
                    <a:lnTo>
                      <a:pt x="10" y="62"/>
                    </a:lnTo>
                    <a:lnTo>
                      <a:pt x="10" y="62"/>
                    </a:lnTo>
                    <a:lnTo>
                      <a:pt x="10" y="59"/>
                    </a:lnTo>
                    <a:lnTo>
                      <a:pt x="10" y="59"/>
                    </a:lnTo>
                    <a:lnTo>
                      <a:pt x="10" y="59"/>
                    </a:lnTo>
                    <a:lnTo>
                      <a:pt x="10" y="57"/>
                    </a:lnTo>
                    <a:lnTo>
                      <a:pt x="10" y="57"/>
                    </a:lnTo>
                    <a:lnTo>
                      <a:pt x="12" y="57"/>
                    </a:lnTo>
                    <a:lnTo>
                      <a:pt x="12" y="54"/>
                    </a:lnTo>
                    <a:lnTo>
                      <a:pt x="12" y="54"/>
                    </a:lnTo>
                    <a:lnTo>
                      <a:pt x="10" y="54"/>
                    </a:lnTo>
                    <a:lnTo>
                      <a:pt x="10" y="54"/>
                    </a:lnTo>
                    <a:lnTo>
                      <a:pt x="10" y="52"/>
                    </a:lnTo>
                    <a:lnTo>
                      <a:pt x="10" y="52"/>
                    </a:lnTo>
                    <a:lnTo>
                      <a:pt x="10" y="50"/>
                    </a:lnTo>
                    <a:lnTo>
                      <a:pt x="10" y="50"/>
                    </a:lnTo>
                    <a:lnTo>
                      <a:pt x="10" y="50"/>
                    </a:lnTo>
                    <a:lnTo>
                      <a:pt x="10" y="47"/>
                    </a:lnTo>
                    <a:lnTo>
                      <a:pt x="10" y="47"/>
                    </a:lnTo>
                    <a:lnTo>
                      <a:pt x="7" y="47"/>
                    </a:lnTo>
                    <a:lnTo>
                      <a:pt x="7" y="45"/>
                    </a:lnTo>
                    <a:lnTo>
                      <a:pt x="7" y="45"/>
                    </a:lnTo>
                    <a:lnTo>
                      <a:pt x="7" y="45"/>
                    </a:lnTo>
                    <a:lnTo>
                      <a:pt x="7" y="45"/>
                    </a:lnTo>
                    <a:lnTo>
                      <a:pt x="7" y="45"/>
                    </a:lnTo>
                    <a:lnTo>
                      <a:pt x="7" y="43"/>
                    </a:lnTo>
                    <a:lnTo>
                      <a:pt x="5" y="43"/>
                    </a:lnTo>
                    <a:lnTo>
                      <a:pt x="5" y="43"/>
                    </a:lnTo>
                    <a:lnTo>
                      <a:pt x="5" y="40"/>
                    </a:lnTo>
                    <a:lnTo>
                      <a:pt x="5" y="40"/>
                    </a:lnTo>
                    <a:lnTo>
                      <a:pt x="5" y="40"/>
                    </a:lnTo>
                    <a:lnTo>
                      <a:pt x="5" y="40"/>
                    </a:lnTo>
                    <a:lnTo>
                      <a:pt x="5" y="38"/>
                    </a:lnTo>
                    <a:lnTo>
                      <a:pt x="7" y="38"/>
                    </a:lnTo>
                    <a:lnTo>
                      <a:pt x="7" y="38"/>
                    </a:lnTo>
                    <a:lnTo>
                      <a:pt x="7" y="35"/>
                    </a:lnTo>
                    <a:lnTo>
                      <a:pt x="5" y="35"/>
                    </a:lnTo>
                    <a:lnTo>
                      <a:pt x="5" y="35"/>
                    </a:lnTo>
                    <a:lnTo>
                      <a:pt x="5" y="35"/>
                    </a:lnTo>
                    <a:lnTo>
                      <a:pt x="5" y="35"/>
                    </a:lnTo>
                    <a:lnTo>
                      <a:pt x="5" y="35"/>
                    </a:lnTo>
                    <a:lnTo>
                      <a:pt x="2" y="35"/>
                    </a:lnTo>
                    <a:lnTo>
                      <a:pt x="2" y="35"/>
                    </a:lnTo>
                    <a:lnTo>
                      <a:pt x="0" y="35"/>
                    </a:lnTo>
                    <a:lnTo>
                      <a:pt x="0" y="35"/>
                    </a:lnTo>
                    <a:lnTo>
                      <a:pt x="0" y="35"/>
                    </a:lnTo>
                    <a:lnTo>
                      <a:pt x="0" y="33"/>
                    </a:lnTo>
                    <a:lnTo>
                      <a:pt x="0" y="33"/>
                    </a:lnTo>
                    <a:lnTo>
                      <a:pt x="0" y="31"/>
                    </a:lnTo>
                    <a:lnTo>
                      <a:pt x="0" y="31"/>
                    </a:lnTo>
                    <a:lnTo>
                      <a:pt x="2" y="31"/>
                    </a:lnTo>
                    <a:lnTo>
                      <a:pt x="2" y="31"/>
                    </a:lnTo>
                    <a:lnTo>
                      <a:pt x="5" y="31"/>
                    </a:lnTo>
                    <a:lnTo>
                      <a:pt x="5" y="31"/>
                    </a:lnTo>
                    <a:lnTo>
                      <a:pt x="5" y="31"/>
                    </a:lnTo>
                    <a:lnTo>
                      <a:pt x="5" y="31"/>
                    </a:lnTo>
                    <a:lnTo>
                      <a:pt x="5" y="31"/>
                    </a:lnTo>
                    <a:lnTo>
                      <a:pt x="5" y="28"/>
                    </a:lnTo>
                    <a:lnTo>
                      <a:pt x="5" y="28"/>
                    </a:lnTo>
                    <a:lnTo>
                      <a:pt x="5" y="28"/>
                    </a:lnTo>
                    <a:lnTo>
                      <a:pt x="5" y="26"/>
                    </a:lnTo>
                    <a:lnTo>
                      <a:pt x="5" y="26"/>
                    </a:lnTo>
                    <a:lnTo>
                      <a:pt x="5" y="26"/>
                    </a:lnTo>
                    <a:lnTo>
                      <a:pt x="5" y="24"/>
                    </a:lnTo>
                    <a:lnTo>
                      <a:pt x="5" y="24"/>
                    </a:lnTo>
                    <a:lnTo>
                      <a:pt x="2" y="24"/>
                    </a:lnTo>
                    <a:lnTo>
                      <a:pt x="2" y="24"/>
                    </a:lnTo>
                    <a:lnTo>
                      <a:pt x="2" y="21"/>
                    </a:lnTo>
                    <a:lnTo>
                      <a:pt x="5" y="21"/>
                    </a:lnTo>
                    <a:lnTo>
                      <a:pt x="5" y="21"/>
                    </a:lnTo>
                    <a:lnTo>
                      <a:pt x="5" y="21"/>
                    </a:lnTo>
                    <a:lnTo>
                      <a:pt x="5" y="21"/>
                    </a:lnTo>
                    <a:lnTo>
                      <a:pt x="5" y="19"/>
                    </a:lnTo>
                    <a:lnTo>
                      <a:pt x="5" y="19"/>
                    </a:lnTo>
                    <a:lnTo>
                      <a:pt x="5" y="19"/>
                    </a:lnTo>
                    <a:lnTo>
                      <a:pt x="5" y="16"/>
                    </a:lnTo>
                    <a:lnTo>
                      <a:pt x="5" y="16"/>
                    </a:lnTo>
                    <a:lnTo>
                      <a:pt x="5" y="16"/>
                    </a:lnTo>
                    <a:lnTo>
                      <a:pt x="5" y="14"/>
                    </a:lnTo>
                    <a:lnTo>
                      <a:pt x="5" y="14"/>
                    </a:lnTo>
                    <a:lnTo>
                      <a:pt x="2" y="14"/>
                    </a:lnTo>
                    <a:lnTo>
                      <a:pt x="2" y="14"/>
                    </a:lnTo>
                    <a:lnTo>
                      <a:pt x="2" y="12"/>
                    </a:lnTo>
                    <a:lnTo>
                      <a:pt x="2" y="12"/>
                    </a:lnTo>
                    <a:lnTo>
                      <a:pt x="2" y="12"/>
                    </a:lnTo>
                    <a:lnTo>
                      <a:pt x="0" y="12"/>
                    </a:lnTo>
                    <a:lnTo>
                      <a:pt x="0" y="9"/>
                    </a:lnTo>
                    <a:lnTo>
                      <a:pt x="0" y="9"/>
                    </a:lnTo>
                    <a:lnTo>
                      <a:pt x="0" y="9"/>
                    </a:lnTo>
                    <a:lnTo>
                      <a:pt x="0" y="7"/>
                    </a:lnTo>
                    <a:lnTo>
                      <a:pt x="0" y="7"/>
                    </a:lnTo>
                    <a:lnTo>
                      <a:pt x="0" y="5"/>
                    </a:lnTo>
                    <a:lnTo>
                      <a:pt x="0" y="5"/>
                    </a:lnTo>
                    <a:lnTo>
                      <a:pt x="0" y="5"/>
                    </a:lnTo>
                    <a:lnTo>
                      <a:pt x="0" y="5"/>
                    </a:lnTo>
                    <a:lnTo>
                      <a:pt x="0" y="2"/>
                    </a:lnTo>
                    <a:lnTo>
                      <a:pt x="0" y="2"/>
                    </a:lnTo>
                    <a:lnTo>
                      <a:pt x="0" y="0"/>
                    </a:lnTo>
                    <a:lnTo>
                      <a:pt x="0" y="0"/>
                    </a:lnTo>
                    <a:lnTo>
                      <a:pt x="2" y="0"/>
                    </a:lnTo>
                    <a:lnTo>
                      <a:pt x="2" y="0"/>
                    </a:lnTo>
                    <a:lnTo>
                      <a:pt x="5" y="0"/>
                    </a:lnTo>
                    <a:lnTo>
                      <a:pt x="5" y="0"/>
                    </a:lnTo>
                    <a:lnTo>
                      <a:pt x="5" y="0"/>
                    </a:lnTo>
                    <a:lnTo>
                      <a:pt x="5" y="2"/>
                    </a:lnTo>
                    <a:lnTo>
                      <a:pt x="5" y="2"/>
                    </a:lnTo>
                    <a:lnTo>
                      <a:pt x="5" y="5"/>
                    </a:lnTo>
                    <a:lnTo>
                      <a:pt x="5" y="5"/>
                    </a:lnTo>
                    <a:lnTo>
                      <a:pt x="7" y="5"/>
                    </a:lnTo>
                    <a:lnTo>
                      <a:pt x="7" y="5"/>
                    </a:lnTo>
                    <a:lnTo>
                      <a:pt x="7" y="5"/>
                    </a:lnTo>
                    <a:lnTo>
                      <a:pt x="7" y="5"/>
                    </a:lnTo>
                    <a:lnTo>
                      <a:pt x="10" y="5"/>
                    </a:lnTo>
                    <a:lnTo>
                      <a:pt x="10" y="5"/>
                    </a:lnTo>
                    <a:lnTo>
                      <a:pt x="10" y="5"/>
                    </a:lnTo>
                    <a:lnTo>
                      <a:pt x="12" y="5"/>
                    </a:lnTo>
                    <a:lnTo>
                      <a:pt x="12" y="5"/>
                    </a:lnTo>
                    <a:lnTo>
                      <a:pt x="12" y="5"/>
                    </a:lnTo>
                    <a:lnTo>
                      <a:pt x="12" y="5"/>
                    </a:lnTo>
                    <a:lnTo>
                      <a:pt x="14" y="5"/>
                    </a:lnTo>
                    <a:lnTo>
                      <a:pt x="14" y="5"/>
                    </a:lnTo>
                    <a:lnTo>
                      <a:pt x="14" y="5"/>
                    </a:lnTo>
                    <a:lnTo>
                      <a:pt x="14" y="7"/>
                    </a:lnTo>
                    <a:lnTo>
                      <a:pt x="14" y="7"/>
                    </a:lnTo>
                    <a:lnTo>
                      <a:pt x="14" y="7"/>
                    </a:lnTo>
                    <a:lnTo>
                      <a:pt x="14" y="9"/>
                    </a:lnTo>
                    <a:lnTo>
                      <a:pt x="14" y="9"/>
                    </a:lnTo>
                    <a:lnTo>
                      <a:pt x="14" y="12"/>
                    </a:lnTo>
                    <a:lnTo>
                      <a:pt x="17" y="12"/>
                    </a:lnTo>
                    <a:lnTo>
                      <a:pt x="17" y="12"/>
                    </a:lnTo>
                    <a:lnTo>
                      <a:pt x="19" y="12"/>
                    </a:lnTo>
                    <a:lnTo>
                      <a:pt x="19" y="9"/>
                    </a:lnTo>
                    <a:lnTo>
                      <a:pt x="19" y="9"/>
                    </a:lnTo>
                    <a:lnTo>
                      <a:pt x="19" y="12"/>
                    </a:lnTo>
                    <a:lnTo>
                      <a:pt x="19" y="12"/>
                    </a:lnTo>
                    <a:lnTo>
                      <a:pt x="21" y="12"/>
                    </a:lnTo>
                    <a:lnTo>
                      <a:pt x="21" y="12"/>
                    </a:lnTo>
                    <a:lnTo>
                      <a:pt x="21" y="12"/>
                    </a:lnTo>
                    <a:lnTo>
                      <a:pt x="21" y="14"/>
                    </a:lnTo>
                    <a:lnTo>
                      <a:pt x="21" y="14"/>
                    </a:lnTo>
                    <a:lnTo>
                      <a:pt x="21" y="14"/>
                    </a:lnTo>
                    <a:lnTo>
                      <a:pt x="21" y="14"/>
                    </a:lnTo>
                    <a:lnTo>
                      <a:pt x="21" y="14"/>
                    </a:lnTo>
                    <a:lnTo>
                      <a:pt x="21" y="16"/>
                    </a:lnTo>
                    <a:lnTo>
                      <a:pt x="21" y="16"/>
                    </a:lnTo>
                    <a:lnTo>
                      <a:pt x="21" y="19"/>
                    </a:lnTo>
                    <a:lnTo>
                      <a:pt x="21" y="19"/>
                    </a:lnTo>
                    <a:lnTo>
                      <a:pt x="21" y="19"/>
                    </a:lnTo>
                    <a:lnTo>
                      <a:pt x="19" y="19"/>
                    </a:lnTo>
                    <a:lnTo>
                      <a:pt x="19" y="21"/>
                    </a:lnTo>
                    <a:lnTo>
                      <a:pt x="19" y="21"/>
                    </a:lnTo>
                    <a:lnTo>
                      <a:pt x="19" y="21"/>
                    </a:lnTo>
                    <a:lnTo>
                      <a:pt x="19" y="24"/>
                    </a:lnTo>
                    <a:lnTo>
                      <a:pt x="19" y="24"/>
                    </a:lnTo>
                    <a:lnTo>
                      <a:pt x="19" y="24"/>
                    </a:lnTo>
                    <a:lnTo>
                      <a:pt x="21" y="24"/>
                    </a:lnTo>
                    <a:lnTo>
                      <a:pt x="21" y="26"/>
                    </a:lnTo>
                    <a:lnTo>
                      <a:pt x="21" y="26"/>
                    </a:lnTo>
                    <a:lnTo>
                      <a:pt x="21" y="26"/>
                    </a:lnTo>
                    <a:lnTo>
                      <a:pt x="21" y="26"/>
                    </a:lnTo>
                    <a:lnTo>
                      <a:pt x="21" y="26"/>
                    </a:lnTo>
                    <a:lnTo>
                      <a:pt x="21" y="26"/>
                    </a:lnTo>
                    <a:lnTo>
                      <a:pt x="24" y="26"/>
                    </a:lnTo>
                    <a:lnTo>
                      <a:pt x="24" y="26"/>
                    </a:lnTo>
                    <a:lnTo>
                      <a:pt x="24" y="26"/>
                    </a:lnTo>
                    <a:lnTo>
                      <a:pt x="24" y="24"/>
                    </a:lnTo>
                    <a:lnTo>
                      <a:pt x="24" y="24"/>
                    </a:lnTo>
                    <a:lnTo>
                      <a:pt x="26" y="24"/>
                    </a:lnTo>
                    <a:lnTo>
                      <a:pt x="26" y="24"/>
                    </a:lnTo>
                    <a:lnTo>
                      <a:pt x="26" y="21"/>
                    </a:lnTo>
                    <a:lnTo>
                      <a:pt x="26" y="21"/>
                    </a:lnTo>
                    <a:lnTo>
                      <a:pt x="26" y="21"/>
                    </a:lnTo>
                    <a:lnTo>
                      <a:pt x="29" y="21"/>
                    </a:lnTo>
                    <a:lnTo>
                      <a:pt x="29" y="21"/>
                    </a:lnTo>
                    <a:lnTo>
                      <a:pt x="29" y="21"/>
                    </a:lnTo>
                    <a:lnTo>
                      <a:pt x="29" y="19"/>
                    </a:lnTo>
                    <a:lnTo>
                      <a:pt x="31" y="19"/>
                    </a:lnTo>
                    <a:lnTo>
                      <a:pt x="31" y="19"/>
                    </a:lnTo>
                    <a:lnTo>
                      <a:pt x="33" y="19"/>
                    </a:lnTo>
                    <a:lnTo>
                      <a:pt x="33" y="21"/>
                    </a:lnTo>
                    <a:lnTo>
                      <a:pt x="33" y="21"/>
                    </a:lnTo>
                    <a:lnTo>
                      <a:pt x="33" y="21"/>
                    </a:lnTo>
                    <a:lnTo>
                      <a:pt x="33" y="24"/>
                    </a:lnTo>
                    <a:lnTo>
                      <a:pt x="33" y="24"/>
                    </a:lnTo>
                    <a:lnTo>
                      <a:pt x="36" y="24"/>
                    </a:lnTo>
                    <a:lnTo>
                      <a:pt x="36" y="24"/>
                    </a:lnTo>
                    <a:lnTo>
                      <a:pt x="36" y="24"/>
                    </a:lnTo>
                    <a:lnTo>
                      <a:pt x="38" y="24"/>
                    </a:lnTo>
                    <a:lnTo>
                      <a:pt x="38" y="24"/>
                    </a:lnTo>
                    <a:lnTo>
                      <a:pt x="38" y="24"/>
                    </a:lnTo>
                    <a:lnTo>
                      <a:pt x="38" y="21"/>
                    </a:lnTo>
                    <a:lnTo>
                      <a:pt x="38" y="21"/>
                    </a:lnTo>
                    <a:lnTo>
                      <a:pt x="38" y="21"/>
                    </a:lnTo>
                    <a:lnTo>
                      <a:pt x="38" y="19"/>
                    </a:lnTo>
                    <a:lnTo>
                      <a:pt x="38" y="19"/>
                    </a:lnTo>
                    <a:lnTo>
                      <a:pt x="40" y="19"/>
                    </a:lnTo>
                    <a:lnTo>
                      <a:pt x="40" y="16"/>
                    </a:lnTo>
                    <a:lnTo>
                      <a:pt x="40" y="16"/>
                    </a:lnTo>
                    <a:lnTo>
                      <a:pt x="40" y="16"/>
                    </a:lnTo>
                    <a:lnTo>
                      <a:pt x="40" y="14"/>
                    </a:lnTo>
                    <a:lnTo>
                      <a:pt x="40" y="14"/>
                    </a:lnTo>
                    <a:lnTo>
                      <a:pt x="43" y="14"/>
                    </a:lnTo>
                    <a:lnTo>
                      <a:pt x="43" y="14"/>
                    </a:lnTo>
                    <a:lnTo>
                      <a:pt x="43" y="14"/>
                    </a:lnTo>
                    <a:lnTo>
                      <a:pt x="43" y="12"/>
                    </a:lnTo>
                    <a:lnTo>
                      <a:pt x="43" y="12"/>
                    </a:lnTo>
                    <a:lnTo>
                      <a:pt x="43" y="12"/>
                    </a:lnTo>
                    <a:lnTo>
                      <a:pt x="45" y="12"/>
                    </a:lnTo>
                    <a:lnTo>
                      <a:pt x="45" y="12"/>
                    </a:lnTo>
                    <a:lnTo>
                      <a:pt x="45" y="12"/>
                    </a:lnTo>
                    <a:lnTo>
                      <a:pt x="47" y="12"/>
                    </a:lnTo>
                    <a:lnTo>
                      <a:pt x="47" y="12"/>
                    </a:lnTo>
                    <a:lnTo>
                      <a:pt x="47" y="12"/>
                    </a:lnTo>
                    <a:lnTo>
                      <a:pt x="47" y="12"/>
                    </a:lnTo>
                    <a:lnTo>
                      <a:pt x="47" y="14"/>
                    </a:lnTo>
                    <a:lnTo>
                      <a:pt x="50" y="14"/>
                    </a:lnTo>
                    <a:lnTo>
                      <a:pt x="50" y="14"/>
                    </a:lnTo>
                    <a:lnTo>
                      <a:pt x="50" y="14"/>
                    </a:lnTo>
                    <a:lnTo>
                      <a:pt x="50" y="14"/>
                    </a:lnTo>
                    <a:lnTo>
                      <a:pt x="50" y="16"/>
                    </a:lnTo>
                    <a:lnTo>
                      <a:pt x="50" y="16"/>
                    </a:lnTo>
                    <a:lnTo>
                      <a:pt x="52" y="16"/>
                    </a:lnTo>
                    <a:lnTo>
                      <a:pt x="52" y="19"/>
                    </a:lnTo>
                    <a:lnTo>
                      <a:pt x="52" y="19"/>
                    </a:lnTo>
                    <a:lnTo>
                      <a:pt x="52" y="19"/>
                    </a:lnTo>
                    <a:lnTo>
                      <a:pt x="52" y="21"/>
                    </a:lnTo>
                    <a:lnTo>
                      <a:pt x="52" y="21"/>
                    </a:lnTo>
                    <a:lnTo>
                      <a:pt x="55" y="21"/>
                    </a:lnTo>
                    <a:lnTo>
                      <a:pt x="55" y="21"/>
                    </a:lnTo>
                    <a:lnTo>
                      <a:pt x="55" y="21"/>
                    </a:lnTo>
                    <a:lnTo>
                      <a:pt x="55" y="24"/>
                    </a:lnTo>
                    <a:lnTo>
                      <a:pt x="55" y="24"/>
                    </a:lnTo>
                    <a:lnTo>
                      <a:pt x="55" y="24"/>
                    </a:lnTo>
                    <a:lnTo>
                      <a:pt x="55" y="26"/>
                    </a:lnTo>
                    <a:lnTo>
                      <a:pt x="57" y="26"/>
                    </a:lnTo>
                    <a:lnTo>
                      <a:pt x="57" y="26"/>
                    </a:lnTo>
                    <a:lnTo>
                      <a:pt x="57" y="26"/>
                    </a:lnTo>
                    <a:lnTo>
                      <a:pt x="59" y="26"/>
                    </a:lnTo>
                    <a:lnTo>
                      <a:pt x="59" y="26"/>
                    </a:lnTo>
                    <a:lnTo>
                      <a:pt x="59" y="26"/>
                    </a:lnTo>
                    <a:lnTo>
                      <a:pt x="59" y="28"/>
                    </a:lnTo>
                    <a:lnTo>
                      <a:pt x="59" y="28"/>
                    </a:lnTo>
                    <a:lnTo>
                      <a:pt x="62" y="28"/>
                    </a:lnTo>
                    <a:lnTo>
                      <a:pt x="62" y="28"/>
                    </a:lnTo>
                    <a:lnTo>
                      <a:pt x="62" y="28"/>
                    </a:lnTo>
                    <a:lnTo>
                      <a:pt x="62" y="28"/>
                    </a:lnTo>
                    <a:lnTo>
                      <a:pt x="62" y="31"/>
                    </a:lnTo>
                    <a:lnTo>
                      <a:pt x="64" y="31"/>
                    </a:lnTo>
                    <a:lnTo>
                      <a:pt x="64" y="31"/>
                    </a:lnTo>
                    <a:lnTo>
                      <a:pt x="64" y="31"/>
                    </a:lnTo>
                    <a:lnTo>
                      <a:pt x="64" y="33"/>
                    </a:lnTo>
                    <a:lnTo>
                      <a:pt x="66" y="33"/>
                    </a:lnTo>
                    <a:lnTo>
                      <a:pt x="66" y="33"/>
                    </a:lnTo>
                    <a:lnTo>
                      <a:pt x="66" y="35"/>
                    </a:lnTo>
                    <a:lnTo>
                      <a:pt x="66" y="35"/>
                    </a:lnTo>
                    <a:lnTo>
                      <a:pt x="66" y="35"/>
                    </a:lnTo>
                    <a:lnTo>
                      <a:pt x="66" y="35"/>
                    </a:lnTo>
                    <a:lnTo>
                      <a:pt x="66" y="35"/>
                    </a:lnTo>
                    <a:lnTo>
                      <a:pt x="69" y="35"/>
                    </a:lnTo>
                    <a:lnTo>
                      <a:pt x="69" y="38"/>
                    </a:lnTo>
                    <a:lnTo>
                      <a:pt x="66" y="38"/>
                    </a:lnTo>
                    <a:lnTo>
                      <a:pt x="66" y="38"/>
                    </a:lnTo>
                    <a:lnTo>
                      <a:pt x="69" y="38"/>
                    </a:lnTo>
                    <a:lnTo>
                      <a:pt x="69" y="40"/>
                    </a:lnTo>
                    <a:lnTo>
                      <a:pt x="69" y="40"/>
                    </a:lnTo>
                    <a:lnTo>
                      <a:pt x="69" y="40"/>
                    </a:lnTo>
                    <a:lnTo>
                      <a:pt x="69" y="43"/>
                    </a:lnTo>
                    <a:lnTo>
                      <a:pt x="69" y="43"/>
                    </a:lnTo>
                    <a:lnTo>
                      <a:pt x="69" y="43"/>
                    </a:lnTo>
                    <a:lnTo>
                      <a:pt x="69" y="45"/>
                    </a:lnTo>
                    <a:lnTo>
                      <a:pt x="71" y="45"/>
                    </a:lnTo>
                    <a:lnTo>
                      <a:pt x="71" y="45"/>
                    </a:lnTo>
                    <a:lnTo>
                      <a:pt x="71" y="45"/>
                    </a:lnTo>
                    <a:lnTo>
                      <a:pt x="71" y="45"/>
                    </a:lnTo>
                    <a:lnTo>
                      <a:pt x="71" y="47"/>
                    </a:lnTo>
                    <a:lnTo>
                      <a:pt x="71" y="47"/>
                    </a:lnTo>
                    <a:lnTo>
                      <a:pt x="71" y="50"/>
                    </a:lnTo>
                    <a:lnTo>
                      <a:pt x="71" y="50"/>
                    </a:lnTo>
                    <a:lnTo>
                      <a:pt x="71" y="52"/>
                    </a:lnTo>
                    <a:lnTo>
                      <a:pt x="71" y="52"/>
                    </a:lnTo>
                    <a:lnTo>
                      <a:pt x="74" y="52"/>
                    </a:lnTo>
                    <a:lnTo>
                      <a:pt x="74" y="54"/>
                    </a:lnTo>
                    <a:lnTo>
                      <a:pt x="74" y="54"/>
                    </a:lnTo>
                    <a:lnTo>
                      <a:pt x="74" y="54"/>
                    </a:lnTo>
                    <a:lnTo>
                      <a:pt x="71" y="54"/>
                    </a:lnTo>
                    <a:lnTo>
                      <a:pt x="71" y="57"/>
                    </a:lnTo>
                    <a:lnTo>
                      <a:pt x="74" y="57"/>
                    </a:lnTo>
                    <a:lnTo>
                      <a:pt x="74" y="57"/>
                    </a:lnTo>
                    <a:lnTo>
                      <a:pt x="74" y="59"/>
                    </a:lnTo>
                    <a:lnTo>
                      <a:pt x="74" y="59"/>
                    </a:lnTo>
                    <a:lnTo>
                      <a:pt x="74" y="59"/>
                    </a:lnTo>
                    <a:lnTo>
                      <a:pt x="74" y="62"/>
                    </a:lnTo>
                    <a:lnTo>
                      <a:pt x="74" y="62"/>
                    </a:lnTo>
                    <a:lnTo>
                      <a:pt x="74" y="62"/>
                    </a:lnTo>
                    <a:lnTo>
                      <a:pt x="74" y="64"/>
                    </a:lnTo>
                    <a:lnTo>
                      <a:pt x="71" y="64"/>
                    </a:lnTo>
                    <a:lnTo>
                      <a:pt x="71" y="64"/>
                    </a:lnTo>
                    <a:lnTo>
                      <a:pt x="71" y="64"/>
                    </a:lnTo>
                    <a:lnTo>
                      <a:pt x="71" y="64"/>
                    </a:lnTo>
                    <a:lnTo>
                      <a:pt x="71" y="66"/>
                    </a:lnTo>
                    <a:lnTo>
                      <a:pt x="71" y="66"/>
                    </a:lnTo>
                    <a:lnTo>
                      <a:pt x="71" y="66"/>
                    </a:lnTo>
                    <a:lnTo>
                      <a:pt x="71" y="69"/>
                    </a:lnTo>
                    <a:lnTo>
                      <a:pt x="71" y="69"/>
                    </a:lnTo>
                    <a:lnTo>
                      <a:pt x="71" y="69"/>
                    </a:lnTo>
                    <a:lnTo>
                      <a:pt x="71" y="71"/>
                    </a:lnTo>
                    <a:lnTo>
                      <a:pt x="71" y="71"/>
                    </a:lnTo>
                    <a:lnTo>
                      <a:pt x="71" y="73"/>
                    </a:lnTo>
                    <a:lnTo>
                      <a:pt x="71" y="73"/>
                    </a:lnTo>
                    <a:lnTo>
                      <a:pt x="69" y="73"/>
                    </a:lnTo>
                    <a:lnTo>
                      <a:pt x="69" y="73"/>
                    </a:lnTo>
                    <a:lnTo>
                      <a:pt x="69" y="76"/>
                    </a:lnTo>
                    <a:lnTo>
                      <a:pt x="69" y="76"/>
                    </a:lnTo>
                    <a:lnTo>
                      <a:pt x="71" y="76"/>
                    </a:lnTo>
                    <a:lnTo>
                      <a:pt x="71" y="78"/>
                    </a:lnTo>
                    <a:lnTo>
                      <a:pt x="71" y="78"/>
                    </a:lnTo>
                    <a:lnTo>
                      <a:pt x="71" y="78"/>
                    </a:lnTo>
                    <a:lnTo>
                      <a:pt x="74" y="78"/>
                    </a:lnTo>
                    <a:lnTo>
                      <a:pt x="74" y="80"/>
                    </a:lnTo>
                    <a:lnTo>
                      <a:pt x="74" y="80"/>
                    </a:lnTo>
                    <a:lnTo>
                      <a:pt x="74" y="83"/>
                    </a:lnTo>
                    <a:lnTo>
                      <a:pt x="71" y="83"/>
                    </a:lnTo>
                    <a:lnTo>
                      <a:pt x="71" y="83"/>
                    </a:lnTo>
                    <a:lnTo>
                      <a:pt x="71" y="85"/>
                    </a:lnTo>
                    <a:lnTo>
                      <a:pt x="71" y="85"/>
                    </a:lnTo>
                    <a:lnTo>
                      <a:pt x="71" y="85"/>
                    </a:lnTo>
                    <a:lnTo>
                      <a:pt x="71" y="88"/>
                    </a:lnTo>
                    <a:lnTo>
                      <a:pt x="71" y="88"/>
                    </a:lnTo>
                    <a:lnTo>
                      <a:pt x="71" y="90"/>
                    </a:lnTo>
                    <a:lnTo>
                      <a:pt x="71" y="90"/>
                    </a:lnTo>
                    <a:lnTo>
                      <a:pt x="71" y="92"/>
                    </a:lnTo>
                    <a:lnTo>
                      <a:pt x="71" y="92"/>
                    </a:lnTo>
                    <a:lnTo>
                      <a:pt x="71" y="95"/>
                    </a:lnTo>
                    <a:lnTo>
                      <a:pt x="71" y="95"/>
                    </a:lnTo>
                    <a:lnTo>
                      <a:pt x="71" y="95"/>
                    </a:lnTo>
                    <a:lnTo>
                      <a:pt x="71" y="97"/>
                    </a:lnTo>
                    <a:lnTo>
                      <a:pt x="74" y="97"/>
                    </a:lnTo>
                    <a:lnTo>
                      <a:pt x="74" y="97"/>
                    </a:lnTo>
                    <a:lnTo>
                      <a:pt x="74" y="97"/>
                    </a:lnTo>
                    <a:lnTo>
                      <a:pt x="74" y="99"/>
                    </a:lnTo>
                    <a:lnTo>
                      <a:pt x="74" y="99"/>
                    </a:lnTo>
                    <a:lnTo>
                      <a:pt x="74" y="99"/>
                    </a:lnTo>
                    <a:lnTo>
                      <a:pt x="76" y="99"/>
                    </a:lnTo>
                    <a:lnTo>
                      <a:pt x="76" y="102"/>
                    </a:lnTo>
                    <a:lnTo>
                      <a:pt x="76" y="102"/>
                    </a:lnTo>
                    <a:lnTo>
                      <a:pt x="76" y="102"/>
                    </a:lnTo>
                    <a:lnTo>
                      <a:pt x="78" y="102"/>
                    </a:lnTo>
                    <a:lnTo>
                      <a:pt x="78" y="102"/>
                    </a:lnTo>
                    <a:lnTo>
                      <a:pt x="78" y="102"/>
                    </a:lnTo>
                    <a:lnTo>
                      <a:pt x="78" y="104"/>
                    </a:lnTo>
                    <a:lnTo>
                      <a:pt x="81" y="104"/>
                    </a:lnTo>
                    <a:lnTo>
                      <a:pt x="81" y="104"/>
                    </a:lnTo>
                    <a:lnTo>
                      <a:pt x="81" y="104"/>
                    </a:lnTo>
                    <a:lnTo>
                      <a:pt x="81" y="104"/>
                    </a:lnTo>
                    <a:lnTo>
                      <a:pt x="81" y="107"/>
                    </a:lnTo>
                    <a:lnTo>
                      <a:pt x="81" y="107"/>
                    </a:lnTo>
                    <a:lnTo>
                      <a:pt x="81" y="109"/>
                    </a:lnTo>
                    <a:lnTo>
                      <a:pt x="81" y="109"/>
                    </a:lnTo>
                    <a:lnTo>
                      <a:pt x="81" y="109"/>
                    </a:lnTo>
                    <a:lnTo>
                      <a:pt x="83" y="109"/>
                    </a:lnTo>
                    <a:lnTo>
                      <a:pt x="83" y="111"/>
                    </a:lnTo>
                    <a:lnTo>
                      <a:pt x="83" y="111"/>
                    </a:lnTo>
                    <a:lnTo>
                      <a:pt x="83" y="111"/>
                    </a:lnTo>
                    <a:lnTo>
                      <a:pt x="83" y="114"/>
                    </a:lnTo>
                    <a:lnTo>
                      <a:pt x="83" y="114"/>
                    </a:lnTo>
                    <a:lnTo>
                      <a:pt x="83" y="114"/>
                    </a:lnTo>
                    <a:lnTo>
                      <a:pt x="85" y="11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8" name="Freeform 106"/>
              <p:cNvSpPr>
                <a:spLocks/>
              </p:cNvSpPr>
              <p:nvPr/>
            </p:nvSpPr>
            <p:spPr bwMode="auto">
              <a:xfrm>
                <a:off x="2980" y="2585"/>
                <a:ext cx="90" cy="137"/>
              </a:xfrm>
              <a:custGeom>
                <a:avLst/>
                <a:gdLst/>
                <a:ahLst/>
                <a:cxnLst>
                  <a:cxn ang="0">
                    <a:pos x="88" y="121"/>
                  </a:cxn>
                  <a:cxn ang="0">
                    <a:pos x="88" y="128"/>
                  </a:cxn>
                  <a:cxn ang="0">
                    <a:pos x="90" y="135"/>
                  </a:cxn>
                  <a:cxn ang="0">
                    <a:pos x="85" y="133"/>
                  </a:cxn>
                  <a:cxn ang="0">
                    <a:pos x="78" y="133"/>
                  </a:cxn>
                  <a:cxn ang="0">
                    <a:pos x="74" y="137"/>
                  </a:cxn>
                  <a:cxn ang="0">
                    <a:pos x="69" y="133"/>
                  </a:cxn>
                  <a:cxn ang="0">
                    <a:pos x="64" y="128"/>
                  </a:cxn>
                  <a:cxn ang="0">
                    <a:pos x="59" y="123"/>
                  </a:cxn>
                  <a:cxn ang="0">
                    <a:pos x="52" y="118"/>
                  </a:cxn>
                  <a:cxn ang="0">
                    <a:pos x="47" y="118"/>
                  </a:cxn>
                  <a:cxn ang="0">
                    <a:pos x="43" y="114"/>
                  </a:cxn>
                  <a:cxn ang="0">
                    <a:pos x="38" y="109"/>
                  </a:cxn>
                  <a:cxn ang="0">
                    <a:pos x="36" y="104"/>
                  </a:cxn>
                  <a:cxn ang="0">
                    <a:pos x="29" y="102"/>
                  </a:cxn>
                  <a:cxn ang="0">
                    <a:pos x="24" y="97"/>
                  </a:cxn>
                  <a:cxn ang="0">
                    <a:pos x="26" y="88"/>
                  </a:cxn>
                  <a:cxn ang="0">
                    <a:pos x="21" y="83"/>
                  </a:cxn>
                  <a:cxn ang="0">
                    <a:pos x="17" y="76"/>
                  </a:cxn>
                  <a:cxn ang="0">
                    <a:pos x="12" y="71"/>
                  </a:cxn>
                  <a:cxn ang="0">
                    <a:pos x="12" y="64"/>
                  </a:cxn>
                  <a:cxn ang="0">
                    <a:pos x="10" y="57"/>
                  </a:cxn>
                  <a:cxn ang="0">
                    <a:pos x="10" y="50"/>
                  </a:cxn>
                  <a:cxn ang="0">
                    <a:pos x="7" y="43"/>
                  </a:cxn>
                  <a:cxn ang="0">
                    <a:pos x="7" y="35"/>
                  </a:cxn>
                  <a:cxn ang="0">
                    <a:pos x="0" y="35"/>
                  </a:cxn>
                  <a:cxn ang="0">
                    <a:pos x="5" y="31"/>
                  </a:cxn>
                  <a:cxn ang="0">
                    <a:pos x="2" y="24"/>
                  </a:cxn>
                  <a:cxn ang="0">
                    <a:pos x="5" y="16"/>
                  </a:cxn>
                  <a:cxn ang="0">
                    <a:pos x="0" y="12"/>
                  </a:cxn>
                  <a:cxn ang="0">
                    <a:pos x="0" y="2"/>
                  </a:cxn>
                  <a:cxn ang="0">
                    <a:pos x="5" y="2"/>
                  </a:cxn>
                  <a:cxn ang="0">
                    <a:pos x="12" y="5"/>
                  </a:cxn>
                  <a:cxn ang="0">
                    <a:pos x="14" y="9"/>
                  </a:cxn>
                  <a:cxn ang="0">
                    <a:pos x="21" y="12"/>
                  </a:cxn>
                  <a:cxn ang="0">
                    <a:pos x="21" y="19"/>
                  </a:cxn>
                  <a:cxn ang="0">
                    <a:pos x="21" y="24"/>
                  </a:cxn>
                  <a:cxn ang="0">
                    <a:pos x="24" y="24"/>
                  </a:cxn>
                  <a:cxn ang="0">
                    <a:pos x="29" y="19"/>
                  </a:cxn>
                  <a:cxn ang="0">
                    <a:pos x="36" y="24"/>
                  </a:cxn>
                  <a:cxn ang="0">
                    <a:pos x="40" y="19"/>
                  </a:cxn>
                  <a:cxn ang="0">
                    <a:pos x="43" y="12"/>
                  </a:cxn>
                  <a:cxn ang="0">
                    <a:pos x="50" y="14"/>
                  </a:cxn>
                  <a:cxn ang="0">
                    <a:pos x="52" y="21"/>
                  </a:cxn>
                  <a:cxn ang="0">
                    <a:pos x="57" y="26"/>
                  </a:cxn>
                  <a:cxn ang="0">
                    <a:pos x="62" y="28"/>
                  </a:cxn>
                  <a:cxn ang="0">
                    <a:pos x="66" y="35"/>
                  </a:cxn>
                  <a:cxn ang="0">
                    <a:pos x="69" y="40"/>
                  </a:cxn>
                  <a:cxn ang="0">
                    <a:pos x="71" y="47"/>
                  </a:cxn>
                  <a:cxn ang="0">
                    <a:pos x="71" y="57"/>
                  </a:cxn>
                  <a:cxn ang="0">
                    <a:pos x="71" y="64"/>
                  </a:cxn>
                  <a:cxn ang="0">
                    <a:pos x="71" y="71"/>
                  </a:cxn>
                  <a:cxn ang="0">
                    <a:pos x="71" y="78"/>
                  </a:cxn>
                  <a:cxn ang="0">
                    <a:pos x="71" y="85"/>
                  </a:cxn>
                  <a:cxn ang="0">
                    <a:pos x="71" y="97"/>
                  </a:cxn>
                  <a:cxn ang="0">
                    <a:pos x="76" y="102"/>
                  </a:cxn>
                  <a:cxn ang="0">
                    <a:pos x="81" y="107"/>
                  </a:cxn>
                  <a:cxn ang="0">
                    <a:pos x="83" y="114"/>
                  </a:cxn>
                </a:cxnLst>
                <a:rect l="0" t="0" r="r" b="b"/>
                <a:pathLst>
                  <a:path w="90" h="137">
                    <a:moveTo>
                      <a:pt x="85" y="114"/>
                    </a:moveTo>
                    <a:lnTo>
                      <a:pt x="85" y="116"/>
                    </a:lnTo>
                    <a:lnTo>
                      <a:pt x="85" y="116"/>
                    </a:lnTo>
                    <a:lnTo>
                      <a:pt x="85" y="116"/>
                    </a:lnTo>
                    <a:lnTo>
                      <a:pt x="85" y="118"/>
                    </a:lnTo>
                    <a:lnTo>
                      <a:pt x="85" y="118"/>
                    </a:lnTo>
                    <a:lnTo>
                      <a:pt x="85" y="118"/>
                    </a:lnTo>
                    <a:lnTo>
                      <a:pt x="85" y="121"/>
                    </a:lnTo>
                    <a:lnTo>
                      <a:pt x="88" y="121"/>
                    </a:lnTo>
                    <a:lnTo>
                      <a:pt x="88" y="121"/>
                    </a:lnTo>
                    <a:lnTo>
                      <a:pt x="85" y="121"/>
                    </a:lnTo>
                    <a:lnTo>
                      <a:pt x="85" y="123"/>
                    </a:lnTo>
                    <a:lnTo>
                      <a:pt x="88" y="123"/>
                    </a:lnTo>
                    <a:lnTo>
                      <a:pt x="88" y="123"/>
                    </a:lnTo>
                    <a:lnTo>
                      <a:pt x="88" y="123"/>
                    </a:lnTo>
                    <a:lnTo>
                      <a:pt x="88" y="123"/>
                    </a:lnTo>
                    <a:lnTo>
                      <a:pt x="88" y="126"/>
                    </a:lnTo>
                    <a:lnTo>
                      <a:pt x="88" y="126"/>
                    </a:lnTo>
                    <a:lnTo>
                      <a:pt x="88" y="126"/>
                    </a:lnTo>
                    <a:lnTo>
                      <a:pt x="88" y="128"/>
                    </a:lnTo>
                    <a:lnTo>
                      <a:pt x="90" y="128"/>
                    </a:lnTo>
                    <a:lnTo>
                      <a:pt x="90" y="128"/>
                    </a:lnTo>
                    <a:lnTo>
                      <a:pt x="90" y="130"/>
                    </a:lnTo>
                    <a:lnTo>
                      <a:pt x="90" y="130"/>
                    </a:lnTo>
                    <a:lnTo>
                      <a:pt x="90" y="133"/>
                    </a:lnTo>
                    <a:lnTo>
                      <a:pt x="90" y="133"/>
                    </a:lnTo>
                    <a:lnTo>
                      <a:pt x="90" y="133"/>
                    </a:lnTo>
                    <a:lnTo>
                      <a:pt x="90" y="133"/>
                    </a:lnTo>
                    <a:lnTo>
                      <a:pt x="90" y="133"/>
                    </a:lnTo>
                    <a:lnTo>
                      <a:pt x="90" y="135"/>
                    </a:lnTo>
                    <a:lnTo>
                      <a:pt x="90" y="135"/>
                    </a:lnTo>
                    <a:lnTo>
                      <a:pt x="88" y="135"/>
                    </a:lnTo>
                    <a:lnTo>
                      <a:pt x="88" y="135"/>
                    </a:lnTo>
                    <a:lnTo>
                      <a:pt x="88" y="135"/>
                    </a:lnTo>
                    <a:lnTo>
                      <a:pt x="85" y="135"/>
                    </a:lnTo>
                    <a:lnTo>
                      <a:pt x="85" y="135"/>
                    </a:lnTo>
                    <a:lnTo>
                      <a:pt x="85" y="135"/>
                    </a:lnTo>
                    <a:lnTo>
                      <a:pt x="85" y="135"/>
                    </a:lnTo>
                    <a:lnTo>
                      <a:pt x="85" y="135"/>
                    </a:lnTo>
                    <a:lnTo>
                      <a:pt x="85" y="133"/>
                    </a:lnTo>
                    <a:lnTo>
                      <a:pt x="85" y="133"/>
                    </a:lnTo>
                    <a:lnTo>
                      <a:pt x="83" y="133"/>
                    </a:lnTo>
                    <a:lnTo>
                      <a:pt x="83" y="133"/>
                    </a:lnTo>
                    <a:lnTo>
                      <a:pt x="81" y="133"/>
                    </a:lnTo>
                    <a:lnTo>
                      <a:pt x="81" y="133"/>
                    </a:lnTo>
                    <a:lnTo>
                      <a:pt x="81" y="133"/>
                    </a:lnTo>
                    <a:lnTo>
                      <a:pt x="81" y="133"/>
                    </a:lnTo>
                    <a:lnTo>
                      <a:pt x="78" y="133"/>
                    </a:lnTo>
                    <a:lnTo>
                      <a:pt x="78" y="133"/>
                    </a:lnTo>
                    <a:lnTo>
                      <a:pt x="78" y="133"/>
                    </a:lnTo>
                    <a:lnTo>
                      <a:pt x="78" y="133"/>
                    </a:lnTo>
                    <a:lnTo>
                      <a:pt x="76" y="133"/>
                    </a:lnTo>
                    <a:lnTo>
                      <a:pt x="76" y="135"/>
                    </a:lnTo>
                    <a:lnTo>
                      <a:pt x="76" y="135"/>
                    </a:lnTo>
                    <a:lnTo>
                      <a:pt x="76" y="135"/>
                    </a:lnTo>
                    <a:lnTo>
                      <a:pt x="74" y="135"/>
                    </a:lnTo>
                    <a:lnTo>
                      <a:pt x="74" y="137"/>
                    </a:lnTo>
                    <a:lnTo>
                      <a:pt x="74" y="137"/>
                    </a:lnTo>
                    <a:lnTo>
                      <a:pt x="74" y="137"/>
                    </a:lnTo>
                    <a:lnTo>
                      <a:pt x="74" y="137"/>
                    </a:lnTo>
                    <a:lnTo>
                      <a:pt x="71" y="137"/>
                    </a:lnTo>
                    <a:lnTo>
                      <a:pt x="71" y="137"/>
                    </a:lnTo>
                    <a:lnTo>
                      <a:pt x="71" y="137"/>
                    </a:lnTo>
                    <a:lnTo>
                      <a:pt x="71" y="135"/>
                    </a:lnTo>
                    <a:lnTo>
                      <a:pt x="71" y="135"/>
                    </a:lnTo>
                    <a:lnTo>
                      <a:pt x="69" y="135"/>
                    </a:lnTo>
                    <a:lnTo>
                      <a:pt x="69" y="133"/>
                    </a:lnTo>
                    <a:lnTo>
                      <a:pt x="69" y="133"/>
                    </a:lnTo>
                    <a:lnTo>
                      <a:pt x="69" y="133"/>
                    </a:lnTo>
                    <a:lnTo>
                      <a:pt x="69" y="133"/>
                    </a:lnTo>
                    <a:lnTo>
                      <a:pt x="69" y="130"/>
                    </a:lnTo>
                    <a:lnTo>
                      <a:pt x="69" y="130"/>
                    </a:lnTo>
                    <a:lnTo>
                      <a:pt x="69" y="130"/>
                    </a:lnTo>
                    <a:lnTo>
                      <a:pt x="66" y="130"/>
                    </a:lnTo>
                    <a:lnTo>
                      <a:pt x="66" y="130"/>
                    </a:lnTo>
                    <a:lnTo>
                      <a:pt x="66" y="130"/>
                    </a:lnTo>
                    <a:lnTo>
                      <a:pt x="66" y="128"/>
                    </a:lnTo>
                    <a:lnTo>
                      <a:pt x="64" y="128"/>
                    </a:lnTo>
                    <a:lnTo>
                      <a:pt x="64" y="128"/>
                    </a:lnTo>
                    <a:lnTo>
                      <a:pt x="64" y="128"/>
                    </a:lnTo>
                    <a:lnTo>
                      <a:pt x="62" y="128"/>
                    </a:lnTo>
                    <a:lnTo>
                      <a:pt x="62" y="126"/>
                    </a:lnTo>
                    <a:lnTo>
                      <a:pt x="62" y="126"/>
                    </a:lnTo>
                    <a:lnTo>
                      <a:pt x="62" y="126"/>
                    </a:lnTo>
                    <a:lnTo>
                      <a:pt x="59" y="126"/>
                    </a:lnTo>
                    <a:lnTo>
                      <a:pt x="59" y="126"/>
                    </a:lnTo>
                    <a:lnTo>
                      <a:pt x="59" y="126"/>
                    </a:lnTo>
                    <a:lnTo>
                      <a:pt x="59" y="123"/>
                    </a:lnTo>
                    <a:lnTo>
                      <a:pt x="59" y="123"/>
                    </a:lnTo>
                    <a:lnTo>
                      <a:pt x="59" y="123"/>
                    </a:lnTo>
                    <a:lnTo>
                      <a:pt x="57" y="123"/>
                    </a:lnTo>
                    <a:lnTo>
                      <a:pt x="57" y="123"/>
                    </a:lnTo>
                    <a:lnTo>
                      <a:pt x="55" y="123"/>
                    </a:lnTo>
                    <a:lnTo>
                      <a:pt x="55" y="123"/>
                    </a:lnTo>
                    <a:lnTo>
                      <a:pt x="55" y="123"/>
                    </a:lnTo>
                    <a:lnTo>
                      <a:pt x="55" y="123"/>
                    </a:lnTo>
                    <a:lnTo>
                      <a:pt x="55" y="121"/>
                    </a:lnTo>
                    <a:lnTo>
                      <a:pt x="55" y="121"/>
                    </a:lnTo>
                    <a:lnTo>
                      <a:pt x="52" y="121"/>
                    </a:lnTo>
                    <a:lnTo>
                      <a:pt x="52" y="118"/>
                    </a:lnTo>
                    <a:lnTo>
                      <a:pt x="52" y="118"/>
                    </a:lnTo>
                    <a:lnTo>
                      <a:pt x="52" y="118"/>
                    </a:lnTo>
                    <a:lnTo>
                      <a:pt x="52" y="118"/>
                    </a:lnTo>
                    <a:lnTo>
                      <a:pt x="52" y="116"/>
                    </a:lnTo>
                    <a:lnTo>
                      <a:pt x="50" y="116"/>
                    </a:lnTo>
                    <a:lnTo>
                      <a:pt x="50" y="116"/>
                    </a:lnTo>
                    <a:lnTo>
                      <a:pt x="50" y="116"/>
                    </a:lnTo>
                    <a:lnTo>
                      <a:pt x="47" y="116"/>
                    </a:lnTo>
                    <a:lnTo>
                      <a:pt x="47" y="116"/>
                    </a:lnTo>
                    <a:lnTo>
                      <a:pt x="47" y="118"/>
                    </a:lnTo>
                    <a:lnTo>
                      <a:pt x="47" y="118"/>
                    </a:lnTo>
                    <a:lnTo>
                      <a:pt x="47" y="116"/>
                    </a:lnTo>
                    <a:lnTo>
                      <a:pt x="47" y="116"/>
                    </a:lnTo>
                    <a:lnTo>
                      <a:pt x="47" y="116"/>
                    </a:lnTo>
                    <a:lnTo>
                      <a:pt x="47" y="114"/>
                    </a:lnTo>
                    <a:lnTo>
                      <a:pt x="45" y="114"/>
                    </a:lnTo>
                    <a:lnTo>
                      <a:pt x="45" y="114"/>
                    </a:lnTo>
                    <a:lnTo>
                      <a:pt x="45" y="114"/>
                    </a:lnTo>
                    <a:lnTo>
                      <a:pt x="45" y="114"/>
                    </a:lnTo>
                    <a:lnTo>
                      <a:pt x="43" y="114"/>
                    </a:lnTo>
                    <a:lnTo>
                      <a:pt x="43" y="114"/>
                    </a:lnTo>
                    <a:lnTo>
                      <a:pt x="43" y="114"/>
                    </a:lnTo>
                    <a:lnTo>
                      <a:pt x="43" y="111"/>
                    </a:lnTo>
                    <a:lnTo>
                      <a:pt x="40" y="111"/>
                    </a:lnTo>
                    <a:lnTo>
                      <a:pt x="40" y="111"/>
                    </a:lnTo>
                    <a:lnTo>
                      <a:pt x="40" y="111"/>
                    </a:lnTo>
                    <a:lnTo>
                      <a:pt x="40" y="111"/>
                    </a:lnTo>
                    <a:lnTo>
                      <a:pt x="40" y="109"/>
                    </a:lnTo>
                    <a:lnTo>
                      <a:pt x="38" y="109"/>
                    </a:lnTo>
                    <a:lnTo>
                      <a:pt x="38" y="109"/>
                    </a:lnTo>
                    <a:lnTo>
                      <a:pt x="38" y="109"/>
                    </a:lnTo>
                    <a:lnTo>
                      <a:pt x="38" y="109"/>
                    </a:lnTo>
                    <a:lnTo>
                      <a:pt x="38" y="109"/>
                    </a:lnTo>
                    <a:lnTo>
                      <a:pt x="38" y="109"/>
                    </a:lnTo>
                    <a:lnTo>
                      <a:pt x="38" y="107"/>
                    </a:lnTo>
                    <a:lnTo>
                      <a:pt x="38" y="107"/>
                    </a:lnTo>
                    <a:lnTo>
                      <a:pt x="36" y="107"/>
                    </a:lnTo>
                    <a:lnTo>
                      <a:pt x="36" y="104"/>
                    </a:lnTo>
                    <a:lnTo>
                      <a:pt x="36" y="104"/>
                    </a:lnTo>
                    <a:lnTo>
                      <a:pt x="36" y="104"/>
                    </a:lnTo>
                    <a:lnTo>
                      <a:pt x="33" y="104"/>
                    </a:lnTo>
                    <a:lnTo>
                      <a:pt x="33" y="104"/>
                    </a:lnTo>
                    <a:lnTo>
                      <a:pt x="33" y="104"/>
                    </a:lnTo>
                    <a:lnTo>
                      <a:pt x="33" y="104"/>
                    </a:lnTo>
                    <a:lnTo>
                      <a:pt x="31" y="104"/>
                    </a:lnTo>
                    <a:lnTo>
                      <a:pt x="31" y="104"/>
                    </a:lnTo>
                    <a:lnTo>
                      <a:pt x="31" y="102"/>
                    </a:lnTo>
                    <a:lnTo>
                      <a:pt x="29" y="102"/>
                    </a:lnTo>
                    <a:lnTo>
                      <a:pt x="29" y="102"/>
                    </a:lnTo>
                    <a:lnTo>
                      <a:pt x="29" y="102"/>
                    </a:lnTo>
                    <a:lnTo>
                      <a:pt x="29" y="102"/>
                    </a:lnTo>
                    <a:lnTo>
                      <a:pt x="29" y="99"/>
                    </a:lnTo>
                    <a:lnTo>
                      <a:pt x="29" y="99"/>
                    </a:lnTo>
                    <a:lnTo>
                      <a:pt x="26" y="99"/>
                    </a:lnTo>
                    <a:lnTo>
                      <a:pt x="26" y="99"/>
                    </a:lnTo>
                    <a:lnTo>
                      <a:pt x="26" y="97"/>
                    </a:lnTo>
                    <a:lnTo>
                      <a:pt x="26" y="97"/>
                    </a:lnTo>
                    <a:lnTo>
                      <a:pt x="24" y="97"/>
                    </a:lnTo>
                    <a:lnTo>
                      <a:pt x="24" y="97"/>
                    </a:lnTo>
                    <a:lnTo>
                      <a:pt x="24" y="97"/>
                    </a:lnTo>
                    <a:lnTo>
                      <a:pt x="24" y="95"/>
                    </a:lnTo>
                    <a:lnTo>
                      <a:pt x="24" y="95"/>
                    </a:lnTo>
                    <a:lnTo>
                      <a:pt x="24" y="95"/>
                    </a:lnTo>
                    <a:lnTo>
                      <a:pt x="24" y="92"/>
                    </a:lnTo>
                    <a:lnTo>
                      <a:pt x="24" y="92"/>
                    </a:lnTo>
                    <a:lnTo>
                      <a:pt x="24" y="92"/>
                    </a:lnTo>
                    <a:lnTo>
                      <a:pt x="26" y="92"/>
                    </a:lnTo>
                    <a:lnTo>
                      <a:pt x="26" y="90"/>
                    </a:lnTo>
                    <a:lnTo>
                      <a:pt x="26" y="90"/>
                    </a:lnTo>
                    <a:lnTo>
                      <a:pt x="26" y="88"/>
                    </a:lnTo>
                    <a:lnTo>
                      <a:pt x="26" y="88"/>
                    </a:lnTo>
                    <a:lnTo>
                      <a:pt x="24" y="88"/>
                    </a:lnTo>
                    <a:lnTo>
                      <a:pt x="24" y="85"/>
                    </a:lnTo>
                    <a:lnTo>
                      <a:pt x="24" y="85"/>
                    </a:lnTo>
                    <a:lnTo>
                      <a:pt x="24" y="85"/>
                    </a:lnTo>
                    <a:lnTo>
                      <a:pt x="21" y="85"/>
                    </a:lnTo>
                    <a:lnTo>
                      <a:pt x="21" y="85"/>
                    </a:lnTo>
                    <a:lnTo>
                      <a:pt x="21" y="85"/>
                    </a:lnTo>
                    <a:lnTo>
                      <a:pt x="21" y="83"/>
                    </a:lnTo>
                    <a:lnTo>
                      <a:pt x="21" y="83"/>
                    </a:lnTo>
                    <a:lnTo>
                      <a:pt x="21" y="83"/>
                    </a:lnTo>
                    <a:lnTo>
                      <a:pt x="21" y="80"/>
                    </a:lnTo>
                    <a:lnTo>
                      <a:pt x="21" y="80"/>
                    </a:lnTo>
                    <a:lnTo>
                      <a:pt x="19" y="80"/>
                    </a:lnTo>
                    <a:lnTo>
                      <a:pt x="19" y="78"/>
                    </a:lnTo>
                    <a:lnTo>
                      <a:pt x="19" y="78"/>
                    </a:lnTo>
                    <a:lnTo>
                      <a:pt x="19" y="78"/>
                    </a:lnTo>
                    <a:lnTo>
                      <a:pt x="19" y="78"/>
                    </a:lnTo>
                    <a:lnTo>
                      <a:pt x="19" y="76"/>
                    </a:lnTo>
                    <a:lnTo>
                      <a:pt x="17" y="76"/>
                    </a:lnTo>
                    <a:lnTo>
                      <a:pt x="17" y="76"/>
                    </a:lnTo>
                    <a:lnTo>
                      <a:pt x="17" y="76"/>
                    </a:lnTo>
                    <a:lnTo>
                      <a:pt x="17" y="73"/>
                    </a:lnTo>
                    <a:lnTo>
                      <a:pt x="14" y="73"/>
                    </a:lnTo>
                    <a:lnTo>
                      <a:pt x="14" y="73"/>
                    </a:lnTo>
                    <a:lnTo>
                      <a:pt x="14" y="73"/>
                    </a:lnTo>
                    <a:lnTo>
                      <a:pt x="14" y="73"/>
                    </a:lnTo>
                    <a:lnTo>
                      <a:pt x="14" y="73"/>
                    </a:lnTo>
                    <a:lnTo>
                      <a:pt x="12" y="73"/>
                    </a:lnTo>
                    <a:lnTo>
                      <a:pt x="12" y="71"/>
                    </a:lnTo>
                    <a:lnTo>
                      <a:pt x="12" y="71"/>
                    </a:lnTo>
                    <a:lnTo>
                      <a:pt x="12" y="69"/>
                    </a:lnTo>
                    <a:lnTo>
                      <a:pt x="12" y="69"/>
                    </a:lnTo>
                    <a:lnTo>
                      <a:pt x="12" y="66"/>
                    </a:lnTo>
                    <a:lnTo>
                      <a:pt x="14" y="66"/>
                    </a:lnTo>
                    <a:lnTo>
                      <a:pt x="14" y="66"/>
                    </a:lnTo>
                    <a:lnTo>
                      <a:pt x="12" y="66"/>
                    </a:lnTo>
                    <a:lnTo>
                      <a:pt x="12" y="64"/>
                    </a:lnTo>
                    <a:lnTo>
                      <a:pt x="12" y="64"/>
                    </a:lnTo>
                    <a:lnTo>
                      <a:pt x="12" y="64"/>
                    </a:lnTo>
                    <a:lnTo>
                      <a:pt x="12" y="64"/>
                    </a:lnTo>
                    <a:lnTo>
                      <a:pt x="10" y="64"/>
                    </a:lnTo>
                    <a:lnTo>
                      <a:pt x="10" y="64"/>
                    </a:lnTo>
                    <a:lnTo>
                      <a:pt x="10" y="64"/>
                    </a:lnTo>
                    <a:lnTo>
                      <a:pt x="10" y="62"/>
                    </a:lnTo>
                    <a:lnTo>
                      <a:pt x="10" y="62"/>
                    </a:lnTo>
                    <a:lnTo>
                      <a:pt x="10" y="59"/>
                    </a:lnTo>
                    <a:lnTo>
                      <a:pt x="10" y="59"/>
                    </a:lnTo>
                    <a:lnTo>
                      <a:pt x="10" y="59"/>
                    </a:lnTo>
                    <a:lnTo>
                      <a:pt x="10" y="57"/>
                    </a:lnTo>
                    <a:lnTo>
                      <a:pt x="10" y="57"/>
                    </a:lnTo>
                    <a:lnTo>
                      <a:pt x="12" y="57"/>
                    </a:lnTo>
                    <a:lnTo>
                      <a:pt x="12" y="54"/>
                    </a:lnTo>
                    <a:lnTo>
                      <a:pt x="12" y="54"/>
                    </a:lnTo>
                    <a:lnTo>
                      <a:pt x="10" y="54"/>
                    </a:lnTo>
                    <a:lnTo>
                      <a:pt x="10" y="54"/>
                    </a:lnTo>
                    <a:lnTo>
                      <a:pt x="10" y="52"/>
                    </a:lnTo>
                    <a:lnTo>
                      <a:pt x="10" y="52"/>
                    </a:lnTo>
                    <a:lnTo>
                      <a:pt x="10" y="50"/>
                    </a:lnTo>
                    <a:lnTo>
                      <a:pt x="10" y="50"/>
                    </a:lnTo>
                    <a:lnTo>
                      <a:pt x="10" y="50"/>
                    </a:lnTo>
                    <a:lnTo>
                      <a:pt x="10" y="47"/>
                    </a:lnTo>
                    <a:lnTo>
                      <a:pt x="10" y="47"/>
                    </a:lnTo>
                    <a:lnTo>
                      <a:pt x="7" y="47"/>
                    </a:lnTo>
                    <a:lnTo>
                      <a:pt x="7" y="45"/>
                    </a:lnTo>
                    <a:lnTo>
                      <a:pt x="7" y="45"/>
                    </a:lnTo>
                    <a:lnTo>
                      <a:pt x="7" y="45"/>
                    </a:lnTo>
                    <a:lnTo>
                      <a:pt x="7" y="45"/>
                    </a:lnTo>
                    <a:lnTo>
                      <a:pt x="7" y="45"/>
                    </a:lnTo>
                    <a:lnTo>
                      <a:pt x="7" y="43"/>
                    </a:lnTo>
                    <a:lnTo>
                      <a:pt x="5" y="43"/>
                    </a:lnTo>
                    <a:lnTo>
                      <a:pt x="5" y="43"/>
                    </a:lnTo>
                    <a:lnTo>
                      <a:pt x="5" y="40"/>
                    </a:lnTo>
                    <a:lnTo>
                      <a:pt x="5" y="40"/>
                    </a:lnTo>
                    <a:lnTo>
                      <a:pt x="5" y="40"/>
                    </a:lnTo>
                    <a:lnTo>
                      <a:pt x="5" y="40"/>
                    </a:lnTo>
                    <a:lnTo>
                      <a:pt x="5" y="38"/>
                    </a:lnTo>
                    <a:lnTo>
                      <a:pt x="7" y="38"/>
                    </a:lnTo>
                    <a:lnTo>
                      <a:pt x="7" y="38"/>
                    </a:lnTo>
                    <a:lnTo>
                      <a:pt x="7" y="35"/>
                    </a:lnTo>
                    <a:lnTo>
                      <a:pt x="5" y="35"/>
                    </a:lnTo>
                    <a:lnTo>
                      <a:pt x="5" y="35"/>
                    </a:lnTo>
                    <a:lnTo>
                      <a:pt x="5" y="35"/>
                    </a:lnTo>
                    <a:lnTo>
                      <a:pt x="5" y="35"/>
                    </a:lnTo>
                    <a:lnTo>
                      <a:pt x="5" y="35"/>
                    </a:lnTo>
                    <a:lnTo>
                      <a:pt x="2" y="35"/>
                    </a:lnTo>
                    <a:lnTo>
                      <a:pt x="2" y="35"/>
                    </a:lnTo>
                    <a:lnTo>
                      <a:pt x="0" y="35"/>
                    </a:lnTo>
                    <a:lnTo>
                      <a:pt x="0" y="35"/>
                    </a:lnTo>
                    <a:lnTo>
                      <a:pt x="0" y="35"/>
                    </a:lnTo>
                    <a:lnTo>
                      <a:pt x="0" y="33"/>
                    </a:lnTo>
                    <a:lnTo>
                      <a:pt x="0" y="33"/>
                    </a:lnTo>
                    <a:lnTo>
                      <a:pt x="0" y="31"/>
                    </a:lnTo>
                    <a:lnTo>
                      <a:pt x="0" y="31"/>
                    </a:lnTo>
                    <a:lnTo>
                      <a:pt x="2" y="31"/>
                    </a:lnTo>
                    <a:lnTo>
                      <a:pt x="2" y="31"/>
                    </a:lnTo>
                    <a:lnTo>
                      <a:pt x="5" y="31"/>
                    </a:lnTo>
                    <a:lnTo>
                      <a:pt x="5" y="31"/>
                    </a:lnTo>
                    <a:lnTo>
                      <a:pt x="5" y="31"/>
                    </a:lnTo>
                    <a:lnTo>
                      <a:pt x="5" y="31"/>
                    </a:lnTo>
                    <a:lnTo>
                      <a:pt x="5" y="31"/>
                    </a:lnTo>
                    <a:lnTo>
                      <a:pt x="5" y="28"/>
                    </a:lnTo>
                    <a:lnTo>
                      <a:pt x="5" y="28"/>
                    </a:lnTo>
                    <a:lnTo>
                      <a:pt x="5" y="28"/>
                    </a:lnTo>
                    <a:lnTo>
                      <a:pt x="5" y="26"/>
                    </a:lnTo>
                    <a:lnTo>
                      <a:pt x="5" y="26"/>
                    </a:lnTo>
                    <a:lnTo>
                      <a:pt x="5" y="26"/>
                    </a:lnTo>
                    <a:lnTo>
                      <a:pt x="5" y="24"/>
                    </a:lnTo>
                    <a:lnTo>
                      <a:pt x="5" y="24"/>
                    </a:lnTo>
                    <a:lnTo>
                      <a:pt x="2" y="24"/>
                    </a:lnTo>
                    <a:lnTo>
                      <a:pt x="2" y="24"/>
                    </a:lnTo>
                    <a:lnTo>
                      <a:pt x="2" y="21"/>
                    </a:lnTo>
                    <a:lnTo>
                      <a:pt x="5" y="21"/>
                    </a:lnTo>
                    <a:lnTo>
                      <a:pt x="5" y="21"/>
                    </a:lnTo>
                    <a:lnTo>
                      <a:pt x="5" y="21"/>
                    </a:lnTo>
                    <a:lnTo>
                      <a:pt x="5" y="21"/>
                    </a:lnTo>
                    <a:lnTo>
                      <a:pt x="5" y="19"/>
                    </a:lnTo>
                    <a:lnTo>
                      <a:pt x="5" y="19"/>
                    </a:lnTo>
                    <a:lnTo>
                      <a:pt x="5" y="19"/>
                    </a:lnTo>
                    <a:lnTo>
                      <a:pt x="5" y="16"/>
                    </a:lnTo>
                    <a:lnTo>
                      <a:pt x="5" y="16"/>
                    </a:lnTo>
                    <a:lnTo>
                      <a:pt x="5" y="16"/>
                    </a:lnTo>
                    <a:lnTo>
                      <a:pt x="5" y="14"/>
                    </a:lnTo>
                    <a:lnTo>
                      <a:pt x="5" y="14"/>
                    </a:lnTo>
                    <a:lnTo>
                      <a:pt x="2" y="14"/>
                    </a:lnTo>
                    <a:lnTo>
                      <a:pt x="2" y="14"/>
                    </a:lnTo>
                    <a:lnTo>
                      <a:pt x="2" y="12"/>
                    </a:lnTo>
                    <a:lnTo>
                      <a:pt x="2" y="12"/>
                    </a:lnTo>
                    <a:lnTo>
                      <a:pt x="2" y="12"/>
                    </a:lnTo>
                    <a:lnTo>
                      <a:pt x="0" y="12"/>
                    </a:lnTo>
                    <a:lnTo>
                      <a:pt x="0" y="9"/>
                    </a:lnTo>
                    <a:lnTo>
                      <a:pt x="0" y="9"/>
                    </a:lnTo>
                    <a:lnTo>
                      <a:pt x="0" y="9"/>
                    </a:lnTo>
                    <a:lnTo>
                      <a:pt x="0" y="7"/>
                    </a:lnTo>
                    <a:lnTo>
                      <a:pt x="0" y="7"/>
                    </a:lnTo>
                    <a:lnTo>
                      <a:pt x="0" y="5"/>
                    </a:lnTo>
                    <a:lnTo>
                      <a:pt x="0" y="5"/>
                    </a:lnTo>
                    <a:lnTo>
                      <a:pt x="0" y="5"/>
                    </a:lnTo>
                    <a:lnTo>
                      <a:pt x="0" y="5"/>
                    </a:lnTo>
                    <a:lnTo>
                      <a:pt x="0" y="2"/>
                    </a:lnTo>
                    <a:lnTo>
                      <a:pt x="0" y="2"/>
                    </a:lnTo>
                    <a:lnTo>
                      <a:pt x="0" y="0"/>
                    </a:lnTo>
                    <a:lnTo>
                      <a:pt x="0" y="0"/>
                    </a:lnTo>
                    <a:lnTo>
                      <a:pt x="2" y="0"/>
                    </a:lnTo>
                    <a:lnTo>
                      <a:pt x="2" y="0"/>
                    </a:lnTo>
                    <a:lnTo>
                      <a:pt x="5" y="0"/>
                    </a:lnTo>
                    <a:lnTo>
                      <a:pt x="5" y="0"/>
                    </a:lnTo>
                    <a:lnTo>
                      <a:pt x="5" y="0"/>
                    </a:lnTo>
                    <a:lnTo>
                      <a:pt x="5" y="2"/>
                    </a:lnTo>
                    <a:lnTo>
                      <a:pt x="5" y="2"/>
                    </a:lnTo>
                    <a:lnTo>
                      <a:pt x="5" y="5"/>
                    </a:lnTo>
                    <a:lnTo>
                      <a:pt x="5" y="5"/>
                    </a:lnTo>
                    <a:lnTo>
                      <a:pt x="7" y="5"/>
                    </a:lnTo>
                    <a:lnTo>
                      <a:pt x="7" y="5"/>
                    </a:lnTo>
                    <a:lnTo>
                      <a:pt x="7" y="5"/>
                    </a:lnTo>
                    <a:lnTo>
                      <a:pt x="7" y="5"/>
                    </a:lnTo>
                    <a:lnTo>
                      <a:pt x="10" y="5"/>
                    </a:lnTo>
                    <a:lnTo>
                      <a:pt x="10" y="5"/>
                    </a:lnTo>
                    <a:lnTo>
                      <a:pt x="10" y="5"/>
                    </a:lnTo>
                    <a:lnTo>
                      <a:pt x="12" y="5"/>
                    </a:lnTo>
                    <a:lnTo>
                      <a:pt x="12" y="5"/>
                    </a:lnTo>
                    <a:lnTo>
                      <a:pt x="12" y="5"/>
                    </a:lnTo>
                    <a:lnTo>
                      <a:pt x="12" y="5"/>
                    </a:lnTo>
                    <a:lnTo>
                      <a:pt x="14" y="5"/>
                    </a:lnTo>
                    <a:lnTo>
                      <a:pt x="14" y="5"/>
                    </a:lnTo>
                    <a:lnTo>
                      <a:pt x="14" y="5"/>
                    </a:lnTo>
                    <a:lnTo>
                      <a:pt x="14" y="7"/>
                    </a:lnTo>
                    <a:lnTo>
                      <a:pt x="14" y="7"/>
                    </a:lnTo>
                    <a:lnTo>
                      <a:pt x="14" y="7"/>
                    </a:lnTo>
                    <a:lnTo>
                      <a:pt x="14" y="9"/>
                    </a:lnTo>
                    <a:lnTo>
                      <a:pt x="14" y="9"/>
                    </a:lnTo>
                    <a:lnTo>
                      <a:pt x="14" y="12"/>
                    </a:lnTo>
                    <a:lnTo>
                      <a:pt x="17" y="12"/>
                    </a:lnTo>
                    <a:lnTo>
                      <a:pt x="17" y="12"/>
                    </a:lnTo>
                    <a:lnTo>
                      <a:pt x="19" y="12"/>
                    </a:lnTo>
                    <a:lnTo>
                      <a:pt x="19" y="9"/>
                    </a:lnTo>
                    <a:lnTo>
                      <a:pt x="19" y="9"/>
                    </a:lnTo>
                    <a:lnTo>
                      <a:pt x="19" y="12"/>
                    </a:lnTo>
                    <a:lnTo>
                      <a:pt x="19" y="12"/>
                    </a:lnTo>
                    <a:lnTo>
                      <a:pt x="21" y="12"/>
                    </a:lnTo>
                    <a:lnTo>
                      <a:pt x="21" y="12"/>
                    </a:lnTo>
                    <a:lnTo>
                      <a:pt x="21" y="12"/>
                    </a:lnTo>
                    <a:lnTo>
                      <a:pt x="21" y="14"/>
                    </a:lnTo>
                    <a:lnTo>
                      <a:pt x="21" y="14"/>
                    </a:lnTo>
                    <a:lnTo>
                      <a:pt x="21" y="14"/>
                    </a:lnTo>
                    <a:lnTo>
                      <a:pt x="21" y="14"/>
                    </a:lnTo>
                    <a:lnTo>
                      <a:pt x="21" y="14"/>
                    </a:lnTo>
                    <a:lnTo>
                      <a:pt x="21" y="16"/>
                    </a:lnTo>
                    <a:lnTo>
                      <a:pt x="21" y="16"/>
                    </a:lnTo>
                    <a:lnTo>
                      <a:pt x="21" y="19"/>
                    </a:lnTo>
                    <a:lnTo>
                      <a:pt x="21" y="19"/>
                    </a:lnTo>
                    <a:lnTo>
                      <a:pt x="21" y="19"/>
                    </a:lnTo>
                    <a:lnTo>
                      <a:pt x="19" y="19"/>
                    </a:lnTo>
                    <a:lnTo>
                      <a:pt x="19" y="21"/>
                    </a:lnTo>
                    <a:lnTo>
                      <a:pt x="19" y="21"/>
                    </a:lnTo>
                    <a:lnTo>
                      <a:pt x="19" y="21"/>
                    </a:lnTo>
                    <a:lnTo>
                      <a:pt x="19" y="24"/>
                    </a:lnTo>
                    <a:lnTo>
                      <a:pt x="19" y="24"/>
                    </a:lnTo>
                    <a:lnTo>
                      <a:pt x="19" y="24"/>
                    </a:lnTo>
                    <a:lnTo>
                      <a:pt x="21" y="24"/>
                    </a:lnTo>
                    <a:lnTo>
                      <a:pt x="21" y="26"/>
                    </a:lnTo>
                    <a:lnTo>
                      <a:pt x="21" y="26"/>
                    </a:lnTo>
                    <a:lnTo>
                      <a:pt x="21" y="26"/>
                    </a:lnTo>
                    <a:lnTo>
                      <a:pt x="21" y="26"/>
                    </a:lnTo>
                    <a:lnTo>
                      <a:pt x="21" y="26"/>
                    </a:lnTo>
                    <a:lnTo>
                      <a:pt x="21" y="26"/>
                    </a:lnTo>
                    <a:lnTo>
                      <a:pt x="24" y="26"/>
                    </a:lnTo>
                    <a:lnTo>
                      <a:pt x="24" y="26"/>
                    </a:lnTo>
                    <a:lnTo>
                      <a:pt x="24" y="26"/>
                    </a:lnTo>
                    <a:lnTo>
                      <a:pt x="24" y="24"/>
                    </a:lnTo>
                    <a:lnTo>
                      <a:pt x="24" y="24"/>
                    </a:lnTo>
                    <a:lnTo>
                      <a:pt x="26" y="24"/>
                    </a:lnTo>
                    <a:lnTo>
                      <a:pt x="26" y="24"/>
                    </a:lnTo>
                    <a:lnTo>
                      <a:pt x="26" y="21"/>
                    </a:lnTo>
                    <a:lnTo>
                      <a:pt x="26" y="21"/>
                    </a:lnTo>
                    <a:lnTo>
                      <a:pt x="26" y="21"/>
                    </a:lnTo>
                    <a:lnTo>
                      <a:pt x="29" y="21"/>
                    </a:lnTo>
                    <a:lnTo>
                      <a:pt x="29" y="21"/>
                    </a:lnTo>
                    <a:lnTo>
                      <a:pt x="29" y="21"/>
                    </a:lnTo>
                    <a:lnTo>
                      <a:pt x="29" y="19"/>
                    </a:lnTo>
                    <a:lnTo>
                      <a:pt x="31" y="19"/>
                    </a:lnTo>
                    <a:lnTo>
                      <a:pt x="31" y="19"/>
                    </a:lnTo>
                    <a:lnTo>
                      <a:pt x="33" y="19"/>
                    </a:lnTo>
                    <a:lnTo>
                      <a:pt x="33" y="21"/>
                    </a:lnTo>
                    <a:lnTo>
                      <a:pt x="33" y="21"/>
                    </a:lnTo>
                    <a:lnTo>
                      <a:pt x="33" y="21"/>
                    </a:lnTo>
                    <a:lnTo>
                      <a:pt x="33" y="24"/>
                    </a:lnTo>
                    <a:lnTo>
                      <a:pt x="33" y="24"/>
                    </a:lnTo>
                    <a:lnTo>
                      <a:pt x="36" y="24"/>
                    </a:lnTo>
                    <a:lnTo>
                      <a:pt x="36" y="24"/>
                    </a:lnTo>
                    <a:lnTo>
                      <a:pt x="36" y="24"/>
                    </a:lnTo>
                    <a:lnTo>
                      <a:pt x="38" y="24"/>
                    </a:lnTo>
                    <a:lnTo>
                      <a:pt x="38" y="24"/>
                    </a:lnTo>
                    <a:lnTo>
                      <a:pt x="38" y="24"/>
                    </a:lnTo>
                    <a:lnTo>
                      <a:pt x="38" y="21"/>
                    </a:lnTo>
                    <a:lnTo>
                      <a:pt x="38" y="21"/>
                    </a:lnTo>
                    <a:lnTo>
                      <a:pt x="38" y="21"/>
                    </a:lnTo>
                    <a:lnTo>
                      <a:pt x="38" y="19"/>
                    </a:lnTo>
                    <a:lnTo>
                      <a:pt x="38" y="19"/>
                    </a:lnTo>
                    <a:lnTo>
                      <a:pt x="40" y="19"/>
                    </a:lnTo>
                    <a:lnTo>
                      <a:pt x="40" y="16"/>
                    </a:lnTo>
                    <a:lnTo>
                      <a:pt x="40" y="16"/>
                    </a:lnTo>
                    <a:lnTo>
                      <a:pt x="40" y="16"/>
                    </a:lnTo>
                    <a:lnTo>
                      <a:pt x="40" y="14"/>
                    </a:lnTo>
                    <a:lnTo>
                      <a:pt x="40" y="14"/>
                    </a:lnTo>
                    <a:lnTo>
                      <a:pt x="43" y="14"/>
                    </a:lnTo>
                    <a:lnTo>
                      <a:pt x="43" y="14"/>
                    </a:lnTo>
                    <a:lnTo>
                      <a:pt x="43" y="14"/>
                    </a:lnTo>
                    <a:lnTo>
                      <a:pt x="43" y="12"/>
                    </a:lnTo>
                    <a:lnTo>
                      <a:pt x="43" y="12"/>
                    </a:lnTo>
                    <a:lnTo>
                      <a:pt x="43" y="12"/>
                    </a:lnTo>
                    <a:lnTo>
                      <a:pt x="45" y="12"/>
                    </a:lnTo>
                    <a:lnTo>
                      <a:pt x="45" y="12"/>
                    </a:lnTo>
                    <a:lnTo>
                      <a:pt x="45" y="12"/>
                    </a:lnTo>
                    <a:lnTo>
                      <a:pt x="47" y="12"/>
                    </a:lnTo>
                    <a:lnTo>
                      <a:pt x="47" y="12"/>
                    </a:lnTo>
                    <a:lnTo>
                      <a:pt x="47" y="12"/>
                    </a:lnTo>
                    <a:lnTo>
                      <a:pt x="47" y="12"/>
                    </a:lnTo>
                    <a:lnTo>
                      <a:pt x="47" y="14"/>
                    </a:lnTo>
                    <a:lnTo>
                      <a:pt x="50" y="14"/>
                    </a:lnTo>
                    <a:lnTo>
                      <a:pt x="50" y="14"/>
                    </a:lnTo>
                    <a:lnTo>
                      <a:pt x="50" y="14"/>
                    </a:lnTo>
                    <a:lnTo>
                      <a:pt x="50" y="14"/>
                    </a:lnTo>
                    <a:lnTo>
                      <a:pt x="50" y="16"/>
                    </a:lnTo>
                    <a:lnTo>
                      <a:pt x="50" y="16"/>
                    </a:lnTo>
                    <a:lnTo>
                      <a:pt x="52" y="16"/>
                    </a:lnTo>
                    <a:lnTo>
                      <a:pt x="52" y="19"/>
                    </a:lnTo>
                    <a:lnTo>
                      <a:pt x="52" y="19"/>
                    </a:lnTo>
                    <a:lnTo>
                      <a:pt x="52" y="19"/>
                    </a:lnTo>
                    <a:lnTo>
                      <a:pt x="52" y="21"/>
                    </a:lnTo>
                    <a:lnTo>
                      <a:pt x="52" y="21"/>
                    </a:lnTo>
                    <a:lnTo>
                      <a:pt x="55" y="21"/>
                    </a:lnTo>
                    <a:lnTo>
                      <a:pt x="55" y="21"/>
                    </a:lnTo>
                    <a:lnTo>
                      <a:pt x="55" y="21"/>
                    </a:lnTo>
                    <a:lnTo>
                      <a:pt x="55" y="24"/>
                    </a:lnTo>
                    <a:lnTo>
                      <a:pt x="55" y="24"/>
                    </a:lnTo>
                    <a:lnTo>
                      <a:pt x="55" y="24"/>
                    </a:lnTo>
                    <a:lnTo>
                      <a:pt x="55" y="26"/>
                    </a:lnTo>
                    <a:lnTo>
                      <a:pt x="57" y="26"/>
                    </a:lnTo>
                    <a:lnTo>
                      <a:pt x="57" y="26"/>
                    </a:lnTo>
                    <a:lnTo>
                      <a:pt x="57" y="26"/>
                    </a:lnTo>
                    <a:lnTo>
                      <a:pt x="59" y="26"/>
                    </a:lnTo>
                    <a:lnTo>
                      <a:pt x="59" y="26"/>
                    </a:lnTo>
                    <a:lnTo>
                      <a:pt x="59" y="26"/>
                    </a:lnTo>
                    <a:lnTo>
                      <a:pt x="59" y="28"/>
                    </a:lnTo>
                    <a:lnTo>
                      <a:pt x="59" y="28"/>
                    </a:lnTo>
                    <a:lnTo>
                      <a:pt x="62" y="28"/>
                    </a:lnTo>
                    <a:lnTo>
                      <a:pt x="62" y="28"/>
                    </a:lnTo>
                    <a:lnTo>
                      <a:pt x="62" y="28"/>
                    </a:lnTo>
                    <a:lnTo>
                      <a:pt x="62" y="28"/>
                    </a:lnTo>
                    <a:lnTo>
                      <a:pt x="62" y="31"/>
                    </a:lnTo>
                    <a:lnTo>
                      <a:pt x="64" y="31"/>
                    </a:lnTo>
                    <a:lnTo>
                      <a:pt x="64" y="31"/>
                    </a:lnTo>
                    <a:lnTo>
                      <a:pt x="64" y="31"/>
                    </a:lnTo>
                    <a:lnTo>
                      <a:pt x="64" y="33"/>
                    </a:lnTo>
                    <a:lnTo>
                      <a:pt x="66" y="33"/>
                    </a:lnTo>
                    <a:lnTo>
                      <a:pt x="66" y="33"/>
                    </a:lnTo>
                    <a:lnTo>
                      <a:pt x="66" y="35"/>
                    </a:lnTo>
                    <a:lnTo>
                      <a:pt x="66" y="35"/>
                    </a:lnTo>
                    <a:lnTo>
                      <a:pt x="66" y="35"/>
                    </a:lnTo>
                    <a:lnTo>
                      <a:pt x="66" y="35"/>
                    </a:lnTo>
                    <a:lnTo>
                      <a:pt x="66" y="35"/>
                    </a:lnTo>
                    <a:lnTo>
                      <a:pt x="69" y="35"/>
                    </a:lnTo>
                    <a:lnTo>
                      <a:pt x="69" y="38"/>
                    </a:lnTo>
                    <a:lnTo>
                      <a:pt x="66" y="38"/>
                    </a:lnTo>
                    <a:lnTo>
                      <a:pt x="66" y="38"/>
                    </a:lnTo>
                    <a:lnTo>
                      <a:pt x="69" y="38"/>
                    </a:lnTo>
                    <a:lnTo>
                      <a:pt x="69" y="40"/>
                    </a:lnTo>
                    <a:lnTo>
                      <a:pt x="69" y="40"/>
                    </a:lnTo>
                    <a:lnTo>
                      <a:pt x="69" y="40"/>
                    </a:lnTo>
                    <a:lnTo>
                      <a:pt x="69" y="43"/>
                    </a:lnTo>
                    <a:lnTo>
                      <a:pt x="69" y="43"/>
                    </a:lnTo>
                    <a:lnTo>
                      <a:pt x="69" y="43"/>
                    </a:lnTo>
                    <a:lnTo>
                      <a:pt x="69" y="45"/>
                    </a:lnTo>
                    <a:lnTo>
                      <a:pt x="71" y="45"/>
                    </a:lnTo>
                    <a:lnTo>
                      <a:pt x="71" y="45"/>
                    </a:lnTo>
                    <a:lnTo>
                      <a:pt x="71" y="45"/>
                    </a:lnTo>
                    <a:lnTo>
                      <a:pt x="71" y="45"/>
                    </a:lnTo>
                    <a:lnTo>
                      <a:pt x="71" y="47"/>
                    </a:lnTo>
                    <a:lnTo>
                      <a:pt x="71" y="47"/>
                    </a:lnTo>
                    <a:lnTo>
                      <a:pt x="71" y="50"/>
                    </a:lnTo>
                    <a:lnTo>
                      <a:pt x="71" y="50"/>
                    </a:lnTo>
                    <a:lnTo>
                      <a:pt x="71" y="52"/>
                    </a:lnTo>
                    <a:lnTo>
                      <a:pt x="71" y="52"/>
                    </a:lnTo>
                    <a:lnTo>
                      <a:pt x="74" y="52"/>
                    </a:lnTo>
                    <a:lnTo>
                      <a:pt x="74" y="54"/>
                    </a:lnTo>
                    <a:lnTo>
                      <a:pt x="74" y="54"/>
                    </a:lnTo>
                    <a:lnTo>
                      <a:pt x="74" y="54"/>
                    </a:lnTo>
                    <a:lnTo>
                      <a:pt x="71" y="54"/>
                    </a:lnTo>
                    <a:lnTo>
                      <a:pt x="71" y="57"/>
                    </a:lnTo>
                    <a:lnTo>
                      <a:pt x="74" y="57"/>
                    </a:lnTo>
                    <a:lnTo>
                      <a:pt x="74" y="57"/>
                    </a:lnTo>
                    <a:lnTo>
                      <a:pt x="74" y="59"/>
                    </a:lnTo>
                    <a:lnTo>
                      <a:pt x="74" y="59"/>
                    </a:lnTo>
                    <a:lnTo>
                      <a:pt x="74" y="59"/>
                    </a:lnTo>
                    <a:lnTo>
                      <a:pt x="74" y="62"/>
                    </a:lnTo>
                    <a:lnTo>
                      <a:pt x="74" y="62"/>
                    </a:lnTo>
                    <a:lnTo>
                      <a:pt x="74" y="62"/>
                    </a:lnTo>
                    <a:lnTo>
                      <a:pt x="74" y="64"/>
                    </a:lnTo>
                    <a:lnTo>
                      <a:pt x="71" y="64"/>
                    </a:lnTo>
                    <a:lnTo>
                      <a:pt x="71" y="64"/>
                    </a:lnTo>
                    <a:lnTo>
                      <a:pt x="71" y="64"/>
                    </a:lnTo>
                    <a:lnTo>
                      <a:pt x="71" y="64"/>
                    </a:lnTo>
                    <a:lnTo>
                      <a:pt x="71" y="66"/>
                    </a:lnTo>
                    <a:lnTo>
                      <a:pt x="71" y="66"/>
                    </a:lnTo>
                    <a:lnTo>
                      <a:pt x="71" y="66"/>
                    </a:lnTo>
                    <a:lnTo>
                      <a:pt x="71" y="69"/>
                    </a:lnTo>
                    <a:lnTo>
                      <a:pt x="71" y="69"/>
                    </a:lnTo>
                    <a:lnTo>
                      <a:pt x="71" y="69"/>
                    </a:lnTo>
                    <a:lnTo>
                      <a:pt x="71" y="71"/>
                    </a:lnTo>
                    <a:lnTo>
                      <a:pt x="71" y="71"/>
                    </a:lnTo>
                    <a:lnTo>
                      <a:pt x="71" y="73"/>
                    </a:lnTo>
                    <a:lnTo>
                      <a:pt x="71" y="73"/>
                    </a:lnTo>
                    <a:lnTo>
                      <a:pt x="69" y="73"/>
                    </a:lnTo>
                    <a:lnTo>
                      <a:pt x="69" y="73"/>
                    </a:lnTo>
                    <a:lnTo>
                      <a:pt x="69" y="76"/>
                    </a:lnTo>
                    <a:lnTo>
                      <a:pt x="69" y="76"/>
                    </a:lnTo>
                    <a:lnTo>
                      <a:pt x="71" y="76"/>
                    </a:lnTo>
                    <a:lnTo>
                      <a:pt x="71" y="78"/>
                    </a:lnTo>
                    <a:lnTo>
                      <a:pt x="71" y="78"/>
                    </a:lnTo>
                    <a:lnTo>
                      <a:pt x="71" y="78"/>
                    </a:lnTo>
                    <a:lnTo>
                      <a:pt x="74" y="78"/>
                    </a:lnTo>
                    <a:lnTo>
                      <a:pt x="74" y="80"/>
                    </a:lnTo>
                    <a:lnTo>
                      <a:pt x="74" y="80"/>
                    </a:lnTo>
                    <a:lnTo>
                      <a:pt x="74" y="83"/>
                    </a:lnTo>
                    <a:lnTo>
                      <a:pt x="71" y="83"/>
                    </a:lnTo>
                    <a:lnTo>
                      <a:pt x="71" y="83"/>
                    </a:lnTo>
                    <a:lnTo>
                      <a:pt x="71" y="85"/>
                    </a:lnTo>
                    <a:lnTo>
                      <a:pt x="71" y="85"/>
                    </a:lnTo>
                    <a:lnTo>
                      <a:pt x="71" y="85"/>
                    </a:lnTo>
                    <a:lnTo>
                      <a:pt x="71" y="88"/>
                    </a:lnTo>
                    <a:lnTo>
                      <a:pt x="71" y="88"/>
                    </a:lnTo>
                    <a:lnTo>
                      <a:pt x="71" y="90"/>
                    </a:lnTo>
                    <a:lnTo>
                      <a:pt x="71" y="90"/>
                    </a:lnTo>
                    <a:lnTo>
                      <a:pt x="71" y="92"/>
                    </a:lnTo>
                    <a:lnTo>
                      <a:pt x="71" y="92"/>
                    </a:lnTo>
                    <a:lnTo>
                      <a:pt x="71" y="95"/>
                    </a:lnTo>
                    <a:lnTo>
                      <a:pt x="71" y="95"/>
                    </a:lnTo>
                    <a:lnTo>
                      <a:pt x="71" y="95"/>
                    </a:lnTo>
                    <a:lnTo>
                      <a:pt x="71" y="97"/>
                    </a:lnTo>
                    <a:lnTo>
                      <a:pt x="74" y="97"/>
                    </a:lnTo>
                    <a:lnTo>
                      <a:pt x="74" y="97"/>
                    </a:lnTo>
                    <a:lnTo>
                      <a:pt x="74" y="97"/>
                    </a:lnTo>
                    <a:lnTo>
                      <a:pt x="74" y="99"/>
                    </a:lnTo>
                    <a:lnTo>
                      <a:pt x="74" y="99"/>
                    </a:lnTo>
                    <a:lnTo>
                      <a:pt x="74" y="99"/>
                    </a:lnTo>
                    <a:lnTo>
                      <a:pt x="76" y="99"/>
                    </a:lnTo>
                    <a:lnTo>
                      <a:pt x="76" y="102"/>
                    </a:lnTo>
                    <a:lnTo>
                      <a:pt x="76" y="102"/>
                    </a:lnTo>
                    <a:lnTo>
                      <a:pt x="76" y="102"/>
                    </a:lnTo>
                    <a:lnTo>
                      <a:pt x="78" y="102"/>
                    </a:lnTo>
                    <a:lnTo>
                      <a:pt x="78" y="102"/>
                    </a:lnTo>
                    <a:lnTo>
                      <a:pt x="78" y="102"/>
                    </a:lnTo>
                    <a:lnTo>
                      <a:pt x="78" y="104"/>
                    </a:lnTo>
                    <a:lnTo>
                      <a:pt x="81" y="104"/>
                    </a:lnTo>
                    <a:lnTo>
                      <a:pt x="81" y="104"/>
                    </a:lnTo>
                    <a:lnTo>
                      <a:pt x="81" y="104"/>
                    </a:lnTo>
                    <a:lnTo>
                      <a:pt x="81" y="104"/>
                    </a:lnTo>
                    <a:lnTo>
                      <a:pt x="81" y="107"/>
                    </a:lnTo>
                    <a:lnTo>
                      <a:pt x="81" y="107"/>
                    </a:lnTo>
                    <a:lnTo>
                      <a:pt x="81" y="109"/>
                    </a:lnTo>
                    <a:lnTo>
                      <a:pt x="81" y="109"/>
                    </a:lnTo>
                    <a:lnTo>
                      <a:pt x="81" y="109"/>
                    </a:lnTo>
                    <a:lnTo>
                      <a:pt x="83" y="109"/>
                    </a:lnTo>
                    <a:lnTo>
                      <a:pt x="83" y="111"/>
                    </a:lnTo>
                    <a:lnTo>
                      <a:pt x="83" y="111"/>
                    </a:lnTo>
                    <a:lnTo>
                      <a:pt x="83" y="111"/>
                    </a:lnTo>
                    <a:lnTo>
                      <a:pt x="83" y="114"/>
                    </a:lnTo>
                    <a:lnTo>
                      <a:pt x="83" y="114"/>
                    </a:lnTo>
                    <a:lnTo>
                      <a:pt x="83" y="114"/>
                    </a:lnTo>
                    <a:lnTo>
                      <a:pt x="85" y="11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9" name="Freeform 107"/>
              <p:cNvSpPr>
                <a:spLocks/>
              </p:cNvSpPr>
              <p:nvPr/>
            </p:nvSpPr>
            <p:spPr bwMode="auto">
              <a:xfrm>
                <a:off x="3181" y="2575"/>
                <a:ext cx="211" cy="157"/>
              </a:xfrm>
              <a:custGeom>
                <a:avLst/>
                <a:gdLst/>
                <a:ahLst/>
                <a:cxnLst>
                  <a:cxn ang="0">
                    <a:pos x="173" y="10"/>
                  </a:cxn>
                  <a:cxn ang="0">
                    <a:pos x="178" y="19"/>
                  </a:cxn>
                  <a:cxn ang="0">
                    <a:pos x="180" y="26"/>
                  </a:cxn>
                  <a:cxn ang="0">
                    <a:pos x="187" y="31"/>
                  </a:cxn>
                  <a:cxn ang="0">
                    <a:pos x="197" y="36"/>
                  </a:cxn>
                  <a:cxn ang="0">
                    <a:pos x="209" y="41"/>
                  </a:cxn>
                  <a:cxn ang="0">
                    <a:pos x="206" y="53"/>
                  </a:cxn>
                  <a:cxn ang="0">
                    <a:pos x="194" y="55"/>
                  </a:cxn>
                  <a:cxn ang="0">
                    <a:pos x="190" y="57"/>
                  </a:cxn>
                  <a:cxn ang="0">
                    <a:pos x="197" y="64"/>
                  </a:cxn>
                  <a:cxn ang="0">
                    <a:pos x="199" y="67"/>
                  </a:cxn>
                  <a:cxn ang="0">
                    <a:pos x="190" y="72"/>
                  </a:cxn>
                  <a:cxn ang="0">
                    <a:pos x="178" y="74"/>
                  </a:cxn>
                  <a:cxn ang="0">
                    <a:pos x="166" y="69"/>
                  </a:cxn>
                  <a:cxn ang="0">
                    <a:pos x="157" y="69"/>
                  </a:cxn>
                  <a:cxn ang="0">
                    <a:pos x="145" y="69"/>
                  </a:cxn>
                  <a:cxn ang="0">
                    <a:pos x="135" y="72"/>
                  </a:cxn>
                  <a:cxn ang="0">
                    <a:pos x="130" y="83"/>
                  </a:cxn>
                  <a:cxn ang="0">
                    <a:pos x="130" y="100"/>
                  </a:cxn>
                  <a:cxn ang="0">
                    <a:pos x="123" y="107"/>
                  </a:cxn>
                  <a:cxn ang="0">
                    <a:pos x="121" y="117"/>
                  </a:cxn>
                  <a:cxn ang="0">
                    <a:pos x="114" y="128"/>
                  </a:cxn>
                  <a:cxn ang="0">
                    <a:pos x="112" y="140"/>
                  </a:cxn>
                  <a:cxn ang="0">
                    <a:pos x="102" y="143"/>
                  </a:cxn>
                  <a:cxn ang="0">
                    <a:pos x="90" y="147"/>
                  </a:cxn>
                  <a:cxn ang="0">
                    <a:pos x="81" y="145"/>
                  </a:cxn>
                  <a:cxn ang="0">
                    <a:pos x="74" y="140"/>
                  </a:cxn>
                  <a:cxn ang="0">
                    <a:pos x="59" y="143"/>
                  </a:cxn>
                  <a:cxn ang="0">
                    <a:pos x="52" y="152"/>
                  </a:cxn>
                  <a:cxn ang="0">
                    <a:pos x="43" y="154"/>
                  </a:cxn>
                  <a:cxn ang="0">
                    <a:pos x="31" y="154"/>
                  </a:cxn>
                  <a:cxn ang="0">
                    <a:pos x="19" y="154"/>
                  </a:cxn>
                  <a:cxn ang="0">
                    <a:pos x="10" y="145"/>
                  </a:cxn>
                  <a:cxn ang="0">
                    <a:pos x="5" y="133"/>
                  </a:cxn>
                  <a:cxn ang="0">
                    <a:pos x="5" y="131"/>
                  </a:cxn>
                  <a:cxn ang="0">
                    <a:pos x="15" y="136"/>
                  </a:cxn>
                  <a:cxn ang="0">
                    <a:pos x="24" y="136"/>
                  </a:cxn>
                  <a:cxn ang="0">
                    <a:pos x="33" y="138"/>
                  </a:cxn>
                  <a:cxn ang="0">
                    <a:pos x="36" y="124"/>
                  </a:cxn>
                  <a:cxn ang="0">
                    <a:pos x="38" y="112"/>
                  </a:cxn>
                  <a:cxn ang="0">
                    <a:pos x="50" y="107"/>
                  </a:cxn>
                  <a:cxn ang="0">
                    <a:pos x="62" y="105"/>
                  </a:cxn>
                  <a:cxn ang="0">
                    <a:pos x="74" y="100"/>
                  </a:cxn>
                  <a:cxn ang="0">
                    <a:pos x="81" y="88"/>
                  </a:cxn>
                  <a:cxn ang="0">
                    <a:pos x="90" y="79"/>
                  </a:cxn>
                  <a:cxn ang="0">
                    <a:pos x="95" y="67"/>
                  </a:cxn>
                  <a:cxn ang="0">
                    <a:pos x="102" y="62"/>
                  </a:cxn>
                  <a:cxn ang="0">
                    <a:pos x="107" y="74"/>
                  </a:cxn>
                  <a:cxn ang="0">
                    <a:pos x="114" y="74"/>
                  </a:cxn>
                  <a:cxn ang="0">
                    <a:pos x="114" y="57"/>
                  </a:cxn>
                  <a:cxn ang="0">
                    <a:pos x="119" y="64"/>
                  </a:cxn>
                  <a:cxn ang="0">
                    <a:pos x="126" y="67"/>
                  </a:cxn>
                  <a:cxn ang="0">
                    <a:pos x="123" y="55"/>
                  </a:cxn>
                  <a:cxn ang="0">
                    <a:pos x="130" y="48"/>
                  </a:cxn>
                  <a:cxn ang="0">
                    <a:pos x="123" y="45"/>
                  </a:cxn>
                  <a:cxn ang="0">
                    <a:pos x="128" y="41"/>
                  </a:cxn>
                  <a:cxn ang="0">
                    <a:pos x="138" y="36"/>
                  </a:cxn>
                  <a:cxn ang="0">
                    <a:pos x="142" y="24"/>
                  </a:cxn>
                  <a:cxn ang="0">
                    <a:pos x="149" y="15"/>
                  </a:cxn>
                  <a:cxn ang="0">
                    <a:pos x="157" y="3"/>
                  </a:cxn>
                  <a:cxn ang="0">
                    <a:pos x="159" y="12"/>
                  </a:cxn>
                  <a:cxn ang="0">
                    <a:pos x="166" y="3"/>
                  </a:cxn>
                </a:cxnLst>
                <a:rect l="0" t="0" r="r" b="b"/>
                <a:pathLst>
                  <a:path w="211" h="157">
                    <a:moveTo>
                      <a:pt x="168" y="3"/>
                    </a:moveTo>
                    <a:lnTo>
                      <a:pt x="168" y="5"/>
                    </a:lnTo>
                    <a:lnTo>
                      <a:pt x="168" y="5"/>
                    </a:lnTo>
                    <a:lnTo>
                      <a:pt x="168" y="5"/>
                    </a:lnTo>
                    <a:lnTo>
                      <a:pt x="168" y="5"/>
                    </a:lnTo>
                    <a:lnTo>
                      <a:pt x="168" y="8"/>
                    </a:lnTo>
                    <a:lnTo>
                      <a:pt x="168" y="8"/>
                    </a:lnTo>
                    <a:lnTo>
                      <a:pt x="168" y="8"/>
                    </a:lnTo>
                    <a:lnTo>
                      <a:pt x="168" y="8"/>
                    </a:lnTo>
                    <a:lnTo>
                      <a:pt x="168" y="10"/>
                    </a:lnTo>
                    <a:lnTo>
                      <a:pt x="168" y="10"/>
                    </a:lnTo>
                    <a:lnTo>
                      <a:pt x="171" y="10"/>
                    </a:lnTo>
                    <a:lnTo>
                      <a:pt x="171" y="10"/>
                    </a:lnTo>
                    <a:lnTo>
                      <a:pt x="171" y="8"/>
                    </a:lnTo>
                    <a:lnTo>
                      <a:pt x="171" y="8"/>
                    </a:lnTo>
                    <a:lnTo>
                      <a:pt x="171" y="8"/>
                    </a:lnTo>
                    <a:lnTo>
                      <a:pt x="173" y="8"/>
                    </a:lnTo>
                    <a:lnTo>
                      <a:pt x="173" y="10"/>
                    </a:lnTo>
                    <a:lnTo>
                      <a:pt x="173" y="10"/>
                    </a:lnTo>
                    <a:lnTo>
                      <a:pt x="173" y="10"/>
                    </a:lnTo>
                    <a:lnTo>
                      <a:pt x="173" y="12"/>
                    </a:lnTo>
                    <a:lnTo>
                      <a:pt x="173" y="12"/>
                    </a:lnTo>
                    <a:lnTo>
                      <a:pt x="173" y="12"/>
                    </a:lnTo>
                    <a:lnTo>
                      <a:pt x="173" y="15"/>
                    </a:lnTo>
                    <a:lnTo>
                      <a:pt x="175" y="15"/>
                    </a:lnTo>
                    <a:lnTo>
                      <a:pt x="175" y="15"/>
                    </a:lnTo>
                    <a:lnTo>
                      <a:pt x="175" y="15"/>
                    </a:lnTo>
                    <a:lnTo>
                      <a:pt x="178" y="15"/>
                    </a:lnTo>
                    <a:lnTo>
                      <a:pt x="178" y="15"/>
                    </a:lnTo>
                    <a:lnTo>
                      <a:pt x="178" y="15"/>
                    </a:lnTo>
                    <a:lnTo>
                      <a:pt x="178" y="17"/>
                    </a:lnTo>
                    <a:lnTo>
                      <a:pt x="178" y="17"/>
                    </a:lnTo>
                    <a:lnTo>
                      <a:pt x="178" y="17"/>
                    </a:lnTo>
                    <a:lnTo>
                      <a:pt x="178" y="17"/>
                    </a:lnTo>
                    <a:lnTo>
                      <a:pt x="178" y="19"/>
                    </a:lnTo>
                    <a:lnTo>
                      <a:pt x="178" y="19"/>
                    </a:lnTo>
                    <a:lnTo>
                      <a:pt x="178" y="22"/>
                    </a:lnTo>
                    <a:lnTo>
                      <a:pt x="178" y="22"/>
                    </a:lnTo>
                    <a:lnTo>
                      <a:pt x="178" y="22"/>
                    </a:lnTo>
                    <a:lnTo>
                      <a:pt x="175" y="22"/>
                    </a:lnTo>
                    <a:lnTo>
                      <a:pt x="175" y="24"/>
                    </a:lnTo>
                    <a:lnTo>
                      <a:pt x="175" y="24"/>
                    </a:lnTo>
                    <a:lnTo>
                      <a:pt x="175" y="24"/>
                    </a:lnTo>
                    <a:lnTo>
                      <a:pt x="175" y="24"/>
                    </a:lnTo>
                    <a:lnTo>
                      <a:pt x="175" y="24"/>
                    </a:lnTo>
                    <a:lnTo>
                      <a:pt x="175" y="26"/>
                    </a:lnTo>
                    <a:lnTo>
                      <a:pt x="175" y="26"/>
                    </a:lnTo>
                    <a:lnTo>
                      <a:pt x="178" y="26"/>
                    </a:lnTo>
                    <a:lnTo>
                      <a:pt x="178" y="26"/>
                    </a:lnTo>
                    <a:lnTo>
                      <a:pt x="178" y="29"/>
                    </a:lnTo>
                    <a:lnTo>
                      <a:pt x="178" y="29"/>
                    </a:lnTo>
                    <a:lnTo>
                      <a:pt x="180" y="29"/>
                    </a:lnTo>
                    <a:lnTo>
                      <a:pt x="180" y="29"/>
                    </a:lnTo>
                    <a:lnTo>
                      <a:pt x="180" y="26"/>
                    </a:lnTo>
                    <a:lnTo>
                      <a:pt x="180" y="26"/>
                    </a:lnTo>
                    <a:lnTo>
                      <a:pt x="183" y="26"/>
                    </a:lnTo>
                    <a:lnTo>
                      <a:pt x="183" y="26"/>
                    </a:lnTo>
                    <a:lnTo>
                      <a:pt x="183" y="24"/>
                    </a:lnTo>
                    <a:lnTo>
                      <a:pt x="183" y="24"/>
                    </a:lnTo>
                    <a:lnTo>
                      <a:pt x="183" y="24"/>
                    </a:lnTo>
                    <a:lnTo>
                      <a:pt x="185" y="24"/>
                    </a:lnTo>
                    <a:lnTo>
                      <a:pt x="185" y="24"/>
                    </a:lnTo>
                    <a:lnTo>
                      <a:pt x="185" y="24"/>
                    </a:lnTo>
                    <a:lnTo>
                      <a:pt x="185" y="24"/>
                    </a:lnTo>
                    <a:lnTo>
                      <a:pt x="185" y="26"/>
                    </a:lnTo>
                    <a:lnTo>
                      <a:pt x="185" y="26"/>
                    </a:lnTo>
                    <a:lnTo>
                      <a:pt x="185" y="26"/>
                    </a:lnTo>
                    <a:lnTo>
                      <a:pt x="185" y="29"/>
                    </a:lnTo>
                    <a:lnTo>
                      <a:pt x="185" y="29"/>
                    </a:lnTo>
                    <a:lnTo>
                      <a:pt x="185" y="29"/>
                    </a:lnTo>
                    <a:lnTo>
                      <a:pt x="187" y="29"/>
                    </a:lnTo>
                    <a:lnTo>
                      <a:pt x="187" y="31"/>
                    </a:lnTo>
                    <a:lnTo>
                      <a:pt x="187" y="31"/>
                    </a:lnTo>
                    <a:lnTo>
                      <a:pt x="187" y="31"/>
                    </a:lnTo>
                    <a:lnTo>
                      <a:pt x="187" y="31"/>
                    </a:lnTo>
                    <a:lnTo>
                      <a:pt x="190" y="31"/>
                    </a:lnTo>
                    <a:lnTo>
                      <a:pt x="190" y="31"/>
                    </a:lnTo>
                    <a:lnTo>
                      <a:pt x="192" y="31"/>
                    </a:lnTo>
                    <a:lnTo>
                      <a:pt x="192" y="31"/>
                    </a:lnTo>
                    <a:lnTo>
                      <a:pt x="192" y="34"/>
                    </a:lnTo>
                    <a:lnTo>
                      <a:pt x="192" y="34"/>
                    </a:lnTo>
                    <a:lnTo>
                      <a:pt x="194" y="34"/>
                    </a:lnTo>
                    <a:lnTo>
                      <a:pt x="194" y="34"/>
                    </a:lnTo>
                    <a:lnTo>
                      <a:pt x="194" y="34"/>
                    </a:lnTo>
                    <a:lnTo>
                      <a:pt x="194" y="36"/>
                    </a:lnTo>
                    <a:lnTo>
                      <a:pt x="197" y="36"/>
                    </a:lnTo>
                    <a:lnTo>
                      <a:pt x="197" y="36"/>
                    </a:lnTo>
                    <a:lnTo>
                      <a:pt x="197" y="36"/>
                    </a:lnTo>
                    <a:lnTo>
                      <a:pt x="197" y="36"/>
                    </a:lnTo>
                    <a:lnTo>
                      <a:pt x="197" y="36"/>
                    </a:lnTo>
                    <a:lnTo>
                      <a:pt x="199" y="36"/>
                    </a:lnTo>
                    <a:lnTo>
                      <a:pt x="199" y="38"/>
                    </a:lnTo>
                    <a:lnTo>
                      <a:pt x="199" y="38"/>
                    </a:lnTo>
                    <a:lnTo>
                      <a:pt x="199" y="38"/>
                    </a:lnTo>
                    <a:lnTo>
                      <a:pt x="199" y="38"/>
                    </a:lnTo>
                    <a:lnTo>
                      <a:pt x="202" y="38"/>
                    </a:lnTo>
                    <a:lnTo>
                      <a:pt x="202" y="41"/>
                    </a:lnTo>
                    <a:lnTo>
                      <a:pt x="202" y="41"/>
                    </a:lnTo>
                    <a:lnTo>
                      <a:pt x="202" y="41"/>
                    </a:lnTo>
                    <a:lnTo>
                      <a:pt x="204" y="41"/>
                    </a:lnTo>
                    <a:lnTo>
                      <a:pt x="204" y="41"/>
                    </a:lnTo>
                    <a:lnTo>
                      <a:pt x="204" y="43"/>
                    </a:lnTo>
                    <a:lnTo>
                      <a:pt x="204" y="43"/>
                    </a:lnTo>
                    <a:lnTo>
                      <a:pt x="206" y="43"/>
                    </a:lnTo>
                    <a:lnTo>
                      <a:pt x="206" y="43"/>
                    </a:lnTo>
                    <a:lnTo>
                      <a:pt x="206" y="41"/>
                    </a:lnTo>
                    <a:lnTo>
                      <a:pt x="206" y="41"/>
                    </a:lnTo>
                    <a:lnTo>
                      <a:pt x="209" y="41"/>
                    </a:lnTo>
                    <a:lnTo>
                      <a:pt x="209" y="41"/>
                    </a:lnTo>
                    <a:lnTo>
                      <a:pt x="209" y="43"/>
                    </a:lnTo>
                    <a:lnTo>
                      <a:pt x="211" y="43"/>
                    </a:lnTo>
                    <a:lnTo>
                      <a:pt x="211" y="43"/>
                    </a:lnTo>
                    <a:lnTo>
                      <a:pt x="211" y="43"/>
                    </a:lnTo>
                    <a:lnTo>
                      <a:pt x="211" y="45"/>
                    </a:lnTo>
                    <a:lnTo>
                      <a:pt x="211" y="45"/>
                    </a:lnTo>
                    <a:lnTo>
                      <a:pt x="211" y="45"/>
                    </a:lnTo>
                    <a:lnTo>
                      <a:pt x="211" y="48"/>
                    </a:lnTo>
                    <a:lnTo>
                      <a:pt x="211" y="48"/>
                    </a:lnTo>
                    <a:lnTo>
                      <a:pt x="211" y="50"/>
                    </a:lnTo>
                    <a:lnTo>
                      <a:pt x="211" y="50"/>
                    </a:lnTo>
                    <a:lnTo>
                      <a:pt x="211" y="50"/>
                    </a:lnTo>
                    <a:lnTo>
                      <a:pt x="209" y="50"/>
                    </a:lnTo>
                    <a:lnTo>
                      <a:pt x="209" y="53"/>
                    </a:lnTo>
                    <a:lnTo>
                      <a:pt x="209" y="53"/>
                    </a:lnTo>
                    <a:lnTo>
                      <a:pt x="206" y="53"/>
                    </a:lnTo>
                    <a:lnTo>
                      <a:pt x="206" y="53"/>
                    </a:lnTo>
                    <a:lnTo>
                      <a:pt x="206" y="53"/>
                    </a:lnTo>
                    <a:lnTo>
                      <a:pt x="206" y="53"/>
                    </a:lnTo>
                    <a:lnTo>
                      <a:pt x="204" y="53"/>
                    </a:lnTo>
                    <a:lnTo>
                      <a:pt x="204" y="53"/>
                    </a:lnTo>
                    <a:lnTo>
                      <a:pt x="204" y="53"/>
                    </a:lnTo>
                    <a:lnTo>
                      <a:pt x="204" y="55"/>
                    </a:lnTo>
                    <a:lnTo>
                      <a:pt x="202" y="55"/>
                    </a:lnTo>
                    <a:lnTo>
                      <a:pt x="202" y="55"/>
                    </a:lnTo>
                    <a:lnTo>
                      <a:pt x="202" y="55"/>
                    </a:lnTo>
                    <a:lnTo>
                      <a:pt x="199" y="55"/>
                    </a:lnTo>
                    <a:lnTo>
                      <a:pt x="199" y="55"/>
                    </a:lnTo>
                    <a:lnTo>
                      <a:pt x="199" y="55"/>
                    </a:lnTo>
                    <a:lnTo>
                      <a:pt x="199" y="55"/>
                    </a:lnTo>
                    <a:lnTo>
                      <a:pt x="197" y="55"/>
                    </a:lnTo>
                    <a:lnTo>
                      <a:pt x="197" y="55"/>
                    </a:lnTo>
                    <a:lnTo>
                      <a:pt x="197" y="55"/>
                    </a:lnTo>
                    <a:lnTo>
                      <a:pt x="197" y="55"/>
                    </a:lnTo>
                    <a:lnTo>
                      <a:pt x="194" y="55"/>
                    </a:lnTo>
                    <a:lnTo>
                      <a:pt x="194" y="55"/>
                    </a:lnTo>
                    <a:lnTo>
                      <a:pt x="194" y="55"/>
                    </a:lnTo>
                    <a:lnTo>
                      <a:pt x="192" y="55"/>
                    </a:lnTo>
                    <a:lnTo>
                      <a:pt x="192" y="55"/>
                    </a:lnTo>
                    <a:lnTo>
                      <a:pt x="192" y="55"/>
                    </a:lnTo>
                    <a:lnTo>
                      <a:pt x="192" y="55"/>
                    </a:lnTo>
                    <a:lnTo>
                      <a:pt x="190" y="55"/>
                    </a:lnTo>
                    <a:lnTo>
                      <a:pt x="190" y="55"/>
                    </a:lnTo>
                    <a:lnTo>
                      <a:pt x="187" y="55"/>
                    </a:lnTo>
                    <a:lnTo>
                      <a:pt x="187" y="55"/>
                    </a:lnTo>
                    <a:lnTo>
                      <a:pt x="187" y="55"/>
                    </a:lnTo>
                    <a:lnTo>
                      <a:pt x="187" y="57"/>
                    </a:lnTo>
                    <a:lnTo>
                      <a:pt x="187" y="57"/>
                    </a:lnTo>
                    <a:lnTo>
                      <a:pt x="187" y="60"/>
                    </a:lnTo>
                    <a:lnTo>
                      <a:pt x="187" y="60"/>
                    </a:lnTo>
                    <a:lnTo>
                      <a:pt x="187" y="57"/>
                    </a:lnTo>
                    <a:lnTo>
                      <a:pt x="187" y="57"/>
                    </a:lnTo>
                    <a:lnTo>
                      <a:pt x="190" y="57"/>
                    </a:lnTo>
                    <a:lnTo>
                      <a:pt x="190" y="57"/>
                    </a:lnTo>
                    <a:lnTo>
                      <a:pt x="190" y="57"/>
                    </a:lnTo>
                    <a:lnTo>
                      <a:pt x="192" y="57"/>
                    </a:lnTo>
                    <a:lnTo>
                      <a:pt x="192" y="57"/>
                    </a:lnTo>
                    <a:lnTo>
                      <a:pt x="192" y="57"/>
                    </a:lnTo>
                    <a:lnTo>
                      <a:pt x="192" y="60"/>
                    </a:lnTo>
                    <a:lnTo>
                      <a:pt x="192" y="60"/>
                    </a:lnTo>
                    <a:lnTo>
                      <a:pt x="192" y="60"/>
                    </a:lnTo>
                    <a:lnTo>
                      <a:pt x="192" y="60"/>
                    </a:lnTo>
                    <a:lnTo>
                      <a:pt x="194" y="60"/>
                    </a:lnTo>
                    <a:lnTo>
                      <a:pt x="194" y="62"/>
                    </a:lnTo>
                    <a:lnTo>
                      <a:pt x="194" y="62"/>
                    </a:lnTo>
                    <a:lnTo>
                      <a:pt x="197" y="62"/>
                    </a:lnTo>
                    <a:lnTo>
                      <a:pt x="197" y="62"/>
                    </a:lnTo>
                    <a:lnTo>
                      <a:pt x="197" y="62"/>
                    </a:lnTo>
                    <a:lnTo>
                      <a:pt x="197" y="64"/>
                    </a:lnTo>
                    <a:lnTo>
                      <a:pt x="197" y="64"/>
                    </a:lnTo>
                    <a:lnTo>
                      <a:pt x="197" y="64"/>
                    </a:lnTo>
                    <a:lnTo>
                      <a:pt x="197" y="64"/>
                    </a:lnTo>
                    <a:lnTo>
                      <a:pt x="197" y="64"/>
                    </a:lnTo>
                    <a:lnTo>
                      <a:pt x="197" y="64"/>
                    </a:lnTo>
                    <a:lnTo>
                      <a:pt x="199" y="64"/>
                    </a:lnTo>
                    <a:lnTo>
                      <a:pt x="199" y="62"/>
                    </a:lnTo>
                    <a:lnTo>
                      <a:pt x="199" y="62"/>
                    </a:lnTo>
                    <a:lnTo>
                      <a:pt x="199" y="62"/>
                    </a:lnTo>
                    <a:lnTo>
                      <a:pt x="202" y="62"/>
                    </a:lnTo>
                    <a:lnTo>
                      <a:pt x="202" y="64"/>
                    </a:lnTo>
                    <a:lnTo>
                      <a:pt x="202" y="64"/>
                    </a:lnTo>
                    <a:lnTo>
                      <a:pt x="199" y="64"/>
                    </a:lnTo>
                    <a:lnTo>
                      <a:pt x="199" y="64"/>
                    </a:lnTo>
                    <a:lnTo>
                      <a:pt x="199" y="64"/>
                    </a:lnTo>
                    <a:lnTo>
                      <a:pt x="199" y="64"/>
                    </a:lnTo>
                    <a:lnTo>
                      <a:pt x="199" y="67"/>
                    </a:lnTo>
                    <a:lnTo>
                      <a:pt x="199" y="67"/>
                    </a:lnTo>
                    <a:lnTo>
                      <a:pt x="199" y="67"/>
                    </a:lnTo>
                    <a:lnTo>
                      <a:pt x="199" y="67"/>
                    </a:lnTo>
                    <a:lnTo>
                      <a:pt x="199" y="69"/>
                    </a:lnTo>
                    <a:lnTo>
                      <a:pt x="199" y="69"/>
                    </a:lnTo>
                    <a:lnTo>
                      <a:pt x="199" y="69"/>
                    </a:lnTo>
                    <a:lnTo>
                      <a:pt x="199" y="69"/>
                    </a:lnTo>
                    <a:lnTo>
                      <a:pt x="197" y="69"/>
                    </a:lnTo>
                    <a:lnTo>
                      <a:pt x="197" y="69"/>
                    </a:lnTo>
                    <a:lnTo>
                      <a:pt x="197" y="72"/>
                    </a:lnTo>
                    <a:lnTo>
                      <a:pt x="197" y="72"/>
                    </a:lnTo>
                    <a:lnTo>
                      <a:pt x="194" y="72"/>
                    </a:lnTo>
                    <a:lnTo>
                      <a:pt x="194" y="72"/>
                    </a:lnTo>
                    <a:lnTo>
                      <a:pt x="192" y="72"/>
                    </a:lnTo>
                    <a:lnTo>
                      <a:pt x="192" y="72"/>
                    </a:lnTo>
                    <a:lnTo>
                      <a:pt x="192" y="72"/>
                    </a:lnTo>
                    <a:lnTo>
                      <a:pt x="192" y="72"/>
                    </a:lnTo>
                    <a:lnTo>
                      <a:pt x="190" y="72"/>
                    </a:lnTo>
                    <a:lnTo>
                      <a:pt x="190" y="72"/>
                    </a:lnTo>
                    <a:lnTo>
                      <a:pt x="190" y="72"/>
                    </a:lnTo>
                    <a:lnTo>
                      <a:pt x="190" y="72"/>
                    </a:lnTo>
                    <a:lnTo>
                      <a:pt x="187" y="72"/>
                    </a:lnTo>
                    <a:lnTo>
                      <a:pt x="187" y="72"/>
                    </a:lnTo>
                    <a:lnTo>
                      <a:pt x="187" y="72"/>
                    </a:lnTo>
                    <a:lnTo>
                      <a:pt x="185" y="72"/>
                    </a:lnTo>
                    <a:lnTo>
                      <a:pt x="185" y="74"/>
                    </a:lnTo>
                    <a:lnTo>
                      <a:pt x="185" y="74"/>
                    </a:lnTo>
                    <a:lnTo>
                      <a:pt x="185" y="74"/>
                    </a:lnTo>
                    <a:lnTo>
                      <a:pt x="185" y="74"/>
                    </a:lnTo>
                    <a:lnTo>
                      <a:pt x="183" y="74"/>
                    </a:lnTo>
                    <a:lnTo>
                      <a:pt x="183" y="74"/>
                    </a:lnTo>
                    <a:lnTo>
                      <a:pt x="180" y="74"/>
                    </a:lnTo>
                    <a:lnTo>
                      <a:pt x="180" y="74"/>
                    </a:lnTo>
                    <a:lnTo>
                      <a:pt x="180" y="74"/>
                    </a:lnTo>
                    <a:lnTo>
                      <a:pt x="180" y="74"/>
                    </a:lnTo>
                    <a:lnTo>
                      <a:pt x="178" y="74"/>
                    </a:lnTo>
                    <a:lnTo>
                      <a:pt x="178" y="74"/>
                    </a:lnTo>
                    <a:lnTo>
                      <a:pt x="178" y="74"/>
                    </a:lnTo>
                    <a:lnTo>
                      <a:pt x="178" y="74"/>
                    </a:lnTo>
                    <a:lnTo>
                      <a:pt x="175" y="74"/>
                    </a:lnTo>
                    <a:lnTo>
                      <a:pt x="175" y="74"/>
                    </a:lnTo>
                    <a:lnTo>
                      <a:pt x="175" y="74"/>
                    </a:lnTo>
                    <a:lnTo>
                      <a:pt x="173" y="74"/>
                    </a:lnTo>
                    <a:lnTo>
                      <a:pt x="173" y="74"/>
                    </a:lnTo>
                    <a:lnTo>
                      <a:pt x="173" y="74"/>
                    </a:lnTo>
                    <a:lnTo>
                      <a:pt x="173" y="74"/>
                    </a:lnTo>
                    <a:lnTo>
                      <a:pt x="171" y="74"/>
                    </a:lnTo>
                    <a:lnTo>
                      <a:pt x="171" y="74"/>
                    </a:lnTo>
                    <a:lnTo>
                      <a:pt x="171" y="74"/>
                    </a:lnTo>
                    <a:lnTo>
                      <a:pt x="171" y="72"/>
                    </a:lnTo>
                    <a:lnTo>
                      <a:pt x="171" y="72"/>
                    </a:lnTo>
                    <a:lnTo>
                      <a:pt x="171" y="72"/>
                    </a:lnTo>
                    <a:lnTo>
                      <a:pt x="168" y="72"/>
                    </a:lnTo>
                    <a:lnTo>
                      <a:pt x="168" y="69"/>
                    </a:lnTo>
                    <a:lnTo>
                      <a:pt x="168" y="69"/>
                    </a:lnTo>
                    <a:lnTo>
                      <a:pt x="166" y="69"/>
                    </a:lnTo>
                    <a:lnTo>
                      <a:pt x="166" y="69"/>
                    </a:lnTo>
                    <a:lnTo>
                      <a:pt x="166" y="69"/>
                    </a:lnTo>
                    <a:lnTo>
                      <a:pt x="166" y="69"/>
                    </a:lnTo>
                    <a:lnTo>
                      <a:pt x="166" y="69"/>
                    </a:lnTo>
                    <a:lnTo>
                      <a:pt x="164" y="69"/>
                    </a:lnTo>
                    <a:lnTo>
                      <a:pt x="164" y="69"/>
                    </a:lnTo>
                    <a:lnTo>
                      <a:pt x="164" y="69"/>
                    </a:lnTo>
                    <a:lnTo>
                      <a:pt x="161" y="69"/>
                    </a:lnTo>
                    <a:lnTo>
                      <a:pt x="161" y="69"/>
                    </a:lnTo>
                    <a:lnTo>
                      <a:pt x="159" y="69"/>
                    </a:lnTo>
                    <a:lnTo>
                      <a:pt x="159" y="69"/>
                    </a:lnTo>
                    <a:lnTo>
                      <a:pt x="159" y="69"/>
                    </a:lnTo>
                    <a:lnTo>
                      <a:pt x="159" y="69"/>
                    </a:lnTo>
                    <a:lnTo>
                      <a:pt x="159" y="69"/>
                    </a:lnTo>
                    <a:lnTo>
                      <a:pt x="157" y="69"/>
                    </a:lnTo>
                    <a:lnTo>
                      <a:pt x="157" y="69"/>
                    </a:lnTo>
                    <a:lnTo>
                      <a:pt x="157" y="69"/>
                    </a:lnTo>
                    <a:lnTo>
                      <a:pt x="157" y="69"/>
                    </a:lnTo>
                    <a:lnTo>
                      <a:pt x="157" y="69"/>
                    </a:lnTo>
                    <a:lnTo>
                      <a:pt x="154" y="69"/>
                    </a:lnTo>
                    <a:lnTo>
                      <a:pt x="154" y="69"/>
                    </a:lnTo>
                    <a:lnTo>
                      <a:pt x="154" y="69"/>
                    </a:lnTo>
                    <a:lnTo>
                      <a:pt x="152" y="69"/>
                    </a:lnTo>
                    <a:lnTo>
                      <a:pt x="152" y="69"/>
                    </a:lnTo>
                    <a:lnTo>
                      <a:pt x="152" y="69"/>
                    </a:lnTo>
                    <a:lnTo>
                      <a:pt x="152" y="69"/>
                    </a:lnTo>
                    <a:lnTo>
                      <a:pt x="152" y="72"/>
                    </a:lnTo>
                    <a:lnTo>
                      <a:pt x="149" y="72"/>
                    </a:lnTo>
                    <a:lnTo>
                      <a:pt x="149" y="72"/>
                    </a:lnTo>
                    <a:lnTo>
                      <a:pt x="149" y="69"/>
                    </a:lnTo>
                    <a:lnTo>
                      <a:pt x="149" y="69"/>
                    </a:lnTo>
                    <a:lnTo>
                      <a:pt x="147" y="69"/>
                    </a:lnTo>
                    <a:lnTo>
                      <a:pt x="147" y="69"/>
                    </a:lnTo>
                    <a:lnTo>
                      <a:pt x="147" y="69"/>
                    </a:lnTo>
                    <a:lnTo>
                      <a:pt x="145" y="69"/>
                    </a:lnTo>
                    <a:lnTo>
                      <a:pt x="145" y="69"/>
                    </a:lnTo>
                    <a:lnTo>
                      <a:pt x="145" y="69"/>
                    </a:lnTo>
                    <a:lnTo>
                      <a:pt x="145" y="69"/>
                    </a:lnTo>
                    <a:lnTo>
                      <a:pt x="142" y="69"/>
                    </a:lnTo>
                    <a:lnTo>
                      <a:pt x="142" y="69"/>
                    </a:lnTo>
                    <a:lnTo>
                      <a:pt x="142" y="72"/>
                    </a:lnTo>
                    <a:lnTo>
                      <a:pt x="140" y="72"/>
                    </a:lnTo>
                    <a:lnTo>
                      <a:pt x="140" y="69"/>
                    </a:lnTo>
                    <a:lnTo>
                      <a:pt x="140" y="69"/>
                    </a:lnTo>
                    <a:lnTo>
                      <a:pt x="140" y="69"/>
                    </a:lnTo>
                    <a:lnTo>
                      <a:pt x="140" y="69"/>
                    </a:lnTo>
                    <a:lnTo>
                      <a:pt x="138" y="69"/>
                    </a:lnTo>
                    <a:lnTo>
                      <a:pt x="138" y="69"/>
                    </a:lnTo>
                    <a:lnTo>
                      <a:pt x="138" y="69"/>
                    </a:lnTo>
                    <a:lnTo>
                      <a:pt x="138" y="72"/>
                    </a:lnTo>
                    <a:lnTo>
                      <a:pt x="138" y="72"/>
                    </a:lnTo>
                    <a:lnTo>
                      <a:pt x="138" y="72"/>
                    </a:lnTo>
                    <a:lnTo>
                      <a:pt x="138" y="74"/>
                    </a:lnTo>
                    <a:lnTo>
                      <a:pt x="135" y="74"/>
                    </a:lnTo>
                    <a:lnTo>
                      <a:pt x="135" y="72"/>
                    </a:lnTo>
                    <a:lnTo>
                      <a:pt x="135" y="72"/>
                    </a:lnTo>
                    <a:lnTo>
                      <a:pt x="135" y="74"/>
                    </a:lnTo>
                    <a:lnTo>
                      <a:pt x="133" y="74"/>
                    </a:lnTo>
                    <a:lnTo>
                      <a:pt x="133" y="74"/>
                    </a:lnTo>
                    <a:lnTo>
                      <a:pt x="133" y="74"/>
                    </a:lnTo>
                    <a:lnTo>
                      <a:pt x="133" y="74"/>
                    </a:lnTo>
                    <a:lnTo>
                      <a:pt x="133" y="76"/>
                    </a:lnTo>
                    <a:lnTo>
                      <a:pt x="133" y="76"/>
                    </a:lnTo>
                    <a:lnTo>
                      <a:pt x="133" y="79"/>
                    </a:lnTo>
                    <a:lnTo>
                      <a:pt x="133" y="79"/>
                    </a:lnTo>
                    <a:lnTo>
                      <a:pt x="133" y="79"/>
                    </a:lnTo>
                    <a:lnTo>
                      <a:pt x="130" y="79"/>
                    </a:lnTo>
                    <a:lnTo>
                      <a:pt x="130" y="81"/>
                    </a:lnTo>
                    <a:lnTo>
                      <a:pt x="130" y="81"/>
                    </a:lnTo>
                    <a:lnTo>
                      <a:pt x="133" y="81"/>
                    </a:lnTo>
                    <a:lnTo>
                      <a:pt x="133" y="83"/>
                    </a:lnTo>
                    <a:lnTo>
                      <a:pt x="130" y="83"/>
                    </a:lnTo>
                    <a:lnTo>
                      <a:pt x="130" y="83"/>
                    </a:lnTo>
                    <a:lnTo>
                      <a:pt x="130" y="83"/>
                    </a:lnTo>
                    <a:lnTo>
                      <a:pt x="130" y="86"/>
                    </a:lnTo>
                    <a:lnTo>
                      <a:pt x="130" y="86"/>
                    </a:lnTo>
                    <a:lnTo>
                      <a:pt x="130" y="88"/>
                    </a:lnTo>
                    <a:lnTo>
                      <a:pt x="130" y="88"/>
                    </a:lnTo>
                    <a:lnTo>
                      <a:pt x="133" y="88"/>
                    </a:lnTo>
                    <a:lnTo>
                      <a:pt x="133" y="90"/>
                    </a:lnTo>
                    <a:lnTo>
                      <a:pt x="133" y="90"/>
                    </a:lnTo>
                    <a:lnTo>
                      <a:pt x="133" y="93"/>
                    </a:lnTo>
                    <a:lnTo>
                      <a:pt x="130" y="93"/>
                    </a:lnTo>
                    <a:lnTo>
                      <a:pt x="130" y="93"/>
                    </a:lnTo>
                    <a:lnTo>
                      <a:pt x="130" y="93"/>
                    </a:lnTo>
                    <a:lnTo>
                      <a:pt x="130" y="95"/>
                    </a:lnTo>
                    <a:lnTo>
                      <a:pt x="130" y="95"/>
                    </a:lnTo>
                    <a:lnTo>
                      <a:pt x="130" y="95"/>
                    </a:lnTo>
                    <a:lnTo>
                      <a:pt x="130" y="98"/>
                    </a:lnTo>
                    <a:lnTo>
                      <a:pt x="130" y="98"/>
                    </a:lnTo>
                    <a:lnTo>
                      <a:pt x="130" y="100"/>
                    </a:lnTo>
                    <a:lnTo>
                      <a:pt x="130" y="100"/>
                    </a:lnTo>
                    <a:lnTo>
                      <a:pt x="130" y="100"/>
                    </a:lnTo>
                    <a:lnTo>
                      <a:pt x="130" y="102"/>
                    </a:lnTo>
                    <a:lnTo>
                      <a:pt x="130" y="102"/>
                    </a:lnTo>
                    <a:lnTo>
                      <a:pt x="128" y="102"/>
                    </a:lnTo>
                    <a:lnTo>
                      <a:pt x="128" y="102"/>
                    </a:lnTo>
                    <a:lnTo>
                      <a:pt x="128" y="105"/>
                    </a:lnTo>
                    <a:lnTo>
                      <a:pt x="126" y="105"/>
                    </a:lnTo>
                    <a:lnTo>
                      <a:pt x="126" y="105"/>
                    </a:lnTo>
                    <a:lnTo>
                      <a:pt x="126" y="102"/>
                    </a:lnTo>
                    <a:lnTo>
                      <a:pt x="126" y="102"/>
                    </a:lnTo>
                    <a:lnTo>
                      <a:pt x="123" y="102"/>
                    </a:lnTo>
                    <a:lnTo>
                      <a:pt x="123" y="105"/>
                    </a:lnTo>
                    <a:lnTo>
                      <a:pt x="123" y="105"/>
                    </a:lnTo>
                    <a:lnTo>
                      <a:pt x="123" y="105"/>
                    </a:lnTo>
                    <a:lnTo>
                      <a:pt x="123" y="105"/>
                    </a:lnTo>
                    <a:lnTo>
                      <a:pt x="123" y="105"/>
                    </a:lnTo>
                    <a:lnTo>
                      <a:pt x="123" y="107"/>
                    </a:lnTo>
                    <a:lnTo>
                      <a:pt x="121" y="107"/>
                    </a:lnTo>
                    <a:lnTo>
                      <a:pt x="121" y="107"/>
                    </a:lnTo>
                    <a:lnTo>
                      <a:pt x="121" y="109"/>
                    </a:lnTo>
                    <a:lnTo>
                      <a:pt x="121" y="109"/>
                    </a:lnTo>
                    <a:lnTo>
                      <a:pt x="121" y="112"/>
                    </a:lnTo>
                    <a:lnTo>
                      <a:pt x="121" y="112"/>
                    </a:lnTo>
                    <a:lnTo>
                      <a:pt x="121" y="114"/>
                    </a:lnTo>
                    <a:lnTo>
                      <a:pt x="121" y="114"/>
                    </a:lnTo>
                    <a:lnTo>
                      <a:pt x="123" y="114"/>
                    </a:lnTo>
                    <a:lnTo>
                      <a:pt x="123" y="114"/>
                    </a:lnTo>
                    <a:lnTo>
                      <a:pt x="123" y="114"/>
                    </a:lnTo>
                    <a:lnTo>
                      <a:pt x="123" y="114"/>
                    </a:lnTo>
                    <a:lnTo>
                      <a:pt x="123" y="117"/>
                    </a:lnTo>
                    <a:lnTo>
                      <a:pt x="123" y="117"/>
                    </a:lnTo>
                    <a:lnTo>
                      <a:pt x="123" y="117"/>
                    </a:lnTo>
                    <a:lnTo>
                      <a:pt x="123" y="117"/>
                    </a:lnTo>
                    <a:lnTo>
                      <a:pt x="121" y="117"/>
                    </a:lnTo>
                    <a:lnTo>
                      <a:pt x="121" y="117"/>
                    </a:lnTo>
                    <a:lnTo>
                      <a:pt x="121" y="119"/>
                    </a:lnTo>
                    <a:lnTo>
                      <a:pt x="119" y="119"/>
                    </a:lnTo>
                    <a:lnTo>
                      <a:pt x="119" y="119"/>
                    </a:lnTo>
                    <a:lnTo>
                      <a:pt x="119" y="119"/>
                    </a:lnTo>
                    <a:lnTo>
                      <a:pt x="119" y="119"/>
                    </a:lnTo>
                    <a:lnTo>
                      <a:pt x="119" y="121"/>
                    </a:lnTo>
                    <a:lnTo>
                      <a:pt x="119" y="121"/>
                    </a:lnTo>
                    <a:lnTo>
                      <a:pt x="116" y="121"/>
                    </a:lnTo>
                    <a:lnTo>
                      <a:pt x="116" y="124"/>
                    </a:lnTo>
                    <a:lnTo>
                      <a:pt x="116" y="124"/>
                    </a:lnTo>
                    <a:lnTo>
                      <a:pt x="114" y="124"/>
                    </a:lnTo>
                    <a:lnTo>
                      <a:pt x="114" y="124"/>
                    </a:lnTo>
                    <a:lnTo>
                      <a:pt x="114" y="124"/>
                    </a:lnTo>
                    <a:lnTo>
                      <a:pt x="114" y="124"/>
                    </a:lnTo>
                    <a:lnTo>
                      <a:pt x="114" y="126"/>
                    </a:lnTo>
                    <a:lnTo>
                      <a:pt x="114" y="126"/>
                    </a:lnTo>
                    <a:lnTo>
                      <a:pt x="114" y="128"/>
                    </a:lnTo>
                    <a:lnTo>
                      <a:pt x="114" y="128"/>
                    </a:lnTo>
                    <a:lnTo>
                      <a:pt x="116" y="128"/>
                    </a:lnTo>
                    <a:lnTo>
                      <a:pt x="116" y="128"/>
                    </a:lnTo>
                    <a:lnTo>
                      <a:pt x="116" y="131"/>
                    </a:lnTo>
                    <a:lnTo>
                      <a:pt x="116" y="131"/>
                    </a:lnTo>
                    <a:lnTo>
                      <a:pt x="114" y="131"/>
                    </a:lnTo>
                    <a:lnTo>
                      <a:pt x="114" y="133"/>
                    </a:lnTo>
                    <a:lnTo>
                      <a:pt x="114" y="133"/>
                    </a:lnTo>
                    <a:lnTo>
                      <a:pt x="114" y="133"/>
                    </a:lnTo>
                    <a:lnTo>
                      <a:pt x="114" y="133"/>
                    </a:lnTo>
                    <a:lnTo>
                      <a:pt x="112" y="133"/>
                    </a:lnTo>
                    <a:lnTo>
                      <a:pt x="112" y="133"/>
                    </a:lnTo>
                    <a:lnTo>
                      <a:pt x="112" y="136"/>
                    </a:lnTo>
                    <a:lnTo>
                      <a:pt x="112" y="136"/>
                    </a:lnTo>
                    <a:lnTo>
                      <a:pt x="112" y="138"/>
                    </a:lnTo>
                    <a:lnTo>
                      <a:pt x="112" y="138"/>
                    </a:lnTo>
                    <a:lnTo>
                      <a:pt x="112" y="138"/>
                    </a:lnTo>
                    <a:lnTo>
                      <a:pt x="112" y="140"/>
                    </a:lnTo>
                    <a:lnTo>
                      <a:pt x="112" y="140"/>
                    </a:lnTo>
                    <a:lnTo>
                      <a:pt x="112" y="140"/>
                    </a:lnTo>
                    <a:lnTo>
                      <a:pt x="112" y="143"/>
                    </a:lnTo>
                    <a:lnTo>
                      <a:pt x="109" y="143"/>
                    </a:lnTo>
                    <a:lnTo>
                      <a:pt x="109" y="143"/>
                    </a:lnTo>
                    <a:lnTo>
                      <a:pt x="109" y="143"/>
                    </a:lnTo>
                    <a:lnTo>
                      <a:pt x="109" y="143"/>
                    </a:lnTo>
                    <a:lnTo>
                      <a:pt x="109" y="143"/>
                    </a:lnTo>
                    <a:lnTo>
                      <a:pt x="107" y="143"/>
                    </a:lnTo>
                    <a:lnTo>
                      <a:pt x="107" y="143"/>
                    </a:lnTo>
                    <a:lnTo>
                      <a:pt x="107" y="143"/>
                    </a:lnTo>
                    <a:lnTo>
                      <a:pt x="107" y="143"/>
                    </a:lnTo>
                    <a:lnTo>
                      <a:pt x="104" y="143"/>
                    </a:lnTo>
                    <a:lnTo>
                      <a:pt x="104" y="143"/>
                    </a:lnTo>
                    <a:lnTo>
                      <a:pt x="104" y="143"/>
                    </a:lnTo>
                    <a:lnTo>
                      <a:pt x="104" y="143"/>
                    </a:lnTo>
                    <a:lnTo>
                      <a:pt x="102" y="143"/>
                    </a:lnTo>
                    <a:lnTo>
                      <a:pt x="102" y="143"/>
                    </a:lnTo>
                    <a:lnTo>
                      <a:pt x="102" y="143"/>
                    </a:lnTo>
                    <a:lnTo>
                      <a:pt x="100" y="143"/>
                    </a:lnTo>
                    <a:lnTo>
                      <a:pt x="100" y="143"/>
                    </a:lnTo>
                    <a:lnTo>
                      <a:pt x="100" y="143"/>
                    </a:lnTo>
                    <a:lnTo>
                      <a:pt x="100" y="143"/>
                    </a:lnTo>
                    <a:lnTo>
                      <a:pt x="97" y="143"/>
                    </a:lnTo>
                    <a:lnTo>
                      <a:pt x="97" y="143"/>
                    </a:lnTo>
                    <a:lnTo>
                      <a:pt x="97" y="143"/>
                    </a:lnTo>
                    <a:lnTo>
                      <a:pt x="97" y="143"/>
                    </a:lnTo>
                    <a:lnTo>
                      <a:pt x="95" y="143"/>
                    </a:lnTo>
                    <a:lnTo>
                      <a:pt x="95" y="143"/>
                    </a:lnTo>
                    <a:lnTo>
                      <a:pt x="95" y="145"/>
                    </a:lnTo>
                    <a:lnTo>
                      <a:pt x="93" y="145"/>
                    </a:lnTo>
                    <a:lnTo>
                      <a:pt x="93" y="145"/>
                    </a:lnTo>
                    <a:lnTo>
                      <a:pt x="93" y="147"/>
                    </a:lnTo>
                    <a:lnTo>
                      <a:pt x="93" y="147"/>
                    </a:lnTo>
                    <a:lnTo>
                      <a:pt x="93" y="147"/>
                    </a:lnTo>
                    <a:lnTo>
                      <a:pt x="93" y="147"/>
                    </a:lnTo>
                    <a:lnTo>
                      <a:pt x="90" y="147"/>
                    </a:lnTo>
                    <a:lnTo>
                      <a:pt x="90" y="147"/>
                    </a:lnTo>
                    <a:lnTo>
                      <a:pt x="90" y="150"/>
                    </a:lnTo>
                    <a:lnTo>
                      <a:pt x="90" y="150"/>
                    </a:lnTo>
                    <a:lnTo>
                      <a:pt x="90" y="147"/>
                    </a:lnTo>
                    <a:lnTo>
                      <a:pt x="88" y="147"/>
                    </a:lnTo>
                    <a:lnTo>
                      <a:pt x="88" y="147"/>
                    </a:lnTo>
                    <a:lnTo>
                      <a:pt x="88" y="147"/>
                    </a:lnTo>
                    <a:lnTo>
                      <a:pt x="88" y="145"/>
                    </a:lnTo>
                    <a:lnTo>
                      <a:pt x="86" y="145"/>
                    </a:lnTo>
                    <a:lnTo>
                      <a:pt x="86" y="147"/>
                    </a:lnTo>
                    <a:lnTo>
                      <a:pt x="86" y="147"/>
                    </a:lnTo>
                    <a:lnTo>
                      <a:pt x="86" y="147"/>
                    </a:lnTo>
                    <a:lnTo>
                      <a:pt x="83" y="147"/>
                    </a:lnTo>
                    <a:lnTo>
                      <a:pt x="83" y="145"/>
                    </a:lnTo>
                    <a:lnTo>
                      <a:pt x="83" y="145"/>
                    </a:lnTo>
                    <a:lnTo>
                      <a:pt x="83" y="145"/>
                    </a:lnTo>
                    <a:lnTo>
                      <a:pt x="81" y="145"/>
                    </a:lnTo>
                    <a:lnTo>
                      <a:pt x="81" y="145"/>
                    </a:lnTo>
                    <a:lnTo>
                      <a:pt x="81" y="145"/>
                    </a:lnTo>
                    <a:lnTo>
                      <a:pt x="78" y="145"/>
                    </a:lnTo>
                    <a:lnTo>
                      <a:pt x="78" y="145"/>
                    </a:lnTo>
                    <a:lnTo>
                      <a:pt x="78" y="143"/>
                    </a:lnTo>
                    <a:lnTo>
                      <a:pt x="78" y="143"/>
                    </a:lnTo>
                    <a:lnTo>
                      <a:pt x="76" y="143"/>
                    </a:lnTo>
                    <a:lnTo>
                      <a:pt x="76" y="143"/>
                    </a:lnTo>
                    <a:lnTo>
                      <a:pt x="74" y="143"/>
                    </a:lnTo>
                    <a:lnTo>
                      <a:pt x="74" y="143"/>
                    </a:lnTo>
                    <a:lnTo>
                      <a:pt x="76" y="143"/>
                    </a:lnTo>
                    <a:lnTo>
                      <a:pt x="76" y="143"/>
                    </a:lnTo>
                    <a:lnTo>
                      <a:pt x="76" y="143"/>
                    </a:lnTo>
                    <a:lnTo>
                      <a:pt x="76" y="140"/>
                    </a:lnTo>
                    <a:lnTo>
                      <a:pt x="76" y="140"/>
                    </a:lnTo>
                    <a:lnTo>
                      <a:pt x="76" y="140"/>
                    </a:lnTo>
                    <a:lnTo>
                      <a:pt x="74" y="140"/>
                    </a:lnTo>
                    <a:lnTo>
                      <a:pt x="74" y="140"/>
                    </a:lnTo>
                    <a:lnTo>
                      <a:pt x="74" y="140"/>
                    </a:lnTo>
                    <a:lnTo>
                      <a:pt x="74" y="140"/>
                    </a:lnTo>
                    <a:lnTo>
                      <a:pt x="71" y="140"/>
                    </a:lnTo>
                    <a:lnTo>
                      <a:pt x="71" y="140"/>
                    </a:lnTo>
                    <a:lnTo>
                      <a:pt x="71" y="140"/>
                    </a:lnTo>
                    <a:lnTo>
                      <a:pt x="69" y="140"/>
                    </a:lnTo>
                    <a:lnTo>
                      <a:pt x="69" y="140"/>
                    </a:lnTo>
                    <a:lnTo>
                      <a:pt x="69" y="140"/>
                    </a:lnTo>
                    <a:lnTo>
                      <a:pt x="67" y="140"/>
                    </a:lnTo>
                    <a:lnTo>
                      <a:pt x="67" y="140"/>
                    </a:lnTo>
                    <a:lnTo>
                      <a:pt x="67" y="140"/>
                    </a:lnTo>
                    <a:lnTo>
                      <a:pt x="64" y="140"/>
                    </a:lnTo>
                    <a:lnTo>
                      <a:pt x="64" y="140"/>
                    </a:lnTo>
                    <a:lnTo>
                      <a:pt x="64" y="140"/>
                    </a:lnTo>
                    <a:lnTo>
                      <a:pt x="64" y="140"/>
                    </a:lnTo>
                    <a:lnTo>
                      <a:pt x="64" y="143"/>
                    </a:lnTo>
                    <a:lnTo>
                      <a:pt x="62" y="143"/>
                    </a:lnTo>
                    <a:lnTo>
                      <a:pt x="62" y="143"/>
                    </a:lnTo>
                    <a:lnTo>
                      <a:pt x="59" y="143"/>
                    </a:lnTo>
                    <a:lnTo>
                      <a:pt x="59" y="143"/>
                    </a:lnTo>
                    <a:lnTo>
                      <a:pt x="59" y="143"/>
                    </a:lnTo>
                    <a:lnTo>
                      <a:pt x="59" y="143"/>
                    </a:lnTo>
                    <a:lnTo>
                      <a:pt x="59" y="143"/>
                    </a:lnTo>
                    <a:lnTo>
                      <a:pt x="59" y="145"/>
                    </a:lnTo>
                    <a:lnTo>
                      <a:pt x="59" y="145"/>
                    </a:lnTo>
                    <a:lnTo>
                      <a:pt x="57" y="145"/>
                    </a:lnTo>
                    <a:lnTo>
                      <a:pt x="57" y="147"/>
                    </a:lnTo>
                    <a:lnTo>
                      <a:pt x="57" y="147"/>
                    </a:lnTo>
                    <a:lnTo>
                      <a:pt x="57" y="150"/>
                    </a:lnTo>
                    <a:lnTo>
                      <a:pt x="57" y="150"/>
                    </a:lnTo>
                    <a:lnTo>
                      <a:pt x="57" y="150"/>
                    </a:lnTo>
                    <a:lnTo>
                      <a:pt x="57" y="152"/>
                    </a:lnTo>
                    <a:lnTo>
                      <a:pt x="57" y="152"/>
                    </a:lnTo>
                    <a:lnTo>
                      <a:pt x="55" y="152"/>
                    </a:lnTo>
                    <a:lnTo>
                      <a:pt x="55" y="152"/>
                    </a:lnTo>
                    <a:lnTo>
                      <a:pt x="52" y="152"/>
                    </a:lnTo>
                    <a:lnTo>
                      <a:pt x="52" y="152"/>
                    </a:lnTo>
                    <a:lnTo>
                      <a:pt x="52" y="152"/>
                    </a:lnTo>
                    <a:lnTo>
                      <a:pt x="52" y="152"/>
                    </a:lnTo>
                    <a:lnTo>
                      <a:pt x="52" y="154"/>
                    </a:lnTo>
                    <a:lnTo>
                      <a:pt x="52" y="154"/>
                    </a:lnTo>
                    <a:lnTo>
                      <a:pt x="50" y="154"/>
                    </a:lnTo>
                    <a:lnTo>
                      <a:pt x="50" y="154"/>
                    </a:lnTo>
                    <a:lnTo>
                      <a:pt x="50" y="154"/>
                    </a:lnTo>
                    <a:lnTo>
                      <a:pt x="48" y="154"/>
                    </a:lnTo>
                    <a:lnTo>
                      <a:pt x="48" y="154"/>
                    </a:lnTo>
                    <a:lnTo>
                      <a:pt x="48" y="154"/>
                    </a:lnTo>
                    <a:lnTo>
                      <a:pt x="45" y="154"/>
                    </a:lnTo>
                    <a:lnTo>
                      <a:pt x="45" y="154"/>
                    </a:lnTo>
                    <a:lnTo>
                      <a:pt x="45" y="154"/>
                    </a:lnTo>
                    <a:lnTo>
                      <a:pt x="45" y="154"/>
                    </a:lnTo>
                    <a:lnTo>
                      <a:pt x="43" y="154"/>
                    </a:lnTo>
                    <a:lnTo>
                      <a:pt x="43" y="154"/>
                    </a:lnTo>
                    <a:lnTo>
                      <a:pt x="43" y="154"/>
                    </a:lnTo>
                    <a:lnTo>
                      <a:pt x="43" y="154"/>
                    </a:lnTo>
                    <a:lnTo>
                      <a:pt x="41" y="154"/>
                    </a:lnTo>
                    <a:lnTo>
                      <a:pt x="41" y="154"/>
                    </a:lnTo>
                    <a:lnTo>
                      <a:pt x="41" y="154"/>
                    </a:lnTo>
                    <a:lnTo>
                      <a:pt x="41" y="154"/>
                    </a:lnTo>
                    <a:lnTo>
                      <a:pt x="38" y="154"/>
                    </a:lnTo>
                    <a:lnTo>
                      <a:pt x="38" y="152"/>
                    </a:lnTo>
                    <a:lnTo>
                      <a:pt x="38" y="152"/>
                    </a:lnTo>
                    <a:lnTo>
                      <a:pt x="38" y="152"/>
                    </a:lnTo>
                    <a:lnTo>
                      <a:pt x="36" y="152"/>
                    </a:lnTo>
                    <a:lnTo>
                      <a:pt x="36" y="154"/>
                    </a:lnTo>
                    <a:lnTo>
                      <a:pt x="36" y="154"/>
                    </a:lnTo>
                    <a:lnTo>
                      <a:pt x="33" y="154"/>
                    </a:lnTo>
                    <a:lnTo>
                      <a:pt x="33" y="154"/>
                    </a:lnTo>
                    <a:lnTo>
                      <a:pt x="33" y="154"/>
                    </a:lnTo>
                    <a:lnTo>
                      <a:pt x="31" y="154"/>
                    </a:lnTo>
                    <a:lnTo>
                      <a:pt x="31" y="154"/>
                    </a:lnTo>
                    <a:lnTo>
                      <a:pt x="31" y="154"/>
                    </a:lnTo>
                    <a:lnTo>
                      <a:pt x="31" y="154"/>
                    </a:lnTo>
                    <a:lnTo>
                      <a:pt x="31" y="154"/>
                    </a:lnTo>
                    <a:lnTo>
                      <a:pt x="29" y="154"/>
                    </a:lnTo>
                    <a:lnTo>
                      <a:pt x="29" y="154"/>
                    </a:lnTo>
                    <a:lnTo>
                      <a:pt x="29" y="157"/>
                    </a:lnTo>
                    <a:lnTo>
                      <a:pt x="26" y="157"/>
                    </a:lnTo>
                    <a:lnTo>
                      <a:pt x="26" y="157"/>
                    </a:lnTo>
                    <a:lnTo>
                      <a:pt x="26" y="157"/>
                    </a:lnTo>
                    <a:lnTo>
                      <a:pt x="26" y="157"/>
                    </a:lnTo>
                    <a:lnTo>
                      <a:pt x="24" y="157"/>
                    </a:lnTo>
                    <a:lnTo>
                      <a:pt x="24" y="157"/>
                    </a:lnTo>
                    <a:lnTo>
                      <a:pt x="24" y="157"/>
                    </a:lnTo>
                    <a:lnTo>
                      <a:pt x="22" y="157"/>
                    </a:lnTo>
                    <a:lnTo>
                      <a:pt x="22" y="157"/>
                    </a:lnTo>
                    <a:lnTo>
                      <a:pt x="22" y="157"/>
                    </a:lnTo>
                    <a:lnTo>
                      <a:pt x="19" y="157"/>
                    </a:lnTo>
                    <a:lnTo>
                      <a:pt x="19" y="154"/>
                    </a:lnTo>
                    <a:lnTo>
                      <a:pt x="19" y="154"/>
                    </a:lnTo>
                    <a:lnTo>
                      <a:pt x="19" y="154"/>
                    </a:lnTo>
                    <a:lnTo>
                      <a:pt x="19" y="154"/>
                    </a:lnTo>
                    <a:lnTo>
                      <a:pt x="17" y="154"/>
                    </a:lnTo>
                    <a:lnTo>
                      <a:pt x="17" y="154"/>
                    </a:lnTo>
                    <a:lnTo>
                      <a:pt x="17" y="154"/>
                    </a:lnTo>
                    <a:lnTo>
                      <a:pt x="17" y="152"/>
                    </a:lnTo>
                    <a:lnTo>
                      <a:pt x="17" y="152"/>
                    </a:lnTo>
                    <a:lnTo>
                      <a:pt x="17" y="152"/>
                    </a:lnTo>
                    <a:lnTo>
                      <a:pt x="17" y="150"/>
                    </a:lnTo>
                    <a:lnTo>
                      <a:pt x="15" y="150"/>
                    </a:lnTo>
                    <a:lnTo>
                      <a:pt x="15" y="150"/>
                    </a:lnTo>
                    <a:lnTo>
                      <a:pt x="15" y="150"/>
                    </a:lnTo>
                    <a:lnTo>
                      <a:pt x="12" y="150"/>
                    </a:lnTo>
                    <a:lnTo>
                      <a:pt x="12" y="147"/>
                    </a:lnTo>
                    <a:lnTo>
                      <a:pt x="12" y="147"/>
                    </a:lnTo>
                    <a:lnTo>
                      <a:pt x="12" y="147"/>
                    </a:lnTo>
                    <a:lnTo>
                      <a:pt x="12" y="147"/>
                    </a:lnTo>
                    <a:lnTo>
                      <a:pt x="10" y="147"/>
                    </a:lnTo>
                    <a:lnTo>
                      <a:pt x="10" y="145"/>
                    </a:lnTo>
                    <a:lnTo>
                      <a:pt x="10" y="145"/>
                    </a:lnTo>
                    <a:lnTo>
                      <a:pt x="10" y="143"/>
                    </a:lnTo>
                    <a:lnTo>
                      <a:pt x="10" y="143"/>
                    </a:lnTo>
                    <a:lnTo>
                      <a:pt x="7" y="143"/>
                    </a:lnTo>
                    <a:lnTo>
                      <a:pt x="7" y="143"/>
                    </a:lnTo>
                    <a:lnTo>
                      <a:pt x="7" y="143"/>
                    </a:lnTo>
                    <a:lnTo>
                      <a:pt x="7" y="143"/>
                    </a:lnTo>
                    <a:lnTo>
                      <a:pt x="7" y="143"/>
                    </a:lnTo>
                    <a:lnTo>
                      <a:pt x="5" y="143"/>
                    </a:lnTo>
                    <a:lnTo>
                      <a:pt x="5" y="140"/>
                    </a:lnTo>
                    <a:lnTo>
                      <a:pt x="5" y="140"/>
                    </a:lnTo>
                    <a:lnTo>
                      <a:pt x="5" y="140"/>
                    </a:lnTo>
                    <a:lnTo>
                      <a:pt x="5" y="140"/>
                    </a:lnTo>
                    <a:lnTo>
                      <a:pt x="5" y="138"/>
                    </a:lnTo>
                    <a:lnTo>
                      <a:pt x="5" y="138"/>
                    </a:lnTo>
                    <a:lnTo>
                      <a:pt x="5" y="136"/>
                    </a:lnTo>
                    <a:lnTo>
                      <a:pt x="5" y="136"/>
                    </a:lnTo>
                    <a:lnTo>
                      <a:pt x="5" y="133"/>
                    </a:lnTo>
                    <a:lnTo>
                      <a:pt x="3" y="133"/>
                    </a:lnTo>
                    <a:lnTo>
                      <a:pt x="3" y="133"/>
                    </a:lnTo>
                    <a:lnTo>
                      <a:pt x="3" y="133"/>
                    </a:lnTo>
                    <a:lnTo>
                      <a:pt x="3" y="133"/>
                    </a:lnTo>
                    <a:lnTo>
                      <a:pt x="0" y="133"/>
                    </a:lnTo>
                    <a:lnTo>
                      <a:pt x="0" y="131"/>
                    </a:lnTo>
                    <a:lnTo>
                      <a:pt x="3" y="131"/>
                    </a:lnTo>
                    <a:lnTo>
                      <a:pt x="3" y="131"/>
                    </a:lnTo>
                    <a:lnTo>
                      <a:pt x="3" y="128"/>
                    </a:lnTo>
                    <a:lnTo>
                      <a:pt x="3" y="128"/>
                    </a:lnTo>
                    <a:lnTo>
                      <a:pt x="3" y="128"/>
                    </a:lnTo>
                    <a:lnTo>
                      <a:pt x="5" y="128"/>
                    </a:lnTo>
                    <a:lnTo>
                      <a:pt x="5" y="126"/>
                    </a:lnTo>
                    <a:lnTo>
                      <a:pt x="5" y="126"/>
                    </a:lnTo>
                    <a:lnTo>
                      <a:pt x="5" y="128"/>
                    </a:lnTo>
                    <a:lnTo>
                      <a:pt x="5" y="128"/>
                    </a:lnTo>
                    <a:lnTo>
                      <a:pt x="5" y="128"/>
                    </a:lnTo>
                    <a:lnTo>
                      <a:pt x="5" y="131"/>
                    </a:lnTo>
                    <a:lnTo>
                      <a:pt x="7" y="131"/>
                    </a:lnTo>
                    <a:lnTo>
                      <a:pt x="7" y="131"/>
                    </a:lnTo>
                    <a:lnTo>
                      <a:pt x="7" y="133"/>
                    </a:lnTo>
                    <a:lnTo>
                      <a:pt x="5" y="133"/>
                    </a:lnTo>
                    <a:lnTo>
                      <a:pt x="5" y="133"/>
                    </a:lnTo>
                    <a:lnTo>
                      <a:pt x="7" y="133"/>
                    </a:lnTo>
                    <a:lnTo>
                      <a:pt x="7" y="133"/>
                    </a:lnTo>
                    <a:lnTo>
                      <a:pt x="7" y="133"/>
                    </a:lnTo>
                    <a:lnTo>
                      <a:pt x="7" y="133"/>
                    </a:lnTo>
                    <a:lnTo>
                      <a:pt x="10" y="133"/>
                    </a:lnTo>
                    <a:lnTo>
                      <a:pt x="10" y="136"/>
                    </a:lnTo>
                    <a:lnTo>
                      <a:pt x="10" y="136"/>
                    </a:lnTo>
                    <a:lnTo>
                      <a:pt x="10" y="136"/>
                    </a:lnTo>
                    <a:lnTo>
                      <a:pt x="12" y="136"/>
                    </a:lnTo>
                    <a:lnTo>
                      <a:pt x="12" y="136"/>
                    </a:lnTo>
                    <a:lnTo>
                      <a:pt x="12" y="136"/>
                    </a:lnTo>
                    <a:lnTo>
                      <a:pt x="12" y="136"/>
                    </a:lnTo>
                    <a:lnTo>
                      <a:pt x="15" y="136"/>
                    </a:lnTo>
                    <a:lnTo>
                      <a:pt x="15" y="136"/>
                    </a:lnTo>
                    <a:lnTo>
                      <a:pt x="15" y="136"/>
                    </a:lnTo>
                    <a:lnTo>
                      <a:pt x="17" y="136"/>
                    </a:lnTo>
                    <a:lnTo>
                      <a:pt x="17" y="136"/>
                    </a:lnTo>
                    <a:lnTo>
                      <a:pt x="17" y="136"/>
                    </a:lnTo>
                    <a:lnTo>
                      <a:pt x="17" y="136"/>
                    </a:lnTo>
                    <a:lnTo>
                      <a:pt x="17" y="133"/>
                    </a:lnTo>
                    <a:lnTo>
                      <a:pt x="17" y="133"/>
                    </a:lnTo>
                    <a:lnTo>
                      <a:pt x="19" y="133"/>
                    </a:lnTo>
                    <a:lnTo>
                      <a:pt x="19" y="133"/>
                    </a:lnTo>
                    <a:lnTo>
                      <a:pt x="19" y="133"/>
                    </a:lnTo>
                    <a:lnTo>
                      <a:pt x="19" y="136"/>
                    </a:lnTo>
                    <a:lnTo>
                      <a:pt x="19" y="136"/>
                    </a:lnTo>
                    <a:lnTo>
                      <a:pt x="19" y="136"/>
                    </a:lnTo>
                    <a:lnTo>
                      <a:pt x="19" y="136"/>
                    </a:lnTo>
                    <a:lnTo>
                      <a:pt x="22" y="136"/>
                    </a:lnTo>
                    <a:lnTo>
                      <a:pt x="22" y="136"/>
                    </a:lnTo>
                    <a:lnTo>
                      <a:pt x="24" y="136"/>
                    </a:lnTo>
                    <a:lnTo>
                      <a:pt x="24" y="136"/>
                    </a:lnTo>
                    <a:lnTo>
                      <a:pt x="24" y="138"/>
                    </a:lnTo>
                    <a:lnTo>
                      <a:pt x="24" y="138"/>
                    </a:lnTo>
                    <a:lnTo>
                      <a:pt x="24" y="138"/>
                    </a:lnTo>
                    <a:lnTo>
                      <a:pt x="24" y="138"/>
                    </a:lnTo>
                    <a:lnTo>
                      <a:pt x="24" y="140"/>
                    </a:lnTo>
                    <a:lnTo>
                      <a:pt x="26" y="140"/>
                    </a:lnTo>
                    <a:lnTo>
                      <a:pt x="26" y="140"/>
                    </a:lnTo>
                    <a:lnTo>
                      <a:pt x="26" y="140"/>
                    </a:lnTo>
                    <a:lnTo>
                      <a:pt x="29" y="140"/>
                    </a:lnTo>
                    <a:lnTo>
                      <a:pt x="29" y="140"/>
                    </a:lnTo>
                    <a:lnTo>
                      <a:pt x="31" y="140"/>
                    </a:lnTo>
                    <a:lnTo>
                      <a:pt x="31" y="140"/>
                    </a:lnTo>
                    <a:lnTo>
                      <a:pt x="31" y="140"/>
                    </a:lnTo>
                    <a:lnTo>
                      <a:pt x="31" y="140"/>
                    </a:lnTo>
                    <a:lnTo>
                      <a:pt x="31" y="140"/>
                    </a:lnTo>
                    <a:lnTo>
                      <a:pt x="33" y="140"/>
                    </a:lnTo>
                    <a:lnTo>
                      <a:pt x="33" y="138"/>
                    </a:lnTo>
                    <a:lnTo>
                      <a:pt x="33" y="138"/>
                    </a:lnTo>
                    <a:lnTo>
                      <a:pt x="33" y="138"/>
                    </a:lnTo>
                    <a:lnTo>
                      <a:pt x="33" y="136"/>
                    </a:lnTo>
                    <a:lnTo>
                      <a:pt x="33" y="136"/>
                    </a:lnTo>
                    <a:lnTo>
                      <a:pt x="33" y="136"/>
                    </a:lnTo>
                    <a:lnTo>
                      <a:pt x="33" y="133"/>
                    </a:lnTo>
                    <a:lnTo>
                      <a:pt x="33" y="133"/>
                    </a:lnTo>
                    <a:lnTo>
                      <a:pt x="33" y="133"/>
                    </a:lnTo>
                    <a:lnTo>
                      <a:pt x="36" y="133"/>
                    </a:lnTo>
                    <a:lnTo>
                      <a:pt x="36" y="131"/>
                    </a:lnTo>
                    <a:lnTo>
                      <a:pt x="36" y="131"/>
                    </a:lnTo>
                    <a:lnTo>
                      <a:pt x="36" y="131"/>
                    </a:lnTo>
                    <a:lnTo>
                      <a:pt x="36" y="128"/>
                    </a:lnTo>
                    <a:lnTo>
                      <a:pt x="36" y="128"/>
                    </a:lnTo>
                    <a:lnTo>
                      <a:pt x="36" y="126"/>
                    </a:lnTo>
                    <a:lnTo>
                      <a:pt x="36" y="126"/>
                    </a:lnTo>
                    <a:lnTo>
                      <a:pt x="36" y="126"/>
                    </a:lnTo>
                    <a:lnTo>
                      <a:pt x="36" y="124"/>
                    </a:lnTo>
                    <a:lnTo>
                      <a:pt x="36" y="124"/>
                    </a:lnTo>
                    <a:lnTo>
                      <a:pt x="36" y="124"/>
                    </a:lnTo>
                    <a:lnTo>
                      <a:pt x="36" y="124"/>
                    </a:lnTo>
                    <a:lnTo>
                      <a:pt x="36" y="121"/>
                    </a:lnTo>
                    <a:lnTo>
                      <a:pt x="36" y="121"/>
                    </a:lnTo>
                    <a:lnTo>
                      <a:pt x="36" y="119"/>
                    </a:lnTo>
                    <a:lnTo>
                      <a:pt x="36" y="119"/>
                    </a:lnTo>
                    <a:lnTo>
                      <a:pt x="38" y="119"/>
                    </a:lnTo>
                    <a:lnTo>
                      <a:pt x="38" y="117"/>
                    </a:lnTo>
                    <a:lnTo>
                      <a:pt x="38" y="117"/>
                    </a:lnTo>
                    <a:lnTo>
                      <a:pt x="38" y="117"/>
                    </a:lnTo>
                    <a:lnTo>
                      <a:pt x="38" y="117"/>
                    </a:lnTo>
                    <a:lnTo>
                      <a:pt x="38" y="114"/>
                    </a:lnTo>
                    <a:lnTo>
                      <a:pt x="38" y="114"/>
                    </a:lnTo>
                    <a:lnTo>
                      <a:pt x="38" y="114"/>
                    </a:lnTo>
                    <a:lnTo>
                      <a:pt x="38" y="114"/>
                    </a:lnTo>
                    <a:lnTo>
                      <a:pt x="38" y="112"/>
                    </a:lnTo>
                    <a:lnTo>
                      <a:pt x="38" y="112"/>
                    </a:lnTo>
                    <a:lnTo>
                      <a:pt x="38" y="109"/>
                    </a:lnTo>
                    <a:lnTo>
                      <a:pt x="38" y="109"/>
                    </a:lnTo>
                    <a:lnTo>
                      <a:pt x="38" y="109"/>
                    </a:lnTo>
                    <a:lnTo>
                      <a:pt x="41" y="109"/>
                    </a:lnTo>
                    <a:lnTo>
                      <a:pt x="41" y="109"/>
                    </a:lnTo>
                    <a:lnTo>
                      <a:pt x="41" y="109"/>
                    </a:lnTo>
                    <a:lnTo>
                      <a:pt x="43" y="109"/>
                    </a:lnTo>
                    <a:lnTo>
                      <a:pt x="43" y="109"/>
                    </a:lnTo>
                    <a:lnTo>
                      <a:pt x="43" y="109"/>
                    </a:lnTo>
                    <a:lnTo>
                      <a:pt x="45" y="109"/>
                    </a:lnTo>
                    <a:lnTo>
                      <a:pt x="45" y="109"/>
                    </a:lnTo>
                    <a:lnTo>
                      <a:pt x="45" y="109"/>
                    </a:lnTo>
                    <a:lnTo>
                      <a:pt x="45" y="107"/>
                    </a:lnTo>
                    <a:lnTo>
                      <a:pt x="45" y="107"/>
                    </a:lnTo>
                    <a:lnTo>
                      <a:pt x="45" y="107"/>
                    </a:lnTo>
                    <a:lnTo>
                      <a:pt x="48" y="107"/>
                    </a:lnTo>
                    <a:lnTo>
                      <a:pt x="48" y="107"/>
                    </a:lnTo>
                    <a:lnTo>
                      <a:pt x="50" y="107"/>
                    </a:lnTo>
                    <a:lnTo>
                      <a:pt x="50" y="107"/>
                    </a:lnTo>
                    <a:lnTo>
                      <a:pt x="50" y="107"/>
                    </a:lnTo>
                    <a:lnTo>
                      <a:pt x="52" y="107"/>
                    </a:lnTo>
                    <a:lnTo>
                      <a:pt x="52" y="107"/>
                    </a:lnTo>
                    <a:lnTo>
                      <a:pt x="52" y="107"/>
                    </a:lnTo>
                    <a:lnTo>
                      <a:pt x="55" y="107"/>
                    </a:lnTo>
                    <a:lnTo>
                      <a:pt x="55" y="105"/>
                    </a:lnTo>
                    <a:lnTo>
                      <a:pt x="55" y="105"/>
                    </a:lnTo>
                    <a:lnTo>
                      <a:pt x="57" y="105"/>
                    </a:lnTo>
                    <a:lnTo>
                      <a:pt x="57" y="105"/>
                    </a:lnTo>
                    <a:lnTo>
                      <a:pt x="57" y="105"/>
                    </a:lnTo>
                    <a:lnTo>
                      <a:pt x="57" y="105"/>
                    </a:lnTo>
                    <a:lnTo>
                      <a:pt x="59" y="105"/>
                    </a:lnTo>
                    <a:lnTo>
                      <a:pt x="59" y="105"/>
                    </a:lnTo>
                    <a:lnTo>
                      <a:pt x="59" y="105"/>
                    </a:lnTo>
                    <a:lnTo>
                      <a:pt x="62" y="105"/>
                    </a:lnTo>
                    <a:lnTo>
                      <a:pt x="62" y="105"/>
                    </a:lnTo>
                    <a:lnTo>
                      <a:pt x="62" y="105"/>
                    </a:lnTo>
                    <a:lnTo>
                      <a:pt x="64" y="105"/>
                    </a:lnTo>
                    <a:lnTo>
                      <a:pt x="64" y="105"/>
                    </a:lnTo>
                    <a:lnTo>
                      <a:pt x="64" y="105"/>
                    </a:lnTo>
                    <a:lnTo>
                      <a:pt x="64" y="102"/>
                    </a:lnTo>
                    <a:lnTo>
                      <a:pt x="67" y="102"/>
                    </a:lnTo>
                    <a:lnTo>
                      <a:pt x="67" y="102"/>
                    </a:lnTo>
                    <a:lnTo>
                      <a:pt x="67" y="102"/>
                    </a:lnTo>
                    <a:lnTo>
                      <a:pt x="69" y="102"/>
                    </a:lnTo>
                    <a:lnTo>
                      <a:pt x="69" y="102"/>
                    </a:lnTo>
                    <a:lnTo>
                      <a:pt x="69" y="102"/>
                    </a:lnTo>
                    <a:lnTo>
                      <a:pt x="71" y="102"/>
                    </a:lnTo>
                    <a:lnTo>
                      <a:pt x="71" y="102"/>
                    </a:lnTo>
                    <a:lnTo>
                      <a:pt x="71" y="102"/>
                    </a:lnTo>
                    <a:lnTo>
                      <a:pt x="71" y="100"/>
                    </a:lnTo>
                    <a:lnTo>
                      <a:pt x="74" y="100"/>
                    </a:lnTo>
                    <a:lnTo>
                      <a:pt x="74" y="100"/>
                    </a:lnTo>
                    <a:lnTo>
                      <a:pt x="74" y="100"/>
                    </a:lnTo>
                    <a:lnTo>
                      <a:pt x="74" y="100"/>
                    </a:lnTo>
                    <a:lnTo>
                      <a:pt x="76" y="100"/>
                    </a:lnTo>
                    <a:lnTo>
                      <a:pt x="76" y="98"/>
                    </a:lnTo>
                    <a:lnTo>
                      <a:pt x="76" y="98"/>
                    </a:lnTo>
                    <a:lnTo>
                      <a:pt x="76" y="98"/>
                    </a:lnTo>
                    <a:lnTo>
                      <a:pt x="76" y="95"/>
                    </a:lnTo>
                    <a:lnTo>
                      <a:pt x="78" y="95"/>
                    </a:lnTo>
                    <a:lnTo>
                      <a:pt x="78" y="95"/>
                    </a:lnTo>
                    <a:lnTo>
                      <a:pt x="78" y="95"/>
                    </a:lnTo>
                    <a:lnTo>
                      <a:pt x="78" y="95"/>
                    </a:lnTo>
                    <a:lnTo>
                      <a:pt x="78" y="95"/>
                    </a:lnTo>
                    <a:lnTo>
                      <a:pt x="78" y="93"/>
                    </a:lnTo>
                    <a:lnTo>
                      <a:pt x="81" y="93"/>
                    </a:lnTo>
                    <a:lnTo>
                      <a:pt x="81" y="93"/>
                    </a:lnTo>
                    <a:lnTo>
                      <a:pt x="81" y="93"/>
                    </a:lnTo>
                    <a:lnTo>
                      <a:pt x="81" y="90"/>
                    </a:lnTo>
                    <a:lnTo>
                      <a:pt x="81" y="90"/>
                    </a:lnTo>
                    <a:lnTo>
                      <a:pt x="81" y="90"/>
                    </a:lnTo>
                    <a:lnTo>
                      <a:pt x="81" y="88"/>
                    </a:lnTo>
                    <a:lnTo>
                      <a:pt x="83" y="88"/>
                    </a:lnTo>
                    <a:lnTo>
                      <a:pt x="83" y="88"/>
                    </a:lnTo>
                    <a:lnTo>
                      <a:pt x="83" y="88"/>
                    </a:lnTo>
                    <a:lnTo>
                      <a:pt x="83" y="86"/>
                    </a:lnTo>
                    <a:lnTo>
                      <a:pt x="83" y="86"/>
                    </a:lnTo>
                    <a:lnTo>
                      <a:pt x="86" y="86"/>
                    </a:lnTo>
                    <a:lnTo>
                      <a:pt x="86" y="83"/>
                    </a:lnTo>
                    <a:lnTo>
                      <a:pt x="86" y="83"/>
                    </a:lnTo>
                    <a:lnTo>
                      <a:pt x="86" y="83"/>
                    </a:lnTo>
                    <a:lnTo>
                      <a:pt x="86" y="83"/>
                    </a:lnTo>
                    <a:lnTo>
                      <a:pt x="86" y="83"/>
                    </a:lnTo>
                    <a:lnTo>
                      <a:pt x="86" y="81"/>
                    </a:lnTo>
                    <a:lnTo>
                      <a:pt x="88" y="81"/>
                    </a:lnTo>
                    <a:lnTo>
                      <a:pt x="88" y="81"/>
                    </a:lnTo>
                    <a:lnTo>
                      <a:pt x="88" y="81"/>
                    </a:lnTo>
                    <a:lnTo>
                      <a:pt x="88" y="79"/>
                    </a:lnTo>
                    <a:lnTo>
                      <a:pt x="90" y="79"/>
                    </a:lnTo>
                    <a:lnTo>
                      <a:pt x="90" y="79"/>
                    </a:lnTo>
                    <a:lnTo>
                      <a:pt x="90" y="79"/>
                    </a:lnTo>
                    <a:lnTo>
                      <a:pt x="90" y="76"/>
                    </a:lnTo>
                    <a:lnTo>
                      <a:pt x="90" y="76"/>
                    </a:lnTo>
                    <a:lnTo>
                      <a:pt x="90" y="76"/>
                    </a:lnTo>
                    <a:lnTo>
                      <a:pt x="93" y="76"/>
                    </a:lnTo>
                    <a:lnTo>
                      <a:pt x="93" y="74"/>
                    </a:lnTo>
                    <a:lnTo>
                      <a:pt x="93" y="74"/>
                    </a:lnTo>
                    <a:lnTo>
                      <a:pt x="93" y="74"/>
                    </a:lnTo>
                    <a:lnTo>
                      <a:pt x="93" y="74"/>
                    </a:lnTo>
                    <a:lnTo>
                      <a:pt x="93" y="72"/>
                    </a:lnTo>
                    <a:lnTo>
                      <a:pt x="93" y="72"/>
                    </a:lnTo>
                    <a:lnTo>
                      <a:pt x="93" y="72"/>
                    </a:lnTo>
                    <a:lnTo>
                      <a:pt x="95" y="72"/>
                    </a:lnTo>
                    <a:lnTo>
                      <a:pt x="95" y="69"/>
                    </a:lnTo>
                    <a:lnTo>
                      <a:pt x="95" y="69"/>
                    </a:lnTo>
                    <a:lnTo>
                      <a:pt x="95" y="69"/>
                    </a:lnTo>
                    <a:lnTo>
                      <a:pt x="95" y="67"/>
                    </a:lnTo>
                    <a:lnTo>
                      <a:pt x="95" y="67"/>
                    </a:lnTo>
                    <a:lnTo>
                      <a:pt x="95" y="64"/>
                    </a:lnTo>
                    <a:lnTo>
                      <a:pt x="97" y="64"/>
                    </a:lnTo>
                    <a:lnTo>
                      <a:pt x="97" y="64"/>
                    </a:lnTo>
                    <a:lnTo>
                      <a:pt x="97" y="64"/>
                    </a:lnTo>
                    <a:lnTo>
                      <a:pt x="95" y="64"/>
                    </a:lnTo>
                    <a:lnTo>
                      <a:pt x="95" y="62"/>
                    </a:lnTo>
                    <a:lnTo>
                      <a:pt x="95" y="62"/>
                    </a:lnTo>
                    <a:lnTo>
                      <a:pt x="95" y="62"/>
                    </a:lnTo>
                    <a:lnTo>
                      <a:pt x="95" y="60"/>
                    </a:lnTo>
                    <a:lnTo>
                      <a:pt x="95" y="60"/>
                    </a:lnTo>
                    <a:lnTo>
                      <a:pt x="97" y="60"/>
                    </a:lnTo>
                    <a:lnTo>
                      <a:pt x="97" y="60"/>
                    </a:lnTo>
                    <a:lnTo>
                      <a:pt x="97" y="60"/>
                    </a:lnTo>
                    <a:lnTo>
                      <a:pt x="100" y="60"/>
                    </a:lnTo>
                    <a:lnTo>
                      <a:pt x="100" y="60"/>
                    </a:lnTo>
                    <a:lnTo>
                      <a:pt x="100" y="60"/>
                    </a:lnTo>
                    <a:lnTo>
                      <a:pt x="100" y="62"/>
                    </a:lnTo>
                    <a:lnTo>
                      <a:pt x="102" y="62"/>
                    </a:lnTo>
                    <a:lnTo>
                      <a:pt x="102" y="62"/>
                    </a:lnTo>
                    <a:lnTo>
                      <a:pt x="102" y="62"/>
                    </a:lnTo>
                    <a:lnTo>
                      <a:pt x="102" y="64"/>
                    </a:lnTo>
                    <a:lnTo>
                      <a:pt x="102" y="64"/>
                    </a:lnTo>
                    <a:lnTo>
                      <a:pt x="104" y="64"/>
                    </a:lnTo>
                    <a:lnTo>
                      <a:pt x="104" y="64"/>
                    </a:lnTo>
                    <a:lnTo>
                      <a:pt x="104" y="67"/>
                    </a:lnTo>
                    <a:lnTo>
                      <a:pt x="104" y="67"/>
                    </a:lnTo>
                    <a:lnTo>
                      <a:pt x="104" y="69"/>
                    </a:lnTo>
                    <a:lnTo>
                      <a:pt x="104" y="69"/>
                    </a:lnTo>
                    <a:lnTo>
                      <a:pt x="104" y="69"/>
                    </a:lnTo>
                    <a:lnTo>
                      <a:pt x="104" y="72"/>
                    </a:lnTo>
                    <a:lnTo>
                      <a:pt x="104" y="72"/>
                    </a:lnTo>
                    <a:lnTo>
                      <a:pt x="104" y="72"/>
                    </a:lnTo>
                    <a:lnTo>
                      <a:pt x="107" y="72"/>
                    </a:lnTo>
                    <a:lnTo>
                      <a:pt x="107" y="72"/>
                    </a:lnTo>
                    <a:lnTo>
                      <a:pt x="107" y="74"/>
                    </a:lnTo>
                    <a:lnTo>
                      <a:pt x="107" y="74"/>
                    </a:lnTo>
                    <a:lnTo>
                      <a:pt x="107" y="74"/>
                    </a:lnTo>
                    <a:lnTo>
                      <a:pt x="107" y="74"/>
                    </a:lnTo>
                    <a:lnTo>
                      <a:pt x="109" y="74"/>
                    </a:lnTo>
                    <a:lnTo>
                      <a:pt x="109" y="76"/>
                    </a:lnTo>
                    <a:lnTo>
                      <a:pt x="109" y="76"/>
                    </a:lnTo>
                    <a:lnTo>
                      <a:pt x="109" y="76"/>
                    </a:lnTo>
                    <a:lnTo>
                      <a:pt x="112" y="76"/>
                    </a:lnTo>
                    <a:lnTo>
                      <a:pt x="112" y="79"/>
                    </a:lnTo>
                    <a:lnTo>
                      <a:pt x="112" y="79"/>
                    </a:lnTo>
                    <a:lnTo>
                      <a:pt x="112" y="76"/>
                    </a:lnTo>
                    <a:lnTo>
                      <a:pt x="112" y="76"/>
                    </a:lnTo>
                    <a:lnTo>
                      <a:pt x="112" y="76"/>
                    </a:lnTo>
                    <a:lnTo>
                      <a:pt x="114" y="76"/>
                    </a:lnTo>
                    <a:lnTo>
                      <a:pt x="114" y="74"/>
                    </a:lnTo>
                    <a:lnTo>
                      <a:pt x="114" y="74"/>
                    </a:lnTo>
                    <a:lnTo>
                      <a:pt x="114" y="74"/>
                    </a:lnTo>
                    <a:lnTo>
                      <a:pt x="114" y="74"/>
                    </a:lnTo>
                    <a:lnTo>
                      <a:pt x="114" y="74"/>
                    </a:lnTo>
                    <a:lnTo>
                      <a:pt x="114" y="72"/>
                    </a:lnTo>
                    <a:lnTo>
                      <a:pt x="114" y="72"/>
                    </a:lnTo>
                    <a:lnTo>
                      <a:pt x="114" y="69"/>
                    </a:lnTo>
                    <a:lnTo>
                      <a:pt x="116" y="69"/>
                    </a:lnTo>
                    <a:lnTo>
                      <a:pt x="116" y="69"/>
                    </a:lnTo>
                    <a:lnTo>
                      <a:pt x="116" y="67"/>
                    </a:lnTo>
                    <a:lnTo>
                      <a:pt x="114" y="67"/>
                    </a:lnTo>
                    <a:lnTo>
                      <a:pt x="114" y="67"/>
                    </a:lnTo>
                    <a:lnTo>
                      <a:pt x="114" y="64"/>
                    </a:lnTo>
                    <a:lnTo>
                      <a:pt x="114" y="64"/>
                    </a:lnTo>
                    <a:lnTo>
                      <a:pt x="114" y="64"/>
                    </a:lnTo>
                    <a:lnTo>
                      <a:pt x="114" y="64"/>
                    </a:lnTo>
                    <a:lnTo>
                      <a:pt x="114" y="62"/>
                    </a:lnTo>
                    <a:lnTo>
                      <a:pt x="114" y="62"/>
                    </a:lnTo>
                    <a:lnTo>
                      <a:pt x="114" y="60"/>
                    </a:lnTo>
                    <a:lnTo>
                      <a:pt x="114" y="60"/>
                    </a:lnTo>
                    <a:lnTo>
                      <a:pt x="114" y="60"/>
                    </a:lnTo>
                    <a:lnTo>
                      <a:pt x="114" y="57"/>
                    </a:lnTo>
                    <a:lnTo>
                      <a:pt x="116" y="57"/>
                    </a:lnTo>
                    <a:lnTo>
                      <a:pt x="116" y="57"/>
                    </a:lnTo>
                    <a:lnTo>
                      <a:pt x="116" y="57"/>
                    </a:lnTo>
                    <a:lnTo>
                      <a:pt x="119" y="57"/>
                    </a:lnTo>
                    <a:lnTo>
                      <a:pt x="119" y="57"/>
                    </a:lnTo>
                    <a:lnTo>
                      <a:pt x="119" y="55"/>
                    </a:lnTo>
                    <a:lnTo>
                      <a:pt x="119" y="55"/>
                    </a:lnTo>
                    <a:lnTo>
                      <a:pt x="119" y="55"/>
                    </a:lnTo>
                    <a:lnTo>
                      <a:pt x="121" y="55"/>
                    </a:lnTo>
                    <a:lnTo>
                      <a:pt x="121" y="55"/>
                    </a:lnTo>
                    <a:lnTo>
                      <a:pt x="121" y="57"/>
                    </a:lnTo>
                    <a:lnTo>
                      <a:pt x="119" y="57"/>
                    </a:lnTo>
                    <a:lnTo>
                      <a:pt x="119" y="57"/>
                    </a:lnTo>
                    <a:lnTo>
                      <a:pt x="119" y="60"/>
                    </a:lnTo>
                    <a:lnTo>
                      <a:pt x="119" y="60"/>
                    </a:lnTo>
                    <a:lnTo>
                      <a:pt x="119" y="62"/>
                    </a:lnTo>
                    <a:lnTo>
                      <a:pt x="119" y="62"/>
                    </a:lnTo>
                    <a:lnTo>
                      <a:pt x="119" y="64"/>
                    </a:lnTo>
                    <a:lnTo>
                      <a:pt x="121" y="64"/>
                    </a:lnTo>
                    <a:lnTo>
                      <a:pt x="121" y="64"/>
                    </a:lnTo>
                    <a:lnTo>
                      <a:pt x="121" y="64"/>
                    </a:lnTo>
                    <a:lnTo>
                      <a:pt x="121" y="67"/>
                    </a:lnTo>
                    <a:lnTo>
                      <a:pt x="121" y="67"/>
                    </a:lnTo>
                    <a:lnTo>
                      <a:pt x="121" y="69"/>
                    </a:lnTo>
                    <a:lnTo>
                      <a:pt x="121" y="69"/>
                    </a:lnTo>
                    <a:lnTo>
                      <a:pt x="123" y="69"/>
                    </a:lnTo>
                    <a:lnTo>
                      <a:pt x="123" y="69"/>
                    </a:lnTo>
                    <a:lnTo>
                      <a:pt x="123" y="69"/>
                    </a:lnTo>
                    <a:lnTo>
                      <a:pt x="123" y="69"/>
                    </a:lnTo>
                    <a:lnTo>
                      <a:pt x="126" y="69"/>
                    </a:lnTo>
                    <a:lnTo>
                      <a:pt x="126" y="72"/>
                    </a:lnTo>
                    <a:lnTo>
                      <a:pt x="126" y="72"/>
                    </a:lnTo>
                    <a:lnTo>
                      <a:pt x="126" y="69"/>
                    </a:lnTo>
                    <a:lnTo>
                      <a:pt x="126" y="69"/>
                    </a:lnTo>
                    <a:lnTo>
                      <a:pt x="126" y="67"/>
                    </a:lnTo>
                    <a:lnTo>
                      <a:pt x="126" y="67"/>
                    </a:lnTo>
                    <a:lnTo>
                      <a:pt x="126" y="67"/>
                    </a:lnTo>
                    <a:lnTo>
                      <a:pt x="126" y="64"/>
                    </a:lnTo>
                    <a:lnTo>
                      <a:pt x="123" y="64"/>
                    </a:lnTo>
                    <a:lnTo>
                      <a:pt x="123" y="64"/>
                    </a:lnTo>
                    <a:lnTo>
                      <a:pt x="126" y="64"/>
                    </a:lnTo>
                    <a:lnTo>
                      <a:pt x="126" y="64"/>
                    </a:lnTo>
                    <a:lnTo>
                      <a:pt x="126" y="62"/>
                    </a:lnTo>
                    <a:lnTo>
                      <a:pt x="123" y="62"/>
                    </a:lnTo>
                    <a:lnTo>
                      <a:pt x="123" y="62"/>
                    </a:lnTo>
                    <a:lnTo>
                      <a:pt x="123" y="60"/>
                    </a:lnTo>
                    <a:lnTo>
                      <a:pt x="123" y="60"/>
                    </a:lnTo>
                    <a:lnTo>
                      <a:pt x="123" y="57"/>
                    </a:lnTo>
                    <a:lnTo>
                      <a:pt x="123" y="57"/>
                    </a:lnTo>
                    <a:lnTo>
                      <a:pt x="123" y="57"/>
                    </a:lnTo>
                    <a:lnTo>
                      <a:pt x="123" y="57"/>
                    </a:lnTo>
                    <a:lnTo>
                      <a:pt x="123" y="55"/>
                    </a:lnTo>
                    <a:lnTo>
                      <a:pt x="123" y="55"/>
                    </a:lnTo>
                    <a:lnTo>
                      <a:pt x="123" y="55"/>
                    </a:lnTo>
                    <a:lnTo>
                      <a:pt x="123" y="55"/>
                    </a:lnTo>
                    <a:lnTo>
                      <a:pt x="123" y="53"/>
                    </a:lnTo>
                    <a:lnTo>
                      <a:pt x="123" y="53"/>
                    </a:lnTo>
                    <a:lnTo>
                      <a:pt x="126" y="53"/>
                    </a:lnTo>
                    <a:lnTo>
                      <a:pt x="126" y="55"/>
                    </a:lnTo>
                    <a:lnTo>
                      <a:pt x="126" y="55"/>
                    </a:lnTo>
                    <a:lnTo>
                      <a:pt x="126" y="55"/>
                    </a:lnTo>
                    <a:lnTo>
                      <a:pt x="126" y="55"/>
                    </a:lnTo>
                    <a:lnTo>
                      <a:pt x="126" y="55"/>
                    </a:lnTo>
                    <a:lnTo>
                      <a:pt x="126" y="53"/>
                    </a:lnTo>
                    <a:lnTo>
                      <a:pt x="128" y="53"/>
                    </a:lnTo>
                    <a:lnTo>
                      <a:pt x="128" y="53"/>
                    </a:lnTo>
                    <a:lnTo>
                      <a:pt x="128" y="53"/>
                    </a:lnTo>
                    <a:lnTo>
                      <a:pt x="130" y="53"/>
                    </a:lnTo>
                    <a:lnTo>
                      <a:pt x="130" y="50"/>
                    </a:lnTo>
                    <a:lnTo>
                      <a:pt x="130" y="50"/>
                    </a:lnTo>
                    <a:lnTo>
                      <a:pt x="130" y="50"/>
                    </a:lnTo>
                    <a:lnTo>
                      <a:pt x="130" y="48"/>
                    </a:lnTo>
                    <a:lnTo>
                      <a:pt x="130" y="48"/>
                    </a:lnTo>
                    <a:lnTo>
                      <a:pt x="128" y="48"/>
                    </a:lnTo>
                    <a:lnTo>
                      <a:pt x="128" y="48"/>
                    </a:lnTo>
                    <a:lnTo>
                      <a:pt x="128" y="48"/>
                    </a:lnTo>
                    <a:lnTo>
                      <a:pt x="126" y="48"/>
                    </a:lnTo>
                    <a:lnTo>
                      <a:pt x="126" y="45"/>
                    </a:lnTo>
                    <a:lnTo>
                      <a:pt x="126" y="45"/>
                    </a:lnTo>
                    <a:lnTo>
                      <a:pt x="126" y="48"/>
                    </a:lnTo>
                    <a:lnTo>
                      <a:pt x="126" y="48"/>
                    </a:lnTo>
                    <a:lnTo>
                      <a:pt x="123" y="48"/>
                    </a:lnTo>
                    <a:lnTo>
                      <a:pt x="123" y="48"/>
                    </a:lnTo>
                    <a:lnTo>
                      <a:pt x="123" y="48"/>
                    </a:lnTo>
                    <a:lnTo>
                      <a:pt x="123" y="48"/>
                    </a:lnTo>
                    <a:lnTo>
                      <a:pt x="121" y="48"/>
                    </a:lnTo>
                    <a:lnTo>
                      <a:pt x="121" y="48"/>
                    </a:lnTo>
                    <a:lnTo>
                      <a:pt x="121" y="45"/>
                    </a:lnTo>
                    <a:lnTo>
                      <a:pt x="123" y="45"/>
                    </a:lnTo>
                    <a:lnTo>
                      <a:pt x="123" y="45"/>
                    </a:lnTo>
                    <a:lnTo>
                      <a:pt x="123" y="45"/>
                    </a:lnTo>
                    <a:lnTo>
                      <a:pt x="123" y="45"/>
                    </a:lnTo>
                    <a:lnTo>
                      <a:pt x="123" y="43"/>
                    </a:lnTo>
                    <a:lnTo>
                      <a:pt x="123" y="43"/>
                    </a:lnTo>
                    <a:lnTo>
                      <a:pt x="123" y="43"/>
                    </a:lnTo>
                    <a:lnTo>
                      <a:pt x="126" y="43"/>
                    </a:lnTo>
                    <a:lnTo>
                      <a:pt x="126" y="43"/>
                    </a:lnTo>
                    <a:lnTo>
                      <a:pt x="126" y="45"/>
                    </a:lnTo>
                    <a:lnTo>
                      <a:pt x="126" y="45"/>
                    </a:lnTo>
                    <a:lnTo>
                      <a:pt x="126" y="45"/>
                    </a:lnTo>
                    <a:lnTo>
                      <a:pt x="126" y="45"/>
                    </a:lnTo>
                    <a:lnTo>
                      <a:pt x="126" y="43"/>
                    </a:lnTo>
                    <a:lnTo>
                      <a:pt x="126" y="43"/>
                    </a:lnTo>
                    <a:lnTo>
                      <a:pt x="126" y="43"/>
                    </a:lnTo>
                    <a:lnTo>
                      <a:pt x="128" y="43"/>
                    </a:lnTo>
                    <a:lnTo>
                      <a:pt x="128" y="41"/>
                    </a:lnTo>
                    <a:lnTo>
                      <a:pt x="128" y="41"/>
                    </a:lnTo>
                    <a:lnTo>
                      <a:pt x="128" y="41"/>
                    </a:lnTo>
                    <a:lnTo>
                      <a:pt x="130" y="41"/>
                    </a:lnTo>
                    <a:lnTo>
                      <a:pt x="130" y="38"/>
                    </a:lnTo>
                    <a:lnTo>
                      <a:pt x="130" y="38"/>
                    </a:lnTo>
                    <a:lnTo>
                      <a:pt x="130" y="38"/>
                    </a:lnTo>
                    <a:lnTo>
                      <a:pt x="130" y="36"/>
                    </a:lnTo>
                    <a:lnTo>
                      <a:pt x="130" y="36"/>
                    </a:lnTo>
                    <a:lnTo>
                      <a:pt x="133" y="36"/>
                    </a:lnTo>
                    <a:lnTo>
                      <a:pt x="133" y="38"/>
                    </a:lnTo>
                    <a:lnTo>
                      <a:pt x="133" y="38"/>
                    </a:lnTo>
                    <a:lnTo>
                      <a:pt x="133" y="38"/>
                    </a:lnTo>
                    <a:lnTo>
                      <a:pt x="133" y="38"/>
                    </a:lnTo>
                    <a:lnTo>
                      <a:pt x="135" y="38"/>
                    </a:lnTo>
                    <a:lnTo>
                      <a:pt x="135" y="38"/>
                    </a:lnTo>
                    <a:lnTo>
                      <a:pt x="138" y="38"/>
                    </a:lnTo>
                    <a:lnTo>
                      <a:pt x="138" y="38"/>
                    </a:lnTo>
                    <a:lnTo>
                      <a:pt x="138" y="38"/>
                    </a:lnTo>
                    <a:lnTo>
                      <a:pt x="138" y="36"/>
                    </a:lnTo>
                    <a:lnTo>
                      <a:pt x="138" y="36"/>
                    </a:lnTo>
                    <a:lnTo>
                      <a:pt x="138" y="36"/>
                    </a:lnTo>
                    <a:lnTo>
                      <a:pt x="138" y="34"/>
                    </a:lnTo>
                    <a:lnTo>
                      <a:pt x="138" y="34"/>
                    </a:lnTo>
                    <a:lnTo>
                      <a:pt x="140" y="34"/>
                    </a:lnTo>
                    <a:lnTo>
                      <a:pt x="140" y="34"/>
                    </a:lnTo>
                    <a:lnTo>
                      <a:pt x="140" y="34"/>
                    </a:lnTo>
                    <a:lnTo>
                      <a:pt x="140" y="31"/>
                    </a:lnTo>
                    <a:lnTo>
                      <a:pt x="140" y="31"/>
                    </a:lnTo>
                    <a:lnTo>
                      <a:pt x="140" y="29"/>
                    </a:lnTo>
                    <a:lnTo>
                      <a:pt x="140" y="29"/>
                    </a:lnTo>
                    <a:lnTo>
                      <a:pt x="140" y="29"/>
                    </a:lnTo>
                    <a:lnTo>
                      <a:pt x="140" y="29"/>
                    </a:lnTo>
                    <a:lnTo>
                      <a:pt x="140" y="26"/>
                    </a:lnTo>
                    <a:lnTo>
                      <a:pt x="140" y="26"/>
                    </a:lnTo>
                    <a:lnTo>
                      <a:pt x="140" y="26"/>
                    </a:lnTo>
                    <a:lnTo>
                      <a:pt x="140" y="24"/>
                    </a:lnTo>
                    <a:lnTo>
                      <a:pt x="142" y="24"/>
                    </a:lnTo>
                    <a:lnTo>
                      <a:pt x="142" y="24"/>
                    </a:lnTo>
                    <a:lnTo>
                      <a:pt x="142" y="24"/>
                    </a:lnTo>
                    <a:lnTo>
                      <a:pt x="142" y="24"/>
                    </a:lnTo>
                    <a:lnTo>
                      <a:pt x="145" y="24"/>
                    </a:lnTo>
                    <a:lnTo>
                      <a:pt x="145" y="22"/>
                    </a:lnTo>
                    <a:lnTo>
                      <a:pt x="145" y="22"/>
                    </a:lnTo>
                    <a:lnTo>
                      <a:pt x="145" y="22"/>
                    </a:lnTo>
                    <a:lnTo>
                      <a:pt x="145" y="19"/>
                    </a:lnTo>
                    <a:lnTo>
                      <a:pt x="145" y="19"/>
                    </a:lnTo>
                    <a:lnTo>
                      <a:pt x="147" y="19"/>
                    </a:lnTo>
                    <a:lnTo>
                      <a:pt x="147" y="19"/>
                    </a:lnTo>
                    <a:lnTo>
                      <a:pt x="147" y="17"/>
                    </a:lnTo>
                    <a:lnTo>
                      <a:pt x="147" y="17"/>
                    </a:lnTo>
                    <a:lnTo>
                      <a:pt x="147" y="17"/>
                    </a:lnTo>
                    <a:lnTo>
                      <a:pt x="147" y="17"/>
                    </a:lnTo>
                    <a:lnTo>
                      <a:pt x="149" y="17"/>
                    </a:lnTo>
                    <a:lnTo>
                      <a:pt x="149" y="15"/>
                    </a:lnTo>
                    <a:lnTo>
                      <a:pt x="149" y="15"/>
                    </a:lnTo>
                    <a:lnTo>
                      <a:pt x="149" y="15"/>
                    </a:lnTo>
                    <a:lnTo>
                      <a:pt x="152" y="15"/>
                    </a:lnTo>
                    <a:lnTo>
                      <a:pt x="152" y="15"/>
                    </a:lnTo>
                    <a:lnTo>
                      <a:pt x="152" y="12"/>
                    </a:lnTo>
                    <a:lnTo>
                      <a:pt x="152" y="12"/>
                    </a:lnTo>
                    <a:lnTo>
                      <a:pt x="152" y="12"/>
                    </a:lnTo>
                    <a:lnTo>
                      <a:pt x="152" y="10"/>
                    </a:lnTo>
                    <a:lnTo>
                      <a:pt x="152" y="10"/>
                    </a:lnTo>
                    <a:lnTo>
                      <a:pt x="152" y="10"/>
                    </a:lnTo>
                    <a:lnTo>
                      <a:pt x="154" y="10"/>
                    </a:lnTo>
                    <a:lnTo>
                      <a:pt x="154" y="8"/>
                    </a:lnTo>
                    <a:lnTo>
                      <a:pt x="154" y="8"/>
                    </a:lnTo>
                    <a:lnTo>
                      <a:pt x="154" y="5"/>
                    </a:lnTo>
                    <a:lnTo>
                      <a:pt x="154" y="5"/>
                    </a:lnTo>
                    <a:lnTo>
                      <a:pt x="154" y="5"/>
                    </a:lnTo>
                    <a:lnTo>
                      <a:pt x="154" y="5"/>
                    </a:lnTo>
                    <a:lnTo>
                      <a:pt x="157" y="5"/>
                    </a:lnTo>
                    <a:lnTo>
                      <a:pt x="157" y="3"/>
                    </a:lnTo>
                    <a:lnTo>
                      <a:pt x="157" y="3"/>
                    </a:lnTo>
                    <a:lnTo>
                      <a:pt x="157" y="3"/>
                    </a:lnTo>
                    <a:lnTo>
                      <a:pt x="157" y="0"/>
                    </a:lnTo>
                    <a:lnTo>
                      <a:pt x="157" y="0"/>
                    </a:lnTo>
                    <a:lnTo>
                      <a:pt x="157" y="3"/>
                    </a:lnTo>
                    <a:lnTo>
                      <a:pt x="159" y="3"/>
                    </a:lnTo>
                    <a:lnTo>
                      <a:pt x="159" y="3"/>
                    </a:lnTo>
                    <a:lnTo>
                      <a:pt x="159" y="3"/>
                    </a:lnTo>
                    <a:lnTo>
                      <a:pt x="159" y="5"/>
                    </a:lnTo>
                    <a:lnTo>
                      <a:pt x="159" y="5"/>
                    </a:lnTo>
                    <a:lnTo>
                      <a:pt x="159" y="5"/>
                    </a:lnTo>
                    <a:lnTo>
                      <a:pt x="159" y="5"/>
                    </a:lnTo>
                    <a:lnTo>
                      <a:pt x="159" y="8"/>
                    </a:lnTo>
                    <a:lnTo>
                      <a:pt x="159" y="8"/>
                    </a:lnTo>
                    <a:lnTo>
                      <a:pt x="159" y="8"/>
                    </a:lnTo>
                    <a:lnTo>
                      <a:pt x="159" y="10"/>
                    </a:lnTo>
                    <a:lnTo>
                      <a:pt x="159" y="10"/>
                    </a:lnTo>
                    <a:lnTo>
                      <a:pt x="159" y="10"/>
                    </a:lnTo>
                    <a:lnTo>
                      <a:pt x="159" y="12"/>
                    </a:lnTo>
                    <a:lnTo>
                      <a:pt x="159" y="12"/>
                    </a:lnTo>
                    <a:lnTo>
                      <a:pt x="159" y="10"/>
                    </a:lnTo>
                    <a:lnTo>
                      <a:pt x="159" y="10"/>
                    </a:lnTo>
                    <a:lnTo>
                      <a:pt x="161" y="10"/>
                    </a:lnTo>
                    <a:lnTo>
                      <a:pt x="161" y="10"/>
                    </a:lnTo>
                    <a:lnTo>
                      <a:pt x="161" y="8"/>
                    </a:lnTo>
                    <a:lnTo>
                      <a:pt x="161" y="8"/>
                    </a:lnTo>
                    <a:lnTo>
                      <a:pt x="161" y="8"/>
                    </a:lnTo>
                    <a:lnTo>
                      <a:pt x="161" y="5"/>
                    </a:lnTo>
                    <a:lnTo>
                      <a:pt x="161" y="5"/>
                    </a:lnTo>
                    <a:lnTo>
                      <a:pt x="161" y="5"/>
                    </a:lnTo>
                    <a:lnTo>
                      <a:pt x="161" y="3"/>
                    </a:lnTo>
                    <a:lnTo>
                      <a:pt x="164" y="3"/>
                    </a:lnTo>
                    <a:lnTo>
                      <a:pt x="164" y="3"/>
                    </a:lnTo>
                    <a:lnTo>
                      <a:pt x="164" y="3"/>
                    </a:lnTo>
                    <a:lnTo>
                      <a:pt x="164" y="3"/>
                    </a:lnTo>
                    <a:lnTo>
                      <a:pt x="166" y="3"/>
                    </a:lnTo>
                    <a:lnTo>
                      <a:pt x="166" y="3"/>
                    </a:lnTo>
                    <a:lnTo>
                      <a:pt x="166" y="3"/>
                    </a:lnTo>
                    <a:lnTo>
                      <a:pt x="166" y="3"/>
                    </a:lnTo>
                    <a:lnTo>
                      <a:pt x="168"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0" name="Freeform 108"/>
              <p:cNvSpPr>
                <a:spLocks/>
              </p:cNvSpPr>
              <p:nvPr/>
            </p:nvSpPr>
            <p:spPr bwMode="auto">
              <a:xfrm>
                <a:off x="3181" y="2575"/>
                <a:ext cx="211" cy="157"/>
              </a:xfrm>
              <a:custGeom>
                <a:avLst/>
                <a:gdLst/>
                <a:ahLst/>
                <a:cxnLst>
                  <a:cxn ang="0">
                    <a:pos x="173" y="10"/>
                  </a:cxn>
                  <a:cxn ang="0">
                    <a:pos x="178" y="19"/>
                  </a:cxn>
                  <a:cxn ang="0">
                    <a:pos x="180" y="26"/>
                  </a:cxn>
                  <a:cxn ang="0">
                    <a:pos x="187" y="31"/>
                  </a:cxn>
                  <a:cxn ang="0">
                    <a:pos x="197" y="36"/>
                  </a:cxn>
                  <a:cxn ang="0">
                    <a:pos x="209" y="41"/>
                  </a:cxn>
                  <a:cxn ang="0">
                    <a:pos x="206" y="53"/>
                  </a:cxn>
                  <a:cxn ang="0">
                    <a:pos x="194" y="55"/>
                  </a:cxn>
                  <a:cxn ang="0">
                    <a:pos x="190" y="57"/>
                  </a:cxn>
                  <a:cxn ang="0">
                    <a:pos x="197" y="64"/>
                  </a:cxn>
                  <a:cxn ang="0">
                    <a:pos x="199" y="67"/>
                  </a:cxn>
                  <a:cxn ang="0">
                    <a:pos x="190" y="72"/>
                  </a:cxn>
                  <a:cxn ang="0">
                    <a:pos x="178" y="74"/>
                  </a:cxn>
                  <a:cxn ang="0">
                    <a:pos x="166" y="69"/>
                  </a:cxn>
                  <a:cxn ang="0">
                    <a:pos x="157" y="69"/>
                  </a:cxn>
                  <a:cxn ang="0">
                    <a:pos x="145" y="69"/>
                  </a:cxn>
                  <a:cxn ang="0">
                    <a:pos x="135" y="72"/>
                  </a:cxn>
                  <a:cxn ang="0">
                    <a:pos x="130" y="83"/>
                  </a:cxn>
                  <a:cxn ang="0">
                    <a:pos x="130" y="100"/>
                  </a:cxn>
                  <a:cxn ang="0">
                    <a:pos x="123" y="107"/>
                  </a:cxn>
                  <a:cxn ang="0">
                    <a:pos x="121" y="117"/>
                  </a:cxn>
                  <a:cxn ang="0">
                    <a:pos x="114" y="128"/>
                  </a:cxn>
                  <a:cxn ang="0">
                    <a:pos x="112" y="140"/>
                  </a:cxn>
                  <a:cxn ang="0">
                    <a:pos x="102" y="143"/>
                  </a:cxn>
                  <a:cxn ang="0">
                    <a:pos x="90" y="147"/>
                  </a:cxn>
                  <a:cxn ang="0">
                    <a:pos x="81" y="145"/>
                  </a:cxn>
                  <a:cxn ang="0">
                    <a:pos x="74" y="140"/>
                  </a:cxn>
                  <a:cxn ang="0">
                    <a:pos x="59" y="143"/>
                  </a:cxn>
                  <a:cxn ang="0">
                    <a:pos x="52" y="152"/>
                  </a:cxn>
                  <a:cxn ang="0">
                    <a:pos x="43" y="154"/>
                  </a:cxn>
                  <a:cxn ang="0">
                    <a:pos x="31" y="154"/>
                  </a:cxn>
                  <a:cxn ang="0">
                    <a:pos x="19" y="154"/>
                  </a:cxn>
                  <a:cxn ang="0">
                    <a:pos x="10" y="145"/>
                  </a:cxn>
                  <a:cxn ang="0">
                    <a:pos x="5" y="133"/>
                  </a:cxn>
                  <a:cxn ang="0">
                    <a:pos x="5" y="131"/>
                  </a:cxn>
                  <a:cxn ang="0">
                    <a:pos x="15" y="136"/>
                  </a:cxn>
                  <a:cxn ang="0">
                    <a:pos x="24" y="136"/>
                  </a:cxn>
                  <a:cxn ang="0">
                    <a:pos x="33" y="138"/>
                  </a:cxn>
                  <a:cxn ang="0">
                    <a:pos x="36" y="124"/>
                  </a:cxn>
                  <a:cxn ang="0">
                    <a:pos x="38" y="112"/>
                  </a:cxn>
                  <a:cxn ang="0">
                    <a:pos x="50" y="107"/>
                  </a:cxn>
                  <a:cxn ang="0">
                    <a:pos x="62" y="105"/>
                  </a:cxn>
                  <a:cxn ang="0">
                    <a:pos x="74" y="100"/>
                  </a:cxn>
                  <a:cxn ang="0">
                    <a:pos x="81" y="88"/>
                  </a:cxn>
                  <a:cxn ang="0">
                    <a:pos x="90" y="79"/>
                  </a:cxn>
                  <a:cxn ang="0">
                    <a:pos x="95" y="67"/>
                  </a:cxn>
                  <a:cxn ang="0">
                    <a:pos x="102" y="62"/>
                  </a:cxn>
                  <a:cxn ang="0">
                    <a:pos x="107" y="74"/>
                  </a:cxn>
                  <a:cxn ang="0">
                    <a:pos x="114" y="74"/>
                  </a:cxn>
                  <a:cxn ang="0">
                    <a:pos x="114" y="57"/>
                  </a:cxn>
                  <a:cxn ang="0">
                    <a:pos x="119" y="64"/>
                  </a:cxn>
                  <a:cxn ang="0">
                    <a:pos x="126" y="67"/>
                  </a:cxn>
                  <a:cxn ang="0">
                    <a:pos x="123" y="55"/>
                  </a:cxn>
                  <a:cxn ang="0">
                    <a:pos x="130" y="48"/>
                  </a:cxn>
                  <a:cxn ang="0">
                    <a:pos x="123" y="45"/>
                  </a:cxn>
                  <a:cxn ang="0">
                    <a:pos x="128" y="41"/>
                  </a:cxn>
                  <a:cxn ang="0">
                    <a:pos x="138" y="36"/>
                  </a:cxn>
                  <a:cxn ang="0">
                    <a:pos x="142" y="24"/>
                  </a:cxn>
                  <a:cxn ang="0">
                    <a:pos x="149" y="15"/>
                  </a:cxn>
                  <a:cxn ang="0">
                    <a:pos x="157" y="3"/>
                  </a:cxn>
                  <a:cxn ang="0">
                    <a:pos x="159" y="12"/>
                  </a:cxn>
                  <a:cxn ang="0">
                    <a:pos x="166" y="3"/>
                  </a:cxn>
                </a:cxnLst>
                <a:rect l="0" t="0" r="r" b="b"/>
                <a:pathLst>
                  <a:path w="211" h="157">
                    <a:moveTo>
                      <a:pt x="168" y="3"/>
                    </a:moveTo>
                    <a:lnTo>
                      <a:pt x="168" y="5"/>
                    </a:lnTo>
                    <a:lnTo>
                      <a:pt x="168" y="5"/>
                    </a:lnTo>
                    <a:lnTo>
                      <a:pt x="168" y="5"/>
                    </a:lnTo>
                    <a:lnTo>
                      <a:pt x="168" y="5"/>
                    </a:lnTo>
                    <a:lnTo>
                      <a:pt x="168" y="8"/>
                    </a:lnTo>
                    <a:lnTo>
                      <a:pt x="168" y="8"/>
                    </a:lnTo>
                    <a:lnTo>
                      <a:pt x="168" y="8"/>
                    </a:lnTo>
                    <a:lnTo>
                      <a:pt x="168" y="8"/>
                    </a:lnTo>
                    <a:lnTo>
                      <a:pt x="168" y="10"/>
                    </a:lnTo>
                    <a:lnTo>
                      <a:pt x="168" y="10"/>
                    </a:lnTo>
                    <a:lnTo>
                      <a:pt x="171" y="10"/>
                    </a:lnTo>
                    <a:lnTo>
                      <a:pt x="171" y="10"/>
                    </a:lnTo>
                    <a:lnTo>
                      <a:pt x="171" y="8"/>
                    </a:lnTo>
                    <a:lnTo>
                      <a:pt x="171" y="8"/>
                    </a:lnTo>
                    <a:lnTo>
                      <a:pt x="171" y="8"/>
                    </a:lnTo>
                    <a:lnTo>
                      <a:pt x="173" y="8"/>
                    </a:lnTo>
                    <a:lnTo>
                      <a:pt x="173" y="10"/>
                    </a:lnTo>
                    <a:lnTo>
                      <a:pt x="173" y="10"/>
                    </a:lnTo>
                    <a:lnTo>
                      <a:pt x="173" y="10"/>
                    </a:lnTo>
                    <a:lnTo>
                      <a:pt x="173" y="12"/>
                    </a:lnTo>
                    <a:lnTo>
                      <a:pt x="173" y="12"/>
                    </a:lnTo>
                    <a:lnTo>
                      <a:pt x="173" y="12"/>
                    </a:lnTo>
                    <a:lnTo>
                      <a:pt x="173" y="15"/>
                    </a:lnTo>
                    <a:lnTo>
                      <a:pt x="175" y="15"/>
                    </a:lnTo>
                    <a:lnTo>
                      <a:pt x="175" y="15"/>
                    </a:lnTo>
                    <a:lnTo>
                      <a:pt x="175" y="15"/>
                    </a:lnTo>
                    <a:lnTo>
                      <a:pt x="178" y="15"/>
                    </a:lnTo>
                    <a:lnTo>
                      <a:pt x="178" y="15"/>
                    </a:lnTo>
                    <a:lnTo>
                      <a:pt x="178" y="15"/>
                    </a:lnTo>
                    <a:lnTo>
                      <a:pt x="178" y="17"/>
                    </a:lnTo>
                    <a:lnTo>
                      <a:pt x="178" y="17"/>
                    </a:lnTo>
                    <a:lnTo>
                      <a:pt x="178" y="17"/>
                    </a:lnTo>
                    <a:lnTo>
                      <a:pt x="178" y="17"/>
                    </a:lnTo>
                    <a:lnTo>
                      <a:pt x="178" y="19"/>
                    </a:lnTo>
                    <a:lnTo>
                      <a:pt x="178" y="19"/>
                    </a:lnTo>
                    <a:lnTo>
                      <a:pt x="178" y="22"/>
                    </a:lnTo>
                    <a:lnTo>
                      <a:pt x="178" y="22"/>
                    </a:lnTo>
                    <a:lnTo>
                      <a:pt x="178" y="22"/>
                    </a:lnTo>
                    <a:lnTo>
                      <a:pt x="175" y="22"/>
                    </a:lnTo>
                    <a:lnTo>
                      <a:pt x="175" y="24"/>
                    </a:lnTo>
                    <a:lnTo>
                      <a:pt x="175" y="24"/>
                    </a:lnTo>
                    <a:lnTo>
                      <a:pt x="175" y="24"/>
                    </a:lnTo>
                    <a:lnTo>
                      <a:pt x="175" y="24"/>
                    </a:lnTo>
                    <a:lnTo>
                      <a:pt x="175" y="24"/>
                    </a:lnTo>
                    <a:lnTo>
                      <a:pt x="175" y="26"/>
                    </a:lnTo>
                    <a:lnTo>
                      <a:pt x="175" y="26"/>
                    </a:lnTo>
                    <a:lnTo>
                      <a:pt x="178" y="26"/>
                    </a:lnTo>
                    <a:lnTo>
                      <a:pt x="178" y="26"/>
                    </a:lnTo>
                    <a:lnTo>
                      <a:pt x="178" y="29"/>
                    </a:lnTo>
                    <a:lnTo>
                      <a:pt x="178" y="29"/>
                    </a:lnTo>
                    <a:lnTo>
                      <a:pt x="180" y="29"/>
                    </a:lnTo>
                    <a:lnTo>
                      <a:pt x="180" y="29"/>
                    </a:lnTo>
                    <a:lnTo>
                      <a:pt x="180" y="26"/>
                    </a:lnTo>
                    <a:lnTo>
                      <a:pt x="180" y="26"/>
                    </a:lnTo>
                    <a:lnTo>
                      <a:pt x="183" y="26"/>
                    </a:lnTo>
                    <a:lnTo>
                      <a:pt x="183" y="26"/>
                    </a:lnTo>
                    <a:lnTo>
                      <a:pt x="183" y="24"/>
                    </a:lnTo>
                    <a:lnTo>
                      <a:pt x="183" y="24"/>
                    </a:lnTo>
                    <a:lnTo>
                      <a:pt x="183" y="24"/>
                    </a:lnTo>
                    <a:lnTo>
                      <a:pt x="185" y="24"/>
                    </a:lnTo>
                    <a:lnTo>
                      <a:pt x="185" y="24"/>
                    </a:lnTo>
                    <a:lnTo>
                      <a:pt x="185" y="24"/>
                    </a:lnTo>
                    <a:lnTo>
                      <a:pt x="185" y="24"/>
                    </a:lnTo>
                    <a:lnTo>
                      <a:pt x="185" y="26"/>
                    </a:lnTo>
                    <a:lnTo>
                      <a:pt x="185" y="26"/>
                    </a:lnTo>
                    <a:lnTo>
                      <a:pt x="185" y="26"/>
                    </a:lnTo>
                    <a:lnTo>
                      <a:pt x="185" y="29"/>
                    </a:lnTo>
                    <a:lnTo>
                      <a:pt x="185" y="29"/>
                    </a:lnTo>
                    <a:lnTo>
                      <a:pt x="185" y="29"/>
                    </a:lnTo>
                    <a:lnTo>
                      <a:pt x="187" y="29"/>
                    </a:lnTo>
                    <a:lnTo>
                      <a:pt x="187" y="31"/>
                    </a:lnTo>
                    <a:lnTo>
                      <a:pt x="187" y="31"/>
                    </a:lnTo>
                    <a:lnTo>
                      <a:pt x="187" y="31"/>
                    </a:lnTo>
                    <a:lnTo>
                      <a:pt x="187" y="31"/>
                    </a:lnTo>
                    <a:lnTo>
                      <a:pt x="190" y="31"/>
                    </a:lnTo>
                    <a:lnTo>
                      <a:pt x="190" y="31"/>
                    </a:lnTo>
                    <a:lnTo>
                      <a:pt x="192" y="31"/>
                    </a:lnTo>
                    <a:lnTo>
                      <a:pt x="192" y="31"/>
                    </a:lnTo>
                    <a:lnTo>
                      <a:pt x="192" y="34"/>
                    </a:lnTo>
                    <a:lnTo>
                      <a:pt x="192" y="34"/>
                    </a:lnTo>
                    <a:lnTo>
                      <a:pt x="194" y="34"/>
                    </a:lnTo>
                    <a:lnTo>
                      <a:pt x="194" y="34"/>
                    </a:lnTo>
                    <a:lnTo>
                      <a:pt x="194" y="34"/>
                    </a:lnTo>
                    <a:lnTo>
                      <a:pt x="194" y="36"/>
                    </a:lnTo>
                    <a:lnTo>
                      <a:pt x="197" y="36"/>
                    </a:lnTo>
                    <a:lnTo>
                      <a:pt x="197" y="36"/>
                    </a:lnTo>
                    <a:lnTo>
                      <a:pt x="197" y="36"/>
                    </a:lnTo>
                    <a:lnTo>
                      <a:pt x="197" y="36"/>
                    </a:lnTo>
                    <a:lnTo>
                      <a:pt x="197" y="36"/>
                    </a:lnTo>
                    <a:lnTo>
                      <a:pt x="199" y="36"/>
                    </a:lnTo>
                    <a:lnTo>
                      <a:pt x="199" y="38"/>
                    </a:lnTo>
                    <a:lnTo>
                      <a:pt x="199" y="38"/>
                    </a:lnTo>
                    <a:lnTo>
                      <a:pt x="199" y="38"/>
                    </a:lnTo>
                    <a:lnTo>
                      <a:pt x="199" y="38"/>
                    </a:lnTo>
                    <a:lnTo>
                      <a:pt x="202" y="38"/>
                    </a:lnTo>
                    <a:lnTo>
                      <a:pt x="202" y="41"/>
                    </a:lnTo>
                    <a:lnTo>
                      <a:pt x="202" y="41"/>
                    </a:lnTo>
                    <a:lnTo>
                      <a:pt x="202" y="41"/>
                    </a:lnTo>
                    <a:lnTo>
                      <a:pt x="204" y="41"/>
                    </a:lnTo>
                    <a:lnTo>
                      <a:pt x="204" y="41"/>
                    </a:lnTo>
                    <a:lnTo>
                      <a:pt x="204" y="43"/>
                    </a:lnTo>
                    <a:lnTo>
                      <a:pt x="204" y="43"/>
                    </a:lnTo>
                    <a:lnTo>
                      <a:pt x="206" y="43"/>
                    </a:lnTo>
                    <a:lnTo>
                      <a:pt x="206" y="43"/>
                    </a:lnTo>
                    <a:lnTo>
                      <a:pt x="206" y="41"/>
                    </a:lnTo>
                    <a:lnTo>
                      <a:pt x="206" y="41"/>
                    </a:lnTo>
                    <a:lnTo>
                      <a:pt x="209" y="41"/>
                    </a:lnTo>
                    <a:lnTo>
                      <a:pt x="209" y="41"/>
                    </a:lnTo>
                    <a:lnTo>
                      <a:pt x="209" y="43"/>
                    </a:lnTo>
                    <a:lnTo>
                      <a:pt x="211" y="43"/>
                    </a:lnTo>
                    <a:lnTo>
                      <a:pt x="211" y="43"/>
                    </a:lnTo>
                    <a:lnTo>
                      <a:pt x="211" y="43"/>
                    </a:lnTo>
                    <a:lnTo>
                      <a:pt x="211" y="45"/>
                    </a:lnTo>
                    <a:lnTo>
                      <a:pt x="211" y="45"/>
                    </a:lnTo>
                    <a:lnTo>
                      <a:pt x="211" y="45"/>
                    </a:lnTo>
                    <a:lnTo>
                      <a:pt x="211" y="48"/>
                    </a:lnTo>
                    <a:lnTo>
                      <a:pt x="211" y="48"/>
                    </a:lnTo>
                    <a:lnTo>
                      <a:pt x="211" y="50"/>
                    </a:lnTo>
                    <a:lnTo>
                      <a:pt x="211" y="50"/>
                    </a:lnTo>
                    <a:lnTo>
                      <a:pt x="211" y="50"/>
                    </a:lnTo>
                    <a:lnTo>
                      <a:pt x="209" y="50"/>
                    </a:lnTo>
                    <a:lnTo>
                      <a:pt x="209" y="53"/>
                    </a:lnTo>
                    <a:lnTo>
                      <a:pt x="209" y="53"/>
                    </a:lnTo>
                    <a:lnTo>
                      <a:pt x="206" y="53"/>
                    </a:lnTo>
                    <a:lnTo>
                      <a:pt x="206" y="53"/>
                    </a:lnTo>
                    <a:lnTo>
                      <a:pt x="206" y="53"/>
                    </a:lnTo>
                    <a:lnTo>
                      <a:pt x="206" y="53"/>
                    </a:lnTo>
                    <a:lnTo>
                      <a:pt x="204" y="53"/>
                    </a:lnTo>
                    <a:lnTo>
                      <a:pt x="204" y="53"/>
                    </a:lnTo>
                    <a:lnTo>
                      <a:pt x="204" y="53"/>
                    </a:lnTo>
                    <a:lnTo>
                      <a:pt x="204" y="55"/>
                    </a:lnTo>
                    <a:lnTo>
                      <a:pt x="202" y="55"/>
                    </a:lnTo>
                    <a:lnTo>
                      <a:pt x="202" y="55"/>
                    </a:lnTo>
                    <a:lnTo>
                      <a:pt x="202" y="55"/>
                    </a:lnTo>
                    <a:lnTo>
                      <a:pt x="199" y="55"/>
                    </a:lnTo>
                    <a:lnTo>
                      <a:pt x="199" y="55"/>
                    </a:lnTo>
                    <a:lnTo>
                      <a:pt x="199" y="55"/>
                    </a:lnTo>
                    <a:lnTo>
                      <a:pt x="199" y="55"/>
                    </a:lnTo>
                    <a:lnTo>
                      <a:pt x="197" y="55"/>
                    </a:lnTo>
                    <a:lnTo>
                      <a:pt x="197" y="55"/>
                    </a:lnTo>
                    <a:lnTo>
                      <a:pt x="197" y="55"/>
                    </a:lnTo>
                    <a:lnTo>
                      <a:pt x="197" y="55"/>
                    </a:lnTo>
                    <a:lnTo>
                      <a:pt x="194" y="55"/>
                    </a:lnTo>
                    <a:lnTo>
                      <a:pt x="194" y="55"/>
                    </a:lnTo>
                    <a:lnTo>
                      <a:pt x="194" y="55"/>
                    </a:lnTo>
                    <a:lnTo>
                      <a:pt x="192" y="55"/>
                    </a:lnTo>
                    <a:lnTo>
                      <a:pt x="192" y="55"/>
                    </a:lnTo>
                    <a:lnTo>
                      <a:pt x="192" y="55"/>
                    </a:lnTo>
                    <a:lnTo>
                      <a:pt x="192" y="55"/>
                    </a:lnTo>
                    <a:lnTo>
                      <a:pt x="190" y="55"/>
                    </a:lnTo>
                    <a:lnTo>
                      <a:pt x="190" y="55"/>
                    </a:lnTo>
                    <a:lnTo>
                      <a:pt x="187" y="55"/>
                    </a:lnTo>
                    <a:lnTo>
                      <a:pt x="187" y="55"/>
                    </a:lnTo>
                    <a:lnTo>
                      <a:pt x="187" y="55"/>
                    </a:lnTo>
                    <a:lnTo>
                      <a:pt x="187" y="57"/>
                    </a:lnTo>
                    <a:lnTo>
                      <a:pt x="187" y="57"/>
                    </a:lnTo>
                    <a:lnTo>
                      <a:pt x="187" y="60"/>
                    </a:lnTo>
                    <a:lnTo>
                      <a:pt x="187" y="60"/>
                    </a:lnTo>
                    <a:lnTo>
                      <a:pt x="187" y="57"/>
                    </a:lnTo>
                    <a:lnTo>
                      <a:pt x="187" y="57"/>
                    </a:lnTo>
                    <a:lnTo>
                      <a:pt x="190" y="57"/>
                    </a:lnTo>
                    <a:lnTo>
                      <a:pt x="190" y="57"/>
                    </a:lnTo>
                    <a:lnTo>
                      <a:pt x="190" y="57"/>
                    </a:lnTo>
                    <a:lnTo>
                      <a:pt x="192" y="57"/>
                    </a:lnTo>
                    <a:lnTo>
                      <a:pt x="192" y="57"/>
                    </a:lnTo>
                    <a:lnTo>
                      <a:pt x="192" y="57"/>
                    </a:lnTo>
                    <a:lnTo>
                      <a:pt x="192" y="60"/>
                    </a:lnTo>
                    <a:lnTo>
                      <a:pt x="192" y="60"/>
                    </a:lnTo>
                    <a:lnTo>
                      <a:pt x="192" y="60"/>
                    </a:lnTo>
                    <a:lnTo>
                      <a:pt x="192" y="60"/>
                    </a:lnTo>
                    <a:lnTo>
                      <a:pt x="194" y="60"/>
                    </a:lnTo>
                    <a:lnTo>
                      <a:pt x="194" y="62"/>
                    </a:lnTo>
                    <a:lnTo>
                      <a:pt x="194" y="62"/>
                    </a:lnTo>
                    <a:lnTo>
                      <a:pt x="197" y="62"/>
                    </a:lnTo>
                    <a:lnTo>
                      <a:pt x="197" y="62"/>
                    </a:lnTo>
                    <a:lnTo>
                      <a:pt x="197" y="62"/>
                    </a:lnTo>
                    <a:lnTo>
                      <a:pt x="197" y="64"/>
                    </a:lnTo>
                    <a:lnTo>
                      <a:pt x="197" y="64"/>
                    </a:lnTo>
                    <a:lnTo>
                      <a:pt x="197" y="64"/>
                    </a:lnTo>
                    <a:lnTo>
                      <a:pt x="197" y="64"/>
                    </a:lnTo>
                    <a:lnTo>
                      <a:pt x="197" y="64"/>
                    </a:lnTo>
                    <a:lnTo>
                      <a:pt x="197" y="64"/>
                    </a:lnTo>
                    <a:lnTo>
                      <a:pt x="199" y="64"/>
                    </a:lnTo>
                    <a:lnTo>
                      <a:pt x="199" y="62"/>
                    </a:lnTo>
                    <a:lnTo>
                      <a:pt x="199" y="62"/>
                    </a:lnTo>
                    <a:lnTo>
                      <a:pt x="199" y="62"/>
                    </a:lnTo>
                    <a:lnTo>
                      <a:pt x="202" y="62"/>
                    </a:lnTo>
                    <a:lnTo>
                      <a:pt x="202" y="64"/>
                    </a:lnTo>
                    <a:lnTo>
                      <a:pt x="202" y="64"/>
                    </a:lnTo>
                    <a:lnTo>
                      <a:pt x="199" y="64"/>
                    </a:lnTo>
                    <a:lnTo>
                      <a:pt x="199" y="64"/>
                    </a:lnTo>
                    <a:lnTo>
                      <a:pt x="199" y="64"/>
                    </a:lnTo>
                    <a:lnTo>
                      <a:pt x="199" y="64"/>
                    </a:lnTo>
                    <a:lnTo>
                      <a:pt x="199" y="67"/>
                    </a:lnTo>
                    <a:lnTo>
                      <a:pt x="199" y="67"/>
                    </a:lnTo>
                    <a:lnTo>
                      <a:pt x="199" y="67"/>
                    </a:lnTo>
                    <a:lnTo>
                      <a:pt x="199" y="67"/>
                    </a:lnTo>
                    <a:lnTo>
                      <a:pt x="199" y="69"/>
                    </a:lnTo>
                    <a:lnTo>
                      <a:pt x="199" y="69"/>
                    </a:lnTo>
                    <a:lnTo>
                      <a:pt x="199" y="69"/>
                    </a:lnTo>
                    <a:lnTo>
                      <a:pt x="199" y="69"/>
                    </a:lnTo>
                    <a:lnTo>
                      <a:pt x="197" y="69"/>
                    </a:lnTo>
                    <a:lnTo>
                      <a:pt x="197" y="69"/>
                    </a:lnTo>
                    <a:lnTo>
                      <a:pt x="197" y="72"/>
                    </a:lnTo>
                    <a:lnTo>
                      <a:pt x="197" y="72"/>
                    </a:lnTo>
                    <a:lnTo>
                      <a:pt x="194" y="72"/>
                    </a:lnTo>
                    <a:lnTo>
                      <a:pt x="194" y="72"/>
                    </a:lnTo>
                    <a:lnTo>
                      <a:pt x="192" y="72"/>
                    </a:lnTo>
                    <a:lnTo>
                      <a:pt x="192" y="72"/>
                    </a:lnTo>
                    <a:lnTo>
                      <a:pt x="192" y="72"/>
                    </a:lnTo>
                    <a:lnTo>
                      <a:pt x="192" y="72"/>
                    </a:lnTo>
                    <a:lnTo>
                      <a:pt x="190" y="72"/>
                    </a:lnTo>
                    <a:lnTo>
                      <a:pt x="190" y="72"/>
                    </a:lnTo>
                    <a:lnTo>
                      <a:pt x="190" y="72"/>
                    </a:lnTo>
                    <a:lnTo>
                      <a:pt x="190" y="72"/>
                    </a:lnTo>
                    <a:lnTo>
                      <a:pt x="187" y="72"/>
                    </a:lnTo>
                    <a:lnTo>
                      <a:pt x="187" y="72"/>
                    </a:lnTo>
                    <a:lnTo>
                      <a:pt x="187" y="72"/>
                    </a:lnTo>
                    <a:lnTo>
                      <a:pt x="185" y="72"/>
                    </a:lnTo>
                    <a:lnTo>
                      <a:pt x="185" y="74"/>
                    </a:lnTo>
                    <a:lnTo>
                      <a:pt x="185" y="74"/>
                    </a:lnTo>
                    <a:lnTo>
                      <a:pt x="185" y="74"/>
                    </a:lnTo>
                    <a:lnTo>
                      <a:pt x="185" y="74"/>
                    </a:lnTo>
                    <a:lnTo>
                      <a:pt x="183" y="74"/>
                    </a:lnTo>
                    <a:lnTo>
                      <a:pt x="183" y="74"/>
                    </a:lnTo>
                    <a:lnTo>
                      <a:pt x="180" y="74"/>
                    </a:lnTo>
                    <a:lnTo>
                      <a:pt x="180" y="74"/>
                    </a:lnTo>
                    <a:lnTo>
                      <a:pt x="180" y="74"/>
                    </a:lnTo>
                    <a:lnTo>
                      <a:pt x="180" y="74"/>
                    </a:lnTo>
                    <a:lnTo>
                      <a:pt x="178" y="74"/>
                    </a:lnTo>
                    <a:lnTo>
                      <a:pt x="178" y="74"/>
                    </a:lnTo>
                    <a:lnTo>
                      <a:pt x="178" y="74"/>
                    </a:lnTo>
                    <a:lnTo>
                      <a:pt x="178" y="74"/>
                    </a:lnTo>
                    <a:lnTo>
                      <a:pt x="175" y="74"/>
                    </a:lnTo>
                    <a:lnTo>
                      <a:pt x="175" y="74"/>
                    </a:lnTo>
                    <a:lnTo>
                      <a:pt x="175" y="74"/>
                    </a:lnTo>
                    <a:lnTo>
                      <a:pt x="173" y="74"/>
                    </a:lnTo>
                    <a:lnTo>
                      <a:pt x="173" y="74"/>
                    </a:lnTo>
                    <a:lnTo>
                      <a:pt x="173" y="74"/>
                    </a:lnTo>
                    <a:lnTo>
                      <a:pt x="173" y="74"/>
                    </a:lnTo>
                    <a:lnTo>
                      <a:pt x="171" y="74"/>
                    </a:lnTo>
                    <a:lnTo>
                      <a:pt x="171" y="74"/>
                    </a:lnTo>
                    <a:lnTo>
                      <a:pt x="171" y="74"/>
                    </a:lnTo>
                    <a:lnTo>
                      <a:pt x="171" y="72"/>
                    </a:lnTo>
                    <a:lnTo>
                      <a:pt x="171" y="72"/>
                    </a:lnTo>
                    <a:lnTo>
                      <a:pt x="171" y="72"/>
                    </a:lnTo>
                    <a:lnTo>
                      <a:pt x="168" y="72"/>
                    </a:lnTo>
                    <a:lnTo>
                      <a:pt x="168" y="69"/>
                    </a:lnTo>
                    <a:lnTo>
                      <a:pt x="168" y="69"/>
                    </a:lnTo>
                    <a:lnTo>
                      <a:pt x="166" y="69"/>
                    </a:lnTo>
                    <a:lnTo>
                      <a:pt x="166" y="69"/>
                    </a:lnTo>
                    <a:lnTo>
                      <a:pt x="166" y="69"/>
                    </a:lnTo>
                    <a:lnTo>
                      <a:pt x="166" y="69"/>
                    </a:lnTo>
                    <a:lnTo>
                      <a:pt x="166" y="69"/>
                    </a:lnTo>
                    <a:lnTo>
                      <a:pt x="164" y="69"/>
                    </a:lnTo>
                    <a:lnTo>
                      <a:pt x="164" y="69"/>
                    </a:lnTo>
                    <a:lnTo>
                      <a:pt x="164" y="69"/>
                    </a:lnTo>
                    <a:lnTo>
                      <a:pt x="161" y="69"/>
                    </a:lnTo>
                    <a:lnTo>
                      <a:pt x="161" y="69"/>
                    </a:lnTo>
                    <a:lnTo>
                      <a:pt x="159" y="69"/>
                    </a:lnTo>
                    <a:lnTo>
                      <a:pt x="159" y="69"/>
                    </a:lnTo>
                    <a:lnTo>
                      <a:pt x="159" y="69"/>
                    </a:lnTo>
                    <a:lnTo>
                      <a:pt x="159" y="69"/>
                    </a:lnTo>
                    <a:lnTo>
                      <a:pt x="159" y="69"/>
                    </a:lnTo>
                    <a:lnTo>
                      <a:pt x="157" y="69"/>
                    </a:lnTo>
                    <a:lnTo>
                      <a:pt x="157" y="69"/>
                    </a:lnTo>
                    <a:lnTo>
                      <a:pt x="157" y="69"/>
                    </a:lnTo>
                    <a:lnTo>
                      <a:pt x="157" y="69"/>
                    </a:lnTo>
                    <a:lnTo>
                      <a:pt x="157" y="69"/>
                    </a:lnTo>
                    <a:lnTo>
                      <a:pt x="154" y="69"/>
                    </a:lnTo>
                    <a:lnTo>
                      <a:pt x="154" y="69"/>
                    </a:lnTo>
                    <a:lnTo>
                      <a:pt x="154" y="69"/>
                    </a:lnTo>
                    <a:lnTo>
                      <a:pt x="152" y="69"/>
                    </a:lnTo>
                    <a:lnTo>
                      <a:pt x="152" y="69"/>
                    </a:lnTo>
                    <a:lnTo>
                      <a:pt x="152" y="69"/>
                    </a:lnTo>
                    <a:lnTo>
                      <a:pt x="152" y="69"/>
                    </a:lnTo>
                    <a:lnTo>
                      <a:pt x="152" y="72"/>
                    </a:lnTo>
                    <a:lnTo>
                      <a:pt x="149" y="72"/>
                    </a:lnTo>
                    <a:lnTo>
                      <a:pt x="149" y="72"/>
                    </a:lnTo>
                    <a:lnTo>
                      <a:pt x="149" y="69"/>
                    </a:lnTo>
                    <a:lnTo>
                      <a:pt x="149" y="69"/>
                    </a:lnTo>
                    <a:lnTo>
                      <a:pt x="147" y="69"/>
                    </a:lnTo>
                    <a:lnTo>
                      <a:pt x="147" y="69"/>
                    </a:lnTo>
                    <a:lnTo>
                      <a:pt x="147" y="69"/>
                    </a:lnTo>
                    <a:lnTo>
                      <a:pt x="145" y="69"/>
                    </a:lnTo>
                    <a:lnTo>
                      <a:pt x="145" y="69"/>
                    </a:lnTo>
                    <a:lnTo>
                      <a:pt x="145" y="69"/>
                    </a:lnTo>
                    <a:lnTo>
                      <a:pt x="145" y="69"/>
                    </a:lnTo>
                    <a:lnTo>
                      <a:pt x="142" y="69"/>
                    </a:lnTo>
                    <a:lnTo>
                      <a:pt x="142" y="69"/>
                    </a:lnTo>
                    <a:lnTo>
                      <a:pt x="142" y="72"/>
                    </a:lnTo>
                    <a:lnTo>
                      <a:pt x="140" y="72"/>
                    </a:lnTo>
                    <a:lnTo>
                      <a:pt x="140" y="69"/>
                    </a:lnTo>
                    <a:lnTo>
                      <a:pt x="140" y="69"/>
                    </a:lnTo>
                    <a:lnTo>
                      <a:pt x="140" y="69"/>
                    </a:lnTo>
                    <a:lnTo>
                      <a:pt x="140" y="69"/>
                    </a:lnTo>
                    <a:lnTo>
                      <a:pt x="138" y="69"/>
                    </a:lnTo>
                    <a:lnTo>
                      <a:pt x="138" y="69"/>
                    </a:lnTo>
                    <a:lnTo>
                      <a:pt x="138" y="69"/>
                    </a:lnTo>
                    <a:lnTo>
                      <a:pt x="138" y="72"/>
                    </a:lnTo>
                    <a:lnTo>
                      <a:pt x="138" y="72"/>
                    </a:lnTo>
                    <a:lnTo>
                      <a:pt x="138" y="72"/>
                    </a:lnTo>
                    <a:lnTo>
                      <a:pt x="138" y="74"/>
                    </a:lnTo>
                    <a:lnTo>
                      <a:pt x="135" y="74"/>
                    </a:lnTo>
                    <a:lnTo>
                      <a:pt x="135" y="72"/>
                    </a:lnTo>
                    <a:lnTo>
                      <a:pt x="135" y="72"/>
                    </a:lnTo>
                    <a:lnTo>
                      <a:pt x="135" y="74"/>
                    </a:lnTo>
                    <a:lnTo>
                      <a:pt x="133" y="74"/>
                    </a:lnTo>
                    <a:lnTo>
                      <a:pt x="133" y="74"/>
                    </a:lnTo>
                    <a:lnTo>
                      <a:pt x="133" y="74"/>
                    </a:lnTo>
                    <a:lnTo>
                      <a:pt x="133" y="74"/>
                    </a:lnTo>
                    <a:lnTo>
                      <a:pt x="133" y="76"/>
                    </a:lnTo>
                    <a:lnTo>
                      <a:pt x="133" y="76"/>
                    </a:lnTo>
                    <a:lnTo>
                      <a:pt x="133" y="79"/>
                    </a:lnTo>
                    <a:lnTo>
                      <a:pt x="133" y="79"/>
                    </a:lnTo>
                    <a:lnTo>
                      <a:pt x="133" y="79"/>
                    </a:lnTo>
                    <a:lnTo>
                      <a:pt x="130" y="79"/>
                    </a:lnTo>
                    <a:lnTo>
                      <a:pt x="130" y="81"/>
                    </a:lnTo>
                    <a:lnTo>
                      <a:pt x="130" y="81"/>
                    </a:lnTo>
                    <a:lnTo>
                      <a:pt x="133" y="81"/>
                    </a:lnTo>
                    <a:lnTo>
                      <a:pt x="133" y="83"/>
                    </a:lnTo>
                    <a:lnTo>
                      <a:pt x="130" y="83"/>
                    </a:lnTo>
                    <a:lnTo>
                      <a:pt x="130" y="83"/>
                    </a:lnTo>
                    <a:lnTo>
                      <a:pt x="130" y="83"/>
                    </a:lnTo>
                    <a:lnTo>
                      <a:pt x="130" y="86"/>
                    </a:lnTo>
                    <a:lnTo>
                      <a:pt x="130" y="86"/>
                    </a:lnTo>
                    <a:lnTo>
                      <a:pt x="130" y="88"/>
                    </a:lnTo>
                    <a:lnTo>
                      <a:pt x="130" y="88"/>
                    </a:lnTo>
                    <a:lnTo>
                      <a:pt x="133" y="88"/>
                    </a:lnTo>
                    <a:lnTo>
                      <a:pt x="133" y="90"/>
                    </a:lnTo>
                    <a:lnTo>
                      <a:pt x="133" y="90"/>
                    </a:lnTo>
                    <a:lnTo>
                      <a:pt x="133" y="93"/>
                    </a:lnTo>
                    <a:lnTo>
                      <a:pt x="130" y="93"/>
                    </a:lnTo>
                    <a:lnTo>
                      <a:pt x="130" y="93"/>
                    </a:lnTo>
                    <a:lnTo>
                      <a:pt x="130" y="93"/>
                    </a:lnTo>
                    <a:lnTo>
                      <a:pt x="130" y="95"/>
                    </a:lnTo>
                    <a:lnTo>
                      <a:pt x="130" y="95"/>
                    </a:lnTo>
                    <a:lnTo>
                      <a:pt x="130" y="95"/>
                    </a:lnTo>
                    <a:lnTo>
                      <a:pt x="130" y="98"/>
                    </a:lnTo>
                    <a:lnTo>
                      <a:pt x="130" y="98"/>
                    </a:lnTo>
                    <a:lnTo>
                      <a:pt x="130" y="100"/>
                    </a:lnTo>
                    <a:lnTo>
                      <a:pt x="130" y="100"/>
                    </a:lnTo>
                    <a:lnTo>
                      <a:pt x="130" y="100"/>
                    </a:lnTo>
                    <a:lnTo>
                      <a:pt x="130" y="102"/>
                    </a:lnTo>
                    <a:lnTo>
                      <a:pt x="130" y="102"/>
                    </a:lnTo>
                    <a:lnTo>
                      <a:pt x="128" y="102"/>
                    </a:lnTo>
                    <a:lnTo>
                      <a:pt x="128" y="102"/>
                    </a:lnTo>
                    <a:lnTo>
                      <a:pt x="128" y="105"/>
                    </a:lnTo>
                    <a:lnTo>
                      <a:pt x="126" y="105"/>
                    </a:lnTo>
                    <a:lnTo>
                      <a:pt x="126" y="105"/>
                    </a:lnTo>
                    <a:lnTo>
                      <a:pt x="126" y="102"/>
                    </a:lnTo>
                    <a:lnTo>
                      <a:pt x="126" y="102"/>
                    </a:lnTo>
                    <a:lnTo>
                      <a:pt x="123" y="102"/>
                    </a:lnTo>
                    <a:lnTo>
                      <a:pt x="123" y="105"/>
                    </a:lnTo>
                    <a:lnTo>
                      <a:pt x="123" y="105"/>
                    </a:lnTo>
                    <a:lnTo>
                      <a:pt x="123" y="105"/>
                    </a:lnTo>
                    <a:lnTo>
                      <a:pt x="123" y="105"/>
                    </a:lnTo>
                    <a:lnTo>
                      <a:pt x="123" y="105"/>
                    </a:lnTo>
                    <a:lnTo>
                      <a:pt x="123" y="107"/>
                    </a:lnTo>
                    <a:lnTo>
                      <a:pt x="121" y="107"/>
                    </a:lnTo>
                    <a:lnTo>
                      <a:pt x="121" y="107"/>
                    </a:lnTo>
                    <a:lnTo>
                      <a:pt x="121" y="109"/>
                    </a:lnTo>
                    <a:lnTo>
                      <a:pt x="121" y="109"/>
                    </a:lnTo>
                    <a:lnTo>
                      <a:pt x="121" y="112"/>
                    </a:lnTo>
                    <a:lnTo>
                      <a:pt x="121" y="112"/>
                    </a:lnTo>
                    <a:lnTo>
                      <a:pt x="121" y="114"/>
                    </a:lnTo>
                    <a:lnTo>
                      <a:pt x="121" y="114"/>
                    </a:lnTo>
                    <a:lnTo>
                      <a:pt x="123" y="114"/>
                    </a:lnTo>
                    <a:lnTo>
                      <a:pt x="123" y="114"/>
                    </a:lnTo>
                    <a:lnTo>
                      <a:pt x="123" y="114"/>
                    </a:lnTo>
                    <a:lnTo>
                      <a:pt x="123" y="114"/>
                    </a:lnTo>
                    <a:lnTo>
                      <a:pt x="123" y="117"/>
                    </a:lnTo>
                    <a:lnTo>
                      <a:pt x="123" y="117"/>
                    </a:lnTo>
                    <a:lnTo>
                      <a:pt x="123" y="117"/>
                    </a:lnTo>
                    <a:lnTo>
                      <a:pt x="123" y="117"/>
                    </a:lnTo>
                    <a:lnTo>
                      <a:pt x="121" y="117"/>
                    </a:lnTo>
                    <a:lnTo>
                      <a:pt x="121" y="117"/>
                    </a:lnTo>
                    <a:lnTo>
                      <a:pt x="121" y="119"/>
                    </a:lnTo>
                    <a:lnTo>
                      <a:pt x="119" y="119"/>
                    </a:lnTo>
                    <a:lnTo>
                      <a:pt x="119" y="119"/>
                    </a:lnTo>
                    <a:lnTo>
                      <a:pt x="119" y="119"/>
                    </a:lnTo>
                    <a:lnTo>
                      <a:pt x="119" y="119"/>
                    </a:lnTo>
                    <a:lnTo>
                      <a:pt x="119" y="121"/>
                    </a:lnTo>
                    <a:lnTo>
                      <a:pt x="119" y="121"/>
                    </a:lnTo>
                    <a:lnTo>
                      <a:pt x="116" y="121"/>
                    </a:lnTo>
                    <a:lnTo>
                      <a:pt x="116" y="124"/>
                    </a:lnTo>
                    <a:lnTo>
                      <a:pt x="116" y="124"/>
                    </a:lnTo>
                    <a:lnTo>
                      <a:pt x="114" y="124"/>
                    </a:lnTo>
                    <a:lnTo>
                      <a:pt x="114" y="124"/>
                    </a:lnTo>
                    <a:lnTo>
                      <a:pt x="114" y="124"/>
                    </a:lnTo>
                    <a:lnTo>
                      <a:pt x="114" y="124"/>
                    </a:lnTo>
                    <a:lnTo>
                      <a:pt x="114" y="126"/>
                    </a:lnTo>
                    <a:lnTo>
                      <a:pt x="114" y="126"/>
                    </a:lnTo>
                    <a:lnTo>
                      <a:pt x="114" y="128"/>
                    </a:lnTo>
                    <a:lnTo>
                      <a:pt x="114" y="128"/>
                    </a:lnTo>
                    <a:lnTo>
                      <a:pt x="116" y="128"/>
                    </a:lnTo>
                    <a:lnTo>
                      <a:pt x="116" y="128"/>
                    </a:lnTo>
                    <a:lnTo>
                      <a:pt x="116" y="131"/>
                    </a:lnTo>
                    <a:lnTo>
                      <a:pt x="116" y="131"/>
                    </a:lnTo>
                    <a:lnTo>
                      <a:pt x="114" y="131"/>
                    </a:lnTo>
                    <a:lnTo>
                      <a:pt x="114" y="133"/>
                    </a:lnTo>
                    <a:lnTo>
                      <a:pt x="114" y="133"/>
                    </a:lnTo>
                    <a:lnTo>
                      <a:pt x="114" y="133"/>
                    </a:lnTo>
                    <a:lnTo>
                      <a:pt x="114" y="133"/>
                    </a:lnTo>
                    <a:lnTo>
                      <a:pt x="112" y="133"/>
                    </a:lnTo>
                    <a:lnTo>
                      <a:pt x="112" y="133"/>
                    </a:lnTo>
                    <a:lnTo>
                      <a:pt x="112" y="136"/>
                    </a:lnTo>
                    <a:lnTo>
                      <a:pt x="112" y="136"/>
                    </a:lnTo>
                    <a:lnTo>
                      <a:pt x="112" y="138"/>
                    </a:lnTo>
                    <a:lnTo>
                      <a:pt x="112" y="138"/>
                    </a:lnTo>
                    <a:lnTo>
                      <a:pt x="112" y="138"/>
                    </a:lnTo>
                    <a:lnTo>
                      <a:pt x="112" y="140"/>
                    </a:lnTo>
                    <a:lnTo>
                      <a:pt x="112" y="140"/>
                    </a:lnTo>
                    <a:lnTo>
                      <a:pt x="112" y="140"/>
                    </a:lnTo>
                    <a:lnTo>
                      <a:pt x="112" y="143"/>
                    </a:lnTo>
                    <a:lnTo>
                      <a:pt x="109" y="143"/>
                    </a:lnTo>
                    <a:lnTo>
                      <a:pt x="109" y="143"/>
                    </a:lnTo>
                    <a:lnTo>
                      <a:pt x="109" y="143"/>
                    </a:lnTo>
                    <a:lnTo>
                      <a:pt x="109" y="143"/>
                    </a:lnTo>
                    <a:lnTo>
                      <a:pt x="109" y="143"/>
                    </a:lnTo>
                    <a:lnTo>
                      <a:pt x="107" y="143"/>
                    </a:lnTo>
                    <a:lnTo>
                      <a:pt x="107" y="143"/>
                    </a:lnTo>
                    <a:lnTo>
                      <a:pt x="107" y="143"/>
                    </a:lnTo>
                    <a:lnTo>
                      <a:pt x="107" y="143"/>
                    </a:lnTo>
                    <a:lnTo>
                      <a:pt x="104" y="143"/>
                    </a:lnTo>
                    <a:lnTo>
                      <a:pt x="104" y="143"/>
                    </a:lnTo>
                    <a:lnTo>
                      <a:pt x="104" y="143"/>
                    </a:lnTo>
                    <a:lnTo>
                      <a:pt x="104" y="143"/>
                    </a:lnTo>
                    <a:lnTo>
                      <a:pt x="102" y="143"/>
                    </a:lnTo>
                    <a:lnTo>
                      <a:pt x="102" y="143"/>
                    </a:lnTo>
                    <a:lnTo>
                      <a:pt x="102" y="143"/>
                    </a:lnTo>
                    <a:lnTo>
                      <a:pt x="100" y="143"/>
                    </a:lnTo>
                    <a:lnTo>
                      <a:pt x="100" y="143"/>
                    </a:lnTo>
                    <a:lnTo>
                      <a:pt x="100" y="143"/>
                    </a:lnTo>
                    <a:lnTo>
                      <a:pt x="100" y="143"/>
                    </a:lnTo>
                    <a:lnTo>
                      <a:pt x="97" y="143"/>
                    </a:lnTo>
                    <a:lnTo>
                      <a:pt x="97" y="143"/>
                    </a:lnTo>
                    <a:lnTo>
                      <a:pt x="97" y="143"/>
                    </a:lnTo>
                    <a:lnTo>
                      <a:pt x="97" y="143"/>
                    </a:lnTo>
                    <a:lnTo>
                      <a:pt x="95" y="143"/>
                    </a:lnTo>
                    <a:lnTo>
                      <a:pt x="95" y="143"/>
                    </a:lnTo>
                    <a:lnTo>
                      <a:pt x="95" y="145"/>
                    </a:lnTo>
                    <a:lnTo>
                      <a:pt x="93" y="145"/>
                    </a:lnTo>
                    <a:lnTo>
                      <a:pt x="93" y="145"/>
                    </a:lnTo>
                    <a:lnTo>
                      <a:pt x="93" y="147"/>
                    </a:lnTo>
                    <a:lnTo>
                      <a:pt x="93" y="147"/>
                    </a:lnTo>
                    <a:lnTo>
                      <a:pt x="93" y="147"/>
                    </a:lnTo>
                    <a:lnTo>
                      <a:pt x="93" y="147"/>
                    </a:lnTo>
                    <a:lnTo>
                      <a:pt x="90" y="147"/>
                    </a:lnTo>
                    <a:lnTo>
                      <a:pt x="90" y="147"/>
                    </a:lnTo>
                    <a:lnTo>
                      <a:pt x="90" y="150"/>
                    </a:lnTo>
                    <a:lnTo>
                      <a:pt x="90" y="150"/>
                    </a:lnTo>
                    <a:lnTo>
                      <a:pt x="90" y="147"/>
                    </a:lnTo>
                    <a:lnTo>
                      <a:pt x="88" y="147"/>
                    </a:lnTo>
                    <a:lnTo>
                      <a:pt x="88" y="147"/>
                    </a:lnTo>
                    <a:lnTo>
                      <a:pt x="88" y="147"/>
                    </a:lnTo>
                    <a:lnTo>
                      <a:pt x="88" y="145"/>
                    </a:lnTo>
                    <a:lnTo>
                      <a:pt x="86" y="145"/>
                    </a:lnTo>
                    <a:lnTo>
                      <a:pt x="86" y="147"/>
                    </a:lnTo>
                    <a:lnTo>
                      <a:pt x="86" y="147"/>
                    </a:lnTo>
                    <a:lnTo>
                      <a:pt x="86" y="147"/>
                    </a:lnTo>
                    <a:lnTo>
                      <a:pt x="83" y="147"/>
                    </a:lnTo>
                    <a:lnTo>
                      <a:pt x="83" y="145"/>
                    </a:lnTo>
                    <a:lnTo>
                      <a:pt x="83" y="145"/>
                    </a:lnTo>
                    <a:lnTo>
                      <a:pt x="83" y="145"/>
                    </a:lnTo>
                    <a:lnTo>
                      <a:pt x="81" y="145"/>
                    </a:lnTo>
                    <a:lnTo>
                      <a:pt x="81" y="145"/>
                    </a:lnTo>
                    <a:lnTo>
                      <a:pt x="81" y="145"/>
                    </a:lnTo>
                    <a:lnTo>
                      <a:pt x="78" y="145"/>
                    </a:lnTo>
                    <a:lnTo>
                      <a:pt x="78" y="145"/>
                    </a:lnTo>
                    <a:lnTo>
                      <a:pt x="78" y="143"/>
                    </a:lnTo>
                    <a:lnTo>
                      <a:pt x="78" y="143"/>
                    </a:lnTo>
                    <a:lnTo>
                      <a:pt x="76" y="143"/>
                    </a:lnTo>
                    <a:lnTo>
                      <a:pt x="76" y="143"/>
                    </a:lnTo>
                    <a:lnTo>
                      <a:pt x="74" y="143"/>
                    </a:lnTo>
                    <a:lnTo>
                      <a:pt x="74" y="143"/>
                    </a:lnTo>
                    <a:lnTo>
                      <a:pt x="76" y="143"/>
                    </a:lnTo>
                    <a:lnTo>
                      <a:pt x="76" y="143"/>
                    </a:lnTo>
                    <a:lnTo>
                      <a:pt x="76" y="143"/>
                    </a:lnTo>
                    <a:lnTo>
                      <a:pt x="76" y="140"/>
                    </a:lnTo>
                    <a:lnTo>
                      <a:pt x="76" y="140"/>
                    </a:lnTo>
                    <a:lnTo>
                      <a:pt x="76" y="140"/>
                    </a:lnTo>
                    <a:lnTo>
                      <a:pt x="74" y="140"/>
                    </a:lnTo>
                    <a:lnTo>
                      <a:pt x="74" y="140"/>
                    </a:lnTo>
                    <a:lnTo>
                      <a:pt x="74" y="140"/>
                    </a:lnTo>
                    <a:lnTo>
                      <a:pt x="74" y="140"/>
                    </a:lnTo>
                    <a:lnTo>
                      <a:pt x="71" y="140"/>
                    </a:lnTo>
                    <a:lnTo>
                      <a:pt x="71" y="140"/>
                    </a:lnTo>
                    <a:lnTo>
                      <a:pt x="71" y="140"/>
                    </a:lnTo>
                    <a:lnTo>
                      <a:pt x="69" y="140"/>
                    </a:lnTo>
                    <a:lnTo>
                      <a:pt x="69" y="140"/>
                    </a:lnTo>
                    <a:lnTo>
                      <a:pt x="69" y="140"/>
                    </a:lnTo>
                    <a:lnTo>
                      <a:pt x="67" y="140"/>
                    </a:lnTo>
                    <a:lnTo>
                      <a:pt x="67" y="140"/>
                    </a:lnTo>
                    <a:lnTo>
                      <a:pt x="67" y="140"/>
                    </a:lnTo>
                    <a:lnTo>
                      <a:pt x="64" y="140"/>
                    </a:lnTo>
                    <a:lnTo>
                      <a:pt x="64" y="140"/>
                    </a:lnTo>
                    <a:lnTo>
                      <a:pt x="64" y="140"/>
                    </a:lnTo>
                    <a:lnTo>
                      <a:pt x="64" y="140"/>
                    </a:lnTo>
                    <a:lnTo>
                      <a:pt x="64" y="143"/>
                    </a:lnTo>
                    <a:lnTo>
                      <a:pt x="62" y="143"/>
                    </a:lnTo>
                    <a:lnTo>
                      <a:pt x="62" y="143"/>
                    </a:lnTo>
                    <a:lnTo>
                      <a:pt x="59" y="143"/>
                    </a:lnTo>
                    <a:lnTo>
                      <a:pt x="59" y="143"/>
                    </a:lnTo>
                    <a:lnTo>
                      <a:pt x="59" y="143"/>
                    </a:lnTo>
                    <a:lnTo>
                      <a:pt x="59" y="143"/>
                    </a:lnTo>
                    <a:lnTo>
                      <a:pt x="59" y="143"/>
                    </a:lnTo>
                    <a:lnTo>
                      <a:pt x="59" y="145"/>
                    </a:lnTo>
                    <a:lnTo>
                      <a:pt x="59" y="145"/>
                    </a:lnTo>
                    <a:lnTo>
                      <a:pt x="57" y="145"/>
                    </a:lnTo>
                    <a:lnTo>
                      <a:pt x="57" y="147"/>
                    </a:lnTo>
                    <a:lnTo>
                      <a:pt x="57" y="147"/>
                    </a:lnTo>
                    <a:lnTo>
                      <a:pt x="57" y="150"/>
                    </a:lnTo>
                    <a:lnTo>
                      <a:pt x="57" y="150"/>
                    </a:lnTo>
                    <a:lnTo>
                      <a:pt x="57" y="150"/>
                    </a:lnTo>
                    <a:lnTo>
                      <a:pt x="57" y="152"/>
                    </a:lnTo>
                    <a:lnTo>
                      <a:pt x="57" y="152"/>
                    </a:lnTo>
                    <a:lnTo>
                      <a:pt x="55" y="152"/>
                    </a:lnTo>
                    <a:lnTo>
                      <a:pt x="55" y="152"/>
                    </a:lnTo>
                    <a:lnTo>
                      <a:pt x="52" y="152"/>
                    </a:lnTo>
                    <a:lnTo>
                      <a:pt x="52" y="152"/>
                    </a:lnTo>
                    <a:lnTo>
                      <a:pt x="52" y="152"/>
                    </a:lnTo>
                    <a:lnTo>
                      <a:pt x="52" y="152"/>
                    </a:lnTo>
                    <a:lnTo>
                      <a:pt x="52" y="154"/>
                    </a:lnTo>
                    <a:lnTo>
                      <a:pt x="52" y="154"/>
                    </a:lnTo>
                    <a:lnTo>
                      <a:pt x="50" y="154"/>
                    </a:lnTo>
                    <a:lnTo>
                      <a:pt x="50" y="154"/>
                    </a:lnTo>
                    <a:lnTo>
                      <a:pt x="50" y="154"/>
                    </a:lnTo>
                    <a:lnTo>
                      <a:pt x="48" y="154"/>
                    </a:lnTo>
                    <a:lnTo>
                      <a:pt x="48" y="154"/>
                    </a:lnTo>
                    <a:lnTo>
                      <a:pt x="48" y="154"/>
                    </a:lnTo>
                    <a:lnTo>
                      <a:pt x="45" y="154"/>
                    </a:lnTo>
                    <a:lnTo>
                      <a:pt x="45" y="154"/>
                    </a:lnTo>
                    <a:lnTo>
                      <a:pt x="45" y="154"/>
                    </a:lnTo>
                    <a:lnTo>
                      <a:pt x="45" y="154"/>
                    </a:lnTo>
                    <a:lnTo>
                      <a:pt x="43" y="154"/>
                    </a:lnTo>
                    <a:lnTo>
                      <a:pt x="43" y="154"/>
                    </a:lnTo>
                    <a:lnTo>
                      <a:pt x="43" y="154"/>
                    </a:lnTo>
                    <a:lnTo>
                      <a:pt x="43" y="154"/>
                    </a:lnTo>
                    <a:lnTo>
                      <a:pt x="41" y="154"/>
                    </a:lnTo>
                    <a:lnTo>
                      <a:pt x="41" y="154"/>
                    </a:lnTo>
                    <a:lnTo>
                      <a:pt x="41" y="154"/>
                    </a:lnTo>
                    <a:lnTo>
                      <a:pt x="41" y="154"/>
                    </a:lnTo>
                    <a:lnTo>
                      <a:pt x="38" y="154"/>
                    </a:lnTo>
                    <a:lnTo>
                      <a:pt x="38" y="152"/>
                    </a:lnTo>
                    <a:lnTo>
                      <a:pt x="38" y="152"/>
                    </a:lnTo>
                    <a:lnTo>
                      <a:pt x="38" y="152"/>
                    </a:lnTo>
                    <a:lnTo>
                      <a:pt x="36" y="152"/>
                    </a:lnTo>
                    <a:lnTo>
                      <a:pt x="36" y="154"/>
                    </a:lnTo>
                    <a:lnTo>
                      <a:pt x="36" y="154"/>
                    </a:lnTo>
                    <a:lnTo>
                      <a:pt x="33" y="154"/>
                    </a:lnTo>
                    <a:lnTo>
                      <a:pt x="33" y="154"/>
                    </a:lnTo>
                    <a:lnTo>
                      <a:pt x="33" y="154"/>
                    </a:lnTo>
                    <a:lnTo>
                      <a:pt x="31" y="154"/>
                    </a:lnTo>
                    <a:lnTo>
                      <a:pt x="31" y="154"/>
                    </a:lnTo>
                    <a:lnTo>
                      <a:pt x="31" y="154"/>
                    </a:lnTo>
                    <a:lnTo>
                      <a:pt x="31" y="154"/>
                    </a:lnTo>
                    <a:lnTo>
                      <a:pt x="31" y="154"/>
                    </a:lnTo>
                    <a:lnTo>
                      <a:pt x="29" y="154"/>
                    </a:lnTo>
                    <a:lnTo>
                      <a:pt x="29" y="154"/>
                    </a:lnTo>
                    <a:lnTo>
                      <a:pt x="29" y="157"/>
                    </a:lnTo>
                    <a:lnTo>
                      <a:pt x="26" y="157"/>
                    </a:lnTo>
                    <a:lnTo>
                      <a:pt x="26" y="157"/>
                    </a:lnTo>
                    <a:lnTo>
                      <a:pt x="26" y="157"/>
                    </a:lnTo>
                    <a:lnTo>
                      <a:pt x="26" y="157"/>
                    </a:lnTo>
                    <a:lnTo>
                      <a:pt x="24" y="157"/>
                    </a:lnTo>
                    <a:lnTo>
                      <a:pt x="24" y="157"/>
                    </a:lnTo>
                    <a:lnTo>
                      <a:pt x="24" y="157"/>
                    </a:lnTo>
                    <a:lnTo>
                      <a:pt x="22" y="157"/>
                    </a:lnTo>
                    <a:lnTo>
                      <a:pt x="22" y="157"/>
                    </a:lnTo>
                    <a:lnTo>
                      <a:pt x="22" y="157"/>
                    </a:lnTo>
                    <a:lnTo>
                      <a:pt x="19" y="157"/>
                    </a:lnTo>
                    <a:lnTo>
                      <a:pt x="19" y="154"/>
                    </a:lnTo>
                    <a:lnTo>
                      <a:pt x="19" y="154"/>
                    </a:lnTo>
                    <a:lnTo>
                      <a:pt x="19" y="154"/>
                    </a:lnTo>
                    <a:lnTo>
                      <a:pt x="19" y="154"/>
                    </a:lnTo>
                    <a:lnTo>
                      <a:pt x="17" y="154"/>
                    </a:lnTo>
                    <a:lnTo>
                      <a:pt x="17" y="154"/>
                    </a:lnTo>
                    <a:lnTo>
                      <a:pt x="17" y="154"/>
                    </a:lnTo>
                    <a:lnTo>
                      <a:pt x="17" y="152"/>
                    </a:lnTo>
                    <a:lnTo>
                      <a:pt x="17" y="152"/>
                    </a:lnTo>
                    <a:lnTo>
                      <a:pt x="17" y="152"/>
                    </a:lnTo>
                    <a:lnTo>
                      <a:pt x="17" y="150"/>
                    </a:lnTo>
                    <a:lnTo>
                      <a:pt x="15" y="150"/>
                    </a:lnTo>
                    <a:lnTo>
                      <a:pt x="15" y="150"/>
                    </a:lnTo>
                    <a:lnTo>
                      <a:pt x="15" y="150"/>
                    </a:lnTo>
                    <a:lnTo>
                      <a:pt x="12" y="150"/>
                    </a:lnTo>
                    <a:lnTo>
                      <a:pt x="12" y="147"/>
                    </a:lnTo>
                    <a:lnTo>
                      <a:pt x="12" y="147"/>
                    </a:lnTo>
                    <a:lnTo>
                      <a:pt x="12" y="147"/>
                    </a:lnTo>
                    <a:lnTo>
                      <a:pt x="12" y="147"/>
                    </a:lnTo>
                    <a:lnTo>
                      <a:pt x="10" y="147"/>
                    </a:lnTo>
                    <a:lnTo>
                      <a:pt x="10" y="145"/>
                    </a:lnTo>
                    <a:lnTo>
                      <a:pt x="10" y="145"/>
                    </a:lnTo>
                    <a:lnTo>
                      <a:pt x="10" y="143"/>
                    </a:lnTo>
                    <a:lnTo>
                      <a:pt x="10" y="143"/>
                    </a:lnTo>
                    <a:lnTo>
                      <a:pt x="7" y="143"/>
                    </a:lnTo>
                    <a:lnTo>
                      <a:pt x="7" y="143"/>
                    </a:lnTo>
                    <a:lnTo>
                      <a:pt x="7" y="143"/>
                    </a:lnTo>
                    <a:lnTo>
                      <a:pt x="7" y="143"/>
                    </a:lnTo>
                    <a:lnTo>
                      <a:pt x="7" y="143"/>
                    </a:lnTo>
                    <a:lnTo>
                      <a:pt x="5" y="143"/>
                    </a:lnTo>
                    <a:lnTo>
                      <a:pt x="5" y="140"/>
                    </a:lnTo>
                    <a:lnTo>
                      <a:pt x="5" y="140"/>
                    </a:lnTo>
                    <a:lnTo>
                      <a:pt x="5" y="140"/>
                    </a:lnTo>
                    <a:lnTo>
                      <a:pt x="5" y="140"/>
                    </a:lnTo>
                    <a:lnTo>
                      <a:pt x="5" y="138"/>
                    </a:lnTo>
                    <a:lnTo>
                      <a:pt x="5" y="138"/>
                    </a:lnTo>
                    <a:lnTo>
                      <a:pt x="5" y="136"/>
                    </a:lnTo>
                    <a:lnTo>
                      <a:pt x="5" y="136"/>
                    </a:lnTo>
                    <a:lnTo>
                      <a:pt x="5" y="133"/>
                    </a:lnTo>
                    <a:lnTo>
                      <a:pt x="3" y="133"/>
                    </a:lnTo>
                    <a:lnTo>
                      <a:pt x="3" y="133"/>
                    </a:lnTo>
                    <a:lnTo>
                      <a:pt x="3" y="133"/>
                    </a:lnTo>
                    <a:lnTo>
                      <a:pt x="3" y="133"/>
                    </a:lnTo>
                    <a:lnTo>
                      <a:pt x="0" y="133"/>
                    </a:lnTo>
                    <a:lnTo>
                      <a:pt x="0" y="131"/>
                    </a:lnTo>
                    <a:lnTo>
                      <a:pt x="3" y="131"/>
                    </a:lnTo>
                    <a:lnTo>
                      <a:pt x="3" y="131"/>
                    </a:lnTo>
                    <a:lnTo>
                      <a:pt x="3" y="128"/>
                    </a:lnTo>
                    <a:lnTo>
                      <a:pt x="3" y="128"/>
                    </a:lnTo>
                    <a:lnTo>
                      <a:pt x="3" y="128"/>
                    </a:lnTo>
                    <a:lnTo>
                      <a:pt x="5" y="128"/>
                    </a:lnTo>
                    <a:lnTo>
                      <a:pt x="5" y="126"/>
                    </a:lnTo>
                    <a:lnTo>
                      <a:pt x="5" y="126"/>
                    </a:lnTo>
                    <a:lnTo>
                      <a:pt x="5" y="128"/>
                    </a:lnTo>
                    <a:lnTo>
                      <a:pt x="5" y="128"/>
                    </a:lnTo>
                    <a:lnTo>
                      <a:pt x="5" y="128"/>
                    </a:lnTo>
                    <a:lnTo>
                      <a:pt x="5" y="131"/>
                    </a:lnTo>
                    <a:lnTo>
                      <a:pt x="7" y="131"/>
                    </a:lnTo>
                    <a:lnTo>
                      <a:pt x="7" y="131"/>
                    </a:lnTo>
                    <a:lnTo>
                      <a:pt x="7" y="133"/>
                    </a:lnTo>
                    <a:lnTo>
                      <a:pt x="5" y="133"/>
                    </a:lnTo>
                    <a:lnTo>
                      <a:pt x="5" y="133"/>
                    </a:lnTo>
                    <a:lnTo>
                      <a:pt x="7" y="133"/>
                    </a:lnTo>
                    <a:lnTo>
                      <a:pt x="7" y="133"/>
                    </a:lnTo>
                    <a:lnTo>
                      <a:pt x="7" y="133"/>
                    </a:lnTo>
                    <a:lnTo>
                      <a:pt x="7" y="133"/>
                    </a:lnTo>
                    <a:lnTo>
                      <a:pt x="10" y="133"/>
                    </a:lnTo>
                    <a:lnTo>
                      <a:pt x="10" y="136"/>
                    </a:lnTo>
                    <a:lnTo>
                      <a:pt x="10" y="136"/>
                    </a:lnTo>
                    <a:lnTo>
                      <a:pt x="10" y="136"/>
                    </a:lnTo>
                    <a:lnTo>
                      <a:pt x="12" y="136"/>
                    </a:lnTo>
                    <a:lnTo>
                      <a:pt x="12" y="136"/>
                    </a:lnTo>
                    <a:lnTo>
                      <a:pt x="12" y="136"/>
                    </a:lnTo>
                    <a:lnTo>
                      <a:pt x="12" y="136"/>
                    </a:lnTo>
                    <a:lnTo>
                      <a:pt x="15" y="136"/>
                    </a:lnTo>
                    <a:lnTo>
                      <a:pt x="15" y="136"/>
                    </a:lnTo>
                    <a:lnTo>
                      <a:pt x="15" y="136"/>
                    </a:lnTo>
                    <a:lnTo>
                      <a:pt x="17" y="136"/>
                    </a:lnTo>
                    <a:lnTo>
                      <a:pt x="17" y="136"/>
                    </a:lnTo>
                    <a:lnTo>
                      <a:pt x="17" y="136"/>
                    </a:lnTo>
                    <a:lnTo>
                      <a:pt x="17" y="136"/>
                    </a:lnTo>
                    <a:lnTo>
                      <a:pt x="17" y="133"/>
                    </a:lnTo>
                    <a:lnTo>
                      <a:pt x="17" y="133"/>
                    </a:lnTo>
                    <a:lnTo>
                      <a:pt x="19" y="133"/>
                    </a:lnTo>
                    <a:lnTo>
                      <a:pt x="19" y="133"/>
                    </a:lnTo>
                    <a:lnTo>
                      <a:pt x="19" y="133"/>
                    </a:lnTo>
                    <a:lnTo>
                      <a:pt x="19" y="136"/>
                    </a:lnTo>
                    <a:lnTo>
                      <a:pt x="19" y="136"/>
                    </a:lnTo>
                    <a:lnTo>
                      <a:pt x="19" y="136"/>
                    </a:lnTo>
                    <a:lnTo>
                      <a:pt x="19" y="136"/>
                    </a:lnTo>
                    <a:lnTo>
                      <a:pt x="22" y="136"/>
                    </a:lnTo>
                    <a:lnTo>
                      <a:pt x="22" y="136"/>
                    </a:lnTo>
                    <a:lnTo>
                      <a:pt x="24" y="136"/>
                    </a:lnTo>
                    <a:lnTo>
                      <a:pt x="24" y="136"/>
                    </a:lnTo>
                    <a:lnTo>
                      <a:pt x="24" y="138"/>
                    </a:lnTo>
                    <a:lnTo>
                      <a:pt x="24" y="138"/>
                    </a:lnTo>
                    <a:lnTo>
                      <a:pt x="24" y="138"/>
                    </a:lnTo>
                    <a:lnTo>
                      <a:pt x="24" y="138"/>
                    </a:lnTo>
                    <a:lnTo>
                      <a:pt x="24" y="140"/>
                    </a:lnTo>
                    <a:lnTo>
                      <a:pt x="26" y="140"/>
                    </a:lnTo>
                    <a:lnTo>
                      <a:pt x="26" y="140"/>
                    </a:lnTo>
                    <a:lnTo>
                      <a:pt x="26" y="140"/>
                    </a:lnTo>
                    <a:lnTo>
                      <a:pt x="29" y="140"/>
                    </a:lnTo>
                    <a:lnTo>
                      <a:pt x="29" y="140"/>
                    </a:lnTo>
                    <a:lnTo>
                      <a:pt x="31" y="140"/>
                    </a:lnTo>
                    <a:lnTo>
                      <a:pt x="31" y="140"/>
                    </a:lnTo>
                    <a:lnTo>
                      <a:pt x="31" y="140"/>
                    </a:lnTo>
                    <a:lnTo>
                      <a:pt x="31" y="140"/>
                    </a:lnTo>
                    <a:lnTo>
                      <a:pt x="31" y="140"/>
                    </a:lnTo>
                    <a:lnTo>
                      <a:pt x="33" y="140"/>
                    </a:lnTo>
                    <a:lnTo>
                      <a:pt x="33" y="138"/>
                    </a:lnTo>
                    <a:lnTo>
                      <a:pt x="33" y="138"/>
                    </a:lnTo>
                    <a:lnTo>
                      <a:pt x="33" y="138"/>
                    </a:lnTo>
                    <a:lnTo>
                      <a:pt x="33" y="136"/>
                    </a:lnTo>
                    <a:lnTo>
                      <a:pt x="33" y="136"/>
                    </a:lnTo>
                    <a:lnTo>
                      <a:pt x="33" y="136"/>
                    </a:lnTo>
                    <a:lnTo>
                      <a:pt x="33" y="133"/>
                    </a:lnTo>
                    <a:lnTo>
                      <a:pt x="33" y="133"/>
                    </a:lnTo>
                    <a:lnTo>
                      <a:pt x="33" y="133"/>
                    </a:lnTo>
                    <a:lnTo>
                      <a:pt x="36" y="133"/>
                    </a:lnTo>
                    <a:lnTo>
                      <a:pt x="36" y="131"/>
                    </a:lnTo>
                    <a:lnTo>
                      <a:pt x="36" y="131"/>
                    </a:lnTo>
                    <a:lnTo>
                      <a:pt x="36" y="131"/>
                    </a:lnTo>
                    <a:lnTo>
                      <a:pt x="36" y="128"/>
                    </a:lnTo>
                    <a:lnTo>
                      <a:pt x="36" y="128"/>
                    </a:lnTo>
                    <a:lnTo>
                      <a:pt x="36" y="126"/>
                    </a:lnTo>
                    <a:lnTo>
                      <a:pt x="36" y="126"/>
                    </a:lnTo>
                    <a:lnTo>
                      <a:pt x="36" y="126"/>
                    </a:lnTo>
                    <a:lnTo>
                      <a:pt x="36" y="124"/>
                    </a:lnTo>
                    <a:lnTo>
                      <a:pt x="36" y="124"/>
                    </a:lnTo>
                    <a:lnTo>
                      <a:pt x="36" y="124"/>
                    </a:lnTo>
                    <a:lnTo>
                      <a:pt x="36" y="124"/>
                    </a:lnTo>
                    <a:lnTo>
                      <a:pt x="36" y="121"/>
                    </a:lnTo>
                    <a:lnTo>
                      <a:pt x="36" y="121"/>
                    </a:lnTo>
                    <a:lnTo>
                      <a:pt x="36" y="119"/>
                    </a:lnTo>
                    <a:lnTo>
                      <a:pt x="36" y="119"/>
                    </a:lnTo>
                    <a:lnTo>
                      <a:pt x="38" y="119"/>
                    </a:lnTo>
                    <a:lnTo>
                      <a:pt x="38" y="117"/>
                    </a:lnTo>
                    <a:lnTo>
                      <a:pt x="38" y="117"/>
                    </a:lnTo>
                    <a:lnTo>
                      <a:pt x="38" y="117"/>
                    </a:lnTo>
                    <a:lnTo>
                      <a:pt x="38" y="117"/>
                    </a:lnTo>
                    <a:lnTo>
                      <a:pt x="38" y="114"/>
                    </a:lnTo>
                    <a:lnTo>
                      <a:pt x="38" y="114"/>
                    </a:lnTo>
                    <a:lnTo>
                      <a:pt x="38" y="114"/>
                    </a:lnTo>
                    <a:lnTo>
                      <a:pt x="38" y="114"/>
                    </a:lnTo>
                    <a:lnTo>
                      <a:pt x="38" y="112"/>
                    </a:lnTo>
                    <a:lnTo>
                      <a:pt x="38" y="112"/>
                    </a:lnTo>
                    <a:lnTo>
                      <a:pt x="38" y="109"/>
                    </a:lnTo>
                    <a:lnTo>
                      <a:pt x="38" y="109"/>
                    </a:lnTo>
                    <a:lnTo>
                      <a:pt x="38" y="109"/>
                    </a:lnTo>
                    <a:lnTo>
                      <a:pt x="41" y="109"/>
                    </a:lnTo>
                    <a:lnTo>
                      <a:pt x="41" y="109"/>
                    </a:lnTo>
                    <a:lnTo>
                      <a:pt x="41" y="109"/>
                    </a:lnTo>
                    <a:lnTo>
                      <a:pt x="43" y="109"/>
                    </a:lnTo>
                    <a:lnTo>
                      <a:pt x="43" y="109"/>
                    </a:lnTo>
                    <a:lnTo>
                      <a:pt x="43" y="109"/>
                    </a:lnTo>
                    <a:lnTo>
                      <a:pt x="45" y="109"/>
                    </a:lnTo>
                    <a:lnTo>
                      <a:pt x="45" y="109"/>
                    </a:lnTo>
                    <a:lnTo>
                      <a:pt x="45" y="109"/>
                    </a:lnTo>
                    <a:lnTo>
                      <a:pt x="45" y="107"/>
                    </a:lnTo>
                    <a:lnTo>
                      <a:pt x="45" y="107"/>
                    </a:lnTo>
                    <a:lnTo>
                      <a:pt x="45" y="107"/>
                    </a:lnTo>
                    <a:lnTo>
                      <a:pt x="48" y="107"/>
                    </a:lnTo>
                    <a:lnTo>
                      <a:pt x="48" y="107"/>
                    </a:lnTo>
                    <a:lnTo>
                      <a:pt x="50" y="107"/>
                    </a:lnTo>
                    <a:lnTo>
                      <a:pt x="50" y="107"/>
                    </a:lnTo>
                    <a:lnTo>
                      <a:pt x="50" y="107"/>
                    </a:lnTo>
                    <a:lnTo>
                      <a:pt x="52" y="107"/>
                    </a:lnTo>
                    <a:lnTo>
                      <a:pt x="52" y="107"/>
                    </a:lnTo>
                    <a:lnTo>
                      <a:pt x="52" y="107"/>
                    </a:lnTo>
                    <a:lnTo>
                      <a:pt x="55" y="107"/>
                    </a:lnTo>
                    <a:lnTo>
                      <a:pt x="55" y="105"/>
                    </a:lnTo>
                    <a:lnTo>
                      <a:pt x="55" y="105"/>
                    </a:lnTo>
                    <a:lnTo>
                      <a:pt x="57" y="105"/>
                    </a:lnTo>
                    <a:lnTo>
                      <a:pt x="57" y="105"/>
                    </a:lnTo>
                    <a:lnTo>
                      <a:pt x="57" y="105"/>
                    </a:lnTo>
                    <a:lnTo>
                      <a:pt x="57" y="105"/>
                    </a:lnTo>
                    <a:lnTo>
                      <a:pt x="59" y="105"/>
                    </a:lnTo>
                    <a:lnTo>
                      <a:pt x="59" y="105"/>
                    </a:lnTo>
                    <a:lnTo>
                      <a:pt x="59" y="105"/>
                    </a:lnTo>
                    <a:lnTo>
                      <a:pt x="62" y="105"/>
                    </a:lnTo>
                    <a:lnTo>
                      <a:pt x="62" y="105"/>
                    </a:lnTo>
                    <a:lnTo>
                      <a:pt x="62" y="105"/>
                    </a:lnTo>
                    <a:lnTo>
                      <a:pt x="64" y="105"/>
                    </a:lnTo>
                    <a:lnTo>
                      <a:pt x="64" y="105"/>
                    </a:lnTo>
                    <a:lnTo>
                      <a:pt x="64" y="105"/>
                    </a:lnTo>
                    <a:lnTo>
                      <a:pt x="64" y="102"/>
                    </a:lnTo>
                    <a:lnTo>
                      <a:pt x="67" y="102"/>
                    </a:lnTo>
                    <a:lnTo>
                      <a:pt x="67" y="102"/>
                    </a:lnTo>
                    <a:lnTo>
                      <a:pt x="67" y="102"/>
                    </a:lnTo>
                    <a:lnTo>
                      <a:pt x="69" y="102"/>
                    </a:lnTo>
                    <a:lnTo>
                      <a:pt x="69" y="102"/>
                    </a:lnTo>
                    <a:lnTo>
                      <a:pt x="69" y="102"/>
                    </a:lnTo>
                    <a:lnTo>
                      <a:pt x="71" y="102"/>
                    </a:lnTo>
                    <a:lnTo>
                      <a:pt x="71" y="102"/>
                    </a:lnTo>
                    <a:lnTo>
                      <a:pt x="71" y="102"/>
                    </a:lnTo>
                    <a:lnTo>
                      <a:pt x="71" y="100"/>
                    </a:lnTo>
                    <a:lnTo>
                      <a:pt x="74" y="100"/>
                    </a:lnTo>
                    <a:lnTo>
                      <a:pt x="74" y="100"/>
                    </a:lnTo>
                    <a:lnTo>
                      <a:pt x="74" y="100"/>
                    </a:lnTo>
                    <a:lnTo>
                      <a:pt x="74" y="100"/>
                    </a:lnTo>
                    <a:lnTo>
                      <a:pt x="76" y="100"/>
                    </a:lnTo>
                    <a:lnTo>
                      <a:pt x="76" y="98"/>
                    </a:lnTo>
                    <a:lnTo>
                      <a:pt x="76" y="98"/>
                    </a:lnTo>
                    <a:lnTo>
                      <a:pt x="76" y="98"/>
                    </a:lnTo>
                    <a:lnTo>
                      <a:pt x="76" y="95"/>
                    </a:lnTo>
                    <a:lnTo>
                      <a:pt x="78" y="95"/>
                    </a:lnTo>
                    <a:lnTo>
                      <a:pt x="78" y="95"/>
                    </a:lnTo>
                    <a:lnTo>
                      <a:pt x="78" y="95"/>
                    </a:lnTo>
                    <a:lnTo>
                      <a:pt x="78" y="95"/>
                    </a:lnTo>
                    <a:lnTo>
                      <a:pt x="78" y="95"/>
                    </a:lnTo>
                    <a:lnTo>
                      <a:pt x="78" y="93"/>
                    </a:lnTo>
                    <a:lnTo>
                      <a:pt x="81" y="93"/>
                    </a:lnTo>
                    <a:lnTo>
                      <a:pt x="81" y="93"/>
                    </a:lnTo>
                    <a:lnTo>
                      <a:pt x="81" y="93"/>
                    </a:lnTo>
                    <a:lnTo>
                      <a:pt x="81" y="90"/>
                    </a:lnTo>
                    <a:lnTo>
                      <a:pt x="81" y="90"/>
                    </a:lnTo>
                    <a:lnTo>
                      <a:pt x="81" y="90"/>
                    </a:lnTo>
                    <a:lnTo>
                      <a:pt x="81" y="88"/>
                    </a:lnTo>
                    <a:lnTo>
                      <a:pt x="83" y="88"/>
                    </a:lnTo>
                    <a:lnTo>
                      <a:pt x="83" y="88"/>
                    </a:lnTo>
                    <a:lnTo>
                      <a:pt x="83" y="88"/>
                    </a:lnTo>
                    <a:lnTo>
                      <a:pt x="83" y="86"/>
                    </a:lnTo>
                    <a:lnTo>
                      <a:pt x="83" y="86"/>
                    </a:lnTo>
                    <a:lnTo>
                      <a:pt x="86" y="86"/>
                    </a:lnTo>
                    <a:lnTo>
                      <a:pt x="86" y="83"/>
                    </a:lnTo>
                    <a:lnTo>
                      <a:pt x="86" y="83"/>
                    </a:lnTo>
                    <a:lnTo>
                      <a:pt x="86" y="83"/>
                    </a:lnTo>
                    <a:lnTo>
                      <a:pt x="86" y="83"/>
                    </a:lnTo>
                    <a:lnTo>
                      <a:pt x="86" y="83"/>
                    </a:lnTo>
                    <a:lnTo>
                      <a:pt x="86" y="81"/>
                    </a:lnTo>
                    <a:lnTo>
                      <a:pt x="88" y="81"/>
                    </a:lnTo>
                    <a:lnTo>
                      <a:pt x="88" y="81"/>
                    </a:lnTo>
                    <a:lnTo>
                      <a:pt x="88" y="81"/>
                    </a:lnTo>
                    <a:lnTo>
                      <a:pt x="88" y="79"/>
                    </a:lnTo>
                    <a:lnTo>
                      <a:pt x="90" y="79"/>
                    </a:lnTo>
                    <a:lnTo>
                      <a:pt x="90" y="79"/>
                    </a:lnTo>
                    <a:lnTo>
                      <a:pt x="90" y="79"/>
                    </a:lnTo>
                    <a:lnTo>
                      <a:pt x="90" y="76"/>
                    </a:lnTo>
                    <a:lnTo>
                      <a:pt x="90" y="76"/>
                    </a:lnTo>
                    <a:lnTo>
                      <a:pt x="90" y="76"/>
                    </a:lnTo>
                    <a:lnTo>
                      <a:pt x="93" y="76"/>
                    </a:lnTo>
                    <a:lnTo>
                      <a:pt x="93" y="74"/>
                    </a:lnTo>
                    <a:lnTo>
                      <a:pt x="93" y="74"/>
                    </a:lnTo>
                    <a:lnTo>
                      <a:pt x="93" y="74"/>
                    </a:lnTo>
                    <a:lnTo>
                      <a:pt x="93" y="74"/>
                    </a:lnTo>
                    <a:lnTo>
                      <a:pt x="93" y="72"/>
                    </a:lnTo>
                    <a:lnTo>
                      <a:pt x="93" y="72"/>
                    </a:lnTo>
                    <a:lnTo>
                      <a:pt x="93" y="72"/>
                    </a:lnTo>
                    <a:lnTo>
                      <a:pt x="95" y="72"/>
                    </a:lnTo>
                    <a:lnTo>
                      <a:pt x="95" y="69"/>
                    </a:lnTo>
                    <a:lnTo>
                      <a:pt x="95" y="69"/>
                    </a:lnTo>
                    <a:lnTo>
                      <a:pt x="95" y="69"/>
                    </a:lnTo>
                    <a:lnTo>
                      <a:pt x="95" y="67"/>
                    </a:lnTo>
                    <a:lnTo>
                      <a:pt x="95" y="67"/>
                    </a:lnTo>
                    <a:lnTo>
                      <a:pt x="95" y="64"/>
                    </a:lnTo>
                    <a:lnTo>
                      <a:pt x="97" y="64"/>
                    </a:lnTo>
                    <a:lnTo>
                      <a:pt x="97" y="64"/>
                    </a:lnTo>
                    <a:lnTo>
                      <a:pt x="97" y="64"/>
                    </a:lnTo>
                    <a:lnTo>
                      <a:pt x="95" y="64"/>
                    </a:lnTo>
                    <a:lnTo>
                      <a:pt x="95" y="62"/>
                    </a:lnTo>
                    <a:lnTo>
                      <a:pt x="95" y="62"/>
                    </a:lnTo>
                    <a:lnTo>
                      <a:pt x="95" y="62"/>
                    </a:lnTo>
                    <a:lnTo>
                      <a:pt x="95" y="60"/>
                    </a:lnTo>
                    <a:lnTo>
                      <a:pt x="95" y="60"/>
                    </a:lnTo>
                    <a:lnTo>
                      <a:pt x="97" y="60"/>
                    </a:lnTo>
                    <a:lnTo>
                      <a:pt x="97" y="60"/>
                    </a:lnTo>
                    <a:lnTo>
                      <a:pt x="97" y="60"/>
                    </a:lnTo>
                    <a:lnTo>
                      <a:pt x="100" y="60"/>
                    </a:lnTo>
                    <a:lnTo>
                      <a:pt x="100" y="60"/>
                    </a:lnTo>
                    <a:lnTo>
                      <a:pt x="100" y="60"/>
                    </a:lnTo>
                    <a:lnTo>
                      <a:pt x="100" y="62"/>
                    </a:lnTo>
                    <a:lnTo>
                      <a:pt x="102" y="62"/>
                    </a:lnTo>
                    <a:lnTo>
                      <a:pt x="102" y="62"/>
                    </a:lnTo>
                    <a:lnTo>
                      <a:pt x="102" y="62"/>
                    </a:lnTo>
                    <a:lnTo>
                      <a:pt x="102" y="64"/>
                    </a:lnTo>
                    <a:lnTo>
                      <a:pt x="102" y="64"/>
                    </a:lnTo>
                    <a:lnTo>
                      <a:pt x="104" y="64"/>
                    </a:lnTo>
                    <a:lnTo>
                      <a:pt x="104" y="64"/>
                    </a:lnTo>
                    <a:lnTo>
                      <a:pt x="104" y="67"/>
                    </a:lnTo>
                    <a:lnTo>
                      <a:pt x="104" y="67"/>
                    </a:lnTo>
                    <a:lnTo>
                      <a:pt x="104" y="69"/>
                    </a:lnTo>
                    <a:lnTo>
                      <a:pt x="104" y="69"/>
                    </a:lnTo>
                    <a:lnTo>
                      <a:pt x="104" y="69"/>
                    </a:lnTo>
                    <a:lnTo>
                      <a:pt x="104" y="72"/>
                    </a:lnTo>
                    <a:lnTo>
                      <a:pt x="104" y="72"/>
                    </a:lnTo>
                    <a:lnTo>
                      <a:pt x="104" y="72"/>
                    </a:lnTo>
                    <a:lnTo>
                      <a:pt x="107" y="72"/>
                    </a:lnTo>
                    <a:lnTo>
                      <a:pt x="107" y="72"/>
                    </a:lnTo>
                    <a:lnTo>
                      <a:pt x="107" y="74"/>
                    </a:lnTo>
                    <a:lnTo>
                      <a:pt x="107" y="74"/>
                    </a:lnTo>
                    <a:lnTo>
                      <a:pt x="107" y="74"/>
                    </a:lnTo>
                    <a:lnTo>
                      <a:pt x="107" y="74"/>
                    </a:lnTo>
                    <a:lnTo>
                      <a:pt x="109" y="74"/>
                    </a:lnTo>
                    <a:lnTo>
                      <a:pt x="109" y="76"/>
                    </a:lnTo>
                    <a:lnTo>
                      <a:pt x="109" y="76"/>
                    </a:lnTo>
                    <a:lnTo>
                      <a:pt x="109" y="76"/>
                    </a:lnTo>
                    <a:lnTo>
                      <a:pt x="112" y="76"/>
                    </a:lnTo>
                    <a:lnTo>
                      <a:pt x="112" y="79"/>
                    </a:lnTo>
                    <a:lnTo>
                      <a:pt x="112" y="79"/>
                    </a:lnTo>
                    <a:lnTo>
                      <a:pt x="112" y="76"/>
                    </a:lnTo>
                    <a:lnTo>
                      <a:pt x="112" y="76"/>
                    </a:lnTo>
                    <a:lnTo>
                      <a:pt x="112" y="76"/>
                    </a:lnTo>
                    <a:lnTo>
                      <a:pt x="114" y="76"/>
                    </a:lnTo>
                    <a:lnTo>
                      <a:pt x="114" y="74"/>
                    </a:lnTo>
                    <a:lnTo>
                      <a:pt x="114" y="74"/>
                    </a:lnTo>
                    <a:lnTo>
                      <a:pt x="114" y="74"/>
                    </a:lnTo>
                    <a:lnTo>
                      <a:pt x="114" y="74"/>
                    </a:lnTo>
                    <a:lnTo>
                      <a:pt x="114" y="74"/>
                    </a:lnTo>
                    <a:lnTo>
                      <a:pt x="114" y="72"/>
                    </a:lnTo>
                    <a:lnTo>
                      <a:pt x="114" y="72"/>
                    </a:lnTo>
                    <a:lnTo>
                      <a:pt x="114" y="69"/>
                    </a:lnTo>
                    <a:lnTo>
                      <a:pt x="116" y="69"/>
                    </a:lnTo>
                    <a:lnTo>
                      <a:pt x="116" y="69"/>
                    </a:lnTo>
                    <a:lnTo>
                      <a:pt x="116" y="67"/>
                    </a:lnTo>
                    <a:lnTo>
                      <a:pt x="114" y="67"/>
                    </a:lnTo>
                    <a:lnTo>
                      <a:pt x="114" y="67"/>
                    </a:lnTo>
                    <a:lnTo>
                      <a:pt x="114" y="64"/>
                    </a:lnTo>
                    <a:lnTo>
                      <a:pt x="114" y="64"/>
                    </a:lnTo>
                    <a:lnTo>
                      <a:pt x="114" y="64"/>
                    </a:lnTo>
                    <a:lnTo>
                      <a:pt x="114" y="64"/>
                    </a:lnTo>
                    <a:lnTo>
                      <a:pt x="114" y="62"/>
                    </a:lnTo>
                    <a:lnTo>
                      <a:pt x="114" y="62"/>
                    </a:lnTo>
                    <a:lnTo>
                      <a:pt x="114" y="60"/>
                    </a:lnTo>
                    <a:lnTo>
                      <a:pt x="114" y="60"/>
                    </a:lnTo>
                    <a:lnTo>
                      <a:pt x="114" y="60"/>
                    </a:lnTo>
                    <a:lnTo>
                      <a:pt x="114" y="57"/>
                    </a:lnTo>
                    <a:lnTo>
                      <a:pt x="116" y="57"/>
                    </a:lnTo>
                    <a:lnTo>
                      <a:pt x="116" y="57"/>
                    </a:lnTo>
                    <a:lnTo>
                      <a:pt x="116" y="57"/>
                    </a:lnTo>
                    <a:lnTo>
                      <a:pt x="119" y="57"/>
                    </a:lnTo>
                    <a:lnTo>
                      <a:pt x="119" y="57"/>
                    </a:lnTo>
                    <a:lnTo>
                      <a:pt x="119" y="55"/>
                    </a:lnTo>
                    <a:lnTo>
                      <a:pt x="119" y="55"/>
                    </a:lnTo>
                    <a:lnTo>
                      <a:pt x="119" y="55"/>
                    </a:lnTo>
                    <a:lnTo>
                      <a:pt x="121" y="55"/>
                    </a:lnTo>
                    <a:lnTo>
                      <a:pt x="121" y="55"/>
                    </a:lnTo>
                    <a:lnTo>
                      <a:pt x="121" y="57"/>
                    </a:lnTo>
                    <a:lnTo>
                      <a:pt x="119" y="57"/>
                    </a:lnTo>
                    <a:lnTo>
                      <a:pt x="119" y="57"/>
                    </a:lnTo>
                    <a:lnTo>
                      <a:pt x="119" y="60"/>
                    </a:lnTo>
                    <a:lnTo>
                      <a:pt x="119" y="60"/>
                    </a:lnTo>
                    <a:lnTo>
                      <a:pt x="119" y="62"/>
                    </a:lnTo>
                    <a:lnTo>
                      <a:pt x="119" y="62"/>
                    </a:lnTo>
                    <a:lnTo>
                      <a:pt x="119" y="64"/>
                    </a:lnTo>
                    <a:lnTo>
                      <a:pt x="121" y="64"/>
                    </a:lnTo>
                    <a:lnTo>
                      <a:pt x="121" y="64"/>
                    </a:lnTo>
                    <a:lnTo>
                      <a:pt x="121" y="64"/>
                    </a:lnTo>
                    <a:lnTo>
                      <a:pt x="121" y="67"/>
                    </a:lnTo>
                    <a:lnTo>
                      <a:pt x="121" y="67"/>
                    </a:lnTo>
                    <a:lnTo>
                      <a:pt x="121" y="69"/>
                    </a:lnTo>
                    <a:lnTo>
                      <a:pt x="121" y="69"/>
                    </a:lnTo>
                    <a:lnTo>
                      <a:pt x="123" y="69"/>
                    </a:lnTo>
                    <a:lnTo>
                      <a:pt x="123" y="69"/>
                    </a:lnTo>
                    <a:lnTo>
                      <a:pt x="123" y="69"/>
                    </a:lnTo>
                    <a:lnTo>
                      <a:pt x="123" y="69"/>
                    </a:lnTo>
                    <a:lnTo>
                      <a:pt x="126" y="69"/>
                    </a:lnTo>
                    <a:lnTo>
                      <a:pt x="126" y="72"/>
                    </a:lnTo>
                    <a:lnTo>
                      <a:pt x="126" y="72"/>
                    </a:lnTo>
                    <a:lnTo>
                      <a:pt x="126" y="69"/>
                    </a:lnTo>
                    <a:lnTo>
                      <a:pt x="126" y="69"/>
                    </a:lnTo>
                    <a:lnTo>
                      <a:pt x="126" y="67"/>
                    </a:lnTo>
                    <a:lnTo>
                      <a:pt x="126" y="67"/>
                    </a:lnTo>
                    <a:lnTo>
                      <a:pt x="126" y="67"/>
                    </a:lnTo>
                    <a:lnTo>
                      <a:pt x="126" y="64"/>
                    </a:lnTo>
                    <a:lnTo>
                      <a:pt x="123" y="64"/>
                    </a:lnTo>
                    <a:lnTo>
                      <a:pt x="123" y="64"/>
                    </a:lnTo>
                    <a:lnTo>
                      <a:pt x="126" y="64"/>
                    </a:lnTo>
                    <a:lnTo>
                      <a:pt x="126" y="64"/>
                    </a:lnTo>
                    <a:lnTo>
                      <a:pt x="126" y="62"/>
                    </a:lnTo>
                    <a:lnTo>
                      <a:pt x="123" y="62"/>
                    </a:lnTo>
                    <a:lnTo>
                      <a:pt x="123" y="62"/>
                    </a:lnTo>
                    <a:lnTo>
                      <a:pt x="123" y="60"/>
                    </a:lnTo>
                    <a:lnTo>
                      <a:pt x="123" y="60"/>
                    </a:lnTo>
                    <a:lnTo>
                      <a:pt x="123" y="57"/>
                    </a:lnTo>
                    <a:lnTo>
                      <a:pt x="123" y="57"/>
                    </a:lnTo>
                    <a:lnTo>
                      <a:pt x="123" y="57"/>
                    </a:lnTo>
                    <a:lnTo>
                      <a:pt x="123" y="57"/>
                    </a:lnTo>
                    <a:lnTo>
                      <a:pt x="123" y="55"/>
                    </a:lnTo>
                    <a:lnTo>
                      <a:pt x="123" y="55"/>
                    </a:lnTo>
                    <a:lnTo>
                      <a:pt x="123" y="55"/>
                    </a:lnTo>
                    <a:lnTo>
                      <a:pt x="123" y="55"/>
                    </a:lnTo>
                    <a:lnTo>
                      <a:pt x="123" y="53"/>
                    </a:lnTo>
                    <a:lnTo>
                      <a:pt x="123" y="53"/>
                    </a:lnTo>
                    <a:lnTo>
                      <a:pt x="126" y="53"/>
                    </a:lnTo>
                    <a:lnTo>
                      <a:pt x="126" y="55"/>
                    </a:lnTo>
                    <a:lnTo>
                      <a:pt x="126" y="55"/>
                    </a:lnTo>
                    <a:lnTo>
                      <a:pt x="126" y="55"/>
                    </a:lnTo>
                    <a:lnTo>
                      <a:pt x="126" y="55"/>
                    </a:lnTo>
                    <a:lnTo>
                      <a:pt x="126" y="55"/>
                    </a:lnTo>
                    <a:lnTo>
                      <a:pt x="126" y="53"/>
                    </a:lnTo>
                    <a:lnTo>
                      <a:pt x="128" y="53"/>
                    </a:lnTo>
                    <a:lnTo>
                      <a:pt x="128" y="53"/>
                    </a:lnTo>
                    <a:lnTo>
                      <a:pt x="128" y="53"/>
                    </a:lnTo>
                    <a:lnTo>
                      <a:pt x="130" y="53"/>
                    </a:lnTo>
                    <a:lnTo>
                      <a:pt x="130" y="50"/>
                    </a:lnTo>
                    <a:lnTo>
                      <a:pt x="130" y="50"/>
                    </a:lnTo>
                    <a:lnTo>
                      <a:pt x="130" y="50"/>
                    </a:lnTo>
                    <a:lnTo>
                      <a:pt x="130" y="48"/>
                    </a:lnTo>
                    <a:lnTo>
                      <a:pt x="130" y="48"/>
                    </a:lnTo>
                    <a:lnTo>
                      <a:pt x="128" y="48"/>
                    </a:lnTo>
                    <a:lnTo>
                      <a:pt x="128" y="48"/>
                    </a:lnTo>
                    <a:lnTo>
                      <a:pt x="128" y="48"/>
                    </a:lnTo>
                    <a:lnTo>
                      <a:pt x="126" y="48"/>
                    </a:lnTo>
                    <a:lnTo>
                      <a:pt x="126" y="45"/>
                    </a:lnTo>
                    <a:lnTo>
                      <a:pt x="126" y="45"/>
                    </a:lnTo>
                    <a:lnTo>
                      <a:pt x="126" y="48"/>
                    </a:lnTo>
                    <a:lnTo>
                      <a:pt x="126" y="48"/>
                    </a:lnTo>
                    <a:lnTo>
                      <a:pt x="123" y="48"/>
                    </a:lnTo>
                    <a:lnTo>
                      <a:pt x="123" y="48"/>
                    </a:lnTo>
                    <a:lnTo>
                      <a:pt x="123" y="48"/>
                    </a:lnTo>
                    <a:lnTo>
                      <a:pt x="123" y="48"/>
                    </a:lnTo>
                    <a:lnTo>
                      <a:pt x="121" y="48"/>
                    </a:lnTo>
                    <a:lnTo>
                      <a:pt x="121" y="48"/>
                    </a:lnTo>
                    <a:lnTo>
                      <a:pt x="121" y="45"/>
                    </a:lnTo>
                    <a:lnTo>
                      <a:pt x="123" y="45"/>
                    </a:lnTo>
                    <a:lnTo>
                      <a:pt x="123" y="45"/>
                    </a:lnTo>
                    <a:lnTo>
                      <a:pt x="123" y="45"/>
                    </a:lnTo>
                    <a:lnTo>
                      <a:pt x="123" y="45"/>
                    </a:lnTo>
                    <a:lnTo>
                      <a:pt x="123" y="43"/>
                    </a:lnTo>
                    <a:lnTo>
                      <a:pt x="123" y="43"/>
                    </a:lnTo>
                    <a:lnTo>
                      <a:pt x="123" y="43"/>
                    </a:lnTo>
                    <a:lnTo>
                      <a:pt x="126" y="43"/>
                    </a:lnTo>
                    <a:lnTo>
                      <a:pt x="126" y="43"/>
                    </a:lnTo>
                    <a:lnTo>
                      <a:pt x="126" y="45"/>
                    </a:lnTo>
                    <a:lnTo>
                      <a:pt x="126" y="45"/>
                    </a:lnTo>
                    <a:lnTo>
                      <a:pt x="126" y="45"/>
                    </a:lnTo>
                    <a:lnTo>
                      <a:pt x="126" y="45"/>
                    </a:lnTo>
                    <a:lnTo>
                      <a:pt x="126" y="43"/>
                    </a:lnTo>
                    <a:lnTo>
                      <a:pt x="126" y="43"/>
                    </a:lnTo>
                    <a:lnTo>
                      <a:pt x="126" y="43"/>
                    </a:lnTo>
                    <a:lnTo>
                      <a:pt x="128" y="43"/>
                    </a:lnTo>
                    <a:lnTo>
                      <a:pt x="128" y="41"/>
                    </a:lnTo>
                    <a:lnTo>
                      <a:pt x="128" y="41"/>
                    </a:lnTo>
                    <a:lnTo>
                      <a:pt x="128" y="41"/>
                    </a:lnTo>
                    <a:lnTo>
                      <a:pt x="130" y="41"/>
                    </a:lnTo>
                    <a:lnTo>
                      <a:pt x="130" y="38"/>
                    </a:lnTo>
                    <a:lnTo>
                      <a:pt x="130" y="38"/>
                    </a:lnTo>
                    <a:lnTo>
                      <a:pt x="130" y="38"/>
                    </a:lnTo>
                    <a:lnTo>
                      <a:pt x="130" y="36"/>
                    </a:lnTo>
                    <a:lnTo>
                      <a:pt x="130" y="36"/>
                    </a:lnTo>
                    <a:lnTo>
                      <a:pt x="133" y="36"/>
                    </a:lnTo>
                    <a:lnTo>
                      <a:pt x="133" y="38"/>
                    </a:lnTo>
                    <a:lnTo>
                      <a:pt x="133" y="38"/>
                    </a:lnTo>
                    <a:lnTo>
                      <a:pt x="133" y="38"/>
                    </a:lnTo>
                    <a:lnTo>
                      <a:pt x="133" y="38"/>
                    </a:lnTo>
                    <a:lnTo>
                      <a:pt x="135" y="38"/>
                    </a:lnTo>
                    <a:lnTo>
                      <a:pt x="135" y="38"/>
                    </a:lnTo>
                    <a:lnTo>
                      <a:pt x="138" y="38"/>
                    </a:lnTo>
                    <a:lnTo>
                      <a:pt x="138" y="38"/>
                    </a:lnTo>
                    <a:lnTo>
                      <a:pt x="138" y="38"/>
                    </a:lnTo>
                    <a:lnTo>
                      <a:pt x="138" y="36"/>
                    </a:lnTo>
                    <a:lnTo>
                      <a:pt x="138" y="36"/>
                    </a:lnTo>
                    <a:lnTo>
                      <a:pt x="138" y="36"/>
                    </a:lnTo>
                    <a:lnTo>
                      <a:pt x="138" y="34"/>
                    </a:lnTo>
                    <a:lnTo>
                      <a:pt x="138" y="34"/>
                    </a:lnTo>
                    <a:lnTo>
                      <a:pt x="140" y="34"/>
                    </a:lnTo>
                    <a:lnTo>
                      <a:pt x="140" y="34"/>
                    </a:lnTo>
                    <a:lnTo>
                      <a:pt x="140" y="34"/>
                    </a:lnTo>
                    <a:lnTo>
                      <a:pt x="140" y="31"/>
                    </a:lnTo>
                    <a:lnTo>
                      <a:pt x="140" y="31"/>
                    </a:lnTo>
                    <a:lnTo>
                      <a:pt x="140" y="29"/>
                    </a:lnTo>
                    <a:lnTo>
                      <a:pt x="140" y="29"/>
                    </a:lnTo>
                    <a:lnTo>
                      <a:pt x="140" y="29"/>
                    </a:lnTo>
                    <a:lnTo>
                      <a:pt x="140" y="29"/>
                    </a:lnTo>
                    <a:lnTo>
                      <a:pt x="140" y="26"/>
                    </a:lnTo>
                    <a:lnTo>
                      <a:pt x="140" y="26"/>
                    </a:lnTo>
                    <a:lnTo>
                      <a:pt x="140" y="26"/>
                    </a:lnTo>
                    <a:lnTo>
                      <a:pt x="140" y="24"/>
                    </a:lnTo>
                    <a:lnTo>
                      <a:pt x="142" y="24"/>
                    </a:lnTo>
                    <a:lnTo>
                      <a:pt x="142" y="24"/>
                    </a:lnTo>
                    <a:lnTo>
                      <a:pt x="142" y="24"/>
                    </a:lnTo>
                    <a:lnTo>
                      <a:pt x="142" y="24"/>
                    </a:lnTo>
                    <a:lnTo>
                      <a:pt x="145" y="24"/>
                    </a:lnTo>
                    <a:lnTo>
                      <a:pt x="145" y="22"/>
                    </a:lnTo>
                    <a:lnTo>
                      <a:pt x="145" y="22"/>
                    </a:lnTo>
                    <a:lnTo>
                      <a:pt x="145" y="22"/>
                    </a:lnTo>
                    <a:lnTo>
                      <a:pt x="145" y="19"/>
                    </a:lnTo>
                    <a:lnTo>
                      <a:pt x="145" y="19"/>
                    </a:lnTo>
                    <a:lnTo>
                      <a:pt x="147" y="19"/>
                    </a:lnTo>
                    <a:lnTo>
                      <a:pt x="147" y="19"/>
                    </a:lnTo>
                    <a:lnTo>
                      <a:pt x="147" y="17"/>
                    </a:lnTo>
                    <a:lnTo>
                      <a:pt x="147" y="17"/>
                    </a:lnTo>
                    <a:lnTo>
                      <a:pt x="147" y="17"/>
                    </a:lnTo>
                    <a:lnTo>
                      <a:pt x="147" y="17"/>
                    </a:lnTo>
                    <a:lnTo>
                      <a:pt x="149" y="17"/>
                    </a:lnTo>
                    <a:lnTo>
                      <a:pt x="149" y="15"/>
                    </a:lnTo>
                    <a:lnTo>
                      <a:pt x="149" y="15"/>
                    </a:lnTo>
                    <a:lnTo>
                      <a:pt x="149" y="15"/>
                    </a:lnTo>
                    <a:lnTo>
                      <a:pt x="152" y="15"/>
                    </a:lnTo>
                    <a:lnTo>
                      <a:pt x="152" y="15"/>
                    </a:lnTo>
                    <a:lnTo>
                      <a:pt x="152" y="12"/>
                    </a:lnTo>
                    <a:lnTo>
                      <a:pt x="152" y="12"/>
                    </a:lnTo>
                    <a:lnTo>
                      <a:pt x="152" y="12"/>
                    </a:lnTo>
                    <a:lnTo>
                      <a:pt x="152" y="10"/>
                    </a:lnTo>
                    <a:lnTo>
                      <a:pt x="152" y="10"/>
                    </a:lnTo>
                    <a:lnTo>
                      <a:pt x="152" y="10"/>
                    </a:lnTo>
                    <a:lnTo>
                      <a:pt x="154" y="10"/>
                    </a:lnTo>
                    <a:lnTo>
                      <a:pt x="154" y="8"/>
                    </a:lnTo>
                    <a:lnTo>
                      <a:pt x="154" y="8"/>
                    </a:lnTo>
                    <a:lnTo>
                      <a:pt x="154" y="5"/>
                    </a:lnTo>
                    <a:lnTo>
                      <a:pt x="154" y="5"/>
                    </a:lnTo>
                    <a:lnTo>
                      <a:pt x="154" y="5"/>
                    </a:lnTo>
                    <a:lnTo>
                      <a:pt x="154" y="5"/>
                    </a:lnTo>
                    <a:lnTo>
                      <a:pt x="157" y="5"/>
                    </a:lnTo>
                    <a:lnTo>
                      <a:pt x="157" y="3"/>
                    </a:lnTo>
                    <a:lnTo>
                      <a:pt x="157" y="3"/>
                    </a:lnTo>
                    <a:lnTo>
                      <a:pt x="157" y="3"/>
                    </a:lnTo>
                    <a:lnTo>
                      <a:pt x="157" y="0"/>
                    </a:lnTo>
                    <a:lnTo>
                      <a:pt x="157" y="0"/>
                    </a:lnTo>
                    <a:lnTo>
                      <a:pt x="157" y="3"/>
                    </a:lnTo>
                    <a:lnTo>
                      <a:pt x="159" y="3"/>
                    </a:lnTo>
                    <a:lnTo>
                      <a:pt x="159" y="3"/>
                    </a:lnTo>
                    <a:lnTo>
                      <a:pt x="159" y="3"/>
                    </a:lnTo>
                    <a:lnTo>
                      <a:pt x="159" y="5"/>
                    </a:lnTo>
                    <a:lnTo>
                      <a:pt x="159" y="5"/>
                    </a:lnTo>
                    <a:lnTo>
                      <a:pt x="159" y="5"/>
                    </a:lnTo>
                    <a:lnTo>
                      <a:pt x="159" y="5"/>
                    </a:lnTo>
                    <a:lnTo>
                      <a:pt x="159" y="8"/>
                    </a:lnTo>
                    <a:lnTo>
                      <a:pt x="159" y="8"/>
                    </a:lnTo>
                    <a:lnTo>
                      <a:pt x="159" y="8"/>
                    </a:lnTo>
                    <a:lnTo>
                      <a:pt x="159" y="10"/>
                    </a:lnTo>
                    <a:lnTo>
                      <a:pt x="159" y="10"/>
                    </a:lnTo>
                    <a:lnTo>
                      <a:pt x="159" y="10"/>
                    </a:lnTo>
                    <a:lnTo>
                      <a:pt x="159" y="12"/>
                    </a:lnTo>
                    <a:lnTo>
                      <a:pt x="159" y="12"/>
                    </a:lnTo>
                    <a:lnTo>
                      <a:pt x="159" y="10"/>
                    </a:lnTo>
                    <a:lnTo>
                      <a:pt x="159" y="10"/>
                    </a:lnTo>
                    <a:lnTo>
                      <a:pt x="161" y="10"/>
                    </a:lnTo>
                    <a:lnTo>
                      <a:pt x="161" y="10"/>
                    </a:lnTo>
                    <a:lnTo>
                      <a:pt x="161" y="8"/>
                    </a:lnTo>
                    <a:lnTo>
                      <a:pt x="161" y="8"/>
                    </a:lnTo>
                    <a:lnTo>
                      <a:pt x="161" y="8"/>
                    </a:lnTo>
                    <a:lnTo>
                      <a:pt x="161" y="5"/>
                    </a:lnTo>
                    <a:lnTo>
                      <a:pt x="161" y="5"/>
                    </a:lnTo>
                    <a:lnTo>
                      <a:pt x="161" y="5"/>
                    </a:lnTo>
                    <a:lnTo>
                      <a:pt x="161" y="3"/>
                    </a:lnTo>
                    <a:lnTo>
                      <a:pt x="164" y="3"/>
                    </a:lnTo>
                    <a:lnTo>
                      <a:pt x="164" y="3"/>
                    </a:lnTo>
                    <a:lnTo>
                      <a:pt x="164" y="3"/>
                    </a:lnTo>
                    <a:lnTo>
                      <a:pt x="164" y="3"/>
                    </a:lnTo>
                    <a:lnTo>
                      <a:pt x="166" y="3"/>
                    </a:lnTo>
                    <a:lnTo>
                      <a:pt x="166" y="3"/>
                    </a:lnTo>
                    <a:lnTo>
                      <a:pt x="166" y="3"/>
                    </a:lnTo>
                    <a:lnTo>
                      <a:pt x="166" y="3"/>
                    </a:lnTo>
                    <a:lnTo>
                      <a:pt x="168"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1" name="Freeform 109"/>
              <p:cNvSpPr>
                <a:spLocks/>
              </p:cNvSpPr>
              <p:nvPr/>
            </p:nvSpPr>
            <p:spPr bwMode="auto">
              <a:xfrm>
                <a:off x="2715" y="1431"/>
                <a:ext cx="691" cy="268"/>
              </a:xfrm>
              <a:custGeom>
                <a:avLst/>
                <a:gdLst/>
                <a:ahLst/>
                <a:cxnLst>
                  <a:cxn ang="0">
                    <a:pos x="267" y="9"/>
                  </a:cxn>
                  <a:cxn ang="0">
                    <a:pos x="296" y="16"/>
                  </a:cxn>
                  <a:cxn ang="0">
                    <a:pos x="312" y="33"/>
                  </a:cxn>
                  <a:cxn ang="0">
                    <a:pos x="334" y="50"/>
                  </a:cxn>
                  <a:cxn ang="0">
                    <a:pos x="362" y="45"/>
                  </a:cxn>
                  <a:cxn ang="0">
                    <a:pos x="391" y="42"/>
                  </a:cxn>
                  <a:cxn ang="0">
                    <a:pos x="417" y="54"/>
                  </a:cxn>
                  <a:cxn ang="0">
                    <a:pos x="440" y="66"/>
                  </a:cxn>
                  <a:cxn ang="0">
                    <a:pos x="469" y="73"/>
                  </a:cxn>
                  <a:cxn ang="0">
                    <a:pos x="497" y="76"/>
                  </a:cxn>
                  <a:cxn ang="0">
                    <a:pos x="523" y="69"/>
                  </a:cxn>
                  <a:cxn ang="0">
                    <a:pos x="549" y="57"/>
                  </a:cxn>
                  <a:cxn ang="0">
                    <a:pos x="578" y="47"/>
                  </a:cxn>
                  <a:cxn ang="0">
                    <a:pos x="604" y="54"/>
                  </a:cxn>
                  <a:cxn ang="0">
                    <a:pos x="615" y="66"/>
                  </a:cxn>
                  <a:cxn ang="0">
                    <a:pos x="604" y="92"/>
                  </a:cxn>
                  <a:cxn ang="0">
                    <a:pos x="604" y="111"/>
                  </a:cxn>
                  <a:cxn ang="0">
                    <a:pos x="630" y="111"/>
                  </a:cxn>
                  <a:cxn ang="0">
                    <a:pos x="656" y="104"/>
                  </a:cxn>
                  <a:cxn ang="0">
                    <a:pos x="679" y="121"/>
                  </a:cxn>
                  <a:cxn ang="0">
                    <a:pos x="691" y="135"/>
                  </a:cxn>
                  <a:cxn ang="0">
                    <a:pos x="672" y="137"/>
                  </a:cxn>
                  <a:cxn ang="0">
                    <a:pos x="646" y="142"/>
                  </a:cxn>
                  <a:cxn ang="0">
                    <a:pos x="623" y="149"/>
                  </a:cxn>
                  <a:cxn ang="0">
                    <a:pos x="604" y="168"/>
                  </a:cxn>
                  <a:cxn ang="0">
                    <a:pos x="573" y="173"/>
                  </a:cxn>
                  <a:cxn ang="0">
                    <a:pos x="552" y="187"/>
                  </a:cxn>
                  <a:cxn ang="0">
                    <a:pos x="521" y="180"/>
                  </a:cxn>
                  <a:cxn ang="0">
                    <a:pos x="511" y="201"/>
                  </a:cxn>
                  <a:cxn ang="0">
                    <a:pos x="509" y="220"/>
                  </a:cxn>
                  <a:cxn ang="0">
                    <a:pos x="485" y="237"/>
                  </a:cxn>
                  <a:cxn ang="0">
                    <a:pos x="459" y="246"/>
                  </a:cxn>
                  <a:cxn ang="0">
                    <a:pos x="426" y="246"/>
                  </a:cxn>
                  <a:cxn ang="0">
                    <a:pos x="398" y="253"/>
                  </a:cxn>
                  <a:cxn ang="0">
                    <a:pos x="372" y="268"/>
                  </a:cxn>
                  <a:cxn ang="0">
                    <a:pos x="346" y="260"/>
                  </a:cxn>
                  <a:cxn ang="0">
                    <a:pos x="315" y="253"/>
                  </a:cxn>
                  <a:cxn ang="0">
                    <a:pos x="286" y="242"/>
                  </a:cxn>
                  <a:cxn ang="0">
                    <a:pos x="256" y="242"/>
                  </a:cxn>
                  <a:cxn ang="0">
                    <a:pos x="220" y="242"/>
                  </a:cxn>
                  <a:cxn ang="0">
                    <a:pos x="189" y="239"/>
                  </a:cxn>
                  <a:cxn ang="0">
                    <a:pos x="173" y="218"/>
                  </a:cxn>
                  <a:cxn ang="0">
                    <a:pos x="156" y="201"/>
                  </a:cxn>
                  <a:cxn ang="0">
                    <a:pos x="130" y="187"/>
                  </a:cxn>
                  <a:cxn ang="0">
                    <a:pos x="99" y="180"/>
                  </a:cxn>
                  <a:cxn ang="0">
                    <a:pos x="69" y="175"/>
                  </a:cxn>
                  <a:cxn ang="0">
                    <a:pos x="69" y="151"/>
                  </a:cxn>
                  <a:cxn ang="0">
                    <a:pos x="59" y="125"/>
                  </a:cxn>
                  <a:cxn ang="0">
                    <a:pos x="40" y="106"/>
                  </a:cxn>
                  <a:cxn ang="0">
                    <a:pos x="17" y="97"/>
                  </a:cxn>
                  <a:cxn ang="0">
                    <a:pos x="0" y="83"/>
                  </a:cxn>
                  <a:cxn ang="0">
                    <a:pos x="19" y="66"/>
                  </a:cxn>
                  <a:cxn ang="0">
                    <a:pos x="40" y="61"/>
                  </a:cxn>
                  <a:cxn ang="0">
                    <a:pos x="64" y="47"/>
                  </a:cxn>
                  <a:cxn ang="0">
                    <a:pos x="83" y="38"/>
                  </a:cxn>
                  <a:cxn ang="0">
                    <a:pos x="107" y="35"/>
                  </a:cxn>
                  <a:cxn ang="0">
                    <a:pos x="130" y="40"/>
                  </a:cxn>
                  <a:cxn ang="0">
                    <a:pos x="154" y="52"/>
                  </a:cxn>
                  <a:cxn ang="0">
                    <a:pos x="185" y="54"/>
                  </a:cxn>
                  <a:cxn ang="0">
                    <a:pos x="211" y="57"/>
                  </a:cxn>
                  <a:cxn ang="0">
                    <a:pos x="227" y="40"/>
                  </a:cxn>
                  <a:cxn ang="0">
                    <a:pos x="220" y="16"/>
                  </a:cxn>
                </a:cxnLst>
                <a:rect l="0" t="0" r="r" b="b"/>
                <a:pathLst>
                  <a:path w="691" h="268">
                    <a:moveTo>
                      <a:pt x="239" y="0"/>
                    </a:moveTo>
                    <a:lnTo>
                      <a:pt x="239" y="0"/>
                    </a:lnTo>
                    <a:lnTo>
                      <a:pt x="241" y="0"/>
                    </a:lnTo>
                    <a:lnTo>
                      <a:pt x="241" y="2"/>
                    </a:lnTo>
                    <a:lnTo>
                      <a:pt x="241" y="2"/>
                    </a:lnTo>
                    <a:lnTo>
                      <a:pt x="244" y="2"/>
                    </a:lnTo>
                    <a:lnTo>
                      <a:pt x="244" y="2"/>
                    </a:lnTo>
                    <a:lnTo>
                      <a:pt x="244" y="2"/>
                    </a:lnTo>
                    <a:lnTo>
                      <a:pt x="244" y="2"/>
                    </a:lnTo>
                    <a:lnTo>
                      <a:pt x="246" y="2"/>
                    </a:lnTo>
                    <a:lnTo>
                      <a:pt x="246" y="2"/>
                    </a:lnTo>
                    <a:lnTo>
                      <a:pt x="246" y="2"/>
                    </a:lnTo>
                    <a:lnTo>
                      <a:pt x="246" y="2"/>
                    </a:lnTo>
                    <a:lnTo>
                      <a:pt x="246" y="5"/>
                    </a:lnTo>
                    <a:lnTo>
                      <a:pt x="249" y="5"/>
                    </a:lnTo>
                    <a:lnTo>
                      <a:pt x="249" y="5"/>
                    </a:lnTo>
                    <a:lnTo>
                      <a:pt x="251" y="5"/>
                    </a:lnTo>
                    <a:lnTo>
                      <a:pt x="251" y="5"/>
                    </a:lnTo>
                    <a:lnTo>
                      <a:pt x="251" y="5"/>
                    </a:lnTo>
                    <a:lnTo>
                      <a:pt x="251" y="5"/>
                    </a:lnTo>
                    <a:lnTo>
                      <a:pt x="253" y="5"/>
                    </a:lnTo>
                    <a:lnTo>
                      <a:pt x="253" y="5"/>
                    </a:lnTo>
                    <a:lnTo>
                      <a:pt x="253" y="5"/>
                    </a:lnTo>
                    <a:lnTo>
                      <a:pt x="256" y="5"/>
                    </a:lnTo>
                    <a:lnTo>
                      <a:pt x="256" y="5"/>
                    </a:lnTo>
                    <a:lnTo>
                      <a:pt x="258" y="5"/>
                    </a:lnTo>
                    <a:lnTo>
                      <a:pt x="258" y="7"/>
                    </a:lnTo>
                    <a:lnTo>
                      <a:pt x="258" y="7"/>
                    </a:lnTo>
                    <a:lnTo>
                      <a:pt x="258" y="7"/>
                    </a:lnTo>
                    <a:lnTo>
                      <a:pt x="258" y="7"/>
                    </a:lnTo>
                    <a:lnTo>
                      <a:pt x="258" y="9"/>
                    </a:lnTo>
                    <a:lnTo>
                      <a:pt x="260" y="9"/>
                    </a:lnTo>
                    <a:lnTo>
                      <a:pt x="260" y="9"/>
                    </a:lnTo>
                    <a:lnTo>
                      <a:pt x="260" y="9"/>
                    </a:lnTo>
                    <a:lnTo>
                      <a:pt x="260" y="9"/>
                    </a:lnTo>
                    <a:lnTo>
                      <a:pt x="263" y="9"/>
                    </a:lnTo>
                    <a:lnTo>
                      <a:pt x="263" y="9"/>
                    </a:lnTo>
                    <a:lnTo>
                      <a:pt x="265" y="9"/>
                    </a:lnTo>
                    <a:lnTo>
                      <a:pt x="265" y="9"/>
                    </a:lnTo>
                    <a:lnTo>
                      <a:pt x="265" y="9"/>
                    </a:lnTo>
                    <a:lnTo>
                      <a:pt x="267" y="9"/>
                    </a:lnTo>
                    <a:lnTo>
                      <a:pt x="267" y="9"/>
                    </a:lnTo>
                    <a:lnTo>
                      <a:pt x="270" y="9"/>
                    </a:lnTo>
                    <a:lnTo>
                      <a:pt x="270" y="9"/>
                    </a:lnTo>
                    <a:lnTo>
                      <a:pt x="270" y="9"/>
                    </a:lnTo>
                    <a:lnTo>
                      <a:pt x="272" y="9"/>
                    </a:lnTo>
                    <a:lnTo>
                      <a:pt x="272" y="9"/>
                    </a:lnTo>
                    <a:lnTo>
                      <a:pt x="272" y="9"/>
                    </a:lnTo>
                    <a:lnTo>
                      <a:pt x="275" y="9"/>
                    </a:lnTo>
                    <a:lnTo>
                      <a:pt x="275" y="9"/>
                    </a:lnTo>
                    <a:lnTo>
                      <a:pt x="275" y="12"/>
                    </a:lnTo>
                    <a:lnTo>
                      <a:pt x="277" y="12"/>
                    </a:lnTo>
                    <a:lnTo>
                      <a:pt x="277" y="12"/>
                    </a:lnTo>
                    <a:lnTo>
                      <a:pt x="277" y="12"/>
                    </a:lnTo>
                    <a:lnTo>
                      <a:pt x="277" y="12"/>
                    </a:lnTo>
                    <a:lnTo>
                      <a:pt x="279" y="12"/>
                    </a:lnTo>
                    <a:lnTo>
                      <a:pt x="279" y="12"/>
                    </a:lnTo>
                    <a:lnTo>
                      <a:pt x="279" y="12"/>
                    </a:lnTo>
                    <a:lnTo>
                      <a:pt x="279" y="14"/>
                    </a:lnTo>
                    <a:lnTo>
                      <a:pt x="282" y="14"/>
                    </a:lnTo>
                    <a:lnTo>
                      <a:pt x="282" y="14"/>
                    </a:lnTo>
                    <a:lnTo>
                      <a:pt x="284" y="14"/>
                    </a:lnTo>
                    <a:lnTo>
                      <a:pt x="284" y="14"/>
                    </a:lnTo>
                    <a:lnTo>
                      <a:pt x="284" y="14"/>
                    </a:lnTo>
                    <a:lnTo>
                      <a:pt x="284" y="14"/>
                    </a:lnTo>
                    <a:lnTo>
                      <a:pt x="286" y="14"/>
                    </a:lnTo>
                    <a:lnTo>
                      <a:pt x="286" y="14"/>
                    </a:lnTo>
                    <a:lnTo>
                      <a:pt x="286" y="14"/>
                    </a:lnTo>
                    <a:lnTo>
                      <a:pt x="286" y="14"/>
                    </a:lnTo>
                    <a:lnTo>
                      <a:pt x="289" y="14"/>
                    </a:lnTo>
                    <a:lnTo>
                      <a:pt x="289" y="14"/>
                    </a:lnTo>
                    <a:lnTo>
                      <a:pt x="291" y="14"/>
                    </a:lnTo>
                    <a:lnTo>
                      <a:pt x="291" y="16"/>
                    </a:lnTo>
                    <a:lnTo>
                      <a:pt x="291" y="16"/>
                    </a:lnTo>
                    <a:lnTo>
                      <a:pt x="291" y="16"/>
                    </a:lnTo>
                    <a:lnTo>
                      <a:pt x="291" y="16"/>
                    </a:lnTo>
                    <a:lnTo>
                      <a:pt x="294" y="16"/>
                    </a:lnTo>
                    <a:lnTo>
                      <a:pt x="294" y="16"/>
                    </a:lnTo>
                    <a:lnTo>
                      <a:pt x="294" y="16"/>
                    </a:lnTo>
                    <a:lnTo>
                      <a:pt x="294" y="16"/>
                    </a:lnTo>
                    <a:lnTo>
                      <a:pt x="296" y="16"/>
                    </a:lnTo>
                    <a:lnTo>
                      <a:pt x="296" y="16"/>
                    </a:lnTo>
                    <a:lnTo>
                      <a:pt x="298" y="16"/>
                    </a:lnTo>
                    <a:lnTo>
                      <a:pt x="298" y="16"/>
                    </a:lnTo>
                    <a:lnTo>
                      <a:pt x="298" y="16"/>
                    </a:lnTo>
                    <a:lnTo>
                      <a:pt x="298" y="16"/>
                    </a:lnTo>
                    <a:lnTo>
                      <a:pt x="301" y="16"/>
                    </a:lnTo>
                    <a:lnTo>
                      <a:pt x="301" y="16"/>
                    </a:lnTo>
                    <a:lnTo>
                      <a:pt x="301" y="19"/>
                    </a:lnTo>
                    <a:lnTo>
                      <a:pt x="303" y="19"/>
                    </a:lnTo>
                    <a:lnTo>
                      <a:pt x="303" y="19"/>
                    </a:lnTo>
                    <a:lnTo>
                      <a:pt x="303" y="19"/>
                    </a:lnTo>
                    <a:lnTo>
                      <a:pt x="305" y="19"/>
                    </a:lnTo>
                    <a:lnTo>
                      <a:pt x="305" y="19"/>
                    </a:lnTo>
                    <a:lnTo>
                      <a:pt x="305" y="19"/>
                    </a:lnTo>
                    <a:lnTo>
                      <a:pt x="305" y="19"/>
                    </a:lnTo>
                    <a:lnTo>
                      <a:pt x="305" y="19"/>
                    </a:lnTo>
                    <a:lnTo>
                      <a:pt x="308" y="19"/>
                    </a:lnTo>
                    <a:lnTo>
                      <a:pt x="308" y="19"/>
                    </a:lnTo>
                    <a:lnTo>
                      <a:pt x="308" y="19"/>
                    </a:lnTo>
                    <a:lnTo>
                      <a:pt x="310" y="19"/>
                    </a:lnTo>
                    <a:lnTo>
                      <a:pt x="310" y="21"/>
                    </a:lnTo>
                    <a:lnTo>
                      <a:pt x="310" y="21"/>
                    </a:lnTo>
                    <a:lnTo>
                      <a:pt x="310" y="21"/>
                    </a:lnTo>
                    <a:lnTo>
                      <a:pt x="310" y="21"/>
                    </a:lnTo>
                    <a:lnTo>
                      <a:pt x="310" y="23"/>
                    </a:lnTo>
                    <a:lnTo>
                      <a:pt x="310" y="23"/>
                    </a:lnTo>
                    <a:lnTo>
                      <a:pt x="310" y="23"/>
                    </a:lnTo>
                    <a:lnTo>
                      <a:pt x="310" y="26"/>
                    </a:lnTo>
                    <a:lnTo>
                      <a:pt x="310" y="26"/>
                    </a:lnTo>
                    <a:lnTo>
                      <a:pt x="310" y="26"/>
                    </a:lnTo>
                    <a:lnTo>
                      <a:pt x="310" y="28"/>
                    </a:lnTo>
                    <a:lnTo>
                      <a:pt x="310" y="28"/>
                    </a:lnTo>
                    <a:lnTo>
                      <a:pt x="310" y="28"/>
                    </a:lnTo>
                    <a:lnTo>
                      <a:pt x="310" y="31"/>
                    </a:lnTo>
                    <a:lnTo>
                      <a:pt x="310" y="31"/>
                    </a:lnTo>
                    <a:lnTo>
                      <a:pt x="310" y="33"/>
                    </a:lnTo>
                    <a:lnTo>
                      <a:pt x="310" y="33"/>
                    </a:lnTo>
                    <a:lnTo>
                      <a:pt x="310" y="33"/>
                    </a:lnTo>
                    <a:lnTo>
                      <a:pt x="310" y="33"/>
                    </a:lnTo>
                    <a:lnTo>
                      <a:pt x="310" y="33"/>
                    </a:lnTo>
                    <a:lnTo>
                      <a:pt x="312" y="33"/>
                    </a:lnTo>
                    <a:lnTo>
                      <a:pt x="312" y="33"/>
                    </a:lnTo>
                    <a:lnTo>
                      <a:pt x="312" y="35"/>
                    </a:lnTo>
                    <a:lnTo>
                      <a:pt x="312" y="35"/>
                    </a:lnTo>
                    <a:lnTo>
                      <a:pt x="312" y="38"/>
                    </a:lnTo>
                    <a:lnTo>
                      <a:pt x="312" y="38"/>
                    </a:lnTo>
                    <a:lnTo>
                      <a:pt x="312" y="38"/>
                    </a:lnTo>
                    <a:lnTo>
                      <a:pt x="312" y="40"/>
                    </a:lnTo>
                    <a:lnTo>
                      <a:pt x="312" y="40"/>
                    </a:lnTo>
                    <a:lnTo>
                      <a:pt x="312" y="40"/>
                    </a:lnTo>
                    <a:lnTo>
                      <a:pt x="312" y="40"/>
                    </a:lnTo>
                    <a:lnTo>
                      <a:pt x="315" y="40"/>
                    </a:lnTo>
                    <a:lnTo>
                      <a:pt x="315" y="40"/>
                    </a:lnTo>
                    <a:lnTo>
                      <a:pt x="317" y="40"/>
                    </a:lnTo>
                    <a:lnTo>
                      <a:pt x="317" y="40"/>
                    </a:lnTo>
                    <a:lnTo>
                      <a:pt x="317" y="42"/>
                    </a:lnTo>
                    <a:lnTo>
                      <a:pt x="317" y="42"/>
                    </a:lnTo>
                    <a:lnTo>
                      <a:pt x="317" y="42"/>
                    </a:lnTo>
                    <a:lnTo>
                      <a:pt x="320" y="42"/>
                    </a:lnTo>
                    <a:lnTo>
                      <a:pt x="320" y="42"/>
                    </a:lnTo>
                    <a:lnTo>
                      <a:pt x="320" y="42"/>
                    </a:lnTo>
                    <a:lnTo>
                      <a:pt x="320" y="42"/>
                    </a:lnTo>
                    <a:lnTo>
                      <a:pt x="322" y="42"/>
                    </a:lnTo>
                    <a:lnTo>
                      <a:pt x="322" y="45"/>
                    </a:lnTo>
                    <a:lnTo>
                      <a:pt x="322" y="45"/>
                    </a:lnTo>
                    <a:lnTo>
                      <a:pt x="324" y="45"/>
                    </a:lnTo>
                    <a:lnTo>
                      <a:pt x="324" y="45"/>
                    </a:lnTo>
                    <a:lnTo>
                      <a:pt x="324" y="45"/>
                    </a:lnTo>
                    <a:lnTo>
                      <a:pt x="324" y="45"/>
                    </a:lnTo>
                    <a:lnTo>
                      <a:pt x="324" y="47"/>
                    </a:lnTo>
                    <a:lnTo>
                      <a:pt x="327" y="47"/>
                    </a:lnTo>
                    <a:lnTo>
                      <a:pt x="327" y="47"/>
                    </a:lnTo>
                    <a:lnTo>
                      <a:pt x="327" y="47"/>
                    </a:lnTo>
                    <a:lnTo>
                      <a:pt x="329" y="47"/>
                    </a:lnTo>
                    <a:lnTo>
                      <a:pt x="329" y="47"/>
                    </a:lnTo>
                    <a:lnTo>
                      <a:pt x="329" y="45"/>
                    </a:lnTo>
                    <a:lnTo>
                      <a:pt x="331" y="45"/>
                    </a:lnTo>
                    <a:lnTo>
                      <a:pt x="331" y="45"/>
                    </a:lnTo>
                    <a:lnTo>
                      <a:pt x="331" y="47"/>
                    </a:lnTo>
                    <a:lnTo>
                      <a:pt x="331" y="47"/>
                    </a:lnTo>
                    <a:lnTo>
                      <a:pt x="331" y="47"/>
                    </a:lnTo>
                    <a:lnTo>
                      <a:pt x="334" y="47"/>
                    </a:lnTo>
                    <a:lnTo>
                      <a:pt x="334" y="50"/>
                    </a:lnTo>
                    <a:lnTo>
                      <a:pt x="334" y="50"/>
                    </a:lnTo>
                    <a:lnTo>
                      <a:pt x="334" y="50"/>
                    </a:lnTo>
                    <a:lnTo>
                      <a:pt x="336" y="50"/>
                    </a:lnTo>
                    <a:lnTo>
                      <a:pt x="336" y="50"/>
                    </a:lnTo>
                    <a:lnTo>
                      <a:pt x="339" y="50"/>
                    </a:lnTo>
                    <a:lnTo>
                      <a:pt x="339" y="50"/>
                    </a:lnTo>
                    <a:lnTo>
                      <a:pt x="339" y="50"/>
                    </a:lnTo>
                    <a:lnTo>
                      <a:pt x="339" y="50"/>
                    </a:lnTo>
                    <a:lnTo>
                      <a:pt x="341" y="50"/>
                    </a:lnTo>
                    <a:lnTo>
                      <a:pt x="341" y="52"/>
                    </a:lnTo>
                    <a:lnTo>
                      <a:pt x="341" y="52"/>
                    </a:lnTo>
                    <a:lnTo>
                      <a:pt x="343" y="52"/>
                    </a:lnTo>
                    <a:lnTo>
                      <a:pt x="343" y="50"/>
                    </a:lnTo>
                    <a:lnTo>
                      <a:pt x="343" y="50"/>
                    </a:lnTo>
                    <a:lnTo>
                      <a:pt x="343" y="50"/>
                    </a:lnTo>
                    <a:lnTo>
                      <a:pt x="343" y="50"/>
                    </a:lnTo>
                    <a:lnTo>
                      <a:pt x="346" y="50"/>
                    </a:lnTo>
                    <a:lnTo>
                      <a:pt x="346" y="50"/>
                    </a:lnTo>
                    <a:lnTo>
                      <a:pt x="346" y="50"/>
                    </a:lnTo>
                    <a:lnTo>
                      <a:pt x="346" y="50"/>
                    </a:lnTo>
                    <a:lnTo>
                      <a:pt x="348" y="50"/>
                    </a:lnTo>
                    <a:lnTo>
                      <a:pt x="348" y="50"/>
                    </a:lnTo>
                    <a:lnTo>
                      <a:pt x="350" y="50"/>
                    </a:lnTo>
                    <a:lnTo>
                      <a:pt x="350" y="50"/>
                    </a:lnTo>
                    <a:lnTo>
                      <a:pt x="350" y="50"/>
                    </a:lnTo>
                    <a:lnTo>
                      <a:pt x="353" y="50"/>
                    </a:lnTo>
                    <a:lnTo>
                      <a:pt x="353" y="50"/>
                    </a:lnTo>
                    <a:lnTo>
                      <a:pt x="353" y="50"/>
                    </a:lnTo>
                    <a:lnTo>
                      <a:pt x="353" y="50"/>
                    </a:lnTo>
                    <a:lnTo>
                      <a:pt x="353" y="47"/>
                    </a:lnTo>
                    <a:lnTo>
                      <a:pt x="355" y="47"/>
                    </a:lnTo>
                    <a:lnTo>
                      <a:pt x="355" y="47"/>
                    </a:lnTo>
                    <a:lnTo>
                      <a:pt x="355" y="47"/>
                    </a:lnTo>
                    <a:lnTo>
                      <a:pt x="357" y="47"/>
                    </a:lnTo>
                    <a:lnTo>
                      <a:pt x="357" y="47"/>
                    </a:lnTo>
                    <a:lnTo>
                      <a:pt x="357" y="47"/>
                    </a:lnTo>
                    <a:lnTo>
                      <a:pt x="357" y="45"/>
                    </a:lnTo>
                    <a:lnTo>
                      <a:pt x="360" y="45"/>
                    </a:lnTo>
                    <a:lnTo>
                      <a:pt x="360" y="45"/>
                    </a:lnTo>
                    <a:lnTo>
                      <a:pt x="360" y="45"/>
                    </a:lnTo>
                    <a:lnTo>
                      <a:pt x="362" y="45"/>
                    </a:lnTo>
                    <a:lnTo>
                      <a:pt x="362" y="45"/>
                    </a:lnTo>
                    <a:lnTo>
                      <a:pt x="365" y="45"/>
                    </a:lnTo>
                    <a:lnTo>
                      <a:pt x="365" y="45"/>
                    </a:lnTo>
                    <a:lnTo>
                      <a:pt x="365" y="45"/>
                    </a:lnTo>
                    <a:lnTo>
                      <a:pt x="365" y="45"/>
                    </a:lnTo>
                    <a:lnTo>
                      <a:pt x="367" y="45"/>
                    </a:lnTo>
                    <a:lnTo>
                      <a:pt x="367" y="45"/>
                    </a:lnTo>
                    <a:lnTo>
                      <a:pt x="367" y="45"/>
                    </a:lnTo>
                    <a:lnTo>
                      <a:pt x="369" y="45"/>
                    </a:lnTo>
                    <a:lnTo>
                      <a:pt x="369" y="42"/>
                    </a:lnTo>
                    <a:lnTo>
                      <a:pt x="369" y="42"/>
                    </a:lnTo>
                    <a:lnTo>
                      <a:pt x="372" y="42"/>
                    </a:lnTo>
                    <a:lnTo>
                      <a:pt x="372" y="45"/>
                    </a:lnTo>
                    <a:lnTo>
                      <a:pt x="372" y="45"/>
                    </a:lnTo>
                    <a:lnTo>
                      <a:pt x="372" y="45"/>
                    </a:lnTo>
                    <a:lnTo>
                      <a:pt x="372" y="42"/>
                    </a:lnTo>
                    <a:lnTo>
                      <a:pt x="374" y="42"/>
                    </a:lnTo>
                    <a:lnTo>
                      <a:pt x="374" y="42"/>
                    </a:lnTo>
                    <a:lnTo>
                      <a:pt x="374" y="42"/>
                    </a:lnTo>
                    <a:lnTo>
                      <a:pt x="376" y="42"/>
                    </a:lnTo>
                    <a:lnTo>
                      <a:pt x="376" y="42"/>
                    </a:lnTo>
                    <a:lnTo>
                      <a:pt x="376" y="42"/>
                    </a:lnTo>
                    <a:lnTo>
                      <a:pt x="376" y="42"/>
                    </a:lnTo>
                    <a:lnTo>
                      <a:pt x="379" y="42"/>
                    </a:lnTo>
                    <a:lnTo>
                      <a:pt x="379" y="42"/>
                    </a:lnTo>
                    <a:lnTo>
                      <a:pt x="379" y="42"/>
                    </a:lnTo>
                    <a:lnTo>
                      <a:pt x="379" y="42"/>
                    </a:lnTo>
                    <a:lnTo>
                      <a:pt x="381" y="42"/>
                    </a:lnTo>
                    <a:lnTo>
                      <a:pt x="381" y="42"/>
                    </a:lnTo>
                    <a:lnTo>
                      <a:pt x="383" y="42"/>
                    </a:lnTo>
                    <a:lnTo>
                      <a:pt x="383" y="42"/>
                    </a:lnTo>
                    <a:lnTo>
                      <a:pt x="383" y="42"/>
                    </a:lnTo>
                    <a:lnTo>
                      <a:pt x="383" y="42"/>
                    </a:lnTo>
                    <a:lnTo>
                      <a:pt x="386" y="42"/>
                    </a:lnTo>
                    <a:lnTo>
                      <a:pt x="386" y="42"/>
                    </a:lnTo>
                    <a:lnTo>
                      <a:pt x="386" y="42"/>
                    </a:lnTo>
                    <a:lnTo>
                      <a:pt x="388" y="42"/>
                    </a:lnTo>
                    <a:lnTo>
                      <a:pt x="388" y="42"/>
                    </a:lnTo>
                    <a:lnTo>
                      <a:pt x="391" y="42"/>
                    </a:lnTo>
                    <a:lnTo>
                      <a:pt x="391" y="42"/>
                    </a:lnTo>
                    <a:lnTo>
                      <a:pt x="391" y="42"/>
                    </a:lnTo>
                    <a:lnTo>
                      <a:pt x="393" y="42"/>
                    </a:lnTo>
                    <a:lnTo>
                      <a:pt x="393" y="42"/>
                    </a:lnTo>
                    <a:lnTo>
                      <a:pt x="393" y="45"/>
                    </a:lnTo>
                    <a:lnTo>
                      <a:pt x="393" y="45"/>
                    </a:lnTo>
                    <a:lnTo>
                      <a:pt x="393" y="45"/>
                    </a:lnTo>
                    <a:lnTo>
                      <a:pt x="395" y="45"/>
                    </a:lnTo>
                    <a:lnTo>
                      <a:pt x="395" y="45"/>
                    </a:lnTo>
                    <a:lnTo>
                      <a:pt x="395" y="47"/>
                    </a:lnTo>
                    <a:lnTo>
                      <a:pt x="398" y="47"/>
                    </a:lnTo>
                    <a:lnTo>
                      <a:pt x="398" y="47"/>
                    </a:lnTo>
                    <a:lnTo>
                      <a:pt x="398" y="47"/>
                    </a:lnTo>
                    <a:lnTo>
                      <a:pt x="398" y="45"/>
                    </a:lnTo>
                    <a:lnTo>
                      <a:pt x="400" y="45"/>
                    </a:lnTo>
                    <a:lnTo>
                      <a:pt x="400" y="45"/>
                    </a:lnTo>
                    <a:lnTo>
                      <a:pt x="400" y="45"/>
                    </a:lnTo>
                    <a:lnTo>
                      <a:pt x="402" y="45"/>
                    </a:lnTo>
                    <a:lnTo>
                      <a:pt x="402" y="45"/>
                    </a:lnTo>
                    <a:lnTo>
                      <a:pt x="405" y="45"/>
                    </a:lnTo>
                    <a:lnTo>
                      <a:pt x="405" y="45"/>
                    </a:lnTo>
                    <a:lnTo>
                      <a:pt x="405" y="45"/>
                    </a:lnTo>
                    <a:lnTo>
                      <a:pt x="407" y="45"/>
                    </a:lnTo>
                    <a:lnTo>
                      <a:pt x="407" y="45"/>
                    </a:lnTo>
                    <a:lnTo>
                      <a:pt x="410" y="45"/>
                    </a:lnTo>
                    <a:lnTo>
                      <a:pt x="410" y="47"/>
                    </a:lnTo>
                    <a:lnTo>
                      <a:pt x="410" y="47"/>
                    </a:lnTo>
                    <a:lnTo>
                      <a:pt x="410" y="47"/>
                    </a:lnTo>
                    <a:lnTo>
                      <a:pt x="410" y="47"/>
                    </a:lnTo>
                    <a:lnTo>
                      <a:pt x="412" y="47"/>
                    </a:lnTo>
                    <a:lnTo>
                      <a:pt x="412" y="47"/>
                    </a:lnTo>
                    <a:lnTo>
                      <a:pt x="412" y="50"/>
                    </a:lnTo>
                    <a:lnTo>
                      <a:pt x="412" y="50"/>
                    </a:lnTo>
                    <a:lnTo>
                      <a:pt x="412" y="50"/>
                    </a:lnTo>
                    <a:lnTo>
                      <a:pt x="414" y="50"/>
                    </a:lnTo>
                    <a:lnTo>
                      <a:pt x="414" y="52"/>
                    </a:lnTo>
                    <a:lnTo>
                      <a:pt x="414" y="52"/>
                    </a:lnTo>
                    <a:lnTo>
                      <a:pt x="414" y="52"/>
                    </a:lnTo>
                    <a:lnTo>
                      <a:pt x="414" y="52"/>
                    </a:lnTo>
                    <a:lnTo>
                      <a:pt x="417" y="52"/>
                    </a:lnTo>
                    <a:lnTo>
                      <a:pt x="417" y="52"/>
                    </a:lnTo>
                    <a:lnTo>
                      <a:pt x="417" y="54"/>
                    </a:lnTo>
                    <a:lnTo>
                      <a:pt x="417" y="54"/>
                    </a:lnTo>
                    <a:lnTo>
                      <a:pt x="419" y="54"/>
                    </a:lnTo>
                    <a:lnTo>
                      <a:pt x="419" y="54"/>
                    </a:lnTo>
                    <a:lnTo>
                      <a:pt x="419" y="54"/>
                    </a:lnTo>
                    <a:lnTo>
                      <a:pt x="421" y="54"/>
                    </a:lnTo>
                    <a:lnTo>
                      <a:pt x="421" y="54"/>
                    </a:lnTo>
                    <a:lnTo>
                      <a:pt x="421" y="54"/>
                    </a:lnTo>
                    <a:lnTo>
                      <a:pt x="424" y="54"/>
                    </a:lnTo>
                    <a:lnTo>
                      <a:pt x="424" y="54"/>
                    </a:lnTo>
                    <a:lnTo>
                      <a:pt x="424" y="54"/>
                    </a:lnTo>
                    <a:lnTo>
                      <a:pt x="424" y="54"/>
                    </a:lnTo>
                    <a:lnTo>
                      <a:pt x="424" y="54"/>
                    </a:lnTo>
                    <a:lnTo>
                      <a:pt x="426" y="54"/>
                    </a:lnTo>
                    <a:lnTo>
                      <a:pt x="426" y="54"/>
                    </a:lnTo>
                    <a:lnTo>
                      <a:pt x="426" y="54"/>
                    </a:lnTo>
                    <a:lnTo>
                      <a:pt x="428" y="54"/>
                    </a:lnTo>
                    <a:lnTo>
                      <a:pt x="428" y="54"/>
                    </a:lnTo>
                    <a:lnTo>
                      <a:pt x="431" y="54"/>
                    </a:lnTo>
                    <a:lnTo>
                      <a:pt x="431" y="54"/>
                    </a:lnTo>
                    <a:lnTo>
                      <a:pt x="431" y="57"/>
                    </a:lnTo>
                    <a:lnTo>
                      <a:pt x="431" y="57"/>
                    </a:lnTo>
                    <a:lnTo>
                      <a:pt x="433" y="57"/>
                    </a:lnTo>
                    <a:lnTo>
                      <a:pt x="433" y="57"/>
                    </a:lnTo>
                    <a:lnTo>
                      <a:pt x="433" y="57"/>
                    </a:lnTo>
                    <a:lnTo>
                      <a:pt x="433" y="59"/>
                    </a:lnTo>
                    <a:lnTo>
                      <a:pt x="433" y="59"/>
                    </a:lnTo>
                    <a:lnTo>
                      <a:pt x="433" y="61"/>
                    </a:lnTo>
                    <a:lnTo>
                      <a:pt x="433" y="61"/>
                    </a:lnTo>
                    <a:lnTo>
                      <a:pt x="433" y="61"/>
                    </a:lnTo>
                    <a:lnTo>
                      <a:pt x="433" y="61"/>
                    </a:lnTo>
                    <a:lnTo>
                      <a:pt x="433" y="64"/>
                    </a:lnTo>
                    <a:lnTo>
                      <a:pt x="436" y="64"/>
                    </a:lnTo>
                    <a:lnTo>
                      <a:pt x="436" y="64"/>
                    </a:lnTo>
                    <a:lnTo>
                      <a:pt x="436" y="64"/>
                    </a:lnTo>
                    <a:lnTo>
                      <a:pt x="438" y="64"/>
                    </a:lnTo>
                    <a:lnTo>
                      <a:pt x="438" y="66"/>
                    </a:lnTo>
                    <a:lnTo>
                      <a:pt x="438" y="66"/>
                    </a:lnTo>
                    <a:lnTo>
                      <a:pt x="438" y="66"/>
                    </a:lnTo>
                    <a:lnTo>
                      <a:pt x="440" y="66"/>
                    </a:lnTo>
                    <a:lnTo>
                      <a:pt x="440" y="66"/>
                    </a:lnTo>
                    <a:lnTo>
                      <a:pt x="440" y="66"/>
                    </a:lnTo>
                    <a:lnTo>
                      <a:pt x="440" y="66"/>
                    </a:lnTo>
                    <a:lnTo>
                      <a:pt x="440" y="69"/>
                    </a:lnTo>
                    <a:lnTo>
                      <a:pt x="443" y="69"/>
                    </a:lnTo>
                    <a:lnTo>
                      <a:pt x="443" y="69"/>
                    </a:lnTo>
                    <a:lnTo>
                      <a:pt x="443" y="69"/>
                    </a:lnTo>
                    <a:lnTo>
                      <a:pt x="445" y="69"/>
                    </a:lnTo>
                    <a:lnTo>
                      <a:pt x="445" y="71"/>
                    </a:lnTo>
                    <a:lnTo>
                      <a:pt x="445" y="71"/>
                    </a:lnTo>
                    <a:lnTo>
                      <a:pt x="445" y="71"/>
                    </a:lnTo>
                    <a:lnTo>
                      <a:pt x="445" y="71"/>
                    </a:lnTo>
                    <a:lnTo>
                      <a:pt x="447" y="71"/>
                    </a:lnTo>
                    <a:lnTo>
                      <a:pt x="447" y="71"/>
                    </a:lnTo>
                    <a:lnTo>
                      <a:pt x="450" y="71"/>
                    </a:lnTo>
                    <a:lnTo>
                      <a:pt x="450" y="71"/>
                    </a:lnTo>
                    <a:lnTo>
                      <a:pt x="450" y="71"/>
                    </a:lnTo>
                    <a:lnTo>
                      <a:pt x="452" y="71"/>
                    </a:lnTo>
                    <a:lnTo>
                      <a:pt x="452" y="71"/>
                    </a:lnTo>
                    <a:lnTo>
                      <a:pt x="452" y="71"/>
                    </a:lnTo>
                    <a:lnTo>
                      <a:pt x="454" y="71"/>
                    </a:lnTo>
                    <a:lnTo>
                      <a:pt x="454" y="71"/>
                    </a:lnTo>
                    <a:lnTo>
                      <a:pt x="454" y="71"/>
                    </a:lnTo>
                    <a:lnTo>
                      <a:pt x="457" y="71"/>
                    </a:lnTo>
                    <a:lnTo>
                      <a:pt x="457" y="71"/>
                    </a:lnTo>
                    <a:lnTo>
                      <a:pt x="457" y="71"/>
                    </a:lnTo>
                    <a:lnTo>
                      <a:pt x="457" y="71"/>
                    </a:lnTo>
                    <a:lnTo>
                      <a:pt x="459" y="71"/>
                    </a:lnTo>
                    <a:lnTo>
                      <a:pt x="459" y="71"/>
                    </a:lnTo>
                    <a:lnTo>
                      <a:pt x="459" y="71"/>
                    </a:lnTo>
                    <a:lnTo>
                      <a:pt x="459" y="71"/>
                    </a:lnTo>
                    <a:lnTo>
                      <a:pt x="462" y="71"/>
                    </a:lnTo>
                    <a:lnTo>
                      <a:pt x="462" y="71"/>
                    </a:lnTo>
                    <a:lnTo>
                      <a:pt x="462" y="71"/>
                    </a:lnTo>
                    <a:lnTo>
                      <a:pt x="464" y="71"/>
                    </a:lnTo>
                    <a:lnTo>
                      <a:pt x="464" y="71"/>
                    </a:lnTo>
                    <a:lnTo>
                      <a:pt x="464" y="71"/>
                    </a:lnTo>
                    <a:lnTo>
                      <a:pt x="464" y="73"/>
                    </a:lnTo>
                    <a:lnTo>
                      <a:pt x="466" y="73"/>
                    </a:lnTo>
                    <a:lnTo>
                      <a:pt x="466" y="73"/>
                    </a:lnTo>
                    <a:lnTo>
                      <a:pt x="466" y="73"/>
                    </a:lnTo>
                    <a:lnTo>
                      <a:pt x="466" y="73"/>
                    </a:lnTo>
                    <a:lnTo>
                      <a:pt x="466" y="73"/>
                    </a:lnTo>
                    <a:lnTo>
                      <a:pt x="469" y="73"/>
                    </a:lnTo>
                    <a:lnTo>
                      <a:pt x="469" y="73"/>
                    </a:lnTo>
                    <a:lnTo>
                      <a:pt x="471" y="73"/>
                    </a:lnTo>
                    <a:lnTo>
                      <a:pt x="471" y="73"/>
                    </a:lnTo>
                    <a:lnTo>
                      <a:pt x="471" y="73"/>
                    </a:lnTo>
                    <a:lnTo>
                      <a:pt x="471" y="73"/>
                    </a:lnTo>
                    <a:lnTo>
                      <a:pt x="471" y="73"/>
                    </a:lnTo>
                    <a:lnTo>
                      <a:pt x="473" y="73"/>
                    </a:lnTo>
                    <a:lnTo>
                      <a:pt x="473" y="73"/>
                    </a:lnTo>
                    <a:lnTo>
                      <a:pt x="473" y="73"/>
                    </a:lnTo>
                    <a:lnTo>
                      <a:pt x="476" y="73"/>
                    </a:lnTo>
                    <a:lnTo>
                      <a:pt x="476" y="73"/>
                    </a:lnTo>
                    <a:lnTo>
                      <a:pt x="478" y="73"/>
                    </a:lnTo>
                    <a:lnTo>
                      <a:pt x="478" y="73"/>
                    </a:lnTo>
                    <a:lnTo>
                      <a:pt x="478" y="73"/>
                    </a:lnTo>
                    <a:lnTo>
                      <a:pt x="478" y="76"/>
                    </a:lnTo>
                    <a:lnTo>
                      <a:pt x="481" y="76"/>
                    </a:lnTo>
                    <a:lnTo>
                      <a:pt x="481" y="76"/>
                    </a:lnTo>
                    <a:lnTo>
                      <a:pt x="483" y="76"/>
                    </a:lnTo>
                    <a:lnTo>
                      <a:pt x="483" y="76"/>
                    </a:lnTo>
                    <a:lnTo>
                      <a:pt x="483" y="76"/>
                    </a:lnTo>
                    <a:lnTo>
                      <a:pt x="485" y="76"/>
                    </a:lnTo>
                    <a:lnTo>
                      <a:pt x="485" y="73"/>
                    </a:lnTo>
                    <a:lnTo>
                      <a:pt x="485" y="73"/>
                    </a:lnTo>
                    <a:lnTo>
                      <a:pt x="485" y="73"/>
                    </a:lnTo>
                    <a:lnTo>
                      <a:pt x="485" y="73"/>
                    </a:lnTo>
                    <a:lnTo>
                      <a:pt x="488" y="73"/>
                    </a:lnTo>
                    <a:lnTo>
                      <a:pt x="488" y="73"/>
                    </a:lnTo>
                    <a:lnTo>
                      <a:pt x="488" y="73"/>
                    </a:lnTo>
                    <a:lnTo>
                      <a:pt x="490" y="73"/>
                    </a:lnTo>
                    <a:lnTo>
                      <a:pt x="490" y="76"/>
                    </a:lnTo>
                    <a:lnTo>
                      <a:pt x="490" y="76"/>
                    </a:lnTo>
                    <a:lnTo>
                      <a:pt x="490" y="76"/>
                    </a:lnTo>
                    <a:lnTo>
                      <a:pt x="492" y="76"/>
                    </a:lnTo>
                    <a:lnTo>
                      <a:pt x="492" y="76"/>
                    </a:lnTo>
                    <a:lnTo>
                      <a:pt x="492" y="76"/>
                    </a:lnTo>
                    <a:lnTo>
                      <a:pt x="492" y="76"/>
                    </a:lnTo>
                    <a:lnTo>
                      <a:pt x="492" y="76"/>
                    </a:lnTo>
                    <a:lnTo>
                      <a:pt x="495" y="76"/>
                    </a:lnTo>
                    <a:lnTo>
                      <a:pt x="495" y="76"/>
                    </a:lnTo>
                    <a:lnTo>
                      <a:pt x="497" y="76"/>
                    </a:lnTo>
                    <a:lnTo>
                      <a:pt x="497" y="76"/>
                    </a:lnTo>
                    <a:lnTo>
                      <a:pt x="497" y="76"/>
                    </a:lnTo>
                    <a:lnTo>
                      <a:pt x="497" y="73"/>
                    </a:lnTo>
                    <a:lnTo>
                      <a:pt x="499" y="73"/>
                    </a:lnTo>
                    <a:lnTo>
                      <a:pt x="499" y="73"/>
                    </a:lnTo>
                    <a:lnTo>
                      <a:pt x="499" y="73"/>
                    </a:lnTo>
                    <a:lnTo>
                      <a:pt x="499" y="73"/>
                    </a:lnTo>
                    <a:lnTo>
                      <a:pt x="502" y="73"/>
                    </a:lnTo>
                    <a:lnTo>
                      <a:pt x="502" y="73"/>
                    </a:lnTo>
                    <a:lnTo>
                      <a:pt x="502" y="73"/>
                    </a:lnTo>
                    <a:lnTo>
                      <a:pt x="504" y="73"/>
                    </a:lnTo>
                    <a:lnTo>
                      <a:pt x="504" y="71"/>
                    </a:lnTo>
                    <a:lnTo>
                      <a:pt x="504" y="71"/>
                    </a:lnTo>
                    <a:lnTo>
                      <a:pt x="504" y="71"/>
                    </a:lnTo>
                    <a:lnTo>
                      <a:pt x="507" y="71"/>
                    </a:lnTo>
                    <a:lnTo>
                      <a:pt x="507" y="71"/>
                    </a:lnTo>
                    <a:lnTo>
                      <a:pt x="507" y="71"/>
                    </a:lnTo>
                    <a:lnTo>
                      <a:pt x="507" y="71"/>
                    </a:lnTo>
                    <a:lnTo>
                      <a:pt x="509" y="71"/>
                    </a:lnTo>
                    <a:lnTo>
                      <a:pt x="509" y="71"/>
                    </a:lnTo>
                    <a:lnTo>
                      <a:pt x="509" y="71"/>
                    </a:lnTo>
                    <a:lnTo>
                      <a:pt x="511" y="71"/>
                    </a:lnTo>
                    <a:lnTo>
                      <a:pt x="511" y="71"/>
                    </a:lnTo>
                    <a:lnTo>
                      <a:pt x="511" y="71"/>
                    </a:lnTo>
                    <a:lnTo>
                      <a:pt x="511" y="71"/>
                    </a:lnTo>
                    <a:lnTo>
                      <a:pt x="514" y="71"/>
                    </a:lnTo>
                    <a:lnTo>
                      <a:pt x="514" y="69"/>
                    </a:lnTo>
                    <a:lnTo>
                      <a:pt x="514" y="69"/>
                    </a:lnTo>
                    <a:lnTo>
                      <a:pt x="516" y="69"/>
                    </a:lnTo>
                    <a:lnTo>
                      <a:pt x="516" y="69"/>
                    </a:lnTo>
                    <a:lnTo>
                      <a:pt x="516" y="71"/>
                    </a:lnTo>
                    <a:lnTo>
                      <a:pt x="516" y="71"/>
                    </a:lnTo>
                    <a:lnTo>
                      <a:pt x="518" y="71"/>
                    </a:lnTo>
                    <a:lnTo>
                      <a:pt x="518" y="71"/>
                    </a:lnTo>
                    <a:lnTo>
                      <a:pt x="518" y="69"/>
                    </a:lnTo>
                    <a:lnTo>
                      <a:pt x="518" y="69"/>
                    </a:lnTo>
                    <a:lnTo>
                      <a:pt x="521" y="69"/>
                    </a:lnTo>
                    <a:lnTo>
                      <a:pt x="521" y="69"/>
                    </a:lnTo>
                    <a:lnTo>
                      <a:pt x="523" y="69"/>
                    </a:lnTo>
                    <a:lnTo>
                      <a:pt x="523" y="69"/>
                    </a:lnTo>
                    <a:lnTo>
                      <a:pt x="523" y="69"/>
                    </a:lnTo>
                    <a:lnTo>
                      <a:pt x="523" y="69"/>
                    </a:lnTo>
                    <a:lnTo>
                      <a:pt x="525" y="69"/>
                    </a:lnTo>
                    <a:lnTo>
                      <a:pt x="525" y="69"/>
                    </a:lnTo>
                    <a:lnTo>
                      <a:pt x="525" y="66"/>
                    </a:lnTo>
                    <a:lnTo>
                      <a:pt x="525" y="66"/>
                    </a:lnTo>
                    <a:lnTo>
                      <a:pt x="528" y="66"/>
                    </a:lnTo>
                    <a:lnTo>
                      <a:pt x="528" y="66"/>
                    </a:lnTo>
                    <a:lnTo>
                      <a:pt x="530" y="66"/>
                    </a:lnTo>
                    <a:lnTo>
                      <a:pt x="530" y="66"/>
                    </a:lnTo>
                    <a:lnTo>
                      <a:pt x="530" y="66"/>
                    </a:lnTo>
                    <a:lnTo>
                      <a:pt x="530" y="66"/>
                    </a:lnTo>
                    <a:lnTo>
                      <a:pt x="533" y="66"/>
                    </a:lnTo>
                    <a:lnTo>
                      <a:pt x="533" y="66"/>
                    </a:lnTo>
                    <a:lnTo>
                      <a:pt x="533" y="66"/>
                    </a:lnTo>
                    <a:lnTo>
                      <a:pt x="535" y="66"/>
                    </a:lnTo>
                    <a:lnTo>
                      <a:pt x="535" y="66"/>
                    </a:lnTo>
                    <a:lnTo>
                      <a:pt x="535" y="66"/>
                    </a:lnTo>
                    <a:lnTo>
                      <a:pt x="537" y="66"/>
                    </a:lnTo>
                    <a:lnTo>
                      <a:pt x="537" y="66"/>
                    </a:lnTo>
                    <a:lnTo>
                      <a:pt x="537" y="66"/>
                    </a:lnTo>
                    <a:lnTo>
                      <a:pt x="537" y="66"/>
                    </a:lnTo>
                    <a:lnTo>
                      <a:pt x="540" y="66"/>
                    </a:lnTo>
                    <a:lnTo>
                      <a:pt x="540" y="66"/>
                    </a:lnTo>
                    <a:lnTo>
                      <a:pt x="540" y="64"/>
                    </a:lnTo>
                    <a:lnTo>
                      <a:pt x="540" y="64"/>
                    </a:lnTo>
                    <a:lnTo>
                      <a:pt x="542" y="64"/>
                    </a:lnTo>
                    <a:lnTo>
                      <a:pt x="542" y="64"/>
                    </a:lnTo>
                    <a:lnTo>
                      <a:pt x="544" y="64"/>
                    </a:lnTo>
                    <a:lnTo>
                      <a:pt x="544" y="64"/>
                    </a:lnTo>
                    <a:lnTo>
                      <a:pt x="544" y="61"/>
                    </a:lnTo>
                    <a:lnTo>
                      <a:pt x="544" y="61"/>
                    </a:lnTo>
                    <a:lnTo>
                      <a:pt x="544" y="61"/>
                    </a:lnTo>
                    <a:lnTo>
                      <a:pt x="544" y="61"/>
                    </a:lnTo>
                    <a:lnTo>
                      <a:pt x="544" y="61"/>
                    </a:lnTo>
                    <a:lnTo>
                      <a:pt x="544" y="59"/>
                    </a:lnTo>
                    <a:lnTo>
                      <a:pt x="547" y="59"/>
                    </a:lnTo>
                    <a:lnTo>
                      <a:pt x="547" y="59"/>
                    </a:lnTo>
                    <a:lnTo>
                      <a:pt x="547" y="59"/>
                    </a:lnTo>
                    <a:lnTo>
                      <a:pt x="547" y="59"/>
                    </a:lnTo>
                    <a:lnTo>
                      <a:pt x="547" y="57"/>
                    </a:lnTo>
                    <a:lnTo>
                      <a:pt x="549" y="57"/>
                    </a:lnTo>
                    <a:lnTo>
                      <a:pt x="549" y="57"/>
                    </a:lnTo>
                    <a:lnTo>
                      <a:pt x="549" y="57"/>
                    </a:lnTo>
                    <a:lnTo>
                      <a:pt x="552" y="57"/>
                    </a:lnTo>
                    <a:lnTo>
                      <a:pt x="552" y="57"/>
                    </a:lnTo>
                    <a:lnTo>
                      <a:pt x="552" y="54"/>
                    </a:lnTo>
                    <a:lnTo>
                      <a:pt x="552" y="54"/>
                    </a:lnTo>
                    <a:lnTo>
                      <a:pt x="554" y="54"/>
                    </a:lnTo>
                    <a:lnTo>
                      <a:pt x="554" y="54"/>
                    </a:lnTo>
                    <a:lnTo>
                      <a:pt x="554" y="54"/>
                    </a:lnTo>
                    <a:lnTo>
                      <a:pt x="554" y="52"/>
                    </a:lnTo>
                    <a:lnTo>
                      <a:pt x="556" y="52"/>
                    </a:lnTo>
                    <a:lnTo>
                      <a:pt x="556" y="52"/>
                    </a:lnTo>
                    <a:lnTo>
                      <a:pt x="556" y="52"/>
                    </a:lnTo>
                    <a:lnTo>
                      <a:pt x="556" y="52"/>
                    </a:lnTo>
                    <a:lnTo>
                      <a:pt x="559" y="52"/>
                    </a:lnTo>
                    <a:lnTo>
                      <a:pt x="559" y="52"/>
                    </a:lnTo>
                    <a:lnTo>
                      <a:pt x="559" y="52"/>
                    </a:lnTo>
                    <a:lnTo>
                      <a:pt x="561" y="52"/>
                    </a:lnTo>
                    <a:lnTo>
                      <a:pt x="561" y="52"/>
                    </a:lnTo>
                    <a:lnTo>
                      <a:pt x="561" y="52"/>
                    </a:lnTo>
                    <a:lnTo>
                      <a:pt x="563" y="52"/>
                    </a:lnTo>
                    <a:lnTo>
                      <a:pt x="563" y="50"/>
                    </a:lnTo>
                    <a:lnTo>
                      <a:pt x="563" y="50"/>
                    </a:lnTo>
                    <a:lnTo>
                      <a:pt x="563" y="50"/>
                    </a:lnTo>
                    <a:lnTo>
                      <a:pt x="566" y="50"/>
                    </a:lnTo>
                    <a:lnTo>
                      <a:pt x="566" y="50"/>
                    </a:lnTo>
                    <a:lnTo>
                      <a:pt x="566" y="50"/>
                    </a:lnTo>
                    <a:lnTo>
                      <a:pt x="566" y="50"/>
                    </a:lnTo>
                    <a:lnTo>
                      <a:pt x="566" y="47"/>
                    </a:lnTo>
                    <a:lnTo>
                      <a:pt x="568" y="47"/>
                    </a:lnTo>
                    <a:lnTo>
                      <a:pt x="568" y="47"/>
                    </a:lnTo>
                    <a:lnTo>
                      <a:pt x="570" y="47"/>
                    </a:lnTo>
                    <a:lnTo>
                      <a:pt x="570" y="47"/>
                    </a:lnTo>
                    <a:lnTo>
                      <a:pt x="570" y="47"/>
                    </a:lnTo>
                    <a:lnTo>
                      <a:pt x="570" y="47"/>
                    </a:lnTo>
                    <a:lnTo>
                      <a:pt x="570" y="47"/>
                    </a:lnTo>
                    <a:lnTo>
                      <a:pt x="573" y="47"/>
                    </a:lnTo>
                    <a:lnTo>
                      <a:pt x="573" y="47"/>
                    </a:lnTo>
                    <a:lnTo>
                      <a:pt x="573" y="47"/>
                    </a:lnTo>
                    <a:lnTo>
                      <a:pt x="575" y="47"/>
                    </a:lnTo>
                    <a:lnTo>
                      <a:pt x="575" y="47"/>
                    </a:lnTo>
                    <a:lnTo>
                      <a:pt x="578" y="47"/>
                    </a:lnTo>
                    <a:lnTo>
                      <a:pt x="578" y="47"/>
                    </a:lnTo>
                    <a:lnTo>
                      <a:pt x="578" y="47"/>
                    </a:lnTo>
                    <a:lnTo>
                      <a:pt x="580" y="47"/>
                    </a:lnTo>
                    <a:lnTo>
                      <a:pt x="580" y="47"/>
                    </a:lnTo>
                    <a:lnTo>
                      <a:pt x="580" y="47"/>
                    </a:lnTo>
                    <a:lnTo>
                      <a:pt x="580" y="50"/>
                    </a:lnTo>
                    <a:lnTo>
                      <a:pt x="582" y="50"/>
                    </a:lnTo>
                    <a:lnTo>
                      <a:pt x="582" y="50"/>
                    </a:lnTo>
                    <a:lnTo>
                      <a:pt x="585" y="50"/>
                    </a:lnTo>
                    <a:lnTo>
                      <a:pt x="585" y="50"/>
                    </a:lnTo>
                    <a:lnTo>
                      <a:pt x="585" y="50"/>
                    </a:lnTo>
                    <a:lnTo>
                      <a:pt x="585" y="50"/>
                    </a:lnTo>
                    <a:lnTo>
                      <a:pt x="585" y="52"/>
                    </a:lnTo>
                    <a:lnTo>
                      <a:pt x="587" y="52"/>
                    </a:lnTo>
                    <a:lnTo>
                      <a:pt x="587" y="52"/>
                    </a:lnTo>
                    <a:lnTo>
                      <a:pt x="587" y="52"/>
                    </a:lnTo>
                    <a:lnTo>
                      <a:pt x="587" y="52"/>
                    </a:lnTo>
                    <a:lnTo>
                      <a:pt x="589" y="52"/>
                    </a:lnTo>
                    <a:lnTo>
                      <a:pt x="589" y="54"/>
                    </a:lnTo>
                    <a:lnTo>
                      <a:pt x="589" y="54"/>
                    </a:lnTo>
                    <a:lnTo>
                      <a:pt x="589" y="54"/>
                    </a:lnTo>
                    <a:lnTo>
                      <a:pt x="589" y="54"/>
                    </a:lnTo>
                    <a:lnTo>
                      <a:pt x="592" y="54"/>
                    </a:lnTo>
                    <a:lnTo>
                      <a:pt x="592" y="54"/>
                    </a:lnTo>
                    <a:lnTo>
                      <a:pt x="592" y="57"/>
                    </a:lnTo>
                    <a:lnTo>
                      <a:pt x="592" y="57"/>
                    </a:lnTo>
                    <a:lnTo>
                      <a:pt x="594" y="57"/>
                    </a:lnTo>
                    <a:lnTo>
                      <a:pt x="594" y="57"/>
                    </a:lnTo>
                    <a:lnTo>
                      <a:pt x="596" y="57"/>
                    </a:lnTo>
                    <a:lnTo>
                      <a:pt x="596" y="57"/>
                    </a:lnTo>
                    <a:lnTo>
                      <a:pt x="596" y="57"/>
                    </a:lnTo>
                    <a:lnTo>
                      <a:pt x="599" y="57"/>
                    </a:lnTo>
                    <a:lnTo>
                      <a:pt x="599" y="57"/>
                    </a:lnTo>
                    <a:lnTo>
                      <a:pt x="599" y="57"/>
                    </a:lnTo>
                    <a:lnTo>
                      <a:pt x="599" y="57"/>
                    </a:lnTo>
                    <a:lnTo>
                      <a:pt x="601" y="57"/>
                    </a:lnTo>
                    <a:lnTo>
                      <a:pt x="601" y="57"/>
                    </a:lnTo>
                    <a:lnTo>
                      <a:pt x="601" y="57"/>
                    </a:lnTo>
                    <a:lnTo>
                      <a:pt x="604" y="57"/>
                    </a:lnTo>
                    <a:lnTo>
                      <a:pt x="604" y="57"/>
                    </a:lnTo>
                    <a:lnTo>
                      <a:pt x="604" y="54"/>
                    </a:lnTo>
                    <a:lnTo>
                      <a:pt x="604" y="54"/>
                    </a:lnTo>
                    <a:lnTo>
                      <a:pt x="606" y="54"/>
                    </a:lnTo>
                    <a:lnTo>
                      <a:pt x="606" y="54"/>
                    </a:lnTo>
                    <a:lnTo>
                      <a:pt x="606" y="54"/>
                    </a:lnTo>
                    <a:lnTo>
                      <a:pt x="606" y="54"/>
                    </a:lnTo>
                    <a:lnTo>
                      <a:pt x="608" y="54"/>
                    </a:lnTo>
                    <a:lnTo>
                      <a:pt x="608" y="54"/>
                    </a:lnTo>
                    <a:lnTo>
                      <a:pt x="608" y="52"/>
                    </a:lnTo>
                    <a:lnTo>
                      <a:pt x="611" y="52"/>
                    </a:lnTo>
                    <a:lnTo>
                      <a:pt x="611" y="52"/>
                    </a:lnTo>
                    <a:lnTo>
                      <a:pt x="611" y="52"/>
                    </a:lnTo>
                    <a:lnTo>
                      <a:pt x="613" y="52"/>
                    </a:lnTo>
                    <a:lnTo>
                      <a:pt x="613" y="54"/>
                    </a:lnTo>
                    <a:lnTo>
                      <a:pt x="613" y="54"/>
                    </a:lnTo>
                    <a:lnTo>
                      <a:pt x="613" y="54"/>
                    </a:lnTo>
                    <a:lnTo>
                      <a:pt x="615" y="54"/>
                    </a:lnTo>
                    <a:lnTo>
                      <a:pt x="615" y="54"/>
                    </a:lnTo>
                    <a:lnTo>
                      <a:pt x="615" y="54"/>
                    </a:lnTo>
                    <a:lnTo>
                      <a:pt x="618" y="54"/>
                    </a:lnTo>
                    <a:lnTo>
                      <a:pt x="618" y="54"/>
                    </a:lnTo>
                    <a:lnTo>
                      <a:pt x="618" y="54"/>
                    </a:lnTo>
                    <a:lnTo>
                      <a:pt x="620" y="54"/>
                    </a:lnTo>
                    <a:lnTo>
                      <a:pt x="620" y="57"/>
                    </a:lnTo>
                    <a:lnTo>
                      <a:pt x="620" y="57"/>
                    </a:lnTo>
                    <a:lnTo>
                      <a:pt x="620" y="57"/>
                    </a:lnTo>
                    <a:lnTo>
                      <a:pt x="623" y="57"/>
                    </a:lnTo>
                    <a:lnTo>
                      <a:pt x="623" y="59"/>
                    </a:lnTo>
                    <a:lnTo>
                      <a:pt x="620" y="59"/>
                    </a:lnTo>
                    <a:lnTo>
                      <a:pt x="620" y="59"/>
                    </a:lnTo>
                    <a:lnTo>
                      <a:pt x="620" y="61"/>
                    </a:lnTo>
                    <a:lnTo>
                      <a:pt x="620" y="61"/>
                    </a:lnTo>
                    <a:lnTo>
                      <a:pt x="620" y="61"/>
                    </a:lnTo>
                    <a:lnTo>
                      <a:pt x="618" y="61"/>
                    </a:lnTo>
                    <a:lnTo>
                      <a:pt x="618" y="61"/>
                    </a:lnTo>
                    <a:lnTo>
                      <a:pt x="618" y="64"/>
                    </a:lnTo>
                    <a:lnTo>
                      <a:pt x="618" y="64"/>
                    </a:lnTo>
                    <a:lnTo>
                      <a:pt x="618" y="64"/>
                    </a:lnTo>
                    <a:lnTo>
                      <a:pt x="618" y="64"/>
                    </a:lnTo>
                    <a:lnTo>
                      <a:pt x="618" y="66"/>
                    </a:lnTo>
                    <a:lnTo>
                      <a:pt x="618" y="66"/>
                    </a:lnTo>
                    <a:lnTo>
                      <a:pt x="615" y="66"/>
                    </a:lnTo>
                    <a:lnTo>
                      <a:pt x="615" y="69"/>
                    </a:lnTo>
                    <a:lnTo>
                      <a:pt x="615" y="69"/>
                    </a:lnTo>
                    <a:lnTo>
                      <a:pt x="615" y="69"/>
                    </a:lnTo>
                    <a:lnTo>
                      <a:pt x="613" y="69"/>
                    </a:lnTo>
                    <a:lnTo>
                      <a:pt x="613" y="71"/>
                    </a:lnTo>
                    <a:lnTo>
                      <a:pt x="613" y="71"/>
                    </a:lnTo>
                    <a:lnTo>
                      <a:pt x="613" y="71"/>
                    </a:lnTo>
                    <a:lnTo>
                      <a:pt x="613" y="73"/>
                    </a:lnTo>
                    <a:lnTo>
                      <a:pt x="613" y="73"/>
                    </a:lnTo>
                    <a:lnTo>
                      <a:pt x="613" y="73"/>
                    </a:lnTo>
                    <a:lnTo>
                      <a:pt x="613" y="73"/>
                    </a:lnTo>
                    <a:lnTo>
                      <a:pt x="611" y="73"/>
                    </a:lnTo>
                    <a:lnTo>
                      <a:pt x="611" y="76"/>
                    </a:lnTo>
                    <a:lnTo>
                      <a:pt x="611" y="76"/>
                    </a:lnTo>
                    <a:lnTo>
                      <a:pt x="611" y="76"/>
                    </a:lnTo>
                    <a:lnTo>
                      <a:pt x="611" y="78"/>
                    </a:lnTo>
                    <a:lnTo>
                      <a:pt x="611" y="78"/>
                    </a:lnTo>
                    <a:lnTo>
                      <a:pt x="611" y="78"/>
                    </a:lnTo>
                    <a:lnTo>
                      <a:pt x="611" y="80"/>
                    </a:lnTo>
                    <a:lnTo>
                      <a:pt x="608" y="80"/>
                    </a:lnTo>
                    <a:lnTo>
                      <a:pt x="608" y="80"/>
                    </a:lnTo>
                    <a:lnTo>
                      <a:pt x="608" y="80"/>
                    </a:lnTo>
                    <a:lnTo>
                      <a:pt x="608" y="83"/>
                    </a:lnTo>
                    <a:lnTo>
                      <a:pt x="608" y="83"/>
                    </a:lnTo>
                    <a:lnTo>
                      <a:pt x="608" y="83"/>
                    </a:lnTo>
                    <a:lnTo>
                      <a:pt x="608" y="83"/>
                    </a:lnTo>
                    <a:lnTo>
                      <a:pt x="608" y="85"/>
                    </a:lnTo>
                    <a:lnTo>
                      <a:pt x="608" y="85"/>
                    </a:lnTo>
                    <a:lnTo>
                      <a:pt x="608" y="85"/>
                    </a:lnTo>
                    <a:lnTo>
                      <a:pt x="606" y="85"/>
                    </a:lnTo>
                    <a:lnTo>
                      <a:pt x="606" y="87"/>
                    </a:lnTo>
                    <a:lnTo>
                      <a:pt x="606" y="87"/>
                    </a:lnTo>
                    <a:lnTo>
                      <a:pt x="606" y="87"/>
                    </a:lnTo>
                    <a:lnTo>
                      <a:pt x="606" y="87"/>
                    </a:lnTo>
                    <a:lnTo>
                      <a:pt x="606" y="90"/>
                    </a:lnTo>
                    <a:lnTo>
                      <a:pt x="604" y="90"/>
                    </a:lnTo>
                    <a:lnTo>
                      <a:pt x="604" y="90"/>
                    </a:lnTo>
                    <a:lnTo>
                      <a:pt x="604" y="90"/>
                    </a:lnTo>
                    <a:lnTo>
                      <a:pt x="604" y="92"/>
                    </a:lnTo>
                    <a:lnTo>
                      <a:pt x="604" y="92"/>
                    </a:lnTo>
                    <a:lnTo>
                      <a:pt x="604" y="92"/>
                    </a:lnTo>
                    <a:lnTo>
                      <a:pt x="604" y="92"/>
                    </a:lnTo>
                    <a:lnTo>
                      <a:pt x="604" y="95"/>
                    </a:lnTo>
                    <a:lnTo>
                      <a:pt x="604" y="95"/>
                    </a:lnTo>
                    <a:lnTo>
                      <a:pt x="604" y="97"/>
                    </a:lnTo>
                    <a:lnTo>
                      <a:pt x="604" y="97"/>
                    </a:lnTo>
                    <a:lnTo>
                      <a:pt x="604" y="99"/>
                    </a:lnTo>
                    <a:lnTo>
                      <a:pt x="601" y="99"/>
                    </a:lnTo>
                    <a:lnTo>
                      <a:pt x="601" y="99"/>
                    </a:lnTo>
                    <a:lnTo>
                      <a:pt x="599" y="99"/>
                    </a:lnTo>
                    <a:lnTo>
                      <a:pt x="599" y="99"/>
                    </a:lnTo>
                    <a:lnTo>
                      <a:pt x="599" y="99"/>
                    </a:lnTo>
                    <a:lnTo>
                      <a:pt x="599" y="99"/>
                    </a:lnTo>
                    <a:lnTo>
                      <a:pt x="596" y="99"/>
                    </a:lnTo>
                    <a:lnTo>
                      <a:pt x="596" y="99"/>
                    </a:lnTo>
                    <a:lnTo>
                      <a:pt x="596" y="102"/>
                    </a:lnTo>
                    <a:lnTo>
                      <a:pt x="596" y="102"/>
                    </a:lnTo>
                    <a:lnTo>
                      <a:pt x="596" y="102"/>
                    </a:lnTo>
                    <a:lnTo>
                      <a:pt x="596" y="102"/>
                    </a:lnTo>
                    <a:lnTo>
                      <a:pt x="596" y="102"/>
                    </a:lnTo>
                    <a:lnTo>
                      <a:pt x="596" y="104"/>
                    </a:lnTo>
                    <a:lnTo>
                      <a:pt x="596" y="104"/>
                    </a:lnTo>
                    <a:lnTo>
                      <a:pt x="596" y="104"/>
                    </a:lnTo>
                    <a:lnTo>
                      <a:pt x="594" y="104"/>
                    </a:lnTo>
                    <a:lnTo>
                      <a:pt x="594" y="106"/>
                    </a:lnTo>
                    <a:lnTo>
                      <a:pt x="596" y="106"/>
                    </a:lnTo>
                    <a:lnTo>
                      <a:pt x="596" y="106"/>
                    </a:lnTo>
                    <a:lnTo>
                      <a:pt x="596" y="106"/>
                    </a:lnTo>
                    <a:lnTo>
                      <a:pt x="596" y="106"/>
                    </a:lnTo>
                    <a:lnTo>
                      <a:pt x="599" y="106"/>
                    </a:lnTo>
                    <a:lnTo>
                      <a:pt x="599" y="109"/>
                    </a:lnTo>
                    <a:lnTo>
                      <a:pt x="599" y="109"/>
                    </a:lnTo>
                    <a:lnTo>
                      <a:pt x="599" y="109"/>
                    </a:lnTo>
                    <a:lnTo>
                      <a:pt x="599" y="109"/>
                    </a:lnTo>
                    <a:lnTo>
                      <a:pt x="601" y="109"/>
                    </a:lnTo>
                    <a:lnTo>
                      <a:pt x="601" y="111"/>
                    </a:lnTo>
                    <a:lnTo>
                      <a:pt x="601" y="111"/>
                    </a:lnTo>
                    <a:lnTo>
                      <a:pt x="601" y="111"/>
                    </a:lnTo>
                    <a:lnTo>
                      <a:pt x="604" y="111"/>
                    </a:lnTo>
                    <a:lnTo>
                      <a:pt x="604" y="111"/>
                    </a:lnTo>
                    <a:lnTo>
                      <a:pt x="604" y="111"/>
                    </a:lnTo>
                    <a:lnTo>
                      <a:pt x="604" y="111"/>
                    </a:lnTo>
                    <a:lnTo>
                      <a:pt x="604" y="114"/>
                    </a:lnTo>
                    <a:lnTo>
                      <a:pt x="606" y="114"/>
                    </a:lnTo>
                    <a:lnTo>
                      <a:pt x="606" y="111"/>
                    </a:lnTo>
                    <a:lnTo>
                      <a:pt x="606" y="111"/>
                    </a:lnTo>
                    <a:lnTo>
                      <a:pt x="606" y="111"/>
                    </a:lnTo>
                    <a:lnTo>
                      <a:pt x="606" y="111"/>
                    </a:lnTo>
                    <a:lnTo>
                      <a:pt x="606" y="111"/>
                    </a:lnTo>
                    <a:lnTo>
                      <a:pt x="608" y="111"/>
                    </a:lnTo>
                    <a:lnTo>
                      <a:pt x="608" y="111"/>
                    </a:lnTo>
                    <a:lnTo>
                      <a:pt x="608" y="109"/>
                    </a:lnTo>
                    <a:lnTo>
                      <a:pt x="611" y="109"/>
                    </a:lnTo>
                    <a:lnTo>
                      <a:pt x="611" y="109"/>
                    </a:lnTo>
                    <a:lnTo>
                      <a:pt x="611" y="109"/>
                    </a:lnTo>
                    <a:lnTo>
                      <a:pt x="611" y="109"/>
                    </a:lnTo>
                    <a:lnTo>
                      <a:pt x="613" y="109"/>
                    </a:lnTo>
                    <a:lnTo>
                      <a:pt x="613" y="109"/>
                    </a:lnTo>
                    <a:lnTo>
                      <a:pt x="613" y="109"/>
                    </a:lnTo>
                    <a:lnTo>
                      <a:pt x="613" y="109"/>
                    </a:lnTo>
                    <a:lnTo>
                      <a:pt x="615" y="109"/>
                    </a:lnTo>
                    <a:lnTo>
                      <a:pt x="615" y="109"/>
                    </a:lnTo>
                    <a:lnTo>
                      <a:pt x="618" y="109"/>
                    </a:lnTo>
                    <a:lnTo>
                      <a:pt x="618" y="109"/>
                    </a:lnTo>
                    <a:lnTo>
                      <a:pt x="618" y="109"/>
                    </a:lnTo>
                    <a:lnTo>
                      <a:pt x="618" y="109"/>
                    </a:lnTo>
                    <a:lnTo>
                      <a:pt x="620" y="109"/>
                    </a:lnTo>
                    <a:lnTo>
                      <a:pt x="620" y="109"/>
                    </a:lnTo>
                    <a:lnTo>
                      <a:pt x="623" y="109"/>
                    </a:lnTo>
                    <a:lnTo>
                      <a:pt x="623" y="106"/>
                    </a:lnTo>
                    <a:lnTo>
                      <a:pt x="623" y="106"/>
                    </a:lnTo>
                    <a:lnTo>
                      <a:pt x="623" y="106"/>
                    </a:lnTo>
                    <a:lnTo>
                      <a:pt x="625" y="106"/>
                    </a:lnTo>
                    <a:lnTo>
                      <a:pt x="625" y="109"/>
                    </a:lnTo>
                    <a:lnTo>
                      <a:pt x="625" y="109"/>
                    </a:lnTo>
                    <a:lnTo>
                      <a:pt x="625" y="109"/>
                    </a:lnTo>
                    <a:lnTo>
                      <a:pt x="627" y="109"/>
                    </a:lnTo>
                    <a:lnTo>
                      <a:pt x="627" y="109"/>
                    </a:lnTo>
                    <a:lnTo>
                      <a:pt x="627" y="109"/>
                    </a:lnTo>
                    <a:lnTo>
                      <a:pt x="630" y="109"/>
                    </a:lnTo>
                    <a:lnTo>
                      <a:pt x="630" y="109"/>
                    </a:lnTo>
                    <a:lnTo>
                      <a:pt x="630" y="111"/>
                    </a:lnTo>
                    <a:lnTo>
                      <a:pt x="630" y="111"/>
                    </a:lnTo>
                    <a:lnTo>
                      <a:pt x="632" y="111"/>
                    </a:lnTo>
                    <a:lnTo>
                      <a:pt x="632" y="111"/>
                    </a:lnTo>
                    <a:lnTo>
                      <a:pt x="632" y="111"/>
                    </a:lnTo>
                    <a:lnTo>
                      <a:pt x="632" y="111"/>
                    </a:lnTo>
                    <a:lnTo>
                      <a:pt x="632" y="111"/>
                    </a:lnTo>
                    <a:lnTo>
                      <a:pt x="634" y="111"/>
                    </a:lnTo>
                    <a:lnTo>
                      <a:pt x="634" y="114"/>
                    </a:lnTo>
                    <a:lnTo>
                      <a:pt x="634" y="114"/>
                    </a:lnTo>
                    <a:lnTo>
                      <a:pt x="637" y="114"/>
                    </a:lnTo>
                    <a:lnTo>
                      <a:pt x="637" y="114"/>
                    </a:lnTo>
                    <a:lnTo>
                      <a:pt x="637" y="111"/>
                    </a:lnTo>
                    <a:lnTo>
                      <a:pt x="637" y="111"/>
                    </a:lnTo>
                    <a:lnTo>
                      <a:pt x="637" y="111"/>
                    </a:lnTo>
                    <a:lnTo>
                      <a:pt x="639" y="111"/>
                    </a:lnTo>
                    <a:lnTo>
                      <a:pt x="639" y="111"/>
                    </a:lnTo>
                    <a:lnTo>
                      <a:pt x="639" y="111"/>
                    </a:lnTo>
                    <a:lnTo>
                      <a:pt x="639" y="111"/>
                    </a:lnTo>
                    <a:lnTo>
                      <a:pt x="639" y="109"/>
                    </a:lnTo>
                    <a:lnTo>
                      <a:pt x="641" y="109"/>
                    </a:lnTo>
                    <a:lnTo>
                      <a:pt x="641" y="109"/>
                    </a:lnTo>
                    <a:lnTo>
                      <a:pt x="641" y="109"/>
                    </a:lnTo>
                    <a:lnTo>
                      <a:pt x="641" y="106"/>
                    </a:lnTo>
                    <a:lnTo>
                      <a:pt x="644" y="106"/>
                    </a:lnTo>
                    <a:lnTo>
                      <a:pt x="644" y="106"/>
                    </a:lnTo>
                    <a:lnTo>
                      <a:pt x="644" y="106"/>
                    </a:lnTo>
                    <a:lnTo>
                      <a:pt x="644" y="104"/>
                    </a:lnTo>
                    <a:lnTo>
                      <a:pt x="644" y="104"/>
                    </a:lnTo>
                    <a:lnTo>
                      <a:pt x="646" y="104"/>
                    </a:lnTo>
                    <a:lnTo>
                      <a:pt x="646" y="104"/>
                    </a:lnTo>
                    <a:lnTo>
                      <a:pt x="646" y="104"/>
                    </a:lnTo>
                    <a:lnTo>
                      <a:pt x="646" y="104"/>
                    </a:lnTo>
                    <a:lnTo>
                      <a:pt x="649" y="104"/>
                    </a:lnTo>
                    <a:lnTo>
                      <a:pt x="649" y="104"/>
                    </a:lnTo>
                    <a:lnTo>
                      <a:pt x="651" y="104"/>
                    </a:lnTo>
                    <a:lnTo>
                      <a:pt x="651" y="104"/>
                    </a:lnTo>
                    <a:lnTo>
                      <a:pt x="651" y="104"/>
                    </a:lnTo>
                    <a:lnTo>
                      <a:pt x="653" y="104"/>
                    </a:lnTo>
                    <a:lnTo>
                      <a:pt x="653" y="104"/>
                    </a:lnTo>
                    <a:lnTo>
                      <a:pt x="653" y="104"/>
                    </a:lnTo>
                    <a:lnTo>
                      <a:pt x="653" y="104"/>
                    </a:lnTo>
                    <a:lnTo>
                      <a:pt x="656" y="104"/>
                    </a:lnTo>
                    <a:lnTo>
                      <a:pt x="656" y="104"/>
                    </a:lnTo>
                    <a:lnTo>
                      <a:pt x="658" y="104"/>
                    </a:lnTo>
                    <a:lnTo>
                      <a:pt x="658" y="104"/>
                    </a:lnTo>
                    <a:lnTo>
                      <a:pt x="658" y="104"/>
                    </a:lnTo>
                    <a:lnTo>
                      <a:pt x="660" y="104"/>
                    </a:lnTo>
                    <a:lnTo>
                      <a:pt x="660" y="106"/>
                    </a:lnTo>
                    <a:lnTo>
                      <a:pt x="660" y="106"/>
                    </a:lnTo>
                    <a:lnTo>
                      <a:pt x="663" y="106"/>
                    </a:lnTo>
                    <a:lnTo>
                      <a:pt x="663" y="106"/>
                    </a:lnTo>
                    <a:lnTo>
                      <a:pt x="663" y="106"/>
                    </a:lnTo>
                    <a:lnTo>
                      <a:pt x="663" y="109"/>
                    </a:lnTo>
                    <a:lnTo>
                      <a:pt x="663" y="109"/>
                    </a:lnTo>
                    <a:lnTo>
                      <a:pt x="665" y="109"/>
                    </a:lnTo>
                    <a:lnTo>
                      <a:pt x="665" y="109"/>
                    </a:lnTo>
                    <a:lnTo>
                      <a:pt x="665" y="109"/>
                    </a:lnTo>
                    <a:lnTo>
                      <a:pt x="665" y="111"/>
                    </a:lnTo>
                    <a:lnTo>
                      <a:pt x="665" y="111"/>
                    </a:lnTo>
                    <a:lnTo>
                      <a:pt x="668" y="111"/>
                    </a:lnTo>
                    <a:lnTo>
                      <a:pt x="668" y="111"/>
                    </a:lnTo>
                    <a:lnTo>
                      <a:pt x="668" y="111"/>
                    </a:lnTo>
                    <a:lnTo>
                      <a:pt x="670" y="111"/>
                    </a:lnTo>
                    <a:lnTo>
                      <a:pt x="670" y="111"/>
                    </a:lnTo>
                    <a:lnTo>
                      <a:pt x="670" y="111"/>
                    </a:lnTo>
                    <a:lnTo>
                      <a:pt x="670" y="111"/>
                    </a:lnTo>
                    <a:lnTo>
                      <a:pt x="672" y="111"/>
                    </a:lnTo>
                    <a:lnTo>
                      <a:pt x="672" y="111"/>
                    </a:lnTo>
                    <a:lnTo>
                      <a:pt x="672" y="111"/>
                    </a:lnTo>
                    <a:lnTo>
                      <a:pt x="672" y="114"/>
                    </a:lnTo>
                    <a:lnTo>
                      <a:pt x="672" y="114"/>
                    </a:lnTo>
                    <a:lnTo>
                      <a:pt x="675" y="114"/>
                    </a:lnTo>
                    <a:lnTo>
                      <a:pt x="675" y="116"/>
                    </a:lnTo>
                    <a:lnTo>
                      <a:pt x="675" y="116"/>
                    </a:lnTo>
                    <a:lnTo>
                      <a:pt x="675" y="116"/>
                    </a:lnTo>
                    <a:lnTo>
                      <a:pt x="677" y="116"/>
                    </a:lnTo>
                    <a:lnTo>
                      <a:pt x="677" y="116"/>
                    </a:lnTo>
                    <a:lnTo>
                      <a:pt x="677" y="116"/>
                    </a:lnTo>
                    <a:lnTo>
                      <a:pt x="677" y="118"/>
                    </a:lnTo>
                    <a:lnTo>
                      <a:pt x="677" y="118"/>
                    </a:lnTo>
                    <a:lnTo>
                      <a:pt x="677" y="121"/>
                    </a:lnTo>
                    <a:lnTo>
                      <a:pt x="679" y="121"/>
                    </a:lnTo>
                    <a:lnTo>
                      <a:pt x="679" y="121"/>
                    </a:lnTo>
                    <a:lnTo>
                      <a:pt x="679" y="121"/>
                    </a:lnTo>
                    <a:lnTo>
                      <a:pt x="679" y="121"/>
                    </a:lnTo>
                    <a:lnTo>
                      <a:pt x="679" y="121"/>
                    </a:lnTo>
                    <a:lnTo>
                      <a:pt x="682" y="121"/>
                    </a:lnTo>
                    <a:lnTo>
                      <a:pt x="682" y="121"/>
                    </a:lnTo>
                    <a:lnTo>
                      <a:pt x="684" y="121"/>
                    </a:lnTo>
                    <a:lnTo>
                      <a:pt x="684" y="121"/>
                    </a:lnTo>
                    <a:lnTo>
                      <a:pt x="684" y="121"/>
                    </a:lnTo>
                    <a:lnTo>
                      <a:pt x="686" y="121"/>
                    </a:lnTo>
                    <a:lnTo>
                      <a:pt x="686" y="121"/>
                    </a:lnTo>
                    <a:lnTo>
                      <a:pt x="686" y="123"/>
                    </a:lnTo>
                    <a:lnTo>
                      <a:pt x="686" y="123"/>
                    </a:lnTo>
                    <a:lnTo>
                      <a:pt x="689" y="123"/>
                    </a:lnTo>
                    <a:lnTo>
                      <a:pt x="689" y="123"/>
                    </a:lnTo>
                    <a:lnTo>
                      <a:pt x="689" y="125"/>
                    </a:lnTo>
                    <a:lnTo>
                      <a:pt x="689" y="125"/>
                    </a:lnTo>
                    <a:lnTo>
                      <a:pt x="689" y="125"/>
                    </a:lnTo>
                    <a:lnTo>
                      <a:pt x="689" y="125"/>
                    </a:lnTo>
                    <a:lnTo>
                      <a:pt x="686" y="125"/>
                    </a:lnTo>
                    <a:lnTo>
                      <a:pt x="686" y="125"/>
                    </a:lnTo>
                    <a:lnTo>
                      <a:pt x="686" y="125"/>
                    </a:lnTo>
                    <a:lnTo>
                      <a:pt x="686" y="125"/>
                    </a:lnTo>
                    <a:lnTo>
                      <a:pt x="686" y="125"/>
                    </a:lnTo>
                    <a:lnTo>
                      <a:pt x="686" y="125"/>
                    </a:lnTo>
                    <a:lnTo>
                      <a:pt x="686" y="128"/>
                    </a:lnTo>
                    <a:lnTo>
                      <a:pt x="686" y="128"/>
                    </a:lnTo>
                    <a:lnTo>
                      <a:pt x="689" y="128"/>
                    </a:lnTo>
                    <a:lnTo>
                      <a:pt x="689" y="128"/>
                    </a:lnTo>
                    <a:lnTo>
                      <a:pt x="689" y="130"/>
                    </a:lnTo>
                    <a:lnTo>
                      <a:pt x="686" y="130"/>
                    </a:lnTo>
                    <a:lnTo>
                      <a:pt x="686" y="130"/>
                    </a:lnTo>
                    <a:lnTo>
                      <a:pt x="689" y="130"/>
                    </a:lnTo>
                    <a:lnTo>
                      <a:pt x="689" y="132"/>
                    </a:lnTo>
                    <a:lnTo>
                      <a:pt x="686" y="132"/>
                    </a:lnTo>
                    <a:lnTo>
                      <a:pt x="686" y="132"/>
                    </a:lnTo>
                    <a:lnTo>
                      <a:pt x="689" y="132"/>
                    </a:lnTo>
                    <a:lnTo>
                      <a:pt x="689" y="132"/>
                    </a:lnTo>
                    <a:lnTo>
                      <a:pt x="689" y="132"/>
                    </a:lnTo>
                    <a:lnTo>
                      <a:pt x="689" y="135"/>
                    </a:lnTo>
                    <a:lnTo>
                      <a:pt x="689" y="135"/>
                    </a:lnTo>
                    <a:lnTo>
                      <a:pt x="691" y="135"/>
                    </a:lnTo>
                    <a:lnTo>
                      <a:pt x="691" y="137"/>
                    </a:lnTo>
                    <a:lnTo>
                      <a:pt x="689" y="137"/>
                    </a:lnTo>
                    <a:lnTo>
                      <a:pt x="689" y="137"/>
                    </a:lnTo>
                    <a:lnTo>
                      <a:pt x="689" y="137"/>
                    </a:lnTo>
                    <a:lnTo>
                      <a:pt x="689" y="140"/>
                    </a:lnTo>
                    <a:lnTo>
                      <a:pt x="686" y="140"/>
                    </a:lnTo>
                    <a:lnTo>
                      <a:pt x="686" y="140"/>
                    </a:lnTo>
                    <a:lnTo>
                      <a:pt x="686" y="140"/>
                    </a:lnTo>
                    <a:lnTo>
                      <a:pt x="686" y="140"/>
                    </a:lnTo>
                    <a:lnTo>
                      <a:pt x="686" y="142"/>
                    </a:lnTo>
                    <a:lnTo>
                      <a:pt x="684" y="142"/>
                    </a:lnTo>
                    <a:lnTo>
                      <a:pt x="684" y="142"/>
                    </a:lnTo>
                    <a:lnTo>
                      <a:pt x="684" y="142"/>
                    </a:lnTo>
                    <a:lnTo>
                      <a:pt x="684" y="142"/>
                    </a:lnTo>
                    <a:lnTo>
                      <a:pt x="684" y="142"/>
                    </a:lnTo>
                    <a:lnTo>
                      <a:pt x="682" y="142"/>
                    </a:lnTo>
                    <a:lnTo>
                      <a:pt x="682" y="144"/>
                    </a:lnTo>
                    <a:lnTo>
                      <a:pt x="682" y="144"/>
                    </a:lnTo>
                    <a:lnTo>
                      <a:pt x="682" y="144"/>
                    </a:lnTo>
                    <a:lnTo>
                      <a:pt x="679" y="144"/>
                    </a:lnTo>
                    <a:lnTo>
                      <a:pt x="679" y="144"/>
                    </a:lnTo>
                    <a:lnTo>
                      <a:pt x="679" y="144"/>
                    </a:lnTo>
                    <a:lnTo>
                      <a:pt x="679" y="142"/>
                    </a:lnTo>
                    <a:lnTo>
                      <a:pt x="679" y="142"/>
                    </a:lnTo>
                    <a:lnTo>
                      <a:pt x="679" y="142"/>
                    </a:lnTo>
                    <a:lnTo>
                      <a:pt x="679" y="142"/>
                    </a:lnTo>
                    <a:lnTo>
                      <a:pt x="679" y="142"/>
                    </a:lnTo>
                    <a:lnTo>
                      <a:pt x="679" y="140"/>
                    </a:lnTo>
                    <a:lnTo>
                      <a:pt x="679" y="140"/>
                    </a:lnTo>
                    <a:lnTo>
                      <a:pt x="679" y="140"/>
                    </a:lnTo>
                    <a:lnTo>
                      <a:pt x="677" y="140"/>
                    </a:lnTo>
                    <a:lnTo>
                      <a:pt x="677" y="140"/>
                    </a:lnTo>
                    <a:lnTo>
                      <a:pt x="677" y="137"/>
                    </a:lnTo>
                    <a:lnTo>
                      <a:pt x="677" y="137"/>
                    </a:lnTo>
                    <a:lnTo>
                      <a:pt x="675" y="137"/>
                    </a:lnTo>
                    <a:lnTo>
                      <a:pt x="675" y="137"/>
                    </a:lnTo>
                    <a:lnTo>
                      <a:pt x="675" y="137"/>
                    </a:lnTo>
                    <a:lnTo>
                      <a:pt x="675" y="137"/>
                    </a:lnTo>
                    <a:lnTo>
                      <a:pt x="672" y="137"/>
                    </a:lnTo>
                    <a:lnTo>
                      <a:pt x="672" y="137"/>
                    </a:lnTo>
                    <a:lnTo>
                      <a:pt x="672" y="137"/>
                    </a:lnTo>
                    <a:lnTo>
                      <a:pt x="672" y="135"/>
                    </a:lnTo>
                    <a:lnTo>
                      <a:pt x="672" y="135"/>
                    </a:lnTo>
                    <a:lnTo>
                      <a:pt x="670" y="135"/>
                    </a:lnTo>
                    <a:lnTo>
                      <a:pt x="670" y="135"/>
                    </a:lnTo>
                    <a:lnTo>
                      <a:pt x="670" y="135"/>
                    </a:lnTo>
                    <a:lnTo>
                      <a:pt x="670" y="135"/>
                    </a:lnTo>
                    <a:lnTo>
                      <a:pt x="670" y="135"/>
                    </a:lnTo>
                    <a:lnTo>
                      <a:pt x="668" y="135"/>
                    </a:lnTo>
                    <a:lnTo>
                      <a:pt x="668" y="135"/>
                    </a:lnTo>
                    <a:lnTo>
                      <a:pt x="665" y="135"/>
                    </a:lnTo>
                    <a:lnTo>
                      <a:pt x="665" y="135"/>
                    </a:lnTo>
                    <a:lnTo>
                      <a:pt x="665" y="135"/>
                    </a:lnTo>
                    <a:lnTo>
                      <a:pt x="663" y="135"/>
                    </a:lnTo>
                    <a:lnTo>
                      <a:pt x="663" y="135"/>
                    </a:lnTo>
                    <a:lnTo>
                      <a:pt x="663" y="137"/>
                    </a:lnTo>
                    <a:lnTo>
                      <a:pt x="663" y="137"/>
                    </a:lnTo>
                    <a:lnTo>
                      <a:pt x="663" y="135"/>
                    </a:lnTo>
                    <a:lnTo>
                      <a:pt x="660" y="135"/>
                    </a:lnTo>
                    <a:lnTo>
                      <a:pt x="660" y="135"/>
                    </a:lnTo>
                    <a:lnTo>
                      <a:pt x="658" y="135"/>
                    </a:lnTo>
                    <a:lnTo>
                      <a:pt x="658" y="135"/>
                    </a:lnTo>
                    <a:lnTo>
                      <a:pt x="658" y="135"/>
                    </a:lnTo>
                    <a:lnTo>
                      <a:pt x="656" y="135"/>
                    </a:lnTo>
                    <a:lnTo>
                      <a:pt x="656" y="135"/>
                    </a:lnTo>
                    <a:lnTo>
                      <a:pt x="653" y="135"/>
                    </a:lnTo>
                    <a:lnTo>
                      <a:pt x="653" y="137"/>
                    </a:lnTo>
                    <a:lnTo>
                      <a:pt x="653" y="137"/>
                    </a:lnTo>
                    <a:lnTo>
                      <a:pt x="653" y="137"/>
                    </a:lnTo>
                    <a:lnTo>
                      <a:pt x="653" y="137"/>
                    </a:lnTo>
                    <a:lnTo>
                      <a:pt x="651" y="137"/>
                    </a:lnTo>
                    <a:lnTo>
                      <a:pt x="651" y="140"/>
                    </a:lnTo>
                    <a:lnTo>
                      <a:pt x="651" y="140"/>
                    </a:lnTo>
                    <a:lnTo>
                      <a:pt x="651" y="140"/>
                    </a:lnTo>
                    <a:lnTo>
                      <a:pt x="651" y="140"/>
                    </a:lnTo>
                    <a:lnTo>
                      <a:pt x="649" y="140"/>
                    </a:lnTo>
                    <a:lnTo>
                      <a:pt x="649" y="140"/>
                    </a:lnTo>
                    <a:lnTo>
                      <a:pt x="649" y="142"/>
                    </a:lnTo>
                    <a:lnTo>
                      <a:pt x="646" y="142"/>
                    </a:lnTo>
                    <a:lnTo>
                      <a:pt x="646" y="142"/>
                    </a:lnTo>
                    <a:lnTo>
                      <a:pt x="646" y="142"/>
                    </a:lnTo>
                    <a:lnTo>
                      <a:pt x="646" y="142"/>
                    </a:lnTo>
                    <a:lnTo>
                      <a:pt x="646" y="142"/>
                    </a:lnTo>
                    <a:lnTo>
                      <a:pt x="644" y="142"/>
                    </a:lnTo>
                    <a:lnTo>
                      <a:pt x="644" y="142"/>
                    </a:lnTo>
                    <a:lnTo>
                      <a:pt x="644" y="142"/>
                    </a:lnTo>
                    <a:lnTo>
                      <a:pt x="641" y="142"/>
                    </a:lnTo>
                    <a:lnTo>
                      <a:pt x="641" y="142"/>
                    </a:lnTo>
                    <a:lnTo>
                      <a:pt x="641" y="142"/>
                    </a:lnTo>
                    <a:lnTo>
                      <a:pt x="641" y="142"/>
                    </a:lnTo>
                    <a:lnTo>
                      <a:pt x="639" y="142"/>
                    </a:lnTo>
                    <a:lnTo>
                      <a:pt x="639" y="142"/>
                    </a:lnTo>
                    <a:lnTo>
                      <a:pt x="639" y="142"/>
                    </a:lnTo>
                    <a:lnTo>
                      <a:pt x="637" y="142"/>
                    </a:lnTo>
                    <a:lnTo>
                      <a:pt x="637" y="142"/>
                    </a:lnTo>
                    <a:lnTo>
                      <a:pt x="637" y="142"/>
                    </a:lnTo>
                    <a:lnTo>
                      <a:pt x="637" y="142"/>
                    </a:lnTo>
                    <a:lnTo>
                      <a:pt x="637" y="144"/>
                    </a:lnTo>
                    <a:lnTo>
                      <a:pt x="637" y="144"/>
                    </a:lnTo>
                    <a:lnTo>
                      <a:pt x="637" y="144"/>
                    </a:lnTo>
                    <a:lnTo>
                      <a:pt x="637" y="147"/>
                    </a:lnTo>
                    <a:lnTo>
                      <a:pt x="637" y="147"/>
                    </a:lnTo>
                    <a:lnTo>
                      <a:pt x="634" y="147"/>
                    </a:lnTo>
                    <a:lnTo>
                      <a:pt x="634" y="147"/>
                    </a:lnTo>
                    <a:lnTo>
                      <a:pt x="634" y="147"/>
                    </a:lnTo>
                    <a:lnTo>
                      <a:pt x="632" y="147"/>
                    </a:lnTo>
                    <a:lnTo>
                      <a:pt x="632" y="147"/>
                    </a:lnTo>
                    <a:lnTo>
                      <a:pt x="632" y="147"/>
                    </a:lnTo>
                    <a:lnTo>
                      <a:pt x="632" y="147"/>
                    </a:lnTo>
                    <a:lnTo>
                      <a:pt x="630" y="147"/>
                    </a:lnTo>
                    <a:lnTo>
                      <a:pt x="630" y="147"/>
                    </a:lnTo>
                    <a:lnTo>
                      <a:pt x="630" y="147"/>
                    </a:lnTo>
                    <a:lnTo>
                      <a:pt x="627" y="147"/>
                    </a:lnTo>
                    <a:lnTo>
                      <a:pt x="627" y="147"/>
                    </a:lnTo>
                    <a:lnTo>
                      <a:pt x="625" y="147"/>
                    </a:lnTo>
                    <a:lnTo>
                      <a:pt x="625" y="147"/>
                    </a:lnTo>
                    <a:lnTo>
                      <a:pt x="625" y="147"/>
                    </a:lnTo>
                    <a:lnTo>
                      <a:pt x="625" y="147"/>
                    </a:lnTo>
                    <a:lnTo>
                      <a:pt x="625" y="147"/>
                    </a:lnTo>
                    <a:lnTo>
                      <a:pt x="623" y="147"/>
                    </a:lnTo>
                    <a:lnTo>
                      <a:pt x="623" y="147"/>
                    </a:lnTo>
                    <a:lnTo>
                      <a:pt x="623" y="149"/>
                    </a:lnTo>
                    <a:lnTo>
                      <a:pt x="623" y="149"/>
                    </a:lnTo>
                    <a:lnTo>
                      <a:pt x="620" y="149"/>
                    </a:lnTo>
                    <a:lnTo>
                      <a:pt x="620" y="149"/>
                    </a:lnTo>
                    <a:lnTo>
                      <a:pt x="618" y="149"/>
                    </a:lnTo>
                    <a:lnTo>
                      <a:pt x="618" y="149"/>
                    </a:lnTo>
                    <a:lnTo>
                      <a:pt x="618" y="149"/>
                    </a:lnTo>
                    <a:lnTo>
                      <a:pt x="618" y="151"/>
                    </a:lnTo>
                    <a:lnTo>
                      <a:pt x="618" y="151"/>
                    </a:lnTo>
                    <a:lnTo>
                      <a:pt x="618" y="151"/>
                    </a:lnTo>
                    <a:lnTo>
                      <a:pt x="615" y="151"/>
                    </a:lnTo>
                    <a:lnTo>
                      <a:pt x="615" y="151"/>
                    </a:lnTo>
                    <a:lnTo>
                      <a:pt x="615" y="151"/>
                    </a:lnTo>
                    <a:lnTo>
                      <a:pt x="613" y="151"/>
                    </a:lnTo>
                    <a:lnTo>
                      <a:pt x="613" y="154"/>
                    </a:lnTo>
                    <a:lnTo>
                      <a:pt x="613" y="154"/>
                    </a:lnTo>
                    <a:lnTo>
                      <a:pt x="613" y="154"/>
                    </a:lnTo>
                    <a:lnTo>
                      <a:pt x="613" y="156"/>
                    </a:lnTo>
                    <a:lnTo>
                      <a:pt x="613" y="156"/>
                    </a:lnTo>
                    <a:lnTo>
                      <a:pt x="613" y="156"/>
                    </a:lnTo>
                    <a:lnTo>
                      <a:pt x="611" y="156"/>
                    </a:lnTo>
                    <a:lnTo>
                      <a:pt x="611" y="159"/>
                    </a:lnTo>
                    <a:lnTo>
                      <a:pt x="611" y="159"/>
                    </a:lnTo>
                    <a:lnTo>
                      <a:pt x="611" y="161"/>
                    </a:lnTo>
                    <a:lnTo>
                      <a:pt x="613" y="161"/>
                    </a:lnTo>
                    <a:lnTo>
                      <a:pt x="613" y="161"/>
                    </a:lnTo>
                    <a:lnTo>
                      <a:pt x="613" y="161"/>
                    </a:lnTo>
                    <a:lnTo>
                      <a:pt x="611" y="161"/>
                    </a:lnTo>
                    <a:lnTo>
                      <a:pt x="611" y="163"/>
                    </a:lnTo>
                    <a:lnTo>
                      <a:pt x="611" y="163"/>
                    </a:lnTo>
                    <a:lnTo>
                      <a:pt x="611" y="163"/>
                    </a:lnTo>
                    <a:lnTo>
                      <a:pt x="611" y="163"/>
                    </a:lnTo>
                    <a:lnTo>
                      <a:pt x="608" y="163"/>
                    </a:lnTo>
                    <a:lnTo>
                      <a:pt x="608" y="163"/>
                    </a:lnTo>
                    <a:lnTo>
                      <a:pt x="606" y="163"/>
                    </a:lnTo>
                    <a:lnTo>
                      <a:pt x="606" y="163"/>
                    </a:lnTo>
                    <a:lnTo>
                      <a:pt x="606" y="166"/>
                    </a:lnTo>
                    <a:lnTo>
                      <a:pt x="606" y="166"/>
                    </a:lnTo>
                    <a:lnTo>
                      <a:pt x="604" y="166"/>
                    </a:lnTo>
                    <a:lnTo>
                      <a:pt x="604" y="166"/>
                    </a:lnTo>
                    <a:lnTo>
                      <a:pt x="604" y="166"/>
                    </a:lnTo>
                    <a:lnTo>
                      <a:pt x="604" y="168"/>
                    </a:lnTo>
                    <a:lnTo>
                      <a:pt x="604" y="168"/>
                    </a:lnTo>
                    <a:lnTo>
                      <a:pt x="601" y="168"/>
                    </a:lnTo>
                    <a:lnTo>
                      <a:pt x="601" y="168"/>
                    </a:lnTo>
                    <a:lnTo>
                      <a:pt x="601" y="168"/>
                    </a:lnTo>
                    <a:lnTo>
                      <a:pt x="601" y="170"/>
                    </a:lnTo>
                    <a:lnTo>
                      <a:pt x="599" y="170"/>
                    </a:lnTo>
                    <a:lnTo>
                      <a:pt x="599" y="170"/>
                    </a:lnTo>
                    <a:lnTo>
                      <a:pt x="599" y="170"/>
                    </a:lnTo>
                    <a:lnTo>
                      <a:pt x="599" y="170"/>
                    </a:lnTo>
                    <a:lnTo>
                      <a:pt x="596" y="170"/>
                    </a:lnTo>
                    <a:lnTo>
                      <a:pt x="596" y="170"/>
                    </a:lnTo>
                    <a:lnTo>
                      <a:pt x="596" y="170"/>
                    </a:lnTo>
                    <a:lnTo>
                      <a:pt x="594" y="170"/>
                    </a:lnTo>
                    <a:lnTo>
                      <a:pt x="594" y="170"/>
                    </a:lnTo>
                    <a:lnTo>
                      <a:pt x="594" y="170"/>
                    </a:lnTo>
                    <a:lnTo>
                      <a:pt x="592" y="170"/>
                    </a:lnTo>
                    <a:lnTo>
                      <a:pt x="592" y="170"/>
                    </a:lnTo>
                    <a:lnTo>
                      <a:pt x="592" y="170"/>
                    </a:lnTo>
                    <a:lnTo>
                      <a:pt x="589" y="170"/>
                    </a:lnTo>
                    <a:lnTo>
                      <a:pt x="589" y="170"/>
                    </a:lnTo>
                    <a:lnTo>
                      <a:pt x="589" y="170"/>
                    </a:lnTo>
                    <a:lnTo>
                      <a:pt x="587" y="170"/>
                    </a:lnTo>
                    <a:lnTo>
                      <a:pt x="587" y="170"/>
                    </a:lnTo>
                    <a:lnTo>
                      <a:pt x="585" y="170"/>
                    </a:lnTo>
                    <a:lnTo>
                      <a:pt x="585" y="170"/>
                    </a:lnTo>
                    <a:lnTo>
                      <a:pt x="585" y="170"/>
                    </a:lnTo>
                    <a:lnTo>
                      <a:pt x="585" y="170"/>
                    </a:lnTo>
                    <a:lnTo>
                      <a:pt x="582" y="170"/>
                    </a:lnTo>
                    <a:lnTo>
                      <a:pt x="582" y="170"/>
                    </a:lnTo>
                    <a:lnTo>
                      <a:pt x="580" y="170"/>
                    </a:lnTo>
                    <a:lnTo>
                      <a:pt x="580" y="170"/>
                    </a:lnTo>
                    <a:lnTo>
                      <a:pt x="580" y="170"/>
                    </a:lnTo>
                    <a:lnTo>
                      <a:pt x="580" y="170"/>
                    </a:lnTo>
                    <a:lnTo>
                      <a:pt x="578" y="170"/>
                    </a:lnTo>
                    <a:lnTo>
                      <a:pt x="578" y="170"/>
                    </a:lnTo>
                    <a:lnTo>
                      <a:pt x="578" y="170"/>
                    </a:lnTo>
                    <a:lnTo>
                      <a:pt x="578" y="170"/>
                    </a:lnTo>
                    <a:lnTo>
                      <a:pt x="575" y="170"/>
                    </a:lnTo>
                    <a:lnTo>
                      <a:pt x="575" y="170"/>
                    </a:lnTo>
                    <a:lnTo>
                      <a:pt x="575" y="170"/>
                    </a:lnTo>
                    <a:lnTo>
                      <a:pt x="573" y="170"/>
                    </a:lnTo>
                    <a:lnTo>
                      <a:pt x="573" y="173"/>
                    </a:lnTo>
                    <a:lnTo>
                      <a:pt x="573" y="173"/>
                    </a:lnTo>
                    <a:lnTo>
                      <a:pt x="573" y="173"/>
                    </a:lnTo>
                    <a:lnTo>
                      <a:pt x="573" y="175"/>
                    </a:lnTo>
                    <a:lnTo>
                      <a:pt x="573" y="175"/>
                    </a:lnTo>
                    <a:lnTo>
                      <a:pt x="573" y="175"/>
                    </a:lnTo>
                    <a:lnTo>
                      <a:pt x="573" y="178"/>
                    </a:lnTo>
                    <a:lnTo>
                      <a:pt x="570" y="178"/>
                    </a:lnTo>
                    <a:lnTo>
                      <a:pt x="570" y="178"/>
                    </a:lnTo>
                    <a:lnTo>
                      <a:pt x="570" y="178"/>
                    </a:lnTo>
                    <a:lnTo>
                      <a:pt x="570" y="178"/>
                    </a:lnTo>
                    <a:lnTo>
                      <a:pt x="570" y="180"/>
                    </a:lnTo>
                    <a:lnTo>
                      <a:pt x="568" y="180"/>
                    </a:lnTo>
                    <a:lnTo>
                      <a:pt x="568" y="180"/>
                    </a:lnTo>
                    <a:lnTo>
                      <a:pt x="568" y="180"/>
                    </a:lnTo>
                    <a:lnTo>
                      <a:pt x="566" y="180"/>
                    </a:lnTo>
                    <a:lnTo>
                      <a:pt x="566" y="180"/>
                    </a:lnTo>
                    <a:lnTo>
                      <a:pt x="566" y="180"/>
                    </a:lnTo>
                    <a:lnTo>
                      <a:pt x="566" y="180"/>
                    </a:lnTo>
                    <a:lnTo>
                      <a:pt x="566" y="182"/>
                    </a:lnTo>
                    <a:lnTo>
                      <a:pt x="563" y="182"/>
                    </a:lnTo>
                    <a:lnTo>
                      <a:pt x="563" y="182"/>
                    </a:lnTo>
                    <a:lnTo>
                      <a:pt x="563" y="182"/>
                    </a:lnTo>
                    <a:lnTo>
                      <a:pt x="563" y="182"/>
                    </a:lnTo>
                    <a:lnTo>
                      <a:pt x="561" y="182"/>
                    </a:lnTo>
                    <a:lnTo>
                      <a:pt x="561" y="185"/>
                    </a:lnTo>
                    <a:lnTo>
                      <a:pt x="561" y="185"/>
                    </a:lnTo>
                    <a:lnTo>
                      <a:pt x="559" y="185"/>
                    </a:lnTo>
                    <a:lnTo>
                      <a:pt x="559" y="185"/>
                    </a:lnTo>
                    <a:lnTo>
                      <a:pt x="559" y="185"/>
                    </a:lnTo>
                    <a:lnTo>
                      <a:pt x="559" y="185"/>
                    </a:lnTo>
                    <a:lnTo>
                      <a:pt x="556" y="185"/>
                    </a:lnTo>
                    <a:lnTo>
                      <a:pt x="556" y="187"/>
                    </a:lnTo>
                    <a:lnTo>
                      <a:pt x="556" y="187"/>
                    </a:lnTo>
                    <a:lnTo>
                      <a:pt x="556" y="187"/>
                    </a:lnTo>
                    <a:lnTo>
                      <a:pt x="556" y="187"/>
                    </a:lnTo>
                    <a:lnTo>
                      <a:pt x="554" y="187"/>
                    </a:lnTo>
                    <a:lnTo>
                      <a:pt x="554" y="187"/>
                    </a:lnTo>
                    <a:lnTo>
                      <a:pt x="554" y="187"/>
                    </a:lnTo>
                    <a:lnTo>
                      <a:pt x="552" y="187"/>
                    </a:lnTo>
                    <a:lnTo>
                      <a:pt x="552" y="187"/>
                    </a:lnTo>
                    <a:lnTo>
                      <a:pt x="552" y="187"/>
                    </a:lnTo>
                    <a:lnTo>
                      <a:pt x="549" y="187"/>
                    </a:lnTo>
                    <a:lnTo>
                      <a:pt x="549" y="187"/>
                    </a:lnTo>
                    <a:lnTo>
                      <a:pt x="547" y="187"/>
                    </a:lnTo>
                    <a:lnTo>
                      <a:pt x="547" y="187"/>
                    </a:lnTo>
                    <a:lnTo>
                      <a:pt x="547" y="187"/>
                    </a:lnTo>
                    <a:lnTo>
                      <a:pt x="544" y="187"/>
                    </a:lnTo>
                    <a:lnTo>
                      <a:pt x="544" y="187"/>
                    </a:lnTo>
                    <a:lnTo>
                      <a:pt x="544" y="187"/>
                    </a:lnTo>
                    <a:lnTo>
                      <a:pt x="544" y="185"/>
                    </a:lnTo>
                    <a:lnTo>
                      <a:pt x="542" y="185"/>
                    </a:lnTo>
                    <a:lnTo>
                      <a:pt x="542" y="185"/>
                    </a:lnTo>
                    <a:lnTo>
                      <a:pt x="540" y="185"/>
                    </a:lnTo>
                    <a:lnTo>
                      <a:pt x="540" y="185"/>
                    </a:lnTo>
                    <a:lnTo>
                      <a:pt x="540" y="185"/>
                    </a:lnTo>
                    <a:lnTo>
                      <a:pt x="540" y="185"/>
                    </a:lnTo>
                    <a:lnTo>
                      <a:pt x="537" y="185"/>
                    </a:lnTo>
                    <a:lnTo>
                      <a:pt x="537" y="185"/>
                    </a:lnTo>
                    <a:lnTo>
                      <a:pt x="537" y="185"/>
                    </a:lnTo>
                    <a:lnTo>
                      <a:pt x="535" y="185"/>
                    </a:lnTo>
                    <a:lnTo>
                      <a:pt x="535" y="182"/>
                    </a:lnTo>
                    <a:lnTo>
                      <a:pt x="535" y="182"/>
                    </a:lnTo>
                    <a:lnTo>
                      <a:pt x="533" y="182"/>
                    </a:lnTo>
                    <a:lnTo>
                      <a:pt x="533" y="182"/>
                    </a:lnTo>
                    <a:lnTo>
                      <a:pt x="533" y="182"/>
                    </a:lnTo>
                    <a:lnTo>
                      <a:pt x="533" y="182"/>
                    </a:lnTo>
                    <a:lnTo>
                      <a:pt x="533" y="180"/>
                    </a:lnTo>
                    <a:lnTo>
                      <a:pt x="530" y="180"/>
                    </a:lnTo>
                    <a:lnTo>
                      <a:pt x="530" y="180"/>
                    </a:lnTo>
                    <a:lnTo>
                      <a:pt x="530" y="180"/>
                    </a:lnTo>
                    <a:lnTo>
                      <a:pt x="530" y="180"/>
                    </a:lnTo>
                    <a:lnTo>
                      <a:pt x="530" y="180"/>
                    </a:lnTo>
                    <a:lnTo>
                      <a:pt x="528" y="180"/>
                    </a:lnTo>
                    <a:lnTo>
                      <a:pt x="528" y="180"/>
                    </a:lnTo>
                    <a:lnTo>
                      <a:pt x="525" y="180"/>
                    </a:lnTo>
                    <a:lnTo>
                      <a:pt x="525" y="180"/>
                    </a:lnTo>
                    <a:lnTo>
                      <a:pt x="525" y="180"/>
                    </a:lnTo>
                    <a:lnTo>
                      <a:pt x="523" y="180"/>
                    </a:lnTo>
                    <a:lnTo>
                      <a:pt x="523" y="180"/>
                    </a:lnTo>
                    <a:lnTo>
                      <a:pt x="523" y="180"/>
                    </a:lnTo>
                    <a:lnTo>
                      <a:pt x="521" y="180"/>
                    </a:lnTo>
                    <a:lnTo>
                      <a:pt x="521" y="180"/>
                    </a:lnTo>
                    <a:lnTo>
                      <a:pt x="518" y="180"/>
                    </a:lnTo>
                    <a:lnTo>
                      <a:pt x="518" y="180"/>
                    </a:lnTo>
                    <a:lnTo>
                      <a:pt x="518" y="180"/>
                    </a:lnTo>
                    <a:lnTo>
                      <a:pt x="518" y="180"/>
                    </a:lnTo>
                    <a:lnTo>
                      <a:pt x="516" y="180"/>
                    </a:lnTo>
                    <a:lnTo>
                      <a:pt x="516" y="180"/>
                    </a:lnTo>
                    <a:lnTo>
                      <a:pt x="516" y="180"/>
                    </a:lnTo>
                    <a:lnTo>
                      <a:pt x="516" y="180"/>
                    </a:lnTo>
                    <a:lnTo>
                      <a:pt x="516" y="182"/>
                    </a:lnTo>
                    <a:lnTo>
                      <a:pt x="514" y="182"/>
                    </a:lnTo>
                    <a:lnTo>
                      <a:pt x="514" y="182"/>
                    </a:lnTo>
                    <a:lnTo>
                      <a:pt x="514" y="185"/>
                    </a:lnTo>
                    <a:lnTo>
                      <a:pt x="514" y="185"/>
                    </a:lnTo>
                    <a:lnTo>
                      <a:pt x="514" y="185"/>
                    </a:lnTo>
                    <a:lnTo>
                      <a:pt x="511" y="185"/>
                    </a:lnTo>
                    <a:lnTo>
                      <a:pt x="511" y="187"/>
                    </a:lnTo>
                    <a:lnTo>
                      <a:pt x="511" y="187"/>
                    </a:lnTo>
                    <a:lnTo>
                      <a:pt x="511" y="187"/>
                    </a:lnTo>
                    <a:lnTo>
                      <a:pt x="511" y="189"/>
                    </a:lnTo>
                    <a:lnTo>
                      <a:pt x="511" y="189"/>
                    </a:lnTo>
                    <a:lnTo>
                      <a:pt x="511" y="189"/>
                    </a:lnTo>
                    <a:lnTo>
                      <a:pt x="511" y="192"/>
                    </a:lnTo>
                    <a:lnTo>
                      <a:pt x="511" y="192"/>
                    </a:lnTo>
                    <a:lnTo>
                      <a:pt x="509" y="192"/>
                    </a:lnTo>
                    <a:lnTo>
                      <a:pt x="509" y="192"/>
                    </a:lnTo>
                    <a:lnTo>
                      <a:pt x="509" y="192"/>
                    </a:lnTo>
                    <a:lnTo>
                      <a:pt x="509" y="194"/>
                    </a:lnTo>
                    <a:lnTo>
                      <a:pt x="509" y="194"/>
                    </a:lnTo>
                    <a:lnTo>
                      <a:pt x="507" y="194"/>
                    </a:lnTo>
                    <a:lnTo>
                      <a:pt x="507" y="196"/>
                    </a:lnTo>
                    <a:lnTo>
                      <a:pt x="507" y="196"/>
                    </a:lnTo>
                    <a:lnTo>
                      <a:pt x="507" y="196"/>
                    </a:lnTo>
                    <a:lnTo>
                      <a:pt x="507" y="199"/>
                    </a:lnTo>
                    <a:lnTo>
                      <a:pt x="507" y="199"/>
                    </a:lnTo>
                    <a:lnTo>
                      <a:pt x="507" y="199"/>
                    </a:lnTo>
                    <a:lnTo>
                      <a:pt x="509" y="199"/>
                    </a:lnTo>
                    <a:lnTo>
                      <a:pt x="509" y="201"/>
                    </a:lnTo>
                    <a:lnTo>
                      <a:pt x="509" y="201"/>
                    </a:lnTo>
                    <a:lnTo>
                      <a:pt x="509" y="201"/>
                    </a:lnTo>
                    <a:lnTo>
                      <a:pt x="509" y="201"/>
                    </a:lnTo>
                    <a:lnTo>
                      <a:pt x="511" y="201"/>
                    </a:lnTo>
                    <a:lnTo>
                      <a:pt x="511" y="204"/>
                    </a:lnTo>
                    <a:lnTo>
                      <a:pt x="511" y="204"/>
                    </a:lnTo>
                    <a:lnTo>
                      <a:pt x="511" y="204"/>
                    </a:lnTo>
                    <a:lnTo>
                      <a:pt x="511" y="204"/>
                    </a:lnTo>
                    <a:lnTo>
                      <a:pt x="511" y="206"/>
                    </a:lnTo>
                    <a:lnTo>
                      <a:pt x="514" y="206"/>
                    </a:lnTo>
                    <a:lnTo>
                      <a:pt x="514" y="206"/>
                    </a:lnTo>
                    <a:lnTo>
                      <a:pt x="516" y="206"/>
                    </a:lnTo>
                    <a:lnTo>
                      <a:pt x="516" y="206"/>
                    </a:lnTo>
                    <a:lnTo>
                      <a:pt x="516" y="206"/>
                    </a:lnTo>
                    <a:lnTo>
                      <a:pt x="516" y="206"/>
                    </a:lnTo>
                    <a:lnTo>
                      <a:pt x="518" y="206"/>
                    </a:lnTo>
                    <a:lnTo>
                      <a:pt x="518" y="208"/>
                    </a:lnTo>
                    <a:lnTo>
                      <a:pt x="518" y="208"/>
                    </a:lnTo>
                    <a:lnTo>
                      <a:pt x="518" y="208"/>
                    </a:lnTo>
                    <a:lnTo>
                      <a:pt x="518" y="208"/>
                    </a:lnTo>
                    <a:lnTo>
                      <a:pt x="518" y="211"/>
                    </a:lnTo>
                    <a:lnTo>
                      <a:pt x="518" y="211"/>
                    </a:lnTo>
                    <a:lnTo>
                      <a:pt x="521" y="211"/>
                    </a:lnTo>
                    <a:lnTo>
                      <a:pt x="521" y="211"/>
                    </a:lnTo>
                    <a:lnTo>
                      <a:pt x="521" y="213"/>
                    </a:lnTo>
                    <a:lnTo>
                      <a:pt x="518" y="213"/>
                    </a:lnTo>
                    <a:lnTo>
                      <a:pt x="518" y="213"/>
                    </a:lnTo>
                    <a:lnTo>
                      <a:pt x="518" y="213"/>
                    </a:lnTo>
                    <a:lnTo>
                      <a:pt x="518" y="213"/>
                    </a:lnTo>
                    <a:lnTo>
                      <a:pt x="516" y="213"/>
                    </a:lnTo>
                    <a:lnTo>
                      <a:pt x="516" y="213"/>
                    </a:lnTo>
                    <a:lnTo>
                      <a:pt x="516" y="213"/>
                    </a:lnTo>
                    <a:lnTo>
                      <a:pt x="516" y="215"/>
                    </a:lnTo>
                    <a:lnTo>
                      <a:pt x="514" y="215"/>
                    </a:lnTo>
                    <a:lnTo>
                      <a:pt x="514" y="215"/>
                    </a:lnTo>
                    <a:lnTo>
                      <a:pt x="514" y="218"/>
                    </a:lnTo>
                    <a:lnTo>
                      <a:pt x="514" y="218"/>
                    </a:lnTo>
                    <a:lnTo>
                      <a:pt x="514" y="218"/>
                    </a:lnTo>
                    <a:lnTo>
                      <a:pt x="511" y="218"/>
                    </a:lnTo>
                    <a:lnTo>
                      <a:pt x="511" y="220"/>
                    </a:lnTo>
                    <a:lnTo>
                      <a:pt x="511" y="220"/>
                    </a:lnTo>
                    <a:lnTo>
                      <a:pt x="511" y="220"/>
                    </a:lnTo>
                    <a:lnTo>
                      <a:pt x="511" y="220"/>
                    </a:lnTo>
                    <a:lnTo>
                      <a:pt x="509" y="220"/>
                    </a:lnTo>
                    <a:lnTo>
                      <a:pt x="509" y="220"/>
                    </a:lnTo>
                    <a:lnTo>
                      <a:pt x="507" y="220"/>
                    </a:lnTo>
                    <a:lnTo>
                      <a:pt x="507" y="220"/>
                    </a:lnTo>
                    <a:lnTo>
                      <a:pt x="507" y="220"/>
                    </a:lnTo>
                    <a:lnTo>
                      <a:pt x="507" y="220"/>
                    </a:lnTo>
                    <a:lnTo>
                      <a:pt x="504" y="220"/>
                    </a:lnTo>
                    <a:lnTo>
                      <a:pt x="504" y="220"/>
                    </a:lnTo>
                    <a:lnTo>
                      <a:pt x="504" y="220"/>
                    </a:lnTo>
                    <a:lnTo>
                      <a:pt x="504" y="223"/>
                    </a:lnTo>
                    <a:lnTo>
                      <a:pt x="502" y="223"/>
                    </a:lnTo>
                    <a:lnTo>
                      <a:pt x="502" y="223"/>
                    </a:lnTo>
                    <a:lnTo>
                      <a:pt x="499" y="223"/>
                    </a:lnTo>
                    <a:lnTo>
                      <a:pt x="499" y="223"/>
                    </a:lnTo>
                    <a:lnTo>
                      <a:pt x="499" y="223"/>
                    </a:lnTo>
                    <a:lnTo>
                      <a:pt x="499" y="223"/>
                    </a:lnTo>
                    <a:lnTo>
                      <a:pt x="499" y="225"/>
                    </a:lnTo>
                    <a:lnTo>
                      <a:pt x="497" y="225"/>
                    </a:lnTo>
                    <a:lnTo>
                      <a:pt x="497" y="225"/>
                    </a:lnTo>
                    <a:lnTo>
                      <a:pt x="497" y="225"/>
                    </a:lnTo>
                    <a:lnTo>
                      <a:pt x="497" y="227"/>
                    </a:lnTo>
                    <a:lnTo>
                      <a:pt x="497" y="227"/>
                    </a:lnTo>
                    <a:lnTo>
                      <a:pt x="497" y="227"/>
                    </a:lnTo>
                    <a:lnTo>
                      <a:pt x="495" y="227"/>
                    </a:lnTo>
                    <a:lnTo>
                      <a:pt x="495" y="230"/>
                    </a:lnTo>
                    <a:lnTo>
                      <a:pt x="495" y="230"/>
                    </a:lnTo>
                    <a:lnTo>
                      <a:pt x="495" y="230"/>
                    </a:lnTo>
                    <a:lnTo>
                      <a:pt x="492" y="230"/>
                    </a:lnTo>
                    <a:lnTo>
                      <a:pt x="492" y="230"/>
                    </a:lnTo>
                    <a:lnTo>
                      <a:pt x="492" y="230"/>
                    </a:lnTo>
                    <a:lnTo>
                      <a:pt x="492" y="232"/>
                    </a:lnTo>
                    <a:lnTo>
                      <a:pt x="492" y="232"/>
                    </a:lnTo>
                    <a:lnTo>
                      <a:pt x="492" y="232"/>
                    </a:lnTo>
                    <a:lnTo>
                      <a:pt x="490" y="232"/>
                    </a:lnTo>
                    <a:lnTo>
                      <a:pt x="490" y="234"/>
                    </a:lnTo>
                    <a:lnTo>
                      <a:pt x="490" y="234"/>
                    </a:lnTo>
                    <a:lnTo>
                      <a:pt x="490" y="234"/>
                    </a:lnTo>
                    <a:lnTo>
                      <a:pt x="490" y="234"/>
                    </a:lnTo>
                    <a:lnTo>
                      <a:pt x="488" y="234"/>
                    </a:lnTo>
                    <a:lnTo>
                      <a:pt x="488" y="234"/>
                    </a:lnTo>
                    <a:lnTo>
                      <a:pt x="488" y="237"/>
                    </a:lnTo>
                    <a:lnTo>
                      <a:pt x="488" y="237"/>
                    </a:lnTo>
                    <a:lnTo>
                      <a:pt x="485" y="237"/>
                    </a:lnTo>
                    <a:lnTo>
                      <a:pt x="485" y="239"/>
                    </a:lnTo>
                    <a:lnTo>
                      <a:pt x="485" y="239"/>
                    </a:lnTo>
                    <a:lnTo>
                      <a:pt x="485" y="239"/>
                    </a:lnTo>
                    <a:lnTo>
                      <a:pt x="485" y="239"/>
                    </a:lnTo>
                    <a:lnTo>
                      <a:pt x="483" y="239"/>
                    </a:lnTo>
                    <a:lnTo>
                      <a:pt x="483" y="239"/>
                    </a:lnTo>
                    <a:lnTo>
                      <a:pt x="483" y="242"/>
                    </a:lnTo>
                    <a:lnTo>
                      <a:pt x="483" y="242"/>
                    </a:lnTo>
                    <a:lnTo>
                      <a:pt x="481" y="242"/>
                    </a:lnTo>
                    <a:lnTo>
                      <a:pt x="481" y="242"/>
                    </a:lnTo>
                    <a:lnTo>
                      <a:pt x="481" y="242"/>
                    </a:lnTo>
                    <a:lnTo>
                      <a:pt x="478" y="242"/>
                    </a:lnTo>
                    <a:lnTo>
                      <a:pt x="478" y="242"/>
                    </a:lnTo>
                    <a:lnTo>
                      <a:pt x="478" y="242"/>
                    </a:lnTo>
                    <a:lnTo>
                      <a:pt x="476" y="242"/>
                    </a:lnTo>
                    <a:lnTo>
                      <a:pt x="476" y="242"/>
                    </a:lnTo>
                    <a:lnTo>
                      <a:pt x="473" y="242"/>
                    </a:lnTo>
                    <a:lnTo>
                      <a:pt x="473" y="242"/>
                    </a:lnTo>
                    <a:lnTo>
                      <a:pt x="473" y="242"/>
                    </a:lnTo>
                    <a:lnTo>
                      <a:pt x="473" y="242"/>
                    </a:lnTo>
                    <a:lnTo>
                      <a:pt x="471" y="242"/>
                    </a:lnTo>
                    <a:lnTo>
                      <a:pt x="471" y="242"/>
                    </a:lnTo>
                    <a:lnTo>
                      <a:pt x="471" y="244"/>
                    </a:lnTo>
                    <a:lnTo>
                      <a:pt x="471" y="244"/>
                    </a:lnTo>
                    <a:lnTo>
                      <a:pt x="469" y="244"/>
                    </a:lnTo>
                    <a:lnTo>
                      <a:pt x="469" y="244"/>
                    </a:lnTo>
                    <a:lnTo>
                      <a:pt x="469" y="244"/>
                    </a:lnTo>
                    <a:lnTo>
                      <a:pt x="466" y="244"/>
                    </a:lnTo>
                    <a:lnTo>
                      <a:pt x="466" y="246"/>
                    </a:lnTo>
                    <a:lnTo>
                      <a:pt x="466" y="246"/>
                    </a:lnTo>
                    <a:lnTo>
                      <a:pt x="466" y="246"/>
                    </a:lnTo>
                    <a:lnTo>
                      <a:pt x="464" y="246"/>
                    </a:lnTo>
                    <a:lnTo>
                      <a:pt x="464" y="246"/>
                    </a:lnTo>
                    <a:lnTo>
                      <a:pt x="464" y="246"/>
                    </a:lnTo>
                    <a:lnTo>
                      <a:pt x="464" y="246"/>
                    </a:lnTo>
                    <a:lnTo>
                      <a:pt x="462" y="246"/>
                    </a:lnTo>
                    <a:lnTo>
                      <a:pt x="462" y="246"/>
                    </a:lnTo>
                    <a:lnTo>
                      <a:pt x="459" y="246"/>
                    </a:lnTo>
                    <a:lnTo>
                      <a:pt x="459" y="246"/>
                    </a:lnTo>
                    <a:lnTo>
                      <a:pt x="459" y="246"/>
                    </a:lnTo>
                    <a:lnTo>
                      <a:pt x="459" y="246"/>
                    </a:lnTo>
                    <a:lnTo>
                      <a:pt x="457" y="246"/>
                    </a:lnTo>
                    <a:lnTo>
                      <a:pt x="457" y="246"/>
                    </a:lnTo>
                    <a:lnTo>
                      <a:pt x="457" y="246"/>
                    </a:lnTo>
                    <a:lnTo>
                      <a:pt x="454" y="246"/>
                    </a:lnTo>
                    <a:lnTo>
                      <a:pt x="454" y="246"/>
                    </a:lnTo>
                    <a:lnTo>
                      <a:pt x="454" y="246"/>
                    </a:lnTo>
                    <a:lnTo>
                      <a:pt x="452" y="246"/>
                    </a:lnTo>
                    <a:lnTo>
                      <a:pt x="452" y="246"/>
                    </a:lnTo>
                    <a:lnTo>
                      <a:pt x="452" y="249"/>
                    </a:lnTo>
                    <a:lnTo>
                      <a:pt x="452" y="249"/>
                    </a:lnTo>
                    <a:lnTo>
                      <a:pt x="452" y="246"/>
                    </a:lnTo>
                    <a:lnTo>
                      <a:pt x="450" y="246"/>
                    </a:lnTo>
                    <a:lnTo>
                      <a:pt x="450" y="246"/>
                    </a:lnTo>
                    <a:lnTo>
                      <a:pt x="450" y="246"/>
                    </a:lnTo>
                    <a:lnTo>
                      <a:pt x="447" y="246"/>
                    </a:lnTo>
                    <a:lnTo>
                      <a:pt x="447" y="246"/>
                    </a:lnTo>
                    <a:lnTo>
                      <a:pt x="447" y="246"/>
                    </a:lnTo>
                    <a:lnTo>
                      <a:pt x="445" y="246"/>
                    </a:lnTo>
                    <a:lnTo>
                      <a:pt x="445" y="246"/>
                    </a:lnTo>
                    <a:lnTo>
                      <a:pt x="445" y="246"/>
                    </a:lnTo>
                    <a:lnTo>
                      <a:pt x="443" y="246"/>
                    </a:lnTo>
                    <a:lnTo>
                      <a:pt x="443" y="246"/>
                    </a:lnTo>
                    <a:lnTo>
                      <a:pt x="440" y="246"/>
                    </a:lnTo>
                    <a:lnTo>
                      <a:pt x="440" y="246"/>
                    </a:lnTo>
                    <a:lnTo>
                      <a:pt x="440" y="246"/>
                    </a:lnTo>
                    <a:lnTo>
                      <a:pt x="438" y="246"/>
                    </a:lnTo>
                    <a:lnTo>
                      <a:pt x="438" y="246"/>
                    </a:lnTo>
                    <a:lnTo>
                      <a:pt x="438" y="246"/>
                    </a:lnTo>
                    <a:lnTo>
                      <a:pt x="436" y="246"/>
                    </a:lnTo>
                    <a:lnTo>
                      <a:pt x="436" y="246"/>
                    </a:lnTo>
                    <a:lnTo>
                      <a:pt x="433" y="246"/>
                    </a:lnTo>
                    <a:lnTo>
                      <a:pt x="433" y="246"/>
                    </a:lnTo>
                    <a:lnTo>
                      <a:pt x="433" y="246"/>
                    </a:lnTo>
                    <a:lnTo>
                      <a:pt x="433" y="246"/>
                    </a:lnTo>
                    <a:lnTo>
                      <a:pt x="431" y="246"/>
                    </a:lnTo>
                    <a:lnTo>
                      <a:pt x="431" y="246"/>
                    </a:lnTo>
                    <a:lnTo>
                      <a:pt x="431" y="246"/>
                    </a:lnTo>
                    <a:lnTo>
                      <a:pt x="428" y="246"/>
                    </a:lnTo>
                    <a:lnTo>
                      <a:pt x="428" y="246"/>
                    </a:lnTo>
                    <a:lnTo>
                      <a:pt x="426" y="246"/>
                    </a:lnTo>
                    <a:lnTo>
                      <a:pt x="426" y="246"/>
                    </a:lnTo>
                    <a:lnTo>
                      <a:pt x="426" y="246"/>
                    </a:lnTo>
                    <a:lnTo>
                      <a:pt x="424" y="246"/>
                    </a:lnTo>
                    <a:lnTo>
                      <a:pt x="424" y="246"/>
                    </a:lnTo>
                    <a:lnTo>
                      <a:pt x="424" y="246"/>
                    </a:lnTo>
                    <a:lnTo>
                      <a:pt x="424" y="246"/>
                    </a:lnTo>
                    <a:lnTo>
                      <a:pt x="421" y="246"/>
                    </a:lnTo>
                    <a:lnTo>
                      <a:pt x="421" y="246"/>
                    </a:lnTo>
                    <a:lnTo>
                      <a:pt x="421" y="246"/>
                    </a:lnTo>
                    <a:lnTo>
                      <a:pt x="419" y="246"/>
                    </a:lnTo>
                    <a:lnTo>
                      <a:pt x="419" y="246"/>
                    </a:lnTo>
                    <a:lnTo>
                      <a:pt x="419" y="249"/>
                    </a:lnTo>
                    <a:lnTo>
                      <a:pt x="419" y="249"/>
                    </a:lnTo>
                    <a:lnTo>
                      <a:pt x="419" y="249"/>
                    </a:lnTo>
                    <a:lnTo>
                      <a:pt x="417" y="249"/>
                    </a:lnTo>
                    <a:lnTo>
                      <a:pt x="417" y="249"/>
                    </a:lnTo>
                    <a:lnTo>
                      <a:pt x="417" y="249"/>
                    </a:lnTo>
                    <a:lnTo>
                      <a:pt x="414" y="249"/>
                    </a:lnTo>
                    <a:lnTo>
                      <a:pt x="414" y="249"/>
                    </a:lnTo>
                    <a:lnTo>
                      <a:pt x="412" y="249"/>
                    </a:lnTo>
                    <a:lnTo>
                      <a:pt x="412" y="251"/>
                    </a:lnTo>
                    <a:lnTo>
                      <a:pt x="412" y="251"/>
                    </a:lnTo>
                    <a:lnTo>
                      <a:pt x="412" y="251"/>
                    </a:lnTo>
                    <a:lnTo>
                      <a:pt x="410" y="251"/>
                    </a:lnTo>
                    <a:lnTo>
                      <a:pt x="410" y="251"/>
                    </a:lnTo>
                    <a:lnTo>
                      <a:pt x="410" y="251"/>
                    </a:lnTo>
                    <a:lnTo>
                      <a:pt x="407" y="251"/>
                    </a:lnTo>
                    <a:lnTo>
                      <a:pt x="407" y="251"/>
                    </a:lnTo>
                    <a:lnTo>
                      <a:pt x="407" y="251"/>
                    </a:lnTo>
                    <a:lnTo>
                      <a:pt x="405" y="251"/>
                    </a:lnTo>
                    <a:lnTo>
                      <a:pt x="405" y="251"/>
                    </a:lnTo>
                    <a:lnTo>
                      <a:pt x="405" y="251"/>
                    </a:lnTo>
                    <a:lnTo>
                      <a:pt x="405" y="251"/>
                    </a:lnTo>
                    <a:lnTo>
                      <a:pt x="402" y="251"/>
                    </a:lnTo>
                    <a:lnTo>
                      <a:pt x="402" y="251"/>
                    </a:lnTo>
                    <a:lnTo>
                      <a:pt x="402" y="253"/>
                    </a:lnTo>
                    <a:lnTo>
                      <a:pt x="400" y="253"/>
                    </a:lnTo>
                    <a:lnTo>
                      <a:pt x="400" y="253"/>
                    </a:lnTo>
                    <a:lnTo>
                      <a:pt x="400" y="253"/>
                    </a:lnTo>
                    <a:lnTo>
                      <a:pt x="400" y="253"/>
                    </a:lnTo>
                    <a:lnTo>
                      <a:pt x="398" y="253"/>
                    </a:lnTo>
                    <a:lnTo>
                      <a:pt x="398" y="253"/>
                    </a:lnTo>
                    <a:lnTo>
                      <a:pt x="398" y="253"/>
                    </a:lnTo>
                    <a:lnTo>
                      <a:pt x="398" y="256"/>
                    </a:lnTo>
                    <a:lnTo>
                      <a:pt x="395" y="256"/>
                    </a:lnTo>
                    <a:lnTo>
                      <a:pt x="395" y="256"/>
                    </a:lnTo>
                    <a:lnTo>
                      <a:pt x="393" y="256"/>
                    </a:lnTo>
                    <a:lnTo>
                      <a:pt x="393" y="256"/>
                    </a:lnTo>
                    <a:lnTo>
                      <a:pt x="393" y="256"/>
                    </a:lnTo>
                    <a:lnTo>
                      <a:pt x="393" y="256"/>
                    </a:lnTo>
                    <a:lnTo>
                      <a:pt x="391" y="256"/>
                    </a:lnTo>
                    <a:lnTo>
                      <a:pt x="391" y="258"/>
                    </a:lnTo>
                    <a:lnTo>
                      <a:pt x="391" y="258"/>
                    </a:lnTo>
                    <a:lnTo>
                      <a:pt x="391" y="258"/>
                    </a:lnTo>
                    <a:lnTo>
                      <a:pt x="388" y="258"/>
                    </a:lnTo>
                    <a:lnTo>
                      <a:pt x="388" y="258"/>
                    </a:lnTo>
                    <a:lnTo>
                      <a:pt x="388" y="258"/>
                    </a:lnTo>
                    <a:lnTo>
                      <a:pt x="386" y="258"/>
                    </a:lnTo>
                    <a:lnTo>
                      <a:pt x="386" y="258"/>
                    </a:lnTo>
                    <a:lnTo>
                      <a:pt x="386" y="260"/>
                    </a:lnTo>
                    <a:lnTo>
                      <a:pt x="386" y="260"/>
                    </a:lnTo>
                    <a:lnTo>
                      <a:pt x="383" y="260"/>
                    </a:lnTo>
                    <a:lnTo>
                      <a:pt x="383" y="260"/>
                    </a:lnTo>
                    <a:lnTo>
                      <a:pt x="383" y="260"/>
                    </a:lnTo>
                    <a:lnTo>
                      <a:pt x="383" y="260"/>
                    </a:lnTo>
                    <a:lnTo>
                      <a:pt x="381" y="260"/>
                    </a:lnTo>
                    <a:lnTo>
                      <a:pt x="381" y="260"/>
                    </a:lnTo>
                    <a:lnTo>
                      <a:pt x="381" y="260"/>
                    </a:lnTo>
                    <a:lnTo>
                      <a:pt x="379" y="260"/>
                    </a:lnTo>
                    <a:lnTo>
                      <a:pt x="379" y="263"/>
                    </a:lnTo>
                    <a:lnTo>
                      <a:pt x="379" y="263"/>
                    </a:lnTo>
                    <a:lnTo>
                      <a:pt x="379" y="263"/>
                    </a:lnTo>
                    <a:lnTo>
                      <a:pt x="379" y="263"/>
                    </a:lnTo>
                    <a:lnTo>
                      <a:pt x="376" y="263"/>
                    </a:lnTo>
                    <a:lnTo>
                      <a:pt x="376" y="263"/>
                    </a:lnTo>
                    <a:lnTo>
                      <a:pt x="376" y="263"/>
                    </a:lnTo>
                    <a:lnTo>
                      <a:pt x="376" y="265"/>
                    </a:lnTo>
                    <a:lnTo>
                      <a:pt x="374" y="265"/>
                    </a:lnTo>
                    <a:lnTo>
                      <a:pt x="374" y="265"/>
                    </a:lnTo>
                    <a:lnTo>
                      <a:pt x="374" y="265"/>
                    </a:lnTo>
                    <a:lnTo>
                      <a:pt x="372" y="265"/>
                    </a:lnTo>
                    <a:lnTo>
                      <a:pt x="372" y="268"/>
                    </a:lnTo>
                    <a:lnTo>
                      <a:pt x="372" y="268"/>
                    </a:lnTo>
                    <a:lnTo>
                      <a:pt x="372" y="268"/>
                    </a:lnTo>
                    <a:lnTo>
                      <a:pt x="372" y="268"/>
                    </a:lnTo>
                    <a:lnTo>
                      <a:pt x="369" y="268"/>
                    </a:lnTo>
                    <a:lnTo>
                      <a:pt x="369" y="268"/>
                    </a:lnTo>
                    <a:lnTo>
                      <a:pt x="369" y="268"/>
                    </a:lnTo>
                    <a:lnTo>
                      <a:pt x="367" y="268"/>
                    </a:lnTo>
                    <a:lnTo>
                      <a:pt x="367" y="268"/>
                    </a:lnTo>
                    <a:lnTo>
                      <a:pt x="367" y="268"/>
                    </a:lnTo>
                    <a:lnTo>
                      <a:pt x="365" y="268"/>
                    </a:lnTo>
                    <a:lnTo>
                      <a:pt x="365" y="268"/>
                    </a:lnTo>
                    <a:lnTo>
                      <a:pt x="365" y="268"/>
                    </a:lnTo>
                    <a:lnTo>
                      <a:pt x="365" y="265"/>
                    </a:lnTo>
                    <a:lnTo>
                      <a:pt x="362" y="265"/>
                    </a:lnTo>
                    <a:lnTo>
                      <a:pt x="362" y="265"/>
                    </a:lnTo>
                    <a:lnTo>
                      <a:pt x="360" y="265"/>
                    </a:lnTo>
                    <a:lnTo>
                      <a:pt x="360" y="265"/>
                    </a:lnTo>
                    <a:lnTo>
                      <a:pt x="360" y="265"/>
                    </a:lnTo>
                    <a:lnTo>
                      <a:pt x="360" y="263"/>
                    </a:lnTo>
                    <a:lnTo>
                      <a:pt x="360" y="263"/>
                    </a:lnTo>
                    <a:lnTo>
                      <a:pt x="360" y="260"/>
                    </a:lnTo>
                    <a:lnTo>
                      <a:pt x="360" y="260"/>
                    </a:lnTo>
                    <a:lnTo>
                      <a:pt x="360" y="260"/>
                    </a:lnTo>
                    <a:lnTo>
                      <a:pt x="357" y="260"/>
                    </a:lnTo>
                    <a:lnTo>
                      <a:pt x="357" y="260"/>
                    </a:lnTo>
                    <a:lnTo>
                      <a:pt x="357" y="260"/>
                    </a:lnTo>
                    <a:lnTo>
                      <a:pt x="355" y="260"/>
                    </a:lnTo>
                    <a:lnTo>
                      <a:pt x="355" y="260"/>
                    </a:lnTo>
                    <a:lnTo>
                      <a:pt x="355" y="260"/>
                    </a:lnTo>
                    <a:lnTo>
                      <a:pt x="353" y="260"/>
                    </a:lnTo>
                    <a:lnTo>
                      <a:pt x="353" y="260"/>
                    </a:lnTo>
                    <a:lnTo>
                      <a:pt x="353" y="260"/>
                    </a:lnTo>
                    <a:lnTo>
                      <a:pt x="350" y="260"/>
                    </a:lnTo>
                    <a:lnTo>
                      <a:pt x="350" y="260"/>
                    </a:lnTo>
                    <a:lnTo>
                      <a:pt x="350" y="260"/>
                    </a:lnTo>
                    <a:lnTo>
                      <a:pt x="350" y="263"/>
                    </a:lnTo>
                    <a:lnTo>
                      <a:pt x="348" y="263"/>
                    </a:lnTo>
                    <a:lnTo>
                      <a:pt x="348" y="263"/>
                    </a:lnTo>
                    <a:lnTo>
                      <a:pt x="346" y="263"/>
                    </a:lnTo>
                    <a:lnTo>
                      <a:pt x="346" y="263"/>
                    </a:lnTo>
                    <a:lnTo>
                      <a:pt x="346" y="263"/>
                    </a:lnTo>
                    <a:lnTo>
                      <a:pt x="346" y="260"/>
                    </a:lnTo>
                    <a:lnTo>
                      <a:pt x="343" y="260"/>
                    </a:lnTo>
                    <a:lnTo>
                      <a:pt x="343" y="260"/>
                    </a:lnTo>
                    <a:lnTo>
                      <a:pt x="343" y="260"/>
                    </a:lnTo>
                    <a:lnTo>
                      <a:pt x="341" y="260"/>
                    </a:lnTo>
                    <a:lnTo>
                      <a:pt x="341" y="260"/>
                    </a:lnTo>
                    <a:lnTo>
                      <a:pt x="341" y="260"/>
                    </a:lnTo>
                    <a:lnTo>
                      <a:pt x="339" y="260"/>
                    </a:lnTo>
                    <a:lnTo>
                      <a:pt x="339" y="260"/>
                    </a:lnTo>
                    <a:lnTo>
                      <a:pt x="339" y="260"/>
                    </a:lnTo>
                    <a:lnTo>
                      <a:pt x="336" y="260"/>
                    </a:lnTo>
                    <a:lnTo>
                      <a:pt x="336" y="260"/>
                    </a:lnTo>
                    <a:lnTo>
                      <a:pt x="334" y="260"/>
                    </a:lnTo>
                    <a:lnTo>
                      <a:pt x="334" y="260"/>
                    </a:lnTo>
                    <a:lnTo>
                      <a:pt x="334" y="260"/>
                    </a:lnTo>
                    <a:lnTo>
                      <a:pt x="334" y="260"/>
                    </a:lnTo>
                    <a:lnTo>
                      <a:pt x="331" y="260"/>
                    </a:lnTo>
                    <a:lnTo>
                      <a:pt x="331" y="258"/>
                    </a:lnTo>
                    <a:lnTo>
                      <a:pt x="331" y="258"/>
                    </a:lnTo>
                    <a:lnTo>
                      <a:pt x="331" y="258"/>
                    </a:lnTo>
                    <a:lnTo>
                      <a:pt x="329" y="258"/>
                    </a:lnTo>
                    <a:lnTo>
                      <a:pt x="329" y="258"/>
                    </a:lnTo>
                    <a:lnTo>
                      <a:pt x="329" y="258"/>
                    </a:lnTo>
                    <a:lnTo>
                      <a:pt x="327" y="258"/>
                    </a:lnTo>
                    <a:lnTo>
                      <a:pt x="327" y="258"/>
                    </a:lnTo>
                    <a:lnTo>
                      <a:pt x="327" y="256"/>
                    </a:lnTo>
                    <a:lnTo>
                      <a:pt x="327" y="256"/>
                    </a:lnTo>
                    <a:lnTo>
                      <a:pt x="324" y="256"/>
                    </a:lnTo>
                    <a:lnTo>
                      <a:pt x="324" y="256"/>
                    </a:lnTo>
                    <a:lnTo>
                      <a:pt x="324" y="256"/>
                    </a:lnTo>
                    <a:lnTo>
                      <a:pt x="324" y="256"/>
                    </a:lnTo>
                    <a:lnTo>
                      <a:pt x="322" y="256"/>
                    </a:lnTo>
                    <a:lnTo>
                      <a:pt x="322" y="253"/>
                    </a:lnTo>
                    <a:lnTo>
                      <a:pt x="322" y="253"/>
                    </a:lnTo>
                    <a:lnTo>
                      <a:pt x="320" y="253"/>
                    </a:lnTo>
                    <a:lnTo>
                      <a:pt x="320" y="253"/>
                    </a:lnTo>
                    <a:lnTo>
                      <a:pt x="320" y="253"/>
                    </a:lnTo>
                    <a:lnTo>
                      <a:pt x="317" y="253"/>
                    </a:lnTo>
                    <a:lnTo>
                      <a:pt x="317" y="253"/>
                    </a:lnTo>
                    <a:lnTo>
                      <a:pt x="317" y="253"/>
                    </a:lnTo>
                    <a:lnTo>
                      <a:pt x="315" y="253"/>
                    </a:lnTo>
                    <a:lnTo>
                      <a:pt x="315" y="253"/>
                    </a:lnTo>
                    <a:lnTo>
                      <a:pt x="312" y="253"/>
                    </a:lnTo>
                    <a:lnTo>
                      <a:pt x="312" y="253"/>
                    </a:lnTo>
                    <a:lnTo>
                      <a:pt x="312" y="253"/>
                    </a:lnTo>
                    <a:lnTo>
                      <a:pt x="312" y="253"/>
                    </a:lnTo>
                    <a:lnTo>
                      <a:pt x="310" y="253"/>
                    </a:lnTo>
                    <a:lnTo>
                      <a:pt x="310" y="253"/>
                    </a:lnTo>
                    <a:lnTo>
                      <a:pt x="310" y="251"/>
                    </a:lnTo>
                    <a:lnTo>
                      <a:pt x="310" y="251"/>
                    </a:lnTo>
                    <a:lnTo>
                      <a:pt x="308" y="251"/>
                    </a:lnTo>
                    <a:lnTo>
                      <a:pt x="308" y="251"/>
                    </a:lnTo>
                    <a:lnTo>
                      <a:pt x="305" y="251"/>
                    </a:lnTo>
                    <a:lnTo>
                      <a:pt x="305" y="251"/>
                    </a:lnTo>
                    <a:lnTo>
                      <a:pt x="305" y="251"/>
                    </a:lnTo>
                    <a:lnTo>
                      <a:pt x="305" y="251"/>
                    </a:lnTo>
                    <a:lnTo>
                      <a:pt x="305" y="251"/>
                    </a:lnTo>
                    <a:lnTo>
                      <a:pt x="305" y="249"/>
                    </a:lnTo>
                    <a:lnTo>
                      <a:pt x="303" y="249"/>
                    </a:lnTo>
                    <a:lnTo>
                      <a:pt x="303" y="249"/>
                    </a:lnTo>
                    <a:lnTo>
                      <a:pt x="303" y="249"/>
                    </a:lnTo>
                    <a:lnTo>
                      <a:pt x="303" y="246"/>
                    </a:lnTo>
                    <a:lnTo>
                      <a:pt x="303" y="246"/>
                    </a:lnTo>
                    <a:lnTo>
                      <a:pt x="303" y="246"/>
                    </a:lnTo>
                    <a:lnTo>
                      <a:pt x="301" y="246"/>
                    </a:lnTo>
                    <a:lnTo>
                      <a:pt x="301" y="244"/>
                    </a:lnTo>
                    <a:lnTo>
                      <a:pt x="301" y="244"/>
                    </a:lnTo>
                    <a:lnTo>
                      <a:pt x="298" y="244"/>
                    </a:lnTo>
                    <a:lnTo>
                      <a:pt x="298" y="244"/>
                    </a:lnTo>
                    <a:lnTo>
                      <a:pt x="298" y="244"/>
                    </a:lnTo>
                    <a:lnTo>
                      <a:pt x="296" y="244"/>
                    </a:lnTo>
                    <a:lnTo>
                      <a:pt x="296" y="244"/>
                    </a:lnTo>
                    <a:lnTo>
                      <a:pt x="296" y="244"/>
                    </a:lnTo>
                    <a:lnTo>
                      <a:pt x="294" y="244"/>
                    </a:lnTo>
                    <a:lnTo>
                      <a:pt x="294" y="244"/>
                    </a:lnTo>
                    <a:lnTo>
                      <a:pt x="294" y="244"/>
                    </a:lnTo>
                    <a:lnTo>
                      <a:pt x="291" y="244"/>
                    </a:lnTo>
                    <a:lnTo>
                      <a:pt x="291" y="244"/>
                    </a:lnTo>
                    <a:lnTo>
                      <a:pt x="291" y="242"/>
                    </a:lnTo>
                    <a:lnTo>
                      <a:pt x="291" y="242"/>
                    </a:lnTo>
                    <a:lnTo>
                      <a:pt x="289" y="242"/>
                    </a:lnTo>
                    <a:lnTo>
                      <a:pt x="289" y="242"/>
                    </a:lnTo>
                    <a:lnTo>
                      <a:pt x="286" y="242"/>
                    </a:lnTo>
                    <a:lnTo>
                      <a:pt x="286" y="242"/>
                    </a:lnTo>
                    <a:lnTo>
                      <a:pt x="286" y="242"/>
                    </a:lnTo>
                    <a:lnTo>
                      <a:pt x="286" y="242"/>
                    </a:lnTo>
                    <a:lnTo>
                      <a:pt x="284" y="242"/>
                    </a:lnTo>
                    <a:lnTo>
                      <a:pt x="284" y="242"/>
                    </a:lnTo>
                    <a:lnTo>
                      <a:pt x="284" y="242"/>
                    </a:lnTo>
                    <a:lnTo>
                      <a:pt x="282" y="242"/>
                    </a:lnTo>
                    <a:lnTo>
                      <a:pt x="282" y="242"/>
                    </a:lnTo>
                    <a:lnTo>
                      <a:pt x="282" y="242"/>
                    </a:lnTo>
                    <a:lnTo>
                      <a:pt x="279" y="242"/>
                    </a:lnTo>
                    <a:lnTo>
                      <a:pt x="279" y="242"/>
                    </a:lnTo>
                    <a:lnTo>
                      <a:pt x="279" y="242"/>
                    </a:lnTo>
                    <a:lnTo>
                      <a:pt x="277" y="242"/>
                    </a:lnTo>
                    <a:lnTo>
                      <a:pt x="277" y="242"/>
                    </a:lnTo>
                    <a:lnTo>
                      <a:pt x="277" y="242"/>
                    </a:lnTo>
                    <a:lnTo>
                      <a:pt x="275" y="242"/>
                    </a:lnTo>
                    <a:lnTo>
                      <a:pt x="275" y="242"/>
                    </a:lnTo>
                    <a:lnTo>
                      <a:pt x="272" y="242"/>
                    </a:lnTo>
                    <a:lnTo>
                      <a:pt x="272" y="242"/>
                    </a:lnTo>
                    <a:lnTo>
                      <a:pt x="272" y="242"/>
                    </a:lnTo>
                    <a:lnTo>
                      <a:pt x="270" y="242"/>
                    </a:lnTo>
                    <a:lnTo>
                      <a:pt x="270" y="242"/>
                    </a:lnTo>
                    <a:lnTo>
                      <a:pt x="270" y="242"/>
                    </a:lnTo>
                    <a:lnTo>
                      <a:pt x="270" y="242"/>
                    </a:lnTo>
                    <a:lnTo>
                      <a:pt x="267" y="242"/>
                    </a:lnTo>
                    <a:lnTo>
                      <a:pt x="267" y="242"/>
                    </a:lnTo>
                    <a:lnTo>
                      <a:pt x="265" y="242"/>
                    </a:lnTo>
                    <a:lnTo>
                      <a:pt x="265" y="242"/>
                    </a:lnTo>
                    <a:lnTo>
                      <a:pt x="265" y="242"/>
                    </a:lnTo>
                    <a:lnTo>
                      <a:pt x="263" y="242"/>
                    </a:lnTo>
                    <a:lnTo>
                      <a:pt x="263" y="242"/>
                    </a:lnTo>
                    <a:lnTo>
                      <a:pt x="263" y="242"/>
                    </a:lnTo>
                    <a:lnTo>
                      <a:pt x="263" y="242"/>
                    </a:lnTo>
                    <a:lnTo>
                      <a:pt x="260" y="242"/>
                    </a:lnTo>
                    <a:lnTo>
                      <a:pt x="260" y="242"/>
                    </a:lnTo>
                    <a:lnTo>
                      <a:pt x="260" y="242"/>
                    </a:lnTo>
                    <a:lnTo>
                      <a:pt x="258" y="242"/>
                    </a:lnTo>
                    <a:lnTo>
                      <a:pt x="258" y="242"/>
                    </a:lnTo>
                    <a:lnTo>
                      <a:pt x="258" y="242"/>
                    </a:lnTo>
                    <a:lnTo>
                      <a:pt x="256" y="242"/>
                    </a:lnTo>
                    <a:lnTo>
                      <a:pt x="256" y="242"/>
                    </a:lnTo>
                    <a:lnTo>
                      <a:pt x="256" y="242"/>
                    </a:lnTo>
                    <a:lnTo>
                      <a:pt x="253" y="242"/>
                    </a:lnTo>
                    <a:lnTo>
                      <a:pt x="253" y="242"/>
                    </a:lnTo>
                    <a:lnTo>
                      <a:pt x="253" y="242"/>
                    </a:lnTo>
                    <a:lnTo>
                      <a:pt x="251" y="242"/>
                    </a:lnTo>
                    <a:lnTo>
                      <a:pt x="251" y="242"/>
                    </a:lnTo>
                    <a:lnTo>
                      <a:pt x="251" y="242"/>
                    </a:lnTo>
                    <a:lnTo>
                      <a:pt x="249" y="242"/>
                    </a:lnTo>
                    <a:lnTo>
                      <a:pt x="249" y="242"/>
                    </a:lnTo>
                    <a:lnTo>
                      <a:pt x="246" y="242"/>
                    </a:lnTo>
                    <a:lnTo>
                      <a:pt x="246" y="242"/>
                    </a:lnTo>
                    <a:lnTo>
                      <a:pt x="246" y="242"/>
                    </a:lnTo>
                    <a:lnTo>
                      <a:pt x="244" y="242"/>
                    </a:lnTo>
                    <a:lnTo>
                      <a:pt x="244" y="242"/>
                    </a:lnTo>
                    <a:lnTo>
                      <a:pt x="244" y="242"/>
                    </a:lnTo>
                    <a:lnTo>
                      <a:pt x="241" y="242"/>
                    </a:lnTo>
                    <a:lnTo>
                      <a:pt x="241" y="242"/>
                    </a:lnTo>
                    <a:lnTo>
                      <a:pt x="241" y="242"/>
                    </a:lnTo>
                    <a:lnTo>
                      <a:pt x="239" y="242"/>
                    </a:lnTo>
                    <a:lnTo>
                      <a:pt x="239" y="242"/>
                    </a:lnTo>
                    <a:lnTo>
                      <a:pt x="239" y="242"/>
                    </a:lnTo>
                    <a:lnTo>
                      <a:pt x="237" y="242"/>
                    </a:lnTo>
                    <a:lnTo>
                      <a:pt x="237" y="242"/>
                    </a:lnTo>
                    <a:lnTo>
                      <a:pt x="237" y="242"/>
                    </a:lnTo>
                    <a:lnTo>
                      <a:pt x="234" y="242"/>
                    </a:lnTo>
                    <a:lnTo>
                      <a:pt x="234" y="242"/>
                    </a:lnTo>
                    <a:lnTo>
                      <a:pt x="232" y="242"/>
                    </a:lnTo>
                    <a:lnTo>
                      <a:pt x="232" y="242"/>
                    </a:lnTo>
                    <a:lnTo>
                      <a:pt x="232" y="242"/>
                    </a:lnTo>
                    <a:lnTo>
                      <a:pt x="230" y="242"/>
                    </a:lnTo>
                    <a:lnTo>
                      <a:pt x="230" y="242"/>
                    </a:lnTo>
                    <a:lnTo>
                      <a:pt x="227" y="242"/>
                    </a:lnTo>
                    <a:lnTo>
                      <a:pt x="227" y="242"/>
                    </a:lnTo>
                    <a:lnTo>
                      <a:pt x="227" y="242"/>
                    </a:lnTo>
                    <a:lnTo>
                      <a:pt x="225" y="242"/>
                    </a:lnTo>
                    <a:lnTo>
                      <a:pt x="225" y="242"/>
                    </a:lnTo>
                    <a:lnTo>
                      <a:pt x="225" y="242"/>
                    </a:lnTo>
                    <a:lnTo>
                      <a:pt x="225" y="242"/>
                    </a:lnTo>
                    <a:lnTo>
                      <a:pt x="223" y="242"/>
                    </a:lnTo>
                    <a:lnTo>
                      <a:pt x="223" y="242"/>
                    </a:lnTo>
                    <a:lnTo>
                      <a:pt x="220" y="242"/>
                    </a:lnTo>
                    <a:lnTo>
                      <a:pt x="220" y="242"/>
                    </a:lnTo>
                    <a:lnTo>
                      <a:pt x="220" y="242"/>
                    </a:lnTo>
                    <a:lnTo>
                      <a:pt x="218" y="242"/>
                    </a:lnTo>
                    <a:lnTo>
                      <a:pt x="218" y="239"/>
                    </a:lnTo>
                    <a:lnTo>
                      <a:pt x="218" y="239"/>
                    </a:lnTo>
                    <a:lnTo>
                      <a:pt x="218" y="239"/>
                    </a:lnTo>
                    <a:lnTo>
                      <a:pt x="215" y="239"/>
                    </a:lnTo>
                    <a:lnTo>
                      <a:pt x="215" y="239"/>
                    </a:lnTo>
                    <a:lnTo>
                      <a:pt x="213" y="239"/>
                    </a:lnTo>
                    <a:lnTo>
                      <a:pt x="213" y="239"/>
                    </a:lnTo>
                    <a:lnTo>
                      <a:pt x="213" y="239"/>
                    </a:lnTo>
                    <a:lnTo>
                      <a:pt x="211" y="239"/>
                    </a:lnTo>
                    <a:lnTo>
                      <a:pt x="211" y="239"/>
                    </a:lnTo>
                    <a:lnTo>
                      <a:pt x="211" y="239"/>
                    </a:lnTo>
                    <a:lnTo>
                      <a:pt x="208" y="239"/>
                    </a:lnTo>
                    <a:lnTo>
                      <a:pt x="208" y="239"/>
                    </a:lnTo>
                    <a:lnTo>
                      <a:pt x="208" y="239"/>
                    </a:lnTo>
                    <a:lnTo>
                      <a:pt x="206" y="239"/>
                    </a:lnTo>
                    <a:lnTo>
                      <a:pt x="206" y="239"/>
                    </a:lnTo>
                    <a:lnTo>
                      <a:pt x="206" y="239"/>
                    </a:lnTo>
                    <a:lnTo>
                      <a:pt x="204" y="239"/>
                    </a:lnTo>
                    <a:lnTo>
                      <a:pt x="204" y="239"/>
                    </a:lnTo>
                    <a:lnTo>
                      <a:pt x="204" y="239"/>
                    </a:lnTo>
                    <a:lnTo>
                      <a:pt x="204" y="237"/>
                    </a:lnTo>
                    <a:lnTo>
                      <a:pt x="201" y="237"/>
                    </a:lnTo>
                    <a:lnTo>
                      <a:pt x="201" y="237"/>
                    </a:lnTo>
                    <a:lnTo>
                      <a:pt x="201" y="239"/>
                    </a:lnTo>
                    <a:lnTo>
                      <a:pt x="199" y="239"/>
                    </a:lnTo>
                    <a:lnTo>
                      <a:pt x="199" y="239"/>
                    </a:lnTo>
                    <a:lnTo>
                      <a:pt x="199" y="239"/>
                    </a:lnTo>
                    <a:lnTo>
                      <a:pt x="199" y="239"/>
                    </a:lnTo>
                    <a:lnTo>
                      <a:pt x="196" y="239"/>
                    </a:lnTo>
                    <a:lnTo>
                      <a:pt x="196" y="239"/>
                    </a:lnTo>
                    <a:lnTo>
                      <a:pt x="196" y="239"/>
                    </a:lnTo>
                    <a:lnTo>
                      <a:pt x="194" y="239"/>
                    </a:lnTo>
                    <a:lnTo>
                      <a:pt x="194" y="239"/>
                    </a:lnTo>
                    <a:lnTo>
                      <a:pt x="194" y="239"/>
                    </a:lnTo>
                    <a:lnTo>
                      <a:pt x="192" y="239"/>
                    </a:lnTo>
                    <a:lnTo>
                      <a:pt x="192" y="239"/>
                    </a:lnTo>
                    <a:lnTo>
                      <a:pt x="192" y="239"/>
                    </a:lnTo>
                    <a:lnTo>
                      <a:pt x="189" y="239"/>
                    </a:lnTo>
                    <a:lnTo>
                      <a:pt x="189" y="239"/>
                    </a:lnTo>
                    <a:lnTo>
                      <a:pt x="189" y="239"/>
                    </a:lnTo>
                    <a:lnTo>
                      <a:pt x="187" y="239"/>
                    </a:lnTo>
                    <a:lnTo>
                      <a:pt x="187" y="239"/>
                    </a:lnTo>
                    <a:lnTo>
                      <a:pt x="187" y="239"/>
                    </a:lnTo>
                    <a:lnTo>
                      <a:pt x="185" y="239"/>
                    </a:lnTo>
                    <a:lnTo>
                      <a:pt x="185" y="239"/>
                    </a:lnTo>
                    <a:lnTo>
                      <a:pt x="185" y="239"/>
                    </a:lnTo>
                    <a:lnTo>
                      <a:pt x="185" y="239"/>
                    </a:lnTo>
                    <a:lnTo>
                      <a:pt x="185" y="237"/>
                    </a:lnTo>
                    <a:lnTo>
                      <a:pt x="185" y="237"/>
                    </a:lnTo>
                    <a:lnTo>
                      <a:pt x="185" y="234"/>
                    </a:lnTo>
                    <a:lnTo>
                      <a:pt x="182" y="234"/>
                    </a:lnTo>
                    <a:lnTo>
                      <a:pt x="182" y="234"/>
                    </a:lnTo>
                    <a:lnTo>
                      <a:pt x="182" y="234"/>
                    </a:lnTo>
                    <a:lnTo>
                      <a:pt x="182" y="232"/>
                    </a:lnTo>
                    <a:lnTo>
                      <a:pt x="180" y="232"/>
                    </a:lnTo>
                    <a:lnTo>
                      <a:pt x="180" y="232"/>
                    </a:lnTo>
                    <a:lnTo>
                      <a:pt x="180" y="232"/>
                    </a:lnTo>
                    <a:lnTo>
                      <a:pt x="180" y="232"/>
                    </a:lnTo>
                    <a:lnTo>
                      <a:pt x="180" y="230"/>
                    </a:lnTo>
                    <a:lnTo>
                      <a:pt x="180" y="230"/>
                    </a:lnTo>
                    <a:lnTo>
                      <a:pt x="178" y="230"/>
                    </a:lnTo>
                    <a:lnTo>
                      <a:pt x="178" y="230"/>
                    </a:lnTo>
                    <a:lnTo>
                      <a:pt x="178" y="230"/>
                    </a:lnTo>
                    <a:lnTo>
                      <a:pt x="178" y="227"/>
                    </a:lnTo>
                    <a:lnTo>
                      <a:pt x="178" y="227"/>
                    </a:lnTo>
                    <a:lnTo>
                      <a:pt x="178" y="227"/>
                    </a:lnTo>
                    <a:lnTo>
                      <a:pt x="175" y="227"/>
                    </a:lnTo>
                    <a:lnTo>
                      <a:pt x="175" y="227"/>
                    </a:lnTo>
                    <a:lnTo>
                      <a:pt x="175" y="225"/>
                    </a:lnTo>
                    <a:lnTo>
                      <a:pt x="173" y="225"/>
                    </a:lnTo>
                    <a:lnTo>
                      <a:pt x="173" y="225"/>
                    </a:lnTo>
                    <a:lnTo>
                      <a:pt x="173" y="223"/>
                    </a:lnTo>
                    <a:lnTo>
                      <a:pt x="173" y="223"/>
                    </a:lnTo>
                    <a:lnTo>
                      <a:pt x="173" y="220"/>
                    </a:lnTo>
                    <a:lnTo>
                      <a:pt x="173" y="220"/>
                    </a:lnTo>
                    <a:lnTo>
                      <a:pt x="173" y="220"/>
                    </a:lnTo>
                    <a:lnTo>
                      <a:pt x="173" y="220"/>
                    </a:lnTo>
                    <a:lnTo>
                      <a:pt x="173" y="220"/>
                    </a:lnTo>
                    <a:lnTo>
                      <a:pt x="173" y="218"/>
                    </a:lnTo>
                    <a:lnTo>
                      <a:pt x="170" y="218"/>
                    </a:lnTo>
                    <a:lnTo>
                      <a:pt x="170" y="218"/>
                    </a:lnTo>
                    <a:lnTo>
                      <a:pt x="170" y="215"/>
                    </a:lnTo>
                    <a:lnTo>
                      <a:pt x="170" y="215"/>
                    </a:lnTo>
                    <a:lnTo>
                      <a:pt x="170" y="215"/>
                    </a:lnTo>
                    <a:lnTo>
                      <a:pt x="170" y="215"/>
                    </a:lnTo>
                    <a:lnTo>
                      <a:pt x="170" y="213"/>
                    </a:lnTo>
                    <a:lnTo>
                      <a:pt x="170" y="213"/>
                    </a:lnTo>
                    <a:lnTo>
                      <a:pt x="170" y="211"/>
                    </a:lnTo>
                    <a:lnTo>
                      <a:pt x="170" y="211"/>
                    </a:lnTo>
                    <a:lnTo>
                      <a:pt x="168" y="211"/>
                    </a:lnTo>
                    <a:lnTo>
                      <a:pt x="168" y="211"/>
                    </a:lnTo>
                    <a:lnTo>
                      <a:pt x="168" y="211"/>
                    </a:lnTo>
                    <a:lnTo>
                      <a:pt x="168" y="208"/>
                    </a:lnTo>
                    <a:lnTo>
                      <a:pt x="168" y="208"/>
                    </a:lnTo>
                    <a:lnTo>
                      <a:pt x="166" y="208"/>
                    </a:lnTo>
                    <a:lnTo>
                      <a:pt x="166" y="206"/>
                    </a:lnTo>
                    <a:lnTo>
                      <a:pt x="166" y="206"/>
                    </a:lnTo>
                    <a:lnTo>
                      <a:pt x="166" y="206"/>
                    </a:lnTo>
                    <a:lnTo>
                      <a:pt x="163" y="206"/>
                    </a:lnTo>
                    <a:lnTo>
                      <a:pt x="163" y="206"/>
                    </a:lnTo>
                    <a:lnTo>
                      <a:pt x="163" y="206"/>
                    </a:lnTo>
                    <a:lnTo>
                      <a:pt x="163" y="206"/>
                    </a:lnTo>
                    <a:lnTo>
                      <a:pt x="163" y="204"/>
                    </a:lnTo>
                    <a:lnTo>
                      <a:pt x="163" y="204"/>
                    </a:lnTo>
                    <a:lnTo>
                      <a:pt x="163" y="204"/>
                    </a:lnTo>
                    <a:lnTo>
                      <a:pt x="163" y="201"/>
                    </a:lnTo>
                    <a:lnTo>
                      <a:pt x="163" y="201"/>
                    </a:lnTo>
                    <a:lnTo>
                      <a:pt x="163" y="201"/>
                    </a:lnTo>
                    <a:lnTo>
                      <a:pt x="163" y="201"/>
                    </a:lnTo>
                    <a:lnTo>
                      <a:pt x="163" y="199"/>
                    </a:lnTo>
                    <a:lnTo>
                      <a:pt x="163" y="199"/>
                    </a:lnTo>
                    <a:lnTo>
                      <a:pt x="163" y="199"/>
                    </a:lnTo>
                    <a:lnTo>
                      <a:pt x="161" y="199"/>
                    </a:lnTo>
                    <a:lnTo>
                      <a:pt x="161" y="199"/>
                    </a:lnTo>
                    <a:lnTo>
                      <a:pt x="161" y="201"/>
                    </a:lnTo>
                    <a:lnTo>
                      <a:pt x="159" y="201"/>
                    </a:lnTo>
                    <a:lnTo>
                      <a:pt x="159" y="201"/>
                    </a:lnTo>
                    <a:lnTo>
                      <a:pt x="159" y="201"/>
                    </a:lnTo>
                    <a:lnTo>
                      <a:pt x="156" y="201"/>
                    </a:lnTo>
                    <a:lnTo>
                      <a:pt x="156" y="201"/>
                    </a:lnTo>
                    <a:lnTo>
                      <a:pt x="154" y="201"/>
                    </a:lnTo>
                    <a:lnTo>
                      <a:pt x="154" y="201"/>
                    </a:lnTo>
                    <a:lnTo>
                      <a:pt x="154" y="199"/>
                    </a:lnTo>
                    <a:lnTo>
                      <a:pt x="154" y="199"/>
                    </a:lnTo>
                    <a:lnTo>
                      <a:pt x="152" y="199"/>
                    </a:lnTo>
                    <a:lnTo>
                      <a:pt x="152" y="199"/>
                    </a:lnTo>
                    <a:lnTo>
                      <a:pt x="152" y="199"/>
                    </a:lnTo>
                    <a:lnTo>
                      <a:pt x="152" y="199"/>
                    </a:lnTo>
                    <a:lnTo>
                      <a:pt x="149" y="199"/>
                    </a:lnTo>
                    <a:lnTo>
                      <a:pt x="149" y="199"/>
                    </a:lnTo>
                    <a:lnTo>
                      <a:pt x="149" y="196"/>
                    </a:lnTo>
                    <a:lnTo>
                      <a:pt x="147" y="196"/>
                    </a:lnTo>
                    <a:lnTo>
                      <a:pt x="147" y="196"/>
                    </a:lnTo>
                    <a:lnTo>
                      <a:pt x="147" y="196"/>
                    </a:lnTo>
                    <a:lnTo>
                      <a:pt x="147" y="196"/>
                    </a:lnTo>
                    <a:lnTo>
                      <a:pt x="147" y="194"/>
                    </a:lnTo>
                    <a:lnTo>
                      <a:pt x="144" y="194"/>
                    </a:lnTo>
                    <a:lnTo>
                      <a:pt x="144" y="194"/>
                    </a:lnTo>
                    <a:lnTo>
                      <a:pt x="144" y="194"/>
                    </a:lnTo>
                    <a:lnTo>
                      <a:pt x="144" y="194"/>
                    </a:lnTo>
                    <a:lnTo>
                      <a:pt x="142" y="194"/>
                    </a:lnTo>
                    <a:lnTo>
                      <a:pt x="142" y="194"/>
                    </a:lnTo>
                    <a:lnTo>
                      <a:pt x="140" y="194"/>
                    </a:lnTo>
                    <a:lnTo>
                      <a:pt x="140" y="192"/>
                    </a:lnTo>
                    <a:lnTo>
                      <a:pt x="140" y="192"/>
                    </a:lnTo>
                    <a:lnTo>
                      <a:pt x="140" y="192"/>
                    </a:lnTo>
                    <a:lnTo>
                      <a:pt x="140" y="192"/>
                    </a:lnTo>
                    <a:lnTo>
                      <a:pt x="140" y="192"/>
                    </a:lnTo>
                    <a:lnTo>
                      <a:pt x="137" y="192"/>
                    </a:lnTo>
                    <a:lnTo>
                      <a:pt x="137" y="189"/>
                    </a:lnTo>
                    <a:lnTo>
                      <a:pt x="137" y="189"/>
                    </a:lnTo>
                    <a:lnTo>
                      <a:pt x="137" y="189"/>
                    </a:lnTo>
                    <a:lnTo>
                      <a:pt x="137" y="189"/>
                    </a:lnTo>
                    <a:lnTo>
                      <a:pt x="135" y="189"/>
                    </a:lnTo>
                    <a:lnTo>
                      <a:pt x="135" y="189"/>
                    </a:lnTo>
                    <a:lnTo>
                      <a:pt x="135" y="187"/>
                    </a:lnTo>
                    <a:lnTo>
                      <a:pt x="133" y="187"/>
                    </a:lnTo>
                    <a:lnTo>
                      <a:pt x="133" y="187"/>
                    </a:lnTo>
                    <a:lnTo>
                      <a:pt x="133" y="187"/>
                    </a:lnTo>
                    <a:lnTo>
                      <a:pt x="133" y="187"/>
                    </a:lnTo>
                    <a:lnTo>
                      <a:pt x="130" y="187"/>
                    </a:lnTo>
                    <a:lnTo>
                      <a:pt x="130" y="187"/>
                    </a:lnTo>
                    <a:lnTo>
                      <a:pt x="130" y="185"/>
                    </a:lnTo>
                    <a:lnTo>
                      <a:pt x="130" y="185"/>
                    </a:lnTo>
                    <a:lnTo>
                      <a:pt x="128" y="185"/>
                    </a:lnTo>
                    <a:lnTo>
                      <a:pt x="128" y="185"/>
                    </a:lnTo>
                    <a:lnTo>
                      <a:pt x="128" y="185"/>
                    </a:lnTo>
                    <a:lnTo>
                      <a:pt x="128" y="182"/>
                    </a:lnTo>
                    <a:lnTo>
                      <a:pt x="125" y="182"/>
                    </a:lnTo>
                    <a:lnTo>
                      <a:pt x="125" y="182"/>
                    </a:lnTo>
                    <a:lnTo>
                      <a:pt x="125" y="182"/>
                    </a:lnTo>
                    <a:lnTo>
                      <a:pt x="125" y="182"/>
                    </a:lnTo>
                    <a:lnTo>
                      <a:pt x="123" y="182"/>
                    </a:lnTo>
                    <a:lnTo>
                      <a:pt x="123" y="182"/>
                    </a:lnTo>
                    <a:lnTo>
                      <a:pt x="123" y="182"/>
                    </a:lnTo>
                    <a:lnTo>
                      <a:pt x="121" y="182"/>
                    </a:lnTo>
                    <a:lnTo>
                      <a:pt x="121" y="182"/>
                    </a:lnTo>
                    <a:lnTo>
                      <a:pt x="121" y="180"/>
                    </a:lnTo>
                    <a:lnTo>
                      <a:pt x="118" y="180"/>
                    </a:lnTo>
                    <a:lnTo>
                      <a:pt x="118" y="180"/>
                    </a:lnTo>
                    <a:lnTo>
                      <a:pt x="118" y="180"/>
                    </a:lnTo>
                    <a:lnTo>
                      <a:pt x="116" y="180"/>
                    </a:lnTo>
                    <a:lnTo>
                      <a:pt x="116" y="180"/>
                    </a:lnTo>
                    <a:lnTo>
                      <a:pt x="114" y="180"/>
                    </a:lnTo>
                    <a:lnTo>
                      <a:pt x="114" y="180"/>
                    </a:lnTo>
                    <a:lnTo>
                      <a:pt x="114" y="180"/>
                    </a:lnTo>
                    <a:lnTo>
                      <a:pt x="111" y="180"/>
                    </a:lnTo>
                    <a:lnTo>
                      <a:pt x="111" y="180"/>
                    </a:lnTo>
                    <a:lnTo>
                      <a:pt x="111" y="180"/>
                    </a:lnTo>
                    <a:lnTo>
                      <a:pt x="109" y="180"/>
                    </a:lnTo>
                    <a:lnTo>
                      <a:pt x="109" y="180"/>
                    </a:lnTo>
                    <a:lnTo>
                      <a:pt x="107" y="180"/>
                    </a:lnTo>
                    <a:lnTo>
                      <a:pt x="107" y="180"/>
                    </a:lnTo>
                    <a:lnTo>
                      <a:pt x="107" y="180"/>
                    </a:lnTo>
                    <a:lnTo>
                      <a:pt x="104" y="180"/>
                    </a:lnTo>
                    <a:lnTo>
                      <a:pt x="104" y="180"/>
                    </a:lnTo>
                    <a:lnTo>
                      <a:pt x="104" y="180"/>
                    </a:lnTo>
                    <a:lnTo>
                      <a:pt x="102" y="180"/>
                    </a:lnTo>
                    <a:lnTo>
                      <a:pt x="102" y="180"/>
                    </a:lnTo>
                    <a:lnTo>
                      <a:pt x="99" y="180"/>
                    </a:lnTo>
                    <a:lnTo>
                      <a:pt x="99" y="180"/>
                    </a:lnTo>
                    <a:lnTo>
                      <a:pt x="99" y="180"/>
                    </a:lnTo>
                    <a:lnTo>
                      <a:pt x="99" y="180"/>
                    </a:lnTo>
                    <a:lnTo>
                      <a:pt x="97" y="180"/>
                    </a:lnTo>
                    <a:lnTo>
                      <a:pt x="97" y="180"/>
                    </a:lnTo>
                    <a:lnTo>
                      <a:pt x="97" y="180"/>
                    </a:lnTo>
                    <a:lnTo>
                      <a:pt x="95" y="180"/>
                    </a:lnTo>
                    <a:lnTo>
                      <a:pt x="95" y="180"/>
                    </a:lnTo>
                    <a:lnTo>
                      <a:pt x="92" y="180"/>
                    </a:lnTo>
                    <a:lnTo>
                      <a:pt x="92" y="180"/>
                    </a:lnTo>
                    <a:lnTo>
                      <a:pt x="92" y="180"/>
                    </a:lnTo>
                    <a:lnTo>
                      <a:pt x="92" y="180"/>
                    </a:lnTo>
                    <a:lnTo>
                      <a:pt x="90" y="180"/>
                    </a:lnTo>
                    <a:lnTo>
                      <a:pt x="90" y="180"/>
                    </a:lnTo>
                    <a:lnTo>
                      <a:pt x="90" y="180"/>
                    </a:lnTo>
                    <a:lnTo>
                      <a:pt x="88" y="180"/>
                    </a:lnTo>
                    <a:lnTo>
                      <a:pt x="88" y="180"/>
                    </a:lnTo>
                    <a:lnTo>
                      <a:pt x="85" y="180"/>
                    </a:lnTo>
                    <a:lnTo>
                      <a:pt x="85" y="180"/>
                    </a:lnTo>
                    <a:lnTo>
                      <a:pt x="85" y="180"/>
                    </a:lnTo>
                    <a:lnTo>
                      <a:pt x="85" y="180"/>
                    </a:lnTo>
                    <a:lnTo>
                      <a:pt x="83" y="180"/>
                    </a:lnTo>
                    <a:lnTo>
                      <a:pt x="83" y="180"/>
                    </a:lnTo>
                    <a:lnTo>
                      <a:pt x="81" y="180"/>
                    </a:lnTo>
                    <a:lnTo>
                      <a:pt x="81" y="180"/>
                    </a:lnTo>
                    <a:lnTo>
                      <a:pt x="81" y="180"/>
                    </a:lnTo>
                    <a:lnTo>
                      <a:pt x="81" y="180"/>
                    </a:lnTo>
                    <a:lnTo>
                      <a:pt x="81" y="178"/>
                    </a:lnTo>
                    <a:lnTo>
                      <a:pt x="78" y="178"/>
                    </a:lnTo>
                    <a:lnTo>
                      <a:pt x="78" y="178"/>
                    </a:lnTo>
                    <a:lnTo>
                      <a:pt x="78" y="178"/>
                    </a:lnTo>
                    <a:lnTo>
                      <a:pt x="76" y="178"/>
                    </a:lnTo>
                    <a:lnTo>
                      <a:pt x="76" y="178"/>
                    </a:lnTo>
                    <a:lnTo>
                      <a:pt x="73" y="178"/>
                    </a:lnTo>
                    <a:lnTo>
                      <a:pt x="73" y="178"/>
                    </a:lnTo>
                    <a:lnTo>
                      <a:pt x="73" y="178"/>
                    </a:lnTo>
                    <a:lnTo>
                      <a:pt x="73" y="178"/>
                    </a:lnTo>
                    <a:lnTo>
                      <a:pt x="73" y="175"/>
                    </a:lnTo>
                    <a:lnTo>
                      <a:pt x="71" y="175"/>
                    </a:lnTo>
                    <a:lnTo>
                      <a:pt x="71" y="175"/>
                    </a:lnTo>
                    <a:lnTo>
                      <a:pt x="71" y="175"/>
                    </a:lnTo>
                    <a:lnTo>
                      <a:pt x="69" y="175"/>
                    </a:lnTo>
                    <a:lnTo>
                      <a:pt x="69" y="175"/>
                    </a:lnTo>
                    <a:lnTo>
                      <a:pt x="69" y="178"/>
                    </a:lnTo>
                    <a:lnTo>
                      <a:pt x="66" y="178"/>
                    </a:lnTo>
                    <a:lnTo>
                      <a:pt x="66" y="175"/>
                    </a:lnTo>
                    <a:lnTo>
                      <a:pt x="66" y="175"/>
                    </a:lnTo>
                    <a:lnTo>
                      <a:pt x="66" y="175"/>
                    </a:lnTo>
                    <a:lnTo>
                      <a:pt x="66" y="173"/>
                    </a:lnTo>
                    <a:lnTo>
                      <a:pt x="66" y="173"/>
                    </a:lnTo>
                    <a:lnTo>
                      <a:pt x="64" y="173"/>
                    </a:lnTo>
                    <a:lnTo>
                      <a:pt x="64" y="173"/>
                    </a:lnTo>
                    <a:lnTo>
                      <a:pt x="64" y="170"/>
                    </a:lnTo>
                    <a:lnTo>
                      <a:pt x="64" y="170"/>
                    </a:lnTo>
                    <a:lnTo>
                      <a:pt x="64" y="170"/>
                    </a:lnTo>
                    <a:lnTo>
                      <a:pt x="64" y="170"/>
                    </a:lnTo>
                    <a:lnTo>
                      <a:pt x="64" y="170"/>
                    </a:lnTo>
                    <a:lnTo>
                      <a:pt x="64" y="168"/>
                    </a:lnTo>
                    <a:lnTo>
                      <a:pt x="62" y="168"/>
                    </a:lnTo>
                    <a:lnTo>
                      <a:pt x="62" y="168"/>
                    </a:lnTo>
                    <a:lnTo>
                      <a:pt x="62" y="166"/>
                    </a:lnTo>
                    <a:lnTo>
                      <a:pt x="64" y="166"/>
                    </a:lnTo>
                    <a:lnTo>
                      <a:pt x="64" y="166"/>
                    </a:lnTo>
                    <a:lnTo>
                      <a:pt x="64" y="163"/>
                    </a:lnTo>
                    <a:lnTo>
                      <a:pt x="64" y="163"/>
                    </a:lnTo>
                    <a:lnTo>
                      <a:pt x="64" y="161"/>
                    </a:lnTo>
                    <a:lnTo>
                      <a:pt x="64" y="161"/>
                    </a:lnTo>
                    <a:lnTo>
                      <a:pt x="64" y="161"/>
                    </a:lnTo>
                    <a:lnTo>
                      <a:pt x="64" y="161"/>
                    </a:lnTo>
                    <a:lnTo>
                      <a:pt x="64" y="161"/>
                    </a:lnTo>
                    <a:lnTo>
                      <a:pt x="66" y="161"/>
                    </a:lnTo>
                    <a:lnTo>
                      <a:pt x="66" y="159"/>
                    </a:lnTo>
                    <a:lnTo>
                      <a:pt x="66" y="159"/>
                    </a:lnTo>
                    <a:lnTo>
                      <a:pt x="66" y="159"/>
                    </a:lnTo>
                    <a:lnTo>
                      <a:pt x="66" y="159"/>
                    </a:lnTo>
                    <a:lnTo>
                      <a:pt x="66" y="156"/>
                    </a:lnTo>
                    <a:lnTo>
                      <a:pt x="69" y="156"/>
                    </a:lnTo>
                    <a:lnTo>
                      <a:pt x="69" y="156"/>
                    </a:lnTo>
                    <a:lnTo>
                      <a:pt x="69" y="156"/>
                    </a:lnTo>
                    <a:lnTo>
                      <a:pt x="69" y="154"/>
                    </a:lnTo>
                    <a:lnTo>
                      <a:pt x="69" y="154"/>
                    </a:lnTo>
                    <a:lnTo>
                      <a:pt x="69" y="151"/>
                    </a:lnTo>
                    <a:lnTo>
                      <a:pt x="69" y="151"/>
                    </a:lnTo>
                    <a:lnTo>
                      <a:pt x="69" y="151"/>
                    </a:lnTo>
                    <a:lnTo>
                      <a:pt x="69" y="151"/>
                    </a:lnTo>
                    <a:lnTo>
                      <a:pt x="69" y="149"/>
                    </a:lnTo>
                    <a:lnTo>
                      <a:pt x="66" y="149"/>
                    </a:lnTo>
                    <a:lnTo>
                      <a:pt x="66" y="149"/>
                    </a:lnTo>
                    <a:lnTo>
                      <a:pt x="66" y="147"/>
                    </a:lnTo>
                    <a:lnTo>
                      <a:pt x="69" y="147"/>
                    </a:lnTo>
                    <a:lnTo>
                      <a:pt x="69" y="147"/>
                    </a:lnTo>
                    <a:lnTo>
                      <a:pt x="69" y="147"/>
                    </a:lnTo>
                    <a:lnTo>
                      <a:pt x="69" y="144"/>
                    </a:lnTo>
                    <a:lnTo>
                      <a:pt x="69" y="144"/>
                    </a:lnTo>
                    <a:lnTo>
                      <a:pt x="71" y="144"/>
                    </a:lnTo>
                    <a:lnTo>
                      <a:pt x="71" y="142"/>
                    </a:lnTo>
                    <a:lnTo>
                      <a:pt x="71" y="142"/>
                    </a:lnTo>
                    <a:lnTo>
                      <a:pt x="71" y="142"/>
                    </a:lnTo>
                    <a:lnTo>
                      <a:pt x="71" y="142"/>
                    </a:lnTo>
                    <a:lnTo>
                      <a:pt x="71" y="142"/>
                    </a:lnTo>
                    <a:lnTo>
                      <a:pt x="71" y="140"/>
                    </a:lnTo>
                    <a:lnTo>
                      <a:pt x="71" y="140"/>
                    </a:lnTo>
                    <a:lnTo>
                      <a:pt x="71" y="137"/>
                    </a:lnTo>
                    <a:lnTo>
                      <a:pt x="71" y="137"/>
                    </a:lnTo>
                    <a:lnTo>
                      <a:pt x="69" y="137"/>
                    </a:lnTo>
                    <a:lnTo>
                      <a:pt x="69" y="135"/>
                    </a:lnTo>
                    <a:lnTo>
                      <a:pt x="69" y="135"/>
                    </a:lnTo>
                    <a:lnTo>
                      <a:pt x="69" y="135"/>
                    </a:lnTo>
                    <a:lnTo>
                      <a:pt x="69" y="132"/>
                    </a:lnTo>
                    <a:lnTo>
                      <a:pt x="69" y="132"/>
                    </a:lnTo>
                    <a:lnTo>
                      <a:pt x="66" y="132"/>
                    </a:lnTo>
                    <a:lnTo>
                      <a:pt x="66" y="132"/>
                    </a:lnTo>
                    <a:lnTo>
                      <a:pt x="66" y="132"/>
                    </a:lnTo>
                    <a:lnTo>
                      <a:pt x="66" y="130"/>
                    </a:lnTo>
                    <a:lnTo>
                      <a:pt x="66" y="130"/>
                    </a:lnTo>
                    <a:lnTo>
                      <a:pt x="64" y="130"/>
                    </a:lnTo>
                    <a:lnTo>
                      <a:pt x="64" y="130"/>
                    </a:lnTo>
                    <a:lnTo>
                      <a:pt x="64" y="130"/>
                    </a:lnTo>
                    <a:lnTo>
                      <a:pt x="64" y="130"/>
                    </a:lnTo>
                    <a:lnTo>
                      <a:pt x="64" y="128"/>
                    </a:lnTo>
                    <a:lnTo>
                      <a:pt x="62" y="128"/>
                    </a:lnTo>
                    <a:lnTo>
                      <a:pt x="62" y="128"/>
                    </a:lnTo>
                    <a:lnTo>
                      <a:pt x="62" y="128"/>
                    </a:lnTo>
                    <a:lnTo>
                      <a:pt x="62" y="125"/>
                    </a:lnTo>
                    <a:lnTo>
                      <a:pt x="59" y="125"/>
                    </a:lnTo>
                    <a:lnTo>
                      <a:pt x="59" y="125"/>
                    </a:lnTo>
                    <a:lnTo>
                      <a:pt x="59" y="125"/>
                    </a:lnTo>
                    <a:lnTo>
                      <a:pt x="59" y="123"/>
                    </a:lnTo>
                    <a:lnTo>
                      <a:pt x="59" y="123"/>
                    </a:lnTo>
                    <a:lnTo>
                      <a:pt x="59" y="123"/>
                    </a:lnTo>
                    <a:lnTo>
                      <a:pt x="59" y="121"/>
                    </a:lnTo>
                    <a:lnTo>
                      <a:pt x="59" y="121"/>
                    </a:lnTo>
                    <a:lnTo>
                      <a:pt x="59" y="121"/>
                    </a:lnTo>
                    <a:lnTo>
                      <a:pt x="57" y="121"/>
                    </a:lnTo>
                    <a:lnTo>
                      <a:pt x="57" y="118"/>
                    </a:lnTo>
                    <a:lnTo>
                      <a:pt x="57" y="118"/>
                    </a:lnTo>
                    <a:lnTo>
                      <a:pt x="57" y="118"/>
                    </a:lnTo>
                    <a:lnTo>
                      <a:pt x="57" y="116"/>
                    </a:lnTo>
                    <a:lnTo>
                      <a:pt x="57" y="116"/>
                    </a:lnTo>
                    <a:lnTo>
                      <a:pt x="57" y="116"/>
                    </a:lnTo>
                    <a:lnTo>
                      <a:pt x="54" y="116"/>
                    </a:lnTo>
                    <a:lnTo>
                      <a:pt x="54" y="114"/>
                    </a:lnTo>
                    <a:lnTo>
                      <a:pt x="54" y="114"/>
                    </a:lnTo>
                    <a:lnTo>
                      <a:pt x="54" y="114"/>
                    </a:lnTo>
                    <a:lnTo>
                      <a:pt x="52" y="114"/>
                    </a:lnTo>
                    <a:lnTo>
                      <a:pt x="52" y="111"/>
                    </a:lnTo>
                    <a:lnTo>
                      <a:pt x="52" y="111"/>
                    </a:lnTo>
                    <a:lnTo>
                      <a:pt x="52" y="111"/>
                    </a:lnTo>
                    <a:lnTo>
                      <a:pt x="50" y="111"/>
                    </a:lnTo>
                    <a:lnTo>
                      <a:pt x="50" y="111"/>
                    </a:lnTo>
                    <a:lnTo>
                      <a:pt x="50" y="111"/>
                    </a:lnTo>
                    <a:lnTo>
                      <a:pt x="50" y="111"/>
                    </a:lnTo>
                    <a:lnTo>
                      <a:pt x="50" y="109"/>
                    </a:lnTo>
                    <a:lnTo>
                      <a:pt x="50" y="109"/>
                    </a:lnTo>
                    <a:lnTo>
                      <a:pt x="47" y="109"/>
                    </a:lnTo>
                    <a:lnTo>
                      <a:pt x="47" y="109"/>
                    </a:lnTo>
                    <a:lnTo>
                      <a:pt x="47" y="109"/>
                    </a:lnTo>
                    <a:lnTo>
                      <a:pt x="47" y="109"/>
                    </a:lnTo>
                    <a:lnTo>
                      <a:pt x="45" y="109"/>
                    </a:lnTo>
                    <a:lnTo>
                      <a:pt x="45" y="109"/>
                    </a:lnTo>
                    <a:lnTo>
                      <a:pt x="45" y="109"/>
                    </a:lnTo>
                    <a:lnTo>
                      <a:pt x="43" y="109"/>
                    </a:lnTo>
                    <a:lnTo>
                      <a:pt x="43" y="109"/>
                    </a:lnTo>
                    <a:lnTo>
                      <a:pt x="43" y="109"/>
                    </a:lnTo>
                    <a:lnTo>
                      <a:pt x="40" y="109"/>
                    </a:lnTo>
                    <a:lnTo>
                      <a:pt x="40" y="106"/>
                    </a:lnTo>
                    <a:lnTo>
                      <a:pt x="40" y="106"/>
                    </a:lnTo>
                    <a:lnTo>
                      <a:pt x="40" y="106"/>
                    </a:lnTo>
                    <a:lnTo>
                      <a:pt x="40" y="106"/>
                    </a:lnTo>
                    <a:lnTo>
                      <a:pt x="38" y="106"/>
                    </a:lnTo>
                    <a:lnTo>
                      <a:pt x="38" y="104"/>
                    </a:lnTo>
                    <a:lnTo>
                      <a:pt x="38" y="104"/>
                    </a:lnTo>
                    <a:lnTo>
                      <a:pt x="38" y="104"/>
                    </a:lnTo>
                    <a:lnTo>
                      <a:pt x="38" y="104"/>
                    </a:lnTo>
                    <a:lnTo>
                      <a:pt x="36" y="104"/>
                    </a:lnTo>
                    <a:lnTo>
                      <a:pt x="36" y="104"/>
                    </a:lnTo>
                    <a:lnTo>
                      <a:pt x="33" y="104"/>
                    </a:lnTo>
                    <a:lnTo>
                      <a:pt x="33" y="104"/>
                    </a:lnTo>
                    <a:lnTo>
                      <a:pt x="33" y="104"/>
                    </a:lnTo>
                    <a:lnTo>
                      <a:pt x="33" y="104"/>
                    </a:lnTo>
                    <a:lnTo>
                      <a:pt x="31" y="104"/>
                    </a:lnTo>
                    <a:lnTo>
                      <a:pt x="31" y="106"/>
                    </a:lnTo>
                    <a:lnTo>
                      <a:pt x="31" y="106"/>
                    </a:lnTo>
                    <a:lnTo>
                      <a:pt x="31" y="106"/>
                    </a:lnTo>
                    <a:lnTo>
                      <a:pt x="28" y="106"/>
                    </a:lnTo>
                    <a:lnTo>
                      <a:pt x="28" y="106"/>
                    </a:lnTo>
                    <a:lnTo>
                      <a:pt x="26" y="106"/>
                    </a:lnTo>
                    <a:lnTo>
                      <a:pt x="26" y="104"/>
                    </a:lnTo>
                    <a:lnTo>
                      <a:pt x="26" y="104"/>
                    </a:lnTo>
                    <a:lnTo>
                      <a:pt x="26" y="104"/>
                    </a:lnTo>
                    <a:lnTo>
                      <a:pt x="26" y="102"/>
                    </a:lnTo>
                    <a:lnTo>
                      <a:pt x="26" y="102"/>
                    </a:lnTo>
                    <a:lnTo>
                      <a:pt x="24" y="102"/>
                    </a:lnTo>
                    <a:lnTo>
                      <a:pt x="24" y="102"/>
                    </a:lnTo>
                    <a:lnTo>
                      <a:pt x="24" y="102"/>
                    </a:lnTo>
                    <a:lnTo>
                      <a:pt x="24" y="102"/>
                    </a:lnTo>
                    <a:lnTo>
                      <a:pt x="21" y="102"/>
                    </a:lnTo>
                    <a:lnTo>
                      <a:pt x="21" y="102"/>
                    </a:lnTo>
                    <a:lnTo>
                      <a:pt x="21" y="102"/>
                    </a:lnTo>
                    <a:lnTo>
                      <a:pt x="19" y="102"/>
                    </a:lnTo>
                    <a:lnTo>
                      <a:pt x="19" y="102"/>
                    </a:lnTo>
                    <a:lnTo>
                      <a:pt x="19" y="99"/>
                    </a:lnTo>
                    <a:lnTo>
                      <a:pt x="19" y="99"/>
                    </a:lnTo>
                    <a:lnTo>
                      <a:pt x="19" y="99"/>
                    </a:lnTo>
                    <a:lnTo>
                      <a:pt x="17" y="99"/>
                    </a:lnTo>
                    <a:lnTo>
                      <a:pt x="17" y="97"/>
                    </a:lnTo>
                    <a:lnTo>
                      <a:pt x="17" y="97"/>
                    </a:lnTo>
                    <a:lnTo>
                      <a:pt x="17" y="95"/>
                    </a:lnTo>
                    <a:lnTo>
                      <a:pt x="17" y="95"/>
                    </a:lnTo>
                    <a:lnTo>
                      <a:pt x="17" y="95"/>
                    </a:lnTo>
                    <a:lnTo>
                      <a:pt x="17" y="95"/>
                    </a:lnTo>
                    <a:lnTo>
                      <a:pt x="14" y="95"/>
                    </a:lnTo>
                    <a:lnTo>
                      <a:pt x="14" y="95"/>
                    </a:lnTo>
                    <a:lnTo>
                      <a:pt x="14" y="95"/>
                    </a:lnTo>
                    <a:lnTo>
                      <a:pt x="14" y="95"/>
                    </a:lnTo>
                    <a:lnTo>
                      <a:pt x="12" y="95"/>
                    </a:lnTo>
                    <a:lnTo>
                      <a:pt x="12" y="92"/>
                    </a:lnTo>
                    <a:lnTo>
                      <a:pt x="12" y="92"/>
                    </a:lnTo>
                    <a:lnTo>
                      <a:pt x="12" y="92"/>
                    </a:lnTo>
                    <a:lnTo>
                      <a:pt x="12" y="92"/>
                    </a:lnTo>
                    <a:lnTo>
                      <a:pt x="9" y="92"/>
                    </a:lnTo>
                    <a:lnTo>
                      <a:pt x="9" y="92"/>
                    </a:lnTo>
                    <a:lnTo>
                      <a:pt x="7" y="92"/>
                    </a:lnTo>
                    <a:lnTo>
                      <a:pt x="7" y="92"/>
                    </a:lnTo>
                    <a:lnTo>
                      <a:pt x="7" y="92"/>
                    </a:lnTo>
                    <a:lnTo>
                      <a:pt x="7" y="92"/>
                    </a:lnTo>
                    <a:lnTo>
                      <a:pt x="5" y="92"/>
                    </a:lnTo>
                    <a:lnTo>
                      <a:pt x="5" y="92"/>
                    </a:lnTo>
                    <a:lnTo>
                      <a:pt x="5" y="92"/>
                    </a:lnTo>
                    <a:lnTo>
                      <a:pt x="5" y="90"/>
                    </a:lnTo>
                    <a:lnTo>
                      <a:pt x="5" y="90"/>
                    </a:lnTo>
                    <a:lnTo>
                      <a:pt x="5" y="90"/>
                    </a:lnTo>
                    <a:lnTo>
                      <a:pt x="5" y="87"/>
                    </a:lnTo>
                    <a:lnTo>
                      <a:pt x="5" y="87"/>
                    </a:lnTo>
                    <a:lnTo>
                      <a:pt x="7" y="87"/>
                    </a:lnTo>
                    <a:lnTo>
                      <a:pt x="7" y="87"/>
                    </a:lnTo>
                    <a:lnTo>
                      <a:pt x="5" y="87"/>
                    </a:lnTo>
                    <a:lnTo>
                      <a:pt x="5" y="85"/>
                    </a:lnTo>
                    <a:lnTo>
                      <a:pt x="5" y="85"/>
                    </a:lnTo>
                    <a:lnTo>
                      <a:pt x="5" y="85"/>
                    </a:lnTo>
                    <a:lnTo>
                      <a:pt x="2" y="85"/>
                    </a:lnTo>
                    <a:lnTo>
                      <a:pt x="2" y="85"/>
                    </a:lnTo>
                    <a:lnTo>
                      <a:pt x="2" y="85"/>
                    </a:lnTo>
                    <a:lnTo>
                      <a:pt x="0" y="85"/>
                    </a:lnTo>
                    <a:lnTo>
                      <a:pt x="0" y="83"/>
                    </a:lnTo>
                    <a:lnTo>
                      <a:pt x="0" y="83"/>
                    </a:lnTo>
                    <a:lnTo>
                      <a:pt x="0" y="83"/>
                    </a:lnTo>
                    <a:lnTo>
                      <a:pt x="0" y="83"/>
                    </a:lnTo>
                    <a:lnTo>
                      <a:pt x="0" y="83"/>
                    </a:lnTo>
                    <a:lnTo>
                      <a:pt x="0" y="83"/>
                    </a:lnTo>
                    <a:lnTo>
                      <a:pt x="0" y="80"/>
                    </a:lnTo>
                    <a:lnTo>
                      <a:pt x="0" y="80"/>
                    </a:lnTo>
                    <a:lnTo>
                      <a:pt x="2" y="80"/>
                    </a:lnTo>
                    <a:lnTo>
                      <a:pt x="2" y="80"/>
                    </a:lnTo>
                    <a:lnTo>
                      <a:pt x="2" y="80"/>
                    </a:lnTo>
                    <a:lnTo>
                      <a:pt x="2" y="80"/>
                    </a:lnTo>
                    <a:lnTo>
                      <a:pt x="2" y="78"/>
                    </a:lnTo>
                    <a:lnTo>
                      <a:pt x="2" y="78"/>
                    </a:lnTo>
                    <a:lnTo>
                      <a:pt x="2" y="76"/>
                    </a:lnTo>
                    <a:lnTo>
                      <a:pt x="2" y="76"/>
                    </a:lnTo>
                    <a:lnTo>
                      <a:pt x="2" y="76"/>
                    </a:lnTo>
                    <a:lnTo>
                      <a:pt x="5" y="76"/>
                    </a:lnTo>
                    <a:lnTo>
                      <a:pt x="5" y="76"/>
                    </a:lnTo>
                    <a:lnTo>
                      <a:pt x="5" y="73"/>
                    </a:lnTo>
                    <a:lnTo>
                      <a:pt x="5" y="73"/>
                    </a:lnTo>
                    <a:lnTo>
                      <a:pt x="5" y="73"/>
                    </a:lnTo>
                    <a:lnTo>
                      <a:pt x="7" y="73"/>
                    </a:lnTo>
                    <a:lnTo>
                      <a:pt x="7" y="73"/>
                    </a:lnTo>
                    <a:lnTo>
                      <a:pt x="7" y="73"/>
                    </a:lnTo>
                    <a:lnTo>
                      <a:pt x="7" y="73"/>
                    </a:lnTo>
                    <a:lnTo>
                      <a:pt x="7" y="71"/>
                    </a:lnTo>
                    <a:lnTo>
                      <a:pt x="7" y="71"/>
                    </a:lnTo>
                    <a:lnTo>
                      <a:pt x="7" y="71"/>
                    </a:lnTo>
                    <a:lnTo>
                      <a:pt x="7" y="69"/>
                    </a:lnTo>
                    <a:lnTo>
                      <a:pt x="7" y="69"/>
                    </a:lnTo>
                    <a:lnTo>
                      <a:pt x="7" y="69"/>
                    </a:lnTo>
                    <a:lnTo>
                      <a:pt x="9" y="69"/>
                    </a:lnTo>
                    <a:lnTo>
                      <a:pt x="9" y="66"/>
                    </a:lnTo>
                    <a:lnTo>
                      <a:pt x="9" y="66"/>
                    </a:lnTo>
                    <a:lnTo>
                      <a:pt x="12" y="66"/>
                    </a:lnTo>
                    <a:lnTo>
                      <a:pt x="12" y="66"/>
                    </a:lnTo>
                    <a:lnTo>
                      <a:pt x="12" y="66"/>
                    </a:lnTo>
                    <a:lnTo>
                      <a:pt x="14" y="66"/>
                    </a:lnTo>
                    <a:lnTo>
                      <a:pt x="14" y="66"/>
                    </a:lnTo>
                    <a:lnTo>
                      <a:pt x="17" y="66"/>
                    </a:lnTo>
                    <a:lnTo>
                      <a:pt x="17" y="66"/>
                    </a:lnTo>
                    <a:lnTo>
                      <a:pt x="17" y="66"/>
                    </a:lnTo>
                    <a:lnTo>
                      <a:pt x="17" y="66"/>
                    </a:lnTo>
                    <a:lnTo>
                      <a:pt x="19" y="66"/>
                    </a:lnTo>
                    <a:lnTo>
                      <a:pt x="19" y="66"/>
                    </a:lnTo>
                    <a:lnTo>
                      <a:pt x="19" y="66"/>
                    </a:lnTo>
                    <a:lnTo>
                      <a:pt x="19" y="69"/>
                    </a:lnTo>
                    <a:lnTo>
                      <a:pt x="19" y="69"/>
                    </a:lnTo>
                    <a:lnTo>
                      <a:pt x="21" y="69"/>
                    </a:lnTo>
                    <a:lnTo>
                      <a:pt x="21" y="69"/>
                    </a:lnTo>
                    <a:lnTo>
                      <a:pt x="24" y="69"/>
                    </a:lnTo>
                    <a:lnTo>
                      <a:pt x="24" y="69"/>
                    </a:lnTo>
                    <a:lnTo>
                      <a:pt x="24" y="66"/>
                    </a:lnTo>
                    <a:lnTo>
                      <a:pt x="24" y="66"/>
                    </a:lnTo>
                    <a:lnTo>
                      <a:pt x="24" y="66"/>
                    </a:lnTo>
                    <a:lnTo>
                      <a:pt x="24" y="66"/>
                    </a:lnTo>
                    <a:lnTo>
                      <a:pt x="24" y="66"/>
                    </a:lnTo>
                    <a:lnTo>
                      <a:pt x="26" y="66"/>
                    </a:lnTo>
                    <a:lnTo>
                      <a:pt x="26" y="66"/>
                    </a:lnTo>
                    <a:lnTo>
                      <a:pt x="26" y="66"/>
                    </a:lnTo>
                    <a:lnTo>
                      <a:pt x="26" y="66"/>
                    </a:lnTo>
                    <a:lnTo>
                      <a:pt x="28" y="66"/>
                    </a:lnTo>
                    <a:lnTo>
                      <a:pt x="28" y="66"/>
                    </a:lnTo>
                    <a:lnTo>
                      <a:pt x="31" y="66"/>
                    </a:lnTo>
                    <a:lnTo>
                      <a:pt x="31" y="66"/>
                    </a:lnTo>
                    <a:lnTo>
                      <a:pt x="31" y="66"/>
                    </a:lnTo>
                    <a:lnTo>
                      <a:pt x="31" y="64"/>
                    </a:lnTo>
                    <a:lnTo>
                      <a:pt x="31" y="64"/>
                    </a:lnTo>
                    <a:lnTo>
                      <a:pt x="31" y="61"/>
                    </a:lnTo>
                    <a:lnTo>
                      <a:pt x="31" y="61"/>
                    </a:lnTo>
                    <a:lnTo>
                      <a:pt x="33" y="61"/>
                    </a:lnTo>
                    <a:lnTo>
                      <a:pt x="33" y="64"/>
                    </a:lnTo>
                    <a:lnTo>
                      <a:pt x="33" y="64"/>
                    </a:lnTo>
                    <a:lnTo>
                      <a:pt x="33" y="64"/>
                    </a:lnTo>
                    <a:lnTo>
                      <a:pt x="36" y="64"/>
                    </a:lnTo>
                    <a:lnTo>
                      <a:pt x="36" y="61"/>
                    </a:lnTo>
                    <a:lnTo>
                      <a:pt x="36" y="61"/>
                    </a:lnTo>
                    <a:lnTo>
                      <a:pt x="38" y="61"/>
                    </a:lnTo>
                    <a:lnTo>
                      <a:pt x="38" y="61"/>
                    </a:lnTo>
                    <a:lnTo>
                      <a:pt x="38" y="61"/>
                    </a:lnTo>
                    <a:lnTo>
                      <a:pt x="38" y="61"/>
                    </a:lnTo>
                    <a:lnTo>
                      <a:pt x="40" y="61"/>
                    </a:lnTo>
                    <a:lnTo>
                      <a:pt x="40" y="61"/>
                    </a:lnTo>
                    <a:lnTo>
                      <a:pt x="40" y="61"/>
                    </a:lnTo>
                    <a:lnTo>
                      <a:pt x="40" y="61"/>
                    </a:lnTo>
                    <a:lnTo>
                      <a:pt x="40" y="59"/>
                    </a:lnTo>
                    <a:lnTo>
                      <a:pt x="40" y="59"/>
                    </a:lnTo>
                    <a:lnTo>
                      <a:pt x="40" y="59"/>
                    </a:lnTo>
                    <a:lnTo>
                      <a:pt x="40" y="59"/>
                    </a:lnTo>
                    <a:lnTo>
                      <a:pt x="40" y="57"/>
                    </a:lnTo>
                    <a:lnTo>
                      <a:pt x="40" y="57"/>
                    </a:lnTo>
                    <a:lnTo>
                      <a:pt x="40" y="54"/>
                    </a:lnTo>
                    <a:lnTo>
                      <a:pt x="40" y="54"/>
                    </a:lnTo>
                    <a:lnTo>
                      <a:pt x="40" y="54"/>
                    </a:lnTo>
                    <a:lnTo>
                      <a:pt x="40" y="54"/>
                    </a:lnTo>
                    <a:lnTo>
                      <a:pt x="43" y="54"/>
                    </a:lnTo>
                    <a:lnTo>
                      <a:pt x="43" y="54"/>
                    </a:lnTo>
                    <a:lnTo>
                      <a:pt x="45" y="54"/>
                    </a:lnTo>
                    <a:lnTo>
                      <a:pt x="45" y="54"/>
                    </a:lnTo>
                    <a:lnTo>
                      <a:pt x="45" y="54"/>
                    </a:lnTo>
                    <a:lnTo>
                      <a:pt x="47" y="54"/>
                    </a:lnTo>
                    <a:lnTo>
                      <a:pt x="47" y="54"/>
                    </a:lnTo>
                    <a:lnTo>
                      <a:pt x="47" y="54"/>
                    </a:lnTo>
                    <a:lnTo>
                      <a:pt x="47" y="52"/>
                    </a:lnTo>
                    <a:lnTo>
                      <a:pt x="50" y="52"/>
                    </a:lnTo>
                    <a:lnTo>
                      <a:pt x="50" y="52"/>
                    </a:lnTo>
                    <a:lnTo>
                      <a:pt x="52" y="52"/>
                    </a:lnTo>
                    <a:lnTo>
                      <a:pt x="52" y="52"/>
                    </a:lnTo>
                    <a:lnTo>
                      <a:pt x="52" y="52"/>
                    </a:lnTo>
                    <a:lnTo>
                      <a:pt x="54" y="52"/>
                    </a:lnTo>
                    <a:lnTo>
                      <a:pt x="54" y="52"/>
                    </a:lnTo>
                    <a:lnTo>
                      <a:pt x="54" y="52"/>
                    </a:lnTo>
                    <a:lnTo>
                      <a:pt x="54" y="52"/>
                    </a:lnTo>
                    <a:lnTo>
                      <a:pt x="57" y="52"/>
                    </a:lnTo>
                    <a:lnTo>
                      <a:pt x="57" y="50"/>
                    </a:lnTo>
                    <a:lnTo>
                      <a:pt x="57" y="50"/>
                    </a:lnTo>
                    <a:lnTo>
                      <a:pt x="57" y="50"/>
                    </a:lnTo>
                    <a:lnTo>
                      <a:pt x="59" y="50"/>
                    </a:lnTo>
                    <a:lnTo>
                      <a:pt x="59" y="50"/>
                    </a:lnTo>
                    <a:lnTo>
                      <a:pt x="59" y="50"/>
                    </a:lnTo>
                    <a:lnTo>
                      <a:pt x="62" y="50"/>
                    </a:lnTo>
                    <a:lnTo>
                      <a:pt x="62" y="50"/>
                    </a:lnTo>
                    <a:lnTo>
                      <a:pt x="62" y="50"/>
                    </a:lnTo>
                    <a:lnTo>
                      <a:pt x="64" y="50"/>
                    </a:lnTo>
                    <a:lnTo>
                      <a:pt x="64" y="47"/>
                    </a:lnTo>
                    <a:lnTo>
                      <a:pt x="64" y="47"/>
                    </a:lnTo>
                    <a:lnTo>
                      <a:pt x="64" y="47"/>
                    </a:lnTo>
                    <a:lnTo>
                      <a:pt x="64" y="47"/>
                    </a:lnTo>
                    <a:lnTo>
                      <a:pt x="64" y="47"/>
                    </a:lnTo>
                    <a:lnTo>
                      <a:pt x="64" y="45"/>
                    </a:lnTo>
                    <a:lnTo>
                      <a:pt x="64" y="45"/>
                    </a:lnTo>
                    <a:lnTo>
                      <a:pt x="62" y="45"/>
                    </a:lnTo>
                    <a:lnTo>
                      <a:pt x="62" y="45"/>
                    </a:lnTo>
                    <a:lnTo>
                      <a:pt x="62" y="42"/>
                    </a:lnTo>
                    <a:lnTo>
                      <a:pt x="64" y="42"/>
                    </a:lnTo>
                    <a:lnTo>
                      <a:pt x="64" y="42"/>
                    </a:lnTo>
                    <a:lnTo>
                      <a:pt x="64" y="42"/>
                    </a:lnTo>
                    <a:lnTo>
                      <a:pt x="64" y="42"/>
                    </a:lnTo>
                    <a:lnTo>
                      <a:pt x="66" y="42"/>
                    </a:lnTo>
                    <a:lnTo>
                      <a:pt x="66" y="42"/>
                    </a:lnTo>
                    <a:lnTo>
                      <a:pt x="66" y="42"/>
                    </a:lnTo>
                    <a:lnTo>
                      <a:pt x="69" y="42"/>
                    </a:lnTo>
                    <a:lnTo>
                      <a:pt x="69" y="42"/>
                    </a:lnTo>
                    <a:lnTo>
                      <a:pt x="71" y="42"/>
                    </a:lnTo>
                    <a:lnTo>
                      <a:pt x="71" y="42"/>
                    </a:lnTo>
                    <a:lnTo>
                      <a:pt x="71" y="42"/>
                    </a:lnTo>
                    <a:lnTo>
                      <a:pt x="73" y="42"/>
                    </a:lnTo>
                    <a:lnTo>
                      <a:pt x="73" y="42"/>
                    </a:lnTo>
                    <a:lnTo>
                      <a:pt x="73" y="42"/>
                    </a:lnTo>
                    <a:lnTo>
                      <a:pt x="73" y="42"/>
                    </a:lnTo>
                    <a:lnTo>
                      <a:pt x="76" y="42"/>
                    </a:lnTo>
                    <a:lnTo>
                      <a:pt x="76" y="42"/>
                    </a:lnTo>
                    <a:lnTo>
                      <a:pt x="76" y="42"/>
                    </a:lnTo>
                    <a:lnTo>
                      <a:pt x="78" y="42"/>
                    </a:lnTo>
                    <a:lnTo>
                      <a:pt x="78" y="42"/>
                    </a:lnTo>
                    <a:lnTo>
                      <a:pt x="78" y="42"/>
                    </a:lnTo>
                    <a:lnTo>
                      <a:pt x="78" y="42"/>
                    </a:lnTo>
                    <a:lnTo>
                      <a:pt x="78" y="40"/>
                    </a:lnTo>
                    <a:lnTo>
                      <a:pt x="81" y="40"/>
                    </a:lnTo>
                    <a:lnTo>
                      <a:pt x="81" y="40"/>
                    </a:lnTo>
                    <a:lnTo>
                      <a:pt x="81" y="40"/>
                    </a:lnTo>
                    <a:lnTo>
                      <a:pt x="81" y="40"/>
                    </a:lnTo>
                    <a:lnTo>
                      <a:pt x="81" y="40"/>
                    </a:lnTo>
                    <a:lnTo>
                      <a:pt x="81" y="40"/>
                    </a:lnTo>
                    <a:lnTo>
                      <a:pt x="83" y="40"/>
                    </a:lnTo>
                    <a:lnTo>
                      <a:pt x="83" y="40"/>
                    </a:lnTo>
                    <a:lnTo>
                      <a:pt x="83" y="38"/>
                    </a:lnTo>
                    <a:lnTo>
                      <a:pt x="83" y="38"/>
                    </a:lnTo>
                    <a:lnTo>
                      <a:pt x="85" y="38"/>
                    </a:lnTo>
                    <a:lnTo>
                      <a:pt x="85" y="35"/>
                    </a:lnTo>
                    <a:lnTo>
                      <a:pt x="85" y="35"/>
                    </a:lnTo>
                    <a:lnTo>
                      <a:pt x="85" y="35"/>
                    </a:lnTo>
                    <a:lnTo>
                      <a:pt x="88" y="35"/>
                    </a:lnTo>
                    <a:lnTo>
                      <a:pt x="88" y="35"/>
                    </a:lnTo>
                    <a:lnTo>
                      <a:pt x="88" y="35"/>
                    </a:lnTo>
                    <a:lnTo>
                      <a:pt x="88" y="35"/>
                    </a:lnTo>
                    <a:lnTo>
                      <a:pt x="90" y="35"/>
                    </a:lnTo>
                    <a:lnTo>
                      <a:pt x="90" y="35"/>
                    </a:lnTo>
                    <a:lnTo>
                      <a:pt x="90" y="35"/>
                    </a:lnTo>
                    <a:lnTo>
                      <a:pt x="90" y="38"/>
                    </a:lnTo>
                    <a:lnTo>
                      <a:pt x="92" y="38"/>
                    </a:lnTo>
                    <a:lnTo>
                      <a:pt x="92" y="38"/>
                    </a:lnTo>
                    <a:lnTo>
                      <a:pt x="92" y="38"/>
                    </a:lnTo>
                    <a:lnTo>
                      <a:pt x="95" y="38"/>
                    </a:lnTo>
                    <a:lnTo>
                      <a:pt x="95" y="38"/>
                    </a:lnTo>
                    <a:lnTo>
                      <a:pt x="95" y="35"/>
                    </a:lnTo>
                    <a:lnTo>
                      <a:pt x="97" y="35"/>
                    </a:lnTo>
                    <a:lnTo>
                      <a:pt x="97" y="35"/>
                    </a:lnTo>
                    <a:lnTo>
                      <a:pt x="97" y="35"/>
                    </a:lnTo>
                    <a:lnTo>
                      <a:pt x="97" y="33"/>
                    </a:lnTo>
                    <a:lnTo>
                      <a:pt x="97" y="33"/>
                    </a:lnTo>
                    <a:lnTo>
                      <a:pt x="97" y="33"/>
                    </a:lnTo>
                    <a:lnTo>
                      <a:pt x="97" y="33"/>
                    </a:lnTo>
                    <a:lnTo>
                      <a:pt x="99" y="33"/>
                    </a:lnTo>
                    <a:lnTo>
                      <a:pt x="99" y="33"/>
                    </a:lnTo>
                    <a:lnTo>
                      <a:pt x="99" y="33"/>
                    </a:lnTo>
                    <a:lnTo>
                      <a:pt x="99" y="33"/>
                    </a:lnTo>
                    <a:lnTo>
                      <a:pt x="99" y="33"/>
                    </a:lnTo>
                    <a:lnTo>
                      <a:pt x="102" y="33"/>
                    </a:lnTo>
                    <a:lnTo>
                      <a:pt x="102" y="35"/>
                    </a:lnTo>
                    <a:lnTo>
                      <a:pt x="102" y="35"/>
                    </a:lnTo>
                    <a:lnTo>
                      <a:pt x="102" y="33"/>
                    </a:lnTo>
                    <a:lnTo>
                      <a:pt x="104" y="33"/>
                    </a:lnTo>
                    <a:lnTo>
                      <a:pt x="104" y="35"/>
                    </a:lnTo>
                    <a:lnTo>
                      <a:pt x="104" y="35"/>
                    </a:lnTo>
                    <a:lnTo>
                      <a:pt x="104" y="35"/>
                    </a:lnTo>
                    <a:lnTo>
                      <a:pt x="104" y="35"/>
                    </a:lnTo>
                    <a:lnTo>
                      <a:pt x="107" y="35"/>
                    </a:lnTo>
                    <a:lnTo>
                      <a:pt x="107" y="35"/>
                    </a:lnTo>
                    <a:lnTo>
                      <a:pt x="107" y="35"/>
                    </a:lnTo>
                    <a:lnTo>
                      <a:pt x="107" y="35"/>
                    </a:lnTo>
                    <a:lnTo>
                      <a:pt x="107" y="33"/>
                    </a:lnTo>
                    <a:lnTo>
                      <a:pt x="109" y="33"/>
                    </a:lnTo>
                    <a:lnTo>
                      <a:pt x="109" y="33"/>
                    </a:lnTo>
                    <a:lnTo>
                      <a:pt x="111" y="33"/>
                    </a:lnTo>
                    <a:lnTo>
                      <a:pt x="111" y="33"/>
                    </a:lnTo>
                    <a:lnTo>
                      <a:pt x="111" y="33"/>
                    </a:lnTo>
                    <a:lnTo>
                      <a:pt x="114" y="33"/>
                    </a:lnTo>
                    <a:lnTo>
                      <a:pt x="114" y="35"/>
                    </a:lnTo>
                    <a:lnTo>
                      <a:pt x="111" y="35"/>
                    </a:lnTo>
                    <a:lnTo>
                      <a:pt x="111" y="35"/>
                    </a:lnTo>
                    <a:lnTo>
                      <a:pt x="111" y="38"/>
                    </a:lnTo>
                    <a:lnTo>
                      <a:pt x="111" y="38"/>
                    </a:lnTo>
                    <a:lnTo>
                      <a:pt x="111" y="38"/>
                    </a:lnTo>
                    <a:lnTo>
                      <a:pt x="111" y="38"/>
                    </a:lnTo>
                    <a:lnTo>
                      <a:pt x="111" y="40"/>
                    </a:lnTo>
                    <a:lnTo>
                      <a:pt x="114" y="40"/>
                    </a:lnTo>
                    <a:lnTo>
                      <a:pt x="114" y="40"/>
                    </a:lnTo>
                    <a:lnTo>
                      <a:pt x="114" y="40"/>
                    </a:lnTo>
                    <a:lnTo>
                      <a:pt x="114" y="40"/>
                    </a:lnTo>
                    <a:lnTo>
                      <a:pt x="116" y="40"/>
                    </a:lnTo>
                    <a:lnTo>
                      <a:pt x="116" y="40"/>
                    </a:lnTo>
                    <a:lnTo>
                      <a:pt x="116" y="40"/>
                    </a:lnTo>
                    <a:lnTo>
                      <a:pt x="118" y="40"/>
                    </a:lnTo>
                    <a:lnTo>
                      <a:pt x="118" y="40"/>
                    </a:lnTo>
                    <a:lnTo>
                      <a:pt x="118" y="40"/>
                    </a:lnTo>
                    <a:lnTo>
                      <a:pt x="121" y="40"/>
                    </a:lnTo>
                    <a:lnTo>
                      <a:pt x="121" y="40"/>
                    </a:lnTo>
                    <a:lnTo>
                      <a:pt x="123" y="40"/>
                    </a:lnTo>
                    <a:lnTo>
                      <a:pt x="123" y="40"/>
                    </a:lnTo>
                    <a:lnTo>
                      <a:pt x="123" y="40"/>
                    </a:lnTo>
                    <a:lnTo>
                      <a:pt x="125" y="40"/>
                    </a:lnTo>
                    <a:lnTo>
                      <a:pt x="125" y="40"/>
                    </a:lnTo>
                    <a:lnTo>
                      <a:pt x="125" y="40"/>
                    </a:lnTo>
                    <a:lnTo>
                      <a:pt x="128" y="40"/>
                    </a:lnTo>
                    <a:lnTo>
                      <a:pt x="128" y="40"/>
                    </a:lnTo>
                    <a:lnTo>
                      <a:pt x="130" y="40"/>
                    </a:lnTo>
                    <a:lnTo>
                      <a:pt x="130" y="40"/>
                    </a:lnTo>
                    <a:lnTo>
                      <a:pt x="130" y="40"/>
                    </a:lnTo>
                    <a:lnTo>
                      <a:pt x="133" y="40"/>
                    </a:lnTo>
                    <a:lnTo>
                      <a:pt x="133" y="40"/>
                    </a:lnTo>
                    <a:lnTo>
                      <a:pt x="133" y="40"/>
                    </a:lnTo>
                    <a:lnTo>
                      <a:pt x="135" y="40"/>
                    </a:lnTo>
                    <a:lnTo>
                      <a:pt x="135" y="40"/>
                    </a:lnTo>
                    <a:lnTo>
                      <a:pt x="137" y="40"/>
                    </a:lnTo>
                    <a:lnTo>
                      <a:pt x="137" y="40"/>
                    </a:lnTo>
                    <a:lnTo>
                      <a:pt x="137" y="40"/>
                    </a:lnTo>
                    <a:lnTo>
                      <a:pt x="140" y="40"/>
                    </a:lnTo>
                    <a:lnTo>
                      <a:pt x="140" y="40"/>
                    </a:lnTo>
                    <a:lnTo>
                      <a:pt x="140" y="40"/>
                    </a:lnTo>
                    <a:lnTo>
                      <a:pt x="140" y="42"/>
                    </a:lnTo>
                    <a:lnTo>
                      <a:pt x="140" y="42"/>
                    </a:lnTo>
                    <a:lnTo>
                      <a:pt x="140" y="42"/>
                    </a:lnTo>
                    <a:lnTo>
                      <a:pt x="140" y="42"/>
                    </a:lnTo>
                    <a:lnTo>
                      <a:pt x="142" y="42"/>
                    </a:lnTo>
                    <a:lnTo>
                      <a:pt x="142" y="45"/>
                    </a:lnTo>
                    <a:lnTo>
                      <a:pt x="142" y="45"/>
                    </a:lnTo>
                    <a:lnTo>
                      <a:pt x="142" y="47"/>
                    </a:lnTo>
                    <a:lnTo>
                      <a:pt x="142" y="47"/>
                    </a:lnTo>
                    <a:lnTo>
                      <a:pt x="142" y="47"/>
                    </a:lnTo>
                    <a:lnTo>
                      <a:pt x="142" y="50"/>
                    </a:lnTo>
                    <a:lnTo>
                      <a:pt x="144" y="50"/>
                    </a:lnTo>
                    <a:lnTo>
                      <a:pt x="144" y="50"/>
                    </a:lnTo>
                    <a:lnTo>
                      <a:pt x="144" y="50"/>
                    </a:lnTo>
                    <a:lnTo>
                      <a:pt x="144" y="50"/>
                    </a:lnTo>
                    <a:lnTo>
                      <a:pt x="144" y="52"/>
                    </a:lnTo>
                    <a:lnTo>
                      <a:pt x="144" y="52"/>
                    </a:lnTo>
                    <a:lnTo>
                      <a:pt x="147" y="52"/>
                    </a:lnTo>
                    <a:lnTo>
                      <a:pt x="147" y="52"/>
                    </a:lnTo>
                    <a:lnTo>
                      <a:pt x="147" y="52"/>
                    </a:lnTo>
                    <a:lnTo>
                      <a:pt x="147" y="52"/>
                    </a:lnTo>
                    <a:lnTo>
                      <a:pt x="149" y="52"/>
                    </a:lnTo>
                    <a:lnTo>
                      <a:pt x="149" y="52"/>
                    </a:lnTo>
                    <a:lnTo>
                      <a:pt x="152" y="52"/>
                    </a:lnTo>
                    <a:lnTo>
                      <a:pt x="152" y="52"/>
                    </a:lnTo>
                    <a:lnTo>
                      <a:pt x="152" y="52"/>
                    </a:lnTo>
                    <a:lnTo>
                      <a:pt x="152" y="52"/>
                    </a:lnTo>
                    <a:lnTo>
                      <a:pt x="154" y="52"/>
                    </a:lnTo>
                    <a:lnTo>
                      <a:pt x="154" y="52"/>
                    </a:lnTo>
                    <a:lnTo>
                      <a:pt x="154" y="52"/>
                    </a:lnTo>
                    <a:lnTo>
                      <a:pt x="154" y="52"/>
                    </a:lnTo>
                    <a:lnTo>
                      <a:pt x="154" y="54"/>
                    </a:lnTo>
                    <a:lnTo>
                      <a:pt x="156" y="54"/>
                    </a:lnTo>
                    <a:lnTo>
                      <a:pt x="156" y="54"/>
                    </a:lnTo>
                    <a:lnTo>
                      <a:pt x="156" y="54"/>
                    </a:lnTo>
                    <a:lnTo>
                      <a:pt x="159" y="54"/>
                    </a:lnTo>
                    <a:lnTo>
                      <a:pt x="159" y="54"/>
                    </a:lnTo>
                    <a:lnTo>
                      <a:pt x="159" y="54"/>
                    </a:lnTo>
                    <a:lnTo>
                      <a:pt x="161" y="54"/>
                    </a:lnTo>
                    <a:lnTo>
                      <a:pt x="161" y="54"/>
                    </a:lnTo>
                    <a:lnTo>
                      <a:pt x="163" y="54"/>
                    </a:lnTo>
                    <a:lnTo>
                      <a:pt x="163" y="54"/>
                    </a:lnTo>
                    <a:lnTo>
                      <a:pt x="163" y="54"/>
                    </a:lnTo>
                    <a:lnTo>
                      <a:pt x="163" y="57"/>
                    </a:lnTo>
                    <a:lnTo>
                      <a:pt x="166" y="57"/>
                    </a:lnTo>
                    <a:lnTo>
                      <a:pt x="166" y="57"/>
                    </a:lnTo>
                    <a:lnTo>
                      <a:pt x="166" y="57"/>
                    </a:lnTo>
                    <a:lnTo>
                      <a:pt x="168" y="57"/>
                    </a:lnTo>
                    <a:lnTo>
                      <a:pt x="168" y="54"/>
                    </a:lnTo>
                    <a:lnTo>
                      <a:pt x="168" y="54"/>
                    </a:lnTo>
                    <a:lnTo>
                      <a:pt x="170" y="54"/>
                    </a:lnTo>
                    <a:lnTo>
                      <a:pt x="170" y="54"/>
                    </a:lnTo>
                    <a:lnTo>
                      <a:pt x="170" y="54"/>
                    </a:lnTo>
                    <a:lnTo>
                      <a:pt x="170" y="54"/>
                    </a:lnTo>
                    <a:lnTo>
                      <a:pt x="173" y="54"/>
                    </a:lnTo>
                    <a:lnTo>
                      <a:pt x="173" y="52"/>
                    </a:lnTo>
                    <a:lnTo>
                      <a:pt x="173" y="52"/>
                    </a:lnTo>
                    <a:lnTo>
                      <a:pt x="173" y="52"/>
                    </a:lnTo>
                    <a:lnTo>
                      <a:pt x="175" y="52"/>
                    </a:lnTo>
                    <a:lnTo>
                      <a:pt x="175" y="54"/>
                    </a:lnTo>
                    <a:lnTo>
                      <a:pt x="175" y="54"/>
                    </a:lnTo>
                    <a:lnTo>
                      <a:pt x="178" y="54"/>
                    </a:lnTo>
                    <a:lnTo>
                      <a:pt x="178" y="54"/>
                    </a:lnTo>
                    <a:lnTo>
                      <a:pt x="178" y="54"/>
                    </a:lnTo>
                    <a:lnTo>
                      <a:pt x="180" y="54"/>
                    </a:lnTo>
                    <a:lnTo>
                      <a:pt x="180" y="54"/>
                    </a:lnTo>
                    <a:lnTo>
                      <a:pt x="180" y="54"/>
                    </a:lnTo>
                    <a:lnTo>
                      <a:pt x="182" y="54"/>
                    </a:lnTo>
                    <a:lnTo>
                      <a:pt x="182" y="54"/>
                    </a:lnTo>
                    <a:lnTo>
                      <a:pt x="182" y="54"/>
                    </a:lnTo>
                    <a:lnTo>
                      <a:pt x="185" y="54"/>
                    </a:lnTo>
                    <a:lnTo>
                      <a:pt x="185" y="54"/>
                    </a:lnTo>
                    <a:lnTo>
                      <a:pt x="185" y="57"/>
                    </a:lnTo>
                    <a:lnTo>
                      <a:pt x="185" y="57"/>
                    </a:lnTo>
                    <a:lnTo>
                      <a:pt x="187" y="57"/>
                    </a:lnTo>
                    <a:lnTo>
                      <a:pt x="187" y="57"/>
                    </a:lnTo>
                    <a:lnTo>
                      <a:pt x="187" y="54"/>
                    </a:lnTo>
                    <a:lnTo>
                      <a:pt x="187" y="54"/>
                    </a:lnTo>
                    <a:lnTo>
                      <a:pt x="189" y="54"/>
                    </a:lnTo>
                    <a:lnTo>
                      <a:pt x="189" y="54"/>
                    </a:lnTo>
                    <a:lnTo>
                      <a:pt x="192" y="54"/>
                    </a:lnTo>
                    <a:lnTo>
                      <a:pt x="192" y="57"/>
                    </a:lnTo>
                    <a:lnTo>
                      <a:pt x="192" y="57"/>
                    </a:lnTo>
                    <a:lnTo>
                      <a:pt x="192" y="57"/>
                    </a:lnTo>
                    <a:lnTo>
                      <a:pt x="192" y="54"/>
                    </a:lnTo>
                    <a:lnTo>
                      <a:pt x="194" y="54"/>
                    </a:lnTo>
                    <a:lnTo>
                      <a:pt x="194" y="54"/>
                    </a:lnTo>
                    <a:lnTo>
                      <a:pt x="196" y="54"/>
                    </a:lnTo>
                    <a:lnTo>
                      <a:pt x="196" y="57"/>
                    </a:lnTo>
                    <a:lnTo>
                      <a:pt x="196" y="57"/>
                    </a:lnTo>
                    <a:lnTo>
                      <a:pt x="196" y="57"/>
                    </a:lnTo>
                    <a:lnTo>
                      <a:pt x="199" y="57"/>
                    </a:lnTo>
                    <a:lnTo>
                      <a:pt x="199" y="57"/>
                    </a:lnTo>
                    <a:lnTo>
                      <a:pt x="199" y="57"/>
                    </a:lnTo>
                    <a:lnTo>
                      <a:pt x="199" y="57"/>
                    </a:lnTo>
                    <a:lnTo>
                      <a:pt x="199" y="59"/>
                    </a:lnTo>
                    <a:lnTo>
                      <a:pt x="201" y="59"/>
                    </a:lnTo>
                    <a:lnTo>
                      <a:pt x="201" y="59"/>
                    </a:lnTo>
                    <a:lnTo>
                      <a:pt x="201" y="59"/>
                    </a:lnTo>
                    <a:lnTo>
                      <a:pt x="204" y="59"/>
                    </a:lnTo>
                    <a:lnTo>
                      <a:pt x="204" y="61"/>
                    </a:lnTo>
                    <a:lnTo>
                      <a:pt x="204" y="61"/>
                    </a:lnTo>
                    <a:lnTo>
                      <a:pt x="204" y="61"/>
                    </a:lnTo>
                    <a:lnTo>
                      <a:pt x="206" y="61"/>
                    </a:lnTo>
                    <a:lnTo>
                      <a:pt x="206" y="59"/>
                    </a:lnTo>
                    <a:lnTo>
                      <a:pt x="206" y="59"/>
                    </a:lnTo>
                    <a:lnTo>
                      <a:pt x="206" y="59"/>
                    </a:lnTo>
                    <a:lnTo>
                      <a:pt x="208" y="59"/>
                    </a:lnTo>
                    <a:lnTo>
                      <a:pt x="208" y="59"/>
                    </a:lnTo>
                    <a:lnTo>
                      <a:pt x="208" y="59"/>
                    </a:lnTo>
                    <a:lnTo>
                      <a:pt x="211" y="59"/>
                    </a:lnTo>
                    <a:lnTo>
                      <a:pt x="211" y="57"/>
                    </a:lnTo>
                    <a:lnTo>
                      <a:pt x="211" y="57"/>
                    </a:lnTo>
                    <a:lnTo>
                      <a:pt x="211" y="57"/>
                    </a:lnTo>
                    <a:lnTo>
                      <a:pt x="211" y="57"/>
                    </a:lnTo>
                    <a:lnTo>
                      <a:pt x="211" y="57"/>
                    </a:lnTo>
                    <a:lnTo>
                      <a:pt x="211" y="54"/>
                    </a:lnTo>
                    <a:lnTo>
                      <a:pt x="211" y="54"/>
                    </a:lnTo>
                    <a:lnTo>
                      <a:pt x="213" y="54"/>
                    </a:lnTo>
                    <a:lnTo>
                      <a:pt x="213" y="54"/>
                    </a:lnTo>
                    <a:lnTo>
                      <a:pt x="213" y="54"/>
                    </a:lnTo>
                    <a:lnTo>
                      <a:pt x="213" y="54"/>
                    </a:lnTo>
                    <a:lnTo>
                      <a:pt x="215" y="54"/>
                    </a:lnTo>
                    <a:lnTo>
                      <a:pt x="215" y="54"/>
                    </a:lnTo>
                    <a:lnTo>
                      <a:pt x="215" y="54"/>
                    </a:lnTo>
                    <a:lnTo>
                      <a:pt x="218" y="54"/>
                    </a:lnTo>
                    <a:lnTo>
                      <a:pt x="218" y="54"/>
                    </a:lnTo>
                    <a:lnTo>
                      <a:pt x="218" y="54"/>
                    </a:lnTo>
                    <a:lnTo>
                      <a:pt x="218" y="54"/>
                    </a:lnTo>
                    <a:lnTo>
                      <a:pt x="218" y="52"/>
                    </a:lnTo>
                    <a:lnTo>
                      <a:pt x="220" y="52"/>
                    </a:lnTo>
                    <a:lnTo>
                      <a:pt x="220" y="52"/>
                    </a:lnTo>
                    <a:lnTo>
                      <a:pt x="220" y="52"/>
                    </a:lnTo>
                    <a:lnTo>
                      <a:pt x="220" y="52"/>
                    </a:lnTo>
                    <a:lnTo>
                      <a:pt x="223" y="52"/>
                    </a:lnTo>
                    <a:lnTo>
                      <a:pt x="223" y="52"/>
                    </a:lnTo>
                    <a:lnTo>
                      <a:pt x="223" y="50"/>
                    </a:lnTo>
                    <a:lnTo>
                      <a:pt x="223" y="50"/>
                    </a:lnTo>
                    <a:lnTo>
                      <a:pt x="223" y="50"/>
                    </a:lnTo>
                    <a:lnTo>
                      <a:pt x="225" y="50"/>
                    </a:lnTo>
                    <a:lnTo>
                      <a:pt x="225" y="47"/>
                    </a:lnTo>
                    <a:lnTo>
                      <a:pt x="225" y="47"/>
                    </a:lnTo>
                    <a:lnTo>
                      <a:pt x="225" y="47"/>
                    </a:lnTo>
                    <a:lnTo>
                      <a:pt x="225" y="47"/>
                    </a:lnTo>
                    <a:lnTo>
                      <a:pt x="225" y="45"/>
                    </a:lnTo>
                    <a:lnTo>
                      <a:pt x="225" y="45"/>
                    </a:lnTo>
                    <a:lnTo>
                      <a:pt x="225" y="45"/>
                    </a:lnTo>
                    <a:lnTo>
                      <a:pt x="225" y="42"/>
                    </a:lnTo>
                    <a:lnTo>
                      <a:pt x="225" y="42"/>
                    </a:lnTo>
                    <a:lnTo>
                      <a:pt x="225" y="42"/>
                    </a:lnTo>
                    <a:lnTo>
                      <a:pt x="225" y="42"/>
                    </a:lnTo>
                    <a:lnTo>
                      <a:pt x="227" y="42"/>
                    </a:lnTo>
                    <a:lnTo>
                      <a:pt x="227" y="40"/>
                    </a:lnTo>
                    <a:lnTo>
                      <a:pt x="225" y="40"/>
                    </a:lnTo>
                    <a:lnTo>
                      <a:pt x="225" y="40"/>
                    </a:lnTo>
                    <a:lnTo>
                      <a:pt x="225" y="40"/>
                    </a:lnTo>
                    <a:lnTo>
                      <a:pt x="225" y="40"/>
                    </a:lnTo>
                    <a:lnTo>
                      <a:pt x="223" y="40"/>
                    </a:lnTo>
                    <a:lnTo>
                      <a:pt x="223" y="40"/>
                    </a:lnTo>
                    <a:lnTo>
                      <a:pt x="223" y="38"/>
                    </a:lnTo>
                    <a:lnTo>
                      <a:pt x="220" y="38"/>
                    </a:lnTo>
                    <a:lnTo>
                      <a:pt x="220" y="38"/>
                    </a:lnTo>
                    <a:lnTo>
                      <a:pt x="220" y="38"/>
                    </a:lnTo>
                    <a:lnTo>
                      <a:pt x="220" y="35"/>
                    </a:lnTo>
                    <a:lnTo>
                      <a:pt x="220" y="35"/>
                    </a:lnTo>
                    <a:lnTo>
                      <a:pt x="220" y="35"/>
                    </a:lnTo>
                    <a:lnTo>
                      <a:pt x="218" y="35"/>
                    </a:lnTo>
                    <a:lnTo>
                      <a:pt x="218" y="33"/>
                    </a:lnTo>
                    <a:lnTo>
                      <a:pt x="218" y="33"/>
                    </a:lnTo>
                    <a:lnTo>
                      <a:pt x="220" y="33"/>
                    </a:lnTo>
                    <a:lnTo>
                      <a:pt x="220" y="33"/>
                    </a:lnTo>
                    <a:lnTo>
                      <a:pt x="218" y="33"/>
                    </a:lnTo>
                    <a:lnTo>
                      <a:pt x="218" y="31"/>
                    </a:lnTo>
                    <a:lnTo>
                      <a:pt x="218" y="31"/>
                    </a:lnTo>
                    <a:lnTo>
                      <a:pt x="218" y="31"/>
                    </a:lnTo>
                    <a:lnTo>
                      <a:pt x="218" y="31"/>
                    </a:lnTo>
                    <a:lnTo>
                      <a:pt x="218" y="28"/>
                    </a:lnTo>
                    <a:lnTo>
                      <a:pt x="215" y="28"/>
                    </a:lnTo>
                    <a:lnTo>
                      <a:pt x="215" y="28"/>
                    </a:lnTo>
                    <a:lnTo>
                      <a:pt x="218" y="28"/>
                    </a:lnTo>
                    <a:lnTo>
                      <a:pt x="218" y="26"/>
                    </a:lnTo>
                    <a:lnTo>
                      <a:pt x="218" y="26"/>
                    </a:lnTo>
                    <a:lnTo>
                      <a:pt x="218" y="26"/>
                    </a:lnTo>
                    <a:lnTo>
                      <a:pt x="218" y="23"/>
                    </a:lnTo>
                    <a:lnTo>
                      <a:pt x="218" y="23"/>
                    </a:lnTo>
                    <a:lnTo>
                      <a:pt x="218" y="23"/>
                    </a:lnTo>
                    <a:lnTo>
                      <a:pt x="218" y="23"/>
                    </a:lnTo>
                    <a:lnTo>
                      <a:pt x="218" y="21"/>
                    </a:lnTo>
                    <a:lnTo>
                      <a:pt x="218" y="21"/>
                    </a:lnTo>
                    <a:lnTo>
                      <a:pt x="218" y="19"/>
                    </a:lnTo>
                    <a:lnTo>
                      <a:pt x="220" y="19"/>
                    </a:lnTo>
                    <a:lnTo>
                      <a:pt x="220" y="19"/>
                    </a:lnTo>
                    <a:lnTo>
                      <a:pt x="220" y="19"/>
                    </a:lnTo>
                    <a:lnTo>
                      <a:pt x="220" y="16"/>
                    </a:lnTo>
                    <a:lnTo>
                      <a:pt x="220" y="16"/>
                    </a:lnTo>
                    <a:lnTo>
                      <a:pt x="223" y="16"/>
                    </a:lnTo>
                    <a:lnTo>
                      <a:pt x="223" y="16"/>
                    </a:lnTo>
                    <a:lnTo>
                      <a:pt x="225" y="16"/>
                    </a:lnTo>
                    <a:lnTo>
                      <a:pt x="225" y="16"/>
                    </a:lnTo>
                    <a:lnTo>
                      <a:pt x="225" y="16"/>
                    </a:lnTo>
                    <a:lnTo>
                      <a:pt x="225" y="14"/>
                    </a:lnTo>
                    <a:lnTo>
                      <a:pt x="225" y="14"/>
                    </a:lnTo>
                    <a:lnTo>
                      <a:pt x="225" y="14"/>
                    </a:lnTo>
                    <a:lnTo>
                      <a:pt x="225" y="14"/>
                    </a:lnTo>
                    <a:lnTo>
                      <a:pt x="225" y="12"/>
                    </a:lnTo>
                    <a:lnTo>
                      <a:pt x="225" y="12"/>
                    </a:lnTo>
                    <a:lnTo>
                      <a:pt x="227" y="12"/>
                    </a:lnTo>
                    <a:lnTo>
                      <a:pt x="227" y="9"/>
                    </a:lnTo>
                    <a:lnTo>
                      <a:pt x="227" y="9"/>
                    </a:lnTo>
                    <a:lnTo>
                      <a:pt x="227" y="9"/>
                    </a:lnTo>
                    <a:lnTo>
                      <a:pt x="230" y="9"/>
                    </a:lnTo>
                    <a:lnTo>
                      <a:pt x="230" y="9"/>
                    </a:lnTo>
                    <a:lnTo>
                      <a:pt x="230" y="9"/>
                    </a:lnTo>
                    <a:lnTo>
                      <a:pt x="232" y="9"/>
                    </a:lnTo>
                    <a:lnTo>
                      <a:pt x="232" y="9"/>
                    </a:lnTo>
                    <a:lnTo>
                      <a:pt x="232" y="9"/>
                    </a:lnTo>
                    <a:lnTo>
                      <a:pt x="234" y="9"/>
                    </a:lnTo>
                    <a:lnTo>
                      <a:pt x="234" y="7"/>
                    </a:lnTo>
                    <a:lnTo>
                      <a:pt x="234" y="7"/>
                    </a:lnTo>
                    <a:lnTo>
                      <a:pt x="237" y="7"/>
                    </a:lnTo>
                    <a:lnTo>
                      <a:pt x="237" y="7"/>
                    </a:lnTo>
                    <a:lnTo>
                      <a:pt x="237" y="5"/>
                    </a:lnTo>
                    <a:lnTo>
                      <a:pt x="237" y="5"/>
                    </a:lnTo>
                    <a:lnTo>
                      <a:pt x="237" y="5"/>
                    </a:lnTo>
                    <a:lnTo>
                      <a:pt x="237" y="2"/>
                    </a:lnTo>
                    <a:lnTo>
                      <a:pt x="237" y="2"/>
                    </a:lnTo>
                    <a:lnTo>
                      <a:pt x="237" y="2"/>
                    </a:lnTo>
                    <a:lnTo>
                      <a:pt x="239" y="2"/>
                    </a:lnTo>
                    <a:lnTo>
                      <a:pt x="239" y="2"/>
                    </a:lnTo>
                    <a:lnTo>
                      <a:pt x="239" y="0"/>
                    </a:lnTo>
                    <a:lnTo>
                      <a:pt x="239" y="0"/>
                    </a:lnTo>
                    <a:lnTo>
                      <a:pt x="239" y="0"/>
                    </a:lnTo>
                    <a:lnTo>
                      <a:pt x="23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2" name="Freeform 110"/>
              <p:cNvSpPr>
                <a:spLocks/>
              </p:cNvSpPr>
              <p:nvPr/>
            </p:nvSpPr>
            <p:spPr bwMode="auto">
              <a:xfrm>
                <a:off x="2715" y="1431"/>
                <a:ext cx="691" cy="268"/>
              </a:xfrm>
              <a:custGeom>
                <a:avLst/>
                <a:gdLst/>
                <a:ahLst/>
                <a:cxnLst>
                  <a:cxn ang="0">
                    <a:pos x="267" y="9"/>
                  </a:cxn>
                  <a:cxn ang="0">
                    <a:pos x="296" y="16"/>
                  </a:cxn>
                  <a:cxn ang="0">
                    <a:pos x="312" y="33"/>
                  </a:cxn>
                  <a:cxn ang="0">
                    <a:pos x="334" y="50"/>
                  </a:cxn>
                  <a:cxn ang="0">
                    <a:pos x="362" y="45"/>
                  </a:cxn>
                  <a:cxn ang="0">
                    <a:pos x="391" y="42"/>
                  </a:cxn>
                  <a:cxn ang="0">
                    <a:pos x="417" y="54"/>
                  </a:cxn>
                  <a:cxn ang="0">
                    <a:pos x="440" y="66"/>
                  </a:cxn>
                  <a:cxn ang="0">
                    <a:pos x="469" y="73"/>
                  </a:cxn>
                  <a:cxn ang="0">
                    <a:pos x="497" y="76"/>
                  </a:cxn>
                  <a:cxn ang="0">
                    <a:pos x="523" y="69"/>
                  </a:cxn>
                  <a:cxn ang="0">
                    <a:pos x="549" y="57"/>
                  </a:cxn>
                  <a:cxn ang="0">
                    <a:pos x="578" y="47"/>
                  </a:cxn>
                  <a:cxn ang="0">
                    <a:pos x="604" y="54"/>
                  </a:cxn>
                  <a:cxn ang="0">
                    <a:pos x="615" y="66"/>
                  </a:cxn>
                  <a:cxn ang="0">
                    <a:pos x="604" y="92"/>
                  </a:cxn>
                  <a:cxn ang="0">
                    <a:pos x="604" y="111"/>
                  </a:cxn>
                  <a:cxn ang="0">
                    <a:pos x="630" y="111"/>
                  </a:cxn>
                  <a:cxn ang="0">
                    <a:pos x="656" y="104"/>
                  </a:cxn>
                  <a:cxn ang="0">
                    <a:pos x="679" y="121"/>
                  </a:cxn>
                  <a:cxn ang="0">
                    <a:pos x="691" y="135"/>
                  </a:cxn>
                  <a:cxn ang="0">
                    <a:pos x="672" y="137"/>
                  </a:cxn>
                  <a:cxn ang="0">
                    <a:pos x="646" y="142"/>
                  </a:cxn>
                  <a:cxn ang="0">
                    <a:pos x="623" y="149"/>
                  </a:cxn>
                  <a:cxn ang="0">
                    <a:pos x="604" y="168"/>
                  </a:cxn>
                  <a:cxn ang="0">
                    <a:pos x="573" y="173"/>
                  </a:cxn>
                  <a:cxn ang="0">
                    <a:pos x="552" y="187"/>
                  </a:cxn>
                  <a:cxn ang="0">
                    <a:pos x="521" y="180"/>
                  </a:cxn>
                  <a:cxn ang="0">
                    <a:pos x="511" y="201"/>
                  </a:cxn>
                  <a:cxn ang="0">
                    <a:pos x="509" y="220"/>
                  </a:cxn>
                  <a:cxn ang="0">
                    <a:pos x="485" y="237"/>
                  </a:cxn>
                  <a:cxn ang="0">
                    <a:pos x="459" y="246"/>
                  </a:cxn>
                  <a:cxn ang="0">
                    <a:pos x="426" y="246"/>
                  </a:cxn>
                  <a:cxn ang="0">
                    <a:pos x="398" y="253"/>
                  </a:cxn>
                  <a:cxn ang="0">
                    <a:pos x="372" y="268"/>
                  </a:cxn>
                  <a:cxn ang="0">
                    <a:pos x="346" y="260"/>
                  </a:cxn>
                  <a:cxn ang="0">
                    <a:pos x="315" y="253"/>
                  </a:cxn>
                  <a:cxn ang="0">
                    <a:pos x="286" y="242"/>
                  </a:cxn>
                  <a:cxn ang="0">
                    <a:pos x="256" y="242"/>
                  </a:cxn>
                  <a:cxn ang="0">
                    <a:pos x="220" y="242"/>
                  </a:cxn>
                  <a:cxn ang="0">
                    <a:pos x="189" y="239"/>
                  </a:cxn>
                  <a:cxn ang="0">
                    <a:pos x="173" y="218"/>
                  </a:cxn>
                  <a:cxn ang="0">
                    <a:pos x="156" y="201"/>
                  </a:cxn>
                  <a:cxn ang="0">
                    <a:pos x="130" y="187"/>
                  </a:cxn>
                  <a:cxn ang="0">
                    <a:pos x="99" y="180"/>
                  </a:cxn>
                  <a:cxn ang="0">
                    <a:pos x="69" y="175"/>
                  </a:cxn>
                  <a:cxn ang="0">
                    <a:pos x="69" y="151"/>
                  </a:cxn>
                  <a:cxn ang="0">
                    <a:pos x="59" y="125"/>
                  </a:cxn>
                  <a:cxn ang="0">
                    <a:pos x="40" y="106"/>
                  </a:cxn>
                  <a:cxn ang="0">
                    <a:pos x="17" y="97"/>
                  </a:cxn>
                  <a:cxn ang="0">
                    <a:pos x="0" y="83"/>
                  </a:cxn>
                  <a:cxn ang="0">
                    <a:pos x="19" y="66"/>
                  </a:cxn>
                  <a:cxn ang="0">
                    <a:pos x="40" y="61"/>
                  </a:cxn>
                  <a:cxn ang="0">
                    <a:pos x="64" y="47"/>
                  </a:cxn>
                  <a:cxn ang="0">
                    <a:pos x="83" y="38"/>
                  </a:cxn>
                  <a:cxn ang="0">
                    <a:pos x="107" y="35"/>
                  </a:cxn>
                  <a:cxn ang="0">
                    <a:pos x="130" y="40"/>
                  </a:cxn>
                  <a:cxn ang="0">
                    <a:pos x="154" y="52"/>
                  </a:cxn>
                  <a:cxn ang="0">
                    <a:pos x="185" y="54"/>
                  </a:cxn>
                  <a:cxn ang="0">
                    <a:pos x="211" y="57"/>
                  </a:cxn>
                  <a:cxn ang="0">
                    <a:pos x="227" y="40"/>
                  </a:cxn>
                  <a:cxn ang="0">
                    <a:pos x="220" y="16"/>
                  </a:cxn>
                </a:cxnLst>
                <a:rect l="0" t="0" r="r" b="b"/>
                <a:pathLst>
                  <a:path w="691" h="268">
                    <a:moveTo>
                      <a:pt x="239" y="0"/>
                    </a:moveTo>
                    <a:lnTo>
                      <a:pt x="239" y="0"/>
                    </a:lnTo>
                    <a:lnTo>
                      <a:pt x="241" y="0"/>
                    </a:lnTo>
                    <a:lnTo>
                      <a:pt x="241" y="2"/>
                    </a:lnTo>
                    <a:lnTo>
                      <a:pt x="241" y="2"/>
                    </a:lnTo>
                    <a:lnTo>
                      <a:pt x="244" y="2"/>
                    </a:lnTo>
                    <a:lnTo>
                      <a:pt x="244" y="2"/>
                    </a:lnTo>
                    <a:lnTo>
                      <a:pt x="244" y="2"/>
                    </a:lnTo>
                    <a:lnTo>
                      <a:pt x="244" y="2"/>
                    </a:lnTo>
                    <a:lnTo>
                      <a:pt x="246" y="2"/>
                    </a:lnTo>
                    <a:lnTo>
                      <a:pt x="246" y="2"/>
                    </a:lnTo>
                    <a:lnTo>
                      <a:pt x="246" y="2"/>
                    </a:lnTo>
                    <a:lnTo>
                      <a:pt x="246" y="2"/>
                    </a:lnTo>
                    <a:lnTo>
                      <a:pt x="246" y="5"/>
                    </a:lnTo>
                    <a:lnTo>
                      <a:pt x="249" y="5"/>
                    </a:lnTo>
                    <a:lnTo>
                      <a:pt x="249" y="5"/>
                    </a:lnTo>
                    <a:lnTo>
                      <a:pt x="251" y="5"/>
                    </a:lnTo>
                    <a:lnTo>
                      <a:pt x="251" y="5"/>
                    </a:lnTo>
                    <a:lnTo>
                      <a:pt x="251" y="5"/>
                    </a:lnTo>
                    <a:lnTo>
                      <a:pt x="251" y="5"/>
                    </a:lnTo>
                    <a:lnTo>
                      <a:pt x="253" y="5"/>
                    </a:lnTo>
                    <a:lnTo>
                      <a:pt x="253" y="5"/>
                    </a:lnTo>
                    <a:lnTo>
                      <a:pt x="253" y="5"/>
                    </a:lnTo>
                    <a:lnTo>
                      <a:pt x="256" y="5"/>
                    </a:lnTo>
                    <a:lnTo>
                      <a:pt x="256" y="5"/>
                    </a:lnTo>
                    <a:lnTo>
                      <a:pt x="258" y="5"/>
                    </a:lnTo>
                    <a:lnTo>
                      <a:pt x="258" y="7"/>
                    </a:lnTo>
                    <a:lnTo>
                      <a:pt x="258" y="7"/>
                    </a:lnTo>
                    <a:lnTo>
                      <a:pt x="258" y="7"/>
                    </a:lnTo>
                    <a:lnTo>
                      <a:pt x="258" y="7"/>
                    </a:lnTo>
                    <a:lnTo>
                      <a:pt x="258" y="9"/>
                    </a:lnTo>
                    <a:lnTo>
                      <a:pt x="260" y="9"/>
                    </a:lnTo>
                    <a:lnTo>
                      <a:pt x="260" y="9"/>
                    </a:lnTo>
                    <a:lnTo>
                      <a:pt x="260" y="9"/>
                    </a:lnTo>
                    <a:lnTo>
                      <a:pt x="260" y="9"/>
                    </a:lnTo>
                    <a:lnTo>
                      <a:pt x="263" y="9"/>
                    </a:lnTo>
                    <a:lnTo>
                      <a:pt x="263" y="9"/>
                    </a:lnTo>
                    <a:lnTo>
                      <a:pt x="265" y="9"/>
                    </a:lnTo>
                    <a:lnTo>
                      <a:pt x="265" y="9"/>
                    </a:lnTo>
                    <a:lnTo>
                      <a:pt x="265" y="9"/>
                    </a:lnTo>
                    <a:lnTo>
                      <a:pt x="267" y="9"/>
                    </a:lnTo>
                    <a:lnTo>
                      <a:pt x="267" y="9"/>
                    </a:lnTo>
                    <a:lnTo>
                      <a:pt x="270" y="9"/>
                    </a:lnTo>
                    <a:lnTo>
                      <a:pt x="270" y="9"/>
                    </a:lnTo>
                    <a:lnTo>
                      <a:pt x="270" y="9"/>
                    </a:lnTo>
                    <a:lnTo>
                      <a:pt x="272" y="9"/>
                    </a:lnTo>
                    <a:lnTo>
                      <a:pt x="272" y="9"/>
                    </a:lnTo>
                    <a:lnTo>
                      <a:pt x="272" y="9"/>
                    </a:lnTo>
                    <a:lnTo>
                      <a:pt x="275" y="9"/>
                    </a:lnTo>
                    <a:lnTo>
                      <a:pt x="275" y="9"/>
                    </a:lnTo>
                    <a:lnTo>
                      <a:pt x="275" y="12"/>
                    </a:lnTo>
                    <a:lnTo>
                      <a:pt x="277" y="12"/>
                    </a:lnTo>
                    <a:lnTo>
                      <a:pt x="277" y="12"/>
                    </a:lnTo>
                    <a:lnTo>
                      <a:pt x="277" y="12"/>
                    </a:lnTo>
                    <a:lnTo>
                      <a:pt x="277" y="12"/>
                    </a:lnTo>
                    <a:lnTo>
                      <a:pt x="279" y="12"/>
                    </a:lnTo>
                    <a:lnTo>
                      <a:pt x="279" y="12"/>
                    </a:lnTo>
                    <a:lnTo>
                      <a:pt x="279" y="12"/>
                    </a:lnTo>
                    <a:lnTo>
                      <a:pt x="279" y="14"/>
                    </a:lnTo>
                    <a:lnTo>
                      <a:pt x="282" y="14"/>
                    </a:lnTo>
                    <a:lnTo>
                      <a:pt x="282" y="14"/>
                    </a:lnTo>
                    <a:lnTo>
                      <a:pt x="284" y="14"/>
                    </a:lnTo>
                    <a:lnTo>
                      <a:pt x="284" y="14"/>
                    </a:lnTo>
                    <a:lnTo>
                      <a:pt x="284" y="14"/>
                    </a:lnTo>
                    <a:lnTo>
                      <a:pt x="284" y="14"/>
                    </a:lnTo>
                    <a:lnTo>
                      <a:pt x="286" y="14"/>
                    </a:lnTo>
                    <a:lnTo>
                      <a:pt x="286" y="14"/>
                    </a:lnTo>
                    <a:lnTo>
                      <a:pt x="286" y="14"/>
                    </a:lnTo>
                    <a:lnTo>
                      <a:pt x="286" y="14"/>
                    </a:lnTo>
                    <a:lnTo>
                      <a:pt x="289" y="14"/>
                    </a:lnTo>
                    <a:lnTo>
                      <a:pt x="289" y="14"/>
                    </a:lnTo>
                    <a:lnTo>
                      <a:pt x="291" y="14"/>
                    </a:lnTo>
                    <a:lnTo>
                      <a:pt x="291" y="16"/>
                    </a:lnTo>
                    <a:lnTo>
                      <a:pt x="291" y="16"/>
                    </a:lnTo>
                    <a:lnTo>
                      <a:pt x="291" y="16"/>
                    </a:lnTo>
                    <a:lnTo>
                      <a:pt x="291" y="16"/>
                    </a:lnTo>
                    <a:lnTo>
                      <a:pt x="294" y="16"/>
                    </a:lnTo>
                    <a:lnTo>
                      <a:pt x="294" y="16"/>
                    </a:lnTo>
                    <a:lnTo>
                      <a:pt x="294" y="16"/>
                    </a:lnTo>
                    <a:lnTo>
                      <a:pt x="294" y="16"/>
                    </a:lnTo>
                    <a:lnTo>
                      <a:pt x="296" y="16"/>
                    </a:lnTo>
                    <a:lnTo>
                      <a:pt x="296" y="16"/>
                    </a:lnTo>
                    <a:lnTo>
                      <a:pt x="298" y="16"/>
                    </a:lnTo>
                    <a:lnTo>
                      <a:pt x="298" y="16"/>
                    </a:lnTo>
                    <a:lnTo>
                      <a:pt x="298" y="16"/>
                    </a:lnTo>
                    <a:lnTo>
                      <a:pt x="298" y="16"/>
                    </a:lnTo>
                    <a:lnTo>
                      <a:pt x="301" y="16"/>
                    </a:lnTo>
                    <a:lnTo>
                      <a:pt x="301" y="16"/>
                    </a:lnTo>
                    <a:lnTo>
                      <a:pt x="301" y="19"/>
                    </a:lnTo>
                    <a:lnTo>
                      <a:pt x="303" y="19"/>
                    </a:lnTo>
                    <a:lnTo>
                      <a:pt x="303" y="19"/>
                    </a:lnTo>
                    <a:lnTo>
                      <a:pt x="303" y="19"/>
                    </a:lnTo>
                    <a:lnTo>
                      <a:pt x="305" y="19"/>
                    </a:lnTo>
                    <a:lnTo>
                      <a:pt x="305" y="19"/>
                    </a:lnTo>
                    <a:lnTo>
                      <a:pt x="305" y="19"/>
                    </a:lnTo>
                    <a:lnTo>
                      <a:pt x="305" y="19"/>
                    </a:lnTo>
                    <a:lnTo>
                      <a:pt x="305" y="19"/>
                    </a:lnTo>
                    <a:lnTo>
                      <a:pt x="308" y="19"/>
                    </a:lnTo>
                    <a:lnTo>
                      <a:pt x="308" y="19"/>
                    </a:lnTo>
                    <a:lnTo>
                      <a:pt x="308" y="19"/>
                    </a:lnTo>
                    <a:lnTo>
                      <a:pt x="310" y="19"/>
                    </a:lnTo>
                    <a:lnTo>
                      <a:pt x="310" y="21"/>
                    </a:lnTo>
                    <a:lnTo>
                      <a:pt x="310" y="21"/>
                    </a:lnTo>
                    <a:lnTo>
                      <a:pt x="310" y="21"/>
                    </a:lnTo>
                    <a:lnTo>
                      <a:pt x="310" y="21"/>
                    </a:lnTo>
                    <a:lnTo>
                      <a:pt x="310" y="23"/>
                    </a:lnTo>
                    <a:lnTo>
                      <a:pt x="310" y="23"/>
                    </a:lnTo>
                    <a:lnTo>
                      <a:pt x="310" y="23"/>
                    </a:lnTo>
                    <a:lnTo>
                      <a:pt x="310" y="26"/>
                    </a:lnTo>
                    <a:lnTo>
                      <a:pt x="310" y="26"/>
                    </a:lnTo>
                    <a:lnTo>
                      <a:pt x="310" y="26"/>
                    </a:lnTo>
                    <a:lnTo>
                      <a:pt x="310" y="28"/>
                    </a:lnTo>
                    <a:lnTo>
                      <a:pt x="310" y="28"/>
                    </a:lnTo>
                    <a:lnTo>
                      <a:pt x="310" y="28"/>
                    </a:lnTo>
                    <a:lnTo>
                      <a:pt x="310" y="31"/>
                    </a:lnTo>
                    <a:lnTo>
                      <a:pt x="310" y="31"/>
                    </a:lnTo>
                    <a:lnTo>
                      <a:pt x="310" y="33"/>
                    </a:lnTo>
                    <a:lnTo>
                      <a:pt x="310" y="33"/>
                    </a:lnTo>
                    <a:lnTo>
                      <a:pt x="310" y="33"/>
                    </a:lnTo>
                    <a:lnTo>
                      <a:pt x="310" y="33"/>
                    </a:lnTo>
                    <a:lnTo>
                      <a:pt x="310" y="33"/>
                    </a:lnTo>
                    <a:lnTo>
                      <a:pt x="312" y="33"/>
                    </a:lnTo>
                    <a:lnTo>
                      <a:pt x="312" y="33"/>
                    </a:lnTo>
                    <a:lnTo>
                      <a:pt x="312" y="35"/>
                    </a:lnTo>
                    <a:lnTo>
                      <a:pt x="312" y="35"/>
                    </a:lnTo>
                    <a:lnTo>
                      <a:pt x="312" y="38"/>
                    </a:lnTo>
                    <a:lnTo>
                      <a:pt x="312" y="38"/>
                    </a:lnTo>
                    <a:lnTo>
                      <a:pt x="312" y="38"/>
                    </a:lnTo>
                    <a:lnTo>
                      <a:pt x="312" y="40"/>
                    </a:lnTo>
                    <a:lnTo>
                      <a:pt x="312" y="40"/>
                    </a:lnTo>
                    <a:lnTo>
                      <a:pt x="312" y="40"/>
                    </a:lnTo>
                    <a:lnTo>
                      <a:pt x="312" y="40"/>
                    </a:lnTo>
                    <a:lnTo>
                      <a:pt x="315" y="40"/>
                    </a:lnTo>
                    <a:lnTo>
                      <a:pt x="315" y="40"/>
                    </a:lnTo>
                    <a:lnTo>
                      <a:pt x="317" y="40"/>
                    </a:lnTo>
                    <a:lnTo>
                      <a:pt x="317" y="40"/>
                    </a:lnTo>
                    <a:lnTo>
                      <a:pt x="317" y="42"/>
                    </a:lnTo>
                    <a:lnTo>
                      <a:pt x="317" y="42"/>
                    </a:lnTo>
                    <a:lnTo>
                      <a:pt x="317" y="42"/>
                    </a:lnTo>
                    <a:lnTo>
                      <a:pt x="320" y="42"/>
                    </a:lnTo>
                    <a:lnTo>
                      <a:pt x="320" y="42"/>
                    </a:lnTo>
                    <a:lnTo>
                      <a:pt x="320" y="42"/>
                    </a:lnTo>
                    <a:lnTo>
                      <a:pt x="320" y="42"/>
                    </a:lnTo>
                    <a:lnTo>
                      <a:pt x="322" y="42"/>
                    </a:lnTo>
                    <a:lnTo>
                      <a:pt x="322" y="45"/>
                    </a:lnTo>
                    <a:lnTo>
                      <a:pt x="322" y="45"/>
                    </a:lnTo>
                    <a:lnTo>
                      <a:pt x="324" y="45"/>
                    </a:lnTo>
                    <a:lnTo>
                      <a:pt x="324" y="45"/>
                    </a:lnTo>
                    <a:lnTo>
                      <a:pt x="324" y="45"/>
                    </a:lnTo>
                    <a:lnTo>
                      <a:pt x="324" y="45"/>
                    </a:lnTo>
                    <a:lnTo>
                      <a:pt x="324" y="47"/>
                    </a:lnTo>
                    <a:lnTo>
                      <a:pt x="327" y="47"/>
                    </a:lnTo>
                    <a:lnTo>
                      <a:pt x="327" y="47"/>
                    </a:lnTo>
                    <a:lnTo>
                      <a:pt x="327" y="47"/>
                    </a:lnTo>
                    <a:lnTo>
                      <a:pt x="329" y="47"/>
                    </a:lnTo>
                    <a:lnTo>
                      <a:pt x="329" y="47"/>
                    </a:lnTo>
                    <a:lnTo>
                      <a:pt x="329" y="45"/>
                    </a:lnTo>
                    <a:lnTo>
                      <a:pt x="331" y="45"/>
                    </a:lnTo>
                    <a:lnTo>
                      <a:pt x="331" y="45"/>
                    </a:lnTo>
                    <a:lnTo>
                      <a:pt x="331" y="47"/>
                    </a:lnTo>
                    <a:lnTo>
                      <a:pt x="331" y="47"/>
                    </a:lnTo>
                    <a:lnTo>
                      <a:pt x="331" y="47"/>
                    </a:lnTo>
                    <a:lnTo>
                      <a:pt x="334" y="47"/>
                    </a:lnTo>
                    <a:lnTo>
                      <a:pt x="334" y="50"/>
                    </a:lnTo>
                    <a:lnTo>
                      <a:pt x="334" y="50"/>
                    </a:lnTo>
                    <a:lnTo>
                      <a:pt x="334" y="50"/>
                    </a:lnTo>
                    <a:lnTo>
                      <a:pt x="336" y="50"/>
                    </a:lnTo>
                    <a:lnTo>
                      <a:pt x="336" y="50"/>
                    </a:lnTo>
                    <a:lnTo>
                      <a:pt x="339" y="50"/>
                    </a:lnTo>
                    <a:lnTo>
                      <a:pt x="339" y="50"/>
                    </a:lnTo>
                    <a:lnTo>
                      <a:pt x="339" y="50"/>
                    </a:lnTo>
                    <a:lnTo>
                      <a:pt x="339" y="50"/>
                    </a:lnTo>
                    <a:lnTo>
                      <a:pt x="341" y="50"/>
                    </a:lnTo>
                    <a:lnTo>
                      <a:pt x="341" y="52"/>
                    </a:lnTo>
                    <a:lnTo>
                      <a:pt x="341" y="52"/>
                    </a:lnTo>
                    <a:lnTo>
                      <a:pt x="343" y="52"/>
                    </a:lnTo>
                    <a:lnTo>
                      <a:pt x="343" y="50"/>
                    </a:lnTo>
                    <a:lnTo>
                      <a:pt x="343" y="50"/>
                    </a:lnTo>
                    <a:lnTo>
                      <a:pt x="343" y="50"/>
                    </a:lnTo>
                    <a:lnTo>
                      <a:pt x="343" y="50"/>
                    </a:lnTo>
                    <a:lnTo>
                      <a:pt x="346" y="50"/>
                    </a:lnTo>
                    <a:lnTo>
                      <a:pt x="346" y="50"/>
                    </a:lnTo>
                    <a:lnTo>
                      <a:pt x="346" y="50"/>
                    </a:lnTo>
                    <a:lnTo>
                      <a:pt x="346" y="50"/>
                    </a:lnTo>
                    <a:lnTo>
                      <a:pt x="348" y="50"/>
                    </a:lnTo>
                    <a:lnTo>
                      <a:pt x="348" y="50"/>
                    </a:lnTo>
                    <a:lnTo>
                      <a:pt x="350" y="50"/>
                    </a:lnTo>
                    <a:lnTo>
                      <a:pt x="350" y="50"/>
                    </a:lnTo>
                    <a:lnTo>
                      <a:pt x="350" y="50"/>
                    </a:lnTo>
                    <a:lnTo>
                      <a:pt x="353" y="50"/>
                    </a:lnTo>
                    <a:lnTo>
                      <a:pt x="353" y="50"/>
                    </a:lnTo>
                    <a:lnTo>
                      <a:pt x="353" y="50"/>
                    </a:lnTo>
                    <a:lnTo>
                      <a:pt x="353" y="50"/>
                    </a:lnTo>
                    <a:lnTo>
                      <a:pt x="353" y="47"/>
                    </a:lnTo>
                    <a:lnTo>
                      <a:pt x="355" y="47"/>
                    </a:lnTo>
                    <a:lnTo>
                      <a:pt x="355" y="47"/>
                    </a:lnTo>
                    <a:lnTo>
                      <a:pt x="355" y="47"/>
                    </a:lnTo>
                    <a:lnTo>
                      <a:pt x="357" y="47"/>
                    </a:lnTo>
                    <a:lnTo>
                      <a:pt x="357" y="47"/>
                    </a:lnTo>
                    <a:lnTo>
                      <a:pt x="357" y="47"/>
                    </a:lnTo>
                    <a:lnTo>
                      <a:pt x="357" y="45"/>
                    </a:lnTo>
                    <a:lnTo>
                      <a:pt x="360" y="45"/>
                    </a:lnTo>
                    <a:lnTo>
                      <a:pt x="360" y="45"/>
                    </a:lnTo>
                    <a:lnTo>
                      <a:pt x="360" y="45"/>
                    </a:lnTo>
                    <a:lnTo>
                      <a:pt x="362" y="45"/>
                    </a:lnTo>
                    <a:lnTo>
                      <a:pt x="362" y="45"/>
                    </a:lnTo>
                    <a:lnTo>
                      <a:pt x="365" y="45"/>
                    </a:lnTo>
                    <a:lnTo>
                      <a:pt x="365" y="45"/>
                    </a:lnTo>
                    <a:lnTo>
                      <a:pt x="365" y="45"/>
                    </a:lnTo>
                    <a:lnTo>
                      <a:pt x="365" y="45"/>
                    </a:lnTo>
                    <a:lnTo>
                      <a:pt x="367" y="45"/>
                    </a:lnTo>
                    <a:lnTo>
                      <a:pt x="367" y="45"/>
                    </a:lnTo>
                    <a:lnTo>
                      <a:pt x="367" y="45"/>
                    </a:lnTo>
                    <a:lnTo>
                      <a:pt x="369" y="45"/>
                    </a:lnTo>
                    <a:lnTo>
                      <a:pt x="369" y="42"/>
                    </a:lnTo>
                    <a:lnTo>
                      <a:pt x="369" y="42"/>
                    </a:lnTo>
                    <a:lnTo>
                      <a:pt x="372" y="42"/>
                    </a:lnTo>
                    <a:lnTo>
                      <a:pt x="372" y="45"/>
                    </a:lnTo>
                    <a:lnTo>
                      <a:pt x="372" y="45"/>
                    </a:lnTo>
                    <a:lnTo>
                      <a:pt x="372" y="45"/>
                    </a:lnTo>
                    <a:lnTo>
                      <a:pt x="372" y="42"/>
                    </a:lnTo>
                    <a:lnTo>
                      <a:pt x="374" y="42"/>
                    </a:lnTo>
                    <a:lnTo>
                      <a:pt x="374" y="42"/>
                    </a:lnTo>
                    <a:lnTo>
                      <a:pt x="374" y="42"/>
                    </a:lnTo>
                    <a:lnTo>
                      <a:pt x="376" y="42"/>
                    </a:lnTo>
                    <a:lnTo>
                      <a:pt x="376" y="42"/>
                    </a:lnTo>
                    <a:lnTo>
                      <a:pt x="376" y="42"/>
                    </a:lnTo>
                    <a:lnTo>
                      <a:pt x="376" y="42"/>
                    </a:lnTo>
                    <a:lnTo>
                      <a:pt x="379" y="42"/>
                    </a:lnTo>
                    <a:lnTo>
                      <a:pt x="379" y="42"/>
                    </a:lnTo>
                    <a:lnTo>
                      <a:pt x="379" y="42"/>
                    </a:lnTo>
                    <a:lnTo>
                      <a:pt x="379" y="42"/>
                    </a:lnTo>
                    <a:lnTo>
                      <a:pt x="381" y="42"/>
                    </a:lnTo>
                    <a:lnTo>
                      <a:pt x="381" y="42"/>
                    </a:lnTo>
                    <a:lnTo>
                      <a:pt x="383" y="42"/>
                    </a:lnTo>
                    <a:lnTo>
                      <a:pt x="383" y="42"/>
                    </a:lnTo>
                    <a:lnTo>
                      <a:pt x="383" y="42"/>
                    </a:lnTo>
                    <a:lnTo>
                      <a:pt x="383" y="42"/>
                    </a:lnTo>
                    <a:lnTo>
                      <a:pt x="386" y="42"/>
                    </a:lnTo>
                    <a:lnTo>
                      <a:pt x="386" y="42"/>
                    </a:lnTo>
                    <a:lnTo>
                      <a:pt x="386" y="42"/>
                    </a:lnTo>
                    <a:lnTo>
                      <a:pt x="388" y="42"/>
                    </a:lnTo>
                    <a:lnTo>
                      <a:pt x="388" y="42"/>
                    </a:lnTo>
                    <a:lnTo>
                      <a:pt x="391" y="42"/>
                    </a:lnTo>
                    <a:lnTo>
                      <a:pt x="391" y="42"/>
                    </a:lnTo>
                    <a:lnTo>
                      <a:pt x="391" y="42"/>
                    </a:lnTo>
                    <a:lnTo>
                      <a:pt x="393" y="42"/>
                    </a:lnTo>
                    <a:lnTo>
                      <a:pt x="393" y="42"/>
                    </a:lnTo>
                    <a:lnTo>
                      <a:pt x="393" y="45"/>
                    </a:lnTo>
                    <a:lnTo>
                      <a:pt x="393" y="45"/>
                    </a:lnTo>
                    <a:lnTo>
                      <a:pt x="393" y="45"/>
                    </a:lnTo>
                    <a:lnTo>
                      <a:pt x="395" y="45"/>
                    </a:lnTo>
                    <a:lnTo>
                      <a:pt x="395" y="45"/>
                    </a:lnTo>
                    <a:lnTo>
                      <a:pt x="395" y="47"/>
                    </a:lnTo>
                    <a:lnTo>
                      <a:pt x="398" y="47"/>
                    </a:lnTo>
                    <a:lnTo>
                      <a:pt x="398" y="47"/>
                    </a:lnTo>
                    <a:lnTo>
                      <a:pt x="398" y="47"/>
                    </a:lnTo>
                    <a:lnTo>
                      <a:pt x="398" y="45"/>
                    </a:lnTo>
                    <a:lnTo>
                      <a:pt x="400" y="45"/>
                    </a:lnTo>
                    <a:lnTo>
                      <a:pt x="400" y="45"/>
                    </a:lnTo>
                    <a:lnTo>
                      <a:pt x="400" y="45"/>
                    </a:lnTo>
                    <a:lnTo>
                      <a:pt x="402" y="45"/>
                    </a:lnTo>
                    <a:lnTo>
                      <a:pt x="402" y="45"/>
                    </a:lnTo>
                    <a:lnTo>
                      <a:pt x="405" y="45"/>
                    </a:lnTo>
                    <a:lnTo>
                      <a:pt x="405" y="45"/>
                    </a:lnTo>
                    <a:lnTo>
                      <a:pt x="405" y="45"/>
                    </a:lnTo>
                    <a:lnTo>
                      <a:pt x="407" y="45"/>
                    </a:lnTo>
                    <a:lnTo>
                      <a:pt x="407" y="45"/>
                    </a:lnTo>
                    <a:lnTo>
                      <a:pt x="410" y="45"/>
                    </a:lnTo>
                    <a:lnTo>
                      <a:pt x="410" y="47"/>
                    </a:lnTo>
                    <a:lnTo>
                      <a:pt x="410" y="47"/>
                    </a:lnTo>
                    <a:lnTo>
                      <a:pt x="410" y="47"/>
                    </a:lnTo>
                    <a:lnTo>
                      <a:pt x="410" y="47"/>
                    </a:lnTo>
                    <a:lnTo>
                      <a:pt x="412" y="47"/>
                    </a:lnTo>
                    <a:lnTo>
                      <a:pt x="412" y="47"/>
                    </a:lnTo>
                    <a:lnTo>
                      <a:pt x="412" y="50"/>
                    </a:lnTo>
                    <a:lnTo>
                      <a:pt x="412" y="50"/>
                    </a:lnTo>
                    <a:lnTo>
                      <a:pt x="412" y="50"/>
                    </a:lnTo>
                    <a:lnTo>
                      <a:pt x="414" y="50"/>
                    </a:lnTo>
                    <a:lnTo>
                      <a:pt x="414" y="52"/>
                    </a:lnTo>
                    <a:lnTo>
                      <a:pt x="414" y="52"/>
                    </a:lnTo>
                    <a:lnTo>
                      <a:pt x="414" y="52"/>
                    </a:lnTo>
                    <a:lnTo>
                      <a:pt x="414" y="52"/>
                    </a:lnTo>
                    <a:lnTo>
                      <a:pt x="417" y="52"/>
                    </a:lnTo>
                    <a:lnTo>
                      <a:pt x="417" y="52"/>
                    </a:lnTo>
                    <a:lnTo>
                      <a:pt x="417" y="54"/>
                    </a:lnTo>
                    <a:lnTo>
                      <a:pt x="417" y="54"/>
                    </a:lnTo>
                    <a:lnTo>
                      <a:pt x="419" y="54"/>
                    </a:lnTo>
                    <a:lnTo>
                      <a:pt x="419" y="54"/>
                    </a:lnTo>
                    <a:lnTo>
                      <a:pt x="419" y="54"/>
                    </a:lnTo>
                    <a:lnTo>
                      <a:pt x="421" y="54"/>
                    </a:lnTo>
                    <a:lnTo>
                      <a:pt x="421" y="54"/>
                    </a:lnTo>
                    <a:lnTo>
                      <a:pt x="421" y="54"/>
                    </a:lnTo>
                    <a:lnTo>
                      <a:pt x="424" y="54"/>
                    </a:lnTo>
                    <a:lnTo>
                      <a:pt x="424" y="54"/>
                    </a:lnTo>
                    <a:lnTo>
                      <a:pt x="424" y="54"/>
                    </a:lnTo>
                    <a:lnTo>
                      <a:pt x="424" y="54"/>
                    </a:lnTo>
                    <a:lnTo>
                      <a:pt x="424" y="54"/>
                    </a:lnTo>
                    <a:lnTo>
                      <a:pt x="426" y="54"/>
                    </a:lnTo>
                    <a:lnTo>
                      <a:pt x="426" y="54"/>
                    </a:lnTo>
                    <a:lnTo>
                      <a:pt x="426" y="54"/>
                    </a:lnTo>
                    <a:lnTo>
                      <a:pt x="428" y="54"/>
                    </a:lnTo>
                    <a:lnTo>
                      <a:pt x="428" y="54"/>
                    </a:lnTo>
                    <a:lnTo>
                      <a:pt x="431" y="54"/>
                    </a:lnTo>
                    <a:lnTo>
                      <a:pt x="431" y="54"/>
                    </a:lnTo>
                    <a:lnTo>
                      <a:pt x="431" y="57"/>
                    </a:lnTo>
                    <a:lnTo>
                      <a:pt x="431" y="57"/>
                    </a:lnTo>
                    <a:lnTo>
                      <a:pt x="433" y="57"/>
                    </a:lnTo>
                    <a:lnTo>
                      <a:pt x="433" y="57"/>
                    </a:lnTo>
                    <a:lnTo>
                      <a:pt x="433" y="57"/>
                    </a:lnTo>
                    <a:lnTo>
                      <a:pt x="433" y="59"/>
                    </a:lnTo>
                    <a:lnTo>
                      <a:pt x="433" y="59"/>
                    </a:lnTo>
                    <a:lnTo>
                      <a:pt x="433" y="61"/>
                    </a:lnTo>
                    <a:lnTo>
                      <a:pt x="433" y="61"/>
                    </a:lnTo>
                    <a:lnTo>
                      <a:pt x="433" y="61"/>
                    </a:lnTo>
                    <a:lnTo>
                      <a:pt x="433" y="61"/>
                    </a:lnTo>
                    <a:lnTo>
                      <a:pt x="433" y="64"/>
                    </a:lnTo>
                    <a:lnTo>
                      <a:pt x="436" y="64"/>
                    </a:lnTo>
                    <a:lnTo>
                      <a:pt x="436" y="64"/>
                    </a:lnTo>
                    <a:lnTo>
                      <a:pt x="436" y="64"/>
                    </a:lnTo>
                    <a:lnTo>
                      <a:pt x="438" y="64"/>
                    </a:lnTo>
                    <a:lnTo>
                      <a:pt x="438" y="66"/>
                    </a:lnTo>
                    <a:lnTo>
                      <a:pt x="438" y="66"/>
                    </a:lnTo>
                    <a:lnTo>
                      <a:pt x="438" y="66"/>
                    </a:lnTo>
                    <a:lnTo>
                      <a:pt x="440" y="66"/>
                    </a:lnTo>
                    <a:lnTo>
                      <a:pt x="440" y="66"/>
                    </a:lnTo>
                    <a:lnTo>
                      <a:pt x="440" y="66"/>
                    </a:lnTo>
                    <a:lnTo>
                      <a:pt x="440" y="66"/>
                    </a:lnTo>
                    <a:lnTo>
                      <a:pt x="440" y="69"/>
                    </a:lnTo>
                    <a:lnTo>
                      <a:pt x="443" y="69"/>
                    </a:lnTo>
                    <a:lnTo>
                      <a:pt x="443" y="69"/>
                    </a:lnTo>
                    <a:lnTo>
                      <a:pt x="443" y="69"/>
                    </a:lnTo>
                    <a:lnTo>
                      <a:pt x="445" y="69"/>
                    </a:lnTo>
                    <a:lnTo>
                      <a:pt x="445" y="71"/>
                    </a:lnTo>
                    <a:lnTo>
                      <a:pt x="445" y="71"/>
                    </a:lnTo>
                    <a:lnTo>
                      <a:pt x="445" y="71"/>
                    </a:lnTo>
                    <a:lnTo>
                      <a:pt x="445" y="71"/>
                    </a:lnTo>
                    <a:lnTo>
                      <a:pt x="447" y="71"/>
                    </a:lnTo>
                    <a:lnTo>
                      <a:pt x="447" y="71"/>
                    </a:lnTo>
                    <a:lnTo>
                      <a:pt x="450" y="71"/>
                    </a:lnTo>
                    <a:lnTo>
                      <a:pt x="450" y="71"/>
                    </a:lnTo>
                    <a:lnTo>
                      <a:pt x="450" y="71"/>
                    </a:lnTo>
                    <a:lnTo>
                      <a:pt x="452" y="71"/>
                    </a:lnTo>
                    <a:lnTo>
                      <a:pt x="452" y="71"/>
                    </a:lnTo>
                    <a:lnTo>
                      <a:pt x="452" y="71"/>
                    </a:lnTo>
                    <a:lnTo>
                      <a:pt x="454" y="71"/>
                    </a:lnTo>
                    <a:lnTo>
                      <a:pt x="454" y="71"/>
                    </a:lnTo>
                    <a:lnTo>
                      <a:pt x="454" y="71"/>
                    </a:lnTo>
                    <a:lnTo>
                      <a:pt x="457" y="71"/>
                    </a:lnTo>
                    <a:lnTo>
                      <a:pt x="457" y="71"/>
                    </a:lnTo>
                    <a:lnTo>
                      <a:pt x="457" y="71"/>
                    </a:lnTo>
                    <a:lnTo>
                      <a:pt x="457" y="71"/>
                    </a:lnTo>
                    <a:lnTo>
                      <a:pt x="459" y="71"/>
                    </a:lnTo>
                    <a:lnTo>
                      <a:pt x="459" y="71"/>
                    </a:lnTo>
                    <a:lnTo>
                      <a:pt x="459" y="71"/>
                    </a:lnTo>
                    <a:lnTo>
                      <a:pt x="459" y="71"/>
                    </a:lnTo>
                    <a:lnTo>
                      <a:pt x="462" y="71"/>
                    </a:lnTo>
                    <a:lnTo>
                      <a:pt x="462" y="71"/>
                    </a:lnTo>
                    <a:lnTo>
                      <a:pt x="462" y="71"/>
                    </a:lnTo>
                    <a:lnTo>
                      <a:pt x="464" y="71"/>
                    </a:lnTo>
                    <a:lnTo>
                      <a:pt x="464" y="71"/>
                    </a:lnTo>
                    <a:lnTo>
                      <a:pt x="464" y="71"/>
                    </a:lnTo>
                    <a:lnTo>
                      <a:pt x="464" y="73"/>
                    </a:lnTo>
                    <a:lnTo>
                      <a:pt x="466" y="73"/>
                    </a:lnTo>
                    <a:lnTo>
                      <a:pt x="466" y="73"/>
                    </a:lnTo>
                    <a:lnTo>
                      <a:pt x="466" y="73"/>
                    </a:lnTo>
                    <a:lnTo>
                      <a:pt x="466" y="73"/>
                    </a:lnTo>
                    <a:lnTo>
                      <a:pt x="466" y="73"/>
                    </a:lnTo>
                    <a:lnTo>
                      <a:pt x="469" y="73"/>
                    </a:lnTo>
                    <a:lnTo>
                      <a:pt x="469" y="73"/>
                    </a:lnTo>
                    <a:lnTo>
                      <a:pt x="471" y="73"/>
                    </a:lnTo>
                    <a:lnTo>
                      <a:pt x="471" y="73"/>
                    </a:lnTo>
                    <a:lnTo>
                      <a:pt x="471" y="73"/>
                    </a:lnTo>
                    <a:lnTo>
                      <a:pt x="471" y="73"/>
                    </a:lnTo>
                    <a:lnTo>
                      <a:pt x="471" y="73"/>
                    </a:lnTo>
                    <a:lnTo>
                      <a:pt x="473" y="73"/>
                    </a:lnTo>
                    <a:lnTo>
                      <a:pt x="473" y="73"/>
                    </a:lnTo>
                    <a:lnTo>
                      <a:pt x="473" y="73"/>
                    </a:lnTo>
                    <a:lnTo>
                      <a:pt x="476" y="73"/>
                    </a:lnTo>
                    <a:lnTo>
                      <a:pt x="476" y="73"/>
                    </a:lnTo>
                    <a:lnTo>
                      <a:pt x="478" y="73"/>
                    </a:lnTo>
                    <a:lnTo>
                      <a:pt x="478" y="73"/>
                    </a:lnTo>
                    <a:lnTo>
                      <a:pt x="478" y="73"/>
                    </a:lnTo>
                    <a:lnTo>
                      <a:pt x="478" y="76"/>
                    </a:lnTo>
                    <a:lnTo>
                      <a:pt x="481" y="76"/>
                    </a:lnTo>
                    <a:lnTo>
                      <a:pt x="481" y="76"/>
                    </a:lnTo>
                    <a:lnTo>
                      <a:pt x="483" y="76"/>
                    </a:lnTo>
                    <a:lnTo>
                      <a:pt x="483" y="76"/>
                    </a:lnTo>
                    <a:lnTo>
                      <a:pt x="483" y="76"/>
                    </a:lnTo>
                    <a:lnTo>
                      <a:pt x="485" y="76"/>
                    </a:lnTo>
                    <a:lnTo>
                      <a:pt x="485" y="73"/>
                    </a:lnTo>
                    <a:lnTo>
                      <a:pt x="485" y="73"/>
                    </a:lnTo>
                    <a:lnTo>
                      <a:pt x="485" y="73"/>
                    </a:lnTo>
                    <a:lnTo>
                      <a:pt x="485" y="73"/>
                    </a:lnTo>
                    <a:lnTo>
                      <a:pt x="488" y="73"/>
                    </a:lnTo>
                    <a:lnTo>
                      <a:pt x="488" y="73"/>
                    </a:lnTo>
                    <a:lnTo>
                      <a:pt x="488" y="73"/>
                    </a:lnTo>
                    <a:lnTo>
                      <a:pt x="490" y="73"/>
                    </a:lnTo>
                    <a:lnTo>
                      <a:pt x="490" y="76"/>
                    </a:lnTo>
                    <a:lnTo>
                      <a:pt x="490" y="76"/>
                    </a:lnTo>
                    <a:lnTo>
                      <a:pt x="490" y="76"/>
                    </a:lnTo>
                    <a:lnTo>
                      <a:pt x="492" y="76"/>
                    </a:lnTo>
                    <a:lnTo>
                      <a:pt x="492" y="76"/>
                    </a:lnTo>
                    <a:lnTo>
                      <a:pt x="492" y="76"/>
                    </a:lnTo>
                    <a:lnTo>
                      <a:pt x="492" y="76"/>
                    </a:lnTo>
                    <a:lnTo>
                      <a:pt x="492" y="76"/>
                    </a:lnTo>
                    <a:lnTo>
                      <a:pt x="495" y="76"/>
                    </a:lnTo>
                    <a:lnTo>
                      <a:pt x="495" y="76"/>
                    </a:lnTo>
                    <a:lnTo>
                      <a:pt x="497" y="76"/>
                    </a:lnTo>
                    <a:lnTo>
                      <a:pt x="497" y="76"/>
                    </a:lnTo>
                    <a:lnTo>
                      <a:pt x="497" y="76"/>
                    </a:lnTo>
                    <a:lnTo>
                      <a:pt x="497" y="73"/>
                    </a:lnTo>
                    <a:lnTo>
                      <a:pt x="499" y="73"/>
                    </a:lnTo>
                    <a:lnTo>
                      <a:pt x="499" y="73"/>
                    </a:lnTo>
                    <a:lnTo>
                      <a:pt x="499" y="73"/>
                    </a:lnTo>
                    <a:lnTo>
                      <a:pt x="499" y="73"/>
                    </a:lnTo>
                    <a:lnTo>
                      <a:pt x="502" y="73"/>
                    </a:lnTo>
                    <a:lnTo>
                      <a:pt x="502" y="73"/>
                    </a:lnTo>
                    <a:lnTo>
                      <a:pt x="502" y="73"/>
                    </a:lnTo>
                    <a:lnTo>
                      <a:pt x="504" y="73"/>
                    </a:lnTo>
                    <a:lnTo>
                      <a:pt x="504" y="71"/>
                    </a:lnTo>
                    <a:lnTo>
                      <a:pt x="504" y="71"/>
                    </a:lnTo>
                    <a:lnTo>
                      <a:pt x="504" y="71"/>
                    </a:lnTo>
                    <a:lnTo>
                      <a:pt x="507" y="71"/>
                    </a:lnTo>
                    <a:lnTo>
                      <a:pt x="507" y="71"/>
                    </a:lnTo>
                    <a:lnTo>
                      <a:pt x="507" y="71"/>
                    </a:lnTo>
                    <a:lnTo>
                      <a:pt x="507" y="71"/>
                    </a:lnTo>
                    <a:lnTo>
                      <a:pt x="509" y="71"/>
                    </a:lnTo>
                    <a:lnTo>
                      <a:pt x="509" y="71"/>
                    </a:lnTo>
                    <a:lnTo>
                      <a:pt x="509" y="71"/>
                    </a:lnTo>
                    <a:lnTo>
                      <a:pt x="511" y="71"/>
                    </a:lnTo>
                    <a:lnTo>
                      <a:pt x="511" y="71"/>
                    </a:lnTo>
                    <a:lnTo>
                      <a:pt x="511" y="71"/>
                    </a:lnTo>
                    <a:lnTo>
                      <a:pt x="511" y="71"/>
                    </a:lnTo>
                    <a:lnTo>
                      <a:pt x="514" y="71"/>
                    </a:lnTo>
                    <a:lnTo>
                      <a:pt x="514" y="69"/>
                    </a:lnTo>
                    <a:lnTo>
                      <a:pt x="514" y="69"/>
                    </a:lnTo>
                    <a:lnTo>
                      <a:pt x="516" y="69"/>
                    </a:lnTo>
                    <a:lnTo>
                      <a:pt x="516" y="69"/>
                    </a:lnTo>
                    <a:lnTo>
                      <a:pt x="516" y="71"/>
                    </a:lnTo>
                    <a:lnTo>
                      <a:pt x="516" y="71"/>
                    </a:lnTo>
                    <a:lnTo>
                      <a:pt x="518" y="71"/>
                    </a:lnTo>
                    <a:lnTo>
                      <a:pt x="518" y="71"/>
                    </a:lnTo>
                    <a:lnTo>
                      <a:pt x="518" y="69"/>
                    </a:lnTo>
                    <a:lnTo>
                      <a:pt x="518" y="69"/>
                    </a:lnTo>
                    <a:lnTo>
                      <a:pt x="521" y="69"/>
                    </a:lnTo>
                    <a:lnTo>
                      <a:pt x="521" y="69"/>
                    </a:lnTo>
                    <a:lnTo>
                      <a:pt x="523" y="69"/>
                    </a:lnTo>
                    <a:lnTo>
                      <a:pt x="523" y="69"/>
                    </a:lnTo>
                    <a:lnTo>
                      <a:pt x="523" y="69"/>
                    </a:lnTo>
                    <a:lnTo>
                      <a:pt x="523" y="69"/>
                    </a:lnTo>
                    <a:lnTo>
                      <a:pt x="525" y="69"/>
                    </a:lnTo>
                    <a:lnTo>
                      <a:pt x="525" y="69"/>
                    </a:lnTo>
                    <a:lnTo>
                      <a:pt x="525" y="66"/>
                    </a:lnTo>
                    <a:lnTo>
                      <a:pt x="525" y="66"/>
                    </a:lnTo>
                    <a:lnTo>
                      <a:pt x="528" y="66"/>
                    </a:lnTo>
                    <a:lnTo>
                      <a:pt x="528" y="66"/>
                    </a:lnTo>
                    <a:lnTo>
                      <a:pt x="530" y="66"/>
                    </a:lnTo>
                    <a:lnTo>
                      <a:pt x="530" y="66"/>
                    </a:lnTo>
                    <a:lnTo>
                      <a:pt x="530" y="66"/>
                    </a:lnTo>
                    <a:lnTo>
                      <a:pt x="530" y="66"/>
                    </a:lnTo>
                    <a:lnTo>
                      <a:pt x="533" y="66"/>
                    </a:lnTo>
                    <a:lnTo>
                      <a:pt x="533" y="66"/>
                    </a:lnTo>
                    <a:lnTo>
                      <a:pt x="533" y="66"/>
                    </a:lnTo>
                    <a:lnTo>
                      <a:pt x="535" y="66"/>
                    </a:lnTo>
                    <a:lnTo>
                      <a:pt x="535" y="66"/>
                    </a:lnTo>
                    <a:lnTo>
                      <a:pt x="535" y="66"/>
                    </a:lnTo>
                    <a:lnTo>
                      <a:pt x="537" y="66"/>
                    </a:lnTo>
                    <a:lnTo>
                      <a:pt x="537" y="66"/>
                    </a:lnTo>
                    <a:lnTo>
                      <a:pt x="537" y="66"/>
                    </a:lnTo>
                    <a:lnTo>
                      <a:pt x="537" y="66"/>
                    </a:lnTo>
                    <a:lnTo>
                      <a:pt x="540" y="66"/>
                    </a:lnTo>
                    <a:lnTo>
                      <a:pt x="540" y="66"/>
                    </a:lnTo>
                    <a:lnTo>
                      <a:pt x="540" y="64"/>
                    </a:lnTo>
                    <a:lnTo>
                      <a:pt x="540" y="64"/>
                    </a:lnTo>
                    <a:lnTo>
                      <a:pt x="542" y="64"/>
                    </a:lnTo>
                    <a:lnTo>
                      <a:pt x="542" y="64"/>
                    </a:lnTo>
                    <a:lnTo>
                      <a:pt x="544" y="64"/>
                    </a:lnTo>
                    <a:lnTo>
                      <a:pt x="544" y="64"/>
                    </a:lnTo>
                    <a:lnTo>
                      <a:pt x="544" y="61"/>
                    </a:lnTo>
                    <a:lnTo>
                      <a:pt x="544" y="61"/>
                    </a:lnTo>
                    <a:lnTo>
                      <a:pt x="544" y="61"/>
                    </a:lnTo>
                    <a:lnTo>
                      <a:pt x="544" y="61"/>
                    </a:lnTo>
                    <a:lnTo>
                      <a:pt x="544" y="61"/>
                    </a:lnTo>
                    <a:lnTo>
                      <a:pt x="544" y="59"/>
                    </a:lnTo>
                    <a:lnTo>
                      <a:pt x="547" y="59"/>
                    </a:lnTo>
                    <a:lnTo>
                      <a:pt x="547" y="59"/>
                    </a:lnTo>
                    <a:lnTo>
                      <a:pt x="547" y="59"/>
                    </a:lnTo>
                    <a:lnTo>
                      <a:pt x="547" y="59"/>
                    </a:lnTo>
                    <a:lnTo>
                      <a:pt x="547" y="57"/>
                    </a:lnTo>
                    <a:lnTo>
                      <a:pt x="549" y="57"/>
                    </a:lnTo>
                    <a:lnTo>
                      <a:pt x="549" y="57"/>
                    </a:lnTo>
                    <a:lnTo>
                      <a:pt x="549" y="57"/>
                    </a:lnTo>
                    <a:lnTo>
                      <a:pt x="552" y="57"/>
                    </a:lnTo>
                    <a:lnTo>
                      <a:pt x="552" y="57"/>
                    </a:lnTo>
                    <a:lnTo>
                      <a:pt x="552" y="54"/>
                    </a:lnTo>
                    <a:lnTo>
                      <a:pt x="552" y="54"/>
                    </a:lnTo>
                    <a:lnTo>
                      <a:pt x="554" y="54"/>
                    </a:lnTo>
                    <a:lnTo>
                      <a:pt x="554" y="54"/>
                    </a:lnTo>
                    <a:lnTo>
                      <a:pt x="554" y="54"/>
                    </a:lnTo>
                    <a:lnTo>
                      <a:pt x="554" y="52"/>
                    </a:lnTo>
                    <a:lnTo>
                      <a:pt x="556" y="52"/>
                    </a:lnTo>
                    <a:lnTo>
                      <a:pt x="556" y="52"/>
                    </a:lnTo>
                    <a:lnTo>
                      <a:pt x="556" y="52"/>
                    </a:lnTo>
                    <a:lnTo>
                      <a:pt x="556" y="52"/>
                    </a:lnTo>
                    <a:lnTo>
                      <a:pt x="559" y="52"/>
                    </a:lnTo>
                    <a:lnTo>
                      <a:pt x="559" y="52"/>
                    </a:lnTo>
                    <a:lnTo>
                      <a:pt x="559" y="52"/>
                    </a:lnTo>
                    <a:lnTo>
                      <a:pt x="561" y="52"/>
                    </a:lnTo>
                    <a:lnTo>
                      <a:pt x="561" y="52"/>
                    </a:lnTo>
                    <a:lnTo>
                      <a:pt x="561" y="52"/>
                    </a:lnTo>
                    <a:lnTo>
                      <a:pt x="563" y="52"/>
                    </a:lnTo>
                    <a:lnTo>
                      <a:pt x="563" y="50"/>
                    </a:lnTo>
                    <a:lnTo>
                      <a:pt x="563" y="50"/>
                    </a:lnTo>
                    <a:lnTo>
                      <a:pt x="563" y="50"/>
                    </a:lnTo>
                    <a:lnTo>
                      <a:pt x="566" y="50"/>
                    </a:lnTo>
                    <a:lnTo>
                      <a:pt x="566" y="50"/>
                    </a:lnTo>
                    <a:lnTo>
                      <a:pt x="566" y="50"/>
                    </a:lnTo>
                    <a:lnTo>
                      <a:pt x="566" y="50"/>
                    </a:lnTo>
                    <a:lnTo>
                      <a:pt x="566" y="47"/>
                    </a:lnTo>
                    <a:lnTo>
                      <a:pt x="568" y="47"/>
                    </a:lnTo>
                    <a:lnTo>
                      <a:pt x="568" y="47"/>
                    </a:lnTo>
                    <a:lnTo>
                      <a:pt x="570" y="47"/>
                    </a:lnTo>
                    <a:lnTo>
                      <a:pt x="570" y="47"/>
                    </a:lnTo>
                    <a:lnTo>
                      <a:pt x="570" y="47"/>
                    </a:lnTo>
                    <a:lnTo>
                      <a:pt x="570" y="47"/>
                    </a:lnTo>
                    <a:lnTo>
                      <a:pt x="570" y="47"/>
                    </a:lnTo>
                    <a:lnTo>
                      <a:pt x="573" y="47"/>
                    </a:lnTo>
                    <a:lnTo>
                      <a:pt x="573" y="47"/>
                    </a:lnTo>
                    <a:lnTo>
                      <a:pt x="573" y="47"/>
                    </a:lnTo>
                    <a:lnTo>
                      <a:pt x="575" y="47"/>
                    </a:lnTo>
                    <a:lnTo>
                      <a:pt x="575" y="47"/>
                    </a:lnTo>
                    <a:lnTo>
                      <a:pt x="578" y="47"/>
                    </a:lnTo>
                    <a:lnTo>
                      <a:pt x="578" y="47"/>
                    </a:lnTo>
                    <a:lnTo>
                      <a:pt x="578" y="47"/>
                    </a:lnTo>
                    <a:lnTo>
                      <a:pt x="580" y="47"/>
                    </a:lnTo>
                    <a:lnTo>
                      <a:pt x="580" y="47"/>
                    </a:lnTo>
                    <a:lnTo>
                      <a:pt x="580" y="47"/>
                    </a:lnTo>
                    <a:lnTo>
                      <a:pt x="580" y="50"/>
                    </a:lnTo>
                    <a:lnTo>
                      <a:pt x="582" y="50"/>
                    </a:lnTo>
                    <a:lnTo>
                      <a:pt x="582" y="50"/>
                    </a:lnTo>
                    <a:lnTo>
                      <a:pt x="585" y="50"/>
                    </a:lnTo>
                    <a:lnTo>
                      <a:pt x="585" y="50"/>
                    </a:lnTo>
                    <a:lnTo>
                      <a:pt x="585" y="50"/>
                    </a:lnTo>
                    <a:lnTo>
                      <a:pt x="585" y="50"/>
                    </a:lnTo>
                    <a:lnTo>
                      <a:pt x="585" y="52"/>
                    </a:lnTo>
                    <a:lnTo>
                      <a:pt x="587" y="52"/>
                    </a:lnTo>
                    <a:lnTo>
                      <a:pt x="587" y="52"/>
                    </a:lnTo>
                    <a:lnTo>
                      <a:pt x="587" y="52"/>
                    </a:lnTo>
                    <a:lnTo>
                      <a:pt x="587" y="52"/>
                    </a:lnTo>
                    <a:lnTo>
                      <a:pt x="589" y="52"/>
                    </a:lnTo>
                    <a:lnTo>
                      <a:pt x="589" y="54"/>
                    </a:lnTo>
                    <a:lnTo>
                      <a:pt x="589" y="54"/>
                    </a:lnTo>
                    <a:lnTo>
                      <a:pt x="589" y="54"/>
                    </a:lnTo>
                    <a:lnTo>
                      <a:pt x="589" y="54"/>
                    </a:lnTo>
                    <a:lnTo>
                      <a:pt x="592" y="54"/>
                    </a:lnTo>
                    <a:lnTo>
                      <a:pt x="592" y="54"/>
                    </a:lnTo>
                    <a:lnTo>
                      <a:pt x="592" y="57"/>
                    </a:lnTo>
                    <a:lnTo>
                      <a:pt x="592" y="57"/>
                    </a:lnTo>
                    <a:lnTo>
                      <a:pt x="594" y="57"/>
                    </a:lnTo>
                    <a:lnTo>
                      <a:pt x="594" y="57"/>
                    </a:lnTo>
                    <a:lnTo>
                      <a:pt x="596" y="57"/>
                    </a:lnTo>
                    <a:lnTo>
                      <a:pt x="596" y="57"/>
                    </a:lnTo>
                    <a:lnTo>
                      <a:pt x="596" y="57"/>
                    </a:lnTo>
                    <a:lnTo>
                      <a:pt x="599" y="57"/>
                    </a:lnTo>
                    <a:lnTo>
                      <a:pt x="599" y="57"/>
                    </a:lnTo>
                    <a:lnTo>
                      <a:pt x="599" y="57"/>
                    </a:lnTo>
                    <a:lnTo>
                      <a:pt x="599" y="57"/>
                    </a:lnTo>
                    <a:lnTo>
                      <a:pt x="601" y="57"/>
                    </a:lnTo>
                    <a:lnTo>
                      <a:pt x="601" y="57"/>
                    </a:lnTo>
                    <a:lnTo>
                      <a:pt x="601" y="57"/>
                    </a:lnTo>
                    <a:lnTo>
                      <a:pt x="604" y="57"/>
                    </a:lnTo>
                    <a:lnTo>
                      <a:pt x="604" y="57"/>
                    </a:lnTo>
                    <a:lnTo>
                      <a:pt x="604" y="54"/>
                    </a:lnTo>
                    <a:lnTo>
                      <a:pt x="604" y="54"/>
                    </a:lnTo>
                    <a:lnTo>
                      <a:pt x="606" y="54"/>
                    </a:lnTo>
                    <a:lnTo>
                      <a:pt x="606" y="54"/>
                    </a:lnTo>
                    <a:lnTo>
                      <a:pt x="606" y="54"/>
                    </a:lnTo>
                    <a:lnTo>
                      <a:pt x="606" y="54"/>
                    </a:lnTo>
                    <a:lnTo>
                      <a:pt x="608" y="54"/>
                    </a:lnTo>
                    <a:lnTo>
                      <a:pt x="608" y="54"/>
                    </a:lnTo>
                    <a:lnTo>
                      <a:pt x="608" y="52"/>
                    </a:lnTo>
                    <a:lnTo>
                      <a:pt x="611" y="52"/>
                    </a:lnTo>
                    <a:lnTo>
                      <a:pt x="611" y="52"/>
                    </a:lnTo>
                    <a:lnTo>
                      <a:pt x="611" y="52"/>
                    </a:lnTo>
                    <a:lnTo>
                      <a:pt x="613" y="52"/>
                    </a:lnTo>
                    <a:lnTo>
                      <a:pt x="613" y="54"/>
                    </a:lnTo>
                    <a:lnTo>
                      <a:pt x="613" y="54"/>
                    </a:lnTo>
                    <a:lnTo>
                      <a:pt x="613" y="54"/>
                    </a:lnTo>
                    <a:lnTo>
                      <a:pt x="615" y="54"/>
                    </a:lnTo>
                    <a:lnTo>
                      <a:pt x="615" y="54"/>
                    </a:lnTo>
                    <a:lnTo>
                      <a:pt x="615" y="54"/>
                    </a:lnTo>
                    <a:lnTo>
                      <a:pt x="618" y="54"/>
                    </a:lnTo>
                    <a:lnTo>
                      <a:pt x="618" y="54"/>
                    </a:lnTo>
                    <a:lnTo>
                      <a:pt x="618" y="54"/>
                    </a:lnTo>
                    <a:lnTo>
                      <a:pt x="620" y="54"/>
                    </a:lnTo>
                    <a:lnTo>
                      <a:pt x="620" y="57"/>
                    </a:lnTo>
                    <a:lnTo>
                      <a:pt x="620" y="57"/>
                    </a:lnTo>
                    <a:lnTo>
                      <a:pt x="620" y="57"/>
                    </a:lnTo>
                    <a:lnTo>
                      <a:pt x="623" y="57"/>
                    </a:lnTo>
                    <a:lnTo>
                      <a:pt x="623" y="59"/>
                    </a:lnTo>
                    <a:lnTo>
                      <a:pt x="620" y="59"/>
                    </a:lnTo>
                    <a:lnTo>
                      <a:pt x="620" y="59"/>
                    </a:lnTo>
                    <a:lnTo>
                      <a:pt x="620" y="61"/>
                    </a:lnTo>
                    <a:lnTo>
                      <a:pt x="620" y="61"/>
                    </a:lnTo>
                    <a:lnTo>
                      <a:pt x="620" y="61"/>
                    </a:lnTo>
                    <a:lnTo>
                      <a:pt x="618" y="61"/>
                    </a:lnTo>
                    <a:lnTo>
                      <a:pt x="618" y="61"/>
                    </a:lnTo>
                    <a:lnTo>
                      <a:pt x="618" y="64"/>
                    </a:lnTo>
                    <a:lnTo>
                      <a:pt x="618" y="64"/>
                    </a:lnTo>
                    <a:lnTo>
                      <a:pt x="618" y="64"/>
                    </a:lnTo>
                    <a:lnTo>
                      <a:pt x="618" y="64"/>
                    </a:lnTo>
                    <a:lnTo>
                      <a:pt x="618" y="66"/>
                    </a:lnTo>
                    <a:lnTo>
                      <a:pt x="618" y="66"/>
                    </a:lnTo>
                    <a:lnTo>
                      <a:pt x="615" y="66"/>
                    </a:lnTo>
                    <a:lnTo>
                      <a:pt x="615" y="69"/>
                    </a:lnTo>
                    <a:lnTo>
                      <a:pt x="615" y="69"/>
                    </a:lnTo>
                    <a:lnTo>
                      <a:pt x="615" y="69"/>
                    </a:lnTo>
                    <a:lnTo>
                      <a:pt x="613" y="69"/>
                    </a:lnTo>
                    <a:lnTo>
                      <a:pt x="613" y="71"/>
                    </a:lnTo>
                    <a:lnTo>
                      <a:pt x="613" y="71"/>
                    </a:lnTo>
                    <a:lnTo>
                      <a:pt x="613" y="71"/>
                    </a:lnTo>
                    <a:lnTo>
                      <a:pt x="613" y="73"/>
                    </a:lnTo>
                    <a:lnTo>
                      <a:pt x="613" y="73"/>
                    </a:lnTo>
                    <a:lnTo>
                      <a:pt x="613" y="73"/>
                    </a:lnTo>
                    <a:lnTo>
                      <a:pt x="613" y="73"/>
                    </a:lnTo>
                    <a:lnTo>
                      <a:pt x="611" y="73"/>
                    </a:lnTo>
                    <a:lnTo>
                      <a:pt x="611" y="76"/>
                    </a:lnTo>
                    <a:lnTo>
                      <a:pt x="611" y="76"/>
                    </a:lnTo>
                    <a:lnTo>
                      <a:pt x="611" y="76"/>
                    </a:lnTo>
                    <a:lnTo>
                      <a:pt x="611" y="78"/>
                    </a:lnTo>
                    <a:lnTo>
                      <a:pt x="611" y="78"/>
                    </a:lnTo>
                    <a:lnTo>
                      <a:pt x="611" y="78"/>
                    </a:lnTo>
                    <a:lnTo>
                      <a:pt x="611" y="80"/>
                    </a:lnTo>
                    <a:lnTo>
                      <a:pt x="608" y="80"/>
                    </a:lnTo>
                    <a:lnTo>
                      <a:pt x="608" y="80"/>
                    </a:lnTo>
                    <a:lnTo>
                      <a:pt x="608" y="80"/>
                    </a:lnTo>
                    <a:lnTo>
                      <a:pt x="608" y="83"/>
                    </a:lnTo>
                    <a:lnTo>
                      <a:pt x="608" y="83"/>
                    </a:lnTo>
                    <a:lnTo>
                      <a:pt x="608" y="83"/>
                    </a:lnTo>
                    <a:lnTo>
                      <a:pt x="608" y="83"/>
                    </a:lnTo>
                    <a:lnTo>
                      <a:pt x="608" y="85"/>
                    </a:lnTo>
                    <a:lnTo>
                      <a:pt x="608" y="85"/>
                    </a:lnTo>
                    <a:lnTo>
                      <a:pt x="608" y="85"/>
                    </a:lnTo>
                    <a:lnTo>
                      <a:pt x="606" y="85"/>
                    </a:lnTo>
                    <a:lnTo>
                      <a:pt x="606" y="87"/>
                    </a:lnTo>
                    <a:lnTo>
                      <a:pt x="606" y="87"/>
                    </a:lnTo>
                    <a:lnTo>
                      <a:pt x="606" y="87"/>
                    </a:lnTo>
                    <a:lnTo>
                      <a:pt x="606" y="87"/>
                    </a:lnTo>
                    <a:lnTo>
                      <a:pt x="606" y="90"/>
                    </a:lnTo>
                    <a:lnTo>
                      <a:pt x="604" y="90"/>
                    </a:lnTo>
                    <a:lnTo>
                      <a:pt x="604" y="90"/>
                    </a:lnTo>
                    <a:lnTo>
                      <a:pt x="604" y="90"/>
                    </a:lnTo>
                    <a:lnTo>
                      <a:pt x="604" y="92"/>
                    </a:lnTo>
                    <a:lnTo>
                      <a:pt x="604" y="92"/>
                    </a:lnTo>
                    <a:lnTo>
                      <a:pt x="604" y="92"/>
                    </a:lnTo>
                    <a:lnTo>
                      <a:pt x="604" y="92"/>
                    </a:lnTo>
                    <a:lnTo>
                      <a:pt x="604" y="95"/>
                    </a:lnTo>
                    <a:lnTo>
                      <a:pt x="604" y="95"/>
                    </a:lnTo>
                    <a:lnTo>
                      <a:pt x="604" y="97"/>
                    </a:lnTo>
                    <a:lnTo>
                      <a:pt x="604" y="97"/>
                    </a:lnTo>
                    <a:lnTo>
                      <a:pt x="604" y="99"/>
                    </a:lnTo>
                    <a:lnTo>
                      <a:pt x="601" y="99"/>
                    </a:lnTo>
                    <a:lnTo>
                      <a:pt x="601" y="99"/>
                    </a:lnTo>
                    <a:lnTo>
                      <a:pt x="599" y="99"/>
                    </a:lnTo>
                    <a:lnTo>
                      <a:pt x="599" y="99"/>
                    </a:lnTo>
                    <a:lnTo>
                      <a:pt x="599" y="99"/>
                    </a:lnTo>
                    <a:lnTo>
                      <a:pt x="599" y="99"/>
                    </a:lnTo>
                    <a:lnTo>
                      <a:pt x="596" y="99"/>
                    </a:lnTo>
                    <a:lnTo>
                      <a:pt x="596" y="99"/>
                    </a:lnTo>
                    <a:lnTo>
                      <a:pt x="596" y="102"/>
                    </a:lnTo>
                    <a:lnTo>
                      <a:pt x="596" y="102"/>
                    </a:lnTo>
                    <a:lnTo>
                      <a:pt x="596" y="102"/>
                    </a:lnTo>
                    <a:lnTo>
                      <a:pt x="596" y="102"/>
                    </a:lnTo>
                    <a:lnTo>
                      <a:pt x="596" y="102"/>
                    </a:lnTo>
                    <a:lnTo>
                      <a:pt x="596" y="104"/>
                    </a:lnTo>
                    <a:lnTo>
                      <a:pt x="596" y="104"/>
                    </a:lnTo>
                    <a:lnTo>
                      <a:pt x="596" y="104"/>
                    </a:lnTo>
                    <a:lnTo>
                      <a:pt x="594" y="104"/>
                    </a:lnTo>
                    <a:lnTo>
                      <a:pt x="594" y="106"/>
                    </a:lnTo>
                    <a:lnTo>
                      <a:pt x="596" y="106"/>
                    </a:lnTo>
                    <a:lnTo>
                      <a:pt x="596" y="106"/>
                    </a:lnTo>
                    <a:lnTo>
                      <a:pt x="596" y="106"/>
                    </a:lnTo>
                    <a:lnTo>
                      <a:pt x="596" y="106"/>
                    </a:lnTo>
                    <a:lnTo>
                      <a:pt x="599" y="106"/>
                    </a:lnTo>
                    <a:lnTo>
                      <a:pt x="599" y="109"/>
                    </a:lnTo>
                    <a:lnTo>
                      <a:pt x="599" y="109"/>
                    </a:lnTo>
                    <a:lnTo>
                      <a:pt x="599" y="109"/>
                    </a:lnTo>
                    <a:lnTo>
                      <a:pt x="599" y="109"/>
                    </a:lnTo>
                    <a:lnTo>
                      <a:pt x="601" y="109"/>
                    </a:lnTo>
                    <a:lnTo>
                      <a:pt x="601" y="111"/>
                    </a:lnTo>
                    <a:lnTo>
                      <a:pt x="601" y="111"/>
                    </a:lnTo>
                    <a:lnTo>
                      <a:pt x="601" y="111"/>
                    </a:lnTo>
                    <a:lnTo>
                      <a:pt x="604" y="111"/>
                    </a:lnTo>
                    <a:lnTo>
                      <a:pt x="604" y="111"/>
                    </a:lnTo>
                    <a:lnTo>
                      <a:pt x="604" y="111"/>
                    </a:lnTo>
                    <a:lnTo>
                      <a:pt x="604" y="111"/>
                    </a:lnTo>
                    <a:lnTo>
                      <a:pt x="604" y="114"/>
                    </a:lnTo>
                    <a:lnTo>
                      <a:pt x="606" y="114"/>
                    </a:lnTo>
                    <a:lnTo>
                      <a:pt x="606" y="111"/>
                    </a:lnTo>
                    <a:lnTo>
                      <a:pt x="606" y="111"/>
                    </a:lnTo>
                    <a:lnTo>
                      <a:pt x="606" y="111"/>
                    </a:lnTo>
                    <a:lnTo>
                      <a:pt x="606" y="111"/>
                    </a:lnTo>
                    <a:lnTo>
                      <a:pt x="606" y="111"/>
                    </a:lnTo>
                    <a:lnTo>
                      <a:pt x="608" y="111"/>
                    </a:lnTo>
                    <a:lnTo>
                      <a:pt x="608" y="111"/>
                    </a:lnTo>
                    <a:lnTo>
                      <a:pt x="608" y="109"/>
                    </a:lnTo>
                    <a:lnTo>
                      <a:pt x="611" y="109"/>
                    </a:lnTo>
                    <a:lnTo>
                      <a:pt x="611" y="109"/>
                    </a:lnTo>
                    <a:lnTo>
                      <a:pt x="611" y="109"/>
                    </a:lnTo>
                    <a:lnTo>
                      <a:pt x="611" y="109"/>
                    </a:lnTo>
                    <a:lnTo>
                      <a:pt x="613" y="109"/>
                    </a:lnTo>
                    <a:lnTo>
                      <a:pt x="613" y="109"/>
                    </a:lnTo>
                    <a:lnTo>
                      <a:pt x="613" y="109"/>
                    </a:lnTo>
                    <a:lnTo>
                      <a:pt x="613" y="109"/>
                    </a:lnTo>
                    <a:lnTo>
                      <a:pt x="615" y="109"/>
                    </a:lnTo>
                    <a:lnTo>
                      <a:pt x="615" y="109"/>
                    </a:lnTo>
                    <a:lnTo>
                      <a:pt x="618" y="109"/>
                    </a:lnTo>
                    <a:lnTo>
                      <a:pt x="618" y="109"/>
                    </a:lnTo>
                    <a:lnTo>
                      <a:pt x="618" y="109"/>
                    </a:lnTo>
                    <a:lnTo>
                      <a:pt x="618" y="109"/>
                    </a:lnTo>
                    <a:lnTo>
                      <a:pt x="620" y="109"/>
                    </a:lnTo>
                    <a:lnTo>
                      <a:pt x="620" y="109"/>
                    </a:lnTo>
                    <a:lnTo>
                      <a:pt x="623" y="109"/>
                    </a:lnTo>
                    <a:lnTo>
                      <a:pt x="623" y="106"/>
                    </a:lnTo>
                    <a:lnTo>
                      <a:pt x="623" y="106"/>
                    </a:lnTo>
                    <a:lnTo>
                      <a:pt x="623" y="106"/>
                    </a:lnTo>
                    <a:lnTo>
                      <a:pt x="625" y="106"/>
                    </a:lnTo>
                    <a:lnTo>
                      <a:pt x="625" y="109"/>
                    </a:lnTo>
                    <a:lnTo>
                      <a:pt x="625" y="109"/>
                    </a:lnTo>
                    <a:lnTo>
                      <a:pt x="625" y="109"/>
                    </a:lnTo>
                    <a:lnTo>
                      <a:pt x="627" y="109"/>
                    </a:lnTo>
                    <a:lnTo>
                      <a:pt x="627" y="109"/>
                    </a:lnTo>
                    <a:lnTo>
                      <a:pt x="627" y="109"/>
                    </a:lnTo>
                    <a:lnTo>
                      <a:pt x="630" y="109"/>
                    </a:lnTo>
                    <a:lnTo>
                      <a:pt x="630" y="109"/>
                    </a:lnTo>
                    <a:lnTo>
                      <a:pt x="630" y="111"/>
                    </a:lnTo>
                    <a:lnTo>
                      <a:pt x="630" y="111"/>
                    </a:lnTo>
                    <a:lnTo>
                      <a:pt x="632" y="111"/>
                    </a:lnTo>
                    <a:lnTo>
                      <a:pt x="632" y="111"/>
                    </a:lnTo>
                    <a:lnTo>
                      <a:pt x="632" y="111"/>
                    </a:lnTo>
                    <a:lnTo>
                      <a:pt x="632" y="111"/>
                    </a:lnTo>
                    <a:lnTo>
                      <a:pt x="632" y="111"/>
                    </a:lnTo>
                    <a:lnTo>
                      <a:pt x="634" y="111"/>
                    </a:lnTo>
                    <a:lnTo>
                      <a:pt x="634" y="114"/>
                    </a:lnTo>
                    <a:lnTo>
                      <a:pt x="634" y="114"/>
                    </a:lnTo>
                    <a:lnTo>
                      <a:pt x="637" y="114"/>
                    </a:lnTo>
                    <a:lnTo>
                      <a:pt x="637" y="114"/>
                    </a:lnTo>
                    <a:lnTo>
                      <a:pt x="637" y="111"/>
                    </a:lnTo>
                    <a:lnTo>
                      <a:pt x="637" y="111"/>
                    </a:lnTo>
                    <a:lnTo>
                      <a:pt x="637" y="111"/>
                    </a:lnTo>
                    <a:lnTo>
                      <a:pt x="639" y="111"/>
                    </a:lnTo>
                    <a:lnTo>
                      <a:pt x="639" y="111"/>
                    </a:lnTo>
                    <a:lnTo>
                      <a:pt x="639" y="111"/>
                    </a:lnTo>
                    <a:lnTo>
                      <a:pt x="639" y="111"/>
                    </a:lnTo>
                    <a:lnTo>
                      <a:pt x="639" y="109"/>
                    </a:lnTo>
                    <a:lnTo>
                      <a:pt x="641" y="109"/>
                    </a:lnTo>
                    <a:lnTo>
                      <a:pt x="641" y="109"/>
                    </a:lnTo>
                    <a:lnTo>
                      <a:pt x="641" y="109"/>
                    </a:lnTo>
                    <a:lnTo>
                      <a:pt x="641" y="106"/>
                    </a:lnTo>
                    <a:lnTo>
                      <a:pt x="644" y="106"/>
                    </a:lnTo>
                    <a:lnTo>
                      <a:pt x="644" y="106"/>
                    </a:lnTo>
                    <a:lnTo>
                      <a:pt x="644" y="106"/>
                    </a:lnTo>
                    <a:lnTo>
                      <a:pt x="644" y="104"/>
                    </a:lnTo>
                    <a:lnTo>
                      <a:pt x="644" y="104"/>
                    </a:lnTo>
                    <a:lnTo>
                      <a:pt x="646" y="104"/>
                    </a:lnTo>
                    <a:lnTo>
                      <a:pt x="646" y="104"/>
                    </a:lnTo>
                    <a:lnTo>
                      <a:pt x="646" y="104"/>
                    </a:lnTo>
                    <a:lnTo>
                      <a:pt x="646" y="104"/>
                    </a:lnTo>
                    <a:lnTo>
                      <a:pt x="649" y="104"/>
                    </a:lnTo>
                    <a:lnTo>
                      <a:pt x="649" y="104"/>
                    </a:lnTo>
                    <a:lnTo>
                      <a:pt x="651" y="104"/>
                    </a:lnTo>
                    <a:lnTo>
                      <a:pt x="651" y="104"/>
                    </a:lnTo>
                    <a:lnTo>
                      <a:pt x="651" y="104"/>
                    </a:lnTo>
                    <a:lnTo>
                      <a:pt x="653" y="104"/>
                    </a:lnTo>
                    <a:lnTo>
                      <a:pt x="653" y="104"/>
                    </a:lnTo>
                    <a:lnTo>
                      <a:pt x="653" y="104"/>
                    </a:lnTo>
                    <a:lnTo>
                      <a:pt x="653" y="104"/>
                    </a:lnTo>
                    <a:lnTo>
                      <a:pt x="656" y="104"/>
                    </a:lnTo>
                    <a:lnTo>
                      <a:pt x="656" y="104"/>
                    </a:lnTo>
                    <a:lnTo>
                      <a:pt x="658" y="104"/>
                    </a:lnTo>
                    <a:lnTo>
                      <a:pt x="658" y="104"/>
                    </a:lnTo>
                    <a:lnTo>
                      <a:pt x="658" y="104"/>
                    </a:lnTo>
                    <a:lnTo>
                      <a:pt x="660" y="104"/>
                    </a:lnTo>
                    <a:lnTo>
                      <a:pt x="660" y="106"/>
                    </a:lnTo>
                    <a:lnTo>
                      <a:pt x="660" y="106"/>
                    </a:lnTo>
                    <a:lnTo>
                      <a:pt x="663" y="106"/>
                    </a:lnTo>
                    <a:lnTo>
                      <a:pt x="663" y="106"/>
                    </a:lnTo>
                    <a:lnTo>
                      <a:pt x="663" y="106"/>
                    </a:lnTo>
                    <a:lnTo>
                      <a:pt x="663" y="109"/>
                    </a:lnTo>
                    <a:lnTo>
                      <a:pt x="663" y="109"/>
                    </a:lnTo>
                    <a:lnTo>
                      <a:pt x="665" y="109"/>
                    </a:lnTo>
                    <a:lnTo>
                      <a:pt x="665" y="109"/>
                    </a:lnTo>
                    <a:lnTo>
                      <a:pt x="665" y="109"/>
                    </a:lnTo>
                    <a:lnTo>
                      <a:pt x="665" y="111"/>
                    </a:lnTo>
                    <a:lnTo>
                      <a:pt x="665" y="111"/>
                    </a:lnTo>
                    <a:lnTo>
                      <a:pt x="668" y="111"/>
                    </a:lnTo>
                    <a:lnTo>
                      <a:pt x="668" y="111"/>
                    </a:lnTo>
                    <a:lnTo>
                      <a:pt x="668" y="111"/>
                    </a:lnTo>
                    <a:lnTo>
                      <a:pt x="670" y="111"/>
                    </a:lnTo>
                    <a:lnTo>
                      <a:pt x="670" y="111"/>
                    </a:lnTo>
                    <a:lnTo>
                      <a:pt x="670" y="111"/>
                    </a:lnTo>
                    <a:lnTo>
                      <a:pt x="670" y="111"/>
                    </a:lnTo>
                    <a:lnTo>
                      <a:pt x="672" y="111"/>
                    </a:lnTo>
                    <a:lnTo>
                      <a:pt x="672" y="111"/>
                    </a:lnTo>
                    <a:lnTo>
                      <a:pt x="672" y="111"/>
                    </a:lnTo>
                    <a:lnTo>
                      <a:pt x="672" y="114"/>
                    </a:lnTo>
                    <a:lnTo>
                      <a:pt x="672" y="114"/>
                    </a:lnTo>
                    <a:lnTo>
                      <a:pt x="675" y="114"/>
                    </a:lnTo>
                    <a:lnTo>
                      <a:pt x="675" y="116"/>
                    </a:lnTo>
                    <a:lnTo>
                      <a:pt x="675" y="116"/>
                    </a:lnTo>
                    <a:lnTo>
                      <a:pt x="675" y="116"/>
                    </a:lnTo>
                    <a:lnTo>
                      <a:pt x="677" y="116"/>
                    </a:lnTo>
                    <a:lnTo>
                      <a:pt x="677" y="116"/>
                    </a:lnTo>
                    <a:lnTo>
                      <a:pt x="677" y="116"/>
                    </a:lnTo>
                    <a:lnTo>
                      <a:pt x="677" y="118"/>
                    </a:lnTo>
                    <a:lnTo>
                      <a:pt x="677" y="118"/>
                    </a:lnTo>
                    <a:lnTo>
                      <a:pt x="677" y="121"/>
                    </a:lnTo>
                    <a:lnTo>
                      <a:pt x="679" y="121"/>
                    </a:lnTo>
                    <a:lnTo>
                      <a:pt x="679" y="121"/>
                    </a:lnTo>
                    <a:lnTo>
                      <a:pt x="679" y="121"/>
                    </a:lnTo>
                    <a:lnTo>
                      <a:pt x="679" y="121"/>
                    </a:lnTo>
                    <a:lnTo>
                      <a:pt x="679" y="121"/>
                    </a:lnTo>
                    <a:lnTo>
                      <a:pt x="682" y="121"/>
                    </a:lnTo>
                    <a:lnTo>
                      <a:pt x="682" y="121"/>
                    </a:lnTo>
                    <a:lnTo>
                      <a:pt x="684" y="121"/>
                    </a:lnTo>
                    <a:lnTo>
                      <a:pt x="684" y="121"/>
                    </a:lnTo>
                    <a:lnTo>
                      <a:pt x="684" y="121"/>
                    </a:lnTo>
                    <a:lnTo>
                      <a:pt x="686" y="121"/>
                    </a:lnTo>
                    <a:lnTo>
                      <a:pt x="686" y="121"/>
                    </a:lnTo>
                    <a:lnTo>
                      <a:pt x="686" y="123"/>
                    </a:lnTo>
                    <a:lnTo>
                      <a:pt x="686" y="123"/>
                    </a:lnTo>
                    <a:lnTo>
                      <a:pt x="689" y="123"/>
                    </a:lnTo>
                    <a:lnTo>
                      <a:pt x="689" y="123"/>
                    </a:lnTo>
                    <a:lnTo>
                      <a:pt x="689" y="125"/>
                    </a:lnTo>
                    <a:lnTo>
                      <a:pt x="689" y="125"/>
                    </a:lnTo>
                    <a:lnTo>
                      <a:pt x="689" y="125"/>
                    </a:lnTo>
                    <a:lnTo>
                      <a:pt x="689" y="125"/>
                    </a:lnTo>
                    <a:lnTo>
                      <a:pt x="686" y="125"/>
                    </a:lnTo>
                    <a:lnTo>
                      <a:pt x="686" y="125"/>
                    </a:lnTo>
                    <a:lnTo>
                      <a:pt x="686" y="125"/>
                    </a:lnTo>
                    <a:lnTo>
                      <a:pt x="686" y="125"/>
                    </a:lnTo>
                    <a:lnTo>
                      <a:pt x="686" y="125"/>
                    </a:lnTo>
                    <a:lnTo>
                      <a:pt x="686" y="125"/>
                    </a:lnTo>
                    <a:lnTo>
                      <a:pt x="686" y="128"/>
                    </a:lnTo>
                    <a:lnTo>
                      <a:pt x="686" y="128"/>
                    </a:lnTo>
                    <a:lnTo>
                      <a:pt x="689" y="128"/>
                    </a:lnTo>
                    <a:lnTo>
                      <a:pt x="689" y="128"/>
                    </a:lnTo>
                    <a:lnTo>
                      <a:pt x="689" y="130"/>
                    </a:lnTo>
                    <a:lnTo>
                      <a:pt x="686" y="130"/>
                    </a:lnTo>
                    <a:lnTo>
                      <a:pt x="686" y="130"/>
                    </a:lnTo>
                    <a:lnTo>
                      <a:pt x="689" y="130"/>
                    </a:lnTo>
                    <a:lnTo>
                      <a:pt x="689" y="132"/>
                    </a:lnTo>
                    <a:lnTo>
                      <a:pt x="686" y="132"/>
                    </a:lnTo>
                    <a:lnTo>
                      <a:pt x="686" y="132"/>
                    </a:lnTo>
                    <a:lnTo>
                      <a:pt x="689" y="132"/>
                    </a:lnTo>
                    <a:lnTo>
                      <a:pt x="689" y="132"/>
                    </a:lnTo>
                    <a:lnTo>
                      <a:pt x="689" y="132"/>
                    </a:lnTo>
                    <a:lnTo>
                      <a:pt x="689" y="135"/>
                    </a:lnTo>
                    <a:lnTo>
                      <a:pt x="689" y="135"/>
                    </a:lnTo>
                    <a:lnTo>
                      <a:pt x="691" y="135"/>
                    </a:lnTo>
                    <a:lnTo>
                      <a:pt x="691" y="137"/>
                    </a:lnTo>
                    <a:lnTo>
                      <a:pt x="689" y="137"/>
                    </a:lnTo>
                    <a:lnTo>
                      <a:pt x="689" y="137"/>
                    </a:lnTo>
                    <a:lnTo>
                      <a:pt x="689" y="137"/>
                    </a:lnTo>
                    <a:lnTo>
                      <a:pt x="689" y="140"/>
                    </a:lnTo>
                    <a:lnTo>
                      <a:pt x="686" y="140"/>
                    </a:lnTo>
                    <a:lnTo>
                      <a:pt x="686" y="140"/>
                    </a:lnTo>
                    <a:lnTo>
                      <a:pt x="686" y="140"/>
                    </a:lnTo>
                    <a:lnTo>
                      <a:pt x="686" y="140"/>
                    </a:lnTo>
                    <a:lnTo>
                      <a:pt x="686" y="142"/>
                    </a:lnTo>
                    <a:lnTo>
                      <a:pt x="684" y="142"/>
                    </a:lnTo>
                    <a:lnTo>
                      <a:pt x="684" y="142"/>
                    </a:lnTo>
                    <a:lnTo>
                      <a:pt x="684" y="142"/>
                    </a:lnTo>
                    <a:lnTo>
                      <a:pt x="684" y="142"/>
                    </a:lnTo>
                    <a:lnTo>
                      <a:pt x="684" y="142"/>
                    </a:lnTo>
                    <a:lnTo>
                      <a:pt x="682" y="142"/>
                    </a:lnTo>
                    <a:lnTo>
                      <a:pt x="682" y="144"/>
                    </a:lnTo>
                    <a:lnTo>
                      <a:pt x="682" y="144"/>
                    </a:lnTo>
                    <a:lnTo>
                      <a:pt x="682" y="144"/>
                    </a:lnTo>
                    <a:lnTo>
                      <a:pt x="679" y="144"/>
                    </a:lnTo>
                    <a:lnTo>
                      <a:pt x="679" y="144"/>
                    </a:lnTo>
                    <a:lnTo>
                      <a:pt x="679" y="144"/>
                    </a:lnTo>
                    <a:lnTo>
                      <a:pt x="679" y="142"/>
                    </a:lnTo>
                    <a:lnTo>
                      <a:pt x="679" y="142"/>
                    </a:lnTo>
                    <a:lnTo>
                      <a:pt x="679" y="142"/>
                    </a:lnTo>
                    <a:lnTo>
                      <a:pt x="679" y="142"/>
                    </a:lnTo>
                    <a:lnTo>
                      <a:pt x="679" y="142"/>
                    </a:lnTo>
                    <a:lnTo>
                      <a:pt x="679" y="140"/>
                    </a:lnTo>
                    <a:lnTo>
                      <a:pt x="679" y="140"/>
                    </a:lnTo>
                    <a:lnTo>
                      <a:pt x="679" y="140"/>
                    </a:lnTo>
                    <a:lnTo>
                      <a:pt x="677" y="140"/>
                    </a:lnTo>
                    <a:lnTo>
                      <a:pt x="677" y="140"/>
                    </a:lnTo>
                    <a:lnTo>
                      <a:pt x="677" y="137"/>
                    </a:lnTo>
                    <a:lnTo>
                      <a:pt x="677" y="137"/>
                    </a:lnTo>
                    <a:lnTo>
                      <a:pt x="675" y="137"/>
                    </a:lnTo>
                    <a:lnTo>
                      <a:pt x="675" y="137"/>
                    </a:lnTo>
                    <a:lnTo>
                      <a:pt x="675" y="137"/>
                    </a:lnTo>
                    <a:lnTo>
                      <a:pt x="675" y="137"/>
                    </a:lnTo>
                    <a:lnTo>
                      <a:pt x="672" y="137"/>
                    </a:lnTo>
                    <a:lnTo>
                      <a:pt x="672" y="137"/>
                    </a:lnTo>
                    <a:lnTo>
                      <a:pt x="672" y="137"/>
                    </a:lnTo>
                    <a:lnTo>
                      <a:pt x="672" y="135"/>
                    </a:lnTo>
                    <a:lnTo>
                      <a:pt x="672" y="135"/>
                    </a:lnTo>
                    <a:lnTo>
                      <a:pt x="670" y="135"/>
                    </a:lnTo>
                    <a:lnTo>
                      <a:pt x="670" y="135"/>
                    </a:lnTo>
                    <a:lnTo>
                      <a:pt x="670" y="135"/>
                    </a:lnTo>
                    <a:lnTo>
                      <a:pt x="670" y="135"/>
                    </a:lnTo>
                    <a:lnTo>
                      <a:pt x="670" y="135"/>
                    </a:lnTo>
                    <a:lnTo>
                      <a:pt x="668" y="135"/>
                    </a:lnTo>
                    <a:lnTo>
                      <a:pt x="668" y="135"/>
                    </a:lnTo>
                    <a:lnTo>
                      <a:pt x="665" y="135"/>
                    </a:lnTo>
                    <a:lnTo>
                      <a:pt x="665" y="135"/>
                    </a:lnTo>
                    <a:lnTo>
                      <a:pt x="665" y="135"/>
                    </a:lnTo>
                    <a:lnTo>
                      <a:pt x="663" y="135"/>
                    </a:lnTo>
                    <a:lnTo>
                      <a:pt x="663" y="135"/>
                    </a:lnTo>
                    <a:lnTo>
                      <a:pt x="663" y="137"/>
                    </a:lnTo>
                    <a:lnTo>
                      <a:pt x="663" y="137"/>
                    </a:lnTo>
                    <a:lnTo>
                      <a:pt x="663" y="135"/>
                    </a:lnTo>
                    <a:lnTo>
                      <a:pt x="660" y="135"/>
                    </a:lnTo>
                    <a:lnTo>
                      <a:pt x="660" y="135"/>
                    </a:lnTo>
                    <a:lnTo>
                      <a:pt x="658" y="135"/>
                    </a:lnTo>
                    <a:lnTo>
                      <a:pt x="658" y="135"/>
                    </a:lnTo>
                    <a:lnTo>
                      <a:pt x="658" y="135"/>
                    </a:lnTo>
                    <a:lnTo>
                      <a:pt x="656" y="135"/>
                    </a:lnTo>
                    <a:lnTo>
                      <a:pt x="656" y="135"/>
                    </a:lnTo>
                    <a:lnTo>
                      <a:pt x="653" y="135"/>
                    </a:lnTo>
                    <a:lnTo>
                      <a:pt x="653" y="137"/>
                    </a:lnTo>
                    <a:lnTo>
                      <a:pt x="653" y="137"/>
                    </a:lnTo>
                    <a:lnTo>
                      <a:pt x="653" y="137"/>
                    </a:lnTo>
                    <a:lnTo>
                      <a:pt x="653" y="137"/>
                    </a:lnTo>
                    <a:lnTo>
                      <a:pt x="651" y="137"/>
                    </a:lnTo>
                    <a:lnTo>
                      <a:pt x="651" y="140"/>
                    </a:lnTo>
                    <a:lnTo>
                      <a:pt x="651" y="140"/>
                    </a:lnTo>
                    <a:lnTo>
                      <a:pt x="651" y="140"/>
                    </a:lnTo>
                    <a:lnTo>
                      <a:pt x="651" y="140"/>
                    </a:lnTo>
                    <a:lnTo>
                      <a:pt x="649" y="140"/>
                    </a:lnTo>
                    <a:lnTo>
                      <a:pt x="649" y="140"/>
                    </a:lnTo>
                    <a:lnTo>
                      <a:pt x="649" y="142"/>
                    </a:lnTo>
                    <a:lnTo>
                      <a:pt x="646" y="142"/>
                    </a:lnTo>
                    <a:lnTo>
                      <a:pt x="646" y="142"/>
                    </a:lnTo>
                    <a:lnTo>
                      <a:pt x="646" y="142"/>
                    </a:lnTo>
                    <a:lnTo>
                      <a:pt x="646" y="142"/>
                    </a:lnTo>
                    <a:lnTo>
                      <a:pt x="646" y="142"/>
                    </a:lnTo>
                    <a:lnTo>
                      <a:pt x="644" y="142"/>
                    </a:lnTo>
                    <a:lnTo>
                      <a:pt x="644" y="142"/>
                    </a:lnTo>
                    <a:lnTo>
                      <a:pt x="644" y="142"/>
                    </a:lnTo>
                    <a:lnTo>
                      <a:pt x="641" y="142"/>
                    </a:lnTo>
                    <a:lnTo>
                      <a:pt x="641" y="142"/>
                    </a:lnTo>
                    <a:lnTo>
                      <a:pt x="641" y="142"/>
                    </a:lnTo>
                    <a:lnTo>
                      <a:pt x="641" y="142"/>
                    </a:lnTo>
                    <a:lnTo>
                      <a:pt x="639" y="142"/>
                    </a:lnTo>
                    <a:lnTo>
                      <a:pt x="639" y="142"/>
                    </a:lnTo>
                    <a:lnTo>
                      <a:pt x="639" y="142"/>
                    </a:lnTo>
                    <a:lnTo>
                      <a:pt x="637" y="142"/>
                    </a:lnTo>
                    <a:lnTo>
                      <a:pt x="637" y="142"/>
                    </a:lnTo>
                    <a:lnTo>
                      <a:pt x="637" y="142"/>
                    </a:lnTo>
                    <a:lnTo>
                      <a:pt x="637" y="142"/>
                    </a:lnTo>
                    <a:lnTo>
                      <a:pt x="637" y="144"/>
                    </a:lnTo>
                    <a:lnTo>
                      <a:pt x="637" y="144"/>
                    </a:lnTo>
                    <a:lnTo>
                      <a:pt x="637" y="144"/>
                    </a:lnTo>
                    <a:lnTo>
                      <a:pt x="637" y="147"/>
                    </a:lnTo>
                    <a:lnTo>
                      <a:pt x="637" y="147"/>
                    </a:lnTo>
                    <a:lnTo>
                      <a:pt x="634" y="147"/>
                    </a:lnTo>
                    <a:lnTo>
                      <a:pt x="634" y="147"/>
                    </a:lnTo>
                    <a:lnTo>
                      <a:pt x="634" y="147"/>
                    </a:lnTo>
                    <a:lnTo>
                      <a:pt x="632" y="147"/>
                    </a:lnTo>
                    <a:lnTo>
                      <a:pt x="632" y="147"/>
                    </a:lnTo>
                    <a:lnTo>
                      <a:pt x="632" y="147"/>
                    </a:lnTo>
                    <a:lnTo>
                      <a:pt x="632" y="147"/>
                    </a:lnTo>
                    <a:lnTo>
                      <a:pt x="630" y="147"/>
                    </a:lnTo>
                    <a:lnTo>
                      <a:pt x="630" y="147"/>
                    </a:lnTo>
                    <a:lnTo>
                      <a:pt x="630" y="147"/>
                    </a:lnTo>
                    <a:lnTo>
                      <a:pt x="627" y="147"/>
                    </a:lnTo>
                    <a:lnTo>
                      <a:pt x="627" y="147"/>
                    </a:lnTo>
                    <a:lnTo>
                      <a:pt x="625" y="147"/>
                    </a:lnTo>
                    <a:lnTo>
                      <a:pt x="625" y="147"/>
                    </a:lnTo>
                    <a:lnTo>
                      <a:pt x="625" y="147"/>
                    </a:lnTo>
                    <a:lnTo>
                      <a:pt x="625" y="147"/>
                    </a:lnTo>
                    <a:lnTo>
                      <a:pt x="625" y="147"/>
                    </a:lnTo>
                    <a:lnTo>
                      <a:pt x="623" y="147"/>
                    </a:lnTo>
                    <a:lnTo>
                      <a:pt x="623" y="147"/>
                    </a:lnTo>
                    <a:lnTo>
                      <a:pt x="623" y="149"/>
                    </a:lnTo>
                    <a:lnTo>
                      <a:pt x="623" y="149"/>
                    </a:lnTo>
                    <a:lnTo>
                      <a:pt x="620" y="149"/>
                    </a:lnTo>
                    <a:lnTo>
                      <a:pt x="620" y="149"/>
                    </a:lnTo>
                    <a:lnTo>
                      <a:pt x="618" y="149"/>
                    </a:lnTo>
                    <a:lnTo>
                      <a:pt x="618" y="149"/>
                    </a:lnTo>
                    <a:lnTo>
                      <a:pt x="618" y="149"/>
                    </a:lnTo>
                    <a:lnTo>
                      <a:pt x="618" y="151"/>
                    </a:lnTo>
                    <a:lnTo>
                      <a:pt x="618" y="151"/>
                    </a:lnTo>
                    <a:lnTo>
                      <a:pt x="618" y="151"/>
                    </a:lnTo>
                    <a:lnTo>
                      <a:pt x="615" y="151"/>
                    </a:lnTo>
                    <a:lnTo>
                      <a:pt x="615" y="151"/>
                    </a:lnTo>
                    <a:lnTo>
                      <a:pt x="615" y="151"/>
                    </a:lnTo>
                    <a:lnTo>
                      <a:pt x="613" y="151"/>
                    </a:lnTo>
                    <a:lnTo>
                      <a:pt x="613" y="154"/>
                    </a:lnTo>
                    <a:lnTo>
                      <a:pt x="613" y="154"/>
                    </a:lnTo>
                    <a:lnTo>
                      <a:pt x="613" y="154"/>
                    </a:lnTo>
                    <a:lnTo>
                      <a:pt x="613" y="156"/>
                    </a:lnTo>
                    <a:lnTo>
                      <a:pt x="613" y="156"/>
                    </a:lnTo>
                    <a:lnTo>
                      <a:pt x="613" y="156"/>
                    </a:lnTo>
                    <a:lnTo>
                      <a:pt x="611" y="156"/>
                    </a:lnTo>
                    <a:lnTo>
                      <a:pt x="611" y="159"/>
                    </a:lnTo>
                    <a:lnTo>
                      <a:pt x="611" y="159"/>
                    </a:lnTo>
                    <a:lnTo>
                      <a:pt x="611" y="161"/>
                    </a:lnTo>
                    <a:lnTo>
                      <a:pt x="613" y="161"/>
                    </a:lnTo>
                    <a:lnTo>
                      <a:pt x="613" y="161"/>
                    </a:lnTo>
                    <a:lnTo>
                      <a:pt x="613" y="161"/>
                    </a:lnTo>
                    <a:lnTo>
                      <a:pt x="611" y="161"/>
                    </a:lnTo>
                    <a:lnTo>
                      <a:pt x="611" y="163"/>
                    </a:lnTo>
                    <a:lnTo>
                      <a:pt x="611" y="163"/>
                    </a:lnTo>
                    <a:lnTo>
                      <a:pt x="611" y="163"/>
                    </a:lnTo>
                    <a:lnTo>
                      <a:pt x="611" y="163"/>
                    </a:lnTo>
                    <a:lnTo>
                      <a:pt x="608" y="163"/>
                    </a:lnTo>
                    <a:lnTo>
                      <a:pt x="608" y="163"/>
                    </a:lnTo>
                    <a:lnTo>
                      <a:pt x="606" y="163"/>
                    </a:lnTo>
                    <a:lnTo>
                      <a:pt x="606" y="163"/>
                    </a:lnTo>
                    <a:lnTo>
                      <a:pt x="606" y="166"/>
                    </a:lnTo>
                    <a:lnTo>
                      <a:pt x="606" y="166"/>
                    </a:lnTo>
                    <a:lnTo>
                      <a:pt x="604" y="166"/>
                    </a:lnTo>
                    <a:lnTo>
                      <a:pt x="604" y="166"/>
                    </a:lnTo>
                    <a:lnTo>
                      <a:pt x="604" y="166"/>
                    </a:lnTo>
                    <a:lnTo>
                      <a:pt x="604" y="168"/>
                    </a:lnTo>
                    <a:lnTo>
                      <a:pt x="604" y="168"/>
                    </a:lnTo>
                    <a:lnTo>
                      <a:pt x="601" y="168"/>
                    </a:lnTo>
                    <a:lnTo>
                      <a:pt x="601" y="168"/>
                    </a:lnTo>
                    <a:lnTo>
                      <a:pt x="601" y="168"/>
                    </a:lnTo>
                    <a:lnTo>
                      <a:pt x="601" y="170"/>
                    </a:lnTo>
                    <a:lnTo>
                      <a:pt x="599" y="170"/>
                    </a:lnTo>
                    <a:lnTo>
                      <a:pt x="599" y="170"/>
                    </a:lnTo>
                    <a:lnTo>
                      <a:pt x="599" y="170"/>
                    </a:lnTo>
                    <a:lnTo>
                      <a:pt x="599" y="170"/>
                    </a:lnTo>
                    <a:lnTo>
                      <a:pt x="596" y="170"/>
                    </a:lnTo>
                    <a:lnTo>
                      <a:pt x="596" y="170"/>
                    </a:lnTo>
                    <a:lnTo>
                      <a:pt x="596" y="170"/>
                    </a:lnTo>
                    <a:lnTo>
                      <a:pt x="594" y="170"/>
                    </a:lnTo>
                    <a:lnTo>
                      <a:pt x="594" y="170"/>
                    </a:lnTo>
                    <a:lnTo>
                      <a:pt x="594" y="170"/>
                    </a:lnTo>
                    <a:lnTo>
                      <a:pt x="592" y="170"/>
                    </a:lnTo>
                    <a:lnTo>
                      <a:pt x="592" y="170"/>
                    </a:lnTo>
                    <a:lnTo>
                      <a:pt x="592" y="170"/>
                    </a:lnTo>
                    <a:lnTo>
                      <a:pt x="589" y="170"/>
                    </a:lnTo>
                    <a:lnTo>
                      <a:pt x="589" y="170"/>
                    </a:lnTo>
                    <a:lnTo>
                      <a:pt x="589" y="170"/>
                    </a:lnTo>
                    <a:lnTo>
                      <a:pt x="587" y="170"/>
                    </a:lnTo>
                    <a:lnTo>
                      <a:pt x="587" y="170"/>
                    </a:lnTo>
                    <a:lnTo>
                      <a:pt x="585" y="170"/>
                    </a:lnTo>
                    <a:lnTo>
                      <a:pt x="585" y="170"/>
                    </a:lnTo>
                    <a:lnTo>
                      <a:pt x="585" y="170"/>
                    </a:lnTo>
                    <a:lnTo>
                      <a:pt x="585" y="170"/>
                    </a:lnTo>
                    <a:lnTo>
                      <a:pt x="582" y="170"/>
                    </a:lnTo>
                    <a:lnTo>
                      <a:pt x="582" y="170"/>
                    </a:lnTo>
                    <a:lnTo>
                      <a:pt x="580" y="170"/>
                    </a:lnTo>
                    <a:lnTo>
                      <a:pt x="580" y="170"/>
                    </a:lnTo>
                    <a:lnTo>
                      <a:pt x="580" y="170"/>
                    </a:lnTo>
                    <a:lnTo>
                      <a:pt x="580" y="170"/>
                    </a:lnTo>
                    <a:lnTo>
                      <a:pt x="578" y="170"/>
                    </a:lnTo>
                    <a:lnTo>
                      <a:pt x="578" y="170"/>
                    </a:lnTo>
                    <a:lnTo>
                      <a:pt x="578" y="170"/>
                    </a:lnTo>
                    <a:lnTo>
                      <a:pt x="578" y="170"/>
                    </a:lnTo>
                    <a:lnTo>
                      <a:pt x="575" y="170"/>
                    </a:lnTo>
                    <a:lnTo>
                      <a:pt x="575" y="170"/>
                    </a:lnTo>
                    <a:lnTo>
                      <a:pt x="575" y="170"/>
                    </a:lnTo>
                    <a:lnTo>
                      <a:pt x="573" y="170"/>
                    </a:lnTo>
                    <a:lnTo>
                      <a:pt x="573" y="173"/>
                    </a:lnTo>
                    <a:lnTo>
                      <a:pt x="573" y="173"/>
                    </a:lnTo>
                    <a:lnTo>
                      <a:pt x="573" y="173"/>
                    </a:lnTo>
                    <a:lnTo>
                      <a:pt x="573" y="175"/>
                    </a:lnTo>
                    <a:lnTo>
                      <a:pt x="573" y="175"/>
                    </a:lnTo>
                    <a:lnTo>
                      <a:pt x="573" y="175"/>
                    </a:lnTo>
                    <a:lnTo>
                      <a:pt x="573" y="178"/>
                    </a:lnTo>
                    <a:lnTo>
                      <a:pt x="570" y="178"/>
                    </a:lnTo>
                    <a:lnTo>
                      <a:pt x="570" y="178"/>
                    </a:lnTo>
                    <a:lnTo>
                      <a:pt x="570" y="178"/>
                    </a:lnTo>
                    <a:lnTo>
                      <a:pt x="570" y="178"/>
                    </a:lnTo>
                    <a:lnTo>
                      <a:pt x="570" y="180"/>
                    </a:lnTo>
                    <a:lnTo>
                      <a:pt x="568" y="180"/>
                    </a:lnTo>
                    <a:lnTo>
                      <a:pt x="568" y="180"/>
                    </a:lnTo>
                    <a:lnTo>
                      <a:pt x="568" y="180"/>
                    </a:lnTo>
                    <a:lnTo>
                      <a:pt x="566" y="180"/>
                    </a:lnTo>
                    <a:lnTo>
                      <a:pt x="566" y="180"/>
                    </a:lnTo>
                    <a:lnTo>
                      <a:pt x="566" y="180"/>
                    </a:lnTo>
                    <a:lnTo>
                      <a:pt x="566" y="180"/>
                    </a:lnTo>
                    <a:lnTo>
                      <a:pt x="566" y="182"/>
                    </a:lnTo>
                    <a:lnTo>
                      <a:pt x="563" y="182"/>
                    </a:lnTo>
                    <a:lnTo>
                      <a:pt x="563" y="182"/>
                    </a:lnTo>
                    <a:lnTo>
                      <a:pt x="563" y="182"/>
                    </a:lnTo>
                    <a:lnTo>
                      <a:pt x="563" y="182"/>
                    </a:lnTo>
                    <a:lnTo>
                      <a:pt x="561" y="182"/>
                    </a:lnTo>
                    <a:lnTo>
                      <a:pt x="561" y="185"/>
                    </a:lnTo>
                    <a:lnTo>
                      <a:pt x="561" y="185"/>
                    </a:lnTo>
                    <a:lnTo>
                      <a:pt x="559" y="185"/>
                    </a:lnTo>
                    <a:lnTo>
                      <a:pt x="559" y="185"/>
                    </a:lnTo>
                    <a:lnTo>
                      <a:pt x="559" y="185"/>
                    </a:lnTo>
                    <a:lnTo>
                      <a:pt x="559" y="185"/>
                    </a:lnTo>
                    <a:lnTo>
                      <a:pt x="556" y="185"/>
                    </a:lnTo>
                    <a:lnTo>
                      <a:pt x="556" y="187"/>
                    </a:lnTo>
                    <a:lnTo>
                      <a:pt x="556" y="187"/>
                    </a:lnTo>
                    <a:lnTo>
                      <a:pt x="556" y="187"/>
                    </a:lnTo>
                    <a:lnTo>
                      <a:pt x="556" y="187"/>
                    </a:lnTo>
                    <a:lnTo>
                      <a:pt x="554" y="187"/>
                    </a:lnTo>
                    <a:lnTo>
                      <a:pt x="554" y="187"/>
                    </a:lnTo>
                    <a:lnTo>
                      <a:pt x="554" y="187"/>
                    </a:lnTo>
                    <a:lnTo>
                      <a:pt x="552" y="187"/>
                    </a:lnTo>
                    <a:lnTo>
                      <a:pt x="552" y="187"/>
                    </a:lnTo>
                    <a:lnTo>
                      <a:pt x="552" y="187"/>
                    </a:lnTo>
                    <a:lnTo>
                      <a:pt x="549" y="187"/>
                    </a:lnTo>
                    <a:lnTo>
                      <a:pt x="549" y="187"/>
                    </a:lnTo>
                    <a:lnTo>
                      <a:pt x="547" y="187"/>
                    </a:lnTo>
                    <a:lnTo>
                      <a:pt x="547" y="187"/>
                    </a:lnTo>
                    <a:lnTo>
                      <a:pt x="547" y="187"/>
                    </a:lnTo>
                    <a:lnTo>
                      <a:pt x="544" y="187"/>
                    </a:lnTo>
                    <a:lnTo>
                      <a:pt x="544" y="187"/>
                    </a:lnTo>
                    <a:lnTo>
                      <a:pt x="544" y="187"/>
                    </a:lnTo>
                    <a:lnTo>
                      <a:pt x="544" y="185"/>
                    </a:lnTo>
                    <a:lnTo>
                      <a:pt x="542" y="185"/>
                    </a:lnTo>
                    <a:lnTo>
                      <a:pt x="542" y="185"/>
                    </a:lnTo>
                    <a:lnTo>
                      <a:pt x="540" y="185"/>
                    </a:lnTo>
                    <a:lnTo>
                      <a:pt x="540" y="185"/>
                    </a:lnTo>
                    <a:lnTo>
                      <a:pt x="540" y="185"/>
                    </a:lnTo>
                    <a:lnTo>
                      <a:pt x="540" y="185"/>
                    </a:lnTo>
                    <a:lnTo>
                      <a:pt x="537" y="185"/>
                    </a:lnTo>
                    <a:lnTo>
                      <a:pt x="537" y="185"/>
                    </a:lnTo>
                    <a:lnTo>
                      <a:pt x="537" y="185"/>
                    </a:lnTo>
                    <a:lnTo>
                      <a:pt x="535" y="185"/>
                    </a:lnTo>
                    <a:lnTo>
                      <a:pt x="535" y="182"/>
                    </a:lnTo>
                    <a:lnTo>
                      <a:pt x="535" y="182"/>
                    </a:lnTo>
                    <a:lnTo>
                      <a:pt x="533" y="182"/>
                    </a:lnTo>
                    <a:lnTo>
                      <a:pt x="533" y="182"/>
                    </a:lnTo>
                    <a:lnTo>
                      <a:pt x="533" y="182"/>
                    </a:lnTo>
                    <a:lnTo>
                      <a:pt x="533" y="182"/>
                    </a:lnTo>
                    <a:lnTo>
                      <a:pt x="533" y="180"/>
                    </a:lnTo>
                    <a:lnTo>
                      <a:pt x="530" y="180"/>
                    </a:lnTo>
                    <a:lnTo>
                      <a:pt x="530" y="180"/>
                    </a:lnTo>
                    <a:lnTo>
                      <a:pt x="530" y="180"/>
                    </a:lnTo>
                    <a:lnTo>
                      <a:pt x="530" y="180"/>
                    </a:lnTo>
                    <a:lnTo>
                      <a:pt x="530" y="180"/>
                    </a:lnTo>
                    <a:lnTo>
                      <a:pt x="528" y="180"/>
                    </a:lnTo>
                    <a:lnTo>
                      <a:pt x="528" y="180"/>
                    </a:lnTo>
                    <a:lnTo>
                      <a:pt x="525" y="180"/>
                    </a:lnTo>
                    <a:lnTo>
                      <a:pt x="525" y="180"/>
                    </a:lnTo>
                    <a:lnTo>
                      <a:pt x="525" y="180"/>
                    </a:lnTo>
                    <a:lnTo>
                      <a:pt x="523" y="180"/>
                    </a:lnTo>
                    <a:lnTo>
                      <a:pt x="523" y="180"/>
                    </a:lnTo>
                    <a:lnTo>
                      <a:pt x="523" y="180"/>
                    </a:lnTo>
                    <a:lnTo>
                      <a:pt x="521" y="180"/>
                    </a:lnTo>
                    <a:lnTo>
                      <a:pt x="521" y="180"/>
                    </a:lnTo>
                    <a:lnTo>
                      <a:pt x="518" y="180"/>
                    </a:lnTo>
                    <a:lnTo>
                      <a:pt x="518" y="180"/>
                    </a:lnTo>
                    <a:lnTo>
                      <a:pt x="518" y="180"/>
                    </a:lnTo>
                    <a:lnTo>
                      <a:pt x="518" y="180"/>
                    </a:lnTo>
                    <a:lnTo>
                      <a:pt x="516" y="180"/>
                    </a:lnTo>
                    <a:lnTo>
                      <a:pt x="516" y="180"/>
                    </a:lnTo>
                    <a:lnTo>
                      <a:pt x="516" y="180"/>
                    </a:lnTo>
                    <a:lnTo>
                      <a:pt x="516" y="180"/>
                    </a:lnTo>
                    <a:lnTo>
                      <a:pt x="516" y="182"/>
                    </a:lnTo>
                    <a:lnTo>
                      <a:pt x="514" y="182"/>
                    </a:lnTo>
                    <a:lnTo>
                      <a:pt x="514" y="182"/>
                    </a:lnTo>
                    <a:lnTo>
                      <a:pt x="514" y="185"/>
                    </a:lnTo>
                    <a:lnTo>
                      <a:pt x="514" y="185"/>
                    </a:lnTo>
                    <a:lnTo>
                      <a:pt x="514" y="185"/>
                    </a:lnTo>
                    <a:lnTo>
                      <a:pt x="511" y="185"/>
                    </a:lnTo>
                    <a:lnTo>
                      <a:pt x="511" y="187"/>
                    </a:lnTo>
                    <a:lnTo>
                      <a:pt x="511" y="187"/>
                    </a:lnTo>
                    <a:lnTo>
                      <a:pt x="511" y="187"/>
                    </a:lnTo>
                    <a:lnTo>
                      <a:pt x="511" y="189"/>
                    </a:lnTo>
                    <a:lnTo>
                      <a:pt x="511" y="189"/>
                    </a:lnTo>
                    <a:lnTo>
                      <a:pt x="511" y="189"/>
                    </a:lnTo>
                    <a:lnTo>
                      <a:pt x="511" y="192"/>
                    </a:lnTo>
                    <a:lnTo>
                      <a:pt x="511" y="192"/>
                    </a:lnTo>
                    <a:lnTo>
                      <a:pt x="509" y="192"/>
                    </a:lnTo>
                    <a:lnTo>
                      <a:pt x="509" y="192"/>
                    </a:lnTo>
                    <a:lnTo>
                      <a:pt x="509" y="192"/>
                    </a:lnTo>
                    <a:lnTo>
                      <a:pt x="509" y="194"/>
                    </a:lnTo>
                    <a:lnTo>
                      <a:pt x="509" y="194"/>
                    </a:lnTo>
                    <a:lnTo>
                      <a:pt x="507" y="194"/>
                    </a:lnTo>
                    <a:lnTo>
                      <a:pt x="507" y="196"/>
                    </a:lnTo>
                    <a:lnTo>
                      <a:pt x="507" y="196"/>
                    </a:lnTo>
                    <a:lnTo>
                      <a:pt x="507" y="196"/>
                    </a:lnTo>
                    <a:lnTo>
                      <a:pt x="507" y="199"/>
                    </a:lnTo>
                    <a:lnTo>
                      <a:pt x="507" y="199"/>
                    </a:lnTo>
                    <a:lnTo>
                      <a:pt x="507" y="199"/>
                    </a:lnTo>
                    <a:lnTo>
                      <a:pt x="509" y="199"/>
                    </a:lnTo>
                    <a:lnTo>
                      <a:pt x="509" y="201"/>
                    </a:lnTo>
                    <a:lnTo>
                      <a:pt x="509" y="201"/>
                    </a:lnTo>
                    <a:lnTo>
                      <a:pt x="509" y="201"/>
                    </a:lnTo>
                    <a:lnTo>
                      <a:pt x="509" y="201"/>
                    </a:lnTo>
                    <a:lnTo>
                      <a:pt x="511" y="201"/>
                    </a:lnTo>
                    <a:lnTo>
                      <a:pt x="511" y="204"/>
                    </a:lnTo>
                    <a:lnTo>
                      <a:pt x="511" y="204"/>
                    </a:lnTo>
                    <a:lnTo>
                      <a:pt x="511" y="204"/>
                    </a:lnTo>
                    <a:lnTo>
                      <a:pt x="511" y="204"/>
                    </a:lnTo>
                    <a:lnTo>
                      <a:pt x="511" y="206"/>
                    </a:lnTo>
                    <a:lnTo>
                      <a:pt x="514" y="206"/>
                    </a:lnTo>
                    <a:lnTo>
                      <a:pt x="514" y="206"/>
                    </a:lnTo>
                    <a:lnTo>
                      <a:pt x="516" y="206"/>
                    </a:lnTo>
                    <a:lnTo>
                      <a:pt x="516" y="206"/>
                    </a:lnTo>
                    <a:lnTo>
                      <a:pt x="516" y="206"/>
                    </a:lnTo>
                    <a:lnTo>
                      <a:pt x="516" y="206"/>
                    </a:lnTo>
                    <a:lnTo>
                      <a:pt x="518" y="206"/>
                    </a:lnTo>
                    <a:lnTo>
                      <a:pt x="518" y="208"/>
                    </a:lnTo>
                    <a:lnTo>
                      <a:pt x="518" y="208"/>
                    </a:lnTo>
                    <a:lnTo>
                      <a:pt x="518" y="208"/>
                    </a:lnTo>
                    <a:lnTo>
                      <a:pt x="518" y="208"/>
                    </a:lnTo>
                    <a:lnTo>
                      <a:pt x="518" y="211"/>
                    </a:lnTo>
                    <a:lnTo>
                      <a:pt x="518" y="211"/>
                    </a:lnTo>
                    <a:lnTo>
                      <a:pt x="521" y="211"/>
                    </a:lnTo>
                    <a:lnTo>
                      <a:pt x="521" y="211"/>
                    </a:lnTo>
                    <a:lnTo>
                      <a:pt x="521" y="213"/>
                    </a:lnTo>
                    <a:lnTo>
                      <a:pt x="518" y="213"/>
                    </a:lnTo>
                    <a:lnTo>
                      <a:pt x="518" y="213"/>
                    </a:lnTo>
                    <a:lnTo>
                      <a:pt x="518" y="213"/>
                    </a:lnTo>
                    <a:lnTo>
                      <a:pt x="518" y="213"/>
                    </a:lnTo>
                    <a:lnTo>
                      <a:pt x="516" y="213"/>
                    </a:lnTo>
                    <a:lnTo>
                      <a:pt x="516" y="213"/>
                    </a:lnTo>
                    <a:lnTo>
                      <a:pt x="516" y="213"/>
                    </a:lnTo>
                    <a:lnTo>
                      <a:pt x="516" y="215"/>
                    </a:lnTo>
                    <a:lnTo>
                      <a:pt x="514" y="215"/>
                    </a:lnTo>
                    <a:lnTo>
                      <a:pt x="514" y="215"/>
                    </a:lnTo>
                    <a:lnTo>
                      <a:pt x="514" y="218"/>
                    </a:lnTo>
                    <a:lnTo>
                      <a:pt x="514" y="218"/>
                    </a:lnTo>
                    <a:lnTo>
                      <a:pt x="514" y="218"/>
                    </a:lnTo>
                    <a:lnTo>
                      <a:pt x="511" y="218"/>
                    </a:lnTo>
                    <a:lnTo>
                      <a:pt x="511" y="220"/>
                    </a:lnTo>
                    <a:lnTo>
                      <a:pt x="511" y="220"/>
                    </a:lnTo>
                    <a:lnTo>
                      <a:pt x="511" y="220"/>
                    </a:lnTo>
                    <a:lnTo>
                      <a:pt x="511" y="220"/>
                    </a:lnTo>
                    <a:lnTo>
                      <a:pt x="509" y="220"/>
                    </a:lnTo>
                    <a:lnTo>
                      <a:pt x="509" y="220"/>
                    </a:lnTo>
                    <a:lnTo>
                      <a:pt x="507" y="220"/>
                    </a:lnTo>
                    <a:lnTo>
                      <a:pt x="507" y="220"/>
                    </a:lnTo>
                    <a:lnTo>
                      <a:pt x="507" y="220"/>
                    </a:lnTo>
                    <a:lnTo>
                      <a:pt x="507" y="220"/>
                    </a:lnTo>
                    <a:lnTo>
                      <a:pt x="504" y="220"/>
                    </a:lnTo>
                    <a:lnTo>
                      <a:pt x="504" y="220"/>
                    </a:lnTo>
                    <a:lnTo>
                      <a:pt x="504" y="220"/>
                    </a:lnTo>
                    <a:lnTo>
                      <a:pt x="504" y="223"/>
                    </a:lnTo>
                    <a:lnTo>
                      <a:pt x="502" y="223"/>
                    </a:lnTo>
                    <a:lnTo>
                      <a:pt x="502" y="223"/>
                    </a:lnTo>
                    <a:lnTo>
                      <a:pt x="499" y="223"/>
                    </a:lnTo>
                    <a:lnTo>
                      <a:pt x="499" y="223"/>
                    </a:lnTo>
                    <a:lnTo>
                      <a:pt x="499" y="223"/>
                    </a:lnTo>
                    <a:lnTo>
                      <a:pt x="499" y="223"/>
                    </a:lnTo>
                    <a:lnTo>
                      <a:pt x="499" y="225"/>
                    </a:lnTo>
                    <a:lnTo>
                      <a:pt x="497" y="225"/>
                    </a:lnTo>
                    <a:lnTo>
                      <a:pt x="497" y="225"/>
                    </a:lnTo>
                    <a:lnTo>
                      <a:pt x="497" y="225"/>
                    </a:lnTo>
                    <a:lnTo>
                      <a:pt x="497" y="227"/>
                    </a:lnTo>
                    <a:lnTo>
                      <a:pt x="497" y="227"/>
                    </a:lnTo>
                    <a:lnTo>
                      <a:pt x="497" y="227"/>
                    </a:lnTo>
                    <a:lnTo>
                      <a:pt x="495" y="227"/>
                    </a:lnTo>
                    <a:lnTo>
                      <a:pt x="495" y="230"/>
                    </a:lnTo>
                    <a:lnTo>
                      <a:pt x="495" y="230"/>
                    </a:lnTo>
                    <a:lnTo>
                      <a:pt x="495" y="230"/>
                    </a:lnTo>
                    <a:lnTo>
                      <a:pt x="492" y="230"/>
                    </a:lnTo>
                    <a:lnTo>
                      <a:pt x="492" y="230"/>
                    </a:lnTo>
                    <a:lnTo>
                      <a:pt x="492" y="230"/>
                    </a:lnTo>
                    <a:lnTo>
                      <a:pt x="492" y="232"/>
                    </a:lnTo>
                    <a:lnTo>
                      <a:pt x="492" y="232"/>
                    </a:lnTo>
                    <a:lnTo>
                      <a:pt x="492" y="232"/>
                    </a:lnTo>
                    <a:lnTo>
                      <a:pt x="490" y="232"/>
                    </a:lnTo>
                    <a:lnTo>
                      <a:pt x="490" y="234"/>
                    </a:lnTo>
                    <a:lnTo>
                      <a:pt x="490" y="234"/>
                    </a:lnTo>
                    <a:lnTo>
                      <a:pt x="490" y="234"/>
                    </a:lnTo>
                    <a:lnTo>
                      <a:pt x="490" y="234"/>
                    </a:lnTo>
                    <a:lnTo>
                      <a:pt x="488" y="234"/>
                    </a:lnTo>
                    <a:lnTo>
                      <a:pt x="488" y="234"/>
                    </a:lnTo>
                    <a:lnTo>
                      <a:pt x="488" y="237"/>
                    </a:lnTo>
                    <a:lnTo>
                      <a:pt x="488" y="237"/>
                    </a:lnTo>
                    <a:lnTo>
                      <a:pt x="485" y="237"/>
                    </a:lnTo>
                    <a:lnTo>
                      <a:pt x="485" y="239"/>
                    </a:lnTo>
                    <a:lnTo>
                      <a:pt x="485" y="239"/>
                    </a:lnTo>
                    <a:lnTo>
                      <a:pt x="485" y="239"/>
                    </a:lnTo>
                    <a:lnTo>
                      <a:pt x="485" y="239"/>
                    </a:lnTo>
                    <a:lnTo>
                      <a:pt x="483" y="239"/>
                    </a:lnTo>
                    <a:lnTo>
                      <a:pt x="483" y="239"/>
                    </a:lnTo>
                    <a:lnTo>
                      <a:pt x="483" y="242"/>
                    </a:lnTo>
                    <a:lnTo>
                      <a:pt x="483" y="242"/>
                    </a:lnTo>
                    <a:lnTo>
                      <a:pt x="481" y="242"/>
                    </a:lnTo>
                    <a:lnTo>
                      <a:pt x="481" y="242"/>
                    </a:lnTo>
                    <a:lnTo>
                      <a:pt x="481" y="242"/>
                    </a:lnTo>
                    <a:lnTo>
                      <a:pt x="478" y="242"/>
                    </a:lnTo>
                    <a:lnTo>
                      <a:pt x="478" y="242"/>
                    </a:lnTo>
                    <a:lnTo>
                      <a:pt x="478" y="242"/>
                    </a:lnTo>
                    <a:lnTo>
                      <a:pt x="476" y="242"/>
                    </a:lnTo>
                    <a:lnTo>
                      <a:pt x="476" y="242"/>
                    </a:lnTo>
                    <a:lnTo>
                      <a:pt x="473" y="242"/>
                    </a:lnTo>
                    <a:lnTo>
                      <a:pt x="473" y="242"/>
                    </a:lnTo>
                    <a:lnTo>
                      <a:pt x="473" y="242"/>
                    </a:lnTo>
                    <a:lnTo>
                      <a:pt x="473" y="242"/>
                    </a:lnTo>
                    <a:lnTo>
                      <a:pt x="471" y="242"/>
                    </a:lnTo>
                    <a:lnTo>
                      <a:pt x="471" y="242"/>
                    </a:lnTo>
                    <a:lnTo>
                      <a:pt x="471" y="244"/>
                    </a:lnTo>
                    <a:lnTo>
                      <a:pt x="471" y="244"/>
                    </a:lnTo>
                    <a:lnTo>
                      <a:pt x="469" y="244"/>
                    </a:lnTo>
                    <a:lnTo>
                      <a:pt x="469" y="244"/>
                    </a:lnTo>
                    <a:lnTo>
                      <a:pt x="469" y="244"/>
                    </a:lnTo>
                    <a:lnTo>
                      <a:pt x="466" y="244"/>
                    </a:lnTo>
                    <a:lnTo>
                      <a:pt x="466" y="246"/>
                    </a:lnTo>
                    <a:lnTo>
                      <a:pt x="466" y="246"/>
                    </a:lnTo>
                    <a:lnTo>
                      <a:pt x="466" y="246"/>
                    </a:lnTo>
                    <a:lnTo>
                      <a:pt x="464" y="246"/>
                    </a:lnTo>
                    <a:lnTo>
                      <a:pt x="464" y="246"/>
                    </a:lnTo>
                    <a:lnTo>
                      <a:pt x="464" y="246"/>
                    </a:lnTo>
                    <a:lnTo>
                      <a:pt x="464" y="246"/>
                    </a:lnTo>
                    <a:lnTo>
                      <a:pt x="462" y="246"/>
                    </a:lnTo>
                    <a:lnTo>
                      <a:pt x="462" y="246"/>
                    </a:lnTo>
                    <a:lnTo>
                      <a:pt x="459" y="246"/>
                    </a:lnTo>
                    <a:lnTo>
                      <a:pt x="459" y="246"/>
                    </a:lnTo>
                    <a:lnTo>
                      <a:pt x="459" y="246"/>
                    </a:lnTo>
                    <a:lnTo>
                      <a:pt x="459" y="246"/>
                    </a:lnTo>
                    <a:lnTo>
                      <a:pt x="457" y="246"/>
                    </a:lnTo>
                    <a:lnTo>
                      <a:pt x="457" y="246"/>
                    </a:lnTo>
                    <a:lnTo>
                      <a:pt x="457" y="246"/>
                    </a:lnTo>
                    <a:lnTo>
                      <a:pt x="454" y="246"/>
                    </a:lnTo>
                    <a:lnTo>
                      <a:pt x="454" y="246"/>
                    </a:lnTo>
                    <a:lnTo>
                      <a:pt x="454" y="246"/>
                    </a:lnTo>
                    <a:lnTo>
                      <a:pt x="452" y="246"/>
                    </a:lnTo>
                    <a:lnTo>
                      <a:pt x="452" y="246"/>
                    </a:lnTo>
                    <a:lnTo>
                      <a:pt x="452" y="249"/>
                    </a:lnTo>
                    <a:lnTo>
                      <a:pt x="452" y="249"/>
                    </a:lnTo>
                    <a:lnTo>
                      <a:pt x="452" y="246"/>
                    </a:lnTo>
                    <a:lnTo>
                      <a:pt x="450" y="246"/>
                    </a:lnTo>
                    <a:lnTo>
                      <a:pt x="450" y="246"/>
                    </a:lnTo>
                    <a:lnTo>
                      <a:pt x="450" y="246"/>
                    </a:lnTo>
                    <a:lnTo>
                      <a:pt x="447" y="246"/>
                    </a:lnTo>
                    <a:lnTo>
                      <a:pt x="447" y="246"/>
                    </a:lnTo>
                    <a:lnTo>
                      <a:pt x="447" y="246"/>
                    </a:lnTo>
                    <a:lnTo>
                      <a:pt x="445" y="246"/>
                    </a:lnTo>
                    <a:lnTo>
                      <a:pt x="445" y="246"/>
                    </a:lnTo>
                    <a:lnTo>
                      <a:pt x="445" y="246"/>
                    </a:lnTo>
                    <a:lnTo>
                      <a:pt x="443" y="246"/>
                    </a:lnTo>
                    <a:lnTo>
                      <a:pt x="443" y="246"/>
                    </a:lnTo>
                    <a:lnTo>
                      <a:pt x="440" y="246"/>
                    </a:lnTo>
                    <a:lnTo>
                      <a:pt x="440" y="246"/>
                    </a:lnTo>
                    <a:lnTo>
                      <a:pt x="440" y="246"/>
                    </a:lnTo>
                    <a:lnTo>
                      <a:pt x="438" y="246"/>
                    </a:lnTo>
                    <a:lnTo>
                      <a:pt x="438" y="246"/>
                    </a:lnTo>
                    <a:lnTo>
                      <a:pt x="438" y="246"/>
                    </a:lnTo>
                    <a:lnTo>
                      <a:pt x="436" y="246"/>
                    </a:lnTo>
                    <a:lnTo>
                      <a:pt x="436" y="246"/>
                    </a:lnTo>
                    <a:lnTo>
                      <a:pt x="433" y="246"/>
                    </a:lnTo>
                    <a:lnTo>
                      <a:pt x="433" y="246"/>
                    </a:lnTo>
                    <a:lnTo>
                      <a:pt x="433" y="246"/>
                    </a:lnTo>
                    <a:lnTo>
                      <a:pt x="433" y="246"/>
                    </a:lnTo>
                    <a:lnTo>
                      <a:pt x="431" y="246"/>
                    </a:lnTo>
                    <a:lnTo>
                      <a:pt x="431" y="246"/>
                    </a:lnTo>
                    <a:lnTo>
                      <a:pt x="431" y="246"/>
                    </a:lnTo>
                    <a:lnTo>
                      <a:pt x="428" y="246"/>
                    </a:lnTo>
                    <a:lnTo>
                      <a:pt x="428" y="246"/>
                    </a:lnTo>
                    <a:lnTo>
                      <a:pt x="426" y="246"/>
                    </a:lnTo>
                    <a:lnTo>
                      <a:pt x="426" y="246"/>
                    </a:lnTo>
                    <a:lnTo>
                      <a:pt x="426" y="246"/>
                    </a:lnTo>
                    <a:lnTo>
                      <a:pt x="424" y="246"/>
                    </a:lnTo>
                    <a:lnTo>
                      <a:pt x="424" y="246"/>
                    </a:lnTo>
                    <a:lnTo>
                      <a:pt x="424" y="246"/>
                    </a:lnTo>
                    <a:lnTo>
                      <a:pt x="424" y="246"/>
                    </a:lnTo>
                    <a:lnTo>
                      <a:pt x="421" y="246"/>
                    </a:lnTo>
                    <a:lnTo>
                      <a:pt x="421" y="246"/>
                    </a:lnTo>
                    <a:lnTo>
                      <a:pt x="421" y="246"/>
                    </a:lnTo>
                    <a:lnTo>
                      <a:pt x="419" y="246"/>
                    </a:lnTo>
                    <a:lnTo>
                      <a:pt x="419" y="246"/>
                    </a:lnTo>
                    <a:lnTo>
                      <a:pt x="419" y="249"/>
                    </a:lnTo>
                    <a:lnTo>
                      <a:pt x="419" y="249"/>
                    </a:lnTo>
                    <a:lnTo>
                      <a:pt x="419" y="249"/>
                    </a:lnTo>
                    <a:lnTo>
                      <a:pt x="417" y="249"/>
                    </a:lnTo>
                    <a:lnTo>
                      <a:pt x="417" y="249"/>
                    </a:lnTo>
                    <a:lnTo>
                      <a:pt x="417" y="249"/>
                    </a:lnTo>
                    <a:lnTo>
                      <a:pt x="414" y="249"/>
                    </a:lnTo>
                    <a:lnTo>
                      <a:pt x="414" y="249"/>
                    </a:lnTo>
                    <a:lnTo>
                      <a:pt x="412" y="249"/>
                    </a:lnTo>
                    <a:lnTo>
                      <a:pt x="412" y="251"/>
                    </a:lnTo>
                    <a:lnTo>
                      <a:pt x="412" y="251"/>
                    </a:lnTo>
                    <a:lnTo>
                      <a:pt x="412" y="251"/>
                    </a:lnTo>
                    <a:lnTo>
                      <a:pt x="410" y="251"/>
                    </a:lnTo>
                    <a:lnTo>
                      <a:pt x="410" y="251"/>
                    </a:lnTo>
                    <a:lnTo>
                      <a:pt x="410" y="251"/>
                    </a:lnTo>
                    <a:lnTo>
                      <a:pt x="407" y="251"/>
                    </a:lnTo>
                    <a:lnTo>
                      <a:pt x="407" y="251"/>
                    </a:lnTo>
                    <a:lnTo>
                      <a:pt x="407" y="251"/>
                    </a:lnTo>
                    <a:lnTo>
                      <a:pt x="405" y="251"/>
                    </a:lnTo>
                    <a:lnTo>
                      <a:pt x="405" y="251"/>
                    </a:lnTo>
                    <a:lnTo>
                      <a:pt x="405" y="251"/>
                    </a:lnTo>
                    <a:lnTo>
                      <a:pt x="405" y="251"/>
                    </a:lnTo>
                    <a:lnTo>
                      <a:pt x="402" y="251"/>
                    </a:lnTo>
                    <a:lnTo>
                      <a:pt x="402" y="251"/>
                    </a:lnTo>
                    <a:lnTo>
                      <a:pt x="402" y="253"/>
                    </a:lnTo>
                    <a:lnTo>
                      <a:pt x="400" y="253"/>
                    </a:lnTo>
                    <a:lnTo>
                      <a:pt x="400" y="253"/>
                    </a:lnTo>
                    <a:lnTo>
                      <a:pt x="400" y="253"/>
                    </a:lnTo>
                    <a:lnTo>
                      <a:pt x="400" y="253"/>
                    </a:lnTo>
                    <a:lnTo>
                      <a:pt x="398" y="253"/>
                    </a:lnTo>
                    <a:lnTo>
                      <a:pt x="398" y="253"/>
                    </a:lnTo>
                    <a:lnTo>
                      <a:pt x="398" y="253"/>
                    </a:lnTo>
                    <a:lnTo>
                      <a:pt x="398" y="256"/>
                    </a:lnTo>
                    <a:lnTo>
                      <a:pt x="395" y="256"/>
                    </a:lnTo>
                    <a:lnTo>
                      <a:pt x="395" y="256"/>
                    </a:lnTo>
                    <a:lnTo>
                      <a:pt x="393" y="256"/>
                    </a:lnTo>
                    <a:lnTo>
                      <a:pt x="393" y="256"/>
                    </a:lnTo>
                    <a:lnTo>
                      <a:pt x="393" y="256"/>
                    </a:lnTo>
                    <a:lnTo>
                      <a:pt x="393" y="256"/>
                    </a:lnTo>
                    <a:lnTo>
                      <a:pt x="391" y="256"/>
                    </a:lnTo>
                    <a:lnTo>
                      <a:pt x="391" y="258"/>
                    </a:lnTo>
                    <a:lnTo>
                      <a:pt x="391" y="258"/>
                    </a:lnTo>
                    <a:lnTo>
                      <a:pt x="391" y="258"/>
                    </a:lnTo>
                    <a:lnTo>
                      <a:pt x="388" y="258"/>
                    </a:lnTo>
                    <a:lnTo>
                      <a:pt x="388" y="258"/>
                    </a:lnTo>
                    <a:lnTo>
                      <a:pt x="388" y="258"/>
                    </a:lnTo>
                    <a:lnTo>
                      <a:pt x="386" y="258"/>
                    </a:lnTo>
                    <a:lnTo>
                      <a:pt x="386" y="258"/>
                    </a:lnTo>
                    <a:lnTo>
                      <a:pt x="386" y="260"/>
                    </a:lnTo>
                    <a:lnTo>
                      <a:pt x="386" y="260"/>
                    </a:lnTo>
                    <a:lnTo>
                      <a:pt x="383" y="260"/>
                    </a:lnTo>
                    <a:lnTo>
                      <a:pt x="383" y="260"/>
                    </a:lnTo>
                    <a:lnTo>
                      <a:pt x="383" y="260"/>
                    </a:lnTo>
                    <a:lnTo>
                      <a:pt x="383" y="260"/>
                    </a:lnTo>
                    <a:lnTo>
                      <a:pt x="381" y="260"/>
                    </a:lnTo>
                    <a:lnTo>
                      <a:pt x="381" y="260"/>
                    </a:lnTo>
                    <a:lnTo>
                      <a:pt x="381" y="260"/>
                    </a:lnTo>
                    <a:lnTo>
                      <a:pt x="379" y="260"/>
                    </a:lnTo>
                    <a:lnTo>
                      <a:pt x="379" y="263"/>
                    </a:lnTo>
                    <a:lnTo>
                      <a:pt x="379" y="263"/>
                    </a:lnTo>
                    <a:lnTo>
                      <a:pt x="379" y="263"/>
                    </a:lnTo>
                    <a:lnTo>
                      <a:pt x="379" y="263"/>
                    </a:lnTo>
                    <a:lnTo>
                      <a:pt x="376" y="263"/>
                    </a:lnTo>
                    <a:lnTo>
                      <a:pt x="376" y="263"/>
                    </a:lnTo>
                    <a:lnTo>
                      <a:pt x="376" y="263"/>
                    </a:lnTo>
                    <a:lnTo>
                      <a:pt x="376" y="265"/>
                    </a:lnTo>
                    <a:lnTo>
                      <a:pt x="374" y="265"/>
                    </a:lnTo>
                    <a:lnTo>
                      <a:pt x="374" y="265"/>
                    </a:lnTo>
                    <a:lnTo>
                      <a:pt x="374" y="265"/>
                    </a:lnTo>
                    <a:lnTo>
                      <a:pt x="372" y="265"/>
                    </a:lnTo>
                    <a:lnTo>
                      <a:pt x="372" y="268"/>
                    </a:lnTo>
                    <a:lnTo>
                      <a:pt x="372" y="268"/>
                    </a:lnTo>
                    <a:lnTo>
                      <a:pt x="372" y="268"/>
                    </a:lnTo>
                    <a:lnTo>
                      <a:pt x="372" y="268"/>
                    </a:lnTo>
                    <a:lnTo>
                      <a:pt x="369" y="268"/>
                    </a:lnTo>
                    <a:lnTo>
                      <a:pt x="369" y="268"/>
                    </a:lnTo>
                    <a:lnTo>
                      <a:pt x="369" y="268"/>
                    </a:lnTo>
                    <a:lnTo>
                      <a:pt x="367" y="268"/>
                    </a:lnTo>
                    <a:lnTo>
                      <a:pt x="367" y="268"/>
                    </a:lnTo>
                    <a:lnTo>
                      <a:pt x="367" y="268"/>
                    </a:lnTo>
                    <a:lnTo>
                      <a:pt x="365" y="268"/>
                    </a:lnTo>
                    <a:lnTo>
                      <a:pt x="365" y="268"/>
                    </a:lnTo>
                    <a:lnTo>
                      <a:pt x="365" y="268"/>
                    </a:lnTo>
                    <a:lnTo>
                      <a:pt x="365" y="265"/>
                    </a:lnTo>
                    <a:lnTo>
                      <a:pt x="362" y="265"/>
                    </a:lnTo>
                    <a:lnTo>
                      <a:pt x="362" y="265"/>
                    </a:lnTo>
                    <a:lnTo>
                      <a:pt x="360" y="265"/>
                    </a:lnTo>
                    <a:lnTo>
                      <a:pt x="360" y="265"/>
                    </a:lnTo>
                    <a:lnTo>
                      <a:pt x="360" y="265"/>
                    </a:lnTo>
                    <a:lnTo>
                      <a:pt x="360" y="263"/>
                    </a:lnTo>
                    <a:lnTo>
                      <a:pt x="360" y="263"/>
                    </a:lnTo>
                    <a:lnTo>
                      <a:pt x="360" y="260"/>
                    </a:lnTo>
                    <a:lnTo>
                      <a:pt x="360" y="260"/>
                    </a:lnTo>
                    <a:lnTo>
                      <a:pt x="360" y="260"/>
                    </a:lnTo>
                    <a:lnTo>
                      <a:pt x="357" y="260"/>
                    </a:lnTo>
                    <a:lnTo>
                      <a:pt x="357" y="260"/>
                    </a:lnTo>
                    <a:lnTo>
                      <a:pt x="357" y="260"/>
                    </a:lnTo>
                    <a:lnTo>
                      <a:pt x="355" y="260"/>
                    </a:lnTo>
                    <a:lnTo>
                      <a:pt x="355" y="260"/>
                    </a:lnTo>
                    <a:lnTo>
                      <a:pt x="355" y="260"/>
                    </a:lnTo>
                    <a:lnTo>
                      <a:pt x="353" y="260"/>
                    </a:lnTo>
                    <a:lnTo>
                      <a:pt x="353" y="260"/>
                    </a:lnTo>
                    <a:lnTo>
                      <a:pt x="353" y="260"/>
                    </a:lnTo>
                    <a:lnTo>
                      <a:pt x="350" y="260"/>
                    </a:lnTo>
                    <a:lnTo>
                      <a:pt x="350" y="260"/>
                    </a:lnTo>
                    <a:lnTo>
                      <a:pt x="350" y="260"/>
                    </a:lnTo>
                    <a:lnTo>
                      <a:pt x="350" y="263"/>
                    </a:lnTo>
                    <a:lnTo>
                      <a:pt x="348" y="263"/>
                    </a:lnTo>
                    <a:lnTo>
                      <a:pt x="348" y="263"/>
                    </a:lnTo>
                    <a:lnTo>
                      <a:pt x="346" y="263"/>
                    </a:lnTo>
                    <a:lnTo>
                      <a:pt x="346" y="263"/>
                    </a:lnTo>
                    <a:lnTo>
                      <a:pt x="346" y="263"/>
                    </a:lnTo>
                    <a:lnTo>
                      <a:pt x="346" y="260"/>
                    </a:lnTo>
                    <a:lnTo>
                      <a:pt x="343" y="260"/>
                    </a:lnTo>
                    <a:lnTo>
                      <a:pt x="343" y="260"/>
                    </a:lnTo>
                    <a:lnTo>
                      <a:pt x="343" y="260"/>
                    </a:lnTo>
                    <a:lnTo>
                      <a:pt x="341" y="260"/>
                    </a:lnTo>
                    <a:lnTo>
                      <a:pt x="341" y="260"/>
                    </a:lnTo>
                    <a:lnTo>
                      <a:pt x="341" y="260"/>
                    </a:lnTo>
                    <a:lnTo>
                      <a:pt x="339" y="260"/>
                    </a:lnTo>
                    <a:lnTo>
                      <a:pt x="339" y="260"/>
                    </a:lnTo>
                    <a:lnTo>
                      <a:pt x="339" y="260"/>
                    </a:lnTo>
                    <a:lnTo>
                      <a:pt x="336" y="260"/>
                    </a:lnTo>
                    <a:lnTo>
                      <a:pt x="336" y="260"/>
                    </a:lnTo>
                    <a:lnTo>
                      <a:pt x="334" y="260"/>
                    </a:lnTo>
                    <a:lnTo>
                      <a:pt x="334" y="260"/>
                    </a:lnTo>
                    <a:lnTo>
                      <a:pt x="334" y="260"/>
                    </a:lnTo>
                    <a:lnTo>
                      <a:pt x="334" y="260"/>
                    </a:lnTo>
                    <a:lnTo>
                      <a:pt x="331" y="260"/>
                    </a:lnTo>
                    <a:lnTo>
                      <a:pt x="331" y="258"/>
                    </a:lnTo>
                    <a:lnTo>
                      <a:pt x="331" y="258"/>
                    </a:lnTo>
                    <a:lnTo>
                      <a:pt x="331" y="258"/>
                    </a:lnTo>
                    <a:lnTo>
                      <a:pt x="329" y="258"/>
                    </a:lnTo>
                    <a:lnTo>
                      <a:pt x="329" y="258"/>
                    </a:lnTo>
                    <a:lnTo>
                      <a:pt x="329" y="258"/>
                    </a:lnTo>
                    <a:lnTo>
                      <a:pt x="327" y="258"/>
                    </a:lnTo>
                    <a:lnTo>
                      <a:pt x="327" y="258"/>
                    </a:lnTo>
                    <a:lnTo>
                      <a:pt x="327" y="256"/>
                    </a:lnTo>
                    <a:lnTo>
                      <a:pt x="327" y="256"/>
                    </a:lnTo>
                    <a:lnTo>
                      <a:pt x="324" y="256"/>
                    </a:lnTo>
                    <a:lnTo>
                      <a:pt x="324" y="256"/>
                    </a:lnTo>
                    <a:lnTo>
                      <a:pt x="324" y="256"/>
                    </a:lnTo>
                    <a:lnTo>
                      <a:pt x="324" y="256"/>
                    </a:lnTo>
                    <a:lnTo>
                      <a:pt x="322" y="256"/>
                    </a:lnTo>
                    <a:lnTo>
                      <a:pt x="322" y="253"/>
                    </a:lnTo>
                    <a:lnTo>
                      <a:pt x="322" y="253"/>
                    </a:lnTo>
                    <a:lnTo>
                      <a:pt x="320" y="253"/>
                    </a:lnTo>
                    <a:lnTo>
                      <a:pt x="320" y="253"/>
                    </a:lnTo>
                    <a:lnTo>
                      <a:pt x="320" y="253"/>
                    </a:lnTo>
                    <a:lnTo>
                      <a:pt x="317" y="253"/>
                    </a:lnTo>
                    <a:lnTo>
                      <a:pt x="317" y="253"/>
                    </a:lnTo>
                    <a:lnTo>
                      <a:pt x="317" y="253"/>
                    </a:lnTo>
                    <a:lnTo>
                      <a:pt x="315" y="253"/>
                    </a:lnTo>
                    <a:lnTo>
                      <a:pt x="315" y="253"/>
                    </a:lnTo>
                    <a:lnTo>
                      <a:pt x="312" y="253"/>
                    </a:lnTo>
                    <a:lnTo>
                      <a:pt x="312" y="253"/>
                    </a:lnTo>
                    <a:lnTo>
                      <a:pt x="312" y="253"/>
                    </a:lnTo>
                    <a:lnTo>
                      <a:pt x="312" y="253"/>
                    </a:lnTo>
                    <a:lnTo>
                      <a:pt x="310" y="253"/>
                    </a:lnTo>
                    <a:lnTo>
                      <a:pt x="310" y="253"/>
                    </a:lnTo>
                    <a:lnTo>
                      <a:pt x="310" y="251"/>
                    </a:lnTo>
                    <a:lnTo>
                      <a:pt x="310" y="251"/>
                    </a:lnTo>
                    <a:lnTo>
                      <a:pt x="308" y="251"/>
                    </a:lnTo>
                    <a:lnTo>
                      <a:pt x="308" y="251"/>
                    </a:lnTo>
                    <a:lnTo>
                      <a:pt x="305" y="251"/>
                    </a:lnTo>
                    <a:lnTo>
                      <a:pt x="305" y="251"/>
                    </a:lnTo>
                    <a:lnTo>
                      <a:pt x="305" y="251"/>
                    </a:lnTo>
                    <a:lnTo>
                      <a:pt x="305" y="251"/>
                    </a:lnTo>
                    <a:lnTo>
                      <a:pt x="305" y="251"/>
                    </a:lnTo>
                    <a:lnTo>
                      <a:pt x="305" y="249"/>
                    </a:lnTo>
                    <a:lnTo>
                      <a:pt x="303" y="249"/>
                    </a:lnTo>
                    <a:lnTo>
                      <a:pt x="303" y="249"/>
                    </a:lnTo>
                    <a:lnTo>
                      <a:pt x="303" y="249"/>
                    </a:lnTo>
                    <a:lnTo>
                      <a:pt x="303" y="246"/>
                    </a:lnTo>
                    <a:lnTo>
                      <a:pt x="303" y="246"/>
                    </a:lnTo>
                    <a:lnTo>
                      <a:pt x="303" y="246"/>
                    </a:lnTo>
                    <a:lnTo>
                      <a:pt x="301" y="246"/>
                    </a:lnTo>
                    <a:lnTo>
                      <a:pt x="301" y="244"/>
                    </a:lnTo>
                    <a:lnTo>
                      <a:pt x="301" y="244"/>
                    </a:lnTo>
                    <a:lnTo>
                      <a:pt x="298" y="244"/>
                    </a:lnTo>
                    <a:lnTo>
                      <a:pt x="298" y="244"/>
                    </a:lnTo>
                    <a:lnTo>
                      <a:pt x="298" y="244"/>
                    </a:lnTo>
                    <a:lnTo>
                      <a:pt x="296" y="244"/>
                    </a:lnTo>
                    <a:lnTo>
                      <a:pt x="296" y="244"/>
                    </a:lnTo>
                    <a:lnTo>
                      <a:pt x="296" y="244"/>
                    </a:lnTo>
                    <a:lnTo>
                      <a:pt x="294" y="244"/>
                    </a:lnTo>
                    <a:lnTo>
                      <a:pt x="294" y="244"/>
                    </a:lnTo>
                    <a:lnTo>
                      <a:pt x="294" y="244"/>
                    </a:lnTo>
                    <a:lnTo>
                      <a:pt x="291" y="244"/>
                    </a:lnTo>
                    <a:lnTo>
                      <a:pt x="291" y="244"/>
                    </a:lnTo>
                    <a:lnTo>
                      <a:pt x="291" y="242"/>
                    </a:lnTo>
                    <a:lnTo>
                      <a:pt x="291" y="242"/>
                    </a:lnTo>
                    <a:lnTo>
                      <a:pt x="289" y="242"/>
                    </a:lnTo>
                    <a:lnTo>
                      <a:pt x="289" y="242"/>
                    </a:lnTo>
                    <a:lnTo>
                      <a:pt x="286" y="242"/>
                    </a:lnTo>
                    <a:lnTo>
                      <a:pt x="286" y="242"/>
                    </a:lnTo>
                    <a:lnTo>
                      <a:pt x="286" y="242"/>
                    </a:lnTo>
                    <a:lnTo>
                      <a:pt x="286" y="242"/>
                    </a:lnTo>
                    <a:lnTo>
                      <a:pt x="284" y="242"/>
                    </a:lnTo>
                    <a:lnTo>
                      <a:pt x="284" y="242"/>
                    </a:lnTo>
                    <a:lnTo>
                      <a:pt x="284" y="242"/>
                    </a:lnTo>
                    <a:lnTo>
                      <a:pt x="282" y="242"/>
                    </a:lnTo>
                    <a:lnTo>
                      <a:pt x="282" y="242"/>
                    </a:lnTo>
                    <a:lnTo>
                      <a:pt x="282" y="242"/>
                    </a:lnTo>
                    <a:lnTo>
                      <a:pt x="279" y="242"/>
                    </a:lnTo>
                    <a:lnTo>
                      <a:pt x="279" y="242"/>
                    </a:lnTo>
                    <a:lnTo>
                      <a:pt x="279" y="242"/>
                    </a:lnTo>
                    <a:lnTo>
                      <a:pt x="277" y="242"/>
                    </a:lnTo>
                    <a:lnTo>
                      <a:pt x="277" y="242"/>
                    </a:lnTo>
                    <a:lnTo>
                      <a:pt x="277" y="242"/>
                    </a:lnTo>
                    <a:lnTo>
                      <a:pt x="275" y="242"/>
                    </a:lnTo>
                    <a:lnTo>
                      <a:pt x="275" y="242"/>
                    </a:lnTo>
                    <a:lnTo>
                      <a:pt x="272" y="242"/>
                    </a:lnTo>
                    <a:lnTo>
                      <a:pt x="272" y="242"/>
                    </a:lnTo>
                    <a:lnTo>
                      <a:pt x="272" y="242"/>
                    </a:lnTo>
                    <a:lnTo>
                      <a:pt x="270" y="242"/>
                    </a:lnTo>
                    <a:lnTo>
                      <a:pt x="270" y="242"/>
                    </a:lnTo>
                    <a:lnTo>
                      <a:pt x="270" y="242"/>
                    </a:lnTo>
                    <a:lnTo>
                      <a:pt x="270" y="242"/>
                    </a:lnTo>
                    <a:lnTo>
                      <a:pt x="267" y="242"/>
                    </a:lnTo>
                    <a:lnTo>
                      <a:pt x="267" y="242"/>
                    </a:lnTo>
                    <a:lnTo>
                      <a:pt x="265" y="242"/>
                    </a:lnTo>
                    <a:lnTo>
                      <a:pt x="265" y="242"/>
                    </a:lnTo>
                    <a:lnTo>
                      <a:pt x="265" y="242"/>
                    </a:lnTo>
                    <a:lnTo>
                      <a:pt x="263" y="242"/>
                    </a:lnTo>
                    <a:lnTo>
                      <a:pt x="263" y="242"/>
                    </a:lnTo>
                    <a:lnTo>
                      <a:pt x="263" y="242"/>
                    </a:lnTo>
                    <a:lnTo>
                      <a:pt x="263" y="242"/>
                    </a:lnTo>
                    <a:lnTo>
                      <a:pt x="260" y="242"/>
                    </a:lnTo>
                    <a:lnTo>
                      <a:pt x="260" y="242"/>
                    </a:lnTo>
                    <a:lnTo>
                      <a:pt x="260" y="242"/>
                    </a:lnTo>
                    <a:lnTo>
                      <a:pt x="258" y="242"/>
                    </a:lnTo>
                    <a:lnTo>
                      <a:pt x="258" y="242"/>
                    </a:lnTo>
                    <a:lnTo>
                      <a:pt x="258" y="242"/>
                    </a:lnTo>
                    <a:lnTo>
                      <a:pt x="256" y="242"/>
                    </a:lnTo>
                    <a:lnTo>
                      <a:pt x="256" y="242"/>
                    </a:lnTo>
                    <a:lnTo>
                      <a:pt x="256" y="242"/>
                    </a:lnTo>
                    <a:lnTo>
                      <a:pt x="253" y="242"/>
                    </a:lnTo>
                    <a:lnTo>
                      <a:pt x="253" y="242"/>
                    </a:lnTo>
                    <a:lnTo>
                      <a:pt x="253" y="242"/>
                    </a:lnTo>
                    <a:lnTo>
                      <a:pt x="251" y="242"/>
                    </a:lnTo>
                    <a:lnTo>
                      <a:pt x="251" y="242"/>
                    </a:lnTo>
                    <a:lnTo>
                      <a:pt x="251" y="242"/>
                    </a:lnTo>
                    <a:lnTo>
                      <a:pt x="249" y="242"/>
                    </a:lnTo>
                    <a:lnTo>
                      <a:pt x="249" y="242"/>
                    </a:lnTo>
                    <a:lnTo>
                      <a:pt x="246" y="242"/>
                    </a:lnTo>
                    <a:lnTo>
                      <a:pt x="246" y="242"/>
                    </a:lnTo>
                    <a:lnTo>
                      <a:pt x="246" y="242"/>
                    </a:lnTo>
                    <a:lnTo>
                      <a:pt x="244" y="242"/>
                    </a:lnTo>
                    <a:lnTo>
                      <a:pt x="244" y="242"/>
                    </a:lnTo>
                    <a:lnTo>
                      <a:pt x="244" y="242"/>
                    </a:lnTo>
                    <a:lnTo>
                      <a:pt x="241" y="242"/>
                    </a:lnTo>
                    <a:lnTo>
                      <a:pt x="241" y="242"/>
                    </a:lnTo>
                    <a:lnTo>
                      <a:pt x="241" y="242"/>
                    </a:lnTo>
                    <a:lnTo>
                      <a:pt x="239" y="242"/>
                    </a:lnTo>
                    <a:lnTo>
                      <a:pt x="239" y="242"/>
                    </a:lnTo>
                    <a:lnTo>
                      <a:pt x="239" y="242"/>
                    </a:lnTo>
                    <a:lnTo>
                      <a:pt x="237" y="242"/>
                    </a:lnTo>
                    <a:lnTo>
                      <a:pt x="237" y="242"/>
                    </a:lnTo>
                    <a:lnTo>
                      <a:pt x="237" y="242"/>
                    </a:lnTo>
                    <a:lnTo>
                      <a:pt x="234" y="242"/>
                    </a:lnTo>
                    <a:lnTo>
                      <a:pt x="234" y="242"/>
                    </a:lnTo>
                    <a:lnTo>
                      <a:pt x="232" y="242"/>
                    </a:lnTo>
                    <a:lnTo>
                      <a:pt x="232" y="242"/>
                    </a:lnTo>
                    <a:lnTo>
                      <a:pt x="232" y="242"/>
                    </a:lnTo>
                    <a:lnTo>
                      <a:pt x="230" y="242"/>
                    </a:lnTo>
                    <a:lnTo>
                      <a:pt x="230" y="242"/>
                    </a:lnTo>
                    <a:lnTo>
                      <a:pt x="227" y="242"/>
                    </a:lnTo>
                    <a:lnTo>
                      <a:pt x="227" y="242"/>
                    </a:lnTo>
                    <a:lnTo>
                      <a:pt x="227" y="242"/>
                    </a:lnTo>
                    <a:lnTo>
                      <a:pt x="225" y="242"/>
                    </a:lnTo>
                    <a:lnTo>
                      <a:pt x="225" y="242"/>
                    </a:lnTo>
                    <a:lnTo>
                      <a:pt x="225" y="242"/>
                    </a:lnTo>
                    <a:lnTo>
                      <a:pt x="225" y="242"/>
                    </a:lnTo>
                    <a:lnTo>
                      <a:pt x="223" y="242"/>
                    </a:lnTo>
                    <a:lnTo>
                      <a:pt x="223" y="242"/>
                    </a:lnTo>
                    <a:lnTo>
                      <a:pt x="220" y="242"/>
                    </a:lnTo>
                    <a:lnTo>
                      <a:pt x="220" y="242"/>
                    </a:lnTo>
                    <a:lnTo>
                      <a:pt x="220" y="242"/>
                    </a:lnTo>
                    <a:lnTo>
                      <a:pt x="218" y="242"/>
                    </a:lnTo>
                    <a:lnTo>
                      <a:pt x="218" y="239"/>
                    </a:lnTo>
                    <a:lnTo>
                      <a:pt x="218" y="239"/>
                    </a:lnTo>
                    <a:lnTo>
                      <a:pt x="218" y="239"/>
                    </a:lnTo>
                    <a:lnTo>
                      <a:pt x="215" y="239"/>
                    </a:lnTo>
                    <a:lnTo>
                      <a:pt x="215" y="239"/>
                    </a:lnTo>
                    <a:lnTo>
                      <a:pt x="213" y="239"/>
                    </a:lnTo>
                    <a:lnTo>
                      <a:pt x="213" y="239"/>
                    </a:lnTo>
                    <a:lnTo>
                      <a:pt x="213" y="239"/>
                    </a:lnTo>
                    <a:lnTo>
                      <a:pt x="211" y="239"/>
                    </a:lnTo>
                    <a:lnTo>
                      <a:pt x="211" y="239"/>
                    </a:lnTo>
                    <a:lnTo>
                      <a:pt x="211" y="239"/>
                    </a:lnTo>
                    <a:lnTo>
                      <a:pt x="208" y="239"/>
                    </a:lnTo>
                    <a:lnTo>
                      <a:pt x="208" y="239"/>
                    </a:lnTo>
                    <a:lnTo>
                      <a:pt x="208" y="239"/>
                    </a:lnTo>
                    <a:lnTo>
                      <a:pt x="206" y="239"/>
                    </a:lnTo>
                    <a:lnTo>
                      <a:pt x="206" y="239"/>
                    </a:lnTo>
                    <a:lnTo>
                      <a:pt x="206" y="239"/>
                    </a:lnTo>
                    <a:lnTo>
                      <a:pt x="204" y="239"/>
                    </a:lnTo>
                    <a:lnTo>
                      <a:pt x="204" y="239"/>
                    </a:lnTo>
                    <a:lnTo>
                      <a:pt x="204" y="239"/>
                    </a:lnTo>
                    <a:lnTo>
                      <a:pt x="204" y="237"/>
                    </a:lnTo>
                    <a:lnTo>
                      <a:pt x="201" y="237"/>
                    </a:lnTo>
                    <a:lnTo>
                      <a:pt x="201" y="237"/>
                    </a:lnTo>
                    <a:lnTo>
                      <a:pt x="201" y="239"/>
                    </a:lnTo>
                    <a:lnTo>
                      <a:pt x="199" y="239"/>
                    </a:lnTo>
                    <a:lnTo>
                      <a:pt x="199" y="239"/>
                    </a:lnTo>
                    <a:lnTo>
                      <a:pt x="199" y="239"/>
                    </a:lnTo>
                    <a:lnTo>
                      <a:pt x="199" y="239"/>
                    </a:lnTo>
                    <a:lnTo>
                      <a:pt x="196" y="239"/>
                    </a:lnTo>
                    <a:lnTo>
                      <a:pt x="196" y="239"/>
                    </a:lnTo>
                    <a:lnTo>
                      <a:pt x="196" y="239"/>
                    </a:lnTo>
                    <a:lnTo>
                      <a:pt x="194" y="239"/>
                    </a:lnTo>
                    <a:lnTo>
                      <a:pt x="194" y="239"/>
                    </a:lnTo>
                    <a:lnTo>
                      <a:pt x="194" y="239"/>
                    </a:lnTo>
                    <a:lnTo>
                      <a:pt x="192" y="239"/>
                    </a:lnTo>
                    <a:lnTo>
                      <a:pt x="192" y="239"/>
                    </a:lnTo>
                    <a:lnTo>
                      <a:pt x="192" y="239"/>
                    </a:lnTo>
                    <a:lnTo>
                      <a:pt x="189" y="239"/>
                    </a:lnTo>
                    <a:lnTo>
                      <a:pt x="189" y="239"/>
                    </a:lnTo>
                    <a:lnTo>
                      <a:pt x="189" y="239"/>
                    </a:lnTo>
                    <a:lnTo>
                      <a:pt x="187" y="239"/>
                    </a:lnTo>
                    <a:lnTo>
                      <a:pt x="187" y="239"/>
                    </a:lnTo>
                    <a:lnTo>
                      <a:pt x="187" y="239"/>
                    </a:lnTo>
                    <a:lnTo>
                      <a:pt x="185" y="239"/>
                    </a:lnTo>
                    <a:lnTo>
                      <a:pt x="185" y="239"/>
                    </a:lnTo>
                    <a:lnTo>
                      <a:pt x="185" y="239"/>
                    </a:lnTo>
                    <a:lnTo>
                      <a:pt x="185" y="239"/>
                    </a:lnTo>
                    <a:lnTo>
                      <a:pt x="185" y="237"/>
                    </a:lnTo>
                    <a:lnTo>
                      <a:pt x="185" y="237"/>
                    </a:lnTo>
                    <a:lnTo>
                      <a:pt x="185" y="234"/>
                    </a:lnTo>
                    <a:lnTo>
                      <a:pt x="182" y="234"/>
                    </a:lnTo>
                    <a:lnTo>
                      <a:pt x="182" y="234"/>
                    </a:lnTo>
                    <a:lnTo>
                      <a:pt x="182" y="234"/>
                    </a:lnTo>
                    <a:lnTo>
                      <a:pt x="182" y="232"/>
                    </a:lnTo>
                    <a:lnTo>
                      <a:pt x="180" y="232"/>
                    </a:lnTo>
                    <a:lnTo>
                      <a:pt x="180" y="232"/>
                    </a:lnTo>
                    <a:lnTo>
                      <a:pt x="180" y="232"/>
                    </a:lnTo>
                    <a:lnTo>
                      <a:pt x="180" y="232"/>
                    </a:lnTo>
                    <a:lnTo>
                      <a:pt x="180" y="230"/>
                    </a:lnTo>
                    <a:lnTo>
                      <a:pt x="180" y="230"/>
                    </a:lnTo>
                    <a:lnTo>
                      <a:pt x="178" y="230"/>
                    </a:lnTo>
                    <a:lnTo>
                      <a:pt x="178" y="230"/>
                    </a:lnTo>
                    <a:lnTo>
                      <a:pt x="178" y="230"/>
                    </a:lnTo>
                    <a:lnTo>
                      <a:pt x="178" y="227"/>
                    </a:lnTo>
                    <a:lnTo>
                      <a:pt x="178" y="227"/>
                    </a:lnTo>
                    <a:lnTo>
                      <a:pt x="178" y="227"/>
                    </a:lnTo>
                    <a:lnTo>
                      <a:pt x="175" y="227"/>
                    </a:lnTo>
                    <a:lnTo>
                      <a:pt x="175" y="227"/>
                    </a:lnTo>
                    <a:lnTo>
                      <a:pt x="175" y="225"/>
                    </a:lnTo>
                    <a:lnTo>
                      <a:pt x="173" y="225"/>
                    </a:lnTo>
                    <a:lnTo>
                      <a:pt x="173" y="225"/>
                    </a:lnTo>
                    <a:lnTo>
                      <a:pt x="173" y="223"/>
                    </a:lnTo>
                    <a:lnTo>
                      <a:pt x="173" y="223"/>
                    </a:lnTo>
                    <a:lnTo>
                      <a:pt x="173" y="220"/>
                    </a:lnTo>
                    <a:lnTo>
                      <a:pt x="173" y="220"/>
                    </a:lnTo>
                    <a:lnTo>
                      <a:pt x="173" y="220"/>
                    </a:lnTo>
                    <a:lnTo>
                      <a:pt x="173" y="220"/>
                    </a:lnTo>
                    <a:lnTo>
                      <a:pt x="173" y="220"/>
                    </a:lnTo>
                    <a:lnTo>
                      <a:pt x="173" y="218"/>
                    </a:lnTo>
                    <a:lnTo>
                      <a:pt x="170" y="218"/>
                    </a:lnTo>
                    <a:lnTo>
                      <a:pt x="170" y="218"/>
                    </a:lnTo>
                    <a:lnTo>
                      <a:pt x="170" y="215"/>
                    </a:lnTo>
                    <a:lnTo>
                      <a:pt x="170" y="215"/>
                    </a:lnTo>
                    <a:lnTo>
                      <a:pt x="170" y="215"/>
                    </a:lnTo>
                    <a:lnTo>
                      <a:pt x="170" y="215"/>
                    </a:lnTo>
                    <a:lnTo>
                      <a:pt x="170" y="213"/>
                    </a:lnTo>
                    <a:lnTo>
                      <a:pt x="170" y="213"/>
                    </a:lnTo>
                    <a:lnTo>
                      <a:pt x="170" y="211"/>
                    </a:lnTo>
                    <a:lnTo>
                      <a:pt x="170" y="211"/>
                    </a:lnTo>
                    <a:lnTo>
                      <a:pt x="168" y="211"/>
                    </a:lnTo>
                    <a:lnTo>
                      <a:pt x="168" y="211"/>
                    </a:lnTo>
                    <a:lnTo>
                      <a:pt x="168" y="211"/>
                    </a:lnTo>
                    <a:lnTo>
                      <a:pt x="168" y="208"/>
                    </a:lnTo>
                    <a:lnTo>
                      <a:pt x="168" y="208"/>
                    </a:lnTo>
                    <a:lnTo>
                      <a:pt x="166" y="208"/>
                    </a:lnTo>
                    <a:lnTo>
                      <a:pt x="166" y="206"/>
                    </a:lnTo>
                    <a:lnTo>
                      <a:pt x="166" y="206"/>
                    </a:lnTo>
                    <a:lnTo>
                      <a:pt x="166" y="206"/>
                    </a:lnTo>
                    <a:lnTo>
                      <a:pt x="163" y="206"/>
                    </a:lnTo>
                    <a:lnTo>
                      <a:pt x="163" y="206"/>
                    </a:lnTo>
                    <a:lnTo>
                      <a:pt x="163" y="206"/>
                    </a:lnTo>
                    <a:lnTo>
                      <a:pt x="163" y="206"/>
                    </a:lnTo>
                    <a:lnTo>
                      <a:pt x="163" y="204"/>
                    </a:lnTo>
                    <a:lnTo>
                      <a:pt x="163" y="204"/>
                    </a:lnTo>
                    <a:lnTo>
                      <a:pt x="163" y="204"/>
                    </a:lnTo>
                    <a:lnTo>
                      <a:pt x="163" y="201"/>
                    </a:lnTo>
                    <a:lnTo>
                      <a:pt x="163" y="201"/>
                    </a:lnTo>
                    <a:lnTo>
                      <a:pt x="163" y="201"/>
                    </a:lnTo>
                    <a:lnTo>
                      <a:pt x="163" y="201"/>
                    </a:lnTo>
                    <a:lnTo>
                      <a:pt x="163" y="199"/>
                    </a:lnTo>
                    <a:lnTo>
                      <a:pt x="163" y="199"/>
                    </a:lnTo>
                    <a:lnTo>
                      <a:pt x="163" y="199"/>
                    </a:lnTo>
                    <a:lnTo>
                      <a:pt x="161" y="199"/>
                    </a:lnTo>
                    <a:lnTo>
                      <a:pt x="161" y="199"/>
                    </a:lnTo>
                    <a:lnTo>
                      <a:pt x="161" y="201"/>
                    </a:lnTo>
                    <a:lnTo>
                      <a:pt x="159" y="201"/>
                    </a:lnTo>
                    <a:lnTo>
                      <a:pt x="159" y="201"/>
                    </a:lnTo>
                    <a:lnTo>
                      <a:pt x="159" y="201"/>
                    </a:lnTo>
                    <a:lnTo>
                      <a:pt x="156" y="201"/>
                    </a:lnTo>
                    <a:lnTo>
                      <a:pt x="156" y="201"/>
                    </a:lnTo>
                    <a:lnTo>
                      <a:pt x="154" y="201"/>
                    </a:lnTo>
                    <a:lnTo>
                      <a:pt x="154" y="201"/>
                    </a:lnTo>
                    <a:lnTo>
                      <a:pt x="154" y="199"/>
                    </a:lnTo>
                    <a:lnTo>
                      <a:pt x="154" y="199"/>
                    </a:lnTo>
                    <a:lnTo>
                      <a:pt x="152" y="199"/>
                    </a:lnTo>
                    <a:lnTo>
                      <a:pt x="152" y="199"/>
                    </a:lnTo>
                    <a:lnTo>
                      <a:pt x="152" y="199"/>
                    </a:lnTo>
                    <a:lnTo>
                      <a:pt x="152" y="199"/>
                    </a:lnTo>
                    <a:lnTo>
                      <a:pt x="149" y="199"/>
                    </a:lnTo>
                    <a:lnTo>
                      <a:pt x="149" y="199"/>
                    </a:lnTo>
                    <a:lnTo>
                      <a:pt x="149" y="196"/>
                    </a:lnTo>
                    <a:lnTo>
                      <a:pt x="147" y="196"/>
                    </a:lnTo>
                    <a:lnTo>
                      <a:pt x="147" y="196"/>
                    </a:lnTo>
                    <a:lnTo>
                      <a:pt x="147" y="196"/>
                    </a:lnTo>
                    <a:lnTo>
                      <a:pt x="147" y="196"/>
                    </a:lnTo>
                    <a:lnTo>
                      <a:pt x="147" y="194"/>
                    </a:lnTo>
                    <a:lnTo>
                      <a:pt x="144" y="194"/>
                    </a:lnTo>
                    <a:lnTo>
                      <a:pt x="144" y="194"/>
                    </a:lnTo>
                    <a:lnTo>
                      <a:pt x="144" y="194"/>
                    </a:lnTo>
                    <a:lnTo>
                      <a:pt x="144" y="194"/>
                    </a:lnTo>
                    <a:lnTo>
                      <a:pt x="142" y="194"/>
                    </a:lnTo>
                    <a:lnTo>
                      <a:pt x="142" y="194"/>
                    </a:lnTo>
                    <a:lnTo>
                      <a:pt x="140" y="194"/>
                    </a:lnTo>
                    <a:lnTo>
                      <a:pt x="140" y="192"/>
                    </a:lnTo>
                    <a:lnTo>
                      <a:pt x="140" y="192"/>
                    </a:lnTo>
                    <a:lnTo>
                      <a:pt x="140" y="192"/>
                    </a:lnTo>
                    <a:lnTo>
                      <a:pt x="140" y="192"/>
                    </a:lnTo>
                    <a:lnTo>
                      <a:pt x="140" y="192"/>
                    </a:lnTo>
                    <a:lnTo>
                      <a:pt x="137" y="192"/>
                    </a:lnTo>
                    <a:lnTo>
                      <a:pt x="137" y="189"/>
                    </a:lnTo>
                    <a:lnTo>
                      <a:pt x="137" y="189"/>
                    </a:lnTo>
                    <a:lnTo>
                      <a:pt x="137" y="189"/>
                    </a:lnTo>
                    <a:lnTo>
                      <a:pt x="137" y="189"/>
                    </a:lnTo>
                    <a:lnTo>
                      <a:pt x="135" y="189"/>
                    </a:lnTo>
                    <a:lnTo>
                      <a:pt x="135" y="189"/>
                    </a:lnTo>
                    <a:lnTo>
                      <a:pt x="135" y="187"/>
                    </a:lnTo>
                    <a:lnTo>
                      <a:pt x="133" y="187"/>
                    </a:lnTo>
                    <a:lnTo>
                      <a:pt x="133" y="187"/>
                    </a:lnTo>
                    <a:lnTo>
                      <a:pt x="133" y="187"/>
                    </a:lnTo>
                    <a:lnTo>
                      <a:pt x="133" y="187"/>
                    </a:lnTo>
                    <a:lnTo>
                      <a:pt x="130" y="187"/>
                    </a:lnTo>
                    <a:lnTo>
                      <a:pt x="130" y="187"/>
                    </a:lnTo>
                    <a:lnTo>
                      <a:pt x="130" y="185"/>
                    </a:lnTo>
                    <a:lnTo>
                      <a:pt x="130" y="185"/>
                    </a:lnTo>
                    <a:lnTo>
                      <a:pt x="128" y="185"/>
                    </a:lnTo>
                    <a:lnTo>
                      <a:pt x="128" y="185"/>
                    </a:lnTo>
                    <a:lnTo>
                      <a:pt x="128" y="185"/>
                    </a:lnTo>
                    <a:lnTo>
                      <a:pt x="128" y="182"/>
                    </a:lnTo>
                    <a:lnTo>
                      <a:pt x="125" y="182"/>
                    </a:lnTo>
                    <a:lnTo>
                      <a:pt x="125" y="182"/>
                    </a:lnTo>
                    <a:lnTo>
                      <a:pt x="125" y="182"/>
                    </a:lnTo>
                    <a:lnTo>
                      <a:pt x="125" y="182"/>
                    </a:lnTo>
                    <a:lnTo>
                      <a:pt x="123" y="182"/>
                    </a:lnTo>
                    <a:lnTo>
                      <a:pt x="123" y="182"/>
                    </a:lnTo>
                    <a:lnTo>
                      <a:pt x="123" y="182"/>
                    </a:lnTo>
                    <a:lnTo>
                      <a:pt x="121" y="182"/>
                    </a:lnTo>
                    <a:lnTo>
                      <a:pt x="121" y="182"/>
                    </a:lnTo>
                    <a:lnTo>
                      <a:pt x="121" y="180"/>
                    </a:lnTo>
                    <a:lnTo>
                      <a:pt x="118" y="180"/>
                    </a:lnTo>
                    <a:lnTo>
                      <a:pt x="118" y="180"/>
                    </a:lnTo>
                    <a:lnTo>
                      <a:pt x="118" y="180"/>
                    </a:lnTo>
                    <a:lnTo>
                      <a:pt x="116" y="180"/>
                    </a:lnTo>
                    <a:lnTo>
                      <a:pt x="116" y="180"/>
                    </a:lnTo>
                    <a:lnTo>
                      <a:pt x="114" y="180"/>
                    </a:lnTo>
                    <a:lnTo>
                      <a:pt x="114" y="180"/>
                    </a:lnTo>
                    <a:lnTo>
                      <a:pt x="114" y="180"/>
                    </a:lnTo>
                    <a:lnTo>
                      <a:pt x="111" y="180"/>
                    </a:lnTo>
                    <a:lnTo>
                      <a:pt x="111" y="180"/>
                    </a:lnTo>
                    <a:lnTo>
                      <a:pt x="111" y="180"/>
                    </a:lnTo>
                    <a:lnTo>
                      <a:pt x="109" y="180"/>
                    </a:lnTo>
                    <a:lnTo>
                      <a:pt x="109" y="180"/>
                    </a:lnTo>
                    <a:lnTo>
                      <a:pt x="107" y="180"/>
                    </a:lnTo>
                    <a:lnTo>
                      <a:pt x="107" y="180"/>
                    </a:lnTo>
                    <a:lnTo>
                      <a:pt x="107" y="180"/>
                    </a:lnTo>
                    <a:lnTo>
                      <a:pt x="104" y="180"/>
                    </a:lnTo>
                    <a:lnTo>
                      <a:pt x="104" y="180"/>
                    </a:lnTo>
                    <a:lnTo>
                      <a:pt x="104" y="180"/>
                    </a:lnTo>
                    <a:lnTo>
                      <a:pt x="102" y="180"/>
                    </a:lnTo>
                    <a:lnTo>
                      <a:pt x="102" y="180"/>
                    </a:lnTo>
                    <a:lnTo>
                      <a:pt x="99" y="180"/>
                    </a:lnTo>
                    <a:lnTo>
                      <a:pt x="99" y="180"/>
                    </a:lnTo>
                    <a:lnTo>
                      <a:pt x="99" y="180"/>
                    </a:lnTo>
                    <a:lnTo>
                      <a:pt x="99" y="180"/>
                    </a:lnTo>
                    <a:lnTo>
                      <a:pt x="97" y="180"/>
                    </a:lnTo>
                    <a:lnTo>
                      <a:pt x="97" y="180"/>
                    </a:lnTo>
                    <a:lnTo>
                      <a:pt x="97" y="180"/>
                    </a:lnTo>
                    <a:lnTo>
                      <a:pt x="95" y="180"/>
                    </a:lnTo>
                    <a:lnTo>
                      <a:pt x="95" y="180"/>
                    </a:lnTo>
                    <a:lnTo>
                      <a:pt x="92" y="180"/>
                    </a:lnTo>
                    <a:lnTo>
                      <a:pt x="92" y="180"/>
                    </a:lnTo>
                    <a:lnTo>
                      <a:pt x="92" y="180"/>
                    </a:lnTo>
                    <a:lnTo>
                      <a:pt x="92" y="180"/>
                    </a:lnTo>
                    <a:lnTo>
                      <a:pt x="90" y="180"/>
                    </a:lnTo>
                    <a:lnTo>
                      <a:pt x="90" y="180"/>
                    </a:lnTo>
                    <a:lnTo>
                      <a:pt x="90" y="180"/>
                    </a:lnTo>
                    <a:lnTo>
                      <a:pt x="88" y="180"/>
                    </a:lnTo>
                    <a:lnTo>
                      <a:pt x="88" y="180"/>
                    </a:lnTo>
                    <a:lnTo>
                      <a:pt x="85" y="180"/>
                    </a:lnTo>
                    <a:lnTo>
                      <a:pt x="85" y="180"/>
                    </a:lnTo>
                    <a:lnTo>
                      <a:pt x="85" y="180"/>
                    </a:lnTo>
                    <a:lnTo>
                      <a:pt x="85" y="180"/>
                    </a:lnTo>
                    <a:lnTo>
                      <a:pt x="83" y="180"/>
                    </a:lnTo>
                    <a:lnTo>
                      <a:pt x="83" y="180"/>
                    </a:lnTo>
                    <a:lnTo>
                      <a:pt x="81" y="180"/>
                    </a:lnTo>
                    <a:lnTo>
                      <a:pt x="81" y="180"/>
                    </a:lnTo>
                    <a:lnTo>
                      <a:pt x="81" y="180"/>
                    </a:lnTo>
                    <a:lnTo>
                      <a:pt x="81" y="180"/>
                    </a:lnTo>
                    <a:lnTo>
                      <a:pt x="81" y="178"/>
                    </a:lnTo>
                    <a:lnTo>
                      <a:pt x="78" y="178"/>
                    </a:lnTo>
                    <a:lnTo>
                      <a:pt x="78" y="178"/>
                    </a:lnTo>
                    <a:lnTo>
                      <a:pt x="78" y="178"/>
                    </a:lnTo>
                    <a:lnTo>
                      <a:pt x="76" y="178"/>
                    </a:lnTo>
                    <a:lnTo>
                      <a:pt x="76" y="178"/>
                    </a:lnTo>
                    <a:lnTo>
                      <a:pt x="73" y="178"/>
                    </a:lnTo>
                    <a:lnTo>
                      <a:pt x="73" y="178"/>
                    </a:lnTo>
                    <a:lnTo>
                      <a:pt x="73" y="178"/>
                    </a:lnTo>
                    <a:lnTo>
                      <a:pt x="73" y="178"/>
                    </a:lnTo>
                    <a:lnTo>
                      <a:pt x="73" y="175"/>
                    </a:lnTo>
                    <a:lnTo>
                      <a:pt x="71" y="175"/>
                    </a:lnTo>
                    <a:lnTo>
                      <a:pt x="71" y="175"/>
                    </a:lnTo>
                    <a:lnTo>
                      <a:pt x="71" y="175"/>
                    </a:lnTo>
                    <a:lnTo>
                      <a:pt x="69" y="175"/>
                    </a:lnTo>
                    <a:lnTo>
                      <a:pt x="69" y="175"/>
                    </a:lnTo>
                    <a:lnTo>
                      <a:pt x="69" y="178"/>
                    </a:lnTo>
                    <a:lnTo>
                      <a:pt x="66" y="178"/>
                    </a:lnTo>
                    <a:lnTo>
                      <a:pt x="66" y="175"/>
                    </a:lnTo>
                    <a:lnTo>
                      <a:pt x="66" y="175"/>
                    </a:lnTo>
                    <a:lnTo>
                      <a:pt x="66" y="175"/>
                    </a:lnTo>
                    <a:lnTo>
                      <a:pt x="66" y="173"/>
                    </a:lnTo>
                    <a:lnTo>
                      <a:pt x="66" y="173"/>
                    </a:lnTo>
                    <a:lnTo>
                      <a:pt x="64" y="173"/>
                    </a:lnTo>
                    <a:lnTo>
                      <a:pt x="64" y="173"/>
                    </a:lnTo>
                    <a:lnTo>
                      <a:pt x="64" y="170"/>
                    </a:lnTo>
                    <a:lnTo>
                      <a:pt x="64" y="170"/>
                    </a:lnTo>
                    <a:lnTo>
                      <a:pt x="64" y="170"/>
                    </a:lnTo>
                    <a:lnTo>
                      <a:pt x="64" y="170"/>
                    </a:lnTo>
                    <a:lnTo>
                      <a:pt x="64" y="170"/>
                    </a:lnTo>
                    <a:lnTo>
                      <a:pt x="64" y="168"/>
                    </a:lnTo>
                    <a:lnTo>
                      <a:pt x="62" y="168"/>
                    </a:lnTo>
                    <a:lnTo>
                      <a:pt x="62" y="168"/>
                    </a:lnTo>
                    <a:lnTo>
                      <a:pt x="62" y="166"/>
                    </a:lnTo>
                    <a:lnTo>
                      <a:pt x="64" y="166"/>
                    </a:lnTo>
                    <a:lnTo>
                      <a:pt x="64" y="166"/>
                    </a:lnTo>
                    <a:lnTo>
                      <a:pt x="64" y="163"/>
                    </a:lnTo>
                    <a:lnTo>
                      <a:pt x="64" y="163"/>
                    </a:lnTo>
                    <a:lnTo>
                      <a:pt x="64" y="161"/>
                    </a:lnTo>
                    <a:lnTo>
                      <a:pt x="64" y="161"/>
                    </a:lnTo>
                    <a:lnTo>
                      <a:pt x="64" y="161"/>
                    </a:lnTo>
                    <a:lnTo>
                      <a:pt x="64" y="161"/>
                    </a:lnTo>
                    <a:lnTo>
                      <a:pt x="64" y="161"/>
                    </a:lnTo>
                    <a:lnTo>
                      <a:pt x="66" y="161"/>
                    </a:lnTo>
                    <a:lnTo>
                      <a:pt x="66" y="159"/>
                    </a:lnTo>
                    <a:lnTo>
                      <a:pt x="66" y="159"/>
                    </a:lnTo>
                    <a:lnTo>
                      <a:pt x="66" y="159"/>
                    </a:lnTo>
                    <a:lnTo>
                      <a:pt x="66" y="159"/>
                    </a:lnTo>
                    <a:lnTo>
                      <a:pt x="66" y="156"/>
                    </a:lnTo>
                    <a:lnTo>
                      <a:pt x="69" y="156"/>
                    </a:lnTo>
                    <a:lnTo>
                      <a:pt x="69" y="156"/>
                    </a:lnTo>
                    <a:lnTo>
                      <a:pt x="69" y="156"/>
                    </a:lnTo>
                    <a:lnTo>
                      <a:pt x="69" y="154"/>
                    </a:lnTo>
                    <a:lnTo>
                      <a:pt x="69" y="154"/>
                    </a:lnTo>
                    <a:lnTo>
                      <a:pt x="69" y="151"/>
                    </a:lnTo>
                    <a:lnTo>
                      <a:pt x="69" y="151"/>
                    </a:lnTo>
                    <a:lnTo>
                      <a:pt x="69" y="151"/>
                    </a:lnTo>
                    <a:lnTo>
                      <a:pt x="69" y="151"/>
                    </a:lnTo>
                    <a:lnTo>
                      <a:pt x="69" y="149"/>
                    </a:lnTo>
                    <a:lnTo>
                      <a:pt x="66" y="149"/>
                    </a:lnTo>
                    <a:lnTo>
                      <a:pt x="66" y="149"/>
                    </a:lnTo>
                    <a:lnTo>
                      <a:pt x="66" y="147"/>
                    </a:lnTo>
                    <a:lnTo>
                      <a:pt x="69" y="147"/>
                    </a:lnTo>
                    <a:lnTo>
                      <a:pt x="69" y="147"/>
                    </a:lnTo>
                    <a:lnTo>
                      <a:pt x="69" y="147"/>
                    </a:lnTo>
                    <a:lnTo>
                      <a:pt x="69" y="144"/>
                    </a:lnTo>
                    <a:lnTo>
                      <a:pt x="69" y="144"/>
                    </a:lnTo>
                    <a:lnTo>
                      <a:pt x="71" y="144"/>
                    </a:lnTo>
                    <a:lnTo>
                      <a:pt x="71" y="142"/>
                    </a:lnTo>
                    <a:lnTo>
                      <a:pt x="71" y="142"/>
                    </a:lnTo>
                    <a:lnTo>
                      <a:pt x="71" y="142"/>
                    </a:lnTo>
                    <a:lnTo>
                      <a:pt x="71" y="142"/>
                    </a:lnTo>
                    <a:lnTo>
                      <a:pt x="71" y="142"/>
                    </a:lnTo>
                    <a:lnTo>
                      <a:pt x="71" y="140"/>
                    </a:lnTo>
                    <a:lnTo>
                      <a:pt x="71" y="140"/>
                    </a:lnTo>
                    <a:lnTo>
                      <a:pt x="71" y="137"/>
                    </a:lnTo>
                    <a:lnTo>
                      <a:pt x="71" y="137"/>
                    </a:lnTo>
                    <a:lnTo>
                      <a:pt x="69" y="137"/>
                    </a:lnTo>
                    <a:lnTo>
                      <a:pt x="69" y="135"/>
                    </a:lnTo>
                    <a:lnTo>
                      <a:pt x="69" y="135"/>
                    </a:lnTo>
                    <a:lnTo>
                      <a:pt x="69" y="135"/>
                    </a:lnTo>
                    <a:lnTo>
                      <a:pt x="69" y="132"/>
                    </a:lnTo>
                    <a:lnTo>
                      <a:pt x="69" y="132"/>
                    </a:lnTo>
                    <a:lnTo>
                      <a:pt x="66" y="132"/>
                    </a:lnTo>
                    <a:lnTo>
                      <a:pt x="66" y="132"/>
                    </a:lnTo>
                    <a:lnTo>
                      <a:pt x="66" y="132"/>
                    </a:lnTo>
                    <a:lnTo>
                      <a:pt x="66" y="130"/>
                    </a:lnTo>
                    <a:lnTo>
                      <a:pt x="66" y="130"/>
                    </a:lnTo>
                    <a:lnTo>
                      <a:pt x="64" y="130"/>
                    </a:lnTo>
                    <a:lnTo>
                      <a:pt x="64" y="130"/>
                    </a:lnTo>
                    <a:lnTo>
                      <a:pt x="64" y="130"/>
                    </a:lnTo>
                    <a:lnTo>
                      <a:pt x="64" y="130"/>
                    </a:lnTo>
                    <a:lnTo>
                      <a:pt x="64" y="128"/>
                    </a:lnTo>
                    <a:lnTo>
                      <a:pt x="62" y="128"/>
                    </a:lnTo>
                    <a:lnTo>
                      <a:pt x="62" y="128"/>
                    </a:lnTo>
                    <a:lnTo>
                      <a:pt x="62" y="128"/>
                    </a:lnTo>
                    <a:lnTo>
                      <a:pt x="62" y="125"/>
                    </a:lnTo>
                    <a:lnTo>
                      <a:pt x="59" y="125"/>
                    </a:lnTo>
                    <a:lnTo>
                      <a:pt x="59" y="125"/>
                    </a:lnTo>
                    <a:lnTo>
                      <a:pt x="59" y="125"/>
                    </a:lnTo>
                    <a:lnTo>
                      <a:pt x="59" y="123"/>
                    </a:lnTo>
                    <a:lnTo>
                      <a:pt x="59" y="123"/>
                    </a:lnTo>
                    <a:lnTo>
                      <a:pt x="59" y="123"/>
                    </a:lnTo>
                    <a:lnTo>
                      <a:pt x="59" y="121"/>
                    </a:lnTo>
                    <a:lnTo>
                      <a:pt x="59" y="121"/>
                    </a:lnTo>
                    <a:lnTo>
                      <a:pt x="59" y="121"/>
                    </a:lnTo>
                    <a:lnTo>
                      <a:pt x="57" y="121"/>
                    </a:lnTo>
                    <a:lnTo>
                      <a:pt x="57" y="118"/>
                    </a:lnTo>
                    <a:lnTo>
                      <a:pt x="57" y="118"/>
                    </a:lnTo>
                    <a:lnTo>
                      <a:pt x="57" y="118"/>
                    </a:lnTo>
                    <a:lnTo>
                      <a:pt x="57" y="116"/>
                    </a:lnTo>
                    <a:lnTo>
                      <a:pt x="57" y="116"/>
                    </a:lnTo>
                    <a:lnTo>
                      <a:pt x="57" y="116"/>
                    </a:lnTo>
                    <a:lnTo>
                      <a:pt x="54" y="116"/>
                    </a:lnTo>
                    <a:lnTo>
                      <a:pt x="54" y="114"/>
                    </a:lnTo>
                    <a:lnTo>
                      <a:pt x="54" y="114"/>
                    </a:lnTo>
                    <a:lnTo>
                      <a:pt x="54" y="114"/>
                    </a:lnTo>
                    <a:lnTo>
                      <a:pt x="52" y="114"/>
                    </a:lnTo>
                    <a:lnTo>
                      <a:pt x="52" y="111"/>
                    </a:lnTo>
                    <a:lnTo>
                      <a:pt x="52" y="111"/>
                    </a:lnTo>
                    <a:lnTo>
                      <a:pt x="52" y="111"/>
                    </a:lnTo>
                    <a:lnTo>
                      <a:pt x="50" y="111"/>
                    </a:lnTo>
                    <a:lnTo>
                      <a:pt x="50" y="111"/>
                    </a:lnTo>
                    <a:lnTo>
                      <a:pt x="50" y="111"/>
                    </a:lnTo>
                    <a:lnTo>
                      <a:pt x="50" y="111"/>
                    </a:lnTo>
                    <a:lnTo>
                      <a:pt x="50" y="109"/>
                    </a:lnTo>
                    <a:lnTo>
                      <a:pt x="50" y="109"/>
                    </a:lnTo>
                    <a:lnTo>
                      <a:pt x="47" y="109"/>
                    </a:lnTo>
                    <a:lnTo>
                      <a:pt x="47" y="109"/>
                    </a:lnTo>
                    <a:lnTo>
                      <a:pt x="47" y="109"/>
                    </a:lnTo>
                    <a:lnTo>
                      <a:pt x="47" y="109"/>
                    </a:lnTo>
                    <a:lnTo>
                      <a:pt x="45" y="109"/>
                    </a:lnTo>
                    <a:lnTo>
                      <a:pt x="45" y="109"/>
                    </a:lnTo>
                    <a:lnTo>
                      <a:pt x="45" y="109"/>
                    </a:lnTo>
                    <a:lnTo>
                      <a:pt x="43" y="109"/>
                    </a:lnTo>
                    <a:lnTo>
                      <a:pt x="43" y="109"/>
                    </a:lnTo>
                    <a:lnTo>
                      <a:pt x="43" y="109"/>
                    </a:lnTo>
                    <a:lnTo>
                      <a:pt x="40" y="109"/>
                    </a:lnTo>
                    <a:lnTo>
                      <a:pt x="40" y="106"/>
                    </a:lnTo>
                    <a:lnTo>
                      <a:pt x="40" y="106"/>
                    </a:lnTo>
                    <a:lnTo>
                      <a:pt x="40" y="106"/>
                    </a:lnTo>
                    <a:lnTo>
                      <a:pt x="40" y="106"/>
                    </a:lnTo>
                    <a:lnTo>
                      <a:pt x="38" y="106"/>
                    </a:lnTo>
                    <a:lnTo>
                      <a:pt x="38" y="104"/>
                    </a:lnTo>
                    <a:lnTo>
                      <a:pt x="38" y="104"/>
                    </a:lnTo>
                    <a:lnTo>
                      <a:pt x="38" y="104"/>
                    </a:lnTo>
                    <a:lnTo>
                      <a:pt x="38" y="104"/>
                    </a:lnTo>
                    <a:lnTo>
                      <a:pt x="36" y="104"/>
                    </a:lnTo>
                    <a:lnTo>
                      <a:pt x="36" y="104"/>
                    </a:lnTo>
                    <a:lnTo>
                      <a:pt x="33" y="104"/>
                    </a:lnTo>
                    <a:lnTo>
                      <a:pt x="33" y="104"/>
                    </a:lnTo>
                    <a:lnTo>
                      <a:pt x="33" y="104"/>
                    </a:lnTo>
                    <a:lnTo>
                      <a:pt x="33" y="104"/>
                    </a:lnTo>
                    <a:lnTo>
                      <a:pt x="31" y="104"/>
                    </a:lnTo>
                    <a:lnTo>
                      <a:pt x="31" y="106"/>
                    </a:lnTo>
                    <a:lnTo>
                      <a:pt x="31" y="106"/>
                    </a:lnTo>
                    <a:lnTo>
                      <a:pt x="31" y="106"/>
                    </a:lnTo>
                    <a:lnTo>
                      <a:pt x="28" y="106"/>
                    </a:lnTo>
                    <a:lnTo>
                      <a:pt x="28" y="106"/>
                    </a:lnTo>
                    <a:lnTo>
                      <a:pt x="26" y="106"/>
                    </a:lnTo>
                    <a:lnTo>
                      <a:pt x="26" y="104"/>
                    </a:lnTo>
                    <a:lnTo>
                      <a:pt x="26" y="104"/>
                    </a:lnTo>
                    <a:lnTo>
                      <a:pt x="26" y="104"/>
                    </a:lnTo>
                    <a:lnTo>
                      <a:pt x="26" y="102"/>
                    </a:lnTo>
                    <a:lnTo>
                      <a:pt x="26" y="102"/>
                    </a:lnTo>
                    <a:lnTo>
                      <a:pt x="24" y="102"/>
                    </a:lnTo>
                    <a:lnTo>
                      <a:pt x="24" y="102"/>
                    </a:lnTo>
                    <a:lnTo>
                      <a:pt x="24" y="102"/>
                    </a:lnTo>
                    <a:lnTo>
                      <a:pt x="24" y="102"/>
                    </a:lnTo>
                    <a:lnTo>
                      <a:pt x="21" y="102"/>
                    </a:lnTo>
                    <a:lnTo>
                      <a:pt x="21" y="102"/>
                    </a:lnTo>
                    <a:lnTo>
                      <a:pt x="21" y="102"/>
                    </a:lnTo>
                    <a:lnTo>
                      <a:pt x="19" y="102"/>
                    </a:lnTo>
                    <a:lnTo>
                      <a:pt x="19" y="102"/>
                    </a:lnTo>
                    <a:lnTo>
                      <a:pt x="19" y="99"/>
                    </a:lnTo>
                    <a:lnTo>
                      <a:pt x="19" y="99"/>
                    </a:lnTo>
                    <a:lnTo>
                      <a:pt x="19" y="99"/>
                    </a:lnTo>
                    <a:lnTo>
                      <a:pt x="17" y="99"/>
                    </a:lnTo>
                    <a:lnTo>
                      <a:pt x="17" y="97"/>
                    </a:lnTo>
                    <a:lnTo>
                      <a:pt x="17" y="97"/>
                    </a:lnTo>
                    <a:lnTo>
                      <a:pt x="17" y="95"/>
                    </a:lnTo>
                    <a:lnTo>
                      <a:pt x="17" y="95"/>
                    </a:lnTo>
                    <a:lnTo>
                      <a:pt x="17" y="95"/>
                    </a:lnTo>
                    <a:lnTo>
                      <a:pt x="17" y="95"/>
                    </a:lnTo>
                    <a:lnTo>
                      <a:pt x="14" y="95"/>
                    </a:lnTo>
                    <a:lnTo>
                      <a:pt x="14" y="95"/>
                    </a:lnTo>
                    <a:lnTo>
                      <a:pt x="14" y="95"/>
                    </a:lnTo>
                    <a:lnTo>
                      <a:pt x="14" y="95"/>
                    </a:lnTo>
                    <a:lnTo>
                      <a:pt x="12" y="95"/>
                    </a:lnTo>
                    <a:lnTo>
                      <a:pt x="12" y="92"/>
                    </a:lnTo>
                    <a:lnTo>
                      <a:pt x="12" y="92"/>
                    </a:lnTo>
                    <a:lnTo>
                      <a:pt x="12" y="92"/>
                    </a:lnTo>
                    <a:lnTo>
                      <a:pt x="12" y="92"/>
                    </a:lnTo>
                    <a:lnTo>
                      <a:pt x="9" y="92"/>
                    </a:lnTo>
                    <a:lnTo>
                      <a:pt x="9" y="92"/>
                    </a:lnTo>
                    <a:lnTo>
                      <a:pt x="7" y="92"/>
                    </a:lnTo>
                    <a:lnTo>
                      <a:pt x="7" y="92"/>
                    </a:lnTo>
                    <a:lnTo>
                      <a:pt x="7" y="92"/>
                    </a:lnTo>
                    <a:lnTo>
                      <a:pt x="7" y="92"/>
                    </a:lnTo>
                    <a:lnTo>
                      <a:pt x="5" y="92"/>
                    </a:lnTo>
                    <a:lnTo>
                      <a:pt x="5" y="92"/>
                    </a:lnTo>
                    <a:lnTo>
                      <a:pt x="5" y="92"/>
                    </a:lnTo>
                    <a:lnTo>
                      <a:pt x="5" y="90"/>
                    </a:lnTo>
                    <a:lnTo>
                      <a:pt x="5" y="90"/>
                    </a:lnTo>
                    <a:lnTo>
                      <a:pt x="5" y="90"/>
                    </a:lnTo>
                    <a:lnTo>
                      <a:pt x="5" y="87"/>
                    </a:lnTo>
                    <a:lnTo>
                      <a:pt x="5" y="87"/>
                    </a:lnTo>
                    <a:lnTo>
                      <a:pt x="7" y="87"/>
                    </a:lnTo>
                    <a:lnTo>
                      <a:pt x="7" y="87"/>
                    </a:lnTo>
                    <a:lnTo>
                      <a:pt x="5" y="87"/>
                    </a:lnTo>
                    <a:lnTo>
                      <a:pt x="5" y="85"/>
                    </a:lnTo>
                    <a:lnTo>
                      <a:pt x="5" y="85"/>
                    </a:lnTo>
                    <a:lnTo>
                      <a:pt x="5" y="85"/>
                    </a:lnTo>
                    <a:lnTo>
                      <a:pt x="2" y="85"/>
                    </a:lnTo>
                    <a:lnTo>
                      <a:pt x="2" y="85"/>
                    </a:lnTo>
                    <a:lnTo>
                      <a:pt x="2" y="85"/>
                    </a:lnTo>
                    <a:lnTo>
                      <a:pt x="0" y="85"/>
                    </a:lnTo>
                    <a:lnTo>
                      <a:pt x="0" y="83"/>
                    </a:lnTo>
                    <a:lnTo>
                      <a:pt x="0" y="83"/>
                    </a:lnTo>
                    <a:lnTo>
                      <a:pt x="0" y="83"/>
                    </a:lnTo>
                    <a:lnTo>
                      <a:pt x="0" y="83"/>
                    </a:lnTo>
                    <a:lnTo>
                      <a:pt x="0" y="83"/>
                    </a:lnTo>
                    <a:lnTo>
                      <a:pt x="0" y="83"/>
                    </a:lnTo>
                    <a:lnTo>
                      <a:pt x="0" y="80"/>
                    </a:lnTo>
                    <a:lnTo>
                      <a:pt x="0" y="80"/>
                    </a:lnTo>
                    <a:lnTo>
                      <a:pt x="2" y="80"/>
                    </a:lnTo>
                    <a:lnTo>
                      <a:pt x="2" y="80"/>
                    </a:lnTo>
                    <a:lnTo>
                      <a:pt x="2" y="80"/>
                    </a:lnTo>
                    <a:lnTo>
                      <a:pt x="2" y="80"/>
                    </a:lnTo>
                    <a:lnTo>
                      <a:pt x="2" y="78"/>
                    </a:lnTo>
                    <a:lnTo>
                      <a:pt x="2" y="78"/>
                    </a:lnTo>
                    <a:lnTo>
                      <a:pt x="2" y="76"/>
                    </a:lnTo>
                    <a:lnTo>
                      <a:pt x="2" y="76"/>
                    </a:lnTo>
                    <a:lnTo>
                      <a:pt x="2" y="76"/>
                    </a:lnTo>
                    <a:lnTo>
                      <a:pt x="5" y="76"/>
                    </a:lnTo>
                    <a:lnTo>
                      <a:pt x="5" y="76"/>
                    </a:lnTo>
                    <a:lnTo>
                      <a:pt x="5" y="73"/>
                    </a:lnTo>
                    <a:lnTo>
                      <a:pt x="5" y="73"/>
                    </a:lnTo>
                    <a:lnTo>
                      <a:pt x="5" y="73"/>
                    </a:lnTo>
                    <a:lnTo>
                      <a:pt x="7" y="73"/>
                    </a:lnTo>
                    <a:lnTo>
                      <a:pt x="7" y="73"/>
                    </a:lnTo>
                    <a:lnTo>
                      <a:pt x="7" y="73"/>
                    </a:lnTo>
                    <a:lnTo>
                      <a:pt x="7" y="73"/>
                    </a:lnTo>
                    <a:lnTo>
                      <a:pt x="7" y="71"/>
                    </a:lnTo>
                    <a:lnTo>
                      <a:pt x="7" y="71"/>
                    </a:lnTo>
                    <a:lnTo>
                      <a:pt x="7" y="71"/>
                    </a:lnTo>
                    <a:lnTo>
                      <a:pt x="7" y="69"/>
                    </a:lnTo>
                    <a:lnTo>
                      <a:pt x="7" y="69"/>
                    </a:lnTo>
                    <a:lnTo>
                      <a:pt x="7" y="69"/>
                    </a:lnTo>
                    <a:lnTo>
                      <a:pt x="9" y="69"/>
                    </a:lnTo>
                    <a:lnTo>
                      <a:pt x="9" y="66"/>
                    </a:lnTo>
                    <a:lnTo>
                      <a:pt x="9" y="66"/>
                    </a:lnTo>
                    <a:lnTo>
                      <a:pt x="12" y="66"/>
                    </a:lnTo>
                    <a:lnTo>
                      <a:pt x="12" y="66"/>
                    </a:lnTo>
                    <a:lnTo>
                      <a:pt x="12" y="66"/>
                    </a:lnTo>
                    <a:lnTo>
                      <a:pt x="14" y="66"/>
                    </a:lnTo>
                    <a:lnTo>
                      <a:pt x="14" y="66"/>
                    </a:lnTo>
                    <a:lnTo>
                      <a:pt x="17" y="66"/>
                    </a:lnTo>
                    <a:lnTo>
                      <a:pt x="17" y="66"/>
                    </a:lnTo>
                    <a:lnTo>
                      <a:pt x="17" y="66"/>
                    </a:lnTo>
                    <a:lnTo>
                      <a:pt x="17" y="66"/>
                    </a:lnTo>
                    <a:lnTo>
                      <a:pt x="19" y="66"/>
                    </a:lnTo>
                    <a:lnTo>
                      <a:pt x="19" y="66"/>
                    </a:lnTo>
                    <a:lnTo>
                      <a:pt x="19" y="66"/>
                    </a:lnTo>
                    <a:lnTo>
                      <a:pt x="19" y="69"/>
                    </a:lnTo>
                    <a:lnTo>
                      <a:pt x="19" y="69"/>
                    </a:lnTo>
                    <a:lnTo>
                      <a:pt x="21" y="69"/>
                    </a:lnTo>
                    <a:lnTo>
                      <a:pt x="21" y="69"/>
                    </a:lnTo>
                    <a:lnTo>
                      <a:pt x="24" y="69"/>
                    </a:lnTo>
                    <a:lnTo>
                      <a:pt x="24" y="69"/>
                    </a:lnTo>
                    <a:lnTo>
                      <a:pt x="24" y="66"/>
                    </a:lnTo>
                    <a:lnTo>
                      <a:pt x="24" y="66"/>
                    </a:lnTo>
                    <a:lnTo>
                      <a:pt x="24" y="66"/>
                    </a:lnTo>
                    <a:lnTo>
                      <a:pt x="24" y="66"/>
                    </a:lnTo>
                    <a:lnTo>
                      <a:pt x="24" y="66"/>
                    </a:lnTo>
                    <a:lnTo>
                      <a:pt x="26" y="66"/>
                    </a:lnTo>
                    <a:lnTo>
                      <a:pt x="26" y="66"/>
                    </a:lnTo>
                    <a:lnTo>
                      <a:pt x="26" y="66"/>
                    </a:lnTo>
                    <a:lnTo>
                      <a:pt x="26" y="66"/>
                    </a:lnTo>
                    <a:lnTo>
                      <a:pt x="28" y="66"/>
                    </a:lnTo>
                    <a:lnTo>
                      <a:pt x="28" y="66"/>
                    </a:lnTo>
                    <a:lnTo>
                      <a:pt x="31" y="66"/>
                    </a:lnTo>
                    <a:lnTo>
                      <a:pt x="31" y="66"/>
                    </a:lnTo>
                    <a:lnTo>
                      <a:pt x="31" y="66"/>
                    </a:lnTo>
                    <a:lnTo>
                      <a:pt x="31" y="64"/>
                    </a:lnTo>
                    <a:lnTo>
                      <a:pt x="31" y="64"/>
                    </a:lnTo>
                    <a:lnTo>
                      <a:pt x="31" y="61"/>
                    </a:lnTo>
                    <a:lnTo>
                      <a:pt x="31" y="61"/>
                    </a:lnTo>
                    <a:lnTo>
                      <a:pt x="33" y="61"/>
                    </a:lnTo>
                    <a:lnTo>
                      <a:pt x="33" y="64"/>
                    </a:lnTo>
                    <a:lnTo>
                      <a:pt x="33" y="64"/>
                    </a:lnTo>
                    <a:lnTo>
                      <a:pt x="33" y="64"/>
                    </a:lnTo>
                    <a:lnTo>
                      <a:pt x="36" y="64"/>
                    </a:lnTo>
                    <a:lnTo>
                      <a:pt x="36" y="61"/>
                    </a:lnTo>
                    <a:lnTo>
                      <a:pt x="36" y="61"/>
                    </a:lnTo>
                    <a:lnTo>
                      <a:pt x="38" y="61"/>
                    </a:lnTo>
                    <a:lnTo>
                      <a:pt x="38" y="61"/>
                    </a:lnTo>
                    <a:lnTo>
                      <a:pt x="38" y="61"/>
                    </a:lnTo>
                    <a:lnTo>
                      <a:pt x="38" y="61"/>
                    </a:lnTo>
                    <a:lnTo>
                      <a:pt x="40" y="61"/>
                    </a:lnTo>
                    <a:lnTo>
                      <a:pt x="40" y="61"/>
                    </a:lnTo>
                    <a:lnTo>
                      <a:pt x="40" y="61"/>
                    </a:lnTo>
                    <a:lnTo>
                      <a:pt x="40" y="61"/>
                    </a:lnTo>
                    <a:lnTo>
                      <a:pt x="40" y="59"/>
                    </a:lnTo>
                    <a:lnTo>
                      <a:pt x="40" y="59"/>
                    </a:lnTo>
                    <a:lnTo>
                      <a:pt x="40" y="59"/>
                    </a:lnTo>
                    <a:lnTo>
                      <a:pt x="40" y="59"/>
                    </a:lnTo>
                    <a:lnTo>
                      <a:pt x="40" y="57"/>
                    </a:lnTo>
                    <a:lnTo>
                      <a:pt x="40" y="57"/>
                    </a:lnTo>
                    <a:lnTo>
                      <a:pt x="40" y="54"/>
                    </a:lnTo>
                    <a:lnTo>
                      <a:pt x="40" y="54"/>
                    </a:lnTo>
                    <a:lnTo>
                      <a:pt x="40" y="54"/>
                    </a:lnTo>
                    <a:lnTo>
                      <a:pt x="40" y="54"/>
                    </a:lnTo>
                    <a:lnTo>
                      <a:pt x="43" y="54"/>
                    </a:lnTo>
                    <a:lnTo>
                      <a:pt x="43" y="54"/>
                    </a:lnTo>
                    <a:lnTo>
                      <a:pt x="45" y="54"/>
                    </a:lnTo>
                    <a:lnTo>
                      <a:pt x="45" y="54"/>
                    </a:lnTo>
                    <a:lnTo>
                      <a:pt x="45" y="54"/>
                    </a:lnTo>
                    <a:lnTo>
                      <a:pt x="47" y="54"/>
                    </a:lnTo>
                    <a:lnTo>
                      <a:pt x="47" y="54"/>
                    </a:lnTo>
                    <a:lnTo>
                      <a:pt x="47" y="54"/>
                    </a:lnTo>
                    <a:lnTo>
                      <a:pt x="47" y="52"/>
                    </a:lnTo>
                    <a:lnTo>
                      <a:pt x="50" y="52"/>
                    </a:lnTo>
                    <a:lnTo>
                      <a:pt x="50" y="52"/>
                    </a:lnTo>
                    <a:lnTo>
                      <a:pt x="52" y="52"/>
                    </a:lnTo>
                    <a:lnTo>
                      <a:pt x="52" y="52"/>
                    </a:lnTo>
                    <a:lnTo>
                      <a:pt x="52" y="52"/>
                    </a:lnTo>
                    <a:lnTo>
                      <a:pt x="54" y="52"/>
                    </a:lnTo>
                    <a:lnTo>
                      <a:pt x="54" y="52"/>
                    </a:lnTo>
                    <a:lnTo>
                      <a:pt x="54" y="52"/>
                    </a:lnTo>
                    <a:lnTo>
                      <a:pt x="54" y="52"/>
                    </a:lnTo>
                    <a:lnTo>
                      <a:pt x="57" y="52"/>
                    </a:lnTo>
                    <a:lnTo>
                      <a:pt x="57" y="50"/>
                    </a:lnTo>
                    <a:lnTo>
                      <a:pt x="57" y="50"/>
                    </a:lnTo>
                    <a:lnTo>
                      <a:pt x="57" y="50"/>
                    </a:lnTo>
                    <a:lnTo>
                      <a:pt x="59" y="50"/>
                    </a:lnTo>
                    <a:lnTo>
                      <a:pt x="59" y="50"/>
                    </a:lnTo>
                    <a:lnTo>
                      <a:pt x="59" y="50"/>
                    </a:lnTo>
                    <a:lnTo>
                      <a:pt x="62" y="50"/>
                    </a:lnTo>
                    <a:lnTo>
                      <a:pt x="62" y="50"/>
                    </a:lnTo>
                    <a:lnTo>
                      <a:pt x="62" y="50"/>
                    </a:lnTo>
                    <a:lnTo>
                      <a:pt x="64" y="50"/>
                    </a:lnTo>
                    <a:lnTo>
                      <a:pt x="64" y="47"/>
                    </a:lnTo>
                    <a:lnTo>
                      <a:pt x="64" y="47"/>
                    </a:lnTo>
                    <a:lnTo>
                      <a:pt x="64" y="47"/>
                    </a:lnTo>
                    <a:lnTo>
                      <a:pt x="64" y="47"/>
                    </a:lnTo>
                    <a:lnTo>
                      <a:pt x="64" y="47"/>
                    </a:lnTo>
                    <a:lnTo>
                      <a:pt x="64" y="45"/>
                    </a:lnTo>
                    <a:lnTo>
                      <a:pt x="64" y="45"/>
                    </a:lnTo>
                    <a:lnTo>
                      <a:pt x="62" y="45"/>
                    </a:lnTo>
                    <a:lnTo>
                      <a:pt x="62" y="45"/>
                    </a:lnTo>
                    <a:lnTo>
                      <a:pt x="62" y="42"/>
                    </a:lnTo>
                    <a:lnTo>
                      <a:pt x="64" y="42"/>
                    </a:lnTo>
                    <a:lnTo>
                      <a:pt x="64" y="42"/>
                    </a:lnTo>
                    <a:lnTo>
                      <a:pt x="64" y="42"/>
                    </a:lnTo>
                    <a:lnTo>
                      <a:pt x="64" y="42"/>
                    </a:lnTo>
                    <a:lnTo>
                      <a:pt x="66" y="42"/>
                    </a:lnTo>
                    <a:lnTo>
                      <a:pt x="66" y="42"/>
                    </a:lnTo>
                    <a:lnTo>
                      <a:pt x="66" y="42"/>
                    </a:lnTo>
                    <a:lnTo>
                      <a:pt x="69" y="42"/>
                    </a:lnTo>
                    <a:lnTo>
                      <a:pt x="69" y="42"/>
                    </a:lnTo>
                    <a:lnTo>
                      <a:pt x="71" y="42"/>
                    </a:lnTo>
                    <a:lnTo>
                      <a:pt x="71" y="42"/>
                    </a:lnTo>
                    <a:lnTo>
                      <a:pt x="71" y="42"/>
                    </a:lnTo>
                    <a:lnTo>
                      <a:pt x="73" y="42"/>
                    </a:lnTo>
                    <a:lnTo>
                      <a:pt x="73" y="42"/>
                    </a:lnTo>
                    <a:lnTo>
                      <a:pt x="73" y="42"/>
                    </a:lnTo>
                    <a:lnTo>
                      <a:pt x="73" y="42"/>
                    </a:lnTo>
                    <a:lnTo>
                      <a:pt x="76" y="42"/>
                    </a:lnTo>
                    <a:lnTo>
                      <a:pt x="76" y="42"/>
                    </a:lnTo>
                    <a:lnTo>
                      <a:pt x="76" y="42"/>
                    </a:lnTo>
                    <a:lnTo>
                      <a:pt x="78" y="42"/>
                    </a:lnTo>
                    <a:lnTo>
                      <a:pt x="78" y="42"/>
                    </a:lnTo>
                    <a:lnTo>
                      <a:pt x="78" y="42"/>
                    </a:lnTo>
                    <a:lnTo>
                      <a:pt x="78" y="42"/>
                    </a:lnTo>
                    <a:lnTo>
                      <a:pt x="78" y="40"/>
                    </a:lnTo>
                    <a:lnTo>
                      <a:pt x="81" y="40"/>
                    </a:lnTo>
                    <a:lnTo>
                      <a:pt x="81" y="40"/>
                    </a:lnTo>
                    <a:lnTo>
                      <a:pt x="81" y="40"/>
                    </a:lnTo>
                    <a:lnTo>
                      <a:pt x="81" y="40"/>
                    </a:lnTo>
                    <a:lnTo>
                      <a:pt x="81" y="40"/>
                    </a:lnTo>
                    <a:lnTo>
                      <a:pt x="81" y="40"/>
                    </a:lnTo>
                    <a:lnTo>
                      <a:pt x="83" y="40"/>
                    </a:lnTo>
                    <a:lnTo>
                      <a:pt x="83" y="40"/>
                    </a:lnTo>
                    <a:lnTo>
                      <a:pt x="83" y="38"/>
                    </a:lnTo>
                    <a:lnTo>
                      <a:pt x="83" y="38"/>
                    </a:lnTo>
                    <a:lnTo>
                      <a:pt x="85" y="38"/>
                    </a:lnTo>
                    <a:lnTo>
                      <a:pt x="85" y="35"/>
                    </a:lnTo>
                    <a:lnTo>
                      <a:pt x="85" y="35"/>
                    </a:lnTo>
                    <a:lnTo>
                      <a:pt x="85" y="35"/>
                    </a:lnTo>
                    <a:lnTo>
                      <a:pt x="88" y="35"/>
                    </a:lnTo>
                    <a:lnTo>
                      <a:pt x="88" y="35"/>
                    </a:lnTo>
                    <a:lnTo>
                      <a:pt x="88" y="35"/>
                    </a:lnTo>
                    <a:lnTo>
                      <a:pt x="88" y="35"/>
                    </a:lnTo>
                    <a:lnTo>
                      <a:pt x="90" y="35"/>
                    </a:lnTo>
                    <a:lnTo>
                      <a:pt x="90" y="35"/>
                    </a:lnTo>
                    <a:lnTo>
                      <a:pt x="90" y="35"/>
                    </a:lnTo>
                    <a:lnTo>
                      <a:pt x="90" y="38"/>
                    </a:lnTo>
                    <a:lnTo>
                      <a:pt x="92" y="38"/>
                    </a:lnTo>
                    <a:lnTo>
                      <a:pt x="92" y="38"/>
                    </a:lnTo>
                    <a:lnTo>
                      <a:pt x="92" y="38"/>
                    </a:lnTo>
                    <a:lnTo>
                      <a:pt x="95" y="38"/>
                    </a:lnTo>
                    <a:lnTo>
                      <a:pt x="95" y="38"/>
                    </a:lnTo>
                    <a:lnTo>
                      <a:pt x="95" y="35"/>
                    </a:lnTo>
                    <a:lnTo>
                      <a:pt x="97" y="35"/>
                    </a:lnTo>
                    <a:lnTo>
                      <a:pt x="97" y="35"/>
                    </a:lnTo>
                    <a:lnTo>
                      <a:pt x="97" y="35"/>
                    </a:lnTo>
                    <a:lnTo>
                      <a:pt x="97" y="33"/>
                    </a:lnTo>
                    <a:lnTo>
                      <a:pt x="97" y="33"/>
                    </a:lnTo>
                    <a:lnTo>
                      <a:pt x="97" y="33"/>
                    </a:lnTo>
                    <a:lnTo>
                      <a:pt x="97" y="33"/>
                    </a:lnTo>
                    <a:lnTo>
                      <a:pt x="99" y="33"/>
                    </a:lnTo>
                    <a:lnTo>
                      <a:pt x="99" y="33"/>
                    </a:lnTo>
                    <a:lnTo>
                      <a:pt x="99" y="33"/>
                    </a:lnTo>
                    <a:lnTo>
                      <a:pt x="99" y="33"/>
                    </a:lnTo>
                    <a:lnTo>
                      <a:pt x="99" y="33"/>
                    </a:lnTo>
                    <a:lnTo>
                      <a:pt x="102" y="33"/>
                    </a:lnTo>
                    <a:lnTo>
                      <a:pt x="102" y="35"/>
                    </a:lnTo>
                    <a:lnTo>
                      <a:pt x="102" y="35"/>
                    </a:lnTo>
                    <a:lnTo>
                      <a:pt x="102" y="33"/>
                    </a:lnTo>
                    <a:lnTo>
                      <a:pt x="104" y="33"/>
                    </a:lnTo>
                    <a:lnTo>
                      <a:pt x="104" y="35"/>
                    </a:lnTo>
                    <a:lnTo>
                      <a:pt x="104" y="35"/>
                    </a:lnTo>
                    <a:lnTo>
                      <a:pt x="104" y="35"/>
                    </a:lnTo>
                    <a:lnTo>
                      <a:pt x="104" y="35"/>
                    </a:lnTo>
                    <a:lnTo>
                      <a:pt x="107" y="35"/>
                    </a:lnTo>
                    <a:lnTo>
                      <a:pt x="107" y="35"/>
                    </a:lnTo>
                    <a:lnTo>
                      <a:pt x="107" y="35"/>
                    </a:lnTo>
                    <a:lnTo>
                      <a:pt x="107" y="35"/>
                    </a:lnTo>
                    <a:lnTo>
                      <a:pt x="107" y="33"/>
                    </a:lnTo>
                    <a:lnTo>
                      <a:pt x="109" y="33"/>
                    </a:lnTo>
                    <a:lnTo>
                      <a:pt x="109" y="33"/>
                    </a:lnTo>
                    <a:lnTo>
                      <a:pt x="111" y="33"/>
                    </a:lnTo>
                    <a:lnTo>
                      <a:pt x="111" y="33"/>
                    </a:lnTo>
                    <a:lnTo>
                      <a:pt x="111" y="33"/>
                    </a:lnTo>
                    <a:lnTo>
                      <a:pt x="114" y="33"/>
                    </a:lnTo>
                    <a:lnTo>
                      <a:pt x="114" y="35"/>
                    </a:lnTo>
                    <a:lnTo>
                      <a:pt x="111" y="35"/>
                    </a:lnTo>
                    <a:lnTo>
                      <a:pt x="111" y="35"/>
                    </a:lnTo>
                    <a:lnTo>
                      <a:pt x="111" y="38"/>
                    </a:lnTo>
                    <a:lnTo>
                      <a:pt x="111" y="38"/>
                    </a:lnTo>
                    <a:lnTo>
                      <a:pt x="111" y="38"/>
                    </a:lnTo>
                    <a:lnTo>
                      <a:pt x="111" y="38"/>
                    </a:lnTo>
                    <a:lnTo>
                      <a:pt x="111" y="40"/>
                    </a:lnTo>
                    <a:lnTo>
                      <a:pt x="114" y="40"/>
                    </a:lnTo>
                    <a:lnTo>
                      <a:pt x="114" y="40"/>
                    </a:lnTo>
                    <a:lnTo>
                      <a:pt x="114" y="40"/>
                    </a:lnTo>
                    <a:lnTo>
                      <a:pt x="114" y="40"/>
                    </a:lnTo>
                    <a:lnTo>
                      <a:pt x="116" y="40"/>
                    </a:lnTo>
                    <a:lnTo>
                      <a:pt x="116" y="40"/>
                    </a:lnTo>
                    <a:lnTo>
                      <a:pt x="116" y="40"/>
                    </a:lnTo>
                    <a:lnTo>
                      <a:pt x="118" y="40"/>
                    </a:lnTo>
                    <a:lnTo>
                      <a:pt x="118" y="40"/>
                    </a:lnTo>
                    <a:lnTo>
                      <a:pt x="118" y="40"/>
                    </a:lnTo>
                    <a:lnTo>
                      <a:pt x="121" y="40"/>
                    </a:lnTo>
                    <a:lnTo>
                      <a:pt x="121" y="40"/>
                    </a:lnTo>
                    <a:lnTo>
                      <a:pt x="123" y="40"/>
                    </a:lnTo>
                    <a:lnTo>
                      <a:pt x="123" y="40"/>
                    </a:lnTo>
                    <a:lnTo>
                      <a:pt x="123" y="40"/>
                    </a:lnTo>
                    <a:lnTo>
                      <a:pt x="125" y="40"/>
                    </a:lnTo>
                    <a:lnTo>
                      <a:pt x="125" y="40"/>
                    </a:lnTo>
                    <a:lnTo>
                      <a:pt x="125" y="40"/>
                    </a:lnTo>
                    <a:lnTo>
                      <a:pt x="128" y="40"/>
                    </a:lnTo>
                    <a:lnTo>
                      <a:pt x="128" y="40"/>
                    </a:lnTo>
                    <a:lnTo>
                      <a:pt x="130" y="40"/>
                    </a:lnTo>
                    <a:lnTo>
                      <a:pt x="130" y="40"/>
                    </a:lnTo>
                    <a:lnTo>
                      <a:pt x="130" y="40"/>
                    </a:lnTo>
                    <a:lnTo>
                      <a:pt x="133" y="40"/>
                    </a:lnTo>
                    <a:lnTo>
                      <a:pt x="133" y="40"/>
                    </a:lnTo>
                    <a:lnTo>
                      <a:pt x="133" y="40"/>
                    </a:lnTo>
                    <a:lnTo>
                      <a:pt x="135" y="40"/>
                    </a:lnTo>
                    <a:lnTo>
                      <a:pt x="135" y="40"/>
                    </a:lnTo>
                    <a:lnTo>
                      <a:pt x="137" y="40"/>
                    </a:lnTo>
                    <a:lnTo>
                      <a:pt x="137" y="40"/>
                    </a:lnTo>
                    <a:lnTo>
                      <a:pt x="137" y="40"/>
                    </a:lnTo>
                    <a:lnTo>
                      <a:pt x="140" y="40"/>
                    </a:lnTo>
                    <a:lnTo>
                      <a:pt x="140" y="40"/>
                    </a:lnTo>
                    <a:lnTo>
                      <a:pt x="140" y="40"/>
                    </a:lnTo>
                    <a:lnTo>
                      <a:pt x="140" y="42"/>
                    </a:lnTo>
                    <a:lnTo>
                      <a:pt x="140" y="42"/>
                    </a:lnTo>
                    <a:lnTo>
                      <a:pt x="140" y="42"/>
                    </a:lnTo>
                    <a:lnTo>
                      <a:pt x="140" y="42"/>
                    </a:lnTo>
                    <a:lnTo>
                      <a:pt x="142" y="42"/>
                    </a:lnTo>
                    <a:lnTo>
                      <a:pt x="142" y="45"/>
                    </a:lnTo>
                    <a:lnTo>
                      <a:pt x="142" y="45"/>
                    </a:lnTo>
                    <a:lnTo>
                      <a:pt x="142" y="47"/>
                    </a:lnTo>
                    <a:lnTo>
                      <a:pt x="142" y="47"/>
                    </a:lnTo>
                    <a:lnTo>
                      <a:pt x="142" y="47"/>
                    </a:lnTo>
                    <a:lnTo>
                      <a:pt x="142" y="50"/>
                    </a:lnTo>
                    <a:lnTo>
                      <a:pt x="144" y="50"/>
                    </a:lnTo>
                    <a:lnTo>
                      <a:pt x="144" y="50"/>
                    </a:lnTo>
                    <a:lnTo>
                      <a:pt x="144" y="50"/>
                    </a:lnTo>
                    <a:lnTo>
                      <a:pt x="144" y="50"/>
                    </a:lnTo>
                    <a:lnTo>
                      <a:pt x="144" y="52"/>
                    </a:lnTo>
                    <a:lnTo>
                      <a:pt x="144" y="52"/>
                    </a:lnTo>
                    <a:lnTo>
                      <a:pt x="147" y="52"/>
                    </a:lnTo>
                    <a:lnTo>
                      <a:pt x="147" y="52"/>
                    </a:lnTo>
                    <a:lnTo>
                      <a:pt x="147" y="52"/>
                    </a:lnTo>
                    <a:lnTo>
                      <a:pt x="147" y="52"/>
                    </a:lnTo>
                    <a:lnTo>
                      <a:pt x="149" y="52"/>
                    </a:lnTo>
                    <a:lnTo>
                      <a:pt x="149" y="52"/>
                    </a:lnTo>
                    <a:lnTo>
                      <a:pt x="152" y="52"/>
                    </a:lnTo>
                    <a:lnTo>
                      <a:pt x="152" y="52"/>
                    </a:lnTo>
                    <a:lnTo>
                      <a:pt x="152" y="52"/>
                    </a:lnTo>
                    <a:lnTo>
                      <a:pt x="152" y="52"/>
                    </a:lnTo>
                    <a:lnTo>
                      <a:pt x="154" y="52"/>
                    </a:lnTo>
                    <a:lnTo>
                      <a:pt x="154" y="52"/>
                    </a:lnTo>
                    <a:lnTo>
                      <a:pt x="154" y="52"/>
                    </a:lnTo>
                    <a:lnTo>
                      <a:pt x="154" y="52"/>
                    </a:lnTo>
                    <a:lnTo>
                      <a:pt x="154" y="54"/>
                    </a:lnTo>
                    <a:lnTo>
                      <a:pt x="156" y="54"/>
                    </a:lnTo>
                    <a:lnTo>
                      <a:pt x="156" y="54"/>
                    </a:lnTo>
                    <a:lnTo>
                      <a:pt x="156" y="54"/>
                    </a:lnTo>
                    <a:lnTo>
                      <a:pt x="159" y="54"/>
                    </a:lnTo>
                    <a:lnTo>
                      <a:pt x="159" y="54"/>
                    </a:lnTo>
                    <a:lnTo>
                      <a:pt x="159" y="54"/>
                    </a:lnTo>
                    <a:lnTo>
                      <a:pt x="161" y="54"/>
                    </a:lnTo>
                    <a:lnTo>
                      <a:pt x="161" y="54"/>
                    </a:lnTo>
                    <a:lnTo>
                      <a:pt x="163" y="54"/>
                    </a:lnTo>
                    <a:lnTo>
                      <a:pt x="163" y="54"/>
                    </a:lnTo>
                    <a:lnTo>
                      <a:pt x="163" y="54"/>
                    </a:lnTo>
                    <a:lnTo>
                      <a:pt x="163" y="57"/>
                    </a:lnTo>
                    <a:lnTo>
                      <a:pt x="166" y="57"/>
                    </a:lnTo>
                    <a:lnTo>
                      <a:pt x="166" y="57"/>
                    </a:lnTo>
                    <a:lnTo>
                      <a:pt x="166" y="57"/>
                    </a:lnTo>
                    <a:lnTo>
                      <a:pt x="168" y="57"/>
                    </a:lnTo>
                    <a:lnTo>
                      <a:pt x="168" y="54"/>
                    </a:lnTo>
                    <a:lnTo>
                      <a:pt x="168" y="54"/>
                    </a:lnTo>
                    <a:lnTo>
                      <a:pt x="170" y="54"/>
                    </a:lnTo>
                    <a:lnTo>
                      <a:pt x="170" y="54"/>
                    </a:lnTo>
                    <a:lnTo>
                      <a:pt x="170" y="54"/>
                    </a:lnTo>
                    <a:lnTo>
                      <a:pt x="170" y="54"/>
                    </a:lnTo>
                    <a:lnTo>
                      <a:pt x="173" y="54"/>
                    </a:lnTo>
                    <a:lnTo>
                      <a:pt x="173" y="52"/>
                    </a:lnTo>
                    <a:lnTo>
                      <a:pt x="173" y="52"/>
                    </a:lnTo>
                    <a:lnTo>
                      <a:pt x="173" y="52"/>
                    </a:lnTo>
                    <a:lnTo>
                      <a:pt x="175" y="52"/>
                    </a:lnTo>
                    <a:lnTo>
                      <a:pt x="175" y="54"/>
                    </a:lnTo>
                    <a:lnTo>
                      <a:pt x="175" y="54"/>
                    </a:lnTo>
                    <a:lnTo>
                      <a:pt x="178" y="54"/>
                    </a:lnTo>
                    <a:lnTo>
                      <a:pt x="178" y="54"/>
                    </a:lnTo>
                    <a:lnTo>
                      <a:pt x="178" y="54"/>
                    </a:lnTo>
                    <a:lnTo>
                      <a:pt x="180" y="54"/>
                    </a:lnTo>
                    <a:lnTo>
                      <a:pt x="180" y="54"/>
                    </a:lnTo>
                    <a:lnTo>
                      <a:pt x="180" y="54"/>
                    </a:lnTo>
                    <a:lnTo>
                      <a:pt x="182" y="54"/>
                    </a:lnTo>
                    <a:lnTo>
                      <a:pt x="182" y="54"/>
                    </a:lnTo>
                    <a:lnTo>
                      <a:pt x="182" y="54"/>
                    </a:lnTo>
                    <a:lnTo>
                      <a:pt x="185" y="54"/>
                    </a:lnTo>
                    <a:lnTo>
                      <a:pt x="185" y="54"/>
                    </a:lnTo>
                    <a:lnTo>
                      <a:pt x="185" y="57"/>
                    </a:lnTo>
                    <a:lnTo>
                      <a:pt x="185" y="57"/>
                    </a:lnTo>
                    <a:lnTo>
                      <a:pt x="187" y="57"/>
                    </a:lnTo>
                    <a:lnTo>
                      <a:pt x="187" y="57"/>
                    </a:lnTo>
                    <a:lnTo>
                      <a:pt x="187" y="54"/>
                    </a:lnTo>
                    <a:lnTo>
                      <a:pt x="187" y="54"/>
                    </a:lnTo>
                    <a:lnTo>
                      <a:pt x="189" y="54"/>
                    </a:lnTo>
                    <a:lnTo>
                      <a:pt x="189" y="54"/>
                    </a:lnTo>
                    <a:lnTo>
                      <a:pt x="192" y="54"/>
                    </a:lnTo>
                    <a:lnTo>
                      <a:pt x="192" y="57"/>
                    </a:lnTo>
                    <a:lnTo>
                      <a:pt x="192" y="57"/>
                    </a:lnTo>
                    <a:lnTo>
                      <a:pt x="192" y="57"/>
                    </a:lnTo>
                    <a:lnTo>
                      <a:pt x="192" y="54"/>
                    </a:lnTo>
                    <a:lnTo>
                      <a:pt x="194" y="54"/>
                    </a:lnTo>
                    <a:lnTo>
                      <a:pt x="194" y="54"/>
                    </a:lnTo>
                    <a:lnTo>
                      <a:pt x="196" y="54"/>
                    </a:lnTo>
                    <a:lnTo>
                      <a:pt x="196" y="57"/>
                    </a:lnTo>
                    <a:lnTo>
                      <a:pt x="196" y="57"/>
                    </a:lnTo>
                    <a:lnTo>
                      <a:pt x="196" y="57"/>
                    </a:lnTo>
                    <a:lnTo>
                      <a:pt x="199" y="57"/>
                    </a:lnTo>
                    <a:lnTo>
                      <a:pt x="199" y="57"/>
                    </a:lnTo>
                    <a:lnTo>
                      <a:pt x="199" y="57"/>
                    </a:lnTo>
                    <a:lnTo>
                      <a:pt x="199" y="57"/>
                    </a:lnTo>
                    <a:lnTo>
                      <a:pt x="199" y="59"/>
                    </a:lnTo>
                    <a:lnTo>
                      <a:pt x="201" y="59"/>
                    </a:lnTo>
                    <a:lnTo>
                      <a:pt x="201" y="59"/>
                    </a:lnTo>
                    <a:lnTo>
                      <a:pt x="201" y="59"/>
                    </a:lnTo>
                    <a:lnTo>
                      <a:pt x="204" y="59"/>
                    </a:lnTo>
                    <a:lnTo>
                      <a:pt x="204" y="61"/>
                    </a:lnTo>
                    <a:lnTo>
                      <a:pt x="204" y="61"/>
                    </a:lnTo>
                    <a:lnTo>
                      <a:pt x="204" y="61"/>
                    </a:lnTo>
                    <a:lnTo>
                      <a:pt x="206" y="61"/>
                    </a:lnTo>
                    <a:lnTo>
                      <a:pt x="206" y="59"/>
                    </a:lnTo>
                    <a:lnTo>
                      <a:pt x="206" y="59"/>
                    </a:lnTo>
                    <a:lnTo>
                      <a:pt x="206" y="59"/>
                    </a:lnTo>
                    <a:lnTo>
                      <a:pt x="208" y="59"/>
                    </a:lnTo>
                    <a:lnTo>
                      <a:pt x="208" y="59"/>
                    </a:lnTo>
                    <a:lnTo>
                      <a:pt x="208" y="59"/>
                    </a:lnTo>
                    <a:lnTo>
                      <a:pt x="211" y="59"/>
                    </a:lnTo>
                    <a:lnTo>
                      <a:pt x="211" y="57"/>
                    </a:lnTo>
                    <a:lnTo>
                      <a:pt x="211" y="57"/>
                    </a:lnTo>
                    <a:lnTo>
                      <a:pt x="211" y="57"/>
                    </a:lnTo>
                    <a:lnTo>
                      <a:pt x="211" y="57"/>
                    </a:lnTo>
                    <a:lnTo>
                      <a:pt x="211" y="57"/>
                    </a:lnTo>
                    <a:lnTo>
                      <a:pt x="211" y="54"/>
                    </a:lnTo>
                    <a:lnTo>
                      <a:pt x="211" y="54"/>
                    </a:lnTo>
                    <a:lnTo>
                      <a:pt x="213" y="54"/>
                    </a:lnTo>
                    <a:lnTo>
                      <a:pt x="213" y="54"/>
                    </a:lnTo>
                    <a:lnTo>
                      <a:pt x="213" y="54"/>
                    </a:lnTo>
                    <a:lnTo>
                      <a:pt x="213" y="54"/>
                    </a:lnTo>
                    <a:lnTo>
                      <a:pt x="215" y="54"/>
                    </a:lnTo>
                    <a:lnTo>
                      <a:pt x="215" y="54"/>
                    </a:lnTo>
                    <a:lnTo>
                      <a:pt x="215" y="54"/>
                    </a:lnTo>
                    <a:lnTo>
                      <a:pt x="218" y="54"/>
                    </a:lnTo>
                    <a:lnTo>
                      <a:pt x="218" y="54"/>
                    </a:lnTo>
                    <a:lnTo>
                      <a:pt x="218" y="54"/>
                    </a:lnTo>
                    <a:lnTo>
                      <a:pt x="218" y="54"/>
                    </a:lnTo>
                    <a:lnTo>
                      <a:pt x="218" y="52"/>
                    </a:lnTo>
                    <a:lnTo>
                      <a:pt x="220" y="52"/>
                    </a:lnTo>
                    <a:lnTo>
                      <a:pt x="220" y="52"/>
                    </a:lnTo>
                    <a:lnTo>
                      <a:pt x="220" y="52"/>
                    </a:lnTo>
                    <a:lnTo>
                      <a:pt x="220" y="52"/>
                    </a:lnTo>
                    <a:lnTo>
                      <a:pt x="223" y="52"/>
                    </a:lnTo>
                    <a:lnTo>
                      <a:pt x="223" y="52"/>
                    </a:lnTo>
                    <a:lnTo>
                      <a:pt x="223" y="50"/>
                    </a:lnTo>
                    <a:lnTo>
                      <a:pt x="223" y="50"/>
                    </a:lnTo>
                    <a:lnTo>
                      <a:pt x="223" y="50"/>
                    </a:lnTo>
                    <a:lnTo>
                      <a:pt x="225" y="50"/>
                    </a:lnTo>
                    <a:lnTo>
                      <a:pt x="225" y="47"/>
                    </a:lnTo>
                    <a:lnTo>
                      <a:pt x="225" y="47"/>
                    </a:lnTo>
                    <a:lnTo>
                      <a:pt x="225" y="47"/>
                    </a:lnTo>
                    <a:lnTo>
                      <a:pt x="225" y="47"/>
                    </a:lnTo>
                    <a:lnTo>
                      <a:pt x="225" y="45"/>
                    </a:lnTo>
                    <a:lnTo>
                      <a:pt x="225" y="45"/>
                    </a:lnTo>
                    <a:lnTo>
                      <a:pt x="225" y="45"/>
                    </a:lnTo>
                    <a:lnTo>
                      <a:pt x="225" y="42"/>
                    </a:lnTo>
                    <a:lnTo>
                      <a:pt x="225" y="42"/>
                    </a:lnTo>
                    <a:lnTo>
                      <a:pt x="225" y="42"/>
                    </a:lnTo>
                    <a:lnTo>
                      <a:pt x="225" y="42"/>
                    </a:lnTo>
                    <a:lnTo>
                      <a:pt x="227" y="42"/>
                    </a:lnTo>
                    <a:lnTo>
                      <a:pt x="227" y="40"/>
                    </a:lnTo>
                    <a:lnTo>
                      <a:pt x="225" y="40"/>
                    </a:lnTo>
                    <a:lnTo>
                      <a:pt x="225" y="40"/>
                    </a:lnTo>
                    <a:lnTo>
                      <a:pt x="225" y="40"/>
                    </a:lnTo>
                    <a:lnTo>
                      <a:pt x="225" y="40"/>
                    </a:lnTo>
                    <a:lnTo>
                      <a:pt x="223" y="40"/>
                    </a:lnTo>
                    <a:lnTo>
                      <a:pt x="223" y="40"/>
                    </a:lnTo>
                    <a:lnTo>
                      <a:pt x="223" y="38"/>
                    </a:lnTo>
                    <a:lnTo>
                      <a:pt x="220" y="38"/>
                    </a:lnTo>
                    <a:lnTo>
                      <a:pt x="220" y="38"/>
                    </a:lnTo>
                    <a:lnTo>
                      <a:pt x="220" y="38"/>
                    </a:lnTo>
                    <a:lnTo>
                      <a:pt x="220" y="35"/>
                    </a:lnTo>
                    <a:lnTo>
                      <a:pt x="220" y="35"/>
                    </a:lnTo>
                    <a:lnTo>
                      <a:pt x="220" y="35"/>
                    </a:lnTo>
                    <a:lnTo>
                      <a:pt x="218" y="35"/>
                    </a:lnTo>
                    <a:lnTo>
                      <a:pt x="218" y="33"/>
                    </a:lnTo>
                    <a:lnTo>
                      <a:pt x="218" y="33"/>
                    </a:lnTo>
                    <a:lnTo>
                      <a:pt x="220" y="33"/>
                    </a:lnTo>
                    <a:lnTo>
                      <a:pt x="220" y="33"/>
                    </a:lnTo>
                    <a:lnTo>
                      <a:pt x="218" y="33"/>
                    </a:lnTo>
                    <a:lnTo>
                      <a:pt x="218" y="31"/>
                    </a:lnTo>
                    <a:lnTo>
                      <a:pt x="218" y="31"/>
                    </a:lnTo>
                    <a:lnTo>
                      <a:pt x="218" y="31"/>
                    </a:lnTo>
                    <a:lnTo>
                      <a:pt x="218" y="31"/>
                    </a:lnTo>
                    <a:lnTo>
                      <a:pt x="218" y="28"/>
                    </a:lnTo>
                    <a:lnTo>
                      <a:pt x="215" y="28"/>
                    </a:lnTo>
                    <a:lnTo>
                      <a:pt x="215" y="28"/>
                    </a:lnTo>
                    <a:lnTo>
                      <a:pt x="218" y="28"/>
                    </a:lnTo>
                    <a:lnTo>
                      <a:pt x="218" y="26"/>
                    </a:lnTo>
                    <a:lnTo>
                      <a:pt x="218" y="26"/>
                    </a:lnTo>
                    <a:lnTo>
                      <a:pt x="218" y="26"/>
                    </a:lnTo>
                    <a:lnTo>
                      <a:pt x="218" y="23"/>
                    </a:lnTo>
                    <a:lnTo>
                      <a:pt x="218" y="23"/>
                    </a:lnTo>
                    <a:lnTo>
                      <a:pt x="218" y="23"/>
                    </a:lnTo>
                    <a:lnTo>
                      <a:pt x="218" y="23"/>
                    </a:lnTo>
                    <a:lnTo>
                      <a:pt x="218" y="21"/>
                    </a:lnTo>
                    <a:lnTo>
                      <a:pt x="218" y="21"/>
                    </a:lnTo>
                    <a:lnTo>
                      <a:pt x="218" y="19"/>
                    </a:lnTo>
                    <a:lnTo>
                      <a:pt x="220" y="19"/>
                    </a:lnTo>
                    <a:lnTo>
                      <a:pt x="220" y="19"/>
                    </a:lnTo>
                    <a:lnTo>
                      <a:pt x="220" y="19"/>
                    </a:lnTo>
                    <a:lnTo>
                      <a:pt x="220" y="16"/>
                    </a:lnTo>
                    <a:lnTo>
                      <a:pt x="220" y="16"/>
                    </a:lnTo>
                    <a:lnTo>
                      <a:pt x="223" y="16"/>
                    </a:lnTo>
                    <a:lnTo>
                      <a:pt x="223" y="16"/>
                    </a:lnTo>
                    <a:lnTo>
                      <a:pt x="225" y="16"/>
                    </a:lnTo>
                    <a:lnTo>
                      <a:pt x="225" y="16"/>
                    </a:lnTo>
                    <a:lnTo>
                      <a:pt x="225" y="16"/>
                    </a:lnTo>
                    <a:lnTo>
                      <a:pt x="225" y="14"/>
                    </a:lnTo>
                    <a:lnTo>
                      <a:pt x="225" y="14"/>
                    </a:lnTo>
                    <a:lnTo>
                      <a:pt x="225" y="14"/>
                    </a:lnTo>
                    <a:lnTo>
                      <a:pt x="225" y="14"/>
                    </a:lnTo>
                    <a:lnTo>
                      <a:pt x="225" y="12"/>
                    </a:lnTo>
                    <a:lnTo>
                      <a:pt x="225" y="12"/>
                    </a:lnTo>
                    <a:lnTo>
                      <a:pt x="227" y="12"/>
                    </a:lnTo>
                    <a:lnTo>
                      <a:pt x="227" y="9"/>
                    </a:lnTo>
                    <a:lnTo>
                      <a:pt x="227" y="9"/>
                    </a:lnTo>
                    <a:lnTo>
                      <a:pt x="227" y="9"/>
                    </a:lnTo>
                    <a:lnTo>
                      <a:pt x="230" y="9"/>
                    </a:lnTo>
                    <a:lnTo>
                      <a:pt x="230" y="9"/>
                    </a:lnTo>
                    <a:lnTo>
                      <a:pt x="230" y="9"/>
                    </a:lnTo>
                    <a:lnTo>
                      <a:pt x="232" y="9"/>
                    </a:lnTo>
                    <a:lnTo>
                      <a:pt x="232" y="9"/>
                    </a:lnTo>
                    <a:lnTo>
                      <a:pt x="232" y="9"/>
                    </a:lnTo>
                    <a:lnTo>
                      <a:pt x="234" y="9"/>
                    </a:lnTo>
                    <a:lnTo>
                      <a:pt x="234" y="7"/>
                    </a:lnTo>
                    <a:lnTo>
                      <a:pt x="234" y="7"/>
                    </a:lnTo>
                    <a:lnTo>
                      <a:pt x="237" y="7"/>
                    </a:lnTo>
                    <a:lnTo>
                      <a:pt x="237" y="7"/>
                    </a:lnTo>
                    <a:lnTo>
                      <a:pt x="237" y="5"/>
                    </a:lnTo>
                    <a:lnTo>
                      <a:pt x="237" y="5"/>
                    </a:lnTo>
                    <a:lnTo>
                      <a:pt x="237" y="5"/>
                    </a:lnTo>
                    <a:lnTo>
                      <a:pt x="237" y="2"/>
                    </a:lnTo>
                    <a:lnTo>
                      <a:pt x="237" y="2"/>
                    </a:lnTo>
                    <a:lnTo>
                      <a:pt x="237" y="2"/>
                    </a:lnTo>
                    <a:lnTo>
                      <a:pt x="239" y="2"/>
                    </a:lnTo>
                    <a:lnTo>
                      <a:pt x="239" y="2"/>
                    </a:lnTo>
                    <a:lnTo>
                      <a:pt x="239" y="0"/>
                    </a:lnTo>
                    <a:lnTo>
                      <a:pt x="239" y="0"/>
                    </a:lnTo>
                    <a:lnTo>
                      <a:pt x="239" y="0"/>
                    </a:lnTo>
                    <a:lnTo>
                      <a:pt x="23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3" name="Freeform 111"/>
              <p:cNvSpPr>
                <a:spLocks/>
              </p:cNvSpPr>
              <p:nvPr/>
            </p:nvSpPr>
            <p:spPr bwMode="auto">
              <a:xfrm>
                <a:off x="2810" y="2030"/>
                <a:ext cx="191" cy="472"/>
              </a:xfrm>
              <a:custGeom>
                <a:avLst/>
                <a:gdLst/>
                <a:ahLst/>
                <a:cxnLst>
                  <a:cxn ang="0">
                    <a:pos x="120" y="273"/>
                  </a:cxn>
                  <a:cxn ang="0">
                    <a:pos x="135" y="294"/>
                  </a:cxn>
                  <a:cxn ang="0">
                    <a:pos x="144" y="308"/>
                  </a:cxn>
                  <a:cxn ang="0">
                    <a:pos x="137" y="332"/>
                  </a:cxn>
                  <a:cxn ang="0">
                    <a:pos x="132" y="353"/>
                  </a:cxn>
                  <a:cxn ang="0">
                    <a:pos x="149" y="372"/>
                  </a:cxn>
                  <a:cxn ang="0">
                    <a:pos x="151" y="403"/>
                  </a:cxn>
                  <a:cxn ang="0">
                    <a:pos x="161" y="425"/>
                  </a:cxn>
                  <a:cxn ang="0">
                    <a:pos x="146" y="446"/>
                  </a:cxn>
                  <a:cxn ang="0">
                    <a:pos x="137" y="472"/>
                  </a:cxn>
                  <a:cxn ang="0">
                    <a:pos x="132" y="446"/>
                  </a:cxn>
                  <a:cxn ang="0">
                    <a:pos x="137" y="432"/>
                  </a:cxn>
                  <a:cxn ang="0">
                    <a:pos x="132" y="441"/>
                  </a:cxn>
                  <a:cxn ang="0">
                    <a:pos x="130" y="422"/>
                  </a:cxn>
                  <a:cxn ang="0">
                    <a:pos x="130" y="415"/>
                  </a:cxn>
                  <a:cxn ang="0">
                    <a:pos x="123" y="413"/>
                  </a:cxn>
                  <a:cxn ang="0">
                    <a:pos x="132" y="401"/>
                  </a:cxn>
                  <a:cxn ang="0">
                    <a:pos x="137" y="391"/>
                  </a:cxn>
                  <a:cxn ang="0">
                    <a:pos x="125" y="375"/>
                  </a:cxn>
                  <a:cxn ang="0">
                    <a:pos x="120" y="349"/>
                  </a:cxn>
                  <a:cxn ang="0">
                    <a:pos x="118" y="325"/>
                  </a:cxn>
                  <a:cxn ang="0">
                    <a:pos x="111" y="304"/>
                  </a:cxn>
                  <a:cxn ang="0">
                    <a:pos x="101" y="292"/>
                  </a:cxn>
                  <a:cxn ang="0">
                    <a:pos x="85" y="311"/>
                  </a:cxn>
                  <a:cxn ang="0">
                    <a:pos x="66" y="327"/>
                  </a:cxn>
                  <a:cxn ang="0">
                    <a:pos x="49" y="323"/>
                  </a:cxn>
                  <a:cxn ang="0">
                    <a:pos x="45" y="304"/>
                  </a:cxn>
                  <a:cxn ang="0">
                    <a:pos x="49" y="275"/>
                  </a:cxn>
                  <a:cxn ang="0">
                    <a:pos x="42" y="254"/>
                  </a:cxn>
                  <a:cxn ang="0">
                    <a:pos x="30" y="240"/>
                  </a:cxn>
                  <a:cxn ang="0">
                    <a:pos x="26" y="223"/>
                  </a:cxn>
                  <a:cxn ang="0">
                    <a:pos x="16" y="223"/>
                  </a:cxn>
                  <a:cxn ang="0">
                    <a:pos x="4" y="199"/>
                  </a:cxn>
                  <a:cxn ang="0">
                    <a:pos x="9" y="183"/>
                  </a:cxn>
                  <a:cxn ang="0">
                    <a:pos x="14" y="164"/>
                  </a:cxn>
                  <a:cxn ang="0">
                    <a:pos x="19" y="145"/>
                  </a:cxn>
                  <a:cxn ang="0">
                    <a:pos x="26" y="116"/>
                  </a:cxn>
                  <a:cxn ang="0">
                    <a:pos x="42" y="119"/>
                  </a:cxn>
                  <a:cxn ang="0">
                    <a:pos x="52" y="93"/>
                  </a:cxn>
                  <a:cxn ang="0">
                    <a:pos x="59" y="71"/>
                  </a:cxn>
                  <a:cxn ang="0">
                    <a:pos x="64" y="48"/>
                  </a:cxn>
                  <a:cxn ang="0">
                    <a:pos x="85" y="34"/>
                  </a:cxn>
                  <a:cxn ang="0">
                    <a:pos x="106" y="36"/>
                  </a:cxn>
                  <a:cxn ang="0">
                    <a:pos x="109" y="17"/>
                  </a:cxn>
                  <a:cxn ang="0">
                    <a:pos x="118" y="5"/>
                  </a:cxn>
                  <a:cxn ang="0">
                    <a:pos x="130" y="24"/>
                  </a:cxn>
                  <a:cxn ang="0">
                    <a:pos x="142" y="43"/>
                  </a:cxn>
                  <a:cxn ang="0">
                    <a:pos x="139" y="69"/>
                  </a:cxn>
                  <a:cxn ang="0">
                    <a:pos x="123" y="83"/>
                  </a:cxn>
                  <a:cxn ang="0">
                    <a:pos x="116" y="105"/>
                  </a:cxn>
                  <a:cxn ang="0">
                    <a:pos x="120" y="116"/>
                  </a:cxn>
                  <a:cxn ang="0">
                    <a:pos x="142" y="116"/>
                  </a:cxn>
                  <a:cxn ang="0">
                    <a:pos x="149" y="138"/>
                  </a:cxn>
                  <a:cxn ang="0">
                    <a:pos x="154" y="154"/>
                  </a:cxn>
                  <a:cxn ang="0">
                    <a:pos x="165" y="164"/>
                  </a:cxn>
                  <a:cxn ang="0">
                    <a:pos x="177" y="180"/>
                  </a:cxn>
                  <a:cxn ang="0">
                    <a:pos x="189" y="180"/>
                  </a:cxn>
                  <a:cxn ang="0">
                    <a:pos x="177" y="195"/>
                  </a:cxn>
                  <a:cxn ang="0">
                    <a:pos x="158" y="209"/>
                  </a:cxn>
                  <a:cxn ang="0">
                    <a:pos x="146" y="223"/>
                  </a:cxn>
                  <a:cxn ang="0">
                    <a:pos x="125" y="225"/>
                  </a:cxn>
                  <a:cxn ang="0">
                    <a:pos x="118" y="249"/>
                  </a:cxn>
                </a:cxnLst>
                <a:rect l="0" t="0" r="r" b="b"/>
                <a:pathLst>
                  <a:path w="191" h="472">
                    <a:moveTo>
                      <a:pt x="111" y="254"/>
                    </a:moveTo>
                    <a:lnTo>
                      <a:pt x="111" y="256"/>
                    </a:lnTo>
                    <a:lnTo>
                      <a:pt x="111" y="256"/>
                    </a:lnTo>
                    <a:lnTo>
                      <a:pt x="113" y="256"/>
                    </a:lnTo>
                    <a:lnTo>
                      <a:pt x="113" y="259"/>
                    </a:lnTo>
                    <a:lnTo>
                      <a:pt x="113" y="259"/>
                    </a:lnTo>
                    <a:lnTo>
                      <a:pt x="113" y="261"/>
                    </a:lnTo>
                    <a:lnTo>
                      <a:pt x="113" y="261"/>
                    </a:lnTo>
                    <a:lnTo>
                      <a:pt x="113" y="261"/>
                    </a:lnTo>
                    <a:lnTo>
                      <a:pt x="116" y="261"/>
                    </a:lnTo>
                    <a:lnTo>
                      <a:pt x="116" y="261"/>
                    </a:lnTo>
                    <a:lnTo>
                      <a:pt x="116" y="259"/>
                    </a:lnTo>
                    <a:lnTo>
                      <a:pt x="116" y="259"/>
                    </a:lnTo>
                    <a:lnTo>
                      <a:pt x="116" y="259"/>
                    </a:lnTo>
                    <a:lnTo>
                      <a:pt x="116" y="261"/>
                    </a:lnTo>
                    <a:lnTo>
                      <a:pt x="116" y="261"/>
                    </a:lnTo>
                    <a:lnTo>
                      <a:pt x="116" y="263"/>
                    </a:lnTo>
                    <a:lnTo>
                      <a:pt x="118" y="263"/>
                    </a:lnTo>
                    <a:lnTo>
                      <a:pt x="118" y="263"/>
                    </a:lnTo>
                    <a:lnTo>
                      <a:pt x="118" y="263"/>
                    </a:lnTo>
                    <a:lnTo>
                      <a:pt x="118" y="263"/>
                    </a:lnTo>
                    <a:lnTo>
                      <a:pt x="118" y="266"/>
                    </a:lnTo>
                    <a:lnTo>
                      <a:pt x="118" y="266"/>
                    </a:lnTo>
                    <a:lnTo>
                      <a:pt x="118" y="268"/>
                    </a:lnTo>
                    <a:lnTo>
                      <a:pt x="118" y="268"/>
                    </a:lnTo>
                    <a:lnTo>
                      <a:pt x="118" y="268"/>
                    </a:lnTo>
                    <a:lnTo>
                      <a:pt x="118" y="268"/>
                    </a:lnTo>
                    <a:lnTo>
                      <a:pt x="118" y="271"/>
                    </a:lnTo>
                    <a:lnTo>
                      <a:pt x="118" y="271"/>
                    </a:lnTo>
                    <a:lnTo>
                      <a:pt x="118" y="271"/>
                    </a:lnTo>
                    <a:lnTo>
                      <a:pt x="118" y="273"/>
                    </a:lnTo>
                    <a:lnTo>
                      <a:pt x="118" y="273"/>
                    </a:lnTo>
                    <a:lnTo>
                      <a:pt x="118" y="273"/>
                    </a:lnTo>
                    <a:lnTo>
                      <a:pt x="118" y="273"/>
                    </a:lnTo>
                    <a:lnTo>
                      <a:pt x="118" y="273"/>
                    </a:lnTo>
                    <a:lnTo>
                      <a:pt x="120" y="273"/>
                    </a:lnTo>
                    <a:lnTo>
                      <a:pt x="120" y="275"/>
                    </a:lnTo>
                    <a:lnTo>
                      <a:pt x="120" y="275"/>
                    </a:lnTo>
                    <a:lnTo>
                      <a:pt x="120" y="275"/>
                    </a:lnTo>
                    <a:lnTo>
                      <a:pt x="120" y="278"/>
                    </a:lnTo>
                    <a:lnTo>
                      <a:pt x="123" y="278"/>
                    </a:lnTo>
                    <a:lnTo>
                      <a:pt x="123" y="278"/>
                    </a:lnTo>
                    <a:lnTo>
                      <a:pt x="123" y="278"/>
                    </a:lnTo>
                    <a:lnTo>
                      <a:pt x="123" y="280"/>
                    </a:lnTo>
                    <a:lnTo>
                      <a:pt x="123" y="280"/>
                    </a:lnTo>
                    <a:lnTo>
                      <a:pt x="123" y="280"/>
                    </a:lnTo>
                    <a:lnTo>
                      <a:pt x="125" y="280"/>
                    </a:lnTo>
                    <a:lnTo>
                      <a:pt x="125" y="282"/>
                    </a:lnTo>
                    <a:lnTo>
                      <a:pt x="125" y="282"/>
                    </a:lnTo>
                    <a:lnTo>
                      <a:pt x="125" y="282"/>
                    </a:lnTo>
                    <a:lnTo>
                      <a:pt x="125" y="282"/>
                    </a:lnTo>
                    <a:lnTo>
                      <a:pt x="125" y="282"/>
                    </a:lnTo>
                    <a:lnTo>
                      <a:pt x="128" y="282"/>
                    </a:lnTo>
                    <a:lnTo>
                      <a:pt x="128" y="285"/>
                    </a:lnTo>
                    <a:lnTo>
                      <a:pt x="128" y="285"/>
                    </a:lnTo>
                    <a:lnTo>
                      <a:pt x="128" y="285"/>
                    </a:lnTo>
                    <a:lnTo>
                      <a:pt x="128" y="287"/>
                    </a:lnTo>
                    <a:lnTo>
                      <a:pt x="130" y="287"/>
                    </a:lnTo>
                    <a:lnTo>
                      <a:pt x="130" y="287"/>
                    </a:lnTo>
                    <a:lnTo>
                      <a:pt x="130" y="287"/>
                    </a:lnTo>
                    <a:lnTo>
                      <a:pt x="130" y="289"/>
                    </a:lnTo>
                    <a:lnTo>
                      <a:pt x="130" y="289"/>
                    </a:lnTo>
                    <a:lnTo>
                      <a:pt x="130" y="289"/>
                    </a:lnTo>
                    <a:lnTo>
                      <a:pt x="130" y="292"/>
                    </a:lnTo>
                    <a:lnTo>
                      <a:pt x="132" y="292"/>
                    </a:lnTo>
                    <a:lnTo>
                      <a:pt x="132" y="292"/>
                    </a:lnTo>
                    <a:lnTo>
                      <a:pt x="132" y="292"/>
                    </a:lnTo>
                    <a:lnTo>
                      <a:pt x="132" y="292"/>
                    </a:lnTo>
                    <a:lnTo>
                      <a:pt x="135" y="292"/>
                    </a:lnTo>
                    <a:lnTo>
                      <a:pt x="135" y="294"/>
                    </a:lnTo>
                    <a:lnTo>
                      <a:pt x="135" y="294"/>
                    </a:lnTo>
                    <a:lnTo>
                      <a:pt x="135" y="294"/>
                    </a:lnTo>
                    <a:lnTo>
                      <a:pt x="135" y="294"/>
                    </a:lnTo>
                    <a:lnTo>
                      <a:pt x="137" y="294"/>
                    </a:lnTo>
                    <a:lnTo>
                      <a:pt x="137" y="297"/>
                    </a:lnTo>
                    <a:lnTo>
                      <a:pt x="135" y="297"/>
                    </a:lnTo>
                    <a:lnTo>
                      <a:pt x="135" y="297"/>
                    </a:lnTo>
                    <a:lnTo>
                      <a:pt x="137" y="297"/>
                    </a:lnTo>
                    <a:lnTo>
                      <a:pt x="137" y="299"/>
                    </a:lnTo>
                    <a:lnTo>
                      <a:pt x="135" y="299"/>
                    </a:lnTo>
                    <a:lnTo>
                      <a:pt x="135" y="299"/>
                    </a:lnTo>
                    <a:lnTo>
                      <a:pt x="135" y="299"/>
                    </a:lnTo>
                    <a:lnTo>
                      <a:pt x="135" y="301"/>
                    </a:lnTo>
                    <a:lnTo>
                      <a:pt x="135" y="301"/>
                    </a:lnTo>
                    <a:lnTo>
                      <a:pt x="135" y="301"/>
                    </a:lnTo>
                    <a:lnTo>
                      <a:pt x="137" y="301"/>
                    </a:lnTo>
                    <a:lnTo>
                      <a:pt x="137" y="304"/>
                    </a:lnTo>
                    <a:lnTo>
                      <a:pt x="137" y="304"/>
                    </a:lnTo>
                    <a:lnTo>
                      <a:pt x="137" y="304"/>
                    </a:lnTo>
                    <a:lnTo>
                      <a:pt x="137" y="304"/>
                    </a:lnTo>
                    <a:lnTo>
                      <a:pt x="137" y="304"/>
                    </a:lnTo>
                    <a:lnTo>
                      <a:pt x="137" y="306"/>
                    </a:lnTo>
                    <a:lnTo>
                      <a:pt x="137" y="306"/>
                    </a:lnTo>
                    <a:lnTo>
                      <a:pt x="139" y="306"/>
                    </a:lnTo>
                    <a:lnTo>
                      <a:pt x="139" y="308"/>
                    </a:lnTo>
                    <a:lnTo>
                      <a:pt x="139" y="308"/>
                    </a:lnTo>
                    <a:lnTo>
                      <a:pt x="139" y="311"/>
                    </a:lnTo>
                    <a:lnTo>
                      <a:pt x="139" y="311"/>
                    </a:lnTo>
                    <a:lnTo>
                      <a:pt x="139" y="311"/>
                    </a:lnTo>
                    <a:lnTo>
                      <a:pt x="142" y="311"/>
                    </a:lnTo>
                    <a:lnTo>
                      <a:pt x="142" y="311"/>
                    </a:lnTo>
                    <a:lnTo>
                      <a:pt x="142" y="311"/>
                    </a:lnTo>
                    <a:lnTo>
                      <a:pt x="142" y="308"/>
                    </a:lnTo>
                    <a:lnTo>
                      <a:pt x="142" y="308"/>
                    </a:lnTo>
                    <a:lnTo>
                      <a:pt x="142" y="308"/>
                    </a:lnTo>
                    <a:lnTo>
                      <a:pt x="144" y="308"/>
                    </a:lnTo>
                    <a:lnTo>
                      <a:pt x="144" y="308"/>
                    </a:lnTo>
                    <a:lnTo>
                      <a:pt x="144" y="308"/>
                    </a:lnTo>
                    <a:lnTo>
                      <a:pt x="144" y="311"/>
                    </a:lnTo>
                    <a:lnTo>
                      <a:pt x="144" y="311"/>
                    </a:lnTo>
                    <a:lnTo>
                      <a:pt x="144" y="313"/>
                    </a:lnTo>
                    <a:lnTo>
                      <a:pt x="144" y="313"/>
                    </a:lnTo>
                    <a:lnTo>
                      <a:pt x="144" y="313"/>
                    </a:lnTo>
                    <a:lnTo>
                      <a:pt x="144" y="313"/>
                    </a:lnTo>
                    <a:lnTo>
                      <a:pt x="142" y="313"/>
                    </a:lnTo>
                    <a:lnTo>
                      <a:pt x="142" y="316"/>
                    </a:lnTo>
                    <a:lnTo>
                      <a:pt x="142" y="316"/>
                    </a:lnTo>
                    <a:lnTo>
                      <a:pt x="142" y="316"/>
                    </a:lnTo>
                    <a:lnTo>
                      <a:pt x="139" y="316"/>
                    </a:lnTo>
                    <a:lnTo>
                      <a:pt x="139" y="316"/>
                    </a:lnTo>
                    <a:lnTo>
                      <a:pt x="139" y="316"/>
                    </a:lnTo>
                    <a:lnTo>
                      <a:pt x="137" y="316"/>
                    </a:lnTo>
                    <a:lnTo>
                      <a:pt x="137" y="318"/>
                    </a:lnTo>
                    <a:lnTo>
                      <a:pt x="137" y="318"/>
                    </a:lnTo>
                    <a:lnTo>
                      <a:pt x="137" y="318"/>
                    </a:lnTo>
                    <a:lnTo>
                      <a:pt x="137" y="318"/>
                    </a:lnTo>
                    <a:lnTo>
                      <a:pt x="137" y="320"/>
                    </a:lnTo>
                    <a:lnTo>
                      <a:pt x="137" y="320"/>
                    </a:lnTo>
                    <a:lnTo>
                      <a:pt x="137" y="320"/>
                    </a:lnTo>
                    <a:lnTo>
                      <a:pt x="137" y="323"/>
                    </a:lnTo>
                    <a:lnTo>
                      <a:pt x="137" y="323"/>
                    </a:lnTo>
                    <a:lnTo>
                      <a:pt x="137" y="323"/>
                    </a:lnTo>
                    <a:lnTo>
                      <a:pt x="137" y="323"/>
                    </a:lnTo>
                    <a:lnTo>
                      <a:pt x="137" y="323"/>
                    </a:lnTo>
                    <a:lnTo>
                      <a:pt x="137" y="325"/>
                    </a:lnTo>
                    <a:lnTo>
                      <a:pt x="137" y="325"/>
                    </a:lnTo>
                    <a:lnTo>
                      <a:pt x="137" y="325"/>
                    </a:lnTo>
                    <a:lnTo>
                      <a:pt x="137" y="327"/>
                    </a:lnTo>
                    <a:lnTo>
                      <a:pt x="137" y="327"/>
                    </a:lnTo>
                    <a:lnTo>
                      <a:pt x="137" y="327"/>
                    </a:lnTo>
                    <a:lnTo>
                      <a:pt x="137" y="330"/>
                    </a:lnTo>
                    <a:lnTo>
                      <a:pt x="137" y="330"/>
                    </a:lnTo>
                    <a:lnTo>
                      <a:pt x="137" y="332"/>
                    </a:lnTo>
                    <a:lnTo>
                      <a:pt x="137" y="332"/>
                    </a:lnTo>
                    <a:lnTo>
                      <a:pt x="137" y="332"/>
                    </a:lnTo>
                    <a:lnTo>
                      <a:pt x="137" y="335"/>
                    </a:lnTo>
                    <a:lnTo>
                      <a:pt x="137" y="335"/>
                    </a:lnTo>
                    <a:lnTo>
                      <a:pt x="137" y="335"/>
                    </a:lnTo>
                    <a:lnTo>
                      <a:pt x="137" y="335"/>
                    </a:lnTo>
                    <a:lnTo>
                      <a:pt x="135" y="335"/>
                    </a:lnTo>
                    <a:lnTo>
                      <a:pt x="135" y="335"/>
                    </a:lnTo>
                    <a:lnTo>
                      <a:pt x="132" y="335"/>
                    </a:lnTo>
                    <a:lnTo>
                      <a:pt x="132" y="335"/>
                    </a:lnTo>
                    <a:lnTo>
                      <a:pt x="132" y="337"/>
                    </a:lnTo>
                    <a:lnTo>
                      <a:pt x="132" y="337"/>
                    </a:lnTo>
                    <a:lnTo>
                      <a:pt x="132" y="337"/>
                    </a:lnTo>
                    <a:lnTo>
                      <a:pt x="132" y="337"/>
                    </a:lnTo>
                    <a:lnTo>
                      <a:pt x="132" y="337"/>
                    </a:lnTo>
                    <a:lnTo>
                      <a:pt x="130" y="337"/>
                    </a:lnTo>
                    <a:lnTo>
                      <a:pt x="130" y="337"/>
                    </a:lnTo>
                    <a:lnTo>
                      <a:pt x="130" y="337"/>
                    </a:lnTo>
                    <a:lnTo>
                      <a:pt x="130" y="339"/>
                    </a:lnTo>
                    <a:lnTo>
                      <a:pt x="130" y="339"/>
                    </a:lnTo>
                    <a:lnTo>
                      <a:pt x="130" y="339"/>
                    </a:lnTo>
                    <a:lnTo>
                      <a:pt x="130" y="342"/>
                    </a:lnTo>
                    <a:lnTo>
                      <a:pt x="130" y="342"/>
                    </a:lnTo>
                    <a:lnTo>
                      <a:pt x="130" y="344"/>
                    </a:lnTo>
                    <a:lnTo>
                      <a:pt x="130" y="344"/>
                    </a:lnTo>
                    <a:lnTo>
                      <a:pt x="130" y="344"/>
                    </a:lnTo>
                    <a:lnTo>
                      <a:pt x="130" y="344"/>
                    </a:lnTo>
                    <a:lnTo>
                      <a:pt x="130" y="346"/>
                    </a:lnTo>
                    <a:lnTo>
                      <a:pt x="130" y="346"/>
                    </a:lnTo>
                    <a:lnTo>
                      <a:pt x="130" y="349"/>
                    </a:lnTo>
                    <a:lnTo>
                      <a:pt x="130" y="349"/>
                    </a:lnTo>
                    <a:lnTo>
                      <a:pt x="130" y="349"/>
                    </a:lnTo>
                    <a:lnTo>
                      <a:pt x="130" y="351"/>
                    </a:lnTo>
                    <a:lnTo>
                      <a:pt x="132" y="351"/>
                    </a:lnTo>
                    <a:lnTo>
                      <a:pt x="132" y="351"/>
                    </a:lnTo>
                    <a:lnTo>
                      <a:pt x="132" y="351"/>
                    </a:lnTo>
                    <a:lnTo>
                      <a:pt x="132" y="353"/>
                    </a:lnTo>
                    <a:lnTo>
                      <a:pt x="132" y="353"/>
                    </a:lnTo>
                    <a:lnTo>
                      <a:pt x="132" y="353"/>
                    </a:lnTo>
                    <a:lnTo>
                      <a:pt x="135" y="353"/>
                    </a:lnTo>
                    <a:lnTo>
                      <a:pt x="135" y="353"/>
                    </a:lnTo>
                    <a:lnTo>
                      <a:pt x="135" y="356"/>
                    </a:lnTo>
                    <a:lnTo>
                      <a:pt x="135" y="356"/>
                    </a:lnTo>
                    <a:lnTo>
                      <a:pt x="135" y="356"/>
                    </a:lnTo>
                    <a:lnTo>
                      <a:pt x="135" y="358"/>
                    </a:lnTo>
                    <a:lnTo>
                      <a:pt x="137" y="358"/>
                    </a:lnTo>
                    <a:lnTo>
                      <a:pt x="137" y="358"/>
                    </a:lnTo>
                    <a:lnTo>
                      <a:pt x="137" y="358"/>
                    </a:lnTo>
                    <a:lnTo>
                      <a:pt x="137" y="361"/>
                    </a:lnTo>
                    <a:lnTo>
                      <a:pt x="137" y="361"/>
                    </a:lnTo>
                    <a:lnTo>
                      <a:pt x="137" y="361"/>
                    </a:lnTo>
                    <a:lnTo>
                      <a:pt x="137" y="363"/>
                    </a:lnTo>
                    <a:lnTo>
                      <a:pt x="139" y="363"/>
                    </a:lnTo>
                    <a:lnTo>
                      <a:pt x="139" y="363"/>
                    </a:lnTo>
                    <a:lnTo>
                      <a:pt x="139" y="363"/>
                    </a:lnTo>
                    <a:lnTo>
                      <a:pt x="142" y="363"/>
                    </a:lnTo>
                    <a:lnTo>
                      <a:pt x="142" y="363"/>
                    </a:lnTo>
                    <a:lnTo>
                      <a:pt x="142" y="363"/>
                    </a:lnTo>
                    <a:lnTo>
                      <a:pt x="142" y="365"/>
                    </a:lnTo>
                    <a:lnTo>
                      <a:pt x="142" y="365"/>
                    </a:lnTo>
                    <a:lnTo>
                      <a:pt x="144" y="365"/>
                    </a:lnTo>
                    <a:lnTo>
                      <a:pt x="144" y="365"/>
                    </a:lnTo>
                    <a:lnTo>
                      <a:pt x="144" y="365"/>
                    </a:lnTo>
                    <a:lnTo>
                      <a:pt x="144" y="368"/>
                    </a:lnTo>
                    <a:lnTo>
                      <a:pt x="144" y="368"/>
                    </a:lnTo>
                    <a:lnTo>
                      <a:pt x="144" y="368"/>
                    </a:lnTo>
                    <a:lnTo>
                      <a:pt x="146" y="368"/>
                    </a:lnTo>
                    <a:lnTo>
                      <a:pt x="146" y="370"/>
                    </a:lnTo>
                    <a:lnTo>
                      <a:pt x="146" y="370"/>
                    </a:lnTo>
                    <a:lnTo>
                      <a:pt x="146" y="370"/>
                    </a:lnTo>
                    <a:lnTo>
                      <a:pt x="146" y="372"/>
                    </a:lnTo>
                    <a:lnTo>
                      <a:pt x="149" y="372"/>
                    </a:lnTo>
                    <a:lnTo>
                      <a:pt x="149" y="372"/>
                    </a:lnTo>
                    <a:lnTo>
                      <a:pt x="149" y="372"/>
                    </a:lnTo>
                    <a:lnTo>
                      <a:pt x="149" y="372"/>
                    </a:lnTo>
                    <a:lnTo>
                      <a:pt x="149" y="375"/>
                    </a:lnTo>
                    <a:lnTo>
                      <a:pt x="149" y="375"/>
                    </a:lnTo>
                    <a:lnTo>
                      <a:pt x="149" y="375"/>
                    </a:lnTo>
                    <a:lnTo>
                      <a:pt x="149" y="377"/>
                    </a:lnTo>
                    <a:lnTo>
                      <a:pt x="149" y="377"/>
                    </a:lnTo>
                    <a:lnTo>
                      <a:pt x="149" y="380"/>
                    </a:lnTo>
                    <a:lnTo>
                      <a:pt x="149" y="380"/>
                    </a:lnTo>
                    <a:lnTo>
                      <a:pt x="149" y="382"/>
                    </a:lnTo>
                    <a:lnTo>
                      <a:pt x="151" y="382"/>
                    </a:lnTo>
                    <a:lnTo>
                      <a:pt x="151" y="382"/>
                    </a:lnTo>
                    <a:lnTo>
                      <a:pt x="151" y="382"/>
                    </a:lnTo>
                    <a:lnTo>
                      <a:pt x="151" y="384"/>
                    </a:lnTo>
                    <a:lnTo>
                      <a:pt x="151" y="384"/>
                    </a:lnTo>
                    <a:lnTo>
                      <a:pt x="151" y="387"/>
                    </a:lnTo>
                    <a:lnTo>
                      <a:pt x="151" y="387"/>
                    </a:lnTo>
                    <a:lnTo>
                      <a:pt x="151" y="389"/>
                    </a:lnTo>
                    <a:lnTo>
                      <a:pt x="151" y="389"/>
                    </a:lnTo>
                    <a:lnTo>
                      <a:pt x="149" y="389"/>
                    </a:lnTo>
                    <a:lnTo>
                      <a:pt x="149" y="389"/>
                    </a:lnTo>
                    <a:lnTo>
                      <a:pt x="149" y="391"/>
                    </a:lnTo>
                    <a:lnTo>
                      <a:pt x="149" y="391"/>
                    </a:lnTo>
                    <a:lnTo>
                      <a:pt x="149" y="391"/>
                    </a:lnTo>
                    <a:lnTo>
                      <a:pt x="149" y="394"/>
                    </a:lnTo>
                    <a:lnTo>
                      <a:pt x="149" y="394"/>
                    </a:lnTo>
                    <a:lnTo>
                      <a:pt x="149" y="394"/>
                    </a:lnTo>
                    <a:lnTo>
                      <a:pt x="151" y="394"/>
                    </a:lnTo>
                    <a:lnTo>
                      <a:pt x="151" y="396"/>
                    </a:lnTo>
                    <a:lnTo>
                      <a:pt x="151" y="396"/>
                    </a:lnTo>
                    <a:lnTo>
                      <a:pt x="151" y="398"/>
                    </a:lnTo>
                    <a:lnTo>
                      <a:pt x="151" y="398"/>
                    </a:lnTo>
                    <a:lnTo>
                      <a:pt x="151" y="401"/>
                    </a:lnTo>
                    <a:lnTo>
                      <a:pt x="151" y="401"/>
                    </a:lnTo>
                    <a:lnTo>
                      <a:pt x="151" y="401"/>
                    </a:lnTo>
                    <a:lnTo>
                      <a:pt x="151" y="403"/>
                    </a:lnTo>
                    <a:lnTo>
                      <a:pt x="151" y="403"/>
                    </a:lnTo>
                    <a:lnTo>
                      <a:pt x="151" y="403"/>
                    </a:lnTo>
                    <a:lnTo>
                      <a:pt x="154" y="403"/>
                    </a:lnTo>
                    <a:lnTo>
                      <a:pt x="154" y="403"/>
                    </a:lnTo>
                    <a:lnTo>
                      <a:pt x="154" y="403"/>
                    </a:lnTo>
                    <a:lnTo>
                      <a:pt x="156" y="403"/>
                    </a:lnTo>
                    <a:lnTo>
                      <a:pt x="156" y="406"/>
                    </a:lnTo>
                    <a:lnTo>
                      <a:pt x="156" y="406"/>
                    </a:lnTo>
                    <a:lnTo>
                      <a:pt x="156" y="406"/>
                    </a:lnTo>
                    <a:lnTo>
                      <a:pt x="156" y="406"/>
                    </a:lnTo>
                    <a:lnTo>
                      <a:pt x="156" y="408"/>
                    </a:lnTo>
                    <a:lnTo>
                      <a:pt x="156" y="408"/>
                    </a:lnTo>
                    <a:lnTo>
                      <a:pt x="156" y="410"/>
                    </a:lnTo>
                    <a:lnTo>
                      <a:pt x="156" y="410"/>
                    </a:lnTo>
                    <a:lnTo>
                      <a:pt x="156" y="410"/>
                    </a:lnTo>
                    <a:lnTo>
                      <a:pt x="156" y="413"/>
                    </a:lnTo>
                    <a:lnTo>
                      <a:pt x="156" y="413"/>
                    </a:lnTo>
                    <a:lnTo>
                      <a:pt x="156" y="413"/>
                    </a:lnTo>
                    <a:lnTo>
                      <a:pt x="156" y="413"/>
                    </a:lnTo>
                    <a:lnTo>
                      <a:pt x="156" y="415"/>
                    </a:lnTo>
                    <a:lnTo>
                      <a:pt x="156" y="415"/>
                    </a:lnTo>
                    <a:lnTo>
                      <a:pt x="156" y="417"/>
                    </a:lnTo>
                    <a:lnTo>
                      <a:pt x="158" y="417"/>
                    </a:lnTo>
                    <a:lnTo>
                      <a:pt x="158" y="417"/>
                    </a:lnTo>
                    <a:lnTo>
                      <a:pt x="158" y="417"/>
                    </a:lnTo>
                    <a:lnTo>
                      <a:pt x="158" y="417"/>
                    </a:lnTo>
                    <a:lnTo>
                      <a:pt x="158" y="420"/>
                    </a:lnTo>
                    <a:lnTo>
                      <a:pt x="158" y="420"/>
                    </a:lnTo>
                    <a:lnTo>
                      <a:pt x="158" y="420"/>
                    </a:lnTo>
                    <a:lnTo>
                      <a:pt x="158" y="422"/>
                    </a:lnTo>
                    <a:lnTo>
                      <a:pt x="158" y="422"/>
                    </a:lnTo>
                    <a:lnTo>
                      <a:pt x="158" y="422"/>
                    </a:lnTo>
                    <a:lnTo>
                      <a:pt x="158" y="422"/>
                    </a:lnTo>
                    <a:lnTo>
                      <a:pt x="158" y="425"/>
                    </a:lnTo>
                    <a:lnTo>
                      <a:pt x="161" y="425"/>
                    </a:lnTo>
                    <a:lnTo>
                      <a:pt x="161" y="425"/>
                    </a:lnTo>
                    <a:lnTo>
                      <a:pt x="161" y="427"/>
                    </a:lnTo>
                    <a:lnTo>
                      <a:pt x="158" y="427"/>
                    </a:lnTo>
                    <a:lnTo>
                      <a:pt x="158" y="427"/>
                    </a:lnTo>
                    <a:lnTo>
                      <a:pt x="158" y="427"/>
                    </a:lnTo>
                    <a:lnTo>
                      <a:pt x="158" y="429"/>
                    </a:lnTo>
                    <a:lnTo>
                      <a:pt x="158" y="429"/>
                    </a:lnTo>
                    <a:lnTo>
                      <a:pt x="158" y="429"/>
                    </a:lnTo>
                    <a:lnTo>
                      <a:pt x="156" y="429"/>
                    </a:lnTo>
                    <a:lnTo>
                      <a:pt x="156" y="429"/>
                    </a:lnTo>
                    <a:lnTo>
                      <a:pt x="156" y="432"/>
                    </a:lnTo>
                    <a:lnTo>
                      <a:pt x="156" y="432"/>
                    </a:lnTo>
                    <a:lnTo>
                      <a:pt x="156" y="432"/>
                    </a:lnTo>
                    <a:lnTo>
                      <a:pt x="156" y="432"/>
                    </a:lnTo>
                    <a:lnTo>
                      <a:pt x="156" y="434"/>
                    </a:lnTo>
                    <a:lnTo>
                      <a:pt x="156" y="434"/>
                    </a:lnTo>
                    <a:lnTo>
                      <a:pt x="156" y="436"/>
                    </a:lnTo>
                    <a:lnTo>
                      <a:pt x="154" y="436"/>
                    </a:lnTo>
                    <a:lnTo>
                      <a:pt x="154" y="436"/>
                    </a:lnTo>
                    <a:lnTo>
                      <a:pt x="154" y="436"/>
                    </a:lnTo>
                    <a:lnTo>
                      <a:pt x="154" y="439"/>
                    </a:lnTo>
                    <a:lnTo>
                      <a:pt x="154" y="439"/>
                    </a:lnTo>
                    <a:lnTo>
                      <a:pt x="151" y="439"/>
                    </a:lnTo>
                    <a:lnTo>
                      <a:pt x="151" y="441"/>
                    </a:lnTo>
                    <a:lnTo>
                      <a:pt x="151" y="441"/>
                    </a:lnTo>
                    <a:lnTo>
                      <a:pt x="151" y="441"/>
                    </a:lnTo>
                    <a:lnTo>
                      <a:pt x="151" y="441"/>
                    </a:lnTo>
                    <a:lnTo>
                      <a:pt x="151" y="441"/>
                    </a:lnTo>
                    <a:lnTo>
                      <a:pt x="151" y="444"/>
                    </a:lnTo>
                    <a:lnTo>
                      <a:pt x="149" y="444"/>
                    </a:lnTo>
                    <a:lnTo>
                      <a:pt x="149" y="444"/>
                    </a:lnTo>
                    <a:lnTo>
                      <a:pt x="149" y="444"/>
                    </a:lnTo>
                    <a:lnTo>
                      <a:pt x="149" y="446"/>
                    </a:lnTo>
                    <a:lnTo>
                      <a:pt x="149" y="446"/>
                    </a:lnTo>
                    <a:lnTo>
                      <a:pt x="149" y="446"/>
                    </a:lnTo>
                    <a:lnTo>
                      <a:pt x="146" y="446"/>
                    </a:lnTo>
                    <a:lnTo>
                      <a:pt x="146" y="446"/>
                    </a:lnTo>
                    <a:lnTo>
                      <a:pt x="146" y="448"/>
                    </a:lnTo>
                    <a:lnTo>
                      <a:pt x="146" y="448"/>
                    </a:lnTo>
                    <a:lnTo>
                      <a:pt x="146" y="451"/>
                    </a:lnTo>
                    <a:lnTo>
                      <a:pt x="144" y="451"/>
                    </a:lnTo>
                    <a:lnTo>
                      <a:pt x="144" y="451"/>
                    </a:lnTo>
                    <a:lnTo>
                      <a:pt x="144" y="451"/>
                    </a:lnTo>
                    <a:lnTo>
                      <a:pt x="144" y="451"/>
                    </a:lnTo>
                    <a:lnTo>
                      <a:pt x="144" y="451"/>
                    </a:lnTo>
                    <a:lnTo>
                      <a:pt x="142" y="451"/>
                    </a:lnTo>
                    <a:lnTo>
                      <a:pt x="142" y="453"/>
                    </a:lnTo>
                    <a:lnTo>
                      <a:pt x="142" y="453"/>
                    </a:lnTo>
                    <a:lnTo>
                      <a:pt x="142" y="453"/>
                    </a:lnTo>
                    <a:lnTo>
                      <a:pt x="142" y="455"/>
                    </a:lnTo>
                    <a:lnTo>
                      <a:pt x="142" y="455"/>
                    </a:lnTo>
                    <a:lnTo>
                      <a:pt x="142" y="458"/>
                    </a:lnTo>
                    <a:lnTo>
                      <a:pt x="142" y="458"/>
                    </a:lnTo>
                    <a:lnTo>
                      <a:pt x="142" y="458"/>
                    </a:lnTo>
                    <a:lnTo>
                      <a:pt x="142" y="458"/>
                    </a:lnTo>
                    <a:lnTo>
                      <a:pt x="142" y="460"/>
                    </a:lnTo>
                    <a:lnTo>
                      <a:pt x="142" y="460"/>
                    </a:lnTo>
                    <a:lnTo>
                      <a:pt x="142" y="460"/>
                    </a:lnTo>
                    <a:lnTo>
                      <a:pt x="142" y="462"/>
                    </a:lnTo>
                    <a:lnTo>
                      <a:pt x="142" y="462"/>
                    </a:lnTo>
                    <a:lnTo>
                      <a:pt x="142" y="462"/>
                    </a:lnTo>
                    <a:lnTo>
                      <a:pt x="139" y="462"/>
                    </a:lnTo>
                    <a:lnTo>
                      <a:pt x="139" y="465"/>
                    </a:lnTo>
                    <a:lnTo>
                      <a:pt x="139" y="465"/>
                    </a:lnTo>
                    <a:lnTo>
                      <a:pt x="139" y="467"/>
                    </a:lnTo>
                    <a:lnTo>
                      <a:pt x="139" y="467"/>
                    </a:lnTo>
                    <a:lnTo>
                      <a:pt x="139" y="467"/>
                    </a:lnTo>
                    <a:lnTo>
                      <a:pt x="137" y="467"/>
                    </a:lnTo>
                    <a:lnTo>
                      <a:pt x="137" y="470"/>
                    </a:lnTo>
                    <a:lnTo>
                      <a:pt x="137" y="470"/>
                    </a:lnTo>
                    <a:lnTo>
                      <a:pt x="137" y="470"/>
                    </a:lnTo>
                    <a:lnTo>
                      <a:pt x="137" y="472"/>
                    </a:lnTo>
                    <a:lnTo>
                      <a:pt x="137" y="472"/>
                    </a:lnTo>
                    <a:lnTo>
                      <a:pt x="137" y="472"/>
                    </a:lnTo>
                    <a:lnTo>
                      <a:pt x="137" y="472"/>
                    </a:lnTo>
                    <a:lnTo>
                      <a:pt x="135" y="472"/>
                    </a:lnTo>
                    <a:lnTo>
                      <a:pt x="135" y="472"/>
                    </a:lnTo>
                    <a:lnTo>
                      <a:pt x="135" y="472"/>
                    </a:lnTo>
                    <a:lnTo>
                      <a:pt x="135" y="472"/>
                    </a:lnTo>
                    <a:lnTo>
                      <a:pt x="135" y="470"/>
                    </a:lnTo>
                    <a:lnTo>
                      <a:pt x="135" y="470"/>
                    </a:lnTo>
                    <a:lnTo>
                      <a:pt x="135" y="470"/>
                    </a:lnTo>
                    <a:lnTo>
                      <a:pt x="135" y="467"/>
                    </a:lnTo>
                    <a:lnTo>
                      <a:pt x="135" y="467"/>
                    </a:lnTo>
                    <a:lnTo>
                      <a:pt x="135" y="467"/>
                    </a:lnTo>
                    <a:lnTo>
                      <a:pt x="135" y="465"/>
                    </a:lnTo>
                    <a:lnTo>
                      <a:pt x="135" y="465"/>
                    </a:lnTo>
                    <a:lnTo>
                      <a:pt x="135" y="465"/>
                    </a:lnTo>
                    <a:lnTo>
                      <a:pt x="135" y="462"/>
                    </a:lnTo>
                    <a:lnTo>
                      <a:pt x="135" y="462"/>
                    </a:lnTo>
                    <a:lnTo>
                      <a:pt x="135" y="462"/>
                    </a:lnTo>
                    <a:lnTo>
                      <a:pt x="135" y="460"/>
                    </a:lnTo>
                    <a:lnTo>
                      <a:pt x="135" y="460"/>
                    </a:lnTo>
                    <a:lnTo>
                      <a:pt x="135" y="460"/>
                    </a:lnTo>
                    <a:lnTo>
                      <a:pt x="135" y="458"/>
                    </a:lnTo>
                    <a:lnTo>
                      <a:pt x="135" y="458"/>
                    </a:lnTo>
                    <a:lnTo>
                      <a:pt x="135" y="455"/>
                    </a:lnTo>
                    <a:lnTo>
                      <a:pt x="132" y="455"/>
                    </a:lnTo>
                    <a:lnTo>
                      <a:pt x="132" y="455"/>
                    </a:lnTo>
                    <a:lnTo>
                      <a:pt x="132" y="453"/>
                    </a:lnTo>
                    <a:lnTo>
                      <a:pt x="132" y="453"/>
                    </a:lnTo>
                    <a:lnTo>
                      <a:pt x="135" y="453"/>
                    </a:lnTo>
                    <a:lnTo>
                      <a:pt x="135" y="451"/>
                    </a:lnTo>
                    <a:lnTo>
                      <a:pt x="135" y="451"/>
                    </a:lnTo>
                    <a:lnTo>
                      <a:pt x="135" y="451"/>
                    </a:lnTo>
                    <a:lnTo>
                      <a:pt x="135" y="448"/>
                    </a:lnTo>
                    <a:lnTo>
                      <a:pt x="135" y="448"/>
                    </a:lnTo>
                    <a:lnTo>
                      <a:pt x="132" y="448"/>
                    </a:lnTo>
                    <a:lnTo>
                      <a:pt x="132" y="446"/>
                    </a:lnTo>
                    <a:lnTo>
                      <a:pt x="132" y="446"/>
                    </a:lnTo>
                    <a:lnTo>
                      <a:pt x="132" y="444"/>
                    </a:lnTo>
                    <a:lnTo>
                      <a:pt x="135" y="444"/>
                    </a:lnTo>
                    <a:lnTo>
                      <a:pt x="135" y="444"/>
                    </a:lnTo>
                    <a:lnTo>
                      <a:pt x="135" y="444"/>
                    </a:lnTo>
                    <a:lnTo>
                      <a:pt x="135" y="441"/>
                    </a:lnTo>
                    <a:lnTo>
                      <a:pt x="137" y="441"/>
                    </a:lnTo>
                    <a:lnTo>
                      <a:pt x="137" y="444"/>
                    </a:lnTo>
                    <a:lnTo>
                      <a:pt x="137" y="444"/>
                    </a:lnTo>
                    <a:lnTo>
                      <a:pt x="137" y="444"/>
                    </a:lnTo>
                    <a:lnTo>
                      <a:pt x="137" y="441"/>
                    </a:lnTo>
                    <a:lnTo>
                      <a:pt x="137" y="441"/>
                    </a:lnTo>
                    <a:lnTo>
                      <a:pt x="139" y="441"/>
                    </a:lnTo>
                    <a:lnTo>
                      <a:pt x="139" y="441"/>
                    </a:lnTo>
                    <a:lnTo>
                      <a:pt x="139" y="441"/>
                    </a:lnTo>
                    <a:lnTo>
                      <a:pt x="139" y="439"/>
                    </a:lnTo>
                    <a:lnTo>
                      <a:pt x="139" y="439"/>
                    </a:lnTo>
                    <a:lnTo>
                      <a:pt x="139" y="436"/>
                    </a:lnTo>
                    <a:lnTo>
                      <a:pt x="139" y="436"/>
                    </a:lnTo>
                    <a:lnTo>
                      <a:pt x="139" y="436"/>
                    </a:lnTo>
                    <a:lnTo>
                      <a:pt x="139" y="434"/>
                    </a:lnTo>
                    <a:lnTo>
                      <a:pt x="139" y="434"/>
                    </a:lnTo>
                    <a:lnTo>
                      <a:pt x="139" y="432"/>
                    </a:lnTo>
                    <a:lnTo>
                      <a:pt x="139" y="432"/>
                    </a:lnTo>
                    <a:lnTo>
                      <a:pt x="139" y="432"/>
                    </a:lnTo>
                    <a:lnTo>
                      <a:pt x="139" y="432"/>
                    </a:lnTo>
                    <a:lnTo>
                      <a:pt x="139" y="429"/>
                    </a:lnTo>
                    <a:lnTo>
                      <a:pt x="139" y="429"/>
                    </a:lnTo>
                    <a:lnTo>
                      <a:pt x="139" y="429"/>
                    </a:lnTo>
                    <a:lnTo>
                      <a:pt x="137" y="429"/>
                    </a:lnTo>
                    <a:lnTo>
                      <a:pt x="137" y="427"/>
                    </a:lnTo>
                    <a:lnTo>
                      <a:pt x="137" y="427"/>
                    </a:lnTo>
                    <a:lnTo>
                      <a:pt x="137" y="429"/>
                    </a:lnTo>
                    <a:lnTo>
                      <a:pt x="137" y="429"/>
                    </a:lnTo>
                    <a:lnTo>
                      <a:pt x="137" y="432"/>
                    </a:lnTo>
                    <a:lnTo>
                      <a:pt x="137" y="432"/>
                    </a:lnTo>
                    <a:lnTo>
                      <a:pt x="137" y="432"/>
                    </a:lnTo>
                    <a:lnTo>
                      <a:pt x="137" y="432"/>
                    </a:lnTo>
                    <a:lnTo>
                      <a:pt x="137" y="434"/>
                    </a:lnTo>
                    <a:lnTo>
                      <a:pt x="137" y="434"/>
                    </a:lnTo>
                    <a:lnTo>
                      <a:pt x="137" y="436"/>
                    </a:lnTo>
                    <a:lnTo>
                      <a:pt x="135" y="436"/>
                    </a:lnTo>
                    <a:lnTo>
                      <a:pt x="135" y="436"/>
                    </a:lnTo>
                    <a:lnTo>
                      <a:pt x="135" y="434"/>
                    </a:lnTo>
                    <a:lnTo>
                      <a:pt x="135" y="434"/>
                    </a:lnTo>
                    <a:lnTo>
                      <a:pt x="135" y="434"/>
                    </a:lnTo>
                    <a:lnTo>
                      <a:pt x="135" y="432"/>
                    </a:lnTo>
                    <a:lnTo>
                      <a:pt x="135" y="432"/>
                    </a:lnTo>
                    <a:lnTo>
                      <a:pt x="135" y="432"/>
                    </a:lnTo>
                    <a:lnTo>
                      <a:pt x="132" y="432"/>
                    </a:lnTo>
                    <a:lnTo>
                      <a:pt x="132" y="432"/>
                    </a:lnTo>
                    <a:lnTo>
                      <a:pt x="132" y="432"/>
                    </a:lnTo>
                    <a:lnTo>
                      <a:pt x="132" y="429"/>
                    </a:lnTo>
                    <a:lnTo>
                      <a:pt x="132" y="429"/>
                    </a:lnTo>
                    <a:lnTo>
                      <a:pt x="132" y="427"/>
                    </a:lnTo>
                    <a:lnTo>
                      <a:pt x="132" y="427"/>
                    </a:lnTo>
                    <a:lnTo>
                      <a:pt x="132" y="429"/>
                    </a:lnTo>
                    <a:lnTo>
                      <a:pt x="132" y="429"/>
                    </a:lnTo>
                    <a:lnTo>
                      <a:pt x="130" y="429"/>
                    </a:lnTo>
                    <a:lnTo>
                      <a:pt x="130" y="432"/>
                    </a:lnTo>
                    <a:lnTo>
                      <a:pt x="132" y="432"/>
                    </a:lnTo>
                    <a:lnTo>
                      <a:pt x="132" y="432"/>
                    </a:lnTo>
                    <a:lnTo>
                      <a:pt x="132" y="432"/>
                    </a:lnTo>
                    <a:lnTo>
                      <a:pt x="130" y="432"/>
                    </a:lnTo>
                    <a:lnTo>
                      <a:pt x="130" y="434"/>
                    </a:lnTo>
                    <a:lnTo>
                      <a:pt x="130" y="434"/>
                    </a:lnTo>
                    <a:lnTo>
                      <a:pt x="130" y="436"/>
                    </a:lnTo>
                    <a:lnTo>
                      <a:pt x="130" y="436"/>
                    </a:lnTo>
                    <a:lnTo>
                      <a:pt x="130" y="439"/>
                    </a:lnTo>
                    <a:lnTo>
                      <a:pt x="130" y="439"/>
                    </a:lnTo>
                    <a:lnTo>
                      <a:pt x="132" y="439"/>
                    </a:lnTo>
                    <a:lnTo>
                      <a:pt x="132" y="441"/>
                    </a:lnTo>
                    <a:lnTo>
                      <a:pt x="130" y="441"/>
                    </a:lnTo>
                    <a:lnTo>
                      <a:pt x="130" y="441"/>
                    </a:lnTo>
                    <a:lnTo>
                      <a:pt x="130" y="441"/>
                    </a:lnTo>
                    <a:lnTo>
                      <a:pt x="130" y="441"/>
                    </a:lnTo>
                    <a:lnTo>
                      <a:pt x="130" y="441"/>
                    </a:lnTo>
                    <a:lnTo>
                      <a:pt x="130" y="439"/>
                    </a:lnTo>
                    <a:lnTo>
                      <a:pt x="130" y="439"/>
                    </a:lnTo>
                    <a:lnTo>
                      <a:pt x="130" y="436"/>
                    </a:lnTo>
                    <a:lnTo>
                      <a:pt x="130" y="436"/>
                    </a:lnTo>
                    <a:lnTo>
                      <a:pt x="130" y="434"/>
                    </a:lnTo>
                    <a:lnTo>
                      <a:pt x="128" y="434"/>
                    </a:lnTo>
                    <a:lnTo>
                      <a:pt x="128" y="436"/>
                    </a:lnTo>
                    <a:lnTo>
                      <a:pt x="128" y="436"/>
                    </a:lnTo>
                    <a:lnTo>
                      <a:pt x="128" y="436"/>
                    </a:lnTo>
                    <a:lnTo>
                      <a:pt x="128" y="436"/>
                    </a:lnTo>
                    <a:lnTo>
                      <a:pt x="125" y="436"/>
                    </a:lnTo>
                    <a:lnTo>
                      <a:pt x="125" y="434"/>
                    </a:lnTo>
                    <a:lnTo>
                      <a:pt x="125" y="434"/>
                    </a:lnTo>
                    <a:lnTo>
                      <a:pt x="125" y="432"/>
                    </a:lnTo>
                    <a:lnTo>
                      <a:pt x="128" y="432"/>
                    </a:lnTo>
                    <a:lnTo>
                      <a:pt x="128" y="432"/>
                    </a:lnTo>
                    <a:lnTo>
                      <a:pt x="128" y="432"/>
                    </a:lnTo>
                    <a:lnTo>
                      <a:pt x="128" y="432"/>
                    </a:lnTo>
                    <a:lnTo>
                      <a:pt x="128" y="429"/>
                    </a:lnTo>
                    <a:lnTo>
                      <a:pt x="130" y="429"/>
                    </a:lnTo>
                    <a:lnTo>
                      <a:pt x="130" y="429"/>
                    </a:lnTo>
                    <a:lnTo>
                      <a:pt x="130" y="427"/>
                    </a:lnTo>
                    <a:lnTo>
                      <a:pt x="130" y="427"/>
                    </a:lnTo>
                    <a:lnTo>
                      <a:pt x="130" y="427"/>
                    </a:lnTo>
                    <a:lnTo>
                      <a:pt x="130" y="425"/>
                    </a:lnTo>
                    <a:lnTo>
                      <a:pt x="130" y="425"/>
                    </a:lnTo>
                    <a:lnTo>
                      <a:pt x="130" y="425"/>
                    </a:lnTo>
                    <a:lnTo>
                      <a:pt x="128" y="425"/>
                    </a:lnTo>
                    <a:lnTo>
                      <a:pt x="128" y="422"/>
                    </a:lnTo>
                    <a:lnTo>
                      <a:pt x="130" y="422"/>
                    </a:lnTo>
                    <a:lnTo>
                      <a:pt x="130" y="422"/>
                    </a:lnTo>
                    <a:lnTo>
                      <a:pt x="130" y="422"/>
                    </a:lnTo>
                    <a:lnTo>
                      <a:pt x="130" y="422"/>
                    </a:lnTo>
                    <a:lnTo>
                      <a:pt x="130" y="422"/>
                    </a:lnTo>
                    <a:lnTo>
                      <a:pt x="130" y="420"/>
                    </a:lnTo>
                    <a:lnTo>
                      <a:pt x="130" y="420"/>
                    </a:lnTo>
                    <a:lnTo>
                      <a:pt x="130" y="420"/>
                    </a:lnTo>
                    <a:lnTo>
                      <a:pt x="130" y="422"/>
                    </a:lnTo>
                    <a:lnTo>
                      <a:pt x="130" y="422"/>
                    </a:lnTo>
                    <a:lnTo>
                      <a:pt x="132" y="422"/>
                    </a:lnTo>
                    <a:lnTo>
                      <a:pt x="132" y="422"/>
                    </a:lnTo>
                    <a:lnTo>
                      <a:pt x="132" y="425"/>
                    </a:lnTo>
                    <a:lnTo>
                      <a:pt x="132" y="425"/>
                    </a:lnTo>
                    <a:lnTo>
                      <a:pt x="132" y="425"/>
                    </a:lnTo>
                    <a:lnTo>
                      <a:pt x="132" y="425"/>
                    </a:lnTo>
                    <a:lnTo>
                      <a:pt x="132" y="422"/>
                    </a:lnTo>
                    <a:lnTo>
                      <a:pt x="132" y="422"/>
                    </a:lnTo>
                    <a:lnTo>
                      <a:pt x="135" y="422"/>
                    </a:lnTo>
                    <a:lnTo>
                      <a:pt x="135" y="422"/>
                    </a:lnTo>
                    <a:lnTo>
                      <a:pt x="132" y="422"/>
                    </a:lnTo>
                    <a:lnTo>
                      <a:pt x="132" y="422"/>
                    </a:lnTo>
                    <a:lnTo>
                      <a:pt x="132" y="420"/>
                    </a:lnTo>
                    <a:lnTo>
                      <a:pt x="132" y="420"/>
                    </a:lnTo>
                    <a:lnTo>
                      <a:pt x="132" y="420"/>
                    </a:lnTo>
                    <a:lnTo>
                      <a:pt x="132" y="417"/>
                    </a:lnTo>
                    <a:lnTo>
                      <a:pt x="132" y="417"/>
                    </a:lnTo>
                    <a:lnTo>
                      <a:pt x="132" y="415"/>
                    </a:lnTo>
                    <a:lnTo>
                      <a:pt x="132" y="415"/>
                    </a:lnTo>
                    <a:lnTo>
                      <a:pt x="132" y="413"/>
                    </a:lnTo>
                    <a:lnTo>
                      <a:pt x="132" y="413"/>
                    </a:lnTo>
                    <a:lnTo>
                      <a:pt x="132" y="413"/>
                    </a:lnTo>
                    <a:lnTo>
                      <a:pt x="130" y="413"/>
                    </a:lnTo>
                    <a:lnTo>
                      <a:pt x="130" y="413"/>
                    </a:lnTo>
                    <a:lnTo>
                      <a:pt x="130" y="413"/>
                    </a:lnTo>
                    <a:lnTo>
                      <a:pt x="130" y="415"/>
                    </a:lnTo>
                    <a:lnTo>
                      <a:pt x="130" y="415"/>
                    </a:lnTo>
                    <a:lnTo>
                      <a:pt x="130" y="415"/>
                    </a:lnTo>
                    <a:lnTo>
                      <a:pt x="130" y="415"/>
                    </a:lnTo>
                    <a:lnTo>
                      <a:pt x="130" y="415"/>
                    </a:lnTo>
                    <a:lnTo>
                      <a:pt x="128" y="415"/>
                    </a:lnTo>
                    <a:lnTo>
                      <a:pt x="128" y="417"/>
                    </a:lnTo>
                    <a:lnTo>
                      <a:pt x="128" y="417"/>
                    </a:lnTo>
                    <a:lnTo>
                      <a:pt x="125" y="417"/>
                    </a:lnTo>
                    <a:lnTo>
                      <a:pt x="125" y="417"/>
                    </a:lnTo>
                    <a:lnTo>
                      <a:pt x="125" y="417"/>
                    </a:lnTo>
                    <a:lnTo>
                      <a:pt x="125" y="420"/>
                    </a:lnTo>
                    <a:lnTo>
                      <a:pt x="125" y="420"/>
                    </a:lnTo>
                    <a:lnTo>
                      <a:pt x="125" y="420"/>
                    </a:lnTo>
                    <a:lnTo>
                      <a:pt x="125" y="420"/>
                    </a:lnTo>
                    <a:lnTo>
                      <a:pt x="125" y="422"/>
                    </a:lnTo>
                    <a:lnTo>
                      <a:pt x="125" y="422"/>
                    </a:lnTo>
                    <a:lnTo>
                      <a:pt x="125" y="422"/>
                    </a:lnTo>
                    <a:lnTo>
                      <a:pt x="123" y="422"/>
                    </a:lnTo>
                    <a:lnTo>
                      <a:pt x="123" y="422"/>
                    </a:lnTo>
                    <a:lnTo>
                      <a:pt x="123" y="422"/>
                    </a:lnTo>
                    <a:lnTo>
                      <a:pt x="123" y="420"/>
                    </a:lnTo>
                    <a:lnTo>
                      <a:pt x="123" y="420"/>
                    </a:lnTo>
                    <a:lnTo>
                      <a:pt x="123" y="417"/>
                    </a:lnTo>
                    <a:lnTo>
                      <a:pt x="123" y="417"/>
                    </a:lnTo>
                    <a:lnTo>
                      <a:pt x="123" y="417"/>
                    </a:lnTo>
                    <a:lnTo>
                      <a:pt x="123" y="415"/>
                    </a:lnTo>
                    <a:lnTo>
                      <a:pt x="123" y="415"/>
                    </a:lnTo>
                    <a:lnTo>
                      <a:pt x="123" y="415"/>
                    </a:lnTo>
                    <a:lnTo>
                      <a:pt x="123" y="415"/>
                    </a:lnTo>
                    <a:lnTo>
                      <a:pt x="120" y="415"/>
                    </a:lnTo>
                    <a:lnTo>
                      <a:pt x="120" y="413"/>
                    </a:lnTo>
                    <a:lnTo>
                      <a:pt x="120" y="413"/>
                    </a:lnTo>
                    <a:lnTo>
                      <a:pt x="118" y="413"/>
                    </a:lnTo>
                    <a:lnTo>
                      <a:pt x="118" y="413"/>
                    </a:lnTo>
                    <a:lnTo>
                      <a:pt x="118" y="413"/>
                    </a:lnTo>
                    <a:lnTo>
                      <a:pt x="120" y="413"/>
                    </a:lnTo>
                    <a:lnTo>
                      <a:pt x="120" y="413"/>
                    </a:lnTo>
                    <a:lnTo>
                      <a:pt x="123" y="413"/>
                    </a:lnTo>
                    <a:lnTo>
                      <a:pt x="123" y="413"/>
                    </a:lnTo>
                    <a:lnTo>
                      <a:pt x="123" y="410"/>
                    </a:lnTo>
                    <a:lnTo>
                      <a:pt x="123" y="410"/>
                    </a:lnTo>
                    <a:lnTo>
                      <a:pt x="123" y="410"/>
                    </a:lnTo>
                    <a:lnTo>
                      <a:pt x="125" y="410"/>
                    </a:lnTo>
                    <a:lnTo>
                      <a:pt x="125" y="408"/>
                    </a:lnTo>
                    <a:lnTo>
                      <a:pt x="125" y="408"/>
                    </a:lnTo>
                    <a:lnTo>
                      <a:pt x="125" y="408"/>
                    </a:lnTo>
                    <a:lnTo>
                      <a:pt x="128" y="408"/>
                    </a:lnTo>
                    <a:lnTo>
                      <a:pt x="128" y="408"/>
                    </a:lnTo>
                    <a:lnTo>
                      <a:pt x="128" y="408"/>
                    </a:lnTo>
                    <a:lnTo>
                      <a:pt x="128" y="408"/>
                    </a:lnTo>
                    <a:lnTo>
                      <a:pt x="128" y="410"/>
                    </a:lnTo>
                    <a:lnTo>
                      <a:pt x="128" y="410"/>
                    </a:lnTo>
                    <a:lnTo>
                      <a:pt x="130" y="410"/>
                    </a:lnTo>
                    <a:lnTo>
                      <a:pt x="130" y="410"/>
                    </a:lnTo>
                    <a:lnTo>
                      <a:pt x="130" y="413"/>
                    </a:lnTo>
                    <a:lnTo>
                      <a:pt x="130" y="413"/>
                    </a:lnTo>
                    <a:lnTo>
                      <a:pt x="130" y="410"/>
                    </a:lnTo>
                    <a:lnTo>
                      <a:pt x="130" y="410"/>
                    </a:lnTo>
                    <a:lnTo>
                      <a:pt x="130" y="408"/>
                    </a:lnTo>
                    <a:lnTo>
                      <a:pt x="130" y="408"/>
                    </a:lnTo>
                    <a:lnTo>
                      <a:pt x="130" y="408"/>
                    </a:lnTo>
                    <a:lnTo>
                      <a:pt x="130" y="408"/>
                    </a:lnTo>
                    <a:lnTo>
                      <a:pt x="130" y="406"/>
                    </a:lnTo>
                    <a:lnTo>
                      <a:pt x="130" y="406"/>
                    </a:lnTo>
                    <a:lnTo>
                      <a:pt x="130" y="406"/>
                    </a:lnTo>
                    <a:lnTo>
                      <a:pt x="130" y="406"/>
                    </a:lnTo>
                    <a:lnTo>
                      <a:pt x="130" y="403"/>
                    </a:lnTo>
                    <a:lnTo>
                      <a:pt x="130" y="403"/>
                    </a:lnTo>
                    <a:lnTo>
                      <a:pt x="130" y="403"/>
                    </a:lnTo>
                    <a:lnTo>
                      <a:pt x="132" y="403"/>
                    </a:lnTo>
                    <a:lnTo>
                      <a:pt x="132" y="401"/>
                    </a:lnTo>
                    <a:lnTo>
                      <a:pt x="130" y="401"/>
                    </a:lnTo>
                    <a:lnTo>
                      <a:pt x="130" y="401"/>
                    </a:lnTo>
                    <a:lnTo>
                      <a:pt x="132" y="401"/>
                    </a:lnTo>
                    <a:lnTo>
                      <a:pt x="132" y="401"/>
                    </a:lnTo>
                    <a:lnTo>
                      <a:pt x="132" y="401"/>
                    </a:lnTo>
                    <a:lnTo>
                      <a:pt x="132" y="403"/>
                    </a:lnTo>
                    <a:lnTo>
                      <a:pt x="132" y="403"/>
                    </a:lnTo>
                    <a:lnTo>
                      <a:pt x="132" y="403"/>
                    </a:lnTo>
                    <a:lnTo>
                      <a:pt x="132" y="403"/>
                    </a:lnTo>
                    <a:lnTo>
                      <a:pt x="135" y="403"/>
                    </a:lnTo>
                    <a:lnTo>
                      <a:pt x="135" y="403"/>
                    </a:lnTo>
                    <a:lnTo>
                      <a:pt x="135" y="406"/>
                    </a:lnTo>
                    <a:lnTo>
                      <a:pt x="135" y="406"/>
                    </a:lnTo>
                    <a:lnTo>
                      <a:pt x="137" y="406"/>
                    </a:lnTo>
                    <a:lnTo>
                      <a:pt x="137" y="408"/>
                    </a:lnTo>
                    <a:lnTo>
                      <a:pt x="137" y="408"/>
                    </a:lnTo>
                    <a:lnTo>
                      <a:pt x="137" y="406"/>
                    </a:lnTo>
                    <a:lnTo>
                      <a:pt x="137" y="406"/>
                    </a:lnTo>
                    <a:lnTo>
                      <a:pt x="137" y="406"/>
                    </a:lnTo>
                    <a:lnTo>
                      <a:pt x="137" y="403"/>
                    </a:lnTo>
                    <a:lnTo>
                      <a:pt x="137" y="403"/>
                    </a:lnTo>
                    <a:lnTo>
                      <a:pt x="137" y="403"/>
                    </a:lnTo>
                    <a:lnTo>
                      <a:pt x="137" y="403"/>
                    </a:lnTo>
                    <a:lnTo>
                      <a:pt x="137" y="401"/>
                    </a:lnTo>
                    <a:lnTo>
                      <a:pt x="137" y="401"/>
                    </a:lnTo>
                    <a:lnTo>
                      <a:pt x="137" y="401"/>
                    </a:lnTo>
                    <a:lnTo>
                      <a:pt x="137" y="398"/>
                    </a:lnTo>
                    <a:lnTo>
                      <a:pt x="137" y="398"/>
                    </a:lnTo>
                    <a:lnTo>
                      <a:pt x="137" y="398"/>
                    </a:lnTo>
                    <a:lnTo>
                      <a:pt x="137" y="398"/>
                    </a:lnTo>
                    <a:lnTo>
                      <a:pt x="137" y="396"/>
                    </a:lnTo>
                    <a:lnTo>
                      <a:pt x="135" y="396"/>
                    </a:lnTo>
                    <a:lnTo>
                      <a:pt x="135" y="396"/>
                    </a:lnTo>
                    <a:lnTo>
                      <a:pt x="137" y="396"/>
                    </a:lnTo>
                    <a:lnTo>
                      <a:pt x="137" y="396"/>
                    </a:lnTo>
                    <a:lnTo>
                      <a:pt x="137" y="394"/>
                    </a:lnTo>
                    <a:lnTo>
                      <a:pt x="137" y="394"/>
                    </a:lnTo>
                    <a:lnTo>
                      <a:pt x="137" y="394"/>
                    </a:lnTo>
                    <a:lnTo>
                      <a:pt x="137" y="391"/>
                    </a:lnTo>
                    <a:lnTo>
                      <a:pt x="135" y="391"/>
                    </a:lnTo>
                    <a:lnTo>
                      <a:pt x="135" y="391"/>
                    </a:lnTo>
                    <a:lnTo>
                      <a:pt x="135" y="391"/>
                    </a:lnTo>
                    <a:lnTo>
                      <a:pt x="135" y="391"/>
                    </a:lnTo>
                    <a:lnTo>
                      <a:pt x="135" y="389"/>
                    </a:lnTo>
                    <a:lnTo>
                      <a:pt x="135" y="389"/>
                    </a:lnTo>
                    <a:lnTo>
                      <a:pt x="135" y="387"/>
                    </a:lnTo>
                    <a:lnTo>
                      <a:pt x="135" y="387"/>
                    </a:lnTo>
                    <a:lnTo>
                      <a:pt x="132" y="387"/>
                    </a:lnTo>
                    <a:lnTo>
                      <a:pt x="132" y="384"/>
                    </a:lnTo>
                    <a:lnTo>
                      <a:pt x="132" y="384"/>
                    </a:lnTo>
                    <a:lnTo>
                      <a:pt x="132" y="384"/>
                    </a:lnTo>
                    <a:lnTo>
                      <a:pt x="132" y="382"/>
                    </a:lnTo>
                    <a:lnTo>
                      <a:pt x="132" y="382"/>
                    </a:lnTo>
                    <a:lnTo>
                      <a:pt x="132" y="382"/>
                    </a:lnTo>
                    <a:lnTo>
                      <a:pt x="132" y="382"/>
                    </a:lnTo>
                    <a:lnTo>
                      <a:pt x="132" y="380"/>
                    </a:lnTo>
                    <a:lnTo>
                      <a:pt x="132" y="380"/>
                    </a:lnTo>
                    <a:lnTo>
                      <a:pt x="130" y="380"/>
                    </a:lnTo>
                    <a:lnTo>
                      <a:pt x="130" y="380"/>
                    </a:lnTo>
                    <a:lnTo>
                      <a:pt x="130" y="380"/>
                    </a:lnTo>
                    <a:lnTo>
                      <a:pt x="130" y="380"/>
                    </a:lnTo>
                    <a:lnTo>
                      <a:pt x="130" y="382"/>
                    </a:lnTo>
                    <a:lnTo>
                      <a:pt x="130" y="382"/>
                    </a:lnTo>
                    <a:lnTo>
                      <a:pt x="128" y="382"/>
                    </a:lnTo>
                    <a:lnTo>
                      <a:pt x="128" y="382"/>
                    </a:lnTo>
                    <a:lnTo>
                      <a:pt x="128" y="382"/>
                    </a:lnTo>
                    <a:lnTo>
                      <a:pt x="125" y="382"/>
                    </a:lnTo>
                    <a:lnTo>
                      <a:pt x="125" y="380"/>
                    </a:lnTo>
                    <a:lnTo>
                      <a:pt x="125" y="380"/>
                    </a:lnTo>
                    <a:lnTo>
                      <a:pt x="128" y="380"/>
                    </a:lnTo>
                    <a:lnTo>
                      <a:pt x="128" y="377"/>
                    </a:lnTo>
                    <a:lnTo>
                      <a:pt x="125" y="377"/>
                    </a:lnTo>
                    <a:lnTo>
                      <a:pt x="125" y="377"/>
                    </a:lnTo>
                    <a:lnTo>
                      <a:pt x="125" y="377"/>
                    </a:lnTo>
                    <a:lnTo>
                      <a:pt x="125" y="375"/>
                    </a:lnTo>
                    <a:lnTo>
                      <a:pt x="125" y="375"/>
                    </a:lnTo>
                    <a:lnTo>
                      <a:pt x="125" y="372"/>
                    </a:lnTo>
                    <a:lnTo>
                      <a:pt x="125" y="372"/>
                    </a:lnTo>
                    <a:lnTo>
                      <a:pt x="125" y="372"/>
                    </a:lnTo>
                    <a:lnTo>
                      <a:pt x="125" y="372"/>
                    </a:lnTo>
                    <a:lnTo>
                      <a:pt x="125" y="372"/>
                    </a:lnTo>
                    <a:lnTo>
                      <a:pt x="125" y="370"/>
                    </a:lnTo>
                    <a:lnTo>
                      <a:pt x="125" y="370"/>
                    </a:lnTo>
                    <a:lnTo>
                      <a:pt x="125" y="368"/>
                    </a:lnTo>
                    <a:lnTo>
                      <a:pt x="125" y="368"/>
                    </a:lnTo>
                    <a:lnTo>
                      <a:pt x="125" y="365"/>
                    </a:lnTo>
                    <a:lnTo>
                      <a:pt x="125" y="365"/>
                    </a:lnTo>
                    <a:lnTo>
                      <a:pt x="125" y="365"/>
                    </a:lnTo>
                    <a:lnTo>
                      <a:pt x="125" y="365"/>
                    </a:lnTo>
                    <a:lnTo>
                      <a:pt x="125" y="363"/>
                    </a:lnTo>
                    <a:lnTo>
                      <a:pt x="125" y="363"/>
                    </a:lnTo>
                    <a:lnTo>
                      <a:pt x="125" y="363"/>
                    </a:lnTo>
                    <a:lnTo>
                      <a:pt x="123" y="363"/>
                    </a:lnTo>
                    <a:lnTo>
                      <a:pt x="123" y="363"/>
                    </a:lnTo>
                    <a:lnTo>
                      <a:pt x="123" y="361"/>
                    </a:lnTo>
                    <a:lnTo>
                      <a:pt x="123" y="361"/>
                    </a:lnTo>
                    <a:lnTo>
                      <a:pt x="123" y="358"/>
                    </a:lnTo>
                    <a:lnTo>
                      <a:pt x="123" y="358"/>
                    </a:lnTo>
                    <a:lnTo>
                      <a:pt x="123" y="358"/>
                    </a:lnTo>
                    <a:lnTo>
                      <a:pt x="123" y="356"/>
                    </a:lnTo>
                    <a:lnTo>
                      <a:pt x="123" y="356"/>
                    </a:lnTo>
                    <a:lnTo>
                      <a:pt x="123" y="356"/>
                    </a:lnTo>
                    <a:lnTo>
                      <a:pt x="123" y="353"/>
                    </a:lnTo>
                    <a:lnTo>
                      <a:pt x="123" y="353"/>
                    </a:lnTo>
                    <a:lnTo>
                      <a:pt x="120" y="353"/>
                    </a:lnTo>
                    <a:lnTo>
                      <a:pt x="120" y="353"/>
                    </a:lnTo>
                    <a:lnTo>
                      <a:pt x="120" y="351"/>
                    </a:lnTo>
                    <a:lnTo>
                      <a:pt x="120" y="351"/>
                    </a:lnTo>
                    <a:lnTo>
                      <a:pt x="120" y="351"/>
                    </a:lnTo>
                    <a:lnTo>
                      <a:pt x="120" y="349"/>
                    </a:lnTo>
                    <a:lnTo>
                      <a:pt x="120" y="349"/>
                    </a:lnTo>
                    <a:lnTo>
                      <a:pt x="118" y="349"/>
                    </a:lnTo>
                    <a:lnTo>
                      <a:pt x="118" y="346"/>
                    </a:lnTo>
                    <a:lnTo>
                      <a:pt x="118" y="346"/>
                    </a:lnTo>
                    <a:lnTo>
                      <a:pt x="120" y="346"/>
                    </a:lnTo>
                    <a:lnTo>
                      <a:pt x="120" y="344"/>
                    </a:lnTo>
                    <a:lnTo>
                      <a:pt x="118" y="344"/>
                    </a:lnTo>
                    <a:lnTo>
                      <a:pt x="118" y="344"/>
                    </a:lnTo>
                    <a:lnTo>
                      <a:pt x="118" y="344"/>
                    </a:lnTo>
                    <a:lnTo>
                      <a:pt x="118" y="344"/>
                    </a:lnTo>
                    <a:lnTo>
                      <a:pt x="118" y="342"/>
                    </a:lnTo>
                    <a:lnTo>
                      <a:pt x="118" y="342"/>
                    </a:lnTo>
                    <a:lnTo>
                      <a:pt x="118" y="342"/>
                    </a:lnTo>
                    <a:lnTo>
                      <a:pt x="118" y="342"/>
                    </a:lnTo>
                    <a:lnTo>
                      <a:pt x="120" y="342"/>
                    </a:lnTo>
                    <a:lnTo>
                      <a:pt x="120" y="342"/>
                    </a:lnTo>
                    <a:lnTo>
                      <a:pt x="120" y="339"/>
                    </a:lnTo>
                    <a:lnTo>
                      <a:pt x="118" y="339"/>
                    </a:lnTo>
                    <a:lnTo>
                      <a:pt x="118" y="339"/>
                    </a:lnTo>
                    <a:lnTo>
                      <a:pt x="118" y="339"/>
                    </a:lnTo>
                    <a:lnTo>
                      <a:pt x="118" y="337"/>
                    </a:lnTo>
                    <a:lnTo>
                      <a:pt x="118" y="337"/>
                    </a:lnTo>
                    <a:lnTo>
                      <a:pt x="118" y="335"/>
                    </a:lnTo>
                    <a:lnTo>
                      <a:pt x="118" y="335"/>
                    </a:lnTo>
                    <a:lnTo>
                      <a:pt x="118" y="332"/>
                    </a:lnTo>
                    <a:lnTo>
                      <a:pt x="118" y="332"/>
                    </a:lnTo>
                    <a:lnTo>
                      <a:pt x="118" y="332"/>
                    </a:lnTo>
                    <a:lnTo>
                      <a:pt x="118" y="332"/>
                    </a:lnTo>
                    <a:lnTo>
                      <a:pt x="118" y="332"/>
                    </a:lnTo>
                    <a:lnTo>
                      <a:pt x="118" y="332"/>
                    </a:lnTo>
                    <a:lnTo>
                      <a:pt x="118" y="330"/>
                    </a:lnTo>
                    <a:lnTo>
                      <a:pt x="118" y="330"/>
                    </a:lnTo>
                    <a:lnTo>
                      <a:pt x="118" y="330"/>
                    </a:lnTo>
                    <a:lnTo>
                      <a:pt x="118" y="327"/>
                    </a:lnTo>
                    <a:lnTo>
                      <a:pt x="118" y="327"/>
                    </a:lnTo>
                    <a:lnTo>
                      <a:pt x="118" y="325"/>
                    </a:lnTo>
                    <a:lnTo>
                      <a:pt x="118" y="325"/>
                    </a:lnTo>
                    <a:lnTo>
                      <a:pt x="118" y="325"/>
                    </a:lnTo>
                    <a:lnTo>
                      <a:pt x="118" y="323"/>
                    </a:lnTo>
                    <a:lnTo>
                      <a:pt x="118" y="323"/>
                    </a:lnTo>
                    <a:lnTo>
                      <a:pt x="118" y="323"/>
                    </a:lnTo>
                    <a:lnTo>
                      <a:pt x="118" y="323"/>
                    </a:lnTo>
                    <a:lnTo>
                      <a:pt x="118" y="323"/>
                    </a:lnTo>
                    <a:lnTo>
                      <a:pt x="118" y="320"/>
                    </a:lnTo>
                    <a:lnTo>
                      <a:pt x="116" y="320"/>
                    </a:lnTo>
                    <a:lnTo>
                      <a:pt x="116" y="320"/>
                    </a:lnTo>
                    <a:lnTo>
                      <a:pt x="116" y="320"/>
                    </a:lnTo>
                    <a:lnTo>
                      <a:pt x="116" y="318"/>
                    </a:lnTo>
                    <a:lnTo>
                      <a:pt x="116" y="318"/>
                    </a:lnTo>
                    <a:lnTo>
                      <a:pt x="116" y="318"/>
                    </a:lnTo>
                    <a:lnTo>
                      <a:pt x="116" y="316"/>
                    </a:lnTo>
                    <a:lnTo>
                      <a:pt x="116" y="316"/>
                    </a:lnTo>
                    <a:lnTo>
                      <a:pt x="116" y="316"/>
                    </a:lnTo>
                    <a:lnTo>
                      <a:pt x="116" y="313"/>
                    </a:lnTo>
                    <a:lnTo>
                      <a:pt x="116" y="313"/>
                    </a:lnTo>
                    <a:lnTo>
                      <a:pt x="116" y="313"/>
                    </a:lnTo>
                    <a:lnTo>
                      <a:pt x="113" y="313"/>
                    </a:lnTo>
                    <a:lnTo>
                      <a:pt x="113" y="313"/>
                    </a:lnTo>
                    <a:lnTo>
                      <a:pt x="113" y="313"/>
                    </a:lnTo>
                    <a:lnTo>
                      <a:pt x="113" y="311"/>
                    </a:lnTo>
                    <a:lnTo>
                      <a:pt x="111" y="311"/>
                    </a:lnTo>
                    <a:lnTo>
                      <a:pt x="111" y="311"/>
                    </a:lnTo>
                    <a:lnTo>
                      <a:pt x="113" y="311"/>
                    </a:lnTo>
                    <a:lnTo>
                      <a:pt x="113" y="308"/>
                    </a:lnTo>
                    <a:lnTo>
                      <a:pt x="111" y="308"/>
                    </a:lnTo>
                    <a:lnTo>
                      <a:pt x="111" y="308"/>
                    </a:lnTo>
                    <a:lnTo>
                      <a:pt x="111" y="306"/>
                    </a:lnTo>
                    <a:lnTo>
                      <a:pt x="111" y="306"/>
                    </a:lnTo>
                    <a:lnTo>
                      <a:pt x="111" y="306"/>
                    </a:lnTo>
                    <a:lnTo>
                      <a:pt x="111" y="306"/>
                    </a:lnTo>
                    <a:lnTo>
                      <a:pt x="111" y="306"/>
                    </a:lnTo>
                    <a:lnTo>
                      <a:pt x="111" y="306"/>
                    </a:lnTo>
                    <a:lnTo>
                      <a:pt x="111" y="304"/>
                    </a:lnTo>
                    <a:lnTo>
                      <a:pt x="111" y="304"/>
                    </a:lnTo>
                    <a:lnTo>
                      <a:pt x="109" y="304"/>
                    </a:lnTo>
                    <a:lnTo>
                      <a:pt x="109" y="304"/>
                    </a:lnTo>
                    <a:lnTo>
                      <a:pt x="109" y="301"/>
                    </a:lnTo>
                    <a:lnTo>
                      <a:pt x="109" y="301"/>
                    </a:lnTo>
                    <a:lnTo>
                      <a:pt x="109" y="301"/>
                    </a:lnTo>
                    <a:lnTo>
                      <a:pt x="109" y="301"/>
                    </a:lnTo>
                    <a:lnTo>
                      <a:pt x="109" y="299"/>
                    </a:lnTo>
                    <a:lnTo>
                      <a:pt x="109" y="299"/>
                    </a:lnTo>
                    <a:lnTo>
                      <a:pt x="106" y="299"/>
                    </a:lnTo>
                    <a:lnTo>
                      <a:pt x="106" y="297"/>
                    </a:lnTo>
                    <a:lnTo>
                      <a:pt x="106" y="297"/>
                    </a:lnTo>
                    <a:lnTo>
                      <a:pt x="106" y="294"/>
                    </a:lnTo>
                    <a:lnTo>
                      <a:pt x="106" y="294"/>
                    </a:lnTo>
                    <a:lnTo>
                      <a:pt x="106" y="294"/>
                    </a:lnTo>
                    <a:lnTo>
                      <a:pt x="106" y="292"/>
                    </a:lnTo>
                    <a:lnTo>
                      <a:pt x="106" y="292"/>
                    </a:lnTo>
                    <a:lnTo>
                      <a:pt x="104" y="292"/>
                    </a:lnTo>
                    <a:lnTo>
                      <a:pt x="104" y="292"/>
                    </a:lnTo>
                    <a:lnTo>
                      <a:pt x="104" y="289"/>
                    </a:lnTo>
                    <a:lnTo>
                      <a:pt x="104" y="289"/>
                    </a:lnTo>
                    <a:lnTo>
                      <a:pt x="104" y="289"/>
                    </a:lnTo>
                    <a:lnTo>
                      <a:pt x="104" y="287"/>
                    </a:lnTo>
                    <a:lnTo>
                      <a:pt x="104" y="287"/>
                    </a:lnTo>
                    <a:lnTo>
                      <a:pt x="104" y="287"/>
                    </a:lnTo>
                    <a:lnTo>
                      <a:pt x="101" y="287"/>
                    </a:lnTo>
                    <a:lnTo>
                      <a:pt x="101" y="285"/>
                    </a:lnTo>
                    <a:lnTo>
                      <a:pt x="101" y="285"/>
                    </a:lnTo>
                    <a:lnTo>
                      <a:pt x="101" y="287"/>
                    </a:lnTo>
                    <a:lnTo>
                      <a:pt x="101" y="287"/>
                    </a:lnTo>
                    <a:lnTo>
                      <a:pt x="101" y="287"/>
                    </a:lnTo>
                    <a:lnTo>
                      <a:pt x="101" y="289"/>
                    </a:lnTo>
                    <a:lnTo>
                      <a:pt x="101" y="289"/>
                    </a:lnTo>
                    <a:lnTo>
                      <a:pt x="101" y="289"/>
                    </a:lnTo>
                    <a:lnTo>
                      <a:pt x="101" y="292"/>
                    </a:lnTo>
                    <a:lnTo>
                      <a:pt x="101" y="292"/>
                    </a:lnTo>
                    <a:lnTo>
                      <a:pt x="101" y="294"/>
                    </a:lnTo>
                    <a:lnTo>
                      <a:pt x="101" y="294"/>
                    </a:lnTo>
                    <a:lnTo>
                      <a:pt x="101" y="294"/>
                    </a:lnTo>
                    <a:lnTo>
                      <a:pt x="101" y="297"/>
                    </a:lnTo>
                    <a:lnTo>
                      <a:pt x="101" y="297"/>
                    </a:lnTo>
                    <a:lnTo>
                      <a:pt x="101" y="297"/>
                    </a:lnTo>
                    <a:lnTo>
                      <a:pt x="101" y="299"/>
                    </a:lnTo>
                    <a:lnTo>
                      <a:pt x="99" y="299"/>
                    </a:lnTo>
                    <a:lnTo>
                      <a:pt x="99" y="299"/>
                    </a:lnTo>
                    <a:lnTo>
                      <a:pt x="99" y="301"/>
                    </a:lnTo>
                    <a:lnTo>
                      <a:pt x="99" y="301"/>
                    </a:lnTo>
                    <a:lnTo>
                      <a:pt x="99" y="301"/>
                    </a:lnTo>
                    <a:lnTo>
                      <a:pt x="97" y="301"/>
                    </a:lnTo>
                    <a:lnTo>
                      <a:pt x="97" y="304"/>
                    </a:lnTo>
                    <a:lnTo>
                      <a:pt x="97" y="304"/>
                    </a:lnTo>
                    <a:lnTo>
                      <a:pt x="97" y="304"/>
                    </a:lnTo>
                    <a:lnTo>
                      <a:pt x="97" y="304"/>
                    </a:lnTo>
                    <a:lnTo>
                      <a:pt x="97" y="304"/>
                    </a:lnTo>
                    <a:lnTo>
                      <a:pt x="94" y="304"/>
                    </a:lnTo>
                    <a:lnTo>
                      <a:pt x="94" y="306"/>
                    </a:lnTo>
                    <a:lnTo>
                      <a:pt x="94" y="306"/>
                    </a:lnTo>
                    <a:lnTo>
                      <a:pt x="92" y="306"/>
                    </a:lnTo>
                    <a:lnTo>
                      <a:pt x="92" y="306"/>
                    </a:lnTo>
                    <a:lnTo>
                      <a:pt x="92" y="306"/>
                    </a:lnTo>
                    <a:lnTo>
                      <a:pt x="90" y="306"/>
                    </a:lnTo>
                    <a:lnTo>
                      <a:pt x="90" y="306"/>
                    </a:lnTo>
                    <a:lnTo>
                      <a:pt x="90" y="306"/>
                    </a:lnTo>
                    <a:lnTo>
                      <a:pt x="90" y="308"/>
                    </a:lnTo>
                    <a:lnTo>
                      <a:pt x="90" y="308"/>
                    </a:lnTo>
                    <a:lnTo>
                      <a:pt x="90" y="308"/>
                    </a:lnTo>
                    <a:lnTo>
                      <a:pt x="87" y="308"/>
                    </a:lnTo>
                    <a:lnTo>
                      <a:pt x="87" y="308"/>
                    </a:lnTo>
                    <a:lnTo>
                      <a:pt x="87" y="311"/>
                    </a:lnTo>
                    <a:lnTo>
                      <a:pt x="85" y="311"/>
                    </a:lnTo>
                    <a:lnTo>
                      <a:pt x="85" y="311"/>
                    </a:lnTo>
                    <a:lnTo>
                      <a:pt x="85" y="311"/>
                    </a:lnTo>
                    <a:lnTo>
                      <a:pt x="85" y="311"/>
                    </a:lnTo>
                    <a:lnTo>
                      <a:pt x="83" y="311"/>
                    </a:lnTo>
                    <a:lnTo>
                      <a:pt x="83" y="313"/>
                    </a:lnTo>
                    <a:lnTo>
                      <a:pt x="83" y="313"/>
                    </a:lnTo>
                    <a:lnTo>
                      <a:pt x="83" y="313"/>
                    </a:lnTo>
                    <a:lnTo>
                      <a:pt x="83" y="313"/>
                    </a:lnTo>
                    <a:lnTo>
                      <a:pt x="80" y="313"/>
                    </a:lnTo>
                    <a:lnTo>
                      <a:pt x="80" y="313"/>
                    </a:lnTo>
                    <a:lnTo>
                      <a:pt x="80" y="313"/>
                    </a:lnTo>
                    <a:lnTo>
                      <a:pt x="78" y="313"/>
                    </a:lnTo>
                    <a:lnTo>
                      <a:pt x="78" y="313"/>
                    </a:lnTo>
                    <a:lnTo>
                      <a:pt x="78" y="316"/>
                    </a:lnTo>
                    <a:lnTo>
                      <a:pt x="78" y="316"/>
                    </a:lnTo>
                    <a:lnTo>
                      <a:pt x="75" y="316"/>
                    </a:lnTo>
                    <a:lnTo>
                      <a:pt x="75" y="316"/>
                    </a:lnTo>
                    <a:lnTo>
                      <a:pt x="75" y="318"/>
                    </a:lnTo>
                    <a:lnTo>
                      <a:pt x="75" y="318"/>
                    </a:lnTo>
                    <a:lnTo>
                      <a:pt x="75" y="318"/>
                    </a:lnTo>
                    <a:lnTo>
                      <a:pt x="75" y="320"/>
                    </a:lnTo>
                    <a:lnTo>
                      <a:pt x="75" y="320"/>
                    </a:lnTo>
                    <a:lnTo>
                      <a:pt x="75" y="320"/>
                    </a:lnTo>
                    <a:lnTo>
                      <a:pt x="75" y="323"/>
                    </a:lnTo>
                    <a:lnTo>
                      <a:pt x="73" y="323"/>
                    </a:lnTo>
                    <a:lnTo>
                      <a:pt x="73" y="323"/>
                    </a:lnTo>
                    <a:lnTo>
                      <a:pt x="73" y="323"/>
                    </a:lnTo>
                    <a:lnTo>
                      <a:pt x="73" y="323"/>
                    </a:lnTo>
                    <a:lnTo>
                      <a:pt x="71" y="323"/>
                    </a:lnTo>
                    <a:lnTo>
                      <a:pt x="71" y="325"/>
                    </a:lnTo>
                    <a:lnTo>
                      <a:pt x="71" y="325"/>
                    </a:lnTo>
                    <a:lnTo>
                      <a:pt x="71" y="325"/>
                    </a:lnTo>
                    <a:lnTo>
                      <a:pt x="71" y="325"/>
                    </a:lnTo>
                    <a:lnTo>
                      <a:pt x="68" y="325"/>
                    </a:lnTo>
                    <a:lnTo>
                      <a:pt x="68" y="327"/>
                    </a:lnTo>
                    <a:lnTo>
                      <a:pt x="68" y="327"/>
                    </a:lnTo>
                    <a:lnTo>
                      <a:pt x="68" y="327"/>
                    </a:lnTo>
                    <a:lnTo>
                      <a:pt x="66" y="327"/>
                    </a:lnTo>
                    <a:lnTo>
                      <a:pt x="66" y="327"/>
                    </a:lnTo>
                    <a:lnTo>
                      <a:pt x="66" y="325"/>
                    </a:lnTo>
                    <a:lnTo>
                      <a:pt x="66" y="325"/>
                    </a:lnTo>
                    <a:lnTo>
                      <a:pt x="64" y="325"/>
                    </a:lnTo>
                    <a:lnTo>
                      <a:pt x="64" y="325"/>
                    </a:lnTo>
                    <a:lnTo>
                      <a:pt x="64" y="325"/>
                    </a:lnTo>
                    <a:lnTo>
                      <a:pt x="61" y="325"/>
                    </a:lnTo>
                    <a:lnTo>
                      <a:pt x="61" y="325"/>
                    </a:lnTo>
                    <a:lnTo>
                      <a:pt x="64" y="325"/>
                    </a:lnTo>
                    <a:lnTo>
                      <a:pt x="64" y="327"/>
                    </a:lnTo>
                    <a:lnTo>
                      <a:pt x="64" y="327"/>
                    </a:lnTo>
                    <a:lnTo>
                      <a:pt x="61" y="327"/>
                    </a:lnTo>
                    <a:lnTo>
                      <a:pt x="61" y="327"/>
                    </a:lnTo>
                    <a:lnTo>
                      <a:pt x="61" y="327"/>
                    </a:lnTo>
                    <a:lnTo>
                      <a:pt x="61" y="325"/>
                    </a:lnTo>
                    <a:lnTo>
                      <a:pt x="59" y="325"/>
                    </a:lnTo>
                    <a:lnTo>
                      <a:pt x="59" y="325"/>
                    </a:lnTo>
                    <a:lnTo>
                      <a:pt x="59" y="325"/>
                    </a:lnTo>
                    <a:lnTo>
                      <a:pt x="57" y="325"/>
                    </a:lnTo>
                    <a:lnTo>
                      <a:pt x="57" y="325"/>
                    </a:lnTo>
                    <a:lnTo>
                      <a:pt x="57" y="325"/>
                    </a:lnTo>
                    <a:lnTo>
                      <a:pt x="57" y="325"/>
                    </a:lnTo>
                    <a:lnTo>
                      <a:pt x="54" y="325"/>
                    </a:lnTo>
                    <a:lnTo>
                      <a:pt x="54" y="325"/>
                    </a:lnTo>
                    <a:lnTo>
                      <a:pt x="54" y="323"/>
                    </a:lnTo>
                    <a:lnTo>
                      <a:pt x="54" y="323"/>
                    </a:lnTo>
                    <a:lnTo>
                      <a:pt x="52" y="323"/>
                    </a:lnTo>
                    <a:lnTo>
                      <a:pt x="52" y="323"/>
                    </a:lnTo>
                    <a:lnTo>
                      <a:pt x="52" y="323"/>
                    </a:lnTo>
                    <a:lnTo>
                      <a:pt x="52" y="323"/>
                    </a:lnTo>
                    <a:lnTo>
                      <a:pt x="52" y="320"/>
                    </a:lnTo>
                    <a:lnTo>
                      <a:pt x="49" y="320"/>
                    </a:lnTo>
                    <a:lnTo>
                      <a:pt x="49" y="323"/>
                    </a:lnTo>
                    <a:lnTo>
                      <a:pt x="49" y="323"/>
                    </a:lnTo>
                    <a:lnTo>
                      <a:pt x="49" y="323"/>
                    </a:lnTo>
                    <a:lnTo>
                      <a:pt x="49" y="323"/>
                    </a:lnTo>
                    <a:lnTo>
                      <a:pt x="47" y="323"/>
                    </a:lnTo>
                    <a:lnTo>
                      <a:pt x="47" y="323"/>
                    </a:lnTo>
                    <a:lnTo>
                      <a:pt x="47" y="323"/>
                    </a:lnTo>
                    <a:lnTo>
                      <a:pt x="47" y="323"/>
                    </a:lnTo>
                    <a:lnTo>
                      <a:pt x="47" y="323"/>
                    </a:lnTo>
                    <a:lnTo>
                      <a:pt x="47" y="320"/>
                    </a:lnTo>
                    <a:lnTo>
                      <a:pt x="47" y="320"/>
                    </a:lnTo>
                    <a:lnTo>
                      <a:pt x="45" y="320"/>
                    </a:lnTo>
                    <a:lnTo>
                      <a:pt x="45" y="320"/>
                    </a:lnTo>
                    <a:lnTo>
                      <a:pt x="45" y="320"/>
                    </a:lnTo>
                    <a:lnTo>
                      <a:pt x="45" y="320"/>
                    </a:lnTo>
                    <a:lnTo>
                      <a:pt x="42" y="320"/>
                    </a:lnTo>
                    <a:lnTo>
                      <a:pt x="42" y="320"/>
                    </a:lnTo>
                    <a:lnTo>
                      <a:pt x="42" y="318"/>
                    </a:lnTo>
                    <a:lnTo>
                      <a:pt x="42" y="318"/>
                    </a:lnTo>
                    <a:lnTo>
                      <a:pt x="42" y="318"/>
                    </a:lnTo>
                    <a:lnTo>
                      <a:pt x="42" y="316"/>
                    </a:lnTo>
                    <a:lnTo>
                      <a:pt x="42" y="316"/>
                    </a:lnTo>
                    <a:lnTo>
                      <a:pt x="42" y="316"/>
                    </a:lnTo>
                    <a:lnTo>
                      <a:pt x="42" y="313"/>
                    </a:lnTo>
                    <a:lnTo>
                      <a:pt x="42" y="313"/>
                    </a:lnTo>
                    <a:lnTo>
                      <a:pt x="42" y="313"/>
                    </a:lnTo>
                    <a:lnTo>
                      <a:pt x="42" y="311"/>
                    </a:lnTo>
                    <a:lnTo>
                      <a:pt x="42" y="311"/>
                    </a:lnTo>
                    <a:lnTo>
                      <a:pt x="42" y="308"/>
                    </a:lnTo>
                    <a:lnTo>
                      <a:pt x="42" y="308"/>
                    </a:lnTo>
                    <a:lnTo>
                      <a:pt x="45" y="308"/>
                    </a:lnTo>
                    <a:lnTo>
                      <a:pt x="45" y="306"/>
                    </a:lnTo>
                    <a:lnTo>
                      <a:pt x="45" y="306"/>
                    </a:lnTo>
                    <a:lnTo>
                      <a:pt x="42" y="306"/>
                    </a:lnTo>
                    <a:lnTo>
                      <a:pt x="42" y="304"/>
                    </a:lnTo>
                    <a:lnTo>
                      <a:pt x="45" y="304"/>
                    </a:lnTo>
                    <a:lnTo>
                      <a:pt x="45" y="304"/>
                    </a:lnTo>
                    <a:lnTo>
                      <a:pt x="45" y="304"/>
                    </a:lnTo>
                    <a:lnTo>
                      <a:pt x="45" y="304"/>
                    </a:lnTo>
                    <a:lnTo>
                      <a:pt x="45" y="304"/>
                    </a:lnTo>
                    <a:lnTo>
                      <a:pt x="45" y="304"/>
                    </a:lnTo>
                    <a:lnTo>
                      <a:pt x="45" y="304"/>
                    </a:lnTo>
                    <a:lnTo>
                      <a:pt x="45" y="301"/>
                    </a:lnTo>
                    <a:lnTo>
                      <a:pt x="45" y="301"/>
                    </a:lnTo>
                    <a:lnTo>
                      <a:pt x="45" y="299"/>
                    </a:lnTo>
                    <a:lnTo>
                      <a:pt x="47" y="299"/>
                    </a:lnTo>
                    <a:lnTo>
                      <a:pt x="47" y="299"/>
                    </a:lnTo>
                    <a:lnTo>
                      <a:pt x="47" y="297"/>
                    </a:lnTo>
                    <a:lnTo>
                      <a:pt x="47" y="297"/>
                    </a:lnTo>
                    <a:lnTo>
                      <a:pt x="47" y="294"/>
                    </a:lnTo>
                    <a:lnTo>
                      <a:pt x="47" y="294"/>
                    </a:lnTo>
                    <a:lnTo>
                      <a:pt x="47" y="294"/>
                    </a:lnTo>
                    <a:lnTo>
                      <a:pt x="47" y="294"/>
                    </a:lnTo>
                    <a:lnTo>
                      <a:pt x="47" y="292"/>
                    </a:lnTo>
                    <a:lnTo>
                      <a:pt x="47" y="292"/>
                    </a:lnTo>
                    <a:lnTo>
                      <a:pt x="49" y="292"/>
                    </a:lnTo>
                    <a:lnTo>
                      <a:pt x="49" y="289"/>
                    </a:lnTo>
                    <a:lnTo>
                      <a:pt x="47" y="289"/>
                    </a:lnTo>
                    <a:lnTo>
                      <a:pt x="47" y="289"/>
                    </a:lnTo>
                    <a:lnTo>
                      <a:pt x="47" y="287"/>
                    </a:lnTo>
                    <a:lnTo>
                      <a:pt x="49" y="287"/>
                    </a:lnTo>
                    <a:lnTo>
                      <a:pt x="49" y="287"/>
                    </a:lnTo>
                    <a:lnTo>
                      <a:pt x="49" y="287"/>
                    </a:lnTo>
                    <a:lnTo>
                      <a:pt x="49" y="285"/>
                    </a:lnTo>
                    <a:lnTo>
                      <a:pt x="49" y="285"/>
                    </a:lnTo>
                    <a:lnTo>
                      <a:pt x="49" y="285"/>
                    </a:lnTo>
                    <a:lnTo>
                      <a:pt x="49" y="282"/>
                    </a:lnTo>
                    <a:lnTo>
                      <a:pt x="49" y="282"/>
                    </a:lnTo>
                    <a:lnTo>
                      <a:pt x="49" y="282"/>
                    </a:lnTo>
                    <a:lnTo>
                      <a:pt x="49" y="280"/>
                    </a:lnTo>
                    <a:lnTo>
                      <a:pt x="49" y="280"/>
                    </a:lnTo>
                    <a:lnTo>
                      <a:pt x="49" y="280"/>
                    </a:lnTo>
                    <a:lnTo>
                      <a:pt x="49" y="278"/>
                    </a:lnTo>
                    <a:lnTo>
                      <a:pt x="49" y="278"/>
                    </a:lnTo>
                    <a:lnTo>
                      <a:pt x="49" y="278"/>
                    </a:lnTo>
                    <a:lnTo>
                      <a:pt x="49" y="275"/>
                    </a:lnTo>
                    <a:lnTo>
                      <a:pt x="49" y="275"/>
                    </a:lnTo>
                    <a:lnTo>
                      <a:pt x="49" y="275"/>
                    </a:lnTo>
                    <a:lnTo>
                      <a:pt x="49" y="273"/>
                    </a:lnTo>
                    <a:lnTo>
                      <a:pt x="49" y="273"/>
                    </a:lnTo>
                    <a:lnTo>
                      <a:pt x="49" y="273"/>
                    </a:lnTo>
                    <a:lnTo>
                      <a:pt x="49" y="273"/>
                    </a:lnTo>
                    <a:lnTo>
                      <a:pt x="49" y="271"/>
                    </a:lnTo>
                    <a:lnTo>
                      <a:pt x="49" y="271"/>
                    </a:lnTo>
                    <a:lnTo>
                      <a:pt x="47" y="271"/>
                    </a:lnTo>
                    <a:lnTo>
                      <a:pt x="47" y="268"/>
                    </a:lnTo>
                    <a:lnTo>
                      <a:pt x="47" y="268"/>
                    </a:lnTo>
                    <a:lnTo>
                      <a:pt x="49" y="268"/>
                    </a:lnTo>
                    <a:lnTo>
                      <a:pt x="49" y="266"/>
                    </a:lnTo>
                    <a:lnTo>
                      <a:pt x="49" y="266"/>
                    </a:lnTo>
                    <a:lnTo>
                      <a:pt x="47" y="266"/>
                    </a:lnTo>
                    <a:lnTo>
                      <a:pt x="47" y="263"/>
                    </a:lnTo>
                    <a:lnTo>
                      <a:pt x="47" y="263"/>
                    </a:lnTo>
                    <a:lnTo>
                      <a:pt x="47" y="263"/>
                    </a:lnTo>
                    <a:lnTo>
                      <a:pt x="47" y="263"/>
                    </a:lnTo>
                    <a:lnTo>
                      <a:pt x="45" y="263"/>
                    </a:lnTo>
                    <a:lnTo>
                      <a:pt x="45" y="263"/>
                    </a:lnTo>
                    <a:lnTo>
                      <a:pt x="45" y="261"/>
                    </a:lnTo>
                    <a:lnTo>
                      <a:pt x="45" y="261"/>
                    </a:lnTo>
                    <a:lnTo>
                      <a:pt x="45" y="259"/>
                    </a:lnTo>
                    <a:lnTo>
                      <a:pt x="45" y="259"/>
                    </a:lnTo>
                    <a:lnTo>
                      <a:pt x="45" y="259"/>
                    </a:lnTo>
                    <a:lnTo>
                      <a:pt x="45" y="259"/>
                    </a:lnTo>
                    <a:lnTo>
                      <a:pt x="45" y="256"/>
                    </a:lnTo>
                    <a:lnTo>
                      <a:pt x="45" y="256"/>
                    </a:lnTo>
                    <a:lnTo>
                      <a:pt x="45" y="256"/>
                    </a:lnTo>
                    <a:lnTo>
                      <a:pt x="45" y="254"/>
                    </a:lnTo>
                    <a:lnTo>
                      <a:pt x="42" y="254"/>
                    </a:lnTo>
                    <a:lnTo>
                      <a:pt x="42" y="254"/>
                    </a:lnTo>
                    <a:lnTo>
                      <a:pt x="45" y="254"/>
                    </a:lnTo>
                    <a:lnTo>
                      <a:pt x="45" y="254"/>
                    </a:lnTo>
                    <a:lnTo>
                      <a:pt x="42" y="254"/>
                    </a:lnTo>
                    <a:lnTo>
                      <a:pt x="42" y="252"/>
                    </a:lnTo>
                    <a:lnTo>
                      <a:pt x="42" y="252"/>
                    </a:lnTo>
                    <a:lnTo>
                      <a:pt x="42" y="252"/>
                    </a:lnTo>
                    <a:lnTo>
                      <a:pt x="42" y="252"/>
                    </a:lnTo>
                    <a:lnTo>
                      <a:pt x="42" y="249"/>
                    </a:lnTo>
                    <a:lnTo>
                      <a:pt x="42" y="249"/>
                    </a:lnTo>
                    <a:lnTo>
                      <a:pt x="42" y="249"/>
                    </a:lnTo>
                    <a:lnTo>
                      <a:pt x="42" y="247"/>
                    </a:lnTo>
                    <a:lnTo>
                      <a:pt x="42" y="247"/>
                    </a:lnTo>
                    <a:lnTo>
                      <a:pt x="40" y="247"/>
                    </a:lnTo>
                    <a:lnTo>
                      <a:pt x="40" y="247"/>
                    </a:lnTo>
                    <a:lnTo>
                      <a:pt x="40" y="247"/>
                    </a:lnTo>
                    <a:lnTo>
                      <a:pt x="38" y="247"/>
                    </a:lnTo>
                    <a:lnTo>
                      <a:pt x="38" y="247"/>
                    </a:lnTo>
                    <a:lnTo>
                      <a:pt x="38" y="249"/>
                    </a:lnTo>
                    <a:lnTo>
                      <a:pt x="40" y="249"/>
                    </a:lnTo>
                    <a:lnTo>
                      <a:pt x="40" y="249"/>
                    </a:lnTo>
                    <a:lnTo>
                      <a:pt x="38" y="249"/>
                    </a:lnTo>
                    <a:lnTo>
                      <a:pt x="38" y="249"/>
                    </a:lnTo>
                    <a:lnTo>
                      <a:pt x="38" y="249"/>
                    </a:lnTo>
                    <a:lnTo>
                      <a:pt x="38" y="249"/>
                    </a:lnTo>
                    <a:lnTo>
                      <a:pt x="38" y="247"/>
                    </a:lnTo>
                    <a:lnTo>
                      <a:pt x="38" y="247"/>
                    </a:lnTo>
                    <a:lnTo>
                      <a:pt x="35" y="247"/>
                    </a:lnTo>
                    <a:lnTo>
                      <a:pt x="35" y="244"/>
                    </a:lnTo>
                    <a:lnTo>
                      <a:pt x="35" y="244"/>
                    </a:lnTo>
                    <a:lnTo>
                      <a:pt x="35" y="244"/>
                    </a:lnTo>
                    <a:lnTo>
                      <a:pt x="35" y="244"/>
                    </a:lnTo>
                    <a:lnTo>
                      <a:pt x="33" y="244"/>
                    </a:lnTo>
                    <a:lnTo>
                      <a:pt x="33" y="244"/>
                    </a:lnTo>
                    <a:lnTo>
                      <a:pt x="33" y="244"/>
                    </a:lnTo>
                    <a:lnTo>
                      <a:pt x="33" y="242"/>
                    </a:lnTo>
                    <a:lnTo>
                      <a:pt x="30" y="242"/>
                    </a:lnTo>
                    <a:lnTo>
                      <a:pt x="30" y="242"/>
                    </a:lnTo>
                    <a:lnTo>
                      <a:pt x="30" y="242"/>
                    </a:lnTo>
                    <a:lnTo>
                      <a:pt x="30" y="240"/>
                    </a:lnTo>
                    <a:lnTo>
                      <a:pt x="30" y="240"/>
                    </a:lnTo>
                    <a:lnTo>
                      <a:pt x="30" y="240"/>
                    </a:lnTo>
                    <a:lnTo>
                      <a:pt x="30" y="237"/>
                    </a:lnTo>
                    <a:lnTo>
                      <a:pt x="28" y="237"/>
                    </a:lnTo>
                    <a:lnTo>
                      <a:pt x="28" y="237"/>
                    </a:lnTo>
                    <a:lnTo>
                      <a:pt x="28" y="235"/>
                    </a:lnTo>
                    <a:lnTo>
                      <a:pt x="28" y="235"/>
                    </a:lnTo>
                    <a:lnTo>
                      <a:pt x="28" y="235"/>
                    </a:lnTo>
                    <a:lnTo>
                      <a:pt x="28" y="235"/>
                    </a:lnTo>
                    <a:lnTo>
                      <a:pt x="28" y="235"/>
                    </a:lnTo>
                    <a:lnTo>
                      <a:pt x="28" y="233"/>
                    </a:lnTo>
                    <a:lnTo>
                      <a:pt x="28" y="233"/>
                    </a:lnTo>
                    <a:lnTo>
                      <a:pt x="28" y="230"/>
                    </a:lnTo>
                    <a:lnTo>
                      <a:pt x="28" y="230"/>
                    </a:lnTo>
                    <a:lnTo>
                      <a:pt x="28" y="230"/>
                    </a:lnTo>
                    <a:lnTo>
                      <a:pt x="28" y="228"/>
                    </a:lnTo>
                    <a:lnTo>
                      <a:pt x="28" y="228"/>
                    </a:lnTo>
                    <a:lnTo>
                      <a:pt x="28" y="228"/>
                    </a:lnTo>
                    <a:lnTo>
                      <a:pt x="28" y="228"/>
                    </a:lnTo>
                    <a:lnTo>
                      <a:pt x="28" y="228"/>
                    </a:lnTo>
                    <a:lnTo>
                      <a:pt x="28" y="228"/>
                    </a:lnTo>
                    <a:lnTo>
                      <a:pt x="28" y="230"/>
                    </a:lnTo>
                    <a:lnTo>
                      <a:pt x="30" y="230"/>
                    </a:lnTo>
                    <a:lnTo>
                      <a:pt x="30" y="230"/>
                    </a:lnTo>
                    <a:lnTo>
                      <a:pt x="30" y="228"/>
                    </a:lnTo>
                    <a:lnTo>
                      <a:pt x="30" y="228"/>
                    </a:lnTo>
                    <a:lnTo>
                      <a:pt x="30" y="228"/>
                    </a:lnTo>
                    <a:lnTo>
                      <a:pt x="30" y="225"/>
                    </a:lnTo>
                    <a:lnTo>
                      <a:pt x="28" y="225"/>
                    </a:lnTo>
                    <a:lnTo>
                      <a:pt x="28" y="225"/>
                    </a:lnTo>
                    <a:lnTo>
                      <a:pt x="28" y="225"/>
                    </a:lnTo>
                    <a:lnTo>
                      <a:pt x="28" y="225"/>
                    </a:lnTo>
                    <a:lnTo>
                      <a:pt x="26" y="225"/>
                    </a:lnTo>
                    <a:lnTo>
                      <a:pt x="26" y="225"/>
                    </a:lnTo>
                    <a:lnTo>
                      <a:pt x="26" y="225"/>
                    </a:lnTo>
                    <a:lnTo>
                      <a:pt x="26" y="223"/>
                    </a:lnTo>
                    <a:lnTo>
                      <a:pt x="26" y="223"/>
                    </a:lnTo>
                    <a:lnTo>
                      <a:pt x="26" y="223"/>
                    </a:lnTo>
                    <a:lnTo>
                      <a:pt x="26" y="223"/>
                    </a:lnTo>
                    <a:lnTo>
                      <a:pt x="26" y="221"/>
                    </a:lnTo>
                    <a:lnTo>
                      <a:pt x="26" y="221"/>
                    </a:lnTo>
                    <a:lnTo>
                      <a:pt x="26" y="221"/>
                    </a:lnTo>
                    <a:lnTo>
                      <a:pt x="26" y="221"/>
                    </a:lnTo>
                    <a:lnTo>
                      <a:pt x="26" y="218"/>
                    </a:lnTo>
                    <a:lnTo>
                      <a:pt x="26" y="218"/>
                    </a:lnTo>
                    <a:lnTo>
                      <a:pt x="26" y="216"/>
                    </a:lnTo>
                    <a:lnTo>
                      <a:pt x="23" y="216"/>
                    </a:lnTo>
                    <a:lnTo>
                      <a:pt x="23" y="216"/>
                    </a:lnTo>
                    <a:lnTo>
                      <a:pt x="23" y="216"/>
                    </a:lnTo>
                    <a:lnTo>
                      <a:pt x="23" y="216"/>
                    </a:lnTo>
                    <a:lnTo>
                      <a:pt x="23" y="216"/>
                    </a:lnTo>
                    <a:lnTo>
                      <a:pt x="21" y="216"/>
                    </a:lnTo>
                    <a:lnTo>
                      <a:pt x="21" y="218"/>
                    </a:lnTo>
                    <a:lnTo>
                      <a:pt x="21" y="218"/>
                    </a:lnTo>
                    <a:lnTo>
                      <a:pt x="23" y="218"/>
                    </a:lnTo>
                    <a:lnTo>
                      <a:pt x="23" y="221"/>
                    </a:lnTo>
                    <a:lnTo>
                      <a:pt x="23" y="221"/>
                    </a:lnTo>
                    <a:lnTo>
                      <a:pt x="23" y="221"/>
                    </a:lnTo>
                    <a:lnTo>
                      <a:pt x="23" y="223"/>
                    </a:lnTo>
                    <a:lnTo>
                      <a:pt x="23" y="223"/>
                    </a:lnTo>
                    <a:lnTo>
                      <a:pt x="21" y="223"/>
                    </a:lnTo>
                    <a:lnTo>
                      <a:pt x="21" y="223"/>
                    </a:lnTo>
                    <a:lnTo>
                      <a:pt x="21" y="223"/>
                    </a:lnTo>
                    <a:lnTo>
                      <a:pt x="21" y="223"/>
                    </a:lnTo>
                    <a:lnTo>
                      <a:pt x="19" y="223"/>
                    </a:lnTo>
                    <a:lnTo>
                      <a:pt x="19" y="221"/>
                    </a:lnTo>
                    <a:lnTo>
                      <a:pt x="19" y="221"/>
                    </a:lnTo>
                    <a:lnTo>
                      <a:pt x="19" y="221"/>
                    </a:lnTo>
                    <a:lnTo>
                      <a:pt x="19" y="221"/>
                    </a:lnTo>
                    <a:lnTo>
                      <a:pt x="19" y="221"/>
                    </a:lnTo>
                    <a:lnTo>
                      <a:pt x="19" y="223"/>
                    </a:lnTo>
                    <a:lnTo>
                      <a:pt x="16" y="223"/>
                    </a:lnTo>
                    <a:lnTo>
                      <a:pt x="16" y="221"/>
                    </a:lnTo>
                    <a:lnTo>
                      <a:pt x="16" y="221"/>
                    </a:lnTo>
                    <a:lnTo>
                      <a:pt x="16" y="221"/>
                    </a:lnTo>
                    <a:lnTo>
                      <a:pt x="16" y="218"/>
                    </a:lnTo>
                    <a:lnTo>
                      <a:pt x="16" y="218"/>
                    </a:lnTo>
                    <a:lnTo>
                      <a:pt x="16" y="218"/>
                    </a:lnTo>
                    <a:lnTo>
                      <a:pt x="16" y="216"/>
                    </a:lnTo>
                    <a:lnTo>
                      <a:pt x="16" y="216"/>
                    </a:lnTo>
                    <a:lnTo>
                      <a:pt x="14" y="216"/>
                    </a:lnTo>
                    <a:lnTo>
                      <a:pt x="14" y="214"/>
                    </a:lnTo>
                    <a:lnTo>
                      <a:pt x="14" y="214"/>
                    </a:lnTo>
                    <a:lnTo>
                      <a:pt x="14" y="214"/>
                    </a:lnTo>
                    <a:lnTo>
                      <a:pt x="12" y="214"/>
                    </a:lnTo>
                    <a:lnTo>
                      <a:pt x="12" y="214"/>
                    </a:lnTo>
                    <a:lnTo>
                      <a:pt x="12" y="214"/>
                    </a:lnTo>
                    <a:lnTo>
                      <a:pt x="12" y="211"/>
                    </a:lnTo>
                    <a:lnTo>
                      <a:pt x="12" y="211"/>
                    </a:lnTo>
                    <a:lnTo>
                      <a:pt x="12" y="211"/>
                    </a:lnTo>
                    <a:lnTo>
                      <a:pt x="9" y="211"/>
                    </a:lnTo>
                    <a:lnTo>
                      <a:pt x="9" y="209"/>
                    </a:lnTo>
                    <a:lnTo>
                      <a:pt x="9" y="209"/>
                    </a:lnTo>
                    <a:lnTo>
                      <a:pt x="9" y="209"/>
                    </a:lnTo>
                    <a:lnTo>
                      <a:pt x="9" y="207"/>
                    </a:lnTo>
                    <a:lnTo>
                      <a:pt x="9" y="207"/>
                    </a:lnTo>
                    <a:lnTo>
                      <a:pt x="9" y="207"/>
                    </a:lnTo>
                    <a:lnTo>
                      <a:pt x="9" y="204"/>
                    </a:lnTo>
                    <a:lnTo>
                      <a:pt x="7" y="204"/>
                    </a:lnTo>
                    <a:lnTo>
                      <a:pt x="7" y="204"/>
                    </a:lnTo>
                    <a:lnTo>
                      <a:pt x="7" y="204"/>
                    </a:lnTo>
                    <a:lnTo>
                      <a:pt x="7" y="204"/>
                    </a:lnTo>
                    <a:lnTo>
                      <a:pt x="7" y="202"/>
                    </a:lnTo>
                    <a:lnTo>
                      <a:pt x="4" y="202"/>
                    </a:lnTo>
                    <a:lnTo>
                      <a:pt x="4" y="202"/>
                    </a:lnTo>
                    <a:lnTo>
                      <a:pt x="4" y="202"/>
                    </a:lnTo>
                    <a:lnTo>
                      <a:pt x="4" y="199"/>
                    </a:lnTo>
                    <a:lnTo>
                      <a:pt x="4" y="199"/>
                    </a:lnTo>
                    <a:lnTo>
                      <a:pt x="4" y="199"/>
                    </a:lnTo>
                    <a:lnTo>
                      <a:pt x="4" y="197"/>
                    </a:lnTo>
                    <a:lnTo>
                      <a:pt x="2" y="197"/>
                    </a:lnTo>
                    <a:lnTo>
                      <a:pt x="2" y="197"/>
                    </a:lnTo>
                    <a:lnTo>
                      <a:pt x="2" y="195"/>
                    </a:lnTo>
                    <a:lnTo>
                      <a:pt x="2" y="195"/>
                    </a:lnTo>
                    <a:lnTo>
                      <a:pt x="2" y="195"/>
                    </a:lnTo>
                    <a:lnTo>
                      <a:pt x="2" y="195"/>
                    </a:lnTo>
                    <a:lnTo>
                      <a:pt x="2" y="192"/>
                    </a:lnTo>
                    <a:lnTo>
                      <a:pt x="2" y="192"/>
                    </a:lnTo>
                    <a:lnTo>
                      <a:pt x="2" y="192"/>
                    </a:lnTo>
                    <a:lnTo>
                      <a:pt x="2" y="190"/>
                    </a:lnTo>
                    <a:lnTo>
                      <a:pt x="2" y="190"/>
                    </a:lnTo>
                    <a:lnTo>
                      <a:pt x="0" y="190"/>
                    </a:lnTo>
                    <a:lnTo>
                      <a:pt x="0" y="188"/>
                    </a:lnTo>
                    <a:lnTo>
                      <a:pt x="0" y="188"/>
                    </a:lnTo>
                    <a:lnTo>
                      <a:pt x="0" y="185"/>
                    </a:lnTo>
                    <a:lnTo>
                      <a:pt x="0" y="185"/>
                    </a:lnTo>
                    <a:lnTo>
                      <a:pt x="0" y="185"/>
                    </a:lnTo>
                    <a:lnTo>
                      <a:pt x="0" y="183"/>
                    </a:lnTo>
                    <a:lnTo>
                      <a:pt x="2" y="183"/>
                    </a:lnTo>
                    <a:lnTo>
                      <a:pt x="2" y="183"/>
                    </a:lnTo>
                    <a:lnTo>
                      <a:pt x="2" y="180"/>
                    </a:lnTo>
                    <a:lnTo>
                      <a:pt x="2" y="180"/>
                    </a:lnTo>
                    <a:lnTo>
                      <a:pt x="2" y="180"/>
                    </a:lnTo>
                    <a:lnTo>
                      <a:pt x="2" y="180"/>
                    </a:lnTo>
                    <a:lnTo>
                      <a:pt x="4" y="180"/>
                    </a:lnTo>
                    <a:lnTo>
                      <a:pt x="4" y="180"/>
                    </a:lnTo>
                    <a:lnTo>
                      <a:pt x="4" y="180"/>
                    </a:lnTo>
                    <a:lnTo>
                      <a:pt x="4" y="183"/>
                    </a:lnTo>
                    <a:lnTo>
                      <a:pt x="4" y="183"/>
                    </a:lnTo>
                    <a:lnTo>
                      <a:pt x="4" y="183"/>
                    </a:lnTo>
                    <a:lnTo>
                      <a:pt x="7" y="183"/>
                    </a:lnTo>
                    <a:lnTo>
                      <a:pt x="7" y="183"/>
                    </a:lnTo>
                    <a:lnTo>
                      <a:pt x="7" y="183"/>
                    </a:lnTo>
                    <a:lnTo>
                      <a:pt x="9" y="183"/>
                    </a:lnTo>
                    <a:lnTo>
                      <a:pt x="9" y="183"/>
                    </a:lnTo>
                    <a:lnTo>
                      <a:pt x="9" y="185"/>
                    </a:lnTo>
                    <a:lnTo>
                      <a:pt x="9" y="185"/>
                    </a:lnTo>
                    <a:lnTo>
                      <a:pt x="9" y="185"/>
                    </a:lnTo>
                    <a:lnTo>
                      <a:pt x="9" y="185"/>
                    </a:lnTo>
                    <a:lnTo>
                      <a:pt x="9" y="185"/>
                    </a:lnTo>
                    <a:lnTo>
                      <a:pt x="9" y="183"/>
                    </a:lnTo>
                    <a:lnTo>
                      <a:pt x="9" y="183"/>
                    </a:lnTo>
                    <a:lnTo>
                      <a:pt x="9" y="183"/>
                    </a:lnTo>
                    <a:lnTo>
                      <a:pt x="9" y="180"/>
                    </a:lnTo>
                    <a:lnTo>
                      <a:pt x="9" y="180"/>
                    </a:lnTo>
                    <a:lnTo>
                      <a:pt x="9" y="178"/>
                    </a:lnTo>
                    <a:lnTo>
                      <a:pt x="9" y="178"/>
                    </a:lnTo>
                    <a:lnTo>
                      <a:pt x="9" y="176"/>
                    </a:lnTo>
                    <a:lnTo>
                      <a:pt x="9" y="176"/>
                    </a:lnTo>
                    <a:lnTo>
                      <a:pt x="9" y="176"/>
                    </a:lnTo>
                    <a:lnTo>
                      <a:pt x="9" y="176"/>
                    </a:lnTo>
                    <a:lnTo>
                      <a:pt x="9" y="173"/>
                    </a:lnTo>
                    <a:lnTo>
                      <a:pt x="9" y="173"/>
                    </a:lnTo>
                    <a:lnTo>
                      <a:pt x="9" y="173"/>
                    </a:lnTo>
                    <a:lnTo>
                      <a:pt x="9" y="171"/>
                    </a:lnTo>
                    <a:lnTo>
                      <a:pt x="9" y="171"/>
                    </a:lnTo>
                    <a:lnTo>
                      <a:pt x="9" y="169"/>
                    </a:lnTo>
                    <a:lnTo>
                      <a:pt x="9" y="169"/>
                    </a:lnTo>
                    <a:lnTo>
                      <a:pt x="9" y="166"/>
                    </a:lnTo>
                    <a:lnTo>
                      <a:pt x="9" y="166"/>
                    </a:lnTo>
                    <a:lnTo>
                      <a:pt x="9" y="166"/>
                    </a:lnTo>
                    <a:lnTo>
                      <a:pt x="9" y="164"/>
                    </a:lnTo>
                    <a:lnTo>
                      <a:pt x="9" y="164"/>
                    </a:lnTo>
                    <a:lnTo>
                      <a:pt x="12" y="164"/>
                    </a:lnTo>
                    <a:lnTo>
                      <a:pt x="12" y="164"/>
                    </a:lnTo>
                    <a:lnTo>
                      <a:pt x="12" y="164"/>
                    </a:lnTo>
                    <a:lnTo>
                      <a:pt x="12" y="164"/>
                    </a:lnTo>
                    <a:lnTo>
                      <a:pt x="12" y="164"/>
                    </a:lnTo>
                    <a:lnTo>
                      <a:pt x="14" y="164"/>
                    </a:lnTo>
                    <a:lnTo>
                      <a:pt x="14" y="164"/>
                    </a:lnTo>
                    <a:lnTo>
                      <a:pt x="14" y="164"/>
                    </a:lnTo>
                    <a:lnTo>
                      <a:pt x="14" y="166"/>
                    </a:lnTo>
                    <a:lnTo>
                      <a:pt x="16" y="166"/>
                    </a:lnTo>
                    <a:lnTo>
                      <a:pt x="16" y="166"/>
                    </a:lnTo>
                    <a:lnTo>
                      <a:pt x="16" y="166"/>
                    </a:lnTo>
                    <a:lnTo>
                      <a:pt x="16" y="164"/>
                    </a:lnTo>
                    <a:lnTo>
                      <a:pt x="16" y="164"/>
                    </a:lnTo>
                    <a:lnTo>
                      <a:pt x="19" y="164"/>
                    </a:lnTo>
                    <a:lnTo>
                      <a:pt x="19" y="164"/>
                    </a:lnTo>
                    <a:lnTo>
                      <a:pt x="19" y="162"/>
                    </a:lnTo>
                    <a:lnTo>
                      <a:pt x="19" y="162"/>
                    </a:lnTo>
                    <a:lnTo>
                      <a:pt x="19" y="162"/>
                    </a:lnTo>
                    <a:lnTo>
                      <a:pt x="19" y="162"/>
                    </a:lnTo>
                    <a:lnTo>
                      <a:pt x="19" y="162"/>
                    </a:lnTo>
                    <a:lnTo>
                      <a:pt x="21" y="162"/>
                    </a:lnTo>
                    <a:lnTo>
                      <a:pt x="21" y="162"/>
                    </a:lnTo>
                    <a:lnTo>
                      <a:pt x="21" y="159"/>
                    </a:lnTo>
                    <a:lnTo>
                      <a:pt x="21" y="159"/>
                    </a:lnTo>
                    <a:lnTo>
                      <a:pt x="21" y="159"/>
                    </a:lnTo>
                    <a:lnTo>
                      <a:pt x="21" y="157"/>
                    </a:lnTo>
                    <a:lnTo>
                      <a:pt x="21" y="157"/>
                    </a:lnTo>
                    <a:lnTo>
                      <a:pt x="21" y="157"/>
                    </a:lnTo>
                    <a:lnTo>
                      <a:pt x="21" y="154"/>
                    </a:lnTo>
                    <a:lnTo>
                      <a:pt x="21" y="154"/>
                    </a:lnTo>
                    <a:lnTo>
                      <a:pt x="19" y="154"/>
                    </a:lnTo>
                    <a:lnTo>
                      <a:pt x="19" y="154"/>
                    </a:lnTo>
                    <a:lnTo>
                      <a:pt x="19" y="152"/>
                    </a:lnTo>
                    <a:lnTo>
                      <a:pt x="19" y="152"/>
                    </a:lnTo>
                    <a:lnTo>
                      <a:pt x="19" y="150"/>
                    </a:lnTo>
                    <a:lnTo>
                      <a:pt x="19" y="150"/>
                    </a:lnTo>
                    <a:lnTo>
                      <a:pt x="19" y="150"/>
                    </a:lnTo>
                    <a:lnTo>
                      <a:pt x="19" y="147"/>
                    </a:lnTo>
                    <a:lnTo>
                      <a:pt x="19" y="147"/>
                    </a:lnTo>
                    <a:lnTo>
                      <a:pt x="19" y="145"/>
                    </a:lnTo>
                    <a:lnTo>
                      <a:pt x="19" y="145"/>
                    </a:lnTo>
                    <a:lnTo>
                      <a:pt x="19" y="145"/>
                    </a:lnTo>
                    <a:lnTo>
                      <a:pt x="19" y="145"/>
                    </a:lnTo>
                    <a:lnTo>
                      <a:pt x="19" y="143"/>
                    </a:lnTo>
                    <a:lnTo>
                      <a:pt x="19" y="143"/>
                    </a:lnTo>
                    <a:lnTo>
                      <a:pt x="19" y="140"/>
                    </a:lnTo>
                    <a:lnTo>
                      <a:pt x="19" y="140"/>
                    </a:lnTo>
                    <a:lnTo>
                      <a:pt x="21" y="140"/>
                    </a:lnTo>
                    <a:lnTo>
                      <a:pt x="21" y="140"/>
                    </a:lnTo>
                    <a:lnTo>
                      <a:pt x="21" y="140"/>
                    </a:lnTo>
                    <a:lnTo>
                      <a:pt x="23" y="140"/>
                    </a:lnTo>
                    <a:lnTo>
                      <a:pt x="23" y="140"/>
                    </a:lnTo>
                    <a:lnTo>
                      <a:pt x="23" y="140"/>
                    </a:lnTo>
                    <a:lnTo>
                      <a:pt x="23" y="140"/>
                    </a:lnTo>
                    <a:lnTo>
                      <a:pt x="23" y="138"/>
                    </a:lnTo>
                    <a:lnTo>
                      <a:pt x="26" y="138"/>
                    </a:lnTo>
                    <a:lnTo>
                      <a:pt x="26" y="138"/>
                    </a:lnTo>
                    <a:lnTo>
                      <a:pt x="26" y="135"/>
                    </a:lnTo>
                    <a:lnTo>
                      <a:pt x="26" y="135"/>
                    </a:lnTo>
                    <a:lnTo>
                      <a:pt x="26" y="135"/>
                    </a:lnTo>
                    <a:lnTo>
                      <a:pt x="26" y="133"/>
                    </a:lnTo>
                    <a:lnTo>
                      <a:pt x="26" y="133"/>
                    </a:lnTo>
                    <a:lnTo>
                      <a:pt x="26" y="131"/>
                    </a:lnTo>
                    <a:lnTo>
                      <a:pt x="26" y="131"/>
                    </a:lnTo>
                    <a:lnTo>
                      <a:pt x="26" y="128"/>
                    </a:lnTo>
                    <a:lnTo>
                      <a:pt x="26" y="128"/>
                    </a:lnTo>
                    <a:lnTo>
                      <a:pt x="26" y="128"/>
                    </a:lnTo>
                    <a:lnTo>
                      <a:pt x="26" y="126"/>
                    </a:lnTo>
                    <a:lnTo>
                      <a:pt x="26" y="126"/>
                    </a:lnTo>
                    <a:lnTo>
                      <a:pt x="26" y="126"/>
                    </a:lnTo>
                    <a:lnTo>
                      <a:pt x="26" y="124"/>
                    </a:lnTo>
                    <a:lnTo>
                      <a:pt x="26" y="124"/>
                    </a:lnTo>
                    <a:lnTo>
                      <a:pt x="26" y="121"/>
                    </a:lnTo>
                    <a:lnTo>
                      <a:pt x="26" y="121"/>
                    </a:lnTo>
                    <a:lnTo>
                      <a:pt x="26" y="121"/>
                    </a:lnTo>
                    <a:lnTo>
                      <a:pt x="26" y="119"/>
                    </a:lnTo>
                    <a:lnTo>
                      <a:pt x="26" y="119"/>
                    </a:lnTo>
                    <a:lnTo>
                      <a:pt x="26" y="116"/>
                    </a:lnTo>
                    <a:lnTo>
                      <a:pt x="23" y="116"/>
                    </a:lnTo>
                    <a:lnTo>
                      <a:pt x="23" y="116"/>
                    </a:lnTo>
                    <a:lnTo>
                      <a:pt x="23" y="116"/>
                    </a:lnTo>
                    <a:lnTo>
                      <a:pt x="23" y="114"/>
                    </a:lnTo>
                    <a:lnTo>
                      <a:pt x="23" y="114"/>
                    </a:lnTo>
                    <a:lnTo>
                      <a:pt x="26" y="114"/>
                    </a:lnTo>
                    <a:lnTo>
                      <a:pt x="26" y="114"/>
                    </a:lnTo>
                    <a:lnTo>
                      <a:pt x="26" y="114"/>
                    </a:lnTo>
                    <a:lnTo>
                      <a:pt x="28" y="114"/>
                    </a:lnTo>
                    <a:lnTo>
                      <a:pt x="28" y="116"/>
                    </a:lnTo>
                    <a:lnTo>
                      <a:pt x="28" y="116"/>
                    </a:lnTo>
                    <a:lnTo>
                      <a:pt x="28" y="116"/>
                    </a:lnTo>
                    <a:lnTo>
                      <a:pt x="28" y="116"/>
                    </a:lnTo>
                    <a:lnTo>
                      <a:pt x="30" y="116"/>
                    </a:lnTo>
                    <a:lnTo>
                      <a:pt x="30" y="116"/>
                    </a:lnTo>
                    <a:lnTo>
                      <a:pt x="30" y="116"/>
                    </a:lnTo>
                    <a:lnTo>
                      <a:pt x="30" y="116"/>
                    </a:lnTo>
                    <a:lnTo>
                      <a:pt x="33" y="116"/>
                    </a:lnTo>
                    <a:lnTo>
                      <a:pt x="33" y="116"/>
                    </a:lnTo>
                    <a:lnTo>
                      <a:pt x="35" y="116"/>
                    </a:lnTo>
                    <a:lnTo>
                      <a:pt x="35" y="116"/>
                    </a:lnTo>
                    <a:lnTo>
                      <a:pt x="35" y="116"/>
                    </a:lnTo>
                    <a:lnTo>
                      <a:pt x="35" y="116"/>
                    </a:lnTo>
                    <a:lnTo>
                      <a:pt x="35" y="116"/>
                    </a:lnTo>
                    <a:lnTo>
                      <a:pt x="35" y="116"/>
                    </a:lnTo>
                    <a:lnTo>
                      <a:pt x="38" y="116"/>
                    </a:lnTo>
                    <a:lnTo>
                      <a:pt x="38" y="116"/>
                    </a:lnTo>
                    <a:lnTo>
                      <a:pt x="38" y="116"/>
                    </a:lnTo>
                    <a:lnTo>
                      <a:pt x="38" y="116"/>
                    </a:lnTo>
                    <a:lnTo>
                      <a:pt x="40" y="116"/>
                    </a:lnTo>
                    <a:lnTo>
                      <a:pt x="40" y="119"/>
                    </a:lnTo>
                    <a:lnTo>
                      <a:pt x="40" y="119"/>
                    </a:lnTo>
                    <a:lnTo>
                      <a:pt x="42" y="119"/>
                    </a:lnTo>
                    <a:lnTo>
                      <a:pt x="42" y="119"/>
                    </a:lnTo>
                    <a:lnTo>
                      <a:pt x="42" y="119"/>
                    </a:lnTo>
                    <a:lnTo>
                      <a:pt x="42" y="119"/>
                    </a:lnTo>
                    <a:lnTo>
                      <a:pt x="42" y="116"/>
                    </a:lnTo>
                    <a:lnTo>
                      <a:pt x="42" y="116"/>
                    </a:lnTo>
                    <a:lnTo>
                      <a:pt x="42" y="116"/>
                    </a:lnTo>
                    <a:lnTo>
                      <a:pt x="42" y="116"/>
                    </a:lnTo>
                    <a:lnTo>
                      <a:pt x="42" y="114"/>
                    </a:lnTo>
                    <a:lnTo>
                      <a:pt x="45" y="114"/>
                    </a:lnTo>
                    <a:lnTo>
                      <a:pt x="45" y="114"/>
                    </a:lnTo>
                    <a:lnTo>
                      <a:pt x="45" y="112"/>
                    </a:lnTo>
                    <a:lnTo>
                      <a:pt x="45" y="112"/>
                    </a:lnTo>
                    <a:lnTo>
                      <a:pt x="45" y="112"/>
                    </a:lnTo>
                    <a:lnTo>
                      <a:pt x="45" y="109"/>
                    </a:lnTo>
                    <a:lnTo>
                      <a:pt x="45" y="109"/>
                    </a:lnTo>
                    <a:lnTo>
                      <a:pt x="45" y="109"/>
                    </a:lnTo>
                    <a:lnTo>
                      <a:pt x="45" y="107"/>
                    </a:lnTo>
                    <a:lnTo>
                      <a:pt x="45" y="107"/>
                    </a:lnTo>
                    <a:lnTo>
                      <a:pt x="47" y="107"/>
                    </a:lnTo>
                    <a:lnTo>
                      <a:pt x="47" y="105"/>
                    </a:lnTo>
                    <a:lnTo>
                      <a:pt x="47" y="105"/>
                    </a:lnTo>
                    <a:lnTo>
                      <a:pt x="47" y="105"/>
                    </a:lnTo>
                    <a:lnTo>
                      <a:pt x="47" y="105"/>
                    </a:lnTo>
                    <a:lnTo>
                      <a:pt x="47" y="102"/>
                    </a:lnTo>
                    <a:lnTo>
                      <a:pt x="47" y="102"/>
                    </a:lnTo>
                    <a:lnTo>
                      <a:pt x="49" y="102"/>
                    </a:lnTo>
                    <a:lnTo>
                      <a:pt x="49" y="100"/>
                    </a:lnTo>
                    <a:lnTo>
                      <a:pt x="49" y="100"/>
                    </a:lnTo>
                    <a:lnTo>
                      <a:pt x="49" y="100"/>
                    </a:lnTo>
                    <a:lnTo>
                      <a:pt x="49" y="100"/>
                    </a:lnTo>
                    <a:lnTo>
                      <a:pt x="49" y="98"/>
                    </a:lnTo>
                    <a:lnTo>
                      <a:pt x="49" y="98"/>
                    </a:lnTo>
                    <a:lnTo>
                      <a:pt x="52" y="98"/>
                    </a:lnTo>
                    <a:lnTo>
                      <a:pt x="52" y="98"/>
                    </a:lnTo>
                    <a:lnTo>
                      <a:pt x="52" y="95"/>
                    </a:lnTo>
                    <a:lnTo>
                      <a:pt x="52" y="95"/>
                    </a:lnTo>
                    <a:lnTo>
                      <a:pt x="52" y="95"/>
                    </a:lnTo>
                    <a:lnTo>
                      <a:pt x="52" y="95"/>
                    </a:lnTo>
                    <a:lnTo>
                      <a:pt x="52" y="93"/>
                    </a:lnTo>
                    <a:lnTo>
                      <a:pt x="52" y="93"/>
                    </a:lnTo>
                    <a:lnTo>
                      <a:pt x="54" y="93"/>
                    </a:lnTo>
                    <a:lnTo>
                      <a:pt x="54" y="90"/>
                    </a:lnTo>
                    <a:lnTo>
                      <a:pt x="54" y="90"/>
                    </a:lnTo>
                    <a:lnTo>
                      <a:pt x="54" y="90"/>
                    </a:lnTo>
                    <a:lnTo>
                      <a:pt x="54" y="88"/>
                    </a:lnTo>
                    <a:lnTo>
                      <a:pt x="54" y="88"/>
                    </a:lnTo>
                    <a:lnTo>
                      <a:pt x="54" y="86"/>
                    </a:lnTo>
                    <a:lnTo>
                      <a:pt x="54" y="86"/>
                    </a:lnTo>
                    <a:lnTo>
                      <a:pt x="54" y="86"/>
                    </a:lnTo>
                    <a:lnTo>
                      <a:pt x="52" y="86"/>
                    </a:lnTo>
                    <a:lnTo>
                      <a:pt x="52" y="86"/>
                    </a:lnTo>
                    <a:lnTo>
                      <a:pt x="52" y="86"/>
                    </a:lnTo>
                    <a:lnTo>
                      <a:pt x="52" y="86"/>
                    </a:lnTo>
                    <a:lnTo>
                      <a:pt x="52" y="83"/>
                    </a:lnTo>
                    <a:lnTo>
                      <a:pt x="52" y="83"/>
                    </a:lnTo>
                    <a:lnTo>
                      <a:pt x="52" y="83"/>
                    </a:lnTo>
                    <a:lnTo>
                      <a:pt x="52" y="81"/>
                    </a:lnTo>
                    <a:lnTo>
                      <a:pt x="52" y="81"/>
                    </a:lnTo>
                    <a:lnTo>
                      <a:pt x="52" y="79"/>
                    </a:lnTo>
                    <a:lnTo>
                      <a:pt x="52" y="79"/>
                    </a:lnTo>
                    <a:lnTo>
                      <a:pt x="52" y="79"/>
                    </a:lnTo>
                    <a:lnTo>
                      <a:pt x="54" y="79"/>
                    </a:lnTo>
                    <a:lnTo>
                      <a:pt x="54" y="76"/>
                    </a:lnTo>
                    <a:lnTo>
                      <a:pt x="54" y="76"/>
                    </a:lnTo>
                    <a:lnTo>
                      <a:pt x="57" y="76"/>
                    </a:lnTo>
                    <a:lnTo>
                      <a:pt x="57" y="76"/>
                    </a:lnTo>
                    <a:lnTo>
                      <a:pt x="57" y="76"/>
                    </a:lnTo>
                    <a:lnTo>
                      <a:pt x="57" y="76"/>
                    </a:lnTo>
                    <a:lnTo>
                      <a:pt x="57" y="76"/>
                    </a:lnTo>
                    <a:lnTo>
                      <a:pt x="57" y="74"/>
                    </a:lnTo>
                    <a:lnTo>
                      <a:pt x="59" y="74"/>
                    </a:lnTo>
                    <a:lnTo>
                      <a:pt x="59" y="74"/>
                    </a:lnTo>
                    <a:lnTo>
                      <a:pt x="59" y="74"/>
                    </a:lnTo>
                    <a:lnTo>
                      <a:pt x="59" y="71"/>
                    </a:lnTo>
                    <a:lnTo>
                      <a:pt x="59" y="71"/>
                    </a:lnTo>
                    <a:lnTo>
                      <a:pt x="59" y="71"/>
                    </a:lnTo>
                    <a:lnTo>
                      <a:pt x="61" y="71"/>
                    </a:lnTo>
                    <a:lnTo>
                      <a:pt x="61" y="69"/>
                    </a:lnTo>
                    <a:lnTo>
                      <a:pt x="61" y="69"/>
                    </a:lnTo>
                    <a:lnTo>
                      <a:pt x="59" y="69"/>
                    </a:lnTo>
                    <a:lnTo>
                      <a:pt x="59" y="67"/>
                    </a:lnTo>
                    <a:lnTo>
                      <a:pt x="59" y="67"/>
                    </a:lnTo>
                    <a:lnTo>
                      <a:pt x="59" y="67"/>
                    </a:lnTo>
                    <a:lnTo>
                      <a:pt x="61" y="67"/>
                    </a:lnTo>
                    <a:lnTo>
                      <a:pt x="61" y="67"/>
                    </a:lnTo>
                    <a:lnTo>
                      <a:pt x="61" y="64"/>
                    </a:lnTo>
                    <a:lnTo>
                      <a:pt x="64" y="64"/>
                    </a:lnTo>
                    <a:lnTo>
                      <a:pt x="64" y="64"/>
                    </a:lnTo>
                    <a:lnTo>
                      <a:pt x="64" y="62"/>
                    </a:lnTo>
                    <a:lnTo>
                      <a:pt x="64" y="62"/>
                    </a:lnTo>
                    <a:lnTo>
                      <a:pt x="61" y="62"/>
                    </a:lnTo>
                    <a:lnTo>
                      <a:pt x="61" y="60"/>
                    </a:lnTo>
                    <a:lnTo>
                      <a:pt x="61" y="60"/>
                    </a:lnTo>
                    <a:lnTo>
                      <a:pt x="64" y="60"/>
                    </a:lnTo>
                    <a:lnTo>
                      <a:pt x="64" y="57"/>
                    </a:lnTo>
                    <a:lnTo>
                      <a:pt x="61" y="57"/>
                    </a:lnTo>
                    <a:lnTo>
                      <a:pt x="61" y="57"/>
                    </a:lnTo>
                    <a:lnTo>
                      <a:pt x="61" y="57"/>
                    </a:lnTo>
                    <a:lnTo>
                      <a:pt x="61" y="55"/>
                    </a:lnTo>
                    <a:lnTo>
                      <a:pt x="61" y="55"/>
                    </a:lnTo>
                    <a:lnTo>
                      <a:pt x="61" y="52"/>
                    </a:lnTo>
                    <a:lnTo>
                      <a:pt x="61" y="52"/>
                    </a:lnTo>
                    <a:lnTo>
                      <a:pt x="61" y="52"/>
                    </a:lnTo>
                    <a:lnTo>
                      <a:pt x="61" y="52"/>
                    </a:lnTo>
                    <a:lnTo>
                      <a:pt x="61" y="50"/>
                    </a:lnTo>
                    <a:lnTo>
                      <a:pt x="64" y="50"/>
                    </a:lnTo>
                    <a:lnTo>
                      <a:pt x="64" y="50"/>
                    </a:lnTo>
                    <a:lnTo>
                      <a:pt x="64" y="48"/>
                    </a:lnTo>
                    <a:lnTo>
                      <a:pt x="64" y="48"/>
                    </a:lnTo>
                    <a:lnTo>
                      <a:pt x="64" y="48"/>
                    </a:lnTo>
                    <a:lnTo>
                      <a:pt x="64" y="48"/>
                    </a:lnTo>
                    <a:lnTo>
                      <a:pt x="66" y="48"/>
                    </a:lnTo>
                    <a:lnTo>
                      <a:pt x="66" y="48"/>
                    </a:lnTo>
                    <a:lnTo>
                      <a:pt x="68" y="48"/>
                    </a:lnTo>
                    <a:lnTo>
                      <a:pt x="68" y="48"/>
                    </a:lnTo>
                    <a:lnTo>
                      <a:pt x="68" y="45"/>
                    </a:lnTo>
                    <a:lnTo>
                      <a:pt x="68" y="45"/>
                    </a:lnTo>
                    <a:lnTo>
                      <a:pt x="71" y="45"/>
                    </a:lnTo>
                    <a:lnTo>
                      <a:pt x="71" y="45"/>
                    </a:lnTo>
                    <a:lnTo>
                      <a:pt x="71" y="45"/>
                    </a:lnTo>
                    <a:lnTo>
                      <a:pt x="71" y="45"/>
                    </a:lnTo>
                    <a:lnTo>
                      <a:pt x="71" y="43"/>
                    </a:lnTo>
                    <a:lnTo>
                      <a:pt x="71" y="43"/>
                    </a:lnTo>
                    <a:lnTo>
                      <a:pt x="73" y="43"/>
                    </a:lnTo>
                    <a:lnTo>
                      <a:pt x="73" y="43"/>
                    </a:lnTo>
                    <a:lnTo>
                      <a:pt x="73" y="43"/>
                    </a:lnTo>
                    <a:lnTo>
                      <a:pt x="75" y="43"/>
                    </a:lnTo>
                    <a:lnTo>
                      <a:pt x="75" y="43"/>
                    </a:lnTo>
                    <a:lnTo>
                      <a:pt x="75" y="43"/>
                    </a:lnTo>
                    <a:lnTo>
                      <a:pt x="75" y="41"/>
                    </a:lnTo>
                    <a:lnTo>
                      <a:pt x="75" y="41"/>
                    </a:lnTo>
                    <a:lnTo>
                      <a:pt x="78" y="41"/>
                    </a:lnTo>
                    <a:lnTo>
                      <a:pt x="78" y="38"/>
                    </a:lnTo>
                    <a:lnTo>
                      <a:pt x="78" y="38"/>
                    </a:lnTo>
                    <a:lnTo>
                      <a:pt x="78" y="38"/>
                    </a:lnTo>
                    <a:lnTo>
                      <a:pt x="78" y="38"/>
                    </a:lnTo>
                    <a:lnTo>
                      <a:pt x="80" y="38"/>
                    </a:lnTo>
                    <a:lnTo>
                      <a:pt x="80" y="38"/>
                    </a:lnTo>
                    <a:lnTo>
                      <a:pt x="80" y="36"/>
                    </a:lnTo>
                    <a:lnTo>
                      <a:pt x="80" y="36"/>
                    </a:lnTo>
                    <a:lnTo>
                      <a:pt x="83" y="36"/>
                    </a:lnTo>
                    <a:lnTo>
                      <a:pt x="83" y="36"/>
                    </a:lnTo>
                    <a:lnTo>
                      <a:pt x="83" y="36"/>
                    </a:lnTo>
                    <a:lnTo>
                      <a:pt x="83" y="34"/>
                    </a:lnTo>
                    <a:lnTo>
                      <a:pt x="83" y="34"/>
                    </a:lnTo>
                    <a:lnTo>
                      <a:pt x="85" y="34"/>
                    </a:lnTo>
                    <a:lnTo>
                      <a:pt x="85" y="34"/>
                    </a:lnTo>
                    <a:lnTo>
                      <a:pt x="85" y="34"/>
                    </a:lnTo>
                    <a:lnTo>
                      <a:pt x="85" y="34"/>
                    </a:lnTo>
                    <a:lnTo>
                      <a:pt x="85" y="31"/>
                    </a:lnTo>
                    <a:lnTo>
                      <a:pt x="87" y="31"/>
                    </a:lnTo>
                    <a:lnTo>
                      <a:pt x="87" y="31"/>
                    </a:lnTo>
                    <a:lnTo>
                      <a:pt x="90" y="31"/>
                    </a:lnTo>
                    <a:lnTo>
                      <a:pt x="90" y="31"/>
                    </a:lnTo>
                    <a:lnTo>
                      <a:pt x="90" y="31"/>
                    </a:lnTo>
                    <a:lnTo>
                      <a:pt x="92" y="31"/>
                    </a:lnTo>
                    <a:lnTo>
                      <a:pt x="92" y="31"/>
                    </a:lnTo>
                    <a:lnTo>
                      <a:pt x="92" y="31"/>
                    </a:lnTo>
                    <a:lnTo>
                      <a:pt x="94" y="31"/>
                    </a:lnTo>
                    <a:lnTo>
                      <a:pt x="94" y="31"/>
                    </a:lnTo>
                    <a:lnTo>
                      <a:pt x="94" y="31"/>
                    </a:lnTo>
                    <a:lnTo>
                      <a:pt x="97" y="31"/>
                    </a:lnTo>
                    <a:lnTo>
                      <a:pt x="97" y="31"/>
                    </a:lnTo>
                    <a:lnTo>
                      <a:pt x="97" y="29"/>
                    </a:lnTo>
                    <a:lnTo>
                      <a:pt x="97" y="29"/>
                    </a:lnTo>
                    <a:lnTo>
                      <a:pt x="97" y="31"/>
                    </a:lnTo>
                    <a:lnTo>
                      <a:pt x="99" y="31"/>
                    </a:lnTo>
                    <a:lnTo>
                      <a:pt x="99" y="31"/>
                    </a:lnTo>
                    <a:lnTo>
                      <a:pt x="99" y="31"/>
                    </a:lnTo>
                    <a:lnTo>
                      <a:pt x="99" y="34"/>
                    </a:lnTo>
                    <a:lnTo>
                      <a:pt x="101" y="34"/>
                    </a:lnTo>
                    <a:lnTo>
                      <a:pt x="101" y="34"/>
                    </a:lnTo>
                    <a:lnTo>
                      <a:pt x="101" y="36"/>
                    </a:lnTo>
                    <a:lnTo>
                      <a:pt x="101" y="36"/>
                    </a:lnTo>
                    <a:lnTo>
                      <a:pt x="101" y="36"/>
                    </a:lnTo>
                    <a:lnTo>
                      <a:pt x="101" y="36"/>
                    </a:lnTo>
                    <a:lnTo>
                      <a:pt x="104" y="36"/>
                    </a:lnTo>
                    <a:lnTo>
                      <a:pt x="104" y="36"/>
                    </a:lnTo>
                    <a:lnTo>
                      <a:pt x="104" y="36"/>
                    </a:lnTo>
                    <a:lnTo>
                      <a:pt x="104" y="36"/>
                    </a:lnTo>
                    <a:lnTo>
                      <a:pt x="106" y="36"/>
                    </a:lnTo>
                    <a:lnTo>
                      <a:pt x="106" y="36"/>
                    </a:lnTo>
                    <a:lnTo>
                      <a:pt x="106" y="36"/>
                    </a:lnTo>
                    <a:lnTo>
                      <a:pt x="106" y="36"/>
                    </a:lnTo>
                    <a:lnTo>
                      <a:pt x="106" y="36"/>
                    </a:lnTo>
                    <a:lnTo>
                      <a:pt x="106" y="34"/>
                    </a:lnTo>
                    <a:lnTo>
                      <a:pt x="104" y="34"/>
                    </a:lnTo>
                    <a:lnTo>
                      <a:pt x="104" y="34"/>
                    </a:lnTo>
                    <a:lnTo>
                      <a:pt x="104" y="34"/>
                    </a:lnTo>
                    <a:lnTo>
                      <a:pt x="104" y="31"/>
                    </a:lnTo>
                    <a:lnTo>
                      <a:pt x="104" y="31"/>
                    </a:lnTo>
                    <a:lnTo>
                      <a:pt x="104" y="31"/>
                    </a:lnTo>
                    <a:lnTo>
                      <a:pt x="101" y="31"/>
                    </a:lnTo>
                    <a:lnTo>
                      <a:pt x="101" y="29"/>
                    </a:lnTo>
                    <a:lnTo>
                      <a:pt x="101" y="29"/>
                    </a:lnTo>
                    <a:lnTo>
                      <a:pt x="101" y="29"/>
                    </a:lnTo>
                    <a:lnTo>
                      <a:pt x="101" y="26"/>
                    </a:lnTo>
                    <a:lnTo>
                      <a:pt x="101" y="26"/>
                    </a:lnTo>
                    <a:lnTo>
                      <a:pt x="101" y="26"/>
                    </a:lnTo>
                    <a:lnTo>
                      <a:pt x="101" y="24"/>
                    </a:lnTo>
                    <a:lnTo>
                      <a:pt x="101" y="24"/>
                    </a:lnTo>
                    <a:lnTo>
                      <a:pt x="101" y="24"/>
                    </a:lnTo>
                    <a:lnTo>
                      <a:pt x="101" y="24"/>
                    </a:lnTo>
                    <a:lnTo>
                      <a:pt x="101" y="22"/>
                    </a:lnTo>
                    <a:lnTo>
                      <a:pt x="101" y="22"/>
                    </a:lnTo>
                    <a:lnTo>
                      <a:pt x="104" y="22"/>
                    </a:lnTo>
                    <a:lnTo>
                      <a:pt x="104" y="22"/>
                    </a:lnTo>
                    <a:lnTo>
                      <a:pt x="104" y="19"/>
                    </a:lnTo>
                    <a:lnTo>
                      <a:pt x="104" y="19"/>
                    </a:lnTo>
                    <a:lnTo>
                      <a:pt x="104" y="19"/>
                    </a:lnTo>
                    <a:lnTo>
                      <a:pt x="104" y="19"/>
                    </a:lnTo>
                    <a:lnTo>
                      <a:pt x="106" y="19"/>
                    </a:lnTo>
                    <a:lnTo>
                      <a:pt x="106" y="19"/>
                    </a:lnTo>
                    <a:lnTo>
                      <a:pt x="106" y="17"/>
                    </a:lnTo>
                    <a:lnTo>
                      <a:pt x="109" y="17"/>
                    </a:lnTo>
                    <a:lnTo>
                      <a:pt x="109" y="17"/>
                    </a:lnTo>
                    <a:lnTo>
                      <a:pt x="109" y="17"/>
                    </a:lnTo>
                    <a:lnTo>
                      <a:pt x="109" y="17"/>
                    </a:lnTo>
                    <a:lnTo>
                      <a:pt x="109" y="17"/>
                    </a:lnTo>
                    <a:lnTo>
                      <a:pt x="111" y="17"/>
                    </a:lnTo>
                    <a:lnTo>
                      <a:pt x="111" y="17"/>
                    </a:lnTo>
                    <a:lnTo>
                      <a:pt x="111" y="17"/>
                    </a:lnTo>
                    <a:lnTo>
                      <a:pt x="111" y="17"/>
                    </a:lnTo>
                    <a:lnTo>
                      <a:pt x="111" y="15"/>
                    </a:lnTo>
                    <a:lnTo>
                      <a:pt x="111" y="15"/>
                    </a:lnTo>
                    <a:lnTo>
                      <a:pt x="111" y="12"/>
                    </a:lnTo>
                    <a:lnTo>
                      <a:pt x="111" y="12"/>
                    </a:lnTo>
                    <a:lnTo>
                      <a:pt x="111" y="12"/>
                    </a:lnTo>
                    <a:lnTo>
                      <a:pt x="111" y="10"/>
                    </a:lnTo>
                    <a:lnTo>
                      <a:pt x="111" y="10"/>
                    </a:lnTo>
                    <a:lnTo>
                      <a:pt x="111" y="10"/>
                    </a:lnTo>
                    <a:lnTo>
                      <a:pt x="111" y="7"/>
                    </a:lnTo>
                    <a:lnTo>
                      <a:pt x="111" y="7"/>
                    </a:lnTo>
                    <a:lnTo>
                      <a:pt x="111" y="7"/>
                    </a:lnTo>
                    <a:lnTo>
                      <a:pt x="111" y="7"/>
                    </a:lnTo>
                    <a:lnTo>
                      <a:pt x="113" y="7"/>
                    </a:lnTo>
                    <a:lnTo>
                      <a:pt x="113" y="7"/>
                    </a:lnTo>
                    <a:lnTo>
                      <a:pt x="113" y="5"/>
                    </a:lnTo>
                    <a:lnTo>
                      <a:pt x="113" y="5"/>
                    </a:lnTo>
                    <a:lnTo>
                      <a:pt x="113" y="3"/>
                    </a:lnTo>
                    <a:lnTo>
                      <a:pt x="113" y="3"/>
                    </a:lnTo>
                    <a:lnTo>
                      <a:pt x="116" y="3"/>
                    </a:lnTo>
                    <a:lnTo>
                      <a:pt x="116" y="0"/>
                    </a:lnTo>
                    <a:lnTo>
                      <a:pt x="116" y="0"/>
                    </a:lnTo>
                    <a:lnTo>
                      <a:pt x="116" y="0"/>
                    </a:lnTo>
                    <a:lnTo>
                      <a:pt x="116" y="0"/>
                    </a:lnTo>
                    <a:lnTo>
                      <a:pt x="116" y="0"/>
                    </a:lnTo>
                    <a:lnTo>
                      <a:pt x="116" y="3"/>
                    </a:lnTo>
                    <a:lnTo>
                      <a:pt x="118" y="3"/>
                    </a:lnTo>
                    <a:lnTo>
                      <a:pt x="118" y="0"/>
                    </a:lnTo>
                    <a:lnTo>
                      <a:pt x="118" y="0"/>
                    </a:lnTo>
                    <a:lnTo>
                      <a:pt x="118" y="3"/>
                    </a:lnTo>
                    <a:lnTo>
                      <a:pt x="118" y="3"/>
                    </a:lnTo>
                    <a:lnTo>
                      <a:pt x="118" y="3"/>
                    </a:lnTo>
                    <a:lnTo>
                      <a:pt x="118" y="5"/>
                    </a:lnTo>
                    <a:lnTo>
                      <a:pt x="120" y="5"/>
                    </a:lnTo>
                    <a:lnTo>
                      <a:pt x="120" y="5"/>
                    </a:lnTo>
                    <a:lnTo>
                      <a:pt x="120" y="5"/>
                    </a:lnTo>
                    <a:lnTo>
                      <a:pt x="120" y="5"/>
                    </a:lnTo>
                    <a:lnTo>
                      <a:pt x="123" y="5"/>
                    </a:lnTo>
                    <a:lnTo>
                      <a:pt x="123" y="5"/>
                    </a:lnTo>
                    <a:lnTo>
                      <a:pt x="123" y="5"/>
                    </a:lnTo>
                    <a:lnTo>
                      <a:pt x="123" y="5"/>
                    </a:lnTo>
                    <a:lnTo>
                      <a:pt x="123" y="7"/>
                    </a:lnTo>
                    <a:lnTo>
                      <a:pt x="125" y="7"/>
                    </a:lnTo>
                    <a:lnTo>
                      <a:pt x="125" y="7"/>
                    </a:lnTo>
                    <a:lnTo>
                      <a:pt x="125" y="7"/>
                    </a:lnTo>
                    <a:lnTo>
                      <a:pt x="125" y="7"/>
                    </a:lnTo>
                    <a:lnTo>
                      <a:pt x="125" y="7"/>
                    </a:lnTo>
                    <a:lnTo>
                      <a:pt x="125" y="10"/>
                    </a:lnTo>
                    <a:lnTo>
                      <a:pt x="128" y="10"/>
                    </a:lnTo>
                    <a:lnTo>
                      <a:pt x="128" y="10"/>
                    </a:lnTo>
                    <a:lnTo>
                      <a:pt x="128" y="10"/>
                    </a:lnTo>
                    <a:lnTo>
                      <a:pt x="128" y="12"/>
                    </a:lnTo>
                    <a:lnTo>
                      <a:pt x="128" y="12"/>
                    </a:lnTo>
                    <a:lnTo>
                      <a:pt x="128" y="12"/>
                    </a:lnTo>
                    <a:lnTo>
                      <a:pt x="128" y="15"/>
                    </a:lnTo>
                    <a:lnTo>
                      <a:pt x="128" y="15"/>
                    </a:lnTo>
                    <a:lnTo>
                      <a:pt x="128" y="15"/>
                    </a:lnTo>
                    <a:lnTo>
                      <a:pt x="128" y="17"/>
                    </a:lnTo>
                    <a:lnTo>
                      <a:pt x="128" y="17"/>
                    </a:lnTo>
                    <a:lnTo>
                      <a:pt x="128" y="17"/>
                    </a:lnTo>
                    <a:lnTo>
                      <a:pt x="130" y="17"/>
                    </a:lnTo>
                    <a:lnTo>
                      <a:pt x="130" y="19"/>
                    </a:lnTo>
                    <a:lnTo>
                      <a:pt x="130" y="19"/>
                    </a:lnTo>
                    <a:lnTo>
                      <a:pt x="130" y="22"/>
                    </a:lnTo>
                    <a:lnTo>
                      <a:pt x="130" y="22"/>
                    </a:lnTo>
                    <a:lnTo>
                      <a:pt x="130" y="22"/>
                    </a:lnTo>
                    <a:lnTo>
                      <a:pt x="130" y="22"/>
                    </a:lnTo>
                    <a:lnTo>
                      <a:pt x="130" y="24"/>
                    </a:lnTo>
                    <a:lnTo>
                      <a:pt x="130" y="24"/>
                    </a:lnTo>
                    <a:lnTo>
                      <a:pt x="130" y="26"/>
                    </a:lnTo>
                    <a:lnTo>
                      <a:pt x="132" y="26"/>
                    </a:lnTo>
                    <a:lnTo>
                      <a:pt x="132" y="26"/>
                    </a:lnTo>
                    <a:lnTo>
                      <a:pt x="132" y="26"/>
                    </a:lnTo>
                    <a:lnTo>
                      <a:pt x="132" y="24"/>
                    </a:lnTo>
                    <a:lnTo>
                      <a:pt x="132" y="24"/>
                    </a:lnTo>
                    <a:lnTo>
                      <a:pt x="132" y="22"/>
                    </a:lnTo>
                    <a:lnTo>
                      <a:pt x="135" y="22"/>
                    </a:lnTo>
                    <a:lnTo>
                      <a:pt x="135" y="22"/>
                    </a:lnTo>
                    <a:lnTo>
                      <a:pt x="135" y="24"/>
                    </a:lnTo>
                    <a:lnTo>
                      <a:pt x="137" y="24"/>
                    </a:lnTo>
                    <a:lnTo>
                      <a:pt x="137" y="24"/>
                    </a:lnTo>
                    <a:lnTo>
                      <a:pt x="137" y="24"/>
                    </a:lnTo>
                    <a:lnTo>
                      <a:pt x="137" y="24"/>
                    </a:lnTo>
                    <a:lnTo>
                      <a:pt x="137" y="24"/>
                    </a:lnTo>
                    <a:lnTo>
                      <a:pt x="139" y="24"/>
                    </a:lnTo>
                    <a:lnTo>
                      <a:pt x="139" y="24"/>
                    </a:lnTo>
                    <a:lnTo>
                      <a:pt x="139" y="24"/>
                    </a:lnTo>
                    <a:lnTo>
                      <a:pt x="139" y="26"/>
                    </a:lnTo>
                    <a:lnTo>
                      <a:pt x="139" y="26"/>
                    </a:lnTo>
                    <a:lnTo>
                      <a:pt x="139" y="26"/>
                    </a:lnTo>
                    <a:lnTo>
                      <a:pt x="139" y="29"/>
                    </a:lnTo>
                    <a:lnTo>
                      <a:pt x="139" y="29"/>
                    </a:lnTo>
                    <a:lnTo>
                      <a:pt x="139" y="31"/>
                    </a:lnTo>
                    <a:lnTo>
                      <a:pt x="139" y="31"/>
                    </a:lnTo>
                    <a:lnTo>
                      <a:pt x="139" y="34"/>
                    </a:lnTo>
                    <a:lnTo>
                      <a:pt x="139" y="34"/>
                    </a:lnTo>
                    <a:lnTo>
                      <a:pt x="139" y="36"/>
                    </a:lnTo>
                    <a:lnTo>
                      <a:pt x="139" y="36"/>
                    </a:lnTo>
                    <a:lnTo>
                      <a:pt x="139" y="36"/>
                    </a:lnTo>
                    <a:lnTo>
                      <a:pt x="142" y="36"/>
                    </a:lnTo>
                    <a:lnTo>
                      <a:pt x="142" y="38"/>
                    </a:lnTo>
                    <a:lnTo>
                      <a:pt x="142" y="38"/>
                    </a:lnTo>
                    <a:lnTo>
                      <a:pt x="142" y="41"/>
                    </a:lnTo>
                    <a:lnTo>
                      <a:pt x="142" y="41"/>
                    </a:lnTo>
                    <a:lnTo>
                      <a:pt x="142" y="43"/>
                    </a:lnTo>
                    <a:lnTo>
                      <a:pt x="142" y="43"/>
                    </a:lnTo>
                    <a:lnTo>
                      <a:pt x="142" y="45"/>
                    </a:lnTo>
                    <a:lnTo>
                      <a:pt x="142" y="45"/>
                    </a:lnTo>
                    <a:lnTo>
                      <a:pt x="142" y="45"/>
                    </a:lnTo>
                    <a:lnTo>
                      <a:pt x="142" y="45"/>
                    </a:lnTo>
                    <a:lnTo>
                      <a:pt x="142" y="48"/>
                    </a:lnTo>
                    <a:lnTo>
                      <a:pt x="142" y="48"/>
                    </a:lnTo>
                    <a:lnTo>
                      <a:pt x="142" y="50"/>
                    </a:lnTo>
                    <a:lnTo>
                      <a:pt x="142" y="50"/>
                    </a:lnTo>
                    <a:lnTo>
                      <a:pt x="142" y="50"/>
                    </a:lnTo>
                    <a:lnTo>
                      <a:pt x="142" y="52"/>
                    </a:lnTo>
                    <a:lnTo>
                      <a:pt x="142" y="52"/>
                    </a:lnTo>
                    <a:lnTo>
                      <a:pt x="142" y="55"/>
                    </a:lnTo>
                    <a:lnTo>
                      <a:pt x="142" y="55"/>
                    </a:lnTo>
                    <a:lnTo>
                      <a:pt x="139" y="55"/>
                    </a:lnTo>
                    <a:lnTo>
                      <a:pt x="139" y="57"/>
                    </a:lnTo>
                    <a:lnTo>
                      <a:pt x="139" y="57"/>
                    </a:lnTo>
                    <a:lnTo>
                      <a:pt x="139" y="57"/>
                    </a:lnTo>
                    <a:lnTo>
                      <a:pt x="139" y="57"/>
                    </a:lnTo>
                    <a:lnTo>
                      <a:pt x="139" y="57"/>
                    </a:lnTo>
                    <a:lnTo>
                      <a:pt x="139" y="60"/>
                    </a:lnTo>
                    <a:lnTo>
                      <a:pt x="139" y="60"/>
                    </a:lnTo>
                    <a:lnTo>
                      <a:pt x="139" y="62"/>
                    </a:lnTo>
                    <a:lnTo>
                      <a:pt x="139" y="62"/>
                    </a:lnTo>
                    <a:lnTo>
                      <a:pt x="137" y="62"/>
                    </a:lnTo>
                    <a:lnTo>
                      <a:pt x="137" y="62"/>
                    </a:lnTo>
                    <a:lnTo>
                      <a:pt x="137" y="62"/>
                    </a:lnTo>
                    <a:lnTo>
                      <a:pt x="137" y="64"/>
                    </a:lnTo>
                    <a:lnTo>
                      <a:pt x="137" y="64"/>
                    </a:lnTo>
                    <a:lnTo>
                      <a:pt x="137" y="64"/>
                    </a:lnTo>
                    <a:lnTo>
                      <a:pt x="137" y="67"/>
                    </a:lnTo>
                    <a:lnTo>
                      <a:pt x="139" y="67"/>
                    </a:lnTo>
                    <a:lnTo>
                      <a:pt x="139" y="67"/>
                    </a:lnTo>
                    <a:lnTo>
                      <a:pt x="139" y="67"/>
                    </a:lnTo>
                    <a:lnTo>
                      <a:pt x="139" y="67"/>
                    </a:lnTo>
                    <a:lnTo>
                      <a:pt x="139" y="69"/>
                    </a:lnTo>
                    <a:lnTo>
                      <a:pt x="139" y="69"/>
                    </a:lnTo>
                    <a:lnTo>
                      <a:pt x="137" y="69"/>
                    </a:lnTo>
                    <a:lnTo>
                      <a:pt x="137" y="69"/>
                    </a:lnTo>
                    <a:lnTo>
                      <a:pt x="137" y="69"/>
                    </a:lnTo>
                    <a:lnTo>
                      <a:pt x="135" y="69"/>
                    </a:lnTo>
                    <a:lnTo>
                      <a:pt x="135" y="69"/>
                    </a:lnTo>
                    <a:lnTo>
                      <a:pt x="135" y="69"/>
                    </a:lnTo>
                    <a:lnTo>
                      <a:pt x="135" y="71"/>
                    </a:lnTo>
                    <a:lnTo>
                      <a:pt x="135" y="71"/>
                    </a:lnTo>
                    <a:lnTo>
                      <a:pt x="132" y="71"/>
                    </a:lnTo>
                    <a:lnTo>
                      <a:pt x="132" y="74"/>
                    </a:lnTo>
                    <a:lnTo>
                      <a:pt x="132" y="74"/>
                    </a:lnTo>
                    <a:lnTo>
                      <a:pt x="132" y="74"/>
                    </a:lnTo>
                    <a:lnTo>
                      <a:pt x="132" y="76"/>
                    </a:lnTo>
                    <a:lnTo>
                      <a:pt x="132" y="76"/>
                    </a:lnTo>
                    <a:lnTo>
                      <a:pt x="132" y="76"/>
                    </a:lnTo>
                    <a:lnTo>
                      <a:pt x="130" y="76"/>
                    </a:lnTo>
                    <a:lnTo>
                      <a:pt x="130" y="76"/>
                    </a:lnTo>
                    <a:lnTo>
                      <a:pt x="130" y="76"/>
                    </a:lnTo>
                    <a:lnTo>
                      <a:pt x="130" y="76"/>
                    </a:lnTo>
                    <a:lnTo>
                      <a:pt x="130" y="74"/>
                    </a:lnTo>
                    <a:lnTo>
                      <a:pt x="128" y="74"/>
                    </a:lnTo>
                    <a:lnTo>
                      <a:pt x="128" y="76"/>
                    </a:lnTo>
                    <a:lnTo>
                      <a:pt x="128" y="76"/>
                    </a:lnTo>
                    <a:lnTo>
                      <a:pt x="128" y="76"/>
                    </a:lnTo>
                    <a:lnTo>
                      <a:pt x="128" y="76"/>
                    </a:lnTo>
                    <a:lnTo>
                      <a:pt x="128" y="79"/>
                    </a:lnTo>
                    <a:lnTo>
                      <a:pt x="128" y="79"/>
                    </a:lnTo>
                    <a:lnTo>
                      <a:pt x="128" y="81"/>
                    </a:lnTo>
                    <a:lnTo>
                      <a:pt x="125" y="81"/>
                    </a:lnTo>
                    <a:lnTo>
                      <a:pt x="125" y="81"/>
                    </a:lnTo>
                    <a:lnTo>
                      <a:pt x="125" y="81"/>
                    </a:lnTo>
                    <a:lnTo>
                      <a:pt x="125" y="83"/>
                    </a:lnTo>
                    <a:lnTo>
                      <a:pt x="125" y="83"/>
                    </a:lnTo>
                    <a:lnTo>
                      <a:pt x="125" y="83"/>
                    </a:lnTo>
                    <a:lnTo>
                      <a:pt x="123" y="83"/>
                    </a:lnTo>
                    <a:lnTo>
                      <a:pt x="123" y="86"/>
                    </a:lnTo>
                    <a:lnTo>
                      <a:pt x="123" y="86"/>
                    </a:lnTo>
                    <a:lnTo>
                      <a:pt x="123" y="83"/>
                    </a:lnTo>
                    <a:lnTo>
                      <a:pt x="123" y="83"/>
                    </a:lnTo>
                    <a:lnTo>
                      <a:pt x="120" y="83"/>
                    </a:lnTo>
                    <a:lnTo>
                      <a:pt x="120" y="86"/>
                    </a:lnTo>
                    <a:lnTo>
                      <a:pt x="120" y="86"/>
                    </a:lnTo>
                    <a:lnTo>
                      <a:pt x="120" y="86"/>
                    </a:lnTo>
                    <a:lnTo>
                      <a:pt x="120" y="86"/>
                    </a:lnTo>
                    <a:lnTo>
                      <a:pt x="118" y="86"/>
                    </a:lnTo>
                    <a:lnTo>
                      <a:pt x="118" y="88"/>
                    </a:lnTo>
                    <a:lnTo>
                      <a:pt x="118" y="88"/>
                    </a:lnTo>
                    <a:lnTo>
                      <a:pt x="118" y="88"/>
                    </a:lnTo>
                    <a:lnTo>
                      <a:pt x="118" y="90"/>
                    </a:lnTo>
                    <a:lnTo>
                      <a:pt x="118" y="90"/>
                    </a:lnTo>
                    <a:lnTo>
                      <a:pt x="118" y="90"/>
                    </a:lnTo>
                    <a:lnTo>
                      <a:pt x="118" y="93"/>
                    </a:lnTo>
                    <a:lnTo>
                      <a:pt x="118" y="93"/>
                    </a:lnTo>
                    <a:lnTo>
                      <a:pt x="120" y="93"/>
                    </a:lnTo>
                    <a:lnTo>
                      <a:pt x="120" y="95"/>
                    </a:lnTo>
                    <a:lnTo>
                      <a:pt x="118" y="95"/>
                    </a:lnTo>
                    <a:lnTo>
                      <a:pt x="118" y="95"/>
                    </a:lnTo>
                    <a:lnTo>
                      <a:pt x="118" y="95"/>
                    </a:lnTo>
                    <a:lnTo>
                      <a:pt x="118" y="95"/>
                    </a:lnTo>
                    <a:lnTo>
                      <a:pt x="116" y="95"/>
                    </a:lnTo>
                    <a:lnTo>
                      <a:pt x="116" y="95"/>
                    </a:lnTo>
                    <a:lnTo>
                      <a:pt x="116" y="95"/>
                    </a:lnTo>
                    <a:lnTo>
                      <a:pt x="116" y="98"/>
                    </a:lnTo>
                    <a:lnTo>
                      <a:pt x="116" y="98"/>
                    </a:lnTo>
                    <a:lnTo>
                      <a:pt x="116" y="100"/>
                    </a:lnTo>
                    <a:lnTo>
                      <a:pt x="116" y="100"/>
                    </a:lnTo>
                    <a:lnTo>
                      <a:pt x="116" y="102"/>
                    </a:lnTo>
                    <a:lnTo>
                      <a:pt x="116" y="102"/>
                    </a:lnTo>
                    <a:lnTo>
                      <a:pt x="116" y="102"/>
                    </a:lnTo>
                    <a:lnTo>
                      <a:pt x="116" y="105"/>
                    </a:lnTo>
                    <a:lnTo>
                      <a:pt x="116" y="105"/>
                    </a:lnTo>
                    <a:lnTo>
                      <a:pt x="116" y="105"/>
                    </a:lnTo>
                    <a:lnTo>
                      <a:pt x="116" y="105"/>
                    </a:lnTo>
                    <a:lnTo>
                      <a:pt x="116" y="105"/>
                    </a:lnTo>
                    <a:lnTo>
                      <a:pt x="118" y="105"/>
                    </a:lnTo>
                    <a:lnTo>
                      <a:pt x="118" y="105"/>
                    </a:lnTo>
                    <a:lnTo>
                      <a:pt x="118" y="105"/>
                    </a:lnTo>
                    <a:lnTo>
                      <a:pt x="118" y="105"/>
                    </a:lnTo>
                    <a:lnTo>
                      <a:pt x="118" y="107"/>
                    </a:lnTo>
                    <a:lnTo>
                      <a:pt x="118" y="107"/>
                    </a:lnTo>
                    <a:lnTo>
                      <a:pt x="118" y="107"/>
                    </a:lnTo>
                    <a:lnTo>
                      <a:pt x="118" y="107"/>
                    </a:lnTo>
                    <a:lnTo>
                      <a:pt x="118" y="107"/>
                    </a:lnTo>
                    <a:lnTo>
                      <a:pt x="118" y="109"/>
                    </a:lnTo>
                    <a:lnTo>
                      <a:pt x="118" y="109"/>
                    </a:lnTo>
                    <a:lnTo>
                      <a:pt x="118" y="112"/>
                    </a:lnTo>
                    <a:lnTo>
                      <a:pt x="118" y="112"/>
                    </a:lnTo>
                    <a:lnTo>
                      <a:pt x="118" y="112"/>
                    </a:lnTo>
                    <a:lnTo>
                      <a:pt x="118" y="114"/>
                    </a:lnTo>
                    <a:lnTo>
                      <a:pt x="118" y="114"/>
                    </a:lnTo>
                    <a:lnTo>
                      <a:pt x="118" y="114"/>
                    </a:lnTo>
                    <a:lnTo>
                      <a:pt x="116" y="114"/>
                    </a:lnTo>
                    <a:lnTo>
                      <a:pt x="116" y="116"/>
                    </a:lnTo>
                    <a:lnTo>
                      <a:pt x="116" y="116"/>
                    </a:lnTo>
                    <a:lnTo>
                      <a:pt x="116" y="116"/>
                    </a:lnTo>
                    <a:lnTo>
                      <a:pt x="116" y="116"/>
                    </a:lnTo>
                    <a:lnTo>
                      <a:pt x="116" y="116"/>
                    </a:lnTo>
                    <a:lnTo>
                      <a:pt x="116" y="116"/>
                    </a:lnTo>
                    <a:lnTo>
                      <a:pt x="116" y="116"/>
                    </a:lnTo>
                    <a:lnTo>
                      <a:pt x="116" y="119"/>
                    </a:lnTo>
                    <a:lnTo>
                      <a:pt x="118" y="119"/>
                    </a:lnTo>
                    <a:lnTo>
                      <a:pt x="118" y="119"/>
                    </a:lnTo>
                    <a:lnTo>
                      <a:pt x="118" y="119"/>
                    </a:lnTo>
                    <a:lnTo>
                      <a:pt x="118" y="116"/>
                    </a:lnTo>
                    <a:lnTo>
                      <a:pt x="120" y="116"/>
                    </a:lnTo>
                    <a:lnTo>
                      <a:pt x="120" y="116"/>
                    </a:lnTo>
                    <a:lnTo>
                      <a:pt x="120" y="116"/>
                    </a:lnTo>
                    <a:lnTo>
                      <a:pt x="123" y="116"/>
                    </a:lnTo>
                    <a:lnTo>
                      <a:pt x="123" y="116"/>
                    </a:lnTo>
                    <a:lnTo>
                      <a:pt x="123" y="116"/>
                    </a:lnTo>
                    <a:lnTo>
                      <a:pt x="123" y="114"/>
                    </a:lnTo>
                    <a:lnTo>
                      <a:pt x="123" y="114"/>
                    </a:lnTo>
                    <a:lnTo>
                      <a:pt x="125" y="114"/>
                    </a:lnTo>
                    <a:lnTo>
                      <a:pt x="125" y="114"/>
                    </a:lnTo>
                    <a:lnTo>
                      <a:pt x="125" y="114"/>
                    </a:lnTo>
                    <a:lnTo>
                      <a:pt x="125" y="114"/>
                    </a:lnTo>
                    <a:lnTo>
                      <a:pt x="128" y="114"/>
                    </a:lnTo>
                    <a:lnTo>
                      <a:pt x="128" y="114"/>
                    </a:lnTo>
                    <a:lnTo>
                      <a:pt x="130" y="114"/>
                    </a:lnTo>
                    <a:lnTo>
                      <a:pt x="130" y="112"/>
                    </a:lnTo>
                    <a:lnTo>
                      <a:pt x="130" y="112"/>
                    </a:lnTo>
                    <a:lnTo>
                      <a:pt x="130" y="112"/>
                    </a:lnTo>
                    <a:lnTo>
                      <a:pt x="132" y="112"/>
                    </a:lnTo>
                    <a:lnTo>
                      <a:pt x="132" y="112"/>
                    </a:lnTo>
                    <a:lnTo>
                      <a:pt x="132" y="112"/>
                    </a:lnTo>
                    <a:lnTo>
                      <a:pt x="135" y="112"/>
                    </a:lnTo>
                    <a:lnTo>
                      <a:pt x="135" y="112"/>
                    </a:lnTo>
                    <a:lnTo>
                      <a:pt x="137" y="112"/>
                    </a:lnTo>
                    <a:lnTo>
                      <a:pt x="137" y="112"/>
                    </a:lnTo>
                    <a:lnTo>
                      <a:pt x="137" y="114"/>
                    </a:lnTo>
                    <a:lnTo>
                      <a:pt x="137" y="114"/>
                    </a:lnTo>
                    <a:lnTo>
                      <a:pt x="137" y="112"/>
                    </a:lnTo>
                    <a:lnTo>
                      <a:pt x="139" y="112"/>
                    </a:lnTo>
                    <a:lnTo>
                      <a:pt x="139" y="112"/>
                    </a:lnTo>
                    <a:lnTo>
                      <a:pt x="142" y="112"/>
                    </a:lnTo>
                    <a:lnTo>
                      <a:pt x="142" y="112"/>
                    </a:lnTo>
                    <a:lnTo>
                      <a:pt x="142" y="112"/>
                    </a:lnTo>
                    <a:lnTo>
                      <a:pt x="144" y="112"/>
                    </a:lnTo>
                    <a:lnTo>
                      <a:pt x="144" y="114"/>
                    </a:lnTo>
                    <a:lnTo>
                      <a:pt x="142" y="114"/>
                    </a:lnTo>
                    <a:lnTo>
                      <a:pt x="142" y="114"/>
                    </a:lnTo>
                    <a:lnTo>
                      <a:pt x="142" y="114"/>
                    </a:lnTo>
                    <a:lnTo>
                      <a:pt x="142" y="116"/>
                    </a:lnTo>
                    <a:lnTo>
                      <a:pt x="142" y="116"/>
                    </a:lnTo>
                    <a:lnTo>
                      <a:pt x="142" y="116"/>
                    </a:lnTo>
                    <a:lnTo>
                      <a:pt x="139" y="116"/>
                    </a:lnTo>
                    <a:lnTo>
                      <a:pt x="139" y="116"/>
                    </a:lnTo>
                    <a:lnTo>
                      <a:pt x="139" y="119"/>
                    </a:lnTo>
                    <a:lnTo>
                      <a:pt x="139" y="119"/>
                    </a:lnTo>
                    <a:lnTo>
                      <a:pt x="139" y="121"/>
                    </a:lnTo>
                    <a:lnTo>
                      <a:pt x="142" y="121"/>
                    </a:lnTo>
                    <a:lnTo>
                      <a:pt x="142" y="121"/>
                    </a:lnTo>
                    <a:lnTo>
                      <a:pt x="142" y="121"/>
                    </a:lnTo>
                    <a:lnTo>
                      <a:pt x="142" y="121"/>
                    </a:lnTo>
                    <a:lnTo>
                      <a:pt x="142" y="124"/>
                    </a:lnTo>
                    <a:lnTo>
                      <a:pt x="142" y="124"/>
                    </a:lnTo>
                    <a:lnTo>
                      <a:pt x="144" y="124"/>
                    </a:lnTo>
                    <a:lnTo>
                      <a:pt x="144" y="126"/>
                    </a:lnTo>
                    <a:lnTo>
                      <a:pt x="144" y="126"/>
                    </a:lnTo>
                    <a:lnTo>
                      <a:pt x="142" y="126"/>
                    </a:lnTo>
                    <a:lnTo>
                      <a:pt x="142" y="126"/>
                    </a:lnTo>
                    <a:lnTo>
                      <a:pt x="142" y="128"/>
                    </a:lnTo>
                    <a:lnTo>
                      <a:pt x="144" y="128"/>
                    </a:lnTo>
                    <a:lnTo>
                      <a:pt x="144" y="128"/>
                    </a:lnTo>
                    <a:lnTo>
                      <a:pt x="144" y="128"/>
                    </a:lnTo>
                    <a:lnTo>
                      <a:pt x="144" y="131"/>
                    </a:lnTo>
                    <a:lnTo>
                      <a:pt x="144" y="131"/>
                    </a:lnTo>
                    <a:lnTo>
                      <a:pt x="144" y="133"/>
                    </a:lnTo>
                    <a:lnTo>
                      <a:pt x="144" y="133"/>
                    </a:lnTo>
                    <a:lnTo>
                      <a:pt x="144" y="135"/>
                    </a:lnTo>
                    <a:lnTo>
                      <a:pt x="144" y="135"/>
                    </a:lnTo>
                    <a:lnTo>
                      <a:pt x="144" y="135"/>
                    </a:lnTo>
                    <a:lnTo>
                      <a:pt x="144" y="135"/>
                    </a:lnTo>
                    <a:lnTo>
                      <a:pt x="146" y="135"/>
                    </a:lnTo>
                    <a:lnTo>
                      <a:pt x="146" y="135"/>
                    </a:lnTo>
                    <a:lnTo>
                      <a:pt x="146" y="138"/>
                    </a:lnTo>
                    <a:lnTo>
                      <a:pt x="149" y="138"/>
                    </a:lnTo>
                    <a:lnTo>
                      <a:pt x="149" y="138"/>
                    </a:lnTo>
                    <a:lnTo>
                      <a:pt x="149" y="138"/>
                    </a:lnTo>
                    <a:lnTo>
                      <a:pt x="149" y="138"/>
                    </a:lnTo>
                    <a:lnTo>
                      <a:pt x="149" y="138"/>
                    </a:lnTo>
                    <a:lnTo>
                      <a:pt x="149" y="138"/>
                    </a:lnTo>
                    <a:lnTo>
                      <a:pt x="151" y="138"/>
                    </a:lnTo>
                    <a:lnTo>
                      <a:pt x="151" y="138"/>
                    </a:lnTo>
                    <a:lnTo>
                      <a:pt x="151" y="138"/>
                    </a:lnTo>
                    <a:lnTo>
                      <a:pt x="151" y="138"/>
                    </a:lnTo>
                    <a:lnTo>
                      <a:pt x="154" y="138"/>
                    </a:lnTo>
                    <a:lnTo>
                      <a:pt x="154" y="138"/>
                    </a:lnTo>
                    <a:lnTo>
                      <a:pt x="156" y="138"/>
                    </a:lnTo>
                    <a:lnTo>
                      <a:pt x="156" y="138"/>
                    </a:lnTo>
                    <a:lnTo>
                      <a:pt x="156" y="138"/>
                    </a:lnTo>
                    <a:lnTo>
                      <a:pt x="156" y="138"/>
                    </a:lnTo>
                    <a:lnTo>
                      <a:pt x="156" y="140"/>
                    </a:lnTo>
                    <a:lnTo>
                      <a:pt x="156" y="140"/>
                    </a:lnTo>
                    <a:lnTo>
                      <a:pt x="158" y="140"/>
                    </a:lnTo>
                    <a:lnTo>
                      <a:pt x="158" y="143"/>
                    </a:lnTo>
                    <a:lnTo>
                      <a:pt x="158" y="143"/>
                    </a:lnTo>
                    <a:lnTo>
                      <a:pt x="156" y="143"/>
                    </a:lnTo>
                    <a:lnTo>
                      <a:pt x="156" y="143"/>
                    </a:lnTo>
                    <a:lnTo>
                      <a:pt x="156" y="145"/>
                    </a:lnTo>
                    <a:lnTo>
                      <a:pt x="156" y="145"/>
                    </a:lnTo>
                    <a:lnTo>
                      <a:pt x="156" y="145"/>
                    </a:lnTo>
                    <a:lnTo>
                      <a:pt x="156" y="145"/>
                    </a:lnTo>
                    <a:lnTo>
                      <a:pt x="154" y="145"/>
                    </a:lnTo>
                    <a:lnTo>
                      <a:pt x="154" y="147"/>
                    </a:lnTo>
                    <a:lnTo>
                      <a:pt x="154" y="147"/>
                    </a:lnTo>
                    <a:lnTo>
                      <a:pt x="154" y="147"/>
                    </a:lnTo>
                    <a:lnTo>
                      <a:pt x="154" y="150"/>
                    </a:lnTo>
                    <a:lnTo>
                      <a:pt x="154" y="150"/>
                    </a:lnTo>
                    <a:lnTo>
                      <a:pt x="154" y="150"/>
                    </a:lnTo>
                    <a:lnTo>
                      <a:pt x="154" y="152"/>
                    </a:lnTo>
                    <a:lnTo>
                      <a:pt x="154" y="152"/>
                    </a:lnTo>
                    <a:lnTo>
                      <a:pt x="154" y="154"/>
                    </a:lnTo>
                    <a:lnTo>
                      <a:pt x="154" y="154"/>
                    </a:lnTo>
                    <a:lnTo>
                      <a:pt x="154" y="154"/>
                    </a:lnTo>
                    <a:lnTo>
                      <a:pt x="154" y="154"/>
                    </a:lnTo>
                    <a:lnTo>
                      <a:pt x="151" y="154"/>
                    </a:lnTo>
                    <a:lnTo>
                      <a:pt x="151" y="157"/>
                    </a:lnTo>
                    <a:lnTo>
                      <a:pt x="151" y="157"/>
                    </a:lnTo>
                    <a:lnTo>
                      <a:pt x="151" y="157"/>
                    </a:lnTo>
                    <a:lnTo>
                      <a:pt x="151" y="159"/>
                    </a:lnTo>
                    <a:lnTo>
                      <a:pt x="151" y="159"/>
                    </a:lnTo>
                    <a:lnTo>
                      <a:pt x="151" y="159"/>
                    </a:lnTo>
                    <a:lnTo>
                      <a:pt x="151" y="162"/>
                    </a:lnTo>
                    <a:lnTo>
                      <a:pt x="151" y="162"/>
                    </a:lnTo>
                    <a:lnTo>
                      <a:pt x="151" y="164"/>
                    </a:lnTo>
                    <a:lnTo>
                      <a:pt x="151" y="164"/>
                    </a:lnTo>
                    <a:lnTo>
                      <a:pt x="151" y="164"/>
                    </a:lnTo>
                    <a:lnTo>
                      <a:pt x="154" y="164"/>
                    </a:lnTo>
                    <a:lnTo>
                      <a:pt x="154" y="164"/>
                    </a:lnTo>
                    <a:lnTo>
                      <a:pt x="154" y="164"/>
                    </a:lnTo>
                    <a:lnTo>
                      <a:pt x="154" y="164"/>
                    </a:lnTo>
                    <a:lnTo>
                      <a:pt x="156" y="164"/>
                    </a:lnTo>
                    <a:lnTo>
                      <a:pt x="156" y="164"/>
                    </a:lnTo>
                    <a:lnTo>
                      <a:pt x="156" y="164"/>
                    </a:lnTo>
                    <a:lnTo>
                      <a:pt x="158" y="164"/>
                    </a:lnTo>
                    <a:lnTo>
                      <a:pt x="158" y="164"/>
                    </a:lnTo>
                    <a:lnTo>
                      <a:pt x="158" y="164"/>
                    </a:lnTo>
                    <a:lnTo>
                      <a:pt x="158" y="164"/>
                    </a:lnTo>
                    <a:lnTo>
                      <a:pt x="161" y="164"/>
                    </a:lnTo>
                    <a:lnTo>
                      <a:pt x="161" y="164"/>
                    </a:lnTo>
                    <a:lnTo>
                      <a:pt x="161" y="164"/>
                    </a:lnTo>
                    <a:lnTo>
                      <a:pt x="163" y="164"/>
                    </a:lnTo>
                    <a:lnTo>
                      <a:pt x="163" y="164"/>
                    </a:lnTo>
                    <a:lnTo>
                      <a:pt x="163" y="164"/>
                    </a:lnTo>
                    <a:lnTo>
                      <a:pt x="163" y="164"/>
                    </a:lnTo>
                    <a:lnTo>
                      <a:pt x="163" y="164"/>
                    </a:lnTo>
                    <a:lnTo>
                      <a:pt x="165" y="164"/>
                    </a:lnTo>
                    <a:lnTo>
                      <a:pt x="165" y="164"/>
                    </a:lnTo>
                    <a:lnTo>
                      <a:pt x="165" y="164"/>
                    </a:lnTo>
                    <a:lnTo>
                      <a:pt x="165" y="164"/>
                    </a:lnTo>
                    <a:lnTo>
                      <a:pt x="165" y="164"/>
                    </a:lnTo>
                    <a:lnTo>
                      <a:pt x="165" y="166"/>
                    </a:lnTo>
                    <a:lnTo>
                      <a:pt x="168" y="166"/>
                    </a:lnTo>
                    <a:lnTo>
                      <a:pt x="168" y="166"/>
                    </a:lnTo>
                    <a:lnTo>
                      <a:pt x="168" y="169"/>
                    </a:lnTo>
                    <a:lnTo>
                      <a:pt x="165" y="169"/>
                    </a:lnTo>
                    <a:lnTo>
                      <a:pt x="165" y="169"/>
                    </a:lnTo>
                    <a:lnTo>
                      <a:pt x="165" y="171"/>
                    </a:lnTo>
                    <a:lnTo>
                      <a:pt x="165" y="171"/>
                    </a:lnTo>
                    <a:lnTo>
                      <a:pt x="165" y="173"/>
                    </a:lnTo>
                    <a:lnTo>
                      <a:pt x="168" y="173"/>
                    </a:lnTo>
                    <a:lnTo>
                      <a:pt x="168" y="173"/>
                    </a:lnTo>
                    <a:lnTo>
                      <a:pt x="168" y="173"/>
                    </a:lnTo>
                    <a:lnTo>
                      <a:pt x="170" y="173"/>
                    </a:lnTo>
                    <a:lnTo>
                      <a:pt x="170" y="173"/>
                    </a:lnTo>
                    <a:lnTo>
                      <a:pt x="170" y="176"/>
                    </a:lnTo>
                    <a:lnTo>
                      <a:pt x="170" y="176"/>
                    </a:lnTo>
                    <a:lnTo>
                      <a:pt x="170" y="176"/>
                    </a:lnTo>
                    <a:lnTo>
                      <a:pt x="170" y="176"/>
                    </a:lnTo>
                    <a:lnTo>
                      <a:pt x="170" y="176"/>
                    </a:lnTo>
                    <a:lnTo>
                      <a:pt x="170" y="178"/>
                    </a:lnTo>
                    <a:lnTo>
                      <a:pt x="170" y="178"/>
                    </a:lnTo>
                    <a:lnTo>
                      <a:pt x="170" y="178"/>
                    </a:lnTo>
                    <a:lnTo>
                      <a:pt x="170" y="180"/>
                    </a:lnTo>
                    <a:lnTo>
                      <a:pt x="172" y="180"/>
                    </a:lnTo>
                    <a:lnTo>
                      <a:pt x="172" y="180"/>
                    </a:lnTo>
                    <a:lnTo>
                      <a:pt x="175" y="180"/>
                    </a:lnTo>
                    <a:lnTo>
                      <a:pt x="175" y="178"/>
                    </a:lnTo>
                    <a:lnTo>
                      <a:pt x="175" y="178"/>
                    </a:lnTo>
                    <a:lnTo>
                      <a:pt x="175" y="178"/>
                    </a:lnTo>
                    <a:lnTo>
                      <a:pt x="175" y="178"/>
                    </a:lnTo>
                    <a:lnTo>
                      <a:pt x="177" y="178"/>
                    </a:lnTo>
                    <a:lnTo>
                      <a:pt x="177" y="178"/>
                    </a:lnTo>
                    <a:lnTo>
                      <a:pt x="177" y="178"/>
                    </a:lnTo>
                    <a:lnTo>
                      <a:pt x="177" y="180"/>
                    </a:lnTo>
                    <a:lnTo>
                      <a:pt x="177" y="180"/>
                    </a:lnTo>
                    <a:lnTo>
                      <a:pt x="180" y="180"/>
                    </a:lnTo>
                    <a:lnTo>
                      <a:pt x="180" y="180"/>
                    </a:lnTo>
                    <a:lnTo>
                      <a:pt x="182" y="180"/>
                    </a:lnTo>
                    <a:lnTo>
                      <a:pt x="182" y="178"/>
                    </a:lnTo>
                    <a:lnTo>
                      <a:pt x="182" y="178"/>
                    </a:lnTo>
                    <a:lnTo>
                      <a:pt x="182" y="178"/>
                    </a:lnTo>
                    <a:lnTo>
                      <a:pt x="184" y="178"/>
                    </a:lnTo>
                    <a:lnTo>
                      <a:pt x="184" y="178"/>
                    </a:lnTo>
                    <a:lnTo>
                      <a:pt x="184" y="178"/>
                    </a:lnTo>
                    <a:lnTo>
                      <a:pt x="184" y="176"/>
                    </a:lnTo>
                    <a:lnTo>
                      <a:pt x="184" y="176"/>
                    </a:lnTo>
                    <a:lnTo>
                      <a:pt x="184" y="176"/>
                    </a:lnTo>
                    <a:lnTo>
                      <a:pt x="184" y="176"/>
                    </a:lnTo>
                    <a:lnTo>
                      <a:pt x="187" y="176"/>
                    </a:lnTo>
                    <a:lnTo>
                      <a:pt x="187" y="176"/>
                    </a:lnTo>
                    <a:lnTo>
                      <a:pt x="187" y="173"/>
                    </a:lnTo>
                    <a:lnTo>
                      <a:pt x="189" y="173"/>
                    </a:lnTo>
                    <a:lnTo>
                      <a:pt x="189" y="173"/>
                    </a:lnTo>
                    <a:lnTo>
                      <a:pt x="189" y="173"/>
                    </a:lnTo>
                    <a:lnTo>
                      <a:pt x="189" y="173"/>
                    </a:lnTo>
                    <a:lnTo>
                      <a:pt x="191" y="173"/>
                    </a:lnTo>
                    <a:lnTo>
                      <a:pt x="191" y="171"/>
                    </a:lnTo>
                    <a:lnTo>
                      <a:pt x="191" y="171"/>
                    </a:lnTo>
                    <a:lnTo>
                      <a:pt x="191" y="173"/>
                    </a:lnTo>
                    <a:lnTo>
                      <a:pt x="191" y="173"/>
                    </a:lnTo>
                    <a:lnTo>
                      <a:pt x="191" y="176"/>
                    </a:lnTo>
                    <a:lnTo>
                      <a:pt x="191" y="176"/>
                    </a:lnTo>
                    <a:lnTo>
                      <a:pt x="191" y="176"/>
                    </a:lnTo>
                    <a:lnTo>
                      <a:pt x="191" y="176"/>
                    </a:lnTo>
                    <a:lnTo>
                      <a:pt x="191" y="178"/>
                    </a:lnTo>
                    <a:lnTo>
                      <a:pt x="191" y="178"/>
                    </a:lnTo>
                    <a:lnTo>
                      <a:pt x="191" y="178"/>
                    </a:lnTo>
                    <a:lnTo>
                      <a:pt x="191" y="180"/>
                    </a:lnTo>
                    <a:lnTo>
                      <a:pt x="191" y="180"/>
                    </a:lnTo>
                    <a:lnTo>
                      <a:pt x="189" y="180"/>
                    </a:lnTo>
                    <a:lnTo>
                      <a:pt x="189" y="180"/>
                    </a:lnTo>
                    <a:lnTo>
                      <a:pt x="189" y="180"/>
                    </a:lnTo>
                    <a:lnTo>
                      <a:pt x="189" y="183"/>
                    </a:lnTo>
                    <a:lnTo>
                      <a:pt x="189" y="183"/>
                    </a:lnTo>
                    <a:lnTo>
                      <a:pt x="187" y="183"/>
                    </a:lnTo>
                    <a:lnTo>
                      <a:pt x="187" y="183"/>
                    </a:lnTo>
                    <a:lnTo>
                      <a:pt x="187" y="183"/>
                    </a:lnTo>
                    <a:lnTo>
                      <a:pt x="187" y="185"/>
                    </a:lnTo>
                    <a:lnTo>
                      <a:pt x="184" y="185"/>
                    </a:lnTo>
                    <a:lnTo>
                      <a:pt x="184" y="185"/>
                    </a:lnTo>
                    <a:lnTo>
                      <a:pt x="184" y="185"/>
                    </a:lnTo>
                    <a:lnTo>
                      <a:pt x="182" y="185"/>
                    </a:lnTo>
                    <a:lnTo>
                      <a:pt x="182" y="185"/>
                    </a:lnTo>
                    <a:lnTo>
                      <a:pt x="182" y="185"/>
                    </a:lnTo>
                    <a:lnTo>
                      <a:pt x="182" y="188"/>
                    </a:lnTo>
                    <a:lnTo>
                      <a:pt x="182" y="188"/>
                    </a:lnTo>
                    <a:lnTo>
                      <a:pt x="182" y="188"/>
                    </a:lnTo>
                    <a:lnTo>
                      <a:pt x="182" y="190"/>
                    </a:lnTo>
                    <a:lnTo>
                      <a:pt x="182" y="190"/>
                    </a:lnTo>
                    <a:lnTo>
                      <a:pt x="182" y="190"/>
                    </a:lnTo>
                    <a:lnTo>
                      <a:pt x="180" y="190"/>
                    </a:lnTo>
                    <a:lnTo>
                      <a:pt x="180" y="190"/>
                    </a:lnTo>
                    <a:lnTo>
                      <a:pt x="180" y="192"/>
                    </a:lnTo>
                    <a:lnTo>
                      <a:pt x="180" y="192"/>
                    </a:lnTo>
                    <a:lnTo>
                      <a:pt x="180" y="195"/>
                    </a:lnTo>
                    <a:lnTo>
                      <a:pt x="177" y="195"/>
                    </a:lnTo>
                    <a:lnTo>
                      <a:pt x="177" y="195"/>
                    </a:lnTo>
                    <a:lnTo>
                      <a:pt x="180" y="195"/>
                    </a:lnTo>
                    <a:lnTo>
                      <a:pt x="180" y="195"/>
                    </a:lnTo>
                    <a:lnTo>
                      <a:pt x="182" y="195"/>
                    </a:lnTo>
                    <a:lnTo>
                      <a:pt x="182" y="195"/>
                    </a:lnTo>
                    <a:lnTo>
                      <a:pt x="180" y="195"/>
                    </a:lnTo>
                    <a:lnTo>
                      <a:pt x="180" y="195"/>
                    </a:lnTo>
                    <a:lnTo>
                      <a:pt x="180" y="197"/>
                    </a:lnTo>
                    <a:lnTo>
                      <a:pt x="177" y="197"/>
                    </a:lnTo>
                    <a:lnTo>
                      <a:pt x="177" y="195"/>
                    </a:lnTo>
                    <a:lnTo>
                      <a:pt x="177" y="195"/>
                    </a:lnTo>
                    <a:lnTo>
                      <a:pt x="177" y="195"/>
                    </a:lnTo>
                    <a:lnTo>
                      <a:pt x="175" y="195"/>
                    </a:lnTo>
                    <a:lnTo>
                      <a:pt x="175" y="197"/>
                    </a:lnTo>
                    <a:lnTo>
                      <a:pt x="175" y="197"/>
                    </a:lnTo>
                    <a:lnTo>
                      <a:pt x="175" y="197"/>
                    </a:lnTo>
                    <a:lnTo>
                      <a:pt x="175" y="197"/>
                    </a:lnTo>
                    <a:lnTo>
                      <a:pt x="172" y="197"/>
                    </a:lnTo>
                    <a:lnTo>
                      <a:pt x="172" y="199"/>
                    </a:lnTo>
                    <a:lnTo>
                      <a:pt x="172" y="199"/>
                    </a:lnTo>
                    <a:lnTo>
                      <a:pt x="172" y="199"/>
                    </a:lnTo>
                    <a:lnTo>
                      <a:pt x="172" y="202"/>
                    </a:lnTo>
                    <a:lnTo>
                      <a:pt x="170" y="202"/>
                    </a:lnTo>
                    <a:lnTo>
                      <a:pt x="170" y="202"/>
                    </a:lnTo>
                    <a:lnTo>
                      <a:pt x="170" y="204"/>
                    </a:lnTo>
                    <a:lnTo>
                      <a:pt x="170" y="204"/>
                    </a:lnTo>
                    <a:lnTo>
                      <a:pt x="170" y="204"/>
                    </a:lnTo>
                    <a:lnTo>
                      <a:pt x="170" y="204"/>
                    </a:lnTo>
                    <a:lnTo>
                      <a:pt x="170" y="207"/>
                    </a:lnTo>
                    <a:lnTo>
                      <a:pt x="170" y="207"/>
                    </a:lnTo>
                    <a:lnTo>
                      <a:pt x="170" y="207"/>
                    </a:lnTo>
                    <a:lnTo>
                      <a:pt x="168" y="207"/>
                    </a:lnTo>
                    <a:lnTo>
                      <a:pt x="168" y="207"/>
                    </a:lnTo>
                    <a:lnTo>
                      <a:pt x="168" y="207"/>
                    </a:lnTo>
                    <a:lnTo>
                      <a:pt x="168" y="204"/>
                    </a:lnTo>
                    <a:lnTo>
                      <a:pt x="165" y="204"/>
                    </a:lnTo>
                    <a:lnTo>
                      <a:pt x="165" y="204"/>
                    </a:lnTo>
                    <a:lnTo>
                      <a:pt x="165" y="204"/>
                    </a:lnTo>
                    <a:lnTo>
                      <a:pt x="165" y="207"/>
                    </a:lnTo>
                    <a:lnTo>
                      <a:pt x="163" y="207"/>
                    </a:lnTo>
                    <a:lnTo>
                      <a:pt x="163" y="207"/>
                    </a:lnTo>
                    <a:lnTo>
                      <a:pt x="163" y="209"/>
                    </a:lnTo>
                    <a:lnTo>
                      <a:pt x="163" y="209"/>
                    </a:lnTo>
                    <a:lnTo>
                      <a:pt x="163" y="209"/>
                    </a:lnTo>
                    <a:lnTo>
                      <a:pt x="161" y="209"/>
                    </a:lnTo>
                    <a:lnTo>
                      <a:pt x="161" y="209"/>
                    </a:lnTo>
                    <a:lnTo>
                      <a:pt x="158" y="209"/>
                    </a:lnTo>
                    <a:lnTo>
                      <a:pt x="158" y="209"/>
                    </a:lnTo>
                    <a:lnTo>
                      <a:pt x="158" y="209"/>
                    </a:lnTo>
                    <a:lnTo>
                      <a:pt x="158" y="207"/>
                    </a:lnTo>
                    <a:lnTo>
                      <a:pt x="156" y="207"/>
                    </a:lnTo>
                    <a:lnTo>
                      <a:pt x="156" y="207"/>
                    </a:lnTo>
                    <a:lnTo>
                      <a:pt x="156" y="209"/>
                    </a:lnTo>
                    <a:lnTo>
                      <a:pt x="156" y="209"/>
                    </a:lnTo>
                    <a:lnTo>
                      <a:pt x="156" y="209"/>
                    </a:lnTo>
                    <a:lnTo>
                      <a:pt x="156" y="211"/>
                    </a:lnTo>
                    <a:lnTo>
                      <a:pt x="158" y="211"/>
                    </a:lnTo>
                    <a:lnTo>
                      <a:pt x="158" y="211"/>
                    </a:lnTo>
                    <a:lnTo>
                      <a:pt x="158" y="214"/>
                    </a:lnTo>
                    <a:lnTo>
                      <a:pt x="158" y="214"/>
                    </a:lnTo>
                    <a:lnTo>
                      <a:pt x="156" y="214"/>
                    </a:lnTo>
                    <a:lnTo>
                      <a:pt x="156" y="214"/>
                    </a:lnTo>
                    <a:lnTo>
                      <a:pt x="156" y="214"/>
                    </a:lnTo>
                    <a:lnTo>
                      <a:pt x="156" y="214"/>
                    </a:lnTo>
                    <a:lnTo>
                      <a:pt x="154" y="214"/>
                    </a:lnTo>
                    <a:lnTo>
                      <a:pt x="154" y="214"/>
                    </a:lnTo>
                    <a:lnTo>
                      <a:pt x="151" y="214"/>
                    </a:lnTo>
                    <a:lnTo>
                      <a:pt x="151" y="214"/>
                    </a:lnTo>
                    <a:lnTo>
                      <a:pt x="151" y="214"/>
                    </a:lnTo>
                    <a:lnTo>
                      <a:pt x="151" y="214"/>
                    </a:lnTo>
                    <a:lnTo>
                      <a:pt x="149" y="214"/>
                    </a:lnTo>
                    <a:lnTo>
                      <a:pt x="149" y="214"/>
                    </a:lnTo>
                    <a:lnTo>
                      <a:pt x="149" y="214"/>
                    </a:lnTo>
                    <a:lnTo>
                      <a:pt x="149" y="214"/>
                    </a:lnTo>
                    <a:lnTo>
                      <a:pt x="149" y="216"/>
                    </a:lnTo>
                    <a:lnTo>
                      <a:pt x="146" y="216"/>
                    </a:lnTo>
                    <a:lnTo>
                      <a:pt x="146" y="216"/>
                    </a:lnTo>
                    <a:lnTo>
                      <a:pt x="146" y="218"/>
                    </a:lnTo>
                    <a:lnTo>
                      <a:pt x="146" y="218"/>
                    </a:lnTo>
                    <a:lnTo>
                      <a:pt x="146" y="221"/>
                    </a:lnTo>
                    <a:lnTo>
                      <a:pt x="146" y="221"/>
                    </a:lnTo>
                    <a:lnTo>
                      <a:pt x="146" y="221"/>
                    </a:lnTo>
                    <a:lnTo>
                      <a:pt x="146" y="223"/>
                    </a:lnTo>
                    <a:lnTo>
                      <a:pt x="144" y="223"/>
                    </a:lnTo>
                    <a:lnTo>
                      <a:pt x="144" y="223"/>
                    </a:lnTo>
                    <a:lnTo>
                      <a:pt x="144" y="223"/>
                    </a:lnTo>
                    <a:lnTo>
                      <a:pt x="144" y="223"/>
                    </a:lnTo>
                    <a:lnTo>
                      <a:pt x="144" y="223"/>
                    </a:lnTo>
                    <a:lnTo>
                      <a:pt x="142" y="223"/>
                    </a:lnTo>
                    <a:lnTo>
                      <a:pt x="142" y="223"/>
                    </a:lnTo>
                    <a:lnTo>
                      <a:pt x="142" y="223"/>
                    </a:lnTo>
                    <a:lnTo>
                      <a:pt x="142" y="223"/>
                    </a:lnTo>
                    <a:lnTo>
                      <a:pt x="139" y="223"/>
                    </a:lnTo>
                    <a:lnTo>
                      <a:pt x="139" y="223"/>
                    </a:lnTo>
                    <a:lnTo>
                      <a:pt x="137" y="223"/>
                    </a:lnTo>
                    <a:lnTo>
                      <a:pt x="137" y="225"/>
                    </a:lnTo>
                    <a:lnTo>
                      <a:pt x="137" y="225"/>
                    </a:lnTo>
                    <a:lnTo>
                      <a:pt x="137" y="225"/>
                    </a:lnTo>
                    <a:lnTo>
                      <a:pt x="135" y="225"/>
                    </a:lnTo>
                    <a:lnTo>
                      <a:pt x="135" y="225"/>
                    </a:lnTo>
                    <a:lnTo>
                      <a:pt x="132" y="225"/>
                    </a:lnTo>
                    <a:lnTo>
                      <a:pt x="132" y="225"/>
                    </a:lnTo>
                    <a:lnTo>
                      <a:pt x="132" y="225"/>
                    </a:lnTo>
                    <a:lnTo>
                      <a:pt x="130" y="225"/>
                    </a:lnTo>
                    <a:lnTo>
                      <a:pt x="130" y="225"/>
                    </a:lnTo>
                    <a:lnTo>
                      <a:pt x="130" y="225"/>
                    </a:lnTo>
                    <a:lnTo>
                      <a:pt x="130" y="225"/>
                    </a:lnTo>
                    <a:lnTo>
                      <a:pt x="130" y="225"/>
                    </a:lnTo>
                    <a:lnTo>
                      <a:pt x="130" y="223"/>
                    </a:lnTo>
                    <a:lnTo>
                      <a:pt x="128" y="223"/>
                    </a:lnTo>
                    <a:lnTo>
                      <a:pt x="128" y="223"/>
                    </a:lnTo>
                    <a:lnTo>
                      <a:pt x="128" y="223"/>
                    </a:lnTo>
                    <a:lnTo>
                      <a:pt x="125" y="223"/>
                    </a:lnTo>
                    <a:lnTo>
                      <a:pt x="125" y="223"/>
                    </a:lnTo>
                    <a:lnTo>
                      <a:pt x="125" y="223"/>
                    </a:lnTo>
                    <a:lnTo>
                      <a:pt x="125" y="225"/>
                    </a:lnTo>
                    <a:lnTo>
                      <a:pt x="125" y="225"/>
                    </a:lnTo>
                    <a:lnTo>
                      <a:pt x="125" y="225"/>
                    </a:lnTo>
                    <a:lnTo>
                      <a:pt x="125" y="225"/>
                    </a:lnTo>
                    <a:lnTo>
                      <a:pt x="123" y="225"/>
                    </a:lnTo>
                    <a:lnTo>
                      <a:pt x="123" y="228"/>
                    </a:lnTo>
                    <a:lnTo>
                      <a:pt x="123" y="228"/>
                    </a:lnTo>
                    <a:lnTo>
                      <a:pt x="123" y="228"/>
                    </a:lnTo>
                    <a:lnTo>
                      <a:pt x="123" y="228"/>
                    </a:lnTo>
                    <a:lnTo>
                      <a:pt x="123" y="230"/>
                    </a:lnTo>
                    <a:lnTo>
                      <a:pt x="123" y="230"/>
                    </a:lnTo>
                    <a:lnTo>
                      <a:pt x="120" y="230"/>
                    </a:lnTo>
                    <a:lnTo>
                      <a:pt x="120" y="233"/>
                    </a:lnTo>
                    <a:lnTo>
                      <a:pt x="120" y="233"/>
                    </a:lnTo>
                    <a:lnTo>
                      <a:pt x="120" y="233"/>
                    </a:lnTo>
                    <a:lnTo>
                      <a:pt x="120" y="235"/>
                    </a:lnTo>
                    <a:lnTo>
                      <a:pt x="120" y="235"/>
                    </a:lnTo>
                    <a:lnTo>
                      <a:pt x="120" y="235"/>
                    </a:lnTo>
                    <a:lnTo>
                      <a:pt x="120" y="235"/>
                    </a:lnTo>
                    <a:lnTo>
                      <a:pt x="120" y="235"/>
                    </a:lnTo>
                    <a:lnTo>
                      <a:pt x="120" y="235"/>
                    </a:lnTo>
                    <a:lnTo>
                      <a:pt x="120" y="237"/>
                    </a:lnTo>
                    <a:lnTo>
                      <a:pt x="120" y="237"/>
                    </a:lnTo>
                    <a:lnTo>
                      <a:pt x="120" y="240"/>
                    </a:lnTo>
                    <a:lnTo>
                      <a:pt x="120" y="240"/>
                    </a:lnTo>
                    <a:lnTo>
                      <a:pt x="120" y="240"/>
                    </a:lnTo>
                    <a:lnTo>
                      <a:pt x="120" y="242"/>
                    </a:lnTo>
                    <a:lnTo>
                      <a:pt x="118" y="242"/>
                    </a:lnTo>
                    <a:lnTo>
                      <a:pt x="118" y="242"/>
                    </a:lnTo>
                    <a:lnTo>
                      <a:pt x="118" y="244"/>
                    </a:lnTo>
                    <a:lnTo>
                      <a:pt x="118" y="244"/>
                    </a:lnTo>
                    <a:lnTo>
                      <a:pt x="118" y="244"/>
                    </a:lnTo>
                    <a:lnTo>
                      <a:pt x="118" y="244"/>
                    </a:lnTo>
                    <a:lnTo>
                      <a:pt x="118" y="244"/>
                    </a:lnTo>
                    <a:lnTo>
                      <a:pt x="118" y="244"/>
                    </a:lnTo>
                    <a:lnTo>
                      <a:pt x="118" y="244"/>
                    </a:lnTo>
                    <a:lnTo>
                      <a:pt x="118" y="247"/>
                    </a:lnTo>
                    <a:lnTo>
                      <a:pt x="118" y="247"/>
                    </a:lnTo>
                    <a:lnTo>
                      <a:pt x="118" y="249"/>
                    </a:lnTo>
                    <a:lnTo>
                      <a:pt x="118" y="249"/>
                    </a:lnTo>
                    <a:lnTo>
                      <a:pt x="118" y="252"/>
                    </a:lnTo>
                    <a:lnTo>
                      <a:pt x="118" y="252"/>
                    </a:lnTo>
                    <a:lnTo>
                      <a:pt x="120" y="252"/>
                    </a:lnTo>
                    <a:lnTo>
                      <a:pt x="120" y="254"/>
                    </a:lnTo>
                    <a:lnTo>
                      <a:pt x="118" y="254"/>
                    </a:lnTo>
                    <a:lnTo>
                      <a:pt x="118" y="254"/>
                    </a:lnTo>
                    <a:lnTo>
                      <a:pt x="118" y="254"/>
                    </a:lnTo>
                    <a:lnTo>
                      <a:pt x="116" y="254"/>
                    </a:lnTo>
                    <a:lnTo>
                      <a:pt x="116" y="254"/>
                    </a:lnTo>
                    <a:lnTo>
                      <a:pt x="116" y="254"/>
                    </a:lnTo>
                    <a:lnTo>
                      <a:pt x="116" y="254"/>
                    </a:lnTo>
                    <a:lnTo>
                      <a:pt x="116" y="254"/>
                    </a:lnTo>
                    <a:lnTo>
                      <a:pt x="113" y="254"/>
                    </a:lnTo>
                    <a:lnTo>
                      <a:pt x="113" y="254"/>
                    </a:lnTo>
                    <a:lnTo>
                      <a:pt x="111" y="25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4" name="Freeform 112"/>
              <p:cNvSpPr>
                <a:spLocks/>
              </p:cNvSpPr>
              <p:nvPr/>
            </p:nvSpPr>
            <p:spPr bwMode="auto">
              <a:xfrm>
                <a:off x="2810" y="2030"/>
                <a:ext cx="191" cy="472"/>
              </a:xfrm>
              <a:custGeom>
                <a:avLst/>
                <a:gdLst/>
                <a:ahLst/>
                <a:cxnLst>
                  <a:cxn ang="0">
                    <a:pos x="120" y="273"/>
                  </a:cxn>
                  <a:cxn ang="0">
                    <a:pos x="135" y="294"/>
                  </a:cxn>
                  <a:cxn ang="0">
                    <a:pos x="144" y="308"/>
                  </a:cxn>
                  <a:cxn ang="0">
                    <a:pos x="137" y="332"/>
                  </a:cxn>
                  <a:cxn ang="0">
                    <a:pos x="132" y="353"/>
                  </a:cxn>
                  <a:cxn ang="0">
                    <a:pos x="149" y="372"/>
                  </a:cxn>
                  <a:cxn ang="0">
                    <a:pos x="151" y="403"/>
                  </a:cxn>
                  <a:cxn ang="0">
                    <a:pos x="161" y="425"/>
                  </a:cxn>
                  <a:cxn ang="0">
                    <a:pos x="146" y="446"/>
                  </a:cxn>
                  <a:cxn ang="0">
                    <a:pos x="137" y="472"/>
                  </a:cxn>
                  <a:cxn ang="0">
                    <a:pos x="132" y="446"/>
                  </a:cxn>
                  <a:cxn ang="0">
                    <a:pos x="137" y="432"/>
                  </a:cxn>
                  <a:cxn ang="0">
                    <a:pos x="132" y="441"/>
                  </a:cxn>
                  <a:cxn ang="0">
                    <a:pos x="130" y="422"/>
                  </a:cxn>
                  <a:cxn ang="0">
                    <a:pos x="130" y="415"/>
                  </a:cxn>
                  <a:cxn ang="0">
                    <a:pos x="123" y="413"/>
                  </a:cxn>
                  <a:cxn ang="0">
                    <a:pos x="132" y="401"/>
                  </a:cxn>
                  <a:cxn ang="0">
                    <a:pos x="137" y="391"/>
                  </a:cxn>
                  <a:cxn ang="0">
                    <a:pos x="125" y="375"/>
                  </a:cxn>
                  <a:cxn ang="0">
                    <a:pos x="120" y="349"/>
                  </a:cxn>
                  <a:cxn ang="0">
                    <a:pos x="118" y="325"/>
                  </a:cxn>
                  <a:cxn ang="0">
                    <a:pos x="111" y="304"/>
                  </a:cxn>
                  <a:cxn ang="0">
                    <a:pos x="101" y="292"/>
                  </a:cxn>
                  <a:cxn ang="0">
                    <a:pos x="85" y="311"/>
                  </a:cxn>
                  <a:cxn ang="0">
                    <a:pos x="66" y="327"/>
                  </a:cxn>
                  <a:cxn ang="0">
                    <a:pos x="49" y="323"/>
                  </a:cxn>
                  <a:cxn ang="0">
                    <a:pos x="45" y="304"/>
                  </a:cxn>
                  <a:cxn ang="0">
                    <a:pos x="49" y="275"/>
                  </a:cxn>
                  <a:cxn ang="0">
                    <a:pos x="42" y="254"/>
                  </a:cxn>
                  <a:cxn ang="0">
                    <a:pos x="30" y="240"/>
                  </a:cxn>
                  <a:cxn ang="0">
                    <a:pos x="26" y="223"/>
                  </a:cxn>
                  <a:cxn ang="0">
                    <a:pos x="16" y="223"/>
                  </a:cxn>
                  <a:cxn ang="0">
                    <a:pos x="4" y="199"/>
                  </a:cxn>
                  <a:cxn ang="0">
                    <a:pos x="9" y="183"/>
                  </a:cxn>
                  <a:cxn ang="0">
                    <a:pos x="14" y="164"/>
                  </a:cxn>
                  <a:cxn ang="0">
                    <a:pos x="19" y="145"/>
                  </a:cxn>
                  <a:cxn ang="0">
                    <a:pos x="26" y="116"/>
                  </a:cxn>
                  <a:cxn ang="0">
                    <a:pos x="42" y="119"/>
                  </a:cxn>
                  <a:cxn ang="0">
                    <a:pos x="52" y="93"/>
                  </a:cxn>
                  <a:cxn ang="0">
                    <a:pos x="59" y="71"/>
                  </a:cxn>
                  <a:cxn ang="0">
                    <a:pos x="64" y="48"/>
                  </a:cxn>
                  <a:cxn ang="0">
                    <a:pos x="85" y="34"/>
                  </a:cxn>
                  <a:cxn ang="0">
                    <a:pos x="106" y="36"/>
                  </a:cxn>
                  <a:cxn ang="0">
                    <a:pos x="109" y="17"/>
                  </a:cxn>
                  <a:cxn ang="0">
                    <a:pos x="118" y="5"/>
                  </a:cxn>
                  <a:cxn ang="0">
                    <a:pos x="130" y="24"/>
                  </a:cxn>
                  <a:cxn ang="0">
                    <a:pos x="142" y="43"/>
                  </a:cxn>
                  <a:cxn ang="0">
                    <a:pos x="139" y="69"/>
                  </a:cxn>
                  <a:cxn ang="0">
                    <a:pos x="123" y="83"/>
                  </a:cxn>
                  <a:cxn ang="0">
                    <a:pos x="116" y="105"/>
                  </a:cxn>
                  <a:cxn ang="0">
                    <a:pos x="120" y="116"/>
                  </a:cxn>
                  <a:cxn ang="0">
                    <a:pos x="142" y="116"/>
                  </a:cxn>
                  <a:cxn ang="0">
                    <a:pos x="149" y="138"/>
                  </a:cxn>
                  <a:cxn ang="0">
                    <a:pos x="154" y="154"/>
                  </a:cxn>
                  <a:cxn ang="0">
                    <a:pos x="165" y="164"/>
                  </a:cxn>
                  <a:cxn ang="0">
                    <a:pos x="177" y="180"/>
                  </a:cxn>
                  <a:cxn ang="0">
                    <a:pos x="189" y="180"/>
                  </a:cxn>
                  <a:cxn ang="0">
                    <a:pos x="177" y="195"/>
                  </a:cxn>
                  <a:cxn ang="0">
                    <a:pos x="158" y="209"/>
                  </a:cxn>
                  <a:cxn ang="0">
                    <a:pos x="146" y="223"/>
                  </a:cxn>
                  <a:cxn ang="0">
                    <a:pos x="125" y="225"/>
                  </a:cxn>
                  <a:cxn ang="0">
                    <a:pos x="118" y="249"/>
                  </a:cxn>
                </a:cxnLst>
                <a:rect l="0" t="0" r="r" b="b"/>
                <a:pathLst>
                  <a:path w="191" h="472">
                    <a:moveTo>
                      <a:pt x="111" y="254"/>
                    </a:moveTo>
                    <a:lnTo>
                      <a:pt x="111" y="256"/>
                    </a:lnTo>
                    <a:lnTo>
                      <a:pt x="111" y="256"/>
                    </a:lnTo>
                    <a:lnTo>
                      <a:pt x="113" y="256"/>
                    </a:lnTo>
                    <a:lnTo>
                      <a:pt x="113" y="259"/>
                    </a:lnTo>
                    <a:lnTo>
                      <a:pt x="113" y="259"/>
                    </a:lnTo>
                    <a:lnTo>
                      <a:pt x="113" y="261"/>
                    </a:lnTo>
                    <a:lnTo>
                      <a:pt x="113" y="261"/>
                    </a:lnTo>
                    <a:lnTo>
                      <a:pt x="113" y="261"/>
                    </a:lnTo>
                    <a:lnTo>
                      <a:pt x="116" y="261"/>
                    </a:lnTo>
                    <a:lnTo>
                      <a:pt x="116" y="261"/>
                    </a:lnTo>
                    <a:lnTo>
                      <a:pt x="116" y="259"/>
                    </a:lnTo>
                    <a:lnTo>
                      <a:pt x="116" y="259"/>
                    </a:lnTo>
                    <a:lnTo>
                      <a:pt x="116" y="259"/>
                    </a:lnTo>
                    <a:lnTo>
                      <a:pt x="116" y="261"/>
                    </a:lnTo>
                    <a:lnTo>
                      <a:pt x="116" y="261"/>
                    </a:lnTo>
                    <a:lnTo>
                      <a:pt x="116" y="263"/>
                    </a:lnTo>
                    <a:lnTo>
                      <a:pt x="118" y="263"/>
                    </a:lnTo>
                    <a:lnTo>
                      <a:pt x="118" y="263"/>
                    </a:lnTo>
                    <a:lnTo>
                      <a:pt x="118" y="263"/>
                    </a:lnTo>
                    <a:lnTo>
                      <a:pt x="118" y="263"/>
                    </a:lnTo>
                    <a:lnTo>
                      <a:pt x="118" y="266"/>
                    </a:lnTo>
                    <a:lnTo>
                      <a:pt x="118" y="266"/>
                    </a:lnTo>
                    <a:lnTo>
                      <a:pt x="118" y="268"/>
                    </a:lnTo>
                    <a:lnTo>
                      <a:pt x="118" y="268"/>
                    </a:lnTo>
                    <a:lnTo>
                      <a:pt x="118" y="268"/>
                    </a:lnTo>
                    <a:lnTo>
                      <a:pt x="118" y="268"/>
                    </a:lnTo>
                    <a:lnTo>
                      <a:pt x="118" y="271"/>
                    </a:lnTo>
                    <a:lnTo>
                      <a:pt x="118" y="271"/>
                    </a:lnTo>
                    <a:lnTo>
                      <a:pt x="118" y="271"/>
                    </a:lnTo>
                    <a:lnTo>
                      <a:pt x="118" y="273"/>
                    </a:lnTo>
                    <a:lnTo>
                      <a:pt x="118" y="273"/>
                    </a:lnTo>
                    <a:lnTo>
                      <a:pt x="118" y="273"/>
                    </a:lnTo>
                    <a:lnTo>
                      <a:pt x="118" y="273"/>
                    </a:lnTo>
                    <a:lnTo>
                      <a:pt x="118" y="273"/>
                    </a:lnTo>
                    <a:lnTo>
                      <a:pt x="120" y="273"/>
                    </a:lnTo>
                    <a:lnTo>
                      <a:pt x="120" y="275"/>
                    </a:lnTo>
                    <a:lnTo>
                      <a:pt x="120" y="275"/>
                    </a:lnTo>
                    <a:lnTo>
                      <a:pt x="120" y="275"/>
                    </a:lnTo>
                    <a:lnTo>
                      <a:pt x="120" y="278"/>
                    </a:lnTo>
                    <a:lnTo>
                      <a:pt x="123" y="278"/>
                    </a:lnTo>
                    <a:lnTo>
                      <a:pt x="123" y="278"/>
                    </a:lnTo>
                    <a:lnTo>
                      <a:pt x="123" y="278"/>
                    </a:lnTo>
                    <a:lnTo>
                      <a:pt x="123" y="280"/>
                    </a:lnTo>
                    <a:lnTo>
                      <a:pt x="123" y="280"/>
                    </a:lnTo>
                    <a:lnTo>
                      <a:pt x="123" y="280"/>
                    </a:lnTo>
                    <a:lnTo>
                      <a:pt x="125" y="280"/>
                    </a:lnTo>
                    <a:lnTo>
                      <a:pt x="125" y="282"/>
                    </a:lnTo>
                    <a:lnTo>
                      <a:pt x="125" y="282"/>
                    </a:lnTo>
                    <a:lnTo>
                      <a:pt x="125" y="282"/>
                    </a:lnTo>
                    <a:lnTo>
                      <a:pt x="125" y="282"/>
                    </a:lnTo>
                    <a:lnTo>
                      <a:pt x="125" y="282"/>
                    </a:lnTo>
                    <a:lnTo>
                      <a:pt x="128" y="282"/>
                    </a:lnTo>
                    <a:lnTo>
                      <a:pt x="128" y="285"/>
                    </a:lnTo>
                    <a:lnTo>
                      <a:pt x="128" y="285"/>
                    </a:lnTo>
                    <a:lnTo>
                      <a:pt x="128" y="285"/>
                    </a:lnTo>
                    <a:lnTo>
                      <a:pt x="128" y="287"/>
                    </a:lnTo>
                    <a:lnTo>
                      <a:pt x="130" y="287"/>
                    </a:lnTo>
                    <a:lnTo>
                      <a:pt x="130" y="287"/>
                    </a:lnTo>
                    <a:lnTo>
                      <a:pt x="130" y="287"/>
                    </a:lnTo>
                    <a:lnTo>
                      <a:pt x="130" y="289"/>
                    </a:lnTo>
                    <a:lnTo>
                      <a:pt x="130" y="289"/>
                    </a:lnTo>
                    <a:lnTo>
                      <a:pt x="130" y="289"/>
                    </a:lnTo>
                    <a:lnTo>
                      <a:pt x="130" y="292"/>
                    </a:lnTo>
                    <a:lnTo>
                      <a:pt x="132" y="292"/>
                    </a:lnTo>
                    <a:lnTo>
                      <a:pt x="132" y="292"/>
                    </a:lnTo>
                    <a:lnTo>
                      <a:pt x="132" y="292"/>
                    </a:lnTo>
                    <a:lnTo>
                      <a:pt x="132" y="292"/>
                    </a:lnTo>
                    <a:lnTo>
                      <a:pt x="135" y="292"/>
                    </a:lnTo>
                    <a:lnTo>
                      <a:pt x="135" y="294"/>
                    </a:lnTo>
                    <a:lnTo>
                      <a:pt x="135" y="294"/>
                    </a:lnTo>
                    <a:lnTo>
                      <a:pt x="135" y="294"/>
                    </a:lnTo>
                    <a:lnTo>
                      <a:pt x="135" y="294"/>
                    </a:lnTo>
                    <a:lnTo>
                      <a:pt x="137" y="294"/>
                    </a:lnTo>
                    <a:lnTo>
                      <a:pt x="137" y="297"/>
                    </a:lnTo>
                    <a:lnTo>
                      <a:pt x="135" y="297"/>
                    </a:lnTo>
                    <a:lnTo>
                      <a:pt x="135" y="297"/>
                    </a:lnTo>
                    <a:lnTo>
                      <a:pt x="137" y="297"/>
                    </a:lnTo>
                    <a:lnTo>
                      <a:pt x="137" y="299"/>
                    </a:lnTo>
                    <a:lnTo>
                      <a:pt x="135" y="299"/>
                    </a:lnTo>
                    <a:lnTo>
                      <a:pt x="135" y="299"/>
                    </a:lnTo>
                    <a:lnTo>
                      <a:pt x="135" y="299"/>
                    </a:lnTo>
                    <a:lnTo>
                      <a:pt x="135" y="301"/>
                    </a:lnTo>
                    <a:lnTo>
                      <a:pt x="135" y="301"/>
                    </a:lnTo>
                    <a:lnTo>
                      <a:pt x="135" y="301"/>
                    </a:lnTo>
                    <a:lnTo>
                      <a:pt x="137" y="301"/>
                    </a:lnTo>
                    <a:lnTo>
                      <a:pt x="137" y="304"/>
                    </a:lnTo>
                    <a:lnTo>
                      <a:pt x="137" y="304"/>
                    </a:lnTo>
                    <a:lnTo>
                      <a:pt x="137" y="304"/>
                    </a:lnTo>
                    <a:lnTo>
                      <a:pt x="137" y="304"/>
                    </a:lnTo>
                    <a:lnTo>
                      <a:pt x="137" y="304"/>
                    </a:lnTo>
                    <a:lnTo>
                      <a:pt x="137" y="306"/>
                    </a:lnTo>
                    <a:lnTo>
                      <a:pt x="137" y="306"/>
                    </a:lnTo>
                    <a:lnTo>
                      <a:pt x="139" y="306"/>
                    </a:lnTo>
                    <a:lnTo>
                      <a:pt x="139" y="308"/>
                    </a:lnTo>
                    <a:lnTo>
                      <a:pt x="139" y="308"/>
                    </a:lnTo>
                    <a:lnTo>
                      <a:pt x="139" y="311"/>
                    </a:lnTo>
                    <a:lnTo>
                      <a:pt x="139" y="311"/>
                    </a:lnTo>
                    <a:lnTo>
                      <a:pt x="139" y="311"/>
                    </a:lnTo>
                    <a:lnTo>
                      <a:pt x="142" y="311"/>
                    </a:lnTo>
                    <a:lnTo>
                      <a:pt x="142" y="311"/>
                    </a:lnTo>
                    <a:lnTo>
                      <a:pt x="142" y="311"/>
                    </a:lnTo>
                    <a:lnTo>
                      <a:pt x="142" y="308"/>
                    </a:lnTo>
                    <a:lnTo>
                      <a:pt x="142" y="308"/>
                    </a:lnTo>
                    <a:lnTo>
                      <a:pt x="142" y="308"/>
                    </a:lnTo>
                    <a:lnTo>
                      <a:pt x="144" y="308"/>
                    </a:lnTo>
                    <a:lnTo>
                      <a:pt x="144" y="308"/>
                    </a:lnTo>
                    <a:lnTo>
                      <a:pt x="144" y="308"/>
                    </a:lnTo>
                    <a:lnTo>
                      <a:pt x="144" y="311"/>
                    </a:lnTo>
                    <a:lnTo>
                      <a:pt x="144" y="311"/>
                    </a:lnTo>
                    <a:lnTo>
                      <a:pt x="144" y="313"/>
                    </a:lnTo>
                    <a:lnTo>
                      <a:pt x="144" y="313"/>
                    </a:lnTo>
                    <a:lnTo>
                      <a:pt x="144" y="313"/>
                    </a:lnTo>
                    <a:lnTo>
                      <a:pt x="144" y="313"/>
                    </a:lnTo>
                    <a:lnTo>
                      <a:pt x="142" y="313"/>
                    </a:lnTo>
                    <a:lnTo>
                      <a:pt x="142" y="316"/>
                    </a:lnTo>
                    <a:lnTo>
                      <a:pt x="142" y="316"/>
                    </a:lnTo>
                    <a:lnTo>
                      <a:pt x="142" y="316"/>
                    </a:lnTo>
                    <a:lnTo>
                      <a:pt x="139" y="316"/>
                    </a:lnTo>
                    <a:lnTo>
                      <a:pt x="139" y="316"/>
                    </a:lnTo>
                    <a:lnTo>
                      <a:pt x="139" y="316"/>
                    </a:lnTo>
                    <a:lnTo>
                      <a:pt x="137" y="316"/>
                    </a:lnTo>
                    <a:lnTo>
                      <a:pt x="137" y="318"/>
                    </a:lnTo>
                    <a:lnTo>
                      <a:pt x="137" y="318"/>
                    </a:lnTo>
                    <a:lnTo>
                      <a:pt x="137" y="318"/>
                    </a:lnTo>
                    <a:lnTo>
                      <a:pt x="137" y="318"/>
                    </a:lnTo>
                    <a:lnTo>
                      <a:pt x="137" y="320"/>
                    </a:lnTo>
                    <a:lnTo>
                      <a:pt x="137" y="320"/>
                    </a:lnTo>
                    <a:lnTo>
                      <a:pt x="137" y="320"/>
                    </a:lnTo>
                    <a:lnTo>
                      <a:pt x="137" y="323"/>
                    </a:lnTo>
                    <a:lnTo>
                      <a:pt x="137" y="323"/>
                    </a:lnTo>
                    <a:lnTo>
                      <a:pt x="137" y="323"/>
                    </a:lnTo>
                    <a:lnTo>
                      <a:pt x="137" y="323"/>
                    </a:lnTo>
                    <a:lnTo>
                      <a:pt x="137" y="323"/>
                    </a:lnTo>
                    <a:lnTo>
                      <a:pt x="137" y="325"/>
                    </a:lnTo>
                    <a:lnTo>
                      <a:pt x="137" y="325"/>
                    </a:lnTo>
                    <a:lnTo>
                      <a:pt x="137" y="325"/>
                    </a:lnTo>
                    <a:lnTo>
                      <a:pt x="137" y="327"/>
                    </a:lnTo>
                    <a:lnTo>
                      <a:pt x="137" y="327"/>
                    </a:lnTo>
                    <a:lnTo>
                      <a:pt x="137" y="327"/>
                    </a:lnTo>
                    <a:lnTo>
                      <a:pt x="137" y="330"/>
                    </a:lnTo>
                    <a:lnTo>
                      <a:pt x="137" y="330"/>
                    </a:lnTo>
                    <a:lnTo>
                      <a:pt x="137" y="332"/>
                    </a:lnTo>
                    <a:lnTo>
                      <a:pt x="137" y="332"/>
                    </a:lnTo>
                    <a:lnTo>
                      <a:pt x="137" y="332"/>
                    </a:lnTo>
                    <a:lnTo>
                      <a:pt x="137" y="335"/>
                    </a:lnTo>
                    <a:lnTo>
                      <a:pt x="137" y="335"/>
                    </a:lnTo>
                    <a:lnTo>
                      <a:pt x="137" y="335"/>
                    </a:lnTo>
                    <a:lnTo>
                      <a:pt x="137" y="335"/>
                    </a:lnTo>
                    <a:lnTo>
                      <a:pt x="135" y="335"/>
                    </a:lnTo>
                    <a:lnTo>
                      <a:pt x="135" y="335"/>
                    </a:lnTo>
                    <a:lnTo>
                      <a:pt x="132" y="335"/>
                    </a:lnTo>
                    <a:lnTo>
                      <a:pt x="132" y="335"/>
                    </a:lnTo>
                    <a:lnTo>
                      <a:pt x="132" y="337"/>
                    </a:lnTo>
                    <a:lnTo>
                      <a:pt x="132" y="337"/>
                    </a:lnTo>
                    <a:lnTo>
                      <a:pt x="132" y="337"/>
                    </a:lnTo>
                    <a:lnTo>
                      <a:pt x="132" y="337"/>
                    </a:lnTo>
                    <a:lnTo>
                      <a:pt x="132" y="337"/>
                    </a:lnTo>
                    <a:lnTo>
                      <a:pt x="130" y="337"/>
                    </a:lnTo>
                    <a:lnTo>
                      <a:pt x="130" y="337"/>
                    </a:lnTo>
                    <a:lnTo>
                      <a:pt x="130" y="337"/>
                    </a:lnTo>
                    <a:lnTo>
                      <a:pt x="130" y="339"/>
                    </a:lnTo>
                    <a:lnTo>
                      <a:pt x="130" y="339"/>
                    </a:lnTo>
                    <a:lnTo>
                      <a:pt x="130" y="339"/>
                    </a:lnTo>
                    <a:lnTo>
                      <a:pt x="130" y="342"/>
                    </a:lnTo>
                    <a:lnTo>
                      <a:pt x="130" y="342"/>
                    </a:lnTo>
                    <a:lnTo>
                      <a:pt x="130" y="344"/>
                    </a:lnTo>
                    <a:lnTo>
                      <a:pt x="130" y="344"/>
                    </a:lnTo>
                    <a:lnTo>
                      <a:pt x="130" y="344"/>
                    </a:lnTo>
                    <a:lnTo>
                      <a:pt x="130" y="344"/>
                    </a:lnTo>
                    <a:lnTo>
                      <a:pt x="130" y="346"/>
                    </a:lnTo>
                    <a:lnTo>
                      <a:pt x="130" y="346"/>
                    </a:lnTo>
                    <a:lnTo>
                      <a:pt x="130" y="349"/>
                    </a:lnTo>
                    <a:lnTo>
                      <a:pt x="130" y="349"/>
                    </a:lnTo>
                    <a:lnTo>
                      <a:pt x="130" y="349"/>
                    </a:lnTo>
                    <a:lnTo>
                      <a:pt x="130" y="351"/>
                    </a:lnTo>
                    <a:lnTo>
                      <a:pt x="132" y="351"/>
                    </a:lnTo>
                    <a:lnTo>
                      <a:pt x="132" y="351"/>
                    </a:lnTo>
                    <a:lnTo>
                      <a:pt x="132" y="351"/>
                    </a:lnTo>
                    <a:lnTo>
                      <a:pt x="132" y="353"/>
                    </a:lnTo>
                    <a:lnTo>
                      <a:pt x="132" y="353"/>
                    </a:lnTo>
                    <a:lnTo>
                      <a:pt x="132" y="353"/>
                    </a:lnTo>
                    <a:lnTo>
                      <a:pt x="135" y="353"/>
                    </a:lnTo>
                    <a:lnTo>
                      <a:pt x="135" y="353"/>
                    </a:lnTo>
                    <a:lnTo>
                      <a:pt x="135" y="356"/>
                    </a:lnTo>
                    <a:lnTo>
                      <a:pt x="135" y="356"/>
                    </a:lnTo>
                    <a:lnTo>
                      <a:pt x="135" y="356"/>
                    </a:lnTo>
                    <a:lnTo>
                      <a:pt x="135" y="358"/>
                    </a:lnTo>
                    <a:lnTo>
                      <a:pt x="137" y="358"/>
                    </a:lnTo>
                    <a:lnTo>
                      <a:pt x="137" y="358"/>
                    </a:lnTo>
                    <a:lnTo>
                      <a:pt x="137" y="358"/>
                    </a:lnTo>
                    <a:lnTo>
                      <a:pt x="137" y="361"/>
                    </a:lnTo>
                    <a:lnTo>
                      <a:pt x="137" y="361"/>
                    </a:lnTo>
                    <a:lnTo>
                      <a:pt x="137" y="361"/>
                    </a:lnTo>
                    <a:lnTo>
                      <a:pt x="137" y="363"/>
                    </a:lnTo>
                    <a:lnTo>
                      <a:pt x="139" y="363"/>
                    </a:lnTo>
                    <a:lnTo>
                      <a:pt x="139" y="363"/>
                    </a:lnTo>
                    <a:lnTo>
                      <a:pt x="139" y="363"/>
                    </a:lnTo>
                    <a:lnTo>
                      <a:pt x="142" y="363"/>
                    </a:lnTo>
                    <a:lnTo>
                      <a:pt x="142" y="363"/>
                    </a:lnTo>
                    <a:lnTo>
                      <a:pt x="142" y="363"/>
                    </a:lnTo>
                    <a:lnTo>
                      <a:pt x="142" y="365"/>
                    </a:lnTo>
                    <a:lnTo>
                      <a:pt x="142" y="365"/>
                    </a:lnTo>
                    <a:lnTo>
                      <a:pt x="144" y="365"/>
                    </a:lnTo>
                    <a:lnTo>
                      <a:pt x="144" y="365"/>
                    </a:lnTo>
                    <a:lnTo>
                      <a:pt x="144" y="365"/>
                    </a:lnTo>
                    <a:lnTo>
                      <a:pt x="144" y="368"/>
                    </a:lnTo>
                    <a:lnTo>
                      <a:pt x="144" y="368"/>
                    </a:lnTo>
                    <a:lnTo>
                      <a:pt x="144" y="368"/>
                    </a:lnTo>
                    <a:lnTo>
                      <a:pt x="146" y="368"/>
                    </a:lnTo>
                    <a:lnTo>
                      <a:pt x="146" y="370"/>
                    </a:lnTo>
                    <a:lnTo>
                      <a:pt x="146" y="370"/>
                    </a:lnTo>
                    <a:lnTo>
                      <a:pt x="146" y="370"/>
                    </a:lnTo>
                    <a:lnTo>
                      <a:pt x="146" y="372"/>
                    </a:lnTo>
                    <a:lnTo>
                      <a:pt x="149" y="372"/>
                    </a:lnTo>
                    <a:lnTo>
                      <a:pt x="149" y="372"/>
                    </a:lnTo>
                    <a:lnTo>
                      <a:pt x="149" y="372"/>
                    </a:lnTo>
                    <a:lnTo>
                      <a:pt x="149" y="372"/>
                    </a:lnTo>
                    <a:lnTo>
                      <a:pt x="149" y="375"/>
                    </a:lnTo>
                    <a:lnTo>
                      <a:pt x="149" y="375"/>
                    </a:lnTo>
                    <a:lnTo>
                      <a:pt x="149" y="375"/>
                    </a:lnTo>
                    <a:lnTo>
                      <a:pt x="149" y="377"/>
                    </a:lnTo>
                    <a:lnTo>
                      <a:pt x="149" y="377"/>
                    </a:lnTo>
                    <a:lnTo>
                      <a:pt x="149" y="380"/>
                    </a:lnTo>
                    <a:lnTo>
                      <a:pt x="149" y="380"/>
                    </a:lnTo>
                    <a:lnTo>
                      <a:pt x="149" y="382"/>
                    </a:lnTo>
                    <a:lnTo>
                      <a:pt x="151" y="382"/>
                    </a:lnTo>
                    <a:lnTo>
                      <a:pt x="151" y="382"/>
                    </a:lnTo>
                    <a:lnTo>
                      <a:pt x="151" y="382"/>
                    </a:lnTo>
                    <a:lnTo>
                      <a:pt x="151" y="384"/>
                    </a:lnTo>
                    <a:lnTo>
                      <a:pt x="151" y="384"/>
                    </a:lnTo>
                    <a:lnTo>
                      <a:pt x="151" y="387"/>
                    </a:lnTo>
                    <a:lnTo>
                      <a:pt x="151" y="387"/>
                    </a:lnTo>
                    <a:lnTo>
                      <a:pt x="151" y="389"/>
                    </a:lnTo>
                    <a:lnTo>
                      <a:pt x="151" y="389"/>
                    </a:lnTo>
                    <a:lnTo>
                      <a:pt x="149" y="389"/>
                    </a:lnTo>
                    <a:lnTo>
                      <a:pt x="149" y="389"/>
                    </a:lnTo>
                    <a:lnTo>
                      <a:pt x="149" y="391"/>
                    </a:lnTo>
                    <a:lnTo>
                      <a:pt x="149" y="391"/>
                    </a:lnTo>
                    <a:lnTo>
                      <a:pt x="149" y="391"/>
                    </a:lnTo>
                    <a:lnTo>
                      <a:pt x="149" y="394"/>
                    </a:lnTo>
                    <a:lnTo>
                      <a:pt x="149" y="394"/>
                    </a:lnTo>
                    <a:lnTo>
                      <a:pt x="149" y="394"/>
                    </a:lnTo>
                    <a:lnTo>
                      <a:pt x="151" y="394"/>
                    </a:lnTo>
                    <a:lnTo>
                      <a:pt x="151" y="396"/>
                    </a:lnTo>
                    <a:lnTo>
                      <a:pt x="151" y="396"/>
                    </a:lnTo>
                    <a:lnTo>
                      <a:pt x="151" y="398"/>
                    </a:lnTo>
                    <a:lnTo>
                      <a:pt x="151" y="398"/>
                    </a:lnTo>
                    <a:lnTo>
                      <a:pt x="151" y="401"/>
                    </a:lnTo>
                    <a:lnTo>
                      <a:pt x="151" y="401"/>
                    </a:lnTo>
                    <a:lnTo>
                      <a:pt x="151" y="401"/>
                    </a:lnTo>
                    <a:lnTo>
                      <a:pt x="151" y="403"/>
                    </a:lnTo>
                    <a:lnTo>
                      <a:pt x="151" y="403"/>
                    </a:lnTo>
                    <a:lnTo>
                      <a:pt x="151" y="403"/>
                    </a:lnTo>
                    <a:lnTo>
                      <a:pt x="154" y="403"/>
                    </a:lnTo>
                    <a:lnTo>
                      <a:pt x="154" y="403"/>
                    </a:lnTo>
                    <a:lnTo>
                      <a:pt x="154" y="403"/>
                    </a:lnTo>
                    <a:lnTo>
                      <a:pt x="156" y="403"/>
                    </a:lnTo>
                    <a:lnTo>
                      <a:pt x="156" y="406"/>
                    </a:lnTo>
                    <a:lnTo>
                      <a:pt x="156" y="406"/>
                    </a:lnTo>
                    <a:lnTo>
                      <a:pt x="156" y="406"/>
                    </a:lnTo>
                    <a:lnTo>
                      <a:pt x="156" y="406"/>
                    </a:lnTo>
                    <a:lnTo>
                      <a:pt x="156" y="408"/>
                    </a:lnTo>
                    <a:lnTo>
                      <a:pt x="156" y="408"/>
                    </a:lnTo>
                    <a:lnTo>
                      <a:pt x="156" y="410"/>
                    </a:lnTo>
                    <a:lnTo>
                      <a:pt x="156" y="410"/>
                    </a:lnTo>
                    <a:lnTo>
                      <a:pt x="156" y="410"/>
                    </a:lnTo>
                    <a:lnTo>
                      <a:pt x="156" y="413"/>
                    </a:lnTo>
                    <a:lnTo>
                      <a:pt x="156" y="413"/>
                    </a:lnTo>
                    <a:lnTo>
                      <a:pt x="156" y="413"/>
                    </a:lnTo>
                    <a:lnTo>
                      <a:pt x="156" y="413"/>
                    </a:lnTo>
                    <a:lnTo>
                      <a:pt x="156" y="415"/>
                    </a:lnTo>
                    <a:lnTo>
                      <a:pt x="156" y="415"/>
                    </a:lnTo>
                    <a:lnTo>
                      <a:pt x="156" y="417"/>
                    </a:lnTo>
                    <a:lnTo>
                      <a:pt x="158" y="417"/>
                    </a:lnTo>
                    <a:lnTo>
                      <a:pt x="158" y="417"/>
                    </a:lnTo>
                    <a:lnTo>
                      <a:pt x="158" y="417"/>
                    </a:lnTo>
                    <a:lnTo>
                      <a:pt x="158" y="417"/>
                    </a:lnTo>
                    <a:lnTo>
                      <a:pt x="158" y="420"/>
                    </a:lnTo>
                    <a:lnTo>
                      <a:pt x="158" y="420"/>
                    </a:lnTo>
                    <a:lnTo>
                      <a:pt x="158" y="420"/>
                    </a:lnTo>
                    <a:lnTo>
                      <a:pt x="158" y="422"/>
                    </a:lnTo>
                    <a:lnTo>
                      <a:pt x="158" y="422"/>
                    </a:lnTo>
                    <a:lnTo>
                      <a:pt x="158" y="422"/>
                    </a:lnTo>
                    <a:lnTo>
                      <a:pt x="158" y="422"/>
                    </a:lnTo>
                    <a:lnTo>
                      <a:pt x="158" y="425"/>
                    </a:lnTo>
                    <a:lnTo>
                      <a:pt x="161" y="425"/>
                    </a:lnTo>
                    <a:lnTo>
                      <a:pt x="161" y="425"/>
                    </a:lnTo>
                    <a:lnTo>
                      <a:pt x="161" y="427"/>
                    </a:lnTo>
                    <a:lnTo>
                      <a:pt x="158" y="427"/>
                    </a:lnTo>
                    <a:lnTo>
                      <a:pt x="158" y="427"/>
                    </a:lnTo>
                    <a:lnTo>
                      <a:pt x="158" y="427"/>
                    </a:lnTo>
                    <a:lnTo>
                      <a:pt x="158" y="429"/>
                    </a:lnTo>
                    <a:lnTo>
                      <a:pt x="158" y="429"/>
                    </a:lnTo>
                    <a:lnTo>
                      <a:pt x="158" y="429"/>
                    </a:lnTo>
                    <a:lnTo>
                      <a:pt x="156" y="429"/>
                    </a:lnTo>
                    <a:lnTo>
                      <a:pt x="156" y="429"/>
                    </a:lnTo>
                    <a:lnTo>
                      <a:pt x="156" y="432"/>
                    </a:lnTo>
                    <a:lnTo>
                      <a:pt x="156" y="432"/>
                    </a:lnTo>
                    <a:lnTo>
                      <a:pt x="156" y="432"/>
                    </a:lnTo>
                    <a:lnTo>
                      <a:pt x="156" y="432"/>
                    </a:lnTo>
                    <a:lnTo>
                      <a:pt x="156" y="434"/>
                    </a:lnTo>
                    <a:lnTo>
                      <a:pt x="156" y="434"/>
                    </a:lnTo>
                    <a:lnTo>
                      <a:pt x="156" y="436"/>
                    </a:lnTo>
                    <a:lnTo>
                      <a:pt x="154" y="436"/>
                    </a:lnTo>
                    <a:lnTo>
                      <a:pt x="154" y="436"/>
                    </a:lnTo>
                    <a:lnTo>
                      <a:pt x="154" y="436"/>
                    </a:lnTo>
                    <a:lnTo>
                      <a:pt x="154" y="439"/>
                    </a:lnTo>
                    <a:lnTo>
                      <a:pt x="154" y="439"/>
                    </a:lnTo>
                    <a:lnTo>
                      <a:pt x="151" y="439"/>
                    </a:lnTo>
                    <a:lnTo>
                      <a:pt x="151" y="441"/>
                    </a:lnTo>
                    <a:lnTo>
                      <a:pt x="151" y="441"/>
                    </a:lnTo>
                    <a:lnTo>
                      <a:pt x="151" y="441"/>
                    </a:lnTo>
                    <a:lnTo>
                      <a:pt x="151" y="441"/>
                    </a:lnTo>
                    <a:lnTo>
                      <a:pt x="151" y="441"/>
                    </a:lnTo>
                    <a:lnTo>
                      <a:pt x="151" y="444"/>
                    </a:lnTo>
                    <a:lnTo>
                      <a:pt x="149" y="444"/>
                    </a:lnTo>
                    <a:lnTo>
                      <a:pt x="149" y="444"/>
                    </a:lnTo>
                    <a:lnTo>
                      <a:pt x="149" y="444"/>
                    </a:lnTo>
                    <a:lnTo>
                      <a:pt x="149" y="446"/>
                    </a:lnTo>
                    <a:lnTo>
                      <a:pt x="149" y="446"/>
                    </a:lnTo>
                    <a:lnTo>
                      <a:pt x="149" y="446"/>
                    </a:lnTo>
                    <a:lnTo>
                      <a:pt x="146" y="446"/>
                    </a:lnTo>
                    <a:lnTo>
                      <a:pt x="146" y="446"/>
                    </a:lnTo>
                    <a:lnTo>
                      <a:pt x="146" y="448"/>
                    </a:lnTo>
                    <a:lnTo>
                      <a:pt x="146" y="448"/>
                    </a:lnTo>
                    <a:lnTo>
                      <a:pt x="146" y="451"/>
                    </a:lnTo>
                    <a:lnTo>
                      <a:pt x="144" y="451"/>
                    </a:lnTo>
                    <a:lnTo>
                      <a:pt x="144" y="451"/>
                    </a:lnTo>
                    <a:lnTo>
                      <a:pt x="144" y="451"/>
                    </a:lnTo>
                    <a:lnTo>
                      <a:pt x="144" y="451"/>
                    </a:lnTo>
                    <a:lnTo>
                      <a:pt x="144" y="451"/>
                    </a:lnTo>
                    <a:lnTo>
                      <a:pt x="142" y="451"/>
                    </a:lnTo>
                    <a:lnTo>
                      <a:pt x="142" y="453"/>
                    </a:lnTo>
                    <a:lnTo>
                      <a:pt x="142" y="453"/>
                    </a:lnTo>
                    <a:lnTo>
                      <a:pt x="142" y="453"/>
                    </a:lnTo>
                    <a:lnTo>
                      <a:pt x="142" y="455"/>
                    </a:lnTo>
                    <a:lnTo>
                      <a:pt x="142" y="455"/>
                    </a:lnTo>
                    <a:lnTo>
                      <a:pt x="142" y="458"/>
                    </a:lnTo>
                    <a:lnTo>
                      <a:pt x="142" y="458"/>
                    </a:lnTo>
                    <a:lnTo>
                      <a:pt x="142" y="458"/>
                    </a:lnTo>
                    <a:lnTo>
                      <a:pt x="142" y="458"/>
                    </a:lnTo>
                    <a:lnTo>
                      <a:pt x="142" y="460"/>
                    </a:lnTo>
                    <a:lnTo>
                      <a:pt x="142" y="460"/>
                    </a:lnTo>
                    <a:lnTo>
                      <a:pt x="142" y="460"/>
                    </a:lnTo>
                    <a:lnTo>
                      <a:pt x="142" y="462"/>
                    </a:lnTo>
                    <a:lnTo>
                      <a:pt x="142" y="462"/>
                    </a:lnTo>
                    <a:lnTo>
                      <a:pt x="142" y="462"/>
                    </a:lnTo>
                    <a:lnTo>
                      <a:pt x="139" y="462"/>
                    </a:lnTo>
                    <a:lnTo>
                      <a:pt x="139" y="465"/>
                    </a:lnTo>
                    <a:lnTo>
                      <a:pt x="139" y="465"/>
                    </a:lnTo>
                    <a:lnTo>
                      <a:pt x="139" y="467"/>
                    </a:lnTo>
                    <a:lnTo>
                      <a:pt x="139" y="467"/>
                    </a:lnTo>
                    <a:lnTo>
                      <a:pt x="139" y="467"/>
                    </a:lnTo>
                    <a:lnTo>
                      <a:pt x="137" y="467"/>
                    </a:lnTo>
                    <a:lnTo>
                      <a:pt x="137" y="470"/>
                    </a:lnTo>
                    <a:lnTo>
                      <a:pt x="137" y="470"/>
                    </a:lnTo>
                    <a:lnTo>
                      <a:pt x="137" y="470"/>
                    </a:lnTo>
                    <a:lnTo>
                      <a:pt x="137" y="472"/>
                    </a:lnTo>
                    <a:lnTo>
                      <a:pt x="137" y="472"/>
                    </a:lnTo>
                    <a:lnTo>
                      <a:pt x="137" y="472"/>
                    </a:lnTo>
                    <a:lnTo>
                      <a:pt x="137" y="472"/>
                    </a:lnTo>
                    <a:lnTo>
                      <a:pt x="135" y="472"/>
                    </a:lnTo>
                    <a:lnTo>
                      <a:pt x="135" y="472"/>
                    </a:lnTo>
                    <a:lnTo>
                      <a:pt x="135" y="472"/>
                    </a:lnTo>
                    <a:lnTo>
                      <a:pt x="135" y="472"/>
                    </a:lnTo>
                    <a:lnTo>
                      <a:pt x="135" y="470"/>
                    </a:lnTo>
                    <a:lnTo>
                      <a:pt x="135" y="470"/>
                    </a:lnTo>
                    <a:lnTo>
                      <a:pt x="135" y="470"/>
                    </a:lnTo>
                    <a:lnTo>
                      <a:pt x="135" y="467"/>
                    </a:lnTo>
                    <a:lnTo>
                      <a:pt x="135" y="467"/>
                    </a:lnTo>
                    <a:lnTo>
                      <a:pt x="135" y="467"/>
                    </a:lnTo>
                    <a:lnTo>
                      <a:pt x="135" y="465"/>
                    </a:lnTo>
                    <a:lnTo>
                      <a:pt x="135" y="465"/>
                    </a:lnTo>
                    <a:lnTo>
                      <a:pt x="135" y="465"/>
                    </a:lnTo>
                    <a:lnTo>
                      <a:pt x="135" y="462"/>
                    </a:lnTo>
                    <a:lnTo>
                      <a:pt x="135" y="462"/>
                    </a:lnTo>
                    <a:lnTo>
                      <a:pt x="135" y="462"/>
                    </a:lnTo>
                    <a:lnTo>
                      <a:pt x="135" y="460"/>
                    </a:lnTo>
                    <a:lnTo>
                      <a:pt x="135" y="460"/>
                    </a:lnTo>
                    <a:lnTo>
                      <a:pt x="135" y="460"/>
                    </a:lnTo>
                    <a:lnTo>
                      <a:pt x="135" y="458"/>
                    </a:lnTo>
                    <a:lnTo>
                      <a:pt x="135" y="458"/>
                    </a:lnTo>
                    <a:lnTo>
                      <a:pt x="135" y="455"/>
                    </a:lnTo>
                    <a:lnTo>
                      <a:pt x="132" y="455"/>
                    </a:lnTo>
                    <a:lnTo>
                      <a:pt x="132" y="455"/>
                    </a:lnTo>
                    <a:lnTo>
                      <a:pt x="132" y="453"/>
                    </a:lnTo>
                    <a:lnTo>
                      <a:pt x="132" y="453"/>
                    </a:lnTo>
                    <a:lnTo>
                      <a:pt x="135" y="453"/>
                    </a:lnTo>
                    <a:lnTo>
                      <a:pt x="135" y="451"/>
                    </a:lnTo>
                    <a:lnTo>
                      <a:pt x="135" y="451"/>
                    </a:lnTo>
                    <a:lnTo>
                      <a:pt x="135" y="451"/>
                    </a:lnTo>
                    <a:lnTo>
                      <a:pt x="135" y="448"/>
                    </a:lnTo>
                    <a:lnTo>
                      <a:pt x="135" y="448"/>
                    </a:lnTo>
                    <a:lnTo>
                      <a:pt x="132" y="448"/>
                    </a:lnTo>
                    <a:lnTo>
                      <a:pt x="132" y="446"/>
                    </a:lnTo>
                    <a:lnTo>
                      <a:pt x="132" y="446"/>
                    </a:lnTo>
                    <a:lnTo>
                      <a:pt x="132" y="444"/>
                    </a:lnTo>
                    <a:lnTo>
                      <a:pt x="135" y="444"/>
                    </a:lnTo>
                    <a:lnTo>
                      <a:pt x="135" y="444"/>
                    </a:lnTo>
                    <a:lnTo>
                      <a:pt x="135" y="444"/>
                    </a:lnTo>
                    <a:lnTo>
                      <a:pt x="135" y="441"/>
                    </a:lnTo>
                    <a:lnTo>
                      <a:pt x="137" y="441"/>
                    </a:lnTo>
                    <a:lnTo>
                      <a:pt x="137" y="444"/>
                    </a:lnTo>
                    <a:lnTo>
                      <a:pt x="137" y="444"/>
                    </a:lnTo>
                    <a:lnTo>
                      <a:pt x="137" y="444"/>
                    </a:lnTo>
                    <a:lnTo>
                      <a:pt x="137" y="441"/>
                    </a:lnTo>
                    <a:lnTo>
                      <a:pt x="137" y="441"/>
                    </a:lnTo>
                    <a:lnTo>
                      <a:pt x="139" y="441"/>
                    </a:lnTo>
                    <a:lnTo>
                      <a:pt x="139" y="441"/>
                    </a:lnTo>
                    <a:lnTo>
                      <a:pt x="139" y="441"/>
                    </a:lnTo>
                    <a:lnTo>
                      <a:pt x="139" y="439"/>
                    </a:lnTo>
                    <a:lnTo>
                      <a:pt x="139" y="439"/>
                    </a:lnTo>
                    <a:lnTo>
                      <a:pt x="139" y="436"/>
                    </a:lnTo>
                    <a:lnTo>
                      <a:pt x="139" y="436"/>
                    </a:lnTo>
                    <a:lnTo>
                      <a:pt x="139" y="436"/>
                    </a:lnTo>
                    <a:lnTo>
                      <a:pt x="139" y="434"/>
                    </a:lnTo>
                    <a:lnTo>
                      <a:pt x="139" y="434"/>
                    </a:lnTo>
                    <a:lnTo>
                      <a:pt x="139" y="432"/>
                    </a:lnTo>
                    <a:lnTo>
                      <a:pt x="139" y="432"/>
                    </a:lnTo>
                    <a:lnTo>
                      <a:pt x="139" y="432"/>
                    </a:lnTo>
                    <a:lnTo>
                      <a:pt x="139" y="432"/>
                    </a:lnTo>
                    <a:lnTo>
                      <a:pt x="139" y="429"/>
                    </a:lnTo>
                    <a:lnTo>
                      <a:pt x="139" y="429"/>
                    </a:lnTo>
                    <a:lnTo>
                      <a:pt x="139" y="429"/>
                    </a:lnTo>
                    <a:lnTo>
                      <a:pt x="137" y="429"/>
                    </a:lnTo>
                    <a:lnTo>
                      <a:pt x="137" y="427"/>
                    </a:lnTo>
                    <a:lnTo>
                      <a:pt x="137" y="427"/>
                    </a:lnTo>
                    <a:lnTo>
                      <a:pt x="137" y="429"/>
                    </a:lnTo>
                    <a:lnTo>
                      <a:pt x="137" y="429"/>
                    </a:lnTo>
                    <a:lnTo>
                      <a:pt x="137" y="432"/>
                    </a:lnTo>
                    <a:lnTo>
                      <a:pt x="137" y="432"/>
                    </a:lnTo>
                    <a:lnTo>
                      <a:pt x="137" y="432"/>
                    </a:lnTo>
                    <a:lnTo>
                      <a:pt x="137" y="432"/>
                    </a:lnTo>
                    <a:lnTo>
                      <a:pt x="137" y="434"/>
                    </a:lnTo>
                    <a:lnTo>
                      <a:pt x="137" y="434"/>
                    </a:lnTo>
                    <a:lnTo>
                      <a:pt x="137" y="436"/>
                    </a:lnTo>
                    <a:lnTo>
                      <a:pt x="135" y="436"/>
                    </a:lnTo>
                    <a:lnTo>
                      <a:pt x="135" y="436"/>
                    </a:lnTo>
                    <a:lnTo>
                      <a:pt x="135" y="434"/>
                    </a:lnTo>
                    <a:lnTo>
                      <a:pt x="135" y="434"/>
                    </a:lnTo>
                    <a:lnTo>
                      <a:pt x="135" y="434"/>
                    </a:lnTo>
                    <a:lnTo>
                      <a:pt x="135" y="432"/>
                    </a:lnTo>
                    <a:lnTo>
                      <a:pt x="135" y="432"/>
                    </a:lnTo>
                    <a:lnTo>
                      <a:pt x="135" y="432"/>
                    </a:lnTo>
                    <a:lnTo>
                      <a:pt x="132" y="432"/>
                    </a:lnTo>
                    <a:lnTo>
                      <a:pt x="132" y="432"/>
                    </a:lnTo>
                    <a:lnTo>
                      <a:pt x="132" y="432"/>
                    </a:lnTo>
                    <a:lnTo>
                      <a:pt x="132" y="429"/>
                    </a:lnTo>
                    <a:lnTo>
                      <a:pt x="132" y="429"/>
                    </a:lnTo>
                    <a:lnTo>
                      <a:pt x="132" y="427"/>
                    </a:lnTo>
                    <a:lnTo>
                      <a:pt x="132" y="427"/>
                    </a:lnTo>
                    <a:lnTo>
                      <a:pt x="132" y="429"/>
                    </a:lnTo>
                    <a:lnTo>
                      <a:pt x="132" y="429"/>
                    </a:lnTo>
                    <a:lnTo>
                      <a:pt x="130" y="429"/>
                    </a:lnTo>
                    <a:lnTo>
                      <a:pt x="130" y="432"/>
                    </a:lnTo>
                    <a:lnTo>
                      <a:pt x="132" y="432"/>
                    </a:lnTo>
                    <a:lnTo>
                      <a:pt x="132" y="432"/>
                    </a:lnTo>
                    <a:lnTo>
                      <a:pt x="132" y="432"/>
                    </a:lnTo>
                    <a:lnTo>
                      <a:pt x="130" y="432"/>
                    </a:lnTo>
                    <a:lnTo>
                      <a:pt x="130" y="434"/>
                    </a:lnTo>
                    <a:lnTo>
                      <a:pt x="130" y="434"/>
                    </a:lnTo>
                    <a:lnTo>
                      <a:pt x="130" y="436"/>
                    </a:lnTo>
                    <a:lnTo>
                      <a:pt x="130" y="436"/>
                    </a:lnTo>
                    <a:lnTo>
                      <a:pt x="130" y="439"/>
                    </a:lnTo>
                    <a:lnTo>
                      <a:pt x="130" y="439"/>
                    </a:lnTo>
                    <a:lnTo>
                      <a:pt x="132" y="439"/>
                    </a:lnTo>
                    <a:lnTo>
                      <a:pt x="132" y="441"/>
                    </a:lnTo>
                    <a:lnTo>
                      <a:pt x="130" y="441"/>
                    </a:lnTo>
                    <a:lnTo>
                      <a:pt x="130" y="441"/>
                    </a:lnTo>
                    <a:lnTo>
                      <a:pt x="130" y="441"/>
                    </a:lnTo>
                    <a:lnTo>
                      <a:pt x="130" y="441"/>
                    </a:lnTo>
                    <a:lnTo>
                      <a:pt x="130" y="441"/>
                    </a:lnTo>
                    <a:lnTo>
                      <a:pt x="130" y="439"/>
                    </a:lnTo>
                    <a:lnTo>
                      <a:pt x="130" y="439"/>
                    </a:lnTo>
                    <a:lnTo>
                      <a:pt x="130" y="436"/>
                    </a:lnTo>
                    <a:lnTo>
                      <a:pt x="130" y="436"/>
                    </a:lnTo>
                    <a:lnTo>
                      <a:pt x="130" y="434"/>
                    </a:lnTo>
                    <a:lnTo>
                      <a:pt x="128" y="434"/>
                    </a:lnTo>
                    <a:lnTo>
                      <a:pt x="128" y="436"/>
                    </a:lnTo>
                    <a:lnTo>
                      <a:pt x="128" y="436"/>
                    </a:lnTo>
                    <a:lnTo>
                      <a:pt x="128" y="436"/>
                    </a:lnTo>
                    <a:lnTo>
                      <a:pt x="128" y="436"/>
                    </a:lnTo>
                    <a:lnTo>
                      <a:pt x="125" y="436"/>
                    </a:lnTo>
                    <a:lnTo>
                      <a:pt x="125" y="434"/>
                    </a:lnTo>
                    <a:lnTo>
                      <a:pt x="125" y="434"/>
                    </a:lnTo>
                    <a:lnTo>
                      <a:pt x="125" y="432"/>
                    </a:lnTo>
                    <a:lnTo>
                      <a:pt x="128" y="432"/>
                    </a:lnTo>
                    <a:lnTo>
                      <a:pt x="128" y="432"/>
                    </a:lnTo>
                    <a:lnTo>
                      <a:pt x="128" y="432"/>
                    </a:lnTo>
                    <a:lnTo>
                      <a:pt x="128" y="432"/>
                    </a:lnTo>
                    <a:lnTo>
                      <a:pt x="128" y="429"/>
                    </a:lnTo>
                    <a:lnTo>
                      <a:pt x="130" y="429"/>
                    </a:lnTo>
                    <a:lnTo>
                      <a:pt x="130" y="429"/>
                    </a:lnTo>
                    <a:lnTo>
                      <a:pt x="130" y="427"/>
                    </a:lnTo>
                    <a:lnTo>
                      <a:pt x="130" y="427"/>
                    </a:lnTo>
                    <a:lnTo>
                      <a:pt x="130" y="427"/>
                    </a:lnTo>
                    <a:lnTo>
                      <a:pt x="130" y="425"/>
                    </a:lnTo>
                    <a:lnTo>
                      <a:pt x="130" y="425"/>
                    </a:lnTo>
                    <a:lnTo>
                      <a:pt x="130" y="425"/>
                    </a:lnTo>
                    <a:lnTo>
                      <a:pt x="128" y="425"/>
                    </a:lnTo>
                    <a:lnTo>
                      <a:pt x="128" y="422"/>
                    </a:lnTo>
                    <a:lnTo>
                      <a:pt x="130" y="422"/>
                    </a:lnTo>
                    <a:lnTo>
                      <a:pt x="130" y="422"/>
                    </a:lnTo>
                    <a:lnTo>
                      <a:pt x="130" y="422"/>
                    </a:lnTo>
                    <a:lnTo>
                      <a:pt x="130" y="422"/>
                    </a:lnTo>
                    <a:lnTo>
                      <a:pt x="130" y="422"/>
                    </a:lnTo>
                    <a:lnTo>
                      <a:pt x="130" y="420"/>
                    </a:lnTo>
                    <a:lnTo>
                      <a:pt x="130" y="420"/>
                    </a:lnTo>
                    <a:lnTo>
                      <a:pt x="130" y="420"/>
                    </a:lnTo>
                    <a:lnTo>
                      <a:pt x="130" y="422"/>
                    </a:lnTo>
                    <a:lnTo>
                      <a:pt x="130" y="422"/>
                    </a:lnTo>
                    <a:lnTo>
                      <a:pt x="132" y="422"/>
                    </a:lnTo>
                    <a:lnTo>
                      <a:pt x="132" y="422"/>
                    </a:lnTo>
                    <a:lnTo>
                      <a:pt x="132" y="425"/>
                    </a:lnTo>
                    <a:lnTo>
                      <a:pt x="132" y="425"/>
                    </a:lnTo>
                    <a:lnTo>
                      <a:pt x="132" y="425"/>
                    </a:lnTo>
                    <a:lnTo>
                      <a:pt x="132" y="425"/>
                    </a:lnTo>
                    <a:lnTo>
                      <a:pt x="132" y="422"/>
                    </a:lnTo>
                    <a:lnTo>
                      <a:pt x="132" y="422"/>
                    </a:lnTo>
                    <a:lnTo>
                      <a:pt x="135" y="422"/>
                    </a:lnTo>
                    <a:lnTo>
                      <a:pt x="135" y="422"/>
                    </a:lnTo>
                    <a:lnTo>
                      <a:pt x="132" y="422"/>
                    </a:lnTo>
                    <a:lnTo>
                      <a:pt x="132" y="422"/>
                    </a:lnTo>
                    <a:lnTo>
                      <a:pt x="132" y="420"/>
                    </a:lnTo>
                    <a:lnTo>
                      <a:pt x="132" y="420"/>
                    </a:lnTo>
                    <a:lnTo>
                      <a:pt x="132" y="420"/>
                    </a:lnTo>
                    <a:lnTo>
                      <a:pt x="132" y="417"/>
                    </a:lnTo>
                    <a:lnTo>
                      <a:pt x="132" y="417"/>
                    </a:lnTo>
                    <a:lnTo>
                      <a:pt x="132" y="415"/>
                    </a:lnTo>
                    <a:lnTo>
                      <a:pt x="132" y="415"/>
                    </a:lnTo>
                    <a:lnTo>
                      <a:pt x="132" y="413"/>
                    </a:lnTo>
                    <a:lnTo>
                      <a:pt x="132" y="413"/>
                    </a:lnTo>
                    <a:lnTo>
                      <a:pt x="132" y="413"/>
                    </a:lnTo>
                    <a:lnTo>
                      <a:pt x="130" y="413"/>
                    </a:lnTo>
                    <a:lnTo>
                      <a:pt x="130" y="413"/>
                    </a:lnTo>
                    <a:lnTo>
                      <a:pt x="130" y="413"/>
                    </a:lnTo>
                    <a:lnTo>
                      <a:pt x="130" y="415"/>
                    </a:lnTo>
                    <a:lnTo>
                      <a:pt x="130" y="415"/>
                    </a:lnTo>
                    <a:lnTo>
                      <a:pt x="130" y="415"/>
                    </a:lnTo>
                    <a:lnTo>
                      <a:pt x="130" y="415"/>
                    </a:lnTo>
                    <a:lnTo>
                      <a:pt x="130" y="415"/>
                    </a:lnTo>
                    <a:lnTo>
                      <a:pt x="128" y="415"/>
                    </a:lnTo>
                    <a:lnTo>
                      <a:pt x="128" y="417"/>
                    </a:lnTo>
                    <a:lnTo>
                      <a:pt x="128" y="417"/>
                    </a:lnTo>
                    <a:lnTo>
                      <a:pt x="125" y="417"/>
                    </a:lnTo>
                    <a:lnTo>
                      <a:pt x="125" y="417"/>
                    </a:lnTo>
                    <a:lnTo>
                      <a:pt x="125" y="417"/>
                    </a:lnTo>
                    <a:lnTo>
                      <a:pt x="125" y="420"/>
                    </a:lnTo>
                    <a:lnTo>
                      <a:pt x="125" y="420"/>
                    </a:lnTo>
                    <a:lnTo>
                      <a:pt x="125" y="420"/>
                    </a:lnTo>
                    <a:lnTo>
                      <a:pt x="125" y="420"/>
                    </a:lnTo>
                    <a:lnTo>
                      <a:pt x="125" y="422"/>
                    </a:lnTo>
                    <a:lnTo>
                      <a:pt x="125" y="422"/>
                    </a:lnTo>
                    <a:lnTo>
                      <a:pt x="125" y="422"/>
                    </a:lnTo>
                    <a:lnTo>
                      <a:pt x="123" y="422"/>
                    </a:lnTo>
                    <a:lnTo>
                      <a:pt x="123" y="422"/>
                    </a:lnTo>
                    <a:lnTo>
                      <a:pt x="123" y="422"/>
                    </a:lnTo>
                    <a:lnTo>
                      <a:pt x="123" y="420"/>
                    </a:lnTo>
                    <a:lnTo>
                      <a:pt x="123" y="420"/>
                    </a:lnTo>
                    <a:lnTo>
                      <a:pt x="123" y="417"/>
                    </a:lnTo>
                    <a:lnTo>
                      <a:pt x="123" y="417"/>
                    </a:lnTo>
                    <a:lnTo>
                      <a:pt x="123" y="417"/>
                    </a:lnTo>
                    <a:lnTo>
                      <a:pt x="123" y="415"/>
                    </a:lnTo>
                    <a:lnTo>
                      <a:pt x="123" y="415"/>
                    </a:lnTo>
                    <a:lnTo>
                      <a:pt x="123" y="415"/>
                    </a:lnTo>
                    <a:lnTo>
                      <a:pt x="123" y="415"/>
                    </a:lnTo>
                    <a:lnTo>
                      <a:pt x="120" y="415"/>
                    </a:lnTo>
                    <a:lnTo>
                      <a:pt x="120" y="413"/>
                    </a:lnTo>
                    <a:lnTo>
                      <a:pt x="120" y="413"/>
                    </a:lnTo>
                    <a:lnTo>
                      <a:pt x="118" y="413"/>
                    </a:lnTo>
                    <a:lnTo>
                      <a:pt x="118" y="413"/>
                    </a:lnTo>
                    <a:lnTo>
                      <a:pt x="118" y="413"/>
                    </a:lnTo>
                    <a:lnTo>
                      <a:pt x="120" y="413"/>
                    </a:lnTo>
                    <a:lnTo>
                      <a:pt x="120" y="413"/>
                    </a:lnTo>
                    <a:lnTo>
                      <a:pt x="123" y="413"/>
                    </a:lnTo>
                    <a:lnTo>
                      <a:pt x="123" y="413"/>
                    </a:lnTo>
                    <a:lnTo>
                      <a:pt x="123" y="410"/>
                    </a:lnTo>
                    <a:lnTo>
                      <a:pt x="123" y="410"/>
                    </a:lnTo>
                    <a:lnTo>
                      <a:pt x="123" y="410"/>
                    </a:lnTo>
                    <a:lnTo>
                      <a:pt x="125" y="410"/>
                    </a:lnTo>
                    <a:lnTo>
                      <a:pt x="125" y="408"/>
                    </a:lnTo>
                    <a:lnTo>
                      <a:pt x="125" y="408"/>
                    </a:lnTo>
                    <a:lnTo>
                      <a:pt x="125" y="408"/>
                    </a:lnTo>
                    <a:lnTo>
                      <a:pt x="128" y="408"/>
                    </a:lnTo>
                    <a:lnTo>
                      <a:pt x="128" y="408"/>
                    </a:lnTo>
                    <a:lnTo>
                      <a:pt x="128" y="408"/>
                    </a:lnTo>
                    <a:lnTo>
                      <a:pt x="128" y="408"/>
                    </a:lnTo>
                    <a:lnTo>
                      <a:pt x="128" y="410"/>
                    </a:lnTo>
                    <a:lnTo>
                      <a:pt x="128" y="410"/>
                    </a:lnTo>
                    <a:lnTo>
                      <a:pt x="130" y="410"/>
                    </a:lnTo>
                    <a:lnTo>
                      <a:pt x="130" y="410"/>
                    </a:lnTo>
                    <a:lnTo>
                      <a:pt x="130" y="413"/>
                    </a:lnTo>
                    <a:lnTo>
                      <a:pt x="130" y="413"/>
                    </a:lnTo>
                    <a:lnTo>
                      <a:pt x="130" y="410"/>
                    </a:lnTo>
                    <a:lnTo>
                      <a:pt x="130" y="410"/>
                    </a:lnTo>
                    <a:lnTo>
                      <a:pt x="130" y="408"/>
                    </a:lnTo>
                    <a:lnTo>
                      <a:pt x="130" y="408"/>
                    </a:lnTo>
                    <a:lnTo>
                      <a:pt x="130" y="408"/>
                    </a:lnTo>
                    <a:lnTo>
                      <a:pt x="130" y="408"/>
                    </a:lnTo>
                    <a:lnTo>
                      <a:pt x="130" y="406"/>
                    </a:lnTo>
                    <a:lnTo>
                      <a:pt x="130" y="406"/>
                    </a:lnTo>
                    <a:lnTo>
                      <a:pt x="130" y="406"/>
                    </a:lnTo>
                    <a:lnTo>
                      <a:pt x="130" y="406"/>
                    </a:lnTo>
                    <a:lnTo>
                      <a:pt x="130" y="403"/>
                    </a:lnTo>
                    <a:lnTo>
                      <a:pt x="130" y="403"/>
                    </a:lnTo>
                    <a:lnTo>
                      <a:pt x="130" y="403"/>
                    </a:lnTo>
                    <a:lnTo>
                      <a:pt x="132" y="403"/>
                    </a:lnTo>
                    <a:lnTo>
                      <a:pt x="132" y="401"/>
                    </a:lnTo>
                    <a:lnTo>
                      <a:pt x="130" y="401"/>
                    </a:lnTo>
                    <a:lnTo>
                      <a:pt x="130" y="401"/>
                    </a:lnTo>
                    <a:lnTo>
                      <a:pt x="132" y="401"/>
                    </a:lnTo>
                    <a:lnTo>
                      <a:pt x="132" y="401"/>
                    </a:lnTo>
                    <a:lnTo>
                      <a:pt x="132" y="401"/>
                    </a:lnTo>
                    <a:lnTo>
                      <a:pt x="132" y="403"/>
                    </a:lnTo>
                    <a:lnTo>
                      <a:pt x="132" y="403"/>
                    </a:lnTo>
                    <a:lnTo>
                      <a:pt x="132" y="403"/>
                    </a:lnTo>
                    <a:lnTo>
                      <a:pt x="132" y="403"/>
                    </a:lnTo>
                    <a:lnTo>
                      <a:pt x="135" y="403"/>
                    </a:lnTo>
                    <a:lnTo>
                      <a:pt x="135" y="403"/>
                    </a:lnTo>
                    <a:lnTo>
                      <a:pt x="135" y="406"/>
                    </a:lnTo>
                    <a:lnTo>
                      <a:pt x="135" y="406"/>
                    </a:lnTo>
                    <a:lnTo>
                      <a:pt x="137" y="406"/>
                    </a:lnTo>
                    <a:lnTo>
                      <a:pt x="137" y="408"/>
                    </a:lnTo>
                    <a:lnTo>
                      <a:pt x="137" y="408"/>
                    </a:lnTo>
                    <a:lnTo>
                      <a:pt x="137" y="406"/>
                    </a:lnTo>
                    <a:lnTo>
                      <a:pt x="137" y="406"/>
                    </a:lnTo>
                    <a:lnTo>
                      <a:pt x="137" y="406"/>
                    </a:lnTo>
                    <a:lnTo>
                      <a:pt x="137" y="403"/>
                    </a:lnTo>
                    <a:lnTo>
                      <a:pt x="137" y="403"/>
                    </a:lnTo>
                    <a:lnTo>
                      <a:pt x="137" y="403"/>
                    </a:lnTo>
                    <a:lnTo>
                      <a:pt x="137" y="403"/>
                    </a:lnTo>
                    <a:lnTo>
                      <a:pt x="137" y="401"/>
                    </a:lnTo>
                    <a:lnTo>
                      <a:pt x="137" y="401"/>
                    </a:lnTo>
                    <a:lnTo>
                      <a:pt x="137" y="401"/>
                    </a:lnTo>
                    <a:lnTo>
                      <a:pt x="137" y="398"/>
                    </a:lnTo>
                    <a:lnTo>
                      <a:pt x="137" y="398"/>
                    </a:lnTo>
                    <a:lnTo>
                      <a:pt x="137" y="398"/>
                    </a:lnTo>
                    <a:lnTo>
                      <a:pt x="137" y="398"/>
                    </a:lnTo>
                    <a:lnTo>
                      <a:pt x="137" y="396"/>
                    </a:lnTo>
                    <a:lnTo>
                      <a:pt x="135" y="396"/>
                    </a:lnTo>
                    <a:lnTo>
                      <a:pt x="135" y="396"/>
                    </a:lnTo>
                    <a:lnTo>
                      <a:pt x="137" y="396"/>
                    </a:lnTo>
                    <a:lnTo>
                      <a:pt x="137" y="396"/>
                    </a:lnTo>
                    <a:lnTo>
                      <a:pt x="137" y="394"/>
                    </a:lnTo>
                    <a:lnTo>
                      <a:pt x="137" y="394"/>
                    </a:lnTo>
                    <a:lnTo>
                      <a:pt x="137" y="394"/>
                    </a:lnTo>
                    <a:lnTo>
                      <a:pt x="137" y="391"/>
                    </a:lnTo>
                    <a:lnTo>
                      <a:pt x="135" y="391"/>
                    </a:lnTo>
                    <a:lnTo>
                      <a:pt x="135" y="391"/>
                    </a:lnTo>
                    <a:lnTo>
                      <a:pt x="135" y="391"/>
                    </a:lnTo>
                    <a:lnTo>
                      <a:pt x="135" y="391"/>
                    </a:lnTo>
                    <a:lnTo>
                      <a:pt x="135" y="389"/>
                    </a:lnTo>
                    <a:lnTo>
                      <a:pt x="135" y="389"/>
                    </a:lnTo>
                    <a:lnTo>
                      <a:pt x="135" y="387"/>
                    </a:lnTo>
                    <a:lnTo>
                      <a:pt x="135" y="387"/>
                    </a:lnTo>
                    <a:lnTo>
                      <a:pt x="132" y="387"/>
                    </a:lnTo>
                    <a:lnTo>
                      <a:pt x="132" y="384"/>
                    </a:lnTo>
                    <a:lnTo>
                      <a:pt x="132" y="384"/>
                    </a:lnTo>
                    <a:lnTo>
                      <a:pt x="132" y="384"/>
                    </a:lnTo>
                    <a:lnTo>
                      <a:pt x="132" y="382"/>
                    </a:lnTo>
                    <a:lnTo>
                      <a:pt x="132" y="382"/>
                    </a:lnTo>
                    <a:lnTo>
                      <a:pt x="132" y="382"/>
                    </a:lnTo>
                    <a:lnTo>
                      <a:pt x="132" y="382"/>
                    </a:lnTo>
                    <a:lnTo>
                      <a:pt x="132" y="380"/>
                    </a:lnTo>
                    <a:lnTo>
                      <a:pt x="132" y="380"/>
                    </a:lnTo>
                    <a:lnTo>
                      <a:pt x="130" y="380"/>
                    </a:lnTo>
                    <a:lnTo>
                      <a:pt x="130" y="380"/>
                    </a:lnTo>
                    <a:lnTo>
                      <a:pt x="130" y="380"/>
                    </a:lnTo>
                    <a:lnTo>
                      <a:pt x="130" y="380"/>
                    </a:lnTo>
                    <a:lnTo>
                      <a:pt x="130" y="382"/>
                    </a:lnTo>
                    <a:lnTo>
                      <a:pt x="130" y="382"/>
                    </a:lnTo>
                    <a:lnTo>
                      <a:pt x="128" y="382"/>
                    </a:lnTo>
                    <a:lnTo>
                      <a:pt x="128" y="382"/>
                    </a:lnTo>
                    <a:lnTo>
                      <a:pt x="128" y="382"/>
                    </a:lnTo>
                    <a:lnTo>
                      <a:pt x="125" y="382"/>
                    </a:lnTo>
                    <a:lnTo>
                      <a:pt x="125" y="380"/>
                    </a:lnTo>
                    <a:lnTo>
                      <a:pt x="125" y="380"/>
                    </a:lnTo>
                    <a:lnTo>
                      <a:pt x="128" y="380"/>
                    </a:lnTo>
                    <a:lnTo>
                      <a:pt x="128" y="377"/>
                    </a:lnTo>
                    <a:lnTo>
                      <a:pt x="125" y="377"/>
                    </a:lnTo>
                    <a:lnTo>
                      <a:pt x="125" y="377"/>
                    </a:lnTo>
                    <a:lnTo>
                      <a:pt x="125" y="377"/>
                    </a:lnTo>
                    <a:lnTo>
                      <a:pt x="125" y="375"/>
                    </a:lnTo>
                    <a:lnTo>
                      <a:pt x="125" y="375"/>
                    </a:lnTo>
                    <a:lnTo>
                      <a:pt x="125" y="372"/>
                    </a:lnTo>
                    <a:lnTo>
                      <a:pt x="125" y="372"/>
                    </a:lnTo>
                    <a:lnTo>
                      <a:pt x="125" y="372"/>
                    </a:lnTo>
                    <a:lnTo>
                      <a:pt x="125" y="372"/>
                    </a:lnTo>
                    <a:lnTo>
                      <a:pt x="125" y="372"/>
                    </a:lnTo>
                    <a:lnTo>
                      <a:pt x="125" y="370"/>
                    </a:lnTo>
                    <a:lnTo>
                      <a:pt x="125" y="370"/>
                    </a:lnTo>
                    <a:lnTo>
                      <a:pt x="125" y="368"/>
                    </a:lnTo>
                    <a:lnTo>
                      <a:pt x="125" y="368"/>
                    </a:lnTo>
                    <a:lnTo>
                      <a:pt x="125" y="365"/>
                    </a:lnTo>
                    <a:lnTo>
                      <a:pt x="125" y="365"/>
                    </a:lnTo>
                    <a:lnTo>
                      <a:pt x="125" y="365"/>
                    </a:lnTo>
                    <a:lnTo>
                      <a:pt x="125" y="365"/>
                    </a:lnTo>
                    <a:lnTo>
                      <a:pt x="125" y="363"/>
                    </a:lnTo>
                    <a:lnTo>
                      <a:pt x="125" y="363"/>
                    </a:lnTo>
                    <a:lnTo>
                      <a:pt x="125" y="363"/>
                    </a:lnTo>
                    <a:lnTo>
                      <a:pt x="123" y="363"/>
                    </a:lnTo>
                    <a:lnTo>
                      <a:pt x="123" y="363"/>
                    </a:lnTo>
                    <a:lnTo>
                      <a:pt x="123" y="361"/>
                    </a:lnTo>
                    <a:lnTo>
                      <a:pt x="123" y="361"/>
                    </a:lnTo>
                    <a:lnTo>
                      <a:pt x="123" y="358"/>
                    </a:lnTo>
                    <a:lnTo>
                      <a:pt x="123" y="358"/>
                    </a:lnTo>
                    <a:lnTo>
                      <a:pt x="123" y="358"/>
                    </a:lnTo>
                    <a:lnTo>
                      <a:pt x="123" y="356"/>
                    </a:lnTo>
                    <a:lnTo>
                      <a:pt x="123" y="356"/>
                    </a:lnTo>
                    <a:lnTo>
                      <a:pt x="123" y="356"/>
                    </a:lnTo>
                    <a:lnTo>
                      <a:pt x="123" y="353"/>
                    </a:lnTo>
                    <a:lnTo>
                      <a:pt x="123" y="353"/>
                    </a:lnTo>
                    <a:lnTo>
                      <a:pt x="120" y="353"/>
                    </a:lnTo>
                    <a:lnTo>
                      <a:pt x="120" y="353"/>
                    </a:lnTo>
                    <a:lnTo>
                      <a:pt x="120" y="351"/>
                    </a:lnTo>
                    <a:lnTo>
                      <a:pt x="120" y="351"/>
                    </a:lnTo>
                    <a:lnTo>
                      <a:pt x="120" y="351"/>
                    </a:lnTo>
                    <a:lnTo>
                      <a:pt x="120" y="349"/>
                    </a:lnTo>
                    <a:lnTo>
                      <a:pt x="120" y="349"/>
                    </a:lnTo>
                    <a:lnTo>
                      <a:pt x="118" y="349"/>
                    </a:lnTo>
                    <a:lnTo>
                      <a:pt x="118" y="346"/>
                    </a:lnTo>
                    <a:lnTo>
                      <a:pt x="118" y="346"/>
                    </a:lnTo>
                    <a:lnTo>
                      <a:pt x="120" y="346"/>
                    </a:lnTo>
                    <a:lnTo>
                      <a:pt x="120" y="344"/>
                    </a:lnTo>
                    <a:lnTo>
                      <a:pt x="118" y="344"/>
                    </a:lnTo>
                    <a:lnTo>
                      <a:pt x="118" y="344"/>
                    </a:lnTo>
                    <a:lnTo>
                      <a:pt x="118" y="344"/>
                    </a:lnTo>
                    <a:lnTo>
                      <a:pt x="118" y="344"/>
                    </a:lnTo>
                    <a:lnTo>
                      <a:pt x="118" y="342"/>
                    </a:lnTo>
                    <a:lnTo>
                      <a:pt x="118" y="342"/>
                    </a:lnTo>
                    <a:lnTo>
                      <a:pt x="118" y="342"/>
                    </a:lnTo>
                    <a:lnTo>
                      <a:pt x="118" y="342"/>
                    </a:lnTo>
                    <a:lnTo>
                      <a:pt x="120" y="342"/>
                    </a:lnTo>
                    <a:lnTo>
                      <a:pt x="120" y="342"/>
                    </a:lnTo>
                    <a:lnTo>
                      <a:pt x="120" y="339"/>
                    </a:lnTo>
                    <a:lnTo>
                      <a:pt x="118" y="339"/>
                    </a:lnTo>
                    <a:lnTo>
                      <a:pt x="118" y="339"/>
                    </a:lnTo>
                    <a:lnTo>
                      <a:pt x="118" y="339"/>
                    </a:lnTo>
                    <a:lnTo>
                      <a:pt x="118" y="337"/>
                    </a:lnTo>
                    <a:lnTo>
                      <a:pt x="118" y="337"/>
                    </a:lnTo>
                    <a:lnTo>
                      <a:pt x="118" y="335"/>
                    </a:lnTo>
                    <a:lnTo>
                      <a:pt x="118" y="335"/>
                    </a:lnTo>
                    <a:lnTo>
                      <a:pt x="118" y="332"/>
                    </a:lnTo>
                    <a:lnTo>
                      <a:pt x="118" y="332"/>
                    </a:lnTo>
                    <a:lnTo>
                      <a:pt x="118" y="332"/>
                    </a:lnTo>
                    <a:lnTo>
                      <a:pt x="118" y="332"/>
                    </a:lnTo>
                    <a:lnTo>
                      <a:pt x="118" y="332"/>
                    </a:lnTo>
                    <a:lnTo>
                      <a:pt x="118" y="332"/>
                    </a:lnTo>
                    <a:lnTo>
                      <a:pt x="118" y="330"/>
                    </a:lnTo>
                    <a:lnTo>
                      <a:pt x="118" y="330"/>
                    </a:lnTo>
                    <a:lnTo>
                      <a:pt x="118" y="330"/>
                    </a:lnTo>
                    <a:lnTo>
                      <a:pt x="118" y="327"/>
                    </a:lnTo>
                    <a:lnTo>
                      <a:pt x="118" y="327"/>
                    </a:lnTo>
                    <a:lnTo>
                      <a:pt x="118" y="325"/>
                    </a:lnTo>
                    <a:lnTo>
                      <a:pt x="118" y="325"/>
                    </a:lnTo>
                    <a:lnTo>
                      <a:pt x="118" y="325"/>
                    </a:lnTo>
                    <a:lnTo>
                      <a:pt x="118" y="323"/>
                    </a:lnTo>
                    <a:lnTo>
                      <a:pt x="118" y="323"/>
                    </a:lnTo>
                    <a:lnTo>
                      <a:pt x="118" y="323"/>
                    </a:lnTo>
                    <a:lnTo>
                      <a:pt x="118" y="323"/>
                    </a:lnTo>
                    <a:lnTo>
                      <a:pt x="118" y="323"/>
                    </a:lnTo>
                    <a:lnTo>
                      <a:pt x="118" y="320"/>
                    </a:lnTo>
                    <a:lnTo>
                      <a:pt x="116" y="320"/>
                    </a:lnTo>
                    <a:lnTo>
                      <a:pt x="116" y="320"/>
                    </a:lnTo>
                    <a:lnTo>
                      <a:pt x="116" y="320"/>
                    </a:lnTo>
                    <a:lnTo>
                      <a:pt x="116" y="318"/>
                    </a:lnTo>
                    <a:lnTo>
                      <a:pt x="116" y="318"/>
                    </a:lnTo>
                    <a:lnTo>
                      <a:pt x="116" y="318"/>
                    </a:lnTo>
                    <a:lnTo>
                      <a:pt x="116" y="316"/>
                    </a:lnTo>
                    <a:lnTo>
                      <a:pt x="116" y="316"/>
                    </a:lnTo>
                    <a:lnTo>
                      <a:pt x="116" y="316"/>
                    </a:lnTo>
                    <a:lnTo>
                      <a:pt x="116" y="313"/>
                    </a:lnTo>
                    <a:lnTo>
                      <a:pt x="116" y="313"/>
                    </a:lnTo>
                    <a:lnTo>
                      <a:pt x="116" y="313"/>
                    </a:lnTo>
                    <a:lnTo>
                      <a:pt x="113" y="313"/>
                    </a:lnTo>
                    <a:lnTo>
                      <a:pt x="113" y="313"/>
                    </a:lnTo>
                    <a:lnTo>
                      <a:pt x="113" y="313"/>
                    </a:lnTo>
                    <a:lnTo>
                      <a:pt x="113" y="311"/>
                    </a:lnTo>
                    <a:lnTo>
                      <a:pt x="111" y="311"/>
                    </a:lnTo>
                    <a:lnTo>
                      <a:pt x="111" y="311"/>
                    </a:lnTo>
                    <a:lnTo>
                      <a:pt x="113" y="311"/>
                    </a:lnTo>
                    <a:lnTo>
                      <a:pt x="113" y="308"/>
                    </a:lnTo>
                    <a:lnTo>
                      <a:pt x="111" y="308"/>
                    </a:lnTo>
                    <a:lnTo>
                      <a:pt x="111" y="308"/>
                    </a:lnTo>
                    <a:lnTo>
                      <a:pt x="111" y="306"/>
                    </a:lnTo>
                    <a:lnTo>
                      <a:pt x="111" y="306"/>
                    </a:lnTo>
                    <a:lnTo>
                      <a:pt x="111" y="306"/>
                    </a:lnTo>
                    <a:lnTo>
                      <a:pt x="111" y="306"/>
                    </a:lnTo>
                    <a:lnTo>
                      <a:pt x="111" y="306"/>
                    </a:lnTo>
                    <a:lnTo>
                      <a:pt x="111" y="306"/>
                    </a:lnTo>
                    <a:lnTo>
                      <a:pt x="111" y="304"/>
                    </a:lnTo>
                    <a:lnTo>
                      <a:pt x="111" y="304"/>
                    </a:lnTo>
                    <a:lnTo>
                      <a:pt x="109" y="304"/>
                    </a:lnTo>
                    <a:lnTo>
                      <a:pt x="109" y="304"/>
                    </a:lnTo>
                    <a:lnTo>
                      <a:pt x="109" y="301"/>
                    </a:lnTo>
                    <a:lnTo>
                      <a:pt x="109" y="301"/>
                    </a:lnTo>
                    <a:lnTo>
                      <a:pt x="109" y="301"/>
                    </a:lnTo>
                    <a:lnTo>
                      <a:pt x="109" y="301"/>
                    </a:lnTo>
                    <a:lnTo>
                      <a:pt x="109" y="299"/>
                    </a:lnTo>
                    <a:lnTo>
                      <a:pt x="109" y="299"/>
                    </a:lnTo>
                    <a:lnTo>
                      <a:pt x="106" y="299"/>
                    </a:lnTo>
                    <a:lnTo>
                      <a:pt x="106" y="297"/>
                    </a:lnTo>
                    <a:lnTo>
                      <a:pt x="106" y="297"/>
                    </a:lnTo>
                    <a:lnTo>
                      <a:pt x="106" y="294"/>
                    </a:lnTo>
                    <a:lnTo>
                      <a:pt x="106" y="294"/>
                    </a:lnTo>
                    <a:lnTo>
                      <a:pt x="106" y="294"/>
                    </a:lnTo>
                    <a:lnTo>
                      <a:pt x="106" y="292"/>
                    </a:lnTo>
                    <a:lnTo>
                      <a:pt x="106" y="292"/>
                    </a:lnTo>
                    <a:lnTo>
                      <a:pt x="104" y="292"/>
                    </a:lnTo>
                    <a:lnTo>
                      <a:pt x="104" y="292"/>
                    </a:lnTo>
                    <a:lnTo>
                      <a:pt x="104" y="289"/>
                    </a:lnTo>
                    <a:lnTo>
                      <a:pt x="104" y="289"/>
                    </a:lnTo>
                    <a:lnTo>
                      <a:pt x="104" y="289"/>
                    </a:lnTo>
                    <a:lnTo>
                      <a:pt x="104" y="287"/>
                    </a:lnTo>
                    <a:lnTo>
                      <a:pt x="104" y="287"/>
                    </a:lnTo>
                    <a:lnTo>
                      <a:pt x="104" y="287"/>
                    </a:lnTo>
                    <a:lnTo>
                      <a:pt x="101" y="287"/>
                    </a:lnTo>
                    <a:lnTo>
                      <a:pt x="101" y="285"/>
                    </a:lnTo>
                    <a:lnTo>
                      <a:pt x="101" y="285"/>
                    </a:lnTo>
                    <a:lnTo>
                      <a:pt x="101" y="287"/>
                    </a:lnTo>
                    <a:lnTo>
                      <a:pt x="101" y="287"/>
                    </a:lnTo>
                    <a:lnTo>
                      <a:pt x="101" y="287"/>
                    </a:lnTo>
                    <a:lnTo>
                      <a:pt x="101" y="289"/>
                    </a:lnTo>
                    <a:lnTo>
                      <a:pt x="101" y="289"/>
                    </a:lnTo>
                    <a:lnTo>
                      <a:pt x="101" y="289"/>
                    </a:lnTo>
                    <a:lnTo>
                      <a:pt x="101" y="292"/>
                    </a:lnTo>
                    <a:lnTo>
                      <a:pt x="101" y="292"/>
                    </a:lnTo>
                    <a:lnTo>
                      <a:pt x="101" y="294"/>
                    </a:lnTo>
                    <a:lnTo>
                      <a:pt x="101" y="294"/>
                    </a:lnTo>
                    <a:lnTo>
                      <a:pt x="101" y="294"/>
                    </a:lnTo>
                    <a:lnTo>
                      <a:pt x="101" y="297"/>
                    </a:lnTo>
                    <a:lnTo>
                      <a:pt x="101" y="297"/>
                    </a:lnTo>
                    <a:lnTo>
                      <a:pt x="101" y="297"/>
                    </a:lnTo>
                    <a:lnTo>
                      <a:pt x="101" y="299"/>
                    </a:lnTo>
                    <a:lnTo>
                      <a:pt x="99" y="299"/>
                    </a:lnTo>
                    <a:lnTo>
                      <a:pt x="99" y="299"/>
                    </a:lnTo>
                    <a:lnTo>
                      <a:pt x="99" y="301"/>
                    </a:lnTo>
                    <a:lnTo>
                      <a:pt x="99" y="301"/>
                    </a:lnTo>
                    <a:lnTo>
                      <a:pt x="99" y="301"/>
                    </a:lnTo>
                    <a:lnTo>
                      <a:pt x="97" y="301"/>
                    </a:lnTo>
                    <a:lnTo>
                      <a:pt x="97" y="304"/>
                    </a:lnTo>
                    <a:lnTo>
                      <a:pt x="97" y="304"/>
                    </a:lnTo>
                    <a:lnTo>
                      <a:pt x="97" y="304"/>
                    </a:lnTo>
                    <a:lnTo>
                      <a:pt x="97" y="304"/>
                    </a:lnTo>
                    <a:lnTo>
                      <a:pt x="97" y="304"/>
                    </a:lnTo>
                    <a:lnTo>
                      <a:pt x="94" y="304"/>
                    </a:lnTo>
                    <a:lnTo>
                      <a:pt x="94" y="306"/>
                    </a:lnTo>
                    <a:lnTo>
                      <a:pt x="94" y="306"/>
                    </a:lnTo>
                    <a:lnTo>
                      <a:pt x="92" y="306"/>
                    </a:lnTo>
                    <a:lnTo>
                      <a:pt x="92" y="306"/>
                    </a:lnTo>
                    <a:lnTo>
                      <a:pt x="92" y="306"/>
                    </a:lnTo>
                    <a:lnTo>
                      <a:pt x="90" y="306"/>
                    </a:lnTo>
                    <a:lnTo>
                      <a:pt x="90" y="306"/>
                    </a:lnTo>
                    <a:lnTo>
                      <a:pt x="90" y="306"/>
                    </a:lnTo>
                    <a:lnTo>
                      <a:pt x="90" y="308"/>
                    </a:lnTo>
                    <a:lnTo>
                      <a:pt x="90" y="308"/>
                    </a:lnTo>
                    <a:lnTo>
                      <a:pt x="90" y="308"/>
                    </a:lnTo>
                    <a:lnTo>
                      <a:pt x="87" y="308"/>
                    </a:lnTo>
                    <a:lnTo>
                      <a:pt x="87" y="308"/>
                    </a:lnTo>
                    <a:lnTo>
                      <a:pt x="87" y="311"/>
                    </a:lnTo>
                    <a:lnTo>
                      <a:pt x="85" y="311"/>
                    </a:lnTo>
                    <a:lnTo>
                      <a:pt x="85" y="311"/>
                    </a:lnTo>
                    <a:lnTo>
                      <a:pt x="85" y="311"/>
                    </a:lnTo>
                    <a:lnTo>
                      <a:pt x="85" y="311"/>
                    </a:lnTo>
                    <a:lnTo>
                      <a:pt x="83" y="311"/>
                    </a:lnTo>
                    <a:lnTo>
                      <a:pt x="83" y="313"/>
                    </a:lnTo>
                    <a:lnTo>
                      <a:pt x="83" y="313"/>
                    </a:lnTo>
                    <a:lnTo>
                      <a:pt x="83" y="313"/>
                    </a:lnTo>
                    <a:lnTo>
                      <a:pt x="83" y="313"/>
                    </a:lnTo>
                    <a:lnTo>
                      <a:pt x="80" y="313"/>
                    </a:lnTo>
                    <a:lnTo>
                      <a:pt x="80" y="313"/>
                    </a:lnTo>
                    <a:lnTo>
                      <a:pt x="80" y="313"/>
                    </a:lnTo>
                    <a:lnTo>
                      <a:pt x="78" y="313"/>
                    </a:lnTo>
                    <a:lnTo>
                      <a:pt x="78" y="313"/>
                    </a:lnTo>
                    <a:lnTo>
                      <a:pt x="78" y="316"/>
                    </a:lnTo>
                    <a:lnTo>
                      <a:pt x="78" y="316"/>
                    </a:lnTo>
                    <a:lnTo>
                      <a:pt x="75" y="316"/>
                    </a:lnTo>
                    <a:lnTo>
                      <a:pt x="75" y="316"/>
                    </a:lnTo>
                    <a:lnTo>
                      <a:pt x="75" y="318"/>
                    </a:lnTo>
                    <a:lnTo>
                      <a:pt x="75" y="318"/>
                    </a:lnTo>
                    <a:lnTo>
                      <a:pt x="75" y="318"/>
                    </a:lnTo>
                    <a:lnTo>
                      <a:pt x="75" y="320"/>
                    </a:lnTo>
                    <a:lnTo>
                      <a:pt x="75" y="320"/>
                    </a:lnTo>
                    <a:lnTo>
                      <a:pt x="75" y="320"/>
                    </a:lnTo>
                    <a:lnTo>
                      <a:pt x="75" y="323"/>
                    </a:lnTo>
                    <a:lnTo>
                      <a:pt x="73" y="323"/>
                    </a:lnTo>
                    <a:lnTo>
                      <a:pt x="73" y="323"/>
                    </a:lnTo>
                    <a:lnTo>
                      <a:pt x="73" y="323"/>
                    </a:lnTo>
                    <a:lnTo>
                      <a:pt x="73" y="323"/>
                    </a:lnTo>
                    <a:lnTo>
                      <a:pt x="71" y="323"/>
                    </a:lnTo>
                    <a:lnTo>
                      <a:pt x="71" y="325"/>
                    </a:lnTo>
                    <a:lnTo>
                      <a:pt x="71" y="325"/>
                    </a:lnTo>
                    <a:lnTo>
                      <a:pt x="71" y="325"/>
                    </a:lnTo>
                    <a:lnTo>
                      <a:pt x="71" y="325"/>
                    </a:lnTo>
                    <a:lnTo>
                      <a:pt x="68" y="325"/>
                    </a:lnTo>
                    <a:lnTo>
                      <a:pt x="68" y="327"/>
                    </a:lnTo>
                    <a:lnTo>
                      <a:pt x="68" y="327"/>
                    </a:lnTo>
                    <a:lnTo>
                      <a:pt x="68" y="327"/>
                    </a:lnTo>
                    <a:lnTo>
                      <a:pt x="66" y="327"/>
                    </a:lnTo>
                    <a:lnTo>
                      <a:pt x="66" y="327"/>
                    </a:lnTo>
                    <a:lnTo>
                      <a:pt x="66" y="325"/>
                    </a:lnTo>
                    <a:lnTo>
                      <a:pt x="66" y="325"/>
                    </a:lnTo>
                    <a:lnTo>
                      <a:pt x="64" y="325"/>
                    </a:lnTo>
                    <a:lnTo>
                      <a:pt x="64" y="325"/>
                    </a:lnTo>
                    <a:lnTo>
                      <a:pt x="64" y="325"/>
                    </a:lnTo>
                    <a:lnTo>
                      <a:pt x="61" y="325"/>
                    </a:lnTo>
                    <a:lnTo>
                      <a:pt x="61" y="325"/>
                    </a:lnTo>
                    <a:lnTo>
                      <a:pt x="64" y="325"/>
                    </a:lnTo>
                    <a:lnTo>
                      <a:pt x="64" y="327"/>
                    </a:lnTo>
                    <a:lnTo>
                      <a:pt x="64" y="327"/>
                    </a:lnTo>
                    <a:lnTo>
                      <a:pt x="61" y="327"/>
                    </a:lnTo>
                    <a:lnTo>
                      <a:pt x="61" y="327"/>
                    </a:lnTo>
                    <a:lnTo>
                      <a:pt x="61" y="327"/>
                    </a:lnTo>
                    <a:lnTo>
                      <a:pt x="61" y="325"/>
                    </a:lnTo>
                    <a:lnTo>
                      <a:pt x="59" y="325"/>
                    </a:lnTo>
                    <a:lnTo>
                      <a:pt x="59" y="325"/>
                    </a:lnTo>
                    <a:lnTo>
                      <a:pt x="59" y="325"/>
                    </a:lnTo>
                    <a:lnTo>
                      <a:pt x="57" y="325"/>
                    </a:lnTo>
                    <a:lnTo>
                      <a:pt x="57" y="325"/>
                    </a:lnTo>
                    <a:lnTo>
                      <a:pt x="57" y="325"/>
                    </a:lnTo>
                    <a:lnTo>
                      <a:pt x="57" y="325"/>
                    </a:lnTo>
                    <a:lnTo>
                      <a:pt x="54" y="325"/>
                    </a:lnTo>
                    <a:lnTo>
                      <a:pt x="54" y="325"/>
                    </a:lnTo>
                    <a:lnTo>
                      <a:pt x="54" y="323"/>
                    </a:lnTo>
                    <a:lnTo>
                      <a:pt x="54" y="323"/>
                    </a:lnTo>
                    <a:lnTo>
                      <a:pt x="52" y="323"/>
                    </a:lnTo>
                    <a:lnTo>
                      <a:pt x="52" y="323"/>
                    </a:lnTo>
                    <a:lnTo>
                      <a:pt x="52" y="323"/>
                    </a:lnTo>
                    <a:lnTo>
                      <a:pt x="52" y="323"/>
                    </a:lnTo>
                    <a:lnTo>
                      <a:pt x="52" y="320"/>
                    </a:lnTo>
                    <a:lnTo>
                      <a:pt x="49" y="320"/>
                    </a:lnTo>
                    <a:lnTo>
                      <a:pt x="49" y="323"/>
                    </a:lnTo>
                    <a:lnTo>
                      <a:pt x="49" y="323"/>
                    </a:lnTo>
                    <a:lnTo>
                      <a:pt x="49" y="323"/>
                    </a:lnTo>
                    <a:lnTo>
                      <a:pt x="49" y="323"/>
                    </a:lnTo>
                    <a:lnTo>
                      <a:pt x="47" y="323"/>
                    </a:lnTo>
                    <a:lnTo>
                      <a:pt x="47" y="323"/>
                    </a:lnTo>
                    <a:lnTo>
                      <a:pt x="47" y="323"/>
                    </a:lnTo>
                    <a:lnTo>
                      <a:pt x="47" y="323"/>
                    </a:lnTo>
                    <a:lnTo>
                      <a:pt x="47" y="323"/>
                    </a:lnTo>
                    <a:lnTo>
                      <a:pt x="47" y="320"/>
                    </a:lnTo>
                    <a:lnTo>
                      <a:pt x="47" y="320"/>
                    </a:lnTo>
                    <a:lnTo>
                      <a:pt x="45" y="320"/>
                    </a:lnTo>
                    <a:lnTo>
                      <a:pt x="45" y="320"/>
                    </a:lnTo>
                    <a:lnTo>
                      <a:pt x="45" y="320"/>
                    </a:lnTo>
                    <a:lnTo>
                      <a:pt x="45" y="320"/>
                    </a:lnTo>
                    <a:lnTo>
                      <a:pt x="42" y="320"/>
                    </a:lnTo>
                    <a:lnTo>
                      <a:pt x="42" y="320"/>
                    </a:lnTo>
                    <a:lnTo>
                      <a:pt x="42" y="318"/>
                    </a:lnTo>
                    <a:lnTo>
                      <a:pt x="42" y="318"/>
                    </a:lnTo>
                    <a:lnTo>
                      <a:pt x="42" y="318"/>
                    </a:lnTo>
                    <a:lnTo>
                      <a:pt x="42" y="316"/>
                    </a:lnTo>
                    <a:lnTo>
                      <a:pt x="42" y="316"/>
                    </a:lnTo>
                    <a:lnTo>
                      <a:pt x="42" y="316"/>
                    </a:lnTo>
                    <a:lnTo>
                      <a:pt x="42" y="313"/>
                    </a:lnTo>
                    <a:lnTo>
                      <a:pt x="42" y="313"/>
                    </a:lnTo>
                    <a:lnTo>
                      <a:pt x="42" y="313"/>
                    </a:lnTo>
                    <a:lnTo>
                      <a:pt x="42" y="311"/>
                    </a:lnTo>
                    <a:lnTo>
                      <a:pt x="42" y="311"/>
                    </a:lnTo>
                    <a:lnTo>
                      <a:pt x="42" y="308"/>
                    </a:lnTo>
                    <a:lnTo>
                      <a:pt x="42" y="308"/>
                    </a:lnTo>
                    <a:lnTo>
                      <a:pt x="45" y="308"/>
                    </a:lnTo>
                    <a:lnTo>
                      <a:pt x="45" y="306"/>
                    </a:lnTo>
                    <a:lnTo>
                      <a:pt x="45" y="306"/>
                    </a:lnTo>
                    <a:lnTo>
                      <a:pt x="42" y="306"/>
                    </a:lnTo>
                    <a:lnTo>
                      <a:pt x="42" y="304"/>
                    </a:lnTo>
                    <a:lnTo>
                      <a:pt x="45" y="304"/>
                    </a:lnTo>
                    <a:lnTo>
                      <a:pt x="45" y="304"/>
                    </a:lnTo>
                    <a:lnTo>
                      <a:pt x="45" y="304"/>
                    </a:lnTo>
                    <a:lnTo>
                      <a:pt x="45" y="304"/>
                    </a:lnTo>
                    <a:lnTo>
                      <a:pt x="45" y="304"/>
                    </a:lnTo>
                    <a:lnTo>
                      <a:pt x="45" y="304"/>
                    </a:lnTo>
                    <a:lnTo>
                      <a:pt x="45" y="304"/>
                    </a:lnTo>
                    <a:lnTo>
                      <a:pt x="45" y="301"/>
                    </a:lnTo>
                    <a:lnTo>
                      <a:pt x="45" y="301"/>
                    </a:lnTo>
                    <a:lnTo>
                      <a:pt x="45" y="299"/>
                    </a:lnTo>
                    <a:lnTo>
                      <a:pt x="47" y="299"/>
                    </a:lnTo>
                    <a:lnTo>
                      <a:pt x="47" y="299"/>
                    </a:lnTo>
                    <a:lnTo>
                      <a:pt x="47" y="297"/>
                    </a:lnTo>
                    <a:lnTo>
                      <a:pt x="47" y="297"/>
                    </a:lnTo>
                    <a:lnTo>
                      <a:pt x="47" y="294"/>
                    </a:lnTo>
                    <a:lnTo>
                      <a:pt x="47" y="294"/>
                    </a:lnTo>
                    <a:lnTo>
                      <a:pt x="47" y="294"/>
                    </a:lnTo>
                    <a:lnTo>
                      <a:pt x="47" y="294"/>
                    </a:lnTo>
                    <a:lnTo>
                      <a:pt x="47" y="292"/>
                    </a:lnTo>
                    <a:lnTo>
                      <a:pt x="47" y="292"/>
                    </a:lnTo>
                    <a:lnTo>
                      <a:pt x="49" y="292"/>
                    </a:lnTo>
                    <a:lnTo>
                      <a:pt x="49" y="289"/>
                    </a:lnTo>
                    <a:lnTo>
                      <a:pt x="47" y="289"/>
                    </a:lnTo>
                    <a:lnTo>
                      <a:pt x="47" y="289"/>
                    </a:lnTo>
                    <a:lnTo>
                      <a:pt x="47" y="287"/>
                    </a:lnTo>
                    <a:lnTo>
                      <a:pt x="49" y="287"/>
                    </a:lnTo>
                    <a:lnTo>
                      <a:pt x="49" y="287"/>
                    </a:lnTo>
                    <a:lnTo>
                      <a:pt x="49" y="287"/>
                    </a:lnTo>
                    <a:lnTo>
                      <a:pt x="49" y="285"/>
                    </a:lnTo>
                    <a:lnTo>
                      <a:pt x="49" y="285"/>
                    </a:lnTo>
                    <a:lnTo>
                      <a:pt x="49" y="285"/>
                    </a:lnTo>
                    <a:lnTo>
                      <a:pt x="49" y="282"/>
                    </a:lnTo>
                    <a:lnTo>
                      <a:pt x="49" y="282"/>
                    </a:lnTo>
                    <a:lnTo>
                      <a:pt x="49" y="282"/>
                    </a:lnTo>
                    <a:lnTo>
                      <a:pt x="49" y="280"/>
                    </a:lnTo>
                    <a:lnTo>
                      <a:pt x="49" y="280"/>
                    </a:lnTo>
                    <a:lnTo>
                      <a:pt x="49" y="280"/>
                    </a:lnTo>
                    <a:lnTo>
                      <a:pt x="49" y="278"/>
                    </a:lnTo>
                    <a:lnTo>
                      <a:pt x="49" y="278"/>
                    </a:lnTo>
                    <a:lnTo>
                      <a:pt x="49" y="278"/>
                    </a:lnTo>
                    <a:lnTo>
                      <a:pt x="49" y="275"/>
                    </a:lnTo>
                    <a:lnTo>
                      <a:pt x="49" y="275"/>
                    </a:lnTo>
                    <a:lnTo>
                      <a:pt x="49" y="275"/>
                    </a:lnTo>
                    <a:lnTo>
                      <a:pt x="49" y="273"/>
                    </a:lnTo>
                    <a:lnTo>
                      <a:pt x="49" y="273"/>
                    </a:lnTo>
                    <a:lnTo>
                      <a:pt x="49" y="273"/>
                    </a:lnTo>
                    <a:lnTo>
                      <a:pt x="49" y="273"/>
                    </a:lnTo>
                    <a:lnTo>
                      <a:pt x="49" y="271"/>
                    </a:lnTo>
                    <a:lnTo>
                      <a:pt x="49" y="271"/>
                    </a:lnTo>
                    <a:lnTo>
                      <a:pt x="47" y="271"/>
                    </a:lnTo>
                    <a:lnTo>
                      <a:pt x="47" y="268"/>
                    </a:lnTo>
                    <a:lnTo>
                      <a:pt x="47" y="268"/>
                    </a:lnTo>
                    <a:lnTo>
                      <a:pt x="49" y="268"/>
                    </a:lnTo>
                    <a:lnTo>
                      <a:pt x="49" y="266"/>
                    </a:lnTo>
                    <a:lnTo>
                      <a:pt x="49" y="266"/>
                    </a:lnTo>
                    <a:lnTo>
                      <a:pt x="47" y="266"/>
                    </a:lnTo>
                    <a:lnTo>
                      <a:pt x="47" y="263"/>
                    </a:lnTo>
                    <a:lnTo>
                      <a:pt x="47" y="263"/>
                    </a:lnTo>
                    <a:lnTo>
                      <a:pt x="47" y="263"/>
                    </a:lnTo>
                    <a:lnTo>
                      <a:pt x="47" y="263"/>
                    </a:lnTo>
                    <a:lnTo>
                      <a:pt x="45" y="263"/>
                    </a:lnTo>
                    <a:lnTo>
                      <a:pt x="45" y="263"/>
                    </a:lnTo>
                    <a:lnTo>
                      <a:pt x="45" y="261"/>
                    </a:lnTo>
                    <a:lnTo>
                      <a:pt x="45" y="261"/>
                    </a:lnTo>
                    <a:lnTo>
                      <a:pt x="45" y="259"/>
                    </a:lnTo>
                    <a:lnTo>
                      <a:pt x="45" y="259"/>
                    </a:lnTo>
                    <a:lnTo>
                      <a:pt x="45" y="259"/>
                    </a:lnTo>
                    <a:lnTo>
                      <a:pt x="45" y="259"/>
                    </a:lnTo>
                    <a:lnTo>
                      <a:pt x="45" y="256"/>
                    </a:lnTo>
                    <a:lnTo>
                      <a:pt x="45" y="256"/>
                    </a:lnTo>
                    <a:lnTo>
                      <a:pt x="45" y="256"/>
                    </a:lnTo>
                    <a:lnTo>
                      <a:pt x="45" y="254"/>
                    </a:lnTo>
                    <a:lnTo>
                      <a:pt x="42" y="254"/>
                    </a:lnTo>
                    <a:lnTo>
                      <a:pt x="42" y="254"/>
                    </a:lnTo>
                    <a:lnTo>
                      <a:pt x="45" y="254"/>
                    </a:lnTo>
                    <a:lnTo>
                      <a:pt x="45" y="254"/>
                    </a:lnTo>
                    <a:lnTo>
                      <a:pt x="42" y="254"/>
                    </a:lnTo>
                    <a:lnTo>
                      <a:pt x="42" y="252"/>
                    </a:lnTo>
                    <a:lnTo>
                      <a:pt x="42" y="252"/>
                    </a:lnTo>
                    <a:lnTo>
                      <a:pt x="42" y="252"/>
                    </a:lnTo>
                    <a:lnTo>
                      <a:pt x="42" y="252"/>
                    </a:lnTo>
                    <a:lnTo>
                      <a:pt x="42" y="249"/>
                    </a:lnTo>
                    <a:lnTo>
                      <a:pt x="42" y="249"/>
                    </a:lnTo>
                    <a:lnTo>
                      <a:pt x="42" y="249"/>
                    </a:lnTo>
                    <a:lnTo>
                      <a:pt x="42" y="247"/>
                    </a:lnTo>
                    <a:lnTo>
                      <a:pt x="42" y="247"/>
                    </a:lnTo>
                    <a:lnTo>
                      <a:pt x="40" y="247"/>
                    </a:lnTo>
                    <a:lnTo>
                      <a:pt x="40" y="247"/>
                    </a:lnTo>
                    <a:lnTo>
                      <a:pt x="40" y="247"/>
                    </a:lnTo>
                    <a:lnTo>
                      <a:pt x="38" y="247"/>
                    </a:lnTo>
                    <a:lnTo>
                      <a:pt x="38" y="247"/>
                    </a:lnTo>
                    <a:lnTo>
                      <a:pt x="38" y="249"/>
                    </a:lnTo>
                    <a:lnTo>
                      <a:pt x="40" y="249"/>
                    </a:lnTo>
                    <a:lnTo>
                      <a:pt x="40" y="249"/>
                    </a:lnTo>
                    <a:lnTo>
                      <a:pt x="38" y="249"/>
                    </a:lnTo>
                    <a:lnTo>
                      <a:pt x="38" y="249"/>
                    </a:lnTo>
                    <a:lnTo>
                      <a:pt x="38" y="249"/>
                    </a:lnTo>
                    <a:lnTo>
                      <a:pt x="38" y="249"/>
                    </a:lnTo>
                    <a:lnTo>
                      <a:pt x="38" y="247"/>
                    </a:lnTo>
                    <a:lnTo>
                      <a:pt x="38" y="247"/>
                    </a:lnTo>
                    <a:lnTo>
                      <a:pt x="35" y="247"/>
                    </a:lnTo>
                    <a:lnTo>
                      <a:pt x="35" y="244"/>
                    </a:lnTo>
                    <a:lnTo>
                      <a:pt x="35" y="244"/>
                    </a:lnTo>
                    <a:lnTo>
                      <a:pt x="35" y="244"/>
                    </a:lnTo>
                    <a:lnTo>
                      <a:pt x="35" y="244"/>
                    </a:lnTo>
                    <a:lnTo>
                      <a:pt x="33" y="244"/>
                    </a:lnTo>
                    <a:lnTo>
                      <a:pt x="33" y="244"/>
                    </a:lnTo>
                    <a:lnTo>
                      <a:pt x="33" y="244"/>
                    </a:lnTo>
                    <a:lnTo>
                      <a:pt x="33" y="242"/>
                    </a:lnTo>
                    <a:lnTo>
                      <a:pt x="30" y="242"/>
                    </a:lnTo>
                    <a:lnTo>
                      <a:pt x="30" y="242"/>
                    </a:lnTo>
                    <a:lnTo>
                      <a:pt x="30" y="242"/>
                    </a:lnTo>
                    <a:lnTo>
                      <a:pt x="30" y="240"/>
                    </a:lnTo>
                    <a:lnTo>
                      <a:pt x="30" y="240"/>
                    </a:lnTo>
                    <a:lnTo>
                      <a:pt x="30" y="240"/>
                    </a:lnTo>
                    <a:lnTo>
                      <a:pt x="30" y="237"/>
                    </a:lnTo>
                    <a:lnTo>
                      <a:pt x="28" y="237"/>
                    </a:lnTo>
                    <a:lnTo>
                      <a:pt x="28" y="237"/>
                    </a:lnTo>
                    <a:lnTo>
                      <a:pt x="28" y="235"/>
                    </a:lnTo>
                    <a:lnTo>
                      <a:pt x="28" y="235"/>
                    </a:lnTo>
                    <a:lnTo>
                      <a:pt x="28" y="235"/>
                    </a:lnTo>
                    <a:lnTo>
                      <a:pt x="28" y="235"/>
                    </a:lnTo>
                    <a:lnTo>
                      <a:pt x="28" y="235"/>
                    </a:lnTo>
                    <a:lnTo>
                      <a:pt x="28" y="233"/>
                    </a:lnTo>
                    <a:lnTo>
                      <a:pt x="28" y="233"/>
                    </a:lnTo>
                    <a:lnTo>
                      <a:pt x="28" y="230"/>
                    </a:lnTo>
                    <a:lnTo>
                      <a:pt x="28" y="230"/>
                    </a:lnTo>
                    <a:lnTo>
                      <a:pt x="28" y="230"/>
                    </a:lnTo>
                    <a:lnTo>
                      <a:pt x="28" y="228"/>
                    </a:lnTo>
                    <a:lnTo>
                      <a:pt x="28" y="228"/>
                    </a:lnTo>
                    <a:lnTo>
                      <a:pt x="28" y="228"/>
                    </a:lnTo>
                    <a:lnTo>
                      <a:pt x="28" y="228"/>
                    </a:lnTo>
                    <a:lnTo>
                      <a:pt x="28" y="228"/>
                    </a:lnTo>
                    <a:lnTo>
                      <a:pt x="28" y="228"/>
                    </a:lnTo>
                    <a:lnTo>
                      <a:pt x="28" y="230"/>
                    </a:lnTo>
                    <a:lnTo>
                      <a:pt x="30" y="230"/>
                    </a:lnTo>
                    <a:lnTo>
                      <a:pt x="30" y="230"/>
                    </a:lnTo>
                    <a:lnTo>
                      <a:pt x="30" y="228"/>
                    </a:lnTo>
                    <a:lnTo>
                      <a:pt x="30" y="228"/>
                    </a:lnTo>
                    <a:lnTo>
                      <a:pt x="30" y="228"/>
                    </a:lnTo>
                    <a:lnTo>
                      <a:pt x="30" y="225"/>
                    </a:lnTo>
                    <a:lnTo>
                      <a:pt x="28" y="225"/>
                    </a:lnTo>
                    <a:lnTo>
                      <a:pt x="28" y="225"/>
                    </a:lnTo>
                    <a:lnTo>
                      <a:pt x="28" y="225"/>
                    </a:lnTo>
                    <a:lnTo>
                      <a:pt x="28" y="225"/>
                    </a:lnTo>
                    <a:lnTo>
                      <a:pt x="26" y="225"/>
                    </a:lnTo>
                    <a:lnTo>
                      <a:pt x="26" y="225"/>
                    </a:lnTo>
                    <a:lnTo>
                      <a:pt x="26" y="225"/>
                    </a:lnTo>
                    <a:lnTo>
                      <a:pt x="26" y="223"/>
                    </a:lnTo>
                    <a:lnTo>
                      <a:pt x="26" y="223"/>
                    </a:lnTo>
                    <a:lnTo>
                      <a:pt x="26" y="223"/>
                    </a:lnTo>
                    <a:lnTo>
                      <a:pt x="26" y="223"/>
                    </a:lnTo>
                    <a:lnTo>
                      <a:pt x="26" y="221"/>
                    </a:lnTo>
                    <a:lnTo>
                      <a:pt x="26" y="221"/>
                    </a:lnTo>
                    <a:lnTo>
                      <a:pt x="26" y="221"/>
                    </a:lnTo>
                    <a:lnTo>
                      <a:pt x="26" y="221"/>
                    </a:lnTo>
                    <a:lnTo>
                      <a:pt x="26" y="218"/>
                    </a:lnTo>
                    <a:lnTo>
                      <a:pt x="26" y="218"/>
                    </a:lnTo>
                    <a:lnTo>
                      <a:pt x="26" y="216"/>
                    </a:lnTo>
                    <a:lnTo>
                      <a:pt x="23" y="216"/>
                    </a:lnTo>
                    <a:lnTo>
                      <a:pt x="23" y="216"/>
                    </a:lnTo>
                    <a:lnTo>
                      <a:pt x="23" y="216"/>
                    </a:lnTo>
                    <a:lnTo>
                      <a:pt x="23" y="216"/>
                    </a:lnTo>
                    <a:lnTo>
                      <a:pt x="23" y="216"/>
                    </a:lnTo>
                    <a:lnTo>
                      <a:pt x="21" y="216"/>
                    </a:lnTo>
                    <a:lnTo>
                      <a:pt x="21" y="218"/>
                    </a:lnTo>
                    <a:lnTo>
                      <a:pt x="21" y="218"/>
                    </a:lnTo>
                    <a:lnTo>
                      <a:pt x="23" y="218"/>
                    </a:lnTo>
                    <a:lnTo>
                      <a:pt x="23" y="221"/>
                    </a:lnTo>
                    <a:lnTo>
                      <a:pt x="23" y="221"/>
                    </a:lnTo>
                    <a:lnTo>
                      <a:pt x="23" y="221"/>
                    </a:lnTo>
                    <a:lnTo>
                      <a:pt x="23" y="223"/>
                    </a:lnTo>
                    <a:lnTo>
                      <a:pt x="23" y="223"/>
                    </a:lnTo>
                    <a:lnTo>
                      <a:pt x="21" y="223"/>
                    </a:lnTo>
                    <a:lnTo>
                      <a:pt x="21" y="223"/>
                    </a:lnTo>
                    <a:lnTo>
                      <a:pt x="21" y="223"/>
                    </a:lnTo>
                    <a:lnTo>
                      <a:pt x="21" y="223"/>
                    </a:lnTo>
                    <a:lnTo>
                      <a:pt x="19" y="223"/>
                    </a:lnTo>
                    <a:lnTo>
                      <a:pt x="19" y="221"/>
                    </a:lnTo>
                    <a:lnTo>
                      <a:pt x="19" y="221"/>
                    </a:lnTo>
                    <a:lnTo>
                      <a:pt x="19" y="221"/>
                    </a:lnTo>
                    <a:lnTo>
                      <a:pt x="19" y="221"/>
                    </a:lnTo>
                    <a:lnTo>
                      <a:pt x="19" y="221"/>
                    </a:lnTo>
                    <a:lnTo>
                      <a:pt x="19" y="223"/>
                    </a:lnTo>
                    <a:lnTo>
                      <a:pt x="16" y="223"/>
                    </a:lnTo>
                    <a:lnTo>
                      <a:pt x="16" y="221"/>
                    </a:lnTo>
                    <a:lnTo>
                      <a:pt x="16" y="221"/>
                    </a:lnTo>
                    <a:lnTo>
                      <a:pt x="16" y="221"/>
                    </a:lnTo>
                    <a:lnTo>
                      <a:pt x="16" y="218"/>
                    </a:lnTo>
                    <a:lnTo>
                      <a:pt x="16" y="218"/>
                    </a:lnTo>
                    <a:lnTo>
                      <a:pt x="16" y="218"/>
                    </a:lnTo>
                    <a:lnTo>
                      <a:pt x="16" y="216"/>
                    </a:lnTo>
                    <a:lnTo>
                      <a:pt x="16" y="216"/>
                    </a:lnTo>
                    <a:lnTo>
                      <a:pt x="14" y="216"/>
                    </a:lnTo>
                    <a:lnTo>
                      <a:pt x="14" y="214"/>
                    </a:lnTo>
                    <a:lnTo>
                      <a:pt x="14" y="214"/>
                    </a:lnTo>
                    <a:lnTo>
                      <a:pt x="14" y="214"/>
                    </a:lnTo>
                    <a:lnTo>
                      <a:pt x="12" y="214"/>
                    </a:lnTo>
                    <a:lnTo>
                      <a:pt x="12" y="214"/>
                    </a:lnTo>
                    <a:lnTo>
                      <a:pt x="12" y="214"/>
                    </a:lnTo>
                    <a:lnTo>
                      <a:pt x="12" y="211"/>
                    </a:lnTo>
                    <a:lnTo>
                      <a:pt x="12" y="211"/>
                    </a:lnTo>
                    <a:lnTo>
                      <a:pt x="12" y="211"/>
                    </a:lnTo>
                    <a:lnTo>
                      <a:pt x="9" y="211"/>
                    </a:lnTo>
                    <a:lnTo>
                      <a:pt x="9" y="209"/>
                    </a:lnTo>
                    <a:lnTo>
                      <a:pt x="9" y="209"/>
                    </a:lnTo>
                    <a:lnTo>
                      <a:pt x="9" y="209"/>
                    </a:lnTo>
                    <a:lnTo>
                      <a:pt x="9" y="207"/>
                    </a:lnTo>
                    <a:lnTo>
                      <a:pt x="9" y="207"/>
                    </a:lnTo>
                    <a:lnTo>
                      <a:pt x="9" y="207"/>
                    </a:lnTo>
                    <a:lnTo>
                      <a:pt x="9" y="204"/>
                    </a:lnTo>
                    <a:lnTo>
                      <a:pt x="7" y="204"/>
                    </a:lnTo>
                    <a:lnTo>
                      <a:pt x="7" y="204"/>
                    </a:lnTo>
                    <a:lnTo>
                      <a:pt x="7" y="204"/>
                    </a:lnTo>
                    <a:lnTo>
                      <a:pt x="7" y="204"/>
                    </a:lnTo>
                    <a:lnTo>
                      <a:pt x="7" y="202"/>
                    </a:lnTo>
                    <a:lnTo>
                      <a:pt x="4" y="202"/>
                    </a:lnTo>
                    <a:lnTo>
                      <a:pt x="4" y="202"/>
                    </a:lnTo>
                    <a:lnTo>
                      <a:pt x="4" y="202"/>
                    </a:lnTo>
                    <a:lnTo>
                      <a:pt x="4" y="199"/>
                    </a:lnTo>
                    <a:lnTo>
                      <a:pt x="4" y="199"/>
                    </a:lnTo>
                    <a:lnTo>
                      <a:pt x="4" y="199"/>
                    </a:lnTo>
                    <a:lnTo>
                      <a:pt x="4" y="197"/>
                    </a:lnTo>
                    <a:lnTo>
                      <a:pt x="2" y="197"/>
                    </a:lnTo>
                    <a:lnTo>
                      <a:pt x="2" y="197"/>
                    </a:lnTo>
                    <a:lnTo>
                      <a:pt x="2" y="195"/>
                    </a:lnTo>
                    <a:lnTo>
                      <a:pt x="2" y="195"/>
                    </a:lnTo>
                    <a:lnTo>
                      <a:pt x="2" y="195"/>
                    </a:lnTo>
                    <a:lnTo>
                      <a:pt x="2" y="195"/>
                    </a:lnTo>
                    <a:lnTo>
                      <a:pt x="2" y="192"/>
                    </a:lnTo>
                    <a:lnTo>
                      <a:pt x="2" y="192"/>
                    </a:lnTo>
                    <a:lnTo>
                      <a:pt x="2" y="192"/>
                    </a:lnTo>
                    <a:lnTo>
                      <a:pt x="2" y="190"/>
                    </a:lnTo>
                    <a:lnTo>
                      <a:pt x="2" y="190"/>
                    </a:lnTo>
                    <a:lnTo>
                      <a:pt x="0" y="190"/>
                    </a:lnTo>
                    <a:lnTo>
                      <a:pt x="0" y="188"/>
                    </a:lnTo>
                    <a:lnTo>
                      <a:pt x="0" y="188"/>
                    </a:lnTo>
                    <a:lnTo>
                      <a:pt x="0" y="185"/>
                    </a:lnTo>
                    <a:lnTo>
                      <a:pt x="0" y="185"/>
                    </a:lnTo>
                    <a:lnTo>
                      <a:pt x="0" y="185"/>
                    </a:lnTo>
                    <a:lnTo>
                      <a:pt x="0" y="183"/>
                    </a:lnTo>
                    <a:lnTo>
                      <a:pt x="2" y="183"/>
                    </a:lnTo>
                    <a:lnTo>
                      <a:pt x="2" y="183"/>
                    </a:lnTo>
                    <a:lnTo>
                      <a:pt x="2" y="180"/>
                    </a:lnTo>
                    <a:lnTo>
                      <a:pt x="2" y="180"/>
                    </a:lnTo>
                    <a:lnTo>
                      <a:pt x="2" y="180"/>
                    </a:lnTo>
                    <a:lnTo>
                      <a:pt x="2" y="180"/>
                    </a:lnTo>
                    <a:lnTo>
                      <a:pt x="4" y="180"/>
                    </a:lnTo>
                    <a:lnTo>
                      <a:pt x="4" y="180"/>
                    </a:lnTo>
                    <a:lnTo>
                      <a:pt x="4" y="180"/>
                    </a:lnTo>
                    <a:lnTo>
                      <a:pt x="4" y="183"/>
                    </a:lnTo>
                    <a:lnTo>
                      <a:pt x="4" y="183"/>
                    </a:lnTo>
                    <a:lnTo>
                      <a:pt x="4" y="183"/>
                    </a:lnTo>
                    <a:lnTo>
                      <a:pt x="7" y="183"/>
                    </a:lnTo>
                    <a:lnTo>
                      <a:pt x="7" y="183"/>
                    </a:lnTo>
                    <a:lnTo>
                      <a:pt x="7" y="183"/>
                    </a:lnTo>
                    <a:lnTo>
                      <a:pt x="9" y="183"/>
                    </a:lnTo>
                    <a:lnTo>
                      <a:pt x="9" y="183"/>
                    </a:lnTo>
                    <a:lnTo>
                      <a:pt x="9" y="185"/>
                    </a:lnTo>
                    <a:lnTo>
                      <a:pt x="9" y="185"/>
                    </a:lnTo>
                    <a:lnTo>
                      <a:pt x="9" y="185"/>
                    </a:lnTo>
                    <a:lnTo>
                      <a:pt x="9" y="185"/>
                    </a:lnTo>
                    <a:lnTo>
                      <a:pt x="9" y="185"/>
                    </a:lnTo>
                    <a:lnTo>
                      <a:pt x="9" y="183"/>
                    </a:lnTo>
                    <a:lnTo>
                      <a:pt x="9" y="183"/>
                    </a:lnTo>
                    <a:lnTo>
                      <a:pt x="9" y="183"/>
                    </a:lnTo>
                    <a:lnTo>
                      <a:pt x="9" y="180"/>
                    </a:lnTo>
                    <a:lnTo>
                      <a:pt x="9" y="180"/>
                    </a:lnTo>
                    <a:lnTo>
                      <a:pt x="9" y="178"/>
                    </a:lnTo>
                    <a:lnTo>
                      <a:pt x="9" y="178"/>
                    </a:lnTo>
                    <a:lnTo>
                      <a:pt x="9" y="176"/>
                    </a:lnTo>
                    <a:lnTo>
                      <a:pt x="9" y="176"/>
                    </a:lnTo>
                    <a:lnTo>
                      <a:pt x="9" y="176"/>
                    </a:lnTo>
                    <a:lnTo>
                      <a:pt x="9" y="176"/>
                    </a:lnTo>
                    <a:lnTo>
                      <a:pt x="9" y="173"/>
                    </a:lnTo>
                    <a:lnTo>
                      <a:pt x="9" y="173"/>
                    </a:lnTo>
                    <a:lnTo>
                      <a:pt x="9" y="173"/>
                    </a:lnTo>
                    <a:lnTo>
                      <a:pt x="9" y="171"/>
                    </a:lnTo>
                    <a:lnTo>
                      <a:pt x="9" y="171"/>
                    </a:lnTo>
                    <a:lnTo>
                      <a:pt x="9" y="169"/>
                    </a:lnTo>
                    <a:lnTo>
                      <a:pt x="9" y="169"/>
                    </a:lnTo>
                    <a:lnTo>
                      <a:pt x="9" y="166"/>
                    </a:lnTo>
                    <a:lnTo>
                      <a:pt x="9" y="166"/>
                    </a:lnTo>
                    <a:lnTo>
                      <a:pt x="9" y="166"/>
                    </a:lnTo>
                    <a:lnTo>
                      <a:pt x="9" y="164"/>
                    </a:lnTo>
                    <a:lnTo>
                      <a:pt x="9" y="164"/>
                    </a:lnTo>
                    <a:lnTo>
                      <a:pt x="12" y="164"/>
                    </a:lnTo>
                    <a:lnTo>
                      <a:pt x="12" y="164"/>
                    </a:lnTo>
                    <a:lnTo>
                      <a:pt x="12" y="164"/>
                    </a:lnTo>
                    <a:lnTo>
                      <a:pt x="12" y="164"/>
                    </a:lnTo>
                    <a:lnTo>
                      <a:pt x="12" y="164"/>
                    </a:lnTo>
                    <a:lnTo>
                      <a:pt x="14" y="164"/>
                    </a:lnTo>
                    <a:lnTo>
                      <a:pt x="14" y="164"/>
                    </a:lnTo>
                    <a:lnTo>
                      <a:pt x="14" y="164"/>
                    </a:lnTo>
                    <a:lnTo>
                      <a:pt x="14" y="166"/>
                    </a:lnTo>
                    <a:lnTo>
                      <a:pt x="16" y="166"/>
                    </a:lnTo>
                    <a:lnTo>
                      <a:pt x="16" y="166"/>
                    </a:lnTo>
                    <a:lnTo>
                      <a:pt x="16" y="166"/>
                    </a:lnTo>
                    <a:lnTo>
                      <a:pt x="16" y="164"/>
                    </a:lnTo>
                    <a:lnTo>
                      <a:pt x="16" y="164"/>
                    </a:lnTo>
                    <a:lnTo>
                      <a:pt x="19" y="164"/>
                    </a:lnTo>
                    <a:lnTo>
                      <a:pt x="19" y="164"/>
                    </a:lnTo>
                    <a:lnTo>
                      <a:pt x="19" y="162"/>
                    </a:lnTo>
                    <a:lnTo>
                      <a:pt x="19" y="162"/>
                    </a:lnTo>
                    <a:lnTo>
                      <a:pt x="19" y="162"/>
                    </a:lnTo>
                    <a:lnTo>
                      <a:pt x="19" y="162"/>
                    </a:lnTo>
                    <a:lnTo>
                      <a:pt x="19" y="162"/>
                    </a:lnTo>
                    <a:lnTo>
                      <a:pt x="21" y="162"/>
                    </a:lnTo>
                    <a:lnTo>
                      <a:pt x="21" y="162"/>
                    </a:lnTo>
                    <a:lnTo>
                      <a:pt x="21" y="159"/>
                    </a:lnTo>
                    <a:lnTo>
                      <a:pt x="21" y="159"/>
                    </a:lnTo>
                    <a:lnTo>
                      <a:pt x="21" y="159"/>
                    </a:lnTo>
                    <a:lnTo>
                      <a:pt x="21" y="157"/>
                    </a:lnTo>
                    <a:lnTo>
                      <a:pt x="21" y="157"/>
                    </a:lnTo>
                    <a:lnTo>
                      <a:pt x="21" y="157"/>
                    </a:lnTo>
                    <a:lnTo>
                      <a:pt x="21" y="154"/>
                    </a:lnTo>
                    <a:lnTo>
                      <a:pt x="21" y="154"/>
                    </a:lnTo>
                    <a:lnTo>
                      <a:pt x="19" y="154"/>
                    </a:lnTo>
                    <a:lnTo>
                      <a:pt x="19" y="154"/>
                    </a:lnTo>
                    <a:lnTo>
                      <a:pt x="19" y="152"/>
                    </a:lnTo>
                    <a:lnTo>
                      <a:pt x="19" y="152"/>
                    </a:lnTo>
                    <a:lnTo>
                      <a:pt x="19" y="150"/>
                    </a:lnTo>
                    <a:lnTo>
                      <a:pt x="19" y="150"/>
                    </a:lnTo>
                    <a:lnTo>
                      <a:pt x="19" y="150"/>
                    </a:lnTo>
                    <a:lnTo>
                      <a:pt x="19" y="147"/>
                    </a:lnTo>
                    <a:lnTo>
                      <a:pt x="19" y="147"/>
                    </a:lnTo>
                    <a:lnTo>
                      <a:pt x="19" y="145"/>
                    </a:lnTo>
                    <a:lnTo>
                      <a:pt x="19" y="145"/>
                    </a:lnTo>
                    <a:lnTo>
                      <a:pt x="19" y="145"/>
                    </a:lnTo>
                    <a:lnTo>
                      <a:pt x="19" y="145"/>
                    </a:lnTo>
                    <a:lnTo>
                      <a:pt x="19" y="143"/>
                    </a:lnTo>
                    <a:lnTo>
                      <a:pt x="19" y="143"/>
                    </a:lnTo>
                    <a:lnTo>
                      <a:pt x="19" y="140"/>
                    </a:lnTo>
                    <a:lnTo>
                      <a:pt x="19" y="140"/>
                    </a:lnTo>
                    <a:lnTo>
                      <a:pt x="21" y="140"/>
                    </a:lnTo>
                    <a:lnTo>
                      <a:pt x="21" y="140"/>
                    </a:lnTo>
                    <a:lnTo>
                      <a:pt x="21" y="140"/>
                    </a:lnTo>
                    <a:lnTo>
                      <a:pt x="23" y="140"/>
                    </a:lnTo>
                    <a:lnTo>
                      <a:pt x="23" y="140"/>
                    </a:lnTo>
                    <a:lnTo>
                      <a:pt x="23" y="140"/>
                    </a:lnTo>
                    <a:lnTo>
                      <a:pt x="23" y="140"/>
                    </a:lnTo>
                    <a:lnTo>
                      <a:pt x="23" y="138"/>
                    </a:lnTo>
                    <a:lnTo>
                      <a:pt x="26" y="138"/>
                    </a:lnTo>
                    <a:lnTo>
                      <a:pt x="26" y="138"/>
                    </a:lnTo>
                    <a:lnTo>
                      <a:pt x="26" y="135"/>
                    </a:lnTo>
                    <a:lnTo>
                      <a:pt x="26" y="135"/>
                    </a:lnTo>
                    <a:lnTo>
                      <a:pt x="26" y="135"/>
                    </a:lnTo>
                    <a:lnTo>
                      <a:pt x="26" y="133"/>
                    </a:lnTo>
                    <a:lnTo>
                      <a:pt x="26" y="133"/>
                    </a:lnTo>
                    <a:lnTo>
                      <a:pt x="26" y="131"/>
                    </a:lnTo>
                    <a:lnTo>
                      <a:pt x="26" y="131"/>
                    </a:lnTo>
                    <a:lnTo>
                      <a:pt x="26" y="128"/>
                    </a:lnTo>
                    <a:lnTo>
                      <a:pt x="26" y="128"/>
                    </a:lnTo>
                    <a:lnTo>
                      <a:pt x="26" y="128"/>
                    </a:lnTo>
                    <a:lnTo>
                      <a:pt x="26" y="126"/>
                    </a:lnTo>
                    <a:lnTo>
                      <a:pt x="26" y="126"/>
                    </a:lnTo>
                    <a:lnTo>
                      <a:pt x="26" y="126"/>
                    </a:lnTo>
                    <a:lnTo>
                      <a:pt x="26" y="124"/>
                    </a:lnTo>
                    <a:lnTo>
                      <a:pt x="26" y="124"/>
                    </a:lnTo>
                    <a:lnTo>
                      <a:pt x="26" y="121"/>
                    </a:lnTo>
                    <a:lnTo>
                      <a:pt x="26" y="121"/>
                    </a:lnTo>
                    <a:lnTo>
                      <a:pt x="26" y="121"/>
                    </a:lnTo>
                    <a:lnTo>
                      <a:pt x="26" y="119"/>
                    </a:lnTo>
                    <a:lnTo>
                      <a:pt x="26" y="119"/>
                    </a:lnTo>
                    <a:lnTo>
                      <a:pt x="26" y="116"/>
                    </a:lnTo>
                    <a:lnTo>
                      <a:pt x="23" y="116"/>
                    </a:lnTo>
                    <a:lnTo>
                      <a:pt x="23" y="116"/>
                    </a:lnTo>
                    <a:lnTo>
                      <a:pt x="23" y="116"/>
                    </a:lnTo>
                    <a:lnTo>
                      <a:pt x="23" y="114"/>
                    </a:lnTo>
                    <a:lnTo>
                      <a:pt x="23" y="114"/>
                    </a:lnTo>
                    <a:lnTo>
                      <a:pt x="26" y="114"/>
                    </a:lnTo>
                    <a:lnTo>
                      <a:pt x="26" y="114"/>
                    </a:lnTo>
                    <a:lnTo>
                      <a:pt x="26" y="114"/>
                    </a:lnTo>
                    <a:lnTo>
                      <a:pt x="28" y="114"/>
                    </a:lnTo>
                    <a:lnTo>
                      <a:pt x="28" y="116"/>
                    </a:lnTo>
                    <a:lnTo>
                      <a:pt x="28" y="116"/>
                    </a:lnTo>
                    <a:lnTo>
                      <a:pt x="28" y="116"/>
                    </a:lnTo>
                    <a:lnTo>
                      <a:pt x="28" y="116"/>
                    </a:lnTo>
                    <a:lnTo>
                      <a:pt x="30" y="116"/>
                    </a:lnTo>
                    <a:lnTo>
                      <a:pt x="30" y="116"/>
                    </a:lnTo>
                    <a:lnTo>
                      <a:pt x="30" y="116"/>
                    </a:lnTo>
                    <a:lnTo>
                      <a:pt x="30" y="116"/>
                    </a:lnTo>
                    <a:lnTo>
                      <a:pt x="33" y="116"/>
                    </a:lnTo>
                    <a:lnTo>
                      <a:pt x="33" y="116"/>
                    </a:lnTo>
                    <a:lnTo>
                      <a:pt x="35" y="116"/>
                    </a:lnTo>
                    <a:lnTo>
                      <a:pt x="35" y="116"/>
                    </a:lnTo>
                    <a:lnTo>
                      <a:pt x="35" y="116"/>
                    </a:lnTo>
                    <a:lnTo>
                      <a:pt x="35" y="116"/>
                    </a:lnTo>
                    <a:lnTo>
                      <a:pt x="35" y="116"/>
                    </a:lnTo>
                    <a:lnTo>
                      <a:pt x="35" y="116"/>
                    </a:lnTo>
                    <a:lnTo>
                      <a:pt x="38" y="116"/>
                    </a:lnTo>
                    <a:lnTo>
                      <a:pt x="38" y="116"/>
                    </a:lnTo>
                    <a:lnTo>
                      <a:pt x="38" y="116"/>
                    </a:lnTo>
                    <a:lnTo>
                      <a:pt x="38" y="116"/>
                    </a:lnTo>
                    <a:lnTo>
                      <a:pt x="40" y="116"/>
                    </a:lnTo>
                    <a:lnTo>
                      <a:pt x="40" y="119"/>
                    </a:lnTo>
                    <a:lnTo>
                      <a:pt x="40" y="119"/>
                    </a:lnTo>
                    <a:lnTo>
                      <a:pt x="42" y="119"/>
                    </a:lnTo>
                    <a:lnTo>
                      <a:pt x="42" y="119"/>
                    </a:lnTo>
                    <a:lnTo>
                      <a:pt x="42" y="119"/>
                    </a:lnTo>
                    <a:lnTo>
                      <a:pt x="42" y="119"/>
                    </a:lnTo>
                    <a:lnTo>
                      <a:pt x="42" y="116"/>
                    </a:lnTo>
                    <a:lnTo>
                      <a:pt x="42" y="116"/>
                    </a:lnTo>
                    <a:lnTo>
                      <a:pt x="42" y="116"/>
                    </a:lnTo>
                    <a:lnTo>
                      <a:pt x="42" y="116"/>
                    </a:lnTo>
                    <a:lnTo>
                      <a:pt x="42" y="114"/>
                    </a:lnTo>
                    <a:lnTo>
                      <a:pt x="45" y="114"/>
                    </a:lnTo>
                    <a:lnTo>
                      <a:pt x="45" y="114"/>
                    </a:lnTo>
                    <a:lnTo>
                      <a:pt x="45" y="112"/>
                    </a:lnTo>
                    <a:lnTo>
                      <a:pt x="45" y="112"/>
                    </a:lnTo>
                    <a:lnTo>
                      <a:pt x="45" y="112"/>
                    </a:lnTo>
                    <a:lnTo>
                      <a:pt x="45" y="109"/>
                    </a:lnTo>
                    <a:lnTo>
                      <a:pt x="45" y="109"/>
                    </a:lnTo>
                    <a:lnTo>
                      <a:pt x="45" y="109"/>
                    </a:lnTo>
                    <a:lnTo>
                      <a:pt x="45" y="107"/>
                    </a:lnTo>
                    <a:lnTo>
                      <a:pt x="45" y="107"/>
                    </a:lnTo>
                    <a:lnTo>
                      <a:pt x="47" y="107"/>
                    </a:lnTo>
                    <a:lnTo>
                      <a:pt x="47" y="105"/>
                    </a:lnTo>
                    <a:lnTo>
                      <a:pt x="47" y="105"/>
                    </a:lnTo>
                    <a:lnTo>
                      <a:pt x="47" y="105"/>
                    </a:lnTo>
                    <a:lnTo>
                      <a:pt x="47" y="105"/>
                    </a:lnTo>
                    <a:lnTo>
                      <a:pt x="47" y="102"/>
                    </a:lnTo>
                    <a:lnTo>
                      <a:pt x="47" y="102"/>
                    </a:lnTo>
                    <a:lnTo>
                      <a:pt x="49" y="102"/>
                    </a:lnTo>
                    <a:lnTo>
                      <a:pt x="49" y="100"/>
                    </a:lnTo>
                    <a:lnTo>
                      <a:pt x="49" y="100"/>
                    </a:lnTo>
                    <a:lnTo>
                      <a:pt x="49" y="100"/>
                    </a:lnTo>
                    <a:lnTo>
                      <a:pt x="49" y="100"/>
                    </a:lnTo>
                    <a:lnTo>
                      <a:pt x="49" y="98"/>
                    </a:lnTo>
                    <a:lnTo>
                      <a:pt x="49" y="98"/>
                    </a:lnTo>
                    <a:lnTo>
                      <a:pt x="52" y="98"/>
                    </a:lnTo>
                    <a:lnTo>
                      <a:pt x="52" y="98"/>
                    </a:lnTo>
                    <a:lnTo>
                      <a:pt x="52" y="95"/>
                    </a:lnTo>
                    <a:lnTo>
                      <a:pt x="52" y="95"/>
                    </a:lnTo>
                    <a:lnTo>
                      <a:pt x="52" y="95"/>
                    </a:lnTo>
                    <a:lnTo>
                      <a:pt x="52" y="95"/>
                    </a:lnTo>
                    <a:lnTo>
                      <a:pt x="52" y="93"/>
                    </a:lnTo>
                    <a:lnTo>
                      <a:pt x="52" y="93"/>
                    </a:lnTo>
                    <a:lnTo>
                      <a:pt x="54" y="93"/>
                    </a:lnTo>
                    <a:lnTo>
                      <a:pt x="54" y="90"/>
                    </a:lnTo>
                    <a:lnTo>
                      <a:pt x="54" y="90"/>
                    </a:lnTo>
                    <a:lnTo>
                      <a:pt x="54" y="90"/>
                    </a:lnTo>
                    <a:lnTo>
                      <a:pt x="54" y="88"/>
                    </a:lnTo>
                    <a:lnTo>
                      <a:pt x="54" y="88"/>
                    </a:lnTo>
                    <a:lnTo>
                      <a:pt x="54" y="86"/>
                    </a:lnTo>
                    <a:lnTo>
                      <a:pt x="54" y="86"/>
                    </a:lnTo>
                    <a:lnTo>
                      <a:pt x="54" y="86"/>
                    </a:lnTo>
                    <a:lnTo>
                      <a:pt x="52" y="86"/>
                    </a:lnTo>
                    <a:lnTo>
                      <a:pt x="52" y="86"/>
                    </a:lnTo>
                    <a:lnTo>
                      <a:pt x="52" y="86"/>
                    </a:lnTo>
                    <a:lnTo>
                      <a:pt x="52" y="86"/>
                    </a:lnTo>
                    <a:lnTo>
                      <a:pt x="52" y="83"/>
                    </a:lnTo>
                    <a:lnTo>
                      <a:pt x="52" y="83"/>
                    </a:lnTo>
                    <a:lnTo>
                      <a:pt x="52" y="83"/>
                    </a:lnTo>
                    <a:lnTo>
                      <a:pt x="52" y="81"/>
                    </a:lnTo>
                    <a:lnTo>
                      <a:pt x="52" y="81"/>
                    </a:lnTo>
                    <a:lnTo>
                      <a:pt x="52" y="79"/>
                    </a:lnTo>
                    <a:lnTo>
                      <a:pt x="52" y="79"/>
                    </a:lnTo>
                    <a:lnTo>
                      <a:pt x="52" y="79"/>
                    </a:lnTo>
                    <a:lnTo>
                      <a:pt x="54" y="79"/>
                    </a:lnTo>
                    <a:lnTo>
                      <a:pt x="54" y="76"/>
                    </a:lnTo>
                    <a:lnTo>
                      <a:pt x="54" y="76"/>
                    </a:lnTo>
                    <a:lnTo>
                      <a:pt x="57" y="76"/>
                    </a:lnTo>
                    <a:lnTo>
                      <a:pt x="57" y="76"/>
                    </a:lnTo>
                    <a:lnTo>
                      <a:pt x="57" y="76"/>
                    </a:lnTo>
                    <a:lnTo>
                      <a:pt x="57" y="76"/>
                    </a:lnTo>
                    <a:lnTo>
                      <a:pt x="57" y="76"/>
                    </a:lnTo>
                    <a:lnTo>
                      <a:pt x="57" y="74"/>
                    </a:lnTo>
                    <a:lnTo>
                      <a:pt x="59" y="74"/>
                    </a:lnTo>
                    <a:lnTo>
                      <a:pt x="59" y="74"/>
                    </a:lnTo>
                    <a:lnTo>
                      <a:pt x="59" y="74"/>
                    </a:lnTo>
                    <a:lnTo>
                      <a:pt x="59" y="71"/>
                    </a:lnTo>
                    <a:lnTo>
                      <a:pt x="59" y="71"/>
                    </a:lnTo>
                    <a:lnTo>
                      <a:pt x="59" y="71"/>
                    </a:lnTo>
                    <a:lnTo>
                      <a:pt x="61" y="71"/>
                    </a:lnTo>
                    <a:lnTo>
                      <a:pt x="61" y="69"/>
                    </a:lnTo>
                    <a:lnTo>
                      <a:pt x="61" y="69"/>
                    </a:lnTo>
                    <a:lnTo>
                      <a:pt x="59" y="69"/>
                    </a:lnTo>
                    <a:lnTo>
                      <a:pt x="59" y="67"/>
                    </a:lnTo>
                    <a:lnTo>
                      <a:pt x="59" y="67"/>
                    </a:lnTo>
                    <a:lnTo>
                      <a:pt x="59" y="67"/>
                    </a:lnTo>
                    <a:lnTo>
                      <a:pt x="61" y="67"/>
                    </a:lnTo>
                    <a:lnTo>
                      <a:pt x="61" y="67"/>
                    </a:lnTo>
                    <a:lnTo>
                      <a:pt x="61" y="64"/>
                    </a:lnTo>
                    <a:lnTo>
                      <a:pt x="64" y="64"/>
                    </a:lnTo>
                    <a:lnTo>
                      <a:pt x="64" y="64"/>
                    </a:lnTo>
                    <a:lnTo>
                      <a:pt x="64" y="62"/>
                    </a:lnTo>
                    <a:lnTo>
                      <a:pt x="64" y="62"/>
                    </a:lnTo>
                    <a:lnTo>
                      <a:pt x="61" y="62"/>
                    </a:lnTo>
                    <a:lnTo>
                      <a:pt x="61" y="60"/>
                    </a:lnTo>
                    <a:lnTo>
                      <a:pt x="61" y="60"/>
                    </a:lnTo>
                    <a:lnTo>
                      <a:pt x="64" y="60"/>
                    </a:lnTo>
                    <a:lnTo>
                      <a:pt x="64" y="57"/>
                    </a:lnTo>
                    <a:lnTo>
                      <a:pt x="61" y="57"/>
                    </a:lnTo>
                    <a:lnTo>
                      <a:pt x="61" y="57"/>
                    </a:lnTo>
                    <a:lnTo>
                      <a:pt x="61" y="57"/>
                    </a:lnTo>
                    <a:lnTo>
                      <a:pt x="61" y="55"/>
                    </a:lnTo>
                    <a:lnTo>
                      <a:pt x="61" y="55"/>
                    </a:lnTo>
                    <a:lnTo>
                      <a:pt x="61" y="52"/>
                    </a:lnTo>
                    <a:lnTo>
                      <a:pt x="61" y="52"/>
                    </a:lnTo>
                    <a:lnTo>
                      <a:pt x="61" y="52"/>
                    </a:lnTo>
                    <a:lnTo>
                      <a:pt x="61" y="52"/>
                    </a:lnTo>
                    <a:lnTo>
                      <a:pt x="61" y="50"/>
                    </a:lnTo>
                    <a:lnTo>
                      <a:pt x="64" y="50"/>
                    </a:lnTo>
                    <a:lnTo>
                      <a:pt x="64" y="50"/>
                    </a:lnTo>
                    <a:lnTo>
                      <a:pt x="64" y="48"/>
                    </a:lnTo>
                    <a:lnTo>
                      <a:pt x="64" y="48"/>
                    </a:lnTo>
                    <a:lnTo>
                      <a:pt x="64" y="48"/>
                    </a:lnTo>
                    <a:lnTo>
                      <a:pt x="64" y="48"/>
                    </a:lnTo>
                    <a:lnTo>
                      <a:pt x="66" y="48"/>
                    </a:lnTo>
                    <a:lnTo>
                      <a:pt x="66" y="48"/>
                    </a:lnTo>
                    <a:lnTo>
                      <a:pt x="68" y="48"/>
                    </a:lnTo>
                    <a:lnTo>
                      <a:pt x="68" y="48"/>
                    </a:lnTo>
                    <a:lnTo>
                      <a:pt x="68" y="45"/>
                    </a:lnTo>
                    <a:lnTo>
                      <a:pt x="68" y="45"/>
                    </a:lnTo>
                    <a:lnTo>
                      <a:pt x="71" y="45"/>
                    </a:lnTo>
                    <a:lnTo>
                      <a:pt x="71" y="45"/>
                    </a:lnTo>
                    <a:lnTo>
                      <a:pt x="71" y="45"/>
                    </a:lnTo>
                    <a:lnTo>
                      <a:pt x="71" y="45"/>
                    </a:lnTo>
                    <a:lnTo>
                      <a:pt x="71" y="43"/>
                    </a:lnTo>
                    <a:lnTo>
                      <a:pt x="71" y="43"/>
                    </a:lnTo>
                    <a:lnTo>
                      <a:pt x="73" y="43"/>
                    </a:lnTo>
                    <a:lnTo>
                      <a:pt x="73" y="43"/>
                    </a:lnTo>
                    <a:lnTo>
                      <a:pt x="73" y="43"/>
                    </a:lnTo>
                    <a:lnTo>
                      <a:pt x="75" y="43"/>
                    </a:lnTo>
                    <a:lnTo>
                      <a:pt x="75" y="43"/>
                    </a:lnTo>
                    <a:lnTo>
                      <a:pt x="75" y="43"/>
                    </a:lnTo>
                    <a:lnTo>
                      <a:pt x="75" y="41"/>
                    </a:lnTo>
                    <a:lnTo>
                      <a:pt x="75" y="41"/>
                    </a:lnTo>
                    <a:lnTo>
                      <a:pt x="78" y="41"/>
                    </a:lnTo>
                    <a:lnTo>
                      <a:pt x="78" y="38"/>
                    </a:lnTo>
                    <a:lnTo>
                      <a:pt x="78" y="38"/>
                    </a:lnTo>
                    <a:lnTo>
                      <a:pt x="78" y="38"/>
                    </a:lnTo>
                    <a:lnTo>
                      <a:pt x="78" y="38"/>
                    </a:lnTo>
                    <a:lnTo>
                      <a:pt x="80" y="38"/>
                    </a:lnTo>
                    <a:lnTo>
                      <a:pt x="80" y="38"/>
                    </a:lnTo>
                    <a:lnTo>
                      <a:pt x="80" y="36"/>
                    </a:lnTo>
                    <a:lnTo>
                      <a:pt x="80" y="36"/>
                    </a:lnTo>
                    <a:lnTo>
                      <a:pt x="83" y="36"/>
                    </a:lnTo>
                    <a:lnTo>
                      <a:pt x="83" y="36"/>
                    </a:lnTo>
                    <a:lnTo>
                      <a:pt x="83" y="36"/>
                    </a:lnTo>
                    <a:lnTo>
                      <a:pt x="83" y="34"/>
                    </a:lnTo>
                    <a:lnTo>
                      <a:pt x="83" y="34"/>
                    </a:lnTo>
                    <a:lnTo>
                      <a:pt x="85" y="34"/>
                    </a:lnTo>
                    <a:lnTo>
                      <a:pt x="85" y="34"/>
                    </a:lnTo>
                    <a:lnTo>
                      <a:pt x="85" y="34"/>
                    </a:lnTo>
                    <a:lnTo>
                      <a:pt x="85" y="34"/>
                    </a:lnTo>
                    <a:lnTo>
                      <a:pt x="85" y="31"/>
                    </a:lnTo>
                    <a:lnTo>
                      <a:pt x="87" y="31"/>
                    </a:lnTo>
                    <a:lnTo>
                      <a:pt x="87" y="31"/>
                    </a:lnTo>
                    <a:lnTo>
                      <a:pt x="90" y="31"/>
                    </a:lnTo>
                    <a:lnTo>
                      <a:pt x="90" y="31"/>
                    </a:lnTo>
                    <a:lnTo>
                      <a:pt x="90" y="31"/>
                    </a:lnTo>
                    <a:lnTo>
                      <a:pt x="92" y="31"/>
                    </a:lnTo>
                    <a:lnTo>
                      <a:pt x="92" y="31"/>
                    </a:lnTo>
                    <a:lnTo>
                      <a:pt x="92" y="31"/>
                    </a:lnTo>
                    <a:lnTo>
                      <a:pt x="94" y="31"/>
                    </a:lnTo>
                    <a:lnTo>
                      <a:pt x="94" y="31"/>
                    </a:lnTo>
                    <a:lnTo>
                      <a:pt x="94" y="31"/>
                    </a:lnTo>
                    <a:lnTo>
                      <a:pt x="97" y="31"/>
                    </a:lnTo>
                    <a:lnTo>
                      <a:pt x="97" y="31"/>
                    </a:lnTo>
                    <a:lnTo>
                      <a:pt x="97" y="29"/>
                    </a:lnTo>
                    <a:lnTo>
                      <a:pt x="97" y="29"/>
                    </a:lnTo>
                    <a:lnTo>
                      <a:pt x="97" y="31"/>
                    </a:lnTo>
                    <a:lnTo>
                      <a:pt x="99" y="31"/>
                    </a:lnTo>
                    <a:lnTo>
                      <a:pt x="99" y="31"/>
                    </a:lnTo>
                    <a:lnTo>
                      <a:pt x="99" y="31"/>
                    </a:lnTo>
                    <a:lnTo>
                      <a:pt x="99" y="34"/>
                    </a:lnTo>
                    <a:lnTo>
                      <a:pt x="101" y="34"/>
                    </a:lnTo>
                    <a:lnTo>
                      <a:pt x="101" y="34"/>
                    </a:lnTo>
                    <a:lnTo>
                      <a:pt x="101" y="36"/>
                    </a:lnTo>
                    <a:lnTo>
                      <a:pt x="101" y="36"/>
                    </a:lnTo>
                    <a:lnTo>
                      <a:pt x="101" y="36"/>
                    </a:lnTo>
                    <a:lnTo>
                      <a:pt x="101" y="36"/>
                    </a:lnTo>
                    <a:lnTo>
                      <a:pt x="104" y="36"/>
                    </a:lnTo>
                    <a:lnTo>
                      <a:pt x="104" y="36"/>
                    </a:lnTo>
                    <a:lnTo>
                      <a:pt x="104" y="36"/>
                    </a:lnTo>
                    <a:lnTo>
                      <a:pt x="104" y="36"/>
                    </a:lnTo>
                    <a:lnTo>
                      <a:pt x="106" y="36"/>
                    </a:lnTo>
                    <a:lnTo>
                      <a:pt x="106" y="36"/>
                    </a:lnTo>
                    <a:lnTo>
                      <a:pt x="106" y="36"/>
                    </a:lnTo>
                    <a:lnTo>
                      <a:pt x="106" y="36"/>
                    </a:lnTo>
                    <a:lnTo>
                      <a:pt x="106" y="36"/>
                    </a:lnTo>
                    <a:lnTo>
                      <a:pt x="106" y="34"/>
                    </a:lnTo>
                    <a:lnTo>
                      <a:pt x="104" y="34"/>
                    </a:lnTo>
                    <a:lnTo>
                      <a:pt x="104" y="34"/>
                    </a:lnTo>
                    <a:lnTo>
                      <a:pt x="104" y="34"/>
                    </a:lnTo>
                    <a:lnTo>
                      <a:pt x="104" y="31"/>
                    </a:lnTo>
                    <a:lnTo>
                      <a:pt x="104" y="31"/>
                    </a:lnTo>
                    <a:lnTo>
                      <a:pt x="104" y="31"/>
                    </a:lnTo>
                    <a:lnTo>
                      <a:pt x="101" y="31"/>
                    </a:lnTo>
                    <a:lnTo>
                      <a:pt x="101" y="29"/>
                    </a:lnTo>
                    <a:lnTo>
                      <a:pt x="101" y="29"/>
                    </a:lnTo>
                    <a:lnTo>
                      <a:pt x="101" y="29"/>
                    </a:lnTo>
                    <a:lnTo>
                      <a:pt x="101" y="26"/>
                    </a:lnTo>
                    <a:lnTo>
                      <a:pt x="101" y="26"/>
                    </a:lnTo>
                    <a:lnTo>
                      <a:pt x="101" y="26"/>
                    </a:lnTo>
                    <a:lnTo>
                      <a:pt x="101" y="24"/>
                    </a:lnTo>
                    <a:lnTo>
                      <a:pt x="101" y="24"/>
                    </a:lnTo>
                    <a:lnTo>
                      <a:pt x="101" y="24"/>
                    </a:lnTo>
                    <a:lnTo>
                      <a:pt x="101" y="24"/>
                    </a:lnTo>
                    <a:lnTo>
                      <a:pt x="101" y="22"/>
                    </a:lnTo>
                    <a:lnTo>
                      <a:pt x="101" y="22"/>
                    </a:lnTo>
                    <a:lnTo>
                      <a:pt x="104" y="22"/>
                    </a:lnTo>
                    <a:lnTo>
                      <a:pt x="104" y="22"/>
                    </a:lnTo>
                    <a:lnTo>
                      <a:pt x="104" y="19"/>
                    </a:lnTo>
                    <a:lnTo>
                      <a:pt x="104" y="19"/>
                    </a:lnTo>
                    <a:lnTo>
                      <a:pt x="104" y="19"/>
                    </a:lnTo>
                    <a:lnTo>
                      <a:pt x="104" y="19"/>
                    </a:lnTo>
                    <a:lnTo>
                      <a:pt x="106" y="19"/>
                    </a:lnTo>
                    <a:lnTo>
                      <a:pt x="106" y="19"/>
                    </a:lnTo>
                    <a:lnTo>
                      <a:pt x="106" y="17"/>
                    </a:lnTo>
                    <a:lnTo>
                      <a:pt x="109" y="17"/>
                    </a:lnTo>
                    <a:lnTo>
                      <a:pt x="109" y="17"/>
                    </a:lnTo>
                    <a:lnTo>
                      <a:pt x="109" y="17"/>
                    </a:lnTo>
                    <a:lnTo>
                      <a:pt x="109" y="17"/>
                    </a:lnTo>
                    <a:lnTo>
                      <a:pt x="109" y="17"/>
                    </a:lnTo>
                    <a:lnTo>
                      <a:pt x="111" y="17"/>
                    </a:lnTo>
                    <a:lnTo>
                      <a:pt x="111" y="17"/>
                    </a:lnTo>
                    <a:lnTo>
                      <a:pt x="111" y="17"/>
                    </a:lnTo>
                    <a:lnTo>
                      <a:pt x="111" y="17"/>
                    </a:lnTo>
                    <a:lnTo>
                      <a:pt x="111" y="15"/>
                    </a:lnTo>
                    <a:lnTo>
                      <a:pt x="111" y="15"/>
                    </a:lnTo>
                    <a:lnTo>
                      <a:pt x="111" y="12"/>
                    </a:lnTo>
                    <a:lnTo>
                      <a:pt x="111" y="12"/>
                    </a:lnTo>
                    <a:lnTo>
                      <a:pt x="111" y="12"/>
                    </a:lnTo>
                    <a:lnTo>
                      <a:pt x="111" y="10"/>
                    </a:lnTo>
                    <a:lnTo>
                      <a:pt x="111" y="10"/>
                    </a:lnTo>
                    <a:lnTo>
                      <a:pt x="111" y="10"/>
                    </a:lnTo>
                    <a:lnTo>
                      <a:pt x="111" y="7"/>
                    </a:lnTo>
                    <a:lnTo>
                      <a:pt x="111" y="7"/>
                    </a:lnTo>
                    <a:lnTo>
                      <a:pt x="111" y="7"/>
                    </a:lnTo>
                    <a:lnTo>
                      <a:pt x="111" y="7"/>
                    </a:lnTo>
                    <a:lnTo>
                      <a:pt x="113" y="7"/>
                    </a:lnTo>
                    <a:lnTo>
                      <a:pt x="113" y="7"/>
                    </a:lnTo>
                    <a:lnTo>
                      <a:pt x="113" y="5"/>
                    </a:lnTo>
                    <a:lnTo>
                      <a:pt x="113" y="5"/>
                    </a:lnTo>
                    <a:lnTo>
                      <a:pt x="113" y="3"/>
                    </a:lnTo>
                    <a:lnTo>
                      <a:pt x="113" y="3"/>
                    </a:lnTo>
                    <a:lnTo>
                      <a:pt x="116" y="3"/>
                    </a:lnTo>
                    <a:lnTo>
                      <a:pt x="116" y="0"/>
                    </a:lnTo>
                    <a:lnTo>
                      <a:pt x="116" y="0"/>
                    </a:lnTo>
                    <a:lnTo>
                      <a:pt x="116" y="0"/>
                    </a:lnTo>
                    <a:lnTo>
                      <a:pt x="116" y="0"/>
                    </a:lnTo>
                    <a:lnTo>
                      <a:pt x="116" y="0"/>
                    </a:lnTo>
                    <a:lnTo>
                      <a:pt x="116" y="3"/>
                    </a:lnTo>
                    <a:lnTo>
                      <a:pt x="118" y="3"/>
                    </a:lnTo>
                    <a:lnTo>
                      <a:pt x="118" y="0"/>
                    </a:lnTo>
                    <a:lnTo>
                      <a:pt x="118" y="0"/>
                    </a:lnTo>
                    <a:lnTo>
                      <a:pt x="118" y="3"/>
                    </a:lnTo>
                    <a:lnTo>
                      <a:pt x="118" y="3"/>
                    </a:lnTo>
                    <a:lnTo>
                      <a:pt x="118" y="3"/>
                    </a:lnTo>
                    <a:lnTo>
                      <a:pt x="118" y="5"/>
                    </a:lnTo>
                    <a:lnTo>
                      <a:pt x="120" y="5"/>
                    </a:lnTo>
                    <a:lnTo>
                      <a:pt x="120" y="5"/>
                    </a:lnTo>
                    <a:lnTo>
                      <a:pt x="120" y="5"/>
                    </a:lnTo>
                    <a:lnTo>
                      <a:pt x="120" y="5"/>
                    </a:lnTo>
                    <a:lnTo>
                      <a:pt x="123" y="5"/>
                    </a:lnTo>
                    <a:lnTo>
                      <a:pt x="123" y="5"/>
                    </a:lnTo>
                    <a:lnTo>
                      <a:pt x="123" y="5"/>
                    </a:lnTo>
                    <a:lnTo>
                      <a:pt x="123" y="5"/>
                    </a:lnTo>
                    <a:lnTo>
                      <a:pt x="123" y="7"/>
                    </a:lnTo>
                    <a:lnTo>
                      <a:pt x="125" y="7"/>
                    </a:lnTo>
                    <a:lnTo>
                      <a:pt x="125" y="7"/>
                    </a:lnTo>
                    <a:lnTo>
                      <a:pt x="125" y="7"/>
                    </a:lnTo>
                    <a:lnTo>
                      <a:pt x="125" y="7"/>
                    </a:lnTo>
                    <a:lnTo>
                      <a:pt x="125" y="7"/>
                    </a:lnTo>
                    <a:lnTo>
                      <a:pt x="125" y="10"/>
                    </a:lnTo>
                    <a:lnTo>
                      <a:pt x="128" y="10"/>
                    </a:lnTo>
                    <a:lnTo>
                      <a:pt x="128" y="10"/>
                    </a:lnTo>
                    <a:lnTo>
                      <a:pt x="128" y="10"/>
                    </a:lnTo>
                    <a:lnTo>
                      <a:pt x="128" y="12"/>
                    </a:lnTo>
                    <a:lnTo>
                      <a:pt x="128" y="12"/>
                    </a:lnTo>
                    <a:lnTo>
                      <a:pt x="128" y="12"/>
                    </a:lnTo>
                    <a:lnTo>
                      <a:pt x="128" y="15"/>
                    </a:lnTo>
                    <a:lnTo>
                      <a:pt x="128" y="15"/>
                    </a:lnTo>
                    <a:lnTo>
                      <a:pt x="128" y="15"/>
                    </a:lnTo>
                    <a:lnTo>
                      <a:pt x="128" y="17"/>
                    </a:lnTo>
                    <a:lnTo>
                      <a:pt x="128" y="17"/>
                    </a:lnTo>
                    <a:lnTo>
                      <a:pt x="128" y="17"/>
                    </a:lnTo>
                    <a:lnTo>
                      <a:pt x="130" y="17"/>
                    </a:lnTo>
                    <a:lnTo>
                      <a:pt x="130" y="19"/>
                    </a:lnTo>
                    <a:lnTo>
                      <a:pt x="130" y="19"/>
                    </a:lnTo>
                    <a:lnTo>
                      <a:pt x="130" y="22"/>
                    </a:lnTo>
                    <a:lnTo>
                      <a:pt x="130" y="22"/>
                    </a:lnTo>
                    <a:lnTo>
                      <a:pt x="130" y="22"/>
                    </a:lnTo>
                    <a:lnTo>
                      <a:pt x="130" y="22"/>
                    </a:lnTo>
                    <a:lnTo>
                      <a:pt x="130" y="24"/>
                    </a:lnTo>
                    <a:lnTo>
                      <a:pt x="130" y="24"/>
                    </a:lnTo>
                    <a:lnTo>
                      <a:pt x="130" y="26"/>
                    </a:lnTo>
                    <a:lnTo>
                      <a:pt x="132" y="26"/>
                    </a:lnTo>
                    <a:lnTo>
                      <a:pt x="132" y="26"/>
                    </a:lnTo>
                    <a:lnTo>
                      <a:pt x="132" y="26"/>
                    </a:lnTo>
                    <a:lnTo>
                      <a:pt x="132" y="24"/>
                    </a:lnTo>
                    <a:lnTo>
                      <a:pt x="132" y="24"/>
                    </a:lnTo>
                    <a:lnTo>
                      <a:pt x="132" y="22"/>
                    </a:lnTo>
                    <a:lnTo>
                      <a:pt x="135" y="22"/>
                    </a:lnTo>
                    <a:lnTo>
                      <a:pt x="135" y="22"/>
                    </a:lnTo>
                    <a:lnTo>
                      <a:pt x="135" y="24"/>
                    </a:lnTo>
                    <a:lnTo>
                      <a:pt x="137" y="24"/>
                    </a:lnTo>
                    <a:lnTo>
                      <a:pt x="137" y="24"/>
                    </a:lnTo>
                    <a:lnTo>
                      <a:pt x="137" y="24"/>
                    </a:lnTo>
                    <a:lnTo>
                      <a:pt x="137" y="24"/>
                    </a:lnTo>
                    <a:lnTo>
                      <a:pt x="137" y="24"/>
                    </a:lnTo>
                    <a:lnTo>
                      <a:pt x="139" y="24"/>
                    </a:lnTo>
                    <a:lnTo>
                      <a:pt x="139" y="24"/>
                    </a:lnTo>
                    <a:lnTo>
                      <a:pt x="139" y="24"/>
                    </a:lnTo>
                    <a:lnTo>
                      <a:pt x="139" y="26"/>
                    </a:lnTo>
                    <a:lnTo>
                      <a:pt x="139" y="26"/>
                    </a:lnTo>
                    <a:lnTo>
                      <a:pt x="139" y="26"/>
                    </a:lnTo>
                    <a:lnTo>
                      <a:pt x="139" y="29"/>
                    </a:lnTo>
                    <a:lnTo>
                      <a:pt x="139" y="29"/>
                    </a:lnTo>
                    <a:lnTo>
                      <a:pt x="139" y="31"/>
                    </a:lnTo>
                    <a:lnTo>
                      <a:pt x="139" y="31"/>
                    </a:lnTo>
                    <a:lnTo>
                      <a:pt x="139" y="34"/>
                    </a:lnTo>
                    <a:lnTo>
                      <a:pt x="139" y="34"/>
                    </a:lnTo>
                    <a:lnTo>
                      <a:pt x="139" y="36"/>
                    </a:lnTo>
                    <a:lnTo>
                      <a:pt x="139" y="36"/>
                    </a:lnTo>
                    <a:lnTo>
                      <a:pt x="139" y="36"/>
                    </a:lnTo>
                    <a:lnTo>
                      <a:pt x="142" y="36"/>
                    </a:lnTo>
                    <a:lnTo>
                      <a:pt x="142" y="38"/>
                    </a:lnTo>
                    <a:lnTo>
                      <a:pt x="142" y="38"/>
                    </a:lnTo>
                    <a:lnTo>
                      <a:pt x="142" y="41"/>
                    </a:lnTo>
                    <a:lnTo>
                      <a:pt x="142" y="41"/>
                    </a:lnTo>
                    <a:lnTo>
                      <a:pt x="142" y="43"/>
                    </a:lnTo>
                    <a:lnTo>
                      <a:pt x="142" y="43"/>
                    </a:lnTo>
                    <a:lnTo>
                      <a:pt x="142" y="45"/>
                    </a:lnTo>
                    <a:lnTo>
                      <a:pt x="142" y="45"/>
                    </a:lnTo>
                    <a:lnTo>
                      <a:pt x="142" y="45"/>
                    </a:lnTo>
                    <a:lnTo>
                      <a:pt x="142" y="45"/>
                    </a:lnTo>
                    <a:lnTo>
                      <a:pt x="142" y="48"/>
                    </a:lnTo>
                    <a:lnTo>
                      <a:pt x="142" y="48"/>
                    </a:lnTo>
                    <a:lnTo>
                      <a:pt x="142" y="50"/>
                    </a:lnTo>
                    <a:lnTo>
                      <a:pt x="142" y="50"/>
                    </a:lnTo>
                    <a:lnTo>
                      <a:pt x="142" y="50"/>
                    </a:lnTo>
                    <a:lnTo>
                      <a:pt x="142" y="52"/>
                    </a:lnTo>
                    <a:lnTo>
                      <a:pt x="142" y="52"/>
                    </a:lnTo>
                    <a:lnTo>
                      <a:pt x="142" y="55"/>
                    </a:lnTo>
                    <a:lnTo>
                      <a:pt x="142" y="55"/>
                    </a:lnTo>
                    <a:lnTo>
                      <a:pt x="139" y="55"/>
                    </a:lnTo>
                    <a:lnTo>
                      <a:pt x="139" y="57"/>
                    </a:lnTo>
                    <a:lnTo>
                      <a:pt x="139" y="57"/>
                    </a:lnTo>
                    <a:lnTo>
                      <a:pt x="139" y="57"/>
                    </a:lnTo>
                    <a:lnTo>
                      <a:pt x="139" y="57"/>
                    </a:lnTo>
                    <a:lnTo>
                      <a:pt x="139" y="57"/>
                    </a:lnTo>
                    <a:lnTo>
                      <a:pt x="139" y="60"/>
                    </a:lnTo>
                    <a:lnTo>
                      <a:pt x="139" y="60"/>
                    </a:lnTo>
                    <a:lnTo>
                      <a:pt x="139" y="62"/>
                    </a:lnTo>
                    <a:lnTo>
                      <a:pt x="139" y="62"/>
                    </a:lnTo>
                    <a:lnTo>
                      <a:pt x="137" y="62"/>
                    </a:lnTo>
                    <a:lnTo>
                      <a:pt x="137" y="62"/>
                    </a:lnTo>
                    <a:lnTo>
                      <a:pt x="137" y="62"/>
                    </a:lnTo>
                    <a:lnTo>
                      <a:pt x="137" y="64"/>
                    </a:lnTo>
                    <a:lnTo>
                      <a:pt x="137" y="64"/>
                    </a:lnTo>
                    <a:lnTo>
                      <a:pt x="137" y="64"/>
                    </a:lnTo>
                    <a:lnTo>
                      <a:pt x="137" y="67"/>
                    </a:lnTo>
                    <a:lnTo>
                      <a:pt x="139" y="67"/>
                    </a:lnTo>
                    <a:lnTo>
                      <a:pt x="139" y="67"/>
                    </a:lnTo>
                    <a:lnTo>
                      <a:pt x="139" y="67"/>
                    </a:lnTo>
                    <a:lnTo>
                      <a:pt x="139" y="67"/>
                    </a:lnTo>
                    <a:lnTo>
                      <a:pt x="139" y="69"/>
                    </a:lnTo>
                    <a:lnTo>
                      <a:pt x="139" y="69"/>
                    </a:lnTo>
                    <a:lnTo>
                      <a:pt x="137" y="69"/>
                    </a:lnTo>
                    <a:lnTo>
                      <a:pt x="137" y="69"/>
                    </a:lnTo>
                    <a:lnTo>
                      <a:pt x="137" y="69"/>
                    </a:lnTo>
                    <a:lnTo>
                      <a:pt x="135" y="69"/>
                    </a:lnTo>
                    <a:lnTo>
                      <a:pt x="135" y="69"/>
                    </a:lnTo>
                    <a:lnTo>
                      <a:pt x="135" y="69"/>
                    </a:lnTo>
                    <a:lnTo>
                      <a:pt x="135" y="71"/>
                    </a:lnTo>
                    <a:lnTo>
                      <a:pt x="135" y="71"/>
                    </a:lnTo>
                    <a:lnTo>
                      <a:pt x="132" y="71"/>
                    </a:lnTo>
                    <a:lnTo>
                      <a:pt x="132" y="74"/>
                    </a:lnTo>
                    <a:lnTo>
                      <a:pt x="132" y="74"/>
                    </a:lnTo>
                    <a:lnTo>
                      <a:pt x="132" y="74"/>
                    </a:lnTo>
                    <a:lnTo>
                      <a:pt x="132" y="76"/>
                    </a:lnTo>
                    <a:lnTo>
                      <a:pt x="132" y="76"/>
                    </a:lnTo>
                    <a:lnTo>
                      <a:pt x="132" y="76"/>
                    </a:lnTo>
                    <a:lnTo>
                      <a:pt x="130" y="76"/>
                    </a:lnTo>
                    <a:lnTo>
                      <a:pt x="130" y="76"/>
                    </a:lnTo>
                    <a:lnTo>
                      <a:pt x="130" y="76"/>
                    </a:lnTo>
                    <a:lnTo>
                      <a:pt x="130" y="76"/>
                    </a:lnTo>
                    <a:lnTo>
                      <a:pt x="130" y="74"/>
                    </a:lnTo>
                    <a:lnTo>
                      <a:pt x="128" y="74"/>
                    </a:lnTo>
                    <a:lnTo>
                      <a:pt x="128" y="76"/>
                    </a:lnTo>
                    <a:lnTo>
                      <a:pt x="128" y="76"/>
                    </a:lnTo>
                    <a:lnTo>
                      <a:pt x="128" y="76"/>
                    </a:lnTo>
                    <a:lnTo>
                      <a:pt x="128" y="76"/>
                    </a:lnTo>
                    <a:lnTo>
                      <a:pt x="128" y="79"/>
                    </a:lnTo>
                    <a:lnTo>
                      <a:pt x="128" y="79"/>
                    </a:lnTo>
                    <a:lnTo>
                      <a:pt x="128" y="81"/>
                    </a:lnTo>
                    <a:lnTo>
                      <a:pt x="125" y="81"/>
                    </a:lnTo>
                    <a:lnTo>
                      <a:pt x="125" y="81"/>
                    </a:lnTo>
                    <a:lnTo>
                      <a:pt x="125" y="81"/>
                    </a:lnTo>
                    <a:lnTo>
                      <a:pt x="125" y="83"/>
                    </a:lnTo>
                    <a:lnTo>
                      <a:pt x="125" y="83"/>
                    </a:lnTo>
                    <a:lnTo>
                      <a:pt x="125" y="83"/>
                    </a:lnTo>
                    <a:lnTo>
                      <a:pt x="123" y="83"/>
                    </a:lnTo>
                    <a:lnTo>
                      <a:pt x="123" y="86"/>
                    </a:lnTo>
                    <a:lnTo>
                      <a:pt x="123" y="86"/>
                    </a:lnTo>
                    <a:lnTo>
                      <a:pt x="123" y="83"/>
                    </a:lnTo>
                    <a:lnTo>
                      <a:pt x="123" y="83"/>
                    </a:lnTo>
                    <a:lnTo>
                      <a:pt x="120" y="83"/>
                    </a:lnTo>
                    <a:lnTo>
                      <a:pt x="120" y="86"/>
                    </a:lnTo>
                    <a:lnTo>
                      <a:pt x="120" y="86"/>
                    </a:lnTo>
                    <a:lnTo>
                      <a:pt x="120" y="86"/>
                    </a:lnTo>
                    <a:lnTo>
                      <a:pt x="120" y="86"/>
                    </a:lnTo>
                    <a:lnTo>
                      <a:pt x="118" y="86"/>
                    </a:lnTo>
                    <a:lnTo>
                      <a:pt x="118" y="88"/>
                    </a:lnTo>
                    <a:lnTo>
                      <a:pt x="118" y="88"/>
                    </a:lnTo>
                    <a:lnTo>
                      <a:pt x="118" y="88"/>
                    </a:lnTo>
                    <a:lnTo>
                      <a:pt x="118" y="90"/>
                    </a:lnTo>
                    <a:lnTo>
                      <a:pt x="118" y="90"/>
                    </a:lnTo>
                    <a:lnTo>
                      <a:pt x="118" y="90"/>
                    </a:lnTo>
                    <a:lnTo>
                      <a:pt x="118" y="93"/>
                    </a:lnTo>
                    <a:lnTo>
                      <a:pt x="118" y="93"/>
                    </a:lnTo>
                    <a:lnTo>
                      <a:pt x="120" y="93"/>
                    </a:lnTo>
                    <a:lnTo>
                      <a:pt x="120" y="95"/>
                    </a:lnTo>
                    <a:lnTo>
                      <a:pt x="118" y="95"/>
                    </a:lnTo>
                    <a:lnTo>
                      <a:pt x="118" y="95"/>
                    </a:lnTo>
                    <a:lnTo>
                      <a:pt x="118" y="95"/>
                    </a:lnTo>
                    <a:lnTo>
                      <a:pt x="118" y="95"/>
                    </a:lnTo>
                    <a:lnTo>
                      <a:pt x="116" y="95"/>
                    </a:lnTo>
                    <a:lnTo>
                      <a:pt x="116" y="95"/>
                    </a:lnTo>
                    <a:lnTo>
                      <a:pt x="116" y="95"/>
                    </a:lnTo>
                    <a:lnTo>
                      <a:pt x="116" y="98"/>
                    </a:lnTo>
                    <a:lnTo>
                      <a:pt x="116" y="98"/>
                    </a:lnTo>
                    <a:lnTo>
                      <a:pt x="116" y="100"/>
                    </a:lnTo>
                    <a:lnTo>
                      <a:pt x="116" y="100"/>
                    </a:lnTo>
                    <a:lnTo>
                      <a:pt x="116" y="102"/>
                    </a:lnTo>
                    <a:lnTo>
                      <a:pt x="116" y="102"/>
                    </a:lnTo>
                    <a:lnTo>
                      <a:pt x="116" y="102"/>
                    </a:lnTo>
                    <a:lnTo>
                      <a:pt x="116" y="105"/>
                    </a:lnTo>
                    <a:lnTo>
                      <a:pt x="116" y="105"/>
                    </a:lnTo>
                    <a:lnTo>
                      <a:pt x="116" y="105"/>
                    </a:lnTo>
                    <a:lnTo>
                      <a:pt x="116" y="105"/>
                    </a:lnTo>
                    <a:lnTo>
                      <a:pt x="116" y="105"/>
                    </a:lnTo>
                    <a:lnTo>
                      <a:pt x="118" y="105"/>
                    </a:lnTo>
                    <a:lnTo>
                      <a:pt x="118" y="105"/>
                    </a:lnTo>
                    <a:lnTo>
                      <a:pt x="118" y="105"/>
                    </a:lnTo>
                    <a:lnTo>
                      <a:pt x="118" y="105"/>
                    </a:lnTo>
                    <a:lnTo>
                      <a:pt x="118" y="107"/>
                    </a:lnTo>
                    <a:lnTo>
                      <a:pt x="118" y="107"/>
                    </a:lnTo>
                    <a:lnTo>
                      <a:pt x="118" y="107"/>
                    </a:lnTo>
                    <a:lnTo>
                      <a:pt x="118" y="107"/>
                    </a:lnTo>
                    <a:lnTo>
                      <a:pt x="118" y="107"/>
                    </a:lnTo>
                    <a:lnTo>
                      <a:pt x="118" y="109"/>
                    </a:lnTo>
                    <a:lnTo>
                      <a:pt x="118" y="109"/>
                    </a:lnTo>
                    <a:lnTo>
                      <a:pt x="118" y="112"/>
                    </a:lnTo>
                    <a:lnTo>
                      <a:pt x="118" y="112"/>
                    </a:lnTo>
                    <a:lnTo>
                      <a:pt x="118" y="112"/>
                    </a:lnTo>
                    <a:lnTo>
                      <a:pt x="118" y="114"/>
                    </a:lnTo>
                    <a:lnTo>
                      <a:pt x="118" y="114"/>
                    </a:lnTo>
                    <a:lnTo>
                      <a:pt x="118" y="114"/>
                    </a:lnTo>
                    <a:lnTo>
                      <a:pt x="116" y="114"/>
                    </a:lnTo>
                    <a:lnTo>
                      <a:pt x="116" y="116"/>
                    </a:lnTo>
                    <a:lnTo>
                      <a:pt x="116" y="116"/>
                    </a:lnTo>
                    <a:lnTo>
                      <a:pt x="116" y="116"/>
                    </a:lnTo>
                    <a:lnTo>
                      <a:pt x="116" y="116"/>
                    </a:lnTo>
                    <a:lnTo>
                      <a:pt x="116" y="116"/>
                    </a:lnTo>
                    <a:lnTo>
                      <a:pt x="116" y="116"/>
                    </a:lnTo>
                    <a:lnTo>
                      <a:pt x="116" y="116"/>
                    </a:lnTo>
                    <a:lnTo>
                      <a:pt x="116" y="119"/>
                    </a:lnTo>
                    <a:lnTo>
                      <a:pt x="118" y="119"/>
                    </a:lnTo>
                    <a:lnTo>
                      <a:pt x="118" y="119"/>
                    </a:lnTo>
                    <a:lnTo>
                      <a:pt x="118" y="119"/>
                    </a:lnTo>
                    <a:lnTo>
                      <a:pt x="118" y="116"/>
                    </a:lnTo>
                    <a:lnTo>
                      <a:pt x="120" y="116"/>
                    </a:lnTo>
                    <a:lnTo>
                      <a:pt x="120" y="116"/>
                    </a:lnTo>
                    <a:lnTo>
                      <a:pt x="120" y="116"/>
                    </a:lnTo>
                    <a:lnTo>
                      <a:pt x="123" y="116"/>
                    </a:lnTo>
                    <a:lnTo>
                      <a:pt x="123" y="116"/>
                    </a:lnTo>
                    <a:lnTo>
                      <a:pt x="123" y="116"/>
                    </a:lnTo>
                    <a:lnTo>
                      <a:pt x="123" y="114"/>
                    </a:lnTo>
                    <a:lnTo>
                      <a:pt x="123" y="114"/>
                    </a:lnTo>
                    <a:lnTo>
                      <a:pt x="125" y="114"/>
                    </a:lnTo>
                    <a:lnTo>
                      <a:pt x="125" y="114"/>
                    </a:lnTo>
                    <a:lnTo>
                      <a:pt x="125" y="114"/>
                    </a:lnTo>
                    <a:lnTo>
                      <a:pt x="125" y="114"/>
                    </a:lnTo>
                    <a:lnTo>
                      <a:pt x="128" y="114"/>
                    </a:lnTo>
                    <a:lnTo>
                      <a:pt x="128" y="114"/>
                    </a:lnTo>
                    <a:lnTo>
                      <a:pt x="130" y="114"/>
                    </a:lnTo>
                    <a:lnTo>
                      <a:pt x="130" y="112"/>
                    </a:lnTo>
                    <a:lnTo>
                      <a:pt x="130" y="112"/>
                    </a:lnTo>
                    <a:lnTo>
                      <a:pt x="130" y="112"/>
                    </a:lnTo>
                    <a:lnTo>
                      <a:pt x="132" y="112"/>
                    </a:lnTo>
                    <a:lnTo>
                      <a:pt x="132" y="112"/>
                    </a:lnTo>
                    <a:lnTo>
                      <a:pt x="132" y="112"/>
                    </a:lnTo>
                    <a:lnTo>
                      <a:pt x="135" y="112"/>
                    </a:lnTo>
                    <a:lnTo>
                      <a:pt x="135" y="112"/>
                    </a:lnTo>
                    <a:lnTo>
                      <a:pt x="137" y="112"/>
                    </a:lnTo>
                    <a:lnTo>
                      <a:pt x="137" y="112"/>
                    </a:lnTo>
                    <a:lnTo>
                      <a:pt x="137" y="114"/>
                    </a:lnTo>
                    <a:lnTo>
                      <a:pt x="137" y="114"/>
                    </a:lnTo>
                    <a:lnTo>
                      <a:pt x="137" y="112"/>
                    </a:lnTo>
                    <a:lnTo>
                      <a:pt x="139" y="112"/>
                    </a:lnTo>
                    <a:lnTo>
                      <a:pt x="139" y="112"/>
                    </a:lnTo>
                    <a:lnTo>
                      <a:pt x="142" y="112"/>
                    </a:lnTo>
                    <a:lnTo>
                      <a:pt x="142" y="112"/>
                    </a:lnTo>
                    <a:lnTo>
                      <a:pt x="142" y="112"/>
                    </a:lnTo>
                    <a:lnTo>
                      <a:pt x="144" y="112"/>
                    </a:lnTo>
                    <a:lnTo>
                      <a:pt x="144" y="114"/>
                    </a:lnTo>
                    <a:lnTo>
                      <a:pt x="142" y="114"/>
                    </a:lnTo>
                    <a:lnTo>
                      <a:pt x="142" y="114"/>
                    </a:lnTo>
                    <a:lnTo>
                      <a:pt x="142" y="114"/>
                    </a:lnTo>
                    <a:lnTo>
                      <a:pt x="142" y="116"/>
                    </a:lnTo>
                    <a:lnTo>
                      <a:pt x="142" y="116"/>
                    </a:lnTo>
                    <a:lnTo>
                      <a:pt x="142" y="116"/>
                    </a:lnTo>
                    <a:lnTo>
                      <a:pt x="139" y="116"/>
                    </a:lnTo>
                    <a:lnTo>
                      <a:pt x="139" y="116"/>
                    </a:lnTo>
                    <a:lnTo>
                      <a:pt x="139" y="119"/>
                    </a:lnTo>
                    <a:lnTo>
                      <a:pt x="139" y="119"/>
                    </a:lnTo>
                    <a:lnTo>
                      <a:pt x="139" y="121"/>
                    </a:lnTo>
                    <a:lnTo>
                      <a:pt x="142" y="121"/>
                    </a:lnTo>
                    <a:lnTo>
                      <a:pt x="142" y="121"/>
                    </a:lnTo>
                    <a:lnTo>
                      <a:pt x="142" y="121"/>
                    </a:lnTo>
                    <a:lnTo>
                      <a:pt x="142" y="121"/>
                    </a:lnTo>
                    <a:lnTo>
                      <a:pt x="142" y="124"/>
                    </a:lnTo>
                    <a:lnTo>
                      <a:pt x="142" y="124"/>
                    </a:lnTo>
                    <a:lnTo>
                      <a:pt x="144" y="124"/>
                    </a:lnTo>
                    <a:lnTo>
                      <a:pt x="144" y="126"/>
                    </a:lnTo>
                    <a:lnTo>
                      <a:pt x="144" y="126"/>
                    </a:lnTo>
                    <a:lnTo>
                      <a:pt x="142" y="126"/>
                    </a:lnTo>
                    <a:lnTo>
                      <a:pt x="142" y="126"/>
                    </a:lnTo>
                    <a:lnTo>
                      <a:pt x="142" y="128"/>
                    </a:lnTo>
                    <a:lnTo>
                      <a:pt x="144" y="128"/>
                    </a:lnTo>
                    <a:lnTo>
                      <a:pt x="144" y="128"/>
                    </a:lnTo>
                    <a:lnTo>
                      <a:pt x="144" y="128"/>
                    </a:lnTo>
                    <a:lnTo>
                      <a:pt x="144" y="131"/>
                    </a:lnTo>
                    <a:lnTo>
                      <a:pt x="144" y="131"/>
                    </a:lnTo>
                    <a:lnTo>
                      <a:pt x="144" y="133"/>
                    </a:lnTo>
                    <a:lnTo>
                      <a:pt x="144" y="133"/>
                    </a:lnTo>
                    <a:lnTo>
                      <a:pt x="144" y="135"/>
                    </a:lnTo>
                    <a:lnTo>
                      <a:pt x="144" y="135"/>
                    </a:lnTo>
                    <a:lnTo>
                      <a:pt x="144" y="135"/>
                    </a:lnTo>
                    <a:lnTo>
                      <a:pt x="144" y="135"/>
                    </a:lnTo>
                    <a:lnTo>
                      <a:pt x="146" y="135"/>
                    </a:lnTo>
                    <a:lnTo>
                      <a:pt x="146" y="135"/>
                    </a:lnTo>
                    <a:lnTo>
                      <a:pt x="146" y="138"/>
                    </a:lnTo>
                    <a:lnTo>
                      <a:pt x="149" y="138"/>
                    </a:lnTo>
                    <a:lnTo>
                      <a:pt x="149" y="138"/>
                    </a:lnTo>
                    <a:lnTo>
                      <a:pt x="149" y="138"/>
                    </a:lnTo>
                    <a:lnTo>
                      <a:pt x="149" y="138"/>
                    </a:lnTo>
                    <a:lnTo>
                      <a:pt x="149" y="138"/>
                    </a:lnTo>
                    <a:lnTo>
                      <a:pt x="149" y="138"/>
                    </a:lnTo>
                    <a:lnTo>
                      <a:pt x="151" y="138"/>
                    </a:lnTo>
                    <a:lnTo>
                      <a:pt x="151" y="138"/>
                    </a:lnTo>
                    <a:lnTo>
                      <a:pt x="151" y="138"/>
                    </a:lnTo>
                    <a:lnTo>
                      <a:pt x="151" y="138"/>
                    </a:lnTo>
                    <a:lnTo>
                      <a:pt x="154" y="138"/>
                    </a:lnTo>
                    <a:lnTo>
                      <a:pt x="154" y="138"/>
                    </a:lnTo>
                    <a:lnTo>
                      <a:pt x="156" y="138"/>
                    </a:lnTo>
                    <a:lnTo>
                      <a:pt x="156" y="138"/>
                    </a:lnTo>
                    <a:lnTo>
                      <a:pt x="156" y="138"/>
                    </a:lnTo>
                    <a:lnTo>
                      <a:pt x="156" y="138"/>
                    </a:lnTo>
                    <a:lnTo>
                      <a:pt x="156" y="140"/>
                    </a:lnTo>
                    <a:lnTo>
                      <a:pt x="156" y="140"/>
                    </a:lnTo>
                    <a:lnTo>
                      <a:pt x="158" y="140"/>
                    </a:lnTo>
                    <a:lnTo>
                      <a:pt x="158" y="143"/>
                    </a:lnTo>
                    <a:lnTo>
                      <a:pt x="158" y="143"/>
                    </a:lnTo>
                    <a:lnTo>
                      <a:pt x="156" y="143"/>
                    </a:lnTo>
                    <a:lnTo>
                      <a:pt x="156" y="143"/>
                    </a:lnTo>
                    <a:lnTo>
                      <a:pt x="156" y="145"/>
                    </a:lnTo>
                    <a:lnTo>
                      <a:pt x="156" y="145"/>
                    </a:lnTo>
                    <a:lnTo>
                      <a:pt x="156" y="145"/>
                    </a:lnTo>
                    <a:lnTo>
                      <a:pt x="156" y="145"/>
                    </a:lnTo>
                    <a:lnTo>
                      <a:pt x="154" y="145"/>
                    </a:lnTo>
                    <a:lnTo>
                      <a:pt x="154" y="147"/>
                    </a:lnTo>
                    <a:lnTo>
                      <a:pt x="154" y="147"/>
                    </a:lnTo>
                    <a:lnTo>
                      <a:pt x="154" y="147"/>
                    </a:lnTo>
                    <a:lnTo>
                      <a:pt x="154" y="150"/>
                    </a:lnTo>
                    <a:lnTo>
                      <a:pt x="154" y="150"/>
                    </a:lnTo>
                    <a:lnTo>
                      <a:pt x="154" y="150"/>
                    </a:lnTo>
                    <a:lnTo>
                      <a:pt x="154" y="152"/>
                    </a:lnTo>
                    <a:lnTo>
                      <a:pt x="154" y="152"/>
                    </a:lnTo>
                    <a:lnTo>
                      <a:pt x="154" y="154"/>
                    </a:lnTo>
                    <a:lnTo>
                      <a:pt x="154" y="154"/>
                    </a:lnTo>
                    <a:lnTo>
                      <a:pt x="154" y="154"/>
                    </a:lnTo>
                    <a:lnTo>
                      <a:pt x="154" y="154"/>
                    </a:lnTo>
                    <a:lnTo>
                      <a:pt x="151" y="154"/>
                    </a:lnTo>
                    <a:lnTo>
                      <a:pt x="151" y="157"/>
                    </a:lnTo>
                    <a:lnTo>
                      <a:pt x="151" y="157"/>
                    </a:lnTo>
                    <a:lnTo>
                      <a:pt x="151" y="157"/>
                    </a:lnTo>
                    <a:lnTo>
                      <a:pt x="151" y="159"/>
                    </a:lnTo>
                    <a:lnTo>
                      <a:pt x="151" y="159"/>
                    </a:lnTo>
                    <a:lnTo>
                      <a:pt x="151" y="159"/>
                    </a:lnTo>
                    <a:lnTo>
                      <a:pt x="151" y="162"/>
                    </a:lnTo>
                    <a:lnTo>
                      <a:pt x="151" y="162"/>
                    </a:lnTo>
                    <a:lnTo>
                      <a:pt x="151" y="164"/>
                    </a:lnTo>
                    <a:lnTo>
                      <a:pt x="151" y="164"/>
                    </a:lnTo>
                    <a:lnTo>
                      <a:pt x="151" y="164"/>
                    </a:lnTo>
                    <a:lnTo>
                      <a:pt x="154" y="164"/>
                    </a:lnTo>
                    <a:lnTo>
                      <a:pt x="154" y="164"/>
                    </a:lnTo>
                    <a:lnTo>
                      <a:pt x="154" y="164"/>
                    </a:lnTo>
                    <a:lnTo>
                      <a:pt x="154" y="164"/>
                    </a:lnTo>
                    <a:lnTo>
                      <a:pt x="156" y="164"/>
                    </a:lnTo>
                    <a:lnTo>
                      <a:pt x="156" y="164"/>
                    </a:lnTo>
                    <a:lnTo>
                      <a:pt x="156" y="164"/>
                    </a:lnTo>
                    <a:lnTo>
                      <a:pt x="158" y="164"/>
                    </a:lnTo>
                    <a:lnTo>
                      <a:pt x="158" y="164"/>
                    </a:lnTo>
                    <a:lnTo>
                      <a:pt x="158" y="164"/>
                    </a:lnTo>
                    <a:lnTo>
                      <a:pt x="158" y="164"/>
                    </a:lnTo>
                    <a:lnTo>
                      <a:pt x="161" y="164"/>
                    </a:lnTo>
                    <a:lnTo>
                      <a:pt x="161" y="164"/>
                    </a:lnTo>
                    <a:lnTo>
                      <a:pt x="161" y="164"/>
                    </a:lnTo>
                    <a:lnTo>
                      <a:pt x="163" y="164"/>
                    </a:lnTo>
                    <a:lnTo>
                      <a:pt x="163" y="164"/>
                    </a:lnTo>
                    <a:lnTo>
                      <a:pt x="163" y="164"/>
                    </a:lnTo>
                    <a:lnTo>
                      <a:pt x="163" y="164"/>
                    </a:lnTo>
                    <a:lnTo>
                      <a:pt x="163" y="164"/>
                    </a:lnTo>
                    <a:lnTo>
                      <a:pt x="165" y="164"/>
                    </a:lnTo>
                    <a:lnTo>
                      <a:pt x="165" y="164"/>
                    </a:lnTo>
                    <a:lnTo>
                      <a:pt x="165" y="164"/>
                    </a:lnTo>
                    <a:lnTo>
                      <a:pt x="165" y="164"/>
                    </a:lnTo>
                    <a:lnTo>
                      <a:pt x="165" y="164"/>
                    </a:lnTo>
                    <a:lnTo>
                      <a:pt x="165" y="166"/>
                    </a:lnTo>
                    <a:lnTo>
                      <a:pt x="168" y="166"/>
                    </a:lnTo>
                    <a:lnTo>
                      <a:pt x="168" y="166"/>
                    </a:lnTo>
                    <a:lnTo>
                      <a:pt x="168" y="169"/>
                    </a:lnTo>
                    <a:lnTo>
                      <a:pt x="165" y="169"/>
                    </a:lnTo>
                    <a:lnTo>
                      <a:pt x="165" y="169"/>
                    </a:lnTo>
                    <a:lnTo>
                      <a:pt x="165" y="171"/>
                    </a:lnTo>
                    <a:lnTo>
                      <a:pt x="165" y="171"/>
                    </a:lnTo>
                    <a:lnTo>
                      <a:pt x="165" y="173"/>
                    </a:lnTo>
                    <a:lnTo>
                      <a:pt x="168" y="173"/>
                    </a:lnTo>
                    <a:lnTo>
                      <a:pt x="168" y="173"/>
                    </a:lnTo>
                    <a:lnTo>
                      <a:pt x="168" y="173"/>
                    </a:lnTo>
                    <a:lnTo>
                      <a:pt x="170" y="173"/>
                    </a:lnTo>
                    <a:lnTo>
                      <a:pt x="170" y="173"/>
                    </a:lnTo>
                    <a:lnTo>
                      <a:pt x="170" y="176"/>
                    </a:lnTo>
                    <a:lnTo>
                      <a:pt x="170" y="176"/>
                    </a:lnTo>
                    <a:lnTo>
                      <a:pt x="170" y="176"/>
                    </a:lnTo>
                    <a:lnTo>
                      <a:pt x="170" y="176"/>
                    </a:lnTo>
                    <a:lnTo>
                      <a:pt x="170" y="176"/>
                    </a:lnTo>
                    <a:lnTo>
                      <a:pt x="170" y="178"/>
                    </a:lnTo>
                    <a:lnTo>
                      <a:pt x="170" y="178"/>
                    </a:lnTo>
                    <a:lnTo>
                      <a:pt x="170" y="178"/>
                    </a:lnTo>
                    <a:lnTo>
                      <a:pt x="170" y="180"/>
                    </a:lnTo>
                    <a:lnTo>
                      <a:pt x="172" y="180"/>
                    </a:lnTo>
                    <a:lnTo>
                      <a:pt x="172" y="180"/>
                    </a:lnTo>
                    <a:lnTo>
                      <a:pt x="175" y="180"/>
                    </a:lnTo>
                    <a:lnTo>
                      <a:pt x="175" y="178"/>
                    </a:lnTo>
                    <a:lnTo>
                      <a:pt x="175" y="178"/>
                    </a:lnTo>
                    <a:lnTo>
                      <a:pt x="175" y="178"/>
                    </a:lnTo>
                    <a:lnTo>
                      <a:pt x="175" y="178"/>
                    </a:lnTo>
                    <a:lnTo>
                      <a:pt x="177" y="178"/>
                    </a:lnTo>
                    <a:lnTo>
                      <a:pt x="177" y="178"/>
                    </a:lnTo>
                    <a:lnTo>
                      <a:pt x="177" y="178"/>
                    </a:lnTo>
                    <a:lnTo>
                      <a:pt x="177" y="180"/>
                    </a:lnTo>
                    <a:lnTo>
                      <a:pt x="177" y="180"/>
                    </a:lnTo>
                    <a:lnTo>
                      <a:pt x="180" y="180"/>
                    </a:lnTo>
                    <a:lnTo>
                      <a:pt x="180" y="180"/>
                    </a:lnTo>
                    <a:lnTo>
                      <a:pt x="182" y="180"/>
                    </a:lnTo>
                    <a:lnTo>
                      <a:pt x="182" y="178"/>
                    </a:lnTo>
                    <a:lnTo>
                      <a:pt x="182" y="178"/>
                    </a:lnTo>
                    <a:lnTo>
                      <a:pt x="182" y="178"/>
                    </a:lnTo>
                    <a:lnTo>
                      <a:pt x="184" y="178"/>
                    </a:lnTo>
                    <a:lnTo>
                      <a:pt x="184" y="178"/>
                    </a:lnTo>
                    <a:lnTo>
                      <a:pt x="184" y="178"/>
                    </a:lnTo>
                    <a:lnTo>
                      <a:pt x="184" y="176"/>
                    </a:lnTo>
                    <a:lnTo>
                      <a:pt x="184" y="176"/>
                    </a:lnTo>
                    <a:lnTo>
                      <a:pt x="184" y="176"/>
                    </a:lnTo>
                    <a:lnTo>
                      <a:pt x="184" y="176"/>
                    </a:lnTo>
                    <a:lnTo>
                      <a:pt x="187" y="176"/>
                    </a:lnTo>
                    <a:lnTo>
                      <a:pt x="187" y="176"/>
                    </a:lnTo>
                    <a:lnTo>
                      <a:pt x="187" y="173"/>
                    </a:lnTo>
                    <a:lnTo>
                      <a:pt x="189" y="173"/>
                    </a:lnTo>
                    <a:lnTo>
                      <a:pt x="189" y="173"/>
                    </a:lnTo>
                    <a:lnTo>
                      <a:pt x="189" y="173"/>
                    </a:lnTo>
                    <a:lnTo>
                      <a:pt x="189" y="173"/>
                    </a:lnTo>
                    <a:lnTo>
                      <a:pt x="191" y="173"/>
                    </a:lnTo>
                    <a:lnTo>
                      <a:pt x="191" y="171"/>
                    </a:lnTo>
                    <a:lnTo>
                      <a:pt x="191" y="171"/>
                    </a:lnTo>
                    <a:lnTo>
                      <a:pt x="191" y="173"/>
                    </a:lnTo>
                    <a:lnTo>
                      <a:pt x="191" y="173"/>
                    </a:lnTo>
                    <a:lnTo>
                      <a:pt x="191" y="176"/>
                    </a:lnTo>
                    <a:lnTo>
                      <a:pt x="191" y="176"/>
                    </a:lnTo>
                    <a:lnTo>
                      <a:pt x="191" y="176"/>
                    </a:lnTo>
                    <a:lnTo>
                      <a:pt x="191" y="176"/>
                    </a:lnTo>
                    <a:lnTo>
                      <a:pt x="191" y="178"/>
                    </a:lnTo>
                    <a:lnTo>
                      <a:pt x="191" y="178"/>
                    </a:lnTo>
                    <a:lnTo>
                      <a:pt x="191" y="178"/>
                    </a:lnTo>
                    <a:lnTo>
                      <a:pt x="191" y="180"/>
                    </a:lnTo>
                    <a:lnTo>
                      <a:pt x="191" y="180"/>
                    </a:lnTo>
                    <a:lnTo>
                      <a:pt x="189" y="180"/>
                    </a:lnTo>
                    <a:lnTo>
                      <a:pt x="189" y="180"/>
                    </a:lnTo>
                    <a:lnTo>
                      <a:pt x="189" y="180"/>
                    </a:lnTo>
                    <a:lnTo>
                      <a:pt x="189" y="183"/>
                    </a:lnTo>
                    <a:lnTo>
                      <a:pt x="189" y="183"/>
                    </a:lnTo>
                    <a:lnTo>
                      <a:pt x="187" y="183"/>
                    </a:lnTo>
                    <a:lnTo>
                      <a:pt x="187" y="183"/>
                    </a:lnTo>
                    <a:lnTo>
                      <a:pt x="187" y="183"/>
                    </a:lnTo>
                    <a:lnTo>
                      <a:pt x="187" y="185"/>
                    </a:lnTo>
                    <a:lnTo>
                      <a:pt x="184" y="185"/>
                    </a:lnTo>
                    <a:lnTo>
                      <a:pt x="184" y="185"/>
                    </a:lnTo>
                    <a:lnTo>
                      <a:pt x="184" y="185"/>
                    </a:lnTo>
                    <a:lnTo>
                      <a:pt x="182" y="185"/>
                    </a:lnTo>
                    <a:lnTo>
                      <a:pt x="182" y="185"/>
                    </a:lnTo>
                    <a:lnTo>
                      <a:pt x="182" y="185"/>
                    </a:lnTo>
                    <a:lnTo>
                      <a:pt x="182" y="188"/>
                    </a:lnTo>
                    <a:lnTo>
                      <a:pt x="182" y="188"/>
                    </a:lnTo>
                    <a:lnTo>
                      <a:pt x="182" y="188"/>
                    </a:lnTo>
                    <a:lnTo>
                      <a:pt x="182" y="190"/>
                    </a:lnTo>
                    <a:lnTo>
                      <a:pt x="182" y="190"/>
                    </a:lnTo>
                    <a:lnTo>
                      <a:pt x="182" y="190"/>
                    </a:lnTo>
                    <a:lnTo>
                      <a:pt x="180" y="190"/>
                    </a:lnTo>
                    <a:lnTo>
                      <a:pt x="180" y="190"/>
                    </a:lnTo>
                    <a:lnTo>
                      <a:pt x="180" y="192"/>
                    </a:lnTo>
                    <a:lnTo>
                      <a:pt x="180" y="192"/>
                    </a:lnTo>
                    <a:lnTo>
                      <a:pt x="180" y="195"/>
                    </a:lnTo>
                    <a:lnTo>
                      <a:pt x="177" y="195"/>
                    </a:lnTo>
                    <a:lnTo>
                      <a:pt x="177" y="195"/>
                    </a:lnTo>
                    <a:lnTo>
                      <a:pt x="180" y="195"/>
                    </a:lnTo>
                    <a:lnTo>
                      <a:pt x="180" y="195"/>
                    </a:lnTo>
                    <a:lnTo>
                      <a:pt x="182" y="195"/>
                    </a:lnTo>
                    <a:lnTo>
                      <a:pt x="182" y="195"/>
                    </a:lnTo>
                    <a:lnTo>
                      <a:pt x="180" y="195"/>
                    </a:lnTo>
                    <a:lnTo>
                      <a:pt x="180" y="195"/>
                    </a:lnTo>
                    <a:lnTo>
                      <a:pt x="180" y="197"/>
                    </a:lnTo>
                    <a:lnTo>
                      <a:pt x="177" y="197"/>
                    </a:lnTo>
                    <a:lnTo>
                      <a:pt x="177" y="195"/>
                    </a:lnTo>
                    <a:lnTo>
                      <a:pt x="177" y="195"/>
                    </a:lnTo>
                    <a:lnTo>
                      <a:pt x="177" y="195"/>
                    </a:lnTo>
                    <a:lnTo>
                      <a:pt x="175" y="195"/>
                    </a:lnTo>
                    <a:lnTo>
                      <a:pt x="175" y="197"/>
                    </a:lnTo>
                    <a:lnTo>
                      <a:pt x="175" y="197"/>
                    </a:lnTo>
                    <a:lnTo>
                      <a:pt x="175" y="197"/>
                    </a:lnTo>
                    <a:lnTo>
                      <a:pt x="175" y="197"/>
                    </a:lnTo>
                    <a:lnTo>
                      <a:pt x="172" y="197"/>
                    </a:lnTo>
                    <a:lnTo>
                      <a:pt x="172" y="199"/>
                    </a:lnTo>
                    <a:lnTo>
                      <a:pt x="172" y="199"/>
                    </a:lnTo>
                    <a:lnTo>
                      <a:pt x="172" y="199"/>
                    </a:lnTo>
                    <a:lnTo>
                      <a:pt x="172" y="202"/>
                    </a:lnTo>
                    <a:lnTo>
                      <a:pt x="170" y="202"/>
                    </a:lnTo>
                    <a:lnTo>
                      <a:pt x="170" y="202"/>
                    </a:lnTo>
                    <a:lnTo>
                      <a:pt x="170" y="204"/>
                    </a:lnTo>
                    <a:lnTo>
                      <a:pt x="170" y="204"/>
                    </a:lnTo>
                    <a:lnTo>
                      <a:pt x="170" y="204"/>
                    </a:lnTo>
                    <a:lnTo>
                      <a:pt x="170" y="204"/>
                    </a:lnTo>
                    <a:lnTo>
                      <a:pt x="170" y="207"/>
                    </a:lnTo>
                    <a:lnTo>
                      <a:pt x="170" y="207"/>
                    </a:lnTo>
                    <a:lnTo>
                      <a:pt x="170" y="207"/>
                    </a:lnTo>
                    <a:lnTo>
                      <a:pt x="168" y="207"/>
                    </a:lnTo>
                    <a:lnTo>
                      <a:pt x="168" y="207"/>
                    </a:lnTo>
                    <a:lnTo>
                      <a:pt x="168" y="207"/>
                    </a:lnTo>
                    <a:lnTo>
                      <a:pt x="168" y="204"/>
                    </a:lnTo>
                    <a:lnTo>
                      <a:pt x="165" y="204"/>
                    </a:lnTo>
                    <a:lnTo>
                      <a:pt x="165" y="204"/>
                    </a:lnTo>
                    <a:lnTo>
                      <a:pt x="165" y="204"/>
                    </a:lnTo>
                    <a:lnTo>
                      <a:pt x="165" y="207"/>
                    </a:lnTo>
                    <a:lnTo>
                      <a:pt x="163" y="207"/>
                    </a:lnTo>
                    <a:lnTo>
                      <a:pt x="163" y="207"/>
                    </a:lnTo>
                    <a:lnTo>
                      <a:pt x="163" y="209"/>
                    </a:lnTo>
                    <a:lnTo>
                      <a:pt x="163" y="209"/>
                    </a:lnTo>
                    <a:lnTo>
                      <a:pt x="163" y="209"/>
                    </a:lnTo>
                    <a:lnTo>
                      <a:pt x="161" y="209"/>
                    </a:lnTo>
                    <a:lnTo>
                      <a:pt x="161" y="209"/>
                    </a:lnTo>
                    <a:lnTo>
                      <a:pt x="158" y="209"/>
                    </a:lnTo>
                    <a:lnTo>
                      <a:pt x="158" y="209"/>
                    </a:lnTo>
                    <a:lnTo>
                      <a:pt x="158" y="209"/>
                    </a:lnTo>
                    <a:lnTo>
                      <a:pt x="158" y="207"/>
                    </a:lnTo>
                    <a:lnTo>
                      <a:pt x="156" y="207"/>
                    </a:lnTo>
                    <a:lnTo>
                      <a:pt x="156" y="207"/>
                    </a:lnTo>
                    <a:lnTo>
                      <a:pt x="156" y="209"/>
                    </a:lnTo>
                    <a:lnTo>
                      <a:pt x="156" y="209"/>
                    </a:lnTo>
                    <a:lnTo>
                      <a:pt x="156" y="209"/>
                    </a:lnTo>
                    <a:lnTo>
                      <a:pt x="156" y="211"/>
                    </a:lnTo>
                    <a:lnTo>
                      <a:pt x="158" y="211"/>
                    </a:lnTo>
                    <a:lnTo>
                      <a:pt x="158" y="211"/>
                    </a:lnTo>
                    <a:lnTo>
                      <a:pt x="158" y="214"/>
                    </a:lnTo>
                    <a:lnTo>
                      <a:pt x="158" y="214"/>
                    </a:lnTo>
                    <a:lnTo>
                      <a:pt x="156" y="214"/>
                    </a:lnTo>
                    <a:lnTo>
                      <a:pt x="156" y="214"/>
                    </a:lnTo>
                    <a:lnTo>
                      <a:pt x="156" y="214"/>
                    </a:lnTo>
                    <a:lnTo>
                      <a:pt x="156" y="214"/>
                    </a:lnTo>
                    <a:lnTo>
                      <a:pt x="154" y="214"/>
                    </a:lnTo>
                    <a:lnTo>
                      <a:pt x="154" y="214"/>
                    </a:lnTo>
                    <a:lnTo>
                      <a:pt x="151" y="214"/>
                    </a:lnTo>
                    <a:lnTo>
                      <a:pt x="151" y="214"/>
                    </a:lnTo>
                    <a:lnTo>
                      <a:pt x="151" y="214"/>
                    </a:lnTo>
                    <a:lnTo>
                      <a:pt x="151" y="214"/>
                    </a:lnTo>
                    <a:lnTo>
                      <a:pt x="149" y="214"/>
                    </a:lnTo>
                    <a:lnTo>
                      <a:pt x="149" y="214"/>
                    </a:lnTo>
                    <a:lnTo>
                      <a:pt x="149" y="214"/>
                    </a:lnTo>
                    <a:lnTo>
                      <a:pt x="149" y="214"/>
                    </a:lnTo>
                    <a:lnTo>
                      <a:pt x="149" y="216"/>
                    </a:lnTo>
                    <a:lnTo>
                      <a:pt x="146" y="216"/>
                    </a:lnTo>
                    <a:lnTo>
                      <a:pt x="146" y="216"/>
                    </a:lnTo>
                    <a:lnTo>
                      <a:pt x="146" y="218"/>
                    </a:lnTo>
                    <a:lnTo>
                      <a:pt x="146" y="218"/>
                    </a:lnTo>
                    <a:lnTo>
                      <a:pt x="146" y="221"/>
                    </a:lnTo>
                    <a:lnTo>
                      <a:pt x="146" y="221"/>
                    </a:lnTo>
                    <a:lnTo>
                      <a:pt x="146" y="221"/>
                    </a:lnTo>
                    <a:lnTo>
                      <a:pt x="146" y="223"/>
                    </a:lnTo>
                    <a:lnTo>
                      <a:pt x="144" y="223"/>
                    </a:lnTo>
                    <a:lnTo>
                      <a:pt x="144" y="223"/>
                    </a:lnTo>
                    <a:lnTo>
                      <a:pt x="144" y="223"/>
                    </a:lnTo>
                    <a:lnTo>
                      <a:pt x="144" y="223"/>
                    </a:lnTo>
                    <a:lnTo>
                      <a:pt x="144" y="223"/>
                    </a:lnTo>
                    <a:lnTo>
                      <a:pt x="142" y="223"/>
                    </a:lnTo>
                    <a:lnTo>
                      <a:pt x="142" y="223"/>
                    </a:lnTo>
                    <a:lnTo>
                      <a:pt x="142" y="223"/>
                    </a:lnTo>
                    <a:lnTo>
                      <a:pt x="142" y="223"/>
                    </a:lnTo>
                    <a:lnTo>
                      <a:pt x="139" y="223"/>
                    </a:lnTo>
                    <a:lnTo>
                      <a:pt x="139" y="223"/>
                    </a:lnTo>
                    <a:lnTo>
                      <a:pt x="137" y="223"/>
                    </a:lnTo>
                    <a:lnTo>
                      <a:pt x="137" y="225"/>
                    </a:lnTo>
                    <a:lnTo>
                      <a:pt x="137" y="225"/>
                    </a:lnTo>
                    <a:lnTo>
                      <a:pt x="137" y="225"/>
                    </a:lnTo>
                    <a:lnTo>
                      <a:pt x="135" y="225"/>
                    </a:lnTo>
                    <a:lnTo>
                      <a:pt x="135" y="225"/>
                    </a:lnTo>
                    <a:lnTo>
                      <a:pt x="132" y="225"/>
                    </a:lnTo>
                    <a:lnTo>
                      <a:pt x="132" y="225"/>
                    </a:lnTo>
                    <a:lnTo>
                      <a:pt x="132" y="225"/>
                    </a:lnTo>
                    <a:lnTo>
                      <a:pt x="130" y="225"/>
                    </a:lnTo>
                    <a:lnTo>
                      <a:pt x="130" y="225"/>
                    </a:lnTo>
                    <a:lnTo>
                      <a:pt x="130" y="225"/>
                    </a:lnTo>
                    <a:lnTo>
                      <a:pt x="130" y="225"/>
                    </a:lnTo>
                    <a:lnTo>
                      <a:pt x="130" y="225"/>
                    </a:lnTo>
                    <a:lnTo>
                      <a:pt x="130" y="223"/>
                    </a:lnTo>
                    <a:lnTo>
                      <a:pt x="128" y="223"/>
                    </a:lnTo>
                    <a:lnTo>
                      <a:pt x="128" y="223"/>
                    </a:lnTo>
                    <a:lnTo>
                      <a:pt x="128" y="223"/>
                    </a:lnTo>
                    <a:lnTo>
                      <a:pt x="125" y="223"/>
                    </a:lnTo>
                    <a:lnTo>
                      <a:pt x="125" y="223"/>
                    </a:lnTo>
                    <a:lnTo>
                      <a:pt x="125" y="223"/>
                    </a:lnTo>
                    <a:lnTo>
                      <a:pt x="125" y="225"/>
                    </a:lnTo>
                    <a:lnTo>
                      <a:pt x="125" y="225"/>
                    </a:lnTo>
                    <a:lnTo>
                      <a:pt x="125" y="225"/>
                    </a:lnTo>
                    <a:lnTo>
                      <a:pt x="125" y="225"/>
                    </a:lnTo>
                    <a:lnTo>
                      <a:pt x="123" y="225"/>
                    </a:lnTo>
                    <a:lnTo>
                      <a:pt x="123" y="228"/>
                    </a:lnTo>
                    <a:lnTo>
                      <a:pt x="123" y="228"/>
                    </a:lnTo>
                    <a:lnTo>
                      <a:pt x="123" y="228"/>
                    </a:lnTo>
                    <a:lnTo>
                      <a:pt x="123" y="228"/>
                    </a:lnTo>
                    <a:lnTo>
                      <a:pt x="123" y="230"/>
                    </a:lnTo>
                    <a:lnTo>
                      <a:pt x="123" y="230"/>
                    </a:lnTo>
                    <a:lnTo>
                      <a:pt x="120" y="230"/>
                    </a:lnTo>
                    <a:lnTo>
                      <a:pt x="120" y="233"/>
                    </a:lnTo>
                    <a:lnTo>
                      <a:pt x="120" y="233"/>
                    </a:lnTo>
                    <a:lnTo>
                      <a:pt x="120" y="233"/>
                    </a:lnTo>
                    <a:lnTo>
                      <a:pt x="120" y="235"/>
                    </a:lnTo>
                    <a:lnTo>
                      <a:pt x="120" y="235"/>
                    </a:lnTo>
                    <a:lnTo>
                      <a:pt x="120" y="235"/>
                    </a:lnTo>
                    <a:lnTo>
                      <a:pt x="120" y="235"/>
                    </a:lnTo>
                    <a:lnTo>
                      <a:pt x="120" y="235"/>
                    </a:lnTo>
                    <a:lnTo>
                      <a:pt x="120" y="235"/>
                    </a:lnTo>
                    <a:lnTo>
                      <a:pt x="120" y="237"/>
                    </a:lnTo>
                    <a:lnTo>
                      <a:pt x="120" y="237"/>
                    </a:lnTo>
                    <a:lnTo>
                      <a:pt x="120" y="240"/>
                    </a:lnTo>
                    <a:lnTo>
                      <a:pt x="120" y="240"/>
                    </a:lnTo>
                    <a:lnTo>
                      <a:pt x="120" y="240"/>
                    </a:lnTo>
                    <a:lnTo>
                      <a:pt x="120" y="242"/>
                    </a:lnTo>
                    <a:lnTo>
                      <a:pt x="118" y="242"/>
                    </a:lnTo>
                    <a:lnTo>
                      <a:pt x="118" y="242"/>
                    </a:lnTo>
                    <a:lnTo>
                      <a:pt x="118" y="244"/>
                    </a:lnTo>
                    <a:lnTo>
                      <a:pt x="118" y="244"/>
                    </a:lnTo>
                    <a:lnTo>
                      <a:pt x="118" y="244"/>
                    </a:lnTo>
                    <a:lnTo>
                      <a:pt x="118" y="244"/>
                    </a:lnTo>
                    <a:lnTo>
                      <a:pt x="118" y="244"/>
                    </a:lnTo>
                    <a:lnTo>
                      <a:pt x="118" y="244"/>
                    </a:lnTo>
                    <a:lnTo>
                      <a:pt x="118" y="244"/>
                    </a:lnTo>
                    <a:lnTo>
                      <a:pt x="118" y="247"/>
                    </a:lnTo>
                    <a:lnTo>
                      <a:pt x="118" y="247"/>
                    </a:lnTo>
                    <a:lnTo>
                      <a:pt x="118" y="249"/>
                    </a:lnTo>
                    <a:lnTo>
                      <a:pt x="118" y="249"/>
                    </a:lnTo>
                    <a:lnTo>
                      <a:pt x="118" y="252"/>
                    </a:lnTo>
                    <a:lnTo>
                      <a:pt x="118" y="252"/>
                    </a:lnTo>
                    <a:lnTo>
                      <a:pt x="120" y="252"/>
                    </a:lnTo>
                    <a:lnTo>
                      <a:pt x="120" y="254"/>
                    </a:lnTo>
                    <a:lnTo>
                      <a:pt x="118" y="254"/>
                    </a:lnTo>
                    <a:lnTo>
                      <a:pt x="118" y="254"/>
                    </a:lnTo>
                    <a:lnTo>
                      <a:pt x="118" y="254"/>
                    </a:lnTo>
                    <a:lnTo>
                      <a:pt x="116" y="254"/>
                    </a:lnTo>
                    <a:lnTo>
                      <a:pt x="116" y="254"/>
                    </a:lnTo>
                    <a:lnTo>
                      <a:pt x="116" y="254"/>
                    </a:lnTo>
                    <a:lnTo>
                      <a:pt x="116" y="254"/>
                    </a:lnTo>
                    <a:lnTo>
                      <a:pt x="116" y="254"/>
                    </a:lnTo>
                    <a:lnTo>
                      <a:pt x="113" y="254"/>
                    </a:lnTo>
                    <a:lnTo>
                      <a:pt x="113" y="254"/>
                    </a:lnTo>
                    <a:lnTo>
                      <a:pt x="111" y="25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5" name="Rectangle 113"/>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6" name="Rectangle 114"/>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7" name="Freeform 115"/>
              <p:cNvSpPr>
                <a:spLocks/>
              </p:cNvSpPr>
              <p:nvPr/>
            </p:nvSpPr>
            <p:spPr bwMode="auto">
              <a:xfrm>
                <a:off x="1401" y="1523"/>
                <a:ext cx="76" cy="78"/>
              </a:xfrm>
              <a:custGeom>
                <a:avLst/>
                <a:gdLst/>
                <a:ahLst/>
                <a:cxnLst>
                  <a:cxn ang="0">
                    <a:pos x="55" y="50"/>
                  </a:cxn>
                  <a:cxn ang="0">
                    <a:pos x="50" y="52"/>
                  </a:cxn>
                  <a:cxn ang="0">
                    <a:pos x="52" y="59"/>
                  </a:cxn>
                  <a:cxn ang="0">
                    <a:pos x="52" y="62"/>
                  </a:cxn>
                  <a:cxn ang="0">
                    <a:pos x="48" y="64"/>
                  </a:cxn>
                  <a:cxn ang="0">
                    <a:pos x="45" y="69"/>
                  </a:cxn>
                  <a:cxn ang="0">
                    <a:pos x="41" y="71"/>
                  </a:cxn>
                  <a:cxn ang="0">
                    <a:pos x="41" y="76"/>
                  </a:cxn>
                  <a:cxn ang="0">
                    <a:pos x="36" y="76"/>
                  </a:cxn>
                  <a:cxn ang="0">
                    <a:pos x="34" y="76"/>
                  </a:cxn>
                  <a:cxn ang="0">
                    <a:pos x="34" y="69"/>
                  </a:cxn>
                  <a:cxn ang="0">
                    <a:pos x="34" y="64"/>
                  </a:cxn>
                  <a:cxn ang="0">
                    <a:pos x="34" y="59"/>
                  </a:cxn>
                  <a:cxn ang="0">
                    <a:pos x="34" y="55"/>
                  </a:cxn>
                  <a:cxn ang="0">
                    <a:pos x="34" y="50"/>
                  </a:cxn>
                  <a:cxn ang="0">
                    <a:pos x="34" y="45"/>
                  </a:cxn>
                  <a:cxn ang="0">
                    <a:pos x="31" y="40"/>
                  </a:cxn>
                  <a:cxn ang="0">
                    <a:pos x="29" y="38"/>
                  </a:cxn>
                  <a:cxn ang="0">
                    <a:pos x="26" y="33"/>
                  </a:cxn>
                  <a:cxn ang="0">
                    <a:pos x="22" y="29"/>
                  </a:cxn>
                  <a:cxn ang="0">
                    <a:pos x="19" y="26"/>
                  </a:cxn>
                  <a:cxn ang="0">
                    <a:pos x="15" y="22"/>
                  </a:cxn>
                  <a:cxn ang="0">
                    <a:pos x="15" y="17"/>
                  </a:cxn>
                  <a:cxn ang="0">
                    <a:pos x="10" y="12"/>
                  </a:cxn>
                  <a:cxn ang="0">
                    <a:pos x="7" y="10"/>
                  </a:cxn>
                  <a:cxn ang="0">
                    <a:pos x="3" y="7"/>
                  </a:cxn>
                  <a:cxn ang="0">
                    <a:pos x="0" y="5"/>
                  </a:cxn>
                  <a:cxn ang="0">
                    <a:pos x="5" y="3"/>
                  </a:cxn>
                  <a:cxn ang="0">
                    <a:pos x="7" y="3"/>
                  </a:cxn>
                  <a:cxn ang="0">
                    <a:pos x="10" y="0"/>
                  </a:cxn>
                  <a:cxn ang="0">
                    <a:pos x="15" y="3"/>
                  </a:cxn>
                  <a:cxn ang="0">
                    <a:pos x="17" y="0"/>
                  </a:cxn>
                  <a:cxn ang="0">
                    <a:pos x="22" y="0"/>
                  </a:cxn>
                  <a:cxn ang="0">
                    <a:pos x="26" y="0"/>
                  </a:cxn>
                  <a:cxn ang="0">
                    <a:pos x="29" y="5"/>
                  </a:cxn>
                  <a:cxn ang="0">
                    <a:pos x="34" y="7"/>
                  </a:cxn>
                  <a:cxn ang="0">
                    <a:pos x="38" y="7"/>
                  </a:cxn>
                  <a:cxn ang="0">
                    <a:pos x="41" y="10"/>
                  </a:cxn>
                  <a:cxn ang="0">
                    <a:pos x="43" y="10"/>
                  </a:cxn>
                  <a:cxn ang="0">
                    <a:pos x="48" y="12"/>
                  </a:cxn>
                  <a:cxn ang="0">
                    <a:pos x="52" y="14"/>
                  </a:cxn>
                  <a:cxn ang="0">
                    <a:pos x="55" y="14"/>
                  </a:cxn>
                  <a:cxn ang="0">
                    <a:pos x="57" y="19"/>
                  </a:cxn>
                  <a:cxn ang="0">
                    <a:pos x="55" y="24"/>
                  </a:cxn>
                  <a:cxn ang="0">
                    <a:pos x="55" y="26"/>
                  </a:cxn>
                  <a:cxn ang="0">
                    <a:pos x="60" y="29"/>
                  </a:cxn>
                  <a:cxn ang="0">
                    <a:pos x="62" y="29"/>
                  </a:cxn>
                  <a:cxn ang="0">
                    <a:pos x="64" y="33"/>
                  </a:cxn>
                  <a:cxn ang="0">
                    <a:pos x="64" y="36"/>
                  </a:cxn>
                  <a:cxn ang="0">
                    <a:pos x="67" y="40"/>
                  </a:cxn>
                  <a:cxn ang="0">
                    <a:pos x="69" y="40"/>
                  </a:cxn>
                  <a:cxn ang="0">
                    <a:pos x="71" y="48"/>
                  </a:cxn>
                  <a:cxn ang="0">
                    <a:pos x="74" y="50"/>
                  </a:cxn>
                  <a:cxn ang="0">
                    <a:pos x="76" y="55"/>
                  </a:cxn>
                  <a:cxn ang="0">
                    <a:pos x="71" y="52"/>
                  </a:cxn>
                  <a:cxn ang="0">
                    <a:pos x="67" y="52"/>
                  </a:cxn>
                  <a:cxn ang="0">
                    <a:pos x="64" y="52"/>
                  </a:cxn>
                  <a:cxn ang="0">
                    <a:pos x="60" y="52"/>
                  </a:cxn>
                  <a:cxn ang="0">
                    <a:pos x="57" y="52"/>
                  </a:cxn>
                </a:cxnLst>
                <a:rect l="0" t="0" r="r" b="b"/>
                <a:pathLst>
                  <a:path w="76" h="78">
                    <a:moveTo>
                      <a:pt x="57" y="52"/>
                    </a:moveTo>
                    <a:lnTo>
                      <a:pt x="57" y="52"/>
                    </a:lnTo>
                    <a:lnTo>
                      <a:pt x="57" y="50"/>
                    </a:lnTo>
                    <a:lnTo>
                      <a:pt x="57" y="50"/>
                    </a:lnTo>
                    <a:lnTo>
                      <a:pt x="55" y="50"/>
                    </a:lnTo>
                    <a:lnTo>
                      <a:pt x="55" y="50"/>
                    </a:lnTo>
                    <a:lnTo>
                      <a:pt x="55" y="50"/>
                    </a:lnTo>
                    <a:lnTo>
                      <a:pt x="55" y="50"/>
                    </a:lnTo>
                    <a:lnTo>
                      <a:pt x="52" y="50"/>
                    </a:lnTo>
                    <a:lnTo>
                      <a:pt x="52" y="50"/>
                    </a:lnTo>
                    <a:lnTo>
                      <a:pt x="52" y="50"/>
                    </a:lnTo>
                    <a:lnTo>
                      <a:pt x="52" y="52"/>
                    </a:lnTo>
                    <a:lnTo>
                      <a:pt x="50" y="52"/>
                    </a:lnTo>
                    <a:lnTo>
                      <a:pt x="50" y="52"/>
                    </a:lnTo>
                    <a:lnTo>
                      <a:pt x="50" y="55"/>
                    </a:lnTo>
                    <a:lnTo>
                      <a:pt x="50" y="55"/>
                    </a:lnTo>
                    <a:lnTo>
                      <a:pt x="50" y="57"/>
                    </a:lnTo>
                    <a:lnTo>
                      <a:pt x="50" y="57"/>
                    </a:lnTo>
                    <a:lnTo>
                      <a:pt x="52" y="57"/>
                    </a:lnTo>
                    <a:lnTo>
                      <a:pt x="52" y="59"/>
                    </a:lnTo>
                    <a:lnTo>
                      <a:pt x="52" y="59"/>
                    </a:lnTo>
                    <a:lnTo>
                      <a:pt x="52" y="59"/>
                    </a:lnTo>
                    <a:lnTo>
                      <a:pt x="52" y="59"/>
                    </a:lnTo>
                    <a:lnTo>
                      <a:pt x="52" y="59"/>
                    </a:lnTo>
                    <a:lnTo>
                      <a:pt x="50" y="59"/>
                    </a:lnTo>
                    <a:lnTo>
                      <a:pt x="50" y="62"/>
                    </a:lnTo>
                    <a:lnTo>
                      <a:pt x="52" y="62"/>
                    </a:lnTo>
                    <a:lnTo>
                      <a:pt x="52" y="62"/>
                    </a:lnTo>
                    <a:lnTo>
                      <a:pt x="52" y="64"/>
                    </a:lnTo>
                    <a:lnTo>
                      <a:pt x="50" y="64"/>
                    </a:lnTo>
                    <a:lnTo>
                      <a:pt x="50" y="64"/>
                    </a:lnTo>
                    <a:lnTo>
                      <a:pt x="48" y="64"/>
                    </a:lnTo>
                    <a:lnTo>
                      <a:pt x="48" y="64"/>
                    </a:lnTo>
                    <a:lnTo>
                      <a:pt x="48" y="64"/>
                    </a:lnTo>
                    <a:lnTo>
                      <a:pt x="48" y="64"/>
                    </a:lnTo>
                    <a:lnTo>
                      <a:pt x="45" y="64"/>
                    </a:lnTo>
                    <a:lnTo>
                      <a:pt x="45" y="67"/>
                    </a:lnTo>
                    <a:lnTo>
                      <a:pt x="45" y="67"/>
                    </a:lnTo>
                    <a:lnTo>
                      <a:pt x="48" y="67"/>
                    </a:lnTo>
                    <a:lnTo>
                      <a:pt x="48" y="69"/>
                    </a:lnTo>
                    <a:lnTo>
                      <a:pt x="45" y="69"/>
                    </a:lnTo>
                    <a:lnTo>
                      <a:pt x="45" y="69"/>
                    </a:lnTo>
                    <a:lnTo>
                      <a:pt x="45" y="69"/>
                    </a:lnTo>
                    <a:lnTo>
                      <a:pt x="45" y="69"/>
                    </a:lnTo>
                    <a:lnTo>
                      <a:pt x="43" y="69"/>
                    </a:lnTo>
                    <a:lnTo>
                      <a:pt x="43" y="69"/>
                    </a:lnTo>
                    <a:lnTo>
                      <a:pt x="43" y="69"/>
                    </a:lnTo>
                    <a:lnTo>
                      <a:pt x="43" y="71"/>
                    </a:lnTo>
                    <a:lnTo>
                      <a:pt x="41" y="71"/>
                    </a:lnTo>
                    <a:lnTo>
                      <a:pt x="41" y="71"/>
                    </a:lnTo>
                    <a:lnTo>
                      <a:pt x="41" y="71"/>
                    </a:lnTo>
                    <a:lnTo>
                      <a:pt x="41" y="74"/>
                    </a:lnTo>
                    <a:lnTo>
                      <a:pt x="41" y="74"/>
                    </a:lnTo>
                    <a:lnTo>
                      <a:pt x="41" y="74"/>
                    </a:lnTo>
                    <a:lnTo>
                      <a:pt x="41" y="74"/>
                    </a:lnTo>
                    <a:lnTo>
                      <a:pt x="41" y="76"/>
                    </a:lnTo>
                    <a:lnTo>
                      <a:pt x="41" y="76"/>
                    </a:lnTo>
                    <a:lnTo>
                      <a:pt x="41" y="76"/>
                    </a:lnTo>
                    <a:lnTo>
                      <a:pt x="38" y="76"/>
                    </a:lnTo>
                    <a:lnTo>
                      <a:pt x="38" y="76"/>
                    </a:lnTo>
                    <a:lnTo>
                      <a:pt x="38" y="76"/>
                    </a:lnTo>
                    <a:lnTo>
                      <a:pt x="36" y="76"/>
                    </a:lnTo>
                    <a:lnTo>
                      <a:pt x="36" y="76"/>
                    </a:lnTo>
                    <a:lnTo>
                      <a:pt x="36" y="76"/>
                    </a:lnTo>
                    <a:lnTo>
                      <a:pt x="36" y="76"/>
                    </a:lnTo>
                    <a:lnTo>
                      <a:pt x="36" y="78"/>
                    </a:lnTo>
                    <a:lnTo>
                      <a:pt x="34" y="78"/>
                    </a:lnTo>
                    <a:lnTo>
                      <a:pt x="34" y="76"/>
                    </a:lnTo>
                    <a:lnTo>
                      <a:pt x="34" y="76"/>
                    </a:lnTo>
                    <a:lnTo>
                      <a:pt x="34" y="76"/>
                    </a:lnTo>
                    <a:lnTo>
                      <a:pt x="34" y="74"/>
                    </a:lnTo>
                    <a:lnTo>
                      <a:pt x="34" y="74"/>
                    </a:lnTo>
                    <a:lnTo>
                      <a:pt x="34" y="74"/>
                    </a:lnTo>
                    <a:lnTo>
                      <a:pt x="34" y="74"/>
                    </a:lnTo>
                    <a:lnTo>
                      <a:pt x="34" y="71"/>
                    </a:lnTo>
                    <a:lnTo>
                      <a:pt x="34" y="71"/>
                    </a:lnTo>
                    <a:lnTo>
                      <a:pt x="34" y="69"/>
                    </a:lnTo>
                    <a:lnTo>
                      <a:pt x="34" y="69"/>
                    </a:lnTo>
                    <a:lnTo>
                      <a:pt x="34" y="69"/>
                    </a:lnTo>
                    <a:lnTo>
                      <a:pt x="34" y="69"/>
                    </a:lnTo>
                    <a:lnTo>
                      <a:pt x="34" y="67"/>
                    </a:lnTo>
                    <a:lnTo>
                      <a:pt x="34" y="67"/>
                    </a:lnTo>
                    <a:lnTo>
                      <a:pt x="34" y="64"/>
                    </a:lnTo>
                    <a:lnTo>
                      <a:pt x="34" y="64"/>
                    </a:lnTo>
                    <a:lnTo>
                      <a:pt x="31" y="64"/>
                    </a:lnTo>
                    <a:lnTo>
                      <a:pt x="31" y="62"/>
                    </a:lnTo>
                    <a:lnTo>
                      <a:pt x="31" y="62"/>
                    </a:lnTo>
                    <a:lnTo>
                      <a:pt x="34" y="62"/>
                    </a:lnTo>
                    <a:lnTo>
                      <a:pt x="34" y="59"/>
                    </a:lnTo>
                    <a:lnTo>
                      <a:pt x="34" y="59"/>
                    </a:lnTo>
                    <a:lnTo>
                      <a:pt x="34" y="59"/>
                    </a:lnTo>
                    <a:lnTo>
                      <a:pt x="31" y="59"/>
                    </a:lnTo>
                    <a:lnTo>
                      <a:pt x="31" y="57"/>
                    </a:lnTo>
                    <a:lnTo>
                      <a:pt x="34" y="57"/>
                    </a:lnTo>
                    <a:lnTo>
                      <a:pt x="34" y="57"/>
                    </a:lnTo>
                    <a:lnTo>
                      <a:pt x="34" y="57"/>
                    </a:lnTo>
                    <a:lnTo>
                      <a:pt x="34" y="57"/>
                    </a:lnTo>
                    <a:lnTo>
                      <a:pt x="34" y="55"/>
                    </a:lnTo>
                    <a:lnTo>
                      <a:pt x="34" y="55"/>
                    </a:lnTo>
                    <a:lnTo>
                      <a:pt x="34" y="52"/>
                    </a:lnTo>
                    <a:lnTo>
                      <a:pt x="36" y="52"/>
                    </a:lnTo>
                    <a:lnTo>
                      <a:pt x="36" y="52"/>
                    </a:lnTo>
                    <a:lnTo>
                      <a:pt x="36" y="50"/>
                    </a:lnTo>
                    <a:lnTo>
                      <a:pt x="34" y="50"/>
                    </a:lnTo>
                    <a:lnTo>
                      <a:pt x="34" y="50"/>
                    </a:lnTo>
                    <a:lnTo>
                      <a:pt x="34" y="50"/>
                    </a:lnTo>
                    <a:lnTo>
                      <a:pt x="36" y="50"/>
                    </a:lnTo>
                    <a:lnTo>
                      <a:pt x="36" y="48"/>
                    </a:lnTo>
                    <a:lnTo>
                      <a:pt x="36" y="48"/>
                    </a:lnTo>
                    <a:lnTo>
                      <a:pt x="34" y="48"/>
                    </a:lnTo>
                    <a:lnTo>
                      <a:pt x="34" y="45"/>
                    </a:lnTo>
                    <a:lnTo>
                      <a:pt x="34" y="45"/>
                    </a:lnTo>
                    <a:lnTo>
                      <a:pt x="34" y="45"/>
                    </a:lnTo>
                    <a:lnTo>
                      <a:pt x="34" y="43"/>
                    </a:lnTo>
                    <a:lnTo>
                      <a:pt x="34" y="43"/>
                    </a:lnTo>
                    <a:lnTo>
                      <a:pt x="34" y="43"/>
                    </a:lnTo>
                    <a:lnTo>
                      <a:pt x="34" y="40"/>
                    </a:lnTo>
                    <a:lnTo>
                      <a:pt x="31" y="40"/>
                    </a:lnTo>
                    <a:lnTo>
                      <a:pt x="31" y="40"/>
                    </a:lnTo>
                    <a:lnTo>
                      <a:pt x="31" y="40"/>
                    </a:lnTo>
                    <a:lnTo>
                      <a:pt x="31" y="40"/>
                    </a:lnTo>
                    <a:lnTo>
                      <a:pt x="31" y="38"/>
                    </a:lnTo>
                    <a:lnTo>
                      <a:pt x="29" y="38"/>
                    </a:lnTo>
                    <a:lnTo>
                      <a:pt x="29" y="38"/>
                    </a:lnTo>
                    <a:lnTo>
                      <a:pt x="29" y="38"/>
                    </a:lnTo>
                    <a:lnTo>
                      <a:pt x="29" y="38"/>
                    </a:lnTo>
                    <a:lnTo>
                      <a:pt x="29" y="36"/>
                    </a:lnTo>
                    <a:lnTo>
                      <a:pt x="26" y="36"/>
                    </a:lnTo>
                    <a:lnTo>
                      <a:pt x="26" y="36"/>
                    </a:lnTo>
                    <a:lnTo>
                      <a:pt x="26" y="36"/>
                    </a:lnTo>
                    <a:lnTo>
                      <a:pt x="26" y="36"/>
                    </a:lnTo>
                    <a:lnTo>
                      <a:pt x="26" y="33"/>
                    </a:lnTo>
                    <a:lnTo>
                      <a:pt x="26" y="33"/>
                    </a:lnTo>
                    <a:lnTo>
                      <a:pt x="24" y="33"/>
                    </a:lnTo>
                    <a:lnTo>
                      <a:pt x="24" y="31"/>
                    </a:lnTo>
                    <a:lnTo>
                      <a:pt x="24" y="31"/>
                    </a:lnTo>
                    <a:lnTo>
                      <a:pt x="24" y="31"/>
                    </a:lnTo>
                    <a:lnTo>
                      <a:pt x="22" y="31"/>
                    </a:lnTo>
                    <a:lnTo>
                      <a:pt x="22" y="31"/>
                    </a:lnTo>
                    <a:lnTo>
                      <a:pt x="22" y="29"/>
                    </a:lnTo>
                    <a:lnTo>
                      <a:pt x="22" y="29"/>
                    </a:lnTo>
                    <a:lnTo>
                      <a:pt x="22" y="29"/>
                    </a:lnTo>
                    <a:lnTo>
                      <a:pt x="22" y="29"/>
                    </a:lnTo>
                    <a:lnTo>
                      <a:pt x="22" y="26"/>
                    </a:lnTo>
                    <a:lnTo>
                      <a:pt x="19" y="26"/>
                    </a:lnTo>
                    <a:lnTo>
                      <a:pt x="19" y="26"/>
                    </a:lnTo>
                    <a:lnTo>
                      <a:pt x="19" y="26"/>
                    </a:lnTo>
                    <a:lnTo>
                      <a:pt x="19" y="26"/>
                    </a:lnTo>
                    <a:lnTo>
                      <a:pt x="19" y="24"/>
                    </a:lnTo>
                    <a:lnTo>
                      <a:pt x="17" y="24"/>
                    </a:lnTo>
                    <a:lnTo>
                      <a:pt x="17" y="24"/>
                    </a:lnTo>
                    <a:lnTo>
                      <a:pt x="17" y="24"/>
                    </a:lnTo>
                    <a:lnTo>
                      <a:pt x="17" y="22"/>
                    </a:lnTo>
                    <a:lnTo>
                      <a:pt x="15" y="22"/>
                    </a:lnTo>
                    <a:lnTo>
                      <a:pt x="15" y="22"/>
                    </a:lnTo>
                    <a:lnTo>
                      <a:pt x="15" y="22"/>
                    </a:lnTo>
                    <a:lnTo>
                      <a:pt x="15" y="19"/>
                    </a:lnTo>
                    <a:lnTo>
                      <a:pt x="15" y="19"/>
                    </a:lnTo>
                    <a:lnTo>
                      <a:pt x="15" y="19"/>
                    </a:lnTo>
                    <a:lnTo>
                      <a:pt x="15" y="19"/>
                    </a:lnTo>
                    <a:lnTo>
                      <a:pt x="15" y="17"/>
                    </a:lnTo>
                    <a:lnTo>
                      <a:pt x="12" y="17"/>
                    </a:lnTo>
                    <a:lnTo>
                      <a:pt x="12" y="17"/>
                    </a:lnTo>
                    <a:lnTo>
                      <a:pt x="12" y="14"/>
                    </a:lnTo>
                    <a:lnTo>
                      <a:pt x="12" y="14"/>
                    </a:lnTo>
                    <a:lnTo>
                      <a:pt x="12" y="14"/>
                    </a:lnTo>
                    <a:lnTo>
                      <a:pt x="12" y="12"/>
                    </a:lnTo>
                    <a:lnTo>
                      <a:pt x="10" y="12"/>
                    </a:lnTo>
                    <a:lnTo>
                      <a:pt x="10" y="12"/>
                    </a:lnTo>
                    <a:lnTo>
                      <a:pt x="10" y="12"/>
                    </a:lnTo>
                    <a:lnTo>
                      <a:pt x="10" y="10"/>
                    </a:lnTo>
                    <a:lnTo>
                      <a:pt x="10" y="10"/>
                    </a:lnTo>
                    <a:lnTo>
                      <a:pt x="10" y="10"/>
                    </a:lnTo>
                    <a:lnTo>
                      <a:pt x="7" y="10"/>
                    </a:lnTo>
                    <a:lnTo>
                      <a:pt x="7" y="10"/>
                    </a:lnTo>
                    <a:lnTo>
                      <a:pt x="7" y="10"/>
                    </a:lnTo>
                    <a:lnTo>
                      <a:pt x="7" y="7"/>
                    </a:lnTo>
                    <a:lnTo>
                      <a:pt x="7" y="7"/>
                    </a:lnTo>
                    <a:lnTo>
                      <a:pt x="5" y="7"/>
                    </a:lnTo>
                    <a:lnTo>
                      <a:pt x="5" y="7"/>
                    </a:lnTo>
                    <a:lnTo>
                      <a:pt x="5" y="7"/>
                    </a:lnTo>
                    <a:lnTo>
                      <a:pt x="3" y="7"/>
                    </a:lnTo>
                    <a:lnTo>
                      <a:pt x="3" y="7"/>
                    </a:lnTo>
                    <a:lnTo>
                      <a:pt x="3" y="7"/>
                    </a:lnTo>
                    <a:lnTo>
                      <a:pt x="0" y="7"/>
                    </a:lnTo>
                    <a:lnTo>
                      <a:pt x="0" y="7"/>
                    </a:lnTo>
                    <a:lnTo>
                      <a:pt x="0" y="5"/>
                    </a:lnTo>
                    <a:lnTo>
                      <a:pt x="0" y="5"/>
                    </a:lnTo>
                    <a:lnTo>
                      <a:pt x="0" y="5"/>
                    </a:lnTo>
                    <a:lnTo>
                      <a:pt x="3" y="5"/>
                    </a:lnTo>
                    <a:lnTo>
                      <a:pt x="3" y="5"/>
                    </a:lnTo>
                    <a:lnTo>
                      <a:pt x="3" y="5"/>
                    </a:lnTo>
                    <a:lnTo>
                      <a:pt x="3" y="5"/>
                    </a:lnTo>
                    <a:lnTo>
                      <a:pt x="5" y="5"/>
                    </a:lnTo>
                    <a:lnTo>
                      <a:pt x="5" y="5"/>
                    </a:lnTo>
                    <a:lnTo>
                      <a:pt x="5" y="3"/>
                    </a:lnTo>
                    <a:lnTo>
                      <a:pt x="3" y="3"/>
                    </a:lnTo>
                    <a:lnTo>
                      <a:pt x="3" y="3"/>
                    </a:lnTo>
                    <a:lnTo>
                      <a:pt x="3" y="3"/>
                    </a:lnTo>
                    <a:lnTo>
                      <a:pt x="3" y="3"/>
                    </a:lnTo>
                    <a:lnTo>
                      <a:pt x="5" y="3"/>
                    </a:lnTo>
                    <a:lnTo>
                      <a:pt x="5" y="3"/>
                    </a:lnTo>
                    <a:lnTo>
                      <a:pt x="7" y="3"/>
                    </a:lnTo>
                    <a:lnTo>
                      <a:pt x="7" y="3"/>
                    </a:lnTo>
                    <a:lnTo>
                      <a:pt x="7" y="3"/>
                    </a:lnTo>
                    <a:lnTo>
                      <a:pt x="7" y="3"/>
                    </a:lnTo>
                    <a:lnTo>
                      <a:pt x="10" y="3"/>
                    </a:lnTo>
                    <a:lnTo>
                      <a:pt x="10" y="3"/>
                    </a:lnTo>
                    <a:lnTo>
                      <a:pt x="10" y="0"/>
                    </a:lnTo>
                    <a:lnTo>
                      <a:pt x="10" y="0"/>
                    </a:lnTo>
                    <a:lnTo>
                      <a:pt x="10" y="3"/>
                    </a:lnTo>
                    <a:lnTo>
                      <a:pt x="10" y="3"/>
                    </a:lnTo>
                    <a:lnTo>
                      <a:pt x="10" y="3"/>
                    </a:lnTo>
                    <a:lnTo>
                      <a:pt x="12" y="3"/>
                    </a:lnTo>
                    <a:lnTo>
                      <a:pt x="12" y="3"/>
                    </a:lnTo>
                    <a:lnTo>
                      <a:pt x="12" y="3"/>
                    </a:lnTo>
                    <a:lnTo>
                      <a:pt x="15" y="3"/>
                    </a:lnTo>
                    <a:lnTo>
                      <a:pt x="15" y="3"/>
                    </a:lnTo>
                    <a:lnTo>
                      <a:pt x="15" y="3"/>
                    </a:lnTo>
                    <a:lnTo>
                      <a:pt x="15" y="3"/>
                    </a:lnTo>
                    <a:lnTo>
                      <a:pt x="15" y="0"/>
                    </a:lnTo>
                    <a:lnTo>
                      <a:pt x="15" y="0"/>
                    </a:lnTo>
                    <a:lnTo>
                      <a:pt x="17" y="0"/>
                    </a:lnTo>
                    <a:lnTo>
                      <a:pt x="17" y="0"/>
                    </a:lnTo>
                    <a:lnTo>
                      <a:pt x="17" y="3"/>
                    </a:lnTo>
                    <a:lnTo>
                      <a:pt x="19" y="3"/>
                    </a:lnTo>
                    <a:lnTo>
                      <a:pt x="19" y="0"/>
                    </a:lnTo>
                    <a:lnTo>
                      <a:pt x="19" y="0"/>
                    </a:lnTo>
                    <a:lnTo>
                      <a:pt x="19" y="0"/>
                    </a:lnTo>
                    <a:lnTo>
                      <a:pt x="19" y="0"/>
                    </a:lnTo>
                    <a:lnTo>
                      <a:pt x="22" y="0"/>
                    </a:lnTo>
                    <a:lnTo>
                      <a:pt x="22" y="0"/>
                    </a:lnTo>
                    <a:lnTo>
                      <a:pt x="22" y="0"/>
                    </a:lnTo>
                    <a:lnTo>
                      <a:pt x="22" y="0"/>
                    </a:lnTo>
                    <a:lnTo>
                      <a:pt x="24" y="0"/>
                    </a:lnTo>
                    <a:lnTo>
                      <a:pt x="24" y="0"/>
                    </a:lnTo>
                    <a:lnTo>
                      <a:pt x="26" y="0"/>
                    </a:lnTo>
                    <a:lnTo>
                      <a:pt x="26" y="0"/>
                    </a:lnTo>
                    <a:lnTo>
                      <a:pt x="26" y="3"/>
                    </a:lnTo>
                    <a:lnTo>
                      <a:pt x="26" y="3"/>
                    </a:lnTo>
                    <a:lnTo>
                      <a:pt x="26" y="3"/>
                    </a:lnTo>
                    <a:lnTo>
                      <a:pt x="29" y="3"/>
                    </a:lnTo>
                    <a:lnTo>
                      <a:pt x="29" y="5"/>
                    </a:lnTo>
                    <a:lnTo>
                      <a:pt x="29" y="5"/>
                    </a:lnTo>
                    <a:lnTo>
                      <a:pt x="29" y="5"/>
                    </a:lnTo>
                    <a:lnTo>
                      <a:pt x="31" y="5"/>
                    </a:lnTo>
                    <a:lnTo>
                      <a:pt x="31" y="5"/>
                    </a:lnTo>
                    <a:lnTo>
                      <a:pt x="31" y="5"/>
                    </a:lnTo>
                    <a:lnTo>
                      <a:pt x="31" y="7"/>
                    </a:lnTo>
                    <a:lnTo>
                      <a:pt x="34" y="7"/>
                    </a:lnTo>
                    <a:lnTo>
                      <a:pt x="34" y="7"/>
                    </a:lnTo>
                    <a:lnTo>
                      <a:pt x="34" y="7"/>
                    </a:lnTo>
                    <a:lnTo>
                      <a:pt x="34" y="7"/>
                    </a:lnTo>
                    <a:lnTo>
                      <a:pt x="36" y="7"/>
                    </a:lnTo>
                    <a:lnTo>
                      <a:pt x="36" y="7"/>
                    </a:lnTo>
                    <a:lnTo>
                      <a:pt x="36" y="7"/>
                    </a:lnTo>
                    <a:lnTo>
                      <a:pt x="36" y="7"/>
                    </a:lnTo>
                    <a:lnTo>
                      <a:pt x="38" y="7"/>
                    </a:lnTo>
                    <a:lnTo>
                      <a:pt x="38" y="7"/>
                    </a:lnTo>
                    <a:lnTo>
                      <a:pt x="36" y="7"/>
                    </a:lnTo>
                    <a:lnTo>
                      <a:pt x="36" y="10"/>
                    </a:lnTo>
                    <a:lnTo>
                      <a:pt x="38" y="10"/>
                    </a:lnTo>
                    <a:lnTo>
                      <a:pt x="38" y="10"/>
                    </a:lnTo>
                    <a:lnTo>
                      <a:pt x="38" y="10"/>
                    </a:lnTo>
                    <a:lnTo>
                      <a:pt x="38" y="10"/>
                    </a:lnTo>
                    <a:lnTo>
                      <a:pt x="41" y="10"/>
                    </a:lnTo>
                    <a:lnTo>
                      <a:pt x="41" y="10"/>
                    </a:lnTo>
                    <a:lnTo>
                      <a:pt x="41" y="10"/>
                    </a:lnTo>
                    <a:lnTo>
                      <a:pt x="41" y="10"/>
                    </a:lnTo>
                    <a:lnTo>
                      <a:pt x="41" y="10"/>
                    </a:lnTo>
                    <a:lnTo>
                      <a:pt x="43" y="10"/>
                    </a:lnTo>
                    <a:lnTo>
                      <a:pt x="43" y="10"/>
                    </a:lnTo>
                    <a:lnTo>
                      <a:pt x="43" y="10"/>
                    </a:lnTo>
                    <a:lnTo>
                      <a:pt x="43" y="10"/>
                    </a:lnTo>
                    <a:lnTo>
                      <a:pt x="45" y="10"/>
                    </a:lnTo>
                    <a:lnTo>
                      <a:pt x="45" y="10"/>
                    </a:lnTo>
                    <a:lnTo>
                      <a:pt x="48" y="10"/>
                    </a:lnTo>
                    <a:lnTo>
                      <a:pt x="48" y="10"/>
                    </a:lnTo>
                    <a:lnTo>
                      <a:pt x="48" y="10"/>
                    </a:lnTo>
                    <a:lnTo>
                      <a:pt x="48" y="12"/>
                    </a:lnTo>
                    <a:lnTo>
                      <a:pt x="48" y="12"/>
                    </a:lnTo>
                    <a:lnTo>
                      <a:pt x="48" y="12"/>
                    </a:lnTo>
                    <a:lnTo>
                      <a:pt x="50" y="12"/>
                    </a:lnTo>
                    <a:lnTo>
                      <a:pt x="50" y="14"/>
                    </a:lnTo>
                    <a:lnTo>
                      <a:pt x="50" y="14"/>
                    </a:lnTo>
                    <a:lnTo>
                      <a:pt x="52" y="14"/>
                    </a:lnTo>
                    <a:lnTo>
                      <a:pt x="52" y="14"/>
                    </a:lnTo>
                    <a:lnTo>
                      <a:pt x="52" y="14"/>
                    </a:lnTo>
                    <a:lnTo>
                      <a:pt x="55" y="14"/>
                    </a:lnTo>
                    <a:lnTo>
                      <a:pt x="55" y="12"/>
                    </a:lnTo>
                    <a:lnTo>
                      <a:pt x="55" y="12"/>
                    </a:lnTo>
                    <a:lnTo>
                      <a:pt x="55" y="14"/>
                    </a:lnTo>
                    <a:lnTo>
                      <a:pt x="55" y="14"/>
                    </a:lnTo>
                    <a:lnTo>
                      <a:pt x="55" y="14"/>
                    </a:lnTo>
                    <a:lnTo>
                      <a:pt x="55" y="17"/>
                    </a:lnTo>
                    <a:lnTo>
                      <a:pt x="57" y="17"/>
                    </a:lnTo>
                    <a:lnTo>
                      <a:pt x="57" y="17"/>
                    </a:lnTo>
                    <a:lnTo>
                      <a:pt x="55" y="17"/>
                    </a:lnTo>
                    <a:lnTo>
                      <a:pt x="55" y="19"/>
                    </a:lnTo>
                    <a:lnTo>
                      <a:pt x="57" y="19"/>
                    </a:lnTo>
                    <a:lnTo>
                      <a:pt x="57" y="19"/>
                    </a:lnTo>
                    <a:lnTo>
                      <a:pt x="57" y="19"/>
                    </a:lnTo>
                    <a:lnTo>
                      <a:pt x="57" y="19"/>
                    </a:lnTo>
                    <a:lnTo>
                      <a:pt x="57" y="19"/>
                    </a:lnTo>
                    <a:lnTo>
                      <a:pt x="55" y="19"/>
                    </a:lnTo>
                    <a:lnTo>
                      <a:pt x="55" y="22"/>
                    </a:lnTo>
                    <a:lnTo>
                      <a:pt x="55" y="22"/>
                    </a:lnTo>
                    <a:lnTo>
                      <a:pt x="55" y="24"/>
                    </a:lnTo>
                    <a:lnTo>
                      <a:pt x="55" y="24"/>
                    </a:lnTo>
                    <a:lnTo>
                      <a:pt x="55" y="24"/>
                    </a:lnTo>
                    <a:lnTo>
                      <a:pt x="55" y="24"/>
                    </a:lnTo>
                    <a:lnTo>
                      <a:pt x="55" y="26"/>
                    </a:lnTo>
                    <a:lnTo>
                      <a:pt x="55" y="26"/>
                    </a:lnTo>
                    <a:lnTo>
                      <a:pt x="55" y="26"/>
                    </a:lnTo>
                    <a:lnTo>
                      <a:pt x="55" y="26"/>
                    </a:lnTo>
                    <a:lnTo>
                      <a:pt x="55" y="26"/>
                    </a:lnTo>
                    <a:lnTo>
                      <a:pt x="55" y="29"/>
                    </a:lnTo>
                    <a:lnTo>
                      <a:pt x="55" y="29"/>
                    </a:lnTo>
                    <a:lnTo>
                      <a:pt x="57" y="29"/>
                    </a:lnTo>
                    <a:lnTo>
                      <a:pt x="57" y="29"/>
                    </a:lnTo>
                    <a:lnTo>
                      <a:pt x="60" y="29"/>
                    </a:lnTo>
                    <a:lnTo>
                      <a:pt x="60" y="29"/>
                    </a:lnTo>
                    <a:lnTo>
                      <a:pt x="60" y="29"/>
                    </a:lnTo>
                    <a:lnTo>
                      <a:pt x="60" y="29"/>
                    </a:lnTo>
                    <a:lnTo>
                      <a:pt x="60" y="29"/>
                    </a:lnTo>
                    <a:lnTo>
                      <a:pt x="60" y="31"/>
                    </a:lnTo>
                    <a:lnTo>
                      <a:pt x="62" y="31"/>
                    </a:lnTo>
                    <a:lnTo>
                      <a:pt x="62" y="31"/>
                    </a:lnTo>
                    <a:lnTo>
                      <a:pt x="62" y="29"/>
                    </a:lnTo>
                    <a:lnTo>
                      <a:pt x="62" y="29"/>
                    </a:lnTo>
                    <a:lnTo>
                      <a:pt x="62" y="29"/>
                    </a:lnTo>
                    <a:lnTo>
                      <a:pt x="64" y="29"/>
                    </a:lnTo>
                    <a:lnTo>
                      <a:pt x="64" y="29"/>
                    </a:lnTo>
                    <a:lnTo>
                      <a:pt x="64" y="31"/>
                    </a:lnTo>
                    <a:lnTo>
                      <a:pt x="64" y="31"/>
                    </a:lnTo>
                    <a:lnTo>
                      <a:pt x="64" y="33"/>
                    </a:lnTo>
                    <a:lnTo>
                      <a:pt x="64" y="33"/>
                    </a:lnTo>
                    <a:lnTo>
                      <a:pt x="64" y="36"/>
                    </a:lnTo>
                    <a:lnTo>
                      <a:pt x="62" y="36"/>
                    </a:lnTo>
                    <a:lnTo>
                      <a:pt x="62" y="36"/>
                    </a:lnTo>
                    <a:lnTo>
                      <a:pt x="62" y="36"/>
                    </a:lnTo>
                    <a:lnTo>
                      <a:pt x="62" y="36"/>
                    </a:lnTo>
                    <a:lnTo>
                      <a:pt x="64" y="36"/>
                    </a:lnTo>
                    <a:lnTo>
                      <a:pt x="64" y="36"/>
                    </a:lnTo>
                    <a:lnTo>
                      <a:pt x="64" y="38"/>
                    </a:lnTo>
                    <a:lnTo>
                      <a:pt x="64" y="38"/>
                    </a:lnTo>
                    <a:lnTo>
                      <a:pt x="64" y="38"/>
                    </a:lnTo>
                    <a:lnTo>
                      <a:pt x="64" y="40"/>
                    </a:lnTo>
                    <a:lnTo>
                      <a:pt x="64" y="40"/>
                    </a:lnTo>
                    <a:lnTo>
                      <a:pt x="67" y="40"/>
                    </a:lnTo>
                    <a:lnTo>
                      <a:pt x="67" y="40"/>
                    </a:lnTo>
                    <a:lnTo>
                      <a:pt x="67" y="40"/>
                    </a:lnTo>
                    <a:lnTo>
                      <a:pt x="67" y="40"/>
                    </a:lnTo>
                    <a:lnTo>
                      <a:pt x="67" y="40"/>
                    </a:lnTo>
                    <a:lnTo>
                      <a:pt x="69" y="40"/>
                    </a:lnTo>
                    <a:lnTo>
                      <a:pt x="69" y="40"/>
                    </a:lnTo>
                    <a:lnTo>
                      <a:pt x="69" y="40"/>
                    </a:lnTo>
                    <a:lnTo>
                      <a:pt x="69" y="43"/>
                    </a:lnTo>
                    <a:lnTo>
                      <a:pt x="71" y="43"/>
                    </a:lnTo>
                    <a:lnTo>
                      <a:pt x="71" y="43"/>
                    </a:lnTo>
                    <a:lnTo>
                      <a:pt x="71" y="43"/>
                    </a:lnTo>
                    <a:lnTo>
                      <a:pt x="71" y="45"/>
                    </a:lnTo>
                    <a:lnTo>
                      <a:pt x="71" y="45"/>
                    </a:lnTo>
                    <a:lnTo>
                      <a:pt x="71" y="48"/>
                    </a:lnTo>
                    <a:lnTo>
                      <a:pt x="71" y="48"/>
                    </a:lnTo>
                    <a:lnTo>
                      <a:pt x="71" y="50"/>
                    </a:lnTo>
                    <a:lnTo>
                      <a:pt x="71" y="50"/>
                    </a:lnTo>
                    <a:lnTo>
                      <a:pt x="71" y="50"/>
                    </a:lnTo>
                    <a:lnTo>
                      <a:pt x="71" y="50"/>
                    </a:lnTo>
                    <a:lnTo>
                      <a:pt x="71" y="50"/>
                    </a:lnTo>
                    <a:lnTo>
                      <a:pt x="74" y="50"/>
                    </a:lnTo>
                    <a:lnTo>
                      <a:pt x="74" y="50"/>
                    </a:lnTo>
                    <a:lnTo>
                      <a:pt x="74" y="52"/>
                    </a:lnTo>
                    <a:lnTo>
                      <a:pt x="74" y="52"/>
                    </a:lnTo>
                    <a:lnTo>
                      <a:pt x="74" y="52"/>
                    </a:lnTo>
                    <a:lnTo>
                      <a:pt x="76" y="52"/>
                    </a:lnTo>
                    <a:lnTo>
                      <a:pt x="76" y="52"/>
                    </a:lnTo>
                    <a:lnTo>
                      <a:pt x="76" y="55"/>
                    </a:lnTo>
                    <a:lnTo>
                      <a:pt x="76" y="55"/>
                    </a:lnTo>
                    <a:lnTo>
                      <a:pt x="74" y="55"/>
                    </a:lnTo>
                    <a:lnTo>
                      <a:pt x="74" y="55"/>
                    </a:lnTo>
                    <a:lnTo>
                      <a:pt x="74" y="55"/>
                    </a:lnTo>
                    <a:lnTo>
                      <a:pt x="71" y="55"/>
                    </a:lnTo>
                    <a:lnTo>
                      <a:pt x="71" y="52"/>
                    </a:lnTo>
                    <a:lnTo>
                      <a:pt x="71" y="52"/>
                    </a:lnTo>
                    <a:lnTo>
                      <a:pt x="71" y="55"/>
                    </a:lnTo>
                    <a:lnTo>
                      <a:pt x="69" y="55"/>
                    </a:lnTo>
                    <a:lnTo>
                      <a:pt x="69" y="55"/>
                    </a:lnTo>
                    <a:lnTo>
                      <a:pt x="69" y="52"/>
                    </a:lnTo>
                    <a:lnTo>
                      <a:pt x="69" y="52"/>
                    </a:lnTo>
                    <a:lnTo>
                      <a:pt x="69" y="52"/>
                    </a:lnTo>
                    <a:lnTo>
                      <a:pt x="67" y="52"/>
                    </a:lnTo>
                    <a:lnTo>
                      <a:pt x="67" y="52"/>
                    </a:lnTo>
                    <a:lnTo>
                      <a:pt x="67" y="52"/>
                    </a:lnTo>
                    <a:lnTo>
                      <a:pt x="67" y="52"/>
                    </a:lnTo>
                    <a:lnTo>
                      <a:pt x="67" y="55"/>
                    </a:lnTo>
                    <a:lnTo>
                      <a:pt x="64" y="55"/>
                    </a:lnTo>
                    <a:lnTo>
                      <a:pt x="64" y="55"/>
                    </a:lnTo>
                    <a:lnTo>
                      <a:pt x="64" y="52"/>
                    </a:lnTo>
                    <a:lnTo>
                      <a:pt x="62" y="52"/>
                    </a:lnTo>
                    <a:lnTo>
                      <a:pt x="62" y="52"/>
                    </a:lnTo>
                    <a:lnTo>
                      <a:pt x="62" y="52"/>
                    </a:lnTo>
                    <a:lnTo>
                      <a:pt x="62" y="52"/>
                    </a:lnTo>
                    <a:lnTo>
                      <a:pt x="62" y="50"/>
                    </a:lnTo>
                    <a:lnTo>
                      <a:pt x="60" y="50"/>
                    </a:lnTo>
                    <a:lnTo>
                      <a:pt x="60" y="52"/>
                    </a:lnTo>
                    <a:lnTo>
                      <a:pt x="60" y="52"/>
                    </a:lnTo>
                    <a:lnTo>
                      <a:pt x="60" y="50"/>
                    </a:lnTo>
                    <a:lnTo>
                      <a:pt x="60" y="50"/>
                    </a:lnTo>
                    <a:lnTo>
                      <a:pt x="60" y="52"/>
                    </a:lnTo>
                    <a:lnTo>
                      <a:pt x="57" y="52"/>
                    </a:lnTo>
                    <a:lnTo>
                      <a:pt x="57" y="52"/>
                    </a:lnTo>
                    <a:lnTo>
                      <a:pt x="57" y="5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8" name="Freeform 116"/>
              <p:cNvSpPr>
                <a:spLocks/>
              </p:cNvSpPr>
              <p:nvPr/>
            </p:nvSpPr>
            <p:spPr bwMode="auto">
              <a:xfrm>
                <a:off x="1401" y="1523"/>
                <a:ext cx="76" cy="78"/>
              </a:xfrm>
              <a:custGeom>
                <a:avLst/>
                <a:gdLst/>
                <a:ahLst/>
                <a:cxnLst>
                  <a:cxn ang="0">
                    <a:pos x="55" y="50"/>
                  </a:cxn>
                  <a:cxn ang="0">
                    <a:pos x="50" y="52"/>
                  </a:cxn>
                  <a:cxn ang="0">
                    <a:pos x="52" y="59"/>
                  </a:cxn>
                  <a:cxn ang="0">
                    <a:pos x="52" y="62"/>
                  </a:cxn>
                  <a:cxn ang="0">
                    <a:pos x="48" y="64"/>
                  </a:cxn>
                  <a:cxn ang="0">
                    <a:pos x="45" y="69"/>
                  </a:cxn>
                  <a:cxn ang="0">
                    <a:pos x="41" y="71"/>
                  </a:cxn>
                  <a:cxn ang="0">
                    <a:pos x="41" y="76"/>
                  </a:cxn>
                  <a:cxn ang="0">
                    <a:pos x="36" y="76"/>
                  </a:cxn>
                  <a:cxn ang="0">
                    <a:pos x="34" y="76"/>
                  </a:cxn>
                  <a:cxn ang="0">
                    <a:pos x="34" y="69"/>
                  </a:cxn>
                  <a:cxn ang="0">
                    <a:pos x="34" y="64"/>
                  </a:cxn>
                  <a:cxn ang="0">
                    <a:pos x="34" y="59"/>
                  </a:cxn>
                  <a:cxn ang="0">
                    <a:pos x="34" y="55"/>
                  </a:cxn>
                  <a:cxn ang="0">
                    <a:pos x="34" y="50"/>
                  </a:cxn>
                  <a:cxn ang="0">
                    <a:pos x="34" y="45"/>
                  </a:cxn>
                  <a:cxn ang="0">
                    <a:pos x="31" y="40"/>
                  </a:cxn>
                  <a:cxn ang="0">
                    <a:pos x="29" y="38"/>
                  </a:cxn>
                  <a:cxn ang="0">
                    <a:pos x="26" y="33"/>
                  </a:cxn>
                  <a:cxn ang="0">
                    <a:pos x="22" y="29"/>
                  </a:cxn>
                  <a:cxn ang="0">
                    <a:pos x="19" y="26"/>
                  </a:cxn>
                  <a:cxn ang="0">
                    <a:pos x="15" y="22"/>
                  </a:cxn>
                  <a:cxn ang="0">
                    <a:pos x="15" y="17"/>
                  </a:cxn>
                  <a:cxn ang="0">
                    <a:pos x="10" y="12"/>
                  </a:cxn>
                  <a:cxn ang="0">
                    <a:pos x="7" y="10"/>
                  </a:cxn>
                  <a:cxn ang="0">
                    <a:pos x="3" y="7"/>
                  </a:cxn>
                  <a:cxn ang="0">
                    <a:pos x="0" y="5"/>
                  </a:cxn>
                  <a:cxn ang="0">
                    <a:pos x="5" y="3"/>
                  </a:cxn>
                  <a:cxn ang="0">
                    <a:pos x="7" y="3"/>
                  </a:cxn>
                  <a:cxn ang="0">
                    <a:pos x="10" y="0"/>
                  </a:cxn>
                  <a:cxn ang="0">
                    <a:pos x="15" y="3"/>
                  </a:cxn>
                  <a:cxn ang="0">
                    <a:pos x="17" y="0"/>
                  </a:cxn>
                  <a:cxn ang="0">
                    <a:pos x="22" y="0"/>
                  </a:cxn>
                  <a:cxn ang="0">
                    <a:pos x="26" y="0"/>
                  </a:cxn>
                  <a:cxn ang="0">
                    <a:pos x="29" y="5"/>
                  </a:cxn>
                  <a:cxn ang="0">
                    <a:pos x="34" y="7"/>
                  </a:cxn>
                  <a:cxn ang="0">
                    <a:pos x="38" y="7"/>
                  </a:cxn>
                  <a:cxn ang="0">
                    <a:pos x="41" y="10"/>
                  </a:cxn>
                  <a:cxn ang="0">
                    <a:pos x="43" y="10"/>
                  </a:cxn>
                  <a:cxn ang="0">
                    <a:pos x="48" y="12"/>
                  </a:cxn>
                  <a:cxn ang="0">
                    <a:pos x="52" y="14"/>
                  </a:cxn>
                  <a:cxn ang="0">
                    <a:pos x="55" y="14"/>
                  </a:cxn>
                  <a:cxn ang="0">
                    <a:pos x="57" y="19"/>
                  </a:cxn>
                  <a:cxn ang="0">
                    <a:pos x="55" y="24"/>
                  </a:cxn>
                  <a:cxn ang="0">
                    <a:pos x="55" y="26"/>
                  </a:cxn>
                  <a:cxn ang="0">
                    <a:pos x="60" y="29"/>
                  </a:cxn>
                  <a:cxn ang="0">
                    <a:pos x="62" y="29"/>
                  </a:cxn>
                  <a:cxn ang="0">
                    <a:pos x="64" y="33"/>
                  </a:cxn>
                  <a:cxn ang="0">
                    <a:pos x="64" y="36"/>
                  </a:cxn>
                  <a:cxn ang="0">
                    <a:pos x="67" y="40"/>
                  </a:cxn>
                  <a:cxn ang="0">
                    <a:pos x="69" y="40"/>
                  </a:cxn>
                  <a:cxn ang="0">
                    <a:pos x="71" y="48"/>
                  </a:cxn>
                  <a:cxn ang="0">
                    <a:pos x="74" y="50"/>
                  </a:cxn>
                  <a:cxn ang="0">
                    <a:pos x="76" y="55"/>
                  </a:cxn>
                  <a:cxn ang="0">
                    <a:pos x="71" y="52"/>
                  </a:cxn>
                  <a:cxn ang="0">
                    <a:pos x="67" y="52"/>
                  </a:cxn>
                  <a:cxn ang="0">
                    <a:pos x="64" y="52"/>
                  </a:cxn>
                  <a:cxn ang="0">
                    <a:pos x="60" y="52"/>
                  </a:cxn>
                  <a:cxn ang="0">
                    <a:pos x="57" y="52"/>
                  </a:cxn>
                </a:cxnLst>
                <a:rect l="0" t="0" r="r" b="b"/>
                <a:pathLst>
                  <a:path w="76" h="78">
                    <a:moveTo>
                      <a:pt x="57" y="52"/>
                    </a:moveTo>
                    <a:lnTo>
                      <a:pt x="57" y="52"/>
                    </a:lnTo>
                    <a:lnTo>
                      <a:pt x="57" y="50"/>
                    </a:lnTo>
                    <a:lnTo>
                      <a:pt x="57" y="50"/>
                    </a:lnTo>
                    <a:lnTo>
                      <a:pt x="55" y="50"/>
                    </a:lnTo>
                    <a:lnTo>
                      <a:pt x="55" y="50"/>
                    </a:lnTo>
                    <a:lnTo>
                      <a:pt x="55" y="50"/>
                    </a:lnTo>
                    <a:lnTo>
                      <a:pt x="55" y="50"/>
                    </a:lnTo>
                    <a:lnTo>
                      <a:pt x="52" y="50"/>
                    </a:lnTo>
                    <a:lnTo>
                      <a:pt x="52" y="50"/>
                    </a:lnTo>
                    <a:lnTo>
                      <a:pt x="52" y="50"/>
                    </a:lnTo>
                    <a:lnTo>
                      <a:pt x="52" y="52"/>
                    </a:lnTo>
                    <a:lnTo>
                      <a:pt x="50" y="52"/>
                    </a:lnTo>
                    <a:lnTo>
                      <a:pt x="50" y="52"/>
                    </a:lnTo>
                    <a:lnTo>
                      <a:pt x="50" y="55"/>
                    </a:lnTo>
                    <a:lnTo>
                      <a:pt x="50" y="55"/>
                    </a:lnTo>
                    <a:lnTo>
                      <a:pt x="50" y="57"/>
                    </a:lnTo>
                    <a:lnTo>
                      <a:pt x="50" y="57"/>
                    </a:lnTo>
                    <a:lnTo>
                      <a:pt x="52" y="57"/>
                    </a:lnTo>
                    <a:lnTo>
                      <a:pt x="52" y="59"/>
                    </a:lnTo>
                    <a:lnTo>
                      <a:pt x="52" y="59"/>
                    </a:lnTo>
                    <a:lnTo>
                      <a:pt x="52" y="59"/>
                    </a:lnTo>
                    <a:lnTo>
                      <a:pt x="52" y="59"/>
                    </a:lnTo>
                    <a:lnTo>
                      <a:pt x="52" y="59"/>
                    </a:lnTo>
                    <a:lnTo>
                      <a:pt x="50" y="59"/>
                    </a:lnTo>
                    <a:lnTo>
                      <a:pt x="50" y="62"/>
                    </a:lnTo>
                    <a:lnTo>
                      <a:pt x="52" y="62"/>
                    </a:lnTo>
                    <a:lnTo>
                      <a:pt x="52" y="62"/>
                    </a:lnTo>
                    <a:lnTo>
                      <a:pt x="52" y="64"/>
                    </a:lnTo>
                    <a:lnTo>
                      <a:pt x="50" y="64"/>
                    </a:lnTo>
                    <a:lnTo>
                      <a:pt x="50" y="64"/>
                    </a:lnTo>
                    <a:lnTo>
                      <a:pt x="48" y="64"/>
                    </a:lnTo>
                    <a:lnTo>
                      <a:pt x="48" y="64"/>
                    </a:lnTo>
                    <a:lnTo>
                      <a:pt x="48" y="64"/>
                    </a:lnTo>
                    <a:lnTo>
                      <a:pt x="48" y="64"/>
                    </a:lnTo>
                    <a:lnTo>
                      <a:pt x="45" y="64"/>
                    </a:lnTo>
                    <a:lnTo>
                      <a:pt x="45" y="67"/>
                    </a:lnTo>
                    <a:lnTo>
                      <a:pt x="45" y="67"/>
                    </a:lnTo>
                    <a:lnTo>
                      <a:pt x="48" y="67"/>
                    </a:lnTo>
                    <a:lnTo>
                      <a:pt x="48" y="69"/>
                    </a:lnTo>
                    <a:lnTo>
                      <a:pt x="45" y="69"/>
                    </a:lnTo>
                    <a:lnTo>
                      <a:pt x="45" y="69"/>
                    </a:lnTo>
                    <a:lnTo>
                      <a:pt x="45" y="69"/>
                    </a:lnTo>
                    <a:lnTo>
                      <a:pt x="45" y="69"/>
                    </a:lnTo>
                    <a:lnTo>
                      <a:pt x="43" y="69"/>
                    </a:lnTo>
                    <a:lnTo>
                      <a:pt x="43" y="69"/>
                    </a:lnTo>
                    <a:lnTo>
                      <a:pt x="43" y="69"/>
                    </a:lnTo>
                    <a:lnTo>
                      <a:pt x="43" y="71"/>
                    </a:lnTo>
                    <a:lnTo>
                      <a:pt x="41" y="71"/>
                    </a:lnTo>
                    <a:lnTo>
                      <a:pt x="41" y="71"/>
                    </a:lnTo>
                    <a:lnTo>
                      <a:pt x="41" y="71"/>
                    </a:lnTo>
                    <a:lnTo>
                      <a:pt x="41" y="74"/>
                    </a:lnTo>
                    <a:lnTo>
                      <a:pt x="41" y="74"/>
                    </a:lnTo>
                    <a:lnTo>
                      <a:pt x="41" y="74"/>
                    </a:lnTo>
                    <a:lnTo>
                      <a:pt x="41" y="74"/>
                    </a:lnTo>
                    <a:lnTo>
                      <a:pt x="41" y="76"/>
                    </a:lnTo>
                    <a:lnTo>
                      <a:pt x="41" y="76"/>
                    </a:lnTo>
                    <a:lnTo>
                      <a:pt x="41" y="76"/>
                    </a:lnTo>
                    <a:lnTo>
                      <a:pt x="38" y="76"/>
                    </a:lnTo>
                    <a:lnTo>
                      <a:pt x="38" y="76"/>
                    </a:lnTo>
                    <a:lnTo>
                      <a:pt x="38" y="76"/>
                    </a:lnTo>
                    <a:lnTo>
                      <a:pt x="36" y="76"/>
                    </a:lnTo>
                    <a:lnTo>
                      <a:pt x="36" y="76"/>
                    </a:lnTo>
                    <a:lnTo>
                      <a:pt x="36" y="76"/>
                    </a:lnTo>
                    <a:lnTo>
                      <a:pt x="36" y="76"/>
                    </a:lnTo>
                    <a:lnTo>
                      <a:pt x="36" y="78"/>
                    </a:lnTo>
                    <a:lnTo>
                      <a:pt x="34" y="78"/>
                    </a:lnTo>
                    <a:lnTo>
                      <a:pt x="34" y="76"/>
                    </a:lnTo>
                    <a:lnTo>
                      <a:pt x="34" y="76"/>
                    </a:lnTo>
                    <a:lnTo>
                      <a:pt x="34" y="76"/>
                    </a:lnTo>
                    <a:lnTo>
                      <a:pt x="34" y="74"/>
                    </a:lnTo>
                    <a:lnTo>
                      <a:pt x="34" y="74"/>
                    </a:lnTo>
                    <a:lnTo>
                      <a:pt x="34" y="74"/>
                    </a:lnTo>
                    <a:lnTo>
                      <a:pt x="34" y="74"/>
                    </a:lnTo>
                    <a:lnTo>
                      <a:pt x="34" y="71"/>
                    </a:lnTo>
                    <a:lnTo>
                      <a:pt x="34" y="71"/>
                    </a:lnTo>
                    <a:lnTo>
                      <a:pt x="34" y="69"/>
                    </a:lnTo>
                    <a:lnTo>
                      <a:pt x="34" y="69"/>
                    </a:lnTo>
                    <a:lnTo>
                      <a:pt x="34" y="69"/>
                    </a:lnTo>
                    <a:lnTo>
                      <a:pt x="34" y="69"/>
                    </a:lnTo>
                    <a:lnTo>
                      <a:pt x="34" y="67"/>
                    </a:lnTo>
                    <a:lnTo>
                      <a:pt x="34" y="67"/>
                    </a:lnTo>
                    <a:lnTo>
                      <a:pt x="34" y="64"/>
                    </a:lnTo>
                    <a:lnTo>
                      <a:pt x="34" y="64"/>
                    </a:lnTo>
                    <a:lnTo>
                      <a:pt x="31" y="64"/>
                    </a:lnTo>
                    <a:lnTo>
                      <a:pt x="31" y="62"/>
                    </a:lnTo>
                    <a:lnTo>
                      <a:pt x="31" y="62"/>
                    </a:lnTo>
                    <a:lnTo>
                      <a:pt x="34" y="62"/>
                    </a:lnTo>
                    <a:lnTo>
                      <a:pt x="34" y="59"/>
                    </a:lnTo>
                    <a:lnTo>
                      <a:pt x="34" y="59"/>
                    </a:lnTo>
                    <a:lnTo>
                      <a:pt x="34" y="59"/>
                    </a:lnTo>
                    <a:lnTo>
                      <a:pt x="31" y="59"/>
                    </a:lnTo>
                    <a:lnTo>
                      <a:pt x="31" y="57"/>
                    </a:lnTo>
                    <a:lnTo>
                      <a:pt x="34" y="57"/>
                    </a:lnTo>
                    <a:lnTo>
                      <a:pt x="34" y="57"/>
                    </a:lnTo>
                    <a:lnTo>
                      <a:pt x="34" y="57"/>
                    </a:lnTo>
                    <a:lnTo>
                      <a:pt x="34" y="57"/>
                    </a:lnTo>
                    <a:lnTo>
                      <a:pt x="34" y="55"/>
                    </a:lnTo>
                    <a:lnTo>
                      <a:pt x="34" y="55"/>
                    </a:lnTo>
                    <a:lnTo>
                      <a:pt x="34" y="52"/>
                    </a:lnTo>
                    <a:lnTo>
                      <a:pt x="36" y="52"/>
                    </a:lnTo>
                    <a:lnTo>
                      <a:pt x="36" y="52"/>
                    </a:lnTo>
                    <a:lnTo>
                      <a:pt x="36" y="50"/>
                    </a:lnTo>
                    <a:lnTo>
                      <a:pt x="34" y="50"/>
                    </a:lnTo>
                    <a:lnTo>
                      <a:pt x="34" y="50"/>
                    </a:lnTo>
                    <a:lnTo>
                      <a:pt x="34" y="50"/>
                    </a:lnTo>
                    <a:lnTo>
                      <a:pt x="36" y="50"/>
                    </a:lnTo>
                    <a:lnTo>
                      <a:pt x="36" y="48"/>
                    </a:lnTo>
                    <a:lnTo>
                      <a:pt x="36" y="48"/>
                    </a:lnTo>
                    <a:lnTo>
                      <a:pt x="34" y="48"/>
                    </a:lnTo>
                    <a:lnTo>
                      <a:pt x="34" y="45"/>
                    </a:lnTo>
                    <a:lnTo>
                      <a:pt x="34" y="45"/>
                    </a:lnTo>
                    <a:lnTo>
                      <a:pt x="34" y="45"/>
                    </a:lnTo>
                    <a:lnTo>
                      <a:pt x="34" y="43"/>
                    </a:lnTo>
                    <a:lnTo>
                      <a:pt x="34" y="43"/>
                    </a:lnTo>
                    <a:lnTo>
                      <a:pt x="34" y="43"/>
                    </a:lnTo>
                    <a:lnTo>
                      <a:pt x="34" y="40"/>
                    </a:lnTo>
                    <a:lnTo>
                      <a:pt x="31" y="40"/>
                    </a:lnTo>
                    <a:lnTo>
                      <a:pt x="31" y="40"/>
                    </a:lnTo>
                    <a:lnTo>
                      <a:pt x="31" y="40"/>
                    </a:lnTo>
                    <a:lnTo>
                      <a:pt x="31" y="40"/>
                    </a:lnTo>
                    <a:lnTo>
                      <a:pt x="31" y="38"/>
                    </a:lnTo>
                    <a:lnTo>
                      <a:pt x="29" y="38"/>
                    </a:lnTo>
                    <a:lnTo>
                      <a:pt x="29" y="38"/>
                    </a:lnTo>
                    <a:lnTo>
                      <a:pt x="29" y="38"/>
                    </a:lnTo>
                    <a:lnTo>
                      <a:pt x="29" y="38"/>
                    </a:lnTo>
                    <a:lnTo>
                      <a:pt x="29" y="36"/>
                    </a:lnTo>
                    <a:lnTo>
                      <a:pt x="26" y="36"/>
                    </a:lnTo>
                    <a:lnTo>
                      <a:pt x="26" y="36"/>
                    </a:lnTo>
                    <a:lnTo>
                      <a:pt x="26" y="36"/>
                    </a:lnTo>
                    <a:lnTo>
                      <a:pt x="26" y="36"/>
                    </a:lnTo>
                    <a:lnTo>
                      <a:pt x="26" y="33"/>
                    </a:lnTo>
                    <a:lnTo>
                      <a:pt x="26" y="33"/>
                    </a:lnTo>
                    <a:lnTo>
                      <a:pt x="24" y="33"/>
                    </a:lnTo>
                    <a:lnTo>
                      <a:pt x="24" y="31"/>
                    </a:lnTo>
                    <a:lnTo>
                      <a:pt x="24" y="31"/>
                    </a:lnTo>
                    <a:lnTo>
                      <a:pt x="24" y="31"/>
                    </a:lnTo>
                    <a:lnTo>
                      <a:pt x="22" y="31"/>
                    </a:lnTo>
                    <a:lnTo>
                      <a:pt x="22" y="31"/>
                    </a:lnTo>
                    <a:lnTo>
                      <a:pt x="22" y="29"/>
                    </a:lnTo>
                    <a:lnTo>
                      <a:pt x="22" y="29"/>
                    </a:lnTo>
                    <a:lnTo>
                      <a:pt x="22" y="29"/>
                    </a:lnTo>
                    <a:lnTo>
                      <a:pt x="22" y="29"/>
                    </a:lnTo>
                    <a:lnTo>
                      <a:pt x="22" y="26"/>
                    </a:lnTo>
                    <a:lnTo>
                      <a:pt x="19" y="26"/>
                    </a:lnTo>
                    <a:lnTo>
                      <a:pt x="19" y="26"/>
                    </a:lnTo>
                    <a:lnTo>
                      <a:pt x="19" y="26"/>
                    </a:lnTo>
                    <a:lnTo>
                      <a:pt x="19" y="26"/>
                    </a:lnTo>
                    <a:lnTo>
                      <a:pt x="19" y="24"/>
                    </a:lnTo>
                    <a:lnTo>
                      <a:pt x="17" y="24"/>
                    </a:lnTo>
                    <a:lnTo>
                      <a:pt x="17" y="24"/>
                    </a:lnTo>
                    <a:lnTo>
                      <a:pt x="17" y="24"/>
                    </a:lnTo>
                    <a:lnTo>
                      <a:pt x="17" y="22"/>
                    </a:lnTo>
                    <a:lnTo>
                      <a:pt x="15" y="22"/>
                    </a:lnTo>
                    <a:lnTo>
                      <a:pt x="15" y="22"/>
                    </a:lnTo>
                    <a:lnTo>
                      <a:pt x="15" y="22"/>
                    </a:lnTo>
                    <a:lnTo>
                      <a:pt x="15" y="19"/>
                    </a:lnTo>
                    <a:lnTo>
                      <a:pt x="15" y="19"/>
                    </a:lnTo>
                    <a:lnTo>
                      <a:pt x="15" y="19"/>
                    </a:lnTo>
                    <a:lnTo>
                      <a:pt x="15" y="19"/>
                    </a:lnTo>
                    <a:lnTo>
                      <a:pt x="15" y="17"/>
                    </a:lnTo>
                    <a:lnTo>
                      <a:pt x="12" y="17"/>
                    </a:lnTo>
                    <a:lnTo>
                      <a:pt x="12" y="17"/>
                    </a:lnTo>
                    <a:lnTo>
                      <a:pt x="12" y="14"/>
                    </a:lnTo>
                    <a:lnTo>
                      <a:pt x="12" y="14"/>
                    </a:lnTo>
                    <a:lnTo>
                      <a:pt x="12" y="14"/>
                    </a:lnTo>
                    <a:lnTo>
                      <a:pt x="12" y="12"/>
                    </a:lnTo>
                    <a:lnTo>
                      <a:pt x="10" y="12"/>
                    </a:lnTo>
                    <a:lnTo>
                      <a:pt x="10" y="12"/>
                    </a:lnTo>
                    <a:lnTo>
                      <a:pt x="10" y="12"/>
                    </a:lnTo>
                    <a:lnTo>
                      <a:pt x="10" y="10"/>
                    </a:lnTo>
                    <a:lnTo>
                      <a:pt x="10" y="10"/>
                    </a:lnTo>
                    <a:lnTo>
                      <a:pt x="10" y="10"/>
                    </a:lnTo>
                    <a:lnTo>
                      <a:pt x="7" y="10"/>
                    </a:lnTo>
                    <a:lnTo>
                      <a:pt x="7" y="10"/>
                    </a:lnTo>
                    <a:lnTo>
                      <a:pt x="7" y="10"/>
                    </a:lnTo>
                    <a:lnTo>
                      <a:pt x="7" y="7"/>
                    </a:lnTo>
                    <a:lnTo>
                      <a:pt x="7" y="7"/>
                    </a:lnTo>
                    <a:lnTo>
                      <a:pt x="5" y="7"/>
                    </a:lnTo>
                    <a:lnTo>
                      <a:pt x="5" y="7"/>
                    </a:lnTo>
                    <a:lnTo>
                      <a:pt x="5" y="7"/>
                    </a:lnTo>
                    <a:lnTo>
                      <a:pt x="3" y="7"/>
                    </a:lnTo>
                    <a:lnTo>
                      <a:pt x="3" y="7"/>
                    </a:lnTo>
                    <a:lnTo>
                      <a:pt x="3" y="7"/>
                    </a:lnTo>
                    <a:lnTo>
                      <a:pt x="0" y="7"/>
                    </a:lnTo>
                    <a:lnTo>
                      <a:pt x="0" y="7"/>
                    </a:lnTo>
                    <a:lnTo>
                      <a:pt x="0" y="5"/>
                    </a:lnTo>
                    <a:lnTo>
                      <a:pt x="0" y="5"/>
                    </a:lnTo>
                    <a:lnTo>
                      <a:pt x="0" y="5"/>
                    </a:lnTo>
                    <a:lnTo>
                      <a:pt x="3" y="5"/>
                    </a:lnTo>
                    <a:lnTo>
                      <a:pt x="3" y="5"/>
                    </a:lnTo>
                    <a:lnTo>
                      <a:pt x="3" y="5"/>
                    </a:lnTo>
                    <a:lnTo>
                      <a:pt x="3" y="5"/>
                    </a:lnTo>
                    <a:lnTo>
                      <a:pt x="5" y="5"/>
                    </a:lnTo>
                    <a:lnTo>
                      <a:pt x="5" y="5"/>
                    </a:lnTo>
                    <a:lnTo>
                      <a:pt x="5" y="3"/>
                    </a:lnTo>
                    <a:lnTo>
                      <a:pt x="3" y="3"/>
                    </a:lnTo>
                    <a:lnTo>
                      <a:pt x="3" y="3"/>
                    </a:lnTo>
                    <a:lnTo>
                      <a:pt x="3" y="3"/>
                    </a:lnTo>
                    <a:lnTo>
                      <a:pt x="3" y="3"/>
                    </a:lnTo>
                    <a:lnTo>
                      <a:pt x="5" y="3"/>
                    </a:lnTo>
                    <a:lnTo>
                      <a:pt x="5" y="3"/>
                    </a:lnTo>
                    <a:lnTo>
                      <a:pt x="7" y="3"/>
                    </a:lnTo>
                    <a:lnTo>
                      <a:pt x="7" y="3"/>
                    </a:lnTo>
                    <a:lnTo>
                      <a:pt x="7" y="3"/>
                    </a:lnTo>
                    <a:lnTo>
                      <a:pt x="7" y="3"/>
                    </a:lnTo>
                    <a:lnTo>
                      <a:pt x="10" y="3"/>
                    </a:lnTo>
                    <a:lnTo>
                      <a:pt x="10" y="3"/>
                    </a:lnTo>
                    <a:lnTo>
                      <a:pt x="10" y="0"/>
                    </a:lnTo>
                    <a:lnTo>
                      <a:pt x="10" y="0"/>
                    </a:lnTo>
                    <a:lnTo>
                      <a:pt x="10" y="3"/>
                    </a:lnTo>
                    <a:lnTo>
                      <a:pt x="10" y="3"/>
                    </a:lnTo>
                    <a:lnTo>
                      <a:pt x="10" y="3"/>
                    </a:lnTo>
                    <a:lnTo>
                      <a:pt x="12" y="3"/>
                    </a:lnTo>
                    <a:lnTo>
                      <a:pt x="12" y="3"/>
                    </a:lnTo>
                    <a:lnTo>
                      <a:pt x="12" y="3"/>
                    </a:lnTo>
                    <a:lnTo>
                      <a:pt x="15" y="3"/>
                    </a:lnTo>
                    <a:lnTo>
                      <a:pt x="15" y="3"/>
                    </a:lnTo>
                    <a:lnTo>
                      <a:pt x="15" y="3"/>
                    </a:lnTo>
                    <a:lnTo>
                      <a:pt x="15" y="3"/>
                    </a:lnTo>
                    <a:lnTo>
                      <a:pt x="15" y="0"/>
                    </a:lnTo>
                    <a:lnTo>
                      <a:pt x="15" y="0"/>
                    </a:lnTo>
                    <a:lnTo>
                      <a:pt x="17" y="0"/>
                    </a:lnTo>
                    <a:lnTo>
                      <a:pt x="17" y="0"/>
                    </a:lnTo>
                    <a:lnTo>
                      <a:pt x="17" y="3"/>
                    </a:lnTo>
                    <a:lnTo>
                      <a:pt x="19" y="3"/>
                    </a:lnTo>
                    <a:lnTo>
                      <a:pt x="19" y="0"/>
                    </a:lnTo>
                    <a:lnTo>
                      <a:pt x="19" y="0"/>
                    </a:lnTo>
                    <a:lnTo>
                      <a:pt x="19" y="0"/>
                    </a:lnTo>
                    <a:lnTo>
                      <a:pt x="19" y="0"/>
                    </a:lnTo>
                    <a:lnTo>
                      <a:pt x="22" y="0"/>
                    </a:lnTo>
                    <a:lnTo>
                      <a:pt x="22" y="0"/>
                    </a:lnTo>
                    <a:lnTo>
                      <a:pt x="22" y="0"/>
                    </a:lnTo>
                    <a:lnTo>
                      <a:pt x="22" y="0"/>
                    </a:lnTo>
                    <a:lnTo>
                      <a:pt x="24" y="0"/>
                    </a:lnTo>
                    <a:lnTo>
                      <a:pt x="24" y="0"/>
                    </a:lnTo>
                    <a:lnTo>
                      <a:pt x="26" y="0"/>
                    </a:lnTo>
                    <a:lnTo>
                      <a:pt x="26" y="0"/>
                    </a:lnTo>
                    <a:lnTo>
                      <a:pt x="26" y="3"/>
                    </a:lnTo>
                    <a:lnTo>
                      <a:pt x="26" y="3"/>
                    </a:lnTo>
                    <a:lnTo>
                      <a:pt x="26" y="3"/>
                    </a:lnTo>
                    <a:lnTo>
                      <a:pt x="29" y="3"/>
                    </a:lnTo>
                    <a:lnTo>
                      <a:pt x="29" y="5"/>
                    </a:lnTo>
                    <a:lnTo>
                      <a:pt x="29" y="5"/>
                    </a:lnTo>
                    <a:lnTo>
                      <a:pt x="29" y="5"/>
                    </a:lnTo>
                    <a:lnTo>
                      <a:pt x="31" y="5"/>
                    </a:lnTo>
                    <a:lnTo>
                      <a:pt x="31" y="5"/>
                    </a:lnTo>
                    <a:lnTo>
                      <a:pt x="31" y="5"/>
                    </a:lnTo>
                    <a:lnTo>
                      <a:pt x="31" y="7"/>
                    </a:lnTo>
                    <a:lnTo>
                      <a:pt x="34" y="7"/>
                    </a:lnTo>
                    <a:lnTo>
                      <a:pt x="34" y="7"/>
                    </a:lnTo>
                    <a:lnTo>
                      <a:pt x="34" y="7"/>
                    </a:lnTo>
                    <a:lnTo>
                      <a:pt x="34" y="7"/>
                    </a:lnTo>
                    <a:lnTo>
                      <a:pt x="36" y="7"/>
                    </a:lnTo>
                    <a:lnTo>
                      <a:pt x="36" y="7"/>
                    </a:lnTo>
                    <a:lnTo>
                      <a:pt x="36" y="7"/>
                    </a:lnTo>
                    <a:lnTo>
                      <a:pt x="36" y="7"/>
                    </a:lnTo>
                    <a:lnTo>
                      <a:pt x="38" y="7"/>
                    </a:lnTo>
                    <a:lnTo>
                      <a:pt x="38" y="7"/>
                    </a:lnTo>
                    <a:lnTo>
                      <a:pt x="36" y="7"/>
                    </a:lnTo>
                    <a:lnTo>
                      <a:pt x="36" y="10"/>
                    </a:lnTo>
                    <a:lnTo>
                      <a:pt x="38" y="10"/>
                    </a:lnTo>
                    <a:lnTo>
                      <a:pt x="38" y="10"/>
                    </a:lnTo>
                    <a:lnTo>
                      <a:pt x="38" y="10"/>
                    </a:lnTo>
                    <a:lnTo>
                      <a:pt x="38" y="10"/>
                    </a:lnTo>
                    <a:lnTo>
                      <a:pt x="41" y="10"/>
                    </a:lnTo>
                    <a:lnTo>
                      <a:pt x="41" y="10"/>
                    </a:lnTo>
                    <a:lnTo>
                      <a:pt x="41" y="10"/>
                    </a:lnTo>
                    <a:lnTo>
                      <a:pt x="41" y="10"/>
                    </a:lnTo>
                    <a:lnTo>
                      <a:pt x="41" y="10"/>
                    </a:lnTo>
                    <a:lnTo>
                      <a:pt x="43" y="10"/>
                    </a:lnTo>
                    <a:lnTo>
                      <a:pt x="43" y="10"/>
                    </a:lnTo>
                    <a:lnTo>
                      <a:pt x="43" y="10"/>
                    </a:lnTo>
                    <a:lnTo>
                      <a:pt x="43" y="10"/>
                    </a:lnTo>
                    <a:lnTo>
                      <a:pt x="45" y="10"/>
                    </a:lnTo>
                    <a:lnTo>
                      <a:pt x="45" y="10"/>
                    </a:lnTo>
                    <a:lnTo>
                      <a:pt x="48" y="10"/>
                    </a:lnTo>
                    <a:lnTo>
                      <a:pt x="48" y="10"/>
                    </a:lnTo>
                    <a:lnTo>
                      <a:pt x="48" y="10"/>
                    </a:lnTo>
                    <a:lnTo>
                      <a:pt x="48" y="12"/>
                    </a:lnTo>
                    <a:lnTo>
                      <a:pt x="48" y="12"/>
                    </a:lnTo>
                    <a:lnTo>
                      <a:pt x="48" y="12"/>
                    </a:lnTo>
                    <a:lnTo>
                      <a:pt x="50" y="12"/>
                    </a:lnTo>
                    <a:lnTo>
                      <a:pt x="50" y="14"/>
                    </a:lnTo>
                    <a:lnTo>
                      <a:pt x="50" y="14"/>
                    </a:lnTo>
                    <a:lnTo>
                      <a:pt x="52" y="14"/>
                    </a:lnTo>
                    <a:lnTo>
                      <a:pt x="52" y="14"/>
                    </a:lnTo>
                    <a:lnTo>
                      <a:pt x="52" y="14"/>
                    </a:lnTo>
                    <a:lnTo>
                      <a:pt x="55" y="14"/>
                    </a:lnTo>
                    <a:lnTo>
                      <a:pt x="55" y="12"/>
                    </a:lnTo>
                    <a:lnTo>
                      <a:pt x="55" y="12"/>
                    </a:lnTo>
                    <a:lnTo>
                      <a:pt x="55" y="14"/>
                    </a:lnTo>
                    <a:lnTo>
                      <a:pt x="55" y="14"/>
                    </a:lnTo>
                    <a:lnTo>
                      <a:pt x="55" y="14"/>
                    </a:lnTo>
                    <a:lnTo>
                      <a:pt x="55" y="17"/>
                    </a:lnTo>
                    <a:lnTo>
                      <a:pt x="57" y="17"/>
                    </a:lnTo>
                    <a:lnTo>
                      <a:pt x="57" y="17"/>
                    </a:lnTo>
                    <a:lnTo>
                      <a:pt x="55" y="17"/>
                    </a:lnTo>
                    <a:lnTo>
                      <a:pt x="55" y="19"/>
                    </a:lnTo>
                    <a:lnTo>
                      <a:pt x="57" y="19"/>
                    </a:lnTo>
                    <a:lnTo>
                      <a:pt x="57" y="19"/>
                    </a:lnTo>
                    <a:lnTo>
                      <a:pt x="57" y="19"/>
                    </a:lnTo>
                    <a:lnTo>
                      <a:pt x="57" y="19"/>
                    </a:lnTo>
                    <a:lnTo>
                      <a:pt x="57" y="19"/>
                    </a:lnTo>
                    <a:lnTo>
                      <a:pt x="55" y="19"/>
                    </a:lnTo>
                    <a:lnTo>
                      <a:pt x="55" y="22"/>
                    </a:lnTo>
                    <a:lnTo>
                      <a:pt x="55" y="22"/>
                    </a:lnTo>
                    <a:lnTo>
                      <a:pt x="55" y="24"/>
                    </a:lnTo>
                    <a:lnTo>
                      <a:pt x="55" y="24"/>
                    </a:lnTo>
                    <a:lnTo>
                      <a:pt x="55" y="24"/>
                    </a:lnTo>
                    <a:lnTo>
                      <a:pt x="55" y="24"/>
                    </a:lnTo>
                    <a:lnTo>
                      <a:pt x="55" y="26"/>
                    </a:lnTo>
                    <a:lnTo>
                      <a:pt x="55" y="26"/>
                    </a:lnTo>
                    <a:lnTo>
                      <a:pt x="55" y="26"/>
                    </a:lnTo>
                    <a:lnTo>
                      <a:pt x="55" y="26"/>
                    </a:lnTo>
                    <a:lnTo>
                      <a:pt x="55" y="26"/>
                    </a:lnTo>
                    <a:lnTo>
                      <a:pt x="55" y="29"/>
                    </a:lnTo>
                    <a:lnTo>
                      <a:pt x="55" y="29"/>
                    </a:lnTo>
                    <a:lnTo>
                      <a:pt x="57" y="29"/>
                    </a:lnTo>
                    <a:lnTo>
                      <a:pt x="57" y="29"/>
                    </a:lnTo>
                    <a:lnTo>
                      <a:pt x="60" y="29"/>
                    </a:lnTo>
                    <a:lnTo>
                      <a:pt x="60" y="29"/>
                    </a:lnTo>
                    <a:lnTo>
                      <a:pt x="60" y="29"/>
                    </a:lnTo>
                    <a:lnTo>
                      <a:pt x="60" y="29"/>
                    </a:lnTo>
                    <a:lnTo>
                      <a:pt x="60" y="29"/>
                    </a:lnTo>
                    <a:lnTo>
                      <a:pt x="60" y="31"/>
                    </a:lnTo>
                    <a:lnTo>
                      <a:pt x="62" y="31"/>
                    </a:lnTo>
                    <a:lnTo>
                      <a:pt x="62" y="31"/>
                    </a:lnTo>
                    <a:lnTo>
                      <a:pt x="62" y="29"/>
                    </a:lnTo>
                    <a:lnTo>
                      <a:pt x="62" y="29"/>
                    </a:lnTo>
                    <a:lnTo>
                      <a:pt x="62" y="29"/>
                    </a:lnTo>
                    <a:lnTo>
                      <a:pt x="64" y="29"/>
                    </a:lnTo>
                    <a:lnTo>
                      <a:pt x="64" y="29"/>
                    </a:lnTo>
                    <a:lnTo>
                      <a:pt x="64" y="31"/>
                    </a:lnTo>
                    <a:lnTo>
                      <a:pt x="64" y="31"/>
                    </a:lnTo>
                    <a:lnTo>
                      <a:pt x="64" y="33"/>
                    </a:lnTo>
                    <a:lnTo>
                      <a:pt x="64" y="33"/>
                    </a:lnTo>
                    <a:lnTo>
                      <a:pt x="64" y="36"/>
                    </a:lnTo>
                    <a:lnTo>
                      <a:pt x="62" y="36"/>
                    </a:lnTo>
                    <a:lnTo>
                      <a:pt x="62" y="36"/>
                    </a:lnTo>
                    <a:lnTo>
                      <a:pt x="62" y="36"/>
                    </a:lnTo>
                    <a:lnTo>
                      <a:pt x="62" y="36"/>
                    </a:lnTo>
                    <a:lnTo>
                      <a:pt x="64" y="36"/>
                    </a:lnTo>
                    <a:lnTo>
                      <a:pt x="64" y="36"/>
                    </a:lnTo>
                    <a:lnTo>
                      <a:pt x="64" y="38"/>
                    </a:lnTo>
                    <a:lnTo>
                      <a:pt x="64" y="38"/>
                    </a:lnTo>
                    <a:lnTo>
                      <a:pt x="64" y="38"/>
                    </a:lnTo>
                    <a:lnTo>
                      <a:pt x="64" y="40"/>
                    </a:lnTo>
                    <a:lnTo>
                      <a:pt x="64" y="40"/>
                    </a:lnTo>
                    <a:lnTo>
                      <a:pt x="67" y="40"/>
                    </a:lnTo>
                    <a:lnTo>
                      <a:pt x="67" y="40"/>
                    </a:lnTo>
                    <a:lnTo>
                      <a:pt x="67" y="40"/>
                    </a:lnTo>
                    <a:lnTo>
                      <a:pt x="67" y="40"/>
                    </a:lnTo>
                    <a:lnTo>
                      <a:pt x="67" y="40"/>
                    </a:lnTo>
                    <a:lnTo>
                      <a:pt x="69" y="40"/>
                    </a:lnTo>
                    <a:lnTo>
                      <a:pt x="69" y="40"/>
                    </a:lnTo>
                    <a:lnTo>
                      <a:pt x="69" y="40"/>
                    </a:lnTo>
                    <a:lnTo>
                      <a:pt x="69" y="43"/>
                    </a:lnTo>
                    <a:lnTo>
                      <a:pt x="71" y="43"/>
                    </a:lnTo>
                    <a:lnTo>
                      <a:pt x="71" y="43"/>
                    </a:lnTo>
                    <a:lnTo>
                      <a:pt x="71" y="43"/>
                    </a:lnTo>
                    <a:lnTo>
                      <a:pt x="71" y="45"/>
                    </a:lnTo>
                    <a:lnTo>
                      <a:pt x="71" y="45"/>
                    </a:lnTo>
                    <a:lnTo>
                      <a:pt x="71" y="48"/>
                    </a:lnTo>
                    <a:lnTo>
                      <a:pt x="71" y="48"/>
                    </a:lnTo>
                    <a:lnTo>
                      <a:pt x="71" y="50"/>
                    </a:lnTo>
                    <a:lnTo>
                      <a:pt x="71" y="50"/>
                    </a:lnTo>
                    <a:lnTo>
                      <a:pt x="71" y="50"/>
                    </a:lnTo>
                    <a:lnTo>
                      <a:pt x="71" y="50"/>
                    </a:lnTo>
                    <a:lnTo>
                      <a:pt x="71" y="50"/>
                    </a:lnTo>
                    <a:lnTo>
                      <a:pt x="74" y="50"/>
                    </a:lnTo>
                    <a:lnTo>
                      <a:pt x="74" y="50"/>
                    </a:lnTo>
                    <a:lnTo>
                      <a:pt x="74" y="52"/>
                    </a:lnTo>
                    <a:lnTo>
                      <a:pt x="74" y="52"/>
                    </a:lnTo>
                    <a:lnTo>
                      <a:pt x="74" y="52"/>
                    </a:lnTo>
                    <a:lnTo>
                      <a:pt x="76" y="52"/>
                    </a:lnTo>
                    <a:lnTo>
                      <a:pt x="76" y="52"/>
                    </a:lnTo>
                    <a:lnTo>
                      <a:pt x="76" y="55"/>
                    </a:lnTo>
                    <a:lnTo>
                      <a:pt x="76" y="55"/>
                    </a:lnTo>
                    <a:lnTo>
                      <a:pt x="74" y="55"/>
                    </a:lnTo>
                    <a:lnTo>
                      <a:pt x="74" y="55"/>
                    </a:lnTo>
                    <a:lnTo>
                      <a:pt x="74" y="55"/>
                    </a:lnTo>
                    <a:lnTo>
                      <a:pt x="71" y="55"/>
                    </a:lnTo>
                    <a:lnTo>
                      <a:pt x="71" y="52"/>
                    </a:lnTo>
                    <a:lnTo>
                      <a:pt x="71" y="52"/>
                    </a:lnTo>
                    <a:lnTo>
                      <a:pt x="71" y="55"/>
                    </a:lnTo>
                    <a:lnTo>
                      <a:pt x="69" y="55"/>
                    </a:lnTo>
                    <a:lnTo>
                      <a:pt x="69" y="55"/>
                    </a:lnTo>
                    <a:lnTo>
                      <a:pt x="69" y="52"/>
                    </a:lnTo>
                    <a:lnTo>
                      <a:pt x="69" y="52"/>
                    </a:lnTo>
                    <a:lnTo>
                      <a:pt x="69" y="52"/>
                    </a:lnTo>
                    <a:lnTo>
                      <a:pt x="67" y="52"/>
                    </a:lnTo>
                    <a:lnTo>
                      <a:pt x="67" y="52"/>
                    </a:lnTo>
                    <a:lnTo>
                      <a:pt x="67" y="52"/>
                    </a:lnTo>
                    <a:lnTo>
                      <a:pt x="67" y="52"/>
                    </a:lnTo>
                    <a:lnTo>
                      <a:pt x="67" y="55"/>
                    </a:lnTo>
                    <a:lnTo>
                      <a:pt x="64" y="55"/>
                    </a:lnTo>
                    <a:lnTo>
                      <a:pt x="64" y="55"/>
                    </a:lnTo>
                    <a:lnTo>
                      <a:pt x="64" y="52"/>
                    </a:lnTo>
                    <a:lnTo>
                      <a:pt x="62" y="52"/>
                    </a:lnTo>
                    <a:lnTo>
                      <a:pt x="62" y="52"/>
                    </a:lnTo>
                    <a:lnTo>
                      <a:pt x="62" y="52"/>
                    </a:lnTo>
                    <a:lnTo>
                      <a:pt x="62" y="52"/>
                    </a:lnTo>
                    <a:lnTo>
                      <a:pt x="62" y="50"/>
                    </a:lnTo>
                    <a:lnTo>
                      <a:pt x="60" y="50"/>
                    </a:lnTo>
                    <a:lnTo>
                      <a:pt x="60" y="52"/>
                    </a:lnTo>
                    <a:lnTo>
                      <a:pt x="60" y="52"/>
                    </a:lnTo>
                    <a:lnTo>
                      <a:pt x="60" y="50"/>
                    </a:lnTo>
                    <a:lnTo>
                      <a:pt x="60" y="50"/>
                    </a:lnTo>
                    <a:lnTo>
                      <a:pt x="60" y="52"/>
                    </a:lnTo>
                    <a:lnTo>
                      <a:pt x="57" y="52"/>
                    </a:lnTo>
                    <a:lnTo>
                      <a:pt x="57" y="52"/>
                    </a:lnTo>
                    <a:lnTo>
                      <a:pt x="57" y="5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9" name="Freeform 117"/>
              <p:cNvSpPr>
                <a:spLocks/>
              </p:cNvSpPr>
              <p:nvPr/>
            </p:nvSpPr>
            <p:spPr bwMode="auto">
              <a:xfrm>
                <a:off x="2538" y="2504"/>
                <a:ext cx="52" cy="100"/>
              </a:xfrm>
              <a:custGeom>
                <a:avLst/>
                <a:gdLst/>
                <a:ahLst/>
                <a:cxnLst>
                  <a:cxn ang="0">
                    <a:pos x="11" y="10"/>
                  </a:cxn>
                  <a:cxn ang="0">
                    <a:pos x="11" y="7"/>
                  </a:cxn>
                  <a:cxn ang="0">
                    <a:pos x="7" y="7"/>
                  </a:cxn>
                  <a:cxn ang="0">
                    <a:pos x="4" y="5"/>
                  </a:cxn>
                  <a:cxn ang="0">
                    <a:pos x="9" y="3"/>
                  </a:cxn>
                  <a:cxn ang="0">
                    <a:pos x="11" y="0"/>
                  </a:cxn>
                  <a:cxn ang="0">
                    <a:pos x="16" y="0"/>
                  </a:cxn>
                  <a:cxn ang="0">
                    <a:pos x="18" y="5"/>
                  </a:cxn>
                  <a:cxn ang="0">
                    <a:pos x="21" y="7"/>
                  </a:cxn>
                  <a:cxn ang="0">
                    <a:pos x="23" y="10"/>
                  </a:cxn>
                  <a:cxn ang="0">
                    <a:pos x="28" y="15"/>
                  </a:cxn>
                  <a:cxn ang="0">
                    <a:pos x="28" y="17"/>
                  </a:cxn>
                  <a:cxn ang="0">
                    <a:pos x="30" y="22"/>
                  </a:cxn>
                  <a:cxn ang="0">
                    <a:pos x="33" y="26"/>
                  </a:cxn>
                  <a:cxn ang="0">
                    <a:pos x="35" y="29"/>
                  </a:cxn>
                  <a:cxn ang="0">
                    <a:pos x="37" y="34"/>
                  </a:cxn>
                  <a:cxn ang="0">
                    <a:pos x="40" y="36"/>
                  </a:cxn>
                  <a:cxn ang="0">
                    <a:pos x="42" y="41"/>
                  </a:cxn>
                  <a:cxn ang="0">
                    <a:pos x="42" y="48"/>
                  </a:cxn>
                  <a:cxn ang="0">
                    <a:pos x="44" y="50"/>
                  </a:cxn>
                  <a:cxn ang="0">
                    <a:pos x="47" y="55"/>
                  </a:cxn>
                  <a:cxn ang="0">
                    <a:pos x="49" y="57"/>
                  </a:cxn>
                  <a:cxn ang="0">
                    <a:pos x="49" y="62"/>
                  </a:cxn>
                  <a:cxn ang="0">
                    <a:pos x="49" y="69"/>
                  </a:cxn>
                  <a:cxn ang="0">
                    <a:pos x="49" y="74"/>
                  </a:cxn>
                  <a:cxn ang="0">
                    <a:pos x="49" y="79"/>
                  </a:cxn>
                  <a:cxn ang="0">
                    <a:pos x="49" y="83"/>
                  </a:cxn>
                  <a:cxn ang="0">
                    <a:pos x="44" y="86"/>
                  </a:cxn>
                  <a:cxn ang="0">
                    <a:pos x="42" y="90"/>
                  </a:cxn>
                  <a:cxn ang="0">
                    <a:pos x="40" y="93"/>
                  </a:cxn>
                  <a:cxn ang="0">
                    <a:pos x="37" y="95"/>
                  </a:cxn>
                  <a:cxn ang="0">
                    <a:pos x="33" y="95"/>
                  </a:cxn>
                  <a:cxn ang="0">
                    <a:pos x="28" y="97"/>
                  </a:cxn>
                  <a:cxn ang="0">
                    <a:pos x="26" y="100"/>
                  </a:cxn>
                  <a:cxn ang="0">
                    <a:pos x="21" y="100"/>
                  </a:cxn>
                  <a:cxn ang="0">
                    <a:pos x="16" y="100"/>
                  </a:cxn>
                  <a:cxn ang="0">
                    <a:pos x="11" y="95"/>
                  </a:cxn>
                  <a:cxn ang="0">
                    <a:pos x="9" y="93"/>
                  </a:cxn>
                  <a:cxn ang="0">
                    <a:pos x="9" y="88"/>
                  </a:cxn>
                  <a:cxn ang="0">
                    <a:pos x="9" y="83"/>
                  </a:cxn>
                  <a:cxn ang="0">
                    <a:pos x="7" y="79"/>
                  </a:cxn>
                  <a:cxn ang="0">
                    <a:pos x="7" y="71"/>
                  </a:cxn>
                  <a:cxn ang="0">
                    <a:pos x="4" y="67"/>
                  </a:cxn>
                  <a:cxn ang="0">
                    <a:pos x="4" y="62"/>
                  </a:cxn>
                  <a:cxn ang="0">
                    <a:pos x="4" y="57"/>
                  </a:cxn>
                  <a:cxn ang="0">
                    <a:pos x="4" y="52"/>
                  </a:cxn>
                  <a:cxn ang="0">
                    <a:pos x="4" y="48"/>
                  </a:cxn>
                  <a:cxn ang="0">
                    <a:pos x="2" y="43"/>
                  </a:cxn>
                  <a:cxn ang="0">
                    <a:pos x="4" y="38"/>
                  </a:cxn>
                  <a:cxn ang="0">
                    <a:pos x="4" y="36"/>
                  </a:cxn>
                  <a:cxn ang="0">
                    <a:pos x="7" y="34"/>
                  </a:cxn>
                  <a:cxn ang="0">
                    <a:pos x="9" y="26"/>
                  </a:cxn>
                  <a:cxn ang="0">
                    <a:pos x="7" y="24"/>
                  </a:cxn>
                  <a:cxn ang="0">
                    <a:pos x="2" y="22"/>
                  </a:cxn>
                  <a:cxn ang="0">
                    <a:pos x="0" y="19"/>
                  </a:cxn>
                  <a:cxn ang="0">
                    <a:pos x="2" y="19"/>
                  </a:cxn>
                  <a:cxn ang="0">
                    <a:pos x="7" y="19"/>
                  </a:cxn>
                  <a:cxn ang="0">
                    <a:pos x="11" y="19"/>
                  </a:cxn>
                  <a:cxn ang="0">
                    <a:pos x="11" y="15"/>
                  </a:cxn>
                </a:cxnLst>
                <a:rect l="0" t="0" r="r" b="b"/>
                <a:pathLst>
                  <a:path w="52" h="100">
                    <a:moveTo>
                      <a:pt x="11" y="15"/>
                    </a:moveTo>
                    <a:lnTo>
                      <a:pt x="11" y="15"/>
                    </a:lnTo>
                    <a:lnTo>
                      <a:pt x="11" y="12"/>
                    </a:lnTo>
                    <a:lnTo>
                      <a:pt x="11" y="12"/>
                    </a:lnTo>
                    <a:lnTo>
                      <a:pt x="11" y="12"/>
                    </a:lnTo>
                    <a:lnTo>
                      <a:pt x="11" y="10"/>
                    </a:lnTo>
                    <a:lnTo>
                      <a:pt x="11" y="10"/>
                    </a:lnTo>
                    <a:lnTo>
                      <a:pt x="11" y="10"/>
                    </a:lnTo>
                    <a:lnTo>
                      <a:pt x="11" y="7"/>
                    </a:lnTo>
                    <a:lnTo>
                      <a:pt x="11" y="7"/>
                    </a:lnTo>
                    <a:lnTo>
                      <a:pt x="11" y="7"/>
                    </a:lnTo>
                    <a:lnTo>
                      <a:pt x="11" y="7"/>
                    </a:lnTo>
                    <a:lnTo>
                      <a:pt x="9" y="7"/>
                    </a:lnTo>
                    <a:lnTo>
                      <a:pt x="9" y="7"/>
                    </a:lnTo>
                    <a:lnTo>
                      <a:pt x="9" y="7"/>
                    </a:lnTo>
                    <a:lnTo>
                      <a:pt x="7" y="7"/>
                    </a:lnTo>
                    <a:lnTo>
                      <a:pt x="7" y="7"/>
                    </a:lnTo>
                    <a:lnTo>
                      <a:pt x="7" y="7"/>
                    </a:lnTo>
                    <a:lnTo>
                      <a:pt x="4" y="7"/>
                    </a:lnTo>
                    <a:lnTo>
                      <a:pt x="4" y="7"/>
                    </a:lnTo>
                    <a:lnTo>
                      <a:pt x="4" y="7"/>
                    </a:lnTo>
                    <a:lnTo>
                      <a:pt x="4" y="7"/>
                    </a:lnTo>
                    <a:lnTo>
                      <a:pt x="4" y="5"/>
                    </a:lnTo>
                    <a:lnTo>
                      <a:pt x="4" y="5"/>
                    </a:lnTo>
                    <a:lnTo>
                      <a:pt x="4" y="5"/>
                    </a:lnTo>
                    <a:lnTo>
                      <a:pt x="4" y="3"/>
                    </a:lnTo>
                    <a:lnTo>
                      <a:pt x="7" y="3"/>
                    </a:lnTo>
                    <a:lnTo>
                      <a:pt x="7" y="3"/>
                    </a:lnTo>
                    <a:lnTo>
                      <a:pt x="7" y="3"/>
                    </a:lnTo>
                    <a:lnTo>
                      <a:pt x="9" y="3"/>
                    </a:lnTo>
                    <a:lnTo>
                      <a:pt x="9" y="0"/>
                    </a:lnTo>
                    <a:lnTo>
                      <a:pt x="9" y="0"/>
                    </a:lnTo>
                    <a:lnTo>
                      <a:pt x="9" y="0"/>
                    </a:lnTo>
                    <a:lnTo>
                      <a:pt x="11" y="0"/>
                    </a:lnTo>
                    <a:lnTo>
                      <a:pt x="11" y="0"/>
                    </a:lnTo>
                    <a:lnTo>
                      <a:pt x="11" y="0"/>
                    </a:lnTo>
                    <a:lnTo>
                      <a:pt x="14" y="0"/>
                    </a:lnTo>
                    <a:lnTo>
                      <a:pt x="14" y="0"/>
                    </a:lnTo>
                    <a:lnTo>
                      <a:pt x="14" y="0"/>
                    </a:lnTo>
                    <a:lnTo>
                      <a:pt x="16" y="0"/>
                    </a:lnTo>
                    <a:lnTo>
                      <a:pt x="16" y="0"/>
                    </a:lnTo>
                    <a:lnTo>
                      <a:pt x="16" y="0"/>
                    </a:lnTo>
                    <a:lnTo>
                      <a:pt x="16" y="3"/>
                    </a:lnTo>
                    <a:lnTo>
                      <a:pt x="16" y="3"/>
                    </a:lnTo>
                    <a:lnTo>
                      <a:pt x="16" y="3"/>
                    </a:lnTo>
                    <a:lnTo>
                      <a:pt x="16" y="5"/>
                    </a:lnTo>
                    <a:lnTo>
                      <a:pt x="18" y="5"/>
                    </a:lnTo>
                    <a:lnTo>
                      <a:pt x="18" y="5"/>
                    </a:lnTo>
                    <a:lnTo>
                      <a:pt x="18" y="5"/>
                    </a:lnTo>
                    <a:lnTo>
                      <a:pt x="18" y="7"/>
                    </a:lnTo>
                    <a:lnTo>
                      <a:pt x="21" y="7"/>
                    </a:lnTo>
                    <a:lnTo>
                      <a:pt x="21" y="7"/>
                    </a:lnTo>
                    <a:lnTo>
                      <a:pt x="21" y="7"/>
                    </a:lnTo>
                    <a:lnTo>
                      <a:pt x="21" y="7"/>
                    </a:lnTo>
                    <a:lnTo>
                      <a:pt x="21" y="7"/>
                    </a:lnTo>
                    <a:lnTo>
                      <a:pt x="23" y="7"/>
                    </a:lnTo>
                    <a:lnTo>
                      <a:pt x="23" y="10"/>
                    </a:lnTo>
                    <a:lnTo>
                      <a:pt x="23" y="10"/>
                    </a:lnTo>
                    <a:lnTo>
                      <a:pt x="23" y="10"/>
                    </a:lnTo>
                    <a:lnTo>
                      <a:pt x="23" y="10"/>
                    </a:lnTo>
                    <a:lnTo>
                      <a:pt x="26" y="10"/>
                    </a:lnTo>
                    <a:lnTo>
                      <a:pt x="26" y="12"/>
                    </a:lnTo>
                    <a:lnTo>
                      <a:pt x="26" y="12"/>
                    </a:lnTo>
                    <a:lnTo>
                      <a:pt x="26" y="12"/>
                    </a:lnTo>
                    <a:lnTo>
                      <a:pt x="28" y="12"/>
                    </a:lnTo>
                    <a:lnTo>
                      <a:pt x="28" y="15"/>
                    </a:lnTo>
                    <a:lnTo>
                      <a:pt x="28" y="15"/>
                    </a:lnTo>
                    <a:lnTo>
                      <a:pt x="28" y="15"/>
                    </a:lnTo>
                    <a:lnTo>
                      <a:pt x="28" y="17"/>
                    </a:lnTo>
                    <a:lnTo>
                      <a:pt x="28" y="17"/>
                    </a:lnTo>
                    <a:lnTo>
                      <a:pt x="28" y="17"/>
                    </a:lnTo>
                    <a:lnTo>
                      <a:pt x="28" y="17"/>
                    </a:lnTo>
                    <a:lnTo>
                      <a:pt x="30" y="17"/>
                    </a:lnTo>
                    <a:lnTo>
                      <a:pt x="30" y="19"/>
                    </a:lnTo>
                    <a:lnTo>
                      <a:pt x="30" y="19"/>
                    </a:lnTo>
                    <a:lnTo>
                      <a:pt x="30" y="19"/>
                    </a:lnTo>
                    <a:lnTo>
                      <a:pt x="30" y="22"/>
                    </a:lnTo>
                    <a:lnTo>
                      <a:pt x="30" y="22"/>
                    </a:lnTo>
                    <a:lnTo>
                      <a:pt x="30" y="22"/>
                    </a:lnTo>
                    <a:lnTo>
                      <a:pt x="30" y="24"/>
                    </a:lnTo>
                    <a:lnTo>
                      <a:pt x="33" y="24"/>
                    </a:lnTo>
                    <a:lnTo>
                      <a:pt x="33" y="24"/>
                    </a:lnTo>
                    <a:lnTo>
                      <a:pt x="33" y="24"/>
                    </a:lnTo>
                    <a:lnTo>
                      <a:pt x="33" y="26"/>
                    </a:lnTo>
                    <a:lnTo>
                      <a:pt x="35" y="26"/>
                    </a:lnTo>
                    <a:lnTo>
                      <a:pt x="35" y="26"/>
                    </a:lnTo>
                    <a:lnTo>
                      <a:pt x="35" y="26"/>
                    </a:lnTo>
                    <a:lnTo>
                      <a:pt x="35" y="26"/>
                    </a:lnTo>
                    <a:lnTo>
                      <a:pt x="35" y="29"/>
                    </a:lnTo>
                    <a:lnTo>
                      <a:pt x="35" y="29"/>
                    </a:lnTo>
                    <a:lnTo>
                      <a:pt x="35" y="29"/>
                    </a:lnTo>
                    <a:lnTo>
                      <a:pt x="37" y="29"/>
                    </a:lnTo>
                    <a:lnTo>
                      <a:pt x="37" y="31"/>
                    </a:lnTo>
                    <a:lnTo>
                      <a:pt x="37" y="31"/>
                    </a:lnTo>
                    <a:lnTo>
                      <a:pt x="37" y="34"/>
                    </a:lnTo>
                    <a:lnTo>
                      <a:pt x="37" y="34"/>
                    </a:lnTo>
                    <a:lnTo>
                      <a:pt x="37" y="34"/>
                    </a:lnTo>
                    <a:lnTo>
                      <a:pt x="37" y="34"/>
                    </a:lnTo>
                    <a:lnTo>
                      <a:pt x="40" y="34"/>
                    </a:lnTo>
                    <a:lnTo>
                      <a:pt x="40" y="36"/>
                    </a:lnTo>
                    <a:lnTo>
                      <a:pt x="40" y="36"/>
                    </a:lnTo>
                    <a:lnTo>
                      <a:pt x="40" y="36"/>
                    </a:lnTo>
                    <a:lnTo>
                      <a:pt x="40" y="36"/>
                    </a:lnTo>
                    <a:lnTo>
                      <a:pt x="40" y="38"/>
                    </a:lnTo>
                    <a:lnTo>
                      <a:pt x="40" y="38"/>
                    </a:lnTo>
                    <a:lnTo>
                      <a:pt x="40" y="41"/>
                    </a:lnTo>
                    <a:lnTo>
                      <a:pt x="40" y="41"/>
                    </a:lnTo>
                    <a:lnTo>
                      <a:pt x="42" y="41"/>
                    </a:lnTo>
                    <a:lnTo>
                      <a:pt x="42" y="43"/>
                    </a:lnTo>
                    <a:lnTo>
                      <a:pt x="42" y="43"/>
                    </a:lnTo>
                    <a:lnTo>
                      <a:pt x="42" y="45"/>
                    </a:lnTo>
                    <a:lnTo>
                      <a:pt x="42" y="45"/>
                    </a:lnTo>
                    <a:lnTo>
                      <a:pt x="42" y="45"/>
                    </a:lnTo>
                    <a:lnTo>
                      <a:pt x="42" y="48"/>
                    </a:lnTo>
                    <a:lnTo>
                      <a:pt x="42" y="48"/>
                    </a:lnTo>
                    <a:lnTo>
                      <a:pt x="42" y="48"/>
                    </a:lnTo>
                    <a:lnTo>
                      <a:pt x="44" y="48"/>
                    </a:lnTo>
                    <a:lnTo>
                      <a:pt x="44" y="48"/>
                    </a:lnTo>
                    <a:lnTo>
                      <a:pt x="44" y="50"/>
                    </a:lnTo>
                    <a:lnTo>
                      <a:pt x="44" y="50"/>
                    </a:lnTo>
                    <a:lnTo>
                      <a:pt x="44" y="50"/>
                    </a:lnTo>
                    <a:lnTo>
                      <a:pt x="44" y="52"/>
                    </a:lnTo>
                    <a:lnTo>
                      <a:pt x="44" y="52"/>
                    </a:lnTo>
                    <a:lnTo>
                      <a:pt x="44" y="52"/>
                    </a:lnTo>
                    <a:lnTo>
                      <a:pt x="47" y="52"/>
                    </a:lnTo>
                    <a:lnTo>
                      <a:pt x="47" y="55"/>
                    </a:lnTo>
                    <a:lnTo>
                      <a:pt x="47" y="55"/>
                    </a:lnTo>
                    <a:lnTo>
                      <a:pt x="47" y="55"/>
                    </a:lnTo>
                    <a:lnTo>
                      <a:pt x="49" y="55"/>
                    </a:lnTo>
                    <a:lnTo>
                      <a:pt x="49" y="57"/>
                    </a:lnTo>
                    <a:lnTo>
                      <a:pt x="49" y="57"/>
                    </a:lnTo>
                    <a:lnTo>
                      <a:pt x="49" y="57"/>
                    </a:lnTo>
                    <a:lnTo>
                      <a:pt x="49" y="57"/>
                    </a:lnTo>
                    <a:lnTo>
                      <a:pt x="49" y="60"/>
                    </a:lnTo>
                    <a:lnTo>
                      <a:pt x="49" y="60"/>
                    </a:lnTo>
                    <a:lnTo>
                      <a:pt x="49" y="62"/>
                    </a:lnTo>
                    <a:lnTo>
                      <a:pt x="49" y="62"/>
                    </a:lnTo>
                    <a:lnTo>
                      <a:pt x="49" y="62"/>
                    </a:lnTo>
                    <a:lnTo>
                      <a:pt x="49" y="64"/>
                    </a:lnTo>
                    <a:lnTo>
                      <a:pt x="49" y="64"/>
                    </a:lnTo>
                    <a:lnTo>
                      <a:pt x="49" y="67"/>
                    </a:lnTo>
                    <a:lnTo>
                      <a:pt x="49" y="67"/>
                    </a:lnTo>
                    <a:lnTo>
                      <a:pt x="49" y="67"/>
                    </a:lnTo>
                    <a:lnTo>
                      <a:pt x="49" y="69"/>
                    </a:lnTo>
                    <a:lnTo>
                      <a:pt x="49" y="69"/>
                    </a:lnTo>
                    <a:lnTo>
                      <a:pt x="49" y="71"/>
                    </a:lnTo>
                    <a:lnTo>
                      <a:pt x="49" y="71"/>
                    </a:lnTo>
                    <a:lnTo>
                      <a:pt x="52" y="71"/>
                    </a:lnTo>
                    <a:lnTo>
                      <a:pt x="52" y="74"/>
                    </a:lnTo>
                    <a:lnTo>
                      <a:pt x="49" y="74"/>
                    </a:lnTo>
                    <a:lnTo>
                      <a:pt x="49" y="74"/>
                    </a:lnTo>
                    <a:lnTo>
                      <a:pt x="49" y="76"/>
                    </a:lnTo>
                    <a:lnTo>
                      <a:pt x="49" y="76"/>
                    </a:lnTo>
                    <a:lnTo>
                      <a:pt x="49" y="76"/>
                    </a:lnTo>
                    <a:lnTo>
                      <a:pt x="49" y="79"/>
                    </a:lnTo>
                    <a:lnTo>
                      <a:pt x="49" y="79"/>
                    </a:lnTo>
                    <a:lnTo>
                      <a:pt x="49" y="79"/>
                    </a:lnTo>
                    <a:lnTo>
                      <a:pt x="49" y="81"/>
                    </a:lnTo>
                    <a:lnTo>
                      <a:pt x="49" y="81"/>
                    </a:lnTo>
                    <a:lnTo>
                      <a:pt x="49" y="81"/>
                    </a:lnTo>
                    <a:lnTo>
                      <a:pt x="49" y="83"/>
                    </a:lnTo>
                    <a:lnTo>
                      <a:pt x="49" y="83"/>
                    </a:lnTo>
                    <a:lnTo>
                      <a:pt x="47" y="83"/>
                    </a:lnTo>
                    <a:lnTo>
                      <a:pt x="47" y="86"/>
                    </a:lnTo>
                    <a:lnTo>
                      <a:pt x="47" y="86"/>
                    </a:lnTo>
                    <a:lnTo>
                      <a:pt x="47" y="86"/>
                    </a:lnTo>
                    <a:lnTo>
                      <a:pt x="47" y="86"/>
                    </a:lnTo>
                    <a:lnTo>
                      <a:pt x="44" y="86"/>
                    </a:lnTo>
                    <a:lnTo>
                      <a:pt x="44" y="88"/>
                    </a:lnTo>
                    <a:lnTo>
                      <a:pt x="44" y="88"/>
                    </a:lnTo>
                    <a:lnTo>
                      <a:pt x="44" y="88"/>
                    </a:lnTo>
                    <a:lnTo>
                      <a:pt x="44" y="88"/>
                    </a:lnTo>
                    <a:lnTo>
                      <a:pt x="44" y="90"/>
                    </a:lnTo>
                    <a:lnTo>
                      <a:pt x="42" y="90"/>
                    </a:lnTo>
                    <a:lnTo>
                      <a:pt x="42" y="90"/>
                    </a:lnTo>
                    <a:lnTo>
                      <a:pt x="42" y="90"/>
                    </a:lnTo>
                    <a:lnTo>
                      <a:pt x="42" y="90"/>
                    </a:lnTo>
                    <a:lnTo>
                      <a:pt x="42" y="93"/>
                    </a:lnTo>
                    <a:lnTo>
                      <a:pt x="40" y="93"/>
                    </a:lnTo>
                    <a:lnTo>
                      <a:pt x="40" y="93"/>
                    </a:lnTo>
                    <a:lnTo>
                      <a:pt x="40" y="93"/>
                    </a:lnTo>
                    <a:lnTo>
                      <a:pt x="37" y="93"/>
                    </a:lnTo>
                    <a:lnTo>
                      <a:pt x="37" y="95"/>
                    </a:lnTo>
                    <a:lnTo>
                      <a:pt x="37" y="95"/>
                    </a:lnTo>
                    <a:lnTo>
                      <a:pt x="37" y="95"/>
                    </a:lnTo>
                    <a:lnTo>
                      <a:pt x="37" y="95"/>
                    </a:lnTo>
                    <a:lnTo>
                      <a:pt x="35" y="95"/>
                    </a:lnTo>
                    <a:lnTo>
                      <a:pt x="35" y="95"/>
                    </a:lnTo>
                    <a:lnTo>
                      <a:pt x="35" y="95"/>
                    </a:lnTo>
                    <a:lnTo>
                      <a:pt x="35" y="95"/>
                    </a:lnTo>
                    <a:lnTo>
                      <a:pt x="33" y="95"/>
                    </a:lnTo>
                    <a:lnTo>
                      <a:pt x="33" y="95"/>
                    </a:lnTo>
                    <a:lnTo>
                      <a:pt x="30" y="95"/>
                    </a:lnTo>
                    <a:lnTo>
                      <a:pt x="30" y="95"/>
                    </a:lnTo>
                    <a:lnTo>
                      <a:pt x="30" y="97"/>
                    </a:lnTo>
                    <a:lnTo>
                      <a:pt x="30" y="97"/>
                    </a:lnTo>
                    <a:lnTo>
                      <a:pt x="28" y="97"/>
                    </a:lnTo>
                    <a:lnTo>
                      <a:pt x="28" y="97"/>
                    </a:lnTo>
                    <a:lnTo>
                      <a:pt x="28" y="97"/>
                    </a:lnTo>
                    <a:lnTo>
                      <a:pt x="28" y="97"/>
                    </a:lnTo>
                    <a:lnTo>
                      <a:pt x="28" y="100"/>
                    </a:lnTo>
                    <a:lnTo>
                      <a:pt x="26" y="100"/>
                    </a:lnTo>
                    <a:lnTo>
                      <a:pt x="26" y="100"/>
                    </a:lnTo>
                    <a:lnTo>
                      <a:pt x="26" y="100"/>
                    </a:lnTo>
                    <a:lnTo>
                      <a:pt x="23" y="100"/>
                    </a:lnTo>
                    <a:lnTo>
                      <a:pt x="23" y="100"/>
                    </a:lnTo>
                    <a:lnTo>
                      <a:pt x="23" y="100"/>
                    </a:lnTo>
                    <a:lnTo>
                      <a:pt x="21" y="100"/>
                    </a:lnTo>
                    <a:lnTo>
                      <a:pt x="21" y="100"/>
                    </a:lnTo>
                    <a:lnTo>
                      <a:pt x="21" y="100"/>
                    </a:lnTo>
                    <a:lnTo>
                      <a:pt x="18" y="100"/>
                    </a:lnTo>
                    <a:lnTo>
                      <a:pt x="18" y="100"/>
                    </a:lnTo>
                    <a:lnTo>
                      <a:pt x="18" y="100"/>
                    </a:lnTo>
                    <a:lnTo>
                      <a:pt x="16" y="100"/>
                    </a:lnTo>
                    <a:lnTo>
                      <a:pt x="16" y="100"/>
                    </a:lnTo>
                    <a:lnTo>
                      <a:pt x="16" y="100"/>
                    </a:lnTo>
                    <a:lnTo>
                      <a:pt x="16" y="97"/>
                    </a:lnTo>
                    <a:lnTo>
                      <a:pt x="14" y="97"/>
                    </a:lnTo>
                    <a:lnTo>
                      <a:pt x="14" y="97"/>
                    </a:lnTo>
                    <a:lnTo>
                      <a:pt x="14" y="97"/>
                    </a:lnTo>
                    <a:lnTo>
                      <a:pt x="11" y="97"/>
                    </a:lnTo>
                    <a:lnTo>
                      <a:pt x="11" y="95"/>
                    </a:lnTo>
                    <a:lnTo>
                      <a:pt x="11" y="95"/>
                    </a:lnTo>
                    <a:lnTo>
                      <a:pt x="11" y="95"/>
                    </a:lnTo>
                    <a:lnTo>
                      <a:pt x="11" y="95"/>
                    </a:lnTo>
                    <a:lnTo>
                      <a:pt x="11" y="95"/>
                    </a:lnTo>
                    <a:lnTo>
                      <a:pt x="11" y="93"/>
                    </a:lnTo>
                    <a:lnTo>
                      <a:pt x="9" y="93"/>
                    </a:lnTo>
                    <a:lnTo>
                      <a:pt x="9" y="93"/>
                    </a:lnTo>
                    <a:lnTo>
                      <a:pt x="9" y="90"/>
                    </a:lnTo>
                    <a:lnTo>
                      <a:pt x="9" y="90"/>
                    </a:lnTo>
                    <a:lnTo>
                      <a:pt x="9" y="88"/>
                    </a:lnTo>
                    <a:lnTo>
                      <a:pt x="9" y="88"/>
                    </a:lnTo>
                    <a:lnTo>
                      <a:pt x="9" y="88"/>
                    </a:lnTo>
                    <a:lnTo>
                      <a:pt x="9" y="86"/>
                    </a:lnTo>
                    <a:lnTo>
                      <a:pt x="9" y="86"/>
                    </a:lnTo>
                    <a:lnTo>
                      <a:pt x="9" y="86"/>
                    </a:lnTo>
                    <a:lnTo>
                      <a:pt x="9" y="86"/>
                    </a:lnTo>
                    <a:lnTo>
                      <a:pt x="9" y="83"/>
                    </a:lnTo>
                    <a:lnTo>
                      <a:pt x="9" y="83"/>
                    </a:lnTo>
                    <a:lnTo>
                      <a:pt x="9" y="81"/>
                    </a:lnTo>
                    <a:lnTo>
                      <a:pt x="7" y="81"/>
                    </a:lnTo>
                    <a:lnTo>
                      <a:pt x="7" y="81"/>
                    </a:lnTo>
                    <a:lnTo>
                      <a:pt x="7" y="79"/>
                    </a:lnTo>
                    <a:lnTo>
                      <a:pt x="7" y="79"/>
                    </a:lnTo>
                    <a:lnTo>
                      <a:pt x="7" y="79"/>
                    </a:lnTo>
                    <a:lnTo>
                      <a:pt x="7" y="76"/>
                    </a:lnTo>
                    <a:lnTo>
                      <a:pt x="7" y="76"/>
                    </a:lnTo>
                    <a:lnTo>
                      <a:pt x="7" y="76"/>
                    </a:lnTo>
                    <a:lnTo>
                      <a:pt x="7" y="74"/>
                    </a:lnTo>
                    <a:lnTo>
                      <a:pt x="7" y="74"/>
                    </a:lnTo>
                    <a:lnTo>
                      <a:pt x="7" y="71"/>
                    </a:lnTo>
                    <a:lnTo>
                      <a:pt x="7" y="71"/>
                    </a:lnTo>
                    <a:lnTo>
                      <a:pt x="7" y="69"/>
                    </a:lnTo>
                    <a:lnTo>
                      <a:pt x="4" y="69"/>
                    </a:lnTo>
                    <a:lnTo>
                      <a:pt x="4" y="69"/>
                    </a:lnTo>
                    <a:lnTo>
                      <a:pt x="4" y="67"/>
                    </a:lnTo>
                    <a:lnTo>
                      <a:pt x="4" y="67"/>
                    </a:lnTo>
                    <a:lnTo>
                      <a:pt x="7" y="67"/>
                    </a:lnTo>
                    <a:lnTo>
                      <a:pt x="7" y="67"/>
                    </a:lnTo>
                    <a:lnTo>
                      <a:pt x="4" y="67"/>
                    </a:lnTo>
                    <a:lnTo>
                      <a:pt x="4" y="64"/>
                    </a:lnTo>
                    <a:lnTo>
                      <a:pt x="4" y="64"/>
                    </a:lnTo>
                    <a:lnTo>
                      <a:pt x="4" y="62"/>
                    </a:lnTo>
                    <a:lnTo>
                      <a:pt x="4" y="62"/>
                    </a:lnTo>
                    <a:lnTo>
                      <a:pt x="4" y="60"/>
                    </a:lnTo>
                    <a:lnTo>
                      <a:pt x="4" y="60"/>
                    </a:lnTo>
                    <a:lnTo>
                      <a:pt x="4" y="60"/>
                    </a:lnTo>
                    <a:lnTo>
                      <a:pt x="4" y="57"/>
                    </a:lnTo>
                    <a:lnTo>
                      <a:pt x="4" y="57"/>
                    </a:lnTo>
                    <a:lnTo>
                      <a:pt x="4" y="57"/>
                    </a:lnTo>
                    <a:lnTo>
                      <a:pt x="4" y="57"/>
                    </a:lnTo>
                    <a:lnTo>
                      <a:pt x="4" y="55"/>
                    </a:lnTo>
                    <a:lnTo>
                      <a:pt x="4" y="55"/>
                    </a:lnTo>
                    <a:lnTo>
                      <a:pt x="4" y="55"/>
                    </a:lnTo>
                    <a:lnTo>
                      <a:pt x="4" y="52"/>
                    </a:lnTo>
                    <a:lnTo>
                      <a:pt x="4" y="52"/>
                    </a:lnTo>
                    <a:lnTo>
                      <a:pt x="4" y="50"/>
                    </a:lnTo>
                    <a:lnTo>
                      <a:pt x="4" y="50"/>
                    </a:lnTo>
                    <a:lnTo>
                      <a:pt x="4" y="50"/>
                    </a:lnTo>
                    <a:lnTo>
                      <a:pt x="4" y="48"/>
                    </a:lnTo>
                    <a:lnTo>
                      <a:pt x="4" y="48"/>
                    </a:lnTo>
                    <a:lnTo>
                      <a:pt x="4" y="48"/>
                    </a:lnTo>
                    <a:lnTo>
                      <a:pt x="2" y="48"/>
                    </a:lnTo>
                    <a:lnTo>
                      <a:pt x="2" y="45"/>
                    </a:lnTo>
                    <a:lnTo>
                      <a:pt x="2" y="45"/>
                    </a:lnTo>
                    <a:lnTo>
                      <a:pt x="2" y="43"/>
                    </a:lnTo>
                    <a:lnTo>
                      <a:pt x="2" y="43"/>
                    </a:lnTo>
                    <a:lnTo>
                      <a:pt x="2" y="41"/>
                    </a:lnTo>
                    <a:lnTo>
                      <a:pt x="4" y="41"/>
                    </a:lnTo>
                    <a:lnTo>
                      <a:pt x="4" y="41"/>
                    </a:lnTo>
                    <a:lnTo>
                      <a:pt x="4" y="38"/>
                    </a:lnTo>
                    <a:lnTo>
                      <a:pt x="4" y="38"/>
                    </a:lnTo>
                    <a:lnTo>
                      <a:pt x="4" y="38"/>
                    </a:lnTo>
                    <a:lnTo>
                      <a:pt x="4" y="36"/>
                    </a:lnTo>
                    <a:lnTo>
                      <a:pt x="4" y="36"/>
                    </a:lnTo>
                    <a:lnTo>
                      <a:pt x="4" y="36"/>
                    </a:lnTo>
                    <a:lnTo>
                      <a:pt x="4" y="34"/>
                    </a:lnTo>
                    <a:lnTo>
                      <a:pt x="4" y="34"/>
                    </a:lnTo>
                    <a:lnTo>
                      <a:pt x="4" y="36"/>
                    </a:lnTo>
                    <a:lnTo>
                      <a:pt x="4" y="36"/>
                    </a:lnTo>
                    <a:lnTo>
                      <a:pt x="7" y="36"/>
                    </a:lnTo>
                    <a:lnTo>
                      <a:pt x="7" y="36"/>
                    </a:lnTo>
                    <a:lnTo>
                      <a:pt x="7" y="34"/>
                    </a:lnTo>
                    <a:lnTo>
                      <a:pt x="7" y="34"/>
                    </a:lnTo>
                    <a:lnTo>
                      <a:pt x="7" y="34"/>
                    </a:lnTo>
                    <a:lnTo>
                      <a:pt x="7" y="31"/>
                    </a:lnTo>
                    <a:lnTo>
                      <a:pt x="9" y="31"/>
                    </a:lnTo>
                    <a:lnTo>
                      <a:pt x="9" y="31"/>
                    </a:lnTo>
                    <a:lnTo>
                      <a:pt x="9" y="29"/>
                    </a:lnTo>
                    <a:lnTo>
                      <a:pt x="9" y="29"/>
                    </a:lnTo>
                    <a:lnTo>
                      <a:pt x="9" y="26"/>
                    </a:lnTo>
                    <a:lnTo>
                      <a:pt x="7" y="26"/>
                    </a:lnTo>
                    <a:lnTo>
                      <a:pt x="7" y="26"/>
                    </a:lnTo>
                    <a:lnTo>
                      <a:pt x="7" y="26"/>
                    </a:lnTo>
                    <a:lnTo>
                      <a:pt x="7" y="24"/>
                    </a:lnTo>
                    <a:lnTo>
                      <a:pt x="7" y="24"/>
                    </a:lnTo>
                    <a:lnTo>
                      <a:pt x="7" y="24"/>
                    </a:lnTo>
                    <a:lnTo>
                      <a:pt x="7" y="22"/>
                    </a:lnTo>
                    <a:lnTo>
                      <a:pt x="4" y="22"/>
                    </a:lnTo>
                    <a:lnTo>
                      <a:pt x="4" y="22"/>
                    </a:lnTo>
                    <a:lnTo>
                      <a:pt x="4" y="22"/>
                    </a:lnTo>
                    <a:lnTo>
                      <a:pt x="4" y="22"/>
                    </a:lnTo>
                    <a:lnTo>
                      <a:pt x="2" y="22"/>
                    </a:lnTo>
                    <a:lnTo>
                      <a:pt x="2" y="22"/>
                    </a:lnTo>
                    <a:lnTo>
                      <a:pt x="2" y="22"/>
                    </a:lnTo>
                    <a:lnTo>
                      <a:pt x="0" y="22"/>
                    </a:lnTo>
                    <a:lnTo>
                      <a:pt x="0" y="19"/>
                    </a:lnTo>
                    <a:lnTo>
                      <a:pt x="0" y="19"/>
                    </a:lnTo>
                    <a:lnTo>
                      <a:pt x="0" y="19"/>
                    </a:lnTo>
                    <a:lnTo>
                      <a:pt x="0" y="19"/>
                    </a:lnTo>
                    <a:lnTo>
                      <a:pt x="2" y="19"/>
                    </a:lnTo>
                    <a:lnTo>
                      <a:pt x="2" y="19"/>
                    </a:lnTo>
                    <a:lnTo>
                      <a:pt x="2" y="19"/>
                    </a:lnTo>
                    <a:lnTo>
                      <a:pt x="2" y="19"/>
                    </a:lnTo>
                    <a:lnTo>
                      <a:pt x="2" y="19"/>
                    </a:lnTo>
                    <a:lnTo>
                      <a:pt x="4" y="19"/>
                    </a:lnTo>
                    <a:lnTo>
                      <a:pt x="4" y="19"/>
                    </a:lnTo>
                    <a:lnTo>
                      <a:pt x="4" y="19"/>
                    </a:lnTo>
                    <a:lnTo>
                      <a:pt x="7" y="19"/>
                    </a:lnTo>
                    <a:lnTo>
                      <a:pt x="7" y="19"/>
                    </a:lnTo>
                    <a:lnTo>
                      <a:pt x="7" y="19"/>
                    </a:lnTo>
                    <a:lnTo>
                      <a:pt x="9" y="19"/>
                    </a:lnTo>
                    <a:lnTo>
                      <a:pt x="9" y="22"/>
                    </a:lnTo>
                    <a:lnTo>
                      <a:pt x="9" y="22"/>
                    </a:lnTo>
                    <a:lnTo>
                      <a:pt x="9" y="22"/>
                    </a:lnTo>
                    <a:lnTo>
                      <a:pt x="11" y="22"/>
                    </a:lnTo>
                    <a:lnTo>
                      <a:pt x="11" y="19"/>
                    </a:lnTo>
                    <a:lnTo>
                      <a:pt x="11" y="19"/>
                    </a:lnTo>
                    <a:lnTo>
                      <a:pt x="11" y="17"/>
                    </a:lnTo>
                    <a:lnTo>
                      <a:pt x="11" y="17"/>
                    </a:lnTo>
                    <a:lnTo>
                      <a:pt x="11" y="17"/>
                    </a:lnTo>
                    <a:lnTo>
                      <a:pt x="11" y="17"/>
                    </a:lnTo>
                    <a:lnTo>
                      <a:pt x="11" y="15"/>
                    </a:lnTo>
                    <a:lnTo>
                      <a:pt x="11" y="1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0" name="Freeform 118"/>
              <p:cNvSpPr>
                <a:spLocks/>
              </p:cNvSpPr>
              <p:nvPr/>
            </p:nvSpPr>
            <p:spPr bwMode="auto">
              <a:xfrm>
                <a:off x="2538" y="2504"/>
                <a:ext cx="52" cy="100"/>
              </a:xfrm>
              <a:custGeom>
                <a:avLst/>
                <a:gdLst/>
                <a:ahLst/>
                <a:cxnLst>
                  <a:cxn ang="0">
                    <a:pos x="11" y="10"/>
                  </a:cxn>
                  <a:cxn ang="0">
                    <a:pos x="11" y="7"/>
                  </a:cxn>
                  <a:cxn ang="0">
                    <a:pos x="7" y="7"/>
                  </a:cxn>
                  <a:cxn ang="0">
                    <a:pos x="4" y="5"/>
                  </a:cxn>
                  <a:cxn ang="0">
                    <a:pos x="9" y="3"/>
                  </a:cxn>
                  <a:cxn ang="0">
                    <a:pos x="11" y="0"/>
                  </a:cxn>
                  <a:cxn ang="0">
                    <a:pos x="16" y="0"/>
                  </a:cxn>
                  <a:cxn ang="0">
                    <a:pos x="18" y="5"/>
                  </a:cxn>
                  <a:cxn ang="0">
                    <a:pos x="21" y="7"/>
                  </a:cxn>
                  <a:cxn ang="0">
                    <a:pos x="23" y="10"/>
                  </a:cxn>
                  <a:cxn ang="0">
                    <a:pos x="28" y="15"/>
                  </a:cxn>
                  <a:cxn ang="0">
                    <a:pos x="28" y="17"/>
                  </a:cxn>
                  <a:cxn ang="0">
                    <a:pos x="30" y="22"/>
                  </a:cxn>
                  <a:cxn ang="0">
                    <a:pos x="33" y="26"/>
                  </a:cxn>
                  <a:cxn ang="0">
                    <a:pos x="35" y="29"/>
                  </a:cxn>
                  <a:cxn ang="0">
                    <a:pos x="37" y="34"/>
                  </a:cxn>
                  <a:cxn ang="0">
                    <a:pos x="40" y="36"/>
                  </a:cxn>
                  <a:cxn ang="0">
                    <a:pos x="42" y="41"/>
                  </a:cxn>
                  <a:cxn ang="0">
                    <a:pos x="42" y="48"/>
                  </a:cxn>
                  <a:cxn ang="0">
                    <a:pos x="44" y="50"/>
                  </a:cxn>
                  <a:cxn ang="0">
                    <a:pos x="47" y="55"/>
                  </a:cxn>
                  <a:cxn ang="0">
                    <a:pos x="49" y="57"/>
                  </a:cxn>
                  <a:cxn ang="0">
                    <a:pos x="49" y="62"/>
                  </a:cxn>
                  <a:cxn ang="0">
                    <a:pos x="49" y="69"/>
                  </a:cxn>
                  <a:cxn ang="0">
                    <a:pos x="49" y="74"/>
                  </a:cxn>
                  <a:cxn ang="0">
                    <a:pos x="49" y="79"/>
                  </a:cxn>
                  <a:cxn ang="0">
                    <a:pos x="49" y="83"/>
                  </a:cxn>
                  <a:cxn ang="0">
                    <a:pos x="44" y="86"/>
                  </a:cxn>
                  <a:cxn ang="0">
                    <a:pos x="42" y="90"/>
                  </a:cxn>
                  <a:cxn ang="0">
                    <a:pos x="40" y="93"/>
                  </a:cxn>
                  <a:cxn ang="0">
                    <a:pos x="37" y="95"/>
                  </a:cxn>
                  <a:cxn ang="0">
                    <a:pos x="33" y="95"/>
                  </a:cxn>
                  <a:cxn ang="0">
                    <a:pos x="28" y="97"/>
                  </a:cxn>
                  <a:cxn ang="0">
                    <a:pos x="26" y="100"/>
                  </a:cxn>
                  <a:cxn ang="0">
                    <a:pos x="21" y="100"/>
                  </a:cxn>
                  <a:cxn ang="0">
                    <a:pos x="16" y="100"/>
                  </a:cxn>
                  <a:cxn ang="0">
                    <a:pos x="11" y="95"/>
                  </a:cxn>
                  <a:cxn ang="0">
                    <a:pos x="9" y="93"/>
                  </a:cxn>
                  <a:cxn ang="0">
                    <a:pos x="9" y="88"/>
                  </a:cxn>
                  <a:cxn ang="0">
                    <a:pos x="9" y="83"/>
                  </a:cxn>
                  <a:cxn ang="0">
                    <a:pos x="7" y="79"/>
                  </a:cxn>
                  <a:cxn ang="0">
                    <a:pos x="7" y="71"/>
                  </a:cxn>
                  <a:cxn ang="0">
                    <a:pos x="4" y="67"/>
                  </a:cxn>
                  <a:cxn ang="0">
                    <a:pos x="4" y="62"/>
                  </a:cxn>
                  <a:cxn ang="0">
                    <a:pos x="4" y="57"/>
                  </a:cxn>
                  <a:cxn ang="0">
                    <a:pos x="4" y="52"/>
                  </a:cxn>
                  <a:cxn ang="0">
                    <a:pos x="4" y="48"/>
                  </a:cxn>
                  <a:cxn ang="0">
                    <a:pos x="2" y="43"/>
                  </a:cxn>
                  <a:cxn ang="0">
                    <a:pos x="4" y="38"/>
                  </a:cxn>
                  <a:cxn ang="0">
                    <a:pos x="4" y="36"/>
                  </a:cxn>
                  <a:cxn ang="0">
                    <a:pos x="7" y="34"/>
                  </a:cxn>
                  <a:cxn ang="0">
                    <a:pos x="9" y="26"/>
                  </a:cxn>
                  <a:cxn ang="0">
                    <a:pos x="7" y="24"/>
                  </a:cxn>
                  <a:cxn ang="0">
                    <a:pos x="2" y="22"/>
                  </a:cxn>
                  <a:cxn ang="0">
                    <a:pos x="0" y="19"/>
                  </a:cxn>
                  <a:cxn ang="0">
                    <a:pos x="2" y="19"/>
                  </a:cxn>
                  <a:cxn ang="0">
                    <a:pos x="7" y="19"/>
                  </a:cxn>
                  <a:cxn ang="0">
                    <a:pos x="11" y="19"/>
                  </a:cxn>
                  <a:cxn ang="0">
                    <a:pos x="11" y="15"/>
                  </a:cxn>
                </a:cxnLst>
                <a:rect l="0" t="0" r="r" b="b"/>
                <a:pathLst>
                  <a:path w="52" h="100">
                    <a:moveTo>
                      <a:pt x="11" y="15"/>
                    </a:moveTo>
                    <a:lnTo>
                      <a:pt x="11" y="15"/>
                    </a:lnTo>
                    <a:lnTo>
                      <a:pt x="11" y="12"/>
                    </a:lnTo>
                    <a:lnTo>
                      <a:pt x="11" y="12"/>
                    </a:lnTo>
                    <a:lnTo>
                      <a:pt x="11" y="12"/>
                    </a:lnTo>
                    <a:lnTo>
                      <a:pt x="11" y="10"/>
                    </a:lnTo>
                    <a:lnTo>
                      <a:pt x="11" y="10"/>
                    </a:lnTo>
                    <a:lnTo>
                      <a:pt x="11" y="10"/>
                    </a:lnTo>
                    <a:lnTo>
                      <a:pt x="11" y="7"/>
                    </a:lnTo>
                    <a:lnTo>
                      <a:pt x="11" y="7"/>
                    </a:lnTo>
                    <a:lnTo>
                      <a:pt x="11" y="7"/>
                    </a:lnTo>
                    <a:lnTo>
                      <a:pt x="11" y="7"/>
                    </a:lnTo>
                    <a:lnTo>
                      <a:pt x="9" y="7"/>
                    </a:lnTo>
                    <a:lnTo>
                      <a:pt x="9" y="7"/>
                    </a:lnTo>
                    <a:lnTo>
                      <a:pt x="9" y="7"/>
                    </a:lnTo>
                    <a:lnTo>
                      <a:pt x="7" y="7"/>
                    </a:lnTo>
                    <a:lnTo>
                      <a:pt x="7" y="7"/>
                    </a:lnTo>
                    <a:lnTo>
                      <a:pt x="7" y="7"/>
                    </a:lnTo>
                    <a:lnTo>
                      <a:pt x="4" y="7"/>
                    </a:lnTo>
                    <a:lnTo>
                      <a:pt x="4" y="7"/>
                    </a:lnTo>
                    <a:lnTo>
                      <a:pt x="4" y="7"/>
                    </a:lnTo>
                    <a:lnTo>
                      <a:pt x="4" y="7"/>
                    </a:lnTo>
                    <a:lnTo>
                      <a:pt x="4" y="5"/>
                    </a:lnTo>
                    <a:lnTo>
                      <a:pt x="4" y="5"/>
                    </a:lnTo>
                    <a:lnTo>
                      <a:pt x="4" y="5"/>
                    </a:lnTo>
                    <a:lnTo>
                      <a:pt x="4" y="3"/>
                    </a:lnTo>
                    <a:lnTo>
                      <a:pt x="7" y="3"/>
                    </a:lnTo>
                    <a:lnTo>
                      <a:pt x="7" y="3"/>
                    </a:lnTo>
                    <a:lnTo>
                      <a:pt x="7" y="3"/>
                    </a:lnTo>
                    <a:lnTo>
                      <a:pt x="9" y="3"/>
                    </a:lnTo>
                    <a:lnTo>
                      <a:pt x="9" y="0"/>
                    </a:lnTo>
                    <a:lnTo>
                      <a:pt x="9" y="0"/>
                    </a:lnTo>
                    <a:lnTo>
                      <a:pt x="9" y="0"/>
                    </a:lnTo>
                    <a:lnTo>
                      <a:pt x="11" y="0"/>
                    </a:lnTo>
                    <a:lnTo>
                      <a:pt x="11" y="0"/>
                    </a:lnTo>
                    <a:lnTo>
                      <a:pt x="11" y="0"/>
                    </a:lnTo>
                    <a:lnTo>
                      <a:pt x="14" y="0"/>
                    </a:lnTo>
                    <a:lnTo>
                      <a:pt x="14" y="0"/>
                    </a:lnTo>
                    <a:lnTo>
                      <a:pt x="14" y="0"/>
                    </a:lnTo>
                    <a:lnTo>
                      <a:pt x="16" y="0"/>
                    </a:lnTo>
                    <a:lnTo>
                      <a:pt x="16" y="0"/>
                    </a:lnTo>
                    <a:lnTo>
                      <a:pt x="16" y="0"/>
                    </a:lnTo>
                    <a:lnTo>
                      <a:pt x="16" y="3"/>
                    </a:lnTo>
                    <a:lnTo>
                      <a:pt x="16" y="3"/>
                    </a:lnTo>
                    <a:lnTo>
                      <a:pt x="16" y="3"/>
                    </a:lnTo>
                    <a:lnTo>
                      <a:pt x="16" y="5"/>
                    </a:lnTo>
                    <a:lnTo>
                      <a:pt x="18" y="5"/>
                    </a:lnTo>
                    <a:lnTo>
                      <a:pt x="18" y="5"/>
                    </a:lnTo>
                    <a:lnTo>
                      <a:pt x="18" y="5"/>
                    </a:lnTo>
                    <a:lnTo>
                      <a:pt x="18" y="7"/>
                    </a:lnTo>
                    <a:lnTo>
                      <a:pt x="21" y="7"/>
                    </a:lnTo>
                    <a:lnTo>
                      <a:pt x="21" y="7"/>
                    </a:lnTo>
                    <a:lnTo>
                      <a:pt x="21" y="7"/>
                    </a:lnTo>
                    <a:lnTo>
                      <a:pt x="21" y="7"/>
                    </a:lnTo>
                    <a:lnTo>
                      <a:pt x="21" y="7"/>
                    </a:lnTo>
                    <a:lnTo>
                      <a:pt x="23" y="7"/>
                    </a:lnTo>
                    <a:lnTo>
                      <a:pt x="23" y="10"/>
                    </a:lnTo>
                    <a:lnTo>
                      <a:pt x="23" y="10"/>
                    </a:lnTo>
                    <a:lnTo>
                      <a:pt x="23" y="10"/>
                    </a:lnTo>
                    <a:lnTo>
                      <a:pt x="23" y="10"/>
                    </a:lnTo>
                    <a:lnTo>
                      <a:pt x="26" y="10"/>
                    </a:lnTo>
                    <a:lnTo>
                      <a:pt x="26" y="12"/>
                    </a:lnTo>
                    <a:lnTo>
                      <a:pt x="26" y="12"/>
                    </a:lnTo>
                    <a:lnTo>
                      <a:pt x="26" y="12"/>
                    </a:lnTo>
                    <a:lnTo>
                      <a:pt x="28" y="12"/>
                    </a:lnTo>
                    <a:lnTo>
                      <a:pt x="28" y="15"/>
                    </a:lnTo>
                    <a:lnTo>
                      <a:pt x="28" y="15"/>
                    </a:lnTo>
                    <a:lnTo>
                      <a:pt x="28" y="15"/>
                    </a:lnTo>
                    <a:lnTo>
                      <a:pt x="28" y="17"/>
                    </a:lnTo>
                    <a:lnTo>
                      <a:pt x="28" y="17"/>
                    </a:lnTo>
                    <a:lnTo>
                      <a:pt x="28" y="17"/>
                    </a:lnTo>
                    <a:lnTo>
                      <a:pt x="28" y="17"/>
                    </a:lnTo>
                    <a:lnTo>
                      <a:pt x="30" y="17"/>
                    </a:lnTo>
                    <a:lnTo>
                      <a:pt x="30" y="19"/>
                    </a:lnTo>
                    <a:lnTo>
                      <a:pt x="30" y="19"/>
                    </a:lnTo>
                    <a:lnTo>
                      <a:pt x="30" y="19"/>
                    </a:lnTo>
                    <a:lnTo>
                      <a:pt x="30" y="22"/>
                    </a:lnTo>
                    <a:lnTo>
                      <a:pt x="30" y="22"/>
                    </a:lnTo>
                    <a:lnTo>
                      <a:pt x="30" y="22"/>
                    </a:lnTo>
                    <a:lnTo>
                      <a:pt x="30" y="24"/>
                    </a:lnTo>
                    <a:lnTo>
                      <a:pt x="33" y="24"/>
                    </a:lnTo>
                    <a:lnTo>
                      <a:pt x="33" y="24"/>
                    </a:lnTo>
                    <a:lnTo>
                      <a:pt x="33" y="24"/>
                    </a:lnTo>
                    <a:lnTo>
                      <a:pt x="33" y="26"/>
                    </a:lnTo>
                    <a:lnTo>
                      <a:pt x="35" y="26"/>
                    </a:lnTo>
                    <a:lnTo>
                      <a:pt x="35" y="26"/>
                    </a:lnTo>
                    <a:lnTo>
                      <a:pt x="35" y="26"/>
                    </a:lnTo>
                    <a:lnTo>
                      <a:pt x="35" y="26"/>
                    </a:lnTo>
                    <a:lnTo>
                      <a:pt x="35" y="29"/>
                    </a:lnTo>
                    <a:lnTo>
                      <a:pt x="35" y="29"/>
                    </a:lnTo>
                    <a:lnTo>
                      <a:pt x="35" y="29"/>
                    </a:lnTo>
                    <a:lnTo>
                      <a:pt x="37" y="29"/>
                    </a:lnTo>
                    <a:lnTo>
                      <a:pt x="37" y="31"/>
                    </a:lnTo>
                    <a:lnTo>
                      <a:pt x="37" y="31"/>
                    </a:lnTo>
                    <a:lnTo>
                      <a:pt x="37" y="34"/>
                    </a:lnTo>
                    <a:lnTo>
                      <a:pt x="37" y="34"/>
                    </a:lnTo>
                    <a:lnTo>
                      <a:pt x="37" y="34"/>
                    </a:lnTo>
                    <a:lnTo>
                      <a:pt x="37" y="34"/>
                    </a:lnTo>
                    <a:lnTo>
                      <a:pt x="40" y="34"/>
                    </a:lnTo>
                    <a:lnTo>
                      <a:pt x="40" y="36"/>
                    </a:lnTo>
                    <a:lnTo>
                      <a:pt x="40" y="36"/>
                    </a:lnTo>
                    <a:lnTo>
                      <a:pt x="40" y="36"/>
                    </a:lnTo>
                    <a:lnTo>
                      <a:pt x="40" y="36"/>
                    </a:lnTo>
                    <a:lnTo>
                      <a:pt x="40" y="38"/>
                    </a:lnTo>
                    <a:lnTo>
                      <a:pt x="40" y="38"/>
                    </a:lnTo>
                    <a:lnTo>
                      <a:pt x="40" y="41"/>
                    </a:lnTo>
                    <a:lnTo>
                      <a:pt x="40" y="41"/>
                    </a:lnTo>
                    <a:lnTo>
                      <a:pt x="42" y="41"/>
                    </a:lnTo>
                    <a:lnTo>
                      <a:pt x="42" y="43"/>
                    </a:lnTo>
                    <a:lnTo>
                      <a:pt x="42" y="43"/>
                    </a:lnTo>
                    <a:lnTo>
                      <a:pt x="42" y="45"/>
                    </a:lnTo>
                    <a:lnTo>
                      <a:pt x="42" y="45"/>
                    </a:lnTo>
                    <a:lnTo>
                      <a:pt x="42" y="45"/>
                    </a:lnTo>
                    <a:lnTo>
                      <a:pt x="42" y="48"/>
                    </a:lnTo>
                    <a:lnTo>
                      <a:pt x="42" y="48"/>
                    </a:lnTo>
                    <a:lnTo>
                      <a:pt x="42" y="48"/>
                    </a:lnTo>
                    <a:lnTo>
                      <a:pt x="44" y="48"/>
                    </a:lnTo>
                    <a:lnTo>
                      <a:pt x="44" y="48"/>
                    </a:lnTo>
                    <a:lnTo>
                      <a:pt x="44" y="50"/>
                    </a:lnTo>
                    <a:lnTo>
                      <a:pt x="44" y="50"/>
                    </a:lnTo>
                    <a:lnTo>
                      <a:pt x="44" y="50"/>
                    </a:lnTo>
                    <a:lnTo>
                      <a:pt x="44" y="52"/>
                    </a:lnTo>
                    <a:lnTo>
                      <a:pt x="44" y="52"/>
                    </a:lnTo>
                    <a:lnTo>
                      <a:pt x="44" y="52"/>
                    </a:lnTo>
                    <a:lnTo>
                      <a:pt x="47" y="52"/>
                    </a:lnTo>
                    <a:lnTo>
                      <a:pt x="47" y="55"/>
                    </a:lnTo>
                    <a:lnTo>
                      <a:pt x="47" y="55"/>
                    </a:lnTo>
                    <a:lnTo>
                      <a:pt x="47" y="55"/>
                    </a:lnTo>
                    <a:lnTo>
                      <a:pt x="49" y="55"/>
                    </a:lnTo>
                    <a:lnTo>
                      <a:pt x="49" y="57"/>
                    </a:lnTo>
                    <a:lnTo>
                      <a:pt x="49" y="57"/>
                    </a:lnTo>
                    <a:lnTo>
                      <a:pt x="49" y="57"/>
                    </a:lnTo>
                    <a:lnTo>
                      <a:pt x="49" y="57"/>
                    </a:lnTo>
                    <a:lnTo>
                      <a:pt x="49" y="60"/>
                    </a:lnTo>
                    <a:lnTo>
                      <a:pt x="49" y="60"/>
                    </a:lnTo>
                    <a:lnTo>
                      <a:pt x="49" y="62"/>
                    </a:lnTo>
                    <a:lnTo>
                      <a:pt x="49" y="62"/>
                    </a:lnTo>
                    <a:lnTo>
                      <a:pt x="49" y="62"/>
                    </a:lnTo>
                    <a:lnTo>
                      <a:pt x="49" y="64"/>
                    </a:lnTo>
                    <a:lnTo>
                      <a:pt x="49" y="64"/>
                    </a:lnTo>
                    <a:lnTo>
                      <a:pt x="49" y="67"/>
                    </a:lnTo>
                    <a:lnTo>
                      <a:pt x="49" y="67"/>
                    </a:lnTo>
                    <a:lnTo>
                      <a:pt x="49" y="67"/>
                    </a:lnTo>
                    <a:lnTo>
                      <a:pt x="49" y="69"/>
                    </a:lnTo>
                    <a:lnTo>
                      <a:pt x="49" y="69"/>
                    </a:lnTo>
                    <a:lnTo>
                      <a:pt x="49" y="71"/>
                    </a:lnTo>
                    <a:lnTo>
                      <a:pt x="49" y="71"/>
                    </a:lnTo>
                    <a:lnTo>
                      <a:pt x="52" y="71"/>
                    </a:lnTo>
                    <a:lnTo>
                      <a:pt x="52" y="74"/>
                    </a:lnTo>
                    <a:lnTo>
                      <a:pt x="49" y="74"/>
                    </a:lnTo>
                    <a:lnTo>
                      <a:pt x="49" y="74"/>
                    </a:lnTo>
                    <a:lnTo>
                      <a:pt x="49" y="76"/>
                    </a:lnTo>
                    <a:lnTo>
                      <a:pt x="49" y="76"/>
                    </a:lnTo>
                    <a:lnTo>
                      <a:pt x="49" y="76"/>
                    </a:lnTo>
                    <a:lnTo>
                      <a:pt x="49" y="79"/>
                    </a:lnTo>
                    <a:lnTo>
                      <a:pt x="49" y="79"/>
                    </a:lnTo>
                    <a:lnTo>
                      <a:pt x="49" y="79"/>
                    </a:lnTo>
                    <a:lnTo>
                      <a:pt x="49" y="81"/>
                    </a:lnTo>
                    <a:lnTo>
                      <a:pt x="49" y="81"/>
                    </a:lnTo>
                    <a:lnTo>
                      <a:pt x="49" y="81"/>
                    </a:lnTo>
                    <a:lnTo>
                      <a:pt x="49" y="83"/>
                    </a:lnTo>
                    <a:lnTo>
                      <a:pt x="49" y="83"/>
                    </a:lnTo>
                    <a:lnTo>
                      <a:pt x="47" y="83"/>
                    </a:lnTo>
                    <a:lnTo>
                      <a:pt x="47" y="86"/>
                    </a:lnTo>
                    <a:lnTo>
                      <a:pt x="47" y="86"/>
                    </a:lnTo>
                    <a:lnTo>
                      <a:pt x="47" y="86"/>
                    </a:lnTo>
                    <a:lnTo>
                      <a:pt x="47" y="86"/>
                    </a:lnTo>
                    <a:lnTo>
                      <a:pt x="44" y="86"/>
                    </a:lnTo>
                    <a:lnTo>
                      <a:pt x="44" y="88"/>
                    </a:lnTo>
                    <a:lnTo>
                      <a:pt x="44" y="88"/>
                    </a:lnTo>
                    <a:lnTo>
                      <a:pt x="44" y="88"/>
                    </a:lnTo>
                    <a:lnTo>
                      <a:pt x="44" y="88"/>
                    </a:lnTo>
                    <a:lnTo>
                      <a:pt x="44" y="90"/>
                    </a:lnTo>
                    <a:lnTo>
                      <a:pt x="42" y="90"/>
                    </a:lnTo>
                    <a:lnTo>
                      <a:pt x="42" y="90"/>
                    </a:lnTo>
                    <a:lnTo>
                      <a:pt x="42" y="90"/>
                    </a:lnTo>
                    <a:lnTo>
                      <a:pt x="42" y="90"/>
                    </a:lnTo>
                    <a:lnTo>
                      <a:pt x="42" y="93"/>
                    </a:lnTo>
                    <a:lnTo>
                      <a:pt x="40" y="93"/>
                    </a:lnTo>
                    <a:lnTo>
                      <a:pt x="40" y="93"/>
                    </a:lnTo>
                    <a:lnTo>
                      <a:pt x="40" y="93"/>
                    </a:lnTo>
                    <a:lnTo>
                      <a:pt x="37" y="93"/>
                    </a:lnTo>
                    <a:lnTo>
                      <a:pt x="37" y="95"/>
                    </a:lnTo>
                    <a:lnTo>
                      <a:pt x="37" y="95"/>
                    </a:lnTo>
                    <a:lnTo>
                      <a:pt x="37" y="95"/>
                    </a:lnTo>
                    <a:lnTo>
                      <a:pt x="37" y="95"/>
                    </a:lnTo>
                    <a:lnTo>
                      <a:pt x="35" y="95"/>
                    </a:lnTo>
                    <a:lnTo>
                      <a:pt x="35" y="95"/>
                    </a:lnTo>
                    <a:lnTo>
                      <a:pt x="35" y="95"/>
                    </a:lnTo>
                    <a:lnTo>
                      <a:pt x="35" y="95"/>
                    </a:lnTo>
                    <a:lnTo>
                      <a:pt x="33" y="95"/>
                    </a:lnTo>
                    <a:lnTo>
                      <a:pt x="33" y="95"/>
                    </a:lnTo>
                    <a:lnTo>
                      <a:pt x="30" y="95"/>
                    </a:lnTo>
                    <a:lnTo>
                      <a:pt x="30" y="95"/>
                    </a:lnTo>
                    <a:lnTo>
                      <a:pt x="30" y="97"/>
                    </a:lnTo>
                    <a:lnTo>
                      <a:pt x="30" y="97"/>
                    </a:lnTo>
                    <a:lnTo>
                      <a:pt x="28" y="97"/>
                    </a:lnTo>
                    <a:lnTo>
                      <a:pt x="28" y="97"/>
                    </a:lnTo>
                    <a:lnTo>
                      <a:pt x="28" y="97"/>
                    </a:lnTo>
                    <a:lnTo>
                      <a:pt x="28" y="97"/>
                    </a:lnTo>
                    <a:lnTo>
                      <a:pt x="28" y="100"/>
                    </a:lnTo>
                    <a:lnTo>
                      <a:pt x="26" y="100"/>
                    </a:lnTo>
                    <a:lnTo>
                      <a:pt x="26" y="100"/>
                    </a:lnTo>
                    <a:lnTo>
                      <a:pt x="26" y="100"/>
                    </a:lnTo>
                    <a:lnTo>
                      <a:pt x="23" y="100"/>
                    </a:lnTo>
                    <a:lnTo>
                      <a:pt x="23" y="100"/>
                    </a:lnTo>
                    <a:lnTo>
                      <a:pt x="23" y="100"/>
                    </a:lnTo>
                    <a:lnTo>
                      <a:pt x="21" y="100"/>
                    </a:lnTo>
                    <a:lnTo>
                      <a:pt x="21" y="100"/>
                    </a:lnTo>
                    <a:lnTo>
                      <a:pt x="21" y="100"/>
                    </a:lnTo>
                    <a:lnTo>
                      <a:pt x="18" y="100"/>
                    </a:lnTo>
                    <a:lnTo>
                      <a:pt x="18" y="100"/>
                    </a:lnTo>
                    <a:lnTo>
                      <a:pt x="18" y="100"/>
                    </a:lnTo>
                    <a:lnTo>
                      <a:pt x="16" y="100"/>
                    </a:lnTo>
                    <a:lnTo>
                      <a:pt x="16" y="100"/>
                    </a:lnTo>
                    <a:lnTo>
                      <a:pt x="16" y="100"/>
                    </a:lnTo>
                    <a:lnTo>
                      <a:pt x="16" y="97"/>
                    </a:lnTo>
                    <a:lnTo>
                      <a:pt x="14" y="97"/>
                    </a:lnTo>
                    <a:lnTo>
                      <a:pt x="14" y="97"/>
                    </a:lnTo>
                    <a:lnTo>
                      <a:pt x="14" y="97"/>
                    </a:lnTo>
                    <a:lnTo>
                      <a:pt x="11" y="97"/>
                    </a:lnTo>
                    <a:lnTo>
                      <a:pt x="11" y="95"/>
                    </a:lnTo>
                    <a:lnTo>
                      <a:pt x="11" y="95"/>
                    </a:lnTo>
                    <a:lnTo>
                      <a:pt x="11" y="95"/>
                    </a:lnTo>
                    <a:lnTo>
                      <a:pt x="11" y="95"/>
                    </a:lnTo>
                    <a:lnTo>
                      <a:pt x="11" y="95"/>
                    </a:lnTo>
                    <a:lnTo>
                      <a:pt x="11" y="93"/>
                    </a:lnTo>
                    <a:lnTo>
                      <a:pt x="9" y="93"/>
                    </a:lnTo>
                    <a:lnTo>
                      <a:pt x="9" y="93"/>
                    </a:lnTo>
                    <a:lnTo>
                      <a:pt x="9" y="90"/>
                    </a:lnTo>
                    <a:lnTo>
                      <a:pt x="9" y="90"/>
                    </a:lnTo>
                    <a:lnTo>
                      <a:pt x="9" y="88"/>
                    </a:lnTo>
                    <a:lnTo>
                      <a:pt x="9" y="88"/>
                    </a:lnTo>
                    <a:lnTo>
                      <a:pt x="9" y="88"/>
                    </a:lnTo>
                    <a:lnTo>
                      <a:pt x="9" y="86"/>
                    </a:lnTo>
                    <a:lnTo>
                      <a:pt x="9" y="86"/>
                    </a:lnTo>
                    <a:lnTo>
                      <a:pt x="9" y="86"/>
                    </a:lnTo>
                    <a:lnTo>
                      <a:pt x="9" y="86"/>
                    </a:lnTo>
                    <a:lnTo>
                      <a:pt x="9" y="83"/>
                    </a:lnTo>
                    <a:lnTo>
                      <a:pt x="9" y="83"/>
                    </a:lnTo>
                    <a:lnTo>
                      <a:pt x="9" y="81"/>
                    </a:lnTo>
                    <a:lnTo>
                      <a:pt x="7" y="81"/>
                    </a:lnTo>
                    <a:lnTo>
                      <a:pt x="7" y="81"/>
                    </a:lnTo>
                    <a:lnTo>
                      <a:pt x="7" y="79"/>
                    </a:lnTo>
                    <a:lnTo>
                      <a:pt x="7" y="79"/>
                    </a:lnTo>
                    <a:lnTo>
                      <a:pt x="7" y="79"/>
                    </a:lnTo>
                    <a:lnTo>
                      <a:pt x="7" y="76"/>
                    </a:lnTo>
                    <a:lnTo>
                      <a:pt x="7" y="76"/>
                    </a:lnTo>
                    <a:lnTo>
                      <a:pt x="7" y="76"/>
                    </a:lnTo>
                    <a:lnTo>
                      <a:pt x="7" y="74"/>
                    </a:lnTo>
                    <a:lnTo>
                      <a:pt x="7" y="74"/>
                    </a:lnTo>
                    <a:lnTo>
                      <a:pt x="7" y="71"/>
                    </a:lnTo>
                    <a:lnTo>
                      <a:pt x="7" y="71"/>
                    </a:lnTo>
                    <a:lnTo>
                      <a:pt x="7" y="69"/>
                    </a:lnTo>
                    <a:lnTo>
                      <a:pt x="4" y="69"/>
                    </a:lnTo>
                    <a:lnTo>
                      <a:pt x="4" y="69"/>
                    </a:lnTo>
                    <a:lnTo>
                      <a:pt x="4" y="67"/>
                    </a:lnTo>
                    <a:lnTo>
                      <a:pt x="4" y="67"/>
                    </a:lnTo>
                    <a:lnTo>
                      <a:pt x="7" y="67"/>
                    </a:lnTo>
                    <a:lnTo>
                      <a:pt x="7" y="67"/>
                    </a:lnTo>
                    <a:lnTo>
                      <a:pt x="4" y="67"/>
                    </a:lnTo>
                    <a:lnTo>
                      <a:pt x="4" y="64"/>
                    </a:lnTo>
                    <a:lnTo>
                      <a:pt x="4" y="64"/>
                    </a:lnTo>
                    <a:lnTo>
                      <a:pt x="4" y="62"/>
                    </a:lnTo>
                    <a:lnTo>
                      <a:pt x="4" y="62"/>
                    </a:lnTo>
                    <a:lnTo>
                      <a:pt x="4" y="60"/>
                    </a:lnTo>
                    <a:lnTo>
                      <a:pt x="4" y="60"/>
                    </a:lnTo>
                    <a:lnTo>
                      <a:pt x="4" y="60"/>
                    </a:lnTo>
                    <a:lnTo>
                      <a:pt x="4" y="57"/>
                    </a:lnTo>
                    <a:lnTo>
                      <a:pt x="4" y="57"/>
                    </a:lnTo>
                    <a:lnTo>
                      <a:pt x="4" y="57"/>
                    </a:lnTo>
                    <a:lnTo>
                      <a:pt x="4" y="57"/>
                    </a:lnTo>
                    <a:lnTo>
                      <a:pt x="4" y="55"/>
                    </a:lnTo>
                    <a:lnTo>
                      <a:pt x="4" y="55"/>
                    </a:lnTo>
                    <a:lnTo>
                      <a:pt x="4" y="55"/>
                    </a:lnTo>
                    <a:lnTo>
                      <a:pt x="4" y="52"/>
                    </a:lnTo>
                    <a:lnTo>
                      <a:pt x="4" y="52"/>
                    </a:lnTo>
                    <a:lnTo>
                      <a:pt x="4" y="50"/>
                    </a:lnTo>
                    <a:lnTo>
                      <a:pt x="4" y="50"/>
                    </a:lnTo>
                    <a:lnTo>
                      <a:pt x="4" y="50"/>
                    </a:lnTo>
                    <a:lnTo>
                      <a:pt x="4" y="48"/>
                    </a:lnTo>
                    <a:lnTo>
                      <a:pt x="4" y="48"/>
                    </a:lnTo>
                    <a:lnTo>
                      <a:pt x="4" y="48"/>
                    </a:lnTo>
                    <a:lnTo>
                      <a:pt x="2" y="48"/>
                    </a:lnTo>
                    <a:lnTo>
                      <a:pt x="2" y="45"/>
                    </a:lnTo>
                    <a:lnTo>
                      <a:pt x="2" y="45"/>
                    </a:lnTo>
                    <a:lnTo>
                      <a:pt x="2" y="43"/>
                    </a:lnTo>
                    <a:lnTo>
                      <a:pt x="2" y="43"/>
                    </a:lnTo>
                    <a:lnTo>
                      <a:pt x="2" y="41"/>
                    </a:lnTo>
                    <a:lnTo>
                      <a:pt x="4" y="41"/>
                    </a:lnTo>
                    <a:lnTo>
                      <a:pt x="4" y="41"/>
                    </a:lnTo>
                    <a:lnTo>
                      <a:pt x="4" y="38"/>
                    </a:lnTo>
                    <a:lnTo>
                      <a:pt x="4" y="38"/>
                    </a:lnTo>
                    <a:lnTo>
                      <a:pt x="4" y="38"/>
                    </a:lnTo>
                    <a:lnTo>
                      <a:pt x="4" y="36"/>
                    </a:lnTo>
                    <a:lnTo>
                      <a:pt x="4" y="36"/>
                    </a:lnTo>
                    <a:lnTo>
                      <a:pt x="4" y="36"/>
                    </a:lnTo>
                    <a:lnTo>
                      <a:pt x="4" y="34"/>
                    </a:lnTo>
                    <a:lnTo>
                      <a:pt x="4" y="34"/>
                    </a:lnTo>
                    <a:lnTo>
                      <a:pt x="4" y="36"/>
                    </a:lnTo>
                    <a:lnTo>
                      <a:pt x="4" y="36"/>
                    </a:lnTo>
                    <a:lnTo>
                      <a:pt x="7" y="36"/>
                    </a:lnTo>
                    <a:lnTo>
                      <a:pt x="7" y="36"/>
                    </a:lnTo>
                    <a:lnTo>
                      <a:pt x="7" y="34"/>
                    </a:lnTo>
                    <a:lnTo>
                      <a:pt x="7" y="34"/>
                    </a:lnTo>
                    <a:lnTo>
                      <a:pt x="7" y="34"/>
                    </a:lnTo>
                    <a:lnTo>
                      <a:pt x="7" y="31"/>
                    </a:lnTo>
                    <a:lnTo>
                      <a:pt x="9" y="31"/>
                    </a:lnTo>
                    <a:lnTo>
                      <a:pt x="9" y="31"/>
                    </a:lnTo>
                    <a:lnTo>
                      <a:pt x="9" y="29"/>
                    </a:lnTo>
                    <a:lnTo>
                      <a:pt x="9" y="29"/>
                    </a:lnTo>
                    <a:lnTo>
                      <a:pt x="9" y="26"/>
                    </a:lnTo>
                    <a:lnTo>
                      <a:pt x="7" y="26"/>
                    </a:lnTo>
                    <a:lnTo>
                      <a:pt x="7" y="26"/>
                    </a:lnTo>
                    <a:lnTo>
                      <a:pt x="7" y="26"/>
                    </a:lnTo>
                    <a:lnTo>
                      <a:pt x="7" y="24"/>
                    </a:lnTo>
                    <a:lnTo>
                      <a:pt x="7" y="24"/>
                    </a:lnTo>
                    <a:lnTo>
                      <a:pt x="7" y="24"/>
                    </a:lnTo>
                    <a:lnTo>
                      <a:pt x="7" y="22"/>
                    </a:lnTo>
                    <a:lnTo>
                      <a:pt x="4" y="22"/>
                    </a:lnTo>
                    <a:lnTo>
                      <a:pt x="4" y="22"/>
                    </a:lnTo>
                    <a:lnTo>
                      <a:pt x="4" y="22"/>
                    </a:lnTo>
                    <a:lnTo>
                      <a:pt x="4" y="22"/>
                    </a:lnTo>
                    <a:lnTo>
                      <a:pt x="2" y="22"/>
                    </a:lnTo>
                    <a:lnTo>
                      <a:pt x="2" y="22"/>
                    </a:lnTo>
                    <a:lnTo>
                      <a:pt x="2" y="22"/>
                    </a:lnTo>
                    <a:lnTo>
                      <a:pt x="0" y="22"/>
                    </a:lnTo>
                    <a:lnTo>
                      <a:pt x="0" y="19"/>
                    </a:lnTo>
                    <a:lnTo>
                      <a:pt x="0" y="19"/>
                    </a:lnTo>
                    <a:lnTo>
                      <a:pt x="0" y="19"/>
                    </a:lnTo>
                    <a:lnTo>
                      <a:pt x="0" y="19"/>
                    </a:lnTo>
                    <a:lnTo>
                      <a:pt x="2" y="19"/>
                    </a:lnTo>
                    <a:lnTo>
                      <a:pt x="2" y="19"/>
                    </a:lnTo>
                    <a:lnTo>
                      <a:pt x="2" y="19"/>
                    </a:lnTo>
                    <a:lnTo>
                      <a:pt x="2" y="19"/>
                    </a:lnTo>
                    <a:lnTo>
                      <a:pt x="2" y="19"/>
                    </a:lnTo>
                    <a:lnTo>
                      <a:pt x="4" y="19"/>
                    </a:lnTo>
                    <a:lnTo>
                      <a:pt x="4" y="19"/>
                    </a:lnTo>
                    <a:lnTo>
                      <a:pt x="4" y="19"/>
                    </a:lnTo>
                    <a:lnTo>
                      <a:pt x="7" y="19"/>
                    </a:lnTo>
                    <a:lnTo>
                      <a:pt x="7" y="19"/>
                    </a:lnTo>
                    <a:lnTo>
                      <a:pt x="7" y="19"/>
                    </a:lnTo>
                    <a:lnTo>
                      <a:pt x="9" y="19"/>
                    </a:lnTo>
                    <a:lnTo>
                      <a:pt x="9" y="22"/>
                    </a:lnTo>
                    <a:lnTo>
                      <a:pt x="9" y="22"/>
                    </a:lnTo>
                    <a:lnTo>
                      <a:pt x="9" y="22"/>
                    </a:lnTo>
                    <a:lnTo>
                      <a:pt x="11" y="22"/>
                    </a:lnTo>
                    <a:lnTo>
                      <a:pt x="11" y="19"/>
                    </a:lnTo>
                    <a:lnTo>
                      <a:pt x="11" y="19"/>
                    </a:lnTo>
                    <a:lnTo>
                      <a:pt x="11" y="17"/>
                    </a:lnTo>
                    <a:lnTo>
                      <a:pt x="11" y="17"/>
                    </a:lnTo>
                    <a:lnTo>
                      <a:pt x="11" y="17"/>
                    </a:lnTo>
                    <a:lnTo>
                      <a:pt x="11" y="17"/>
                    </a:lnTo>
                    <a:lnTo>
                      <a:pt x="11" y="15"/>
                    </a:lnTo>
                    <a:lnTo>
                      <a:pt x="11" y="1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1" name="Freeform 119"/>
              <p:cNvSpPr>
                <a:spLocks/>
              </p:cNvSpPr>
              <p:nvPr/>
            </p:nvSpPr>
            <p:spPr bwMode="auto">
              <a:xfrm>
                <a:off x="1584" y="1874"/>
                <a:ext cx="33" cy="43"/>
              </a:xfrm>
              <a:custGeom>
                <a:avLst/>
                <a:gdLst/>
                <a:ahLst/>
                <a:cxnLst>
                  <a:cxn ang="0">
                    <a:pos x="19" y="2"/>
                  </a:cxn>
                  <a:cxn ang="0">
                    <a:pos x="21" y="2"/>
                  </a:cxn>
                  <a:cxn ang="0">
                    <a:pos x="23" y="2"/>
                  </a:cxn>
                  <a:cxn ang="0">
                    <a:pos x="26" y="0"/>
                  </a:cxn>
                  <a:cxn ang="0">
                    <a:pos x="28" y="2"/>
                  </a:cxn>
                  <a:cxn ang="0">
                    <a:pos x="28" y="2"/>
                  </a:cxn>
                  <a:cxn ang="0">
                    <a:pos x="26" y="5"/>
                  </a:cxn>
                  <a:cxn ang="0">
                    <a:pos x="28" y="5"/>
                  </a:cxn>
                  <a:cxn ang="0">
                    <a:pos x="30" y="7"/>
                  </a:cxn>
                  <a:cxn ang="0">
                    <a:pos x="30" y="9"/>
                  </a:cxn>
                  <a:cxn ang="0">
                    <a:pos x="33" y="12"/>
                  </a:cxn>
                  <a:cxn ang="0">
                    <a:pos x="30" y="14"/>
                  </a:cxn>
                  <a:cxn ang="0">
                    <a:pos x="30" y="14"/>
                  </a:cxn>
                  <a:cxn ang="0">
                    <a:pos x="28" y="17"/>
                  </a:cxn>
                  <a:cxn ang="0">
                    <a:pos x="26" y="17"/>
                  </a:cxn>
                  <a:cxn ang="0">
                    <a:pos x="26" y="19"/>
                  </a:cxn>
                  <a:cxn ang="0">
                    <a:pos x="26" y="21"/>
                  </a:cxn>
                  <a:cxn ang="0">
                    <a:pos x="26" y="21"/>
                  </a:cxn>
                  <a:cxn ang="0">
                    <a:pos x="23" y="21"/>
                  </a:cxn>
                  <a:cxn ang="0">
                    <a:pos x="21" y="21"/>
                  </a:cxn>
                  <a:cxn ang="0">
                    <a:pos x="19" y="24"/>
                  </a:cxn>
                  <a:cxn ang="0">
                    <a:pos x="19" y="24"/>
                  </a:cxn>
                  <a:cxn ang="0">
                    <a:pos x="19" y="26"/>
                  </a:cxn>
                  <a:cxn ang="0">
                    <a:pos x="19" y="28"/>
                  </a:cxn>
                  <a:cxn ang="0">
                    <a:pos x="19" y="31"/>
                  </a:cxn>
                  <a:cxn ang="0">
                    <a:pos x="16" y="33"/>
                  </a:cxn>
                  <a:cxn ang="0">
                    <a:pos x="16" y="33"/>
                  </a:cxn>
                  <a:cxn ang="0">
                    <a:pos x="14" y="35"/>
                  </a:cxn>
                  <a:cxn ang="0">
                    <a:pos x="11" y="35"/>
                  </a:cxn>
                  <a:cxn ang="0">
                    <a:pos x="9" y="35"/>
                  </a:cxn>
                  <a:cxn ang="0">
                    <a:pos x="9" y="38"/>
                  </a:cxn>
                  <a:cxn ang="0">
                    <a:pos x="7" y="40"/>
                  </a:cxn>
                  <a:cxn ang="0">
                    <a:pos x="7" y="43"/>
                  </a:cxn>
                  <a:cxn ang="0">
                    <a:pos x="4" y="40"/>
                  </a:cxn>
                  <a:cxn ang="0">
                    <a:pos x="2" y="40"/>
                  </a:cxn>
                  <a:cxn ang="0">
                    <a:pos x="0" y="40"/>
                  </a:cxn>
                  <a:cxn ang="0">
                    <a:pos x="0" y="38"/>
                  </a:cxn>
                  <a:cxn ang="0">
                    <a:pos x="2" y="38"/>
                  </a:cxn>
                  <a:cxn ang="0">
                    <a:pos x="0" y="35"/>
                  </a:cxn>
                  <a:cxn ang="0">
                    <a:pos x="2" y="33"/>
                  </a:cxn>
                  <a:cxn ang="0">
                    <a:pos x="2" y="31"/>
                  </a:cxn>
                  <a:cxn ang="0">
                    <a:pos x="4" y="31"/>
                  </a:cxn>
                  <a:cxn ang="0">
                    <a:pos x="4" y="28"/>
                  </a:cxn>
                  <a:cxn ang="0">
                    <a:pos x="7" y="26"/>
                  </a:cxn>
                  <a:cxn ang="0">
                    <a:pos x="7" y="24"/>
                  </a:cxn>
                  <a:cxn ang="0">
                    <a:pos x="7" y="21"/>
                  </a:cxn>
                  <a:cxn ang="0">
                    <a:pos x="9" y="19"/>
                  </a:cxn>
                  <a:cxn ang="0">
                    <a:pos x="9" y="17"/>
                  </a:cxn>
                  <a:cxn ang="0">
                    <a:pos x="11" y="14"/>
                  </a:cxn>
                  <a:cxn ang="0">
                    <a:pos x="11" y="12"/>
                  </a:cxn>
                  <a:cxn ang="0">
                    <a:pos x="11" y="9"/>
                  </a:cxn>
                  <a:cxn ang="0">
                    <a:pos x="11" y="7"/>
                  </a:cxn>
                  <a:cxn ang="0">
                    <a:pos x="14" y="7"/>
                  </a:cxn>
                  <a:cxn ang="0">
                    <a:pos x="16" y="5"/>
                  </a:cxn>
                  <a:cxn ang="0">
                    <a:pos x="16" y="5"/>
                  </a:cxn>
                  <a:cxn ang="0">
                    <a:pos x="19" y="2"/>
                  </a:cxn>
                </a:cxnLst>
                <a:rect l="0" t="0" r="r" b="b"/>
                <a:pathLst>
                  <a:path w="33" h="43">
                    <a:moveTo>
                      <a:pt x="19" y="0"/>
                    </a:moveTo>
                    <a:lnTo>
                      <a:pt x="19" y="0"/>
                    </a:lnTo>
                    <a:lnTo>
                      <a:pt x="19" y="2"/>
                    </a:lnTo>
                    <a:lnTo>
                      <a:pt x="19" y="2"/>
                    </a:lnTo>
                    <a:lnTo>
                      <a:pt x="21" y="2"/>
                    </a:lnTo>
                    <a:lnTo>
                      <a:pt x="21" y="2"/>
                    </a:lnTo>
                    <a:lnTo>
                      <a:pt x="23" y="2"/>
                    </a:lnTo>
                    <a:lnTo>
                      <a:pt x="23" y="2"/>
                    </a:lnTo>
                    <a:lnTo>
                      <a:pt x="23" y="2"/>
                    </a:lnTo>
                    <a:lnTo>
                      <a:pt x="26" y="2"/>
                    </a:lnTo>
                    <a:lnTo>
                      <a:pt x="26" y="0"/>
                    </a:lnTo>
                    <a:lnTo>
                      <a:pt x="26" y="0"/>
                    </a:lnTo>
                    <a:lnTo>
                      <a:pt x="26" y="0"/>
                    </a:lnTo>
                    <a:lnTo>
                      <a:pt x="26" y="2"/>
                    </a:lnTo>
                    <a:lnTo>
                      <a:pt x="28" y="2"/>
                    </a:lnTo>
                    <a:lnTo>
                      <a:pt x="28" y="2"/>
                    </a:lnTo>
                    <a:lnTo>
                      <a:pt x="28" y="2"/>
                    </a:lnTo>
                    <a:lnTo>
                      <a:pt x="28" y="2"/>
                    </a:lnTo>
                    <a:lnTo>
                      <a:pt x="28" y="5"/>
                    </a:lnTo>
                    <a:lnTo>
                      <a:pt x="26" y="5"/>
                    </a:lnTo>
                    <a:lnTo>
                      <a:pt x="26" y="5"/>
                    </a:lnTo>
                    <a:lnTo>
                      <a:pt x="28" y="5"/>
                    </a:lnTo>
                    <a:lnTo>
                      <a:pt x="28" y="5"/>
                    </a:lnTo>
                    <a:lnTo>
                      <a:pt x="28" y="5"/>
                    </a:lnTo>
                    <a:lnTo>
                      <a:pt x="30" y="5"/>
                    </a:lnTo>
                    <a:lnTo>
                      <a:pt x="30" y="5"/>
                    </a:lnTo>
                    <a:lnTo>
                      <a:pt x="30" y="7"/>
                    </a:lnTo>
                    <a:lnTo>
                      <a:pt x="30" y="7"/>
                    </a:lnTo>
                    <a:lnTo>
                      <a:pt x="30" y="9"/>
                    </a:lnTo>
                    <a:lnTo>
                      <a:pt x="30" y="9"/>
                    </a:lnTo>
                    <a:lnTo>
                      <a:pt x="30" y="9"/>
                    </a:lnTo>
                    <a:lnTo>
                      <a:pt x="30" y="12"/>
                    </a:lnTo>
                    <a:lnTo>
                      <a:pt x="33" y="12"/>
                    </a:lnTo>
                    <a:lnTo>
                      <a:pt x="33" y="12"/>
                    </a:lnTo>
                    <a:lnTo>
                      <a:pt x="33" y="14"/>
                    </a:lnTo>
                    <a:lnTo>
                      <a:pt x="30" y="14"/>
                    </a:lnTo>
                    <a:lnTo>
                      <a:pt x="30" y="14"/>
                    </a:lnTo>
                    <a:lnTo>
                      <a:pt x="30" y="14"/>
                    </a:lnTo>
                    <a:lnTo>
                      <a:pt x="30" y="14"/>
                    </a:lnTo>
                    <a:lnTo>
                      <a:pt x="30" y="14"/>
                    </a:lnTo>
                    <a:lnTo>
                      <a:pt x="30" y="17"/>
                    </a:lnTo>
                    <a:lnTo>
                      <a:pt x="28" y="17"/>
                    </a:lnTo>
                    <a:lnTo>
                      <a:pt x="28" y="17"/>
                    </a:lnTo>
                    <a:lnTo>
                      <a:pt x="28" y="17"/>
                    </a:lnTo>
                    <a:lnTo>
                      <a:pt x="26" y="17"/>
                    </a:lnTo>
                    <a:lnTo>
                      <a:pt x="26" y="17"/>
                    </a:lnTo>
                    <a:lnTo>
                      <a:pt x="26" y="19"/>
                    </a:lnTo>
                    <a:lnTo>
                      <a:pt x="26" y="19"/>
                    </a:lnTo>
                    <a:lnTo>
                      <a:pt x="26" y="19"/>
                    </a:lnTo>
                    <a:lnTo>
                      <a:pt x="26" y="21"/>
                    </a:lnTo>
                    <a:lnTo>
                      <a:pt x="26" y="21"/>
                    </a:lnTo>
                    <a:lnTo>
                      <a:pt x="26" y="21"/>
                    </a:lnTo>
                    <a:lnTo>
                      <a:pt x="26" y="21"/>
                    </a:lnTo>
                    <a:lnTo>
                      <a:pt x="26" y="21"/>
                    </a:lnTo>
                    <a:lnTo>
                      <a:pt x="26" y="21"/>
                    </a:lnTo>
                    <a:lnTo>
                      <a:pt x="23" y="21"/>
                    </a:lnTo>
                    <a:lnTo>
                      <a:pt x="23" y="21"/>
                    </a:lnTo>
                    <a:lnTo>
                      <a:pt x="23" y="21"/>
                    </a:lnTo>
                    <a:lnTo>
                      <a:pt x="21" y="21"/>
                    </a:lnTo>
                    <a:lnTo>
                      <a:pt x="21" y="21"/>
                    </a:lnTo>
                    <a:lnTo>
                      <a:pt x="21" y="24"/>
                    </a:lnTo>
                    <a:lnTo>
                      <a:pt x="19" y="24"/>
                    </a:lnTo>
                    <a:lnTo>
                      <a:pt x="19" y="24"/>
                    </a:lnTo>
                    <a:lnTo>
                      <a:pt x="19" y="24"/>
                    </a:lnTo>
                    <a:lnTo>
                      <a:pt x="19" y="24"/>
                    </a:lnTo>
                    <a:lnTo>
                      <a:pt x="19" y="24"/>
                    </a:lnTo>
                    <a:lnTo>
                      <a:pt x="19" y="26"/>
                    </a:lnTo>
                    <a:lnTo>
                      <a:pt x="19" y="26"/>
                    </a:lnTo>
                    <a:lnTo>
                      <a:pt x="19" y="26"/>
                    </a:lnTo>
                    <a:lnTo>
                      <a:pt x="19" y="26"/>
                    </a:lnTo>
                    <a:lnTo>
                      <a:pt x="19" y="28"/>
                    </a:lnTo>
                    <a:lnTo>
                      <a:pt x="19" y="28"/>
                    </a:lnTo>
                    <a:lnTo>
                      <a:pt x="19" y="28"/>
                    </a:lnTo>
                    <a:lnTo>
                      <a:pt x="19" y="28"/>
                    </a:lnTo>
                    <a:lnTo>
                      <a:pt x="19" y="31"/>
                    </a:lnTo>
                    <a:lnTo>
                      <a:pt x="19" y="31"/>
                    </a:lnTo>
                    <a:lnTo>
                      <a:pt x="16" y="31"/>
                    </a:lnTo>
                    <a:lnTo>
                      <a:pt x="16" y="33"/>
                    </a:lnTo>
                    <a:lnTo>
                      <a:pt x="16" y="33"/>
                    </a:lnTo>
                    <a:lnTo>
                      <a:pt x="16" y="33"/>
                    </a:lnTo>
                    <a:lnTo>
                      <a:pt x="16" y="33"/>
                    </a:lnTo>
                    <a:lnTo>
                      <a:pt x="16" y="35"/>
                    </a:lnTo>
                    <a:lnTo>
                      <a:pt x="14" y="35"/>
                    </a:lnTo>
                    <a:lnTo>
                      <a:pt x="14" y="35"/>
                    </a:lnTo>
                    <a:lnTo>
                      <a:pt x="11" y="35"/>
                    </a:lnTo>
                    <a:lnTo>
                      <a:pt x="11" y="35"/>
                    </a:lnTo>
                    <a:lnTo>
                      <a:pt x="11" y="35"/>
                    </a:lnTo>
                    <a:lnTo>
                      <a:pt x="11" y="35"/>
                    </a:lnTo>
                    <a:lnTo>
                      <a:pt x="11" y="35"/>
                    </a:lnTo>
                    <a:lnTo>
                      <a:pt x="9" y="35"/>
                    </a:lnTo>
                    <a:lnTo>
                      <a:pt x="9" y="35"/>
                    </a:lnTo>
                    <a:lnTo>
                      <a:pt x="9" y="38"/>
                    </a:lnTo>
                    <a:lnTo>
                      <a:pt x="9" y="38"/>
                    </a:lnTo>
                    <a:lnTo>
                      <a:pt x="9" y="40"/>
                    </a:lnTo>
                    <a:lnTo>
                      <a:pt x="7" y="40"/>
                    </a:lnTo>
                    <a:lnTo>
                      <a:pt x="7" y="40"/>
                    </a:lnTo>
                    <a:lnTo>
                      <a:pt x="7" y="40"/>
                    </a:lnTo>
                    <a:lnTo>
                      <a:pt x="7" y="40"/>
                    </a:lnTo>
                    <a:lnTo>
                      <a:pt x="7" y="43"/>
                    </a:lnTo>
                    <a:lnTo>
                      <a:pt x="4" y="43"/>
                    </a:lnTo>
                    <a:lnTo>
                      <a:pt x="4" y="40"/>
                    </a:lnTo>
                    <a:lnTo>
                      <a:pt x="4" y="40"/>
                    </a:lnTo>
                    <a:lnTo>
                      <a:pt x="4" y="40"/>
                    </a:lnTo>
                    <a:lnTo>
                      <a:pt x="2" y="40"/>
                    </a:lnTo>
                    <a:lnTo>
                      <a:pt x="2" y="40"/>
                    </a:lnTo>
                    <a:lnTo>
                      <a:pt x="0" y="40"/>
                    </a:lnTo>
                    <a:lnTo>
                      <a:pt x="0" y="40"/>
                    </a:lnTo>
                    <a:lnTo>
                      <a:pt x="0" y="40"/>
                    </a:lnTo>
                    <a:lnTo>
                      <a:pt x="0" y="40"/>
                    </a:lnTo>
                    <a:lnTo>
                      <a:pt x="0" y="40"/>
                    </a:lnTo>
                    <a:lnTo>
                      <a:pt x="0" y="38"/>
                    </a:lnTo>
                    <a:lnTo>
                      <a:pt x="0" y="38"/>
                    </a:lnTo>
                    <a:lnTo>
                      <a:pt x="0" y="38"/>
                    </a:lnTo>
                    <a:lnTo>
                      <a:pt x="2" y="38"/>
                    </a:lnTo>
                    <a:lnTo>
                      <a:pt x="2" y="35"/>
                    </a:lnTo>
                    <a:lnTo>
                      <a:pt x="0" y="35"/>
                    </a:lnTo>
                    <a:lnTo>
                      <a:pt x="0" y="35"/>
                    </a:lnTo>
                    <a:lnTo>
                      <a:pt x="2" y="35"/>
                    </a:lnTo>
                    <a:lnTo>
                      <a:pt x="2" y="35"/>
                    </a:lnTo>
                    <a:lnTo>
                      <a:pt x="2" y="33"/>
                    </a:lnTo>
                    <a:lnTo>
                      <a:pt x="2" y="33"/>
                    </a:lnTo>
                    <a:lnTo>
                      <a:pt x="2" y="33"/>
                    </a:lnTo>
                    <a:lnTo>
                      <a:pt x="2" y="31"/>
                    </a:lnTo>
                    <a:lnTo>
                      <a:pt x="4" y="31"/>
                    </a:lnTo>
                    <a:lnTo>
                      <a:pt x="4" y="31"/>
                    </a:lnTo>
                    <a:lnTo>
                      <a:pt x="4" y="31"/>
                    </a:lnTo>
                    <a:lnTo>
                      <a:pt x="4" y="28"/>
                    </a:lnTo>
                    <a:lnTo>
                      <a:pt x="4" y="28"/>
                    </a:lnTo>
                    <a:lnTo>
                      <a:pt x="4" y="28"/>
                    </a:lnTo>
                    <a:lnTo>
                      <a:pt x="4" y="26"/>
                    </a:lnTo>
                    <a:lnTo>
                      <a:pt x="4" y="26"/>
                    </a:lnTo>
                    <a:lnTo>
                      <a:pt x="7" y="26"/>
                    </a:lnTo>
                    <a:lnTo>
                      <a:pt x="7" y="24"/>
                    </a:lnTo>
                    <a:lnTo>
                      <a:pt x="7" y="24"/>
                    </a:lnTo>
                    <a:lnTo>
                      <a:pt x="7" y="24"/>
                    </a:lnTo>
                    <a:lnTo>
                      <a:pt x="7" y="24"/>
                    </a:lnTo>
                    <a:lnTo>
                      <a:pt x="7" y="21"/>
                    </a:lnTo>
                    <a:lnTo>
                      <a:pt x="7" y="21"/>
                    </a:lnTo>
                    <a:lnTo>
                      <a:pt x="7" y="19"/>
                    </a:lnTo>
                    <a:lnTo>
                      <a:pt x="7" y="19"/>
                    </a:lnTo>
                    <a:lnTo>
                      <a:pt x="9" y="19"/>
                    </a:lnTo>
                    <a:lnTo>
                      <a:pt x="9" y="19"/>
                    </a:lnTo>
                    <a:lnTo>
                      <a:pt x="9" y="19"/>
                    </a:lnTo>
                    <a:lnTo>
                      <a:pt x="9" y="17"/>
                    </a:lnTo>
                    <a:lnTo>
                      <a:pt x="11" y="17"/>
                    </a:lnTo>
                    <a:lnTo>
                      <a:pt x="11" y="17"/>
                    </a:lnTo>
                    <a:lnTo>
                      <a:pt x="11" y="14"/>
                    </a:lnTo>
                    <a:lnTo>
                      <a:pt x="11" y="14"/>
                    </a:lnTo>
                    <a:lnTo>
                      <a:pt x="11" y="14"/>
                    </a:lnTo>
                    <a:lnTo>
                      <a:pt x="11" y="12"/>
                    </a:lnTo>
                    <a:lnTo>
                      <a:pt x="11" y="12"/>
                    </a:lnTo>
                    <a:lnTo>
                      <a:pt x="11" y="9"/>
                    </a:lnTo>
                    <a:lnTo>
                      <a:pt x="11" y="9"/>
                    </a:lnTo>
                    <a:lnTo>
                      <a:pt x="11" y="9"/>
                    </a:lnTo>
                    <a:lnTo>
                      <a:pt x="11" y="9"/>
                    </a:lnTo>
                    <a:lnTo>
                      <a:pt x="11" y="7"/>
                    </a:lnTo>
                    <a:lnTo>
                      <a:pt x="11" y="7"/>
                    </a:lnTo>
                    <a:lnTo>
                      <a:pt x="14" y="7"/>
                    </a:lnTo>
                    <a:lnTo>
                      <a:pt x="14" y="7"/>
                    </a:lnTo>
                    <a:lnTo>
                      <a:pt x="14" y="5"/>
                    </a:lnTo>
                    <a:lnTo>
                      <a:pt x="14" y="5"/>
                    </a:lnTo>
                    <a:lnTo>
                      <a:pt x="16" y="5"/>
                    </a:lnTo>
                    <a:lnTo>
                      <a:pt x="16" y="5"/>
                    </a:lnTo>
                    <a:lnTo>
                      <a:pt x="16" y="5"/>
                    </a:lnTo>
                    <a:lnTo>
                      <a:pt x="16" y="5"/>
                    </a:lnTo>
                    <a:lnTo>
                      <a:pt x="19" y="5"/>
                    </a:lnTo>
                    <a:lnTo>
                      <a:pt x="19" y="2"/>
                    </a:lnTo>
                    <a:lnTo>
                      <a:pt x="19" y="2"/>
                    </a:lnTo>
                    <a:lnTo>
                      <a:pt x="1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2" name="Freeform 120"/>
              <p:cNvSpPr>
                <a:spLocks/>
              </p:cNvSpPr>
              <p:nvPr/>
            </p:nvSpPr>
            <p:spPr bwMode="auto">
              <a:xfrm>
                <a:off x="1584" y="1874"/>
                <a:ext cx="33" cy="43"/>
              </a:xfrm>
              <a:custGeom>
                <a:avLst/>
                <a:gdLst/>
                <a:ahLst/>
                <a:cxnLst>
                  <a:cxn ang="0">
                    <a:pos x="19" y="2"/>
                  </a:cxn>
                  <a:cxn ang="0">
                    <a:pos x="21" y="2"/>
                  </a:cxn>
                  <a:cxn ang="0">
                    <a:pos x="23" y="2"/>
                  </a:cxn>
                  <a:cxn ang="0">
                    <a:pos x="26" y="0"/>
                  </a:cxn>
                  <a:cxn ang="0">
                    <a:pos x="28" y="2"/>
                  </a:cxn>
                  <a:cxn ang="0">
                    <a:pos x="28" y="2"/>
                  </a:cxn>
                  <a:cxn ang="0">
                    <a:pos x="26" y="5"/>
                  </a:cxn>
                  <a:cxn ang="0">
                    <a:pos x="28" y="5"/>
                  </a:cxn>
                  <a:cxn ang="0">
                    <a:pos x="30" y="7"/>
                  </a:cxn>
                  <a:cxn ang="0">
                    <a:pos x="30" y="9"/>
                  </a:cxn>
                  <a:cxn ang="0">
                    <a:pos x="33" y="12"/>
                  </a:cxn>
                  <a:cxn ang="0">
                    <a:pos x="30" y="14"/>
                  </a:cxn>
                  <a:cxn ang="0">
                    <a:pos x="30" y="14"/>
                  </a:cxn>
                  <a:cxn ang="0">
                    <a:pos x="28" y="17"/>
                  </a:cxn>
                  <a:cxn ang="0">
                    <a:pos x="26" y="17"/>
                  </a:cxn>
                  <a:cxn ang="0">
                    <a:pos x="26" y="19"/>
                  </a:cxn>
                  <a:cxn ang="0">
                    <a:pos x="26" y="21"/>
                  </a:cxn>
                  <a:cxn ang="0">
                    <a:pos x="26" y="21"/>
                  </a:cxn>
                  <a:cxn ang="0">
                    <a:pos x="23" y="21"/>
                  </a:cxn>
                  <a:cxn ang="0">
                    <a:pos x="21" y="21"/>
                  </a:cxn>
                  <a:cxn ang="0">
                    <a:pos x="19" y="24"/>
                  </a:cxn>
                  <a:cxn ang="0">
                    <a:pos x="19" y="24"/>
                  </a:cxn>
                  <a:cxn ang="0">
                    <a:pos x="19" y="26"/>
                  </a:cxn>
                  <a:cxn ang="0">
                    <a:pos x="19" y="28"/>
                  </a:cxn>
                  <a:cxn ang="0">
                    <a:pos x="19" y="31"/>
                  </a:cxn>
                  <a:cxn ang="0">
                    <a:pos x="16" y="33"/>
                  </a:cxn>
                  <a:cxn ang="0">
                    <a:pos x="16" y="33"/>
                  </a:cxn>
                  <a:cxn ang="0">
                    <a:pos x="14" y="35"/>
                  </a:cxn>
                  <a:cxn ang="0">
                    <a:pos x="11" y="35"/>
                  </a:cxn>
                  <a:cxn ang="0">
                    <a:pos x="9" y="35"/>
                  </a:cxn>
                  <a:cxn ang="0">
                    <a:pos x="9" y="38"/>
                  </a:cxn>
                  <a:cxn ang="0">
                    <a:pos x="7" y="40"/>
                  </a:cxn>
                  <a:cxn ang="0">
                    <a:pos x="7" y="43"/>
                  </a:cxn>
                  <a:cxn ang="0">
                    <a:pos x="4" y="40"/>
                  </a:cxn>
                  <a:cxn ang="0">
                    <a:pos x="2" y="40"/>
                  </a:cxn>
                  <a:cxn ang="0">
                    <a:pos x="0" y="40"/>
                  </a:cxn>
                  <a:cxn ang="0">
                    <a:pos x="0" y="38"/>
                  </a:cxn>
                  <a:cxn ang="0">
                    <a:pos x="2" y="38"/>
                  </a:cxn>
                  <a:cxn ang="0">
                    <a:pos x="0" y="35"/>
                  </a:cxn>
                  <a:cxn ang="0">
                    <a:pos x="2" y="33"/>
                  </a:cxn>
                  <a:cxn ang="0">
                    <a:pos x="2" y="31"/>
                  </a:cxn>
                  <a:cxn ang="0">
                    <a:pos x="4" y="31"/>
                  </a:cxn>
                  <a:cxn ang="0">
                    <a:pos x="4" y="28"/>
                  </a:cxn>
                  <a:cxn ang="0">
                    <a:pos x="7" y="26"/>
                  </a:cxn>
                  <a:cxn ang="0">
                    <a:pos x="7" y="24"/>
                  </a:cxn>
                  <a:cxn ang="0">
                    <a:pos x="7" y="21"/>
                  </a:cxn>
                  <a:cxn ang="0">
                    <a:pos x="9" y="19"/>
                  </a:cxn>
                  <a:cxn ang="0">
                    <a:pos x="9" y="17"/>
                  </a:cxn>
                  <a:cxn ang="0">
                    <a:pos x="11" y="14"/>
                  </a:cxn>
                  <a:cxn ang="0">
                    <a:pos x="11" y="12"/>
                  </a:cxn>
                  <a:cxn ang="0">
                    <a:pos x="11" y="9"/>
                  </a:cxn>
                  <a:cxn ang="0">
                    <a:pos x="11" y="7"/>
                  </a:cxn>
                  <a:cxn ang="0">
                    <a:pos x="14" y="7"/>
                  </a:cxn>
                  <a:cxn ang="0">
                    <a:pos x="16" y="5"/>
                  </a:cxn>
                  <a:cxn ang="0">
                    <a:pos x="16" y="5"/>
                  </a:cxn>
                  <a:cxn ang="0">
                    <a:pos x="19" y="2"/>
                  </a:cxn>
                </a:cxnLst>
                <a:rect l="0" t="0" r="r" b="b"/>
                <a:pathLst>
                  <a:path w="33" h="43">
                    <a:moveTo>
                      <a:pt x="19" y="0"/>
                    </a:moveTo>
                    <a:lnTo>
                      <a:pt x="19" y="0"/>
                    </a:lnTo>
                    <a:lnTo>
                      <a:pt x="19" y="2"/>
                    </a:lnTo>
                    <a:lnTo>
                      <a:pt x="19" y="2"/>
                    </a:lnTo>
                    <a:lnTo>
                      <a:pt x="21" y="2"/>
                    </a:lnTo>
                    <a:lnTo>
                      <a:pt x="21" y="2"/>
                    </a:lnTo>
                    <a:lnTo>
                      <a:pt x="23" y="2"/>
                    </a:lnTo>
                    <a:lnTo>
                      <a:pt x="23" y="2"/>
                    </a:lnTo>
                    <a:lnTo>
                      <a:pt x="23" y="2"/>
                    </a:lnTo>
                    <a:lnTo>
                      <a:pt x="26" y="2"/>
                    </a:lnTo>
                    <a:lnTo>
                      <a:pt x="26" y="0"/>
                    </a:lnTo>
                    <a:lnTo>
                      <a:pt x="26" y="0"/>
                    </a:lnTo>
                    <a:lnTo>
                      <a:pt x="26" y="0"/>
                    </a:lnTo>
                    <a:lnTo>
                      <a:pt x="26" y="2"/>
                    </a:lnTo>
                    <a:lnTo>
                      <a:pt x="28" y="2"/>
                    </a:lnTo>
                    <a:lnTo>
                      <a:pt x="28" y="2"/>
                    </a:lnTo>
                    <a:lnTo>
                      <a:pt x="28" y="2"/>
                    </a:lnTo>
                    <a:lnTo>
                      <a:pt x="28" y="2"/>
                    </a:lnTo>
                    <a:lnTo>
                      <a:pt x="28" y="5"/>
                    </a:lnTo>
                    <a:lnTo>
                      <a:pt x="26" y="5"/>
                    </a:lnTo>
                    <a:lnTo>
                      <a:pt x="26" y="5"/>
                    </a:lnTo>
                    <a:lnTo>
                      <a:pt x="28" y="5"/>
                    </a:lnTo>
                    <a:lnTo>
                      <a:pt x="28" y="5"/>
                    </a:lnTo>
                    <a:lnTo>
                      <a:pt x="28" y="5"/>
                    </a:lnTo>
                    <a:lnTo>
                      <a:pt x="30" y="5"/>
                    </a:lnTo>
                    <a:lnTo>
                      <a:pt x="30" y="5"/>
                    </a:lnTo>
                    <a:lnTo>
                      <a:pt x="30" y="7"/>
                    </a:lnTo>
                    <a:lnTo>
                      <a:pt x="30" y="7"/>
                    </a:lnTo>
                    <a:lnTo>
                      <a:pt x="30" y="9"/>
                    </a:lnTo>
                    <a:lnTo>
                      <a:pt x="30" y="9"/>
                    </a:lnTo>
                    <a:lnTo>
                      <a:pt x="30" y="9"/>
                    </a:lnTo>
                    <a:lnTo>
                      <a:pt x="30" y="12"/>
                    </a:lnTo>
                    <a:lnTo>
                      <a:pt x="33" y="12"/>
                    </a:lnTo>
                    <a:lnTo>
                      <a:pt x="33" y="12"/>
                    </a:lnTo>
                    <a:lnTo>
                      <a:pt x="33" y="14"/>
                    </a:lnTo>
                    <a:lnTo>
                      <a:pt x="30" y="14"/>
                    </a:lnTo>
                    <a:lnTo>
                      <a:pt x="30" y="14"/>
                    </a:lnTo>
                    <a:lnTo>
                      <a:pt x="30" y="14"/>
                    </a:lnTo>
                    <a:lnTo>
                      <a:pt x="30" y="14"/>
                    </a:lnTo>
                    <a:lnTo>
                      <a:pt x="30" y="14"/>
                    </a:lnTo>
                    <a:lnTo>
                      <a:pt x="30" y="17"/>
                    </a:lnTo>
                    <a:lnTo>
                      <a:pt x="28" y="17"/>
                    </a:lnTo>
                    <a:lnTo>
                      <a:pt x="28" y="17"/>
                    </a:lnTo>
                    <a:lnTo>
                      <a:pt x="28" y="17"/>
                    </a:lnTo>
                    <a:lnTo>
                      <a:pt x="26" y="17"/>
                    </a:lnTo>
                    <a:lnTo>
                      <a:pt x="26" y="17"/>
                    </a:lnTo>
                    <a:lnTo>
                      <a:pt x="26" y="19"/>
                    </a:lnTo>
                    <a:lnTo>
                      <a:pt x="26" y="19"/>
                    </a:lnTo>
                    <a:lnTo>
                      <a:pt x="26" y="19"/>
                    </a:lnTo>
                    <a:lnTo>
                      <a:pt x="26" y="21"/>
                    </a:lnTo>
                    <a:lnTo>
                      <a:pt x="26" y="21"/>
                    </a:lnTo>
                    <a:lnTo>
                      <a:pt x="26" y="21"/>
                    </a:lnTo>
                    <a:lnTo>
                      <a:pt x="26" y="21"/>
                    </a:lnTo>
                    <a:lnTo>
                      <a:pt x="26" y="21"/>
                    </a:lnTo>
                    <a:lnTo>
                      <a:pt x="26" y="21"/>
                    </a:lnTo>
                    <a:lnTo>
                      <a:pt x="23" y="21"/>
                    </a:lnTo>
                    <a:lnTo>
                      <a:pt x="23" y="21"/>
                    </a:lnTo>
                    <a:lnTo>
                      <a:pt x="23" y="21"/>
                    </a:lnTo>
                    <a:lnTo>
                      <a:pt x="21" y="21"/>
                    </a:lnTo>
                    <a:lnTo>
                      <a:pt x="21" y="21"/>
                    </a:lnTo>
                    <a:lnTo>
                      <a:pt x="21" y="24"/>
                    </a:lnTo>
                    <a:lnTo>
                      <a:pt x="19" y="24"/>
                    </a:lnTo>
                    <a:lnTo>
                      <a:pt x="19" y="24"/>
                    </a:lnTo>
                    <a:lnTo>
                      <a:pt x="19" y="24"/>
                    </a:lnTo>
                    <a:lnTo>
                      <a:pt x="19" y="24"/>
                    </a:lnTo>
                    <a:lnTo>
                      <a:pt x="19" y="24"/>
                    </a:lnTo>
                    <a:lnTo>
                      <a:pt x="19" y="26"/>
                    </a:lnTo>
                    <a:lnTo>
                      <a:pt x="19" y="26"/>
                    </a:lnTo>
                    <a:lnTo>
                      <a:pt x="19" y="26"/>
                    </a:lnTo>
                    <a:lnTo>
                      <a:pt x="19" y="26"/>
                    </a:lnTo>
                    <a:lnTo>
                      <a:pt x="19" y="28"/>
                    </a:lnTo>
                    <a:lnTo>
                      <a:pt x="19" y="28"/>
                    </a:lnTo>
                    <a:lnTo>
                      <a:pt x="19" y="28"/>
                    </a:lnTo>
                    <a:lnTo>
                      <a:pt x="19" y="28"/>
                    </a:lnTo>
                    <a:lnTo>
                      <a:pt x="19" y="31"/>
                    </a:lnTo>
                    <a:lnTo>
                      <a:pt x="19" y="31"/>
                    </a:lnTo>
                    <a:lnTo>
                      <a:pt x="16" y="31"/>
                    </a:lnTo>
                    <a:lnTo>
                      <a:pt x="16" y="33"/>
                    </a:lnTo>
                    <a:lnTo>
                      <a:pt x="16" y="33"/>
                    </a:lnTo>
                    <a:lnTo>
                      <a:pt x="16" y="33"/>
                    </a:lnTo>
                    <a:lnTo>
                      <a:pt x="16" y="33"/>
                    </a:lnTo>
                    <a:lnTo>
                      <a:pt x="16" y="35"/>
                    </a:lnTo>
                    <a:lnTo>
                      <a:pt x="14" y="35"/>
                    </a:lnTo>
                    <a:lnTo>
                      <a:pt x="14" y="35"/>
                    </a:lnTo>
                    <a:lnTo>
                      <a:pt x="11" y="35"/>
                    </a:lnTo>
                    <a:lnTo>
                      <a:pt x="11" y="35"/>
                    </a:lnTo>
                    <a:lnTo>
                      <a:pt x="11" y="35"/>
                    </a:lnTo>
                    <a:lnTo>
                      <a:pt x="11" y="35"/>
                    </a:lnTo>
                    <a:lnTo>
                      <a:pt x="11" y="35"/>
                    </a:lnTo>
                    <a:lnTo>
                      <a:pt x="9" y="35"/>
                    </a:lnTo>
                    <a:lnTo>
                      <a:pt x="9" y="35"/>
                    </a:lnTo>
                    <a:lnTo>
                      <a:pt x="9" y="38"/>
                    </a:lnTo>
                    <a:lnTo>
                      <a:pt x="9" y="38"/>
                    </a:lnTo>
                    <a:lnTo>
                      <a:pt x="9" y="40"/>
                    </a:lnTo>
                    <a:lnTo>
                      <a:pt x="7" y="40"/>
                    </a:lnTo>
                    <a:lnTo>
                      <a:pt x="7" y="40"/>
                    </a:lnTo>
                    <a:lnTo>
                      <a:pt x="7" y="40"/>
                    </a:lnTo>
                    <a:lnTo>
                      <a:pt x="7" y="40"/>
                    </a:lnTo>
                    <a:lnTo>
                      <a:pt x="7" y="43"/>
                    </a:lnTo>
                    <a:lnTo>
                      <a:pt x="4" y="43"/>
                    </a:lnTo>
                    <a:lnTo>
                      <a:pt x="4" y="40"/>
                    </a:lnTo>
                    <a:lnTo>
                      <a:pt x="4" y="40"/>
                    </a:lnTo>
                    <a:lnTo>
                      <a:pt x="4" y="40"/>
                    </a:lnTo>
                    <a:lnTo>
                      <a:pt x="2" y="40"/>
                    </a:lnTo>
                    <a:lnTo>
                      <a:pt x="2" y="40"/>
                    </a:lnTo>
                    <a:lnTo>
                      <a:pt x="0" y="40"/>
                    </a:lnTo>
                    <a:lnTo>
                      <a:pt x="0" y="40"/>
                    </a:lnTo>
                    <a:lnTo>
                      <a:pt x="0" y="40"/>
                    </a:lnTo>
                    <a:lnTo>
                      <a:pt x="0" y="40"/>
                    </a:lnTo>
                    <a:lnTo>
                      <a:pt x="0" y="40"/>
                    </a:lnTo>
                    <a:lnTo>
                      <a:pt x="0" y="38"/>
                    </a:lnTo>
                    <a:lnTo>
                      <a:pt x="0" y="38"/>
                    </a:lnTo>
                    <a:lnTo>
                      <a:pt x="0" y="38"/>
                    </a:lnTo>
                    <a:lnTo>
                      <a:pt x="2" y="38"/>
                    </a:lnTo>
                    <a:lnTo>
                      <a:pt x="2" y="35"/>
                    </a:lnTo>
                    <a:lnTo>
                      <a:pt x="0" y="35"/>
                    </a:lnTo>
                    <a:lnTo>
                      <a:pt x="0" y="35"/>
                    </a:lnTo>
                    <a:lnTo>
                      <a:pt x="2" y="35"/>
                    </a:lnTo>
                    <a:lnTo>
                      <a:pt x="2" y="35"/>
                    </a:lnTo>
                    <a:lnTo>
                      <a:pt x="2" y="33"/>
                    </a:lnTo>
                    <a:lnTo>
                      <a:pt x="2" y="33"/>
                    </a:lnTo>
                    <a:lnTo>
                      <a:pt x="2" y="33"/>
                    </a:lnTo>
                    <a:lnTo>
                      <a:pt x="2" y="31"/>
                    </a:lnTo>
                    <a:lnTo>
                      <a:pt x="4" y="31"/>
                    </a:lnTo>
                    <a:lnTo>
                      <a:pt x="4" y="31"/>
                    </a:lnTo>
                    <a:lnTo>
                      <a:pt x="4" y="31"/>
                    </a:lnTo>
                    <a:lnTo>
                      <a:pt x="4" y="28"/>
                    </a:lnTo>
                    <a:lnTo>
                      <a:pt x="4" y="28"/>
                    </a:lnTo>
                    <a:lnTo>
                      <a:pt x="4" y="28"/>
                    </a:lnTo>
                    <a:lnTo>
                      <a:pt x="4" y="26"/>
                    </a:lnTo>
                    <a:lnTo>
                      <a:pt x="4" y="26"/>
                    </a:lnTo>
                    <a:lnTo>
                      <a:pt x="7" y="26"/>
                    </a:lnTo>
                    <a:lnTo>
                      <a:pt x="7" y="24"/>
                    </a:lnTo>
                    <a:lnTo>
                      <a:pt x="7" y="24"/>
                    </a:lnTo>
                    <a:lnTo>
                      <a:pt x="7" y="24"/>
                    </a:lnTo>
                    <a:lnTo>
                      <a:pt x="7" y="24"/>
                    </a:lnTo>
                    <a:lnTo>
                      <a:pt x="7" y="21"/>
                    </a:lnTo>
                    <a:lnTo>
                      <a:pt x="7" y="21"/>
                    </a:lnTo>
                    <a:lnTo>
                      <a:pt x="7" y="19"/>
                    </a:lnTo>
                    <a:lnTo>
                      <a:pt x="7" y="19"/>
                    </a:lnTo>
                    <a:lnTo>
                      <a:pt x="9" y="19"/>
                    </a:lnTo>
                    <a:lnTo>
                      <a:pt x="9" y="19"/>
                    </a:lnTo>
                    <a:lnTo>
                      <a:pt x="9" y="19"/>
                    </a:lnTo>
                    <a:lnTo>
                      <a:pt x="9" y="17"/>
                    </a:lnTo>
                    <a:lnTo>
                      <a:pt x="11" y="17"/>
                    </a:lnTo>
                    <a:lnTo>
                      <a:pt x="11" y="17"/>
                    </a:lnTo>
                    <a:lnTo>
                      <a:pt x="11" y="14"/>
                    </a:lnTo>
                    <a:lnTo>
                      <a:pt x="11" y="14"/>
                    </a:lnTo>
                    <a:lnTo>
                      <a:pt x="11" y="14"/>
                    </a:lnTo>
                    <a:lnTo>
                      <a:pt x="11" y="12"/>
                    </a:lnTo>
                    <a:lnTo>
                      <a:pt x="11" y="12"/>
                    </a:lnTo>
                    <a:lnTo>
                      <a:pt x="11" y="9"/>
                    </a:lnTo>
                    <a:lnTo>
                      <a:pt x="11" y="9"/>
                    </a:lnTo>
                    <a:lnTo>
                      <a:pt x="11" y="9"/>
                    </a:lnTo>
                    <a:lnTo>
                      <a:pt x="11" y="9"/>
                    </a:lnTo>
                    <a:lnTo>
                      <a:pt x="11" y="7"/>
                    </a:lnTo>
                    <a:lnTo>
                      <a:pt x="11" y="7"/>
                    </a:lnTo>
                    <a:lnTo>
                      <a:pt x="14" y="7"/>
                    </a:lnTo>
                    <a:lnTo>
                      <a:pt x="14" y="7"/>
                    </a:lnTo>
                    <a:lnTo>
                      <a:pt x="14" y="5"/>
                    </a:lnTo>
                    <a:lnTo>
                      <a:pt x="14" y="5"/>
                    </a:lnTo>
                    <a:lnTo>
                      <a:pt x="16" y="5"/>
                    </a:lnTo>
                    <a:lnTo>
                      <a:pt x="16" y="5"/>
                    </a:lnTo>
                    <a:lnTo>
                      <a:pt x="16" y="5"/>
                    </a:lnTo>
                    <a:lnTo>
                      <a:pt x="16" y="5"/>
                    </a:lnTo>
                    <a:lnTo>
                      <a:pt x="19" y="5"/>
                    </a:lnTo>
                    <a:lnTo>
                      <a:pt x="19" y="2"/>
                    </a:lnTo>
                    <a:lnTo>
                      <a:pt x="19" y="2"/>
                    </a:lnTo>
                    <a:lnTo>
                      <a:pt x="1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3" name="Freeform 121"/>
              <p:cNvSpPr>
                <a:spLocks/>
              </p:cNvSpPr>
              <p:nvPr/>
            </p:nvSpPr>
            <p:spPr bwMode="auto">
              <a:xfrm>
                <a:off x="2980" y="2184"/>
                <a:ext cx="163" cy="218"/>
              </a:xfrm>
              <a:custGeom>
                <a:avLst/>
                <a:gdLst/>
                <a:ahLst/>
                <a:cxnLst>
                  <a:cxn ang="0">
                    <a:pos x="52" y="12"/>
                  </a:cxn>
                  <a:cxn ang="0">
                    <a:pos x="59" y="17"/>
                  </a:cxn>
                  <a:cxn ang="0">
                    <a:pos x="59" y="26"/>
                  </a:cxn>
                  <a:cxn ang="0">
                    <a:pos x="64" y="38"/>
                  </a:cxn>
                  <a:cxn ang="0">
                    <a:pos x="76" y="45"/>
                  </a:cxn>
                  <a:cxn ang="0">
                    <a:pos x="85" y="38"/>
                  </a:cxn>
                  <a:cxn ang="0">
                    <a:pos x="95" y="45"/>
                  </a:cxn>
                  <a:cxn ang="0">
                    <a:pos x="97" y="53"/>
                  </a:cxn>
                  <a:cxn ang="0">
                    <a:pos x="104" y="62"/>
                  </a:cxn>
                  <a:cxn ang="0">
                    <a:pos x="97" y="71"/>
                  </a:cxn>
                  <a:cxn ang="0">
                    <a:pos x="85" y="71"/>
                  </a:cxn>
                  <a:cxn ang="0">
                    <a:pos x="83" y="81"/>
                  </a:cxn>
                  <a:cxn ang="0">
                    <a:pos x="95" y="88"/>
                  </a:cxn>
                  <a:cxn ang="0">
                    <a:pos x="107" y="95"/>
                  </a:cxn>
                  <a:cxn ang="0">
                    <a:pos x="109" y="107"/>
                  </a:cxn>
                  <a:cxn ang="0">
                    <a:pos x="118" y="114"/>
                  </a:cxn>
                  <a:cxn ang="0">
                    <a:pos x="126" y="126"/>
                  </a:cxn>
                  <a:cxn ang="0">
                    <a:pos x="135" y="135"/>
                  </a:cxn>
                  <a:cxn ang="0">
                    <a:pos x="140" y="150"/>
                  </a:cxn>
                  <a:cxn ang="0">
                    <a:pos x="147" y="154"/>
                  </a:cxn>
                  <a:cxn ang="0">
                    <a:pos x="156" y="164"/>
                  </a:cxn>
                  <a:cxn ang="0">
                    <a:pos x="154" y="171"/>
                  </a:cxn>
                  <a:cxn ang="0">
                    <a:pos x="161" y="183"/>
                  </a:cxn>
                  <a:cxn ang="0">
                    <a:pos x="159" y="192"/>
                  </a:cxn>
                  <a:cxn ang="0">
                    <a:pos x="154" y="202"/>
                  </a:cxn>
                  <a:cxn ang="0">
                    <a:pos x="145" y="209"/>
                  </a:cxn>
                  <a:cxn ang="0">
                    <a:pos x="135" y="202"/>
                  </a:cxn>
                  <a:cxn ang="0">
                    <a:pos x="128" y="209"/>
                  </a:cxn>
                  <a:cxn ang="0">
                    <a:pos x="123" y="216"/>
                  </a:cxn>
                  <a:cxn ang="0">
                    <a:pos x="114" y="214"/>
                  </a:cxn>
                  <a:cxn ang="0">
                    <a:pos x="114" y="204"/>
                  </a:cxn>
                  <a:cxn ang="0">
                    <a:pos x="118" y="190"/>
                  </a:cxn>
                  <a:cxn ang="0">
                    <a:pos x="114" y="181"/>
                  </a:cxn>
                  <a:cxn ang="0">
                    <a:pos x="114" y="169"/>
                  </a:cxn>
                  <a:cxn ang="0">
                    <a:pos x="104" y="159"/>
                  </a:cxn>
                  <a:cxn ang="0">
                    <a:pos x="100" y="147"/>
                  </a:cxn>
                  <a:cxn ang="0">
                    <a:pos x="102" y="131"/>
                  </a:cxn>
                  <a:cxn ang="0">
                    <a:pos x="92" y="121"/>
                  </a:cxn>
                  <a:cxn ang="0">
                    <a:pos x="85" y="109"/>
                  </a:cxn>
                  <a:cxn ang="0">
                    <a:pos x="76" y="102"/>
                  </a:cxn>
                  <a:cxn ang="0">
                    <a:pos x="66" y="107"/>
                  </a:cxn>
                  <a:cxn ang="0">
                    <a:pos x="57" y="117"/>
                  </a:cxn>
                  <a:cxn ang="0">
                    <a:pos x="47" y="112"/>
                  </a:cxn>
                  <a:cxn ang="0">
                    <a:pos x="38" y="112"/>
                  </a:cxn>
                  <a:cxn ang="0">
                    <a:pos x="26" y="121"/>
                  </a:cxn>
                  <a:cxn ang="0">
                    <a:pos x="19" y="124"/>
                  </a:cxn>
                  <a:cxn ang="0">
                    <a:pos x="21" y="107"/>
                  </a:cxn>
                  <a:cxn ang="0">
                    <a:pos x="24" y="95"/>
                  </a:cxn>
                  <a:cxn ang="0">
                    <a:pos x="24" y="81"/>
                  </a:cxn>
                  <a:cxn ang="0">
                    <a:pos x="17" y="71"/>
                  </a:cxn>
                  <a:cxn ang="0">
                    <a:pos x="7" y="71"/>
                  </a:cxn>
                  <a:cxn ang="0">
                    <a:pos x="10" y="60"/>
                  </a:cxn>
                  <a:cxn ang="0">
                    <a:pos x="0" y="57"/>
                  </a:cxn>
                  <a:cxn ang="0">
                    <a:pos x="5" y="43"/>
                  </a:cxn>
                  <a:cxn ang="0">
                    <a:pos x="10" y="36"/>
                  </a:cxn>
                  <a:cxn ang="0">
                    <a:pos x="19" y="29"/>
                  </a:cxn>
                  <a:cxn ang="0">
                    <a:pos x="26" y="31"/>
                  </a:cxn>
                  <a:cxn ang="0">
                    <a:pos x="36" y="34"/>
                  </a:cxn>
                  <a:cxn ang="0">
                    <a:pos x="36" y="22"/>
                  </a:cxn>
                  <a:cxn ang="0">
                    <a:pos x="31" y="10"/>
                  </a:cxn>
                  <a:cxn ang="0">
                    <a:pos x="38" y="0"/>
                  </a:cxn>
                </a:cxnLst>
                <a:rect l="0" t="0" r="r" b="b"/>
                <a:pathLst>
                  <a:path w="163" h="218">
                    <a:moveTo>
                      <a:pt x="45" y="0"/>
                    </a:moveTo>
                    <a:lnTo>
                      <a:pt x="45" y="3"/>
                    </a:lnTo>
                    <a:lnTo>
                      <a:pt x="45" y="3"/>
                    </a:lnTo>
                    <a:lnTo>
                      <a:pt x="45" y="3"/>
                    </a:lnTo>
                    <a:lnTo>
                      <a:pt x="45" y="5"/>
                    </a:lnTo>
                    <a:lnTo>
                      <a:pt x="45" y="5"/>
                    </a:lnTo>
                    <a:lnTo>
                      <a:pt x="45" y="5"/>
                    </a:lnTo>
                    <a:lnTo>
                      <a:pt x="47" y="5"/>
                    </a:lnTo>
                    <a:lnTo>
                      <a:pt x="47" y="8"/>
                    </a:lnTo>
                    <a:lnTo>
                      <a:pt x="47" y="8"/>
                    </a:lnTo>
                    <a:lnTo>
                      <a:pt x="47" y="8"/>
                    </a:lnTo>
                    <a:lnTo>
                      <a:pt x="47" y="8"/>
                    </a:lnTo>
                    <a:lnTo>
                      <a:pt x="47" y="10"/>
                    </a:lnTo>
                    <a:lnTo>
                      <a:pt x="50" y="10"/>
                    </a:lnTo>
                    <a:lnTo>
                      <a:pt x="50" y="10"/>
                    </a:lnTo>
                    <a:lnTo>
                      <a:pt x="50" y="10"/>
                    </a:lnTo>
                    <a:lnTo>
                      <a:pt x="50" y="10"/>
                    </a:lnTo>
                    <a:lnTo>
                      <a:pt x="52" y="10"/>
                    </a:lnTo>
                    <a:lnTo>
                      <a:pt x="52" y="12"/>
                    </a:lnTo>
                    <a:lnTo>
                      <a:pt x="52" y="12"/>
                    </a:lnTo>
                    <a:lnTo>
                      <a:pt x="52" y="12"/>
                    </a:lnTo>
                    <a:lnTo>
                      <a:pt x="52" y="12"/>
                    </a:lnTo>
                    <a:lnTo>
                      <a:pt x="52" y="15"/>
                    </a:lnTo>
                    <a:lnTo>
                      <a:pt x="55" y="15"/>
                    </a:lnTo>
                    <a:lnTo>
                      <a:pt x="55" y="15"/>
                    </a:lnTo>
                    <a:lnTo>
                      <a:pt x="55" y="17"/>
                    </a:lnTo>
                    <a:lnTo>
                      <a:pt x="55" y="17"/>
                    </a:lnTo>
                    <a:lnTo>
                      <a:pt x="55" y="17"/>
                    </a:lnTo>
                    <a:lnTo>
                      <a:pt x="55" y="19"/>
                    </a:lnTo>
                    <a:lnTo>
                      <a:pt x="55" y="19"/>
                    </a:lnTo>
                    <a:lnTo>
                      <a:pt x="55" y="22"/>
                    </a:lnTo>
                    <a:lnTo>
                      <a:pt x="55" y="22"/>
                    </a:lnTo>
                    <a:lnTo>
                      <a:pt x="57" y="22"/>
                    </a:lnTo>
                    <a:lnTo>
                      <a:pt x="57" y="22"/>
                    </a:lnTo>
                    <a:lnTo>
                      <a:pt x="57" y="19"/>
                    </a:lnTo>
                    <a:lnTo>
                      <a:pt x="59" y="19"/>
                    </a:lnTo>
                    <a:lnTo>
                      <a:pt x="59" y="19"/>
                    </a:lnTo>
                    <a:lnTo>
                      <a:pt x="59" y="17"/>
                    </a:lnTo>
                    <a:lnTo>
                      <a:pt x="59" y="17"/>
                    </a:lnTo>
                    <a:lnTo>
                      <a:pt x="59" y="17"/>
                    </a:lnTo>
                    <a:lnTo>
                      <a:pt x="59" y="17"/>
                    </a:lnTo>
                    <a:lnTo>
                      <a:pt x="59" y="19"/>
                    </a:lnTo>
                    <a:lnTo>
                      <a:pt x="59" y="19"/>
                    </a:lnTo>
                    <a:lnTo>
                      <a:pt x="59" y="19"/>
                    </a:lnTo>
                    <a:lnTo>
                      <a:pt x="62" y="19"/>
                    </a:lnTo>
                    <a:lnTo>
                      <a:pt x="62" y="22"/>
                    </a:lnTo>
                    <a:lnTo>
                      <a:pt x="62" y="22"/>
                    </a:lnTo>
                    <a:lnTo>
                      <a:pt x="62" y="22"/>
                    </a:lnTo>
                    <a:lnTo>
                      <a:pt x="62" y="22"/>
                    </a:lnTo>
                    <a:lnTo>
                      <a:pt x="62" y="22"/>
                    </a:lnTo>
                    <a:lnTo>
                      <a:pt x="62" y="24"/>
                    </a:lnTo>
                    <a:lnTo>
                      <a:pt x="59" y="24"/>
                    </a:lnTo>
                    <a:lnTo>
                      <a:pt x="59" y="24"/>
                    </a:lnTo>
                    <a:lnTo>
                      <a:pt x="59" y="26"/>
                    </a:lnTo>
                    <a:lnTo>
                      <a:pt x="59" y="26"/>
                    </a:lnTo>
                    <a:lnTo>
                      <a:pt x="59" y="26"/>
                    </a:lnTo>
                    <a:lnTo>
                      <a:pt x="59" y="26"/>
                    </a:lnTo>
                    <a:lnTo>
                      <a:pt x="59" y="29"/>
                    </a:lnTo>
                    <a:lnTo>
                      <a:pt x="59" y="29"/>
                    </a:lnTo>
                    <a:lnTo>
                      <a:pt x="59" y="29"/>
                    </a:lnTo>
                    <a:lnTo>
                      <a:pt x="59" y="31"/>
                    </a:lnTo>
                    <a:lnTo>
                      <a:pt x="59" y="31"/>
                    </a:lnTo>
                    <a:lnTo>
                      <a:pt x="59" y="31"/>
                    </a:lnTo>
                    <a:lnTo>
                      <a:pt x="59" y="31"/>
                    </a:lnTo>
                    <a:lnTo>
                      <a:pt x="59" y="31"/>
                    </a:lnTo>
                    <a:lnTo>
                      <a:pt x="59" y="31"/>
                    </a:lnTo>
                    <a:lnTo>
                      <a:pt x="59" y="34"/>
                    </a:lnTo>
                    <a:lnTo>
                      <a:pt x="62" y="34"/>
                    </a:lnTo>
                    <a:lnTo>
                      <a:pt x="62" y="34"/>
                    </a:lnTo>
                    <a:lnTo>
                      <a:pt x="62" y="36"/>
                    </a:lnTo>
                    <a:lnTo>
                      <a:pt x="62" y="36"/>
                    </a:lnTo>
                    <a:lnTo>
                      <a:pt x="62" y="36"/>
                    </a:lnTo>
                    <a:lnTo>
                      <a:pt x="62" y="36"/>
                    </a:lnTo>
                    <a:lnTo>
                      <a:pt x="62" y="38"/>
                    </a:lnTo>
                    <a:lnTo>
                      <a:pt x="64" y="38"/>
                    </a:lnTo>
                    <a:lnTo>
                      <a:pt x="64" y="38"/>
                    </a:lnTo>
                    <a:lnTo>
                      <a:pt x="64" y="41"/>
                    </a:lnTo>
                    <a:lnTo>
                      <a:pt x="64" y="41"/>
                    </a:lnTo>
                    <a:lnTo>
                      <a:pt x="64" y="41"/>
                    </a:lnTo>
                    <a:lnTo>
                      <a:pt x="66" y="41"/>
                    </a:lnTo>
                    <a:lnTo>
                      <a:pt x="66" y="41"/>
                    </a:lnTo>
                    <a:lnTo>
                      <a:pt x="66" y="41"/>
                    </a:lnTo>
                    <a:lnTo>
                      <a:pt x="66" y="41"/>
                    </a:lnTo>
                    <a:lnTo>
                      <a:pt x="69" y="41"/>
                    </a:lnTo>
                    <a:lnTo>
                      <a:pt x="69" y="41"/>
                    </a:lnTo>
                    <a:lnTo>
                      <a:pt x="69" y="43"/>
                    </a:lnTo>
                    <a:lnTo>
                      <a:pt x="69" y="43"/>
                    </a:lnTo>
                    <a:lnTo>
                      <a:pt x="71" y="43"/>
                    </a:lnTo>
                    <a:lnTo>
                      <a:pt x="71" y="43"/>
                    </a:lnTo>
                    <a:lnTo>
                      <a:pt x="74" y="43"/>
                    </a:lnTo>
                    <a:lnTo>
                      <a:pt x="74" y="43"/>
                    </a:lnTo>
                    <a:lnTo>
                      <a:pt x="74" y="43"/>
                    </a:lnTo>
                    <a:lnTo>
                      <a:pt x="74" y="43"/>
                    </a:lnTo>
                    <a:lnTo>
                      <a:pt x="76" y="43"/>
                    </a:lnTo>
                    <a:lnTo>
                      <a:pt x="76" y="45"/>
                    </a:lnTo>
                    <a:lnTo>
                      <a:pt x="76" y="45"/>
                    </a:lnTo>
                    <a:lnTo>
                      <a:pt x="76" y="45"/>
                    </a:lnTo>
                    <a:lnTo>
                      <a:pt x="78" y="45"/>
                    </a:lnTo>
                    <a:lnTo>
                      <a:pt x="78" y="45"/>
                    </a:lnTo>
                    <a:lnTo>
                      <a:pt x="78" y="45"/>
                    </a:lnTo>
                    <a:lnTo>
                      <a:pt x="78" y="43"/>
                    </a:lnTo>
                    <a:lnTo>
                      <a:pt x="78" y="43"/>
                    </a:lnTo>
                    <a:lnTo>
                      <a:pt x="78" y="43"/>
                    </a:lnTo>
                    <a:lnTo>
                      <a:pt x="78" y="41"/>
                    </a:lnTo>
                    <a:lnTo>
                      <a:pt x="81" y="41"/>
                    </a:lnTo>
                    <a:lnTo>
                      <a:pt x="81" y="41"/>
                    </a:lnTo>
                    <a:lnTo>
                      <a:pt x="81" y="41"/>
                    </a:lnTo>
                    <a:lnTo>
                      <a:pt x="81" y="41"/>
                    </a:lnTo>
                    <a:lnTo>
                      <a:pt x="83" y="41"/>
                    </a:lnTo>
                    <a:lnTo>
                      <a:pt x="83" y="41"/>
                    </a:lnTo>
                    <a:lnTo>
                      <a:pt x="83" y="41"/>
                    </a:lnTo>
                    <a:lnTo>
                      <a:pt x="85" y="41"/>
                    </a:lnTo>
                    <a:lnTo>
                      <a:pt x="85" y="38"/>
                    </a:lnTo>
                    <a:lnTo>
                      <a:pt x="85" y="38"/>
                    </a:lnTo>
                    <a:lnTo>
                      <a:pt x="85" y="38"/>
                    </a:lnTo>
                    <a:lnTo>
                      <a:pt x="88" y="38"/>
                    </a:lnTo>
                    <a:lnTo>
                      <a:pt x="88" y="38"/>
                    </a:lnTo>
                    <a:lnTo>
                      <a:pt x="88" y="38"/>
                    </a:lnTo>
                    <a:lnTo>
                      <a:pt x="88" y="41"/>
                    </a:lnTo>
                    <a:lnTo>
                      <a:pt x="90" y="41"/>
                    </a:lnTo>
                    <a:lnTo>
                      <a:pt x="90" y="41"/>
                    </a:lnTo>
                    <a:lnTo>
                      <a:pt x="90" y="41"/>
                    </a:lnTo>
                    <a:lnTo>
                      <a:pt x="90" y="41"/>
                    </a:lnTo>
                    <a:lnTo>
                      <a:pt x="92" y="41"/>
                    </a:lnTo>
                    <a:lnTo>
                      <a:pt x="92" y="43"/>
                    </a:lnTo>
                    <a:lnTo>
                      <a:pt x="92" y="43"/>
                    </a:lnTo>
                    <a:lnTo>
                      <a:pt x="92" y="43"/>
                    </a:lnTo>
                    <a:lnTo>
                      <a:pt x="92" y="43"/>
                    </a:lnTo>
                    <a:lnTo>
                      <a:pt x="95" y="43"/>
                    </a:lnTo>
                    <a:lnTo>
                      <a:pt x="95" y="45"/>
                    </a:lnTo>
                    <a:lnTo>
                      <a:pt x="95" y="45"/>
                    </a:lnTo>
                    <a:lnTo>
                      <a:pt x="95" y="45"/>
                    </a:lnTo>
                    <a:lnTo>
                      <a:pt x="95" y="45"/>
                    </a:lnTo>
                    <a:lnTo>
                      <a:pt x="97" y="45"/>
                    </a:lnTo>
                    <a:lnTo>
                      <a:pt x="97" y="48"/>
                    </a:lnTo>
                    <a:lnTo>
                      <a:pt x="95" y="48"/>
                    </a:lnTo>
                    <a:lnTo>
                      <a:pt x="95" y="48"/>
                    </a:lnTo>
                    <a:lnTo>
                      <a:pt x="95" y="50"/>
                    </a:lnTo>
                    <a:lnTo>
                      <a:pt x="95" y="50"/>
                    </a:lnTo>
                    <a:lnTo>
                      <a:pt x="95" y="50"/>
                    </a:lnTo>
                    <a:lnTo>
                      <a:pt x="92" y="50"/>
                    </a:lnTo>
                    <a:lnTo>
                      <a:pt x="92" y="50"/>
                    </a:lnTo>
                    <a:lnTo>
                      <a:pt x="92" y="50"/>
                    </a:lnTo>
                    <a:lnTo>
                      <a:pt x="92" y="50"/>
                    </a:lnTo>
                    <a:lnTo>
                      <a:pt x="92" y="50"/>
                    </a:lnTo>
                    <a:lnTo>
                      <a:pt x="92" y="50"/>
                    </a:lnTo>
                    <a:lnTo>
                      <a:pt x="92" y="53"/>
                    </a:lnTo>
                    <a:lnTo>
                      <a:pt x="92" y="53"/>
                    </a:lnTo>
                    <a:lnTo>
                      <a:pt x="95" y="53"/>
                    </a:lnTo>
                    <a:lnTo>
                      <a:pt x="95" y="53"/>
                    </a:lnTo>
                    <a:lnTo>
                      <a:pt x="95" y="53"/>
                    </a:lnTo>
                    <a:lnTo>
                      <a:pt x="97" y="53"/>
                    </a:lnTo>
                    <a:lnTo>
                      <a:pt x="97" y="53"/>
                    </a:lnTo>
                    <a:lnTo>
                      <a:pt x="97" y="53"/>
                    </a:lnTo>
                    <a:lnTo>
                      <a:pt x="100" y="53"/>
                    </a:lnTo>
                    <a:lnTo>
                      <a:pt x="100" y="55"/>
                    </a:lnTo>
                    <a:lnTo>
                      <a:pt x="100" y="55"/>
                    </a:lnTo>
                    <a:lnTo>
                      <a:pt x="97" y="55"/>
                    </a:lnTo>
                    <a:lnTo>
                      <a:pt x="97" y="57"/>
                    </a:lnTo>
                    <a:lnTo>
                      <a:pt x="97" y="57"/>
                    </a:lnTo>
                    <a:lnTo>
                      <a:pt x="100" y="57"/>
                    </a:lnTo>
                    <a:lnTo>
                      <a:pt x="100" y="57"/>
                    </a:lnTo>
                    <a:lnTo>
                      <a:pt x="100" y="57"/>
                    </a:lnTo>
                    <a:lnTo>
                      <a:pt x="102" y="57"/>
                    </a:lnTo>
                    <a:lnTo>
                      <a:pt x="102" y="57"/>
                    </a:lnTo>
                    <a:lnTo>
                      <a:pt x="102" y="57"/>
                    </a:lnTo>
                    <a:lnTo>
                      <a:pt x="102" y="60"/>
                    </a:lnTo>
                    <a:lnTo>
                      <a:pt x="102" y="60"/>
                    </a:lnTo>
                    <a:lnTo>
                      <a:pt x="104" y="60"/>
                    </a:lnTo>
                    <a:lnTo>
                      <a:pt x="104" y="60"/>
                    </a:lnTo>
                    <a:lnTo>
                      <a:pt x="104" y="62"/>
                    </a:lnTo>
                    <a:lnTo>
                      <a:pt x="104" y="62"/>
                    </a:lnTo>
                    <a:lnTo>
                      <a:pt x="102" y="62"/>
                    </a:lnTo>
                    <a:lnTo>
                      <a:pt x="102" y="62"/>
                    </a:lnTo>
                    <a:lnTo>
                      <a:pt x="102" y="64"/>
                    </a:lnTo>
                    <a:lnTo>
                      <a:pt x="102" y="64"/>
                    </a:lnTo>
                    <a:lnTo>
                      <a:pt x="102" y="64"/>
                    </a:lnTo>
                    <a:lnTo>
                      <a:pt x="100" y="64"/>
                    </a:lnTo>
                    <a:lnTo>
                      <a:pt x="100" y="67"/>
                    </a:lnTo>
                    <a:lnTo>
                      <a:pt x="102" y="67"/>
                    </a:lnTo>
                    <a:lnTo>
                      <a:pt x="102" y="67"/>
                    </a:lnTo>
                    <a:lnTo>
                      <a:pt x="102" y="69"/>
                    </a:lnTo>
                    <a:lnTo>
                      <a:pt x="100" y="69"/>
                    </a:lnTo>
                    <a:lnTo>
                      <a:pt x="100" y="69"/>
                    </a:lnTo>
                    <a:lnTo>
                      <a:pt x="100" y="69"/>
                    </a:lnTo>
                    <a:lnTo>
                      <a:pt x="100" y="69"/>
                    </a:lnTo>
                    <a:lnTo>
                      <a:pt x="100" y="71"/>
                    </a:lnTo>
                    <a:lnTo>
                      <a:pt x="97" y="71"/>
                    </a:lnTo>
                    <a:lnTo>
                      <a:pt x="97" y="71"/>
                    </a:lnTo>
                    <a:lnTo>
                      <a:pt x="97" y="71"/>
                    </a:lnTo>
                    <a:lnTo>
                      <a:pt x="97" y="71"/>
                    </a:lnTo>
                    <a:lnTo>
                      <a:pt x="95" y="71"/>
                    </a:lnTo>
                    <a:lnTo>
                      <a:pt x="95" y="71"/>
                    </a:lnTo>
                    <a:lnTo>
                      <a:pt x="95" y="71"/>
                    </a:lnTo>
                    <a:lnTo>
                      <a:pt x="95" y="71"/>
                    </a:lnTo>
                    <a:lnTo>
                      <a:pt x="92" y="71"/>
                    </a:lnTo>
                    <a:lnTo>
                      <a:pt x="92" y="71"/>
                    </a:lnTo>
                    <a:lnTo>
                      <a:pt x="92" y="71"/>
                    </a:lnTo>
                    <a:lnTo>
                      <a:pt x="92" y="71"/>
                    </a:lnTo>
                    <a:lnTo>
                      <a:pt x="90" y="71"/>
                    </a:lnTo>
                    <a:lnTo>
                      <a:pt x="90" y="71"/>
                    </a:lnTo>
                    <a:lnTo>
                      <a:pt x="88" y="71"/>
                    </a:lnTo>
                    <a:lnTo>
                      <a:pt x="88" y="71"/>
                    </a:lnTo>
                    <a:lnTo>
                      <a:pt x="88" y="71"/>
                    </a:lnTo>
                    <a:lnTo>
                      <a:pt x="88" y="71"/>
                    </a:lnTo>
                    <a:lnTo>
                      <a:pt x="85" y="71"/>
                    </a:lnTo>
                    <a:lnTo>
                      <a:pt x="85" y="71"/>
                    </a:lnTo>
                    <a:lnTo>
                      <a:pt x="85" y="71"/>
                    </a:lnTo>
                    <a:lnTo>
                      <a:pt x="85" y="71"/>
                    </a:lnTo>
                    <a:lnTo>
                      <a:pt x="85" y="71"/>
                    </a:lnTo>
                    <a:lnTo>
                      <a:pt x="85" y="71"/>
                    </a:lnTo>
                    <a:lnTo>
                      <a:pt x="85" y="74"/>
                    </a:lnTo>
                    <a:lnTo>
                      <a:pt x="85" y="74"/>
                    </a:lnTo>
                    <a:lnTo>
                      <a:pt x="85" y="74"/>
                    </a:lnTo>
                    <a:lnTo>
                      <a:pt x="85" y="74"/>
                    </a:lnTo>
                    <a:lnTo>
                      <a:pt x="85" y="76"/>
                    </a:lnTo>
                    <a:lnTo>
                      <a:pt x="85" y="76"/>
                    </a:lnTo>
                    <a:lnTo>
                      <a:pt x="85" y="76"/>
                    </a:lnTo>
                    <a:lnTo>
                      <a:pt x="85" y="79"/>
                    </a:lnTo>
                    <a:lnTo>
                      <a:pt x="85" y="79"/>
                    </a:lnTo>
                    <a:lnTo>
                      <a:pt x="83" y="79"/>
                    </a:lnTo>
                    <a:lnTo>
                      <a:pt x="83" y="79"/>
                    </a:lnTo>
                    <a:lnTo>
                      <a:pt x="83" y="79"/>
                    </a:lnTo>
                    <a:lnTo>
                      <a:pt x="83" y="81"/>
                    </a:lnTo>
                    <a:lnTo>
                      <a:pt x="81" y="81"/>
                    </a:lnTo>
                    <a:lnTo>
                      <a:pt x="81" y="81"/>
                    </a:lnTo>
                    <a:lnTo>
                      <a:pt x="83" y="81"/>
                    </a:lnTo>
                    <a:lnTo>
                      <a:pt x="83" y="81"/>
                    </a:lnTo>
                    <a:lnTo>
                      <a:pt x="83" y="81"/>
                    </a:lnTo>
                    <a:lnTo>
                      <a:pt x="85" y="81"/>
                    </a:lnTo>
                    <a:lnTo>
                      <a:pt x="85" y="81"/>
                    </a:lnTo>
                    <a:lnTo>
                      <a:pt x="85" y="83"/>
                    </a:lnTo>
                    <a:lnTo>
                      <a:pt x="85" y="83"/>
                    </a:lnTo>
                    <a:lnTo>
                      <a:pt x="88" y="83"/>
                    </a:lnTo>
                    <a:lnTo>
                      <a:pt x="88" y="83"/>
                    </a:lnTo>
                    <a:lnTo>
                      <a:pt x="88" y="83"/>
                    </a:lnTo>
                    <a:lnTo>
                      <a:pt x="88" y="86"/>
                    </a:lnTo>
                    <a:lnTo>
                      <a:pt x="88" y="86"/>
                    </a:lnTo>
                    <a:lnTo>
                      <a:pt x="90" y="86"/>
                    </a:lnTo>
                    <a:lnTo>
                      <a:pt x="90" y="86"/>
                    </a:lnTo>
                    <a:lnTo>
                      <a:pt x="90" y="86"/>
                    </a:lnTo>
                    <a:lnTo>
                      <a:pt x="92" y="86"/>
                    </a:lnTo>
                    <a:lnTo>
                      <a:pt x="92" y="88"/>
                    </a:lnTo>
                    <a:lnTo>
                      <a:pt x="92" y="88"/>
                    </a:lnTo>
                    <a:lnTo>
                      <a:pt x="92" y="88"/>
                    </a:lnTo>
                    <a:lnTo>
                      <a:pt x="92" y="88"/>
                    </a:lnTo>
                    <a:lnTo>
                      <a:pt x="95" y="88"/>
                    </a:lnTo>
                    <a:lnTo>
                      <a:pt x="95" y="88"/>
                    </a:lnTo>
                    <a:lnTo>
                      <a:pt x="95" y="90"/>
                    </a:lnTo>
                    <a:lnTo>
                      <a:pt x="95" y="90"/>
                    </a:lnTo>
                    <a:lnTo>
                      <a:pt x="95" y="90"/>
                    </a:lnTo>
                    <a:lnTo>
                      <a:pt x="97" y="90"/>
                    </a:lnTo>
                    <a:lnTo>
                      <a:pt x="97" y="90"/>
                    </a:lnTo>
                    <a:lnTo>
                      <a:pt x="97" y="90"/>
                    </a:lnTo>
                    <a:lnTo>
                      <a:pt x="97" y="93"/>
                    </a:lnTo>
                    <a:lnTo>
                      <a:pt x="100" y="93"/>
                    </a:lnTo>
                    <a:lnTo>
                      <a:pt x="100" y="93"/>
                    </a:lnTo>
                    <a:lnTo>
                      <a:pt x="100" y="93"/>
                    </a:lnTo>
                    <a:lnTo>
                      <a:pt x="100" y="93"/>
                    </a:lnTo>
                    <a:lnTo>
                      <a:pt x="102" y="93"/>
                    </a:lnTo>
                    <a:lnTo>
                      <a:pt x="102" y="93"/>
                    </a:lnTo>
                    <a:lnTo>
                      <a:pt x="102" y="93"/>
                    </a:lnTo>
                    <a:lnTo>
                      <a:pt x="104" y="93"/>
                    </a:lnTo>
                    <a:lnTo>
                      <a:pt x="104" y="95"/>
                    </a:lnTo>
                    <a:lnTo>
                      <a:pt x="104" y="95"/>
                    </a:lnTo>
                    <a:lnTo>
                      <a:pt x="107" y="95"/>
                    </a:lnTo>
                    <a:lnTo>
                      <a:pt x="107" y="95"/>
                    </a:lnTo>
                    <a:lnTo>
                      <a:pt x="107" y="95"/>
                    </a:lnTo>
                    <a:lnTo>
                      <a:pt x="107" y="95"/>
                    </a:lnTo>
                    <a:lnTo>
                      <a:pt x="109" y="95"/>
                    </a:lnTo>
                    <a:lnTo>
                      <a:pt x="109" y="98"/>
                    </a:lnTo>
                    <a:lnTo>
                      <a:pt x="109" y="98"/>
                    </a:lnTo>
                    <a:lnTo>
                      <a:pt x="109" y="98"/>
                    </a:lnTo>
                    <a:lnTo>
                      <a:pt x="109" y="98"/>
                    </a:lnTo>
                    <a:lnTo>
                      <a:pt x="109" y="100"/>
                    </a:lnTo>
                    <a:lnTo>
                      <a:pt x="107" y="100"/>
                    </a:lnTo>
                    <a:lnTo>
                      <a:pt x="107" y="100"/>
                    </a:lnTo>
                    <a:lnTo>
                      <a:pt x="107" y="100"/>
                    </a:lnTo>
                    <a:lnTo>
                      <a:pt x="107" y="102"/>
                    </a:lnTo>
                    <a:lnTo>
                      <a:pt x="107" y="102"/>
                    </a:lnTo>
                    <a:lnTo>
                      <a:pt x="109" y="102"/>
                    </a:lnTo>
                    <a:lnTo>
                      <a:pt x="109" y="105"/>
                    </a:lnTo>
                    <a:lnTo>
                      <a:pt x="109" y="105"/>
                    </a:lnTo>
                    <a:lnTo>
                      <a:pt x="109" y="105"/>
                    </a:lnTo>
                    <a:lnTo>
                      <a:pt x="109" y="107"/>
                    </a:lnTo>
                    <a:lnTo>
                      <a:pt x="111" y="107"/>
                    </a:lnTo>
                    <a:lnTo>
                      <a:pt x="111" y="107"/>
                    </a:lnTo>
                    <a:lnTo>
                      <a:pt x="111" y="107"/>
                    </a:lnTo>
                    <a:lnTo>
                      <a:pt x="111" y="107"/>
                    </a:lnTo>
                    <a:lnTo>
                      <a:pt x="111" y="109"/>
                    </a:lnTo>
                    <a:lnTo>
                      <a:pt x="111" y="109"/>
                    </a:lnTo>
                    <a:lnTo>
                      <a:pt x="114" y="109"/>
                    </a:lnTo>
                    <a:lnTo>
                      <a:pt x="114" y="109"/>
                    </a:lnTo>
                    <a:lnTo>
                      <a:pt x="114" y="109"/>
                    </a:lnTo>
                    <a:lnTo>
                      <a:pt x="114" y="109"/>
                    </a:lnTo>
                    <a:lnTo>
                      <a:pt x="116" y="109"/>
                    </a:lnTo>
                    <a:lnTo>
                      <a:pt x="116" y="109"/>
                    </a:lnTo>
                    <a:lnTo>
                      <a:pt x="116" y="109"/>
                    </a:lnTo>
                    <a:lnTo>
                      <a:pt x="116" y="109"/>
                    </a:lnTo>
                    <a:lnTo>
                      <a:pt x="116" y="112"/>
                    </a:lnTo>
                    <a:lnTo>
                      <a:pt x="118" y="112"/>
                    </a:lnTo>
                    <a:lnTo>
                      <a:pt x="118" y="112"/>
                    </a:lnTo>
                    <a:lnTo>
                      <a:pt x="118" y="114"/>
                    </a:lnTo>
                    <a:lnTo>
                      <a:pt x="118" y="114"/>
                    </a:lnTo>
                    <a:lnTo>
                      <a:pt x="118" y="114"/>
                    </a:lnTo>
                    <a:lnTo>
                      <a:pt x="118" y="117"/>
                    </a:lnTo>
                    <a:lnTo>
                      <a:pt x="118" y="117"/>
                    </a:lnTo>
                    <a:lnTo>
                      <a:pt x="118" y="117"/>
                    </a:lnTo>
                    <a:lnTo>
                      <a:pt x="118" y="119"/>
                    </a:lnTo>
                    <a:lnTo>
                      <a:pt x="118" y="119"/>
                    </a:lnTo>
                    <a:lnTo>
                      <a:pt x="121" y="119"/>
                    </a:lnTo>
                    <a:lnTo>
                      <a:pt x="121" y="119"/>
                    </a:lnTo>
                    <a:lnTo>
                      <a:pt x="121" y="119"/>
                    </a:lnTo>
                    <a:lnTo>
                      <a:pt x="121" y="121"/>
                    </a:lnTo>
                    <a:lnTo>
                      <a:pt x="121" y="121"/>
                    </a:lnTo>
                    <a:lnTo>
                      <a:pt x="121" y="121"/>
                    </a:lnTo>
                    <a:lnTo>
                      <a:pt x="123" y="121"/>
                    </a:lnTo>
                    <a:lnTo>
                      <a:pt x="123" y="124"/>
                    </a:lnTo>
                    <a:lnTo>
                      <a:pt x="123" y="124"/>
                    </a:lnTo>
                    <a:lnTo>
                      <a:pt x="123" y="124"/>
                    </a:lnTo>
                    <a:lnTo>
                      <a:pt x="126" y="124"/>
                    </a:lnTo>
                    <a:lnTo>
                      <a:pt x="126" y="126"/>
                    </a:lnTo>
                    <a:lnTo>
                      <a:pt x="126" y="126"/>
                    </a:lnTo>
                    <a:lnTo>
                      <a:pt x="126" y="126"/>
                    </a:lnTo>
                    <a:lnTo>
                      <a:pt x="126" y="126"/>
                    </a:lnTo>
                    <a:lnTo>
                      <a:pt x="126" y="128"/>
                    </a:lnTo>
                    <a:lnTo>
                      <a:pt x="128" y="128"/>
                    </a:lnTo>
                    <a:lnTo>
                      <a:pt x="128" y="128"/>
                    </a:lnTo>
                    <a:lnTo>
                      <a:pt x="128" y="128"/>
                    </a:lnTo>
                    <a:lnTo>
                      <a:pt x="128" y="128"/>
                    </a:lnTo>
                    <a:lnTo>
                      <a:pt x="128" y="128"/>
                    </a:lnTo>
                    <a:lnTo>
                      <a:pt x="128" y="131"/>
                    </a:lnTo>
                    <a:lnTo>
                      <a:pt x="130" y="131"/>
                    </a:lnTo>
                    <a:lnTo>
                      <a:pt x="130" y="131"/>
                    </a:lnTo>
                    <a:lnTo>
                      <a:pt x="130" y="131"/>
                    </a:lnTo>
                    <a:lnTo>
                      <a:pt x="130" y="133"/>
                    </a:lnTo>
                    <a:lnTo>
                      <a:pt x="133" y="133"/>
                    </a:lnTo>
                    <a:lnTo>
                      <a:pt x="133" y="133"/>
                    </a:lnTo>
                    <a:lnTo>
                      <a:pt x="133" y="133"/>
                    </a:lnTo>
                    <a:lnTo>
                      <a:pt x="133" y="133"/>
                    </a:lnTo>
                    <a:lnTo>
                      <a:pt x="133" y="135"/>
                    </a:lnTo>
                    <a:lnTo>
                      <a:pt x="135" y="135"/>
                    </a:lnTo>
                    <a:lnTo>
                      <a:pt x="135" y="135"/>
                    </a:lnTo>
                    <a:lnTo>
                      <a:pt x="135" y="138"/>
                    </a:lnTo>
                    <a:lnTo>
                      <a:pt x="135" y="138"/>
                    </a:lnTo>
                    <a:lnTo>
                      <a:pt x="135" y="138"/>
                    </a:lnTo>
                    <a:lnTo>
                      <a:pt x="135" y="140"/>
                    </a:lnTo>
                    <a:lnTo>
                      <a:pt x="135" y="140"/>
                    </a:lnTo>
                    <a:lnTo>
                      <a:pt x="137" y="140"/>
                    </a:lnTo>
                    <a:lnTo>
                      <a:pt x="137" y="140"/>
                    </a:lnTo>
                    <a:lnTo>
                      <a:pt x="137" y="140"/>
                    </a:lnTo>
                    <a:lnTo>
                      <a:pt x="137" y="140"/>
                    </a:lnTo>
                    <a:lnTo>
                      <a:pt x="137" y="143"/>
                    </a:lnTo>
                    <a:lnTo>
                      <a:pt x="137" y="143"/>
                    </a:lnTo>
                    <a:lnTo>
                      <a:pt x="137" y="145"/>
                    </a:lnTo>
                    <a:lnTo>
                      <a:pt x="137" y="145"/>
                    </a:lnTo>
                    <a:lnTo>
                      <a:pt x="137" y="147"/>
                    </a:lnTo>
                    <a:lnTo>
                      <a:pt x="137" y="147"/>
                    </a:lnTo>
                    <a:lnTo>
                      <a:pt x="140" y="147"/>
                    </a:lnTo>
                    <a:lnTo>
                      <a:pt x="140" y="150"/>
                    </a:lnTo>
                    <a:lnTo>
                      <a:pt x="140" y="150"/>
                    </a:lnTo>
                    <a:lnTo>
                      <a:pt x="140" y="150"/>
                    </a:lnTo>
                    <a:lnTo>
                      <a:pt x="140" y="150"/>
                    </a:lnTo>
                    <a:lnTo>
                      <a:pt x="140" y="150"/>
                    </a:lnTo>
                    <a:lnTo>
                      <a:pt x="140" y="152"/>
                    </a:lnTo>
                    <a:lnTo>
                      <a:pt x="140" y="152"/>
                    </a:lnTo>
                    <a:lnTo>
                      <a:pt x="142" y="152"/>
                    </a:lnTo>
                    <a:lnTo>
                      <a:pt x="142" y="154"/>
                    </a:lnTo>
                    <a:lnTo>
                      <a:pt x="142" y="154"/>
                    </a:lnTo>
                    <a:lnTo>
                      <a:pt x="145" y="154"/>
                    </a:lnTo>
                    <a:lnTo>
                      <a:pt x="145" y="152"/>
                    </a:lnTo>
                    <a:lnTo>
                      <a:pt x="145" y="152"/>
                    </a:lnTo>
                    <a:lnTo>
                      <a:pt x="145" y="152"/>
                    </a:lnTo>
                    <a:lnTo>
                      <a:pt x="145" y="150"/>
                    </a:lnTo>
                    <a:lnTo>
                      <a:pt x="145" y="150"/>
                    </a:lnTo>
                    <a:lnTo>
                      <a:pt x="145" y="152"/>
                    </a:lnTo>
                    <a:lnTo>
                      <a:pt x="145" y="152"/>
                    </a:lnTo>
                    <a:lnTo>
                      <a:pt x="145" y="154"/>
                    </a:lnTo>
                    <a:lnTo>
                      <a:pt x="147" y="154"/>
                    </a:lnTo>
                    <a:lnTo>
                      <a:pt x="147" y="154"/>
                    </a:lnTo>
                    <a:lnTo>
                      <a:pt x="147" y="154"/>
                    </a:lnTo>
                    <a:lnTo>
                      <a:pt x="147" y="157"/>
                    </a:lnTo>
                    <a:lnTo>
                      <a:pt x="147" y="157"/>
                    </a:lnTo>
                    <a:lnTo>
                      <a:pt x="147" y="157"/>
                    </a:lnTo>
                    <a:lnTo>
                      <a:pt x="149" y="157"/>
                    </a:lnTo>
                    <a:lnTo>
                      <a:pt x="149" y="157"/>
                    </a:lnTo>
                    <a:lnTo>
                      <a:pt x="152" y="157"/>
                    </a:lnTo>
                    <a:lnTo>
                      <a:pt x="152" y="157"/>
                    </a:lnTo>
                    <a:lnTo>
                      <a:pt x="152" y="159"/>
                    </a:lnTo>
                    <a:lnTo>
                      <a:pt x="152" y="159"/>
                    </a:lnTo>
                    <a:lnTo>
                      <a:pt x="152" y="159"/>
                    </a:lnTo>
                    <a:lnTo>
                      <a:pt x="152" y="159"/>
                    </a:lnTo>
                    <a:lnTo>
                      <a:pt x="152" y="162"/>
                    </a:lnTo>
                    <a:lnTo>
                      <a:pt x="154" y="162"/>
                    </a:lnTo>
                    <a:lnTo>
                      <a:pt x="154" y="162"/>
                    </a:lnTo>
                    <a:lnTo>
                      <a:pt x="154" y="162"/>
                    </a:lnTo>
                    <a:lnTo>
                      <a:pt x="154" y="162"/>
                    </a:lnTo>
                    <a:lnTo>
                      <a:pt x="154" y="164"/>
                    </a:lnTo>
                    <a:lnTo>
                      <a:pt x="156" y="164"/>
                    </a:lnTo>
                    <a:lnTo>
                      <a:pt x="156" y="162"/>
                    </a:lnTo>
                    <a:lnTo>
                      <a:pt x="156" y="162"/>
                    </a:lnTo>
                    <a:lnTo>
                      <a:pt x="159" y="162"/>
                    </a:lnTo>
                    <a:lnTo>
                      <a:pt x="159" y="164"/>
                    </a:lnTo>
                    <a:lnTo>
                      <a:pt x="159" y="164"/>
                    </a:lnTo>
                    <a:lnTo>
                      <a:pt x="159" y="166"/>
                    </a:lnTo>
                    <a:lnTo>
                      <a:pt x="156" y="166"/>
                    </a:lnTo>
                    <a:lnTo>
                      <a:pt x="156" y="166"/>
                    </a:lnTo>
                    <a:lnTo>
                      <a:pt x="156" y="169"/>
                    </a:lnTo>
                    <a:lnTo>
                      <a:pt x="156" y="169"/>
                    </a:lnTo>
                    <a:lnTo>
                      <a:pt x="154" y="169"/>
                    </a:lnTo>
                    <a:lnTo>
                      <a:pt x="154" y="169"/>
                    </a:lnTo>
                    <a:lnTo>
                      <a:pt x="154" y="169"/>
                    </a:lnTo>
                    <a:lnTo>
                      <a:pt x="154" y="169"/>
                    </a:lnTo>
                    <a:lnTo>
                      <a:pt x="152" y="169"/>
                    </a:lnTo>
                    <a:lnTo>
                      <a:pt x="152" y="169"/>
                    </a:lnTo>
                    <a:lnTo>
                      <a:pt x="152" y="171"/>
                    </a:lnTo>
                    <a:lnTo>
                      <a:pt x="152" y="171"/>
                    </a:lnTo>
                    <a:lnTo>
                      <a:pt x="154" y="171"/>
                    </a:lnTo>
                    <a:lnTo>
                      <a:pt x="154" y="171"/>
                    </a:lnTo>
                    <a:lnTo>
                      <a:pt x="154" y="173"/>
                    </a:lnTo>
                    <a:lnTo>
                      <a:pt x="154" y="173"/>
                    </a:lnTo>
                    <a:lnTo>
                      <a:pt x="154" y="173"/>
                    </a:lnTo>
                    <a:lnTo>
                      <a:pt x="154" y="176"/>
                    </a:lnTo>
                    <a:lnTo>
                      <a:pt x="156" y="176"/>
                    </a:lnTo>
                    <a:lnTo>
                      <a:pt x="156" y="176"/>
                    </a:lnTo>
                    <a:lnTo>
                      <a:pt x="156" y="178"/>
                    </a:lnTo>
                    <a:lnTo>
                      <a:pt x="156" y="178"/>
                    </a:lnTo>
                    <a:lnTo>
                      <a:pt x="159" y="178"/>
                    </a:lnTo>
                    <a:lnTo>
                      <a:pt x="159" y="178"/>
                    </a:lnTo>
                    <a:lnTo>
                      <a:pt x="159" y="178"/>
                    </a:lnTo>
                    <a:lnTo>
                      <a:pt x="159" y="178"/>
                    </a:lnTo>
                    <a:lnTo>
                      <a:pt x="159" y="178"/>
                    </a:lnTo>
                    <a:lnTo>
                      <a:pt x="161" y="178"/>
                    </a:lnTo>
                    <a:lnTo>
                      <a:pt x="161" y="181"/>
                    </a:lnTo>
                    <a:lnTo>
                      <a:pt x="161" y="181"/>
                    </a:lnTo>
                    <a:lnTo>
                      <a:pt x="161" y="181"/>
                    </a:lnTo>
                    <a:lnTo>
                      <a:pt x="161" y="183"/>
                    </a:lnTo>
                    <a:lnTo>
                      <a:pt x="161" y="183"/>
                    </a:lnTo>
                    <a:lnTo>
                      <a:pt x="161" y="183"/>
                    </a:lnTo>
                    <a:lnTo>
                      <a:pt x="163" y="183"/>
                    </a:lnTo>
                    <a:lnTo>
                      <a:pt x="163" y="185"/>
                    </a:lnTo>
                    <a:lnTo>
                      <a:pt x="161" y="185"/>
                    </a:lnTo>
                    <a:lnTo>
                      <a:pt x="161" y="185"/>
                    </a:lnTo>
                    <a:lnTo>
                      <a:pt x="161" y="188"/>
                    </a:lnTo>
                    <a:lnTo>
                      <a:pt x="161" y="188"/>
                    </a:lnTo>
                    <a:lnTo>
                      <a:pt x="161" y="188"/>
                    </a:lnTo>
                    <a:lnTo>
                      <a:pt x="161" y="190"/>
                    </a:lnTo>
                    <a:lnTo>
                      <a:pt x="161" y="190"/>
                    </a:lnTo>
                    <a:lnTo>
                      <a:pt x="159" y="190"/>
                    </a:lnTo>
                    <a:lnTo>
                      <a:pt x="159" y="190"/>
                    </a:lnTo>
                    <a:lnTo>
                      <a:pt x="159" y="190"/>
                    </a:lnTo>
                    <a:lnTo>
                      <a:pt x="159" y="190"/>
                    </a:lnTo>
                    <a:lnTo>
                      <a:pt x="159" y="190"/>
                    </a:lnTo>
                    <a:lnTo>
                      <a:pt x="159" y="190"/>
                    </a:lnTo>
                    <a:lnTo>
                      <a:pt x="159" y="192"/>
                    </a:lnTo>
                    <a:lnTo>
                      <a:pt x="159" y="192"/>
                    </a:lnTo>
                    <a:lnTo>
                      <a:pt x="161" y="192"/>
                    </a:lnTo>
                    <a:lnTo>
                      <a:pt x="161" y="192"/>
                    </a:lnTo>
                    <a:lnTo>
                      <a:pt x="161" y="195"/>
                    </a:lnTo>
                    <a:lnTo>
                      <a:pt x="159" y="195"/>
                    </a:lnTo>
                    <a:lnTo>
                      <a:pt x="159" y="195"/>
                    </a:lnTo>
                    <a:lnTo>
                      <a:pt x="159" y="197"/>
                    </a:lnTo>
                    <a:lnTo>
                      <a:pt x="159" y="197"/>
                    </a:lnTo>
                    <a:lnTo>
                      <a:pt x="159" y="199"/>
                    </a:lnTo>
                    <a:lnTo>
                      <a:pt x="159" y="199"/>
                    </a:lnTo>
                    <a:lnTo>
                      <a:pt x="159" y="199"/>
                    </a:lnTo>
                    <a:lnTo>
                      <a:pt x="159" y="199"/>
                    </a:lnTo>
                    <a:lnTo>
                      <a:pt x="159" y="199"/>
                    </a:lnTo>
                    <a:lnTo>
                      <a:pt x="159" y="202"/>
                    </a:lnTo>
                    <a:lnTo>
                      <a:pt x="156" y="202"/>
                    </a:lnTo>
                    <a:lnTo>
                      <a:pt x="156" y="202"/>
                    </a:lnTo>
                    <a:lnTo>
                      <a:pt x="156" y="199"/>
                    </a:lnTo>
                    <a:lnTo>
                      <a:pt x="154" y="199"/>
                    </a:lnTo>
                    <a:lnTo>
                      <a:pt x="154" y="199"/>
                    </a:lnTo>
                    <a:lnTo>
                      <a:pt x="154" y="202"/>
                    </a:lnTo>
                    <a:lnTo>
                      <a:pt x="154" y="202"/>
                    </a:lnTo>
                    <a:lnTo>
                      <a:pt x="154" y="202"/>
                    </a:lnTo>
                    <a:lnTo>
                      <a:pt x="154" y="204"/>
                    </a:lnTo>
                    <a:lnTo>
                      <a:pt x="152" y="204"/>
                    </a:lnTo>
                    <a:lnTo>
                      <a:pt x="152" y="204"/>
                    </a:lnTo>
                    <a:lnTo>
                      <a:pt x="152" y="204"/>
                    </a:lnTo>
                    <a:lnTo>
                      <a:pt x="152" y="204"/>
                    </a:lnTo>
                    <a:lnTo>
                      <a:pt x="152" y="207"/>
                    </a:lnTo>
                    <a:lnTo>
                      <a:pt x="149" y="207"/>
                    </a:lnTo>
                    <a:lnTo>
                      <a:pt x="149" y="204"/>
                    </a:lnTo>
                    <a:lnTo>
                      <a:pt x="149" y="204"/>
                    </a:lnTo>
                    <a:lnTo>
                      <a:pt x="149" y="207"/>
                    </a:lnTo>
                    <a:lnTo>
                      <a:pt x="147" y="207"/>
                    </a:lnTo>
                    <a:lnTo>
                      <a:pt x="147" y="207"/>
                    </a:lnTo>
                    <a:lnTo>
                      <a:pt x="147" y="207"/>
                    </a:lnTo>
                    <a:lnTo>
                      <a:pt x="147" y="207"/>
                    </a:lnTo>
                    <a:lnTo>
                      <a:pt x="145" y="207"/>
                    </a:lnTo>
                    <a:lnTo>
                      <a:pt x="145" y="209"/>
                    </a:lnTo>
                    <a:lnTo>
                      <a:pt x="145" y="209"/>
                    </a:lnTo>
                    <a:lnTo>
                      <a:pt x="145" y="207"/>
                    </a:lnTo>
                    <a:lnTo>
                      <a:pt x="145" y="207"/>
                    </a:lnTo>
                    <a:lnTo>
                      <a:pt x="145" y="207"/>
                    </a:lnTo>
                    <a:lnTo>
                      <a:pt x="142" y="207"/>
                    </a:lnTo>
                    <a:lnTo>
                      <a:pt x="142" y="204"/>
                    </a:lnTo>
                    <a:lnTo>
                      <a:pt x="142" y="204"/>
                    </a:lnTo>
                    <a:lnTo>
                      <a:pt x="140" y="204"/>
                    </a:lnTo>
                    <a:lnTo>
                      <a:pt x="140" y="204"/>
                    </a:lnTo>
                    <a:lnTo>
                      <a:pt x="140" y="204"/>
                    </a:lnTo>
                    <a:lnTo>
                      <a:pt x="140" y="202"/>
                    </a:lnTo>
                    <a:lnTo>
                      <a:pt x="140" y="202"/>
                    </a:lnTo>
                    <a:lnTo>
                      <a:pt x="140" y="202"/>
                    </a:lnTo>
                    <a:lnTo>
                      <a:pt x="137" y="202"/>
                    </a:lnTo>
                    <a:lnTo>
                      <a:pt x="137" y="199"/>
                    </a:lnTo>
                    <a:lnTo>
                      <a:pt x="137" y="199"/>
                    </a:lnTo>
                    <a:lnTo>
                      <a:pt x="137" y="202"/>
                    </a:lnTo>
                    <a:lnTo>
                      <a:pt x="135" y="202"/>
                    </a:lnTo>
                    <a:lnTo>
                      <a:pt x="135" y="202"/>
                    </a:lnTo>
                    <a:lnTo>
                      <a:pt x="135" y="202"/>
                    </a:lnTo>
                    <a:lnTo>
                      <a:pt x="135" y="204"/>
                    </a:lnTo>
                    <a:lnTo>
                      <a:pt x="135" y="204"/>
                    </a:lnTo>
                    <a:lnTo>
                      <a:pt x="133" y="204"/>
                    </a:lnTo>
                    <a:lnTo>
                      <a:pt x="133" y="204"/>
                    </a:lnTo>
                    <a:lnTo>
                      <a:pt x="133" y="204"/>
                    </a:lnTo>
                    <a:lnTo>
                      <a:pt x="133" y="204"/>
                    </a:lnTo>
                    <a:lnTo>
                      <a:pt x="133" y="207"/>
                    </a:lnTo>
                    <a:lnTo>
                      <a:pt x="130" y="207"/>
                    </a:lnTo>
                    <a:lnTo>
                      <a:pt x="130" y="207"/>
                    </a:lnTo>
                    <a:lnTo>
                      <a:pt x="130" y="207"/>
                    </a:lnTo>
                    <a:lnTo>
                      <a:pt x="130" y="207"/>
                    </a:lnTo>
                    <a:lnTo>
                      <a:pt x="128" y="207"/>
                    </a:lnTo>
                    <a:lnTo>
                      <a:pt x="128" y="207"/>
                    </a:lnTo>
                    <a:lnTo>
                      <a:pt x="128" y="207"/>
                    </a:lnTo>
                    <a:lnTo>
                      <a:pt x="128" y="207"/>
                    </a:lnTo>
                    <a:lnTo>
                      <a:pt x="126" y="207"/>
                    </a:lnTo>
                    <a:lnTo>
                      <a:pt x="126" y="209"/>
                    </a:lnTo>
                    <a:lnTo>
                      <a:pt x="128" y="209"/>
                    </a:lnTo>
                    <a:lnTo>
                      <a:pt x="128" y="209"/>
                    </a:lnTo>
                    <a:lnTo>
                      <a:pt x="128" y="209"/>
                    </a:lnTo>
                    <a:lnTo>
                      <a:pt x="128" y="209"/>
                    </a:lnTo>
                    <a:lnTo>
                      <a:pt x="128" y="211"/>
                    </a:lnTo>
                    <a:lnTo>
                      <a:pt x="128" y="211"/>
                    </a:lnTo>
                    <a:lnTo>
                      <a:pt x="128" y="211"/>
                    </a:lnTo>
                    <a:lnTo>
                      <a:pt x="128" y="214"/>
                    </a:lnTo>
                    <a:lnTo>
                      <a:pt x="130" y="214"/>
                    </a:lnTo>
                    <a:lnTo>
                      <a:pt x="130" y="214"/>
                    </a:lnTo>
                    <a:lnTo>
                      <a:pt x="130" y="216"/>
                    </a:lnTo>
                    <a:lnTo>
                      <a:pt x="128" y="216"/>
                    </a:lnTo>
                    <a:lnTo>
                      <a:pt x="128" y="216"/>
                    </a:lnTo>
                    <a:lnTo>
                      <a:pt x="128" y="218"/>
                    </a:lnTo>
                    <a:lnTo>
                      <a:pt x="128" y="218"/>
                    </a:lnTo>
                    <a:lnTo>
                      <a:pt x="128" y="218"/>
                    </a:lnTo>
                    <a:lnTo>
                      <a:pt x="126" y="218"/>
                    </a:lnTo>
                    <a:lnTo>
                      <a:pt x="126" y="218"/>
                    </a:lnTo>
                    <a:lnTo>
                      <a:pt x="126" y="218"/>
                    </a:lnTo>
                    <a:lnTo>
                      <a:pt x="126" y="216"/>
                    </a:lnTo>
                    <a:lnTo>
                      <a:pt x="123" y="216"/>
                    </a:lnTo>
                    <a:lnTo>
                      <a:pt x="123" y="216"/>
                    </a:lnTo>
                    <a:lnTo>
                      <a:pt x="123" y="216"/>
                    </a:lnTo>
                    <a:lnTo>
                      <a:pt x="121" y="216"/>
                    </a:lnTo>
                    <a:lnTo>
                      <a:pt x="121" y="214"/>
                    </a:lnTo>
                    <a:lnTo>
                      <a:pt x="121" y="214"/>
                    </a:lnTo>
                    <a:lnTo>
                      <a:pt x="121" y="214"/>
                    </a:lnTo>
                    <a:lnTo>
                      <a:pt x="121" y="214"/>
                    </a:lnTo>
                    <a:lnTo>
                      <a:pt x="118" y="214"/>
                    </a:lnTo>
                    <a:lnTo>
                      <a:pt x="118" y="211"/>
                    </a:lnTo>
                    <a:lnTo>
                      <a:pt x="118" y="211"/>
                    </a:lnTo>
                    <a:lnTo>
                      <a:pt x="118" y="211"/>
                    </a:lnTo>
                    <a:lnTo>
                      <a:pt x="118" y="211"/>
                    </a:lnTo>
                    <a:lnTo>
                      <a:pt x="116" y="211"/>
                    </a:lnTo>
                    <a:lnTo>
                      <a:pt x="116" y="211"/>
                    </a:lnTo>
                    <a:lnTo>
                      <a:pt x="116" y="211"/>
                    </a:lnTo>
                    <a:lnTo>
                      <a:pt x="114" y="211"/>
                    </a:lnTo>
                    <a:lnTo>
                      <a:pt x="114" y="214"/>
                    </a:lnTo>
                    <a:lnTo>
                      <a:pt x="114" y="214"/>
                    </a:lnTo>
                    <a:lnTo>
                      <a:pt x="114" y="214"/>
                    </a:lnTo>
                    <a:lnTo>
                      <a:pt x="114" y="211"/>
                    </a:lnTo>
                    <a:lnTo>
                      <a:pt x="111" y="211"/>
                    </a:lnTo>
                    <a:lnTo>
                      <a:pt x="111" y="211"/>
                    </a:lnTo>
                    <a:lnTo>
                      <a:pt x="111" y="211"/>
                    </a:lnTo>
                    <a:lnTo>
                      <a:pt x="111" y="209"/>
                    </a:lnTo>
                    <a:lnTo>
                      <a:pt x="111" y="209"/>
                    </a:lnTo>
                    <a:lnTo>
                      <a:pt x="111" y="209"/>
                    </a:lnTo>
                    <a:lnTo>
                      <a:pt x="109" y="209"/>
                    </a:lnTo>
                    <a:lnTo>
                      <a:pt x="109" y="209"/>
                    </a:lnTo>
                    <a:lnTo>
                      <a:pt x="109" y="207"/>
                    </a:lnTo>
                    <a:lnTo>
                      <a:pt x="111" y="207"/>
                    </a:lnTo>
                    <a:lnTo>
                      <a:pt x="111" y="207"/>
                    </a:lnTo>
                    <a:lnTo>
                      <a:pt x="111" y="207"/>
                    </a:lnTo>
                    <a:lnTo>
                      <a:pt x="111" y="207"/>
                    </a:lnTo>
                    <a:lnTo>
                      <a:pt x="114" y="207"/>
                    </a:lnTo>
                    <a:lnTo>
                      <a:pt x="114" y="204"/>
                    </a:lnTo>
                    <a:lnTo>
                      <a:pt x="114" y="204"/>
                    </a:lnTo>
                    <a:lnTo>
                      <a:pt x="114" y="204"/>
                    </a:lnTo>
                    <a:lnTo>
                      <a:pt x="114" y="204"/>
                    </a:lnTo>
                    <a:lnTo>
                      <a:pt x="116" y="204"/>
                    </a:lnTo>
                    <a:lnTo>
                      <a:pt x="116" y="202"/>
                    </a:lnTo>
                    <a:lnTo>
                      <a:pt x="116" y="202"/>
                    </a:lnTo>
                    <a:lnTo>
                      <a:pt x="116" y="202"/>
                    </a:lnTo>
                    <a:lnTo>
                      <a:pt x="116" y="199"/>
                    </a:lnTo>
                    <a:lnTo>
                      <a:pt x="116" y="199"/>
                    </a:lnTo>
                    <a:lnTo>
                      <a:pt x="116" y="199"/>
                    </a:lnTo>
                    <a:lnTo>
                      <a:pt x="116" y="197"/>
                    </a:lnTo>
                    <a:lnTo>
                      <a:pt x="116" y="197"/>
                    </a:lnTo>
                    <a:lnTo>
                      <a:pt x="116" y="197"/>
                    </a:lnTo>
                    <a:lnTo>
                      <a:pt x="116" y="195"/>
                    </a:lnTo>
                    <a:lnTo>
                      <a:pt x="116" y="195"/>
                    </a:lnTo>
                    <a:lnTo>
                      <a:pt x="116" y="195"/>
                    </a:lnTo>
                    <a:lnTo>
                      <a:pt x="116" y="192"/>
                    </a:lnTo>
                    <a:lnTo>
                      <a:pt x="118" y="192"/>
                    </a:lnTo>
                    <a:lnTo>
                      <a:pt x="118" y="192"/>
                    </a:lnTo>
                    <a:lnTo>
                      <a:pt x="118" y="190"/>
                    </a:lnTo>
                    <a:lnTo>
                      <a:pt x="118" y="190"/>
                    </a:lnTo>
                    <a:lnTo>
                      <a:pt x="118" y="190"/>
                    </a:lnTo>
                    <a:lnTo>
                      <a:pt x="118" y="190"/>
                    </a:lnTo>
                    <a:lnTo>
                      <a:pt x="118" y="190"/>
                    </a:lnTo>
                    <a:lnTo>
                      <a:pt x="116" y="190"/>
                    </a:lnTo>
                    <a:lnTo>
                      <a:pt x="116" y="188"/>
                    </a:lnTo>
                    <a:lnTo>
                      <a:pt x="116" y="188"/>
                    </a:lnTo>
                    <a:lnTo>
                      <a:pt x="114" y="188"/>
                    </a:lnTo>
                    <a:lnTo>
                      <a:pt x="114" y="188"/>
                    </a:lnTo>
                    <a:lnTo>
                      <a:pt x="114" y="185"/>
                    </a:lnTo>
                    <a:lnTo>
                      <a:pt x="116" y="185"/>
                    </a:lnTo>
                    <a:lnTo>
                      <a:pt x="116" y="185"/>
                    </a:lnTo>
                    <a:lnTo>
                      <a:pt x="116" y="185"/>
                    </a:lnTo>
                    <a:lnTo>
                      <a:pt x="116" y="183"/>
                    </a:lnTo>
                    <a:lnTo>
                      <a:pt x="118" y="183"/>
                    </a:lnTo>
                    <a:lnTo>
                      <a:pt x="118" y="183"/>
                    </a:lnTo>
                    <a:lnTo>
                      <a:pt x="118" y="181"/>
                    </a:lnTo>
                    <a:lnTo>
                      <a:pt x="116" y="181"/>
                    </a:lnTo>
                    <a:lnTo>
                      <a:pt x="116" y="181"/>
                    </a:lnTo>
                    <a:lnTo>
                      <a:pt x="114" y="181"/>
                    </a:lnTo>
                    <a:lnTo>
                      <a:pt x="114" y="181"/>
                    </a:lnTo>
                    <a:lnTo>
                      <a:pt x="116" y="181"/>
                    </a:lnTo>
                    <a:lnTo>
                      <a:pt x="116" y="181"/>
                    </a:lnTo>
                    <a:lnTo>
                      <a:pt x="118" y="181"/>
                    </a:lnTo>
                    <a:lnTo>
                      <a:pt x="118" y="178"/>
                    </a:lnTo>
                    <a:lnTo>
                      <a:pt x="118" y="178"/>
                    </a:lnTo>
                    <a:lnTo>
                      <a:pt x="118" y="178"/>
                    </a:lnTo>
                    <a:lnTo>
                      <a:pt x="118" y="178"/>
                    </a:lnTo>
                    <a:lnTo>
                      <a:pt x="118" y="176"/>
                    </a:lnTo>
                    <a:lnTo>
                      <a:pt x="118" y="176"/>
                    </a:lnTo>
                    <a:lnTo>
                      <a:pt x="118" y="173"/>
                    </a:lnTo>
                    <a:lnTo>
                      <a:pt x="118" y="173"/>
                    </a:lnTo>
                    <a:lnTo>
                      <a:pt x="118" y="171"/>
                    </a:lnTo>
                    <a:lnTo>
                      <a:pt x="118" y="171"/>
                    </a:lnTo>
                    <a:lnTo>
                      <a:pt x="118" y="171"/>
                    </a:lnTo>
                    <a:lnTo>
                      <a:pt x="116" y="171"/>
                    </a:lnTo>
                    <a:lnTo>
                      <a:pt x="116" y="171"/>
                    </a:lnTo>
                    <a:lnTo>
                      <a:pt x="114" y="171"/>
                    </a:lnTo>
                    <a:lnTo>
                      <a:pt x="114" y="171"/>
                    </a:lnTo>
                    <a:lnTo>
                      <a:pt x="114" y="169"/>
                    </a:lnTo>
                    <a:lnTo>
                      <a:pt x="114" y="169"/>
                    </a:lnTo>
                    <a:lnTo>
                      <a:pt x="114" y="169"/>
                    </a:lnTo>
                    <a:lnTo>
                      <a:pt x="114" y="169"/>
                    </a:lnTo>
                    <a:lnTo>
                      <a:pt x="114" y="166"/>
                    </a:lnTo>
                    <a:lnTo>
                      <a:pt x="114" y="166"/>
                    </a:lnTo>
                    <a:lnTo>
                      <a:pt x="114" y="164"/>
                    </a:lnTo>
                    <a:lnTo>
                      <a:pt x="114" y="164"/>
                    </a:lnTo>
                    <a:lnTo>
                      <a:pt x="111" y="164"/>
                    </a:lnTo>
                    <a:lnTo>
                      <a:pt x="111" y="164"/>
                    </a:lnTo>
                    <a:lnTo>
                      <a:pt x="111" y="164"/>
                    </a:lnTo>
                    <a:lnTo>
                      <a:pt x="109" y="164"/>
                    </a:lnTo>
                    <a:lnTo>
                      <a:pt x="109" y="164"/>
                    </a:lnTo>
                    <a:lnTo>
                      <a:pt x="109" y="162"/>
                    </a:lnTo>
                    <a:lnTo>
                      <a:pt x="107" y="162"/>
                    </a:lnTo>
                    <a:lnTo>
                      <a:pt x="107" y="162"/>
                    </a:lnTo>
                    <a:lnTo>
                      <a:pt x="107" y="162"/>
                    </a:lnTo>
                    <a:lnTo>
                      <a:pt x="107" y="162"/>
                    </a:lnTo>
                    <a:lnTo>
                      <a:pt x="107" y="159"/>
                    </a:lnTo>
                    <a:lnTo>
                      <a:pt x="104" y="159"/>
                    </a:lnTo>
                    <a:lnTo>
                      <a:pt x="104" y="159"/>
                    </a:lnTo>
                    <a:lnTo>
                      <a:pt x="104" y="159"/>
                    </a:lnTo>
                    <a:lnTo>
                      <a:pt x="104" y="157"/>
                    </a:lnTo>
                    <a:lnTo>
                      <a:pt x="104" y="157"/>
                    </a:lnTo>
                    <a:lnTo>
                      <a:pt x="104" y="157"/>
                    </a:lnTo>
                    <a:lnTo>
                      <a:pt x="102" y="157"/>
                    </a:lnTo>
                    <a:lnTo>
                      <a:pt x="102" y="154"/>
                    </a:lnTo>
                    <a:lnTo>
                      <a:pt x="102" y="154"/>
                    </a:lnTo>
                    <a:lnTo>
                      <a:pt x="102" y="154"/>
                    </a:lnTo>
                    <a:lnTo>
                      <a:pt x="102" y="152"/>
                    </a:lnTo>
                    <a:lnTo>
                      <a:pt x="102" y="152"/>
                    </a:lnTo>
                    <a:lnTo>
                      <a:pt x="100" y="152"/>
                    </a:lnTo>
                    <a:lnTo>
                      <a:pt x="100" y="152"/>
                    </a:lnTo>
                    <a:lnTo>
                      <a:pt x="100" y="152"/>
                    </a:lnTo>
                    <a:lnTo>
                      <a:pt x="100" y="150"/>
                    </a:lnTo>
                    <a:lnTo>
                      <a:pt x="100" y="150"/>
                    </a:lnTo>
                    <a:lnTo>
                      <a:pt x="100" y="150"/>
                    </a:lnTo>
                    <a:lnTo>
                      <a:pt x="100" y="147"/>
                    </a:lnTo>
                    <a:lnTo>
                      <a:pt x="100" y="147"/>
                    </a:lnTo>
                    <a:lnTo>
                      <a:pt x="100" y="147"/>
                    </a:lnTo>
                    <a:lnTo>
                      <a:pt x="100" y="145"/>
                    </a:lnTo>
                    <a:lnTo>
                      <a:pt x="100" y="145"/>
                    </a:lnTo>
                    <a:lnTo>
                      <a:pt x="100" y="145"/>
                    </a:lnTo>
                    <a:lnTo>
                      <a:pt x="100" y="143"/>
                    </a:lnTo>
                    <a:lnTo>
                      <a:pt x="100" y="143"/>
                    </a:lnTo>
                    <a:lnTo>
                      <a:pt x="100" y="140"/>
                    </a:lnTo>
                    <a:lnTo>
                      <a:pt x="100" y="140"/>
                    </a:lnTo>
                    <a:lnTo>
                      <a:pt x="100" y="140"/>
                    </a:lnTo>
                    <a:lnTo>
                      <a:pt x="100" y="138"/>
                    </a:lnTo>
                    <a:lnTo>
                      <a:pt x="100" y="138"/>
                    </a:lnTo>
                    <a:lnTo>
                      <a:pt x="100" y="138"/>
                    </a:lnTo>
                    <a:lnTo>
                      <a:pt x="100" y="135"/>
                    </a:lnTo>
                    <a:lnTo>
                      <a:pt x="100" y="135"/>
                    </a:lnTo>
                    <a:lnTo>
                      <a:pt x="100" y="133"/>
                    </a:lnTo>
                    <a:lnTo>
                      <a:pt x="102" y="133"/>
                    </a:lnTo>
                    <a:lnTo>
                      <a:pt x="102" y="133"/>
                    </a:lnTo>
                    <a:lnTo>
                      <a:pt x="102" y="131"/>
                    </a:lnTo>
                    <a:lnTo>
                      <a:pt x="102" y="131"/>
                    </a:lnTo>
                    <a:lnTo>
                      <a:pt x="100" y="131"/>
                    </a:lnTo>
                    <a:lnTo>
                      <a:pt x="100" y="128"/>
                    </a:lnTo>
                    <a:lnTo>
                      <a:pt x="100" y="128"/>
                    </a:lnTo>
                    <a:lnTo>
                      <a:pt x="100" y="128"/>
                    </a:lnTo>
                    <a:lnTo>
                      <a:pt x="100" y="128"/>
                    </a:lnTo>
                    <a:lnTo>
                      <a:pt x="100" y="126"/>
                    </a:lnTo>
                    <a:lnTo>
                      <a:pt x="100" y="126"/>
                    </a:lnTo>
                    <a:lnTo>
                      <a:pt x="100" y="126"/>
                    </a:lnTo>
                    <a:lnTo>
                      <a:pt x="97" y="126"/>
                    </a:lnTo>
                    <a:lnTo>
                      <a:pt x="97" y="124"/>
                    </a:lnTo>
                    <a:lnTo>
                      <a:pt x="97" y="124"/>
                    </a:lnTo>
                    <a:lnTo>
                      <a:pt x="95" y="124"/>
                    </a:lnTo>
                    <a:lnTo>
                      <a:pt x="95" y="124"/>
                    </a:lnTo>
                    <a:lnTo>
                      <a:pt x="95" y="124"/>
                    </a:lnTo>
                    <a:lnTo>
                      <a:pt x="95" y="124"/>
                    </a:lnTo>
                    <a:lnTo>
                      <a:pt x="95" y="121"/>
                    </a:lnTo>
                    <a:lnTo>
                      <a:pt x="92" y="121"/>
                    </a:lnTo>
                    <a:lnTo>
                      <a:pt x="92" y="121"/>
                    </a:lnTo>
                    <a:lnTo>
                      <a:pt x="92" y="121"/>
                    </a:lnTo>
                    <a:lnTo>
                      <a:pt x="92" y="119"/>
                    </a:lnTo>
                    <a:lnTo>
                      <a:pt x="92" y="119"/>
                    </a:lnTo>
                    <a:lnTo>
                      <a:pt x="92" y="119"/>
                    </a:lnTo>
                    <a:lnTo>
                      <a:pt x="92" y="119"/>
                    </a:lnTo>
                    <a:lnTo>
                      <a:pt x="90" y="119"/>
                    </a:lnTo>
                    <a:lnTo>
                      <a:pt x="90" y="119"/>
                    </a:lnTo>
                    <a:lnTo>
                      <a:pt x="90" y="117"/>
                    </a:lnTo>
                    <a:lnTo>
                      <a:pt x="88" y="117"/>
                    </a:lnTo>
                    <a:lnTo>
                      <a:pt x="88" y="117"/>
                    </a:lnTo>
                    <a:lnTo>
                      <a:pt x="88" y="114"/>
                    </a:lnTo>
                    <a:lnTo>
                      <a:pt x="88" y="114"/>
                    </a:lnTo>
                    <a:lnTo>
                      <a:pt x="88" y="114"/>
                    </a:lnTo>
                    <a:lnTo>
                      <a:pt x="88" y="112"/>
                    </a:lnTo>
                    <a:lnTo>
                      <a:pt x="88" y="112"/>
                    </a:lnTo>
                    <a:lnTo>
                      <a:pt x="88" y="112"/>
                    </a:lnTo>
                    <a:lnTo>
                      <a:pt x="85" y="112"/>
                    </a:lnTo>
                    <a:lnTo>
                      <a:pt x="85" y="109"/>
                    </a:lnTo>
                    <a:lnTo>
                      <a:pt x="85" y="109"/>
                    </a:lnTo>
                    <a:lnTo>
                      <a:pt x="85" y="109"/>
                    </a:lnTo>
                    <a:lnTo>
                      <a:pt x="85" y="109"/>
                    </a:lnTo>
                    <a:lnTo>
                      <a:pt x="85" y="109"/>
                    </a:lnTo>
                    <a:lnTo>
                      <a:pt x="85" y="107"/>
                    </a:lnTo>
                    <a:lnTo>
                      <a:pt x="85" y="107"/>
                    </a:lnTo>
                    <a:lnTo>
                      <a:pt x="83" y="107"/>
                    </a:lnTo>
                    <a:lnTo>
                      <a:pt x="83" y="105"/>
                    </a:lnTo>
                    <a:lnTo>
                      <a:pt x="83" y="105"/>
                    </a:lnTo>
                    <a:lnTo>
                      <a:pt x="81" y="105"/>
                    </a:lnTo>
                    <a:lnTo>
                      <a:pt x="81" y="107"/>
                    </a:lnTo>
                    <a:lnTo>
                      <a:pt x="81" y="107"/>
                    </a:lnTo>
                    <a:lnTo>
                      <a:pt x="81" y="107"/>
                    </a:lnTo>
                    <a:lnTo>
                      <a:pt x="81" y="105"/>
                    </a:lnTo>
                    <a:lnTo>
                      <a:pt x="78" y="105"/>
                    </a:lnTo>
                    <a:lnTo>
                      <a:pt x="78" y="105"/>
                    </a:lnTo>
                    <a:lnTo>
                      <a:pt x="78" y="105"/>
                    </a:lnTo>
                    <a:lnTo>
                      <a:pt x="78" y="105"/>
                    </a:lnTo>
                    <a:lnTo>
                      <a:pt x="76" y="105"/>
                    </a:lnTo>
                    <a:lnTo>
                      <a:pt x="76" y="105"/>
                    </a:lnTo>
                    <a:lnTo>
                      <a:pt x="76" y="102"/>
                    </a:lnTo>
                    <a:lnTo>
                      <a:pt x="74" y="102"/>
                    </a:lnTo>
                    <a:lnTo>
                      <a:pt x="74" y="102"/>
                    </a:lnTo>
                    <a:lnTo>
                      <a:pt x="74" y="102"/>
                    </a:lnTo>
                    <a:lnTo>
                      <a:pt x="71" y="102"/>
                    </a:lnTo>
                    <a:lnTo>
                      <a:pt x="71" y="102"/>
                    </a:lnTo>
                    <a:lnTo>
                      <a:pt x="71" y="102"/>
                    </a:lnTo>
                    <a:lnTo>
                      <a:pt x="69" y="102"/>
                    </a:lnTo>
                    <a:lnTo>
                      <a:pt x="69" y="102"/>
                    </a:lnTo>
                    <a:lnTo>
                      <a:pt x="69" y="102"/>
                    </a:lnTo>
                    <a:lnTo>
                      <a:pt x="69" y="102"/>
                    </a:lnTo>
                    <a:lnTo>
                      <a:pt x="66" y="102"/>
                    </a:lnTo>
                    <a:lnTo>
                      <a:pt x="66" y="105"/>
                    </a:lnTo>
                    <a:lnTo>
                      <a:pt x="66" y="105"/>
                    </a:lnTo>
                    <a:lnTo>
                      <a:pt x="69" y="105"/>
                    </a:lnTo>
                    <a:lnTo>
                      <a:pt x="69" y="107"/>
                    </a:lnTo>
                    <a:lnTo>
                      <a:pt x="66" y="107"/>
                    </a:lnTo>
                    <a:lnTo>
                      <a:pt x="66" y="107"/>
                    </a:lnTo>
                    <a:lnTo>
                      <a:pt x="66" y="107"/>
                    </a:lnTo>
                    <a:lnTo>
                      <a:pt x="66" y="107"/>
                    </a:lnTo>
                    <a:lnTo>
                      <a:pt x="66" y="109"/>
                    </a:lnTo>
                    <a:lnTo>
                      <a:pt x="66" y="109"/>
                    </a:lnTo>
                    <a:lnTo>
                      <a:pt x="64" y="109"/>
                    </a:lnTo>
                    <a:lnTo>
                      <a:pt x="64" y="109"/>
                    </a:lnTo>
                    <a:lnTo>
                      <a:pt x="64" y="109"/>
                    </a:lnTo>
                    <a:lnTo>
                      <a:pt x="64" y="112"/>
                    </a:lnTo>
                    <a:lnTo>
                      <a:pt x="64" y="112"/>
                    </a:lnTo>
                    <a:lnTo>
                      <a:pt x="64" y="114"/>
                    </a:lnTo>
                    <a:lnTo>
                      <a:pt x="62" y="114"/>
                    </a:lnTo>
                    <a:lnTo>
                      <a:pt x="62" y="114"/>
                    </a:lnTo>
                    <a:lnTo>
                      <a:pt x="62" y="114"/>
                    </a:lnTo>
                    <a:lnTo>
                      <a:pt x="59" y="114"/>
                    </a:lnTo>
                    <a:lnTo>
                      <a:pt x="59" y="114"/>
                    </a:lnTo>
                    <a:lnTo>
                      <a:pt x="59" y="114"/>
                    </a:lnTo>
                    <a:lnTo>
                      <a:pt x="59" y="114"/>
                    </a:lnTo>
                    <a:lnTo>
                      <a:pt x="57" y="114"/>
                    </a:lnTo>
                    <a:lnTo>
                      <a:pt x="57" y="117"/>
                    </a:lnTo>
                    <a:lnTo>
                      <a:pt x="57" y="117"/>
                    </a:lnTo>
                    <a:lnTo>
                      <a:pt x="57" y="117"/>
                    </a:lnTo>
                    <a:lnTo>
                      <a:pt x="55" y="117"/>
                    </a:lnTo>
                    <a:lnTo>
                      <a:pt x="55" y="117"/>
                    </a:lnTo>
                    <a:lnTo>
                      <a:pt x="55" y="119"/>
                    </a:lnTo>
                    <a:lnTo>
                      <a:pt x="55" y="119"/>
                    </a:lnTo>
                    <a:lnTo>
                      <a:pt x="52" y="119"/>
                    </a:lnTo>
                    <a:lnTo>
                      <a:pt x="52" y="117"/>
                    </a:lnTo>
                    <a:lnTo>
                      <a:pt x="55" y="117"/>
                    </a:lnTo>
                    <a:lnTo>
                      <a:pt x="55" y="117"/>
                    </a:lnTo>
                    <a:lnTo>
                      <a:pt x="55" y="114"/>
                    </a:lnTo>
                    <a:lnTo>
                      <a:pt x="52" y="114"/>
                    </a:lnTo>
                    <a:lnTo>
                      <a:pt x="52" y="114"/>
                    </a:lnTo>
                    <a:lnTo>
                      <a:pt x="52" y="114"/>
                    </a:lnTo>
                    <a:lnTo>
                      <a:pt x="50" y="114"/>
                    </a:lnTo>
                    <a:lnTo>
                      <a:pt x="50" y="114"/>
                    </a:lnTo>
                    <a:lnTo>
                      <a:pt x="50" y="114"/>
                    </a:lnTo>
                    <a:lnTo>
                      <a:pt x="47" y="114"/>
                    </a:lnTo>
                    <a:lnTo>
                      <a:pt x="47" y="112"/>
                    </a:lnTo>
                    <a:lnTo>
                      <a:pt x="47" y="112"/>
                    </a:lnTo>
                    <a:lnTo>
                      <a:pt x="47" y="112"/>
                    </a:lnTo>
                    <a:lnTo>
                      <a:pt x="47" y="112"/>
                    </a:lnTo>
                    <a:lnTo>
                      <a:pt x="45" y="112"/>
                    </a:lnTo>
                    <a:lnTo>
                      <a:pt x="45" y="109"/>
                    </a:lnTo>
                    <a:lnTo>
                      <a:pt x="45" y="109"/>
                    </a:lnTo>
                    <a:lnTo>
                      <a:pt x="45" y="109"/>
                    </a:lnTo>
                    <a:lnTo>
                      <a:pt x="45" y="109"/>
                    </a:lnTo>
                    <a:lnTo>
                      <a:pt x="45" y="109"/>
                    </a:lnTo>
                    <a:lnTo>
                      <a:pt x="43" y="109"/>
                    </a:lnTo>
                    <a:lnTo>
                      <a:pt x="43" y="109"/>
                    </a:lnTo>
                    <a:lnTo>
                      <a:pt x="40" y="109"/>
                    </a:lnTo>
                    <a:lnTo>
                      <a:pt x="40" y="109"/>
                    </a:lnTo>
                    <a:lnTo>
                      <a:pt x="40" y="109"/>
                    </a:lnTo>
                    <a:lnTo>
                      <a:pt x="40" y="109"/>
                    </a:lnTo>
                    <a:lnTo>
                      <a:pt x="40" y="109"/>
                    </a:lnTo>
                    <a:lnTo>
                      <a:pt x="40" y="112"/>
                    </a:lnTo>
                    <a:lnTo>
                      <a:pt x="38" y="112"/>
                    </a:lnTo>
                    <a:lnTo>
                      <a:pt x="38" y="112"/>
                    </a:lnTo>
                    <a:lnTo>
                      <a:pt x="38" y="112"/>
                    </a:lnTo>
                    <a:lnTo>
                      <a:pt x="38" y="112"/>
                    </a:lnTo>
                    <a:lnTo>
                      <a:pt x="36" y="112"/>
                    </a:lnTo>
                    <a:lnTo>
                      <a:pt x="36" y="112"/>
                    </a:lnTo>
                    <a:lnTo>
                      <a:pt x="36" y="114"/>
                    </a:lnTo>
                    <a:lnTo>
                      <a:pt x="36" y="114"/>
                    </a:lnTo>
                    <a:lnTo>
                      <a:pt x="36" y="117"/>
                    </a:lnTo>
                    <a:lnTo>
                      <a:pt x="33" y="117"/>
                    </a:lnTo>
                    <a:lnTo>
                      <a:pt x="33" y="117"/>
                    </a:lnTo>
                    <a:lnTo>
                      <a:pt x="33" y="117"/>
                    </a:lnTo>
                    <a:lnTo>
                      <a:pt x="33" y="117"/>
                    </a:lnTo>
                    <a:lnTo>
                      <a:pt x="31" y="117"/>
                    </a:lnTo>
                    <a:lnTo>
                      <a:pt x="31" y="119"/>
                    </a:lnTo>
                    <a:lnTo>
                      <a:pt x="31" y="119"/>
                    </a:lnTo>
                    <a:lnTo>
                      <a:pt x="31" y="119"/>
                    </a:lnTo>
                    <a:lnTo>
                      <a:pt x="31" y="119"/>
                    </a:lnTo>
                    <a:lnTo>
                      <a:pt x="29" y="119"/>
                    </a:lnTo>
                    <a:lnTo>
                      <a:pt x="29" y="119"/>
                    </a:lnTo>
                    <a:lnTo>
                      <a:pt x="29" y="121"/>
                    </a:lnTo>
                    <a:lnTo>
                      <a:pt x="29" y="121"/>
                    </a:lnTo>
                    <a:lnTo>
                      <a:pt x="26" y="121"/>
                    </a:lnTo>
                    <a:lnTo>
                      <a:pt x="26" y="121"/>
                    </a:lnTo>
                    <a:lnTo>
                      <a:pt x="26" y="121"/>
                    </a:lnTo>
                    <a:lnTo>
                      <a:pt x="26" y="124"/>
                    </a:lnTo>
                    <a:lnTo>
                      <a:pt x="26" y="124"/>
                    </a:lnTo>
                    <a:lnTo>
                      <a:pt x="26" y="124"/>
                    </a:lnTo>
                    <a:lnTo>
                      <a:pt x="24" y="124"/>
                    </a:lnTo>
                    <a:lnTo>
                      <a:pt x="24" y="126"/>
                    </a:lnTo>
                    <a:lnTo>
                      <a:pt x="24" y="126"/>
                    </a:lnTo>
                    <a:lnTo>
                      <a:pt x="24" y="126"/>
                    </a:lnTo>
                    <a:lnTo>
                      <a:pt x="21" y="126"/>
                    </a:lnTo>
                    <a:lnTo>
                      <a:pt x="21" y="128"/>
                    </a:lnTo>
                    <a:lnTo>
                      <a:pt x="21" y="128"/>
                    </a:lnTo>
                    <a:lnTo>
                      <a:pt x="21" y="126"/>
                    </a:lnTo>
                    <a:lnTo>
                      <a:pt x="21" y="126"/>
                    </a:lnTo>
                    <a:lnTo>
                      <a:pt x="21" y="126"/>
                    </a:lnTo>
                    <a:lnTo>
                      <a:pt x="19" y="126"/>
                    </a:lnTo>
                    <a:lnTo>
                      <a:pt x="19" y="126"/>
                    </a:lnTo>
                    <a:lnTo>
                      <a:pt x="19" y="124"/>
                    </a:lnTo>
                    <a:lnTo>
                      <a:pt x="19" y="124"/>
                    </a:lnTo>
                    <a:lnTo>
                      <a:pt x="19" y="121"/>
                    </a:lnTo>
                    <a:lnTo>
                      <a:pt x="19" y="121"/>
                    </a:lnTo>
                    <a:lnTo>
                      <a:pt x="19" y="119"/>
                    </a:lnTo>
                    <a:lnTo>
                      <a:pt x="19" y="119"/>
                    </a:lnTo>
                    <a:lnTo>
                      <a:pt x="19" y="119"/>
                    </a:lnTo>
                    <a:lnTo>
                      <a:pt x="19" y="119"/>
                    </a:lnTo>
                    <a:lnTo>
                      <a:pt x="19" y="117"/>
                    </a:lnTo>
                    <a:lnTo>
                      <a:pt x="19" y="117"/>
                    </a:lnTo>
                    <a:lnTo>
                      <a:pt x="21" y="117"/>
                    </a:lnTo>
                    <a:lnTo>
                      <a:pt x="21" y="114"/>
                    </a:lnTo>
                    <a:lnTo>
                      <a:pt x="21" y="114"/>
                    </a:lnTo>
                    <a:lnTo>
                      <a:pt x="21" y="114"/>
                    </a:lnTo>
                    <a:lnTo>
                      <a:pt x="21" y="112"/>
                    </a:lnTo>
                    <a:lnTo>
                      <a:pt x="21" y="112"/>
                    </a:lnTo>
                    <a:lnTo>
                      <a:pt x="21" y="112"/>
                    </a:lnTo>
                    <a:lnTo>
                      <a:pt x="21" y="109"/>
                    </a:lnTo>
                    <a:lnTo>
                      <a:pt x="21" y="109"/>
                    </a:lnTo>
                    <a:lnTo>
                      <a:pt x="21" y="109"/>
                    </a:lnTo>
                    <a:lnTo>
                      <a:pt x="21" y="107"/>
                    </a:lnTo>
                    <a:lnTo>
                      <a:pt x="21" y="107"/>
                    </a:lnTo>
                    <a:lnTo>
                      <a:pt x="21" y="105"/>
                    </a:lnTo>
                    <a:lnTo>
                      <a:pt x="21" y="105"/>
                    </a:lnTo>
                    <a:lnTo>
                      <a:pt x="21" y="105"/>
                    </a:lnTo>
                    <a:lnTo>
                      <a:pt x="21" y="105"/>
                    </a:lnTo>
                    <a:lnTo>
                      <a:pt x="21" y="102"/>
                    </a:lnTo>
                    <a:lnTo>
                      <a:pt x="19" y="102"/>
                    </a:lnTo>
                    <a:lnTo>
                      <a:pt x="19" y="102"/>
                    </a:lnTo>
                    <a:lnTo>
                      <a:pt x="21" y="102"/>
                    </a:lnTo>
                    <a:lnTo>
                      <a:pt x="21" y="100"/>
                    </a:lnTo>
                    <a:lnTo>
                      <a:pt x="21" y="100"/>
                    </a:lnTo>
                    <a:lnTo>
                      <a:pt x="21" y="100"/>
                    </a:lnTo>
                    <a:lnTo>
                      <a:pt x="21" y="100"/>
                    </a:lnTo>
                    <a:lnTo>
                      <a:pt x="21" y="100"/>
                    </a:lnTo>
                    <a:lnTo>
                      <a:pt x="24" y="100"/>
                    </a:lnTo>
                    <a:lnTo>
                      <a:pt x="24" y="98"/>
                    </a:lnTo>
                    <a:lnTo>
                      <a:pt x="24" y="98"/>
                    </a:lnTo>
                    <a:lnTo>
                      <a:pt x="24" y="98"/>
                    </a:lnTo>
                    <a:lnTo>
                      <a:pt x="24" y="95"/>
                    </a:lnTo>
                    <a:lnTo>
                      <a:pt x="24" y="95"/>
                    </a:lnTo>
                    <a:lnTo>
                      <a:pt x="24" y="93"/>
                    </a:lnTo>
                    <a:lnTo>
                      <a:pt x="24" y="93"/>
                    </a:lnTo>
                    <a:lnTo>
                      <a:pt x="24" y="90"/>
                    </a:lnTo>
                    <a:lnTo>
                      <a:pt x="24" y="90"/>
                    </a:lnTo>
                    <a:lnTo>
                      <a:pt x="26" y="90"/>
                    </a:lnTo>
                    <a:lnTo>
                      <a:pt x="26" y="90"/>
                    </a:lnTo>
                    <a:lnTo>
                      <a:pt x="26" y="88"/>
                    </a:lnTo>
                    <a:lnTo>
                      <a:pt x="26" y="88"/>
                    </a:lnTo>
                    <a:lnTo>
                      <a:pt x="26" y="88"/>
                    </a:lnTo>
                    <a:lnTo>
                      <a:pt x="26" y="86"/>
                    </a:lnTo>
                    <a:lnTo>
                      <a:pt x="26" y="86"/>
                    </a:lnTo>
                    <a:lnTo>
                      <a:pt x="26" y="86"/>
                    </a:lnTo>
                    <a:lnTo>
                      <a:pt x="24" y="86"/>
                    </a:lnTo>
                    <a:lnTo>
                      <a:pt x="24" y="83"/>
                    </a:lnTo>
                    <a:lnTo>
                      <a:pt x="24" y="83"/>
                    </a:lnTo>
                    <a:lnTo>
                      <a:pt x="24" y="81"/>
                    </a:lnTo>
                    <a:lnTo>
                      <a:pt x="24" y="81"/>
                    </a:lnTo>
                    <a:lnTo>
                      <a:pt x="24" y="81"/>
                    </a:lnTo>
                    <a:lnTo>
                      <a:pt x="24" y="81"/>
                    </a:lnTo>
                    <a:lnTo>
                      <a:pt x="24" y="79"/>
                    </a:lnTo>
                    <a:lnTo>
                      <a:pt x="24" y="79"/>
                    </a:lnTo>
                    <a:lnTo>
                      <a:pt x="24" y="76"/>
                    </a:lnTo>
                    <a:lnTo>
                      <a:pt x="24" y="76"/>
                    </a:lnTo>
                    <a:lnTo>
                      <a:pt x="24" y="76"/>
                    </a:lnTo>
                    <a:lnTo>
                      <a:pt x="26" y="76"/>
                    </a:lnTo>
                    <a:lnTo>
                      <a:pt x="26" y="74"/>
                    </a:lnTo>
                    <a:lnTo>
                      <a:pt x="26" y="74"/>
                    </a:lnTo>
                    <a:lnTo>
                      <a:pt x="24" y="74"/>
                    </a:lnTo>
                    <a:lnTo>
                      <a:pt x="24" y="74"/>
                    </a:lnTo>
                    <a:lnTo>
                      <a:pt x="21" y="74"/>
                    </a:lnTo>
                    <a:lnTo>
                      <a:pt x="21" y="74"/>
                    </a:lnTo>
                    <a:lnTo>
                      <a:pt x="21" y="74"/>
                    </a:lnTo>
                    <a:lnTo>
                      <a:pt x="21" y="71"/>
                    </a:lnTo>
                    <a:lnTo>
                      <a:pt x="19" y="71"/>
                    </a:lnTo>
                    <a:lnTo>
                      <a:pt x="19" y="71"/>
                    </a:lnTo>
                    <a:lnTo>
                      <a:pt x="19" y="71"/>
                    </a:lnTo>
                    <a:lnTo>
                      <a:pt x="17" y="71"/>
                    </a:lnTo>
                    <a:lnTo>
                      <a:pt x="17" y="71"/>
                    </a:lnTo>
                    <a:lnTo>
                      <a:pt x="17" y="74"/>
                    </a:lnTo>
                    <a:lnTo>
                      <a:pt x="14" y="74"/>
                    </a:lnTo>
                    <a:lnTo>
                      <a:pt x="14" y="74"/>
                    </a:lnTo>
                    <a:lnTo>
                      <a:pt x="14" y="74"/>
                    </a:lnTo>
                    <a:lnTo>
                      <a:pt x="14" y="76"/>
                    </a:lnTo>
                    <a:lnTo>
                      <a:pt x="14" y="76"/>
                    </a:lnTo>
                    <a:lnTo>
                      <a:pt x="14" y="74"/>
                    </a:lnTo>
                    <a:lnTo>
                      <a:pt x="12" y="74"/>
                    </a:lnTo>
                    <a:lnTo>
                      <a:pt x="12" y="74"/>
                    </a:lnTo>
                    <a:lnTo>
                      <a:pt x="12" y="74"/>
                    </a:lnTo>
                    <a:lnTo>
                      <a:pt x="10" y="74"/>
                    </a:lnTo>
                    <a:lnTo>
                      <a:pt x="10" y="76"/>
                    </a:lnTo>
                    <a:lnTo>
                      <a:pt x="10" y="76"/>
                    </a:lnTo>
                    <a:lnTo>
                      <a:pt x="10" y="74"/>
                    </a:lnTo>
                    <a:lnTo>
                      <a:pt x="7" y="74"/>
                    </a:lnTo>
                    <a:lnTo>
                      <a:pt x="7" y="74"/>
                    </a:lnTo>
                    <a:lnTo>
                      <a:pt x="7" y="71"/>
                    </a:lnTo>
                    <a:lnTo>
                      <a:pt x="7" y="71"/>
                    </a:lnTo>
                    <a:lnTo>
                      <a:pt x="7" y="71"/>
                    </a:lnTo>
                    <a:lnTo>
                      <a:pt x="7" y="71"/>
                    </a:lnTo>
                    <a:lnTo>
                      <a:pt x="7" y="71"/>
                    </a:lnTo>
                    <a:lnTo>
                      <a:pt x="7" y="69"/>
                    </a:lnTo>
                    <a:lnTo>
                      <a:pt x="7" y="69"/>
                    </a:lnTo>
                    <a:lnTo>
                      <a:pt x="7" y="69"/>
                    </a:lnTo>
                    <a:lnTo>
                      <a:pt x="7" y="67"/>
                    </a:lnTo>
                    <a:lnTo>
                      <a:pt x="7" y="67"/>
                    </a:lnTo>
                    <a:lnTo>
                      <a:pt x="7" y="67"/>
                    </a:lnTo>
                    <a:lnTo>
                      <a:pt x="7" y="64"/>
                    </a:lnTo>
                    <a:lnTo>
                      <a:pt x="10" y="64"/>
                    </a:lnTo>
                    <a:lnTo>
                      <a:pt x="10" y="64"/>
                    </a:lnTo>
                    <a:lnTo>
                      <a:pt x="10" y="62"/>
                    </a:lnTo>
                    <a:lnTo>
                      <a:pt x="10" y="62"/>
                    </a:lnTo>
                    <a:lnTo>
                      <a:pt x="10" y="60"/>
                    </a:lnTo>
                    <a:lnTo>
                      <a:pt x="10" y="60"/>
                    </a:lnTo>
                    <a:lnTo>
                      <a:pt x="10" y="60"/>
                    </a:lnTo>
                    <a:lnTo>
                      <a:pt x="10" y="60"/>
                    </a:lnTo>
                    <a:lnTo>
                      <a:pt x="10" y="60"/>
                    </a:lnTo>
                    <a:lnTo>
                      <a:pt x="7" y="60"/>
                    </a:lnTo>
                    <a:lnTo>
                      <a:pt x="7" y="60"/>
                    </a:lnTo>
                    <a:lnTo>
                      <a:pt x="7" y="57"/>
                    </a:lnTo>
                    <a:lnTo>
                      <a:pt x="7" y="57"/>
                    </a:lnTo>
                    <a:lnTo>
                      <a:pt x="7" y="57"/>
                    </a:lnTo>
                    <a:lnTo>
                      <a:pt x="7" y="55"/>
                    </a:lnTo>
                    <a:lnTo>
                      <a:pt x="5" y="55"/>
                    </a:lnTo>
                    <a:lnTo>
                      <a:pt x="5" y="55"/>
                    </a:lnTo>
                    <a:lnTo>
                      <a:pt x="5" y="53"/>
                    </a:lnTo>
                    <a:lnTo>
                      <a:pt x="5" y="53"/>
                    </a:lnTo>
                    <a:lnTo>
                      <a:pt x="5" y="53"/>
                    </a:lnTo>
                    <a:lnTo>
                      <a:pt x="2" y="53"/>
                    </a:lnTo>
                    <a:lnTo>
                      <a:pt x="2" y="55"/>
                    </a:lnTo>
                    <a:lnTo>
                      <a:pt x="2" y="55"/>
                    </a:lnTo>
                    <a:lnTo>
                      <a:pt x="2" y="55"/>
                    </a:lnTo>
                    <a:lnTo>
                      <a:pt x="0" y="55"/>
                    </a:lnTo>
                    <a:lnTo>
                      <a:pt x="0" y="57"/>
                    </a:lnTo>
                    <a:lnTo>
                      <a:pt x="0" y="57"/>
                    </a:lnTo>
                    <a:lnTo>
                      <a:pt x="0" y="57"/>
                    </a:lnTo>
                    <a:lnTo>
                      <a:pt x="0" y="55"/>
                    </a:lnTo>
                    <a:lnTo>
                      <a:pt x="0" y="55"/>
                    </a:lnTo>
                    <a:lnTo>
                      <a:pt x="0" y="53"/>
                    </a:lnTo>
                    <a:lnTo>
                      <a:pt x="0" y="53"/>
                    </a:lnTo>
                    <a:lnTo>
                      <a:pt x="0" y="53"/>
                    </a:lnTo>
                    <a:lnTo>
                      <a:pt x="0" y="50"/>
                    </a:lnTo>
                    <a:lnTo>
                      <a:pt x="0" y="50"/>
                    </a:lnTo>
                    <a:lnTo>
                      <a:pt x="0" y="50"/>
                    </a:lnTo>
                    <a:lnTo>
                      <a:pt x="0" y="50"/>
                    </a:lnTo>
                    <a:lnTo>
                      <a:pt x="0" y="48"/>
                    </a:lnTo>
                    <a:lnTo>
                      <a:pt x="0" y="48"/>
                    </a:lnTo>
                    <a:lnTo>
                      <a:pt x="2" y="48"/>
                    </a:lnTo>
                    <a:lnTo>
                      <a:pt x="2" y="45"/>
                    </a:lnTo>
                    <a:lnTo>
                      <a:pt x="2" y="45"/>
                    </a:lnTo>
                    <a:lnTo>
                      <a:pt x="2" y="45"/>
                    </a:lnTo>
                    <a:lnTo>
                      <a:pt x="2" y="43"/>
                    </a:lnTo>
                    <a:lnTo>
                      <a:pt x="5" y="43"/>
                    </a:lnTo>
                    <a:lnTo>
                      <a:pt x="5" y="43"/>
                    </a:lnTo>
                    <a:lnTo>
                      <a:pt x="5" y="43"/>
                    </a:lnTo>
                    <a:lnTo>
                      <a:pt x="5" y="43"/>
                    </a:lnTo>
                    <a:lnTo>
                      <a:pt x="5" y="41"/>
                    </a:lnTo>
                    <a:lnTo>
                      <a:pt x="7" y="41"/>
                    </a:lnTo>
                    <a:lnTo>
                      <a:pt x="7" y="41"/>
                    </a:lnTo>
                    <a:lnTo>
                      <a:pt x="7" y="41"/>
                    </a:lnTo>
                    <a:lnTo>
                      <a:pt x="7" y="43"/>
                    </a:lnTo>
                    <a:lnTo>
                      <a:pt x="10" y="43"/>
                    </a:lnTo>
                    <a:lnTo>
                      <a:pt x="10" y="41"/>
                    </a:lnTo>
                    <a:lnTo>
                      <a:pt x="10" y="41"/>
                    </a:lnTo>
                    <a:lnTo>
                      <a:pt x="12" y="41"/>
                    </a:lnTo>
                    <a:lnTo>
                      <a:pt x="12" y="41"/>
                    </a:lnTo>
                    <a:lnTo>
                      <a:pt x="10" y="41"/>
                    </a:lnTo>
                    <a:lnTo>
                      <a:pt x="10" y="41"/>
                    </a:lnTo>
                    <a:lnTo>
                      <a:pt x="7" y="41"/>
                    </a:lnTo>
                    <a:lnTo>
                      <a:pt x="7" y="41"/>
                    </a:lnTo>
                    <a:lnTo>
                      <a:pt x="10" y="41"/>
                    </a:lnTo>
                    <a:lnTo>
                      <a:pt x="10" y="38"/>
                    </a:lnTo>
                    <a:lnTo>
                      <a:pt x="10" y="38"/>
                    </a:lnTo>
                    <a:lnTo>
                      <a:pt x="10" y="36"/>
                    </a:lnTo>
                    <a:lnTo>
                      <a:pt x="10" y="36"/>
                    </a:lnTo>
                    <a:lnTo>
                      <a:pt x="12" y="36"/>
                    </a:lnTo>
                    <a:lnTo>
                      <a:pt x="12" y="36"/>
                    </a:lnTo>
                    <a:lnTo>
                      <a:pt x="12" y="36"/>
                    </a:lnTo>
                    <a:lnTo>
                      <a:pt x="12" y="34"/>
                    </a:lnTo>
                    <a:lnTo>
                      <a:pt x="12" y="34"/>
                    </a:lnTo>
                    <a:lnTo>
                      <a:pt x="12" y="34"/>
                    </a:lnTo>
                    <a:lnTo>
                      <a:pt x="12" y="31"/>
                    </a:lnTo>
                    <a:lnTo>
                      <a:pt x="12" y="31"/>
                    </a:lnTo>
                    <a:lnTo>
                      <a:pt x="12" y="31"/>
                    </a:lnTo>
                    <a:lnTo>
                      <a:pt x="14" y="31"/>
                    </a:lnTo>
                    <a:lnTo>
                      <a:pt x="14" y="31"/>
                    </a:lnTo>
                    <a:lnTo>
                      <a:pt x="14" y="31"/>
                    </a:lnTo>
                    <a:lnTo>
                      <a:pt x="17" y="31"/>
                    </a:lnTo>
                    <a:lnTo>
                      <a:pt x="17" y="29"/>
                    </a:lnTo>
                    <a:lnTo>
                      <a:pt x="17" y="29"/>
                    </a:lnTo>
                    <a:lnTo>
                      <a:pt x="17" y="29"/>
                    </a:lnTo>
                    <a:lnTo>
                      <a:pt x="19" y="29"/>
                    </a:lnTo>
                    <a:lnTo>
                      <a:pt x="19" y="29"/>
                    </a:lnTo>
                    <a:lnTo>
                      <a:pt x="19" y="26"/>
                    </a:lnTo>
                    <a:lnTo>
                      <a:pt x="19" y="26"/>
                    </a:lnTo>
                    <a:lnTo>
                      <a:pt x="19" y="26"/>
                    </a:lnTo>
                    <a:lnTo>
                      <a:pt x="21" y="26"/>
                    </a:lnTo>
                    <a:lnTo>
                      <a:pt x="21" y="26"/>
                    </a:lnTo>
                    <a:lnTo>
                      <a:pt x="21" y="24"/>
                    </a:lnTo>
                    <a:lnTo>
                      <a:pt x="21" y="24"/>
                    </a:lnTo>
                    <a:lnTo>
                      <a:pt x="21" y="24"/>
                    </a:lnTo>
                    <a:lnTo>
                      <a:pt x="24" y="24"/>
                    </a:lnTo>
                    <a:lnTo>
                      <a:pt x="24" y="24"/>
                    </a:lnTo>
                    <a:lnTo>
                      <a:pt x="24" y="26"/>
                    </a:lnTo>
                    <a:lnTo>
                      <a:pt x="24" y="26"/>
                    </a:lnTo>
                    <a:lnTo>
                      <a:pt x="24" y="26"/>
                    </a:lnTo>
                    <a:lnTo>
                      <a:pt x="24" y="29"/>
                    </a:lnTo>
                    <a:lnTo>
                      <a:pt x="24" y="29"/>
                    </a:lnTo>
                    <a:lnTo>
                      <a:pt x="24" y="31"/>
                    </a:lnTo>
                    <a:lnTo>
                      <a:pt x="24" y="31"/>
                    </a:lnTo>
                    <a:lnTo>
                      <a:pt x="24" y="31"/>
                    </a:lnTo>
                    <a:lnTo>
                      <a:pt x="26" y="31"/>
                    </a:lnTo>
                    <a:lnTo>
                      <a:pt x="26" y="34"/>
                    </a:lnTo>
                    <a:lnTo>
                      <a:pt x="26" y="34"/>
                    </a:lnTo>
                    <a:lnTo>
                      <a:pt x="26" y="31"/>
                    </a:lnTo>
                    <a:lnTo>
                      <a:pt x="26" y="31"/>
                    </a:lnTo>
                    <a:lnTo>
                      <a:pt x="29" y="31"/>
                    </a:lnTo>
                    <a:lnTo>
                      <a:pt x="29" y="31"/>
                    </a:lnTo>
                    <a:lnTo>
                      <a:pt x="29" y="31"/>
                    </a:lnTo>
                    <a:lnTo>
                      <a:pt x="29" y="31"/>
                    </a:lnTo>
                    <a:lnTo>
                      <a:pt x="31" y="31"/>
                    </a:lnTo>
                    <a:lnTo>
                      <a:pt x="31" y="31"/>
                    </a:lnTo>
                    <a:lnTo>
                      <a:pt x="31" y="31"/>
                    </a:lnTo>
                    <a:lnTo>
                      <a:pt x="33" y="31"/>
                    </a:lnTo>
                    <a:lnTo>
                      <a:pt x="33" y="31"/>
                    </a:lnTo>
                    <a:lnTo>
                      <a:pt x="33" y="34"/>
                    </a:lnTo>
                    <a:lnTo>
                      <a:pt x="33" y="34"/>
                    </a:lnTo>
                    <a:lnTo>
                      <a:pt x="33" y="34"/>
                    </a:lnTo>
                    <a:lnTo>
                      <a:pt x="36" y="34"/>
                    </a:lnTo>
                    <a:lnTo>
                      <a:pt x="36" y="34"/>
                    </a:lnTo>
                    <a:lnTo>
                      <a:pt x="36" y="34"/>
                    </a:lnTo>
                    <a:lnTo>
                      <a:pt x="36" y="31"/>
                    </a:lnTo>
                    <a:lnTo>
                      <a:pt x="38" y="31"/>
                    </a:lnTo>
                    <a:lnTo>
                      <a:pt x="38" y="31"/>
                    </a:lnTo>
                    <a:lnTo>
                      <a:pt x="38" y="31"/>
                    </a:lnTo>
                    <a:lnTo>
                      <a:pt x="36" y="31"/>
                    </a:lnTo>
                    <a:lnTo>
                      <a:pt x="36" y="31"/>
                    </a:lnTo>
                    <a:lnTo>
                      <a:pt x="36" y="29"/>
                    </a:lnTo>
                    <a:lnTo>
                      <a:pt x="36" y="29"/>
                    </a:lnTo>
                    <a:lnTo>
                      <a:pt x="36" y="26"/>
                    </a:lnTo>
                    <a:lnTo>
                      <a:pt x="36" y="26"/>
                    </a:lnTo>
                    <a:lnTo>
                      <a:pt x="36" y="24"/>
                    </a:lnTo>
                    <a:lnTo>
                      <a:pt x="36" y="24"/>
                    </a:lnTo>
                    <a:lnTo>
                      <a:pt x="36" y="24"/>
                    </a:lnTo>
                    <a:lnTo>
                      <a:pt x="36" y="24"/>
                    </a:lnTo>
                    <a:lnTo>
                      <a:pt x="36" y="22"/>
                    </a:lnTo>
                    <a:lnTo>
                      <a:pt x="36" y="22"/>
                    </a:lnTo>
                    <a:lnTo>
                      <a:pt x="38" y="22"/>
                    </a:lnTo>
                    <a:lnTo>
                      <a:pt x="38" y="22"/>
                    </a:lnTo>
                    <a:lnTo>
                      <a:pt x="36" y="22"/>
                    </a:lnTo>
                    <a:lnTo>
                      <a:pt x="36" y="22"/>
                    </a:lnTo>
                    <a:lnTo>
                      <a:pt x="36" y="22"/>
                    </a:lnTo>
                    <a:lnTo>
                      <a:pt x="36" y="19"/>
                    </a:lnTo>
                    <a:lnTo>
                      <a:pt x="36" y="19"/>
                    </a:lnTo>
                    <a:lnTo>
                      <a:pt x="36" y="17"/>
                    </a:lnTo>
                    <a:lnTo>
                      <a:pt x="36" y="17"/>
                    </a:lnTo>
                    <a:lnTo>
                      <a:pt x="36" y="17"/>
                    </a:lnTo>
                    <a:lnTo>
                      <a:pt x="36" y="17"/>
                    </a:lnTo>
                    <a:lnTo>
                      <a:pt x="36" y="15"/>
                    </a:lnTo>
                    <a:lnTo>
                      <a:pt x="33" y="15"/>
                    </a:lnTo>
                    <a:lnTo>
                      <a:pt x="33" y="15"/>
                    </a:lnTo>
                    <a:lnTo>
                      <a:pt x="33" y="12"/>
                    </a:lnTo>
                    <a:lnTo>
                      <a:pt x="33" y="12"/>
                    </a:lnTo>
                    <a:lnTo>
                      <a:pt x="33" y="12"/>
                    </a:lnTo>
                    <a:lnTo>
                      <a:pt x="33" y="12"/>
                    </a:lnTo>
                    <a:lnTo>
                      <a:pt x="33" y="10"/>
                    </a:lnTo>
                    <a:lnTo>
                      <a:pt x="33" y="10"/>
                    </a:lnTo>
                    <a:lnTo>
                      <a:pt x="31" y="10"/>
                    </a:lnTo>
                    <a:lnTo>
                      <a:pt x="31" y="10"/>
                    </a:lnTo>
                    <a:lnTo>
                      <a:pt x="31" y="8"/>
                    </a:lnTo>
                    <a:lnTo>
                      <a:pt x="31" y="8"/>
                    </a:lnTo>
                    <a:lnTo>
                      <a:pt x="31" y="8"/>
                    </a:lnTo>
                    <a:lnTo>
                      <a:pt x="31" y="5"/>
                    </a:lnTo>
                    <a:lnTo>
                      <a:pt x="31" y="5"/>
                    </a:lnTo>
                    <a:lnTo>
                      <a:pt x="31" y="5"/>
                    </a:lnTo>
                    <a:lnTo>
                      <a:pt x="33" y="5"/>
                    </a:lnTo>
                    <a:lnTo>
                      <a:pt x="33" y="3"/>
                    </a:lnTo>
                    <a:lnTo>
                      <a:pt x="33" y="3"/>
                    </a:lnTo>
                    <a:lnTo>
                      <a:pt x="33" y="3"/>
                    </a:lnTo>
                    <a:lnTo>
                      <a:pt x="33" y="0"/>
                    </a:lnTo>
                    <a:lnTo>
                      <a:pt x="33" y="0"/>
                    </a:lnTo>
                    <a:lnTo>
                      <a:pt x="33" y="0"/>
                    </a:lnTo>
                    <a:lnTo>
                      <a:pt x="33" y="0"/>
                    </a:lnTo>
                    <a:lnTo>
                      <a:pt x="36" y="0"/>
                    </a:lnTo>
                    <a:lnTo>
                      <a:pt x="36" y="0"/>
                    </a:lnTo>
                    <a:lnTo>
                      <a:pt x="36" y="0"/>
                    </a:lnTo>
                    <a:lnTo>
                      <a:pt x="38" y="0"/>
                    </a:lnTo>
                    <a:lnTo>
                      <a:pt x="38" y="0"/>
                    </a:lnTo>
                    <a:lnTo>
                      <a:pt x="38" y="0"/>
                    </a:lnTo>
                    <a:lnTo>
                      <a:pt x="38" y="3"/>
                    </a:lnTo>
                    <a:lnTo>
                      <a:pt x="38" y="3"/>
                    </a:lnTo>
                    <a:lnTo>
                      <a:pt x="38" y="0"/>
                    </a:lnTo>
                    <a:lnTo>
                      <a:pt x="40" y="0"/>
                    </a:lnTo>
                    <a:lnTo>
                      <a:pt x="40" y="0"/>
                    </a:lnTo>
                    <a:lnTo>
                      <a:pt x="40" y="0"/>
                    </a:lnTo>
                    <a:lnTo>
                      <a:pt x="40" y="0"/>
                    </a:lnTo>
                    <a:lnTo>
                      <a:pt x="43" y="0"/>
                    </a:lnTo>
                    <a:lnTo>
                      <a:pt x="43" y="0"/>
                    </a:lnTo>
                    <a:lnTo>
                      <a:pt x="43" y="0"/>
                    </a:lnTo>
                    <a:lnTo>
                      <a:pt x="4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4" name="Freeform 122"/>
              <p:cNvSpPr>
                <a:spLocks/>
              </p:cNvSpPr>
              <p:nvPr/>
            </p:nvSpPr>
            <p:spPr bwMode="auto">
              <a:xfrm>
                <a:off x="2980" y="2184"/>
                <a:ext cx="163" cy="218"/>
              </a:xfrm>
              <a:custGeom>
                <a:avLst/>
                <a:gdLst/>
                <a:ahLst/>
                <a:cxnLst>
                  <a:cxn ang="0">
                    <a:pos x="52" y="12"/>
                  </a:cxn>
                  <a:cxn ang="0">
                    <a:pos x="59" y="17"/>
                  </a:cxn>
                  <a:cxn ang="0">
                    <a:pos x="59" y="26"/>
                  </a:cxn>
                  <a:cxn ang="0">
                    <a:pos x="64" y="38"/>
                  </a:cxn>
                  <a:cxn ang="0">
                    <a:pos x="76" y="45"/>
                  </a:cxn>
                  <a:cxn ang="0">
                    <a:pos x="85" y="38"/>
                  </a:cxn>
                  <a:cxn ang="0">
                    <a:pos x="95" y="45"/>
                  </a:cxn>
                  <a:cxn ang="0">
                    <a:pos x="97" y="53"/>
                  </a:cxn>
                  <a:cxn ang="0">
                    <a:pos x="104" y="62"/>
                  </a:cxn>
                  <a:cxn ang="0">
                    <a:pos x="97" y="71"/>
                  </a:cxn>
                  <a:cxn ang="0">
                    <a:pos x="85" y="71"/>
                  </a:cxn>
                  <a:cxn ang="0">
                    <a:pos x="83" y="81"/>
                  </a:cxn>
                  <a:cxn ang="0">
                    <a:pos x="95" y="88"/>
                  </a:cxn>
                  <a:cxn ang="0">
                    <a:pos x="107" y="95"/>
                  </a:cxn>
                  <a:cxn ang="0">
                    <a:pos x="109" y="107"/>
                  </a:cxn>
                  <a:cxn ang="0">
                    <a:pos x="118" y="114"/>
                  </a:cxn>
                  <a:cxn ang="0">
                    <a:pos x="126" y="126"/>
                  </a:cxn>
                  <a:cxn ang="0">
                    <a:pos x="135" y="135"/>
                  </a:cxn>
                  <a:cxn ang="0">
                    <a:pos x="140" y="150"/>
                  </a:cxn>
                  <a:cxn ang="0">
                    <a:pos x="147" y="154"/>
                  </a:cxn>
                  <a:cxn ang="0">
                    <a:pos x="156" y="164"/>
                  </a:cxn>
                  <a:cxn ang="0">
                    <a:pos x="154" y="171"/>
                  </a:cxn>
                  <a:cxn ang="0">
                    <a:pos x="161" y="183"/>
                  </a:cxn>
                  <a:cxn ang="0">
                    <a:pos x="159" y="192"/>
                  </a:cxn>
                  <a:cxn ang="0">
                    <a:pos x="154" y="202"/>
                  </a:cxn>
                  <a:cxn ang="0">
                    <a:pos x="145" y="209"/>
                  </a:cxn>
                  <a:cxn ang="0">
                    <a:pos x="135" y="202"/>
                  </a:cxn>
                  <a:cxn ang="0">
                    <a:pos x="128" y="209"/>
                  </a:cxn>
                  <a:cxn ang="0">
                    <a:pos x="123" y="216"/>
                  </a:cxn>
                  <a:cxn ang="0">
                    <a:pos x="114" y="214"/>
                  </a:cxn>
                  <a:cxn ang="0">
                    <a:pos x="114" y="204"/>
                  </a:cxn>
                  <a:cxn ang="0">
                    <a:pos x="118" y="190"/>
                  </a:cxn>
                  <a:cxn ang="0">
                    <a:pos x="114" y="181"/>
                  </a:cxn>
                  <a:cxn ang="0">
                    <a:pos x="114" y="169"/>
                  </a:cxn>
                  <a:cxn ang="0">
                    <a:pos x="104" y="159"/>
                  </a:cxn>
                  <a:cxn ang="0">
                    <a:pos x="100" y="147"/>
                  </a:cxn>
                  <a:cxn ang="0">
                    <a:pos x="102" y="131"/>
                  </a:cxn>
                  <a:cxn ang="0">
                    <a:pos x="92" y="121"/>
                  </a:cxn>
                  <a:cxn ang="0">
                    <a:pos x="85" y="109"/>
                  </a:cxn>
                  <a:cxn ang="0">
                    <a:pos x="76" y="102"/>
                  </a:cxn>
                  <a:cxn ang="0">
                    <a:pos x="66" y="107"/>
                  </a:cxn>
                  <a:cxn ang="0">
                    <a:pos x="57" y="117"/>
                  </a:cxn>
                  <a:cxn ang="0">
                    <a:pos x="47" y="112"/>
                  </a:cxn>
                  <a:cxn ang="0">
                    <a:pos x="38" y="112"/>
                  </a:cxn>
                  <a:cxn ang="0">
                    <a:pos x="26" y="121"/>
                  </a:cxn>
                  <a:cxn ang="0">
                    <a:pos x="19" y="124"/>
                  </a:cxn>
                  <a:cxn ang="0">
                    <a:pos x="21" y="107"/>
                  </a:cxn>
                  <a:cxn ang="0">
                    <a:pos x="24" y="95"/>
                  </a:cxn>
                  <a:cxn ang="0">
                    <a:pos x="24" y="81"/>
                  </a:cxn>
                  <a:cxn ang="0">
                    <a:pos x="17" y="71"/>
                  </a:cxn>
                  <a:cxn ang="0">
                    <a:pos x="7" y="71"/>
                  </a:cxn>
                  <a:cxn ang="0">
                    <a:pos x="10" y="60"/>
                  </a:cxn>
                  <a:cxn ang="0">
                    <a:pos x="0" y="57"/>
                  </a:cxn>
                  <a:cxn ang="0">
                    <a:pos x="5" y="43"/>
                  </a:cxn>
                  <a:cxn ang="0">
                    <a:pos x="10" y="36"/>
                  </a:cxn>
                  <a:cxn ang="0">
                    <a:pos x="19" y="29"/>
                  </a:cxn>
                  <a:cxn ang="0">
                    <a:pos x="26" y="31"/>
                  </a:cxn>
                  <a:cxn ang="0">
                    <a:pos x="36" y="34"/>
                  </a:cxn>
                  <a:cxn ang="0">
                    <a:pos x="36" y="22"/>
                  </a:cxn>
                  <a:cxn ang="0">
                    <a:pos x="31" y="10"/>
                  </a:cxn>
                  <a:cxn ang="0">
                    <a:pos x="38" y="0"/>
                  </a:cxn>
                </a:cxnLst>
                <a:rect l="0" t="0" r="r" b="b"/>
                <a:pathLst>
                  <a:path w="163" h="218">
                    <a:moveTo>
                      <a:pt x="45" y="0"/>
                    </a:moveTo>
                    <a:lnTo>
                      <a:pt x="45" y="3"/>
                    </a:lnTo>
                    <a:lnTo>
                      <a:pt x="45" y="3"/>
                    </a:lnTo>
                    <a:lnTo>
                      <a:pt x="45" y="3"/>
                    </a:lnTo>
                    <a:lnTo>
                      <a:pt x="45" y="5"/>
                    </a:lnTo>
                    <a:lnTo>
                      <a:pt x="45" y="5"/>
                    </a:lnTo>
                    <a:lnTo>
                      <a:pt x="45" y="5"/>
                    </a:lnTo>
                    <a:lnTo>
                      <a:pt x="47" y="5"/>
                    </a:lnTo>
                    <a:lnTo>
                      <a:pt x="47" y="8"/>
                    </a:lnTo>
                    <a:lnTo>
                      <a:pt x="47" y="8"/>
                    </a:lnTo>
                    <a:lnTo>
                      <a:pt x="47" y="8"/>
                    </a:lnTo>
                    <a:lnTo>
                      <a:pt x="47" y="8"/>
                    </a:lnTo>
                    <a:lnTo>
                      <a:pt x="47" y="10"/>
                    </a:lnTo>
                    <a:lnTo>
                      <a:pt x="50" y="10"/>
                    </a:lnTo>
                    <a:lnTo>
                      <a:pt x="50" y="10"/>
                    </a:lnTo>
                    <a:lnTo>
                      <a:pt x="50" y="10"/>
                    </a:lnTo>
                    <a:lnTo>
                      <a:pt x="50" y="10"/>
                    </a:lnTo>
                    <a:lnTo>
                      <a:pt x="52" y="10"/>
                    </a:lnTo>
                    <a:lnTo>
                      <a:pt x="52" y="12"/>
                    </a:lnTo>
                    <a:lnTo>
                      <a:pt x="52" y="12"/>
                    </a:lnTo>
                    <a:lnTo>
                      <a:pt x="52" y="12"/>
                    </a:lnTo>
                    <a:lnTo>
                      <a:pt x="52" y="12"/>
                    </a:lnTo>
                    <a:lnTo>
                      <a:pt x="52" y="15"/>
                    </a:lnTo>
                    <a:lnTo>
                      <a:pt x="55" y="15"/>
                    </a:lnTo>
                    <a:lnTo>
                      <a:pt x="55" y="15"/>
                    </a:lnTo>
                    <a:lnTo>
                      <a:pt x="55" y="17"/>
                    </a:lnTo>
                    <a:lnTo>
                      <a:pt x="55" y="17"/>
                    </a:lnTo>
                    <a:lnTo>
                      <a:pt x="55" y="17"/>
                    </a:lnTo>
                    <a:lnTo>
                      <a:pt x="55" y="19"/>
                    </a:lnTo>
                    <a:lnTo>
                      <a:pt x="55" y="19"/>
                    </a:lnTo>
                    <a:lnTo>
                      <a:pt x="55" y="22"/>
                    </a:lnTo>
                    <a:lnTo>
                      <a:pt x="55" y="22"/>
                    </a:lnTo>
                    <a:lnTo>
                      <a:pt x="57" y="22"/>
                    </a:lnTo>
                    <a:lnTo>
                      <a:pt x="57" y="22"/>
                    </a:lnTo>
                    <a:lnTo>
                      <a:pt x="57" y="19"/>
                    </a:lnTo>
                    <a:lnTo>
                      <a:pt x="59" y="19"/>
                    </a:lnTo>
                    <a:lnTo>
                      <a:pt x="59" y="19"/>
                    </a:lnTo>
                    <a:lnTo>
                      <a:pt x="59" y="17"/>
                    </a:lnTo>
                    <a:lnTo>
                      <a:pt x="59" y="17"/>
                    </a:lnTo>
                    <a:lnTo>
                      <a:pt x="59" y="17"/>
                    </a:lnTo>
                    <a:lnTo>
                      <a:pt x="59" y="17"/>
                    </a:lnTo>
                    <a:lnTo>
                      <a:pt x="59" y="19"/>
                    </a:lnTo>
                    <a:lnTo>
                      <a:pt x="59" y="19"/>
                    </a:lnTo>
                    <a:lnTo>
                      <a:pt x="59" y="19"/>
                    </a:lnTo>
                    <a:lnTo>
                      <a:pt x="62" y="19"/>
                    </a:lnTo>
                    <a:lnTo>
                      <a:pt x="62" y="22"/>
                    </a:lnTo>
                    <a:lnTo>
                      <a:pt x="62" y="22"/>
                    </a:lnTo>
                    <a:lnTo>
                      <a:pt x="62" y="22"/>
                    </a:lnTo>
                    <a:lnTo>
                      <a:pt x="62" y="22"/>
                    </a:lnTo>
                    <a:lnTo>
                      <a:pt x="62" y="22"/>
                    </a:lnTo>
                    <a:lnTo>
                      <a:pt x="62" y="24"/>
                    </a:lnTo>
                    <a:lnTo>
                      <a:pt x="59" y="24"/>
                    </a:lnTo>
                    <a:lnTo>
                      <a:pt x="59" y="24"/>
                    </a:lnTo>
                    <a:lnTo>
                      <a:pt x="59" y="26"/>
                    </a:lnTo>
                    <a:lnTo>
                      <a:pt x="59" y="26"/>
                    </a:lnTo>
                    <a:lnTo>
                      <a:pt x="59" y="26"/>
                    </a:lnTo>
                    <a:lnTo>
                      <a:pt x="59" y="26"/>
                    </a:lnTo>
                    <a:lnTo>
                      <a:pt x="59" y="29"/>
                    </a:lnTo>
                    <a:lnTo>
                      <a:pt x="59" y="29"/>
                    </a:lnTo>
                    <a:lnTo>
                      <a:pt x="59" y="29"/>
                    </a:lnTo>
                    <a:lnTo>
                      <a:pt x="59" y="31"/>
                    </a:lnTo>
                    <a:lnTo>
                      <a:pt x="59" y="31"/>
                    </a:lnTo>
                    <a:lnTo>
                      <a:pt x="59" y="31"/>
                    </a:lnTo>
                    <a:lnTo>
                      <a:pt x="59" y="31"/>
                    </a:lnTo>
                    <a:lnTo>
                      <a:pt x="59" y="31"/>
                    </a:lnTo>
                    <a:lnTo>
                      <a:pt x="59" y="31"/>
                    </a:lnTo>
                    <a:lnTo>
                      <a:pt x="59" y="34"/>
                    </a:lnTo>
                    <a:lnTo>
                      <a:pt x="62" y="34"/>
                    </a:lnTo>
                    <a:lnTo>
                      <a:pt x="62" y="34"/>
                    </a:lnTo>
                    <a:lnTo>
                      <a:pt x="62" y="36"/>
                    </a:lnTo>
                    <a:lnTo>
                      <a:pt x="62" y="36"/>
                    </a:lnTo>
                    <a:lnTo>
                      <a:pt x="62" y="36"/>
                    </a:lnTo>
                    <a:lnTo>
                      <a:pt x="62" y="36"/>
                    </a:lnTo>
                    <a:lnTo>
                      <a:pt x="62" y="38"/>
                    </a:lnTo>
                    <a:lnTo>
                      <a:pt x="64" y="38"/>
                    </a:lnTo>
                    <a:lnTo>
                      <a:pt x="64" y="38"/>
                    </a:lnTo>
                    <a:lnTo>
                      <a:pt x="64" y="41"/>
                    </a:lnTo>
                    <a:lnTo>
                      <a:pt x="64" y="41"/>
                    </a:lnTo>
                    <a:lnTo>
                      <a:pt x="64" y="41"/>
                    </a:lnTo>
                    <a:lnTo>
                      <a:pt x="66" y="41"/>
                    </a:lnTo>
                    <a:lnTo>
                      <a:pt x="66" y="41"/>
                    </a:lnTo>
                    <a:lnTo>
                      <a:pt x="66" y="41"/>
                    </a:lnTo>
                    <a:lnTo>
                      <a:pt x="66" y="41"/>
                    </a:lnTo>
                    <a:lnTo>
                      <a:pt x="69" y="41"/>
                    </a:lnTo>
                    <a:lnTo>
                      <a:pt x="69" y="41"/>
                    </a:lnTo>
                    <a:lnTo>
                      <a:pt x="69" y="43"/>
                    </a:lnTo>
                    <a:lnTo>
                      <a:pt x="69" y="43"/>
                    </a:lnTo>
                    <a:lnTo>
                      <a:pt x="71" y="43"/>
                    </a:lnTo>
                    <a:lnTo>
                      <a:pt x="71" y="43"/>
                    </a:lnTo>
                    <a:lnTo>
                      <a:pt x="74" y="43"/>
                    </a:lnTo>
                    <a:lnTo>
                      <a:pt x="74" y="43"/>
                    </a:lnTo>
                    <a:lnTo>
                      <a:pt x="74" y="43"/>
                    </a:lnTo>
                    <a:lnTo>
                      <a:pt x="74" y="43"/>
                    </a:lnTo>
                    <a:lnTo>
                      <a:pt x="76" y="43"/>
                    </a:lnTo>
                    <a:lnTo>
                      <a:pt x="76" y="45"/>
                    </a:lnTo>
                    <a:lnTo>
                      <a:pt x="76" y="45"/>
                    </a:lnTo>
                    <a:lnTo>
                      <a:pt x="76" y="45"/>
                    </a:lnTo>
                    <a:lnTo>
                      <a:pt x="78" y="45"/>
                    </a:lnTo>
                    <a:lnTo>
                      <a:pt x="78" y="45"/>
                    </a:lnTo>
                    <a:lnTo>
                      <a:pt x="78" y="45"/>
                    </a:lnTo>
                    <a:lnTo>
                      <a:pt x="78" y="43"/>
                    </a:lnTo>
                    <a:lnTo>
                      <a:pt x="78" y="43"/>
                    </a:lnTo>
                    <a:lnTo>
                      <a:pt x="78" y="43"/>
                    </a:lnTo>
                    <a:lnTo>
                      <a:pt x="78" y="41"/>
                    </a:lnTo>
                    <a:lnTo>
                      <a:pt x="81" y="41"/>
                    </a:lnTo>
                    <a:lnTo>
                      <a:pt x="81" y="41"/>
                    </a:lnTo>
                    <a:lnTo>
                      <a:pt x="81" y="41"/>
                    </a:lnTo>
                    <a:lnTo>
                      <a:pt x="81" y="41"/>
                    </a:lnTo>
                    <a:lnTo>
                      <a:pt x="83" y="41"/>
                    </a:lnTo>
                    <a:lnTo>
                      <a:pt x="83" y="41"/>
                    </a:lnTo>
                    <a:lnTo>
                      <a:pt x="83" y="41"/>
                    </a:lnTo>
                    <a:lnTo>
                      <a:pt x="85" y="41"/>
                    </a:lnTo>
                    <a:lnTo>
                      <a:pt x="85" y="38"/>
                    </a:lnTo>
                    <a:lnTo>
                      <a:pt x="85" y="38"/>
                    </a:lnTo>
                    <a:lnTo>
                      <a:pt x="85" y="38"/>
                    </a:lnTo>
                    <a:lnTo>
                      <a:pt x="88" y="38"/>
                    </a:lnTo>
                    <a:lnTo>
                      <a:pt x="88" y="38"/>
                    </a:lnTo>
                    <a:lnTo>
                      <a:pt x="88" y="38"/>
                    </a:lnTo>
                    <a:lnTo>
                      <a:pt x="88" y="41"/>
                    </a:lnTo>
                    <a:lnTo>
                      <a:pt x="90" y="41"/>
                    </a:lnTo>
                    <a:lnTo>
                      <a:pt x="90" y="41"/>
                    </a:lnTo>
                    <a:lnTo>
                      <a:pt x="90" y="41"/>
                    </a:lnTo>
                    <a:lnTo>
                      <a:pt x="90" y="41"/>
                    </a:lnTo>
                    <a:lnTo>
                      <a:pt x="92" y="41"/>
                    </a:lnTo>
                    <a:lnTo>
                      <a:pt x="92" y="43"/>
                    </a:lnTo>
                    <a:lnTo>
                      <a:pt x="92" y="43"/>
                    </a:lnTo>
                    <a:lnTo>
                      <a:pt x="92" y="43"/>
                    </a:lnTo>
                    <a:lnTo>
                      <a:pt x="92" y="43"/>
                    </a:lnTo>
                    <a:lnTo>
                      <a:pt x="95" y="43"/>
                    </a:lnTo>
                    <a:lnTo>
                      <a:pt x="95" y="45"/>
                    </a:lnTo>
                    <a:lnTo>
                      <a:pt x="95" y="45"/>
                    </a:lnTo>
                    <a:lnTo>
                      <a:pt x="95" y="45"/>
                    </a:lnTo>
                    <a:lnTo>
                      <a:pt x="95" y="45"/>
                    </a:lnTo>
                    <a:lnTo>
                      <a:pt x="97" y="45"/>
                    </a:lnTo>
                    <a:lnTo>
                      <a:pt x="97" y="48"/>
                    </a:lnTo>
                    <a:lnTo>
                      <a:pt x="95" y="48"/>
                    </a:lnTo>
                    <a:lnTo>
                      <a:pt x="95" y="48"/>
                    </a:lnTo>
                    <a:lnTo>
                      <a:pt x="95" y="50"/>
                    </a:lnTo>
                    <a:lnTo>
                      <a:pt x="95" y="50"/>
                    </a:lnTo>
                    <a:lnTo>
                      <a:pt x="95" y="50"/>
                    </a:lnTo>
                    <a:lnTo>
                      <a:pt x="92" y="50"/>
                    </a:lnTo>
                    <a:lnTo>
                      <a:pt x="92" y="50"/>
                    </a:lnTo>
                    <a:lnTo>
                      <a:pt x="92" y="50"/>
                    </a:lnTo>
                    <a:lnTo>
                      <a:pt x="92" y="50"/>
                    </a:lnTo>
                    <a:lnTo>
                      <a:pt x="92" y="50"/>
                    </a:lnTo>
                    <a:lnTo>
                      <a:pt x="92" y="50"/>
                    </a:lnTo>
                    <a:lnTo>
                      <a:pt x="92" y="53"/>
                    </a:lnTo>
                    <a:lnTo>
                      <a:pt x="92" y="53"/>
                    </a:lnTo>
                    <a:lnTo>
                      <a:pt x="95" y="53"/>
                    </a:lnTo>
                    <a:lnTo>
                      <a:pt x="95" y="53"/>
                    </a:lnTo>
                    <a:lnTo>
                      <a:pt x="95" y="53"/>
                    </a:lnTo>
                    <a:lnTo>
                      <a:pt x="97" y="53"/>
                    </a:lnTo>
                    <a:lnTo>
                      <a:pt x="97" y="53"/>
                    </a:lnTo>
                    <a:lnTo>
                      <a:pt x="97" y="53"/>
                    </a:lnTo>
                    <a:lnTo>
                      <a:pt x="100" y="53"/>
                    </a:lnTo>
                    <a:lnTo>
                      <a:pt x="100" y="55"/>
                    </a:lnTo>
                    <a:lnTo>
                      <a:pt x="100" y="55"/>
                    </a:lnTo>
                    <a:lnTo>
                      <a:pt x="97" y="55"/>
                    </a:lnTo>
                    <a:lnTo>
                      <a:pt x="97" y="57"/>
                    </a:lnTo>
                    <a:lnTo>
                      <a:pt x="97" y="57"/>
                    </a:lnTo>
                    <a:lnTo>
                      <a:pt x="100" y="57"/>
                    </a:lnTo>
                    <a:lnTo>
                      <a:pt x="100" y="57"/>
                    </a:lnTo>
                    <a:lnTo>
                      <a:pt x="100" y="57"/>
                    </a:lnTo>
                    <a:lnTo>
                      <a:pt x="102" y="57"/>
                    </a:lnTo>
                    <a:lnTo>
                      <a:pt x="102" y="57"/>
                    </a:lnTo>
                    <a:lnTo>
                      <a:pt x="102" y="57"/>
                    </a:lnTo>
                    <a:lnTo>
                      <a:pt x="102" y="60"/>
                    </a:lnTo>
                    <a:lnTo>
                      <a:pt x="102" y="60"/>
                    </a:lnTo>
                    <a:lnTo>
                      <a:pt x="104" y="60"/>
                    </a:lnTo>
                    <a:lnTo>
                      <a:pt x="104" y="60"/>
                    </a:lnTo>
                    <a:lnTo>
                      <a:pt x="104" y="62"/>
                    </a:lnTo>
                    <a:lnTo>
                      <a:pt x="104" y="62"/>
                    </a:lnTo>
                    <a:lnTo>
                      <a:pt x="102" y="62"/>
                    </a:lnTo>
                    <a:lnTo>
                      <a:pt x="102" y="62"/>
                    </a:lnTo>
                    <a:lnTo>
                      <a:pt x="102" y="64"/>
                    </a:lnTo>
                    <a:lnTo>
                      <a:pt x="102" y="64"/>
                    </a:lnTo>
                    <a:lnTo>
                      <a:pt x="102" y="64"/>
                    </a:lnTo>
                    <a:lnTo>
                      <a:pt x="100" y="64"/>
                    </a:lnTo>
                    <a:lnTo>
                      <a:pt x="100" y="67"/>
                    </a:lnTo>
                    <a:lnTo>
                      <a:pt x="102" y="67"/>
                    </a:lnTo>
                    <a:lnTo>
                      <a:pt x="102" y="67"/>
                    </a:lnTo>
                    <a:lnTo>
                      <a:pt x="102" y="69"/>
                    </a:lnTo>
                    <a:lnTo>
                      <a:pt x="100" y="69"/>
                    </a:lnTo>
                    <a:lnTo>
                      <a:pt x="100" y="69"/>
                    </a:lnTo>
                    <a:lnTo>
                      <a:pt x="100" y="69"/>
                    </a:lnTo>
                    <a:lnTo>
                      <a:pt x="100" y="69"/>
                    </a:lnTo>
                    <a:lnTo>
                      <a:pt x="100" y="71"/>
                    </a:lnTo>
                    <a:lnTo>
                      <a:pt x="97" y="71"/>
                    </a:lnTo>
                    <a:lnTo>
                      <a:pt x="97" y="71"/>
                    </a:lnTo>
                    <a:lnTo>
                      <a:pt x="97" y="71"/>
                    </a:lnTo>
                    <a:lnTo>
                      <a:pt x="97" y="71"/>
                    </a:lnTo>
                    <a:lnTo>
                      <a:pt x="95" y="71"/>
                    </a:lnTo>
                    <a:lnTo>
                      <a:pt x="95" y="71"/>
                    </a:lnTo>
                    <a:lnTo>
                      <a:pt x="95" y="71"/>
                    </a:lnTo>
                    <a:lnTo>
                      <a:pt x="95" y="71"/>
                    </a:lnTo>
                    <a:lnTo>
                      <a:pt x="92" y="71"/>
                    </a:lnTo>
                    <a:lnTo>
                      <a:pt x="92" y="71"/>
                    </a:lnTo>
                    <a:lnTo>
                      <a:pt x="92" y="71"/>
                    </a:lnTo>
                    <a:lnTo>
                      <a:pt x="92" y="71"/>
                    </a:lnTo>
                    <a:lnTo>
                      <a:pt x="90" y="71"/>
                    </a:lnTo>
                    <a:lnTo>
                      <a:pt x="90" y="71"/>
                    </a:lnTo>
                    <a:lnTo>
                      <a:pt x="88" y="71"/>
                    </a:lnTo>
                    <a:lnTo>
                      <a:pt x="88" y="71"/>
                    </a:lnTo>
                    <a:lnTo>
                      <a:pt x="88" y="71"/>
                    </a:lnTo>
                    <a:lnTo>
                      <a:pt x="88" y="71"/>
                    </a:lnTo>
                    <a:lnTo>
                      <a:pt x="85" y="71"/>
                    </a:lnTo>
                    <a:lnTo>
                      <a:pt x="85" y="71"/>
                    </a:lnTo>
                    <a:lnTo>
                      <a:pt x="85" y="71"/>
                    </a:lnTo>
                    <a:lnTo>
                      <a:pt x="85" y="71"/>
                    </a:lnTo>
                    <a:lnTo>
                      <a:pt x="85" y="71"/>
                    </a:lnTo>
                    <a:lnTo>
                      <a:pt x="85" y="71"/>
                    </a:lnTo>
                    <a:lnTo>
                      <a:pt x="85" y="74"/>
                    </a:lnTo>
                    <a:lnTo>
                      <a:pt x="85" y="74"/>
                    </a:lnTo>
                    <a:lnTo>
                      <a:pt x="85" y="74"/>
                    </a:lnTo>
                    <a:lnTo>
                      <a:pt x="85" y="74"/>
                    </a:lnTo>
                    <a:lnTo>
                      <a:pt x="85" y="76"/>
                    </a:lnTo>
                    <a:lnTo>
                      <a:pt x="85" y="76"/>
                    </a:lnTo>
                    <a:lnTo>
                      <a:pt x="85" y="76"/>
                    </a:lnTo>
                    <a:lnTo>
                      <a:pt x="85" y="79"/>
                    </a:lnTo>
                    <a:lnTo>
                      <a:pt x="85" y="79"/>
                    </a:lnTo>
                    <a:lnTo>
                      <a:pt x="83" y="79"/>
                    </a:lnTo>
                    <a:lnTo>
                      <a:pt x="83" y="79"/>
                    </a:lnTo>
                    <a:lnTo>
                      <a:pt x="83" y="79"/>
                    </a:lnTo>
                    <a:lnTo>
                      <a:pt x="83" y="81"/>
                    </a:lnTo>
                    <a:lnTo>
                      <a:pt x="81" y="81"/>
                    </a:lnTo>
                    <a:lnTo>
                      <a:pt x="81" y="81"/>
                    </a:lnTo>
                    <a:lnTo>
                      <a:pt x="83" y="81"/>
                    </a:lnTo>
                    <a:lnTo>
                      <a:pt x="83" y="81"/>
                    </a:lnTo>
                    <a:lnTo>
                      <a:pt x="83" y="81"/>
                    </a:lnTo>
                    <a:lnTo>
                      <a:pt x="85" y="81"/>
                    </a:lnTo>
                    <a:lnTo>
                      <a:pt x="85" y="81"/>
                    </a:lnTo>
                    <a:lnTo>
                      <a:pt x="85" y="83"/>
                    </a:lnTo>
                    <a:lnTo>
                      <a:pt x="85" y="83"/>
                    </a:lnTo>
                    <a:lnTo>
                      <a:pt x="88" y="83"/>
                    </a:lnTo>
                    <a:lnTo>
                      <a:pt x="88" y="83"/>
                    </a:lnTo>
                    <a:lnTo>
                      <a:pt x="88" y="83"/>
                    </a:lnTo>
                    <a:lnTo>
                      <a:pt x="88" y="86"/>
                    </a:lnTo>
                    <a:lnTo>
                      <a:pt x="88" y="86"/>
                    </a:lnTo>
                    <a:lnTo>
                      <a:pt x="90" y="86"/>
                    </a:lnTo>
                    <a:lnTo>
                      <a:pt x="90" y="86"/>
                    </a:lnTo>
                    <a:lnTo>
                      <a:pt x="90" y="86"/>
                    </a:lnTo>
                    <a:lnTo>
                      <a:pt x="92" y="86"/>
                    </a:lnTo>
                    <a:lnTo>
                      <a:pt x="92" y="88"/>
                    </a:lnTo>
                    <a:lnTo>
                      <a:pt x="92" y="88"/>
                    </a:lnTo>
                    <a:lnTo>
                      <a:pt x="92" y="88"/>
                    </a:lnTo>
                    <a:lnTo>
                      <a:pt x="92" y="88"/>
                    </a:lnTo>
                    <a:lnTo>
                      <a:pt x="95" y="88"/>
                    </a:lnTo>
                    <a:lnTo>
                      <a:pt x="95" y="88"/>
                    </a:lnTo>
                    <a:lnTo>
                      <a:pt x="95" y="90"/>
                    </a:lnTo>
                    <a:lnTo>
                      <a:pt x="95" y="90"/>
                    </a:lnTo>
                    <a:lnTo>
                      <a:pt x="95" y="90"/>
                    </a:lnTo>
                    <a:lnTo>
                      <a:pt x="97" y="90"/>
                    </a:lnTo>
                    <a:lnTo>
                      <a:pt x="97" y="90"/>
                    </a:lnTo>
                    <a:lnTo>
                      <a:pt x="97" y="90"/>
                    </a:lnTo>
                    <a:lnTo>
                      <a:pt x="97" y="93"/>
                    </a:lnTo>
                    <a:lnTo>
                      <a:pt x="100" y="93"/>
                    </a:lnTo>
                    <a:lnTo>
                      <a:pt x="100" y="93"/>
                    </a:lnTo>
                    <a:lnTo>
                      <a:pt x="100" y="93"/>
                    </a:lnTo>
                    <a:lnTo>
                      <a:pt x="100" y="93"/>
                    </a:lnTo>
                    <a:lnTo>
                      <a:pt x="102" y="93"/>
                    </a:lnTo>
                    <a:lnTo>
                      <a:pt x="102" y="93"/>
                    </a:lnTo>
                    <a:lnTo>
                      <a:pt x="102" y="93"/>
                    </a:lnTo>
                    <a:lnTo>
                      <a:pt x="104" y="93"/>
                    </a:lnTo>
                    <a:lnTo>
                      <a:pt x="104" y="95"/>
                    </a:lnTo>
                    <a:lnTo>
                      <a:pt x="104" y="95"/>
                    </a:lnTo>
                    <a:lnTo>
                      <a:pt x="107" y="95"/>
                    </a:lnTo>
                    <a:lnTo>
                      <a:pt x="107" y="95"/>
                    </a:lnTo>
                    <a:lnTo>
                      <a:pt x="107" y="95"/>
                    </a:lnTo>
                    <a:lnTo>
                      <a:pt x="107" y="95"/>
                    </a:lnTo>
                    <a:lnTo>
                      <a:pt x="109" y="95"/>
                    </a:lnTo>
                    <a:lnTo>
                      <a:pt x="109" y="98"/>
                    </a:lnTo>
                    <a:lnTo>
                      <a:pt x="109" y="98"/>
                    </a:lnTo>
                    <a:lnTo>
                      <a:pt x="109" y="98"/>
                    </a:lnTo>
                    <a:lnTo>
                      <a:pt x="109" y="98"/>
                    </a:lnTo>
                    <a:lnTo>
                      <a:pt x="109" y="100"/>
                    </a:lnTo>
                    <a:lnTo>
                      <a:pt x="107" y="100"/>
                    </a:lnTo>
                    <a:lnTo>
                      <a:pt x="107" y="100"/>
                    </a:lnTo>
                    <a:lnTo>
                      <a:pt x="107" y="100"/>
                    </a:lnTo>
                    <a:lnTo>
                      <a:pt x="107" y="102"/>
                    </a:lnTo>
                    <a:lnTo>
                      <a:pt x="107" y="102"/>
                    </a:lnTo>
                    <a:lnTo>
                      <a:pt x="109" y="102"/>
                    </a:lnTo>
                    <a:lnTo>
                      <a:pt x="109" y="105"/>
                    </a:lnTo>
                    <a:lnTo>
                      <a:pt x="109" y="105"/>
                    </a:lnTo>
                    <a:lnTo>
                      <a:pt x="109" y="105"/>
                    </a:lnTo>
                    <a:lnTo>
                      <a:pt x="109" y="107"/>
                    </a:lnTo>
                    <a:lnTo>
                      <a:pt x="111" y="107"/>
                    </a:lnTo>
                    <a:lnTo>
                      <a:pt x="111" y="107"/>
                    </a:lnTo>
                    <a:lnTo>
                      <a:pt x="111" y="107"/>
                    </a:lnTo>
                    <a:lnTo>
                      <a:pt x="111" y="107"/>
                    </a:lnTo>
                    <a:lnTo>
                      <a:pt x="111" y="109"/>
                    </a:lnTo>
                    <a:lnTo>
                      <a:pt x="111" y="109"/>
                    </a:lnTo>
                    <a:lnTo>
                      <a:pt x="114" y="109"/>
                    </a:lnTo>
                    <a:lnTo>
                      <a:pt x="114" y="109"/>
                    </a:lnTo>
                    <a:lnTo>
                      <a:pt x="114" y="109"/>
                    </a:lnTo>
                    <a:lnTo>
                      <a:pt x="114" y="109"/>
                    </a:lnTo>
                    <a:lnTo>
                      <a:pt x="116" y="109"/>
                    </a:lnTo>
                    <a:lnTo>
                      <a:pt x="116" y="109"/>
                    </a:lnTo>
                    <a:lnTo>
                      <a:pt x="116" y="109"/>
                    </a:lnTo>
                    <a:lnTo>
                      <a:pt x="116" y="109"/>
                    </a:lnTo>
                    <a:lnTo>
                      <a:pt x="116" y="112"/>
                    </a:lnTo>
                    <a:lnTo>
                      <a:pt x="118" y="112"/>
                    </a:lnTo>
                    <a:lnTo>
                      <a:pt x="118" y="112"/>
                    </a:lnTo>
                    <a:lnTo>
                      <a:pt x="118" y="114"/>
                    </a:lnTo>
                    <a:lnTo>
                      <a:pt x="118" y="114"/>
                    </a:lnTo>
                    <a:lnTo>
                      <a:pt x="118" y="114"/>
                    </a:lnTo>
                    <a:lnTo>
                      <a:pt x="118" y="117"/>
                    </a:lnTo>
                    <a:lnTo>
                      <a:pt x="118" y="117"/>
                    </a:lnTo>
                    <a:lnTo>
                      <a:pt x="118" y="117"/>
                    </a:lnTo>
                    <a:lnTo>
                      <a:pt x="118" y="119"/>
                    </a:lnTo>
                    <a:lnTo>
                      <a:pt x="118" y="119"/>
                    </a:lnTo>
                    <a:lnTo>
                      <a:pt x="121" y="119"/>
                    </a:lnTo>
                    <a:lnTo>
                      <a:pt x="121" y="119"/>
                    </a:lnTo>
                    <a:lnTo>
                      <a:pt x="121" y="119"/>
                    </a:lnTo>
                    <a:lnTo>
                      <a:pt x="121" y="121"/>
                    </a:lnTo>
                    <a:lnTo>
                      <a:pt x="121" y="121"/>
                    </a:lnTo>
                    <a:lnTo>
                      <a:pt x="121" y="121"/>
                    </a:lnTo>
                    <a:lnTo>
                      <a:pt x="123" y="121"/>
                    </a:lnTo>
                    <a:lnTo>
                      <a:pt x="123" y="124"/>
                    </a:lnTo>
                    <a:lnTo>
                      <a:pt x="123" y="124"/>
                    </a:lnTo>
                    <a:lnTo>
                      <a:pt x="123" y="124"/>
                    </a:lnTo>
                    <a:lnTo>
                      <a:pt x="126" y="124"/>
                    </a:lnTo>
                    <a:lnTo>
                      <a:pt x="126" y="126"/>
                    </a:lnTo>
                    <a:lnTo>
                      <a:pt x="126" y="126"/>
                    </a:lnTo>
                    <a:lnTo>
                      <a:pt x="126" y="126"/>
                    </a:lnTo>
                    <a:lnTo>
                      <a:pt x="126" y="126"/>
                    </a:lnTo>
                    <a:lnTo>
                      <a:pt x="126" y="128"/>
                    </a:lnTo>
                    <a:lnTo>
                      <a:pt x="128" y="128"/>
                    </a:lnTo>
                    <a:lnTo>
                      <a:pt x="128" y="128"/>
                    </a:lnTo>
                    <a:lnTo>
                      <a:pt x="128" y="128"/>
                    </a:lnTo>
                    <a:lnTo>
                      <a:pt x="128" y="128"/>
                    </a:lnTo>
                    <a:lnTo>
                      <a:pt x="128" y="128"/>
                    </a:lnTo>
                    <a:lnTo>
                      <a:pt x="128" y="131"/>
                    </a:lnTo>
                    <a:lnTo>
                      <a:pt x="130" y="131"/>
                    </a:lnTo>
                    <a:lnTo>
                      <a:pt x="130" y="131"/>
                    </a:lnTo>
                    <a:lnTo>
                      <a:pt x="130" y="131"/>
                    </a:lnTo>
                    <a:lnTo>
                      <a:pt x="130" y="133"/>
                    </a:lnTo>
                    <a:lnTo>
                      <a:pt x="133" y="133"/>
                    </a:lnTo>
                    <a:lnTo>
                      <a:pt x="133" y="133"/>
                    </a:lnTo>
                    <a:lnTo>
                      <a:pt x="133" y="133"/>
                    </a:lnTo>
                    <a:lnTo>
                      <a:pt x="133" y="133"/>
                    </a:lnTo>
                    <a:lnTo>
                      <a:pt x="133" y="135"/>
                    </a:lnTo>
                    <a:lnTo>
                      <a:pt x="135" y="135"/>
                    </a:lnTo>
                    <a:lnTo>
                      <a:pt x="135" y="135"/>
                    </a:lnTo>
                    <a:lnTo>
                      <a:pt x="135" y="138"/>
                    </a:lnTo>
                    <a:lnTo>
                      <a:pt x="135" y="138"/>
                    </a:lnTo>
                    <a:lnTo>
                      <a:pt x="135" y="138"/>
                    </a:lnTo>
                    <a:lnTo>
                      <a:pt x="135" y="140"/>
                    </a:lnTo>
                    <a:lnTo>
                      <a:pt x="135" y="140"/>
                    </a:lnTo>
                    <a:lnTo>
                      <a:pt x="137" y="140"/>
                    </a:lnTo>
                    <a:lnTo>
                      <a:pt x="137" y="140"/>
                    </a:lnTo>
                    <a:lnTo>
                      <a:pt x="137" y="140"/>
                    </a:lnTo>
                    <a:lnTo>
                      <a:pt x="137" y="140"/>
                    </a:lnTo>
                    <a:lnTo>
                      <a:pt x="137" y="143"/>
                    </a:lnTo>
                    <a:lnTo>
                      <a:pt x="137" y="143"/>
                    </a:lnTo>
                    <a:lnTo>
                      <a:pt x="137" y="145"/>
                    </a:lnTo>
                    <a:lnTo>
                      <a:pt x="137" y="145"/>
                    </a:lnTo>
                    <a:lnTo>
                      <a:pt x="137" y="147"/>
                    </a:lnTo>
                    <a:lnTo>
                      <a:pt x="137" y="147"/>
                    </a:lnTo>
                    <a:lnTo>
                      <a:pt x="140" y="147"/>
                    </a:lnTo>
                    <a:lnTo>
                      <a:pt x="140" y="150"/>
                    </a:lnTo>
                    <a:lnTo>
                      <a:pt x="140" y="150"/>
                    </a:lnTo>
                    <a:lnTo>
                      <a:pt x="140" y="150"/>
                    </a:lnTo>
                    <a:lnTo>
                      <a:pt x="140" y="150"/>
                    </a:lnTo>
                    <a:lnTo>
                      <a:pt x="140" y="150"/>
                    </a:lnTo>
                    <a:lnTo>
                      <a:pt x="140" y="152"/>
                    </a:lnTo>
                    <a:lnTo>
                      <a:pt x="140" y="152"/>
                    </a:lnTo>
                    <a:lnTo>
                      <a:pt x="142" y="152"/>
                    </a:lnTo>
                    <a:lnTo>
                      <a:pt x="142" y="154"/>
                    </a:lnTo>
                    <a:lnTo>
                      <a:pt x="142" y="154"/>
                    </a:lnTo>
                    <a:lnTo>
                      <a:pt x="145" y="154"/>
                    </a:lnTo>
                    <a:lnTo>
                      <a:pt x="145" y="152"/>
                    </a:lnTo>
                    <a:lnTo>
                      <a:pt x="145" y="152"/>
                    </a:lnTo>
                    <a:lnTo>
                      <a:pt x="145" y="152"/>
                    </a:lnTo>
                    <a:lnTo>
                      <a:pt x="145" y="150"/>
                    </a:lnTo>
                    <a:lnTo>
                      <a:pt x="145" y="150"/>
                    </a:lnTo>
                    <a:lnTo>
                      <a:pt x="145" y="152"/>
                    </a:lnTo>
                    <a:lnTo>
                      <a:pt x="145" y="152"/>
                    </a:lnTo>
                    <a:lnTo>
                      <a:pt x="145" y="154"/>
                    </a:lnTo>
                    <a:lnTo>
                      <a:pt x="147" y="154"/>
                    </a:lnTo>
                    <a:lnTo>
                      <a:pt x="147" y="154"/>
                    </a:lnTo>
                    <a:lnTo>
                      <a:pt x="147" y="154"/>
                    </a:lnTo>
                    <a:lnTo>
                      <a:pt x="147" y="157"/>
                    </a:lnTo>
                    <a:lnTo>
                      <a:pt x="147" y="157"/>
                    </a:lnTo>
                    <a:lnTo>
                      <a:pt x="147" y="157"/>
                    </a:lnTo>
                    <a:lnTo>
                      <a:pt x="149" y="157"/>
                    </a:lnTo>
                    <a:lnTo>
                      <a:pt x="149" y="157"/>
                    </a:lnTo>
                    <a:lnTo>
                      <a:pt x="152" y="157"/>
                    </a:lnTo>
                    <a:lnTo>
                      <a:pt x="152" y="157"/>
                    </a:lnTo>
                    <a:lnTo>
                      <a:pt x="152" y="159"/>
                    </a:lnTo>
                    <a:lnTo>
                      <a:pt x="152" y="159"/>
                    </a:lnTo>
                    <a:lnTo>
                      <a:pt x="152" y="159"/>
                    </a:lnTo>
                    <a:lnTo>
                      <a:pt x="152" y="159"/>
                    </a:lnTo>
                    <a:lnTo>
                      <a:pt x="152" y="162"/>
                    </a:lnTo>
                    <a:lnTo>
                      <a:pt x="154" y="162"/>
                    </a:lnTo>
                    <a:lnTo>
                      <a:pt x="154" y="162"/>
                    </a:lnTo>
                    <a:lnTo>
                      <a:pt x="154" y="162"/>
                    </a:lnTo>
                    <a:lnTo>
                      <a:pt x="154" y="162"/>
                    </a:lnTo>
                    <a:lnTo>
                      <a:pt x="154" y="164"/>
                    </a:lnTo>
                    <a:lnTo>
                      <a:pt x="156" y="164"/>
                    </a:lnTo>
                    <a:lnTo>
                      <a:pt x="156" y="162"/>
                    </a:lnTo>
                    <a:lnTo>
                      <a:pt x="156" y="162"/>
                    </a:lnTo>
                    <a:lnTo>
                      <a:pt x="159" y="162"/>
                    </a:lnTo>
                    <a:lnTo>
                      <a:pt x="159" y="164"/>
                    </a:lnTo>
                    <a:lnTo>
                      <a:pt x="159" y="164"/>
                    </a:lnTo>
                    <a:lnTo>
                      <a:pt x="159" y="166"/>
                    </a:lnTo>
                    <a:lnTo>
                      <a:pt x="156" y="166"/>
                    </a:lnTo>
                    <a:lnTo>
                      <a:pt x="156" y="166"/>
                    </a:lnTo>
                    <a:lnTo>
                      <a:pt x="156" y="169"/>
                    </a:lnTo>
                    <a:lnTo>
                      <a:pt x="156" y="169"/>
                    </a:lnTo>
                    <a:lnTo>
                      <a:pt x="154" y="169"/>
                    </a:lnTo>
                    <a:lnTo>
                      <a:pt x="154" y="169"/>
                    </a:lnTo>
                    <a:lnTo>
                      <a:pt x="154" y="169"/>
                    </a:lnTo>
                    <a:lnTo>
                      <a:pt x="154" y="169"/>
                    </a:lnTo>
                    <a:lnTo>
                      <a:pt x="152" y="169"/>
                    </a:lnTo>
                    <a:lnTo>
                      <a:pt x="152" y="169"/>
                    </a:lnTo>
                    <a:lnTo>
                      <a:pt x="152" y="171"/>
                    </a:lnTo>
                    <a:lnTo>
                      <a:pt x="152" y="171"/>
                    </a:lnTo>
                    <a:lnTo>
                      <a:pt x="154" y="171"/>
                    </a:lnTo>
                    <a:lnTo>
                      <a:pt x="154" y="171"/>
                    </a:lnTo>
                    <a:lnTo>
                      <a:pt x="154" y="173"/>
                    </a:lnTo>
                    <a:lnTo>
                      <a:pt x="154" y="173"/>
                    </a:lnTo>
                    <a:lnTo>
                      <a:pt x="154" y="173"/>
                    </a:lnTo>
                    <a:lnTo>
                      <a:pt x="154" y="176"/>
                    </a:lnTo>
                    <a:lnTo>
                      <a:pt x="156" y="176"/>
                    </a:lnTo>
                    <a:lnTo>
                      <a:pt x="156" y="176"/>
                    </a:lnTo>
                    <a:lnTo>
                      <a:pt x="156" y="178"/>
                    </a:lnTo>
                    <a:lnTo>
                      <a:pt x="156" y="178"/>
                    </a:lnTo>
                    <a:lnTo>
                      <a:pt x="159" y="178"/>
                    </a:lnTo>
                    <a:lnTo>
                      <a:pt x="159" y="178"/>
                    </a:lnTo>
                    <a:lnTo>
                      <a:pt x="159" y="178"/>
                    </a:lnTo>
                    <a:lnTo>
                      <a:pt x="159" y="178"/>
                    </a:lnTo>
                    <a:lnTo>
                      <a:pt x="159" y="178"/>
                    </a:lnTo>
                    <a:lnTo>
                      <a:pt x="161" y="178"/>
                    </a:lnTo>
                    <a:lnTo>
                      <a:pt x="161" y="181"/>
                    </a:lnTo>
                    <a:lnTo>
                      <a:pt x="161" y="181"/>
                    </a:lnTo>
                    <a:lnTo>
                      <a:pt x="161" y="181"/>
                    </a:lnTo>
                    <a:lnTo>
                      <a:pt x="161" y="183"/>
                    </a:lnTo>
                    <a:lnTo>
                      <a:pt x="161" y="183"/>
                    </a:lnTo>
                    <a:lnTo>
                      <a:pt x="161" y="183"/>
                    </a:lnTo>
                    <a:lnTo>
                      <a:pt x="163" y="183"/>
                    </a:lnTo>
                    <a:lnTo>
                      <a:pt x="163" y="185"/>
                    </a:lnTo>
                    <a:lnTo>
                      <a:pt x="161" y="185"/>
                    </a:lnTo>
                    <a:lnTo>
                      <a:pt x="161" y="185"/>
                    </a:lnTo>
                    <a:lnTo>
                      <a:pt x="161" y="188"/>
                    </a:lnTo>
                    <a:lnTo>
                      <a:pt x="161" y="188"/>
                    </a:lnTo>
                    <a:lnTo>
                      <a:pt x="161" y="188"/>
                    </a:lnTo>
                    <a:lnTo>
                      <a:pt x="161" y="190"/>
                    </a:lnTo>
                    <a:lnTo>
                      <a:pt x="161" y="190"/>
                    </a:lnTo>
                    <a:lnTo>
                      <a:pt x="159" y="190"/>
                    </a:lnTo>
                    <a:lnTo>
                      <a:pt x="159" y="190"/>
                    </a:lnTo>
                    <a:lnTo>
                      <a:pt x="159" y="190"/>
                    </a:lnTo>
                    <a:lnTo>
                      <a:pt x="159" y="190"/>
                    </a:lnTo>
                    <a:lnTo>
                      <a:pt x="159" y="190"/>
                    </a:lnTo>
                    <a:lnTo>
                      <a:pt x="159" y="190"/>
                    </a:lnTo>
                    <a:lnTo>
                      <a:pt x="159" y="192"/>
                    </a:lnTo>
                    <a:lnTo>
                      <a:pt x="159" y="192"/>
                    </a:lnTo>
                    <a:lnTo>
                      <a:pt x="161" y="192"/>
                    </a:lnTo>
                    <a:lnTo>
                      <a:pt x="161" y="192"/>
                    </a:lnTo>
                    <a:lnTo>
                      <a:pt x="161" y="195"/>
                    </a:lnTo>
                    <a:lnTo>
                      <a:pt x="159" y="195"/>
                    </a:lnTo>
                    <a:lnTo>
                      <a:pt x="159" y="195"/>
                    </a:lnTo>
                    <a:lnTo>
                      <a:pt x="159" y="197"/>
                    </a:lnTo>
                    <a:lnTo>
                      <a:pt x="159" y="197"/>
                    </a:lnTo>
                    <a:lnTo>
                      <a:pt x="159" y="199"/>
                    </a:lnTo>
                    <a:lnTo>
                      <a:pt x="159" y="199"/>
                    </a:lnTo>
                    <a:lnTo>
                      <a:pt x="159" y="199"/>
                    </a:lnTo>
                    <a:lnTo>
                      <a:pt x="159" y="199"/>
                    </a:lnTo>
                    <a:lnTo>
                      <a:pt x="159" y="199"/>
                    </a:lnTo>
                    <a:lnTo>
                      <a:pt x="159" y="202"/>
                    </a:lnTo>
                    <a:lnTo>
                      <a:pt x="156" y="202"/>
                    </a:lnTo>
                    <a:lnTo>
                      <a:pt x="156" y="202"/>
                    </a:lnTo>
                    <a:lnTo>
                      <a:pt x="156" y="199"/>
                    </a:lnTo>
                    <a:lnTo>
                      <a:pt x="154" y="199"/>
                    </a:lnTo>
                    <a:lnTo>
                      <a:pt x="154" y="199"/>
                    </a:lnTo>
                    <a:lnTo>
                      <a:pt x="154" y="202"/>
                    </a:lnTo>
                    <a:lnTo>
                      <a:pt x="154" y="202"/>
                    </a:lnTo>
                    <a:lnTo>
                      <a:pt x="154" y="202"/>
                    </a:lnTo>
                    <a:lnTo>
                      <a:pt x="154" y="204"/>
                    </a:lnTo>
                    <a:lnTo>
                      <a:pt x="152" y="204"/>
                    </a:lnTo>
                    <a:lnTo>
                      <a:pt x="152" y="204"/>
                    </a:lnTo>
                    <a:lnTo>
                      <a:pt x="152" y="204"/>
                    </a:lnTo>
                    <a:lnTo>
                      <a:pt x="152" y="204"/>
                    </a:lnTo>
                    <a:lnTo>
                      <a:pt x="152" y="207"/>
                    </a:lnTo>
                    <a:lnTo>
                      <a:pt x="149" y="207"/>
                    </a:lnTo>
                    <a:lnTo>
                      <a:pt x="149" y="204"/>
                    </a:lnTo>
                    <a:lnTo>
                      <a:pt x="149" y="204"/>
                    </a:lnTo>
                    <a:lnTo>
                      <a:pt x="149" y="207"/>
                    </a:lnTo>
                    <a:lnTo>
                      <a:pt x="147" y="207"/>
                    </a:lnTo>
                    <a:lnTo>
                      <a:pt x="147" y="207"/>
                    </a:lnTo>
                    <a:lnTo>
                      <a:pt x="147" y="207"/>
                    </a:lnTo>
                    <a:lnTo>
                      <a:pt x="147" y="207"/>
                    </a:lnTo>
                    <a:lnTo>
                      <a:pt x="145" y="207"/>
                    </a:lnTo>
                    <a:lnTo>
                      <a:pt x="145" y="209"/>
                    </a:lnTo>
                    <a:lnTo>
                      <a:pt x="145" y="209"/>
                    </a:lnTo>
                    <a:lnTo>
                      <a:pt x="145" y="207"/>
                    </a:lnTo>
                    <a:lnTo>
                      <a:pt x="145" y="207"/>
                    </a:lnTo>
                    <a:lnTo>
                      <a:pt x="145" y="207"/>
                    </a:lnTo>
                    <a:lnTo>
                      <a:pt x="142" y="207"/>
                    </a:lnTo>
                    <a:lnTo>
                      <a:pt x="142" y="204"/>
                    </a:lnTo>
                    <a:lnTo>
                      <a:pt x="142" y="204"/>
                    </a:lnTo>
                    <a:lnTo>
                      <a:pt x="140" y="204"/>
                    </a:lnTo>
                    <a:lnTo>
                      <a:pt x="140" y="204"/>
                    </a:lnTo>
                    <a:lnTo>
                      <a:pt x="140" y="204"/>
                    </a:lnTo>
                    <a:lnTo>
                      <a:pt x="140" y="202"/>
                    </a:lnTo>
                    <a:lnTo>
                      <a:pt x="140" y="202"/>
                    </a:lnTo>
                    <a:lnTo>
                      <a:pt x="140" y="202"/>
                    </a:lnTo>
                    <a:lnTo>
                      <a:pt x="137" y="202"/>
                    </a:lnTo>
                    <a:lnTo>
                      <a:pt x="137" y="199"/>
                    </a:lnTo>
                    <a:lnTo>
                      <a:pt x="137" y="199"/>
                    </a:lnTo>
                    <a:lnTo>
                      <a:pt x="137" y="202"/>
                    </a:lnTo>
                    <a:lnTo>
                      <a:pt x="135" y="202"/>
                    </a:lnTo>
                    <a:lnTo>
                      <a:pt x="135" y="202"/>
                    </a:lnTo>
                    <a:lnTo>
                      <a:pt x="135" y="202"/>
                    </a:lnTo>
                    <a:lnTo>
                      <a:pt x="135" y="204"/>
                    </a:lnTo>
                    <a:lnTo>
                      <a:pt x="135" y="204"/>
                    </a:lnTo>
                    <a:lnTo>
                      <a:pt x="133" y="204"/>
                    </a:lnTo>
                    <a:lnTo>
                      <a:pt x="133" y="204"/>
                    </a:lnTo>
                    <a:lnTo>
                      <a:pt x="133" y="204"/>
                    </a:lnTo>
                    <a:lnTo>
                      <a:pt x="133" y="204"/>
                    </a:lnTo>
                    <a:lnTo>
                      <a:pt x="133" y="207"/>
                    </a:lnTo>
                    <a:lnTo>
                      <a:pt x="130" y="207"/>
                    </a:lnTo>
                    <a:lnTo>
                      <a:pt x="130" y="207"/>
                    </a:lnTo>
                    <a:lnTo>
                      <a:pt x="130" y="207"/>
                    </a:lnTo>
                    <a:lnTo>
                      <a:pt x="130" y="207"/>
                    </a:lnTo>
                    <a:lnTo>
                      <a:pt x="128" y="207"/>
                    </a:lnTo>
                    <a:lnTo>
                      <a:pt x="128" y="207"/>
                    </a:lnTo>
                    <a:lnTo>
                      <a:pt x="128" y="207"/>
                    </a:lnTo>
                    <a:lnTo>
                      <a:pt x="128" y="207"/>
                    </a:lnTo>
                    <a:lnTo>
                      <a:pt x="126" y="207"/>
                    </a:lnTo>
                    <a:lnTo>
                      <a:pt x="126" y="209"/>
                    </a:lnTo>
                    <a:lnTo>
                      <a:pt x="128" y="209"/>
                    </a:lnTo>
                    <a:lnTo>
                      <a:pt x="128" y="209"/>
                    </a:lnTo>
                    <a:lnTo>
                      <a:pt x="128" y="209"/>
                    </a:lnTo>
                    <a:lnTo>
                      <a:pt x="128" y="209"/>
                    </a:lnTo>
                    <a:lnTo>
                      <a:pt x="128" y="211"/>
                    </a:lnTo>
                    <a:lnTo>
                      <a:pt x="128" y="211"/>
                    </a:lnTo>
                    <a:lnTo>
                      <a:pt x="128" y="211"/>
                    </a:lnTo>
                    <a:lnTo>
                      <a:pt x="128" y="214"/>
                    </a:lnTo>
                    <a:lnTo>
                      <a:pt x="130" y="214"/>
                    </a:lnTo>
                    <a:lnTo>
                      <a:pt x="130" y="214"/>
                    </a:lnTo>
                    <a:lnTo>
                      <a:pt x="130" y="216"/>
                    </a:lnTo>
                    <a:lnTo>
                      <a:pt x="128" y="216"/>
                    </a:lnTo>
                    <a:lnTo>
                      <a:pt x="128" y="216"/>
                    </a:lnTo>
                    <a:lnTo>
                      <a:pt x="128" y="218"/>
                    </a:lnTo>
                    <a:lnTo>
                      <a:pt x="128" y="218"/>
                    </a:lnTo>
                    <a:lnTo>
                      <a:pt x="128" y="218"/>
                    </a:lnTo>
                    <a:lnTo>
                      <a:pt x="126" y="218"/>
                    </a:lnTo>
                    <a:lnTo>
                      <a:pt x="126" y="218"/>
                    </a:lnTo>
                    <a:lnTo>
                      <a:pt x="126" y="218"/>
                    </a:lnTo>
                    <a:lnTo>
                      <a:pt x="126" y="216"/>
                    </a:lnTo>
                    <a:lnTo>
                      <a:pt x="123" y="216"/>
                    </a:lnTo>
                    <a:lnTo>
                      <a:pt x="123" y="216"/>
                    </a:lnTo>
                    <a:lnTo>
                      <a:pt x="123" y="216"/>
                    </a:lnTo>
                    <a:lnTo>
                      <a:pt x="121" y="216"/>
                    </a:lnTo>
                    <a:lnTo>
                      <a:pt x="121" y="214"/>
                    </a:lnTo>
                    <a:lnTo>
                      <a:pt x="121" y="214"/>
                    </a:lnTo>
                    <a:lnTo>
                      <a:pt x="121" y="214"/>
                    </a:lnTo>
                    <a:lnTo>
                      <a:pt x="121" y="214"/>
                    </a:lnTo>
                    <a:lnTo>
                      <a:pt x="118" y="214"/>
                    </a:lnTo>
                    <a:lnTo>
                      <a:pt x="118" y="211"/>
                    </a:lnTo>
                    <a:lnTo>
                      <a:pt x="118" y="211"/>
                    </a:lnTo>
                    <a:lnTo>
                      <a:pt x="118" y="211"/>
                    </a:lnTo>
                    <a:lnTo>
                      <a:pt x="118" y="211"/>
                    </a:lnTo>
                    <a:lnTo>
                      <a:pt x="116" y="211"/>
                    </a:lnTo>
                    <a:lnTo>
                      <a:pt x="116" y="211"/>
                    </a:lnTo>
                    <a:lnTo>
                      <a:pt x="116" y="211"/>
                    </a:lnTo>
                    <a:lnTo>
                      <a:pt x="114" y="211"/>
                    </a:lnTo>
                    <a:lnTo>
                      <a:pt x="114" y="214"/>
                    </a:lnTo>
                    <a:lnTo>
                      <a:pt x="114" y="214"/>
                    </a:lnTo>
                    <a:lnTo>
                      <a:pt x="114" y="214"/>
                    </a:lnTo>
                    <a:lnTo>
                      <a:pt x="114" y="211"/>
                    </a:lnTo>
                    <a:lnTo>
                      <a:pt x="111" y="211"/>
                    </a:lnTo>
                    <a:lnTo>
                      <a:pt x="111" y="211"/>
                    </a:lnTo>
                    <a:lnTo>
                      <a:pt x="111" y="211"/>
                    </a:lnTo>
                    <a:lnTo>
                      <a:pt x="111" y="209"/>
                    </a:lnTo>
                    <a:lnTo>
                      <a:pt x="111" y="209"/>
                    </a:lnTo>
                    <a:lnTo>
                      <a:pt x="111" y="209"/>
                    </a:lnTo>
                    <a:lnTo>
                      <a:pt x="109" y="209"/>
                    </a:lnTo>
                    <a:lnTo>
                      <a:pt x="109" y="209"/>
                    </a:lnTo>
                    <a:lnTo>
                      <a:pt x="109" y="207"/>
                    </a:lnTo>
                    <a:lnTo>
                      <a:pt x="111" y="207"/>
                    </a:lnTo>
                    <a:lnTo>
                      <a:pt x="111" y="207"/>
                    </a:lnTo>
                    <a:lnTo>
                      <a:pt x="111" y="207"/>
                    </a:lnTo>
                    <a:lnTo>
                      <a:pt x="111" y="207"/>
                    </a:lnTo>
                    <a:lnTo>
                      <a:pt x="114" y="207"/>
                    </a:lnTo>
                    <a:lnTo>
                      <a:pt x="114" y="204"/>
                    </a:lnTo>
                    <a:lnTo>
                      <a:pt x="114" y="204"/>
                    </a:lnTo>
                    <a:lnTo>
                      <a:pt x="114" y="204"/>
                    </a:lnTo>
                    <a:lnTo>
                      <a:pt x="114" y="204"/>
                    </a:lnTo>
                    <a:lnTo>
                      <a:pt x="116" y="204"/>
                    </a:lnTo>
                    <a:lnTo>
                      <a:pt x="116" y="202"/>
                    </a:lnTo>
                    <a:lnTo>
                      <a:pt x="116" y="202"/>
                    </a:lnTo>
                    <a:lnTo>
                      <a:pt x="116" y="202"/>
                    </a:lnTo>
                    <a:lnTo>
                      <a:pt x="116" y="199"/>
                    </a:lnTo>
                    <a:lnTo>
                      <a:pt x="116" y="199"/>
                    </a:lnTo>
                    <a:lnTo>
                      <a:pt x="116" y="199"/>
                    </a:lnTo>
                    <a:lnTo>
                      <a:pt x="116" y="197"/>
                    </a:lnTo>
                    <a:lnTo>
                      <a:pt x="116" y="197"/>
                    </a:lnTo>
                    <a:lnTo>
                      <a:pt x="116" y="197"/>
                    </a:lnTo>
                    <a:lnTo>
                      <a:pt x="116" y="195"/>
                    </a:lnTo>
                    <a:lnTo>
                      <a:pt x="116" y="195"/>
                    </a:lnTo>
                    <a:lnTo>
                      <a:pt x="116" y="195"/>
                    </a:lnTo>
                    <a:lnTo>
                      <a:pt x="116" y="192"/>
                    </a:lnTo>
                    <a:lnTo>
                      <a:pt x="118" y="192"/>
                    </a:lnTo>
                    <a:lnTo>
                      <a:pt x="118" y="192"/>
                    </a:lnTo>
                    <a:lnTo>
                      <a:pt x="118" y="190"/>
                    </a:lnTo>
                    <a:lnTo>
                      <a:pt x="118" y="190"/>
                    </a:lnTo>
                    <a:lnTo>
                      <a:pt x="118" y="190"/>
                    </a:lnTo>
                    <a:lnTo>
                      <a:pt x="118" y="190"/>
                    </a:lnTo>
                    <a:lnTo>
                      <a:pt x="118" y="190"/>
                    </a:lnTo>
                    <a:lnTo>
                      <a:pt x="116" y="190"/>
                    </a:lnTo>
                    <a:lnTo>
                      <a:pt x="116" y="188"/>
                    </a:lnTo>
                    <a:lnTo>
                      <a:pt x="116" y="188"/>
                    </a:lnTo>
                    <a:lnTo>
                      <a:pt x="114" y="188"/>
                    </a:lnTo>
                    <a:lnTo>
                      <a:pt x="114" y="188"/>
                    </a:lnTo>
                    <a:lnTo>
                      <a:pt x="114" y="185"/>
                    </a:lnTo>
                    <a:lnTo>
                      <a:pt x="116" y="185"/>
                    </a:lnTo>
                    <a:lnTo>
                      <a:pt x="116" y="185"/>
                    </a:lnTo>
                    <a:lnTo>
                      <a:pt x="116" y="185"/>
                    </a:lnTo>
                    <a:lnTo>
                      <a:pt x="116" y="183"/>
                    </a:lnTo>
                    <a:lnTo>
                      <a:pt x="118" y="183"/>
                    </a:lnTo>
                    <a:lnTo>
                      <a:pt x="118" y="183"/>
                    </a:lnTo>
                    <a:lnTo>
                      <a:pt x="118" y="181"/>
                    </a:lnTo>
                    <a:lnTo>
                      <a:pt x="116" y="181"/>
                    </a:lnTo>
                    <a:lnTo>
                      <a:pt x="116" y="181"/>
                    </a:lnTo>
                    <a:lnTo>
                      <a:pt x="114" y="181"/>
                    </a:lnTo>
                    <a:lnTo>
                      <a:pt x="114" y="181"/>
                    </a:lnTo>
                    <a:lnTo>
                      <a:pt x="116" y="181"/>
                    </a:lnTo>
                    <a:lnTo>
                      <a:pt x="116" y="181"/>
                    </a:lnTo>
                    <a:lnTo>
                      <a:pt x="118" y="181"/>
                    </a:lnTo>
                    <a:lnTo>
                      <a:pt x="118" y="178"/>
                    </a:lnTo>
                    <a:lnTo>
                      <a:pt x="118" y="178"/>
                    </a:lnTo>
                    <a:lnTo>
                      <a:pt x="118" y="178"/>
                    </a:lnTo>
                    <a:lnTo>
                      <a:pt x="118" y="178"/>
                    </a:lnTo>
                    <a:lnTo>
                      <a:pt x="118" y="176"/>
                    </a:lnTo>
                    <a:lnTo>
                      <a:pt x="118" y="176"/>
                    </a:lnTo>
                    <a:lnTo>
                      <a:pt x="118" y="173"/>
                    </a:lnTo>
                    <a:lnTo>
                      <a:pt x="118" y="173"/>
                    </a:lnTo>
                    <a:lnTo>
                      <a:pt x="118" y="171"/>
                    </a:lnTo>
                    <a:lnTo>
                      <a:pt x="118" y="171"/>
                    </a:lnTo>
                    <a:lnTo>
                      <a:pt x="118" y="171"/>
                    </a:lnTo>
                    <a:lnTo>
                      <a:pt x="116" y="171"/>
                    </a:lnTo>
                    <a:lnTo>
                      <a:pt x="116" y="171"/>
                    </a:lnTo>
                    <a:lnTo>
                      <a:pt x="114" y="171"/>
                    </a:lnTo>
                    <a:lnTo>
                      <a:pt x="114" y="171"/>
                    </a:lnTo>
                    <a:lnTo>
                      <a:pt x="114" y="169"/>
                    </a:lnTo>
                    <a:lnTo>
                      <a:pt x="114" y="169"/>
                    </a:lnTo>
                    <a:lnTo>
                      <a:pt x="114" y="169"/>
                    </a:lnTo>
                    <a:lnTo>
                      <a:pt x="114" y="169"/>
                    </a:lnTo>
                    <a:lnTo>
                      <a:pt x="114" y="166"/>
                    </a:lnTo>
                    <a:lnTo>
                      <a:pt x="114" y="166"/>
                    </a:lnTo>
                    <a:lnTo>
                      <a:pt x="114" y="164"/>
                    </a:lnTo>
                    <a:lnTo>
                      <a:pt x="114" y="164"/>
                    </a:lnTo>
                    <a:lnTo>
                      <a:pt x="111" y="164"/>
                    </a:lnTo>
                    <a:lnTo>
                      <a:pt x="111" y="164"/>
                    </a:lnTo>
                    <a:lnTo>
                      <a:pt x="111" y="164"/>
                    </a:lnTo>
                    <a:lnTo>
                      <a:pt x="109" y="164"/>
                    </a:lnTo>
                    <a:lnTo>
                      <a:pt x="109" y="164"/>
                    </a:lnTo>
                    <a:lnTo>
                      <a:pt x="109" y="162"/>
                    </a:lnTo>
                    <a:lnTo>
                      <a:pt x="107" y="162"/>
                    </a:lnTo>
                    <a:lnTo>
                      <a:pt x="107" y="162"/>
                    </a:lnTo>
                    <a:lnTo>
                      <a:pt x="107" y="162"/>
                    </a:lnTo>
                    <a:lnTo>
                      <a:pt x="107" y="162"/>
                    </a:lnTo>
                    <a:lnTo>
                      <a:pt x="107" y="159"/>
                    </a:lnTo>
                    <a:lnTo>
                      <a:pt x="104" y="159"/>
                    </a:lnTo>
                    <a:lnTo>
                      <a:pt x="104" y="159"/>
                    </a:lnTo>
                    <a:lnTo>
                      <a:pt x="104" y="159"/>
                    </a:lnTo>
                    <a:lnTo>
                      <a:pt x="104" y="157"/>
                    </a:lnTo>
                    <a:lnTo>
                      <a:pt x="104" y="157"/>
                    </a:lnTo>
                    <a:lnTo>
                      <a:pt x="104" y="157"/>
                    </a:lnTo>
                    <a:lnTo>
                      <a:pt x="102" y="157"/>
                    </a:lnTo>
                    <a:lnTo>
                      <a:pt x="102" y="154"/>
                    </a:lnTo>
                    <a:lnTo>
                      <a:pt x="102" y="154"/>
                    </a:lnTo>
                    <a:lnTo>
                      <a:pt x="102" y="154"/>
                    </a:lnTo>
                    <a:lnTo>
                      <a:pt x="102" y="152"/>
                    </a:lnTo>
                    <a:lnTo>
                      <a:pt x="102" y="152"/>
                    </a:lnTo>
                    <a:lnTo>
                      <a:pt x="100" y="152"/>
                    </a:lnTo>
                    <a:lnTo>
                      <a:pt x="100" y="152"/>
                    </a:lnTo>
                    <a:lnTo>
                      <a:pt x="100" y="152"/>
                    </a:lnTo>
                    <a:lnTo>
                      <a:pt x="100" y="150"/>
                    </a:lnTo>
                    <a:lnTo>
                      <a:pt x="100" y="150"/>
                    </a:lnTo>
                    <a:lnTo>
                      <a:pt x="100" y="150"/>
                    </a:lnTo>
                    <a:lnTo>
                      <a:pt x="100" y="147"/>
                    </a:lnTo>
                    <a:lnTo>
                      <a:pt x="100" y="147"/>
                    </a:lnTo>
                    <a:lnTo>
                      <a:pt x="100" y="147"/>
                    </a:lnTo>
                    <a:lnTo>
                      <a:pt x="100" y="145"/>
                    </a:lnTo>
                    <a:lnTo>
                      <a:pt x="100" y="145"/>
                    </a:lnTo>
                    <a:lnTo>
                      <a:pt x="100" y="145"/>
                    </a:lnTo>
                    <a:lnTo>
                      <a:pt x="100" y="143"/>
                    </a:lnTo>
                    <a:lnTo>
                      <a:pt x="100" y="143"/>
                    </a:lnTo>
                    <a:lnTo>
                      <a:pt x="100" y="140"/>
                    </a:lnTo>
                    <a:lnTo>
                      <a:pt x="100" y="140"/>
                    </a:lnTo>
                    <a:lnTo>
                      <a:pt x="100" y="140"/>
                    </a:lnTo>
                    <a:lnTo>
                      <a:pt x="100" y="138"/>
                    </a:lnTo>
                    <a:lnTo>
                      <a:pt x="100" y="138"/>
                    </a:lnTo>
                    <a:lnTo>
                      <a:pt x="100" y="138"/>
                    </a:lnTo>
                    <a:lnTo>
                      <a:pt x="100" y="135"/>
                    </a:lnTo>
                    <a:lnTo>
                      <a:pt x="100" y="135"/>
                    </a:lnTo>
                    <a:lnTo>
                      <a:pt x="100" y="133"/>
                    </a:lnTo>
                    <a:lnTo>
                      <a:pt x="102" y="133"/>
                    </a:lnTo>
                    <a:lnTo>
                      <a:pt x="102" y="133"/>
                    </a:lnTo>
                    <a:lnTo>
                      <a:pt x="102" y="131"/>
                    </a:lnTo>
                    <a:lnTo>
                      <a:pt x="102" y="131"/>
                    </a:lnTo>
                    <a:lnTo>
                      <a:pt x="100" y="131"/>
                    </a:lnTo>
                    <a:lnTo>
                      <a:pt x="100" y="128"/>
                    </a:lnTo>
                    <a:lnTo>
                      <a:pt x="100" y="128"/>
                    </a:lnTo>
                    <a:lnTo>
                      <a:pt x="100" y="128"/>
                    </a:lnTo>
                    <a:lnTo>
                      <a:pt x="100" y="128"/>
                    </a:lnTo>
                    <a:lnTo>
                      <a:pt x="100" y="126"/>
                    </a:lnTo>
                    <a:lnTo>
                      <a:pt x="100" y="126"/>
                    </a:lnTo>
                    <a:lnTo>
                      <a:pt x="100" y="126"/>
                    </a:lnTo>
                    <a:lnTo>
                      <a:pt x="97" y="126"/>
                    </a:lnTo>
                    <a:lnTo>
                      <a:pt x="97" y="124"/>
                    </a:lnTo>
                    <a:lnTo>
                      <a:pt x="97" y="124"/>
                    </a:lnTo>
                    <a:lnTo>
                      <a:pt x="95" y="124"/>
                    </a:lnTo>
                    <a:lnTo>
                      <a:pt x="95" y="124"/>
                    </a:lnTo>
                    <a:lnTo>
                      <a:pt x="95" y="124"/>
                    </a:lnTo>
                    <a:lnTo>
                      <a:pt x="95" y="124"/>
                    </a:lnTo>
                    <a:lnTo>
                      <a:pt x="95" y="121"/>
                    </a:lnTo>
                    <a:lnTo>
                      <a:pt x="92" y="121"/>
                    </a:lnTo>
                    <a:lnTo>
                      <a:pt x="92" y="121"/>
                    </a:lnTo>
                    <a:lnTo>
                      <a:pt x="92" y="121"/>
                    </a:lnTo>
                    <a:lnTo>
                      <a:pt x="92" y="119"/>
                    </a:lnTo>
                    <a:lnTo>
                      <a:pt x="92" y="119"/>
                    </a:lnTo>
                    <a:lnTo>
                      <a:pt x="92" y="119"/>
                    </a:lnTo>
                    <a:lnTo>
                      <a:pt x="92" y="119"/>
                    </a:lnTo>
                    <a:lnTo>
                      <a:pt x="90" y="119"/>
                    </a:lnTo>
                    <a:lnTo>
                      <a:pt x="90" y="119"/>
                    </a:lnTo>
                    <a:lnTo>
                      <a:pt x="90" y="117"/>
                    </a:lnTo>
                    <a:lnTo>
                      <a:pt x="88" y="117"/>
                    </a:lnTo>
                    <a:lnTo>
                      <a:pt x="88" y="117"/>
                    </a:lnTo>
                    <a:lnTo>
                      <a:pt x="88" y="114"/>
                    </a:lnTo>
                    <a:lnTo>
                      <a:pt x="88" y="114"/>
                    </a:lnTo>
                    <a:lnTo>
                      <a:pt x="88" y="114"/>
                    </a:lnTo>
                    <a:lnTo>
                      <a:pt x="88" y="112"/>
                    </a:lnTo>
                    <a:lnTo>
                      <a:pt x="88" y="112"/>
                    </a:lnTo>
                    <a:lnTo>
                      <a:pt x="88" y="112"/>
                    </a:lnTo>
                    <a:lnTo>
                      <a:pt x="85" y="112"/>
                    </a:lnTo>
                    <a:lnTo>
                      <a:pt x="85" y="109"/>
                    </a:lnTo>
                    <a:lnTo>
                      <a:pt x="85" y="109"/>
                    </a:lnTo>
                    <a:lnTo>
                      <a:pt x="85" y="109"/>
                    </a:lnTo>
                    <a:lnTo>
                      <a:pt x="85" y="109"/>
                    </a:lnTo>
                    <a:lnTo>
                      <a:pt x="85" y="109"/>
                    </a:lnTo>
                    <a:lnTo>
                      <a:pt x="85" y="107"/>
                    </a:lnTo>
                    <a:lnTo>
                      <a:pt x="85" y="107"/>
                    </a:lnTo>
                    <a:lnTo>
                      <a:pt x="83" y="107"/>
                    </a:lnTo>
                    <a:lnTo>
                      <a:pt x="83" y="105"/>
                    </a:lnTo>
                    <a:lnTo>
                      <a:pt x="83" y="105"/>
                    </a:lnTo>
                    <a:lnTo>
                      <a:pt x="81" y="105"/>
                    </a:lnTo>
                    <a:lnTo>
                      <a:pt x="81" y="107"/>
                    </a:lnTo>
                    <a:lnTo>
                      <a:pt x="81" y="107"/>
                    </a:lnTo>
                    <a:lnTo>
                      <a:pt x="81" y="107"/>
                    </a:lnTo>
                    <a:lnTo>
                      <a:pt x="81" y="105"/>
                    </a:lnTo>
                    <a:lnTo>
                      <a:pt x="78" y="105"/>
                    </a:lnTo>
                    <a:lnTo>
                      <a:pt x="78" y="105"/>
                    </a:lnTo>
                    <a:lnTo>
                      <a:pt x="78" y="105"/>
                    </a:lnTo>
                    <a:lnTo>
                      <a:pt x="78" y="105"/>
                    </a:lnTo>
                    <a:lnTo>
                      <a:pt x="76" y="105"/>
                    </a:lnTo>
                    <a:lnTo>
                      <a:pt x="76" y="105"/>
                    </a:lnTo>
                    <a:lnTo>
                      <a:pt x="76" y="102"/>
                    </a:lnTo>
                    <a:lnTo>
                      <a:pt x="74" y="102"/>
                    </a:lnTo>
                    <a:lnTo>
                      <a:pt x="74" y="102"/>
                    </a:lnTo>
                    <a:lnTo>
                      <a:pt x="74" y="102"/>
                    </a:lnTo>
                    <a:lnTo>
                      <a:pt x="71" y="102"/>
                    </a:lnTo>
                    <a:lnTo>
                      <a:pt x="71" y="102"/>
                    </a:lnTo>
                    <a:lnTo>
                      <a:pt x="71" y="102"/>
                    </a:lnTo>
                    <a:lnTo>
                      <a:pt x="69" y="102"/>
                    </a:lnTo>
                    <a:lnTo>
                      <a:pt x="69" y="102"/>
                    </a:lnTo>
                    <a:lnTo>
                      <a:pt x="69" y="102"/>
                    </a:lnTo>
                    <a:lnTo>
                      <a:pt x="69" y="102"/>
                    </a:lnTo>
                    <a:lnTo>
                      <a:pt x="66" y="102"/>
                    </a:lnTo>
                    <a:lnTo>
                      <a:pt x="66" y="105"/>
                    </a:lnTo>
                    <a:lnTo>
                      <a:pt x="66" y="105"/>
                    </a:lnTo>
                    <a:lnTo>
                      <a:pt x="69" y="105"/>
                    </a:lnTo>
                    <a:lnTo>
                      <a:pt x="69" y="107"/>
                    </a:lnTo>
                    <a:lnTo>
                      <a:pt x="66" y="107"/>
                    </a:lnTo>
                    <a:lnTo>
                      <a:pt x="66" y="107"/>
                    </a:lnTo>
                    <a:lnTo>
                      <a:pt x="66" y="107"/>
                    </a:lnTo>
                    <a:lnTo>
                      <a:pt x="66" y="107"/>
                    </a:lnTo>
                    <a:lnTo>
                      <a:pt x="66" y="109"/>
                    </a:lnTo>
                    <a:lnTo>
                      <a:pt x="66" y="109"/>
                    </a:lnTo>
                    <a:lnTo>
                      <a:pt x="64" y="109"/>
                    </a:lnTo>
                    <a:lnTo>
                      <a:pt x="64" y="109"/>
                    </a:lnTo>
                    <a:lnTo>
                      <a:pt x="64" y="109"/>
                    </a:lnTo>
                    <a:lnTo>
                      <a:pt x="64" y="112"/>
                    </a:lnTo>
                    <a:lnTo>
                      <a:pt x="64" y="112"/>
                    </a:lnTo>
                    <a:lnTo>
                      <a:pt x="64" y="114"/>
                    </a:lnTo>
                    <a:lnTo>
                      <a:pt x="62" y="114"/>
                    </a:lnTo>
                    <a:lnTo>
                      <a:pt x="62" y="114"/>
                    </a:lnTo>
                    <a:lnTo>
                      <a:pt x="62" y="114"/>
                    </a:lnTo>
                    <a:lnTo>
                      <a:pt x="59" y="114"/>
                    </a:lnTo>
                    <a:lnTo>
                      <a:pt x="59" y="114"/>
                    </a:lnTo>
                    <a:lnTo>
                      <a:pt x="59" y="114"/>
                    </a:lnTo>
                    <a:lnTo>
                      <a:pt x="59" y="114"/>
                    </a:lnTo>
                    <a:lnTo>
                      <a:pt x="57" y="114"/>
                    </a:lnTo>
                    <a:lnTo>
                      <a:pt x="57" y="117"/>
                    </a:lnTo>
                    <a:lnTo>
                      <a:pt x="57" y="117"/>
                    </a:lnTo>
                    <a:lnTo>
                      <a:pt x="57" y="117"/>
                    </a:lnTo>
                    <a:lnTo>
                      <a:pt x="55" y="117"/>
                    </a:lnTo>
                    <a:lnTo>
                      <a:pt x="55" y="117"/>
                    </a:lnTo>
                    <a:lnTo>
                      <a:pt x="55" y="119"/>
                    </a:lnTo>
                    <a:lnTo>
                      <a:pt x="55" y="119"/>
                    </a:lnTo>
                    <a:lnTo>
                      <a:pt x="52" y="119"/>
                    </a:lnTo>
                    <a:lnTo>
                      <a:pt x="52" y="117"/>
                    </a:lnTo>
                    <a:lnTo>
                      <a:pt x="55" y="117"/>
                    </a:lnTo>
                    <a:lnTo>
                      <a:pt x="55" y="117"/>
                    </a:lnTo>
                    <a:lnTo>
                      <a:pt x="55" y="114"/>
                    </a:lnTo>
                    <a:lnTo>
                      <a:pt x="52" y="114"/>
                    </a:lnTo>
                    <a:lnTo>
                      <a:pt x="52" y="114"/>
                    </a:lnTo>
                    <a:lnTo>
                      <a:pt x="52" y="114"/>
                    </a:lnTo>
                    <a:lnTo>
                      <a:pt x="50" y="114"/>
                    </a:lnTo>
                    <a:lnTo>
                      <a:pt x="50" y="114"/>
                    </a:lnTo>
                    <a:lnTo>
                      <a:pt x="50" y="114"/>
                    </a:lnTo>
                    <a:lnTo>
                      <a:pt x="47" y="114"/>
                    </a:lnTo>
                    <a:lnTo>
                      <a:pt x="47" y="112"/>
                    </a:lnTo>
                    <a:lnTo>
                      <a:pt x="47" y="112"/>
                    </a:lnTo>
                    <a:lnTo>
                      <a:pt x="47" y="112"/>
                    </a:lnTo>
                    <a:lnTo>
                      <a:pt x="47" y="112"/>
                    </a:lnTo>
                    <a:lnTo>
                      <a:pt x="45" y="112"/>
                    </a:lnTo>
                    <a:lnTo>
                      <a:pt x="45" y="109"/>
                    </a:lnTo>
                    <a:lnTo>
                      <a:pt x="45" y="109"/>
                    </a:lnTo>
                    <a:lnTo>
                      <a:pt x="45" y="109"/>
                    </a:lnTo>
                    <a:lnTo>
                      <a:pt x="45" y="109"/>
                    </a:lnTo>
                    <a:lnTo>
                      <a:pt x="45" y="109"/>
                    </a:lnTo>
                    <a:lnTo>
                      <a:pt x="43" y="109"/>
                    </a:lnTo>
                    <a:lnTo>
                      <a:pt x="43" y="109"/>
                    </a:lnTo>
                    <a:lnTo>
                      <a:pt x="40" y="109"/>
                    </a:lnTo>
                    <a:lnTo>
                      <a:pt x="40" y="109"/>
                    </a:lnTo>
                    <a:lnTo>
                      <a:pt x="40" y="109"/>
                    </a:lnTo>
                    <a:lnTo>
                      <a:pt x="40" y="109"/>
                    </a:lnTo>
                    <a:lnTo>
                      <a:pt x="40" y="109"/>
                    </a:lnTo>
                    <a:lnTo>
                      <a:pt x="40" y="112"/>
                    </a:lnTo>
                    <a:lnTo>
                      <a:pt x="38" y="112"/>
                    </a:lnTo>
                    <a:lnTo>
                      <a:pt x="38" y="112"/>
                    </a:lnTo>
                    <a:lnTo>
                      <a:pt x="38" y="112"/>
                    </a:lnTo>
                    <a:lnTo>
                      <a:pt x="38" y="112"/>
                    </a:lnTo>
                    <a:lnTo>
                      <a:pt x="36" y="112"/>
                    </a:lnTo>
                    <a:lnTo>
                      <a:pt x="36" y="112"/>
                    </a:lnTo>
                    <a:lnTo>
                      <a:pt x="36" y="114"/>
                    </a:lnTo>
                    <a:lnTo>
                      <a:pt x="36" y="114"/>
                    </a:lnTo>
                    <a:lnTo>
                      <a:pt x="36" y="117"/>
                    </a:lnTo>
                    <a:lnTo>
                      <a:pt x="33" y="117"/>
                    </a:lnTo>
                    <a:lnTo>
                      <a:pt x="33" y="117"/>
                    </a:lnTo>
                    <a:lnTo>
                      <a:pt x="33" y="117"/>
                    </a:lnTo>
                    <a:lnTo>
                      <a:pt x="33" y="117"/>
                    </a:lnTo>
                    <a:lnTo>
                      <a:pt x="31" y="117"/>
                    </a:lnTo>
                    <a:lnTo>
                      <a:pt x="31" y="119"/>
                    </a:lnTo>
                    <a:lnTo>
                      <a:pt x="31" y="119"/>
                    </a:lnTo>
                    <a:lnTo>
                      <a:pt x="31" y="119"/>
                    </a:lnTo>
                    <a:lnTo>
                      <a:pt x="31" y="119"/>
                    </a:lnTo>
                    <a:lnTo>
                      <a:pt x="29" y="119"/>
                    </a:lnTo>
                    <a:lnTo>
                      <a:pt x="29" y="119"/>
                    </a:lnTo>
                    <a:lnTo>
                      <a:pt x="29" y="121"/>
                    </a:lnTo>
                    <a:lnTo>
                      <a:pt x="29" y="121"/>
                    </a:lnTo>
                    <a:lnTo>
                      <a:pt x="26" y="121"/>
                    </a:lnTo>
                    <a:lnTo>
                      <a:pt x="26" y="121"/>
                    </a:lnTo>
                    <a:lnTo>
                      <a:pt x="26" y="121"/>
                    </a:lnTo>
                    <a:lnTo>
                      <a:pt x="26" y="124"/>
                    </a:lnTo>
                    <a:lnTo>
                      <a:pt x="26" y="124"/>
                    </a:lnTo>
                    <a:lnTo>
                      <a:pt x="26" y="124"/>
                    </a:lnTo>
                    <a:lnTo>
                      <a:pt x="24" y="124"/>
                    </a:lnTo>
                    <a:lnTo>
                      <a:pt x="24" y="126"/>
                    </a:lnTo>
                    <a:lnTo>
                      <a:pt x="24" y="126"/>
                    </a:lnTo>
                    <a:lnTo>
                      <a:pt x="24" y="126"/>
                    </a:lnTo>
                    <a:lnTo>
                      <a:pt x="21" y="126"/>
                    </a:lnTo>
                    <a:lnTo>
                      <a:pt x="21" y="128"/>
                    </a:lnTo>
                    <a:lnTo>
                      <a:pt x="21" y="128"/>
                    </a:lnTo>
                    <a:lnTo>
                      <a:pt x="21" y="126"/>
                    </a:lnTo>
                    <a:lnTo>
                      <a:pt x="21" y="126"/>
                    </a:lnTo>
                    <a:lnTo>
                      <a:pt x="21" y="126"/>
                    </a:lnTo>
                    <a:lnTo>
                      <a:pt x="19" y="126"/>
                    </a:lnTo>
                    <a:lnTo>
                      <a:pt x="19" y="126"/>
                    </a:lnTo>
                    <a:lnTo>
                      <a:pt x="19" y="124"/>
                    </a:lnTo>
                    <a:lnTo>
                      <a:pt x="19" y="124"/>
                    </a:lnTo>
                    <a:lnTo>
                      <a:pt x="19" y="121"/>
                    </a:lnTo>
                    <a:lnTo>
                      <a:pt x="19" y="121"/>
                    </a:lnTo>
                    <a:lnTo>
                      <a:pt x="19" y="119"/>
                    </a:lnTo>
                    <a:lnTo>
                      <a:pt x="19" y="119"/>
                    </a:lnTo>
                    <a:lnTo>
                      <a:pt x="19" y="119"/>
                    </a:lnTo>
                    <a:lnTo>
                      <a:pt x="19" y="119"/>
                    </a:lnTo>
                    <a:lnTo>
                      <a:pt x="19" y="117"/>
                    </a:lnTo>
                    <a:lnTo>
                      <a:pt x="19" y="117"/>
                    </a:lnTo>
                    <a:lnTo>
                      <a:pt x="21" y="117"/>
                    </a:lnTo>
                    <a:lnTo>
                      <a:pt x="21" y="114"/>
                    </a:lnTo>
                    <a:lnTo>
                      <a:pt x="21" y="114"/>
                    </a:lnTo>
                    <a:lnTo>
                      <a:pt x="21" y="114"/>
                    </a:lnTo>
                    <a:lnTo>
                      <a:pt x="21" y="112"/>
                    </a:lnTo>
                    <a:lnTo>
                      <a:pt x="21" y="112"/>
                    </a:lnTo>
                    <a:lnTo>
                      <a:pt x="21" y="112"/>
                    </a:lnTo>
                    <a:lnTo>
                      <a:pt x="21" y="109"/>
                    </a:lnTo>
                    <a:lnTo>
                      <a:pt x="21" y="109"/>
                    </a:lnTo>
                    <a:lnTo>
                      <a:pt x="21" y="109"/>
                    </a:lnTo>
                    <a:lnTo>
                      <a:pt x="21" y="107"/>
                    </a:lnTo>
                    <a:lnTo>
                      <a:pt x="21" y="107"/>
                    </a:lnTo>
                    <a:lnTo>
                      <a:pt x="21" y="105"/>
                    </a:lnTo>
                    <a:lnTo>
                      <a:pt x="21" y="105"/>
                    </a:lnTo>
                    <a:lnTo>
                      <a:pt x="21" y="105"/>
                    </a:lnTo>
                    <a:lnTo>
                      <a:pt x="21" y="105"/>
                    </a:lnTo>
                    <a:lnTo>
                      <a:pt x="21" y="102"/>
                    </a:lnTo>
                    <a:lnTo>
                      <a:pt x="19" y="102"/>
                    </a:lnTo>
                    <a:lnTo>
                      <a:pt x="19" y="102"/>
                    </a:lnTo>
                    <a:lnTo>
                      <a:pt x="21" y="102"/>
                    </a:lnTo>
                    <a:lnTo>
                      <a:pt x="21" y="100"/>
                    </a:lnTo>
                    <a:lnTo>
                      <a:pt x="21" y="100"/>
                    </a:lnTo>
                    <a:lnTo>
                      <a:pt x="21" y="100"/>
                    </a:lnTo>
                    <a:lnTo>
                      <a:pt x="21" y="100"/>
                    </a:lnTo>
                    <a:lnTo>
                      <a:pt x="21" y="100"/>
                    </a:lnTo>
                    <a:lnTo>
                      <a:pt x="24" y="100"/>
                    </a:lnTo>
                    <a:lnTo>
                      <a:pt x="24" y="98"/>
                    </a:lnTo>
                    <a:lnTo>
                      <a:pt x="24" y="98"/>
                    </a:lnTo>
                    <a:lnTo>
                      <a:pt x="24" y="98"/>
                    </a:lnTo>
                    <a:lnTo>
                      <a:pt x="24" y="95"/>
                    </a:lnTo>
                    <a:lnTo>
                      <a:pt x="24" y="95"/>
                    </a:lnTo>
                    <a:lnTo>
                      <a:pt x="24" y="93"/>
                    </a:lnTo>
                    <a:lnTo>
                      <a:pt x="24" y="93"/>
                    </a:lnTo>
                    <a:lnTo>
                      <a:pt x="24" y="90"/>
                    </a:lnTo>
                    <a:lnTo>
                      <a:pt x="24" y="90"/>
                    </a:lnTo>
                    <a:lnTo>
                      <a:pt x="26" y="90"/>
                    </a:lnTo>
                    <a:lnTo>
                      <a:pt x="26" y="90"/>
                    </a:lnTo>
                    <a:lnTo>
                      <a:pt x="26" y="88"/>
                    </a:lnTo>
                    <a:lnTo>
                      <a:pt x="26" y="88"/>
                    </a:lnTo>
                    <a:lnTo>
                      <a:pt x="26" y="88"/>
                    </a:lnTo>
                    <a:lnTo>
                      <a:pt x="26" y="86"/>
                    </a:lnTo>
                    <a:lnTo>
                      <a:pt x="26" y="86"/>
                    </a:lnTo>
                    <a:lnTo>
                      <a:pt x="26" y="86"/>
                    </a:lnTo>
                    <a:lnTo>
                      <a:pt x="24" y="86"/>
                    </a:lnTo>
                    <a:lnTo>
                      <a:pt x="24" y="83"/>
                    </a:lnTo>
                    <a:lnTo>
                      <a:pt x="24" y="83"/>
                    </a:lnTo>
                    <a:lnTo>
                      <a:pt x="24" y="81"/>
                    </a:lnTo>
                    <a:lnTo>
                      <a:pt x="24" y="81"/>
                    </a:lnTo>
                    <a:lnTo>
                      <a:pt x="24" y="81"/>
                    </a:lnTo>
                    <a:lnTo>
                      <a:pt x="24" y="81"/>
                    </a:lnTo>
                    <a:lnTo>
                      <a:pt x="24" y="79"/>
                    </a:lnTo>
                    <a:lnTo>
                      <a:pt x="24" y="79"/>
                    </a:lnTo>
                    <a:lnTo>
                      <a:pt x="24" y="76"/>
                    </a:lnTo>
                    <a:lnTo>
                      <a:pt x="24" y="76"/>
                    </a:lnTo>
                    <a:lnTo>
                      <a:pt x="24" y="76"/>
                    </a:lnTo>
                    <a:lnTo>
                      <a:pt x="26" y="76"/>
                    </a:lnTo>
                    <a:lnTo>
                      <a:pt x="26" y="74"/>
                    </a:lnTo>
                    <a:lnTo>
                      <a:pt x="26" y="74"/>
                    </a:lnTo>
                    <a:lnTo>
                      <a:pt x="24" y="74"/>
                    </a:lnTo>
                    <a:lnTo>
                      <a:pt x="24" y="74"/>
                    </a:lnTo>
                    <a:lnTo>
                      <a:pt x="21" y="74"/>
                    </a:lnTo>
                    <a:lnTo>
                      <a:pt x="21" y="74"/>
                    </a:lnTo>
                    <a:lnTo>
                      <a:pt x="21" y="74"/>
                    </a:lnTo>
                    <a:lnTo>
                      <a:pt x="21" y="71"/>
                    </a:lnTo>
                    <a:lnTo>
                      <a:pt x="19" y="71"/>
                    </a:lnTo>
                    <a:lnTo>
                      <a:pt x="19" y="71"/>
                    </a:lnTo>
                    <a:lnTo>
                      <a:pt x="19" y="71"/>
                    </a:lnTo>
                    <a:lnTo>
                      <a:pt x="17" y="71"/>
                    </a:lnTo>
                    <a:lnTo>
                      <a:pt x="17" y="71"/>
                    </a:lnTo>
                    <a:lnTo>
                      <a:pt x="17" y="74"/>
                    </a:lnTo>
                    <a:lnTo>
                      <a:pt x="14" y="74"/>
                    </a:lnTo>
                    <a:lnTo>
                      <a:pt x="14" y="74"/>
                    </a:lnTo>
                    <a:lnTo>
                      <a:pt x="14" y="74"/>
                    </a:lnTo>
                    <a:lnTo>
                      <a:pt x="14" y="76"/>
                    </a:lnTo>
                    <a:lnTo>
                      <a:pt x="14" y="76"/>
                    </a:lnTo>
                    <a:lnTo>
                      <a:pt x="14" y="74"/>
                    </a:lnTo>
                    <a:lnTo>
                      <a:pt x="12" y="74"/>
                    </a:lnTo>
                    <a:lnTo>
                      <a:pt x="12" y="74"/>
                    </a:lnTo>
                    <a:lnTo>
                      <a:pt x="12" y="74"/>
                    </a:lnTo>
                    <a:lnTo>
                      <a:pt x="10" y="74"/>
                    </a:lnTo>
                    <a:lnTo>
                      <a:pt x="10" y="76"/>
                    </a:lnTo>
                    <a:lnTo>
                      <a:pt x="10" y="76"/>
                    </a:lnTo>
                    <a:lnTo>
                      <a:pt x="10" y="74"/>
                    </a:lnTo>
                    <a:lnTo>
                      <a:pt x="7" y="74"/>
                    </a:lnTo>
                    <a:lnTo>
                      <a:pt x="7" y="74"/>
                    </a:lnTo>
                    <a:lnTo>
                      <a:pt x="7" y="71"/>
                    </a:lnTo>
                    <a:lnTo>
                      <a:pt x="7" y="71"/>
                    </a:lnTo>
                    <a:lnTo>
                      <a:pt x="7" y="71"/>
                    </a:lnTo>
                    <a:lnTo>
                      <a:pt x="7" y="71"/>
                    </a:lnTo>
                    <a:lnTo>
                      <a:pt x="7" y="71"/>
                    </a:lnTo>
                    <a:lnTo>
                      <a:pt x="7" y="69"/>
                    </a:lnTo>
                    <a:lnTo>
                      <a:pt x="7" y="69"/>
                    </a:lnTo>
                    <a:lnTo>
                      <a:pt x="7" y="69"/>
                    </a:lnTo>
                    <a:lnTo>
                      <a:pt x="7" y="67"/>
                    </a:lnTo>
                    <a:lnTo>
                      <a:pt x="7" y="67"/>
                    </a:lnTo>
                    <a:lnTo>
                      <a:pt x="7" y="67"/>
                    </a:lnTo>
                    <a:lnTo>
                      <a:pt x="7" y="64"/>
                    </a:lnTo>
                    <a:lnTo>
                      <a:pt x="10" y="64"/>
                    </a:lnTo>
                    <a:lnTo>
                      <a:pt x="10" y="64"/>
                    </a:lnTo>
                    <a:lnTo>
                      <a:pt x="10" y="62"/>
                    </a:lnTo>
                    <a:lnTo>
                      <a:pt x="10" y="62"/>
                    </a:lnTo>
                    <a:lnTo>
                      <a:pt x="10" y="60"/>
                    </a:lnTo>
                    <a:lnTo>
                      <a:pt x="10" y="60"/>
                    </a:lnTo>
                    <a:lnTo>
                      <a:pt x="10" y="60"/>
                    </a:lnTo>
                    <a:lnTo>
                      <a:pt x="10" y="60"/>
                    </a:lnTo>
                    <a:lnTo>
                      <a:pt x="10" y="60"/>
                    </a:lnTo>
                    <a:lnTo>
                      <a:pt x="7" y="60"/>
                    </a:lnTo>
                    <a:lnTo>
                      <a:pt x="7" y="60"/>
                    </a:lnTo>
                    <a:lnTo>
                      <a:pt x="7" y="57"/>
                    </a:lnTo>
                    <a:lnTo>
                      <a:pt x="7" y="57"/>
                    </a:lnTo>
                    <a:lnTo>
                      <a:pt x="7" y="57"/>
                    </a:lnTo>
                    <a:lnTo>
                      <a:pt x="7" y="55"/>
                    </a:lnTo>
                    <a:lnTo>
                      <a:pt x="5" y="55"/>
                    </a:lnTo>
                    <a:lnTo>
                      <a:pt x="5" y="55"/>
                    </a:lnTo>
                    <a:lnTo>
                      <a:pt x="5" y="53"/>
                    </a:lnTo>
                    <a:lnTo>
                      <a:pt x="5" y="53"/>
                    </a:lnTo>
                    <a:lnTo>
                      <a:pt x="5" y="53"/>
                    </a:lnTo>
                    <a:lnTo>
                      <a:pt x="2" y="53"/>
                    </a:lnTo>
                    <a:lnTo>
                      <a:pt x="2" y="55"/>
                    </a:lnTo>
                    <a:lnTo>
                      <a:pt x="2" y="55"/>
                    </a:lnTo>
                    <a:lnTo>
                      <a:pt x="2" y="55"/>
                    </a:lnTo>
                    <a:lnTo>
                      <a:pt x="0" y="55"/>
                    </a:lnTo>
                    <a:lnTo>
                      <a:pt x="0" y="57"/>
                    </a:lnTo>
                    <a:lnTo>
                      <a:pt x="0" y="57"/>
                    </a:lnTo>
                    <a:lnTo>
                      <a:pt x="0" y="57"/>
                    </a:lnTo>
                    <a:lnTo>
                      <a:pt x="0" y="55"/>
                    </a:lnTo>
                    <a:lnTo>
                      <a:pt x="0" y="55"/>
                    </a:lnTo>
                    <a:lnTo>
                      <a:pt x="0" y="53"/>
                    </a:lnTo>
                    <a:lnTo>
                      <a:pt x="0" y="53"/>
                    </a:lnTo>
                    <a:lnTo>
                      <a:pt x="0" y="53"/>
                    </a:lnTo>
                    <a:lnTo>
                      <a:pt x="0" y="50"/>
                    </a:lnTo>
                    <a:lnTo>
                      <a:pt x="0" y="50"/>
                    </a:lnTo>
                    <a:lnTo>
                      <a:pt x="0" y="50"/>
                    </a:lnTo>
                    <a:lnTo>
                      <a:pt x="0" y="50"/>
                    </a:lnTo>
                    <a:lnTo>
                      <a:pt x="0" y="48"/>
                    </a:lnTo>
                    <a:lnTo>
                      <a:pt x="0" y="48"/>
                    </a:lnTo>
                    <a:lnTo>
                      <a:pt x="2" y="48"/>
                    </a:lnTo>
                    <a:lnTo>
                      <a:pt x="2" y="45"/>
                    </a:lnTo>
                    <a:lnTo>
                      <a:pt x="2" y="45"/>
                    </a:lnTo>
                    <a:lnTo>
                      <a:pt x="2" y="45"/>
                    </a:lnTo>
                    <a:lnTo>
                      <a:pt x="2" y="43"/>
                    </a:lnTo>
                    <a:lnTo>
                      <a:pt x="5" y="43"/>
                    </a:lnTo>
                    <a:lnTo>
                      <a:pt x="5" y="43"/>
                    </a:lnTo>
                    <a:lnTo>
                      <a:pt x="5" y="43"/>
                    </a:lnTo>
                    <a:lnTo>
                      <a:pt x="5" y="43"/>
                    </a:lnTo>
                    <a:lnTo>
                      <a:pt x="5" y="41"/>
                    </a:lnTo>
                    <a:lnTo>
                      <a:pt x="7" y="41"/>
                    </a:lnTo>
                    <a:lnTo>
                      <a:pt x="7" y="41"/>
                    </a:lnTo>
                    <a:lnTo>
                      <a:pt x="7" y="41"/>
                    </a:lnTo>
                    <a:lnTo>
                      <a:pt x="7" y="43"/>
                    </a:lnTo>
                    <a:lnTo>
                      <a:pt x="10" y="43"/>
                    </a:lnTo>
                    <a:lnTo>
                      <a:pt x="10" y="41"/>
                    </a:lnTo>
                    <a:lnTo>
                      <a:pt x="10" y="41"/>
                    </a:lnTo>
                    <a:lnTo>
                      <a:pt x="12" y="41"/>
                    </a:lnTo>
                    <a:lnTo>
                      <a:pt x="12" y="41"/>
                    </a:lnTo>
                    <a:lnTo>
                      <a:pt x="10" y="41"/>
                    </a:lnTo>
                    <a:lnTo>
                      <a:pt x="10" y="41"/>
                    </a:lnTo>
                    <a:lnTo>
                      <a:pt x="7" y="41"/>
                    </a:lnTo>
                    <a:lnTo>
                      <a:pt x="7" y="41"/>
                    </a:lnTo>
                    <a:lnTo>
                      <a:pt x="10" y="41"/>
                    </a:lnTo>
                    <a:lnTo>
                      <a:pt x="10" y="38"/>
                    </a:lnTo>
                    <a:lnTo>
                      <a:pt x="10" y="38"/>
                    </a:lnTo>
                    <a:lnTo>
                      <a:pt x="10" y="36"/>
                    </a:lnTo>
                    <a:lnTo>
                      <a:pt x="10" y="36"/>
                    </a:lnTo>
                    <a:lnTo>
                      <a:pt x="12" y="36"/>
                    </a:lnTo>
                    <a:lnTo>
                      <a:pt x="12" y="36"/>
                    </a:lnTo>
                    <a:lnTo>
                      <a:pt x="12" y="36"/>
                    </a:lnTo>
                    <a:lnTo>
                      <a:pt x="12" y="34"/>
                    </a:lnTo>
                    <a:lnTo>
                      <a:pt x="12" y="34"/>
                    </a:lnTo>
                    <a:lnTo>
                      <a:pt x="12" y="34"/>
                    </a:lnTo>
                    <a:lnTo>
                      <a:pt x="12" y="31"/>
                    </a:lnTo>
                    <a:lnTo>
                      <a:pt x="12" y="31"/>
                    </a:lnTo>
                    <a:lnTo>
                      <a:pt x="12" y="31"/>
                    </a:lnTo>
                    <a:lnTo>
                      <a:pt x="14" y="31"/>
                    </a:lnTo>
                    <a:lnTo>
                      <a:pt x="14" y="31"/>
                    </a:lnTo>
                    <a:lnTo>
                      <a:pt x="14" y="31"/>
                    </a:lnTo>
                    <a:lnTo>
                      <a:pt x="17" y="31"/>
                    </a:lnTo>
                    <a:lnTo>
                      <a:pt x="17" y="29"/>
                    </a:lnTo>
                    <a:lnTo>
                      <a:pt x="17" y="29"/>
                    </a:lnTo>
                    <a:lnTo>
                      <a:pt x="17" y="29"/>
                    </a:lnTo>
                    <a:lnTo>
                      <a:pt x="19" y="29"/>
                    </a:lnTo>
                    <a:lnTo>
                      <a:pt x="19" y="29"/>
                    </a:lnTo>
                    <a:lnTo>
                      <a:pt x="19" y="26"/>
                    </a:lnTo>
                    <a:lnTo>
                      <a:pt x="19" y="26"/>
                    </a:lnTo>
                    <a:lnTo>
                      <a:pt x="19" y="26"/>
                    </a:lnTo>
                    <a:lnTo>
                      <a:pt x="21" y="26"/>
                    </a:lnTo>
                    <a:lnTo>
                      <a:pt x="21" y="26"/>
                    </a:lnTo>
                    <a:lnTo>
                      <a:pt x="21" y="24"/>
                    </a:lnTo>
                    <a:lnTo>
                      <a:pt x="21" y="24"/>
                    </a:lnTo>
                    <a:lnTo>
                      <a:pt x="21" y="24"/>
                    </a:lnTo>
                    <a:lnTo>
                      <a:pt x="24" y="24"/>
                    </a:lnTo>
                    <a:lnTo>
                      <a:pt x="24" y="24"/>
                    </a:lnTo>
                    <a:lnTo>
                      <a:pt x="24" y="26"/>
                    </a:lnTo>
                    <a:lnTo>
                      <a:pt x="24" y="26"/>
                    </a:lnTo>
                    <a:lnTo>
                      <a:pt x="24" y="26"/>
                    </a:lnTo>
                    <a:lnTo>
                      <a:pt x="24" y="29"/>
                    </a:lnTo>
                    <a:lnTo>
                      <a:pt x="24" y="29"/>
                    </a:lnTo>
                    <a:lnTo>
                      <a:pt x="24" y="31"/>
                    </a:lnTo>
                    <a:lnTo>
                      <a:pt x="24" y="31"/>
                    </a:lnTo>
                    <a:lnTo>
                      <a:pt x="24" y="31"/>
                    </a:lnTo>
                    <a:lnTo>
                      <a:pt x="26" y="31"/>
                    </a:lnTo>
                    <a:lnTo>
                      <a:pt x="26" y="34"/>
                    </a:lnTo>
                    <a:lnTo>
                      <a:pt x="26" y="34"/>
                    </a:lnTo>
                    <a:lnTo>
                      <a:pt x="26" y="31"/>
                    </a:lnTo>
                    <a:lnTo>
                      <a:pt x="26" y="31"/>
                    </a:lnTo>
                    <a:lnTo>
                      <a:pt x="29" y="31"/>
                    </a:lnTo>
                    <a:lnTo>
                      <a:pt x="29" y="31"/>
                    </a:lnTo>
                    <a:lnTo>
                      <a:pt x="29" y="31"/>
                    </a:lnTo>
                    <a:lnTo>
                      <a:pt x="29" y="31"/>
                    </a:lnTo>
                    <a:lnTo>
                      <a:pt x="31" y="31"/>
                    </a:lnTo>
                    <a:lnTo>
                      <a:pt x="31" y="31"/>
                    </a:lnTo>
                    <a:lnTo>
                      <a:pt x="31" y="31"/>
                    </a:lnTo>
                    <a:lnTo>
                      <a:pt x="33" y="31"/>
                    </a:lnTo>
                    <a:lnTo>
                      <a:pt x="33" y="31"/>
                    </a:lnTo>
                    <a:lnTo>
                      <a:pt x="33" y="34"/>
                    </a:lnTo>
                    <a:lnTo>
                      <a:pt x="33" y="34"/>
                    </a:lnTo>
                    <a:lnTo>
                      <a:pt x="33" y="34"/>
                    </a:lnTo>
                    <a:lnTo>
                      <a:pt x="36" y="34"/>
                    </a:lnTo>
                    <a:lnTo>
                      <a:pt x="36" y="34"/>
                    </a:lnTo>
                    <a:lnTo>
                      <a:pt x="36" y="34"/>
                    </a:lnTo>
                    <a:lnTo>
                      <a:pt x="36" y="31"/>
                    </a:lnTo>
                    <a:lnTo>
                      <a:pt x="38" y="31"/>
                    </a:lnTo>
                    <a:lnTo>
                      <a:pt x="38" y="31"/>
                    </a:lnTo>
                    <a:lnTo>
                      <a:pt x="38" y="31"/>
                    </a:lnTo>
                    <a:lnTo>
                      <a:pt x="36" y="31"/>
                    </a:lnTo>
                    <a:lnTo>
                      <a:pt x="36" y="31"/>
                    </a:lnTo>
                    <a:lnTo>
                      <a:pt x="36" y="29"/>
                    </a:lnTo>
                    <a:lnTo>
                      <a:pt x="36" y="29"/>
                    </a:lnTo>
                    <a:lnTo>
                      <a:pt x="36" y="26"/>
                    </a:lnTo>
                    <a:lnTo>
                      <a:pt x="36" y="26"/>
                    </a:lnTo>
                    <a:lnTo>
                      <a:pt x="36" y="24"/>
                    </a:lnTo>
                    <a:lnTo>
                      <a:pt x="36" y="24"/>
                    </a:lnTo>
                    <a:lnTo>
                      <a:pt x="36" y="24"/>
                    </a:lnTo>
                    <a:lnTo>
                      <a:pt x="36" y="24"/>
                    </a:lnTo>
                    <a:lnTo>
                      <a:pt x="36" y="22"/>
                    </a:lnTo>
                    <a:lnTo>
                      <a:pt x="36" y="22"/>
                    </a:lnTo>
                    <a:lnTo>
                      <a:pt x="38" y="22"/>
                    </a:lnTo>
                    <a:lnTo>
                      <a:pt x="38" y="22"/>
                    </a:lnTo>
                    <a:lnTo>
                      <a:pt x="36" y="22"/>
                    </a:lnTo>
                    <a:lnTo>
                      <a:pt x="36" y="22"/>
                    </a:lnTo>
                    <a:lnTo>
                      <a:pt x="36" y="22"/>
                    </a:lnTo>
                    <a:lnTo>
                      <a:pt x="36" y="19"/>
                    </a:lnTo>
                    <a:lnTo>
                      <a:pt x="36" y="19"/>
                    </a:lnTo>
                    <a:lnTo>
                      <a:pt x="36" y="17"/>
                    </a:lnTo>
                    <a:lnTo>
                      <a:pt x="36" y="17"/>
                    </a:lnTo>
                    <a:lnTo>
                      <a:pt x="36" y="17"/>
                    </a:lnTo>
                    <a:lnTo>
                      <a:pt x="36" y="17"/>
                    </a:lnTo>
                    <a:lnTo>
                      <a:pt x="36" y="15"/>
                    </a:lnTo>
                    <a:lnTo>
                      <a:pt x="33" y="15"/>
                    </a:lnTo>
                    <a:lnTo>
                      <a:pt x="33" y="15"/>
                    </a:lnTo>
                    <a:lnTo>
                      <a:pt x="33" y="12"/>
                    </a:lnTo>
                    <a:lnTo>
                      <a:pt x="33" y="12"/>
                    </a:lnTo>
                    <a:lnTo>
                      <a:pt x="33" y="12"/>
                    </a:lnTo>
                    <a:lnTo>
                      <a:pt x="33" y="12"/>
                    </a:lnTo>
                    <a:lnTo>
                      <a:pt x="33" y="10"/>
                    </a:lnTo>
                    <a:lnTo>
                      <a:pt x="33" y="10"/>
                    </a:lnTo>
                    <a:lnTo>
                      <a:pt x="31" y="10"/>
                    </a:lnTo>
                    <a:lnTo>
                      <a:pt x="31" y="10"/>
                    </a:lnTo>
                    <a:lnTo>
                      <a:pt x="31" y="8"/>
                    </a:lnTo>
                    <a:lnTo>
                      <a:pt x="31" y="8"/>
                    </a:lnTo>
                    <a:lnTo>
                      <a:pt x="31" y="8"/>
                    </a:lnTo>
                    <a:lnTo>
                      <a:pt x="31" y="5"/>
                    </a:lnTo>
                    <a:lnTo>
                      <a:pt x="31" y="5"/>
                    </a:lnTo>
                    <a:lnTo>
                      <a:pt x="31" y="5"/>
                    </a:lnTo>
                    <a:lnTo>
                      <a:pt x="33" y="5"/>
                    </a:lnTo>
                    <a:lnTo>
                      <a:pt x="33" y="3"/>
                    </a:lnTo>
                    <a:lnTo>
                      <a:pt x="33" y="3"/>
                    </a:lnTo>
                    <a:lnTo>
                      <a:pt x="33" y="3"/>
                    </a:lnTo>
                    <a:lnTo>
                      <a:pt x="33" y="0"/>
                    </a:lnTo>
                    <a:lnTo>
                      <a:pt x="33" y="0"/>
                    </a:lnTo>
                    <a:lnTo>
                      <a:pt x="33" y="0"/>
                    </a:lnTo>
                    <a:lnTo>
                      <a:pt x="33" y="0"/>
                    </a:lnTo>
                    <a:lnTo>
                      <a:pt x="36" y="0"/>
                    </a:lnTo>
                    <a:lnTo>
                      <a:pt x="36" y="0"/>
                    </a:lnTo>
                    <a:lnTo>
                      <a:pt x="36" y="0"/>
                    </a:lnTo>
                    <a:lnTo>
                      <a:pt x="38" y="0"/>
                    </a:lnTo>
                    <a:lnTo>
                      <a:pt x="38" y="0"/>
                    </a:lnTo>
                    <a:lnTo>
                      <a:pt x="38" y="0"/>
                    </a:lnTo>
                    <a:lnTo>
                      <a:pt x="38" y="3"/>
                    </a:lnTo>
                    <a:lnTo>
                      <a:pt x="38" y="3"/>
                    </a:lnTo>
                    <a:lnTo>
                      <a:pt x="38" y="0"/>
                    </a:lnTo>
                    <a:lnTo>
                      <a:pt x="40" y="0"/>
                    </a:lnTo>
                    <a:lnTo>
                      <a:pt x="40" y="0"/>
                    </a:lnTo>
                    <a:lnTo>
                      <a:pt x="40" y="0"/>
                    </a:lnTo>
                    <a:lnTo>
                      <a:pt x="40" y="0"/>
                    </a:lnTo>
                    <a:lnTo>
                      <a:pt x="43" y="0"/>
                    </a:lnTo>
                    <a:lnTo>
                      <a:pt x="43" y="0"/>
                    </a:lnTo>
                    <a:lnTo>
                      <a:pt x="43" y="0"/>
                    </a:lnTo>
                    <a:lnTo>
                      <a:pt x="4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5" name="Freeform 123"/>
              <p:cNvSpPr>
                <a:spLocks/>
              </p:cNvSpPr>
              <p:nvPr/>
            </p:nvSpPr>
            <p:spPr bwMode="auto">
              <a:xfrm>
                <a:off x="1830" y="1990"/>
                <a:ext cx="40" cy="40"/>
              </a:xfrm>
              <a:custGeom>
                <a:avLst/>
                <a:gdLst/>
                <a:ahLst/>
                <a:cxnLst>
                  <a:cxn ang="0">
                    <a:pos x="28" y="2"/>
                  </a:cxn>
                  <a:cxn ang="0">
                    <a:pos x="31" y="2"/>
                  </a:cxn>
                  <a:cxn ang="0">
                    <a:pos x="33" y="2"/>
                  </a:cxn>
                  <a:cxn ang="0">
                    <a:pos x="35" y="2"/>
                  </a:cxn>
                  <a:cxn ang="0">
                    <a:pos x="38" y="5"/>
                  </a:cxn>
                  <a:cxn ang="0">
                    <a:pos x="38" y="7"/>
                  </a:cxn>
                  <a:cxn ang="0">
                    <a:pos x="38" y="10"/>
                  </a:cxn>
                  <a:cxn ang="0">
                    <a:pos x="38" y="14"/>
                  </a:cxn>
                  <a:cxn ang="0">
                    <a:pos x="35" y="14"/>
                  </a:cxn>
                  <a:cxn ang="0">
                    <a:pos x="33" y="14"/>
                  </a:cxn>
                  <a:cxn ang="0">
                    <a:pos x="31" y="14"/>
                  </a:cxn>
                  <a:cxn ang="0">
                    <a:pos x="28" y="17"/>
                  </a:cxn>
                  <a:cxn ang="0">
                    <a:pos x="28" y="19"/>
                  </a:cxn>
                  <a:cxn ang="0">
                    <a:pos x="31" y="17"/>
                  </a:cxn>
                  <a:cxn ang="0">
                    <a:pos x="33" y="19"/>
                  </a:cxn>
                  <a:cxn ang="0">
                    <a:pos x="33" y="24"/>
                  </a:cxn>
                  <a:cxn ang="0">
                    <a:pos x="33" y="26"/>
                  </a:cxn>
                  <a:cxn ang="0">
                    <a:pos x="35" y="29"/>
                  </a:cxn>
                  <a:cxn ang="0">
                    <a:pos x="38" y="31"/>
                  </a:cxn>
                  <a:cxn ang="0">
                    <a:pos x="38" y="33"/>
                  </a:cxn>
                  <a:cxn ang="0">
                    <a:pos x="40" y="36"/>
                  </a:cxn>
                  <a:cxn ang="0">
                    <a:pos x="40" y="38"/>
                  </a:cxn>
                  <a:cxn ang="0">
                    <a:pos x="38" y="40"/>
                  </a:cxn>
                  <a:cxn ang="0">
                    <a:pos x="35" y="40"/>
                  </a:cxn>
                  <a:cxn ang="0">
                    <a:pos x="31" y="40"/>
                  </a:cxn>
                  <a:cxn ang="0">
                    <a:pos x="28" y="40"/>
                  </a:cxn>
                  <a:cxn ang="0">
                    <a:pos x="23" y="40"/>
                  </a:cxn>
                  <a:cxn ang="0">
                    <a:pos x="23" y="38"/>
                  </a:cxn>
                  <a:cxn ang="0">
                    <a:pos x="21" y="36"/>
                  </a:cxn>
                  <a:cxn ang="0">
                    <a:pos x="21" y="31"/>
                  </a:cxn>
                  <a:cxn ang="0">
                    <a:pos x="19" y="29"/>
                  </a:cxn>
                  <a:cxn ang="0">
                    <a:pos x="16" y="29"/>
                  </a:cxn>
                  <a:cxn ang="0">
                    <a:pos x="14" y="26"/>
                  </a:cxn>
                  <a:cxn ang="0">
                    <a:pos x="9" y="26"/>
                  </a:cxn>
                  <a:cxn ang="0">
                    <a:pos x="7" y="26"/>
                  </a:cxn>
                  <a:cxn ang="0">
                    <a:pos x="5" y="26"/>
                  </a:cxn>
                  <a:cxn ang="0">
                    <a:pos x="2" y="26"/>
                  </a:cxn>
                  <a:cxn ang="0">
                    <a:pos x="0" y="24"/>
                  </a:cxn>
                  <a:cxn ang="0">
                    <a:pos x="2" y="21"/>
                  </a:cxn>
                  <a:cxn ang="0">
                    <a:pos x="5" y="19"/>
                  </a:cxn>
                  <a:cxn ang="0">
                    <a:pos x="5" y="17"/>
                  </a:cxn>
                  <a:cxn ang="0">
                    <a:pos x="7" y="17"/>
                  </a:cxn>
                  <a:cxn ang="0">
                    <a:pos x="7" y="12"/>
                  </a:cxn>
                  <a:cxn ang="0">
                    <a:pos x="9" y="10"/>
                  </a:cxn>
                  <a:cxn ang="0">
                    <a:pos x="12" y="7"/>
                  </a:cxn>
                  <a:cxn ang="0">
                    <a:pos x="12" y="5"/>
                  </a:cxn>
                  <a:cxn ang="0">
                    <a:pos x="14" y="2"/>
                  </a:cxn>
                  <a:cxn ang="0">
                    <a:pos x="16" y="0"/>
                  </a:cxn>
                  <a:cxn ang="0">
                    <a:pos x="19" y="0"/>
                  </a:cxn>
                  <a:cxn ang="0">
                    <a:pos x="23" y="0"/>
                  </a:cxn>
                </a:cxnLst>
                <a:rect l="0" t="0" r="r" b="b"/>
                <a:pathLst>
                  <a:path w="40" h="40">
                    <a:moveTo>
                      <a:pt x="26" y="0"/>
                    </a:moveTo>
                    <a:lnTo>
                      <a:pt x="26" y="2"/>
                    </a:lnTo>
                    <a:lnTo>
                      <a:pt x="26" y="2"/>
                    </a:lnTo>
                    <a:lnTo>
                      <a:pt x="28" y="2"/>
                    </a:lnTo>
                    <a:lnTo>
                      <a:pt x="28" y="2"/>
                    </a:lnTo>
                    <a:lnTo>
                      <a:pt x="28" y="2"/>
                    </a:lnTo>
                    <a:lnTo>
                      <a:pt x="31" y="2"/>
                    </a:lnTo>
                    <a:lnTo>
                      <a:pt x="31" y="2"/>
                    </a:lnTo>
                    <a:lnTo>
                      <a:pt x="31" y="2"/>
                    </a:lnTo>
                    <a:lnTo>
                      <a:pt x="33" y="2"/>
                    </a:lnTo>
                    <a:lnTo>
                      <a:pt x="33" y="2"/>
                    </a:lnTo>
                    <a:lnTo>
                      <a:pt x="33" y="2"/>
                    </a:lnTo>
                    <a:lnTo>
                      <a:pt x="33" y="2"/>
                    </a:lnTo>
                    <a:lnTo>
                      <a:pt x="33" y="2"/>
                    </a:lnTo>
                    <a:lnTo>
                      <a:pt x="35" y="2"/>
                    </a:lnTo>
                    <a:lnTo>
                      <a:pt x="35" y="2"/>
                    </a:lnTo>
                    <a:lnTo>
                      <a:pt x="35" y="5"/>
                    </a:lnTo>
                    <a:lnTo>
                      <a:pt x="38" y="5"/>
                    </a:lnTo>
                    <a:lnTo>
                      <a:pt x="38" y="5"/>
                    </a:lnTo>
                    <a:lnTo>
                      <a:pt x="38" y="5"/>
                    </a:lnTo>
                    <a:lnTo>
                      <a:pt x="38" y="7"/>
                    </a:lnTo>
                    <a:lnTo>
                      <a:pt x="38" y="7"/>
                    </a:lnTo>
                    <a:lnTo>
                      <a:pt x="38" y="7"/>
                    </a:lnTo>
                    <a:lnTo>
                      <a:pt x="38" y="7"/>
                    </a:lnTo>
                    <a:lnTo>
                      <a:pt x="40" y="7"/>
                    </a:lnTo>
                    <a:lnTo>
                      <a:pt x="40" y="10"/>
                    </a:lnTo>
                    <a:lnTo>
                      <a:pt x="40" y="10"/>
                    </a:lnTo>
                    <a:lnTo>
                      <a:pt x="38" y="10"/>
                    </a:lnTo>
                    <a:lnTo>
                      <a:pt x="38" y="12"/>
                    </a:lnTo>
                    <a:lnTo>
                      <a:pt x="38" y="12"/>
                    </a:lnTo>
                    <a:lnTo>
                      <a:pt x="38" y="12"/>
                    </a:lnTo>
                    <a:lnTo>
                      <a:pt x="38" y="14"/>
                    </a:lnTo>
                    <a:lnTo>
                      <a:pt x="38" y="14"/>
                    </a:lnTo>
                    <a:lnTo>
                      <a:pt x="35" y="14"/>
                    </a:lnTo>
                    <a:lnTo>
                      <a:pt x="35" y="14"/>
                    </a:lnTo>
                    <a:lnTo>
                      <a:pt x="35" y="14"/>
                    </a:lnTo>
                    <a:lnTo>
                      <a:pt x="35" y="17"/>
                    </a:lnTo>
                    <a:lnTo>
                      <a:pt x="33" y="17"/>
                    </a:lnTo>
                    <a:lnTo>
                      <a:pt x="33" y="17"/>
                    </a:lnTo>
                    <a:lnTo>
                      <a:pt x="33" y="14"/>
                    </a:lnTo>
                    <a:lnTo>
                      <a:pt x="33" y="14"/>
                    </a:lnTo>
                    <a:lnTo>
                      <a:pt x="31" y="14"/>
                    </a:lnTo>
                    <a:lnTo>
                      <a:pt x="31" y="14"/>
                    </a:lnTo>
                    <a:lnTo>
                      <a:pt x="31" y="14"/>
                    </a:lnTo>
                    <a:lnTo>
                      <a:pt x="31" y="17"/>
                    </a:lnTo>
                    <a:lnTo>
                      <a:pt x="28" y="17"/>
                    </a:lnTo>
                    <a:lnTo>
                      <a:pt x="28" y="17"/>
                    </a:lnTo>
                    <a:lnTo>
                      <a:pt x="28" y="17"/>
                    </a:lnTo>
                    <a:lnTo>
                      <a:pt x="26" y="17"/>
                    </a:lnTo>
                    <a:lnTo>
                      <a:pt x="26" y="17"/>
                    </a:lnTo>
                    <a:lnTo>
                      <a:pt x="28" y="17"/>
                    </a:lnTo>
                    <a:lnTo>
                      <a:pt x="28" y="19"/>
                    </a:lnTo>
                    <a:lnTo>
                      <a:pt x="28" y="19"/>
                    </a:lnTo>
                    <a:lnTo>
                      <a:pt x="31" y="19"/>
                    </a:lnTo>
                    <a:lnTo>
                      <a:pt x="31" y="17"/>
                    </a:lnTo>
                    <a:lnTo>
                      <a:pt x="31" y="17"/>
                    </a:lnTo>
                    <a:lnTo>
                      <a:pt x="31" y="17"/>
                    </a:lnTo>
                    <a:lnTo>
                      <a:pt x="31" y="19"/>
                    </a:lnTo>
                    <a:lnTo>
                      <a:pt x="33" y="19"/>
                    </a:lnTo>
                    <a:lnTo>
                      <a:pt x="33" y="19"/>
                    </a:lnTo>
                    <a:lnTo>
                      <a:pt x="33" y="19"/>
                    </a:lnTo>
                    <a:lnTo>
                      <a:pt x="33" y="21"/>
                    </a:lnTo>
                    <a:lnTo>
                      <a:pt x="33" y="21"/>
                    </a:lnTo>
                    <a:lnTo>
                      <a:pt x="33" y="24"/>
                    </a:lnTo>
                    <a:lnTo>
                      <a:pt x="33" y="24"/>
                    </a:lnTo>
                    <a:lnTo>
                      <a:pt x="33" y="24"/>
                    </a:lnTo>
                    <a:lnTo>
                      <a:pt x="33" y="26"/>
                    </a:lnTo>
                    <a:lnTo>
                      <a:pt x="33" y="26"/>
                    </a:lnTo>
                    <a:lnTo>
                      <a:pt x="33" y="26"/>
                    </a:lnTo>
                    <a:lnTo>
                      <a:pt x="35" y="26"/>
                    </a:lnTo>
                    <a:lnTo>
                      <a:pt x="35" y="29"/>
                    </a:lnTo>
                    <a:lnTo>
                      <a:pt x="35" y="29"/>
                    </a:lnTo>
                    <a:lnTo>
                      <a:pt x="35" y="29"/>
                    </a:lnTo>
                    <a:lnTo>
                      <a:pt x="35" y="31"/>
                    </a:lnTo>
                    <a:lnTo>
                      <a:pt x="38" y="31"/>
                    </a:lnTo>
                    <a:lnTo>
                      <a:pt x="38" y="31"/>
                    </a:lnTo>
                    <a:lnTo>
                      <a:pt x="38" y="31"/>
                    </a:lnTo>
                    <a:lnTo>
                      <a:pt x="38" y="33"/>
                    </a:lnTo>
                    <a:lnTo>
                      <a:pt x="38" y="33"/>
                    </a:lnTo>
                    <a:lnTo>
                      <a:pt x="38" y="33"/>
                    </a:lnTo>
                    <a:lnTo>
                      <a:pt x="38" y="33"/>
                    </a:lnTo>
                    <a:lnTo>
                      <a:pt x="38" y="33"/>
                    </a:lnTo>
                    <a:lnTo>
                      <a:pt x="38" y="36"/>
                    </a:lnTo>
                    <a:lnTo>
                      <a:pt x="40" y="36"/>
                    </a:lnTo>
                    <a:lnTo>
                      <a:pt x="40" y="36"/>
                    </a:lnTo>
                    <a:lnTo>
                      <a:pt x="40" y="38"/>
                    </a:lnTo>
                    <a:lnTo>
                      <a:pt x="40" y="38"/>
                    </a:lnTo>
                    <a:lnTo>
                      <a:pt x="40" y="38"/>
                    </a:lnTo>
                    <a:lnTo>
                      <a:pt x="40" y="38"/>
                    </a:lnTo>
                    <a:lnTo>
                      <a:pt x="40" y="40"/>
                    </a:lnTo>
                    <a:lnTo>
                      <a:pt x="40" y="40"/>
                    </a:lnTo>
                    <a:lnTo>
                      <a:pt x="38" y="40"/>
                    </a:lnTo>
                    <a:lnTo>
                      <a:pt x="38" y="40"/>
                    </a:lnTo>
                    <a:lnTo>
                      <a:pt x="38" y="40"/>
                    </a:lnTo>
                    <a:lnTo>
                      <a:pt x="35" y="40"/>
                    </a:lnTo>
                    <a:lnTo>
                      <a:pt x="35" y="40"/>
                    </a:lnTo>
                    <a:lnTo>
                      <a:pt x="33" y="40"/>
                    </a:lnTo>
                    <a:lnTo>
                      <a:pt x="33" y="40"/>
                    </a:lnTo>
                    <a:lnTo>
                      <a:pt x="33" y="40"/>
                    </a:lnTo>
                    <a:lnTo>
                      <a:pt x="31" y="40"/>
                    </a:lnTo>
                    <a:lnTo>
                      <a:pt x="31" y="40"/>
                    </a:lnTo>
                    <a:lnTo>
                      <a:pt x="31" y="40"/>
                    </a:lnTo>
                    <a:lnTo>
                      <a:pt x="28" y="40"/>
                    </a:lnTo>
                    <a:lnTo>
                      <a:pt x="28" y="40"/>
                    </a:lnTo>
                    <a:lnTo>
                      <a:pt x="26" y="40"/>
                    </a:lnTo>
                    <a:lnTo>
                      <a:pt x="26" y="40"/>
                    </a:lnTo>
                    <a:lnTo>
                      <a:pt x="26" y="40"/>
                    </a:lnTo>
                    <a:lnTo>
                      <a:pt x="23" y="40"/>
                    </a:lnTo>
                    <a:lnTo>
                      <a:pt x="23" y="38"/>
                    </a:lnTo>
                    <a:lnTo>
                      <a:pt x="23" y="38"/>
                    </a:lnTo>
                    <a:lnTo>
                      <a:pt x="23" y="38"/>
                    </a:lnTo>
                    <a:lnTo>
                      <a:pt x="23" y="38"/>
                    </a:lnTo>
                    <a:lnTo>
                      <a:pt x="23" y="38"/>
                    </a:lnTo>
                    <a:lnTo>
                      <a:pt x="21" y="38"/>
                    </a:lnTo>
                    <a:lnTo>
                      <a:pt x="21" y="36"/>
                    </a:lnTo>
                    <a:lnTo>
                      <a:pt x="21" y="36"/>
                    </a:lnTo>
                    <a:lnTo>
                      <a:pt x="21" y="33"/>
                    </a:lnTo>
                    <a:lnTo>
                      <a:pt x="21" y="33"/>
                    </a:lnTo>
                    <a:lnTo>
                      <a:pt x="21" y="31"/>
                    </a:lnTo>
                    <a:lnTo>
                      <a:pt x="21" y="31"/>
                    </a:lnTo>
                    <a:lnTo>
                      <a:pt x="21" y="31"/>
                    </a:lnTo>
                    <a:lnTo>
                      <a:pt x="19" y="31"/>
                    </a:lnTo>
                    <a:lnTo>
                      <a:pt x="19" y="29"/>
                    </a:lnTo>
                    <a:lnTo>
                      <a:pt x="19" y="29"/>
                    </a:lnTo>
                    <a:lnTo>
                      <a:pt x="19" y="29"/>
                    </a:lnTo>
                    <a:lnTo>
                      <a:pt x="19" y="29"/>
                    </a:lnTo>
                    <a:lnTo>
                      <a:pt x="16" y="29"/>
                    </a:lnTo>
                    <a:lnTo>
                      <a:pt x="16" y="29"/>
                    </a:lnTo>
                    <a:lnTo>
                      <a:pt x="16" y="29"/>
                    </a:lnTo>
                    <a:lnTo>
                      <a:pt x="16" y="26"/>
                    </a:lnTo>
                    <a:lnTo>
                      <a:pt x="14" y="26"/>
                    </a:lnTo>
                    <a:lnTo>
                      <a:pt x="14" y="26"/>
                    </a:lnTo>
                    <a:lnTo>
                      <a:pt x="12" y="26"/>
                    </a:lnTo>
                    <a:lnTo>
                      <a:pt x="12" y="26"/>
                    </a:lnTo>
                    <a:lnTo>
                      <a:pt x="12" y="26"/>
                    </a:lnTo>
                    <a:lnTo>
                      <a:pt x="9" y="26"/>
                    </a:lnTo>
                    <a:lnTo>
                      <a:pt x="9" y="26"/>
                    </a:lnTo>
                    <a:lnTo>
                      <a:pt x="7" y="26"/>
                    </a:lnTo>
                    <a:lnTo>
                      <a:pt x="7" y="26"/>
                    </a:lnTo>
                    <a:lnTo>
                      <a:pt x="7" y="26"/>
                    </a:lnTo>
                    <a:lnTo>
                      <a:pt x="7" y="26"/>
                    </a:lnTo>
                    <a:lnTo>
                      <a:pt x="7" y="26"/>
                    </a:lnTo>
                    <a:lnTo>
                      <a:pt x="5" y="26"/>
                    </a:lnTo>
                    <a:lnTo>
                      <a:pt x="5" y="26"/>
                    </a:lnTo>
                    <a:lnTo>
                      <a:pt x="5" y="26"/>
                    </a:lnTo>
                    <a:lnTo>
                      <a:pt x="5" y="26"/>
                    </a:lnTo>
                    <a:lnTo>
                      <a:pt x="2" y="26"/>
                    </a:lnTo>
                    <a:lnTo>
                      <a:pt x="2" y="26"/>
                    </a:lnTo>
                    <a:lnTo>
                      <a:pt x="0" y="26"/>
                    </a:lnTo>
                    <a:lnTo>
                      <a:pt x="0" y="26"/>
                    </a:lnTo>
                    <a:lnTo>
                      <a:pt x="0" y="26"/>
                    </a:lnTo>
                    <a:lnTo>
                      <a:pt x="0" y="24"/>
                    </a:lnTo>
                    <a:lnTo>
                      <a:pt x="0" y="24"/>
                    </a:lnTo>
                    <a:lnTo>
                      <a:pt x="2" y="24"/>
                    </a:lnTo>
                    <a:lnTo>
                      <a:pt x="2" y="24"/>
                    </a:lnTo>
                    <a:lnTo>
                      <a:pt x="2" y="21"/>
                    </a:lnTo>
                    <a:lnTo>
                      <a:pt x="2" y="21"/>
                    </a:lnTo>
                    <a:lnTo>
                      <a:pt x="2" y="21"/>
                    </a:lnTo>
                    <a:lnTo>
                      <a:pt x="5" y="21"/>
                    </a:lnTo>
                    <a:lnTo>
                      <a:pt x="5" y="19"/>
                    </a:lnTo>
                    <a:lnTo>
                      <a:pt x="5" y="19"/>
                    </a:lnTo>
                    <a:lnTo>
                      <a:pt x="5" y="19"/>
                    </a:lnTo>
                    <a:lnTo>
                      <a:pt x="5" y="19"/>
                    </a:lnTo>
                    <a:lnTo>
                      <a:pt x="5" y="17"/>
                    </a:lnTo>
                    <a:lnTo>
                      <a:pt x="7" y="17"/>
                    </a:lnTo>
                    <a:lnTo>
                      <a:pt x="7" y="17"/>
                    </a:lnTo>
                    <a:lnTo>
                      <a:pt x="7" y="17"/>
                    </a:lnTo>
                    <a:lnTo>
                      <a:pt x="7" y="17"/>
                    </a:lnTo>
                    <a:lnTo>
                      <a:pt x="7" y="14"/>
                    </a:lnTo>
                    <a:lnTo>
                      <a:pt x="7" y="14"/>
                    </a:lnTo>
                    <a:lnTo>
                      <a:pt x="7" y="14"/>
                    </a:lnTo>
                    <a:lnTo>
                      <a:pt x="7" y="12"/>
                    </a:lnTo>
                    <a:lnTo>
                      <a:pt x="9" y="12"/>
                    </a:lnTo>
                    <a:lnTo>
                      <a:pt x="9" y="12"/>
                    </a:lnTo>
                    <a:lnTo>
                      <a:pt x="9" y="10"/>
                    </a:lnTo>
                    <a:lnTo>
                      <a:pt x="9" y="10"/>
                    </a:lnTo>
                    <a:lnTo>
                      <a:pt x="9" y="10"/>
                    </a:lnTo>
                    <a:lnTo>
                      <a:pt x="9" y="7"/>
                    </a:lnTo>
                    <a:lnTo>
                      <a:pt x="12" y="7"/>
                    </a:lnTo>
                    <a:lnTo>
                      <a:pt x="12" y="7"/>
                    </a:lnTo>
                    <a:lnTo>
                      <a:pt x="12" y="7"/>
                    </a:lnTo>
                    <a:lnTo>
                      <a:pt x="12" y="5"/>
                    </a:lnTo>
                    <a:lnTo>
                      <a:pt x="12" y="5"/>
                    </a:lnTo>
                    <a:lnTo>
                      <a:pt x="12" y="5"/>
                    </a:lnTo>
                    <a:lnTo>
                      <a:pt x="12" y="2"/>
                    </a:lnTo>
                    <a:lnTo>
                      <a:pt x="12" y="2"/>
                    </a:lnTo>
                    <a:lnTo>
                      <a:pt x="12" y="2"/>
                    </a:lnTo>
                    <a:lnTo>
                      <a:pt x="14" y="2"/>
                    </a:lnTo>
                    <a:lnTo>
                      <a:pt x="14" y="2"/>
                    </a:lnTo>
                    <a:lnTo>
                      <a:pt x="16" y="2"/>
                    </a:lnTo>
                    <a:lnTo>
                      <a:pt x="16" y="2"/>
                    </a:lnTo>
                    <a:lnTo>
                      <a:pt x="16" y="0"/>
                    </a:lnTo>
                    <a:lnTo>
                      <a:pt x="16" y="0"/>
                    </a:lnTo>
                    <a:lnTo>
                      <a:pt x="19" y="0"/>
                    </a:lnTo>
                    <a:lnTo>
                      <a:pt x="19" y="0"/>
                    </a:lnTo>
                    <a:lnTo>
                      <a:pt x="19" y="0"/>
                    </a:lnTo>
                    <a:lnTo>
                      <a:pt x="21" y="0"/>
                    </a:lnTo>
                    <a:lnTo>
                      <a:pt x="21" y="0"/>
                    </a:lnTo>
                    <a:lnTo>
                      <a:pt x="23" y="0"/>
                    </a:lnTo>
                    <a:lnTo>
                      <a:pt x="23" y="0"/>
                    </a:lnTo>
                    <a:lnTo>
                      <a:pt x="23" y="0"/>
                    </a:lnTo>
                    <a:lnTo>
                      <a:pt x="26" y="0"/>
                    </a:lnTo>
                    <a:lnTo>
                      <a:pt x="26"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6" name="Freeform 124"/>
              <p:cNvSpPr>
                <a:spLocks/>
              </p:cNvSpPr>
              <p:nvPr/>
            </p:nvSpPr>
            <p:spPr bwMode="auto">
              <a:xfrm>
                <a:off x="1830" y="1990"/>
                <a:ext cx="40" cy="40"/>
              </a:xfrm>
              <a:custGeom>
                <a:avLst/>
                <a:gdLst/>
                <a:ahLst/>
                <a:cxnLst>
                  <a:cxn ang="0">
                    <a:pos x="28" y="2"/>
                  </a:cxn>
                  <a:cxn ang="0">
                    <a:pos x="31" y="2"/>
                  </a:cxn>
                  <a:cxn ang="0">
                    <a:pos x="33" y="2"/>
                  </a:cxn>
                  <a:cxn ang="0">
                    <a:pos x="35" y="2"/>
                  </a:cxn>
                  <a:cxn ang="0">
                    <a:pos x="38" y="5"/>
                  </a:cxn>
                  <a:cxn ang="0">
                    <a:pos x="38" y="7"/>
                  </a:cxn>
                  <a:cxn ang="0">
                    <a:pos x="38" y="10"/>
                  </a:cxn>
                  <a:cxn ang="0">
                    <a:pos x="38" y="14"/>
                  </a:cxn>
                  <a:cxn ang="0">
                    <a:pos x="35" y="14"/>
                  </a:cxn>
                  <a:cxn ang="0">
                    <a:pos x="33" y="14"/>
                  </a:cxn>
                  <a:cxn ang="0">
                    <a:pos x="31" y="14"/>
                  </a:cxn>
                  <a:cxn ang="0">
                    <a:pos x="28" y="17"/>
                  </a:cxn>
                  <a:cxn ang="0">
                    <a:pos x="28" y="19"/>
                  </a:cxn>
                  <a:cxn ang="0">
                    <a:pos x="31" y="17"/>
                  </a:cxn>
                  <a:cxn ang="0">
                    <a:pos x="33" y="19"/>
                  </a:cxn>
                  <a:cxn ang="0">
                    <a:pos x="33" y="24"/>
                  </a:cxn>
                  <a:cxn ang="0">
                    <a:pos x="33" y="26"/>
                  </a:cxn>
                  <a:cxn ang="0">
                    <a:pos x="35" y="29"/>
                  </a:cxn>
                  <a:cxn ang="0">
                    <a:pos x="38" y="31"/>
                  </a:cxn>
                  <a:cxn ang="0">
                    <a:pos x="38" y="33"/>
                  </a:cxn>
                  <a:cxn ang="0">
                    <a:pos x="40" y="36"/>
                  </a:cxn>
                  <a:cxn ang="0">
                    <a:pos x="40" y="38"/>
                  </a:cxn>
                  <a:cxn ang="0">
                    <a:pos x="38" y="40"/>
                  </a:cxn>
                  <a:cxn ang="0">
                    <a:pos x="35" y="40"/>
                  </a:cxn>
                  <a:cxn ang="0">
                    <a:pos x="31" y="40"/>
                  </a:cxn>
                  <a:cxn ang="0">
                    <a:pos x="28" y="40"/>
                  </a:cxn>
                  <a:cxn ang="0">
                    <a:pos x="23" y="40"/>
                  </a:cxn>
                  <a:cxn ang="0">
                    <a:pos x="23" y="38"/>
                  </a:cxn>
                  <a:cxn ang="0">
                    <a:pos x="21" y="36"/>
                  </a:cxn>
                  <a:cxn ang="0">
                    <a:pos x="21" y="31"/>
                  </a:cxn>
                  <a:cxn ang="0">
                    <a:pos x="19" y="29"/>
                  </a:cxn>
                  <a:cxn ang="0">
                    <a:pos x="16" y="29"/>
                  </a:cxn>
                  <a:cxn ang="0">
                    <a:pos x="14" y="26"/>
                  </a:cxn>
                  <a:cxn ang="0">
                    <a:pos x="9" y="26"/>
                  </a:cxn>
                  <a:cxn ang="0">
                    <a:pos x="7" y="26"/>
                  </a:cxn>
                  <a:cxn ang="0">
                    <a:pos x="5" y="26"/>
                  </a:cxn>
                  <a:cxn ang="0">
                    <a:pos x="2" y="26"/>
                  </a:cxn>
                  <a:cxn ang="0">
                    <a:pos x="0" y="24"/>
                  </a:cxn>
                  <a:cxn ang="0">
                    <a:pos x="2" y="21"/>
                  </a:cxn>
                  <a:cxn ang="0">
                    <a:pos x="5" y="19"/>
                  </a:cxn>
                  <a:cxn ang="0">
                    <a:pos x="5" y="17"/>
                  </a:cxn>
                  <a:cxn ang="0">
                    <a:pos x="7" y="17"/>
                  </a:cxn>
                  <a:cxn ang="0">
                    <a:pos x="7" y="12"/>
                  </a:cxn>
                  <a:cxn ang="0">
                    <a:pos x="9" y="10"/>
                  </a:cxn>
                  <a:cxn ang="0">
                    <a:pos x="12" y="7"/>
                  </a:cxn>
                  <a:cxn ang="0">
                    <a:pos x="12" y="5"/>
                  </a:cxn>
                  <a:cxn ang="0">
                    <a:pos x="14" y="2"/>
                  </a:cxn>
                  <a:cxn ang="0">
                    <a:pos x="16" y="0"/>
                  </a:cxn>
                  <a:cxn ang="0">
                    <a:pos x="19" y="0"/>
                  </a:cxn>
                  <a:cxn ang="0">
                    <a:pos x="23" y="0"/>
                  </a:cxn>
                </a:cxnLst>
                <a:rect l="0" t="0" r="r" b="b"/>
                <a:pathLst>
                  <a:path w="40" h="40">
                    <a:moveTo>
                      <a:pt x="26" y="0"/>
                    </a:moveTo>
                    <a:lnTo>
                      <a:pt x="26" y="2"/>
                    </a:lnTo>
                    <a:lnTo>
                      <a:pt x="26" y="2"/>
                    </a:lnTo>
                    <a:lnTo>
                      <a:pt x="28" y="2"/>
                    </a:lnTo>
                    <a:lnTo>
                      <a:pt x="28" y="2"/>
                    </a:lnTo>
                    <a:lnTo>
                      <a:pt x="28" y="2"/>
                    </a:lnTo>
                    <a:lnTo>
                      <a:pt x="31" y="2"/>
                    </a:lnTo>
                    <a:lnTo>
                      <a:pt x="31" y="2"/>
                    </a:lnTo>
                    <a:lnTo>
                      <a:pt x="31" y="2"/>
                    </a:lnTo>
                    <a:lnTo>
                      <a:pt x="33" y="2"/>
                    </a:lnTo>
                    <a:lnTo>
                      <a:pt x="33" y="2"/>
                    </a:lnTo>
                    <a:lnTo>
                      <a:pt x="33" y="2"/>
                    </a:lnTo>
                    <a:lnTo>
                      <a:pt x="33" y="2"/>
                    </a:lnTo>
                    <a:lnTo>
                      <a:pt x="33" y="2"/>
                    </a:lnTo>
                    <a:lnTo>
                      <a:pt x="35" y="2"/>
                    </a:lnTo>
                    <a:lnTo>
                      <a:pt x="35" y="2"/>
                    </a:lnTo>
                    <a:lnTo>
                      <a:pt x="35" y="5"/>
                    </a:lnTo>
                    <a:lnTo>
                      <a:pt x="38" y="5"/>
                    </a:lnTo>
                    <a:lnTo>
                      <a:pt x="38" y="5"/>
                    </a:lnTo>
                    <a:lnTo>
                      <a:pt x="38" y="5"/>
                    </a:lnTo>
                    <a:lnTo>
                      <a:pt x="38" y="7"/>
                    </a:lnTo>
                    <a:lnTo>
                      <a:pt x="38" y="7"/>
                    </a:lnTo>
                    <a:lnTo>
                      <a:pt x="38" y="7"/>
                    </a:lnTo>
                    <a:lnTo>
                      <a:pt x="38" y="7"/>
                    </a:lnTo>
                    <a:lnTo>
                      <a:pt x="40" y="7"/>
                    </a:lnTo>
                    <a:lnTo>
                      <a:pt x="40" y="10"/>
                    </a:lnTo>
                    <a:lnTo>
                      <a:pt x="40" y="10"/>
                    </a:lnTo>
                    <a:lnTo>
                      <a:pt x="38" y="10"/>
                    </a:lnTo>
                    <a:lnTo>
                      <a:pt x="38" y="12"/>
                    </a:lnTo>
                    <a:lnTo>
                      <a:pt x="38" y="12"/>
                    </a:lnTo>
                    <a:lnTo>
                      <a:pt x="38" y="12"/>
                    </a:lnTo>
                    <a:lnTo>
                      <a:pt x="38" y="14"/>
                    </a:lnTo>
                    <a:lnTo>
                      <a:pt x="38" y="14"/>
                    </a:lnTo>
                    <a:lnTo>
                      <a:pt x="35" y="14"/>
                    </a:lnTo>
                    <a:lnTo>
                      <a:pt x="35" y="14"/>
                    </a:lnTo>
                    <a:lnTo>
                      <a:pt x="35" y="14"/>
                    </a:lnTo>
                    <a:lnTo>
                      <a:pt x="35" y="17"/>
                    </a:lnTo>
                    <a:lnTo>
                      <a:pt x="33" y="17"/>
                    </a:lnTo>
                    <a:lnTo>
                      <a:pt x="33" y="17"/>
                    </a:lnTo>
                    <a:lnTo>
                      <a:pt x="33" y="14"/>
                    </a:lnTo>
                    <a:lnTo>
                      <a:pt x="33" y="14"/>
                    </a:lnTo>
                    <a:lnTo>
                      <a:pt x="31" y="14"/>
                    </a:lnTo>
                    <a:lnTo>
                      <a:pt x="31" y="14"/>
                    </a:lnTo>
                    <a:lnTo>
                      <a:pt x="31" y="14"/>
                    </a:lnTo>
                    <a:lnTo>
                      <a:pt x="31" y="17"/>
                    </a:lnTo>
                    <a:lnTo>
                      <a:pt x="28" y="17"/>
                    </a:lnTo>
                    <a:lnTo>
                      <a:pt x="28" y="17"/>
                    </a:lnTo>
                    <a:lnTo>
                      <a:pt x="28" y="17"/>
                    </a:lnTo>
                    <a:lnTo>
                      <a:pt x="26" y="17"/>
                    </a:lnTo>
                    <a:lnTo>
                      <a:pt x="26" y="17"/>
                    </a:lnTo>
                    <a:lnTo>
                      <a:pt x="28" y="17"/>
                    </a:lnTo>
                    <a:lnTo>
                      <a:pt x="28" y="19"/>
                    </a:lnTo>
                    <a:lnTo>
                      <a:pt x="28" y="19"/>
                    </a:lnTo>
                    <a:lnTo>
                      <a:pt x="31" y="19"/>
                    </a:lnTo>
                    <a:lnTo>
                      <a:pt x="31" y="17"/>
                    </a:lnTo>
                    <a:lnTo>
                      <a:pt x="31" y="17"/>
                    </a:lnTo>
                    <a:lnTo>
                      <a:pt x="31" y="17"/>
                    </a:lnTo>
                    <a:lnTo>
                      <a:pt x="31" y="19"/>
                    </a:lnTo>
                    <a:lnTo>
                      <a:pt x="33" y="19"/>
                    </a:lnTo>
                    <a:lnTo>
                      <a:pt x="33" y="19"/>
                    </a:lnTo>
                    <a:lnTo>
                      <a:pt x="33" y="19"/>
                    </a:lnTo>
                    <a:lnTo>
                      <a:pt x="33" y="21"/>
                    </a:lnTo>
                    <a:lnTo>
                      <a:pt x="33" y="21"/>
                    </a:lnTo>
                    <a:lnTo>
                      <a:pt x="33" y="24"/>
                    </a:lnTo>
                    <a:lnTo>
                      <a:pt x="33" y="24"/>
                    </a:lnTo>
                    <a:lnTo>
                      <a:pt x="33" y="24"/>
                    </a:lnTo>
                    <a:lnTo>
                      <a:pt x="33" y="26"/>
                    </a:lnTo>
                    <a:lnTo>
                      <a:pt x="33" y="26"/>
                    </a:lnTo>
                    <a:lnTo>
                      <a:pt x="33" y="26"/>
                    </a:lnTo>
                    <a:lnTo>
                      <a:pt x="35" y="26"/>
                    </a:lnTo>
                    <a:lnTo>
                      <a:pt x="35" y="29"/>
                    </a:lnTo>
                    <a:lnTo>
                      <a:pt x="35" y="29"/>
                    </a:lnTo>
                    <a:lnTo>
                      <a:pt x="35" y="29"/>
                    </a:lnTo>
                    <a:lnTo>
                      <a:pt x="35" y="31"/>
                    </a:lnTo>
                    <a:lnTo>
                      <a:pt x="38" y="31"/>
                    </a:lnTo>
                    <a:lnTo>
                      <a:pt x="38" y="31"/>
                    </a:lnTo>
                    <a:lnTo>
                      <a:pt x="38" y="31"/>
                    </a:lnTo>
                    <a:lnTo>
                      <a:pt x="38" y="33"/>
                    </a:lnTo>
                    <a:lnTo>
                      <a:pt x="38" y="33"/>
                    </a:lnTo>
                    <a:lnTo>
                      <a:pt x="38" y="33"/>
                    </a:lnTo>
                    <a:lnTo>
                      <a:pt x="38" y="33"/>
                    </a:lnTo>
                    <a:lnTo>
                      <a:pt x="38" y="33"/>
                    </a:lnTo>
                    <a:lnTo>
                      <a:pt x="38" y="36"/>
                    </a:lnTo>
                    <a:lnTo>
                      <a:pt x="40" y="36"/>
                    </a:lnTo>
                    <a:lnTo>
                      <a:pt x="40" y="36"/>
                    </a:lnTo>
                    <a:lnTo>
                      <a:pt x="40" y="38"/>
                    </a:lnTo>
                    <a:lnTo>
                      <a:pt x="40" y="38"/>
                    </a:lnTo>
                    <a:lnTo>
                      <a:pt x="40" y="38"/>
                    </a:lnTo>
                    <a:lnTo>
                      <a:pt x="40" y="38"/>
                    </a:lnTo>
                    <a:lnTo>
                      <a:pt x="40" y="40"/>
                    </a:lnTo>
                    <a:lnTo>
                      <a:pt x="40" y="40"/>
                    </a:lnTo>
                    <a:lnTo>
                      <a:pt x="38" y="40"/>
                    </a:lnTo>
                    <a:lnTo>
                      <a:pt x="38" y="40"/>
                    </a:lnTo>
                    <a:lnTo>
                      <a:pt x="38" y="40"/>
                    </a:lnTo>
                    <a:lnTo>
                      <a:pt x="35" y="40"/>
                    </a:lnTo>
                    <a:lnTo>
                      <a:pt x="35" y="40"/>
                    </a:lnTo>
                    <a:lnTo>
                      <a:pt x="33" y="40"/>
                    </a:lnTo>
                    <a:lnTo>
                      <a:pt x="33" y="40"/>
                    </a:lnTo>
                    <a:lnTo>
                      <a:pt x="33" y="40"/>
                    </a:lnTo>
                    <a:lnTo>
                      <a:pt x="31" y="40"/>
                    </a:lnTo>
                    <a:lnTo>
                      <a:pt x="31" y="40"/>
                    </a:lnTo>
                    <a:lnTo>
                      <a:pt x="31" y="40"/>
                    </a:lnTo>
                    <a:lnTo>
                      <a:pt x="28" y="40"/>
                    </a:lnTo>
                    <a:lnTo>
                      <a:pt x="28" y="40"/>
                    </a:lnTo>
                    <a:lnTo>
                      <a:pt x="26" y="40"/>
                    </a:lnTo>
                    <a:lnTo>
                      <a:pt x="26" y="40"/>
                    </a:lnTo>
                    <a:lnTo>
                      <a:pt x="26" y="40"/>
                    </a:lnTo>
                    <a:lnTo>
                      <a:pt x="23" y="40"/>
                    </a:lnTo>
                    <a:lnTo>
                      <a:pt x="23" y="38"/>
                    </a:lnTo>
                    <a:lnTo>
                      <a:pt x="23" y="38"/>
                    </a:lnTo>
                    <a:lnTo>
                      <a:pt x="23" y="38"/>
                    </a:lnTo>
                    <a:lnTo>
                      <a:pt x="23" y="38"/>
                    </a:lnTo>
                    <a:lnTo>
                      <a:pt x="23" y="38"/>
                    </a:lnTo>
                    <a:lnTo>
                      <a:pt x="21" y="38"/>
                    </a:lnTo>
                    <a:lnTo>
                      <a:pt x="21" y="36"/>
                    </a:lnTo>
                    <a:lnTo>
                      <a:pt x="21" y="36"/>
                    </a:lnTo>
                    <a:lnTo>
                      <a:pt x="21" y="33"/>
                    </a:lnTo>
                    <a:lnTo>
                      <a:pt x="21" y="33"/>
                    </a:lnTo>
                    <a:lnTo>
                      <a:pt x="21" y="31"/>
                    </a:lnTo>
                    <a:lnTo>
                      <a:pt x="21" y="31"/>
                    </a:lnTo>
                    <a:lnTo>
                      <a:pt x="21" y="31"/>
                    </a:lnTo>
                    <a:lnTo>
                      <a:pt x="19" y="31"/>
                    </a:lnTo>
                    <a:lnTo>
                      <a:pt x="19" y="29"/>
                    </a:lnTo>
                    <a:lnTo>
                      <a:pt x="19" y="29"/>
                    </a:lnTo>
                    <a:lnTo>
                      <a:pt x="19" y="29"/>
                    </a:lnTo>
                    <a:lnTo>
                      <a:pt x="19" y="29"/>
                    </a:lnTo>
                    <a:lnTo>
                      <a:pt x="16" y="29"/>
                    </a:lnTo>
                    <a:lnTo>
                      <a:pt x="16" y="29"/>
                    </a:lnTo>
                    <a:lnTo>
                      <a:pt x="16" y="29"/>
                    </a:lnTo>
                    <a:lnTo>
                      <a:pt x="16" y="26"/>
                    </a:lnTo>
                    <a:lnTo>
                      <a:pt x="14" y="26"/>
                    </a:lnTo>
                    <a:lnTo>
                      <a:pt x="14" y="26"/>
                    </a:lnTo>
                    <a:lnTo>
                      <a:pt x="12" y="26"/>
                    </a:lnTo>
                    <a:lnTo>
                      <a:pt x="12" y="26"/>
                    </a:lnTo>
                    <a:lnTo>
                      <a:pt x="12" y="26"/>
                    </a:lnTo>
                    <a:lnTo>
                      <a:pt x="9" y="26"/>
                    </a:lnTo>
                    <a:lnTo>
                      <a:pt x="9" y="26"/>
                    </a:lnTo>
                    <a:lnTo>
                      <a:pt x="7" y="26"/>
                    </a:lnTo>
                    <a:lnTo>
                      <a:pt x="7" y="26"/>
                    </a:lnTo>
                    <a:lnTo>
                      <a:pt x="7" y="26"/>
                    </a:lnTo>
                    <a:lnTo>
                      <a:pt x="7" y="26"/>
                    </a:lnTo>
                    <a:lnTo>
                      <a:pt x="7" y="26"/>
                    </a:lnTo>
                    <a:lnTo>
                      <a:pt x="5" y="26"/>
                    </a:lnTo>
                    <a:lnTo>
                      <a:pt x="5" y="26"/>
                    </a:lnTo>
                    <a:lnTo>
                      <a:pt x="5" y="26"/>
                    </a:lnTo>
                    <a:lnTo>
                      <a:pt x="5" y="26"/>
                    </a:lnTo>
                    <a:lnTo>
                      <a:pt x="2" y="26"/>
                    </a:lnTo>
                    <a:lnTo>
                      <a:pt x="2" y="26"/>
                    </a:lnTo>
                    <a:lnTo>
                      <a:pt x="0" y="26"/>
                    </a:lnTo>
                    <a:lnTo>
                      <a:pt x="0" y="26"/>
                    </a:lnTo>
                    <a:lnTo>
                      <a:pt x="0" y="26"/>
                    </a:lnTo>
                    <a:lnTo>
                      <a:pt x="0" y="24"/>
                    </a:lnTo>
                    <a:lnTo>
                      <a:pt x="0" y="24"/>
                    </a:lnTo>
                    <a:lnTo>
                      <a:pt x="2" y="24"/>
                    </a:lnTo>
                    <a:lnTo>
                      <a:pt x="2" y="24"/>
                    </a:lnTo>
                    <a:lnTo>
                      <a:pt x="2" y="21"/>
                    </a:lnTo>
                    <a:lnTo>
                      <a:pt x="2" y="21"/>
                    </a:lnTo>
                    <a:lnTo>
                      <a:pt x="2" y="21"/>
                    </a:lnTo>
                    <a:lnTo>
                      <a:pt x="5" y="21"/>
                    </a:lnTo>
                    <a:lnTo>
                      <a:pt x="5" y="19"/>
                    </a:lnTo>
                    <a:lnTo>
                      <a:pt x="5" y="19"/>
                    </a:lnTo>
                    <a:lnTo>
                      <a:pt x="5" y="19"/>
                    </a:lnTo>
                    <a:lnTo>
                      <a:pt x="5" y="19"/>
                    </a:lnTo>
                    <a:lnTo>
                      <a:pt x="5" y="17"/>
                    </a:lnTo>
                    <a:lnTo>
                      <a:pt x="7" y="17"/>
                    </a:lnTo>
                    <a:lnTo>
                      <a:pt x="7" y="17"/>
                    </a:lnTo>
                    <a:lnTo>
                      <a:pt x="7" y="17"/>
                    </a:lnTo>
                    <a:lnTo>
                      <a:pt x="7" y="17"/>
                    </a:lnTo>
                    <a:lnTo>
                      <a:pt x="7" y="14"/>
                    </a:lnTo>
                    <a:lnTo>
                      <a:pt x="7" y="14"/>
                    </a:lnTo>
                    <a:lnTo>
                      <a:pt x="7" y="14"/>
                    </a:lnTo>
                    <a:lnTo>
                      <a:pt x="7" y="12"/>
                    </a:lnTo>
                    <a:lnTo>
                      <a:pt x="9" y="12"/>
                    </a:lnTo>
                    <a:lnTo>
                      <a:pt x="9" y="12"/>
                    </a:lnTo>
                    <a:lnTo>
                      <a:pt x="9" y="10"/>
                    </a:lnTo>
                    <a:lnTo>
                      <a:pt x="9" y="10"/>
                    </a:lnTo>
                    <a:lnTo>
                      <a:pt x="9" y="10"/>
                    </a:lnTo>
                    <a:lnTo>
                      <a:pt x="9" y="7"/>
                    </a:lnTo>
                    <a:lnTo>
                      <a:pt x="12" y="7"/>
                    </a:lnTo>
                    <a:lnTo>
                      <a:pt x="12" y="7"/>
                    </a:lnTo>
                    <a:lnTo>
                      <a:pt x="12" y="7"/>
                    </a:lnTo>
                    <a:lnTo>
                      <a:pt x="12" y="5"/>
                    </a:lnTo>
                    <a:lnTo>
                      <a:pt x="12" y="5"/>
                    </a:lnTo>
                    <a:lnTo>
                      <a:pt x="12" y="5"/>
                    </a:lnTo>
                    <a:lnTo>
                      <a:pt x="12" y="2"/>
                    </a:lnTo>
                    <a:lnTo>
                      <a:pt x="12" y="2"/>
                    </a:lnTo>
                    <a:lnTo>
                      <a:pt x="12" y="2"/>
                    </a:lnTo>
                    <a:lnTo>
                      <a:pt x="14" y="2"/>
                    </a:lnTo>
                    <a:lnTo>
                      <a:pt x="14" y="2"/>
                    </a:lnTo>
                    <a:lnTo>
                      <a:pt x="16" y="2"/>
                    </a:lnTo>
                    <a:lnTo>
                      <a:pt x="16" y="2"/>
                    </a:lnTo>
                    <a:lnTo>
                      <a:pt x="16" y="0"/>
                    </a:lnTo>
                    <a:lnTo>
                      <a:pt x="16" y="0"/>
                    </a:lnTo>
                    <a:lnTo>
                      <a:pt x="19" y="0"/>
                    </a:lnTo>
                    <a:lnTo>
                      <a:pt x="19" y="0"/>
                    </a:lnTo>
                    <a:lnTo>
                      <a:pt x="19" y="0"/>
                    </a:lnTo>
                    <a:lnTo>
                      <a:pt x="21" y="0"/>
                    </a:lnTo>
                    <a:lnTo>
                      <a:pt x="21" y="0"/>
                    </a:lnTo>
                    <a:lnTo>
                      <a:pt x="23" y="0"/>
                    </a:lnTo>
                    <a:lnTo>
                      <a:pt x="23" y="0"/>
                    </a:lnTo>
                    <a:lnTo>
                      <a:pt x="23" y="0"/>
                    </a:lnTo>
                    <a:lnTo>
                      <a:pt x="26" y="0"/>
                    </a:lnTo>
                    <a:lnTo>
                      <a:pt x="26"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7" name="Freeform 125"/>
              <p:cNvSpPr>
                <a:spLocks/>
              </p:cNvSpPr>
              <p:nvPr/>
            </p:nvSpPr>
            <p:spPr bwMode="auto">
              <a:xfrm>
                <a:off x="3532" y="1774"/>
                <a:ext cx="82" cy="114"/>
              </a:xfrm>
              <a:custGeom>
                <a:avLst/>
                <a:gdLst/>
                <a:ahLst/>
                <a:cxnLst>
                  <a:cxn ang="0">
                    <a:pos x="49" y="98"/>
                  </a:cxn>
                  <a:cxn ang="0">
                    <a:pos x="45" y="100"/>
                  </a:cxn>
                  <a:cxn ang="0">
                    <a:pos x="42" y="107"/>
                  </a:cxn>
                  <a:cxn ang="0">
                    <a:pos x="37" y="105"/>
                  </a:cxn>
                  <a:cxn ang="0">
                    <a:pos x="35" y="105"/>
                  </a:cxn>
                  <a:cxn ang="0">
                    <a:pos x="28" y="107"/>
                  </a:cxn>
                  <a:cxn ang="0">
                    <a:pos x="21" y="109"/>
                  </a:cxn>
                  <a:cxn ang="0">
                    <a:pos x="16" y="114"/>
                  </a:cxn>
                  <a:cxn ang="0">
                    <a:pos x="14" y="109"/>
                  </a:cxn>
                  <a:cxn ang="0">
                    <a:pos x="11" y="109"/>
                  </a:cxn>
                  <a:cxn ang="0">
                    <a:pos x="4" y="112"/>
                  </a:cxn>
                  <a:cxn ang="0">
                    <a:pos x="2" y="109"/>
                  </a:cxn>
                  <a:cxn ang="0">
                    <a:pos x="4" y="105"/>
                  </a:cxn>
                  <a:cxn ang="0">
                    <a:pos x="0" y="100"/>
                  </a:cxn>
                  <a:cxn ang="0">
                    <a:pos x="4" y="93"/>
                  </a:cxn>
                  <a:cxn ang="0">
                    <a:pos x="7" y="88"/>
                  </a:cxn>
                  <a:cxn ang="0">
                    <a:pos x="9" y="88"/>
                  </a:cxn>
                  <a:cxn ang="0">
                    <a:pos x="11" y="83"/>
                  </a:cxn>
                  <a:cxn ang="0">
                    <a:pos x="14" y="76"/>
                  </a:cxn>
                  <a:cxn ang="0">
                    <a:pos x="19" y="69"/>
                  </a:cxn>
                  <a:cxn ang="0">
                    <a:pos x="16" y="64"/>
                  </a:cxn>
                  <a:cxn ang="0">
                    <a:pos x="14" y="57"/>
                  </a:cxn>
                  <a:cxn ang="0">
                    <a:pos x="11" y="55"/>
                  </a:cxn>
                  <a:cxn ang="0">
                    <a:pos x="7" y="50"/>
                  </a:cxn>
                  <a:cxn ang="0">
                    <a:pos x="7" y="45"/>
                  </a:cxn>
                  <a:cxn ang="0">
                    <a:pos x="11" y="41"/>
                  </a:cxn>
                  <a:cxn ang="0">
                    <a:pos x="16" y="36"/>
                  </a:cxn>
                  <a:cxn ang="0">
                    <a:pos x="9" y="36"/>
                  </a:cxn>
                  <a:cxn ang="0">
                    <a:pos x="2" y="41"/>
                  </a:cxn>
                  <a:cxn ang="0">
                    <a:pos x="7" y="36"/>
                  </a:cxn>
                  <a:cxn ang="0">
                    <a:pos x="9" y="36"/>
                  </a:cxn>
                  <a:cxn ang="0">
                    <a:pos x="14" y="34"/>
                  </a:cxn>
                  <a:cxn ang="0">
                    <a:pos x="19" y="31"/>
                  </a:cxn>
                  <a:cxn ang="0">
                    <a:pos x="11" y="31"/>
                  </a:cxn>
                  <a:cxn ang="0">
                    <a:pos x="7" y="26"/>
                  </a:cxn>
                  <a:cxn ang="0">
                    <a:pos x="11" y="19"/>
                  </a:cxn>
                  <a:cxn ang="0">
                    <a:pos x="19" y="22"/>
                  </a:cxn>
                  <a:cxn ang="0">
                    <a:pos x="23" y="15"/>
                  </a:cxn>
                  <a:cxn ang="0">
                    <a:pos x="28" y="8"/>
                  </a:cxn>
                  <a:cxn ang="0">
                    <a:pos x="35" y="8"/>
                  </a:cxn>
                  <a:cxn ang="0">
                    <a:pos x="42" y="8"/>
                  </a:cxn>
                  <a:cxn ang="0">
                    <a:pos x="49" y="8"/>
                  </a:cxn>
                  <a:cxn ang="0">
                    <a:pos x="54" y="0"/>
                  </a:cxn>
                  <a:cxn ang="0">
                    <a:pos x="59" y="5"/>
                  </a:cxn>
                  <a:cxn ang="0">
                    <a:pos x="61" y="15"/>
                  </a:cxn>
                  <a:cxn ang="0">
                    <a:pos x="66" y="19"/>
                  </a:cxn>
                  <a:cxn ang="0">
                    <a:pos x="71" y="26"/>
                  </a:cxn>
                  <a:cxn ang="0">
                    <a:pos x="75" y="34"/>
                  </a:cxn>
                  <a:cxn ang="0">
                    <a:pos x="78" y="41"/>
                  </a:cxn>
                  <a:cxn ang="0">
                    <a:pos x="80" y="50"/>
                  </a:cxn>
                  <a:cxn ang="0">
                    <a:pos x="78" y="60"/>
                  </a:cxn>
                  <a:cxn ang="0">
                    <a:pos x="80" y="64"/>
                  </a:cxn>
                  <a:cxn ang="0">
                    <a:pos x="80" y="74"/>
                  </a:cxn>
                  <a:cxn ang="0">
                    <a:pos x="75" y="81"/>
                  </a:cxn>
                  <a:cxn ang="0">
                    <a:pos x="73" y="88"/>
                  </a:cxn>
                  <a:cxn ang="0">
                    <a:pos x="68" y="90"/>
                  </a:cxn>
                  <a:cxn ang="0">
                    <a:pos x="64" y="93"/>
                  </a:cxn>
                  <a:cxn ang="0">
                    <a:pos x="61" y="100"/>
                  </a:cxn>
                  <a:cxn ang="0">
                    <a:pos x="56" y="100"/>
                  </a:cxn>
                </a:cxnLst>
                <a:rect l="0" t="0" r="r" b="b"/>
                <a:pathLst>
                  <a:path w="82" h="114">
                    <a:moveTo>
                      <a:pt x="52" y="102"/>
                    </a:moveTo>
                    <a:lnTo>
                      <a:pt x="52" y="102"/>
                    </a:lnTo>
                    <a:lnTo>
                      <a:pt x="52" y="100"/>
                    </a:lnTo>
                    <a:lnTo>
                      <a:pt x="49" y="100"/>
                    </a:lnTo>
                    <a:lnTo>
                      <a:pt x="49" y="100"/>
                    </a:lnTo>
                    <a:lnTo>
                      <a:pt x="52" y="100"/>
                    </a:lnTo>
                    <a:lnTo>
                      <a:pt x="52" y="100"/>
                    </a:lnTo>
                    <a:lnTo>
                      <a:pt x="52" y="98"/>
                    </a:lnTo>
                    <a:lnTo>
                      <a:pt x="52" y="98"/>
                    </a:lnTo>
                    <a:lnTo>
                      <a:pt x="52" y="98"/>
                    </a:lnTo>
                    <a:lnTo>
                      <a:pt x="49" y="98"/>
                    </a:lnTo>
                    <a:lnTo>
                      <a:pt x="49" y="98"/>
                    </a:lnTo>
                    <a:lnTo>
                      <a:pt x="49" y="98"/>
                    </a:lnTo>
                    <a:lnTo>
                      <a:pt x="49" y="98"/>
                    </a:lnTo>
                    <a:lnTo>
                      <a:pt x="49" y="100"/>
                    </a:lnTo>
                    <a:lnTo>
                      <a:pt x="49" y="100"/>
                    </a:lnTo>
                    <a:lnTo>
                      <a:pt x="47" y="100"/>
                    </a:lnTo>
                    <a:lnTo>
                      <a:pt x="47" y="100"/>
                    </a:lnTo>
                    <a:lnTo>
                      <a:pt x="47" y="100"/>
                    </a:lnTo>
                    <a:lnTo>
                      <a:pt x="47" y="100"/>
                    </a:lnTo>
                    <a:lnTo>
                      <a:pt x="45" y="100"/>
                    </a:lnTo>
                    <a:lnTo>
                      <a:pt x="45" y="100"/>
                    </a:lnTo>
                    <a:lnTo>
                      <a:pt x="42" y="100"/>
                    </a:lnTo>
                    <a:lnTo>
                      <a:pt x="42" y="100"/>
                    </a:lnTo>
                    <a:lnTo>
                      <a:pt x="42" y="102"/>
                    </a:lnTo>
                    <a:lnTo>
                      <a:pt x="42" y="102"/>
                    </a:lnTo>
                    <a:lnTo>
                      <a:pt x="42" y="105"/>
                    </a:lnTo>
                    <a:lnTo>
                      <a:pt x="42" y="105"/>
                    </a:lnTo>
                    <a:lnTo>
                      <a:pt x="42" y="105"/>
                    </a:lnTo>
                    <a:lnTo>
                      <a:pt x="42" y="107"/>
                    </a:lnTo>
                    <a:lnTo>
                      <a:pt x="42" y="107"/>
                    </a:lnTo>
                    <a:lnTo>
                      <a:pt x="42" y="107"/>
                    </a:lnTo>
                    <a:lnTo>
                      <a:pt x="42" y="107"/>
                    </a:lnTo>
                    <a:lnTo>
                      <a:pt x="42" y="107"/>
                    </a:lnTo>
                    <a:lnTo>
                      <a:pt x="42" y="105"/>
                    </a:lnTo>
                    <a:lnTo>
                      <a:pt x="40" y="105"/>
                    </a:lnTo>
                    <a:lnTo>
                      <a:pt x="40" y="105"/>
                    </a:lnTo>
                    <a:lnTo>
                      <a:pt x="40" y="105"/>
                    </a:lnTo>
                    <a:lnTo>
                      <a:pt x="40" y="105"/>
                    </a:lnTo>
                    <a:lnTo>
                      <a:pt x="40" y="105"/>
                    </a:lnTo>
                    <a:lnTo>
                      <a:pt x="37" y="105"/>
                    </a:lnTo>
                    <a:lnTo>
                      <a:pt x="37" y="102"/>
                    </a:lnTo>
                    <a:lnTo>
                      <a:pt x="37" y="102"/>
                    </a:lnTo>
                    <a:lnTo>
                      <a:pt x="37" y="105"/>
                    </a:lnTo>
                    <a:lnTo>
                      <a:pt x="35" y="105"/>
                    </a:lnTo>
                    <a:lnTo>
                      <a:pt x="35" y="105"/>
                    </a:lnTo>
                    <a:lnTo>
                      <a:pt x="37" y="105"/>
                    </a:lnTo>
                    <a:lnTo>
                      <a:pt x="37" y="105"/>
                    </a:lnTo>
                    <a:lnTo>
                      <a:pt x="37" y="107"/>
                    </a:lnTo>
                    <a:lnTo>
                      <a:pt x="37" y="107"/>
                    </a:lnTo>
                    <a:lnTo>
                      <a:pt x="35" y="107"/>
                    </a:lnTo>
                    <a:lnTo>
                      <a:pt x="35" y="107"/>
                    </a:lnTo>
                    <a:lnTo>
                      <a:pt x="35" y="107"/>
                    </a:lnTo>
                    <a:lnTo>
                      <a:pt x="35" y="107"/>
                    </a:lnTo>
                    <a:lnTo>
                      <a:pt x="35" y="105"/>
                    </a:lnTo>
                    <a:lnTo>
                      <a:pt x="33" y="105"/>
                    </a:lnTo>
                    <a:lnTo>
                      <a:pt x="33" y="107"/>
                    </a:lnTo>
                    <a:lnTo>
                      <a:pt x="33" y="107"/>
                    </a:lnTo>
                    <a:lnTo>
                      <a:pt x="33" y="107"/>
                    </a:lnTo>
                    <a:lnTo>
                      <a:pt x="33" y="107"/>
                    </a:lnTo>
                    <a:lnTo>
                      <a:pt x="33" y="109"/>
                    </a:lnTo>
                    <a:lnTo>
                      <a:pt x="30" y="109"/>
                    </a:lnTo>
                    <a:lnTo>
                      <a:pt x="30" y="107"/>
                    </a:lnTo>
                    <a:lnTo>
                      <a:pt x="30" y="107"/>
                    </a:lnTo>
                    <a:lnTo>
                      <a:pt x="30" y="107"/>
                    </a:lnTo>
                    <a:lnTo>
                      <a:pt x="28" y="107"/>
                    </a:lnTo>
                    <a:lnTo>
                      <a:pt x="28" y="107"/>
                    </a:lnTo>
                    <a:lnTo>
                      <a:pt x="28" y="107"/>
                    </a:lnTo>
                    <a:lnTo>
                      <a:pt x="28" y="109"/>
                    </a:lnTo>
                    <a:lnTo>
                      <a:pt x="28" y="109"/>
                    </a:lnTo>
                    <a:lnTo>
                      <a:pt x="28" y="109"/>
                    </a:lnTo>
                    <a:lnTo>
                      <a:pt x="26" y="109"/>
                    </a:lnTo>
                    <a:lnTo>
                      <a:pt x="26" y="109"/>
                    </a:lnTo>
                    <a:lnTo>
                      <a:pt x="26" y="109"/>
                    </a:lnTo>
                    <a:lnTo>
                      <a:pt x="23" y="109"/>
                    </a:lnTo>
                    <a:lnTo>
                      <a:pt x="23" y="109"/>
                    </a:lnTo>
                    <a:lnTo>
                      <a:pt x="21" y="109"/>
                    </a:lnTo>
                    <a:lnTo>
                      <a:pt x="21" y="109"/>
                    </a:lnTo>
                    <a:lnTo>
                      <a:pt x="21" y="112"/>
                    </a:lnTo>
                    <a:lnTo>
                      <a:pt x="21" y="112"/>
                    </a:lnTo>
                    <a:lnTo>
                      <a:pt x="21" y="114"/>
                    </a:lnTo>
                    <a:lnTo>
                      <a:pt x="21" y="114"/>
                    </a:lnTo>
                    <a:lnTo>
                      <a:pt x="19" y="114"/>
                    </a:lnTo>
                    <a:lnTo>
                      <a:pt x="19" y="114"/>
                    </a:lnTo>
                    <a:lnTo>
                      <a:pt x="19" y="114"/>
                    </a:lnTo>
                    <a:lnTo>
                      <a:pt x="19" y="114"/>
                    </a:lnTo>
                    <a:lnTo>
                      <a:pt x="19" y="114"/>
                    </a:lnTo>
                    <a:lnTo>
                      <a:pt x="16" y="114"/>
                    </a:lnTo>
                    <a:lnTo>
                      <a:pt x="16" y="114"/>
                    </a:lnTo>
                    <a:lnTo>
                      <a:pt x="14" y="114"/>
                    </a:lnTo>
                    <a:lnTo>
                      <a:pt x="14" y="114"/>
                    </a:lnTo>
                    <a:lnTo>
                      <a:pt x="14" y="114"/>
                    </a:lnTo>
                    <a:lnTo>
                      <a:pt x="14" y="114"/>
                    </a:lnTo>
                    <a:lnTo>
                      <a:pt x="14" y="112"/>
                    </a:lnTo>
                    <a:lnTo>
                      <a:pt x="14" y="112"/>
                    </a:lnTo>
                    <a:lnTo>
                      <a:pt x="16" y="112"/>
                    </a:lnTo>
                    <a:lnTo>
                      <a:pt x="16" y="112"/>
                    </a:lnTo>
                    <a:lnTo>
                      <a:pt x="14" y="112"/>
                    </a:lnTo>
                    <a:lnTo>
                      <a:pt x="14" y="109"/>
                    </a:lnTo>
                    <a:lnTo>
                      <a:pt x="14" y="109"/>
                    </a:lnTo>
                    <a:lnTo>
                      <a:pt x="14" y="109"/>
                    </a:lnTo>
                    <a:lnTo>
                      <a:pt x="14" y="107"/>
                    </a:lnTo>
                    <a:lnTo>
                      <a:pt x="14" y="107"/>
                    </a:lnTo>
                    <a:lnTo>
                      <a:pt x="14" y="107"/>
                    </a:lnTo>
                    <a:lnTo>
                      <a:pt x="14" y="105"/>
                    </a:lnTo>
                    <a:lnTo>
                      <a:pt x="11" y="105"/>
                    </a:lnTo>
                    <a:lnTo>
                      <a:pt x="11" y="107"/>
                    </a:lnTo>
                    <a:lnTo>
                      <a:pt x="11" y="107"/>
                    </a:lnTo>
                    <a:lnTo>
                      <a:pt x="11" y="107"/>
                    </a:lnTo>
                    <a:lnTo>
                      <a:pt x="11" y="109"/>
                    </a:lnTo>
                    <a:lnTo>
                      <a:pt x="9" y="109"/>
                    </a:lnTo>
                    <a:lnTo>
                      <a:pt x="9" y="109"/>
                    </a:lnTo>
                    <a:lnTo>
                      <a:pt x="9" y="109"/>
                    </a:lnTo>
                    <a:lnTo>
                      <a:pt x="7" y="109"/>
                    </a:lnTo>
                    <a:lnTo>
                      <a:pt x="7" y="109"/>
                    </a:lnTo>
                    <a:lnTo>
                      <a:pt x="7" y="109"/>
                    </a:lnTo>
                    <a:lnTo>
                      <a:pt x="7" y="112"/>
                    </a:lnTo>
                    <a:lnTo>
                      <a:pt x="7" y="112"/>
                    </a:lnTo>
                    <a:lnTo>
                      <a:pt x="7" y="112"/>
                    </a:lnTo>
                    <a:lnTo>
                      <a:pt x="4" y="112"/>
                    </a:lnTo>
                    <a:lnTo>
                      <a:pt x="4" y="112"/>
                    </a:lnTo>
                    <a:lnTo>
                      <a:pt x="2" y="112"/>
                    </a:lnTo>
                    <a:lnTo>
                      <a:pt x="2" y="112"/>
                    </a:lnTo>
                    <a:lnTo>
                      <a:pt x="2" y="112"/>
                    </a:lnTo>
                    <a:lnTo>
                      <a:pt x="2" y="114"/>
                    </a:lnTo>
                    <a:lnTo>
                      <a:pt x="0" y="114"/>
                    </a:lnTo>
                    <a:lnTo>
                      <a:pt x="0" y="112"/>
                    </a:lnTo>
                    <a:lnTo>
                      <a:pt x="0" y="112"/>
                    </a:lnTo>
                    <a:lnTo>
                      <a:pt x="2" y="112"/>
                    </a:lnTo>
                    <a:lnTo>
                      <a:pt x="2" y="109"/>
                    </a:lnTo>
                    <a:lnTo>
                      <a:pt x="2" y="109"/>
                    </a:lnTo>
                    <a:lnTo>
                      <a:pt x="2" y="109"/>
                    </a:lnTo>
                    <a:lnTo>
                      <a:pt x="2" y="109"/>
                    </a:lnTo>
                    <a:lnTo>
                      <a:pt x="2" y="109"/>
                    </a:lnTo>
                    <a:lnTo>
                      <a:pt x="2" y="107"/>
                    </a:lnTo>
                    <a:lnTo>
                      <a:pt x="2" y="107"/>
                    </a:lnTo>
                    <a:lnTo>
                      <a:pt x="2" y="107"/>
                    </a:lnTo>
                    <a:lnTo>
                      <a:pt x="4" y="107"/>
                    </a:lnTo>
                    <a:lnTo>
                      <a:pt x="4" y="107"/>
                    </a:lnTo>
                    <a:lnTo>
                      <a:pt x="4" y="107"/>
                    </a:lnTo>
                    <a:lnTo>
                      <a:pt x="4" y="107"/>
                    </a:lnTo>
                    <a:lnTo>
                      <a:pt x="4" y="105"/>
                    </a:lnTo>
                    <a:lnTo>
                      <a:pt x="4" y="105"/>
                    </a:lnTo>
                    <a:lnTo>
                      <a:pt x="4" y="105"/>
                    </a:lnTo>
                    <a:lnTo>
                      <a:pt x="4" y="105"/>
                    </a:lnTo>
                    <a:lnTo>
                      <a:pt x="2" y="105"/>
                    </a:lnTo>
                    <a:lnTo>
                      <a:pt x="2" y="102"/>
                    </a:lnTo>
                    <a:lnTo>
                      <a:pt x="2" y="102"/>
                    </a:lnTo>
                    <a:lnTo>
                      <a:pt x="2" y="102"/>
                    </a:lnTo>
                    <a:lnTo>
                      <a:pt x="0" y="102"/>
                    </a:lnTo>
                    <a:lnTo>
                      <a:pt x="0" y="102"/>
                    </a:lnTo>
                    <a:lnTo>
                      <a:pt x="0" y="102"/>
                    </a:lnTo>
                    <a:lnTo>
                      <a:pt x="0" y="102"/>
                    </a:lnTo>
                    <a:lnTo>
                      <a:pt x="0" y="100"/>
                    </a:lnTo>
                    <a:lnTo>
                      <a:pt x="2" y="100"/>
                    </a:lnTo>
                    <a:lnTo>
                      <a:pt x="2" y="100"/>
                    </a:lnTo>
                    <a:lnTo>
                      <a:pt x="2" y="98"/>
                    </a:lnTo>
                    <a:lnTo>
                      <a:pt x="2" y="98"/>
                    </a:lnTo>
                    <a:lnTo>
                      <a:pt x="2" y="98"/>
                    </a:lnTo>
                    <a:lnTo>
                      <a:pt x="2" y="98"/>
                    </a:lnTo>
                    <a:lnTo>
                      <a:pt x="2" y="95"/>
                    </a:lnTo>
                    <a:lnTo>
                      <a:pt x="2" y="95"/>
                    </a:lnTo>
                    <a:lnTo>
                      <a:pt x="2" y="95"/>
                    </a:lnTo>
                    <a:lnTo>
                      <a:pt x="4" y="95"/>
                    </a:lnTo>
                    <a:lnTo>
                      <a:pt x="4" y="93"/>
                    </a:lnTo>
                    <a:lnTo>
                      <a:pt x="4" y="93"/>
                    </a:lnTo>
                    <a:lnTo>
                      <a:pt x="7" y="93"/>
                    </a:lnTo>
                    <a:lnTo>
                      <a:pt x="7" y="93"/>
                    </a:lnTo>
                    <a:lnTo>
                      <a:pt x="7" y="90"/>
                    </a:lnTo>
                    <a:lnTo>
                      <a:pt x="4" y="90"/>
                    </a:lnTo>
                    <a:lnTo>
                      <a:pt x="4" y="90"/>
                    </a:lnTo>
                    <a:lnTo>
                      <a:pt x="4" y="90"/>
                    </a:lnTo>
                    <a:lnTo>
                      <a:pt x="4" y="88"/>
                    </a:lnTo>
                    <a:lnTo>
                      <a:pt x="4" y="88"/>
                    </a:lnTo>
                    <a:lnTo>
                      <a:pt x="7" y="88"/>
                    </a:lnTo>
                    <a:lnTo>
                      <a:pt x="7" y="88"/>
                    </a:lnTo>
                    <a:lnTo>
                      <a:pt x="7" y="88"/>
                    </a:lnTo>
                    <a:lnTo>
                      <a:pt x="7" y="86"/>
                    </a:lnTo>
                    <a:lnTo>
                      <a:pt x="7" y="86"/>
                    </a:lnTo>
                    <a:lnTo>
                      <a:pt x="7" y="86"/>
                    </a:lnTo>
                    <a:lnTo>
                      <a:pt x="7" y="83"/>
                    </a:lnTo>
                    <a:lnTo>
                      <a:pt x="7" y="83"/>
                    </a:lnTo>
                    <a:lnTo>
                      <a:pt x="7" y="86"/>
                    </a:lnTo>
                    <a:lnTo>
                      <a:pt x="7" y="86"/>
                    </a:lnTo>
                    <a:lnTo>
                      <a:pt x="7" y="86"/>
                    </a:lnTo>
                    <a:lnTo>
                      <a:pt x="7" y="88"/>
                    </a:lnTo>
                    <a:lnTo>
                      <a:pt x="9" y="88"/>
                    </a:lnTo>
                    <a:lnTo>
                      <a:pt x="9" y="88"/>
                    </a:lnTo>
                    <a:lnTo>
                      <a:pt x="9" y="88"/>
                    </a:lnTo>
                    <a:lnTo>
                      <a:pt x="9" y="88"/>
                    </a:lnTo>
                    <a:lnTo>
                      <a:pt x="9" y="88"/>
                    </a:lnTo>
                    <a:lnTo>
                      <a:pt x="9" y="86"/>
                    </a:lnTo>
                    <a:lnTo>
                      <a:pt x="9" y="86"/>
                    </a:lnTo>
                    <a:lnTo>
                      <a:pt x="11" y="86"/>
                    </a:lnTo>
                    <a:lnTo>
                      <a:pt x="11" y="86"/>
                    </a:lnTo>
                    <a:lnTo>
                      <a:pt x="11" y="83"/>
                    </a:lnTo>
                    <a:lnTo>
                      <a:pt x="11" y="83"/>
                    </a:lnTo>
                    <a:lnTo>
                      <a:pt x="11" y="83"/>
                    </a:lnTo>
                    <a:lnTo>
                      <a:pt x="11" y="81"/>
                    </a:lnTo>
                    <a:lnTo>
                      <a:pt x="14" y="81"/>
                    </a:lnTo>
                    <a:lnTo>
                      <a:pt x="14" y="81"/>
                    </a:lnTo>
                    <a:lnTo>
                      <a:pt x="14" y="79"/>
                    </a:lnTo>
                    <a:lnTo>
                      <a:pt x="14" y="79"/>
                    </a:lnTo>
                    <a:lnTo>
                      <a:pt x="14" y="79"/>
                    </a:lnTo>
                    <a:lnTo>
                      <a:pt x="14" y="76"/>
                    </a:lnTo>
                    <a:lnTo>
                      <a:pt x="14" y="76"/>
                    </a:lnTo>
                    <a:lnTo>
                      <a:pt x="14" y="76"/>
                    </a:lnTo>
                    <a:lnTo>
                      <a:pt x="14" y="76"/>
                    </a:lnTo>
                    <a:lnTo>
                      <a:pt x="14" y="76"/>
                    </a:lnTo>
                    <a:lnTo>
                      <a:pt x="14" y="76"/>
                    </a:lnTo>
                    <a:lnTo>
                      <a:pt x="14" y="74"/>
                    </a:lnTo>
                    <a:lnTo>
                      <a:pt x="16" y="74"/>
                    </a:lnTo>
                    <a:lnTo>
                      <a:pt x="16" y="74"/>
                    </a:lnTo>
                    <a:lnTo>
                      <a:pt x="16" y="74"/>
                    </a:lnTo>
                    <a:lnTo>
                      <a:pt x="16" y="72"/>
                    </a:lnTo>
                    <a:lnTo>
                      <a:pt x="16" y="72"/>
                    </a:lnTo>
                    <a:lnTo>
                      <a:pt x="19" y="72"/>
                    </a:lnTo>
                    <a:lnTo>
                      <a:pt x="19" y="72"/>
                    </a:lnTo>
                    <a:lnTo>
                      <a:pt x="19" y="69"/>
                    </a:lnTo>
                    <a:lnTo>
                      <a:pt x="19" y="69"/>
                    </a:lnTo>
                    <a:lnTo>
                      <a:pt x="16" y="69"/>
                    </a:lnTo>
                    <a:lnTo>
                      <a:pt x="16" y="69"/>
                    </a:lnTo>
                    <a:lnTo>
                      <a:pt x="16" y="69"/>
                    </a:lnTo>
                    <a:lnTo>
                      <a:pt x="14" y="69"/>
                    </a:lnTo>
                    <a:lnTo>
                      <a:pt x="14" y="67"/>
                    </a:lnTo>
                    <a:lnTo>
                      <a:pt x="16" y="67"/>
                    </a:lnTo>
                    <a:lnTo>
                      <a:pt x="16" y="67"/>
                    </a:lnTo>
                    <a:lnTo>
                      <a:pt x="16" y="64"/>
                    </a:lnTo>
                    <a:lnTo>
                      <a:pt x="16" y="64"/>
                    </a:lnTo>
                    <a:lnTo>
                      <a:pt x="16" y="64"/>
                    </a:lnTo>
                    <a:lnTo>
                      <a:pt x="16" y="64"/>
                    </a:lnTo>
                    <a:lnTo>
                      <a:pt x="16" y="64"/>
                    </a:lnTo>
                    <a:lnTo>
                      <a:pt x="14" y="64"/>
                    </a:lnTo>
                    <a:lnTo>
                      <a:pt x="14" y="64"/>
                    </a:lnTo>
                    <a:lnTo>
                      <a:pt x="14" y="62"/>
                    </a:lnTo>
                    <a:lnTo>
                      <a:pt x="14" y="62"/>
                    </a:lnTo>
                    <a:lnTo>
                      <a:pt x="14" y="62"/>
                    </a:lnTo>
                    <a:lnTo>
                      <a:pt x="14" y="60"/>
                    </a:lnTo>
                    <a:lnTo>
                      <a:pt x="14" y="60"/>
                    </a:lnTo>
                    <a:lnTo>
                      <a:pt x="14" y="57"/>
                    </a:lnTo>
                    <a:lnTo>
                      <a:pt x="14" y="57"/>
                    </a:lnTo>
                    <a:lnTo>
                      <a:pt x="14" y="57"/>
                    </a:lnTo>
                    <a:lnTo>
                      <a:pt x="14" y="57"/>
                    </a:lnTo>
                    <a:lnTo>
                      <a:pt x="14" y="57"/>
                    </a:lnTo>
                    <a:lnTo>
                      <a:pt x="11" y="57"/>
                    </a:lnTo>
                    <a:lnTo>
                      <a:pt x="11" y="60"/>
                    </a:lnTo>
                    <a:lnTo>
                      <a:pt x="11" y="60"/>
                    </a:lnTo>
                    <a:lnTo>
                      <a:pt x="11" y="57"/>
                    </a:lnTo>
                    <a:lnTo>
                      <a:pt x="11" y="57"/>
                    </a:lnTo>
                    <a:lnTo>
                      <a:pt x="9" y="57"/>
                    </a:lnTo>
                    <a:lnTo>
                      <a:pt x="9" y="55"/>
                    </a:lnTo>
                    <a:lnTo>
                      <a:pt x="11" y="55"/>
                    </a:lnTo>
                    <a:lnTo>
                      <a:pt x="11" y="55"/>
                    </a:lnTo>
                    <a:lnTo>
                      <a:pt x="9" y="55"/>
                    </a:lnTo>
                    <a:lnTo>
                      <a:pt x="9" y="55"/>
                    </a:lnTo>
                    <a:lnTo>
                      <a:pt x="9" y="53"/>
                    </a:lnTo>
                    <a:lnTo>
                      <a:pt x="9" y="53"/>
                    </a:lnTo>
                    <a:lnTo>
                      <a:pt x="9" y="53"/>
                    </a:lnTo>
                    <a:lnTo>
                      <a:pt x="9" y="53"/>
                    </a:lnTo>
                    <a:lnTo>
                      <a:pt x="9" y="50"/>
                    </a:lnTo>
                    <a:lnTo>
                      <a:pt x="9" y="50"/>
                    </a:lnTo>
                    <a:lnTo>
                      <a:pt x="9" y="50"/>
                    </a:lnTo>
                    <a:lnTo>
                      <a:pt x="9" y="50"/>
                    </a:lnTo>
                    <a:lnTo>
                      <a:pt x="7" y="50"/>
                    </a:lnTo>
                    <a:lnTo>
                      <a:pt x="7" y="50"/>
                    </a:lnTo>
                    <a:lnTo>
                      <a:pt x="7" y="50"/>
                    </a:lnTo>
                    <a:lnTo>
                      <a:pt x="7" y="50"/>
                    </a:lnTo>
                    <a:lnTo>
                      <a:pt x="4" y="50"/>
                    </a:lnTo>
                    <a:lnTo>
                      <a:pt x="4" y="50"/>
                    </a:lnTo>
                    <a:lnTo>
                      <a:pt x="4" y="48"/>
                    </a:lnTo>
                    <a:lnTo>
                      <a:pt x="7" y="48"/>
                    </a:lnTo>
                    <a:lnTo>
                      <a:pt x="7" y="48"/>
                    </a:lnTo>
                    <a:lnTo>
                      <a:pt x="7" y="45"/>
                    </a:lnTo>
                    <a:lnTo>
                      <a:pt x="7" y="45"/>
                    </a:lnTo>
                    <a:lnTo>
                      <a:pt x="7" y="45"/>
                    </a:lnTo>
                    <a:lnTo>
                      <a:pt x="7" y="45"/>
                    </a:lnTo>
                    <a:lnTo>
                      <a:pt x="7" y="45"/>
                    </a:lnTo>
                    <a:lnTo>
                      <a:pt x="7" y="43"/>
                    </a:lnTo>
                    <a:lnTo>
                      <a:pt x="9" y="43"/>
                    </a:lnTo>
                    <a:lnTo>
                      <a:pt x="9" y="43"/>
                    </a:lnTo>
                    <a:lnTo>
                      <a:pt x="9" y="43"/>
                    </a:lnTo>
                    <a:lnTo>
                      <a:pt x="9" y="41"/>
                    </a:lnTo>
                    <a:lnTo>
                      <a:pt x="9" y="41"/>
                    </a:lnTo>
                    <a:lnTo>
                      <a:pt x="11" y="41"/>
                    </a:lnTo>
                    <a:lnTo>
                      <a:pt x="11" y="41"/>
                    </a:lnTo>
                    <a:lnTo>
                      <a:pt x="11" y="41"/>
                    </a:lnTo>
                    <a:lnTo>
                      <a:pt x="11" y="38"/>
                    </a:lnTo>
                    <a:lnTo>
                      <a:pt x="11" y="38"/>
                    </a:lnTo>
                    <a:lnTo>
                      <a:pt x="14" y="38"/>
                    </a:lnTo>
                    <a:lnTo>
                      <a:pt x="14" y="38"/>
                    </a:lnTo>
                    <a:lnTo>
                      <a:pt x="14" y="38"/>
                    </a:lnTo>
                    <a:lnTo>
                      <a:pt x="14" y="38"/>
                    </a:lnTo>
                    <a:lnTo>
                      <a:pt x="14" y="38"/>
                    </a:lnTo>
                    <a:lnTo>
                      <a:pt x="16" y="38"/>
                    </a:lnTo>
                    <a:lnTo>
                      <a:pt x="16" y="38"/>
                    </a:lnTo>
                    <a:lnTo>
                      <a:pt x="16" y="36"/>
                    </a:lnTo>
                    <a:lnTo>
                      <a:pt x="16" y="36"/>
                    </a:lnTo>
                    <a:lnTo>
                      <a:pt x="14" y="36"/>
                    </a:lnTo>
                    <a:lnTo>
                      <a:pt x="14" y="36"/>
                    </a:lnTo>
                    <a:lnTo>
                      <a:pt x="14" y="36"/>
                    </a:lnTo>
                    <a:lnTo>
                      <a:pt x="14" y="36"/>
                    </a:lnTo>
                    <a:lnTo>
                      <a:pt x="11" y="36"/>
                    </a:lnTo>
                    <a:lnTo>
                      <a:pt x="11" y="36"/>
                    </a:lnTo>
                    <a:lnTo>
                      <a:pt x="11" y="36"/>
                    </a:lnTo>
                    <a:lnTo>
                      <a:pt x="11" y="38"/>
                    </a:lnTo>
                    <a:lnTo>
                      <a:pt x="9" y="38"/>
                    </a:lnTo>
                    <a:lnTo>
                      <a:pt x="9" y="38"/>
                    </a:lnTo>
                    <a:lnTo>
                      <a:pt x="9" y="36"/>
                    </a:lnTo>
                    <a:lnTo>
                      <a:pt x="9" y="36"/>
                    </a:lnTo>
                    <a:lnTo>
                      <a:pt x="7" y="36"/>
                    </a:lnTo>
                    <a:lnTo>
                      <a:pt x="7" y="36"/>
                    </a:lnTo>
                    <a:lnTo>
                      <a:pt x="7" y="38"/>
                    </a:lnTo>
                    <a:lnTo>
                      <a:pt x="7" y="38"/>
                    </a:lnTo>
                    <a:lnTo>
                      <a:pt x="7" y="38"/>
                    </a:lnTo>
                    <a:lnTo>
                      <a:pt x="7" y="41"/>
                    </a:lnTo>
                    <a:lnTo>
                      <a:pt x="4" y="41"/>
                    </a:lnTo>
                    <a:lnTo>
                      <a:pt x="4" y="41"/>
                    </a:lnTo>
                    <a:lnTo>
                      <a:pt x="4" y="41"/>
                    </a:lnTo>
                    <a:lnTo>
                      <a:pt x="2" y="41"/>
                    </a:lnTo>
                    <a:lnTo>
                      <a:pt x="2" y="41"/>
                    </a:lnTo>
                    <a:lnTo>
                      <a:pt x="2" y="41"/>
                    </a:lnTo>
                    <a:lnTo>
                      <a:pt x="2" y="38"/>
                    </a:lnTo>
                    <a:lnTo>
                      <a:pt x="2" y="38"/>
                    </a:lnTo>
                    <a:lnTo>
                      <a:pt x="2" y="38"/>
                    </a:lnTo>
                    <a:lnTo>
                      <a:pt x="4" y="38"/>
                    </a:lnTo>
                    <a:lnTo>
                      <a:pt x="4" y="38"/>
                    </a:lnTo>
                    <a:lnTo>
                      <a:pt x="4" y="38"/>
                    </a:lnTo>
                    <a:lnTo>
                      <a:pt x="4" y="38"/>
                    </a:lnTo>
                    <a:lnTo>
                      <a:pt x="7" y="38"/>
                    </a:lnTo>
                    <a:lnTo>
                      <a:pt x="7" y="36"/>
                    </a:lnTo>
                    <a:lnTo>
                      <a:pt x="7" y="36"/>
                    </a:lnTo>
                    <a:lnTo>
                      <a:pt x="7" y="36"/>
                    </a:lnTo>
                    <a:lnTo>
                      <a:pt x="4" y="36"/>
                    </a:lnTo>
                    <a:lnTo>
                      <a:pt x="4" y="34"/>
                    </a:lnTo>
                    <a:lnTo>
                      <a:pt x="7" y="34"/>
                    </a:lnTo>
                    <a:lnTo>
                      <a:pt x="7" y="34"/>
                    </a:lnTo>
                    <a:lnTo>
                      <a:pt x="7" y="36"/>
                    </a:lnTo>
                    <a:lnTo>
                      <a:pt x="7" y="36"/>
                    </a:lnTo>
                    <a:lnTo>
                      <a:pt x="9" y="36"/>
                    </a:lnTo>
                    <a:lnTo>
                      <a:pt x="9" y="36"/>
                    </a:lnTo>
                    <a:lnTo>
                      <a:pt x="9" y="36"/>
                    </a:lnTo>
                    <a:lnTo>
                      <a:pt x="9" y="36"/>
                    </a:lnTo>
                    <a:lnTo>
                      <a:pt x="9" y="36"/>
                    </a:lnTo>
                    <a:lnTo>
                      <a:pt x="9" y="36"/>
                    </a:lnTo>
                    <a:lnTo>
                      <a:pt x="9" y="34"/>
                    </a:lnTo>
                    <a:lnTo>
                      <a:pt x="9" y="34"/>
                    </a:lnTo>
                    <a:lnTo>
                      <a:pt x="11" y="34"/>
                    </a:lnTo>
                    <a:lnTo>
                      <a:pt x="11" y="34"/>
                    </a:lnTo>
                    <a:lnTo>
                      <a:pt x="11" y="36"/>
                    </a:lnTo>
                    <a:lnTo>
                      <a:pt x="14" y="36"/>
                    </a:lnTo>
                    <a:lnTo>
                      <a:pt x="14" y="34"/>
                    </a:lnTo>
                    <a:lnTo>
                      <a:pt x="14" y="34"/>
                    </a:lnTo>
                    <a:lnTo>
                      <a:pt x="14" y="34"/>
                    </a:lnTo>
                    <a:lnTo>
                      <a:pt x="16" y="34"/>
                    </a:lnTo>
                    <a:lnTo>
                      <a:pt x="16" y="34"/>
                    </a:lnTo>
                    <a:lnTo>
                      <a:pt x="19" y="34"/>
                    </a:lnTo>
                    <a:lnTo>
                      <a:pt x="19" y="36"/>
                    </a:lnTo>
                    <a:lnTo>
                      <a:pt x="19" y="36"/>
                    </a:lnTo>
                    <a:lnTo>
                      <a:pt x="19" y="34"/>
                    </a:lnTo>
                    <a:lnTo>
                      <a:pt x="19" y="34"/>
                    </a:lnTo>
                    <a:lnTo>
                      <a:pt x="19" y="31"/>
                    </a:lnTo>
                    <a:lnTo>
                      <a:pt x="19" y="31"/>
                    </a:lnTo>
                    <a:lnTo>
                      <a:pt x="19" y="31"/>
                    </a:lnTo>
                    <a:lnTo>
                      <a:pt x="16" y="31"/>
                    </a:lnTo>
                    <a:lnTo>
                      <a:pt x="16" y="29"/>
                    </a:lnTo>
                    <a:lnTo>
                      <a:pt x="16" y="29"/>
                    </a:lnTo>
                    <a:lnTo>
                      <a:pt x="14" y="29"/>
                    </a:lnTo>
                    <a:lnTo>
                      <a:pt x="14" y="31"/>
                    </a:lnTo>
                    <a:lnTo>
                      <a:pt x="14" y="31"/>
                    </a:lnTo>
                    <a:lnTo>
                      <a:pt x="14" y="31"/>
                    </a:lnTo>
                    <a:lnTo>
                      <a:pt x="14" y="34"/>
                    </a:lnTo>
                    <a:lnTo>
                      <a:pt x="14" y="34"/>
                    </a:lnTo>
                    <a:lnTo>
                      <a:pt x="11" y="34"/>
                    </a:lnTo>
                    <a:lnTo>
                      <a:pt x="11" y="31"/>
                    </a:lnTo>
                    <a:lnTo>
                      <a:pt x="11" y="31"/>
                    </a:lnTo>
                    <a:lnTo>
                      <a:pt x="11" y="31"/>
                    </a:lnTo>
                    <a:lnTo>
                      <a:pt x="11" y="29"/>
                    </a:lnTo>
                    <a:lnTo>
                      <a:pt x="11" y="29"/>
                    </a:lnTo>
                    <a:lnTo>
                      <a:pt x="9" y="29"/>
                    </a:lnTo>
                    <a:lnTo>
                      <a:pt x="9" y="26"/>
                    </a:lnTo>
                    <a:lnTo>
                      <a:pt x="9" y="26"/>
                    </a:lnTo>
                    <a:lnTo>
                      <a:pt x="9" y="26"/>
                    </a:lnTo>
                    <a:lnTo>
                      <a:pt x="9" y="26"/>
                    </a:lnTo>
                    <a:lnTo>
                      <a:pt x="9" y="26"/>
                    </a:lnTo>
                    <a:lnTo>
                      <a:pt x="7" y="26"/>
                    </a:lnTo>
                    <a:lnTo>
                      <a:pt x="7" y="26"/>
                    </a:lnTo>
                    <a:lnTo>
                      <a:pt x="7" y="24"/>
                    </a:lnTo>
                    <a:lnTo>
                      <a:pt x="7" y="24"/>
                    </a:lnTo>
                    <a:lnTo>
                      <a:pt x="7" y="24"/>
                    </a:lnTo>
                    <a:lnTo>
                      <a:pt x="7" y="22"/>
                    </a:lnTo>
                    <a:lnTo>
                      <a:pt x="7" y="22"/>
                    </a:lnTo>
                    <a:lnTo>
                      <a:pt x="9" y="22"/>
                    </a:lnTo>
                    <a:lnTo>
                      <a:pt x="9" y="19"/>
                    </a:lnTo>
                    <a:lnTo>
                      <a:pt x="9" y="19"/>
                    </a:lnTo>
                    <a:lnTo>
                      <a:pt x="9" y="19"/>
                    </a:lnTo>
                    <a:lnTo>
                      <a:pt x="11" y="19"/>
                    </a:lnTo>
                    <a:lnTo>
                      <a:pt x="11" y="19"/>
                    </a:lnTo>
                    <a:lnTo>
                      <a:pt x="14" y="19"/>
                    </a:lnTo>
                    <a:lnTo>
                      <a:pt x="14" y="19"/>
                    </a:lnTo>
                    <a:lnTo>
                      <a:pt x="14" y="22"/>
                    </a:lnTo>
                    <a:lnTo>
                      <a:pt x="14" y="22"/>
                    </a:lnTo>
                    <a:lnTo>
                      <a:pt x="16" y="22"/>
                    </a:lnTo>
                    <a:lnTo>
                      <a:pt x="16" y="22"/>
                    </a:lnTo>
                    <a:lnTo>
                      <a:pt x="16" y="22"/>
                    </a:lnTo>
                    <a:lnTo>
                      <a:pt x="19" y="22"/>
                    </a:lnTo>
                    <a:lnTo>
                      <a:pt x="19" y="22"/>
                    </a:lnTo>
                    <a:lnTo>
                      <a:pt x="19" y="22"/>
                    </a:lnTo>
                    <a:lnTo>
                      <a:pt x="19" y="19"/>
                    </a:lnTo>
                    <a:lnTo>
                      <a:pt x="19" y="19"/>
                    </a:lnTo>
                    <a:lnTo>
                      <a:pt x="19" y="19"/>
                    </a:lnTo>
                    <a:lnTo>
                      <a:pt x="19" y="17"/>
                    </a:lnTo>
                    <a:lnTo>
                      <a:pt x="19" y="17"/>
                    </a:lnTo>
                    <a:lnTo>
                      <a:pt x="21" y="17"/>
                    </a:lnTo>
                    <a:lnTo>
                      <a:pt x="21" y="17"/>
                    </a:lnTo>
                    <a:lnTo>
                      <a:pt x="21" y="17"/>
                    </a:lnTo>
                    <a:lnTo>
                      <a:pt x="21" y="17"/>
                    </a:lnTo>
                    <a:lnTo>
                      <a:pt x="21" y="15"/>
                    </a:lnTo>
                    <a:lnTo>
                      <a:pt x="23" y="15"/>
                    </a:lnTo>
                    <a:lnTo>
                      <a:pt x="23" y="15"/>
                    </a:lnTo>
                    <a:lnTo>
                      <a:pt x="23" y="15"/>
                    </a:lnTo>
                    <a:lnTo>
                      <a:pt x="23" y="12"/>
                    </a:lnTo>
                    <a:lnTo>
                      <a:pt x="26" y="12"/>
                    </a:lnTo>
                    <a:lnTo>
                      <a:pt x="26" y="12"/>
                    </a:lnTo>
                    <a:lnTo>
                      <a:pt x="26" y="10"/>
                    </a:lnTo>
                    <a:lnTo>
                      <a:pt x="26" y="10"/>
                    </a:lnTo>
                    <a:lnTo>
                      <a:pt x="26" y="10"/>
                    </a:lnTo>
                    <a:lnTo>
                      <a:pt x="26" y="10"/>
                    </a:lnTo>
                    <a:lnTo>
                      <a:pt x="28" y="10"/>
                    </a:lnTo>
                    <a:lnTo>
                      <a:pt x="28" y="8"/>
                    </a:lnTo>
                    <a:lnTo>
                      <a:pt x="28" y="8"/>
                    </a:lnTo>
                    <a:lnTo>
                      <a:pt x="28" y="8"/>
                    </a:lnTo>
                    <a:lnTo>
                      <a:pt x="30" y="8"/>
                    </a:lnTo>
                    <a:lnTo>
                      <a:pt x="30" y="8"/>
                    </a:lnTo>
                    <a:lnTo>
                      <a:pt x="30" y="8"/>
                    </a:lnTo>
                    <a:lnTo>
                      <a:pt x="33" y="8"/>
                    </a:lnTo>
                    <a:lnTo>
                      <a:pt x="33" y="8"/>
                    </a:lnTo>
                    <a:lnTo>
                      <a:pt x="33" y="8"/>
                    </a:lnTo>
                    <a:lnTo>
                      <a:pt x="35" y="8"/>
                    </a:lnTo>
                    <a:lnTo>
                      <a:pt x="35" y="8"/>
                    </a:lnTo>
                    <a:lnTo>
                      <a:pt x="35" y="8"/>
                    </a:lnTo>
                    <a:lnTo>
                      <a:pt x="35" y="8"/>
                    </a:lnTo>
                    <a:lnTo>
                      <a:pt x="37" y="8"/>
                    </a:lnTo>
                    <a:lnTo>
                      <a:pt x="37" y="8"/>
                    </a:lnTo>
                    <a:lnTo>
                      <a:pt x="37" y="8"/>
                    </a:lnTo>
                    <a:lnTo>
                      <a:pt x="40" y="8"/>
                    </a:lnTo>
                    <a:lnTo>
                      <a:pt x="40" y="8"/>
                    </a:lnTo>
                    <a:lnTo>
                      <a:pt x="40" y="8"/>
                    </a:lnTo>
                    <a:lnTo>
                      <a:pt x="42" y="8"/>
                    </a:lnTo>
                    <a:lnTo>
                      <a:pt x="42" y="8"/>
                    </a:lnTo>
                    <a:lnTo>
                      <a:pt x="42" y="8"/>
                    </a:lnTo>
                    <a:lnTo>
                      <a:pt x="42" y="8"/>
                    </a:lnTo>
                    <a:lnTo>
                      <a:pt x="45" y="8"/>
                    </a:lnTo>
                    <a:lnTo>
                      <a:pt x="45" y="8"/>
                    </a:lnTo>
                    <a:lnTo>
                      <a:pt x="45" y="8"/>
                    </a:lnTo>
                    <a:lnTo>
                      <a:pt x="47" y="8"/>
                    </a:lnTo>
                    <a:lnTo>
                      <a:pt x="47" y="8"/>
                    </a:lnTo>
                    <a:lnTo>
                      <a:pt x="47" y="8"/>
                    </a:lnTo>
                    <a:lnTo>
                      <a:pt x="47" y="8"/>
                    </a:lnTo>
                    <a:lnTo>
                      <a:pt x="49" y="8"/>
                    </a:lnTo>
                    <a:lnTo>
                      <a:pt x="49" y="8"/>
                    </a:lnTo>
                    <a:lnTo>
                      <a:pt x="49" y="8"/>
                    </a:lnTo>
                    <a:lnTo>
                      <a:pt x="49" y="8"/>
                    </a:lnTo>
                    <a:lnTo>
                      <a:pt x="49" y="5"/>
                    </a:lnTo>
                    <a:lnTo>
                      <a:pt x="52" y="5"/>
                    </a:lnTo>
                    <a:lnTo>
                      <a:pt x="52" y="5"/>
                    </a:lnTo>
                    <a:lnTo>
                      <a:pt x="52" y="5"/>
                    </a:lnTo>
                    <a:lnTo>
                      <a:pt x="54" y="5"/>
                    </a:lnTo>
                    <a:lnTo>
                      <a:pt x="54" y="5"/>
                    </a:lnTo>
                    <a:lnTo>
                      <a:pt x="54" y="3"/>
                    </a:lnTo>
                    <a:lnTo>
                      <a:pt x="54" y="3"/>
                    </a:lnTo>
                    <a:lnTo>
                      <a:pt x="54" y="3"/>
                    </a:lnTo>
                    <a:lnTo>
                      <a:pt x="54" y="0"/>
                    </a:lnTo>
                    <a:lnTo>
                      <a:pt x="54" y="0"/>
                    </a:lnTo>
                    <a:lnTo>
                      <a:pt x="54" y="0"/>
                    </a:lnTo>
                    <a:lnTo>
                      <a:pt x="56" y="0"/>
                    </a:lnTo>
                    <a:lnTo>
                      <a:pt x="56" y="0"/>
                    </a:lnTo>
                    <a:lnTo>
                      <a:pt x="56" y="3"/>
                    </a:lnTo>
                    <a:lnTo>
                      <a:pt x="56" y="3"/>
                    </a:lnTo>
                    <a:lnTo>
                      <a:pt x="56" y="3"/>
                    </a:lnTo>
                    <a:lnTo>
                      <a:pt x="56" y="5"/>
                    </a:lnTo>
                    <a:lnTo>
                      <a:pt x="59" y="5"/>
                    </a:lnTo>
                    <a:lnTo>
                      <a:pt x="59" y="5"/>
                    </a:lnTo>
                    <a:lnTo>
                      <a:pt x="59" y="5"/>
                    </a:lnTo>
                    <a:lnTo>
                      <a:pt x="59" y="5"/>
                    </a:lnTo>
                    <a:lnTo>
                      <a:pt x="59" y="8"/>
                    </a:lnTo>
                    <a:lnTo>
                      <a:pt x="59" y="8"/>
                    </a:lnTo>
                    <a:lnTo>
                      <a:pt x="59" y="8"/>
                    </a:lnTo>
                    <a:lnTo>
                      <a:pt x="59" y="10"/>
                    </a:lnTo>
                    <a:lnTo>
                      <a:pt x="61" y="10"/>
                    </a:lnTo>
                    <a:lnTo>
                      <a:pt x="61" y="10"/>
                    </a:lnTo>
                    <a:lnTo>
                      <a:pt x="61" y="12"/>
                    </a:lnTo>
                    <a:lnTo>
                      <a:pt x="61" y="12"/>
                    </a:lnTo>
                    <a:lnTo>
                      <a:pt x="61" y="12"/>
                    </a:lnTo>
                    <a:lnTo>
                      <a:pt x="61" y="12"/>
                    </a:lnTo>
                    <a:lnTo>
                      <a:pt x="61" y="15"/>
                    </a:lnTo>
                    <a:lnTo>
                      <a:pt x="61" y="15"/>
                    </a:lnTo>
                    <a:lnTo>
                      <a:pt x="64" y="15"/>
                    </a:lnTo>
                    <a:lnTo>
                      <a:pt x="64" y="17"/>
                    </a:lnTo>
                    <a:lnTo>
                      <a:pt x="64" y="17"/>
                    </a:lnTo>
                    <a:lnTo>
                      <a:pt x="64" y="17"/>
                    </a:lnTo>
                    <a:lnTo>
                      <a:pt x="66" y="17"/>
                    </a:lnTo>
                    <a:lnTo>
                      <a:pt x="66" y="17"/>
                    </a:lnTo>
                    <a:lnTo>
                      <a:pt x="66" y="19"/>
                    </a:lnTo>
                    <a:lnTo>
                      <a:pt x="66" y="19"/>
                    </a:lnTo>
                    <a:lnTo>
                      <a:pt x="66" y="19"/>
                    </a:lnTo>
                    <a:lnTo>
                      <a:pt x="66" y="19"/>
                    </a:lnTo>
                    <a:lnTo>
                      <a:pt x="66" y="22"/>
                    </a:lnTo>
                    <a:lnTo>
                      <a:pt x="68" y="22"/>
                    </a:lnTo>
                    <a:lnTo>
                      <a:pt x="68" y="22"/>
                    </a:lnTo>
                    <a:lnTo>
                      <a:pt x="68" y="22"/>
                    </a:lnTo>
                    <a:lnTo>
                      <a:pt x="68" y="22"/>
                    </a:lnTo>
                    <a:lnTo>
                      <a:pt x="68" y="24"/>
                    </a:lnTo>
                    <a:lnTo>
                      <a:pt x="71" y="24"/>
                    </a:lnTo>
                    <a:lnTo>
                      <a:pt x="71" y="24"/>
                    </a:lnTo>
                    <a:lnTo>
                      <a:pt x="71" y="26"/>
                    </a:lnTo>
                    <a:lnTo>
                      <a:pt x="71" y="26"/>
                    </a:lnTo>
                    <a:lnTo>
                      <a:pt x="71" y="26"/>
                    </a:lnTo>
                    <a:lnTo>
                      <a:pt x="71" y="26"/>
                    </a:lnTo>
                    <a:lnTo>
                      <a:pt x="73" y="26"/>
                    </a:lnTo>
                    <a:lnTo>
                      <a:pt x="73" y="29"/>
                    </a:lnTo>
                    <a:lnTo>
                      <a:pt x="73" y="29"/>
                    </a:lnTo>
                    <a:lnTo>
                      <a:pt x="73" y="29"/>
                    </a:lnTo>
                    <a:lnTo>
                      <a:pt x="73" y="31"/>
                    </a:lnTo>
                    <a:lnTo>
                      <a:pt x="73" y="31"/>
                    </a:lnTo>
                    <a:lnTo>
                      <a:pt x="75" y="31"/>
                    </a:lnTo>
                    <a:lnTo>
                      <a:pt x="75" y="31"/>
                    </a:lnTo>
                    <a:lnTo>
                      <a:pt x="75" y="34"/>
                    </a:lnTo>
                    <a:lnTo>
                      <a:pt x="75" y="34"/>
                    </a:lnTo>
                    <a:lnTo>
                      <a:pt x="75" y="34"/>
                    </a:lnTo>
                    <a:lnTo>
                      <a:pt x="75" y="34"/>
                    </a:lnTo>
                    <a:lnTo>
                      <a:pt x="75" y="36"/>
                    </a:lnTo>
                    <a:lnTo>
                      <a:pt x="75" y="36"/>
                    </a:lnTo>
                    <a:lnTo>
                      <a:pt x="75" y="36"/>
                    </a:lnTo>
                    <a:lnTo>
                      <a:pt x="75" y="38"/>
                    </a:lnTo>
                    <a:lnTo>
                      <a:pt x="78" y="38"/>
                    </a:lnTo>
                    <a:lnTo>
                      <a:pt x="78" y="38"/>
                    </a:lnTo>
                    <a:lnTo>
                      <a:pt x="78" y="38"/>
                    </a:lnTo>
                    <a:lnTo>
                      <a:pt x="78" y="41"/>
                    </a:lnTo>
                    <a:lnTo>
                      <a:pt x="78" y="41"/>
                    </a:lnTo>
                    <a:lnTo>
                      <a:pt x="78" y="41"/>
                    </a:lnTo>
                    <a:lnTo>
                      <a:pt x="78" y="41"/>
                    </a:lnTo>
                    <a:lnTo>
                      <a:pt x="78" y="43"/>
                    </a:lnTo>
                    <a:lnTo>
                      <a:pt x="78" y="43"/>
                    </a:lnTo>
                    <a:lnTo>
                      <a:pt x="78" y="45"/>
                    </a:lnTo>
                    <a:lnTo>
                      <a:pt x="78" y="45"/>
                    </a:lnTo>
                    <a:lnTo>
                      <a:pt x="80" y="45"/>
                    </a:lnTo>
                    <a:lnTo>
                      <a:pt x="80" y="45"/>
                    </a:lnTo>
                    <a:lnTo>
                      <a:pt x="80" y="48"/>
                    </a:lnTo>
                    <a:lnTo>
                      <a:pt x="80" y="48"/>
                    </a:lnTo>
                    <a:lnTo>
                      <a:pt x="80" y="50"/>
                    </a:lnTo>
                    <a:lnTo>
                      <a:pt x="78" y="50"/>
                    </a:lnTo>
                    <a:lnTo>
                      <a:pt x="78" y="50"/>
                    </a:lnTo>
                    <a:lnTo>
                      <a:pt x="78" y="53"/>
                    </a:lnTo>
                    <a:lnTo>
                      <a:pt x="78" y="53"/>
                    </a:lnTo>
                    <a:lnTo>
                      <a:pt x="78" y="55"/>
                    </a:lnTo>
                    <a:lnTo>
                      <a:pt x="78" y="55"/>
                    </a:lnTo>
                    <a:lnTo>
                      <a:pt x="78" y="55"/>
                    </a:lnTo>
                    <a:lnTo>
                      <a:pt x="78" y="57"/>
                    </a:lnTo>
                    <a:lnTo>
                      <a:pt x="78" y="57"/>
                    </a:lnTo>
                    <a:lnTo>
                      <a:pt x="78" y="57"/>
                    </a:lnTo>
                    <a:lnTo>
                      <a:pt x="78" y="60"/>
                    </a:lnTo>
                    <a:lnTo>
                      <a:pt x="78" y="60"/>
                    </a:lnTo>
                    <a:lnTo>
                      <a:pt x="78" y="62"/>
                    </a:lnTo>
                    <a:lnTo>
                      <a:pt x="78" y="62"/>
                    </a:lnTo>
                    <a:lnTo>
                      <a:pt x="78" y="64"/>
                    </a:lnTo>
                    <a:lnTo>
                      <a:pt x="78" y="64"/>
                    </a:lnTo>
                    <a:lnTo>
                      <a:pt x="78" y="64"/>
                    </a:lnTo>
                    <a:lnTo>
                      <a:pt x="78" y="64"/>
                    </a:lnTo>
                    <a:lnTo>
                      <a:pt x="80" y="64"/>
                    </a:lnTo>
                    <a:lnTo>
                      <a:pt x="80" y="64"/>
                    </a:lnTo>
                    <a:lnTo>
                      <a:pt x="80" y="64"/>
                    </a:lnTo>
                    <a:lnTo>
                      <a:pt x="80" y="64"/>
                    </a:lnTo>
                    <a:lnTo>
                      <a:pt x="80" y="64"/>
                    </a:lnTo>
                    <a:lnTo>
                      <a:pt x="82" y="64"/>
                    </a:lnTo>
                    <a:lnTo>
                      <a:pt x="82" y="67"/>
                    </a:lnTo>
                    <a:lnTo>
                      <a:pt x="80" y="67"/>
                    </a:lnTo>
                    <a:lnTo>
                      <a:pt x="80" y="67"/>
                    </a:lnTo>
                    <a:lnTo>
                      <a:pt x="80" y="69"/>
                    </a:lnTo>
                    <a:lnTo>
                      <a:pt x="80" y="69"/>
                    </a:lnTo>
                    <a:lnTo>
                      <a:pt x="80" y="69"/>
                    </a:lnTo>
                    <a:lnTo>
                      <a:pt x="80" y="72"/>
                    </a:lnTo>
                    <a:lnTo>
                      <a:pt x="80" y="72"/>
                    </a:lnTo>
                    <a:lnTo>
                      <a:pt x="80" y="74"/>
                    </a:lnTo>
                    <a:lnTo>
                      <a:pt x="80" y="74"/>
                    </a:lnTo>
                    <a:lnTo>
                      <a:pt x="80" y="74"/>
                    </a:lnTo>
                    <a:lnTo>
                      <a:pt x="80" y="76"/>
                    </a:lnTo>
                    <a:lnTo>
                      <a:pt x="80" y="76"/>
                    </a:lnTo>
                    <a:lnTo>
                      <a:pt x="80" y="76"/>
                    </a:lnTo>
                    <a:lnTo>
                      <a:pt x="80" y="79"/>
                    </a:lnTo>
                    <a:lnTo>
                      <a:pt x="78" y="79"/>
                    </a:lnTo>
                    <a:lnTo>
                      <a:pt x="78" y="79"/>
                    </a:lnTo>
                    <a:lnTo>
                      <a:pt x="78" y="81"/>
                    </a:lnTo>
                    <a:lnTo>
                      <a:pt x="78" y="81"/>
                    </a:lnTo>
                    <a:lnTo>
                      <a:pt x="75" y="81"/>
                    </a:lnTo>
                    <a:lnTo>
                      <a:pt x="75" y="81"/>
                    </a:lnTo>
                    <a:lnTo>
                      <a:pt x="75" y="83"/>
                    </a:lnTo>
                    <a:lnTo>
                      <a:pt x="75" y="83"/>
                    </a:lnTo>
                    <a:lnTo>
                      <a:pt x="75" y="83"/>
                    </a:lnTo>
                    <a:lnTo>
                      <a:pt x="75" y="86"/>
                    </a:lnTo>
                    <a:lnTo>
                      <a:pt x="75" y="86"/>
                    </a:lnTo>
                    <a:lnTo>
                      <a:pt x="75" y="86"/>
                    </a:lnTo>
                    <a:lnTo>
                      <a:pt x="75" y="86"/>
                    </a:lnTo>
                    <a:lnTo>
                      <a:pt x="73" y="86"/>
                    </a:lnTo>
                    <a:lnTo>
                      <a:pt x="73" y="88"/>
                    </a:lnTo>
                    <a:lnTo>
                      <a:pt x="73" y="88"/>
                    </a:lnTo>
                    <a:lnTo>
                      <a:pt x="73" y="88"/>
                    </a:lnTo>
                    <a:lnTo>
                      <a:pt x="73" y="88"/>
                    </a:lnTo>
                    <a:lnTo>
                      <a:pt x="73" y="90"/>
                    </a:lnTo>
                    <a:lnTo>
                      <a:pt x="71" y="90"/>
                    </a:lnTo>
                    <a:lnTo>
                      <a:pt x="71" y="90"/>
                    </a:lnTo>
                    <a:lnTo>
                      <a:pt x="71" y="90"/>
                    </a:lnTo>
                    <a:lnTo>
                      <a:pt x="68" y="90"/>
                    </a:lnTo>
                    <a:lnTo>
                      <a:pt x="68" y="93"/>
                    </a:lnTo>
                    <a:lnTo>
                      <a:pt x="68" y="93"/>
                    </a:lnTo>
                    <a:lnTo>
                      <a:pt x="68" y="93"/>
                    </a:lnTo>
                    <a:lnTo>
                      <a:pt x="68" y="90"/>
                    </a:lnTo>
                    <a:lnTo>
                      <a:pt x="66" y="90"/>
                    </a:lnTo>
                    <a:lnTo>
                      <a:pt x="66" y="90"/>
                    </a:lnTo>
                    <a:lnTo>
                      <a:pt x="66" y="93"/>
                    </a:lnTo>
                    <a:lnTo>
                      <a:pt x="66" y="93"/>
                    </a:lnTo>
                    <a:lnTo>
                      <a:pt x="66" y="93"/>
                    </a:lnTo>
                    <a:lnTo>
                      <a:pt x="64" y="93"/>
                    </a:lnTo>
                    <a:lnTo>
                      <a:pt x="64" y="93"/>
                    </a:lnTo>
                    <a:lnTo>
                      <a:pt x="64" y="90"/>
                    </a:lnTo>
                    <a:lnTo>
                      <a:pt x="64" y="90"/>
                    </a:lnTo>
                    <a:lnTo>
                      <a:pt x="64" y="93"/>
                    </a:lnTo>
                    <a:lnTo>
                      <a:pt x="64" y="93"/>
                    </a:lnTo>
                    <a:lnTo>
                      <a:pt x="64" y="95"/>
                    </a:lnTo>
                    <a:lnTo>
                      <a:pt x="64" y="95"/>
                    </a:lnTo>
                    <a:lnTo>
                      <a:pt x="64" y="95"/>
                    </a:lnTo>
                    <a:lnTo>
                      <a:pt x="64" y="95"/>
                    </a:lnTo>
                    <a:lnTo>
                      <a:pt x="64" y="95"/>
                    </a:lnTo>
                    <a:lnTo>
                      <a:pt x="64" y="98"/>
                    </a:lnTo>
                    <a:lnTo>
                      <a:pt x="64" y="98"/>
                    </a:lnTo>
                    <a:lnTo>
                      <a:pt x="61" y="98"/>
                    </a:lnTo>
                    <a:lnTo>
                      <a:pt x="61" y="100"/>
                    </a:lnTo>
                    <a:lnTo>
                      <a:pt x="61" y="100"/>
                    </a:lnTo>
                    <a:lnTo>
                      <a:pt x="61" y="100"/>
                    </a:lnTo>
                    <a:lnTo>
                      <a:pt x="61" y="100"/>
                    </a:lnTo>
                    <a:lnTo>
                      <a:pt x="61" y="102"/>
                    </a:lnTo>
                    <a:lnTo>
                      <a:pt x="59" y="102"/>
                    </a:lnTo>
                    <a:lnTo>
                      <a:pt x="59" y="102"/>
                    </a:lnTo>
                    <a:lnTo>
                      <a:pt x="59" y="102"/>
                    </a:lnTo>
                    <a:lnTo>
                      <a:pt x="59" y="102"/>
                    </a:lnTo>
                    <a:lnTo>
                      <a:pt x="59" y="100"/>
                    </a:lnTo>
                    <a:lnTo>
                      <a:pt x="59" y="100"/>
                    </a:lnTo>
                    <a:lnTo>
                      <a:pt x="59" y="100"/>
                    </a:lnTo>
                    <a:lnTo>
                      <a:pt x="59" y="100"/>
                    </a:lnTo>
                    <a:lnTo>
                      <a:pt x="56" y="100"/>
                    </a:lnTo>
                    <a:lnTo>
                      <a:pt x="56" y="100"/>
                    </a:lnTo>
                    <a:lnTo>
                      <a:pt x="56" y="102"/>
                    </a:lnTo>
                    <a:lnTo>
                      <a:pt x="54" y="102"/>
                    </a:lnTo>
                    <a:lnTo>
                      <a:pt x="54" y="102"/>
                    </a:lnTo>
                    <a:lnTo>
                      <a:pt x="54" y="102"/>
                    </a:lnTo>
                    <a:lnTo>
                      <a:pt x="54" y="102"/>
                    </a:lnTo>
                    <a:lnTo>
                      <a:pt x="52" y="102"/>
                    </a:lnTo>
                    <a:lnTo>
                      <a:pt x="52" y="10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8" name="Freeform 126"/>
              <p:cNvSpPr>
                <a:spLocks/>
              </p:cNvSpPr>
              <p:nvPr/>
            </p:nvSpPr>
            <p:spPr bwMode="auto">
              <a:xfrm>
                <a:off x="3532" y="1774"/>
                <a:ext cx="82" cy="114"/>
              </a:xfrm>
              <a:custGeom>
                <a:avLst/>
                <a:gdLst/>
                <a:ahLst/>
                <a:cxnLst>
                  <a:cxn ang="0">
                    <a:pos x="49" y="98"/>
                  </a:cxn>
                  <a:cxn ang="0">
                    <a:pos x="45" y="100"/>
                  </a:cxn>
                  <a:cxn ang="0">
                    <a:pos x="42" y="107"/>
                  </a:cxn>
                  <a:cxn ang="0">
                    <a:pos x="37" y="105"/>
                  </a:cxn>
                  <a:cxn ang="0">
                    <a:pos x="35" y="105"/>
                  </a:cxn>
                  <a:cxn ang="0">
                    <a:pos x="28" y="107"/>
                  </a:cxn>
                  <a:cxn ang="0">
                    <a:pos x="21" y="109"/>
                  </a:cxn>
                  <a:cxn ang="0">
                    <a:pos x="16" y="114"/>
                  </a:cxn>
                  <a:cxn ang="0">
                    <a:pos x="14" y="109"/>
                  </a:cxn>
                  <a:cxn ang="0">
                    <a:pos x="11" y="109"/>
                  </a:cxn>
                  <a:cxn ang="0">
                    <a:pos x="4" y="112"/>
                  </a:cxn>
                  <a:cxn ang="0">
                    <a:pos x="2" y="109"/>
                  </a:cxn>
                  <a:cxn ang="0">
                    <a:pos x="4" y="105"/>
                  </a:cxn>
                  <a:cxn ang="0">
                    <a:pos x="0" y="100"/>
                  </a:cxn>
                  <a:cxn ang="0">
                    <a:pos x="4" y="93"/>
                  </a:cxn>
                  <a:cxn ang="0">
                    <a:pos x="7" y="88"/>
                  </a:cxn>
                  <a:cxn ang="0">
                    <a:pos x="9" y="88"/>
                  </a:cxn>
                  <a:cxn ang="0">
                    <a:pos x="11" y="83"/>
                  </a:cxn>
                  <a:cxn ang="0">
                    <a:pos x="14" y="76"/>
                  </a:cxn>
                  <a:cxn ang="0">
                    <a:pos x="19" y="69"/>
                  </a:cxn>
                  <a:cxn ang="0">
                    <a:pos x="16" y="64"/>
                  </a:cxn>
                  <a:cxn ang="0">
                    <a:pos x="14" y="57"/>
                  </a:cxn>
                  <a:cxn ang="0">
                    <a:pos x="11" y="55"/>
                  </a:cxn>
                  <a:cxn ang="0">
                    <a:pos x="7" y="50"/>
                  </a:cxn>
                  <a:cxn ang="0">
                    <a:pos x="7" y="45"/>
                  </a:cxn>
                  <a:cxn ang="0">
                    <a:pos x="11" y="41"/>
                  </a:cxn>
                  <a:cxn ang="0">
                    <a:pos x="16" y="36"/>
                  </a:cxn>
                  <a:cxn ang="0">
                    <a:pos x="9" y="36"/>
                  </a:cxn>
                  <a:cxn ang="0">
                    <a:pos x="2" y="41"/>
                  </a:cxn>
                  <a:cxn ang="0">
                    <a:pos x="7" y="36"/>
                  </a:cxn>
                  <a:cxn ang="0">
                    <a:pos x="9" y="36"/>
                  </a:cxn>
                  <a:cxn ang="0">
                    <a:pos x="14" y="34"/>
                  </a:cxn>
                  <a:cxn ang="0">
                    <a:pos x="19" y="31"/>
                  </a:cxn>
                  <a:cxn ang="0">
                    <a:pos x="11" y="31"/>
                  </a:cxn>
                  <a:cxn ang="0">
                    <a:pos x="7" y="26"/>
                  </a:cxn>
                  <a:cxn ang="0">
                    <a:pos x="11" y="19"/>
                  </a:cxn>
                  <a:cxn ang="0">
                    <a:pos x="19" y="22"/>
                  </a:cxn>
                  <a:cxn ang="0">
                    <a:pos x="23" y="15"/>
                  </a:cxn>
                  <a:cxn ang="0">
                    <a:pos x="28" y="8"/>
                  </a:cxn>
                  <a:cxn ang="0">
                    <a:pos x="35" y="8"/>
                  </a:cxn>
                  <a:cxn ang="0">
                    <a:pos x="42" y="8"/>
                  </a:cxn>
                  <a:cxn ang="0">
                    <a:pos x="49" y="8"/>
                  </a:cxn>
                  <a:cxn ang="0">
                    <a:pos x="54" y="0"/>
                  </a:cxn>
                  <a:cxn ang="0">
                    <a:pos x="59" y="5"/>
                  </a:cxn>
                  <a:cxn ang="0">
                    <a:pos x="61" y="15"/>
                  </a:cxn>
                  <a:cxn ang="0">
                    <a:pos x="66" y="19"/>
                  </a:cxn>
                  <a:cxn ang="0">
                    <a:pos x="71" y="26"/>
                  </a:cxn>
                  <a:cxn ang="0">
                    <a:pos x="75" y="34"/>
                  </a:cxn>
                  <a:cxn ang="0">
                    <a:pos x="78" y="41"/>
                  </a:cxn>
                  <a:cxn ang="0">
                    <a:pos x="80" y="50"/>
                  </a:cxn>
                  <a:cxn ang="0">
                    <a:pos x="78" y="60"/>
                  </a:cxn>
                  <a:cxn ang="0">
                    <a:pos x="80" y="64"/>
                  </a:cxn>
                  <a:cxn ang="0">
                    <a:pos x="80" y="74"/>
                  </a:cxn>
                  <a:cxn ang="0">
                    <a:pos x="75" y="81"/>
                  </a:cxn>
                  <a:cxn ang="0">
                    <a:pos x="73" y="88"/>
                  </a:cxn>
                  <a:cxn ang="0">
                    <a:pos x="68" y="90"/>
                  </a:cxn>
                  <a:cxn ang="0">
                    <a:pos x="64" y="93"/>
                  </a:cxn>
                  <a:cxn ang="0">
                    <a:pos x="61" y="100"/>
                  </a:cxn>
                  <a:cxn ang="0">
                    <a:pos x="56" y="100"/>
                  </a:cxn>
                </a:cxnLst>
                <a:rect l="0" t="0" r="r" b="b"/>
                <a:pathLst>
                  <a:path w="82" h="114">
                    <a:moveTo>
                      <a:pt x="52" y="102"/>
                    </a:moveTo>
                    <a:lnTo>
                      <a:pt x="52" y="102"/>
                    </a:lnTo>
                    <a:lnTo>
                      <a:pt x="52" y="100"/>
                    </a:lnTo>
                    <a:lnTo>
                      <a:pt x="49" y="100"/>
                    </a:lnTo>
                    <a:lnTo>
                      <a:pt x="49" y="100"/>
                    </a:lnTo>
                    <a:lnTo>
                      <a:pt x="52" y="100"/>
                    </a:lnTo>
                    <a:lnTo>
                      <a:pt x="52" y="100"/>
                    </a:lnTo>
                    <a:lnTo>
                      <a:pt x="52" y="98"/>
                    </a:lnTo>
                    <a:lnTo>
                      <a:pt x="52" y="98"/>
                    </a:lnTo>
                    <a:lnTo>
                      <a:pt x="52" y="98"/>
                    </a:lnTo>
                    <a:lnTo>
                      <a:pt x="49" y="98"/>
                    </a:lnTo>
                    <a:lnTo>
                      <a:pt x="49" y="98"/>
                    </a:lnTo>
                    <a:lnTo>
                      <a:pt x="49" y="98"/>
                    </a:lnTo>
                    <a:lnTo>
                      <a:pt x="49" y="98"/>
                    </a:lnTo>
                    <a:lnTo>
                      <a:pt x="49" y="100"/>
                    </a:lnTo>
                    <a:lnTo>
                      <a:pt x="49" y="100"/>
                    </a:lnTo>
                    <a:lnTo>
                      <a:pt x="47" y="100"/>
                    </a:lnTo>
                    <a:lnTo>
                      <a:pt x="47" y="100"/>
                    </a:lnTo>
                    <a:lnTo>
                      <a:pt x="47" y="100"/>
                    </a:lnTo>
                    <a:lnTo>
                      <a:pt x="47" y="100"/>
                    </a:lnTo>
                    <a:lnTo>
                      <a:pt x="45" y="100"/>
                    </a:lnTo>
                    <a:lnTo>
                      <a:pt x="45" y="100"/>
                    </a:lnTo>
                    <a:lnTo>
                      <a:pt x="42" y="100"/>
                    </a:lnTo>
                    <a:lnTo>
                      <a:pt x="42" y="100"/>
                    </a:lnTo>
                    <a:lnTo>
                      <a:pt x="42" y="102"/>
                    </a:lnTo>
                    <a:lnTo>
                      <a:pt x="42" y="102"/>
                    </a:lnTo>
                    <a:lnTo>
                      <a:pt x="42" y="105"/>
                    </a:lnTo>
                    <a:lnTo>
                      <a:pt x="42" y="105"/>
                    </a:lnTo>
                    <a:lnTo>
                      <a:pt x="42" y="105"/>
                    </a:lnTo>
                    <a:lnTo>
                      <a:pt x="42" y="107"/>
                    </a:lnTo>
                    <a:lnTo>
                      <a:pt x="42" y="107"/>
                    </a:lnTo>
                    <a:lnTo>
                      <a:pt x="42" y="107"/>
                    </a:lnTo>
                    <a:lnTo>
                      <a:pt x="42" y="107"/>
                    </a:lnTo>
                    <a:lnTo>
                      <a:pt x="42" y="107"/>
                    </a:lnTo>
                    <a:lnTo>
                      <a:pt x="42" y="105"/>
                    </a:lnTo>
                    <a:lnTo>
                      <a:pt x="40" y="105"/>
                    </a:lnTo>
                    <a:lnTo>
                      <a:pt x="40" y="105"/>
                    </a:lnTo>
                    <a:lnTo>
                      <a:pt x="40" y="105"/>
                    </a:lnTo>
                    <a:lnTo>
                      <a:pt x="40" y="105"/>
                    </a:lnTo>
                    <a:lnTo>
                      <a:pt x="40" y="105"/>
                    </a:lnTo>
                    <a:lnTo>
                      <a:pt x="37" y="105"/>
                    </a:lnTo>
                    <a:lnTo>
                      <a:pt x="37" y="102"/>
                    </a:lnTo>
                    <a:lnTo>
                      <a:pt x="37" y="102"/>
                    </a:lnTo>
                    <a:lnTo>
                      <a:pt x="37" y="105"/>
                    </a:lnTo>
                    <a:lnTo>
                      <a:pt x="35" y="105"/>
                    </a:lnTo>
                    <a:lnTo>
                      <a:pt x="35" y="105"/>
                    </a:lnTo>
                    <a:lnTo>
                      <a:pt x="37" y="105"/>
                    </a:lnTo>
                    <a:lnTo>
                      <a:pt x="37" y="105"/>
                    </a:lnTo>
                    <a:lnTo>
                      <a:pt x="37" y="107"/>
                    </a:lnTo>
                    <a:lnTo>
                      <a:pt x="37" y="107"/>
                    </a:lnTo>
                    <a:lnTo>
                      <a:pt x="35" y="107"/>
                    </a:lnTo>
                    <a:lnTo>
                      <a:pt x="35" y="107"/>
                    </a:lnTo>
                    <a:lnTo>
                      <a:pt x="35" y="107"/>
                    </a:lnTo>
                    <a:lnTo>
                      <a:pt x="35" y="107"/>
                    </a:lnTo>
                    <a:lnTo>
                      <a:pt x="35" y="105"/>
                    </a:lnTo>
                    <a:lnTo>
                      <a:pt x="33" y="105"/>
                    </a:lnTo>
                    <a:lnTo>
                      <a:pt x="33" y="107"/>
                    </a:lnTo>
                    <a:lnTo>
                      <a:pt x="33" y="107"/>
                    </a:lnTo>
                    <a:lnTo>
                      <a:pt x="33" y="107"/>
                    </a:lnTo>
                    <a:lnTo>
                      <a:pt x="33" y="107"/>
                    </a:lnTo>
                    <a:lnTo>
                      <a:pt x="33" y="109"/>
                    </a:lnTo>
                    <a:lnTo>
                      <a:pt x="30" y="109"/>
                    </a:lnTo>
                    <a:lnTo>
                      <a:pt x="30" y="107"/>
                    </a:lnTo>
                    <a:lnTo>
                      <a:pt x="30" y="107"/>
                    </a:lnTo>
                    <a:lnTo>
                      <a:pt x="30" y="107"/>
                    </a:lnTo>
                    <a:lnTo>
                      <a:pt x="28" y="107"/>
                    </a:lnTo>
                    <a:lnTo>
                      <a:pt x="28" y="107"/>
                    </a:lnTo>
                    <a:lnTo>
                      <a:pt x="28" y="107"/>
                    </a:lnTo>
                    <a:lnTo>
                      <a:pt x="28" y="109"/>
                    </a:lnTo>
                    <a:lnTo>
                      <a:pt x="28" y="109"/>
                    </a:lnTo>
                    <a:lnTo>
                      <a:pt x="28" y="109"/>
                    </a:lnTo>
                    <a:lnTo>
                      <a:pt x="26" y="109"/>
                    </a:lnTo>
                    <a:lnTo>
                      <a:pt x="26" y="109"/>
                    </a:lnTo>
                    <a:lnTo>
                      <a:pt x="26" y="109"/>
                    </a:lnTo>
                    <a:lnTo>
                      <a:pt x="23" y="109"/>
                    </a:lnTo>
                    <a:lnTo>
                      <a:pt x="23" y="109"/>
                    </a:lnTo>
                    <a:lnTo>
                      <a:pt x="21" y="109"/>
                    </a:lnTo>
                    <a:lnTo>
                      <a:pt x="21" y="109"/>
                    </a:lnTo>
                    <a:lnTo>
                      <a:pt x="21" y="112"/>
                    </a:lnTo>
                    <a:lnTo>
                      <a:pt x="21" y="112"/>
                    </a:lnTo>
                    <a:lnTo>
                      <a:pt x="21" y="114"/>
                    </a:lnTo>
                    <a:lnTo>
                      <a:pt x="21" y="114"/>
                    </a:lnTo>
                    <a:lnTo>
                      <a:pt x="19" y="114"/>
                    </a:lnTo>
                    <a:lnTo>
                      <a:pt x="19" y="114"/>
                    </a:lnTo>
                    <a:lnTo>
                      <a:pt x="19" y="114"/>
                    </a:lnTo>
                    <a:lnTo>
                      <a:pt x="19" y="114"/>
                    </a:lnTo>
                    <a:lnTo>
                      <a:pt x="19" y="114"/>
                    </a:lnTo>
                    <a:lnTo>
                      <a:pt x="16" y="114"/>
                    </a:lnTo>
                    <a:lnTo>
                      <a:pt x="16" y="114"/>
                    </a:lnTo>
                    <a:lnTo>
                      <a:pt x="14" y="114"/>
                    </a:lnTo>
                    <a:lnTo>
                      <a:pt x="14" y="114"/>
                    </a:lnTo>
                    <a:lnTo>
                      <a:pt x="14" y="114"/>
                    </a:lnTo>
                    <a:lnTo>
                      <a:pt x="14" y="114"/>
                    </a:lnTo>
                    <a:lnTo>
                      <a:pt x="14" y="112"/>
                    </a:lnTo>
                    <a:lnTo>
                      <a:pt x="14" y="112"/>
                    </a:lnTo>
                    <a:lnTo>
                      <a:pt x="16" y="112"/>
                    </a:lnTo>
                    <a:lnTo>
                      <a:pt x="16" y="112"/>
                    </a:lnTo>
                    <a:lnTo>
                      <a:pt x="14" y="112"/>
                    </a:lnTo>
                    <a:lnTo>
                      <a:pt x="14" y="109"/>
                    </a:lnTo>
                    <a:lnTo>
                      <a:pt x="14" y="109"/>
                    </a:lnTo>
                    <a:lnTo>
                      <a:pt x="14" y="109"/>
                    </a:lnTo>
                    <a:lnTo>
                      <a:pt x="14" y="107"/>
                    </a:lnTo>
                    <a:lnTo>
                      <a:pt x="14" y="107"/>
                    </a:lnTo>
                    <a:lnTo>
                      <a:pt x="14" y="107"/>
                    </a:lnTo>
                    <a:lnTo>
                      <a:pt x="14" y="105"/>
                    </a:lnTo>
                    <a:lnTo>
                      <a:pt x="11" y="105"/>
                    </a:lnTo>
                    <a:lnTo>
                      <a:pt x="11" y="107"/>
                    </a:lnTo>
                    <a:lnTo>
                      <a:pt x="11" y="107"/>
                    </a:lnTo>
                    <a:lnTo>
                      <a:pt x="11" y="107"/>
                    </a:lnTo>
                    <a:lnTo>
                      <a:pt x="11" y="109"/>
                    </a:lnTo>
                    <a:lnTo>
                      <a:pt x="9" y="109"/>
                    </a:lnTo>
                    <a:lnTo>
                      <a:pt x="9" y="109"/>
                    </a:lnTo>
                    <a:lnTo>
                      <a:pt x="9" y="109"/>
                    </a:lnTo>
                    <a:lnTo>
                      <a:pt x="7" y="109"/>
                    </a:lnTo>
                    <a:lnTo>
                      <a:pt x="7" y="109"/>
                    </a:lnTo>
                    <a:lnTo>
                      <a:pt x="7" y="109"/>
                    </a:lnTo>
                    <a:lnTo>
                      <a:pt x="7" y="112"/>
                    </a:lnTo>
                    <a:lnTo>
                      <a:pt x="7" y="112"/>
                    </a:lnTo>
                    <a:lnTo>
                      <a:pt x="7" y="112"/>
                    </a:lnTo>
                    <a:lnTo>
                      <a:pt x="4" y="112"/>
                    </a:lnTo>
                    <a:lnTo>
                      <a:pt x="4" y="112"/>
                    </a:lnTo>
                    <a:lnTo>
                      <a:pt x="2" y="112"/>
                    </a:lnTo>
                    <a:lnTo>
                      <a:pt x="2" y="112"/>
                    </a:lnTo>
                    <a:lnTo>
                      <a:pt x="2" y="112"/>
                    </a:lnTo>
                    <a:lnTo>
                      <a:pt x="2" y="114"/>
                    </a:lnTo>
                    <a:lnTo>
                      <a:pt x="0" y="114"/>
                    </a:lnTo>
                    <a:lnTo>
                      <a:pt x="0" y="112"/>
                    </a:lnTo>
                    <a:lnTo>
                      <a:pt x="0" y="112"/>
                    </a:lnTo>
                    <a:lnTo>
                      <a:pt x="2" y="112"/>
                    </a:lnTo>
                    <a:lnTo>
                      <a:pt x="2" y="109"/>
                    </a:lnTo>
                    <a:lnTo>
                      <a:pt x="2" y="109"/>
                    </a:lnTo>
                    <a:lnTo>
                      <a:pt x="2" y="109"/>
                    </a:lnTo>
                    <a:lnTo>
                      <a:pt x="2" y="109"/>
                    </a:lnTo>
                    <a:lnTo>
                      <a:pt x="2" y="109"/>
                    </a:lnTo>
                    <a:lnTo>
                      <a:pt x="2" y="107"/>
                    </a:lnTo>
                    <a:lnTo>
                      <a:pt x="2" y="107"/>
                    </a:lnTo>
                    <a:lnTo>
                      <a:pt x="2" y="107"/>
                    </a:lnTo>
                    <a:lnTo>
                      <a:pt x="4" y="107"/>
                    </a:lnTo>
                    <a:lnTo>
                      <a:pt x="4" y="107"/>
                    </a:lnTo>
                    <a:lnTo>
                      <a:pt x="4" y="107"/>
                    </a:lnTo>
                    <a:lnTo>
                      <a:pt x="4" y="107"/>
                    </a:lnTo>
                    <a:lnTo>
                      <a:pt x="4" y="105"/>
                    </a:lnTo>
                    <a:lnTo>
                      <a:pt x="4" y="105"/>
                    </a:lnTo>
                    <a:lnTo>
                      <a:pt x="4" y="105"/>
                    </a:lnTo>
                    <a:lnTo>
                      <a:pt x="4" y="105"/>
                    </a:lnTo>
                    <a:lnTo>
                      <a:pt x="2" y="105"/>
                    </a:lnTo>
                    <a:lnTo>
                      <a:pt x="2" y="102"/>
                    </a:lnTo>
                    <a:lnTo>
                      <a:pt x="2" y="102"/>
                    </a:lnTo>
                    <a:lnTo>
                      <a:pt x="2" y="102"/>
                    </a:lnTo>
                    <a:lnTo>
                      <a:pt x="0" y="102"/>
                    </a:lnTo>
                    <a:lnTo>
                      <a:pt x="0" y="102"/>
                    </a:lnTo>
                    <a:lnTo>
                      <a:pt x="0" y="102"/>
                    </a:lnTo>
                    <a:lnTo>
                      <a:pt x="0" y="102"/>
                    </a:lnTo>
                    <a:lnTo>
                      <a:pt x="0" y="100"/>
                    </a:lnTo>
                    <a:lnTo>
                      <a:pt x="2" y="100"/>
                    </a:lnTo>
                    <a:lnTo>
                      <a:pt x="2" y="100"/>
                    </a:lnTo>
                    <a:lnTo>
                      <a:pt x="2" y="98"/>
                    </a:lnTo>
                    <a:lnTo>
                      <a:pt x="2" y="98"/>
                    </a:lnTo>
                    <a:lnTo>
                      <a:pt x="2" y="98"/>
                    </a:lnTo>
                    <a:lnTo>
                      <a:pt x="2" y="98"/>
                    </a:lnTo>
                    <a:lnTo>
                      <a:pt x="2" y="95"/>
                    </a:lnTo>
                    <a:lnTo>
                      <a:pt x="2" y="95"/>
                    </a:lnTo>
                    <a:lnTo>
                      <a:pt x="2" y="95"/>
                    </a:lnTo>
                    <a:lnTo>
                      <a:pt x="4" y="95"/>
                    </a:lnTo>
                    <a:lnTo>
                      <a:pt x="4" y="93"/>
                    </a:lnTo>
                    <a:lnTo>
                      <a:pt x="4" y="93"/>
                    </a:lnTo>
                    <a:lnTo>
                      <a:pt x="7" y="93"/>
                    </a:lnTo>
                    <a:lnTo>
                      <a:pt x="7" y="93"/>
                    </a:lnTo>
                    <a:lnTo>
                      <a:pt x="7" y="90"/>
                    </a:lnTo>
                    <a:lnTo>
                      <a:pt x="4" y="90"/>
                    </a:lnTo>
                    <a:lnTo>
                      <a:pt x="4" y="90"/>
                    </a:lnTo>
                    <a:lnTo>
                      <a:pt x="4" y="90"/>
                    </a:lnTo>
                    <a:lnTo>
                      <a:pt x="4" y="88"/>
                    </a:lnTo>
                    <a:lnTo>
                      <a:pt x="4" y="88"/>
                    </a:lnTo>
                    <a:lnTo>
                      <a:pt x="7" y="88"/>
                    </a:lnTo>
                    <a:lnTo>
                      <a:pt x="7" y="88"/>
                    </a:lnTo>
                    <a:lnTo>
                      <a:pt x="7" y="88"/>
                    </a:lnTo>
                    <a:lnTo>
                      <a:pt x="7" y="86"/>
                    </a:lnTo>
                    <a:lnTo>
                      <a:pt x="7" y="86"/>
                    </a:lnTo>
                    <a:lnTo>
                      <a:pt x="7" y="86"/>
                    </a:lnTo>
                    <a:lnTo>
                      <a:pt x="7" y="83"/>
                    </a:lnTo>
                    <a:lnTo>
                      <a:pt x="7" y="83"/>
                    </a:lnTo>
                    <a:lnTo>
                      <a:pt x="7" y="86"/>
                    </a:lnTo>
                    <a:lnTo>
                      <a:pt x="7" y="86"/>
                    </a:lnTo>
                    <a:lnTo>
                      <a:pt x="7" y="86"/>
                    </a:lnTo>
                    <a:lnTo>
                      <a:pt x="7" y="88"/>
                    </a:lnTo>
                    <a:lnTo>
                      <a:pt x="9" y="88"/>
                    </a:lnTo>
                    <a:lnTo>
                      <a:pt x="9" y="88"/>
                    </a:lnTo>
                    <a:lnTo>
                      <a:pt x="9" y="88"/>
                    </a:lnTo>
                    <a:lnTo>
                      <a:pt x="9" y="88"/>
                    </a:lnTo>
                    <a:lnTo>
                      <a:pt x="9" y="88"/>
                    </a:lnTo>
                    <a:lnTo>
                      <a:pt x="9" y="86"/>
                    </a:lnTo>
                    <a:lnTo>
                      <a:pt x="9" y="86"/>
                    </a:lnTo>
                    <a:lnTo>
                      <a:pt x="11" y="86"/>
                    </a:lnTo>
                    <a:lnTo>
                      <a:pt x="11" y="86"/>
                    </a:lnTo>
                    <a:lnTo>
                      <a:pt x="11" y="83"/>
                    </a:lnTo>
                    <a:lnTo>
                      <a:pt x="11" y="83"/>
                    </a:lnTo>
                    <a:lnTo>
                      <a:pt x="11" y="83"/>
                    </a:lnTo>
                    <a:lnTo>
                      <a:pt x="11" y="81"/>
                    </a:lnTo>
                    <a:lnTo>
                      <a:pt x="14" y="81"/>
                    </a:lnTo>
                    <a:lnTo>
                      <a:pt x="14" y="81"/>
                    </a:lnTo>
                    <a:lnTo>
                      <a:pt x="14" y="79"/>
                    </a:lnTo>
                    <a:lnTo>
                      <a:pt x="14" y="79"/>
                    </a:lnTo>
                    <a:lnTo>
                      <a:pt x="14" y="79"/>
                    </a:lnTo>
                    <a:lnTo>
                      <a:pt x="14" y="76"/>
                    </a:lnTo>
                    <a:lnTo>
                      <a:pt x="14" y="76"/>
                    </a:lnTo>
                    <a:lnTo>
                      <a:pt x="14" y="76"/>
                    </a:lnTo>
                    <a:lnTo>
                      <a:pt x="14" y="76"/>
                    </a:lnTo>
                    <a:lnTo>
                      <a:pt x="14" y="76"/>
                    </a:lnTo>
                    <a:lnTo>
                      <a:pt x="14" y="76"/>
                    </a:lnTo>
                    <a:lnTo>
                      <a:pt x="14" y="74"/>
                    </a:lnTo>
                    <a:lnTo>
                      <a:pt x="16" y="74"/>
                    </a:lnTo>
                    <a:lnTo>
                      <a:pt x="16" y="74"/>
                    </a:lnTo>
                    <a:lnTo>
                      <a:pt x="16" y="74"/>
                    </a:lnTo>
                    <a:lnTo>
                      <a:pt x="16" y="72"/>
                    </a:lnTo>
                    <a:lnTo>
                      <a:pt x="16" y="72"/>
                    </a:lnTo>
                    <a:lnTo>
                      <a:pt x="19" y="72"/>
                    </a:lnTo>
                    <a:lnTo>
                      <a:pt x="19" y="72"/>
                    </a:lnTo>
                    <a:lnTo>
                      <a:pt x="19" y="69"/>
                    </a:lnTo>
                    <a:lnTo>
                      <a:pt x="19" y="69"/>
                    </a:lnTo>
                    <a:lnTo>
                      <a:pt x="16" y="69"/>
                    </a:lnTo>
                    <a:lnTo>
                      <a:pt x="16" y="69"/>
                    </a:lnTo>
                    <a:lnTo>
                      <a:pt x="16" y="69"/>
                    </a:lnTo>
                    <a:lnTo>
                      <a:pt x="14" y="69"/>
                    </a:lnTo>
                    <a:lnTo>
                      <a:pt x="14" y="67"/>
                    </a:lnTo>
                    <a:lnTo>
                      <a:pt x="16" y="67"/>
                    </a:lnTo>
                    <a:lnTo>
                      <a:pt x="16" y="67"/>
                    </a:lnTo>
                    <a:lnTo>
                      <a:pt x="16" y="64"/>
                    </a:lnTo>
                    <a:lnTo>
                      <a:pt x="16" y="64"/>
                    </a:lnTo>
                    <a:lnTo>
                      <a:pt x="16" y="64"/>
                    </a:lnTo>
                    <a:lnTo>
                      <a:pt x="16" y="64"/>
                    </a:lnTo>
                    <a:lnTo>
                      <a:pt x="16" y="64"/>
                    </a:lnTo>
                    <a:lnTo>
                      <a:pt x="14" y="64"/>
                    </a:lnTo>
                    <a:lnTo>
                      <a:pt x="14" y="64"/>
                    </a:lnTo>
                    <a:lnTo>
                      <a:pt x="14" y="62"/>
                    </a:lnTo>
                    <a:lnTo>
                      <a:pt x="14" y="62"/>
                    </a:lnTo>
                    <a:lnTo>
                      <a:pt x="14" y="62"/>
                    </a:lnTo>
                    <a:lnTo>
                      <a:pt x="14" y="60"/>
                    </a:lnTo>
                    <a:lnTo>
                      <a:pt x="14" y="60"/>
                    </a:lnTo>
                    <a:lnTo>
                      <a:pt x="14" y="57"/>
                    </a:lnTo>
                    <a:lnTo>
                      <a:pt x="14" y="57"/>
                    </a:lnTo>
                    <a:lnTo>
                      <a:pt x="14" y="57"/>
                    </a:lnTo>
                    <a:lnTo>
                      <a:pt x="14" y="57"/>
                    </a:lnTo>
                    <a:lnTo>
                      <a:pt x="14" y="57"/>
                    </a:lnTo>
                    <a:lnTo>
                      <a:pt x="11" y="57"/>
                    </a:lnTo>
                    <a:lnTo>
                      <a:pt x="11" y="60"/>
                    </a:lnTo>
                    <a:lnTo>
                      <a:pt x="11" y="60"/>
                    </a:lnTo>
                    <a:lnTo>
                      <a:pt x="11" y="57"/>
                    </a:lnTo>
                    <a:lnTo>
                      <a:pt x="11" y="57"/>
                    </a:lnTo>
                    <a:lnTo>
                      <a:pt x="9" y="57"/>
                    </a:lnTo>
                    <a:lnTo>
                      <a:pt x="9" y="55"/>
                    </a:lnTo>
                    <a:lnTo>
                      <a:pt x="11" y="55"/>
                    </a:lnTo>
                    <a:lnTo>
                      <a:pt x="11" y="55"/>
                    </a:lnTo>
                    <a:lnTo>
                      <a:pt x="9" y="55"/>
                    </a:lnTo>
                    <a:lnTo>
                      <a:pt x="9" y="55"/>
                    </a:lnTo>
                    <a:lnTo>
                      <a:pt x="9" y="53"/>
                    </a:lnTo>
                    <a:lnTo>
                      <a:pt x="9" y="53"/>
                    </a:lnTo>
                    <a:lnTo>
                      <a:pt x="9" y="53"/>
                    </a:lnTo>
                    <a:lnTo>
                      <a:pt x="9" y="53"/>
                    </a:lnTo>
                    <a:lnTo>
                      <a:pt x="9" y="50"/>
                    </a:lnTo>
                    <a:lnTo>
                      <a:pt x="9" y="50"/>
                    </a:lnTo>
                    <a:lnTo>
                      <a:pt x="9" y="50"/>
                    </a:lnTo>
                    <a:lnTo>
                      <a:pt x="9" y="50"/>
                    </a:lnTo>
                    <a:lnTo>
                      <a:pt x="7" y="50"/>
                    </a:lnTo>
                    <a:lnTo>
                      <a:pt x="7" y="50"/>
                    </a:lnTo>
                    <a:lnTo>
                      <a:pt x="7" y="50"/>
                    </a:lnTo>
                    <a:lnTo>
                      <a:pt x="7" y="50"/>
                    </a:lnTo>
                    <a:lnTo>
                      <a:pt x="4" y="50"/>
                    </a:lnTo>
                    <a:lnTo>
                      <a:pt x="4" y="50"/>
                    </a:lnTo>
                    <a:lnTo>
                      <a:pt x="4" y="48"/>
                    </a:lnTo>
                    <a:lnTo>
                      <a:pt x="7" y="48"/>
                    </a:lnTo>
                    <a:lnTo>
                      <a:pt x="7" y="48"/>
                    </a:lnTo>
                    <a:lnTo>
                      <a:pt x="7" y="45"/>
                    </a:lnTo>
                    <a:lnTo>
                      <a:pt x="7" y="45"/>
                    </a:lnTo>
                    <a:lnTo>
                      <a:pt x="7" y="45"/>
                    </a:lnTo>
                    <a:lnTo>
                      <a:pt x="7" y="45"/>
                    </a:lnTo>
                    <a:lnTo>
                      <a:pt x="7" y="45"/>
                    </a:lnTo>
                    <a:lnTo>
                      <a:pt x="7" y="43"/>
                    </a:lnTo>
                    <a:lnTo>
                      <a:pt x="9" y="43"/>
                    </a:lnTo>
                    <a:lnTo>
                      <a:pt x="9" y="43"/>
                    </a:lnTo>
                    <a:lnTo>
                      <a:pt x="9" y="43"/>
                    </a:lnTo>
                    <a:lnTo>
                      <a:pt x="9" y="41"/>
                    </a:lnTo>
                    <a:lnTo>
                      <a:pt x="9" y="41"/>
                    </a:lnTo>
                    <a:lnTo>
                      <a:pt x="11" y="41"/>
                    </a:lnTo>
                    <a:lnTo>
                      <a:pt x="11" y="41"/>
                    </a:lnTo>
                    <a:lnTo>
                      <a:pt x="11" y="41"/>
                    </a:lnTo>
                    <a:lnTo>
                      <a:pt x="11" y="38"/>
                    </a:lnTo>
                    <a:lnTo>
                      <a:pt x="11" y="38"/>
                    </a:lnTo>
                    <a:lnTo>
                      <a:pt x="14" y="38"/>
                    </a:lnTo>
                    <a:lnTo>
                      <a:pt x="14" y="38"/>
                    </a:lnTo>
                    <a:lnTo>
                      <a:pt x="14" y="38"/>
                    </a:lnTo>
                    <a:lnTo>
                      <a:pt x="14" y="38"/>
                    </a:lnTo>
                    <a:lnTo>
                      <a:pt x="14" y="38"/>
                    </a:lnTo>
                    <a:lnTo>
                      <a:pt x="16" y="38"/>
                    </a:lnTo>
                    <a:lnTo>
                      <a:pt x="16" y="38"/>
                    </a:lnTo>
                    <a:lnTo>
                      <a:pt x="16" y="36"/>
                    </a:lnTo>
                    <a:lnTo>
                      <a:pt x="16" y="36"/>
                    </a:lnTo>
                    <a:lnTo>
                      <a:pt x="14" y="36"/>
                    </a:lnTo>
                    <a:lnTo>
                      <a:pt x="14" y="36"/>
                    </a:lnTo>
                    <a:lnTo>
                      <a:pt x="14" y="36"/>
                    </a:lnTo>
                    <a:lnTo>
                      <a:pt x="14" y="36"/>
                    </a:lnTo>
                    <a:lnTo>
                      <a:pt x="11" y="36"/>
                    </a:lnTo>
                    <a:lnTo>
                      <a:pt x="11" y="36"/>
                    </a:lnTo>
                    <a:lnTo>
                      <a:pt x="11" y="36"/>
                    </a:lnTo>
                    <a:lnTo>
                      <a:pt x="11" y="38"/>
                    </a:lnTo>
                    <a:lnTo>
                      <a:pt x="9" y="38"/>
                    </a:lnTo>
                    <a:lnTo>
                      <a:pt x="9" y="38"/>
                    </a:lnTo>
                    <a:lnTo>
                      <a:pt x="9" y="36"/>
                    </a:lnTo>
                    <a:lnTo>
                      <a:pt x="9" y="36"/>
                    </a:lnTo>
                    <a:lnTo>
                      <a:pt x="7" y="36"/>
                    </a:lnTo>
                    <a:lnTo>
                      <a:pt x="7" y="36"/>
                    </a:lnTo>
                    <a:lnTo>
                      <a:pt x="7" y="38"/>
                    </a:lnTo>
                    <a:lnTo>
                      <a:pt x="7" y="38"/>
                    </a:lnTo>
                    <a:lnTo>
                      <a:pt x="7" y="38"/>
                    </a:lnTo>
                    <a:lnTo>
                      <a:pt x="7" y="41"/>
                    </a:lnTo>
                    <a:lnTo>
                      <a:pt x="4" y="41"/>
                    </a:lnTo>
                    <a:lnTo>
                      <a:pt x="4" y="41"/>
                    </a:lnTo>
                    <a:lnTo>
                      <a:pt x="4" y="41"/>
                    </a:lnTo>
                    <a:lnTo>
                      <a:pt x="2" y="41"/>
                    </a:lnTo>
                    <a:lnTo>
                      <a:pt x="2" y="41"/>
                    </a:lnTo>
                    <a:lnTo>
                      <a:pt x="2" y="41"/>
                    </a:lnTo>
                    <a:lnTo>
                      <a:pt x="2" y="38"/>
                    </a:lnTo>
                    <a:lnTo>
                      <a:pt x="2" y="38"/>
                    </a:lnTo>
                    <a:lnTo>
                      <a:pt x="2" y="38"/>
                    </a:lnTo>
                    <a:lnTo>
                      <a:pt x="4" y="38"/>
                    </a:lnTo>
                    <a:lnTo>
                      <a:pt x="4" y="38"/>
                    </a:lnTo>
                    <a:lnTo>
                      <a:pt x="4" y="38"/>
                    </a:lnTo>
                    <a:lnTo>
                      <a:pt x="4" y="38"/>
                    </a:lnTo>
                    <a:lnTo>
                      <a:pt x="7" y="38"/>
                    </a:lnTo>
                    <a:lnTo>
                      <a:pt x="7" y="36"/>
                    </a:lnTo>
                    <a:lnTo>
                      <a:pt x="7" y="36"/>
                    </a:lnTo>
                    <a:lnTo>
                      <a:pt x="7" y="36"/>
                    </a:lnTo>
                    <a:lnTo>
                      <a:pt x="4" y="36"/>
                    </a:lnTo>
                    <a:lnTo>
                      <a:pt x="4" y="34"/>
                    </a:lnTo>
                    <a:lnTo>
                      <a:pt x="7" y="34"/>
                    </a:lnTo>
                    <a:lnTo>
                      <a:pt x="7" y="34"/>
                    </a:lnTo>
                    <a:lnTo>
                      <a:pt x="7" y="36"/>
                    </a:lnTo>
                    <a:lnTo>
                      <a:pt x="7" y="36"/>
                    </a:lnTo>
                    <a:lnTo>
                      <a:pt x="9" y="36"/>
                    </a:lnTo>
                    <a:lnTo>
                      <a:pt x="9" y="36"/>
                    </a:lnTo>
                    <a:lnTo>
                      <a:pt x="9" y="36"/>
                    </a:lnTo>
                    <a:lnTo>
                      <a:pt x="9" y="36"/>
                    </a:lnTo>
                    <a:lnTo>
                      <a:pt x="9" y="36"/>
                    </a:lnTo>
                    <a:lnTo>
                      <a:pt x="9" y="36"/>
                    </a:lnTo>
                    <a:lnTo>
                      <a:pt x="9" y="34"/>
                    </a:lnTo>
                    <a:lnTo>
                      <a:pt x="9" y="34"/>
                    </a:lnTo>
                    <a:lnTo>
                      <a:pt x="11" y="34"/>
                    </a:lnTo>
                    <a:lnTo>
                      <a:pt x="11" y="34"/>
                    </a:lnTo>
                    <a:lnTo>
                      <a:pt x="11" y="36"/>
                    </a:lnTo>
                    <a:lnTo>
                      <a:pt x="14" y="36"/>
                    </a:lnTo>
                    <a:lnTo>
                      <a:pt x="14" y="34"/>
                    </a:lnTo>
                    <a:lnTo>
                      <a:pt x="14" y="34"/>
                    </a:lnTo>
                    <a:lnTo>
                      <a:pt x="14" y="34"/>
                    </a:lnTo>
                    <a:lnTo>
                      <a:pt x="16" y="34"/>
                    </a:lnTo>
                    <a:lnTo>
                      <a:pt x="16" y="34"/>
                    </a:lnTo>
                    <a:lnTo>
                      <a:pt x="19" y="34"/>
                    </a:lnTo>
                    <a:lnTo>
                      <a:pt x="19" y="36"/>
                    </a:lnTo>
                    <a:lnTo>
                      <a:pt x="19" y="36"/>
                    </a:lnTo>
                    <a:lnTo>
                      <a:pt x="19" y="34"/>
                    </a:lnTo>
                    <a:lnTo>
                      <a:pt x="19" y="34"/>
                    </a:lnTo>
                    <a:lnTo>
                      <a:pt x="19" y="31"/>
                    </a:lnTo>
                    <a:lnTo>
                      <a:pt x="19" y="31"/>
                    </a:lnTo>
                    <a:lnTo>
                      <a:pt x="19" y="31"/>
                    </a:lnTo>
                    <a:lnTo>
                      <a:pt x="16" y="31"/>
                    </a:lnTo>
                    <a:lnTo>
                      <a:pt x="16" y="29"/>
                    </a:lnTo>
                    <a:lnTo>
                      <a:pt x="16" y="29"/>
                    </a:lnTo>
                    <a:lnTo>
                      <a:pt x="14" y="29"/>
                    </a:lnTo>
                    <a:lnTo>
                      <a:pt x="14" y="31"/>
                    </a:lnTo>
                    <a:lnTo>
                      <a:pt x="14" y="31"/>
                    </a:lnTo>
                    <a:lnTo>
                      <a:pt x="14" y="31"/>
                    </a:lnTo>
                    <a:lnTo>
                      <a:pt x="14" y="34"/>
                    </a:lnTo>
                    <a:lnTo>
                      <a:pt x="14" y="34"/>
                    </a:lnTo>
                    <a:lnTo>
                      <a:pt x="11" y="34"/>
                    </a:lnTo>
                    <a:lnTo>
                      <a:pt x="11" y="31"/>
                    </a:lnTo>
                    <a:lnTo>
                      <a:pt x="11" y="31"/>
                    </a:lnTo>
                    <a:lnTo>
                      <a:pt x="11" y="31"/>
                    </a:lnTo>
                    <a:lnTo>
                      <a:pt x="11" y="29"/>
                    </a:lnTo>
                    <a:lnTo>
                      <a:pt x="11" y="29"/>
                    </a:lnTo>
                    <a:lnTo>
                      <a:pt x="9" y="29"/>
                    </a:lnTo>
                    <a:lnTo>
                      <a:pt x="9" y="26"/>
                    </a:lnTo>
                    <a:lnTo>
                      <a:pt x="9" y="26"/>
                    </a:lnTo>
                    <a:lnTo>
                      <a:pt x="9" y="26"/>
                    </a:lnTo>
                    <a:lnTo>
                      <a:pt x="9" y="26"/>
                    </a:lnTo>
                    <a:lnTo>
                      <a:pt x="9" y="26"/>
                    </a:lnTo>
                    <a:lnTo>
                      <a:pt x="7" y="26"/>
                    </a:lnTo>
                    <a:lnTo>
                      <a:pt x="7" y="26"/>
                    </a:lnTo>
                    <a:lnTo>
                      <a:pt x="7" y="24"/>
                    </a:lnTo>
                    <a:lnTo>
                      <a:pt x="7" y="24"/>
                    </a:lnTo>
                    <a:lnTo>
                      <a:pt x="7" y="24"/>
                    </a:lnTo>
                    <a:lnTo>
                      <a:pt x="7" y="22"/>
                    </a:lnTo>
                    <a:lnTo>
                      <a:pt x="7" y="22"/>
                    </a:lnTo>
                    <a:lnTo>
                      <a:pt x="9" y="22"/>
                    </a:lnTo>
                    <a:lnTo>
                      <a:pt x="9" y="19"/>
                    </a:lnTo>
                    <a:lnTo>
                      <a:pt x="9" y="19"/>
                    </a:lnTo>
                    <a:lnTo>
                      <a:pt x="9" y="19"/>
                    </a:lnTo>
                    <a:lnTo>
                      <a:pt x="11" y="19"/>
                    </a:lnTo>
                    <a:lnTo>
                      <a:pt x="11" y="19"/>
                    </a:lnTo>
                    <a:lnTo>
                      <a:pt x="14" y="19"/>
                    </a:lnTo>
                    <a:lnTo>
                      <a:pt x="14" y="19"/>
                    </a:lnTo>
                    <a:lnTo>
                      <a:pt x="14" y="22"/>
                    </a:lnTo>
                    <a:lnTo>
                      <a:pt x="14" y="22"/>
                    </a:lnTo>
                    <a:lnTo>
                      <a:pt x="16" y="22"/>
                    </a:lnTo>
                    <a:lnTo>
                      <a:pt x="16" y="22"/>
                    </a:lnTo>
                    <a:lnTo>
                      <a:pt x="16" y="22"/>
                    </a:lnTo>
                    <a:lnTo>
                      <a:pt x="19" y="22"/>
                    </a:lnTo>
                    <a:lnTo>
                      <a:pt x="19" y="22"/>
                    </a:lnTo>
                    <a:lnTo>
                      <a:pt x="19" y="22"/>
                    </a:lnTo>
                    <a:lnTo>
                      <a:pt x="19" y="19"/>
                    </a:lnTo>
                    <a:lnTo>
                      <a:pt x="19" y="19"/>
                    </a:lnTo>
                    <a:lnTo>
                      <a:pt x="19" y="19"/>
                    </a:lnTo>
                    <a:lnTo>
                      <a:pt x="19" y="17"/>
                    </a:lnTo>
                    <a:lnTo>
                      <a:pt x="19" y="17"/>
                    </a:lnTo>
                    <a:lnTo>
                      <a:pt x="21" y="17"/>
                    </a:lnTo>
                    <a:lnTo>
                      <a:pt x="21" y="17"/>
                    </a:lnTo>
                    <a:lnTo>
                      <a:pt x="21" y="17"/>
                    </a:lnTo>
                    <a:lnTo>
                      <a:pt x="21" y="17"/>
                    </a:lnTo>
                    <a:lnTo>
                      <a:pt x="21" y="15"/>
                    </a:lnTo>
                    <a:lnTo>
                      <a:pt x="23" y="15"/>
                    </a:lnTo>
                    <a:lnTo>
                      <a:pt x="23" y="15"/>
                    </a:lnTo>
                    <a:lnTo>
                      <a:pt x="23" y="15"/>
                    </a:lnTo>
                    <a:lnTo>
                      <a:pt x="23" y="12"/>
                    </a:lnTo>
                    <a:lnTo>
                      <a:pt x="26" y="12"/>
                    </a:lnTo>
                    <a:lnTo>
                      <a:pt x="26" y="12"/>
                    </a:lnTo>
                    <a:lnTo>
                      <a:pt x="26" y="10"/>
                    </a:lnTo>
                    <a:lnTo>
                      <a:pt x="26" y="10"/>
                    </a:lnTo>
                    <a:lnTo>
                      <a:pt x="26" y="10"/>
                    </a:lnTo>
                    <a:lnTo>
                      <a:pt x="26" y="10"/>
                    </a:lnTo>
                    <a:lnTo>
                      <a:pt x="28" y="10"/>
                    </a:lnTo>
                    <a:lnTo>
                      <a:pt x="28" y="8"/>
                    </a:lnTo>
                    <a:lnTo>
                      <a:pt x="28" y="8"/>
                    </a:lnTo>
                    <a:lnTo>
                      <a:pt x="28" y="8"/>
                    </a:lnTo>
                    <a:lnTo>
                      <a:pt x="30" y="8"/>
                    </a:lnTo>
                    <a:lnTo>
                      <a:pt x="30" y="8"/>
                    </a:lnTo>
                    <a:lnTo>
                      <a:pt x="30" y="8"/>
                    </a:lnTo>
                    <a:lnTo>
                      <a:pt x="33" y="8"/>
                    </a:lnTo>
                    <a:lnTo>
                      <a:pt x="33" y="8"/>
                    </a:lnTo>
                    <a:lnTo>
                      <a:pt x="33" y="8"/>
                    </a:lnTo>
                    <a:lnTo>
                      <a:pt x="35" y="8"/>
                    </a:lnTo>
                    <a:lnTo>
                      <a:pt x="35" y="8"/>
                    </a:lnTo>
                    <a:lnTo>
                      <a:pt x="35" y="8"/>
                    </a:lnTo>
                    <a:lnTo>
                      <a:pt x="35" y="8"/>
                    </a:lnTo>
                    <a:lnTo>
                      <a:pt x="37" y="8"/>
                    </a:lnTo>
                    <a:lnTo>
                      <a:pt x="37" y="8"/>
                    </a:lnTo>
                    <a:lnTo>
                      <a:pt x="37" y="8"/>
                    </a:lnTo>
                    <a:lnTo>
                      <a:pt x="40" y="8"/>
                    </a:lnTo>
                    <a:lnTo>
                      <a:pt x="40" y="8"/>
                    </a:lnTo>
                    <a:lnTo>
                      <a:pt x="40" y="8"/>
                    </a:lnTo>
                    <a:lnTo>
                      <a:pt x="42" y="8"/>
                    </a:lnTo>
                    <a:lnTo>
                      <a:pt x="42" y="8"/>
                    </a:lnTo>
                    <a:lnTo>
                      <a:pt x="42" y="8"/>
                    </a:lnTo>
                    <a:lnTo>
                      <a:pt x="42" y="8"/>
                    </a:lnTo>
                    <a:lnTo>
                      <a:pt x="45" y="8"/>
                    </a:lnTo>
                    <a:lnTo>
                      <a:pt x="45" y="8"/>
                    </a:lnTo>
                    <a:lnTo>
                      <a:pt x="45" y="8"/>
                    </a:lnTo>
                    <a:lnTo>
                      <a:pt x="47" y="8"/>
                    </a:lnTo>
                    <a:lnTo>
                      <a:pt x="47" y="8"/>
                    </a:lnTo>
                    <a:lnTo>
                      <a:pt x="47" y="8"/>
                    </a:lnTo>
                    <a:lnTo>
                      <a:pt x="47" y="8"/>
                    </a:lnTo>
                    <a:lnTo>
                      <a:pt x="49" y="8"/>
                    </a:lnTo>
                    <a:lnTo>
                      <a:pt x="49" y="8"/>
                    </a:lnTo>
                    <a:lnTo>
                      <a:pt x="49" y="8"/>
                    </a:lnTo>
                    <a:lnTo>
                      <a:pt x="49" y="8"/>
                    </a:lnTo>
                    <a:lnTo>
                      <a:pt x="49" y="5"/>
                    </a:lnTo>
                    <a:lnTo>
                      <a:pt x="52" y="5"/>
                    </a:lnTo>
                    <a:lnTo>
                      <a:pt x="52" y="5"/>
                    </a:lnTo>
                    <a:lnTo>
                      <a:pt x="52" y="5"/>
                    </a:lnTo>
                    <a:lnTo>
                      <a:pt x="54" y="5"/>
                    </a:lnTo>
                    <a:lnTo>
                      <a:pt x="54" y="5"/>
                    </a:lnTo>
                    <a:lnTo>
                      <a:pt x="54" y="3"/>
                    </a:lnTo>
                    <a:lnTo>
                      <a:pt x="54" y="3"/>
                    </a:lnTo>
                    <a:lnTo>
                      <a:pt x="54" y="3"/>
                    </a:lnTo>
                    <a:lnTo>
                      <a:pt x="54" y="0"/>
                    </a:lnTo>
                    <a:lnTo>
                      <a:pt x="54" y="0"/>
                    </a:lnTo>
                    <a:lnTo>
                      <a:pt x="54" y="0"/>
                    </a:lnTo>
                    <a:lnTo>
                      <a:pt x="56" y="0"/>
                    </a:lnTo>
                    <a:lnTo>
                      <a:pt x="56" y="0"/>
                    </a:lnTo>
                    <a:lnTo>
                      <a:pt x="56" y="3"/>
                    </a:lnTo>
                    <a:lnTo>
                      <a:pt x="56" y="3"/>
                    </a:lnTo>
                    <a:lnTo>
                      <a:pt x="56" y="3"/>
                    </a:lnTo>
                    <a:lnTo>
                      <a:pt x="56" y="5"/>
                    </a:lnTo>
                    <a:lnTo>
                      <a:pt x="59" y="5"/>
                    </a:lnTo>
                    <a:lnTo>
                      <a:pt x="59" y="5"/>
                    </a:lnTo>
                    <a:lnTo>
                      <a:pt x="59" y="5"/>
                    </a:lnTo>
                    <a:lnTo>
                      <a:pt x="59" y="5"/>
                    </a:lnTo>
                    <a:lnTo>
                      <a:pt x="59" y="8"/>
                    </a:lnTo>
                    <a:lnTo>
                      <a:pt x="59" y="8"/>
                    </a:lnTo>
                    <a:lnTo>
                      <a:pt x="59" y="8"/>
                    </a:lnTo>
                    <a:lnTo>
                      <a:pt x="59" y="10"/>
                    </a:lnTo>
                    <a:lnTo>
                      <a:pt x="61" y="10"/>
                    </a:lnTo>
                    <a:lnTo>
                      <a:pt x="61" y="10"/>
                    </a:lnTo>
                    <a:lnTo>
                      <a:pt x="61" y="12"/>
                    </a:lnTo>
                    <a:lnTo>
                      <a:pt x="61" y="12"/>
                    </a:lnTo>
                    <a:lnTo>
                      <a:pt x="61" y="12"/>
                    </a:lnTo>
                    <a:lnTo>
                      <a:pt x="61" y="12"/>
                    </a:lnTo>
                    <a:lnTo>
                      <a:pt x="61" y="15"/>
                    </a:lnTo>
                    <a:lnTo>
                      <a:pt x="61" y="15"/>
                    </a:lnTo>
                    <a:lnTo>
                      <a:pt x="64" y="15"/>
                    </a:lnTo>
                    <a:lnTo>
                      <a:pt x="64" y="17"/>
                    </a:lnTo>
                    <a:lnTo>
                      <a:pt x="64" y="17"/>
                    </a:lnTo>
                    <a:lnTo>
                      <a:pt x="64" y="17"/>
                    </a:lnTo>
                    <a:lnTo>
                      <a:pt x="66" y="17"/>
                    </a:lnTo>
                    <a:lnTo>
                      <a:pt x="66" y="17"/>
                    </a:lnTo>
                    <a:lnTo>
                      <a:pt x="66" y="19"/>
                    </a:lnTo>
                    <a:lnTo>
                      <a:pt x="66" y="19"/>
                    </a:lnTo>
                    <a:lnTo>
                      <a:pt x="66" y="19"/>
                    </a:lnTo>
                    <a:lnTo>
                      <a:pt x="66" y="19"/>
                    </a:lnTo>
                    <a:lnTo>
                      <a:pt x="66" y="22"/>
                    </a:lnTo>
                    <a:lnTo>
                      <a:pt x="68" y="22"/>
                    </a:lnTo>
                    <a:lnTo>
                      <a:pt x="68" y="22"/>
                    </a:lnTo>
                    <a:lnTo>
                      <a:pt x="68" y="22"/>
                    </a:lnTo>
                    <a:lnTo>
                      <a:pt x="68" y="22"/>
                    </a:lnTo>
                    <a:lnTo>
                      <a:pt x="68" y="24"/>
                    </a:lnTo>
                    <a:lnTo>
                      <a:pt x="71" y="24"/>
                    </a:lnTo>
                    <a:lnTo>
                      <a:pt x="71" y="24"/>
                    </a:lnTo>
                    <a:lnTo>
                      <a:pt x="71" y="26"/>
                    </a:lnTo>
                    <a:lnTo>
                      <a:pt x="71" y="26"/>
                    </a:lnTo>
                    <a:lnTo>
                      <a:pt x="71" y="26"/>
                    </a:lnTo>
                    <a:lnTo>
                      <a:pt x="71" y="26"/>
                    </a:lnTo>
                    <a:lnTo>
                      <a:pt x="73" y="26"/>
                    </a:lnTo>
                    <a:lnTo>
                      <a:pt x="73" y="29"/>
                    </a:lnTo>
                    <a:lnTo>
                      <a:pt x="73" y="29"/>
                    </a:lnTo>
                    <a:lnTo>
                      <a:pt x="73" y="29"/>
                    </a:lnTo>
                    <a:lnTo>
                      <a:pt x="73" y="31"/>
                    </a:lnTo>
                    <a:lnTo>
                      <a:pt x="73" y="31"/>
                    </a:lnTo>
                    <a:lnTo>
                      <a:pt x="75" y="31"/>
                    </a:lnTo>
                    <a:lnTo>
                      <a:pt x="75" y="31"/>
                    </a:lnTo>
                    <a:lnTo>
                      <a:pt x="75" y="34"/>
                    </a:lnTo>
                    <a:lnTo>
                      <a:pt x="75" y="34"/>
                    </a:lnTo>
                    <a:lnTo>
                      <a:pt x="75" y="34"/>
                    </a:lnTo>
                    <a:lnTo>
                      <a:pt x="75" y="34"/>
                    </a:lnTo>
                    <a:lnTo>
                      <a:pt x="75" y="36"/>
                    </a:lnTo>
                    <a:lnTo>
                      <a:pt x="75" y="36"/>
                    </a:lnTo>
                    <a:lnTo>
                      <a:pt x="75" y="36"/>
                    </a:lnTo>
                    <a:lnTo>
                      <a:pt x="75" y="38"/>
                    </a:lnTo>
                    <a:lnTo>
                      <a:pt x="78" y="38"/>
                    </a:lnTo>
                    <a:lnTo>
                      <a:pt x="78" y="38"/>
                    </a:lnTo>
                    <a:lnTo>
                      <a:pt x="78" y="38"/>
                    </a:lnTo>
                    <a:lnTo>
                      <a:pt x="78" y="41"/>
                    </a:lnTo>
                    <a:lnTo>
                      <a:pt x="78" y="41"/>
                    </a:lnTo>
                    <a:lnTo>
                      <a:pt x="78" y="41"/>
                    </a:lnTo>
                    <a:lnTo>
                      <a:pt x="78" y="41"/>
                    </a:lnTo>
                    <a:lnTo>
                      <a:pt x="78" y="43"/>
                    </a:lnTo>
                    <a:lnTo>
                      <a:pt x="78" y="43"/>
                    </a:lnTo>
                    <a:lnTo>
                      <a:pt x="78" y="45"/>
                    </a:lnTo>
                    <a:lnTo>
                      <a:pt x="78" y="45"/>
                    </a:lnTo>
                    <a:lnTo>
                      <a:pt x="80" y="45"/>
                    </a:lnTo>
                    <a:lnTo>
                      <a:pt x="80" y="45"/>
                    </a:lnTo>
                    <a:lnTo>
                      <a:pt x="80" y="48"/>
                    </a:lnTo>
                    <a:lnTo>
                      <a:pt x="80" y="48"/>
                    </a:lnTo>
                    <a:lnTo>
                      <a:pt x="80" y="50"/>
                    </a:lnTo>
                    <a:lnTo>
                      <a:pt x="78" y="50"/>
                    </a:lnTo>
                    <a:lnTo>
                      <a:pt x="78" y="50"/>
                    </a:lnTo>
                    <a:lnTo>
                      <a:pt x="78" y="53"/>
                    </a:lnTo>
                    <a:lnTo>
                      <a:pt x="78" y="53"/>
                    </a:lnTo>
                    <a:lnTo>
                      <a:pt x="78" y="55"/>
                    </a:lnTo>
                    <a:lnTo>
                      <a:pt x="78" y="55"/>
                    </a:lnTo>
                    <a:lnTo>
                      <a:pt x="78" y="55"/>
                    </a:lnTo>
                    <a:lnTo>
                      <a:pt x="78" y="57"/>
                    </a:lnTo>
                    <a:lnTo>
                      <a:pt x="78" y="57"/>
                    </a:lnTo>
                    <a:lnTo>
                      <a:pt x="78" y="57"/>
                    </a:lnTo>
                    <a:lnTo>
                      <a:pt x="78" y="60"/>
                    </a:lnTo>
                    <a:lnTo>
                      <a:pt x="78" y="60"/>
                    </a:lnTo>
                    <a:lnTo>
                      <a:pt x="78" y="62"/>
                    </a:lnTo>
                    <a:lnTo>
                      <a:pt x="78" y="62"/>
                    </a:lnTo>
                    <a:lnTo>
                      <a:pt x="78" y="64"/>
                    </a:lnTo>
                    <a:lnTo>
                      <a:pt x="78" y="64"/>
                    </a:lnTo>
                    <a:lnTo>
                      <a:pt x="78" y="64"/>
                    </a:lnTo>
                    <a:lnTo>
                      <a:pt x="78" y="64"/>
                    </a:lnTo>
                    <a:lnTo>
                      <a:pt x="80" y="64"/>
                    </a:lnTo>
                    <a:lnTo>
                      <a:pt x="80" y="64"/>
                    </a:lnTo>
                    <a:lnTo>
                      <a:pt x="80" y="64"/>
                    </a:lnTo>
                    <a:lnTo>
                      <a:pt x="80" y="64"/>
                    </a:lnTo>
                    <a:lnTo>
                      <a:pt x="80" y="64"/>
                    </a:lnTo>
                    <a:lnTo>
                      <a:pt x="82" y="64"/>
                    </a:lnTo>
                    <a:lnTo>
                      <a:pt x="82" y="67"/>
                    </a:lnTo>
                    <a:lnTo>
                      <a:pt x="80" y="67"/>
                    </a:lnTo>
                    <a:lnTo>
                      <a:pt x="80" y="67"/>
                    </a:lnTo>
                    <a:lnTo>
                      <a:pt x="80" y="69"/>
                    </a:lnTo>
                    <a:lnTo>
                      <a:pt x="80" y="69"/>
                    </a:lnTo>
                    <a:lnTo>
                      <a:pt x="80" y="69"/>
                    </a:lnTo>
                    <a:lnTo>
                      <a:pt x="80" y="72"/>
                    </a:lnTo>
                    <a:lnTo>
                      <a:pt x="80" y="72"/>
                    </a:lnTo>
                    <a:lnTo>
                      <a:pt x="80" y="74"/>
                    </a:lnTo>
                    <a:lnTo>
                      <a:pt x="80" y="74"/>
                    </a:lnTo>
                    <a:lnTo>
                      <a:pt x="80" y="74"/>
                    </a:lnTo>
                    <a:lnTo>
                      <a:pt x="80" y="76"/>
                    </a:lnTo>
                    <a:lnTo>
                      <a:pt x="80" y="76"/>
                    </a:lnTo>
                    <a:lnTo>
                      <a:pt x="80" y="76"/>
                    </a:lnTo>
                    <a:lnTo>
                      <a:pt x="80" y="79"/>
                    </a:lnTo>
                    <a:lnTo>
                      <a:pt x="78" y="79"/>
                    </a:lnTo>
                    <a:lnTo>
                      <a:pt x="78" y="79"/>
                    </a:lnTo>
                    <a:lnTo>
                      <a:pt x="78" y="81"/>
                    </a:lnTo>
                    <a:lnTo>
                      <a:pt x="78" y="81"/>
                    </a:lnTo>
                    <a:lnTo>
                      <a:pt x="75" y="81"/>
                    </a:lnTo>
                    <a:lnTo>
                      <a:pt x="75" y="81"/>
                    </a:lnTo>
                    <a:lnTo>
                      <a:pt x="75" y="83"/>
                    </a:lnTo>
                    <a:lnTo>
                      <a:pt x="75" y="83"/>
                    </a:lnTo>
                    <a:lnTo>
                      <a:pt x="75" y="83"/>
                    </a:lnTo>
                    <a:lnTo>
                      <a:pt x="75" y="86"/>
                    </a:lnTo>
                    <a:lnTo>
                      <a:pt x="75" y="86"/>
                    </a:lnTo>
                    <a:lnTo>
                      <a:pt x="75" y="86"/>
                    </a:lnTo>
                    <a:lnTo>
                      <a:pt x="75" y="86"/>
                    </a:lnTo>
                    <a:lnTo>
                      <a:pt x="73" y="86"/>
                    </a:lnTo>
                    <a:lnTo>
                      <a:pt x="73" y="88"/>
                    </a:lnTo>
                    <a:lnTo>
                      <a:pt x="73" y="88"/>
                    </a:lnTo>
                    <a:lnTo>
                      <a:pt x="73" y="88"/>
                    </a:lnTo>
                    <a:lnTo>
                      <a:pt x="73" y="88"/>
                    </a:lnTo>
                    <a:lnTo>
                      <a:pt x="73" y="90"/>
                    </a:lnTo>
                    <a:lnTo>
                      <a:pt x="71" y="90"/>
                    </a:lnTo>
                    <a:lnTo>
                      <a:pt x="71" y="90"/>
                    </a:lnTo>
                    <a:lnTo>
                      <a:pt x="71" y="90"/>
                    </a:lnTo>
                    <a:lnTo>
                      <a:pt x="68" y="90"/>
                    </a:lnTo>
                    <a:lnTo>
                      <a:pt x="68" y="93"/>
                    </a:lnTo>
                    <a:lnTo>
                      <a:pt x="68" y="93"/>
                    </a:lnTo>
                    <a:lnTo>
                      <a:pt x="68" y="93"/>
                    </a:lnTo>
                    <a:lnTo>
                      <a:pt x="68" y="90"/>
                    </a:lnTo>
                    <a:lnTo>
                      <a:pt x="66" y="90"/>
                    </a:lnTo>
                    <a:lnTo>
                      <a:pt x="66" y="90"/>
                    </a:lnTo>
                    <a:lnTo>
                      <a:pt x="66" y="93"/>
                    </a:lnTo>
                    <a:lnTo>
                      <a:pt x="66" y="93"/>
                    </a:lnTo>
                    <a:lnTo>
                      <a:pt x="66" y="93"/>
                    </a:lnTo>
                    <a:lnTo>
                      <a:pt x="64" y="93"/>
                    </a:lnTo>
                    <a:lnTo>
                      <a:pt x="64" y="93"/>
                    </a:lnTo>
                    <a:lnTo>
                      <a:pt x="64" y="90"/>
                    </a:lnTo>
                    <a:lnTo>
                      <a:pt x="64" y="90"/>
                    </a:lnTo>
                    <a:lnTo>
                      <a:pt x="64" y="93"/>
                    </a:lnTo>
                    <a:lnTo>
                      <a:pt x="64" y="93"/>
                    </a:lnTo>
                    <a:lnTo>
                      <a:pt x="64" y="95"/>
                    </a:lnTo>
                    <a:lnTo>
                      <a:pt x="64" y="95"/>
                    </a:lnTo>
                    <a:lnTo>
                      <a:pt x="64" y="95"/>
                    </a:lnTo>
                    <a:lnTo>
                      <a:pt x="64" y="95"/>
                    </a:lnTo>
                    <a:lnTo>
                      <a:pt x="64" y="95"/>
                    </a:lnTo>
                    <a:lnTo>
                      <a:pt x="64" y="98"/>
                    </a:lnTo>
                    <a:lnTo>
                      <a:pt x="64" y="98"/>
                    </a:lnTo>
                    <a:lnTo>
                      <a:pt x="61" y="98"/>
                    </a:lnTo>
                    <a:lnTo>
                      <a:pt x="61" y="100"/>
                    </a:lnTo>
                    <a:lnTo>
                      <a:pt x="61" y="100"/>
                    </a:lnTo>
                    <a:lnTo>
                      <a:pt x="61" y="100"/>
                    </a:lnTo>
                    <a:lnTo>
                      <a:pt x="61" y="100"/>
                    </a:lnTo>
                    <a:lnTo>
                      <a:pt x="61" y="102"/>
                    </a:lnTo>
                    <a:lnTo>
                      <a:pt x="59" y="102"/>
                    </a:lnTo>
                    <a:lnTo>
                      <a:pt x="59" y="102"/>
                    </a:lnTo>
                    <a:lnTo>
                      <a:pt x="59" y="102"/>
                    </a:lnTo>
                    <a:lnTo>
                      <a:pt x="59" y="102"/>
                    </a:lnTo>
                    <a:lnTo>
                      <a:pt x="59" y="100"/>
                    </a:lnTo>
                    <a:lnTo>
                      <a:pt x="59" y="100"/>
                    </a:lnTo>
                    <a:lnTo>
                      <a:pt x="59" y="100"/>
                    </a:lnTo>
                    <a:lnTo>
                      <a:pt x="59" y="100"/>
                    </a:lnTo>
                    <a:lnTo>
                      <a:pt x="56" y="100"/>
                    </a:lnTo>
                    <a:lnTo>
                      <a:pt x="56" y="100"/>
                    </a:lnTo>
                    <a:lnTo>
                      <a:pt x="56" y="102"/>
                    </a:lnTo>
                    <a:lnTo>
                      <a:pt x="54" y="102"/>
                    </a:lnTo>
                    <a:lnTo>
                      <a:pt x="54" y="102"/>
                    </a:lnTo>
                    <a:lnTo>
                      <a:pt x="54" y="102"/>
                    </a:lnTo>
                    <a:lnTo>
                      <a:pt x="54" y="102"/>
                    </a:lnTo>
                    <a:lnTo>
                      <a:pt x="52" y="102"/>
                    </a:lnTo>
                    <a:lnTo>
                      <a:pt x="52" y="10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9" name="Freeform 127"/>
              <p:cNvSpPr>
                <a:spLocks/>
              </p:cNvSpPr>
              <p:nvPr/>
            </p:nvSpPr>
            <p:spPr bwMode="auto">
              <a:xfrm>
                <a:off x="3027" y="2383"/>
                <a:ext cx="114" cy="109"/>
              </a:xfrm>
              <a:custGeom>
                <a:avLst/>
                <a:gdLst/>
                <a:ahLst/>
                <a:cxnLst>
                  <a:cxn ang="0">
                    <a:pos x="83" y="74"/>
                  </a:cxn>
                  <a:cxn ang="0">
                    <a:pos x="79" y="76"/>
                  </a:cxn>
                  <a:cxn ang="0">
                    <a:pos x="76" y="83"/>
                  </a:cxn>
                  <a:cxn ang="0">
                    <a:pos x="81" y="88"/>
                  </a:cxn>
                  <a:cxn ang="0">
                    <a:pos x="83" y="95"/>
                  </a:cxn>
                  <a:cxn ang="0">
                    <a:pos x="79" y="95"/>
                  </a:cxn>
                  <a:cxn ang="0">
                    <a:pos x="74" y="93"/>
                  </a:cxn>
                  <a:cxn ang="0">
                    <a:pos x="67" y="95"/>
                  </a:cxn>
                  <a:cxn ang="0">
                    <a:pos x="60" y="93"/>
                  </a:cxn>
                  <a:cxn ang="0">
                    <a:pos x="60" y="100"/>
                  </a:cxn>
                  <a:cxn ang="0">
                    <a:pos x="53" y="105"/>
                  </a:cxn>
                  <a:cxn ang="0">
                    <a:pos x="48" y="107"/>
                  </a:cxn>
                  <a:cxn ang="0">
                    <a:pos x="43" y="107"/>
                  </a:cxn>
                  <a:cxn ang="0">
                    <a:pos x="38" y="105"/>
                  </a:cxn>
                  <a:cxn ang="0">
                    <a:pos x="34" y="107"/>
                  </a:cxn>
                  <a:cxn ang="0">
                    <a:pos x="27" y="107"/>
                  </a:cxn>
                  <a:cxn ang="0">
                    <a:pos x="22" y="105"/>
                  </a:cxn>
                  <a:cxn ang="0">
                    <a:pos x="19" y="98"/>
                  </a:cxn>
                  <a:cxn ang="0">
                    <a:pos x="17" y="93"/>
                  </a:cxn>
                  <a:cxn ang="0">
                    <a:pos x="15" y="86"/>
                  </a:cxn>
                  <a:cxn ang="0">
                    <a:pos x="12" y="76"/>
                  </a:cxn>
                  <a:cxn ang="0">
                    <a:pos x="10" y="69"/>
                  </a:cxn>
                  <a:cxn ang="0">
                    <a:pos x="10" y="60"/>
                  </a:cxn>
                  <a:cxn ang="0">
                    <a:pos x="8" y="53"/>
                  </a:cxn>
                  <a:cxn ang="0">
                    <a:pos x="5" y="48"/>
                  </a:cxn>
                  <a:cxn ang="0">
                    <a:pos x="3" y="41"/>
                  </a:cxn>
                  <a:cxn ang="0">
                    <a:pos x="0" y="31"/>
                  </a:cxn>
                  <a:cxn ang="0">
                    <a:pos x="3" y="29"/>
                  </a:cxn>
                  <a:cxn ang="0">
                    <a:pos x="8" y="22"/>
                  </a:cxn>
                  <a:cxn ang="0">
                    <a:pos x="12" y="17"/>
                  </a:cxn>
                  <a:cxn ang="0">
                    <a:pos x="15" y="10"/>
                  </a:cxn>
                  <a:cxn ang="0">
                    <a:pos x="22" y="8"/>
                  </a:cxn>
                  <a:cxn ang="0">
                    <a:pos x="29" y="5"/>
                  </a:cxn>
                  <a:cxn ang="0">
                    <a:pos x="36" y="8"/>
                  </a:cxn>
                  <a:cxn ang="0">
                    <a:pos x="45" y="8"/>
                  </a:cxn>
                  <a:cxn ang="0">
                    <a:pos x="50" y="8"/>
                  </a:cxn>
                  <a:cxn ang="0">
                    <a:pos x="57" y="8"/>
                  </a:cxn>
                  <a:cxn ang="0">
                    <a:pos x="62" y="10"/>
                  </a:cxn>
                  <a:cxn ang="0">
                    <a:pos x="64" y="12"/>
                  </a:cxn>
                  <a:cxn ang="0">
                    <a:pos x="71" y="12"/>
                  </a:cxn>
                  <a:cxn ang="0">
                    <a:pos x="76" y="17"/>
                  </a:cxn>
                  <a:cxn ang="0">
                    <a:pos x="81" y="17"/>
                  </a:cxn>
                  <a:cxn ang="0">
                    <a:pos x="81" y="10"/>
                  </a:cxn>
                  <a:cxn ang="0">
                    <a:pos x="83" y="8"/>
                  </a:cxn>
                  <a:cxn ang="0">
                    <a:pos x="88" y="3"/>
                  </a:cxn>
                  <a:cxn ang="0">
                    <a:pos x="93" y="5"/>
                  </a:cxn>
                  <a:cxn ang="0">
                    <a:pos x="98" y="10"/>
                  </a:cxn>
                  <a:cxn ang="0">
                    <a:pos x="105" y="8"/>
                  </a:cxn>
                  <a:cxn ang="0">
                    <a:pos x="107" y="0"/>
                  </a:cxn>
                  <a:cxn ang="0">
                    <a:pos x="112" y="0"/>
                  </a:cxn>
                  <a:cxn ang="0">
                    <a:pos x="109" y="8"/>
                  </a:cxn>
                  <a:cxn ang="0">
                    <a:pos x="109" y="15"/>
                  </a:cxn>
                  <a:cxn ang="0">
                    <a:pos x="112" y="22"/>
                  </a:cxn>
                  <a:cxn ang="0">
                    <a:pos x="114" y="29"/>
                  </a:cxn>
                  <a:cxn ang="0">
                    <a:pos x="112" y="38"/>
                  </a:cxn>
                  <a:cxn ang="0">
                    <a:pos x="112" y="48"/>
                  </a:cxn>
                  <a:cxn ang="0">
                    <a:pos x="114" y="57"/>
                  </a:cxn>
                  <a:cxn ang="0">
                    <a:pos x="109" y="60"/>
                  </a:cxn>
                  <a:cxn ang="0">
                    <a:pos x="105" y="62"/>
                  </a:cxn>
                  <a:cxn ang="0">
                    <a:pos x="98" y="64"/>
                  </a:cxn>
                  <a:cxn ang="0">
                    <a:pos x="90" y="69"/>
                  </a:cxn>
                  <a:cxn ang="0">
                    <a:pos x="88" y="74"/>
                  </a:cxn>
                </a:cxnLst>
                <a:rect l="0" t="0" r="r" b="b"/>
                <a:pathLst>
                  <a:path w="114" h="109">
                    <a:moveTo>
                      <a:pt x="88" y="74"/>
                    </a:moveTo>
                    <a:lnTo>
                      <a:pt x="88" y="74"/>
                    </a:lnTo>
                    <a:lnTo>
                      <a:pt x="88" y="76"/>
                    </a:lnTo>
                    <a:lnTo>
                      <a:pt x="86" y="76"/>
                    </a:lnTo>
                    <a:lnTo>
                      <a:pt x="86" y="76"/>
                    </a:lnTo>
                    <a:lnTo>
                      <a:pt x="86" y="74"/>
                    </a:lnTo>
                    <a:lnTo>
                      <a:pt x="86" y="74"/>
                    </a:lnTo>
                    <a:lnTo>
                      <a:pt x="86" y="74"/>
                    </a:lnTo>
                    <a:lnTo>
                      <a:pt x="83" y="74"/>
                    </a:lnTo>
                    <a:lnTo>
                      <a:pt x="83" y="74"/>
                    </a:lnTo>
                    <a:lnTo>
                      <a:pt x="81" y="74"/>
                    </a:lnTo>
                    <a:lnTo>
                      <a:pt x="81" y="74"/>
                    </a:lnTo>
                    <a:lnTo>
                      <a:pt x="81" y="72"/>
                    </a:lnTo>
                    <a:lnTo>
                      <a:pt x="81" y="72"/>
                    </a:lnTo>
                    <a:lnTo>
                      <a:pt x="81" y="74"/>
                    </a:lnTo>
                    <a:lnTo>
                      <a:pt x="79" y="74"/>
                    </a:lnTo>
                    <a:lnTo>
                      <a:pt x="79" y="74"/>
                    </a:lnTo>
                    <a:lnTo>
                      <a:pt x="79" y="76"/>
                    </a:lnTo>
                    <a:lnTo>
                      <a:pt x="79" y="76"/>
                    </a:lnTo>
                    <a:lnTo>
                      <a:pt x="79" y="76"/>
                    </a:lnTo>
                    <a:lnTo>
                      <a:pt x="76" y="76"/>
                    </a:lnTo>
                    <a:lnTo>
                      <a:pt x="76" y="76"/>
                    </a:lnTo>
                    <a:lnTo>
                      <a:pt x="76" y="76"/>
                    </a:lnTo>
                    <a:lnTo>
                      <a:pt x="76" y="79"/>
                    </a:lnTo>
                    <a:lnTo>
                      <a:pt x="76" y="79"/>
                    </a:lnTo>
                    <a:lnTo>
                      <a:pt x="76" y="79"/>
                    </a:lnTo>
                    <a:lnTo>
                      <a:pt x="76" y="79"/>
                    </a:lnTo>
                    <a:lnTo>
                      <a:pt x="76" y="81"/>
                    </a:lnTo>
                    <a:lnTo>
                      <a:pt x="76" y="81"/>
                    </a:lnTo>
                    <a:lnTo>
                      <a:pt x="76" y="83"/>
                    </a:lnTo>
                    <a:lnTo>
                      <a:pt x="76" y="83"/>
                    </a:lnTo>
                    <a:lnTo>
                      <a:pt x="76" y="86"/>
                    </a:lnTo>
                    <a:lnTo>
                      <a:pt x="79" y="86"/>
                    </a:lnTo>
                    <a:lnTo>
                      <a:pt x="79" y="86"/>
                    </a:lnTo>
                    <a:lnTo>
                      <a:pt x="79" y="88"/>
                    </a:lnTo>
                    <a:lnTo>
                      <a:pt x="79" y="88"/>
                    </a:lnTo>
                    <a:lnTo>
                      <a:pt x="79" y="88"/>
                    </a:lnTo>
                    <a:lnTo>
                      <a:pt x="79" y="88"/>
                    </a:lnTo>
                    <a:lnTo>
                      <a:pt x="81" y="88"/>
                    </a:lnTo>
                    <a:lnTo>
                      <a:pt x="81" y="88"/>
                    </a:lnTo>
                    <a:lnTo>
                      <a:pt x="81" y="88"/>
                    </a:lnTo>
                    <a:lnTo>
                      <a:pt x="81" y="91"/>
                    </a:lnTo>
                    <a:lnTo>
                      <a:pt x="81" y="91"/>
                    </a:lnTo>
                    <a:lnTo>
                      <a:pt x="83" y="91"/>
                    </a:lnTo>
                    <a:lnTo>
                      <a:pt x="83" y="91"/>
                    </a:lnTo>
                    <a:lnTo>
                      <a:pt x="83" y="91"/>
                    </a:lnTo>
                    <a:lnTo>
                      <a:pt x="83" y="93"/>
                    </a:lnTo>
                    <a:lnTo>
                      <a:pt x="83" y="93"/>
                    </a:lnTo>
                    <a:lnTo>
                      <a:pt x="83" y="93"/>
                    </a:lnTo>
                    <a:lnTo>
                      <a:pt x="83" y="95"/>
                    </a:lnTo>
                    <a:lnTo>
                      <a:pt x="83" y="95"/>
                    </a:lnTo>
                    <a:lnTo>
                      <a:pt x="83" y="98"/>
                    </a:lnTo>
                    <a:lnTo>
                      <a:pt x="83" y="98"/>
                    </a:lnTo>
                    <a:lnTo>
                      <a:pt x="81" y="98"/>
                    </a:lnTo>
                    <a:lnTo>
                      <a:pt x="81" y="98"/>
                    </a:lnTo>
                    <a:lnTo>
                      <a:pt x="81" y="98"/>
                    </a:lnTo>
                    <a:lnTo>
                      <a:pt x="81" y="98"/>
                    </a:lnTo>
                    <a:lnTo>
                      <a:pt x="79" y="98"/>
                    </a:lnTo>
                    <a:lnTo>
                      <a:pt x="79" y="95"/>
                    </a:lnTo>
                    <a:lnTo>
                      <a:pt x="79" y="95"/>
                    </a:lnTo>
                    <a:lnTo>
                      <a:pt x="79" y="95"/>
                    </a:lnTo>
                    <a:lnTo>
                      <a:pt x="79" y="98"/>
                    </a:lnTo>
                    <a:lnTo>
                      <a:pt x="76" y="98"/>
                    </a:lnTo>
                    <a:lnTo>
                      <a:pt x="76" y="95"/>
                    </a:lnTo>
                    <a:lnTo>
                      <a:pt x="76" y="95"/>
                    </a:lnTo>
                    <a:lnTo>
                      <a:pt x="76" y="95"/>
                    </a:lnTo>
                    <a:lnTo>
                      <a:pt x="76" y="93"/>
                    </a:lnTo>
                    <a:lnTo>
                      <a:pt x="74" y="93"/>
                    </a:lnTo>
                    <a:lnTo>
                      <a:pt x="74" y="93"/>
                    </a:lnTo>
                    <a:lnTo>
                      <a:pt x="74" y="93"/>
                    </a:lnTo>
                    <a:lnTo>
                      <a:pt x="74" y="93"/>
                    </a:lnTo>
                    <a:lnTo>
                      <a:pt x="71" y="93"/>
                    </a:lnTo>
                    <a:lnTo>
                      <a:pt x="71" y="93"/>
                    </a:lnTo>
                    <a:lnTo>
                      <a:pt x="71" y="93"/>
                    </a:lnTo>
                    <a:lnTo>
                      <a:pt x="71" y="93"/>
                    </a:lnTo>
                    <a:lnTo>
                      <a:pt x="69" y="93"/>
                    </a:lnTo>
                    <a:lnTo>
                      <a:pt x="69" y="93"/>
                    </a:lnTo>
                    <a:lnTo>
                      <a:pt x="67" y="93"/>
                    </a:lnTo>
                    <a:lnTo>
                      <a:pt x="67" y="93"/>
                    </a:lnTo>
                    <a:lnTo>
                      <a:pt x="67" y="95"/>
                    </a:lnTo>
                    <a:lnTo>
                      <a:pt x="67" y="95"/>
                    </a:lnTo>
                    <a:lnTo>
                      <a:pt x="67" y="95"/>
                    </a:lnTo>
                    <a:lnTo>
                      <a:pt x="64" y="95"/>
                    </a:lnTo>
                    <a:lnTo>
                      <a:pt x="64" y="95"/>
                    </a:lnTo>
                    <a:lnTo>
                      <a:pt x="64" y="95"/>
                    </a:lnTo>
                    <a:lnTo>
                      <a:pt x="64" y="95"/>
                    </a:lnTo>
                    <a:lnTo>
                      <a:pt x="62" y="95"/>
                    </a:lnTo>
                    <a:lnTo>
                      <a:pt x="62" y="95"/>
                    </a:lnTo>
                    <a:lnTo>
                      <a:pt x="60" y="95"/>
                    </a:lnTo>
                    <a:lnTo>
                      <a:pt x="60" y="93"/>
                    </a:lnTo>
                    <a:lnTo>
                      <a:pt x="60" y="93"/>
                    </a:lnTo>
                    <a:lnTo>
                      <a:pt x="60" y="95"/>
                    </a:lnTo>
                    <a:lnTo>
                      <a:pt x="60" y="95"/>
                    </a:lnTo>
                    <a:lnTo>
                      <a:pt x="60" y="95"/>
                    </a:lnTo>
                    <a:lnTo>
                      <a:pt x="60" y="98"/>
                    </a:lnTo>
                    <a:lnTo>
                      <a:pt x="60" y="98"/>
                    </a:lnTo>
                    <a:lnTo>
                      <a:pt x="60" y="98"/>
                    </a:lnTo>
                    <a:lnTo>
                      <a:pt x="60" y="98"/>
                    </a:lnTo>
                    <a:lnTo>
                      <a:pt x="60" y="100"/>
                    </a:lnTo>
                    <a:lnTo>
                      <a:pt x="60" y="100"/>
                    </a:lnTo>
                    <a:lnTo>
                      <a:pt x="60" y="100"/>
                    </a:lnTo>
                    <a:lnTo>
                      <a:pt x="57" y="100"/>
                    </a:lnTo>
                    <a:lnTo>
                      <a:pt x="57" y="100"/>
                    </a:lnTo>
                    <a:lnTo>
                      <a:pt x="57" y="102"/>
                    </a:lnTo>
                    <a:lnTo>
                      <a:pt x="55" y="102"/>
                    </a:lnTo>
                    <a:lnTo>
                      <a:pt x="55" y="102"/>
                    </a:lnTo>
                    <a:lnTo>
                      <a:pt x="55" y="105"/>
                    </a:lnTo>
                    <a:lnTo>
                      <a:pt x="55" y="105"/>
                    </a:lnTo>
                    <a:lnTo>
                      <a:pt x="55" y="105"/>
                    </a:lnTo>
                    <a:lnTo>
                      <a:pt x="53" y="105"/>
                    </a:lnTo>
                    <a:lnTo>
                      <a:pt x="53" y="105"/>
                    </a:lnTo>
                    <a:lnTo>
                      <a:pt x="53" y="105"/>
                    </a:lnTo>
                    <a:lnTo>
                      <a:pt x="53" y="105"/>
                    </a:lnTo>
                    <a:lnTo>
                      <a:pt x="53" y="105"/>
                    </a:lnTo>
                    <a:lnTo>
                      <a:pt x="50" y="105"/>
                    </a:lnTo>
                    <a:lnTo>
                      <a:pt x="50" y="105"/>
                    </a:lnTo>
                    <a:lnTo>
                      <a:pt x="48" y="105"/>
                    </a:lnTo>
                    <a:lnTo>
                      <a:pt x="48" y="105"/>
                    </a:lnTo>
                    <a:lnTo>
                      <a:pt x="48" y="105"/>
                    </a:lnTo>
                    <a:lnTo>
                      <a:pt x="48" y="107"/>
                    </a:lnTo>
                    <a:lnTo>
                      <a:pt x="48" y="107"/>
                    </a:lnTo>
                    <a:lnTo>
                      <a:pt x="48" y="107"/>
                    </a:lnTo>
                    <a:lnTo>
                      <a:pt x="45" y="107"/>
                    </a:lnTo>
                    <a:lnTo>
                      <a:pt x="45" y="107"/>
                    </a:lnTo>
                    <a:lnTo>
                      <a:pt x="45" y="107"/>
                    </a:lnTo>
                    <a:lnTo>
                      <a:pt x="45" y="107"/>
                    </a:lnTo>
                    <a:lnTo>
                      <a:pt x="43" y="107"/>
                    </a:lnTo>
                    <a:lnTo>
                      <a:pt x="43" y="107"/>
                    </a:lnTo>
                    <a:lnTo>
                      <a:pt x="43" y="107"/>
                    </a:lnTo>
                    <a:lnTo>
                      <a:pt x="43" y="107"/>
                    </a:lnTo>
                    <a:lnTo>
                      <a:pt x="41" y="107"/>
                    </a:lnTo>
                    <a:lnTo>
                      <a:pt x="41" y="105"/>
                    </a:lnTo>
                    <a:lnTo>
                      <a:pt x="41" y="105"/>
                    </a:lnTo>
                    <a:lnTo>
                      <a:pt x="41" y="105"/>
                    </a:lnTo>
                    <a:lnTo>
                      <a:pt x="41" y="105"/>
                    </a:lnTo>
                    <a:lnTo>
                      <a:pt x="41" y="105"/>
                    </a:lnTo>
                    <a:lnTo>
                      <a:pt x="41" y="105"/>
                    </a:lnTo>
                    <a:lnTo>
                      <a:pt x="38" y="105"/>
                    </a:lnTo>
                    <a:lnTo>
                      <a:pt x="38" y="105"/>
                    </a:lnTo>
                    <a:lnTo>
                      <a:pt x="38" y="105"/>
                    </a:lnTo>
                    <a:lnTo>
                      <a:pt x="36" y="105"/>
                    </a:lnTo>
                    <a:lnTo>
                      <a:pt x="36" y="105"/>
                    </a:lnTo>
                    <a:lnTo>
                      <a:pt x="36" y="102"/>
                    </a:lnTo>
                    <a:lnTo>
                      <a:pt x="34" y="102"/>
                    </a:lnTo>
                    <a:lnTo>
                      <a:pt x="34" y="102"/>
                    </a:lnTo>
                    <a:lnTo>
                      <a:pt x="34" y="105"/>
                    </a:lnTo>
                    <a:lnTo>
                      <a:pt x="34" y="105"/>
                    </a:lnTo>
                    <a:lnTo>
                      <a:pt x="34" y="105"/>
                    </a:lnTo>
                    <a:lnTo>
                      <a:pt x="34" y="107"/>
                    </a:lnTo>
                    <a:lnTo>
                      <a:pt x="34" y="107"/>
                    </a:lnTo>
                    <a:lnTo>
                      <a:pt x="34" y="109"/>
                    </a:lnTo>
                    <a:lnTo>
                      <a:pt x="31" y="109"/>
                    </a:lnTo>
                    <a:lnTo>
                      <a:pt x="31" y="109"/>
                    </a:lnTo>
                    <a:lnTo>
                      <a:pt x="31" y="107"/>
                    </a:lnTo>
                    <a:lnTo>
                      <a:pt x="31" y="107"/>
                    </a:lnTo>
                    <a:lnTo>
                      <a:pt x="31" y="107"/>
                    </a:lnTo>
                    <a:lnTo>
                      <a:pt x="29" y="107"/>
                    </a:lnTo>
                    <a:lnTo>
                      <a:pt x="29" y="107"/>
                    </a:lnTo>
                    <a:lnTo>
                      <a:pt x="27" y="107"/>
                    </a:lnTo>
                    <a:lnTo>
                      <a:pt x="27" y="107"/>
                    </a:lnTo>
                    <a:lnTo>
                      <a:pt x="27" y="105"/>
                    </a:lnTo>
                    <a:lnTo>
                      <a:pt x="27" y="105"/>
                    </a:lnTo>
                    <a:lnTo>
                      <a:pt x="27" y="102"/>
                    </a:lnTo>
                    <a:lnTo>
                      <a:pt x="27" y="102"/>
                    </a:lnTo>
                    <a:lnTo>
                      <a:pt x="24" y="102"/>
                    </a:lnTo>
                    <a:lnTo>
                      <a:pt x="24" y="102"/>
                    </a:lnTo>
                    <a:lnTo>
                      <a:pt x="22" y="102"/>
                    </a:lnTo>
                    <a:lnTo>
                      <a:pt x="22" y="105"/>
                    </a:lnTo>
                    <a:lnTo>
                      <a:pt x="22" y="105"/>
                    </a:lnTo>
                    <a:lnTo>
                      <a:pt x="22" y="105"/>
                    </a:lnTo>
                    <a:lnTo>
                      <a:pt x="22" y="105"/>
                    </a:lnTo>
                    <a:lnTo>
                      <a:pt x="22" y="105"/>
                    </a:lnTo>
                    <a:lnTo>
                      <a:pt x="19" y="105"/>
                    </a:lnTo>
                    <a:lnTo>
                      <a:pt x="19" y="102"/>
                    </a:lnTo>
                    <a:lnTo>
                      <a:pt x="19" y="102"/>
                    </a:lnTo>
                    <a:lnTo>
                      <a:pt x="19" y="100"/>
                    </a:lnTo>
                    <a:lnTo>
                      <a:pt x="19" y="100"/>
                    </a:lnTo>
                    <a:lnTo>
                      <a:pt x="19" y="100"/>
                    </a:lnTo>
                    <a:lnTo>
                      <a:pt x="19" y="100"/>
                    </a:lnTo>
                    <a:lnTo>
                      <a:pt x="19" y="98"/>
                    </a:lnTo>
                    <a:lnTo>
                      <a:pt x="19" y="98"/>
                    </a:lnTo>
                    <a:lnTo>
                      <a:pt x="19" y="98"/>
                    </a:lnTo>
                    <a:lnTo>
                      <a:pt x="17" y="98"/>
                    </a:lnTo>
                    <a:lnTo>
                      <a:pt x="17" y="98"/>
                    </a:lnTo>
                    <a:lnTo>
                      <a:pt x="17" y="95"/>
                    </a:lnTo>
                    <a:lnTo>
                      <a:pt x="15" y="95"/>
                    </a:lnTo>
                    <a:lnTo>
                      <a:pt x="15" y="95"/>
                    </a:lnTo>
                    <a:lnTo>
                      <a:pt x="15" y="93"/>
                    </a:lnTo>
                    <a:lnTo>
                      <a:pt x="15" y="93"/>
                    </a:lnTo>
                    <a:lnTo>
                      <a:pt x="17" y="93"/>
                    </a:lnTo>
                    <a:lnTo>
                      <a:pt x="17" y="91"/>
                    </a:lnTo>
                    <a:lnTo>
                      <a:pt x="17" y="91"/>
                    </a:lnTo>
                    <a:lnTo>
                      <a:pt x="17" y="88"/>
                    </a:lnTo>
                    <a:lnTo>
                      <a:pt x="17" y="88"/>
                    </a:lnTo>
                    <a:lnTo>
                      <a:pt x="17" y="88"/>
                    </a:lnTo>
                    <a:lnTo>
                      <a:pt x="15" y="88"/>
                    </a:lnTo>
                    <a:lnTo>
                      <a:pt x="15" y="88"/>
                    </a:lnTo>
                    <a:lnTo>
                      <a:pt x="15" y="88"/>
                    </a:lnTo>
                    <a:lnTo>
                      <a:pt x="15" y="86"/>
                    </a:lnTo>
                    <a:lnTo>
                      <a:pt x="15" y="86"/>
                    </a:lnTo>
                    <a:lnTo>
                      <a:pt x="15" y="83"/>
                    </a:lnTo>
                    <a:lnTo>
                      <a:pt x="15" y="83"/>
                    </a:lnTo>
                    <a:lnTo>
                      <a:pt x="15" y="81"/>
                    </a:lnTo>
                    <a:lnTo>
                      <a:pt x="15" y="81"/>
                    </a:lnTo>
                    <a:lnTo>
                      <a:pt x="15" y="79"/>
                    </a:lnTo>
                    <a:lnTo>
                      <a:pt x="12" y="79"/>
                    </a:lnTo>
                    <a:lnTo>
                      <a:pt x="12" y="79"/>
                    </a:lnTo>
                    <a:lnTo>
                      <a:pt x="12" y="79"/>
                    </a:lnTo>
                    <a:lnTo>
                      <a:pt x="12" y="76"/>
                    </a:lnTo>
                    <a:lnTo>
                      <a:pt x="12" y="76"/>
                    </a:lnTo>
                    <a:lnTo>
                      <a:pt x="12" y="74"/>
                    </a:lnTo>
                    <a:lnTo>
                      <a:pt x="12" y="74"/>
                    </a:lnTo>
                    <a:lnTo>
                      <a:pt x="12" y="72"/>
                    </a:lnTo>
                    <a:lnTo>
                      <a:pt x="12" y="72"/>
                    </a:lnTo>
                    <a:lnTo>
                      <a:pt x="12" y="72"/>
                    </a:lnTo>
                    <a:lnTo>
                      <a:pt x="12" y="72"/>
                    </a:lnTo>
                    <a:lnTo>
                      <a:pt x="12" y="69"/>
                    </a:lnTo>
                    <a:lnTo>
                      <a:pt x="12" y="69"/>
                    </a:lnTo>
                    <a:lnTo>
                      <a:pt x="10" y="69"/>
                    </a:lnTo>
                    <a:lnTo>
                      <a:pt x="10" y="69"/>
                    </a:lnTo>
                    <a:lnTo>
                      <a:pt x="10" y="67"/>
                    </a:lnTo>
                    <a:lnTo>
                      <a:pt x="10" y="67"/>
                    </a:lnTo>
                    <a:lnTo>
                      <a:pt x="10" y="64"/>
                    </a:lnTo>
                    <a:lnTo>
                      <a:pt x="10" y="64"/>
                    </a:lnTo>
                    <a:lnTo>
                      <a:pt x="10" y="64"/>
                    </a:lnTo>
                    <a:lnTo>
                      <a:pt x="8" y="64"/>
                    </a:lnTo>
                    <a:lnTo>
                      <a:pt x="8" y="62"/>
                    </a:lnTo>
                    <a:lnTo>
                      <a:pt x="8" y="62"/>
                    </a:lnTo>
                    <a:lnTo>
                      <a:pt x="8" y="60"/>
                    </a:lnTo>
                    <a:lnTo>
                      <a:pt x="10" y="60"/>
                    </a:lnTo>
                    <a:lnTo>
                      <a:pt x="10" y="60"/>
                    </a:lnTo>
                    <a:lnTo>
                      <a:pt x="10" y="60"/>
                    </a:lnTo>
                    <a:lnTo>
                      <a:pt x="10" y="57"/>
                    </a:lnTo>
                    <a:lnTo>
                      <a:pt x="10" y="57"/>
                    </a:lnTo>
                    <a:lnTo>
                      <a:pt x="10" y="57"/>
                    </a:lnTo>
                    <a:lnTo>
                      <a:pt x="10" y="55"/>
                    </a:lnTo>
                    <a:lnTo>
                      <a:pt x="10" y="55"/>
                    </a:lnTo>
                    <a:lnTo>
                      <a:pt x="10" y="55"/>
                    </a:lnTo>
                    <a:lnTo>
                      <a:pt x="8" y="55"/>
                    </a:lnTo>
                    <a:lnTo>
                      <a:pt x="8" y="53"/>
                    </a:lnTo>
                    <a:lnTo>
                      <a:pt x="8" y="53"/>
                    </a:lnTo>
                    <a:lnTo>
                      <a:pt x="8" y="53"/>
                    </a:lnTo>
                    <a:lnTo>
                      <a:pt x="8" y="53"/>
                    </a:lnTo>
                    <a:lnTo>
                      <a:pt x="8" y="50"/>
                    </a:lnTo>
                    <a:lnTo>
                      <a:pt x="5" y="50"/>
                    </a:lnTo>
                    <a:lnTo>
                      <a:pt x="5" y="50"/>
                    </a:lnTo>
                    <a:lnTo>
                      <a:pt x="5" y="50"/>
                    </a:lnTo>
                    <a:lnTo>
                      <a:pt x="5" y="50"/>
                    </a:lnTo>
                    <a:lnTo>
                      <a:pt x="5" y="50"/>
                    </a:lnTo>
                    <a:lnTo>
                      <a:pt x="5" y="48"/>
                    </a:lnTo>
                    <a:lnTo>
                      <a:pt x="5" y="48"/>
                    </a:lnTo>
                    <a:lnTo>
                      <a:pt x="5" y="48"/>
                    </a:lnTo>
                    <a:lnTo>
                      <a:pt x="5" y="45"/>
                    </a:lnTo>
                    <a:lnTo>
                      <a:pt x="5" y="45"/>
                    </a:lnTo>
                    <a:lnTo>
                      <a:pt x="5" y="45"/>
                    </a:lnTo>
                    <a:lnTo>
                      <a:pt x="5" y="43"/>
                    </a:lnTo>
                    <a:lnTo>
                      <a:pt x="5" y="43"/>
                    </a:lnTo>
                    <a:lnTo>
                      <a:pt x="5" y="41"/>
                    </a:lnTo>
                    <a:lnTo>
                      <a:pt x="5" y="41"/>
                    </a:lnTo>
                    <a:lnTo>
                      <a:pt x="3" y="41"/>
                    </a:lnTo>
                    <a:lnTo>
                      <a:pt x="3" y="38"/>
                    </a:lnTo>
                    <a:lnTo>
                      <a:pt x="3" y="38"/>
                    </a:lnTo>
                    <a:lnTo>
                      <a:pt x="3" y="38"/>
                    </a:lnTo>
                    <a:lnTo>
                      <a:pt x="3" y="38"/>
                    </a:lnTo>
                    <a:lnTo>
                      <a:pt x="0" y="38"/>
                    </a:lnTo>
                    <a:lnTo>
                      <a:pt x="0" y="36"/>
                    </a:lnTo>
                    <a:lnTo>
                      <a:pt x="0" y="36"/>
                    </a:lnTo>
                    <a:lnTo>
                      <a:pt x="0" y="34"/>
                    </a:lnTo>
                    <a:lnTo>
                      <a:pt x="0" y="34"/>
                    </a:lnTo>
                    <a:lnTo>
                      <a:pt x="0" y="31"/>
                    </a:lnTo>
                    <a:lnTo>
                      <a:pt x="0" y="31"/>
                    </a:lnTo>
                    <a:lnTo>
                      <a:pt x="0" y="29"/>
                    </a:lnTo>
                    <a:lnTo>
                      <a:pt x="0" y="29"/>
                    </a:lnTo>
                    <a:lnTo>
                      <a:pt x="0" y="29"/>
                    </a:lnTo>
                    <a:lnTo>
                      <a:pt x="0" y="29"/>
                    </a:lnTo>
                    <a:lnTo>
                      <a:pt x="0" y="29"/>
                    </a:lnTo>
                    <a:lnTo>
                      <a:pt x="0" y="27"/>
                    </a:lnTo>
                    <a:lnTo>
                      <a:pt x="3" y="27"/>
                    </a:lnTo>
                    <a:lnTo>
                      <a:pt x="3" y="29"/>
                    </a:lnTo>
                    <a:lnTo>
                      <a:pt x="3" y="29"/>
                    </a:lnTo>
                    <a:lnTo>
                      <a:pt x="3" y="27"/>
                    </a:lnTo>
                    <a:lnTo>
                      <a:pt x="5" y="27"/>
                    </a:lnTo>
                    <a:lnTo>
                      <a:pt x="5" y="27"/>
                    </a:lnTo>
                    <a:lnTo>
                      <a:pt x="5" y="27"/>
                    </a:lnTo>
                    <a:lnTo>
                      <a:pt x="5" y="27"/>
                    </a:lnTo>
                    <a:lnTo>
                      <a:pt x="5" y="24"/>
                    </a:lnTo>
                    <a:lnTo>
                      <a:pt x="5" y="24"/>
                    </a:lnTo>
                    <a:lnTo>
                      <a:pt x="8" y="24"/>
                    </a:lnTo>
                    <a:lnTo>
                      <a:pt x="8" y="24"/>
                    </a:lnTo>
                    <a:lnTo>
                      <a:pt x="8" y="22"/>
                    </a:lnTo>
                    <a:lnTo>
                      <a:pt x="8" y="22"/>
                    </a:lnTo>
                    <a:lnTo>
                      <a:pt x="8" y="22"/>
                    </a:lnTo>
                    <a:lnTo>
                      <a:pt x="10" y="22"/>
                    </a:lnTo>
                    <a:lnTo>
                      <a:pt x="10" y="19"/>
                    </a:lnTo>
                    <a:lnTo>
                      <a:pt x="10" y="19"/>
                    </a:lnTo>
                    <a:lnTo>
                      <a:pt x="10" y="19"/>
                    </a:lnTo>
                    <a:lnTo>
                      <a:pt x="10" y="19"/>
                    </a:lnTo>
                    <a:lnTo>
                      <a:pt x="10" y="17"/>
                    </a:lnTo>
                    <a:lnTo>
                      <a:pt x="12" y="17"/>
                    </a:lnTo>
                    <a:lnTo>
                      <a:pt x="12" y="17"/>
                    </a:lnTo>
                    <a:lnTo>
                      <a:pt x="12" y="17"/>
                    </a:lnTo>
                    <a:lnTo>
                      <a:pt x="12" y="17"/>
                    </a:lnTo>
                    <a:lnTo>
                      <a:pt x="12" y="15"/>
                    </a:lnTo>
                    <a:lnTo>
                      <a:pt x="12" y="15"/>
                    </a:lnTo>
                    <a:lnTo>
                      <a:pt x="12" y="12"/>
                    </a:lnTo>
                    <a:lnTo>
                      <a:pt x="15" y="12"/>
                    </a:lnTo>
                    <a:lnTo>
                      <a:pt x="15" y="12"/>
                    </a:lnTo>
                    <a:lnTo>
                      <a:pt x="15" y="10"/>
                    </a:lnTo>
                    <a:lnTo>
                      <a:pt x="15" y="10"/>
                    </a:lnTo>
                    <a:lnTo>
                      <a:pt x="15" y="10"/>
                    </a:lnTo>
                    <a:lnTo>
                      <a:pt x="15" y="10"/>
                    </a:lnTo>
                    <a:lnTo>
                      <a:pt x="15" y="10"/>
                    </a:lnTo>
                    <a:lnTo>
                      <a:pt x="17" y="10"/>
                    </a:lnTo>
                    <a:lnTo>
                      <a:pt x="17" y="10"/>
                    </a:lnTo>
                    <a:lnTo>
                      <a:pt x="17" y="8"/>
                    </a:lnTo>
                    <a:lnTo>
                      <a:pt x="19" y="8"/>
                    </a:lnTo>
                    <a:lnTo>
                      <a:pt x="19" y="8"/>
                    </a:lnTo>
                    <a:lnTo>
                      <a:pt x="19" y="8"/>
                    </a:lnTo>
                    <a:lnTo>
                      <a:pt x="22" y="8"/>
                    </a:lnTo>
                    <a:lnTo>
                      <a:pt x="22" y="8"/>
                    </a:lnTo>
                    <a:lnTo>
                      <a:pt x="22" y="8"/>
                    </a:lnTo>
                    <a:lnTo>
                      <a:pt x="22" y="8"/>
                    </a:lnTo>
                    <a:lnTo>
                      <a:pt x="24" y="8"/>
                    </a:lnTo>
                    <a:lnTo>
                      <a:pt x="24" y="8"/>
                    </a:lnTo>
                    <a:lnTo>
                      <a:pt x="27" y="8"/>
                    </a:lnTo>
                    <a:lnTo>
                      <a:pt x="27" y="5"/>
                    </a:lnTo>
                    <a:lnTo>
                      <a:pt x="27" y="5"/>
                    </a:lnTo>
                    <a:lnTo>
                      <a:pt x="27" y="5"/>
                    </a:lnTo>
                    <a:lnTo>
                      <a:pt x="29" y="5"/>
                    </a:lnTo>
                    <a:lnTo>
                      <a:pt x="29" y="5"/>
                    </a:lnTo>
                    <a:lnTo>
                      <a:pt x="31" y="5"/>
                    </a:lnTo>
                    <a:lnTo>
                      <a:pt x="31" y="8"/>
                    </a:lnTo>
                    <a:lnTo>
                      <a:pt x="31" y="8"/>
                    </a:lnTo>
                    <a:lnTo>
                      <a:pt x="31" y="8"/>
                    </a:lnTo>
                    <a:lnTo>
                      <a:pt x="34" y="8"/>
                    </a:lnTo>
                    <a:lnTo>
                      <a:pt x="34" y="8"/>
                    </a:lnTo>
                    <a:lnTo>
                      <a:pt x="34" y="8"/>
                    </a:lnTo>
                    <a:lnTo>
                      <a:pt x="34" y="8"/>
                    </a:lnTo>
                    <a:lnTo>
                      <a:pt x="36" y="8"/>
                    </a:lnTo>
                    <a:lnTo>
                      <a:pt x="36" y="8"/>
                    </a:lnTo>
                    <a:lnTo>
                      <a:pt x="38" y="8"/>
                    </a:lnTo>
                    <a:lnTo>
                      <a:pt x="38" y="8"/>
                    </a:lnTo>
                    <a:lnTo>
                      <a:pt x="38" y="8"/>
                    </a:lnTo>
                    <a:lnTo>
                      <a:pt x="38" y="8"/>
                    </a:lnTo>
                    <a:lnTo>
                      <a:pt x="41" y="8"/>
                    </a:lnTo>
                    <a:lnTo>
                      <a:pt x="41" y="8"/>
                    </a:lnTo>
                    <a:lnTo>
                      <a:pt x="41" y="8"/>
                    </a:lnTo>
                    <a:lnTo>
                      <a:pt x="43" y="8"/>
                    </a:lnTo>
                    <a:lnTo>
                      <a:pt x="43" y="8"/>
                    </a:lnTo>
                    <a:lnTo>
                      <a:pt x="45" y="8"/>
                    </a:lnTo>
                    <a:lnTo>
                      <a:pt x="45" y="8"/>
                    </a:lnTo>
                    <a:lnTo>
                      <a:pt x="45" y="8"/>
                    </a:lnTo>
                    <a:lnTo>
                      <a:pt x="45" y="8"/>
                    </a:lnTo>
                    <a:lnTo>
                      <a:pt x="48" y="8"/>
                    </a:lnTo>
                    <a:lnTo>
                      <a:pt x="48" y="8"/>
                    </a:lnTo>
                    <a:lnTo>
                      <a:pt x="48" y="8"/>
                    </a:lnTo>
                    <a:lnTo>
                      <a:pt x="48" y="8"/>
                    </a:lnTo>
                    <a:lnTo>
                      <a:pt x="48" y="8"/>
                    </a:lnTo>
                    <a:lnTo>
                      <a:pt x="48" y="8"/>
                    </a:lnTo>
                    <a:lnTo>
                      <a:pt x="50" y="8"/>
                    </a:lnTo>
                    <a:lnTo>
                      <a:pt x="50" y="5"/>
                    </a:lnTo>
                    <a:lnTo>
                      <a:pt x="50" y="5"/>
                    </a:lnTo>
                    <a:lnTo>
                      <a:pt x="53" y="5"/>
                    </a:lnTo>
                    <a:lnTo>
                      <a:pt x="53" y="5"/>
                    </a:lnTo>
                    <a:lnTo>
                      <a:pt x="53" y="5"/>
                    </a:lnTo>
                    <a:lnTo>
                      <a:pt x="55" y="5"/>
                    </a:lnTo>
                    <a:lnTo>
                      <a:pt x="55" y="5"/>
                    </a:lnTo>
                    <a:lnTo>
                      <a:pt x="55" y="5"/>
                    </a:lnTo>
                    <a:lnTo>
                      <a:pt x="55" y="8"/>
                    </a:lnTo>
                    <a:lnTo>
                      <a:pt x="57" y="8"/>
                    </a:lnTo>
                    <a:lnTo>
                      <a:pt x="57" y="8"/>
                    </a:lnTo>
                    <a:lnTo>
                      <a:pt x="57" y="8"/>
                    </a:lnTo>
                    <a:lnTo>
                      <a:pt x="57" y="10"/>
                    </a:lnTo>
                    <a:lnTo>
                      <a:pt x="57" y="10"/>
                    </a:lnTo>
                    <a:lnTo>
                      <a:pt x="60" y="10"/>
                    </a:lnTo>
                    <a:lnTo>
                      <a:pt x="60" y="10"/>
                    </a:lnTo>
                    <a:lnTo>
                      <a:pt x="60" y="10"/>
                    </a:lnTo>
                    <a:lnTo>
                      <a:pt x="60" y="10"/>
                    </a:lnTo>
                    <a:lnTo>
                      <a:pt x="60" y="10"/>
                    </a:lnTo>
                    <a:lnTo>
                      <a:pt x="62" y="10"/>
                    </a:lnTo>
                    <a:lnTo>
                      <a:pt x="62" y="10"/>
                    </a:lnTo>
                    <a:lnTo>
                      <a:pt x="62" y="8"/>
                    </a:lnTo>
                    <a:lnTo>
                      <a:pt x="62" y="8"/>
                    </a:lnTo>
                    <a:lnTo>
                      <a:pt x="62" y="10"/>
                    </a:lnTo>
                    <a:lnTo>
                      <a:pt x="62" y="10"/>
                    </a:lnTo>
                    <a:lnTo>
                      <a:pt x="64" y="10"/>
                    </a:lnTo>
                    <a:lnTo>
                      <a:pt x="64" y="10"/>
                    </a:lnTo>
                    <a:lnTo>
                      <a:pt x="64" y="10"/>
                    </a:lnTo>
                    <a:lnTo>
                      <a:pt x="64" y="12"/>
                    </a:lnTo>
                    <a:lnTo>
                      <a:pt x="64" y="12"/>
                    </a:lnTo>
                    <a:lnTo>
                      <a:pt x="64" y="12"/>
                    </a:lnTo>
                    <a:lnTo>
                      <a:pt x="67" y="12"/>
                    </a:lnTo>
                    <a:lnTo>
                      <a:pt x="67" y="15"/>
                    </a:lnTo>
                    <a:lnTo>
                      <a:pt x="67" y="15"/>
                    </a:lnTo>
                    <a:lnTo>
                      <a:pt x="67" y="15"/>
                    </a:lnTo>
                    <a:lnTo>
                      <a:pt x="67" y="12"/>
                    </a:lnTo>
                    <a:lnTo>
                      <a:pt x="69" y="12"/>
                    </a:lnTo>
                    <a:lnTo>
                      <a:pt x="69" y="12"/>
                    </a:lnTo>
                    <a:lnTo>
                      <a:pt x="69" y="12"/>
                    </a:lnTo>
                    <a:lnTo>
                      <a:pt x="71" y="12"/>
                    </a:lnTo>
                    <a:lnTo>
                      <a:pt x="71" y="12"/>
                    </a:lnTo>
                    <a:lnTo>
                      <a:pt x="71" y="12"/>
                    </a:lnTo>
                    <a:lnTo>
                      <a:pt x="71" y="12"/>
                    </a:lnTo>
                    <a:lnTo>
                      <a:pt x="71" y="15"/>
                    </a:lnTo>
                    <a:lnTo>
                      <a:pt x="74" y="15"/>
                    </a:lnTo>
                    <a:lnTo>
                      <a:pt x="74" y="15"/>
                    </a:lnTo>
                    <a:lnTo>
                      <a:pt x="74" y="15"/>
                    </a:lnTo>
                    <a:lnTo>
                      <a:pt x="74" y="15"/>
                    </a:lnTo>
                    <a:lnTo>
                      <a:pt x="74" y="17"/>
                    </a:lnTo>
                    <a:lnTo>
                      <a:pt x="76" y="17"/>
                    </a:lnTo>
                    <a:lnTo>
                      <a:pt x="76" y="17"/>
                    </a:lnTo>
                    <a:lnTo>
                      <a:pt x="76" y="17"/>
                    </a:lnTo>
                    <a:lnTo>
                      <a:pt x="79" y="17"/>
                    </a:lnTo>
                    <a:lnTo>
                      <a:pt x="79" y="19"/>
                    </a:lnTo>
                    <a:lnTo>
                      <a:pt x="79" y="19"/>
                    </a:lnTo>
                    <a:lnTo>
                      <a:pt x="79" y="19"/>
                    </a:lnTo>
                    <a:lnTo>
                      <a:pt x="81" y="19"/>
                    </a:lnTo>
                    <a:lnTo>
                      <a:pt x="81" y="19"/>
                    </a:lnTo>
                    <a:lnTo>
                      <a:pt x="81" y="19"/>
                    </a:lnTo>
                    <a:lnTo>
                      <a:pt x="81" y="17"/>
                    </a:lnTo>
                    <a:lnTo>
                      <a:pt x="81" y="17"/>
                    </a:lnTo>
                    <a:lnTo>
                      <a:pt x="83" y="17"/>
                    </a:lnTo>
                    <a:lnTo>
                      <a:pt x="83" y="15"/>
                    </a:lnTo>
                    <a:lnTo>
                      <a:pt x="83" y="15"/>
                    </a:lnTo>
                    <a:lnTo>
                      <a:pt x="81" y="15"/>
                    </a:lnTo>
                    <a:lnTo>
                      <a:pt x="81" y="12"/>
                    </a:lnTo>
                    <a:lnTo>
                      <a:pt x="81" y="12"/>
                    </a:lnTo>
                    <a:lnTo>
                      <a:pt x="81" y="12"/>
                    </a:lnTo>
                    <a:lnTo>
                      <a:pt x="81" y="10"/>
                    </a:lnTo>
                    <a:lnTo>
                      <a:pt x="81" y="10"/>
                    </a:lnTo>
                    <a:lnTo>
                      <a:pt x="81" y="10"/>
                    </a:lnTo>
                    <a:lnTo>
                      <a:pt x="81" y="10"/>
                    </a:lnTo>
                    <a:lnTo>
                      <a:pt x="79" y="10"/>
                    </a:lnTo>
                    <a:lnTo>
                      <a:pt x="79" y="8"/>
                    </a:lnTo>
                    <a:lnTo>
                      <a:pt x="81" y="8"/>
                    </a:lnTo>
                    <a:lnTo>
                      <a:pt x="81" y="8"/>
                    </a:lnTo>
                    <a:lnTo>
                      <a:pt x="81" y="8"/>
                    </a:lnTo>
                    <a:lnTo>
                      <a:pt x="81" y="8"/>
                    </a:lnTo>
                    <a:lnTo>
                      <a:pt x="83" y="8"/>
                    </a:lnTo>
                    <a:lnTo>
                      <a:pt x="83" y="8"/>
                    </a:lnTo>
                    <a:lnTo>
                      <a:pt x="83" y="8"/>
                    </a:lnTo>
                    <a:lnTo>
                      <a:pt x="83" y="8"/>
                    </a:lnTo>
                    <a:lnTo>
                      <a:pt x="86" y="8"/>
                    </a:lnTo>
                    <a:lnTo>
                      <a:pt x="86" y="5"/>
                    </a:lnTo>
                    <a:lnTo>
                      <a:pt x="86" y="5"/>
                    </a:lnTo>
                    <a:lnTo>
                      <a:pt x="86" y="5"/>
                    </a:lnTo>
                    <a:lnTo>
                      <a:pt x="86" y="5"/>
                    </a:lnTo>
                    <a:lnTo>
                      <a:pt x="88" y="5"/>
                    </a:lnTo>
                    <a:lnTo>
                      <a:pt x="88" y="5"/>
                    </a:lnTo>
                    <a:lnTo>
                      <a:pt x="88" y="3"/>
                    </a:lnTo>
                    <a:lnTo>
                      <a:pt x="88" y="3"/>
                    </a:lnTo>
                    <a:lnTo>
                      <a:pt x="88" y="3"/>
                    </a:lnTo>
                    <a:lnTo>
                      <a:pt x="90" y="3"/>
                    </a:lnTo>
                    <a:lnTo>
                      <a:pt x="90" y="0"/>
                    </a:lnTo>
                    <a:lnTo>
                      <a:pt x="90" y="0"/>
                    </a:lnTo>
                    <a:lnTo>
                      <a:pt x="90" y="3"/>
                    </a:lnTo>
                    <a:lnTo>
                      <a:pt x="93" y="3"/>
                    </a:lnTo>
                    <a:lnTo>
                      <a:pt x="93" y="3"/>
                    </a:lnTo>
                    <a:lnTo>
                      <a:pt x="93" y="3"/>
                    </a:lnTo>
                    <a:lnTo>
                      <a:pt x="93" y="5"/>
                    </a:lnTo>
                    <a:lnTo>
                      <a:pt x="93" y="5"/>
                    </a:lnTo>
                    <a:lnTo>
                      <a:pt x="93" y="5"/>
                    </a:lnTo>
                    <a:lnTo>
                      <a:pt x="95" y="5"/>
                    </a:lnTo>
                    <a:lnTo>
                      <a:pt x="95" y="5"/>
                    </a:lnTo>
                    <a:lnTo>
                      <a:pt x="95" y="8"/>
                    </a:lnTo>
                    <a:lnTo>
                      <a:pt x="98" y="8"/>
                    </a:lnTo>
                    <a:lnTo>
                      <a:pt x="98" y="8"/>
                    </a:lnTo>
                    <a:lnTo>
                      <a:pt x="98" y="8"/>
                    </a:lnTo>
                    <a:lnTo>
                      <a:pt x="98" y="10"/>
                    </a:lnTo>
                    <a:lnTo>
                      <a:pt x="98" y="10"/>
                    </a:lnTo>
                    <a:lnTo>
                      <a:pt x="98" y="8"/>
                    </a:lnTo>
                    <a:lnTo>
                      <a:pt x="100" y="8"/>
                    </a:lnTo>
                    <a:lnTo>
                      <a:pt x="100" y="8"/>
                    </a:lnTo>
                    <a:lnTo>
                      <a:pt x="100" y="8"/>
                    </a:lnTo>
                    <a:lnTo>
                      <a:pt x="100" y="8"/>
                    </a:lnTo>
                    <a:lnTo>
                      <a:pt x="102" y="8"/>
                    </a:lnTo>
                    <a:lnTo>
                      <a:pt x="102" y="5"/>
                    </a:lnTo>
                    <a:lnTo>
                      <a:pt x="102" y="5"/>
                    </a:lnTo>
                    <a:lnTo>
                      <a:pt x="102" y="8"/>
                    </a:lnTo>
                    <a:lnTo>
                      <a:pt x="105" y="8"/>
                    </a:lnTo>
                    <a:lnTo>
                      <a:pt x="105" y="5"/>
                    </a:lnTo>
                    <a:lnTo>
                      <a:pt x="105" y="5"/>
                    </a:lnTo>
                    <a:lnTo>
                      <a:pt x="105" y="5"/>
                    </a:lnTo>
                    <a:lnTo>
                      <a:pt x="105" y="5"/>
                    </a:lnTo>
                    <a:lnTo>
                      <a:pt x="107" y="5"/>
                    </a:lnTo>
                    <a:lnTo>
                      <a:pt x="107" y="3"/>
                    </a:lnTo>
                    <a:lnTo>
                      <a:pt x="107" y="3"/>
                    </a:lnTo>
                    <a:lnTo>
                      <a:pt x="107" y="3"/>
                    </a:lnTo>
                    <a:lnTo>
                      <a:pt x="107" y="0"/>
                    </a:lnTo>
                    <a:lnTo>
                      <a:pt x="107" y="0"/>
                    </a:lnTo>
                    <a:lnTo>
                      <a:pt x="109" y="0"/>
                    </a:lnTo>
                    <a:lnTo>
                      <a:pt x="109" y="3"/>
                    </a:lnTo>
                    <a:lnTo>
                      <a:pt x="109" y="3"/>
                    </a:lnTo>
                    <a:lnTo>
                      <a:pt x="112" y="3"/>
                    </a:lnTo>
                    <a:lnTo>
                      <a:pt x="112" y="0"/>
                    </a:lnTo>
                    <a:lnTo>
                      <a:pt x="112" y="0"/>
                    </a:lnTo>
                    <a:lnTo>
                      <a:pt x="112" y="0"/>
                    </a:lnTo>
                    <a:lnTo>
                      <a:pt x="112" y="0"/>
                    </a:lnTo>
                    <a:lnTo>
                      <a:pt x="112" y="0"/>
                    </a:lnTo>
                    <a:lnTo>
                      <a:pt x="112" y="0"/>
                    </a:lnTo>
                    <a:lnTo>
                      <a:pt x="112" y="0"/>
                    </a:lnTo>
                    <a:lnTo>
                      <a:pt x="112" y="3"/>
                    </a:lnTo>
                    <a:lnTo>
                      <a:pt x="112" y="3"/>
                    </a:lnTo>
                    <a:lnTo>
                      <a:pt x="112" y="3"/>
                    </a:lnTo>
                    <a:lnTo>
                      <a:pt x="112" y="5"/>
                    </a:lnTo>
                    <a:lnTo>
                      <a:pt x="112" y="5"/>
                    </a:lnTo>
                    <a:lnTo>
                      <a:pt x="112" y="5"/>
                    </a:lnTo>
                    <a:lnTo>
                      <a:pt x="112" y="8"/>
                    </a:lnTo>
                    <a:lnTo>
                      <a:pt x="109" y="8"/>
                    </a:lnTo>
                    <a:lnTo>
                      <a:pt x="109" y="8"/>
                    </a:lnTo>
                    <a:lnTo>
                      <a:pt x="109" y="10"/>
                    </a:lnTo>
                    <a:lnTo>
                      <a:pt x="109" y="10"/>
                    </a:lnTo>
                    <a:lnTo>
                      <a:pt x="109" y="10"/>
                    </a:lnTo>
                    <a:lnTo>
                      <a:pt x="109" y="10"/>
                    </a:lnTo>
                    <a:lnTo>
                      <a:pt x="109" y="12"/>
                    </a:lnTo>
                    <a:lnTo>
                      <a:pt x="107" y="12"/>
                    </a:lnTo>
                    <a:lnTo>
                      <a:pt x="107" y="12"/>
                    </a:lnTo>
                    <a:lnTo>
                      <a:pt x="107" y="15"/>
                    </a:lnTo>
                    <a:lnTo>
                      <a:pt x="109" y="15"/>
                    </a:lnTo>
                    <a:lnTo>
                      <a:pt x="109" y="15"/>
                    </a:lnTo>
                    <a:lnTo>
                      <a:pt x="109" y="17"/>
                    </a:lnTo>
                    <a:lnTo>
                      <a:pt x="109" y="17"/>
                    </a:lnTo>
                    <a:lnTo>
                      <a:pt x="112" y="17"/>
                    </a:lnTo>
                    <a:lnTo>
                      <a:pt x="112" y="17"/>
                    </a:lnTo>
                    <a:lnTo>
                      <a:pt x="112" y="19"/>
                    </a:lnTo>
                    <a:lnTo>
                      <a:pt x="112" y="19"/>
                    </a:lnTo>
                    <a:lnTo>
                      <a:pt x="112" y="19"/>
                    </a:lnTo>
                    <a:lnTo>
                      <a:pt x="112" y="22"/>
                    </a:lnTo>
                    <a:lnTo>
                      <a:pt x="112" y="22"/>
                    </a:lnTo>
                    <a:lnTo>
                      <a:pt x="112" y="22"/>
                    </a:lnTo>
                    <a:lnTo>
                      <a:pt x="112" y="22"/>
                    </a:lnTo>
                    <a:lnTo>
                      <a:pt x="112" y="24"/>
                    </a:lnTo>
                    <a:lnTo>
                      <a:pt x="112" y="24"/>
                    </a:lnTo>
                    <a:lnTo>
                      <a:pt x="114" y="24"/>
                    </a:lnTo>
                    <a:lnTo>
                      <a:pt x="114" y="27"/>
                    </a:lnTo>
                    <a:lnTo>
                      <a:pt x="114" y="27"/>
                    </a:lnTo>
                    <a:lnTo>
                      <a:pt x="114" y="29"/>
                    </a:lnTo>
                    <a:lnTo>
                      <a:pt x="114" y="29"/>
                    </a:lnTo>
                    <a:lnTo>
                      <a:pt x="114" y="29"/>
                    </a:lnTo>
                    <a:lnTo>
                      <a:pt x="114" y="29"/>
                    </a:lnTo>
                    <a:lnTo>
                      <a:pt x="114" y="31"/>
                    </a:lnTo>
                    <a:lnTo>
                      <a:pt x="114" y="31"/>
                    </a:lnTo>
                    <a:lnTo>
                      <a:pt x="114" y="34"/>
                    </a:lnTo>
                    <a:lnTo>
                      <a:pt x="114" y="34"/>
                    </a:lnTo>
                    <a:lnTo>
                      <a:pt x="114" y="34"/>
                    </a:lnTo>
                    <a:lnTo>
                      <a:pt x="114" y="36"/>
                    </a:lnTo>
                    <a:lnTo>
                      <a:pt x="114" y="36"/>
                    </a:lnTo>
                    <a:lnTo>
                      <a:pt x="112" y="36"/>
                    </a:lnTo>
                    <a:lnTo>
                      <a:pt x="112" y="38"/>
                    </a:lnTo>
                    <a:lnTo>
                      <a:pt x="112" y="38"/>
                    </a:lnTo>
                    <a:lnTo>
                      <a:pt x="112" y="38"/>
                    </a:lnTo>
                    <a:lnTo>
                      <a:pt x="112" y="38"/>
                    </a:lnTo>
                    <a:lnTo>
                      <a:pt x="112" y="41"/>
                    </a:lnTo>
                    <a:lnTo>
                      <a:pt x="112" y="41"/>
                    </a:lnTo>
                    <a:lnTo>
                      <a:pt x="112" y="43"/>
                    </a:lnTo>
                    <a:lnTo>
                      <a:pt x="112" y="43"/>
                    </a:lnTo>
                    <a:lnTo>
                      <a:pt x="112" y="45"/>
                    </a:lnTo>
                    <a:lnTo>
                      <a:pt x="112" y="45"/>
                    </a:lnTo>
                    <a:lnTo>
                      <a:pt x="112" y="45"/>
                    </a:lnTo>
                    <a:lnTo>
                      <a:pt x="112" y="48"/>
                    </a:lnTo>
                    <a:lnTo>
                      <a:pt x="114" y="48"/>
                    </a:lnTo>
                    <a:lnTo>
                      <a:pt x="114" y="48"/>
                    </a:lnTo>
                    <a:lnTo>
                      <a:pt x="114" y="50"/>
                    </a:lnTo>
                    <a:lnTo>
                      <a:pt x="114" y="50"/>
                    </a:lnTo>
                    <a:lnTo>
                      <a:pt x="114" y="50"/>
                    </a:lnTo>
                    <a:lnTo>
                      <a:pt x="114" y="53"/>
                    </a:lnTo>
                    <a:lnTo>
                      <a:pt x="114" y="53"/>
                    </a:lnTo>
                    <a:lnTo>
                      <a:pt x="114" y="55"/>
                    </a:lnTo>
                    <a:lnTo>
                      <a:pt x="114" y="55"/>
                    </a:lnTo>
                    <a:lnTo>
                      <a:pt x="114" y="57"/>
                    </a:lnTo>
                    <a:lnTo>
                      <a:pt x="112" y="57"/>
                    </a:lnTo>
                    <a:lnTo>
                      <a:pt x="112" y="57"/>
                    </a:lnTo>
                    <a:lnTo>
                      <a:pt x="112" y="60"/>
                    </a:lnTo>
                    <a:lnTo>
                      <a:pt x="112" y="60"/>
                    </a:lnTo>
                    <a:lnTo>
                      <a:pt x="112" y="60"/>
                    </a:lnTo>
                    <a:lnTo>
                      <a:pt x="112" y="60"/>
                    </a:lnTo>
                    <a:lnTo>
                      <a:pt x="112" y="60"/>
                    </a:lnTo>
                    <a:lnTo>
                      <a:pt x="109" y="60"/>
                    </a:lnTo>
                    <a:lnTo>
                      <a:pt x="109" y="60"/>
                    </a:lnTo>
                    <a:lnTo>
                      <a:pt x="109" y="60"/>
                    </a:lnTo>
                    <a:lnTo>
                      <a:pt x="109" y="60"/>
                    </a:lnTo>
                    <a:lnTo>
                      <a:pt x="107" y="60"/>
                    </a:lnTo>
                    <a:lnTo>
                      <a:pt x="107" y="60"/>
                    </a:lnTo>
                    <a:lnTo>
                      <a:pt x="107" y="60"/>
                    </a:lnTo>
                    <a:lnTo>
                      <a:pt x="107" y="60"/>
                    </a:lnTo>
                    <a:lnTo>
                      <a:pt x="105" y="60"/>
                    </a:lnTo>
                    <a:lnTo>
                      <a:pt x="105" y="60"/>
                    </a:lnTo>
                    <a:lnTo>
                      <a:pt x="105" y="60"/>
                    </a:lnTo>
                    <a:lnTo>
                      <a:pt x="105" y="60"/>
                    </a:lnTo>
                    <a:lnTo>
                      <a:pt x="105" y="62"/>
                    </a:lnTo>
                    <a:lnTo>
                      <a:pt x="102" y="62"/>
                    </a:lnTo>
                    <a:lnTo>
                      <a:pt x="102" y="62"/>
                    </a:lnTo>
                    <a:lnTo>
                      <a:pt x="102" y="62"/>
                    </a:lnTo>
                    <a:lnTo>
                      <a:pt x="102" y="64"/>
                    </a:lnTo>
                    <a:lnTo>
                      <a:pt x="100" y="64"/>
                    </a:lnTo>
                    <a:lnTo>
                      <a:pt x="100" y="64"/>
                    </a:lnTo>
                    <a:lnTo>
                      <a:pt x="100" y="64"/>
                    </a:lnTo>
                    <a:lnTo>
                      <a:pt x="100" y="64"/>
                    </a:lnTo>
                    <a:lnTo>
                      <a:pt x="98" y="64"/>
                    </a:lnTo>
                    <a:lnTo>
                      <a:pt x="98" y="64"/>
                    </a:lnTo>
                    <a:lnTo>
                      <a:pt x="98" y="64"/>
                    </a:lnTo>
                    <a:lnTo>
                      <a:pt x="98" y="67"/>
                    </a:lnTo>
                    <a:lnTo>
                      <a:pt x="95" y="67"/>
                    </a:lnTo>
                    <a:lnTo>
                      <a:pt x="95" y="67"/>
                    </a:lnTo>
                    <a:lnTo>
                      <a:pt x="95" y="67"/>
                    </a:lnTo>
                    <a:lnTo>
                      <a:pt x="95" y="69"/>
                    </a:lnTo>
                    <a:lnTo>
                      <a:pt x="93" y="69"/>
                    </a:lnTo>
                    <a:lnTo>
                      <a:pt x="93" y="69"/>
                    </a:lnTo>
                    <a:lnTo>
                      <a:pt x="93" y="69"/>
                    </a:lnTo>
                    <a:lnTo>
                      <a:pt x="90" y="69"/>
                    </a:lnTo>
                    <a:lnTo>
                      <a:pt x="90" y="69"/>
                    </a:lnTo>
                    <a:lnTo>
                      <a:pt x="88" y="69"/>
                    </a:lnTo>
                    <a:lnTo>
                      <a:pt x="88" y="69"/>
                    </a:lnTo>
                    <a:lnTo>
                      <a:pt x="88" y="69"/>
                    </a:lnTo>
                    <a:lnTo>
                      <a:pt x="88" y="69"/>
                    </a:lnTo>
                    <a:lnTo>
                      <a:pt x="88" y="69"/>
                    </a:lnTo>
                    <a:lnTo>
                      <a:pt x="88" y="72"/>
                    </a:lnTo>
                    <a:lnTo>
                      <a:pt x="88" y="72"/>
                    </a:lnTo>
                    <a:lnTo>
                      <a:pt x="88" y="72"/>
                    </a:lnTo>
                    <a:lnTo>
                      <a:pt x="88" y="74"/>
                    </a:lnTo>
                    <a:lnTo>
                      <a:pt x="88" y="7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0" name="Freeform 128"/>
              <p:cNvSpPr>
                <a:spLocks/>
              </p:cNvSpPr>
              <p:nvPr/>
            </p:nvSpPr>
            <p:spPr bwMode="auto">
              <a:xfrm>
                <a:off x="3027" y="2383"/>
                <a:ext cx="114" cy="109"/>
              </a:xfrm>
              <a:custGeom>
                <a:avLst/>
                <a:gdLst/>
                <a:ahLst/>
                <a:cxnLst>
                  <a:cxn ang="0">
                    <a:pos x="83" y="74"/>
                  </a:cxn>
                  <a:cxn ang="0">
                    <a:pos x="79" y="76"/>
                  </a:cxn>
                  <a:cxn ang="0">
                    <a:pos x="76" y="83"/>
                  </a:cxn>
                  <a:cxn ang="0">
                    <a:pos x="81" y="88"/>
                  </a:cxn>
                  <a:cxn ang="0">
                    <a:pos x="83" y="95"/>
                  </a:cxn>
                  <a:cxn ang="0">
                    <a:pos x="79" y="95"/>
                  </a:cxn>
                  <a:cxn ang="0">
                    <a:pos x="74" y="93"/>
                  </a:cxn>
                  <a:cxn ang="0">
                    <a:pos x="67" y="95"/>
                  </a:cxn>
                  <a:cxn ang="0">
                    <a:pos x="60" y="93"/>
                  </a:cxn>
                  <a:cxn ang="0">
                    <a:pos x="60" y="100"/>
                  </a:cxn>
                  <a:cxn ang="0">
                    <a:pos x="53" y="105"/>
                  </a:cxn>
                  <a:cxn ang="0">
                    <a:pos x="48" y="107"/>
                  </a:cxn>
                  <a:cxn ang="0">
                    <a:pos x="43" y="107"/>
                  </a:cxn>
                  <a:cxn ang="0">
                    <a:pos x="38" y="105"/>
                  </a:cxn>
                  <a:cxn ang="0">
                    <a:pos x="34" y="107"/>
                  </a:cxn>
                  <a:cxn ang="0">
                    <a:pos x="27" y="107"/>
                  </a:cxn>
                  <a:cxn ang="0">
                    <a:pos x="22" y="105"/>
                  </a:cxn>
                  <a:cxn ang="0">
                    <a:pos x="19" y="98"/>
                  </a:cxn>
                  <a:cxn ang="0">
                    <a:pos x="17" y="93"/>
                  </a:cxn>
                  <a:cxn ang="0">
                    <a:pos x="15" y="86"/>
                  </a:cxn>
                  <a:cxn ang="0">
                    <a:pos x="12" y="76"/>
                  </a:cxn>
                  <a:cxn ang="0">
                    <a:pos x="10" y="69"/>
                  </a:cxn>
                  <a:cxn ang="0">
                    <a:pos x="10" y="60"/>
                  </a:cxn>
                  <a:cxn ang="0">
                    <a:pos x="8" y="53"/>
                  </a:cxn>
                  <a:cxn ang="0">
                    <a:pos x="5" y="48"/>
                  </a:cxn>
                  <a:cxn ang="0">
                    <a:pos x="3" y="41"/>
                  </a:cxn>
                  <a:cxn ang="0">
                    <a:pos x="0" y="31"/>
                  </a:cxn>
                  <a:cxn ang="0">
                    <a:pos x="3" y="29"/>
                  </a:cxn>
                  <a:cxn ang="0">
                    <a:pos x="8" y="22"/>
                  </a:cxn>
                  <a:cxn ang="0">
                    <a:pos x="12" y="17"/>
                  </a:cxn>
                  <a:cxn ang="0">
                    <a:pos x="15" y="10"/>
                  </a:cxn>
                  <a:cxn ang="0">
                    <a:pos x="22" y="8"/>
                  </a:cxn>
                  <a:cxn ang="0">
                    <a:pos x="29" y="5"/>
                  </a:cxn>
                  <a:cxn ang="0">
                    <a:pos x="36" y="8"/>
                  </a:cxn>
                  <a:cxn ang="0">
                    <a:pos x="45" y="8"/>
                  </a:cxn>
                  <a:cxn ang="0">
                    <a:pos x="50" y="8"/>
                  </a:cxn>
                  <a:cxn ang="0">
                    <a:pos x="57" y="8"/>
                  </a:cxn>
                  <a:cxn ang="0">
                    <a:pos x="62" y="10"/>
                  </a:cxn>
                  <a:cxn ang="0">
                    <a:pos x="64" y="12"/>
                  </a:cxn>
                  <a:cxn ang="0">
                    <a:pos x="71" y="12"/>
                  </a:cxn>
                  <a:cxn ang="0">
                    <a:pos x="76" y="17"/>
                  </a:cxn>
                  <a:cxn ang="0">
                    <a:pos x="81" y="17"/>
                  </a:cxn>
                  <a:cxn ang="0">
                    <a:pos x="81" y="10"/>
                  </a:cxn>
                  <a:cxn ang="0">
                    <a:pos x="83" y="8"/>
                  </a:cxn>
                  <a:cxn ang="0">
                    <a:pos x="88" y="3"/>
                  </a:cxn>
                  <a:cxn ang="0">
                    <a:pos x="93" y="5"/>
                  </a:cxn>
                  <a:cxn ang="0">
                    <a:pos x="98" y="10"/>
                  </a:cxn>
                  <a:cxn ang="0">
                    <a:pos x="105" y="8"/>
                  </a:cxn>
                  <a:cxn ang="0">
                    <a:pos x="107" y="0"/>
                  </a:cxn>
                  <a:cxn ang="0">
                    <a:pos x="112" y="0"/>
                  </a:cxn>
                  <a:cxn ang="0">
                    <a:pos x="109" y="8"/>
                  </a:cxn>
                  <a:cxn ang="0">
                    <a:pos x="109" y="15"/>
                  </a:cxn>
                  <a:cxn ang="0">
                    <a:pos x="112" y="22"/>
                  </a:cxn>
                  <a:cxn ang="0">
                    <a:pos x="114" y="29"/>
                  </a:cxn>
                  <a:cxn ang="0">
                    <a:pos x="112" y="38"/>
                  </a:cxn>
                  <a:cxn ang="0">
                    <a:pos x="112" y="48"/>
                  </a:cxn>
                  <a:cxn ang="0">
                    <a:pos x="114" y="57"/>
                  </a:cxn>
                  <a:cxn ang="0">
                    <a:pos x="109" y="60"/>
                  </a:cxn>
                  <a:cxn ang="0">
                    <a:pos x="105" y="62"/>
                  </a:cxn>
                  <a:cxn ang="0">
                    <a:pos x="98" y="64"/>
                  </a:cxn>
                  <a:cxn ang="0">
                    <a:pos x="90" y="69"/>
                  </a:cxn>
                  <a:cxn ang="0">
                    <a:pos x="88" y="74"/>
                  </a:cxn>
                </a:cxnLst>
                <a:rect l="0" t="0" r="r" b="b"/>
                <a:pathLst>
                  <a:path w="114" h="109">
                    <a:moveTo>
                      <a:pt x="88" y="74"/>
                    </a:moveTo>
                    <a:lnTo>
                      <a:pt x="88" y="74"/>
                    </a:lnTo>
                    <a:lnTo>
                      <a:pt x="88" y="76"/>
                    </a:lnTo>
                    <a:lnTo>
                      <a:pt x="86" y="76"/>
                    </a:lnTo>
                    <a:lnTo>
                      <a:pt x="86" y="76"/>
                    </a:lnTo>
                    <a:lnTo>
                      <a:pt x="86" y="74"/>
                    </a:lnTo>
                    <a:lnTo>
                      <a:pt x="86" y="74"/>
                    </a:lnTo>
                    <a:lnTo>
                      <a:pt x="86" y="74"/>
                    </a:lnTo>
                    <a:lnTo>
                      <a:pt x="83" y="74"/>
                    </a:lnTo>
                    <a:lnTo>
                      <a:pt x="83" y="74"/>
                    </a:lnTo>
                    <a:lnTo>
                      <a:pt x="81" y="74"/>
                    </a:lnTo>
                    <a:lnTo>
                      <a:pt x="81" y="74"/>
                    </a:lnTo>
                    <a:lnTo>
                      <a:pt x="81" y="72"/>
                    </a:lnTo>
                    <a:lnTo>
                      <a:pt x="81" y="72"/>
                    </a:lnTo>
                    <a:lnTo>
                      <a:pt x="81" y="74"/>
                    </a:lnTo>
                    <a:lnTo>
                      <a:pt x="79" y="74"/>
                    </a:lnTo>
                    <a:lnTo>
                      <a:pt x="79" y="74"/>
                    </a:lnTo>
                    <a:lnTo>
                      <a:pt x="79" y="76"/>
                    </a:lnTo>
                    <a:lnTo>
                      <a:pt x="79" y="76"/>
                    </a:lnTo>
                    <a:lnTo>
                      <a:pt x="79" y="76"/>
                    </a:lnTo>
                    <a:lnTo>
                      <a:pt x="76" y="76"/>
                    </a:lnTo>
                    <a:lnTo>
                      <a:pt x="76" y="76"/>
                    </a:lnTo>
                    <a:lnTo>
                      <a:pt x="76" y="76"/>
                    </a:lnTo>
                    <a:lnTo>
                      <a:pt x="76" y="79"/>
                    </a:lnTo>
                    <a:lnTo>
                      <a:pt x="76" y="79"/>
                    </a:lnTo>
                    <a:lnTo>
                      <a:pt x="76" y="79"/>
                    </a:lnTo>
                    <a:lnTo>
                      <a:pt x="76" y="79"/>
                    </a:lnTo>
                    <a:lnTo>
                      <a:pt x="76" y="81"/>
                    </a:lnTo>
                    <a:lnTo>
                      <a:pt x="76" y="81"/>
                    </a:lnTo>
                    <a:lnTo>
                      <a:pt x="76" y="83"/>
                    </a:lnTo>
                    <a:lnTo>
                      <a:pt x="76" y="83"/>
                    </a:lnTo>
                    <a:lnTo>
                      <a:pt x="76" y="86"/>
                    </a:lnTo>
                    <a:lnTo>
                      <a:pt x="79" y="86"/>
                    </a:lnTo>
                    <a:lnTo>
                      <a:pt x="79" y="86"/>
                    </a:lnTo>
                    <a:lnTo>
                      <a:pt x="79" y="88"/>
                    </a:lnTo>
                    <a:lnTo>
                      <a:pt x="79" y="88"/>
                    </a:lnTo>
                    <a:lnTo>
                      <a:pt x="79" y="88"/>
                    </a:lnTo>
                    <a:lnTo>
                      <a:pt x="79" y="88"/>
                    </a:lnTo>
                    <a:lnTo>
                      <a:pt x="81" y="88"/>
                    </a:lnTo>
                    <a:lnTo>
                      <a:pt x="81" y="88"/>
                    </a:lnTo>
                    <a:lnTo>
                      <a:pt x="81" y="88"/>
                    </a:lnTo>
                    <a:lnTo>
                      <a:pt x="81" y="91"/>
                    </a:lnTo>
                    <a:lnTo>
                      <a:pt x="81" y="91"/>
                    </a:lnTo>
                    <a:lnTo>
                      <a:pt x="83" y="91"/>
                    </a:lnTo>
                    <a:lnTo>
                      <a:pt x="83" y="91"/>
                    </a:lnTo>
                    <a:lnTo>
                      <a:pt x="83" y="91"/>
                    </a:lnTo>
                    <a:lnTo>
                      <a:pt x="83" y="93"/>
                    </a:lnTo>
                    <a:lnTo>
                      <a:pt x="83" y="93"/>
                    </a:lnTo>
                    <a:lnTo>
                      <a:pt x="83" y="93"/>
                    </a:lnTo>
                    <a:lnTo>
                      <a:pt x="83" y="95"/>
                    </a:lnTo>
                    <a:lnTo>
                      <a:pt x="83" y="95"/>
                    </a:lnTo>
                    <a:lnTo>
                      <a:pt x="83" y="98"/>
                    </a:lnTo>
                    <a:lnTo>
                      <a:pt x="83" y="98"/>
                    </a:lnTo>
                    <a:lnTo>
                      <a:pt x="81" y="98"/>
                    </a:lnTo>
                    <a:lnTo>
                      <a:pt x="81" y="98"/>
                    </a:lnTo>
                    <a:lnTo>
                      <a:pt x="81" y="98"/>
                    </a:lnTo>
                    <a:lnTo>
                      <a:pt x="81" y="98"/>
                    </a:lnTo>
                    <a:lnTo>
                      <a:pt x="79" y="98"/>
                    </a:lnTo>
                    <a:lnTo>
                      <a:pt x="79" y="95"/>
                    </a:lnTo>
                    <a:lnTo>
                      <a:pt x="79" y="95"/>
                    </a:lnTo>
                    <a:lnTo>
                      <a:pt x="79" y="95"/>
                    </a:lnTo>
                    <a:lnTo>
                      <a:pt x="79" y="98"/>
                    </a:lnTo>
                    <a:lnTo>
                      <a:pt x="76" y="98"/>
                    </a:lnTo>
                    <a:lnTo>
                      <a:pt x="76" y="95"/>
                    </a:lnTo>
                    <a:lnTo>
                      <a:pt x="76" y="95"/>
                    </a:lnTo>
                    <a:lnTo>
                      <a:pt x="76" y="95"/>
                    </a:lnTo>
                    <a:lnTo>
                      <a:pt x="76" y="93"/>
                    </a:lnTo>
                    <a:lnTo>
                      <a:pt x="74" y="93"/>
                    </a:lnTo>
                    <a:lnTo>
                      <a:pt x="74" y="93"/>
                    </a:lnTo>
                    <a:lnTo>
                      <a:pt x="74" y="93"/>
                    </a:lnTo>
                    <a:lnTo>
                      <a:pt x="74" y="93"/>
                    </a:lnTo>
                    <a:lnTo>
                      <a:pt x="71" y="93"/>
                    </a:lnTo>
                    <a:lnTo>
                      <a:pt x="71" y="93"/>
                    </a:lnTo>
                    <a:lnTo>
                      <a:pt x="71" y="93"/>
                    </a:lnTo>
                    <a:lnTo>
                      <a:pt x="71" y="93"/>
                    </a:lnTo>
                    <a:lnTo>
                      <a:pt x="69" y="93"/>
                    </a:lnTo>
                    <a:lnTo>
                      <a:pt x="69" y="93"/>
                    </a:lnTo>
                    <a:lnTo>
                      <a:pt x="67" y="93"/>
                    </a:lnTo>
                    <a:lnTo>
                      <a:pt x="67" y="93"/>
                    </a:lnTo>
                    <a:lnTo>
                      <a:pt x="67" y="95"/>
                    </a:lnTo>
                    <a:lnTo>
                      <a:pt x="67" y="95"/>
                    </a:lnTo>
                    <a:lnTo>
                      <a:pt x="67" y="95"/>
                    </a:lnTo>
                    <a:lnTo>
                      <a:pt x="64" y="95"/>
                    </a:lnTo>
                    <a:lnTo>
                      <a:pt x="64" y="95"/>
                    </a:lnTo>
                    <a:lnTo>
                      <a:pt x="64" y="95"/>
                    </a:lnTo>
                    <a:lnTo>
                      <a:pt x="64" y="95"/>
                    </a:lnTo>
                    <a:lnTo>
                      <a:pt x="62" y="95"/>
                    </a:lnTo>
                    <a:lnTo>
                      <a:pt x="62" y="95"/>
                    </a:lnTo>
                    <a:lnTo>
                      <a:pt x="60" y="95"/>
                    </a:lnTo>
                    <a:lnTo>
                      <a:pt x="60" y="93"/>
                    </a:lnTo>
                    <a:lnTo>
                      <a:pt x="60" y="93"/>
                    </a:lnTo>
                    <a:lnTo>
                      <a:pt x="60" y="95"/>
                    </a:lnTo>
                    <a:lnTo>
                      <a:pt x="60" y="95"/>
                    </a:lnTo>
                    <a:lnTo>
                      <a:pt x="60" y="95"/>
                    </a:lnTo>
                    <a:lnTo>
                      <a:pt x="60" y="98"/>
                    </a:lnTo>
                    <a:lnTo>
                      <a:pt x="60" y="98"/>
                    </a:lnTo>
                    <a:lnTo>
                      <a:pt x="60" y="98"/>
                    </a:lnTo>
                    <a:lnTo>
                      <a:pt x="60" y="98"/>
                    </a:lnTo>
                    <a:lnTo>
                      <a:pt x="60" y="100"/>
                    </a:lnTo>
                    <a:lnTo>
                      <a:pt x="60" y="100"/>
                    </a:lnTo>
                    <a:lnTo>
                      <a:pt x="60" y="100"/>
                    </a:lnTo>
                    <a:lnTo>
                      <a:pt x="57" y="100"/>
                    </a:lnTo>
                    <a:lnTo>
                      <a:pt x="57" y="100"/>
                    </a:lnTo>
                    <a:lnTo>
                      <a:pt x="57" y="102"/>
                    </a:lnTo>
                    <a:lnTo>
                      <a:pt x="55" y="102"/>
                    </a:lnTo>
                    <a:lnTo>
                      <a:pt x="55" y="102"/>
                    </a:lnTo>
                    <a:lnTo>
                      <a:pt x="55" y="105"/>
                    </a:lnTo>
                    <a:lnTo>
                      <a:pt x="55" y="105"/>
                    </a:lnTo>
                    <a:lnTo>
                      <a:pt x="55" y="105"/>
                    </a:lnTo>
                    <a:lnTo>
                      <a:pt x="53" y="105"/>
                    </a:lnTo>
                    <a:lnTo>
                      <a:pt x="53" y="105"/>
                    </a:lnTo>
                    <a:lnTo>
                      <a:pt x="53" y="105"/>
                    </a:lnTo>
                    <a:lnTo>
                      <a:pt x="53" y="105"/>
                    </a:lnTo>
                    <a:lnTo>
                      <a:pt x="53" y="105"/>
                    </a:lnTo>
                    <a:lnTo>
                      <a:pt x="50" y="105"/>
                    </a:lnTo>
                    <a:lnTo>
                      <a:pt x="50" y="105"/>
                    </a:lnTo>
                    <a:lnTo>
                      <a:pt x="48" y="105"/>
                    </a:lnTo>
                    <a:lnTo>
                      <a:pt x="48" y="105"/>
                    </a:lnTo>
                    <a:lnTo>
                      <a:pt x="48" y="105"/>
                    </a:lnTo>
                    <a:lnTo>
                      <a:pt x="48" y="107"/>
                    </a:lnTo>
                    <a:lnTo>
                      <a:pt x="48" y="107"/>
                    </a:lnTo>
                    <a:lnTo>
                      <a:pt x="48" y="107"/>
                    </a:lnTo>
                    <a:lnTo>
                      <a:pt x="45" y="107"/>
                    </a:lnTo>
                    <a:lnTo>
                      <a:pt x="45" y="107"/>
                    </a:lnTo>
                    <a:lnTo>
                      <a:pt x="45" y="107"/>
                    </a:lnTo>
                    <a:lnTo>
                      <a:pt x="45" y="107"/>
                    </a:lnTo>
                    <a:lnTo>
                      <a:pt x="43" y="107"/>
                    </a:lnTo>
                    <a:lnTo>
                      <a:pt x="43" y="107"/>
                    </a:lnTo>
                    <a:lnTo>
                      <a:pt x="43" y="107"/>
                    </a:lnTo>
                    <a:lnTo>
                      <a:pt x="43" y="107"/>
                    </a:lnTo>
                    <a:lnTo>
                      <a:pt x="41" y="107"/>
                    </a:lnTo>
                    <a:lnTo>
                      <a:pt x="41" y="105"/>
                    </a:lnTo>
                    <a:lnTo>
                      <a:pt x="41" y="105"/>
                    </a:lnTo>
                    <a:lnTo>
                      <a:pt x="41" y="105"/>
                    </a:lnTo>
                    <a:lnTo>
                      <a:pt x="41" y="105"/>
                    </a:lnTo>
                    <a:lnTo>
                      <a:pt x="41" y="105"/>
                    </a:lnTo>
                    <a:lnTo>
                      <a:pt x="41" y="105"/>
                    </a:lnTo>
                    <a:lnTo>
                      <a:pt x="38" y="105"/>
                    </a:lnTo>
                    <a:lnTo>
                      <a:pt x="38" y="105"/>
                    </a:lnTo>
                    <a:lnTo>
                      <a:pt x="38" y="105"/>
                    </a:lnTo>
                    <a:lnTo>
                      <a:pt x="36" y="105"/>
                    </a:lnTo>
                    <a:lnTo>
                      <a:pt x="36" y="105"/>
                    </a:lnTo>
                    <a:lnTo>
                      <a:pt x="36" y="102"/>
                    </a:lnTo>
                    <a:lnTo>
                      <a:pt x="34" y="102"/>
                    </a:lnTo>
                    <a:lnTo>
                      <a:pt x="34" y="102"/>
                    </a:lnTo>
                    <a:lnTo>
                      <a:pt x="34" y="105"/>
                    </a:lnTo>
                    <a:lnTo>
                      <a:pt x="34" y="105"/>
                    </a:lnTo>
                    <a:lnTo>
                      <a:pt x="34" y="105"/>
                    </a:lnTo>
                    <a:lnTo>
                      <a:pt x="34" y="107"/>
                    </a:lnTo>
                    <a:lnTo>
                      <a:pt x="34" y="107"/>
                    </a:lnTo>
                    <a:lnTo>
                      <a:pt x="34" y="109"/>
                    </a:lnTo>
                    <a:lnTo>
                      <a:pt x="31" y="109"/>
                    </a:lnTo>
                    <a:lnTo>
                      <a:pt x="31" y="109"/>
                    </a:lnTo>
                    <a:lnTo>
                      <a:pt x="31" y="107"/>
                    </a:lnTo>
                    <a:lnTo>
                      <a:pt x="31" y="107"/>
                    </a:lnTo>
                    <a:lnTo>
                      <a:pt x="31" y="107"/>
                    </a:lnTo>
                    <a:lnTo>
                      <a:pt x="29" y="107"/>
                    </a:lnTo>
                    <a:lnTo>
                      <a:pt x="29" y="107"/>
                    </a:lnTo>
                    <a:lnTo>
                      <a:pt x="27" y="107"/>
                    </a:lnTo>
                    <a:lnTo>
                      <a:pt x="27" y="107"/>
                    </a:lnTo>
                    <a:lnTo>
                      <a:pt x="27" y="105"/>
                    </a:lnTo>
                    <a:lnTo>
                      <a:pt x="27" y="105"/>
                    </a:lnTo>
                    <a:lnTo>
                      <a:pt x="27" y="102"/>
                    </a:lnTo>
                    <a:lnTo>
                      <a:pt x="27" y="102"/>
                    </a:lnTo>
                    <a:lnTo>
                      <a:pt x="24" y="102"/>
                    </a:lnTo>
                    <a:lnTo>
                      <a:pt x="24" y="102"/>
                    </a:lnTo>
                    <a:lnTo>
                      <a:pt x="22" y="102"/>
                    </a:lnTo>
                    <a:lnTo>
                      <a:pt x="22" y="105"/>
                    </a:lnTo>
                    <a:lnTo>
                      <a:pt x="22" y="105"/>
                    </a:lnTo>
                    <a:lnTo>
                      <a:pt x="22" y="105"/>
                    </a:lnTo>
                    <a:lnTo>
                      <a:pt x="22" y="105"/>
                    </a:lnTo>
                    <a:lnTo>
                      <a:pt x="22" y="105"/>
                    </a:lnTo>
                    <a:lnTo>
                      <a:pt x="19" y="105"/>
                    </a:lnTo>
                    <a:lnTo>
                      <a:pt x="19" y="102"/>
                    </a:lnTo>
                    <a:lnTo>
                      <a:pt x="19" y="102"/>
                    </a:lnTo>
                    <a:lnTo>
                      <a:pt x="19" y="100"/>
                    </a:lnTo>
                    <a:lnTo>
                      <a:pt x="19" y="100"/>
                    </a:lnTo>
                    <a:lnTo>
                      <a:pt x="19" y="100"/>
                    </a:lnTo>
                    <a:lnTo>
                      <a:pt x="19" y="100"/>
                    </a:lnTo>
                    <a:lnTo>
                      <a:pt x="19" y="98"/>
                    </a:lnTo>
                    <a:lnTo>
                      <a:pt x="19" y="98"/>
                    </a:lnTo>
                    <a:lnTo>
                      <a:pt x="19" y="98"/>
                    </a:lnTo>
                    <a:lnTo>
                      <a:pt x="17" y="98"/>
                    </a:lnTo>
                    <a:lnTo>
                      <a:pt x="17" y="98"/>
                    </a:lnTo>
                    <a:lnTo>
                      <a:pt x="17" y="95"/>
                    </a:lnTo>
                    <a:lnTo>
                      <a:pt x="15" y="95"/>
                    </a:lnTo>
                    <a:lnTo>
                      <a:pt x="15" y="95"/>
                    </a:lnTo>
                    <a:lnTo>
                      <a:pt x="15" y="93"/>
                    </a:lnTo>
                    <a:lnTo>
                      <a:pt x="15" y="93"/>
                    </a:lnTo>
                    <a:lnTo>
                      <a:pt x="17" y="93"/>
                    </a:lnTo>
                    <a:lnTo>
                      <a:pt x="17" y="91"/>
                    </a:lnTo>
                    <a:lnTo>
                      <a:pt x="17" y="91"/>
                    </a:lnTo>
                    <a:lnTo>
                      <a:pt x="17" y="88"/>
                    </a:lnTo>
                    <a:lnTo>
                      <a:pt x="17" y="88"/>
                    </a:lnTo>
                    <a:lnTo>
                      <a:pt x="17" y="88"/>
                    </a:lnTo>
                    <a:lnTo>
                      <a:pt x="15" y="88"/>
                    </a:lnTo>
                    <a:lnTo>
                      <a:pt x="15" y="88"/>
                    </a:lnTo>
                    <a:lnTo>
                      <a:pt x="15" y="88"/>
                    </a:lnTo>
                    <a:lnTo>
                      <a:pt x="15" y="86"/>
                    </a:lnTo>
                    <a:lnTo>
                      <a:pt x="15" y="86"/>
                    </a:lnTo>
                    <a:lnTo>
                      <a:pt x="15" y="83"/>
                    </a:lnTo>
                    <a:lnTo>
                      <a:pt x="15" y="83"/>
                    </a:lnTo>
                    <a:lnTo>
                      <a:pt x="15" y="81"/>
                    </a:lnTo>
                    <a:lnTo>
                      <a:pt x="15" y="81"/>
                    </a:lnTo>
                    <a:lnTo>
                      <a:pt x="15" y="79"/>
                    </a:lnTo>
                    <a:lnTo>
                      <a:pt x="12" y="79"/>
                    </a:lnTo>
                    <a:lnTo>
                      <a:pt x="12" y="79"/>
                    </a:lnTo>
                    <a:lnTo>
                      <a:pt x="12" y="79"/>
                    </a:lnTo>
                    <a:lnTo>
                      <a:pt x="12" y="76"/>
                    </a:lnTo>
                    <a:lnTo>
                      <a:pt x="12" y="76"/>
                    </a:lnTo>
                    <a:lnTo>
                      <a:pt x="12" y="74"/>
                    </a:lnTo>
                    <a:lnTo>
                      <a:pt x="12" y="74"/>
                    </a:lnTo>
                    <a:lnTo>
                      <a:pt x="12" y="72"/>
                    </a:lnTo>
                    <a:lnTo>
                      <a:pt x="12" y="72"/>
                    </a:lnTo>
                    <a:lnTo>
                      <a:pt x="12" y="72"/>
                    </a:lnTo>
                    <a:lnTo>
                      <a:pt x="12" y="72"/>
                    </a:lnTo>
                    <a:lnTo>
                      <a:pt x="12" y="69"/>
                    </a:lnTo>
                    <a:lnTo>
                      <a:pt x="12" y="69"/>
                    </a:lnTo>
                    <a:lnTo>
                      <a:pt x="10" y="69"/>
                    </a:lnTo>
                    <a:lnTo>
                      <a:pt x="10" y="69"/>
                    </a:lnTo>
                    <a:lnTo>
                      <a:pt x="10" y="67"/>
                    </a:lnTo>
                    <a:lnTo>
                      <a:pt x="10" y="67"/>
                    </a:lnTo>
                    <a:lnTo>
                      <a:pt x="10" y="64"/>
                    </a:lnTo>
                    <a:lnTo>
                      <a:pt x="10" y="64"/>
                    </a:lnTo>
                    <a:lnTo>
                      <a:pt x="10" y="64"/>
                    </a:lnTo>
                    <a:lnTo>
                      <a:pt x="8" y="64"/>
                    </a:lnTo>
                    <a:lnTo>
                      <a:pt x="8" y="62"/>
                    </a:lnTo>
                    <a:lnTo>
                      <a:pt x="8" y="62"/>
                    </a:lnTo>
                    <a:lnTo>
                      <a:pt x="8" y="60"/>
                    </a:lnTo>
                    <a:lnTo>
                      <a:pt x="10" y="60"/>
                    </a:lnTo>
                    <a:lnTo>
                      <a:pt x="10" y="60"/>
                    </a:lnTo>
                    <a:lnTo>
                      <a:pt x="10" y="60"/>
                    </a:lnTo>
                    <a:lnTo>
                      <a:pt x="10" y="57"/>
                    </a:lnTo>
                    <a:lnTo>
                      <a:pt x="10" y="57"/>
                    </a:lnTo>
                    <a:lnTo>
                      <a:pt x="10" y="57"/>
                    </a:lnTo>
                    <a:lnTo>
                      <a:pt x="10" y="55"/>
                    </a:lnTo>
                    <a:lnTo>
                      <a:pt x="10" y="55"/>
                    </a:lnTo>
                    <a:lnTo>
                      <a:pt x="10" y="55"/>
                    </a:lnTo>
                    <a:lnTo>
                      <a:pt x="8" y="55"/>
                    </a:lnTo>
                    <a:lnTo>
                      <a:pt x="8" y="53"/>
                    </a:lnTo>
                    <a:lnTo>
                      <a:pt x="8" y="53"/>
                    </a:lnTo>
                    <a:lnTo>
                      <a:pt x="8" y="53"/>
                    </a:lnTo>
                    <a:lnTo>
                      <a:pt x="8" y="53"/>
                    </a:lnTo>
                    <a:lnTo>
                      <a:pt x="8" y="50"/>
                    </a:lnTo>
                    <a:lnTo>
                      <a:pt x="5" y="50"/>
                    </a:lnTo>
                    <a:lnTo>
                      <a:pt x="5" y="50"/>
                    </a:lnTo>
                    <a:lnTo>
                      <a:pt x="5" y="50"/>
                    </a:lnTo>
                    <a:lnTo>
                      <a:pt x="5" y="50"/>
                    </a:lnTo>
                    <a:lnTo>
                      <a:pt x="5" y="50"/>
                    </a:lnTo>
                    <a:lnTo>
                      <a:pt x="5" y="48"/>
                    </a:lnTo>
                    <a:lnTo>
                      <a:pt x="5" y="48"/>
                    </a:lnTo>
                    <a:lnTo>
                      <a:pt x="5" y="48"/>
                    </a:lnTo>
                    <a:lnTo>
                      <a:pt x="5" y="45"/>
                    </a:lnTo>
                    <a:lnTo>
                      <a:pt x="5" y="45"/>
                    </a:lnTo>
                    <a:lnTo>
                      <a:pt x="5" y="45"/>
                    </a:lnTo>
                    <a:lnTo>
                      <a:pt x="5" y="43"/>
                    </a:lnTo>
                    <a:lnTo>
                      <a:pt x="5" y="43"/>
                    </a:lnTo>
                    <a:lnTo>
                      <a:pt x="5" y="41"/>
                    </a:lnTo>
                    <a:lnTo>
                      <a:pt x="5" y="41"/>
                    </a:lnTo>
                    <a:lnTo>
                      <a:pt x="3" y="41"/>
                    </a:lnTo>
                    <a:lnTo>
                      <a:pt x="3" y="38"/>
                    </a:lnTo>
                    <a:lnTo>
                      <a:pt x="3" y="38"/>
                    </a:lnTo>
                    <a:lnTo>
                      <a:pt x="3" y="38"/>
                    </a:lnTo>
                    <a:lnTo>
                      <a:pt x="3" y="38"/>
                    </a:lnTo>
                    <a:lnTo>
                      <a:pt x="0" y="38"/>
                    </a:lnTo>
                    <a:lnTo>
                      <a:pt x="0" y="36"/>
                    </a:lnTo>
                    <a:lnTo>
                      <a:pt x="0" y="36"/>
                    </a:lnTo>
                    <a:lnTo>
                      <a:pt x="0" y="34"/>
                    </a:lnTo>
                    <a:lnTo>
                      <a:pt x="0" y="34"/>
                    </a:lnTo>
                    <a:lnTo>
                      <a:pt x="0" y="31"/>
                    </a:lnTo>
                    <a:lnTo>
                      <a:pt x="0" y="31"/>
                    </a:lnTo>
                    <a:lnTo>
                      <a:pt x="0" y="29"/>
                    </a:lnTo>
                    <a:lnTo>
                      <a:pt x="0" y="29"/>
                    </a:lnTo>
                    <a:lnTo>
                      <a:pt x="0" y="29"/>
                    </a:lnTo>
                    <a:lnTo>
                      <a:pt x="0" y="29"/>
                    </a:lnTo>
                    <a:lnTo>
                      <a:pt x="0" y="29"/>
                    </a:lnTo>
                    <a:lnTo>
                      <a:pt x="0" y="27"/>
                    </a:lnTo>
                    <a:lnTo>
                      <a:pt x="3" y="27"/>
                    </a:lnTo>
                    <a:lnTo>
                      <a:pt x="3" y="29"/>
                    </a:lnTo>
                    <a:lnTo>
                      <a:pt x="3" y="29"/>
                    </a:lnTo>
                    <a:lnTo>
                      <a:pt x="3" y="27"/>
                    </a:lnTo>
                    <a:lnTo>
                      <a:pt x="5" y="27"/>
                    </a:lnTo>
                    <a:lnTo>
                      <a:pt x="5" y="27"/>
                    </a:lnTo>
                    <a:lnTo>
                      <a:pt x="5" y="27"/>
                    </a:lnTo>
                    <a:lnTo>
                      <a:pt x="5" y="27"/>
                    </a:lnTo>
                    <a:lnTo>
                      <a:pt x="5" y="24"/>
                    </a:lnTo>
                    <a:lnTo>
                      <a:pt x="5" y="24"/>
                    </a:lnTo>
                    <a:lnTo>
                      <a:pt x="8" y="24"/>
                    </a:lnTo>
                    <a:lnTo>
                      <a:pt x="8" y="24"/>
                    </a:lnTo>
                    <a:lnTo>
                      <a:pt x="8" y="22"/>
                    </a:lnTo>
                    <a:lnTo>
                      <a:pt x="8" y="22"/>
                    </a:lnTo>
                    <a:lnTo>
                      <a:pt x="8" y="22"/>
                    </a:lnTo>
                    <a:lnTo>
                      <a:pt x="10" y="22"/>
                    </a:lnTo>
                    <a:lnTo>
                      <a:pt x="10" y="19"/>
                    </a:lnTo>
                    <a:lnTo>
                      <a:pt x="10" y="19"/>
                    </a:lnTo>
                    <a:lnTo>
                      <a:pt x="10" y="19"/>
                    </a:lnTo>
                    <a:lnTo>
                      <a:pt x="10" y="19"/>
                    </a:lnTo>
                    <a:lnTo>
                      <a:pt x="10" y="17"/>
                    </a:lnTo>
                    <a:lnTo>
                      <a:pt x="12" y="17"/>
                    </a:lnTo>
                    <a:lnTo>
                      <a:pt x="12" y="17"/>
                    </a:lnTo>
                    <a:lnTo>
                      <a:pt x="12" y="17"/>
                    </a:lnTo>
                    <a:lnTo>
                      <a:pt x="12" y="17"/>
                    </a:lnTo>
                    <a:lnTo>
                      <a:pt x="12" y="15"/>
                    </a:lnTo>
                    <a:lnTo>
                      <a:pt x="12" y="15"/>
                    </a:lnTo>
                    <a:lnTo>
                      <a:pt x="12" y="12"/>
                    </a:lnTo>
                    <a:lnTo>
                      <a:pt x="15" y="12"/>
                    </a:lnTo>
                    <a:lnTo>
                      <a:pt x="15" y="12"/>
                    </a:lnTo>
                    <a:lnTo>
                      <a:pt x="15" y="10"/>
                    </a:lnTo>
                    <a:lnTo>
                      <a:pt x="15" y="10"/>
                    </a:lnTo>
                    <a:lnTo>
                      <a:pt x="15" y="10"/>
                    </a:lnTo>
                    <a:lnTo>
                      <a:pt x="15" y="10"/>
                    </a:lnTo>
                    <a:lnTo>
                      <a:pt x="15" y="10"/>
                    </a:lnTo>
                    <a:lnTo>
                      <a:pt x="17" y="10"/>
                    </a:lnTo>
                    <a:lnTo>
                      <a:pt x="17" y="10"/>
                    </a:lnTo>
                    <a:lnTo>
                      <a:pt x="17" y="8"/>
                    </a:lnTo>
                    <a:lnTo>
                      <a:pt x="19" y="8"/>
                    </a:lnTo>
                    <a:lnTo>
                      <a:pt x="19" y="8"/>
                    </a:lnTo>
                    <a:lnTo>
                      <a:pt x="19" y="8"/>
                    </a:lnTo>
                    <a:lnTo>
                      <a:pt x="22" y="8"/>
                    </a:lnTo>
                    <a:lnTo>
                      <a:pt x="22" y="8"/>
                    </a:lnTo>
                    <a:lnTo>
                      <a:pt x="22" y="8"/>
                    </a:lnTo>
                    <a:lnTo>
                      <a:pt x="22" y="8"/>
                    </a:lnTo>
                    <a:lnTo>
                      <a:pt x="24" y="8"/>
                    </a:lnTo>
                    <a:lnTo>
                      <a:pt x="24" y="8"/>
                    </a:lnTo>
                    <a:lnTo>
                      <a:pt x="27" y="8"/>
                    </a:lnTo>
                    <a:lnTo>
                      <a:pt x="27" y="5"/>
                    </a:lnTo>
                    <a:lnTo>
                      <a:pt x="27" y="5"/>
                    </a:lnTo>
                    <a:lnTo>
                      <a:pt x="27" y="5"/>
                    </a:lnTo>
                    <a:lnTo>
                      <a:pt x="29" y="5"/>
                    </a:lnTo>
                    <a:lnTo>
                      <a:pt x="29" y="5"/>
                    </a:lnTo>
                    <a:lnTo>
                      <a:pt x="31" y="5"/>
                    </a:lnTo>
                    <a:lnTo>
                      <a:pt x="31" y="8"/>
                    </a:lnTo>
                    <a:lnTo>
                      <a:pt x="31" y="8"/>
                    </a:lnTo>
                    <a:lnTo>
                      <a:pt x="31" y="8"/>
                    </a:lnTo>
                    <a:lnTo>
                      <a:pt x="34" y="8"/>
                    </a:lnTo>
                    <a:lnTo>
                      <a:pt x="34" y="8"/>
                    </a:lnTo>
                    <a:lnTo>
                      <a:pt x="34" y="8"/>
                    </a:lnTo>
                    <a:lnTo>
                      <a:pt x="34" y="8"/>
                    </a:lnTo>
                    <a:lnTo>
                      <a:pt x="36" y="8"/>
                    </a:lnTo>
                    <a:lnTo>
                      <a:pt x="36" y="8"/>
                    </a:lnTo>
                    <a:lnTo>
                      <a:pt x="38" y="8"/>
                    </a:lnTo>
                    <a:lnTo>
                      <a:pt x="38" y="8"/>
                    </a:lnTo>
                    <a:lnTo>
                      <a:pt x="38" y="8"/>
                    </a:lnTo>
                    <a:lnTo>
                      <a:pt x="38" y="8"/>
                    </a:lnTo>
                    <a:lnTo>
                      <a:pt x="41" y="8"/>
                    </a:lnTo>
                    <a:lnTo>
                      <a:pt x="41" y="8"/>
                    </a:lnTo>
                    <a:lnTo>
                      <a:pt x="41" y="8"/>
                    </a:lnTo>
                    <a:lnTo>
                      <a:pt x="43" y="8"/>
                    </a:lnTo>
                    <a:lnTo>
                      <a:pt x="43" y="8"/>
                    </a:lnTo>
                    <a:lnTo>
                      <a:pt x="45" y="8"/>
                    </a:lnTo>
                    <a:lnTo>
                      <a:pt x="45" y="8"/>
                    </a:lnTo>
                    <a:lnTo>
                      <a:pt x="45" y="8"/>
                    </a:lnTo>
                    <a:lnTo>
                      <a:pt x="45" y="8"/>
                    </a:lnTo>
                    <a:lnTo>
                      <a:pt x="48" y="8"/>
                    </a:lnTo>
                    <a:lnTo>
                      <a:pt x="48" y="8"/>
                    </a:lnTo>
                    <a:lnTo>
                      <a:pt x="48" y="8"/>
                    </a:lnTo>
                    <a:lnTo>
                      <a:pt x="48" y="8"/>
                    </a:lnTo>
                    <a:lnTo>
                      <a:pt x="48" y="8"/>
                    </a:lnTo>
                    <a:lnTo>
                      <a:pt x="48" y="8"/>
                    </a:lnTo>
                    <a:lnTo>
                      <a:pt x="50" y="8"/>
                    </a:lnTo>
                    <a:lnTo>
                      <a:pt x="50" y="5"/>
                    </a:lnTo>
                    <a:lnTo>
                      <a:pt x="50" y="5"/>
                    </a:lnTo>
                    <a:lnTo>
                      <a:pt x="53" y="5"/>
                    </a:lnTo>
                    <a:lnTo>
                      <a:pt x="53" y="5"/>
                    </a:lnTo>
                    <a:lnTo>
                      <a:pt x="53" y="5"/>
                    </a:lnTo>
                    <a:lnTo>
                      <a:pt x="55" y="5"/>
                    </a:lnTo>
                    <a:lnTo>
                      <a:pt x="55" y="5"/>
                    </a:lnTo>
                    <a:lnTo>
                      <a:pt x="55" y="5"/>
                    </a:lnTo>
                    <a:lnTo>
                      <a:pt x="55" y="8"/>
                    </a:lnTo>
                    <a:lnTo>
                      <a:pt x="57" y="8"/>
                    </a:lnTo>
                    <a:lnTo>
                      <a:pt x="57" y="8"/>
                    </a:lnTo>
                    <a:lnTo>
                      <a:pt x="57" y="8"/>
                    </a:lnTo>
                    <a:lnTo>
                      <a:pt x="57" y="10"/>
                    </a:lnTo>
                    <a:lnTo>
                      <a:pt x="57" y="10"/>
                    </a:lnTo>
                    <a:lnTo>
                      <a:pt x="60" y="10"/>
                    </a:lnTo>
                    <a:lnTo>
                      <a:pt x="60" y="10"/>
                    </a:lnTo>
                    <a:lnTo>
                      <a:pt x="60" y="10"/>
                    </a:lnTo>
                    <a:lnTo>
                      <a:pt x="60" y="10"/>
                    </a:lnTo>
                    <a:lnTo>
                      <a:pt x="60" y="10"/>
                    </a:lnTo>
                    <a:lnTo>
                      <a:pt x="62" y="10"/>
                    </a:lnTo>
                    <a:lnTo>
                      <a:pt x="62" y="10"/>
                    </a:lnTo>
                    <a:lnTo>
                      <a:pt x="62" y="8"/>
                    </a:lnTo>
                    <a:lnTo>
                      <a:pt x="62" y="8"/>
                    </a:lnTo>
                    <a:lnTo>
                      <a:pt x="62" y="10"/>
                    </a:lnTo>
                    <a:lnTo>
                      <a:pt x="62" y="10"/>
                    </a:lnTo>
                    <a:lnTo>
                      <a:pt x="64" y="10"/>
                    </a:lnTo>
                    <a:lnTo>
                      <a:pt x="64" y="10"/>
                    </a:lnTo>
                    <a:lnTo>
                      <a:pt x="64" y="10"/>
                    </a:lnTo>
                    <a:lnTo>
                      <a:pt x="64" y="12"/>
                    </a:lnTo>
                    <a:lnTo>
                      <a:pt x="64" y="12"/>
                    </a:lnTo>
                    <a:lnTo>
                      <a:pt x="64" y="12"/>
                    </a:lnTo>
                    <a:lnTo>
                      <a:pt x="67" y="12"/>
                    </a:lnTo>
                    <a:lnTo>
                      <a:pt x="67" y="15"/>
                    </a:lnTo>
                    <a:lnTo>
                      <a:pt x="67" y="15"/>
                    </a:lnTo>
                    <a:lnTo>
                      <a:pt x="67" y="15"/>
                    </a:lnTo>
                    <a:lnTo>
                      <a:pt x="67" y="12"/>
                    </a:lnTo>
                    <a:lnTo>
                      <a:pt x="69" y="12"/>
                    </a:lnTo>
                    <a:lnTo>
                      <a:pt x="69" y="12"/>
                    </a:lnTo>
                    <a:lnTo>
                      <a:pt x="69" y="12"/>
                    </a:lnTo>
                    <a:lnTo>
                      <a:pt x="71" y="12"/>
                    </a:lnTo>
                    <a:lnTo>
                      <a:pt x="71" y="12"/>
                    </a:lnTo>
                    <a:lnTo>
                      <a:pt x="71" y="12"/>
                    </a:lnTo>
                    <a:lnTo>
                      <a:pt x="71" y="12"/>
                    </a:lnTo>
                    <a:lnTo>
                      <a:pt x="71" y="15"/>
                    </a:lnTo>
                    <a:lnTo>
                      <a:pt x="74" y="15"/>
                    </a:lnTo>
                    <a:lnTo>
                      <a:pt x="74" y="15"/>
                    </a:lnTo>
                    <a:lnTo>
                      <a:pt x="74" y="15"/>
                    </a:lnTo>
                    <a:lnTo>
                      <a:pt x="74" y="15"/>
                    </a:lnTo>
                    <a:lnTo>
                      <a:pt x="74" y="17"/>
                    </a:lnTo>
                    <a:lnTo>
                      <a:pt x="76" y="17"/>
                    </a:lnTo>
                    <a:lnTo>
                      <a:pt x="76" y="17"/>
                    </a:lnTo>
                    <a:lnTo>
                      <a:pt x="76" y="17"/>
                    </a:lnTo>
                    <a:lnTo>
                      <a:pt x="79" y="17"/>
                    </a:lnTo>
                    <a:lnTo>
                      <a:pt x="79" y="19"/>
                    </a:lnTo>
                    <a:lnTo>
                      <a:pt x="79" y="19"/>
                    </a:lnTo>
                    <a:lnTo>
                      <a:pt x="79" y="19"/>
                    </a:lnTo>
                    <a:lnTo>
                      <a:pt x="81" y="19"/>
                    </a:lnTo>
                    <a:lnTo>
                      <a:pt x="81" y="19"/>
                    </a:lnTo>
                    <a:lnTo>
                      <a:pt x="81" y="19"/>
                    </a:lnTo>
                    <a:lnTo>
                      <a:pt x="81" y="17"/>
                    </a:lnTo>
                    <a:lnTo>
                      <a:pt x="81" y="17"/>
                    </a:lnTo>
                    <a:lnTo>
                      <a:pt x="83" y="17"/>
                    </a:lnTo>
                    <a:lnTo>
                      <a:pt x="83" y="15"/>
                    </a:lnTo>
                    <a:lnTo>
                      <a:pt x="83" y="15"/>
                    </a:lnTo>
                    <a:lnTo>
                      <a:pt x="81" y="15"/>
                    </a:lnTo>
                    <a:lnTo>
                      <a:pt x="81" y="12"/>
                    </a:lnTo>
                    <a:lnTo>
                      <a:pt x="81" y="12"/>
                    </a:lnTo>
                    <a:lnTo>
                      <a:pt x="81" y="12"/>
                    </a:lnTo>
                    <a:lnTo>
                      <a:pt x="81" y="10"/>
                    </a:lnTo>
                    <a:lnTo>
                      <a:pt x="81" y="10"/>
                    </a:lnTo>
                    <a:lnTo>
                      <a:pt x="81" y="10"/>
                    </a:lnTo>
                    <a:lnTo>
                      <a:pt x="81" y="10"/>
                    </a:lnTo>
                    <a:lnTo>
                      <a:pt x="79" y="10"/>
                    </a:lnTo>
                    <a:lnTo>
                      <a:pt x="79" y="8"/>
                    </a:lnTo>
                    <a:lnTo>
                      <a:pt x="81" y="8"/>
                    </a:lnTo>
                    <a:lnTo>
                      <a:pt x="81" y="8"/>
                    </a:lnTo>
                    <a:lnTo>
                      <a:pt x="81" y="8"/>
                    </a:lnTo>
                    <a:lnTo>
                      <a:pt x="81" y="8"/>
                    </a:lnTo>
                    <a:lnTo>
                      <a:pt x="83" y="8"/>
                    </a:lnTo>
                    <a:lnTo>
                      <a:pt x="83" y="8"/>
                    </a:lnTo>
                    <a:lnTo>
                      <a:pt x="83" y="8"/>
                    </a:lnTo>
                    <a:lnTo>
                      <a:pt x="83" y="8"/>
                    </a:lnTo>
                    <a:lnTo>
                      <a:pt x="86" y="8"/>
                    </a:lnTo>
                    <a:lnTo>
                      <a:pt x="86" y="5"/>
                    </a:lnTo>
                    <a:lnTo>
                      <a:pt x="86" y="5"/>
                    </a:lnTo>
                    <a:lnTo>
                      <a:pt x="86" y="5"/>
                    </a:lnTo>
                    <a:lnTo>
                      <a:pt x="86" y="5"/>
                    </a:lnTo>
                    <a:lnTo>
                      <a:pt x="88" y="5"/>
                    </a:lnTo>
                    <a:lnTo>
                      <a:pt x="88" y="5"/>
                    </a:lnTo>
                    <a:lnTo>
                      <a:pt x="88" y="3"/>
                    </a:lnTo>
                    <a:lnTo>
                      <a:pt x="88" y="3"/>
                    </a:lnTo>
                    <a:lnTo>
                      <a:pt x="88" y="3"/>
                    </a:lnTo>
                    <a:lnTo>
                      <a:pt x="90" y="3"/>
                    </a:lnTo>
                    <a:lnTo>
                      <a:pt x="90" y="0"/>
                    </a:lnTo>
                    <a:lnTo>
                      <a:pt x="90" y="0"/>
                    </a:lnTo>
                    <a:lnTo>
                      <a:pt x="90" y="3"/>
                    </a:lnTo>
                    <a:lnTo>
                      <a:pt x="93" y="3"/>
                    </a:lnTo>
                    <a:lnTo>
                      <a:pt x="93" y="3"/>
                    </a:lnTo>
                    <a:lnTo>
                      <a:pt x="93" y="3"/>
                    </a:lnTo>
                    <a:lnTo>
                      <a:pt x="93" y="5"/>
                    </a:lnTo>
                    <a:lnTo>
                      <a:pt x="93" y="5"/>
                    </a:lnTo>
                    <a:lnTo>
                      <a:pt x="93" y="5"/>
                    </a:lnTo>
                    <a:lnTo>
                      <a:pt x="95" y="5"/>
                    </a:lnTo>
                    <a:lnTo>
                      <a:pt x="95" y="5"/>
                    </a:lnTo>
                    <a:lnTo>
                      <a:pt x="95" y="8"/>
                    </a:lnTo>
                    <a:lnTo>
                      <a:pt x="98" y="8"/>
                    </a:lnTo>
                    <a:lnTo>
                      <a:pt x="98" y="8"/>
                    </a:lnTo>
                    <a:lnTo>
                      <a:pt x="98" y="8"/>
                    </a:lnTo>
                    <a:lnTo>
                      <a:pt x="98" y="10"/>
                    </a:lnTo>
                    <a:lnTo>
                      <a:pt x="98" y="10"/>
                    </a:lnTo>
                    <a:lnTo>
                      <a:pt x="98" y="8"/>
                    </a:lnTo>
                    <a:lnTo>
                      <a:pt x="100" y="8"/>
                    </a:lnTo>
                    <a:lnTo>
                      <a:pt x="100" y="8"/>
                    </a:lnTo>
                    <a:lnTo>
                      <a:pt x="100" y="8"/>
                    </a:lnTo>
                    <a:lnTo>
                      <a:pt x="100" y="8"/>
                    </a:lnTo>
                    <a:lnTo>
                      <a:pt x="102" y="8"/>
                    </a:lnTo>
                    <a:lnTo>
                      <a:pt x="102" y="5"/>
                    </a:lnTo>
                    <a:lnTo>
                      <a:pt x="102" y="5"/>
                    </a:lnTo>
                    <a:lnTo>
                      <a:pt x="102" y="8"/>
                    </a:lnTo>
                    <a:lnTo>
                      <a:pt x="105" y="8"/>
                    </a:lnTo>
                    <a:lnTo>
                      <a:pt x="105" y="5"/>
                    </a:lnTo>
                    <a:lnTo>
                      <a:pt x="105" y="5"/>
                    </a:lnTo>
                    <a:lnTo>
                      <a:pt x="105" y="5"/>
                    </a:lnTo>
                    <a:lnTo>
                      <a:pt x="105" y="5"/>
                    </a:lnTo>
                    <a:lnTo>
                      <a:pt x="107" y="5"/>
                    </a:lnTo>
                    <a:lnTo>
                      <a:pt x="107" y="3"/>
                    </a:lnTo>
                    <a:lnTo>
                      <a:pt x="107" y="3"/>
                    </a:lnTo>
                    <a:lnTo>
                      <a:pt x="107" y="3"/>
                    </a:lnTo>
                    <a:lnTo>
                      <a:pt x="107" y="0"/>
                    </a:lnTo>
                    <a:lnTo>
                      <a:pt x="107" y="0"/>
                    </a:lnTo>
                    <a:lnTo>
                      <a:pt x="109" y="0"/>
                    </a:lnTo>
                    <a:lnTo>
                      <a:pt x="109" y="3"/>
                    </a:lnTo>
                    <a:lnTo>
                      <a:pt x="109" y="3"/>
                    </a:lnTo>
                    <a:lnTo>
                      <a:pt x="112" y="3"/>
                    </a:lnTo>
                    <a:lnTo>
                      <a:pt x="112" y="0"/>
                    </a:lnTo>
                    <a:lnTo>
                      <a:pt x="112" y="0"/>
                    </a:lnTo>
                    <a:lnTo>
                      <a:pt x="112" y="0"/>
                    </a:lnTo>
                    <a:lnTo>
                      <a:pt x="112" y="0"/>
                    </a:lnTo>
                    <a:lnTo>
                      <a:pt x="112" y="0"/>
                    </a:lnTo>
                    <a:lnTo>
                      <a:pt x="112" y="0"/>
                    </a:lnTo>
                    <a:lnTo>
                      <a:pt x="112" y="0"/>
                    </a:lnTo>
                    <a:lnTo>
                      <a:pt x="112" y="3"/>
                    </a:lnTo>
                    <a:lnTo>
                      <a:pt x="112" y="3"/>
                    </a:lnTo>
                    <a:lnTo>
                      <a:pt x="112" y="3"/>
                    </a:lnTo>
                    <a:lnTo>
                      <a:pt x="112" y="5"/>
                    </a:lnTo>
                    <a:lnTo>
                      <a:pt x="112" y="5"/>
                    </a:lnTo>
                    <a:lnTo>
                      <a:pt x="112" y="5"/>
                    </a:lnTo>
                    <a:lnTo>
                      <a:pt x="112" y="8"/>
                    </a:lnTo>
                    <a:lnTo>
                      <a:pt x="109" y="8"/>
                    </a:lnTo>
                    <a:lnTo>
                      <a:pt x="109" y="8"/>
                    </a:lnTo>
                    <a:lnTo>
                      <a:pt x="109" y="10"/>
                    </a:lnTo>
                    <a:lnTo>
                      <a:pt x="109" y="10"/>
                    </a:lnTo>
                    <a:lnTo>
                      <a:pt x="109" y="10"/>
                    </a:lnTo>
                    <a:lnTo>
                      <a:pt x="109" y="10"/>
                    </a:lnTo>
                    <a:lnTo>
                      <a:pt x="109" y="12"/>
                    </a:lnTo>
                    <a:lnTo>
                      <a:pt x="107" y="12"/>
                    </a:lnTo>
                    <a:lnTo>
                      <a:pt x="107" y="12"/>
                    </a:lnTo>
                    <a:lnTo>
                      <a:pt x="107" y="15"/>
                    </a:lnTo>
                    <a:lnTo>
                      <a:pt x="109" y="15"/>
                    </a:lnTo>
                    <a:lnTo>
                      <a:pt x="109" y="15"/>
                    </a:lnTo>
                    <a:lnTo>
                      <a:pt x="109" y="17"/>
                    </a:lnTo>
                    <a:lnTo>
                      <a:pt x="109" y="17"/>
                    </a:lnTo>
                    <a:lnTo>
                      <a:pt x="112" y="17"/>
                    </a:lnTo>
                    <a:lnTo>
                      <a:pt x="112" y="17"/>
                    </a:lnTo>
                    <a:lnTo>
                      <a:pt x="112" y="19"/>
                    </a:lnTo>
                    <a:lnTo>
                      <a:pt x="112" y="19"/>
                    </a:lnTo>
                    <a:lnTo>
                      <a:pt x="112" y="19"/>
                    </a:lnTo>
                    <a:lnTo>
                      <a:pt x="112" y="22"/>
                    </a:lnTo>
                    <a:lnTo>
                      <a:pt x="112" y="22"/>
                    </a:lnTo>
                    <a:lnTo>
                      <a:pt x="112" y="22"/>
                    </a:lnTo>
                    <a:lnTo>
                      <a:pt x="112" y="22"/>
                    </a:lnTo>
                    <a:lnTo>
                      <a:pt x="112" y="24"/>
                    </a:lnTo>
                    <a:lnTo>
                      <a:pt x="112" y="24"/>
                    </a:lnTo>
                    <a:lnTo>
                      <a:pt x="114" y="24"/>
                    </a:lnTo>
                    <a:lnTo>
                      <a:pt x="114" y="27"/>
                    </a:lnTo>
                    <a:lnTo>
                      <a:pt x="114" y="27"/>
                    </a:lnTo>
                    <a:lnTo>
                      <a:pt x="114" y="29"/>
                    </a:lnTo>
                    <a:lnTo>
                      <a:pt x="114" y="29"/>
                    </a:lnTo>
                    <a:lnTo>
                      <a:pt x="114" y="29"/>
                    </a:lnTo>
                    <a:lnTo>
                      <a:pt x="114" y="29"/>
                    </a:lnTo>
                    <a:lnTo>
                      <a:pt x="114" y="31"/>
                    </a:lnTo>
                    <a:lnTo>
                      <a:pt x="114" y="31"/>
                    </a:lnTo>
                    <a:lnTo>
                      <a:pt x="114" y="34"/>
                    </a:lnTo>
                    <a:lnTo>
                      <a:pt x="114" y="34"/>
                    </a:lnTo>
                    <a:lnTo>
                      <a:pt x="114" y="34"/>
                    </a:lnTo>
                    <a:lnTo>
                      <a:pt x="114" y="36"/>
                    </a:lnTo>
                    <a:lnTo>
                      <a:pt x="114" y="36"/>
                    </a:lnTo>
                    <a:lnTo>
                      <a:pt x="112" y="36"/>
                    </a:lnTo>
                    <a:lnTo>
                      <a:pt x="112" y="38"/>
                    </a:lnTo>
                    <a:lnTo>
                      <a:pt x="112" y="38"/>
                    </a:lnTo>
                    <a:lnTo>
                      <a:pt x="112" y="38"/>
                    </a:lnTo>
                    <a:lnTo>
                      <a:pt x="112" y="38"/>
                    </a:lnTo>
                    <a:lnTo>
                      <a:pt x="112" y="41"/>
                    </a:lnTo>
                    <a:lnTo>
                      <a:pt x="112" y="41"/>
                    </a:lnTo>
                    <a:lnTo>
                      <a:pt x="112" y="43"/>
                    </a:lnTo>
                    <a:lnTo>
                      <a:pt x="112" y="43"/>
                    </a:lnTo>
                    <a:lnTo>
                      <a:pt x="112" y="45"/>
                    </a:lnTo>
                    <a:lnTo>
                      <a:pt x="112" y="45"/>
                    </a:lnTo>
                    <a:lnTo>
                      <a:pt x="112" y="45"/>
                    </a:lnTo>
                    <a:lnTo>
                      <a:pt x="112" y="48"/>
                    </a:lnTo>
                    <a:lnTo>
                      <a:pt x="114" y="48"/>
                    </a:lnTo>
                    <a:lnTo>
                      <a:pt x="114" y="48"/>
                    </a:lnTo>
                    <a:lnTo>
                      <a:pt x="114" y="50"/>
                    </a:lnTo>
                    <a:lnTo>
                      <a:pt x="114" y="50"/>
                    </a:lnTo>
                    <a:lnTo>
                      <a:pt x="114" y="50"/>
                    </a:lnTo>
                    <a:lnTo>
                      <a:pt x="114" y="53"/>
                    </a:lnTo>
                    <a:lnTo>
                      <a:pt x="114" y="53"/>
                    </a:lnTo>
                    <a:lnTo>
                      <a:pt x="114" y="55"/>
                    </a:lnTo>
                    <a:lnTo>
                      <a:pt x="114" y="55"/>
                    </a:lnTo>
                    <a:lnTo>
                      <a:pt x="114" y="57"/>
                    </a:lnTo>
                    <a:lnTo>
                      <a:pt x="112" y="57"/>
                    </a:lnTo>
                    <a:lnTo>
                      <a:pt x="112" y="57"/>
                    </a:lnTo>
                    <a:lnTo>
                      <a:pt x="112" y="60"/>
                    </a:lnTo>
                    <a:lnTo>
                      <a:pt x="112" y="60"/>
                    </a:lnTo>
                    <a:lnTo>
                      <a:pt x="112" y="60"/>
                    </a:lnTo>
                    <a:lnTo>
                      <a:pt x="112" y="60"/>
                    </a:lnTo>
                    <a:lnTo>
                      <a:pt x="112" y="60"/>
                    </a:lnTo>
                    <a:lnTo>
                      <a:pt x="109" y="60"/>
                    </a:lnTo>
                    <a:lnTo>
                      <a:pt x="109" y="60"/>
                    </a:lnTo>
                    <a:lnTo>
                      <a:pt x="109" y="60"/>
                    </a:lnTo>
                    <a:lnTo>
                      <a:pt x="109" y="60"/>
                    </a:lnTo>
                    <a:lnTo>
                      <a:pt x="107" y="60"/>
                    </a:lnTo>
                    <a:lnTo>
                      <a:pt x="107" y="60"/>
                    </a:lnTo>
                    <a:lnTo>
                      <a:pt x="107" y="60"/>
                    </a:lnTo>
                    <a:lnTo>
                      <a:pt x="107" y="60"/>
                    </a:lnTo>
                    <a:lnTo>
                      <a:pt x="105" y="60"/>
                    </a:lnTo>
                    <a:lnTo>
                      <a:pt x="105" y="60"/>
                    </a:lnTo>
                    <a:lnTo>
                      <a:pt x="105" y="60"/>
                    </a:lnTo>
                    <a:lnTo>
                      <a:pt x="105" y="60"/>
                    </a:lnTo>
                    <a:lnTo>
                      <a:pt x="105" y="62"/>
                    </a:lnTo>
                    <a:lnTo>
                      <a:pt x="102" y="62"/>
                    </a:lnTo>
                    <a:lnTo>
                      <a:pt x="102" y="62"/>
                    </a:lnTo>
                    <a:lnTo>
                      <a:pt x="102" y="62"/>
                    </a:lnTo>
                    <a:lnTo>
                      <a:pt x="102" y="64"/>
                    </a:lnTo>
                    <a:lnTo>
                      <a:pt x="100" y="64"/>
                    </a:lnTo>
                    <a:lnTo>
                      <a:pt x="100" y="64"/>
                    </a:lnTo>
                    <a:lnTo>
                      <a:pt x="100" y="64"/>
                    </a:lnTo>
                    <a:lnTo>
                      <a:pt x="100" y="64"/>
                    </a:lnTo>
                    <a:lnTo>
                      <a:pt x="98" y="64"/>
                    </a:lnTo>
                    <a:lnTo>
                      <a:pt x="98" y="64"/>
                    </a:lnTo>
                    <a:lnTo>
                      <a:pt x="98" y="64"/>
                    </a:lnTo>
                    <a:lnTo>
                      <a:pt x="98" y="67"/>
                    </a:lnTo>
                    <a:lnTo>
                      <a:pt x="95" y="67"/>
                    </a:lnTo>
                    <a:lnTo>
                      <a:pt x="95" y="67"/>
                    </a:lnTo>
                    <a:lnTo>
                      <a:pt x="95" y="67"/>
                    </a:lnTo>
                    <a:lnTo>
                      <a:pt x="95" y="69"/>
                    </a:lnTo>
                    <a:lnTo>
                      <a:pt x="93" y="69"/>
                    </a:lnTo>
                    <a:lnTo>
                      <a:pt x="93" y="69"/>
                    </a:lnTo>
                    <a:lnTo>
                      <a:pt x="93" y="69"/>
                    </a:lnTo>
                    <a:lnTo>
                      <a:pt x="90" y="69"/>
                    </a:lnTo>
                    <a:lnTo>
                      <a:pt x="90" y="69"/>
                    </a:lnTo>
                    <a:lnTo>
                      <a:pt x="88" y="69"/>
                    </a:lnTo>
                    <a:lnTo>
                      <a:pt x="88" y="69"/>
                    </a:lnTo>
                    <a:lnTo>
                      <a:pt x="88" y="69"/>
                    </a:lnTo>
                    <a:lnTo>
                      <a:pt x="88" y="69"/>
                    </a:lnTo>
                    <a:lnTo>
                      <a:pt x="88" y="69"/>
                    </a:lnTo>
                    <a:lnTo>
                      <a:pt x="88" y="72"/>
                    </a:lnTo>
                    <a:lnTo>
                      <a:pt x="88" y="72"/>
                    </a:lnTo>
                    <a:lnTo>
                      <a:pt x="88" y="72"/>
                    </a:lnTo>
                    <a:lnTo>
                      <a:pt x="88" y="74"/>
                    </a:lnTo>
                    <a:lnTo>
                      <a:pt x="88" y="7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1" name="Rectangle 129"/>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2" name="Rectangle 130"/>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3" name="Freeform 131"/>
              <p:cNvSpPr>
                <a:spLocks/>
              </p:cNvSpPr>
              <p:nvPr/>
            </p:nvSpPr>
            <p:spPr bwMode="auto">
              <a:xfrm>
                <a:off x="2317" y="1656"/>
                <a:ext cx="237" cy="104"/>
              </a:xfrm>
              <a:custGeom>
                <a:avLst/>
                <a:gdLst/>
                <a:ahLst/>
                <a:cxnLst>
                  <a:cxn ang="0">
                    <a:pos x="78" y="64"/>
                  </a:cxn>
                  <a:cxn ang="0">
                    <a:pos x="78" y="62"/>
                  </a:cxn>
                  <a:cxn ang="0">
                    <a:pos x="67" y="57"/>
                  </a:cxn>
                  <a:cxn ang="0">
                    <a:pos x="57" y="54"/>
                  </a:cxn>
                  <a:cxn ang="0">
                    <a:pos x="52" y="45"/>
                  </a:cxn>
                  <a:cxn ang="0">
                    <a:pos x="45" y="54"/>
                  </a:cxn>
                  <a:cxn ang="0">
                    <a:pos x="34" y="54"/>
                  </a:cxn>
                  <a:cxn ang="0">
                    <a:pos x="24" y="45"/>
                  </a:cxn>
                  <a:cxn ang="0">
                    <a:pos x="24" y="40"/>
                  </a:cxn>
                  <a:cxn ang="0">
                    <a:pos x="34" y="31"/>
                  </a:cxn>
                  <a:cxn ang="0">
                    <a:pos x="41" y="26"/>
                  </a:cxn>
                  <a:cxn ang="0">
                    <a:pos x="38" y="19"/>
                  </a:cxn>
                  <a:cxn ang="0">
                    <a:pos x="43" y="14"/>
                  </a:cxn>
                  <a:cxn ang="0">
                    <a:pos x="57" y="12"/>
                  </a:cxn>
                  <a:cxn ang="0">
                    <a:pos x="69" y="14"/>
                  </a:cxn>
                  <a:cxn ang="0">
                    <a:pos x="83" y="19"/>
                  </a:cxn>
                  <a:cxn ang="0">
                    <a:pos x="90" y="19"/>
                  </a:cxn>
                  <a:cxn ang="0">
                    <a:pos x="95" y="5"/>
                  </a:cxn>
                  <a:cxn ang="0">
                    <a:pos x="105" y="2"/>
                  </a:cxn>
                  <a:cxn ang="0">
                    <a:pos x="116" y="5"/>
                  </a:cxn>
                  <a:cxn ang="0">
                    <a:pos x="128" y="12"/>
                  </a:cxn>
                  <a:cxn ang="0">
                    <a:pos x="140" y="12"/>
                  </a:cxn>
                  <a:cxn ang="0">
                    <a:pos x="152" y="9"/>
                  </a:cxn>
                  <a:cxn ang="0">
                    <a:pos x="166" y="7"/>
                  </a:cxn>
                  <a:cxn ang="0">
                    <a:pos x="178" y="7"/>
                  </a:cxn>
                  <a:cxn ang="0">
                    <a:pos x="190" y="9"/>
                  </a:cxn>
                  <a:cxn ang="0">
                    <a:pos x="204" y="12"/>
                  </a:cxn>
                  <a:cxn ang="0">
                    <a:pos x="213" y="17"/>
                  </a:cxn>
                  <a:cxn ang="0">
                    <a:pos x="225" y="21"/>
                  </a:cxn>
                  <a:cxn ang="0">
                    <a:pos x="237" y="26"/>
                  </a:cxn>
                  <a:cxn ang="0">
                    <a:pos x="228" y="33"/>
                  </a:cxn>
                  <a:cxn ang="0">
                    <a:pos x="216" y="38"/>
                  </a:cxn>
                  <a:cxn ang="0">
                    <a:pos x="204" y="43"/>
                  </a:cxn>
                  <a:cxn ang="0">
                    <a:pos x="197" y="50"/>
                  </a:cxn>
                  <a:cxn ang="0">
                    <a:pos x="187" y="54"/>
                  </a:cxn>
                  <a:cxn ang="0">
                    <a:pos x="176" y="57"/>
                  </a:cxn>
                  <a:cxn ang="0">
                    <a:pos x="164" y="59"/>
                  </a:cxn>
                  <a:cxn ang="0">
                    <a:pos x="157" y="71"/>
                  </a:cxn>
                  <a:cxn ang="0">
                    <a:pos x="147" y="73"/>
                  </a:cxn>
                  <a:cxn ang="0">
                    <a:pos x="138" y="73"/>
                  </a:cxn>
                  <a:cxn ang="0">
                    <a:pos x="133" y="69"/>
                  </a:cxn>
                  <a:cxn ang="0">
                    <a:pos x="119" y="69"/>
                  </a:cxn>
                  <a:cxn ang="0">
                    <a:pos x="114" y="76"/>
                  </a:cxn>
                  <a:cxn ang="0">
                    <a:pos x="102" y="80"/>
                  </a:cxn>
                  <a:cxn ang="0">
                    <a:pos x="100" y="92"/>
                  </a:cxn>
                  <a:cxn ang="0">
                    <a:pos x="90" y="97"/>
                  </a:cxn>
                  <a:cxn ang="0">
                    <a:pos x="78" y="99"/>
                  </a:cxn>
                  <a:cxn ang="0">
                    <a:pos x="67" y="102"/>
                  </a:cxn>
                  <a:cxn ang="0">
                    <a:pos x="57" y="99"/>
                  </a:cxn>
                  <a:cxn ang="0">
                    <a:pos x="50" y="97"/>
                  </a:cxn>
                  <a:cxn ang="0">
                    <a:pos x="38" y="97"/>
                  </a:cxn>
                  <a:cxn ang="0">
                    <a:pos x="29" y="95"/>
                  </a:cxn>
                  <a:cxn ang="0">
                    <a:pos x="17" y="95"/>
                  </a:cxn>
                  <a:cxn ang="0">
                    <a:pos x="5" y="95"/>
                  </a:cxn>
                  <a:cxn ang="0">
                    <a:pos x="3" y="83"/>
                  </a:cxn>
                  <a:cxn ang="0">
                    <a:pos x="10" y="80"/>
                  </a:cxn>
                  <a:cxn ang="0">
                    <a:pos x="22" y="80"/>
                  </a:cxn>
                  <a:cxn ang="0">
                    <a:pos x="29" y="85"/>
                  </a:cxn>
                  <a:cxn ang="0">
                    <a:pos x="38" y="76"/>
                  </a:cxn>
                  <a:cxn ang="0">
                    <a:pos x="50" y="78"/>
                  </a:cxn>
                  <a:cxn ang="0">
                    <a:pos x="60" y="76"/>
                  </a:cxn>
                  <a:cxn ang="0">
                    <a:pos x="67" y="73"/>
                  </a:cxn>
                </a:cxnLst>
                <a:rect l="0" t="0" r="r" b="b"/>
                <a:pathLst>
                  <a:path w="237" h="104">
                    <a:moveTo>
                      <a:pt x="69" y="69"/>
                    </a:moveTo>
                    <a:lnTo>
                      <a:pt x="69" y="69"/>
                    </a:lnTo>
                    <a:lnTo>
                      <a:pt x="69" y="69"/>
                    </a:lnTo>
                    <a:lnTo>
                      <a:pt x="69" y="69"/>
                    </a:lnTo>
                    <a:lnTo>
                      <a:pt x="71" y="69"/>
                    </a:lnTo>
                    <a:lnTo>
                      <a:pt x="71" y="69"/>
                    </a:lnTo>
                    <a:lnTo>
                      <a:pt x="71" y="69"/>
                    </a:lnTo>
                    <a:lnTo>
                      <a:pt x="74" y="69"/>
                    </a:lnTo>
                    <a:lnTo>
                      <a:pt x="74" y="69"/>
                    </a:lnTo>
                    <a:lnTo>
                      <a:pt x="74" y="69"/>
                    </a:lnTo>
                    <a:lnTo>
                      <a:pt x="76" y="69"/>
                    </a:lnTo>
                    <a:lnTo>
                      <a:pt x="76" y="66"/>
                    </a:lnTo>
                    <a:lnTo>
                      <a:pt x="76" y="66"/>
                    </a:lnTo>
                    <a:lnTo>
                      <a:pt x="76" y="66"/>
                    </a:lnTo>
                    <a:lnTo>
                      <a:pt x="76" y="66"/>
                    </a:lnTo>
                    <a:lnTo>
                      <a:pt x="76" y="64"/>
                    </a:lnTo>
                    <a:lnTo>
                      <a:pt x="78" y="64"/>
                    </a:lnTo>
                    <a:lnTo>
                      <a:pt x="78" y="64"/>
                    </a:lnTo>
                    <a:lnTo>
                      <a:pt x="78" y="64"/>
                    </a:lnTo>
                    <a:lnTo>
                      <a:pt x="78" y="64"/>
                    </a:lnTo>
                    <a:lnTo>
                      <a:pt x="81" y="64"/>
                    </a:lnTo>
                    <a:lnTo>
                      <a:pt x="81" y="64"/>
                    </a:lnTo>
                    <a:lnTo>
                      <a:pt x="81" y="64"/>
                    </a:lnTo>
                    <a:lnTo>
                      <a:pt x="83" y="64"/>
                    </a:lnTo>
                    <a:lnTo>
                      <a:pt x="83" y="64"/>
                    </a:lnTo>
                    <a:lnTo>
                      <a:pt x="83" y="62"/>
                    </a:lnTo>
                    <a:lnTo>
                      <a:pt x="83" y="62"/>
                    </a:lnTo>
                    <a:lnTo>
                      <a:pt x="83" y="62"/>
                    </a:lnTo>
                    <a:lnTo>
                      <a:pt x="83" y="62"/>
                    </a:lnTo>
                    <a:lnTo>
                      <a:pt x="81" y="62"/>
                    </a:lnTo>
                    <a:lnTo>
                      <a:pt x="81" y="62"/>
                    </a:lnTo>
                    <a:lnTo>
                      <a:pt x="81" y="62"/>
                    </a:lnTo>
                    <a:lnTo>
                      <a:pt x="81" y="62"/>
                    </a:lnTo>
                    <a:lnTo>
                      <a:pt x="78" y="62"/>
                    </a:lnTo>
                    <a:lnTo>
                      <a:pt x="78" y="62"/>
                    </a:lnTo>
                    <a:lnTo>
                      <a:pt x="78" y="62"/>
                    </a:lnTo>
                    <a:lnTo>
                      <a:pt x="78" y="62"/>
                    </a:lnTo>
                    <a:lnTo>
                      <a:pt x="76" y="62"/>
                    </a:lnTo>
                    <a:lnTo>
                      <a:pt x="76" y="62"/>
                    </a:lnTo>
                    <a:lnTo>
                      <a:pt x="76" y="62"/>
                    </a:lnTo>
                    <a:lnTo>
                      <a:pt x="74" y="62"/>
                    </a:lnTo>
                    <a:lnTo>
                      <a:pt x="74" y="62"/>
                    </a:lnTo>
                    <a:lnTo>
                      <a:pt x="71" y="62"/>
                    </a:lnTo>
                    <a:lnTo>
                      <a:pt x="71" y="62"/>
                    </a:lnTo>
                    <a:lnTo>
                      <a:pt x="71" y="59"/>
                    </a:lnTo>
                    <a:lnTo>
                      <a:pt x="71" y="59"/>
                    </a:lnTo>
                    <a:lnTo>
                      <a:pt x="71" y="59"/>
                    </a:lnTo>
                    <a:lnTo>
                      <a:pt x="69" y="59"/>
                    </a:lnTo>
                    <a:lnTo>
                      <a:pt x="69" y="57"/>
                    </a:lnTo>
                    <a:lnTo>
                      <a:pt x="69" y="57"/>
                    </a:lnTo>
                    <a:lnTo>
                      <a:pt x="69" y="57"/>
                    </a:lnTo>
                    <a:lnTo>
                      <a:pt x="69" y="57"/>
                    </a:lnTo>
                    <a:lnTo>
                      <a:pt x="67" y="57"/>
                    </a:lnTo>
                    <a:lnTo>
                      <a:pt x="67" y="57"/>
                    </a:lnTo>
                    <a:lnTo>
                      <a:pt x="64" y="57"/>
                    </a:lnTo>
                    <a:lnTo>
                      <a:pt x="64" y="57"/>
                    </a:lnTo>
                    <a:lnTo>
                      <a:pt x="64" y="57"/>
                    </a:lnTo>
                    <a:lnTo>
                      <a:pt x="64" y="57"/>
                    </a:lnTo>
                    <a:lnTo>
                      <a:pt x="64" y="57"/>
                    </a:lnTo>
                    <a:lnTo>
                      <a:pt x="64" y="54"/>
                    </a:lnTo>
                    <a:lnTo>
                      <a:pt x="64" y="54"/>
                    </a:lnTo>
                    <a:lnTo>
                      <a:pt x="64" y="54"/>
                    </a:lnTo>
                    <a:lnTo>
                      <a:pt x="62" y="54"/>
                    </a:lnTo>
                    <a:lnTo>
                      <a:pt x="62" y="54"/>
                    </a:lnTo>
                    <a:lnTo>
                      <a:pt x="62" y="54"/>
                    </a:lnTo>
                    <a:lnTo>
                      <a:pt x="62" y="54"/>
                    </a:lnTo>
                    <a:lnTo>
                      <a:pt x="60" y="54"/>
                    </a:lnTo>
                    <a:lnTo>
                      <a:pt x="60" y="54"/>
                    </a:lnTo>
                    <a:lnTo>
                      <a:pt x="60" y="54"/>
                    </a:lnTo>
                    <a:lnTo>
                      <a:pt x="57" y="54"/>
                    </a:lnTo>
                    <a:lnTo>
                      <a:pt x="57" y="54"/>
                    </a:lnTo>
                    <a:lnTo>
                      <a:pt x="57" y="54"/>
                    </a:lnTo>
                    <a:lnTo>
                      <a:pt x="57" y="52"/>
                    </a:lnTo>
                    <a:lnTo>
                      <a:pt x="57" y="52"/>
                    </a:lnTo>
                    <a:lnTo>
                      <a:pt x="57" y="52"/>
                    </a:lnTo>
                    <a:lnTo>
                      <a:pt x="57" y="50"/>
                    </a:lnTo>
                    <a:lnTo>
                      <a:pt x="57" y="50"/>
                    </a:lnTo>
                    <a:lnTo>
                      <a:pt x="57" y="50"/>
                    </a:lnTo>
                    <a:lnTo>
                      <a:pt x="57" y="47"/>
                    </a:lnTo>
                    <a:lnTo>
                      <a:pt x="55" y="47"/>
                    </a:lnTo>
                    <a:lnTo>
                      <a:pt x="55" y="47"/>
                    </a:lnTo>
                    <a:lnTo>
                      <a:pt x="55" y="47"/>
                    </a:lnTo>
                    <a:lnTo>
                      <a:pt x="55" y="45"/>
                    </a:lnTo>
                    <a:lnTo>
                      <a:pt x="52" y="45"/>
                    </a:lnTo>
                    <a:lnTo>
                      <a:pt x="52" y="45"/>
                    </a:lnTo>
                    <a:lnTo>
                      <a:pt x="52" y="45"/>
                    </a:lnTo>
                    <a:lnTo>
                      <a:pt x="52" y="45"/>
                    </a:lnTo>
                    <a:lnTo>
                      <a:pt x="52" y="45"/>
                    </a:lnTo>
                    <a:lnTo>
                      <a:pt x="52" y="45"/>
                    </a:lnTo>
                    <a:lnTo>
                      <a:pt x="52" y="45"/>
                    </a:lnTo>
                    <a:lnTo>
                      <a:pt x="52" y="47"/>
                    </a:lnTo>
                    <a:lnTo>
                      <a:pt x="52" y="47"/>
                    </a:lnTo>
                    <a:lnTo>
                      <a:pt x="50" y="47"/>
                    </a:lnTo>
                    <a:lnTo>
                      <a:pt x="50" y="50"/>
                    </a:lnTo>
                    <a:lnTo>
                      <a:pt x="50" y="50"/>
                    </a:lnTo>
                    <a:lnTo>
                      <a:pt x="50" y="50"/>
                    </a:lnTo>
                    <a:lnTo>
                      <a:pt x="50" y="50"/>
                    </a:lnTo>
                    <a:lnTo>
                      <a:pt x="48" y="50"/>
                    </a:lnTo>
                    <a:lnTo>
                      <a:pt x="48" y="50"/>
                    </a:lnTo>
                    <a:lnTo>
                      <a:pt x="48" y="52"/>
                    </a:lnTo>
                    <a:lnTo>
                      <a:pt x="48" y="52"/>
                    </a:lnTo>
                    <a:lnTo>
                      <a:pt x="48" y="54"/>
                    </a:lnTo>
                    <a:lnTo>
                      <a:pt x="48" y="54"/>
                    </a:lnTo>
                    <a:lnTo>
                      <a:pt x="45" y="54"/>
                    </a:lnTo>
                    <a:lnTo>
                      <a:pt x="45" y="54"/>
                    </a:lnTo>
                    <a:lnTo>
                      <a:pt x="45" y="54"/>
                    </a:lnTo>
                    <a:lnTo>
                      <a:pt x="45" y="54"/>
                    </a:lnTo>
                    <a:lnTo>
                      <a:pt x="45" y="54"/>
                    </a:lnTo>
                    <a:lnTo>
                      <a:pt x="43" y="54"/>
                    </a:lnTo>
                    <a:lnTo>
                      <a:pt x="43" y="54"/>
                    </a:lnTo>
                    <a:lnTo>
                      <a:pt x="43" y="54"/>
                    </a:lnTo>
                    <a:lnTo>
                      <a:pt x="43" y="54"/>
                    </a:lnTo>
                    <a:lnTo>
                      <a:pt x="41" y="54"/>
                    </a:lnTo>
                    <a:lnTo>
                      <a:pt x="41" y="54"/>
                    </a:lnTo>
                    <a:lnTo>
                      <a:pt x="38" y="54"/>
                    </a:lnTo>
                    <a:lnTo>
                      <a:pt x="38" y="54"/>
                    </a:lnTo>
                    <a:lnTo>
                      <a:pt x="38" y="52"/>
                    </a:lnTo>
                    <a:lnTo>
                      <a:pt x="38" y="52"/>
                    </a:lnTo>
                    <a:lnTo>
                      <a:pt x="38" y="54"/>
                    </a:lnTo>
                    <a:lnTo>
                      <a:pt x="36" y="54"/>
                    </a:lnTo>
                    <a:lnTo>
                      <a:pt x="36" y="54"/>
                    </a:lnTo>
                    <a:lnTo>
                      <a:pt x="36" y="52"/>
                    </a:lnTo>
                    <a:lnTo>
                      <a:pt x="36" y="52"/>
                    </a:lnTo>
                    <a:lnTo>
                      <a:pt x="34" y="52"/>
                    </a:lnTo>
                    <a:lnTo>
                      <a:pt x="34" y="54"/>
                    </a:lnTo>
                    <a:lnTo>
                      <a:pt x="34" y="54"/>
                    </a:lnTo>
                    <a:lnTo>
                      <a:pt x="34" y="52"/>
                    </a:lnTo>
                    <a:lnTo>
                      <a:pt x="34" y="52"/>
                    </a:lnTo>
                    <a:lnTo>
                      <a:pt x="34" y="50"/>
                    </a:lnTo>
                    <a:lnTo>
                      <a:pt x="34" y="50"/>
                    </a:lnTo>
                    <a:lnTo>
                      <a:pt x="34" y="47"/>
                    </a:lnTo>
                    <a:lnTo>
                      <a:pt x="31" y="47"/>
                    </a:lnTo>
                    <a:lnTo>
                      <a:pt x="31" y="47"/>
                    </a:lnTo>
                    <a:lnTo>
                      <a:pt x="31" y="45"/>
                    </a:lnTo>
                    <a:lnTo>
                      <a:pt x="31" y="45"/>
                    </a:lnTo>
                    <a:lnTo>
                      <a:pt x="31" y="45"/>
                    </a:lnTo>
                    <a:lnTo>
                      <a:pt x="29" y="45"/>
                    </a:lnTo>
                    <a:lnTo>
                      <a:pt x="29" y="45"/>
                    </a:lnTo>
                    <a:lnTo>
                      <a:pt x="29" y="47"/>
                    </a:lnTo>
                    <a:lnTo>
                      <a:pt x="29" y="47"/>
                    </a:lnTo>
                    <a:lnTo>
                      <a:pt x="26" y="47"/>
                    </a:lnTo>
                    <a:lnTo>
                      <a:pt x="26" y="47"/>
                    </a:lnTo>
                    <a:lnTo>
                      <a:pt x="26" y="45"/>
                    </a:lnTo>
                    <a:lnTo>
                      <a:pt x="24" y="45"/>
                    </a:lnTo>
                    <a:lnTo>
                      <a:pt x="24" y="45"/>
                    </a:lnTo>
                    <a:lnTo>
                      <a:pt x="24" y="45"/>
                    </a:lnTo>
                    <a:lnTo>
                      <a:pt x="24" y="45"/>
                    </a:lnTo>
                    <a:lnTo>
                      <a:pt x="22" y="45"/>
                    </a:lnTo>
                    <a:lnTo>
                      <a:pt x="22" y="45"/>
                    </a:lnTo>
                    <a:lnTo>
                      <a:pt x="19" y="45"/>
                    </a:lnTo>
                    <a:lnTo>
                      <a:pt x="19" y="45"/>
                    </a:lnTo>
                    <a:lnTo>
                      <a:pt x="19" y="45"/>
                    </a:lnTo>
                    <a:lnTo>
                      <a:pt x="19" y="43"/>
                    </a:lnTo>
                    <a:lnTo>
                      <a:pt x="19" y="43"/>
                    </a:lnTo>
                    <a:lnTo>
                      <a:pt x="19" y="43"/>
                    </a:lnTo>
                    <a:lnTo>
                      <a:pt x="22" y="43"/>
                    </a:lnTo>
                    <a:lnTo>
                      <a:pt x="22" y="43"/>
                    </a:lnTo>
                    <a:lnTo>
                      <a:pt x="24" y="43"/>
                    </a:lnTo>
                    <a:lnTo>
                      <a:pt x="24" y="43"/>
                    </a:lnTo>
                    <a:lnTo>
                      <a:pt x="24" y="40"/>
                    </a:lnTo>
                    <a:lnTo>
                      <a:pt x="24" y="40"/>
                    </a:lnTo>
                    <a:lnTo>
                      <a:pt x="24" y="40"/>
                    </a:lnTo>
                    <a:lnTo>
                      <a:pt x="26" y="40"/>
                    </a:lnTo>
                    <a:lnTo>
                      <a:pt x="26" y="40"/>
                    </a:lnTo>
                    <a:lnTo>
                      <a:pt x="26" y="38"/>
                    </a:lnTo>
                    <a:lnTo>
                      <a:pt x="26" y="38"/>
                    </a:lnTo>
                    <a:lnTo>
                      <a:pt x="29" y="38"/>
                    </a:lnTo>
                    <a:lnTo>
                      <a:pt x="29" y="38"/>
                    </a:lnTo>
                    <a:lnTo>
                      <a:pt x="29" y="35"/>
                    </a:lnTo>
                    <a:lnTo>
                      <a:pt x="29" y="35"/>
                    </a:lnTo>
                    <a:lnTo>
                      <a:pt x="29" y="35"/>
                    </a:lnTo>
                    <a:lnTo>
                      <a:pt x="31" y="35"/>
                    </a:lnTo>
                    <a:lnTo>
                      <a:pt x="31" y="35"/>
                    </a:lnTo>
                    <a:lnTo>
                      <a:pt x="31" y="35"/>
                    </a:lnTo>
                    <a:lnTo>
                      <a:pt x="31" y="35"/>
                    </a:lnTo>
                    <a:lnTo>
                      <a:pt x="34" y="35"/>
                    </a:lnTo>
                    <a:lnTo>
                      <a:pt x="34" y="35"/>
                    </a:lnTo>
                    <a:lnTo>
                      <a:pt x="34" y="33"/>
                    </a:lnTo>
                    <a:lnTo>
                      <a:pt x="34" y="33"/>
                    </a:lnTo>
                    <a:lnTo>
                      <a:pt x="34" y="31"/>
                    </a:lnTo>
                    <a:lnTo>
                      <a:pt x="36" y="31"/>
                    </a:lnTo>
                    <a:lnTo>
                      <a:pt x="36" y="31"/>
                    </a:lnTo>
                    <a:lnTo>
                      <a:pt x="36" y="31"/>
                    </a:lnTo>
                    <a:lnTo>
                      <a:pt x="38" y="31"/>
                    </a:lnTo>
                    <a:lnTo>
                      <a:pt x="38" y="31"/>
                    </a:lnTo>
                    <a:lnTo>
                      <a:pt x="38" y="31"/>
                    </a:lnTo>
                    <a:lnTo>
                      <a:pt x="38" y="31"/>
                    </a:lnTo>
                    <a:lnTo>
                      <a:pt x="41" y="31"/>
                    </a:lnTo>
                    <a:lnTo>
                      <a:pt x="41" y="28"/>
                    </a:lnTo>
                    <a:lnTo>
                      <a:pt x="41" y="28"/>
                    </a:lnTo>
                    <a:lnTo>
                      <a:pt x="43" y="28"/>
                    </a:lnTo>
                    <a:lnTo>
                      <a:pt x="43" y="28"/>
                    </a:lnTo>
                    <a:lnTo>
                      <a:pt x="43" y="28"/>
                    </a:lnTo>
                    <a:lnTo>
                      <a:pt x="43" y="26"/>
                    </a:lnTo>
                    <a:lnTo>
                      <a:pt x="43" y="26"/>
                    </a:lnTo>
                    <a:lnTo>
                      <a:pt x="43" y="26"/>
                    </a:lnTo>
                    <a:lnTo>
                      <a:pt x="41" y="26"/>
                    </a:lnTo>
                    <a:lnTo>
                      <a:pt x="41" y="26"/>
                    </a:lnTo>
                    <a:lnTo>
                      <a:pt x="41" y="26"/>
                    </a:lnTo>
                    <a:lnTo>
                      <a:pt x="38" y="26"/>
                    </a:lnTo>
                    <a:lnTo>
                      <a:pt x="38" y="26"/>
                    </a:lnTo>
                    <a:lnTo>
                      <a:pt x="38" y="26"/>
                    </a:lnTo>
                    <a:lnTo>
                      <a:pt x="38" y="26"/>
                    </a:lnTo>
                    <a:lnTo>
                      <a:pt x="36" y="26"/>
                    </a:lnTo>
                    <a:lnTo>
                      <a:pt x="36" y="26"/>
                    </a:lnTo>
                    <a:lnTo>
                      <a:pt x="36" y="26"/>
                    </a:lnTo>
                    <a:lnTo>
                      <a:pt x="36" y="26"/>
                    </a:lnTo>
                    <a:lnTo>
                      <a:pt x="36" y="24"/>
                    </a:lnTo>
                    <a:lnTo>
                      <a:pt x="36" y="24"/>
                    </a:lnTo>
                    <a:lnTo>
                      <a:pt x="36" y="24"/>
                    </a:lnTo>
                    <a:lnTo>
                      <a:pt x="36" y="21"/>
                    </a:lnTo>
                    <a:lnTo>
                      <a:pt x="36" y="21"/>
                    </a:lnTo>
                    <a:lnTo>
                      <a:pt x="36" y="21"/>
                    </a:lnTo>
                    <a:lnTo>
                      <a:pt x="36" y="19"/>
                    </a:lnTo>
                    <a:lnTo>
                      <a:pt x="38" y="19"/>
                    </a:lnTo>
                    <a:lnTo>
                      <a:pt x="38" y="19"/>
                    </a:lnTo>
                    <a:lnTo>
                      <a:pt x="38" y="21"/>
                    </a:lnTo>
                    <a:lnTo>
                      <a:pt x="38" y="21"/>
                    </a:lnTo>
                    <a:lnTo>
                      <a:pt x="38" y="19"/>
                    </a:lnTo>
                    <a:lnTo>
                      <a:pt x="38" y="19"/>
                    </a:lnTo>
                    <a:lnTo>
                      <a:pt x="38" y="19"/>
                    </a:lnTo>
                    <a:lnTo>
                      <a:pt x="38" y="19"/>
                    </a:lnTo>
                    <a:lnTo>
                      <a:pt x="38" y="17"/>
                    </a:lnTo>
                    <a:lnTo>
                      <a:pt x="38" y="17"/>
                    </a:lnTo>
                    <a:lnTo>
                      <a:pt x="38" y="17"/>
                    </a:lnTo>
                    <a:lnTo>
                      <a:pt x="41" y="17"/>
                    </a:lnTo>
                    <a:lnTo>
                      <a:pt x="41" y="17"/>
                    </a:lnTo>
                    <a:lnTo>
                      <a:pt x="41" y="17"/>
                    </a:lnTo>
                    <a:lnTo>
                      <a:pt x="41" y="17"/>
                    </a:lnTo>
                    <a:lnTo>
                      <a:pt x="43" y="17"/>
                    </a:lnTo>
                    <a:lnTo>
                      <a:pt x="43" y="14"/>
                    </a:lnTo>
                    <a:lnTo>
                      <a:pt x="43" y="14"/>
                    </a:lnTo>
                    <a:lnTo>
                      <a:pt x="43" y="14"/>
                    </a:lnTo>
                    <a:lnTo>
                      <a:pt x="43" y="14"/>
                    </a:lnTo>
                    <a:lnTo>
                      <a:pt x="43" y="12"/>
                    </a:lnTo>
                    <a:lnTo>
                      <a:pt x="45" y="12"/>
                    </a:lnTo>
                    <a:lnTo>
                      <a:pt x="45" y="12"/>
                    </a:lnTo>
                    <a:lnTo>
                      <a:pt x="45" y="12"/>
                    </a:lnTo>
                    <a:lnTo>
                      <a:pt x="48" y="12"/>
                    </a:lnTo>
                    <a:lnTo>
                      <a:pt x="48" y="12"/>
                    </a:lnTo>
                    <a:lnTo>
                      <a:pt x="50" y="12"/>
                    </a:lnTo>
                    <a:lnTo>
                      <a:pt x="50" y="12"/>
                    </a:lnTo>
                    <a:lnTo>
                      <a:pt x="50" y="14"/>
                    </a:lnTo>
                    <a:lnTo>
                      <a:pt x="50" y="14"/>
                    </a:lnTo>
                    <a:lnTo>
                      <a:pt x="50" y="12"/>
                    </a:lnTo>
                    <a:lnTo>
                      <a:pt x="52" y="12"/>
                    </a:lnTo>
                    <a:lnTo>
                      <a:pt x="52" y="12"/>
                    </a:lnTo>
                    <a:lnTo>
                      <a:pt x="52" y="12"/>
                    </a:lnTo>
                    <a:lnTo>
                      <a:pt x="55" y="12"/>
                    </a:lnTo>
                    <a:lnTo>
                      <a:pt x="55" y="12"/>
                    </a:lnTo>
                    <a:lnTo>
                      <a:pt x="55" y="12"/>
                    </a:lnTo>
                    <a:lnTo>
                      <a:pt x="57" y="12"/>
                    </a:lnTo>
                    <a:lnTo>
                      <a:pt x="57" y="12"/>
                    </a:lnTo>
                    <a:lnTo>
                      <a:pt x="57" y="12"/>
                    </a:lnTo>
                    <a:lnTo>
                      <a:pt x="57" y="12"/>
                    </a:lnTo>
                    <a:lnTo>
                      <a:pt x="60" y="12"/>
                    </a:lnTo>
                    <a:lnTo>
                      <a:pt x="60" y="12"/>
                    </a:lnTo>
                    <a:lnTo>
                      <a:pt x="60" y="14"/>
                    </a:lnTo>
                    <a:lnTo>
                      <a:pt x="62" y="14"/>
                    </a:lnTo>
                    <a:lnTo>
                      <a:pt x="62" y="14"/>
                    </a:lnTo>
                    <a:lnTo>
                      <a:pt x="62" y="14"/>
                    </a:lnTo>
                    <a:lnTo>
                      <a:pt x="64" y="14"/>
                    </a:lnTo>
                    <a:lnTo>
                      <a:pt x="64" y="14"/>
                    </a:lnTo>
                    <a:lnTo>
                      <a:pt x="64" y="14"/>
                    </a:lnTo>
                    <a:lnTo>
                      <a:pt x="67" y="14"/>
                    </a:lnTo>
                    <a:lnTo>
                      <a:pt x="67" y="14"/>
                    </a:lnTo>
                    <a:lnTo>
                      <a:pt x="67" y="14"/>
                    </a:lnTo>
                    <a:lnTo>
                      <a:pt x="69" y="14"/>
                    </a:lnTo>
                    <a:lnTo>
                      <a:pt x="69" y="14"/>
                    </a:lnTo>
                    <a:lnTo>
                      <a:pt x="69" y="14"/>
                    </a:lnTo>
                    <a:lnTo>
                      <a:pt x="69" y="17"/>
                    </a:lnTo>
                    <a:lnTo>
                      <a:pt x="71" y="17"/>
                    </a:lnTo>
                    <a:lnTo>
                      <a:pt x="71" y="17"/>
                    </a:lnTo>
                    <a:lnTo>
                      <a:pt x="71" y="17"/>
                    </a:lnTo>
                    <a:lnTo>
                      <a:pt x="74" y="17"/>
                    </a:lnTo>
                    <a:lnTo>
                      <a:pt x="74" y="17"/>
                    </a:lnTo>
                    <a:lnTo>
                      <a:pt x="74" y="17"/>
                    </a:lnTo>
                    <a:lnTo>
                      <a:pt x="76" y="17"/>
                    </a:lnTo>
                    <a:lnTo>
                      <a:pt x="76" y="17"/>
                    </a:lnTo>
                    <a:lnTo>
                      <a:pt x="76" y="17"/>
                    </a:lnTo>
                    <a:lnTo>
                      <a:pt x="76" y="17"/>
                    </a:lnTo>
                    <a:lnTo>
                      <a:pt x="76" y="19"/>
                    </a:lnTo>
                    <a:lnTo>
                      <a:pt x="78" y="19"/>
                    </a:lnTo>
                    <a:lnTo>
                      <a:pt x="78" y="19"/>
                    </a:lnTo>
                    <a:lnTo>
                      <a:pt x="78" y="19"/>
                    </a:lnTo>
                    <a:lnTo>
                      <a:pt x="81" y="19"/>
                    </a:lnTo>
                    <a:lnTo>
                      <a:pt x="81" y="19"/>
                    </a:lnTo>
                    <a:lnTo>
                      <a:pt x="83" y="19"/>
                    </a:lnTo>
                    <a:lnTo>
                      <a:pt x="83" y="19"/>
                    </a:lnTo>
                    <a:lnTo>
                      <a:pt x="83" y="19"/>
                    </a:lnTo>
                    <a:lnTo>
                      <a:pt x="83" y="19"/>
                    </a:lnTo>
                    <a:lnTo>
                      <a:pt x="86" y="19"/>
                    </a:lnTo>
                    <a:lnTo>
                      <a:pt x="86" y="19"/>
                    </a:lnTo>
                    <a:lnTo>
                      <a:pt x="86" y="19"/>
                    </a:lnTo>
                    <a:lnTo>
                      <a:pt x="86" y="21"/>
                    </a:lnTo>
                    <a:lnTo>
                      <a:pt x="88" y="21"/>
                    </a:lnTo>
                    <a:lnTo>
                      <a:pt x="88" y="21"/>
                    </a:lnTo>
                    <a:lnTo>
                      <a:pt x="88" y="21"/>
                    </a:lnTo>
                    <a:lnTo>
                      <a:pt x="90" y="21"/>
                    </a:lnTo>
                    <a:lnTo>
                      <a:pt x="90" y="21"/>
                    </a:lnTo>
                    <a:lnTo>
                      <a:pt x="90" y="21"/>
                    </a:lnTo>
                    <a:lnTo>
                      <a:pt x="90" y="21"/>
                    </a:lnTo>
                    <a:lnTo>
                      <a:pt x="90" y="21"/>
                    </a:lnTo>
                    <a:lnTo>
                      <a:pt x="90" y="19"/>
                    </a:lnTo>
                    <a:lnTo>
                      <a:pt x="90" y="19"/>
                    </a:lnTo>
                    <a:lnTo>
                      <a:pt x="90" y="19"/>
                    </a:lnTo>
                    <a:lnTo>
                      <a:pt x="90" y="17"/>
                    </a:lnTo>
                    <a:lnTo>
                      <a:pt x="90" y="17"/>
                    </a:lnTo>
                    <a:lnTo>
                      <a:pt x="90" y="17"/>
                    </a:lnTo>
                    <a:lnTo>
                      <a:pt x="90" y="17"/>
                    </a:lnTo>
                    <a:lnTo>
                      <a:pt x="90" y="14"/>
                    </a:lnTo>
                    <a:lnTo>
                      <a:pt x="90" y="14"/>
                    </a:lnTo>
                    <a:lnTo>
                      <a:pt x="90" y="14"/>
                    </a:lnTo>
                    <a:lnTo>
                      <a:pt x="90" y="12"/>
                    </a:lnTo>
                    <a:lnTo>
                      <a:pt x="90" y="12"/>
                    </a:lnTo>
                    <a:lnTo>
                      <a:pt x="90" y="9"/>
                    </a:lnTo>
                    <a:lnTo>
                      <a:pt x="90" y="9"/>
                    </a:lnTo>
                    <a:lnTo>
                      <a:pt x="90" y="7"/>
                    </a:lnTo>
                    <a:lnTo>
                      <a:pt x="93" y="7"/>
                    </a:lnTo>
                    <a:lnTo>
                      <a:pt x="93" y="7"/>
                    </a:lnTo>
                    <a:lnTo>
                      <a:pt x="93" y="7"/>
                    </a:lnTo>
                    <a:lnTo>
                      <a:pt x="93" y="5"/>
                    </a:lnTo>
                    <a:lnTo>
                      <a:pt x="95" y="5"/>
                    </a:lnTo>
                    <a:lnTo>
                      <a:pt x="95" y="5"/>
                    </a:lnTo>
                    <a:lnTo>
                      <a:pt x="95" y="5"/>
                    </a:lnTo>
                    <a:lnTo>
                      <a:pt x="95" y="5"/>
                    </a:lnTo>
                    <a:lnTo>
                      <a:pt x="97" y="5"/>
                    </a:lnTo>
                    <a:lnTo>
                      <a:pt x="97" y="5"/>
                    </a:lnTo>
                    <a:lnTo>
                      <a:pt x="97" y="5"/>
                    </a:lnTo>
                    <a:lnTo>
                      <a:pt x="97" y="5"/>
                    </a:lnTo>
                    <a:lnTo>
                      <a:pt x="97" y="5"/>
                    </a:lnTo>
                    <a:lnTo>
                      <a:pt x="100" y="5"/>
                    </a:lnTo>
                    <a:lnTo>
                      <a:pt x="100" y="5"/>
                    </a:lnTo>
                    <a:lnTo>
                      <a:pt x="100" y="5"/>
                    </a:lnTo>
                    <a:lnTo>
                      <a:pt x="100" y="2"/>
                    </a:lnTo>
                    <a:lnTo>
                      <a:pt x="102" y="2"/>
                    </a:lnTo>
                    <a:lnTo>
                      <a:pt x="102" y="2"/>
                    </a:lnTo>
                    <a:lnTo>
                      <a:pt x="102" y="2"/>
                    </a:lnTo>
                    <a:lnTo>
                      <a:pt x="105" y="2"/>
                    </a:lnTo>
                    <a:lnTo>
                      <a:pt x="105" y="2"/>
                    </a:lnTo>
                    <a:lnTo>
                      <a:pt x="105" y="2"/>
                    </a:lnTo>
                    <a:lnTo>
                      <a:pt x="105" y="2"/>
                    </a:lnTo>
                    <a:lnTo>
                      <a:pt x="105" y="0"/>
                    </a:lnTo>
                    <a:lnTo>
                      <a:pt x="107" y="0"/>
                    </a:lnTo>
                    <a:lnTo>
                      <a:pt x="107" y="0"/>
                    </a:lnTo>
                    <a:lnTo>
                      <a:pt x="109" y="0"/>
                    </a:lnTo>
                    <a:lnTo>
                      <a:pt x="109" y="2"/>
                    </a:lnTo>
                    <a:lnTo>
                      <a:pt x="109" y="2"/>
                    </a:lnTo>
                    <a:lnTo>
                      <a:pt x="109" y="2"/>
                    </a:lnTo>
                    <a:lnTo>
                      <a:pt x="112" y="2"/>
                    </a:lnTo>
                    <a:lnTo>
                      <a:pt x="112" y="2"/>
                    </a:lnTo>
                    <a:lnTo>
                      <a:pt x="112" y="2"/>
                    </a:lnTo>
                    <a:lnTo>
                      <a:pt x="112" y="2"/>
                    </a:lnTo>
                    <a:lnTo>
                      <a:pt x="114" y="2"/>
                    </a:lnTo>
                    <a:lnTo>
                      <a:pt x="114" y="2"/>
                    </a:lnTo>
                    <a:lnTo>
                      <a:pt x="114" y="5"/>
                    </a:lnTo>
                    <a:lnTo>
                      <a:pt x="116" y="5"/>
                    </a:lnTo>
                    <a:lnTo>
                      <a:pt x="116" y="5"/>
                    </a:lnTo>
                    <a:lnTo>
                      <a:pt x="116" y="5"/>
                    </a:lnTo>
                    <a:lnTo>
                      <a:pt x="116" y="5"/>
                    </a:lnTo>
                    <a:lnTo>
                      <a:pt x="116" y="5"/>
                    </a:lnTo>
                    <a:lnTo>
                      <a:pt x="116" y="7"/>
                    </a:lnTo>
                    <a:lnTo>
                      <a:pt x="119" y="7"/>
                    </a:lnTo>
                    <a:lnTo>
                      <a:pt x="119" y="7"/>
                    </a:lnTo>
                    <a:lnTo>
                      <a:pt x="119" y="7"/>
                    </a:lnTo>
                    <a:lnTo>
                      <a:pt x="121" y="7"/>
                    </a:lnTo>
                    <a:lnTo>
                      <a:pt x="121" y="7"/>
                    </a:lnTo>
                    <a:lnTo>
                      <a:pt x="121" y="7"/>
                    </a:lnTo>
                    <a:lnTo>
                      <a:pt x="123" y="7"/>
                    </a:lnTo>
                    <a:lnTo>
                      <a:pt x="123" y="7"/>
                    </a:lnTo>
                    <a:lnTo>
                      <a:pt x="123" y="9"/>
                    </a:lnTo>
                    <a:lnTo>
                      <a:pt x="123" y="9"/>
                    </a:lnTo>
                    <a:lnTo>
                      <a:pt x="126" y="9"/>
                    </a:lnTo>
                    <a:lnTo>
                      <a:pt x="126" y="9"/>
                    </a:lnTo>
                    <a:lnTo>
                      <a:pt x="126" y="9"/>
                    </a:lnTo>
                    <a:lnTo>
                      <a:pt x="126" y="9"/>
                    </a:lnTo>
                    <a:lnTo>
                      <a:pt x="126" y="12"/>
                    </a:lnTo>
                    <a:lnTo>
                      <a:pt x="128" y="12"/>
                    </a:lnTo>
                    <a:lnTo>
                      <a:pt x="128" y="12"/>
                    </a:lnTo>
                    <a:lnTo>
                      <a:pt x="131" y="12"/>
                    </a:lnTo>
                    <a:lnTo>
                      <a:pt x="131" y="9"/>
                    </a:lnTo>
                    <a:lnTo>
                      <a:pt x="131" y="9"/>
                    </a:lnTo>
                    <a:lnTo>
                      <a:pt x="131" y="12"/>
                    </a:lnTo>
                    <a:lnTo>
                      <a:pt x="131" y="12"/>
                    </a:lnTo>
                    <a:lnTo>
                      <a:pt x="133" y="12"/>
                    </a:lnTo>
                    <a:lnTo>
                      <a:pt x="133" y="12"/>
                    </a:lnTo>
                    <a:lnTo>
                      <a:pt x="135" y="12"/>
                    </a:lnTo>
                    <a:lnTo>
                      <a:pt x="135" y="12"/>
                    </a:lnTo>
                    <a:lnTo>
                      <a:pt x="135" y="12"/>
                    </a:lnTo>
                    <a:lnTo>
                      <a:pt x="138" y="12"/>
                    </a:lnTo>
                    <a:lnTo>
                      <a:pt x="138" y="12"/>
                    </a:lnTo>
                    <a:lnTo>
                      <a:pt x="138" y="12"/>
                    </a:lnTo>
                    <a:lnTo>
                      <a:pt x="138" y="12"/>
                    </a:lnTo>
                    <a:lnTo>
                      <a:pt x="140" y="12"/>
                    </a:lnTo>
                    <a:lnTo>
                      <a:pt x="140" y="12"/>
                    </a:lnTo>
                    <a:lnTo>
                      <a:pt x="140" y="12"/>
                    </a:lnTo>
                    <a:lnTo>
                      <a:pt x="140" y="9"/>
                    </a:lnTo>
                    <a:lnTo>
                      <a:pt x="140" y="9"/>
                    </a:lnTo>
                    <a:lnTo>
                      <a:pt x="142" y="9"/>
                    </a:lnTo>
                    <a:lnTo>
                      <a:pt x="142" y="7"/>
                    </a:lnTo>
                    <a:lnTo>
                      <a:pt x="142" y="7"/>
                    </a:lnTo>
                    <a:lnTo>
                      <a:pt x="142" y="7"/>
                    </a:lnTo>
                    <a:lnTo>
                      <a:pt x="145" y="7"/>
                    </a:lnTo>
                    <a:lnTo>
                      <a:pt x="145" y="9"/>
                    </a:lnTo>
                    <a:lnTo>
                      <a:pt x="145" y="9"/>
                    </a:lnTo>
                    <a:lnTo>
                      <a:pt x="145" y="9"/>
                    </a:lnTo>
                    <a:lnTo>
                      <a:pt x="147" y="9"/>
                    </a:lnTo>
                    <a:lnTo>
                      <a:pt x="147" y="9"/>
                    </a:lnTo>
                    <a:lnTo>
                      <a:pt x="150" y="9"/>
                    </a:lnTo>
                    <a:lnTo>
                      <a:pt x="150" y="9"/>
                    </a:lnTo>
                    <a:lnTo>
                      <a:pt x="150" y="9"/>
                    </a:lnTo>
                    <a:lnTo>
                      <a:pt x="152" y="9"/>
                    </a:lnTo>
                    <a:lnTo>
                      <a:pt x="152" y="9"/>
                    </a:lnTo>
                    <a:lnTo>
                      <a:pt x="152" y="9"/>
                    </a:lnTo>
                    <a:lnTo>
                      <a:pt x="152" y="9"/>
                    </a:lnTo>
                    <a:lnTo>
                      <a:pt x="154" y="9"/>
                    </a:lnTo>
                    <a:lnTo>
                      <a:pt x="154" y="9"/>
                    </a:lnTo>
                    <a:lnTo>
                      <a:pt x="157" y="9"/>
                    </a:lnTo>
                    <a:lnTo>
                      <a:pt x="157" y="9"/>
                    </a:lnTo>
                    <a:lnTo>
                      <a:pt x="157" y="9"/>
                    </a:lnTo>
                    <a:lnTo>
                      <a:pt x="157" y="9"/>
                    </a:lnTo>
                    <a:lnTo>
                      <a:pt x="159" y="9"/>
                    </a:lnTo>
                    <a:lnTo>
                      <a:pt x="159" y="9"/>
                    </a:lnTo>
                    <a:lnTo>
                      <a:pt x="159" y="9"/>
                    </a:lnTo>
                    <a:lnTo>
                      <a:pt x="161" y="9"/>
                    </a:lnTo>
                    <a:lnTo>
                      <a:pt x="161" y="7"/>
                    </a:lnTo>
                    <a:lnTo>
                      <a:pt x="161" y="7"/>
                    </a:lnTo>
                    <a:lnTo>
                      <a:pt x="164" y="7"/>
                    </a:lnTo>
                    <a:lnTo>
                      <a:pt x="164" y="7"/>
                    </a:lnTo>
                    <a:lnTo>
                      <a:pt x="164" y="7"/>
                    </a:lnTo>
                    <a:lnTo>
                      <a:pt x="164" y="7"/>
                    </a:lnTo>
                    <a:lnTo>
                      <a:pt x="166" y="7"/>
                    </a:lnTo>
                    <a:lnTo>
                      <a:pt x="166" y="7"/>
                    </a:lnTo>
                    <a:lnTo>
                      <a:pt x="166" y="7"/>
                    </a:lnTo>
                    <a:lnTo>
                      <a:pt x="168" y="7"/>
                    </a:lnTo>
                    <a:lnTo>
                      <a:pt x="168" y="7"/>
                    </a:lnTo>
                    <a:lnTo>
                      <a:pt x="168" y="7"/>
                    </a:lnTo>
                    <a:lnTo>
                      <a:pt x="168" y="7"/>
                    </a:lnTo>
                    <a:lnTo>
                      <a:pt x="168" y="7"/>
                    </a:lnTo>
                    <a:lnTo>
                      <a:pt x="171" y="7"/>
                    </a:lnTo>
                    <a:lnTo>
                      <a:pt x="171" y="7"/>
                    </a:lnTo>
                    <a:lnTo>
                      <a:pt x="171" y="9"/>
                    </a:lnTo>
                    <a:lnTo>
                      <a:pt x="171" y="9"/>
                    </a:lnTo>
                    <a:lnTo>
                      <a:pt x="173" y="9"/>
                    </a:lnTo>
                    <a:lnTo>
                      <a:pt x="173" y="9"/>
                    </a:lnTo>
                    <a:lnTo>
                      <a:pt x="176" y="9"/>
                    </a:lnTo>
                    <a:lnTo>
                      <a:pt x="176" y="9"/>
                    </a:lnTo>
                    <a:lnTo>
                      <a:pt x="176" y="9"/>
                    </a:lnTo>
                    <a:lnTo>
                      <a:pt x="178" y="9"/>
                    </a:lnTo>
                    <a:lnTo>
                      <a:pt x="178" y="7"/>
                    </a:lnTo>
                    <a:lnTo>
                      <a:pt x="178" y="7"/>
                    </a:lnTo>
                    <a:lnTo>
                      <a:pt x="178" y="7"/>
                    </a:lnTo>
                    <a:lnTo>
                      <a:pt x="178" y="9"/>
                    </a:lnTo>
                    <a:lnTo>
                      <a:pt x="180" y="9"/>
                    </a:lnTo>
                    <a:lnTo>
                      <a:pt x="180" y="9"/>
                    </a:lnTo>
                    <a:lnTo>
                      <a:pt x="183" y="9"/>
                    </a:lnTo>
                    <a:lnTo>
                      <a:pt x="183" y="9"/>
                    </a:lnTo>
                    <a:lnTo>
                      <a:pt x="183" y="9"/>
                    </a:lnTo>
                    <a:lnTo>
                      <a:pt x="183" y="9"/>
                    </a:lnTo>
                    <a:lnTo>
                      <a:pt x="185" y="9"/>
                    </a:lnTo>
                    <a:lnTo>
                      <a:pt x="185" y="9"/>
                    </a:lnTo>
                    <a:lnTo>
                      <a:pt x="185" y="9"/>
                    </a:lnTo>
                    <a:lnTo>
                      <a:pt x="187" y="9"/>
                    </a:lnTo>
                    <a:lnTo>
                      <a:pt x="187" y="9"/>
                    </a:lnTo>
                    <a:lnTo>
                      <a:pt x="190" y="9"/>
                    </a:lnTo>
                    <a:lnTo>
                      <a:pt x="190" y="12"/>
                    </a:lnTo>
                    <a:lnTo>
                      <a:pt x="190" y="12"/>
                    </a:lnTo>
                    <a:lnTo>
                      <a:pt x="190" y="9"/>
                    </a:lnTo>
                    <a:lnTo>
                      <a:pt x="190" y="9"/>
                    </a:lnTo>
                    <a:lnTo>
                      <a:pt x="192" y="9"/>
                    </a:lnTo>
                    <a:lnTo>
                      <a:pt x="192" y="9"/>
                    </a:lnTo>
                    <a:lnTo>
                      <a:pt x="192" y="9"/>
                    </a:lnTo>
                    <a:lnTo>
                      <a:pt x="194" y="9"/>
                    </a:lnTo>
                    <a:lnTo>
                      <a:pt x="194" y="9"/>
                    </a:lnTo>
                    <a:lnTo>
                      <a:pt x="197" y="9"/>
                    </a:lnTo>
                    <a:lnTo>
                      <a:pt x="197" y="9"/>
                    </a:lnTo>
                    <a:lnTo>
                      <a:pt x="197" y="9"/>
                    </a:lnTo>
                    <a:lnTo>
                      <a:pt x="197" y="9"/>
                    </a:lnTo>
                    <a:lnTo>
                      <a:pt x="199" y="9"/>
                    </a:lnTo>
                    <a:lnTo>
                      <a:pt x="199" y="9"/>
                    </a:lnTo>
                    <a:lnTo>
                      <a:pt x="199" y="9"/>
                    </a:lnTo>
                    <a:lnTo>
                      <a:pt x="202" y="9"/>
                    </a:lnTo>
                    <a:lnTo>
                      <a:pt x="202" y="9"/>
                    </a:lnTo>
                    <a:lnTo>
                      <a:pt x="202" y="12"/>
                    </a:lnTo>
                    <a:lnTo>
                      <a:pt x="202" y="12"/>
                    </a:lnTo>
                    <a:lnTo>
                      <a:pt x="204" y="12"/>
                    </a:lnTo>
                    <a:lnTo>
                      <a:pt x="204" y="12"/>
                    </a:lnTo>
                    <a:lnTo>
                      <a:pt x="204" y="12"/>
                    </a:lnTo>
                    <a:lnTo>
                      <a:pt x="204" y="12"/>
                    </a:lnTo>
                    <a:lnTo>
                      <a:pt x="206" y="12"/>
                    </a:lnTo>
                    <a:lnTo>
                      <a:pt x="206" y="12"/>
                    </a:lnTo>
                    <a:lnTo>
                      <a:pt x="209" y="12"/>
                    </a:lnTo>
                    <a:lnTo>
                      <a:pt x="209" y="12"/>
                    </a:lnTo>
                    <a:lnTo>
                      <a:pt x="209" y="12"/>
                    </a:lnTo>
                    <a:lnTo>
                      <a:pt x="211" y="12"/>
                    </a:lnTo>
                    <a:lnTo>
                      <a:pt x="211" y="14"/>
                    </a:lnTo>
                    <a:lnTo>
                      <a:pt x="211" y="14"/>
                    </a:lnTo>
                    <a:lnTo>
                      <a:pt x="211" y="14"/>
                    </a:lnTo>
                    <a:lnTo>
                      <a:pt x="211" y="12"/>
                    </a:lnTo>
                    <a:lnTo>
                      <a:pt x="213" y="12"/>
                    </a:lnTo>
                    <a:lnTo>
                      <a:pt x="213" y="14"/>
                    </a:lnTo>
                    <a:lnTo>
                      <a:pt x="213" y="14"/>
                    </a:lnTo>
                    <a:lnTo>
                      <a:pt x="213" y="14"/>
                    </a:lnTo>
                    <a:lnTo>
                      <a:pt x="213" y="17"/>
                    </a:lnTo>
                    <a:lnTo>
                      <a:pt x="216" y="17"/>
                    </a:lnTo>
                    <a:lnTo>
                      <a:pt x="216" y="17"/>
                    </a:lnTo>
                    <a:lnTo>
                      <a:pt x="216" y="17"/>
                    </a:lnTo>
                    <a:lnTo>
                      <a:pt x="216" y="17"/>
                    </a:lnTo>
                    <a:lnTo>
                      <a:pt x="216" y="17"/>
                    </a:lnTo>
                    <a:lnTo>
                      <a:pt x="218" y="17"/>
                    </a:lnTo>
                    <a:lnTo>
                      <a:pt x="218" y="19"/>
                    </a:lnTo>
                    <a:lnTo>
                      <a:pt x="218" y="19"/>
                    </a:lnTo>
                    <a:lnTo>
                      <a:pt x="218" y="19"/>
                    </a:lnTo>
                    <a:lnTo>
                      <a:pt x="218" y="19"/>
                    </a:lnTo>
                    <a:lnTo>
                      <a:pt x="221" y="19"/>
                    </a:lnTo>
                    <a:lnTo>
                      <a:pt x="221" y="21"/>
                    </a:lnTo>
                    <a:lnTo>
                      <a:pt x="221" y="21"/>
                    </a:lnTo>
                    <a:lnTo>
                      <a:pt x="223" y="21"/>
                    </a:lnTo>
                    <a:lnTo>
                      <a:pt x="223" y="21"/>
                    </a:lnTo>
                    <a:lnTo>
                      <a:pt x="223" y="21"/>
                    </a:lnTo>
                    <a:lnTo>
                      <a:pt x="225" y="21"/>
                    </a:lnTo>
                    <a:lnTo>
                      <a:pt x="225" y="21"/>
                    </a:lnTo>
                    <a:lnTo>
                      <a:pt x="225" y="21"/>
                    </a:lnTo>
                    <a:lnTo>
                      <a:pt x="228" y="21"/>
                    </a:lnTo>
                    <a:lnTo>
                      <a:pt x="228" y="21"/>
                    </a:lnTo>
                    <a:lnTo>
                      <a:pt x="228" y="21"/>
                    </a:lnTo>
                    <a:lnTo>
                      <a:pt x="230" y="21"/>
                    </a:lnTo>
                    <a:lnTo>
                      <a:pt x="230" y="21"/>
                    </a:lnTo>
                    <a:lnTo>
                      <a:pt x="230" y="24"/>
                    </a:lnTo>
                    <a:lnTo>
                      <a:pt x="230" y="24"/>
                    </a:lnTo>
                    <a:lnTo>
                      <a:pt x="230" y="24"/>
                    </a:lnTo>
                    <a:lnTo>
                      <a:pt x="232" y="24"/>
                    </a:lnTo>
                    <a:lnTo>
                      <a:pt x="232" y="24"/>
                    </a:lnTo>
                    <a:lnTo>
                      <a:pt x="232" y="26"/>
                    </a:lnTo>
                    <a:lnTo>
                      <a:pt x="232" y="26"/>
                    </a:lnTo>
                    <a:lnTo>
                      <a:pt x="232" y="26"/>
                    </a:lnTo>
                    <a:lnTo>
                      <a:pt x="232" y="26"/>
                    </a:lnTo>
                    <a:lnTo>
                      <a:pt x="235" y="26"/>
                    </a:lnTo>
                    <a:lnTo>
                      <a:pt x="235" y="26"/>
                    </a:lnTo>
                    <a:lnTo>
                      <a:pt x="237" y="26"/>
                    </a:lnTo>
                    <a:lnTo>
                      <a:pt x="237" y="28"/>
                    </a:lnTo>
                    <a:lnTo>
                      <a:pt x="237" y="28"/>
                    </a:lnTo>
                    <a:lnTo>
                      <a:pt x="237" y="31"/>
                    </a:lnTo>
                    <a:lnTo>
                      <a:pt x="237" y="31"/>
                    </a:lnTo>
                    <a:lnTo>
                      <a:pt x="235" y="31"/>
                    </a:lnTo>
                    <a:lnTo>
                      <a:pt x="235" y="31"/>
                    </a:lnTo>
                    <a:lnTo>
                      <a:pt x="232" y="31"/>
                    </a:lnTo>
                    <a:lnTo>
                      <a:pt x="232" y="31"/>
                    </a:lnTo>
                    <a:lnTo>
                      <a:pt x="232" y="31"/>
                    </a:lnTo>
                    <a:lnTo>
                      <a:pt x="230" y="31"/>
                    </a:lnTo>
                    <a:lnTo>
                      <a:pt x="230" y="31"/>
                    </a:lnTo>
                    <a:lnTo>
                      <a:pt x="230" y="31"/>
                    </a:lnTo>
                    <a:lnTo>
                      <a:pt x="230" y="33"/>
                    </a:lnTo>
                    <a:lnTo>
                      <a:pt x="230" y="33"/>
                    </a:lnTo>
                    <a:lnTo>
                      <a:pt x="230" y="35"/>
                    </a:lnTo>
                    <a:lnTo>
                      <a:pt x="228" y="35"/>
                    </a:lnTo>
                    <a:lnTo>
                      <a:pt x="228" y="35"/>
                    </a:lnTo>
                    <a:lnTo>
                      <a:pt x="228" y="33"/>
                    </a:lnTo>
                    <a:lnTo>
                      <a:pt x="225" y="33"/>
                    </a:lnTo>
                    <a:lnTo>
                      <a:pt x="225" y="35"/>
                    </a:lnTo>
                    <a:lnTo>
                      <a:pt x="225" y="35"/>
                    </a:lnTo>
                    <a:lnTo>
                      <a:pt x="225" y="35"/>
                    </a:lnTo>
                    <a:lnTo>
                      <a:pt x="225" y="35"/>
                    </a:lnTo>
                    <a:lnTo>
                      <a:pt x="225" y="35"/>
                    </a:lnTo>
                    <a:lnTo>
                      <a:pt x="225" y="38"/>
                    </a:lnTo>
                    <a:lnTo>
                      <a:pt x="223" y="38"/>
                    </a:lnTo>
                    <a:lnTo>
                      <a:pt x="223" y="38"/>
                    </a:lnTo>
                    <a:lnTo>
                      <a:pt x="223" y="38"/>
                    </a:lnTo>
                    <a:lnTo>
                      <a:pt x="221" y="38"/>
                    </a:lnTo>
                    <a:lnTo>
                      <a:pt x="221" y="38"/>
                    </a:lnTo>
                    <a:lnTo>
                      <a:pt x="221" y="35"/>
                    </a:lnTo>
                    <a:lnTo>
                      <a:pt x="218" y="35"/>
                    </a:lnTo>
                    <a:lnTo>
                      <a:pt x="218" y="35"/>
                    </a:lnTo>
                    <a:lnTo>
                      <a:pt x="218" y="35"/>
                    </a:lnTo>
                    <a:lnTo>
                      <a:pt x="218" y="38"/>
                    </a:lnTo>
                    <a:lnTo>
                      <a:pt x="216" y="38"/>
                    </a:lnTo>
                    <a:lnTo>
                      <a:pt x="216" y="38"/>
                    </a:lnTo>
                    <a:lnTo>
                      <a:pt x="216" y="38"/>
                    </a:lnTo>
                    <a:lnTo>
                      <a:pt x="216" y="38"/>
                    </a:lnTo>
                    <a:lnTo>
                      <a:pt x="213" y="38"/>
                    </a:lnTo>
                    <a:lnTo>
                      <a:pt x="213" y="38"/>
                    </a:lnTo>
                    <a:lnTo>
                      <a:pt x="211" y="38"/>
                    </a:lnTo>
                    <a:lnTo>
                      <a:pt x="211" y="40"/>
                    </a:lnTo>
                    <a:lnTo>
                      <a:pt x="211" y="40"/>
                    </a:lnTo>
                    <a:lnTo>
                      <a:pt x="211" y="40"/>
                    </a:lnTo>
                    <a:lnTo>
                      <a:pt x="211" y="40"/>
                    </a:lnTo>
                    <a:lnTo>
                      <a:pt x="209" y="40"/>
                    </a:lnTo>
                    <a:lnTo>
                      <a:pt x="209" y="40"/>
                    </a:lnTo>
                    <a:lnTo>
                      <a:pt x="209" y="40"/>
                    </a:lnTo>
                    <a:lnTo>
                      <a:pt x="209" y="43"/>
                    </a:lnTo>
                    <a:lnTo>
                      <a:pt x="206" y="43"/>
                    </a:lnTo>
                    <a:lnTo>
                      <a:pt x="206" y="43"/>
                    </a:lnTo>
                    <a:lnTo>
                      <a:pt x="206" y="43"/>
                    </a:lnTo>
                    <a:lnTo>
                      <a:pt x="204" y="43"/>
                    </a:lnTo>
                    <a:lnTo>
                      <a:pt x="204" y="45"/>
                    </a:lnTo>
                    <a:lnTo>
                      <a:pt x="204" y="45"/>
                    </a:lnTo>
                    <a:lnTo>
                      <a:pt x="204" y="45"/>
                    </a:lnTo>
                    <a:lnTo>
                      <a:pt x="202" y="45"/>
                    </a:lnTo>
                    <a:lnTo>
                      <a:pt x="202" y="45"/>
                    </a:lnTo>
                    <a:lnTo>
                      <a:pt x="202" y="45"/>
                    </a:lnTo>
                    <a:lnTo>
                      <a:pt x="202" y="45"/>
                    </a:lnTo>
                    <a:lnTo>
                      <a:pt x="202" y="45"/>
                    </a:lnTo>
                    <a:lnTo>
                      <a:pt x="199" y="45"/>
                    </a:lnTo>
                    <a:lnTo>
                      <a:pt x="199" y="45"/>
                    </a:lnTo>
                    <a:lnTo>
                      <a:pt x="199" y="47"/>
                    </a:lnTo>
                    <a:lnTo>
                      <a:pt x="197" y="47"/>
                    </a:lnTo>
                    <a:lnTo>
                      <a:pt x="197" y="47"/>
                    </a:lnTo>
                    <a:lnTo>
                      <a:pt x="197" y="47"/>
                    </a:lnTo>
                    <a:lnTo>
                      <a:pt x="197" y="47"/>
                    </a:lnTo>
                    <a:lnTo>
                      <a:pt x="197" y="50"/>
                    </a:lnTo>
                    <a:lnTo>
                      <a:pt x="197" y="50"/>
                    </a:lnTo>
                    <a:lnTo>
                      <a:pt x="197" y="50"/>
                    </a:lnTo>
                    <a:lnTo>
                      <a:pt x="197" y="50"/>
                    </a:lnTo>
                    <a:lnTo>
                      <a:pt x="197" y="52"/>
                    </a:lnTo>
                    <a:lnTo>
                      <a:pt x="194" y="52"/>
                    </a:lnTo>
                    <a:lnTo>
                      <a:pt x="194" y="52"/>
                    </a:lnTo>
                    <a:lnTo>
                      <a:pt x="194" y="52"/>
                    </a:lnTo>
                    <a:lnTo>
                      <a:pt x="192" y="52"/>
                    </a:lnTo>
                    <a:lnTo>
                      <a:pt x="192" y="54"/>
                    </a:lnTo>
                    <a:lnTo>
                      <a:pt x="192" y="54"/>
                    </a:lnTo>
                    <a:lnTo>
                      <a:pt x="192" y="54"/>
                    </a:lnTo>
                    <a:lnTo>
                      <a:pt x="192" y="54"/>
                    </a:lnTo>
                    <a:lnTo>
                      <a:pt x="192" y="54"/>
                    </a:lnTo>
                    <a:lnTo>
                      <a:pt x="190" y="54"/>
                    </a:lnTo>
                    <a:lnTo>
                      <a:pt x="190" y="57"/>
                    </a:lnTo>
                    <a:lnTo>
                      <a:pt x="190" y="57"/>
                    </a:lnTo>
                    <a:lnTo>
                      <a:pt x="190" y="57"/>
                    </a:lnTo>
                    <a:lnTo>
                      <a:pt x="187" y="57"/>
                    </a:lnTo>
                    <a:lnTo>
                      <a:pt x="187" y="54"/>
                    </a:lnTo>
                    <a:lnTo>
                      <a:pt x="187" y="54"/>
                    </a:lnTo>
                    <a:lnTo>
                      <a:pt x="185" y="54"/>
                    </a:lnTo>
                    <a:lnTo>
                      <a:pt x="185" y="54"/>
                    </a:lnTo>
                    <a:lnTo>
                      <a:pt x="185" y="54"/>
                    </a:lnTo>
                    <a:lnTo>
                      <a:pt x="185" y="57"/>
                    </a:lnTo>
                    <a:lnTo>
                      <a:pt x="183" y="57"/>
                    </a:lnTo>
                    <a:lnTo>
                      <a:pt x="183" y="57"/>
                    </a:lnTo>
                    <a:lnTo>
                      <a:pt x="183" y="57"/>
                    </a:lnTo>
                    <a:lnTo>
                      <a:pt x="180" y="57"/>
                    </a:lnTo>
                    <a:lnTo>
                      <a:pt x="180" y="57"/>
                    </a:lnTo>
                    <a:lnTo>
                      <a:pt x="178" y="57"/>
                    </a:lnTo>
                    <a:lnTo>
                      <a:pt x="178" y="57"/>
                    </a:lnTo>
                    <a:lnTo>
                      <a:pt x="178" y="57"/>
                    </a:lnTo>
                    <a:lnTo>
                      <a:pt x="178" y="57"/>
                    </a:lnTo>
                    <a:lnTo>
                      <a:pt x="176" y="57"/>
                    </a:lnTo>
                    <a:lnTo>
                      <a:pt x="176" y="59"/>
                    </a:lnTo>
                    <a:lnTo>
                      <a:pt x="176" y="59"/>
                    </a:lnTo>
                    <a:lnTo>
                      <a:pt x="176" y="57"/>
                    </a:lnTo>
                    <a:lnTo>
                      <a:pt x="176" y="57"/>
                    </a:lnTo>
                    <a:lnTo>
                      <a:pt x="173" y="57"/>
                    </a:lnTo>
                    <a:lnTo>
                      <a:pt x="173" y="57"/>
                    </a:lnTo>
                    <a:lnTo>
                      <a:pt x="171" y="57"/>
                    </a:lnTo>
                    <a:lnTo>
                      <a:pt x="171" y="57"/>
                    </a:lnTo>
                    <a:lnTo>
                      <a:pt x="171" y="57"/>
                    </a:lnTo>
                    <a:lnTo>
                      <a:pt x="168" y="57"/>
                    </a:lnTo>
                    <a:lnTo>
                      <a:pt x="168" y="57"/>
                    </a:lnTo>
                    <a:lnTo>
                      <a:pt x="168" y="57"/>
                    </a:lnTo>
                    <a:lnTo>
                      <a:pt x="168" y="57"/>
                    </a:lnTo>
                    <a:lnTo>
                      <a:pt x="166" y="57"/>
                    </a:lnTo>
                    <a:lnTo>
                      <a:pt x="166" y="57"/>
                    </a:lnTo>
                    <a:lnTo>
                      <a:pt x="164" y="57"/>
                    </a:lnTo>
                    <a:lnTo>
                      <a:pt x="164" y="57"/>
                    </a:lnTo>
                    <a:lnTo>
                      <a:pt x="164" y="57"/>
                    </a:lnTo>
                    <a:lnTo>
                      <a:pt x="164" y="57"/>
                    </a:lnTo>
                    <a:lnTo>
                      <a:pt x="164" y="57"/>
                    </a:lnTo>
                    <a:lnTo>
                      <a:pt x="164" y="57"/>
                    </a:lnTo>
                    <a:lnTo>
                      <a:pt x="164" y="59"/>
                    </a:lnTo>
                    <a:lnTo>
                      <a:pt x="161" y="59"/>
                    </a:lnTo>
                    <a:lnTo>
                      <a:pt x="161" y="59"/>
                    </a:lnTo>
                    <a:lnTo>
                      <a:pt x="161" y="62"/>
                    </a:lnTo>
                    <a:lnTo>
                      <a:pt x="161" y="62"/>
                    </a:lnTo>
                    <a:lnTo>
                      <a:pt x="161" y="62"/>
                    </a:lnTo>
                    <a:lnTo>
                      <a:pt x="159" y="62"/>
                    </a:lnTo>
                    <a:lnTo>
                      <a:pt x="159" y="64"/>
                    </a:lnTo>
                    <a:lnTo>
                      <a:pt x="159" y="64"/>
                    </a:lnTo>
                    <a:lnTo>
                      <a:pt x="159" y="64"/>
                    </a:lnTo>
                    <a:lnTo>
                      <a:pt x="159" y="64"/>
                    </a:lnTo>
                    <a:lnTo>
                      <a:pt x="159" y="64"/>
                    </a:lnTo>
                    <a:lnTo>
                      <a:pt x="159" y="66"/>
                    </a:lnTo>
                    <a:lnTo>
                      <a:pt x="159" y="66"/>
                    </a:lnTo>
                    <a:lnTo>
                      <a:pt x="159" y="69"/>
                    </a:lnTo>
                    <a:lnTo>
                      <a:pt x="157" y="69"/>
                    </a:lnTo>
                    <a:lnTo>
                      <a:pt x="157" y="69"/>
                    </a:lnTo>
                    <a:lnTo>
                      <a:pt x="157" y="69"/>
                    </a:lnTo>
                    <a:lnTo>
                      <a:pt x="157" y="71"/>
                    </a:lnTo>
                    <a:lnTo>
                      <a:pt x="157" y="71"/>
                    </a:lnTo>
                    <a:lnTo>
                      <a:pt x="157" y="71"/>
                    </a:lnTo>
                    <a:lnTo>
                      <a:pt x="157" y="73"/>
                    </a:lnTo>
                    <a:lnTo>
                      <a:pt x="154" y="73"/>
                    </a:lnTo>
                    <a:lnTo>
                      <a:pt x="154" y="73"/>
                    </a:lnTo>
                    <a:lnTo>
                      <a:pt x="154" y="73"/>
                    </a:lnTo>
                    <a:lnTo>
                      <a:pt x="152" y="73"/>
                    </a:lnTo>
                    <a:lnTo>
                      <a:pt x="152" y="73"/>
                    </a:lnTo>
                    <a:lnTo>
                      <a:pt x="152" y="73"/>
                    </a:lnTo>
                    <a:lnTo>
                      <a:pt x="152" y="71"/>
                    </a:lnTo>
                    <a:lnTo>
                      <a:pt x="152" y="71"/>
                    </a:lnTo>
                    <a:lnTo>
                      <a:pt x="150" y="71"/>
                    </a:lnTo>
                    <a:lnTo>
                      <a:pt x="150" y="73"/>
                    </a:lnTo>
                    <a:lnTo>
                      <a:pt x="150" y="73"/>
                    </a:lnTo>
                    <a:lnTo>
                      <a:pt x="150" y="73"/>
                    </a:lnTo>
                    <a:lnTo>
                      <a:pt x="150" y="73"/>
                    </a:lnTo>
                    <a:lnTo>
                      <a:pt x="147" y="73"/>
                    </a:lnTo>
                    <a:lnTo>
                      <a:pt x="147" y="73"/>
                    </a:lnTo>
                    <a:lnTo>
                      <a:pt x="147" y="73"/>
                    </a:lnTo>
                    <a:lnTo>
                      <a:pt x="145" y="73"/>
                    </a:lnTo>
                    <a:lnTo>
                      <a:pt x="145" y="73"/>
                    </a:lnTo>
                    <a:lnTo>
                      <a:pt x="145" y="73"/>
                    </a:lnTo>
                    <a:lnTo>
                      <a:pt x="145" y="73"/>
                    </a:lnTo>
                    <a:lnTo>
                      <a:pt x="145" y="76"/>
                    </a:lnTo>
                    <a:lnTo>
                      <a:pt x="142" y="76"/>
                    </a:lnTo>
                    <a:lnTo>
                      <a:pt x="142" y="76"/>
                    </a:lnTo>
                    <a:lnTo>
                      <a:pt x="142" y="76"/>
                    </a:lnTo>
                    <a:lnTo>
                      <a:pt x="142" y="76"/>
                    </a:lnTo>
                    <a:lnTo>
                      <a:pt x="142" y="76"/>
                    </a:lnTo>
                    <a:lnTo>
                      <a:pt x="140" y="76"/>
                    </a:lnTo>
                    <a:lnTo>
                      <a:pt x="140" y="76"/>
                    </a:lnTo>
                    <a:lnTo>
                      <a:pt x="140" y="76"/>
                    </a:lnTo>
                    <a:lnTo>
                      <a:pt x="138" y="76"/>
                    </a:lnTo>
                    <a:lnTo>
                      <a:pt x="138" y="76"/>
                    </a:lnTo>
                    <a:lnTo>
                      <a:pt x="138" y="76"/>
                    </a:lnTo>
                    <a:lnTo>
                      <a:pt x="138" y="73"/>
                    </a:lnTo>
                    <a:lnTo>
                      <a:pt x="138" y="73"/>
                    </a:lnTo>
                    <a:lnTo>
                      <a:pt x="138" y="73"/>
                    </a:lnTo>
                    <a:lnTo>
                      <a:pt x="138" y="71"/>
                    </a:lnTo>
                    <a:lnTo>
                      <a:pt x="138" y="71"/>
                    </a:lnTo>
                    <a:lnTo>
                      <a:pt x="138" y="71"/>
                    </a:lnTo>
                    <a:lnTo>
                      <a:pt x="138" y="71"/>
                    </a:lnTo>
                    <a:lnTo>
                      <a:pt x="138" y="69"/>
                    </a:lnTo>
                    <a:lnTo>
                      <a:pt x="138" y="69"/>
                    </a:lnTo>
                    <a:lnTo>
                      <a:pt x="138" y="66"/>
                    </a:lnTo>
                    <a:lnTo>
                      <a:pt x="135" y="66"/>
                    </a:lnTo>
                    <a:lnTo>
                      <a:pt x="135" y="66"/>
                    </a:lnTo>
                    <a:lnTo>
                      <a:pt x="135" y="66"/>
                    </a:lnTo>
                    <a:lnTo>
                      <a:pt x="135" y="66"/>
                    </a:lnTo>
                    <a:lnTo>
                      <a:pt x="135" y="66"/>
                    </a:lnTo>
                    <a:lnTo>
                      <a:pt x="133" y="66"/>
                    </a:lnTo>
                    <a:lnTo>
                      <a:pt x="133" y="69"/>
                    </a:lnTo>
                    <a:lnTo>
                      <a:pt x="133" y="69"/>
                    </a:lnTo>
                    <a:lnTo>
                      <a:pt x="133" y="69"/>
                    </a:lnTo>
                    <a:lnTo>
                      <a:pt x="131" y="69"/>
                    </a:lnTo>
                    <a:lnTo>
                      <a:pt x="131" y="69"/>
                    </a:lnTo>
                    <a:lnTo>
                      <a:pt x="131" y="71"/>
                    </a:lnTo>
                    <a:lnTo>
                      <a:pt x="131" y="71"/>
                    </a:lnTo>
                    <a:lnTo>
                      <a:pt x="131" y="71"/>
                    </a:lnTo>
                    <a:lnTo>
                      <a:pt x="128" y="71"/>
                    </a:lnTo>
                    <a:lnTo>
                      <a:pt x="128" y="71"/>
                    </a:lnTo>
                    <a:lnTo>
                      <a:pt x="126" y="71"/>
                    </a:lnTo>
                    <a:lnTo>
                      <a:pt x="126" y="71"/>
                    </a:lnTo>
                    <a:lnTo>
                      <a:pt x="126" y="71"/>
                    </a:lnTo>
                    <a:lnTo>
                      <a:pt x="123" y="71"/>
                    </a:lnTo>
                    <a:lnTo>
                      <a:pt x="123" y="71"/>
                    </a:lnTo>
                    <a:lnTo>
                      <a:pt x="123" y="71"/>
                    </a:lnTo>
                    <a:lnTo>
                      <a:pt x="123" y="71"/>
                    </a:lnTo>
                    <a:lnTo>
                      <a:pt x="121" y="71"/>
                    </a:lnTo>
                    <a:lnTo>
                      <a:pt x="121" y="71"/>
                    </a:lnTo>
                    <a:lnTo>
                      <a:pt x="121" y="69"/>
                    </a:lnTo>
                    <a:lnTo>
                      <a:pt x="119" y="69"/>
                    </a:lnTo>
                    <a:lnTo>
                      <a:pt x="119" y="71"/>
                    </a:lnTo>
                    <a:lnTo>
                      <a:pt x="119" y="71"/>
                    </a:lnTo>
                    <a:lnTo>
                      <a:pt x="119" y="71"/>
                    </a:lnTo>
                    <a:lnTo>
                      <a:pt x="119" y="73"/>
                    </a:lnTo>
                    <a:lnTo>
                      <a:pt x="119" y="73"/>
                    </a:lnTo>
                    <a:lnTo>
                      <a:pt x="119" y="73"/>
                    </a:lnTo>
                    <a:lnTo>
                      <a:pt x="121" y="73"/>
                    </a:lnTo>
                    <a:lnTo>
                      <a:pt x="121" y="76"/>
                    </a:lnTo>
                    <a:lnTo>
                      <a:pt x="119" y="76"/>
                    </a:lnTo>
                    <a:lnTo>
                      <a:pt x="119" y="76"/>
                    </a:lnTo>
                    <a:lnTo>
                      <a:pt x="119" y="76"/>
                    </a:lnTo>
                    <a:lnTo>
                      <a:pt x="116" y="76"/>
                    </a:lnTo>
                    <a:lnTo>
                      <a:pt x="116" y="76"/>
                    </a:lnTo>
                    <a:lnTo>
                      <a:pt x="116" y="76"/>
                    </a:lnTo>
                    <a:lnTo>
                      <a:pt x="116" y="76"/>
                    </a:lnTo>
                    <a:lnTo>
                      <a:pt x="114" y="76"/>
                    </a:lnTo>
                    <a:lnTo>
                      <a:pt x="114" y="76"/>
                    </a:lnTo>
                    <a:lnTo>
                      <a:pt x="114" y="76"/>
                    </a:lnTo>
                    <a:lnTo>
                      <a:pt x="114" y="78"/>
                    </a:lnTo>
                    <a:lnTo>
                      <a:pt x="112" y="78"/>
                    </a:lnTo>
                    <a:lnTo>
                      <a:pt x="112" y="78"/>
                    </a:lnTo>
                    <a:lnTo>
                      <a:pt x="112" y="78"/>
                    </a:lnTo>
                    <a:lnTo>
                      <a:pt x="112" y="80"/>
                    </a:lnTo>
                    <a:lnTo>
                      <a:pt x="112" y="80"/>
                    </a:lnTo>
                    <a:lnTo>
                      <a:pt x="109" y="80"/>
                    </a:lnTo>
                    <a:lnTo>
                      <a:pt x="109" y="80"/>
                    </a:lnTo>
                    <a:lnTo>
                      <a:pt x="109" y="80"/>
                    </a:lnTo>
                    <a:lnTo>
                      <a:pt x="109" y="80"/>
                    </a:lnTo>
                    <a:lnTo>
                      <a:pt x="109" y="80"/>
                    </a:lnTo>
                    <a:lnTo>
                      <a:pt x="107" y="80"/>
                    </a:lnTo>
                    <a:lnTo>
                      <a:pt x="107" y="80"/>
                    </a:lnTo>
                    <a:lnTo>
                      <a:pt x="105" y="80"/>
                    </a:lnTo>
                    <a:lnTo>
                      <a:pt x="105" y="80"/>
                    </a:lnTo>
                    <a:lnTo>
                      <a:pt x="105" y="80"/>
                    </a:lnTo>
                    <a:lnTo>
                      <a:pt x="105" y="80"/>
                    </a:lnTo>
                    <a:lnTo>
                      <a:pt x="102" y="80"/>
                    </a:lnTo>
                    <a:lnTo>
                      <a:pt x="102" y="80"/>
                    </a:lnTo>
                    <a:lnTo>
                      <a:pt x="102" y="83"/>
                    </a:lnTo>
                    <a:lnTo>
                      <a:pt x="102" y="83"/>
                    </a:lnTo>
                    <a:lnTo>
                      <a:pt x="102" y="83"/>
                    </a:lnTo>
                    <a:lnTo>
                      <a:pt x="102" y="85"/>
                    </a:lnTo>
                    <a:lnTo>
                      <a:pt x="100" y="85"/>
                    </a:lnTo>
                    <a:lnTo>
                      <a:pt x="100" y="85"/>
                    </a:lnTo>
                    <a:lnTo>
                      <a:pt x="100" y="85"/>
                    </a:lnTo>
                    <a:lnTo>
                      <a:pt x="100" y="85"/>
                    </a:lnTo>
                    <a:lnTo>
                      <a:pt x="100" y="88"/>
                    </a:lnTo>
                    <a:lnTo>
                      <a:pt x="97" y="88"/>
                    </a:lnTo>
                    <a:lnTo>
                      <a:pt x="97" y="88"/>
                    </a:lnTo>
                    <a:lnTo>
                      <a:pt x="97" y="90"/>
                    </a:lnTo>
                    <a:lnTo>
                      <a:pt x="100" y="90"/>
                    </a:lnTo>
                    <a:lnTo>
                      <a:pt x="100" y="90"/>
                    </a:lnTo>
                    <a:lnTo>
                      <a:pt x="100" y="90"/>
                    </a:lnTo>
                    <a:lnTo>
                      <a:pt x="100" y="92"/>
                    </a:lnTo>
                    <a:lnTo>
                      <a:pt x="100" y="92"/>
                    </a:lnTo>
                    <a:lnTo>
                      <a:pt x="102" y="92"/>
                    </a:lnTo>
                    <a:lnTo>
                      <a:pt x="102" y="95"/>
                    </a:lnTo>
                    <a:lnTo>
                      <a:pt x="100" y="95"/>
                    </a:lnTo>
                    <a:lnTo>
                      <a:pt x="100" y="95"/>
                    </a:lnTo>
                    <a:lnTo>
                      <a:pt x="100" y="95"/>
                    </a:lnTo>
                    <a:lnTo>
                      <a:pt x="100" y="95"/>
                    </a:lnTo>
                    <a:lnTo>
                      <a:pt x="100" y="97"/>
                    </a:lnTo>
                    <a:lnTo>
                      <a:pt x="97" y="97"/>
                    </a:lnTo>
                    <a:lnTo>
                      <a:pt x="97" y="97"/>
                    </a:lnTo>
                    <a:lnTo>
                      <a:pt x="97" y="97"/>
                    </a:lnTo>
                    <a:lnTo>
                      <a:pt x="95" y="97"/>
                    </a:lnTo>
                    <a:lnTo>
                      <a:pt x="95" y="97"/>
                    </a:lnTo>
                    <a:lnTo>
                      <a:pt x="95" y="97"/>
                    </a:lnTo>
                    <a:lnTo>
                      <a:pt x="93" y="97"/>
                    </a:lnTo>
                    <a:lnTo>
                      <a:pt x="93" y="97"/>
                    </a:lnTo>
                    <a:lnTo>
                      <a:pt x="90" y="97"/>
                    </a:lnTo>
                    <a:lnTo>
                      <a:pt x="90" y="97"/>
                    </a:lnTo>
                    <a:lnTo>
                      <a:pt x="90" y="97"/>
                    </a:lnTo>
                    <a:lnTo>
                      <a:pt x="88" y="97"/>
                    </a:lnTo>
                    <a:lnTo>
                      <a:pt x="88" y="97"/>
                    </a:lnTo>
                    <a:lnTo>
                      <a:pt x="88" y="97"/>
                    </a:lnTo>
                    <a:lnTo>
                      <a:pt x="88" y="99"/>
                    </a:lnTo>
                    <a:lnTo>
                      <a:pt x="86" y="99"/>
                    </a:lnTo>
                    <a:lnTo>
                      <a:pt x="86" y="99"/>
                    </a:lnTo>
                    <a:lnTo>
                      <a:pt x="86" y="99"/>
                    </a:lnTo>
                    <a:lnTo>
                      <a:pt x="83" y="99"/>
                    </a:lnTo>
                    <a:lnTo>
                      <a:pt x="83" y="99"/>
                    </a:lnTo>
                    <a:lnTo>
                      <a:pt x="83" y="99"/>
                    </a:lnTo>
                    <a:lnTo>
                      <a:pt x="83" y="99"/>
                    </a:lnTo>
                    <a:lnTo>
                      <a:pt x="81" y="99"/>
                    </a:lnTo>
                    <a:lnTo>
                      <a:pt x="81" y="99"/>
                    </a:lnTo>
                    <a:lnTo>
                      <a:pt x="78" y="99"/>
                    </a:lnTo>
                    <a:lnTo>
                      <a:pt x="78" y="99"/>
                    </a:lnTo>
                    <a:lnTo>
                      <a:pt x="78" y="102"/>
                    </a:lnTo>
                    <a:lnTo>
                      <a:pt x="78" y="102"/>
                    </a:lnTo>
                    <a:lnTo>
                      <a:pt x="78" y="99"/>
                    </a:lnTo>
                    <a:lnTo>
                      <a:pt x="76" y="99"/>
                    </a:lnTo>
                    <a:lnTo>
                      <a:pt x="76" y="99"/>
                    </a:lnTo>
                    <a:lnTo>
                      <a:pt x="76" y="99"/>
                    </a:lnTo>
                    <a:lnTo>
                      <a:pt x="76" y="99"/>
                    </a:lnTo>
                    <a:lnTo>
                      <a:pt x="74" y="99"/>
                    </a:lnTo>
                    <a:lnTo>
                      <a:pt x="74" y="99"/>
                    </a:lnTo>
                    <a:lnTo>
                      <a:pt x="71" y="99"/>
                    </a:lnTo>
                    <a:lnTo>
                      <a:pt x="71" y="99"/>
                    </a:lnTo>
                    <a:lnTo>
                      <a:pt x="71" y="99"/>
                    </a:lnTo>
                    <a:lnTo>
                      <a:pt x="71" y="99"/>
                    </a:lnTo>
                    <a:lnTo>
                      <a:pt x="71" y="99"/>
                    </a:lnTo>
                    <a:lnTo>
                      <a:pt x="69" y="99"/>
                    </a:lnTo>
                    <a:lnTo>
                      <a:pt x="69" y="99"/>
                    </a:lnTo>
                    <a:lnTo>
                      <a:pt x="69" y="99"/>
                    </a:lnTo>
                    <a:lnTo>
                      <a:pt x="69" y="99"/>
                    </a:lnTo>
                    <a:lnTo>
                      <a:pt x="67" y="99"/>
                    </a:lnTo>
                    <a:lnTo>
                      <a:pt x="67" y="99"/>
                    </a:lnTo>
                    <a:lnTo>
                      <a:pt x="67" y="102"/>
                    </a:lnTo>
                    <a:lnTo>
                      <a:pt x="64" y="102"/>
                    </a:lnTo>
                    <a:lnTo>
                      <a:pt x="64" y="102"/>
                    </a:lnTo>
                    <a:lnTo>
                      <a:pt x="64" y="104"/>
                    </a:lnTo>
                    <a:lnTo>
                      <a:pt x="64" y="104"/>
                    </a:lnTo>
                    <a:lnTo>
                      <a:pt x="64" y="104"/>
                    </a:lnTo>
                    <a:lnTo>
                      <a:pt x="64" y="104"/>
                    </a:lnTo>
                    <a:lnTo>
                      <a:pt x="64" y="104"/>
                    </a:lnTo>
                    <a:lnTo>
                      <a:pt x="64" y="102"/>
                    </a:lnTo>
                    <a:lnTo>
                      <a:pt x="62" y="102"/>
                    </a:lnTo>
                    <a:lnTo>
                      <a:pt x="62" y="102"/>
                    </a:lnTo>
                    <a:lnTo>
                      <a:pt x="62" y="102"/>
                    </a:lnTo>
                    <a:lnTo>
                      <a:pt x="62" y="102"/>
                    </a:lnTo>
                    <a:lnTo>
                      <a:pt x="62" y="99"/>
                    </a:lnTo>
                    <a:lnTo>
                      <a:pt x="60" y="99"/>
                    </a:lnTo>
                    <a:lnTo>
                      <a:pt x="60" y="99"/>
                    </a:lnTo>
                    <a:lnTo>
                      <a:pt x="60" y="99"/>
                    </a:lnTo>
                    <a:lnTo>
                      <a:pt x="60" y="99"/>
                    </a:lnTo>
                    <a:lnTo>
                      <a:pt x="57" y="99"/>
                    </a:lnTo>
                    <a:lnTo>
                      <a:pt x="57" y="102"/>
                    </a:lnTo>
                    <a:lnTo>
                      <a:pt x="57" y="102"/>
                    </a:lnTo>
                    <a:lnTo>
                      <a:pt x="57" y="102"/>
                    </a:lnTo>
                    <a:lnTo>
                      <a:pt x="55" y="102"/>
                    </a:lnTo>
                    <a:lnTo>
                      <a:pt x="55" y="102"/>
                    </a:lnTo>
                    <a:lnTo>
                      <a:pt x="55" y="102"/>
                    </a:lnTo>
                    <a:lnTo>
                      <a:pt x="55" y="102"/>
                    </a:lnTo>
                    <a:lnTo>
                      <a:pt x="52" y="102"/>
                    </a:lnTo>
                    <a:lnTo>
                      <a:pt x="52" y="99"/>
                    </a:lnTo>
                    <a:lnTo>
                      <a:pt x="52" y="99"/>
                    </a:lnTo>
                    <a:lnTo>
                      <a:pt x="55" y="99"/>
                    </a:lnTo>
                    <a:lnTo>
                      <a:pt x="55" y="97"/>
                    </a:lnTo>
                    <a:lnTo>
                      <a:pt x="55" y="97"/>
                    </a:lnTo>
                    <a:lnTo>
                      <a:pt x="52" y="97"/>
                    </a:lnTo>
                    <a:lnTo>
                      <a:pt x="52" y="97"/>
                    </a:lnTo>
                    <a:lnTo>
                      <a:pt x="52" y="97"/>
                    </a:lnTo>
                    <a:lnTo>
                      <a:pt x="50" y="97"/>
                    </a:lnTo>
                    <a:lnTo>
                      <a:pt x="50" y="97"/>
                    </a:lnTo>
                    <a:lnTo>
                      <a:pt x="50" y="97"/>
                    </a:lnTo>
                    <a:lnTo>
                      <a:pt x="50" y="95"/>
                    </a:lnTo>
                    <a:lnTo>
                      <a:pt x="50" y="95"/>
                    </a:lnTo>
                    <a:lnTo>
                      <a:pt x="50" y="95"/>
                    </a:lnTo>
                    <a:lnTo>
                      <a:pt x="48" y="95"/>
                    </a:lnTo>
                    <a:lnTo>
                      <a:pt x="48" y="95"/>
                    </a:lnTo>
                    <a:lnTo>
                      <a:pt x="45" y="95"/>
                    </a:lnTo>
                    <a:lnTo>
                      <a:pt x="45" y="95"/>
                    </a:lnTo>
                    <a:lnTo>
                      <a:pt x="45" y="95"/>
                    </a:lnTo>
                    <a:lnTo>
                      <a:pt x="45" y="95"/>
                    </a:lnTo>
                    <a:lnTo>
                      <a:pt x="43" y="95"/>
                    </a:lnTo>
                    <a:lnTo>
                      <a:pt x="43" y="95"/>
                    </a:lnTo>
                    <a:lnTo>
                      <a:pt x="43" y="95"/>
                    </a:lnTo>
                    <a:lnTo>
                      <a:pt x="43" y="95"/>
                    </a:lnTo>
                    <a:lnTo>
                      <a:pt x="41" y="95"/>
                    </a:lnTo>
                    <a:lnTo>
                      <a:pt x="41" y="95"/>
                    </a:lnTo>
                    <a:lnTo>
                      <a:pt x="38" y="95"/>
                    </a:lnTo>
                    <a:lnTo>
                      <a:pt x="38" y="97"/>
                    </a:lnTo>
                    <a:lnTo>
                      <a:pt x="38" y="97"/>
                    </a:lnTo>
                    <a:lnTo>
                      <a:pt x="38" y="97"/>
                    </a:lnTo>
                    <a:lnTo>
                      <a:pt x="38" y="97"/>
                    </a:lnTo>
                    <a:lnTo>
                      <a:pt x="36" y="97"/>
                    </a:lnTo>
                    <a:lnTo>
                      <a:pt x="36" y="99"/>
                    </a:lnTo>
                    <a:lnTo>
                      <a:pt x="36" y="99"/>
                    </a:lnTo>
                    <a:lnTo>
                      <a:pt x="36" y="99"/>
                    </a:lnTo>
                    <a:lnTo>
                      <a:pt x="34" y="99"/>
                    </a:lnTo>
                    <a:lnTo>
                      <a:pt x="34" y="99"/>
                    </a:lnTo>
                    <a:lnTo>
                      <a:pt x="31" y="99"/>
                    </a:lnTo>
                    <a:lnTo>
                      <a:pt x="31" y="97"/>
                    </a:lnTo>
                    <a:lnTo>
                      <a:pt x="31" y="97"/>
                    </a:lnTo>
                    <a:lnTo>
                      <a:pt x="31" y="95"/>
                    </a:lnTo>
                    <a:lnTo>
                      <a:pt x="31" y="95"/>
                    </a:lnTo>
                    <a:lnTo>
                      <a:pt x="31" y="95"/>
                    </a:lnTo>
                    <a:lnTo>
                      <a:pt x="31" y="95"/>
                    </a:lnTo>
                    <a:lnTo>
                      <a:pt x="31" y="95"/>
                    </a:lnTo>
                    <a:lnTo>
                      <a:pt x="29" y="95"/>
                    </a:lnTo>
                    <a:lnTo>
                      <a:pt x="29" y="95"/>
                    </a:lnTo>
                    <a:lnTo>
                      <a:pt x="29" y="95"/>
                    </a:lnTo>
                    <a:lnTo>
                      <a:pt x="29" y="92"/>
                    </a:lnTo>
                    <a:lnTo>
                      <a:pt x="26" y="92"/>
                    </a:lnTo>
                    <a:lnTo>
                      <a:pt x="26" y="95"/>
                    </a:lnTo>
                    <a:lnTo>
                      <a:pt x="26" y="95"/>
                    </a:lnTo>
                    <a:lnTo>
                      <a:pt x="24" y="95"/>
                    </a:lnTo>
                    <a:lnTo>
                      <a:pt x="24" y="95"/>
                    </a:lnTo>
                    <a:lnTo>
                      <a:pt x="24" y="95"/>
                    </a:lnTo>
                    <a:lnTo>
                      <a:pt x="24" y="95"/>
                    </a:lnTo>
                    <a:lnTo>
                      <a:pt x="22" y="95"/>
                    </a:lnTo>
                    <a:lnTo>
                      <a:pt x="22" y="95"/>
                    </a:lnTo>
                    <a:lnTo>
                      <a:pt x="22" y="95"/>
                    </a:lnTo>
                    <a:lnTo>
                      <a:pt x="19" y="95"/>
                    </a:lnTo>
                    <a:lnTo>
                      <a:pt x="19" y="95"/>
                    </a:lnTo>
                    <a:lnTo>
                      <a:pt x="19" y="95"/>
                    </a:lnTo>
                    <a:lnTo>
                      <a:pt x="17" y="95"/>
                    </a:lnTo>
                    <a:lnTo>
                      <a:pt x="17" y="95"/>
                    </a:lnTo>
                    <a:lnTo>
                      <a:pt x="17" y="95"/>
                    </a:lnTo>
                    <a:lnTo>
                      <a:pt x="17" y="95"/>
                    </a:lnTo>
                    <a:lnTo>
                      <a:pt x="15" y="95"/>
                    </a:lnTo>
                    <a:lnTo>
                      <a:pt x="15" y="95"/>
                    </a:lnTo>
                    <a:lnTo>
                      <a:pt x="15" y="95"/>
                    </a:lnTo>
                    <a:lnTo>
                      <a:pt x="15" y="95"/>
                    </a:lnTo>
                    <a:lnTo>
                      <a:pt x="12" y="95"/>
                    </a:lnTo>
                    <a:lnTo>
                      <a:pt x="12" y="95"/>
                    </a:lnTo>
                    <a:lnTo>
                      <a:pt x="12" y="95"/>
                    </a:lnTo>
                    <a:lnTo>
                      <a:pt x="12" y="95"/>
                    </a:lnTo>
                    <a:lnTo>
                      <a:pt x="10" y="95"/>
                    </a:lnTo>
                    <a:lnTo>
                      <a:pt x="10" y="95"/>
                    </a:lnTo>
                    <a:lnTo>
                      <a:pt x="10" y="95"/>
                    </a:lnTo>
                    <a:lnTo>
                      <a:pt x="7" y="95"/>
                    </a:lnTo>
                    <a:lnTo>
                      <a:pt x="7" y="95"/>
                    </a:lnTo>
                    <a:lnTo>
                      <a:pt x="7" y="95"/>
                    </a:lnTo>
                    <a:lnTo>
                      <a:pt x="5" y="95"/>
                    </a:lnTo>
                    <a:lnTo>
                      <a:pt x="5" y="95"/>
                    </a:lnTo>
                    <a:lnTo>
                      <a:pt x="5" y="95"/>
                    </a:lnTo>
                    <a:lnTo>
                      <a:pt x="3" y="95"/>
                    </a:lnTo>
                    <a:lnTo>
                      <a:pt x="3" y="95"/>
                    </a:lnTo>
                    <a:lnTo>
                      <a:pt x="3" y="95"/>
                    </a:lnTo>
                    <a:lnTo>
                      <a:pt x="3" y="95"/>
                    </a:lnTo>
                    <a:lnTo>
                      <a:pt x="3" y="92"/>
                    </a:lnTo>
                    <a:lnTo>
                      <a:pt x="3" y="92"/>
                    </a:lnTo>
                    <a:lnTo>
                      <a:pt x="3" y="90"/>
                    </a:lnTo>
                    <a:lnTo>
                      <a:pt x="0" y="90"/>
                    </a:lnTo>
                    <a:lnTo>
                      <a:pt x="0" y="90"/>
                    </a:lnTo>
                    <a:lnTo>
                      <a:pt x="0" y="88"/>
                    </a:lnTo>
                    <a:lnTo>
                      <a:pt x="0" y="88"/>
                    </a:lnTo>
                    <a:lnTo>
                      <a:pt x="0" y="85"/>
                    </a:lnTo>
                    <a:lnTo>
                      <a:pt x="3" y="85"/>
                    </a:lnTo>
                    <a:lnTo>
                      <a:pt x="3" y="85"/>
                    </a:lnTo>
                    <a:lnTo>
                      <a:pt x="3" y="85"/>
                    </a:lnTo>
                    <a:lnTo>
                      <a:pt x="3" y="83"/>
                    </a:lnTo>
                    <a:lnTo>
                      <a:pt x="3" y="83"/>
                    </a:lnTo>
                    <a:lnTo>
                      <a:pt x="3" y="85"/>
                    </a:lnTo>
                    <a:lnTo>
                      <a:pt x="3" y="85"/>
                    </a:lnTo>
                    <a:lnTo>
                      <a:pt x="3" y="85"/>
                    </a:lnTo>
                    <a:lnTo>
                      <a:pt x="5" y="85"/>
                    </a:lnTo>
                    <a:lnTo>
                      <a:pt x="5" y="85"/>
                    </a:lnTo>
                    <a:lnTo>
                      <a:pt x="5" y="85"/>
                    </a:lnTo>
                    <a:lnTo>
                      <a:pt x="5" y="85"/>
                    </a:lnTo>
                    <a:lnTo>
                      <a:pt x="5" y="83"/>
                    </a:lnTo>
                    <a:lnTo>
                      <a:pt x="5" y="83"/>
                    </a:lnTo>
                    <a:lnTo>
                      <a:pt x="5" y="83"/>
                    </a:lnTo>
                    <a:lnTo>
                      <a:pt x="5" y="80"/>
                    </a:lnTo>
                    <a:lnTo>
                      <a:pt x="5" y="80"/>
                    </a:lnTo>
                    <a:lnTo>
                      <a:pt x="7" y="80"/>
                    </a:lnTo>
                    <a:lnTo>
                      <a:pt x="7" y="80"/>
                    </a:lnTo>
                    <a:lnTo>
                      <a:pt x="7" y="80"/>
                    </a:lnTo>
                    <a:lnTo>
                      <a:pt x="10" y="80"/>
                    </a:lnTo>
                    <a:lnTo>
                      <a:pt x="10" y="80"/>
                    </a:lnTo>
                    <a:lnTo>
                      <a:pt x="10" y="80"/>
                    </a:lnTo>
                    <a:lnTo>
                      <a:pt x="10" y="78"/>
                    </a:lnTo>
                    <a:lnTo>
                      <a:pt x="12" y="78"/>
                    </a:lnTo>
                    <a:lnTo>
                      <a:pt x="12" y="78"/>
                    </a:lnTo>
                    <a:lnTo>
                      <a:pt x="12" y="78"/>
                    </a:lnTo>
                    <a:lnTo>
                      <a:pt x="15" y="78"/>
                    </a:lnTo>
                    <a:lnTo>
                      <a:pt x="15" y="78"/>
                    </a:lnTo>
                    <a:lnTo>
                      <a:pt x="15" y="78"/>
                    </a:lnTo>
                    <a:lnTo>
                      <a:pt x="17" y="78"/>
                    </a:lnTo>
                    <a:lnTo>
                      <a:pt x="17" y="76"/>
                    </a:lnTo>
                    <a:lnTo>
                      <a:pt x="17" y="76"/>
                    </a:lnTo>
                    <a:lnTo>
                      <a:pt x="17" y="78"/>
                    </a:lnTo>
                    <a:lnTo>
                      <a:pt x="17" y="78"/>
                    </a:lnTo>
                    <a:lnTo>
                      <a:pt x="19" y="78"/>
                    </a:lnTo>
                    <a:lnTo>
                      <a:pt x="19" y="78"/>
                    </a:lnTo>
                    <a:lnTo>
                      <a:pt x="19" y="78"/>
                    </a:lnTo>
                    <a:lnTo>
                      <a:pt x="19" y="80"/>
                    </a:lnTo>
                    <a:lnTo>
                      <a:pt x="19" y="80"/>
                    </a:lnTo>
                    <a:lnTo>
                      <a:pt x="22" y="80"/>
                    </a:lnTo>
                    <a:lnTo>
                      <a:pt x="22" y="80"/>
                    </a:lnTo>
                    <a:lnTo>
                      <a:pt x="24" y="80"/>
                    </a:lnTo>
                    <a:lnTo>
                      <a:pt x="24" y="80"/>
                    </a:lnTo>
                    <a:lnTo>
                      <a:pt x="24" y="80"/>
                    </a:lnTo>
                    <a:lnTo>
                      <a:pt x="24" y="80"/>
                    </a:lnTo>
                    <a:lnTo>
                      <a:pt x="24" y="83"/>
                    </a:lnTo>
                    <a:lnTo>
                      <a:pt x="26" y="83"/>
                    </a:lnTo>
                    <a:lnTo>
                      <a:pt x="26" y="83"/>
                    </a:lnTo>
                    <a:lnTo>
                      <a:pt x="29" y="83"/>
                    </a:lnTo>
                    <a:lnTo>
                      <a:pt x="29" y="83"/>
                    </a:lnTo>
                    <a:lnTo>
                      <a:pt x="26" y="83"/>
                    </a:lnTo>
                    <a:lnTo>
                      <a:pt x="26" y="85"/>
                    </a:lnTo>
                    <a:lnTo>
                      <a:pt x="26" y="85"/>
                    </a:lnTo>
                    <a:lnTo>
                      <a:pt x="26" y="85"/>
                    </a:lnTo>
                    <a:lnTo>
                      <a:pt x="26" y="85"/>
                    </a:lnTo>
                    <a:lnTo>
                      <a:pt x="29" y="85"/>
                    </a:lnTo>
                    <a:lnTo>
                      <a:pt x="29" y="85"/>
                    </a:lnTo>
                    <a:lnTo>
                      <a:pt x="29" y="85"/>
                    </a:lnTo>
                    <a:lnTo>
                      <a:pt x="29" y="85"/>
                    </a:lnTo>
                    <a:lnTo>
                      <a:pt x="29" y="83"/>
                    </a:lnTo>
                    <a:lnTo>
                      <a:pt x="31" y="83"/>
                    </a:lnTo>
                    <a:lnTo>
                      <a:pt x="31" y="83"/>
                    </a:lnTo>
                    <a:lnTo>
                      <a:pt x="31" y="80"/>
                    </a:lnTo>
                    <a:lnTo>
                      <a:pt x="31" y="80"/>
                    </a:lnTo>
                    <a:lnTo>
                      <a:pt x="31" y="80"/>
                    </a:lnTo>
                    <a:lnTo>
                      <a:pt x="34" y="80"/>
                    </a:lnTo>
                    <a:lnTo>
                      <a:pt x="34" y="80"/>
                    </a:lnTo>
                    <a:lnTo>
                      <a:pt x="34" y="80"/>
                    </a:lnTo>
                    <a:lnTo>
                      <a:pt x="34" y="78"/>
                    </a:lnTo>
                    <a:lnTo>
                      <a:pt x="36" y="78"/>
                    </a:lnTo>
                    <a:lnTo>
                      <a:pt x="36" y="78"/>
                    </a:lnTo>
                    <a:lnTo>
                      <a:pt x="36" y="78"/>
                    </a:lnTo>
                    <a:lnTo>
                      <a:pt x="36" y="78"/>
                    </a:lnTo>
                    <a:lnTo>
                      <a:pt x="36" y="76"/>
                    </a:lnTo>
                    <a:lnTo>
                      <a:pt x="38" y="76"/>
                    </a:lnTo>
                    <a:lnTo>
                      <a:pt x="38" y="76"/>
                    </a:lnTo>
                    <a:lnTo>
                      <a:pt x="38" y="76"/>
                    </a:lnTo>
                    <a:lnTo>
                      <a:pt x="38" y="76"/>
                    </a:lnTo>
                    <a:lnTo>
                      <a:pt x="41" y="76"/>
                    </a:lnTo>
                    <a:lnTo>
                      <a:pt x="41" y="76"/>
                    </a:lnTo>
                    <a:lnTo>
                      <a:pt x="41" y="76"/>
                    </a:lnTo>
                    <a:lnTo>
                      <a:pt x="43" y="76"/>
                    </a:lnTo>
                    <a:lnTo>
                      <a:pt x="43" y="76"/>
                    </a:lnTo>
                    <a:lnTo>
                      <a:pt x="43" y="76"/>
                    </a:lnTo>
                    <a:lnTo>
                      <a:pt x="43" y="76"/>
                    </a:lnTo>
                    <a:lnTo>
                      <a:pt x="45" y="76"/>
                    </a:lnTo>
                    <a:lnTo>
                      <a:pt x="45" y="76"/>
                    </a:lnTo>
                    <a:lnTo>
                      <a:pt x="45" y="76"/>
                    </a:lnTo>
                    <a:lnTo>
                      <a:pt x="45" y="76"/>
                    </a:lnTo>
                    <a:lnTo>
                      <a:pt x="48" y="76"/>
                    </a:lnTo>
                    <a:lnTo>
                      <a:pt x="48" y="76"/>
                    </a:lnTo>
                    <a:lnTo>
                      <a:pt x="48" y="78"/>
                    </a:lnTo>
                    <a:lnTo>
                      <a:pt x="50" y="78"/>
                    </a:lnTo>
                    <a:lnTo>
                      <a:pt x="50" y="78"/>
                    </a:lnTo>
                    <a:lnTo>
                      <a:pt x="50" y="78"/>
                    </a:lnTo>
                    <a:lnTo>
                      <a:pt x="50" y="76"/>
                    </a:lnTo>
                    <a:lnTo>
                      <a:pt x="52" y="76"/>
                    </a:lnTo>
                    <a:lnTo>
                      <a:pt x="52" y="78"/>
                    </a:lnTo>
                    <a:lnTo>
                      <a:pt x="52" y="78"/>
                    </a:lnTo>
                    <a:lnTo>
                      <a:pt x="52" y="78"/>
                    </a:lnTo>
                    <a:lnTo>
                      <a:pt x="52" y="78"/>
                    </a:lnTo>
                    <a:lnTo>
                      <a:pt x="55" y="78"/>
                    </a:lnTo>
                    <a:lnTo>
                      <a:pt x="55" y="78"/>
                    </a:lnTo>
                    <a:lnTo>
                      <a:pt x="55" y="78"/>
                    </a:lnTo>
                    <a:lnTo>
                      <a:pt x="55" y="76"/>
                    </a:lnTo>
                    <a:lnTo>
                      <a:pt x="57" y="76"/>
                    </a:lnTo>
                    <a:lnTo>
                      <a:pt x="57" y="76"/>
                    </a:lnTo>
                    <a:lnTo>
                      <a:pt x="57" y="78"/>
                    </a:lnTo>
                    <a:lnTo>
                      <a:pt x="57" y="78"/>
                    </a:lnTo>
                    <a:lnTo>
                      <a:pt x="57" y="76"/>
                    </a:lnTo>
                    <a:lnTo>
                      <a:pt x="60" y="76"/>
                    </a:lnTo>
                    <a:lnTo>
                      <a:pt x="60" y="76"/>
                    </a:lnTo>
                    <a:lnTo>
                      <a:pt x="57" y="76"/>
                    </a:lnTo>
                    <a:lnTo>
                      <a:pt x="57" y="76"/>
                    </a:lnTo>
                    <a:lnTo>
                      <a:pt x="60" y="76"/>
                    </a:lnTo>
                    <a:lnTo>
                      <a:pt x="60" y="73"/>
                    </a:lnTo>
                    <a:lnTo>
                      <a:pt x="60" y="73"/>
                    </a:lnTo>
                    <a:lnTo>
                      <a:pt x="62" y="73"/>
                    </a:lnTo>
                    <a:lnTo>
                      <a:pt x="62" y="73"/>
                    </a:lnTo>
                    <a:lnTo>
                      <a:pt x="62" y="71"/>
                    </a:lnTo>
                    <a:lnTo>
                      <a:pt x="62" y="71"/>
                    </a:lnTo>
                    <a:lnTo>
                      <a:pt x="62" y="71"/>
                    </a:lnTo>
                    <a:lnTo>
                      <a:pt x="62" y="71"/>
                    </a:lnTo>
                    <a:lnTo>
                      <a:pt x="64" y="71"/>
                    </a:lnTo>
                    <a:lnTo>
                      <a:pt x="64" y="71"/>
                    </a:lnTo>
                    <a:lnTo>
                      <a:pt x="64" y="71"/>
                    </a:lnTo>
                    <a:lnTo>
                      <a:pt x="64" y="71"/>
                    </a:lnTo>
                    <a:lnTo>
                      <a:pt x="67" y="71"/>
                    </a:lnTo>
                    <a:lnTo>
                      <a:pt x="67" y="73"/>
                    </a:lnTo>
                    <a:lnTo>
                      <a:pt x="67" y="73"/>
                    </a:lnTo>
                    <a:lnTo>
                      <a:pt x="69" y="73"/>
                    </a:lnTo>
                    <a:lnTo>
                      <a:pt x="69" y="71"/>
                    </a:lnTo>
                    <a:lnTo>
                      <a:pt x="69" y="71"/>
                    </a:lnTo>
                    <a:lnTo>
                      <a:pt x="69" y="69"/>
                    </a:lnTo>
                    <a:lnTo>
                      <a:pt x="69" y="6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4" name="Freeform 132"/>
              <p:cNvSpPr>
                <a:spLocks/>
              </p:cNvSpPr>
              <p:nvPr/>
            </p:nvSpPr>
            <p:spPr bwMode="auto">
              <a:xfrm>
                <a:off x="2317" y="1656"/>
                <a:ext cx="237" cy="104"/>
              </a:xfrm>
              <a:custGeom>
                <a:avLst/>
                <a:gdLst/>
                <a:ahLst/>
                <a:cxnLst>
                  <a:cxn ang="0">
                    <a:pos x="78" y="64"/>
                  </a:cxn>
                  <a:cxn ang="0">
                    <a:pos x="78" y="62"/>
                  </a:cxn>
                  <a:cxn ang="0">
                    <a:pos x="67" y="57"/>
                  </a:cxn>
                  <a:cxn ang="0">
                    <a:pos x="57" y="54"/>
                  </a:cxn>
                  <a:cxn ang="0">
                    <a:pos x="52" y="45"/>
                  </a:cxn>
                  <a:cxn ang="0">
                    <a:pos x="45" y="54"/>
                  </a:cxn>
                  <a:cxn ang="0">
                    <a:pos x="34" y="54"/>
                  </a:cxn>
                  <a:cxn ang="0">
                    <a:pos x="24" y="45"/>
                  </a:cxn>
                  <a:cxn ang="0">
                    <a:pos x="24" y="40"/>
                  </a:cxn>
                  <a:cxn ang="0">
                    <a:pos x="34" y="31"/>
                  </a:cxn>
                  <a:cxn ang="0">
                    <a:pos x="41" y="26"/>
                  </a:cxn>
                  <a:cxn ang="0">
                    <a:pos x="38" y="19"/>
                  </a:cxn>
                  <a:cxn ang="0">
                    <a:pos x="43" y="14"/>
                  </a:cxn>
                  <a:cxn ang="0">
                    <a:pos x="57" y="12"/>
                  </a:cxn>
                  <a:cxn ang="0">
                    <a:pos x="69" y="14"/>
                  </a:cxn>
                  <a:cxn ang="0">
                    <a:pos x="83" y="19"/>
                  </a:cxn>
                  <a:cxn ang="0">
                    <a:pos x="90" y="19"/>
                  </a:cxn>
                  <a:cxn ang="0">
                    <a:pos x="95" y="5"/>
                  </a:cxn>
                  <a:cxn ang="0">
                    <a:pos x="105" y="2"/>
                  </a:cxn>
                  <a:cxn ang="0">
                    <a:pos x="116" y="5"/>
                  </a:cxn>
                  <a:cxn ang="0">
                    <a:pos x="128" y="12"/>
                  </a:cxn>
                  <a:cxn ang="0">
                    <a:pos x="140" y="12"/>
                  </a:cxn>
                  <a:cxn ang="0">
                    <a:pos x="152" y="9"/>
                  </a:cxn>
                  <a:cxn ang="0">
                    <a:pos x="166" y="7"/>
                  </a:cxn>
                  <a:cxn ang="0">
                    <a:pos x="178" y="7"/>
                  </a:cxn>
                  <a:cxn ang="0">
                    <a:pos x="190" y="9"/>
                  </a:cxn>
                  <a:cxn ang="0">
                    <a:pos x="204" y="12"/>
                  </a:cxn>
                  <a:cxn ang="0">
                    <a:pos x="213" y="17"/>
                  </a:cxn>
                  <a:cxn ang="0">
                    <a:pos x="225" y="21"/>
                  </a:cxn>
                  <a:cxn ang="0">
                    <a:pos x="237" y="26"/>
                  </a:cxn>
                  <a:cxn ang="0">
                    <a:pos x="228" y="33"/>
                  </a:cxn>
                  <a:cxn ang="0">
                    <a:pos x="216" y="38"/>
                  </a:cxn>
                  <a:cxn ang="0">
                    <a:pos x="204" y="43"/>
                  </a:cxn>
                  <a:cxn ang="0">
                    <a:pos x="197" y="50"/>
                  </a:cxn>
                  <a:cxn ang="0">
                    <a:pos x="187" y="54"/>
                  </a:cxn>
                  <a:cxn ang="0">
                    <a:pos x="176" y="57"/>
                  </a:cxn>
                  <a:cxn ang="0">
                    <a:pos x="164" y="59"/>
                  </a:cxn>
                  <a:cxn ang="0">
                    <a:pos x="157" y="71"/>
                  </a:cxn>
                  <a:cxn ang="0">
                    <a:pos x="147" y="73"/>
                  </a:cxn>
                  <a:cxn ang="0">
                    <a:pos x="138" y="73"/>
                  </a:cxn>
                  <a:cxn ang="0">
                    <a:pos x="133" y="69"/>
                  </a:cxn>
                  <a:cxn ang="0">
                    <a:pos x="119" y="69"/>
                  </a:cxn>
                  <a:cxn ang="0">
                    <a:pos x="114" y="76"/>
                  </a:cxn>
                  <a:cxn ang="0">
                    <a:pos x="102" y="80"/>
                  </a:cxn>
                  <a:cxn ang="0">
                    <a:pos x="100" y="92"/>
                  </a:cxn>
                  <a:cxn ang="0">
                    <a:pos x="90" y="97"/>
                  </a:cxn>
                  <a:cxn ang="0">
                    <a:pos x="78" y="99"/>
                  </a:cxn>
                  <a:cxn ang="0">
                    <a:pos x="67" y="102"/>
                  </a:cxn>
                  <a:cxn ang="0">
                    <a:pos x="57" y="99"/>
                  </a:cxn>
                  <a:cxn ang="0">
                    <a:pos x="50" y="97"/>
                  </a:cxn>
                  <a:cxn ang="0">
                    <a:pos x="38" y="97"/>
                  </a:cxn>
                  <a:cxn ang="0">
                    <a:pos x="29" y="95"/>
                  </a:cxn>
                  <a:cxn ang="0">
                    <a:pos x="17" y="95"/>
                  </a:cxn>
                  <a:cxn ang="0">
                    <a:pos x="5" y="95"/>
                  </a:cxn>
                  <a:cxn ang="0">
                    <a:pos x="3" y="83"/>
                  </a:cxn>
                  <a:cxn ang="0">
                    <a:pos x="10" y="80"/>
                  </a:cxn>
                  <a:cxn ang="0">
                    <a:pos x="22" y="80"/>
                  </a:cxn>
                  <a:cxn ang="0">
                    <a:pos x="29" y="85"/>
                  </a:cxn>
                  <a:cxn ang="0">
                    <a:pos x="38" y="76"/>
                  </a:cxn>
                  <a:cxn ang="0">
                    <a:pos x="50" y="78"/>
                  </a:cxn>
                  <a:cxn ang="0">
                    <a:pos x="60" y="76"/>
                  </a:cxn>
                  <a:cxn ang="0">
                    <a:pos x="67" y="73"/>
                  </a:cxn>
                </a:cxnLst>
                <a:rect l="0" t="0" r="r" b="b"/>
                <a:pathLst>
                  <a:path w="237" h="104">
                    <a:moveTo>
                      <a:pt x="69" y="69"/>
                    </a:moveTo>
                    <a:lnTo>
                      <a:pt x="69" y="69"/>
                    </a:lnTo>
                    <a:lnTo>
                      <a:pt x="69" y="69"/>
                    </a:lnTo>
                    <a:lnTo>
                      <a:pt x="69" y="69"/>
                    </a:lnTo>
                    <a:lnTo>
                      <a:pt x="71" y="69"/>
                    </a:lnTo>
                    <a:lnTo>
                      <a:pt x="71" y="69"/>
                    </a:lnTo>
                    <a:lnTo>
                      <a:pt x="71" y="69"/>
                    </a:lnTo>
                    <a:lnTo>
                      <a:pt x="74" y="69"/>
                    </a:lnTo>
                    <a:lnTo>
                      <a:pt x="74" y="69"/>
                    </a:lnTo>
                    <a:lnTo>
                      <a:pt x="74" y="69"/>
                    </a:lnTo>
                    <a:lnTo>
                      <a:pt x="76" y="69"/>
                    </a:lnTo>
                    <a:lnTo>
                      <a:pt x="76" y="66"/>
                    </a:lnTo>
                    <a:lnTo>
                      <a:pt x="76" y="66"/>
                    </a:lnTo>
                    <a:lnTo>
                      <a:pt x="76" y="66"/>
                    </a:lnTo>
                    <a:lnTo>
                      <a:pt x="76" y="66"/>
                    </a:lnTo>
                    <a:lnTo>
                      <a:pt x="76" y="64"/>
                    </a:lnTo>
                    <a:lnTo>
                      <a:pt x="78" y="64"/>
                    </a:lnTo>
                    <a:lnTo>
                      <a:pt x="78" y="64"/>
                    </a:lnTo>
                    <a:lnTo>
                      <a:pt x="78" y="64"/>
                    </a:lnTo>
                    <a:lnTo>
                      <a:pt x="78" y="64"/>
                    </a:lnTo>
                    <a:lnTo>
                      <a:pt x="81" y="64"/>
                    </a:lnTo>
                    <a:lnTo>
                      <a:pt x="81" y="64"/>
                    </a:lnTo>
                    <a:lnTo>
                      <a:pt x="81" y="64"/>
                    </a:lnTo>
                    <a:lnTo>
                      <a:pt x="83" y="64"/>
                    </a:lnTo>
                    <a:lnTo>
                      <a:pt x="83" y="64"/>
                    </a:lnTo>
                    <a:lnTo>
                      <a:pt x="83" y="62"/>
                    </a:lnTo>
                    <a:lnTo>
                      <a:pt x="83" y="62"/>
                    </a:lnTo>
                    <a:lnTo>
                      <a:pt x="83" y="62"/>
                    </a:lnTo>
                    <a:lnTo>
                      <a:pt x="83" y="62"/>
                    </a:lnTo>
                    <a:lnTo>
                      <a:pt x="81" y="62"/>
                    </a:lnTo>
                    <a:lnTo>
                      <a:pt x="81" y="62"/>
                    </a:lnTo>
                    <a:lnTo>
                      <a:pt x="81" y="62"/>
                    </a:lnTo>
                    <a:lnTo>
                      <a:pt x="81" y="62"/>
                    </a:lnTo>
                    <a:lnTo>
                      <a:pt x="78" y="62"/>
                    </a:lnTo>
                    <a:lnTo>
                      <a:pt x="78" y="62"/>
                    </a:lnTo>
                    <a:lnTo>
                      <a:pt x="78" y="62"/>
                    </a:lnTo>
                    <a:lnTo>
                      <a:pt x="78" y="62"/>
                    </a:lnTo>
                    <a:lnTo>
                      <a:pt x="76" y="62"/>
                    </a:lnTo>
                    <a:lnTo>
                      <a:pt x="76" y="62"/>
                    </a:lnTo>
                    <a:lnTo>
                      <a:pt x="76" y="62"/>
                    </a:lnTo>
                    <a:lnTo>
                      <a:pt x="74" y="62"/>
                    </a:lnTo>
                    <a:lnTo>
                      <a:pt x="74" y="62"/>
                    </a:lnTo>
                    <a:lnTo>
                      <a:pt x="71" y="62"/>
                    </a:lnTo>
                    <a:lnTo>
                      <a:pt x="71" y="62"/>
                    </a:lnTo>
                    <a:lnTo>
                      <a:pt x="71" y="59"/>
                    </a:lnTo>
                    <a:lnTo>
                      <a:pt x="71" y="59"/>
                    </a:lnTo>
                    <a:lnTo>
                      <a:pt x="71" y="59"/>
                    </a:lnTo>
                    <a:lnTo>
                      <a:pt x="69" y="59"/>
                    </a:lnTo>
                    <a:lnTo>
                      <a:pt x="69" y="57"/>
                    </a:lnTo>
                    <a:lnTo>
                      <a:pt x="69" y="57"/>
                    </a:lnTo>
                    <a:lnTo>
                      <a:pt x="69" y="57"/>
                    </a:lnTo>
                    <a:lnTo>
                      <a:pt x="69" y="57"/>
                    </a:lnTo>
                    <a:lnTo>
                      <a:pt x="67" y="57"/>
                    </a:lnTo>
                    <a:lnTo>
                      <a:pt x="67" y="57"/>
                    </a:lnTo>
                    <a:lnTo>
                      <a:pt x="64" y="57"/>
                    </a:lnTo>
                    <a:lnTo>
                      <a:pt x="64" y="57"/>
                    </a:lnTo>
                    <a:lnTo>
                      <a:pt x="64" y="57"/>
                    </a:lnTo>
                    <a:lnTo>
                      <a:pt x="64" y="57"/>
                    </a:lnTo>
                    <a:lnTo>
                      <a:pt x="64" y="57"/>
                    </a:lnTo>
                    <a:lnTo>
                      <a:pt x="64" y="54"/>
                    </a:lnTo>
                    <a:lnTo>
                      <a:pt x="64" y="54"/>
                    </a:lnTo>
                    <a:lnTo>
                      <a:pt x="64" y="54"/>
                    </a:lnTo>
                    <a:lnTo>
                      <a:pt x="62" y="54"/>
                    </a:lnTo>
                    <a:lnTo>
                      <a:pt x="62" y="54"/>
                    </a:lnTo>
                    <a:lnTo>
                      <a:pt x="62" y="54"/>
                    </a:lnTo>
                    <a:lnTo>
                      <a:pt x="62" y="54"/>
                    </a:lnTo>
                    <a:lnTo>
                      <a:pt x="60" y="54"/>
                    </a:lnTo>
                    <a:lnTo>
                      <a:pt x="60" y="54"/>
                    </a:lnTo>
                    <a:lnTo>
                      <a:pt x="60" y="54"/>
                    </a:lnTo>
                    <a:lnTo>
                      <a:pt x="57" y="54"/>
                    </a:lnTo>
                    <a:lnTo>
                      <a:pt x="57" y="54"/>
                    </a:lnTo>
                    <a:lnTo>
                      <a:pt x="57" y="54"/>
                    </a:lnTo>
                    <a:lnTo>
                      <a:pt x="57" y="52"/>
                    </a:lnTo>
                    <a:lnTo>
                      <a:pt x="57" y="52"/>
                    </a:lnTo>
                    <a:lnTo>
                      <a:pt x="57" y="52"/>
                    </a:lnTo>
                    <a:lnTo>
                      <a:pt x="57" y="50"/>
                    </a:lnTo>
                    <a:lnTo>
                      <a:pt x="57" y="50"/>
                    </a:lnTo>
                    <a:lnTo>
                      <a:pt x="57" y="50"/>
                    </a:lnTo>
                    <a:lnTo>
                      <a:pt x="57" y="47"/>
                    </a:lnTo>
                    <a:lnTo>
                      <a:pt x="55" y="47"/>
                    </a:lnTo>
                    <a:lnTo>
                      <a:pt x="55" y="47"/>
                    </a:lnTo>
                    <a:lnTo>
                      <a:pt x="55" y="47"/>
                    </a:lnTo>
                    <a:lnTo>
                      <a:pt x="55" y="45"/>
                    </a:lnTo>
                    <a:lnTo>
                      <a:pt x="52" y="45"/>
                    </a:lnTo>
                    <a:lnTo>
                      <a:pt x="52" y="45"/>
                    </a:lnTo>
                    <a:lnTo>
                      <a:pt x="52" y="45"/>
                    </a:lnTo>
                    <a:lnTo>
                      <a:pt x="52" y="45"/>
                    </a:lnTo>
                    <a:lnTo>
                      <a:pt x="52" y="45"/>
                    </a:lnTo>
                    <a:lnTo>
                      <a:pt x="52" y="45"/>
                    </a:lnTo>
                    <a:lnTo>
                      <a:pt x="52" y="45"/>
                    </a:lnTo>
                    <a:lnTo>
                      <a:pt x="52" y="47"/>
                    </a:lnTo>
                    <a:lnTo>
                      <a:pt x="52" y="47"/>
                    </a:lnTo>
                    <a:lnTo>
                      <a:pt x="50" y="47"/>
                    </a:lnTo>
                    <a:lnTo>
                      <a:pt x="50" y="50"/>
                    </a:lnTo>
                    <a:lnTo>
                      <a:pt x="50" y="50"/>
                    </a:lnTo>
                    <a:lnTo>
                      <a:pt x="50" y="50"/>
                    </a:lnTo>
                    <a:lnTo>
                      <a:pt x="50" y="50"/>
                    </a:lnTo>
                    <a:lnTo>
                      <a:pt x="48" y="50"/>
                    </a:lnTo>
                    <a:lnTo>
                      <a:pt x="48" y="50"/>
                    </a:lnTo>
                    <a:lnTo>
                      <a:pt x="48" y="52"/>
                    </a:lnTo>
                    <a:lnTo>
                      <a:pt x="48" y="52"/>
                    </a:lnTo>
                    <a:lnTo>
                      <a:pt x="48" y="54"/>
                    </a:lnTo>
                    <a:lnTo>
                      <a:pt x="48" y="54"/>
                    </a:lnTo>
                    <a:lnTo>
                      <a:pt x="45" y="54"/>
                    </a:lnTo>
                    <a:lnTo>
                      <a:pt x="45" y="54"/>
                    </a:lnTo>
                    <a:lnTo>
                      <a:pt x="45" y="54"/>
                    </a:lnTo>
                    <a:lnTo>
                      <a:pt x="45" y="54"/>
                    </a:lnTo>
                    <a:lnTo>
                      <a:pt x="45" y="54"/>
                    </a:lnTo>
                    <a:lnTo>
                      <a:pt x="43" y="54"/>
                    </a:lnTo>
                    <a:lnTo>
                      <a:pt x="43" y="54"/>
                    </a:lnTo>
                    <a:lnTo>
                      <a:pt x="43" y="54"/>
                    </a:lnTo>
                    <a:lnTo>
                      <a:pt x="43" y="54"/>
                    </a:lnTo>
                    <a:lnTo>
                      <a:pt x="41" y="54"/>
                    </a:lnTo>
                    <a:lnTo>
                      <a:pt x="41" y="54"/>
                    </a:lnTo>
                    <a:lnTo>
                      <a:pt x="38" y="54"/>
                    </a:lnTo>
                    <a:lnTo>
                      <a:pt x="38" y="54"/>
                    </a:lnTo>
                    <a:lnTo>
                      <a:pt x="38" y="52"/>
                    </a:lnTo>
                    <a:lnTo>
                      <a:pt x="38" y="52"/>
                    </a:lnTo>
                    <a:lnTo>
                      <a:pt x="38" y="54"/>
                    </a:lnTo>
                    <a:lnTo>
                      <a:pt x="36" y="54"/>
                    </a:lnTo>
                    <a:lnTo>
                      <a:pt x="36" y="54"/>
                    </a:lnTo>
                    <a:lnTo>
                      <a:pt x="36" y="52"/>
                    </a:lnTo>
                    <a:lnTo>
                      <a:pt x="36" y="52"/>
                    </a:lnTo>
                    <a:lnTo>
                      <a:pt x="34" y="52"/>
                    </a:lnTo>
                    <a:lnTo>
                      <a:pt x="34" y="54"/>
                    </a:lnTo>
                    <a:lnTo>
                      <a:pt x="34" y="54"/>
                    </a:lnTo>
                    <a:lnTo>
                      <a:pt x="34" y="52"/>
                    </a:lnTo>
                    <a:lnTo>
                      <a:pt x="34" y="52"/>
                    </a:lnTo>
                    <a:lnTo>
                      <a:pt x="34" y="50"/>
                    </a:lnTo>
                    <a:lnTo>
                      <a:pt x="34" y="50"/>
                    </a:lnTo>
                    <a:lnTo>
                      <a:pt x="34" y="47"/>
                    </a:lnTo>
                    <a:lnTo>
                      <a:pt x="31" y="47"/>
                    </a:lnTo>
                    <a:lnTo>
                      <a:pt x="31" y="47"/>
                    </a:lnTo>
                    <a:lnTo>
                      <a:pt x="31" y="45"/>
                    </a:lnTo>
                    <a:lnTo>
                      <a:pt x="31" y="45"/>
                    </a:lnTo>
                    <a:lnTo>
                      <a:pt x="31" y="45"/>
                    </a:lnTo>
                    <a:lnTo>
                      <a:pt x="29" y="45"/>
                    </a:lnTo>
                    <a:lnTo>
                      <a:pt x="29" y="45"/>
                    </a:lnTo>
                    <a:lnTo>
                      <a:pt x="29" y="47"/>
                    </a:lnTo>
                    <a:lnTo>
                      <a:pt x="29" y="47"/>
                    </a:lnTo>
                    <a:lnTo>
                      <a:pt x="26" y="47"/>
                    </a:lnTo>
                    <a:lnTo>
                      <a:pt x="26" y="47"/>
                    </a:lnTo>
                    <a:lnTo>
                      <a:pt x="26" y="45"/>
                    </a:lnTo>
                    <a:lnTo>
                      <a:pt x="24" y="45"/>
                    </a:lnTo>
                    <a:lnTo>
                      <a:pt x="24" y="45"/>
                    </a:lnTo>
                    <a:lnTo>
                      <a:pt x="24" y="45"/>
                    </a:lnTo>
                    <a:lnTo>
                      <a:pt x="24" y="45"/>
                    </a:lnTo>
                    <a:lnTo>
                      <a:pt x="22" y="45"/>
                    </a:lnTo>
                    <a:lnTo>
                      <a:pt x="22" y="45"/>
                    </a:lnTo>
                    <a:lnTo>
                      <a:pt x="19" y="45"/>
                    </a:lnTo>
                    <a:lnTo>
                      <a:pt x="19" y="45"/>
                    </a:lnTo>
                    <a:lnTo>
                      <a:pt x="19" y="45"/>
                    </a:lnTo>
                    <a:lnTo>
                      <a:pt x="19" y="43"/>
                    </a:lnTo>
                    <a:lnTo>
                      <a:pt x="19" y="43"/>
                    </a:lnTo>
                    <a:lnTo>
                      <a:pt x="19" y="43"/>
                    </a:lnTo>
                    <a:lnTo>
                      <a:pt x="22" y="43"/>
                    </a:lnTo>
                    <a:lnTo>
                      <a:pt x="22" y="43"/>
                    </a:lnTo>
                    <a:lnTo>
                      <a:pt x="24" y="43"/>
                    </a:lnTo>
                    <a:lnTo>
                      <a:pt x="24" y="43"/>
                    </a:lnTo>
                    <a:lnTo>
                      <a:pt x="24" y="40"/>
                    </a:lnTo>
                    <a:lnTo>
                      <a:pt x="24" y="40"/>
                    </a:lnTo>
                    <a:lnTo>
                      <a:pt x="24" y="40"/>
                    </a:lnTo>
                    <a:lnTo>
                      <a:pt x="26" y="40"/>
                    </a:lnTo>
                    <a:lnTo>
                      <a:pt x="26" y="40"/>
                    </a:lnTo>
                    <a:lnTo>
                      <a:pt x="26" y="38"/>
                    </a:lnTo>
                    <a:lnTo>
                      <a:pt x="26" y="38"/>
                    </a:lnTo>
                    <a:lnTo>
                      <a:pt x="29" y="38"/>
                    </a:lnTo>
                    <a:lnTo>
                      <a:pt x="29" y="38"/>
                    </a:lnTo>
                    <a:lnTo>
                      <a:pt x="29" y="35"/>
                    </a:lnTo>
                    <a:lnTo>
                      <a:pt x="29" y="35"/>
                    </a:lnTo>
                    <a:lnTo>
                      <a:pt x="29" y="35"/>
                    </a:lnTo>
                    <a:lnTo>
                      <a:pt x="31" y="35"/>
                    </a:lnTo>
                    <a:lnTo>
                      <a:pt x="31" y="35"/>
                    </a:lnTo>
                    <a:lnTo>
                      <a:pt x="31" y="35"/>
                    </a:lnTo>
                    <a:lnTo>
                      <a:pt x="31" y="35"/>
                    </a:lnTo>
                    <a:lnTo>
                      <a:pt x="34" y="35"/>
                    </a:lnTo>
                    <a:lnTo>
                      <a:pt x="34" y="35"/>
                    </a:lnTo>
                    <a:lnTo>
                      <a:pt x="34" y="33"/>
                    </a:lnTo>
                    <a:lnTo>
                      <a:pt x="34" y="33"/>
                    </a:lnTo>
                    <a:lnTo>
                      <a:pt x="34" y="31"/>
                    </a:lnTo>
                    <a:lnTo>
                      <a:pt x="36" y="31"/>
                    </a:lnTo>
                    <a:lnTo>
                      <a:pt x="36" y="31"/>
                    </a:lnTo>
                    <a:lnTo>
                      <a:pt x="36" y="31"/>
                    </a:lnTo>
                    <a:lnTo>
                      <a:pt x="38" y="31"/>
                    </a:lnTo>
                    <a:lnTo>
                      <a:pt x="38" y="31"/>
                    </a:lnTo>
                    <a:lnTo>
                      <a:pt x="38" y="31"/>
                    </a:lnTo>
                    <a:lnTo>
                      <a:pt x="38" y="31"/>
                    </a:lnTo>
                    <a:lnTo>
                      <a:pt x="41" y="31"/>
                    </a:lnTo>
                    <a:lnTo>
                      <a:pt x="41" y="28"/>
                    </a:lnTo>
                    <a:lnTo>
                      <a:pt x="41" y="28"/>
                    </a:lnTo>
                    <a:lnTo>
                      <a:pt x="43" y="28"/>
                    </a:lnTo>
                    <a:lnTo>
                      <a:pt x="43" y="28"/>
                    </a:lnTo>
                    <a:lnTo>
                      <a:pt x="43" y="28"/>
                    </a:lnTo>
                    <a:lnTo>
                      <a:pt x="43" y="26"/>
                    </a:lnTo>
                    <a:lnTo>
                      <a:pt x="43" y="26"/>
                    </a:lnTo>
                    <a:lnTo>
                      <a:pt x="43" y="26"/>
                    </a:lnTo>
                    <a:lnTo>
                      <a:pt x="41" y="26"/>
                    </a:lnTo>
                    <a:lnTo>
                      <a:pt x="41" y="26"/>
                    </a:lnTo>
                    <a:lnTo>
                      <a:pt x="41" y="26"/>
                    </a:lnTo>
                    <a:lnTo>
                      <a:pt x="38" y="26"/>
                    </a:lnTo>
                    <a:lnTo>
                      <a:pt x="38" y="26"/>
                    </a:lnTo>
                    <a:lnTo>
                      <a:pt x="38" y="26"/>
                    </a:lnTo>
                    <a:lnTo>
                      <a:pt x="38" y="26"/>
                    </a:lnTo>
                    <a:lnTo>
                      <a:pt x="36" y="26"/>
                    </a:lnTo>
                    <a:lnTo>
                      <a:pt x="36" y="26"/>
                    </a:lnTo>
                    <a:lnTo>
                      <a:pt x="36" y="26"/>
                    </a:lnTo>
                    <a:lnTo>
                      <a:pt x="36" y="26"/>
                    </a:lnTo>
                    <a:lnTo>
                      <a:pt x="36" y="24"/>
                    </a:lnTo>
                    <a:lnTo>
                      <a:pt x="36" y="24"/>
                    </a:lnTo>
                    <a:lnTo>
                      <a:pt x="36" y="24"/>
                    </a:lnTo>
                    <a:lnTo>
                      <a:pt x="36" y="21"/>
                    </a:lnTo>
                    <a:lnTo>
                      <a:pt x="36" y="21"/>
                    </a:lnTo>
                    <a:lnTo>
                      <a:pt x="36" y="21"/>
                    </a:lnTo>
                    <a:lnTo>
                      <a:pt x="36" y="19"/>
                    </a:lnTo>
                    <a:lnTo>
                      <a:pt x="38" y="19"/>
                    </a:lnTo>
                    <a:lnTo>
                      <a:pt x="38" y="19"/>
                    </a:lnTo>
                    <a:lnTo>
                      <a:pt x="38" y="21"/>
                    </a:lnTo>
                    <a:lnTo>
                      <a:pt x="38" y="21"/>
                    </a:lnTo>
                    <a:lnTo>
                      <a:pt x="38" y="19"/>
                    </a:lnTo>
                    <a:lnTo>
                      <a:pt x="38" y="19"/>
                    </a:lnTo>
                    <a:lnTo>
                      <a:pt x="38" y="19"/>
                    </a:lnTo>
                    <a:lnTo>
                      <a:pt x="38" y="19"/>
                    </a:lnTo>
                    <a:lnTo>
                      <a:pt x="38" y="17"/>
                    </a:lnTo>
                    <a:lnTo>
                      <a:pt x="38" y="17"/>
                    </a:lnTo>
                    <a:lnTo>
                      <a:pt x="38" y="17"/>
                    </a:lnTo>
                    <a:lnTo>
                      <a:pt x="41" y="17"/>
                    </a:lnTo>
                    <a:lnTo>
                      <a:pt x="41" y="17"/>
                    </a:lnTo>
                    <a:lnTo>
                      <a:pt x="41" y="17"/>
                    </a:lnTo>
                    <a:lnTo>
                      <a:pt x="41" y="17"/>
                    </a:lnTo>
                    <a:lnTo>
                      <a:pt x="43" y="17"/>
                    </a:lnTo>
                    <a:lnTo>
                      <a:pt x="43" y="14"/>
                    </a:lnTo>
                    <a:lnTo>
                      <a:pt x="43" y="14"/>
                    </a:lnTo>
                    <a:lnTo>
                      <a:pt x="43" y="14"/>
                    </a:lnTo>
                    <a:lnTo>
                      <a:pt x="43" y="14"/>
                    </a:lnTo>
                    <a:lnTo>
                      <a:pt x="43" y="12"/>
                    </a:lnTo>
                    <a:lnTo>
                      <a:pt x="45" y="12"/>
                    </a:lnTo>
                    <a:lnTo>
                      <a:pt x="45" y="12"/>
                    </a:lnTo>
                    <a:lnTo>
                      <a:pt x="45" y="12"/>
                    </a:lnTo>
                    <a:lnTo>
                      <a:pt x="48" y="12"/>
                    </a:lnTo>
                    <a:lnTo>
                      <a:pt x="48" y="12"/>
                    </a:lnTo>
                    <a:lnTo>
                      <a:pt x="50" y="12"/>
                    </a:lnTo>
                    <a:lnTo>
                      <a:pt x="50" y="12"/>
                    </a:lnTo>
                    <a:lnTo>
                      <a:pt x="50" y="14"/>
                    </a:lnTo>
                    <a:lnTo>
                      <a:pt x="50" y="14"/>
                    </a:lnTo>
                    <a:lnTo>
                      <a:pt x="50" y="12"/>
                    </a:lnTo>
                    <a:lnTo>
                      <a:pt x="52" y="12"/>
                    </a:lnTo>
                    <a:lnTo>
                      <a:pt x="52" y="12"/>
                    </a:lnTo>
                    <a:lnTo>
                      <a:pt x="52" y="12"/>
                    </a:lnTo>
                    <a:lnTo>
                      <a:pt x="55" y="12"/>
                    </a:lnTo>
                    <a:lnTo>
                      <a:pt x="55" y="12"/>
                    </a:lnTo>
                    <a:lnTo>
                      <a:pt x="55" y="12"/>
                    </a:lnTo>
                    <a:lnTo>
                      <a:pt x="57" y="12"/>
                    </a:lnTo>
                    <a:lnTo>
                      <a:pt x="57" y="12"/>
                    </a:lnTo>
                    <a:lnTo>
                      <a:pt x="57" y="12"/>
                    </a:lnTo>
                    <a:lnTo>
                      <a:pt x="57" y="12"/>
                    </a:lnTo>
                    <a:lnTo>
                      <a:pt x="60" y="12"/>
                    </a:lnTo>
                    <a:lnTo>
                      <a:pt x="60" y="12"/>
                    </a:lnTo>
                    <a:lnTo>
                      <a:pt x="60" y="14"/>
                    </a:lnTo>
                    <a:lnTo>
                      <a:pt x="62" y="14"/>
                    </a:lnTo>
                    <a:lnTo>
                      <a:pt x="62" y="14"/>
                    </a:lnTo>
                    <a:lnTo>
                      <a:pt x="62" y="14"/>
                    </a:lnTo>
                    <a:lnTo>
                      <a:pt x="64" y="14"/>
                    </a:lnTo>
                    <a:lnTo>
                      <a:pt x="64" y="14"/>
                    </a:lnTo>
                    <a:lnTo>
                      <a:pt x="64" y="14"/>
                    </a:lnTo>
                    <a:lnTo>
                      <a:pt x="67" y="14"/>
                    </a:lnTo>
                    <a:lnTo>
                      <a:pt x="67" y="14"/>
                    </a:lnTo>
                    <a:lnTo>
                      <a:pt x="67" y="14"/>
                    </a:lnTo>
                    <a:lnTo>
                      <a:pt x="69" y="14"/>
                    </a:lnTo>
                    <a:lnTo>
                      <a:pt x="69" y="14"/>
                    </a:lnTo>
                    <a:lnTo>
                      <a:pt x="69" y="14"/>
                    </a:lnTo>
                    <a:lnTo>
                      <a:pt x="69" y="17"/>
                    </a:lnTo>
                    <a:lnTo>
                      <a:pt x="71" y="17"/>
                    </a:lnTo>
                    <a:lnTo>
                      <a:pt x="71" y="17"/>
                    </a:lnTo>
                    <a:lnTo>
                      <a:pt x="71" y="17"/>
                    </a:lnTo>
                    <a:lnTo>
                      <a:pt x="74" y="17"/>
                    </a:lnTo>
                    <a:lnTo>
                      <a:pt x="74" y="17"/>
                    </a:lnTo>
                    <a:lnTo>
                      <a:pt x="74" y="17"/>
                    </a:lnTo>
                    <a:lnTo>
                      <a:pt x="76" y="17"/>
                    </a:lnTo>
                    <a:lnTo>
                      <a:pt x="76" y="17"/>
                    </a:lnTo>
                    <a:lnTo>
                      <a:pt x="76" y="17"/>
                    </a:lnTo>
                    <a:lnTo>
                      <a:pt x="76" y="17"/>
                    </a:lnTo>
                    <a:lnTo>
                      <a:pt x="76" y="19"/>
                    </a:lnTo>
                    <a:lnTo>
                      <a:pt x="78" y="19"/>
                    </a:lnTo>
                    <a:lnTo>
                      <a:pt x="78" y="19"/>
                    </a:lnTo>
                    <a:lnTo>
                      <a:pt x="78" y="19"/>
                    </a:lnTo>
                    <a:lnTo>
                      <a:pt x="81" y="19"/>
                    </a:lnTo>
                    <a:lnTo>
                      <a:pt x="81" y="19"/>
                    </a:lnTo>
                    <a:lnTo>
                      <a:pt x="83" y="19"/>
                    </a:lnTo>
                    <a:lnTo>
                      <a:pt x="83" y="19"/>
                    </a:lnTo>
                    <a:lnTo>
                      <a:pt x="83" y="19"/>
                    </a:lnTo>
                    <a:lnTo>
                      <a:pt x="83" y="19"/>
                    </a:lnTo>
                    <a:lnTo>
                      <a:pt x="86" y="19"/>
                    </a:lnTo>
                    <a:lnTo>
                      <a:pt x="86" y="19"/>
                    </a:lnTo>
                    <a:lnTo>
                      <a:pt x="86" y="19"/>
                    </a:lnTo>
                    <a:lnTo>
                      <a:pt x="86" y="21"/>
                    </a:lnTo>
                    <a:lnTo>
                      <a:pt x="88" y="21"/>
                    </a:lnTo>
                    <a:lnTo>
                      <a:pt x="88" y="21"/>
                    </a:lnTo>
                    <a:lnTo>
                      <a:pt x="88" y="21"/>
                    </a:lnTo>
                    <a:lnTo>
                      <a:pt x="90" y="21"/>
                    </a:lnTo>
                    <a:lnTo>
                      <a:pt x="90" y="21"/>
                    </a:lnTo>
                    <a:lnTo>
                      <a:pt x="90" y="21"/>
                    </a:lnTo>
                    <a:lnTo>
                      <a:pt x="90" y="21"/>
                    </a:lnTo>
                    <a:lnTo>
                      <a:pt x="90" y="21"/>
                    </a:lnTo>
                    <a:lnTo>
                      <a:pt x="90" y="19"/>
                    </a:lnTo>
                    <a:lnTo>
                      <a:pt x="90" y="19"/>
                    </a:lnTo>
                    <a:lnTo>
                      <a:pt x="90" y="19"/>
                    </a:lnTo>
                    <a:lnTo>
                      <a:pt x="90" y="17"/>
                    </a:lnTo>
                    <a:lnTo>
                      <a:pt x="90" y="17"/>
                    </a:lnTo>
                    <a:lnTo>
                      <a:pt x="90" y="17"/>
                    </a:lnTo>
                    <a:lnTo>
                      <a:pt x="90" y="17"/>
                    </a:lnTo>
                    <a:lnTo>
                      <a:pt x="90" y="14"/>
                    </a:lnTo>
                    <a:lnTo>
                      <a:pt x="90" y="14"/>
                    </a:lnTo>
                    <a:lnTo>
                      <a:pt x="90" y="14"/>
                    </a:lnTo>
                    <a:lnTo>
                      <a:pt x="90" y="12"/>
                    </a:lnTo>
                    <a:lnTo>
                      <a:pt x="90" y="12"/>
                    </a:lnTo>
                    <a:lnTo>
                      <a:pt x="90" y="9"/>
                    </a:lnTo>
                    <a:lnTo>
                      <a:pt x="90" y="9"/>
                    </a:lnTo>
                    <a:lnTo>
                      <a:pt x="90" y="7"/>
                    </a:lnTo>
                    <a:lnTo>
                      <a:pt x="93" y="7"/>
                    </a:lnTo>
                    <a:lnTo>
                      <a:pt x="93" y="7"/>
                    </a:lnTo>
                    <a:lnTo>
                      <a:pt x="93" y="7"/>
                    </a:lnTo>
                    <a:lnTo>
                      <a:pt x="93" y="5"/>
                    </a:lnTo>
                    <a:lnTo>
                      <a:pt x="95" y="5"/>
                    </a:lnTo>
                    <a:lnTo>
                      <a:pt x="95" y="5"/>
                    </a:lnTo>
                    <a:lnTo>
                      <a:pt x="95" y="5"/>
                    </a:lnTo>
                    <a:lnTo>
                      <a:pt x="95" y="5"/>
                    </a:lnTo>
                    <a:lnTo>
                      <a:pt x="97" y="5"/>
                    </a:lnTo>
                    <a:lnTo>
                      <a:pt x="97" y="5"/>
                    </a:lnTo>
                    <a:lnTo>
                      <a:pt x="97" y="5"/>
                    </a:lnTo>
                    <a:lnTo>
                      <a:pt x="97" y="5"/>
                    </a:lnTo>
                    <a:lnTo>
                      <a:pt x="97" y="5"/>
                    </a:lnTo>
                    <a:lnTo>
                      <a:pt x="100" y="5"/>
                    </a:lnTo>
                    <a:lnTo>
                      <a:pt x="100" y="5"/>
                    </a:lnTo>
                    <a:lnTo>
                      <a:pt x="100" y="5"/>
                    </a:lnTo>
                    <a:lnTo>
                      <a:pt x="100" y="2"/>
                    </a:lnTo>
                    <a:lnTo>
                      <a:pt x="102" y="2"/>
                    </a:lnTo>
                    <a:lnTo>
                      <a:pt x="102" y="2"/>
                    </a:lnTo>
                    <a:lnTo>
                      <a:pt x="102" y="2"/>
                    </a:lnTo>
                    <a:lnTo>
                      <a:pt x="105" y="2"/>
                    </a:lnTo>
                    <a:lnTo>
                      <a:pt x="105" y="2"/>
                    </a:lnTo>
                    <a:lnTo>
                      <a:pt x="105" y="2"/>
                    </a:lnTo>
                    <a:lnTo>
                      <a:pt x="105" y="2"/>
                    </a:lnTo>
                    <a:lnTo>
                      <a:pt x="105" y="0"/>
                    </a:lnTo>
                    <a:lnTo>
                      <a:pt x="107" y="0"/>
                    </a:lnTo>
                    <a:lnTo>
                      <a:pt x="107" y="0"/>
                    </a:lnTo>
                    <a:lnTo>
                      <a:pt x="109" y="0"/>
                    </a:lnTo>
                    <a:lnTo>
                      <a:pt x="109" y="2"/>
                    </a:lnTo>
                    <a:lnTo>
                      <a:pt x="109" y="2"/>
                    </a:lnTo>
                    <a:lnTo>
                      <a:pt x="109" y="2"/>
                    </a:lnTo>
                    <a:lnTo>
                      <a:pt x="112" y="2"/>
                    </a:lnTo>
                    <a:lnTo>
                      <a:pt x="112" y="2"/>
                    </a:lnTo>
                    <a:lnTo>
                      <a:pt x="112" y="2"/>
                    </a:lnTo>
                    <a:lnTo>
                      <a:pt x="112" y="2"/>
                    </a:lnTo>
                    <a:lnTo>
                      <a:pt x="114" y="2"/>
                    </a:lnTo>
                    <a:lnTo>
                      <a:pt x="114" y="2"/>
                    </a:lnTo>
                    <a:lnTo>
                      <a:pt x="114" y="5"/>
                    </a:lnTo>
                    <a:lnTo>
                      <a:pt x="116" y="5"/>
                    </a:lnTo>
                    <a:lnTo>
                      <a:pt x="116" y="5"/>
                    </a:lnTo>
                    <a:lnTo>
                      <a:pt x="116" y="5"/>
                    </a:lnTo>
                    <a:lnTo>
                      <a:pt x="116" y="5"/>
                    </a:lnTo>
                    <a:lnTo>
                      <a:pt x="116" y="5"/>
                    </a:lnTo>
                    <a:lnTo>
                      <a:pt x="116" y="7"/>
                    </a:lnTo>
                    <a:lnTo>
                      <a:pt x="119" y="7"/>
                    </a:lnTo>
                    <a:lnTo>
                      <a:pt x="119" y="7"/>
                    </a:lnTo>
                    <a:lnTo>
                      <a:pt x="119" y="7"/>
                    </a:lnTo>
                    <a:lnTo>
                      <a:pt x="121" y="7"/>
                    </a:lnTo>
                    <a:lnTo>
                      <a:pt x="121" y="7"/>
                    </a:lnTo>
                    <a:lnTo>
                      <a:pt x="121" y="7"/>
                    </a:lnTo>
                    <a:lnTo>
                      <a:pt x="123" y="7"/>
                    </a:lnTo>
                    <a:lnTo>
                      <a:pt x="123" y="7"/>
                    </a:lnTo>
                    <a:lnTo>
                      <a:pt x="123" y="9"/>
                    </a:lnTo>
                    <a:lnTo>
                      <a:pt x="123" y="9"/>
                    </a:lnTo>
                    <a:lnTo>
                      <a:pt x="126" y="9"/>
                    </a:lnTo>
                    <a:lnTo>
                      <a:pt x="126" y="9"/>
                    </a:lnTo>
                    <a:lnTo>
                      <a:pt x="126" y="9"/>
                    </a:lnTo>
                    <a:lnTo>
                      <a:pt x="126" y="9"/>
                    </a:lnTo>
                    <a:lnTo>
                      <a:pt x="126" y="12"/>
                    </a:lnTo>
                    <a:lnTo>
                      <a:pt x="128" y="12"/>
                    </a:lnTo>
                    <a:lnTo>
                      <a:pt x="128" y="12"/>
                    </a:lnTo>
                    <a:lnTo>
                      <a:pt x="131" y="12"/>
                    </a:lnTo>
                    <a:lnTo>
                      <a:pt x="131" y="9"/>
                    </a:lnTo>
                    <a:lnTo>
                      <a:pt x="131" y="9"/>
                    </a:lnTo>
                    <a:lnTo>
                      <a:pt x="131" y="12"/>
                    </a:lnTo>
                    <a:lnTo>
                      <a:pt x="131" y="12"/>
                    </a:lnTo>
                    <a:lnTo>
                      <a:pt x="133" y="12"/>
                    </a:lnTo>
                    <a:lnTo>
                      <a:pt x="133" y="12"/>
                    </a:lnTo>
                    <a:lnTo>
                      <a:pt x="135" y="12"/>
                    </a:lnTo>
                    <a:lnTo>
                      <a:pt x="135" y="12"/>
                    </a:lnTo>
                    <a:lnTo>
                      <a:pt x="135" y="12"/>
                    </a:lnTo>
                    <a:lnTo>
                      <a:pt x="138" y="12"/>
                    </a:lnTo>
                    <a:lnTo>
                      <a:pt x="138" y="12"/>
                    </a:lnTo>
                    <a:lnTo>
                      <a:pt x="138" y="12"/>
                    </a:lnTo>
                    <a:lnTo>
                      <a:pt x="138" y="12"/>
                    </a:lnTo>
                    <a:lnTo>
                      <a:pt x="140" y="12"/>
                    </a:lnTo>
                    <a:lnTo>
                      <a:pt x="140" y="12"/>
                    </a:lnTo>
                    <a:lnTo>
                      <a:pt x="140" y="12"/>
                    </a:lnTo>
                    <a:lnTo>
                      <a:pt x="140" y="9"/>
                    </a:lnTo>
                    <a:lnTo>
                      <a:pt x="140" y="9"/>
                    </a:lnTo>
                    <a:lnTo>
                      <a:pt x="142" y="9"/>
                    </a:lnTo>
                    <a:lnTo>
                      <a:pt x="142" y="7"/>
                    </a:lnTo>
                    <a:lnTo>
                      <a:pt x="142" y="7"/>
                    </a:lnTo>
                    <a:lnTo>
                      <a:pt x="142" y="7"/>
                    </a:lnTo>
                    <a:lnTo>
                      <a:pt x="145" y="7"/>
                    </a:lnTo>
                    <a:lnTo>
                      <a:pt x="145" y="9"/>
                    </a:lnTo>
                    <a:lnTo>
                      <a:pt x="145" y="9"/>
                    </a:lnTo>
                    <a:lnTo>
                      <a:pt x="145" y="9"/>
                    </a:lnTo>
                    <a:lnTo>
                      <a:pt x="147" y="9"/>
                    </a:lnTo>
                    <a:lnTo>
                      <a:pt x="147" y="9"/>
                    </a:lnTo>
                    <a:lnTo>
                      <a:pt x="150" y="9"/>
                    </a:lnTo>
                    <a:lnTo>
                      <a:pt x="150" y="9"/>
                    </a:lnTo>
                    <a:lnTo>
                      <a:pt x="150" y="9"/>
                    </a:lnTo>
                    <a:lnTo>
                      <a:pt x="152" y="9"/>
                    </a:lnTo>
                    <a:lnTo>
                      <a:pt x="152" y="9"/>
                    </a:lnTo>
                    <a:lnTo>
                      <a:pt x="152" y="9"/>
                    </a:lnTo>
                    <a:lnTo>
                      <a:pt x="152" y="9"/>
                    </a:lnTo>
                    <a:lnTo>
                      <a:pt x="154" y="9"/>
                    </a:lnTo>
                    <a:lnTo>
                      <a:pt x="154" y="9"/>
                    </a:lnTo>
                    <a:lnTo>
                      <a:pt x="157" y="9"/>
                    </a:lnTo>
                    <a:lnTo>
                      <a:pt x="157" y="9"/>
                    </a:lnTo>
                    <a:lnTo>
                      <a:pt x="157" y="9"/>
                    </a:lnTo>
                    <a:lnTo>
                      <a:pt x="157" y="9"/>
                    </a:lnTo>
                    <a:lnTo>
                      <a:pt x="159" y="9"/>
                    </a:lnTo>
                    <a:lnTo>
                      <a:pt x="159" y="9"/>
                    </a:lnTo>
                    <a:lnTo>
                      <a:pt x="159" y="9"/>
                    </a:lnTo>
                    <a:lnTo>
                      <a:pt x="161" y="9"/>
                    </a:lnTo>
                    <a:lnTo>
                      <a:pt x="161" y="7"/>
                    </a:lnTo>
                    <a:lnTo>
                      <a:pt x="161" y="7"/>
                    </a:lnTo>
                    <a:lnTo>
                      <a:pt x="164" y="7"/>
                    </a:lnTo>
                    <a:lnTo>
                      <a:pt x="164" y="7"/>
                    </a:lnTo>
                    <a:lnTo>
                      <a:pt x="164" y="7"/>
                    </a:lnTo>
                    <a:lnTo>
                      <a:pt x="164" y="7"/>
                    </a:lnTo>
                    <a:lnTo>
                      <a:pt x="166" y="7"/>
                    </a:lnTo>
                    <a:lnTo>
                      <a:pt x="166" y="7"/>
                    </a:lnTo>
                    <a:lnTo>
                      <a:pt x="166" y="7"/>
                    </a:lnTo>
                    <a:lnTo>
                      <a:pt x="168" y="7"/>
                    </a:lnTo>
                    <a:lnTo>
                      <a:pt x="168" y="7"/>
                    </a:lnTo>
                    <a:lnTo>
                      <a:pt x="168" y="7"/>
                    </a:lnTo>
                    <a:lnTo>
                      <a:pt x="168" y="7"/>
                    </a:lnTo>
                    <a:lnTo>
                      <a:pt x="168" y="7"/>
                    </a:lnTo>
                    <a:lnTo>
                      <a:pt x="171" y="7"/>
                    </a:lnTo>
                    <a:lnTo>
                      <a:pt x="171" y="7"/>
                    </a:lnTo>
                    <a:lnTo>
                      <a:pt x="171" y="9"/>
                    </a:lnTo>
                    <a:lnTo>
                      <a:pt x="171" y="9"/>
                    </a:lnTo>
                    <a:lnTo>
                      <a:pt x="173" y="9"/>
                    </a:lnTo>
                    <a:lnTo>
                      <a:pt x="173" y="9"/>
                    </a:lnTo>
                    <a:lnTo>
                      <a:pt x="176" y="9"/>
                    </a:lnTo>
                    <a:lnTo>
                      <a:pt x="176" y="9"/>
                    </a:lnTo>
                    <a:lnTo>
                      <a:pt x="176" y="9"/>
                    </a:lnTo>
                    <a:lnTo>
                      <a:pt x="178" y="9"/>
                    </a:lnTo>
                    <a:lnTo>
                      <a:pt x="178" y="7"/>
                    </a:lnTo>
                    <a:lnTo>
                      <a:pt x="178" y="7"/>
                    </a:lnTo>
                    <a:lnTo>
                      <a:pt x="178" y="7"/>
                    </a:lnTo>
                    <a:lnTo>
                      <a:pt x="178" y="9"/>
                    </a:lnTo>
                    <a:lnTo>
                      <a:pt x="180" y="9"/>
                    </a:lnTo>
                    <a:lnTo>
                      <a:pt x="180" y="9"/>
                    </a:lnTo>
                    <a:lnTo>
                      <a:pt x="183" y="9"/>
                    </a:lnTo>
                    <a:lnTo>
                      <a:pt x="183" y="9"/>
                    </a:lnTo>
                    <a:lnTo>
                      <a:pt x="183" y="9"/>
                    </a:lnTo>
                    <a:lnTo>
                      <a:pt x="183" y="9"/>
                    </a:lnTo>
                    <a:lnTo>
                      <a:pt x="185" y="9"/>
                    </a:lnTo>
                    <a:lnTo>
                      <a:pt x="185" y="9"/>
                    </a:lnTo>
                    <a:lnTo>
                      <a:pt x="185" y="9"/>
                    </a:lnTo>
                    <a:lnTo>
                      <a:pt x="187" y="9"/>
                    </a:lnTo>
                    <a:lnTo>
                      <a:pt x="187" y="9"/>
                    </a:lnTo>
                    <a:lnTo>
                      <a:pt x="190" y="9"/>
                    </a:lnTo>
                    <a:lnTo>
                      <a:pt x="190" y="12"/>
                    </a:lnTo>
                    <a:lnTo>
                      <a:pt x="190" y="12"/>
                    </a:lnTo>
                    <a:lnTo>
                      <a:pt x="190" y="9"/>
                    </a:lnTo>
                    <a:lnTo>
                      <a:pt x="190" y="9"/>
                    </a:lnTo>
                    <a:lnTo>
                      <a:pt x="192" y="9"/>
                    </a:lnTo>
                    <a:lnTo>
                      <a:pt x="192" y="9"/>
                    </a:lnTo>
                    <a:lnTo>
                      <a:pt x="192" y="9"/>
                    </a:lnTo>
                    <a:lnTo>
                      <a:pt x="194" y="9"/>
                    </a:lnTo>
                    <a:lnTo>
                      <a:pt x="194" y="9"/>
                    </a:lnTo>
                    <a:lnTo>
                      <a:pt x="197" y="9"/>
                    </a:lnTo>
                    <a:lnTo>
                      <a:pt x="197" y="9"/>
                    </a:lnTo>
                    <a:lnTo>
                      <a:pt x="197" y="9"/>
                    </a:lnTo>
                    <a:lnTo>
                      <a:pt x="197" y="9"/>
                    </a:lnTo>
                    <a:lnTo>
                      <a:pt x="199" y="9"/>
                    </a:lnTo>
                    <a:lnTo>
                      <a:pt x="199" y="9"/>
                    </a:lnTo>
                    <a:lnTo>
                      <a:pt x="199" y="9"/>
                    </a:lnTo>
                    <a:lnTo>
                      <a:pt x="202" y="9"/>
                    </a:lnTo>
                    <a:lnTo>
                      <a:pt x="202" y="9"/>
                    </a:lnTo>
                    <a:lnTo>
                      <a:pt x="202" y="12"/>
                    </a:lnTo>
                    <a:lnTo>
                      <a:pt x="202" y="12"/>
                    </a:lnTo>
                    <a:lnTo>
                      <a:pt x="204" y="12"/>
                    </a:lnTo>
                    <a:lnTo>
                      <a:pt x="204" y="12"/>
                    </a:lnTo>
                    <a:lnTo>
                      <a:pt x="204" y="12"/>
                    </a:lnTo>
                    <a:lnTo>
                      <a:pt x="204" y="12"/>
                    </a:lnTo>
                    <a:lnTo>
                      <a:pt x="206" y="12"/>
                    </a:lnTo>
                    <a:lnTo>
                      <a:pt x="206" y="12"/>
                    </a:lnTo>
                    <a:lnTo>
                      <a:pt x="209" y="12"/>
                    </a:lnTo>
                    <a:lnTo>
                      <a:pt x="209" y="12"/>
                    </a:lnTo>
                    <a:lnTo>
                      <a:pt x="209" y="12"/>
                    </a:lnTo>
                    <a:lnTo>
                      <a:pt x="211" y="12"/>
                    </a:lnTo>
                    <a:lnTo>
                      <a:pt x="211" y="14"/>
                    </a:lnTo>
                    <a:lnTo>
                      <a:pt x="211" y="14"/>
                    </a:lnTo>
                    <a:lnTo>
                      <a:pt x="211" y="14"/>
                    </a:lnTo>
                    <a:lnTo>
                      <a:pt x="211" y="12"/>
                    </a:lnTo>
                    <a:lnTo>
                      <a:pt x="213" y="12"/>
                    </a:lnTo>
                    <a:lnTo>
                      <a:pt x="213" y="14"/>
                    </a:lnTo>
                    <a:lnTo>
                      <a:pt x="213" y="14"/>
                    </a:lnTo>
                    <a:lnTo>
                      <a:pt x="213" y="14"/>
                    </a:lnTo>
                    <a:lnTo>
                      <a:pt x="213" y="17"/>
                    </a:lnTo>
                    <a:lnTo>
                      <a:pt x="216" y="17"/>
                    </a:lnTo>
                    <a:lnTo>
                      <a:pt x="216" y="17"/>
                    </a:lnTo>
                    <a:lnTo>
                      <a:pt x="216" y="17"/>
                    </a:lnTo>
                    <a:lnTo>
                      <a:pt x="216" y="17"/>
                    </a:lnTo>
                    <a:lnTo>
                      <a:pt x="216" y="17"/>
                    </a:lnTo>
                    <a:lnTo>
                      <a:pt x="218" y="17"/>
                    </a:lnTo>
                    <a:lnTo>
                      <a:pt x="218" y="19"/>
                    </a:lnTo>
                    <a:lnTo>
                      <a:pt x="218" y="19"/>
                    </a:lnTo>
                    <a:lnTo>
                      <a:pt x="218" y="19"/>
                    </a:lnTo>
                    <a:lnTo>
                      <a:pt x="218" y="19"/>
                    </a:lnTo>
                    <a:lnTo>
                      <a:pt x="221" y="19"/>
                    </a:lnTo>
                    <a:lnTo>
                      <a:pt x="221" y="21"/>
                    </a:lnTo>
                    <a:lnTo>
                      <a:pt x="221" y="21"/>
                    </a:lnTo>
                    <a:lnTo>
                      <a:pt x="223" y="21"/>
                    </a:lnTo>
                    <a:lnTo>
                      <a:pt x="223" y="21"/>
                    </a:lnTo>
                    <a:lnTo>
                      <a:pt x="223" y="21"/>
                    </a:lnTo>
                    <a:lnTo>
                      <a:pt x="225" y="21"/>
                    </a:lnTo>
                    <a:lnTo>
                      <a:pt x="225" y="21"/>
                    </a:lnTo>
                    <a:lnTo>
                      <a:pt x="225" y="21"/>
                    </a:lnTo>
                    <a:lnTo>
                      <a:pt x="228" y="21"/>
                    </a:lnTo>
                    <a:lnTo>
                      <a:pt x="228" y="21"/>
                    </a:lnTo>
                    <a:lnTo>
                      <a:pt x="228" y="21"/>
                    </a:lnTo>
                    <a:lnTo>
                      <a:pt x="230" y="21"/>
                    </a:lnTo>
                    <a:lnTo>
                      <a:pt x="230" y="21"/>
                    </a:lnTo>
                    <a:lnTo>
                      <a:pt x="230" y="24"/>
                    </a:lnTo>
                    <a:lnTo>
                      <a:pt x="230" y="24"/>
                    </a:lnTo>
                    <a:lnTo>
                      <a:pt x="230" y="24"/>
                    </a:lnTo>
                    <a:lnTo>
                      <a:pt x="232" y="24"/>
                    </a:lnTo>
                    <a:lnTo>
                      <a:pt x="232" y="24"/>
                    </a:lnTo>
                    <a:lnTo>
                      <a:pt x="232" y="26"/>
                    </a:lnTo>
                    <a:lnTo>
                      <a:pt x="232" y="26"/>
                    </a:lnTo>
                    <a:lnTo>
                      <a:pt x="232" y="26"/>
                    </a:lnTo>
                    <a:lnTo>
                      <a:pt x="232" y="26"/>
                    </a:lnTo>
                    <a:lnTo>
                      <a:pt x="235" y="26"/>
                    </a:lnTo>
                    <a:lnTo>
                      <a:pt x="235" y="26"/>
                    </a:lnTo>
                    <a:lnTo>
                      <a:pt x="237" y="26"/>
                    </a:lnTo>
                    <a:lnTo>
                      <a:pt x="237" y="28"/>
                    </a:lnTo>
                    <a:lnTo>
                      <a:pt x="237" y="28"/>
                    </a:lnTo>
                    <a:lnTo>
                      <a:pt x="237" y="31"/>
                    </a:lnTo>
                    <a:lnTo>
                      <a:pt x="237" y="31"/>
                    </a:lnTo>
                    <a:lnTo>
                      <a:pt x="235" y="31"/>
                    </a:lnTo>
                    <a:lnTo>
                      <a:pt x="235" y="31"/>
                    </a:lnTo>
                    <a:lnTo>
                      <a:pt x="232" y="31"/>
                    </a:lnTo>
                    <a:lnTo>
                      <a:pt x="232" y="31"/>
                    </a:lnTo>
                    <a:lnTo>
                      <a:pt x="232" y="31"/>
                    </a:lnTo>
                    <a:lnTo>
                      <a:pt x="230" y="31"/>
                    </a:lnTo>
                    <a:lnTo>
                      <a:pt x="230" y="31"/>
                    </a:lnTo>
                    <a:lnTo>
                      <a:pt x="230" y="31"/>
                    </a:lnTo>
                    <a:lnTo>
                      <a:pt x="230" y="33"/>
                    </a:lnTo>
                    <a:lnTo>
                      <a:pt x="230" y="33"/>
                    </a:lnTo>
                    <a:lnTo>
                      <a:pt x="230" y="35"/>
                    </a:lnTo>
                    <a:lnTo>
                      <a:pt x="228" y="35"/>
                    </a:lnTo>
                    <a:lnTo>
                      <a:pt x="228" y="35"/>
                    </a:lnTo>
                    <a:lnTo>
                      <a:pt x="228" y="33"/>
                    </a:lnTo>
                    <a:lnTo>
                      <a:pt x="225" y="33"/>
                    </a:lnTo>
                    <a:lnTo>
                      <a:pt x="225" y="35"/>
                    </a:lnTo>
                    <a:lnTo>
                      <a:pt x="225" y="35"/>
                    </a:lnTo>
                    <a:lnTo>
                      <a:pt x="225" y="35"/>
                    </a:lnTo>
                    <a:lnTo>
                      <a:pt x="225" y="35"/>
                    </a:lnTo>
                    <a:lnTo>
                      <a:pt x="225" y="35"/>
                    </a:lnTo>
                    <a:lnTo>
                      <a:pt x="225" y="38"/>
                    </a:lnTo>
                    <a:lnTo>
                      <a:pt x="223" y="38"/>
                    </a:lnTo>
                    <a:lnTo>
                      <a:pt x="223" y="38"/>
                    </a:lnTo>
                    <a:lnTo>
                      <a:pt x="223" y="38"/>
                    </a:lnTo>
                    <a:lnTo>
                      <a:pt x="221" y="38"/>
                    </a:lnTo>
                    <a:lnTo>
                      <a:pt x="221" y="38"/>
                    </a:lnTo>
                    <a:lnTo>
                      <a:pt x="221" y="35"/>
                    </a:lnTo>
                    <a:lnTo>
                      <a:pt x="218" y="35"/>
                    </a:lnTo>
                    <a:lnTo>
                      <a:pt x="218" y="35"/>
                    </a:lnTo>
                    <a:lnTo>
                      <a:pt x="218" y="35"/>
                    </a:lnTo>
                    <a:lnTo>
                      <a:pt x="218" y="38"/>
                    </a:lnTo>
                    <a:lnTo>
                      <a:pt x="216" y="38"/>
                    </a:lnTo>
                    <a:lnTo>
                      <a:pt x="216" y="38"/>
                    </a:lnTo>
                    <a:lnTo>
                      <a:pt x="216" y="38"/>
                    </a:lnTo>
                    <a:lnTo>
                      <a:pt x="216" y="38"/>
                    </a:lnTo>
                    <a:lnTo>
                      <a:pt x="213" y="38"/>
                    </a:lnTo>
                    <a:lnTo>
                      <a:pt x="213" y="38"/>
                    </a:lnTo>
                    <a:lnTo>
                      <a:pt x="211" y="38"/>
                    </a:lnTo>
                    <a:lnTo>
                      <a:pt x="211" y="40"/>
                    </a:lnTo>
                    <a:lnTo>
                      <a:pt x="211" y="40"/>
                    </a:lnTo>
                    <a:lnTo>
                      <a:pt x="211" y="40"/>
                    </a:lnTo>
                    <a:lnTo>
                      <a:pt x="211" y="40"/>
                    </a:lnTo>
                    <a:lnTo>
                      <a:pt x="209" y="40"/>
                    </a:lnTo>
                    <a:lnTo>
                      <a:pt x="209" y="40"/>
                    </a:lnTo>
                    <a:lnTo>
                      <a:pt x="209" y="40"/>
                    </a:lnTo>
                    <a:lnTo>
                      <a:pt x="209" y="43"/>
                    </a:lnTo>
                    <a:lnTo>
                      <a:pt x="206" y="43"/>
                    </a:lnTo>
                    <a:lnTo>
                      <a:pt x="206" y="43"/>
                    </a:lnTo>
                    <a:lnTo>
                      <a:pt x="206" y="43"/>
                    </a:lnTo>
                    <a:lnTo>
                      <a:pt x="204" y="43"/>
                    </a:lnTo>
                    <a:lnTo>
                      <a:pt x="204" y="45"/>
                    </a:lnTo>
                    <a:lnTo>
                      <a:pt x="204" y="45"/>
                    </a:lnTo>
                    <a:lnTo>
                      <a:pt x="204" y="45"/>
                    </a:lnTo>
                    <a:lnTo>
                      <a:pt x="202" y="45"/>
                    </a:lnTo>
                    <a:lnTo>
                      <a:pt x="202" y="45"/>
                    </a:lnTo>
                    <a:lnTo>
                      <a:pt x="202" y="45"/>
                    </a:lnTo>
                    <a:lnTo>
                      <a:pt x="202" y="45"/>
                    </a:lnTo>
                    <a:lnTo>
                      <a:pt x="202" y="45"/>
                    </a:lnTo>
                    <a:lnTo>
                      <a:pt x="199" y="45"/>
                    </a:lnTo>
                    <a:lnTo>
                      <a:pt x="199" y="45"/>
                    </a:lnTo>
                    <a:lnTo>
                      <a:pt x="199" y="47"/>
                    </a:lnTo>
                    <a:lnTo>
                      <a:pt x="197" y="47"/>
                    </a:lnTo>
                    <a:lnTo>
                      <a:pt x="197" y="47"/>
                    </a:lnTo>
                    <a:lnTo>
                      <a:pt x="197" y="47"/>
                    </a:lnTo>
                    <a:lnTo>
                      <a:pt x="197" y="47"/>
                    </a:lnTo>
                    <a:lnTo>
                      <a:pt x="197" y="50"/>
                    </a:lnTo>
                    <a:lnTo>
                      <a:pt x="197" y="50"/>
                    </a:lnTo>
                    <a:lnTo>
                      <a:pt x="197" y="50"/>
                    </a:lnTo>
                    <a:lnTo>
                      <a:pt x="197" y="50"/>
                    </a:lnTo>
                    <a:lnTo>
                      <a:pt x="197" y="52"/>
                    </a:lnTo>
                    <a:lnTo>
                      <a:pt x="194" y="52"/>
                    </a:lnTo>
                    <a:lnTo>
                      <a:pt x="194" y="52"/>
                    </a:lnTo>
                    <a:lnTo>
                      <a:pt x="194" y="52"/>
                    </a:lnTo>
                    <a:lnTo>
                      <a:pt x="192" y="52"/>
                    </a:lnTo>
                    <a:lnTo>
                      <a:pt x="192" y="54"/>
                    </a:lnTo>
                    <a:lnTo>
                      <a:pt x="192" y="54"/>
                    </a:lnTo>
                    <a:lnTo>
                      <a:pt x="192" y="54"/>
                    </a:lnTo>
                    <a:lnTo>
                      <a:pt x="192" y="54"/>
                    </a:lnTo>
                    <a:lnTo>
                      <a:pt x="192" y="54"/>
                    </a:lnTo>
                    <a:lnTo>
                      <a:pt x="190" y="54"/>
                    </a:lnTo>
                    <a:lnTo>
                      <a:pt x="190" y="57"/>
                    </a:lnTo>
                    <a:lnTo>
                      <a:pt x="190" y="57"/>
                    </a:lnTo>
                    <a:lnTo>
                      <a:pt x="190" y="57"/>
                    </a:lnTo>
                    <a:lnTo>
                      <a:pt x="187" y="57"/>
                    </a:lnTo>
                    <a:lnTo>
                      <a:pt x="187" y="54"/>
                    </a:lnTo>
                    <a:lnTo>
                      <a:pt x="187" y="54"/>
                    </a:lnTo>
                    <a:lnTo>
                      <a:pt x="185" y="54"/>
                    </a:lnTo>
                    <a:lnTo>
                      <a:pt x="185" y="54"/>
                    </a:lnTo>
                    <a:lnTo>
                      <a:pt x="185" y="54"/>
                    </a:lnTo>
                    <a:lnTo>
                      <a:pt x="185" y="57"/>
                    </a:lnTo>
                    <a:lnTo>
                      <a:pt x="183" y="57"/>
                    </a:lnTo>
                    <a:lnTo>
                      <a:pt x="183" y="57"/>
                    </a:lnTo>
                    <a:lnTo>
                      <a:pt x="183" y="57"/>
                    </a:lnTo>
                    <a:lnTo>
                      <a:pt x="180" y="57"/>
                    </a:lnTo>
                    <a:lnTo>
                      <a:pt x="180" y="57"/>
                    </a:lnTo>
                    <a:lnTo>
                      <a:pt x="178" y="57"/>
                    </a:lnTo>
                    <a:lnTo>
                      <a:pt x="178" y="57"/>
                    </a:lnTo>
                    <a:lnTo>
                      <a:pt x="178" y="57"/>
                    </a:lnTo>
                    <a:lnTo>
                      <a:pt x="178" y="57"/>
                    </a:lnTo>
                    <a:lnTo>
                      <a:pt x="176" y="57"/>
                    </a:lnTo>
                    <a:lnTo>
                      <a:pt x="176" y="59"/>
                    </a:lnTo>
                    <a:lnTo>
                      <a:pt x="176" y="59"/>
                    </a:lnTo>
                    <a:lnTo>
                      <a:pt x="176" y="57"/>
                    </a:lnTo>
                    <a:lnTo>
                      <a:pt x="176" y="57"/>
                    </a:lnTo>
                    <a:lnTo>
                      <a:pt x="173" y="57"/>
                    </a:lnTo>
                    <a:lnTo>
                      <a:pt x="173" y="57"/>
                    </a:lnTo>
                    <a:lnTo>
                      <a:pt x="171" y="57"/>
                    </a:lnTo>
                    <a:lnTo>
                      <a:pt x="171" y="57"/>
                    </a:lnTo>
                    <a:lnTo>
                      <a:pt x="171" y="57"/>
                    </a:lnTo>
                    <a:lnTo>
                      <a:pt x="168" y="57"/>
                    </a:lnTo>
                    <a:lnTo>
                      <a:pt x="168" y="57"/>
                    </a:lnTo>
                    <a:lnTo>
                      <a:pt x="168" y="57"/>
                    </a:lnTo>
                    <a:lnTo>
                      <a:pt x="168" y="57"/>
                    </a:lnTo>
                    <a:lnTo>
                      <a:pt x="166" y="57"/>
                    </a:lnTo>
                    <a:lnTo>
                      <a:pt x="166" y="57"/>
                    </a:lnTo>
                    <a:lnTo>
                      <a:pt x="164" y="57"/>
                    </a:lnTo>
                    <a:lnTo>
                      <a:pt x="164" y="57"/>
                    </a:lnTo>
                    <a:lnTo>
                      <a:pt x="164" y="57"/>
                    </a:lnTo>
                    <a:lnTo>
                      <a:pt x="164" y="57"/>
                    </a:lnTo>
                    <a:lnTo>
                      <a:pt x="164" y="57"/>
                    </a:lnTo>
                    <a:lnTo>
                      <a:pt x="164" y="57"/>
                    </a:lnTo>
                    <a:lnTo>
                      <a:pt x="164" y="59"/>
                    </a:lnTo>
                    <a:lnTo>
                      <a:pt x="161" y="59"/>
                    </a:lnTo>
                    <a:lnTo>
                      <a:pt x="161" y="59"/>
                    </a:lnTo>
                    <a:lnTo>
                      <a:pt x="161" y="62"/>
                    </a:lnTo>
                    <a:lnTo>
                      <a:pt x="161" y="62"/>
                    </a:lnTo>
                    <a:lnTo>
                      <a:pt x="161" y="62"/>
                    </a:lnTo>
                    <a:lnTo>
                      <a:pt x="159" y="62"/>
                    </a:lnTo>
                    <a:lnTo>
                      <a:pt x="159" y="64"/>
                    </a:lnTo>
                    <a:lnTo>
                      <a:pt x="159" y="64"/>
                    </a:lnTo>
                    <a:lnTo>
                      <a:pt x="159" y="64"/>
                    </a:lnTo>
                    <a:lnTo>
                      <a:pt x="159" y="64"/>
                    </a:lnTo>
                    <a:lnTo>
                      <a:pt x="159" y="64"/>
                    </a:lnTo>
                    <a:lnTo>
                      <a:pt x="159" y="66"/>
                    </a:lnTo>
                    <a:lnTo>
                      <a:pt x="159" y="66"/>
                    </a:lnTo>
                    <a:lnTo>
                      <a:pt x="159" y="69"/>
                    </a:lnTo>
                    <a:lnTo>
                      <a:pt x="157" y="69"/>
                    </a:lnTo>
                    <a:lnTo>
                      <a:pt x="157" y="69"/>
                    </a:lnTo>
                    <a:lnTo>
                      <a:pt x="157" y="69"/>
                    </a:lnTo>
                    <a:lnTo>
                      <a:pt x="157" y="71"/>
                    </a:lnTo>
                    <a:lnTo>
                      <a:pt x="157" y="71"/>
                    </a:lnTo>
                    <a:lnTo>
                      <a:pt x="157" y="71"/>
                    </a:lnTo>
                    <a:lnTo>
                      <a:pt x="157" y="73"/>
                    </a:lnTo>
                    <a:lnTo>
                      <a:pt x="154" y="73"/>
                    </a:lnTo>
                    <a:lnTo>
                      <a:pt x="154" y="73"/>
                    </a:lnTo>
                    <a:lnTo>
                      <a:pt x="154" y="73"/>
                    </a:lnTo>
                    <a:lnTo>
                      <a:pt x="152" y="73"/>
                    </a:lnTo>
                    <a:lnTo>
                      <a:pt x="152" y="73"/>
                    </a:lnTo>
                    <a:lnTo>
                      <a:pt x="152" y="73"/>
                    </a:lnTo>
                    <a:lnTo>
                      <a:pt x="152" y="71"/>
                    </a:lnTo>
                    <a:lnTo>
                      <a:pt x="152" y="71"/>
                    </a:lnTo>
                    <a:lnTo>
                      <a:pt x="150" y="71"/>
                    </a:lnTo>
                    <a:lnTo>
                      <a:pt x="150" y="73"/>
                    </a:lnTo>
                    <a:lnTo>
                      <a:pt x="150" y="73"/>
                    </a:lnTo>
                    <a:lnTo>
                      <a:pt x="150" y="73"/>
                    </a:lnTo>
                    <a:lnTo>
                      <a:pt x="150" y="73"/>
                    </a:lnTo>
                    <a:lnTo>
                      <a:pt x="147" y="73"/>
                    </a:lnTo>
                    <a:lnTo>
                      <a:pt x="147" y="73"/>
                    </a:lnTo>
                    <a:lnTo>
                      <a:pt x="147" y="73"/>
                    </a:lnTo>
                    <a:lnTo>
                      <a:pt x="145" y="73"/>
                    </a:lnTo>
                    <a:lnTo>
                      <a:pt x="145" y="73"/>
                    </a:lnTo>
                    <a:lnTo>
                      <a:pt x="145" y="73"/>
                    </a:lnTo>
                    <a:lnTo>
                      <a:pt x="145" y="73"/>
                    </a:lnTo>
                    <a:lnTo>
                      <a:pt x="145" y="76"/>
                    </a:lnTo>
                    <a:lnTo>
                      <a:pt x="142" y="76"/>
                    </a:lnTo>
                    <a:lnTo>
                      <a:pt x="142" y="76"/>
                    </a:lnTo>
                    <a:lnTo>
                      <a:pt x="142" y="76"/>
                    </a:lnTo>
                    <a:lnTo>
                      <a:pt x="142" y="76"/>
                    </a:lnTo>
                    <a:lnTo>
                      <a:pt x="142" y="76"/>
                    </a:lnTo>
                    <a:lnTo>
                      <a:pt x="140" y="76"/>
                    </a:lnTo>
                    <a:lnTo>
                      <a:pt x="140" y="76"/>
                    </a:lnTo>
                    <a:lnTo>
                      <a:pt x="140" y="76"/>
                    </a:lnTo>
                    <a:lnTo>
                      <a:pt x="138" y="76"/>
                    </a:lnTo>
                    <a:lnTo>
                      <a:pt x="138" y="76"/>
                    </a:lnTo>
                    <a:lnTo>
                      <a:pt x="138" y="76"/>
                    </a:lnTo>
                    <a:lnTo>
                      <a:pt x="138" y="73"/>
                    </a:lnTo>
                    <a:lnTo>
                      <a:pt x="138" y="73"/>
                    </a:lnTo>
                    <a:lnTo>
                      <a:pt x="138" y="73"/>
                    </a:lnTo>
                    <a:lnTo>
                      <a:pt x="138" y="71"/>
                    </a:lnTo>
                    <a:lnTo>
                      <a:pt x="138" y="71"/>
                    </a:lnTo>
                    <a:lnTo>
                      <a:pt x="138" y="71"/>
                    </a:lnTo>
                    <a:lnTo>
                      <a:pt x="138" y="71"/>
                    </a:lnTo>
                    <a:lnTo>
                      <a:pt x="138" y="69"/>
                    </a:lnTo>
                    <a:lnTo>
                      <a:pt x="138" y="69"/>
                    </a:lnTo>
                    <a:lnTo>
                      <a:pt x="138" y="66"/>
                    </a:lnTo>
                    <a:lnTo>
                      <a:pt x="135" y="66"/>
                    </a:lnTo>
                    <a:lnTo>
                      <a:pt x="135" y="66"/>
                    </a:lnTo>
                    <a:lnTo>
                      <a:pt x="135" y="66"/>
                    </a:lnTo>
                    <a:lnTo>
                      <a:pt x="135" y="66"/>
                    </a:lnTo>
                    <a:lnTo>
                      <a:pt x="135" y="66"/>
                    </a:lnTo>
                    <a:lnTo>
                      <a:pt x="133" y="66"/>
                    </a:lnTo>
                    <a:lnTo>
                      <a:pt x="133" y="69"/>
                    </a:lnTo>
                    <a:lnTo>
                      <a:pt x="133" y="69"/>
                    </a:lnTo>
                    <a:lnTo>
                      <a:pt x="133" y="69"/>
                    </a:lnTo>
                    <a:lnTo>
                      <a:pt x="131" y="69"/>
                    </a:lnTo>
                    <a:lnTo>
                      <a:pt x="131" y="69"/>
                    </a:lnTo>
                    <a:lnTo>
                      <a:pt x="131" y="71"/>
                    </a:lnTo>
                    <a:lnTo>
                      <a:pt x="131" y="71"/>
                    </a:lnTo>
                    <a:lnTo>
                      <a:pt x="131" y="71"/>
                    </a:lnTo>
                    <a:lnTo>
                      <a:pt x="128" y="71"/>
                    </a:lnTo>
                    <a:lnTo>
                      <a:pt x="128" y="71"/>
                    </a:lnTo>
                    <a:lnTo>
                      <a:pt x="126" y="71"/>
                    </a:lnTo>
                    <a:lnTo>
                      <a:pt x="126" y="71"/>
                    </a:lnTo>
                    <a:lnTo>
                      <a:pt x="126" y="71"/>
                    </a:lnTo>
                    <a:lnTo>
                      <a:pt x="123" y="71"/>
                    </a:lnTo>
                    <a:lnTo>
                      <a:pt x="123" y="71"/>
                    </a:lnTo>
                    <a:lnTo>
                      <a:pt x="123" y="71"/>
                    </a:lnTo>
                    <a:lnTo>
                      <a:pt x="123" y="71"/>
                    </a:lnTo>
                    <a:lnTo>
                      <a:pt x="121" y="71"/>
                    </a:lnTo>
                    <a:lnTo>
                      <a:pt x="121" y="71"/>
                    </a:lnTo>
                    <a:lnTo>
                      <a:pt x="121" y="69"/>
                    </a:lnTo>
                    <a:lnTo>
                      <a:pt x="119" y="69"/>
                    </a:lnTo>
                    <a:lnTo>
                      <a:pt x="119" y="71"/>
                    </a:lnTo>
                    <a:lnTo>
                      <a:pt x="119" y="71"/>
                    </a:lnTo>
                    <a:lnTo>
                      <a:pt x="119" y="71"/>
                    </a:lnTo>
                    <a:lnTo>
                      <a:pt x="119" y="73"/>
                    </a:lnTo>
                    <a:lnTo>
                      <a:pt x="119" y="73"/>
                    </a:lnTo>
                    <a:lnTo>
                      <a:pt x="119" y="73"/>
                    </a:lnTo>
                    <a:lnTo>
                      <a:pt x="121" y="73"/>
                    </a:lnTo>
                    <a:lnTo>
                      <a:pt x="121" y="76"/>
                    </a:lnTo>
                    <a:lnTo>
                      <a:pt x="119" y="76"/>
                    </a:lnTo>
                    <a:lnTo>
                      <a:pt x="119" y="76"/>
                    </a:lnTo>
                    <a:lnTo>
                      <a:pt x="119" y="76"/>
                    </a:lnTo>
                    <a:lnTo>
                      <a:pt x="116" y="76"/>
                    </a:lnTo>
                    <a:lnTo>
                      <a:pt x="116" y="76"/>
                    </a:lnTo>
                    <a:lnTo>
                      <a:pt x="116" y="76"/>
                    </a:lnTo>
                    <a:lnTo>
                      <a:pt x="116" y="76"/>
                    </a:lnTo>
                    <a:lnTo>
                      <a:pt x="114" y="76"/>
                    </a:lnTo>
                    <a:lnTo>
                      <a:pt x="114" y="76"/>
                    </a:lnTo>
                    <a:lnTo>
                      <a:pt x="114" y="76"/>
                    </a:lnTo>
                    <a:lnTo>
                      <a:pt x="114" y="78"/>
                    </a:lnTo>
                    <a:lnTo>
                      <a:pt x="112" y="78"/>
                    </a:lnTo>
                    <a:lnTo>
                      <a:pt x="112" y="78"/>
                    </a:lnTo>
                    <a:lnTo>
                      <a:pt x="112" y="78"/>
                    </a:lnTo>
                    <a:lnTo>
                      <a:pt x="112" y="80"/>
                    </a:lnTo>
                    <a:lnTo>
                      <a:pt x="112" y="80"/>
                    </a:lnTo>
                    <a:lnTo>
                      <a:pt x="109" y="80"/>
                    </a:lnTo>
                    <a:lnTo>
                      <a:pt x="109" y="80"/>
                    </a:lnTo>
                    <a:lnTo>
                      <a:pt x="109" y="80"/>
                    </a:lnTo>
                    <a:lnTo>
                      <a:pt x="109" y="80"/>
                    </a:lnTo>
                    <a:lnTo>
                      <a:pt x="109" y="80"/>
                    </a:lnTo>
                    <a:lnTo>
                      <a:pt x="107" y="80"/>
                    </a:lnTo>
                    <a:lnTo>
                      <a:pt x="107" y="80"/>
                    </a:lnTo>
                    <a:lnTo>
                      <a:pt x="105" y="80"/>
                    </a:lnTo>
                    <a:lnTo>
                      <a:pt x="105" y="80"/>
                    </a:lnTo>
                    <a:lnTo>
                      <a:pt x="105" y="80"/>
                    </a:lnTo>
                    <a:lnTo>
                      <a:pt x="105" y="80"/>
                    </a:lnTo>
                    <a:lnTo>
                      <a:pt x="102" y="80"/>
                    </a:lnTo>
                    <a:lnTo>
                      <a:pt x="102" y="80"/>
                    </a:lnTo>
                    <a:lnTo>
                      <a:pt x="102" y="83"/>
                    </a:lnTo>
                    <a:lnTo>
                      <a:pt x="102" y="83"/>
                    </a:lnTo>
                    <a:lnTo>
                      <a:pt x="102" y="83"/>
                    </a:lnTo>
                    <a:lnTo>
                      <a:pt x="102" y="85"/>
                    </a:lnTo>
                    <a:lnTo>
                      <a:pt x="100" y="85"/>
                    </a:lnTo>
                    <a:lnTo>
                      <a:pt x="100" y="85"/>
                    </a:lnTo>
                    <a:lnTo>
                      <a:pt x="100" y="85"/>
                    </a:lnTo>
                    <a:lnTo>
                      <a:pt x="100" y="85"/>
                    </a:lnTo>
                    <a:lnTo>
                      <a:pt x="100" y="88"/>
                    </a:lnTo>
                    <a:lnTo>
                      <a:pt x="97" y="88"/>
                    </a:lnTo>
                    <a:lnTo>
                      <a:pt x="97" y="88"/>
                    </a:lnTo>
                    <a:lnTo>
                      <a:pt x="97" y="90"/>
                    </a:lnTo>
                    <a:lnTo>
                      <a:pt x="100" y="90"/>
                    </a:lnTo>
                    <a:lnTo>
                      <a:pt x="100" y="90"/>
                    </a:lnTo>
                    <a:lnTo>
                      <a:pt x="100" y="90"/>
                    </a:lnTo>
                    <a:lnTo>
                      <a:pt x="100" y="92"/>
                    </a:lnTo>
                    <a:lnTo>
                      <a:pt x="100" y="92"/>
                    </a:lnTo>
                    <a:lnTo>
                      <a:pt x="102" y="92"/>
                    </a:lnTo>
                    <a:lnTo>
                      <a:pt x="102" y="95"/>
                    </a:lnTo>
                    <a:lnTo>
                      <a:pt x="100" y="95"/>
                    </a:lnTo>
                    <a:lnTo>
                      <a:pt x="100" y="95"/>
                    </a:lnTo>
                    <a:lnTo>
                      <a:pt x="100" y="95"/>
                    </a:lnTo>
                    <a:lnTo>
                      <a:pt x="100" y="95"/>
                    </a:lnTo>
                    <a:lnTo>
                      <a:pt x="100" y="97"/>
                    </a:lnTo>
                    <a:lnTo>
                      <a:pt x="97" y="97"/>
                    </a:lnTo>
                    <a:lnTo>
                      <a:pt x="97" y="97"/>
                    </a:lnTo>
                    <a:lnTo>
                      <a:pt x="97" y="97"/>
                    </a:lnTo>
                    <a:lnTo>
                      <a:pt x="95" y="97"/>
                    </a:lnTo>
                    <a:lnTo>
                      <a:pt x="95" y="97"/>
                    </a:lnTo>
                    <a:lnTo>
                      <a:pt x="95" y="97"/>
                    </a:lnTo>
                    <a:lnTo>
                      <a:pt x="93" y="97"/>
                    </a:lnTo>
                    <a:lnTo>
                      <a:pt x="93" y="97"/>
                    </a:lnTo>
                    <a:lnTo>
                      <a:pt x="90" y="97"/>
                    </a:lnTo>
                    <a:lnTo>
                      <a:pt x="90" y="97"/>
                    </a:lnTo>
                    <a:lnTo>
                      <a:pt x="90" y="97"/>
                    </a:lnTo>
                    <a:lnTo>
                      <a:pt x="88" y="97"/>
                    </a:lnTo>
                    <a:lnTo>
                      <a:pt x="88" y="97"/>
                    </a:lnTo>
                    <a:lnTo>
                      <a:pt x="88" y="97"/>
                    </a:lnTo>
                    <a:lnTo>
                      <a:pt x="88" y="99"/>
                    </a:lnTo>
                    <a:lnTo>
                      <a:pt x="86" y="99"/>
                    </a:lnTo>
                    <a:lnTo>
                      <a:pt x="86" y="99"/>
                    </a:lnTo>
                    <a:lnTo>
                      <a:pt x="86" y="99"/>
                    </a:lnTo>
                    <a:lnTo>
                      <a:pt x="83" y="99"/>
                    </a:lnTo>
                    <a:lnTo>
                      <a:pt x="83" y="99"/>
                    </a:lnTo>
                    <a:lnTo>
                      <a:pt x="83" y="99"/>
                    </a:lnTo>
                    <a:lnTo>
                      <a:pt x="83" y="99"/>
                    </a:lnTo>
                    <a:lnTo>
                      <a:pt x="81" y="99"/>
                    </a:lnTo>
                    <a:lnTo>
                      <a:pt x="81" y="99"/>
                    </a:lnTo>
                    <a:lnTo>
                      <a:pt x="78" y="99"/>
                    </a:lnTo>
                    <a:lnTo>
                      <a:pt x="78" y="99"/>
                    </a:lnTo>
                    <a:lnTo>
                      <a:pt x="78" y="102"/>
                    </a:lnTo>
                    <a:lnTo>
                      <a:pt x="78" y="102"/>
                    </a:lnTo>
                    <a:lnTo>
                      <a:pt x="78" y="99"/>
                    </a:lnTo>
                    <a:lnTo>
                      <a:pt x="76" y="99"/>
                    </a:lnTo>
                    <a:lnTo>
                      <a:pt x="76" y="99"/>
                    </a:lnTo>
                    <a:lnTo>
                      <a:pt x="76" y="99"/>
                    </a:lnTo>
                    <a:lnTo>
                      <a:pt x="76" y="99"/>
                    </a:lnTo>
                    <a:lnTo>
                      <a:pt x="74" y="99"/>
                    </a:lnTo>
                    <a:lnTo>
                      <a:pt x="74" y="99"/>
                    </a:lnTo>
                    <a:lnTo>
                      <a:pt x="71" y="99"/>
                    </a:lnTo>
                    <a:lnTo>
                      <a:pt x="71" y="99"/>
                    </a:lnTo>
                    <a:lnTo>
                      <a:pt x="71" y="99"/>
                    </a:lnTo>
                    <a:lnTo>
                      <a:pt x="71" y="99"/>
                    </a:lnTo>
                    <a:lnTo>
                      <a:pt x="71" y="99"/>
                    </a:lnTo>
                    <a:lnTo>
                      <a:pt x="69" y="99"/>
                    </a:lnTo>
                    <a:lnTo>
                      <a:pt x="69" y="99"/>
                    </a:lnTo>
                    <a:lnTo>
                      <a:pt x="69" y="99"/>
                    </a:lnTo>
                    <a:lnTo>
                      <a:pt x="69" y="99"/>
                    </a:lnTo>
                    <a:lnTo>
                      <a:pt x="67" y="99"/>
                    </a:lnTo>
                    <a:lnTo>
                      <a:pt x="67" y="99"/>
                    </a:lnTo>
                    <a:lnTo>
                      <a:pt x="67" y="102"/>
                    </a:lnTo>
                    <a:lnTo>
                      <a:pt x="64" y="102"/>
                    </a:lnTo>
                    <a:lnTo>
                      <a:pt x="64" y="102"/>
                    </a:lnTo>
                    <a:lnTo>
                      <a:pt x="64" y="104"/>
                    </a:lnTo>
                    <a:lnTo>
                      <a:pt x="64" y="104"/>
                    </a:lnTo>
                    <a:lnTo>
                      <a:pt x="64" y="104"/>
                    </a:lnTo>
                    <a:lnTo>
                      <a:pt x="64" y="104"/>
                    </a:lnTo>
                    <a:lnTo>
                      <a:pt x="64" y="104"/>
                    </a:lnTo>
                    <a:lnTo>
                      <a:pt x="64" y="102"/>
                    </a:lnTo>
                    <a:lnTo>
                      <a:pt x="62" y="102"/>
                    </a:lnTo>
                    <a:lnTo>
                      <a:pt x="62" y="102"/>
                    </a:lnTo>
                    <a:lnTo>
                      <a:pt x="62" y="102"/>
                    </a:lnTo>
                    <a:lnTo>
                      <a:pt x="62" y="102"/>
                    </a:lnTo>
                    <a:lnTo>
                      <a:pt x="62" y="99"/>
                    </a:lnTo>
                    <a:lnTo>
                      <a:pt x="60" y="99"/>
                    </a:lnTo>
                    <a:lnTo>
                      <a:pt x="60" y="99"/>
                    </a:lnTo>
                    <a:lnTo>
                      <a:pt x="60" y="99"/>
                    </a:lnTo>
                    <a:lnTo>
                      <a:pt x="60" y="99"/>
                    </a:lnTo>
                    <a:lnTo>
                      <a:pt x="57" y="99"/>
                    </a:lnTo>
                    <a:lnTo>
                      <a:pt x="57" y="102"/>
                    </a:lnTo>
                    <a:lnTo>
                      <a:pt x="57" y="102"/>
                    </a:lnTo>
                    <a:lnTo>
                      <a:pt x="57" y="102"/>
                    </a:lnTo>
                    <a:lnTo>
                      <a:pt x="55" y="102"/>
                    </a:lnTo>
                    <a:lnTo>
                      <a:pt x="55" y="102"/>
                    </a:lnTo>
                    <a:lnTo>
                      <a:pt x="55" y="102"/>
                    </a:lnTo>
                    <a:lnTo>
                      <a:pt x="55" y="102"/>
                    </a:lnTo>
                    <a:lnTo>
                      <a:pt x="52" y="102"/>
                    </a:lnTo>
                    <a:lnTo>
                      <a:pt x="52" y="99"/>
                    </a:lnTo>
                    <a:lnTo>
                      <a:pt x="52" y="99"/>
                    </a:lnTo>
                    <a:lnTo>
                      <a:pt x="55" y="99"/>
                    </a:lnTo>
                    <a:lnTo>
                      <a:pt x="55" y="97"/>
                    </a:lnTo>
                    <a:lnTo>
                      <a:pt x="55" y="97"/>
                    </a:lnTo>
                    <a:lnTo>
                      <a:pt x="52" y="97"/>
                    </a:lnTo>
                    <a:lnTo>
                      <a:pt x="52" y="97"/>
                    </a:lnTo>
                    <a:lnTo>
                      <a:pt x="52" y="97"/>
                    </a:lnTo>
                    <a:lnTo>
                      <a:pt x="50" y="97"/>
                    </a:lnTo>
                    <a:lnTo>
                      <a:pt x="50" y="97"/>
                    </a:lnTo>
                    <a:lnTo>
                      <a:pt x="50" y="97"/>
                    </a:lnTo>
                    <a:lnTo>
                      <a:pt x="50" y="95"/>
                    </a:lnTo>
                    <a:lnTo>
                      <a:pt x="50" y="95"/>
                    </a:lnTo>
                    <a:lnTo>
                      <a:pt x="50" y="95"/>
                    </a:lnTo>
                    <a:lnTo>
                      <a:pt x="48" y="95"/>
                    </a:lnTo>
                    <a:lnTo>
                      <a:pt x="48" y="95"/>
                    </a:lnTo>
                    <a:lnTo>
                      <a:pt x="45" y="95"/>
                    </a:lnTo>
                    <a:lnTo>
                      <a:pt x="45" y="95"/>
                    </a:lnTo>
                    <a:lnTo>
                      <a:pt x="45" y="95"/>
                    </a:lnTo>
                    <a:lnTo>
                      <a:pt x="45" y="95"/>
                    </a:lnTo>
                    <a:lnTo>
                      <a:pt x="43" y="95"/>
                    </a:lnTo>
                    <a:lnTo>
                      <a:pt x="43" y="95"/>
                    </a:lnTo>
                    <a:lnTo>
                      <a:pt x="43" y="95"/>
                    </a:lnTo>
                    <a:lnTo>
                      <a:pt x="43" y="95"/>
                    </a:lnTo>
                    <a:lnTo>
                      <a:pt x="41" y="95"/>
                    </a:lnTo>
                    <a:lnTo>
                      <a:pt x="41" y="95"/>
                    </a:lnTo>
                    <a:lnTo>
                      <a:pt x="38" y="95"/>
                    </a:lnTo>
                    <a:lnTo>
                      <a:pt x="38" y="97"/>
                    </a:lnTo>
                    <a:lnTo>
                      <a:pt x="38" y="97"/>
                    </a:lnTo>
                    <a:lnTo>
                      <a:pt x="38" y="97"/>
                    </a:lnTo>
                    <a:lnTo>
                      <a:pt x="38" y="97"/>
                    </a:lnTo>
                    <a:lnTo>
                      <a:pt x="36" y="97"/>
                    </a:lnTo>
                    <a:lnTo>
                      <a:pt x="36" y="99"/>
                    </a:lnTo>
                    <a:lnTo>
                      <a:pt x="36" y="99"/>
                    </a:lnTo>
                    <a:lnTo>
                      <a:pt x="36" y="99"/>
                    </a:lnTo>
                    <a:lnTo>
                      <a:pt x="34" y="99"/>
                    </a:lnTo>
                    <a:lnTo>
                      <a:pt x="34" y="99"/>
                    </a:lnTo>
                    <a:lnTo>
                      <a:pt x="31" y="99"/>
                    </a:lnTo>
                    <a:lnTo>
                      <a:pt x="31" y="97"/>
                    </a:lnTo>
                    <a:lnTo>
                      <a:pt x="31" y="97"/>
                    </a:lnTo>
                    <a:lnTo>
                      <a:pt x="31" y="95"/>
                    </a:lnTo>
                    <a:lnTo>
                      <a:pt x="31" y="95"/>
                    </a:lnTo>
                    <a:lnTo>
                      <a:pt x="31" y="95"/>
                    </a:lnTo>
                    <a:lnTo>
                      <a:pt x="31" y="95"/>
                    </a:lnTo>
                    <a:lnTo>
                      <a:pt x="31" y="95"/>
                    </a:lnTo>
                    <a:lnTo>
                      <a:pt x="29" y="95"/>
                    </a:lnTo>
                    <a:lnTo>
                      <a:pt x="29" y="95"/>
                    </a:lnTo>
                    <a:lnTo>
                      <a:pt x="29" y="95"/>
                    </a:lnTo>
                    <a:lnTo>
                      <a:pt x="29" y="92"/>
                    </a:lnTo>
                    <a:lnTo>
                      <a:pt x="26" y="92"/>
                    </a:lnTo>
                    <a:lnTo>
                      <a:pt x="26" y="95"/>
                    </a:lnTo>
                    <a:lnTo>
                      <a:pt x="26" y="95"/>
                    </a:lnTo>
                    <a:lnTo>
                      <a:pt x="24" y="95"/>
                    </a:lnTo>
                    <a:lnTo>
                      <a:pt x="24" y="95"/>
                    </a:lnTo>
                    <a:lnTo>
                      <a:pt x="24" y="95"/>
                    </a:lnTo>
                    <a:lnTo>
                      <a:pt x="24" y="95"/>
                    </a:lnTo>
                    <a:lnTo>
                      <a:pt x="22" y="95"/>
                    </a:lnTo>
                    <a:lnTo>
                      <a:pt x="22" y="95"/>
                    </a:lnTo>
                    <a:lnTo>
                      <a:pt x="22" y="95"/>
                    </a:lnTo>
                    <a:lnTo>
                      <a:pt x="19" y="95"/>
                    </a:lnTo>
                    <a:lnTo>
                      <a:pt x="19" y="95"/>
                    </a:lnTo>
                    <a:lnTo>
                      <a:pt x="19" y="95"/>
                    </a:lnTo>
                    <a:lnTo>
                      <a:pt x="17" y="95"/>
                    </a:lnTo>
                    <a:lnTo>
                      <a:pt x="17" y="95"/>
                    </a:lnTo>
                    <a:lnTo>
                      <a:pt x="17" y="95"/>
                    </a:lnTo>
                    <a:lnTo>
                      <a:pt x="17" y="95"/>
                    </a:lnTo>
                    <a:lnTo>
                      <a:pt x="15" y="95"/>
                    </a:lnTo>
                    <a:lnTo>
                      <a:pt x="15" y="95"/>
                    </a:lnTo>
                    <a:lnTo>
                      <a:pt x="15" y="95"/>
                    </a:lnTo>
                    <a:lnTo>
                      <a:pt x="15" y="95"/>
                    </a:lnTo>
                    <a:lnTo>
                      <a:pt x="12" y="95"/>
                    </a:lnTo>
                    <a:lnTo>
                      <a:pt x="12" y="95"/>
                    </a:lnTo>
                    <a:lnTo>
                      <a:pt x="12" y="95"/>
                    </a:lnTo>
                    <a:lnTo>
                      <a:pt x="12" y="95"/>
                    </a:lnTo>
                    <a:lnTo>
                      <a:pt x="10" y="95"/>
                    </a:lnTo>
                    <a:lnTo>
                      <a:pt x="10" y="95"/>
                    </a:lnTo>
                    <a:lnTo>
                      <a:pt x="10" y="95"/>
                    </a:lnTo>
                    <a:lnTo>
                      <a:pt x="7" y="95"/>
                    </a:lnTo>
                    <a:lnTo>
                      <a:pt x="7" y="95"/>
                    </a:lnTo>
                    <a:lnTo>
                      <a:pt x="7" y="95"/>
                    </a:lnTo>
                    <a:lnTo>
                      <a:pt x="5" y="95"/>
                    </a:lnTo>
                    <a:lnTo>
                      <a:pt x="5" y="95"/>
                    </a:lnTo>
                    <a:lnTo>
                      <a:pt x="5" y="95"/>
                    </a:lnTo>
                    <a:lnTo>
                      <a:pt x="3" y="95"/>
                    </a:lnTo>
                    <a:lnTo>
                      <a:pt x="3" y="95"/>
                    </a:lnTo>
                    <a:lnTo>
                      <a:pt x="3" y="95"/>
                    </a:lnTo>
                    <a:lnTo>
                      <a:pt x="3" y="95"/>
                    </a:lnTo>
                    <a:lnTo>
                      <a:pt x="3" y="92"/>
                    </a:lnTo>
                    <a:lnTo>
                      <a:pt x="3" y="92"/>
                    </a:lnTo>
                    <a:lnTo>
                      <a:pt x="3" y="90"/>
                    </a:lnTo>
                    <a:lnTo>
                      <a:pt x="0" y="90"/>
                    </a:lnTo>
                    <a:lnTo>
                      <a:pt x="0" y="90"/>
                    </a:lnTo>
                    <a:lnTo>
                      <a:pt x="0" y="88"/>
                    </a:lnTo>
                    <a:lnTo>
                      <a:pt x="0" y="88"/>
                    </a:lnTo>
                    <a:lnTo>
                      <a:pt x="0" y="85"/>
                    </a:lnTo>
                    <a:lnTo>
                      <a:pt x="3" y="85"/>
                    </a:lnTo>
                    <a:lnTo>
                      <a:pt x="3" y="85"/>
                    </a:lnTo>
                    <a:lnTo>
                      <a:pt x="3" y="85"/>
                    </a:lnTo>
                    <a:lnTo>
                      <a:pt x="3" y="83"/>
                    </a:lnTo>
                    <a:lnTo>
                      <a:pt x="3" y="83"/>
                    </a:lnTo>
                    <a:lnTo>
                      <a:pt x="3" y="85"/>
                    </a:lnTo>
                    <a:lnTo>
                      <a:pt x="3" y="85"/>
                    </a:lnTo>
                    <a:lnTo>
                      <a:pt x="3" y="85"/>
                    </a:lnTo>
                    <a:lnTo>
                      <a:pt x="5" y="85"/>
                    </a:lnTo>
                    <a:lnTo>
                      <a:pt x="5" y="85"/>
                    </a:lnTo>
                    <a:lnTo>
                      <a:pt x="5" y="85"/>
                    </a:lnTo>
                    <a:lnTo>
                      <a:pt x="5" y="85"/>
                    </a:lnTo>
                    <a:lnTo>
                      <a:pt x="5" y="83"/>
                    </a:lnTo>
                    <a:lnTo>
                      <a:pt x="5" y="83"/>
                    </a:lnTo>
                    <a:lnTo>
                      <a:pt x="5" y="83"/>
                    </a:lnTo>
                    <a:lnTo>
                      <a:pt x="5" y="80"/>
                    </a:lnTo>
                    <a:lnTo>
                      <a:pt x="5" y="80"/>
                    </a:lnTo>
                    <a:lnTo>
                      <a:pt x="7" y="80"/>
                    </a:lnTo>
                    <a:lnTo>
                      <a:pt x="7" y="80"/>
                    </a:lnTo>
                    <a:lnTo>
                      <a:pt x="7" y="80"/>
                    </a:lnTo>
                    <a:lnTo>
                      <a:pt x="10" y="80"/>
                    </a:lnTo>
                    <a:lnTo>
                      <a:pt x="10" y="80"/>
                    </a:lnTo>
                    <a:lnTo>
                      <a:pt x="10" y="80"/>
                    </a:lnTo>
                    <a:lnTo>
                      <a:pt x="10" y="78"/>
                    </a:lnTo>
                    <a:lnTo>
                      <a:pt x="12" y="78"/>
                    </a:lnTo>
                    <a:lnTo>
                      <a:pt x="12" y="78"/>
                    </a:lnTo>
                    <a:lnTo>
                      <a:pt x="12" y="78"/>
                    </a:lnTo>
                    <a:lnTo>
                      <a:pt x="15" y="78"/>
                    </a:lnTo>
                    <a:lnTo>
                      <a:pt x="15" y="78"/>
                    </a:lnTo>
                    <a:lnTo>
                      <a:pt x="15" y="78"/>
                    </a:lnTo>
                    <a:lnTo>
                      <a:pt x="17" y="78"/>
                    </a:lnTo>
                    <a:lnTo>
                      <a:pt x="17" y="76"/>
                    </a:lnTo>
                    <a:lnTo>
                      <a:pt x="17" y="76"/>
                    </a:lnTo>
                    <a:lnTo>
                      <a:pt x="17" y="78"/>
                    </a:lnTo>
                    <a:lnTo>
                      <a:pt x="17" y="78"/>
                    </a:lnTo>
                    <a:lnTo>
                      <a:pt x="19" y="78"/>
                    </a:lnTo>
                    <a:lnTo>
                      <a:pt x="19" y="78"/>
                    </a:lnTo>
                    <a:lnTo>
                      <a:pt x="19" y="78"/>
                    </a:lnTo>
                    <a:lnTo>
                      <a:pt x="19" y="80"/>
                    </a:lnTo>
                    <a:lnTo>
                      <a:pt x="19" y="80"/>
                    </a:lnTo>
                    <a:lnTo>
                      <a:pt x="22" y="80"/>
                    </a:lnTo>
                    <a:lnTo>
                      <a:pt x="22" y="80"/>
                    </a:lnTo>
                    <a:lnTo>
                      <a:pt x="24" y="80"/>
                    </a:lnTo>
                    <a:lnTo>
                      <a:pt x="24" y="80"/>
                    </a:lnTo>
                    <a:lnTo>
                      <a:pt x="24" y="80"/>
                    </a:lnTo>
                    <a:lnTo>
                      <a:pt x="24" y="80"/>
                    </a:lnTo>
                    <a:lnTo>
                      <a:pt x="24" y="83"/>
                    </a:lnTo>
                    <a:lnTo>
                      <a:pt x="26" y="83"/>
                    </a:lnTo>
                    <a:lnTo>
                      <a:pt x="26" y="83"/>
                    </a:lnTo>
                    <a:lnTo>
                      <a:pt x="29" y="83"/>
                    </a:lnTo>
                    <a:lnTo>
                      <a:pt x="29" y="83"/>
                    </a:lnTo>
                    <a:lnTo>
                      <a:pt x="26" y="83"/>
                    </a:lnTo>
                    <a:lnTo>
                      <a:pt x="26" y="85"/>
                    </a:lnTo>
                    <a:lnTo>
                      <a:pt x="26" y="85"/>
                    </a:lnTo>
                    <a:lnTo>
                      <a:pt x="26" y="85"/>
                    </a:lnTo>
                    <a:lnTo>
                      <a:pt x="26" y="85"/>
                    </a:lnTo>
                    <a:lnTo>
                      <a:pt x="29" y="85"/>
                    </a:lnTo>
                    <a:lnTo>
                      <a:pt x="29" y="85"/>
                    </a:lnTo>
                    <a:lnTo>
                      <a:pt x="29" y="85"/>
                    </a:lnTo>
                    <a:lnTo>
                      <a:pt x="29" y="85"/>
                    </a:lnTo>
                    <a:lnTo>
                      <a:pt x="29" y="83"/>
                    </a:lnTo>
                    <a:lnTo>
                      <a:pt x="31" y="83"/>
                    </a:lnTo>
                    <a:lnTo>
                      <a:pt x="31" y="83"/>
                    </a:lnTo>
                    <a:lnTo>
                      <a:pt x="31" y="80"/>
                    </a:lnTo>
                    <a:lnTo>
                      <a:pt x="31" y="80"/>
                    </a:lnTo>
                    <a:lnTo>
                      <a:pt x="31" y="80"/>
                    </a:lnTo>
                    <a:lnTo>
                      <a:pt x="34" y="80"/>
                    </a:lnTo>
                    <a:lnTo>
                      <a:pt x="34" y="80"/>
                    </a:lnTo>
                    <a:lnTo>
                      <a:pt x="34" y="80"/>
                    </a:lnTo>
                    <a:lnTo>
                      <a:pt x="34" y="78"/>
                    </a:lnTo>
                    <a:lnTo>
                      <a:pt x="36" y="78"/>
                    </a:lnTo>
                    <a:lnTo>
                      <a:pt x="36" y="78"/>
                    </a:lnTo>
                    <a:lnTo>
                      <a:pt x="36" y="78"/>
                    </a:lnTo>
                    <a:lnTo>
                      <a:pt x="36" y="78"/>
                    </a:lnTo>
                    <a:lnTo>
                      <a:pt x="36" y="76"/>
                    </a:lnTo>
                    <a:lnTo>
                      <a:pt x="38" y="76"/>
                    </a:lnTo>
                    <a:lnTo>
                      <a:pt x="38" y="76"/>
                    </a:lnTo>
                    <a:lnTo>
                      <a:pt x="38" y="76"/>
                    </a:lnTo>
                    <a:lnTo>
                      <a:pt x="38" y="76"/>
                    </a:lnTo>
                    <a:lnTo>
                      <a:pt x="41" y="76"/>
                    </a:lnTo>
                    <a:lnTo>
                      <a:pt x="41" y="76"/>
                    </a:lnTo>
                    <a:lnTo>
                      <a:pt x="41" y="76"/>
                    </a:lnTo>
                    <a:lnTo>
                      <a:pt x="43" y="76"/>
                    </a:lnTo>
                    <a:lnTo>
                      <a:pt x="43" y="76"/>
                    </a:lnTo>
                    <a:lnTo>
                      <a:pt x="43" y="76"/>
                    </a:lnTo>
                    <a:lnTo>
                      <a:pt x="43" y="76"/>
                    </a:lnTo>
                    <a:lnTo>
                      <a:pt x="45" y="76"/>
                    </a:lnTo>
                    <a:lnTo>
                      <a:pt x="45" y="76"/>
                    </a:lnTo>
                    <a:lnTo>
                      <a:pt x="45" y="76"/>
                    </a:lnTo>
                    <a:lnTo>
                      <a:pt x="45" y="76"/>
                    </a:lnTo>
                    <a:lnTo>
                      <a:pt x="48" y="76"/>
                    </a:lnTo>
                    <a:lnTo>
                      <a:pt x="48" y="76"/>
                    </a:lnTo>
                    <a:lnTo>
                      <a:pt x="48" y="78"/>
                    </a:lnTo>
                    <a:lnTo>
                      <a:pt x="50" y="78"/>
                    </a:lnTo>
                    <a:lnTo>
                      <a:pt x="50" y="78"/>
                    </a:lnTo>
                    <a:lnTo>
                      <a:pt x="50" y="78"/>
                    </a:lnTo>
                    <a:lnTo>
                      <a:pt x="50" y="76"/>
                    </a:lnTo>
                    <a:lnTo>
                      <a:pt x="52" y="76"/>
                    </a:lnTo>
                    <a:lnTo>
                      <a:pt x="52" y="78"/>
                    </a:lnTo>
                    <a:lnTo>
                      <a:pt x="52" y="78"/>
                    </a:lnTo>
                    <a:lnTo>
                      <a:pt x="52" y="78"/>
                    </a:lnTo>
                    <a:lnTo>
                      <a:pt x="52" y="78"/>
                    </a:lnTo>
                    <a:lnTo>
                      <a:pt x="55" y="78"/>
                    </a:lnTo>
                    <a:lnTo>
                      <a:pt x="55" y="78"/>
                    </a:lnTo>
                    <a:lnTo>
                      <a:pt x="55" y="78"/>
                    </a:lnTo>
                    <a:lnTo>
                      <a:pt x="55" y="76"/>
                    </a:lnTo>
                    <a:lnTo>
                      <a:pt x="57" y="76"/>
                    </a:lnTo>
                    <a:lnTo>
                      <a:pt x="57" y="76"/>
                    </a:lnTo>
                    <a:lnTo>
                      <a:pt x="57" y="78"/>
                    </a:lnTo>
                    <a:lnTo>
                      <a:pt x="57" y="78"/>
                    </a:lnTo>
                    <a:lnTo>
                      <a:pt x="57" y="76"/>
                    </a:lnTo>
                    <a:lnTo>
                      <a:pt x="60" y="76"/>
                    </a:lnTo>
                    <a:lnTo>
                      <a:pt x="60" y="76"/>
                    </a:lnTo>
                    <a:lnTo>
                      <a:pt x="57" y="76"/>
                    </a:lnTo>
                    <a:lnTo>
                      <a:pt x="57" y="76"/>
                    </a:lnTo>
                    <a:lnTo>
                      <a:pt x="60" y="76"/>
                    </a:lnTo>
                    <a:lnTo>
                      <a:pt x="60" y="73"/>
                    </a:lnTo>
                    <a:lnTo>
                      <a:pt x="60" y="73"/>
                    </a:lnTo>
                    <a:lnTo>
                      <a:pt x="62" y="73"/>
                    </a:lnTo>
                    <a:lnTo>
                      <a:pt x="62" y="73"/>
                    </a:lnTo>
                    <a:lnTo>
                      <a:pt x="62" y="71"/>
                    </a:lnTo>
                    <a:lnTo>
                      <a:pt x="62" y="71"/>
                    </a:lnTo>
                    <a:lnTo>
                      <a:pt x="62" y="71"/>
                    </a:lnTo>
                    <a:lnTo>
                      <a:pt x="62" y="71"/>
                    </a:lnTo>
                    <a:lnTo>
                      <a:pt x="64" y="71"/>
                    </a:lnTo>
                    <a:lnTo>
                      <a:pt x="64" y="71"/>
                    </a:lnTo>
                    <a:lnTo>
                      <a:pt x="64" y="71"/>
                    </a:lnTo>
                    <a:lnTo>
                      <a:pt x="64" y="71"/>
                    </a:lnTo>
                    <a:lnTo>
                      <a:pt x="67" y="71"/>
                    </a:lnTo>
                    <a:lnTo>
                      <a:pt x="67" y="73"/>
                    </a:lnTo>
                    <a:lnTo>
                      <a:pt x="67" y="73"/>
                    </a:lnTo>
                    <a:lnTo>
                      <a:pt x="69" y="73"/>
                    </a:lnTo>
                    <a:lnTo>
                      <a:pt x="69" y="71"/>
                    </a:lnTo>
                    <a:lnTo>
                      <a:pt x="69" y="71"/>
                    </a:lnTo>
                    <a:lnTo>
                      <a:pt x="69" y="69"/>
                    </a:lnTo>
                    <a:lnTo>
                      <a:pt x="69" y="6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5" name="Freeform 133"/>
              <p:cNvSpPr>
                <a:spLocks/>
              </p:cNvSpPr>
              <p:nvPr/>
            </p:nvSpPr>
            <p:spPr bwMode="auto">
              <a:xfrm>
                <a:off x="2481" y="1372"/>
                <a:ext cx="1" cy="2"/>
              </a:xfrm>
              <a:custGeom>
                <a:avLst/>
                <a:gdLst/>
                <a:ahLst/>
                <a:cxnLst>
                  <a:cxn ang="0">
                    <a:pos x="0" y="2"/>
                  </a:cxn>
                  <a:cxn ang="0">
                    <a:pos x="0" y="0"/>
                  </a:cxn>
                  <a:cxn ang="0">
                    <a:pos x="0" y="0"/>
                  </a:cxn>
                  <a:cxn ang="0">
                    <a:pos x="0" y="0"/>
                  </a:cxn>
                  <a:cxn ang="0">
                    <a:pos x="0" y="2"/>
                  </a:cxn>
                  <a:cxn ang="0">
                    <a:pos x="0" y="2"/>
                  </a:cxn>
                  <a:cxn ang="0">
                    <a:pos x="0" y="2"/>
                  </a:cxn>
                </a:cxnLst>
                <a:rect l="0" t="0" r="r" b="b"/>
                <a:pathLst>
                  <a:path h="2">
                    <a:moveTo>
                      <a:pt x="0" y="2"/>
                    </a:moveTo>
                    <a:lnTo>
                      <a:pt x="0" y="0"/>
                    </a:lnTo>
                    <a:lnTo>
                      <a:pt x="0" y="0"/>
                    </a:lnTo>
                    <a:lnTo>
                      <a:pt x="0" y="0"/>
                    </a:lnTo>
                    <a:lnTo>
                      <a:pt x="0" y="2"/>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6" name="Freeform 134"/>
              <p:cNvSpPr>
                <a:spLocks/>
              </p:cNvSpPr>
              <p:nvPr/>
            </p:nvSpPr>
            <p:spPr bwMode="auto">
              <a:xfrm>
                <a:off x="2481" y="1372"/>
                <a:ext cx="1" cy="2"/>
              </a:xfrm>
              <a:custGeom>
                <a:avLst/>
                <a:gdLst/>
                <a:ahLst/>
                <a:cxnLst>
                  <a:cxn ang="0">
                    <a:pos x="0" y="2"/>
                  </a:cxn>
                  <a:cxn ang="0">
                    <a:pos x="0" y="0"/>
                  </a:cxn>
                  <a:cxn ang="0">
                    <a:pos x="0" y="0"/>
                  </a:cxn>
                  <a:cxn ang="0">
                    <a:pos x="0" y="0"/>
                  </a:cxn>
                  <a:cxn ang="0">
                    <a:pos x="0" y="2"/>
                  </a:cxn>
                  <a:cxn ang="0">
                    <a:pos x="0" y="2"/>
                  </a:cxn>
                  <a:cxn ang="0">
                    <a:pos x="0" y="2"/>
                  </a:cxn>
                </a:cxnLst>
                <a:rect l="0" t="0" r="r" b="b"/>
                <a:pathLst>
                  <a:path h="2">
                    <a:moveTo>
                      <a:pt x="0" y="2"/>
                    </a:moveTo>
                    <a:lnTo>
                      <a:pt x="0" y="0"/>
                    </a:lnTo>
                    <a:lnTo>
                      <a:pt x="0" y="0"/>
                    </a:lnTo>
                    <a:lnTo>
                      <a:pt x="0" y="0"/>
                    </a:lnTo>
                    <a:lnTo>
                      <a:pt x="0" y="2"/>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7" name="Freeform 135"/>
              <p:cNvSpPr>
                <a:spLocks/>
              </p:cNvSpPr>
              <p:nvPr/>
            </p:nvSpPr>
            <p:spPr bwMode="auto">
              <a:xfrm>
                <a:off x="1827" y="1348"/>
                <a:ext cx="879" cy="377"/>
              </a:xfrm>
              <a:custGeom>
                <a:avLst/>
                <a:gdLst/>
                <a:ahLst/>
                <a:cxnLst>
                  <a:cxn ang="0">
                    <a:pos x="576" y="38"/>
                  </a:cxn>
                  <a:cxn ang="0">
                    <a:pos x="595" y="47"/>
                  </a:cxn>
                  <a:cxn ang="0">
                    <a:pos x="637" y="31"/>
                  </a:cxn>
                  <a:cxn ang="0">
                    <a:pos x="661" y="45"/>
                  </a:cxn>
                  <a:cxn ang="0">
                    <a:pos x="696" y="78"/>
                  </a:cxn>
                  <a:cxn ang="0">
                    <a:pos x="727" y="114"/>
                  </a:cxn>
                  <a:cxn ang="0">
                    <a:pos x="763" y="116"/>
                  </a:cxn>
                  <a:cxn ang="0">
                    <a:pos x="810" y="123"/>
                  </a:cxn>
                  <a:cxn ang="0">
                    <a:pos x="848" y="149"/>
                  </a:cxn>
                  <a:cxn ang="0">
                    <a:pos x="874" y="159"/>
                  </a:cxn>
                  <a:cxn ang="0">
                    <a:pos x="841" y="187"/>
                  </a:cxn>
                  <a:cxn ang="0">
                    <a:pos x="812" y="213"/>
                  </a:cxn>
                  <a:cxn ang="0">
                    <a:pos x="774" y="234"/>
                  </a:cxn>
                  <a:cxn ang="0">
                    <a:pos x="755" y="256"/>
                  </a:cxn>
                  <a:cxn ang="0">
                    <a:pos x="729" y="270"/>
                  </a:cxn>
                  <a:cxn ang="0">
                    <a:pos x="729" y="313"/>
                  </a:cxn>
                  <a:cxn ang="0">
                    <a:pos x="708" y="325"/>
                  </a:cxn>
                  <a:cxn ang="0">
                    <a:pos x="658" y="315"/>
                  </a:cxn>
                  <a:cxn ang="0">
                    <a:pos x="609" y="315"/>
                  </a:cxn>
                  <a:cxn ang="0">
                    <a:pos x="573" y="327"/>
                  </a:cxn>
                  <a:cxn ang="0">
                    <a:pos x="528" y="329"/>
                  </a:cxn>
                  <a:cxn ang="0">
                    <a:pos x="493" y="353"/>
                  </a:cxn>
                  <a:cxn ang="0">
                    <a:pos x="462" y="370"/>
                  </a:cxn>
                  <a:cxn ang="0">
                    <a:pos x="426" y="343"/>
                  </a:cxn>
                  <a:cxn ang="0">
                    <a:pos x="405" y="301"/>
                  </a:cxn>
                  <a:cxn ang="0">
                    <a:pos x="353" y="298"/>
                  </a:cxn>
                  <a:cxn ang="0">
                    <a:pos x="313" y="277"/>
                  </a:cxn>
                  <a:cxn ang="0">
                    <a:pos x="310" y="246"/>
                  </a:cxn>
                  <a:cxn ang="0">
                    <a:pos x="315" y="227"/>
                  </a:cxn>
                  <a:cxn ang="0">
                    <a:pos x="301" y="227"/>
                  </a:cxn>
                  <a:cxn ang="0">
                    <a:pos x="282" y="239"/>
                  </a:cxn>
                  <a:cxn ang="0">
                    <a:pos x="247" y="253"/>
                  </a:cxn>
                  <a:cxn ang="0">
                    <a:pos x="206" y="282"/>
                  </a:cxn>
                  <a:cxn ang="0">
                    <a:pos x="204" y="358"/>
                  </a:cxn>
                  <a:cxn ang="0">
                    <a:pos x="164" y="332"/>
                  </a:cxn>
                  <a:cxn ang="0">
                    <a:pos x="131" y="332"/>
                  </a:cxn>
                  <a:cxn ang="0">
                    <a:pos x="105" y="303"/>
                  </a:cxn>
                  <a:cxn ang="0">
                    <a:pos x="95" y="272"/>
                  </a:cxn>
                  <a:cxn ang="0">
                    <a:pos x="102" y="256"/>
                  </a:cxn>
                  <a:cxn ang="0">
                    <a:pos x="135" y="239"/>
                  </a:cxn>
                  <a:cxn ang="0">
                    <a:pos x="112" y="218"/>
                  </a:cxn>
                  <a:cxn ang="0">
                    <a:pos x="74" y="227"/>
                  </a:cxn>
                  <a:cxn ang="0">
                    <a:pos x="55" y="220"/>
                  </a:cxn>
                  <a:cxn ang="0">
                    <a:pos x="17" y="194"/>
                  </a:cxn>
                  <a:cxn ang="0">
                    <a:pos x="12" y="159"/>
                  </a:cxn>
                  <a:cxn ang="0">
                    <a:pos x="34" y="133"/>
                  </a:cxn>
                  <a:cxn ang="0">
                    <a:pos x="55" y="121"/>
                  </a:cxn>
                  <a:cxn ang="0">
                    <a:pos x="93" y="97"/>
                  </a:cxn>
                  <a:cxn ang="0">
                    <a:pos x="128" y="97"/>
                  </a:cxn>
                  <a:cxn ang="0">
                    <a:pos x="173" y="116"/>
                  </a:cxn>
                  <a:cxn ang="0">
                    <a:pos x="206" y="118"/>
                  </a:cxn>
                  <a:cxn ang="0">
                    <a:pos x="242" y="109"/>
                  </a:cxn>
                  <a:cxn ang="0">
                    <a:pos x="287" y="123"/>
                  </a:cxn>
                  <a:cxn ang="0">
                    <a:pos x="327" y="104"/>
                  </a:cxn>
                  <a:cxn ang="0">
                    <a:pos x="301" y="83"/>
                  </a:cxn>
                  <a:cxn ang="0">
                    <a:pos x="327" y="61"/>
                  </a:cxn>
                  <a:cxn ang="0">
                    <a:pos x="320" y="47"/>
                  </a:cxn>
                  <a:cxn ang="0">
                    <a:pos x="334" y="35"/>
                  </a:cxn>
                  <a:cxn ang="0">
                    <a:pos x="384" y="26"/>
                  </a:cxn>
                  <a:cxn ang="0">
                    <a:pos x="429" y="16"/>
                  </a:cxn>
                  <a:cxn ang="0">
                    <a:pos x="476" y="5"/>
                  </a:cxn>
                  <a:cxn ang="0">
                    <a:pos x="519" y="2"/>
                  </a:cxn>
                  <a:cxn ang="0">
                    <a:pos x="542" y="33"/>
                  </a:cxn>
                </a:cxnLst>
                <a:rect l="0" t="0" r="r" b="b"/>
                <a:pathLst>
                  <a:path w="879" h="377">
                    <a:moveTo>
                      <a:pt x="552" y="31"/>
                    </a:moveTo>
                    <a:lnTo>
                      <a:pt x="552" y="28"/>
                    </a:lnTo>
                    <a:lnTo>
                      <a:pt x="552" y="28"/>
                    </a:lnTo>
                    <a:lnTo>
                      <a:pt x="552" y="28"/>
                    </a:lnTo>
                    <a:lnTo>
                      <a:pt x="552" y="28"/>
                    </a:lnTo>
                    <a:lnTo>
                      <a:pt x="552" y="26"/>
                    </a:lnTo>
                    <a:lnTo>
                      <a:pt x="550" y="26"/>
                    </a:lnTo>
                    <a:lnTo>
                      <a:pt x="550" y="26"/>
                    </a:lnTo>
                    <a:lnTo>
                      <a:pt x="552" y="26"/>
                    </a:lnTo>
                    <a:lnTo>
                      <a:pt x="552" y="26"/>
                    </a:lnTo>
                    <a:lnTo>
                      <a:pt x="552" y="26"/>
                    </a:lnTo>
                    <a:lnTo>
                      <a:pt x="552" y="26"/>
                    </a:lnTo>
                    <a:lnTo>
                      <a:pt x="554" y="26"/>
                    </a:lnTo>
                    <a:lnTo>
                      <a:pt x="554" y="26"/>
                    </a:lnTo>
                    <a:lnTo>
                      <a:pt x="554" y="28"/>
                    </a:lnTo>
                    <a:lnTo>
                      <a:pt x="554" y="28"/>
                    </a:lnTo>
                    <a:lnTo>
                      <a:pt x="554" y="28"/>
                    </a:lnTo>
                    <a:lnTo>
                      <a:pt x="554" y="31"/>
                    </a:lnTo>
                    <a:lnTo>
                      <a:pt x="557" y="31"/>
                    </a:lnTo>
                    <a:lnTo>
                      <a:pt x="557" y="31"/>
                    </a:lnTo>
                    <a:lnTo>
                      <a:pt x="557" y="31"/>
                    </a:lnTo>
                    <a:lnTo>
                      <a:pt x="559" y="31"/>
                    </a:lnTo>
                    <a:lnTo>
                      <a:pt x="559" y="31"/>
                    </a:lnTo>
                    <a:lnTo>
                      <a:pt x="559" y="33"/>
                    </a:lnTo>
                    <a:lnTo>
                      <a:pt x="559" y="33"/>
                    </a:lnTo>
                    <a:lnTo>
                      <a:pt x="557" y="33"/>
                    </a:lnTo>
                    <a:lnTo>
                      <a:pt x="557" y="33"/>
                    </a:lnTo>
                    <a:lnTo>
                      <a:pt x="557" y="35"/>
                    </a:lnTo>
                    <a:lnTo>
                      <a:pt x="559" y="35"/>
                    </a:lnTo>
                    <a:lnTo>
                      <a:pt x="559" y="35"/>
                    </a:lnTo>
                    <a:lnTo>
                      <a:pt x="557" y="35"/>
                    </a:lnTo>
                    <a:lnTo>
                      <a:pt x="557" y="38"/>
                    </a:lnTo>
                    <a:lnTo>
                      <a:pt x="559" y="38"/>
                    </a:lnTo>
                    <a:lnTo>
                      <a:pt x="559" y="38"/>
                    </a:lnTo>
                    <a:lnTo>
                      <a:pt x="559" y="38"/>
                    </a:lnTo>
                    <a:lnTo>
                      <a:pt x="559" y="38"/>
                    </a:lnTo>
                    <a:lnTo>
                      <a:pt x="559" y="38"/>
                    </a:lnTo>
                    <a:lnTo>
                      <a:pt x="561" y="38"/>
                    </a:lnTo>
                    <a:lnTo>
                      <a:pt x="561" y="35"/>
                    </a:lnTo>
                    <a:lnTo>
                      <a:pt x="561" y="35"/>
                    </a:lnTo>
                    <a:lnTo>
                      <a:pt x="561" y="38"/>
                    </a:lnTo>
                    <a:lnTo>
                      <a:pt x="561" y="38"/>
                    </a:lnTo>
                    <a:lnTo>
                      <a:pt x="564" y="38"/>
                    </a:lnTo>
                    <a:lnTo>
                      <a:pt x="564" y="38"/>
                    </a:lnTo>
                    <a:lnTo>
                      <a:pt x="564" y="35"/>
                    </a:lnTo>
                    <a:lnTo>
                      <a:pt x="564" y="35"/>
                    </a:lnTo>
                    <a:lnTo>
                      <a:pt x="564" y="35"/>
                    </a:lnTo>
                    <a:lnTo>
                      <a:pt x="561" y="35"/>
                    </a:lnTo>
                    <a:lnTo>
                      <a:pt x="561" y="35"/>
                    </a:lnTo>
                    <a:lnTo>
                      <a:pt x="561" y="35"/>
                    </a:lnTo>
                    <a:lnTo>
                      <a:pt x="561" y="33"/>
                    </a:lnTo>
                    <a:lnTo>
                      <a:pt x="561" y="33"/>
                    </a:lnTo>
                    <a:lnTo>
                      <a:pt x="561" y="33"/>
                    </a:lnTo>
                    <a:lnTo>
                      <a:pt x="561" y="33"/>
                    </a:lnTo>
                    <a:lnTo>
                      <a:pt x="564" y="33"/>
                    </a:lnTo>
                    <a:lnTo>
                      <a:pt x="564" y="33"/>
                    </a:lnTo>
                    <a:lnTo>
                      <a:pt x="566" y="33"/>
                    </a:lnTo>
                    <a:lnTo>
                      <a:pt x="566" y="33"/>
                    </a:lnTo>
                    <a:lnTo>
                      <a:pt x="566" y="33"/>
                    </a:lnTo>
                    <a:lnTo>
                      <a:pt x="568" y="33"/>
                    </a:lnTo>
                    <a:lnTo>
                      <a:pt x="568" y="33"/>
                    </a:lnTo>
                    <a:lnTo>
                      <a:pt x="568" y="33"/>
                    </a:lnTo>
                    <a:lnTo>
                      <a:pt x="568" y="33"/>
                    </a:lnTo>
                    <a:lnTo>
                      <a:pt x="571" y="33"/>
                    </a:lnTo>
                    <a:lnTo>
                      <a:pt x="571" y="35"/>
                    </a:lnTo>
                    <a:lnTo>
                      <a:pt x="571" y="35"/>
                    </a:lnTo>
                    <a:lnTo>
                      <a:pt x="571" y="35"/>
                    </a:lnTo>
                    <a:lnTo>
                      <a:pt x="573" y="35"/>
                    </a:lnTo>
                    <a:lnTo>
                      <a:pt x="573" y="35"/>
                    </a:lnTo>
                    <a:lnTo>
                      <a:pt x="573" y="35"/>
                    </a:lnTo>
                    <a:lnTo>
                      <a:pt x="573" y="38"/>
                    </a:lnTo>
                    <a:lnTo>
                      <a:pt x="576" y="38"/>
                    </a:lnTo>
                    <a:lnTo>
                      <a:pt x="576" y="38"/>
                    </a:lnTo>
                    <a:lnTo>
                      <a:pt x="576" y="38"/>
                    </a:lnTo>
                    <a:lnTo>
                      <a:pt x="578" y="38"/>
                    </a:lnTo>
                    <a:lnTo>
                      <a:pt x="578" y="38"/>
                    </a:lnTo>
                    <a:lnTo>
                      <a:pt x="580" y="38"/>
                    </a:lnTo>
                    <a:lnTo>
                      <a:pt x="580" y="35"/>
                    </a:lnTo>
                    <a:lnTo>
                      <a:pt x="580" y="35"/>
                    </a:lnTo>
                    <a:lnTo>
                      <a:pt x="580" y="38"/>
                    </a:lnTo>
                    <a:lnTo>
                      <a:pt x="580" y="38"/>
                    </a:lnTo>
                    <a:lnTo>
                      <a:pt x="583" y="38"/>
                    </a:lnTo>
                    <a:lnTo>
                      <a:pt x="583" y="35"/>
                    </a:lnTo>
                    <a:lnTo>
                      <a:pt x="583" y="35"/>
                    </a:lnTo>
                    <a:lnTo>
                      <a:pt x="583" y="35"/>
                    </a:lnTo>
                    <a:lnTo>
                      <a:pt x="585" y="35"/>
                    </a:lnTo>
                    <a:lnTo>
                      <a:pt x="585" y="33"/>
                    </a:lnTo>
                    <a:lnTo>
                      <a:pt x="585" y="33"/>
                    </a:lnTo>
                    <a:lnTo>
                      <a:pt x="585" y="33"/>
                    </a:lnTo>
                    <a:lnTo>
                      <a:pt x="585" y="35"/>
                    </a:lnTo>
                    <a:lnTo>
                      <a:pt x="587" y="35"/>
                    </a:lnTo>
                    <a:lnTo>
                      <a:pt x="587" y="35"/>
                    </a:lnTo>
                    <a:lnTo>
                      <a:pt x="587" y="38"/>
                    </a:lnTo>
                    <a:lnTo>
                      <a:pt x="585" y="38"/>
                    </a:lnTo>
                    <a:lnTo>
                      <a:pt x="585" y="38"/>
                    </a:lnTo>
                    <a:lnTo>
                      <a:pt x="585" y="38"/>
                    </a:lnTo>
                    <a:lnTo>
                      <a:pt x="585" y="38"/>
                    </a:lnTo>
                    <a:lnTo>
                      <a:pt x="585" y="38"/>
                    </a:lnTo>
                    <a:lnTo>
                      <a:pt x="583" y="38"/>
                    </a:lnTo>
                    <a:lnTo>
                      <a:pt x="583" y="38"/>
                    </a:lnTo>
                    <a:lnTo>
                      <a:pt x="580" y="38"/>
                    </a:lnTo>
                    <a:lnTo>
                      <a:pt x="580" y="38"/>
                    </a:lnTo>
                    <a:lnTo>
                      <a:pt x="580" y="40"/>
                    </a:lnTo>
                    <a:lnTo>
                      <a:pt x="580" y="40"/>
                    </a:lnTo>
                    <a:lnTo>
                      <a:pt x="580" y="40"/>
                    </a:lnTo>
                    <a:lnTo>
                      <a:pt x="578" y="40"/>
                    </a:lnTo>
                    <a:lnTo>
                      <a:pt x="578" y="42"/>
                    </a:lnTo>
                    <a:lnTo>
                      <a:pt x="578" y="42"/>
                    </a:lnTo>
                    <a:lnTo>
                      <a:pt x="578" y="42"/>
                    </a:lnTo>
                    <a:lnTo>
                      <a:pt x="578" y="45"/>
                    </a:lnTo>
                    <a:lnTo>
                      <a:pt x="576" y="45"/>
                    </a:lnTo>
                    <a:lnTo>
                      <a:pt x="576" y="45"/>
                    </a:lnTo>
                    <a:lnTo>
                      <a:pt x="576" y="45"/>
                    </a:lnTo>
                    <a:lnTo>
                      <a:pt x="576" y="47"/>
                    </a:lnTo>
                    <a:lnTo>
                      <a:pt x="576" y="47"/>
                    </a:lnTo>
                    <a:lnTo>
                      <a:pt x="576" y="47"/>
                    </a:lnTo>
                    <a:lnTo>
                      <a:pt x="578" y="47"/>
                    </a:lnTo>
                    <a:lnTo>
                      <a:pt x="578" y="47"/>
                    </a:lnTo>
                    <a:lnTo>
                      <a:pt x="578" y="47"/>
                    </a:lnTo>
                    <a:lnTo>
                      <a:pt x="578" y="50"/>
                    </a:lnTo>
                    <a:lnTo>
                      <a:pt x="580" y="50"/>
                    </a:lnTo>
                    <a:lnTo>
                      <a:pt x="580" y="50"/>
                    </a:lnTo>
                    <a:lnTo>
                      <a:pt x="580" y="50"/>
                    </a:lnTo>
                    <a:lnTo>
                      <a:pt x="580" y="47"/>
                    </a:lnTo>
                    <a:lnTo>
                      <a:pt x="583" y="47"/>
                    </a:lnTo>
                    <a:lnTo>
                      <a:pt x="583" y="47"/>
                    </a:lnTo>
                    <a:lnTo>
                      <a:pt x="583" y="47"/>
                    </a:lnTo>
                    <a:lnTo>
                      <a:pt x="585" y="47"/>
                    </a:lnTo>
                    <a:lnTo>
                      <a:pt x="585" y="47"/>
                    </a:lnTo>
                    <a:lnTo>
                      <a:pt x="585" y="47"/>
                    </a:lnTo>
                    <a:lnTo>
                      <a:pt x="585" y="45"/>
                    </a:lnTo>
                    <a:lnTo>
                      <a:pt x="585" y="45"/>
                    </a:lnTo>
                    <a:lnTo>
                      <a:pt x="587" y="45"/>
                    </a:lnTo>
                    <a:lnTo>
                      <a:pt x="587" y="45"/>
                    </a:lnTo>
                    <a:lnTo>
                      <a:pt x="587" y="47"/>
                    </a:lnTo>
                    <a:lnTo>
                      <a:pt x="587" y="47"/>
                    </a:lnTo>
                    <a:lnTo>
                      <a:pt x="590" y="47"/>
                    </a:lnTo>
                    <a:lnTo>
                      <a:pt x="590" y="45"/>
                    </a:lnTo>
                    <a:lnTo>
                      <a:pt x="590" y="45"/>
                    </a:lnTo>
                    <a:lnTo>
                      <a:pt x="592" y="45"/>
                    </a:lnTo>
                    <a:lnTo>
                      <a:pt x="592" y="45"/>
                    </a:lnTo>
                    <a:lnTo>
                      <a:pt x="592" y="45"/>
                    </a:lnTo>
                    <a:lnTo>
                      <a:pt x="595" y="45"/>
                    </a:lnTo>
                    <a:lnTo>
                      <a:pt x="595" y="47"/>
                    </a:lnTo>
                    <a:lnTo>
                      <a:pt x="595" y="47"/>
                    </a:lnTo>
                    <a:lnTo>
                      <a:pt x="595" y="47"/>
                    </a:lnTo>
                    <a:lnTo>
                      <a:pt x="595" y="47"/>
                    </a:lnTo>
                    <a:lnTo>
                      <a:pt x="595" y="47"/>
                    </a:lnTo>
                    <a:lnTo>
                      <a:pt x="597" y="47"/>
                    </a:lnTo>
                    <a:lnTo>
                      <a:pt x="597" y="47"/>
                    </a:lnTo>
                    <a:lnTo>
                      <a:pt x="597" y="47"/>
                    </a:lnTo>
                    <a:lnTo>
                      <a:pt x="599" y="47"/>
                    </a:lnTo>
                    <a:lnTo>
                      <a:pt x="599" y="47"/>
                    </a:lnTo>
                    <a:lnTo>
                      <a:pt x="599" y="47"/>
                    </a:lnTo>
                    <a:lnTo>
                      <a:pt x="599" y="50"/>
                    </a:lnTo>
                    <a:lnTo>
                      <a:pt x="599" y="50"/>
                    </a:lnTo>
                    <a:lnTo>
                      <a:pt x="602" y="50"/>
                    </a:lnTo>
                    <a:lnTo>
                      <a:pt x="602" y="47"/>
                    </a:lnTo>
                    <a:lnTo>
                      <a:pt x="602" y="47"/>
                    </a:lnTo>
                    <a:lnTo>
                      <a:pt x="602" y="47"/>
                    </a:lnTo>
                    <a:lnTo>
                      <a:pt x="602" y="47"/>
                    </a:lnTo>
                    <a:lnTo>
                      <a:pt x="602" y="45"/>
                    </a:lnTo>
                    <a:lnTo>
                      <a:pt x="602" y="45"/>
                    </a:lnTo>
                    <a:lnTo>
                      <a:pt x="602" y="45"/>
                    </a:lnTo>
                    <a:lnTo>
                      <a:pt x="604" y="45"/>
                    </a:lnTo>
                    <a:lnTo>
                      <a:pt x="604" y="45"/>
                    </a:lnTo>
                    <a:lnTo>
                      <a:pt x="606" y="45"/>
                    </a:lnTo>
                    <a:lnTo>
                      <a:pt x="606" y="45"/>
                    </a:lnTo>
                    <a:lnTo>
                      <a:pt x="606" y="42"/>
                    </a:lnTo>
                    <a:lnTo>
                      <a:pt x="606" y="42"/>
                    </a:lnTo>
                    <a:lnTo>
                      <a:pt x="606" y="42"/>
                    </a:lnTo>
                    <a:lnTo>
                      <a:pt x="609" y="42"/>
                    </a:lnTo>
                    <a:lnTo>
                      <a:pt x="609" y="42"/>
                    </a:lnTo>
                    <a:lnTo>
                      <a:pt x="609" y="40"/>
                    </a:lnTo>
                    <a:lnTo>
                      <a:pt x="609" y="40"/>
                    </a:lnTo>
                    <a:lnTo>
                      <a:pt x="609" y="40"/>
                    </a:lnTo>
                    <a:lnTo>
                      <a:pt x="611" y="40"/>
                    </a:lnTo>
                    <a:lnTo>
                      <a:pt x="611" y="40"/>
                    </a:lnTo>
                    <a:lnTo>
                      <a:pt x="613" y="40"/>
                    </a:lnTo>
                    <a:lnTo>
                      <a:pt x="613" y="40"/>
                    </a:lnTo>
                    <a:lnTo>
                      <a:pt x="613" y="40"/>
                    </a:lnTo>
                    <a:lnTo>
                      <a:pt x="613" y="40"/>
                    </a:lnTo>
                    <a:lnTo>
                      <a:pt x="616" y="40"/>
                    </a:lnTo>
                    <a:lnTo>
                      <a:pt x="616" y="40"/>
                    </a:lnTo>
                    <a:lnTo>
                      <a:pt x="616" y="40"/>
                    </a:lnTo>
                    <a:lnTo>
                      <a:pt x="616" y="40"/>
                    </a:lnTo>
                    <a:lnTo>
                      <a:pt x="616" y="38"/>
                    </a:lnTo>
                    <a:lnTo>
                      <a:pt x="618" y="38"/>
                    </a:lnTo>
                    <a:lnTo>
                      <a:pt x="618" y="38"/>
                    </a:lnTo>
                    <a:lnTo>
                      <a:pt x="618" y="38"/>
                    </a:lnTo>
                    <a:lnTo>
                      <a:pt x="621" y="38"/>
                    </a:lnTo>
                    <a:lnTo>
                      <a:pt x="621" y="38"/>
                    </a:lnTo>
                    <a:lnTo>
                      <a:pt x="621" y="38"/>
                    </a:lnTo>
                    <a:lnTo>
                      <a:pt x="621" y="38"/>
                    </a:lnTo>
                    <a:lnTo>
                      <a:pt x="623" y="38"/>
                    </a:lnTo>
                    <a:lnTo>
                      <a:pt x="623" y="38"/>
                    </a:lnTo>
                    <a:lnTo>
                      <a:pt x="623" y="35"/>
                    </a:lnTo>
                    <a:lnTo>
                      <a:pt x="623" y="35"/>
                    </a:lnTo>
                    <a:lnTo>
                      <a:pt x="623" y="35"/>
                    </a:lnTo>
                    <a:lnTo>
                      <a:pt x="623" y="33"/>
                    </a:lnTo>
                    <a:lnTo>
                      <a:pt x="623" y="33"/>
                    </a:lnTo>
                    <a:lnTo>
                      <a:pt x="623" y="33"/>
                    </a:lnTo>
                    <a:lnTo>
                      <a:pt x="625" y="33"/>
                    </a:lnTo>
                    <a:lnTo>
                      <a:pt x="625" y="33"/>
                    </a:lnTo>
                    <a:lnTo>
                      <a:pt x="625" y="33"/>
                    </a:lnTo>
                    <a:lnTo>
                      <a:pt x="628" y="33"/>
                    </a:lnTo>
                    <a:lnTo>
                      <a:pt x="628" y="33"/>
                    </a:lnTo>
                    <a:lnTo>
                      <a:pt x="628" y="33"/>
                    </a:lnTo>
                    <a:lnTo>
                      <a:pt x="630" y="33"/>
                    </a:lnTo>
                    <a:lnTo>
                      <a:pt x="630" y="31"/>
                    </a:lnTo>
                    <a:lnTo>
                      <a:pt x="630" y="31"/>
                    </a:lnTo>
                    <a:lnTo>
                      <a:pt x="632" y="31"/>
                    </a:lnTo>
                    <a:lnTo>
                      <a:pt x="632" y="31"/>
                    </a:lnTo>
                    <a:lnTo>
                      <a:pt x="632" y="31"/>
                    </a:lnTo>
                    <a:lnTo>
                      <a:pt x="632" y="31"/>
                    </a:lnTo>
                    <a:lnTo>
                      <a:pt x="635" y="31"/>
                    </a:lnTo>
                    <a:lnTo>
                      <a:pt x="635" y="31"/>
                    </a:lnTo>
                    <a:lnTo>
                      <a:pt x="635" y="31"/>
                    </a:lnTo>
                    <a:lnTo>
                      <a:pt x="637" y="31"/>
                    </a:lnTo>
                    <a:lnTo>
                      <a:pt x="637" y="28"/>
                    </a:lnTo>
                    <a:lnTo>
                      <a:pt x="637" y="28"/>
                    </a:lnTo>
                    <a:lnTo>
                      <a:pt x="640" y="28"/>
                    </a:lnTo>
                    <a:lnTo>
                      <a:pt x="640" y="28"/>
                    </a:lnTo>
                    <a:lnTo>
                      <a:pt x="640" y="28"/>
                    </a:lnTo>
                    <a:lnTo>
                      <a:pt x="640" y="26"/>
                    </a:lnTo>
                    <a:lnTo>
                      <a:pt x="640" y="26"/>
                    </a:lnTo>
                    <a:lnTo>
                      <a:pt x="642" y="26"/>
                    </a:lnTo>
                    <a:lnTo>
                      <a:pt x="642" y="26"/>
                    </a:lnTo>
                    <a:lnTo>
                      <a:pt x="642" y="26"/>
                    </a:lnTo>
                    <a:lnTo>
                      <a:pt x="644" y="26"/>
                    </a:lnTo>
                    <a:lnTo>
                      <a:pt x="644" y="26"/>
                    </a:lnTo>
                    <a:lnTo>
                      <a:pt x="647" y="26"/>
                    </a:lnTo>
                    <a:lnTo>
                      <a:pt x="647" y="26"/>
                    </a:lnTo>
                    <a:lnTo>
                      <a:pt x="647" y="26"/>
                    </a:lnTo>
                    <a:lnTo>
                      <a:pt x="649" y="26"/>
                    </a:lnTo>
                    <a:lnTo>
                      <a:pt x="649" y="26"/>
                    </a:lnTo>
                    <a:lnTo>
                      <a:pt x="649" y="26"/>
                    </a:lnTo>
                    <a:lnTo>
                      <a:pt x="649" y="26"/>
                    </a:lnTo>
                    <a:lnTo>
                      <a:pt x="649" y="26"/>
                    </a:lnTo>
                    <a:lnTo>
                      <a:pt x="651" y="26"/>
                    </a:lnTo>
                    <a:lnTo>
                      <a:pt x="651" y="26"/>
                    </a:lnTo>
                    <a:lnTo>
                      <a:pt x="654" y="26"/>
                    </a:lnTo>
                    <a:lnTo>
                      <a:pt x="654" y="26"/>
                    </a:lnTo>
                    <a:lnTo>
                      <a:pt x="654" y="26"/>
                    </a:lnTo>
                    <a:lnTo>
                      <a:pt x="654" y="26"/>
                    </a:lnTo>
                    <a:lnTo>
                      <a:pt x="654" y="28"/>
                    </a:lnTo>
                    <a:lnTo>
                      <a:pt x="654" y="28"/>
                    </a:lnTo>
                    <a:lnTo>
                      <a:pt x="654" y="28"/>
                    </a:lnTo>
                    <a:lnTo>
                      <a:pt x="654" y="31"/>
                    </a:lnTo>
                    <a:lnTo>
                      <a:pt x="651" y="31"/>
                    </a:lnTo>
                    <a:lnTo>
                      <a:pt x="651" y="31"/>
                    </a:lnTo>
                    <a:lnTo>
                      <a:pt x="651" y="31"/>
                    </a:lnTo>
                    <a:lnTo>
                      <a:pt x="649" y="31"/>
                    </a:lnTo>
                    <a:lnTo>
                      <a:pt x="649" y="33"/>
                    </a:lnTo>
                    <a:lnTo>
                      <a:pt x="649" y="33"/>
                    </a:lnTo>
                    <a:lnTo>
                      <a:pt x="649" y="33"/>
                    </a:lnTo>
                    <a:lnTo>
                      <a:pt x="649" y="31"/>
                    </a:lnTo>
                    <a:lnTo>
                      <a:pt x="647" y="31"/>
                    </a:lnTo>
                    <a:lnTo>
                      <a:pt x="647" y="31"/>
                    </a:lnTo>
                    <a:lnTo>
                      <a:pt x="647" y="31"/>
                    </a:lnTo>
                    <a:lnTo>
                      <a:pt x="644" y="31"/>
                    </a:lnTo>
                    <a:lnTo>
                      <a:pt x="644" y="31"/>
                    </a:lnTo>
                    <a:lnTo>
                      <a:pt x="644" y="33"/>
                    </a:lnTo>
                    <a:lnTo>
                      <a:pt x="644" y="33"/>
                    </a:lnTo>
                    <a:lnTo>
                      <a:pt x="644" y="33"/>
                    </a:lnTo>
                    <a:lnTo>
                      <a:pt x="647" y="33"/>
                    </a:lnTo>
                    <a:lnTo>
                      <a:pt x="647" y="35"/>
                    </a:lnTo>
                    <a:lnTo>
                      <a:pt x="647" y="35"/>
                    </a:lnTo>
                    <a:lnTo>
                      <a:pt x="647" y="35"/>
                    </a:lnTo>
                    <a:lnTo>
                      <a:pt x="647" y="35"/>
                    </a:lnTo>
                    <a:lnTo>
                      <a:pt x="647" y="38"/>
                    </a:lnTo>
                    <a:lnTo>
                      <a:pt x="649" y="38"/>
                    </a:lnTo>
                    <a:lnTo>
                      <a:pt x="649" y="38"/>
                    </a:lnTo>
                    <a:lnTo>
                      <a:pt x="649" y="38"/>
                    </a:lnTo>
                    <a:lnTo>
                      <a:pt x="649" y="38"/>
                    </a:lnTo>
                    <a:lnTo>
                      <a:pt x="649" y="38"/>
                    </a:lnTo>
                    <a:lnTo>
                      <a:pt x="651" y="38"/>
                    </a:lnTo>
                    <a:lnTo>
                      <a:pt x="651" y="38"/>
                    </a:lnTo>
                    <a:lnTo>
                      <a:pt x="651" y="40"/>
                    </a:lnTo>
                    <a:lnTo>
                      <a:pt x="654" y="40"/>
                    </a:lnTo>
                    <a:lnTo>
                      <a:pt x="654" y="40"/>
                    </a:lnTo>
                    <a:lnTo>
                      <a:pt x="654" y="40"/>
                    </a:lnTo>
                    <a:lnTo>
                      <a:pt x="654" y="40"/>
                    </a:lnTo>
                    <a:lnTo>
                      <a:pt x="656" y="40"/>
                    </a:lnTo>
                    <a:lnTo>
                      <a:pt x="656" y="42"/>
                    </a:lnTo>
                    <a:lnTo>
                      <a:pt x="656" y="42"/>
                    </a:lnTo>
                    <a:lnTo>
                      <a:pt x="658" y="42"/>
                    </a:lnTo>
                    <a:lnTo>
                      <a:pt x="658" y="42"/>
                    </a:lnTo>
                    <a:lnTo>
                      <a:pt x="658" y="42"/>
                    </a:lnTo>
                    <a:lnTo>
                      <a:pt x="658" y="42"/>
                    </a:lnTo>
                    <a:lnTo>
                      <a:pt x="658" y="45"/>
                    </a:lnTo>
                    <a:lnTo>
                      <a:pt x="661" y="45"/>
                    </a:lnTo>
                    <a:lnTo>
                      <a:pt x="661" y="45"/>
                    </a:lnTo>
                    <a:lnTo>
                      <a:pt x="661" y="45"/>
                    </a:lnTo>
                    <a:lnTo>
                      <a:pt x="661" y="45"/>
                    </a:lnTo>
                    <a:lnTo>
                      <a:pt x="663" y="45"/>
                    </a:lnTo>
                    <a:lnTo>
                      <a:pt x="663" y="45"/>
                    </a:lnTo>
                    <a:lnTo>
                      <a:pt x="663" y="47"/>
                    </a:lnTo>
                    <a:lnTo>
                      <a:pt x="666" y="47"/>
                    </a:lnTo>
                    <a:lnTo>
                      <a:pt x="666" y="47"/>
                    </a:lnTo>
                    <a:lnTo>
                      <a:pt x="666" y="47"/>
                    </a:lnTo>
                    <a:lnTo>
                      <a:pt x="666" y="47"/>
                    </a:lnTo>
                    <a:lnTo>
                      <a:pt x="668" y="47"/>
                    </a:lnTo>
                    <a:lnTo>
                      <a:pt x="668" y="47"/>
                    </a:lnTo>
                    <a:lnTo>
                      <a:pt x="668" y="47"/>
                    </a:lnTo>
                    <a:lnTo>
                      <a:pt x="668" y="47"/>
                    </a:lnTo>
                    <a:lnTo>
                      <a:pt x="668" y="50"/>
                    </a:lnTo>
                    <a:lnTo>
                      <a:pt x="670" y="50"/>
                    </a:lnTo>
                    <a:lnTo>
                      <a:pt x="670" y="50"/>
                    </a:lnTo>
                    <a:lnTo>
                      <a:pt x="670" y="50"/>
                    </a:lnTo>
                    <a:lnTo>
                      <a:pt x="673" y="50"/>
                    </a:lnTo>
                    <a:lnTo>
                      <a:pt x="673" y="52"/>
                    </a:lnTo>
                    <a:lnTo>
                      <a:pt x="673" y="52"/>
                    </a:lnTo>
                    <a:lnTo>
                      <a:pt x="673" y="52"/>
                    </a:lnTo>
                    <a:lnTo>
                      <a:pt x="673" y="52"/>
                    </a:lnTo>
                    <a:lnTo>
                      <a:pt x="675" y="52"/>
                    </a:lnTo>
                    <a:lnTo>
                      <a:pt x="675" y="52"/>
                    </a:lnTo>
                    <a:lnTo>
                      <a:pt x="675" y="54"/>
                    </a:lnTo>
                    <a:lnTo>
                      <a:pt x="675" y="54"/>
                    </a:lnTo>
                    <a:lnTo>
                      <a:pt x="675" y="54"/>
                    </a:lnTo>
                    <a:lnTo>
                      <a:pt x="677" y="54"/>
                    </a:lnTo>
                    <a:lnTo>
                      <a:pt x="677" y="57"/>
                    </a:lnTo>
                    <a:lnTo>
                      <a:pt x="677" y="57"/>
                    </a:lnTo>
                    <a:lnTo>
                      <a:pt x="677" y="57"/>
                    </a:lnTo>
                    <a:lnTo>
                      <a:pt x="680" y="57"/>
                    </a:lnTo>
                    <a:lnTo>
                      <a:pt x="680" y="57"/>
                    </a:lnTo>
                    <a:lnTo>
                      <a:pt x="680" y="57"/>
                    </a:lnTo>
                    <a:lnTo>
                      <a:pt x="680" y="59"/>
                    </a:lnTo>
                    <a:lnTo>
                      <a:pt x="680" y="59"/>
                    </a:lnTo>
                    <a:lnTo>
                      <a:pt x="680" y="59"/>
                    </a:lnTo>
                    <a:lnTo>
                      <a:pt x="682" y="59"/>
                    </a:lnTo>
                    <a:lnTo>
                      <a:pt x="682" y="61"/>
                    </a:lnTo>
                    <a:lnTo>
                      <a:pt x="682" y="61"/>
                    </a:lnTo>
                    <a:lnTo>
                      <a:pt x="682" y="61"/>
                    </a:lnTo>
                    <a:lnTo>
                      <a:pt x="682" y="61"/>
                    </a:lnTo>
                    <a:lnTo>
                      <a:pt x="682" y="64"/>
                    </a:lnTo>
                    <a:lnTo>
                      <a:pt x="684" y="64"/>
                    </a:lnTo>
                    <a:lnTo>
                      <a:pt x="684" y="64"/>
                    </a:lnTo>
                    <a:lnTo>
                      <a:pt x="684" y="64"/>
                    </a:lnTo>
                    <a:lnTo>
                      <a:pt x="684" y="66"/>
                    </a:lnTo>
                    <a:lnTo>
                      <a:pt x="687" y="66"/>
                    </a:lnTo>
                    <a:lnTo>
                      <a:pt x="687" y="66"/>
                    </a:lnTo>
                    <a:lnTo>
                      <a:pt x="687" y="66"/>
                    </a:lnTo>
                    <a:lnTo>
                      <a:pt x="687" y="66"/>
                    </a:lnTo>
                    <a:lnTo>
                      <a:pt x="687" y="66"/>
                    </a:lnTo>
                    <a:lnTo>
                      <a:pt x="687" y="69"/>
                    </a:lnTo>
                    <a:lnTo>
                      <a:pt x="689" y="69"/>
                    </a:lnTo>
                    <a:lnTo>
                      <a:pt x="689" y="69"/>
                    </a:lnTo>
                    <a:lnTo>
                      <a:pt x="689" y="69"/>
                    </a:lnTo>
                    <a:lnTo>
                      <a:pt x="689" y="71"/>
                    </a:lnTo>
                    <a:lnTo>
                      <a:pt x="692" y="71"/>
                    </a:lnTo>
                    <a:lnTo>
                      <a:pt x="692" y="71"/>
                    </a:lnTo>
                    <a:lnTo>
                      <a:pt x="692" y="71"/>
                    </a:lnTo>
                    <a:lnTo>
                      <a:pt x="692" y="73"/>
                    </a:lnTo>
                    <a:lnTo>
                      <a:pt x="692" y="73"/>
                    </a:lnTo>
                    <a:lnTo>
                      <a:pt x="692" y="73"/>
                    </a:lnTo>
                    <a:lnTo>
                      <a:pt x="692" y="76"/>
                    </a:lnTo>
                    <a:lnTo>
                      <a:pt x="694" y="76"/>
                    </a:lnTo>
                    <a:lnTo>
                      <a:pt x="694" y="76"/>
                    </a:lnTo>
                    <a:lnTo>
                      <a:pt x="694" y="76"/>
                    </a:lnTo>
                    <a:lnTo>
                      <a:pt x="694" y="76"/>
                    </a:lnTo>
                    <a:lnTo>
                      <a:pt x="694" y="76"/>
                    </a:lnTo>
                    <a:lnTo>
                      <a:pt x="694" y="78"/>
                    </a:lnTo>
                    <a:lnTo>
                      <a:pt x="696" y="78"/>
                    </a:lnTo>
                    <a:lnTo>
                      <a:pt x="696" y="78"/>
                    </a:lnTo>
                    <a:lnTo>
                      <a:pt x="696" y="78"/>
                    </a:lnTo>
                    <a:lnTo>
                      <a:pt x="696" y="80"/>
                    </a:lnTo>
                    <a:lnTo>
                      <a:pt x="699" y="80"/>
                    </a:lnTo>
                    <a:lnTo>
                      <a:pt x="699" y="80"/>
                    </a:lnTo>
                    <a:lnTo>
                      <a:pt x="699" y="80"/>
                    </a:lnTo>
                    <a:lnTo>
                      <a:pt x="699" y="83"/>
                    </a:lnTo>
                    <a:lnTo>
                      <a:pt x="699" y="83"/>
                    </a:lnTo>
                    <a:lnTo>
                      <a:pt x="699" y="83"/>
                    </a:lnTo>
                    <a:lnTo>
                      <a:pt x="701" y="83"/>
                    </a:lnTo>
                    <a:lnTo>
                      <a:pt x="701" y="85"/>
                    </a:lnTo>
                    <a:lnTo>
                      <a:pt x="701" y="85"/>
                    </a:lnTo>
                    <a:lnTo>
                      <a:pt x="701" y="85"/>
                    </a:lnTo>
                    <a:lnTo>
                      <a:pt x="701" y="85"/>
                    </a:lnTo>
                    <a:lnTo>
                      <a:pt x="701" y="85"/>
                    </a:lnTo>
                    <a:lnTo>
                      <a:pt x="701" y="88"/>
                    </a:lnTo>
                    <a:lnTo>
                      <a:pt x="703" y="88"/>
                    </a:lnTo>
                    <a:lnTo>
                      <a:pt x="703" y="88"/>
                    </a:lnTo>
                    <a:lnTo>
                      <a:pt x="703" y="88"/>
                    </a:lnTo>
                    <a:lnTo>
                      <a:pt x="703" y="90"/>
                    </a:lnTo>
                    <a:lnTo>
                      <a:pt x="706" y="90"/>
                    </a:lnTo>
                    <a:lnTo>
                      <a:pt x="706" y="90"/>
                    </a:lnTo>
                    <a:lnTo>
                      <a:pt x="706" y="90"/>
                    </a:lnTo>
                    <a:lnTo>
                      <a:pt x="706" y="92"/>
                    </a:lnTo>
                    <a:lnTo>
                      <a:pt x="706" y="92"/>
                    </a:lnTo>
                    <a:lnTo>
                      <a:pt x="706" y="92"/>
                    </a:lnTo>
                    <a:lnTo>
                      <a:pt x="706" y="95"/>
                    </a:lnTo>
                    <a:lnTo>
                      <a:pt x="708" y="95"/>
                    </a:lnTo>
                    <a:lnTo>
                      <a:pt x="708" y="95"/>
                    </a:lnTo>
                    <a:lnTo>
                      <a:pt x="708" y="95"/>
                    </a:lnTo>
                    <a:lnTo>
                      <a:pt x="708" y="97"/>
                    </a:lnTo>
                    <a:lnTo>
                      <a:pt x="708" y="97"/>
                    </a:lnTo>
                    <a:lnTo>
                      <a:pt x="708" y="97"/>
                    </a:lnTo>
                    <a:lnTo>
                      <a:pt x="708" y="97"/>
                    </a:lnTo>
                    <a:lnTo>
                      <a:pt x="711" y="97"/>
                    </a:lnTo>
                    <a:lnTo>
                      <a:pt x="711" y="99"/>
                    </a:lnTo>
                    <a:lnTo>
                      <a:pt x="711" y="99"/>
                    </a:lnTo>
                    <a:lnTo>
                      <a:pt x="711" y="99"/>
                    </a:lnTo>
                    <a:lnTo>
                      <a:pt x="711" y="102"/>
                    </a:lnTo>
                    <a:lnTo>
                      <a:pt x="713" y="102"/>
                    </a:lnTo>
                    <a:lnTo>
                      <a:pt x="713" y="102"/>
                    </a:lnTo>
                    <a:lnTo>
                      <a:pt x="713" y="102"/>
                    </a:lnTo>
                    <a:lnTo>
                      <a:pt x="713" y="104"/>
                    </a:lnTo>
                    <a:lnTo>
                      <a:pt x="713" y="104"/>
                    </a:lnTo>
                    <a:lnTo>
                      <a:pt x="713" y="104"/>
                    </a:lnTo>
                    <a:lnTo>
                      <a:pt x="713" y="106"/>
                    </a:lnTo>
                    <a:lnTo>
                      <a:pt x="715" y="106"/>
                    </a:lnTo>
                    <a:lnTo>
                      <a:pt x="715" y="106"/>
                    </a:lnTo>
                    <a:lnTo>
                      <a:pt x="715" y="106"/>
                    </a:lnTo>
                    <a:lnTo>
                      <a:pt x="715" y="106"/>
                    </a:lnTo>
                    <a:lnTo>
                      <a:pt x="715" y="106"/>
                    </a:lnTo>
                    <a:lnTo>
                      <a:pt x="715" y="109"/>
                    </a:lnTo>
                    <a:lnTo>
                      <a:pt x="718" y="109"/>
                    </a:lnTo>
                    <a:lnTo>
                      <a:pt x="718" y="109"/>
                    </a:lnTo>
                    <a:lnTo>
                      <a:pt x="718" y="111"/>
                    </a:lnTo>
                    <a:lnTo>
                      <a:pt x="718" y="111"/>
                    </a:lnTo>
                    <a:lnTo>
                      <a:pt x="718" y="111"/>
                    </a:lnTo>
                    <a:lnTo>
                      <a:pt x="720" y="111"/>
                    </a:lnTo>
                    <a:lnTo>
                      <a:pt x="720" y="114"/>
                    </a:lnTo>
                    <a:lnTo>
                      <a:pt x="720" y="114"/>
                    </a:lnTo>
                    <a:lnTo>
                      <a:pt x="720" y="114"/>
                    </a:lnTo>
                    <a:lnTo>
                      <a:pt x="720" y="116"/>
                    </a:lnTo>
                    <a:lnTo>
                      <a:pt x="720" y="116"/>
                    </a:lnTo>
                    <a:lnTo>
                      <a:pt x="720" y="116"/>
                    </a:lnTo>
                    <a:lnTo>
                      <a:pt x="722" y="116"/>
                    </a:lnTo>
                    <a:lnTo>
                      <a:pt x="722" y="116"/>
                    </a:lnTo>
                    <a:lnTo>
                      <a:pt x="722" y="116"/>
                    </a:lnTo>
                    <a:lnTo>
                      <a:pt x="722" y="116"/>
                    </a:lnTo>
                    <a:lnTo>
                      <a:pt x="722" y="116"/>
                    </a:lnTo>
                    <a:lnTo>
                      <a:pt x="725" y="116"/>
                    </a:lnTo>
                    <a:lnTo>
                      <a:pt x="725" y="116"/>
                    </a:lnTo>
                    <a:lnTo>
                      <a:pt x="725" y="116"/>
                    </a:lnTo>
                    <a:lnTo>
                      <a:pt x="725" y="114"/>
                    </a:lnTo>
                    <a:lnTo>
                      <a:pt x="727" y="114"/>
                    </a:lnTo>
                    <a:lnTo>
                      <a:pt x="727" y="114"/>
                    </a:lnTo>
                    <a:lnTo>
                      <a:pt x="727" y="114"/>
                    </a:lnTo>
                    <a:lnTo>
                      <a:pt x="729" y="114"/>
                    </a:lnTo>
                    <a:lnTo>
                      <a:pt x="729" y="114"/>
                    </a:lnTo>
                    <a:lnTo>
                      <a:pt x="729" y="114"/>
                    </a:lnTo>
                    <a:lnTo>
                      <a:pt x="732" y="114"/>
                    </a:lnTo>
                    <a:lnTo>
                      <a:pt x="732" y="111"/>
                    </a:lnTo>
                    <a:lnTo>
                      <a:pt x="732" y="111"/>
                    </a:lnTo>
                    <a:lnTo>
                      <a:pt x="732" y="109"/>
                    </a:lnTo>
                    <a:lnTo>
                      <a:pt x="732" y="109"/>
                    </a:lnTo>
                    <a:lnTo>
                      <a:pt x="729" y="109"/>
                    </a:lnTo>
                    <a:lnTo>
                      <a:pt x="729" y="106"/>
                    </a:lnTo>
                    <a:lnTo>
                      <a:pt x="732" y="106"/>
                    </a:lnTo>
                    <a:lnTo>
                      <a:pt x="732" y="106"/>
                    </a:lnTo>
                    <a:lnTo>
                      <a:pt x="732" y="106"/>
                    </a:lnTo>
                    <a:lnTo>
                      <a:pt x="732" y="106"/>
                    </a:lnTo>
                    <a:lnTo>
                      <a:pt x="734" y="106"/>
                    </a:lnTo>
                    <a:lnTo>
                      <a:pt x="734" y="106"/>
                    </a:lnTo>
                    <a:lnTo>
                      <a:pt x="734" y="106"/>
                    </a:lnTo>
                    <a:lnTo>
                      <a:pt x="734" y="104"/>
                    </a:lnTo>
                    <a:lnTo>
                      <a:pt x="734" y="104"/>
                    </a:lnTo>
                    <a:lnTo>
                      <a:pt x="737" y="104"/>
                    </a:lnTo>
                    <a:lnTo>
                      <a:pt x="737" y="104"/>
                    </a:lnTo>
                    <a:lnTo>
                      <a:pt x="739" y="104"/>
                    </a:lnTo>
                    <a:lnTo>
                      <a:pt x="739" y="104"/>
                    </a:lnTo>
                    <a:lnTo>
                      <a:pt x="739" y="106"/>
                    </a:lnTo>
                    <a:lnTo>
                      <a:pt x="739" y="106"/>
                    </a:lnTo>
                    <a:lnTo>
                      <a:pt x="741" y="106"/>
                    </a:lnTo>
                    <a:lnTo>
                      <a:pt x="741" y="106"/>
                    </a:lnTo>
                    <a:lnTo>
                      <a:pt x="741" y="106"/>
                    </a:lnTo>
                    <a:lnTo>
                      <a:pt x="741" y="106"/>
                    </a:lnTo>
                    <a:lnTo>
                      <a:pt x="744" y="106"/>
                    </a:lnTo>
                    <a:lnTo>
                      <a:pt x="744" y="106"/>
                    </a:lnTo>
                    <a:lnTo>
                      <a:pt x="744" y="106"/>
                    </a:lnTo>
                    <a:lnTo>
                      <a:pt x="744" y="106"/>
                    </a:lnTo>
                    <a:lnTo>
                      <a:pt x="746" y="106"/>
                    </a:lnTo>
                    <a:lnTo>
                      <a:pt x="746" y="106"/>
                    </a:lnTo>
                    <a:lnTo>
                      <a:pt x="746" y="106"/>
                    </a:lnTo>
                    <a:lnTo>
                      <a:pt x="746" y="109"/>
                    </a:lnTo>
                    <a:lnTo>
                      <a:pt x="746" y="109"/>
                    </a:lnTo>
                    <a:lnTo>
                      <a:pt x="746" y="109"/>
                    </a:lnTo>
                    <a:lnTo>
                      <a:pt x="746" y="111"/>
                    </a:lnTo>
                    <a:lnTo>
                      <a:pt x="744" y="111"/>
                    </a:lnTo>
                    <a:lnTo>
                      <a:pt x="744" y="111"/>
                    </a:lnTo>
                    <a:lnTo>
                      <a:pt x="744" y="114"/>
                    </a:lnTo>
                    <a:lnTo>
                      <a:pt x="746" y="114"/>
                    </a:lnTo>
                    <a:lnTo>
                      <a:pt x="746" y="114"/>
                    </a:lnTo>
                    <a:lnTo>
                      <a:pt x="746" y="114"/>
                    </a:lnTo>
                    <a:lnTo>
                      <a:pt x="748" y="114"/>
                    </a:lnTo>
                    <a:lnTo>
                      <a:pt x="748" y="114"/>
                    </a:lnTo>
                    <a:lnTo>
                      <a:pt x="748" y="114"/>
                    </a:lnTo>
                    <a:lnTo>
                      <a:pt x="748" y="111"/>
                    </a:lnTo>
                    <a:lnTo>
                      <a:pt x="751" y="111"/>
                    </a:lnTo>
                    <a:lnTo>
                      <a:pt x="751" y="114"/>
                    </a:lnTo>
                    <a:lnTo>
                      <a:pt x="751" y="114"/>
                    </a:lnTo>
                    <a:lnTo>
                      <a:pt x="751" y="114"/>
                    </a:lnTo>
                    <a:lnTo>
                      <a:pt x="753" y="114"/>
                    </a:lnTo>
                    <a:lnTo>
                      <a:pt x="753" y="116"/>
                    </a:lnTo>
                    <a:lnTo>
                      <a:pt x="753" y="116"/>
                    </a:lnTo>
                    <a:lnTo>
                      <a:pt x="753" y="116"/>
                    </a:lnTo>
                    <a:lnTo>
                      <a:pt x="753" y="118"/>
                    </a:lnTo>
                    <a:lnTo>
                      <a:pt x="753" y="118"/>
                    </a:lnTo>
                    <a:lnTo>
                      <a:pt x="753" y="118"/>
                    </a:lnTo>
                    <a:lnTo>
                      <a:pt x="755" y="118"/>
                    </a:lnTo>
                    <a:lnTo>
                      <a:pt x="755" y="118"/>
                    </a:lnTo>
                    <a:lnTo>
                      <a:pt x="755" y="118"/>
                    </a:lnTo>
                    <a:lnTo>
                      <a:pt x="758" y="118"/>
                    </a:lnTo>
                    <a:lnTo>
                      <a:pt x="758" y="118"/>
                    </a:lnTo>
                    <a:lnTo>
                      <a:pt x="758" y="116"/>
                    </a:lnTo>
                    <a:lnTo>
                      <a:pt x="760" y="116"/>
                    </a:lnTo>
                    <a:lnTo>
                      <a:pt x="760" y="116"/>
                    </a:lnTo>
                    <a:lnTo>
                      <a:pt x="760" y="116"/>
                    </a:lnTo>
                    <a:lnTo>
                      <a:pt x="763" y="116"/>
                    </a:lnTo>
                    <a:lnTo>
                      <a:pt x="763" y="116"/>
                    </a:lnTo>
                    <a:lnTo>
                      <a:pt x="765" y="116"/>
                    </a:lnTo>
                    <a:lnTo>
                      <a:pt x="765" y="116"/>
                    </a:lnTo>
                    <a:lnTo>
                      <a:pt x="765" y="116"/>
                    </a:lnTo>
                    <a:lnTo>
                      <a:pt x="765" y="118"/>
                    </a:lnTo>
                    <a:lnTo>
                      <a:pt x="767" y="118"/>
                    </a:lnTo>
                    <a:lnTo>
                      <a:pt x="767" y="118"/>
                    </a:lnTo>
                    <a:lnTo>
                      <a:pt x="767" y="118"/>
                    </a:lnTo>
                    <a:lnTo>
                      <a:pt x="770" y="118"/>
                    </a:lnTo>
                    <a:lnTo>
                      <a:pt x="770" y="116"/>
                    </a:lnTo>
                    <a:lnTo>
                      <a:pt x="770" y="116"/>
                    </a:lnTo>
                    <a:lnTo>
                      <a:pt x="772" y="116"/>
                    </a:lnTo>
                    <a:lnTo>
                      <a:pt x="772" y="116"/>
                    </a:lnTo>
                    <a:lnTo>
                      <a:pt x="772" y="116"/>
                    </a:lnTo>
                    <a:lnTo>
                      <a:pt x="772" y="118"/>
                    </a:lnTo>
                    <a:lnTo>
                      <a:pt x="774" y="118"/>
                    </a:lnTo>
                    <a:lnTo>
                      <a:pt x="774" y="118"/>
                    </a:lnTo>
                    <a:lnTo>
                      <a:pt x="774" y="118"/>
                    </a:lnTo>
                    <a:lnTo>
                      <a:pt x="777" y="118"/>
                    </a:lnTo>
                    <a:lnTo>
                      <a:pt x="777" y="116"/>
                    </a:lnTo>
                    <a:lnTo>
                      <a:pt x="777" y="116"/>
                    </a:lnTo>
                    <a:lnTo>
                      <a:pt x="779" y="116"/>
                    </a:lnTo>
                    <a:lnTo>
                      <a:pt x="779" y="116"/>
                    </a:lnTo>
                    <a:lnTo>
                      <a:pt x="779" y="116"/>
                    </a:lnTo>
                    <a:lnTo>
                      <a:pt x="779" y="116"/>
                    </a:lnTo>
                    <a:lnTo>
                      <a:pt x="779" y="114"/>
                    </a:lnTo>
                    <a:lnTo>
                      <a:pt x="779" y="114"/>
                    </a:lnTo>
                    <a:lnTo>
                      <a:pt x="782" y="114"/>
                    </a:lnTo>
                    <a:lnTo>
                      <a:pt x="782" y="114"/>
                    </a:lnTo>
                    <a:lnTo>
                      <a:pt x="782" y="114"/>
                    </a:lnTo>
                    <a:lnTo>
                      <a:pt x="784" y="114"/>
                    </a:lnTo>
                    <a:lnTo>
                      <a:pt x="784" y="114"/>
                    </a:lnTo>
                    <a:lnTo>
                      <a:pt x="786" y="114"/>
                    </a:lnTo>
                    <a:lnTo>
                      <a:pt x="786" y="114"/>
                    </a:lnTo>
                    <a:lnTo>
                      <a:pt x="786" y="114"/>
                    </a:lnTo>
                    <a:lnTo>
                      <a:pt x="786" y="114"/>
                    </a:lnTo>
                    <a:lnTo>
                      <a:pt x="789" y="114"/>
                    </a:lnTo>
                    <a:lnTo>
                      <a:pt x="789" y="111"/>
                    </a:lnTo>
                    <a:lnTo>
                      <a:pt x="789" y="111"/>
                    </a:lnTo>
                    <a:lnTo>
                      <a:pt x="789" y="111"/>
                    </a:lnTo>
                    <a:lnTo>
                      <a:pt x="791" y="111"/>
                    </a:lnTo>
                    <a:lnTo>
                      <a:pt x="791" y="111"/>
                    </a:lnTo>
                    <a:lnTo>
                      <a:pt x="793" y="111"/>
                    </a:lnTo>
                    <a:lnTo>
                      <a:pt x="793" y="111"/>
                    </a:lnTo>
                    <a:lnTo>
                      <a:pt x="793" y="111"/>
                    </a:lnTo>
                    <a:lnTo>
                      <a:pt x="793" y="114"/>
                    </a:lnTo>
                    <a:lnTo>
                      <a:pt x="796" y="114"/>
                    </a:lnTo>
                    <a:lnTo>
                      <a:pt x="796" y="114"/>
                    </a:lnTo>
                    <a:lnTo>
                      <a:pt x="798" y="114"/>
                    </a:lnTo>
                    <a:lnTo>
                      <a:pt x="798" y="114"/>
                    </a:lnTo>
                    <a:lnTo>
                      <a:pt x="798" y="114"/>
                    </a:lnTo>
                    <a:lnTo>
                      <a:pt x="798" y="114"/>
                    </a:lnTo>
                    <a:lnTo>
                      <a:pt x="800" y="114"/>
                    </a:lnTo>
                    <a:lnTo>
                      <a:pt x="800" y="114"/>
                    </a:lnTo>
                    <a:lnTo>
                      <a:pt x="800" y="116"/>
                    </a:lnTo>
                    <a:lnTo>
                      <a:pt x="800" y="116"/>
                    </a:lnTo>
                    <a:lnTo>
                      <a:pt x="803" y="116"/>
                    </a:lnTo>
                    <a:lnTo>
                      <a:pt x="803" y="116"/>
                    </a:lnTo>
                    <a:lnTo>
                      <a:pt x="805" y="116"/>
                    </a:lnTo>
                    <a:lnTo>
                      <a:pt x="805" y="116"/>
                    </a:lnTo>
                    <a:lnTo>
                      <a:pt x="805" y="116"/>
                    </a:lnTo>
                    <a:lnTo>
                      <a:pt x="805" y="116"/>
                    </a:lnTo>
                    <a:lnTo>
                      <a:pt x="805" y="116"/>
                    </a:lnTo>
                    <a:lnTo>
                      <a:pt x="805" y="118"/>
                    </a:lnTo>
                    <a:lnTo>
                      <a:pt x="805" y="118"/>
                    </a:lnTo>
                    <a:lnTo>
                      <a:pt x="808" y="118"/>
                    </a:lnTo>
                    <a:lnTo>
                      <a:pt x="808" y="118"/>
                    </a:lnTo>
                    <a:lnTo>
                      <a:pt x="808" y="121"/>
                    </a:lnTo>
                    <a:lnTo>
                      <a:pt x="808" y="121"/>
                    </a:lnTo>
                    <a:lnTo>
                      <a:pt x="808" y="121"/>
                    </a:lnTo>
                    <a:lnTo>
                      <a:pt x="810" y="121"/>
                    </a:lnTo>
                    <a:lnTo>
                      <a:pt x="810" y="123"/>
                    </a:lnTo>
                    <a:lnTo>
                      <a:pt x="810" y="123"/>
                    </a:lnTo>
                    <a:lnTo>
                      <a:pt x="810" y="123"/>
                    </a:lnTo>
                    <a:lnTo>
                      <a:pt x="812" y="123"/>
                    </a:lnTo>
                    <a:lnTo>
                      <a:pt x="812" y="125"/>
                    </a:lnTo>
                    <a:lnTo>
                      <a:pt x="812" y="125"/>
                    </a:lnTo>
                    <a:lnTo>
                      <a:pt x="812" y="125"/>
                    </a:lnTo>
                    <a:lnTo>
                      <a:pt x="812" y="125"/>
                    </a:lnTo>
                    <a:lnTo>
                      <a:pt x="812" y="128"/>
                    </a:lnTo>
                    <a:lnTo>
                      <a:pt x="812" y="128"/>
                    </a:lnTo>
                    <a:lnTo>
                      <a:pt x="812" y="130"/>
                    </a:lnTo>
                    <a:lnTo>
                      <a:pt x="812" y="130"/>
                    </a:lnTo>
                    <a:lnTo>
                      <a:pt x="812" y="130"/>
                    </a:lnTo>
                    <a:lnTo>
                      <a:pt x="815" y="130"/>
                    </a:lnTo>
                    <a:lnTo>
                      <a:pt x="815" y="133"/>
                    </a:lnTo>
                    <a:lnTo>
                      <a:pt x="815" y="133"/>
                    </a:lnTo>
                    <a:lnTo>
                      <a:pt x="815" y="133"/>
                    </a:lnTo>
                    <a:lnTo>
                      <a:pt x="815" y="130"/>
                    </a:lnTo>
                    <a:lnTo>
                      <a:pt x="817" y="130"/>
                    </a:lnTo>
                    <a:lnTo>
                      <a:pt x="817" y="130"/>
                    </a:lnTo>
                    <a:lnTo>
                      <a:pt x="817" y="133"/>
                    </a:lnTo>
                    <a:lnTo>
                      <a:pt x="819" y="133"/>
                    </a:lnTo>
                    <a:lnTo>
                      <a:pt x="819" y="133"/>
                    </a:lnTo>
                    <a:lnTo>
                      <a:pt x="819" y="133"/>
                    </a:lnTo>
                    <a:lnTo>
                      <a:pt x="819" y="133"/>
                    </a:lnTo>
                    <a:lnTo>
                      <a:pt x="822" y="133"/>
                    </a:lnTo>
                    <a:lnTo>
                      <a:pt x="822" y="133"/>
                    </a:lnTo>
                    <a:lnTo>
                      <a:pt x="822" y="133"/>
                    </a:lnTo>
                    <a:lnTo>
                      <a:pt x="822" y="135"/>
                    </a:lnTo>
                    <a:lnTo>
                      <a:pt x="824" y="135"/>
                    </a:lnTo>
                    <a:lnTo>
                      <a:pt x="824" y="135"/>
                    </a:lnTo>
                    <a:lnTo>
                      <a:pt x="824" y="135"/>
                    </a:lnTo>
                    <a:lnTo>
                      <a:pt x="826" y="135"/>
                    </a:lnTo>
                    <a:lnTo>
                      <a:pt x="826" y="135"/>
                    </a:lnTo>
                    <a:lnTo>
                      <a:pt x="826" y="135"/>
                    </a:lnTo>
                    <a:lnTo>
                      <a:pt x="829" y="135"/>
                    </a:lnTo>
                    <a:lnTo>
                      <a:pt x="829" y="135"/>
                    </a:lnTo>
                    <a:lnTo>
                      <a:pt x="829" y="135"/>
                    </a:lnTo>
                    <a:lnTo>
                      <a:pt x="829" y="137"/>
                    </a:lnTo>
                    <a:lnTo>
                      <a:pt x="829" y="137"/>
                    </a:lnTo>
                    <a:lnTo>
                      <a:pt x="829" y="137"/>
                    </a:lnTo>
                    <a:lnTo>
                      <a:pt x="829" y="140"/>
                    </a:lnTo>
                    <a:lnTo>
                      <a:pt x="829" y="140"/>
                    </a:lnTo>
                    <a:lnTo>
                      <a:pt x="829" y="140"/>
                    </a:lnTo>
                    <a:lnTo>
                      <a:pt x="829" y="140"/>
                    </a:lnTo>
                    <a:lnTo>
                      <a:pt x="831" y="140"/>
                    </a:lnTo>
                    <a:lnTo>
                      <a:pt x="831" y="142"/>
                    </a:lnTo>
                    <a:lnTo>
                      <a:pt x="831" y="142"/>
                    </a:lnTo>
                    <a:lnTo>
                      <a:pt x="831" y="142"/>
                    </a:lnTo>
                    <a:lnTo>
                      <a:pt x="831" y="144"/>
                    </a:lnTo>
                    <a:lnTo>
                      <a:pt x="834" y="144"/>
                    </a:lnTo>
                    <a:lnTo>
                      <a:pt x="834" y="144"/>
                    </a:lnTo>
                    <a:lnTo>
                      <a:pt x="834" y="144"/>
                    </a:lnTo>
                    <a:lnTo>
                      <a:pt x="834" y="147"/>
                    </a:lnTo>
                    <a:lnTo>
                      <a:pt x="834" y="147"/>
                    </a:lnTo>
                    <a:lnTo>
                      <a:pt x="834" y="147"/>
                    </a:lnTo>
                    <a:lnTo>
                      <a:pt x="834" y="147"/>
                    </a:lnTo>
                    <a:lnTo>
                      <a:pt x="836" y="147"/>
                    </a:lnTo>
                    <a:lnTo>
                      <a:pt x="836" y="147"/>
                    </a:lnTo>
                    <a:lnTo>
                      <a:pt x="838" y="147"/>
                    </a:lnTo>
                    <a:lnTo>
                      <a:pt x="838" y="147"/>
                    </a:lnTo>
                    <a:lnTo>
                      <a:pt x="838" y="147"/>
                    </a:lnTo>
                    <a:lnTo>
                      <a:pt x="841" y="147"/>
                    </a:lnTo>
                    <a:lnTo>
                      <a:pt x="841" y="147"/>
                    </a:lnTo>
                    <a:lnTo>
                      <a:pt x="841" y="147"/>
                    </a:lnTo>
                    <a:lnTo>
                      <a:pt x="843" y="147"/>
                    </a:lnTo>
                    <a:lnTo>
                      <a:pt x="843" y="149"/>
                    </a:lnTo>
                    <a:lnTo>
                      <a:pt x="843" y="149"/>
                    </a:lnTo>
                    <a:lnTo>
                      <a:pt x="843" y="147"/>
                    </a:lnTo>
                    <a:lnTo>
                      <a:pt x="845" y="147"/>
                    </a:lnTo>
                    <a:lnTo>
                      <a:pt x="845" y="147"/>
                    </a:lnTo>
                    <a:lnTo>
                      <a:pt x="845" y="149"/>
                    </a:lnTo>
                    <a:lnTo>
                      <a:pt x="845" y="149"/>
                    </a:lnTo>
                    <a:lnTo>
                      <a:pt x="848" y="149"/>
                    </a:lnTo>
                    <a:lnTo>
                      <a:pt x="848" y="149"/>
                    </a:lnTo>
                    <a:lnTo>
                      <a:pt x="848" y="149"/>
                    </a:lnTo>
                    <a:lnTo>
                      <a:pt x="848" y="149"/>
                    </a:lnTo>
                    <a:lnTo>
                      <a:pt x="850" y="149"/>
                    </a:lnTo>
                    <a:lnTo>
                      <a:pt x="850" y="149"/>
                    </a:lnTo>
                    <a:lnTo>
                      <a:pt x="853" y="149"/>
                    </a:lnTo>
                    <a:lnTo>
                      <a:pt x="853" y="149"/>
                    </a:lnTo>
                    <a:lnTo>
                      <a:pt x="853" y="152"/>
                    </a:lnTo>
                    <a:lnTo>
                      <a:pt x="853" y="152"/>
                    </a:lnTo>
                    <a:lnTo>
                      <a:pt x="855" y="152"/>
                    </a:lnTo>
                    <a:lnTo>
                      <a:pt x="855" y="149"/>
                    </a:lnTo>
                    <a:lnTo>
                      <a:pt x="855" y="149"/>
                    </a:lnTo>
                    <a:lnTo>
                      <a:pt x="855" y="149"/>
                    </a:lnTo>
                    <a:lnTo>
                      <a:pt x="855" y="147"/>
                    </a:lnTo>
                    <a:lnTo>
                      <a:pt x="855" y="147"/>
                    </a:lnTo>
                    <a:lnTo>
                      <a:pt x="857" y="147"/>
                    </a:lnTo>
                    <a:lnTo>
                      <a:pt x="857" y="147"/>
                    </a:lnTo>
                    <a:lnTo>
                      <a:pt x="857" y="147"/>
                    </a:lnTo>
                    <a:lnTo>
                      <a:pt x="860" y="147"/>
                    </a:lnTo>
                    <a:lnTo>
                      <a:pt x="860" y="144"/>
                    </a:lnTo>
                    <a:lnTo>
                      <a:pt x="860" y="144"/>
                    </a:lnTo>
                    <a:lnTo>
                      <a:pt x="860" y="144"/>
                    </a:lnTo>
                    <a:lnTo>
                      <a:pt x="860" y="144"/>
                    </a:lnTo>
                    <a:lnTo>
                      <a:pt x="862" y="144"/>
                    </a:lnTo>
                    <a:lnTo>
                      <a:pt x="862" y="144"/>
                    </a:lnTo>
                    <a:lnTo>
                      <a:pt x="862" y="144"/>
                    </a:lnTo>
                    <a:lnTo>
                      <a:pt x="862" y="144"/>
                    </a:lnTo>
                    <a:lnTo>
                      <a:pt x="862" y="142"/>
                    </a:lnTo>
                    <a:lnTo>
                      <a:pt x="864" y="142"/>
                    </a:lnTo>
                    <a:lnTo>
                      <a:pt x="864" y="142"/>
                    </a:lnTo>
                    <a:lnTo>
                      <a:pt x="867" y="142"/>
                    </a:lnTo>
                    <a:lnTo>
                      <a:pt x="867" y="142"/>
                    </a:lnTo>
                    <a:lnTo>
                      <a:pt x="867" y="144"/>
                    </a:lnTo>
                    <a:lnTo>
                      <a:pt x="867" y="144"/>
                    </a:lnTo>
                    <a:lnTo>
                      <a:pt x="867" y="144"/>
                    </a:lnTo>
                    <a:lnTo>
                      <a:pt x="867" y="144"/>
                    </a:lnTo>
                    <a:lnTo>
                      <a:pt x="864" y="144"/>
                    </a:lnTo>
                    <a:lnTo>
                      <a:pt x="864" y="144"/>
                    </a:lnTo>
                    <a:lnTo>
                      <a:pt x="862" y="144"/>
                    </a:lnTo>
                    <a:lnTo>
                      <a:pt x="862" y="147"/>
                    </a:lnTo>
                    <a:lnTo>
                      <a:pt x="862" y="147"/>
                    </a:lnTo>
                    <a:lnTo>
                      <a:pt x="864" y="147"/>
                    </a:lnTo>
                    <a:lnTo>
                      <a:pt x="864" y="147"/>
                    </a:lnTo>
                    <a:lnTo>
                      <a:pt x="867" y="147"/>
                    </a:lnTo>
                    <a:lnTo>
                      <a:pt x="867" y="149"/>
                    </a:lnTo>
                    <a:lnTo>
                      <a:pt x="867" y="149"/>
                    </a:lnTo>
                    <a:lnTo>
                      <a:pt x="867" y="149"/>
                    </a:lnTo>
                    <a:lnTo>
                      <a:pt x="867" y="149"/>
                    </a:lnTo>
                    <a:lnTo>
                      <a:pt x="867" y="152"/>
                    </a:lnTo>
                    <a:lnTo>
                      <a:pt x="867" y="152"/>
                    </a:lnTo>
                    <a:lnTo>
                      <a:pt x="869" y="152"/>
                    </a:lnTo>
                    <a:lnTo>
                      <a:pt x="869" y="152"/>
                    </a:lnTo>
                    <a:lnTo>
                      <a:pt x="869" y="154"/>
                    </a:lnTo>
                    <a:lnTo>
                      <a:pt x="869" y="154"/>
                    </a:lnTo>
                    <a:lnTo>
                      <a:pt x="871" y="154"/>
                    </a:lnTo>
                    <a:lnTo>
                      <a:pt x="871" y="156"/>
                    </a:lnTo>
                    <a:lnTo>
                      <a:pt x="871" y="156"/>
                    </a:lnTo>
                    <a:lnTo>
                      <a:pt x="871" y="156"/>
                    </a:lnTo>
                    <a:lnTo>
                      <a:pt x="871" y="156"/>
                    </a:lnTo>
                    <a:lnTo>
                      <a:pt x="874" y="156"/>
                    </a:lnTo>
                    <a:lnTo>
                      <a:pt x="874" y="156"/>
                    </a:lnTo>
                    <a:lnTo>
                      <a:pt x="874" y="156"/>
                    </a:lnTo>
                    <a:lnTo>
                      <a:pt x="876" y="156"/>
                    </a:lnTo>
                    <a:lnTo>
                      <a:pt x="876" y="156"/>
                    </a:lnTo>
                    <a:lnTo>
                      <a:pt x="876" y="156"/>
                    </a:lnTo>
                    <a:lnTo>
                      <a:pt x="879" y="156"/>
                    </a:lnTo>
                    <a:lnTo>
                      <a:pt x="879" y="159"/>
                    </a:lnTo>
                    <a:lnTo>
                      <a:pt x="879" y="159"/>
                    </a:lnTo>
                    <a:lnTo>
                      <a:pt x="876" y="159"/>
                    </a:lnTo>
                    <a:lnTo>
                      <a:pt x="876" y="159"/>
                    </a:lnTo>
                    <a:lnTo>
                      <a:pt x="874" y="159"/>
                    </a:lnTo>
                    <a:lnTo>
                      <a:pt x="874" y="159"/>
                    </a:lnTo>
                    <a:lnTo>
                      <a:pt x="874" y="159"/>
                    </a:lnTo>
                    <a:lnTo>
                      <a:pt x="874" y="159"/>
                    </a:lnTo>
                    <a:lnTo>
                      <a:pt x="874" y="159"/>
                    </a:lnTo>
                    <a:lnTo>
                      <a:pt x="871" y="159"/>
                    </a:lnTo>
                    <a:lnTo>
                      <a:pt x="871" y="159"/>
                    </a:lnTo>
                    <a:lnTo>
                      <a:pt x="871" y="161"/>
                    </a:lnTo>
                    <a:lnTo>
                      <a:pt x="871" y="161"/>
                    </a:lnTo>
                    <a:lnTo>
                      <a:pt x="869" y="161"/>
                    </a:lnTo>
                    <a:lnTo>
                      <a:pt x="869" y="159"/>
                    </a:lnTo>
                    <a:lnTo>
                      <a:pt x="869" y="159"/>
                    </a:lnTo>
                    <a:lnTo>
                      <a:pt x="869" y="161"/>
                    </a:lnTo>
                    <a:lnTo>
                      <a:pt x="867" y="161"/>
                    </a:lnTo>
                    <a:lnTo>
                      <a:pt x="867" y="161"/>
                    </a:lnTo>
                    <a:lnTo>
                      <a:pt x="867" y="161"/>
                    </a:lnTo>
                    <a:lnTo>
                      <a:pt x="867" y="161"/>
                    </a:lnTo>
                    <a:lnTo>
                      <a:pt x="867" y="163"/>
                    </a:lnTo>
                    <a:lnTo>
                      <a:pt x="864" y="163"/>
                    </a:lnTo>
                    <a:lnTo>
                      <a:pt x="864" y="163"/>
                    </a:lnTo>
                    <a:lnTo>
                      <a:pt x="864" y="166"/>
                    </a:lnTo>
                    <a:lnTo>
                      <a:pt x="867" y="166"/>
                    </a:lnTo>
                    <a:lnTo>
                      <a:pt x="867" y="166"/>
                    </a:lnTo>
                    <a:lnTo>
                      <a:pt x="867" y="166"/>
                    </a:lnTo>
                    <a:lnTo>
                      <a:pt x="867" y="166"/>
                    </a:lnTo>
                    <a:lnTo>
                      <a:pt x="867" y="168"/>
                    </a:lnTo>
                    <a:lnTo>
                      <a:pt x="867" y="168"/>
                    </a:lnTo>
                    <a:lnTo>
                      <a:pt x="867" y="168"/>
                    </a:lnTo>
                    <a:lnTo>
                      <a:pt x="867" y="170"/>
                    </a:lnTo>
                    <a:lnTo>
                      <a:pt x="867" y="170"/>
                    </a:lnTo>
                    <a:lnTo>
                      <a:pt x="864" y="170"/>
                    </a:lnTo>
                    <a:lnTo>
                      <a:pt x="864" y="170"/>
                    </a:lnTo>
                    <a:lnTo>
                      <a:pt x="864" y="173"/>
                    </a:lnTo>
                    <a:lnTo>
                      <a:pt x="862" y="173"/>
                    </a:lnTo>
                    <a:lnTo>
                      <a:pt x="862" y="173"/>
                    </a:lnTo>
                    <a:lnTo>
                      <a:pt x="862" y="173"/>
                    </a:lnTo>
                    <a:lnTo>
                      <a:pt x="862" y="175"/>
                    </a:lnTo>
                    <a:lnTo>
                      <a:pt x="862" y="175"/>
                    </a:lnTo>
                    <a:lnTo>
                      <a:pt x="860" y="175"/>
                    </a:lnTo>
                    <a:lnTo>
                      <a:pt x="860" y="175"/>
                    </a:lnTo>
                    <a:lnTo>
                      <a:pt x="860" y="175"/>
                    </a:lnTo>
                    <a:lnTo>
                      <a:pt x="860" y="175"/>
                    </a:lnTo>
                    <a:lnTo>
                      <a:pt x="857" y="175"/>
                    </a:lnTo>
                    <a:lnTo>
                      <a:pt x="857" y="175"/>
                    </a:lnTo>
                    <a:lnTo>
                      <a:pt x="855" y="175"/>
                    </a:lnTo>
                    <a:lnTo>
                      <a:pt x="855" y="175"/>
                    </a:lnTo>
                    <a:lnTo>
                      <a:pt x="855" y="175"/>
                    </a:lnTo>
                    <a:lnTo>
                      <a:pt x="855" y="175"/>
                    </a:lnTo>
                    <a:lnTo>
                      <a:pt x="855" y="178"/>
                    </a:lnTo>
                    <a:lnTo>
                      <a:pt x="853" y="178"/>
                    </a:lnTo>
                    <a:lnTo>
                      <a:pt x="853" y="175"/>
                    </a:lnTo>
                    <a:lnTo>
                      <a:pt x="853" y="175"/>
                    </a:lnTo>
                    <a:lnTo>
                      <a:pt x="853" y="175"/>
                    </a:lnTo>
                    <a:lnTo>
                      <a:pt x="850" y="175"/>
                    </a:lnTo>
                    <a:lnTo>
                      <a:pt x="850" y="175"/>
                    </a:lnTo>
                    <a:lnTo>
                      <a:pt x="848" y="175"/>
                    </a:lnTo>
                    <a:lnTo>
                      <a:pt x="848" y="178"/>
                    </a:lnTo>
                    <a:lnTo>
                      <a:pt x="848" y="178"/>
                    </a:lnTo>
                    <a:lnTo>
                      <a:pt x="848" y="178"/>
                    </a:lnTo>
                    <a:lnTo>
                      <a:pt x="845" y="178"/>
                    </a:lnTo>
                    <a:lnTo>
                      <a:pt x="845" y="178"/>
                    </a:lnTo>
                    <a:lnTo>
                      <a:pt x="845" y="178"/>
                    </a:lnTo>
                    <a:lnTo>
                      <a:pt x="845" y="178"/>
                    </a:lnTo>
                    <a:lnTo>
                      <a:pt x="843" y="178"/>
                    </a:lnTo>
                    <a:lnTo>
                      <a:pt x="843" y="180"/>
                    </a:lnTo>
                    <a:lnTo>
                      <a:pt x="843" y="180"/>
                    </a:lnTo>
                    <a:lnTo>
                      <a:pt x="843" y="180"/>
                    </a:lnTo>
                    <a:lnTo>
                      <a:pt x="843" y="182"/>
                    </a:lnTo>
                    <a:lnTo>
                      <a:pt x="843" y="182"/>
                    </a:lnTo>
                    <a:lnTo>
                      <a:pt x="841" y="182"/>
                    </a:lnTo>
                    <a:lnTo>
                      <a:pt x="841" y="185"/>
                    </a:lnTo>
                    <a:lnTo>
                      <a:pt x="841" y="185"/>
                    </a:lnTo>
                    <a:lnTo>
                      <a:pt x="841" y="185"/>
                    </a:lnTo>
                    <a:lnTo>
                      <a:pt x="841" y="185"/>
                    </a:lnTo>
                    <a:lnTo>
                      <a:pt x="841" y="187"/>
                    </a:lnTo>
                    <a:lnTo>
                      <a:pt x="841" y="187"/>
                    </a:lnTo>
                    <a:lnTo>
                      <a:pt x="841" y="187"/>
                    </a:lnTo>
                    <a:lnTo>
                      <a:pt x="841" y="189"/>
                    </a:lnTo>
                    <a:lnTo>
                      <a:pt x="841" y="189"/>
                    </a:lnTo>
                    <a:lnTo>
                      <a:pt x="841" y="192"/>
                    </a:lnTo>
                    <a:lnTo>
                      <a:pt x="841" y="192"/>
                    </a:lnTo>
                    <a:lnTo>
                      <a:pt x="841" y="192"/>
                    </a:lnTo>
                    <a:lnTo>
                      <a:pt x="841" y="194"/>
                    </a:lnTo>
                    <a:lnTo>
                      <a:pt x="841" y="194"/>
                    </a:lnTo>
                    <a:lnTo>
                      <a:pt x="841" y="194"/>
                    </a:lnTo>
                    <a:lnTo>
                      <a:pt x="841" y="197"/>
                    </a:lnTo>
                    <a:lnTo>
                      <a:pt x="841" y="197"/>
                    </a:lnTo>
                    <a:lnTo>
                      <a:pt x="841" y="197"/>
                    </a:lnTo>
                    <a:lnTo>
                      <a:pt x="841" y="199"/>
                    </a:lnTo>
                    <a:lnTo>
                      <a:pt x="841" y="199"/>
                    </a:lnTo>
                    <a:lnTo>
                      <a:pt x="841" y="201"/>
                    </a:lnTo>
                    <a:lnTo>
                      <a:pt x="841" y="201"/>
                    </a:lnTo>
                    <a:lnTo>
                      <a:pt x="843" y="201"/>
                    </a:lnTo>
                    <a:lnTo>
                      <a:pt x="843" y="204"/>
                    </a:lnTo>
                    <a:lnTo>
                      <a:pt x="843" y="204"/>
                    </a:lnTo>
                    <a:lnTo>
                      <a:pt x="843" y="204"/>
                    </a:lnTo>
                    <a:lnTo>
                      <a:pt x="843" y="204"/>
                    </a:lnTo>
                    <a:lnTo>
                      <a:pt x="843" y="206"/>
                    </a:lnTo>
                    <a:lnTo>
                      <a:pt x="843" y="206"/>
                    </a:lnTo>
                    <a:lnTo>
                      <a:pt x="843" y="208"/>
                    </a:lnTo>
                    <a:lnTo>
                      <a:pt x="843" y="208"/>
                    </a:lnTo>
                    <a:lnTo>
                      <a:pt x="841" y="208"/>
                    </a:lnTo>
                    <a:lnTo>
                      <a:pt x="841" y="208"/>
                    </a:lnTo>
                    <a:lnTo>
                      <a:pt x="841" y="208"/>
                    </a:lnTo>
                    <a:lnTo>
                      <a:pt x="841" y="211"/>
                    </a:lnTo>
                    <a:lnTo>
                      <a:pt x="841" y="211"/>
                    </a:lnTo>
                    <a:lnTo>
                      <a:pt x="841" y="211"/>
                    </a:lnTo>
                    <a:lnTo>
                      <a:pt x="838" y="211"/>
                    </a:lnTo>
                    <a:lnTo>
                      <a:pt x="838" y="211"/>
                    </a:lnTo>
                    <a:lnTo>
                      <a:pt x="838" y="211"/>
                    </a:lnTo>
                    <a:lnTo>
                      <a:pt x="838" y="213"/>
                    </a:lnTo>
                    <a:lnTo>
                      <a:pt x="836" y="213"/>
                    </a:lnTo>
                    <a:lnTo>
                      <a:pt x="836" y="213"/>
                    </a:lnTo>
                    <a:lnTo>
                      <a:pt x="834" y="213"/>
                    </a:lnTo>
                    <a:lnTo>
                      <a:pt x="834" y="213"/>
                    </a:lnTo>
                    <a:lnTo>
                      <a:pt x="834" y="213"/>
                    </a:lnTo>
                    <a:lnTo>
                      <a:pt x="834" y="213"/>
                    </a:lnTo>
                    <a:lnTo>
                      <a:pt x="831" y="213"/>
                    </a:lnTo>
                    <a:lnTo>
                      <a:pt x="831" y="213"/>
                    </a:lnTo>
                    <a:lnTo>
                      <a:pt x="831" y="215"/>
                    </a:lnTo>
                    <a:lnTo>
                      <a:pt x="829" y="215"/>
                    </a:lnTo>
                    <a:lnTo>
                      <a:pt x="829" y="215"/>
                    </a:lnTo>
                    <a:lnTo>
                      <a:pt x="829" y="215"/>
                    </a:lnTo>
                    <a:lnTo>
                      <a:pt x="829" y="215"/>
                    </a:lnTo>
                    <a:lnTo>
                      <a:pt x="826" y="215"/>
                    </a:lnTo>
                    <a:lnTo>
                      <a:pt x="826" y="215"/>
                    </a:lnTo>
                    <a:lnTo>
                      <a:pt x="826" y="215"/>
                    </a:lnTo>
                    <a:lnTo>
                      <a:pt x="826" y="215"/>
                    </a:lnTo>
                    <a:lnTo>
                      <a:pt x="826" y="218"/>
                    </a:lnTo>
                    <a:lnTo>
                      <a:pt x="824" y="218"/>
                    </a:lnTo>
                    <a:lnTo>
                      <a:pt x="824" y="218"/>
                    </a:lnTo>
                    <a:lnTo>
                      <a:pt x="822" y="218"/>
                    </a:lnTo>
                    <a:lnTo>
                      <a:pt x="822" y="218"/>
                    </a:lnTo>
                    <a:lnTo>
                      <a:pt x="822" y="215"/>
                    </a:lnTo>
                    <a:lnTo>
                      <a:pt x="822" y="215"/>
                    </a:lnTo>
                    <a:lnTo>
                      <a:pt x="822" y="215"/>
                    </a:lnTo>
                    <a:lnTo>
                      <a:pt x="822" y="215"/>
                    </a:lnTo>
                    <a:lnTo>
                      <a:pt x="822" y="215"/>
                    </a:lnTo>
                    <a:lnTo>
                      <a:pt x="822" y="213"/>
                    </a:lnTo>
                    <a:lnTo>
                      <a:pt x="822" y="213"/>
                    </a:lnTo>
                    <a:lnTo>
                      <a:pt x="819" y="213"/>
                    </a:lnTo>
                    <a:lnTo>
                      <a:pt x="819" y="213"/>
                    </a:lnTo>
                    <a:lnTo>
                      <a:pt x="819" y="213"/>
                    </a:lnTo>
                    <a:lnTo>
                      <a:pt x="817" y="213"/>
                    </a:lnTo>
                    <a:lnTo>
                      <a:pt x="817" y="213"/>
                    </a:lnTo>
                    <a:lnTo>
                      <a:pt x="815" y="213"/>
                    </a:lnTo>
                    <a:lnTo>
                      <a:pt x="815" y="213"/>
                    </a:lnTo>
                    <a:lnTo>
                      <a:pt x="815" y="213"/>
                    </a:lnTo>
                    <a:lnTo>
                      <a:pt x="812" y="213"/>
                    </a:lnTo>
                    <a:lnTo>
                      <a:pt x="812" y="213"/>
                    </a:lnTo>
                    <a:lnTo>
                      <a:pt x="812" y="213"/>
                    </a:lnTo>
                    <a:lnTo>
                      <a:pt x="810" y="213"/>
                    </a:lnTo>
                    <a:lnTo>
                      <a:pt x="810" y="213"/>
                    </a:lnTo>
                    <a:lnTo>
                      <a:pt x="810" y="215"/>
                    </a:lnTo>
                    <a:lnTo>
                      <a:pt x="808" y="215"/>
                    </a:lnTo>
                    <a:lnTo>
                      <a:pt x="808" y="215"/>
                    </a:lnTo>
                    <a:lnTo>
                      <a:pt x="808" y="215"/>
                    </a:lnTo>
                    <a:lnTo>
                      <a:pt x="808" y="213"/>
                    </a:lnTo>
                    <a:lnTo>
                      <a:pt x="805" y="213"/>
                    </a:lnTo>
                    <a:lnTo>
                      <a:pt x="805" y="213"/>
                    </a:lnTo>
                    <a:lnTo>
                      <a:pt x="805" y="213"/>
                    </a:lnTo>
                    <a:lnTo>
                      <a:pt x="803" y="213"/>
                    </a:lnTo>
                    <a:lnTo>
                      <a:pt x="803" y="213"/>
                    </a:lnTo>
                    <a:lnTo>
                      <a:pt x="803" y="213"/>
                    </a:lnTo>
                    <a:lnTo>
                      <a:pt x="800" y="213"/>
                    </a:lnTo>
                    <a:lnTo>
                      <a:pt x="800" y="213"/>
                    </a:lnTo>
                    <a:lnTo>
                      <a:pt x="800" y="213"/>
                    </a:lnTo>
                    <a:lnTo>
                      <a:pt x="798" y="213"/>
                    </a:lnTo>
                    <a:lnTo>
                      <a:pt x="798" y="213"/>
                    </a:lnTo>
                    <a:lnTo>
                      <a:pt x="798" y="211"/>
                    </a:lnTo>
                    <a:lnTo>
                      <a:pt x="798" y="211"/>
                    </a:lnTo>
                    <a:lnTo>
                      <a:pt x="796" y="211"/>
                    </a:lnTo>
                    <a:lnTo>
                      <a:pt x="796" y="211"/>
                    </a:lnTo>
                    <a:lnTo>
                      <a:pt x="796" y="211"/>
                    </a:lnTo>
                    <a:lnTo>
                      <a:pt x="793" y="211"/>
                    </a:lnTo>
                    <a:lnTo>
                      <a:pt x="793" y="211"/>
                    </a:lnTo>
                    <a:lnTo>
                      <a:pt x="793" y="208"/>
                    </a:lnTo>
                    <a:lnTo>
                      <a:pt x="793" y="208"/>
                    </a:lnTo>
                    <a:lnTo>
                      <a:pt x="791" y="208"/>
                    </a:lnTo>
                    <a:lnTo>
                      <a:pt x="791" y="208"/>
                    </a:lnTo>
                    <a:lnTo>
                      <a:pt x="789" y="208"/>
                    </a:lnTo>
                    <a:lnTo>
                      <a:pt x="789" y="208"/>
                    </a:lnTo>
                    <a:lnTo>
                      <a:pt x="789" y="208"/>
                    </a:lnTo>
                    <a:lnTo>
                      <a:pt x="789" y="208"/>
                    </a:lnTo>
                    <a:lnTo>
                      <a:pt x="786" y="208"/>
                    </a:lnTo>
                    <a:lnTo>
                      <a:pt x="786" y="208"/>
                    </a:lnTo>
                    <a:lnTo>
                      <a:pt x="786" y="208"/>
                    </a:lnTo>
                    <a:lnTo>
                      <a:pt x="786" y="208"/>
                    </a:lnTo>
                    <a:lnTo>
                      <a:pt x="786" y="211"/>
                    </a:lnTo>
                    <a:lnTo>
                      <a:pt x="786" y="211"/>
                    </a:lnTo>
                    <a:lnTo>
                      <a:pt x="786" y="213"/>
                    </a:lnTo>
                    <a:lnTo>
                      <a:pt x="784" y="213"/>
                    </a:lnTo>
                    <a:lnTo>
                      <a:pt x="784" y="213"/>
                    </a:lnTo>
                    <a:lnTo>
                      <a:pt x="784" y="213"/>
                    </a:lnTo>
                    <a:lnTo>
                      <a:pt x="784" y="215"/>
                    </a:lnTo>
                    <a:lnTo>
                      <a:pt x="784" y="215"/>
                    </a:lnTo>
                    <a:lnTo>
                      <a:pt x="784" y="215"/>
                    </a:lnTo>
                    <a:lnTo>
                      <a:pt x="782" y="215"/>
                    </a:lnTo>
                    <a:lnTo>
                      <a:pt x="782" y="218"/>
                    </a:lnTo>
                    <a:lnTo>
                      <a:pt x="782" y="218"/>
                    </a:lnTo>
                    <a:lnTo>
                      <a:pt x="782" y="218"/>
                    </a:lnTo>
                    <a:lnTo>
                      <a:pt x="782" y="220"/>
                    </a:lnTo>
                    <a:lnTo>
                      <a:pt x="782" y="220"/>
                    </a:lnTo>
                    <a:lnTo>
                      <a:pt x="782" y="220"/>
                    </a:lnTo>
                    <a:lnTo>
                      <a:pt x="782" y="223"/>
                    </a:lnTo>
                    <a:lnTo>
                      <a:pt x="782" y="223"/>
                    </a:lnTo>
                    <a:lnTo>
                      <a:pt x="779" y="223"/>
                    </a:lnTo>
                    <a:lnTo>
                      <a:pt x="779" y="225"/>
                    </a:lnTo>
                    <a:lnTo>
                      <a:pt x="779" y="225"/>
                    </a:lnTo>
                    <a:lnTo>
                      <a:pt x="779" y="225"/>
                    </a:lnTo>
                    <a:lnTo>
                      <a:pt x="779" y="225"/>
                    </a:lnTo>
                    <a:lnTo>
                      <a:pt x="779" y="227"/>
                    </a:lnTo>
                    <a:lnTo>
                      <a:pt x="779" y="227"/>
                    </a:lnTo>
                    <a:lnTo>
                      <a:pt x="779" y="227"/>
                    </a:lnTo>
                    <a:lnTo>
                      <a:pt x="779" y="230"/>
                    </a:lnTo>
                    <a:lnTo>
                      <a:pt x="777" y="230"/>
                    </a:lnTo>
                    <a:lnTo>
                      <a:pt x="777" y="230"/>
                    </a:lnTo>
                    <a:lnTo>
                      <a:pt x="777" y="230"/>
                    </a:lnTo>
                    <a:lnTo>
                      <a:pt x="777" y="232"/>
                    </a:lnTo>
                    <a:lnTo>
                      <a:pt x="777" y="232"/>
                    </a:lnTo>
                    <a:lnTo>
                      <a:pt x="774" y="232"/>
                    </a:lnTo>
                    <a:lnTo>
                      <a:pt x="774" y="234"/>
                    </a:lnTo>
                    <a:lnTo>
                      <a:pt x="774" y="234"/>
                    </a:lnTo>
                    <a:lnTo>
                      <a:pt x="774" y="234"/>
                    </a:lnTo>
                    <a:lnTo>
                      <a:pt x="774" y="234"/>
                    </a:lnTo>
                    <a:lnTo>
                      <a:pt x="774" y="237"/>
                    </a:lnTo>
                    <a:lnTo>
                      <a:pt x="774" y="237"/>
                    </a:lnTo>
                    <a:lnTo>
                      <a:pt x="774" y="239"/>
                    </a:lnTo>
                    <a:lnTo>
                      <a:pt x="774" y="239"/>
                    </a:lnTo>
                    <a:lnTo>
                      <a:pt x="774" y="239"/>
                    </a:lnTo>
                    <a:lnTo>
                      <a:pt x="774" y="242"/>
                    </a:lnTo>
                    <a:lnTo>
                      <a:pt x="774" y="242"/>
                    </a:lnTo>
                    <a:lnTo>
                      <a:pt x="772" y="242"/>
                    </a:lnTo>
                    <a:lnTo>
                      <a:pt x="772" y="244"/>
                    </a:lnTo>
                    <a:lnTo>
                      <a:pt x="772" y="244"/>
                    </a:lnTo>
                    <a:lnTo>
                      <a:pt x="772" y="244"/>
                    </a:lnTo>
                    <a:lnTo>
                      <a:pt x="772" y="244"/>
                    </a:lnTo>
                    <a:lnTo>
                      <a:pt x="772" y="244"/>
                    </a:lnTo>
                    <a:lnTo>
                      <a:pt x="772" y="246"/>
                    </a:lnTo>
                    <a:lnTo>
                      <a:pt x="772" y="246"/>
                    </a:lnTo>
                    <a:lnTo>
                      <a:pt x="770" y="246"/>
                    </a:lnTo>
                    <a:lnTo>
                      <a:pt x="770" y="249"/>
                    </a:lnTo>
                    <a:lnTo>
                      <a:pt x="770" y="249"/>
                    </a:lnTo>
                    <a:lnTo>
                      <a:pt x="770" y="251"/>
                    </a:lnTo>
                    <a:lnTo>
                      <a:pt x="772" y="251"/>
                    </a:lnTo>
                    <a:lnTo>
                      <a:pt x="772" y="251"/>
                    </a:lnTo>
                    <a:lnTo>
                      <a:pt x="772" y="251"/>
                    </a:lnTo>
                    <a:lnTo>
                      <a:pt x="772" y="251"/>
                    </a:lnTo>
                    <a:lnTo>
                      <a:pt x="772" y="253"/>
                    </a:lnTo>
                    <a:lnTo>
                      <a:pt x="774" y="253"/>
                    </a:lnTo>
                    <a:lnTo>
                      <a:pt x="774" y="253"/>
                    </a:lnTo>
                    <a:lnTo>
                      <a:pt x="774" y="253"/>
                    </a:lnTo>
                    <a:lnTo>
                      <a:pt x="777" y="253"/>
                    </a:lnTo>
                    <a:lnTo>
                      <a:pt x="777" y="253"/>
                    </a:lnTo>
                    <a:lnTo>
                      <a:pt x="777" y="253"/>
                    </a:lnTo>
                    <a:lnTo>
                      <a:pt x="777" y="253"/>
                    </a:lnTo>
                    <a:lnTo>
                      <a:pt x="777" y="256"/>
                    </a:lnTo>
                    <a:lnTo>
                      <a:pt x="777" y="256"/>
                    </a:lnTo>
                    <a:lnTo>
                      <a:pt x="777" y="256"/>
                    </a:lnTo>
                    <a:lnTo>
                      <a:pt x="777" y="258"/>
                    </a:lnTo>
                    <a:lnTo>
                      <a:pt x="777" y="258"/>
                    </a:lnTo>
                    <a:lnTo>
                      <a:pt x="774" y="258"/>
                    </a:lnTo>
                    <a:lnTo>
                      <a:pt x="774" y="261"/>
                    </a:lnTo>
                    <a:lnTo>
                      <a:pt x="774" y="261"/>
                    </a:lnTo>
                    <a:lnTo>
                      <a:pt x="774" y="261"/>
                    </a:lnTo>
                    <a:lnTo>
                      <a:pt x="774" y="261"/>
                    </a:lnTo>
                    <a:lnTo>
                      <a:pt x="772" y="261"/>
                    </a:lnTo>
                    <a:lnTo>
                      <a:pt x="772" y="261"/>
                    </a:lnTo>
                    <a:lnTo>
                      <a:pt x="772" y="261"/>
                    </a:lnTo>
                    <a:lnTo>
                      <a:pt x="772" y="258"/>
                    </a:lnTo>
                    <a:lnTo>
                      <a:pt x="772" y="258"/>
                    </a:lnTo>
                    <a:lnTo>
                      <a:pt x="770" y="258"/>
                    </a:lnTo>
                    <a:lnTo>
                      <a:pt x="770" y="258"/>
                    </a:lnTo>
                    <a:lnTo>
                      <a:pt x="770" y="258"/>
                    </a:lnTo>
                    <a:lnTo>
                      <a:pt x="767" y="258"/>
                    </a:lnTo>
                    <a:lnTo>
                      <a:pt x="767" y="258"/>
                    </a:lnTo>
                    <a:lnTo>
                      <a:pt x="767" y="258"/>
                    </a:lnTo>
                    <a:lnTo>
                      <a:pt x="767" y="258"/>
                    </a:lnTo>
                    <a:lnTo>
                      <a:pt x="765" y="258"/>
                    </a:lnTo>
                    <a:lnTo>
                      <a:pt x="765" y="261"/>
                    </a:lnTo>
                    <a:lnTo>
                      <a:pt x="765" y="261"/>
                    </a:lnTo>
                    <a:lnTo>
                      <a:pt x="765" y="261"/>
                    </a:lnTo>
                    <a:lnTo>
                      <a:pt x="763" y="261"/>
                    </a:lnTo>
                    <a:lnTo>
                      <a:pt x="763" y="261"/>
                    </a:lnTo>
                    <a:lnTo>
                      <a:pt x="763" y="258"/>
                    </a:lnTo>
                    <a:lnTo>
                      <a:pt x="760" y="258"/>
                    </a:lnTo>
                    <a:lnTo>
                      <a:pt x="760" y="258"/>
                    </a:lnTo>
                    <a:lnTo>
                      <a:pt x="760" y="258"/>
                    </a:lnTo>
                    <a:lnTo>
                      <a:pt x="760" y="258"/>
                    </a:lnTo>
                    <a:lnTo>
                      <a:pt x="760" y="256"/>
                    </a:lnTo>
                    <a:lnTo>
                      <a:pt x="760" y="256"/>
                    </a:lnTo>
                    <a:lnTo>
                      <a:pt x="758" y="256"/>
                    </a:lnTo>
                    <a:lnTo>
                      <a:pt x="758" y="256"/>
                    </a:lnTo>
                    <a:lnTo>
                      <a:pt x="758" y="253"/>
                    </a:lnTo>
                    <a:lnTo>
                      <a:pt x="755" y="253"/>
                    </a:lnTo>
                    <a:lnTo>
                      <a:pt x="755" y="256"/>
                    </a:lnTo>
                    <a:lnTo>
                      <a:pt x="755" y="256"/>
                    </a:lnTo>
                    <a:lnTo>
                      <a:pt x="755" y="256"/>
                    </a:lnTo>
                    <a:lnTo>
                      <a:pt x="755" y="256"/>
                    </a:lnTo>
                    <a:lnTo>
                      <a:pt x="753" y="256"/>
                    </a:lnTo>
                    <a:lnTo>
                      <a:pt x="753" y="256"/>
                    </a:lnTo>
                    <a:lnTo>
                      <a:pt x="753" y="256"/>
                    </a:lnTo>
                    <a:lnTo>
                      <a:pt x="751" y="256"/>
                    </a:lnTo>
                    <a:lnTo>
                      <a:pt x="751" y="256"/>
                    </a:lnTo>
                    <a:lnTo>
                      <a:pt x="751" y="258"/>
                    </a:lnTo>
                    <a:lnTo>
                      <a:pt x="748" y="258"/>
                    </a:lnTo>
                    <a:lnTo>
                      <a:pt x="748" y="258"/>
                    </a:lnTo>
                    <a:lnTo>
                      <a:pt x="748" y="258"/>
                    </a:lnTo>
                    <a:lnTo>
                      <a:pt x="746" y="258"/>
                    </a:lnTo>
                    <a:lnTo>
                      <a:pt x="746" y="258"/>
                    </a:lnTo>
                    <a:lnTo>
                      <a:pt x="746" y="258"/>
                    </a:lnTo>
                    <a:lnTo>
                      <a:pt x="746" y="258"/>
                    </a:lnTo>
                    <a:lnTo>
                      <a:pt x="744" y="258"/>
                    </a:lnTo>
                    <a:lnTo>
                      <a:pt x="744" y="261"/>
                    </a:lnTo>
                    <a:lnTo>
                      <a:pt x="744" y="261"/>
                    </a:lnTo>
                    <a:lnTo>
                      <a:pt x="741" y="261"/>
                    </a:lnTo>
                    <a:lnTo>
                      <a:pt x="741" y="261"/>
                    </a:lnTo>
                    <a:lnTo>
                      <a:pt x="741" y="261"/>
                    </a:lnTo>
                    <a:lnTo>
                      <a:pt x="741" y="261"/>
                    </a:lnTo>
                    <a:lnTo>
                      <a:pt x="739" y="261"/>
                    </a:lnTo>
                    <a:lnTo>
                      <a:pt x="739" y="261"/>
                    </a:lnTo>
                    <a:lnTo>
                      <a:pt x="739" y="261"/>
                    </a:lnTo>
                    <a:lnTo>
                      <a:pt x="739" y="261"/>
                    </a:lnTo>
                    <a:lnTo>
                      <a:pt x="737" y="261"/>
                    </a:lnTo>
                    <a:lnTo>
                      <a:pt x="737" y="261"/>
                    </a:lnTo>
                    <a:lnTo>
                      <a:pt x="737" y="261"/>
                    </a:lnTo>
                    <a:lnTo>
                      <a:pt x="734" y="261"/>
                    </a:lnTo>
                    <a:lnTo>
                      <a:pt x="734" y="261"/>
                    </a:lnTo>
                    <a:lnTo>
                      <a:pt x="734" y="261"/>
                    </a:lnTo>
                    <a:lnTo>
                      <a:pt x="732" y="261"/>
                    </a:lnTo>
                    <a:lnTo>
                      <a:pt x="732" y="261"/>
                    </a:lnTo>
                    <a:lnTo>
                      <a:pt x="732" y="261"/>
                    </a:lnTo>
                    <a:lnTo>
                      <a:pt x="732" y="263"/>
                    </a:lnTo>
                    <a:lnTo>
                      <a:pt x="729" y="263"/>
                    </a:lnTo>
                    <a:lnTo>
                      <a:pt x="729" y="263"/>
                    </a:lnTo>
                    <a:lnTo>
                      <a:pt x="729" y="263"/>
                    </a:lnTo>
                    <a:lnTo>
                      <a:pt x="727" y="263"/>
                    </a:lnTo>
                    <a:lnTo>
                      <a:pt x="727" y="263"/>
                    </a:lnTo>
                    <a:lnTo>
                      <a:pt x="727" y="263"/>
                    </a:lnTo>
                    <a:lnTo>
                      <a:pt x="727" y="263"/>
                    </a:lnTo>
                    <a:lnTo>
                      <a:pt x="727" y="263"/>
                    </a:lnTo>
                    <a:lnTo>
                      <a:pt x="725" y="263"/>
                    </a:lnTo>
                    <a:lnTo>
                      <a:pt x="725" y="263"/>
                    </a:lnTo>
                    <a:lnTo>
                      <a:pt x="722" y="263"/>
                    </a:lnTo>
                    <a:lnTo>
                      <a:pt x="722" y="263"/>
                    </a:lnTo>
                    <a:lnTo>
                      <a:pt x="722" y="263"/>
                    </a:lnTo>
                    <a:lnTo>
                      <a:pt x="722" y="263"/>
                    </a:lnTo>
                    <a:lnTo>
                      <a:pt x="720" y="263"/>
                    </a:lnTo>
                    <a:lnTo>
                      <a:pt x="720" y="265"/>
                    </a:lnTo>
                    <a:lnTo>
                      <a:pt x="720" y="265"/>
                    </a:lnTo>
                    <a:lnTo>
                      <a:pt x="720" y="265"/>
                    </a:lnTo>
                    <a:lnTo>
                      <a:pt x="720" y="265"/>
                    </a:lnTo>
                    <a:lnTo>
                      <a:pt x="720" y="268"/>
                    </a:lnTo>
                    <a:lnTo>
                      <a:pt x="720" y="268"/>
                    </a:lnTo>
                    <a:lnTo>
                      <a:pt x="720" y="268"/>
                    </a:lnTo>
                    <a:lnTo>
                      <a:pt x="720" y="268"/>
                    </a:lnTo>
                    <a:lnTo>
                      <a:pt x="720" y="270"/>
                    </a:lnTo>
                    <a:lnTo>
                      <a:pt x="722" y="270"/>
                    </a:lnTo>
                    <a:lnTo>
                      <a:pt x="722" y="270"/>
                    </a:lnTo>
                    <a:lnTo>
                      <a:pt x="722" y="270"/>
                    </a:lnTo>
                    <a:lnTo>
                      <a:pt x="722" y="268"/>
                    </a:lnTo>
                    <a:lnTo>
                      <a:pt x="725" y="268"/>
                    </a:lnTo>
                    <a:lnTo>
                      <a:pt x="725" y="268"/>
                    </a:lnTo>
                    <a:lnTo>
                      <a:pt x="727" y="268"/>
                    </a:lnTo>
                    <a:lnTo>
                      <a:pt x="727" y="268"/>
                    </a:lnTo>
                    <a:lnTo>
                      <a:pt x="727" y="268"/>
                    </a:lnTo>
                    <a:lnTo>
                      <a:pt x="727" y="270"/>
                    </a:lnTo>
                    <a:lnTo>
                      <a:pt x="729" y="270"/>
                    </a:lnTo>
                    <a:lnTo>
                      <a:pt x="729" y="270"/>
                    </a:lnTo>
                    <a:lnTo>
                      <a:pt x="729" y="270"/>
                    </a:lnTo>
                    <a:lnTo>
                      <a:pt x="732" y="270"/>
                    </a:lnTo>
                    <a:lnTo>
                      <a:pt x="732" y="270"/>
                    </a:lnTo>
                    <a:lnTo>
                      <a:pt x="732" y="272"/>
                    </a:lnTo>
                    <a:lnTo>
                      <a:pt x="732" y="272"/>
                    </a:lnTo>
                    <a:lnTo>
                      <a:pt x="729" y="272"/>
                    </a:lnTo>
                    <a:lnTo>
                      <a:pt x="729" y="272"/>
                    </a:lnTo>
                    <a:lnTo>
                      <a:pt x="729" y="272"/>
                    </a:lnTo>
                    <a:lnTo>
                      <a:pt x="729" y="275"/>
                    </a:lnTo>
                    <a:lnTo>
                      <a:pt x="729" y="275"/>
                    </a:lnTo>
                    <a:lnTo>
                      <a:pt x="729" y="275"/>
                    </a:lnTo>
                    <a:lnTo>
                      <a:pt x="729" y="275"/>
                    </a:lnTo>
                    <a:lnTo>
                      <a:pt x="729" y="275"/>
                    </a:lnTo>
                    <a:lnTo>
                      <a:pt x="729" y="277"/>
                    </a:lnTo>
                    <a:lnTo>
                      <a:pt x="727" y="277"/>
                    </a:lnTo>
                    <a:lnTo>
                      <a:pt x="727" y="277"/>
                    </a:lnTo>
                    <a:lnTo>
                      <a:pt x="729" y="277"/>
                    </a:lnTo>
                    <a:lnTo>
                      <a:pt x="729" y="279"/>
                    </a:lnTo>
                    <a:lnTo>
                      <a:pt x="729" y="279"/>
                    </a:lnTo>
                    <a:lnTo>
                      <a:pt x="729" y="282"/>
                    </a:lnTo>
                    <a:lnTo>
                      <a:pt x="729" y="282"/>
                    </a:lnTo>
                    <a:lnTo>
                      <a:pt x="729" y="282"/>
                    </a:lnTo>
                    <a:lnTo>
                      <a:pt x="729" y="284"/>
                    </a:lnTo>
                    <a:lnTo>
                      <a:pt x="729" y="284"/>
                    </a:lnTo>
                    <a:lnTo>
                      <a:pt x="729" y="284"/>
                    </a:lnTo>
                    <a:lnTo>
                      <a:pt x="729" y="287"/>
                    </a:lnTo>
                    <a:lnTo>
                      <a:pt x="729" y="287"/>
                    </a:lnTo>
                    <a:lnTo>
                      <a:pt x="732" y="287"/>
                    </a:lnTo>
                    <a:lnTo>
                      <a:pt x="732" y="289"/>
                    </a:lnTo>
                    <a:lnTo>
                      <a:pt x="732" y="289"/>
                    </a:lnTo>
                    <a:lnTo>
                      <a:pt x="732" y="291"/>
                    </a:lnTo>
                    <a:lnTo>
                      <a:pt x="732" y="291"/>
                    </a:lnTo>
                    <a:lnTo>
                      <a:pt x="732" y="291"/>
                    </a:lnTo>
                    <a:lnTo>
                      <a:pt x="732" y="294"/>
                    </a:lnTo>
                    <a:lnTo>
                      <a:pt x="732" y="294"/>
                    </a:lnTo>
                    <a:lnTo>
                      <a:pt x="732" y="294"/>
                    </a:lnTo>
                    <a:lnTo>
                      <a:pt x="732" y="294"/>
                    </a:lnTo>
                    <a:lnTo>
                      <a:pt x="734" y="294"/>
                    </a:lnTo>
                    <a:lnTo>
                      <a:pt x="734" y="296"/>
                    </a:lnTo>
                    <a:lnTo>
                      <a:pt x="734" y="296"/>
                    </a:lnTo>
                    <a:lnTo>
                      <a:pt x="734" y="296"/>
                    </a:lnTo>
                    <a:lnTo>
                      <a:pt x="734" y="298"/>
                    </a:lnTo>
                    <a:lnTo>
                      <a:pt x="734" y="298"/>
                    </a:lnTo>
                    <a:lnTo>
                      <a:pt x="734" y="298"/>
                    </a:lnTo>
                    <a:lnTo>
                      <a:pt x="734" y="301"/>
                    </a:lnTo>
                    <a:lnTo>
                      <a:pt x="737" y="301"/>
                    </a:lnTo>
                    <a:lnTo>
                      <a:pt x="737" y="301"/>
                    </a:lnTo>
                    <a:lnTo>
                      <a:pt x="737" y="303"/>
                    </a:lnTo>
                    <a:lnTo>
                      <a:pt x="737" y="303"/>
                    </a:lnTo>
                    <a:lnTo>
                      <a:pt x="737" y="303"/>
                    </a:lnTo>
                    <a:lnTo>
                      <a:pt x="737" y="303"/>
                    </a:lnTo>
                    <a:lnTo>
                      <a:pt x="737" y="303"/>
                    </a:lnTo>
                    <a:lnTo>
                      <a:pt x="737" y="306"/>
                    </a:lnTo>
                    <a:lnTo>
                      <a:pt x="737" y="306"/>
                    </a:lnTo>
                    <a:lnTo>
                      <a:pt x="734" y="306"/>
                    </a:lnTo>
                    <a:lnTo>
                      <a:pt x="734" y="308"/>
                    </a:lnTo>
                    <a:lnTo>
                      <a:pt x="737" y="308"/>
                    </a:lnTo>
                    <a:lnTo>
                      <a:pt x="737" y="308"/>
                    </a:lnTo>
                    <a:lnTo>
                      <a:pt x="737" y="308"/>
                    </a:lnTo>
                    <a:lnTo>
                      <a:pt x="739" y="308"/>
                    </a:lnTo>
                    <a:lnTo>
                      <a:pt x="739" y="310"/>
                    </a:lnTo>
                    <a:lnTo>
                      <a:pt x="739" y="310"/>
                    </a:lnTo>
                    <a:lnTo>
                      <a:pt x="737" y="310"/>
                    </a:lnTo>
                    <a:lnTo>
                      <a:pt x="737" y="313"/>
                    </a:lnTo>
                    <a:lnTo>
                      <a:pt x="737" y="313"/>
                    </a:lnTo>
                    <a:lnTo>
                      <a:pt x="734" y="313"/>
                    </a:lnTo>
                    <a:lnTo>
                      <a:pt x="734" y="313"/>
                    </a:lnTo>
                    <a:lnTo>
                      <a:pt x="734" y="313"/>
                    </a:lnTo>
                    <a:lnTo>
                      <a:pt x="732" y="313"/>
                    </a:lnTo>
                    <a:lnTo>
                      <a:pt x="732" y="313"/>
                    </a:lnTo>
                    <a:lnTo>
                      <a:pt x="732" y="313"/>
                    </a:lnTo>
                    <a:lnTo>
                      <a:pt x="732" y="313"/>
                    </a:lnTo>
                    <a:lnTo>
                      <a:pt x="729" y="313"/>
                    </a:lnTo>
                    <a:lnTo>
                      <a:pt x="729" y="313"/>
                    </a:lnTo>
                    <a:lnTo>
                      <a:pt x="729" y="313"/>
                    </a:lnTo>
                    <a:lnTo>
                      <a:pt x="729" y="315"/>
                    </a:lnTo>
                    <a:lnTo>
                      <a:pt x="729" y="315"/>
                    </a:lnTo>
                    <a:lnTo>
                      <a:pt x="729" y="315"/>
                    </a:lnTo>
                    <a:lnTo>
                      <a:pt x="732" y="315"/>
                    </a:lnTo>
                    <a:lnTo>
                      <a:pt x="732" y="315"/>
                    </a:lnTo>
                    <a:lnTo>
                      <a:pt x="732" y="317"/>
                    </a:lnTo>
                    <a:lnTo>
                      <a:pt x="732" y="317"/>
                    </a:lnTo>
                    <a:lnTo>
                      <a:pt x="734" y="317"/>
                    </a:lnTo>
                    <a:lnTo>
                      <a:pt x="734" y="317"/>
                    </a:lnTo>
                    <a:lnTo>
                      <a:pt x="732" y="317"/>
                    </a:lnTo>
                    <a:lnTo>
                      <a:pt x="732" y="317"/>
                    </a:lnTo>
                    <a:lnTo>
                      <a:pt x="732" y="317"/>
                    </a:lnTo>
                    <a:lnTo>
                      <a:pt x="732" y="320"/>
                    </a:lnTo>
                    <a:lnTo>
                      <a:pt x="729" y="320"/>
                    </a:lnTo>
                    <a:lnTo>
                      <a:pt x="729" y="320"/>
                    </a:lnTo>
                    <a:lnTo>
                      <a:pt x="727" y="320"/>
                    </a:lnTo>
                    <a:lnTo>
                      <a:pt x="727" y="320"/>
                    </a:lnTo>
                    <a:lnTo>
                      <a:pt x="727" y="320"/>
                    </a:lnTo>
                    <a:lnTo>
                      <a:pt x="727" y="320"/>
                    </a:lnTo>
                    <a:lnTo>
                      <a:pt x="727" y="322"/>
                    </a:lnTo>
                    <a:lnTo>
                      <a:pt x="725" y="322"/>
                    </a:lnTo>
                    <a:lnTo>
                      <a:pt x="725" y="322"/>
                    </a:lnTo>
                    <a:lnTo>
                      <a:pt x="725" y="325"/>
                    </a:lnTo>
                    <a:lnTo>
                      <a:pt x="725" y="325"/>
                    </a:lnTo>
                    <a:lnTo>
                      <a:pt x="725" y="325"/>
                    </a:lnTo>
                    <a:lnTo>
                      <a:pt x="725" y="325"/>
                    </a:lnTo>
                    <a:lnTo>
                      <a:pt x="725" y="325"/>
                    </a:lnTo>
                    <a:lnTo>
                      <a:pt x="725" y="327"/>
                    </a:lnTo>
                    <a:lnTo>
                      <a:pt x="727" y="327"/>
                    </a:lnTo>
                    <a:lnTo>
                      <a:pt x="727" y="327"/>
                    </a:lnTo>
                    <a:lnTo>
                      <a:pt x="725" y="327"/>
                    </a:lnTo>
                    <a:lnTo>
                      <a:pt x="725" y="329"/>
                    </a:lnTo>
                    <a:lnTo>
                      <a:pt x="725" y="329"/>
                    </a:lnTo>
                    <a:lnTo>
                      <a:pt x="725" y="332"/>
                    </a:lnTo>
                    <a:lnTo>
                      <a:pt x="727" y="332"/>
                    </a:lnTo>
                    <a:lnTo>
                      <a:pt x="727" y="332"/>
                    </a:lnTo>
                    <a:lnTo>
                      <a:pt x="727" y="334"/>
                    </a:lnTo>
                    <a:lnTo>
                      <a:pt x="727" y="334"/>
                    </a:lnTo>
                    <a:lnTo>
                      <a:pt x="727" y="334"/>
                    </a:lnTo>
                    <a:lnTo>
                      <a:pt x="727" y="334"/>
                    </a:lnTo>
                    <a:lnTo>
                      <a:pt x="727" y="334"/>
                    </a:lnTo>
                    <a:lnTo>
                      <a:pt x="725" y="334"/>
                    </a:lnTo>
                    <a:lnTo>
                      <a:pt x="725" y="334"/>
                    </a:lnTo>
                    <a:lnTo>
                      <a:pt x="722" y="334"/>
                    </a:lnTo>
                    <a:lnTo>
                      <a:pt x="722" y="334"/>
                    </a:lnTo>
                    <a:lnTo>
                      <a:pt x="722" y="334"/>
                    </a:lnTo>
                    <a:lnTo>
                      <a:pt x="722" y="334"/>
                    </a:lnTo>
                    <a:lnTo>
                      <a:pt x="722" y="332"/>
                    </a:lnTo>
                    <a:lnTo>
                      <a:pt x="722" y="332"/>
                    </a:lnTo>
                    <a:lnTo>
                      <a:pt x="720" y="332"/>
                    </a:lnTo>
                    <a:lnTo>
                      <a:pt x="720" y="332"/>
                    </a:lnTo>
                    <a:lnTo>
                      <a:pt x="720" y="332"/>
                    </a:lnTo>
                    <a:lnTo>
                      <a:pt x="720" y="329"/>
                    </a:lnTo>
                    <a:lnTo>
                      <a:pt x="720" y="329"/>
                    </a:lnTo>
                    <a:lnTo>
                      <a:pt x="718" y="329"/>
                    </a:lnTo>
                    <a:lnTo>
                      <a:pt x="718" y="329"/>
                    </a:lnTo>
                    <a:lnTo>
                      <a:pt x="718" y="329"/>
                    </a:lnTo>
                    <a:lnTo>
                      <a:pt x="715" y="329"/>
                    </a:lnTo>
                    <a:lnTo>
                      <a:pt x="715" y="329"/>
                    </a:lnTo>
                    <a:lnTo>
                      <a:pt x="715" y="329"/>
                    </a:lnTo>
                    <a:lnTo>
                      <a:pt x="713" y="329"/>
                    </a:lnTo>
                    <a:lnTo>
                      <a:pt x="713" y="329"/>
                    </a:lnTo>
                    <a:lnTo>
                      <a:pt x="713" y="329"/>
                    </a:lnTo>
                    <a:lnTo>
                      <a:pt x="711" y="329"/>
                    </a:lnTo>
                    <a:lnTo>
                      <a:pt x="711" y="329"/>
                    </a:lnTo>
                    <a:lnTo>
                      <a:pt x="711" y="327"/>
                    </a:lnTo>
                    <a:lnTo>
                      <a:pt x="708" y="327"/>
                    </a:lnTo>
                    <a:lnTo>
                      <a:pt x="708" y="327"/>
                    </a:lnTo>
                    <a:lnTo>
                      <a:pt x="708" y="327"/>
                    </a:lnTo>
                    <a:lnTo>
                      <a:pt x="708" y="327"/>
                    </a:lnTo>
                    <a:lnTo>
                      <a:pt x="708" y="325"/>
                    </a:lnTo>
                    <a:lnTo>
                      <a:pt x="706" y="325"/>
                    </a:lnTo>
                    <a:lnTo>
                      <a:pt x="706" y="325"/>
                    </a:lnTo>
                    <a:lnTo>
                      <a:pt x="706" y="325"/>
                    </a:lnTo>
                    <a:lnTo>
                      <a:pt x="706" y="325"/>
                    </a:lnTo>
                    <a:lnTo>
                      <a:pt x="706" y="325"/>
                    </a:lnTo>
                    <a:lnTo>
                      <a:pt x="703" y="325"/>
                    </a:lnTo>
                    <a:lnTo>
                      <a:pt x="703" y="322"/>
                    </a:lnTo>
                    <a:lnTo>
                      <a:pt x="703" y="322"/>
                    </a:lnTo>
                    <a:lnTo>
                      <a:pt x="703" y="322"/>
                    </a:lnTo>
                    <a:lnTo>
                      <a:pt x="703" y="320"/>
                    </a:lnTo>
                    <a:lnTo>
                      <a:pt x="701" y="320"/>
                    </a:lnTo>
                    <a:lnTo>
                      <a:pt x="701" y="322"/>
                    </a:lnTo>
                    <a:lnTo>
                      <a:pt x="701" y="322"/>
                    </a:lnTo>
                    <a:lnTo>
                      <a:pt x="701" y="322"/>
                    </a:lnTo>
                    <a:lnTo>
                      <a:pt x="701" y="320"/>
                    </a:lnTo>
                    <a:lnTo>
                      <a:pt x="699" y="320"/>
                    </a:lnTo>
                    <a:lnTo>
                      <a:pt x="699" y="320"/>
                    </a:lnTo>
                    <a:lnTo>
                      <a:pt x="699" y="320"/>
                    </a:lnTo>
                    <a:lnTo>
                      <a:pt x="696" y="320"/>
                    </a:lnTo>
                    <a:lnTo>
                      <a:pt x="696" y="320"/>
                    </a:lnTo>
                    <a:lnTo>
                      <a:pt x="694" y="320"/>
                    </a:lnTo>
                    <a:lnTo>
                      <a:pt x="694" y="320"/>
                    </a:lnTo>
                    <a:lnTo>
                      <a:pt x="694" y="320"/>
                    </a:lnTo>
                    <a:lnTo>
                      <a:pt x="694" y="320"/>
                    </a:lnTo>
                    <a:lnTo>
                      <a:pt x="692" y="320"/>
                    </a:lnTo>
                    <a:lnTo>
                      <a:pt x="692" y="320"/>
                    </a:lnTo>
                    <a:lnTo>
                      <a:pt x="692" y="317"/>
                    </a:lnTo>
                    <a:lnTo>
                      <a:pt x="692" y="317"/>
                    </a:lnTo>
                    <a:lnTo>
                      <a:pt x="689" y="317"/>
                    </a:lnTo>
                    <a:lnTo>
                      <a:pt x="689" y="317"/>
                    </a:lnTo>
                    <a:lnTo>
                      <a:pt x="689" y="317"/>
                    </a:lnTo>
                    <a:lnTo>
                      <a:pt x="687" y="317"/>
                    </a:lnTo>
                    <a:lnTo>
                      <a:pt x="687" y="317"/>
                    </a:lnTo>
                    <a:lnTo>
                      <a:pt x="687" y="317"/>
                    </a:lnTo>
                    <a:lnTo>
                      <a:pt x="687" y="317"/>
                    </a:lnTo>
                    <a:lnTo>
                      <a:pt x="684" y="317"/>
                    </a:lnTo>
                    <a:lnTo>
                      <a:pt x="684" y="317"/>
                    </a:lnTo>
                    <a:lnTo>
                      <a:pt x="682" y="317"/>
                    </a:lnTo>
                    <a:lnTo>
                      <a:pt x="682" y="317"/>
                    </a:lnTo>
                    <a:lnTo>
                      <a:pt x="682" y="317"/>
                    </a:lnTo>
                    <a:lnTo>
                      <a:pt x="680" y="317"/>
                    </a:lnTo>
                    <a:lnTo>
                      <a:pt x="680" y="317"/>
                    </a:lnTo>
                    <a:lnTo>
                      <a:pt x="680" y="320"/>
                    </a:lnTo>
                    <a:lnTo>
                      <a:pt x="680" y="320"/>
                    </a:lnTo>
                    <a:lnTo>
                      <a:pt x="680" y="317"/>
                    </a:lnTo>
                    <a:lnTo>
                      <a:pt x="677" y="317"/>
                    </a:lnTo>
                    <a:lnTo>
                      <a:pt x="677" y="317"/>
                    </a:lnTo>
                    <a:lnTo>
                      <a:pt x="675" y="317"/>
                    </a:lnTo>
                    <a:lnTo>
                      <a:pt x="675" y="317"/>
                    </a:lnTo>
                    <a:lnTo>
                      <a:pt x="675" y="317"/>
                    </a:lnTo>
                    <a:lnTo>
                      <a:pt x="673" y="317"/>
                    </a:lnTo>
                    <a:lnTo>
                      <a:pt x="673" y="317"/>
                    </a:lnTo>
                    <a:lnTo>
                      <a:pt x="673" y="317"/>
                    </a:lnTo>
                    <a:lnTo>
                      <a:pt x="673" y="317"/>
                    </a:lnTo>
                    <a:lnTo>
                      <a:pt x="670" y="317"/>
                    </a:lnTo>
                    <a:lnTo>
                      <a:pt x="670" y="317"/>
                    </a:lnTo>
                    <a:lnTo>
                      <a:pt x="668" y="317"/>
                    </a:lnTo>
                    <a:lnTo>
                      <a:pt x="668" y="315"/>
                    </a:lnTo>
                    <a:lnTo>
                      <a:pt x="668" y="315"/>
                    </a:lnTo>
                    <a:lnTo>
                      <a:pt x="668" y="315"/>
                    </a:lnTo>
                    <a:lnTo>
                      <a:pt x="668" y="317"/>
                    </a:lnTo>
                    <a:lnTo>
                      <a:pt x="666" y="317"/>
                    </a:lnTo>
                    <a:lnTo>
                      <a:pt x="666" y="317"/>
                    </a:lnTo>
                    <a:lnTo>
                      <a:pt x="666" y="317"/>
                    </a:lnTo>
                    <a:lnTo>
                      <a:pt x="663" y="317"/>
                    </a:lnTo>
                    <a:lnTo>
                      <a:pt x="663" y="317"/>
                    </a:lnTo>
                    <a:lnTo>
                      <a:pt x="661" y="317"/>
                    </a:lnTo>
                    <a:lnTo>
                      <a:pt x="661" y="317"/>
                    </a:lnTo>
                    <a:lnTo>
                      <a:pt x="661" y="315"/>
                    </a:lnTo>
                    <a:lnTo>
                      <a:pt x="661" y="315"/>
                    </a:lnTo>
                    <a:lnTo>
                      <a:pt x="658" y="315"/>
                    </a:lnTo>
                    <a:lnTo>
                      <a:pt x="658" y="315"/>
                    </a:lnTo>
                    <a:lnTo>
                      <a:pt x="658" y="315"/>
                    </a:lnTo>
                    <a:lnTo>
                      <a:pt x="658" y="315"/>
                    </a:lnTo>
                    <a:lnTo>
                      <a:pt x="658" y="315"/>
                    </a:lnTo>
                    <a:lnTo>
                      <a:pt x="656" y="315"/>
                    </a:lnTo>
                    <a:lnTo>
                      <a:pt x="656" y="315"/>
                    </a:lnTo>
                    <a:lnTo>
                      <a:pt x="656" y="315"/>
                    </a:lnTo>
                    <a:lnTo>
                      <a:pt x="654" y="315"/>
                    </a:lnTo>
                    <a:lnTo>
                      <a:pt x="654" y="315"/>
                    </a:lnTo>
                    <a:lnTo>
                      <a:pt x="654" y="315"/>
                    </a:lnTo>
                    <a:lnTo>
                      <a:pt x="654" y="315"/>
                    </a:lnTo>
                    <a:lnTo>
                      <a:pt x="651" y="315"/>
                    </a:lnTo>
                    <a:lnTo>
                      <a:pt x="651" y="315"/>
                    </a:lnTo>
                    <a:lnTo>
                      <a:pt x="651" y="317"/>
                    </a:lnTo>
                    <a:lnTo>
                      <a:pt x="649" y="317"/>
                    </a:lnTo>
                    <a:lnTo>
                      <a:pt x="649" y="317"/>
                    </a:lnTo>
                    <a:lnTo>
                      <a:pt x="649" y="317"/>
                    </a:lnTo>
                    <a:lnTo>
                      <a:pt x="647" y="317"/>
                    </a:lnTo>
                    <a:lnTo>
                      <a:pt x="647" y="317"/>
                    </a:lnTo>
                    <a:lnTo>
                      <a:pt x="647" y="317"/>
                    </a:lnTo>
                    <a:lnTo>
                      <a:pt x="647" y="317"/>
                    </a:lnTo>
                    <a:lnTo>
                      <a:pt x="644" y="317"/>
                    </a:lnTo>
                    <a:lnTo>
                      <a:pt x="644" y="317"/>
                    </a:lnTo>
                    <a:lnTo>
                      <a:pt x="642" y="317"/>
                    </a:lnTo>
                    <a:lnTo>
                      <a:pt x="642" y="317"/>
                    </a:lnTo>
                    <a:lnTo>
                      <a:pt x="642" y="317"/>
                    </a:lnTo>
                    <a:lnTo>
                      <a:pt x="642" y="317"/>
                    </a:lnTo>
                    <a:lnTo>
                      <a:pt x="640" y="317"/>
                    </a:lnTo>
                    <a:lnTo>
                      <a:pt x="640" y="317"/>
                    </a:lnTo>
                    <a:lnTo>
                      <a:pt x="640" y="317"/>
                    </a:lnTo>
                    <a:lnTo>
                      <a:pt x="637" y="317"/>
                    </a:lnTo>
                    <a:lnTo>
                      <a:pt x="637" y="317"/>
                    </a:lnTo>
                    <a:lnTo>
                      <a:pt x="635" y="317"/>
                    </a:lnTo>
                    <a:lnTo>
                      <a:pt x="635" y="317"/>
                    </a:lnTo>
                    <a:lnTo>
                      <a:pt x="635" y="317"/>
                    </a:lnTo>
                    <a:lnTo>
                      <a:pt x="635" y="315"/>
                    </a:lnTo>
                    <a:lnTo>
                      <a:pt x="632" y="315"/>
                    </a:lnTo>
                    <a:lnTo>
                      <a:pt x="632" y="315"/>
                    </a:lnTo>
                    <a:lnTo>
                      <a:pt x="632" y="315"/>
                    </a:lnTo>
                    <a:lnTo>
                      <a:pt x="632" y="317"/>
                    </a:lnTo>
                    <a:lnTo>
                      <a:pt x="630" y="317"/>
                    </a:lnTo>
                    <a:lnTo>
                      <a:pt x="630" y="317"/>
                    </a:lnTo>
                    <a:lnTo>
                      <a:pt x="630" y="320"/>
                    </a:lnTo>
                    <a:lnTo>
                      <a:pt x="630" y="320"/>
                    </a:lnTo>
                    <a:lnTo>
                      <a:pt x="630" y="320"/>
                    </a:lnTo>
                    <a:lnTo>
                      <a:pt x="628" y="320"/>
                    </a:lnTo>
                    <a:lnTo>
                      <a:pt x="628" y="320"/>
                    </a:lnTo>
                    <a:lnTo>
                      <a:pt x="628" y="320"/>
                    </a:lnTo>
                    <a:lnTo>
                      <a:pt x="628" y="320"/>
                    </a:lnTo>
                    <a:lnTo>
                      <a:pt x="625" y="320"/>
                    </a:lnTo>
                    <a:lnTo>
                      <a:pt x="625" y="320"/>
                    </a:lnTo>
                    <a:lnTo>
                      <a:pt x="625" y="320"/>
                    </a:lnTo>
                    <a:lnTo>
                      <a:pt x="623" y="320"/>
                    </a:lnTo>
                    <a:lnTo>
                      <a:pt x="623" y="320"/>
                    </a:lnTo>
                    <a:lnTo>
                      <a:pt x="621" y="320"/>
                    </a:lnTo>
                    <a:lnTo>
                      <a:pt x="621" y="320"/>
                    </a:lnTo>
                    <a:lnTo>
                      <a:pt x="621" y="317"/>
                    </a:lnTo>
                    <a:lnTo>
                      <a:pt x="621" y="317"/>
                    </a:lnTo>
                    <a:lnTo>
                      <a:pt x="621" y="320"/>
                    </a:lnTo>
                    <a:lnTo>
                      <a:pt x="618" y="320"/>
                    </a:lnTo>
                    <a:lnTo>
                      <a:pt x="618" y="320"/>
                    </a:lnTo>
                    <a:lnTo>
                      <a:pt x="616" y="320"/>
                    </a:lnTo>
                    <a:lnTo>
                      <a:pt x="616" y="317"/>
                    </a:lnTo>
                    <a:lnTo>
                      <a:pt x="616" y="317"/>
                    </a:lnTo>
                    <a:lnTo>
                      <a:pt x="616" y="317"/>
                    </a:lnTo>
                    <a:lnTo>
                      <a:pt x="616" y="317"/>
                    </a:lnTo>
                    <a:lnTo>
                      <a:pt x="613" y="317"/>
                    </a:lnTo>
                    <a:lnTo>
                      <a:pt x="613" y="317"/>
                    </a:lnTo>
                    <a:lnTo>
                      <a:pt x="613" y="315"/>
                    </a:lnTo>
                    <a:lnTo>
                      <a:pt x="613" y="315"/>
                    </a:lnTo>
                    <a:lnTo>
                      <a:pt x="611" y="315"/>
                    </a:lnTo>
                    <a:lnTo>
                      <a:pt x="611" y="315"/>
                    </a:lnTo>
                    <a:lnTo>
                      <a:pt x="611" y="315"/>
                    </a:lnTo>
                    <a:lnTo>
                      <a:pt x="609" y="315"/>
                    </a:lnTo>
                    <a:lnTo>
                      <a:pt x="609" y="315"/>
                    </a:lnTo>
                    <a:lnTo>
                      <a:pt x="609" y="315"/>
                    </a:lnTo>
                    <a:lnTo>
                      <a:pt x="606" y="315"/>
                    </a:lnTo>
                    <a:lnTo>
                      <a:pt x="606" y="313"/>
                    </a:lnTo>
                    <a:lnTo>
                      <a:pt x="606" y="313"/>
                    </a:lnTo>
                    <a:lnTo>
                      <a:pt x="606" y="313"/>
                    </a:lnTo>
                    <a:lnTo>
                      <a:pt x="606" y="313"/>
                    </a:lnTo>
                    <a:lnTo>
                      <a:pt x="606" y="313"/>
                    </a:lnTo>
                    <a:lnTo>
                      <a:pt x="604" y="313"/>
                    </a:lnTo>
                    <a:lnTo>
                      <a:pt x="604" y="310"/>
                    </a:lnTo>
                    <a:lnTo>
                      <a:pt x="604" y="310"/>
                    </a:lnTo>
                    <a:lnTo>
                      <a:pt x="602" y="310"/>
                    </a:lnTo>
                    <a:lnTo>
                      <a:pt x="602" y="310"/>
                    </a:lnTo>
                    <a:lnTo>
                      <a:pt x="602" y="310"/>
                    </a:lnTo>
                    <a:lnTo>
                      <a:pt x="602" y="310"/>
                    </a:lnTo>
                    <a:lnTo>
                      <a:pt x="599" y="310"/>
                    </a:lnTo>
                    <a:lnTo>
                      <a:pt x="599" y="310"/>
                    </a:lnTo>
                    <a:lnTo>
                      <a:pt x="599" y="310"/>
                    </a:lnTo>
                    <a:lnTo>
                      <a:pt x="599" y="308"/>
                    </a:lnTo>
                    <a:lnTo>
                      <a:pt x="597" y="308"/>
                    </a:lnTo>
                    <a:lnTo>
                      <a:pt x="597" y="308"/>
                    </a:lnTo>
                    <a:lnTo>
                      <a:pt x="595" y="308"/>
                    </a:lnTo>
                    <a:lnTo>
                      <a:pt x="595" y="310"/>
                    </a:lnTo>
                    <a:lnTo>
                      <a:pt x="595" y="310"/>
                    </a:lnTo>
                    <a:lnTo>
                      <a:pt x="595" y="310"/>
                    </a:lnTo>
                    <a:lnTo>
                      <a:pt x="595" y="310"/>
                    </a:lnTo>
                    <a:lnTo>
                      <a:pt x="592" y="310"/>
                    </a:lnTo>
                    <a:lnTo>
                      <a:pt x="592" y="310"/>
                    </a:lnTo>
                    <a:lnTo>
                      <a:pt x="592" y="310"/>
                    </a:lnTo>
                    <a:lnTo>
                      <a:pt x="590" y="310"/>
                    </a:lnTo>
                    <a:lnTo>
                      <a:pt x="590" y="313"/>
                    </a:lnTo>
                    <a:lnTo>
                      <a:pt x="590" y="313"/>
                    </a:lnTo>
                    <a:lnTo>
                      <a:pt x="590" y="313"/>
                    </a:lnTo>
                    <a:lnTo>
                      <a:pt x="587" y="313"/>
                    </a:lnTo>
                    <a:lnTo>
                      <a:pt x="587" y="313"/>
                    </a:lnTo>
                    <a:lnTo>
                      <a:pt x="587" y="313"/>
                    </a:lnTo>
                    <a:lnTo>
                      <a:pt x="587" y="313"/>
                    </a:lnTo>
                    <a:lnTo>
                      <a:pt x="587" y="313"/>
                    </a:lnTo>
                    <a:lnTo>
                      <a:pt x="585" y="313"/>
                    </a:lnTo>
                    <a:lnTo>
                      <a:pt x="585" y="313"/>
                    </a:lnTo>
                    <a:lnTo>
                      <a:pt x="585" y="313"/>
                    </a:lnTo>
                    <a:lnTo>
                      <a:pt x="585" y="313"/>
                    </a:lnTo>
                    <a:lnTo>
                      <a:pt x="583" y="313"/>
                    </a:lnTo>
                    <a:lnTo>
                      <a:pt x="583" y="315"/>
                    </a:lnTo>
                    <a:lnTo>
                      <a:pt x="583" y="315"/>
                    </a:lnTo>
                    <a:lnTo>
                      <a:pt x="583" y="315"/>
                    </a:lnTo>
                    <a:lnTo>
                      <a:pt x="580" y="315"/>
                    </a:lnTo>
                    <a:lnTo>
                      <a:pt x="580" y="317"/>
                    </a:lnTo>
                    <a:lnTo>
                      <a:pt x="580" y="317"/>
                    </a:lnTo>
                    <a:lnTo>
                      <a:pt x="580" y="320"/>
                    </a:lnTo>
                    <a:lnTo>
                      <a:pt x="580" y="320"/>
                    </a:lnTo>
                    <a:lnTo>
                      <a:pt x="580" y="322"/>
                    </a:lnTo>
                    <a:lnTo>
                      <a:pt x="580" y="322"/>
                    </a:lnTo>
                    <a:lnTo>
                      <a:pt x="580" y="322"/>
                    </a:lnTo>
                    <a:lnTo>
                      <a:pt x="580" y="325"/>
                    </a:lnTo>
                    <a:lnTo>
                      <a:pt x="580" y="325"/>
                    </a:lnTo>
                    <a:lnTo>
                      <a:pt x="580" y="325"/>
                    </a:lnTo>
                    <a:lnTo>
                      <a:pt x="580" y="325"/>
                    </a:lnTo>
                    <a:lnTo>
                      <a:pt x="580" y="327"/>
                    </a:lnTo>
                    <a:lnTo>
                      <a:pt x="580" y="327"/>
                    </a:lnTo>
                    <a:lnTo>
                      <a:pt x="580" y="327"/>
                    </a:lnTo>
                    <a:lnTo>
                      <a:pt x="580" y="329"/>
                    </a:lnTo>
                    <a:lnTo>
                      <a:pt x="580" y="329"/>
                    </a:lnTo>
                    <a:lnTo>
                      <a:pt x="580" y="329"/>
                    </a:lnTo>
                    <a:lnTo>
                      <a:pt x="580" y="329"/>
                    </a:lnTo>
                    <a:lnTo>
                      <a:pt x="580" y="329"/>
                    </a:lnTo>
                    <a:lnTo>
                      <a:pt x="578" y="329"/>
                    </a:lnTo>
                    <a:lnTo>
                      <a:pt x="578" y="329"/>
                    </a:lnTo>
                    <a:lnTo>
                      <a:pt x="578" y="329"/>
                    </a:lnTo>
                    <a:lnTo>
                      <a:pt x="576" y="329"/>
                    </a:lnTo>
                    <a:lnTo>
                      <a:pt x="576" y="327"/>
                    </a:lnTo>
                    <a:lnTo>
                      <a:pt x="576" y="327"/>
                    </a:lnTo>
                    <a:lnTo>
                      <a:pt x="576" y="327"/>
                    </a:lnTo>
                    <a:lnTo>
                      <a:pt x="573" y="327"/>
                    </a:lnTo>
                    <a:lnTo>
                      <a:pt x="573" y="327"/>
                    </a:lnTo>
                    <a:lnTo>
                      <a:pt x="573" y="327"/>
                    </a:lnTo>
                    <a:lnTo>
                      <a:pt x="573" y="327"/>
                    </a:lnTo>
                    <a:lnTo>
                      <a:pt x="571" y="327"/>
                    </a:lnTo>
                    <a:lnTo>
                      <a:pt x="571" y="327"/>
                    </a:lnTo>
                    <a:lnTo>
                      <a:pt x="568" y="327"/>
                    </a:lnTo>
                    <a:lnTo>
                      <a:pt x="568" y="327"/>
                    </a:lnTo>
                    <a:lnTo>
                      <a:pt x="568" y="327"/>
                    </a:lnTo>
                    <a:lnTo>
                      <a:pt x="566" y="327"/>
                    </a:lnTo>
                    <a:lnTo>
                      <a:pt x="566" y="325"/>
                    </a:lnTo>
                    <a:lnTo>
                      <a:pt x="566" y="325"/>
                    </a:lnTo>
                    <a:lnTo>
                      <a:pt x="566" y="325"/>
                    </a:lnTo>
                    <a:lnTo>
                      <a:pt x="566" y="325"/>
                    </a:lnTo>
                    <a:lnTo>
                      <a:pt x="564" y="325"/>
                    </a:lnTo>
                    <a:lnTo>
                      <a:pt x="564" y="325"/>
                    </a:lnTo>
                    <a:lnTo>
                      <a:pt x="564" y="325"/>
                    </a:lnTo>
                    <a:lnTo>
                      <a:pt x="561" y="325"/>
                    </a:lnTo>
                    <a:lnTo>
                      <a:pt x="561" y="325"/>
                    </a:lnTo>
                    <a:lnTo>
                      <a:pt x="561" y="325"/>
                    </a:lnTo>
                    <a:lnTo>
                      <a:pt x="559" y="325"/>
                    </a:lnTo>
                    <a:lnTo>
                      <a:pt x="559" y="322"/>
                    </a:lnTo>
                    <a:lnTo>
                      <a:pt x="559" y="322"/>
                    </a:lnTo>
                    <a:lnTo>
                      <a:pt x="559" y="322"/>
                    </a:lnTo>
                    <a:lnTo>
                      <a:pt x="557" y="322"/>
                    </a:lnTo>
                    <a:lnTo>
                      <a:pt x="557" y="322"/>
                    </a:lnTo>
                    <a:lnTo>
                      <a:pt x="557" y="322"/>
                    </a:lnTo>
                    <a:lnTo>
                      <a:pt x="554" y="322"/>
                    </a:lnTo>
                    <a:lnTo>
                      <a:pt x="554" y="322"/>
                    </a:lnTo>
                    <a:lnTo>
                      <a:pt x="554" y="322"/>
                    </a:lnTo>
                    <a:lnTo>
                      <a:pt x="552" y="322"/>
                    </a:lnTo>
                    <a:lnTo>
                      <a:pt x="552" y="322"/>
                    </a:lnTo>
                    <a:lnTo>
                      <a:pt x="552" y="322"/>
                    </a:lnTo>
                    <a:lnTo>
                      <a:pt x="550" y="322"/>
                    </a:lnTo>
                    <a:lnTo>
                      <a:pt x="550" y="320"/>
                    </a:lnTo>
                    <a:lnTo>
                      <a:pt x="550" y="320"/>
                    </a:lnTo>
                    <a:lnTo>
                      <a:pt x="547" y="320"/>
                    </a:lnTo>
                    <a:lnTo>
                      <a:pt x="547" y="320"/>
                    </a:lnTo>
                    <a:lnTo>
                      <a:pt x="547" y="320"/>
                    </a:lnTo>
                    <a:lnTo>
                      <a:pt x="547" y="320"/>
                    </a:lnTo>
                    <a:lnTo>
                      <a:pt x="545" y="320"/>
                    </a:lnTo>
                    <a:lnTo>
                      <a:pt x="545" y="320"/>
                    </a:lnTo>
                    <a:lnTo>
                      <a:pt x="545" y="320"/>
                    </a:lnTo>
                    <a:lnTo>
                      <a:pt x="542" y="320"/>
                    </a:lnTo>
                    <a:lnTo>
                      <a:pt x="542" y="320"/>
                    </a:lnTo>
                    <a:lnTo>
                      <a:pt x="542" y="320"/>
                    </a:lnTo>
                    <a:lnTo>
                      <a:pt x="540" y="320"/>
                    </a:lnTo>
                    <a:lnTo>
                      <a:pt x="540" y="322"/>
                    </a:lnTo>
                    <a:lnTo>
                      <a:pt x="540" y="322"/>
                    </a:lnTo>
                    <a:lnTo>
                      <a:pt x="540" y="320"/>
                    </a:lnTo>
                    <a:lnTo>
                      <a:pt x="540" y="320"/>
                    </a:lnTo>
                    <a:lnTo>
                      <a:pt x="538" y="320"/>
                    </a:lnTo>
                    <a:lnTo>
                      <a:pt x="538" y="320"/>
                    </a:lnTo>
                    <a:lnTo>
                      <a:pt x="535" y="320"/>
                    </a:lnTo>
                    <a:lnTo>
                      <a:pt x="535" y="320"/>
                    </a:lnTo>
                    <a:lnTo>
                      <a:pt x="535" y="320"/>
                    </a:lnTo>
                    <a:lnTo>
                      <a:pt x="533" y="320"/>
                    </a:lnTo>
                    <a:lnTo>
                      <a:pt x="533" y="322"/>
                    </a:lnTo>
                    <a:lnTo>
                      <a:pt x="533" y="322"/>
                    </a:lnTo>
                    <a:lnTo>
                      <a:pt x="533" y="322"/>
                    </a:lnTo>
                    <a:lnTo>
                      <a:pt x="533" y="322"/>
                    </a:lnTo>
                    <a:lnTo>
                      <a:pt x="533" y="325"/>
                    </a:lnTo>
                    <a:lnTo>
                      <a:pt x="531" y="325"/>
                    </a:lnTo>
                    <a:lnTo>
                      <a:pt x="531" y="325"/>
                    </a:lnTo>
                    <a:lnTo>
                      <a:pt x="531" y="325"/>
                    </a:lnTo>
                    <a:lnTo>
                      <a:pt x="531" y="325"/>
                    </a:lnTo>
                    <a:lnTo>
                      <a:pt x="528" y="325"/>
                    </a:lnTo>
                    <a:lnTo>
                      <a:pt x="528" y="325"/>
                    </a:lnTo>
                    <a:lnTo>
                      <a:pt x="528" y="325"/>
                    </a:lnTo>
                    <a:lnTo>
                      <a:pt x="528" y="327"/>
                    </a:lnTo>
                    <a:lnTo>
                      <a:pt x="528" y="327"/>
                    </a:lnTo>
                    <a:lnTo>
                      <a:pt x="528" y="327"/>
                    </a:lnTo>
                    <a:lnTo>
                      <a:pt x="528" y="327"/>
                    </a:lnTo>
                    <a:lnTo>
                      <a:pt x="528" y="329"/>
                    </a:lnTo>
                    <a:lnTo>
                      <a:pt x="528" y="329"/>
                    </a:lnTo>
                    <a:lnTo>
                      <a:pt x="528" y="327"/>
                    </a:lnTo>
                    <a:lnTo>
                      <a:pt x="528" y="327"/>
                    </a:lnTo>
                    <a:lnTo>
                      <a:pt x="526" y="327"/>
                    </a:lnTo>
                    <a:lnTo>
                      <a:pt x="526" y="329"/>
                    </a:lnTo>
                    <a:lnTo>
                      <a:pt x="526" y="329"/>
                    </a:lnTo>
                    <a:lnTo>
                      <a:pt x="526" y="329"/>
                    </a:lnTo>
                    <a:lnTo>
                      <a:pt x="526" y="332"/>
                    </a:lnTo>
                    <a:lnTo>
                      <a:pt x="526" y="332"/>
                    </a:lnTo>
                    <a:lnTo>
                      <a:pt x="526" y="332"/>
                    </a:lnTo>
                    <a:lnTo>
                      <a:pt x="526" y="334"/>
                    </a:lnTo>
                    <a:lnTo>
                      <a:pt x="526" y="334"/>
                    </a:lnTo>
                    <a:lnTo>
                      <a:pt x="526" y="334"/>
                    </a:lnTo>
                    <a:lnTo>
                      <a:pt x="526" y="334"/>
                    </a:lnTo>
                    <a:lnTo>
                      <a:pt x="526" y="334"/>
                    </a:lnTo>
                    <a:lnTo>
                      <a:pt x="524" y="334"/>
                    </a:lnTo>
                    <a:lnTo>
                      <a:pt x="524" y="334"/>
                    </a:lnTo>
                    <a:lnTo>
                      <a:pt x="521" y="334"/>
                    </a:lnTo>
                    <a:lnTo>
                      <a:pt x="521" y="336"/>
                    </a:lnTo>
                    <a:lnTo>
                      <a:pt x="521" y="336"/>
                    </a:lnTo>
                    <a:lnTo>
                      <a:pt x="521" y="336"/>
                    </a:lnTo>
                    <a:lnTo>
                      <a:pt x="521" y="336"/>
                    </a:lnTo>
                    <a:lnTo>
                      <a:pt x="521" y="339"/>
                    </a:lnTo>
                    <a:lnTo>
                      <a:pt x="521" y="339"/>
                    </a:lnTo>
                    <a:lnTo>
                      <a:pt x="519" y="339"/>
                    </a:lnTo>
                    <a:lnTo>
                      <a:pt x="519" y="341"/>
                    </a:lnTo>
                    <a:lnTo>
                      <a:pt x="519" y="341"/>
                    </a:lnTo>
                    <a:lnTo>
                      <a:pt x="519" y="339"/>
                    </a:lnTo>
                    <a:lnTo>
                      <a:pt x="519" y="339"/>
                    </a:lnTo>
                    <a:lnTo>
                      <a:pt x="519" y="339"/>
                    </a:lnTo>
                    <a:lnTo>
                      <a:pt x="516" y="339"/>
                    </a:lnTo>
                    <a:lnTo>
                      <a:pt x="516" y="339"/>
                    </a:lnTo>
                    <a:lnTo>
                      <a:pt x="516" y="336"/>
                    </a:lnTo>
                    <a:lnTo>
                      <a:pt x="514" y="336"/>
                    </a:lnTo>
                    <a:lnTo>
                      <a:pt x="514" y="339"/>
                    </a:lnTo>
                    <a:lnTo>
                      <a:pt x="514" y="339"/>
                    </a:lnTo>
                    <a:lnTo>
                      <a:pt x="514" y="339"/>
                    </a:lnTo>
                    <a:lnTo>
                      <a:pt x="514" y="339"/>
                    </a:lnTo>
                    <a:lnTo>
                      <a:pt x="514" y="341"/>
                    </a:lnTo>
                    <a:lnTo>
                      <a:pt x="514" y="341"/>
                    </a:lnTo>
                    <a:lnTo>
                      <a:pt x="512" y="341"/>
                    </a:lnTo>
                    <a:lnTo>
                      <a:pt x="512" y="341"/>
                    </a:lnTo>
                    <a:lnTo>
                      <a:pt x="512" y="343"/>
                    </a:lnTo>
                    <a:lnTo>
                      <a:pt x="509" y="343"/>
                    </a:lnTo>
                    <a:lnTo>
                      <a:pt x="509" y="343"/>
                    </a:lnTo>
                    <a:lnTo>
                      <a:pt x="509" y="343"/>
                    </a:lnTo>
                    <a:lnTo>
                      <a:pt x="509" y="343"/>
                    </a:lnTo>
                    <a:lnTo>
                      <a:pt x="509" y="343"/>
                    </a:lnTo>
                    <a:lnTo>
                      <a:pt x="507" y="343"/>
                    </a:lnTo>
                    <a:lnTo>
                      <a:pt x="507" y="346"/>
                    </a:lnTo>
                    <a:lnTo>
                      <a:pt x="507" y="346"/>
                    </a:lnTo>
                    <a:lnTo>
                      <a:pt x="507" y="346"/>
                    </a:lnTo>
                    <a:lnTo>
                      <a:pt x="507" y="346"/>
                    </a:lnTo>
                    <a:lnTo>
                      <a:pt x="505" y="346"/>
                    </a:lnTo>
                    <a:lnTo>
                      <a:pt x="505" y="348"/>
                    </a:lnTo>
                    <a:lnTo>
                      <a:pt x="505" y="348"/>
                    </a:lnTo>
                    <a:lnTo>
                      <a:pt x="502" y="348"/>
                    </a:lnTo>
                    <a:lnTo>
                      <a:pt x="502" y="348"/>
                    </a:lnTo>
                    <a:lnTo>
                      <a:pt x="502" y="348"/>
                    </a:lnTo>
                    <a:lnTo>
                      <a:pt x="500" y="348"/>
                    </a:lnTo>
                    <a:lnTo>
                      <a:pt x="500" y="348"/>
                    </a:lnTo>
                    <a:lnTo>
                      <a:pt x="500" y="348"/>
                    </a:lnTo>
                    <a:lnTo>
                      <a:pt x="500" y="348"/>
                    </a:lnTo>
                    <a:lnTo>
                      <a:pt x="497" y="348"/>
                    </a:lnTo>
                    <a:lnTo>
                      <a:pt x="497" y="351"/>
                    </a:lnTo>
                    <a:lnTo>
                      <a:pt x="497" y="351"/>
                    </a:lnTo>
                    <a:lnTo>
                      <a:pt x="495" y="351"/>
                    </a:lnTo>
                    <a:lnTo>
                      <a:pt x="495" y="351"/>
                    </a:lnTo>
                    <a:lnTo>
                      <a:pt x="495" y="351"/>
                    </a:lnTo>
                    <a:lnTo>
                      <a:pt x="495" y="353"/>
                    </a:lnTo>
                    <a:lnTo>
                      <a:pt x="495" y="353"/>
                    </a:lnTo>
                    <a:lnTo>
                      <a:pt x="493" y="353"/>
                    </a:lnTo>
                    <a:lnTo>
                      <a:pt x="493" y="353"/>
                    </a:lnTo>
                    <a:lnTo>
                      <a:pt x="493" y="353"/>
                    </a:lnTo>
                    <a:lnTo>
                      <a:pt x="493" y="353"/>
                    </a:lnTo>
                    <a:lnTo>
                      <a:pt x="493" y="353"/>
                    </a:lnTo>
                    <a:lnTo>
                      <a:pt x="490" y="353"/>
                    </a:lnTo>
                    <a:lnTo>
                      <a:pt x="490" y="353"/>
                    </a:lnTo>
                    <a:lnTo>
                      <a:pt x="488" y="353"/>
                    </a:lnTo>
                    <a:lnTo>
                      <a:pt x="488" y="353"/>
                    </a:lnTo>
                    <a:lnTo>
                      <a:pt x="488" y="355"/>
                    </a:lnTo>
                    <a:lnTo>
                      <a:pt x="488" y="355"/>
                    </a:lnTo>
                    <a:lnTo>
                      <a:pt x="488" y="355"/>
                    </a:lnTo>
                    <a:lnTo>
                      <a:pt x="486" y="355"/>
                    </a:lnTo>
                    <a:lnTo>
                      <a:pt x="486" y="358"/>
                    </a:lnTo>
                    <a:lnTo>
                      <a:pt x="486" y="358"/>
                    </a:lnTo>
                    <a:lnTo>
                      <a:pt x="486" y="358"/>
                    </a:lnTo>
                    <a:lnTo>
                      <a:pt x="486" y="358"/>
                    </a:lnTo>
                    <a:lnTo>
                      <a:pt x="486" y="360"/>
                    </a:lnTo>
                    <a:lnTo>
                      <a:pt x="483" y="360"/>
                    </a:lnTo>
                    <a:lnTo>
                      <a:pt x="483" y="360"/>
                    </a:lnTo>
                    <a:lnTo>
                      <a:pt x="483" y="360"/>
                    </a:lnTo>
                    <a:lnTo>
                      <a:pt x="483" y="362"/>
                    </a:lnTo>
                    <a:lnTo>
                      <a:pt x="481" y="362"/>
                    </a:lnTo>
                    <a:lnTo>
                      <a:pt x="481" y="362"/>
                    </a:lnTo>
                    <a:lnTo>
                      <a:pt x="481" y="362"/>
                    </a:lnTo>
                    <a:lnTo>
                      <a:pt x="481" y="362"/>
                    </a:lnTo>
                    <a:lnTo>
                      <a:pt x="481" y="362"/>
                    </a:lnTo>
                    <a:lnTo>
                      <a:pt x="481" y="365"/>
                    </a:lnTo>
                    <a:lnTo>
                      <a:pt x="479" y="365"/>
                    </a:lnTo>
                    <a:lnTo>
                      <a:pt x="479" y="365"/>
                    </a:lnTo>
                    <a:lnTo>
                      <a:pt x="479" y="367"/>
                    </a:lnTo>
                    <a:lnTo>
                      <a:pt x="479" y="367"/>
                    </a:lnTo>
                    <a:lnTo>
                      <a:pt x="479" y="367"/>
                    </a:lnTo>
                    <a:lnTo>
                      <a:pt x="479" y="365"/>
                    </a:lnTo>
                    <a:lnTo>
                      <a:pt x="476" y="365"/>
                    </a:lnTo>
                    <a:lnTo>
                      <a:pt x="476" y="365"/>
                    </a:lnTo>
                    <a:lnTo>
                      <a:pt x="474" y="365"/>
                    </a:lnTo>
                    <a:lnTo>
                      <a:pt x="474" y="365"/>
                    </a:lnTo>
                    <a:lnTo>
                      <a:pt x="474" y="367"/>
                    </a:lnTo>
                    <a:lnTo>
                      <a:pt x="474" y="367"/>
                    </a:lnTo>
                    <a:lnTo>
                      <a:pt x="474" y="367"/>
                    </a:lnTo>
                    <a:lnTo>
                      <a:pt x="476" y="367"/>
                    </a:lnTo>
                    <a:lnTo>
                      <a:pt x="476" y="370"/>
                    </a:lnTo>
                    <a:lnTo>
                      <a:pt x="476" y="370"/>
                    </a:lnTo>
                    <a:lnTo>
                      <a:pt x="476" y="372"/>
                    </a:lnTo>
                    <a:lnTo>
                      <a:pt x="476" y="372"/>
                    </a:lnTo>
                    <a:lnTo>
                      <a:pt x="476" y="372"/>
                    </a:lnTo>
                    <a:lnTo>
                      <a:pt x="476" y="372"/>
                    </a:lnTo>
                    <a:lnTo>
                      <a:pt x="476" y="374"/>
                    </a:lnTo>
                    <a:lnTo>
                      <a:pt x="476" y="374"/>
                    </a:lnTo>
                    <a:lnTo>
                      <a:pt x="476" y="377"/>
                    </a:lnTo>
                    <a:lnTo>
                      <a:pt x="476" y="377"/>
                    </a:lnTo>
                    <a:lnTo>
                      <a:pt x="474" y="377"/>
                    </a:lnTo>
                    <a:lnTo>
                      <a:pt x="474" y="377"/>
                    </a:lnTo>
                    <a:lnTo>
                      <a:pt x="474" y="377"/>
                    </a:lnTo>
                    <a:lnTo>
                      <a:pt x="471" y="377"/>
                    </a:lnTo>
                    <a:lnTo>
                      <a:pt x="471" y="374"/>
                    </a:lnTo>
                    <a:lnTo>
                      <a:pt x="471" y="374"/>
                    </a:lnTo>
                    <a:lnTo>
                      <a:pt x="469" y="374"/>
                    </a:lnTo>
                    <a:lnTo>
                      <a:pt x="469" y="374"/>
                    </a:lnTo>
                    <a:lnTo>
                      <a:pt x="469" y="374"/>
                    </a:lnTo>
                    <a:lnTo>
                      <a:pt x="469" y="374"/>
                    </a:lnTo>
                    <a:lnTo>
                      <a:pt x="469" y="372"/>
                    </a:lnTo>
                    <a:lnTo>
                      <a:pt x="467" y="372"/>
                    </a:lnTo>
                    <a:lnTo>
                      <a:pt x="467" y="372"/>
                    </a:lnTo>
                    <a:lnTo>
                      <a:pt x="467" y="372"/>
                    </a:lnTo>
                    <a:lnTo>
                      <a:pt x="467" y="372"/>
                    </a:lnTo>
                    <a:lnTo>
                      <a:pt x="464" y="372"/>
                    </a:lnTo>
                    <a:lnTo>
                      <a:pt x="464" y="372"/>
                    </a:lnTo>
                    <a:lnTo>
                      <a:pt x="464" y="372"/>
                    </a:lnTo>
                    <a:lnTo>
                      <a:pt x="462" y="372"/>
                    </a:lnTo>
                    <a:lnTo>
                      <a:pt x="462" y="370"/>
                    </a:lnTo>
                    <a:lnTo>
                      <a:pt x="462" y="370"/>
                    </a:lnTo>
                    <a:lnTo>
                      <a:pt x="462" y="370"/>
                    </a:lnTo>
                    <a:lnTo>
                      <a:pt x="462" y="370"/>
                    </a:lnTo>
                    <a:lnTo>
                      <a:pt x="464" y="370"/>
                    </a:lnTo>
                    <a:lnTo>
                      <a:pt x="464" y="367"/>
                    </a:lnTo>
                    <a:lnTo>
                      <a:pt x="464" y="367"/>
                    </a:lnTo>
                    <a:lnTo>
                      <a:pt x="464" y="367"/>
                    </a:lnTo>
                    <a:lnTo>
                      <a:pt x="464" y="365"/>
                    </a:lnTo>
                    <a:lnTo>
                      <a:pt x="464" y="365"/>
                    </a:lnTo>
                    <a:lnTo>
                      <a:pt x="467" y="365"/>
                    </a:lnTo>
                    <a:lnTo>
                      <a:pt x="467" y="362"/>
                    </a:lnTo>
                    <a:lnTo>
                      <a:pt x="467" y="362"/>
                    </a:lnTo>
                    <a:lnTo>
                      <a:pt x="464" y="362"/>
                    </a:lnTo>
                    <a:lnTo>
                      <a:pt x="464" y="362"/>
                    </a:lnTo>
                    <a:lnTo>
                      <a:pt x="462" y="362"/>
                    </a:lnTo>
                    <a:lnTo>
                      <a:pt x="462" y="362"/>
                    </a:lnTo>
                    <a:lnTo>
                      <a:pt x="462" y="362"/>
                    </a:lnTo>
                    <a:lnTo>
                      <a:pt x="462" y="360"/>
                    </a:lnTo>
                    <a:lnTo>
                      <a:pt x="462" y="360"/>
                    </a:lnTo>
                    <a:lnTo>
                      <a:pt x="462" y="362"/>
                    </a:lnTo>
                    <a:lnTo>
                      <a:pt x="460" y="362"/>
                    </a:lnTo>
                    <a:lnTo>
                      <a:pt x="460" y="362"/>
                    </a:lnTo>
                    <a:lnTo>
                      <a:pt x="460" y="362"/>
                    </a:lnTo>
                    <a:lnTo>
                      <a:pt x="460" y="360"/>
                    </a:lnTo>
                    <a:lnTo>
                      <a:pt x="457" y="360"/>
                    </a:lnTo>
                    <a:lnTo>
                      <a:pt x="457" y="360"/>
                    </a:lnTo>
                    <a:lnTo>
                      <a:pt x="455" y="360"/>
                    </a:lnTo>
                    <a:lnTo>
                      <a:pt x="455" y="360"/>
                    </a:lnTo>
                    <a:lnTo>
                      <a:pt x="455" y="360"/>
                    </a:lnTo>
                    <a:lnTo>
                      <a:pt x="453" y="360"/>
                    </a:lnTo>
                    <a:lnTo>
                      <a:pt x="453" y="360"/>
                    </a:lnTo>
                    <a:lnTo>
                      <a:pt x="453" y="360"/>
                    </a:lnTo>
                    <a:lnTo>
                      <a:pt x="450" y="360"/>
                    </a:lnTo>
                    <a:lnTo>
                      <a:pt x="450" y="360"/>
                    </a:lnTo>
                    <a:lnTo>
                      <a:pt x="448" y="360"/>
                    </a:lnTo>
                    <a:lnTo>
                      <a:pt x="448" y="360"/>
                    </a:lnTo>
                    <a:lnTo>
                      <a:pt x="448" y="360"/>
                    </a:lnTo>
                    <a:lnTo>
                      <a:pt x="445" y="360"/>
                    </a:lnTo>
                    <a:lnTo>
                      <a:pt x="445" y="360"/>
                    </a:lnTo>
                    <a:lnTo>
                      <a:pt x="445" y="360"/>
                    </a:lnTo>
                    <a:lnTo>
                      <a:pt x="443" y="360"/>
                    </a:lnTo>
                    <a:lnTo>
                      <a:pt x="443" y="360"/>
                    </a:lnTo>
                    <a:lnTo>
                      <a:pt x="441" y="360"/>
                    </a:lnTo>
                    <a:lnTo>
                      <a:pt x="441" y="360"/>
                    </a:lnTo>
                    <a:lnTo>
                      <a:pt x="441" y="360"/>
                    </a:lnTo>
                    <a:lnTo>
                      <a:pt x="441" y="360"/>
                    </a:lnTo>
                    <a:lnTo>
                      <a:pt x="438" y="360"/>
                    </a:lnTo>
                    <a:lnTo>
                      <a:pt x="438" y="360"/>
                    </a:lnTo>
                    <a:lnTo>
                      <a:pt x="436" y="360"/>
                    </a:lnTo>
                    <a:lnTo>
                      <a:pt x="436" y="360"/>
                    </a:lnTo>
                    <a:lnTo>
                      <a:pt x="436" y="360"/>
                    </a:lnTo>
                    <a:lnTo>
                      <a:pt x="434" y="360"/>
                    </a:lnTo>
                    <a:lnTo>
                      <a:pt x="434" y="360"/>
                    </a:lnTo>
                    <a:lnTo>
                      <a:pt x="434" y="360"/>
                    </a:lnTo>
                    <a:lnTo>
                      <a:pt x="434" y="358"/>
                    </a:lnTo>
                    <a:lnTo>
                      <a:pt x="434" y="358"/>
                    </a:lnTo>
                    <a:lnTo>
                      <a:pt x="434" y="355"/>
                    </a:lnTo>
                    <a:lnTo>
                      <a:pt x="434" y="355"/>
                    </a:lnTo>
                    <a:lnTo>
                      <a:pt x="434" y="353"/>
                    </a:lnTo>
                    <a:lnTo>
                      <a:pt x="434" y="353"/>
                    </a:lnTo>
                    <a:lnTo>
                      <a:pt x="434" y="353"/>
                    </a:lnTo>
                    <a:lnTo>
                      <a:pt x="434" y="351"/>
                    </a:lnTo>
                    <a:lnTo>
                      <a:pt x="434" y="351"/>
                    </a:lnTo>
                    <a:lnTo>
                      <a:pt x="431" y="351"/>
                    </a:lnTo>
                    <a:lnTo>
                      <a:pt x="431" y="348"/>
                    </a:lnTo>
                    <a:lnTo>
                      <a:pt x="431" y="348"/>
                    </a:lnTo>
                    <a:lnTo>
                      <a:pt x="431" y="346"/>
                    </a:lnTo>
                    <a:lnTo>
                      <a:pt x="431" y="346"/>
                    </a:lnTo>
                    <a:lnTo>
                      <a:pt x="431" y="343"/>
                    </a:lnTo>
                    <a:lnTo>
                      <a:pt x="431" y="343"/>
                    </a:lnTo>
                    <a:lnTo>
                      <a:pt x="431" y="343"/>
                    </a:lnTo>
                    <a:lnTo>
                      <a:pt x="431" y="343"/>
                    </a:lnTo>
                    <a:lnTo>
                      <a:pt x="429" y="343"/>
                    </a:lnTo>
                    <a:lnTo>
                      <a:pt x="429" y="343"/>
                    </a:lnTo>
                    <a:lnTo>
                      <a:pt x="429" y="343"/>
                    </a:lnTo>
                    <a:lnTo>
                      <a:pt x="426" y="343"/>
                    </a:lnTo>
                    <a:lnTo>
                      <a:pt x="426" y="343"/>
                    </a:lnTo>
                    <a:lnTo>
                      <a:pt x="426" y="343"/>
                    </a:lnTo>
                    <a:lnTo>
                      <a:pt x="424" y="343"/>
                    </a:lnTo>
                    <a:lnTo>
                      <a:pt x="424" y="343"/>
                    </a:lnTo>
                    <a:lnTo>
                      <a:pt x="422" y="343"/>
                    </a:lnTo>
                    <a:lnTo>
                      <a:pt x="422" y="343"/>
                    </a:lnTo>
                    <a:lnTo>
                      <a:pt x="422" y="341"/>
                    </a:lnTo>
                    <a:lnTo>
                      <a:pt x="422" y="341"/>
                    </a:lnTo>
                    <a:lnTo>
                      <a:pt x="419" y="341"/>
                    </a:lnTo>
                    <a:lnTo>
                      <a:pt x="419" y="341"/>
                    </a:lnTo>
                    <a:lnTo>
                      <a:pt x="419" y="339"/>
                    </a:lnTo>
                    <a:lnTo>
                      <a:pt x="419" y="339"/>
                    </a:lnTo>
                    <a:lnTo>
                      <a:pt x="419" y="336"/>
                    </a:lnTo>
                    <a:lnTo>
                      <a:pt x="419" y="336"/>
                    </a:lnTo>
                    <a:lnTo>
                      <a:pt x="419" y="334"/>
                    </a:lnTo>
                    <a:lnTo>
                      <a:pt x="419" y="334"/>
                    </a:lnTo>
                    <a:lnTo>
                      <a:pt x="419" y="334"/>
                    </a:lnTo>
                    <a:lnTo>
                      <a:pt x="419" y="332"/>
                    </a:lnTo>
                    <a:lnTo>
                      <a:pt x="419" y="332"/>
                    </a:lnTo>
                    <a:lnTo>
                      <a:pt x="422" y="332"/>
                    </a:lnTo>
                    <a:lnTo>
                      <a:pt x="422" y="332"/>
                    </a:lnTo>
                    <a:lnTo>
                      <a:pt x="422" y="332"/>
                    </a:lnTo>
                    <a:lnTo>
                      <a:pt x="422" y="329"/>
                    </a:lnTo>
                    <a:lnTo>
                      <a:pt x="422" y="329"/>
                    </a:lnTo>
                    <a:lnTo>
                      <a:pt x="422" y="327"/>
                    </a:lnTo>
                    <a:lnTo>
                      <a:pt x="422" y="327"/>
                    </a:lnTo>
                    <a:lnTo>
                      <a:pt x="422" y="325"/>
                    </a:lnTo>
                    <a:lnTo>
                      <a:pt x="422" y="325"/>
                    </a:lnTo>
                    <a:lnTo>
                      <a:pt x="422" y="325"/>
                    </a:lnTo>
                    <a:lnTo>
                      <a:pt x="422" y="325"/>
                    </a:lnTo>
                    <a:lnTo>
                      <a:pt x="422" y="322"/>
                    </a:lnTo>
                    <a:lnTo>
                      <a:pt x="422" y="322"/>
                    </a:lnTo>
                    <a:lnTo>
                      <a:pt x="422" y="320"/>
                    </a:lnTo>
                    <a:lnTo>
                      <a:pt x="422" y="320"/>
                    </a:lnTo>
                    <a:lnTo>
                      <a:pt x="422" y="317"/>
                    </a:lnTo>
                    <a:lnTo>
                      <a:pt x="422" y="317"/>
                    </a:lnTo>
                    <a:lnTo>
                      <a:pt x="422" y="315"/>
                    </a:lnTo>
                    <a:lnTo>
                      <a:pt x="422" y="315"/>
                    </a:lnTo>
                    <a:lnTo>
                      <a:pt x="422" y="317"/>
                    </a:lnTo>
                    <a:lnTo>
                      <a:pt x="419" y="317"/>
                    </a:lnTo>
                    <a:lnTo>
                      <a:pt x="419" y="317"/>
                    </a:lnTo>
                    <a:lnTo>
                      <a:pt x="419" y="317"/>
                    </a:lnTo>
                    <a:lnTo>
                      <a:pt x="419" y="317"/>
                    </a:lnTo>
                    <a:lnTo>
                      <a:pt x="417" y="317"/>
                    </a:lnTo>
                    <a:lnTo>
                      <a:pt x="417" y="317"/>
                    </a:lnTo>
                    <a:lnTo>
                      <a:pt x="417" y="317"/>
                    </a:lnTo>
                    <a:lnTo>
                      <a:pt x="415" y="317"/>
                    </a:lnTo>
                    <a:lnTo>
                      <a:pt x="415" y="315"/>
                    </a:lnTo>
                    <a:lnTo>
                      <a:pt x="415" y="315"/>
                    </a:lnTo>
                    <a:lnTo>
                      <a:pt x="415" y="315"/>
                    </a:lnTo>
                    <a:lnTo>
                      <a:pt x="415" y="313"/>
                    </a:lnTo>
                    <a:lnTo>
                      <a:pt x="415" y="313"/>
                    </a:lnTo>
                    <a:lnTo>
                      <a:pt x="415" y="313"/>
                    </a:lnTo>
                    <a:lnTo>
                      <a:pt x="415" y="313"/>
                    </a:lnTo>
                    <a:lnTo>
                      <a:pt x="415" y="310"/>
                    </a:lnTo>
                    <a:lnTo>
                      <a:pt x="415" y="310"/>
                    </a:lnTo>
                    <a:lnTo>
                      <a:pt x="412" y="310"/>
                    </a:lnTo>
                    <a:lnTo>
                      <a:pt x="412" y="308"/>
                    </a:lnTo>
                    <a:lnTo>
                      <a:pt x="412" y="308"/>
                    </a:lnTo>
                    <a:lnTo>
                      <a:pt x="412" y="308"/>
                    </a:lnTo>
                    <a:lnTo>
                      <a:pt x="412" y="306"/>
                    </a:lnTo>
                    <a:lnTo>
                      <a:pt x="412" y="306"/>
                    </a:lnTo>
                    <a:lnTo>
                      <a:pt x="412" y="306"/>
                    </a:lnTo>
                    <a:lnTo>
                      <a:pt x="410" y="306"/>
                    </a:lnTo>
                    <a:lnTo>
                      <a:pt x="410" y="306"/>
                    </a:lnTo>
                    <a:lnTo>
                      <a:pt x="410" y="303"/>
                    </a:lnTo>
                    <a:lnTo>
                      <a:pt x="408" y="303"/>
                    </a:lnTo>
                    <a:lnTo>
                      <a:pt x="408" y="303"/>
                    </a:lnTo>
                    <a:lnTo>
                      <a:pt x="408" y="303"/>
                    </a:lnTo>
                    <a:lnTo>
                      <a:pt x="408" y="303"/>
                    </a:lnTo>
                    <a:lnTo>
                      <a:pt x="408" y="303"/>
                    </a:lnTo>
                    <a:lnTo>
                      <a:pt x="405" y="303"/>
                    </a:lnTo>
                    <a:lnTo>
                      <a:pt x="405" y="301"/>
                    </a:lnTo>
                    <a:lnTo>
                      <a:pt x="405" y="301"/>
                    </a:lnTo>
                    <a:lnTo>
                      <a:pt x="405" y="301"/>
                    </a:lnTo>
                    <a:lnTo>
                      <a:pt x="403" y="301"/>
                    </a:lnTo>
                    <a:lnTo>
                      <a:pt x="403" y="298"/>
                    </a:lnTo>
                    <a:lnTo>
                      <a:pt x="403" y="298"/>
                    </a:lnTo>
                    <a:lnTo>
                      <a:pt x="403" y="298"/>
                    </a:lnTo>
                    <a:lnTo>
                      <a:pt x="403" y="296"/>
                    </a:lnTo>
                    <a:lnTo>
                      <a:pt x="403" y="296"/>
                    </a:lnTo>
                    <a:lnTo>
                      <a:pt x="403" y="296"/>
                    </a:lnTo>
                    <a:lnTo>
                      <a:pt x="400" y="296"/>
                    </a:lnTo>
                    <a:lnTo>
                      <a:pt x="400" y="294"/>
                    </a:lnTo>
                    <a:lnTo>
                      <a:pt x="400" y="294"/>
                    </a:lnTo>
                    <a:lnTo>
                      <a:pt x="400" y="294"/>
                    </a:lnTo>
                    <a:lnTo>
                      <a:pt x="400" y="296"/>
                    </a:lnTo>
                    <a:lnTo>
                      <a:pt x="398" y="296"/>
                    </a:lnTo>
                    <a:lnTo>
                      <a:pt x="398" y="296"/>
                    </a:lnTo>
                    <a:lnTo>
                      <a:pt x="396" y="296"/>
                    </a:lnTo>
                    <a:lnTo>
                      <a:pt x="396" y="296"/>
                    </a:lnTo>
                    <a:lnTo>
                      <a:pt x="396" y="296"/>
                    </a:lnTo>
                    <a:lnTo>
                      <a:pt x="396" y="296"/>
                    </a:lnTo>
                    <a:lnTo>
                      <a:pt x="393" y="296"/>
                    </a:lnTo>
                    <a:lnTo>
                      <a:pt x="393" y="298"/>
                    </a:lnTo>
                    <a:lnTo>
                      <a:pt x="393" y="298"/>
                    </a:lnTo>
                    <a:lnTo>
                      <a:pt x="393" y="298"/>
                    </a:lnTo>
                    <a:lnTo>
                      <a:pt x="391" y="298"/>
                    </a:lnTo>
                    <a:lnTo>
                      <a:pt x="391" y="298"/>
                    </a:lnTo>
                    <a:lnTo>
                      <a:pt x="391" y="298"/>
                    </a:lnTo>
                    <a:lnTo>
                      <a:pt x="389" y="298"/>
                    </a:lnTo>
                    <a:lnTo>
                      <a:pt x="389" y="298"/>
                    </a:lnTo>
                    <a:lnTo>
                      <a:pt x="389" y="301"/>
                    </a:lnTo>
                    <a:lnTo>
                      <a:pt x="389" y="301"/>
                    </a:lnTo>
                    <a:lnTo>
                      <a:pt x="386" y="301"/>
                    </a:lnTo>
                    <a:lnTo>
                      <a:pt x="386" y="301"/>
                    </a:lnTo>
                    <a:lnTo>
                      <a:pt x="386" y="298"/>
                    </a:lnTo>
                    <a:lnTo>
                      <a:pt x="386" y="298"/>
                    </a:lnTo>
                    <a:lnTo>
                      <a:pt x="384" y="298"/>
                    </a:lnTo>
                    <a:lnTo>
                      <a:pt x="384" y="298"/>
                    </a:lnTo>
                    <a:lnTo>
                      <a:pt x="382" y="298"/>
                    </a:lnTo>
                    <a:lnTo>
                      <a:pt x="382" y="298"/>
                    </a:lnTo>
                    <a:lnTo>
                      <a:pt x="382" y="298"/>
                    </a:lnTo>
                    <a:lnTo>
                      <a:pt x="379" y="298"/>
                    </a:lnTo>
                    <a:lnTo>
                      <a:pt x="379" y="298"/>
                    </a:lnTo>
                    <a:lnTo>
                      <a:pt x="379" y="298"/>
                    </a:lnTo>
                    <a:lnTo>
                      <a:pt x="377" y="298"/>
                    </a:lnTo>
                    <a:lnTo>
                      <a:pt x="377" y="298"/>
                    </a:lnTo>
                    <a:lnTo>
                      <a:pt x="374" y="298"/>
                    </a:lnTo>
                    <a:lnTo>
                      <a:pt x="374" y="298"/>
                    </a:lnTo>
                    <a:lnTo>
                      <a:pt x="374" y="298"/>
                    </a:lnTo>
                    <a:lnTo>
                      <a:pt x="372" y="298"/>
                    </a:lnTo>
                    <a:lnTo>
                      <a:pt x="372" y="298"/>
                    </a:lnTo>
                    <a:lnTo>
                      <a:pt x="372" y="298"/>
                    </a:lnTo>
                    <a:lnTo>
                      <a:pt x="370" y="298"/>
                    </a:lnTo>
                    <a:lnTo>
                      <a:pt x="370" y="298"/>
                    </a:lnTo>
                    <a:lnTo>
                      <a:pt x="370" y="298"/>
                    </a:lnTo>
                    <a:lnTo>
                      <a:pt x="367" y="298"/>
                    </a:lnTo>
                    <a:lnTo>
                      <a:pt x="367" y="298"/>
                    </a:lnTo>
                    <a:lnTo>
                      <a:pt x="367" y="298"/>
                    </a:lnTo>
                    <a:lnTo>
                      <a:pt x="365" y="298"/>
                    </a:lnTo>
                    <a:lnTo>
                      <a:pt x="365" y="298"/>
                    </a:lnTo>
                    <a:lnTo>
                      <a:pt x="363" y="298"/>
                    </a:lnTo>
                    <a:lnTo>
                      <a:pt x="363" y="298"/>
                    </a:lnTo>
                    <a:lnTo>
                      <a:pt x="363" y="298"/>
                    </a:lnTo>
                    <a:lnTo>
                      <a:pt x="360" y="298"/>
                    </a:lnTo>
                    <a:lnTo>
                      <a:pt x="360" y="298"/>
                    </a:lnTo>
                    <a:lnTo>
                      <a:pt x="360" y="298"/>
                    </a:lnTo>
                    <a:lnTo>
                      <a:pt x="360" y="298"/>
                    </a:lnTo>
                    <a:lnTo>
                      <a:pt x="358" y="298"/>
                    </a:lnTo>
                    <a:lnTo>
                      <a:pt x="358" y="298"/>
                    </a:lnTo>
                    <a:lnTo>
                      <a:pt x="355" y="298"/>
                    </a:lnTo>
                    <a:lnTo>
                      <a:pt x="355" y="298"/>
                    </a:lnTo>
                    <a:lnTo>
                      <a:pt x="355" y="298"/>
                    </a:lnTo>
                    <a:lnTo>
                      <a:pt x="353" y="298"/>
                    </a:lnTo>
                    <a:lnTo>
                      <a:pt x="353" y="298"/>
                    </a:lnTo>
                    <a:lnTo>
                      <a:pt x="353" y="298"/>
                    </a:lnTo>
                    <a:lnTo>
                      <a:pt x="353" y="301"/>
                    </a:lnTo>
                    <a:lnTo>
                      <a:pt x="351" y="301"/>
                    </a:lnTo>
                    <a:lnTo>
                      <a:pt x="351" y="301"/>
                    </a:lnTo>
                    <a:lnTo>
                      <a:pt x="348" y="301"/>
                    </a:lnTo>
                    <a:lnTo>
                      <a:pt x="348" y="301"/>
                    </a:lnTo>
                    <a:lnTo>
                      <a:pt x="348" y="301"/>
                    </a:lnTo>
                    <a:lnTo>
                      <a:pt x="346" y="301"/>
                    </a:lnTo>
                    <a:lnTo>
                      <a:pt x="346" y="301"/>
                    </a:lnTo>
                    <a:lnTo>
                      <a:pt x="346" y="301"/>
                    </a:lnTo>
                    <a:lnTo>
                      <a:pt x="346" y="301"/>
                    </a:lnTo>
                    <a:lnTo>
                      <a:pt x="344" y="301"/>
                    </a:lnTo>
                    <a:lnTo>
                      <a:pt x="344" y="301"/>
                    </a:lnTo>
                    <a:lnTo>
                      <a:pt x="341" y="301"/>
                    </a:lnTo>
                    <a:lnTo>
                      <a:pt x="341" y="301"/>
                    </a:lnTo>
                    <a:lnTo>
                      <a:pt x="341" y="301"/>
                    </a:lnTo>
                    <a:lnTo>
                      <a:pt x="339" y="301"/>
                    </a:lnTo>
                    <a:lnTo>
                      <a:pt x="339" y="303"/>
                    </a:lnTo>
                    <a:lnTo>
                      <a:pt x="339" y="303"/>
                    </a:lnTo>
                    <a:lnTo>
                      <a:pt x="339" y="303"/>
                    </a:lnTo>
                    <a:lnTo>
                      <a:pt x="337" y="303"/>
                    </a:lnTo>
                    <a:lnTo>
                      <a:pt x="337" y="303"/>
                    </a:lnTo>
                    <a:lnTo>
                      <a:pt x="334" y="303"/>
                    </a:lnTo>
                    <a:lnTo>
                      <a:pt x="334" y="303"/>
                    </a:lnTo>
                    <a:lnTo>
                      <a:pt x="334" y="303"/>
                    </a:lnTo>
                    <a:lnTo>
                      <a:pt x="334" y="301"/>
                    </a:lnTo>
                    <a:lnTo>
                      <a:pt x="332" y="301"/>
                    </a:lnTo>
                    <a:lnTo>
                      <a:pt x="332" y="301"/>
                    </a:lnTo>
                    <a:lnTo>
                      <a:pt x="332" y="301"/>
                    </a:lnTo>
                    <a:lnTo>
                      <a:pt x="332" y="298"/>
                    </a:lnTo>
                    <a:lnTo>
                      <a:pt x="329" y="298"/>
                    </a:lnTo>
                    <a:lnTo>
                      <a:pt x="329" y="298"/>
                    </a:lnTo>
                    <a:lnTo>
                      <a:pt x="329" y="298"/>
                    </a:lnTo>
                    <a:lnTo>
                      <a:pt x="329" y="296"/>
                    </a:lnTo>
                    <a:lnTo>
                      <a:pt x="329" y="296"/>
                    </a:lnTo>
                    <a:lnTo>
                      <a:pt x="329" y="296"/>
                    </a:lnTo>
                    <a:lnTo>
                      <a:pt x="327" y="296"/>
                    </a:lnTo>
                    <a:lnTo>
                      <a:pt x="327" y="294"/>
                    </a:lnTo>
                    <a:lnTo>
                      <a:pt x="327" y="294"/>
                    </a:lnTo>
                    <a:lnTo>
                      <a:pt x="327" y="294"/>
                    </a:lnTo>
                    <a:lnTo>
                      <a:pt x="327" y="294"/>
                    </a:lnTo>
                    <a:lnTo>
                      <a:pt x="325" y="294"/>
                    </a:lnTo>
                    <a:lnTo>
                      <a:pt x="325" y="294"/>
                    </a:lnTo>
                    <a:lnTo>
                      <a:pt x="325" y="294"/>
                    </a:lnTo>
                    <a:lnTo>
                      <a:pt x="325" y="291"/>
                    </a:lnTo>
                    <a:lnTo>
                      <a:pt x="322" y="291"/>
                    </a:lnTo>
                    <a:lnTo>
                      <a:pt x="322" y="291"/>
                    </a:lnTo>
                    <a:lnTo>
                      <a:pt x="322" y="291"/>
                    </a:lnTo>
                    <a:lnTo>
                      <a:pt x="322" y="289"/>
                    </a:lnTo>
                    <a:lnTo>
                      <a:pt x="322" y="289"/>
                    </a:lnTo>
                    <a:lnTo>
                      <a:pt x="322" y="289"/>
                    </a:lnTo>
                    <a:lnTo>
                      <a:pt x="320" y="289"/>
                    </a:lnTo>
                    <a:lnTo>
                      <a:pt x="320" y="287"/>
                    </a:lnTo>
                    <a:lnTo>
                      <a:pt x="320" y="287"/>
                    </a:lnTo>
                    <a:lnTo>
                      <a:pt x="320" y="287"/>
                    </a:lnTo>
                    <a:lnTo>
                      <a:pt x="320" y="287"/>
                    </a:lnTo>
                    <a:lnTo>
                      <a:pt x="318" y="287"/>
                    </a:lnTo>
                    <a:lnTo>
                      <a:pt x="318" y="284"/>
                    </a:lnTo>
                    <a:lnTo>
                      <a:pt x="318" y="284"/>
                    </a:lnTo>
                    <a:lnTo>
                      <a:pt x="318" y="284"/>
                    </a:lnTo>
                    <a:lnTo>
                      <a:pt x="315" y="284"/>
                    </a:lnTo>
                    <a:lnTo>
                      <a:pt x="315" y="284"/>
                    </a:lnTo>
                    <a:lnTo>
                      <a:pt x="315" y="284"/>
                    </a:lnTo>
                    <a:lnTo>
                      <a:pt x="315" y="282"/>
                    </a:lnTo>
                    <a:lnTo>
                      <a:pt x="315" y="282"/>
                    </a:lnTo>
                    <a:lnTo>
                      <a:pt x="315" y="279"/>
                    </a:lnTo>
                    <a:lnTo>
                      <a:pt x="315" y="279"/>
                    </a:lnTo>
                    <a:lnTo>
                      <a:pt x="313" y="279"/>
                    </a:lnTo>
                    <a:lnTo>
                      <a:pt x="313" y="279"/>
                    </a:lnTo>
                    <a:lnTo>
                      <a:pt x="313" y="279"/>
                    </a:lnTo>
                    <a:lnTo>
                      <a:pt x="313" y="279"/>
                    </a:lnTo>
                    <a:lnTo>
                      <a:pt x="313" y="277"/>
                    </a:lnTo>
                    <a:lnTo>
                      <a:pt x="313" y="277"/>
                    </a:lnTo>
                    <a:lnTo>
                      <a:pt x="310" y="277"/>
                    </a:lnTo>
                    <a:lnTo>
                      <a:pt x="310" y="275"/>
                    </a:lnTo>
                    <a:lnTo>
                      <a:pt x="310" y="275"/>
                    </a:lnTo>
                    <a:lnTo>
                      <a:pt x="310" y="275"/>
                    </a:lnTo>
                    <a:lnTo>
                      <a:pt x="313" y="275"/>
                    </a:lnTo>
                    <a:lnTo>
                      <a:pt x="313" y="272"/>
                    </a:lnTo>
                    <a:lnTo>
                      <a:pt x="313" y="272"/>
                    </a:lnTo>
                    <a:lnTo>
                      <a:pt x="313" y="272"/>
                    </a:lnTo>
                    <a:lnTo>
                      <a:pt x="313" y="272"/>
                    </a:lnTo>
                    <a:lnTo>
                      <a:pt x="315" y="272"/>
                    </a:lnTo>
                    <a:lnTo>
                      <a:pt x="315" y="272"/>
                    </a:lnTo>
                    <a:lnTo>
                      <a:pt x="315" y="272"/>
                    </a:lnTo>
                    <a:lnTo>
                      <a:pt x="318" y="272"/>
                    </a:lnTo>
                    <a:lnTo>
                      <a:pt x="318" y="272"/>
                    </a:lnTo>
                    <a:lnTo>
                      <a:pt x="318" y="270"/>
                    </a:lnTo>
                    <a:lnTo>
                      <a:pt x="320" y="270"/>
                    </a:lnTo>
                    <a:lnTo>
                      <a:pt x="320" y="270"/>
                    </a:lnTo>
                    <a:lnTo>
                      <a:pt x="320" y="270"/>
                    </a:lnTo>
                    <a:lnTo>
                      <a:pt x="320" y="272"/>
                    </a:lnTo>
                    <a:lnTo>
                      <a:pt x="322" y="272"/>
                    </a:lnTo>
                    <a:lnTo>
                      <a:pt x="322" y="270"/>
                    </a:lnTo>
                    <a:lnTo>
                      <a:pt x="322" y="270"/>
                    </a:lnTo>
                    <a:lnTo>
                      <a:pt x="322" y="270"/>
                    </a:lnTo>
                    <a:lnTo>
                      <a:pt x="322" y="270"/>
                    </a:lnTo>
                    <a:lnTo>
                      <a:pt x="322" y="268"/>
                    </a:lnTo>
                    <a:lnTo>
                      <a:pt x="325" y="268"/>
                    </a:lnTo>
                    <a:lnTo>
                      <a:pt x="325" y="268"/>
                    </a:lnTo>
                    <a:lnTo>
                      <a:pt x="327" y="268"/>
                    </a:lnTo>
                    <a:lnTo>
                      <a:pt x="327" y="268"/>
                    </a:lnTo>
                    <a:lnTo>
                      <a:pt x="327" y="265"/>
                    </a:lnTo>
                    <a:lnTo>
                      <a:pt x="327" y="265"/>
                    </a:lnTo>
                    <a:lnTo>
                      <a:pt x="327" y="265"/>
                    </a:lnTo>
                    <a:lnTo>
                      <a:pt x="327" y="265"/>
                    </a:lnTo>
                    <a:lnTo>
                      <a:pt x="325" y="265"/>
                    </a:lnTo>
                    <a:lnTo>
                      <a:pt x="325" y="265"/>
                    </a:lnTo>
                    <a:lnTo>
                      <a:pt x="322" y="265"/>
                    </a:lnTo>
                    <a:lnTo>
                      <a:pt x="322" y="263"/>
                    </a:lnTo>
                    <a:lnTo>
                      <a:pt x="322" y="263"/>
                    </a:lnTo>
                    <a:lnTo>
                      <a:pt x="322" y="263"/>
                    </a:lnTo>
                    <a:lnTo>
                      <a:pt x="320" y="263"/>
                    </a:lnTo>
                    <a:lnTo>
                      <a:pt x="320" y="263"/>
                    </a:lnTo>
                    <a:lnTo>
                      <a:pt x="320" y="263"/>
                    </a:lnTo>
                    <a:lnTo>
                      <a:pt x="320" y="263"/>
                    </a:lnTo>
                    <a:lnTo>
                      <a:pt x="320" y="263"/>
                    </a:lnTo>
                    <a:lnTo>
                      <a:pt x="320" y="261"/>
                    </a:lnTo>
                    <a:lnTo>
                      <a:pt x="318" y="261"/>
                    </a:lnTo>
                    <a:lnTo>
                      <a:pt x="318" y="261"/>
                    </a:lnTo>
                    <a:lnTo>
                      <a:pt x="318" y="258"/>
                    </a:lnTo>
                    <a:lnTo>
                      <a:pt x="318" y="258"/>
                    </a:lnTo>
                    <a:lnTo>
                      <a:pt x="320" y="258"/>
                    </a:lnTo>
                    <a:lnTo>
                      <a:pt x="320" y="256"/>
                    </a:lnTo>
                    <a:lnTo>
                      <a:pt x="320" y="256"/>
                    </a:lnTo>
                    <a:lnTo>
                      <a:pt x="318" y="256"/>
                    </a:lnTo>
                    <a:lnTo>
                      <a:pt x="318" y="256"/>
                    </a:lnTo>
                    <a:lnTo>
                      <a:pt x="318" y="256"/>
                    </a:lnTo>
                    <a:lnTo>
                      <a:pt x="315" y="256"/>
                    </a:lnTo>
                    <a:lnTo>
                      <a:pt x="315" y="256"/>
                    </a:lnTo>
                    <a:lnTo>
                      <a:pt x="315" y="256"/>
                    </a:lnTo>
                    <a:lnTo>
                      <a:pt x="315" y="256"/>
                    </a:lnTo>
                    <a:lnTo>
                      <a:pt x="315" y="253"/>
                    </a:lnTo>
                    <a:lnTo>
                      <a:pt x="313" y="253"/>
                    </a:lnTo>
                    <a:lnTo>
                      <a:pt x="313" y="253"/>
                    </a:lnTo>
                    <a:lnTo>
                      <a:pt x="313" y="253"/>
                    </a:lnTo>
                    <a:lnTo>
                      <a:pt x="313" y="253"/>
                    </a:lnTo>
                    <a:lnTo>
                      <a:pt x="313" y="253"/>
                    </a:lnTo>
                    <a:lnTo>
                      <a:pt x="313" y="251"/>
                    </a:lnTo>
                    <a:lnTo>
                      <a:pt x="310" y="251"/>
                    </a:lnTo>
                    <a:lnTo>
                      <a:pt x="310" y="251"/>
                    </a:lnTo>
                    <a:lnTo>
                      <a:pt x="310" y="249"/>
                    </a:lnTo>
                    <a:lnTo>
                      <a:pt x="310" y="249"/>
                    </a:lnTo>
                    <a:lnTo>
                      <a:pt x="310" y="249"/>
                    </a:lnTo>
                    <a:lnTo>
                      <a:pt x="310" y="246"/>
                    </a:lnTo>
                    <a:lnTo>
                      <a:pt x="310" y="246"/>
                    </a:lnTo>
                    <a:lnTo>
                      <a:pt x="310" y="244"/>
                    </a:lnTo>
                    <a:lnTo>
                      <a:pt x="308" y="244"/>
                    </a:lnTo>
                    <a:lnTo>
                      <a:pt x="308" y="244"/>
                    </a:lnTo>
                    <a:lnTo>
                      <a:pt x="308" y="244"/>
                    </a:lnTo>
                    <a:lnTo>
                      <a:pt x="310" y="244"/>
                    </a:lnTo>
                    <a:lnTo>
                      <a:pt x="310" y="242"/>
                    </a:lnTo>
                    <a:lnTo>
                      <a:pt x="310" y="242"/>
                    </a:lnTo>
                    <a:lnTo>
                      <a:pt x="310" y="242"/>
                    </a:lnTo>
                    <a:lnTo>
                      <a:pt x="313" y="242"/>
                    </a:lnTo>
                    <a:lnTo>
                      <a:pt x="313" y="239"/>
                    </a:lnTo>
                    <a:lnTo>
                      <a:pt x="313" y="239"/>
                    </a:lnTo>
                    <a:lnTo>
                      <a:pt x="313" y="237"/>
                    </a:lnTo>
                    <a:lnTo>
                      <a:pt x="310" y="237"/>
                    </a:lnTo>
                    <a:lnTo>
                      <a:pt x="310" y="237"/>
                    </a:lnTo>
                    <a:lnTo>
                      <a:pt x="310" y="237"/>
                    </a:lnTo>
                    <a:lnTo>
                      <a:pt x="310" y="234"/>
                    </a:lnTo>
                    <a:lnTo>
                      <a:pt x="310" y="234"/>
                    </a:lnTo>
                    <a:lnTo>
                      <a:pt x="313" y="234"/>
                    </a:lnTo>
                    <a:lnTo>
                      <a:pt x="313" y="234"/>
                    </a:lnTo>
                    <a:lnTo>
                      <a:pt x="313" y="234"/>
                    </a:lnTo>
                    <a:lnTo>
                      <a:pt x="313" y="234"/>
                    </a:lnTo>
                    <a:lnTo>
                      <a:pt x="313" y="234"/>
                    </a:lnTo>
                    <a:lnTo>
                      <a:pt x="315" y="234"/>
                    </a:lnTo>
                    <a:lnTo>
                      <a:pt x="315" y="234"/>
                    </a:lnTo>
                    <a:lnTo>
                      <a:pt x="315" y="234"/>
                    </a:lnTo>
                    <a:lnTo>
                      <a:pt x="315" y="232"/>
                    </a:lnTo>
                    <a:lnTo>
                      <a:pt x="318" y="232"/>
                    </a:lnTo>
                    <a:lnTo>
                      <a:pt x="318" y="232"/>
                    </a:lnTo>
                    <a:lnTo>
                      <a:pt x="318" y="232"/>
                    </a:lnTo>
                    <a:lnTo>
                      <a:pt x="318" y="230"/>
                    </a:lnTo>
                    <a:lnTo>
                      <a:pt x="320" y="230"/>
                    </a:lnTo>
                    <a:lnTo>
                      <a:pt x="320" y="230"/>
                    </a:lnTo>
                    <a:lnTo>
                      <a:pt x="320" y="227"/>
                    </a:lnTo>
                    <a:lnTo>
                      <a:pt x="320" y="227"/>
                    </a:lnTo>
                    <a:lnTo>
                      <a:pt x="320" y="227"/>
                    </a:lnTo>
                    <a:lnTo>
                      <a:pt x="320" y="227"/>
                    </a:lnTo>
                    <a:lnTo>
                      <a:pt x="320" y="225"/>
                    </a:lnTo>
                    <a:lnTo>
                      <a:pt x="320" y="225"/>
                    </a:lnTo>
                    <a:lnTo>
                      <a:pt x="322" y="225"/>
                    </a:lnTo>
                    <a:lnTo>
                      <a:pt x="322" y="225"/>
                    </a:lnTo>
                    <a:lnTo>
                      <a:pt x="322" y="225"/>
                    </a:lnTo>
                    <a:lnTo>
                      <a:pt x="322" y="225"/>
                    </a:lnTo>
                    <a:lnTo>
                      <a:pt x="322" y="225"/>
                    </a:lnTo>
                    <a:lnTo>
                      <a:pt x="322" y="225"/>
                    </a:lnTo>
                    <a:lnTo>
                      <a:pt x="322" y="223"/>
                    </a:lnTo>
                    <a:lnTo>
                      <a:pt x="325" y="223"/>
                    </a:lnTo>
                    <a:lnTo>
                      <a:pt x="325" y="223"/>
                    </a:lnTo>
                    <a:lnTo>
                      <a:pt x="325" y="223"/>
                    </a:lnTo>
                    <a:lnTo>
                      <a:pt x="325" y="220"/>
                    </a:lnTo>
                    <a:lnTo>
                      <a:pt x="327" y="220"/>
                    </a:lnTo>
                    <a:lnTo>
                      <a:pt x="327" y="220"/>
                    </a:lnTo>
                    <a:lnTo>
                      <a:pt x="325" y="220"/>
                    </a:lnTo>
                    <a:lnTo>
                      <a:pt x="325" y="220"/>
                    </a:lnTo>
                    <a:lnTo>
                      <a:pt x="322" y="220"/>
                    </a:lnTo>
                    <a:lnTo>
                      <a:pt x="322" y="220"/>
                    </a:lnTo>
                    <a:lnTo>
                      <a:pt x="322" y="220"/>
                    </a:lnTo>
                    <a:lnTo>
                      <a:pt x="320" y="220"/>
                    </a:lnTo>
                    <a:lnTo>
                      <a:pt x="320" y="220"/>
                    </a:lnTo>
                    <a:lnTo>
                      <a:pt x="320" y="220"/>
                    </a:lnTo>
                    <a:lnTo>
                      <a:pt x="320" y="223"/>
                    </a:lnTo>
                    <a:lnTo>
                      <a:pt x="320" y="223"/>
                    </a:lnTo>
                    <a:lnTo>
                      <a:pt x="320" y="223"/>
                    </a:lnTo>
                    <a:lnTo>
                      <a:pt x="318" y="223"/>
                    </a:lnTo>
                    <a:lnTo>
                      <a:pt x="318" y="225"/>
                    </a:lnTo>
                    <a:lnTo>
                      <a:pt x="318" y="225"/>
                    </a:lnTo>
                    <a:lnTo>
                      <a:pt x="318" y="225"/>
                    </a:lnTo>
                    <a:lnTo>
                      <a:pt x="318" y="225"/>
                    </a:lnTo>
                    <a:lnTo>
                      <a:pt x="318" y="225"/>
                    </a:lnTo>
                    <a:lnTo>
                      <a:pt x="318" y="227"/>
                    </a:lnTo>
                    <a:lnTo>
                      <a:pt x="318" y="227"/>
                    </a:lnTo>
                    <a:lnTo>
                      <a:pt x="315" y="227"/>
                    </a:lnTo>
                    <a:lnTo>
                      <a:pt x="315" y="227"/>
                    </a:lnTo>
                    <a:lnTo>
                      <a:pt x="315" y="227"/>
                    </a:lnTo>
                    <a:lnTo>
                      <a:pt x="313" y="227"/>
                    </a:lnTo>
                    <a:lnTo>
                      <a:pt x="313" y="227"/>
                    </a:lnTo>
                    <a:lnTo>
                      <a:pt x="313" y="227"/>
                    </a:lnTo>
                    <a:lnTo>
                      <a:pt x="310" y="227"/>
                    </a:lnTo>
                    <a:lnTo>
                      <a:pt x="310" y="227"/>
                    </a:lnTo>
                    <a:lnTo>
                      <a:pt x="308" y="227"/>
                    </a:lnTo>
                    <a:lnTo>
                      <a:pt x="308" y="225"/>
                    </a:lnTo>
                    <a:lnTo>
                      <a:pt x="308" y="225"/>
                    </a:lnTo>
                    <a:lnTo>
                      <a:pt x="308" y="225"/>
                    </a:lnTo>
                    <a:lnTo>
                      <a:pt x="308" y="225"/>
                    </a:lnTo>
                    <a:lnTo>
                      <a:pt x="308" y="223"/>
                    </a:lnTo>
                    <a:lnTo>
                      <a:pt x="308" y="223"/>
                    </a:lnTo>
                    <a:lnTo>
                      <a:pt x="308" y="220"/>
                    </a:lnTo>
                    <a:lnTo>
                      <a:pt x="308" y="220"/>
                    </a:lnTo>
                    <a:lnTo>
                      <a:pt x="310" y="220"/>
                    </a:lnTo>
                    <a:lnTo>
                      <a:pt x="310" y="220"/>
                    </a:lnTo>
                    <a:lnTo>
                      <a:pt x="308" y="220"/>
                    </a:lnTo>
                    <a:lnTo>
                      <a:pt x="308" y="220"/>
                    </a:lnTo>
                    <a:lnTo>
                      <a:pt x="308" y="220"/>
                    </a:lnTo>
                    <a:lnTo>
                      <a:pt x="306" y="220"/>
                    </a:lnTo>
                    <a:lnTo>
                      <a:pt x="306" y="220"/>
                    </a:lnTo>
                    <a:lnTo>
                      <a:pt x="306" y="220"/>
                    </a:lnTo>
                    <a:lnTo>
                      <a:pt x="306" y="220"/>
                    </a:lnTo>
                    <a:lnTo>
                      <a:pt x="306" y="223"/>
                    </a:lnTo>
                    <a:lnTo>
                      <a:pt x="308" y="223"/>
                    </a:lnTo>
                    <a:lnTo>
                      <a:pt x="308" y="223"/>
                    </a:lnTo>
                    <a:lnTo>
                      <a:pt x="306" y="223"/>
                    </a:lnTo>
                    <a:lnTo>
                      <a:pt x="306" y="225"/>
                    </a:lnTo>
                    <a:lnTo>
                      <a:pt x="306" y="225"/>
                    </a:lnTo>
                    <a:lnTo>
                      <a:pt x="306" y="225"/>
                    </a:lnTo>
                    <a:lnTo>
                      <a:pt x="306" y="225"/>
                    </a:lnTo>
                    <a:lnTo>
                      <a:pt x="303" y="225"/>
                    </a:lnTo>
                    <a:lnTo>
                      <a:pt x="303" y="225"/>
                    </a:lnTo>
                    <a:lnTo>
                      <a:pt x="301" y="225"/>
                    </a:lnTo>
                    <a:lnTo>
                      <a:pt x="301" y="225"/>
                    </a:lnTo>
                    <a:lnTo>
                      <a:pt x="301" y="225"/>
                    </a:lnTo>
                    <a:lnTo>
                      <a:pt x="301" y="225"/>
                    </a:lnTo>
                    <a:lnTo>
                      <a:pt x="301" y="225"/>
                    </a:lnTo>
                    <a:lnTo>
                      <a:pt x="301" y="225"/>
                    </a:lnTo>
                    <a:lnTo>
                      <a:pt x="301" y="227"/>
                    </a:lnTo>
                    <a:lnTo>
                      <a:pt x="299" y="227"/>
                    </a:lnTo>
                    <a:lnTo>
                      <a:pt x="299" y="225"/>
                    </a:lnTo>
                    <a:lnTo>
                      <a:pt x="299" y="225"/>
                    </a:lnTo>
                    <a:lnTo>
                      <a:pt x="299" y="225"/>
                    </a:lnTo>
                    <a:lnTo>
                      <a:pt x="299" y="225"/>
                    </a:lnTo>
                    <a:lnTo>
                      <a:pt x="299" y="223"/>
                    </a:lnTo>
                    <a:lnTo>
                      <a:pt x="299" y="223"/>
                    </a:lnTo>
                    <a:lnTo>
                      <a:pt x="296" y="223"/>
                    </a:lnTo>
                    <a:lnTo>
                      <a:pt x="296" y="223"/>
                    </a:lnTo>
                    <a:lnTo>
                      <a:pt x="296" y="223"/>
                    </a:lnTo>
                    <a:lnTo>
                      <a:pt x="294" y="223"/>
                    </a:lnTo>
                    <a:lnTo>
                      <a:pt x="294" y="223"/>
                    </a:lnTo>
                    <a:lnTo>
                      <a:pt x="294" y="223"/>
                    </a:lnTo>
                    <a:lnTo>
                      <a:pt x="294" y="225"/>
                    </a:lnTo>
                    <a:lnTo>
                      <a:pt x="294" y="225"/>
                    </a:lnTo>
                    <a:lnTo>
                      <a:pt x="292" y="225"/>
                    </a:lnTo>
                    <a:lnTo>
                      <a:pt x="292" y="225"/>
                    </a:lnTo>
                    <a:lnTo>
                      <a:pt x="292" y="225"/>
                    </a:lnTo>
                    <a:lnTo>
                      <a:pt x="292" y="225"/>
                    </a:lnTo>
                    <a:lnTo>
                      <a:pt x="292" y="227"/>
                    </a:lnTo>
                    <a:lnTo>
                      <a:pt x="292" y="227"/>
                    </a:lnTo>
                    <a:lnTo>
                      <a:pt x="292" y="227"/>
                    </a:lnTo>
                    <a:lnTo>
                      <a:pt x="294" y="227"/>
                    </a:lnTo>
                    <a:lnTo>
                      <a:pt x="294" y="230"/>
                    </a:lnTo>
                    <a:lnTo>
                      <a:pt x="294" y="230"/>
                    </a:lnTo>
                    <a:lnTo>
                      <a:pt x="294" y="230"/>
                    </a:lnTo>
                    <a:lnTo>
                      <a:pt x="296" y="230"/>
                    </a:lnTo>
                    <a:lnTo>
                      <a:pt x="296" y="230"/>
                    </a:lnTo>
                    <a:lnTo>
                      <a:pt x="296" y="230"/>
                    </a:lnTo>
                    <a:lnTo>
                      <a:pt x="296" y="227"/>
                    </a:lnTo>
                    <a:lnTo>
                      <a:pt x="299" y="227"/>
                    </a:lnTo>
                    <a:lnTo>
                      <a:pt x="299" y="227"/>
                    </a:lnTo>
                    <a:lnTo>
                      <a:pt x="301" y="227"/>
                    </a:lnTo>
                    <a:lnTo>
                      <a:pt x="301" y="230"/>
                    </a:lnTo>
                    <a:lnTo>
                      <a:pt x="301" y="230"/>
                    </a:lnTo>
                    <a:lnTo>
                      <a:pt x="301" y="230"/>
                    </a:lnTo>
                    <a:lnTo>
                      <a:pt x="301" y="230"/>
                    </a:lnTo>
                    <a:lnTo>
                      <a:pt x="303" y="230"/>
                    </a:lnTo>
                    <a:lnTo>
                      <a:pt x="303" y="230"/>
                    </a:lnTo>
                    <a:lnTo>
                      <a:pt x="306" y="230"/>
                    </a:lnTo>
                    <a:lnTo>
                      <a:pt x="306" y="230"/>
                    </a:lnTo>
                    <a:lnTo>
                      <a:pt x="306" y="230"/>
                    </a:lnTo>
                    <a:lnTo>
                      <a:pt x="308" y="230"/>
                    </a:lnTo>
                    <a:lnTo>
                      <a:pt x="308" y="230"/>
                    </a:lnTo>
                    <a:lnTo>
                      <a:pt x="308" y="232"/>
                    </a:lnTo>
                    <a:lnTo>
                      <a:pt x="308" y="232"/>
                    </a:lnTo>
                    <a:lnTo>
                      <a:pt x="308" y="234"/>
                    </a:lnTo>
                    <a:lnTo>
                      <a:pt x="308" y="234"/>
                    </a:lnTo>
                    <a:lnTo>
                      <a:pt x="308" y="234"/>
                    </a:lnTo>
                    <a:lnTo>
                      <a:pt x="308" y="234"/>
                    </a:lnTo>
                    <a:lnTo>
                      <a:pt x="306" y="234"/>
                    </a:lnTo>
                    <a:lnTo>
                      <a:pt x="306" y="234"/>
                    </a:lnTo>
                    <a:lnTo>
                      <a:pt x="306" y="234"/>
                    </a:lnTo>
                    <a:lnTo>
                      <a:pt x="306" y="237"/>
                    </a:lnTo>
                    <a:lnTo>
                      <a:pt x="303" y="237"/>
                    </a:lnTo>
                    <a:lnTo>
                      <a:pt x="303" y="234"/>
                    </a:lnTo>
                    <a:lnTo>
                      <a:pt x="303" y="234"/>
                    </a:lnTo>
                    <a:lnTo>
                      <a:pt x="301" y="234"/>
                    </a:lnTo>
                    <a:lnTo>
                      <a:pt x="301" y="234"/>
                    </a:lnTo>
                    <a:lnTo>
                      <a:pt x="301" y="234"/>
                    </a:lnTo>
                    <a:lnTo>
                      <a:pt x="301" y="234"/>
                    </a:lnTo>
                    <a:lnTo>
                      <a:pt x="299" y="234"/>
                    </a:lnTo>
                    <a:lnTo>
                      <a:pt x="299" y="234"/>
                    </a:lnTo>
                    <a:lnTo>
                      <a:pt x="299" y="234"/>
                    </a:lnTo>
                    <a:lnTo>
                      <a:pt x="296" y="234"/>
                    </a:lnTo>
                    <a:lnTo>
                      <a:pt x="296" y="234"/>
                    </a:lnTo>
                    <a:lnTo>
                      <a:pt x="296" y="234"/>
                    </a:lnTo>
                    <a:lnTo>
                      <a:pt x="296" y="234"/>
                    </a:lnTo>
                    <a:lnTo>
                      <a:pt x="294" y="234"/>
                    </a:lnTo>
                    <a:lnTo>
                      <a:pt x="294" y="234"/>
                    </a:lnTo>
                    <a:lnTo>
                      <a:pt x="294" y="234"/>
                    </a:lnTo>
                    <a:lnTo>
                      <a:pt x="292" y="234"/>
                    </a:lnTo>
                    <a:lnTo>
                      <a:pt x="292" y="234"/>
                    </a:lnTo>
                    <a:lnTo>
                      <a:pt x="292" y="234"/>
                    </a:lnTo>
                    <a:lnTo>
                      <a:pt x="289" y="234"/>
                    </a:lnTo>
                    <a:lnTo>
                      <a:pt x="289" y="237"/>
                    </a:lnTo>
                    <a:lnTo>
                      <a:pt x="289" y="237"/>
                    </a:lnTo>
                    <a:lnTo>
                      <a:pt x="289" y="237"/>
                    </a:lnTo>
                    <a:lnTo>
                      <a:pt x="287" y="237"/>
                    </a:lnTo>
                    <a:lnTo>
                      <a:pt x="287" y="234"/>
                    </a:lnTo>
                    <a:lnTo>
                      <a:pt x="287" y="234"/>
                    </a:lnTo>
                    <a:lnTo>
                      <a:pt x="287" y="234"/>
                    </a:lnTo>
                    <a:lnTo>
                      <a:pt x="287" y="234"/>
                    </a:lnTo>
                    <a:lnTo>
                      <a:pt x="287" y="232"/>
                    </a:lnTo>
                    <a:lnTo>
                      <a:pt x="287" y="232"/>
                    </a:lnTo>
                    <a:lnTo>
                      <a:pt x="287" y="232"/>
                    </a:lnTo>
                    <a:lnTo>
                      <a:pt x="284" y="232"/>
                    </a:lnTo>
                    <a:lnTo>
                      <a:pt x="284" y="230"/>
                    </a:lnTo>
                    <a:lnTo>
                      <a:pt x="284" y="230"/>
                    </a:lnTo>
                    <a:lnTo>
                      <a:pt x="282" y="230"/>
                    </a:lnTo>
                    <a:lnTo>
                      <a:pt x="282" y="230"/>
                    </a:lnTo>
                    <a:lnTo>
                      <a:pt x="282" y="230"/>
                    </a:lnTo>
                    <a:lnTo>
                      <a:pt x="280" y="230"/>
                    </a:lnTo>
                    <a:lnTo>
                      <a:pt x="280" y="232"/>
                    </a:lnTo>
                    <a:lnTo>
                      <a:pt x="282" y="232"/>
                    </a:lnTo>
                    <a:lnTo>
                      <a:pt x="282" y="232"/>
                    </a:lnTo>
                    <a:lnTo>
                      <a:pt x="282" y="232"/>
                    </a:lnTo>
                    <a:lnTo>
                      <a:pt x="282" y="234"/>
                    </a:lnTo>
                    <a:lnTo>
                      <a:pt x="282" y="234"/>
                    </a:lnTo>
                    <a:lnTo>
                      <a:pt x="282" y="234"/>
                    </a:lnTo>
                    <a:lnTo>
                      <a:pt x="282" y="234"/>
                    </a:lnTo>
                    <a:lnTo>
                      <a:pt x="282" y="237"/>
                    </a:lnTo>
                    <a:lnTo>
                      <a:pt x="282" y="237"/>
                    </a:lnTo>
                    <a:lnTo>
                      <a:pt x="282" y="237"/>
                    </a:lnTo>
                    <a:lnTo>
                      <a:pt x="282" y="237"/>
                    </a:lnTo>
                    <a:lnTo>
                      <a:pt x="282" y="239"/>
                    </a:lnTo>
                    <a:lnTo>
                      <a:pt x="282" y="239"/>
                    </a:lnTo>
                    <a:lnTo>
                      <a:pt x="282" y="239"/>
                    </a:lnTo>
                    <a:lnTo>
                      <a:pt x="282" y="242"/>
                    </a:lnTo>
                    <a:lnTo>
                      <a:pt x="282" y="242"/>
                    </a:lnTo>
                    <a:lnTo>
                      <a:pt x="282" y="242"/>
                    </a:lnTo>
                    <a:lnTo>
                      <a:pt x="282" y="244"/>
                    </a:lnTo>
                    <a:lnTo>
                      <a:pt x="282" y="244"/>
                    </a:lnTo>
                    <a:lnTo>
                      <a:pt x="280" y="244"/>
                    </a:lnTo>
                    <a:lnTo>
                      <a:pt x="280" y="244"/>
                    </a:lnTo>
                    <a:lnTo>
                      <a:pt x="280" y="244"/>
                    </a:lnTo>
                    <a:lnTo>
                      <a:pt x="277" y="244"/>
                    </a:lnTo>
                    <a:lnTo>
                      <a:pt x="277" y="244"/>
                    </a:lnTo>
                    <a:lnTo>
                      <a:pt x="277" y="244"/>
                    </a:lnTo>
                    <a:lnTo>
                      <a:pt x="275" y="244"/>
                    </a:lnTo>
                    <a:lnTo>
                      <a:pt x="275" y="244"/>
                    </a:lnTo>
                    <a:lnTo>
                      <a:pt x="275" y="244"/>
                    </a:lnTo>
                    <a:lnTo>
                      <a:pt x="275" y="244"/>
                    </a:lnTo>
                    <a:lnTo>
                      <a:pt x="275" y="242"/>
                    </a:lnTo>
                    <a:lnTo>
                      <a:pt x="275" y="242"/>
                    </a:lnTo>
                    <a:lnTo>
                      <a:pt x="275" y="242"/>
                    </a:lnTo>
                    <a:lnTo>
                      <a:pt x="275" y="239"/>
                    </a:lnTo>
                    <a:lnTo>
                      <a:pt x="277" y="239"/>
                    </a:lnTo>
                    <a:lnTo>
                      <a:pt x="277" y="239"/>
                    </a:lnTo>
                    <a:lnTo>
                      <a:pt x="277" y="239"/>
                    </a:lnTo>
                    <a:lnTo>
                      <a:pt x="277" y="239"/>
                    </a:lnTo>
                    <a:lnTo>
                      <a:pt x="275" y="239"/>
                    </a:lnTo>
                    <a:lnTo>
                      <a:pt x="275" y="239"/>
                    </a:lnTo>
                    <a:lnTo>
                      <a:pt x="275" y="239"/>
                    </a:lnTo>
                    <a:lnTo>
                      <a:pt x="275" y="239"/>
                    </a:lnTo>
                    <a:lnTo>
                      <a:pt x="273" y="239"/>
                    </a:lnTo>
                    <a:lnTo>
                      <a:pt x="273" y="239"/>
                    </a:lnTo>
                    <a:lnTo>
                      <a:pt x="273" y="239"/>
                    </a:lnTo>
                    <a:lnTo>
                      <a:pt x="270" y="239"/>
                    </a:lnTo>
                    <a:lnTo>
                      <a:pt x="270" y="239"/>
                    </a:lnTo>
                    <a:lnTo>
                      <a:pt x="268" y="239"/>
                    </a:lnTo>
                    <a:lnTo>
                      <a:pt x="268" y="239"/>
                    </a:lnTo>
                    <a:lnTo>
                      <a:pt x="268" y="242"/>
                    </a:lnTo>
                    <a:lnTo>
                      <a:pt x="268" y="242"/>
                    </a:lnTo>
                    <a:lnTo>
                      <a:pt x="266" y="242"/>
                    </a:lnTo>
                    <a:lnTo>
                      <a:pt x="266" y="242"/>
                    </a:lnTo>
                    <a:lnTo>
                      <a:pt x="266" y="242"/>
                    </a:lnTo>
                    <a:lnTo>
                      <a:pt x="266" y="242"/>
                    </a:lnTo>
                    <a:lnTo>
                      <a:pt x="266" y="244"/>
                    </a:lnTo>
                    <a:lnTo>
                      <a:pt x="263" y="244"/>
                    </a:lnTo>
                    <a:lnTo>
                      <a:pt x="263" y="244"/>
                    </a:lnTo>
                    <a:lnTo>
                      <a:pt x="263" y="244"/>
                    </a:lnTo>
                    <a:lnTo>
                      <a:pt x="263" y="244"/>
                    </a:lnTo>
                    <a:lnTo>
                      <a:pt x="263" y="246"/>
                    </a:lnTo>
                    <a:lnTo>
                      <a:pt x="263" y="246"/>
                    </a:lnTo>
                    <a:lnTo>
                      <a:pt x="263" y="249"/>
                    </a:lnTo>
                    <a:lnTo>
                      <a:pt x="261" y="249"/>
                    </a:lnTo>
                    <a:lnTo>
                      <a:pt x="261" y="249"/>
                    </a:lnTo>
                    <a:lnTo>
                      <a:pt x="261" y="249"/>
                    </a:lnTo>
                    <a:lnTo>
                      <a:pt x="261" y="249"/>
                    </a:lnTo>
                    <a:lnTo>
                      <a:pt x="258" y="249"/>
                    </a:lnTo>
                    <a:lnTo>
                      <a:pt x="258" y="249"/>
                    </a:lnTo>
                    <a:lnTo>
                      <a:pt x="258" y="251"/>
                    </a:lnTo>
                    <a:lnTo>
                      <a:pt x="256" y="251"/>
                    </a:lnTo>
                    <a:lnTo>
                      <a:pt x="256" y="251"/>
                    </a:lnTo>
                    <a:lnTo>
                      <a:pt x="256" y="251"/>
                    </a:lnTo>
                    <a:lnTo>
                      <a:pt x="254" y="251"/>
                    </a:lnTo>
                    <a:lnTo>
                      <a:pt x="254" y="251"/>
                    </a:lnTo>
                    <a:lnTo>
                      <a:pt x="254" y="251"/>
                    </a:lnTo>
                    <a:lnTo>
                      <a:pt x="254" y="251"/>
                    </a:lnTo>
                    <a:lnTo>
                      <a:pt x="251" y="251"/>
                    </a:lnTo>
                    <a:lnTo>
                      <a:pt x="251" y="251"/>
                    </a:lnTo>
                    <a:lnTo>
                      <a:pt x="251" y="253"/>
                    </a:lnTo>
                    <a:lnTo>
                      <a:pt x="249" y="253"/>
                    </a:lnTo>
                    <a:lnTo>
                      <a:pt x="249" y="253"/>
                    </a:lnTo>
                    <a:lnTo>
                      <a:pt x="249" y="253"/>
                    </a:lnTo>
                    <a:lnTo>
                      <a:pt x="247" y="253"/>
                    </a:lnTo>
                    <a:lnTo>
                      <a:pt x="247" y="253"/>
                    </a:lnTo>
                    <a:lnTo>
                      <a:pt x="247" y="253"/>
                    </a:lnTo>
                    <a:lnTo>
                      <a:pt x="247" y="253"/>
                    </a:lnTo>
                    <a:lnTo>
                      <a:pt x="244" y="253"/>
                    </a:lnTo>
                    <a:lnTo>
                      <a:pt x="244" y="253"/>
                    </a:lnTo>
                    <a:lnTo>
                      <a:pt x="242" y="253"/>
                    </a:lnTo>
                    <a:lnTo>
                      <a:pt x="242" y="253"/>
                    </a:lnTo>
                    <a:lnTo>
                      <a:pt x="242" y="253"/>
                    </a:lnTo>
                    <a:lnTo>
                      <a:pt x="242" y="253"/>
                    </a:lnTo>
                    <a:lnTo>
                      <a:pt x="239" y="253"/>
                    </a:lnTo>
                    <a:lnTo>
                      <a:pt x="239" y="253"/>
                    </a:lnTo>
                    <a:lnTo>
                      <a:pt x="239" y="253"/>
                    </a:lnTo>
                    <a:lnTo>
                      <a:pt x="239" y="256"/>
                    </a:lnTo>
                    <a:lnTo>
                      <a:pt x="237" y="256"/>
                    </a:lnTo>
                    <a:lnTo>
                      <a:pt x="237" y="256"/>
                    </a:lnTo>
                    <a:lnTo>
                      <a:pt x="235" y="256"/>
                    </a:lnTo>
                    <a:lnTo>
                      <a:pt x="235" y="256"/>
                    </a:lnTo>
                    <a:lnTo>
                      <a:pt x="235" y="256"/>
                    </a:lnTo>
                    <a:lnTo>
                      <a:pt x="235" y="256"/>
                    </a:lnTo>
                    <a:lnTo>
                      <a:pt x="232" y="256"/>
                    </a:lnTo>
                    <a:lnTo>
                      <a:pt x="232" y="256"/>
                    </a:lnTo>
                    <a:lnTo>
                      <a:pt x="232" y="256"/>
                    </a:lnTo>
                    <a:lnTo>
                      <a:pt x="230" y="256"/>
                    </a:lnTo>
                    <a:lnTo>
                      <a:pt x="230" y="258"/>
                    </a:lnTo>
                    <a:lnTo>
                      <a:pt x="230" y="258"/>
                    </a:lnTo>
                    <a:lnTo>
                      <a:pt x="228" y="258"/>
                    </a:lnTo>
                    <a:lnTo>
                      <a:pt x="228" y="258"/>
                    </a:lnTo>
                    <a:lnTo>
                      <a:pt x="228" y="258"/>
                    </a:lnTo>
                    <a:lnTo>
                      <a:pt x="228" y="258"/>
                    </a:lnTo>
                    <a:lnTo>
                      <a:pt x="225" y="258"/>
                    </a:lnTo>
                    <a:lnTo>
                      <a:pt x="225" y="258"/>
                    </a:lnTo>
                    <a:lnTo>
                      <a:pt x="223" y="258"/>
                    </a:lnTo>
                    <a:lnTo>
                      <a:pt x="223" y="258"/>
                    </a:lnTo>
                    <a:lnTo>
                      <a:pt x="223" y="258"/>
                    </a:lnTo>
                    <a:lnTo>
                      <a:pt x="223" y="261"/>
                    </a:lnTo>
                    <a:lnTo>
                      <a:pt x="221" y="261"/>
                    </a:lnTo>
                    <a:lnTo>
                      <a:pt x="221" y="261"/>
                    </a:lnTo>
                    <a:lnTo>
                      <a:pt x="221" y="261"/>
                    </a:lnTo>
                    <a:lnTo>
                      <a:pt x="218" y="261"/>
                    </a:lnTo>
                    <a:lnTo>
                      <a:pt x="218" y="261"/>
                    </a:lnTo>
                    <a:lnTo>
                      <a:pt x="218" y="261"/>
                    </a:lnTo>
                    <a:lnTo>
                      <a:pt x="216" y="261"/>
                    </a:lnTo>
                    <a:lnTo>
                      <a:pt x="216" y="261"/>
                    </a:lnTo>
                    <a:lnTo>
                      <a:pt x="216" y="261"/>
                    </a:lnTo>
                    <a:lnTo>
                      <a:pt x="216" y="263"/>
                    </a:lnTo>
                    <a:lnTo>
                      <a:pt x="213" y="263"/>
                    </a:lnTo>
                    <a:lnTo>
                      <a:pt x="213" y="263"/>
                    </a:lnTo>
                    <a:lnTo>
                      <a:pt x="213" y="263"/>
                    </a:lnTo>
                    <a:lnTo>
                      <a:pt x="211" y="263"/>
                    </a:lnTo>
                    <a:lnTo>
                      <a:pt x="211" y="263"/>
                    </a:lnTo>
                    <a:lnTo>
                      <a:pt x="209" y="263"/>
                    </a:lnTo>
                    <a:lnTo>
                      <a:pt x="209" y="263"/>
                    </a:lnTo>
                    <a:lnTo>
                      <a:pt x="209" y="263"/>
                    </a:lnTo>
                    <a:lnTo>
                      <a:pt x="209" y="263"/>
                    </a:lnTo>
                    <a:lnTo>
                      <a:pt x="209" y="263"/>
                    </a:lnTo>
                    <a:lnTo>
                      <a:pt x="206" y="263"/>
                    </a:lnTo>
                    <a:lnTo>
                      <a:pt x="206" y="263"/>
                    </a:lnTo>
                    <a:lnTo>
                      <a:pt x="206" y="263"/>
                    </a:lnTo>
                    <a:lnTo>
                      <a:pt x="206" y="265"/>
                    </a:lnTo>
                    <a:lnTo>
                      <a:pt x="206" y="265"/>
                    </a:lnTo>
                    <a:lnTo>
                      <a:pt x="206" y="268"/>
                    </a:lnTo>
                    <a:lnTo>
                      <a:pt x="206" y="268"/>
                    </a:lnTo>
                    <a:lnTo>
                      <a:pt x="206" y="270"/>
                    </a:lnTo>
                    <a:lnTo>
                      <a:pt x="206" y="270"/>
                    </a:lnTo>
                    <a:lnTo>
                      <a:pt x="206" y="272"/>
                    </a:lnTo>
                    <a:lnTo>
                      <a:pt x="206" y="272"/>
                    </a:lnTo>
                    <a:lnTo>
                      <a:pt x="206" y="275"/>
                    </a:lnTo>
                    <a:lnTo>
                      <a:pt x="206" y="275"/>
                    </a:lnTo>
                    <a:lnTo>
                      <a:pt x="206" y="275"/>
                    </a:lnTo>
                    <a:lnTo>
                      <a:pt x="206" y="277"/>
                    </a:lnTo>
                    <a:lnTo>
                      <a:pt x="206" y="277"/>
                    </a:lnTo>
                    <a:lnTo>
                      <a:pt x="206" y="279"/>
                    </a:lnTo>
                    <a:lnTo>
                      <a:pt x="206" y="279"/>
                    </a:lnTo>
                    <a:lnTo>
                      <a:pt x="206" y="282"/>
                    </a:lnTo>
                    <a:lnTo>
                      <a:pt x="206" y="282"/>
                    </a:lnTo>
                    <a:lnTo>
                      <a:pt x="206" y="284"/>
                    </a:lnTo>
                    <a:lnTo>
                      <a:pt x="206" y="284"/>
                    </a:lnTo>
                    <a:lnTo>
                      <a:pt x="206" y="284"/>
                    </a:lnTo>
                    <a:lnTo>
                      <a:pt x="206" y="287"/>
                    </a:lnTo>
                    <a:lnTo>
                      <a:pt x="206" y="287"/>
                    </a:lnTo>
                    <a:lnTo>
                      <a:pt x="206" y="289"/>
                    </a:lnTo>
                    <a:lnTo>
                      <a:pt x="206" y="289"/>
                    </a:lnTo>
                    <a:lnTo>
                      <a:pt x="206" y="291"/>
                    </a:lnTo>
                    <a:lnTo>
                      <a:pt x="206" y="291"/>
                    </a:lnTo>
                    <a:lnTo>
                      <a:pt x="206" y="294"/>
                    </a:lnTo>
                    <a:lnTo>
                      <a:pt x="206" y="294"/>
                    </a:lnTo>
                    <a:lnTo>
                      <a:pt x="206" y="294"/>
                    </a:lnTo>
                    <a:lnTo>
                      <a:pt x="206" y="296"/>
                    </a:lnTo>
                    <a:lnTo>
                      <a:pt x="206" y="296"/>
                    </a:lnTo>
                    <a:lnTo>
                      <a:pt x="206" y="298"/>
                    </a:lnTo>
                    <a:lnTo>
                      <a:pt x="206" y="298"/>
                    </a:lnTo>
                    <a:lnTo>
                      <a:pt x="206" y="301"/>
                    </a:lnTo>
                    <a:lnTo>
                      <a:pt x="206" y="301"/>
                    </a:lnTo>
                    <a:lnTo>
                      <a:pt x="206" y="303"/>
                    </a:lnTo>
                    <a:lnTo>
                      <a:pt x="206" y="303"/>
                    </a:lnTo>
                    <a:lnTo>
                      <a:pt x="206" y="303"/>
                    </a:lnTo>
                    <a:lnTo>
                      <a:pt x="206" y="306"/>
                    </a:lnTo>
                    <a:lnTo>
                      <a:pt x="206" y="306"/>
                    </a:lnTo>
                    <a:lnTo>
                      <a:pt x="206" y="308"/>
                    </a:lnTo>
                    <a:lnTo>
                      <a:pt x="206" y="308"/>
                    </a:lnTo>
                    <a:lnTo>
                      <a:pt x="206" y="310"/>
                    </a:lnTo>
                    <a:lnTo>
                      <a:pt x="206" y="310"/>
                    </a:lnTo>
                    <a:lnTo>
                      <a:pt x="206" y="313"/>
                    </a:lnTo>
                    <a:lnTo>
                      <a:pt x="206" y="313"/>
                    </a:lnTo>
                    <a:lnTo>
                      <a:pt x="206" y="313"/>
                    </a:lnTo>
                    <a:lnTo>
                      <a:pt x="206" y="315"/>
                    </a:lnTo>
                    <a:lnTo>
                      <a:pt x="206" y="315"/>
                    </a:lnTo>
                    <a:lnTo>
                      <a:pt x="206" y="317"/>
                    </a:lnTo>
                    <a:lnTo>
                      <a:pt x="206" y="317"/>
                    </a:lnTo>
                    <a:lnTo>
                      <a:pt x="206" y="320"/>
                    </a:lnTo>
                    <a:lnTo>
                      <a:pt x="206" y="320"/>
                    </a:lnTo>
                    <a:lnTo>
                      <a:pt x="206" y="322"/>
                    </a:lnTo>
                    <a:lnTo>
                      <a:pt x="206" y="322"/>
                    </a:lnTo>
                    <a:lnTo>
                      <a:pt x="206" y="325"/>
                    </a:lnTo>
                    <a:lnTo>
                      <a:pt x="206" y="325"/>
                    </a:lnTo>
                    <a:lnTo>
                      <a:pt x="206" y="325"/>
                    </a:lnTo>
                    <a:lnTo>
                      <a:pt x="206" y="327"/>
                    </a:lnTo>
                    <a:lnTo>
                      <a:pt x="206" y="327"/>
                    </a:lnTo>
                    <a:lnTo>
                      <a:pt x="206" y="329"/>
                    </a:lnTo>
                    <a:lnTo>
                      <a:pt x="206" y="329"/>
                    </a:lnTo>
                    <a:lnTo>
                      <a:pt x="206" y="332"/>
                    </a:lnTo>
                    <a:lnTo>
                      <a:pt x="206" y="332"/>
                    </a:lnTo>
                    <a:lnTo>
                      <a:pt x="206" y="334"/>
                    </a:lnTo>
                    <a:lnTo>
                      <a:pt x="206" y="334"/>
                    </a:lnTo>
                    <a:lnTo>
                      <a:pt x="206" y="334"/>
                    </a:lnTo>
                    <a:lnTo>
                      <a:pt x="206" y="336"/>
                    </a:lnTo>
                    <a:lnTo>
                      <a:pt x="206" y="336"/>
                    </a:lnTo>
                    <a:lnTo>
                      <a:pt x="206" y="339"/>
                    </a:lnTo>
                    <a:lnTo>
                      <a:pt x="206" y="339"/>
                    </a:lnTo>
                    <a:lnTo>
                      <a:pt x="206" y="341"/>
                    </a:lnTo>
                    <a:lnTo>
                      <a:pt x="206" y="341"/>
                    </a:lnTo>
                    <a:lnTo>
                      <a:pt x="206" y="343"/>
                    </a:lnTo>
                    <a:lnTo>
                      <a:pt x="206" y="343"/>
                    </a:lnTo>
                    <a:lnTo>
                      <a:pt x="206" y="343"/>
                    </a:lnTo>
                    <a:lnTo>
                      <a:pt x="206" y="346"/>
                    </a:lnTo>
                    <a:lnTo>
                      <a:pt x="206" y="346"/>
                    </a:lnTo>
                    <a:lnTo>
                      <a:pt x="206" y="348"/>
                    </a:lnTo>
                    <a:lnTo>
                      <a:pt x="206" y="348"/>
                    </a:lnTo>
                    <a:lnTo>
                      <a:pt x="206" y="351"/>
                    </a:lnTo>
                    <a:lnTo>
                      <a:pt x="206" y="351"/>
                    </a:lnTo>
                    <a:lnTo>
                      <a:pt x="206" y="353"/>
                    </a:lnTo>
                    <a:lnTo>
                      <a:pt x="206" y="353"/>
                    </a:lnTo>
                    <a:lnTo>
                      <a:pt x="206" y="353"/>
                    </a:lnTo>
                    <a:lnTo>
                      <a:pt x="206" y="355"/>
                    </a:lnTo>
                    <a:lnTo>
                      <a:pt x="206" y="355"/>
                    </a:lnTo>
                    <a:lnTo>
                      <a:pt x="206" y="358"/>
                    </a:lnTo>
                    <a:lnTo>
                      <a:pt x="204" y="358"/>
                    </a:lnTo>
                    <a:lnTo>
                      <a:pt x="204" y="358"/>
                    </a:lnTo>
                    <a:lnTo>
                      <a:pt x="202" y="358"/>
                    </a:lnTo>
                    <a:lnTo>
                      <a:pt x="202" y="358"/>
                    </a:lnTo>
                    <a:lnTo>
                      <a:pt x="202" y="358"/>
                    </a:lnTo>
                    <a:lnTo>
                      <a:pt x="202" y="358"/>
                    </a:lnTo>
                    <a:lnTo>
                      <a:pt x="199" y="358"/>
                    </a:lnTo>
                    <a:lnTo>
                      <a:pt x="199" y="358"/>
                    </a:lnTo>
                    <a:lnTo>
                      <a:pt x="199" y="358"/>
                    </a:lnTo>
                    <a:lnTo>
                      <a:pt x="199" y="360"/>
                    </a:lnTo>
                    <a:lnTo>
                      <a:pt x="197" y="360"/>
                    </a:lnTo>
                    <a:lnTo>
                      <a:pt x="197" y="360"/>
                    </a:lnTo>
                    <a:lnTo>
                      <a:pt x="195" y="360"/>
                    </a:lnTo>
                    <a:lnTo>
                      <a:pt x="195" y="360"/>
                    </a:lnTo>
                    <a:lnTo>
                      <a:pt x="195" y="360"/>
                    </a:lnTo>
                    <a:lnTo>
                      <a:pt x="195" y="358"/>
                    </a:lnTo>
                    <a:lnTo>
                      <a:pt x="192" y="358"/>
                    </a:lnTo>
                    <a:lnTo>
                      <a:pt x="192" y="358"/>
                    </a:lnTo>
                    <a:lnTo>
                      <a:pt x="192" y="358"/>
                    </a:lnTo>
                    <a:lnTo>
                      <a:pt x="192" y="355"/>
                    </a:lnTo>
                    <a:lnTo>
                      <a:pt x="190" y="355"/>
                    </a:lnTo>
                    <a:lnTo>
                      <a:pt x="190" y="355"/>
                    </a:lnTo>
                    <a:lnTo>
                      <a:pt x="190" y="355"/>
                    </a:lnTo>
                    <a:lnTo>
                      <a:pt x="190" y="355"/>
                    </a:lnTo>
                    <a:lnTo>
                      <a:pt x="190" y="353"/>
                    </a:lnTo>
                    <a:lnTo>
                      <a:pt x="187" y="353"/>
                    </a:lnTo>
                    <a:lnTo>
                      <a:pt x="187" y="353"/>
                    </a:lnTo>
                    <a:lnTo>
                      <a:pt x="187" y="353"/>
                    </a:lnTo>
                    <a:lnTo>
                      <a:pt x="187" y="353"/>
                    </a:lnTo>
                    <a:lnTo>
                      <a:pt x="187" y="351"/>
                    </a:lnTo>
                    <a:lnTo>
                      <a:pt x="187" y="351"/>
                    </a:lnTo>
                    <a:lnTo>
                      <a:pt x="187" y="351"/>
                    </a:lnTo>
                    <a:lnTo>
                      <a:pt x="187" y="348"/>
                    </a:lnTo>
                    <a:lnTo>
                      <a:pt x="185" y="348"/>
                    </a:lnTo>
                    <a:lnTo>
                      <a:pt x="185" y="348"/>
                    </a:lnTo>
                    <a:lnTo>
                      <a:pt x="185" y="348"/>
                    </a:lnTo>
                    <a:lnTo>
                      <a:pt x="185" y="346"/>
                    </a:lnTo>
                    <a:lnTo>
                      <a:pt x="183" y="346"/>
                    </a:lnTo>
                    <a:lnTo>
                      <a:pt x="183" y="346"/>
                    </a:lnTo>
                    <a:lnTo>
                      <a:pt x="183" y="346"/>
                    </a:lnTo>
                    <a:lnTo>
                      <a:pt x="183" y="343"/>
                    </a:lnTo>
                    <a:lnTo>
                      <a:pt x="183" y="343"/>
                    </a:lnTo>
                    <a:lnTo>
                      <a:pt x="183" y="343"/>
                    </a:lnTo>
                    <a:lnTo>
                      <a:pt x="183" y="343"/>
                    </a:lnTo>
                    <a:lnTo>
                      <a:pt x="183" y="341"/>
                    </a:lnTo>
                    <a:lnTo>
                      <a:pt x="180" y="341"/>
                    </a:lnTo>
                    <a:lnTo>
                      <a:pt x="180" y="341"/>
                    </a:lnTo>
                    <a:lnTo>
                      <a:pt x="180" y="341"/>
                    </a:lnTo>
                    <a:lnTo>
                      <a:pt x="180" y="339"/>
                    </a:lnTo>
                    <a:lnTo>
                      <a:pt x="180" y="339"/>
                    </a:lnTo>
                    <a:lnTo>
                      <a:pt x="178" y="339"/>
                    </a:lnTo>
                    <a:lnTo>
                      <a:pt x="178" y="339"/>
                    </a:lnTo>
                    <a:lnTo>
                      <a:pt x="178" y="339"/>
                    </a:lnTo>
                    <a:lnTo>
                      <a:pt x="176" y="339"/>
                    </a:lnTo>
                    <a:lnTo>
                      <a:pt x="176" y="336"/>
                    </a:lnTo>
                    <a:lnTo>
                      <a:pt x="176" y="336"/>
                    </a:lnTo>
                    <a:lnTo>
                      <a:pt x="176" y="336"/>
                    </a:lnTo>
                    <a:lnTo>
                      <a:pt x="176" y="336"/>
                    </a:lnTo>
                    <a:lnTo>
                      <a:pt x="173" y="336"/>
                    </a:lnTo>
                    <a:lnTo>
                      <a:pt x="173" y="336"/>
                    </a:lnTo>
                    <a:lnTo>
                      <a:pt x="173" y="334"/>
                    </a:lnTo>
                    <a:lnTo>
                      <a:pt x="173" y="334"/>
                    </a:lnTo>
                    <a:lnTo>
                      <a:pt x="173" y="334"/>
                    </a:lnTo>
                    <a:lnTo>
                      <a:pt x="171" y="334"/>
                    </a:lnTo>
                    <a:lnTo>
                      <a:pt x="171" y="334"/>
                    </a:lnTo>
                    <a:lnTo>
                      <a:pt x="171" y="334"/>
                    </a:lnTo>
                    <a:lnTo>
                      <a:pt x="168" y="334"/>
                    </a:lnTo>
                    <a:lnTo>
                      <a:pt x="168" y="334"/>
                    </a:lnTo>
                    <a:lnTo>
                      <a:pt x="168" y="332"/>
                    </a:lnTo>
                    <a:lnTo>
                      <a:pt x="168" y="332"/>
                    </a:lnTo>
                    <a:lnTo>
                      <a:pt x="166" y="332"/>
                    </a:lnTo>
                    <a:lnTo>
                      <a:pt x="166" y="332"/>
                    </a:lnTo>
                    <a:lnTo>
                      <a:pt x="166" y="332"/>
                    </a:lnTo>
                    <a:lnTo>
                      <a:pt x="164" y="332"/>
                    </a:lnTo>
                    <a:lnTo>
                      <a:pt x="164" y="332"/>
                    </a:lnTo>
                    <a:lnTo>
                      <a:pt x="161" y="332"/>
                    </a:lnTo>
                    <a:lnTo>
                      <a:pt x="161" y="332"/>
                    </a:lnTo>
                    <a:lnTo>
                      <a:pt x="161" y="332"/>
                    </a:lnTo>
                    <a:lnTo>
                      <a:pt x="159" y="332"/>
                    </a:lnTo>
                    <a:lnTo>
                      <a:pt x="159" y="332"/>
                    </a:lnTo>
                    <a:lnTo>
                      <a:pt x="159" y="332"/>
                    </a:lnTo>
                    <a:lnTo>
                      <a:pt x="157" y="332"/>
                    </a:lnTo>
                    <a:lnTo>
                      <a:pt x="157" y="334"/>
                    </a:lnTo>
                    <a:lnTo>
                      <a:pt x="157" y="334"/>
                    </a:lnTo>
                    <a:lnTo>
                      <a:pt x="154" y="334"/>
                    </a:lnTo>
                    <a:lnTo>
                      <a:pt x="154" y="334"/>
                    </a:lnTo>
                    <a:lnTo>
                      <a:pt x="154" y="334"/>
                    </a:lnTo>
                    <a:lnTo>
                      <a:pt x="152" y="334"/>
                    </a:lnTo>
                    <a:lnTo>
                      <a:pt x="152" y="334"/>
                    </a:lnTo>
                    <a:lnTo>
                      <a:pt x="150" y="334"/>
                    </a:lnTo>
                    <a:lnTo>
                      <a:pt x="150" y="334"/>
                    </a:lnTo>
                    <a:lnTo>
                      <a:pt x="150" y="334"/>
                    </a:lnTo>
                    <a:lnTo>
                      <a:pt x="150" y="334"/>
                    </a:lnTo>
                    <a:lnTo>
                      <a:pt x="147" y="334"/>
                    </a:lnTo>
                    <a:lnTo>
                      <a:pt x="147" y="334"/>
                    </a:lnTo>
                    <a:lnTo>
                      <a:pt x="147" y="334"/>
                    </a:lnTo>
                    <a:lnTo>
                      <a:pt x="147" y="334"/>
                    </a:lnTo>
                    <a:lnTo>
                      <a:pt x="145" y="334"/>
                    </a:lnTo>
                    <a:lnTo>
                      <a:pt x="145" y="336"/>
                    </a:lnTo>
                    <a:lnTo>
                      <a:pt x="145" y="336"/>
                    </a:lnTo>
                    <a:lnTo>
                      <a:pt x="142" y="336"/>
                    </a:lnTo>
                    <a:lnTo>
                      <a:pt x="142" y="336"/>
                    </a:lnTo>
                    <a:lnTo>
                      <a:pt x="142" y="336"/>
                    </a:lnTo>
                    <a:lnTo>
                      <a:pt x="142" y="336"/>
                    </a:lnTo>
                    <a:lnTo>
                      <a:pt x="140" y="336"/>
                    </a:lnTo>
                    <a:lnTo>
                      <a:pt x="140" y="336"/>
                    </a:lnTo>
                    <a:lnTo>
                      <a:pt x="140" y="339"/>
                    </a:lnTo>
                    <a:lnTo>
                      <a:pt x="140" y="339"/>
                    </a:lnTo>
                    <a:lnTo>
                      <a:pt x="140" y="339"/>
                    </a:lnTo>
                    <a:lnTo>
                      <a:pt x="138" y="339"/>
                    </a:lnTo>
                    <a:lnTo>
                      <a:pt x="138" y="339"/>
                    </a:lnTo>
                    <a:lnTo>
                      <a:pt x="138" y="341"/>
                    </a:lnTo>
                    <a:lnTo>
                      <a:pt x="135" y="341"/>
                    </a:lnTo>
                    <a:lnTo>
                      <a:pt x="135" y="341"/>
                    </a:lnTo>
                    <a:lnTo>
                      <a:pt x="135" y="341"/>
                    </a:lnTo>
                    <a:lnTo>
                      <a:pt x="135" y="341"/>
                    </a:lnTo>
                    <a:lnTo>
                      <a:pt x="135" y="343"/>
                    </a:lnTo>
                    <a:lnTo>
                      <a:pt x="133" y="343"/>
                    </a:lnTo>
                    <a:lnTo>
                      <a:pt x="133" y="343"/>
                    </a:lnTo>
                    <a:lnTo>
                      <a:pt x="133" y="343"/>
                    </a:lnTo>
                    <a:lnTo>
                      <a:pt x="133" y="343"/>
                    </a:lnTo>
                    <a:lnTo>
                      <a:pt x="133" y="343"/>
                    </a:lnTo>
                    <a:lnTo>
                      <a:pt x="131" y="343"/>
                    </a:lnTo>
                    <a:lnTo>
                      <a:pt x="131" y="343"/>
                    </a:lnTo>
                    <a:lnTo>
                      <a:pt x="131" y="346"/>
                    </a:lnTo>
                    <a:lnTo>
                      <a:pt x="128" y="346"/>
                    </a:lnTo>
                    <a:lnTo>
                      <a:pt x="128" y="346"/>
                    </a:lnTo>
                    <a:lnTo>
                      <a:pt x="128" y="346"/>
                    </a:lnTo>
                    <a:lnTo>
                      <a:pt x="128" y="346"/>
                    </a:lnTo>
                    <a:lnTo>
                      <a:pt x="128" y="343"/>
                    </a:lnTo>
                    <a:lnTo>
                      <a:pt x="128" y="343"/>
                    </a:lnTo>
                    <a:lnTo>
                      <a:pt x="128" y="343"/>
                    </a:lnTo>
                    <a:lnTo>
                      <a:pt x="128" y="343"/>
                    </a:lnTo>
                    <a:lnTo>
                      <a:pt x="128" y="341"/>
                    </a:lnTo>
                    <a:lnTo>
                      <a:pt x="128" y="341"/>
                    </a:lnTo>
                    <a:lnTo>
                      <a:pt x="128" y="341"/>
                    </a:lnTo>
                    <a:lnTo>
                      <a:pt x="128" y="339"/>
                    </a:lnTo>
                    <a:lnTo>
                      <a:pt x="128" y="339"/>
                    </a:lnTo>
                    <a:lnTo>
                      <a:pt x="128" y="336"/>
                    </a:lnTo>
                    <a:lnTo>
                      <a:pt x="128" y="336"/>
                    </a:lnTo>
                    <a:lnTo>
                      <a:pt x="128" y="334"/>
                    </a:lnTo>
                    <a:lnTo>
                      <a:pt x="128" y="334"/>
                    </a:lnTo>
                    <a:lnTo>
                      <a:pt x="128" y="334"/>
                    </a:lnTo>
                    <a:lnTo>
                      <a:pt x="131" y="334"/>
                    </a:lnTo>
                    <a:lnTo>
                      <a:pt x="131" y="334"/>
                    </a:lnTo>
                    <a:lnTo>
                      <a:pt x="131" y="334"/>
                    </a:lnTo>
                    <a:lnTo>
                      <a:pt x="131" y="332"/>
                    </a:lnTo>
                    <a:lnTo>
                      <a:pt x="131" y="332"/>
                    </a:lnTo>
                    <a:lnTo>
                      <a:pt x="133" y="332"/>
                    </a:lnTo>
                    <a:lnTo>
                      <a:pt x="133" y="329"/>
                    </a:lnTo>
                    <a:lnTo>
                      <a:pt x="133" y="329"/>
                    </a:lnTo>
                    <a:lnTo>
                      <a:pt x="133" y="329"/>
                    </a:lnTo>
                    <a:lnTo>
                      <a:pt x="133" y="327"/>
                    </a:lnTo>
                    <a:lnTo>
                      <a:pt x="133" y="327"/>
                    </a:lnTo>
                    <a:lnTo>
                      <a:pt x="133" y="327"/>
                    </a:lnTo>
                    <a:lnTo>
                      <a:pt x="133" y="325"/>
                    </a:lnTo>
                    <a:lnTo>
                      <a:pt x="133" y="325"/>
                    </a:lnTo>
                    <a:lnTo>
                      <a:pt x="133" y="325"/>
                    </a:lnTo>
                    <a:lnTo>
                      <a:pt x="133" y="325"/>
                    </a:lnTo>
                    <a:lnTo>
                      <a:pt x="133" y="325"/>
                    </a:lnTo>
                    <a:lnTo>
                      <a:pt x="131" y="325"/>
                    </a:lnTo>
                    <a:lnTo>
                      <a:pt x="131" y="322"/>
                    </a:lnTo>
                    <a:lnTo>
                      <a:pt x="131" y="322"/>
                    </a:lnTo>
                    <a:lnTo>
                      <a:pt x="133" y="322"/>
                    </a:lnTo>
                    <a:lnTo>
                      <a:pt x="133" y="320"/>
                    </a:lnTo>
                    <a:lnTo>
                      <a:pt x="131" y="320"/>
                    </a:lnTo>
                    <a:lnTo>
                      <a:pt x="131" y="320"/>
                    </a:lnTo>
                    <a:lnTo>
                      <a:pt x="128" y="320"/>
                    </a:lnTo>
                    <a:lnTo>
                      <a:pt x="128" y="320"/>
                    </a:lnTo>
                    <a:lnTo>
                      <a:pt x="128" y="320"/>
                    </a:lnTo>
                    <a:lnTo>
                      <a:pt x="128" y="320"/>
                    </a:lnTo>
                    <a:lnTo>
                      <a:pt x="128" y="320"/>
                    </a:lnTo>
                    <a:lnTo>
                      <a:pt x="126" y="320"/>
                    </a:lnTo>
                    <a:lnTo>
                      <a:pt x="126" y="322"/>
                    </a:lnTo>
                    <a:lnTo>
                      <a:pt x="126" y="322"/>
                    </a:lnTo>
                    <a:lnTo>
                      <a:pt x="126" y="322"/>
                    </a:lnTo>
                    <a:lnTo>
                      <a:pt x="126" y="320"/>
                    </a:lnTo>
                    <a:lnTo>
                      <a:pt x="126" y="320"/>
                    </a:lnTo>
                    <a:lnTo>
                      <a:pt x="124" y="320"/>
                    </a:lnTo>
                    <a:lnTo>
                      <a:pt x="124" y="320"/>
                    </a:lnTo>
                    <a:lnTo>
                      <a:pt x="121" y="320"/>
                    </a:lnTo>
                    <a:lnTo>
                      <a:pt x="121" y="320"/>
                    </a:lnTo>
                    <a:lnTo>
                      <a:pt x="121" y="320"/>
                    </a:lnTo>
                    <a:lnTo>
                      <a:pt x="119" y="320"/>
                    </a:lnTo>
                    <a:lnTo>
                      <a:pt x="119" y="320"/>
                    </a:lnTo>
                    <a:lnTo>
                      <a:pt x="119" y="320"/>
                    </a:lnTo>
                    <a:lnTo>
                      <a:pt x="116" y="320"/>
                    </a:lnTo>
                    <a:lnTo>
                      <a:pt x="116" y="320"/>
                    </a:lnTo>
                    <a:lnTo>
                      <a:pt x="116" y="320"/>
                    </a:lnTo>
                    <a:lnTo>
                      <a:pt x="116" y="320"/>
                    </a:lnTo>
                    <a:lnTo>
                      <a:pt x="116" y="317"/>
                    </a:lnTo>
                    <a:lnTo>
                      <a:pt x="114" y="317"/>
                    </a:lnTo>
                    <a:lnTo>
                      <a:pt x="114" y="317"/>
                    </a:lnTo>
                    <a:lnTo>
                      <a:pt x="114" y="315"/>
                    </a:lnTo>
                    <a:lnTo>
                      <a:pt x="114" y="315"/>
                    </a:lnTo>
                    <a:lnTo>
                      <a:pt x="114" y="315"/>
                    </a:lnTo>
                    <a:lnTo>
                      <a:pt x="114" y="315"/>
                    </a:lnTo>
                    <a:lnTo>
                      <a:pt x="114" y="313"/>
                    </a:lnTo>
                    <a:lnTo>
                      <a:pt x="112" y="313"/>
                    </a:lnTo>
                    <a:lnTo>
                      <a:pt x="112" y="313"/>
                    </a:lnTo>
                    <a:lnTo>
                      <a:pt x="112" y="313"/>
                    </a:lnTo>
                    <a:lnTo>
                      <a:pt x="112" y="313"/>
                    </a:lnTo>
                    <a:lnTo>
                      <a:pt x="112" y="310"/>
                    </a:lnTo>
                    <a:lnTo>
                      <a:pt x="109" y="310"/>
                    </a:lnTo>
                    <a:lnTo>
                      <a:pt x="109" y="310"/>
                    </a:lnTo>
                    <a:lnTo>
                      <a:pt x="109" y="310"/>
                    </a:lnTo>
                    <a:lnTo>
                      <a:pt x="109" y="313"/>
                    </a:lnTo>
                    <a:lnTo>
                      <a:pt x="107" y="313"/>
                    </a:lnTo>
                    <a:lnTo>
                      <a:pt x="107" y="313"/>
                    </a:lnTo>
                    <a:lnTo>
                      <a:pt x="107" y="313"/>
                    </a:lnTo>
                    <a:lnTo>
                      <a:pt x="105" y="313"/>
                    </a:lnTo>
                    <a:lnTo>
                      <a:pt x="105" y="313"/>
                    </a:lnTo>
                    <a:lnTo>
                      <a:pt x="102" y="313"/>
                    </a:lnTo>
                    <a:lnTo>
                      <a:pt x="102" y="310"/>
                    </a:lnTo>
                    <a:lnTo>
                      <a:pt x="102" y="310"/>
                    </a:lnTo>
                    <a:lnTo>
                      <a:pt x="102" y="308"/>
                    </a:lnTo>
                    <a:lnTo>
                      <a:pt x="102" y="308"/>
                    </a:lnTo>
                    <a:lnTo>
                      <a:pt x="105" y="308"/>
                    </a:lnTo>
                    <a:lnTo>
                      <a:pt x="105" y="306"/>
                    </a:lnTo>
                    <a:lnTo>
                      <a:pt x="105" y="306"/>
                    </a:lnTo>
                    <a:lnTo>
                      <a:pt x="105" y="303"/>
                    </a:lnTo>
                    <a:lnTo>
                      <a:pt x="105" y="303"/>
                    </a:lnTo>
                    <a:lnTo>
                      <a:pt x="102" y="303"/>
                    </a:lnTo>
                    <a:lnTo>
                      <a:pt x="102" y="303"/>
                    </a:lnTo>
                    <a:lnTo>
                      <a:pt x="102" y="301"/>
                    </a:lnTo>
                    <a:lnTo>
                      <a:pt x="102" y="301"/>
                    </a:lnTo>
                    <a:lnTo>
                      <a:pt x="102" y="301"/>
                    </a:lnTo>
                    <a:lnTo>
                      <a:pt x="102" y="301"/>
                    </a:lnTo>
                    <a:lnTo>
                      <a:pt x="100" y="301"/>
                    </a:lnTo>
                    <a:lnTo>
                      <a:pt x="100" y="298"/>
                    </a:lnTo>
                    <a:lnTo>
                      <a:pt x="100" y="298"/>
                    </a:lnTo>
                    <a:lnTo>
                      <a:pt x="100" y="298"/>
                    </a:lnTo>
                    <a:lnTo>
                      <a:pt x="100" y="296"/>
                    </a:lnTo>
                    <a:lnTo>
                      <a:pt x="100" y="296"/>
                    </a:lnTo>
                    <a:lnTo>
                      <a:pt x="100" y="296"/>
                    </a:lnTo>
                    <a:lnTo>
                      <a:pt x="97" y="296"/>
                    </a:lnTo>
                    <a:lnTo>
                      <a:pt x="97" y="294"/>
                    </a:lnTo>
                    <a:lnTo>
                      <a:pt x="97" y="294"/>
                    </a:lnTo>
                    <a:lnTo>
                      <a:pt x="97" y="294"/>
                    </a:lnTo>
                    <a:lnTo>
                      <a:pt x="97" y="294"/>
                    </a:lnTo>
                    <a:lnTo>
                      <a:pt x="97" y="291"/>
                    </a:lnTo>
                    <a:lnTo>
                      <a:pt x="97" y="291"/>
                    </a:lnTo>
                    <a:lnTo>
                      <a:pt x="95" y="291"/>
                    </a:lnTo>
                    <a:lnTo>
                      <a:pt x="95" y="289"/>
                    </a:lnTo>
                    <a:lnTo>
                      <a:pt x="95" y="289"/>
                    </a:lnTo>
                    <a:lnTo>
                      <a:pt x="95" y="289"/>
                    </a:lnTo>
                    <a:lnTo>
                      <a:pt x="95" y="289"/>
                    </a:lnTo>
                    <a:lnTo>
                      <a:pt x="95" y="287"/>
                    </a:lnTo>
                    <a:lnTo>
                      <a:pt x="95" y="287"/>
                    </a:lnTo>
                    <a:lnTo>
                      <a:pt x="95" y="284"/>
                    </a:lnTo>
                    <a:lnTo>
                      <a:pt x="93" y="284"/>
                    </a:lnTo>
                    <a:lnTo>
                      <a:pt x="93" y="284"/>
                    </a:lnTo>
                    <a:lnTo>
                      <a:pt x="93" y="284"/>
                    </a:lnTo>
                    <a:lnTo>
                      <a:pt x="93" y="284"/>
                    </a:lnTo>
                    <a:lnTo>
                      <a:pt x="93" y="284"/>
                    </a:lnTo>
                    <a:lnTo>
                      <a:pt x="90" y="284"/>
                    </a:lnTo>
                    <a:lnTo>
                      <a:pt x="90" y="284"/>
                    </a:lnTo>
                    <a:lnTo>
                      <a:pt x="88" y="284"/>
                    </a:lnTo>
                    <a:lnTo>
                      <a:pt x="88" y="284"/>
                    </a:lnTo>
                    <a:lnTo>
                      <a:pt x="88" y="284"/>
                    </a:lnTo>
                    <a:lnTo>
                      <a:pt x="86" y="284"/>
                    </a:lnTo>
                    <a:lnTo>
                      <a:pt x="86" y="284"/>
                    </a:lnTo>
                    <a:lnTo>
                      <a:pt x="86" y="282"/>
                    </a:lnTo>
                    <a:lnTo>
                      <a:pt x="83" y="282"/>
                    </a:lnTo>
                    <a:lnTo>
                      <a:pt x="83" y="282"/>
                    </a:lnTo>
                    <a:lnTo>
                      <a:pt x="83" y="282"/>
                    </a:lnTo>
                    <a:lnTo>
                      <a:pt x="83" y="282"/>
                    </a:lnTo>
                    <a:lnTo>
                      <a:pt x="81" y="282"/>
                    </a:lnTo>
                    <a:lnTo>
                      <a:pt x="81" y="282"/>
                    </a:lnTo>
                    <a:lnTo>
                      <a:pt x="81" y="279"/>
                    </a:lnTo>
                    <a:lnTo>
                      <a:pt x="81" y="279"/>
                    </a:lnTo>
                    <a:lnTo>
                      <a:pt x="81" y="277"/>
                    </a:lnTo>
                    <a:lnTo>
                      <a:pt x="81" y="277"/>
                    </a:lnTo>
                    <a:lnTo>
                      <a:pt x="81" y="275"/>
                    </a:lnTo>
                    <a:lnTo>
                      <a:pt x="81" y="275"/>
                    </a:lnTo>
                    <a:lnTo>
                      <a:pt x="81" y="275"/>
                    </a:lnTo>
                    <a:lnTo>
                      <a:pt x="81" y="275"/>
                    </a:lnTo>
                    <a:lnTo>
                      <a:pt x="83" y="275"/>
                    </a:lnTo>
                    <a:lnTo>
                      <a:pt x="83" y="272"/>
                    </a:lnTo>
                    <a:lnTo>
                      <a:pt x="83" y="272"/>
                    </a:lnTo>
                    <a:lnTo>
                      <a:pt x="83" y="272"/>
                    </a:lnTo>
                    <a:lnTo>
                      <a:pt x="86" y="272"/>
                    </a:lnTo>
                    <a:lnTo>
                      <a:pt x="86" y="272"/>
                    </a:lnTo>
                    <a:lnTo>
                      <a:pt x="88" y="272"/>
                    </a:lnTo>
                    <a:lnTo>
                      <a:pt x="88" y="272"/>
                    </a:lnTo>
                    <a:lnTo>
                      <a:pt x="88" y="272"/>
                    </a:lnTo>
                    <a:lnTo>
                      <a:pt x="90" y="272"/>
                    </a:lnTo>
                    <a:lnTo>
                      <a:pt x="90" y="275"/>
                    </a:lnTo>
                    <a:lnTo>
                      <a:pt x="90" y="275"/>
                    </a:lnTo>
                    <a:lnTo>
                      <a:pt x="93" y="275"/>
                    </a:lnTo>
                    <a:lnTo>
                      <a:pt x="93" y="275"/>
                    </a:lnTo>
                    <a:lnTo>
                      <a:pt x="93" y="272"/>
                    </a:lnTo>
                    <a:lnTo>
                      <a:pt x="93" y="272"/>
                    </a:lnTo>
                    <a:lnTo>
                      <a:pt x="95" y="272"/>
                    </a:lnTo>
                    <a:lnTo>
                      <a:pt x="95" y="272"/>
                    </a:lnTo>
                    <a:lnTo>
                      <a:pt x="95" y="275"/>
                    </a:lnTo>
                    <a:lnTo>
                      <a:pt x="95" y="275"/>
                    </a:lnTo>
                    <a:lnTo>
                      <a:pt x="97" y="275"/>
                    </a:lnTo>
                    <a:lnTo>
                      <a:pt x="97" y="275"/>
                    </a:lnTo>
                    <a:lnTo>
                      <a:pt x="97" y="275"/>
                    </a:lnTo>
                    <a:lnTo>
                      <a:pt x="97" y="275"/>
                    </a:lnTo>
                    <a:lnTo>
                      <a:pt x="100" y="275"/>
                    </a:lnTo>
                    <a:lnTo>
                      <a:pt x="100" y="275"/>
                    </a:lnTo>
                    <a:lnTo>
                      <a:pt x="100" y="277"/>
                    </a:lnTo>
                    <a:lnTo>
                      <a:pt x="100" y="277"/>
                    </a:lnTo>
                    <a:lnTo>
                      <a:pt x="102" y="277"/>
                    </a:lnTo>
                    <a:lnTo>
                      <a:pt x="102" y="277"/>
                    </a:lnTo>
                    <a:lnTo>
                      <a:pt x="102" y="275"/>
                    </a:lnTo>
                    <a:lnTo>
                      <a:pt x="102" y="275"/>
                    </a:lnTo>
                    <a:lnTo>
                      <a:pt x="102" y="275"/>
                    </a:lnTo>
                    <a:lnTo>
                      <a:pt x="102" y="275"/>
                    </a:lnTo>
                    <a:lnTo>
                      <a:pt x="102" y="275"/>
                    </a:lnTo>
                    <a:lnTo>
                      <a:pt x="102" y="272"/>
                    </a:lnTo>
                    <a:lnTo>
                      <a:pt x="102" y="272"/>
                    </a:lnTo>
                    <a:lnTo>
                      <a:pt x="105" y="272"/>
                    </a:lnTo>
                    <a:lnTo>
                      <a:pt x="105" y="275"/>
                    </a:lnTo>
                    <a:lnTo>
                      <a:pt x="105" y="275"/>
                    </a:lnTo>
                    <a:lnTo>
                      <a:pt x="105" y="272"/>
                    </a:lnTo>
                    <a:lnTo>
                      <a:pt x="105" y="272"/>
                    </a:lnTo>
                    <a:lnTo>
                      <a:pt x="105" y="272"/>
                    </a:lnTo>
                    <a:lnTo>
                      <a:pt x="105" y="270"/>
                    </a:lnTo>
                    <a:lnTo>
                      <a:pt x="105" y="270"/>
                    </a:lnTo>
                    <a:lnTo>
                      <a:pt x="105" y="268"/>
                    </a:lnTo>
                    <a:lnTo>
                      <a:pt x="105" y="268"/>
                    </a:lnTo>
                    <a:lnTo>
                      <a:pt x="102" y="268"/>
                    </a:lnTo>
                    <a:lnTo>
                      <a:pt x="102" y="268"/>
                    </a:lnTo>
                    <a:lnTo>
                      <a:pt x="102" y="268"/>
                    </a:lnTo>
                    <a:lnTo>
                      <a:pt x="100" y="268"/>
                    </a:lnTo>
                    <a:lnTo>
                      <a:pt x="100" y="265"/>
                    </a:lnTo>
                    <a:lnTo>
                      <a:pt x="100" y="265"/>
                    </a:lnTo>
                    <a:lnTo>
                      <a:pt x="100" y="265"/>
                    </a:lnTo>
                    <a:lnTo>
                      <a:pt x="100" y="268"/>
                    </a:lnTo>
                    <a:lnTo>
                      <a:pt x="100" y="268"/>
                    </a:lnTo>
                    <a:lnTo>
                      <a:pt x="100" y="268"/>
                    </a:lnTo>
                    <a:lnTo>
                      <a:pt x="100" y="268"/>
                    </a:lnTo>
                    <a:lnTo>
                      <a:pt x="100" y="270"/>
                    </a:lnTo>
                    <a:lnTo>
                      <a:pt x="97" y="270"/>
                    </a:lnTo>
                    <a:lnTo>
                      <a:pt x="97" y="270"/>
                    </a:lnTo>
                    <a:lnTo>
                      <a:pt x="95" y="270"/>
                    </a:lnTo>
                    <a:lnTo>
                      <a:pt x="95" y="270"/>
                    </a:lnTo>
                    <a:lnTo>
                      <a:pt x="95" y="270"/>
                    </a:lnTo>
                    <a:lnTo>
                      <a:pt x="95" y="268"/>
                    </a:lnTo>
                    <a:lnTo>
                      <a:pt x="95" y="268"/>
                    </a:lnTo>
                    <a:lnTo>
                      <a:pt x="95" y="265"/>
                    </a:lnTo>
                    <a:lnTo>
                      <a:pt x="95" y="265"/>
                    </a:lnTo>
                    <a:lnTo>
                      <a:pt x="95" y="265"/>
                    </a:lnTo>
                    <a:lnTo>
                      <a:pt x="95" y="265"/>
                    </a:lnTo>
                    <a:lnTo>
                      <a:pt x="95" y="265"/>
                    </a:lnTo>
                    <a:lnTo>
                      <a:pt x="95" y="268"/>
                    </a:lnTo>
                    <a:lnTo>
                      <a:pt x="97" y="268"/>
                    </a:lnTo>
                    <a:lnTo>
                      <a:pt x="97" y="265"/>
                    </a:lnTo>
                    <a:lnTo>
                      <a:pt x="97" y="265"/>
                    </a:lnTo>
                    <a:lnTo>
                      <a:pt x="97" y="265"/>
                    </a:lnTo>
                    <a:lnTo>
                      <a:pt x="97" y="263"/>
                    </a:lnTo>
                    <a:lnTo>
                      <a:pt x="100" y="263"/>
                    </a:lnTo>
                    <a:lnTo>
                      <a:pt x="100" y="263"/>
                    </a:lnTo>
                    <a:lnTo>
                      <a:pt x="100" y="263"/>
                    </a:lnTo>
                    <a:lnTo>
                      <a:pt x="100" y="263"/>
                    </a:lnTo>
                    <a:lnTo>
                      <a:pt x="100" y="263"/>
                    </a:lnTo>
                    <a:lnTo>
                      <a:pt x="102" y="263"/>
                    </a:lnTo>
                    <a:lnTo>
                      <a:pt x="102" y="263"/>
                    </a:lnTo>
                    <a:lnTo>
                      <a:pt x="102" y="261"/>
                    </a:lnTo>
                    <a:lnTo>
                      <a:pt x="102" y="261"/>
                    </a:lnTo>
                    <a:lnTo>
                      <a:pt x="102" y="258"/>
                    </a:lnTo>
                    <a:lnTo>
                      <a:pt x="102" y="258"/>
                    </a:lnTo>
                    <a:lnTo>
                      <a:pt x="102" y="258"/>
                    </a:lnTo>
                    <a:lnTo>
                      <a:pt x="102" y="256"/>
                    </a:lnTo>
                    <a:lnTo>
                      <a:pt x="105" y="256"/>
                    </a:lnTo>
                    <a:lnTo>
                      <a:pt x="105" y="256"/>
                    </a:lnTo>
                    <a:lnTo>
                      <a:pt x="105" y="256"/>
                    </a:lnTo>
                    <a:lnTo>
                      <a:pt x="107" y="256"/>
                    </a:lnTo>
                    <a:lnTo>
                      <a:pt x="107" y="253"/>
                    </a:lnTo>
                    <a:lnTo>
                      <a:pt x="107" y="253"/>
                    </a:lnTo>
                    <a:lnTo>
                      <a:pt x="107" y="253"/>
                    </a:lnTo>
                    <a:lnTo>
                      <a:pt x="109" y="253"/>
                    </a:lnTo>
                    <a:lnTo>
                      <a:pt x="109" y="253"/>
                    </a:lnTo>
                    <a:lnTo>
                      <a:pt x="109" y="253"/>
                    </a:lnTo>
                    <a:lnTo>
                      <a:pt x="112" y="253"/>
                    </a:lnTo>
                    <a:lnTo>
                      <a:pt x="112" y="253"/>
                    </a:lnTo>
                    <a:lnTo>
                      <a:pt x="112" y="253"/>
                    </a:lnTo>
                    <a:lnTo>
                      <a:pt x="114" y="253"/>
                    </a:lnTo>
                    <a:lnTo>
                      <a:pt x="114" y="253"/>
                    </a:lnTo>
                    <a:lnTo>
                      <a:pt x="114" y="253"/>
                    </a:lnTo>
                    <a:lnTo>
                      <a:pt x="114" y="253"/>
                    </a:lnTo>
                    <a:lnTo>
                      <a:pt x="116" y="253"/>
                    </a:lnTo>
                    <a:lnTo>
                      <a:pt x="116" y="253"/>
                    </a:lnTo>
                    <a:lnTo>
                      <a:pt x="116" y="253"/>
                    </a:lnTo>
                    <a:lnTo>
                      <a:pt x="116" y="253"/>
                    </a:lnTo>
                    <a:lnTo>
                      <a:pt x="119" y="253"/>
                    </a:lnTo>
                    <a:lnTo>
                      <a:pt x="119" y="253"/>
                    </a:lnTo>
                    <a:lnTo>
                      <a:pt x="119" y="253"/>
                    </a:lnTo>
                    <a:lnTo>
                      <a:pt x="119" y="253"/>
                    </a:lnTo>
                    <a:lnTo>
                      <a:pt x="121" y="253"/>
                    </a:lnTo>
                    <a:lnTo>
                      <a:pt x="121" y="253"/>
                    </a:lnTo>
                    <a:lnTo>
                      <a:pt x="121" y="253"/>
                    </a:lnTo>
                    <a:lnTo>
                      <a:pt x="124" y="253"/>
                    </a:lnTo>
                    <a:lnTo>
                      <a:pt x="124" y="253"/>
                    </a:lnTo>
                    <a:lnTo>
                      <a:pt x="124" y="253"/>
                    </a:lnTo>
                    <a:lnTo>
                      <a:pt x="126" y="253"/>
                    </a:lnTo>
                    <a:lnTo>
                      <a:pt x="126" y="256"/>
                    </a:lnTo>
                    <a:lnTo>
                      <a:pt x="126" y="256"/>
                    </a:lnTo>
                    <a:lnTo>
                      <a:pt x="126" y="256"/>
                    </a:lnTo>
                    <a:lnTo>
                      <a:pt x="128" y="256"/>
                    </a:lnTo>
                    <a:lnTo>
                      <a:pt x="128" y="256"/>
                    </a:lnTo>
                    <a:lnTo>
                      <a:pt x="128" y="256"/>
                    </a:lnTo>
                    <a:lnTo>
                      <a:pt x="131" y="256"/>
                    </a:lnTo>
                    <a:lnTo>
                      <a:pt x="131" y="256"/>
                    </a:lnTo>
                    <a:lnTo>
                      <a:pt x="133" y="256"/>
                    </a:lnTo>
                    <a:lnTo>
                      <a:pt x="133" y="253"/>
                    </a:lnTo>
                    <a:lnTo>
                      <a:pt x="131" y="253"/>
                    </a:lnTo>
                    <a:lnTo>
                      <a:pt x="131" y="253"/>
                    </a:lnTo>
                    <a:lnTo>
                      <a:pt x="131" y="253"/>
                    </a:lnTo>
                    <a:lnTo>
                      <a:pt x="128" y="253"/>
                    </a:lnTo>
                    <a:lnTo>
                      <a:pt x="128" y="253"/>
                    </a:lnTo>
                    <a:lnTo>
                      <a:pt x="131" y="253"/>
                    </a:lnTo>
                    <a:lnTo>
                      <a:pt x="131" y="253"/>
                    </a:lnTo>
                    <a:lnTo>
                      <a:pt x="131" y="251"/>
                    </a:lnTo>
                    <a:lnTo>
                      <a:pt x="131" y="251"/>
                    </a:lnTo>
                    <a:lnTo>
                      <a:pt x="133" y="251"/>
                    </a:lnTo>
                    <a:lnTo>
                      <a:pt x="133" y="251"/>
                    </a:lnTo>
                    <a:lnTo>
                      <a:pt x="133" y="251"/>
                    </a:lnTo>
                    <a:lnTo>
                      <a:pt x="135" y="251"/>
                    </a:lnTo>
                    <a:lnTo>
                      <a:pt x="135" y="249"/>
                    </a:lnTo>
                    <a:lnTo>
                      <a:pt x="135" y="249"/>
                    </a:lnTo>
                    <a:lnTo>
                      <a:pt x="135" y="246"/>
                    </a:lnTo>
                    <a:lnTo>
                      <a:pt x="135" y="246"/>
                    </a:lnTo>
                    <a:lnTo>
                      <a:pt x="135" y="246"/>
                    </a:lnTo>
                    <a:lnTo>
                      <a:pt x="135" y="244"/>
                    </a:lnTo>
                    <a:lnTo>
                      <a:pt x="135" y="244"/>
                    </a:lnTo>
                    <a:lnTo>
                      <a:pt x="135" y="244"/>
                    </a:lnTo>
                    <a:lnTo>
                      <a:pt x="135" y="244"/>
                    </a:lnTo>
                    <a:lnTo>
                      <a:pt x="135" y="242"/>
                    </a:lnTo>
                    <a:lnTo>
                      <a:pt x="138" y="242"/>
                    </a:lnTo>
                    <a:lnTo>
                      <a:pt x="138" y="242"/>
                    </a:lnTo>
                    <a:lnTo>
                      <a:pt x="138" y="242"/>
                    </a:lnTo>
                    <a:lnTo>
                      <a:pt x="138" y="239"/>
                    </a:lnTo>
                    <a:lnTo>
                      <a:pt x="138" y="239"/>
                    </a:lnTo>
                    <a:lnTo>
                      <a:pt x="138" y="239"/>
                    </a:lnTo>
                    <a:lnTo>
                      <a:pt x="135" y="239"/>
                    </a:lnTo>
                    <a:lnTo>
                      <a:pt x="135" y="239"/>
                    </a:lnTo>
                    <a:lnTo>
                      <a:pt x="135" y="237"/>
                    </a:lnTo>
                    <a:lnTo>
                      <a:pt x="135" y="237"/>
                    </a:lnTo>
                    <a:lnTo>
                      <a:pt x="135" y="237"/>
                    </a:lnTo>
                    <a:lnTo>
                      <a:pt x="135" y="234"/>
                    </a:lnTo>
                    <a:lnTo>
                      <a:pt x="135" y="234"/>
                    </a:lnTo>
                    <a:lnTo>
                      <a:pt x="138" y="234"/>
                    </a:lnTo>
                    <a:lnTo>
                      <a:pt x="138" y="234"/>
                    </a:lnTo>
                    <a:lnTo>
                      <a:pt x="138" y="234"/>
                    </a:lnTo>
                    <a:lnTo>
                      <a:pt x="140" y="234"/>
                    </a:lnTo>
                    <a:lnTo>
                      <a:pt x="140" y="232"/>
                    </a:lnTo>
                    <a:lnTo>
                      <a:pt x="140" y="232"/>
                    </a:lnTo>
                    <a:lnTo>
                      <a:pt x="140" y="230"/>
                    </a:lnTo>
                    <a:lnTo>
                      <a:pt x="140" y="230"/>
                    </a:lnTo>
                    <a:lnTo>
                      <a:pt x="140" y="227"/>
                    </a:lnTo>
                    <a:lnTo>
                      <a:pt x="140" y="227"/>
                    </a:lnTo>
                    <a:lnTo>
                      <a:pt x="140" y="227"/>
                    </a:lnTo>
                    <a:lnTo>
                      <a:pt x="140" y="225"/>
                    </a:lnTo>
                    <a:lnTo>
                      <a:pt x="140" y="225"/>
                    </a:lnTo>
                    <a:lnTo>
                      <a:pt x="140" y="225"/>
                    </a:lnTo>
                    <a:lnTo>
                      <a:pt x="138" y="225"/>
                    </a:lnTo>
                    <a:lnTo>
                      <a:pt x="138" y="225"/>
                    </a:lnTo>
                    <a:lnTo>
                      <a:pt x="138" y="223"/>
                    </a:lnTo>
                    <a:lnTo>
                      <a:pt x="140" y="223"/>
                    </a:lnTo>
                    <a:lnTo>
                      <a:pt x="140" y="223"/>
                    </a:lnTo>
                    <a:lnTo>
                      <a:pt x="138" y="223"/>
                    </a:lnTo>
                    <a:lnTo>
                      <a:pt x="138" y="220"/>
                    </a:lnTo>
                    <a:lnTo>
                      <a:pt x="138" y="220"/>
                    </a:lnTo>
                    <a:lnTo>
                      <a:pt x="135" y="220"/>
                    </a:lnTo>
                    <a:lnTo>
                      <a:pt x="135" y="223"/>
                    </a:lnTo>
                    <a:lnTo>
                      <a:pt x="135" y="223"/>
                    </a:lnTo>
                    <a:lnTo>
                      <a:pt x="135" y="223"/>
                    </a:lnTo>
                    <a:lnTo>
                      <a:pt x="135" y="220"/>
                    </a:lnTo>
                    <a:lnTo>
                      <a:pt x="133" y="220"/>
                    </a:lnTo>
                    <a:lnTo>
                      <a:pt x="133" y="220"/>
                    </a:lnTo>
                    <a:lnTo>
                      <a:pt x="133" y="220"/>
                    </a:lnTo>
                    <a:lnTo>
                      <a:pt x="133" y="218"/>
                    </a:lnTo>
                    <a:lnTo>
                      <a:pt x="133" y="218"/>
                    </a:lnTo>
                    <a:lnTo>
                      <a:pt x="133" y="220"/>
                    </a:lnTo>
                    <a:lnTo>
                      <a:pt x="131" y="220"/>
                    </a:lnTo>
                    <a:lnTo>
                      <a:pt x="131" y="220"/>
                    </a:lnTo>
                    <a:lnTo>
                      <a:pt x="131" y="218"/>
                    </a:lnTo>
                    <a:lnTo>
                      <a:pt x="131" y="218"/>
                    </a:lnTo>
                    <a:lnTo>
                      <a:pt x="128" y="218"/>
                    </a:lnTo>
                    <a:lnTo>
                      <a:pt x="128" y="218"/>
                    </a:lnTo>
                    <a:lnTo>
                      <a:pt x="128" y="218"/>
                    </a:lnTo>
                    <a:lnTo>
                      <a:pt x="128" y="218"/>
                    </a:lnTo>
                    <a:lnTo>
                      <a:pt x="128" y="220"/>
                    </a:lnTo>
                    <a:lnTo>
                      <a:pt x="126" y="220"/>
                    </a:lnTo>
                    <a:lnTo>
                      <a:pt x="126" y="220"/>
                    </a:lnTo>
                    <a:lnTo>
                      <a:pt x="126" y="220"/>
                    </a:lnTo>
                    <a:lnTo>
                      <a:pt x="126" y="220"/>
                    </a:lnTo>
                    <a:lnTo>
                      <a:pt x="124" y="220"/>
                    </a:lnTo>
                    <a:lnTo>
                      <a:pt x="124" y="220"/>
                    </a:lnTo>
                    <a:lnTo>
                      <a:pt x="124" y="220"/>
                    </a:lnTo>
                    <a:lnTo>
                      <a:pt x="121" y="220"/>
                    </a:lnTo>
                    <a:lnTo>
                      <a:pt x="121" y="220"/>
                    </a:lnTo>
                    <a:lnTo>
                      <a:pt x="121" y="220"/>
                    </a:lnTo>
                    <a:lnTo>
                      <a:pt x="121" y="218"/>
                    </a:lnTo>
                    <a:lnTo>
                      <a:pt x="119" y="218"/>
                    </a:lnTo>
                    <a:lnTo>
                      <a:pt x="119" y="218"/>
                    </a:lnTo>
                    <a:lnTo>
                      <a:pt x="116" y="218"/>
                    </a:lnTo>
                    <a:lnTo>
                      <a:pt x="116" y="218"/>
                    </a:lnTo>
                    <a:lnTo>
                      <a:pt x="116" y="218"/>
                    </a:lnTo>
                    <a:lnTo>
                      <a:pt x="116" y="218"/>
                    </a:lnTo>
                    <a:lnTo>
                      <a:pt x="114" y="218"/>
                    </a:lnTo>
                    <a:lnTo>
                      <a:pt x="114" y="218"/>
                    </a:lnTo>
                    <a:lnTo>
                      <a:pt x="114" y="220"/>
                    </a:lnTo>
                    <a:lnTo>
                      <a:pt x="114" y="220"/>
                    </a:lnTo>
                    <a:lnTo>
                      <a:pt x="114" y="220"/>
                    </a:lnTo>
                    <a:lnTo>
                      <a:pt x="114" y="220"/>
                    </a:lnTo>
                    <a:lnTo>
                      <a:pt x="114" y="220"/>
                    </a:lnTo>
                    <a:lnTo>
                      <a:pt x="114" y="218"/>
                    </a:lnTo>
                    <a:lnTo>
                      <a:pt x="112" y="218"/>
                    </a:lnTo>
                    <a:lnTo>
                      <a:pt x="112" y="218"/>
                    </a:lnTo>
                    <a:lnTo>
                      <a:pt x="112" y="218"/>
                    </a:lnTo>
                    <a:lnTo>
                      <a:pt x="109" y="218"/>
                    </a:lnTo>
                    <a:lnTo>
                      <a:pt x="109" y="218"/>
                    </a:lnTo>
                    <a:lnTo>
                      <a:pt x="109" y="215"/>
                    </a:lnTo>
                    <a:lnTo>
                      <a:pt x="109" y="215"/>
                    </a:lnTo>
                    <a:lnTo>
                      <a:pt x="109" y="215"/>
                    </a:lnTo>
                    <a:lnTo>
                      <a:pt x="109" y="215"/>
                    </a:lnTo>
                    <a:lnTo>
                      <a:pt x="107" y="215"/>
                    </a:lnTo>
                    <a:lnTo>
                      <a:pt x="107" y="215"/>
                    </a:lnTo>
                    <a:lnTo>
                      <a:pt x="107" y="213"/>
                    </a:lnTo>
                    <a:lnTo>
                      <a:pt x="107" y="213"/>
                    </a:lnTo>
                    <a:lnTo>
                      <a:pt x="105" y="213"/>
                    </a:lnTo>
                    <a:lnTo>
                      <a:pt x="105" y="213"/>
                    </a:lnTo>
                    <a:lnTo>
                      <a:pt x="102" y="213"/>
                    </a:lnTo>
                    <a:lnTo>
                      <a:pt x="102" y="213"/>
                    </a:lnTo>
                    <a:lnTo>
                      <a:pt x="102" y="215"/>
                    </a:lnTo>
                    <a:lnTo>
                      <a:pt x="102" y="215"/>
                    </a:lnTo>
                    <a:lnTo>
                      <a:pt x="100" y="215"/>
                    </a:lnTo>
                    <a:lnTo>
                      <a:pt x="100" y="215"/>
                    </a:lnTo>
                    <a:lnTo>
                      <a:pt x="100" y="215"/>
                    </a:lnTo>
                    <a:lnTo>
                      <a:pt x="100" y="215"/>
                    </a:lnTo>
                    <a:lnTo>
                      <a:pt x="97" y="215"/>
                    </a:lnTo>
                    <a:lnTo>
                      <a:pt x="97" y="215"/>
                    </a:lnTo>
                    <a:lnTo>
                      <a:pt x="97" y="218"/>
                    </a:lnTo>
                    <a:lnTo>
                      <a:pt x="97" y="218"/>
                    </a:lnTo>
                    <a:lnTo>
                      <a:pt x="95" y="218"/>
                    </a:lnTo>
                    <a:lnTo>
                      <a:pt x="95" y="215"/>
                    </a:lnTo>
                    <a:lnTo>
                      <a:pt x="95" y="215"/>
                    </a:lnTo>
                    <a:lnTo>
                      <a:pt x="95" y="215"/>
                    </a:lnTo>
                    <a:lnTo>
                      <a:pt x="95" y="215"/>
                    </a:lnTo>
                    <a:lnTo>
                      <a:pt x="93" y="215"/>
                    </a:lnTo>
                    <a:lnTo>
                      <a:pt x="93" y="215"/>
                    </a:lnTo>
                    <a:lnTo>
                      <a:pt x="93" y="218"/>
                    </a:lnTo>
                    <a:lnTo>
                      <a:pt x="93" y="218"/>
                    </a:lnTo>
                    <a:lnTo>
                      <a:pt x="93" y="218"/>
                    </a:lnTo>
                    <a:lnTo>
                      <a:pt x="90" y="218"/>
                    </a:lnTo>
                    <a:lnTo>
                      <a:pt x="90" y="218"/>
                    </a:lnTo>
                    <a:lnTo>
                      <a:pt x="90" y="218"/>
                    </a:lnTo>
                    <a:lnTo>
                      <a:pt x="90" y="220"/>
                    </a:lnTo>
                    <a:lnTo>
                      <a:pt x="88" y="220"/>
                    </a:lnTo>
                    <a:lnTo>
                      <a:pt x="88" y="220"/>
                    </a:lnTo>
                    <a:lnTo>
                      <a:pt x="88" y="220"/>
                    </a:lnTo>
                    <a:lnTo>
                      <a:pt x="86" y="220"/>
                    </a:lnTo>
                    <a:lnTo>
                      <a:pt x="86" y="218"/>
                    </a:lnTo>
                    <a:lnTo>
                      <a:pt x="86" y="218"/>
                    </a:lnTo>
                    <a:lnTo>
                      <a:pt x="86" y="220"/>
                    </a:lnTo>
                    <a:lnTo>
                      <a:pt x="83" y="220"/>
                    </a:lnTo>
                    <a:lnTo>
                      <a:pt x="83" y="220"/>
                    </a:lnTo>
                    <a:lnTo>
                      <a:pt x="83" y="220"/>
                    </a:lnTo>
                    <a:lnTo>
                      <a:pt x="83" y="220"/>
                    </a:lnTo>
                    <a:lnTo>
                      <a:pt x="83" y="223"/>
                    </a:lnTo>
                    <a:lnTo>
                      <a:pt x="81" y="223"/>
                    </a:lnTo>
                    <a:lnTo>
                      <a:pt x="81" y="223"/>
                    </a:lnTo>
                    <a:lnTo>
                      <a:pt x="81" y="220"/>
                    </a:lnTo>
                    <a:lnTo>
                      <a:pt x="81" y="220"/>
                    </a:lnTo>
                    <a:lnTo>
                      <a:pt x="81" y="223"/>
                    </a:lnTo>
                    <a:lnTo>
                      <a:pt x="79" y="223"/>
                    </a:lnTo>
                    <a:lnTo>
                      <a:pt x="79" y="223"/>
                    </a:lnTo>
                    <a:lnTo>
                      <a:pt x="79" y="223"/>
                    </a:lnTo>
                    <a:lnTo>
                      <a:pt x="79" y="225"/>
                    </a:lnTo>
                    <a:lnTo>
                      <a:pt x="76" y="225"/>
                    </a:lnTo>
                    <a:lnTo>
                      <a:pt x="76" y="225"/>
                    </a:lnTo>
                    <a:lnTo>
                      <a:pt x="76" y="225"/>
                    </a:lnTo>
                    <a:lnTo>
                      <a:pt x="76" y="225"/>
                    </a:lnTo>
                    <a:lnTo>
                      <a:pt x="76" y="225"/>
                    </a:lnTo>
                    <a:lnTo>
                      <a:pt x="76" y="225"/>
                    </a:lnTo>
                    <a:lnTo>
                      <a:pt x="74" y="225"/>
                    </a:lnTo>
                    <a:lnTo>
                      <a:pt x="74" y="225"/>
                    </a:lnTo>
                    <a:lnTo>
                      <a:pt x="74" y="227"/>
                    </a:lnTo>
                    <a:lnTo>
                      <a:pt x="74" y="227"/>
                    </a:lnTo>
                    <a:lnTo>
                      <a:pt x="74" y="227"/>
                    </a:lnTo>
                    <a:lnTo>
                      <a:pt x="74" y="227"/>
                    </a:lnTo>
                    <a:lnTo>
                      <a:pt x="74" y="230"/>
                    </a:lnTo>
                    <a:lnTo>
                      <a:pt x="74" y="230"/>
                    </a:lnTo>
                    <a:lnTo>
                      <a:pt x="74" y="230"/>
                    </a:lnTo>
                    <a:lnTo>
                      <a:pt x="74" y="232"/>
                    </a:lnTo>
                    <a:lnTo>
                      <a:pt x="74" y="232"/>
                    </a:lnTo>
                    <a:lnTo>
                      <a:pt x="74" y="234"/>
                    </a:lnTo>
                    <a:lnTo>
                      <a:pt x="74" y="234"/>
                    </a:lnTo>
                    <a:lnTo>
                      <a:pt x="74" y="234"/>
                    </a:lnTo>
                    <a:lnTo>
                      <a:pt x="71" y="234"/>
                    </a:lnTo>
                    <a:lnTo>
                      <a:pt x="71" y="234"/>
                    </a:lnTo>
                    <a:lnTo>
                      <a:pt x="71" y="234"/>
                    </a:lnTo>
                    <a:lnTo>
                      <a:pt x="69" y="234"/>
                    </a:lnTo>
                    <a:lnTo>
                      <a:pt x="69" y="234"/>
                    </a:lnTo>
                    <a:lnTo>
                      <a:pt x="69" y="232"/>
                    </a:lnTo>
                    <a:lnTo>
                      <a:pt x="69" y="232"/>
                    </a:lnTo>
                    <a:lnTo>
                      <a:pt x="67" y="232"/>
                    </a:lnTo>
                    <a:lnTo>
                      <a:pt x="67" y="234"/>
                    </a:lnTo>
                    <a:lnTo>
                      <a:pt x="67" y="234"/>
                    </a:lnTo>
                    <a:lnTo>
                      <a:pt x="67" y="234"/>
                    </a:lnTo>
                    <a:lnTo>
                      <a:pt x="64" y="234"/>
                    </a:lnTo>
                    <a:lnTo>
                      <a:pt x="64" y="232"/>
                    </a:lnTo>
                    <a:lnTo>
                      <a:pt x="64" y="232"/>
                    </a:lnTo>
                    <a:lnTo>
                      <a:pt x="62" y="232"/>
                    </a:lnTo>
                    <a:lnTo>
                      <a:pt x="62" y="232"/>
                    </a:lnTo>
                    <a:lnTo>
                      <a:pt x="62" y="232"/>
                    </a:lnTo>
                    <a:lnTo>
                      <a:pt x="62" y="232"/>
                    </a:lnTo>
                    <a:lnTo>
                      <a:pt x="60" y="232"/>
                    </a:lnTo>
                    <a:lnTo>
                      <a:pt x="60" y="232"/>
                    </a:lnTo>
                    <a:lnTo>
                      <a:pt x="60" y="230"/>
                    </a:lnTo>
                    <a:lnTo>
                      <a:pt x="60" y="230"/>
                    </a:lnTo>
                    <a:lnTo>
                      <a:pt x="60" y="230"/>
                    </a:lnTo>
                    <a:lnTo>
                      <a:pt x="57" y="230"/>
                    </a:lnTo>
                    <a:lnTo>
                      <a:pt x="57" y="230"/>
                    </a:lnTo>
                    <a:lnTo>
                      <a:pt x="55" y="230"/>
                    </a:lnTo>
                    <a:lnTo>
                      <a:pt x="55" y="227"/>
                    </a:lnTo>
                    <a:lnTo>
                      <a:pt x="55" y="227"/>
                    </a:lnTo>
                    <a:lnTo>
                      <a:pt x="55" y="227"/>
                    </a:lnTo>
                    <a:lnTo>
                      <a:pt x="55" y="227"/>
                    </a:lnTo>
                    <a:lnTo>
                      <a:pt x="53" y="227"/>
                    </a:lnTo>
                    <a:lnTo>
                      <a:pt x="53" y="227"/>
                    </a:lnTo>
                    <a:lnTo>
                      <a:pt x="53" y="227"/>
                    </a:lnTo>
                    <a:lnTo>
                      <a:pt x="53" y="225"/>
                    </a:lnTo>
                    <a:lnTo>
                      <a:pt x="50" y="225"/>
                    </a:lnTo>
                    <a:lnTo>
                      <a:pt x="50" y="225"/>
                    </a:lnTo>
                    <a:lnTo>
                      <a:pt x="50" y="225"/>
                    </a:lnTo>
                    <a:lnTo>
                      <a:pt x="48" y="225"/>
                    </a:lnTo>
                    <a:lnTo>
                      <a:pt x="48" y="225"/>
                    </a:lnTo>
                    <a:lnTo>
                      <a:pt x="48" y="225"/>
                    </a:lnTo>
                    <a:lnTo>
                      <a:pt x="48" y="225"/>
                    </a:lnTo>
                    <a:lnTo>
                      <a:pt x="45" y="225"/>
                    </a:lnTo>
                    <a:lnTo>
                      <a:pt x="45" y="223"/>
                    </a:lnTo>
                    <a:lnTo>
                      <a:pt x="45" y="223"/>
                    </a:lnTo>
                    <a:lnTo>
                      <a:pt x="45" y="223"/>
                    </a:lnTo>
                    <a:lnTo>
                      <a:pt x="43" y="223"/>
                    </a:lnTo>
                    <a:lnTo>
                      <a:pt x="43" y="220"/>
                    </a:lnTo>
                    <a:lnTo>
                      <a:pt x="43" y="220"/>
                    </a:lnTo>
                    <a:lnTo>
                      <a:pt x="45" y="220"/>
                    </a:lnTo>
                    <a:lnTo>
                      <a:pt x="45" y="220"/>
                    </a:lnTo>
                    <a:lnTo>
                      <a:pt x="45" y="218"/>
                    </a:lnTo>
                    <a:lnTo>
                      <a:pt x="48" y="218"/>
                    </a:lnTo>
                    <a:lnTo>
                      <a:pt x="48" y="218"/>
                    </a:lnTo>
                    <a:lnTo>
                      <a:pt x="48" y="220"/>
                    </a:lnTo>
                    <a:lnTo>
                      <a:pt x="48" y="220"/>
                    </a:lnTo>
                    <a:lnTo>
                      <a:pt x="48" y="220"/>
                    </a:lnTo>
                    <a:lnTo>
                      <a:pt x="50" y="220"/>
                    </a:lnTo>
                    <a:lnTo>
                      <a:pt x="50" y="223"/>
                    </a:lnTo>
                    <a:lnTo>
                      <a:pt x="50" y="223"/>
                    </a:lnTo>
                    <a:lnTo>
                      <a:pt x="53" y="223"/>
                    </a:lnTo>
                    <a:lnTo>
                      <a:pt x="53" y="223"/>
                    </a:lnTo>
                    <a:lnTo>
                      <a:pt x="53" y="220"/>
                    </a:lnTo>
                    <a:lnTo>
                      <a:pt x="53" y="220"/>
                    </a:lnTo>
                    <a:lnTo>
                      <a:pt x="55" y="220"/>
                    </a:lnTo>
                    <a:lnTo>
                      <a:pt x="55" y="220"/>
                    </a:lnTo>
                    <a:lnTo>
                      <a:pt x="55" y="220"/>
                    </a:lnTo>
                    <a:lnTo>
                      <a:pt x="55" y="218"/>
                    </a:lnTo>
                    <a:lnTo>
                      <a:pt x="55" y="218"/>
                    </a:lnTo>
                    <a:lnTo>
                      <a:pt x="55" y="218"/>
                    </a:lnTo>
                    <a:lnTo>
                      <a:pt x="55" y="215"/>
                    </a:lnTo>
                    <a:lnTo>
                      <a:pt x="53" y="215"/>
                    </a:lnTo>
                    <a:lnTo>
                      <a:pt x="53" y="215"/>
                    </a:lnTo>
                    <a:lnTo>
                      <a:pt x="53" y="215"/>
                    </a:lnTo>
                    <a:lnTo>
                      <a:pt x="53" y="215"/>
                    </a:lnTo>
                    <a:lnTo>
                      <a:pt x="53" y="215"/>
                    </a:lnTo>
                    <a:lnTo>
                      <a:pt x="53" y="213"/>
                    </a:lnTo>
                    <a:lnTo>
                      <a:pt x="50" y="213"/>
                    </a:lnTo>
                    <a:lnTo>
                      <a:pt x="50" y="213"/>
                    </a:lnTo>
                    <a:lnTo>
                      <a:pt x="50" y="213"/>
                    </a:lnTo>
                    <a:lnTo>
                      <a:pt x="50" y="211"/>
                    </a:lnTo>
                    <a:lnTo>
                      <a:pt x="48" y="211"/>
                    </a:lnTo>
                    <a:lnTo>
                      <a:pt x="48" y="211"/>
                    </a:lnTo>
                    <a:lnTo>
                      <a:pt x="48" y="208"/>
                    </a:lnTo>
                    <a:lnTo>
                      <a:pt x="48" y="208"/>
                    </a:lnTo>
                    <a:lnTo>
                      <a:pt x="48" y="208"/>
                    </a:lnTo>
                    <a:lnTo>
                      <a:pt x="48" y="206"/>
                    </a:lnTo>
                    <a:lnTo>
                      <a:pt x="48" y="206"/>
                    </a:lnTo>
                    <a:lnTo>
                      <a:pt x="48" y="206"/>
                    </a:lnTo>
                    <a:lnTo>
                      <a:pt x="48" y="204"/>
                    </a:lnTo>
                    <a:lnTo>
                      <a:pt x="48" y="204"/>
                    </a:lnTo>
                    <a:lnTo>
                      <a:pt x="48" y="204"/>
                    </a:lnTo>
                    <a:lnTo>
                      <a:pt x="45" y="204"/>
                    </a:lnTo>
                    <a:lnTo>
                      <a:pt x="45" y="204"/>
                    </a:lnTo>
                    <a:lnTo>
                      <a:pt x="43" y="204"/>
                    </a:lnTo>
                    <a:lnTo>
                      <a:pt x="43" y="204"/>
                    </a:lnTo>
                    <a:lnTo>
                      <a:pt x="43" y="204"/>
                    </a:lnTo>
                    <a:lnTo>
                      <a:pt x="41" y="204"/>
                    </a:lnTo>
                    <a:lnTo>
                      <a:pt x="41" y="201"/>
                    </a:lnTo>
                    <a:lnTo>
                      <a:pt x="41" y="201"/>
                    </a:lnTo>
                    <a:lnTo>
                      <a:pt x="41" y="201"/>
                    </a:lnTo>
                    <a:lnTo>
                      <a:pt x="41" y="201"/>
                    </a:lnTo>
                    <a:lnTo>
                      <a:pt x="41" y="199"/>
                    </a:lnTo>
                    <a:lnTo>
                      <a:pt x="38" y="199"/>
                    </a:lnTo>
                    <a:lnTo>
                      <a:pt x="38" y="199"/>
                    </a:lnTo>
                    <a:lnTo>
                      <a:pt x="38" y="197"/>
                    </a:lnTo>
                    <a:lnTo>
                      <a:pt x="38" y="197"/>
                    </a:lnTo>
                    <a:lnTo>
                      <a:pt x="38" y="197"/>
                    </a:lnTo>
                    <a:lnTo>
                      <a:pt x="36" y="197"/>
                    </a:lnTo>
                    <a:lnTo>
                      <a:pt x="36" y="194"/>
                    </a:lnTo>
                    <a:lnTo>
                      <a:pt x="36" y="194"/>
                    </a:lnTo>
                    <a:lnTo>
                      <a:pt x="36" y="194"/>
                    </a:lnTo>
                    <a:lnTo>
                      <a:pt x="36" y="194"/>
                    </a:lnTo>
                    <a:lnTo>
                      <a:pt x="34" y="194"/>
                    </a:lnTo>
                    <a:lnTo>
                      <a:pt x="34" y="194"/>
                    </a:lnTo>
                    <a:lnTo>
                      <a:pt x="34" y="194"/>
                    </a:lnTo>
                    <a:lnTo>
                      <a:pt x="31" y="194"/>
                    </a:lnTo>
                    <a:lnTo>
                      <a:pt x="31" y="194"/>
                    </a:lnTo>
                    <a:lnTo>
                      <a:pt x="29" y="194"/>
                    </a:lnTo>
                    <a:lnTo>
                      <a:pt x="29" y="194"/>
                    </a:lnTo>
                    <a:lnTo>
                      <a:pt x="29" y="194"/>
                    </a:lnTo>
                    <a:lnTo>
                      <a:pt x="26" y="194"/>
                    </a:lnTo>
                    <a:lnTo>
                      <a:pt x="26" y="194"/>
                    </a:lnTo>
                    <a:lnTo>
                      <a:pt x="26" y="194"/>
                    </a:lnTo>
                    <a:lnTo>
                      <a:pt x="24" y="194"/>
                    </a:lnTo>
                    <a:lnTo>
                      <a:pt x="24" y="194"/>
                    </a:lnTo>
                    <a:lnTo>
                      <a:pt x="24" y="194"/>
                    </a:lnTo>
                    <a:lnTo>
                      <a:pt x="22" y="194"/>
                    </a:lnTo>
                    <a:lnTo>
                      <a:pt x="22" y="194"/>
                    </a:lnTo>
                    <a:lnTo>
                      <a:pt x="22" y="194"/>
                    </a:lnTo>
                    <a:lnTo>
                      <a:pt x="22" y="194"/>
                    </a:lnTo>
                    <a:lnTo>
                      <a:pt x="22" y="194"/>
                    </a:lnTo>
                    <a:lnTo>
                      <a:pt x="19" y="194"/>
                    </a:lnTo>
                    <a:lnTo>
                      <a:pt x="19" y="197"/>
                    </a:lnTo>
                    <a:lnTo>
                      <a:pt x="19" y="197"/>
                    </a:lnTo>
                    <a:lnTo>
                      <a:pt x="19" y="194"/>
                    </a:lnTo>
                    <a:lnTo>
                      <a:pt x="19" y="194"/>
                    </a:lnTo>
                    <a:lnTo>
                      <a:pt x="17" y="194"/>
                    </a:lnTo>
                    <a:lnTo>
                      <a:pt x="17" y="194"/>
                    </a:lnTo>
                    <a:lnTo>
                      <a:pt x="17" y="194"/>
                    </a:lnTo>
                    <a:lnTo>
                      <a:pt x="15" y="194"/>
                    </a:lnTo>
                    <a:lnTo>
                      <a:pt x="15" y="194"/>
                    </a:lnTo>
                    <a:lnTo>
                      <a:pt x="15" y="194"/>
                    </a:lnTo>
                    <a:lnTo>
                      <a:pt x="15" y="192"/>
                    </a:lnTo>
                    <a:lnTo>
                      <a:pt x="15" y="192"/>
                    </a:lnTo>
                    <a:lnTo>
                      <a:pt x="15" y="192"/>
                    </a:lnTo>
                    <a:lnTo>
                      <a:pt x="15" y="192"/>
                    </a:lnTo>
                    <a:lnTo>
                      <a:pt x="15" y="189"/>
                    </a:lnTo>
                    <a:lnTo>
                      <a:pt x="15" y="189"/>
                    </a:lnTo>
                    <a:lnTo>
                      <a:pt x="15" y="189"/>
                    </a:lnTo>
                    <a:lnTo>
                      <a:pt x="12" y="189"/>
                    </a:lnTo>
                    <a:lnTo>
                      <a:pt x="12" y="187"/>
                    </a:lnTo>
                    <a:lnTo>
                      <a:pt x="15" y="187"/>
                    </a:lnTo>
                    <a:lnTo>
                      <a:pt x="15" y="187"/>
                    </a:lnTo>
                    <a:lnTo>
                      <a:pt x="15" y="187"/>
                    </a:lnTo>
                    <a:lnTo>
                      <a:pt x="15" y="187"/>
                    </a:lnTo>
                    <a:lnTo>
                      <a:pt x="15" y="185"/>
                    </a:lnTo>
                    <a:lnTo>
                      <a:pt x="15" y="185"/>
                    </a:lnTo>
                    <a:lnTo>
                      <a:pt x="15" y="185"/>
                    </a:lnTo>
                    <a:lnTo>
                      <a:pt x="15" y="185"/>
                    </a:lnTo>
                    <a:lnTo>
                      <a:pt x="15" y="182"/>
                    </a:lnTo>
                    <a:lnTo>
                      <a:pt x="15" y="182"/>
                    </a:lnTo>
                    <a:lnTo>
                      <a:pt x="12" y="182"/>
                    </a:lnTo>
                    <a:lnTo>
                      <a:pt x="12" y="182"/>
                    </a:lnTo>
                    <a:lnTo>
                      <a:pt x="12" y="182"/>
                    </a:lnTo>
                    <a:lnTo>
                      <a:pt x="12" y="180"/>
                    </a:lnTo>
                    <a:lnTo>
                      <a:pt x="10" y="180"/>
                    </a:lnTo>
                    <a:lnTo>
                      <a:pt x="10" y="180"/>
                    </a:lnTo>
                    <a:lnTo>
                      <a:pt x="10" y="180"/>
                    </a:lnTo>
                    <a:lnTo>
                      <a:pt x="10" y="180"/>
                    </a:lnTo>
                    <a:lnTo>
                      <a:pt x="8" y="180"/>
                    </a:lnTo>
                    <a:lnTo>
                      <a:pt x="8" y="180"/>
                    </a:lnTo>
                    <a:lnTo>
                      <a:pt x="8" y="178"/>
                    </a:lnTo>
                    <a:lnTo>
                      <a:pt x="8" y="178"/>
                    </a:lnTo>
                    <a:lnTo>
                      <a:pt x="5" y="178"/>
                    </a:lnTo>
                    <a:lnTo>
                      <a:pt x="5" y="178"/>
                    </a:lnTo>
                    <a:lnTo>
                      <a:pt x="5" y="178"/>
                    </a:lnTo>
                    <a:lnTo>
                      <a:pt x="3" y="178"/>
                    </a:lnTo>
                    <a:lnTo>
                      <a:pt x="3" y="178"/>
                    </a:lnTo>
                    <a:lnTo>
                      <a:pt x="3" y="178"/>
                    </a:lnTo>
                    <a:lnTo>
                      <a:pt x="0" y="178"/>
                    </a:lnTo>
                    <a:lnTo>
                      <a:pt x="0" y="175"/>
                    </a:lnTo>
                    <a:lnTo>
                      <a:pt x="0" y="175"/>
                    </a:lnTo>
                    <a:lnTo>
                      <a:pt x="3" y="175"/>
                    </a:lnTo>
                    <a:lnTo>
                      <a:pt x="3" y="175"/>
                    </a:lnTo>
                    <a:lnTo>
                      <a:pt x="3" y="173"/>
                    </a:lnTo>
                    <a:lnTo>
                      <a:pt x="3" y="173"/>
                    </a:lnTo>
                    <a:lnTo>
                      <a:pt x="3" y="173"/>
                    </a:lnTo>
                    <a:lnTo>
                      <a:pt x="3" y="170"/>
                    </a:lnTo>
                    <a:lnTo>
                      <a:pt x="3" y="170"/>
                    </a:lnTo>
                    <a:lnTo>
                      <a:pt x="3" y="170"/>
                    </a:lnTo>
                    <a:lnTo>
                      <a:pt x="5" y="170"/>
                    </a:lnTo>
                    <a:lnTo>
                      <a:pt x="5" y="168"/>
                    </a:lnTo>
                    <a:lnTo>
                      <a:pt x="5" y="168"/>
                    </a:lnTo>
                    <a:lnTo>
                      <a:pt x="5" y="168"/>
                    </a:lnTo>
                    <a:lnTo>
                      <a:pt x="5" y="166"/>
                    </a:lnTo>
                    <a:lnTo>
                      <a:pt x="5" y="166"/>
                    </a:lnTo>
                    <a:lnTo>
                      <a:pt x="8" y="166"/>
                    </a:lnTo>
                    <a:lnTo>
                      <a:pt x="8" y="166"/>
                    </a:lnTo>
                    <a:lnTo>
                      <a:pt x="8" y="166"/>
                    </a:lnTo>
                    <a:lnTo>
                      <a:pt x="8" y="163"/>
                    </a:lnTo>
                    <a:lnTo>
                      <a:pt x="8" y="163"/>
                    </a:lnTo>
                    <a:lnTo>
                      <a:pt x="10" y="163"/>
                    </a:lnTo>
                    <a:lnTo>
                      <a:pt x="10" y="163"/>
                    </a:lnTo>
                    <a:lnTo>
                      <a:pt x="10" y="163"/>
                    </a:lnTo>
                    <a:lnTo>
                      <a:pt x="10" y="163"/>
                    </a:lnTo>
                    <a:lnTo>
                      <a:pt x="10" y="161"/>
                    </a:lnTo>
                    <a:lnTo>
                      <a:pt x="12" y="161"/>
                    </a:lnTo>
                    <a:lnTo>
                      <a:pt x="12" y="161"/>
                    </a:lnTo>
                    <a:lnTo>
                      <a:pt x="12" y="161"/>
                    </a:lnTo>
                    <a:lnTo>
                      <a:pt x="12" y="159"/>
                    </a:lnTo>
                    <a:lnTo>
                      <a:pt x="12" y="159"/>
                    </a:lnTo>
                    <a:lnTo>
                      <a:pt x="12" y="156"/>
                    </a:lnTo>
                    <a:lnTo>
                      <a:pt x="12" y="156"/>
                    </a:lnTo>
                    <a:lnTo>
                      <a:pt x="12" y="156"/>
                    </a:lnTo>
                    <a:lnTo>
                      <a:pt x="10" y="156"/>
                    </a:lnTo>
                    <a:lnTo>
                      <a:pt x="10" y="156"/>
                    </a:lnTo>
                    <a:lnTo>
                      <a:pt x="10" y="156"/>
                    </a:lnTo>
                    <a:lnTo>
                      <a:pt x="10" y="156"/>
                    </a:lnTo>
                    <a:lnTo>
                      <a:pt x="8" y="156"/>
                    </a:lnTo>
                    <a:lnTo>
                      <a:pt x="8" y="154"/>
                    </a:lnTo>
                    <a:lnTo>
                      <a:pt x="8" y="154"/>
                    </a:lnTo>
                    <a:lnTo>
                      <a:pt x="8" y="154"/>
                    </a:lnTo>
                    <a:lnTo>
                      <a:pt x="8" y="152"/>
                    </a:lnTo>
                    <a:lnTo>
                      <a:pt x="8" y="152"/>
                    </a:lnTo>
                    <a:lnTo>
                      <a:pt x="8" y="149"/>
                    </a:lnTo>
                    <a:lnTo>
                      <a:pt x="8" y="149"/>
                    </a:lnTo>
                    <a:lnTo>
                      <a:pt x="8" y="149"/>
                    </a:lnTo>
                    <a:lnTo>
                      <a:pt x="8" y="147"/>
                    </a:lnTo>
                    <a:lnTo>
                      <a:pt x="10" y="147"/>
                    </a:lnTo>
                    <a:lnTo>
                      <a:pt x="10" y="147"/>
                    </a:lnTo>
                    <a:lnTo>
                      <a:pt x="10" y="144"/>
                    </a:lnTo>
                    <a:lnTo>
                      <a:pt x="10" y="144"/>
                    </a:lnTo>
                    <a:lnTo>
                      <a:pt x="10" y="144"/>
                    </a:lnTo>
                    <a:lnTo>
                      <a:pt x="10" y="142"/>
                    </a:lnTo>
                    <a:lnTo>
                      <a:pt x="10" y="142"/>
                    </a:lnTo>
                    <a:lnTo>
                      <a:pt x="10" y="142"/>
                    </a:lnTo>
                    <a:lnTo>
                      <a:pt x="10" y="140"/>
                    </a:lnTo>
                    <a:lnTo>
                      <a:pt x="10" y="140"/>
                    </a:lnTo>
                    <a:lnTo>
                      <a:pt x="12" y="140"/>
                    </a:lnTo>
                    <a:lnTo>
                      <a:pt x="12" y="140"/>
                    </a:lnTo>
                    <a:lnTo>
                      <a:pt x="15" y="140"/>
                    </a:lnTo>
                    <a:lnTo>
                      <a:pt x="15" y="140"/>
                    </a:lnTo>
                    <a:lnTo>
                      <a:pt x="15" y="140"/>
                    </a:lnTo>
                    <a:lnTo>
                      <a:pt x="15" y="140"/>
                    </a:lnTo>
                    <a:lnTo>
                      <a:pt x="15" y="137"/>
                    </a:lnTo>
                    <a:lnTo>
                      <a:pt x="17" y="137"/>
                    </a:lnTo>
                    <a:lnTo>
                      <a:pt x="17" y="137"/>
                    </a:lnTo>
                    <a:lnTo>
                      <a:pt x="17" y="137"/>
                    </a:lnTo>
                    <a:lnTo>
                      <a:pt x="19" y="137"/>
                    </a:lnTo>
                    <a:lnTo>
                      <a:pt x="19" y="135"/>
                    </a:lnTo>
                    <a:lnTo>
                      <a:pt x="19" y="135"/>
                    </a:lnTo>
                    <a:lnTo>
                      <a:pt x="19" y="135"/>
                    </a:lnTo>
                    <a:lnTo>
                      <a:pt x="19" y="135"/>
                    </a:lnTo>
                    <a:lnTo>
                      <a:pt x="19" y="133"/>
                    </a:lnTo>
                    <a:lnTo>
                      <a:pt x="19" y="133"/>
                    </a:lnTo>
                    <a:lnTo>
                      <a:pt x="19" y="133"/>
                    </a:lnTo>
                    <a:lnTo>
                      <a:pt x="19" y="130"/>
                    </a:lnTo>
                    <a:lnTo>
                      <a:pt x="19" y="130"/>
                    </a:lnTo>
                    <a:lnTo>
                      <a:pt x="19" y="128"/>
                    </a:lnTo>
                    <a:lnTo>
                      <a:pt x="19" y="128"/>
                    </a:lnTo>
                    <a:lnTo>
                      <a:pt x="19" y="128"/>
                    </a:lnTo>
                    <a:lnTo>
                      <a:pt x="22" y="128"/>
                    </a:lnTo>
                    <a:lnTo>
                      <a:pt x="22" y="128"/>
                    </a:lnTo>
                    <a:lnTo>
                      <a:pt x="22" y="125"/>
                    </a:lnTo>
                    <a:lnTo>
                      <a:pt x="22" y="125"/>
                    </a:lnTo>
                    <a:lnTo>
                      <a:pt x="22" y="125"/>
                    </a:lnTo>
                    <a:lnTo>
                      <a:pt x="22" y="125"/>
                    </a:lnTo>
                    <a:lnTo>
                      <a:pt x="24" y="125"/>
                    </a:lnTo>
                    <a:lnTo>
                      <a:pt x="24" y="125"/>
                    </a:lnTo>
                    <a:lnTo>
                      <a:pt x="26" y="125"/>
                    </a:lnTo>
                    <a:lnTo>
                      <a:pt x="26" y="125"/>
                    </a:lnTo>
                    <a:lnTo>
                      <a:pt x="26" y="125"/>
                    </a:lnTo>
                    <a:lnTo>
                      <a:pt x="26" y="125"/>
                    </a:lnTo>
                    <a:lnTo>
                      <a:pt x="26" y="128"/>
                    </a:lnTo>
                    <a:lnTo>
                      <a:pt x="29" y="128"/>
                    </a:lnTo>
                    <a:lnTo>
                      <a:pt x="29" y="128"/>
                    </a:lnTo>
                    <a:lnTo>
                      <a:pt x="29" y="128"/>
                    </a:lnTo>
                    <a:lnTo>
                      <a:pt x="29" y="128"/>
                    </a:lnTo>
                    <a:lnTo>
                      <a:pt x="29" y="130"/>
                    </a:lnTo>
                    <a:lnTo>
                      <a:pt x="31" y="130"/>
                    </a:lnTo>
                    <a:lnTo>
                      <a:pt x="31" y="130"/>
                    </a:lnTo>
                    <a:lnTo>
                      <a:pt x="31" y="130"/>
                    </a:lnTo>
                    <a:lnTo>
                      <a:pt x="31" y="133"/>
                    </a:lnTo>
                    <a:lnTo>
                      <a:pt x="34" y="133"/>
                    </a:lnTo>
                    <a:lnTo>
                      <a:pt x="34" y="133"/>
                    </a:lnTo>
                    <a:lnTo>
                      <a:pt x="34" y="133"/>
                    </a:lnTo>
                    <a:lnTo>
                      <a:pt x="34" y="135"/>
                    </a:lnTo>
                    <a:lnTo>
                      <a:pt x="34" y="135"/>
                    </a:lnTo>
                    <a:lnTo>
                      <a:pt x="36" y="135"/>
                    </a:lnTo>
                    <a:lnTo>
                      <a:pt x="36" y="135"/>
                    </a:lnTo>
                    <a:lnTo>
                      <a:pt x="36" y="135"/>
                    </a:lnTo>
                    <a:lnTo>
                      <a:pt x="36" y="135"/>
                    </a:lnTo>
                    <a:lnTo>
                      <a:pt x="36" y="137"/>
                    </a:lnTo>
                    <a:lnTo>
                      <a:pt x="36" y="137"/>
                    </a:lnTo>
                    <a:lnTo>
                      <a:pt x="36" y="137"/>
                    </a:lnTo>
                    <a:lnTo>
                      <a:pt x="38" y="137"/>
                    </a:lnTo>
                    <a:lnTo>
                      <a:pt x="38" y="140"/>
                    </a:lnTo>
                    <a:lnTo>
                      <a:pt x="38" y="140"/>
                    </a:lnTo>
                    <a:lnTo>
                      <a:pt x="38" y="140"/>
                    </a:lnTo>
                    <a:lnTo>
                      <a:pt x="41" y="140"/>
                    </a:lnTo>
                    <a:lnTo>
                      <a:pt x="41" y="140"/>
                    </a:lnTo>
                    <a:lnTo>
                      <a:pt x="41" y="142"/>
                    </a:lnTo>
                    <a:lnTo>
                      <a:pt x="41" y="142"/>
                    </a:lnTo>
                    <a:lnTo>
                      <a:pt x="43" y="142"/>
                    </a:lnTo>
                    <a:lnTo>
                      <a:pt x="43" y="142"/>
                    </a:lnTo>
                    <a:lnTo>
                      <a:pt x="43" y="142"/>
                    </a:lnTo>
                    <a:lnTo>
                      <a:pt x="43" y="140"/>
                    </a:lnTo>
                    <a:lnTo>
                      <a:pt x="45" y="140"/>
                    </a:lnTo>
                    <a:lnTo>
                      <a:pt x="45" y="140"/>
                    </a:lnTo>
                    <a:lnTo>
                      <a:pt x="48" y="140"/>
                    </a:lnTo>
                    <a:lnTo>
                      <a:pt x="48" y="140"/>
                    </a:lnTo>
                    <a:lnTo>
                      <a:pt x="48" y="140"/>
                    </a:lnTo>
                    <a:lnTo>
                      <a:pt x="48" y="140"/>
                    </a:lnTo>
                    <a:lnTo>
                      <a:pt x="50" y="140"/>
                    </a:lnTo>
                    <a:lnTo>
                      <a:pt x="50" y="137"/>
                    </a:lnTo>
                    <a:lnTo>
                      <a:pt x="50" y="137"/>
                    </a:lnTo>
                    <a:lnTo>
                      <a:pt x="53" y="137"/>
                    </a:lnTo>
                    <a:lnTo>
                      <a:pt x="53" y="137"/>
                    </a:lnTo>
                    <a:lnTo>
                      <a:pt x="53" y="137"/>
                    </a:lnTo>
                    <a:lnTo>
                      <a:pt x="53" y="135"/>
                    </a:lnTo>
                    <a:lnTo>
                      <a:pt x="53" y="135"/>
                    </a:lnTo>
                    <a:lnTo>
                      <a:pt x="53" y="135"/>
                    </a:lnTo>
                    <a:lnTo>
                      <a:pt x="50" y="135"/>
                    </a:lnTo>
                    <a:lnTo>
                      <a:pt x="50" y="135"/>
                    </a:lnTo>
                    <a:lnTo>
                      <a:pt x="50" y="135"/>
                    </a:lnTo>
                    <a:lnTo>
                      <a:pt x="50" y="133"/>
                    </a:lnTo>
                    <a:lnTo>
                      <a:pt x="50" y="133"/>
                    </a:lnTo>
                    <a:lnTo>
                      <a:pt x="50" y="133"/>
                    </a:lnTo>
                    <a:lnTo>
                      <a:pt x="50" y="133"/>
                    </a:lnTo>
                    <a:lnTo>
                      <a:pt x="50" y="130"/>
                    </a:lnTo>
                    <a:lnTo>
                      <a:pt x="48" y="130"/>
                    </a:lnTo>
                    <a:lnTo>
                      <a:pt x="48" y="130"/>
                    </a:lnTo>
                    <a:lnTo>
                      <a:pt x="48" y="128"/>
                    </a:lnTo>
                    <a:lnTo>
                      <a:pt x="48" y="128"/>
                    </a:lnTo>
                    <a:lnTo>
                      <a:pt x="48" y="128"/>
                    </a:lnTo>
                    <a:lnTo>
                      <a:pt x="48" y="125"/>
                    </a:lnTo>
                    <a:lnTo>
                      <a:pt x="48" y="125"/>
                    </a:lnTo>
                    <a:lnTo>
                      <a:pt x="48" y="125"/>
                    </a:lnTo>
                    <a:lnTo>
                      <a:pt x="48" y="125"/>
                    </a:lnTo>
                    <a:lnTo>
                      <a:pt x="48" y="123"/>
                    </a:lnTo>
                    <a:lnTo>
                      <a:pt x="48" y="123"/>
                    </a:lnTo>
                    <a:lnTo>
                      <a:pt x="48" y="121"/>
                    </a:lnTo>
                    <a:lnTo>
                      <a:pt x="45" y="121"/>
                    </a:lnTo>
                    <a:lnTo>
                      <a:pt x="45" y="121"/>
                    </a:lnTo>
                    <a:lnTo>
                      <a:pt x="48" y="121"/>
                    </a:lnTo>
                    <a:lnTo>
                      <a:pt x="48" y="121"/>
                    </a:lnTo>
                    <a:lnTo>
                      <a:pt x="48" y="121"/>
                    </a:lnTo>
                    <a:lnTo>
                      <a:pt x="48" y="121"/>
                    </a:lnTo>
                    <a:lnTo>
                      <a:pt x="50" y="121"/>
                    </a:lnTo>
                    <a:lnTo>
                      <a:pt x="50" y="121"/>
                    </a:lnTo>
                    <a:lnTo>
                      <a:pt x="50" y="123"/>
                    </a:lnTo>
                    <a:lnTo>
                      <a:pt x="53" y="123"/>
                    </a:lnTo>
                    <a:lnTo>
                      <a:pt x="53" y="121"/>
                    </a:lnTo>
                    <a:lnTo>
                      <a:pt x="53" y="121"/>
                    </a:lnTo>
                    <a:lnTo>
                      <a:pt x="53" y="121"/>
                    </a:lnTo>
                    <a:lnTo>
                      <a:pt x="53" y="121"/>
                    </a:lnTo>
                    <a:lnTo>
                      <a:pt x="55" y="121"/>
                    </a:lnTo>
                    <a:lnTo>
                      <a:pt x="55" y="118"/>
                    </a:lnTo>
                    <a:lnTo>
                      <a:pt x="55" y="118"/>
                    </a:lnTo>
                    <a:lnTo>
                      <a:pt x="55" y="118"/>
                    </a:lnTo>
                    <a:lnTo>
                      <a:pt x="55" y="118"/>
                    </a:lnTo>
                    <a:lnTo>
                      <a:pt x="57" y="118"/>
                    </a:lnTo>
                    <a:lnTo>
                      <a:pt x="57" y="116"/>
                    </a:lnTo>
                    <a:lnTo>
                      <a:pt x="57" y="116"/>
                    </a:lnTo>
                    <a:lnTo>
                      <a:pt x="60" y="116"/>
                    </a:lnTo>
                    <a:lnTo>
                      <a:pt x="60" y="116"/>
                    </a:lnTo>
                    <a:lnTo>
                      <a:pt x="60" y="116"/>
                    </a:lnTo>
                    <a:lnTo>
                      <a:pt x="60" y="116"/>
                    </a:lnTo>
                    <a:lnTo>
                      <a:pt x="62" y="116"/>
                    </a:lnTo>
                    <a:lnTo>
                      <a:pt x="62" y="116"/>
                    </a:lnTo>
                    <a:lnTo>
                      <a:pt x="62" y="116"/>
                    </a:lnTo>
                    <a:lnTo>
                      <a:pt x="62" y="116"/>
                    </a:lnTo>
                    <a:lnTo>
                      <a:pt x="64" y="116"/>
                    </a:lnTo>
                    <a:lnTo>
                      <a:pt x="64" y="114"/>
                    </a:lnTo>
                    <a:lnTo>
                      <a:pt x="62" y="114"/>
                    </a:lnTo>
                    <a:lnTo>
                      <a:pt x="62" y="114"/>
                    </a:lnTo>
                    <a:lnTo>
                      <a:pt x="62" y="114"/>
                    </a:lnTo>
                    <a:lnTo>
                      <a:pt x="62" y="111"/>
                    </a:lnTo>
                    <a:lnTo>
                      <a:pt x="62" y="111"/>
                    </a:lnTo>
                    <a:lnTo>
                      <a:pt x="62" y="111"/>
                    </a:lnTo>
                    <a:lnTo>
                      <a:pt x="62" y="109"/>
                    </a:lnTo>
                    <a:lnTo>
                      <a:pt x="62" y="109"/>
                    </a:lnTo>
                    <a:lnTo>
                      <a:pt x="64" y="109"/>
                    </a:lnTo>
                    <a:lnTo>
                      <a:pt x="64" y="109"/>
                    </a:lnTo>
                    <a:lnTo>
                      <a:pt x="67" y="109"/>
                    </a:lnTo>
                    <a:lnTo>
                      <a:pt x="67" y="109"/>
                    </a:lnTo>
                    <a:lnTo>
                      <a:pt x="67" y="109"/>
                    </a:lnTo>
                    <a:lnTo>
                      <a:pt x="69" y="109"/>
                    </a:lnTo>
                    <a:lnTo>
                      <a:pt x="69" y="109"/>
                    </a:lnTo>
                    <a:lnTo>
                      <a:pt x="69" y="109"/>
                    </a:lnTo>
                    <a:lnTo>
                      <a:pt x="71" y="109"/>
                    </a:lnTo>
                    <a:lnTo>
                      <a:pt x="71" y="109"/>
                    </a:lnTo>
                    <a:lnTo>
                      <a:pt x="71" y="106"/>
                    </a:lnTo>
                    <a:lnTo>
                      <a:pt x="74" y="106"/>
                    </a:lnTo>
                    <a:lnTo>
                      <a:pt x="74" y="106"/>
                    </a:lnTo>
                    <a:lnTo>
                      <a:pt x="74" y="106"/>
                    </a:lnTo>
                    <a:lnTo>
                      <a:pt x="74" y="106"/>
                    </a:lnTo>
                    <a:lnTo>
                      <a:pt x="74" y="106"/>
                    </a:lnTo>
                    <a:lnTo>
                      <a:pt x="76" y="106"/>
                    </a:lnTo>
                    <a:lnTo>
                      <a:pt x="76" y="106"/>
                    </a:lnTo>
                    <a:lnTo>
                      <a:pt x="76" y="106"/>
                    </a:lnTo>
                    <a:lnTo>
                      <a:pt x="79" y="106"/>
                    </a:lnTo>
                    <a:lnTo>
                      <a:pt x="79" y="104"/>
                    </a:lnTo>
                    <a:lnTo>
                      <a:pt x="79" y="104"/>
                    </a:lnTo>
                    <a:lnTo>
                      <a:pt x="81" y="104"/>
                    </a:lnTo>
                    <a:lnTo>
                      <a:pt x="81" y="104"/>
                    </a:lnTo>
                    <a:lnTo>
                      <a:pt x="81" y="104"/>
                    </a:lnTo>
                    <a:lnTo>
                      <a:pt x="83" y="104"/>
                    </a:lnTo>
                    <a:lnTo>
                      <a:pt x="83" y="104"/>
                    </a:lnTo>
                    <a:lnTo>
                      <a:pt x="83" y="104"/>
                    </a:lnTo>
                    <a:lnTo>
                      <a:pt x="83" y="102"/>
                    </a:lnTo>
                    <a:lnTo>
                      <a:pt x="83" y="102"/>
                    </a:lnTo>
                    <a:lnTo>
                      <a:pt x="83" y="102"/>
                    </a:lnTo>
                    <a:lnTo>
                      <a:pt x="86" y="102"/>
                    </a:lnTo>
                    <a:lnTo>
                      <a:pt x="86" y="99"/>
                    </a:lnTo>
                    <a:lnTo>
                      <a:pt x="86" y="99"/>
                    </a:lnTo>
                    <a:lnTo>
                      <a:pt x="88" y="99"/>
                    </a:lnTo>
                    <a:lnTo>
                      <a:pt x="88" y="99"/>
                    </a:lnTo>
                    <a:lnTo>
                      <a:pt x="88" y="97"/>
                    </a:lnTo>
                    <a:lnTo>
                      <a:pt x="88" y="97"/>
                    </a:lnTo>
                    <a:lnTo>
                      <a:pt x="88" y="97"/>
                    </a:lnTo>
                    <a:lnTo>
                      <a:pt x="88" y="97"/>
                    </a:lnTo>
                    <a:lnTo>
                      <a:pt x="88" y="97"/>
                    </a:lnTo>
                    <a:lnTo>
                      <a:pt x="90" y="97"/>
                    </a:lnTo>
                    <a:lnTo>
                      <a:pt x="90" y="97"/>
                    </a:lnTo>
                    <a:lnTo>
                      <a:pt x="93" y="97"/>
                    </a:lnTo>
                    <a:lnTo>
                      <a:pt x="93" y="97"/>
                    </a:lnTo>
                    <a:lnTo>
                      <a:pt x="93" y="97"/>
                    </a:lnTo>
                    <a:lnTo>
                      <a:pt x="93" y="97"/>
                    </a:lnTo>
                    <a:lnTo>
                      <a:pt x="93" y="97"/>
                    </a:lnTo>
                    <a:lnTo>
                      <a:pt x="93" y="95"/>
                    </a:lnTo>
                    <a:lnTo>
                      <a:pt x="93" y="95"/>
                    </a:lnTo>
                    <a:lnTo>
                      <a:pt x="93" y="95"/>
                    </a:lnTo>
                    <a:lnTo>
                      <a:pt x="93" y="92"/>
                    </a:lnTo>
                    <a:lnTo>
                      <a:pt x="93" y="92"/>
                    </a:lnTo>
                    <a:lnTo>
                      <a:pt x="95" y="92"/>
                    </a:lnTo>
                    <a:lnTo>
                      <a:pt x="95" y="92"/>
                    </a:lnTo>
                    <a:lnTo>
                      <a:pt x="95" y="95"/>
                    </a:lnTo>
                    <a:lnTo>
                      <a:pt x="95" y="95"/>
                    </a:lnTo>
                    <a:lnTo>
                      <a:pt x="95" y="95"/>
                    </a:lnTo>
                    <a:lnTo>
                      <a:pt x="97" y="95"/>
                    </a:lnTo>
                    <a:lnTo>
                      <a:pt x="97" y="95"/>
                    </a:lnTo>
                    <a:lnTo>
                      <a:pt x="100" y="95"/>
                    </a:lnTo>
                    <a:lnTo>
                      <a:pt x="100" y="95"/>
                    </a:lnTo>
                    <a:lnTo>
                      <a:pt x="100" y="95"/>
                    </a:lnTo>
                    <a:lnTo>
                      <a:pt x="102" y="95"/>
                    </a:lnTo>
                    <a:lnTo>
                      <a:pt x="102" y="95"/>
                    </a:lnTo>
                    <a:lnTo>
                      <a:pt x="102" y="95"/>
                    </a:lnTo>
                    <a:lnTo>
                      <a:pt x="105" y="95"/>
                    </a:lnTo>
                    <a:lnTo>
                      <a:pt x="105" y="95"/>
                    </a:lnTo>
                    <a:lnTo>
                      <a:pt x="105" y="97"/>
                    </a:lnTo>
                    <a:lnTo>
                      <a:pt x="107" y="97"/>
                    </a:lnTo>
                    <a:lnTo>
                      <a:pt x="107" y="97"/>
                    </a:lnTo>
                    <a:lnTo>
                      <a:pt x="105" y="97"/>
                    </a:lnTo>
                    <a:lnTo>
                      <a:pt x="105" y="97"/>
                    </a:lnTo>
                    <a:lnTo>
                      <a:pt x="102" y="97"/>
                    </a:lnTo>
                    <a:lnTo>
                      <a:pt x="102" y="97"/>
                    </a:lnTo>
                    <a:lnTo>
                      <a:pt x="105" y="97"/>
                    </a:lnTo>
                    <a:lnTo>
                      <a:pt x="105" y="99"/>
                    </a:lnTo>
                    <a:lnTo>
                      <a:pt x="105" y="99"/>
                    </a:lnTo>
                    <a:lnTo>
                      <a:pt x="107" y="99"/>
                    </a:lnTo>
                    <a:lnTo>
                      <a:pt x="107" y="99"/>
                    </a:lnTo>
                    <a:lnTo>
                      <a:pt x="107" y="99"/>
                    </a:lnTo>
                    <a:lnTo>
                      <a:pt x="109" y="99"/>
                    </a:lnTo>
                    <a:lnTo>
                      <a:pt x="109" y="99"/>
                    </a:lnTo>
                    <a:lnTo>
                      <a:pt x="109" y="97"/>
                    </a:lnTo>
                    <a:lnTo>
                      <a:pt x="109" y="97"/>
                    </a:lnTo>
                    <a:lnTo>
                      <a:pt x="112" y="97"/>
                    </a:lnTo>
                    <a:lnTo>
                      <a:pt x="112" y="99"/>
                    </a:lnTo>
                    <a:lnTo>
                      <a:pt x="112" y="99"/>
                    </a:lnTo>
                    <a:lnTo>
                      <a:pt x="112" y="99"/>
                    </a:lnTo>
                    <a:lnTo>
                      <a:pt x="112" y="99"/>
                    </a:lnTo>
                    <a:lnTo>
                      <a:pt x="114" y="99"/>
                    </a:lnTo>
                    <a:lnTo>
                      <a:pt x="114" y="99"/>
                    </a:lnTo>
                    <a:lnTo>
                      <a:pt x="114" y="99"/>
                    </a:lnTo>
                    <a:lnTo>
                      <a:pt x="114" y="97"/>
                    </a:lnTo>
                    <a:lnTo>
                      <a:pt x="114" y="97"/>
                    </a:lnTo>
                    <a:lnTo>
                      <a:pt x="114" y="97"/>
                    </a:lnTo>
                    <a:lnTo>
                      <a:pt x="114" y="97"/>
                    </a:lnTo>
                    <a:lnTo>
                      <a:pt x="114" y="97"/>
                    </a:lnTo>
                    <a:lnTo>
                      <a:pt x="114" y="95"/>
                    </a:lnTo>
                    <a:lnTo>
                      <a:pt x="116" y="95"/>
                    </a:lnTo>
                    <a:lnTo>
                      <a:pt x="116" y="95"/>
                    </a:lnTo>
                    <a:lnTo>
                      <a:pt x="116" y="95"/>
                    </a:lnTo>
                    <a:lnTo>
                      <a:pt x="119" y="95"/>
                    </a:lnTo>
                    <a:lnTo>
                      <a:pt x="119" y="95"/>
                    </a:lnTo>
                    <a:lnTo>
                      <a:pt x="121" y="95"/>
                    </a:lnTo>
                    <a:lnTo>
                      <a:pt x="121" y="95"/>
                    </a:lnTo>
                    <a:lnTo>
                      <a:pt x="121" y="95"/>
                    </a:lnTo>
                    <a:lnTo>
                      <a:pt x="124" y="95"/>
                    </a:lnTo>
                    <a:lnTo>
                      <a:pt x="124" y="95"/>
                    </a:lnTo>
                    <a:lnTo>
                      <a:pt x="124" y="95"/>
                    </a:lnTo>
                    <a:lnTo>
                      <a:pt x="126" y="95"/>
                    </a:lnTo>
                    <a:lnTo>
                      <a:pt x="126" y="95"/>
                    </a:lnTo>
                    <a:lnTo>
                      <a:pt x="126" y="92"/>
                    </a:lnTo>
                    <a:lnTo>
                      <a:pt x="126" y="92"/>
                    </a:lnTo>
                    <a:lnTo>
                      <a:pt x="128" y="92"/>
                    </a:lnTo>
                    <a:lnTo>
                      <a:pt x="128" y="95"/>
                    </a:lnTo>
                    <a:lnTo>
                      <a:pt x="128" y="95"/>
                    </a:lnTo>
                    <a:lnTo>
                      <a:pt x="128" y="97"/>
                    </a:lnTo>
                    <a:lnTo>
                      <a:pt x="128" y="97"/>
                    </a:lnTo>
                    <a:lnTo>
                      <a:pt x="128" y="97"/>
                    </a:lnTo>
                    <a:lnTo>
                      <a:pt x="128" y="97"/>
                    </a:lnTo>
                    <a:lnTo>
                      <a:pt x="131" y="97"/>
                    </a:lnTo>
                    <a:lnTo>
                      <a:pt x="131" y="97"/>
                    </a:lnTo>
                    <a:lnTo>
                      <a:pt x="131" y="99"/>
                    </a:lnTo>
                    <a:lnTo>
                      <a:pt x="131" y="99"/>
                    </a:lnTo>
                    <a:lnTo>
                      <a:pt x="131" y="99"/>
                    </a:lnTo>
                    <a:lnTo>
                      <a:pt x="133" y="99"/>
                    </a:lnTo>
                    <a:lnTo>
                      <a:pt x="133" y="99"/>
                    </a:lnTo>
                    <a:lnTo>
                      <a:pt x="133" y="99"/>
                    </a:lnTo>
                    <a:lnTo>
                      <a:pt x="135" y="99"/>
                    </a:lnTo>
                    <a:lnTo>
                      <a:pt x="135" y="99"/>
                    </a:lnTo>
                    <a:lnTo>
                      <a:pt x="135" y="99"/>
                    </a:lnTo>
                    <a:lnTo>
                      <a:pt x="135" y="99"/>
                    </a:lnTo>
                    <a:lnTo>
                      <a:pt x="138" y="99"/>
                    </a:lnTo>
                    <a:lnTo>
                      <a:pt x="138" y="99"/>
                    </a:lnTo>
                    <a:lnTo>
                      <a:pt x="140" y="99"/>
                    </a:lnTo>
                    <a:lnTo>
                      <a:pt x="140" y="99"/>
                    </a:lnTo>
                    <a:lnTo>
                      <a:pt x="140" y="99"/>
                    </a:lnTo>
                    <a:lnTo>
                      <a:pt x="140" y="99"/>
                    </a:lnTo>
                    <a:lnTo>
                      <a:pt x="140" y="99"/>
                    </a:lnTo>
                    <a:lnTo>
                      <a:pt x="142" y="99"/>
                    </a:lnTo>
                    <a:lnTo>
                      <a:pt x="142" y="99"/>
                    </a:lnTo>
                    <a:lnTo>
                      <a:pt x="142" y="99"/>
                    </a:lnTo>
                    <a:lnTo>
                      <a:pt x="145" y="99"/>
                    </a:lnTo>
                    <a:lnTo>
                      <a:pt x="145" y="97"/>
                    </a:lnTo>
                    <a:lnTo>
                      <a:pt x="145" y="97"/>
                    </a:lnTo>
                    <a:lnTo>
                      <a:pt x="145" y="99"/>
                    </a:lnTo>
                    <a:lnTo>
                      <a:pt x="147" y="99"/>
                    </a:lnTo>
                    <a:lnTo>
                      <a:pt x="147" y="99"/>
                    </a:lnTo>
                    <a:lnTo>
                      <a:pt x="147" y="99"/>
                    </a:lnTo>
                    <a:lnTo>
                      <a:pt x="150" y="99"/>
                    </a:lnTo>
                    <a:lnTo>
                      <a:pt x="150" y="99"/>
                    </a:lnTo>
                    <a:lnTo>
                      <a:pt x="150" y="99"/>
                    </a:lnTo>
                    <a:lnTo>
                      <a:pt x="150" y="99"/>
                    </a:lnTo>
                    <a:lnTo>
                      <a:pt x="152" y="99"/>
                    </a:lnTo>
                    <a:lnTo>
                      <a:pt x="152" y="102"/>
                    </a:lnTo>
                    <a:lnTo>
                      <a:pt x="152" y="102"/>
                    </a:lnTo>
                    <a:lnTo>
                      <a:pt x="154" y="102"/>
                    </a:lnTo>
                    <a:lnTo>
                      <a:pt x="154" y="102"/>
                    </a:lnTo>
                    <a:lnTo>
                      <a:pt x="154" y="102"/>
                    </a:lnTo>
                    <a:lnTo>
                      <a:pt x="154" y="104"/>
                    </a:lnTo>
                    <a:lnTo>
                      <a:pt x="154" y="104"/>
                    </a:lnTo>
                    <a:lnTo>
                      <a:pt x="154" y="104"/>
                    </a:lnTo>
                    <a:lnTo>
                      <a:pt x="154" y="106"/>
                    </a:lnTo>
                    <a:lnTo>
                      <a:pt x="157" y="106"/>
                    </a:lnTo>
                    <a:lnTo>
                      <a:pt x="157" y="106"/>
                    </a:lnTo>
                    <a:lnTo>
                      <a:pt x="157" y="106"/>
                    </a:lnTo>
                    <a:lnTo>
                      <a:pt x="159" y="106"/>
                    </a:lnTo>
                    <a:lnTo>
                      <a:pt x="159" y="106"/>
                    </a:lnTo>
                    <a:lnTo>
                      <a:pt x="159" y="106"/>
                    </a:lnTo>
                    <a:lnTo>
                      <a:pt x="161" y="106"/>
                    </a:lnTo>
                    <a:lnTo>
                      <a:pt x="161" y="106"/>
                    </a:lnTo>
                    <a:lnTo>
                      <a:pt x="161" y="106"/>
                    </a:lnTo>
                    <a:lnTo>
                      <a:pt x="161" y="106"/>
                    </a:lnTo>
                    <a:lnTo>
                      <a:pt x="164" y="106"/>
                    </a:lnTo>
                    <a:lnTo>
                      <a:pt x="164" y="109"/>
                    </a:lnTo>
                    <a:lnTo>
                      <a:pt x="164" y="109"/>
                    </a:lnTo>
                    <a:lnTo>
                      <a:pt x="166" y="109"/>
                    </a:lnTo>
                    <a:lnTo>
                      <a:pt x="166" y="109"/>
                    </a:lnTo>
                    <a:lnTo>
                      <a:pt x="166" y="109"/>
                    </a:lnTo>
                    <a:lnTo>
                      <a:pt x="166" y="111"/>
                    </a:lnTo>
                    <a:lnTo>
                      <a:pt x="166" y="111"/>
                    </a:lnTo>
                    <a:lnTo>
                      <a:pt x="166" y="111"/>
                    </a:lnTo>
                    <a:lnTo>
                      <a:pt x="166" y="114"/>
                    </a:lnTo>
                    <a:lnTo>
                      <a:pt x="168" y="114"/>
                    </a:lnTo>
                    <a:lnTo>
                      <a:pt x="168" y="114"/>
                    </a:lnTo>
                    <a:lnTo>
                      <a:pt x="168" y="114"/>
                    </a:lnTo>
                    <a:lnTo>
                      <a:pt x="168" y="116"/>
                    </a:lnTo>
                    <a:lnTo>
                      <a:pt x="168" y="116"/>
                    </a:lnTo>
                    <a:lnTo>
                      <a:pt x="171" y="116"/>
                    </a:lnTo>
                    <a:lnTo>
                      <a:pt x="171" y="116"/>
                    </a:lnTo>
                    <a:lnTo>
                      <a:pt x="173" y="116"/>
                    </a:lnTo>
                    <a:lnTo>
                      <a:pt x="173" y="116"/>
                    </a:lnTo>
                    <a:lnTo>
                      <a:pt x="173" y="116"/>
                    </a:lnTo>
                    <a:lnTo>
                      <a:pt x="173" y="116"/>
                    </a:lnTo>
                    <a:lnTo>
                      <a:pt x="173" y="116"/>
                    </a:lnTo>
                    <a:lnTo>
                      <a:pt x="173" y="118"/>
                    </a:lnTo>
                    <a:lnTo>
                      <a:pt x="173" y="118"/>
                    </a:lnTo>
                    <a:lnTo>
                      <a:pt x="173" y="121"/>
                    </a:lnTo>
                    <a:lnTo>
                      <a:pt x="171" y="121"/>
                    </a:lnTo>
                    <a:lnTo>
                      <a:pt x="171" y="121"/>
                    </a:lnTo>
                    <a:lnTo>
                      <a:pt x="173" y="121"/>
                    </a:lnTo>
                    <a:lnTo>
                      <a:pt x="173" y="123"/>
                    </a:lnTo>
                    <a:lnTo>
                      <a:pt x="173" y="123"/>
                    </a:lnTo>
                    <a:lnTo>
                      <a:pt x="173" y="123"/>
                    </a:lnTo>
                    <a:lnTo>
                      <a:pt x="173" y="123"/>
                    </a:lnTo>
                    <a:lnTo>
                      <a:pt x="176" y="123"/>
                    </a:lnTo>
                    <a:lnTo>
                      <a:pt x="176" y="123"/>
                    </a:lnTo>
                    <a:lnTo>
                      <a:pt x="176" y="123"/>
                    </a:lnTo>
                    <a:lnTo>
                      <a:pt x="176" y="123"/>
                    </a:lnTo>
                    <a:lnTo>
                      <a:pt x="176" y="121"/>
                    </a:lnTo>
                    <a:lnTo>
                      <a:pt x="178" y="121"/>
                    </a:lnTo>
                    <a:lnTo>
                      <a:pt x="178" y="121"/>
                    </a:lnTo>
                    <a:lnTo>
                      <a:pt x="178" y="118"/>
                    </a:lnTo>
                    <a:lnTo>
                      <a:pt x="176" y="118"/>
                    </a:lnTo>
                    <a:lnTo>
                      <a:pt x="176" y="118"/>
                    </a:lnTo>
                    <a:lnTo>
                      <a:pt x="176" y="116"/>
                    </a:lnTo>
                    <a:lnTo>
                      <a:pt x="176" y="116"/>
                    </a:lnTo>
                    <a:lnTo>
                      <a:pt x="176" y="116"/>
                    </a:lnTo>
                    <a:lnTo>
                      <a:pt x="178" y="116"/>
                    </a:lnTo>
                    <a:lnTo>
                      <a:pt x="178" y="116"/>
                    </a:lnTo>
                    <a:lnTo>
                      <a:pt x="180" y="116"/>
                    </a:lnTo>
                    <a:lnTo>
                      <a:pt x="180" y="116"/>
                    </a:lnTo>
                    <a:lnTo>
                      <a:pt x="180" y="116"/>
                    </a:lnTo>
                    <a:lnTo>
                      <a:pt x="180" y="116"/>
                    </a:lnTo>
                    <a:lnTo>
                      <a:pt x="183" y="116"/>
                    </a:lnTo>
                    <a:lnTo>
                      <a:pt x="183" y="116"/>
                    </a:lnTo>
                    <a:lnTo>
                      <a:pt x="183" y="116"/>
                    </a:lnTo>
                    <a:lnTo>
                      <a:pt x="183" y="116"/>
                    </a:lnTo>
                    <a:lnTo>
                      <a:pt x="183" y="114"/>
                    </a:lnTo>
                    <a:lnTo>
                      <a:pt x="185" y="114"/>
                    </a:lnTo>
                    <a:lnTo>
                      <a:pt x="185" y="114"/>
                    </a:lnTo>
                    <a:lnTo>
                      <a:pt x="185" y="116"/>
                    </a:lnTo>
                    <a:lnTo>
                      <a:pt x="185" y="116"/>
                    </a:lnTo>
                    <a:lnTo>
                      <a:pt x="185" y="116"/>
                    </a:lnTo>
                    <a:lnTo>
                      <a:pt x="187" y="116"/>
                    </a:lnTo>
                    <a:lnTo>
                      <a:pt x="187" y="116"/>
                    </a:lnTo>
                    <a:lnTo>
                      <a:pt x="187" y="118"/>
                    </a:lnTo>
                    <a:lnTo>
                      <a:pt x="187" y="118"/>
                    </a:lnTo>
                    <a:lnTo>
                      <a:pt x="190" y="118"/>
                    </a:lnTo>
                    <a:lnTo>
                      <a:pt x="190" y="118"/>
                    </a:lnTo>
                    <a:lnTo>
                      <a:pt x="190" y="118"/>
                    </a:lnTo>
                    <a:lnTo>
                      <a:pt x="190" y="121"/>
                    </a:lnTo>
                    <a:lnTo>
                      <a:pt x="190" y="121"/>
                    </a:lnTo>
                    <a:lnTo>
                      <a:pt x="192" y="121"/>
                    </a:lnTo>
                    <a:lnTo>
                      <a:pt x="192" y="121"/>
                    </a:lnTo>
                    <a:lnTo>
                      <a:pt x="195" y="121"/>
                    </a:lnTo>
                    <a:lnTo>
                      <a:pt x="195" y="121"/>
                    </a:lnTo>
                    <a:lnTo>
                      <a:pt x="195" y="121"/>
                    </a:lnTo>
                    <a:lnTo>
                      <a:pt x="195" y="121"/>
                    </a:lnTo>
                    <a:lnTo>
                      <a:pt x="197" y="121"/>
                    </a:lnTo>
                    <a:lnTo>
                      <a:pt x="197" y="123"/>
                    </a:lnTo>
                    <a:lnTo>
                      <a:pt x="197" y="123"/>
                    </a:lnTo>
                    <a:lnTo>
                      <a:pt x="199" y="123"/>
                    </a:lnTo>
                    <a:lnTo>
                      <a:pt x="199" y="123"/>
                    </a:lnTo>
                    <a:lnTo>
                      <a:pt x="199" y="123"/>
                    </a:lnTo>
                    <a:lnTo>
                      <a:pt x="199" y="121"/>
                    </a:lnTo>
                    <a:lnTo>
                      <a:pt x="202" y="121"/>
                    </a:lnTo>
                    <a:lnTo>
                      <a:pt x="202" y="121"/>
                    </a:lnTo>
                    <a:lnTo>
                      <a:pt x="202" y="121"/>
                    </a:lnTo>
                    <a:lnTo>
                      <a:pt x="202" y="121"/>
                    </a:lnTo>
                    <a:lnTo>
                      <a:pt x="204" y="121"/>
                    </a:lnTo>
                    <a:lnTo>
                      <a:pt x="204" y="121"/>
                    </a:lnTo>
                    <a:lnTo>
                      <a:pt x="204" y="118"/>
                    </a:lnTo>
                    <a:lnTo>
                      <a:pt x="206" y="118"/>
                    </a:lnTo>
                    <a:lnTo>
                      <a:pt x="206" y="118"/>
                    </a:lnTo>
                    <a:lnTo>
                      <a:pt x="206" y="118"/>
                    </a:lnTo>
                    <a:lnTo>
                      <a:pt x="206" y="118"/>
                    </a:lnTo>
                    <a:lnTo>
                      <a:pt x="209" y="118"/>
                    </a:lnTo>
                    <a:lnTo>
                      <a:pt x="209" y="116"/>
                    </a:lnTo>
                    <a:lnTo>
                      <a:pt x="209" y="116"/>
                    </a:lnTo>
                    <a:lnTo>
                      <a:pt x="209" y="116"/>
                    </a:lnTo>
                    <a:lnTo>
                      <a:pt x="209" y="116"/>
                    </a:lnTo>
                    <a:lnTo>
                      <a:pt x="209" y="114"/>
                    </a:lnTo>
                    <a:lnTo>
                      <a:pt x="209" y="114"/>
                    </a:lnTo>
                    <a:lnTo>
                      <a:pt x="211" y="114"/>
                    </a:lnTo>
                    <a:lnTo>
                      <a:pt x="211" y="114"/>
                    </a:lnTo>
                    <a:lnTo>
                      <a:pt x="213" y="114"/>
                    </a:lnTo>
                    <a:lnTo>
                      <a:pt x="213" y="114"/>
                    </a:lnTo>
                    <a:lnTo>
                      <a:pt x="213" y="114"/>
                    </a:lnTo>
                    <a:lnTo>
                      <a:pt x="213" y="114"/>
                    </a:lnTo>
                    <a:lnTo>
                      <a:pt x="216" y="114"/>
                    </a:lnTo>
                    <a:lnTo>
                      <a:pt x="216" y="111"/>
                    </a:lnTo>
                    <a:lnTo>
                      <a:pt x="216" y="111"/>
                    </a:lnTo>
                    <a:lnTo>
                      <a:pt x="216" y="109"/>
                    </a:lnTo>
                    <a:lnTo>
                      <a:pt x="216" y="109"/>
                    </a:lnTo>
                    <a:lnTo>
                      <a:pt x="216" y="109"/>
                    </a:lnTo>
                    <a:lnTo>
                      <a:pt x="216" y="111"/>
                    </a:lnTo>
                    <a:lnTo>
                      <a:pt x="218" y="111"/>
                    </a:lnTo>
                    <a:lnTo>
                      <a:pt x="218" y="111"/>
                    </a:lnTo>
                    <a:lnTo>
                      <a:pt x="218" y="111"/>
                    </a:lnTo>
                    <a:lnTo>
                      <a:pt x="221" y="111"/>
                    </a:lnTo>
                    <a:lnTo>
                      <a:pt x="221" y="111"/>
                    </a:lnTo>
                    <a:lnTo>
                      <a:pt x="221" y="114"/>
                    </a:lnTo>
                    <a:lnTo>
                      <a:pt x="221" y="114"/>
                    </a:lnTo>
                    <a:lnTo>
                      <a:pt x="221" y="111"/>
                    </a:lnTo>
                    <a:lnTo>
                      <a:pt x="221" y="111"/>
                    </a:lnTo>
                    <a:lnTo>
                      <a:pt x="221" y="111"/>
                    </a:lnTo>
                    <a:lnTo>
                      <a:pt x="221" y="109"/>
                    </a:lnTo>
                    <a:lnTo>
                      <a:pt x="221" y="109"/>
                    </a:lnTo>
                    <a:lnTo>
                      <a:pt x="223" y="109"/>
                    </a:lnTo>
                    <a:lnTo>
                      <a:pt x="223" y="109"/>
                    </a:lnTo>
                    <a:lnTo>
                      <a:pt x="223" y="109"/>
                    </a:lnTo>
                    <a:lnTo>
                      <a:pt x="223" y="111"/>
                    </a:lnTo>
                    <a:lnTo>
                      <a:pt x="225" y="111"/>
                    </a:lnTo>
                    <a:lnTo>
                      <a:pt x="225" y="109"/>
                    </a:lnTo>
                    <a:lnTo>
                      <a:pt x="225" y="109"/>
                    </a:lnTo>
                    <a:lnTo>
                      <a:pt x="228" y="109"/>
                    </a:lnTo>
                    <a:lnTo>
                      <a:pt x="228" y="111"/>
                    </a:lnTo>
                    <a:lnTo>
                      <a:pt x="228" y="111"/>
                    </a:lnTo>
                    <a:lnTo>
                      <a:pt x="228" y="111"/>
                    </a:lnTo>
                    <a:lnTo>
                      <a:pt x="228" y="109"/>
                    </a:lnTo>
                    <a:lnTo>
                      <a:pt x="230" y="109"/>
                    </a:lnTo>
                    <a:lnTo>
                      <a:pt x="230" y="109"/>
                    </a:lnTo>
                    <a:lnTo>
                      <a:pt x="232" y="109"/>
                    </a:lnTo>
                    <a:lnTo>
                      <a:pt x="232" y="111"/>
                    </a:lnTo>
                    <a:lnTo>
                      <a:pt x="232" y="111"/>
                    </a:lnTo>
                    <a:lnTo>
                      <a:pt x="232" y="111"/>
                    </a:lnTo>
                    <a:lnTo>
                      <a:pt x="232" y="111"/>
                    </a:lnTo>
                    <a:lnTo>
                      <a:pt x="235" y="111"/>
                    </a:lnTo>
                    <a:lnTo>
                      <a:pt x="235" y="114"/>
                    </a:lnTo>
                    <a:lnTo>
                      <a:pt x="235" y="114"/>
                    </a:lnTo>
                    <a:lnTo>
                      <a:pt x="235" y="114"/>
                    </a:lnTo>
                    <a:lnTo>
                      <a:pt x="235" y="114"/>
                    </a:lnTo>
                    <a:lnTo>
                      <a:pt x="235" y="116"/>
                    </a:lnTo>
                    <a:lnTo>
                      <a:pt x="237" y="116"/>
                    </a:lnTo>
                    <a:lnTo>
                      <a:pt x="237" y="116"/>
                    </a:lnTo>
                    <a:lnTo>
                      <a:pt x="237" y="114"/>
                    </a:lnTo>
                    <a:lnTo>
                      <a:pt x="239" y="114"/>
                    </a:lnTo>
                    <a:lnTo>
                      <a:pt x="239" y="114"/>
                    </a:lnTo>
                    <a:lnTo>
                      <a:pt x="239" y="114"/>
                    </a:lnTo>
                    <a:lnTo>
                      <a:pt x="239" y="114"/>
                    </a:lnTo>
                    <a:lnTo>
                      <a:pt x="242" y="114"/>
                    </a:lnTo>
                    <a:lnTo>
                      <a:pt x="242" y="114"/>
                    </a:lnTo>
                    <a:lnTo>
                      <a:pt x="242" y="114"/>
                    </a:lnTo>
                    <a:lnTo>
                      <a:pt x="242" y="114"/>
                    </a:lnTo>
                    <a:lnTo>
                      <a:pt x="242" y="114"/>
                    </a:lnTo>
                    <a:lnTo>
                      <a:pt x="242" y="111"/>
                    </a:lnTo>
                    <a:lnTo>
                      <a:pt x="242" y="111"/>
                    </a:lnTo>
                    <a:lnTo>
                      <a:pt x="242" y="109"/>
                    </a:lnTo>
                    <a:lnTo>
                      <a:pt x="242" y="109"/>
                    </a:lnTo>
                    <a:lnTo>
                      <a:pt x="244" y="109"/>
                    </a:lnTo>
                    <a:lnTo>
                      <a:pt x="244" y="109"/>
                    </a:lnTo>
                    <a:lnTo>
                      <a:pt x="247" y="109"/>
                    </a:lnTo>
                    <a:lnTo>
                      <a:pt x="247" y="109"/>
                    </a:lnTo>
                    <a:lnTo>
                      <a:pt x="247" y="109"/>
                    </a:lnTo>
                    <a:lnTo>
                      <a:pt x="247" y="109"/>
                    </a:lnTo>
                    <a:lnTo>
                      <a:pt x="249" y="109"/>
                    </a:lnTo>
                    <a:lnTo>
                      <a:pt x="249" y="109"/>
                    </a:lnTo>
                    <a:lnTo>
                      <a:pt x="249" y="109"/>
                    </a:lnTo>
                    <a:lnTo>
                      <a:pt x="249" y="109"/>
                    </a:lnTo>
                    <a:lnTo>
                      <a:pt x="249" y="109"/>
                    </a:lnTo>
                    <a:lnTo>
                      <a:pt x="251" y="109"/>
                    </a:lnTo>
                    <a:lnTo>
                      <a:pt x="251" y="109"/>
                    </a:lnTo>
                    <a:lnTo>
                      <a:pt x="254" y="109"/>
                    </a:lnTo>
                    <a:lnTo>
                      <a:pt x="254" y="109"/>
                    </a:lnTo>
                    <a:lnTo>
                      <a:pt x="254" y="109"/>
                    </a:lnTo>
                    <a:lnTo>
                      <a:pt x="254" y="106"/>
                    </a:lnTo>
                    <a:lnTo>
                      <a:pt x="254" y="106"/>
                    </a:lnTo>
                    <a:lnTo>
                      <a:pt x="256" y="106"/>
                    </a:lnTo>
                    <a:lnTo>
                      <a:pt x="256" y="109"/>
                    </a:lnTo>
                    <a:lnTo>
                      <a:pt x="256" y="109"/>
                    </a:lnTo>
                    <a:lnTo>
                      <a:pt x="256" y="109"/>
                    </a:lnTo>
                    <a:lnTo>
                      <a:pt x="256" y="109"/>
                    </a:lnTo>
                    <a:lnTo>
                      <a:pt x="258" y="109"/>
                    </a:lnTo>
                    <a:lnTo>
                      <a:pt x="258" y="109"/>
                    </a:lnTo>
                    <a:lnTo>
                      <a:pt x="261" y="109"/>
                    </a:lnTo>
                    <a:lnTo>
                      <a:pt x="261" y="111"/>
                    </a:lnTo>
                    <a:lnTo>
                      <a:pt x="261" y="111"/>
                    </a:lnTo>
                    <a:lnTo>
                      <a:pt x="261" y="111"/>
                    </a:lnTo>
                    <a:lnTo>
                      <a:pt x="261" y="114"/>
                    </a:lnTo>
                    <a:lnTo>
                      <a:pt x="261" y="114"/>
                    </a:lnTo>
                    <a:lnTo>
                      <a:pt x="261" y="116"/>
                    </a:lnTo>
                    <a:lnTo>
                      <a:pt x="261" y="116"/>
                    </a:lnTo>
                    <a:lnTo>
                      <a:pt x="261" y="116"/>
                    </a:lnTo>
                    <a:lnTo>
                      <a:pt x="263" y="116"/>
                    </a:lnTo>
                    <a:lnTo>
                      <a:pt x="263" y="116"/>
                    </a:lnTo>
                    <a:lnTo>
                      <a:pt x="266" y="116"/>
                    </a:lnTo>
                    <a:lnTo>
                      <a:pt x="266" y="116"/>
                    </a:lnTo>
                    <a:lnTo>
                      <a:pt x="266" y="116"/>
                    </a:lnTo>
                    <a:lnTo>
                      <a:pt x="266" y="118"/>
                    </a:lnTo>
                    <a:lnTo>
                      <a:pt x="266" y="118"/>
                    </a:lnTo>
                    <a:lnTo>
                      <a:pt x="268" y="118"/>
                    </a:lnTo>
                    <a:lnTo>
                      <a:pt x="268" y="118"/>
                    </a:lnTo>
                    <a:lnTo>
                      <a:pt x="268" y="118"/>
                    </a:lnTo>
                    <a:lnTo>
                      <a:pt x="268" y="118"/>
                    </a:lnTo>
                    <a:lnTo>
                      <a:pt x="270" y="118"/>
                    </a:lnTo>
                    <a:lnTo>
                      <a:pt x="270" y="118"/>
                    </a:lnTo>
                    <a:lnTo>
                      <a:pt x="273" y="118"/>
                    </a:lnTo>
                    <a:lnTo>
                      <a:pt x="273" y="121"/>
                    </a:lnTo>
                    <a:lnTo>
                      <a:pt x="273" y="121"/>
                    </a:lnTo>
                    <a:lnTo>
                      <a:pt x="273" y="121"/>
                    </a:lnTo>
                    <a:lnTo>
                      <a:pt x="275" y="121"/>
                    </a:lnTo>
                    <a:lnTo>
                      <a:pt x="275" y="121"/>
                    </a:lnTo>
                    <a:lnTo>
                      <a:pt x="275" y="121"/>
                    </a:lnTo>
                    <a:lnTo>
                      <a:pt x="277" y="121"/>
                    </a:lnTo>
                    <a:lnTo>
                      <a:pt x="277" y="121"/>
                    </a:lnTo>
                    <a:lnTo>
                      <a:pt x="280" y="121"/>
                    </a:lnTo>
                    <a:lnTo>
                      <a:pt x="280" y="121"/>
                    </a:lnTo>
                    <a:lnTo>
                      <a:pt x="280" y="121"/>
                    </a:lnTo>
                    <a:lnTo>
                      <a:pt x="280" y="121"/>
                    </a:lnTo>
                    <a:lnTo>
                      <a:pt x="282" y="121"/>
                    </a:lnTo>
                    <a:lnTo>
                      <a:pt x="282" y="123"/>
                    </a:lnTo>
                    <a:lnTo>
                      <a:pt x="280" y="123"/>
                    </a:lnTo>
                    <a:lnTo>
                      <a:pt x="280" y="123"/>
                    </a:lnTo>
                    <a:lnTo>
                      <a:pt x="282" y="123"/>
                    </a:lnTo>
                    <a:lnTo>
                      <a:pt x="282" y="123"/>
                    </a:lnTo>
                    <a:lnTo>
                      <a:pt x="282" y="123"/>
                    </a:lnTo>
                    <a:lnTo>
                      <a:pt x="284" y="123"/>
                    </a:lnTo>
                    <a:lnTo>
                      <a:pt x="284" y="123"/>
                    </a:lnTo>
                    <a:lnTo>
                      <a:pt x="287" y="123"/>
                    </a:lnTo>
                    <a:lnTo>
                      <a:pt x="287" y="123"/>
                    </a:lnTo>
                    <a:lnTo>
                      <a:pt x="287" y="123"/>
                    </a:lnTo>
                    <a:lnTo>
                      <a:pt x="287" y="123"/>
                    </a:lnTo>
                    <a:lnTo>
                      <a:pt x="287" y="121"/>
                    </a:lnTo>
                    <a:lnTo>
                      <a:pt x="289" y="121"/>
                    </a:lnTo>
                    <a:lnTo>
                      <a:pt x="289" y="121"/>
                    </a:lnTo>
                    <a:lnTo>
                      <a:pt x="289" y="121"/>
                    </a:lnTo>
                    <a:lnTo>
                      <a:pt x="289" y="118"/>
                    </a:lnTo>
                    <a:lnTo>
                      <a:pt x="289" y="118"/>
                    </a:lnTo>
                    <a:lnTo>
                      <a:pt x="289" y="118"/>
                    </a:lnTo>
                    <a:lnTo>
                      <a:pt x="289" y="116"/>
                    </a:lnTo>
                    <a:lnTo>
                      <a:pt x="292" y="116"/>
                    </a:lnTo>
                    <a:lnTo>
                      <a:pt x="292" y="116"/>
                    </a:lnTo>
                    <a:lnTo>
                      <a:pt x="292" y="116"/>
                    </a:lnTo>
                    <a:lnTo>
                      <a:pt x="292" y="116"/>
                    </a:lnTo>
                    <a:lnTo>
                      <a:pt x="294" y="116"/>
                    </a:lnTo>
                    <a:lnTo>
                      <a:pt x="294" y="116"/>
                    </a:lnTo>
                    <a:lnTo>
                      <a:pt x="294" y="116"/>
                    </a:lnTo>
                    <a:lnTo>
                      <a:pt x="294" y="116"/>
                    </a:lnTo>
                    <a:lnTo>
                      <a:pt x="296" y="116"/>
                    </a:lnTo>
                    <a:lnTo>
                      <a:pt x="296" y="116"/>
                    </a:lnTo>
                    <a:lnTo>
                      <a:pt x="296" y="118"/>
                    </a:lnTo>
                    <a:lnTo>
                      <a:pt x="296" y="118"/>
                    </a:lnTo>
                    <a:lnTo>
                      <a:pt x="296" y="118"/>
                    </a:lnTo>
                    <a:lnTo>
                      <a:pt x="296" y="118"/>
                    </a:lnTo>
                    <a:lnTo>
                      <a:pt x="299" y="118"/>
                    </a:lnTo>
                    <a:lnTo>
                      <a:pt x="299" y="121"/>
                    </a:lnTo>
                    <a:lnTo>
                      <a:pt x="299" y="121"/>
                    </a:lnTo>
                    <a:lnTo>
                      <a:pt x="301" y="121"/>
                    </a:lnTo>
                    <a:lnTo>
                      <a:pt x="301" y="121"/>
                    </a:lnTo>
                    <a:lnTo>
                      <a:pt x="301" y="121"/>
                    </a:lnTo>
                    <a:lnTo>
                      <a:pt x="303" y="121"/>
                    </a:lnTo>
                    <a:lnTo>
                      <a:pt x="303" y="121"/>
                    </a:lnTo>
                    <a:lnTo>
                      <a:pt x="306" y="121"/>
                    </a:lnTo>
                    <a:lnTo>
                      <a:pt x="306" y="121"/>
                    </a:lnTo>
                    <a:lnTo>
                      <a:pt x="306" y="121"/>
                    </a:lnTo>
                    <a:lnTo>
                      <a:pt x="308" y="121"/>
                    </a:lnTo>
                    <a:lnTo>
                      <a:pt x="308" y="121"/>
                    </a:lnTo>
                    <a:lnTo>
                      <a:pt x="308" y="121"/>
                    </a:lnTo>
                    <a:lnTo>
                      <a:pt x="310" y="121"/>
                    </a:lnTo>
                    <a:lnTo>
                      <a:pt x="310" y="121"/>
                    </a:lnTo>
                    <a:lnTo>
                      <a:pt x="313" y="121"/>
                    </a:lnTo>
                    <a:lnTo>
                      <a:pt x="313" y="121"/>
                    </a:lnTo>
                    <a:lnTo>
                      <a:pt x="313" y="118"/>
                    </a:lnTo>
                    <a:lnTo>
                      <a:pt x="313" y="118"/>
                    </a:lnTo>
                    <a:lnTo>
                      <a:pt x="315" y="118"/>
                    </a:lnTo>
                    <a:lnTo>
                      <a:pt x="315" y="118"/>
                    </a:lnTo>
                    <a:lnTo>
                      <a:pt x="315" y="118"/>
                    </a:lnTo>
                    <a:lnTo>
                      <a:pt x="315" y="118"/>
                    </a:lnTo>
                    <a:lnTo>
                      <a:pt x="318" y="118"/>
                    </a:lnTo>
                    <a:lnTo>
                      <a:pt x="318" y="118"/>
                    </a:lnTo>
                    <a:lnTo>
                      <a:pt x="320" y="118"/>
                    </a:lnTo>
                    <a:lnTo>
                      <a:pt x="320" y="118"/>
                    </a:lnTo>
                    <a:lnTo>
                      <a:pt x="320" y="116"/>
                    </a:lnTo>
                    <a:lnTo>
                      <a:pt x="320" y="116"/>
                    </a:lnTo>
                    <a:lnTo>
                      <a:pt x="322" y="116"/>
                    </a:lnTo>
                    <a:lnTo>
                      <a:pt x="322" y="116"/>
                    </a:lnTo>
                    <a:lnTo>
                      <a:pt x="322" y="116"/>
                    </a:lnTo>
                    <a:lnTo>
                      <a:pt x="322" y="116"/>
                    </a:lnTo>
                    <a:lnTo>
                      <a:pt x="322" y="116"/>
                    </a:lnTo>
                    <a:lnTo>
                      <a:pt x="322" y="114"/>
                    </a:lnTo>
                    <a:lnTo>
                      <a:pt x="322" y="114"/>
                    </a:lnTo>
                    <a:lnTo>
                      <a:pt x="322" y="111"/>
                    </a:lnTo>
                    <a:lnTo>
                      <a:pt x="322" y="111"/>
                    </a:lnTo>
                    <a:lnTo>
                      <a:pt x="325" y="111"/>
                    </a:lnTo>
                    <a:lnTo>
                      <a:pt x="325" y="109"/>
                    </a:lnTo>
                    <a:lnTo>
                      <a:pt x="325" y="109"/>
                    </a:lnTo>
                    <a:lnTo>
                      <a:pt x="325" y="106"/>
                    </a:lnTo>
                    <a:lnTo>
                      <a:pt x="325" y="106"/>
                    </a:lnTo>
                    <a:lnTo>
                      <a:pt x="325" y="106"/>
                    </a:lnTo>
                    <a:lnTo>
                      <a:pt x="325" y="106"/>
                    </a:lnTo>
                    <a:lnTo>
                      <a:pt x="327" y="106"/>
                    </a:lnTo>
                    <a:lnTo>
                      <a:pt x="327" y="106"/>
                    </a:lnTo>
                    <a:lnTo>
                      <a:pt x="327" y="104"/>
                    </a:lnTo>
                    <a:lnTo>
                      <a:pt x="327" y="104"/>
                    </a:lnTo>
                    <a:lnTo>
                      <a:pt x="325" y="104"/>
                    </a:lnTo>
                    <a:lnTo>
                      <a:pt x="325" y="104"/>
                    </a:lnTo>
                    <a:lnTo>
                      <a:pt x="325" y="104"/>
                    </a:lnTo>
                    <a:lnTo>
                      <a:pt x="325" y="102"/>
                    </a:lnTo>
                    <a:lnTo>
                      <a:pt x="322" y="102"/>
                    </a:lnTo>
                    <a:lnTo>
                      <a:pt x="322" y="102"/>
                    </a:lnTo>
                    <a:lnTo>
                      <a:pt x="322" y="102"/>
                    </a:lnTo>
                    <a:lnTo>
                      <a:pt x="322" y="102"/>
                    </a:lnTo>
                    <a:lnTo>
                      <a:pt x="320" y="102"/>
                    </a:lnTo>
                    <a:lnTo>
                      <a:pt x="320" y="102"/>
                    </a:lnTo>
                    <a:lnTo>
                      <a:pt x="320" y="102"/>
                    </a:lnTo>
                    <a:lnTo>
                      <a:pt x="318" y="102"/>
                    </a:lnTo>
                    <a:lnTo>
                      <a:pt x="318" y="102"/>
                    </a:lnTo>
                    <a:lnTo>
                      <a:pt x="318" y="99"/>
                    </a:lnTo>
                    <a:lnTo>
                      <a:pt x="315" y="99"/>
                    </a:lnTo>
                    <a:lnTo>
                      <a:pt x="315" y="99"/>
                    </a:lnTo>
                    <a:lnTo>
                      <a:pt x="315" y="99"/>
                    </a:lnTo>
                    <a:lnTo>
                      <a:pt x="313" y="99"/>
                    </a:lnTo>
                    <a:lnTo>
                      <a:pt x="313" y="99"/>
                    </a:lnTo>
                    <a:lnTo>
                      <a:pt x="313" y="99"/>
                    </a:lnTo>
                    <a:lnTo>
                      <a:pt x="313" y="99"/>
                    </a:lnTo>
                    <a:lnTo>
                      <a:pt x="313" y="97"/>
                    </a:lnTo>
                    <a:lnTo>
                      <a:pt x="310" y="97"/>
                    </a:lnTo>
                    <a:lnTo>
                      <a:pt x="310" y="97"/>
                    </a:lnTo>
                    <a:lnTo>
                      <a:pt x="310" y="97"/>
                    </a:lnTo>
                    <a:lnTo>
                      <a:pt x="310" y="97"/>
                    </a:lnTo>
                    <a:lnTo>
                      <a:pt x="308" y="97"/>
                    </a:lnTo>
                    <a:lnTo>
                      <a:pt x="308" y="97"/>
                    </a:lnTo>
                    <a:lnTo>
                      <a:pt x="308" y="97"/>
                    </a:lnTo>
                    <a:lnTo>
                      <a:pt x="306" y="97"/>
                    </a:lnTo>
                    <a:lnTo>
                      <a:pt x="306" y="97"/>
                    </a:lnTo>
                    <a:lnTo>
                      <a:pt x="306" y="97"/>
                    </a:lnTo>
                    <a:lnTo>
                      <a:pt x="303" y="97"/>
                    </a:lnTo>
                    <a:lnTo>
                      <a:pt x="303" y="97"/>
                    </a:lnTo>
                    <a:lnTo>
                      <a:pt x="301" y="97"/>
                    </a:lnTo>
                    <a:lnTo>
                      <a:pt x="301" y="97"/>
                    </a:lnTo>
                    <a:lnTo>
                      <a:pt x="301" y="95"/>
                    </a:lnTo>
                    <a:lnTo>
                      <a:pt x="301" y="95"/>
                    </a:lnTo>
                    <a:lnTo>
                      <a:pt x="301" y="95"/>
                    </a:lnTo>
                    <a:lnTo>
                      <a:pt x="301" y="95"/>
                    </a:lnTo>
                    <a:lnTo>
                      <a:pt x="301" y="92"/>
                    </a:lnTo>
                    <a:lnTo>
                      <a:pt x="301" y="92"/>
                    </a:lnTo>
                    <a:lnTo>
                      <a:pt x="301" y="92"/>
                    </a:lnTo>
                    <a:lnTo>
                      <a:pt x="301" y="92"/>
                    </a:lnTo>
                    <a:lnTo>
                      <a:pt x="301" y="92"/>
                    </a:lnTo>
                    <a:lnTo>
                      <a:pt x="301" y="90"/>
                    </a:lnTo>
                    <a:lnTo>
                      <a:pt x="299" y="90"/>
                    </a:lnTo>
                    <a:lnTo>
                      <a:pt x="299" y="90"/>
                    </a:lnTo>
                    <a:lnTo>
                      <a:pt x="296" y="90"/>
                    </a:lnTo>
                    <a:lnTo>
                      <a:pt x="296" y="90"/>
                    </a:lnTo>
                    <a:lnTo>
                      <a:pt x="296" y="90"/>
                    </a:lnTo>
                    <a:lnTo>
                      <a:pt x="296" y="90"/>
                    </a:lnTo>
                    <a:lnTo>
                      <a:pt x="294" y="90"/>
                    </a:lnTo>
                    <a:lnTo>
                      <a:pt x="294" y="90"/>
                    </a:lnTo>
                    <a:lnTo>
                      <a:pt x="294" y="90"/>
                    </a:lnTo>
                    <a:lnTo>
                      <a:pt x="294" y="88"/>
                    </a:lnTo>
                    <a:lnTo>
                      <a:pt x="292" y="88"/>
                    </a:lnTo>
                    <a:lnTo>
                      <a:pt x="292" y="88"/>
                    </a:lnTo>
                    <a:lnTo>
                      <a:pt x="294" y="88"/>
                    </a:lnTo>
                    <a:lnTo>
                      <a:pt x="294" y="85"/>
                    </a:lnTo>
                    <a:lnTo>
                      <a:pt x="294" y="85"/>
                    </a:lnTo>
                    <a:lnTo>
                      <a:pt x="294" y="85"/>
                    </a:lnTo>
                    <a:lnTo>
                      <a:pt x="296" y="85"/>
                    </a:lnTo>
                    <a:lnTo>
                      <a:pt x="296" y="85"/>
                    </a:lnTo>
                    <a:lnTo>
                      <a:pt x="296" y="85"/>
                    </a:lnTo>
                    <a:lnTo>
                      <a:pt x="296" y="85"/>
                    </a:lnTo>
                    <a:lnTo>
                      <a:pt x="299" y="85"/>
                    </a:lnTo>
                    <a:lnTo>
                      <a:pt x="299" y="85"/>
                    </a:lnTo>
                    <a:lnTo>
                      <a:pt x="299" y="85"/>
                    </a:lnTo>
                    <a:lnTo>
                      <a:pt x="301" y="85"/>
                    </a:lnTo>
                    <a:lnTo>
                      <a:pt x="301" y="83"/>
                    </a:lnTo>
                    <a:lnTo>
                      <a:pt x="301" y="83"/>
                    </a:lnTo>
                    <a:lnTo>
                      <a:pt x="301" y="83"/>
                    </a:lnTo>
                    <a:lnTo>
                      <a:pt x="301" y="83"/>
                    </a:lnTo>
                    <a:lnTo>
                      <a:pt x="303" y="83"/>
                    </a:lnTo>
                    <a:lnTo>
                      <a:pt x="303" y="83"/>
                    </a:lnTo>
                    <a:lnTo>
                      <a:pt x="306" y="83"/>
                    </a:lnTo>
                    <a:lnTo>
                      <a:pt x="306" y="83"/>
                    </a:lnTo>
                    <a:lnTo>
                      <a:pt x="306" y="83"/>
                    </a:lnTo>
                    <a:lnTo>
                      <a:pt x="308" y="83"/>
                    </a:lnTo>
                    <a:lnTo>
                      <a:pt x="308" y="80"/>
                    </a:lnTo>
                    <a:lnTo>
                      <a:pt x="308" y="80"/>
                    </a:lnTo>
                    <a:lnTo>
                      <a:pt x="308" y="80"/>
                    </a:lnTo>
                    <a:lnTo>
                      <a:pt x="308" y="80"/>
                    </a:lnTo>
                    <a:lnTo>
                      <a:pt x="310" y="80"/>
                    </a:lnTo>
                    <a:lnTo>
                      <a:pt x="310" y="80"/>
                    </a:lnTo>
                    <a:lnTo>
                      <a:pt x="313" y="80"/>
                    </a:lnTo>
                    <a:lnTo>
                      <a:pt x="313" y="78"/>
                    </a:lnTo>
                    <a:lnTo>
                      <a:pt x="313" y="78"/>
                    </a:lnTo>
                    <a:lnTo>
                      <a:pt x="313" y="78"/>
                    </a:lnTo>
                    <a:lnTo>
                      <a:pt x="313" y="78"/>
                    </a:lnTo>
                    <a:lnTo>
                      <a:pt x="313" y="76"/>
                    </a:lnTo>
                    <a:lnTo>
                      <a:pt x="313" y="76"/>
                    </a:lnTo>
                    <a:lnTo>
                      <a:pt x="313" y="76"/>
                    </a:lnTo>
                    <a:lnTo>
                      <a:pt x="313" y="76"/>
                    </a:lnTo>
                    <a:lnTo>
                      <a:pt x="313" y="76"/>
                    </a:lnTo>
                    <a:lnTo>
                      <a:pt x="313" y="73"/>
                    </a:lnTo>
                    <a:lnTo>
                      <a:pt x="310" y="73"/>
                    </a:lnTo>
                    <a:lnTo>
                      <a:pt x="310" y="73"/>
                    </a:lnTo>
                    <a:lnTo>
                      <a:pt x="310" y="73"/>
                    </a:lnTo>
                    <a:lnTo>
                      <a:pt x="308" y="73"/>
                    </a:lnTo>
                    <a:lnTo>
                      <a:pt x="308" y="71"/>
                    </a:lnTo>
                    <a:lnTo>
                      <a:pt x="308" y="71"/>
                    </a:lnTo>
                    <a:lnTo>
                      <a:pt x="308" y="71"/>
                    </a:lnTo>
                    <a:lnTo>
                      <a:pt x="308" y="71"/>
                    </a:lnTo>
                    <a:lnTo>
                      <a:pt x="308" y="69"/>
                    </a:lnTo>
                    <a:lnTo>
                      <a:pt x="306" y="69"/>
                    </a:lnTo>
                    <a:lnTo>
                      <a:pt x="306" y="69"/>
                    </a:lnTo>
                    <a:lnTo>
                      <a:pt x="306" y="66"/>
                    </a:lnTo>
                    <a:lnTo>
                      <a:pt x="308" y="66"/>
                    </a:lnTo>
                    <a:lnTo>
                      <a:pt x="308" y="66"/>
                    </a:lnTo>
                    <a:lnTo>
                      <a:pt x="308" y="66"/>
                    </a:lnTo>
                    <a:lnTo>
                      <a:pt x="308" y="66"/>
                    </a:lnTo>
                    <a:lnTo>
                      <a:pt x="310" y="66"/>
                    </a:lnTo>
                    <a:lnTo>
                      <a:pt x="310" y="66"/>
                    </a:lnTo>
                    <a:lnTo>
                      <a:pt x="310" y="66"/>
                    </a:lnTo>
                    <a:lnTo>
                      <a:pt x="313" y="66"/>
                    </a:lnTo>
                    <a:lnTo>
                      <a:pt x="313" y="66"/>
                    </a:lnTo>
                    <a:lnTo>
                      <a:pt x="313" y="64"/>
                    </a:lnTo>
                    <a:lnTo>
                      <a:pt x="313" y="64"/>
                    </a:lnTo>
                    <a:lnTo>
                      <a:pt x="313" y="64"/>
                    </a:lnTo>
                    <a:lnTo>
                      <a:pt x="313" y="61"/>
                    </a:lnTo>
                    <a:lnTo>
                      <a:pt x="313" y="61"/>
                    </a:lnTo>
                    <a:lnTo>
                      <a:pt x="315" y="61"/>
                    </a:lnTo>
                    <a:lnTo>
                      <a:pt x="315" y="61"/>
                    </a:lnTo>
                    <a:lnTo>
                      <a:pt x="315" y="61"/>
                    </a:lnTo>
                    <a:lnTo>
                      <a:pt x="315" y="61"/>
                    </a:lnTo>
                    <a:lnTo>
                      <a:pt x="315" y="61"/>
                    </a:lnTo>
                    <a:lnTo>
                      <a:pt x="318" y="61"/>
                    </a:lnTo>
                    <a:lnTo>
                      <a:pt x="318" y="59"/>
                    </a:lnTo>
                    <a:lnTo>
                      <a:pt x="318" y="59"/>
                    </a:lnTo>
                    <a:lnTo>
                      <a:pt x="320" y="59"/>
                    </a:lnTo>
                    <a:lnTo>
                      <a:pt x="320" y="61"/>
                    </a:lnTo>
                    <a:lnTo>
                      <a:pt x="320" y="61"/>
                    </a:lnTo>
                    <a:lnTo>
                      <a:pt x="320" y="61"/>
                    </a:lnTo>
                    <a:lnTo>
                      <a:pt x="322" y="61"/>
                    </a:lnTo>
                    <a:lnTo>
                      <a:pt x="322" y="61"/>
                    </a:lnTo>
                    <a:lnTo>
                      <a:pt x="322" y="59"/>
                    </a:lnTo>
                    <a:lnTo>
                      <a:pt x="322" y="59"/>
                    </a:lnTo>
                    <a:lnTo>
                      <a:pt x="322" y="61"/>
                    </a:lnTo>
                    <a:lnTo>
                      <a:pt x="325" y="61"/>
                    </a:lnTo>
                    <a:lnTo>
                      <a:pt x="325" y="61"/>
                    </a:lnTo>
                    <a:lnTo>
                      <a:pt x="327" y="61"/>
                    </a:lnTo>
                    <a:lnTo>
                      <a:pt x="327" y="61"/>
                    </a:lnTo>
                    <a:lnTo>
                      <a:pt x="327" y="61"/>
                    </a:lnTo>
                    <a:lnTo>
                      <a:pt x="327" y="61"/>
                    </a:lnTo>
                    <a:lnTo>
                      <a:pt x="327" y="61"/>
                    </a:lnTo>
                    <a:lnTo>
                      <a:pt x="329" y="61"/>
                    </a:lnTo>
                    <a:lnTo>
                      <a:pt x="329" y="61"/>
                    </a:lnTo>
                    <a:lnTo>
                      <a:pt x="329" y="61"/>
                    </a:lnTo>
                    <a:lnTo>
                      <a:pt x="332" y="61"/>
                    </a:lnTo>
                    <a:lnTo>
                      <a:pt x="332" y="61"/>
                    </a:lnTo>
                    <a:lnTo>
                      <a:pt x="332" y="61"/>
                    </a:lnTo>
                    <a:lnTo>
                      <a:pt x="334" y="61"/>
                    </a:lnTo>
                    <a:lnTo>
                      <a:pt x="334" y="61"/>
                    </a:lnTo>
                    <a:lnTo>
                      <a:pt x="334" y="61"/>
                    </a:lnTo>
                    <a:lnTo>
                      <a:pt x="337" y="61"/>
                    </a:lnTo>
                    <a:lnTo>
                      <a:pt x="337" y="61"/>
                    </a:lnTo>
                    <a:lnTo>
                      <a:pt x="337" y="61"/>
                    </a:lnTo>
                    <a:lnTo>
                      <a:pt x="337" y="59"/>
                    </a:lnTo>
                    <a:lnTo>
                      <a:pt x="337" y="59"/>
                    </a:lnTo>
                    <a:lnTo>
                      <a:pt x="337" y="57"/>
                    </a:lnTo>
                    <a:lnTo>
                      <a:pt x="337" y="57"/>
                    </a:lnTo>
                    <a:lnTo>
                      <a:pt x="334" y="57"/>
                    </a:lnTo>
                    <a:lnTo>
                      <a:pt x="334" y="57"/>
                    </a:lnTo>
                    <a:lnTo>
                      <a:pt x="334" y="57"/>
                    </a:lnTo>
                    <a:lnTo>
                      <a:pt x="332" y="57"/>
                    </a:lnTo>
                    <a:lnTo>
                      <a:pt x="332" y="57"/>
                    </a:lnTo>
                    <a:lnTo>
                      <a:pt x="332" y="57"/>
                    </a:lnTo>
                    <a:lnTo>
                      <a:pt x="329" y="57"/>
                    </a:lnTo>
                    <a:lnTo>
                      <a:pt x="329" y="57"/>
                    </a:lnTo>
                    <a:lnTo>
                      <a:pt x="329" y="57"/>
                    </a:lnTo>
                    <a:lnTo>
                      <a:pt x="329" y="57"/>
                    </a:lnTo>
                    <a:lnTo>
                      <a:pt x="327" y="57"/>
                    </a:lnTo>
                    <a:lnTo>
                      <a:pt x="327" y="54"/>
                    </a:lnTo>
                    <a:lnTo>
                      <a:pt x="327" y="54"/>
                    </a:lnTo>
                    <a:lnTo>
                      <a:pt x="327" y="54"/>
                    </a:lnTo>
                    <a:lnTo>
                      <a:pt x="327" y="57"/>
                    </a:lnTo>
                    <a:lnTo>
                      <a:pt x="325" y="57"/>
                    </a:lnTo>
                    <a:lnTo>
                      <a:pt x="325" y="57"/>
                    </a:lnTo>
                    <a:lnTo>
                      <a:pt x="322" y="57"/>
                    </a:lnTo>
                    <a:lnTo>
                      <a:pt x="322" y="57"/>
                    </a:lnTo>
                    <a:lnTo>
                      <a:pt x="322" y="54"/>
                    </a:lnTo>
                    <a:lnTo>
                      <a:pt x="322" y="54"/>
                    </a:lnTo>
                    <a:lnTo>
                      <a:pt x="320" y="54"/>
                    </a:lnTo>
                    <a:lnTo>
                      <a:pt x="320" y="54"/>
                    </a:lnTo>
                    <a:lnTo>
                      <a:pt x="320" y="54"/>
                    </a:lnTo>
                    <a:lnTo>
                      <a:pt x="320" y="54"/>
                    </a:lnTo>
                    <a:lnTo>
                      <a:pt x="320" y="54"/>
                    </a:lnTo>
                    <a:lnTo>
                      <a:pt x="318" y="54"/>
                    </a:lnTo>
                    <a:lnTo>
                      <a:pt x="318" y="54"/>
                    </a:lnTo>
                    <a:lnTo>
                      <a:pt x="318" y="54"/>
                    </a:lnTo>
                    <a:lnTo>
                      <a:pt x="315" y="54"/>
                    </a:lnTo>
                    <a:lnTo>
                      <a:pt x="315" y="52"/>
                    </a:lnTo>
                    <a:lnTo>
                      <a:pt x="315" y="52"/>
                    </a:lnTo>
                    <a:lnTo>
                      <a:pt x="315" y="50"/>
                    </a:lnTo>
                    <a:lnTo>
                      <a:pt x="318" y="50"/>
                    </a:lnTo>
                    <a:lnTo>
                      <a:pt x="318" y="50"/>
                    </a:lnTo>
                    <a:lnTo>
                      <a:pt x="318" y="50"/>
                    </a:lnTo>
                    <a:lnTo>
                      <a:pt x="318" y="47"/>
                    </a:lnTo>
                    <a:lnTo>
                      <a:pt x="320" y="47"/>
                    </a:lnTo>
                    <a:lnTo>
                      <a:pt x="320" y="47"/>
                    </a:lnTo>
                    <a:lnTo>
                      <a:pt x="320" y="47"/>
                    </a:lnTo>
                    <a:lnTo>
                      <a:pt x="320" y="50"/>
                    </a:lnTo>
                    <a:lnTo>
                      <a:pt x="322" y="50"/>
                    </a:lnTo>
                    <a:lnTo>
                      <a:pt x="322" y="50"/>
                    </a:lnTo>
                    <a:lnTo>
                      <a:pt x="322" y="50"/>
                    </a:lnTo>
                    <a:lnTo>
                      <a:pt x="325" y="50"/>
                    </a:lnTo>
                    <a:lnTo>
                      <a:pt x="325" y="47"/>
                    </a:lnTo>
                    <a:lnTo>
                      <a:pt x="325" y="47"/>
                    </a:lnTo>
                    <a:lnTo>
                      <a:pt x="325" y="47"/>
                    </a:lnTo>
                    <a:lnTo>
                      <a:pt x="325" y="47"/>
                    </a:lnTo>
                    <a:lnTo>
                      <a:pt x="325" y="47"/>
                    </a:lnTo>
                    <a:lnTo>
                      <a:pt x="322" y="47"/>
                    </a:lnTo>
                    <a:lnTo>
                      <a:pt x="322" y="47"/>
                    </a:lnTo>
                    <a:lnTo>
                      <a:pt x="322" y="47"/>
                    </a:lnTo>
                    <a:lnTo>
                      <a:pt x="320" y="47"/>
                    </a:lnTo>
                    <a:lnTo>
                      <a:pt x="320" y="47"/>
                    </a:lnTo>
                    <a:lnTo>
                      <a:pt x="320" y="47"/>
                    </a:lnTo>
                    <a:lnTo>
                      <a:pt x="320" y="47"/>
                    </a:lnTo>
                    <a:lnTo>
                      <a:pt x="320" y="47"/>
                    </a:lnTo>
                    <a:lnTo>
                      <a:pt x="318" y="47"/>
                    </a:lnTo>
                    <a:lnTo>
                      <a:pt x="318" y="47"/>
                    </a:lnTo>
                    <a:lnTo>
                      <a:pt x="315" y="47"/>
                    </a:lnTo>
                    <a:lnTo>
                      <a:pt x="315" y="47"/>
                    </a:lnTo>
                    <a:lnTo>
                      <a:pt x="315" y="47"/>
                    </a:lnTo>
                    <a:lnTo>
                      <a:pt x="313" y="47"/>
                    </a:lnTo>
                    <a:lnTo>
                      <a:pt x="313" y="45"/>
                    </a:lnTo>
                    <a:lnTo>
                      <a:pt x="313" y="45"/>
                    </a:lnTo>
                    <a:lnTo>
                      <a:pt x="313" y="45"/>
                    </a:lnTo>
                    <a:lnTo>
                      <a:pt x="310" y="45"/>
                    </a:lnTo>
                    <a:lnTo>
                      <a:pt x="310" y="45"/>
                    </a:lnTo>
                    <a:lnTo>
                      <a:pt x="313" y="45"/>
                    </a:lnTo>
                    <a:lnTo>
                      <a:pt x="313" y="45"/>
                    </a:lnTo>
                    <a:lnTo>
                      <a:pt x="313" y="45"/>
                    </a:lnTo>
                    <a:lnTo>
                      <a:pt x="313" y="42"/>
                    </a:lnTo>
                    <a:lnTo>
                      <a:pt x="315" y="42"/>
                    </a:lnTo>
                    <a:lnTo>
                      <a:pt x="315" y="42"/>
                    </a:lnTo>
                    <a:lnTo>
                      <a:pt x="315" y="42"/>
                    </a:lnTo>
                    <a:lnTo>
                      <a:pt x="315" y="42"/>
                    </a:lnTo>
                    <a:lnTo>
                      <a:pt x="315" y="40"/>
                    </a:lnTo>
                    <a:lnTo>
                      <a:pt x="318" y="40"/>
                    </a:lnTo>
                    <a:lnTo>
                      <a:pt x="318" y="40"/>
                    </a:lnTo>
                    <a:lnTo>
                      <a:pt x="315" y="40"/>
                    </a:lnTo>
                    <a:lnTo>
                      <a:pt x="315" y="38"/>
                    </a:lnTo>
                    <a:lnTo>
                      <a:pt x="315" y="38"/>
                    </a:lnTo>
                    <a:lnTo>
                      <a:pt x="315" y="38"/>
                    </a:lnTo>
                    <a:lnTo>
                      <a:pt x="313" y="38"/>
                    </a:lnTo>
                    <a:lnTo>
                      <a:pt x="313" y="38"/>
                    </a:lnTo>
                    <a:lnTo>
                      <a:pt x="313" y="38"/>
                    </a:lnTo>
                    <a:lnTo>
                      <a:pt x="313" y="38"/>
                    </a:lnTo>
                    <a:lnTo>
                      <a:pt x="313" y="38"/>
                    </a:lnTo>
                    <a:lnTo>
                      <a:pt x="315" y="38"/>
                    </a:lnTo>
                    <a:lnTo>
                      <a:pt x="315" y="38"/>
                    </a:lnTo>
                    <a:lnTo>
                      <a:pt x="315" y="38"/>
                    </a:lnTo>
                    <a:lnTo>
                      <a:pt x="315" y="38"/>
                    </a:lnTo>
                    <a:lnTo>
                      <a:pt x="318" y="38"/>
                    </a:lnTo>
                    <a:lnTo>
                      <a:pt x="318" y="38"/>
                    </a:lnTo>
                    <a:lnTo>
                      <a:pt x="318" y="38"/>
                    </a:lnTo>
                    <a:lnTo>
                      <a:pt x="318" y="35"/>
                    </a:lnTo>
                    <a:lnTo>
                      <a:pt x="318" y="35"/>
                    </a:lnTo>
                    <a:lnTo>
                      <a:pt x="320" y="35"/>
                    </a:lnTo>
                    <a:lnTo>
                      <a:pt x="320" y="33"/>
                    </a:lnTo>
                    <a:lnTo>
                      <a:pt x="320" y="33"/>
                    </a:lnTo>
                    <a:lnTo>
                      <a:pt x="320" y="33"/>
                    </a:lnTo>
                    <a:lnTo>
                      <a:pt x="322" y="33"/>
                    </a:lnTo>
                    <a:lnTo>
                      <a:pt x="322" y="33"/>
                    </a:lnTo>
                    <a:lnTo>
                      <a:pt x="322" y="35"/>
                    </a:lnTo>
                    <a:lnTo>
                      <a:pt x="322" y="35"/>
                    </a:lnTo>
                    <a:lnTo>
                      <a:pt x="322" y="35"/>
                    </a:lnTo>
                    <a:lnTo>
                      <a:pt x="325" y="35"/>
                    </a:lnTo>
                    <a:lnTo>
                      <a:pt x="325" y="35"/>
                    </a:lnTo>
                    <a:lnTo>
                      <a:pt x="325" y="38"/>
                    </a:lnTo>
                    <a:lnTo>
                      <a:pt x="327" y="38"/>
                    </a:lnTo>
                    <a:lnTo>
                      <a:pt x="327" y="35"/>
                    </a:lnTo>
                    <a:lnTo>
                      <a:pt x="327" y="35"/>
                    </a:lnTo>
                    <a:lnTo>
                      <a:pt x="327" y="35"/>
                    </a:lnTo>
                    <a:lnTo>
                      <a:pt x="327" y="35"/>
                    </a:lnTo>
                    <a:lnTo>
                      <a:pt x="329" y="35"/>
                    </a:lnTo>
                    <a:lnTo>
                      <a:pt x="329" y="35"/>
                    </a:lnTo>
                    <a:lnTo>
                      <a:pt x="329" y="35"/>
                    </a:lnTo>
                    <a:lnTo>
                      <a:pt x="329" y="35"/>
                    </a:lnTo>
                    <a:lnTo>
                      <a:pt x="332" y="35"/>
                    </a:lnTo>
                    <a:lnTo>
                      <a:pt x="332" y="38"/>
                    </a:lnTo>
                    <a:lnTo>
                      <a:pt x="332" y="38"/>
                    </a:lnTo>
                    <a:lnTo>
                      <a:pt x="334" y="38"/>
                    </a:lnTo>
                    <a:lnTo>
                      <a:pt x="334" y="38"/>
                    </a:lnTo>
                    <a:lnTo>
                      <a:pt x="334" y="38"/>
                    </a:lnTo>
                    <a:lnTo>
                      <a:pt x="334" y="35"/>
                    </a:lnTo>
                    <a:lnTo>
                      <a:pt x="334" y="35"/>
                    </a:lnTo>
                    <a:lnTo>
                      <a:pt x="334" y="35"/>
                    </a:lnTo>
                    <a:lnTo>
                      <a:pt x="334" y="35"/>
                    </a:lnTo>
                    <a:lnTo>
                      <a:pt x="337" y="35"/>
                    </a:lnTo>
                    <a:lnTo>
                      <a:pt x="337" y="35"/>
                    </a:lnTo>
                    <a:lnTo>
                      <a:pt x="339" y="35"/>
                    </a:lnTo>
                    <a:lnTo>
                      <a:pt x="339" y="35"/>
                    </a:lnTo>
                    <a:lnTo>
                      <a:pt x="339" y="35"/>
                    </a:lnTo>
                    <a:lnTo>
                      <a:pt x="341" y="35"/>
                    </a:lnTo>
                    <a:lnTo>
                      <a:pt x="341" y="35"/>
                    </a:lnTo>
                    <a:lnTo>
                      <a:pt x="341" y="35"/>
                    </a:lnTo>
                    <a:lnTo>
                      <a:pt x="344" y="35"/>
                    </a:lnTo>
                    <a:lnTo>
                      <a:pt x="344" y="35"/>
                    </a:lnTo>
                    <a:lnTo>
                      <a:pt x="344" y="35"/>
                    </a:lnTo>
                    <a:lnTo>
                      <a:pt x="344" y="35"/>
                    </a:lnTo>
                    <a:lnTo>
                      <a:pt x="344" y="38"/>
                    </a:lnTo>
                    <a:lnTo>
                      <a:pt x="344" y="38"/>
                    </a:lnTo>
                    <a:lnTo>
                      <a:pt x="344" y="38"/>
                    </a:lnTo>
                    <a:lnTo>
                      <a:pt x="346" y="38"/>
                    </a:lnTo>
                    <a:lnTo>
                      <a:pt x="346" y="38"/>
                    </a:lnTo>
                    <a:lnTo>
                      <a:pt x="346" y="38"/>
                    </a:lnTo>
                    <a:lnTo>
                      <a:pt x="346" y="38"/>
                    </a:lnTo>
                    <a:lnTo>
                      <a:pt x="346" y="35"/>
                    </a:lnTo>
                    <a:lnTo>
                      <a:pt x="348" y="35"/>
                    </a:lnTo>
                    <a:lnTo>
                      <a:pt x="348" y="35"/>
                    </a:lnTo>
                    <a:lnTo>
                      <a:pt x="348" y="35"/>
                    </a:lnTo>
                    <a:lnTo>
                      <a:pt x="348" y="35"/>
                    </a:lnTo>
                    <a:lnTo>
                      <a:pt x="351" y="35"/>
                    </a:lnTo>
                    <a:lnTo>
                      <a:pt x="351" y="33"/>
                    </a:lnTo>
                    <a:lnTo>
                      <a:pt x="351" y="33"/>
                    </a:lnTo>
                    <a:lnTo>
                      <a:pt x="353" y="33"/>
                    </a:lnTo>
                    <a:lnTo>
                      <a:pt x="353" y="33"/>
                    </a:lnTo>
                    <a:lnTo>
                      <a:pt x="353" y="33"/>
                    </a:lnTo>
                    <a:lnTo>
                      <a:pt x="353" y="33"/>
                    </a:lnTo>
                    <a:lnTo>
                      <a:pt x="355" y="33"/>
                    </a:lnTo>
                    <a:lnTo>
                      <a:pt x="355" y="33"/>
                    </a:lnTo>
                    <a:lnTo>
                      <a:pt x="355" y="33"/>
                    </a:lnTo>
                    <a:lnTo>
                      <a:pt x="355" y="33"/>
                    </a:lnTo>
                    <a:lnTo>
                      <a:pt x="358" y="33"/>
                    </a:lnTo>
                    <a:lnTo>
                      <a:pt x="358" y="33"/>
                    </a:lnTo>
                    <a:lnTo>
                      <a:pt x="358" y="33"/>
                    </a:lnTo>
                    <a:lnTo>
                      <a:pt x="360" y="33"/>
                    </a:lnTo>
                    <a:lnTo>
                      <a:pt x="360" y="31"/>
                    </a:lnTo>
                    <a:lnTo>
                      <a:pt x="360" y="31"/>
                    </a:lnTo>
                    <a:lnTo>
                      <a:pt x="360" y="31"/>
                    </a:lnTo>
                    <a:lnTo>
                      <a:pt x="360" y="31"/>
                    </a:lnTo>
                    <a:lnTo>
                      <a:pt x="363" y="31"/>
                    </a:lnTo>
                    <a:lnTo>
                      <a:pt x="363" y="31"/>
                    </a:lnTo>
                    <a:lnTo>
                      <a:pt x="363" y="31"/>
                    </a:lnTo>
                    <a:lnTo>
                      <a:pt x="365" y="31"/>
                    </a:lnTo>
                    <a:lnTo>
                      <a:pt x="365" y="31"/>
                    </a:lnTo>
                    <a:lnTo>
                      <a:pt x="367" y="31"/>
                    </a:lnTo>
                    <a:lnTo>
                      <a:pt x="367" y="31"/>
                    </a:lnTo>
                    <a:lnTo>
                      <a:pt x="367" y="31"/>
                    </a:lnTo>
                    <a:lnTo>
                      <a:pt x="370" y="31"/>
                    </a:lnTo>
                    <a:lnTo>
                      <a:pt x="370" y="28"/>
                    </a:lnTo>
                    <a:lnTo>
                      <a:pt x="370" y="28"/>
                    </a:lnTo>
                    <a:lnTo>
                      <a:pt x="372" y="28"/>
                    </a:lnTo>
                    <a:lnTo>
                      <a:pt x="372" y="28"/>
                    </a:lnTo>
                    <a:lnTo>
                      <a:pt x="372" y="28"/>
                    </a:lnTo>
                    <a:lnTo>
                      <a:pt x="372" y="28"/>
                    </a:lnTo>
                    <a:lnTo>
                      <a:pt x="374" y="28"/>
                    </a:lnTo>
                    <a:lnTo>
                      <a:pt x="374" y="28"/>
                    </a:lnTo>
                    <a:lnTo>
                      <a:pt x="374" y="28"/>
                    </a:lnTo>
                    <a:lnTo>
                      <a:pt x="377" y="28"/>
                    </a:lnTo>
                    <a:lnTo>
                      <a:pt x="377" y="28"/>
                    </a:lnTo>
                    <a:lnTo>
                      <a:pt x="379" y="28"/>
                    </a:lnTo>
                    <a:lnTo>
                      <a:pt x="379" y="28"/>
                    </a:lnTo>
                    <a:lnTo>
                      <a:pt x="379" y="26"/>
                    </a:lnTo>
                    <a:lnTo>
                      <a:pt x="379" y="26"/>
                    </a:lnTo>
                    <a:lnTo>
                      <a:pt x="379" y="28"/>
                    </a:lnTo>
                    <a:lnTo>
                      <a:pt x="382" y="28"/>
                    </a:lnTo>
                    <a:lnTo>
                      <a:pt x="382" y="28"/>
                    </a:lnTo>
                    <a:lnTo>
                      <a:pt x="382" y="26"/>
                    </a:lnTo>
                    <a:lnTo>
                      <a:pt x="382" y="26"/>
                    </a:lnTo>
                    <a:lnTo>
                      <a:pt x="384" y="26"/>
                    </a:lnTo>
                    <a:lnTo>
                      <a:pt x="384" y="26"/>
                    </a:lnTo>
                    <a:lnTo>
                      <a:pt x="386" y="26"/>
                    </a:lnTo>
                    <a:lnTo>
                      <a:pt x="386" y="26"/>
                    </a:lnTo>
                    <a:lnTo>
                      <a:pt x="386" y="26"/>
                    </a:lnTo>
                    <a:lnTo>
                      <a:pt x="386" y="26"/>
                    </a:lnTo>
                    <a:lnTo>
                      <a:pt x="389" y="26"/>
                    </a:lnTo>
                    <a:lnTo>
                      <a:pt x="389" y="26"/>
                    </a:lnTo>
                    <a:lnTo>
                      <a:pt x="389" y="26"/>
                    </a:lnTo>
                    <a:lnTo>
                      <a:pt x="391" y="26"/>
                    </a:lnTo>
                    <a:lnTo>
                      <a:pt x="391" y="26"/>
                    </a:lnTo>
                    <a:lnTo>
                      <a:pt x="391" y="26"/>
                    </a:lnTo>
                    <a:lnTo>
                      <a:pt x="393" y="26"/>
                    </a:lnTo>
                    <a:lnTo>
                      <a:pt x="393" y="26"/>
                    </a:lnTo>
                    <a:lnTo>
                      <a:pt x="393" y="26"/>
                    </a:lnTo>
                    <a:lnTo>
                      <a:pt x="393" y="26"/>
                    </a:lnTo>
                    <a:lnTo>
                      <a:pt x="396" y="26"/>
                    </a:lnTo>
                    <a:lnTo>
                      <a:pt x="396" y="26"/>
                    </a:lnTo>
                    <a:lnTo>
                      <a:pt x="396" y="26"/>
                    </a:lnTo>
                    <a:lnTo>
                      <a:pt x="396" y="26"/>
                    </a:lnTo>
                    <a:lnTo>
                      <a:pt x="398" y="26"/>
                    </a:lnTo>
                    <a:lnTo>
                      <a:pt x="398" y="26"/>
                    </a:lnTo>
                    <a:lnTo>
                      <a:pt x="400" y="26"/>
                    </a:lnTo>
                    <a:lnTo>
                      <a:pt x="400" y="26"/>
                    </a:lnTo>
                    <a:lnTo>
                      <a:pt x="400" y="26"/>
                    </a:lnTo>
                    <a:lnTo>
                      <a:pt x="400" y="26"/>
                    </a:lnTo>
                    <a:lnTo>
                      <a:pt x="400" y="26"/>
                    </a:lnTo>
                    <a:lnTo>
                      <a:pt x="403" y="26"/>
                    </a:lnTo>
                    <a:lnTo>
                      <a:pt x="403" y="26"/>
                    </a:lnTo>
                    <a:lnTo>
                      <a:pt x="403" y="26"/>
                    </a:lnTo>
                    <a:lnTo>
                      <a:pt x="403" y="26"/>
                    </a:lnTo>
                    <a:lnTo>
                      <a:pt x="403" y="26"/>
                    </a:lnTo>
                    <a:lnTo>
                      <a:pt x="403" y="26"/>
                    </a:lnTo>
                    <a:lnTo>
                      <a:pt x="403" y="24"/>
                    </a:lnTo>
                    <a:lnTo>
                      <a:pt x="403" y="24"/>
                    </a:lnTo>
                    <a:lnTo>
                      <a:pt x="403" y="21"/>
                    </a:lnTo>
                    <a:lnTo>
                      <a:pt x="403" y="21"/>
                    </a:lnTo>
                    <a:lnTo>
                      <a:pt x="405" y="21"/>
                    </a:lnTo>
                    <a:lnTo>
                      <a:pt x="405" y="21"/>
                    </a:lnTo>
                    <a:lnTo>
                      <a:pt x="405" y="21"/>
                    </a:lnTo>
                    <a:lnTo>
                      <a:pt x="408" y="21"/>
                    </a:lnTo>
                    <a:lnTo>
                      <a:pt x="408" y="21"/>
                    </a:lnTo>
                    <a:lnTo>
                      <a:pt x="408" y="21"/>
                    </a:lnTo>
                    <a:lnTo>
                      <a:pt x="408" y="19"/>
                    </a:lnTo>
                    <a:lnTo>
                      <a:pt x="408" y="19"/>
                    </a:lnTo>
                    <a:lnTo>
                      <a:pt x="410" y="19"/>
                    </a:lnTo>
                    <a:lnTo>
                      <a:pt x="410" y="19"/>
                    </a:lnTo>
                    <a:lnTo>
                      <a:pt x="410" y="19"/>
                    </a:lnTo>
                    <a:lnTo>
                      <a:pt x="412" y="19"/>
                    </a:lnTo>
                    <a:lnTo>
                      <a:pt x="412" y="19"/>
                    </a:lnTo>
                    <a:lnTo>
                      <a:pt x="412" y="19"/>
                    </a:lnTo>
                    <a:lnTo>
                      <a:pt x="415" y="19"/>
                    </a:lnTo>
                    <a:lnTo>
                      <a:pt x="415" y="19"/>
                    </a:lnTo>
                    <a:lnTo>
                      <a:pt x="415" y="19"/>
                    </a:lnTo>
                    <a:lnTo>
                      <a:pt x="417" y="19"/>
                    </a:lnTo>
                    <a:lnTo>
                      <a:pt x="417" y="19"/>
                    </a:lnTo>
                    <a:lnTo>
                      <a:pt x="417" y="16"/>
                    </a:lnTo>
                    <a:lnTo>
                      <a:pt x="417" y="16"/>
                    </a:lnTo>
                    <a:lnTo>
                      <a:pt x="419" y="16"/>
                    </a:lnTo>
                    <a:lnTo>
                      <a:pt x="419" y="16"/>
                    </a:lnTo>
                    <a:lnTo>
                      <a:pt x="419" y="19"/>
                    </a:lnTo>
                    <a:lnTo>
                      <a:pt x="419" y="19"/>
                    </a:lnTo>
                    <a:lnTo>
                      <a:pt x="419" y="19"/>
                    </a:lnTo>
                    <a:lnTo>
                      <a:pt x="422" y="19"/>
                    </a:lnTo>
                    <a:lnTo>
                      <a:pt x="422" y="19"/>
                    </a:lnTo>
                    <a:lnTo>
                      <a:pt x="422" y="19"/>
                    </a:lnTo>
                    <a:lnTo>
                      <a:pt x="424" y="19"/>
                    </a:lnTo>
                    <a:lnTo>
                      <a:pt x="424" y="19"/>
                    </a:lnTo>
                    <a:lnTo>
                      <a:pt x="424" y="19"/>
                    </a:lnTo>
                    <a:lnTo>
                      <a:pt x="426" y="19"/>
                    </a:lnTo>
                    <a:lnTo>
                      <a:pt x="426" y="19"/>
                    </a:lnTo>
                    <a:lnTo>
                      <a:pt x="426" y="19"/>
                    </a:lnTo>
                    <a:lnTo>
                      <a:pt x="426" y="16"/>
                    </a:lnTo>
                    <a:lnTo>
                      <a:pt x="429" y="16"/>
                    </a:lnTo>
                    <a:lnTo>
                      <a:pt x="429" y="16"/>
                    </a:lnTo>
                    <a:lnTo>
                      <a:pt x="429" y="16"/>
                    </a:lnTo>
                    <a:lnTo>
                      <a:pt x="431" y="16"/>
                    </a:lnTo>
                    <a:lnTo>
                      <a:pt x="431" y="16"/>
                    </a:lnTo>
                    <a:lnTo>
                      <a:pt x="434" y="16"/>
                    </a:lnTo>
                    <a:lnTo>
                      <a:pt x="434" y="16"/>
                    </a:lnTo>
                    <a:lnTo>
                      <a:pt x="434" y="16"/>
                    </a:lnTo>
                    <a:lnTo>
                      <a:pt x="434" y="16"/>
                    </a:lnTo>
                    <a:lnTo>
                      <a:pt x="436" y="16"/>
                    </a:lnTo>
                    <a:lnTo>
                      <a:pt x="436" y="16"/>
                    </a:lnTo>
                    <a:lnTo>
                      <a:pt x="436" y="16"/>
                    </a:lnTo>
                    <a:lnTo>
                      <a:pt x="436" y="16"/>
                    </a:lnTo>
                    <a:lnTo>
                      <a:pt x="436" y="16"/>
                    </a:lnTo>
                    <a:lnTo>
                      <a:pt x="438" y="16"/>
                    </a:lnTo>
                    <a:lnTo>
                      <a:pt x="438" y="16"/>
                    </a:lnTo>
                    <a:lnTo>
                      <a:pt x="438" y="16"/>
                    </a:lnTo>
                    <a:lnTo>
                      <a:pt x="441" y="16"/>
                    </a:lnTo>
                    <a:lnTo>
                      <a:pt x="441" y="16"/>
                    </a:lnTo>
                    <a:lnTo>
                      <a:pt x="441" y="16"/>
                    </a:lnTo>
                    <a:lnTo>
                      <a:pt x="443" y="16"/>
                    </a:lnTo>
                    <a:lnTo>
                      <a:pt x="443" y="16"/>
                    </a:lnTo>
                    <a:lnTo>
                      <a:pt x="445" y="16"/>
                    </a:lnTo>
                    <a:lnTo>
                      <a:pt x="445" y="16"/>
                    </a:lnTo>
                    <a:lnTo>
                      <a:pt x="445" y="16"/>
                    </a:lnTo>
                    <a:lnTo>
                      <a:pt x="445" y="14"/>
                    </a:lnTo>
                    <a:lnTo>
                      <a:pt x="448" y="14"/>
                    </a:lnTo>
                    <a:lnTo>
                      <a:pt x="448" y="14"/>
                    </a:lnTo>
                    <a:lnTo>
                      <a:pt x="448" y="14"/>
                    </a:lnTo>
                    <a:lnTo>
                      <a:pt x="448" y="14"/>
                    </a:lnTo>
                    <a:lnTo>
                      <a:pt x="450" y="14"/>
                    </a:lnTo>
                    <a:lnTo>
                      <a:pt x="450" y="14"/>
                    </a:lnTo>
                    <a:lnTo>
                      <a:pt x="450" y="14"/>
                    </a:lnTo>
                    <a:lnTo>
                      <a:pt x="453" y="14"/>
                    </a:lnTo>
                    <a:lnTo>
                      <a:pt x="453" y="14"/>
                    </a:lnTo>
                    <a:lnTo>
                      <a:pt x="453" y="14"/>
                    </a:lnTo>
                    <a:lnTo>
                      <a:pt x="455" y="14"/>
                    </a:lnTo>
                    <a:lnTo>
                      <a:pt x="455" y="14"/>
                    </a:lnTo>
                    <a:lnTo>
                      <a:pt x="455" y="14"/>
                    </a:lnTo>
                    <a:lnTo>
                      <a:pt x="455" y="14"/>
                    </a:lnTo>
                    <a:lnTo>
                      <a:pt x="457" y="14"/>
                    </a:lnTo>
                    <a:lnTo>
                      <a:pt x="457" y="14"/>
                    </a:lnTo>
                    <a:lnTo>
                      <a:pt x="460" y="14"/>
                    </a:lnTo>
                    <a:lnTo>
                      <a:pt x="460" y="12"/>
                    </a:lnTo>
                    <a:lnTo>
                      <a:pt x="460" y="12"/>
                    </a:lnTo>
                    <a:lnTo>
                      <a:pt x="460" y="12"/>
                    </a:lnTo>
                    <a:lnTo>
                      <a:pt x="460" y="12"/>
                    </a:lnTo>
                    <a:lnTo>
                      <a:pt x="462" y="12"/>
                    </a:lnTo>
                    <a:lnTo>
                      <a:pt x="462" y="12"/>
                    </a:lnTo>
                    <a:lnTo>
                      <a:pt x="462" y="12"/>
                    </a:lnTo>
                    <a:lnTo>
                      <a:pt x="464" y="12"/>
                    </a:lnTo>
                    <a:lnTo>
                      <a:pt x="464" y="12"/>
                    </a:lnTo>
                    <a:lnTo>
                      <a:pt x="467" y="12"/>
                    </a:lnTo>
                    <a:lnTo>
                      <a:pt x="467" y="12"/>
                    </a:lnTo>
                    <a:lnTo>
                      <a:pt x="467" y="12"/>
                    </a:lnTo>
                    <a:lnTo>
                      <a:pt x="467" y="9"/>
                    </a:lnTo>
                    <a:lnTo>
                      <a:pt x="467" y="9"/>
                    </a:lnTo>
                    <a:lnTo>
                      <a:pt x="469" y="9"/>
                    </a:lnTo>
                    <a:lnTo>
                      <a:pt x="469" y="7"/>
                    </a:lnTo>
                    <a:lnTo>
                      <a:pt x="469" y="7"/>
                    </a:lnTo>
                    <a:lnTo>
                      <a:pt x="467" y="7"/>
                    </a:lnTo>
                    <a:lnTo>
                      <a:pt x="467" y="7"/>
                    </a:lnTo>
                    <a:lnTo>
                      <a:pt x="467" y="5"/>
                    </a:lnTo>
                    <a:lnTo>
                      <a:pt x="469" y="5"/>
                    </a:lnTo>
                    <a:lnTo>
                      <a:pt x="469" y="5"/>
                    </a:lnTo>
                    <a:lnTo>
                      <a:pt x="469" y="5"/>
                    </a:lnTo>
                    <a:lnTo>
                      <a:pt x="469" y="7"/>
                    </a:lnTo>
                    <a:lnTo>
                      <a:pt x="471" y="7"/>
                    </a:lnTo>
                    <a:lnTo>
                      <a:pt x="471" y="5"/>
                    </a:lnTo>
                    <a:lnTo>
                      <a:pt x="471" y="5"/>
                    </a:lnTo>
                    <a:lnTo>
                      <a:pt x="474" y="5"/>
                    </a:lnTo>
                    <a:lnTo>
                      <a:pt x="474" y="5"/>
                    </a:lnTo>
                    <a:lnTo>
                      <a:pt x="474" y="5"/>
                    </a:lnTo>
                    <a:lnTo>
                      <a:pt x="476" y="5"/>
                    </a:lnTo>
                    <a:lnTo>
                      <a:pt x="476" y="5"/>
                    </a:lnTo>
                    <a:lnTo>
                      <a:pt x="476" y="5"/>
                    </a:lnTo>
                    <a:lnTo>
                      <a:pt x="479" y="5"/>
                    </a:lnTo>
                    <a:lnTo>
                      <a:pt x="479" y="2"/>
                    </a:lnTo>
                    <a:lnTo>
                      <a:pt x="479" y="2"/>
                    </a:lnTo>
                    <a:lnTo>
                      <a:pt x="479" y="2"/>
                    </a:lnTo>
                    <a:lnTo>
                      <a:pt x="479" y="2"/>
                    </a:lnTo>
                    <a:lnTo>
                      <a:pt x="479" y="0"/>
                    </a:lnTo>
                    <a:lnTo>
                      <a:pt x="481" y="0"/>
                    </a:lnTo>
                    <a:lnTo>
                      <a:pt x="481" y="2"/>
                    </a:lnTo>
                    <a:lnTo>
                      <a:pt x="481" y="2"/>
                    </a:lnTo>
                    <a:lnTo>
                      <a:pt x="481" y="2"/>
                    </a:lnTo>
                    <a:lnTo>
                      <a:pt x="483" y="2"/>
                    </a:lnTo>
                    <a:lnTo>
                      <a:pt x="483" y="2"/>
                    </a:lnTo>
                    <a:lnTo>
                      <a:pt x="483" y="2"/>
                    </a:lnTo>
                    <a:lnTo>
                      <a:pt x="486" y="2"/>
                    </a:lnTo>
                    <a:lnTo>
                      <a:pt x="486" y="2"/>
                    </a:lnTo>
                    <a:lnTo>
                      <a:pt x="483" y="2"/>
                    </a:lnTo>
                    <a:lnTo>
                      <a:pt x="483" y="0"/>
                    </a:lnTo>
                    <a:lnTo>
                      <a:pt x="483" y="0"/>
                    </a:lnTo>
                    <a:lnTo>
                      <a:pt x="483" y="0"/>
                    </a:lnTo>
                    <a:lnTo>
                      <a:pt x="483" y="0"/>
                    </a:lnTo>
                    <a:lnTo>
                      <a:pt x="486" y="0"/>
                    </a:lnTo>
                    <a:lnTo>
                      <a:pt x="486" y="0"/>
                    </a:lnTo>
                    <a:lnTo>
                      <a:pt x="486" y="0"/>
                    </a:lnTo>
                    <a:lnTo>
                      <a:pt x="488" y="0"/>
                    </a:lnTo>
                    <a:lnTo>
                      <a:pt x="488" y="0"/>
                    </a:lnTo>
                    <a:lnTo>
                      <a:pt x="488" y="0"/>
                    </a:lnTo>
                    <a:lnTo>
                      <a:pt x="488" y="2"/>
                    </a:lnTo>
                    <a:lnTo>
                      <a:pt x="488" y="2"/>
                    </a:lnTo>
                    <a:lnTo>
                      <a:pt x="490" y="2"/>
                    </a:lnTo>
                    <a:lnTo>
                      <a:pt x="490" y="2"/>
                    </a:lnTo>
                    <a:lnTo>
                      <a:pt x="490" y="0"/>
                    </a:lnTo>
                    <a:lnTo>
                      <a:pt x="493" y="0"/>
                    </a:lnTo>
                    <a:lnTo>
                      <a:pt x="493" y="0"/>
                    </a:lnTo>
                    <a:lnTo>
                      <a:pt x="493" y="0"/>
                    </a:lnTo>
                    <a:lnTo>
                      <a:pt x="493" y="2"/>
                    </a:lnTo>
                    <a:lnTo>
                      <a:pt x="495" y="2"/>
                    </a:lnTo>
                    <a:lnTo>
                      <a:pt x="495" y="2"/>
                    </a:lnTo>
                    <a:lnTo>
                      <a:pt x="495" y="2"/>
                    </a:lnTo>
                    <a:lnTo>
                      <a:pt x="497" y="2"/>
                    </a:lnTo>
                    <a:lnTo>
                      <a:pt x="497" y="2"/>
                    </a:lnTo>
                    <a:lnTo>
                      <a:pt x="500" y="2"/>
                    </a:lnTo>
                    <a:lnTo>
                      <a:pt x="500" y="2"/>
                    </a:lnTo>
                    <a:lnTo>
                      <a:pt x="500" y="2"/>
                    </a:lnTo>
                    <a:lnTo>
                      <a:pt x="502" y="2"/>
                    </a:lnTo>
                    <a:lnTo>
                      <a:pt x="502" y="2"/>
                    </a:lnTo>
                    <a:lnTo>
                      <a:pt x="502" y="2"/>
                    </a:lnTo>
                    <a:lnTo>
                      <a:pt x="502" y="2"/>
                    </a:lnTo>
                    <a:lnTo>
                      <a:pt x="502" y="5"/>
                    </a:lnTo>
                    <a:lnTo>
                      <a:pt x="505" y="5"/>
                    </a:lnTo>
                    <a:lnTo>
                      <a:pt x="505" y="5"/>
                    </a:lnTo>
                    <a:lnTo>
                      <a:pt x="505" y="5"/>
                    </a:lnTo>
                    <a:lnTo>
                      <a:pt x="507" y="5"/>
                    </a:lnTo>
                    <a:lnTo>
                      <a:pt x="507" y="5"/>
                    </a:lnTo>
                    <a:lnTo>
                      <a:pt x="507" y="7"/>
                    </a:lnTo>
                    <a:lnTo>
                      <a:pt x="507" y="7"/>
                    </a:lnTo>
                    <a:lnTo>
                      <a:pt x="509" y="7"/>
                    </a:lnTo>
                    <a:lnTo>
                      <a:pt x="509" y="7"/>
                    </a:lnTo>
                    <a:lnTo>
                      <a:pt x="509" y="7"/>
                    </a:lnTo>
                    <a:lnTo>
                      <a:pt x="509" y="7"/>
                    </a:lnTo>
                    <a:lnTo>
                      <a:pt x="512" y="7"/>
                    </a:lnTo>
                    <a:lnTo>
                      <a:pt x="512" y="7"/>
                    </a:lnTo>
                    <a:lnTo>
                      <a:pt x="512" y="7"/>
                    </a:lnTo>
                    <a:lnTo>
                      <a:pt x="514" y="7"/>
                    </a:lnTo>
                    <a:lnTo>
                      <a:pt x="514" y="7"/>
                    </a:lnTo>
                    <a:lnTo>
                      <a:pt x="514" y="5"/>
                    </a:lnTo>
                    <a:lnTo>
                      <a:pt x="514" y="5"/>
                    </a:lnTo>
                    <a:lnTo>
                      <a:pt x="514" y="5"/>
                    </a:lnTo>
                    <a:lnTo>
                      <a:pt x="516" y="5"/>
                    </a:lnTo>
                    <a:lnTo>
                      <a:pt x="516" y="2"/>
                    </a:lnTo>
                    <a:lnTo>
                      <a:pt x="516" y="2"/>
                    </a:lnTo>
                    <a:lnTo>
                      <a:pt x="519" y="2"/>
                    </a:lnTo>
                    <a:lnTo>
                      <a:pt x="519" y="5"/>
                    </a:lnTo>
                    <a:lnTo>
                      <a:pt x="519" y="5"/>
                    </a:lnTo>
                    <a:lnTo>
                      <a:pt x="519" y="5"/>
                    </a:lnTo>
                    <a:lnTo>
                      <a:pt x="521" y="5"/>
                    </a:lnTo>
                    <a:lnTo>
                      <a:pt x="521" y="2"/>
                    </a:lnTo>
                    <a:lnTo>
                      <a:pt x="521" y="2"/>
                    </a:lnTo>
                    <a:lnTo>
                      <a:pt x="521" y="2"/>
                    </a:lnTo>
                    <a:lnTo>
                      <a:pt x="524" y="2"/>
                    </a:lnTo>
                    <a:lnTo>
                      <a:pt x="524" y="2"/>
                    </a:lnTo>
                    <a:lnTo>
                      <a:pt x="524" y="5"/>
                    </a:lnTo>
                    <a:lnTo>
                      <a:pt x="526" y="5"/>
                    </a:lnTo>
                    <a:lnTo>
                      <a:pt x="526" y="5"/>
                    </a:lnTo>
                    <a:lnTo>
                      <a:pt x="526" y="7"/>
                    </a:lnTo>
                    <a:lnTo>
                      <a:pt x="526" y="7"/>
                    </a:lnTo>
                    <a:lnTo>
                      <a:pt x="526" y="7"/>
                    </a:lnTo>
                    <a:lnTo>
                      <a:pt x="526" y="7"/>
                    </a:lnTo>
                    <a:lnTo>
                      <a:pt x="528" y="7"/>
                    </a:lnTo>
                    <a:lnTo>
                      <a:pt x="528" y="7"/>
                    </a:lnTo>
                    <a:lnTo>
                      <a:pt x="528" y="9"/>
                    </a:lnTo>
                    <a:lnTo>
                      <a:pt x="528" y="9"/>
                    </a:lnTo>
                    <a:lnTo>
                      <a:pt x="528" y="12"/>
                    </a:lnTo>
                    <a:lnTo>
                      <a:pt x="528" y="12"/>
                    </a:lnTo>
                    <a:lnTo>
                      <a:pt x="528" y="14"/>
                    </a:lnTo>
                    <a:lnTo>
                      <a:pt x="528" y="14"/>
                    </a:lnTo>
                    <a:lnTo>
                      <a:pt x="528" y="14"/>
                    </a:lnTo>
                    <a:lnTo>
                      <a:pt x="528" y="16"/>
                    </a:lnTo>
                    <a:lnTo>
                      <a:pt x="528" y="16"/>
                    </a:lnTo>
                    <a:lnTo>
                      <a:pt x="528" y="16"/>
                    </a:lnTo>
                    <a:lnTo>
                      <a:pt x="528" y="16"/>
                    </a:lnTo>
                    <a:lnTo>
                      <a:pt x="531" y="16"/>
                    </a:lnTo>
                    <a:lnTo>
                      <a:pt x="531" y="16"/>
                    </a:lnTo>
                    <a:lnTo>
                      <a:pt x="533" y="16"/>
                    </a:lnTo>
                    <a:lnTo>
                      <a:pt x="533" y="16"/>
                    </a:lnTo>
                    <a:lnTo>
                      <a:pt x="533" y="19"/>
                    </a:lnTo>
                    <a:lnTo>
                      <a:pt x="533" y="19"/>
                    </a:lnTo>
                    <a:lnTo>
                      <a:pt x="533" y="19"/>
                    </a:lnTo>
                    <a:lnTo>
                      <a:pt x="533" y="19"/>
                    </a:lnTo>
                    <a:lnTo>
                      <a:pt x="533" y="21"/>
                    </a:lnTo>
                    <a:lnTo>
                      <a:pt x="533" y="21"/>
                    </a:lnTo>
                    <a:lnTo>
                      <a:pt x="533" y="21"/>
                    </a:lnTo>
                    <a:lnTo>
                      <a:pt x="533" y="24"/>
                    </a:lnTo>
                    <a:lnTo>
                      <a:pt x="533" y="24"/>
                    </a:lnTo>
                    <a:lnTo>
                      <a:pt x="533" y="26"/>
                    </a:lnTo>
                    <a:lnTo>
                      <a:pt x="533" y="26"/>
                    </a:lnTo>
                    <a:lnTo>
                      <a:pt x="533" y="26"/>
                    </a:lnTo>
                    <a:lnTo>
                      <a:pt x="531" y="26"/>
                    </a:lnTo>
                    <a:lnTo>
                      <a:pt x="531" y="26"/>
                    </a:lnTo>
                    <a:lnTo>
                      <a:pt x="528" y="26"/>
                    </a:lnTo>
                    <a:lnTo>
                      <a:pt x="528" y="26"/>
                    </a:lnTo>
                    <a:lnTo>
                      <a:pt x="528" y="26"/>
                    </a:lnTo>
                    <a:lnTo>
                      <a:pt x="528" y="28"/>
                    </a:lnTo>
                    <a:lnTo>
                      <a:pt x="528" y="28"/>
                    </a:lnTo>
                    <a:lnTo>
                      <a:pt x="528" y="28"/>
                    </a:lnTo>
                    <a:lnTo>
                      <a:pt x="528" y="28"/>
                    </a:lnTo>
                    <a:lnTo>
                      <a:pt x="528" y="31"/>
                    </a:lnTo>
                    <a:lnTo>
                      <a:pt x="531" y="31"/>
                    </a:lnTo>
                    <a:lnTo>
                      <a:pt x="531" y="31"/>
                    </a:lnTo>
                    <a:lnTo>
                      <a:pt x="531" y="33"/>
                    </a:lnTo>
                    <a:lnTo>
                      <a:pt x="531" y="33"/>
                    </a:lnTo>
                    <a:lnTo>
                      <a:pt x="533" y="33"/>
                    </a:lnTo>
                    <a:lnTo>
                      <a:pt x="533" y="33"/>
                    </a:lnTo>
                    <a:lnTo>
                      <a:pt x="533" y="33"/>
                    </a:lnTo>
                    <a:lnTo>
                      <a:pt x="533" y="31"/>
                    </a:lnTo>
                    <a:lnTo>
                      <a:pt x="535" y="31"/>
                    </a:lnTo>
                    <a:lnTo>
                      <a:pt x="535" y="31"/>
                    </a:lnTo>
                    <a:lnTo>
                      <a:pt x="535" y="31"/>
                    </a:lnTo>
                    <a:lnTo>
                      <a:pt x="538" y="31"/>
                    </a:lnTo>
                    <a:lnTo>
                      <a:pt x="538" y="31"/>
                    </a:lnTo>
                    <a:lnTo>
                      <a:pt x="538" y="33"/>
                    </a:lnTo>
                    <a:lnTo>
                      <a:pt x="540" y="33"/>
                    </a:lnTo>
                    <a:lnTo>
                      <a:pt x="540" y="33"/>
                    </a:lnTo>
                    <a:lnTo>
                      <a:pt x="540" y="33"/>
                    </a:lnTo>
                    <a:lnTo>
                      <a:pt x="542" y="33"/>
                    </a:lnTo>
                    <a:lnTo>
                      <a:pt x="542" y="33"/>
                    </a:lnTo>
                    <a:lnTo>
                      <a:pt x="542" y="33"/>
                    </a:lnTo>
                    <a:lnTo>
                      <a:pt x="542" y="31"/>
                    </a:lnTo>
                    <a:lnTo>
                      <a:pt x="542" y="31"/>
                    </a:lnTo>
                    <a:lnTo>
                      <a:pt x="542" y="28"/>
                    </a:lnTo>
                    <a:lnTo>
                      <a:pt x="545" y="28"/>
                    </a:lnTo>
                    <a:lnTo>
                      <a:pt x="545" y="28"/>
                    </a:lnTo>
                    <a:lnTo>
                      <a:pt x="547" y="28"/>
                    </a:lnTo>
                    <a:lnTo>
                      <a:pt x="547" y="28"/>
                    </a:lnTo>
                    <a:lnTo>
                      <a:pt x="547" y="28"/>
                    </a:lnTo>
                    <a:lnTo>
                      <a:pt x="550" y="28"/>
                    </a:lnTo>
                    <a:lnTo>
                      <a:pt x="550" y="31"/>
                    </a:lnTo>
                    <a:lnTo>
                      <a:pt x="550" y="31"/>
                    </a:lnTo>
                    <a:lnTo>
                      <a:pt x="552" y="3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8" name="Freeform 136"/>
              <p:cNvSpPr>
                <a:spLocks/>
              </p:cNvSpPr>
              <p:nvPr/>
            </p:nvSpPr>
            <p:spPr bwMode="auto">
              <a:xfrm>
                <a:off x="1827" y="1348"/>
                <a:ext cx="879" cy="377"/>
              </a:xfrm>
              <a:custGeom>
                <a:avLst/>
                <a:gdLst/>
                <a:ahLst/>
                <a:cxnLst>
                  <a:cxn ang="0">
                    <a:pos x="576" y="38"/>
                  </a:cxn>
                  <a:cxn ang="0">
                    <a:pos x="595" y="47"/>
                  </a:cxn>
                  <a:cxn ang="0">
                    <a:pos x="637" y="31"/>
                  </a:cxn>
                  <a:cxn ang="0">
                    <a:pos x="661" y="45"/>
                  </a:cxn>
                  <a:cxn ang="0">
                    <a:pos x="696" y="78"/>
                  </a:cxn>
                  <a:cxn ang="0">
                    <a:pos x="727" y="114"/>
                  </a:cxn>
                  <a:cxn ang="0">
                    <a:pos x="763" y="116"/>
                  </a:cxn>
                  <a:cxn ang="0">
                    <a:pos x="810" y="123"/>
                  </a:cxn>
                  <a:cxn ang="0">
                    <a:pos x="848" y="149"/>
                  </a:cxn>
                  <a:cxn ang="0">
                    <a:pos x="874" y="159"/>
                  </a:cxn>
                  <a:cxn ang="0">
                    <a:pos x="841" y="187"/>
                  </a:cxn>
                  <a:cxn ang="0">
                    <a:pos x="812" y="213"/>
                  </a:cxn>
                  <a:cxn ang="0">
                    <a:pos x="774" y="234"/>
                  </a:cxn>
                  <a:cxn ang="0">
                    <a:pos x="755" y="256"/>
                  </a:cxn>
                  <a:cxn ang="0">
                    <a:pos x="729" y="270"/>
                  </a:cxn>
                  <a:cxn ang="0">
                    <a:pos x="729" y="313"/>
                  </a:cxn>
                  <a:cxn ang="0">
                    <a:pos x="708" y="325"/>
                  </a:cxn>
                  <a:cxn ang="0">
                    <a:pos x="658" y="315"/>
                  </a:cxn>
                  <a:cxn ang="0">
                    <a:pos x="609" y="315"/>
                  </a:cxn>
                  <a:cxn ang="0">
                    <a:pos x="573" y="327"/>
                  </a:cxn>
                  <a:cxn ang="0">
                    <a:pos x="528" y="329"/>
                  </a:cxn>
                  <a:cxn ang="0">
                    <a:pos x="493" y="353"/>
                  </a:cxn>
                  <a:cxn ang="0">
                    <a:pos x="462" y="370"/>
                  </a:cxn>
                  <a:cxn ang="0">
                    <a:pos x="426" y="343"/>
                  </a:cxn>
                  <a:cxn ang="0">
                    <a:pos x="405" y="301"/>
                  </a:cxn>
                  <a:cxn ang="0">
                    <a:pos x="353" y="298"/>
                  </a:cxn>
                  <a:cxn ang="0">
                    <a:pos x="313" y="277"/>
                  </a:cxn>
                  <a:cxn ang="0">
                    <a:pos x="310" y="246"/>
                  </a:cxn>
                  <a:cxn ang="0">
                    <a:pos x="315" y="227"/>
                  </a:cxn>
                  <a:cxn ang="0">
                    <a:pos x="301" y="227"/>
                  </a:cxn>
                  <a:cxn ang="0">
                    <a:pos x="282" y="239"/>
                  </a:cxn>
                  <a:cxn ang="0">
                    <a:pos x="247" y="253"/>
                  </a:cxn>
                  <a:cxn ang="0">
                    <a:pos x="206" y="282"/>
                  </a:cxn>
                  <a:cxn ang="0">
                    <a:pos x="204" y="358"/>
                  </a:cxn>
                  <a:cxn ang="0">
                    <a:pos x="164" y="332"/>
                  </a:cxn>
                  <a:cxn ang="0">
                    <a:pos x="131" y="332"/>
                  </a:cxn>
                  <a:cxn ang="0">
                    <a:pos x="105" y="303"/>
                  </a:cxn>
                  <a:cxn ang="0">
                    <a:pos x="95" y="272"/>
                  </a:cxn>
                  <a:cxn ang="0">
                    <a:pos x="102" y="256"/>
                  </a:cxn>
                  <a:cxn ang="0">
                    <a:pos x="135" y="239"/>
                  </a:cxn>
                  <a:cxn ang="0">
                    <a:pos x="112" y="218"/>
                  </a:cxn>
                  <a:cxn ang="0">
                    <a:pos x="74" y="227"/>
                  </a:cxn>
                  <a:cxn ang="0">
                    <a:pos x="55" y="220"/>
                  </a:cxn>
                  <a:cxn ang="0">
                    <a:pos x="17" y="194"/>
                  </a:cxn>
                  <a:cxn ang="0">
                    <a:pos x="12" y="159"/>
                  </a:cxn>
                  <a:cxn ang="0">
                    <a:pos x="34" y="133"/>
                  </a:cxn>
                  <a:cxn ang="0">
                    <a:pos x="55" y="121"/>
                  </a:cxn>
                  <a:cxn ang="0">
                    <a:pos x="93" y="97"/>
                  </a:cxn>
                  <a:cxn ang="0">
                    <a:pos x="128" y="97"/>
                  </a:cxn>
                  <a:cxn ang="0">
                    <a:pos x="173" y="116"/>
                  </a:cxn>
                  <a:cxn ang="0">
                    <a:pos x="206" y="118"/>
                  </a:cxn>
                  <a:cxn ang="0">
                    <a:pos x="242" y="109"/>
                  </a:cxn>
                  <a:cxn ang="0">
                    <a:pos x="287" y="123"/>
                  </a:cxn>
                  <a:cxn ang="0">
                    <a:pos x="327" y="104"/>
                  </a:cxn>
                  <a:cxn ang="0">
                    <a:pos x="301" y="83"/>
                  </a:cxn>
                  <a:cxn ang="0">
                    <a:pos x="327" y="61"/>
                  </a:cxn>
                  <a:cxn ang="0">
                    <a:pos x="320" y="47"/>
                  </a:cxn>
                  <a:cxn ang="0">
                    <a:pos x="334" y="35"/>
                  </a:cxn>
                  <a:cxn ang="0">
                    <a:pos x="384" y="26"/>
                  </a:cxn>
                  <a:cxn ang="0">
                    <a:pos x="429" y="16"/>
                  </a:cxn>
                  <a:cxn ang="0">
                    <a:pos x="476" y="5"/>
                  </a:cxn>
                  <a:cxn ang="0">
                    <a:pos x="519" y="2"/>
                  </a:cxn>
                  <a:cxn ang="0">
                    <a:pos x="542" y="33"/>
                  </a:cxn>
                </a:cxnLst>
                <a:rect l="0" t="0" r="r" b="b"/>
                <a:pathLst>
                  <a:path w="879" h="377">
                    <a:moveTo>
                      <a:pt x="552" y="31"/>
                    </a:moveTo>
                    <a:lnTo>
                      <a:pt x="552" y="28"/>
                    </a:lnTo>
                    <a:lnTo>
                      <a:pt x="552" y="28"/>
                    </a:lnTo>
                    <a:lnTo>
                      <a:pt x="552" y="28"/>
                    </a:lnTo>
                    <a:lnTo>
                      <a:pt x="552" y="28"/>
                    </a:lnTo>
                    <a:lnTo>
                      <a:pt x="552" y="26"/>
                    </a:lnTo>
                    <a:lnTo>
                      <a:pt x="550" y="26"/>
                    </a:lnTo>
                    <a:lnTo>
                      <a:pt x="550" y="26"/>
                    </a:lnTo>
                    <a:lnTo>
                      <a:pt x="552" y="26"/>
                    </a:lnTo>
                    <a:lnTo>
                      <a:pt x="552" y="26"/>
                    </a:lnTo>
                    <a:lnTo>
                      <a:pt x="552" y="26"/>
                    </a:lnTo>
                    <a:lnTo>
                      <a:pt x="552" y="26"/>
                    </a:lnTo>
                    <a:lnTo>
                      <a:pt x="554" y="26"/>
                    </a:lnTo>
                    <a:lnTo>
                      <a:pt x="554" y="26"/>
                    </a:lnTo>
                    <a:lnTo>
                      <a:pt x="554" y="28"/>
                    </a:lnTo>
                    <a:lnTo>
                      <a:pt x="554" y="28"/>
                    </a:lnTo>
                    <a:lnTo>
                      <a:pt x="554" y="28"/>
                    </a:lnTo>
                    <a:lnTo>
                      <a:pt x="554" y="31"/>
                    </a:lnTo>
                    <a:lnTo>
                      <a:pt x="557" y="31"/>
                    </a:lnTo>
                    <a:lnTo>
                      <a:pt x="557" y="31"/>
                    </a:lnTo>
                    <a:lnTo>
                      <a:pt x="557" y="31"/>
                    </a:lnTo>
                    <a:lnTo>
                      <a:pt x="559" y="31"/>
                    </a:lnTo>
                    <a:lnTo>
                      <a:pt x="559" y="31"/>
                    </a:lnTo>
                    <a:lnTo>
                      <a:pt x="559" y="33"/>
                    </a:lnTo>
                    <a:lnTo>
                      <a:pt x="559" y="33"/>
                    </a:lnTo>
                    <a:lnTo>
                      <a:pt x="557" y="33"/>
                    </a:lnTo>
                    <a:lnTo>
                      <a:pt x="557" y="33"/>
                    </a:lnTo>
                    <a:lnTo>
                      <a:pt x="557" y="35"/>
                    </a:lnTo>
                    <a:lnTo>
                      <a:pt x="559" y="35"/>
                    </a:lnTo>
                    <a:lnTo>
                      <a:pt x="559" y="35"/>
                    </a:lnTo>
                    <a:lnTo>
                      <a:pt x="557" y="35"/>
                    </a:lnTo>
                    <a:lnTo>
                      <a:pt x="557" y="38"/>
                    </a:lnTo>
                    <a:lnTo>
                      <a:pt x="559" y="38"/>
                    </a:lnTo>
                    <a:lnTo>
                      <a:pt x="559" y="38"/>
                    </a:lnTo>
                    <a:lnTo>
                      <a:pt x="559" y="38"/>
                    </a:lnTo>
                    <a:lnTo>
                      <a:pt x="559" y="38"/>
                    </a:lnTo>
                    <a:lnTo>
                      <a:pt x="559" y="38"/>
                    </a:lnTo>
                    <a:lnTo>
                      <a:pt x="561" y="38"/>
                    </a:lnTo>
                    <a:lnTo>
                      <a:pt x="561" y="35"/>
                    </a:lnTo>
                    <a:lnTo>
                      <a:pt x="561" y="35"/>
                    </a:lnTo>
                    <a:lnTo>
                      <a:pt x="561" y="38"/>
                    </a:lnTo>
                    <a:lnTo>
                      <a:pt x="561" y="38"/>
                    </a:lnTo>
                    <a:lnTo>
                      <a:pt x="564" y="38"/>
                    </a:lnTo>
                    <a:lnTo>
                      <a:pt x="564" y="38"/>
                    </a:lnTo>
                    <a:lnTo>
                      <a:pt x="564" y="35"/>
                    </a:lnTo>
                    <a:lnTo>
                      <a:pt x="564" y="35"/>
                    </a:lnTo>
                    <a:lnTo>
                      <a:pt x="564" y="35"/>
                    </a:lnTo>
                    <a:lnTo>
                      <a:pt x="561" y="35"/>
                    </a:lnTo>
                    <a:lnTo>
                      <a:pt x="561" y="35"/>
                    </a:lnTo>
                    <a:lnTo>
                      <a:pt x="561" y="35"/>
                    </a:lnTo>
                    <a:lnTo>
                      <a:pt x="561" y="33"/>
                    </a:lnTo>
                    <a:lnTo>
                      <a:pt x="561" y="33"/>
                    </a:lnTo>
                    <a:lnTo>
                      <a:pt x="561" y="33"/>
                    </a:lnTo>
                    <a:lnTo>
                      <a:pt x="561" y="33"/>
                    </a:lnTo>
                    <a:lnTo>
                      <a:pt x="564" y="33"/>
                    </a:lnTo>
                    <a:lnTo>
                      <a:pt x="564" y="33"/>
                    </a:lnTo>
                    <a:lnTo>
                      <a:pt x="566" y="33"/>
                    </a:lnTo>
                    <a:lnTo>
                      <a:pt x="566" y="33"/>
                    </a:lnTo>
                    <a:lnTo>
                      <a:pt x="566" y="33"/>
                    </a:lnTo>
                    <a:lnTo>
                      <a:pt x="568" y="33"/>
                    </a:lnTo>
                    <a:lnTo>
                      <a:pt x="568" y="33"/>
                    </a:lnTo>
                    <a:lnTo>
                      <a:pt x="568" y="33"/>
                    </a:lnTo>
                    <a:lnTo>
                      <a:pt x="568" y="33"/>
                    </a:lnTo>
                    <a:lnTo>
                      <a:pt x="571" y="33"/>
                    </a:lnTo>
                    <a:lnTo>
                      <a:pt x="571" y="35"/>
                    </a:lnTo>
                    <a:lnTo>
                      <a:pt x="571" y="35"/>
                    </a:lnTo>
                    <a:lnTo>
                      <a:pt x="571" y="35"/>
                    </a:lnTo>
                    <a:lnTo>
                      <a:pt x="573" y="35"/>
                    </a:lnTo>
                    <a:lnTo>
                      <a:pt x="573" y="35"/>
                    </a:lnTo>
                    <a:lnTo>
                      <a:pt x="573" y="35"/>
                    </a:lnTo>
                    <a:lnTo>
                      <a:pt x="573" y="38"/>
                    </a:lnTo>
                    <a:lnTo>
                      <a:pt x="576" y="38"/>
                    </a:lnTo>
                    <a:lnTo>
                      <a:pt x="576" y="38"/>
                    </a:lnTo>
                    <a:lnTo>
                      <a:pt x="576" y="38"/>
                    </a:lnTo>
                    <a:lnTo>
                      <a:pt x="578" y="38"/>
                    </a:lnTo>
                    <a:lnTo>
                      <a:pt x="578" y="38"/>
                    </a:lnTo>
                    <a:lnTo>
                      <a:pt x="580" y="38"/>
                    </a:lnTo>
                    <a:lnTo>
                      <a:pt x="580" y="35"/>
                    </a:lnTo>
                    <a:lnTo>
                      <a:pt x="580" y="35"/>
                    </a:lnTo>
                    <a:lnTo>
                      <a:pt x="580" y="38"/>
                    </a:lnTo>
                    <a:lnTo>
                      <a:pt x="580" y="38"/>
                    </a:lnTo>
                    <a:lnTo>
                      <a:pt x="583" y="38"/>
                    </a:lnTo>
                    <a:lnTo>
                      <a:pt x="583" y="35"/>
                    </a:lnTo>
                    <a:lnTo>
                      <a:pt x="583" y="35"/>
                    </a:lnTo>
                    <a:lnTo>
                      <a:pt x="583" y="35"/>
                    </a:lnTo>
                    <a:lnTo>
                      <a:pt x="585" y="35"/>
                    </a:lnTo>
                    <a:lnTo>
                      <a:pt x="585" y="33"/>
                    </a:lnTo>
                    <a:lnTo>
                      <a:pt x="585" y="33"/>
                    </a:lnTo>
                    <a:lnTo>
                      <a:pt x="585" y="33"/>
                    </a:lnTo>
                    <a:lnTo>
                      <a:pt x="585" y="35"/>
                    </a:lnTo>
                    <a:lnTo>
                      <a:pt x="587" y="35"/>
                    </a:lnTo>
                    <a:lnTo>
                      <a:pt x="587" y="35"/>
                    </a:lnTo>
                    <a:lnTo>
                      <a:pt x="587" y="38"/>
                    </a:lnTo>
                    <a:lnTo>
                      <a:pt x="585" y="38"/>
                    </a:lnTo>
                    <a:lnTo>
                      <a:pt x="585" y="38"/>
                    </a:lnTo>
                    <a:lnTo>
                      <a:pt x="585" y="38"/>
                    </a:lnTo>
                    <a:lnTo>
                      <a:pt x="585" y="38"/>
                    </a:lnTo>
                    <a:lnTo>
                      <a:pt x="585" y="38"/>
                    </a:lnTo>
                    <a:lnTo>
                      <a:pt x="583" y="38"/>
                    </a:lnTo>
                    <a:lnTo>
                      <a:pt x="583" y="38"/>
                    </a:lnTo>
                    <a:lnTo>
                      <a:pt x="580" y="38"/>
                    </a:lnTo>
                    <a:lnTo>
                      <a:pt x="580" y="38"/>
                    </a:lnTo>
                    <a:lnTo>
                      <a:pt x="580" y="40"/>
                    </a:lnTo>
                    <a:lnTo>
                      <a:pt x="580" y="40"/>
                    </a:lnTo>
                    <a:lnTo>
                      <a:pt x="580" y="40"/>
                    </a:lnTo>
                    <a:lnTo>
                      <a:pt x="578" y="40"/>
                    </a:lnTo>
                    <a:lnTo>
                      <a:pt x="578" y="42"/>
                    </a:lnTo>
                    <a:lnTo>
                      <a:pt x="578" y="42"/>
                    </a:lnTo>
                    <a:lnTo>
                      <a:pt x="578" y="42"/>
                    </a:lnTo>
                    <a:lnTo>
                      <a:pt x="578" y="45"/>
                    </a:lnTo>
                    <a:lnTo>
                      <a:pt x="576" y="45"/>
                    </a:lnTo>
                    <a:lnTo>
                      <a:pt x="576" y="45"/>
                    </a:lnTo>
                    <a:lnTo>
                      <a:pt x="576" y="45"/>
                    </a:lnTo>
                    <a:lnTo>
                      <a:pt x="576" y="47"/>
                    </a:lnTo>
                    <a:lnTo>
                      <a:pt x="576" y="47"/>
                    </a:lnTo>
                    <a:lnTo>
                      <a:pt x="576" y="47"/>
                    </a:lnTo>
                    <a:lnTo>
                      <a:pt x="578" y="47"/>
                    </a:lnTo>
                    <a:lnTo>
                      <a:pt x="578" y="47"/>
                    </a:lnTo>
                    <a:lnTo>
                      <a:pt x="578" y="47"/>
                    </a:lnTo>
                    <a:lnTo>
                      <a:pt x="578" y="50"/>
                    </a:lnTo>
                    <a:lnTo>
                      <a:pt x="580" y="50"/>
                    </a:lnTo>
                    <a:lnTo>
                      <a:pt x="580" y="50"/>
                    </a:lnTo>
                    <a:lnTo>
                      <a:pt x="580" y="50"/>
                    </a:lnTo>
                    <a:lnTo>
                      <a:pt x="580" y="47"/>
                    </a:lnTo>
                    <a:lnTo>
                      <a:pt x="583" y="47"/>
                    </a:lnTo>
                    <a:lnTo>
                      <a:pt x="583" y="47"/>
                    </a:lnTo>
                    <a:lnTo>
                      <a:pt x="583" y="47"/>
                    </a:lnTo>
                    <a:lnTo>
                      <a:pt x="585" y="47"/>
                    </a:lnTo>
                    <a:lnTo>
                      <a:pt x="585" y="47"/>
                    </a:lnTo>
                    <a:lnTo>
                      <a:pt x="585" y="47"/>
                    </a:lnTo>
                    <a:lnTo>
                      <a:pt x="585" y="45"/>
                    </a:lnTo>
                    <a:lnTo>
                      <a:pt x="585" y="45"/>
                    </a:lnTo>
                    <a:lnTo>
                      <a:pt x="587" y="45"/>
                    </a:lnTo>
                    <a:lnTo>
                      <a:pt x="587" y="45"/>
                    </a:lnTo>
                    <a:lnTo>
                      <a:pt x="587" y="47"/>
                    </a:lnTo>
                    <a:lnTo>
                      <a:pt x="587" y="47"/>
                    </a:lnTo>
                    <a:lnTo>
                      <a:pt x="590" y="47"/>
                    </a:lnTo>
                    <a:lnTo>
                      <a:pt x="590" y="45"/>
                    </a:lnTo>
                    <a:lnTo>
                      <a:pt x="590" y="45"/>
                    </a:lnTo>
                    <a:lnTo>
                      <a:pt x="592" y="45"/>
                    </a:lnTo>
                    <a:lnTo>
                      <a:pt x="592" y="45"/>
                    </a:lnTo>
                    <a:lnTo>
                      <a:pt x="592" y="45"/>
                    </a:lnTo>
                    <a:lnTo>
                      <a:pt x="595" y="45"/>
                    </a:lnTo>
                    <a:lnTo>
                      <a:pt x="595" y="47"/>
                    </a:lnTo>
                    <a:lnTo>
                      <a:pt x="595" y="47"/>
                    </a:lnTo>
                    <a:lnTo>
                      <a:pt x="595" y="47"/>
                    </a:lnTo>
                    <a:lnTo>
                      <a:pt x="595" y="47"/>
                    </a:lnTo>
                    <a:lnTo>
                      <a:pt x="595" y="47"/>
                    </a:lnTo>
                    <a:lnTo>
                      <a:pt x="597" y="47"/>
                    </a:lnTo>
                    <a:lnTo>
                      <a:pt x="597" y="47"/>
                    </a:lnTo>
                    <a:lnTo>
                      <a:pt x="597" y="47"/>
                    </a:lnTo>
                    <a:lnTo>
                      <a:pt x="599" y="47"/>
                    </a:lnTo>
                    <a:lnTo>
                      <a:pt x="599" y="47"/>
                    </a:lnTo>
                    <a:lnTo>
                      <a:pt x="599" y="47"/>
                    </a:lnTo>
                    <a:lnTo>
                      <a:pt x="599" y="50"/>
                    </a:lnTo>
                    <a:lnTo>
                      <a:pt x="599" y="50"/>
                    </a:lnTo>
                    <a:lnTo>
                      <a:pt x="602" y="50"/>
                    </a:lnTo>
                    <a:lnTo>
                      <a:pt x="602" y="47"/>
                    </a:lnTo>
                    <a:lnTo>
                      <a:pt x="602" y="47"/>
                    </a:lnTo>
                    <a:lnTo>
                      <a:pt x="602" y="47"/>
                    </a:lnTo>
                    <a:lnTo>
                      <a:pt x="602" y="47"/>
                    </a:lnTo>
                    <a:lnTo>
                      <a:pt x="602" y="45"/>
                    </a:lnTo>
                    <a:lnTo>
                      <a:pt x="602" y="45"/>
                    </a:lnTo>
                    <a:lnTo>
                      <a:pt x="602" y="45"/>
                    </a:lnTo>
                    <a:lnTo>
                      <a:pt x="604" y="45"/>
                    </a:lnTo>
                    <a:lnTo>
                      <a:pt x="604" y="45"/>
                    </a:lnTo>
                    <a:lnTo>
                      <a:pt x="606" y="45"/>
                    </a:lnTo>
                    <a:lnTo>
                      <a:pt x="606" y="45"/>
                    </a:lnTo>
                    <a:lnTo>
                      <a:pt x="606" y="42"/>
                    </a:lnTo>
                    <a:lnTo>
                      <a:pt x="606" y="42"/>
                    </a:lnTo>
                    <a:lnTo>
                      <a:pt x="606" y="42"/>
                    </a:lnTo>
                    <a:lnTo>
                      <a:pt x="609" y="42"/>
                    </a:lnTo>
                    <a:lnTo>
                      <a:pt x="609" y="42"/>
                    </a:lnTo>
                    <a:lnTo>
                      <a:pt x="609" y="40"/>
                    </a:lnTo>
                    <a:lnTo>
                      <a:pt x="609" y="40"/>
                    </a:lnTo>
                    <a:lnTo>
                      <a:pt x="609" y="40"/>
                    </a:lnTo>
                    <a:lnTo>
                      <a:pt x="611" y="40"/>
                    </a:lnTo>
                    <a:lnTo>
                      <a:pt x="611" y="40"/>
                    </a:lnTo>
                    <a:lnTo>
                      <a:pt x="613" y="40"/>
                    </a:lnTo>
                    <a:lnTo>
                      <a:pt x="613" y="40"/>
                    </a:lnTo>
                    <a:lnTo>
                      <a:pt x="613" y="40"/>
                    </a:lnTo>
                    <a:lnTo>
                      <a:pt x="613" y="40"/>
                    </a:lnTo>
                    <a:lnTo>
                      <a:pt x="616" y="40"/>
                    </a:lnTo>
                    <a:lnTo>
                      <a:pt x="616" y="40"/>
                    </a:lnTo>
                    <a:lnTo>
                      <a:pt x="616" y="40"/>
                    </a:lnTo>
                    <a:lnTo>
                      <a:pt x="616" y="40"/>
                    </a:lnTo>
                    <a:lnTo>
                      <a:pt x="616" y="38"/>
                    </a:lnTo>
                    <a:lnTo>
                      <a:pt x="618" y="38"/>
                    </a:lnTo>
                    <a:lnTo>
                      <a:pt x="618" y="38"/>
                    </a:lnTo>
                    <a:lnTo>
                      <a:pt x="618" y="38"/>
                    </a:lnTo>
                    <a:lnTo>
                      <a:pt x="621" y="38"/>
                    </a:lnTo>
                    <a:lnTo>
                      <a:pt x="621" y="38"/>
                    </a:lnTo>
                    <a:lnTo>
                      <a:pt x="621" y="38"/>
                    </a:lnTo>
                    <a:lnTo>
                      <a:pt x="621" y="38"/>
                    </a:lnTo>
                    <a:lnTo>
                      <a:pt x="623" y="38"/>
                    </a:lnTo>
                    <a:lnTo>
                      <a:pt x="623" y="38"/>
                    </a:lnTo>
                    <a:lnTo>
                      <a:pt x="623" y="35"/>
                    </a:lnTo>
                    <a:lnTo>
                      <a:pt x="623" y="35"/>
                    </a:lnTo>
                    <a:lnTo>
                      <a:pt x="623" y="35"/>
                    </a:lnTo>
                    <a:lnTo>
                      <a:pt x="623" y="33"/>
                    </a:lnTo>
                    <a:lnTo>
                      <a:pt x="623" y="33"/>
                    </a:lnTo>
                    <a:lnTo>
                      <a:pt x="623" y="33"/>
                    </a:lnTo>
                    <a:lnTo>
                      <a:pt x="625" y="33"/>
                    </a:lnTo>
                    <a:lnTo>
                      <a:pt x="625" y="33"/>
                    </a:lnTo>
                    <a:lnTo>
                      <a:pt x="625" y="33"/>
                    </a:lnTo>
                    <a:lnTo>
                      <a:pt x="628" y="33"/>
                    </a:lnTo>
                    <a:lnTo>
                      <a:pt x="628" y="33"/>
                    </a:lnTo>
                    <a:lnTo>
                      <a:pt x="628" y="33"/>
                    </a:lnTo>
                    <a:lnTo>
                      <a:pt x="630" y="33"/>
                    </a:lnTo>
                    <a:lnTo>
                      <a:pt x="630" y="31"/>
                    </a:lnTo>
                    <a:lnTo>
                      <a:pt x="630" y="31"/>
                    </a:lnTo>
                    <a:lnTo>
                      <a:pt x="632" y="31"/>
                    </a:lnTo>
                    <a:lnTo>
                      <a:pt x="632" y="31"/>
                    </a:lnTo>
                    <a:lnTo>
                      <a:pt x="632" y="31"/>
                    </a:lnTo>
                    <a:lnTo>
                      <a:pt x="632" y="31"/>
                    </a:lnTo>
                    <a:lnTo>
                      <a:pt x="635" y="31"/>
                    </a:lnTo>
                    <a:lnTo>
                      <a:pt x="635" y="31"/>
                    </a:lnTo>
                    <a:lnTo>
                      <a:pt x="635" y="31"/>
                    </a:lnTo>
                    <a:lnTo>
                      <a:pt x="637" y="31"/>
                    </a:lnTo>
                    <a:lnTo>
                      <a:pt x="637" y="28"/>
                    </a:lnTo>
                    <a:lnTo>
                      <a:pt x="637" y="28"/>
                    </a:lnTo>
                    <a:lnTo>
                      <a:pt x="640" y="28"/>
                    </a:lnTo>
                    <a:lnTo>
                      <a:pt x="640" y="28"/>
                    </a:lnTo>
                    <a:lnTo>
                      <a:pt x="640" y="28"/>
                    </a:lnTo>
                    <a:lnTo>
                      <a:pt x="640" y="26"/>
                    </a:lnTo>
                    <a:lnTo>
                      <a:pt x="640" y="26"/>
                    </a:lnTo>
                    <a:lnTo>
                      <a:pt x="642" y="26"/>
                    </a:lnTo>
                    <a:lnTo>
                      <a:pt x="642" y="26"/>
                    </a:lnTo>
                    <a:lnTo>
                      <a:pt x="642" y="26"/>
                    </a:lnTo>
                    <a:lnTo>
                      <a:pt x="644" y="26"/>
                    </a:lnTo>
                    <a:lnTo>
                      <a:pt x="644" y="26"/>
                    </a:lnTo>
                    <a:lnTo>
                      <a:pt x="647" y="26"/>
                    </a:lnTo>
                    <a:lnTo>
                      <a:pt x="647" y="26"/>
                    </a:lnTo>
                    <a:lnTo>
                      <a:pt x="647" y="26"/>
                    </a:lnTo>
                    <a:lnTo>
                      <a:pt x="649" y="26"/>
                    </a:lnTo>
                    <a:lnTo>
                      <a:pt x="649" y="26"/>
                    </a:lnTo>
                    <a:lnTo>
                      <a:pt x="649" y="26"/>
                    </a:lnTo>
                    <a:lnTo>
                      <a:pt x="649" y="26"/>
                    </a:lnTo>
                    <a:lnTo>
                      <a:pt x="649" y="26"/>
                    </a:lnTo>
                    <a:lnTo>
                      <a:pt x="651" y="26"/>
                    </a:lnTo>
                    <a:lnTo>
                      <a:pt x="651" y="26"/>
                    </a:lnTo>
                    <a:lnTo>
                      <a:pt x="654" y="26"/>
                    </a:lnTo>
                    <a:lnTo>
                      <a:pt x="654" y="26"/>
                    </a:lnTo>
                    <a:lnTo>
                      <a:pt x="654" y="26"/>
                    </a:lnTo>
                    <a:lnTo>
                      <a:pt x="654" y="26"/>
                    </a:lnTo>
                    <a:lnTo>
                      <a:pt x="654" y="28"/>
                    </a:lnTo>
                    <a:lnTo>
                      <a:pt x="654" y="28"/>
                    </a:lnTo>
                    <a:lnTo>
                      <a:pt x="654" y="28"/>
                    </a:lnTo>
                    <a:lnTo>
                      <a:pt x="654" y="31"/>
                    </a:lnTo>
                    <a:lnTo>
                      <a:pt x="651" y="31"/>
                    </a:lnTo>
                    <a:lnTo>
                      <a:pt x="651" y="31"/>
                    </a:lnTo>
                    <a:lnTo>
                      <a:pt x="651" y="31"/>
                    </a:lnTo>
                    <a:lnTo>
                      <a:pt x="649" y="31"/>
                    </a:lnTo>
                    <a:lnTo>
                      <a:pt x="649" y="33"/>
                    </a:lnTo>
                    <a:lnTo>
                      <a:pt x="649" y="33"/>
                    </a:lnTo>
                    <a:lnTo>
                      <a:pt x="649" y="33"/>
                    </a:lnTo>
                    <a:lnTo>
                      <a:pt x="649" y="31"/>
                    </a:lnTo>
                    <a:lnTo>
                      <a:pt x="647" y="31"/>
                    </a:lnTo>
                    <a:lnTo>
                      <a:pt x="647" y="31"/>
                    </a:lnTo>
                    <a:lnTo>
                      <a:pt x="647" y="31"/>
                    </a:lnTo>
                    <a:lnTo>
                      <a:pt x="644" y="31"/>
                    </a:lnTo>
                    <a:lnTo>
                      <a:pt x="644" y="31"/>
                    </a:lnTo>
                    <a:lnTo>
                      <a:pt x="644" y="33"/>
                    </a:lnTo>
                    <a:lnTo>
                      <a:pt x="644" y="33"/>
                    </a:lnTo>
                    <a:lnTo>
                      <a:pt x="644" y="33"/>
                    </a:lnTo>
                    <a:lnTo>
                      <a:pt x="647" y="33"/>
                    </a:lnTo>
                    <a:lnTo>
                      <a:pt x="647" y="35"/>
                    </a:lnTo>
                    <a:lnTo>
                      <a:pt x="647" y="35"/>
                    </a:lnTo>
                    <a:lnTo>
                      <a:pt x="647" y="35"/>
                    </a:lnTo>
                    <a:lnTo>
                      <a:pt x="647" y="35"/>
                    </a:lnTo>
                    <a:lnTo>
                      <a:pt x="647" y="38"/>
                    </a:lnTo>
                    <a:lnTo>
                      <a:pt x="649" y="38"/>
                    </a:lnTo>
                    <a:lnTo>
                      <a:pt x="649" y="38"/>
                    </a:lnTo>
                    <a:lnTo>
                      <a:pt x="649" y="38"/>
                    </a:lnTo>
                    <a:lnTo>
                      <a:pt x="649" y="38"/>
                    </a:lnTo>
                    <a:lnTo>
                      <a:pt x="649" y="38"/>
                    </a:lnTo>
                    <a:lnTo>
                      <a:pt x="651" y="38"/>
                    </a:lnTo>
                    <a:lnTo>
                      <a:pt x="651" y="38"/>
                    </a:lnTo>
                    <a:lnTo>
                      <a:pt x="651" y="40"/>
                    </a:lnTo>
                    <a:lnTo>
                      <a:pt x="654" y="40"/>
                    </a:lnTo>
                    <a:lnTo>
                      <a:pt x="654" y="40"/>
                    </a:lnTo>
                    <a:lnTo>
                      <a:pt x="654" y="40"/>
                    </a:lnTo>
                    <a:lnTo>
                      <a:pt x="654" y="40"/>
                    </a:lnTo>
                    <a:lnTo>
                      <a:pt x="656" y="40"/>
                    </a:lnTo>
                    <a:lnTo>
                      <a:pt x="656" y="42"/>
                    </a:lnTo>
                    <a:lnTo>
                      <a:pt x="656" y="42"/>
                    </a:lnTo>
                    <a:lnTo>
                      <a:pt x="658" y="42"/>
                    </a:lnTo>
                    <a:lnTo>
                      <a:pt x="658" y="42"/>
                    </a:lnTo>
                    <a:lnTo>
                      <a:pt x="658" y="42"/>
                    </a:lnTo>
                    <a:lnTo>
                      <a:pt x="658" y="42"/>
                    </a:lnTo>
                    <a:lnTo>
                      <a:pt x="658" y="45"/>
                    </a:lnTo>
                    <a:lnTo>
                      <a:pt x="661" y="45"/>
                    </a:lnTo>
                    <a:lnTo>
                      <a:pt x="661" y="45"/>
                    </a:lnTo>
                    <a:lnTo>
                      <a:pt x="661" y="45"/>
                    </a:lnTo>
                    <a:lnTo>
                      <a:pt x="661" y="45"/>
                    </a:lnTo>
                    <a:lnTo>
                      <a:pt x="663" y="45"/>
                    </a:lnTo>
                    <a:lnTo>
                      <a:pt x="663" y="45"/>
                    </a:lnTo>
                    <a:lnTo>
                      <a:pt x="663" y="47"/>
                    </a:lnTo>
                    <a:lnTo>
                      <a:pt x="666" y="47"/>
                    </a:lnTo>
                    <a:lnTo>
                      <a:pt x="666" y="47"/>
                    </a:lnTo>
                    <a:lnTo>
                      <a:pt x="666" y="47"/>
                    </a:lnTo>
                    <a:lnTo>
                      <a:pt x="666" y="47"/>
                    </a:lnTo>
                    <a:lnTo>
                      <a:pt x="668" y="47"/>
                    </a:lnTo>
                    <a:lnTo>
                      <a:pt x="668" y="47"/>
                    </a:lnTo>
                    <a:lnTo>
                      <a:pt x="668" y="47"/>
                    </a:lnTo>
                    <a:lnTo>
                      <a:pt x="668" y="47"/>
                    </a:lnTo>
                    <a:lnTo>
                      <a:pt x="668" y="50"/>
                    </a:lnTo>
                    <a:lnTo>
                      <a:pt x="670" y="50"/>
                    </a:lnTo>
                    <a:lnTo>
                      <a:pt x="670" y="50"/>
                    </a:lnTo>
                    <a:lnTo>
                      <a:pt x="670" y="50"/>
                    </a:lnTo>
                    <a:lnTo>
                      <a:pt x="673" y="50"/>
                    </a:lnTo>
                    <a:lnTo>
                      <a:pt x="673" y="52"/>
                    </a:lnTo>
                    <a:lnTo>
                      <a:pt x="673" y="52"/>
                    </a:lnTo>
                    <a:lnTo>
                      <a:pt x="673" y="52"/>
                    </a:lnTo>
                    <a:lnTo>
                      <a:pt x="673" y="52"/>
                    </a:lnTo>
                    <a:lnTo>
                      <a:pt x="675" y="52"/>
                    </a:lnTo>
                    <a:lnTo>
                      <a:pt x="675" y="52"/>
                    </a:lnTo>
                    <a:lnTo>
                      <a:pt x="675" y="54"/>
                    </a:lnTo>
                    <a:lnTo>
                      <a:pt x="675" y="54"/>
                    </a:lnTo>
                    <a:lnTo>
                      <a:pt x="675" y="54"/>
                    </a:lnTo>
                    <a:lnTo>
                      <a:pt x="677" y="54"/>
                    </a:lnTo>
                    <a:lnTo>
                      <a:pt x="677" y="57"/>
                    </a:lnTo>
                    <a:lnTo>
                      <a:pt x="677" y="57"/>
                    </a:lnTo>
                    <a:lnTo>
                      <a:pt x="677" y="57"/>
                    </a:lnTo>
                    <a:lnTo>
                      <a:pt x="680" y="57"/>
                    </a:lnTo>
                    <a:lnTo>
                      <a:pt x="680" y="57"/>
                    </a:lnTo>
                    <a:lnTo>
                      <a:pt x="680" y="57"/>
                    </a:lnTo>
                    <a:lnTo>
                      <a:pt x="680" y="59"/>
                    </a:lnTo>
                    <a:lnTo>
                      <a:pt x="680" y="59"/>
                    </a:lnTo>
                    <a:lnTo>
                      <a:pt x="680" y="59"/>
                    </a:lnTo>
                    <a:lnTo>
                      <a:pt x="682" y="59"/>
                    </a:lnTo>
                    <a:lnTo>
                      <a:pt x="682" y="61"/>
                    </a:lnTo>
                    <a:lnTo>
                      <a:pt x="682" y="61"/>
                    </a:lnTo>
                    <a:lnTo>
                      <a:pt x="682" y="61"/>
                    </a:lnTo>
                    <a:lnTo>
                      <a:pt x="682" y="61"/>
                    </a:lnTo>
                    <a:lnTo>
                      <a:pt x="682" y="64"/>
                    </a:lnTo>
                    <a:lnTo>
                      <a:pt x="684" y="64"/>
                    </a:lnTo>
                    <a:lnTo>
                      <a:pt x="684" y="64"/>
                    </a:lnTo>
                    <a:lnTo>
                      <a:pt x="684" y="64"/>
                    </a:lnTo>
                    <a:lnTo>
                      <a:pt x="684" y="66"/>
                    </a:lnTo>
                    <a:lnTo>
                      <a:pt x="687" y="66"/>
                    </a:lnTo>
                    <a:lnTo>
                      <a:pt x="687" y="66"/>
                    </a:lnTo>
                    <a:lnTo>
                      <a:pt x="687" y="66"/>
                    </a:lnTo>
                    <a:lnTo>
                      <a:pt x="687" y="66"/>
                    </a:lnTo>
                    <a:lnTo>
                      <a:pt x="687" y="66"/>
                    </a:lnTo>
                    <a:lnTo>
                      <a:pt x="687" y="69"/>
                    </a:lnTo>
                    <a:lnTo>
                      <a:pt x="689" y="69"/>
                    </a:lnTo>
                    <a:lnTo>
                      <a:pt x="689" y="69"/>
                    </a:lnTo>
                    <a:lnTo>
                      <a:pt x="689" y="69"/>
                    </a:lnTo>
                    <a:lnTo>
                      <a:pt x="689" y="71"/>
                    </a:lnTo>
                    <a:lnTo>
                      <a:pt x="692" y="71"/>
                    </a:lnTo>
                    <a:lnTo>
                      <a:pt x="692" y="71"/>
                    </a:lnTo>
                    <a:lnTo>
                      <a:pt x="692" y="71"/>
                    </a:lnTo>
                    <a:lnTo>
                      <a:pt x="692" y="73"/>
                    </a:lnTo>
                    <a:lnTo>
                      <a:pt x="692" y="73"/>
                    </a:lnTo>
                    <a:lnTo>
                      <a:pt x="692" y="73"/>
                    </a:lnTo>
                    <a:lnTo>
                      <a:pt x="692" y="76"/>
                    </a:lnTo>
                    <a:lnTo>
                      <a:pt x="694" y="76"/>
                    </a:lnTo>
                    <a:lnTo>
                      <a:pt x="694" y="76"/>
                    </a:lnTo>
                    <a:lnTo>
                      <a:pt x="694" y="76"/>
                    </a:lnTo>
                    <a:lnTo>
                      <a:pt x="694" y="76"/>
                    </a:lnTo>
                    <a:lnTo>
                      <a:pt x="694" y="76"/>
                    </a:lnTo>
                    <a:lnTo>
                      <a:pt x="694" y="78"/>
                    </a:lnTo>
                    <a:lnTo>
                      <a:pt x="696" y="78"/>
                    </a:lnTo>
                    <a:lnTo>
                      <a:pt x="696" y="78"/>
                    </a:lnTo>
                    <a:lnTo>
                      <a:pt x="696" y="78"/>
                    </a:lnTo>
                    <a:lnTo>
                      <a:pt x="696" y="80"/>
                    </a:lnTo>
                    <a:lnTo>
                      <a:pt x="699" y="80"/>
                    </a:lnTo>
                    <a:lnTo>
                      <a:pt x="699" y="80"/>
                    </a:lnTo>
                    <a:lnTo>
                      <a:pt x="699" y="80"/>
                    </a:lnTo>
                    <a:lnTo>
                      <a:pt x="699" y="83"/>
                    </a:lnTo>
                    <a:lnTo>
                      <a:pt x="699" y="83"/>
                    </a:lnTo>
                    <a:lnTo>
                      <a:pt x="699" y="83"/>
                    </a:lnTo>
                    <a:lnTo>
                      <a:pt x="701" y="83"/>
                    </a:lnTo>
                    <a:lnTo>
                      <a:pt x="701" y="85"/>
                    </a:lnTo>
                    <a:lnTo>
                      <a:pt x="701" y="85"/>
                    </a:lnTo>
                    <a:lnTo>
                      <a:pt x="701" y="85"/>
                    </a:lnTo>
                    <a:lnTo>
                      <a:pt x="701" y="85"/>
                    </a:lnTo>
                    <a:lnTo>
                      <a:pt x="701" y="85"/>
                    </a:lnTo>
                    <a:lnTo>
                      <a:pt x="701" y="88"/>
                    </a:lnTo>
                    <a:lnTo>
                      <a:pt x="703" y="88"/>
                    </a:lnTo>
                    <a:lnTo>
                      <a:pt x="703" y="88"/>
                    </a:lnTo>
                    <a:lnTo>
                      <a:pt x="703" y="88"/>
                    </a:lnTo>
                    <a:lnTo>
                      <a:pt x="703" y="90"/>
                    </a:lnTo>
                    <a:lnTo>
                      <a:pt x="706" y="90"/>
                    </a:lnTo>
                    <a:lnTo>
                      <a:pt x="706" y="90"/>
                    </a:lnTo>
                    <a:lnTo>
                      <a:pt x="706" y="90"/>
                    </a:lnTo>
                    <a:lnTo>
                      <a:pt x="706" y="92"/>
                    </a:lnTo>
                    <a:lnTo>
                      <a:pt x="706" y="92"/>
                    </a:lnTo>
                    <a:lnTo>
                      <a:pt x="706" y="92"/>
                    </a:lnTo>
                    <a:lnTo>
                      <a:pt x="706" y="95"/>
                    </a:lnTo>
                    <a:lnTo>
                      <a:pt x="708" y="95"/>
                    </a:lnTo>
                    <a:lnTo>
                      <a:pt x="708" y="95"/>
                    </a:lnTo>
                    <a:lnTo>
                      <a:pt x="708" y="95"/>
                    </a:lnTo>
                    <a:lnTo>
                      <a:pt x="708" y="97"/>
                    </a:lnTo>
                    <a:lnTo>
                      <a:pt x="708" y="97"/>
                    </a:lnTo>
                    <a:lnTo>
                      <a:pt x="708" y="97"/>
                    </a:lnTo>
                    <a:lnTo>
                      <a:pt x="708" y="97"/>
                    </a:lnTo>
                    <a:lnTo>
                      <a:pt x="711" y="97"/>
                    </a:lnTo>
                    <a:lnTo>
                      <a:pt x="711" y="99"/>
                    </a:lnTo>
                    <a:lnTo>
                      <a:pt x="711" y="99"/>
                    </a:lnTo>
                    <a:lnTo>
                      <a:pt x="711" y="99"/>
                    </a:lnTo>
                    <a:lnTo>
                      <a:pt x="711" y="102"/>
                    </a:lnTo>
                    <a:lnTo>
                      <a:pt x="713" y="102"/>
                    </a:lnTo>
                    <a:lnTo>
                      <a:pt x="713" y="102"/>
                    </a:lnTo>
                    <a:lnTo>
                      <a:pt x="713" y="102"/>
                    </a:lnTo>
                    <a:lnTo>
                      <a:pt x="713" y="104"/>
                    </a:lnTo>
                    <a:lnTo>
                      <a:pt x="713" y="104"/>
                    </a:lnTo>
                    <a:lnTo>
                      <a:pt x="713" y="104"/>
                    </a:lnTo>
                    <a:lnTo>
                      <a:pt x="713" y="106"/>
                    </a:lnTo>
                    <a:lnTo>
                      <a:pt x="715" y="106"/>
                    </a:lnTo>
                    <a:lnTo>
                      <a:pt x="715" y="106"/>
                    </a:lnTo>
                    <a:lnTo>
                      <a:pt x="715" y="106"/>
                    </a:lnTo>
                    <a:lnTo>
                      <a:pt x="715" y="106"/>
                    </a:lnTo>
                    <a:lnTo>
                      <a:pt x="715" y="106"/>
                    </a:lnTo>
                    <a:lnTo>
                      <a:pt x="715" y="109"/>
                    </a:lnTo>
                    <a:lnTo>
                      <a:pt x="718" y="109"/>
                    </a:lnTo>
                    <a:lnTo>
                      <a:pt x="718" y="109"/>
                    </a:lnTo>
                    <a:lnTo>
                      <a:pt x="718" y="111"/>
                    </a:lnTo>
                    <a:lnTo>
                      <a:pt x="718" y="111"/>
                    </a:lnTo>
                    <a:lnTo>
                      <a:pt x="718" y="111"/>
                    </a:lnTo>
                    <a:lnTo>
                      <a:pt x="720" y="111"/>
                    </a:lnTo>
                    <a:lnTo>
                      <a:pt x="720" y="114"/>
                    </a:lnTo>
                    <a:lnTo>
                      <a:pt x="720" y="114"/>
                    </a:lnTo>
                    <a:lnTo>
                      <a:pt x="720" y="114"/>
                    </a:lnTo>
                    <a:lnTo>
                      <a:pt x="720" y="116"/>
                    </a:lnTo>
                    <a:lnTo>
                      <a:pt x="720" y="116"/>
                    </a:lnTo>
                    <a:lnTo>
                      <a:pt x="720" y="116"/>
                    </a:lnTo>
                    <a:lnTo>
                      <a:pt x="722" y="116"/>
                    </a:lnTo>
                    <a:lnTo>
                      <a:pt x="722" y="116"/>
                    </a:lnTo>
                    <a:lnTo>
                      <a:pt x="722" y="116"/>
                    </a:lnTo>
                    <a:lnTo>
                      <a:pt x="722" y="116"/>
                    </a:lnTo>
                    <a:lnTo>
                      <a:pt x="722" y="116"/>
                    </a:lnTo>
                    <a:lnTo>
                      <a:pt x="725" y="116"/>
                    </a:lnTo>
                    <a:lnTo>
                      <a:pt x="725" y="116"/>
                    </a:lnTo>
                    <a:lnTo>
                      <a:pt x="725" y="116"/>
                    </a:lnTo>
                    <a:lnTo>
                      <a:pt x="725" y="114"/>
                    </a:lnTo>
                    <a:lnTo>
                      <a:pt x="727" y="114"/>
                    </a:lnTo>
                    <a:lnTo>
                      <a:pt x="727" y="114"/>
                    </a:lnTo>
                    <a:lnTo>
                      <a:pt x="727" y="114"/>
                    </a:lnTo>
                    <a:lnTo>
                      <a:pt x="729" y="114"/>
                    </a:lnTo>
                    <a:lnTo>
                      <a:pt x="729" y="114"/>
                    </a:lnTo>
                    <a:lnTo>
                      <a:pt x="729" y="114"/>
                    </a:lnTo>
                    <a:lnTo>
                      <a:pt x="732" y="114"/>
                    </a:lnTo>
                    <a:lnTo>
                      <a:pt x="732" y="111"/>
                    </a:lnTo>
                    <a:lnTo>
                      <a:pt x="732" y="111"/>
                    </a:lnTo>
                    <a:lnTo>
                      <a:pt x="732" y="109"/>
                    </a:lnTo>
                    <a:lnTo>
                      <a:pt x="732" y="109"/>
                    </a:lnTo>
                    <a:lnTo>
                      <a:pt x="729" y="109"/>
                    </a:lnTo>
                    <a:lnTo>
                      <a:pt x="729" y="106"/>
                    </a:lnTo>
                    <a:lnTo>
                      <a:pt x="732" y="106"/>
                    </a:lnTo>
                    <a:lnTo>
                      <a:pt x="732" y="106"/>
                    </a:lnTo>
                    <a:lnTo>
                      <a:pt x="732" y="106"/>
                    </a:lnTo>
                    <a:lnTo>
                      <a:pt x="732" y="106"/>
                    </a:lnTo>
                    <a:lnTo>
                      <a:pt x="734" y="106"/>
                    </a:lnTo>
                    <a:lnTo>
                      <a:pt x="734" y="106"/>
                    </a:lnTo>
                    <a:lnTo>
                      <a:pt x="734" y="106"/>
                    </a:lnTo>
                    <a:lnTo>
                      <a:pt x="734" y="104"/>
                    </a:lnTo>
                    <a:lnTo>
                      <a:pt x="734" y="104"/>
                    </a:lnTo>
                    <a:lnTo>
                      <a:pt x="737" y="104"/>
                    </a:lnTo>
                    <a:lnTo>
                      <a:pt x="737" y="104"/>
                    </a:lnTo>
                    <a:lnTo>
                      <a:pt x="739" y="104"/>
                    </a:lnTo>
                    <a:lnTo>
                      <a:pt x="739" y="104"/>
                    </a:lnTo>
                    <a:lnTo>
                      <a:pt x="739" y="106"/>
                    </a:lnTo>
                    <a:lnTo>
                      <a:pt x="739" y="106"/>
                    </a:lnTo>
                    <a:lnTo>
                      <a:pt x="741" y="106"/>
                    </a:lnTo>
                    <a:lnTo>
                      <a:pt x="741" y="106"/>
                    </a:lnTo>
                    <a:lnTo>
                      <a:pt x="741" y="106"/>
                    </a:lnTo>
                    <a:lnTo>
                      <a:pt x="741" y="106"/>
                    </a:lnTo>
                    <a:lnTo>
                      <a:pt x="744" y="106"/>
                    </a:lnTo>
                    <a:lnTo>
                      <a:pt x="744" y="106"/>
                    </a:lnTo>
                    <a:lnTo>
                      <a:pt x="744" y="106"/>
                    </a:lnTo>
                    <a:lnTo>
                      <a:pt x="744" y="106"/>
                    </a:lnTo>
                    <a:lnTo>
                      <a:pt x="746" y="106"/>
                    </a:lnTo>
                    <a:lnTo>
                      <a:pt x="746" y="106"/>
                    </a:lnTo>
                    <a:lnTo>
                      <a:pt x="746" y="106"/>
                    </a:lnTo>
                    <a:lnTo>
                      <a:pt x="746" y="109"/>
                    </a:lnTo>
                    <a:lnTo>
                      <a:pt x="746" y="109"/>
                    </a:lnTo>
                    <a:lnTo>
                      <a:pt x="746" y="109"/>
                    </a:lnTo>
                    <a:lnTo>
                      <a:pt x="746" y="111"/>
                    </a:lnTo>
                    <a:lnTo>
                      <a:pt x="744" y="111"/>
                    </a:lnTo>
                    <a:lnTo>
                      <a:pt x="744" y="111"/>
                    </a:lnTo>
                    <a:lnTo>
                      <a:pt x="744" y="114"/>
                    </a:lnTo>
                    <a:lnTo>
                      <a:pt x="746" y="114"/>
                    </a:lnTo>
                    <a:lnTo>
                      <a:pt x="746" y="114"/>
                    </a:lnTo>
                    <a:lnTo>
                      <a:pt x="746" y="114"/>
                    </a:lnTo>
                    <a:lnTo>
                      <a:pt x="748" y="114"/>
                    </a:lnTo>
                    <a:lnTo>
                      <a:pt x="748" y="114"/>
                    </a:lnTo>
                    <a:lnTo>
                      <a:pt x="748" y="114"/>
                    </a:lnTo>
                    <a:lnTo>
                      <a:pt x="748" y="111"/>
                    </a:lnTo>
                    <a:lnTo>
                      <a:pt x="751" y="111"/>
                    </a:lnTo>
                    <a:lnTo>
                      <a:pt x="751" y="114"/>
                    </a:lnTo>
                    <a:lnTo>
                      <a:pt x="751" y="114"/>
                    </a:lnTo>
                    <a:lnTo>
                      <a:pt x="751" y="114"/>
                    </a:lnTo>
                    <a:lnTo>
                      <a:pt x="753" y="114"/>
                    </a:lnTo>
                    <a:lnTo>
                      <a:pt x="753" y="116"/>
                    </a:lnTo>
                    <a:lnTo>
                      <a:pt x="753" y="116"/>
                    </a:lnTo>
                    <a:lnTo>
                      <a:pt x="753" y="116"/>
                    </a:lnTo>
                    <a:lnTo>
                      <a:pt x="753" y="118"/>
                    </a:lnTo>
                    <a:lnTo>
                      <a:pt x="753" y="118"/>
                    </a:lnTo>
                    <a:lnTo>
                      <a:pt x="753" y="118"/>
                    </a:lnTo>
                    <a:lnTo>
                      <a:pt x="755" y="118"/>
                    </a:lnTo>
                    <a:lnTo>
                      <a:pt x="755" y="118"/>
                    </a:lnTo>
                    <a:lnTo>
                      <a:pt x="755" y="118"/>
                    </a:lnTo>
                    <a:lnTo>
                      <a:pt x="758" y="118"/>
                    </a:lnTo>
                    <a:lnTo>
                      <a:pt x="758" y="118"/>
                    </a:lnTo>
                    <a:lnTo>
                      <a:pt x="758" y="116"/>
                    </a:lnTo>
                    <a:lnTo>
                      <a:pt x="760" y="116"/>
                    </a:lnTo>
                    <a:lnTo>
                      <a:pt x="760" y="116"/>
                    </a:lnTo>
                    <a:lnTo>
                      <a:pt x="760" y="116"/>
                    </a:lnTo>
                    <a:lnTo>
                      <a:pt x="763" y="116"/>
                    </a:lnTo>
                    <a:lnTo>
                      <a:pt x="763" y="116"/>
                    </a:lnTo>
                    <a:lnTo>
                      <a:pt x="765" y="116"/>
                    </a:lnTo>
                    <a:lnTo>
                      <a:pt x="765" y="116"/>
                    </a:lnTo>
                    <a:lnTo>
                      <a:pt x="765" y="116"/>
                    </a:lnTo>
                    <a:lnTo>
                      <a:pt x="765" y="118"/>
                    </a:lnTo>
                    <a:lnTo>
                      <a:pt x="767" y="118"/>
                    </a:lnTo>
                    <a:lnTo>
                      <a:pt x="767" y="118"/>
                    </a:lnTo>
                    <a:lnTo>
                      <a:pt x="767" y="118"/>
                    </a:lnTo>
                    <a:lnTo>
                      <a:pt x="770" y="118"/>
                    </a:lnTo>
                    <a:lnTo>
                      <a:pt x="770" y="116"/>
                    </a:lnTo>
                    <a:lnTo>
                      <a:pt x="770" y="116"/>
                    </a:lnTo>
                    <a:lnTo>
                      <a:pt x="772" y="116"/>
                    </a:lnTo>
                    <a:lnTo>
                      <a:pt x="772" y="116"/>
                    </a:lnTo>
                    <a:lnTo>
                      <a:pt x="772" y="116"/>
                    </a:lnTo>
                    <a:lnTo>
                      <a:pt x="772" y="118"/>
                    </a:lnTo>
                    <a:lnTo>
                      <a:pt x="774" y="118"/>
                    </a:lnTo>
                    <a:lnTo>
                      <a:pt x="774" y="118"/>
                    </a:lnTo>
                    <a:lnTo>
                      <a:pt x="774" y="118"/>
                    </a:lnTo>
                    <a:lnTo>
                      <a:pt x="777" y="118"/>
                    </a:lnTo>
                    <a:lnTo>
                      <a:pt x="777" y="116"/>
                    </a:lnTo>
                    <a:lnTo>
                      <a:pt x="777" y="116"/>
                    </a:lnTo>
                    <a:lnTo>
                      <a:pt x="779" y="116"/>
                    </a:lnTo>
                    <a:lnTo>
                      <a:pt x="779" y="116"/>
                    </a:lnTo>
                    <a:lnTo>
                      <a:pt x="779" y="116"/>
                    </a:lnTo>
                    <a:lnTo>
                      <a:pt x="779" y="116"/>
                    </a:lnTo>
                    <a:lnTo>
                      <a:pt x="779" y="114"/>
                    </a:lnTo>
                    <a:lnTo>
                      <a:pt x="779" y="114"/>
                    </a:lnTo>
                    <a:lnTo>
                      <a:pt x="782" y="114"/>
                    </a:lnTo>
                    <a:lnTo>
                      <a:pt x="782" y="114"/>
                    </a:lnTo>
                    <a:lnTo>
                      <a:pt x="782" y="114"/>
                    </a:lnTo>
                    <a:lnTo>
                      <a:pt x="784" y="114"/>
                    </a:lnTo>
                    <a:lnTo>
                      <a:pt x="784" y="114"/>
                    </a:lnTo>
                    <a:lnTo>
                      <a:pt x="786" y="114"/>
                    </a:lnTo>
                    <a:lnTo>
                      <a:pt x="786" y="114"/>
                    </a:lnTo>
                    <a:lnTo>
                      <a:pt x="786" y="114"/>
                    </a:lnTo>
                    <a:lnTo>
                      <a:pt x="786" y="114"/>
                    </a:lnTo>
                    <a:lnTo>
                      <a:pt x="789" y="114"/>
                    </a:lnTo>
                    <a:lnTo>
                      <a:pt x="789" y="111"/>
                    </a:lnTo>
                    <a:lnTo>
                      <a:pt x="789" y="111"/>
                    </a:lnTo>
                    <a:lnTo>
                      <a:pt x="789" y="111"/>
                    </a:lnTo>
                    <a:lnTo>
                      <a:pt x="791" y="111"/>
                    </a:lnTo>
                    <a:lnTo>
                      <a:pt x="791" y="111"/>
                    </a:lnTo>
                    <a:lnTo>
                      <a:pt x="793" y="111"/>
                    </a:lnTo>
                    <a:lnTo>
                      <a:pt x="793" y="111"/>
                    </a:lnTo>
                    <a:lnTo>
                      <a:pt x="793" y="111"/>
                    </a:lnTo>
                    <a:lnTo>
                      <a:pt x="793" y="114"/>
                    </a:lnTo>
                    <a:lnTo>
                      <a:pt x="796" y="114"/>
                    </a:lnTo>
                    <a:lnTo>
                      <a:pt x="796" y="114"/>
                    </a:lnTo>
                    <a:lnTo>
                      <a:pt x="798" y="114"/>
                    </a:lnTo>
                    <a:lnTo>
                      <a:pt x="798" y="114"/>
                    </a:lnTo>
                    <a:lnTo>
                      <a:pt x="798" y="114"/>
                    </a:lnTo>
                    <a:lnTo>
                      <a:pt x="798" y="114"/>
                    </a:lnTo>
                    <a:lnTo>
                      <a:pt x="800" y="114"/>
                    </a:lnTo>
                    <a:lnTo>
                      <a:pt x="800" y="114"/>
                    </a:lnTo>
                    <a:lnTo>
                      <a:pt x="800" y="116"/>
                    </a:lnTo>
                    <a:lnTo>
                      <a:pt x="800" y="116"/>
                    </a:lnTo>
                    <a:lnTo>
                      <a:pt x="803" y="116"/>
                    </a:lnTo>
                    <a:lnTo>
                      <a:pt x="803" y="116"/>
                    </a:lnTo>
                    <a:lnTo>
                      <a:pt x="805" y="116"/>
                    </a:lnTo>
                    <a:lnTo>
                      <a:pt x="805" y="116"/>
                    </a:lnTo>
                    <a:lnTo>
                      <a:pt x="805" y="116"/>
                    </a:lnTo>
                    <a:lnTo>
                      <a:pt x="805" y="116"/>
                    </a:lnTo>
                    <a:lnTo>
                      <a:pt x="805" y="116"/>
                    </a:lnTo>
                    <a:lnTo>
                      <a:pt x="805" y="118"/>
                    </a:lnTo>
                    <a:lnTo>
                      <a:pt x="805" y="118"/>
                    </a:lnTo>
                    <a:lnTo>
                      <a:pt x="808" y="118"/>
                    </a:lnTo>
                    <a:lnTo>
                      <a:pt x="808" y="118"/>
                    </a:lnTo>
                    <a:lnTo>
                      <a:pt x="808" y="121"/>
                    </a:lnTo>
                    <a:lnTo>
                      <a:pt x="808" y="121"/>
                    </a:lnTo>
                    <a:lnTo>
                      <a:pt x="808" y="121"/>
                    </a:lnTo>
                    <a:lnTo>
                      <a:pt x="810" y="121"/>
                    </a:lnTo>
                    <a:lnTo>
                      <a:pt x="810" y="123"/>
                    </a:lnTo>
                    <a:lnTo>
                      <a:pt x="810" y="123"/>
                    </a:lnTo>
                    <a:lnTo>
                      <a:pt x="810" y="123"/>
                    </a:lnTo>
                    <a:lnTo>
                      <a:pt x="812" y="123"/>
                    </a:lnTo>
                    <a:lnTo>
                      <a:pt x="812" y="125"/>
                    </a:lnTo>
                    <a:lnTo>
                      <a:pt x="812" y="125"/>
                    </a:lnTo>
                    <a:lnTo>
                      <a:pt x="812" y="125"/>
                    </a:lnTo>
                    <a:lnTo>
                      <a:pt x="812" y="125"/>
                    </a:lnTo>
                    <a:lnTo>
                      <a:pt x="812" y="128"/>
                    </a:lnTo>
                    <a:lnTo>
                      <a:pt x="812" y="128"/>
                    </a:lnTo>
                    <a:lnTo>
                      <a:pt x="812" y="130"/>
                    </a:lnTo>
                    <a:lnTo>
                      <a:pt x="812" y="130"/>
                    </a:lnTo>
                    <a:lnTo>
                      <a:pt x="812" y="130"/>
                    </a:lnTo>
                    <a:lnTo>
                      <a:pt x="815" y="130"/>
                    </a:lnTo>
                    <a:lnTo>
                      <a:pt x="815" y="133"/>
                    </a:lnTo>
                    <a:lnTo>
                      <a:pt x="815" y="133"/>
                    </a:lnTo>
                    <a:lnTo>
                      <a:pt x="815" y="133"/>
                    </a:lnTo>
                    <a:lnTo>
                      <a:pt x="815" y="130"/>
                    </a:lnTo>
                    <a:lnTo>
                      <a:pt x="817" y="130"/>
                    </a:lnTo>
                    <a:lnTo>
                      <a:pt x="817" y="130"/>
                    </a:lnTo>
                    <a:lnTo>
                      <a:pt x="817" y="133"/>
                    </a:lnTo>
                    <a:lnTo>
                      <a:pt x="819" y="133"/>
                    </a:lnTo>
                    <a:lnTo>
                      <a:pt x="819" y="133"/>
                    </a:lnTo>
                    <a:lnTo>
                      <a:pt x="819" y="133"/>
                    </a:lnTo>
                    <a:lnTo>
                      <a:pt x="819" y="133"/>
                    </a:lnTo>
                    <a:lnTo>
                      <a:pt x="822" y="133"/>
                    </a:lnTo>
                    <a:lnTo>
                      <a:pt x="822" y="133"/>
                    </a:lnTo>
                    <a:lnTo>
                      <a:pt x="822" y="133"/>
                    </a:lnTo>
                    <a:lnTo>
                      <a:pt x="822" y="135"/>
                    </a:lnTo>
                    <a:lnTo>
                      <a:pt x="824" y="135"/>
                    </a:lnTo>
                    <a:lnTo>
                      <a:pt x="824" y="135"/>
                    </a:lnTo>
                    <a:lnTo>
                      <a:pt x="824" y="135"/>
                    </a:lnTo>
                    <a:lnTo>
                      <a:pt x="826" y="135"/>
                    </a:lnTo>
                    <a:lnTo>
                      <a:pt x="826" y="135"/>
                    </a:lnTo>
                    <a:lnTo>
                      <a:pt x="826" y="135"/>
                    </a:lnTo>
                    <a:lnTo>
                      <a:pt x="829" y="135"/>
                    </a:lnTo>
                    <a:lnTo>
                      <a:pt x="829" y="135"/>
                    </a:lnTo>
                    <a:lnTo>
                      <a:pt x="829" y="135"/>
                    </a:lnTo>
                    <a:lnTo>
                      <a:pt x="829" y="137"/>
                    </a:lnTo>
                    <a:lnTo>
                      <a:pt x="829" y="137"/>
                    </a:lnTo>
                    <a:lnTo>
                      <a:pt x="829" y="137"/>
                    </a:lnTo>
                    <a:lnTo>
                      <a:pt x="829" y="140"/>
                    </a:lnTo>
                    <a:lnTo>
                      <a:pt x="829" y="140"/>
                    </a:lnTo>
                    <a:lnTo>
                      <a:pt x="829" y="140"/>
                    </a:lnTo>
                    <a:lnTo>
                      <a:pt x="829" y="140"/>
                    </a:lnTo>
                    <a:lnTo>
                      <a:pt x="831" y="140"/>
                    </a:lnTo>
                    <a:lnTo>
                      <a:pt x="831" y="142"/>
                    </a:lnTo>
                    <a:lnTo>
                      <a:pt x="831" y="142"/>
                    </a:lnTo>
                    <a:lnTo>
                      <a:pt x="831" y="142"/>
                    </a:lnTo>
                    <a:lnTo>
                      <a:pt x="831" y="144"/>
                    </a:lnTo>
                    <a:lnTo>
                      <a:pt x="834" y="144"/>
                    </a:lnTo>
                    <a:lnTo>
                      <a:pt x="834" y="144"/>
                    </a:lnTo>
                    <a:lnTo>
                      <a:pt x="834" y="144"/>
                    </a:lnTo>
                    <a:lnTo>
                      <a:pt x="834" y="147"/>
                    </a:lnTo>
                    <a:lnTo>
                      <a:pt x="834" y="147"/>
                    </a:lnTo>
                    <a:lnTo>
                      <a:pt x="834" y="147"/>
                    </a:lnTo>
                    <a:lnTo>
                      <a:pt x="834" y="147"/>
                    </a:lnTo>
                    <a:lnTo>
                      <a:pt x="836" y="147"/>
                    </a:lnTo>
                    <a:lnTo>
                      <a:pt x="836" y="147"/>
                    </a:lnTo>
                    <a:lnTo>
                      <a:pt x="838" y="147"/>
                    </a:lnTo>
                    <a:lnTo>
                      <a:pt x="838" y="147"/>
                    </a:lnTo>
                    <a:lnTo>
                      <a:pt x="838" y="147"/>
                    </a:lnTo>
                    <a:lnTo>
                      <a:pt x="841" y="147"/>
                    </a:lnTo>
                    <a:lnTo>
                      <a:pt x="841" y="147"/>
                    </a:lnTo>
                    <a:lnTo>
                      <a:pt x="841" y="147"/>
                    </a:lnTo>
                    <a:lnTo>
                      <a:pt x="843" y="147"/>
                    </a:lnTo>
                    <a:lnTo>
                      <a:pt x="843" y="149"/>
                    </a:lnTo>
                    <a:lnTo>
                      <a:pt x="843" y="149"/>
                    </a:lnTo>
                    <a:lnTo>
                      <a:pt x="843" y="147"/>
                    </a:lnTo>
                    <a:lnTo>
                      <a:pt x="845" y="147"/>
                    </a:lnTo>
                    <a:lnTo>
                      <a:pt x="845" y="147"/>
                    </a:lnTo>
                    <a:lnTo>
                      <a:pt x="845" y="149"/>
                    </a:lnTo>
                    <a:lnTo>
                      <a:pt x="845" y="149"/>
                    </a:lnTo>
                    <a:lnTo>
                      <a:pt x="848" y="149"/>
                    </a:lnTo>
                    <a:lnTo>
                      <a:pt x="848" y="149"/>
                    </a:lnTo>
                    <a:lnTo>
                      <a:pt x="848" y="149"/>
                    </a:lnTo>
                    <a:lnTo>
                      <a:pt x="848" y="149"/>
                    </a:lnTo>
                    <a:lnTo>
                      <a:pt x="850" y="149"/>
                    </a:lnTo>
                    <a:lnTo>
                      <a:pt x="850" y="149"/>
                    </a:lnTo>
                    <a:lnTo>
                      <a:pt x="853" y="149"/>
                    </a:lnTo>
                    <a:lnTo>
                      <a:pt x="853" y="149"/>
                    </a:lnTo>
                    <a:lnTo>
                      <a:pt x="853" y="152"/>
                    </a:lnTo>
                    <a:lnTo>
                      <a:pt x="853" y="152"/>
                    </a:lnTo>
                    <a:lnTo>
                      <a:pt x="855" y="152"/>
                    </a:lnTo>
                    <a:lnTo>
                      <a:pt x="855" y="149"/>
                    </a:lnTo>
                    <a:lnTo>
                      <a:pt x="855" y="149"/>
                    </a:lnTo>
                    <a:lnTo>
                      <a:pt x="855" y="149"/>
                    </a:lnTo>
                    <a:lnTo>
                      <a:pt x="855" y="147"/>
                    </a:lnTo>
                    <a:lnTo>
                      <a:pt x="855" y="147"/>
                    </a:lnTo>
                    <a:lnTo>
                      <a:pt x="857" y="147"/>
                    </a:lnTo>
                    <a:lnTo>
                      <a:pt x="857" y="147"/>
                    </a:lnTo>
                    <a:lnTo>
                      <a:pt x="857" y="147"/>
                    </a:lnTo>
                    <a:lnTo>
                      <a:pt x="860" y="147"/>
                    </a:lnTo>
                    <a:lnTo>
                      <a:pt x="860" y="144"/>
                    </a:lnTo>
                    <a:lnTo>
                      <a:pt x="860" y="144"/>
                    </a:lnTo>
                    <a:lnTo>
                      <a:pt x="860" y="144"/>
                    </a:lnTo>
                    <a:lnTo>
                      <a:pt x="860" y="144"/>
                    </a:lnTo>
                    <a:lnTo>
                      <a:pt x="862" y="144"/>
                    </a:lnTo>
                    <a:lnTo>
                      <a:pt x="862" y="144"/>
                    </a:lnTo>
                    <a:lnTo>
                      <a:pt x="862" y="144"/>
                    </a:lnTo>
                    <a:lnTo>
                      <a:pt x="862" y="144"/>
                    </a:lnTo>
                    <a:lnTo>
                      <a:pt x="862" y="142"/>
                    </a:lnTo>
                    <a:lnTo>
                      <a:pt x="864" y="142"/>
                    </a:lnTo>
                    <a:lnTo>
                      <a:pt x="864" y="142"/>
                    </a:lnTo>
                    <a:lnTo>
                      <a:pt x="867" y="142"/>
                    </a:lnTo>
                    <a:lnTo>
                      <a:pt x="867" y="142"/>
                    </a:lnTo>
                    <a:lnTo>
                      <a:pt x="867" y="144"/>
                    </a:lnTo>
                    <a:lnTo>
                      <a:pt x="867" y="144"/>
                    </a:lnTo>
                    <a:lnTo>
                      <a:pt x="867" y="144"/>
                    </a:lnTo>
                    <a:lnTo>
                      <a:pt x="867" y="144"/>
                    </a:lnTo>
                    <a:lnTo>
                      <a:pt x="864" y="144"/>
                    </a:lnTo>
                    <a:lnTo>
                      <a:pt x="864" y="144"/>
                    </a:lnTo>
                    <a:lnTo>
                      <a:pt x="862" y="144"/>
                    </a:lnTo>
                    <a:lnTo>
                      <a:pt x="862" y="147"/>
                    </a:lnTo>
                    <a:lnTo>
                      <a:pt x="862" y="147"/>
                    </a:lnTo>
                    <a:lnTo>
                      <a:pt x="864" y="147"/>
                    </a:lnTo>
                    <a:lnTo>
                      <a:pt x="864" y="147"/>
                    </a:lnTo>
                    <a:lnTo>
                      <a:pt x="867" y="147"/>
                    </a:lnTo>
                    <a:lnTo>
                      <a:pt x="867" y="149"/>
                    </a:lnTo>
                    <a:lnTo>
                      <a:pt x="867" y="149"/>
                    </a:lnTo>
                    <a:lnTo>
                      <a:pt x="867" y="149"/>
                    </a:lnTo>
                    <a:lnTo>
                      <a:pt x="867" y="149"/>
                    </a:lnTo>
                    <a:lnTo>
                      <a:pt x="867" y="152"/>
                    </a:lnTo>
                    <a:lnTo>
                      <a:pt x="867" y="152"/>
                    </a:lnTo>
                    <a:lnTo>
                      <a:pt x="869" y="152"/>
                    </a:lnTo>
                    <a:lnTo>
                      <a:pt x="869" y="152"/>
                    </a:lnTo>
                    <a:lnTo>
                      <a:pt x="869" y="154"/>
                    </a:lnTo>
                    <a:lnTo>
                      <a:pt x="869" y="154"/>
                    </a:lnTo>
                    <a:lnTo>
                      <a:pt x="871" y="154"/>
                    </a:lnTo>
                    <a:lnTo>
                      <a:pt x="871" y="156"/>
                    </a:lnTo>
                    <a:lnTo>
                      <a:pt x="871" y="156"/>
                    </a:lnTo>
                    <a:lnTo>
                      <a:pt x="871" y="156"/>
                    </a:lnTo>
                    <a:lnTo>
                      <a:pt x="871" y="156"/>
                    </a:lnTo>
                    <a:lnTo>
                      <a:pt x="874" y="156"/>
                    </a:lnTo>
                    <a:lnTo>
                      <a:pt x="874" y="156"/>
                    </a:lnTo>
                    <a:lnTo>
                      <a:pt x="874" y="156"/>
                    </a:lnTo>
                    <a:lnTo>
                      <a:pt x="876" y="156"/>
                    </a:lnTo>
                    <a:lnTo>
                      <a:pt x="876" y="156"/>
                    </a:lnTo>
                    <a:lnTo>
                      <a:pt x="876" y="156"/>
                    </a:lnTo>
                    <a:lnTo>
                      <a:pt x="879" y="156"/>
                    </a:lnTo>
                    <a:lnTo>
                      <a:pt x="879" y="159"/>
                    </a:lnTo>
                    <a:lnTo>
                      <a:pt x="879" y="159"/>
                    </a:lnTo>
                    <a:lnTo>
                      <a:pt x="876" y="159"/>
                    </a:lnTo>
                    <a:lnTo>
                      <a:pt x="876" y="159"/>
                    </a:lnTo>
                    <a:lnTo>
                      <a:pt x="874" y="159"/>
                    </a:lnTo>
                    <a:lnTo>
                      <a:pt x="874" y="159"/>
                    </a:lnTo>
                    <a:lnTo>
                      <a:pt x="874" y="159"/>
                    </a:lnTo>
                    <a:lnTo>
                      <a:pt x="874" y="159"/>
                    </a:lnTo>
                    <a:lnTo>
                      <a:pt x="874" y="159"/>
                    </a:lnTo>
                    <a:lnTo>
                      <a:pt x="871" y="159"/>
                    </a:lnTo>
                    <a:lnTo>
                      <a:pt x="871" y="159"/>
                    </a:lnTo>
                    <a:lnTo>
                      <a:pt x="871" y="161"/>
                    </a:lnTo>
                    <a:lnTo>
                      <a:pt x="871" y="161"/>
                    </a:lnTo>
                    <a:lnTo>
                      <a:pt x="869" y="161"/>
                    </a:lnTo>
                    <a:lnTo>
                      <a:pt x="869" y="159"/>
                    </a:lnTo>
                    <a:lnTo>
                      <a:pt x="869" y="159"/>
                    </a:lnTo>
                    <a:lnTo>
                      <a:pt x="869" y="161"/>
                    </a:lnTo>
                    <a:lnTo>
                      <a:pt x="867" y="161"/>
                    </a:lnTo>
                    <a:lnTo>
                      <a:pt x="867" y="161"/>
                    </a:lnTo>
                    <a:lnTo>
                      <a:pt x="867" y="161"/>
                    </a:lnTo>
                    <a:lnTo>
                      <a:pt x="867" y="161"/>
                    </a:lnTo>
                    <a:lnTo>
                      <a:pt x="867" y="163"/>
                    </a:lnTo>
                    <a:lnTo>
                      <a:pt x="864" y="163"/>
                    </a:lnTo>
                    <a:lnTo>
                      <a:pt x="864" y="163"/>
                    </a:lnTo>
                    <a:lnTo>
                      <a:pt x="864" y="166"/>
                    </a:lnTo>
                    <a:lnTo>
                      <a:pt x="867" y="166"/>
                    </a:lnTo>
                    <a:lnTo>
                      <a:pt x="867" y="166"/>
                    </a:lnTo>
                    <a:lnTo>
                      <a:pt x="867" y="166"/>
                    </a:lnTo>
                    <a:lnTo>
                      <a:pt x="867" y="166"/>
                    </a:lnTo>
                    <a:lnTo>
                      <a:pt x="867" y="168"/>
                    </a:lnTo>
                    <a:lnTo>
                      <a:pt x="867" y="168"/>
                    </a:lnTo>
                    <a:lnTo>
                      <a:pt x="867" y="168"/>
                    </a:lnTo>
                    <a:lnTo>
                      <a:pt x="867" y="170"/>
                    </a:lnTo>
                    <a:lnTo>
                      <a:pt x="867" y="170"/>
                    </a:lnTo>
                    <a:lnTo>
                      <a:pt x="864" y="170"/>
                    </a:lnTo>
                    <a:lnTo>
                      <a:pt x="864" y="170"/>
                    </a:lnTo>
                    <a:lnTo>
                      <a:pt x="864" y="173"/>
                    </a:lnTo>
                    <a:lnTo>
                      <a:pt x="862" y="173"/>
                    </a:lnTo>
                    <a:lnTo>
                      <a:pt x="862" y="173"/>
                    </a:lnTo>
                    <a:lnTo>
                      <a:pt x="862" y="173"/>
                    </a:lnTo>
                    <a:lnTo>
                      <a:pt x="862" y="175"/>
                    </a:lnTo>
                    <a:lnTo>
                      <a:pt x="862" y="175"/>
                    </a:lnTo>
                    <a:lnTo>
                      <a:pt x="860" y="175"/>
                    </a:lnTo>
                    <a:lnTo>
                      <a:pt x="860" y="175"/>
                    </a:lnTo>
                    <a:lnTo>
                      <a:pt x="860" y="175"/>
                    </a:lnTo>
                    <a:lnTo>
                      <a:pt x="860" y="175"/>
                    </a:lnTo>
                    <a:lnTo>
                      <a:pt x="857" y="175"/>
                    </a:lnTo>
                    <a:lnTo>
                      <a:pt x="857" y="175"/>
                    </a:lnTo>
                    <a:lnTo>
                      <a:pt x="855" y="175"/>
                    </a:lnTo>
                    <a:lnTo>
                      <a:pt x="855" y="175"/>
                    </a:lnTo>
                    <a:lnTo>
                      <a:pt x="855" y="175"/>
                    </a:lnTo>
                    <a:lnTo>
                      <a:pt x="855" y="175"/>
                    </a:lnTo>
                    <a:lnTo>
                      <a:pt x="855" y="178"/>
                    </a:lnTo>
                    <a:lnTo>
                      <a:pt x="853" y="178"/>
                    </a:lnTo>
                    <a:lnTo>
                      <a:pt x="853" y="175"/>
                    </a:lnTo>
                    <a:lnTo>
                      <a:pt x="853" y="175"/>
                    </a:lnTo>
                    <a:lnTo>
                      <a:pt x="853" y="175"/>
                    </a:lnTo>
                    <a:lnTo>
                      <a:pt x="850" y="175"/>
                    </a:lnTo>
                    <a:lnTo>
                      <a:pt x="850" y="175"/>
                    </a:lnTo>
                    <a:lnTo>
                      <a:pt x="848" y="175"/>
                    </a:lnTo>
                    <a:lnTo>
                      <a:pt x="848" y="178"/>
                    </a:lnTo>
                    <a:lnTo>
                      <a:pt x="848" y="178"/>
                    </a:lnTo>
                    <a:lnTo>
                      <a:pt x="848" y="178"/>
                    </a:lnTo>
                    <a:lnTo>
                      <a:pt x="845" y="178"/>
                    </a:lnTo>
                    <a:lnTo>
                      <a:pt x="845" y="178"/>
                    </a:lnTo>
                    <a:lnTo>
                      <a:pt x="845" y="178"/>
                    </a:lnTo>
                    <a:lnTo>
                      <a:pt x="845" y="178"/>
                    </a:lnTo>
                    <a:lnTo>
                      <a:pt x="843" y="178"/>
                    </a:lnTo>
                    <a:lnTo>
                      <a:pt x="843" y="180"/>
                    </a:lnTo>
                    <a:lnTo>
                      <a:pt x="843" y="180"/>
                    </a:lnTo>
                    <a:lnTo>
                      <a:pt x="843" y="180"/>
                    </a:lnTo>
                    <a:lnTo>
                      <a:pt x="843" y="182"/>
                    </a:lnTo>
                    <a:lnTo>
                      <a:pt x="843" y="182"/>
                    </a:lnTo>
                    <a:lnTo>
                      <a:pt x="841" y="182"/>
                    </a:lnTo>
                    <a:lnTo>
                      <a:pt x="841" y="185"/>
                    </a:lnTo>
                    <a:lnTo>
                      <a:pt x="841" y="185"/>
                    </a:lnTo>
                    <a:lnTo>
                      <a:pt x="841" y="185"/>
                    </a:lnTo>
                    <a:lnTo>
                      <a:pt x="841" y="185"/>
                    </a:lnTo>
                    <a:lnTo>
                      <a:pt x="841" y="187"/>
                    </a:lnTo>
                    <a:lnTo>
                      <a:pt x="841" y="187"/>
                    </a:lnTo>
                    <a:lnTo>
                      <a:pt x="841" y="187"/>
                    </a:lnTo>
                    <a:lnTo>
                      <a:pt x="841" y="189"/>
                    </a:lnTo>
                    <a:lnTo>
                      <a:pt x="841" y="189"/>
                    </a:lnTo>
                    <a:lnTo>
                      <a:pt x="841" y="192"/>
                    </a:lnTo>
                    <a:lnTo>
                      <a:pt x="841" y="192"/>
                    </a:lnTo>
                    <a:lnTo>
                      <a:pt x="841" y="192"/>
                    </a:lnTo>
                    <a:lnTo>
                      <a:pt x="841" y="194"/>
                    </a:lnTo>
                    <a:lnTo>
                      <a:pt x="841" y="194"/>
                    </a:lnTo>
                    <a:lnTo>
                      <a:pt x="841" y="194"/>
                    </a:lnTo>
                    <a:lnTo>
                      <a:pt x="841" y="197"/>
                    </a:lnTo>
                    <a:lnTo>
                      <a:pt x="841" y="197"/>
                    </a:lnTo>
                    <a:lnTo>
                      <a:pt x="841" y="197"/>
                    </a:lnTo>
                    <a:lnTo>
                      <a:pt x="841" y="199"/>
                    </a:lnTo>
                    <a:lnTo>
                      <a:pt x="841" y="199"/>
                    </a:lnTo>
                    <a:lnTo>
                      <a:pt x="841" y="201"/>
                    </a:lnTo>
                    <a:lnTo>
                      <a:pt x="841" y="201"/>
                    </a:lnTo>
                    <a:lnTo>
                      <a:pt x="843" y="201"/>
                    </a:lnTo>
                    <a:lnTo>
                      <a:pt x="843" y="204"/>
                    </a:lnTo>
                    <a:lnTo>
                      <a:pt x="843" y="204"/>
                    </a:lnTo>
                    <a:lnTo>
                      <a:pt x="843" y="204"/>
                    </a:lnTo>
                    <a:lnTo>
                      <a:pt x="843" y="204"/>
                    </a:lnTo>
                    <a:lnTo>
                      <a:pt x="843" y="206"/>
                    </a:lnTo>
                    <a:lnTo>
                      <a:pt x="843" y="206"/>
                    </a:lnTo>
                    <a:lnTo>
                      <a:pt x="843" y="208"/>
                    </a:lnTo>
                    <a:lnTo>
                      <a:pt x="843" y="208"/>
                    </a:lnTo>
                    <a:lnTo>
                      <a:pt x="841" y="208"/>
                    </a:lnTo>
                    <a:lnTo>
                      <a:pt x="841" y="208"/>
                    </a:lnTo>
                    <a:lnTo>
                      <a:pt x="841" y="208"/>
                    </a:lnTo>
                    <a:lnTo>
                      <a:pt x="841" y="211"/>
                    </a:lnTo>
                    <a:lnTo>
                      <a:pt x="841" y="211"/>
                    </a:lnTo>
                    <a:lnTo>
                      <a:pt x="841" y="211"/>
                    </a:lnTo>
                    <a:lnTo>
                      <a:pt x="838" y="211"/>
                    </a:lnTo>
                    <a:lnTo>
                      <a:pt x="838" y="211"/>
                    </a:lnTo>
                    <a:lnTo>
                      <a:pt x="838" y="211"/>
                    </a:lnTo>
                    <a:lnTo>
                      <a:pt x="838" y="213"/>
                    </a:lnTo>
                    <a:lnTo>
                      <a:pt x="836" y="213"/>
                    </a:lnTo>
                    <a:lnTo>
                      <a:pt x="836" y="213"/>
                    </a:lnTo>
                    <a:lnTo>
                      <a:pt x="834" y="213"/>
                    </a:lnTo>
                    <a:lnTo>
                      <a:pt x="834" y="213"/>
                    </a:lnTo>
                    <a:lnTo>
                      <a:pt x="834" y="213"/>
                    </a:lnTo>
                    <a:lnTo>
                      <a:pt x="834" y="213"/>
                    </a:lnTo>
                    <a:lnTo>
                      <a:pt x="831" y="213"/>
                    </a:lnTo>
                    <a:lnTo>
                      <a:pt x="831" y="213"/>
                    </a:lnTo>
                    <a:lnTo>
                      <a:pt x="831" y="215"/>
                    </a:lnTo>
                    <a:lnTo>
                      <a:pt x="829" y="215"/>
                    </a:lnTo>
                    <a:lnTo>
                      <a:pt x="829" y="215"/>
                    </a:lnTo>
                    <a:lnTo>
                      <a:pt x="829" y="215"/>
                    </a:lnTo>
                    <a:lnTo>
                      <a:pt x="829" y="215"/>
                    </a:lnTo>
                    <a:lnTo>
                      <a:pt x="826" y="215"/>
                    </a:lnTo>
                    <a:lnTo>
                      <a:pt x="826" y="215"/>
                    </a:lnTo>
                    <a:lnTo>
                      <a:pt x="826" y="215"/>
                    </a:lnTo>
                    <a:lnTo>
                      <a:pt x="826" y="215"/>
                    </a:lnTo>
                    <a:lnTo>
                      <a:pt x="826" y="218"/>
                    </a:lnTo>
                    <a:lnTo>
                      <a:pt x="824" y="218"/>
                    </a:lnTo>
                    <a:lnTo>
                      <a:pt x="824" y="218"/>
                    </a:lnTo>
                    <a:lnTo>
                      <a:pt x="822" y="218"/>
                    </a:lnTo>
                    <a:lnTo>
                      <a:pt x="822" y="218"/>
                    </a:lnTo>
                    <a:lnTo>
                      <a:pt x="822" y="215"/>
                    </a:lnTo>
                    <a:lnTo>
                      <a:pt x="822" y="215"/>
                    </a:lnTo>
                    <a:lnTo>
                      <a:pt x="822" y="215"/>
                    </a:lnTo>
                    <a:lnTo>
                      <a:pt x="822" y="215"/>
                    </a:lnTo>
                    <a:lnTo>
                      <a:pt x="822" y="215"/>
                    </a:lnTo>
                    <a:lnTo>
                      <a:pt x="822" y="213"/>
                    </a:lnTo>
                    <a:lnTo>
                      <a:pt x="822" y="213"/>
                    </a:lnTo>
                    <a:lnTo>
                      <a:pt x="819" y="213"/>
                    </a:lnTo>
                    <a:lnTo>
                      <a:pt x="819" y="213"/>
                    </a:lnTo>
                    <a:lnTo>
                      <a:pt x="819" y="213"/>
                    </a:lnTo>
                    <a:lnTo>
                      <a:pt x="817" y="213"/>
                    </a:lnTo>
                    <a:lnTo>
                      <a:pt x="817" y="213"/>
                    </a:lnTo>
                    <a:lnTo>
                      <a:pt x="815" y="213"/>
                    </a:lnTo>
                    <a:lnTo>
                      <a:pt x="815" y="213"/>
                    </a:lnTo>
                    <a:lnTo>
                      <a:pt x="815" y="213"/>
                    </a:lnTo>
                    <a:lnTo>
                      <a:pt x="812" y="213"/>
                    </a:lnTo>
                    <a:lnTo>
                      <a:pt x="812" y="213"/>
                    </a:lnTo>
                    <a:lnTo>
                      <a:pt x="812" y="213"/>
                    </a:lnTo>
                    <a:lnTo>
                      <a:pt x="810" y="213"/>
                    </a:lnTo>
                    <a:lnTo>
                      <a:pt x="810" y="213"/>
                    </a:lnTo>
                    <a:lnTo>
                      <a:pt x="810" y="215"/>
                    </a:lnTo>
                    <a:lnTo>
                      <a:pt x="808" y="215"/>
                    </a:lnTo>
                    <a:lnTo>
                      <a:pt x="808" y="215"/>
                    </a:lnTo>
                    <a:lnTo>
                      <a:pt x="808" y="215"/>
                    </a:lnTo>
                    <a:lnTo>
                      <a:pt x="808" y="213"/>
                    </a:lnTo>
                    <a:lnTo>
                      <a:pt x="805" y="213"/>
                    </a:lnTo>
                    <a:lnTo>
                      <a:pt x="805" y="213"/>
                    </a:lnTo>
                    <a:lnTo>
                      <a:pt x="805" y="213"/>
                    </a:lnTo>
                    <a:lnTo>
                      <a:pt x="803" y="213"/>
                    </a:lnTo>
                    <a:lnTo>
                      <a:pt x="803" y="213"/>
                    </a:lnTo>
                    <a:lnTo>
                      <a:pt x="803" y="213"/>
                    </a:lnTo>
                    <a:lnTo>
                      <a:pt x="800" y="213"/>
                    </a:lnTo>
                    <a:lnTo>
                      <a:pt x="800" y="213"/>
                    </a:lnTo>
                    <a:lnTo>
                      <a:pt x="800" y="213"/>
                    </a:lnTo>
                    <a:lnTo>
                      <a:pt x="798" y="213"/>
                    </a:lnTo>
                    <a:lnTo>
                      <a:pt x="798" y="213"/>
                    </a:lnTo>
                    <a:lnTo>
                      <a:pt x="798" y="211"/>
                    </a:lnTo>
                    <a:lnTo>
                      <a:pt x="798" y="211"/>
                    </a:lnTo>
                    <a:lnTo>
                      <a:pt x="796" y="211"/>
                    </a:lnTo>
                    <a:lnTo>
                      <a:pt x="796" y="211"/>
                    </a:lnTo>
                    <a:lnTo>
                      <a:pt x="796" y="211"/>
                    </a:lnTo>
                    <a:lnTo>
                      <a:pt x="793" y="211"/>
                    </a:lnTo>
                    <a:lnTo>
                      <a:pt x="793" y="211"/>
                    </a:lnTo>
                    <a:lnTo>
                      <a:pt x="793" y="208"/>
                    </a:lnTo>
                    <a:lnTo>
                      <a:pt x="793" y="208"/>
                    </a:lnTo>
                    <a:lnTo>
                      <a:pt x="791" y="208"/>
                    </a:lnTo>
                    <a:lnTo>
                      <a:pt x="791" y="208"/>
                    </a:lnTo>
                    <a:lnTo>
                      <a:pt x="789" y="208"/>
                    </a:lnTo>
                    <a:lnTo>
                      <a:pt x="789" y="208"/>
                    </a:lnTo>
                    <a:lnTo>
                      <a:pt x="789" y="208"/>
                    </a:lnTo>
                    <a:lnTo>
                      <a:pt x="789" y="208"/>
                    </a:lnTo>
                    <a:lnTo>
                      <a:pt x="786" y="208"/>
                    </a:lnTo>
                    <a:lnTo>
                      <a:pt x="786" y="208"/>
                    </a:lnTo>
                    <a:lnTo>
                      <a:pt x="786" y="208"/>
                    </a:lnTo>
                    <a:lnTo>
                      <a:pt x="786" y="208"/>
                    </a:lnTo>
                    <a:lnTo>
                      <a:pt x="786" y="211"/>
                    </a:lnTo>
                    <a:lnTo>
                      <a:pt x="786" y="211"/>
                    </a:lnTo>
                    <a:lnTo>
                      <a:pt x="786" y="213"/>
                    </a:lnTo>
                    <a:lnTo>
                      <a:pt x="784" y="213"/>
                    </a:lnTo>
                    <a:lnTo>
                      <a:pt x="784" y="213"/>
                    </a:lnTo>
                    <a:lnTo>
                      <a:pt x="784" y="213"/>
                    </a:lnTo>
                    <a:lnTo>
                      <a:pt x="784" y="215"/>
                    </a:lnTo>
                    <a:lnTo>
                      <a:pt x="784" y="215"/>
                    </a:lnTo>
                    <a:lnTo>
                      <a:pt x="784" y="215"/>
                    </a:lnTo>
                    <a:lnTo>
                      <a:pt x="782" y="215"/>
                    </a:lnTo>
                    <a:lnTo>
                      <a:pt x="782" y="218"/>
                    </a:lnTo>
                    <a:lnTo>
                      <a:pt x="782" y="218"/>
                    </a:lnTo>
                    <a:lnTo>
                      <a:pt x="782" y="218"/>
                    </a:lnTo>
                    <a:lnTo>
                      <a:pt x="782" y="220"/>
                    </a:lnTo>
                    <a:lnTo>
                      <a:pt x="782" y="220"/>
                    </a:lnTo>
                    <a:lnTo>
                      <a:pt x="782" y="220"/>
                    </a:lnTo>
                    <a:lnTo>
                      <a:pt x="782" y="223"/>
                    </a:lnTo>
                    <a:lnTo>
                      <a:pt x="782" y="223"/>
                    </a:lnTo>
                    <a:lnTo>
                      <a:pt x="779" y="223"/>
                    </a:lnTo>
                    <a:lnTo>
                      <a:pt x="779" y="225"/>
                    </a:lnTo>
                    <a:lnTo>
                      <a:pt x="779" y="225"/>
                    </a:lnTo>
                    <a:lnTo>
                      <a:pt x="779" y="225"/>
                    </a:lnTo>
                    <a:lnTo>
                      <a:pt x="779" y="225"/>
                    </a:lnTo>
                    <a:lnTo>
                      <a:pt x="779" y="227"/>
                    </a:lnTo>
                    <a:lnTo>
                      <a:pt x="779" y="227"/>
                    </a:lnTo>
                    <a:lnTo>
                      <a:pt x="779" y="227"/>
                    </a:lnTo>
                    <a:lnTo>
                      <a:pt x="779" y="230"/>
                    </a:lnTo>
                    <a:lnTo>
                      <a:pt x="777" y="230"/>
                    </a:lnTo>
                    <a:lnTo>
                      <a:pt x="777" y="230"/>
                    </a:lnTo>
                    <a:lnTo>
                      <a:pt x="777" y="230"/>
                    </a:lnTo>
                    <a:lnTo>
                      <a:pt x="777" y="232"/>
                    </a:lnTo>
                    <a:lnTo>
                      <a:pt x="777" y="232"/>
                    </a:lnTo>
                    <a:lnTo>
                      <a:pt x="774" y="232"/>
                    </a:lnTo>
                    <a:lnTo>
                      <a:pt x="774" y="234"/>
                    </a:lnTo>
                    <a:lnTo>
                      <a:pt x="774" y="234"/>
                    </a:lnTo>
                    <a:lnTo>
                      <a:pt x="774" y="234"/>
                    </a:lnTo>
                    <a:lnTo>
                      <a:pt x="774" y="234"/>
                    </a:lnTo>
                    <a:lnTo>
                      <a:pt x="774" y="237"/>
                    </a:lnTo>
                    <a:lnTo>
                      <a:pt x="774" y="237"/>
                    </a:lnTo>
                    <a:lnTo>
                      <a:pt x="774" y="239"/>
                    </a:lnTo>
                    <a:lnTo>
                      <a:pt x="774" y="239"/>
                    </a:lnTo>
                    <a:lnTo>
                      <a:pt x="774" y="239"/>
                    </a:lnTo>
                    <a:lnTo>
                      <a:pt x="774" y="242"/>
                    </a:lnTo>
                    <a:lnTo>
                      <a:pt x="774" y="242"/>
                    </a:lnTo>
                    <a:lnTo>
                      <a:pt x="772" y="242"/>
                    </a:lnTo>
                    <a:lnTo>
                      <a:pt x="772" y="244"/>
                    </a:lnTo>
                    <a:lnTo>
                      <a:pt x="772" y="244"/>
                    </a:lnTo>
                    <a:lnTo>
                      <a:pt x="772" y="244"/>
                    </a:lnTo>
                    <a:lnTo>
                      <a:pt x="772" y="244"/>
                    </a:lnTo>
                    <a:lnTo>
                      <a:pt x="772" y="244"/>
                    </a:lnTo>
                    <a:lnTo>
                      <a:pt x="772" y="246"/>
                    </a:lnTo>
                    <a:lnTo>
                      <a:pt x="772" y="246"/>
                    </a:lnTo>
                    <a:lnTo>
                      <a:pt x="770" y="246"/>
                    </a:lnTo>
                    <a:lnTo>
                      <a:pt x="770" y="249"/>
                    </a:lnTo>
                    <a:lnTo>
                      <a:pt x="770" y="249"/>
                    </a:lnTo>
                    <a:lnTo>
                      <a:pt x="770" y="251"/>
                    </a:lnTo>
                    <a:lnTo>
                      <a:pt x="772" y="251"/>
                    </a:lnTo>
                    <a:lnTo>
                      <a:pt x="772" y="251"/>
                    </a:lnTo>
                    <a:lnTo>
                      <a:pt x="772" y="251"/>
                    </a:lnTo>
                    <a:lnTo>
                      <a:pt x="772" y="251"/>
                    </a:lnTo>
                    <a:lnTo>
                      <a:pt x="772" y="253"/>
                    </a:lnTo>
                    <a:lnTo>
                      <a:pt x="774" y="253"/>
                    </a:lnTo>
                    <a:lnTo>
                      <a:pt x="774" y="253"/>
                    </a:lnTo>
                    <a:lnTo>
                      <a:pt x="774" y="253"/>
                    </a:lnTo>
                    <a:lnTo>
                      <a:pt x="777" y="253"/>
                    </a:lnTo>
                    <a:lnTo>
                      <a:pt x="777" y="253"/>
                    </a:lnTo>
                    <a:lnTo>
                      <a:pt x="777" y="253"/>
                    </a:lnTo>
                    <a:lnTo>
                      <a:pt x="777" y="253"/>
                    </a:lnTo>
                    <a:lnTo>
                      <a:pt x="777" y="256"/>
                    </a:lnTo>
                    <a:lnTo>
                      <a:pt x="777" y="256"/>
                    </a:lnTo>
                    <a:lnTo>
                      <a:pt x="777" y="256"/>
                    </a:lnTo>
                    <a:lnTo>
                      <a:pt x="777" y="258"/>
                    </a:lnTo>
                    <a:lnTo>
                      <a:pt x="777" y="258"/>
                    </a:lnTo>
                    <a:lnTo>
                      <a:pt x="774" y="258"/>
                    </a:lnTo>
                    <a:lnTo>
                      <a:pt x="774" y="261"/>
                    </a:lnTo>
                    <a:lnTo>
                      <a:pt x="774" y="261"/>
                    </a:lnTo>
                    <a:lnTo>
                      <a:pt x="774" y="261"/>
                    </a:lnTo>
                    <a:lnTo>
                      <a:pt x="774" y="261"/>
                    </a:lnTo>
                    <a:lnTo>
                      <a:pt x="772" y="261"/>
                    </a:lnTo>
                    <a:lnTo>
                      <a:pt x="772" y="261"/>
                    </a:lnTo>
                    <a:lnTo>
                      <a:pt x="772" y="261"/>
                    </a:lnTo>
                    <a:lnTo>
                      <a:pt x="772" y="258"/>
                    </a:lnTo>
                    <a:lnTo>
                      <a:pt x="772" y="258"/>
                    </a:lnTo>
                    <a:lnTo>
                      <a:pt x="770" y="258"/>
                    </a:lnTo>
                    <a:lnTo>
                      <a:pt x="770" y="258"/>
                    </a:lnTo>
                    <a:lnTo>
                      <a:pt x="770" y="258"/>
                    </a:lnTo>
                    <a:lnTo>
                      <a:pt x="767" y="258"/>
                    </a:lnTo>
                    <a:lnTo>
                      <a:pt x="767" y="258"/>
                    </a:lnTo>
                    <a:lnTo>
                      <a:pt x="767" y="258"/>
                    </a:lnTo>
                    <a:lnTo>
                      <a:pt x="767" y="258"/>
                    </a:lnTo>
                    <a:lnTo>
                      <a:pt x="765" y="258"/>
                    </a:lnTo>
                    <a:lnTo>
                      <a:pt x="765" y="261"/>
                    </a:lnTo>
                    <a:lnTo>
                      <a:pt x="765" y="261"/>
                    </a:lnTo>
                    <a:lnTo>
                      <a:pt x="765" y="261"/>
                    </a:lnTo>
                    <a:lnTo>
                      <a:pt x="763" y="261"/>
                    </a:lnTo>
                    <a:lnTo>
                      <a:pt x="763" y="261"/>
                    </a:lnTo>
                    <a:lnTo>
                      <a:pt x="763" y="258"/>
                    </a:lnTo>
                    <a:lnTo>
                      <a:pt x="760" y="258"/>
                    </a:lnTo>
                    <a:lnTo>
                      <a:pt x="760" y="258"/>
                    </a:lnTo>
                    <a:lnTo>
                      <a:pt x="760" y="258"/>
                    </a:lnTo>
                    <a:lnTo>
                      <a:pt x="760" y="258"/>
                    </a:lnTo>
                    <a:lnTo>
                      <a:pt x="760" y="256"/>
                    </a:lnTo>
                    <a:lnTo>
                      <a:pt x="760" y="256"/>
                    </a:lnTo>
                    <a:lnTo>
                      <a:pt x="758" y="256"/>
                    </a:lnTo>
                    <a:lnTo>
                      <a:pt x="758" y="256"/>
                    </a:lnTo>
                    <a:lnTo>
                      <a:pt x="758" y="253"/>
                    </a:lnTo>
                    <a:lnTo>
                      <a:pt x="755" y="253"/>
                    </a:lnTo>
                    <a:lnTo>
                      <a:pt x="755" y="256"/>
                    </a:lnTo>
                    <a:lnTo>
                      <a:pt x="755" y="256"/>
                    </a:lnTo>
                    <a:lnTo>
                      <a:pt x="755" y="256"/>
                    </a:lnTo>
                    <a:lnTo>
                      <a:pt x="755" y="256"/>
                    </a:lnTo>
                    <a:lnTo>
                      <a:pt x="753" y="256"/>
                    </a:lnTo>
                    <a:lnTo>
                      <a:pt x="753" y="256"/>
                    </a:lnTo>
                    <a:lnTo>
                      <a:pt x="753" y="256"/>
                    </a:lnTo>
                    <a:lnTo>
                      <a:pt x="751" y="256"/>
                    </a:lnTo>
                    <a:lnTo>
                      <a:pt x="751" y="256"/>
                    </a:lnTo>
                    <a:lnTo>
                      <a:pt x="751" y="258"/>
                    </a:lnTo>
                    <a:lnTo>
                      <a:pt x="748" y="258"/>
                    </a:lnTo>
                    <a:lnTo>
                      <a:pt x="748" y="258"/>
                    </a:lnTo>
                    <a:lnTo>
                      <a:pt x="748" y="258"/>
                    </a:lnTo>
                    <a:lnTo>
                      <a:pt x="746" y="258"/>
                    </a:lnTo>
                    <a:lnTo>
                      <a:pt x="746" y="258"/>
                    </a:lnTo>
                    <a:lnTo>
                      <a:pt x="746" y="258"/>
                    </a:lnTo>
                    <a:lnTo>
                      <a:pt x="746" y="258"/>
                    </a:lnTo>
                    <a:lnTo>
                      <a:pt x="744" y="258"/>
                    </a:lnTo>
                    <a:lnTo>
                      <a:pt x="744" y="261"/>
                    </a:lnTo>
                    <a:lnTo>
                      <a:pt x="744" y="261"/>
                    </a:lnTo>
                    <a:lnTo>
                      <a:pt x="741" y="261"/>
                    </a:lnTo>
                    <a:lnTo>
                      <a:pt x="741" y="261"/>
                    </a:lnTo>
                    <a:lnTo>
                      <a:pt x="741" y="261"/>
                    </a:lnTo>
                    <a:lnTo>
                      <a:pt x="741" y="261"/>
                    </a:lnTo>
                    <a:lnTo>
                      <a:pt x="739" y="261"/>
                    </a:lnTo>
                    <a:lnTo>
                      <a:pt x="739" y="261"/>
                    </a:lnTo>
                    <a:lnTo>
                      <a:pt x="739" y="261"/>
                    </a:lnTo>
                    <a:lnTo>
                      <a:pt x="739" y="261"/>
                    </a:lnTo>
                    <a:lnTo>
                      <a:pt x="737" y="261"/>
                    </a:lnTo>
                    <a:lnTo>
                      <a:pt x="737" y="261"/>
                    </a:lnTo>
                    <a:lnTo>
                      <a:pt x="737" y="261"/>
                    </a:lnTo>
                    <a:lnTo>
                      <a:pt x="734" y="261"/>
                    </a:lnTo>
                    <a:lnTo>
                      <a:pt x="734" y="261"/>
                    </a:lnTo>
                    <a:lnTo>
                      <a:pt x="734" y="261"/>
                    </a:lnTo>
                    <a:lnTo>
                      <a:pt x="732" y="261"/>
                    </a:lnTo>
                    <a:lnTo>
                      <a:pt x="732" y="261"/>
                    </a:lnTo>
                    <a:lnTo>
                      <a:pt x="732" y="261"/>
                    </a:lnTo>
                    <a:lnTo>
                      <a:pt x="732" y="263"/>
                    </a:lnTo>
                    <a:lnTo>
                      <a:pt x="729" y="263"/>
                    </a:lnTo>
                    <a:lnTo>
                      <a:pt x="729" y="263"/>
                    </a:lnTo>
                    <a:lnTo>
                      <a:pt x="729" y="263"/>
                    </a:lnTo>
                    <a:lnTo>
                      <a:pt x="727" y="263"/>
                    </a:lnTo>
                    <a:lnTo>
                      <a:pt x="727" y="263"/>
                    </a:lnTo>
                    <a:lnTo>
                      <a:pt x="727" y="263"/>
                    </a:lnTo>
                    <a:lnTo>
                      <a:pt x="727" y="263"/>
                    </a:lnTo>
                    <a:lnTo>
                      <a:pt x="727" y="263"/>
                    </a:lnTo>
                    <a:lnTo>
                      <a:pt x="725" y="263"/>
                    </a:lnTo>
                    <a:lnTo>
                      <a:pt x="725" y="263"/>
                    </a:lnTo>
                    <a:lnTo>
                      <a:pt x="722" y="263"/>
                    </a:lnTo>
                    <a:lnTo>
                      <a:pt x="722" y="263"/>
                    </a:lnTo>
                    <a:lnTo>
                      <a:pt x="722" y="263"/>
                    </a:lnTo>
                    <a:lnTo>
                      <a:pt x="722" y="263"/>
                    </a:lnTo>
                    <a:lnTo>
                      <a:pt x="720" y="263"/>
                    </a:lnTo>
                    <a:lnTo>
                      <a:pt x="720" y="265"/>
                    </a:lnTo>
                    <a:lnTo>
                      <a:pt x="720" y="265"/>
                    </a:lnTo>
                    <a:lnTo>
                      <a:pt x="720" y="265"/>
                    </a:lnTo>
                    <a:lnTo>
                      <a:pt x="720" y="265"/>
                    </a:lnTo>
                    <a:lnTo>
                      <a:pt x="720" y="268"/>
                    </a:lnTo>
                    <a:lnTo>
                      <a:pt x="720" y="268"/>
                    </a:lnTo>
                    <a:lnTo>
                      <a:pt x="720" y="268"/>
                    </a:lnTo>
                    <a:lnTo>
                      <a:pt x="720" y="268"/>
                    </a:lnTo>
                    <a:lnTo>
                      <a:pt x="720" y="270"/>
                    </a:lnTo>
                    <a:lnTo>
                      <a:pt x="722" y="270"/>
                    </a:lnTo>
                    <a:lnTo>
                      <a:pt x="722" y="270"/>
                    </a:lnTo>
                    <a:lnTo>
                      <a:pt x="722" y="270"/>
                    </a:lnTo>
                    <a:lnTo>
                      <a:pt x="722" y="268"/>
                    </a:lnTo>
                    <a:lnTo>
                      <a:pt x="725" y="268"/>
                    </a:lnTo>
                    <a:lnTo>
                      <a:pt x="725" y="268"/>
                    </a:lnTo>
                    <a:lnTo>
                      <a:pt x="727" y="268"/>
                    </a:lnTo>
                    <a:lnTo>
                      <a:pt x="727" y="268"/>
                    </a:lnTo>
                    <a:lnTo>
                      <a:pt x="727" y="268"/>
                    </a:lnTo>
                    <a:lnTo>
                      <a:pt x="727" y="270"/>
                    </a:lnTo>
                    <a:lnTo>
                      <a:pt x="729" y="270"/>
                    </a:lnTo>
                    <a:lnTo>
                      <a:pt x="729" y="270"/>
                    </a:lnTo>
                    <a:lnTo>
                      <a:pt x="729" y="270"/>
                    </a:lnTo>
                    <a:lnTo>
                      <a:pt x="732" y="270"/>
                    </a:lnTo>
                    <a:lnTo>
                      <a:pt x="732" y="270"/>
                    </a:lnTo>
                    <a:lnTo>
                      <a:pt x="732" y="272"/>
                    </a:lnTo>
                    <a:lnTo>
                      <a:pt x="732" y="272"/>
                    </a:lnTo>
                    <a:lnTo>
                      <a:pt x="729" y="272"/>
                    </a:lnTo>
                    <a:lnTo>
                      <a:pt x="729" y="272"/>
                    </a:lnTo>
                    <a:lnTo>
                      <a:pt x="729" y="272"/>
                    </a:lnTo>
                    <a:lnTo>
                      <a:pt x="729" y="275"/>
                    </a:lnTo>
                    <a:lnTo>
                      <a:pt x="729" y="275"/>
                    </a:lnTo>
                    <a:lnTo>
                      <a:pt x="729" y="275"/>
                    </a:lnTo>
                    <a:lnTo>
                      <a:pt x="729" y="275"/>
                    </a:lnTo>
                    <a:lnTo>
                      <a:pt x="729" y="275"/>
                    </a:lnTo>
                    <a:lnTo>
                      <a:pt x="729" y="277"/>
                    </a:lnTo>
                    <a:lnTo>
                      <a:pt x="727" y="277"/>
                    </a:lnTo>
                    <a:lnTo>
                      <a:pt x="727" y="277"/>
                    </a:lnTo>
                    <a:lnTo>
                      <a:pt x="729" y="277"/>
                    </a:lnTo>
                    <a:lnTo>
                      <a:pt x="729" y="279"/>
                    </a:lnTo>
                    <a:lnTo>
                      <a:pt x="729" y="279"/>
                    </a:lnTo>
                    <a:lnTo>
                      <a:pt x="729" y="282"/>
                    </a:lnTo>
                    <a:lnTo>
                      <a:pt x="729" y="282"/>
                    </a:lnTo>
                    <a:lnTo>
                      <a:pt x="729" y="282"/>
                    </a:lnTo>
                    <a:lnTo>
                      <a:pt x="729" y="284"/>
                    </a:lnTo>
                    <a:lnTo>
                      <a:pt x="729" y="284"/>
                    </a:lnTo>
                    <a:lnTo>
                      <a:pt x="729" y="284"/>
                    </a:lnTo>
                    <a:lnTo>
                      <a:pt x="729" y="287"/>
                    </a:lnTo>
                    <a:lnTo>
                      <a:pt x="729" y="287"/>
                    </a:lnTo>
                    <a:lnTo>
                      <a:pt x="732" y="287"/>
                    </a:lnTo>
                    <a:lnTo>
                      <a:pt x="732" y="289"/>
                    </a:lnTo>
                    <a:lnTo>
                      <a:pt x="732" y="289"/>
                    </a:lnTo>
                    <a:lnTo>
                      <a:pt x="732" y="291"/>
                    </a:lnTo>
                    <a:lnTo>
                      <a:pt x="732" y="291"/>
                    </a:lnTo>
                    <a:lnTo>
                      <a:pt x="732" y="291"/>
                    </a:lnTo>
                    <a:lnTo>
                      <a:pt x="732" y="294"/>
                    </a:lnTo>
                    <a:lnTo>
                      <a:pt x="732" y="294"/>
                    </a:lnTo>
                    <a:lnTo>
                      <a:pt x="732" y="294"/>
                    </a:lnTo>
                    <a:lnTo>
                      <a:pt x="732" y="294"/>
                    </a:lnTo>
                    <a:lnTo>
                      <a:pt x="734" y="294"/>
                    </a:lnTo>
                    <a:lnTo>
                      <a:pt x="734" y="296"/>
                    </a:lnTo>
                    <a:lnTo>
                      <a:pt x="734" y="296"/>
                    </a:lnTo>
                    <a:lnTo>
                      <a:pt x="734" y="296"/>
                    </a:lnTo>
                    <a:lnTo>
                      <a:pt x="734" y="298"/>
                    </a:lnTo>
                    <a:lnTo>
                      <a:pt x="734" y="298"/>
                    </a:lnTo>
                    <a:lnTo>
                      <a:pt x="734" y="298"/>
                    </a:lnTo>
                    <a:lnTo>
                      <a:pt x="734" y="301"/>
                    </a:lnTo>
                    <a:lnTo>
                      <a:pt x="737" y="301"/>
                    </a:lnTo>
                    <a:lnTo>
                      <a:pt x="737" y="301"/>
                    </a:lnTo>
                    <a:lnTo>
                      <a:pt x="737" y="303"/>
                    </a:lnTo>
                    <a:lnTo>
                      <a:pt x="737" y="303"/>
                    </a:lnTo>
                    <a:lnTo>
                      <a:pt x="737" y="303"/>
                    </a:lnTo>
                    <a:lnTo>
                      <a:pt x="737" y="303"/>
                    </a:lnTo>
                    <a:lnTo>
                      <a:pt x="737" y="303"/>
                    </a:lnTo>
                    <a:lnTo>
                      <a:pt x="737" y="306"/>
                    </a:lnTo>
                    <a:lnTo>
                      <a:pt x="737" y="306"/>
                    </a:lnTo>
                    <a:lnTo>
                      <a:pt x="734" y="306"/>
                    </a:lnTo>
                    <a:lnTo>
                      <a:pt x="734" y="308"/>
                    </a:lnTo>
                    <a:lnTo>
                      <a:pt x="737" y="308"/>
                    </a:lnTo>
                    <a:lnTo>
                      <a:pt x="737" y="308"/>
                    </a:lnTo>
                    <a:lnTo>
                      <a:pt x="737" y="308"/>
                    </a:lnTo>
                    <a:lnTo>
                      <a:pt x="739" y="308"/>
                    </a:lnTo>
                    <a:lnTo>
                      <a:pt x="739" y="310"/>
                    </a:lnTo>
                    <a:lnTo>
                      <a:pt x="739" y="310"/>
                    </a:lnTo>
                    <a:lnTo>
                      <a:pt x="737" y="310"/>
                    </a:lnTo>
                    <a:lnTo>
                      <a:pt x="737" y="313"/>
                    </a:lnTo>
                    <a:lnTo>
                      <a:pt x="737" y="313"/>
                    </a:lnTo>
                    <a:lnTo>
                      <a:pt x="734" y="313"/>
                    </a:lnTo>
                    <a:lnTo>
                      <a:pt x="734" y="313"/>
                    </a:lnTo>
                    <a:lnTo>
                      <a:pt x="734" y="313"/>
                    </a:lnTo>
                    <a:lnTo>
                      <a:pt x="732" y="313"/>
                    </a:lnTo>
                    <a:lnTo>
                      <a:pt x="732" y="313"/>
                    </a:lnTo>
                    <a:lnTo>
                      <a:pt x="732" y="313"/>
                    </a:lnTo>
                    <a:lnTo>
                      <a:pt x="732" y="313"/>
                    </a:lnTo>
                    <a:lnTo>
                      <a:pt x="729" y="313"/>
                    </a:lnTo>
                    <a:lnTo>
                      <a:pt x="729" y="313"/>
                    </a:lnTo>
                    <a:lnTo>
                      <a:pt x="729" y="313"/>
                    </a:lnTo>
                    <a:lnTo>
                      <a:pt x="729" y="315"/>
                    </a:lnTo>
                    <a:lnTo>
                      <a:pt x="729" y="315"/>
                    </a:lnTo>
                    <a:lnTo>
                      <a:pt x="729" y="315"/>
                    </a:lnTo>
                    <a:lnTo>
                      <a:pt x="732" y="315"/>
                    </a:lnTo>
                    <a:lnTo>
                      <a:pt x="732" y="315"/>
                    </a:lnTo>
                    <a:lnTo>
                      <a:pt x="732" y="317"/>
                    </a:lnTo>
                    <a:lnTo>
                      <a:pt x="732" y="317"/>
                    </a:lnTo>
                    <a:lnTo>
                      <a:pt x="734" y="317"/>
                    </a:lnTo>
                    <a:lnTo>
                      <a:pt x="734" y="317"/>
                    </a:lnTo>
                    <a:lnTo>
                      <a:pt x="732" y="317"/>
                    </a:lnTo>
                    <a:lnTo>
                      <a:pt x="732" y="317"/>
                    </a:lnTo>
                    <a:lnTo>
                      <a:pt x="732" y="317"/>
                    </a:lnTo>
                    <a:lnTo>
                      <a:pt x="732" y="320"/>
                    </a:lnTo>
                    <a:lnTo>
                      <a:pt x="729" y="320"/>
                    </a:lnTo>
                    <a:lnTo>
                      <a:pt x="729" y="320"/>
                    </a:lnTo>
                    <a:lnTo>
                      <a:pt x="727" y="320"/>
                    </a:lnTo>
                    <a:lnTo>
                      <a:pt x="727" y="320"/>
                    </a:lnTo>
                    <a:lnTo>
                      <a:pt x="727" y="320"/>
                    </a:lnTo>
                    <a:lnTo>
                      <a:pt x="727" y="320"/>
                    </a:lnTo>
                    <a:lnTo>
                      <a:pt x="727" y="322"/>
                    </a:lnTo>
                    <a:lnTo>
                      <a:pt x="725" y="322"/>
                    </a:lnTo>
                    <a:lnTo>
                      <a:pt x="725" y="322"/>
                    </a:lnTo>
                    <a:lnTo>
                      <a:pt x="725" y="325"/>
                    </a:lnTo>
                    <a:lnTo>
                      <a:pt x="725" y="325"/>
                    </a:lnTo>
                    <a:lnTo>
                      <a:pt x="725" y="325"/>
                    </a:lnTo>
                    <a:lnTo>
                      <a:pt x="725" y="325"/>
                    </a:lnTo>
                    <a:lnTo>
                      <a:pt x="725" y="325"/>
                    </a:lnTo>
                    <a:lnTo>
                      <a:pt x="725" y="327"/>
                    </a:lnTo>
                    <a:lnTo>
                      <a:pt x="727" y="327"/>
                    </a:lnTo>
                    <a:lnTo>
                      <a:pt x="727" y="327"/>
                    </a:lnTo>
                    <a:lnTo>
                      <a:pt x="725" y="327"/>
                    </a:lnTo>
                    <a:lnTo>
                      <a:pt x="725" y="329"/>
                    </a:lnTo>
                    <a:lnTo>
                      <a:pt x="725" y="329"/>
                    </a:lnTo>
                    <a:lnTo>
                      <a:pt x="725" y="332"/>
                    </a:lnTo>
                    <a:lnTo>
                      <a:pt x="727" y="332"/>
                    </a:lnTo>
                    <a:lnTo>
                      <a:pt x="727" y="332"/>
                    </a:lnTo>
                    <a:lnTo>
                      <a:pt x="727" y="334"/>
                    </a:lnTo>
                    <a:lnTo>
                      <a:pt x="727" y="334"/>
                    </a:lnTo>
                    <a:lnTo>
                      <a:pt x="727" y="334"/>
                    </a:lnTo>
                    <a:lnTo>
                      <a:pt x="727" y="334"/>
                    </a:lnTo>
                    <a:lnTo>
                      <a:pt x="727" y="334"/>
                    </a:lnTo>
                    <a:lnTo>
                      <a:pt x="725" y="334"/>
                    </a:lnTo>
                    <a:lnTo>
                      <a:pt x="725" y="334"/>
                    </a:lnTo>
                    <a:lnTo>
                      <a:pt x="722" y="334"/>
                    </a:lnTo>
                    <a:lnTo>
                      <a:pt x="722" y="334"/>
                    </a:lnTo>
                    <a:lnTo>
                      <a:pt x="722" y="334"/>
                    </a:lnTo>
                    <a:lnTo>
                      <a:pt x="722" y="334"/>
                    </a:lnTo>
                    <a:lnTo>
                      <a:pt x="722" y="332"/>
                    </a:lnTo>
                    <a:lnTo>
                      <a:pt x="722" y="332"/>
                    </a:lnTo>
                    <a:lnTo>
                      <a:pt x="720" y="332"/>
                    </a:lnTo>
                    <a:lnTo>
                      <a:pt x="720" y="332"/>
                    </a:lnTo>
                    <a:lnTo>
                      <a:pt x="720" y="332"/>
                    </a:lnTo>
                    <a:lnTo>
                      <a:pt x="720" y="329"/>
                    </a:lnTo>
                    <a:lnTo>
                      <a:pt x="720" y="329"/>
                    </a:lnTo>
                    <a:lnTo>
                      <a:pt x="718" y="329"/>
                    </a:lnTo>
                    <a:lnTo>
                      <a:pt x="718" y="329"/>
                    </a:lnTo>
                    <a:lnTo>
                      <a:pt x="718" y="329"/>
                    </a:lnTo>
                    <a:lnTo>
                      <a:pt x="715" y="329"/>
                    </a:lnTo>
                    <a:lnTo>
                      <a:pt x="715" y="329"/>
                    </a:lnTo>
                    <a:lnTo>
                      <a:pt x="715" y="329"/>
                    </a:lnTo>
                    <a:lnTo>
                      <a:pt x="713" y="329"/>
                    </a:lnTo>
                    <a:lnTo>
                      <a:pt x="713" y="329"/>
                    </a:lnTo>
                    <a:lnTo>
                      <a:pt x="713" y="329"/>
                    </a:lnTo>
                    <a:lnTo>
                      <a:pt x="711" y="329"/>
                    </a:lnTo>
                    <a:lnTo>
                      <a:pt x="711" y="329"/>
                    </a:lnTo>
                    <a:lnTo>
                      <a:pt x="711" y="327"/>
                    </a:lnTo>
                    <a:lnTo>
                      <a:pt x="708" y="327"/>
                    </a:lnTo>
                    <a:lnTo>
                      <a:pt x="708" y="327"/>
                    </a:lnTo>
                    <a:lnTo>
                      <a:pt x="708" y="327"/>
                    </a:lnTo>
                    <a:lnTo>
                      <a:pt x="708" y="327"/>
                    </a:lnTo>
                    <a:lnTo>
                      <a:pt x="708" y="325"/>
                    </a:lnTo>
                    <a:lnTo>
                      <a:pt x="706" y="325"/>
                    </a:lnTo>
                    <a:lnTo>
                      <a:pt x="706" y="325"/>
                    </a:lnTo>
                    <a:lnTo>
                      <a:pt x="706" y="325"/>
                    </a:lnTo>
                    <a:lnTo>
                      <a:pt x="706" y="325"/>
                    </a:lnTo>
                    <a:lnTo>
                      <a:pt x="706" y="325"/>
                    </a:lnTo>
                    <a:lnTo>
                      <a:pt x="703" y="325"/>
                    </a:lnTo>
                    <a:lnTo>
                      <a:pt x="703" y="322"/>
                    </a:lnTo>
                    <a:lnTo>
                      <a:pt x="703" y="322"/>
                    </a:lnTo>
                    <a:lnTo>
                      <a:pt x="703" y="322"/>
                    </a:lnTo>
                    <a:lnTo>
                      <a:pt x="703" y="320"/>
                    </a:lnTo>
                    <a:lnTo>
                      <a:pt x="701" y="320"/>
                    </a:lnTo>
                    <a:lnTo>
                      <a:pt x="701" y="322"/>
                    </a:lnTo>
                    <a:lnTo>
                      <a:pt x="701" y="322"/>
                    </a:lnTo>
                    <a:lnTo>
                      <a:pt x="701" y="322"/>
                    </a:lnTo>
                    <a:lnTo>
                      <a:pt x="701" y="320"/>
                    </a:lnTo>
                    <a:lnTo>
                      <a:pt x="699" y="320"/>
                    </a:lnTo>
                    <a:lnTo>
                      <a:pt x="699" y="320"/>
                    </a:lnTo>
                    <a:lnTo>
                      <a:pt x="699" y="320"/>
                    </a:lnTo>
                    <a:lnTo>
                      <a:pt x="696" y="320"/>
                    </a:lnTo>
                    <a:lnTo>
                      <a:pt x="696" y="320"/>
                    </a:lnTo>
                    <a:lnTo>
                      <a:pt x="694" y="320"/>
                    </a:lnTo>
                    <a:lnTo>
                      <a:pt x="694" y="320"/>
                    </a:lnTo>
                    <a:lnTo>
                      <a:pt x="694" y="320"/>
                    </a:lnTo>
                    <a:lnTo>
                      <a:pt x="694" y="320"/>
                    </a:lnTo>
                    <a:lnTo>
                      <a:pt x="692" y="320"/>
                    </a:lnTo>
                    <a:lnTo>
                      <a:pt x="692" y="320"/>
                    </a:lnTo>
                    <a:lnTo>
                      <a:pt x="692" y="317"/>
                    </a:lnTo>
                    <a:lnTo>
                      <a:pt x="692" y="317"/>
                    </a:lnTo>
                    <a:lnTo>
                      <a:pt x="689" y="317"/>
                    </a:lnTo>
                    <a:lnTo>
                      <a:pt x="689" y="317"/>
                    </a:lnTo>
                    <a:lnTo>
                      <a:pt x="689" y="317"/>
                    </a:lnTo>
                    <a:lnTo>
                      <a:pt x="687" y="317"/>
                    </a:lnTo>
                    <a:lnTo>
                      <a:pt x="687" y="317"/>
                    </a:lnTo>
                    <a:lnTo>
                      <a:pt x="687" y="317"/>
                    </a:lnTo>
                    <a:lnTo>
                      <a:pt x="687" y="317"/>
                    </a:lnTo>
                    <a:lnTo>
                      <a:pt x="684" y="317"/>
                    </a:lnTo>
                    <a:lnTo>
                      <a:pt x="684" y="317"/>
                    </a:lnTo>
                    <a:lnTo>
                      <a:pt x="682" y="317"/>
                    </a:lnTo>
                    <a:lnTo>
                      <a:pt x="682" y="317"/>
                    </a:lnTo>
                    <a:lnTo>
                      <a:pt x="682" y="317"/>
                    </a:lnTo>
                    <a:lnTo>
                      <a:pt x="680" y="317"/>
                    </a:lnTo>
                    <a:lnTo>
                      <a:pt x="680" y="317"/>
                    </a:lnTo>
                    <a:lnTo>
                      <a:pt x="680" y="320"/>
                    </a:lnTo>
                    <a:lnTo>
                      <a:pt x="680" y="320"/>
                    </a:lnTo>
                    <a:lnTo>
                      <a:pt x="680" y="317"/>
                    </a:lnTo>
                    <a:lnTo>
                      <a:pt x="677" y="317"/>
                    </a:lnTo>
                    <a:lnTo>
                      <a:pt x="677" y="317"/>
                    </a:lnTo>
                    <a:lnTo>
                      <a:pt x="675" y="317"/>
                    </a:lnTo>
                    <a:lnTo>
                      <a:pt x="675" y="317"/>
                    </a:lnTo>
                    <a:lnTo>
                      <a:pt x="675" y="317"/>
                    </a:lnTo>
                    <a:lnTo>
                      <a:pt x="673" y="317"/>
                    </a:lnTo>
                    <a:lnTo>
                      <a:pt x="673" y="317"/>
                    </a:lnTo>
                    <a:lnTo>
                      <a:pt x="673" y="317"/>
                    </a:lnTo>
                    <a:lnTo>
                      <a:pt x="673" y="317"/>
                    </a:lnTo>
                    <a:lnTo>
                      <a:pt x="670" y="317"/>
                    </a:lnTo>
                    <a:lnTo>
                      <a:pt x="670" y="317"/>
                    </a:lnTo>
                    <a:lnTo>
                      <a:pt x="668" y="317"/>
                    </a:lnTo>
                    <a:lnTo>
                      <a:pt x="668" y="315"/>
                    </a:lnTo>
                    <a:lnTo>
                      <a:pt x="668" y="315"/>
                    </a:lnTo>
                    <a:lnTo>
                      <a:pt x="668" y="315"/>
                    </a:lnTo>
                    <a:lnTo>
                      <a:pt x="668" y="317"/>
                    </a:lnTo>
                    <a:lnTo>
                      <a:pt x="666" y="317"/>
                    </a:lnTo>
                    <a:lnTo>
                      <a:pt x="666" y="317"/>
                    </a:lnTo>
                    <a:lnTo>
                      <a:pt x="666" y="317"/>
                    </a:lnTo>
                    <a:lnTo>
                      <a:pt x="663" y="317"/>
                    </a:lnTo>
                    <a:lnTo>
                      <a:pt x="663" y="317"/>
                    </a:lnTo>
                    <a:lnTo>
                      <a:pt x="661" y="317"/>
                    </a:lnTo>
                    <a:lnTo>
                      <a:pt x="661" y="317"/>
                    </a:lnTo>
                    <a:lnTo>
                      <a:pt x="661" y="315"/>
                    </a:lnTo>
                    <a:lnTo>
                      <a:pt x="661" y="315"/>
                    </a:lnTo>
                    <a:lnTo>
                      <a:pt x="658" y="315"/>
                    </a:lnTo>
                    <a:lnTo>
                      <a:pt x="658" y="315"/>
                    </a:lnTo>
                    <a:lnTo>
                      <a:pt x="658" y="315"/>
                    </a:lnTo>
                    <a:lnTo>
                      <a:pt x="658" y="315"/>
                    </a:lnTo>
                    <a:lnTo>
                      <a:pt x="658" y="315"/>
                    </a:lnTo>
                    <a:lnTo>
                      <a:pt x="656" y="315"/>
                    </a:lnTo>
                    <a:lnTo>
                      <a:pt x="656" y="315"/>
                    </a:lnTo>
                    <a:lnTo>
                      <a:pt x="656" y="315"/>
                    </a:lnTo>
                    <a:lnTo>
                      <a:pt x="654" y="315"/>
                    </a:lnTo>
                    <a:lnTo>
                      <a:pt x="654" y="315"/>
                    </a:lnTo>
                    <a:lnTo>
                      <a:pt x="654" y="315"/>
                    </a:lnTo>
                    <a:lnTo>
                      <a:pt x="654" y="315"/>
                    </a:lnTo>
                    <a:lnTo>
                      <a:pt x="651" y="315"/>
                    </a:lnTo>
                    <a:lnTo>
                      <a:pt x="651" y="315"/>
                    </a:lnTo>
                    <a:lnTo>
                      <a:pt x="651" y="317"/>
                    </a:lnTo>
                    <a:lnTo>
                      <a:pt x="649" y="317"/>
                    </a:lnTo>
                    <a:lnTo>
                      <a:pt x="649" y="317"/>
                    </a:lnTo>
                    <a:lnTo>
                      <a:pt x="649" y="317"/>
                    </a:lnTo>
                    <a:lnTo>
                      <a:pt x="647" y="317"/>
                    </a:lnTo>
                    <a:lnTo>
                      <a:pt x="647" y="317"/>
                    </a:lnTo>
                    <a:lnTo>
                      <a:pt x="647" y="317"/>
                    </a:lnTo>
                    <a:lnTo>
                      <a:pt x="647" y="317"/>
                    </a:lnTo>
                    <a:lnTo>
                      <a:pt x="644" y="317"/>
                    </a:lnTo>
                    <a:lnTo>
                      <a:pt x="644" y="317"/>
                    </a:lnTo>
                    <a:lnTo>
                      <a:pt x="642" y="317"/>
                    </a:lnTo>
                    <a:lnTo>
                      <a:pt x="642" y="317"/>
                    </a:lnTo>
                    <a:lnTo>
                      <a:pt x="642" y="317"/>
                    </a:lnTo>
                    <a:lnTo>
                      <a:pt x="642" y="317"/>
                    </a:lnTo>
                    <a:lnTo>
                      <a:pt x="640" y="317"/>
                    </a:lnTo>
                    <a:lnTo>
                      <a:pt x="640" y="317"/>
                    </a:lnTo>
                    <a:lnTo>
                      <a:pt x="640" y="317"/>
                    </a:lnTo>
                    <a:lnTo>
                      <a:pt x="637" y="317"/>
                    </a:lnTo>
                    <a:lnTo>
                      <a:pt x="637" y="317"/>
                    </a:lnTo>
                    <a:lnTo>
                      <a:pt x="635" y="317"/>
                    </a:lnTo>
                    <a:lnTo>
                      <a:pt x="635" y="317"/>
                    </a:lnTo>
                    <a:lnTo>
                      <a:pt x="635" y="317"/>
                    </a:lnTo>
                    <a:lnTo>
                      <a:pt x="635" y="315"/>
                    </a:lnTo>
                    <a:lnTo>
                      <a:pt x="632" y="315"/>
                    </a:lnTo>
                    <a:lnTo>
                      <a:pt x="632" y="315"/>
                    </a:lnTo>
                    <a:lnTo>
                      <a:pt x="632" y="315"/>
                    </a:lnTo>
                    <a:lnTo>
                      <a:pt x="632" y="317"/>
                    </a:lnTo>
                    <a:lnTo>
                      <a:pt x="630" y="317"/>
                    </a:lnTo>
                    <a:lnTo>
                      <a:pt x="630" y="317"/>
                    </a:lnTo>
                    <a:lnTo>
                      <a:pt x="630" y="320"/>
                    </a:lnTo>
                    <a:lnTo>
                      <a:pt x="630" y="320"/>
                    </a:lnTo>
                    <a:lnTo>
                      <a:pt x="630" y="320"/>
                    </a:lnTo>
                    <a:lnTo>
                      <a:pt x="628" y="320"/>
                    </a:lnTo>
                    <a:lnTo>
                      <a:pt x="628" y="320"/>
                    </a:lnTo>
                    <a:lnTo>
                      <a:pt x="628" y="320"/>
                    </a:lnTo>
                    <a:lnTo>
                      <a:pt x="628" y="320"/>
                    </a:lnTo>
                    <a:lnTo>
                      <a:pt x="625" y="320"/>
                    </a:lnTo>
                    <a:lnTo>
                      <a:pt x="625" y="320"/>
                    </a:lnTo>
                    <a:lnTo>
                      <a:pt x="625" y="320"/>
                    </a:lnTo>
                    <a:lnTo>
                      <a:pt x="623" y="320"/>
                    </a:lnTo>
                    <a:lnTo>
                      <a:pt x="623" y="320"/>
                    </a:lnTo>
                    <a:lnTo>
                      <a:pt x="621" y="320"/>
                    </a:lnTo>
                    <a:lnTo>
                      <a:pt x="621" y="320"/>
                    </a:lnTo>
                    <a:lnTo>
                      <a:pt x="621" y="317"/>
                    </a:lnTo>
                    <a:lnTo>
                      <a:pt x="621" y="317"/>
                    </a:lnTo>
                    <a:lnTo>
                      <a:pt x="621" y="320"/>
                    </a:lnTo>
                    <a:lnTo>
                      <a:pt x="618" y="320"/>
                    </a:lnTo>
                    <a:lnTo>
                      <a:pt x="618" y="320"/>
                    </a:lnTo>
                    <a:lnTo>
                      <a:pt x="616" y="320"/>
                    </a:lnTo>
                    <a:lnTo>
                      <a:pt x="616" y="317"/>
                    </a:lnTo>
                    <a:lnTo>
                      <a:pt x="616" y="317"/>
                    </a:lnTo>
                    <a:lnTo>
                      <a:pt x="616" y="317"/>
                    </a:lnTo>
                    <a:lnTo>
                      <a:pt x="616" y="317"/>
                    </a:lnTo>
                    <a:lnTo>
                      <a:pt x="613" y="317"/>
                    </a:lnTo>
                    <a:lnTo>
                      <a:pt x="613" y="317"/>
                    </a:lnTo>
                    <a:lnTo>
                      <a:pt x="613" y="315"/>
                    </a:lnTo>
                    <a:lnTo>
                      <a:pt x="613" y="315"/>
                    </a:lnTo>
                    <a:lnTo>
                      <a:pt x="611" y="315"/>
                    </a:lnTo>
                    <a:lnTo>
                      <a:pt x="611" y="315"/>
                    </a:lnTo>
                    <a:lnTo>
                      <a:pt x="611" y="315"/>
                    </a:lnTo>
                    <a:lnTo>
                      <a:pt x="609" y="315"/>
                    </a:lnTo>
                    <a:lnTo>
                      <a:pt x="609" y="315"/>
                    </a:lnTo>
                    <a:lnTo>
                      <a:pt x="609" y="315"/>
                    </a:lnTo>
                    <a:lnTo>
                      <a:pt x="606" y="315"/>
                    </a:lnTo>
                    <a:lnTo>
                      <a:pt x="606" y="313"/>
                    </a:lnTo>
                    <a:lnTo>
                      <a:pt x="606" y="313"/>
                    </a:lnTo>
                    <a:lnTo>
                      <a:pt x="606" y="313"/>
                    </a:lnTo>
                    <a:lnTo>
                      <a:pt x="606" y="313"/>
                    </a:lnTo>
                    <a:lnTo>
                      <a:pt x="606" y="313"/>
                    </a:lnTo>
                    <a:lnTo>
                      <a:pt x="604" y="313"/>
                    </a:lnTo>
                    <a:lnTo>
                      <a:pt x="604" y="310"/>
                    </a:lnTo>
                    <a:lnTo>
                      <a:pt x="604" y="310"/>
                    </a:lnTo>
                    <a:lnTo>
                      <a:pt x="602" y="310"/>
                    </a:lnTo>
                    <a:lnTo>
                      <a:pt x="602" y="310"/>
                    </a:lnTo>
                    <a:lnTo>
                      <a:pt x="602" y="310"/>
                    </a:lnTo>
                    <a:lnTo>
                      <a:pt x="602" y="310"/>
                    </a:lnTo>
                    <a:lnTo>
                      <a:pt x="599" y="310"/>
                    </a:lnTo>
                    <a:lnTo>
                      <a:pt x="599" y="310"/>
                    </a:lnTo>
                    <a:lnTo>
                      <a:pt x="599" y="310"/>
                    </a:lnTo>
                    <a:lnTo>
                      <a:pt x="599" y="308"/>
                    </a:lnTo>
                    <a:lnTo>
                      <a:pt x="597" y="308"/>
                    </a:lnTo>
                    <a:lnTo>
                      <a:pt x="597" y="308"/>
                    </a:lnTo>
                    <a:lnTo>
                      <a:pt x="595" y="308"/>
                    </a:lnTo>
                    <a:lnTo>
                      <a:pt x="595" y="310"/>
                    </a:lnTo>
                    <a:lnTo>
                      <a:pt x="595" y="310"/>
                    </a:lnTo>
                    <a:lnTo>
                      <a:pt x="595" y="310"/>
                    </a:lnTo>
                    <a:lnTo>
                      <a:pt x="595" y="310"/>
                    </a:lnTo>
                    <a:lnTo>
                      <a:pt x="592" y="310"/>
                    </a:lnTo>
                    <a:lnTo>
                      <a:pt x="592" y="310"/>
                    </a:lnTo>
                    <a:lnTo>
                      <a:pt x="592" y="310"/>
                    </a:lnTo>
                    <a:lnTo>
                      <a:pt x="590" y="310"/>
                    </a:lnTo>
                    <a:lnTo>
                      <a:pt x="590" y="313"/>
                    </a:lnTo>
                    <a:lnTo>
                      <a:pt x="590" y="313"/>
                    </a:lnTo>
                    <a:lnTo>
                      <a:pt x="590" y="313"/>
                    </a:lnTo>
                    <a:lnTo>
                      <a:pt x="587" y="313"/>
                    </a:lnTo>
                    <a:lnTo>
                      <a:pt x="587" y="313"/>
                    </a:lnTo>
                    <a:lnTo>
                      <a:pt x="587" y="313"/>
                    </a:lnTo>
                    <a:lnTo>
                      <a:pt x="587" y="313"/>
                    </a:lnTo>
                    <a:lnTo>
                      <a:pt x="587" y="313"/>
                    </a:lnTo>
                    <a:lnTo>
                      <a:pt x="585" y="313"/>
                    </a:lnTo>
                    <a:lnTo>
                      <a:pt x="585" y="313"/>
                    </a:lnTo>
                    <a:lnTo>
                      <a:pt x="585" y="313"/>
                    </a:lnTo>
                    <a:lnTo>
                      <a:pt x="585" y="313"/>
                    </a:lnTo>
                    <a:lnTo>
                      <a:pt x="583" y="313"/>
                    </a:lnTo>
                    <a:lnTo>
                      <a:pt x="583" y="315"/>
                    </a:lnTo>
                    <a:lnTo>
                      <a:pt x="583" y="315"/>
                    </a:lnTo>
                    <a:lnTo>
                      <a:pt x="583" y="315"/>
                    </a:lnTo>
                    <a:lnTo>
                      <a:pt x="580" y="315"/>
                    </a:lnTo>
                    <a:lnTo>
                      <a:pt x="580" y="317"/>
                    </a:lnTo>
                    <a:lnTo>
                      <a:pt x="580" y="317"/>
                    </a:lnTo>
                    <a:lnTo>
                      <a:pt x="580" y="320"/>
                    </a:lnTo>
                    <a:lnTo>
                      <a:pt x="580" y="320"/>
                    </a:lnTo>
                    <a:lnTo>
                      <a:pt x="580" y="322"/>
                    </a:lnTo>
                    <a:lnTo>
                      <a:pt x="580" y="322"/>
                    </a:lnTo>
                    <a:lnTo>
                      <a:pt x="580" y="322"/>
                    </a:lnTo>
                    <a:lnTo>
                      <a:pt x="580" y="325"/>
                    </a:lnTo>
                    <a:lnTo>
                      <a:pt x="580" y="325"/>
                    </a:lnTo>
                    <a:lnTo>
                      <a:pt x="580" y="325"/>
                    </a:lnTo>
                    <a:lnTo>
                      <a:pt x="580" y="325"/>
                    </a:lnTo>
                    <a:lnTo>
                      <a:pt x="580" y="327"/>
                    </a:lnTo>
                    <a:lnTo>
                      <a:pt x="580" y="327"/>
                    </a:lnTo>
                    <a:lnTo>
                      <a:pt x="580" y="327"/>
                    </a:lnTo>
                    <a:lnTo>
                      <a:pt x="580" y="329"/>
                    </a:lnTo>
                    <a:lnTo>
                      <a:pt x="580" y="329"/>
                    </a:lnTo>
                    <a:lnTo>
                      <a:pt x="580" y="329"/>
                    </a:lnTo>
                    <a:lnTo>
                      <a:pt x="580" y="329"/>
                    </a:lnTo>
                    <a:lnTo>
                      <a:pt x="580" y="329"/>
                    </a:lnTo>
                    <a:lnTo>
                      <a:pt x="578" y="329"/>
                    </a:lnTo>
                    <a:lnTo>
                      <a:pt x="578" y="329"/>
                    </a:lnTo>
                    <a:lnTo>
                      <a:pt x="578" y="329"/>
                    </a:lnTo>
                    <a:lnTo>
                      <a:pt x="576" y="329"/>
                    </a:lnTo>
                    <a:lnTo>
                      <a:pt x="576" y="327"/>
                    </a:lnTo>
                    <a:lnTo>
                      <a:pt x="576" y="327"/>
                    </a:lnTo>
                    <a:lnTo>
                      <a:pt x="576" y="327"/>
                    </a:lnTo>
                    <a:lnTo>
                      <a:pt x="573" y="327"/>
                    </a:lnTo>
                    <a:lnTo>
                      <a:pt x="573" y="327"/>
                    </a:lnTo>
                    <a:lnTo>
                      <a:pt x="573" y="327"/>
                    </a:lnTo>
                    <a:lnTo>
                      <a:pt x="573" y="327"/>
                    </a:lnTo>
                    <a:lnTo>
                      <a:pt x="571" y="327"/>
                    </a:lnTo>
                    <a:lnTo>
                      <a:pt x="571" y="327"/>
                    </a:lnTo>
                    <a:lnTo>
                      <a:pt x="568" y="327"/>
                    </a:lnTo>
                    <a:lnTo>
                      <a:pt x="568" y="327"/>
                    </a:lnTo>
                    <a:lnTo>
                      <a:pt x="568" y="327"/>
                    </a:lnTo>
                    <a:lnTo>
                      <a:pt x="566" y="327"/>
                    </a:lnTo>
                    <a:lnTo>
                      <a:pt x="566" y="325"/>
                    </a:lnTo>
                    <a:lnTo>
                      <a:pt x="566" y="325"/>
                    </a:lnTo>
                    <a:lnTo>
                      <a:pt x="566" y="325"/>
                    </a:lnTo>
                    <a:lnTo>
                      <a:pt x="566" y="325"/>
                    </a:lnTo>
                    <a:lnTo>
                      <a:pt x="564" y="325"/>
                    </a:lnTo>
                    <a:lnTo>
                      <a:pt x="564" y="325"/>
                    </a:lnTo>
                    <a:lnTo>
                      <a:pt x="564" y="325"/>
                    </a:lnTo>
                    <a:lnTo>
                      <a:pt x="561" y="325"/>
                    </a:lnTo>
                    <a:lnTo>
                      <a:pt x="561" y="325"/>
                    </a:lnTo>
                    <a:lnTo>
                      <a:pt x="561" y="325"/>
                    </a:lnTo>
                    <a:lnTo>
                      <a:pt x="559" y="325"/>
                    </a:lnTo>
                    <a:lnTo>
                      <a:pt x="559" y="322"/>
                    </a:lnTo>
                    <a:lnTo>
                      <a:pt x="559" y="322"/>
                    </a:lnTo>
                    <a:lnTo>
                      <a:pt x="559" y="322"/>
                    </a:lnTo>
                    <a:lnTo>
                      <a:pt x="557" y="322"/>
                    </a:lnTo>
                    <a:lnTo>
                      <a:pt x="557" y="322"/>
                    </a:lnTo>
                    <a:lnTo>
                      <a:pt x="557" y="322"/>
                    </a:lnTo>
                    <a:lnTo>
                      <a:pt x="554" y="322"/>
                    </a:lnTo>
                    <a:lnTo>
                      <a:pt x="554" y="322"/>
                    </a:lnTo>
                    <a:lnTo>
                      <a:pt x="554" y="322"/>
                    </a:lnTo>
                    <a:lnTo>
                      <a:pt x="552" y="322"/>
                    </a:lnTo>
                    <a:lnTo>
                      <a:pt x="552" y="322"/>
                    </a:lnTo>
                    <a:lnTo>
                      <a:pt x="552" y="322"/>
                    </a:lnTo>
                    <a:lnTo>
                      <a:pt x="550" y="322"/>
                    </a:lnTo>
                    <a:lnTo>
                      <a:pt x="550" y="320"/>
                    </a:lnTo>
                    <a:lnTo>
                      <a:pt x="550" y="320"/>
                    </a:lnTo>
                    <a:lnTo>
                      <a:pt x="547" y="320"/>
                    </a:lnTo>
                    <a:lnTo>
                      <a:pt x="547" y="320"/>
                    </a:lnTo>
                    <a:lnTo>
                      <a:pt x="547" y="320"/>
                    </a:lnTo>
                    <a:lnTo>
                      <a:pt x="547" y="320"/>
                    </a:lnTo>
                    <a:lnTo>
                      <a:pt x="545" y="320"/>
                    </a:lnTo>
                    <a:lnTo>
                      <a:pt x="545" y="320"/>
                    </a:lnTo>
                    <a:lnTo>
                      <a:pt x="545" y="320"/>
                    </a:lnTo>
                    <a:lnTo>
                      <a:pt x="542" y="320"/>
                    </a:lnTo>
                    <a:lnTo>
                      <a:pt x="542" y="320"/>
                    </a:lnTo>
                    <a:lnTo>
                      <a:pt x="542" y="320"/>
                    </a:lnTo>
                    <a:lnTo>
                      <a:pt x="540" y="320"/>
                    </a:lnTo>
                    <a:lnTo>
                      <a:pt x="540" y="322"/>
                    </a:lnTo>
                    <a:lnTo>
                      <a:pt x="540" y="322"/>
                    </a:lnTo>
                    <a:lnTo>
                      <a:pt x="540" y="320"/>
                    </a:lnTo>
                    <a:lnTo>
                      <a:pt x="540" y="320"/>
                    </a:lnTo>
                    <a:lnTo>
                      <a:pt x="538" y="320"/>
                    </a:lnTo>
                    <a:lnTo>
                      <a:pt x="538" y="320"/>
                    </a:lnTo>
                    <a:lnTo>
                      <a:pt x="535" y="320"/>
                    </a:lnTo>
                    <a:lnTo>
                      <a:pt x="535" y="320"/>
                    </a:lnTo>
                    <a:lnTo>
                      <a:pt x="535" y="320"/>
                    </a:lnTo>
                    <a:lnTo>
                      <a:pt x="533" y="320"/>
                    </a:lnTo>
                    <a:lnTo>
                      <a:pt x="533" y="322"/>
                    </a:lnTo>
                    <a:lnTo>
                      <a:pt x="533" y="322"/>
                    </a:lnTo>
                    <a:lnTo>
                      <a:pt x="533" y="322"/>
                    </a:lnTo>
                    <a:lnTo>
                      <a:pt x="533" y="322"/>
                    </a:lnTo>
                    <a:lnTo>
                      <a:pt x="533" y="325"/>
                    </a:lnTo>
                    <a:lnTo>
                      <a:pt x="531" y="325"/>
                    </a:lnTo>
                    <a:lnTo>
                      <a:pt x="531" y="325"/>
                    </a:lnTo>
                    <a:lnTo>
                      <a:pt x="531" y="325"/>
                    </a:lnTo>
                    <a:lnTo>
                      <a:pt x="531" y="325"/>
                    </a:lnTo>
                    <a:lnTo>
                      <a:pt x="528" y="325"/>
                    </a:lnTo>
                    <a:lnTo>
                      <a:pt x="528" y="325"/>
                    </a:lnTo>
                    <a:lnTo>
                      <a:pt x="528" y="325"/>
                    </a:lnTo>
                    <a:lnTo>
                      <a:pt x="528" y="327"/>
                    </a:lnTo>
                    <a:lnTo>
                      <a:pt x="528" y="327"/>
                    </a:lnTo>
                    <a:lnTo>
                      <a:pt x="528" y="327"/>
                    </a:lnTo>
                    <a:lnTo>
                      <a:pt x="528" y="327"/>
                    </a:lnTo>
                    <a:lnTo>
                      <a:pt x="528" y="329"/>
                    </a:lnTo>
                    <a:lnTo>
                      <a:pt x="528" y="329"/>
                    </a:lnTo>
                    <a:lnTo>
                      <a:pt x="528" y="327"/>
                    </a:lnTo>
                    <a:lnTo>
                      <a:pt x="528" y="327"/>
                    </a:lnTo>
                    <a:lnTo>
                      <a:pt x="526" y="327"/>
                    </a:lnTo>
                    <a:lnTo>
                      <a:pt x="526" y="329"/>
                    </a:lnTo>
                    <a:lnTo>
                      <a:pt x="526" y="329"/>
                    </a:lnTo>
                    <a:lnTo>
                      <a:pt x="526" y="329"/>
                    </a:lnTo>
                    <a:lnTo>
                      <a:pt x="526" y="332"/>
                    </a:lnTo>
                    <a:lnTo>
                      <a:pt x="526" y="332"/>
                    </a:lnTo>
                    <a:lnTo>
                      <a:pt x="526" y="332"/>
                    </a:lnTo>
                    <a:lnTo>
                      <a:pt x="526" y="334"/>
                    </a:lnTo>
                    <a:lnTo>
                      <a:pt x="526" y="334"/>
                    </a:lnTo>
                    <a:lnTo>
                      <a:pt x="526" y="334"/>
                    </a:lnTo>
                    <a:lnTo>
                      <a:pt x="526" y="334"/>
                    </a:lnTo>
                    <a:lnTo>
                      <a:pt x="526" y="334"/>
                    </a:lnTo>
                    <a:lnTo>
                      <a:pt x="524" y="334"/>
                    </a:lnTo>
                    <a:lnTo>
                      <a:pt x="524" y="334"/>
                    </a:lnTo>
                    <a:lnTo>
                      <a:pt x="521" y="334"/>
                    </a:lnTo>
                    <a:lnTo>
                      <a:pt x="521" y="336"/>
                    </a:lnTo>
                    <a:lnTo>
                      <a:pt x="521" y="336"/>
                    </a:lnTo>
                    <a:lnTo>
                      <a:pt x="521" y="336"/>
                    </a:lnTo>
                    <a:lnTo>
                      <a:pt x="521" y="336"/>
                    </a:lnTo>
                    <a:lnTo>
                      <a:pt x="521" y="339"/>
                    </a:lnTo>
                    <a:lnTo>
                      <a:pt x="521" y="339"/>
                    </a:lnTo>
                    <a:lnTo>
                      <a:pt x="519" y="339"/>
                    </a:lnTo>
                    <a:lnTo>
                      <a:pt x="519" y="341"/>
                    </a:lnTo>
                    <a:lnTo>
                      <a:pt x="519" y="341"/>
                    </a:lnTo>
                    <a:lnTo>
                      <a:pt x="519" y="339"/>
                    </a:lnTo>
                    <a:lnTo>
                      <a:pt x="519" y="339"/>
                    </a:lnTo>
                    <a:lnTo>
                      <a:pt x="519" y="339"/>
                    </a:lnTo>
                    <a:lnTo>
                      <a:pt x="516" y="339"/>
                    </a:lnTo>
                    <a:lnTo>
                      <a:pt x="516" y="339"/>
                    </a:lnTo>
                    <a:lnTo>
                      <a:pt x="516" y="336"/>
                    </a:lnTo>
                    <a:lnTo>
                      <a:pt x="514" y="336"/>
                    </a:lnTo>
                    <a:lnTo>
                      <a:pt x="514" y="339"/>
                    </a:lnTo>
                    <a:lnTo>
                      <a:pt x="514" y="339"/>
                    </a:lnTo>
                    <a:lnTo>
                      <a:pt x="514" y="339"/>
                    </a:lnTo>
                    <a:lnTo>
                      <a:pt x="514" y="339"/>
                    </a:lnTo>
                    <a:lnTo>
                      <a:pt x="514" y="341"/>
                    </a:lnTo>
                    <a:lnTo>
                      <a:pt x="514" y="341"/>
                    </a:lnTo>
                    <a:lnTo>
                      <a:pt x="512" y="341"/>
                    </a:lnTo>
                    <a:lnTo>
                      <a:pt x="512" y="341"/>
                    </a:lnTo>
                    <a:lnTo>
                      <a:pt x="512" y="343"/>
                    </a:lnTo>
                    <a:lnTo>
                      <a:pt x="509" y="343"/>
                    </a:lnTo>
                    <a:lnTo>
                      <a:pt x="509" y="343"/>
                    </a:lnTo>
                    <a:lnTo>
                      <a:pt x="509" y="343"/>
                    </a:lnTo>
                    <a:lnTo>
                      <a:pt x="509" y="343"/>
                    </a:lnTo>
                    <a:lnTo>
                      <a:pt x="509" y="343"/>
                    </a:lnTo>
                    <a:lnTo>
                      <a:pt x="507" y="343"/>
                    </a:lnTo>
                    <a:lnTo>
                      <a:pt x="507" y="346"/>
                    </a:lnTo>
                    <a:lnTo>
                      <a:pt x="507" y="346"/>
                    </a:lnTo>
                    <a:lnTo>
                      <a:pt x="507" y="346"/>
                    </a:lnTo>
                    <a:lnTo>
                      <a:pt x="507" y="346"/>
                    </a:lnTo>
                    <a:lnTo>
                      <a:pt x="505" y="346"/>
                    </a:lnTo>
                    <a:lnTo>
                      <a:pt x="505" y="348"/>
                    </a:lnTo>
                    <a:lnTo>
                      <a:pt x="505" y="348"/>
                    </a:lnTo>
                    <a:lnTo>
                      <a:pt x="502" y="348"/>
                    </a:lnTo>
                    <a:lnTo>
                      <a:pt x="502" y="348"/>
                    </a:lnTo>
                    <a:lnTo>
                      <a:pt x="502" y="348"/>
                    </a:lnTo>
                    <a:lnTo>
                      <a:pt x="500" y="348"/>
                    </a:lnTo>
                    <a:lnTo>
                      <a:pt x="500" y="348"/>
                    </a:lnTo>
                    <a:lnTo>
                      <a:pt x="500" y="348"/>
                    </a:lnTo>
                    <a:lnTo>
                      <a:pt x="500" y="348"/>
                    </a:lnTo>
                    <a:lnTo>
                      <a:pt x="497" y="348"/>
                    </a:lnTo>
                    <a:lnTo>
                      <a:pt x="497" y="351"/>
                    </a:lnTo>
                    <a:lnTo>
                      <a:pt x="497" y="351"/>
                    </a:lnTo>
                    <a:lnTo>
                      <a:pt x="495" y="351"/>
                    </a:lnTo>
                    <a:lnTo>
                      <a:pt x="495" y="351"/>
                    </a:lnTo>
                    <a:lnTo>
                      <a:pt x="495" y="351"/>
                    </a:lnTo>
                    <a:lnTo>
                      <a:pt x="495" y="353"/>
                    </a:lnTo>
                    <a:lnTo>
                      <a:pt x="495" y="353"/>
                    </a:lnTo>
                    <a:lnTo>
                      <a:pt x="493" y="353"/>
                    </a:lnTo>
                    <a:lnTo>
                      <a:pt x="493" y="353"/>
                    </a:lnTo>
                    <a:lnTo>
                      <a:pt x="493" y="353"/>
                    </a:lnTo>
                    <a:lnTo>
                      <a:pt x="493" y="353"/>
                    </a:lnTo>
                    <a:lnTo>
                      <a:pt x="493" y="353"/>
                    </a:lnTo>
                    <a:lnTo>
                      <a:pt x="490" y="353"/>
                    </a:lnTo>
                    <a:lnTo>
                      <a:pt x="490" y="353"/>
                    </a:lnTo>
                    <a:lnTo>
                      <a:pt x="488" y="353"/>
                    </a:lnTo>
                    <a:lnTo>
                      <a:pt x="488" y="353"/>
                    </a:lnTo>
                    <a:lnTo>
                      <a:pt x="488" y="355"/>
                    </a:lnTo>
                    <a:lnTo>
                      <a:pt x="488" y="355"/>
                    </a:lnTo>
                    <a:lnTo>
                      <a:pt x="488" y="355"/>
                    </a:lnTo>
                    <a:lnTo>
                      <a:pt x="486" y="355"/>
                    </a:lnTo>
                    <a:lnTo>
                      <a:pt x="486" y="358"/>
                    </a:lnTo>
                    <a:lnTo>
                      <a:pt x="486" y="358"/>
                    </a:lnTo>
                    <a:lnTo>
                      <a:pt x="486" y="358"/>
                    </a:lnTo>
                    <a:lnTo>
                      <a:pt x="486" y="358"/>
                    </a:lnTo>
                    <a:lnTo>
                      <a:pt x="486" y="360"/>
                    </a:lnTo>
                    <a:lnTo>
                      <a:pt x="483" y="360"/>
                    </a:lnTo>
                    <a:lnTo>
                      <a:pt x="483" y="360"/>
                    </a:lnTo>
                    <a:lnTo>
                      <a:pt x="483" y="360"/>
                    </a:lnTo>
                    <a:lnTo>
                      <a:pt x="483" y="362"/>
                    </a:lnTo>
                    <a:lnTo>
                      <a:pt x="481" y="362"/>
                    </a:lnTo>
                    <a:lnTo>
                      <a:pt x="481" y="362"/>
                    </a:lnTo>
                    <a:lnTo>
                      <a:pt x="481" y="362"/>
                    </a:lnTo>
                    <a:lnTo>
                      <a:pt x="481" y="362"/>
                    </a:lnTo>
                    <a:lnTo>
                      <a:pt x="481" y="362"/>
                    </a:lnTo>
                    <a:lnTo>
                      <a:pt x="481" y="365"/>
                    </a:lnTo>
                    <a:lnTo>
                      <a:pt x="479" y="365"/>
                    </a:lnTo>
                    <a:lnTo>
                      <a:pt x="479" y="365"/>
                    </a:lnTo>
                    <a:lnTo>
                      <a:pt x="479" y="367"/>
                    </a:lnTo>
                    <a:lnTo>
                      <a:pt x="479" y="367"/>
                    </a:lnTo>
                    <a:lnTo>
                      <a:pt x="479" y="367"/>
                    </a:lnTo>
                    <a:lnTo>
                      <a:pt x="479" y="365"/>
                    </a:lnTo>
                    <a:lnTo>
                      <a:pt x="476" y="365"/>
                    </a:lnTo>
                    <a:lnTo>
                      <a:pt x="476" y="365"/>
                    </a:lnTo>
                    <a:lnTo>
                      <a:pt x="474" y="365"/>
                    </a:lnTo>
                    <a:lnTo>
                      <a:pt x="474" y="365"/>
                    </a:lnTo>
                    <a:lnTo>
                      <a:pt x="474" y="367"/>
                    </a:lnTo>
                    <a:lnTo>
                      <a:pt x="474" y="367"/>
                    </a:lnTo>
                    <a:lnTo>
                      <a:pt x="474" y="367"/>
                    </a:lnTo>
                    <a:lnTo>
                      <a:pt x="476" y="367"/>
                    </a:lnTo>
                    <a:lnTo>
                      <a:pt x="476" y="370"/>
                    </a:lnTo>
                    <a:lnTo>
                      <a:pt x="476" y="370"/>
                    </a:lnTo>
                    <a:lnTo>
                      <a:pt x="476" y="372"/>
                    </a:lnTo>
                    <a:lnTo>
                      <a:pt x="476" y="372"/>
                    </a:lnTo>
                    <a:lnTo>
                      <a:pt x="476" y="372"/>
                    </a:lnTo>
                    <a:lnTo>
                      <a:pt x="476" y="372"/>
                    </a:lnTo>
                    <a:lnTo>
                      <a:pt x="476" y="374"/>
                    </a:lnTo>
                    <a:lnTo>
                      <a:pt x="476" y="374"/>
                    </a:lnTo>
                    <a:lnTo>
                      <a:pt x="476" y="377"/>
                    </a:lnTo>
                    <a:lnTo>
                      <a:pt x="476" y="377"/>
                    </a:lnTo>
                    <a:lnTo>
                      <a:pt x="474" y="377"/>
                    </a:lnTo>
                    <a:lnTo>
                      <a:pt x="474" y="377"/>
                    </a:lnTo>
                    <a:lnTo>
                      <a:pt x="474" y="377"/>
                    </a:lnTo>
                    <a:lnTo>
                      <a:pt x="471" y="377"/>
                    </a:lnTo>
                    <a:lnTo>
                      <a:pt x="471" y="374"/>
                    </a:lnTo>
                    <a:lnTo>
                      <a:pt x="471" y="374"/>
                    </a:lnTo>
                    <a:lnTo>
                      <a:pt x="469" y="374"/>
                    </a:lnTo>
                    <a:lnTo>
                      <a:pt x="469" y="374"/>
                    </a:lnTo>
                    <a:lnTo>
                      <a:pt x="469" y="374"/>
                    </a:lnTo>
                    <a:lnTo>
                      <a:pt x="469" y="374"/>
                    </a:lnTo>
                    <a:lnTo>
                      <a:pt x="469" y="372"/>
                    </a:lnTo>
                    <a:lnTo>
                      <a:pt x="467" y="372"/>
                    </a:lnTo>
                    <a:lnTo>
                      <a:pt x="467" y="372"/>
                    </a:lnTo>
                    <a:lnTo>
                      <a:pt x="467" y="372"/>
                    </a:lnTo>
                    <a:lnTo>
                      <a:pt x="467" y="372"/>
                    </a:lnTo>
                    <a:lnTo>
                      <a:pt x="464" y="372"/>
                    </a:lnTo>
                    <a:lnTo>
                      <a:pt x="464" y="372"/>
                    </a:lnTo>
                    <a:lnTo>
                      <a:pt x="464" y="372"/>
                    </a:lnTo>
                    <a:lnTo>
                      <a:pt x="462" y="372"/>
                    </a:lnTo>
                    <a:lnTo>
                      <a:pt x="462" y="370"/>
                    </a:lnTo>
                    <a:lnTo>
                      <a:pt x="462" y="370"/>
                    </a:lnTo>
                    <a:lnTo>
                      <a:pt x="462" y="370"/>
                    </a:lnTo>
                    <a:lnTo>
                      <a:pt x="462" y="370"/>
                    </a:lnTo>
                    <a:lnTo>
                      <a:pt x="464" y="370"/>
                    </a:lnTo>
                    <a:lnTo>
                      <a:pt x="464" y="367"/>
                    </a:lnTo>
                    <a:lnTo>
                      <a:pt x="464" y="367"/>
                    </a:lnTo>
                    <a:lnTo>
                      <a:pt x="464" y="367"/>
                    </a:lnTo>
                    <a:lnTo>
                      <a:pt x="464" y="365"/>
                    </a:lnTo>
                    <a:lnTo>
                      <a:pt x="464" y="365"/>
                    </a:lnTo>
                    <a:lnTo>
                      <a:pt x="467" y="365"/>
                    </a:lnTo>
                    <a:lnTo>
                      <a:pt x="467" y="362"/>
                    </a:lnTo>
                    <a:lnTo>
                      <a:pt x="467" y="362"/>
                    </a:lnTo>
                    <a:lnTo>
                      <a:pt x="464" y="362"/>
                    </a:lnTo>
                    <a:lnTo>
                      <a:pt x="464" y="362"/>
                    </a:lnTo>
                    <a:lnTo>
                      <a:pt x="462" y="362"/>
                    </a:lnTo>
                    <a:lnTo>
                      <a:pt x="462" y="362"/>
                    </a:lnTo>
                    <a:lnTo>
                      <a:pt x="462" y="362"/>
                    </a:lnTo>
                    <a:lnTo>
                      <a:pt x="462" y="360"/>
                    </a:lnTo>
                    <a:lnTo>
                      <a:pt x="462" y="360"/>
                    </a:lnTo>
                    <a:lnTo>
                      <a:pt x="462" y="362"/>
                    </a:lnTo>
                    <a:lnTo>
                      <a:pt x="460" y="362"/>
                    </a:lnTo>
                    <a:lnTo>
                      <a:pt x="460" y="362"/>
                    </a:lnTo>
                    <a:lnTo>
                      <a:pt x="460" y="362"/>
                    </a:lnTo>
                    <a:lnTo>
                      <a:pt x="460" y="360"/>
                    </a:lnTo>
                    <a:lnTo>
                      <a:pt x="457" y="360"/>
                    </a:lnTo>
                    <a:lnTo>
                      <a:pt x="457" y="360"/>
                    </a:lnTo>
                    <a:lnTo>
                      <a:pt x="455" y="360"/>
                    </a:lnTo>
                    <a:lnTo>
                      <a:pt x="455" y="360"/>
                    </a:lnTo>
                    <a:lnTo>
                      <a:pt x="455" y="360"/>
                    </a:lnTo>
                    <a:lnTo>
                      <a:pt x="453" y="360"/>
                    </a:lnTo>
                    <a:lnTo>
                      <a:pt x="453" y="360"/>
                    </a:lnTo>
                    <a:lnTo>
                      <a:pt x="453" y="360"/>
                    </a:lnTo>
                    <a:lnTo>
                      <a:pt x="450" y="360"/>
                    </a:lnTo>
                    <a:lnTo>
                      <a:pt x="450" y="360"/>
                    </a:lnTo>
                    <a:lnTo>
                      <a:pt x="448" y="360"/>
                    </a:lnTo>
                    <a:lnTo>
                      <a:pt x="448" y="360"/>
                    </a:lnTo>
                    <a:lnTo>
                      <a:pt x="448" y="360"/>
                    </a:lnTo>
                    <a:lnTo>
                      <a:pt x="445" y="360"/>
                    </a:lnTo>
                    <a:lnTo>
                      <a:pt x="445" y="360"/>
                    </a:lnTo>
                    <a:lnTo>
                      <a:pt x="445" y="360"/>
                    </a:lnTo>
                    <a:lnTo>
                      <a:pt x="443" y="360"/>
                    </a:lnTo>
                    <a:lnTo>
                      <a:pt x="443" y="360"/>
                    </a:lnTo>
                    <a:lnTo>
                      <a:pt x="441" y="360"/>
                    </a:lnTo>
                    <a:lnTo>
                      <a:pt x="441" y="360"/>
                    </a:lnTo>
                    <a:lnTo>
                      <a:pt x="441" y="360"/>
                    </a:lnTo>
                    <a:lnTo>
                      <a:pt x="441" y="360"/>
                    </a:lnTo>
                    <a:lnTo>
                      <a:pt x="438" y="360"/>
                    </a:lnTo>
                    <a:lnTo>
                      <a:pt x="438" y="360"/>
                    </a:lnTo>
                    <a:lnTo>
                      <a:pt x="436" y="360"/>
                    </a:lnTo>
                    <a:lnTo>
                      <a:pt x="436" y="360"/>
                    </a:lnTo>
                    <a:lnTo>
                      <a:pt x="436" y="360"/>
                    </a:lnTo>
                    <a:lnTo>
                      <a:pt x="434" y="360"/>
                    </a:lnTo>
                    <a:lnTo>
                      <a:pt x="434" y="360"/>
                    </a:lnTo>
                    <a:lnTo>
                      <a:pt x="434" y="360"/>
                    </a:lnTo>
                    <a:lnTo>
                      <a:pt x="434" y="358"/>
                    </a:lnTo>
                    <a:lnTo>
                      <a:pt x="434" y="358"/>
                    </a:lnTo>
                    <a:lnTo>
                      <a:pt x="434" y="355"/>
                    </a:lnTo>
                    <a:lnTo>
                      <a:pt x="434" y="355"/>
                    </a:lnTo>
                    <a:lnTo>
                      <a:pt x="434" y="353"/>
                    </a:lnTo>
                    <a:lnTo>
                      <a:pt x="434" y="353"/>
                    </a:lnTo>
                    <a:lnTo>
                      <a:pt x="434" y="353"/>
                    </a:lnTo>
                    <a:lnTo>
                      <a:pt x="434" y="351"/>
                    </a:lnTo>
                    <a:lnTo>
                      <a:pt x="434" y="351"/>
                    </a:lnTo>
                    <a:lnTo>
                      <a:pt x="431" y="351"/>
                    </a:lnTo>
                    <a:lnTo>
                      <a:pt x="431" y="348"/>
                    </a:lnTo>
                    <a:lnTo>
                      <a:pt x="431" y="348"/>
                    </a:lnTo>
                    <a:lnTo>
                      <a:pt x="431" y="346"/>
                    </a:lnTo>
                    <a:lnTo>
                      <a:pt x="431" y="346"/>
                    </a:lnTo>
                    <a:lnTo>
                      <a:pt x="431" y="343"/>
                    </a:lnTo>
                    <a:lnTo>
                      <a:pt x="431" y="343"/>
                    </a:lnTo>
                    <a:lnTo>
                      <a:pt x="431" y="343"/>
                    </a:lnTo>
                    <a:lnTo>
                      <a:pt x="431" y="343"/>
                    </a:lnTo>
                    <a:lnTo>
                      <a:pt x="429" y="343"/>
                    </a:lnTo>
                    <a:lnTo>
                      <a:pt x="429" y="343"/>
                    </a:lnTo>
                    <a:lnTo>
                      <a:pt x="429" y="343"/>
                    </a:lnTo>
                    <a:lnTo>
                      <a:pt x="426" y="343"/>
                    </a:lnTo>
                    <a:lnTo>
                      <a:pt x="426" y="343"/>
                    </a:lnTo>
                    <a:lnTo>
                      <a:pt x="426" y="343"/>
                    </a:lnTo>
                    <a:lnTo>
                      <a:pt x="424" y="343"/>
                    </a:lnTo>
                    <a:lnTo>
                      <a:pt x="424" y="343"/>
                    </a:lnTo>
                    <a:lnTo>
                      <a:pt x="422" y="343"/>
                    </a:lnTo>
                    <a:lnTo>
                      <a:pt x="422" y="343"/>
                    </a:lnTo>
                    <a:lnTo>
                      <a:pt x="422" y="341"/>
                    </a:lnTo>
                    <a:lnTo>
                      <a:pt x="422" y="341"/>
                    </a:lnTo>
                    <a:lnTo>
                      <a:pt x="419" y="341"/>
                    </a:lnTo>
                    <a:lnTo>
                      <a:pt x="419" y="341"/>
                    </a:lnTo>
                    <a:lnTo>
                      <a:pt x="419" y="339"/>
                    </a:lnTo>
                    <a:lnTo>
                      <a:pt x="419" y="339"/>
                    </a:lnTo>
                    <a:lnTo>
                      <a:pt x="419" y="336"/>
                    </a:lnTo>
                    <a:lnTo>
                      <a:pt x="419" y="336"/>
                    </a:lnTo>
                    <a:lnTo>
                      <a:pt x="419" y="334"/>
                    </a:lnTo>
                    <a:lnTo>
                      <a:pt x="419" y="334"/>
                    </a:lnTo>
                    <a:lnTo>
                      <a:pt x="419" y="334"/>
                    </a:lnTo>
                    <a:lnTo>
                      <a:pt x="419" y="332"/>
                    </a:lnTo>
                    <a:lnTo>
                      <a:pt x="419" y="332"/>
                    </a:lnTo>
                    <a:lnTo>
                      <a:pt x="422" y="332"/>
                    </a:lnTo>
                    <a:lnTo>
                      <a:pt x="422" y="332"/>
                    </a:lnTo>
                    <a:lnTo>
                      <a:pt x="422" y="332"/>
                    </a:lnTo>
                    <a:lnTo>
                      <a:pt x="422" y="329"/>
                    </a:lnTo>
                    <a:lnTo>
                      <a:pt x="422" y="329"/>
                    </a:lnTo>
                    <a:lnTo>
                      <a:pt x="422" y="327"/>
                    </a:lnTo>
                    <a:lnTo>
                      <a:pt x="422" y="327"/>
                    </a:lnTo>
                    <a:lnTo>
                      <a:pt x="422" y="325"/>
                    </a:lnTo>
                    <a:lnTo>
                      <a:pt x="422" y="325"/>
                    </a:lnTo>
                    <a:lnTo>
                      <a:pt x="422" y="325"/>
                    </a:lnTo>
                    <a:lnTo>
                      <a:pt x="422" y="325"/>
                    </a:lnTo>
                    <a:lnTo>
                      <a:pt x="422" y="322"/>
                    </a:lnTo>
                    <a:lnTo>
                      <a:pt x="422" y="322"/>
                    </a:lnTo>
                    <a:lnTo>
                      <a:pt x="422" y="320"/>
                    </a:lnTo>
                    <a:lnTo>
                      <a:pt x="422" y="320"/>
                    </a:lnTo>
                    <a:lnTo>
                      <a:pt x="422" y="317"/>
                    </a:lnTo>
                    <a:lnTo>
                      <a:pt x="422" y="317"/>
                    </a:lnTo>
                    <a:lnTo>
                      <a:pt x="422" y="315"/>
                    </a:lnTo>
                    <a:lnTo>
                      <a:pt x="422" y="315"/>
                    </a:lnTo>
                    <a:lnTo>
                      <a:pt x="422" y="317"/>
                    </a:lnTo>
                    <a:lnTo>
                      <a:pt x="419" y="317"/>
                    </a:lnTo>
                    <a:lnTo>
                      <a:pt x="419" y="317"/>
                    </a:lnTo>
                    <a:lnTo>
                      <a:pt x="419" y="317"/>
                    </a:lnTo>
                    <a:lnTo>
                      <a:pt x="419" y="317"/>
                    </a:lnTo>
                    <a:lnTo>
                      <a:pt x="417" y="317"/>
                    </a:lnTo>
                    <a:lnTo>
                      <a:pt x="417" y="317"/>
                    </a:lnTo>
                    <a:lnTo>
                      <a:pt x="417" y="317"/>
                    </a:lnTo>
                    <a:lnTo>
                      <a:pt x="415" y="317"/>
                    </a:lnTo>
                    <a:lnTo>
                      <a:pt x="415" y="315"/>
                    </a:lnTo>
                    <a:lnTo>
                      <a:pt x="415" y="315"/>
                    </a:lnTo>
                    <a:lnTo>
                      <a:pt x="415" y="315"/>
                    </a:lnTo>
                    <a:lnTo>
                      <a:pt x="415" y="313"/>
                    </a:lnTo>
                    <a:lnTo>
                      <a:pt x="415" y="313"/>
                    </a:lnTo>
                    <a:lnTo>
                      <a:pt x="415" y="313"/>
                    </a:lnTo>
                    <a:lnTo>
                      <a:pt x="415" y="313"/>
                    </a:lnTo>
                    <a:lnTo>
                      <a:pt x="415" y="310"/>
                    </a:lnTo>
                    <a:lnTo>
                      <a:pt x="415" y="310"/>
                    </a:lnTo>
                    <a:lnTo>
                      <a:pt x="412" y="310"/>
                    </a:lnTo>
                    <a:lnTo>
                      <a:pt x="412" y="308"/>
                    </a:lnTo>
                    <a:lnTo>
                      <a:pt x="412" y="308"/>
                    </a:lnTo>
                    <a:lnTo>
                      <a:pt x="412" y="308"/>
                    </a:lnTo>
                    <a:lnTo>
                      <a:pt x="412" y="306"/>
                    </a:lnTo>
                    <a:lnTo>
                      <a:pt x="412" y="306"/>
                    </a:lnTo>
                    <a:lnTo>
                      <a:pt x="412" y="306"/>
                    </a:lnTo>
                    <a:lnTo>
                      <a:pt x="410" y="306"/>
                    </a:lnTo>
                    <a:lnTo>
                      <a:pt x="410" y="306"/>
                    </a:lnTo>
                    <a:lnTo>
                      <a:pt x="410" y="303"/>
                    </a:lnTo>
                    <a:lnTo>
                      <a:pt x="408" y="303"/>
                    </a:lnTo>
                    <a:lnTo>
                      <a:pt x="408" y="303"/>
                    </a:lnTo>
                    <a:lnTo>
                      <a:pt x="408" y="303"/>
                    </a:lnTo>
                    <a:lnTo>
                      <a:pt x="408" y="303"/>
                    </a:lnTo>
                    <a:lnTo>
                      <a:pt x="408" y="303"/>
                    </a:lnTo>
                    <a:lnTo>
                      <a:pt x="405" y="303"/>
                    </a:lnTo>
                    <a:lnTo>
                      <a:pt x="405" y="301"/>
                    </a:lnTo>
                    <a:lnTo>
                      <a:pt x="405" y="301"/>
                    </a:lnTo>
                    <a:lnTo>
                      <a:pt x="405" y="301"/>
                    </a:lnTo>
                    <a:lnTo>
                      <a:pt x="403" y="301"/>
                    </a:lnTo>
                    <a:lnTo>
                      <a:pt x="403" y="298"/>
                    </a:lnTo>
                    <a:lnTo>
                      <a:pt x="403" y="298"/>
                    </a:lnTo>
                    <a:lnTo>
                      <a:pt x="403" y="298"/>
                    </a:lnTo>
                    <a:lnTo>
                      <a:pt x="403" y="296"/>
                    </a:lnTo>
                    <a:lnTo>
                      <a:pt x="403" y="296"/>
                    </a:lnTo>
                    <a:lnTo>
                      <a:pt x="403" y="296"/>
                    </a:lnTo>
                    <a:lnTo>
                      <a:pt x="400" y="296"/>
                    </a:lnTo>
                    <a:lnTo>
                      <a:pt x="400" y="294"/>
                    </a:lnTo>
                    <a:lnTo>
                      <a:pt x="400" y="294"/>
                    </a:lnTo>
                    <a:lnTo>
                      <a:pt x="400" y="294"/>
                    </a:lnTo>
                    <a:lnTo>
                      <a:pt x="400" y="296"/>
                    </a:lnTo>
                    <a:lnTo>
                      <a:pt x="398" y="296"/>
                    </a:lnTo>
                    <a:lnTo>
                      <a:pt x="398" y="296"/>
                    </a:lnTo>
                    <a:lnTo>
                      <a:pt x="396" y="296"/>
                    </a:lnTo>
                    <a:lnTo>
                      <a:pt x="396" y="296"/>
                    </a:lnTo>
                    <a:lnTo>
                      <a:pt x="396" y="296"/>
                    </a:lnTo>
                    <a:lnTo>
                      <a:pt x="396" y="296"/>
                    </a:lnTo>
                    <a:lnTo>
                      <a:pt x="393" y="296"/>
                    </a:lnTo>
                    <a:lnTo>
                      <a:pt x="393" y="298"/>
                    </a:lnTo>
                    <a:lnTo>
                      <a:pt x="393" y="298"/>
                    </a:lnTo>
                    <a:lnTo>
                      <a:pt x="393" y="298"/>
                    </a:lnTo>
                    <a:lnTo>
                      <a:pt x="391" y="298"/>
                    </a:lnTo>
                    <a:lnTo>
                      <a:pt x="391" y="298"/>
                    </a:lnTo>
                    <a:lnTo>
                      <a:pt x="391" y="298"/>
                    </a:lnTo>
                    <a:lnTo>
                      <a:pt x="389" y="298"/>
                    </a:lnTo>
                    <a:lnTo>
                      <a:pt x="389" y="298"/>
                    </a:lnTo>
                    <a:lnTo>
                      <a:pt x="389" y="301"/>
                    </a:lnTo>
                    <a:lnTo>
                      <a:pt x="389" y="301"/>
                    </a:lnTo>
                    <a:lnTo>
                      <a:pt x="386" y="301"/>
                    </a:lnTo>
                    <a:lnTo>
                      <a:pt x="386" y="301"/>
                    </a:lnTo>
                    <a:lnTo>
                      <a:pt x="386" y="298"/>
                    </a:lnTo>
                    <a:lnTo>
                      <a:pt x="386" y="298"/>
                    </a:lnTo>
                    <a:lnTo>
                      <a:pt x="384" y="298"/>
                    </a:lnTo>
                    <a:lnTo>
                      <a:pt x="384" y="298"/>
                    </a:lnTo>
                    <a:lnTo>
                      <a:pt x="382" y="298"/>
                    </a:lnTo>
                    <a:lnTo>
                      <a:pt x="382" y="298"/>
                    </a:lnTo>
                    <a:lnTo>
                      <a:pt x="382" y="298"/>
                    </a:lnTo>
                    <a:lnTo>
                      <a:pt x="379" y="298"/>
                    </a:lnTo>
                    <a:lnTo>
                      <a:pt x="379" y="298"/>
                    </a:lnTo>
                    <a:lnTo>
                      <a:pt x="379" y="298"/>
                    </a:lnTo>
                    <a:lnTo>
                      <a:pt x="377" y="298"/>
                    </a:lnTo>
                    <a:lnTo>
                      <a:pt x="377" y="298"/>
                    </a:lnTo>
                    <a:lnTo>
                      <a:pt x="374" y="298"/>
                    </a:lnTo>
                    <a:lnTo>
                      <a:pt x="374" y="298"/>
                    </a:lnTo>
                    <a:lnTo>
                      <a:pt x="374" y="298"/>
                    </a:lnTo>
                    <a:lnTo>
                      <a:pt x="372" y="298"/>
                    </a:lnTo>
                    <a:lnTo>
                      <a:pt x="372" y="298"/>
                    </a:lnTo>
                    <a:lnTo>
                      <a:pt x="372" y="298"/>
                    </a:lnTo>
                    <a:lnTo>
                      <a:pt x="370" y="298"/>
                    </a:lnTo>
                    <a:lnTo>
                      <a:pt x="370" y="298"/>
                    </a:lnTo>
                    <a:lnTo>
                      <a:pt x="370" y="298"/>
                    </a:lnTo>
                    <a:lnTo>
                      <a:pt x="367" y="298"/>
                    </a:lnTo>
                    <a:lnTo>
                      <a:pt x="367" y="298"/>
                    </a:lnTo>
                    <a:lnTo>
                      <a:pt x="367" y="298"/>
                    </a:lnTo>
                    <a:lnTo>
                      <a:pt x="365" y="298"/>
                    </a:lnTo>
                    <a:lnTo>
                      <a:pt x="365" y="298"/>
                    </a:lnTo>
                    <a:lnTo>
                      <a:pt x="363" y="298"/>
                    </a:lnTo>
                    <a:lnTo>
                      <a:pt x="363" y="298"/>
                    </a:lnTo>
                    <a:lnTo>
                      <a:pt x="363" y="298"/>
                    </a:lnTo>
                    <a:lnTo>
                      <a:pt x="360" y="298"/>
                    </a:lnTo>
                    <a:lnTo>
                      <a:pt x="360" y="298"/>
                    </a:lnTo>
                    <a:lnTo>
                      <a:pt x="360" y="298"/>
                    </a:lnTo>
                    <a:lnTo>
                      <a:pt x="360" y="298"/>
                    </a:lnTo>
                    <a:lnTo>
                      <a:pt x="358" y="298"/>
                    </a:lnTo>
                    <a:lnTo>
                      <a:pt x="358" y="298"/>
                    </a:lnTo>
                    <a:lnTo>
                      <a:pt x="355" y="298"/>
                    </a:lnTo>
                    <a:lnTo>
                      <a:pt x="355" y="298"/>
                    </a:lnTo>
                    <a:lnTo>
                      <a:pt x="355" y="298"/>
                    </a:lnTo>
                    <a:lnTo>
                      <a:pt x="353" y="298"/>
                    </a:lnTo>
                    <a:lnTo>
                      <a:pt x="353" y="298"/>
                    </a:lnTo>
                    <a:lnTo>
                      <a:pt x="353" y="298"/>
                    </a:lnTo>
                    <a:lnTo>
                      <a:pt x="353" y="301"/>
                    </a:lnTo>
                    <a:lnTo>
                      <a:pt x="351" y="301"/>
                    </a:lnTo>
                    <a:lnTo>
                      <a:pt x="351" y="301"/>
                    </a:lnTo>
                    <a:lnTo>
                      <a:pt x="348" y="301"/>
                    </a:lnTo>
                    <a:lnTo>
                      <a:pt x="348" y="301"/>
                    </a:lnTo>
                    <a:lnTo>
                      <a:pt x="348" y="301"/>
                    </a:lnTo>
                    <a:lnTo>
                      <a:pt x="346" y="301"/>
                    </a:lnTo>
                    <a:lnTo>
                      <a:pt x="346" y="301"/>
                    </a:lnTo>
                    <a:lnTo>
                      <a:pt x="346" y="301"/>
                    </a:lnTo>
                    <a:lnTo>
                      <a:pt x="346" y="301"/>
                    </a:lnTo>
                    <a:lnTo>
                      <a:pt x="344" y="301"/>
                    </a:lnTo>
                    <a:lnTo>
                      <a:pt x="344" y="301"/>
                    </a:lnTo>
                    <a:lnTo>
                      <a:pt x="341" y="301"/>
                    </a:lnTo>
                    <a:lnTo>
                      <a:pt x="341" y="301"/>
                    </a:lnTo>
                    <a:lnTo>
                      <a:pt x="341" y="301"/>
                    </a:lnTo>
                    <a:lnTo>
                      <a:pt x="339" y="301"/>
                    </a:lnTo>
                    <a:lnTo>
                      <a:pt x="339" y="303"/>
                    </a:lnTo>
                    <a:lnTo>
                      <a:pt x="339" y="303"/>
                    </a:lnTo>
                    <a:lnTo>
                      <a:pt x="339" y="303"/>
                    </a:lnTo>
                    <a:lnTo>
                      <a:pt x="337" y="303"/>
                    </a:lnTo>
                    <a:lnTo>
                      <a:pt x="337" y="303"/>
                    </a:lnTo>
                    <a:lnTo>
                      <a:pt x="334" y="303"/>
                    </a:lnTo>
                    <a:lnTo>
                      <a:pt x="334" y="303"/>
                    </a:lnTo>
                    <a:lnTo>
                      <a:pt x="334" y="303"/>
                    </a:lnTo>
                    <a:lnTo>
                      <a:pt x="334" y="301"/>
                    </a:lnTo>
                    <a:lnTo>
                      <a:pt x="332" y="301"/>
                    </a:lnTo>
                    <a:lnTo>
                      <a:pt x="332" y="301"/>
                    </a:lnTo>
                    <a:lnTo>
                      <a:pt x="332" y="301"/>
                    </a:lnTo>
                    <a:lnTo>
                      <a:pt x="332" y="298"/>
                    </a:lnTo>
                    <a:lnTo>
                      <a:pt x="329" y="298"/>
                    </a:lnTo>
                    <a:lnTo>
                      <a:pt x="329" y="298"/>
                    </a:lnTo>
                    <a:lnTo>
                      <a:pt x="329" y="298"/>
                    </a:lnTo>
                    <a:lnTo>
                      <a:pt x="329" y="296"/>
                    </a:lnTo>
                    <a:lnTo>
                      <a:pt x="329" y="296"/>
                    </a:lnTo>
                    <a:lnTo>
                      <a:pt x="329" y="296"/>
                    </a:lnTo>
                    <a:lnTo>
                      <a:pt x="327" y="296"/>
                    </a:lnTo>
                    <a:lnTo>
                      <a:pt x="327" y="294"/>
                    </a:lnTo>
                    <a:lnTo>
                      <a:pt x="327" y="294"/>
                    </a:lnTo>
                    <a:lnTo>
                      <a:pt x="327" y="294"/>
                    </a:lnTo>
                    <a:lnTo>
                      <a:pt x="327" y="294"/>
                    </a:lnTo>
                    <a:lnTo>
                      <a:pt x="325" y="294"/>
                    </a:lnTo>
                    <a:lnTo>
                      <a:pt x="325" y="294"/>
                    </a:lnTo>
                    <a:lnTo>
                      <a:pt x="325" y="294"/>
                    </a:lnTo>
                    <a:lnTo>
                      <a:pt x="325" y="291"/>
                    </a:lnTo>
                    <a:lnTo>
                      <a:pt x="322" y="291"/>
                    </a:lnTo>
                    <a:lnTo>
                      <a:pt x="322" y="291"/>
                    </a:lnTo>
                    <a:lnTo>
                      <a:pt x="322" y="291"/>
                    </a:lnTo>
                    <a:lnTo>
                      <a:pt x="322" y="289"/>
                    </a:lnTo>
                    <a:lnTo>
                      <a:pt x="322" y="289"/>
                    </a:lnTo>
                    <a:lnTo>
                      <a:pt x="322" y="289"/>
                    </a:lnTo>
                    <a:lnTo>
                      <a:pt x="320" y="289"/>
                    </a:lnTo>
                    <a:lnTo>
                      <a:pt x="320" y="287"/>
                    </a:lnTo>
                    <a:lnTo>
                      <a:pt x="320" y="287"/>
                    </a:lnTo>
                    <a:lnTo>
                      <a:pt x="320" y="287"/>
                    </a:lnTo>
                    <a:lnTo>
                      <a:pt x="320" y="287"/>
                    </a:lnTo>
                    <a:lnTo>
                      <a:pt x="318" y="287"/>
                    </a:lnTo>
                    <a:lnTo>
                      <a:pt x="318" y="284"/>
                    </a:lnTo>
                    <a:lnTo>
                      <a:pt x="318" y="284"/>
                    </a:lnTo>
                    <a:lnTo>
                      <a:pt x="318" y="284"/>
                    </a:lnTo>
                    <a:lnTo>
                      <a:pt x="315" y="284"/>
                    </a:lnTo>
                    <a:lnTo>
                      <a:pt x="315" y="284"/>
                    </a:lnTo>
                    <a:lnTo>
                      <a:pt x="315" y="284"/>
                    </a:lnTo>
                    <a:lnTo>
                      <a:pt x="315" y="282"/>
                    </a:lnTo>
                    <a:lnTo>
                      <a:pt x="315" y="282"/>
                    </a:lnTo>
                    <a:lnTo>
                      <a:pt x="315" y="279"/>
                    </a:lnTo>
                    <a:lnTo>
                      <a:pt x="315" y="279"/>
                    </a:lnTo>
                    <a:lnTo>
                      <a:pt x="313" y="279"/>
                    </a:lnTo>
                    <a:lnTo>
                      <a:pt x="313" y="279"/>
                    </a:lnTo>
                    <a:lnTo>
                      <a:pt x="313" y="279"/>
                    </a:lnTo>
                    <a:lnTo>
                      <a:pt x="313" y="279"/>
                    </a:lnTo>
                    <a:lnTo>
                      <a:pt x="313" y="277"/>
                    </a:lnTo>
                    <a:lnTo>
                      <a:pt x="313" y="277"/>
                    </a:lnTo>
                    <a:lnTo>
                      <a:pt x="310" y="277"/>
                    </a:lnTo>
                    <a:lnTo>
                      <a:pt x="310" y="275"/>
                    </a:lnTo>
                    <a:lnTo>
                      <a:pt x="310" y="275"/>
                    </a:lnTo>
                    <a:lnTo>
                      <a:pt x="310" y="275"/>
                    </a:lnTo>
                    <a:lnTo>
                      <a:pt x="313" y="275"/>
                    </a:lnTo>
                    <a:lnTo>
                      <a:pt x="313" y="272"/>
                    </a:lnTo>
                    <a:lnTo>
                      <a:pt x="313" y="272"/>
                    </a:lnTo>
                    <a:lnTo>
                      <a:pt x="313" y="272"/>
                    </a:lnTo>
                    <a:lnTo>
                      <a:pt x="313" y="272"/>
                    </a:lnTo>
                    <a:lnTo>
                      <a:pt x="315" y="272"/>
                    </a:lnTo>
                    <a:lnTo>
                      <a:pt x="315" y="272"/>
                    </a:lnTo>
                    <a:lnTo>
                      <a:pt x="315" y="272"/>
                    </a:lnTo>
                    <a:lnTo>
                      <a:pt x="318" y="272"/>
                    </a:lnTo>
                    <a:lnTo>
                      <a:pt x="318" y="272"/>
                    </a:lnTo>
                    <a:lnTo>
                      <a:pt x="318" y="270"/>
                    </a:lnTo>
                    <a:lnTo>
                      <a:pt x="320" y="270"/>
                    </a:lnTo>
                    <a:lnTo>
                      <a:pt x="320" y="270"/>
                    </a:lnTo>
                    <a:lnTo>
                      <a:pt x="320" y="270"/>
                    </a:lnTo>
                    <a:lnTo>
                      <a:pt x="320" y="272"/>
                    </a:lnTo>
                    <a:lnTo>
                      <a:pt x="322" y="272"/>
                    </a:lnTo>
                    <a:lnTo>
                      <a:pt x="322" y="270"/>
                    </a:lnTo>
                    <a:lnTo>
                      <a:pt x="322" y="270"/>
                    </a:lnTo>
                    <a:lnTo>
                      <a:pt x="322" y="270"/>
                    </a:lnTo>
                    <a:lnTo>
                      <a:pt x="322" y="270"/>
                    </a:lnTo>
                    <a:lnTo>
                      <a:pt x="322" y="268"/>
                    </a:lnTo>
                    <a:lnTo>
                      <a:pt x="325" y="268"/>
                    </a:lnTo>
                    <a:lnTo>
                      <a:pt x="325" y="268"/>
                    </a:lnTo>
                    <a:lnTo>
                      <a:pt x="327" y="268"/>
                    </a:lnTo>
                    <a:lnTo>
                      <a:pt x="327" y="268"/>
                    </a:lnTo>
                    <a:lnTo>
                      <a:pt x="327" y="265"/>
                    </a:lnTo>
                    <a:lnTo>
                      <a:pt x="327" y="265"/>
                    </a:lnTo>
                    <a:lnTo>
                      <a:pt x="327" y="265"/>
                    </a:lnTo>
                    <a:lnTo>
                      <a:pt x="327" y="265"/>
                    </a:lnTo>
                    <a:lnTo>
                      <a:pt x="325" y="265"/>
                    </a:lnTo>
                    <a:lnTo>
                      <a:pt x="325" y="265"/>
                    </a:lnTo>
                    <a:lnTo>
                      <a:pt x="322" y="265"/>
                    </a:lnTo>
                    <a:lnTo>
                      <a:pt x="322" y="263"/>
                    </a:lnTo>
                    <a:lnTo>
                      <a:pt x="322" y="263"/>
                    </a:lnTo>
                    <a:lnTo>
                      <a:pt x="322" y="263"/>
                    </a:lnTo>
                    <a:lnTo>
                      <a:pt x="320" y="263"/>
                    </a:lnTo>
                    <a:lnTo>
                      <a:pt x="320" y="263"/>
                    </a:lnTo>
                    <a:lnTo>
                      <a:pt x="320" y="263"/>
                    </a:lnTo>
                    <a:lnTo>
                      <a:pt x="320" y="263"/>
                    </a:lnTo>
                    <a:lnTo>
                      <a:pt x="320" y="263"/>
                    </a:lnTo>
                    <a:lnTo>
                      <a:pt x="320" y="261"/>
                    </a:lnTo>
                    <a:lnTo>
                      <a:pt x="318" y="261"/>
                    </a:lnTo>
                    <a:lnTo>
                      <a:pt x="318" y="261"/>
                    </a:lnTo>
                    <a:lnTo>
                      <a:pt x="318" y="258"/>
                    </a:lnTo>
                    <a:lnTo>
                      <a:pt x="318" y="258"/>
                    </a:lnTo>
                    <a:lnTo>
                      <a:pt x="320" y="258"/>
                    </a:lnTo>
                    <a:lnTo>
                      <a:pt x="320" y="256"/>
                    </a:lnTo>
                    <a:lnTo>
                      <a:pt x="320" y="256"/>
                    </a:lnTo>
                    <a:lnTo>
                      <a:pt x="318" y="256"/>
                    </a:lnTo>
                    <a:lnTo>
                      <a:pt x="318" y="256"/>
                    </a:lnTo>
                    <a:lnTo>
                      <a:pt x="318" y="256"/>
                    </a:lnTo>
                    <a:lnTo>
                      <a:pt x="315" y="256"/>
                    </a:lnTo>
                    <a:lnTo>
                      <a:pt x="315" y="256"/>
                    </a:lnTo>
                    <a:lnTo>
                      <a:pt x="315" y="256"/>
                    </a:lnTo>
                    <a:lnTo>
                      <a:pt x="315" y="256"/>
                    </a:lnTo>
                    <a:lnTo>
                      <a:pt x="315" y="253"/>
                    </a:lnTo>
                    <a:lnTo>
                      <a:pt x="313" y="253"/>
                    </a:lnTo>
                    <a:lnTo>
                      <a:pt x="313" y="253"/>
                    </a:lnTo>
                    <a:lnTo>
                      <a:pt x="313" y="253"/>
                    </a:lnTo>
                    <a:lnTo>
                      <a:pt x="313" y="253"/>
                    </a:lnTo>
                    <a:lnTo>
                      <a:pt x="313" y="253"/>
                    </a:lnTo>
                    <a:lnTo>
                      <a:pt x="313" y="251"/>
                    </a:lnTo>
                    <a:lnTo>
                      <a:pt x="310" y="251"/>
                    </a:lnTo>
                    <a:lnTo>
                      <a:pt x="310" y="251"/>
                    </a:lnTo>
                    <a:lnTo>
                      <a:pt x="310" y="249"/>
                    </a:lnTo>
                    <a:lnTo>
                      <a:pt x="310" y="249"/>
                    </a:lnTo>
                    <a:lnTo>
                      <a:pt x="310" y="249"/>
                    </a:lnTo>
                    <a:lnTo>
                      <a:pt x="310" y="246"/>
                    </a:lnTo>
                    <a:lnTo>
                      <a:pt x="310" y="246"/>
                    </a:lnTo>
                    <a:lnTo>
                      <a:pt x="310" y="244"/>
                    </a:lnTo>
                    <a:lnTo>
                      <a:pt x="308" y="244"/>
                    </a:lnTo>
                    <a:lnTo>
                      <a:pt x="308" y="244"/>
                    </a:lnTo>
                    <a:lnTo>
                      <a:pt x="308" y="244"/>
                    </a:lnTo>
                    <a:lnTo>
                      <a:pt x="310" y="244"/>
                    </a:lnTo>
                    <a:lnTo>
                      <a:pt x="310" y="242"/>
                    </a:lnTo>
                    <a:lnTo>
                      <a:pt x="310" y="242"/>
                    </a:lnTo>
                    <a:lnTo>
                      <a:pt x="310" y="242"/>
                    </a:lnTo>
                    <a:lnTo>
                      <a:pt x="313" y="242"/>
                    </a:lnTo>
                    <a:lnTo>
                      <a:pt x="313" y="239"/>
                    </a:lnTo>
                    <a:lnTo>
                      <a:pt x="313" y="239"/>
                    </a:lnTo>
                    <a:lnTo>
                      <a:pt x="313" y="237"/>
                    </a:lnTo>
                    <a:lnTo>
                      <a:pt x="310" y="237"/>
                    </a:lnTo>
                    <a:lnTo>
                      <a:pt x="310" y="237"/>
                    </a:lnTo>
                    <a:lnTo>
                      <a:pt x="310" y="237"/>
                    </a:lnTo>
                    <a:lnTo>
                      <a:pt x="310" y="234"/>
                    </a:lnTo>
                    <a:lnTo>
                      <a:pt x="310" y="234"/>
                    </a:lnTo>
                    <a:lnTo>
                      <a:pt x="313" y="234"/>
                    </a:lnTo>
                    <a:lnTo>
                      <a:pt x="313" y="234"/>
                    </a:lnTo>
                    <a:lnTo>
                      <a:pt x="313" y="234"/>
                    </a:lnTo>
                    <a:lnTo>
                      <a:pt x="313" y="234"/>
                    </a:lnTo>
                    <a:lnTo>
                      <a:pt x="313" y="234"/>
                    </a:lnTo>
                    <a:lnTo>
                      <a:pt x="315" y="234"/>
                    </a:lnTo>
                    <a:lnTo>
                      <a:pt x="315" y="234"/>
                    </a:lnTo>
                    <a:lnTo>
                      <a:pt x="315" y="234"/>
                    </a:lnTo>
                    <a:lnTo>
                      <a:pt x="315" y="232"/>
                    </a:lnTo>
                    <a:lnTo>
                      <a:pt x="318" y="232"/>
                    </a:lnTo>
                    <a:lnTo>
                      <a:pt x="318" y="232"/>
                    </a:lnTo>
                    <a:lnTo>
                      <a:pt x="318" y="232"/>
                    </a:lnTo>
                    <a:lnTo>
                      <a:pt x="318" y="230"/>
                    </a:lnTo>
                    <a:lnTo>
                      <a:pt x="320" y="230"/>
                    </a:lnTo>
                    <a:lnTo>
                      <a:pt x="320" y="230"/>
                    </a:lnTo>
                    <a:lnTo>
                      <a:pt x="320" y="227"/>
                    </a:lnTo>
                    <a:lnTo>
                      <a:pt x="320" y="227"/>
                    </a:lnTo>
                    <a:lnTo>
                      <a:pt x="320" y="227"/>
                    </a:lnTo>
                    <a:lnTo>
                      <a:pt x="320" y="227"/>
                    </a:lnTo>
                    <a:lnTo>
                      <a:pt x="320" y="225"/>
                    </a:lnTo>
                    <a:lnTo>
                      <a:pt x="320" y="225"/>
                    </a:lnTo>
                    <a:lnTo>
                      <a:pt x="322" y="225"/>
                    </a:lnTo>
                    <a:lnTo>
                      <a:pt x="322" y="225"/>
                    </a:lnTo>
                    <a:lnTo>
                      <a:pt x="322" y="225"/>
                    </a:lnTo>
                    <a:lnTo>
                      <a:pt x="322" y="225"/>
                    </a:lnTo>
                    <a:lnTo>
                      <a:pt x="322" y="225"/>
                    </a:lnTo>
                    <a:lnTo>
                      <a:pt x="322" y="225"/>
                    </a:lnTo>
                    <a:lnTo>
                      <a:pt x="322" y="223"/>
                    </a:lnTo>
                    <a:lnTo>
                      <a:pt x="325" y="223"/>
                    </a:lnTo>
                    <a:lnTo>
                      <a:pt x="325" y="223"/>
                    </a:lnTo>
                    <a:lnTo>
                      <a:pt x="325" y="223"/>
                    </a:lnTo>
                    <a:lnTo>
                      <a:pt x="325" y="220"/>
                    </a:lnTo>
                    <a:lnTo>
                      <a:pt x="327" y="220"/>
                    </a:lnTo>
                    <a:lnTo>
                      <a:pt x="327" y="220"/>
                    </a:lnTo>
                    <a:lnTo>
                      <a:pt x="325" y="220"/>
                    </a:lnTo>
                    <a:lnTo>
                      <a:pt x="325" y="220"/>
                    </a:lnTo>
                    <a:lnTo>
                      <a:pt x="322" y="220"/>
                    </a:lnTo>
                    <a:lnTo>
                      <a:pt x="322" y="220"/>
                    </a:lnTo>
                    <a:lnTo>
                      <a:pt x="322" y="220"/>
                    </a:lnTo>
                    <a:lnTo>
                      <a:pt x="320" y="220"/>
                    </a:lnTo>
                    <a:lnTo>
                      <a:pt x="320" y="220"/>
                    </a:lnTo>
                    <a:lnTo>
                      <a:pt x="320" y="220"/>
                    </a:lnTo>
                    <a:lnTo>
                      <a:pt x="320" y="223"/>
                    </a:lnTo>
                    <a:lnTo>
                      <a:pt x="320" y="223"/>
                    </a:lnTo>
                    <a:lnTo>
                      <a:pt x="320" y="223"/>
                    </a:lnTo>
                    <a:lnTo>
                      <a:pt x="318" y="223"/>
                    </a:lnTo>
                    <a:lnTo>
                      <a:pt x="318" y="225"/>
                    </a:lnTo>
                    <a:lnTo>
                      <a:pt x="318" y="225"/>
                    </a:lnTo>
                    <a:lnTo>
                      <a:pt x="318" y="225"/>
                    </a:lnTo>
                    <a:lnTo>
                      <a:pt x="318" y="225"/>
                    </a:lnTo>
                    <a:lnTo>
                      <a:pt x="318" y="225"/>
                    </a:lnTo>
                    <a:lnTo>
                      <a:pt x="318" y="227"/>
                    </a:lnTo>
                    <a:lnTo>
                      <a:pt x="318" y="227"/>
                    </a:lnTo>
                    <a:lnTo>
                      <a:pt x="315" y="227"/>
                    </a:lnTo>
                    <a:lnTo>
                      <a:pt x="315" y="227"/>
                    </a:lnTo>
                    <a:lnTo>
                      <a:pt x="315" y="227"/>
                    </a:lnTo>
                    <a:lnTo>
                      <a:pt x="313" y="227"/>
                    </a:lnTo>
                    <a:lnTo>
                      <a:pt x="313" y="227"/>
                    </a:lnTo>
                    <a:lnTo>
                      <a:pt x="313" y="227"/>
                    </a:lnTo>
                    <a:lnTo>
                      <a:pt x="310" y="227"/>
                    </a:lnTo>
                    <a:lnTo>
                      <a:pt x="310" y="227"/>
                    </a:lnTo>
                    <a:lnTo>
                      <a:pt x="308" y="227"/>
                    </a:lnTo>
                    <a:lnTo>
                      <a:pt x="308" y="225"/>
                    </a:lnTo>
                    <a:lnTo>
                      <a:pt x="308" y="225"/>
                    </a:lnTo>
                    <a:lnTo>
                      <a:pt x="308" y="225"/>
                    </a:lnTo>
                    <a:lnTo>
                      <a:pt x="308" y="225"/>
                    </a:lnTo>
                    <a:lnTo>
                      <a:pt x="308" y="223"/>
                    </a:lnTo>
                    <a:lnTo>
                      <a:pt x="308" y="223"/>
                    </a:lnTo>
                    <a:lnTo>
                      <a:pt x="308" y="220"/>
                    </a:lnTo>
                    <a:lnTo>
                      <a:pt x="308" y="220"/>
                    </a:lnTo>
                    <a:lnTo>
                      <a:pt x="310" y="220"/>
                    </a:lnTo>
                    <a:lnTo>
                      <a:pt x="310" y="220"/>
                    </a:lnTo>
                    <a:lnTo>
                      <a:pt x="308" y="220"/>
                    </a:lnTo>
                    <a:lnTo>
                      <a:pt x="308" y="220"/>
                    </a:lnTo>
                    <a:lnTo>
                      <a:pt x="308" y="220"/>
                    </a:lnTo>
                    <a:lnTo>
                      <a:pt x="306" y="220"/>
                    </a:lnTo>
                    <a:lnTo>
                      <a:pt x="306" y="220"/>
                    </a:lnTo>
                    <a:lnTo>
                      <a:pt x="306" y="220"/>
                    </a:lnTo>
                    <a:lnTo>
                      <a:pt x="306" y="220"/>
                    </a:lnTo>
                    <a:lnTo>
                      <a:pt x="306" y="223"/>
                    </a:lnTo>
                    <a:lnTo>
                      <a:pt x="308" y="223"/>
                    </a:lnTo>
                    <a:lnTo>
                      <a:pt x="308" y="223"/>
                    </a:lnTo>
                    <a:lnTo>
                      <a:pt x="306" y="223"/>
                    </a:lnTo>
                    <a:lnTo>
                      <a:pt x="306" y="225"/>
                    </a:lnTo>
                    <a:lnTo>
                      <a:pt x="306" y="225"/>
                    </a:lnTo>
                    <a:lnTo>
                      <a:pt x="306" y="225"/>
                    </a:lnTo>
                    <a:lnTo>
                      <a:pt x="306" y="225"/>
                    </a:lnTo>
                    <a:lnTo>
                      <a:pt x="303" y="225"/>
                    </a:lnTo>
                    <a:lnTo>
                      <a:pt x="303" y="225"/>
                    </a:lnTo>
                    <a:lnTo>
                      <a:pt x="301" y="225"/>
                    </a:lnTo>
                    <a:lnTo>
                      <a:pt x="301" y="225"/>
                    </a:lnTo>
                    <a:lnTo>
                      <a:pt x="301" y="225"/>
                    </a:lnTo>
                    <a:lnTo>
                      <a:pt x="301" y="225"/>
                    </a:lnTo>
                    <a:lnTo>
                      <a:pt x="301" y="225"/>
                    </a:lnTo>
                    <a:lnTo>
                      <a:pt x="301" y="225"/>
                    </a:lnTo>
                    <a:lnTo>
                      <a:pt x="301" y="227"/>
                    </a:lnTo>
                    <a:lnTo>
                      <a:pt x="299" y="227"/>
                    </a:lnTo>
                    <a:lnTo>
                      <a:pt x="299" y="225"/>
                    </a:lnTo>
                    <a:lnTo>
                      <a:pt x="299" y="225"/>
                    </a:lnTo>
                    <a:lnTo>
                      <a:pt x="299" y="225"/>
                    </a:lnTo>
                    <a:lnTo>
                      <a:pt x="299" y="225"/>
                    </a:lnTo>
                    <a:lnTo>
                      <a:pt x="299" y="223"/>
                    </a:lnTo>
                    <a:lnTo>
                      <a:pt x="299" y="223"/>
                    </a:lnTo>
                    <a:lnTo>
                      <a:pt x="296" y="223"/>
                    </a:lnTo>
                    <a:lnTo>
                      <a:pt x="296" y="223"/>
                    </a:lnTo>
                    <a:lnTo>
                      <a:pt x="296" y="223"/>
                    </a:lnTo>
                    <a:lnTo>
                      <a:pt x="294" y="223"/>
                    </a:lnTo>
                    <a:lnTo>
                      <a:pt x="294" y="223"/>
                    </a:lnTo>
                    <a:lnTo>
                      <a:pt x="294" y="223"/>
                    </a:lnTo>
                    <a:lnTo>
                      <a:pt x="294" y="225"/>
                    </a:lnTo>
                    <a:lnTo>
                      <a:pt x="294" y="225"/>
                    </a:lnTo>
                    <a:lnTo>
                      <a:pt x="292" y="225"/>
                    </a:lnTo>
                    <a:lnTo>
                      <a:pt x="292" y="225"/>
                    </a:lnTo>
                    <a:lnTo>
                      <a:pt x="292" y="225"/>
                    </a:lnTo>
                    <a:lnTo>
                      <a:pt x="292" y="225"/>
                    </a:lnTo>
                    <a:lnTo>
                      <a:pt x="292" y="227"/>
                    </a:lnTo>
                    <a:lnTo>
                      <a:pt x="292" y="227"/>
                    </a:lnTo>
                    <a:lnTo>
                      <a:pt x="292" y="227"/>
                    </a:lnTo>
                    <a:lnTo>
                      <a:pt x="294" y="227"/>
                    </a:lnTo>
                    <a:lnTo>
                      <a:pt x="294" y="230"/>
                    </a:lnTo>
                    <a:lnTo>
                      <a:pt x="294" y="230"/>
                    </a:lnTo>
                    <a:lnTo>
                      <a:pt x="294" y="230"/>
                    </a:lnTo>
                    <a:lnTo>
                      <a:pt x="296" y="230"/>
                    </a:lnTo>
                    <a:lnTo>
                      <a:pt x="296" y="230"/>
                    </a:lnTo>
                    <a:lnTo>
                      <a:pt x="296" y="230"/>
                    </a:lnTo>
                    <a:lnTo>
                      <a:pt x="296" y="227"/>
                    </a:lnTo>
                    <a:lnTo>
                      <a:pt x="299" y="227"/>
                    </a:lnTo>
                    <a:lnTo>
                      <a:pt x="299" y="227"/>
                    </a:lnTo>
                    <a:lnTo>
                      <a:pt x="301" y="227"/>
                    </a:lnTo>
                    <a:lnTo>
                      <a:pt x="301" y="230"/>
                    </a:lnTo>
                    <a:lnTo>
                      <a:pt x="301" y="230"/>
                    </a:lnTo>
                    <a:lnTo>
                      <a:pt x="301" y="230"/>
                    </a:lnTo>
                    <a:lnTo>
                      <a:pt x="301" y="230"/>
                    </a:lnTo>
                    <a:lnTo>
                      <a:pt x="303" y="230"/>
                    </a:lnTo>
                    <a:lnTo>
                      <a:pt x="303" y="230"/>
                    </a:lnTo>
                    <a:lnTo>
                      <a:pt x="306" y="230"/>
                    </a:lnTo>
                    <a:lnTo>
                      <a:pt x="306" y="230"/>
                    </a:lnTo>
                    <a:lnTo>
                      <a:pt x="306" y="230"/>
                    </a:lnTo>
                    <a:lnTo>
                      <a:pt x="308" y="230"/>
                    </a:lnTo>
                    <a:lnTo>
                      <a:pt x="308" y="230"/>
                    </a:lnTo>
                    <a:lnTo>
                      <a:pt x="308" y="232"/>
                    </a:lnTo>
                    <a:lnTo>
                      <a:pt x="308" y="232"/>
                    </a:lnTo>
                    <a:lnTo>
                      <a:pt x="308" y="234"/>
                    </a:lnTo>
                    <a:lnTo>
                      <a:pt x="308" y="234"/>
                    </a:lnTo>
                    <a:lnTo>
                      <a:pt x="308" y="234"/>
                    </a:lnTo>
                    <a:lnTo>
                      <a:pt x="308" y="234"/>
                    </a:lnTo>
                    <a:lnTo>
                      <a:pt x="306" y="234"/>
                    </a:lnTo>
                    <a:lnTo>
                      <a:pt x="306" y="234"/>
                    </a:lnTo>
                    <a:lnTo>
                      <a:pt x="306" y="234"/>
                    </a:lnTo>
                    <a:lnTo>
                      <a:pt x="306" y="237"/>
                    </a:lnTo>
                    <a:lnTo>
                      <a:pt x="303" y="237"/>
                    </a:lnTo>
                    <a:lnTo>
                      <a:pt x="303" y="234"/>
                    </a:lnTo>
                    <a:lnTo>
                      <a:pt x="303" y="234"/>
                    </a:lnTo>
                    <a:lnTo>
                      <a:pt x="301" y="234"/>
                    </a:lnTo>
                    <a:lnTo>
                      <a:pt x="301" y="234"/>
                    </a:lnTo>
                    <a:lnTo>
                      <a:pt x="301" y="234"/>
                    </a:lnTo>
                    <a:lnTo>
                      <a:pt x="301" y="234"/>
                    </a:lnTo>
                    <a:lnTo>
                      <a:pt x="299" y="234"/>
                    </a:lnTo>
                    <a:lnTo>
                      <a:pt x="299" y="234"/>
                    </a:lnTo>
                    <a:lnTo>
                      <a:pt x="299" y="234"/>
                    </a:lnTo>
                    <a:lnTo>
                      <a:pt x="296" y="234"/>
                    </a:lnTo>
                    <a:lnTo>
                      <a:pt x="296" y="234"/>
                    </a:lnTo>
                    <a:lnTo>
                      <a:pt x="296" y="234"/>
                    </a:lnTo>
                    <a:lnTo>
                      <a:pt x="296" y="234"/>
                    </a:lnTo>
                    <a:lnTo>
                      <a:pt x="294" y="234"/>
                    </a:lnTo>
                    <a:lnTo>
                      <a:pt x="294" y="234"/>
                    </a:lnTo>
                    <a:lnTo>
                      <a:pt x="294" y="234"/>
                    </a:lnTo>
                    <a:lnTo>
                      <a:pt x="292" y="234"/>
                    </a:lnTo>
                    <a:lnTo>
                      <a:pt x="292" y="234"/>
                    </a:lnTo>
                    <a:lnTo>
                      <a:pt x="292" y="234"/>
                    </a:lnTo>
                    <a:lnTo>
                      <a:pt x="289" y="234"/>
                    </a:lnTo>
                    <a:lnTo>
                      <a:pt x="289" y="237"/>
                    </a:lnTo>
                    <a:lnTo>
                      <a:pt x="289" y="237"/>
                    </a:lnTo>
                    <a:lnTo>
                      <a:pt x="289" y="237"/>
                    </a:lnTo>
                    <a:lnTo>
                      <a:pt x="287" y="237"/>
                    </a:lnTo>
                    <a:lnTo>
                      <a:pt x="287" y="234"/>
                    </a:lnTo>
                    <a:lnTo>
                      <a:pt x="287" y="234"/>
                    </a:lnTo>
                    <a:lnTo>
                      <a:pt x="287" y="234"/>
                    </a:lnTo>
                    <a:lnTo>
                      <a:pt x="287" y="234"/>
                    </a:lnTo>
                    <a:lnTo>
                      <a:pt x="287" y="232"/>
                    </a:lnTo>
                    <a:lnTo>
                      <a:pt x="287" y="232"/>
                    </a:lnTo>
                    <a:lnTo>
                      <a:pt x="287" y="232"/>
                    </a:lnTo>
                    <a:lnTo>
                      <a:pt x="284" y="232"/>
                    </a:lnTo>
                    <a:lnTo>
                      <a:pt x="284" y="230"/>
                    </a:lnTo>
                    <a:lnTo>
                      <a:pt x="284" y="230"/>
                    </a:lnTo>
                    <a:lnTo>
                      <a:pt x="282" y="230"/>
                    </a:lnTo>
                    <a:lnTo>
                      <a:pt x="282" y="230"/>
                    </a:lnTo>
                    <a:lnTo>
                      <a:pt x="282" y="230"/>
                    </a:lnTo>
                    <a:lnTo>
                      <a:pt x="280" y="230"/>
                    </a:lnTo>
                    <a:lnTo>
                      <a:pt x="280" y="232"/>
                    </a:lnTo>
                    <a:lnTo>
                      <a:pt x="282" y="232"/>
                    </a:lnTo>
                    <a:lnTo>
                      <a:pt x="282" y="232"/>
                    </a:lnTo>
                    <a:lnTo>
                      <a:pt x="282" y="232"/>
                    </a:lnTo>
                    <a:lnTo>
                      <a:pt x="282" y="234"/>
                    </a:lnTo>
                    <a:lnTo>
                      <a:pt x="282" y="234"/>
                    </a:lnTo>
                    <a:lnTo>
                      <a:pt x="282" y="234"/>
                    </a:lnTo>
                    <a:lnTo>
                      <a:pt x="282" y="234"/>
                    </a:lnTo>
                    <a:lnTo>
                      <a:pt x="282" y="237"/>
                    </a:lnTo>
                    <a:lnTo>
                      <a:pt x="282" y="237"/>
                    </a:lnTo>
                    <a:lnTo>
                      <a:pt x="282" y="237"/>
                    </a:lnTo>
                    <a:lnTo>
                      <a:pt x="282" y="237"/>
                    </a:lnTo>
                    <a:lnTo>
                      <a:pt x="282" y="239"/>
                    </a:lnTo>
                    <a:lnTo>
                      <a:pt x="282" y="239"/>
                    </a:lnTo>
                    <a:lnTo>
                      <a:pt x="282" y="239"/>
                    </a:lnTo>
                    <a:lnTo>
                      <a:pt x="282" y="242"/>
                    </a:lnTo>
                    <a:lnTo>
                      <a:pt x="282" y="242"/>
                    </a:lnTo>
                    <a:lnTo>
                      <a:pt x="282" y="242"/>
                    </a:lnTo>
                    <a:lnTo>
                      <a:pt x="282" y="244"/>
                    </a:lnTo>
                    <a:lnTo>
                      <a:pt x="282" y="244"/>
                    </a:lnTo>
                    <a:lnTo>
                      <a:pt x="280" y="244"/>
                    </a:lnTo>
                    <a:lnTo>
                      <a:pt x="280" y="244"/>
                    </a:lnTo>
                    <a:lnTo>
                      <a:pt x="280" y="244"/>
                    </a:lnTo>
                    <a:lnTo>
                      <a:pt x="277" y="244"/>
                    </a:lnTo>
                    <a:lnTo>
                      <a:pt x="277" y="244"/>
                    </a:lnTo>
                    <a:lnTo>
                      <a:pt x="277" y="244"/>
                    </a:lnTo>
                    <a:lnTo>
                      <a:pt x="275" y="244"/>
                    </a:lnTo>
                    <a:lnTo>
                      <a:pt x="275" y="244"/>
                    </a:lnTo>
                    <a:lnTo>
                      <a:pt x="275" y="244"/>
                    </a:lnTo>
                    <a:lnTo>
                      <a:pt x="275" y="244"/>
                    </a:lnTo>
                    <a:lnTo>
                      <a:pt x="275" y="242"/>
                    </a:lnTo>
                    <a:lnTo>
                      <a:pt x="275" y="242"/>
                    </a:lnTo>
                    <a:lnTo>
                      <a:pt x="275" y="242"/>
                    </a:lnTo>
                    <a:lnTo>
                      <a:pt x="275" y="239"/>
                    </a:lnTo>
                    <a:lnTo>
                      <a:pt x="277" y="239"/>
                    </a:lnTo>
                    <a:lnTo>
                      <a:pt x="277" y="239"/>
                    </a:lnTo>
                    <a:lnTo>
                      <a:pt x="277" y="239"/>
                    </a:lnTo>
                    <a:lnTo>
                      <a:pt x="277" y="239"/>
                    </a:lnTo>
                    <a:lnTo>
                      <a:pt x="275" y="239"/>
                    </a:lnTo>
                    <a:lnTo>
                      <a:pt x="275" y="239"/>
                    </a:lnTo>
                    <a:lnTo>
                      <a:pt x="275" y="239"/>
                    </a:lnTo>
                    <a:lnTo>
                      <a:pt x="275" y="239"/>
                    </a:lnTo>
                    <a:lnTo>
                      <a:pt x="273" y="239"/>
                    </a:lnTo>
                    <a:lnTo>
                      <a:pt x="273" y="239"/>
                    </a:lnTo>
                    <a:lnTo>
                      <a:pt x="273" y="239"/>
                    </a:lnTo>
                    <a:lnTo>
                      <a:pt x="270" y="239"/>
                    </a:lnTo>
                    <a:lnTo>
                      <a:pt x="270" y="239"/>
                    </a:lnTo>
                    <a:lnTo>
                      <a:pt x="268" y="239"/>
                    </a:lnTo>
                    <a:lnTo>
                      <a:pt x="268" y="239"/>
                    </a:lnTo>
                    <a:lnTo>
                      <a:pt x="268" y="242"/>
                    </a:lnTo>
                    <a:lnTo>
                      <a:pt x="268" y="242"/>
                    </a:lnTo>
                    <a:lnTo>
                      <a:pt x="266" y="242"/>
                    </a:lnTo>
                    <a:lnTo>
                      <a:pt x="266" y="242"/>
                    </a:lnTo>
                    <a:lnTo>
                      <a:pt x="266" y="242"/>
                    </a:lnTo>
                    <a:lnTo>
                      <a:pt x="266" y="242"/>
                    </a:lnTo>
                    <a:lnTo>
                      <a:pt x="266" y="244"/>
                    </a:lnTo>
                    <a:lnTo>
                      <a:pt x="263" y="244"/>
                    </a:lnTo>
                    <a:lnTo>
                      <a:pt x="263" y="244"/>
                    </a:lnTo>
                    <a:lnTo>
                      <a:pt x="263" y="244"/>
                    </a:lnTo>
                    <a:lnTo>
                      <a:pt x="263" y="244"/>
                    </a:lnTo>
                    <a:lnTo>
                      <a:pt x="263" y="246"/>
                    </a:lnTo>
                    <a:lnTo>
                      <a:pt x="263" y="246"/>
                    </a:lnTo>
                    <a:lnTo>
                      <a:pt x="263" y="249"/>
                    </a:lnTo>
                    <a:lnTo>
                      <a:pt x="261" y="249"/>
                    </a:lnTo>
                    <a:lnTo>
                      <a:pt x="261" y="249"/>
                    </a:lnTo>
                    <a:lnTo>
                      <a:pt x="261" y="249"/>
                    </a:lnTo>
                    <a:lnTo>
                      <a:pt x="261" y="249"/>
                    </a:lnTo>
                    <a:lnTo>
                      <a:pt x="258" y="249"/>
                    </a:lnTo>
                    <a:lnTo>
                      <a:pt x="258" y="249"/>
                    </a:lnTo>
                    <a:lnTo>
                      <a:pt x="258" y="251"/>
                    </a:lnTo>
                    <a:lnTo>
                      <a:pt x="256" y="251"/>
                    </a:lnTo>
                    <a:lnTo>
                      <a:pt x="256" y="251"/>
                    </a:lnTo>
                    <a:lnTo>
                      <a:pt x="256" y="251"/>
                    </a:lnTo>
                    <a:lnTo>
                      <a:pt x="254" y="251"/>
                    </a:lnTo>
                    <a:lnTo>
                      <a:pt x="254" y="251"/>
                    </a:lnTo>
                    <a:lnTo>
                      <a:pt x="254" y="251"/>
                    </a:lnTo>
                    <a:lnTo>
                      <a:pt x="254" y="251"/>
                    </a:lnTo>
                    <a:lnTo>
                      <a:pt x="251" y="251"/>
                    </a:lnTo>
                    <a:lnTo>
                      <a:pt x="251" y="251"/>
                    </a:lnTo>
                    <a:lnTo>
                      <a:pt x="251" y="253"/>
                    </a:lnTo>
                    <a:lnTo>
                      <a:pt x="249" y="253"/>
                    </a:lnTo>
                    <a:lnTo>
                      <a:pt x="249" y="253"/>
                    </a:lnTo>
                    <a:lnTo>
                      <a:pt x="249" y="253"/>
                    </a:lnTo>
                    <a:lnTo>
                      <a:pt x="247" y="253"/>
                    </a:lnTo>
                    <a:lnTo>
                      <a:pt x="247" y="253"/>
                    </a:lnTo>
                    <a:lnTo>
                      <a:pt x="247" y="253"/>
                    </a:lnTo>
                    <a:lnTo>
                      <a:pt x="247" y="253"/>
                    </a:lnTo>
                    <a:lnTo>
                      <a:pt x="244" y="253"/>
                    </a:lnTo>
                    <a:lnTo>
                      <a:pt x="244" y="253"/>
                    </a:lnTo>
                    <a:lnTo>
                      <a:pt x="242" y="253"/>
                    </a:lnTo>
                    <a:lnTo>
                      <a:pt x="242" y="253"/>
                    </a:lnTo>
                    <a:lnTo>
                      <a:pt x="242" y="253"/>
                    </a:lnTo>
                    <a:lnTo>
                      <a:pt x="242" y="253"/>
                    </a:lnTo>
                    <a:lnTo>
                      <a:pt x="239" y="253"/>
                    </a:lnTo>
                    <a:lnTo>
                      <a:pt x="239" y="253"/>
                    </a:lnTo>
                    <a:lnTo>
                      <a:pt x="239" y="253"/>
                    </a:lnTo>
                    <a:lnTo>
                      <a:pt x="239" y="256"/>
                    </a:lnTo>
                    <a:lnTo>
                      <a:pt x="237" y="256"/>
                    </a:lnTo>
                    <a:lnTo>
                      <a:pt x="237" y="256"/>
                    </a:lnTo>
                    <a:lnTo>
                      <a:pt x="235" y="256"/>
                    </a:lnTo>
                    <a:lnTo>
                      <a:pt x="235" y="256"/>
                    </a:lnTo>
                    <a:lnTo>
                      <a:pt x="235" y="256"/>
                    </a:lnTo>
                    <a:lnTo>
                      <a:pt x="235" y="256"/>
                    </a:lnTo>
                    <a:lnTo>
                      <a:pt x="232" y="256"/>
                    </a:lnTo>
                    <a:lnTo>
                      <a:pt x="232" y="256"/>
                    </a:lnTo>
                    <a:lnTo>
                      <a:pt x="232" y="256"/>
                    </a:lnTo>
                    <a:lnTo>
                      <a:pt x="230" y="256"/>
                    </a:lnTo>
                    <a:lnTo>
                      <a:pt x="230" y="258"/>
                    </a:lnTo>
                    <a:lnTo>
                      <a:pt x="230" y="258"/>
                    </a:lnTo>
                    <a:lnTo>
                      <a:pt x="228" y="258"/>
                    </a:lnTo>
                    <a:lnTo>
                      <a:pt x="228" y="258"/>
                    </a:lnTo>
                    <a:lnTo>
                      <a:pt x="228" y="258"/>
                    </a:lnTo>
                    <a:lnTo>
                      <a:pt x="228" y="258"/>
                    </a:lnTo>
                    <a:lnTo>
                      <a:pt x="225" y="258"/>
                    </a:lnTo>
                    <a:lnTo>
                      <a:pt x="225" y="258"/>
                    </a:lnTo>
                    <a:lnTo>
                      <a:pt x="223" y="258"/>
                    </a:lnTo>
                    <a:lnTo>
                      <a:pt x="223" y="258"/>
                    </a:lnTo>
                    <a:lnTo>
                      <a:pt x="223" y="258"/>
                    </a:lnTo>
                    <a:lnTo>
                      <a:pt x="223" y="261"/>
                    </a:lnTo>
                    <a:lnTo>
                      <a:pt x="221" y="261"/>
                    </a:lnTo>
                    <a:lnTo>
                      <a:pt x="221" y="261"/>
                    </a:lnTo>
                    <a:lnTo>
                      <a:pt x="221" y="261"/>
                    </a:lnTo>
                    <a:lnTo>
                      <a:pt x="218" y="261"/>
                    </a:lnTo>
                    <a:lnTo>
                      <a:pt x="218" y="261"/>
                    </a:lnTo>
                    <a:lnTo>
                      <a:pt x="218" y="261"/>
                    </a:lnTo>
                    <a:lnTo>
                      <a:pt x="216" y="261"/>
                    </a:lnTo>
                    <a:lnTo>
                      <a:pt x="216" y="261"/>
                    </a:lnTo>
                    <a:lnTo>
                      <a:pt x="216" y="261"/>
                    </a:lnTo>
                    <a:lnTo>
                      <a:pt x="216" y="263"/>
                    </a:lnTo>
                    <a:lnTo>
                      <a:pt x="213" y="263"/>
                    </a:lnTo>
                    <a:lnTo>
                      <a:pt x="213" y="263"/>
                    </a:lnTo>
                    <a:lnTo>
                      <a:pt x="213" y="263"/>
                    </a:lnTo>
                    <a:lnTo>
                      <a:pt x="211" y="263"/>
                    </a:lnTo>
                    <a:lnTo>
                      <a:pt x="211" y="263"/>
                    </a:lnTo>
                    <a:lnTo>
                      <a:pt x="209" y="263"/>
                    </a:lnTo>
                    <a:lnTo>
                      <a:pt x="209" y="263"/>
                    </a:lnTo>
                    <a:lnTo>
                      <a:pt x="209" y="263"/>
                    </a:lnTo>
                    <a:lnTo>
                      <a:pt x="209" y="263"/>
                    </a:lnTo>
                    <a:lnTo>
                      <a:pt x="209" y="263"/>
                    </a:lnTo>
                    <a:lnTo>
                      <a:pt x="206" y="263"/>
                    </a:lnTo>
                    <a:lnTo>
                      <a:pt x="206" y="263"/>
                    </a:lnTo>
                    <a:lnTo>
                      <a:pt x="206" y="263"/>
                    </a:lnTo>
                    <a:lnTo>
                      <a:pt x="206" y="265"/>
                    </a:lnTo>
                    <a:lnTo>
                      <a:pt x="206" y="265"/>
                    </a:lnTo>
                    <a:lnTo>
                      <a:pt x="206" y="268"/>
                    </a:lnTo>
                    <a:lnTo>
                      <a:pt x="206" y="268"/>
                    </a:lnTo>
                    <a:lnTo>
                      <a:pt x="206" y="270"/>
                    </a:lnTo>
                    <a:lnTo>
                      <a:pt x="206" y="270"/>
                    </a:lnTo>
                    <a:lnTo>
                      <a:pt x="206" y="272"/>
                    </a:lnTo>
                    <a:lnTo>
                      <a:pt x="206" y="272"/>
                    </a:lnTo>
                    <a:lnTo>
                      <a:pt x="206" y="275"/>
                    </a:lnTo>
                    <a:lnTo>
                      <a:pt x="206" y="275"/>
                    </a:lnTo>
                    <a:lnTo>
                      <a:pt x="206" y="275"/>
                    </a:lnTo>
                    <a:lnTo>
                      <a:pt x="206" y="277"/>
                    </a:lnTo>
                    <a:lnTo>
                      <a:pt x="206" y="277"/>
                    </a:lnTo>
                    <a:lnTo>
                      <a:pt x="206" y="279"/>
                    </a:lnTo>
                    <a:lnTo>
                      <a:pt x="206" y="279"/>
                    </a:lnTo>
                    <a:lnTo>
                      <a:pt x="206" y="282"/>
                    </a:lnTo>
                    <a:lnTo>
                      <a:pt x="206" y="282"/>
                    </a:lnTo>
                    <a:lnTo>
                      <a:pt x="206" y="284"/>
                    </a:lnTo>
                    <a:lnTo>
                      <a:pt x="206" y="284"/>
                    </a:lnTo>
                    <a:lnTo>
                      <a:pt x="206" y="284"/>
                    </a:lnTo>
                    <a:lnTo>
                      <a:pt x="206" y="287"/>
                    </a:lnTo>
                    <a:lnTo>
                      <a:pt x="206" y="287"/>
                    </a:lnTo>
                    <a:lnTo>
                      <a:pt x="206" y="289"/>
                    </a:lnTo>
                    <a:lnTo>
                      <a:pt x="206" y="289"/>
                    </a:lnTo>
                    <a:lnTo>
                      <a:pt x="206" y="291"/>
                    </a:lnTo>
                    <a:lnTo>
                      <a:pt x="206" y="291"/>
                    </a:lnTo>
                    <a:lnTo>
                      <a:pt x="206" y="294"/>
                    </a:lnTo>
                    <a:lnTo>
                      <a:pt x="206" y="294"/>
                    </a:lnTo>
                    <a:lnTo>
                      <a:pt x="206" y="294"/>
                    </a:lnTo>
                    <a:lnTo>
                      <a:pt x="206" y="296"/>
                    </a:lnTo>
                    <a:lnTo>
                      <a:pt x="206" y="296"/>
                    </a:lnTo>
                    <a:lnTo>
                      <a:pt x="206" y="298"/>
                    </a:lnTo>
                    <a:lnTo>
                      <a:pt x="206" y="298"/>
                    </a:lnTo>
                    <a:lnTo>
                      <a:pt x="206" y="301"/>
                    </a:lnTo>
                    <a:lnTo>
                      <a:pt x="206" y="301"/>
                    </a:lnTo>
                    <a:lnTo>
                      <a:pt x="206" y="303"/>
                    </a:lnTo>
                    <a:lnTo>
                      <a:pt x="206" y="303"/>
                    </a:lnTo>
                    <a:lnTo>
                      <a:pt x="206" y="303"/>
                    </a:lnTo>
                    <a:lnTo>
                      <a:pt x="206" y="306"/>
                    </a:lnTo>
                    <a:lnTo>
                      <a:pt x="206" y="306"/>
                    </a:lnTo>
                    <a:lnTo>
                      <a:pt x="206" y="308"/>
                    </a:lnTo>
                    <a:lnTo>
                      <a:pt x="206" y="308"/>
                    </a:lnTo>
                    <a:lnTo>
                      <a:pt x="206" y="310"/>
                    </a:lnTo>
                    <a:lnTo>
                      <a:pt x="206" y="310"/>
                    </a:lnTo>
                    <a:lnTo>
                      <a:pt x="206" y="313"/>
                    </a:lnTo>
                    <a:lnTo>
                      <a:pt x="206" y="313"/>
                    </a:lnTo>
                    <a:lnTo>
                      <a:pt x="206" y="313"/>
                    </a:lnTo>
                    <a:lnTo>
                      <a:pt x="206" y="315"/>
                    </a:lnTo>
                    <a:lnTo>
                      <a:pt x="206" y="315"/>
                    </a:lnTo>
                    <a:lnTo>
                      <a:pt x="206" y="317"/>
                    </a:lnTo>
                    <a:lnTo>
                      <a:pt x="206" y="317"/>
                    </a:lnTo>
                    <a:lnTo>
                      <a:pt x="206" y="320"/>
                    </a:lnTo>
                    <a:lnTo>
                      <a:pt x="206" y="320"/>
                    </a:lnTo>
                    <a:lnTo>
                      <a:pt x="206" y="322"/>
                    </a:lnTo>
                    <a:lnTo>
                      <a:pt x="206" y="322"/>
                    </a:lnTo>
                    <a:lnTo>
                      <a:pt x="206" y="325"/>
                    </a:lnTo>
                    <a:lnTo>
                      <a:pt x="206" y="325"/>
                    </a:lnTo>
                    <a:lnTo>
                      <a:pt x="206" y="325"/>
                    </a:lnTo>
                    <a:lnTo>
                      <a:pt x="206" y="327"/>
                    </a:lnTo>
                    <a:lnTo>
                      <a:pt x="206" y="327"/>
                    </a:lnTo>
                    <a:lnTo>
                      <a:pt x="206" y="329"/>
                    </a:lnTo>
                    <a:lnTo>
                      <a:pt x="206" y="329"/>
                    </a:lnTo>
                    <a:lnTo>
                      <a:pt x="206" y="332"/>
                    </a:lnTo>
                    <a:lnTo>
                      <a:pt x="206" y="332"/>
                    </a:lnTo>
                    <a:lnTo>
                      <a:pt x="206" y="334"/>
                    </a:lnTo>
                    <a:lnTo>
                      <a:pt x="206" y="334"/>
                    </a:lnTo>
                    <a:lnTo>
                      <a:pt x="206" y="334"/>
                    </a:lnTo>
                    <a:lnTo>
                      <a:pt x="206" y="336"/>
                    </a:lnTo>
                    <a:lnTo>
                      <a:pt x="206" y="336"/>
                    </a:lnTo>
                    <a:lnTo>
                      <a:pt x="206" y="339"/>
                    </a:lnTo>
                    <a:lnTo>
                      <a:pt x="206" y="339"/>
                    </a:lnTo>
                    <a:lnTo>
                      <a:pt x="206" y="341"/>
                    </a:lnTo>
                    <a:lnTo>
                      <a:pt x="206" y="341"/>
                    </a:lnTo>
                    <a:lnTo>
                      <a:pt x="206" y="343"/>
                    </a:lnTo>
                    <a:lnTo>
                      <a:pt x="206" y="343"/>
                    </a:lnTo>
                    <a:lnTo>
                      <a:pt x="206" y="343"/>
                    </a:lnTo>
                    <a:lnTo>
                      <a:pt x="206" y="346"/>
                    </a:lnTo>
                    <a:lnTo>
                      <a:pt x="206" y="346"/>
                    </a:lnTo>
                    <a:lnTo>
                      <a:pt x="206" y="348"/>
                    </a:lnTo>
                    <a:lnTo>
                      <a:pt x="206" y="348"/>
                    </a:lnTo>
                    <a:lnTo>
                      <a:pt x="206" y="351"/>
                    </a:lnTo>
                    <a:lnTo>
                      <a:pt x="206" y="351"/>
                    </a:lnTo>
                    <a:lnTo>
                      <a:pt x="206" y="353"/>
                    </a:lnTo>
                    <a:lnTo>
                      <a:pt x="206" y="353"/>
                    </a:lnTo>
                    <a:lnTo>
                      <a:pt x="206" y="353"/>
                    </a:lnTo>
                    <a:lnTo>
                      <a:pt x="206" y="355"/>
                    </a:lnTo>
                    <a:lnTo>
                      <a:pt x="206" y="355"/>
                    </a:lnTo>
                    <a:lnTo>
                      <a:pt x="206" y="358"/>
                    </a:lnTo>
                    <a:lnTo>
                      <a:pt x="204" y="358"/>
                    </a:lnTo>
                    <a:lnTo>
                      <a:pt x="204" y="358"/>
                    </a:lnTo>
                    <a:lnTo>
                      <a:pt x="202" y="358"/>
                    </a:lnTo>
                    <a:lnTo>
                      <a:pt x="202" y="358"/>
                    </a:lnTo>
                    <a:lnTo>
                      <a:pt x="202" y="358"/>
                    </a:lnTo>
                    <a:lnTo>
                      <a:pt x="202" y="358"/>
                    </a:lnTo>
                    <a:lnTo>
                      <a:pt x="199" y="358"/>
                    </a:lnTo>
                    <a:lnTo>
                      <a:pt x="199" y="358"/>
                    </a:lnTo>
                    <a:lnTo>
                      <a:pt x="199" y="358"/>
                    </a:lnTo>
                    <a:lnTo>
                      <a:pt x="199" y="360"/>
                    </a:lnTo>
                    <a:lnTo>
                      <a:pt x="197" y="360"/>
                    </a:lnTo>
                    <a:lnTo>
                      <a:pt x="197" y="360"/>
                    </a:lnTo>
                    <a:lnTo>
                      <a:pt x="195" y="360"/>
                    </a:lnTo>
                    <a:lnTo>
                      <a:pt x="195" y="360"/>
                    </a:lnTo>
                    <a:lnTo>
                      <a:pt x="195" y="360"/>
                    </a:lnTo>
                    <a:lnTo>
                      <a:pt x="195" y="358"/>
                    </a:lnTo>
                    <a:lnTo>
                      <a:pt x="192" y="358"/>
                    </a:lnTo>
                    <a:lnTo>
                      <a:pt x="192" y="358"/>
                    </a:lnTo>
                    <a:lnTo>
                      <a:pt x="192" y="358"/>
                    </a:lnTo>
                    <a:lnTo>
                      <a:pt x="192" y="355"/>
                    </a:lnTo>
                    <a:lnTo>
                      <a:pt x="190" y="355"/>
                    </a:lnTo>
                    <a:lnTo>
                      <a:pt x="190" y="355"/>
                    </a:lnTo>
                    <a:lnTo>
                      <a:pt x="190" y="355"/>
                    </a:lnTo>
                    <a:lnTo>
                      <a:pt x="190" y="355"/>
                    </a:lnTo>
                    <a:lnTo>
                      <a:pt x="190" y="353"/>
                    </a:lnTo>
                    <a:lnTo>
                      <a:pt x="187" y="353"/>
                    </a:lnTo>
                    <a:lnTo>
                      <a:pt x="187" y="353"/>
                    </a:lnTo>
                    <a:lnTo>
                      <a:pt x="187" y="353"/>
                    </a:lnTo>
                    <a:lnTo>
                      <a:pt x="187" y="353"/>
                    </a:lnTo>
                    <a:lnTo>
                      <a:pt x="187" y="351"/>
                    </a:lnTo>
                    <a:lnTo>
                      <a:pt x="187" y="351"/>
                    </a:lnTo>
                    <a:lnTo>
                      <a:pt x="187" y="351"/>
                    </a:lnTo>
                    <a:lnTo>
                      <a:pt x="187" y="348"/>
                    </a:lnTo>
                    <a:lnTo>
                      <a:pt x="185" y="348"/>
                    </a:lnTo>
                    <a:lnTo>
                      <a:pt x="185" y="348"/>
                    </a:lnTo>
                    <a:lnTo>
                      <a:pt x="185" y="348"/>
                    </a:lnTo>
                    <a:lnTo>
                      <a:pt x="185" y="346"/>
                    </a:lnTo>
                    <a:lnTo>
                      <a:pt x="183" y="346"/>
                    </a:lnTo>
                    <a:lnTo>
                      <a:pt x="183" y="346"/>
                    </a:lnTo>
                    <a:lnTo>
                      <a:pt x="183" y="346"/>
                    </a:lnTo>
                    <a:lnTo>
                      <a:pt x="183" y="343"/>
                    </a:lnTo>
                    <a:lnTo>
                      <a:pt x="183" y="343"/>
                    </a:lnTo>
                    <a:lnTo>
                      <a:pt x="183" y="343"/>
                    </a:lnTo>
                    <a:lnTo>
                      <a:pt x="183" y="343"/>
                    </a:lnTo>
                    <a:lnTo>
                      <a:pt x="183" y="341"/>
                    </a:lnTo>
                    <a:lnTo>
                      <a:pt x="180" y="341"/>
                    </a:lnTo>
                    <a:lnTo>
                      <a:pt x="180" y="341"/>
                    </a:lnTo>
                    <a:lnTo>
                      <a:pt x="180" y="341"/>
                    </a:lnTo>
                    <a:lnTo>
                      <a:pt x="180" y="339"/>
                    </a:lnTo>
                    <a:lnTo>
                      <a:pt x="180" y="339"/>
                    </a:lnTo>
                    <a:lnTo>
                      <a:pt x="178" y="339"/>
                    </a:lnTo>
                    <a:lnTo>
                      <a:pt x="178" y="339"/>
                    </a:lnTo>
                    <a:lnTo>
                      <a:pt x="178" y="339"/>
                    </a:lnTo>
                    <a:lnTo>
                      <a:pt x="176" y="339"/>
                    </a:lnTo>
                    <a:lnTo>
                      <a:pt x="176" y="336"/>
                    </a:lnTo>
                    <a:lnTo>
                      <a:pt x="176" y="336"/>
                    </a:lnTo>
                    <a:lnTo>
                      <a:pt x="176" y="336"/>
                    </a:lnTo>
                    <a:lnTo>
                      <a:pt x="176" y="336"/>
                    </a:lnTo>
                    <a:lnTo>
                      <a:pt x="173" y="336"/>
                    </a:lnTo>
                    <a:lnTo>
                      <a:pt x="173" y="336"/>
                    </a:lnTo>
                    <a:lnTo>
                      <a:pt x="173" y="334"/>
                    </a:lnTo>
                    <a:lnTo>
                      <a:pt x="173" y="334"/>
                    </a:lnTo>
                    <a:lnTo>
                      <a:pt x="173" y="334"/>
                    </a:lnTo>
                    <a:lnTo>
                      <a:pt x="171" y="334"/>
                    </a:lnTo>
                    <a:lnTo>
                      <a:pt x="171" y="334"/>
                    </a:lnTo>
                    <a:lnTo>
                      <a:pt x="171" y="334"/>
                    </a:lnTo>
                    <a:lnTo>
                      <a:pt x="168" y="334"/>
                    </a:lnTo>
                    <a:lnTo>
                      <a:pt x="168" y="334"/>
                    </a:lnTo>
                    <a:lnTo>
                      <a:pt x="168" y="332"/>
                    </a:lnTo>
                    <a:lnTo>
                      <a:pt x="168" y="332"/>
                    </a:lnTo>
                    <a:lnTo>
                      <a:pt x="166" y="332"/>
                    </a:lnTo>
                    <a:lnTo>
                      <a:pt x="166" y="332"/>
                    </a:lnTo>
                    <a:lnTo>
                      <a:pt x="166" y="332"/>
                    </a:lnTo>
                    <a:lnTo>
                      <a:pt x="164" y="332"/>
                    </a:lnTo>
                    <a:lnTo>
                      <a:pt x="164" y="332"/>
                    </a:lnTo>
                    <a:lnTo>
                      <a:pt x="161" y="332"/>
                    </a:lnTo>
                    <a:lnTo>
                      <a:pt x="161" y="332"/>
                    </a:lnTo>
                    <a:lnTo>
                      <a:pt x="161" y="332"/>
                    </a:lnTo>
                    <a:lnTo>
                      <a:pt x="159" y="332"/>
                    </a:lnTo>
                    <a:lnTo>
                      <a:pt x="159" y="332"/>
                    </a:lnTo>
                    <a:lnTo>
                      <a:pt x="159" y="332"/>
                    </a:lnTo>
                    <a:lnTo>
                      <a:pt x="157" y="332"/>
                    </a:lnTo>
                    <a:lnTo>
                      <a:pt x="157" y="334"/>
                    </a:lnTo>
                    <a:lnTo>
                      <a:pt x="157" y="334"/>
                    </a:lnTo>
                    <a:lnTo>
                      <a:pt x="154" y="334"/>
                    </a:lnTo>
                    <a:lnTo>
                      <a:pt x="154" y="334"/>
                    </a:lnTo>
                    <a:lnTo>
                      <a:pt x="154" y="334"/>
                    </a:lnTo>
                    <a:lnTo>
                      <a:pt x="152" y="334"/>
                    </a:lnTo>
                    <a:lnTo>
                      <a:pt x="152" y="334"/>
                    </a:lnTo>
                    <a:lnTo>
                      <a:pt x="150" y="334"/>
                    </a:lnTo>
                    <a:lnTo>
                      <a:pt x="150" y="334"/>
                    </a:lnTo>
                    <a:lnTo>
                      <a:pt x="150" y="334"/>
                    </a:lnTo>
                    <a:lnTo>
                      <a:pt x="150" y="334"/>
                    </a:lnTo>
                    <a:lnTo>
                      <a:pt x="147" y="334"/>
                    </a:lnTo>
                    <a:lnTo>
                      <a:pt x="147" y="334"/>
                    </a:lnTo>
                    <a:lnTo>
                      <a:pt x="147" y="334"/>
                    </a:lnTo>
                    <a:lnTo>
                      <a:pt x="147" y="334"/>
                    </a:lnTo>
                    <a:lnTo>
                      <a:pt x="145" y="334"/>
                    </a:lnTo>
                    <a:lnTo>
                      <a:pt x="145" y="336"/>
                    </a:lnTo>
                    <a:lnTo>
                      <a:pt x="145" y="336"/>
                    </a:lnTo>
                    <a:lnTo>
                      <a:pt x="142" y="336"/>
                    </a:lnTo>
                    <a:lnTo>
                      <a:pt x="142" y="336"/>
                    </a:lnTo>
                    <a:lnTo>
                      <a:pt x="142" y="336"/>
                    </a:lnTo>
                    <a:lnTo>
                      <a:pt x="142" y="336"/>
                    </a:lnTo>
                    <a:lnTo>
                      <a:pt x="140" y="336"/>
                    </a:lnTo>
                    <a:lnTo>
                      <a:pt x="140" y="336"/>
                    </a:lnTo>
                    <a:lnTo>
                      <a:pt x="140" y="339"/>
                    </a:lnTo>
                    <a:lnTo>
                      <a:pt x="140" y="339"/>
                    </a:lnTo>
                    <a:lnTo>
                      <a:pt x="140" y="339"/>
                    </a:lnTo>
                    <a:lnTo>
                      <a:pt x="138" y="339"/>
                    </a:lnTo>
                    <a:lnTo>
                      <a:pt x="138" y="339"/>
                    </a:lnTo>
                    <a:lnTo>
                      <a:pt x="138" y="341"/>
                    </a:lnTo>
                    <a:lnTo>
                      <a:pt x="135" y="341"/>
                    </a:lnTo>
                    <a:lnTo>
                      <a:pt x="135" y="341"/>
                    </a:lnTo>
                    <a:lnTo>
                      <a:pt x="135" y="341"/>
                    </a:lnTo>
                    <a:lnTo>
                      <a:pt x="135" y="341"/>
                    </a:lnTo>
                    <a:lnTo>
                      <a:pt x="135" y="343"/>
                    </a:lnTo>
                    <a:lnTo>
                      <a:pt x="133" y="343"/>
                    </a:lnTo>
                    <a:lnTo>
                      <a:pt x="133" y="343"/>
                    </a:lnTo>
                    <a:lnTo>
                      <a:pt x="133" y="343"/>
                    </a:lnTo>
                    <a:lnTo>
                      <a:pt x="133" y="343"/>
                    </a:lnTo>
                    <a:lnTo>
                      <a:pt x="133" y="343"/>
                    </a:lnTo>
                    <a:lnTo>
                      <a:pt x="131" y="343"/>
                    </a:lnTo>
                    <a:lnTo>
                      <a:pt x="131" y="343"/>
                    </a:lnTo>
                    <a:lnTo>
                      <a:pt x="131" y="346"/>
                    </a:lnTo>
                    <a:lnTo>
                      <a:pt x="128" y="346"/>
                    </a:lnTo>
                    <a:lnTo>
                      <a:pt x="128" y="346"/>
                    </a:lnTo>
                    <a:lnTo>
                      <a:pt x="128" y="346"/>
                    </a:lnTo>
                    <a:lnTo>
                      <a:pt x="128" y="346"/>
                    </a:lnTo>
                    <a:lnTo>
                      <a:pt x="128" y="343"/>
                    </a:lnTo>
                    <a:lnTo>
                      <a:pt x="128" y="343"/>
                    </a:lnTo>
                    <a:lnTo>
                      <a:pt x="128" y="343"/>
                    </a:lnTo>
                    <a:lnTo>
                      <a:pt x="128" y="343"/>
                    </a:lnTo>
                    <a:lnTo>
                      <a:pt x="128" y="341"/>
                    </a:lnTo>
                    <a:lnTo>
                      <a:pt x="128" y="341"/>
                    </a:lnTo>
                    <a:lnTo>
                      <a:pt x="128" y="341"/>
                    </a:lnTo>
                    <a:lnTo>
                      <a:pt x="128" y="339"/>
                    </a:lnTo>
                    <a:lnTo>
                      <a:pt x="128" y="339"/>
                    </a:lnTo>
                    <a:lnTo>
                      <a:pt x="128" y="336"/>
                    </a:lnTo>
                    <a:lnTo>
                      <a:pt x="128" y="336"/>
                    </a:lnTo>
                    <a:lnTo>
                      <a:pt x="128" y="334"/>
                    </a:lnTo>
                    <a:lnTo>
                      <a:pt x="128" y="334"/>
                    </a:lnTo>
                    <a:lnTo>
                      <a:pt x="128" y="334"/>
                    </a:lnTo>
                    <a:lnTo>
                      <a:pt x="131" y="334"/>
                    </a:lnTo>
                    <a:lnTo>
                      <a:pt x="131" y="334"/>
                    </a:lnTo>
                    <a:lnTo>
                      <a:pt x="131" y="334"/>
                    </a:lnTo>
                    <a:lnTo>
                      <a:pt x="131" y="332"/>
                    </a:lnTo>
                    <a:lnTo>
                      <a:pt x="131" y="332"/>
                    </a:lnTo>
                    <a:lnTo>
                      <a:pt x="133" y="332"/>
                    </a:lnTo>
                    <a:lnTo>
                      <a:pt x="133" y="329"/>
                    </a:lnTo>
                    <a:lnTo>
                      <a:pt x="133" y="329"/>
                    </a:lnTo>
                    <a:lnTo>
                      <a:pt x="133" y="329"/>
                    </a:lnTo>
                    <a:lnTo>
                      <a:pt x="133" y="327"/>
                    </a:lnTo>
                    <a:lnTo>
                      <a:pt x="133" y="327"/>
                    </a:lnTo>
                    <a:lnTo>
                      <a:pt x="133" y="327"/>
                    </a:lnTo>
                    <a:lnTo>
                      <a:pt x="133" y="325"/>
                    </a:lnTo>
                    <a:lnTo>
                      <a:pt x="133" y="325"/>
                    </a:lnTo>
                    <a:lnTo>
                      <a:pt x="133" y="325"/>
                    </a:lnTo>
                    <a:lnTo>
                      <a:pt x="133" y="325"/>
                    </a:lnTo>
                    <a:lnTo>
                      <a:pt x="133" y="325"/>
                    </a:lnTo>
                    <a:lnTo>
                      <a:pt x="131" y="325"/>
                    </a:lnTo>
                    <a:lnTo>
                      <a:pt x="131" y="322"/>
                    </a:lnTo>
                    <a:lnTo>
                      <a:pt x="131" y="322"/>
                    </a:lnTo>
                    <a:lnTo>
                      <a:pt x="133" y="322"/>
                    </a:lnTo>
                    <a:lnTo>
                      <a:pt x="133" y="320"/>
                    </a:lnTo>
                    <a:lnTo>
                      <a:pt x="131" y="320"/>
                    </a:lnTo>
                    <a:lnTo>
                      <a:pt x="131" y="320"/>
                    </a:lnTo>
                    <a:lnTo>
                      <a:pt x="128" y="320"/>
                    </a:lnTo>
                    <a:lnTo>
                      <a:pt x="128" y="320"/>
                    </a:lnTo>
                    <a:lnTo>
                      <a:pt x="128" y="320"/>
                    </a:lnTo>
                    <a:lnTo>
                      <a:pt x="128" y="320"/>
                    </a:lnTo>
                    <a:lnTo>
                      <a:pt x="128" y="320"/>
                    </a:lnTo>
                    <a:lnTo>
                      <a:pt x="126" y="320"/>
                    </a:lnTo>
                    <a:lnTo>
                      <a:pt x="126" y="322"/>
                    </a:lnTo>
                    <a:lnTo>
                      <a:pt x="126" y="322"/>
                    </a:lnTo>
                    <a:lnTo>
                      <a:pt x="126" y="322"/>
                    </a:lnTo>
                    <a:lnTo>
                      <a:pt x="126" y="320"/>
                    </a:lnTo>
                    <a:lnTo>
                      <a:pt x="126" y="320"/>
                    </a:lnTo>
                    <a:lnTo>
                      <a:pt x="124" y="320"/>
                    </a:lnTo>
                    <a:lnTo>
                      <a:pt x="124" y="320"/>
                    </a:lnTo>
                    <a:lnTo>
                      <a:pt x="121" y="320"/>
                    </a:lnTo>
                    <a:lnTo>
                      <a:pt x="121" y="320"/>
                    </a:lnTo>
                    <a:lnTo>
                      <a:pt x="121" y="320"/>
                    </a:lnTo>
                    <a:lnTo>
                      <a:pt x="119" y="320"/>
                    </a:lnTo>
                    <a:lnTo>
                      <a:pt x="119" y="320"/>
                    </a:lnTo>
                    <a:lnTo>
                      <a:pt x="119" y="320"/>
                    </a:lnTo>
                    <a:lnTo>
                      <a:pt x="116" y="320"/>
                    </a:lnTo>
                    <a:lnTo>
                      <a:pt x="116" y="320"/>
                    </a:lnTo>
                    <a:lnTo>
                      <a:pt x="116" y="320"/>
                    </a:lnTo>
                    <a:lnTo>
                      <a:pt x="116" y="320"/>
                    </a:lnTo>
                    <a:lnTo>
                      <a:pt x="116" y="317"/>
                    </a:lnTo>
                    <a:lnTo>
                      <a:pt x="114" y="317"/>
                    </a:lnTo>
                    <a:lnTo>
                      <a:pt x="114" y="317"/>
                    </a:lnTo>
                    <a:lnTo>
                      <a:pt x="114" y="315"/>
                    </a:lnTo>
                    <a:lnTo>
                      <a:pt x="114" y="315"/>
                    </a:lnTo>
                    <a:lnTo>
                      <a:pt x="114" y="315"/>
                    </a:lnTo>
                    <a:lnTo>
                      <a:pt x="114" y="315"/>
                    </a:lnTo>
                    <a:lnTo>
                      <a:pt x="114" y="313"/>
                    </a:lnTo>
                    <a:lnTo>
                      <a:pt x="112" y="313"/>
                    </a:lnTo>
                    <a:lnTo>
                      <a:pt x="112" y="313"/>
                    </a:lnTo>
                    <a:lnTo>
                      <a:pt x="112" y="313"/>
                    </a:lnTo>
                    <a:lnTo>
                      <a:pt x="112" y="313"/>
                    </a:lnTo>
                    <a:lnTo>
                      <a:pt x="112" y="310"/>
                    </a:lnTo>
                    <a:lnTo>
                      <a:pt x="109" y="310"/>
                    </a:lnTo>
                    <a:lnTo>
                      <a:pt x="109" y="310"/>
                    </a:lnTo>
                    <a:lnTo>
                      <a:pt x="109" y="310"/>
                    </a:lnTo>
                    <a:lnTo>
                      <a:pt x="109" y="313"/>
                    </a:lnTo>
                    <a:lnTo>
                      <a:pt x="107" y="313"/>
                    </a:lnTo>
                    <a:lnTo>
                      <a:pt x="107" y="313"/>
                    </a:lnTo>
                    <a:lnTo>
                      <a:pt x="107" y="313"/>
                    </a:lnTo>
                    <a:lnTo>
                      <a:pt x="105" y="313"/>
                    </a:lnTo>
                    <a:lnTo>
                      <a:pt x="105" y="313"/>
                    </a:lnTo>
                    <a:lnTo>
                      <a:pt x="102" y="313"/>
                    </a:lnTo>
                    <a:lnTo>
                      <a:pt x="102" y="310"/>
                    </a:lnTo>
                    <a:lnTo>
                      <a:pt x="102" y="310"/>
                    </a:lnTo>
                    <a:lnTo>
                      <a:pt x="102" y="308"/>
                    </a:lnTo>
                    <a:lnTo>
                      <a:pt x="102" y="308"/>
                    </a:lnTo>
                    <a:lnTo>
                      <a:pt x="105" y="308"/>
                    </a:lnTo>
                    <a:lnTo>
                      <a:pt x="105" y="306"/>
                    </a:lnTo>
                    <a:lnTo>
                      <a:pt x="105" y="306"/>
                    </a:lnTo>
                    <a:lnTo>
                      <a:pt x="105" y="303"/>
                    </a:lnTo>
                    <a:lnTo>
                      <a:pt x="105" y="303"/>
                    </a:lnTo>
                    <a:lnTo>
                      <a:pt x="102" y="303"/>
                    </a:lnTo>
                    <a:lnTo>
                      <a:pt x="102" y="303"/>
                    </a:lnTo>
                    <a:lnTo>
                      <a:pt x="102" y="301"/>
                    </a:lnTo>
                    <a:lnTo>
                      <a:pt x="102" y="301"/>
                    </a:lnTo>
                    <a:lnTo>
                      <a:pt x="102" y="301"/>
                    </a:lnTo>
                    <a:lnTo>
                      <a:pt x="102" y="301"/>
                    </a:lnTo>
                    <a:lnTo>
                      <a:pt x="100" y="301"/>
                    </a:lnTo>
                    <a:lnTo>
                      <a:pt x="100" y="298"/>
                    </a:lnTo>
                    <a:lnTo>
                      <a:pt x="100" y="298"/>
                    </a:lnTo>
                    <a:lnTo>
                      <a:pt x="100" y="298"/>
                    </a:lnTo>
                    <a:lnTo>
                      <a:pt x="100" y="296"/>
                    </a:lnTo>
                    <a:lnTo>
                      <a:pt x="100" y="296"/>
                    </a:lnTo>
                    <a:lnTo>
                      <a:pt x="100" y="296"/>
                    </a:lnTo>
                    <a:lnTo>
                      <a:pt x="97" y="296"/>
                    </a:lnTo>
                    <a:lnTo>
                      <a:pt x="97" y="294"/>
                    </a:lnTo>
                    <a:lnTo>
                      <a:pt x="97" y="294"/>
                    </a:lnTo>
                    <a:lnTo>
                      <a:pt x="97" y="294"/>
                    </a:lnTo>
                    <a:lnTo>
                      <a:pt x="97" y="294"/>
                    </a:lnTo>
                    <a:lnTo>
                      <a:pt x="97" y="291"/>
                    </a:lnTo>
                    <a:lnTo>
                      <a:pt x="97" y="291"/>
                    </a:lnTo>
                    <a:lnTo>
                      <a:pt x="95" y="291"/>
                    </a:lnTo>
                    <a:lnTo>
                      <a:pt x="95" y="289"/>
                    </a:lnTo>
                    <a:lnTo>
                      <a:pt x="95" y="289"/>
                    </a:lnTo>
                    <a:lnTo>
                      <a:pt x="95" y="289"/>
                    </a:lnTo>
                    <a:lnTo>
                      <a:pt x="95" y="289"/>
                    </a:lnTo>
                    <a:lnTo>
                      <a:pt x="95" y="287"/>
                    </a:lnTo>
                    <a:lnTo>
                      <a:pt x="95" y="287"/>
                    </a:lnTo>
                    <a:lnTo>
                      <a:pt x="95" y="284"/>
                    </a:lnTo>
                    <a:lnTo>
                      <a:pt x="93" y="284"/>
                    </a:lnTo>
                    <a:lnTo>
                      <a:pt x="93" y="284"/>
                    </a:lnTo>
                    <a:lnTo>
                      <a:pt x="93" y="284"/>
                    </a:lnTo>
                    <a:lnTo>
                      <a:pt x="93" y="284"/>
                    </a:lnTo>
                    <a:lnTo>
                      <a:pt x="93" y="284"/>
                    </a:lnTo>
                    <a:lnTo>
                      <a:pt x="90" y="284"/>
                    </a:lnTo>
                    <a:lnTo>
                      <a:pt x="90" y="284"/>
                    </a:lnTo>
                    <a:lnTo>
                      <a:pt x="88" y="284"/>
                    </a:lnTo>
                    <a:lnTo>
                      <a:pt x="88" y="284"/>
                    </a:lnTo>
                    <a:lnTo>
                      <a:pt x="88" y="284"/>
                    </a:lnTo>
                    <a:lnTo>
                      <a:pt x="86" y="284"/>
                    </a:lnTo>
                    <a:lnTo>
                      <a:pt x="86" y="284"/>
                    </a:lnTo>
                    <a:lnTo>
                      <a:pt x="86" y="282"/>
                    </a:lnTo>
                    <a:lnTo>
                      <a:pt x="83" y="282"/>
                    </a:lnTo>
                    <a:lnTo>
                      <a:pt x="83" y="282"/>
                    </a:lnTo>
                    <a:lnTo>
                      <a:pt x="83" y="282"/>
                    </a:lnTo>
                    <a:lnTo>
                      <a:pt x="83" y="282"/>
                    </a:lnTo>
                    <a:lnTo>
                      <a:pt x="81" y="282"/>
                    </a:lnTo>
                    <a:lnTo>
                      <a:pt x="81" y="282"/>
                    </a:lnTo>
                    <a:lnTo>
                      <a:pt x="81" y="279"/>
                    </a:lnTo>
                    <a:lnTo>
                      <a:pt x="81" y="279"/>
                    </a:lnTo>
                    <a:lnTo>
                      <a:pt x="81" y="277"/>
                    </a:lnTo>
                    <a:lnTo>
                      <a:pt x="81" y="277"/>
                    </a:lnTo>
                    <a:lnTo>
                      <a:pt x="81" y="275"/>
                    </a:lnTo>
                    <a:lnTo>
                      <a:pt x="81" y="275"/>
                    </a:lnTo>
                    <a:lnTo>
                      <a:pt x="81" y="275"/>
                    </a:lnTo>
                    <a:lnTo>
                      <a:pt x="81" y="275"/>
                    </a:lnTo>
                    <a:lnTo>
                      <a:pt x="83" y="275"/>
                    </a:lnTo>
                    <a:lnTo>
                      <a:pt x="83" y="272"/>
                    </a:lnTo>
                    <a:lnTo>
                      <a:pt x="83" y="272"/>
                    </a:lnTo>
                    <a:lnTo>
                      <a:pt x="83" y="272"/>
                    </a:lnTo>
                    <a:lnTo>
                      <a:pt x="86" y="272"/>
                    </a:lnTo>
                    <a:lnTo>
                      <a:pt x="86" y="272"/>
                    </a:lnTo>
                    <a:lnTo>
                      <a:pt x="88" y="272"/>
                    </a:lnTo>
                    <a:lnTo>
                      <a:pt x="88" y="272"/>
                    </a:lnTo>
                    <a:lnTo>
                      <a:pt x="88" y="272"/>
                    </a:lnTo>
                    <a:lnTo>
                      <a:pt x="90" y="272"/>
                    </a:lnTo>
                    <a:lnTo>
                      <a:pt x="90" y="275"/>
                    </a:lnTo>
                    <a:lnTo>
                      <a:pt x="90" y="275"/>
                    </a:lnTo>
                    <a:lnTo>
                      <a:pt x="93" y="275"/>
                    </a:lnTo>
                    <a:lnTo>
                      <a:pt x="93" y="275"/>
                    </a:lnTo>
                    <a:lnTo>
                      <a:pt x="93" y="272"/>
                    </a:lnTo>
                    <a:lnTo>
                      <a:pt x="93" y="272"/>
                    </a:lnTo>
                    <a:lnTo>
                      <a:pt x="95" y="272"/>
                    </a:lnTo>
                    <a:lnTo>
                      <a:pt x="95" y="272"/>
                    </a:lnTo>
                    <a:lnTo>
                      <a:pt x="95" y="275"/>
                    </a:lnTo>
                    <a:lnTo>
                      <a:pt x="95" y="275"/>
                    </a:lnTo>
                    <a:lnTo>
                      <a:pt x="97" y="275"/>
                    </a:lnTo>
                    <a:lnTo>
                      <a:pt x="97" y="275"/>
                    </a:lnTo>
                    <a:lnTo>
                      <a:pt x="97" y="275"/>
                    </a:lnTo>
                    <a:lnTo>
                      <a:pt x="97" y="275"/>
                    </a:lnTo>
                    <a:lnTo>
                      <a:pt x="100" y="275"/>
                    </a:lnTo>
                    <a:lnTo>
                      <a:pt x="100" y="275"/>
                    </a:lnTo>
                    <a:lnTo>
                      <a:pt x="100" y="277"/>
                    </a:lnTo>
                    <a:lnTo>
                      <a:pt x="100" y="277"/>
                    </a:lnTo>
                    <a:lnTo>
                      <a:pt x="102" y="277"/>
                    </a:lnTo>
                    <a:lnTo>
                      <a:pt x="102" y="277"/>
                    </a:lnTo>
                    <a:lnTo>
                      <a:pt x="102" y="275"/>
                    </a:lnTo>
                    <a:lnTo>
                      <a:pt x="102" y="275"/>
                    </a:lnTo>
                    <a:lnTo>
                      <a:pt x="102" y="275"/>
                    </a:lnTo>
                    <a:lnTo>
                      <a:pt x="102" y="275"/>
                    </a:lnTo>
                    <a:lnTo>
                      <a:pt x="102" y="275"/>
                    </a:lnTo>
                    <a:lnTo>
                      <a:pt x="102" y="272"/>
                    </a:lnTo>
                    <a:lnTo>
                      <a:pt x="102" y="272"/>
                    </a:lnTo>
                    <a:lnTo>
                      <a:pt x="105" y="272"/>
                    </a:lnTo>
                    <a:lnTo>
                      <a:pt x="105" y="275"/>
                    </a:lnTo>
                    <a:lnTo>
                      <a:pt x="105" y="275"/>
                    </a:lnTo>
                    <a:lnTo>
                      <a:pt x="105" y="272"/>
                    </a:lnTo>
                    <a:lnTo>
                      <a:pt x="105" y="272"/>
                    </a:lnTo>
                    <a:lnTo>
                      <a:pt x="105" y="272"/>
                    </a:lnTo>
                    <a:lnTo>
                      <a:pt x="105" y="270"/>
                    </a:lnTo>
                    <a:lnTo>
                      <a:pt x="105" y="270"/>
                    </a:lnTo>
                    <a:lnTo>
                      <a:pt x="105" y="268"/>
                    </a:lnTo>
                    <a:lnTo>
                      <a:pt x="105" y="268"/>
                    </a:lnTo>
                    <a:lnTo>
                      <a:pt x="102" y="268"/>
                    </a:lnTo>
                    <a:lnTo>
                      <a:pt x="102" y="268"/>
                    </a:lnTo>
                    <a:lnTo>
                      <a:pt x="102" y="268"/>
                    </a:lnTo>
                    <a:lnTo>
                      <a:pt x="100" y="268"/>
                    </a:lnTo>
                    <a:lnTo>
                      <a:pt x="100" y="265"/>
                    </a:lnTo>
                    <a:lnTo>
                      <a:pt x="100" y="265"/>
                    </a:lnTo>
                    <a:lnTo>
                      <a:pt x="100" y="265"/>
                    </a:lnTo>
                    <a:lnTo>
                      <a:pt x="100" y="268"/>
                    </a:lnTo>
                    <a:lnTo>
                      <a:pt x="100" y="268"/>
                    </a:lnTo>
                    <a:lnTo>
                      <a:pt x="100" y="268"/>
                    </a:lnTo>
                    <a:lnTo>
                      <a:pt x="100" y="268"/>
                    </a:lnTo>
                    <a:lnTo>
                      <a:pt x="100" y="270"/>
                    </a:lnTo>
                    <a:lnTo>
                      <a:pt x="97" y="270"/>
                    </a:lnTo>
                    <a:lnTo>
                      <a:pt x="97" y="270"/>
                    </a:lnTo>
                    <a:lnTo>
                      <a:pt x="95" y="270"/>
                    </a:lnTo>
                    <a:lnTo>
                      <a:pt x="95" y="270"/>
                    </a:lnTo>
                    <a:lnTo>
                      <a:pt x="95" y="270"/>
                    </a:lnTo>
                    <a:lnTo>
                      <a:pt x="95" y="268"/>
                    </a:lnTo>
                    <a:lnTo>
                      <a:pt x="95" y="268"/>
                    </a:lnTo>
                    <a:lnTo>
                      <a:pt x="95" y="265"/>
                    </a:lnTo>
                    <a:lnTo>
                      <a:pt x="95" y="265"/>
                    </a:lnTo>
                    <a:lnTo>
                      <a:pt x="95" y="265"/>
                    </a:lnTo>
                    <a:lnTo>
                      <a:pt x="95" y="265"/>
                    </a:lnTo>
                    <a:lnTo>
                      <a:pt x="95" y="265"/>
                    </a:lnTo>
                    <a:lnTo>
                      <a:pt x="95" y="268"/>
                    </a:lnTo>
                    <a:lnTo>
                      <a:pt x="97" y="268"/>
                    </a:lnTo>
                    <a:lnTo>
                      <a:pt x="97" y="265"/>
                    </a:lnTo>
                    <a:lnTo>
                      <a:pt x="97" y="265"/>
                    </a:lnTo>
                    <a:lnTo>
                      <a:pt x="97" y="265"/>
                    </a:lnTo>
                    <a:lnTo>
                      <a:pt x="97" y="263"/>
                    </a:lnTo>
                    <a:lnTo>
                      <a:pt x="100" y="263"/>
                    </a:lnTo>
                    <a:lnTo>
                      <a:pt x="100" y="263"/>
                    </a:lnTo>
                    <a:lnTo>
                      <a:pt x="100" y="263"/>
                    </a:lnTo>
                    <a:lnTo>
                      <a:pt x="100" y="263"/>
                    </a:lnTo>
                    <a:lnTo>
                      <a:pt x="100" y="263"/>
                    </a:lnTo>
                    <a:lnTo>
                      <a:pt x="102" y="263"/>
                    </a:lnTo>
                    <a:lnTo>
                      <a:pt x="102" y="263"/>
                    </a:lnTo>
                    <a:lnTo>
                      <a:pt x="102" y="261"/>
                    </a:lnTo>
                    <a:lnTo>
                      <a:pt x="102" y="261"/>
                    </a:lnTo>
                    <a:lnTo>
                      <a:pt x="102" y="258"/>
                    </a:lnTo>
                    <a:lnTo>
                      <a:pt x="102" y="258"/>
                    </a:lnTo>
                    <a:lnTo>
                      <a:pt x="102" y="258"/>
                    </a:lnTo>
                    <a:lnTo>
                      <a:pt x="102" y="256"/>
                    </a:lnTo>
                    <a:lnTo>
                      <a:pt x="105" y="256"/>
                    </a:lnTo>
                    <a:lnTo>
                      <a:pt x="105" y="256"/>
                    </a:lnTo>
                    <a:lnTo>
                      <a:pt x="105" y="256"/>
                    </a:lnTo>
                    <a:lnTo>
                      <a:pt x="107" y="256"/>
                    </a:lnTo>
                    <a:lnTo>
                      <a:pt x="107" y="253"/>
                    </a:lnTo>
                    <a:lnTo>
                      <a:pt x="107" y="253"/>
                    </a:lnTo>
                    <a:lnTo>
                      <a:pt x="107" y="253"/>
                    </a:lnTo>
                    <a:lnTo>
                      <a:pt x="109" y="253"/>
                    </a:lnTo>
                    <a:lnTo>
                      <a:pt x="109" y="253"/>
                    </a:lnTo>
                    <a:lnTo>
                      <a:pt x="109" y="253"/>
                    </a:lnTo>
                    <a:lnTo>
                      <a:pt x="112" y="253"/>
                    </a:lnTo>
                    <a:lnTo>
                      <a:pt x="112" y="253"/>
                    </a:lnTo>
                    <a:lnTo>
                      <a:pt x="112" y="253"/>
                    </a:lnTo>
                    <a:lnTo>
                      <a:pt x="114" y="253"/>
                    </a:lnTo>
                    <a:lnTo>
                      <a:pt x="114" y="253"/>
                    </a:lnTo>
                    <a:lnTo>
                      <a:pt x="114" y="253"/>
                    </a:lnTo>
                    <a:lnTo>
                      <a:pt x="114" y="253"/>
                    </a:lnTo>
                    <a:lnTo>
                      <a:pt x="116" y="253"/>
                    </a:lnTo>
                    <a:lnTo>
                      <a:pt x="116" y="253"/>
                    </a:lnTo>
                    <a:lnTo>
                      <a:pt x="116" y="253"/>
                    </a:lnTo>
                    <a:lnTo>
                      <a:pt x="116" y="253"/>
                    </a:lnTo>
                    <a:lnTo>
                      <a:pt x="119" y="253"/>
                    </a:lnTo>
                    <a:lnTo>
                      <a:pt x="119" y="253"/>
                    </a:lnTo>
                    <a:lnTo>
                      <a:pt x="119" y="253"/>
                    </a:lnTo>
                    <a:lnTo>
                      <a:pt x="119" y="253"/>
                    </a:lnTo>
                    <a:lnTo>
                      <a:pt x="121" y="253"/>
                    </a:lnTo>
                    <a:lnTo>
                      <a:pt x="121" y="253"/>
                    </a:lnTo>
                    <a:lnTo>
                      <a:pt x="121" y="253"/>
                    </a:lnTo>
                    <a:lnTo>
                      <a:pt x="124" y="253"/>
                    </a:lnTo>
                    <a:lnTo>
                      <a:pt x="124" y="253"/>
                    </a:lnTo>
                    <a:lnTo>
                      <a:pt x="124" y="253"/>
                    </a:lnTo>
                    <a:lnTo>
                      <a:pt x="126" y="253"/>
                    </a:lnTo>
                    <a:lnTo>
                      <a:pt x="126" y="256"/>
                    </a:lnTo>
                    <a:lnTo>
                      <a:pt x="126" y="256"/>
                    </a:lnTo>
                    <a:lnTo>
                      <a:pt x="126" y="256"/>
                    </a:lnTo>
                    <a:lnTo>
                      <a:pt x="128" y="256"/>
                    </a:lnTo>
                    <a:lnTo>
                      <a:pt x="128" y="256"/>
                    </a:lnTo>
                    <a:lnTo>
                      <a:pt x="128" y="256"/>
                    </a:lnTo>
                    <a:lnTo>
                      <a:pt x="131" y="256"/>
                    </a:lnTo>
                    <a:lnTo>
                      <a:pt x="131" y="256"/>
                    </a:lnTo>
                    <a:lnTo>
                      <a:pt x="133" y="256"/>
                    </a:lnTo>
                    <a:lnTo>
                      <a:pt x="133" y="253"/>
                    </a:lnTo>
                    <a:lnTo>
                      <a:pt x="131" y="253"/>
                    </a:lnTo>
                    <a:lnTo>
                      <a:pt x="131" y="253"/>
                    </a:lnTo>
                    <a:lnTo>
                      <a:pt x="131" y="253"/>
                    </a:lnTo>
                    <a:lnTo>
                      <a:pt x="128" y="253"/>
                    </a:lnTo>
                    <a:lnTo>
                      <a:pt x="128" y="253"/>
                    </a:lnTo>
                    <a:lnTo>
                      <a:pt x="131" y="253"/>
                    </a:lnTo>
                    <a:lnTo>
                      <a:pt x="131" y="253"/>
                    </a:lnTo>
                    <a:lnTo>
                      <a:pt x="131" y="251"/>
                    </a:lnTo>
                    <a:lnTo>
                      <a:pt x="131" y="251"/>
                    </a:lnTo>
                    <a:lnTo>
                      <a:pt x="133" y="251"/>
                    </a:lnTo>
                    <a:lnTo>
                      <a:pt x="133" y="251"/>
                    </a:lnTo>
                    <a:lnTo>
                      <a:pt x="133" y="251"/>
                    </a:lnTo>
                    <a:lnTo>
                      <a:pt x="135" y="251"/>
                    </a:lnTo>
                    <a:lnTo>
                      <a:pt x="135" y="249"/>
                    </a:lnTo>
                    <a:lnTo>
                      <a:pt x="135" y="249"/>
                    </a:lnTo>
                    <a:lnTo>
                      <a:pt x="135" y="246"/>
                    </a:lnTo>
                    <a:lnTo>
                      <a:pt x="135" y="246"/>
                    </a:lnTo>
                    <a:lnTo>
                      <a:pt x="135" y="246"/>
                    </a:lnTo>
                    <a:lnTo>
                      <a:pt x="135" y="244"/>
                    </a:lnTo>
                    <a:lnTo>
                      <a:pt x="135" y="244"/>
                    </a:lnTo>
                    <a:lnTo>
                      <a:pt x="135" y="244"/>
                    </a:lnTo>
                    <a:lnTo>
                      <a:pt x="135" y="244"/>
                    </a:lnTo>
                    <a:lnTo>
                      <a:pt x="135" y="242"/>
                    </a:lnTo>
                    <a:lnTo>
                      <a:pt x="138" y="242"/>
                    </a:lnTo>
                    <a:lnTo>
                      <a:pt x="138" y="242"/>
                    </a:lnTo>
                    <a:lnTo>
                      <a:pt x="138" y="242"/>
                    </a:lnTo>
                    <a:lnTo>
                      <a:pt x="138" y="239"/>
                    </a:lnTo>
                    <a:lnTo>
                      <a:pt x="138" y="239"/>
                    </a:lnTo>
                    <a:lnTo>
                      <a:pt x="138" y="239"/>
                    </a:lnTo>
                    <a:lnTo>
                      <a:pt x="135" y="239"/>
                    </a:lnTo>
                    <a:lnTo>
                      <a:pt x="135" y="239"/>
                    </a:lnTo>
                    <a:lnTo>
                      <a:pt x="135" y="237"/>
                    </a:lnTo>
                    <a:lnTo>
                      <a:pt x="135" y="237"/>
                    </a:lnTo>
                    <a:lnTo>
                      <a:pt x="135" y="237"/>
                    </a:lnTo>
                    <a:lnTo>
                      <a:pt x="135" y="234"/>
                    </a:lnTo>
                    <a:lnTo>
                      <a:pt x="135" y="234"/>
                    </a:lnTo>
                    <a:lnTo>
                      <a:pt x="138" y="234"/>
                    </a:lnTo>
                    <a:lnTo>
                      <a:pt x="138" y="234"/>
                    </a:lnTo>
                    <a:lnTo>
                      <a:pt x="138" y="234"/>
                    </a:lnTo>
                    <a:lnTo>
                      <a:pt x="140" y="234"/>
                    </a:lnTo>
                    <a:lnTo>
                      <a:pt x="140" y="232"/>
                    </a:lnTo>
                    <a:lnTo>
                      <a:pt x="140" y="232"/>
                    </a:lnTo>
                    <a:lnTo>
                      <a:pt x="140" y="230"/>
                    </a:lnTo>
                    <a:lnTo>
                      <a:pt x="140" y="230"/>
                    </a:lnTo>
                    <a:lnTo>
                      <a:pt x="140" y="227"/>
                    </a:lnTo>
                    <a:lnTo>
                      <a:pt x="140" y="227"/>
                    </a:lnTo>
                    <a:lnTo>
                      <a:pt x="140" y="227"/>
                    </a:lnTo>
                    <a:lnTo>
                      <a:pt x="140" y="225"/>
                    </a:lnTo>
                    <a:lnTo>
                      <a:pt x="140" y="225"/>
                    </a:lnTo>
                    <a:lnTo>
                      <a:pt x="140" y="225"/>
                    </a:lnTo>
                    <a:lnTo>
                      <a:pt x="138" y="225"/>
                    </a:lnTo>
                    <a:lnTo>
                      <a:pt x="138" y="225"/>
                    </a:lnTo>
                    <a:lnTo>
                      <a:pt x="138" y="223"/>
                    </a:lnTo>
                    <a:lnTo>
                      <a:pt x="140" y="223"/>
                    </a:lnTo>
                    <a:lnTo>
                      <a:pt x="140" y="223"/>
                    </a:lnTo>
                    <a:lnTo>
                      <a:pt x="138" y="223"/>
                    </a:lnTo>
                    <a:lnTo>
                      <a:pt x="138" y="220"/>
                    </a:lnTo>
                    <a:lnTo>
                      <a:pt x="138" y="220"/>
                    </a:lnTo>
                    <a:lnTo>
                      <a:pt x="135" y="220"/>
                    </a:lnTo>
                    <a:lnTo>
                      <a:pt x="135" y="223"/>
                    </a:lnTo>
                    <a:lnTo>
                      <a:pt x="135" y="223"/>
                    </a:lnTo>
                    <a:lnTo>
                      <a:pt x="135" y="223"/>
                    </a:lnTo>
                    <a:lnTo>
                      <a:pt x="135" y="220"/>
                    </a:lnTo>
                    <a:lnTo>
                      <a:pt x="133" y="220"/>
                    </a:lnTo>
                    <a:lnTo>
                      <a:pt x="133" y="220"/>
                    </a:lnTo>
                    <a:lnTo>
                      <a:pt x="133" y="220"/>
                    </a:lnTo>
                    <a:lnTo>
                      <a:pt x="133" y="218"/>
                    </a:lnTo>
                    <a:lnTo>
                      <a:pt x="133" y="218"/>
                    </a:lnTo>
                    <a:lnTo>
                      <a:pt x="133" y="220"/>
                    </a:lnTo>
                    <a:lnTo>
                      <a:pt x="131" y="220"/>
                    </a:lnTo>
                    <a:lnTo>
                      <a:pt x="131" y="220"/>
                    </a:lnTo>
                    <a:lnTo>
                      <a:pt x="131" y="218"/>
                    </a:lnTo>
                    <a:lnTo>
                      <a:pt x="131" y="218"/>
                    </a:lnTo>
                    <a:lnTo>
                      <a:pt x="128" y="218"/>
                    </a:lnTo>
                    <a:lnTo>
                      <a:pt x="128" y="218"/>
                    </a:lnTo>
                    <a:lnTo>
                      <a:pt x="128" y="218"/>
                    </a:lnTo>
                    <a:lnTo>
                      <a:pt x="128" y="218"/>
                    </a:lnTo>
                    <a:lnTo>
                      <a:pt x="128" y="220"/>
                    </a:lnTo>
                    <a:lnTo>
                      <a:pt x="126" y="220"/>
                    </a:lnTo>
                    <a:lnTo>
                      <a:pt x="126" y="220"/>
                    </a:lnTo>
                    <a:lnTo>
                      <a:pt x="126" y="220"/>
                    </a:lnTo>
                    <a:lnTo>
                      <a:pt x="126" y="220"/>
                    </a:lnTo>
                    <a:lnTo>
                      <a:pt x="124" y="220"/>
                    </a:lnTo>
                    <a:lnTo>
                      <a:pt x="124" y="220"/>
                    </a:lnTo>
                    <a:lnTo>
                      <a:pt x="124" y="220"/>
                    </a:lnTo>
                    <a:lnTo>
                      <a:pt x="121" y="220"/>
                    </a:lnTo>
                    <a:lnTo>
                      <a:pt x="121" y="220"/>
                    </a:lnTo>
                    <a:lnTo>
                      <a:pt x="121" y="220"/>
                    </a:lnTo>
                    <a:lnTo>
                      <a:pt x="121" y="218"/>
                    </a:lnTo>
                    <a:lnTo>
                      <a:pt x="119" y="218"/>
                    </a:lnTo>
                    <a:lnTo>
                      <a:pt x="119" y="218"/>
                    </a:lnTo>
                    <a:lnTo>
                      <a:pt x="116" y="218"/>
                    </a:lnTo>
                    <a:lnTo>
                      <a:pt x="116" y="218"/>
                    </a:lnTo>
                    <a:lnTo>
                      <a:pt x="116" y="218"/>
                    </a:lnTo>
                    <a:lnTo>
                      <a:pt x="116" y="218"/>
                    </a:lnTo>
                    <a:lnTo>
                      <a:pt x="114" y="218"/>
                    </a:lnTo>
                    <a:lnTo>
                      <a:pt x="114" y="218"/>
                    </a:lnTo>
                    <a:lnTo>
                      <a:pt x="114" y="220"/>
                    </a:lnTo>
                    <a:lnTo>
                      <a:pt x="114" y="220"/>
                    </a:lnTo>
                    <a:lnTo>
                      <a:pt x="114" y="220"/>
                    </a:lnTo>
                    <a:lnTo>
                      <a:pt x="114" y="220"/>
                    </a:lnTo>
                    <a:lnTo>
                      <a:pt x="114" y="220"/>
                    </a:lnTo>
                    <a:lnTo>
                      <a:pt x="114" y="218"/>
                    </a:lnTo>
                    <a:lnTo>
                      <a:pt x="112" y="218"/>
                    </a:lnTo>
                    <a:lnTo>
                      <a:pt x="112" y="218"/>
                    </a:lnTo>
                    <a:lnTo>
                      <a:pt x="112" y="218"/>
                    </a:lnTo>
                    <a:lnTo>
                      <a:pt x="109" y="218"/>
                    </a:lnTo>
                    <a:lnTo>
                      <a:pt x="109" y="218"/>
                    </a:lnTo>
                    <a:lnTo>
                      <a:pt x="109" y="215"/>
                    </a:lnTo>
                    <a:lnTo>
                      <a:pt x="109" y="215"/>
                    </a:lnTo>
                    <a:lnTo>
                      <a:pt x="109" y="215"/>
                    </a:lnTo>
                    <a:lnTo>
                      <a:pt x="109" y="215"/>
                    </a:lnTo>
                    <a:lnTo>
                      <a:pt x="107" y="215"/>
                    </a:lnTo>
                    <a:lnTo>
                      <a:pt x="107" y="215"/>
                    </a:lnTo>
                    <a:lnTo>
                      <a:pt x="107" y="213"/>
                    </a:lnTo>
                    <a:lnTo>
                      <a:pt x="107" y="213"/>
                    </a:lnTo>
                    <a:lnTo>
                      <a:pt x="105" y="213"/>
                    </a:lnTo>
                    <a:lnTo>
                      <a:pt x="105" y="213"/>
                    </a:lnTo>
                    <a:lnTo>
                      <a:pt x="102" y="213"/>
                    </a:lnTo>
                    <a:lnTo>
                      <a:pt x="102" y="213"/>
                    </a:lnTo>
                    <a:lnTo>
                      <a:pt x="102" y="215"/>
                    </a:lnTo>
                    <a:lnTo>
                      <a:pt x="102" y="215"/>
                    </a:lnTo>
                    <a:lnTo>
                      <a:pt x="100" y="215"/>
                    </a:lnTo>
                    <a:lnTo>
                      <a:pt x="100" y="215"/>
                    </a:lnTo>
                    <a:lnTo>
                      <a:pt x="100" y="215"/>
                    </a:lnTo>
                    <a:lnTo>
                      <a:pt x="100" y="215"/>
                    </a:lnTo>
                    <a:lnTo>
                      <a:pt x="97" y="215"/>
                    </a:lnTo>
                    <a:lnTo>
                      <a:pt x="97" y="215"/>
                    </a:lnTo>
                    <a:lnTo>
                      <a:pt x="97" y="218"/>
                    </a:lnTo>
                    <a:lnTo>
                      <a:pt x="97" y="218"/>
                    </a:lnTo>
                    <a:lnTo>
                      <a:pt x="95" y="218"/>
                    </a:lnTo>
                    <a:lnTo>
                      <a:pt x="95" y="215"/>
                    </a:lnTo>
                    <a:lnTo>
                      <a:pt x="95" y="215"/>
                    </a:lnTo>
                    <a:lnTo>
                      <a:pt x="95" y="215"/>
                    </a:lnTo>
                    <a:lnTo>
                      <a:pt x="95" y="215"/>
                    </a:lnTo>
                    <a:lnTo>
                      <a:pt x="93" y="215"/>
                    </a:lnTo>
                    <a:lnTo>
                      <a:pt x="93" y="215"/>
                    </a:lnTo>
                    <a:lnTo>
                      <a:pt x="93" y="218"/>
                    </a:lnTo>
                    <a:lnTo>
                      <a:pt x="93" y="218"/>
                    </a:lnTo>
                    <a:lnTo>
                      <a:pt x="93" y="218"/>
                    </a:lnTo>
                    <a:lnTo>
                      <a:pt x="90" y="218"/>
                    </a:lnTo>
                    <a:lnTo>
                      <a:pt x="90" y="218"/>
                    </a:lnTo>
                    <a:lnTo>
                      <a:pt x="90" y="218"/>
                    </a:lnTo>
                    <a:lnTo>
                      <a:pt x="90" y="220"/>
                    </a:lnTo>
                    <a:lnTo>
                      <a:pt x="88" y="220"/>
                    </a:lnTo>
                    <a:lnTo>
                      <a:pt x="88" y="220"/>
                    </a:lnTo>
                    <a:lnTo>
                      <a:pt x="88" y="220"/>
                    </a:lnTo>
                    <a:lnTo>
                      <a:pt x="86" y="220"/>
                    </a:lnTo>
                    <a:lnTo>
                      <a:pt x="86" y="218"/>
                    </a:lnTo>
                    <a:lnTo>
                      <a:pt x="86" y="218"/>
                    </a:lnTo>
                    <a:lnTo>
                      <a:pt x="86" y="220"/>
                    </a:lnTo>
                    <a:lnTo>
                      <a:pt x="83" y="220"/>
                    </a:lnTo>
                    <a:lnTo>
                      <a:pt x="83" y="220"/>
                    </a:lnTo>
                    <a:lnTo>
                      <a:pt x="83" y="220"/>
                    </a:lnTo>
                    <a:lnTo>
                      <a:pt x="83" y="220"/>
                    </a:lnTo>
                    <a:lnTo>
                      <a:pt x="83" y="223"/>
                    </a:lnTo>
                    <a:lnTo>
                      <a:pt x="81" y="223"/>
                    </a:lnTo>
                    <a:lnTo>
                      <a:pt x="81" y="223"/>
                    </a:lnTo>
                    <a:lnTo>
                      <a:pt x="81" y="220"/>
                    </a:lnTo>
                    <a:lnTo>
                      <a:pt x="81" y="220"/>
                    </a:lnTo>
                    <a:lnTo>
                      <a:pt x="81" y="223"/>
                    </a:lnTo>
                    <a:lnTo>
                      <a:pt x="79" y="223"/>
                    </a:lnTo>
                    <a:lnTo>
                      <a:pt x="79" y="223"/>
                    </a:lnTo>
                    <a:lnTo>
                      <a:pt x="79" y="223"/>
                    </a:lnTo>
                    <a:lnTo>
                      <a:pt x="79" y="225"/>
                    </a:lnTo>
                    <a:lnTo>
                      <a:pt x="76" y="225"/>
                    </a:lnTo>
                    <a:lnTo>
                      <a:pt x="76" y="225"/>
                    </a:lnTo>
                    <a:lnTo>
                      <a:pt x="76" y="225"/>
                    </a:lnTo>
                    <a:lnTo>
                      <a:pt x="76" y="225"/>
                    </a:lnTo>
                    <a:lnTo>
                      <a:pt x="76" y="225"/>
                    </a:lnTo>
                    <a:lnTo>
                      <a:pt x="76" y="225"/>
                    </a:lnTo>
                    <a:lnTo>
                      <a:pt x="74" y="225"/>
                    </a:lnTo>
                    <a:lnTo>
                      <a:pt x="74" y="225"/>
                    </a:lnTo>
                    <a:lnTo>
                      <a:pt x="74" y="227"/>
                    </a:lnTo>
                    <a:lnTo>
                      <a:pt x="74" y="227"/>
                    </a:lnTo>
                    <a:lnTo>
                      <a:pt x="74" y="227"/>
                    </a:lnTo>
                    <a:lnTo>
                      <a:pt x="74" y="227"/>
                    </a:lnTo>
                    <a:lnTo>
                      <a:pt x="74" y="230"/>
                    </a:lnTo>
                    <a:lnTo>
                      <a:pt x="74" y="230"/>
                    </a:lnTo>
                    <a:lnTo>
                      <a:pt x="74" y="230"/>
                    </a:lnTo>
                    <a:lnTo>
                      <a:pt x="74" y="232"/>
                    </a:lnTo>
                    <a:lnTo>
                      <a:pt x="74" y="232"/>
                    </a:lnTo>
                    <a:lnTo>
                      <a:pt x="74" y="234"/>
                    </a:lnTo>
                    <a:lnTo>
                      <a:pt x="74" y="234"/>
                    </a:lnTo>
                    <a:lnTo>
                      <a:pt x="74" y="234"/>
                    </a:lnTo>
                    <a:lnTo>
                      <a:pt x="71" y="234"/>
                    </a:lnTo>
                    <a:lnTo>
                      <a:pt x="71" y="234"/>
                    </a:lnTo>
                    <a:lnTo>
                      <a:pt x="71" y="234"/>
                    </a:lnTo>
                    <a:lnTo>
                      <a:pt x="69" y="234"/>
                    </a:lnTo>
                    <a:lnTo>
                      <a:pt x="69" y="234"/>
                    </a:lnTo>
                    <a:lnTo>
                      <a:pt x="69" y="232"/>
                    </a:lnTo>
                    <a:lnTo>
                      <a:pt x="69" y="232"/>
                    </a:lnTo>
                    <a:lnTo>
                      <a:pt x="67" y="232"/>
                    </a:lnTo>
                    <a:lnTo>
                      <a:pt x="67" y="234"/>
                    </a:lnTo>
                    <a:lnTo>
                      <a:pt x="67" y="234"/>
                    </a:lnTo>
                    <a:lnTo>
                      <a:pt x="67" y="234"/>
                    </a:lnTo>
                    <a:lnTo>
                      <a:pt x="64" y="234"/>
                    </a:lnTo>
                    <a:lnTo>
                      <a:pt x="64" y="232"/>
                    </a:lnTo>
                    <a:lnTo>
                      <a:pt x="64" y="232"/>
                    </a:lnTo>
                    <a:lnTo>
                      <a:pt x="62" y="232"/>
                    </a:lnTo>
                    <a:lnTo>
                      <a:pt x="62" y="232"/>
                    </a:lnTo>
                    <a:lnTo>
                      <a:pt x="62" y="232"/>
                    </a:lnTo>
                    <a:lnTo>
                      <a:pt x="62" y="232"/>
                    </a:lnTo>
                    <a:lnTo>
                      <a:pt x="60" y="232"/>
                    </a:lnTo>
                    <a:lnTo>
                      <a:pt x="60" y="232"/>
                    </a:lnTo>
                    <a:lnTo>
                      <a:pt x="60" y="230"/>
                    </a:lnTo>
                    <a:lnTo>
                      <a:pt x="60" y="230"/>
                    </a:lnTo>
                    <a:lnTo>
                      <a:pt x="60" y="230"/>
                    </a:lnTo>
                    <a:lnTo>
                      <a:pt x="57" y="230"/>
                    </a:lnTo>
                    <a:lnTo>
                      <a:pt x="57" y="230"/>
                    </a:lnTo>
                    <a:lnTo>
                      <a:pt x="55" y="230"/>
                    </a:lnTo>
                    <a:lnTo>
                      <a:pt x="55" y="227"/>
                    </a:lnTo>
                    <a:lnTo>
                      <a:pt x="55" y="227"/>
                    </a:lnTo>
                    <a:lnTo>
                      <a:pt x="55" y="227"/>
                    </a:lnTo>
                    <a:lnTo>
                      <a:pt x="55" y="227"/>
                    </a:lnTo>
                    <a:lnTo>
                      <a:pt x="53" y="227"/>
                    </a:lnTo>
                    <a:lnTo>
                      <a:pt x="53" y="227"/>
                    </a:lnTo>
                    <a:lnTo>
                      <a:pt x="53" y="227"/>
                    </a:lnTo>
                    <a:lnTo>
                      <a:pt x="53" y="225"/>
                    </a:lnTo>
                    <a:lnTo>
                      <a:pt x="50" y="225"/>
                    </a:lnTo>
                    <a:lnTo>
                      <a:pt x="50" y="225"/>
                    </a:lnTo>
                    <a:lnTo>
                      <a:pt x="50" y="225"/>
                    </a:lnTo>
                    <a:lnTo>
                      <a:pt x="48" y="225"/>
                    </a:lnTo>
                    <a:lnTo>
                      <a:pt x="48" y="225"/>
                    </a:lnTo>
                    <a:lnTo>
                      <a:pt x="48" y="225"/>
                    </a:lnTo>
                    <a:lnTo>
                      <a:pt x="48" y="225"/>
                    </a:lnTo>
                    <a:lnTo>
                      <a:pt x="45" y="225"/>
                    </a:lnTo>
                    <a:lnTo>
                      <a:pt x="45" y="223"/>
                    </a:lnTo>
                    <a:lnTo>
                      <a:pt x="45" y="223"/>
                    </a:lnTo>
                    <a:lnTo>
                      <a:pt x="45" y="223"/>
                    </a:lnTo>
                    <a:lnTo>
                      <a:pt x="43" y="223"/>
                    </a:lnTo>
                    <a:lnTo>
                      <a:pt x="43" y="220"/>
                    </a:lnTo>
                    <a:lnTo>
                      <a:pt x="43" y="220"/>
                    </a:lnTo>
                    <a:lnTo>
                      <a:pt x="45" y="220"/>
                    </a:lnTo>
                    <a:lnTo>
                      <a:pt x="45" y="220"/>
                    </a:lnTo>
                    <a:lnTo>
                      <a:pt x="45" y="218"/>
                    </a:lnTo>
                    <a:lnTo>
                      <a:pt x="48" y="218"/>
                    </a:lnTo>
                    <a:lnTo>
                      <a:pt x="48" y="218"/>
                    </a:lnTo>
                    <a:lnTo>
                      <a:pt x="48" y="220"/>
                    </a:lnTo>
                    <a:lnTo>
                      <a:pt x="48" y="220"/>
                    </a:lnTo>
                    <a:lnTo>
                      <a:pt x="48" y="220"/>
                    </a:lnTo>
                    <a:lnTo>
                      <a:pt x="50" y="220"/>
                    </a:lnTo>
                    <a:lnTo>
                      <a:pt x="50" y="223"/>
                    </a:lnTo>
                    <a:lnTo>
                      <a:pt x="50" y="223"/>
                    </a:lnTo>
                    <a:lnTo>
                      <a:pt x="53" y="223"/>
                    </a:lnTo>
                    <a:lnTo>
                      <a:pt x="53" y="223"/>
                    </a:lnTo>
                    <a:lnTo>
                      <a:pt x="53" y="220"/>
                    </a:lnTo>
                    <a:lnTo>
                      <a:pt x="53" y="220"/>
                    </a:lnTo>
                    <a:lnTo>
                      <a:pt x="55" y="220"/>
                    </a:lnTo>
                    <a:lnTo>
                      <a:pt x="55" y="220"/>
                    </a:lnTo>
                    <a:lnTo>
                      <a:pt x="55" y="220"/>
                    </a:lnTo>
                    <a:lnTo>
                      <a:pt x="55" y="218"/>
                    </a:lnTo>
                    <a:lnTo>
                      <a:pt x="55" y="218"/>
                    </a:lnTo>
                    <a:lnTo>
                      <a:pt x="55" y="218"/>
                    </a:lnTo>
                    <a:lnTo>
                      <a:pt x="55" y="215"/>
                    </a:lnTo>
                    <a:lnTo>
                      <a:pt x="53" y="215"/>
                    </a:lnTo>
                    <a:lnTo>
                      <a:pt x="53" y="215"/>
                    </a:lnTo>
                    <a:lnTo>
                      <a:pt x="53" y="215"/>
                    </a:lnTo>
                    <a:lnTo>
                      <a:pt x="53" y="215"/>
                    </a:lnTo>
                    <a:lnTo>
                      <a:pt x="53" y="215"/>
                    </a:lnTo>
                    <a:lnTo>
                      <a:pt x="53" y="213"/>
                    </a:lnTo>
                    <a:lnTo>
                      <a:pt x="50" y="213"/>
                    </a:lnTo>
                    <a:lnTo>
                      <a:pt x="50" y="213"/>
                    </a:lnTo>
                    <a:lnTo>
                      <a:pt x="50" y="213"/>
                    </a:lnTo>
                    <a:lnTo>
                      <a:pt x="50" y="211"/>
                    </a:lnTo>
                    <a:lnTo>
                      <a:pt x="48" y="211"/>
                    </a:lnTo>
                    <a:lnTo>
                      <a:pt x="48" y="211"/>
                    </a:lnTo>
                    <a:lnTo>
                      <a:pt x="48" y="208"/>
                    </a:lnTo>
                    <a:lnTo>
                      <a:pt x="48" y="208"/>
                    </a:lnTo>
                    <a:lnTo>
                      <a:pt x="48" y="208"/>
                    </a:lnTo>
                    <a:lnTo>
                      <a:pt x="48" y="206"/>
                    </a:lnTo>
                    <a:lnTo>
                      <a:pt x="48" y="206"/>
                    </a:lnTo>
                    <a:lnTo>
                      <a:pt x="48" y="206"/>
                    </a:lnTo>
                    <a:lnTo>
                      <a:pt x="48" y="204"/>
                    </a:lnTo>
                    <a:lnTo>
                      <a:pt x="48" y="204"/>
                    </a:lnTo>
                    <a:lnTo>
                      <a:pt x="48" y="204"/>
                    </a:lnTo>
                    <a:lnTo>
                      <a:pt x="45" y="204"/>
                    </a:lnTo>
                    <a:lnTo>
                      <a:pt x="45" y="204"/>
                    </a:lnTo>
                    <a:lnTo>
                      <a:pt x="43" y="204"/>
                    </a:lnTo>
                    <a:lnTo>
                      <a:pt x="43" y="204"/>
                    </a:lnTo>
                    <a:lnTo>
                      <a:pt x="43" y="204"/>
                    </a:lnTo>
                    <a:lnTo>
                      <a:pt x="41" y="204"/>
                    </a:lnTo>
                    <a:lnTo>
                      <a:pt x="41" y="201"/>
                    </a:lnTo>
                    <a:lnTo>
                      <a:pt x="41" y="201"/>
                    </a:lnTo>
                    <a:lnTo>
                      <a:pt x="41" y="201"/>
                    </a:lnTo>
                    <a:lnTo>
                      <a:pt x="41" y="201"/>
                    </a:lnTo>
                    <a:lnTo>
                      <a:pt x="41" y="199"/>
                    </a:lnTo>
                    <a:lnTo>
                      <a:pt x="38" y="199"/>
                    </a:lnTo>
                    <a:lnTo>
                      <a:pt x="38" y="199"/>
                    </a:lnTo>
                    <a:lnTo>
                      <a:pt x="38" y="197"/>
                    </a:lnTo>
                    <a:lnTo>
                      <a:pt x="38" y="197"/>
                    </a:lnTo>
                    <a:lnTo>
                      <a:pt x="38" y="197"/>
                    </a:lnTo>
                    <a:lnTo>
                      <a:pt x="36" y="197"/>
                    </a:lnTo>
                    <a:lnTo>
                      <a:pt x="36" y="194"/>
                    </a:lnTo>
                    <a:lnTo>
                      <a:pt x="36" y="194"/>
                    </a:lnTo>
                    <a:lnTo>
                      <a:pt x="36" y="194"/>
                    </a:lnTo>
                    <a:lnTo>
                      <a:pt x="36" y="194"/>
                    </a:lnTo>
                    <a:lnTo>
                      <a:pt x="34" y="194"/>
                    </a:lnTo>
                    <a:lnTo>
                      <a:pt x="34" y="194"/>
                    </a:lnTo>
                    <a:lnTo>
                      <a:pt x="34" y="194"/>
                    </a:lnTo>
                    <a:lnTo>
                      <a:pt x="31" y="194"/>
                    </a:lnTo>
                    <a:lnTo>
                      <a:pt x="31" y="194"/>
                    </a:lnTo>
                    <a:lnTo>
                      <a:pt x="29" y="194"/>
                    </a:lnTo>
                    <a:lnTo>
                      <a:pt x="29" y="194"/>
                    </a:lnTo>
                    <a:lnTo>
                      <a:pt x="29" y="194"/>
                    </a:lnTo>
                    <a:lnTo>
                      <a:pt x="26" y="194"/>
                    </a:lnTo>
                    <a:lnTo>
                      <a:pt x="26" y="194"/>
                    </a:lnTo>
                    <a:lnTo>
                      <a:pt x="26" y="194"/>
                    </a:lnTo>
                    <a:lnTo>
                      <a:pt x="24" y="194"/>
                    </a:lnTo>
                    <a:lnTo>
                      <a:pt x="24" y="194"/>
                    </a:lnTo>
                    <a:lnTo>
                      <a:pt x="24" y="194"/>
                    </a:lnTo>
                    <a:lnTo>
                      <a:pt x="22" y="194"/>
                    </a:lnTo>
                    <a:lnTo>
                      <a:pt x="22" y="194"/>
                    </a:lnTo>
                    <a:lnTo>
                      <a:pt x="22" y="194"/>
                    </a:lnTo>
                    <a:lnTo>
                      <a:pt x="22" y="194"/>
                    </a:lnTo>
                    <a:lnTo>
                      <a:pt x="22" y="194"/>
                    </a:lnTo>
                    <a:lnTo>
                      <a:pt x="19" y="194"/>
                    </a:lnTo>
                    <a:lnTo>
                      <a:pt x="19" y="197"/>
                    </a:lnTo>
                    <a:lnTo>
                      <a:pt x="19" y="197"/>
                    </a:lnTo>
                    <a:lnTo>
                      <a:pt x="19" y="194"/>
                    </a:lnTo>
                    <a:lnTo>
                      <a:pt x="19" y="194"/>
                    </a:lnTo>
                    <a:lnTo>
                      <a:pt x="17" y="194"/>
                    </a:lnTo>
                    <a:lnTo>
                      <a:pt x="17" y="194"/>
                    </a:lnTo>
                    <a:lnTo>
                      <a:pt x="17" y="194"/>
                    </a:lnTo>
                    <a:lnTo>
                      <a:pt x="15" y="194"/>
                    </a:lnTo>
                    <a:lnTo>
                      <a:pt x="15" y="194"/>
                    </a:lnTo>
                    <a:lnTo>
                      <a:pt x="15" y="194"/>
                    </a:lnTo>
                    <a:lnTo>
                      <a:pt x="15" y="192"/>
                    </a:lnTo>
                    <a:lnTo>
                      <a:pt x="15" y="192"/>
                    </a:lnTo>
                    <a:lnTo>
                      <a:pt x="15" y="192"/>
                    </a:lnTo>
                    <a:lnTo>
                      <a:pt x="15" y="192"/>
                    </a:lnTo>
                    <a:lnTo>
                      <a:pt x="15" y="189"/>
                    </a:lnTo>
                    <a:lnTo>
                      <a:pt x="15" y="189"/>
                    </a:lnTo>
                    <a:lnTo>
                      <a:pt x="15" y="189"/>
                    </a:lnTo>
                    <a:lnTo>
                      <a:pt x="12" y="189"/>
                    </a:lnTo>
                    <a:lnTo>
                      <a:pt x="12" y="187"/>
                    </a:lnTo>
                    <a:lnTo>
                      <a:pt x="15" y="187"/>
                    </a:lnTo>
                    <a:lnTo>
                      <a:pt x="15" y="187"/>
                    </a:lnTo>
                    <a:lnTo>
                      <a:pt x="15" y="187"/>
                    </a:lnTo>
                    <a:lnTo>
                      <a:pt x="15" y="187"/>
                    </a:lnTo>
                    <a:lnTo>
                      <a:pt x="15" y="185"/>
                    </a:lnTo>
                    <a:lnTo>
                      <a:pt x="15" y="185"/>
                    </a:lnTo>
                    <a:lnTo>
                      <a:pt x="15" y="185"/>
                    </a:lnTo>
                    <a:lnTo>
                      <a:pt x="15" y="185"/>
                    </a:lnTo>
                    <a:lnTo>
                      <a:pt x="15" y="182"/>
                    </a:lnTo>
                    <a:lnTo>
                      <a:pt x="15" y="182"/>
                    </a:lnTo>
                    <a:lnTo>
                      <a:pt x="12" y="182"/>
                    </a:lnTo>
                    <a:lnTo>
                      <a:pt x="12" y="182"/>
                    </a:lnTo>
                    <a:lnTo>
                      <a:pt x="12" y="182"/>
                    </a:lnTo>
                    <a:lnTo>
                      <a:pt x="12" y="180"/>
                    </a:lnTo>
                    <a:lnTo>
                      <a:pt x="10" y="180"/>
                    </a:lnTo>
                    <a:lnTo>
                      <a:pt x="10" y="180"/>
                    </a:lnTo>
                    <a:lnTo>
                      <a:pt x="10" y="180"/>
                    </a:lnTo>
                    <a:lnTo>
                      <a:pt x="10" y="180"/>
                    </a:lnTo>
                    <a:lnTo>
                      <a:pt x="8" y="180"/>
                    </a:lnTo>
                    <a:lnTo>
                      <a:pt x="8" y="180"/>
                    </a:lnTo>
                    <a:lnTo>
                      <a:pt x="8" y="178"/>
                    </a:lnTo>
                    <a:lnTo>
                      <a:pt x="8" y="178"/>
                    </a:lnTo>
                    <a:lnTo>
                      <a:pt x="5" y="178"/>
                    </a:lnTo>
                    <a:lnTo>
                      <a:pt x="5" y="178"/>
                    </a:lnTo>
                    <a:lnTo>
                      <a:pt x="5" y="178"/>
                    </a:lnTo>
                    <a:lnTo>
                      <a:pt x="3" y="178"/>
                    </a:lnTo>
                    <a:lnTo>
                      <a:pt x="3" y="178"/>
                    </a:lnTo>
                    <a:lnTo>
                      <a:pt x="3" y="178"/>
                    </a:lnTo>
                    <a:lnTo>
                      <a:pt x="0" y="178"/>
                    </a:lnTo>
                    <a:lnTo>
                      <a:pt x="0" y="175"/>
                    </a:lnTo>
                    <a:lnTo>
                      <a:pt x="0" y="175"/>
                    </a:lnTo>
                    <a:lnTo>
                      <a:pt x="3" y="175"/>
                    </a:lnTo>
                    <a:lnTo>
                      <a:pt x="3" y="175"/>
                    </a:lnTo>
                    <a:lnTo>
                      <a:pt x="3" y="173"/>
                    </a:lnTo>
                    <a:lnTo>
                      <a:pt x="3" y="173"/>
                    </a:lnTo>
                    <a:lnTo>
                      <a:pt x="3" y="173"/>
                    </a:lnTo>
                    <a:lnTo>
                      <a:pt x="3" y="170"/>
                    </a:lnTo>
                    <a:lnTo>
                      <a:pt x="3" y="170"/>
                    </a:lnTo>
                    <a:lnTo>
                      <a:pt x="3" y="170"/>
                    </a:lnTo>
                    <a:lnTo>
                      <a:pt x="5" y="170"/>
                    </a:lnTo>
                    <a:lnTo>
                      <a:pt x="5" y="168"/>
                    </a:lnTo>
                    <a:lnTo>
                      <a:pt x="5" y="168"/>
                    </a:lnTo>
                    <a:lnTo>
                      <a:pt x="5" y="168"/>
                    </a:lnTo>
                    <a:lnTo>
                      <a:pt x="5" y="166"/>
                    </a:lnTo>
                    <a:lnTo>
                      <a:pt x="5" y="166"/>
                    </a:lnTo>
                    <a:lnTo>
                      <a:pt x="8" y="166"/>
                    </a:lnTo>
                    <a:lnTo>
                      <a:pt x="8" y="166"/>
                    </a:lnTo>
                    <a:lnTo>
                      <a:pt x="8" y="166"/>
                    </a:lnTo>
                    <a:lnTo>
                      <a:pt x="8" y="163"/>
                    </a:lnTo>
                    <a:lnTo>
                      <a:pt x="8" y="163"/>
                    </a:lnTo>
                    <a:lnTo>
                      <a:pt x="10" y="163"/>
                    </a:lnTo>
                    <a:lnTo>
                      <a:pt x="10" y="163"/>
                    </a:lnTo>
                    <a:lnTo>
                      <a:pt x="10" y="163"/>
                    </a:lnTo>
                    <a:lnTo>
                      <a:pt x="10" y="163"/>
                    </a:lnTo>
                    <a:lnTo>
                      <a:pt x="10" y="161"/>
                    </a:lnTo>
                    <a:lnTo>
                      <a:pt x="12" y="161"/>
                    </a:lnTo>
                    <a:lnTo>
                      <a:pt x="12" y="161"/>
                    </a:lnTo>
                    <a:lnTo>
                      <a:pt x="12" y="161"/>
                    </a:lnTo>
                    <a:lnTo>
                      <a:pt x="12" y="159"/>
                    </a:lnTo>
                    <a:lnTo>
                      <a:pt x="12" y="159"/>
                    </a:lnTo>
                    <a:lnTo>
                      <a:pt x="12" y="156"/>
                    </a:lnTo>
                    <a:lnTo>
                      <a:pt x="12" y="156"/>
                    </a:lnTo>
                    <a:lnTo>
                      <a:pt x="12" y="156"/>
                    </a:lnTo>
                    <a:lnTo>
                      <a:pt x="10" y="156"/>
                    </a:lnTo>
                    <a:lnTo>
                      <a:pt x="10" y="156"/>
                    </a:lnTo>
                    <a:lnTo>
                      <a:pt x="10" y="156"/>
                    </a:lnTo>
                    <a:lnTo>
                      <a:pt x="10" y="156"/>
                    </a:lnTo>
                    <a:lnTo>
                      <a:pt x="8" y="156"/>
                    </a:lnTo>
                    <a:lnTo>
                      <a:pt x="8" y="154"/>
                    </a:lnTo>
                    <a:lnTo>
                      <a:pt x="8" y="154"/>
                    </a:lnTo>
                    <a:lnTo>
                      <a:pt x="8" y="154"/>
                    </a:lnTo>
                    <a:lnTo>
                      <a:pt x="8" y="152"/>
                    </a:lnTo>
                    <a:lnTo>
                      <a:pt x="8" y="152"/>
                    </a:lnTo>
                    <a:lnTo>
                      <a:pt x="8" y="149"/>
                    </a:lnTo>
                    <a:lnTo>
                      <a:pt x="8" y="149"/>
                    </a:lnTo>
                    <a:lnTo>
                      <a:pt x="8" y="149"/>
                    </a:lnTo>
                    <a:lnTo>
                      <a:pt x="8" y="147"/>
                    </a:lnTo>
                    <a:lnTo>
                      <a:pt x="10" y="147"/>
                    </a:lnTo>
                    <a:lnTo>
                      <a:pt x="10" y="147"/>
                    </a:lnTo>
                    <a:lnTo>
                      <a:pt x="10" y="144"/>
                    </a:lnTo>
                    <a:lnTo>
                      <a:pt x="10" y="144"/>
                    </a:lnTo>
                    <a:lnTo>
                      <a:pt x="10" y="144"/>
                    </a:lnTo>
                    <a:lnTo>
                      <a:pt x="10" y="142"/>
                    </a:lnTo>
                    <a:lnTo>
                      <a:pt x="10" y="142"/>
                    </a:lnTo>
                    <a:lnTo>
                      <a:pt x="10" y="142"/>
                    </a:lnTo>
                    <a:lnTo>
                      <a:pt x="10" y="140"/>
                    </a:lnTo>
                    <a:lnTo>
                      <a:pt x="10" y="140"/>
                    </a:lnTo>
                    <a:lnTo>
                      <a:pt x="12" y="140"/>
                    </a:lnTo>
                    <a:lnTo>
                      <a:pt x="12" y="140"/>
                    </a:lnTo>
                    <a:lnTo>
                      <a:pt x="15" y="140"/>
                    </a:lnTo>
                    <a:lnTo>
                      <a:pt x="15" y="140"/>
                    </a:lnTo>
                    <a:lnTo>
                      <a:pt x="15" y="140"/>
                    </a:lnTo>
                    <a:lnTo>
                      <a:pt x="15" y="140"/>
                    </a:lnTo>
                    <a:lnTo>
                      <a:pt x="15" y="137"/>
                    </a:lnTo>
                    <a:lnTo>
                      <a:pt x="17" y="137"/>
                    </a:lnTo>
                    <a:lnTo>
                      <a:pt x="17" y="137"/>
                    </a:lnTo>
                    <a:lnTo>
                      <a:pt x="17" y="137"/>
                    </a:lnTo>
                    <a:lnTo>
                      <a:pt x="19" y="137"/>
                    </a:lnTo>
                    <a:lnTo>
                      <a:pt x="19" y="135"/>
                    </a:lnTo>
                    <a:lnTo>
                      <a:pt x="19" y="135"/>
                    </a:lnTo>
                    <a:lnTo>
                      <a:pt x="19" y="135"/>
                    </a:lnTo>
                    <a:lnTo>
                      <a:pt x="19" y="135"/>
                    </a:lnTo>
                    <a:lnTo>
                      <a:pt x="19" y="133"/>
                    </a:lnTo>
                    <a:lnTo>
                      <a:pt x="19" y="133"/>
                    </a:lnTo>
                    <a:lnTo>
                      <a:pt x="19" y="133"/>
                    </a:lnTo>
                    <a:lnTo>
                      <a:pt x="19" y="130"/>
                    </a:lnTo>
                    <a:lnTo>
                      <a:pt x="19" y="130"/>
                    </a:lnTo>
                    <a:lnTo>
                      <a:pt x="19" y="128"/>
                    </a:lnTo>
                    <a:lnTo>
                      <a:pt x="19" y="128"/>
                    </a:lnTo>
                    <a:lnTo>
                      <a:pt x="19" y="128"/>
                    </a:lnTo>
                    <a:lnTo>
                      <a:pt x="22" y="128"/>
                    </a:lnTo>
                    <a:lnTo>
                      <a:pt x="22" y="128"/>
                    </a:lnTo>
                    <a:lnTo>
                      <a:pt x="22" y="125"/>
                    </a:lnTo>
                    <a:lnTo>
                      <a:pt x="22" y="125"/>
                    </a:lnTo>
                    <a:lnTo>
                      <a:pt x="22" y="125"/>
                    </a:lnTo>
                    <a:lnTo>
                      <a:pt x="22" y="125"/>
                    </a:lnTo>
                    <a:lnTo>
                      <a:pt x="24" y="125"/>
                    </a:lnTo>
                    <a:lnTo>
                      <a:pt x="24" y="125"/>
                    </a:lnTo>
                    <a:lnTo>
                      <a:pt x="26" y="125"/>
                    </a:lnTo>
                    <a:lnTo>
                      <a:pt x="26" y="125"/>
                    </a:lnTo>
                    <a:lnTo>
                      <a:pt x="26" y="125"/>
                    </a:lnTo>
                    <a:lnTo>
                      <a:pt x="26" y="125"/>
                    </a:lnTo>
                    <a:lnTo>
                      <a:pt x="26" y="128"/>
                    </a:lnTo>
                    <a:lnTo>
                      <a:pt x="29" y="128"/>
                    </a:lnTo>
                    <a:lnTo>
                      <a:pt x="29" y="128"/>
                    </a:lnTo>
                    <a:lnTo>
                      <a:pt x="29" y="128"/>
                    </a:lnTo>
                    <a:lnTo>
                      <a:pt x="29" y="128"/>
                    </a:lnTo>
                    <a:lnTo>
                      <a:pt x="29" y="130"/>
                    </a:lnTo>
                    <a:lnTo>
                      <a:pt x="31" y="130"/>
                    </a:lnTo>
                    <a:lnTo>
                      <a:pt x="31" y="130"/>
                    </a:lnTo>
                    <a:lnTo>
                      <a:pt x="31" y="130"/>
                    </a:lnTo>
                    <a:lnTo>
                      <a:pt x="31" y="133"/>
                    </a:lnTo>
                    <a:lnTo>
                      <a:pt x="34" y="133"/>
                    </a:lnTo>
                    <a:lnTo>
                      <a:pt x="34" y="133"/>
                    </a:lnTo>
                    <a:lnTo>
                      <a:pt x="34" y="133"/>
                    </a:lnTo>
                    <a:lnTo>
                      <a:pt x="34" y="135"/>
                    </a:lnTo>
                    <a:lnTo>
                      <a:pt x="34" y="135"/>
                    </a:lnTo>
                    <a:lnTo>
                      <a:pt x="36" y="135"/>
                    </a:lnTo>
                    <a:lnTo>
                      <a:pt x="36" y="135"/>
                    </a:lnTo>
                    <a:lnTo>
                      <a:pt x="36" y="135"/>
                    </a:lnTo>
                    <a:lnTo>
                      <a:pt x="36" y="135"/>
                    </a:lnTo>
                    <a:lnTo>
                      <a:pt x="36" y="137"/>
                    </a:lnTo>
                    <a:lnTo>
                      <a:pt x="36" y="137"/>
                    </a:lnTo>
                    <a:lnTo>
                      <a:pt x="36" y="137"/>
                    </a:lnTo>
                    <a:lnTo>
                      <a:pt x="38" y="137"/>
                    </a:lnTo>
                    <a:lnTo>
                      <a:pt x="38" y="140"/>
                    </a:lnTo>
                    <a:lnTo>
                      <a:pt x="38" y="140"/>
                    </a:lnTo>
                    <a:lnTo>
                      <a:pt x="38" y="140"/>
                    </a:lnTo>
                    <a:lnTo>
                      <a:pt x="41" y="140"/>
                    </a:lnTo>
                    <a:lnTo>
                      <a:pt x="41" y="140"/>
                    </a:lnTo>
                    <a:lnTo>
                      <a:pt x="41" y="142"/>
                    </a:lnTo>
                    <a:lnTo>
                      <a:pt x="41" y="142"/>
                    </a:lnTo>
                    <a:lnTo>
                      <a:pt x="43" y="142"/>
                    </a:lnTo>
                    <a:lnTo>
                      <a:pt x="43" y="142"/>
                    </a:lnTo>
                    <a:lnTo>
                      <a:pt x="43" y="142"/>
                    </a:lnTo>
                    <a:lnTo>
                      <a:pt x="43" y="140"/>
                    </a:lnTo>
                    <a:lnTo>
                      <a:pt x="45" y="140"/>
                    </a:lnTo>
                    <a:lnTo>
                      <a:pt x="45" y="140"/>
                    </a:lnTo>
                    <a:lnTo>
                      <a:pt x="48" y="140"/>
                    </a:lnTo>
                    <a:lnTo>
                      <a:pt x="48" y="140"/>
                    </a:lnTo>
                    <a:lnTo>
                      <a:pt x="48" y="140"/>
                    </a:lnTo>
                    <a:lnTo>
                      <a:pt x="48" y="140"/>
                    </a:lnTo>
                    <a:lnTo>
                      <a:pt x="50" y="140"/>
                    </a:lnTo>
                    <a:lnTo>
                      <a:pt x="50" y="137"/>
                    </a:lnTo>
                    <a:lnTo>
                      <a:pt x="50" y="137"/>
                    </a:lnTo>
                    <a:lnTo>
                      <a:pt x="53" y="137"/>
                    </a:lnTo>
                    <a:lnTo>
                      <a:pt x="53" y="137"/>
                    </a:lnTo>
                    <a:lnTo>
                      <a:pt x="53" y="137"/>
                    </a:lnTo>
                    <a:lnTo>
                      <a:pt x="53" y="135"/>
                    </a:lnTo>
                    <a:lnTo>
                      <a:pt x="53" y="135"/>
                    </a:lnTo>
                    <a:lnTo>
                      <a:pt x="53" y="135"/>
                    </a:lnTo>
                    <a:lnTo>
                      <a:pt x="50" y="135"/>
                    </a:lnTo>
                    <a:lnTo>
                      <a:pt x="50" y="135"/>
                    </a:lnTo>
                    <a:lnTo>
                      <a:pt x="50" y="135"/>
                    </a:lnTo>
                    <a:lnTo>
                      <a:pt x="50" y="133"/>
                    </a:lnTo>
                    <a:lnTo>
                      <a:pt x="50" y="133"/>
                    </a:lnTo>
                    <a:lnTo>
                      <a:pt x="50" y="133"/>
                    </a:lnTo>
                    <a:lnTo>
                      <a:pt x="50" y="133"/>
                    </a:lnTo>
                    <a:lnTo>
                      <a:pt x="50" y="130"/>
                    </a:lnTo>
                    <a:lnTo>
                      <a:pt x="48" y="130"/>
                    </a:lnTo>
                    <a:lnTo>
                      <a:pt x="48" y="130"/>
                    </a:lnTo>
                    <a:lnTo>
                      <a:pt x="48" y="128"/>
                    </a:lnTo>
                    <a:lnTo>
                      <a:pt x="48" y="128"/>
                    </a:lnTo>
                    <a:lnTo>
                      <a:pt x="48" y="128"/>
                    </a:lnTo>
                    <a:lnTo>
                      <a:pt x="48" y="125"/>
                    </a:lnTo>
                    <a:lnTo>
                      <a:pt x="48" y="125"/>
                    </a:lnTo>
                    <a:lnTo>
                      <a:pt x="48" y="125"/>
                    </a:lnTo>
                    <a:lnTo>
                      <a:pt x="48" y="125"/>
                    </a:lnTo>
                    <a:lnTo>
                      <a:pt x="48" y="123"/>
                    </a:lnTo>
                    <a:lnTo>
                      <a:pt x="48" y="123"/>
                    </a:lnTo>
                    <a:lnTo>
                      <a:pt x="48" y="121"/>
                    </a:lnTo>
                    <a:lnTo>
                      <a:pt x="45" y="121"/>
                    </a:lnTo>
                    <a:lnTo>
                      <a:pt x="45" y="121"/>
                    </a:lnTo>
                    <a:lnTo>
                      <a:pt x="48" y="121"/>
                    </a:lnTo>
                    <a:lnTo>
                      <a:pt x="48" y="121"/>
                    </a:lnTo>
                    <a:lnTo>
                      <a:pt x="48" y="121"/>
                    </a:lnTo>
                    <a:lnTo>
                      <a:pt x="48" y="121"/>
                    </a:lnTo>
                    <a:lnTo>
                      <a:pt x="50" y="121"/>
                    </a:lnTo>
                    <a:lnTo>
                      <a:pt x="50" y="121"/>
                    </a:lnTo>
                    <a:lnTo>
                      <a:pt x="50" y="123"/>
                    </a:lnTo>
                    <a:lnTo>
                      <a:pt x="53" y="123"/>
                    </a:lnTo>
                    <a:lnTo>
                      <a:pt x="53" y="121"/>
                    </a:lnTo>
                    <a:lnTo>
                      <a:pt x="53" y="121"/>
                    </a:lnTo>
                    <a:lnTo>
                      <a:pt x="53" y="121"/>
                    </a:lnTo>
                    <a:lnTo>
                      <a:pt x="53" y="121"/>
                    </a:lnTo>
                    <a:lnTo>
                      <a:pt x="55" y="121"/>
                    </a:lnTo>
                    <a:lnTo>
                      <a:pt x="55" y="118"/>
                    </a:lnTo>
                    <a:lnTo>
                      <a:pt x="55" y="118"/>
                    </a:lnTo>
                    <a:lnTo>
                      <a:pt x="55" y="118"/>
                    </a:lnTo>
                    <a:lnTo>
                      <a:pt x="55" y="118"/>
                    </a:lnTo>
                    <a:lnTo>
                      <a:pt x="57" y="118"/>
                    </a:lnTo>
                    <a:lnTo>
                      <a:pt x="57" y="116"/>
                    </a:lnTo>
                    <a:lnTo>
                      <a:pt x="57" y="116"/>
                    </a:lnTo>
                    <a:lnTo>
                      <a:pt x="60" y="116"/>
                    </a:lnTo>
                    <a:lnTo>
                      <a:pt x="60" y="116"/>
                    </a:lnTo>
                    <a:lnTo>
                      <a:pt x="60" y="116"/>
                    </a:lnTo>
                    <a:lnTo>
                      <a:pt x="60" y="116"/>
                    </a:lnTo>
                    <a:lnTo>
                      <a:pt x="62" y="116"/>
                    </a:lnTo>
                    <a:lnTo>
                      <a:pt x="62" y="116"/>
                    </a:lnTo>
                    <a:lnTo>
                      <a:pt x="62" y="116"/>
                    </a:lnTo>
                    <a:lnTo>
                      <a:pt x="62" y="116"/>
                    </a:lnTo>
                    <a:lnTo>
                      <a:pt x="64" y="116"/>
                    </a:lnTo>
                    <a:lnTo>
                      <a:pt x="64" y="114"/>
                    </a:lnTo>
                    <a:lnTo>
                      <a:pt x="62" y="114"/>
                    </a:lnTo>
                    <a:lnTo>
                      <a:pt x="62" y="114"/>
                    </a:lnTo>
                    <a:lnTo>
                      <a:pt x="62" y="114"/>
                    </a:lnTo>
                    <a:lnTo>
                      <a:pt x="62" y="111"/>
                    </a:lnTo>
                    <a:lnTo>
                      <a:pt x="62" y="111"/>
                    </a:lnTo>
                    <a:lnTo>
                      <a:pt x="62" y="111"/>
                    </a:lnTo>
                    <a:lnTo>
                      <a:pt x="62" y="109"/>
                    </a:lnTo>
                    <a:lnTo>
                      <a:pt x="62" y="109"/>
                    </a:lnTo>
                    <a:lnTo>
                      <a:pt x="64" y="109"/>
                    </a:lnTo>
                    <a:lnTo>
                      <a:pt x="64" y="109"/>
                    </a:lnTo>
                    <a:lnTo>
                      <a:pt x="67" y="109"/>
                    </a:lnTo>
                    <a:lnTo>
                      <a:pt x="67" y="109"/>
                    </a:lnTo>
                    <a:lnTo>
                      <a:pt x="67" y="109"/>
                    </a:lnTo>
                    <a:lnTo>
                      <a:pt x="69" y="109"/>
                    </a:lnTo>
                    <a:lnTo>
                      <a:pt x="69" y="109"/>
                    </a:lnTo>
                    <a:lnTo>
                      <a:pt x="69" y="109"/>
                    </a:lnTo>
                    <a:lnTo>
                      <a:pt x="71" y="109"/>
                    </a:lnTo>
                    <a:lnTo>
                      <a:pt x="71" y="109"/>
                    </a:lnTo>
                    <a:lnTo>
                      <a:pt x="71" y="106"/>
                    </a:lnTo>
                    <a:lnTo>
                      <a:pt x="74" y="106"/>
                    </a:lnTo>
                    <a:lnTo>
                      <a:pt x="74" y="106"/>
                    </a:lnTo>
                    <a:lnTo>
                      <a:pt x="74" y="106"/>
                    </a:lnTo>
                    <a:lnTo>
                      <a:pt x="74" y="106"/>
                    </a:lnTo>
                    <a:lnTo>
                      <a:pt x="74" y="106"/>
                    </a:lnTo>
                    <a:lnTo>
                      <a:pt x="76" y="106"/>
                    </a:lnTo>
                    <a:lnTo>
                      <a:pt x="76" y="106"/>
                    </a:lnTo>
                    <a:lnTo>
                      <a:pt x="76" y="106"/>
                    </a:lnTo>
                    <a:lnTo>
                      <a:pt x="79" y="106"/>
                    </a:lnTo>
                    <a:lnTo>
                      <a:pt x="79" y="104"/>
                    </a:lnTo>
                    <a:lnTo>
                      <a:pt x="79" y="104"/>
                    </a:lnTo>
                    <a:lnTo>
                      <a:pt x="81" y="104"/>
                    </a:lnTo>
                    <a:lnTo>
                      <a:pt x="81" y="104"/>
                    </a:lnTo>
                    <a:lnTo>
                      <a:pt x="81" y="104"/>
                    </a:lnTo>
                    <a:lnTo>
                      <a:pt x="83" y="104"/>
                    </a:lnTo>
                    <a:lnTo>
                      <a:pt x="83" y="104"/>
                    </a:lnTo>
                    <a:lnTo>
                      <a:pt x="83" y="104"/>
                    </a:lnTo>
                    <a:lnTo>
                      <a:pt x="83" y="102"/>
                    </a:lnTo>
                    <a:lnTo>
                      <a:pt x="83" y="102"/>
                    </a:lnTo>
                    <a:lnTo>
                      <a:pt x="83" y="102"/>
                    </a:lnTo>
                    <a:lnTo>
                      <a:pt x="86" y="102"/>
                    </a:lnTo>
                    <a:lnTo>
                      <a:pt x="86" y="99"/>
                    </a:lnTo>
                    <a:lnTo>
                      <a:pt x="86" y="99"/>
                    </a:lnTo>
                    <a:lnTo>
                      <a:pt x="88" y="99"/>
                    </a:lnTo>
                    <a:lnTo>
                      <a:pt x="88" y="99"/>
                    </a:lnTo>
                    <a:lnTo>
                      <a:pt x="88" y="97"/>
                    </a:lnTo>
                    <a:lnTo>
                      <a:pt x="88" y="97"/>
                    </a:lnTo>
                    <a:lnTo>
                      <a:pt x="88" y="97"/>
                    </a:lnTo>
                    <a:lnTo>
                      <a:pt x="88" y="97"/>
                    </a:lnTo>
                    <a:lnTo>
                      <a:pt x="88" y="97"/>
                    </a:lnTo>
                    <a:lnTo>
                      <a:pt x="90" y="97"/>
                    </a:lnTo>
                    <a:lnTo>
                      <a:pt x="90" y="97"/>
                    </a:lnTo>
                    <a:lnTo>
                      <a:pt x="93" y="97"/>
                    </a:lnTo>
                    <a:lnTo>
                      <a:pt x="93" y="97"/>
                    </a:lnTo>
                    <a:lnTo>
                      <a:pt x="93" y="97"/>
                    </a:lnTo>
                    <a:lnTo>
                      <a:pt x="93" y="97"/>
                    </a:lnTo>
                    <a:lnTo>
                      <a:pt x="93" y="97"/>
                    </a:lnTo>
                    <a:lnTo>
                      <a:pt x="93" y="95"/>
                    </a:lnTo>
                    <a:lnTo>
                      <a:pt x="93" y="95"/>
                    </a:lnTo>
                    <a:lnTo>
                      <a:pt x="93" y="95"/>
                    </a:lnTo>
                    <a:lnTo>
                      <a:pt x="93" y="92"/>
                    </a:lnTo>
                    <a:lnTo>
                      <a:pt x="93" y="92"/>
                    </a:lnTo>
                    <a:lnTo>
                      <a:pt x="95" y="92"/>
                    </a:lnTo>
                    <a:lnTo>
                      <a:pt x="95" y="92"/>
                    </a:lnTo>
                    <a:lnTo>
                      <a:pt x="95" y="95"/>
                    </a:lnTo>
                    <a:lnTo>
                      <a:pt x="95" y="95"/>
                    </a:lnTo>
                    <a:lnTo>
                      <a:pt x="95" y="95"/>
                    </a:lnTo>
                    <a:lnTo>
                      <a:pt x="97" y="95"/>
                    </a:lnTo>
                    <a:lnTo>
                      <a:pt x="97" y="95"/>
                    </a:lnTo>
                    <a:lnTo>
                      <a:pt x="100" y="95"/>
                    </a:lnTo>
                    <a:lnTo>
                      <a:pt x="100" y="95"/>
                    </a:lnTo>
                    <a:lnTo>
                      <a:pt x="100" y="95"/>
                    </a:lnTo>
                    <a:lnTo>
                      <a:pt x="102" y="95"/>
                    </a:lnTo>
                    <a:lnTo>
                      <a:pt x="102" y="95"/>
                    </a:lnTo>
                    <a:lnTo>
                      <a:pt x="102" y="95"/>
                    </a:lnTo>
                    <a:lnTo>
                      <a:pt x="105" y="95"/>
                    </a:lnTo>
                    <a:lnTo>
                      <a:pt x="105" y="95"/>
                    </a:lnTo>
                    <a:lnTo>
                      <a:pt x="105" y="97"/>
                    </a:lnTo>
                    <a:lnTo>
                      <a:pt x="107" y="97"/>
                    </a:lnTo>
                    <a:lnTo>
                      <a:pt x="107" y="97"/>
                    </a:lnTo>
                    <a:lnTo>
                      <a:pt x="105" y="97"/>
                    </a:lnTo>
                    <a:lnTo>
                      <a:pt x="105" y="97"/>
                    </a:lnTo>
                    <a:lnTo>
                      <a:pt x="102" y="97"/>
                    </a:lnTo>
                    <a:lnTo>
                      <a:pt x="102" y="97"/>
                    </a:lnTo>
                    <a:lnTo>
                      <a:pt x="105" y="97"/>
                    </a:lnTo>
                    <a:lnTo>
                      <a:pt x="105" y="99"/>
                    </a:lnTo>
                    <a:lnTo>
                      <a:pt x="105" y="99"/>
                    </a:lnTo>
                    <a:lnTo>
                      <a:pt x="107" y="99"/>
                    </a:lnTo>
                    <a:lnTo>
                      <a:pt x="107" y="99"/>
                    </a:lnTo>
                    <a:lnTo>
                      <a:pt x="107" y="99"/>
                    </a:lnTo>
                    <a:lnTo>
                      <a:pt x="109" y="99"/>
                    </a:lnTo>
                    <a:lnTo>
                      <a:pt x="109" y="99"/>
                    </a:lnTo>
                    <a:lnTo>
                      <a:pt x="109" y="97"/>
                    </a:lnTo>
                    <a:lnTo>
                      <a:pt x="109" y="97"/>
                    </a:lnTo>
                    <a:lnTo>
                      <a:pt x="112" y="97"/>
                    </a:lnTo>
                    <a:lnTo>
                      <a:pt x="112" y="99"/>
                    </a:lnTo>
                    <a:lnTo>
                      <a:pt x="112" y="99"/>
                    </a:lnTo>
                    <a:lnTo>
                      <a:pt x="112" y="99"/>
                    </a:lnTo>
                    <a:lnTo>
                      <a:pt x="112" y="99"/>
                    </a:lnTo>
                    <a:lnTo>
                      <a:pt x="114" y="99"/>
                    </a:lnTo>
                    <a:lnTo>
                      <a:pt x="114" y="99"/>
                    </a:lnTo>
                    <a:lnTo>
                      <a:pt x="114" y="99"/>
                    </a:lnTo>
                    <a:lnTo>
                      <a:pt x="114" y="97"/>
                    </a:lnTo>
                    <a:lnTo>
                      <a:pt x="114" y="97"/>
                    </a:lnTo>
                    <a:lnTo>
                      <a:pt x="114" y="97"/>
                    </a:lnTo>
                    <a:lnTo>
                      <a:pt x="114" y="97"/>
                    </a:lnTo>
                    <a:lnTo>
                      <a:pt x="114" y="97"/>
                    </a:lnTo>
                    <a:lnTo>
                      <a:pt x="114" y="95"/>
                    </a:lnTo>
                    <a:lnTo>
                      <a:pt x="116" y="95"/>
                    </a:lnTo>
                    <a:lnTo>
                      <a:pt x="116" y="95"/>
                    </a:lnTo>
                    <a:lnTo>
                      <a:pt x="116" y="95"/>
                    </a:lnTo>
                    <a:lnTo>
                      <a:pt x="119" y="95"/>
                    </a:lnTo>
                    <a:lnTo>
                      <a:pt x="119" y="95"/>
                    </a:lnTo>
                    <a:lnTo>
                      <a:pt x="121" y="95"/>
                    </a:lnTo>
                    <a:lnTo>
                      <a:pt x="121" y="95"/>
                    </a:lnTo>
                    <a:lnTo>
                      <a:pt x="121" y="95"/>
                    </a:lnTo>
                    <a:lnTo>
                      <a:pt x="124" y="95"/>
                    </a:lnTo>
                    <a:lnTo>
                      <a:pt x="124" y="95"/>
                    </a:lnTo>
                    <a:lnTo>
                      <a:pt x="124" y="95"/>
                    </a:lnTo>
                    <a:lnTo>
                      <a:pt x="126" y="95"/>
                    </a:lnTo>
                    <a:lnTo>
                      <a:pt x="126" y="95"/>
                    </a:lnTo>
                    <a:lnTo>
                      <a:pt x="126" y="92"/>
                    </a:lnTo>
                    <a:lnTo>
                      <a:pt x="126" y="92"/>
                    </a:lnTo>
                    <a:lnTo>
                      <a:pt x="128" y="92"/>
                    </a:lnTo>
                    <a:lnTo>
                      <a:pt x="128" y="95"/>
                    </a:lnTo>
                    <a:lnTo>
                      <a:pt x="128" y="95"/>
                    </a:lnTo>
                    <a:lnTo>
                      <a:pt x="128" y="97"/>
                    </a:lnTo>
                    <a:lnTo>
                      <a:pt x="128" y="97"/>
                    </a:lnTo>
                    <a:lnTo>
                      <a:pt x="128" y="97"/>
                    </a:lnTo>
                    <a:lnTo>
                      <a:pt x="128" y="97"/>
                    </a:lnTo>
                    <a:lnTo>
                      <a:pt x="131" y="97"/>
                    </a:lnTo>
                    <a:lnTo>
                      <a:pt x="131" y="97"/>
                    </a:lnTo>
                    <a:lnTo>
                      <a:pt x="131" y="99"/>
                    </a:lnTo>
                    <a:lnTo>
                      <a:pt x="131" y="99"/>
                    </a:lnTo>
                    <a:lnTo>
                      <a:pt x="131" y="99"/>
                    </a:lnTo>
                    <a:lnTo>
                      <a:pt x="133" y="99"/>
                    </a:lnTo>
                    <a:lnTo>
                      <a:pt x="133" y="99"/>
                    </a:lnTo>
                    <a:lnTo>
                      <a:pt x="133" y="99"/>
                    </a:lnTo>
                    <a:lnTo>
                      <a:pt x="135" y="99"/>
                    </a:lnTo>
                    <a:lnTo>
                      <a:pt x="135" y="99"/>
                    </a:lnTo>
                    <a:lnTo>
                      <a:pt x="135" y="99"/>
                    </a:lnTo>
                    <a:lnTo>
                      <a:pt x="135" y="99"/>
                    </a:lnTo>
                    <a:lnTo>
                      <a:pt x="138" y="99"/>
                    </a:lnTo>
                    <a:lnTo>
                      <a:pt x="138" y="99"/>
                    </a:lnTo>
                    <a:lnTo>
                      <a:pt x="140" y="99"/>
                    </a:lnTo>
                    <a:lnTo>
                      <a:pt x="140" y="99"/>
                    </a:lnTo>
                    <a:lnTo>
                      <a:pt x="140" y="99"/>
                    </a:lnTo>
                    <a:lnTo>
                      <a:pt x="140" y="99"/>
                    </a:lnTo>
                    <a:lnTo>
                      <a:pt x="140" y="99"/>
                    </a:lnTo>
                    <a:lnTo>
                      <a:pt x="142" y="99"/>
                    </a:lnTo>
                    <a:lnTo>
                      <a:pt x="142" y="99"/>
                    </a:lnTo>
                    <a:lnTo>
                      <a:pt x="142" y="99"/>
                    </a:lnTo>
                    <a:lnTo>
                      <a:pt x="145" y="99"/>
                    </a:lnTo>
                    <a:lnTo>
                      <a:pt x="145" y="97"/>
                    </a:lnTo>
                    <a:lnTo>
                      <a:pt x="145" y="97"/>
                    </a:lnTo>
                    <a:lnTo>
                      <a:pt x="145" y="99"/>
                    </a:lnTo>
                    <a:lnTo>
                      <a:pt x="147" y="99"/>
                    </a:lnTo>
                    <a:lnTo>
                      <a:pt x="147" y="99"/>
                    </a:lnTo>
                    <a:lnTo>
                      <a:pt x="147" y="99"/>
                    </a:lnTo>
                    <a:lnTo>
                      <a:pt x="150" y="99"/>
                    </a:lnTo>
                    <a:lnTo>
                      <a:pt x="150" y="99"/>
                    </a:lnTo>
                    <a:lnTo>
                      <a:pt x="150" y="99"/>
                    </a:lnTo>
                    <a:lnTo>
                      <a:pt x="150" y="99"/>
                    </a:lnTo>
                    <a:lnTo>
                      <a:pt x="152" y="99"/>
                    </a:lnTo>
                    <a:lnTo>
                      <a:pt x="152" y="102"/>
                    </a:lnTo>
                    <a:lnTo>
                      <a:pt x="152" y="102"/>
                    </a:lnTo>
                    <a:lnTo>
                      <a:pt x="154" y="102"/>
                    </a:lnTo>
                    <a:lnTo>
                      <a:pt x="154" y="102"/>
                    </a:lnTo>
                    <a:lnTo>
                      <a:pt x="154" y="102"/>
                    </a:lnTo>
                    <a:lnTo>
                      <a:pt x="154" y="104"/>
                    </a:lnTo>
                    <a:lnTo>
                      <a:pt x="154" y="104"/>
                    </a:lnTo>
                    <a:lnTo>
                      <a:pt x="154" y="104"/>
                    </a:lnTo>
                    <a:lnTo>
                      <a:pt x="154" y="106"/>
                    </a:lnTo>
                    <a:lnTo>
                      <a:pt x="157" y="106"/>
                    </a:lnTo>
                    <a:lnTo>
                      <a:pt x="157" y="106"/>
                    </a:lnTo>
                    <a:lnTo>
                      <a:pt x="157" y="106"/>
                    </a:lnTo>
                    <a:lnTo>
                      <a:pt x="159" y="106"/>
                    </a:lnTo>
                    <a:lnTo>
                      <a:pt x="159" y="106"/>
                    </a:lnTo>
                    <a:lnTo>
                      <a:pt x="159" y="106"/>
                    </a:lnTo>
                    <a:lnTo>
                      <a:pt x="161" y="106"/>
                    </a:lnTo>
                    <a:lnTo>
                      <a:pt x="161" y="106"/>
                    </a:lnTo>
                    <a:lnTo>
                      <a:pt x="161" y="106"/>
                    </a:lnTo>
                    <a:lnTo>
                      <a:pt x="161" y="106"/>
                    </a:lnTo>
                    <a:lnTo>
                      <a:pt x="164" y="106"/>
                    </a:lnTo>
                    <a:lnTo>
                      <a:pt x="164" y="109"/>
                    </a:lnTo>
                    <a:lnTo>
                      <a:pt x="164" y="109"/>
                    </a:lnTo>
                    <a:lnTo>
                      <a:pt x="166" y="109"/>
                    </a:lnTo>
                    <a:lnTo>
                      <a:pt x="166" y="109"/>
                    </a:lnTo>
                    <a:lnTo>
                      <a:pt x="166" y="109"/>
                    </a:lnTo>
                    <a:lnTo>
                      <a:pt x="166" y="111"/>
                    </a:lnTo>
                    <a:lnTo>
                      <a:pt x="166" y="111"/>
                    </a:lnTo>
                    <a:lnTo>
                      <a:pt x="166" y="111"/>
                    </a:lnTo>
                    <a:lnTo>
                      <a:pt x="166" y="114"/>
                    </a:lnTo>
                    <a:lnTo>
                      <a:pt x="168" y="114"/>
                    </a:lnTo>
                    <a:lnTo>
                      <a:pt x="168" y="114"/>
                    </a:lnTo>
                    <a:lnTo>
                      <a:pt x="168" y="114"/>
                    </a:lnTo>
                    <a:lnTo>
                      <a:pt x="168" y="116"/>
                    </a:lnTo>
                    <a:lnTo>
                      <a:pt x="168" y="116"/>
                    </a:lnTo>
                    <a:lnTo>
                      <a:pt x="171" y="116"/>
                    </a:lnTo>
                    <a:lnTo>
                      <a:pt x="171" y="116"/>
                    </a:lnTo>
                    <a:lnTo>
                      <a:pt x="173" y="116"/>
                    </a:lnTo>
                    <a:lnTo>
                      <a:pt x="173" y="116"/>
                    </a:lnTo>
                    <a:lnTo>
                      <a:pt x="173" y="116"/>
                    </a:lnTo>
                    <a:lnTo>
                      <a:pt x="173" y="116"/>
                    </a:lnTo>
                    <a:lnTo>
                      <a:pt x="173" y="116"/>
                    </a:lnTo>
                    <a:lnTo>
                      <a:pt x="173" y="118"/>
                    </a:lnTo>
                    <a:lnTo>
                      <a:pt x="173" y="118"/>
                    </a:lnTo>
                    <a:lnTo>
                      <a:pt x="173" y="121"/>
                    </a:lnTo>
                    <a:lnTo>
                      <a:pt x="171" y="121"/>
                    </a:lnTo>
                    <a:lnTo>
                      <a:pt x="171" y="121"/>
                    </a:lnTo>
                    <a:lnTo>
                      <a:pt x="173" y="121"/>
                    </a:lnTo>
                    <a:lnTo>
                      <a:pt x="173" y="123"/>
                    </a:lnTo>
                    <a:lnTo>
                      <a:pt x="173" y="123"/>
                    </a:lnTo>
                    <a:lnTo>
                      <a:pt x="173" y="123"/>
                    </a:lnTo>
                    <a:lnTo>
                      <a:pt x="173" y="123"/>
                    </a:lnTo>
                    <a:lnTo>
                      <a:pt x="176" y="123"/>
                    </a:lnTo>
                    <a:lnTo>
                      <a:pt x="176" y="123"/>
                    </a:lnTo>
                    <a:lnTo>
                      <a:pt x="176" y="123"/>
                    </a:lnTo>
                    <a:lnTo>
                      <a:pt x="176" y="123"/>
                    </a:lnTo>
                    <a:lnTo>
                      <a:pt x="176" y="121"/>
                    </a:lnTo>
                    <a:lnTo>
                      <a:pt x="178" y="121"/>
                    </a:lnTo>
                    <a:lnTo>
                      <a:pt x="178" y="121"/>
                    </a:lnTo>
                    <a:lnTo>
                      <a:pt x="178" y="118"/>
                    </a:lnTo>
                    <a:lnTo>
                      <a:pt x="176" y="118"/>
                    </a:lnTo>
                    <a:lnTo>
                      <a:pt x="176" y="118"/>
                    </a:lnTo>
                    <a:lnTo>
                      <a:pt x="176" y="116"/>
                    </a:lnTo>
                    <a:lnTo>
                      <a:pt x="176" y="116"/>
                    </a:lnTo>
                    <a:lnTo>
                      <a:pt x="176" y="116"/>
                    </a:lnTo>
                    <a:lnTo>
                      <a:pt x="178" y="116"/>
                    </a:lnTo>
                    <a:lnTo>
                      <a:pt x="178" y="116"/>
                    </a:lnTo>
                    <a:lnTo>
                      <a:pt x="180" y="116"/>
                    </a:lnTo>
                    <a:lnTo>
                      <a:pt x="180" y="116"/>
                    </a:lnTo>
                    <a:lnTo>
                      <a:pt x="180" y="116"/>
                    </a:lnTo>
                    <a:lnTo>
                      <a:pt x="180" y="116"/>
                    </a:lnTo>
                    <a:lnTo>
                      <a:pt x="183" y="116"/>
                    </a:lnTo>
                    <a:lnTo>
                      <a:pt x="183" y="116"/>
                    </a:lnTo>
                    <a:lnTo>
                      <a:pt x="183" y="116"/>
                    </a:lnTo>
                    <a:lnTo>
                      <a:pt x="183" y="116"/>
                    </a:lnTo>
                    <a:lnTo>
                      <a:pt x="183" y="114"/>
                    </a:lnTo>
                    <a:lnTo>
                      <a:pt x="185" y="114"/>
                    </a:lnTo>
                    <a:lnTo>
                      <a:pt x="185" y="114"/>
                    </a:lnTo>
                    <a:lnTo>
                      <a:pt x="185" y="116"/>
                    </a:lnTo>
                    <a:lnTo>
                      <a:pt x="185" y="116"/>
                    </a:lnTo>
                    <a:lnTo>
                      <a:pt x="185" y="116"/>
                    </a:lnTo>
                    <a:lnTo>
                      <a:pt x="187" y="116"/>
                    </a:lnTo>
                    <a:lnTo>
                      <a:pt x="187" y="116"/>
                    </a:lnTo>
                    <a:lnTo>
                      <a:pt x="187" y="118"/>
                    </a:lnTo>
                    <a:lnTo>
                      <a:pt x="187" y="118"/>
                    </a:lnTo>
                    <a:lnTo>
                      <a:pt x="190" y="118"/>
                    </a:lnTo>
                    <a:lnTo>
                      <a:pt x="190" y="118"/>
                    </a:lnTo>
                    <a:lnTo>
                      <a:pt x="190" y="118"/>
                    </a:lnTo>
                    <a:lnTo>
                      <a:pt x="190" y="121"/>
                    </a:lnTo>
                    <a:lnTo>
                      <a:pt x="190" y="121"/>
                    </a:lnTo>
                    <a:lnTo>
                      <a:pt x="192" y="121"/>
                    </a:lnTo>
                    <a:lnTo>
                      <a:pt x="192" y="121"/>
                    </a:lnTo>
                    <a:lnTo>
                      <a:pt x="195" y="121"/>
                    </a:lnTo>
                    <a:lnTo>
                      <a:pt x="195" y="121"/>
                    </a:lnTo>
                    <a:lnTo>
                      <a:pt x="195" y="121"/>
                    </a:lnTo>
                    <a:lnTo>
                      <a:pt x="195" y="121"/>
                    </a:lnTo>
                    <a:lnTo>
                      <a:pt x="197" y="121"/>
                    </a:lnTo>
                    <a:lnTo>
                      <a:pt x="197" y="123"/>
                    </a:lnTo>
                    <a:lnTo>
                      <a:pt x="197" y="123"/>
                    </a:lnTo>
                    <a:lnTo>
                      <a:pt x="199" y="123"/>
                    </a:lnTo>
                    <a:lnTo>
                      <a:pt x="199" y="123"/>
                    </a:lnTo>
                    <a:lnTo>
                      <a:pt x="199" y="123"/>
                    </a:lnTo>
                    <a:lnTo>
                      <a:pt x="199" y="121"/>
                    </a:lnTo>
                    <a:lnTo>
                      <a:pt x="202" y="121"/>
                    </a:lnTo>
                    <a:lnTo>
                      <a:pt x="202" y="121"/>
                    </a:lnTo>
                    <a:lnTo>
                      <a:pt x="202" y="121"/>
                    </a:lnTo>
                    <a:lnTo>
                      <a:pt x="202" y="121"/>
                    </a:lnTo>
                    <a:lnTo>
                      <a:pt x="204" y="121"/>
                    </a:lnTo>
                    <a:lnTo>
                      <a:pt x="204" y="121"/>
                    </a:lnTo>
                    <a:lnTo>
                      <a:pt x="204" y="118"/>
                    </a:lnTo>
                    <a:lnTo>
                      <a:pt x="206" y="118"/>
                    </a:lnTo>
                    <a:lnTo>
                      <a:pt x="206" y="118"/>
                    </a:lnTo>
                    <a:lnTo>
                      <a:pt x="206" y="118"/>
                    </a:lnTo>
                    <a:lnTo>
                      <a:pt x="206" y="118"/>
                    </a:lnTo>
                    <a:lnTo>
                      <a:pt x="209" y="118"/>
                    </a:lnTo>
                    <a:lnTo>
                      <a:pt x="209" y="116"/>
                    </a:lnTo>
                    <a:lnTo>
                      <a:pt x="209" y="116"/>
                    </a:lnTo>
                    <a:lnTo>
                      <a:pt x="209" y="116"/>
                    </a:lnTo>
                    <a:lnTo>
                      <a:pt x="209" y="116"/>
                    </a:lnTo>
                    <a:lnTo>
                      <a:pt x="209" y="114"/>
                    </a:lnTo>
                    <a:lnTo>
                      <a:pt x="209" y="114"/>
                    </a:lnTo>
                    <a:lnTo>
                      <a:pt x="211" y="114"/>
                    </a:lnTo>
                    <a:lnTo>
                      <a:pt x="211" y="114"/>
                    </a:lnTo>
                    <a:lnTo>
                      <a:pt x="213" y="114"/>
                    </a:lnTo>
                    <a:lnTo>
                      <a:pt x="213" y="114"/>
                    </a:lnTo>
                    <a:lnTo>
                      <a:pt x="213" y="114"/>
                    </a:lnTo>
                    <a:lnTo>
                      <a:pt x="213" y="114"/>
                    </a:lnTo>
                    <a:lnTo>
                      <a:pt x="216" y="114"/>
                    </a:lnTo>
                    <a:lnTo>
                      <a:pt x="216" y="111"/>
                    </a:lnTo>
                    <a:lnTo>
                      <a:pt x="216" y="111"/>
                    </a:lnTo>
                    <a:lnTo>
                      <a:pt x="216" y="109"/>
                    </a:lnTo>
                    <a:lnTo>
                      <a:pt x="216" y="109"/>
                    </a:lnTo>
                    <a:lnTo>
                      <a:pt x="216" y="109"/>
                    </a:lnTo>
                    <a:lnTo>
                      <a:pt x="216" y="111"/>
                    </a:lnTo>
                    <a:lnTo>
                      <a:pt x="218" y="111"/>
                    </a:lnTo>
                    <a:lnTo>
                      <a:pt x="218" y="111"/>
                    </a:lnTo>
                    <a:lnTo>
                      <a:pt x="218" y="111"/>
                    </a:lnTo>
                    <a:lnTo>
                      <a:pt x="221" y="111"/>
                    </a:lnTo>
                    <a:lnTo>
                      <a:pt x="221" y="111"/>
                    </a:lnTo>
                    <a:lnTo>
                      <a:pt x="221" y="114"/>
                    </a:lnTo>
                    <a:lnTo>
                      <a:pt x="221" y="114"/>
                    </a:lnTo>
                    <a:lnTo>
                      <a:pt x="221" y="111"/>
                    </a:lnTo>
                    <a:lnTo>
                      <a:pt x="221" y="111"/>
                    </a:lnTo>
                    <a:lnTo>
                      <a:pt x="221" y="111"/>
                    </a:lnTo>
                    <a:lnTo>
                      <a:pt x="221" y="109"/>
                    </a:lnTo>
                    <a:lnTo>
                      <a:pt x="221" y="109"/>
                    </a:lnTo>
                    <a:lnTo>
                      <a:pt x="223" y="109"/>
                    </a:lnTo>
                    <a:lnTo>
                      <a:pt x="223" y="109"/>
                    </a:lnTo>
                    <a:lnTo>
                      <a:pt x="223" y="109"/>
                    </a:lnTo>
                    <a:lnTo>
                      <a:pt x="223" y="111"/>
                    </a:lnTo>
                    <a:lnTo>
                      <a:pt x="225" y="111"/>
                    </a:lnTo>
                    <a:lnTo>
                      <a:pt x="225" y="109"/>
                    </a:lnTo>
                    <a:lnTo>
                      <a:pt x="225" y="109"/>
                    </a:lnTo>
                    <a:lnTo>
                      <a:pt x="228" y="109"/>
                    </a:lnTo>
                    <a:lnTo>
                      <a:pt x="228" y="111"/>
                    </a:lnTo>
                    <a:lnTo>
                      <a:pt x="228" y="111"/>
                    </a:lnTo>
                    <a:lnTo>
                      <a:pt x="228" y="111"/>
                    </a:lnTo>
                    <a:lnTo>
                      <a:pt x="228" y="109"/>
                    </a:lnTo>
                    <a:lnTo>
                      <a:pt x="230" y="109"/>
                    </a:lnTo>
                    <a:lnTo>
                      <a:pt x="230" y="109"/>
                    </a:lnTo>
                    <a:lnTo>
                      <a:pt x="232" y="109"/>
                    </a:lnTo>
                    <a:lnTo>
                      <a:pt x="232" y="111"/>
                    </a:lnTo>
                    <a:lnTo>
                      <a:pt x="232" y="111"/>
                    </a:lnTo>
                    <a:lnTo>
                      <a:pt x="232" y="111"/>
                    </a:lnTo>
                    <a:lnTo>
                      <a:pt x="232" y="111"/>
                    </a:lnTo>
                    <a:lnTo>
                      <a:pt x="235" y="111"/>
                    </a:lnTo>
                    <a:lnTo>
                      <a:pt x="235" y="114"/>
                    </a:lnTo>
                    <a:lnTo>
                      <a:pt x="235" y="114"/>
                    </a:lnTo>
                    <a:lnTo>
                      <a:pt x="235" y="114"/>
                    </a:lnTo>
                    <a:lnTo>
                      <a:pt x="235" y="114"/>
                    </a:lnTo>
                    <a:lnTo>
                      <a:pt x="235" y="116"/>
                    </a:lnTo>
                    <a:lnTo>
                      <a:pt x="237" y="116"/>
                    </a:lnTo>
                    <a:lnTo>
                      <a:pt x="237" y="116"/>
                    </a:lnTo>
                    <a:lnTo>
                      <a:pt x="237" y="114"/>
                    </a:lnTo>
                    <a:lnTo>
                      <a:pt x="239" y="114"/>
                    </a:lnTo>
                    <a:lnTo>
                      <a:pt x="239" y="114"/>
                    </a:lnTo>
                    <a:lnTo>
                      <a:pt x="239" y="114"/>
                    </a:lnTo>
                    <a:lnTo>
                      <a:pt x="239" y="114"/>
                    </a:lnTo>
                    <a:lnTo>
                      <a:pt x="242" y="114"/>
                    </a:lnTo>
                    <a:lnTo>
                      <a:pt x="242" y="114"/>
                    </a:lnTo>
                    <a:lnTo>
                      <a:pt x="242" y="114"/>
                    </a:lnTo>
                    <a:lnTo>
                      <a:pt x="242" y="114"/>
                    </a:lnTo>
                    <a:lnTo>
                      <a:pt x="242" y="114"/>
                    </a:lnTo>
                    <a:lnTo>
                      <a:pt x="242" y="111"/>
                    </a:lnTo>
                    <a:lnTo>
                      <a:pt x="242" y="111"/>
                    </a:lnTo>
                    <a:lnTo>
                      <a:pt x="242" y="109"/>
                    </a:lnTo>
                    <a:lnTo>
                      <a:pt x="242" y="109"/>
                    </a:lnTo>
                    <a:lnTo>
                      <a:pt x="244" y="109"/>
                    </a:lnTo>
                    <a:lnTo>
                      <a:pt x="244" y="109"/>
                    </a:lnTo>
                    <a:lnTo>
                      <a:pt x="247" y="109"/>
                    </a:lnTo>
                    <a:lnTo>
                      <a:pt x="247" y="109"/>
                    </a:lnTo>
                    <a:lnTo>
                      <a:pt x="247" y="109"/>
                    </a:lnTo>
                    <a:lnTo>
                      <a:pt x="247" y="109"/>
                    </a:lnTo>
                    <a:lnTo>
                      <a:pt x="249" y="109"/>
                    </a:lnTo>
                    <a:lnTo>
                      <a:pt x="249" y="109"/>
                    </a:lnTo>
                    <a:lnTo>
                      <a:pt x="249" y="109"/>
                    </a:lnTo>
                    <a:lnTo>
                      <a:pt x="249" y="109"/>
                    </a:lnTo>
                    <a:lnTo>
                      <a:pt x="249" y="109"/>
                    </a:lnTo>
                    <a:lnTo>
                      <a:pt x="251" y="109"/>
                    </a:lnTo>
                    <a:lnTo>
                      <a:pt x="251" y="109"/>
                    </a:lnTo>
                    <a:lnTo>
                      <a:pt x="254" y="109"/>
                    </a:lnTo>
                    <a:lnTo>
                      <a:pt x="254" y="109"/>
                    </a:lnTo>
                    <a:lnTo>
                      <a:pt x="254" y="109"/>
                    </a:lnTo>
                    <a:lnTo>
                      <a:pt x="254" y="106"/>
                    </a:lnTo>
                    <a:lnTo>
                      <a:pt x="254" y="106"/>
                    </a:lnTo>
                    <a:lnTo>
                      <a:pt x="256" y="106"/>
                    </a:lnTo>
                    <a:lnTo>
                      <a:pt x="256" y="109"/>
                    </a:lnTo>
                    <a:lnTo>
                      <a:pt x="256" y="109"/>
                    </a:lnTo>
                    <a:lnTo>
                      <a:pt x="256" y="109"/>
                    </a:lnTo>
                    <a:lnTo>
                      <a:pt x="256" y="109"/>
                    </a:lnTo>
                    <a:lnTo>
                      <a:pt x="258" y="109"/>
                    </a:lnTo>
                    <a:lnTo>
                      <a:pt x="258" y="109"/>
                    </a:lnTo>
                    <a:lnTo>
                      <a:pt x="261" y="109"/>
                    </a:lnTo>
                    <a:lnTo>
                      <a:pt x="261" y="111"/>
                    </a:lnTo>
                    <a:lnTo>
                      <a:pt x="261" y="111"/>
                    </a:lnTo>
                    <a:lnTo>
                      <a:pt x="261" y="111"/>
                    </a:lnTo>
                    <a:lnTo>
                      <a:pt x="261" y="114"/>
                    </a:lnTo>
                    <a:lnTo>
                      <a:pt x="261" y="114"/>
                    </a:lnTo>
                    <a:lnTo>
                      <a:pt x="261" y="116"/>
                    </a:lnTo>
                    <a:lnTo>
                      <a:pt x="261" y="116"/>
                    </a:lnTo>
                    <a:lnTo>
                      <a:pt x="261" y="116"/>
                    </a:lnTo>
                    <a:lnTo>
                      <a:pt x="263" y="116"/>
                    </a:lnTo>
                    <a:lnTo>
                      <a:pt x="263" y="116"/>
                    </a:lnTo>
                    <a:lnTo>
                      <a:pt x="266" y="116"/>
                    </a:lnTo>
                    <a:lnTo>
                      <a:pt x="266" y="116"/>
                    </a:lnTo>
                    <a:lnTo>
                      <a:pt x="266" y="116"/>
                    </a:lnTo>
                    <a:lnTo>
                      <a:pt x="266" y="118"/>
                    </a:lnTo>
                    <a:lnTo>
                      <a:pt x="266" y="118"/>
                    </a:lnTo>
                    <a:lnTo>
                      <a:pt x="268" y="118"/>
                    </a:lnTo>
                    <a:lnTo>
                      <a:pt x="268" y="118"/>
                    </a:lnTo>
                    <a:lnTo>
                      <a:pt x="268" y="118"/>
                    </a:lnTo>
                    <a:lnTo>
                      <a:pt x="268" y="118"/>
                    </a:lnTo>
                    <a:lnTo>
                      <a:pt x="270" y="118"/>
                    </a:lnTo>
                    <a:lnTo>
                      <a:pt x="270" y="118"/>
                    </a:lnTo>
                    <a:lnTo>
                      <a:pt x="273" y="118"/>
                    </a:lnTo>
                    <a:lnTo>
                      <a:pt x="273" y="121"/>
                    </a:lnTo>
                    <a:lnTo>
                      <a:pt x="273" y="121"/>
                    </a:lnTo>
                    <a:lnTo>
                      <a:pt x="273" y="121"/>
                    </a:lnTo>
                    <a:lnTo>
                      <a:pt x="275" y="121"/>
                    </a:lnTo>
                    <a:lnTo>
                      <a:pt x="275" y="121"/>
                    </a:lnTo>
                    <a:lnTo>
                      <a:pt x="275" y="121"/>
                    </a:lnTo>
                    <a:lnTo>
                      <a:pt x="277" y="121"/>
                    </a:lnTo>
                    <a:lnTo>
                      <a:pt x="277" y="121"/>
                    </a:lnTo>
                    <a:lnTo>
                      <a:pt x="280" y="121"/>
                    </a:lnTo>
                    <a:lnTo>
                      <a:pt x="280" y="121"/>
                    </a:lnTo>
                    <a:lnTo>
                      <a:pt x="280" y="121"/>
                    </a:lnTo>
                    <a:lnTo>
                      <a:pt x="280" y="121"/>
                    </a:lnTo>
                    <a:lnTo>
                      <a:pt x="282" y="121"/>
                    </a:lnTo>
                    <a:lnTo>
                      <a:pt x="282" y="123"/>
                    </a:lnTo>
                    <a:lnTo>
                      <a:pt x="280" y="123"/>
                    </a:lnTo>
                    <a:lnTo>
                      <a:pt x="280" y="123"/>
                    </a:lnTo>
                    <a:lnTo>
                      <a:pt x="282" y="123"/>
                    </a:lnTo>
                    <a:lnTo>
                      <a:pt x="282" y="123"/>
                    </a:lnTo>
                    <a:lnTo>
                      <a:pt x="282" y="123"/>
                    </a:lnTo>
                    <a:lnTo>
                      <a:pt x="284" y="123"/>
                    </a:lnTo>
                    <a:lnTo>
                      <a:pt x="284" y="123"/>
                    </a:lnTo>
                    <a:lnTo>
                      <a:pt x="287" y="123"/>
                    </a:lnTo>
                    <a:lnTo>
                      <a:pt x="287" y="123"/>
                    </a:lnTo>
                    <a:lnTo>
                      <a:pt x="287" y="123"/>
                    </a:lnTo>
                    <a:lnTo>
                      <a:pt x="287" y="123"/>
                    </a:lnTo>
                    <a:lnTo>
                      <a:pt x="287" y="121"/>
                    </a:lnTo>
                    <a:lnTo>
                      <a:pt x="289" y="121"/>
                    </a:lnTo>
                    <a:lnTo>
                      <a:pt x="289" y="121"/>
                    </a:lnTo>
                    <a:lnTo>
                      <a:pt x="289" y="121"/>
                    </a:lnTo>
                    <a:lnTo>
                      <a:pt x="289" y="118"/>
                    </a:lnTo>
                    <a:lnTo>
                      <a:pt x="289" y="118"/>
                    </a:lnTo>
                    <a:lnTo>
                      <a:pt x="289" y="118"/>
                    </a:lnTo>
                    <a:lnTo>
                      <a:pt x="289" y="116"/>
                    </a:lnTo>
                    <a:lnTo>
                      <a:pt x="292" y="116"/>
                    </a:lnTo>
                    <a:lnTo>
                      <a:pt x="292" y="116"/>
                    </a:lnTo>
                    <a:lnTo>
                      <a:pt x="292" y="116"/>
                    </a:lnTo>
                    <a:lnTo>
                      <a:pt x="292" y="116"/>
                    </a:lnTo>
                    <a:lnTo>
                      <a:pt x="294" y="116"/>
                    </a:lnTo>
                    <a:lnTo>
                      <a:pt x="294" y="116"/>
                    </a:lnTo>
                    <a:lnTo>
                      <a:pt x="294" y="116"/>
                    </a:lnTo>
                    <a:lnTo>
                      <a:pt x="294" y="116"/>
                    </a:lnTo>
                    <a:lnTo>
                      <a:pt x="296" y="116"/>
                    </a:lnTo>
                    <a:lnTo>
                      <a:pt x="296" y="116"/>
                    </a:lnTo>
                    <a:lnTo>
                      <a:pt x="296" y="118"/>
                    </a:lnTo>
                    <a:lnTo>
                      <a:pt x="296" y="118"/>
                    </a:lnTo>
                    <a:lnTo>
                      <a:pt x="296" y="118"/>
                    </a:lnTo>
                    <a:lnTo>
                      <a:pt x="296" y="118"/>
                    </a:lnTo>
                    <a:lnTo>
                      <a:pt x="299" y="118"/>
                    </a:lnTo>
                    <a:lnTo>
                      <a:pt x="299" y="121"/>
                    </a:lnTo>
                    <a:lnTo>
                      <a:pt x="299" y="121"/>
                    </a:lnTo>
                    <a:lnTo>
                      <a:pt x="301" y="121"/>
                    </a:lnTo>
                    <a:lnTo>
                      <a:pt x="301" y="121"/>
                    </a:lnTo>
                    <a:lnTo>
                      <a:pt x="301" y="121"/>
                    </a:lnTo>
                    <a:lnTo>
                      <a:pt x="303" y="121"/>
                    </a:lnTo>
                    <a:lnTo>
                      <a:pt x="303" y="121"/>
                    </a:lnTo>
                    <a:lnTo>
                      <a:pt x="306" y="121"/>
                    </a:lnTo>
                    <a:lnTo>
                      <a:pt x="306" y="121"/>
                    </a:lnTo>
                    <a:lnTo>
                      <a:pt x="306" y="121"/>
                    </a:lnTo>
                    <a:lnTo>
                      <a:pt x="308" y="121"/>
                    </a:lnTo>
                    <a:lnTo>
                      <a:pt x="308" y="121"/>
                    </a:lnTo>
                    <a:lnTo>
                      <a:pt x="308" y="121"/>
                    </a:lnTo>
                    <a:lnTo>
                      <a:pt x="310" y="121"/>
                    </a:lnTo>
                    <a:lnTo>
                      <a:pt x="310" y="121"/>
                    </a:lnTo>
                    <a:lnTo>
                      <a:pt x="313" y="121"/>
                    </a:lnTo>
                    <a:lnTo>
                      <a:pt x="313" y="121"/>
                    </a:lnTo>
                    <a:lnTo>
                      <a:pt x="313" y="118"/>
                    </a:lnTo>
                    <a:lnTo>
                      <a:pt x="313" y="118"/>
                    </a:lnTo>
                    <a:lnTo>
                      <a:pt x="315" y="118"/>
                    </a:lnTo>
                    <a:lnTo>
                      <a:pt x="315" y="118"/>
                    </a:lnTo>
                    <a:lnTo>
                      <a:pt x="315" y="118"/>
                    </a:lnTo>
                    <a:lnTo>
                      <a:pt x="315" y="118"/>
                    </a:lnTo>
                    <a:lnTo>
                      <a:pt x="318" y="118"/>
                    </a:lnTo>
                    <a:lnTo>
                      <a:pt x="318" y="118"/>
                    </a:lnTo>
                    <a:lnTo>
                      <a:pt x="320" y="118"/>
                    </a:lnTo>
                    <a:lnTo>
                      <a:pt x="320" y="118"/>
                    </a:lnTo>
                    <a:lnTo>
                      <a:pt x="320" y="116"/>
                    </a:lnTo>
                    <a:lnTo>
                      <a:pt x="320" y="116"/>
                    </a:lnTo>
                    <a:lnTo>
                      <a:pt x="322" y="116"/>
                    </a:lnTo>
                    <a:lnTo>
                      <a:pt x="322" y="116"/>
                    </a:lnTo>
                    <a:lnTo>
                      <a:pt x="322" y="116"/>
                    </a:lnTo>
                    <a:lnTo>
                      <a:pt x="322" y="116"/>
                    </a:lnTo>
                    <a:lnTo>
                      <a:pt x="322" y="116"/>
                    </a:lnTo>
                    <a:lnTo>
                      <a:pt x="322" y="114"/>
                    </a:lnTo>
                    <a:lnTo>
                      <a:pt x="322" y="114"/>
                    </a:lnTo>
                    <a:lnTo>
                      <a:pt x="322" y="111"/>
                    </a:lnTo>
                    <a:lnTo>
                      <a:pt x="322" y="111"/>
                    </a:lnTo>
                    <a:lnTo>
                      <a:pt x="325" y="111"/>
                    </a:lnTo>
                    <a:lnTo>
                      <a:pt x="325" y="109"/>
                    </a:lnTo>
                    <a:lnTo>
                      <a:pt x="325" y="109"/>
                    </a:lnTo>
                    <a:lnTo>
                      <a:pt x="325" y="106"/>
                    </a:lnTo>
                    <a:lnTo>
                      <a:pt x="325" y="106"/>
                    </a:lnTo>
                    <a:lnTo>
                      <a:pt x="325" y="106"/>
                    </a:lnTo>
                    <a:lnTo>
                      <a:pt x="325" y="106"/>
                    </a:lnTo>
                    <a:lnTo>
                      <a:pt x="327" y="106"/>
                    </a:lnTo>
                    <a:lnTo>
                      <a:pt x="327" y="106"/>
                    </a:lnTo>
                    <a:lnTo>
                      <a:pt x="327" y="104"/>
                    </a:lnTo>
                    <a:lnTo>
                      <a:pt x="327" y="104"/>
                    </a:lnTo>
                    <a:lnTo>
                      <a:pt x="325" y="104"/>
                    </a:lnTo>
                    <a:lnTo>
                      <a:pt x="325" y="104"/>
                    </a:lnTo>
                    <a:lnTo>
                      <a:pt x="325" y="104"/>
                    </a:lnTo>
                    <a:lnTo>
                      <a:pt x="325" y="102"/>
                    </a:lnTo>
                    <a:lnTo>
                      <a:pt x="322" y="102"/>
                    </a:lnTo>
                    <a:lnTo>
                      <a:pt x="322" y="102"/>
                    </a:lnTo>
                    <a:lnTo>
                      <a:pt x="322" y="102"/>
                    </a:lnTo>
                    <a:lnTo>
                      <a:pt x="322" y="102"/>
                    </a:lnTo>
                    <a:lnTo>
                      <a:pt x="320" y="102"/>
                    </a:lnTo>
                    <a:lnTo>
                      <a:pt x="320" y="102"/>
                    </a:lnTo>
                    <a:lnTo>
                      <a:pt x="320" y="102"/>
                    </a:lnTo>
                    <a:lnTo>
                      <a:pt x="318" y="102"/>
                    </a:lnTo>
                    <a:lnTo>
                      <a:pt x="318" y="102"/>
                    </a:lnTo>
                    <a:lnTo>
                      <a:pt x="318" y="99"/>
                    </a:lnTo>
                    <a:lnTo>
                      <a:pt x="315" y="99"/>
                    </a:lnTo>
                    <a:lnTo>
                      <a:pt x="315" y="99"/>
                    </a:lnTo>
                    <a:lnTo>
                      <a:pt x="315" y="99"/>
                    </a:lnTo>
                    <a:lnTo>
                      <a:pt x="313" y="99"/>
                    </a:lnTo>
                    <a:lnTo>
                      <a:pt x="313" y="99"/>
                    </a:lnTo>
                    <a:lnTo>
                      <a:pt x="313" y="99"/>
                    </a:lnTo>
                    <a:lnTo>
                      <a:pt x="313" y="99"/>
                    </a:lnTo>
                    <a:lnTo>
                      <a:pt x="313" y="97"/>
                    </a:lnTo>
                    <a:lnTo>
                      <a:pt x="310" y="97"/>
                    </a:lnTo>
                    <a:lnTo>
                      <a:pt x="310" y="97"/>
                    </a:lnTo>
                    <a:lnTo>
                      <a:pt x="310" y="97"/>
                    </a:lnTo>
                    <a:lnTo>
                      <a:pt x="310" y="97"/>
                    </a:lnTo>
                    <a:lnTo>
                      <a:pt x="308" y="97"/>
                    </a:lnTo>
                    <a:lnTo>
                      <a:pt x="308" y="97"/>
                    </a:lnTo>
                    <a:lnTo>
                      <a:pt x="308" y="97"/>
                    </a:lnTo>
                    <a:lnTo>
                      <a:pt x="306" y="97"/>
                    </a:lnTo>
                    <a:lnTo>
                      <a:pt x="306" y="97"/>
                    </a:lnTo>
                    <a:lnTo>
                      <a:pt x="306" y="97"/>
                    </a:lnTo>
                    <a:lnTo>
                      <a:pt x="303" y="97"/>
                    </a:lnTo>
                    <a:lnTo>
                      <a:pt x="303" y="97"/>
                    </a:lnTo>
                    <a:lnTo>
                      <a:pt x="301" y="97"/>
                    </a:lnTo>
                    <a:lnTo>
                      <a:pt x="301" y="97"/>
                    </a:lnTo>
                    <a:lnTo>
                      <a:pt x="301" y="95"/>
                    </a:lnTo>
                    <a:lnTo>
                      <a:pt x="301" y="95"/>
                    </a:lnTo>
                    <a:lnTo>
                      <a:pt x="301" y="95"/>
                    </a:lnTo>
                    <a:lnTo>
                      <a:pt x="301" y="95"/>
                    </a:lnTo>
                    <a:lnTo>
                      <a:pt x="301" y="92"/>
                    </a:lnTo>
                    <a:lnTo>
                      <a:pt x="301" y="92"/>
                    </a:lnTo>
                    <a:lnTo>
                      <a:pt x="301" y="92"/>
                    </a:lnTo>
                    <a:lnTo>
                      <a:pt x="301" y="92"/>
                    </a:lnTo>
                    <a:lnTo>
                      <a:pt x="301" y="92"/>
                    </a:lnTo>
                    <a:lnTo>
                      <a:pt x="301" y="90"/>
                    </a:lnTo>
                    <a:lnTo>
                      <a:pt x="299" y="90"/>
                    </a:lnTo>
                    <a:lnTo>
                      <a:pt x="299" y="90"/>
                    </a:lnTo>
                    <a:lnTo>
                      <a:pt x="296" y="90"/>
                    </a:lnTo>
                    <a:lnTo>
                      <a:pt x="296" y="90"/>
                    </a:lnTo>
                    <a:lnTo>
                      <a:pt x="296" y="90"/>
                    </a:lnTo>
                    <a:lnTo>
                      <a:pt x="296" y="90"/>
                    </a:lnTo>
                    <a:lnTo>
                      <a:pt x="294" y="90"/>
                    </a:lnTo>
                    <a:lnTo>
                      <a:pt x="294" y="90"/>
                    </a:lnTo>
                    <a:lnTo>
                      <a:pt x="294" y="90"/>
                    </a:lnTo>
                    <a:lnTo>
                      <a:pt x="294" y="88"/>
                    </a:lnTo>
                    <a:lnTo>
                      <a:pt x="292" y="88"/>
                    </a:lnTo>
                    <a:lnTo>
                      <a:pt x="292" y="88"/>
                    </a:lnTo>
                    <a:lnTo>
                      <a:pt x="294" y="88"/>
                    </a:lnTo>
                    <a:lnTo>
                      <a:pt x="294" y="85"/>
                    </a:lnTo>
                    <a:lnTo>
                      <a:pt x="294" y="85"/>
                    </a:lnTo>
                    <a:lnTo>
                      <a:pt x="294" y="85"/>
                    </a:lnTo>
                    <a:lnTo>
                      <a:pt x="296" y="85"/>
                    </a:lnTo>
                    <a:lnTo>
                      <a:pt x="296" y="85"/>
                    </a:lnTo>
                    <a:lnTo>
                      <a:pt x="296" y="85"/>
                    </a:lnTo>
                    <a:lnTo>
                      <a:pt x="296" y="85"/>
                    </a:lnTo>
                    <a:lnTo>
                      <a:pt x="299" y="85"/>
                    </a:lnTo>
                    <a:lnTo>
                      <a:pt x="299" y="85"/>
                    </a:lnTo>
                    <a:lnTo>
                      <a:pt x="299" y="85"/>
                    </a:lnTo>
                    <a:lnTo>
                      <a:pt x="301" y="85"/>
                    </a:lnTo>
                    <a:lnTo>
                      <a:pt x="301" y="83"/>
                    </a:lnTo>
                    <a:lnTo>
                      <a:pt x="301" y="83"/>
                    </a:lnTo>
                    <a:lnTo>
                      <a:pt x="301" y="83"/>
                    </a:lnTo>
                    <a:lnTo>
                      <a:pt x="301" y="83"/>
                    </a:lnTo>
                    <a:lnTo>
                      <a:pt x="303" y="83"/>
                    </a:lnTo>
                    <a:lnTo>
                      <a:pt x="303" y="83"/>
                    </a:lnTo>
                    <a:lnTo>
                      <a:pt x="306" y="83"/>
                    </a:lnTo>
                    <a:lnTo>
                      <a:pt x="306" y="83"/>
                    </a:lnTo>
                    <a:lnTo>
                      <a:pt x="306" y="83"/>
                    </a:lnTo>
                    <a:lnTo>
                      <a:pt x="308" y="83"/>
                    </a:lnTo>
                    <a:lnTo>
                      <a:pt x="308" y="80"/>
                    </a:lnTo>
                    <a:lnTo>
                      <a:pt x="308" y="80"/>
                    </a:lnTo>
                    <a:lnTo>
                      <a:pt x="308" y="80"/>
                    </a:lnTo>
                    <a:lnTo>
                      <a:pt x="308" y="80"/>
                    </a:lnTo>
                    <a:lnTo>
                      <a:pt x="310" y="80"/>
                    </a:lnTo>
                    <a:lnTo>
                      <a:pt x="310" y="80"/>
                    </a:lnTo>
                    <a:lnTo>
                      <a:pt x="313" y="80"/>
                    </a:lnTo>
                    <a:lnTo>
                      <a:pt x="313" y="78"/>
                    </a:lnTo>
                    <a:lnTo>
                      <a:pt x="313" y="78"/>
                    </a:lnTo>
                    <a:lnTo>
                      <a:pt x="313" y="78"/>
                    </a:lnTo>
                    <a:lnTo>
                      <a:pt x="313" y="78"/>
                    </a:lnTo>
                    <a:lnTo>
                      <a:pt x="313" y="76"/>
                    </a:lnTo>
                    <a:lnTo>
                      <a:pt x="313" y="76"/>
                    </a:lnTo>
                    <a:lnTo>
                      <a:pt x="313" y="76"/>
                    </a:lnTo>
                    <a:lnTo>
                      <a:pt x="313" y="76"/>
                    </a:lnTo>
                    <a:lnTo>
                      <a:pt x="313" y="76"/>
                    </a:lnTo>
                    <a:lnTo>
                      <a:pt x="313" y="73"/>
                    </a:lnTo>
                    <a:lnTo>
                      <a:pt x="310" y="73"/>
                    </a:lnTo>
                    <a:lnTo>
                      <a:pt x="310" y="73"/>
                    </a:lnTo>
                    <a:lnTo>
                      <a:pt x="310" y="73"/>
                    </a:lnTo>
                    <a:lnTo>
                      <a:pt x="308" y="73"/>
                    </a:lnTo>
                    <a:lnTo>
                      <a:pt x="308" y="71"/>
                    </a:lnTo>
                    <a:lnTo>
                      <a:pt x="308" y="71"/>
                    </a:lnTo>
                    <a:lnTo>
                      <a:pt x="308" y="71"/>
                    </a:lnTo>
                    <a:lnTo>
                      <a:pt x="308" y="71"/>
                    </a:lnTo>
                    <a:lnTo>
                      <a:pt x="308" y="69"/>
                    </a:lnTo>
                    <a:lnTo>
                      <a:pt x="306" y="69"/>
                    </a:lnTo>
                    <a:lnTo>
                      <a:pt x="306" y="69"/>
                    </a:lnTo>
                    <a:lnTo>
                      <a:pt x="306" y="66"/>
                    </a:lnTo>
                    <a:lnTo>
                      <a:pt x="308" y="66"/>
                    </a:lnTo>
                    <a:lnTo>
                      <a:pt x="308" y="66"/>
                    </a:lnTo>
                    <a:lnTo>
                      <a:pt x="308" y="66"/>
                    </a:lnTo>
                    <a:lnTo>
                      <a:pt x="308" y="66"/>
                    </a:lnTo>
                    <a:lnTo>
                      <a:pt x="310" y="66"/>
                    </a:lnTo>
                    <a:lnTo>
                      <a:pt x="310" y="66"/>
                    </a:lnTo>
                    <a:lnTo>
                      <a:pt x="310" y="66"/>
                    </a:lnTo>
                    <a:lnTo>
                      <a:pt x="313" y="66"/>
                    </a:lnTo>
                    <a:lnTo>
                      <a:pt x="313" y="66"/>
                    </a:lnTo>
                    <a:lnTo>
                      <a:pt x="313" y="64"/>
                    </a:lnTo>
                    <a:lnTo>
                      <a:pt x="313" y="64"/>
                    </a:lnTo>
                    <a:lnTo>
                      <a:pt x="313" y="64"/>
                    </a:lnTo>
                    <a:lnTo>
                      <a:pt x="313" y="61"/>
                    </a:lnTo>
                    <a:lnTo>
                      <a:pt x="313" y="61"/>
                    </a:lnTo>
                    <a:lnTo>
                      <a:pt x="315" y="61"/>
                    </a:lnTo>
                    <a:lnTo>
                      <a:pt x="315" y="61"/>
                    </a:lnTo>
                    <a:lnTo>
                      <a:pt x="315" y="61"/>
                    </a:lnTo>
                    <a:lnTo>
                      <a:pt x="315" y="61"/>
                    </a:lnTo>
                    <a:lnTo>
                      <a:pt x="315" y="61"/>
                    </a:lnTo>
                    <a:lnTo>
                      <a:pt x="318" y="61"/>
                    </a:lnTo>
                    <a:lnTo>
                      <a:pt x="318" y="59"/>
                    </a:lnTo>
                    <a:lnTo>
                      <a:pt x="318" y="59"/>
                    </a:lnTo>
                    <a:lnTo>
                      <a:pt x="320" y="59"/>
                    </a:lnTo>
                    <a:lnTo>
                      <a:pt x="320" y="61"/>
                    </a:lnTo>
                    <a:lnTo>
                      <a:pt x="320" y="61"/>
                    </a:lnTo>
                    <a:lnTo>
                      <a:pt x="320" y="61"/>
                    </a:lnTo>
                    <a:lnTo>
                      <a:pt x="322" y="61"/>
                    </a:lnTo>
                    <a:lnTo>
                      <a:pt x="322" y="61"/>
                    </a:lnTo>
                    <a:lnTo>
                      <a:pt x="322" y="59"/>
                    </a:lnTo>
                    <a:lnTo>
                      <a:pt x="322" y="59"/>
                    </a:lnTo>
                    <a:lnTo>
                      <a:pt x="322" y="61"/>
                    </a:lnTo>
                    <a:lnTo>
                      <a:pt x="325" y="61"/>
                    </a:lnTo>
                    <a:lnTo>
                      <a:pt x="325" y="61"/>
                    </a:lnTo>
                    <a:lnTo>
                      <a:pt x="327" y="61"/>
                    </a:lnTo>
                    <a:lnTo>
                      <a:pt x="327" y="61"/>
                    </a:lnTo>
                    <a:lnTo>
                      <a:pt x="327" y="61"/>
                    </a:lnTo>
                    <a:lnTo>
                      <a:pt x="327" y="61"/>
                    </a:lnTo>
                    <a:lnTo>
                      <a:pt x="327" y="61"/>
                    </a:lnTo>
                    <a:lnTo>
                      <a:pt x="329" y="61"/>
                    </a:lnTo>
                    <a:lnTo>
                      <a:pt x="329" y="61"/>
                    </a:lnTo>
                    <a:lnTo>
                      <a:pt x="329" y="61"/>
                    </a:lnTo>
                    <a:lnTo>
                      <a:pt x="332" y="61"/>
                    </a:lnTo>
                    <a:lnTo>
                      <a:pt x="332" y="61"/>
                    </a:lnTo>
                    <a:lnTo>
                      <a:pt x="332" y="61"/>
                    </a:lnTo>
                    <a:lnTo>
                      <a:pt x="334" y="61"/>
                    </a:lnTo>
                    <a:lnTo>
                      <a:pt x="334" y="61"/>
                    </a:lnTo>
                    <a:lnTo>
                      <a:pt x="334" y="61"/>
                    </a:lnTo>
                    <a:lnTo>
                      <a:pt x="337" y="61"/>
                    </a:lnTo>
                    <a:lnTo>
                      <a:pt x="337" y="61"/>
                    </a:lnTo>
                    <a:lnTo>
                      <a:pt x="337" y="61"/>
                    </a:lnTo>
                    <a:lnTo>
                      <a:pt x="337" y="59"/>
                    </a:lnTo>
                    <a:lnTo>
                      <a:pt x="337" y="59"/>
                    </a:lnTo>
                    <a:lnTo>
                      <a:pt x="337" y="57"/>
                    </a:lnTo>
                    <a:lnTo>
                      <a:pt x="337" y="57"/>
                    </a:lnTo>
                    <a:lnTo>
                      <a:pt x="334" y="57"/>
                    </a:lnTo>
                    <a:lnTo>
                      <a:pt x="334" y="57"/>
                    </a:lnTo>
                    <a:lnTo>
                      <a:pt x="334" y="57"/>
                    </a:lnTo>
                    <a:lnTo>
                      <a:pt x="332" y="57"/>
                    </a:lnTo>
                    <a:lnTo>
                      <a:pt x="332" y="57"/>
                    </a:lnTo>
                    <a:lnTo>
                      <a:pt x="332" y="57"/>
                    </a:lnTo>
                    <a:lnTo>
                      <a:pt x="329" y="57"/>
                    </a:lnTo>
                    <a:lnTo>
                      <a:pt x="329" y="57"/>
                    </a:lnTo>
                    <a:lnTo>
                      <a:pt x="329" y="57"/>
                    </a:lnTo>
                    <a:lnTo>
                      <a:pt x="329" y="57"/>
                    </a:lnTo>
                    <a:lnTo>
                      <a:pt x="327" y="57"/>
                    </a:lnTo>
                    <a:lnTo>
                      <a:pt x="327" y="54"/>
                    </a:lnTo>
                    <a:lnTo>
                      <a:pt x="327" y="54"/>
                    </a:lnTo>
                    <a:lnTo>
                      <a:pt x="327" y="54"/>
                    </a:lnTo>
                    <a:lnTo>
                      <a:pt x="327" y="57"/>
                    </a:lnTo>
                    <a:lnTo>
                      <a:pt x="325" y="57"/>
                    </a:lnTo>
                    <a:lnTo>
                      <a:pt x="325" y="57"/>
                    </a:lnTo>
                    <a:lnTo>
                      <a:pt x="322" y="57"/>
                    </a:lnTo>
                    <a:lnTo>
                      <a:pt x="322" y="57"/>
                    </a:lnTo>
                    <a:lnTo>
                      <a:pt x="322" y="54"/>
                    </a:lnTo>
                    <a:lnTo>
                      <a:pt x="322" y="54"/>
                    </a:lnTo>
                    <a:lnTo>
                      <a:pt x="320" y="54"/>
                    </a:lnTo>
                    <a:lnTo>
                      <a:pt x="320" y="54"/>
                    </a:lnTo>
                    <a:lnTo>
                      <a:pt x="320" y="54"/>
                    </a:lnTo>
                    <a:lnTo>
                      <a:pt x="320" y="54"/>
                    </a:lnTo>
                    <a:lnTo>
                      <a:pt x="320" y="54"/>
                    </a:lnTo>
                    <a:lnTo>
                      <a:pt x="318" y="54"/>
                    </a:lnTo>
                    <a:lnTo>
                      <a:pt x="318" y="54"/>
                    </a:lnTo>
                    <a:lnTo>
                      <a:pt x="318" y="54"/>
                    </a:lnTo>
                    <a:lnTo>
                      <a:pt x="315" y="54"/>
                    </a:lnTo>
                    <a:lnTo>
                      <a:pt x="315" y="52"/>
                    </a:lnTo>
                    <a:lnTo>
                      <a:pt x="315" y="52"/>
                    </a:lnTo>
                    <a:lnTo>
                      <a:pt x="315" y="50"/>
                    </a:lnTo>
                    <a:lnTo>
                      <a:pt x="318" y="50"/>
                    </a:lnTo>
                    <a:lnTo>
                      <a:pt x="318" y="50"/>
                    </a:lnTo>
                    <a:lnTo>
                      <a:pt x="318" y="50"/>
                    </a:lnTo>
                    <a:lnTo>
                      <a:pt x="318" y="47"/>
                    </a:lnTo>
                    <a:lnTo>
                      <a:pt x="320" y="47"/>
                    </a:lnTo>
                    <a:lnTo>
                      <a:pt x="320" y="47"/>
                    </a:lnTo>
                    <a:lnTo>
                      <a:pt x="320" y="47"/>
                    </a:lnTo>
                    <a:lnTo>
                      <a:pt x="320" y="50"/>
                    </a:lnTo>
                    <a:lnTo>
                      <a:pt x="322" y="50"/>
                    </a:lnTo>
                    <a:lnTo>
                      <a:pt x="322" y="50"/>
                    </a:lnTo>
                    <a:lnTo>
                      <a:pt x="322" y="50"/>
                    </a:lnTo>
                    <a:lnTo>
                      <a:pt x="325" y="50"/>
                    </a:lnTo>
                    <a:lnTo>
                      <a:pt x="325" y="47"/>
                    </a:lnTo>
                    <a:lnTo>
                      <a:pt x="325" y="47"/>
                    </a:lnTo>
                    <a:lnTo>
                      <a:pt x="325" y="47"/>
                    </a:lnTo>
                    <a:lnTo>
                      <a:pt x="325" y="47"/>
                    </a:lnTo>
                    <a:lnTo>
                      <a:pt x="325" y="47"/>
                    </a:lnTo>
                    <a:lnTo>
                      <a:pt x="322" y="47"/>
                    </a:lnTo>
                    <a:lnTo>
                      <a:pt x="322" y="47"/>
                    </a:lnTo>
                    <a:lnTo>
                      <a:pt x="322" y="47"/>
                    </a:lnTo>
                    <a:lnTo>
                      <a:pt x="320" y="47"/>
                    </a:lnTo>
                    <a:lnTo>
                      <a:pt x="320" y="47"/>
                    </a:lnTo>
                    <a:lnTo>
                      <a:pt x="320" y="47"/>
                    </a:lnTo>
                    <a:lnTo>
                      <a:pt x="320" y="47"/>
                    </a:lnTo>
                    <a:lnTo>
                      <a:pt x="320" y="47"/>
                    </a:lnTo>
                    <a:lnTo>
                      <a:pt x="318" y="47"/>
                    </a:lnTo>
                    <a:lnTo>
                      <a:pt x="318" y="47"/>
                    </a:lnTo>
                    <a:lnTo>
                      <a:pt x="315" y="47"/>
                    </a:lnTo>
                    <a:lnTo>
                      <a:pt x="315" y="47"/>
                    </a:lnTo>
                    <a:lnTo>
                      <a:pt x="315" y="47"/>
                    </a:lnTo>
                    <a:lnTo>
                      <a:pt x="313" y="47"/>
                    </a:lnTo>
                    <a:lnTo>
                      <a:pt x="313" y="45"/>
                    </a:lnTo>
                    <a:lnTo>
                      <a:pt x="313" y="45"/>
                    </a:lnTo>
                    <a:lnTo>
                      <a:pt x="313" y="45"/>
                    </a:lnTo>
                    <a:lnTo>
                      <a:pt x="310" y="45"/>
                    </a:lnTo>
                    <a:lnTo>
                      <a:pt x="310" y="45"/>
                    </a:lnTo>
                    <a:lnTo>
                      <a:pt x="313" y="45"/>
                    </a:lnTo>
                    <a:lnTo>
                      <a:pt x="313" y="45"/>
                    </a:lnTo>
                    <a:lnTo>
                      <a:pt x="313" y="45"/>
                    </a:lnTo>
                    <a:lnTo>
                      <a:pt x="313" y="42"/>
                    </a:lnTo>
                    <a:lnTo>
                      <a:pt x="315" y="42"/>
                    </a:lnTo>
                    <a:lnTo>
                      <a:pt x="315" y="42"/>
                    </a:lnTo>
                    <a:lnTo>
                      <a:pt x="315" y="42"/>
                    </a:lnTo>
                    <a:lnTo>
                      <a:pt x="315" y="42"/>
                    </a:lnTo>
                    <a:lnTo>
                      <a:pt x="315" y="40"/>
                    </a:lnTo>
                    <a:lnTo>
                      <a:pt x="318" y="40"/>
                    </a:lnTo>
                    <a:lnTo>
                      <a:pt x="318" y="40"/>
                    </a:lnTo>
                    <a:lnTo>
                      <a:pt x="315" y="40"/>
                    </a:lnTo>
                    <a:lnTo>
                      <a:pt x="315" y="38"/>
                    </a:lnTo>
                    <a:lnTo>
                      <a:pt x="315" y="38"/>
                    </a:lnTo>
                    <a:lnTo>
                      <a:pt x="315" y="38"/>
                    </a:lnTo>
                    <a:lnTo>
                      <a:pt x="313" y="38"/>
                    </a:lnTo>
                    <a:lnTo>
                      <a:pt x="313" y="38"/>
                    </a:lnTo>
                    <a:lnTo>
                      <a:pt x="313" y="38"/>
                    </a:lnTo>
                    <a:lnTo>
                      <a:pt x="313" y="38"/>
                    </a:lnTo>
                    <a:lnTo>
                      <a:pt x="313" y="38"/>
                    </a:lnTo>
                    <a:lnTo>
                      <a:pt x="315" y="38"/>
                    </a:lnTo>
                    <a:lnTo>
                      <a:pt x="315" y="38"/>
                    </a:lnTo>
                    <a:lnTo>
                      <a:pt x="315" y="38"/>
                    </a:lnTo>
                    <a:lnTo>
                      <a:pt x="315" y="38"/>
                    </a:lnTo>
                    <a:lnTo>
                      <a:pt x="318" y="38"/>
                    </a:lnTo>
                    <a:lnTo>
                      <a:pt x="318" y="38"/>
                    </a:lnTo>
                    <a:lnTo>
                      <a:pt x="318" y="38"/>
                    </a:lnTo>
                    <a:lnTo>
                      <a:pt x="318" y="35"/>
                    </a:lnTo>
                    <a:lnTo>
                      <a:pt x="318" y="35"/>
                    </a:lnTo>
                    <a:lnTo>
                      <a:pt x="320" y="35"/>
                    </a:lnTo>
                    <a:lnTo>
                      <a:pt x="320" y="33"/>
                    </a:lnTo>
                    <a:lnTo>
                      <a:pt x="320" y="33"/>
                    </a:lnTo>
                    <a:lnTo>
                      <a:pt x="320" y="33"/>
                    </a:lnTo>
                    <a:lnTo>
                      <a:pt x="322" y="33"/>
                    </a:lnTo>
                    <a:lnTo>
                      <a:pt x="322" y="33"/>
                    </a:lnTo>
                    <a:lnTo>
                      <a:pt x="322" y="35"/>
                    </a:lnTo>
                    <a:lnTo>
                      <a:pt x="322" y="35"/>
                    </a:lnTo>
                    <a:lnTo>
                      <a:pt x="322" y="35"/>
                    </a:lnTo>
                    <a:lnTo>
                      <a:pt x="325" y="35"/>
                    </a:lnTo>
                    <a:lnTo>
                      <a:pt x="325" y="35"/>
                    </a:lnTo>
                    <a:lnTo>
                      <a:pt x="325" y="38"/>
                    </a:lnTo>
                    <a:lnTo>
                      <a:pt x="327" y="38"/>
                    </a:lnTo>
                    <a:lnTo>
                      <a:pt x="327" y="35"/>
                    </a:lnTo>
                    <a:lnTo>
                      <a:pt x="327" y="35"/>
                    </a:lnTo>
                    <a:lnTo>
                      <a:pt x="327" y="35"/>
                    </a:lnTo>
                    <a:lnTo>
                      <a:pt x="327" y="35"/>
                    </a:lnTo>
                    <a:lnTo>
                      <a:pt x="329" y="35"/>
                    </a:lnTo>
                    <a:lnTo>
                      <a:pt x="329" y="35"/>
                    </a:lnTo>
                    <a:lnTo>
                      <a:pt x="329" y="35"/>
                    </a:lnTo>
                    <a:lnTo>
                      <a:pt x="329" y="35"/>
                    </a:lnTo>
                    <a:lnTo>
                      <a:pt x="332" y="35"/>
                    </a:lnTo>
                    <a:lnTo>
                      <a:pt x="332" y="38"/>
                    </a:lnTo>
                    <a:lnTo>
                      <a:pt x="332" y="38"/>
                    </a:lnTo>
                    <a:lnTo>
                      <a:pt x="334" y="38"/>
                    </a:lnTo>
                    <a:lnTo>
                      <a:pt x="334" y="38"/>
                    </a:lnTo>
                    <a:lnTo>
                      <a:pt x="334" y="38"/>
                    </a:lnTo>
                    <a:lnTo>
                      <a:pt x="334" y="35"/>
                    </a:lnTo>
                    <a:lnTo>
                      <a:pt x="334" y="35"/>
                    </a:lnTo>
                    <a:lnTo>
                      <a:pt x="334" y="35"/>
                    </a:lnTo>
                    <a:lnTo>
                      <a:pt x="334" y="35"/>
                    </a:lnTo>
                    <a:lnTo>
                      <a:pt x="337" y="35"/>
                    </a:lnTo>
                    <a:lnTo>
                      <a:pt x="337" y="35"/>
                    </a:lnTo>
                    <a:lnTo>
                      <a:pt x="339" y="35"/>
                    </a:lnTo>
                    <a:lnTo>
                      <a:pt x="339" y="35"/>
                    </a:lnTo>
                    <a:lnTo>
                      <a:pt x="339" y="35"/>
                    </a:lnTo>
                    <a:lnTo>
                      <a:pt x="341" y="35"/>
                    </a:lnTo>
                    <a:lnTo>
                      <a:pt x="341" y="35"/>
                    </a:lnTo>
                    <a:lnTo>
                      <a:pt x="341" y="35"/>
                    </a:lnTo>
                    <a:lnTo>
                      <a:pt x="344" y="35"/>
                    </a:lnTo>
                    <a:lnTo>
                      <a:pt x="344" y="35"/>
                    </a:lnTo>
                    <a:lnTo>
                      <a:pt x="344" y="35"/>
                    </a:lnTo>
                    <a:lnTo>
                      <a:pt x="344" y="35"/>
                    </a:lnTo>
                    <a:lnTo>
                      <a:pt x="344" y="38"/>
                    </a:lnTo>
                    <a:lnTo>
                      <a:pt x="344" y="38"/>
                    </a:lnTo>
                    <a:lnTo>
                      <a:pt x="344" y="38"/>
                    </a:lnTo>
                    <a:lnTo>
                      <a:pt x="346" y="38"/>
                    </a:lnTo>
                    <a:lnTo>
                      <a:pt x="346" y="38"/>
                    </a:lnTo>
                    <a:lnTo>
                      <a:pt x="346" y="38"/>
                    </a:lnTo>
                    <a:lnTo>
                      <a:pt x="346" y="38"/>
                    </a:lnTo>
                    <a:lnTo>
                      <a:pt x="346" y="35"/>
                    </a:lnTo>
                    <a:lnTo>
                      <a:pt x="348" y="35"/>
                    </a:lnTo>
                    <a:lnTo>
                      <a:pt x="348" y="35"/>
                    </a:lnTo>
                    <a:lnTo>
                      <a:pt x="348" y="35"/>
                    </a:lnTo>
                    <a:lnTo>
                      <a:pt x="348" y="35"/>
                    </a:lnTo>
                    <a:lnTo>
                      <a:pt x="351" y="35"/>
                    </a:lnTo>
                    <a:lnTo>
                      <a:pt x="351" y="33"/>
                    </a:lnTo>
                    <a:lnTo>
                      <a:pt x="351" y="33"/>
                    </a:lnTo>
                    <a:lnTo>
                      <a:pt x="353" y="33"/>
                    </a:lnTo>
                    <a:lnTo>
                      <a:pt x="353" y="33"/>
                    </a:lnTo>
                    <a:lnTo>
                      <a:pt x="353" y="33"/>
                    </a:lnTo>
                    <a:lnTo>
                      <a:pt x="353" y="33"/>
                    </a:lnTo>
                    <a:lnTo>
                      <a:pt x="355" y="33"/>
                    </a:lnTo>
                    <a:lnTo>
                      <a:pt x="355" y="33"/>
                    </a:lnTo>
                    <a:lnTo>
                      <a:pt x="355" y="33"/>
                    </a:lnTo>
                    <a:lnTo>
                      <a:pt x="355" y="33"/>
                    </a:lnTo>
                    <a:lnTo>
                      <a:pt x="358" y="33"/>
                    </a:lnTo>
                    <a:lnTo>
                      <a:pt x="358" y="33"/>
                    </a:lnTo>
                    <a:lnTo>
                      <a:pt x="358" y="33"/>
                    </a:lnTo>
                    <a:lnTo>
                      <a:pt x="360" y="33"/>
                    </a:lnTo>
                    <a:lnTo>
                      <a:pt x="360" y="31"/>
                    </a:lnTo>
                    <a:lnTo>
                      <a:pt x="360" y="31"/>
                    </a:lnTo>
                    <a:lnTo>
                      <a:pt x="360" y="31"/>
                    </a:lnTo>
                    <a:lnTo>
                      <a:pt x="360" y="31"/>
                    </a:lnTo>
                    <a:lnTo>
                      <a:pt x="363" y="31"/>
                    </a:lnTo>
                    <a:lnTo>
                      <a:pt x="363" y="31"/>
                    </a:lnTo>
                    <a:lnTo>
                      <a:pt x="363" y="31"/>
                    </a:lnTo>
                    <a:lnTo>
                      <a:pt x="365" y="31"/>
                    </a:lnTo>
                    <a:lnTo>
                      <a:pt x="365" y="31"/>
                    </a:lnTo>
                    <a:lnTo>
                      <a:pt x="367" y="31"/>
                    </a:lnTo>
                    <a:lnTo>
                      <a:pt x="367" y="31"/>
                    </a:lnTo>
                    <a:lnTo>
                      <a:pt x="367" y="31"/>
                    </a:lnTo>
                    <a:lnTo>
                      <a:pt x="370" y="31"/>
                    </a:lnTo>
                    <a:lnTo>
                      <a:pt x="370" y="28"/>
                    </a:lnTo>
                    <a:lnTo>
                      <a:pt x="370" y="28"/>
                    </a:lnTo>
                    <a:lnTo>
                      <a:pt x="372" y="28"/>
                    </a:lnTo>
                    <a:lnTo>
                      <a:pt x="372" y="28"/>
                    </a:lnTo>
                    <a:lnTo>
                      <a:pt x="372" y="28"/>
                    </a:lnTo>
                    <a:lnTo>
                      <a:pt x="372" y="28"/>
                    </a:lnTo>
                    <a:lnTo>
                      <a:pt x="374" y="28"/>
                    </a:lnTo>
                    <a:lnTo>
                      <a:pt x="374" y="28"/>
                    </a:lnTo>
                    <a:lnTo>
                      <a:pt x="374" y="28"/>
                    </a:lnTo>
                    <a:lnTo>
                      <a:pt x="377" y="28"/>
                    </a:lnTo>
                    <a:lnTo>
                      <a:pt x="377" y="28"/>
                    </a:lnTo>
                    <a:lnTo>
                      <a:pt x="379" y="28"/>
                    </a:lnTo>
                    <a:lnTo>
                      <a:pt x="379" y="28"/>
                    </a:lnTo>
                    <a:lnTo>
                      <a:pt x="379" y="26"/>
                    </a:lnTo>
                    <a:lnTo>
                      <a:pt x="379" y="26"/>
                    </a:lnTo>
                    <a:lnTo>
                      <a:pt x="379" y="28"/>
                    </a:lnTo>
                    <a:lnTo>
                      <a:pt x="382" y="28"/>
                    </a:lnTo>
                    <a:lnTo>
                      <a:pt x="382" y="28"/>
                    </a:lnTo>
                    <a:lnTo>
                      <a:pt x="382" y="26"/>
                    </a:lnTo>
                    <a:lnTo>
                      <a:pt x="382" y="26"/>
                    </a:lnTo>
                    <a:lnTo>
                      <a:pt x="384" y="26"/>
                    </a:lnTo>
                    <a:lnTo>
                      <a:pt x="384" y="26"/>
                    </a:lnTo>
                    <a:lnTo>
                      <a:pt x="386" y="26"/>
                    </a:lnTo>
                    <a:lnTo>
                      <a:pt x="386" y="26"/>
                    </a:lnTo>
                    <a:lnTo>
                      <a:pt x="386" y="26"/>
                    </a:lnTo>
                    <a:lnTo>
                      <a:pt x="386" y="26"/>
                    </a:lnTo>
                    <a:lnTo>
                      <a:pt x="389" y="26"/>
                    </a:lnTo>
                    <a:lnTo>
                      <a:pt x="389" y="26"/>
                    </a:lnTo>
                    <a:lnTo>
                      <a:pt x="389" y="26"/>
                    </a:lnTo>
                    <a:lnTo>
                      <a:pt x="391" y="26"/>
                    </a:lnTo>
                    <a:lnTo>
                      <a:pt x="391" y="26"/>
                    </a:lnTo>
                    <a:lnTo>
                      <a:pt x="391" y="26"/>
                    </a:lnTo>
                    <a:lnTo>
                      <a:pt x="393" y="26"/>
                    </a:lnTo>
                    <a:lnTo>
                      <a:pt x="393" y="26"/>
                    </a:lnTo>
                    <a:lnTo>
                      <a:pt x="393" y="26"/>
                    </a:lnTo>
                    <a:lnTo>
                      <a:pt x="393" y="26"/>
                    </a:lnTo>
                    <a:lnTo>
                      <a:pt x="396" y="26"/>
                    </a:lnTo>
                    <a:lnTo>
                      <a:pt x="396" y="26"/>
                    </a:lnTo>
                    <a:lnTo>
                      <a:pt x="396" y="26"/>
                    </a:lnTo>
                    <a:lnTo>
                      <a:pt x="396" y="26"/>
                    </a:lnTo>
                    <a:lnTo>
                      <a:pt x="398" y="26"/>
                    </a:lnTo>
                    <a:lnTo>
                      <a:pt x="398" y="26"/>
                    </a:lnTo>
                    <a:lnTo>
                      <a:pt x="400" y="26"/>
                    </a:lnTo>
                    <a:lnTo>
                      <a:pt x="400" y="26"/>
                    </a:lnTo>
                    <a:lnTo>
                      <a:pt x="400" y="26"/>
                    </a:lnTo>
                    <a:lnTo>
                      <a:pt x="400" y="26"/>
                    </a:lnTo>
                    <a:lnTo>
                      <a:pt x="400" y="26"/>
                    </a:lnTo>
                    <a:lnTo>
                      <a:pt x="403" y="26"/>
                    </a:lnTo>
                    <a:lnTo>
                      <a:pt x="403" y="26"/>
                    </a:lnTo>
                    <a:lnTo>
                      <a:pt x="403" y="26"/>
                    </a:lnTo>
                    <a:lnTo>
                      <a:pt x="403" y="26"/>
                    </a:lnTo>
                    <a:lnTo>
                      <a:pt x="403" y="26"/>
                    </a:lnTo>
                    <a:lnTo>
                      <a:pt x="403" y="26"/>
                    </a:lnTo>
                    <a:lnTo>
                      <a:pt x="403" y="24"/>
                    </a:lnTo>
                    <a:lnTo>
                      <a:pt x="403" y="24"/>
                    </a:lnTo>
                    <a:lnTo>
                      <a:pt x="403" y="21"/>
                    </a:lnTo>
                    <a:lnTo>
                      <a:pt x="403" y="21"/>
                    </a:lnTo>
                    <a:lnTo>
                      <a:pt x="405" y="21"/>
                    </a:lnTo>
                    <a:lnTo>
                      <a:pt x="405" y="21"/>
                    </a:lnTo>
                    <a:lnTo>
                      <a:pt x="405" y="21"/>
                    </a:lnTo>
                    <a:lnTo>
                      <a:pt x="408" y="21"/>
                    </a:lnTo>
                    <a:lnTo>
                      <a:pt x="408" y="21"/>
                    </a:lnTo>
                    <a:lnTo>
                      <a:pt x="408" y="21"/>
                    </a:lnTo>
                    <a:lnTo>
                      <a:pt x="408" y="19"/>
                    </a:lnTo>
                    <a:lnTo>
                      <a:pt x="408" y="19"/>
                    </a:lnTo>
                    <a:lnTo>
                      <a:pt x="410" y="19"/>
                    </a:lnTo>
                    <a:lnTo>
                      <a:pt x="410" y="19"/>
                    </a:lnTo>
                    <a:lnTo>
                      <a:pt x="410" y="19"/>
                    </a:lnTo>
                    <a:lnTo>
                      <a:pt x="412" y="19"/>
                    </a:lnTo>
                    <a:lnTo>
                      <a:pt x="412" y="19"/>
                    </a:lnTo>
                    <a:lnTo>
                      <a:pt x="412" y="19"/>
                    </a:lnTo>
                    <a:lnTo>
                      <a:pt x="415" y="19"/>
                    </a:lnTo>
                    <a:lnTo>
                      <a:pt x="415" y="19"/>
                    </a:lnTo>
                    <a:lnTo>
                      <a:pt x="415" y="19"/>
                    </a:lnTo>
                    <a:lnTo>
                      <a:pt x="417" y="19"/>
                    </a:lnTo>
                    <a:lnTo>
                      <a:pt x="417" y="19"/>
                    </a:lnTo>
                    <a:lnTo>
                      <a:pt x="417" y="16"/>
                    </a:lnTo>
                    <a:lnTo>
                      <a:pt x="417" y="16"/>
                    </a:lnTo>
                    <a:lnTo>
                      <a:pt x="419" y="16"/>
                    </a:lnTo>
                    <a:lnTo>
                      <a:pt x="419" y="16"/>
                    </a:lnTo>
                    <a:lnTo>
                      <a:pt x="419" y="19"/>
                    </a:lnTo>
                    <a:lnTo>
                      <a:pt x="419" y="19"/>
                    </a:lnTo>
                    <a:lnTo>
                      <a:pt x="419" y="19"/>
                    </a:lnTo>
                    <a:lnTo>
                      <a:pt x="422" y="19"/>
                    </a:lnTo>
                    <a:lnTo>
                      <a:pt x="422" y="19"/>
                    </a:lnTo>
                    <a:lnTo>
                      <a:pt x="422" y="19"/>
                    </a:lnTo>
                    <a:lnTo>
                      <a:pt x="424" y="19"/>
                    </a:lnTo>
                    <a:lnTo>
                      <a:pt x="424" y="19"/>
                    </a:lnTo>
                    <a:lnTo>
                      <a:pt x="424" y="19"/>
                    </a:lnTo>
                    <a:lnTo>
                      <a:pt x="426" y="19"/>
                    </a:lnTo>
                    <a:lnTo>
                      <a:pt x="426" y="19"/>
                    </a:lnTo>
                    <a:lnTo>
                      <a:pt x="426" y="19"/>
                    </a:lnTo>
                    <a:lnTo>
                      <a:pt x="426" y="16"/>
                    </a:lnTo>
                    <a:lnTo>
                      <a:pt x="429" y="16"/>
                    </a:lnTo>
                    <a:lnTo>
                      <a:pt x="429" y="16"/>
                    </a:lnTo>
                    <a:lnTo>
                      <a:pt x="429" y="16"/>
                    </a:lnTo>
                    <a:lnTo>
                      <a:pt x="431" y="16"/>
                    </a:lnTo>
                    <a:lnTo>
                      <a:pt x="431" y="16"/>
                    </a:lnTo>
                    <a:lnTo>
                      <a:pt x="434" y="16"/>
                    </a:lnTo>
                    <a:lnTo>
                      <a:pt x="434" y="16"/>
                    </a:lnTo>
                    <a:lnTo>
                      <a:pt x="434" y="16"/>
                    </a:lnTo>
                    <a:lnTo>
                      <a:pt x="434" y="16"/>
                    </a:lnTo>
                    <a:lnTo>
                      <a:pt x="436" y="16"/>
                    </a:lnTo>
                    <a:lnTo>
                      <a:pt x="436" y="16"/>
                    </a:lnTo>
                    <a:lnTo>
                      <a:pt x="436" y="16"/>
                    </a:lnTo>
                    <a:lnTo>
                      <a:pt x="436" y="16"/>
                    </a:lnTo>
                    <a:lnTo>
                      <a:pt x="436" y="16"/>
                    </a:lnTo>
                    <a:lnTo>
                      <a:pt x="438" y="16"/>
                    </a:lnTo>
                    <a:lnTo>
                      <a:pt x="438" y="16"/>
                    </a:lnTo>
                    <a:lnTo>
                      <a:pt x="438" y="16"/>
                    </a:lnTo>
                    <a:lnTo>
                      <a:pt x="441" y="16"/>
                    </a:lnTo>
                    <a:lnTo>
                      <a:pt x="441" y="16"/>
                    </a:lnTo>
                    <a:lnTo>
                      <a:pt x="441" y="16"/>
                    </a:lnTo>
                    <a:lnTo>
                      <a:pt x="443" y="16"/>
                    </a:lnTo>
                    <a:lnTo>
                      <a:pt x="443" y="16"/>
                    </a:lnTo>
                    <a:lnTo>
                      <a:pt x="445" y="16"/>
                    </a:lnTo>
                    <a:lnTo>
                      <a:pt x="445" y="16"/>
                    </a:lnTo>
                    <a:lnTo>
                      <a:pt x="445" y="16"/>
                    </a:lnTo>
                    <a:lnTo>
                      <a:pt x="445" y="14"/>
                    </a:lnTo>
                    <a:lnTo>
                      <a:pt x="448" y="14"/>
                    </a:lnTo>
                    <a:lnTo>
                      <a:pt x="448" y="14"/>
                    </a:lnTo>
                    <a:lnTo>
                      <a:pt x="448" y="14"/>
                    </a:lnTo>
                    <a:lnTo>
                      <a:pt x="448" y="14"/>
                    </a:lnTo>
                    <a:lnTo>
                      <a:pt x="450" y="14"/>
                    </a:lnTo>
                    <a:lnTo>
                      <a:pt x="450" y="14"/>
                    </a:lnTo>
                    <a:lnTo>
                      <a:pt x="450" y="14"/>
                    </a:lnTo>
                    <a:lnTo>
                      <a:pt x="453" y="14"/>
                    </a:lnTo>
                    <a:lnTo>
                      <a:pt x="453" y="14"/>
                    </a:lnTo>
                    <a:lnTo>
                      <a:pt x="453" y="14"/>
                    </a:lnTo>
                    <a:lnTo>
                      <a:pt x="455" y="14"/>
                    </a:lnTo>
                    <a:lnTo>
                      <a:pt x="455" y="14"/>
                    </a:lnTo>
                    <a:lnTo>
                      <a:pt x="455" y="14"/>
                    </a:lnTo>
                    <a:lnTo>
                      <a:pt x="455" y="14"/>
                    </a:lnTo>
                    <a:lnTo>
                      <a:pt x="457" y="14"/>
                    </a:lnTo>
                    <a:lnTo>
                      <a:pt x="457" y="14"/>
                    </a:lnTo>
                    <a:lnTo>
                      <a:pt x="460" y="14"/>
                    </a:lnTo>
                    <a:lnTo>
                      <a:pt x="460" y="12"/>
                    </a:lnTo>
                    <a:lnTo>
                      <a:pt x="460" y="12"/>
                    </a:lnTo>
                    <a:lnTo>
                      <a:pt x="460" y="12"/>
                    </a:lnTo>
                    <a:lnTo>
                      <a:pt x="460" y="12"/>
                    </a:lnTo>
                    <a:lnTo>
                      <a:pt x="462" y="12"/>
                    </a:lnTo>
                    <a:lnTo>
                      <a:pt x="462" y="12"/>
                    </a:lnTo>
                    <a:lnTo>
                      <a:pt x="462" y="12"/>
                    </a:lnTo>
                    <a:lnTo>
                      <a:pt x="464" y="12"/>
                    </a:lnTo>
                    <a:lnTo>
                      <a:pt x="464" y="12"/>
                    </a:lnTo>
                    <a:lnTo>
                      <a:pt x="467" y="12"/>
                    </a:lnTo>
                    <a:lnTo>
                      <a:pt x="467" y="12"/>
                    </a:lnTo>
                    <a:lnTo>
                      <a:pt x="467" y="12"/>
                    </a:lnTo>
                    <a:lnTo>
                      <a:pt x="467" y="9"/>
                    </a:lnTo>
                    <a:lnTo>
                      <a:pt x="467" y="9"/>
                    </a:lnTo>
                    <a:lnTo>
                      <a:pt x="469" y="9"/>
                    </a:lnTo>
                    <a:lnTo>
                      <a:pt x="469" y="7"/>
                    </a:lnTo>
                    <a:lnTo>
                      <a:pt x="469" y="7"/>
                    </a:lnTo>
                    <a:lnTo>
                      <a:pt x="467" y="7"/>
                    </a:lnTo>
                    <a:lnTo>
                      <a:pt x="467" y="7"/>
                    </a:lnTo>
                    <a:lnTo>
                      <a:pt x="467" y="5"/>
                    </a:lnTo>
                    <a:lnTo>
                      <a:pt x="469" y="5"/>
                    </a:lnTo>
                    <a:lnTo>
                      <a:pt x="469" y="5"/>
                    </a:lnTo>
                    <a:lnTo>
                      <a:pt x="469" y="5"/>
                    </a:lnTo>
                    <a:lnTo>
                      <a:pt x="469" y="7"/>
                    </a:lnTo>
                    <a:lnTo>
                      <a:pt x="471" y="7"/>
                    </a:lnTo>
                    <a:lnTo>
                      <a:pt x="471" y="5"/>
                    </a:lnTo>
                    <a:lnTo>
                      <a:pt x="471" y="5"/>
                    </a:lnTo>
                    <a:lnTo>
                      <a:pt x="474" y="5"/>
                    </a:lnTo>
                    <a:lnTo>
                      <a:pt x="474" y="5"/>
                    </a:lnTo>
                    <a:lnTo>
                      <a:pt x="474" y="5"/>
                    </a:lnTo>
                    <a:lnTo>
                      <a:pt x="476" y="5"/>
                    </a:lnTo>
                    <a:lnTo>
                      <a:pt x="476" y="5"/>
                    </a:lnTo>
                    <a:lnTo>
                      <a:pt x="476" y="5"/>
                    </a:lnTo>
                    <a:lnTo>
                      <a:pt x="479" y="5"/>
                    </a:lnTo>
                    <a:lnTo>
                      <a:pt x="479" y="2"/>
                    </a:lnTo>
                    <a:lnTo>
                      <a:pt x="479" y="2"/>
                    </a:lnTo>
                    <a:lnTo>
                      <a:pt x="479" y="2"/>
                    </a:lnTo>
                    <a:lnTo>
                      <a:pt x="479" y="2"/>
                    </a:lnTo>
                    <a:lnTo>
                      <a:pt x="479" y="0"/>
                    </a:lnTo>
                    <a:lnTo>
                      <a:pt x="481" y="0"/>
                    </a:lnTo>
                    <a:lnTo>
                      <a:pt x="481" y="2"/>
                    </a:lnTo>
                    <a:lnTo>
                      <a:pt x="481" y="2"/>
                    </a:lnTo>
                    <a:lnTo>
                      <a:pt x="481" y="2"/>
                    </a:lnTo>
                    <a:lnTo>
                      <a:pt x="483" y="2"/>
                    </a:lnTo>
                    <a:lnTo>
                      <a:pt x="483" y="2"/>
                    </a:lnTo>
                    <a:lnTo>
                      <a:pt x="483" y="2"/>
                    </a:lnTo>
                    <a:lnTo>
                      <a:pt x="486" y="2"/>
                    </a:lnTo>
                    <a:lnTo>
                      <a:pt x="486" y="2"/>
                    </a:lnTo>
                    <a:lnTo>
                      <a:pt x="483" y="2"/>
                    </a:lnTo>
                    <a:lnTo>
                      <a:pt x="483" y="0"/>
                    </a:lnTo>
                    <a:lnTo>
                      <a:pt x="483" y="0"/>
                    </a:lnTo>
                    <a:lnTo>
                      <a:pt x="483" y="0"/>
                    </a:lnTo>
                    <a:lnTo>
                      <a:pt x="483" y="0"/>
                    </a:lnTo>
                    <a:lnTo>
                      <a:pt x="486" y="0"/>
                    </a:lnTo>
                    <a:lnTo>
                      <a:pt x="486" y="0"/>
                    </a:lnTo>
                    <a:lnTo>
                      <a:pt x="486" y="0"/>
                    </a:lnTo>
                    <a:lnTo>
                      <a:pt x="488" y="0"/>
                    </a:lnTo>
                    <a:lnTo>
                      <a:pt x="488" y="0"/>
                    </a:lnTo>
                    <a:lnTo>
                      <a:pt x="488" y="0"/>
                    </a:lnTo>
                    <a:lnTo>
                      <a:pt x="488" y="2"/>
                    </a:lnTo>
                    <a:lnTo>
                      <a:pt x="488" y="2"/>
                    </a:lnTo>
                    <a:lnTo>
                      <a:pt x="490" y="2"/>
                    </a:lnTo>
                    <a:lnTo>
                      <a:pt x="490" y="2"/>
                    </a:lnTo>
                    <a:lnTo>
                      <a:pt x="490" y="0"/>
                    </a:lnTo>
                    <a:lnTo>
                      <a:pt x="493" y="0"/>
                    </a:lnTo>
                    <a:lnTo>
                      <a:pt x="493" y="0"/>
                    </a:lnTo>
                    <a:lnTo>
                      <a:pt x="493" y="0"/>
                    </a:lnTo>
                    <a:lnTo>
                      <a:pt x="493" y="2"/>
                    </a:lnTo>
                    <a:lnTo>
                      <a:pt x="495" y="2"/>
                    </a:lnTo>
                    <a:lnTo>
                      <a:pt x="495" y="2"/>
                    </a:lnTo>
                    <a:lnTo>
                      <a:pt x="495" y="2"/>
                    </a:lnTo>
                    <a:lnTo>
                      <a:pt x="497" y="2"/>
                    </a:lnTo>
                    <a:lnTo>
                      <a:pt x="497" y="2"/>
                    </a:lnTo>
                    <a:lnTo>
                      <a:pt x="500" y="2"/>
                    </a:lnTo>
                    <a:lnTo>
                      <a:pt x="500" y="2"/>
                    </a:lnTo>
                    <a:lnTo>
                      <a:pt x="500" y="2"/>
                    </a:lnTo>
                    <a:lnTo>
                      <a:pt x="502" y="2"/>
                    </a:lnTo>
                    <a:lnTo>
                      <a:pt x="502" y="2"/>
                    </a:lnTo>
                    <a:lnTo>
                      <a:pt x="502" y="2"/>
                    </a:lnTo>
                    <a:lnTo>
                      <a:pt x="502" y="2"/>
                    </a:lnTo>
                    <a:lnTo>
                      <a:pt x="502" y="5"/>
                    </a:lnTo>
                    <a:lnTo>
                      <a:pt x="505" y="5"/>
                    </a:lnTo>
                    <a:lnTo>
                      <a:pt x="505" y="5"/>
                    </a:lnTo>
                    <a:lnTo>
                      <a:pt x="505" y="5"/>
                    </a:lnTo>
                    <a:lnTo>
                      <a:pt x="507" y="5"/>
                    </a:lnTo>
                    <a:lnTo>
                      <a:pt x="507" y="5"/>
                    </a:lnTo>
                    <a:lnTo>
                      <a:pt x="507" y="7"/>
                    </a:lnTo>
                    <a:lnTo>
                      <a:pt x="507" y="7"/>
                    </a:lnTo>
                    <a:lnTo>
                      <a:pt x="509" y="7"/>
                    </a:lnTo>
                    <a:lnTo>
                      <a:pt x="509" y="7"/>
                    </a:lnTo>
                    <a:lnTo>
                      <a:pt x="509" y="7"/>
                    </a:lnTo>
                    <a:lnTo>
                      <a:pt x="509" y="7"/>
                    </a:lnTo>
                    <a:lnTo>
                      <a:pt x="512" y="7"/>
                    </a:lnTo>
                    <a:lnTo>
                      <a:pt x="512" y="7"/>
                    </a:lnTo>
                    <a:lnTo>
                      <a:pt x="512" y="7"/>
                    </a:lnTo>
                    <a:lnTo>
                      <a:pt x="514" y="7"/>
                    </a:lnTo>
                    <a:lnTo>
                      <a:pt x="514" y="7"/>
                    </a:lnTo>
                    <a:lnTo>
                      <a:pt x="514" y="5"/>
                    </a:lnTo>
                    <a:lnTo>
                      <a:pt x="514" y="5"/>
                    </a:lnTo>
                    <a:lnTo>
                      <a:pt x="514" y="5"/>
                    </a:lnTo>
                    <a:lnTo>
                      <a:pt x="516" y="5"/>
                    </a:lnTo>
                    <a:lnTo>
                      <a:pt x="516" y="2"/>
                    </a:lnTo>
                    <a:lnTo>
                      <a:pt x="516" y="2"/>
                    </a:lnTo>
                    <a:lnTo>
                      <a:pt x="519" y="2"/>
                    </a:lnTo>
                    <a:lnTo>
                      <a:pt x="519" y="5"/>
                    </a:lnTo>
                    <a:lnTo>
                      <a:pt x="519" y="5"/>
                    </a:lnTo>
                    <a:lnTo>
                      <a:pt x="519" y="5"/>
                    </a:lnTo>
                    <a:lnTo>
                      <a:pt x="521" y="5"/>
                    </a:lnTo>
                    <a:lnTo>
                      <a:pt x="521" y="2"/>
                    </a:lnTo>
                    <a:lnTo>
                      <a:pt x="521" y="2"/>
                    </a:lnTo>
                    <a:lnTo>
                      <a:pt x="521" y="2"/>
                    </a:lnTo>
                    <a:lnTo>
                      <a:pt x="524" y="2"/>
                    </a:lnTo>
                    <a:lnTo>
                      <a:pt x="524" y="2"/>
                    </a:lnTo>
                    <a:lnTo>
                      <a:pt x="524" y="5"/>
                    </a:lnTo>
                    <a:lnTo>
                      <a:pt x="526" y="5"/>
                    </a:lnTo>
                    <a:lnTo>
                      <a:pt x="526" y="5"/>
                    </a:lnTo>
                    <a:lnTo>
                      <a:pt x="526" y="7"/>
                    </a:lnTo>
                    <a:lnTo>
                      <a:pt x="526" y="7"/>
                    </a:lnTo>
                    <a:lnTo>
                      <a:pt x="526" y="7"/>
                    </a:lnTo>
                    <a:lnTo>
                      <a:pt x="526" y="7"/>
                    </a:lnTo>
                    <a:lnTo>
                      <a:pt x="528" y="7"/>
                    </a:lnTo>
                    <a:lnTo>
                      <a:pt x="528" y="7"/>
                    </a:lnTo>
                    <a:lnTo>
                      <a:pt x="528" y="9"/>
                    </a:lnTo>
                    <a:lnTo>
                      <a:pt x="528" y="9"/>
                    </a:lnTo>
                    <a:lnTo>
                      <a:pt x="528" y="12"/>
                    </a:lnTo>
                    <a:lnTo>
                      <a:pt x="528" y="12"/>
                    </a:lnTo>
                    <a:lnTo>
                      <a:pt x="528" y="14"/>
                    </a:lnTo>
                    <a:lnTo>
                      <a:pt x="528" y="14"/>
                    </a:lnTo>
                    <a:lnTo>
                      <a:pt x="528" y="14"/>
                    </a:lnTo>
                    <a:lnTo>
                      <a:pt x="528" y="16"/>
                    </a:lnTo>
                    <a:lnTo>
                      <a:pt x="528" y="16"/>
                    </a:lnTo>
                    <a:lnTo>
                      <a:pt x="528" y="16"/>
                    </a:lnTo>
                    <a:lnTo>
                      <a:pt x="528" y="16"/>
                    </a:lnTo>
                    <a:lnTo>
                      <a:pt x="531" y="16"/>
                    </a:lnTo>
                    <a:lnTo>
                      <a:pt x="531" y="16"/>
                    </a:lnTo>
                    <a:lnTo>
                      <a:pt x="533" y="16"/>
                    </a:lnTo>
                    <a:lnTo>
                      <a:pt x="533" y="16"/>
                    </a:lnTo>
                    <a:lnTo>
                      <a:pt x="533" y="19"/>
                    </a:lnTo>
                    <a:lnTo>
                      <a:pt x="533" y="19"/>
                    </a:lnTo>
                    <a:lnTo>
                      <a:pt x="533" y="19"/>
                    </a:lnTo>
                    <a:lnTo>
                      <a:pt x="533" y="19"/>
                    </a:lnTo>
                    <a:lnTo>
                      <a:pt x="533" y="21"/>
                    </a:lnTo>
                    <a:lnTo>
                      <a:pt x="533" y="21"/>
                    </a:lnTo>
                    <a:lnTo>
                      <a:pt x="533" y="21"/>
                    </a:lnTo>
                    <a:lnTo>
                      <a:pt x="533" y="24"/>
                    </a:lnTo>
                    <a:lnTo>
                      <a:pt x="533" y="24"/>
                    </a:lnTo>
                    <a:lnTo>
                      <a:pt x="533" y="26"/>
                    </a:lnTo>
                    <a:lnTo>
                      <a:pt x="533" y="26"/>
                    </a:lnTo>
                    <a:lnTo>
                      <a:pt x="533" y="26"/>
                    </a:lnTo>
                    <a:lnTo>
                      <a:pt x="531" y="26"/>
                    </a:lnTo>
                    <a:lnTo>
                      <a:pt x="531" y="26"/>
                    </a:lnTo>
                    <a:lnTo>
                      <a:pt x="528" y="26"/>
                    </a:lnTo>
                    <a:lnTo>
                      <a:pt x="528" y="26"/>
                    </a:lnTo>
                    <a:lnTo>
                      <a:pt x="528" y="26"/>
                    </a:lnTo>
                    <a:lnTo>
                      <a:pt x="528" y="28"/>
                    </a:lnTo>
                    <a:lnTo>
                      <a:pt x="528" y="28"/>
                    </a:lnTo>
                    <a:lnTo>
                      <a:pt x="528" y="28"/>
                    </a:lnTo>
                    <a:lnTo>
                      <a:pt x="528" y="28"/>
                    </a:lnTo>
                    <a:lnTo>
                      <a:pt x="528" y="31"/>
                    </a:lnTo>
                    <a:lnTo>
                      <a:pt x="531" y="31"/>
                    </a:lnTo>
                    <a:lnTo>
                      <a:pt x="531" y="31"/>
                    </a:lnTo>
                    <a:lnTo>
                      <a:pt x="531" y="33"/>
                    </a:lnTo>
                    <a:lnTo>
                      <a:pt x="531" y="33"/>
                    </a:lnTo>
                    <a:lnTo>
                      <a:pt x="533" y="33"/>
                    </a:lnTo>
                    <a:lnTo>
                      <a:pt x="533" y="33"/>
                    </a:lnTo>
                    <a:lnTo>
                      <a:pt x="533" y="33"/>
                    </a:lnTo>
                    <a:lnTo>
                      <a:pt x="533" y="31"/>
                    </a:lnTo>
                    <a:lnTo>
                      <a:pt x="535" y="31"/>
                    </a:lnTo>
                    <a:lnTo>
                      <a:pt x="535" y="31"/>
                    </a:lnTo>
                    <a:lnTo>
                      <a:pt x="535" y="31"/>
                    </a:lnTo>
                    <a:lnTo>
                      <a:pt x="538" y="31"/>
                    </a:lnTo>
                    <a:lnTo>
                      <a:pt x="538" y="31"/>
                    </a:lnTo>
                    <a:lnTo>
                      <a:pt x="538" y="33"/>
                    </a:lnTo>
                    <a:lnTo>
                      <a:pt x="540" y="33"/>
                    </a:lnTo>
                    <a:lnTo>
                      <a:pt x="540" y="33"/>
                    </a:lnTo>
                    <a:lnTo>
                      <a:pt x="540" y="33"/>
                    </a:lnTo>
                    <a:lnTo>
                      <a:pt x="542" y="33"/>
                    </a:lnTo>
                    <a:lnTo>
                      <a:pt x="542" y="33"/>
                    </a:lnTo>
                    <a:lnTo>
                      <a:pt x="542" y="33"/>
                    </a:lnTo>
                    <a:lnTo>
                      <a:pt x="542" y="31"/>
                    </a:lnTo>
                    <a:lnTo>
                      <a:pt x="542" y="31"/>
                    </a:lnTo>
                    <a:lnTo>
                      <a:pt x="542" y="28"/>
                    </a:lnTo>
                    <a:lnTo>
                      <a:pt x="545" y="28"/>
                    </a:lnTo>
                    <a:lnTo>
                      <a:pt x="545" y="28"/>
                    </a:lnTo>
                    <a:lnTo>
                      <a:pt x="547" y="28"/>
                    </a:lnTo>
                    <a:lnTo>
                      <a:pt x="547" y="28"/>
                    </a:lnTo>
                    <a:lnTo>
                      <a:pt x="547" y="28"/>
                    </a:lnTo>
                    <a:lnTo>
                      <a:pt x="550" y="28"/>
                    </a:lnTo>
                    <a:lnTo>
                      <a:pt x="550" y="31"/>
                    </a:lnTo>
                    <a:lnTo>
                      <a:pt x="550" y="31"/>
                    </a:lnTo>
                    <a:lnTo>
                      <a:pt x="552" y="31"/>
                    </a:lnTo>
                  </a:path>
                </a:pathLst>
              </a:custGeom>
              <a:solidFill>
                <a:schemeClr val="accent3"/>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9" name="Freeform 137"/>
              <p:cNvSpPr>
                <a:spLocks/>
              </p:cNvSpPr>
              <p:nvPr/>
            </p:nvSpPr>
            <p:spPr bwMode="auto">
              <a:xfrm>
                <a:off x="2379" y="1379"/>
                <a:ext cx="1" cy="2"/>
              </a:xfrm>
              <a:custGeom>
                <a:avLst/>
                <a:gdLst/>
                <a:ahLst/>
                <a:cxnLst>
                  <a:cxn ang="0">
                    <a:pos x="0" y="0"/>
                  </a:cxn>
                  <a:cxn ang="0">
                    <a:pos x="0" y="0"/>
                  </a:cxn>
                  <a:cxn ang="0">
                    <a:pos x="0" y="0"/>
                  </a:cxn>
                  <a:cxn ang="0">
                    <a:pos x="0" y="2"/>
                  </a:cxn>
                  <a:cxn ang="0">
                    <a:pos x="0" y="2"/>
                  </a:cxn>
                  <a:cxn ang="0">
                    <a:pos x="0" y="0"/>
                  </a:cxn>
                  <a:cxn ang="0">
                    <a:pos x="0" y="0"/>
                  </a:cxn>
                  <a:cxn ang="0">
                    <a:pos x="0" y="0"/>
                  </a:cxn>
                  <a:cxn ang="0">
                    <a:pos x="0" y="0"/>
                  </a:cxn>
                </a:cxnLst>
                <a:rect l="0" t="0" r="r" b="b"/>
                <a:pathLst>
                  <a:path h="2">
                    <a:moveTo>
                      <a:pt x="0" y="0"/>
                    </a:moveTo>
                    <a:lnTo>
                      <a:pt x="0" y="0"/>
                    </a:lnTo>
                    <a:lnTo>
                      <a:pt x="0" y="0"/>
                    </a:lnTo>
                    <a:lnTo>
                      <a:pt x="0" y="2"/>
                    </a:lnTo>
                    <a:lnTo>
                      <a:pt x="0" y="2"/>
                    </a:lnTo>
                    <a:lnTo>
                      <a:pt x="0" y="0"/>
                    </a:lnTo>
                    <a:lnTo>
                      <a:pt x="0" y="0"/>
                    </a:lnTo>
                    <a:lnTo>
                      <a:pt x="0"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0" name="Freeform 138"/>
              <p:cNvSpPr>
                <a:spLocks/>
              </p:cNvSpPr>
              <p:nvPr/>
            </p:nvSpPr>
            <p:spPr bwMode="auto">
              <a:xfrm>
                <a:off x="2379" y="1379"/>
                <a:ext cx="1" cy="2"/>
              </a:xfrm>
              <a:custGeom>
                <a:avLst/>
                <a:gdLst/>
                <a:ahLst/>
                <a:cxnLst>
                  <a:cxn ang="0">
                    <a:pos x="0" y="0"/>
                  </a:cxn>
                  <a:cxn ang="0">
                    <a:pos x="0" y="0"/>
                  </a:cxn>
                  <a:cxn ang="0">
                    <a:pos x="0" y="0"/>
                  </a:cxn>
                  <a:cxn ang="0">
                    <a:pos x="0" y="2"/>
                  </a:cxn>
                  <a:cxn ang="0">
                    <a:pos x="0" y="2"/>
                  </a:cxn>
                  <a:cxn ang="0">
                    <a:pos x="0" y="0"/>
                  </a:cxn>
                  <a:cxn ang="0">
                    <a:pos x="0" y="0"/>
                  </a:cxn>
                  <a:cxn ang="0">
                    <a:pos x="0" y="0"/>
                  </a:cxn>
                  <a:cxn ang="0">
                    <a:pos x="0" y="0"/>
                  </a:cxn>
                </a:cxnLst>
                <a:rect l="0" t="0" r="r" b="b"/>
                <a:pathLst>
                  <a:path h="2">
                    <a:moveTo>
                      <a:pt x="0" y="0"/>
                    </a:moveTo>
                    <a:lnTo>
                      <a:pt x="0" y="0"/>
                    </a:lnTo>
                    <a:lnTo>
                      <a:pt x="0" y="0"/>
                    </a:lnTo>
                    <a:lnTo>
                      <a:pt x="0" y="2"/>
                    </a:lnTo>
                    <a:lnTo>
                      <a:pt x="0" y="2"/>
                    </a:lnTo>
                    <a:lnTo>
                      <a:pt x="0" y="0"/>
                    </a:lnTo>
                    <a:lnTo>
                      <a:pt x="0" y="0"/>
                    </a:lnTo>
                    <a:lnTo>
                      <a:pt x="0"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1" name="Freeform 139"/>
              <p:cNvSpPr>
                <a:spLocks/>
              </p:cNvSpPr>
              <p:nvPr/>
            </p:nvSpPr>
            <p:spPr bwMode="auto">
              <a:xfrm>
                <a:off x="3832" y="1599"/>
                <a:ext cx="130" cy="104"/>
              </a:xfrm>
              <a:custGeom>
                <a:avLst/>
                <a:gdLst/>
                <a:ahLst/>
                <a:cxnLst>
                  <a:cxn ang="0">
                    <a:pos x="52" y="5"/>
                  </a:cxn>
                  <a:cxn ang="0">
                    <a:pos x="59" y="12"/>
                  </a:cxn>
                  <a:cxn ang="0">
                    <a:pos x="64" y="17"/>
                  </a:cxn>
                  <a:cxn ang="0">
                    <a:pos x="69" y="24"/>
                  </a:cxn>
                  <a:cxn ang="0">
                    <a:pos x="76" y="28"/>
                  </a:cxn>
                  <a:cxn ang="0">
                    <a:pos x="83" y="33"/>
                  </a:cxn>
                  <a:cxn ang="0">
                    <a:pos x="93" y="33"/>
                  </a:cxn>
                  <a:cxn ang="0">
                    <a:pos x="100" y="40"/>
                  </a:cxn>
                  <a:cxn ang="0">
                    <a:pos x="109" y="38"/>
                  </a:cxn>
                  <a:cxn ang="0">
                    <a:pos x="114" y="33"/>
                  </a:cxn>
                  <a:cxn ang="0">
                    <a:pos x="121" y="31"/>
                  </a:cxn>
                  <a:cxn ang="0">
                    <a:pos x="116" y="40"/>
                  </a:cxn>
                  <a:cxn ang="0">
                    <a:pos x="116" y="47"/>
                  </a:cxn>
                  <a:cxn ang="0">
                    <a:pos x="121" y="55"/>
                  </a:cxn>
                  <a:cxn ang="0">
                    <a:pos x="126" y="52"/>
                  </a:cxn>
                  <a:cxn ang="0">
                    <a:pos x="126" y="57"/>
                  </a:cxn>
                  <a:cxn ang="0">
                    <a:pos x="121" y="59"/>
                  </a:cxn>
                  <a:cxn ang="0">
                    <a:pos x="114" y="64"/>
                  </a:cxn>
                  <a:cxn ang="0">
                    <a:pos x="107" y="62"/>
                  </a:cxn>
                  <a:cxn ang="0">
                    <a:pos x="102" y="66"/>
                  </a:cxn>
                  <a:cxn ang="0">
                    <a:pos x="93" y="64"/>
                  </a:cxn>
                  <a:cxn ang="0">
                    <a:pos x="88" y="71"/>
                  </a:cxn>
                  <a:cxn ang="0">
                    <a:pos x="81" y="76"/>
                  </a:cxn>
                  <a:cxn ang="0">
                    <a:pos x="76" y="83"/>
                  </a:cxn>
                  <a:cxn ang="0">
                    <a:pos x="74" y="92"/>
                  </a:cxn>
                  <a:cxn ang="0">
                    <a:pos x="66" y="88"/>
                  </a:cxn>
                  <a:cxn ang="0">
                    <a:pos x="59" y="83"/>
                  </a:cxn>
                  <a:cxn ang="0">
                    <a:pos x="52" y="81"/>
                  </a:cxn>
                  <a:cxn ang="0">
                    <a:pos x="45" y="76"/>
                  </a:cxn>
                  <a:cxn ang="0">
                    <a:pos x="38" y="74"/>
                  </a:cxn>
                  <a:cxn ang="0">
                    <a:pos x="29" y="78"/>
                  </a:cxn>
                  <a:cxn ang="0">
                    <a:pos x="24" y="81"/>
                  </a:cxn>
                  <a:cxn ang="0">
                    <a:pos x="19" y="76"/>
                  </a:cxn>
                  <a:cxn ang="0">
                    <a:pos x="12" y="78"/>
                  </a:cxn>
                  <a:cxn ang="0">
                    <a:pos x="14" y="85"/>
                  </a:cxn>
                  <a:cxn ang="0">
                    <a:pos x="22" y="88"/>
                  </a:cxn>
                  <a:cxn ang="0">
                    <a:pos x="29" y="92"/>
                  </a:cxn>
                  <a:cxn ang="0">
                    <a:pos x="26" y="97"/>
                  </a:cxn>
                  <a:cxn ang="0">
                    <a:pos x="19" y="95"/>
                  </a:cxn>
                  <a:cxn ang="0">
                    <a:pos x="14" y="102"/>
                  </a:cxn>
                  <a:cxn ang="0">
                    <a:pos x="7" y="104"/>
                  </a:cxn>
                  <a:cxn ang="0">
                    <a:pos x="5" y="95"/>
                  </a:cxn>
                  <a:cxn ang="0">
                    <a:pos x="5" y="88"/>
                  </a:cxn>
                  <a:cxn ang="0">
                    <a:pos x="0" y="83"/>
                  </a:cxn>
                  <a:cxn ang="0">
                    <a:pos x="0" y="74"/>
                  </a:cxn>
                  <a:cxn ang="0">
                    <a:pos x="7" y="69"/>
                  </a:cxn>
                  <a:cxn ang="0">
                    <a:pos x="12" y="64"/>
                  </a:cxn>
                  <a:cxn ang="0">
                    <a:pos x="12" y="59"/>
                  </a:cxn>
                  <a:cxn ang="0">
                    <a:pos x="14" y="52"/>
                  </a:cxn>
                  <a:cxn ang="0">
                    <a:pos x="22" y="59"/>
                  </a:cxn>
                  <a:cxn ang="0">
                    <a:pos x="29" y="59"/>
                  </a:cxn>
                  <a:cxn ang="0">
                    <a:pos x="36" y="52"/>
                  </a:cxn>
                  <a:cxn ang="0">
                    <a:pos x="33" y="45"/>
                  </a:cxn>
                  <a:cxn ang="0">
                    <a:pos x="40" y="40"/>
                  </a:cxn>
                  <a:cxn ang="0">
                    <a:pos x="40" y="28"/>
                  </a:cxn>
                  <a:cxn ang="0">
                    <a:pos x="43" y="17"/>
                  </a:cxn>
                  <a:cxn ang="0">
                    <a:pos x="38" y="10"/>
                  </a:cxn>
                  <a:cxn ang="0">
                    <a:pos x="40" y="2"/>
                  </a:cxn>
                </a:cxnLst>
                <a:rect l="0" t="0" r="r" b="b"/>
                <a:pathLst>
                  <a:path w="130" h="104">
                    <a:moveTo>
                      <a:pt x="48" y="0"/>
                    </a:moveTo>
                    <a:lnTo>
                      <a:pt x="48" y="0"/>
                    </a:lnTo>
                    <a:lnTo>
                      <a:pt x="48" y="0"/>
                    </a:lnTo>
                    <a:lnTo>
                      <a:pt x="48" y="2"/>
                    </a:lnTo>
                    <a:lnTo>
                      <a:pt x="48" y="2"/>
                    </a:lnTo>
                    <a:lnTo>
                      <a:pt x="50" y="2"/>
                    </a:lnTo>
                    <a:lnTo>
                      <a:pt x="50" y="2"/>
                    </a:lnTo>
                    <a:lnTo>
                      <a:pt x="50" y="2"/>
                    </a:lnTo>
                    <a:lnTo>
                      <a:pt x="52" y="2"/>
                    </a:lnTo>
                    <a:lnTo>
                      <a:pt x="52" y="2"/>
                    </a:lnTo>
                    <a:lnTo>
                      <a:pt x="52" y="5"/>
                    </a:lnTo>
                    <a:lnTo>
                      <a:pt x="52" y="5"/>
                    </a:lnTo>
                    <a:lnTo>
                      <a:pt x="52" y="5"/>
                    </a:lnTo>
                    <a:lnTo>
                      <a:pt x="55" y="5"/>
                    </a:lnTo>
                    <a:lnTo>
                      <a:pt x="55" y="7"/>
                    </a:lnTo>
                    <a:lnTo>
                      <a:pt x="55" y="7"/>
                    </a:lnTo>
                    <a:lnTo>
                      <a:pt x="55" y="7"/>
                    </a:lnTo>
                    <a:lnTo>
                      <a:pt x="55" y="7"/>
                    </a:lnTo>
                    <a:lnTo>
                      <a:pt x="55" y="10"/>
                    </a:lnTo>
                    <a:lnTo>
                      <a:pt x="57" y="10"/>
                    </a:lnTo>
                    <a:lnTo>
                      <a:pt x="57" y="10"/>
                    </a:lnTo>
                    <a:lnTo>
                      <a:pt x="57" y="10"/>
                    </a:lnTo>
                    <a:lnTo>
                      <a:pt x="57" y="12"/>
                    </a:lnTo>
                    <a:lnTo>
                      <a:pt x="59" y="12"/>
                    </a:lnTo>
                    <a:lnTo>
                      <a:pt x="59" y="12"/>
                    </a:lnTo>
                    <a:lnTo>
                      <a:pt x="59" y="12"/>
                    </a:lnTo>
                    <a:lnTo>
                      <a:pt x="59" y="12"/>
                    </a:lnTo>
                    <a:lnTo>
                      <a:pt x="59" y="12"/>
                    </a:lnTo>
                    <a:lnTo>
                      <a:pt x="62" y="12"/>
                    </a:lnTo>
                    <a:lnTo>
                      <a:pt x="62" y="14"/>
                    </a:lnTo>
                    <a:lnTo>
                      <a:pt x="62" y="14"/>
                    </a:lnTo>
                    <a:lnTo>
                      <a:pt x="62" y="14"/>
                    </a:lnTo>
                    <a:lnTo>
                      <a:pt x="62" y="17"/>
                    </a:lnTo>
                    <a:lnTo>
                      <a:pt x="62" y="17"/>
                    </a:lnTo>
                    <a:lnTo>
                      <a:pt x="62" y="17"/>
                    </a:lnTo>
                    <a:lnTo>
                      <a:pt x="64" y="17"/>
                    </a:lnTo>
                    <a:lnTo>
                      <a:pt x="64" y="19"/>
                    </a:lnTo>
                    <a:lnTo>
                      <a:pt x="64" y="19"/>
                    </a:lnTo>
                    <a:lnTo>
                      <a:pt x="64" y="19"/>
                    </a:lnTo>
                    <a:lnTo>
                      <a:pt x="66" y="19"/>
                    </a:lnTo>
                    <a:lnTo>
                      <a:pt x="66" y="21"/>
                    </a:lnTo>
                    <a:lnTo>
                      <a:pt x="66" y="21"/>
                    </a:lnTo>
                    <a:lnTo>
                      <a:pt x="66" y="21"/>
                    </a:lnTo>
                    <a:lnTo>
                      <a:pt x="66" y="21"/>
                    </a:lnTo>
                    <a:lnTo>
                      <a:pt x="69" y="21"/>
                    </a:lnTo>
                    <a:lnTo>
                      <a:pt x="69" y="24"/>
                    </a:lnTo>
                    <a:lnTo>
                      <a:pt x="69" y="24"/>
                    </a:lnTo>
                    <a:lnTo>
                      <a:pt x="69" y="24"/>
                    </a:lnTo>
                    <a:lnTo>
                      <a:pt x="71" y="24"/>
                    </a:lnTo>
                    <a:lnTo>
                      <a:pt x="71" y="24"/>
                    </a:lnTo>
                    <a:lnTo>
                      <a:pt x="71" y="24"/>
                    </a:lnTo>
                    <a:lnTo>
                      <a:pt x="71" y="24"/>
                    </a:lnTo>
                    <a:lnTo>
                      <a:pt x="71" y="26"/>
                    </a:lnTo>
                    <a:lnTo>
                      <a:pt x="74" y="26"/>
                    </a:lnTo>
                    <a:lnTo>
                      <a:pt x="74" y="26"/>
                    </a:lnTo>
                    <a:lnTo>
                      <a:pt x="74" y="26"/>
                    </a:lnTo>
                    <a:lnTo>
                      <a:pt x="74" y="26"/>
                    </a:lnTo>
                    <a:lnTo>
                      <a:pt x="74" y="28"/>
                    </a:lnTo>
                    <a:lnTo>
                      <a:pt x="76" y="28"/>
                    </a:lnTo>
                    <a:lnTo>
                      <a:pt x="76" y="28"/>
                    </a:lnTo>
                    <a:lnTo>
                      <a:pt x="78" y="28"/>
                    </a:lnTo>
                    <a:lnTo>
                      <a:pt x="78" y="28"/>
                    </a:lnTo>
                    <a:lnTo>
                      <a:pt x="78" y="31"/>
                    </a:lnTo>
                    <a:lnTo>
                      <a:pt x="78" y="31"/>
                    </a:lnTo>
                    <a:lnTo>
                      <a:pt x="78" y="31"/>
                    </a:lnTo>
                    <a:lnTo>
                      <a:pt x="78" y="31"/>
                    </a:lnTo>
                    <a:lnTo>
                      <a:pt x="81" y="31"/>
                    </a:lnTo>
                    <a:lnTo>
                      <a:pt x="81" y="31"/>
                    </a:lnTo>
                    <a:lnTo>
                      <a:pt x="81" y="31"/>
                    </a:lnTo>
                    <a:lnTo>
                      <a:pt x="81" y="33"/>
                    </a:lnTo>
                    <a:lnTo>
                      <a:pt x="83" y="33"/>
                    </a:lnTo>
                    <a:lnTo>
                      <a:pt x="83" y="33"/>
                    </a:lnTo>
                    <a:lnTo>
                      <a:pt x="85" y="33"/>
                    </a:lnTo>
                    <a:lnTo>
                      <a:pt x="85" y="33"/>
                    </a:lnTo>
                    <a:lnTo>
                      <a:pt x="85" y="33"/>
                    </a:lnTo>
                    <a:lnTo>
                      <a:pt x="85" y="33"/>
                    </a:lnTo>
                    <a:lnTo>
                      <a:pt x="88" y="33"/>
                    </a:lnTo>
                    <a:lnTo>
                      <a:pt x="88" y="33"/>
                    </a:lnTo>
                    <a:lnTo>
                      <a:pt x="88" y="33"/>
                    </a:lnTo>
                    <a:lnTo>
                      <a:pt x="88" y="33"/>
                    </a:lnTo>
                    <a:lnTo>
                      <a:pt x="90" y="33"/>
                    </a:lnTo>
                    <a:lnTo>
                      <a:pt x="90" y="33"/>
                    </a:lnTo>
                    <a:lnTo>
                      <a:pt x="93" y="33"/>
                    </a:lnTo>
                    <a:lnTo>
                      <a:pt x="93" y="33"/>
                    </a:lnTo>
                    <a:lnTo>
                      <a:pt x="93" y="33"/>
                    </a:lnTo>
                    <a:lnTo>
                      <a:pt x="93" y="36"/>
                    </a:lnTo>
                    <a:lnTo>
                      <a:pt x="95" y="36"/>
                    </a:lnTo>
                    <a:lnTo>
                      <a:pt x="95" y="36"/>
                    </a:lnTo>
                    <a:lnTo>
                      <a:pt x="95" y="36"/>
                    </a:lnTo>
                    <a:lnTo>
                      <a:pt x="97" y="36"/>
                    </a:lnTo>
                    <a:lnTo>
                      <a:pt x="97" y="36"/>
                    </a:lnTo>
                    <a:lnTo>
                      <a:pt x="97" y="38"/>
                    </a:lnTo>
                    <a:lnTo>
                      <a:pt x="97" y="38"/>
                    </a:lnTo>
                    <a:lnTo>
                      <a:pt x="97" y="38"/>
                    </a:lnTo>
                    <a:lnTo>
                      <a:pt x="100" y="38"/>
                    </a:lnTo>
                    <a:lnTo>
                      <a:pt x="100" y="40"/>
                    </a:lnTo>
                    <a:lnTo>
                      <a:pt x="100" y="40"/>
                    </a:lnTo>
                    <a:lnTo>
                      <a:pt x="100" y="40"/>
                    </a:lnTo>
                    <a:lnTo>
                      <a:pt x="102" y="40"/>
                    </a:lnTo>
                    <a:lnTo>
                      <a:pt x="102" y="40"/>
                    </a:lnTo>
                    <a:lnTo>
                      <a:pt x="102" y="40"/>
                    </a:lnTo>
                    <a:lnTo>
                      <a:pt x="104" y="40"/>
                    </a:lnTo>
                    <a:lnTo>
                      <a:pt x="104" y="40"/>
                    </a:lnTo>
                    <a:lnTo>
                      <a:pt x="107" y="40"/>
                    </a:lnTo>
                    <a:lnTo>
                      <a:pt x="107" y="40"/>
                    </a:lnTo>
                    <a:lnTo>
                      <a:pt x="107" y="40"/>
                    </a:lnTo>
                    <a:lnTo>
                      <a:pt x="109" y="40"/>
                    </a:lnTo>
                    <a:lnTo>
                      <a:pt x="109" y="38"/>
                    </a:lnTo>
                    <a:lnTo>
                      <a:pt x="109" y="38"/>
                    </a:lnTo>
                    <a:lnTo>
                      <a:pt x="109" y="38"/>
                    </a:lnTo>
                    <a:lnTo>
                      <a:pt x="111" y="38"/>
                    </a:lnTo>
                    <a:lnTo>
                      <a:pt x="111" y="36"/>
                    </a:lnTo>
                    <a:lnTo>
                      <a:pt x="111" y="36"/>
                    </a:lnTo>
                    <a:lnTo>
                      <a:pt x="111" y="36"/>
                    </a:lnTo>
                    <a:lnTo>
                      <a:pt x="111" y="36"/>
                    </a:lnTo>
                    <a:lnTo>
                      <a:pt x="114" y="36"/>
                    </a:lnTo>
                    <a:lnTo>
                      <a:pt x="114" y="33"/>
                    </a:lnTo>
                    <a:lnTo>
                      <a:pt x="114" y="33"/>
                    </a:lnTo>
                    <a:lnTo>
                      <a:pt x="114" y="33"/>
                    </a:lnTo>
                    <a:lnTo>
                      <a:pt x="114" y="33"/>
                    </a:lnTo>
                    <a:lnTo>
                      <a:pt x="116" y="33"/>
                    </a:lnTo>
                    <a:lnTo>
                      <a:pt x="116" y="33"/>
                    </a:lnTo>
                    <a:lnTo>
                      <a:pt x="116" y="33"/>
                    </a:lnTo>
                    <a:lnTo>
                      <a:pt x="116" y="31"/>
                    </a:lnTo>
                    <a:lnTo>
                      <a:pt x="119" y="31"/>
                    </a:lnTo>
                    <a:lnTo>
                      <a:pt x="119" y="31"/>
                    </a:lnTo>
                    <a:lnTo>
                      <a:pt x="119" y="31"/>
                    </a:lnTo>
                    <a:lnTo>
                      <a:pt x="119" y="28"/>
                    </a:lnTo>
                    <a:lnTo>
                      <a:pt x="119" y="28"/>
                    </a:lnTo>
                    <a:lnTo>
                      <a:pt x="121" y="28"/>
                    </a:lnTo>
                    <a:lnTo>
                      <a:pt x="121" y="31"/>
                    </a:lnTo>
                    <a:lnTo>
                      <a:pt x="121" y="31"/>
                    </a:lnTo>
                    <a:lnTo>
                      <a:pt x="121" y="33"/>
                    </a:lnTo>
                    <a:lnTo>
                      <a:pt x="121" y="33"/>
                    </a:lnTo>
                    <a:lnTo>
                      <a:pt x="121" y="33"/>
                    </a:lnTo>
                    <a:lnTo>
                      <a:pt x="119" y="33"/>
                    </a:lnTo>
                    <a:lnTo>
                      <a:pt x="119" y="36"/>
                    </a:lnTo>
                    <a:lnTo>
                      <a:pt x="119" y="36"/>
                    </a:lnTo>
                    <a:lnTo>
                      <a:pt x="119" y="36"/>
                    </a:lnTo>
                    <a:lnTo>
                      <a:pt x="119" y="36"/>
                    </a:lnTo>
                    <a:lnTo>
                      <a:pt x="119" y="38"/>
                    </a:lnTo>
                    <a:lnTo>
                      <a:pt x="119" y="38"/>
                    </a:lnTo>
                    <a:lnTo>
                      <a:pt x="116" y="38"/>
                    </a:lnTo>
                    <a:lnTo>
                      <a:pt x="116" y="40"/>
                    </a:lnTo>
                    <a:lnTo>
                      <a:pt x="116" y="40"/>
                    </a:lnTo>
                    <a:lnTo>
                      <a:pt x="116" y="40"/>
                    </a:lnTo>
                    <a:lnTo>
                      <a:pt x="114" y="40"/>
                    </a:lnTo>
                    <a:lnTo>
                      <a:pt x="114" y="43"/>
                    </a:lnTo>
                    <a:lnTo>
                      <a:pt x="114" y="43"/>
                    </a:lnTo>
                    <a:lnTo>
                      <a:pt x="114" y="43"/>
                    </a:lnTo>
                    <a:lnTo>
                      <a:pt x="114" y="43"/>
                    </a:lnTo>
                    <a:lnTo>
                      <a:pt x="114" y="45"/>
                    </a:lnTo>
                    <a:lnTo>
                      <a:pt x="114" y="45"/>
                    </a:lnTo>
                    <a:lnTo>
                      <a:pt x="114" y="45"/>
                    </a:lnTo>
                    <a:lnTo>
                      <a:pt x="116" y="45"/>
                    </a:lnTo>
                    <a:lnTo>
                      <a:pt x="116" y="47"/>
                    </a:lnTo>
                    <a:lnTo>
                      <a:pt x="116" y="47"/>
                    </a:lnTo>
                    <a:lnTo>
                      <a:pt x="119" y="47"/>
                    </a:lnTo>
                    <a:lnTo>
                      <a:pt x="119" y="47"/>
                    </a:lnTo>
                    <a:lnTo>
                      <a:pt x="119" y="50"/>
                    </a:lnTo>
                    <a:lnTo>
                      <a:pt x="119" y="50"/>
                    </a:lnTo>
                    <a:lnTo>
                      <a:pt x="119" y="52"/>
                    </a:lnTo>
                    <a:lnTo>
                      <a:pt x="119" y="52"/>
                    </a:lnTo>
                    <a:lnTo>
                      <a:pt x="119" y="52"/>
                    </a:lnTo>
                    <a:lnTo>
                      <a:pt x="119" y="52"/>
                    </a:lnTo>
                    <a:lnTo>
                      <a:pt x="119" y="52"/>
                    </a:lnTo>
                    <a:lnTo>
                      <a:pt x="119" y="55"/>
                    </a:lnTo>
                    <a:lnTo>
                      <a:pt x="121" y="55"/>
                    </a:lnTo>
                    <a:lnTo>
                      <a:pt x="121" y="55"/>
                    </a:lnTo>
                    <a:lnTo>
                      <a:pt x="121" y="55"/>
                    </a:lnTo>
                    <a:lnTo>
                      <a:pt x="121" y="57"/>
                    </a:lnTo>
                    <a:lnTo>
                      <a:pt x="121" y="57"/>
                    </a:lnTo>
                    <a:lnTo>
                      <a:pt x="123" y="57"/>
                    </a:lnTo>
                    <a:lnTo>
                      <a:pt x="123" y="55"/>
                    </a:lnTo>
                    <a:lnTo>
                      <a:pt x="123" y="55"/>
                    </a:lnTo>
                    <a:lnTo>
                      <a:pt x="123" y="55"/>
                    </a:lnTo>
                    <a:lnTo>
                      <a:pt x="126" y="55"/>
                    </a:lnTo>
                    <a:lnTo>
                      <a:pt x="126" y="55"/>
                    </a:lnTo>
                    <a:lnTo>
                      <a:pt x="126" y="52"/>
                    </a:lnTo>
                    <a:lnTo>
                      <a:pt x="126" y="52"/>
                    </a:lnTo>
                    <a:lnTo>
                      <a:pt x="128" y="52"/>
                    </a:lnTo>
                    <a:lnTo>
                      <a:pt x="128" y="52"/>
                    </a:lnTo>
                    <a:lnTo>
                      <a:pt x="128" y="52"/>
                    </a:lnTo>
                    <a:lnTo>
                      <a:pt x="130" y="52"/>
                    </a:lnTo>
                    <a:lnTo>
                      <a:pt x="130" y="55"/>
                    </a:lnTo>
                    <a:lnTo>
                      <a:pt x="130" y="55"/>
                    </a:lnTo>
                    <a:lnTo>
                      <a:pt x="128" y="55"/>
                    </a:lnTo>
                    <a:lnTo>
                      <a:pt x="128" y="55"/>
                    </a:lnTo>
                    <a:lnTo>
                      <a:pt x="128" y="57"/>
                    </a:lnTo>
                    <a:lnTo>
                      <a:pt x="128" y="57"/>
                    </a:lnTo>
                    <a:lnTo>
                      <a:pt x="126" y="57"/>
                    </a:lnTo>
                    <a:lnTo>
                      <a:pt x="126" y="57"/>
                    </a:lnTo>
                    <a:lnTo>
                      <a:pt x="126" y="57"/>
                    </a:lnTo>
                    <a:lnTo>
                      <a:pt x="126" y="59"/>
                    </a:lnTo>
                    <a:lnTo>
                      <a:pt x="126" y="59"/>
                    </a:lnTo>
                    <a:lnTo>
                      <a:pt x="126" y="59"/>
                    </a:lnTo>
                    <a:lnTo>
                      <a:pt x="126" y="59"/>
                    </a:lnTo>
                    <a:lnTo>
                      <a:pt x="123" y="59"/>
                    </a:lnTo>
                    <a:lnTo>
                      <a:pt x="123" y="59"/>
                    </a:lnTo>
                    <a:lnTo>
                      <a:pt x="123" y="62"/>
                    </a:lnTo>
                    <a:lnTo>
                      <a:pt x="123" y="62"/>
                    </a:lnTo>
                    <a:lnTo>
                      <a:pt x="121" y="62"/>
                    </a:lnTo>
                    <a:lnTo>
                      <a:pt x="121" y="59"/>
                    </a:lnTo>
                    <a:lnTo>
                      <a:pt x="121" y="59"/>
                    </a:lnTo>
                    <a:lnTo>
                      <a:pt x="121" y="59"/>
                    </a:lnTo>
                    <a:lnTo>
                      <a:pt x="119" y="59"/>
                    </a:lnTo>
                    <a:lnTo>
                      <a:pt x="119" y="59"/>
                    </a:lnTo>
                    <a:lnTo>
                      <a:pt x="119" y="62"/>
                    </a:lnTo>
                    <a:lnTo>
                      <a:pt x="119" y="62"/>
                    </a:lnTo>
                    <a:lnTo>
                      <a:pt x="116" y="62"/>
                    </a:lnTo>
                    <a:lnTo>
                      <a:pt x="116" y="62"/>
                    </a:lnTo>
                    <a:lnTo>
                      <a:pt x="114" y="62"/>
                    </a:lnTo>
                    <a:lnTo>
                      <a:pt x="114" y="62"/>
                    </a:lnTo>
                    <a:lnTo>
                      <a:pt x="114" y="62"/>
                    </a:lnTo>
                    <a:lnTo>
                      <a:pt x="114" y="62"/>
                    </a:lnTo>
                    <a:lnTo>
                      <a:pt x="114" y="64"/>
                    </a:lnTo>
                    <a:lnTo>
                      <a:pt x="114" y="64"/>
                    </a:lnTo>
                    <a:lnTo>
                      <a:pt x="111" y="64"/>
                    </a:lnTo>
                    <a:lnTo>
                      <a:pt x="111" y="64"/>
                    </a:lnTo>
                    <a:lnTo>
                      <a:pt x="111" y="64"/>
                    </a:lnTo>
                    <a:lnTo>
                      <a:pt x="111" y="64"/>
                    </a:lnTo>
                    <a:lnTo>
                      <a:pt x="111" y="66"/>
                    </a:lnTo>
                    <a:lnTo>
                      <a:pt x="109" y="66"/>
                    </a:lnTo>
                    <a:lnTo>
                      <a:pt x="109" y="66"/>
                    </a:lnTo>
                    <a:lnTo>
                      <a:pt x="109" y="64"/>
                    </a:lnTo>
                    <a:lnTo>
                      <a:pt x="109" y="64"/>
                    </a:lnTo>
                    <a:lnTo>
                      <a:pt x="109" y="62"/>
                    </a:lnTo>
                    <a:lnTo>
                      <a:pt x="107" y="62"/>
                    </a:lnTo>
                    <a:lnTo>
                      <a:pt x="107" y="64"/>
                    </a:lnTo>
                    <a:lnTo>
                      <a:pt x="107" y="64"/>
                    </a:lnTo>
                    <a:lnTo>
                      <a:pt x="107" y="64"/>
                    </a:lnTo>
                    <a:lnTo>
                      <a:pt x="107" y="64"/>
                    </a:lnTo>
                    <a:lnTo>
                      <a:pt x="107" y="66"/>
                    </a:lnTo>
                    <a:lnTo>
                      <a:pt x="107" y="66"/>
                    </a:lnTo>
                    <a:lnTo>
                      <a:pt x="107" y="66"/>
                    </a:lnTo>
                    <a:lnTo>
                      <a:pt x="104" y="66"/>
                    </a:lnTo>
                    <a:lnTo>
                      <a:pt x="104" y="66"/>
                    </a:lnTo>
                    <a:lnTo>
                      <a:pt x="102" y="66"/>
                    </a:lnTo>
                    <a:lnTo>
                      <a:pt x="102" y="66"/>
                    </a:lnTo>
                    <a:lnTo>
                      <a:pt x="102" y="66"/>
                    </a:lnTo>
                    <a:lnTo>
                      <a:pt x="100" y="66"/>
                    </a:lnTo>
                    <a:lnTo>
                      <a:pt x="100" y="66"/>
                    </a:lnTo>
                    <a:lnTo>
                      <a:pt x="100" y="66"/>
                    </a:lnTo>
                    <a:lnTo>
                      <a:pt x="100" y="64"/>
                    </a:lnTo>
                    <a:lnTo>
                      <a:pt x="97" y="64"/>
                    </a:lnTo>
                    <a:lnTo>
                      <a:pt x="97" y="64"/>
                    </a:lnTo>
                    <a:lnTo>
                      <a:pt x="97" y="64"/>
                    </a:lnTo>
                    <a:lnTo>
                      <a:pt x="95" y="64"/>
                    </a:lnTo>
                    <a:lnTo>
                      <a:pt x="95" y="64"/>
                    </a:lnTo>
                    <a:lnTo>
                      <a:pt x="95" y="64"/>
                    </a:lnTo>
                    <a:lnTo>
                      <a:pt x="95" y="64"/>
                    </a:lnTo>
                    <a:lnTo>
                      <a:pt x="93" y="64"/>
                    </a:lnTo>
                    <a:lnTo>
                      <a:pt x="93" y="66"/>
                    </a:lnTo>
                    <a:lnTo>
                      <a:pt x="93" y="66"/>
                    </a:lnTo>
                    <a:lnTo>
                      <a:pt x="93" y="66"/>
                    </a:lnTo>
                    <a:lnTo>
                      <a:pt x="90" y="66"/>
                    </a:lnTo>
                    <a:lnTo>
                      <a:pt x="90" y="66"/>
                    </a:lnTo>
                    <a:lnTo>
                      <a:pt x="90" y="66"/>
                    </a:lnTo>
                    <a:lnTo>
                      <a:pt x="90" y="69"/>
                    </a:lnTo>
                    <a:lnTo>
                      <a:pt x="88" y="69"/>
                    </a:lnTo>
                    <a:lnTo>
                      <a:pt x="88" y="69"/>
                    </a:lnTo>
                    <a:lnTo>
                      <a:pt x="88" y="69"/>
                    </a:lnTo>
                    <a:lnTo>
                      <a:pt x="88" y="69"/>
                    </a:lnTo>
                    <a:lnTo>
                      <a:pt x="88" y="71"/>
                    </a:lnTo>
                    <a:lnTo>
                      <a:pt x="85" y="71"/>
                    </a:lnTo>
                    <a:lnTo>
                      <a:pt x="85" y="71"/>
                    </a:lnTo>
                    <a:lnTo>
                      <a:pt x="85" y="71"/>
                    </a:lnTo>
                    <a:lnTo>
                      <a:pt x="85" y="71"/>
                    </a:lnTo>
                    <a:lnTo>
                      <a:pt x="85" y="74"/>
                    </a:lnTo>
                    <a:lnTo>
                      <a:pt x="83" y="74"/>
                    </a:lnTo>
                    <a:lnTo>
                      <a:pt x="83" y="74"/>
                    </a:lnTo>
                    <a:lnTo>
                      <a:pt x="83" y="74"/>
                    </a:lnTo>
                    <a:lnTo>
                      <a:pt x="81" y="74"/>
                    </a:lnTo>
                    <a:lnTo>
                      <a:pt x="81" y="74"/>
                    </a:lnTo>
                    <a:lnTo>
                      <a:pt x="81" y="74"/>
                    </a:lnTo>
                    <a:lnTo>
                      <a:pt x="81" y="76"/>
                    </a:lnTo>
                    <a:lnTo>
                      <a:pt x="81" y="76"/>
                    </a:lnTo>
                    <a:lnTo>
                      <a:pt x="81" y="76"/>
                    </a:lnTo>
                    <a:lnTo>
                      <a:pt x="78" y="76"/>
                    </a:lnTo>
                    <a:lnTo>
                      <a:pt x="78" y="78"/>
                    </a:lnTo>
                    <a:lnTo>
                      <a:pt x="78" y="78"/>
                    </a:lnTo>
                    <a:lnTo>
                      <a:pt x="78" y="78"/>
                    </a:lnTo>
                    <a:lnTo>
                      <a:pt x="78" y="81"/>
                    </a:lnTo>
                    <a:lnTo>
                      <a:pt x="78" y="81"/>
                    </a:lnTo>
                    <a:lnTo>
                      <a:pt x="78" y="81"/>
                    </a:lnTo>
                    <a:lnTo>
                      <a:pt x="78" y="83"/>
                    </a:lnTo>
                    <a:lnTo>
                      <a:pt x="76" y="83"/>
                    </a:lnTo>
                    <a:lnTo>
                      <a:pt x="76" y="83"/>
                    </a:lnTo>
                    <a:lnTo>
                      <a:pt x="76" y="83"/>
                    </a:lnTo>
                    <a:lnTo>
                      <a:pt x="78" y="83"/>
                    </a:lnTo>
                    <a:lnTo>
                      <a:pt x="78" y="85"/>
                    </a:lnTo>
                    <a:lnTo>
                      <a:pt x="76" y="85"/>
                    </a:lnTo>
                    <a:lnTo>
                      <a:pt x="76" y="85"/>
                    </a:lnTo>
                    <a:lnTo>
                      <a:pt x="76" y="88"/>
                    </a:lnTo>
                    <a:lnTo>
                      <a:pt x="76" y="88"/>
                    </a:lnTo>
                    <a:lnTo>
                      <a:pt x="76" y="90"/>
                    </a:lnTo>
                    <a:lnTo>
                      <a:pt x="76" y="90"/>
                    </a:lnTo>
                    <a:lnTo>
                      <a:pt x="76" y="90"/>
                    </a:lnTo>
                    <a:lnTo>
                      <a:pt x="74" y="90"/>
                    </a:lnTo>
                    <a:lnTo>
                      <a:pt x="74" y="92"/>
                    </a:lnTo>
                    <a:lnTo>
                      <a:pt x="74" y="92"/>
                    </a:lnTo>
                    <a:lnTo>
                      <a:pt x="74" y="92"/>
                    </a:lnTo>
                    <a:lnTo>
                      <a:pt x="74" y="90"/>
                    </a:lnTo>
                    <a:lnTo>
                      <a:pt x="71" y="90"/>
                    </a:lnTo>
                    <a:lnTo>
                      <a:pt x="71" y="90"/>
                    </a:lnTo>
                    <a:lnTo>
                      <a:pt x="71" y="90"/>
                    </a:lnTo>
                    <a:lnTo>
                      <a:pt x="71" y="88"/>
                    </a:lnTo>
                    <a:lnTo>
                      <a:pt x="71" y="88"/>
                    </a:lnTo>
                    <a:lnTo>
                      <a:pt x="69" y="88"/>
                    </a:lnTo>
                    <a:lnTo>
                      <a:pt x="69" y="88"/>
                    </a:lnTo>
                    <a:lnTo>
                      <a:pt x="69" y="88"/>
                    </a:lnTo>
                    <a:lnTo>
                      <a:pt x="66" y="88"/>
                    </a:lnTo>
                    <a:lnTo>
                      <a:pt x="66" y="85"/>
                    </a:lnTo>
                    <a:lnTo>
                      <a:pt x="66" y="85"/>
                    </a:lnTo>
                    <a:lnTo>
                      <a:pt x="66" y="85"/>
                    </a:lnTo>
                    <a:lnTo>
                      <a:pt x="64" y="85"/>
                    </a:lnTo>
                    <a:lnTo>
                      <a:pt x="64" y="85"/>
                    </a:lnTo>
                    <a:lnTo>
                      <a:pt x="64" y="85"/>
                    </a:lnTo>
                    <a:lnTo>
                      <a:pt x="62" y="85"/>
                    </a:lnTo>
                    <a:lnTo>
                      <a:pt x="62" y="85"/>
                    </a:lnTo>
                    <a:lnTo>
                      <a:pt x="62" y="85"/>
                    </a:lnTo>
                    <a:lnTo>
                      <a:pt x="62" y="83"/>
                    </a:lnTo>
                    <a:lnTo>
                      <a:pt x="59" y="83"/>
                    </a:lnTo>
                    <a:lnTo>
                      <a:pt x="59" y="83"/>
                    </a:lnTo>
                    <a:lnTo>
                      <a:pt x="59" y="83"/>
                    </a:lnTo>
                    <a:lnTo>
                      <a:pt x="59" y="83"/>
                    </a:lnTo>
                    <a:lnTo>
                      <a:pt x="57" y="83"/>
                    </a:lnTo>
                    <a:lnTo>
                      <a:pt x="57" y="83"/>
                    </a:lnTo>
                    <a:lnTo>
                      <a:pt x="57" y="83"/>
                    </a:lnTo>
                    <a:lnTo>
                      <a:pt x="55" y="83"/>
                    </a:lnTo>
                    <a:lnTo>
                      <a:pt x="55" y="83"/>
                    </a:lnTo>
                    <a:lnTo>
                      <a:pt x="55" y="81"/>
                    </a:lnTo>
                    <a:lnTo>
                      <a:pt x="55" y="81"/>
                    </a:lnTo>
                    <a:lnTo>
                      <a:pt x="52" y="81"/>
                    </a:lnTo>
                    <a:lnTo>
                      <a:pt x="52" y="81"/>
                    </a:lnTo>
                    <a:lnTo>
                      <a:pt x="52" y="81"/>
                    </a:lnTo>
                    <a:lnTo>
                      <a:pt x="52" y="78"/>
                    </a:lnTo>
                    <a:lnTo>
                      <a:pt x="52" y="78"/>
                    </a:lnTo>
                    <a:lnTo>
                      <a:pt x="52" y="78"/>
                    </a:lnTo>
                    <a:lnTo>
                      <a:pt x="50" y="78"/>
                    </a:lnTo>
                    <a:lnTo>
                      <a:pt x="50" y="78"/>
                    </a:lnTo>
                    <a:lnTo>
                      <a:pt x="48" y="78"/>
                    </a:lnTo>
                    <a:lnTo>
                      <a:pt x="48" y="78"/>
                    </a:lnTo>
                    <a:lnTo>
                      <a:pt x="48" y="76"/>
                    </a:lnTo>
                    <a:lnTo>
                      <a:pt x="48" y="76"/>
                    </a:lnTo>
                    <a:lnTo>
                      <a:pt x="45" y="76"/>
                    </a:lnTo>
                    <a:lnTo>
                      <a:pt x="45" y="76"/>
                    </a:lnTo>
                    <a:lnTo>
                      <a:pt x="45" y="76"/>
                    </a:lnTo>
                    <a:lnTo>
                      <a:pt x="45" y="74"/>
                    </a:lnTo>
                    <a:lnTo>
                      <a:pt x="45" y="74"/>
                    </a:lnTo>
                    <a:lnTo>
                      <a:pt x="43" y="74"/>
                    </a:lnTo>
                    <a:lnTo>
                      <a:pt x="43" y="74"/>
                    </a:lnTo>
                    <a:lnTo>
                      <a:pt x="40" y="74"/>
                    </a:lnTo>
                    <a:lnTo>
                      <a:pt x="40" y="74"/>
                    </a:lnTo>
                    <a:lnTo>
                      <a:pt x="40" y="74"/>
                    </a:lnTo>
                    <a:lnTo>
                      <a:pt x="40" y="74"/>
                    </a:lnTo>
                    <a:lnTo>
                      <a:pt x="40" y="74"/>
                    </a:lnTo>
                    <a:lnTo>
                      <a:pt x="38" y="74"/>
                    </a:lnTo>
                    <a:lnTo>
                      <a:pt x="38" y="74"/>
                    </a:lnTo>
                    <a:lnTo>
                      <a:pt x="38" y="74"/>
                    </a:lnTo>
                    <a:lnTo>
                      <a:pt x="36" y="74"/>
                    </a:lnTo>
                    <a:lnTo>
                      <a:pt x="36" y="76"/>
                    </a:lnTo>
                    <a:lnTo>
                      <a:pt x="36" y="76"/>
                    </a:lnTo>
                    <a:lnTo>
                      <a:pt x="33" y="76"/>
                    </a:lnTo>
                    <a:lnTo>
                      <a:pt x="33" y="76"/>
                    </a:lnTo>
                    <a:lnTo>
                      <a:pt x="33" y="76"/>
                    </a:lnTo>
                    <a:lnTo>
                      <a:pt x="33" y="76"/>
                    </a:lnTo>
                    <a:lnTo>
                      <a:pt x="33" y="78"/>
                    </a:lnTo>
                    <a:lnTo>
                      <a:pt x="31" y="78"/>
                    </a:lnTo>
                    <a:lnTo>
                      <a:pt x="31" y="78"/>
                    </a:lnTo>
                    <a:lnTo>
                      <a:pt x="31" y="78"/>
                    </a:lnTo>
                    <a:lnTo>
                      <a:pt x="29" y="78"/>
                    </a:lnTo>
                    <a:lnTo>
                      <a:pt x="29" y="78"/>
                    </a:lnTo>
                    <a:lnTo>
                      <a:pt x="29" y="81"/>
                    </a:lnTo>
                    <a:lnTo>
                      <a:pt x="29" y="81"/>
                    </a:lnTo>
                    <a:lnTo>
                      <a:pt x="29" y="81"/>
                    </a:lnTo>
                    <a:lnTo>
                      <a:pt x="26" y="81"/>
                    </a:lnTo>
                    <a:lnTo>
                      <a:pt x="26" y="83"/>
                    </a:lnTo>
                    <a:lnTo>
                      <a:pt x="26" y="83"/>
                    </a:lnTo>
                    <a:lnTo>
                      <a:pt x="26" y="83"/>
                    </a:lnTo>
                    <a:lnTo>
                      <a:pt x="24" y="83"/>
                    </a:lnTo>
                    <a:lnTo>
                      <a:pt x="24" y="81"/>
                    </a:lnTo>
                    <a:lnTo>
                      <a:pt x="24" y="81"/>
                    </a:lnTo>
                    <a:lnTo>
                      <a:pt x="24" y="81"/>
                    </a:lnTo>
                    <a:lnTo>
                      <a:pt x="24" y="78"/>
                    </a:lnTo>
                    <a:lnTo>
                      <a:pt x="22" y="78"/>
                    </a:lnTo>
                    <a:lnTo>
                      <a:pt x="22" y="78"/>
                    </a:lnTo>
                    <a:lnTo>
                      <a:pt x="22" y="78"/>
                    </a:lnTo>
                    <a:lnTo>
                      <a:pt x="22" y="76"/>
                    </a:lnTo>
                    <a:lnTo>
                      <a:pt x="22" y="76"/>
                    </a:lnTo>
                    <a:lnTo>
                      <a:pt x="22" y="76"/>
                    </a:lnTo>
                    <a:lnTo>
                      <a:pt x="19" y="76"/>
                    </a:lnTo>
                    <a:lnTo>
                      <a:pt x="19" y="74"/>
                    </a:lnTo>
                    <a:lnTo>
                      <a:pt x="19" y="74"/>
                    </a:lnTo>
                    <a:lnTo>
                      <a:pt x="19" y="76"/>
                    </a:lnTo>
                    <a:lnTo>
                      <a:pt x="19" y="76"/>
                    </a:lnTo>
                    <a:lnTo>
                      <a:pt x="17" y="76"/>
                    </a:lnTo>
                    <a:lnTo>
                      <a:pt x="17" y="76"/>
                    </a:lnTo>
                    <a:lnTo>
                      <a:pt x="17" y="74"/>
                    </a:lnTo>
                    <a:lnTo>
                      <a:pt x="14" y="74"/>
                    </a:lnTo>
                    <a:lnTo>
                      <a:pt x="14" y="76"/>
                    </a:lnTo>
                    <a:lnTo>
                      <a:pt x="14" y="76"/>
                    </a:lnTo>
                    <a:lnTo>
                      <a:pt x="14" y="76"/>
                    </a:lnTo>
                    <a:lnTo>
                      <a:pt x="14" y="76"/>
                    </a:lnTo>
                    <a:lnTo>
                      <a:pt x="12" y="76"/>
                    </a:lnTo>
                    <a:lnTo>
                      <a:pt x="12" y="78"/>
                    </a:lnTo>
                    <a:lnTo>
                      <a:pt x="12" y="78"/>
                    </a:lnTo>
                    <a:lnTo>
                      <a:pt x="12" y="78"/>
                    </a:lnTo>
                    <a:lnTo>
                      <a:pt x="12" y="81"/>
                    </a:lnTo>
                    <a:lnTo>
                      <a:pt x="12" y="81"/>
                    </a:lnTo>
                    <a:lnTo>
                      <a:pt x="12" y="81"/>
                    </a:lnTo>
                    <a:lnTo>
                      <a:pt x="12" y="83"/>
                    </a:lnTo>
                    <a:lnTo>
                      <a:pt x="12" y="83"/>
                    </a:lnTo>
                    <a:lnTo>
                      <a:pt x="12" y="83"/>
                    </a:lnTo>
                    <a:lnTo>
                      <a:pt x="12" y="83"/>
                    </a:lnTo>
                    <a:lnTo>
                      <a:pt x="14" y="83"/>
                    </a:lnTo>
                    <a:lnTo>
                      <a:pt x="14" y="83"/>
                    </a:lnTo>
                    <a:lnTo>
                      <a:pt x="14" y="83"/>
                    </a:lnTo>
                    <a:lnTo>
                      <a:pt x="14" y="83"/>
                    </a:lnTo>
                    <a:lnTo>
                      <a:pt x="14" y="85"/>
                    </a:lnTo>
                    <a:lnTo>
                      <a:pt x="17" y="85"/>
                    </a:lnTo>
                    <a:lnTo>
                      <a:pt x="17" y="85"/>
                    </a:lnTo>
                    <a:lnTo>
                      <a:pt x="17" y="85"/>
                    </a:lnTo>
                    <a:lnTo>
                      <a:pt x="19" y="85"/>
                    </a:lnTo>
                    <a:lnTo>
                      <a:pt x="19" y="85"/>
                    </a:lnTo>
                    <a:lnTo>
                      <a:pt x="19" y="85"/>
                    </a:lnTo>
                    <a:lnTo>
                      <a:pt x="19" y="85"/>
                    </a:lnTo>
                    <a:lnTo>
                      <a:pt x="22" y="85"/>
                    </a:lnTo>
                    <a:lnTo>
                      <a:pt x="22" y="85"/>
                    </a:lnTo>
                    <a:lnTo>
                      <a:pt x="22" y="85"/>
                    </a:lnTo>
                    <a:lnTo>
                      <a:pt x="22" y="88"/>
                    </a:lnTo>
                    <a:lnTo>
                      <a:pt x="22" y="88"/>
                    </a:lnTo>
                    <a:lnTo>
                      <a:pt x="22" y="88"/>
                    </a:lnTo>
                    <a:lnTo>
                      <a:pt x="24" y="88"/>
                    </a:lnTo>
                    <a:lnTo>
                      <a:pt x="24" y="88"/>
                    </a:lnTo>
                    <a:lnTo>
                      <a:pt x="24" y="90"/>
                    </a:lnTo>
                    <a:lnTo>
                      <a:pt x="26" y="90"/>
                    </a:lnTo>
                    <a:lnTo>
                      <a:pt x="26" y="90"/>
                    </a:lnTo>
                    <a:lnTo>
                      <a:pt x="26" y="90"/>
                    </a:lnTo>
                    <a:lnTo>
                      <a:pt x="26" y="92"/>
                    </a:lnTo>
                    <a:lnTo>
                      <a:pt x="26" y="92"/>
                    </a:lnTo>
                    <a:lnTo>
                      <a:pt x="29" y="92"/>
                    </a:lnTo>
                    <a:lnTo>
                      <a:pt x="29" y="92"/>
                    </a:lnTo>
                    <a:lnTo>
                      <a:pt x="29" y="92"/>
                    </a:lnTo>
                    <a:lnTo>
                      <a:pt x="29" y="92"/>
                    </a:lnTo>
                    <a:lnTo>
                      <a:pt x="29" y="92"/>
                    </a:lnTo>
                    <a:lnTo>
                      <a:pt x="31" y="92"/>
                    </a:lnTo>
                    <a:lnTo>
                      <a:pt x="31" y="95"/>
                    </a:lnTo>
                    <a:lnTo>
                      <a:pt x="29" y="95"/>
                    </a:lnTo>
                    <a:lnTo>
                      <a:pt x="29" y="95"/>
                    </a:lnTo>
                    <a:lnTo>
                      <a:pt x="29" y="95"/>
                    </a:lnTo>
                    <a:lnTo>
                      <a:pt x="29" y="95"/>
                    </a:lnTo>
                    <a:lnTo>
                      <a:pt x="29" y="97"/>
                    </a:lnTo>
                    <a:lnTo>
                      <a:pt x="26" y="97"/>
                    </a:lnTo>
                    <a:lnTo>
                      <a:pt x="26" y="97"/>
                    </a:lnTo>
                    <a:lnTo>
                      <a:pt x="26" y="97"/>
                    </a:lnTo>
                    <a:lnTo>
                      <a:pt x="24" y="97"/>
                    </a:lnTo>
                    <a:lnTo>
                      <a:pt x="24" y="97"/>
                    </a:lnTo>
                    <a:lnTo>
                      <a:pt x="24" y="95"/>
                    </a:lnTo>
                    <a:lnTo>
                      <a:pt x="22" y="95"/>
                    </a:lnTo>
                    <a:lnTo>
                      <a:pt x="22" y="95"/>
                    </a:lnTo>
                    <a:lnTo>
                      <a:pt x="22" y="95"/>
                    </a:lnTo>
                    <a:lnTo>
                      <a:pt x="22" y="97"/>
                    </a:lnTo>
                    <a:lnTo>
                      <a:pt x="19" y="97"/>
                    </a:lnTo>
                    <a:lnTo>
                      <a:pt x="19" y="97"/>
                    </a:lnTo>
                    <a:lnTo>
                      <a:pt x="19" y="95"/>
                    </a:lnTo>
                    <a:lnTo>
                      <a:pt x="19" y="95"/>
                    </a:lnTo>
                    <a:lnTo>
                      <a:pt x="19" y="95"/>
                    </a:lnTo>
                    <a:lnTo>
                      <a:pt x="19" y="95"/>
                    </a:lnTo>
                    <a:lnTo>
                      <a:pt x="19" y="97"/>
                    </a:lnTo>
                    <a:lnTo>
                      <a:pt x="17" y="97"/>
                    </a:lnTo>
                    <a:lnTo>
                      <a:pt x="17" y="97"/>
                    </a:lnTo>
                    <a:lnTo>
                      <a:pt x="17" y="97"/>
                    </a:lnTo>
                    <a:lnTo>
                      <a:pt x="14" y="97"/>
                    </a:lnTo>
                    <a:lnTo>
                      <a:pt x="14" y="97"/>
                    </a:lnTo>
                    <a:lnTo>
                      <a:pt x="14" y="100"/>
                    </a:lnTo>
                    <a:lnTo>
                      <a:pt x="14" y="100"/>
                    </a:lnTo>
                    <a:lnTo>
                      <a:pt x="14" y="102"/>
                    </a:lnTo>
                    <a:lnTo>
                      <a:pt x="14" y="102"/>
                    </a:lnTo>
                    <a:lnTo>
                      <a:pt x="14" y="102"/>
                    </a:lnTo>
                    <a:lnTo>
                      <a:pt x="12" y="102"/>
                    </a:lnTo>
                    <a:lnTo>
                      <a:pt x="12" y="102"/>
                    </a:lnTo>
                    <a:lnTo>
                      <a:pt x="12" y="102"/>
                    </a:lnTo>
                    <a:lnTo>
                      <a:pt x="12" y="102"/>
                    </a:lnTo>
                    <a:lnTo>
                      <a:pt x="10" y="102"/>
                    </a:lnTo>
                    <a:lnTo>
                      <a:pt x="10" y="104"/>
                    </a:lnTo>
                    <a:lnTo>
                      <a:pt x="10" y="104"/>
                    </a:lnTo>
                    <a:lnTo>
                      <a:pt x="10" y="104"/>
                    </a:lnTo>
                    <a:lnTo>
                      <a:pt x="7" y="104"/>
                    </a:lnTo>
                    <a:lnTo>
                      <a:pt x="7" y="104"/>
                    </a:lnTo>
                    <a:lnTo>
                      <a:pt x="7" y="104"/>
                    </a:lnTo>
                    <a:lnTo>
                      <a:pt x="7" y="104"/>
                    </a:lnTo>
                    <a:lnTo>
                      <a:pt x="5" y="104"/>
                    </a:lnTo>
                    <a:lnTo>
                      <a:pt x="5" y="104"/>
                    </a:lnTo>
                    <a:lnTo>
                      <a:pt x="5" y="102"/>
                    </a:lnTo>
                    <a:lnTo>
                      <a:pt x="5" y="102"/>
                    </a:lnTo>
                    <a:lnTo>
                      <a:pt x="5" y="102"/>
                    </a:lnTo>
                    <a:lnTo>
                      <a:pt x="5" y="102"/>
                    </a:lnTo>
                    <a:lnTo>
                      <a:pt x="5" y="100"/>
                    </a:lnTo>
                    <a:lnTo>
                      <a:pt x="5" y="100"/>
                    </a:lnTo>
                    <a:lnTo>
                      <a:pt x="5" y="97"/>
                    </a:lnTo>
                    <a:lnTo>
                      <a:pt x="5" y="97"/>
                    </a:lnTo>
                    <a:lnTo>
                      <a:pt x="5" y="97"/>
                    </a:lnTo>
                    <a:lnTo>
                      <a:pt x="5" y="95"/>
                    </a:lnTo>
                    <a:lnTo>
                      <a:pt x="5" y="95"/>
                    </a:lnTo>
                    <a:lnTo>
                      <a:pt x="5" y="95"/>
                    </a:lnTo>
                    <a:lnTo>
                      <a:pt x="5" y="92"/>
                    </a:lnTo>
                    <a:lnTo>
                      <a:pt x="7" y="92"/>
                    </a:lnTo>
                    <a:lnTo>
                      <a:pt x="7" y="92"/>
                    </a:lnTo>
                    <a:lnTo>
                      <a:pt x="7" y="92"/>
                    </a:lnTo>
                    <a:lnTo>
                      <a:pt x="7" y="92"/>
                    </a:lnTo>
                    <a:lnTo>
                      <a:pt x="7" y="90"/>
                    </a:lnTo>
                    <a:lnTo>
                      <a:pt x="7" y="90"/>
                    </a:lnTo>
                    <a:lnTo>
                      <a:pt x="7" y="90"/>
                    </a:lnTo>
                    <a:lnTo>
                      <a:pt x="7" y="88"/>
                    </a:lnTo>
                    <a:lnTo>
                      <a:pt x="5" y="88"/>
                    </a:lnTo>
                    <a:lnTo>
                      <a:pt x="5" y="88"/>
                    </a:lnTo>
                    <a:lnTo>
                      <a:pt x="5" y="88"/>
                    </a:lnTo>
                    <a:lnTo>
                      <a:pt x="5" y="88"/>
                    </a:lnTo>
                    <a:lnTo>
                      <a:pt x="5" y="85"/>
                    </a:lnTo>
                    <a:lnTo>
                      <a:pt x="3" y="85"/>
                    </a:lnTo>
                    <a:lnTo>
                      <a:pt x="3" y="85"/>
                    </a:lnTo>
                    <a:lnTo>
                      <a:pt x="3" y="85"/>
                    </a:lnTo>
                    <a:lnTo>
                      <a:pt x="3" y="83"/>
                    </a:lnTo>
                    <a:lnTo>
                      <a:pt x="0" y="83"/>
                    </a:lnTo>
                    <a:lnTo>
                      <a:pt x="0" y="83"/>
                    </a:lnTo>
                    <a:lnTo>
                      <a:pt x="0" y="83"/>
                    </a:lnTo>
                    <a:lnTo>
                      <a:pt x="0" y="83"/>
                    </a:lnTo>
                    <a:lnTo>
                      <a:pt x="0" y="83"/>
                    </a:lnTo>
                    <a:lnTo>
                      <a:pt x="0" y="81"/>
                    </a:lnTo>
                    <a:lnTo>
                      <a:pt x="0" y="81"/>
                    </a:lnTo>
                    <a:lnTo>
                      <a:pt x="0" y="81"/>
                    </a:lnTo>
                    <a:lnTo>
                      <a:pt x="0" y="78"/>
                    </a:lnTo>
                    <a:lnTo>
                      <a:pt x="0" y="78"/>
                    </a:lnTo>
                    <a:lnTo>
                      <a:pt x="0" y="78"/>
                    </a:lnTo>
                    <a:lnTo>
                      <a:pt x="0" y="76"/>
                    </a:lnTo>
                    <a:lnTo>
                      <a:pt x="0" y="76"/>
                    </a:lnTo>
                    <a:lnTo>
                      <a:pt x="0" y="76"/>
                    </a:lnTo>
                    <a:lnTo>
                      <a:pt x="0" y="74"/>
                    </a:lnTo>
                    <a:lnTo>
                      <a:pt x="0" y="74"/>
                    </a:lnTo>
                    <a:lnTo>
                      <a:pt x="0" y="74"/>
                    </a:lnTo>
                    <a:lnTo>
                      <a:pt x="0" y="74"/>
                    </a:lnTo>
                    <a:lnTo>
                      <a:pt x="0" y="71"/>
                    </a:lnTo>
                    <a:lnTo>
                      <a:pt x="3" y="71"/>
                    </a:lnTo>
                    <a:lnTo>
                      <a:pt x="3" y="71"/>
                    </a:lnTo>
                    <a:lnTo>
                      <a:pt x="5" y="71"/>
                    </a:lnTo>
                    <a:lnTo>
                      <a:pt x="5" y="71"/>
                    </a:lnTo>
                    <a:lnTo>
                      <a:pt x="5" y="71"/>
                    </a:lnTo>
                    <a:lnTo>
                      <a:pt x="5" y="71"/>
                    </a:lnTo>
                    <a:lnTo>
                      <a:pt x="7" y="71"/>
                    </a:lnTo>
                    <a:lnTo>
                      <a:pt x="7" y="71"/>
                    </a:lnTo>
                    <a:lnTo>
                      <a:pt x="7" y="69"/>
                    </a:lnTo>
                    <a:lnTo>
                      <a:pt x="7" y="69"/>
                    </a:lnTo>
                    <a:lnTo>
                      <a:pt x="7" y="69"/>
                    </a:lnTo>
                    <a:lnTo>
                      <a:pt x="10" y="69"/>
                    </a:lnTo>
                    <a:lnTo>
                      <a:pt x="10" y="69"/>
                    </a:lnTo>
                    <a:lnTo>
                      <a:pt x="10" y="69"/>
                    </a:lnTo>
                    <a:lnTo>
                      <a:pt x="12" y="69"/>
                    </a:lnTo>
                    <a:lnTo>
                      <a:pt x="12" y="69"/>
                    </a:lnTo>
                    <a:lnTo>
                      <a:pt x="12" y="66"/>
                    </a:lnTo>
                    <a:lnTo>
                      <a:pt x="12" y="66"/>
                    </a:lnTo>
                    <a:lnTo>
                      <a:pt x="12" y="66"/>
                    </a:lnTo>
                    <a:lnTo>
                      <a:pt x="12" y="66"/>
                    </a:lnTo>
                    <a:lnTo>
                      <a:pt x="12" y="64"/>
                    </a:lnTo>
                    <a:lnTo>
                      <a:pt x="14" y="64"/>
                    </a:lnTo>
                    <a:lnTo>
                      <a:pt x="14" y="64"/>
                    </a:lnTo>
                    <a:lnTo>
                      <a:pt x="14" y="64"/>
                    </a:lnTo>
                    <a:lnTo>
                      <a:pt x="14" y="64"/>
                    </a:lnTo>
                    <a:lnTo>
                      <a:pt x="14" y="62"/>
                    </a:lnTo>
                    <a:lnTo>
                      <a:pt x="14" y="62"/>
                    </a:lnTo>
                    <a:lnTo>
                      <a:pt x="14" y="62"/>
                    </a:lnTo>
                    <a:lnTo>
                      <a:pt x="14" y="62"/>
                    </a:lnTo>
                    <a:lnTo>
                      <a:pt x="14"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4" y="55"/>
                    </a:lnTo>
                    <a:lnTo>
                      <a:pt x="14" y="55"/>
                    </a:lnTo>
                    <a:lnTo>
                      <a:pt x="14" y="52"/>
                    </a:lnTo>
                    <a:lnTo>
                      <a:pt x="14" y="52"/>
                    </a:lnTo>
                    <a:lnTo>
                      <a:pt x="14" y="55"/>
                    </a:lnTo>
                    <a:lnTo>
                      <a:pt x="17" y="55"/>
                    </a:lnTo>
                    <a:lnTo>
                      <a:pt x="17" y="55"/>
                    </a:lnTo>
                    <a:lnTo>
                      <a:pt x="17" y="55"/>
                    </a:lnTo>
                    <a:lnTo>
                      <a:pt x="19" y="55"/>
                    </a:lnTo>
                    <a:lnTo>
                      <a:pt x="19" y="55"/>
                    </a:lnTo>
                    <a:lnTo>
                      <a:pt x="19" y="57"/>
                    </a:lnTo>
                    <a:lnTo>
                      <a:pt x="19" y="57"/>
                    </a:lnTo>
                    <a:lnTo>
                      <a:pt x="22" y="57"/>
                    </a:lnTo>
                    <a:lnTo>
                      <a:pt x="22" y="57"/>
                    </a:lnTo>
                    <a:lnTo>
                      <a:pt x="22" y="57"/>
                    </a:lnTo>
                    <a:lnTo>
                      <a:pt x="22" y="59"/>
                    </a:lnTo>
                    <a:lnTo>
                      <a:pt x="22" y="59"/>
                    </a:lnTo>
                    <a:lnTo>
                      <a:pt x="22" y="57"/>
                    </a:lnTo>
                    <a:lnTo>
                      <a:pt x="24" y="57"/>
                    </a:lnTo>
                    <a:lnTo>
                      <a:pt x="24" y="57"/>
                    </a:lnTo>
                    <a:lnTo>
                      <a:pt x="26" y="57"/>
                    </a:lnTo>
                    <a:lnTo>
                      <a:pt x="26" y="57"/>
                    </a:lnTo>
                    <a:lnTo>
                      <a:pt x="26" y="57"/>
                    </a:lnTo>
                    <a:lnTo>
                      <a:pt x="26" y="59"/>
                    </a:lnTo>
                    <a:lnTo>
                      <a:pt x="29" y="59"/>
                    </a:lnTo>
                    <a:lnTo>
                      <a:pt x="29" y="59"/>
                    </a:lnTo>
                    <a:lnTo>
                      <a:pt x="29" y="59"/>
                    </a:lnTo>
                    <a:lnTo>
                      <a:pt x="29" y="59"/>
                    </a:lnTo>
                    <a:lnTo>
                      <a:pt x="31" y="59"/>
                    </a:lnTo>
                    <a:lnTo>
                      <a:pt x="31" y="59"/>
                    </a:lnTo>
                    <a:lnTo>
                      <a:pt x="31" y="59"/>
                    </a:lnTo>
                    <a:lnTo>
                      <a:pt x="33" y="59"/>
                    </a:lnTo>
                    <a:lnTo>
                      <a:pt x="33" y="57"/>
                    </a:lnTo>
                    <a:lnTo>
                      <a:pt x="33" y="57"/>
                    </a:lnTo>
                    <a:lnTo>
                      <a:pt x="33" y="57"/>
                    </a:lnTo>
                    <a:lnTo>
                      <a:pt x="33" y="57"/>
                    </a:lnTo>
                    <a:lnTo>
                      <a:pt x="33" y="55"/>
                    </a:lnTo>
                    <a:lnTo>
                      <a:pt x="36" y="55"/>
                    </a:lnTo>
                    <a:lnTo>
                      <a:pt x="36" y="55"/>
                    </a:lnTo>
                    <a:lnTo>
                      <a:pt x="36" y="52"/>
                    </a:lnTo>
                    <a:lnTo>
                      <a:pt x="33" y="52"/>
                    </a:lnTo>
                    <a:lnTo>
                      <a:pt x="33" y="52"/>
                    </a:lnTo>
                    <a:lnTo>
                      <a:pt x="33" y="52"/>
                    </a:lnTo>
                    <a:lnTo>
                      <a:pt x="33" y="52"/>
                    </a:lnTo>
                    <a:lnTo>
                      <a:pt x="33" y="50"/>
                    </a:lnTo>
                    <a:lnTo>
                      <a:pt x="33" y="50"/>
                    </a:lnTo>
                    <a:lnTo>
                      <a:pt x="33" y="47"/>
                    </a:lnTo>
                    <a:lnTo>
                      <a:pt x="33" y="47"/>
                    </a:lnTo>
                    <a:lnTo>
                      <a:pt x="33" y="47"/>
                    </a:lnTo>
                    <a:lnTo>
                      <a:pt x="33" y="45"/>
                    </a:lnTo>
                    <a:lnTo>
                      <a:pt x="33" y="45"/>
                    </a:lnTo>
                    <a:lnTo>
                      <a:pt x="33" y="45"/>
                    </a:lnTo>
                    <a:lnTo>
                      <a:pt x="33" y="43"/>
                    </a:lnTo>
                    <a:lnTo>
                      <a:pt x="33" y="43"/>
                    </a:lnTo>
                    <a:lnTo>
                      <a:pt x="33" y="43"/>
                    </a:lnTo>
                    <a:lnTo>
                      <a:pt x="36" y="43"/>
                    </a:lnTo>
                    <a:lnTo>
                      <a:pt x="36" y="43"/>
                    </a:lnTo>
                    <a:lnTo>
                      <a:pt x="36" y="43"/>
                    </a:lnTo>
                    <a:lnTo>
                      <a:pt x="38" y="43"/>
                    </a:lnTo>
                    <a:lnTo>
                      <a:pt x="38" y="43"/>
                    </a:lnTo>
                    <a:lnTo>
                      <a:pt x="38" y="40"/>
                    </a:lnTo>
                    <a:lnTo>
                      <a:pt x="38" y="40"/>
                    </a:lnTo>
                    <a:lnTo>
                      <a:pt x="38" y="40"/>
                    </a:lnTo>
                    <a:lnTo>
                      <a:pt x="40" y="40"/>
                    </a:lnTo>
                    <a:lnTo>
                      <a:pt x="40" y="38"/>
                    </a:lnTo>
                    <a:lnTo>
                      <a:pt x="40" y="38"/>
                    </a:lnTo>
                    <a:lnTo>
                      <a:pt x="40" y="36"/>
                    </a:lnTo>
                    <a:lnTo>
                      <a:pt x="40" y="36"/>
                    </a:lnTo>
                    <a:lnTo>
                      <a:pt x="40" y="33"/>
                    </a:lnTo>
                    <a:lnTo>
                      <a:pt x="40" y="33"/>
                    </a:lnTo>
                    <a:lnTo>
                      <a:pt x="40" y="33"/>
                    </a:lnTo>
                    <a:lnTo>
                      <a:pt x="40" y="31"/>
                    </a:lnTo>
                    <a:lnTo>
                      <a:pt x="40" y="31"/>
                    </a:lnTo>
                    <a:lnTo>
                      <a:pt x="40" y="31"/>
                    </a:lnTo>
                    <a:lnTo>
                      <a:pt x="40" y="28"/>
                    </a:lnTo>
                    <a:lnTo>
                      <a:pt x="40" y="28"/>
                    </a:lnTo>
                    <a:lnTo>
                      <a:pt x="40" y="28"/>
                    </a:lnTo>
                    <a:lnTo>
                      <a:pt x="40" y="26"/>
                    </a:lnTo>
                    <a:lnTo>
                      <a:pt x="43" y="26"/>
                    </a:lnTo>
                    <a:lnTo>
                      <a:pt x="43" y="26"/>
                    </a:lnTo>
                    <a:lnTo>
                      <a:pt x="43" y="24"/>
                    </a:lnTo>
                    <a:lnTo>
                      <a:pt x="43" y="24"/>
                    </a:lnTo>
                    <a:lnTo>
                      <a:pt x="43" y="24"/>
                    </a:lnTo>
                    <a:lnTo>
                      <a:pt x="43" y="21"/>
                    </a:lnTo>
                    <a:lnTo>
                      <a:pt x="43" y="21"/>
                    </a:lnTo>
                    <a:lnTo>
                      <a:pt x="43" y="19"/>
                    </a:lnTo>
                    <a:lnTo>
                      <a:pt x="43" y="19"/>
                    </a:lnTo>
                    <a:lnTo>
                      <a:pt x="43" y="17"/>
                    </a:lnTo>
                    <a:lnTo>
                      <a:pt x="40" y="17"/>
                    </a:lnTo>
                    <a:lnTo>
                      <a:pt x="40" y="17"/>
                    </a:lnTo>
                    <a:lnTo>
                      <a:pt x="40" y="14"/>
                    </a:lnTo>
                    <a:lnTo>
                      <a:pt x="40" y="14"/>
                    </a:lnTo>
                    <a:lnTo>
                      <a:pt x="40" y="14"/>
                    </a:lnTo>
                    <a:lnTo>
                      <a:pt x="40" y="12"/>
                    </a:lnTo>
                    <a:lnTo>
                      <a:pt x="40" y="12"/>
                    </a:lnTo>
                    <a:lnTo>
                      <a:pt x="40" y="12"/>
                    </a:lnTo>
                    <a:lnTo>
                      <a:pt x="40" y="12"/>
                    </a:lnTo>
                    <a:lnTo>
                      <a:pt x="38" y="12"/>
                    </a:lnTo>
                    <a:lnTo>
                      <a:pt x="38" y="10"/>
                    </a:lnTo>
                    <a:lnTo>
                      <a:pt x="38" y="10"/>
                    </a:lnTo>
                    <a:lnTo>
                      <a:pt x="38" y="10"/>
                    </a:lnTo>
                    <a:lnTo>
                      <a:pt x="38" y="7"/>
                    </a:lnTo>
                    <a:lnTo>
                      <a:pt x="38" y="7"/>
                    </a:lnTo>
                    <a:lnTo>
                      <a:pt x="38" y="7"/>
                    </a:lnTo>
                    <a:lnTo>
                      <a:pt x="38" y="5"/>
                    </a:lnTo>
                    <a:lnTo>
                      <a:pt x="38" y="5"/>
                    </a:lnTo>
                    <a:lnTo>
                      <a:pt x="40" y="5"/>
                    </a:lnTo>
                    <a:lnTo>
                      <a:pt x="40" y="2"/>
                    </a:lnTo>
                    <a:lnTo>
                      <a:pt x="40" y="2"/>
                    </a:lnTo>
                    <a:lnTo>
                      <a:pt x="40" y="2"/>
                    </a:lnTo>
                    <a:lnTo>
                      <a:pt x="40" y="2"/>
                    </a:lnTo>
                    <a:lnTo>
                      <a:pt x="40" y="2"/>
                    </a:lnTo>
                    <a:lnTo>
                      <a:pt x="40" y="2"/>
                    </a:lnTo>
                    <a:lnTo>
                      <a:pt x="43" y="2"/>
                    </a:lnTo>
                    <a:lnTo>
                      <a:pt x="43" y="2"/>
                    </a:lnTo>
                    <a:lnTo>
                      <a:pt x="43" y="2"/>
                    </a:lnTo>
                    <a:lnTo>
                      <a:pt x="45" y="2"/>
                    </a:lnTo>
                    <a:lnTo>
                      <a:pt x="45" y="0"/>
                    </a:lnTo>
                    <a:lnTo>
                      <a:pt x="45" y="0"/>
                    </a:lnTo>
                    <a:lnTo>
                      <a:pt x="45" y="0"/>
                    </a:lnTo>
                    <a:lnTo>
                      <a:pt x="45" y="0"/>
                    </a:lnTo>
                    <a:lnTo>
                      <a:pt x="48" y="0"/>
                    </a:lnTo>
                    <a:lnTo>
                      <a:pt x="48"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2" name="Freeform 140"/>
              <p:cNvSpPr>
                <a:spLocks/>
              </p:cNvSpPr>
              <p:nvPr/>
            </p:nvSpPr>
            <p:spPr bwMode="auto">
              <a:xfrm>
                <a:off x="3832" y="1599"/>
                <a:ext cx="130" cy="104"/>
              </a:xfrm>
              <a:custGeom>
                <a:avLst/>
                <a:gdLst/>
                <a:ahLst/>
                <a:cxnLst>
                  <a:cxn ang="0">
                    <a:pos x="52" y="5"/>
                  </a:cxn>
                  <a:cxn ang="0">
                    <a:pos x="59" y="12"/>
                  </a:cxn>
                  <a:cxn ang="0">
                    <a:pos x="64" y="17"/>
                  </a:cxn>
                  <a:cxn ang="0">
                    <a:pos x="69" y="24"/>
                  </a:cxn>
                  <a:cxn ang="0">
                    <a:pos x="76" y="28"/>
                  </a:cxn>
                  <a:cxn ang="0">
                    <a:pos x="83" y="33"/>
                  </a:cxn>
                  <a:cxn ang="0">
                    <a:pos x="93" y="33"/>
                  </a:cxn>
                  <a:cxn ang="0">
                    <a:pos x="100" y="40"/>
                  </a:cxn>
                  <a:cxn ang="0">
                    <a:pos x="109" y="38"/>
                  </a:cxn>
                  <a:cxn ang="0">
                    <a:pos x="114" y="33"/>
                  </a:cxn>
                  <a:cxn ang="0">
                    <a:pos x="121" y="31"/>
                  </a:cxn>
                  <a:cxn ang="0">
                    <a:pos x="116" y="40"/>
                  </a:cxn>
                  <a:cxn ang="0">
                    <a:pos x="116" y="47"/>
                  </a:cxn>
                  <a:cxn ang="0">
                    <a:pos x="121" y="55"/>
                  </a:cxn>
                  <a:cxn ang="0">
                    <a:pos x="126" y="52"/>
                  </a:cxn>
                  <a:cxn ang="0">
                    <a:pos x="126" y="57"/>
                  </a:cxn>
                  <a:cxn ang="0">
                    <a:pos x="121" y="59"/>
                  </a:cxn>
                  <a:cxn ang="0">
                    <a:pos x="114" y="64"/>
                  </a:cxn>
                  <a:cxn ang="0">
                    <a:pos x="107" y="62"/>
                  </a:cxn>
                  <a:cxn ang="0">
                    <a:pos x="102" y="66"/>
                  </a:cxn>
                  <a:cxn ang="0">
                    <a:pos x="93" y="64"/>
                  </a:cxn>
                  <a:cxn ang="0">
                    <a:pos x="88" y="71"/>
                  </a:cxn>
                  <a:cxn ang="0">
                    <a:pos x="81" y="76"/>
                  </a:cxn>
                  <a:cxn ang="0">
                    <a:pos x="76" y="83"/>
                  </a:cxn>
                  <a:cxn ang="0">
                    <a:pos x="74" y="92"/>
                  </a:cxn>
                  <a:cxn ang="0">
                    <a:pos x="66" y="88"/>
                  </a:cxn>
                  <a:cxn ang="0">
                    <a:pos x="59" y="83"/>
                  </a:cxn>
                  <a:cxn ang="0">
                    <a:pos x="52" y="81"/>
                  </a:cxn>
                  <a:cxn ang="0">
                    <a:pos x="45" y="76"/>
                  </a:cxn>
                  <a:cxn ang="0">
                    <a:pos x="38" y="74"/>
                  </a:cxn>
                  <a:cxn ang="0">
                    <a:pos x="29" y="78"/>
                  </a:cxn>
                  <a:cxn ang="0">
                    <a:pos x="24" y="81"/>
                  </a:cxn>
                  <a:cxn ang="0">
                    <a:pos x="19" y="76"/>
                  </a:cxn>
                  <a:cxn ang="0">
                    <a:pos x="12" y="78"/>
                  </a:cxn>
                  <a:cxn ang="0">
                    <a:pos x="14" y="85"/>
                  </a:cxn>
                  <a:cxn ang="0">
                    <a:pos x="22" y="88"/>
                  </a:cxn>
                  <a:cxn ang="0">
                    <a:pos x="29" y="92"/>
                  </a:cxn>
                  <a:cxn ang="0">
                    <a:pos x="26" y="97"/>
                  </a:cxn>
                  <a:cxn ang="0">
                    <a:pos x="19" y="95"/>
                  </a:cxn>
                  <a:cxn ang="0">
                    <a:pos x="14" y="102"/>
                  </a:cxn>
                  <a:cxn ang="0">
                    <a:pos x="7" y="104"/>
                  </a:cxn>
                  <a:cxn ang="0">
                    <a:pos x="5" y="95"/>
                  </a:cxn>
                  <a:cxn ang="0">
                    <a:pos x="5" y="88"/>
                  </a:cxn>
                  <a:cxn ang="0">
                    <a:pos x="0" y="83"/>
                  </a:cxn>
                  <a:cxn ang="0">
                    <a:pos x="0" y="74"/>
                  </a:cxn>
                  <a:cxn ang="0">
                    <a:pos x="7" y="69"/>
                  </a:cxn>
                  <a:cxn ang="0">
                    <a:pos x="12" y="64"/>
                  </a:cxn>
                  <a:cxn ang="0">
                    <a:pos x="12" y="59"/>
                  </a:cxn>
                  <a:cxn ang="0">
                    <a:pos x="14" y="52"/>
                  </a:cxn>
                  <a:cxn ang="0">
                    <a:pos x="22" y="59"/>
                  </a:cxn>
                  <a:cxn ang="0">
                    <a:pos x="29" y="59"/>
                  </a:cxn>
                  <a:cxn ang="0">
                    <a:pos x="36" y="52"/>
                  </a:cxn>
                  <a:cxn ang="0">
                    <a:pos x="33" y="45"/>
                  </a:cxn>
                  <a:cxn ang="0">
                    <a:pos x="40" y="40"/>
                  </a:cxn>
                  <a:cxn ang="0">
                    <a:pos x="40" y="28"/>
                  </a:cxn>
                  <a:cxn ang="0">
                    <a:pos x="43" y="17"/>
                  </a:cxn>
                  <a:cxn ang="0">
                    <a:pos x="38" y="10"/>
                  </a:cxn>
                  <a:cxn ang="0">
                    <a:pos x="40" y="2"/>
                  </a:cxn>
                </a:cxnLst>
                <a:rect l="0" t="0" r="r" b="b"/>
                <a:pathLst>
                  <a:path w="130" h="104">
                    <a:moveTo>
                      <a:pt x="48" y="0"/>
                    </a:moveTo>
                    <a:lnTo>
                      <a:pt x="48" y="0"/>
                    </a:lnTo>
                    <a:lnTo>
                      <a:pt x="48" y="0"/>
                    </a:lnTo>
                    <a:lnTo>
                      <a:pt x="48" y="2"/>
                    </a:lnTo>
                    <a:lnTo>
                      <a:pt x="48" y="2"/>
                    </a:lnTo>
                    <a:lnTo>
                      <a:pt x="50" y="2"/>
                    </a:lnTo>
                    <a:lnTo>
                      <a:pt x="50" y="2"/>
                    </a:lnTo>
                    <a:lnTo>
                      <a:pt x="50" y="2"/>
                    </a:lnTo>
                    <a:lnTo>
                      <a:pt x="52" y="2"/>
                    </a:lnTo>
                    <a:lnTo>
                      <a:pt x="52" y="2"/>
                    </a:lnTo>
                    <a:lnTo>
                      <a:pt x="52" y="5"/>
                    </a:lnTo>
                    <a:lnTo>
                      <a:pt x="52" y="5"/>
                    </a:lnTo>
                    <a:lnTo>
                      <a:pt x="52" y="5"/>
                    </a:lnTo>
                    <a:lnTo>
                      <a:pt x="55" y="5"/>
                    </a:lnTo>
                    <a:lnTo>
                      <a:pt x="55" y="7"/>
                    </a:lnTo>
                    <a:lnTo>
                      <a:pt x="55" y="7"/>
                    </a:lnTo>
                    <a:lnTo>
                      <a:pt x="55" y="7"/>
                    </a:lnTo>
                    <a:lnTo>
                      <a:pt x="55" y="7"/>
                    </a:lnTo>
                    <a:lnTo>
                      <a:pt x="55" y="10"/>
                    </a:lnTo>
                    <a:lnTo>
                      <a:pt x="57" y="10"/>
                    </a:lnTo>
                    <a:lnTo>
                      <a:pt x="57" y="10"/>
                    </a:lnTo>
                    <a:lnTo>
                      <a:pt x="57" y="10"/>
                    </a:lnTo>
                    <a:lnTo>
                      <a:pt x="57" y="12"/>
                    </a:lnTo>
                    <a:lnTo>
                      <a:pt x="59" y="12"/>
                    </a:lnTo>
                    <a:lnTo>
                      <a:pt x="59" y="12"/>
                    </a:lnTo>
                    <a:lnTo>
                      <a:pt x="59" y="12"/>
                    </a:lnTo>
                    <a:lnTo>
                      <a:pt x="59" y="12"/>
                    </a:lnTo>
                    <a:lnTo>
                      <a:pt x="59" y="12"/>
                    </a:lnTo>
                    <a:lnTo>
                      <a:pt x="62" y="12"/>
                    </a:lnTo>
                    <a:lnTo>
                      <a:pt x="62" y="14"/>
                    </a:lnTo>
                    <a:lnTo>
                      <a:pt x="62" y="14"/>
                    </a:lnTo>
                    <a:lnTo>
                      <a:pt x="62" y="14"/>
                    </a:lnTo>
                    <a:lnTo>
                      <a:pt x="62" y="17"/>
                    </a:lnTo>
                    <a:lnTo>
                      <a:pt x="62" y="17"/>
                    </a:lnTo>
                    <a:lnTo>
                      <a:pt x="62" y="17"/>
                    </a:lnTo>
                    <a:lnTo>
                      <a:pt x="64" y="17"/>
                    </a:lnTo>
                    <a:lnTo>
                      <a:pt x="64" y="19"/>
                    </a:lnTo>
                    <a:lnTo>
                      <a:pt x="64" y="19"/>
                    </a:lnTo>
                    <a:lnTo>
                      <a:pt x="64" y="19"/>
                    </a:lnTo>
                    <a:lnTo>
                      <a:pt x="66" y="19"/>
                    </a:lnTo>
                    <a:lnTo>
                      <a:pt x="66" y="21"/>
                    </a:lnTo>
                    <a:lnTo>
                      <a:pt x="66" y="21"/>
                    </a:lnTo>
                    <a:lnTo>
                      <a:pt x="66" y="21"/>
                    </a:lnTo>
                    <a:lnTo>
                      <a:pt x="66" y="21"/>
                    </a:lnTo>
                    <a:lnTo>
                      <a:pt x="69" y="21"/>
                    </a:lnTo>
                    <a:lnTo>
                      <a:pt x="69" y="24"/>
                    </a:lnTo>
                    <a:lnTo>
                      <a:pt x="69" y="24"/>
                    </a:lnTo>
                    <a:lnTo>
                      <a:pt x="69" y="24"/>
                    </a:lnTo>
                    <a:lnTo>
                      <a:pt x="71" y="24"/>
                    </a:lnTo>
                    <a:lnTo>
                      <a:pt x="71" y="24"/>
                    </a:lnTo>
                    <a:lnTo>
                      <a:pt x="71" y="24"/>
                    </a:lnTo>
                    <a:lnTo>
                      <a:pt x="71" y="24"/>
                    </a:lnTo>
                    <a:lnTo>
                      <a:pt x="71" y="26"/>
                    </a:lnTo>
                    <a:lnTo>
                      <a:pt x="74" y="26"/>
                    </a:lnTo>
                    <a:lnTo>
                      <a:pt x="74" y="26"/>
                    </a:lnTo>
                    <a:lnTo>
                      <a:pt x="74" y="26"/>
                    </a:lnTo>
                    <a:lnTo>
                      <a:pt x="74" y="26"/>
                    </a:lnTo>
                    <a:lnTo>
                      <a:pt x="74" y="28"/>
                    </a:lnTo>
                    <a:lnTo>
                      <a:pt x="76" y="28"/>
                    </a:lnTo>
                    <a:lnTo>
                      <a:pt x="76" y="28"/>
                    </a:lnTo>
                    <a:lnTo>
                      <a:pt x="78" y="28"/>
                    </a:lnTo>
                    <a:lnTo>
                      <a:pt x="78" y="28"/>
                    </a:lnTo>
                    <a:lnTo>
                      <a:pt x="78" y="31"/>
                    </a:lnTo>
                    <a:lnTo>
                      <a:pt x="78" y="31"/>
                    </a:lnTo>
                    <a:lnTo>
                      <a:pt x="78" y="31"/>
                    </a:lnTo>
                    <a:lnTo>
                      <a:pt x="78" y="31"/>
                    </a:lnTo>
                    <a:lnTo>
                      <a:pt x="81" y="31"/>
                    </a:lnTo>
                    <a:lnTo>
                      <a:pt x="81" y="31"/>
                    </a:lnTo>
                    <a:lnTo>
                      <a:pt x="81" y="31"/>
                    </a:lnTo>
                    <a:lnTo>
                      <a:pt x="81" y="33"/>
                    </a:lnTo>
                    <a:lnTo>
                      <a:pt x="83" y="33"/>
                    </a:lnTo>
                    <a:lnTo>
                      <a:pt x="83" y="33"/>
                    </a:lnTo>
                    <a:lnTo>
                      <a:pt x="85" y="33"/>
                    </a:lnTo>
                    <a:lnTo>
                      <a:pt x="85" y="33"/>
                    </a:lnTo>
                    <a:lnTo>
                      <a:pt x="85" y="33"/>
                    </a:lnTo>
                    <a:lnTo>
                      <a:pt x="85" y="33"/>
                    </a:lnTo>
                    <a:lnTo>
                      <a:pt x="88" y="33"/>
                    </a:lnTo>
                    <a:lnTo>
                      <a:pt x="88" y="33"/>
                    </a:lnTo>
                    <a:lnTo>
                      <a:pt x="88" y="33"/>
                    </a:lnTo>
                    <a:lnTo>
                      <a:pt x="88" y="33"/>
                    </a:lnTo>
                    <a:lnTo>
                      <a:pt x="90" y="33"/>
                    </a:lnTo>
                    <a:lnTo>
                      <a:pt x="90" y="33"/>
                    </a:lnTo>
                    <a:lnTo>
                      <a:pt x="93" y="33"/>
                    </a:lnTo>
                    <a:lnTo>
                      <a:pt x="93" y="33"/>
                    </a:lnTo>
                    <a:lnTo>
                      <a:pt x="93" y="33"/>
                    </a:lnTo>
                    <a:lnTo>
                      <a:pt x="93" y="36"/>
                    </a:lnTo>
                    <a:lnTo>
                      <a:pt x="95" y="36"/>
                    </a:lnTo>
                    <a:lnTo>
                      <a:pt x="95" y="36"/>
                    </a:lnTo>
                    <a:lnTo>
                      <a:pt x="95" y="36"/>
                    </a:lnTo>
                    <a:lnTo>
                      <a:pt x="97" y="36"/>
                    </a:lnTo>
                    <a:lnTo>
                      <a:pt x="97" y="36"/>
                    </a:lnTo>
                    <a:lnTo>
                      <a:pt x="97" y="38"/>
                    </a:lnTo>
                    <a:lnTo>
                      <a:pt x="97" y="38"/>
                    </a:lnTo>
                    <a:lnTo>
                      <a:pt x="97" y="38"/>
                    </a:lnTo>
                    <a:lnTo>
                      <a:pt x="100" y="38"/>
                    </a:lnTo>
                    <a:lnTo>
                      <a:pt x="100" y="40"/>
                    </a:lnTo>
                    <a:lnTo>
                      <a:pt x="100" y="40"/>
                    </a:lnTo>
                    <a:lnTo>
                      <a:pt x="100" y="40"/>
                    </a:lnTo>
                    <a:lnTo>
                      <a:pt x="102" y="40"/>
                    </a:lnTo>
                    <a:lnTo>
                      <a:pt x="102" y="40"/>
                    </a:lnTo>
                    <a:lnTo>
                      <a:pt x="102" y="40"/>
                    </a:lnTo>
                    <a:lnTo>
                      <a:pt x="104" y="40"/>
                    </a:lnTo>
                    <a:lnTo>
                      <a:pt x="104" y="40"/>
                    </a:lnTo>
                    <a:lnTo>
                      <a:pt x="107" y="40"/>
                    </a:lnTo>
                    <a:lnTo>
                      <a:pt x="107" y="40"/>
                    </a:lnTo>
                    <a:lnTo>
                      <a:pt x="107" y="40"/>
                    </a:lnTo>
                    <a:lnTo>
                      <a:pt x="109" y="40"/>
                    </a:lnTo>
                    <a:lnTo>
                      <a:pt x="109" y="38"/>
                    </a:lnTo>
                    <a:lnTo>
                      <a:pt x="109" y="38"/>
                    </a:lnTo>
                    <a:lnTo>
                      <a:pt x="109" y="38"/>
                    </a:lnTo>
                    <a:lnTo>
                      <a:pt x="111" y="38"/>
                    </a:lnTo>
                    <a:lnTo>
                      <a:pt x="111" y="36"/>
                    </a:lnTo>
                    <a:lnTo>
                      <a:pt x="111" y="36"/>
                    </a:lnTo>
                    <a:lnTo>
                      <a:pt x="111" y="36"/>
                    </a:lnTo>
                    <a:lnTo>
                      <a:pt x="111" y="36"/>
                    </a:lnTo>
                    <a:lnTo>
                      <a:pt x="114" y="36"/>
                    </a:lnTo>
                    <a:lnTo>
                      <a:pt x="114" y="33"/>
                    </a:lnTo>
                    <a:lnTo>
                      <a:pt x="114" y="33"/>
                    </a:lnTo>
                    <a:lnTo>
                      <a:pt x="114" y="33"/>
                    </a:lnTo>
                    <a:lnTo>
                      <a:pt x="114" y="33"/>
                    </a:lnTo>
                    <a:lnTo>
                      <a:pt x="116" y="33"/>
                    </a:lnTo>
                    <a:lnTo>
                      <a:pt x="116" y="33"/>
                    </a:lnTo>
                    <a:lnTo>
                      <a:pt x="116" y="33"/>
                    </a:lnTo>
                    <a:lnTo>
                      <a:pt x="116" y="31"/>
                    </a:lnTo>
                    <a:lnTo>
                      <a:pt x="119" y="31"/>
                    </a:lnTo>
                    <a:lnTo>
                      <a:pt x="119" y="31"/>
                    </a:lnTo>
                    <a:lnTo>
                      <a:pt x="119" y="31"/>
                    </a:lnTo>
                    <a:lnTo>
                      <a:pt x="119" y="28"/>
                    </a:lnTo>
                    <a:lnTo>
                      <a:pt x="119" y="28"/>
                    </a:lnTo>
                    <a:lnTo>
                      <a:pt x="121" y="28"/>
                    </a:lnTo>
                    <a:lnTo>
                      <a:pt x="121" y="31"/>
                    </a:lnTo>
                    <a:lnTo>
                      <a:pt x="121" y="31"/>
                    </a:lnTo>
                    <a:lnTo>
                      <a:pt x="121" y="33"/>
                    </a:lnTo>
                    <a:lnTo>
                      <a:pt x="121" y="33"/>
                    </a:lnTo>
                    <a:lnTo>
                      <a:pt x="121" y="33"/>
                    </a:lnTo>
                    <a:lnTo>
                      <a:pt x="119" y="33"/>
                    </a:lnTo>
                    <a:lnTo>
                      <a:pt x="119" y="36"/>
                    </a:lnTo>
                    <a:lnTo>
                      <a:pt x="119" y="36"/>
                    </a:lnTo>
                    <a:lnTo>
                      <a:pt x="119" y="36"/>
                    </a:lnTo>
                    <a:lnTo>
                      <a:pt x="119" y="36"/>
                    </a:lnTo>
                    <a:lnTo>
                      <a:pt x="119" y="38"/>
                    </a:lnTo>
                    <a:lnTo>
                      <a:pt x="119" y="38"/>
                    </a:lnTo>
                    <a:lnTo>
                      <a:pt x="116" y="38"/>
                    </a:lnTo>
                    <a:lnTo>
                      <a:pt x="116" y="40"/>
                    </a:lnTo>
                    <a:lnTo>
                      <a:pt x="116" y="40"/>
                    </a:lnTo>
                    <a:lnTo>
                      <a:pt x="116" y="40"/>
                    </a:lnTo>
                    <a:lnTo>
                      <a:pt x="114" y="40"/>
                    </a:lnTo>
                    <a:lnTo>
                      <a:pt x="114" y="43"/>
                    </a:lnTo>
                    <a:lnTo>
                      <a:pt x="114" y="43"/>
                    </a:lnTo>
                    <a:lnTo>
                      <a:pt x="114" y="43"/>
                    </a:lnTo>
                    <a:lnTo>
                      <a:pt x="114" y="43"/>
                    </a:lnTo>
                    <a:lnTo>
                      <a:pt x="114" y="45"/>
                    </a:lnTo>
                    <a:lnTo>
                      <a:pt x="114" y="45"/>
                    </a:lnTo>
                    <a:lnTo>
                      <a:pt x="114" y="45"/>
                    </a:lnTo>
                    <a:lnTo>
                      <a:pt x="116" y="45"/>
                    </a:lnTo>
                    <a:lnTo>
                      <a:pt x="116" y="47"/>
                    </a:lnTo>
                    <a:lnTo>
                      <a:pt x="116" y="47"/>
                    </a:lnTo>
                    <a:lnTo>
                      <a:pt x="119" y="47"/>
                    </a:lnTo>
                    <a:lnTo>
                      <a:pt x="119" y="47"/>
                    </a:lnTo>
                    <a:lnTo>
                      <a:pt x="119" y="50"/>
                    </a:lnTo>
                    <a:lnTo>
                      <a:pt x="119" y="50"/>
                    </a:lnTo>
                    <a:lnTo>
                      <a:pt x="119" y="52"/>
                    </a:lnTo>
                    <a:lnTo>
                      <a:pt x="119" y="52"/>
                    </a:lnTo>
                    <a:lnTo>
                      <a:pt x="119" y="52"/>
                    </a:lnTo>
                    <a:lnTo>
                      <a:pt x="119" y="52"/>
                    </a:lnTo>
                    <a:lnTo>
                      <a:pt x="119" y="52"/>
                    </a:lnTo>
                    <a:lnTo>
                      <a:pt x="119" y="55"/>
                    </a:lnTo>
                    <a:lnTo>
                      <a:pt x="121" y="55"/>
                    </a:lnTo>
                    <a:lnTo>
                      <a:pt x="121" y="55"/>
                    </a:lnTo>
                    <a:lnTo>
                      <a:pt x="121" y="55"/>
                    </a:lnTo>
                    <a:lnTo>
                      <a:pt x="121" y="57"/>
                    </a:lnTo>
                    <a:lnTo>
                      <a:pt x="121" y="57"/>
                    </a:lnTo>
                    <a:lnTo>
                      <a:pt x="123" y="57"/>
                    </a:lnTo>
                    <a:lnTo>
                      <a:pt x="123" y="55"/>
                    </a:lnTo>
                    <a:lnTo>
                      <a:pt x="123" y="55"/>
                    </a:lnTo>
                    <a:lnTo>
                      <a:pt x="123" y="55"/>
                    </a:lnTo>
                    <a:lnTo>
                      <a:pt x="126" y="55"/>
                    </a:lnTo>
                    <a:lnTo>
                      <a:pt x="126" y="55"/>
                    </a:lnTo>
                    <a:lnTo>
                      <a:pt x="126" y="52"/>
                    </a:lnTo>
                    <a:lnTo>
                      <a:pt x="126" y="52"/>
                    </a:lnTo>
                    <a:lnTo>
                      <a:pt x="128" y="52"/>
                    </a:lnTo>
                    <a:lnTo>
                      <a:pt x="128" y="52"/>
                    </a:lnTo>
                    <a:lnTo>
                      <a:pt x="128" y="52"/>
                    </a:lnTo>
                    <a:lnTo>
                      <a:pt x="130" y="52"/>
                    </a:lnTo>
                    <a:lnTo>
                      <a:pt x="130" y="55"/>
                    </a:lnTo>
                    <a:lnTo>
                      <a:pt x="130" y="55"/>
                    </a:lnTo>
                    <a:lnTo>
                      <a:pt x="128" y="55"/>
                    </a:lnTo>
                    <a:lnTo>
                      <a:pt x="128" y="55"/>
                    </a:lnTo>
                    <a:lnTo>
                      <a:pt x="128" y="57"/>
                    </a:lnTo>
                    <a:lnTo>
                      <a:pt x="128" y="57"/>
                    </a:lnTo>
                    <a:lnTo>
                      <a:pt x="126" y="57"/>
                    </a:lnTo>
                    <a:lnTo>
                      <a:pt x="126" y="57"/>
                    </a:lnTo>
                    <a:lnTo>
                      <a:pt x="126" y="57"/>
                    </a:lnTo>
                    <a:lnTo>
                      <a:pt x="126" y="59"/>
                    </a:lnTo>
                    <a:lnTo>
                      <a:pt x="126" y="59"/>
                    </a:lnTo>
                    <a:lnTo>
                      <a:pt x="126" y="59"/>
                    </a:lnTo>
                    <a:lnTo>
                      <a:pt x="126" y="59"/>
                    </a:lnTo>
                    <a:lnTo>
                      <a:pt x="123" y="59"/>
                    </a:lnTo>
                    <a:lnTo>
                      <a:pt x="123" y="59"/>
                    </a:lnTo>
                    <a:lnTo>
                      <a:pt x="123" y="62"/>
                    </a:lnTo>
                    <a:lnTo>
                      <a:pt x="123" y="62"/>
                    </a:lnTo>
                    <a:lnTo>
                      <a:pt x="121" y="62"/>
                    </a:lnTo>
                    <a:lnTo>
                      <a:pt x="121" y="59"/>
                    </a:lnTo>
                    <a:lnTo>
                      <a:pt x="121" y="59"/>
                    </a:lnTo>
                    <a:lnTo>
                      <a:pt x="121" y="59"/>
                    </a:lnTo>
                    <a:lnTo>
                      <a:pt x="119" y="59"/>
                    </a:lnTo>
                    <a:lnTo>
                      <a:pt x="119" y="59"/>
                    </a:lnTo>
                    <a:lnTo>
                      <a:pt x="119" y="62"/>
                    </a:lnTo>
                    <a:lnTo>
                      <a:pt x="119" y="62"/>
                    </a:lnTo>
                    <a:lnTo>
                      <a:pt x="116" y="62"/>
                    </a:lnTo>
                    <a:lnTo>
                      <a:pt x="116" y="62"/>
                    </a:lnTo>
                    <a:lnTo>
                      <a:pt x="114" y="62"/>
                    </a:lnTo>
                    <a:lnTo>
                      <a:pt x="114" y="62"/>
                    </a:lnTo>
                    <a:lnTo>
                      <a:pt x="114" y="62"/>
                    </a:lnTo>
                    <a:lnTo>
                      <a:pt x="114" y="62"/>
                    </a:lnTo>
                    <a:lnTo>
                      <a:pt x="114" y="64"/>
                    </a:lnTo>
                    <a:lnTo>
                      <a:pt x="114" y="64"/>
                    </a:lnTo>
                    <a:lnTo>
                      <a:pt x="111" y="64"/>
                    </a:lnTo>
                    <a:lnTo>
                      <a:pt x="111" y="64"/>
                    </a:lnTo>
                    <a:lnTo>
                      <a:pt x="111" y="64"/>
                    </a:lnTo>
                    <a:lnTo>
                      <a:pt x="111" y="64"/>
                    </a:lnTo>
                    <a:lnTo>
                      <a:pt x="111" y="66"/>
                    </a:lnTo>
                    <a:lnTo>
                      <a:pt x="109" y="66"/>
                    </a:lnTo>
                    <a:lnTo>
                      <a:pt x="109" y="66"/>
                    </a:lnTo>
                    <a:lnTo>
                      <a:pt x="109" y="64"/>
                    </a:lnTo>
                    <a:lnTo>
                      <a:pt x="109" y="64"/>
                    </a:lnTo>
                    <a:lnTo>
                      <a:pt x="109" y="62"/>
                    </a:lnTo>
                    <a:lnTo>
                      <a:pt x="107" y="62"/>
                    </a:lnTo>
                    <a:lnTo>
                      <a:pt x="107" y="64"/>
                    </a:lnTo>
                    <a:lnTo>
                      <a:pt x="107" y="64"/>
                    </a:lnTo>
                    <a:lnTo>
                      <a:pt x="107" y="64"/>
                    </a:lnTo>
                    <a:lnTo>
                      <a:pt x="107" y="64"/>
                    </a:lnTo>
                    <a:lnTo>
                      <a:pt x="107" y="66"/>
                    </a:lnTo>
                    <a:lnTo>
                      <a:pt x="107" y="66"/>
                    </a:lnTo>
                    <a:lnTo>
                      <a:pt x="107" y="66"/>
                    </a:lnTo>
                    <a:lnTo>
                      <a:pt x="104" y="66"/>
                    </a:lnTo>
                    <a:lnTo>
                      <a:pt x="104" y="66"/>
                    </a:lnTo>
                    <a:lnTo>
                      <a:pt x="102" y="66"/>
                    </a:lnTo>
                    <a:lnTo>
                      <a:pt x="102" y="66"/>
                    </a:lnTo>
                    <a:lnTo>
                      <a:pt x="102" y="66"/>
                    </a:lnTo>
                    <a:lnTo>
                      <a:pt x="100" y="66"/>
                    </a:lnTo>
                    <a:lnTo>
                      <a:pt x="100" y="66"/>
                    </a:lnTo>
                    <a:lnTo>
                      <a:pt x="100" y="66"/>
                    </a:lnTo>
                    <a:lnTo>
                      <a:pt x="100" y="64"/>
                    </a:lnTo>
                    <a:lnTo>
                      <a:pt x="97" y="64"/>
                    </a:lnTo>
                    <a:lnTo>
                      <a:pt x="97" y="64"/>
                    </a:lnTo>
                    <a:lnTo>
                      <a:pt x="97" y="64"/>
                    </a:lnTo>
                    <a:lnTo>
                      <a:pt x="95" y="64"/>
                    </a:lnTo>
                    <a:lnTo>
                      <a:pt x="95" y="64"/>
                    </a:lnTo>
                    <a:lnTo>
                      <a:pt x="95" y="64"/>
                    </a:lnTo>
                    <a:lnTo>
                      <a:pt x="95" y="64"/>
                    </a:lnTo>
                    <a:lnTo>
                      <a:pt x="93" y="64"/>
                    </a:lnTo>
                    <a:lnTo>
                      <a:pt x="93" y="66"/>
                    </a:lnTo>
                    <a:lnTo>
                      <a:pt x="93" y="66"/>
                    </a:lnTo>
                    <a:lnTo>
                      <a:pt x="93" y="66"/>
                    </a:lnTo>
                    <a:lnTo>
                      <a:pt x="90" y="66"/>
                    </a:lnTo>
                    <a:lnTo>
                      <a:pt x="90" y="66"/>
                    </a:lnTo>
                    <a:lnTo>
                      <a:pt x="90" y="66"/>
                    </a:lnTo>
                    <a:lnTo>
                      <a:pt x="90" y="69"/>
                    </a:lnTo>
                    <a:lnTo>
                      <a:pt x="88" y="69"/>
                    </a:lnTo>
                    <a:lnTo>
                      <a:pt x="88" y="69"/>
                    </a:lnTo>
                    <a:lnTo>
                      <a:pt x="88" y="69"/>
                    </a:lnTo>
                    <a:lnTo>
                      <a:pt x="88" y="69"/>
                    </a:lnTo>
                    <a:lnTo>
                      <a:pt x="88" y="71"/>
                    </a:lnTo>
                    <a:lnTo>
                      <a:pt x="85" y="71"/>
                    </a:lnTo>
                    <a:lnTo>
                      <a:pt x="85" y="71"/>
                    </a:lnTo>
                    <a:lnTo>
                      <a:pt x="85" y="71"/>
                    </a:lnTo>
                    <a:lnTo>
                      <a:pt x="85" y="71"/>
                    </a:lnTo>
                    <a:lnTo>
                      <a:pt x="85" y="74"/>
                    </a:lnTo>
                    <a:lnTo>
                      <a:pt x="83" y="74"/>
                    </a:lnTo>
                    <a:lnTo>
                      <a:pt x="83" y="74"/>
                    </a:lnTo>
                    <a:lnTo>
                      <a:pt x="83" y="74"/>
                    </a:lnTo>
                    <a:lnTo>
                      <a:pt x="81" y="74"/>
                    </a:lnTo>
                    <a:lnTo>
                      <a:pt x="81" y="74"/>
                    </a:lnTo>
                    <a:lnTo>
                      <a:pt x="81" y="74"/>
                    </a:lnTo>
                    <a:lnTo>
                      <a:pt x="81" y="76"/>
                    </a:lnTo>
                    <a:lnTo>
                      <a:pt x="81" y="76"/>
                    </a:lnTo>
                    <a:lnTo>
                      <a:pt x="81" y="76"/>
                    </a:lnTo>
                    <a:lnTo>
                      <a:pt x="78" y="76"/>
                    </a:lnTo>
                    <a:lnTo>
                      <a:pt x="78" y="78"/>
                    </a:lnTo>
                    <a:lnTo>
                      <a:pt x="78" y="78"/>
                    </a:lnTo>
                    <a:lnTo>
                      <a:pt x="78" y="78"/>
                    </a:lnTo>
                    <a:lnTo>
                      <a:pt x="78" y="81"/>
                    </a:lnTo>
                    <a:lnTo>
                      <a:pt x="78" y="81"/>
                    </a:lnTo>
                    <a:lnTo>
                      <a:pt x="78" y="81"/>
                    </a:lnTo>
                    <a:lnTo>
                      <a:pt x="78" y="83"/>
                    </a:lnTo>
                    <a:lnTo>
                      <a:pt x="76" y="83"/>
                    </a:lnTo>
                    <a:lnTo>
                      <a:pt x="76" y="83"/>
                    </a:lnTo>
                    <a:lnTo>
                      <a:pt x="76" y="83"/>
                    </a:lnTo>
                    <a:lnTo>
                      <a:pt x="78" y="83"/>
                    </a:lnTo>
                    <a:lnTo>
                      <a:pt x="78" y="85"/>
                    </a:lnTo>
                    <a:lnTo>
                      <a:pt x="76" y="85"/>
                    </a:lnTo>
                    <a:lnTo>
                      <a:pt x="76" y="85"/>
                    </a:lnTo>
                    <a:lnTo>
                      <a:pt x="76" y="88"/>
                    </a:lnTo>
                    <a:lnTo>
                      <a:pt x="76" y="88"/>
                    </a:lnTo>
                    <a:lnTo>
                      <a:pt x="76" y="90"/>
                    </a:lnTo>
                    <a:lnTo>
                      <a:pt x="76" y="90"/>
                    </a:lnTo>
                    <a:lnTo>
                      <a:pt x="76" y="90"/>
                    </a:lnTo>
                    <a:lnTo>
                      <a:pt x="74" y="90"/>
                    </a:lnTo>
                    <a:lnTo>
                      <a:pt x="74" y="92"/>
                    </a:lnTo>
                    <a:lnTo>
                      <a:pt x="74" y="92"/>
                    </a:lnTo>
                    <a:lnTo>
                      <a:pt x="74" y="92"/>
                    </a:lnTo>
                    <a:lnTo>
                      <a:pt x="74" y="90"/>
                    </a:lnTo>
                    <a:lnTo>
                      <a:pt x="71" y="90"/>
                    </a:lnTo>
                    <a:lnTo>
                      <a:pt x="71" y="90"/>
                    </a:lnTo>
                    <a:lnTo>
                      <a:pt x="71" y="90"/>
                    </a:lnTo>
                    <a:lnTo>
                      <a:pt x="71" y="88"/>
                    </a:lnTo>
                    <a:lnTo>
                      <a:pt x="71" y="88"/>
                    </a:lnTo>
                    <a:lnTo>
                      <a:pt x="69" y="88"/>
                    </a:lnTo>
                    <a:lnTo>
                      <a:pt x="69" y="88"/>
                    </a:lnTo>
                    <a:lnTo>
                      <a:pt x="69" y="88"/>
                    </a:lnTo>
                    <a:lnTo>
                      <a:pt x="66" y="88"/>
                    </a:lnTo>
                    <a:lnTo>
                      <a:pt x="66" y="85"/>
                    </a:lnTo>
                    <a:lnTo>
                      <a:pt x="66" y="85"/>
                    </a:lnTo>
                    <a:lnTo>
                      <a:pt x="66" y="85"/>
                    </a:lnTo>
                    <a:lnTo>
                      <a:pt x="64" y="85"/>
                    </a:lnTo>
                    <a:lnTo>
                      <a:pt x="64" y="85"/>
                    </a:lnTo>
                    <a:lnTo>
                      <a:pt x="64" y="85"/>
                    </a:lnTo>
                    <a:lnTo>
                      <a:pt x="62" y="85"/>
                    </a:lnTo>
                    <a:lnTo>
                      <a:pt x="62" y="85"/>
                    </a:lnTo>
                    <a:lnTo>
                      <a:pt x="62" y="85"/>
                    </a:lnTo>
                    <a:lnTo>
                      <a:pt x="62" y="83"/>
                    </a:lnTo>
                    <a:lnTo>
                      <a:pt x="59" y="83"/>
                    </a:lnTo>
                    <a:lnTo>
                      <a:pt x="59" y="83"/>
                    </a:lnTo>
                    <a:lnTo>
                      <a:pt x="59" y="83"/>
                    </a:lnTo>
                    <a:lnTo>
                      <a:pt x="59" y="83"/>
                    </a:lnTo>
                    <a:lnTo>
                      <a:pt x="57" y="83"/>
                    </a:lnTo>
                    <a:lnTo>
                      <a:pt x="57" y="83"/>
                    </a:lnTo>
                    <a:lnTo>
                      <a:pt x="57" y="83"/>
                    </a:lnTo>
                    <a:lnTo>
                      <a:pt x="55" y="83"/>
                    </a:lnTo>
                    <a:lnTo>
                      <a:pt x="55" y="83"/>
                    </a:lnTo>
                    <a:lnTo>
                      <a:pt x="55" y="81"/>
                    </a:lnTo>
                    <a:lnTo>
                      <a:pt x="55" y="81"/>
                    </a:lnTo>
                    <a:lnTo>
                      <a:pt x="52" y="81"/>
                    </a:lnTo>
                    <a:lnTo>
                      <a:pt x="52" y="81"/>
                    </a:lnTo>
                    <a:lnTo>
                      <a:pt x="52" y="81"/>
                    </a:lnTo>
                    <a:lnTo>
                      <a:pt x="52" y="78"/>
                    </a:lnTo>
                    <a:lnTo>
                      <a:pt x="52" y="78"/>
                    </a:lnTo>
                    <a:lnTo>
                      <a:pt x="52" y="78"/>
                    </a:lnTo>
                    <a:lnTo>
                      <a:pt x="50" y="78"/>
                    </a:lnTo>
                    <a:lnTo>
                      <a:pt x="50" y="78"/>
                    </a:lnTo>
                    <a:lnTo>
                      <a:pt x="48" y="78"/>
                    </a:lnTo>
                    <a:lnTo>
                      <a:pt x="48" y="78"/>
                    </a:lnTo>
                    <a:lnTo>
                      <a:pt x="48" y="76"/>
                    </a:lnTo>
                    <a:lnTo>
                      <a:pt x="48" y="76"/>
                    </a:lnTo>
                    <a:lnTo>
                      <a:pt x="45" y="76"/>
                    </a:lnTo>
                    <a:lnTo>
                      <a:pt x="45" y="76"/>
                    </a:lnTo>
                    <a:lnTo>
                      <a:pt x="45" y="76"/>
                    </a:lnTo>
                    <a:lnTo>
                      <a:pt x="45" y="74"/>
                    </a:lnTo>
                    <a:lnTo>
                      <a:pt x="45" y="74"/>
                    </a:lnTo>
                    <a:lnTo>
                      <a:pt x="43" y="74"/>
                    </a:lnTo>
                    <a:lnTo>
                      <a:pt x="43" y="74"/>
                    </a:lnTo>
                    <a:lnTo>
                      <a:pt x="40" y="74"/>
                    </a:lnTo>
                    <a:lnTo>
                      <a:pt x="40" y="74"/>
                    </a:lnTo>
                    <a:lnTo>
                      <a:pt x="40" y="74"/>
                    </a:lnTo>
                    <a:lnTo>
                      <a:pt x="40" y="74"/>
                    </a:lnTo>
                    <a:lnTo>
                      <a:pt x="40" y="74"/>
                    </a:lnTo>
                    <a:lnTo>
                      <a:pt x="38" y="74"/>
                    </a:lnTo>
                    <a:lnTo>
                      <a:pt x="38" y="74"/>
                    </a:lnTo>
                    <a:lnTo>
                      <a:pt x="38" y="74"/>
                    </a:lnTo>
                    <a:lnTo>
                      <a:pt x="36" y="74"/>
                    </a:lnTo>
                    <a:lnTo>
                      <a:pt x="36" y="76"/>
                    </a:lnTo>
                    <a:lnTo>
                      <a:pt x="36" y="76"/>
                    </a:lnTo>
                    <a:lnTo>
                      <a:pt x="33" y="76"/>
                    </a:lnTo>
                    <a:lnTo>
                      <a:pt x="33" y="76"/>
                    </a:lnTo>
                    <a:lnTo>
                      <a:pt x="33" y="76"/>
                    </a:lnTo>
                    <a:lnTo>
                      <a:pt x="33" y="76"/>
                    </a:lnTo>
                    <a:lnTo>
                      <a:pt x="33" y="78"/>
                    </a:lnTo>
                    <a:lnTo>
                      <a:pt x="31" y="78"/>
                    </a:lnTo>
                    <a:lnTo>
                      <a:pt x="31" y="78"/>
                    </a:lnTo>
                    <a:lnTo>
                      <a:pt x="31" y="78"/>
                    </a:lnTo>
                    <a:lnTo>
                      <a:pt x="29" y="78"/>
                    </a:lnTo>
                    <a:lnTo>
                      <a:pt x="29" y="78"/>
                    </a:lnTo>
                    <a:lnTo>
                      <a:pt x="29" y="81"/>
                    </a:lnTo>
                    <a:lnTo>
                      <a:pt x="29" y="81"/>
                    </a:lnTo>
                    <a:lnTo>
                      <a:pt x="29" y="81"/>
                    </a:lnTo>
                    <a:lnTo>
                      <a:pt x="26" y="81"/>
                    </a:lnTo>
                    <a:lnTo>
                      <a:pt x="26" y="83"/>
                    </a:lnTo>
                    <a:lnTo>
                      <a:pt x="26" y="83"/>
                    </a:lnTo>
                    <a:lnTo>
                      <a:pt x="26" y="83"/>
                    </a:lnTo>
                    <a:lnTo>
                      <a:pt x="24" y="83"/>
                    </a:lnTo>
                    <a:lnTo>
                      <a:pt x="24" y="81"/>
                    </a:lnTo>
                    <a:lnTo>
                      <a:pt x="24" y="81"/>
                    </a:lnTo>
                    <a:lnTo>
                      <a:pt x="24" y="81"/>
                    </a:lnTo>
                    <a:lnTo>
                      <a:pt x="24" y="78"/>
                    </a:lnTo>
                    <a:lnTo>
                      <a:pt x="22" y="78"/>
                    </a:lnTo>
                    <a:lnTo>
                      <a:pt x="22" y="78"/>
                    </a:lnTo>
                    <a:lnTo>
                      <a:pt x="22" y="78"/>
                    </a:lnTo>
                    <a:lnTo>
                      <a:pt x="22" y="76"/>
                    </a:lnTo>
                    <a:lnTo>
                      <a:pt x="22" y="76"/>
                    </a:lnTo>
                    <a:lnTo>
                      <a:pt x="22" y="76"/>
                    </a:lnTo>
                    <a:lnTo>
                      <a:pt x="19" y="76"/>
                    </a:lnTo>
                    <a:lnTo>
                      <a:pt x="19" y="74"/>
                    </a:lnTo>
                    <a:lnTo>
                      <a:pt x="19" y="74"/>
                    </a:lnTo>
                    <a:lnTo>
                      <a:pt x="19" y="76"/>
                    </a:lnTo>
                    <a:lnTo>
                      <a:pt x="19" y="76"/>
                    </a:lnTo>
                    <a:lnTo>
                      <a:pt x="17" y="76"/>
                    </a:lnTo>
                    <a:lnTo>
                      <a:pt x="17" y="76"/>
                    </a:lnTo>
                    <a:lnTo>
                      <a:pt x="17" y="74"/>
                    </a:lnTo>
                    <a:lnTo>
                      <a:pt x="14" y="74"/>
                    </a:lnTo>
                    <a:lnTo>
                      <a:pt x="14" y="76"/>
                    </a:lnTo>
                    <a:lnTo>
                      <a:pt x="14" y="76"/>
                    </a:lnTo>
                    <a:lnTo>
                      <a:pt x="14" y="76"/>
                    </a:lnTo>
                    <a:lnTo>
                      <a:pt x="14" y="76"/>
                    </a:lnTo>
                    <a:lnTo>
                      <a:pt x="12" y="76"/>
                    </a:lnTo>
                    <a:lnTo>
                      <a:pt x="12" y="78"/>
                    </a:lnTo>
                    <a:lnTo>
                      <a:pt x="12" y="78"/>
                    </a:lnTo>
                    <a:lnTo>
                      <a:pt x="12" y="78"/>
                    </a:lnTo>
                    <a:lnTo>
                      <a:pt x="12" y="81"/>
                    </a:lnTo>
                    <a:lnTo>
                      <a:pt x="12" y="81"/>
                    </a:lnTo>
                    <a:lnTo>
                      <a:pt x="12" y="81"/>
                    </a:lnTo>
                    <a:lnTo>
                      <a:pt x="12" y="83"/>
                    </a:lnTo>
                    <a:lnTo>
                      <a:pt x="12" y="83"/>
                    </a:lnTo>
                    <a:lnTo>
                      <a:pt x="12" y="83"/>
                    </a:lnTo>
                    <a:lnTo>
                      <a:pt x="12" y="83"/>
                    </a:lnTo>
                    <a:lnTo>
                      <a:pt x="14" y="83"/>
                    </a:lnTo>
                    <a:lnTo>
                      <a:pt x="14" y="83"/>
                    </a:lnTo>
                    <a:lnTo>
                      <a:pt x="14" y="83"/>
                    </a:lnTo>
                    <a:lnTo>
                      <a:pt x="14" y="83"/>
                    </a:lnTo>
                    <a:lnTo>
                      <a:pt x="14" y="85"/>
                    </a:lnTo>
                    <a:lnTo>
                      <a:pt x="17" y="85"/>
                    </a:lnTo>
                    <a:lnTo>
                      <a:pt x="17" y="85"/>
                    </a:lnTo>
                    <a:lnTo>
                      <a:pt x="17" y="85"/>
                    </a:lnTo>
                    <a:lnTo>
                      <a:pt x="19" y="85"/>
                    </a:lnTo>
                    <a:lnTo>
                      <a:pt x="19" y="85"/>
                    </a:lnTo>
                    <a:lnTo>
                      <a:pt x="19" y="85"/>
                    </a:lnTo>
                    <a:lnTo>
                      <a:pt x="19" y="85"/>
                    </a:lnTo>
                    <a:lnTo>
                      <a:pt x="22" y="85"/>
                    </a:lnTo>
                    <a:lnTo>
                      <a:pt x="22" y="85"/>
                    </a:lnTo>
                    <a:lnTo>
                      <a:pt x="22" y="85"/>
                    </a:lnTo>
                    <a:lnTo>
                      <a:pt x="22" y="88"/>
                    </a:lnTo>
                    <a:lnTo>
                      <a:pt x="22" y="88"/>
                    </a:lnTo>
                    <a:lnTo>
                      <a:pt x="22" y="88"/>
                    </a:lnTo>
                    <a:lnTo>
                      <a:pt x="24" y="88"/>
                    </a:lnTo>
                    <a:lnTo>
                      <a:pt x="24" y="88"/>
                    </a:lnTo>
                    <a:lnTo>
                      <a:pt x="24" y="90"/>
                    </a:lnTo>
                    <a:lnTo>
                      <a:pt x="26" y="90"/>
                    </a:lnTo>
                    <a:lnTo>
                      <a:pt x="26" y="90"/>
                    </a:lnTo>
                    <a:lnTo>
                      <a:pt x="26" y="90"/>
                    </a:lnTo>
                    <a:lnTo>
                      <a:pt x="26" y="92"/>
                    </a:lnTo>
                    <a:lnTo>
                      <a:pt x="26" y="92"/>
                    </a:lnTo>
                    <a:lnTo>
                      <a:pt x="29" y="92"/>
                    </a:lnTo>
                    <a:lnTo>
                      <a:pt x="29" y="92"/>
                    </a:lnTo>
                    <a:lnTo>
                      <a:pt x="29" y="92"/>
                    </a:lnTo>
                    <a:lnTo>
                      <a:pt x="29" y="92"/>
                    </a:lnTo>
                    <a:lnTo>
                      <a:pt x="29" y="92"/>
                    </a:lnTo>
                    <a:lnTo>
                      <a:pt x="31" y="92"/>
                    </a:lnTo>
                    <a:lnTo>
                      <a:pt x="31" y="95"/>
                    </a:lnTo>
                    <a:lnTo>
                      <a:pt x="29" y="95"/>
                    </a:lnTo>
                    <a:lnTo>
                      <a:pt x="29" y="95"/>
                    </a:lnTo>
                    <a:lnTo>
                      <a:pt x="29" y="95"/>
                    </a:lnTo>
                    <a:lnTo>
                      <a:pt x="29" y="95"/>
                    </a:lnTo>
                    <a:lnTo>
                      <a:pt x="29" y="97"/>
                    </a:lnTo>
                    <a:lnTo>
                      <a:pt x="26" y="97"/>
                    </a:lnTo>
                    <a:lnTo>
                      <a:pt x="26" y="97"/>
                    </a:lnTo>
                    <a:lnTo>
                      <a:pt x="26" y="97"/>
                    </a:lnTo>
                    <a:lnTo>
                      <a:pt x="24" y="97"/>
                    </a:lnTo>
                    <a:lnTo>
                      <a:pt x="24" y="97"/>
                    </a:lnTo>
                    <a:lnTo>
                      <a:pt x="24" y="95"/>
                    </a:lnTo>
                    <a:lnTo>
                      <a:pt x="22" y="95"/>
                    </a:lnTo>
                    <a:lnTo>
                      <a:pt x="22" y="95"/>
                    </a:lnTo>
                    <a:lnTo>
                      <a:pt x="22" y="95"/>
                    </a:lnTo>
                    <a:lnTo>
                      <a:pt x="22" y="97"/>
                    </a:lnTo>
                    <a:lnTo>
                      <a:pt x="19" y="97"/>
                    </a:lnTo>
                    <a:lnTo>
                      <a:pt x="19" y="97"/>
                    </a:lnTo>
                    <a:lnTo>
                      <a:pt x="19" y="95"/>
                    </a:lnTo>
                    <a:lnTo>
                      <a:pt x="19" y="95"/>
                    </a:lnTo>
                    <a:lnTo>
                      <a:pt x="19" y="95"/>
                    </a:lnTo>
                    <a:lnTo>
                      <a:pt x="19" y="95"/>
                    </a:lnTo>
                    <a:lnTo>
                      <a:pt x="19" y="97"/>
                    </a:lnTo>
                    <a:lnTo>
                      <a:pt x="17" y="97"/>
                    </a:lnTo>
                    <a:lnTo>
                      <a:pt x="17" y="97"/>
                    </a:lnTo>
                    <a:lnTo>
                      <a:pt x="17" y="97"/>
                    </a:lnTo>
                    <a:lnTo>
                      <a:pt x="14" y="97"/>
                    </a:lnTo>
                    <a:lnTo>
                      <a:pt x="14" y="97"/>
                    </a:lnTo>
                    <a:lnTo>
                      <a:pt x="14" y="100"/>
                    </a:lnTo>
                    <a:lnTo>
                      <a:pt x="14" y="100"/>
                    </a:lnTo>
                    <a:lnTo>
                      <a:pt x="14" y="102"/>
                    </a:lnTo>
                    <a:lnTo>
                      <a:pt x="14" y="102"/>
                    </a:lnTo>
                    <a:lnTo>
                      <a:pt x="14" y="102"/>
                    </a:lnTo>
                    <a:lnTo>
                      <a:pt x="12" y="102"/>
                    </a:lnTo>
                    <a:lnTo>
                      <a:pt x="12" y="102"/>
                    </a:lnTo>
                    <a:lnTo>
                      <a:pt x="12" y="102"/>
                    </a:lnTo>
                    <a:lnTo>
                      <a:pt x="12" y="102"/>
                    </a:lnTo>
                    <a:lnTo>
                      <a:pt x="10" y="102"/>
                    </a:lnTo>
                    <a:lnTo>
                      <a:pt x="10" y="104"/>
                    </a:lnTo>
                    <a:lnTo>
                      <a:pt x="10" y="104"/>
                    </a:lnTo>
                    <a:lnTo>
                      <a:pt x="10" y="104"/>
                    </a:lnTo>
                    <a:lnTo>
                      <a:pt x="7" y="104"/>
                    </a:lnTo>
                    <a:lnTo>
                      <a:pt x="7" y="104"/>
                    </a:lnTo>
                    <a:lnTo>
                      <a:pt x="7" y="104"/>
                    </a:lnTo>
                    <a:lnTo>
                      <a:pt x="7" y="104"/>
                    </a:lnTo>
                    <a:lnTo>
                      <a:pt x="5" y="104"/>
                    </a:lnTo>
                    <a:lnTo>
                      <a:pt x="5" y="104"/>
                    </a:lnTo>
                    <a:lnTo>
                      <a:pt x="5" y="102"/>
                    </a:lnTo>
                    <a:lnTo>
                      <a:pt x="5" y="102"/>
                    </a:lnTo>
                    <a:lnTo>
                      <a:pt x="5" y="102"/>
                    </a:lnTo>
                    <a:lnTo>
                      <a:pt x="5" y="102"/>
                    </a:lnTo>
                    <a:lnTo>
                      <a:pt x="5" y="100"/>
                    </a:lnTo>
                    <a:lnTo>
                      <a:pt x="5" y="100"/>
                    </a:lnTo>
                    <a:lnTo>
                      <a:pt x="5" y="97"/>
                    </a:lnTo>
                    <a:lnTo>
                      <a:pt x="5" y="97"/>
                    </a:lnTo>
                    <a:lnTo>
                      <a:pt x="5" y="97"/>
                    </a:lnTo>
                    <a:lnTo>
                      <a:pt x="5" y="95"/>
                    </a:lnTo>
                    <a:lnTo>
                      <a:pt x="5" y="95"/>
                    </a:lnTo>
                    <a:lnTo>
                      <a:pt x="5" y="95"/>
                    </a:lnTo>
                    <a:lnTo>
                      <a:pt x="5" y="92"/>
                    </a:lnTo>
                    <a:lnTo>
                      <a:pt x="7" y="92"/>
                    </a:lnTo>
                    <a:lnTo>
                      <a:pt x="7" y="92"/>
                    </a:lnTo>
                    <a:lnTo>
                      <a:pt x="7" y="92"/>
                    </a:lnTo>
                    <a:lnTo>
                      <a:pt x="7" y="92"/>
                    </a:lnTo>
                    <a:lnTo>
                      <a:pt x="7" y="90"/>
                    </a:lnTo>
                    <a:lnTo>
                      <a:pt x="7" y="90"/>
                    </a:lnTo>
                    <a:lnTo>
                      <a:pt x="7" y="90"/>
                    </a:lnTo>
                    <a:lnTo>
                      <a:pt x="7" y="88"/>
                    </a:lnTo>
                    <a:lnTo>
                      <a:pt x="5" y="88"/>
                    </a:lnTo>
                    <a:lnTo>
                      <a:pt x="5" y="88"/>
                    </a:lnTo>
                    <a:lnTo>
                      <a:pt x="5" y="88"/>
                    </a:lnTo>
                    <a:lnTo>
                      <a:pt x="5" y="88"/>
                    </a:lnTo>
                    <a:lnTo>
                      <a:pt x="5" y="85"/>
                    </a:lnTo>
                    <a:lnTo>
                      <a:pt x="3" y="85"/>
                    </a:lnTo>
                    <a:lnTo>
                      <a:pt x="3" y="85"/>
                    </a:lnTo>
                    <a:lnTo>
                      <a:pt x="3" y="85"/>
                    </a:lnTo>
                    <a:lnTo>
                      <a:pt x="3" y="83"/>
                    </a:lnTo>
                    <a:lnTo>
                      <a:pt x="0" y="83"/>
                    </a:lnTo>
                    <a:lnTo>
                      <a:pt x="0" y="83"/>
                    </a:lnTo>
                    <a:lnTo>
                      <a:pt x="0" y="83"/>
                    </a:lnTo>
                    <a:lnTo>
                      <a:pt x="0" y="83"/>
                    </a:lnTo>
                    <a:lnTo>
                      <a:pt x="0" y="83"/>
                    </a:lnTo>
                    <a:lnTo>
                      <a:pt x="0" y="81"/>
                    </a:lnTo>
                    <a:lnTo>
                      <a:pt x="0" y="81"/>
                    </a:lnTo>
                    <a:lnTo>
                      <a:pt x="0" y="81"/>
                    </a:lnTo>
                    <a:lnTo>
                      <a:pt x="0" y="78"/>
                    </a:lnTo>
                    <a:lnTo>
                      <a:pt x="0" y="78"/>
                    </a:lnTo>
                    <a:lnTo>
                      <a:pt x="0" y="78"/>
                    </a:lnTo>
                    <a:lnTo>
                      <a:pt x="0" y="76"/>
                    </a:lnTo>
                    <a:lnTo>
                      <a:pt x="0" y="76"/>
                    </a:lnTo>
                    <a:lnTo>
                      <a:pt x="0" y="76"/>
                    </a:lnTo>
                    <a:lnTo>
                      <a:pt x="0" y="74"/>
                    </a:lnTo>
                    <a:lnTo>
                      <a:pt x="0" y="74"/>
                    </a:lnTo>
                    <a:lnTo>
                      <a:pt x="0" y="74"/>
                    </a:lnTo>
                    <a:lnTo>
                      <a:pt x="0" y="74"/>
                    </a:lnTo>
                    <a:lnTo>
                      <a:pt x="0" y="71"/>
                    </a:lnTo>
                    <a:lnTo>
                      <a:pt x="3" y="71"/>
                    </a:lnTo>
                    <a:lnTo>
                      <a:pt x="3" y="71"/>
                    </a:lnTo>
                    <a:lnTo>
                      <a:pt x="5" y="71"/>
                    </a:lnTo>
                    <a:lnTo>
                      <a:pt x="5" y="71"/>
                    </a:lnTo>
                    <a:lnTo>
                      <a:pt x="5" y="71"/>
                    </a:lnTo>
                    <a:lnTo>
                      <a:pt x="5" y="71"/>
                    </a:lnTo>
                    <a:lnTo>
                      <a:pt x="7" y="71"/>
                    </a:lnTo>
                    <a:lnTo>
                      <a:pt x="7" y="71"/>
                    </a:lnTo>
                    <a:lnTo>
                      <a:pt x="7" y="69"/>
                    </a:lnTo>
                    <a:lnTo>
                      <a:pt x="7" y="69"/>
                    </a:lnTo>
                    <a:lnTo>
                      <a:pt x="7" y="69"/>
                    </a:lnTo>
                    <a:lnTo>
                      <a:pt x="10" y="69"/>
                    </a:lnTo>
                    <a:lnTo>
                      <a:pt x="10" y="69"/>
                    </a:lnTo>
                    <a:lnTo>
                      <a:pt x="10" y="69"/>
                    </a:lnTo>
                    <a:lnTo>
                      <a:pt x="12" y="69"/>
                    </a:lnTo>
                    <a:lnTo>
                      <a:pt x="12" y="69"/>
                    </a:lnTo>
                    <a:lnTo>
                      <a:pt x="12" y="66"/>
                    </a:lnTo>
                    <a:lnTo>
                      <a:pt x="12" y="66"/>
                    </a:lnTo>
                    <a:lnTo>
                      <a:pt x="12" y="66"/>
                    </a:lnTo>
                    <a:lnTo>
                      <a:pt x="12" y="66"/>
                    </a:lnTo>
                    <a:lnTo>
                      <a:pt x="12" y="64"/>
                    </a:lnTo>
                    <a:lnTo>
                      <a:pt x="14" y="64"/>
                    </a:lnTo>
                    <a:lnTo>
                      <a:pt x="14" y="64"/>
                    </a:lnTo>
                    <a:lnTo>
                      <a:pt x="14" y="64"/>
                    </a:lnTo>
                    <a:lnTo>
                      <a:pt x="14" y="64"/>
                    </a:lnTo>
                    <a:lnTo>
                      <a:pt x="14" y="62"/>
                    </a:lnTo>
                    <a:lnTo>
                      <a:pt x="14" y="62"/>
                    </a:lnTo>
                    <a:lnTo>
                      <a:pt x="14" y="62"/>
                    </a:lnTo>
                    <a:lnTo>
                      <a:pt x="14" y="62"/>
                    </a:lnTo>
                    <a:lnTo>
                      <a:pt x="14"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4" y="55"/>
                    </a:lnTo>
                    <a:lnTo>
                      <a:pt x="14" y="55"/>
                    </a:lnTo>
                    <a:lnTo>
                      <a:pt x="14" y="52"/>
                    </a:lnTo>
                    <a:lnTo>
                      <a:pt x="14" y="52"/>
                    </a:lnTo>
                    <a:lnTo>
                      <a:pt x="14" y="55"/>
                    </a:lnTo>
                    <a:lnTo>
                      <a:pt x="17" y="55"/>
                    </a:lnTo>
                    <a:lnTo>
                      <a:pt x="17" y="55"/>
                    </a:lnTo>
                    <a:lnTo>
                      <a:pt x="17" y="55"/>
                    </a:lnTo>
                    <a:lnTo>
                      <a:pt x="19" y="55"/>
                    </a:lnTo>
                    <a:lnTo>
                      <a:pt x="19" y="55"/>
                    </a:lnTo>
                    <a:lnTo>
                      <a:pt x="19" y="57"/>
                    </a:lnTo>
                    <a:lnTo>
                      <a:pt x="19" y="57"/>
                    </a:lnTo>
                    <a:lnTo>
                      <a:pt x="22" y="57"/>
                    </a:lnTo>
                    <a:lnTo>
                      <a:pt x="22" y="57"/>
                    </a:lnTo>
                    <a:lnTo>
                      <a:pt x="22" y="57"/>
                    </a:lnTo>
                    <a:lnTo>
                      <a:pt x="22" y="59"/>
                    </a:lnTo>
                    <a:lnTo>
                      <a:pt x="22" y="59"/>
                    </a:lnTo>
                    <a:lnTo>
                      <a:pt x="22" y="57"/>
                    </a:lnTo>
                    <a:lnTo>
                      <a:pt x="24" y="57"/>
                    </a:lnTo>
                    <a:lnTo>
                      <a:pt x="24" y="57"/>
                    </a:lnTo>
                    <a:lnTo>
                      <a:pt x="26" y="57"/>
                    </a:lnTo>
                    <a:lnTo>
                      <a:pt x="26" y="57"/>
                    </a:lnTo>
                    <a:lnTo>
                      <a:pt x="26" y="57"/>
                    </a:lnTo>
                    <a:lnTo>
                      <a:pt x="26" y="59"/>
                    </a:lnTo>
                    <a:lnTo>
                      <a:pt x="29" y="59"/>
                    </a:lnTo>
                    <a:lnTo>
                      <a:pt x="29" y="59"/>
                    </a:lnTo>
                    <a:lnTo>
                      <a:pt x="29" y="59"/>
                    </a:lnTo>
                    <a:lnTo>
                      <a:pt x="29" y="59"/>
                    </a:lnTo>
                    <a:lnTo>
                      <a:pt x="31" y="59"/>
                    </a:lnTo>
                    <a:lnTo>
                      <a:pt x="31" y="59"/>
                    </a:lnTo>
                    <a:lnTo>
                      <a:pt x="31" y="59"/>
                    </a:lnTo>
                    <a:lnTo>
                      <a:pt x="33" y="59"/>
                    </a:lnTo>
                    <a:lnTo>
                      <a:pt x="33" y="57"/>
                    </a:lnTo>
                    <a:lnTo>
                      <a:pt x="33" y="57"/>
                    </a:lnTo>
                    <a:lnTo>
                      <a:pt x="33" y="57"/>
                    </a:lnTo>
                    <a:lnTo>
                      <a:pt x="33" y="57"/>
                    </a:lnTo>
                    <a:lnTo>
                      <a:pt x="33" y="55"/>
                    </a:lnTo>
                    <a:lnTo>
                      <a:pt x="36" y="55"/>
                    </a:lnTo>
                    <a:lnTo>
                      <a:pt x="36" y="55"/>
                    </a:lnTo>
                    <a:lnTo>
                      <a:pt x="36" y="52"/>
                    </a:lnTo>
                    <a:lnTo>
                      <a:pt x="33" y="52"/>
                    </a:lnTo>
                    <a:lnTo>
                      <a:pt x="33" y="52"/>
                    </a:lnTo>
                    <a:lnTo>
                      <a:pt x="33" y="52"/>
                    </a:lnTo>
                    <a:lnTo>
                      <a:pt x="33" y="52"/>
                    </a:lnTo>
                    <a:lnTo>
                      <a:pt x="33" y="50"/>
                    </a:lnTo>
                    <a:lnTo>
                      <a:pt x="33" y="50"/>
                    </a:lnTo>
                    <a:lnTo>
                      <a:pt x="33" y="47"/>
                    </a:lnTo>
                    <a:lnTo>
                      <a:pt x="33" y="47"/>
                    </a:lnTo>
                    <a:lnTo>
                      <a:pt x="33" y="47"/>
                    </a:lnTo>
                    <a:lnTo>
                      <a:pt x="33" y="45"/>
                    </a:lnTo>
                    <a:lnTo>
                      <a:pt x="33" y="45"/>
                    </a:lnTo>
                    <a:lnTo>
                      <a:pt x="33" y="45"/>
                    </a:lnTo>
                    <a:lnTo>
                      <a:pt x="33" y="43"/>
                    </a:lnTo>
                    <a:lnTo>
                      <a:pt x="33" y="43"/>
                    </a:lnTo>
                    <a:lnTo>
                      <a:pt x="33" y="43"/>
                    </a:lnTo>
                    <a:lnTo>
                      <a:pt x="36" y="43"/>
                    </a:lnTo>
                    <a:lnTo>
                      <a:pt x="36" y="43"/>
                    </a:lnTo>
                    <a:lnTo>
                      <a:pt x="36" y="43"/>
                    </a:lnTo>
                    <a:lnTo>
                      <a:pt x="38" y="43"/>
                    </a:lnTo>
                    <a:lnTo>
                      <a:pt x="38" y="43"/>
                    </a:lnTo>
                    <a:lnTo>
                      <a:pt x="38" y="40"/>
                    </a:lnTo>
                    <a:lnTo>
                      <a:pt x="38" y="40"/>
                    </a:lnTo>
                    <a:lnTo>
                      <a:pt x="38" y="40"/>
                    </a:lnTo>
                    <a:lnTo>
                      <a:pt x="40" y="40"/>
                    </a:lnTo>
                    <a:lnTo>
                      <a:pt x="40" y="38"/>
                    </a:lnTo>
                    <a:lnTo>
                      <a:pt x="40" y="38"/>
                    </a:lnTo>
                    <a:lnTo>
                      <a:pt x="40" y="36"/>
                    </a:lnTo>
                    <a:lnTo>
                      <a:pt x="40" y="36"/>
                    </a:lnTo>
                    <a:lnTo>
                      <a:pt x="40" y="33"/>
                    </a:lnTo>
                    <a:lnTo>
                      <a:pt x="40" y="33"/>
                    </a:lnTo>
                    <a:lnTo>
                      <a:pt x="40" y="33"/>
                    </a:lnTo>
                    <a:lnTo>
                      <a:pt x="40" y="31"/>
                    </a:lnTo>
                    <a:lnTo>
                      <a:pt x="40" y="31"/>
                    </a:lnTo>
                    <a:lnTo>
                      <a:pt x="40" y="31"/>
                    </a:lnTo>
                    <a:lnTo>
                      <a:pt x="40" y="28"/>
                    </a:lnTo>
                    <a:lnTo>
                      <a:pt x="40" y="28"/>
                    </a:lnTo>
                    <a:lnTo>
                      <a:pt x="40" y="28"/>
                    </a:lnTo>
                    <a:lnTo>
                      <a:pt x="40" y="26"/>
                    </a:lnTo>
                    <a:lnTo>
                      <a:pt x="43" y="26"/>
                    </a:lnTo>
                    <a:lnTo>
                      <a:pt x="43" y="26"/>
                    </a:lnTo>
                    <a:lnTo>
                      <a:pt x="43" y="24"/>
                    </a:lnTo>
                    <a:lnTo>
                      <a:pt x="43" y="24"/>
                    </a:lnTo>
                    <a:lnTo>
                      <a:pt x="43" y="24"/>
                    </a:lnTo>
                    <a:lnTo>
                      <a:pt x="43" y="21"/>
                    </a:lnTo>
                    <a:lnTo>
                      <a:pt x="43" y="21"/>
                    </a:lnTo>
                    <a:lnTo>
                      <a:pt x="43" y="19"/>
                    </a:lnTo>
                    <a:lnTo>
                      <a:pt x="43" y="19"/>
                    </a:lnTo>
                    <a:lnTo>
                      <a:pt x="43" y="17"/>
                    </a:lnTo>
                    <a:lnTo>
                      <a:pt x="40" y="17"/>
                    </a:lnTo>
                    <a:lnTo>
                      <a:pt x="40" y="17"/>
                    </a:lnTo>
                    <a:lnTo>
                      <a:pt x="40" y="14"/>
                    </a:lnTo>
                    <a:lnTo>
                      <a:pt x="40" y="14"/>
                    </a:lnTo>
                    <a:lnTo>
                      <a:pt x="40" y="14"/>
                    </a:lnTo>
                    <a:lnTo>
                      <a:pt x="40" y="12"/>
                    </a:lnTo>
                    <a:lnTo>
                      <a:pt x="40" y="12"/>
                    </a:lnTo>
                    <a:lnTo>
                      <a:pt x="40" y="12"/>
                    </a:lnTo>
                    <a:lnTo>
                      <a:pt x="40" y="12"/>
                    </a:lnTo>
                    <a:lnTo>
                      <a:pt x="38" y="12"/>
                    </a:lnTo>
                    <a:lnTo>
                      <a:pt x="38" y="10"/>
                    </a:lnTo>
                    <a:lnTo>
                      <a:pt x="38" y="10"/>
                    </a:lnTo>
                    <a:lnTo>
                      <a:pt x="38" y="10"/>
                    </a:lnTo>
                    <a:lnTo>
                      <a:pt x="38" y="7"/>
                    </a:lnTo>
                    <a:lnTo>
                      <a:pt x="38" y="7"/>
                    </a:lnTo>
                    <a:lnTo>
                      <a:pt x="38" y="7"/>
                    </a:lnTo>
                    <a:lnTo>
                      <a:pt x="38" y="5"/>
                    </a:lnTo>
                    <a:lnTo>
                      <a:pt x="38" y="5"/>
                    </a:lnTo>
                    <a:lnTo>
                      <a:pt x="40" y="5"/>
                    </a:lnTo>
                    <a:lnTo>
                      <a:pt x="40" y="2"/>
                    </a:lnTo>
                    <a:lnTo>
                      <a:pt x="40" y="2"/>
                    </a:lnTo>
                    <a:lnTo>
                      <a:pt x="40" y="2"/>
                    </a:lnTo>
                    <a:lnTo>
                      <a:pt x="40" y="2"/>
                    </a:lnTo>
                    <a:lnTo>
                      <a:pt x="40" y="2"/>
                    </a:lnTo>
                    <a:lnTo>
                      <a:pt x="40" y="2"/>
                    </a:lnTo>
                    <a:lnTo>
                      <a:pt x="43" y="2"/>
                    </a:lnTo>
                    <a:lnTo>
                      <a:pt x="43" y="2"/>
                    </a:lnTo>
                    <a:lnTo>
                      <a:pt x="43" y="2"/>
                    </a:lnTo>
                    <a:lnTo>
                      <a:pt x="45" y="2"/>
                    </a:lnTo>
                    <a:lnTo>
                      <a:pt x="45" y="0"/>
                    </a:lnTo>
                    <a:lnTo>
                      <a:pt x="45" y="0"/>
                    </a:lnTo>
                    <a:lnTo>
                      <a:pt x="45" y="0"/>
                    </a:lnTo>
                    <a:lnTo>
                      <a:pt x="45" y="0"/>
                    </a:lnTo>
                    <a:lnTo>
                      <a:pt x="48" y="0"/>
                    </a:lnTo>
                    <a:lnTo>
                      <a:pt x="48" y="0"/>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3" name="Freeform 141"/>
              <p:cNvSpPr>
                <a:spLocks/>
              </p:cNvSpPr>
              <p:nvPr/>
            </p:nvSpPr>
            <p:spPr bwMode="auto">
              <a:xfrm>
                <a:off x="3607" y="1699"/>
                <a:ext cx="275" cy="270"/>
              </a:xfrm>
              <a:custGeom>
                <a:avLst/>
                <a:gdLst/>
                <a:ahLst/>
                <a:cxnLst>
                  <a:cxn ang="0">
                    <a:pos x="204" y="170"/>
                  </a:cxn>
                  <a:cxn ang="0">
                    <a:pos x="192" y="173"/>
                  </a:cxn>
                  <a:cxn ang="0">
                    <a:pos x="173" y="177"/>
                  </a:cxn>
                  <a:cxn ang="0">
                    <a:pos x="161" y="168"/>
                  </a:cxn>
                  <a:cxn ang="0">
                    <a:pos x="164" y="180"/>
                  </a:cxn>
                  <a:cxn ang="0">
                    <a:pos x="149" y="189"/>
                  </a:cxn>
                  <a:cxn ang="0">
                    <a:pos x="138" y="206"/>
                  </a:cxn>
                  <a:cxn ang="0">
                    <a:pos x="123" y="192"/>
                  </a:cxn>
                  <a:cxn ang="0">
                    <a:pos x="114" y="189"/>
                  </a:cxn>
                  <a:cxn ang="0">
                    <a:pos x="107" y="203"/>
                  </a:cxn>
                  <a:cxn ang="0">
                    <a:pos x="95" y="206"/>
                  </a:cxn>
                  <a:cxn ang="0">
                    <a:pos x="81" y="220"/>
                  </a:cxn>
                  <a:cxn ang="0">
                    <a:pos x="69" y="225"/>
                  </a:cxn>
                  <a:cxn ang="0">
                    <a:pos x="64" y="213"/>
                  </a:cxn>
                  <a:cxn ang="0">
                    <a:pos x="62" y="206"/>
                  </a:cxn>
                  <a:cxn ang="0">
                    <a:pos x="67" y="196"/>
                  </a:cxn>
                  <a:cxn ang="0">
                    <a:pos x="55" y="194"/>
                  </a:cxn>
                  <a:cxn ang="0">
                    <a:pos x="38" y="194"/>
                  </a:cxn>
                  <a:cxn ang="0">
                    <a:pos x="52" y="199"/>
                  </a:cxn>
                  <a:cxn ang="0">
                    <a:pos x="57" y="210"/>
                  </a:cxn>
                  <a:cxn ang="0">
                    <a:pos x="60" y="220"/>
                  </a:cxn>
                  <a:cxn ang="0">
                    <a:pos x="50" y="239"/>
                  </a:cxn>
                  <a:cxn ang="0">
                    <a:pos x="43" y="260"/>
                  </a:cxn>
                  <a:cxn ang="0">
                    <a:pos x="31" y="267"/>
                  </a:cxn>
                  <a:cxn ang="0">
                    <a:pos x="17" y="258"/>
                  </a:cxn>
                  <a:cxn ang="0">
                    <a:pos x="17" y="244"/>
                  </a:cxn>
                  <a:cxn ang="0">
                    <a:pos x="17" y="225"/>
                  </a:cxn>
                  <a:cxn ang="0">
                    <a:pos x="5" y="220"/>
                  </a:cxn>
                  <a:cxn ang="0">
                    <a:pos x="3" y="206"/>
                  </a:cxn>
                  <a:cxn ang="0">
                    <a:pos x="17" y="206"/>
                  </a:cxn>
                  <a:cxn ang="0">
                    <a:pos x="29" y="194"/>
                  </a:cxn>
                  <a:cxn ang="0">
                    <a:pos x="34" y="180"/>
                  </a:cxn>
                  <a:cxn ang="0">
                    <a:pos x="55" y="173"/>
                  </a:cxn>
                  <a:cxn ang="0">
                    <a:pos x="71" y="161"/>
                  </a:cxn>
                  <a:cxn ang="0">
                    <a:pos x="86" y="154"/>
                  </a:cxn>
                  <a:cxn ang="0">
                    <a:pos x="107" y="151"/>
                  </a:cxn>
                  <a:cxn ang="0">
                    <a:pos x="126" y="147"/>
                  </a:cxn>
                  <a:cxn ang="0">
                    <a:pos x="140" y="151"/>
                  </a:cxn>
                  <a:cxn ang="0">
                    <a:pos x="145" y="137"/>
                  </a:cxn>
                  <a:cxn ang="0">
                    <a:pos x="159" y="120"/>
                  </a:cxn>
                  <a:cxn ang="0">
                    <a:pos x="166" y="104"/>
                  </a:cxn>
                  <a:cxn ang="0">
                    <a:pos x="166" y="116"/>
                  </a:cxn>
                  <a:cxn ang="0">
                    <a:pos x="180" y="116"/>
                  </a:cxn>
                  <a:cxn ang="0">
                    <a:pos x="199" y="104"/>
                  </a:cxn>
                  <a:cxn ang="0">
                    <a:pos x="213" y="90"/>
                  </a:cxn>
                  <a:cxn ang="0">
                    <a:pos x="225" y="71"/>
                  </a:cxn>
                  <a:cxn ang="0">
                    <a:pos x="230" y="47"/>
                  </a:cxn>
                  <a:cxn ang="0">
                    <a:pos x="230" y="35"/>
                  </a:cxn>
                  <a:cxn ang="0">
                    <a:pos x="235" y="19"/>
                  </a:cxn>
                  <a:cxn ang="0">
                    <a:pos x="244" y="9"/>
                  </a:cxn>
                  <a:cxn ang="0">
                    <a:pos x="256" y="14"/>
                  </a:cxn>
                  <a:cxn ang="0">
                    <a:pos x="247" y="4"/>
                  </a:cxn>
                  <a:cxn ang="0">
                    <a:pos x="263" y="4"/>
                  </a:cxn>
                  <a:cxn ang="0">
                    <a:pos x="265" y="28"/>
                  </a:cxn>
                  <a:cxn ang="0">
                    <a:pos x="273" y="47"/>
                  </a:cxn>
                  <a:cxn ang="0">
                    <a:pos x="268" y="66"/>
                  </a:cxn>
                  <a:cxn ang="0">
                    <a:pos x="263" y="85"/>
                  </a:cxn>
                  <a:cxn ang="0">
                    <a:pos x="251" y="92"/>
                  </a:cxn>
                  <a:cxn ang="0">
                    <a:pos x="251" y="118"/>
                  </a:cxn>
                  <a:cxn ang="0">
                    <a:pos x="244" y="137"/>
                  </a:cxn>
                  <a:cxn ang="0">
                    <a:pos x="239" y="154"/>
                  </a:cxn>
                  <a:cxn ang="0">
                    <a:pos x="228" y="170"/>
                  </a:cxn>
                  <a:cxn ang="0">
                    <a:pos x="220" y="161"/>
                  </a:cxn>
                </a:cxnLst>
                <a:rect l="0" t="0" r="r" b="b"/>
                <a:pathLst>
                  <a:path w="275" h="270">
                    <a:moveTo>
                      <a:pt x="211" y="168"/>
                    </a:moveTo>
                    <a:lnTo>
                      <a:pt x="211" y="168"/>
                    </a:lnTo>
                    <a:lnTo>
                      <a:pt x="211" y="170"/>
                    </a:lnTo>
                    <a:lnTo>
                      <a:pt x="211" y="170"/>
                    </a:lnTo>
                    <a:lnTo>
                      <a:pt x="211" y="170"/>
                    </a:lnTo>
                    <a:lnTo>
                      <a:pt x="211" y="170"/>
                    </a:lnTo>
                    <a:lnTo>
                      <a:pt x="211" y="170"/>
                    </a:lnTo>
                    <a:lnTo>
                      <a:pt x="211" y="173"/>
                    </a:lnTo>
                    <a:lnTo>
                      <a:pt x="211" y="173"/>
                    </a:lnTo>
                    <a:lnTo>
                      <a:pt x="209" y="173"/>
                    </a:lnTo>
                    <a:lnTo>
                      <a:pt x="209" y="175"/>
                    </a:lnTo>
                    <a:lnTo>
                      <a:pt x="209" y="175"/>
                    </a:lnTo>
                    <a:lnTo>
                      <a:pt x="209" y="175"/>
                    </a:lnTo>
                    <a:lnTo>
                      <a:pt x="209" y="177"/>
                    </a:lnTo>
                    <a:lnTo>
                      <a:pt x="206" y="177"/>
                    </a:lnTo>
                    <a:lnTo>
                      <a:pt x="206" y="177"/>
                    </a:lnTo>
                    <a:lnTo>
                      <a:pt x="206" y="177"/>
                    </a:lnTo>
                    <a:lnTo>
                      <a:pt x="206" y="177"/>
                    </a:lnTo>
                    <a:lnTo>
                      <a:pt x="204" y="177"/>
                    </a:lnTo>
                    <a:lnTo>
                      <a:pt x="204" y="177"/>
                    </a:lnTo>
                    <a:lnTo>
                      <a:pt x="204" y="177"/>
                    </a:lnTo>
                    <a:lnTo>
                      <a:pt x="204" y="177"/>
                    </a:lnTo>
                    <a:lnTo>
                      <a:pt x="204" y="175"/>
                    </a:lnTo>
                    <a:lnTo>
                      <a:pt x="202" y="175"/>
                    </a:lnTo>
                    <a:lnTo>
                      <a:pt x="202" y="175"/>
                    </a:lnTo>
                    <a:lnTo>
                      <a:pt x="202" y="173"/>
                    </a:lnTo>
                    <a:lnTo>
                      <a:pt x="204" y="173"/>
                    </a:lnTo>
                    <a:lnTo>
                      <a:pt x="204" y="173"/>
                    </a:lnTo>
                    <a:lnTo>
                      <a:pt x="204" y="170"/>
                    </a:lnTo>
                    <a:lnTo>
                      <a:pt x="204" y="170"/>
                    </a:lnTo>
                    <a:lnTo>
                      <a:pt x="204" y="170"/>
                    </a:lnTo>
                    <a:lnTo>
                      <a:pt x="204" y="168"/>
                    </a:lnTo>
                    <a:lnTo>
                      <a:pt x="204" y="168"/>
                    </a:lnTo>
                    <a:lnTo>
                      <a:pt x="204" y="165"/>
                    </a:lnTo>
                    <a:lnTo>
                      <a:pt x="204" y="165"/>
                    </a:lnTo>
                    <a:lnTo>
                      <a:pt x="204" y="165"/>
                    </a:lnTo>
                    <a:lnTo>
                      <a:pt x="204" y="165"/>
                    </a:lnTo>
                    <a:lnTo>
                      <a:pt x="204" y="165"/>
                    </a:lnTo>
                    <a:lnTo>
                      <a:pt x="204" y="165"/>
                    </a:lnTo>
                    <a:lnTo>
                      <a:pt x="204" y="163"/>
                    </a:lnTo>
                    <a:lnTo>
                      <a:pt x="202" y="163"/>
                    </a:lnTo>
                    <a:lnTo>
                      <a:pt x="202" y="163"/>
                    </a:lnTo>
                    <a:lnTo>
                      <a:pt x="202" y="165"/>
                    </a:lnTo>
                    <a:lnTo>
                      <a:pt x="199" y="165"/>
                    </a:lnTo>
                    <a:lnTo>
                      <a:pt x="199" y="165"/>
                    </a:lnTo>
                    <a:lnTo>
                      <a:pt x="199" y="165"/>
                    </a:lnTo>
                    <a:lnTo>
                      <a:pt x="199" y="165"/>
                    </a:lnTo>
                    <a:lnTo>
                      <a:pt x="199" y="168"/>
                    </a:lnTo>
                    <a:lnTo>
                      <a:pt x="199" y="168"/>
                    </a:lnTo>
                    <a:lnTo>
                      <a:pt x="197" y="168"/>
                    </a:lnTo>
                    <a:lnTo>
                      <a:pt x="197" y="170"/>
                    </a:lnTo>
                    <a:lnTo>
                      <a:pt x="197" y="170"/>
                    </a:lnTo>
                    <a:lnTo>
                      <a:pt x="197" y="170"/>
                    </a:lnTo>
                    <a:lnTo>
                      <a:pt x="194" y="170"/>
                    </a:lnTo>
                    <a:lnTo>
                      <a:pt x="194" y="170"/>
                    </a:lnTo>
                    <a:lnTo>
                      <a:pt x="194" y="170"/>
                    </a:lnTo>
                    <a:lnTo>
                      <a:pt x="194" y="173"/>
                    </a:lnTo>
                    <a:lnTo>
                      <a:pt x="194" y="173"/>
                    </a:lnTo>
                    <a:lnTo>
                      <a:pt x="194" y="173"/>
                    </a:lnTo>
                    <a:lnTo>
                      <a:pt x="192" y="173"/>
                    </a:lnTo>
                    <a:lnTo>
                      <a:pt x="192" y="175"/>
                    </a:lnTo>
                    <a:lnTo>
                      <a:pt x="192" y="175"/>
                    </a:lnTo>
                    <a:lnTo>
                      <a:pt x="192" y="175"/>
                    </a:lnTo>
                    <a:lnTo>
                      <a:pt x="192" y="177"/>
                    </a:lnTo>
                    <a:lnTo>
                      <a:pt x="192" y="177"/>
                    </a:lnTo>
                    <a:lnTo>
                      <a:pt x="192" y="177"/>
                    </a:lnTo>
                    <a:lnTo>
                      <a:pt x="190" y="177"/>
                    </a:lnTo>
                    <a:lnTo>
                      <a:pt x="190" y="177"/>
                    </a:lnTo>
                    <a:lnTo>
                      <a:pt x="190" y="177"/>
                    </a:lnTo>
                    <a:lnTo>
                      <a:pt x="187" y="177"/>
                    </a:lnTo>
                    <a:lnTo>
                      <a:pt x="187" y="177"/>
                    </a:lnTo>
                    <a:lnTo>
                      <a:pt x="187" y="177"/>
                    </a:lnTo>
                    <a:lnTo>
                      <a:pt x="185" y="177"/>
                    </a:lnTo>
                    <a:lnTo>
                      <a:pt x="185" y="177"/>
                    </a:lnTo>
                    <a:lnTo>
                      <a:pt x="185" y="177"/>
                    </a:lnTo>
                    <a:lnTo>
                      <a:pt x="183" y="177"/>
                    </a:lnTo>
                    <a:lnTo>
                      <a:pt x="183" y="177"/>
                    </a:lnTo>
                    <a:lnTo>
                      <a:pt x="180" y="177"/>
                    </a:lnTo>
                    <a:lnTo>
                      <a:pt x="180" y="177"/>
                    </a:lnTo>
                    <a:lnTo>
                      <a:pt x="180" y="177"/>
                    </a:lnTo>
                    <a:lnTo>
                      <a:pt x="180" y="175"/>
                    </a:lnTo>
                    <a:lnTo>
                      <a:pt x="178" y="175"/>
                    </a:lnTo>
                    <a:lnTo>
                      <a:pt x="178" y="175"/>
                    </a:lnTo>
                    <a:lnTo>
                      <a:pt x="178" y="175"/>
                    </a:lnTo>
                    <a:lnTo>
                      <a:pt x="176" y="175"/>
                    </a:lnTo>
                    <a:lnTo>
                      <a:pt x="176" y="175"/>
                    </a:lnTo>
                    <a:lnTo>
                      <a:pt x="176" y="177"/>
                    </a:lnTo>
                    <a:lnTo>
                      <a:pt x="173" y="177"/>
                    </a:lnTo>
                    <a:lnTo>
                      <a:pt x="173" y="177"/>
                    </a:lnTo>
                    <a:lnTo>
                      <a:pt x="173" y="177"/>
                    </a:lnTo>
                    <a:lnTo>
                      <a:pt x="171" y="177"/>
                    </a:lnTo>
                    <a:lnTo>
                      <a:pt x="171" y="177"/>
                    </a:lnTo>
                    <a:lnTo>
                      <a:pt x="171" y="177"/>
                    </a:lnTo>
                    <a:lnTo>
                      <a:pt x="171" y="177"/>
                    </a:lnTo>
                    <a:lnTo>
                      <a:pt x="168" y="177"/>
                    </a:lnTo>
                    <a:lnTo>
                      <a:pt x="168" y="177"/>
                    </a:lnTo>
                    <a:lnTo>
                      <a:pt x="166" y="177"/>
                    </a:lnTo>
                    <a:lnTo>
                      <a:pt x="166" y="180"/>
                    </a:lnTo>
                    <a:lnTo>
                      <a:pt x="166" y="180"/>
                    </a:lnTo>
                    <a:lnTo>
                      <a:pt x="166" y="180"/>
                    </a:lnTo>
                    <a:lnTo>
                      <a:pt x="164" y="180"/>
                    </a:lnTo>
                    <a:lnTo>
                      <a:pt x="164" y="177"/>
                    </a:lnTo>
                    <a:lnTo>
                      <a:pt x="166" y="177"/>
                    </a:lnTo>
                    <a:lnTo>
                      <a:pt x="166" y="177"/>
                    </a:lnTo>
                    <a:lnTo>
                      <a:pt x="166" y="177"/>
                    </a:lnTo>
                    <a:lnTo>
                      <a:pt x="166" y="175"/>
                    </a:lnTo>
                    <a:lnTo>
                      <a:pt x="166" y="175"/>
                    </a:lnTo>
                    <a:lnTo>
                      <a:pt x="164" y="175"/>
                    </a:lnTo>
                    <a:lnTo>
                      <a:pt x="164" y="175"/>
                    </a:lnTo>
                    <a:lnTo>
                      <a:pt x="164" y="175"/>
                    </a:lnTo>
                    <a:lnTo>
                      <a:pt x="164" y="175"/>
                    </a:lnTo>
                    <a:lnTo>
                      <a:pt x="161" y="175"/>
                    </a:lnTo>
                    <a:lnTo>
                      <a:pt x="161" y="173"/>
                    </a:lnTo>
                    <a:lnTo>
                      <a:pt x="161" y="173"/>
                    </a:lnTo>
                    <a:lnTo>
                      <a:pt x="161" y="170"/>
                    </a:lnTo>
                    <a:lnTo>
                      <a:pt x="161" y="170"/>
                    </a:lnTo>
                    <a:lnTo>
                      <a:pt x="161" y="170"/>
                    </a:lnTo>
                    <a:lnTo>
                      <a:pt x="161" y="170"/>
                    </a:lnTo>
                    <a:lnTo>
                      <a:pt x="161" y="168"/>
                    </a:lnTo>
                    <a:lnTo>
                      <a:pt x="161" y="168"/>
                    </a:lnTo>
                    <a:lnTo>
                      <a:pt x="159" y="168"/>
                    </a:lnTo>
                    <a:lnTo>
                      <a:pt x="159" y="168"/>
                    </a:lnTo>
                    <a:lnTo>
                      <a:pt x="159" y="168"/>
                    </a:lnTo>
                    <a:lnTo>
                      <a:pt x="159" y="168"/>
                    </a:lnTo>
                    <a:lnTo>
                      <a:pt x="159" y="170"/>
                    </a:lnTo>
                    <a:lnTo>
                      <a:pt x="159" y="170"/>
                    </a:lnTo>
                    <a:lnTo>
                      <a:pt x="159" y="170"/>
                    </a:lnTo>
                    <a:lnTo>
                      <a:pt x="157" y="170"/>
                    </a:lnTo>
                    <a:lnTo>
                      <a:pt x="157" y="173"/>
                    </a:lnTo>
                    <a:lnTo>
                      <a:pt x="157" y="173"/>
                    </a:lnTo>
                    <a:lnTo>
                      <a:pt x="157" y="173"/>
                    </a:lnTo>
                    <a:lnTo>
                      <a:pt x="157" y="173"/>
                    </a:lnTo>
                    <a:lnTo>
                      <a:pt x="157" y="175"/>
                    </a:lnTo>
                    <a:lnTo>
                      <a:pt x="157" y="175"/>
                    </a:lnTo>
                    <a:lnTo>
                      <a:pt x="157" y="175"/>
                    </a:lnTo>
                    <a:lnTo>
                      <a:pt x="157" y="177"/>
                    </a:lnTo>
                    <a:lnTo>
                      <a:pt x="157" y="177"/>
                    </a:lnTo>
                    <a:lnTo>
                      <a:pt x="159" y="177"/>
                    </a:lnTo>
                    <a:lnTo>
                      <a:pt x="159" y="177"/>
                    </a:lnTo>
                    <a:lnTo>
                      <a:pt x="159" y="177"/>
                    </a:lnTo>
                    <a:lnTo>
                      <a:pt x="159" y="177"/>
                    </a:lnTo>
                    <a:lnTo>
                      <a:pt x="159" y="180"/>
                    </a:lnTo>
                    <a:lnTo>
                      <a:pt x="161" y="180"/>
                    </a:lnTo>
                    <a:lnTo>
                      <a:pt x="161" y="180"/>
                    </a:lnTo>
                    <a:lnTo>
                      <a:pt x="164" y="180"/>
                    </a:lnTo>
                    <a:lnTo>
                      <a:pt x="164" y="177"/>
                    </a:lnTo>
                    <a:lnTo>
                      <a:pt x="164" y="177"/>
                    </a:lnTo>
                    <a:lnTo>
                      <a:pt x="164" y="180"/>
                    </a:lnTo>
                    <a:lnTo>
                      <a:pt x="164" y="180"/>
                    </a:lnTo>
                    <a:lnTo>
                      <a:pt x="164" y="180"/>
                    </a:lnTo>
                    <a:lnTo>
                      <a:pt x="164" y="180"/>
                    </a:lnTo>
                    <a:lnTo>
                      <a:pt x="164" y="182"/>
                    </a:lnTo>
                    <a:lnTo>
                      <a:pt x="164" y="182"/>
                    </a:lnTo>
                    <a:lnTo>
                      <a:pt x="164" y="182"/>
                    </a:lnTo>
                    <a:lnTo>
                      <a:pt x="164" y="184"/>
                    </a:lnTo>
                    <a:lnTo>
                      <a:pt x="164" y="184"/>
                    </a:lnTo>
                    <a:lnTo>
                      <a:pt x="164" y="187"/>
                    </a:lnTo>
                    <a:lnTo>
                      <a:pt x="164" y="187"/>
                    </a:lnTo>
                    <a:lnTo>
                      <a:pt x="164" y="187"/>
                    </a:lnTo>
                    <a:lnTo>
                      <a:pt x="161" y="187"/>
                    </a:lnTo>
                    <a:lnTo>
                      <a:pt x="161" y="187"/>
                    </a:lnTo>
                    <a:lnTo>
                      <a:pt x="161" y="187"/>
                    </a:lnTo>
                    <a:lnTo>
                      <a:pt x="159" y="187"/>
                    </a:lnTo>
                    <a:lnTo>
                      <a:pt x="159" y="184"/>
                    </a:lnTo>
                    <a:lnTo>
                      <a:pt x="159" y="184"/>
                    </a:lnTo>
                    <a:lnTo>
                      <a:pt x="159" y="187"/>
                    </a:lnTo>
                    <a:lnTo>
                      <a:pt x="159" y="187"/>
                    </a:lnTo>
                    <a:lnTo>
                      <a:pt x="157" y="187"/>
                    </a:lnTo>
                    <a:lnTo>
                      <a:pt x="157" y="187"/>
                    </a:lnTo>
                    <a:lnTo>
                      <a:pt x="157" y="187"/>
                    </a:lnTo>
                    <a:lnTo>
                      <a:pt x="157" y="187"/>
                    </a:lnTo>
                    <a:lnTo>
                      <a:pt x="154" y="187"/>
                    </a:lnTo>
                    <a:lnTo>
                      <a:pt x="154" y="187"/>
                    </a:lnTo>
                    <a:lnTo>
                      <a:pt x="152" y="187"/>
                    </a:lnTo>
                    <a:lnTo>
                      <a:pt x="152" y="189"/>
                    </a:lnTo>
                    <a:lnTo>
                      <a:pt x="152" y="189"/>
                    </a:lnTo>
                    <a:lnTo>
                      <a:pt x="152" y="189"/>
                    </a:lnTo>
                    <a:lnTo>
                      <a:pt x="152" y="189"/>
                    </a:lnTo>
                    <a:lnTo>
                      <a:pt x="152" y="189"/>
                    </a:lnTo>
                    <a:lnTo>
                      <a:pt x="149" y="189"/>
                    </a:lnTo>
                    <a:lnTo>
                      <a:pt x="149" y="192"/>
                    </a:lnTo>
                    <a:lnTo>
                      <a:pt x="149" y="192"/>
                    </a:lnTo>
                    <a:lnTo>
                      <a:pt x="149" y="194"/>
                    </a:lnTo>
                    <a:lnTo>
                      <a:pt x="149" y="194"/>
                    </a:lnTo>
                    <a:lnTo>
                      <a:pt x="149" y="194"/>
                    </a:lnTo>
                    <a:lnTo>
                      <a:pt x="147" y="194"/>
                    </a:lnTo>
                    <a:lnTo>
                      <a:pt x="147" y="196"/>
                    </a:lnTo>
                    <a:lnTo>
                      <a:pt x="147" y="196"/>
                    </a:lnTo>
                    <a:lnTo>
                      <a:pt x="147" y="196"/>
                    </a:lnTo>
                    <a:lnTo>
                      <a:pt x="147" y="196"/>
                    </a:lnTo>
                    <a:lnTo>
                      <a:pt x="145" y="196"/>
                    </a:lnTo>
                    <a:lnTo>
                      <a:pt x="145" y="199"/>
                    </a:lnTo>
                    <a:lnTo>
                      <a:pt x="145" y="199"/>
                    </a:lnTo>
                    <a:lnTo>
                      <a:pt x="145" y="199"/>
                    </a:lnTo>
                    <a:lnTo>
                      <a:pt x="145" y="199"/>
                    </a:lnTo>
                    <a:lnTo>
                      <a:pt x="145" y="199"/>
                    </a:lnTo>
                    <a:lnTo>
                      <a:pt x="145" y="201"/>
                    </a:lnTo>
                    <a:lnTo>
                      <a:pt x="145" y="201"/>
                    </a:lnTo>
                    <a:lnTo>
                      <a:pt x="145" y="203"/>
                    </a:lnTo>
                    <a:lnTo>
                      <a:pt x="145" y="203"/>
                    </a:lnTo>
                    <a:lnTo>
                      <a:pt x="142" y="203"/>
                    </a:lnTo>
                    <a:lnTo>
                      <a:pt x="142" y="203"/>
                    </a:lnTo>
                    <a:lnTo>
                      <a:pt x="142" y="206"/>
                    </a:lnTo>
                    <a:lnTo>
                      <a:pt x="140" y="206"/>
                    </a:lnTo>
                    <a:lnTo>
                      <a:pt x="140" y="206"/>
                    </a:lnTo>
                    <a:lnTo>
                      <a:pt x="140" y="208"/>
                    </a:lnTo>
                    <a:lnTo>
                      <a:pt x="140" y="208"/>
                    </a:lnTo>
                    <a:lnTo>
                      <a:pt x="140" y="208"/>
                    </a:lnTo>
                    <a:lnTo>
                      <a:pt x="138" y="208"/>
                    </a:lnTo>
                    <a:lnTo>
                      <a:pt x="138" y="206"/>
                    </a:lnTo>
                    <a:lnTo>
                      <a:pt x="138" y="206"/>
                    </a:lnTo>
                    <a:lnTo>
                      <a:pt x="138" y="206"/>
                    </a:lnTo>
                    <a:lnTo>
                      <a:pt x="135" y="206"/>
                    </a:lnTo>
                    <a:lnTo>
                      <a:pt x="135" y="206"/>
                    </a:lnTo>
                    <a:lnTo>
                      <a:pt x="135" y="206"/>
                    </a:lnTo>
                    <a:lnTo>
                      <a:pt x="133" y="206"/>
                    </a:lnTo>
                    <a:lnTo>
                      <a:pt x="133" y="206"/>
                    </a:lnTo>
                    <a:lnTo>
                      <a:pt x="133" y="206"/>
                    </a:lnTo>
                    <a:lnTo>
                      <a:pt x="133" y="203"/>
                    </a:lnTo>
                    <a:lnTo>
                      <a:pt x="131" y="203"/>
                    </a:lnTo>
                    <a:lnTo>
                      <a:pt x="131" y="203"/>
                    </a:lnTo>
                    <a:lnTo>
                      <a:pt x="131" y="203"/>
                    </a:lnTo>
                    <a:lnTo>
                      <a:pt x="131" y="201"/>
                    </a:lnTo>
                    <a:lnTo>
                      <a:pt x="131" y="201"/>
                    </a:lnTo>
                    <a:lnTo>
                      <a:pt x="128" y="201"/>
                    </a:lnTo>
                    <a:lnTo>
                      <a:pt x="128" y="201"/>
                    </a:lnTo>
                    <a:lnTo>
                      <a:pt x="128" y="199"/>
                    </a:lnTo>
                    <a:lnTo>
                      <a:pt x="128" y="199"/>
                    </a:lnTo>
                    <a:lnTo>
                      <a:pt x="128" y="199"/>
                    </a:lnTo>
                    <a:lnTo>
                      <a:pt x="126" y="199"/>
                    </a:lnTo>
                    <a:lnTo>
                      <a:pt x="126" y="199"/>
                    </a:lnTo>
                    <a:lnTo>
                      <a:pt x="126" y="199"/>
                    </a:lnTo>
                    <a:lnTo>
                      <a:pt x="126" y="196"/>
                    </a:lnTo>
                    <a:lnTo>
                      <a:pt x="126" y="196"/>
                    </a:lnTo>
                    <a:lnTo>
                      <a:pt x="126" y="196"/>
                    </a:lnTo>
                    <a:lnTo>
                      <a:pt x="123" y="196"/>
                    </a:lnTo>
                    <a:lnTo>
                      <a:pt x="123" y="196"/>
                    </a:lnTo>
                    <a:lnTo>
                      <a:pt x="123" y="194"/>
                    </a:lnTo>
                    <a:lnTo>
                      <a:pt x="123" y="194"/>
                    </a:lnTo>
                    <a:lnTo>
                      <a:pt x="123" y="192"/>
                    </a:lnTo>
                    <a:lnTo>
                      <a:pt x="123" y="192"/>
                    </a:lnTo>
                    <a:lnTo>
                      <a:pt x="123" y="192"/>
                    </a:lnTo>
                    <a:lnTo>
                      <a:pt x="123" y="189"/>
                    </a:lnTo>
                    <a:lnTo>
                      <a:pt x="123" y="189"/>
                    </a:lnTo>
                    <a:lnTo>
                      <a:pt x="123" y="189"/>
                    </a:lnTo>
                    <a:lnTo>
                      <a:pt x="123" y="189"/>
                    </a:lnTo>
                    <a:lnTo>
                      <a:pt x="123" y="189"/>
                    </a:lnTo>
                    <a:lnTo>
                      <a:pt x="126" y="189"/>
                    </a:lnTo>
                    <a:lnTo>
                      <a:pt x="126" y="187"/>
                    </a:lnTo>
                    <a:lnTo>
                      <a:pt x="123" y="187"/>
                    </a:lnTo>
                    <a:lnTo>
                      <a:pt x="123" y="187"/>
                    </a:lnTo>
                    <a:lnTo>
                      <a:pt x="123" y="187"/>
                    </a:lnTo>
                    <a:lnTo>
                      <a:pt x="123" y="187"/>
                    </a:lnTo>
                    <a:lnTo>
                      <a:pt x="121" y="187"/>
                    </a:lnTo>
                    <a:lnTo>
                      <a:pt x="121" y="187"/>
                    </a:lnTo>
                    <a:lnTo>
                      <a:pt x="121" y="187"/>
                    </a:lnTo>
                    <a:lnTo>
                      <a:pt x="119" y="187"/>
                    </a:lnTo>
                    <a:lnTo>
                      <a:pt x="119" y="187"/>
                    </a:lnTo>
                    <a:lnTo>
                      <a:pt x="119" y="189"/>
                    </a:lnTo>
                    <a:lnTo>
                      <a:pt x="119" y="189"/>
                    </a:lnTo>
                    <a:lnTo>
                      <a:pt x="119" y="189"/>
                    </a:lnTo>
                    <a:lnTo>
                      <a:pt x="119" y="189"/>
                    </a:lnTo>
                    <a:lnTo>
                      <a:pt x="116" y="189"/>
                    </a:lnTo>
                    <a:lnTo>
                      <a:pt x="116" y="189"/>
                    </a:lnTo>
                    <a:lnTo>
                      <a:pt x="116" y="187"/>
                    </a:lnTo>
                    <a:lnTo>
                      <a:pt x="114" y="187"/>
                    </a:lnTo>
                    <a:lnTo>
                      <a:pt x="114" y="189"/>
                    </a:lnTo>
                    <a:lnTo>
                      <a:pt x="114" y="189"/>
                    </a:lnTo>
                    <a:lnTo>
                      <a:pt x="114" y="189"/>
                    </a:lnTo>
                    <a:lnTo>
                      <a:pt x="114" y="189"/>
                    </a:lnTo>
                    <a:lnTo>
                      <a:pt x="114" y="192"/>
                    </a:lnTo>
                    <a:lnTo>
                      <a:pt x="114" y="192"/>
                    </a:lnTo>
                    <a:lnTo>
                      <a:pt x="114" y="192"/>
                    </a:lnTo>
                    <a:lnTo>
                      <a:pt x="116" y="192"/>
                    </a:lnTo>
                    <a:lnTo>
                      <a:pt x="116" y="194"/>
                    </a:lnTo>
                    <a:lnTo>
                      <a:pt x="116" y="194"/>
                    </a:lnTo>
                    <a:lnTo>
                      <a:pt x="116" y="196"/>
                    </a:lnTo>
                    <a:lnTo>
                      <a:pt x="116" y="196"/>
                    </a:lnTo>
                    <a:lnTo>
                      <a:pt x="119" y="196"/>
                    </a:lnTo>
                    <a:lnTo>
                      <a:pt x="119" y="196"/>
                    </a:lnTo>
                    <a:lnTo>
                      <a:pt x="119" y="196"/>
                    </a:lnTo>
                    <a:lnTo>
                      <a:pt x="119" y="196"/>
                    </a:lnTo>
                    <a:lnTo>
                      <a:pt x="116" y="196"/>
                    </a:lnTo>
                    <a:lnTo>
                      <a:pt x="116" y="199"/>
                    </a:lnTo>
                    <a:lnTo>
                      <a:pt x="116" y="199"/>
                    </a:lnTo>
                    <a:lnTo>
                      <a:pt x="114" y="199"/>
                    </a:lnTo>
                    <a:lnTo>
                      <a:pt x="114" y="199"/>
                    </a:lnTo>
                    <a:lnTo>
                      <a:pt x="114" y="199"/>
                    </a:lnTo>
                    <a:lnTo>
                      <a:pt x="114" y="199"/>
                    </a:lnTo>
                    <a:lnTo>
                      <a:pt x="114" y="199"/>
                    </a:lnTo>
                    <a:lnTo>
                      <a:pt x="112" y="199"/>
                    </a:lnTo>
                    <a:lnTo>
                      <a:pt x="112" y="201"/>
                    </a:lnTo>
                    <a:lnTo>
                      <a:pt x="112" y="201"/>
                    </a:lnTo>
                    <a:lnTo>
                      <a:pt x="112" y="201"/>
                    </a:lnTo>
                    <a:lnTo>
                      <a:pt x="112" y="201"/>
                    </a:lnTo>
                    <a:lnTo>
                      <a:pt x="109" y="201"/>
                    </a:lnTo>
                    <a:lnTo>
                      <a:pt x="109" y="203"/>
                    </a:lnTo>
                    <a:lnTo>
                      <a:pt x="109" y="203"/>
                    </a:lnTo>
                    <a:lnTo>
                      <a:pt x="109" y="203"/>
                    </a:lnTo>
                    <a:lnTo>
                      <a:pt x="107" y="203"/>
                    </a:lnTo>
                    <a:lnTo>
                      <a:pt x="107" y="206"/>
                    </a:lnTo>
                    <a:lnTo>
                      <a:pt x="107" y="206"/>
                    </a:lnTo>
                    <a:lnTo>
                      <a:pt x="107" y="206"/>
                    </a:lnTo>
                    <a:lnTo>
                      <a:pt x="107" y="206"/>
                    </a:lnTo>
                    <a:lnTo>
                      <a:pt x="107" y="208"/>
                    </a:lnTo>
                    <a:lnTo>
                      <a:pt x="107" y="208"/>
                    </a:lnTo>
                    <a:lnTo>
                      <a:pt x="107" y="210"/>
                    </a:lnTo>
                    <a:lnTo>
                      <a:pt x="105" y="210"/>
                    </a:lnTo>
                    <a:lnTo>
                      <a:pt x="105" y="210"/>
                    </a:lnTo>
                    <a:lnTo>
                      <a:pt x="105" y="210"/>
                    </a:lnTo>
                    <a:lnTo>
                      <a:pt x="105" y="213"/>
                    </a:lnTo>
                    <a:lnTo>
                      <a:pt x="105" y="213"/>
                    </a:lnTo>
                    <a:lnTo>
                      <a:pt x="105" y="210"/>
                    </a:lnTo>
                    <a:lnTo>
                      <a:pt x="105" y="210"/>
                    </a:lnTo>
                    <a:lnTo>
                      <a:pt x="105" y="210"/>
                    </a:lnTo>
                    <a:lnTo>
                      <a:pt x="102" y="210"/>
                    </a:lnTo>
                    <a:lnTo>
                      <a:pt x="102" y="210"/>
                    </a:lnTo>
                    <a:lnTo>
                      <a:pt x="102" y="210"/>
                    </a:lnTo>
                    <a:lnTo>
                      <a:pt x="100" y="210"/>
                    </a:lnTo>
                    <a:lnTo>
                      <a:pt x="100" y="208"/>
                    </a:lnTo>
                    <a:lnTo>
                      <a:pt x="100" y="208"/>
                    </a:lnTo>
                    <a:lnTo>
                      <a:pt x="100" y="208"/>
                    </a:lnTo>
                    <a:lnTo>
                      <a:pt x="100" y="208"/>
                    </a:lnTo>
                    <a:lnTo>
                      <a:pt x="100" y="206"/>
                    </a:lnTo>
                    <a:lnTo>
                      <a:pt x="97" y="206"/>
                    </a:lnTo>
                    <a:lnTo>
                      <a:pt x="97" y="206"/>
                    </a:lnTo>
                    <a:lnTo>
                      <a:pt x="97" y="206"/>
                    </a:lnTo>
                    <a:lnTo>
                      <a:pt x="97" y="206"/>
                    </a:lnTo>
                    <a:lnTo>
                      <a:pt x="95" y="206"/>
                    </a:lnTo>
                    <a:lnTo>
                      <a:pt x="95" y="206"/>
                    </a:lnTo>
                    <a:lnTo>
                      <a:pt x="93" y="206"/>
                    </a:lnTo>
                    <a:lnTo>
                      <a:pt x="93" y="206"/>
                    </a:lnTo>
                    <a:lnTo>
                      <a:pt x="93" y="206"/>
                    </a:lnTo>
                    <a:lnTo>
                      <a:pt x="93" y="206"/>
                    </a:lnTo>
                    <a:lnTo>
                      <a:pt x="90" y="206"/>
                    </a:lnTo>
                    <a:lnTo>
                      <a:pt x="90" y="206"/>
                    </a:lnTo>
                    <a:lnTo>
                      <a:pt x="90" y="208"/>
                    </a:lnTo>
                    <a:lnTo>
                      <a:pt x="90" y="208"/>
                    </a:lnTo>
                    <a:lnTo>
                      <a:pt x="90" y="208"/>
                    </a:lnTo>
                    <a:lnTo>
                      <a:pt x="88" y="208"/>
                    </a:lnTo>
                    <a:lnTo>
                      <a:pt x="88" y="208"/>
                    </a:lnTo>
                    <a:lnTo>
                      <a:pt x="86" y="208"/>
                    </a:lnTo>
                    <a:lnTo>
                      <a:pt x="86" y="210"/>
                    </a:lnTo>
                    <a:lnTo>
                      <a:pt x="86" y="210"/>
                    </a:lnTo>
                    <a:lnTo>
                      <a:pt x="86" y="210"/>
                    </a:lnTo>
                    <a:lnTo>
                      <a:pt x="86" y="210"/>
                    </a:lnTo>
                    <a:lnTo>
                      <a:pt x="86" y="213"/>
                    </a:lnTo>
                    <a:lnTo>
                      <a:pt x="86" y="213"/>
                    </a:lnTo>
                    <a:lnTo>
                      <a:pt x="86" y="213"/>
                    </a:lnTo>
                    <a:lnTo>
                      <a:pt x="86" y="215"/>
                    </a:lnTo>
                    <a:lnTo>
                      <a:pt x="83" y="215"/>
                    </a:lnTo>
                    <a:lnTo>
                      <a:pt x="83" y="215"/>
                    </a:lnTo>
                    <a:lnTo>
                      <a:pt x="83" y="215"/>
                    </a:lnTo>
                    <a:lnTo>
                      <a:pt x="83" y="215"/>
                    </a:lnTo>
                    <a:lnTo>
                      <a:pt x="83" y="218"/>
                    </a:lnTo>
                    <a:lnTo>
                      <a:pt x="83" y="218"/>
                    </a:lnTo>
                    <a:lnTo>
                      <a:pt x="81" y="218"/>
                    </a:lnTo>
                    <a:lnTo>
                      <a:pt x="81" y="218"/>
                    </a:lnTo>
                    <a:lnTo>
                      <a:pt x="81" y="220"/>
                    </a:lnTo>
                    <a:lnTo>
                      <a:pt x="81" y="220"/>
                    </a:lnTo>
                    <a:lnTo>
                      <a:pt x="81" y="220"/>
                    </a:lnTo>
                    <a:lnTo>
                      <a:pt x="78" y="220"/>
                    </a:lnTo>
                    <a:lnTo>
                      <a:pt x="78" y="222"/>
                    </a:lnTo>
                    <a:lnTo>
                      <a:pt x="78" y="222"/>
                    </a:lnTo>
                    <a:lnTo>
                      <a:pt x="81" y="222"/>
                    </a:lnTo>
                    <a:lnTo>
                      <a:pt x="81" y="225"/>
                    </a:lnTo>
                    <a:lnTo>
                      <a:pt x="81" y="225"/>
                    </a:lnTo>
                    <a:lnTo>
                      <a:pt x="78" y="225"/>
                    </a:lnTo>
                    <a:lnTo>
                      <a:pt x="78" y="225"/>
                    </a:lnTo>
                    <a:lnTo>
                      <a:pt x="78" y="225"/>
                    </a:lnTo>
                    <a:lnTo>
                      <a:pt x="78" y="225"/>
                    </a:lnTo>
                    <a:lnTo>
                      <a:pt x="76" y="225"/>
                    </a:lnTo>
                    <a:lnTo>
                      <a:pt x="76" y="225"/>
                    </a:lnTo>
                    <a:lnTo>
                      <a:pt x="76" y="225"/>
                    </a:lnTo>
                    <a:lnTo>
                      <a:pt x="74" y="225"/>
                    </a:lnTo>
                    <a:lnTo>
                      <a:pt x="74" y="225"/>
                    </a:lnTo>
                    <a:lnTo>
                      <a:pt x="74" y="225"/>
                    </a:lnTo>
                    <a:lnTo>
                      <a:pt x="74" y="225"/>
                    </a:lnTo>
                    <a:lnTo>
                      <a:pt x="71" y="225"/>
                    </a:lnTo>
                    <a:lnTo>
                      <a:pt x="71" y="225"/>
                    </a:lnTo>
                    <a:lnTo>
                      <a:pt x="71" y="225"/>
                    </a:lnTo>
                    <a:lnTo>
                      <a:pt x="71" y="225"/>
                    </a:lnTo>
                    <a:lnTo>
                      <a:pt x="71" y="227"/>
                    </a:lnTo>
                    <a:lnTo>
                      <a:pt x="69" y="227"/>
                    </a:lnTo>
                    <a:lnTo>
                      <a:pt x="69" y="227"/>
                    </a:lnTo>
                    <a:lnTo>
                      <a:pt x="69" y="225"/>
                    </a:lnTo>
                    <a:lnTo>
                      <a:pt x="67" y="225"/>
                    </a:lnTo>
                    <a:lnTo>
                      <a:pt x="67" y="225"/>
                    </a:lnTo>
                    <a:lnTo>
                      <a:pt x="69" y="225"/>
                    </a:lnTo>
                    <a:lnTo>
                      <a:pt x="69" y="225"/>
                    </a:lnTo>
                    <a:lnTo>
                      <a:pt x="69" y="222"/>
                    </a:lnTo>
                    <a:lnTo>
                      <a:pt x="71" y="222"/>
                    </a:lnTo>
                    <a:lnTo>
                      <a:pt x="71" y="222"/>
                    </a:lnTo>
                    <a:lnTo>
                      <a:pt x="71" y="222"/>
                    </a:lnTo>
                    <a:lnTo>
                      <a:pt x="71" y="220"/>
                    </a:lnTo>
                    <a:lnTo>
                      <a:pt x="71" y="220"/>
                    </a:lnTo>
                    <a:lnTo>
                      <a:pt x="71" y="220"/>
                    </a:lnTo>
                    <a:lnTo>
                      <a:pt x="69" y="220"/>
                    </a:lnTo>
                    <a:lnTo>
                      <a:pt x="69" y="220"/>
                    </a:lnTo>
                    <a:lnTo>
                      <a:pt x="69" y="220"/>
                    </a:lnTo>
                    <a:lnTo>
                      <a:pt x="67" y="220"/>
                    </a:lnTo>
                    <a:lnTo>
                      <a:pt x="67" y="220"/>
                    </a:lnTo>
                    <a:lnTo>
                      <a:pt x="67" y="220"/>
                    </a:lnTo>
                    <a:lnTo>
                      <a:pt x="67" y="220"/>
                    </a:lnTo>
                    <a:lnTo>
                      <a:pt x="67" y="220"/>
                    </a:lnTo>
                    <a:lnTo>
                      <a:pt x="67" y="220"/>
                    </a:lnTo>
                    <a:lnTo>
                      <a:pt x="67" y="220"/>
                    </a:lnTo>
                    <a:lnTo>
                      <a:pt x="67" y="218"/>
                    </a:lnTo>
                    <a:lnTo>
                      <a:pt x="67" y="218"/>
                    </a:lnTo>
                    <a:lnTo>
                      <a:pt x="67" y="218"/>
                    </a:lnTo>
                    <a:lnTo>
                      <a:pt x="67" y="218"/>
                    </a:lnTo>
                    <a:lnTo>
                      <a:pt x="67" y="215"/>
                    </a:lnTo>
                    <a:lnTo>
                      <a:pt x="64" y="215"/>
                    </a:lnTo>
                    <a:lnTo>
                      <a:pt x="64" y="215"/>
                    </a:lnTo>
                    <a:lnTo>
                      <a:pt x="64" y="215"/>
                    </a:lnTo>
                    <a:lnTo>
                      <a:pt x="64" y="215"/>
                    </a:lnTo>
                    <a:lnTo>
                      <a:pt x="64" y="213"/>
                    </a:lnTo>
                    <a:lnTo>
                      <a:pt x="64" y="213"/>
                    </a:lnTo>
                    <a:lnTo>
                      <a:pt x="64" y="213"/>
                    </a:lnTo>
                    <a:lnTo>
                      <a:pt x="64" y="213"/>
                    </a:lnTo>
                    <a:lnTo>
                      <a:pt x="64" y="210"/>
                    </a:lnTo>
                    <a:lnTo>
                      <a:pt x="67" y="210"/>
                    </a:lnTo>
                    <a:lnTo>
                      <a:pt x="67" y="210"/>
                    </a:lnTo>
                    <a:lnTo>
                      <a:pt x="67" y="210"/>
                    </a:lnTo>
                    <a:lnTo>
                      <a:pt x="67" y="210"/>
                    </a:lnTo>
                    <a:lnTo>
                      <a:pt x="67" y="210"/>
                    </a:lnTo>
                    <a:lnTo>
                      <a:pt x="67" y="210"/>
                    </a:lnTo>
                    <a:lnTo>
                      <a:pt x="64" y="210"/>
                    </a:lnTo>
                    <a:lnTo>
                      <a:pt x="64" y="210"/>
                    </a:lnTo>
                    <a:lnTo>
                      <a:pt x="64" y="208"/>
                    </a:lnTo>
                    <a:lnTo>
                      <a:pt x="64" y="208"/>
                    </a:lnTo>
                    <a:lnTo>
                      <a:pt x="64" y="208"/>
                    </a:lnTo>
                    <a:lnTo>
                      <a:pt x="64" y="208"/>
                    </a:lnTo>
                    <a:lnTo>
                      <a:pt x="62" y="208"/>
                    </a:lnTo>
                    <a:lnTo>
                      <a:pt x="62" y="208"/>
                    </a:lnTo>
                    <a:lnTo>
                      <a:pt x="62" y="208"/>
                    </a:lnTo>
                    <a:lnTo>
                      <a:pt x="62" y="210"/>
                    </a:lnTo>
                    <a:lnTo>
                      <a:pt x="60" y="210"/>
                    </a:lnTo>
                    <a:lnTo>
                      <a:pt x="60" y="210"/>
                    </a:lnTo>
                    <a:lnTo>
                      <a:pt x="60" y="210"/>
                    </a:lnTo>
                    <a:lnTo>
                      <a:pt x="57" y="210"/>
                    </a:lnTo>
                    <a:lnTo>
                      <a:pt x="57" y="208"/>
                    </a:lnTo>
                    <a:lnTo>
                      <a:pt x="60" y="208"/>
                    </a:lnTo>
                    <a:lnTo>
                      <a:pt x="60" y="208"/>
                    </a:lnTo>
                    <a:lnTo>
                      <a:pt x="60" y="208"/>
                    </a:lnTo>
                    <a:lnTo>
                      <a:pt x="60" y="206"/>
                    </a:lnTo>
                    <a:lnTo>
                      <a:pt x="60" y="206"/>
                    </a:lnTo>
                    <a:lnTo>
                      <a:pt x="62" y="206"/>
                    </a:lnTo>
                    <a:lnTo>
                      <a:pt x="62" y="206"/>
                    </a:lnTo>
                    <a:lnTo>
                      <a:pt x="62" y="206"/>
                    </a:lnTo>
                    <a:lnTo>
                      <a:pt x="64" y="206"/>
                    </a:lnTo>
                    <a:lnTo>
                      <a:pt x="64" y="206"/>
                    </a:lnTo>
                    <a:lnTo>
                      <a:pt x="64" y="203"/>
                    </a:lnTo>
                    <a:lnTo>
                      <a:pt x="64" y="203"/>
                    </a:lnTo>
                    <a:lnTo>
                      <a:pt x="67" y="203"/>
                    </a:lnTo>
                    <a:lnTo>
                      <a:pt x="67" y="203"/>
                    </a:lnTo>
                    <a:lnTo>
                      <a:pt x="67" y="203"/>
                    </a:lnTo>
                    <a:lnTo>
                      <a:pt x="67" y="201"/>
                    </a:lnTo>
                    <a:lnTo>
                      <a:pt x="67" y="201"/>
                    </a:lnTo>
                    <a:lnTo>
                      <a:pt x="69" y="201"/>
                    </a:lnTo>
                    <a:lnTo>
                      <a:pt x="69" y="201"/>
                    </a:lnTo>
                    <a:lnTo>
                      <a:pt x="69" y="201"/>
                    </a:lnTo>
                    <a:lnTo>
                      <a:pt x="71" y="201"/>
                    </a:lnTo>
                    <a:lnTo>
                      <a:pt x="71" y="199"/>
                    </a:lnTo>
                    <a:lnTo>
                      <a:pt x="71" y="199"/>
                    </a:lnTo>
                    <a:lnTo>
                      <a:pt x="71" y="199"/>
                    </a:lnTo>
                    <a:lnTo>
                      <a:pt x="71" y="199"/>
                    </a:lnTo>
                    <a:lnTo>
                      <a:pt x="71" y="199"/>
                    </a:lnTo>
                    <a:lnTo>
                      <a:pt x="71" y="196"/>
                    </a:lnTo>
                    <a:lnTo>
                      <a:pt x="71" y="196"/>
                    </a:lnTo>
                    <a:lnTo>
                      <a:pt x="71" y="196"/>
                    </a:lnTo>
                    <a:lnTo>
                      <a:pt x="71" y="194"/>
                    </a:lnTo>
                    <a:lnTo>
                      <a:pt x="71" y="194"/>
                    </a:lnTo>
                    <a:lnTo>
                      <a:pt x="69" y="194"/>
                    </a:lnTo>
                    <a:lnTo>
                      <a:pt x="69" y="194"/>
                    </a:lnTo>
                    <a:lnTo>
                      <a:pt x="69" y="196"/>
                    </a:lnTo>
                    <a:lnTo>
                      <a:pt x="67" y="196"/>
                    </a:lnTo>
                    <a:lnTo>
                      <a:pt x="67" y="194"/>
                    </a:lnTo>
                    <a:lnTo>
                      <a:pt x="67" y="194"/>
                    </a:lnTo>
                    <a:lnTo>
                      <a:pt x="67" y="196"/>
                    </a:lnTo>
                    <a:lnTo>
                      <a:pt x="67" y="196"/>
                    </a:lnTo>
                    <a:lnTo>
                      <a:pt x="67" y="196"/>
                    </a:lnTo>
                    <a:lnTo>
                      <a:pt x="64" y="196"/>
                    </a:lnTo>
                    <a:lnTo>
                      <a:pt x="64" y="196"/>
                    </a:lnTo>
                    <a:lnTo>
                      <a:pt x="64" y="199"/>
                    </a:lnTo>
                    <a:lnTo>
                      <a:pt x="64" y="199"/>
                    </a:lnTo>
                    <a:lnTo>
                      <a:pt x="64" y="199"/>
                    </a:lnTo>
                    <a:lnTo>
                      <a:pt x="62" y="199"/>
                    </a:lnTo>
                    <a:lnTo>
                      <a:pt x="62" y="199"/>
                    </a:lnTo>
                    <a:lnTo>
                      <a:pt x="62" y="199"/>
                    </a:lnTo>
                    <a:lnTo>
                      <a:pt x="60" y="199"/>
                    </a:lnTo>
                    <a:lnTo>
                      <a:pt x="60" y="199"/>
                    </a:lnTo>
                    <a:lnTo>
                      <a:pt x="60" y="199"/>
                    </a:lnTo>
                    <a:lnTo>
                      <a:pt x="60" y="199"/>
                    </a:lnTo>
                    <a:lnTo>
                      <a:pt x="60" y="199"/>
                    </a:lnTo>
                    <a:lnTo>
                      <a:pt x="60" y="199"/>
                    </a:lnTo>
                    <a:lnTo>
                      <a:pt x="60" y="199"/>
                    </a:lnTo>
                    <a:lnTo>
                      <a:pt x="57" y="199"/>
                    </a:lnTo>
                    <a:lnTo>
                      <a:pt x="57" y="199"/>
                    </a:lnTo>
                    <a:lnTo>
                      <a:pt x="57" y="199"/>
                    </a:lnTo>
                    <a:lnTo>
                      <a:pt x="57" y="199"/>
                    </a:lnTo>
                    <a:lnTo>
                      <a:pt x="57" y="199"/>
                    </a:lnTo>
                    <a:lnTo>
                      <a:pt x="57" y="196"/>
                    </a:lnTo>
                    <a:lnTo>
                      <a:pt x="57" y="196"/>
                    </a:lnTo>
                    <a:lnTo>
                      <a:pt x="57" y="196"/>
                    </a:lnTo>
                    <a:lnTo>
                      <a:pt x="57" y="194"/>
                    </a:lnTo>
                    <a:lnTo>
                      <a:pt x="57" y="194"/>
                    </a:lnTo>
                    <a:lnTo>
                      <a:pt x="57" y="194"/>
                    </a:lnTo>
                    <a:lnTo>
                      <a:pt x="55" y="194"/>
                    </a:lnTo>
                    <a:lnTo>
                      <a:pt x="55" y="194"/>
                    </a:lnTo>
                    <a:lnTo>
                      <a:pt x="55" y="194"/>
                    </a:lnTo>
                    <a:lnTo>
                      <a:pt x="52" y="194"/>
                    </a:lnTo>
                    <a:lnTo>
                      <a:pt x="52" y="194"/>
                    </a:lnTo>
                    <a:lnTo>
                      <a:pt x="52" y="194"/>
                    </a:lnTo>
                    <a:lnTo>
                      <a:pt x="52" y="194"/>
                    </a:lnTo>
                    <a:lnTo>
                      <a:pt x="52" y="194"/>
                    </a:lnTo>
                    <a:lnTo>
                      <a:pt x="50" y="194"/>
                    </a:lnTo>
                    <a:lnTo>
                      <a:pt x="50" y="194"/>
                    </a:lnTo>
                    <a:lnTo>
                      <a:pt x="50" y="192"/>
                    </a:lnTo>
                    <a:lnTo>
                      <a:pt x="50" y="192"/>
                    </a:lnTo>
                    <a:lnTo>
                      <a:pt x="50" y="194"/>
                    </a:lnTo>
                    <a:lnTo>
                      <a:pt x="50" y="194"/>
                    </a:lnTo>
                    <a:lnTo>
                      <a:pt x="48" y="194"/>
                    </a:lnTo>
                    <a:lnTo>
                      <a:pt x="48" y="194"/>
                    </a:lnTo>
                    <a:lnTo>
                      <a:pt x="45" y="194"/>
                    </a:lnTo>
                    <a:lnTo>
                      <a:pt x="45" y="194"/>
                    </a:lnTo>
                    <a:lnTo>
                      <a:pt x="45" y="194"/>
                    </a:lnTo>
                    <a:lnTo>
                      <a:pt x="45" y="194"/>
                    </a:lnTo>
                    <a:lnTo>
                      <a:pt x="43" y="194"/>
                    </a:lnTo>
                    <a:lnTo>
                      <a:pt x="43" y="194"/>
                    </a:lnTo>
                    <a:lnTo>
                      <a:pt x="41" y="194"/>
                    </a:lnTo>
                    <a:lnTo>
                      <a:pt x="41" y="194"/>
                    </a:lnTo>
                    <a:lnTo>
                      <a:pt x="41" y="194"/>
                    </a:lnTo>
                    <a:lnTo>
                      <a:pt x="38" y="194"/>
                    </a:lnTo>
                    <a:lnTo>
                      <a:pt x="38" y="194"/>
                    </a:lnTo>
                    <a:lnTo>
                      <a:pt x="38" y="192"/>
                    </a:lnTo>
                    <a:lnTo>
                      <a:pt x="38" y="192"/>
                    </a:lnTo>
                    <a:lnTo>
                      <a:pt x="38" y="192"/>
                    </a:lnTo>
                    <a:lnTo>
                      <a:pt x="38" y="194"/>
                    </a:lnTo>
                    <a:lnTo>
                      <a:pt x="38" y="194"/>
                    </a:lnTo>
                    <a:lnTo>
                      <a:pt x="38" y="196"/>
                    </a:lnTo>
                    <a:lnTo>
                      <a:pt x="36" y="196"/>
                    </a:lnTo>
                    <a:lnTo>
                      <a:pt x="36" y="196"/>
                    </a:lnTo>
                    <a:lnTo>
                      <a:pt x="38" y="196"/>
                    </a:lnTo>
                    <a:lnTo>
                      <a:pt x="38" y="199"/>
                    </a:lnTo>
                    <a:lnTo>
                      <a:pt x="38" y="199"/>
                    </a:lnTo>
                    <a:lnTo>
                      <a:pt x="38" y="199"/>
                    </a:lnTo>
                    <a:lnTo>
                      <a:pt x="38" y="199"/>
                    </a:lnTo>
                    <a:lnTo>
                      <a:pt x="38" y="201"/>
                    </a:lnTo>
                    <a:lnTo>
                      <a:pt x="38" y="201"/>
                    </a:lnTo>
                    <a:lnTo>
                      <a:pt x="41" y="201"/>
                    </a:lnTo>
                    <a:lnTo>
                      <a:pt x="41" y="201"/>
                    </a:lnTo>
                    <a:lnTo>
                      <a:pt x="41" y="201"/>
                    </a:lnTo>
                    <a:lnTo>
                      <a:pt x="41" y="201"/>
                    </a:lnTo>
                    <a:lnTo>
                      <a:pt x="43" y="201"/>
                    </a:lnTo>
                    <a:lnTo>
                      <a:pt x="43" y="203"/>
                    </a:lnTo>
                    <a:lnTo>
                      <a:pt x="43" y="203"/>
                    </a:lnTo>
                    <a:lnTo>
                      <a:pt x="45" y="203"/>
                    </a:lnTo>
                    <a:lnTo>
                      <a:pt x="45" y="203"/>
                    </a:lnTo>
                    <a:lnTo>
                      <a:pt x="45" y="201"/>
                    </a:lnTo>
                    <a:lnTo>
                      <a:pt x="45" y="201"/>
                    </a:lnTo>
                    <a:lnTo>
                      <a:pt x="45" y="201"/>
                    </a:lnTo>
                    <a:lnTo>
                      <a:pt x="45" y="199"/>
                    </a:lnTo>
                    <a:lnTo>
                      <a:pt x="48" y="199"/>
                    </a:lnTo>
                    <a:lnTo>
                      <a:pt x="48" y="199"/>
                    </a:lnTo>
                    <a:lnTo>
                      <a:pt x="50" y="199"/>
                    </a:lnTo>
                    <a:lnTo>
                      <a:pt x="50" y="199"/>
                    </a:lnTo>
                    <a:lnTo>
                      <a:pt x="50" y="199"/>
                    </a:lnTo>
                    <a:lnTo>
                      <a:pt x="50" y="199"/>
                    </a:lnTo>
                    <a:lnTo>
                      <a:pt x="52" y="199"/>
                    </a:lnTo>
                    <a:lnTo>
                      <a:pt x="52" y="199"/>
                    </a:lnTo>
                    <a:lnTo>
                      <a:pt x="50" y="199"/>
                    </a:lnTo>
                    <a:lnTo>
                      <a:pt x="50" y="201"/>
                    </a:lnTo>
                    <a:lnTo>
                      <a:pt x="52" y="201"/>
                    </a:lnTo>
                    <a:lnTo>
                      <a:pt x="52" y="201"/>
                    </a:lnTo>
                    <a:lnTo>
                      <a:pt x="52" y="201"/>
                    </a:lnTo>
                    <a:lnTo>
                      <a:pt x="52" y="203"/>
                    </a:lnTo>
                    <a:lnTo>
                      <a:pt x="52" y="203"/>
                    </a:lnTo>
                    <a:lnTo>
                      <a:pt x="52" y="206"/>
                    </a:lnTo>
                    <a:lnTo>
                      <a:pt x="52" y="206"/>
                    </a:lnTo>
                    <a:lnTo>
                      <a:pt x="52" y="208"/>
                    </a:lnTo>
                    <a:lnTo>
                      <a:pt x="52" y="208"/>
                    </a:lnTo>
                    <a:lnTo>
                      <a:pt x="52" y="208"/>
                    </a:lnTo>
                    <a:lnTo>
                      <a:pt x="50" y="208"/>
                    </a:lnTo>
                    <a:lnTo>
                      <a:pt x="50" y="210"/>
                    </a:lnTo>
                    <a:lnTo>
                      <a:pt x="50" y="210"/>
                    </a:lnTo>
                    <a:lnTo>
                      <a:pt x="50" y="210"/>
                    </a:lnTo>
                    <a:lnTo>
                      <a:pt x="48" y="210"/>
                    </a:lnTo>
                    <a:lnTo>
                      <a:pt x="48" y="210"/>
                    </a:lnTo>
                    <a:lnTo>
                      <a:pt x="50" y="210"/>
                    </a:lnTo>
                    <a:lnTo>
                      <a:pt x="50" y="210"/>
                    </a:lnTo>
                    <a:lnTo>
                      <a:pt x="50" y="210"/>
                    </a:lnTo>
                    <a:lnTo>
                      <a:pt x="52" y="210"/>
                    </a:lnTo>
                    <a:lnTo>
                      <a:pt x="52" y="210"/>
                    </a:lnTo>
                    <a:lnTo>
                      <a:pt x="52" y="210"/>
                    </a:lnTo>
                    <a:lnTo>
                      <a:pt x="52" y="210"/>
                    </a:lnTo>
                    <a:lnTo>
                      <a:pt x="55" y="210"/>
                    </a:lnTo>
                    <a:lnTo>
                      <a:pt x="55" y="210"/>
                    </a:lnTo>
                    <a:lnTo>
                      <a:pt x="55" y="210"/>
                    </a:lnTo>
                    <a:lnTo>
                      <a:pt x="57" y="210"/>
                    </a:lnTo>
                    <a:lnTo>
                      <a:pt x="57" y="210"/>
                    </a:lnTo>
                    <a:lnTo>
                      <a:pt x="57" y="210"/>
                    </a:lnTo>
                    <a:lnTo>
                      <a:pt x="57" y="210"/>
                    </a:lnTo>
                    <a:lnTo>
                      <a:pt x="57" y="213"/>
                    </a:lnTo>
                    <a:lnTo>
                      <a:pt x="55" y="213"/>
                    </a:lnTo>
                    <a:lnTo>
                      <a:pt x="55" y="213"/>
                    </a:lnTo>
                    <a:lnTo>
                      <a:pt x="57" y="213"/>
                    </a:lnTo>
                    <a:lnTo>
                      <a:pt x="57" y="215"/>
                    </a:lnTo>
                    <a:lnTo>
                      <a:pt x="57" y="215"/>
                    </a:lnTo>
                    <a:lnTo>
                      <a:pt x="57" y="213"/>
                    </a:lnTo>
                    <a:lnTo>
                      <a:pt x="57" y="213"/>
                    </a:lnTo>
                    <a:lnTo>
                      <a:pt x="57" y="213"/>
                    </a:lnTo>
                    <a:lnTo>
                      <a:pt x="57" y="213"/>
                    </a:lnTo>
                    <a:lnTo>
                      <a:pt x="57" y="215"/>
                    </a:lnTo>
                    <a:lnTo>
                      <a:pt x="60" y="215"/>
                    </a:lnTo>
                    <a:lnTo>
                      <a:pt x="60" y="215"/>
                    </a:lnTo>
                    <a:lnTo>
                      <a:pt x="60" y="218"/>
                    </a:lnTo>
                    <a:lnTo>
                      <a:pt x="57" y="218"/>
                    </a:lnTo>
                    <a:lnTo>
                      <a:pt x="57" y="218"/>
                    </a:lnTo>
                    <a:lnTo>
                      <a:pt x="57" y="218"/>
                    </a:lnTo>
                    <a:lnTo>
                      <a:pt x="57" y="218"/>
                    </a:lnTo>
                    <a:lnTo>
                      <a:pt x="57" y="220"/>
                    </a:lnTo>
                    <a:lnTo>
                      <a:pt x="60" y="220"/>
                    </a:lnTo>
                    <a:lnTo>
                      <a:pt x="60" y="218"/>
                    </a:lnTo>
                    <a:lnTo>
                      <a:pt x="60" y="218"/>
                    </a:lnTo>
                    <a:lnTo>
                      <a:pt x="60" y="220"/>
                    </a:lnTo>
                    <a:lnTo>
                      <a:pt x="60" y="220"/>
                    </a:lnTo>
                    <a:lnTo>
                      <a:pt x="60" y="220"/>
                    </a:lnTo>
                    <a:lnTo>
                      <a:pt x="60" y="220"/>
                    </a:lnTo>
                    <a:lnTo>
                      <a:pt x="60" y="220"/>
                    </a:lnTo>
                    <a:lnTo>
                      <a:pt x="60" y="220"/>
                    </a:lnTo>
                    <a:lnTo>
                      <a:pt x="60" y="222"/>
                    </a:lnTo>
                    <a:lnTo>
                      <a:pt x="60" y="222"/>
                    </a:lnTo>
                    <a:lnTo>
                      <a:pt x="57" y="222"/>
                    </a:lnTo>
                    <a:lnTo>
                      <a:pt x="57" y="222"/>
                    </a:lnTo>
                    <a:lnTo>
                      <a:pt x="57" y="225"/>
                    </a:lnTo>
                    <a:lnTo>
                      <a:pt x="57" y="225"/>
                    </a:lnTo>
                    <a:lnTo>
                      <a:pt x="57" y="225"/>
                    </a:lnTo>
                    <a:lnTo>
                      <a:pt x="55" y="225"/>
                    </a:lnTo>
                    <a:lnTo>
                      <a:pt x="55" y="227"/>
                    </a:lnTo>
                    <a:lnTo>
                      <a:pt x="55" y="227"/>
                    </a:lnTo>
                    <a:lnTo>
                      <a:pt x="55" y="227"/>
                    </a:lnTo>
                    <a:lnTo>
                      <a:pt x="52" y="227"/>
                    </a:lnTo>
                    <a:lnTo>
                      <a:pt x="52" y="229"/>
                    </a:lnTo>
                    <a:lnTo>
                      <a:pt x="52" y="229"/>
                    </a:lnTo>
                    <a:lnTo>
                      <a:pt x="52" y="229"/>
                    </a:lnTo>
                    <a:lnTo>
                      <a:pt x="52" y="229"/>
                    </a:lnTo>
                    <a:lnTo>
                      <a:pt x="52" y="229"/>
                    </a:lnTo>
                    <a:lnTo>
                      <a:pt x="52" y="229"/>
                    </a:lnTo>
                    <a:lnTo>
                      <a:pt x="52" y="232"/>
                    </a:lnTo>
                    <a:lnTo>
                      <a:pt x="52" y="232"/>
                    </a:lnTo>
                    <a:lnTo>
                      <a:pt x="52" y="232"/>
                    </a:lnTo>
                    <a:lnTo>
                      <a:pt x="52" y="234"/>
                    </a:lnTo>
                    <a:lnTo>
                      <a:pt x="50" y="234"/>
                    </a:lnTo>
                    <a:lnTo>
                      <a:pt x="50" y="234"/>
                    </a:lnTo>
                    <a:lnTo>
                      <a:pt x="50" y="234"/>
                    </a:lnTo>
                    <a:lnTo>
                      <a:pt x="50" y="237"/>
                    </a:lnTo>
                    <a:lnTo>
                      <a:pt x="50" y="237"/>
                    </a:lnTo>
                    <a:lnTo>
                      <a:pt x="50" y="237"/>
                    </a:lnTo>
                    <a:lnTo>
                      <a:pt x="50" y="239"/>
                    </a:lnTo>
                    <a:lnTo>
                      <a:pt x="50" y="239"/>
                    </a:lnTo>
                    <a:lnTo>
                      <a:pt x="50" y="239"/>
                    </a:lnTo>
                    <a:lnTo>
                      <a:pt x="48" y="239"/>
                    </a:lnTo>
                    <a:lnTo>
                      <a:pt x="48" y="241"/>
                    </a:lnTo>
                    <a:lnTo>
                      <a:pt x="48" y="241"/>
                    </a:lnTo>
                    <a:lnTo>
                      <a:pt x="48" y="244"/>
                    </a:lnTo>
                    <a:lnTo>
                      <a:pt x="48" y="244"/>
                    </a:lnTo>
                    <a:lnTo>
                      <a:pt x="48" y="244"/>
                    </a:lnTo>
                    <a:lnTo>
                      <a:pt x="48" y="246"/>
                    </a:lnTo>
                    <a:lnTo>
                      <a:pt x="48" y="246"/>
                    </a:lnTo>
                    <a:lnTo>
                      <a:pt x="45" y="246"/>
                    </a:lnTo>
                    <a:lnTo>
                      <a:pt x="45" y="248"/>
                    </a:lnTo>
                    <a:lnTo>
                      <a:pt x="48" y="248"/>
                    </a:lnTo>
                    <a:lnTo>
                      <a:pt x="48" y="248"/>
                    </a:lnTo>
                    <a:lnTo>
                      <a:pt x="48" y="248"/>
                    </a:lnTo>
                    <a:lnTo>
                      <a:pt x="48" y="251"/>
                    </a:lnTo>
                    <a:lnTo>
                      <a:pt x="48" y="251"/>
                    </a:lnTo>
                    <a:lnTo>
                      <a:pt x="48" y="253"/>
                    </a:lnTo>
                    <a:lnTo>
                      <a:pt x="45" y="253"/>
                    </a:lnTo>
                    <a:lnTo>
                      <a:pt x="45" y="253"/>
                    </a:lnTo>
                    <a:lnTo>
                      <a:pt x="45" y="253"/>
                    </a:lnTo>
                    <a:lnTo>
                      <a:pt x="45" y="256"/>
                    </a:lnTo>
                    <a:lnTo>
                      <a:pt x="45" y="256"/>
                    </a:lnTo>
                    <a:lnTo>
                      <a:pt x="45" y="258"/>
                    </a:lnTo>
                    <a:lnTo>
                      <a:pt x="45" y="258"/>
                    </a:lnTo>
                    <a:lnTo>
                      <a:pt x="45" y="258"/>
                    </a:lnTo>
                    <a:lnTo>
                      <a:pt x="45" y="258"/>
                    </a:lnTo>
                    <a:lnTo>
                      <a:pt x="45" y="260"/>
                    </a:lnTo>
                    <a:lnTo>
                      <a:pt x="43" y="260"/>
                    </a:lnTo>
                    <a:lnTo>
                      <a:pt x="43" y="260"/>
                    </a:lnTo>
                    <a:lnTo>
                      <a:pt x="43" y="258"/>
                    </a:lnTo>
                    <a:lnTo>
                      <a:pt x="41" y="258"/>
                    </a:lnTo>
                    <a:lnTo>
                      <a:pt x="41" y="258"/>
                    </a:lnTo>
                    <a:lnTo>
                      <a:pt x="41" y="258"/>
                    </a:lnTo>
                    <a:lnTo>
                      <a:pt x="41" y="258"/>
                    </a:lnTo>
                    <a:lnTo>
                      <a:pt x="38" y="258"/>
                    </a:lnTo>
                    <a:lnTo>
                      <a:pt x="38" y="258"/>
                    </a:lnTo>
                    <a:lnTo>
                      <a:pt x="38" y="258"/>
                    </a:lnTo>
                    <a:lnTo>
                      <a:pt x="38" y="258"/>
                    </a:lnTo>
                    <a:lnTo>
                      <a:pt x="38" y="258"/>
                    </a:lnTo>
                    <a:lnTo>
                      <a:pt x="38" y="258"/>
                    </a:lnTo>
                    <a:lnTo>
                      <a:pt x="38" y="260"/>
                    </a:lnTo>
                    <a:lnTo>
                      <a:pt x="38" y="260"/>
                    </a:lnTo>
                    <a:lnTo>
                      <a:pt x="41" y="260"/>
                    </a:lnTo>
                    <a:lnTo>
                      <a:pt x="41" y="263"/>
                    </a:lnTo>
                    <a:lnTo>
                      <a:pt x="38" y="263"/>
                    </a:lnTo>
                    <a:lnTo>
                      <a:pt x="38" y="263"/>
                    </a:lnTo>
                    <a:lnTo>
                      <a:pt x="38" y="263"/>
                    </a:lnTo>
                    <a:lnTo>
                      <a:pt x="38" y="263"/>
                    </a:lnTo>
                    <a:lnTo>
                      <a:pt x="38" y="265"/>
                    </a:lnTo>
                    <a:lnTo>
                      <a:pt x="36" y="265"/>
                    </a:lnTo>
                    <a:lnTo>
                      <a:pt x="36" y="265"/>
                    </a:lnTo>
                    <a:lnTo>
                      <a:pt x="36" y="265"/>
                    </a:lnTo>
                    <a:lnTo>
                      <a:pt x="36" y="267"/>
                    </a:lnTo>
                    <a:lnTo>
                      <a:pt x="34" y="267"/>
                    </a:lnTo>
                    <a:lnTo>
                      <a:pt x="34" y="267"/>
                    </a:lnTo>
                    <a:lnTo>
                      <a:pt x="34" y="267"/>
                    </a:lnTo>
                    <a:lnTo>
                      <a:pt x="34" y="267"/>
                    </a:lnTo>
                    <a:lnTo>
                      <a:pt x="31" y="267"/>
                    </a:lnTo>
                    <a:lnTo>
                      <a:pt x="31" y="267"/>
                    </a:lnTo>
                    <a:lnTo>
                      <a:pt x="31" y="270"/>
                    </a:lnTo>
                    <a:lnTo>
                      <a:pt x="31" y="270"/>
                    </a:lnTo>
                    <a:lnTo>
                      <a:pt x="31" y="270"/>
                    </a:lnTo>
                    <a:lnTo>
                      <a:pt x="29" y="270"/>
                    </a:lnTo>
                    <a:lnTo>
                      <a:pt x="29" y="270"/>
                    </a:lnTo>
                    <a:lnTo>
                      <a:pt x="29" y="270"/>
                    </a:lnTo>
                    <a:lnTo>
                      <a:pt x="29" y="267"/>
                    </a:lnTo>
                    <a:lnTo>
                      <a:pt x="29" y="267"/>
                    </a:lnTo>
                    <a:lnTo>
                      <a:pt x="29" y="265"/>
                    </a:lnTo>
                    <a:lnTo>
                      <a:pt x="26" y="265"/>
                    </a:lnTo>
                    <a:lnTo>
                      <a:pt x="26" y="265"/>
                    </a:lnTo>
                    <a:lnTo>
                      <a:pt x="26" y="265"/>
                    </a:lnTo>
                    <a:lnTo>
                      <a:pt x="26" y="265"/>
                    </a:lnTo>
                    <a:lnTo>
                      <a:pt x="26" y="263"/>
                    </a:lnTo>
                    <a:lnTo>
                      <a:pt x="24" y="263"/>
                    </a:lnTo>
                    <a:lnTo>
                      <a:pt x="24" y="263"/>
                    </a:lnTo>
                    <a:lnTo>
                      <a:pt x="24" y="263"/>
                    </a:lnTo>
                    <a:lnTo>
                      <a:pt x="24" y="263"/>
                    </a:lnTo>
                    <a:lnTo>
                      <a:pt x="22" y="263"/>
                    </a:lnTo>
                    <a:lnTo>
                      <a:pt x="22" y="263"/>
                    </a:lnTo>
                    <a:lnTo>
                      <a:pt x="22" y="263"/>
                    </a:lnTo>
                    <a:lnTo>
                      <a:pt x="19" y="263"/>
                    </a:lnTo>
                    <a:lnTo>
                      <a:pt x="19" y="263"/>
                    </a:lnTo>
                    <a:lnTo>
                      <a:pt x="19" y="263"/>
                    </a:lnTo>
                    <a:lnTo>
                      <a:pt x="19" y="263"/>
                    </a:lnTo>
                    <a:lnTo>
                      <a:pt x="19" y="260"/>
                    </a:lnTo>
                    <a:lnTo>
                      <a:pt x="19" y="260"/>
                    </a:lnTo>
                    <a:lnTo>
                      <a:pt x="17" y="260"/>
                    </a:lnTo>
                    <a:lnTo>
                      <a:pt x="17" y="258"/>
                    </a:lnTo>
                    <a:lnTo>
                      <a:pt x="17" y="258"/>
                    </a:lnTo>
                    <a:lnTo>
                      <a:pt x="17" y="258"/>
                    </a:lnTo>
                    <a:lnTo>
                      <a:pt x="17" y="258"/>
                    </a:lnTo>
                    <a:lnTo>
                      <a:pt x="17" y="258"/>
                    </a:lnTo>
                    <a:lnTo>
                      <a:pt x="19" y="258"/>
                    </a:lnTo>
                    <a:lnTo>
                      <a:pt x="19" y="258"/>
                    </a:lnTo>
                    <a:lnTo>
                      <a:pt x="19" y="258"/>
                    </a:lnTo>
                    <a:lnTo>
                      <a:pt x="19" y="258"/>
                    </a:lnTo>
                    <a:lnTo>
                      <a:pt x="19" y="258"/>
                    </a:lnTo>
                    <a:lnTo>
                      <a:pt x="22" y="258"/>
                    </a:lnTo>
                    <a:lnTo>
                      <a:pt x="22" y="256"/>
                    </a:lnTo>
                    <a:lnTo>
                      <a:pt x="22" y="256"/>
                    </a:lnTo>
                    <a:lnTo>
                      <a:pt x="22" y="253"/>
                    </a:lnTo>
                    <a:lnTo>
                      <a:pt x="22" y="253"/>
                    </a:lnTo>
                    <a:lnTo>
                      <a:pt x="22" y="251"/>
                    </a:lnTo>
                    <a:lnTo>
                      <a:pt x="19" y="251"/>
                    </a:lnTo>
                    <a:lnTo>
                      <a:pt x="19" y="251"/>
                    </a:lnTo>
                    <a:lnTo>
                      <a:pt x="19" y="251"/>
                    </a:lnTo>
                    <a:lnTo>
                      <a:pt x="19" y="251"/>
                    </a:lnTo>
                    <a:lnTo>
                      <a:pt x="19" y="248"/>
                    </a:lnTo>
                    <a:lnTo>
                      <a:pt x="19" y="248"/>
                    </a:lnTo>
                    <a:lnTo>
                      <a:pt x="17" y="248"/>
                    </a:lnTo>
                    <a:lnTo>
                      <a:pt x="17" y="248"/>
                    </a:lnTo>
                    <a:lnTo>
                      <a:pt x="19" y="248"/>
                    </a:lnTo>
                    <a:lnTo>
                      <a:pt x="19" y="246"/>
                    </a:lnTo>
                    <a:lnTo>
                      <a:pt x="19" y="246"/>
                    </a:lnTo>
                    <a:lnTo>
                      <a:pt x="19" y="246"/>
                    </a:lnTo>
                    <a:lnTo>
                      <a:pt x="19" y="244"/>
                    </a:lnTo>
                    <a:lnTo>
                      <a:pt x="19" y="244"/>
                    </a:lnTo>
                    <a:lnTo>
                      <a:pt x="19" y="244"/>
                    </a:lnTo>
                    <a:lnTo>
                      <a:pt x="17" y="244"/>
                    </a:lnTo>
                    <a:lnTo>
                      <a:pt x="17" y="241"/>
                    </a:lnTo>
                    <a:lnTo>
                      <a:pt x="19" y="241"/>
                    </a:lnTo>
                    <a:lnTo>
                      <a:pt x="19" y="241"/>
                    </a:lnTo>
                    <a:lnTo>
                      <a:pt x="17" y="241"/>
                    </a:lnTo>
                    <a:lnTo>
                      <a:pt x="17" y="241"/>
                    </a:lnTo>
                    <a:lnTo>
                      <a:pt x="17" y="239"/>
                    </a:lnTo>
                    <a:lnTo>
                      <a:pt x="17" y="239"/>
                    </a:lnTo>
                    <a:lnTo>
                      <a:pt x="15" y="239"/>
                    </a:lnTo>
                    <a:lnTo>
                      <a:pt x="15" y="239"/>
                    </a:lnTo>
                    <a:lnTo>
                      <a:pt x="15" y="239"/>
                    </a:lnTo>
                    <a:lnTo>
                      <a:pt x="15" y="239"/>
                    </a:lnTo>
                    <a:lnTo>
                      <a:pt x="15" y="237"/>
                    </a:lnTo>
                    <a:lnTo>
                      <a:pt x="15" y="237"/>
                    </a:lnTo>
                    <a:lnTo>
                      <a:pt x="15" y="234"/>
                    </a:lnTo>
                    <a:lnTo>
                      <a:pt x="15" y="234"/>
                    </a:lnTo>
                    <a:lnTo>
                      <a:pt x="15" y="232"/>
                    </a:lnTo>
                    <a:lnTo>
                      <a:pt x="15" y="232"/>
                    </a:lnTo>
                    <a:lnTo>
                      <a:pt x="15" y="232"/>
                    </a:lnTo>
                    <a:lnTo>
                      <a:pt x="15" y="229"/>
                    </a:lnTo>
                    <a:lnTo>
                      <a:pt x="15" y="229"/>
                    </a:lnTo>
                    <a:lnTo>
                      <a:pt x="17" y="229"/>
                    </a:lnTo>
                    <a:lnTo>
                      <a:pt x="17" y="229"/>
                    </a:lnTo>
                    <a:lnTo>
                      <a:pt x="17" y="229"/>
                    </a:lnTo>
                    <a:lnTo>
                      <a:pt x="17" y="229"/>
                    </a:lnTo>
                    <a:lnTo>
                      <a:pt x="17" y="227"/>
                    </a:lnTo>
                    <a:lnTo>
                      <a:pt x="17" y="227"/>
                    </a:lnTo>
                    <a:lnTo>
                      <a:pt x="17" y="225"/>
                    </a:lnTo>
                    <a:lnTo>
                      <a:pt x="19" y="225"/>
                    </a:lnTo>
                    <a:lnTo>
                      <a:pt x="19" y="225"/>
                    </a:lnTo>
                    <a:lnTo>
                      <a:pt x="17" y="225"/>
                    </a:lnTo>
                    <a:lnTo>
                      <a:pt x="17" y="225"/>
                    </a:lnTo>
                    <a:lnTo>
                      <a:pt x="17" y="225"/>
                    </a:lnTo>
                    <a:lnTo>
                      <a:pt x="15" y="225"/>
                    </a:lnTo>
                    <a:lnTo>
                      <a:pt x="15" y="225"/>
                    </a:lnTo>
                    <a:lnTo>
                      <a:pt x="15" y="225"/>
                    </a:lnTo>
                    <a:lnTo>
                      <a:pt x="15" y="227"/>
                    </a:lnTo>
                    <a:lnTo>
                      <a:pt x="12" y="227"/>
                    </a:lnTo>
                    <a:lnTo>
                      <a:pt x="12" y="227"/>
                    </a:lnTo>
                    <a:lnTo>
                      <a:pt x="12" y="227"/>
                    </a:lnTo>
                    <a:lnTo>
                      <a:pt x="12" y="229"/>
                    </a:lnTo>
                    <a:lnTo>
                      <a:pt x="12" y="229"/>
                    </a:lnTo>
                    <a:lnTo>
                      <a:pt x="10" y="229"/>
                    </a:lnTo>
                    <a:lnTo>
                      <a:pt x="10" y="229"/>
                    </a:lnTo>
                    <a:lnTo>
                      <a:pt x="10" y="229"/>
                    </a:lnTo>
                    <a:lnTo>
                      <a:pt x="7" y="229"/>
                    </a:lnTo>
                    <a:lnTo>
                      <a:pt x="7" y="229"/>
                    </a:lnTo>
                    <a:lnTo>
                      <a:pt x="7" y="227"/>
                    </a:lnTo>
                    <a:lnTo>
                      <a:pt x="7" y="227"/>
                    </a:lnTo>
                    <a:lnTo>
                      <a:pt x="10" y="227"/>
                    </a:lnTo>
                    <a:lnTo>
                      <a:pt x="10" y="225"/>
                    </a:lnTo>
                    <a:lnTo>
                      <a:pt x="10" y="225"/>
                    </a:lnTo>
                    <a:lnTo>
                      <a:pt x="10" y="222"/>
                    </a:lnTo>
                    <a:lnTo>
                      <a:pt x="7" y="222"/>
                    </a:lnTo>
                    <a:lnTo>
                      <a:pt x="7" y="222"/>
                    </a:lnTo>
                    <a:lnTo>
                      <a:pt x="7" y="222"/>
                    </a:lnTo>
                    <a:lnTo>
                      <a:pt x="7" y="220"/>
                    </a:lnTo>
                    <a:lnTo>
                      <a:pt x="7" y="220"/>
                    </a:lnTo>
                    <a:lnTo>
                      <a:pt x="5" y="220"/>
                    </a:lnTo>
                    <a:lnTo>
                      <a:pt x="5" y="220"/>
                    </a:lnTo>
                    <a:lnTo>
                      <a:pt x="5" y="220"/>
                    </a:lnTo>
                    <a:lnTo>
                      <a:pt x="7" y="220"/>
                    </a:lnTo>
                    <a:lnTo>
                      <a:pt x="7" y="218"/>
                    </a:lnTo>
                    <a:lnTo>
                      <a:pt x="5" y="218"/>
                    </a:lnTo>
                    <a:lnTo>
                      <a:pt x="5" y="218"/>
                    </a:lnTo>
                    <a:lnTo>
                      <a:pt x="5" y="218"/>
                    </a:lnTo>
                    <a:lnTo>
                      <a:pt x="5" y="218"/>
                    </a:lnTo>
                    <a:lnTo>
                      <a:pt x="5" y="215"/>
                    </a:lnTo>
                    <a:lnTo>
                      <a:pt x="7" y="215"/>
                    </a:lnTo>
                    <a:lnTo>
                      <a:pt x="7" y="215"/>
                    </a:lnTo>
                    <a:lnTo>
                      <a:pt x="5" y="215"/>
                    </a:lnTo>
                    <a:lnTo>
                      <a:pt x="5" y="215"/>
                    </a:lnTo>
                    <a:lnTo>
                      <a:pt x="5" y="215"/>
                    </a:lnTo>
                    <a:lnTo>
                      <a:pt x="5" y="213"/>
                    </a:lnTo>
                    <a:lnTo>
                      <a:pt x="5" y="213"/>
                    </a:lnTo>
                    <a:lnTo>
                      <a:pt x="3" y="213"/>
                    </a:lnTo>
                    <a:lnTo>
                      <a:pt x="3" y="213"/>
                    </a:lnTo>
                    <a:lnTo>
                      <a:pt x="3" y="213"/>
                    </a:lnTo>
                    <a:lnTo>
                      <a:pt x="0" y="213"/>
                    </a:lnTo>
                    <a:lnTo>
                      <a:pt x="0" y="213"/>
                    </a:lnTo>
                    <a:lnTo>
                      <a:pt x="0" y="213"/>
                    </a:lnTo>
                    <a:lnTo>
                      <a:pt x="0" y="210"/>
                    </a:lnTo>
                    <a:lnTo>
                      <a:pt x="0" y="210"/>
                    </a:lnTo>
                    <a:lnTo>
                      <a:pt x="0" y="210"/>
                    </a:lnTo>
                    <a:lnTo>
                      <a:pt x="3" y="210"/>
                    </a:lnTo>
                    <a:lnTo>
                      <a:pt x="3" y="210"/>
                    </a:lnTo>
                    <a:lnTo>
                      <a:pt x="0" y="210"/>
                    </a:lnTo>
                    <a:lnTo>
                      <a:pt x="0" y="208"/>
                    </a:lnTo>
                    <a:lnTo>
                      <a:pt x="0" y="208"/>
                    </a:lnTo>
                    <a:lnTo>
                      <a:pt x="3" y="208"/>
                    </a:lnTo>
                    <a:lnTo>
                      <a:pt x="3" y="206"/>
                    </a:lnTo>
                    <a:lnTo>
                      <a:pt x="3" y="206"/>
                    </a:lnTo>
                    <a:lnTo>
                      <a:pt x="3" y="206"/>
                    </a:lnTo>
                    <a:lnTo>
                      <a:pt x="5" y="206"/>
                    </a:lnTo>
                    <a:lnTo>
                      <a:pt x="5" y="203"/>
                    </a:lnTo>
                    <a:lnTo>
                      <a:pt x="5" y="203"/>
                    </a:lnTo>
                    <a:lnTo>
                      <a:pt x="5" y="203"/>
                    </a:lnTo>
                    <a:lnTo>
                      <a:pt x="5" y="206"/>
                    </a:lnTo>
                    <a:lnTo>
                      <a:pt x="5" y="206"/>
                    </a:lnTo>
                    <a:lnTo>
                      <a:pt x="5" y="206"/>
                    </a:lnTo>
                    <a:lnTo>
                      <a:pt x="5" y="208"/>
                    </a:lnTo>
                    <a:lnTo>
                      <a:pt x="5" y="208"/>
                    </a:lnTo>
                    <a:lnTo>
                      <a:pt x="7" y="208"/>
                    </a:lnTo>
                    <a:lnTo>
                      <a:pt x="7" y="208"/>
                    </a:lnTo>
                    <a:lnTo>
                      <a:pt x="7" y="206"/>
                    </a:lnTo>
                    <a:lnTo>
                      <a:pt x="7" y="206"/>
                    </a:lnTo>
                    <a:lnTo>
                      <a:pt x="7" y="206"/>
                    </a:lnTo>
                    <a:lnTo>
                      <a:pt x="10" y="206"/>
                    </a:lnTo>
                    <a:lnTo>
                      <a:pt x="10" y="206"/>
                    </a:lnTo>
                    <a:lnTo>
                      <a:pt x="10" y="203"/>
                    </a:lnTo>
                    <a:lnTo>
                      <a:pt x="12" y="203"/>
                    </a:lnTo>
                    <a:lnTo>
                      <a:pt x="12" y="203"/>
                    </a:lnTo>
                    <a:lnTo>
                      <a:pt x="12" y="201"/>
                    </a:lnTo>
                    <a:lnTo>
                      <a:pt x="12" y="201"/>
                    </a:lnTo>
                    <a:lnTo>
                      <a:pt x="12" y="201"/>
                    </a:lnTo>
                    <a:lnTo>
                      <a:pt x="12" y="203"/>
                    </a:lnTo>
                    <a:lnTo>
                      <a:pt x="15" y="203"/>
                    </a:lnTo>
                    <a:lnTo>
                      <a:pt x="15" y="203"/>
                    </a:lnTo>
                    <a:lnTo>
                      <a:pt x="15" y="203"/>
                    </a:lnTo>
                    <a:lnTo>
                      <a:pt x="15" y="206"/>
                    </a:lnTo>
                    <a:lnTo>
                      <a:pt x="17" y="206"/>
                    </a:lnTo>
                    <a:lnTo>
                      <a:pt x="17" y="203"/>
                    </a:lnTo>
                    <a:lnTo>
                      <a:pt x="17" y="203"/>
                    </a:lnTo>
                    <a:lnTo>
                      <a:pt x="17" y="203"/>
                    </a:lnTo>
                    <a:lnTo>
                      <a:pt x="17" y="201"/>
                    </a:lnTo>
                    <a:lnTo>
                      <a:pt x="17" y="201"/>
                    </a:lnTo>
                    <a:lnTo>
                      <a:pt x="17" y="201"/>
                    </a:lnTo>
                    <a:lnTo>
                      <a:pt x="19" y="201"/>
                    </a:lnTo>
                    <a:lnTo>
                      <a:pt x="19" y="201"/>
                    </a:lnTo>
                    <a:lnTo>
                      <a:pt x="19" y="199"/>
                    </a:lnTo>
                    <a:lnTo>
                      <a:pt x="19" y="199"/>
                    </a:lnTo>
                    <a:lnTo>
                      <a:pt x="22" y="199"/>
                    </a:lnTo>
                    <a:lnTo>
                      <a:pt x="22" y="199"/>
                    </a:lnTo>
                    <a:lnTo>
                      <a:pt x="24" y="199"/>
                    </a:lnTo>
                    <a:lnTo>
                      <a:pt x="24" y="199"/>
                    </a:lnTo>
                    <a:lnTo>
                      <a:pt x="22" y="199"/>
                    </a:lnTo>
                    <a:lnTo>
                      <a:pt x="22" y="199"/>
                    </a:lnTo>
                    <a:lnTo>
                      <a:pt x="24" y="199"/>
                    </a:lnTo>
                    <a:lnTo>
                      <a:pt x="24" y="199"/>
                    </a:lnTo>
                    <a:lnTo>
                      <a:pt x="24" y="196"/>
                    </a:lnTo>
                    <a:lnTo>
                      <a:pt x="24" y="196"/>
                    </a:lnTo>
                    <a:lnTo>
                      <a:pt x="24" y="196"/>
                    </a:lnTo>
                    <a:lnTo>
                      <a:pt x="24" y="196"/>
                    </a:lnTo>
                    <a:lnTo>
                      <a:pt x="24" y="196"/>
                    </a:lnTo>
                    <a:lnTo>
                      <a:pt x="24" y="194"/>
                    </a:lnTo>
                    <a:lnTo>
                      <a:pt x="24" y="194"/>
                    </a:lnTo>
                    <a:lnTo>
                      <a:pt x="24" y="194"/>
                    </a:lnTo>
                    <a:lnTo>
                      <a:pt x="26" y="194"/>
                    </a:lnTo>
                    <a:lnTo>
                      <a:pt x="26" y="194"/>
                    </a:lnTo>
                    <a:lnTo>
                      <a:pt x="26" y="194"/>
                    </a:lnTo>
                    <a:lnTo>
                      <a:pt x="29" y="194"/>
                    </a:lnTo>
                    <a:lnTo>
                      <a:pt x="29" y="194"/>
                    </a:lnTo>
                    <a:lnTo>
                      <a:pt x="29" y="194"/>
                    </a:lnTo>
                    <a:lnTo>
                      <a:pt x="31" y="194"/>
                    </a:lnTo>
                    <a:lnTo>
                      <a:pt x="31" y="194"/>
                    </a:lnTo>
                    <a:lnTo>
                      <a:pt x="31" y="194"/>
                    </a:lnTo>
                    <a:lnTo>
                      <a:pt x="31" y="192"/>
                    </a:lnTo>
                    <a:lnTo>
                      <a:pt x="31" y="192"/>
                    </a:lnTo>
                    <a:lnTo>
                      <a:pt x="34" y="192"/>
                    </a:lnTo>
                    <a:lnTo>
                      <a:pt x="34" y="192"/>
                    </a:lnTo>
                    <a:lnTo>
                      <a:pt x="34" y="192"/>
                    </a:lnTo>
                    <a:lnTo>
                      <a:pt x="34" y="192"/>
                    </a:lnTo>
                    <a:lnTo>
                      <a:pt x="34" y="189"/>
                    </a:lnTo>
                    <a:lnTo>
                      <a:pt x="34" y="189"/>
                    </a:lnTo>
                    <a:lnTo>
                      <a:pt x="31" y="189"/>
                    </a:lnTo>
                    <a:lnTo>
                      <a:pt x="31" y="189"/>
                    </a:lnTo>
                    <a:lnTo>
                      <a:pt x="31" y="189"/>
                    </a:lnTo>
                    <a:lnTo>
                      <a:pt x="31" y="189"/>
                    </a:lnTo>
                    <a:lnTo>
                      <a:pt x="34" y="189"/>
                    </a:lnTo>
                    <a:lnTo>
                      <a:pt x="34" y="189"/>
                    </a:lnTo>
                    <a:lnTo>
                      <a:pt x="34" y="189"/>
                    </a:lnTo>
                    <a:lnTo>
                      <a:pt x="34" y="187"/>
                    </a:lnTo>
                    <a:lnTo>
                      <a:pt x="34" y="187"/>
                    </a:lnTo>
                    <a:lnTo>
                      <a:pt x="34" y="187"/>
                    </a:lnTo>
                    <a:lnTo>
                      <a:pt x="34" y="184"/>
                    </a:lnTo>
                    <a:lnTo>
                      <a:pt x="34" y="184"/>
                    </a:lnTo>
                    <a:lnTo>
                      <a:pt x="34" y="182"/>
                    </a:lnTo>
                    <a:lnTo>
                      <a:pt x="34" y="182"/>
                    </a:lnTo>
                    <a:lnTo>
                      <a:pt x="34" y="182"/>
                    </a:lnTo>
                    <a:lnTo>
                      <a:pt x="34" y="182"/>
                    </a:lnTo>
                    <a:lnTo>
                      <a:pt x="34" y="180"/>
                    </a:lnTo>
                    <a:lnTo>
                      <a:pt x="36" y="180"/>
                    </a:lnTo>
                    <a:lnTo>
                      <a:pt x="36" y="180"/>
                    </a:lnTo>
                    <a:lnTo>
                      <a:pt x="38" y="180"/>
                    </a:lnTo>
                    <a:lnTo>
                      <a:pt x="38" y="180"/>
                    </a:lnTo>
                    <a:lnTo>
                      <a:pt x="38" y="180"/>
                    </a:lnTo>
                    <a:lnTo>
                      <a:pt x="41" y="180"/>
                    </a:lnTo>
                    <a:lnTo>
                      <a:pt x="41" y="180"/>
                    </a:lnTo>
                    <a:lnTo>
                      <a:pt x="41" y="180"/>
                    </a:lnTo>
                    <a:lnTo>
                      <a:pt x="41" y="180"/>
                    </a:lnTo>
                    <a:lnTo>
                      <a:pt x="41" y="180"/>
                    </a:lnTo>
                    <a:lnTo>
                      <a:pt x="43" y="180"/>
                    </a:lnTo>
                    <a:lnTo>
                      <a:pt x="43" y="180"/>
                    </a:lnTo>
                    <a:lnTo>
                      <a:pt x="45" y="180"/>
                    </a:lnTo>
                    <a:lnTo>
                      <a:pt x="45" y="180"/>
                    </a:lnTo>
                    <a:lnTo>
                      <a:pt x="45" y="180"/>
                    </a:lnTo>
                    <a:lnTo>
                      <a:pt x="45" y="177"/>
                    </a:lnTo>
                    <a:lnTo>
                      <a:pt x="48" y="177"/>
                    </a:lnTo>
                    <a:lnTo>
                      <a:pt x="48" y="177"/>
                    </a:lnTo>
                    <a:lnTo>
                      <a:pt x="48" y="177"/>
                    </a:lnTo>
                    <a:lnTo>
                      <a:pt x="50" y="177"/>
                    </a:lnTo>
                    <a:lnTo>
                      <a:pt x="50" y="175"/>
                    </a:lnTo>
                    <a:lnTo>
                      <a:pt x="50" y="175"/>
                    </a:lnTo>
                    <a:lnTo>
                      <a:pt x="50" y="175"/>
                    </a:lnTo>
                    <a:lnTo>
                      <a:pt x="50" y="175"/>
                    </a:lnTo>
                    <a:lnTo>
                      <a:pt x="52" y="175"/>
                    </a:lnTo>
                    <a:lnTo>
                      <a:pt x="52" y="175"/>
                    </a:lnTo>
                    <a:lnTo>
                      <a:pt x="52" y="175"/>
                    </a:lnTo>
                    <a:lnTo>
                      <a:pt x="55" y="175"/>
                    </a:lnTo>
                    <a:lnTo>
                      <a:pt x="55" y="173"/>
                    </a:lnTo>
                    <a:lnTo>
                      <a:pt x="55" y="173"/>
                    </a:lnTo>
                    <a:lnTo>
                      <a:pt x="55" y="173"/>
                    </a:lnTo>
                    <a:lnTo>
                      <a:pt x="57" y="173"/>
                    </a:lnTo>
                    <a:lnTo>
                      <a:pt x="57" y="170"/>
                    </a:lnTo>
                    <a:lnTo>
                      <a:pt x="57" y="170"/>
                    </a:lnTo>
                    <a:lnTo>
                      <a:pt x="57" y="170"/>
                    </a:lnTo>
                    <a:lnTo>
                      <a:pt x="57" y="170"/>
                    </a:lnTo>
                    <a:lnTo>
                      <a:pt x="57" y="170"/>
                    </a:lnTo>
                    <a:lnTo>
                      <a:pt x="60" y="170"/>
                    </a:lnTo>
                    <a:lnTo>
                      <a:pt x="60" y="168"/>
                    </a:lnTo>
                    <a:lnTo>
                      <a:pt x="60" y="168"/>
                    </a:lnTo>
                    <a:lnTo>
                      <a:pt x="60" y="168"/>
                    </a:lnTo>
                    <a:lnTo>
                      <a:pt x="60" y="168"/>
                    </a:lnTo>
                    <a:lnTo>
                      <a:pt x="62" y="168"/>
                    </a:lnTo>
                    <a:lnTo>
                      <a:pt x="62" y="165"/>
                    </a:lnTo>
                    <a:lnTo>
                      <a:pt x="62" y="165"/>
                    </a:lnTo>
                    <a:lnTo>
                      <a:pt x="64" y="165"/>
                    </a:lnTo>
                    <a:lnTo>
                      <a:pt x="64" y="165"/>
                    </a:lnTo>
                    <a:lnTo>
                      <a:pt x="64" y="165"/>
                    </a:lnTo>
                    <a:lnTo>
                      <a:pt x="64" y="163"/>
                    </a:lnTo>
                    <a:lnTo>
                      <a:pt x="64" y="163"/>
                    </a:lnTo>
                    <a:lnTo>
                      <a:pt x="64" y="163"/>
                    </a:lnTo>
                    <a:lnTo>
                      <a:pt x="67" y="163"/>
                    </a:lnTo>
                    <a:lnTo>
                      <a:pt x="67" y="161"/>
                    </a:lnTo>
                    <a:lnTo>
                      <a:pt x="67" y="161"/>
                    </a:lnTo>
                    <a:lnTo>
                      <a:pt x="67" y="161"/>
                    </a:lnTo>
                    <a:lnTo>
                      <a:pt x="67" y="161"/>
                    </a:lnTo>
                    <a:lnTo>
                      <a:pt x="69" y="161"/>
                    </a:lnTo>
                    <a:lnTo>
                      <a:pt x="69" y="161"/>
                    </a:lnTo>
                    <a:lnTo>
                      <a:pt x="69" y="161"/>
                    </a:lnTo>
                    <a:lnTo>
                      <a:pt x="71" y="161"/>
                    </a:lnTo>
                    <a:lnTo>
                      <a:pt x="71" y="161"/>
                    </a:lnTo>
                    <a:lnTo>
                      <a:pt x="71" y="158"/>
                    </a:lnTo>
                    <a:lnTo>
                      <a:pt x="71" y="158"/>
                    </a:lnTo>
                    <a:lnTo>
                      <a:pt x="71" y="156"/>
                    </a:lnTo>
                    <a:lnTo>
                      <a:pt x="71" y="156"/>
                    </a:lnTo>
                    <a:lnTo>
                      <a:pt x="71" y="156"/>
                    </a:lnTo>
                    <a:lnTo>
                      <a:pt x="71" y="156"/>
                    </a:lnTo>
                    <a:lnTo>
                      <a:pt x="71" y="156"/>
                    </a:lnTo>
                    <a:lnTo>
                      <a:pt x="74" y="156"/>
                    </a:lnTo>
                    <a:lnTo>
                      <a:pt x="74" y="154"/>
                    </a:lnTo>
                    <a:lnTo>
                      <a:pt x="74" y="154"/>
                    </a:lnTo>
                    <a:lnTo>
                      <a:pt x="74" y="154"/>
                    </a:lnTo>
                    <a:lnTo>
                      <a:pt x="74" y="154"/>
                    </a:lnTo>
                    <a:lnTo>
                      <a:pt x="76" y="154"/>
                    </a:lnTo>
                    <a:lnTo>
                      <a:pt x="76" y="154"/>
                    </a:lnTo>
                    <a:lnTo>
                      <a:pt x="78" y="154"/>
                    </a:lnTo>
                    <a:lnTo>
                      <a:pt x="78" y="154"/>
                    </a:lnTo>
                    <a:lnTo>
                      <a:pt x="78" y="151"/>
                    </a:lnTo>
                    <a:lnTo>
                      <a:pt x="78" y="151"/>
                    </a:lnTo>
                    <a:lnTo>
                      <a:pt x="81" y="151"/>
                    </a:lnTo>
                    <a:lnTo>
                      <a:pt x="81" y="151"/>
                    </a:lnTo>
                    <a:lnTo>
                      <a:pt x="81" y="151"/>
                    </a:lnTo>
                    <a:lnTo>
                      <a:pt x="83" y="151"/>
                    </a:lnTo>
                    <a:lnTo>
                      <a:pt x="83" y="151"/>
                    </a:lnTo>
                    <a:lnTo>
                      <a:pt x="83" y="151"/>
                    </a:lnTo>
                    <a:lnTo>
                      <a:pt x="83" y="151"/>
                    </a:lnTo>
                    <a:lnTo>
                      <a:pt x="86" y="151"/>
                    </a:lnTo>
                    <a:lnTo>
                      <a:pt x="86" y="151"/>
                    </a:lnTo>
                    <a:lnTo>
                      <a:pt x="86" y="151"/>
                    </a:lnTo>
                    <a:lnTo>
                      <a:pt x="86" y="154"/>
                    </a:lnTo>
                    <a:lnTo>
                      <a:pt x="86" y="154"/>
                    </a:lnTo>
                    <a:lnTo>
                      <a:pt x="86" y="154"/>
                    </a:lnTo>
                    <a:lnTo>
                      <a:pt x="86" y="154"/>
                    </a:lnTo>
                    <a:lnTo>
                      <a:pt x="88" y="154"/>
                    </a:lnTo>
                    <a:lnTo>
                      <a:pt x="88" y="156"/>
                    </a:lnTo>
                    <a:lnTo>
                      <a:pt x="88" y="156"/>
                    </a:lnTo>
                    <a:lnTo>
                      <a:pt x="88" y="154"/>
                    </a:lnTo>
                    <a:lnTo>
                      <a:pt x="90" y="154"/>
                    </a:lnTo>
                    <a:lnTo>
                      <a:pt x="90" y="154"/>
                    </a:lnTo>
                    <a:lnTo>
                      <a:pt x="90" y="154"/>
                    </a:lnTo>
                    <a:lnTo>
                      <a:pt x="90" y="154"/>
                    </a:lnTo>
                    <a:lnTo>
                      <a:pt x="93" y="154"/>
                    </a:lnTo>
                    <a:lnTo>
                      <a:pt x="93" y="154"/>
                    </a:lnTo>
                    <a:lnTo>
                      <a:pt x="93" y="154"/>
                    </a:lnTo>
                    <a:lnTo>
                      <a:pt x="95" y="154"/>
                    </a:lnTo>
                    <a:lnTo>
                      <a:pt x="95" y="154"/>
                    </a:lnTo>
                    <a:lnTo>
                      <a:pt x="97" y="154"/>
                    </a:lnTo>
                    <a:lnTo>
                      <a:pt x="97" y="154"/>
                    </a:lnTo>
                    <a:lnTo>
                      <a:pt x="97" y="154"/>
                    </a:lnTo>
                    <a:lnTo>
                      <a:pt x="100" y="154"/>
                    </a:lnTo>
                    <a:lnTo>
                      <a:pt x="100" y="154"/>
                    </a:lnTo>
                    <a:lnTo>
                      <a:pt x="100" y="154"/>
                    </a:lnTo>
                    <a:lnTo>
                      <a:pt x="102" y="154"/>
                    </a:lnTo>
                    <a:lnTo>
                      <a:pt x="102" y="154"/>
                    </a:lnTo>
                    <a:lnTo>
                      <a:pt x="105" y="154"/>
                    </a:lnTo>
                    <a:lnTo>
                      <a:pt x="105" y="154"/>
                    </a:lnTo>
                    <a:lnTo>
                      <a:pt x="105" y="154"/>
                    </a:lnTo>
                    <a:lnTo>
                      <a:pt x="105" y="151"/>
                    </a:lnTo>
                    <a:lnTo>
                      <a:pt x="107" y="151"/>
                    </a:lnTo>
                    <a:lnTo>
                      <a:pt x="107" y="151"/>
                    </a:lnTo>
                    <a:lnTo>
                      <a:pt x="107" y="151"/>
                    </a:lnTo>
                    <a:lnTo>
                      <a:pt x="107" y="151"/>
                    </a:lnTo>
                    <a:lnTo>
                      <a:pt x="109" y="151"/>
                    </a:lnTo>
                    <a:lnTo>
                      <a:pt x="109" y="151"/>
                    </a:lnTo>
                    <a:lnTo>
                      <a:pt x="109" y="151"/>
                    </a:lnTo>
                    <a:lnTo>
                      <a:pt x="112" y="151"/>
                    </a:lnTo>
                    <a:lnTo>
                      <a:pt x="112" y="151"/>
                    </a:lnTo>
                    <a:lnTo>
                      <a:pt x="112" y="149"/>
                    </a:lnTo>
                    <a:lnTo>
                      <a:pt x="112" y="149"/>
                    </a:lnTo>
                    <a:lnTo>
                      <a:pt x="114" y="149"/>
                    </a:lnTo>
                    <a:lnTo>
                      <a:pt x="114" y="151"/>
                    </a:lnTo>
                    <a:lnTo>
                      <a:pt x="114" y="151"/>
                    </a:lnTo>
                    <a:lnTo>
                      <a:pt x="114" y="151"/>
                    </a:lnTo>
                    <a:lnTo>
                      <a:pt x="116" y="151"/>
                    </a:lnTo>
                    <a:lnTo>
                      <a:pt x="116" y="149"/>
                    </a:lnTo>
                    <a:lnTo>
                      <a:pt x="116" y="149"/>
                    </a:lnTo>
                    <a:lnTo>
                      <a:pt x="119" y="149"/>
                    </a:lnTo>
                    <a:lnTo>
                      <a:pt x="119" y="149"/>
                    </a:lnTo>
                    <a:lnTo>
                      <a:pt x="119" y="151"/>
                    </a:lnTo>
                    <a:lnTo>
                      <a:pt x="119" y="151"/>
                    </a:lnTo>
                    <a:lnTo>
                      <a:pt x="121" y="151"/>
                    </a:lnTo>
                    <a:lnTo>
                      <a:pt x="121" y="151"/>
                    </a:lnTo>
                    <a:lnTo>
                      <a:pt x="121" y="149"/>
                    </a:lnTo>
                    <a:lnTo>
                      <a:pt x="123" y="149"/>
                    </a:lnTo>
                    <a:lnTo>
                      <a:pt x="123" y="149"/>
                    </a:lnTo>
                    <a:lnTo>
                      <a:pt x="123" y="149"/>
                    </a:lnTo>
                    <a:lnTo>
                      <a:pt x="123" y="149"/>
                    </a:lnTo>
                    <a:lnTo>
                      <a:pt x="126" y="149"/>
                    </a:lnTo>
                    <a:lnTo>
                      <a:pt x="126" y="147"/>
                    </a:lnTo>
                    <a:lnTo>
                      <a:pt x="126" y="147"/>
                    </a:lnTo>
                    <a:lnTo>
                      <a:pt x="126" y="147"/>
                    </a:lnTo>
                    <a:lnTo>
                      <a:pt x="128" y="147"/>
                    </a:lnTo>
                    <a:lnTo>
                      <a:pt x="128" y="147"/>
                    </a:lnTo>
                    <a:lnTo>
                      <a:pt x="128" y="149"/>
                    </a:lnTo>
                    <a:lnTo>
                      <a:pt x="128" y="149"/>
                    </a:lnTo>
                    <a:lnTo>
                      <a:pt x="131" y="149"/>
                    </a:lnTo>
                    <a:lnTo>
                      <a:pt x="131" y="151"/>
                    </a:lnTo>
                    <a:lnTo>
                      <a:pt x="131" y="151"/>
                    </a:lnTo>
                    <a:lnTo>
                      <a:pt x="128" y="151"/>
                    </a:lnTo>
                    <a:lnTo>
                      <a:pt x="128" y="151"/>
                    </a:lnTo>
                    <a:lnTo>
                      <a:pt x="128" y="154"/>
                    </a:lnTo>
                    <a:lnTo>
                      <a:pt x="131" y="154"/>
                    </a:lnTo>
                    <a:lnTo>
                      <a:pt x="131" y="151"/>
                    </a:lnTo>
                    <a:lnTo>
                      <a:pt x="131" y="151"/>
                    </a:lnTo>
                    <a:lnTo>
                      <a:pt x="131" y="151"/>
                    </a:lnTo>
                    <a:lnTo>
                      <a:pt x="131" y="151"/>
                    </a:lnTo>
                    <a:lnTo>
                      <a:pt x="133" y="151"/>
                    </a:lnTo>
                    <a:lnTo>
                      <a:pt x="133" y="151"/>
                    </a:lnTo>
                    <a:lnTo>
                      <a:pt x="133" y="151"/>
                    </a:lnTo>
                    <a:lnTo>
                      <a:pt x="133" y="151"/>
                    </a:lnTo>
                    <a:lnTo>
                      <a:pt x="133" y="154"/>
                    </a:lnTo>
                    <a:lnTo>
                      <a:pt x="133" y="154"/>
                    </a:lnTo>
                    <a:lnTo>
                      <a:pt x="135" y="154"/>
                    </a:lnTo>
                    <a:lnTo>
                      <a:pt x="135" y="154"/>
                    </a:lnTo>
                    <a:lnTo>
                      <a:pt x="135" y="154"/>
                    </a:lnTo>
                    <a:lnTo>
                      <a:pt x="135" y="151"/>
                    </a:lnTo>
                    <a:lnTo>
                      <a:pt x="138" y="151"/>
                    </a:lnTo>
                    <a:lnTo>
                      <a:pt x="138" y="151"/>
                    </a:lnTo>
                    <a:lnTo>
                      <a:pt x="138" y="151"/>
                    </a:lnTo>
                    <a:lnTo>
                      <a:pt x="140" y="151"/>
                    </a:lnTo>
                    <a:lnTo>
                      <a:pt x="140" y="151"/>
                    </a:lnTo>
                    <a:lnTo>
                      <a:pt x="140" y="151"/>
                    </a:lnTo>
                    <a:lnTo>
                      <a:pt x="140" y="151"/>
                    </a:lnTo>
                    <a:lnTo>
                      <a:pt x="140" y="151"/>
                    </a:lnTo>
                    <a:lnTo>
                      <a:pt x="140" y="151"/>
                    </a:lnTo>
                    <a:lnTo>
                      <a:pt x="142" y="151"/>
                    </a:lnTo>
                    <a:lnTo>
                      <a:pt x="142" y="151"/>
                    </a:lnTo>
                    <a:lnTo>
                      <a:pt x="142" y="149"/>
                    </a:lnTo>
                    <a:lnTo>
                      <a:pt x="142" y="149"/>
                    </a:lnTo>
                    <a:lnTo>
                      <a:pt x="142" y="149"/>
                    </a:lnTo>
                    <a:lnTo>
                      <a:pt x="145" y="149"/>
                    </a:lnTo>
                    <a:lnTo>
                      <a:pt x="145" y="147"/>
                    </a:lnTo>
                    <a:lnTo>
                      <a:pt x="145" y="147"/>
                    </a:lnTo>
                    <a:lnTo>
                      <a:pt x="145" y="147"/>
                    </a:lnTo>
                    <a:lnTo>
                      <a:pt x="145" y="147"/>
                    </a:lnTo>
                    <a:lnTo>
                      <a:pt x="145" y="144"/>
                    </a:lnTo>
                    <a:lnTo>
                      <a:pt x="142" y="144"/>
                    </a:lnTo>
                    <a:lnTo>
                      <a:pt x="142" y="144"/>
                    </a:lnTo>
                    <a:lnTo>
                      <a:pt x="142" y="142"/>
                    </a:lnTo>
                    <a:lnTo>
                      <a:pt x="142" y="142"/>
                    </a:lnTo>
                    <a:lnTo>
                      <a:pt x="142" y="142"/>
                    </a:lnTo>
                    <a:lnTo>
                      <a:pt x="142" y="142"/>
                    </a:lnTo>
                    <a:lnTo>
                      <a:pt x="142" y="139"/>
                    </a:lnTo>
                    <a:lnTo>
                      <a:pt x="145" y="139"/>
                    </a:lnTo>
                    <a:lnTo>
                      <a:pt x="145" y="139"/>
                    </a:lnTo>
                    <a:lnTo>
                      <a:pt x="145" y="139"/>
                    </a:lnTo>
                    <a:lnTo>
                      <a:pt x="145" y="139"/>
                    </a:lnTo>
                    <a:lnTo>
                      <a:pt x="145" y="137"/>
                    </a:lnTo>
                    <a:lnTo>
                      <a:pt x="145" y="137"/>
                    </a:lnTo>
                    <a:lnTo>
                      <a:pt x="145" y="137"/>
                    </a:lnTo>
                    <a:lnTo>
                      <a:pt x="145" y="135"/>
                    </a:lnTo>
                    <a:lnTo>
                      <a:pt x="145" y="135"/>
                    </a:lnTo>
                    <a:lnTo>
                      <a:pt x="147" y="135"/>
                    </a:lnTo>
                    <a:lnTo>
                      <a:pt x="147" y="135"/>
                    </a:lnTo>
                    <a:lnTo>
                      <a:pt x="147" y="135"/>
                    </a:lnTo>
                    <a:lnTo>
                      <a:pt x="147" y="132"/>
                    </a:lnTo>
                    <a:lnTo>
                      <a:pt x="149" y="132"/>
                    </a:lnTo>
                    <a:lnTo>
                      <a:pt x="149" y="132"/>
                    </a:lnTo>
                    <a:lnTo>
                      <a:pt x="149" y="132"/>
                    </a:lnTo>
                    <a:lnTo>
                      <a:pt x="152" y="132"/>
                    </a:lnTo>
                    <a:lnTo>
                      <a:pt x="152" y="130"/>
                    </a:lnTo>
                    <a:lnTo>
                      <a:pt x="152" y="130"/>
                    </a:lnTo>
                    <a:lnTo>
                      <a:pt x="152" y="130"/>
                    </a:lnTo>
                    <a:lnTo>
                      <a:pt x="152" y="130"/>
                    </a:lnTo>
                    <a:lnTo>
                      <a:pt x="152" y="130"/>
                    </a:lnTo>
                    <a:lnTo>
                      <a:pt x="154" y="130"/>
                    </a:lnTo>
                    <a:lnTo>
                      <a:pt x="154" y="128"/>
                    </a:lnTo>
                    <a:lnTo>
                      <a:pt x="154" y="128"/>
                    </a:lnTo>
                    <a:lnTo>
                      <a:pt x="154" y="128"/>
                    </a:lnTo>
                    <a:lnTo>
                      <a:pt x="157" y="128"/>
                    </a:lnTo>
                    <a:lnTo>
                      <a:pt x="157" y="125"/>
                    </a:lnTo>
                    <a:lnTo>
                      <a:pt x="157" y="125"/>
                    </a:lnTo>
                    <a:lnTo>
                      <a:pt x="157" y="125"/>
                    </a:lnTo>
                    <a:lnTo>
                      <a:pt x="157" y="125"/>
                    </a:lnTo>
                    <a:lnTo>
                      <a:pt x="157" y="123"/>
                    </a:lnTo>
                    <a:lnTo>
                      <a:pt x="159" y="123"/>
                    </a:lnTo>
                    <a:lnTo>
                      <a:pt x="159" y="123"/>
                    </a:lnTo>
                    <a:lnTo>
                      <a:pt x="159" y="120"/>
                    </a:lnTo>
                    <a:lnTo>
                      <a:pt x="159" y="120"/>
                    </a:lnTo>
                    <a:lnTo>
                      <a:pt x="159" y="120"/>
                    </a:lnTo>
                    <a:lnTo>
                      <a:pt x="159" y="120"/>
                    </a:lnTo>
                    <a:lnTo>
                      <a:pt x="159" y="120"/>
                    </a:lnTo>
                    <a:lnTo>
                      <a:pt x="159" y="118"/>
                    </a:lnTo>
                    <a:lnTo>
                      <a:pt x="159" y="118"/>
                    </a:lnTo>
                    <a:lnTo>
                      <a:pt x="159" y="118"/>
                    </a:lnTo>
                    <a:lnTo>
                      <a:pt x="159" y="118"/>
                    </a:lnTo>
                    <a:lnTo>
                      <a:pt x="159" y="116"/>
                    </a:lnTo>
                    <a:lnTo>
                      <a:pt x="159" y="116"/>
                    </a:lnTo>
                    <a:lnTo>
                      <a:pt x="159" y="116"/>
                    </a:lnTo>
                    <a:lnTo>
                      <a:pt x="159" y="113"/>
                    </a:lnTo>
                    <a:lnTo>
                      <a:pt x="159" y="113"/>
                    </a:lnTo>
                    <a:lnTo>
                      <a:pt x="159" y="113"/>
                    </a:lnTo>
                    <a:lnTo>
                      <a:pt x="159" y="111"/>
                    </a:lnTo>
                    <a:lnTo>
                      <a:pt x="159" y="111"/>
                    </a:lnTo>
                    <a:lnTo>
                      <a:pt x="159" y="111"/>
                    </a:lnTo>
                    <a:lnTo>
                      <a:pt x="159" y="111"/>
                    </a:lnTo>
                    <a:lnTo>
                      <a:pt x="159" y="109"/>
                    </a:lnTo>
                    <a:lnTo>
                      <a:pt x="159" y="109"/>
                    </a:lnTo>
                    <a:lnTo>
                      <a:pt x="159" y="106"/>
                    </a:lnTo>
                    <a:lnTo>
                      <a:pt x="159" y="106"/>
                    </a:lnTo>
                    <a:lnTo>
                      <a:pt x="159" y="106"/>
                    </a:lnTo>
                    <a:lnTo>
                      <a:pt x="161" y="106"/>
                    </a:lnTo>
                    <a:lnTo>
                      <a:pt x="161" y="106"/>
                    </a:lnTo>
                    <a:lnTo>
                      <a:pt x="164" y="106"/>
                    </a:lnTo>
                    <a:lnTo>
                      <a:pt x="164" y="106"/>
                    </a:lnTo>
                    <a:lnTo>
                      <a:pt x="164" y="106"/>
                    </a:lnTo>
                    <a:lnTo>
                      <a:pt x="164" y="104"/>
                    </a:lnTo>
                    <a:lnTo>
                      <a:pt x="166" y="104"/>
                    </a:lnTo>
                    <a:lnTo>
                      <a:pt x="166" y="104"/>
                    </a:lnTo>
                    <a:lnTo>
                      <a:pt x="166" y="104"/>
                    </a:lnTo>
                    <a:lnTo>
                      <a:pt x="166" y="104"/>
                    </a:lnTo>
                    <a:lnTo>
                      <a:pt x="168" y="104"/>
                    </a:lnTo>
                    <a:lnTo>
                      <a:pt x="168" y="101"/>
                    </a:lnTo>
                    <a:lnTo>
                      <a:pt x="168" y="101"/>
                    </a:lnTo>
                    <a:lnTo>
                      <a:pt x="171" y="101"/>
                    </a:lnTo>
                    <a:lnTo>
                      <a:pt x="171" y="101"/>
                    </a:lnTo>
                    <a:lnTo>
                      <a:pt x="171" y="101"/>
                    </a:lnTo>
                    <a:lnTo>
                      <a:pt x="173" y="101"/>
                    </a:lnTo>
                    <a:lnTo>
                      <a:pt x="173" y="101"/>
                    </a:lnTo>
                    <a:lnTo>
                      <a:pt x="173" y="104"/>
                    </a:lnTo>
                    <a:lnTo>
                      <a:pt x="173" y="104"/>
                    </a:lnTo>
                    <a:lnTo>
                      <a:pt x="173" y="106"/>
                    </a:lnTo>
                    <a:lnTo>
                      <a:pt x="173" y="106"/>
                    </a:lnTo>
                    <a:lnTo>
                      <a:pt x="171" y="106"/>
                    </a:lnTo>
                    <a:lnTo>
                      <a:pt x="171" y="106"/>
                    </a:lnTo>
                    <a:lnTo>
                      <a:pt x="171" y="106"/>
                    </a:lnTo>
                    <a:lnTo>
                      <a:pt x="171" y="106"/>
                    </a:lnTo>
                    <a:lnTo>
                      <a:pt x="171" y="109"/>
                    </a:lnTo>
                    <a:lnTo>
                      <a:pt x="171" y="109"/>
                    </a:lnTo>
                    <a:lnTo>
                      <a:pt x="171" y="109"/>
                    </a:lnTo>
                    <a:lnTo>
                      <a:pt x="171" y="109"/>
                    </a:lnTo>
                    <a:lnTo>
                      <a:pt x="168" y="109"/>
                    </a:lnTo>
                    <a:lnTo>
                      <a:pt x="168" y="111"/>
                    </a:lnTo>
                    <a:lnTo>
                      <a:pt x="168" y="111"/>
                    </a:lnTo>
                    <a:lnTo>
                      <a:pt x="168" y="111"/>
                    </a:lnTo>
                    <a:lnTo>
                      <a:pt x="166" y="111"/>
                    </a:lnTo>
                    <a:lnTo>
                      <a:pt x="166" y="111"/>
                    </a:lnTo>
                    <a:lnTo>
                      <a:pt x="166" y="113"/>
                    </a:lnTo>
                    <a:lnTo>
                      <a:pt x="166" y="113"/>
                    </a:lnTo>
                    <a:lnTo>
                      <a:pt x="166" y="116"/>
                    </a:lnTo>
                    <a:lnTo>
                      <a:pt x="166" y="116"/>
                    </a:lnTo>
                    <a:lnTo>
                      <a:pt x="166" y="118"/>
                    </a:lnTo>
                    <a:lnTo>
                      <a:pt x="166" y="118"/>
                    </a:lnTo>
                    <a:lnTo>
                      <a:pt x="166" y="118"/>
                    </a:lnTo>
                    <a:lnTo>
                      <a:pt x="166" y="120"/>
                    </a:lnTo>
                    <a:lnTo>
                      <a:pt x="166" y="120"/>
                    </a:lnTo>
                    <a:lnTo>
                      <a:pt x="166" y="120"/>
                    </a:lnTo>
                    <a:lnTo>
                      <a:pt x="166" y="120"/>
                    </a:lnTo>
                    <a:lnTo>
                      <a:pt x="168" y="120"/>
                    </a:lnTo>
                    <a:lnTo>
                      <a:pt x="168" y="120"/>
                    </a:lnTo>
                    <a:lnTo>
                      <a:pt x="171" y="120"/>
                    </a:lnTo>
                    <a:lnTo>
                      <a:pt x="171" y="120"/>
                    </a:lnTo>
                    <a:lnTo>
                      <a:pt x="171" y="120"/>
                    </a:lnTo>
                    <a:lnTo>
                      <a:pt x="173" y="120"/>
                    </a:lnTo>
                    <a:lnTo>
                      <a:pt x="173" y="120"/>
                    </a:lnTo>
                    <a:lnTo>
                      <a:pt x="173" y="120"/>
                    </a:lnTo>
                    <a:lnTo>
                      <a:pt x="173" y="120"/>
                    </a:lnTo>
                    <a:lnTo>
                      <a:pt x="173" y="118"/>
                    </a:lnTo>
                    <a:lnTo>
                      <a:pt x="173" y="118"/>
                    </a:lnTo>
                    <a:lnTo>
                      <a:pt x="173" y="118"/>
                    </a:lnTo>
                    <a:lnTo>
                      <a:pt x="176" y="118"/>
                    </a:lnTo>
                    <a:lnTo>
                      <a:pt x="176" y="118"/>
                    </a:lnTo>
                    <a:lnTo>
                      <a:pt x="176" y="116"/>
                    </a:lnTo>
                    <a:lnTo>
                      <a:pt x="178" y="116"/>
                    </a:lnTo>
                    <a:lnTo>
                      <a:pt x="178" y="116"/>
                    </a:lnTo>
                    <a:lnTo>
                      <a:pt x="178" y="116"/>
                    </a:lnTo>
                    <a:lnTo>
                      <a:pt x="180" y="116"/>
                    </a:lnTo>
                    <a:lnTo>
                      <a:pt x="180" y="116"/>
                    </a:lnTo>
                    <a:lnTo>
                      <a:pt x="180" y="116"/>
                    </a:lnTo>
                    <a:lnTo>
                      <a:pt x="180" y="116"/>
                    </a:lnTo>
                    <a:lnTo>
                      <a:pt x="183" y="116"/>
                    </a:lnTo>
                    <a:lnTo>
                      <a:pt x="183" y="116"/>
                    </a:lnTo>
                    <a:lnTo>
                      <a:pt x="183" y="113"/>
                    </a:lnTo>
                    <a:lnTo>
                      <a:pt x="185" y="113"/>
                    </a:lnTo>
                    <a:lnTo>
                      <a:pt x="185" y="113"/>
                    </a:lnTo>
                    <a:lnTo>
                      <a:pt x="185" y="113"/>
                    </a:lnTo>
                    <a:lnTo>
                      <a:pt x="185" y="113"/>
                    </a:lnTo>
                    <a:lnTo>
                      <a:pt x="187" y="113"/>
                    </a:lnTo>
                    <a:lnTo>
                      <a:pt x="187" y="113"/>
                    </a:lnTo>
                    <a:lnTo>
                      <a:pt x="187" y="111"/>
                    </a:lnTo>
                    <a:lnTo>
                      <a:pt x="187" y="111"/>
                    </a:lnTo>
                    <a:lnTo>
                      <a:pt x="187" y="111"/>
                    </a:lnTo>
                    <a:lnTo>
                      <a:pt x="190" y="111"/>
                    </a:lnTo>
                    <a:lnTo>
                      <a:pt x="190" y="111"/>
                    </a:lnTo>
                    <a:lnTo>
                      <a:pt x="192" y="111"/>
                    </a:lnTo>
                    <a:lnTo>
                      <a:pt x="192" y="111"/>
                    </a:lnTo>
                    <a:lnTo>
                      <a:pt x="192" y="111"/>
                    </a:lnTo>
                    <a:lnTo>
                      <a:pt x="192" y="111"/>
                    </a:lnTo>
                    <a:lnTo>
                      <a:pt x="194" y="111"/>
                    </a:lnTo>
                    <a:lnTo>
                      <a:pt x="194" y="109"/>
                    </a:lnTo>
                    <a:lnTo>
                      <a:pt x="194" y="109"/>
                    </a:lnTo>
                    <a:lnTo>
                      <a:pt x="194" y="109"/>
                    </a:lnTo>
                    <a:lnTo>
                      <a:pt x="197" y="109"/>
                    </a:lnTo>
                    <a:lnTo>
                      <a:pt x="197" y="106"/>
                    </a:lnTo>
                    <a:lnTo>
                      <a:pt x="197" y="106"/>
                    </a:lnTo>
                    <a:lnTo>
                      <a:pt x="197" y="106"/>
                    </a:lnTo>
                    <a:lnTo>
                      <a:pt x="199" y="106"/>
                    </a:lnTo>
                    <a:lnTo>
                      <a:pt x="199" y="106"/>
                    </a:lnTo>
                    <a:lnTo>
                      <a:pt x="199" y="106"/>
                    </a:lnTo>
                    <a:lnTo>
                      <a:pt x="199" y="104"/>
                    </a:lnTo>
                    <a:lnTo>
                      <a:pt x="199" y="104"/>
                    </a:lnTo>
                    <a:lnTo>
                      <a:pt x="199" y="104"/>
                    </a:lnTo>
                    <a:lnTo>
                      <a:pt x="199" y="101"/>
                    </a:lnTo>
                    <a:lnTo>
                      <a:pt x="202" y="101"/>
                    </a:lnTo>
                    <a:lnTo>
                      <a:pt x="202" y="101"/>
                    </a:lnTo>
                    <a:lnTo>
                      <a:pt x="202" y="101"/>
                    </a:lnTo>
                    <a:lnTo>
                      <a:pt x="202" y="101"/>
                    </a:lnTo>
                    <a:lnTo>
                      <a:pt x="204" y="101"/>
                    </a:lnTo>
                    <a:lnTo>
                      <a:pt x="204" y="99"/>
                    </a:lnTo>
                    <a:lnTo>
                      <a:pt x="204" y="99"/>
                    </a:lnTo>
                    <a:lnTo>
                      <a:pt x="204" y="97"/>
                    </a:lnTo>
                    <a:lnTo>
                      <a:pt x="204" y="97"/>
                    </a:lnTo>
                    <a:lnTo>
                      <a:pt x="204" y="97"/>
                    </a:lnTo>
                    <a:lnTo>
                      <a:pt x="204" y="94"/>
                    </a:lnTo>
                    <a:lnTo>
                      <a:pt x="204" y="94"/>
                    </a:lnTo>
                    <a:lnTo>
                      <a:pt x="204" y="94"/>
                    </a:lnTo>
                    <a:lnTo>
                      <a:pt x="206" y="94"/>
                    </a:lnTo>
                    <a:lnTo>
                      <a:pt x="206" y="94"/>
                    </a:lnTo>
                    <a:lnTo>
                      <a:pt x="206" y="92"/>
                    </a:lnTo>
                    <a:lnTo>
                      <a:pt x="206" y="92"/>
                    </a:lnTo>
                    <a:lnTo>
                      <a:pt x="209" y="92"/>
                    </a:lnTo>
                    <a:lnTo>
                      <a:pt x="209" y="92"/>
                    </a:lnTo>
                    <a:lnTo>
                      <a:pt x="209" y="92"/>
                    </a:lnTo>
                    <a:lnTo>
                      <a:pt x="211" y="92"/>
                    </a:lnTo>
                    <a:lnTo>
                      <a:pt x="211" y="92"/>
                    </a:lnTo>
                    <a:lnTo>
                      <a:pt x="211" y="92"/>
                    </a:lnTo>
                    <a:lnTo>
                      <a:pt x="211" y="92"/>
                    </a:lnTo>
                    <a:lnTo>
                      <a:pt x="213" y="92"/>
                    </a:lnTo>
                    <a:lnTo>
                      <a:pt x="213" y="90"/>
                    </a:lnTo>
                    <a:lnTo>
                      <a:pt x="213" y="90"/>
                    </a:lnTo>
                    <a:lnTo>
                      <a:pt x="213" y="90"/>
                    </a:lnTo>
                    <a:lnTo>
                      <a:pt x="213" y="90"/>
                    </a:lnTo>
                    <a:lnTo>
                      <a:pt x="216" y="90"/>
                    </a:lnTo>
                    <a:lnTo>
                      <a:pt x="216" y="87"/>
                    </a:lnTo>
                    <a:lnTo>
                      <a:pt x="216" y="87"/>
                    </a:lnTo>
                    <a:lnTo>
                      <a:pt x="216" y="87"/>
                    </a:lnTo>
                    <a:lnTo>
                      <a:pt x="218" y="87"/>
                    </a:lnTo>
                    <a:lnTo>
                      <a:pt x="218" y="85"/>
                    </a:lnTo>
                    <a:lnTo>
                      <a:pt x="218" y="85"/>
                    </a:lnTo>
                    <a:lnTo>
                      <a:pt x="218" y="83"/>
                    </a:lnTo>
                    <a:lnTo>
                      <a:pt x="218" y="83"/>
                    </a:lnTo>
                    <a:lnTo>
                      <a:pt x="218" y="80"/>
                    </a:lnTo>
                    <a:lnTo>
                      <a:pt x="218" y="80"/>
                    </a:lnTo>
                    <a:lnTo>
                      <a:pt x="218" y="80"/>
                    </a:lnTo>
                    <a:lnTo>
                      <a:pt x="218" y="80"/>
                    </a:lnTo>
                    <a:lnTo>
                      <a:pt x="218" y="78"/>
                    </a:lnTo>
                    <a:lnTo>
                      <a:pt x="218" y="78"/>
                    </a:lnTo>
                    <a:lnTo>
                      <a:pt x="218" y="78"/>
                    </a:lnTo>
                    <a:lnTo>
                      <a:pt x="220" y="78"/>
                    </a:lnTo>
                    <a:lnTo>
                      <a:pt x="220" y="75"/>
                    </a:lnTo>
                    <a:lnTo>
                      <a:pt x="220" y="75"/>
                    </a:lnTo>
                    <a:lnTo>
                      <a:pt x="220" y="75"/>
                    </a:lnTo>
                    <a:lnTo>
                      <a:pt x="220" y="73"/>
                    </a:lnTo>
                    <a:lnTo>
                      <a:pt x="220" y="73"/>
                    </a:lnTo>
                    <a:lnTo>
                      <a:pt x="220" y="73"/>
                    </a:lnTo>
                    <a:lnTo>
                      <a:pt x="220" y="71"/>
                    </a:lnTo>
                    <a:lnTo>
                      <a:pt x="223" y="71"/>
                    </a:lnTo>
                    <a:lnTo>
                      <a:pt x="223" y="71"/>
                    </a:lnTo>
                    <a:lnTo>
                      <a:pt x="223" y="71"/>
                    </a:lnTo>
                    <a:lnTo>
                      <a:pt x="225" y="71"/>
                    </a:lnTo>
                    <a:lnTo>
                      <a:pt x="225" y="71"/>
                    </a:lnTo>
                    <a:lnTo>
                      <a:pt x="225" y="68"/>
                    </a:lnTo>
                    <a:lnTo>
                      <a:pt x="225" y="68"/>
                    </a:lnTo>
                    <a:lnTo>
                      <a:pt x="225" y="68"/>
                    </a:lnTo>
                    <a:lnTo>
                      <a:pt x="225" y="66"/>
                    </a:lnTo>
                    <a:lnTo>
                      <a:pt x="225" y="66"/>
                    </a:lnTo>
                    <a:lnTo>
                      <a:pt x="225" y="66"/>
                    </a:lnTo>
                    <a:lnTo>
                      <a:pt x="225" y="64"/>
                    </a:lnTo>
                    <a:lnTo>
                      <a:pt x="225" y="64"/>
                    </a:lnTo>
                    <a:lnTo>
                      <a:pt x="225" y="61"/>
                    </a:lnTo>
                    <a:lnTo>
                      <a:pt x="228" y="61"/>
                    </a:lnTo>
                    <a:lnTo>
                      <a:pt x="228" y="61"/>
                    </a:lnTo>
                    <a:lnTo>
                      <a:pt x="228" y="61"/>
                    </a:lnTo>
                    <a:lnTo>
                      <a:pt x="228" y="59"/>
                    </a:lnTo>
                    <a:lnTo>
                      <a:pt x="228" y="59"/>
                    </a:lnTo>
                    <a:lnTo>
                      <a:pt x="228" y="59"/>
                    </a:lnTo>
                    <a:lnTo>
                      <a:pt x="228" y="56"/>
                    </a:lnTo>
                    <a:lnTo>
                      <a:pt x="230" y="56"/>
                    </a:lnTo>
                    <a:lnTo>
                      <a:pt x="230" y="56"/>
                    </a:lnTo>
                    <a:lnTo>
                      <a:pt x="230" y="56"/>
                    </a:lnTo>
                    <a:lnTo>
                      <a:pt x="230" y="54"/>
                    </a:lnTo>
                    <a:lnTo>
                      <a:pt x="230" y="54"/>
                    </a:lnTo>
                    <a:lnTo>
                      <a:pt x="230" y="52"/>
                    </a:lnTo>
                    <a:lnTo>
                      <a:pt x="230" y="52"/>
                    </a:lnTo>
                    <a:lnTo>
                      <a:pt x="230" y="52"/>
                    </a:lnTo>
                    <a:lnTo>
                      <a:pt x="230" y="52"/>
                    </a:lnTo>
                    <a:lnTo>
                      <a:pt x="230" y="49"/>
                    </a:lnTo>
                    <a:lnTo>
                      <a:pt x="230" y="49"/>
                    </a:lnTo>
                    <a:lnTo>
                      <a:pt x="230" y="47"/>
                    </a:lnTo>
                    <a:lnTo>
                      <a:pt x="230" y="47"/>
                    </a:lnTo>
                    <a:lnTo>
                      <a:pt x="230" y="47"/>
                    </a:lnTo>
                    <a:lnTo>
                      <a:pt x="230" y="45"/>
                    </a:lnTo>
                    <a:lnTo>
                      <a:pt x="230" y="45"/>
                    </a:lnTo>
                    <a:lnTo>
                      <a:pt x="230" y="45"/>
                    </a:lnTo>
                    <a:lnTo>
                      <a:pt x="230" y="42"/>
                    </a:lnTo>
                    <a:lnTo>
                      <a:pt x="228" y="42"/>
                    </a:lnTo>
                    <a:lnTo>
                      <a:pt x="228" y="42"/>
                    </a:lnTo>
                    <a:lnTo>
                      <a:pt x="228" y="45"/>
                    </a:lnTo>
                    <a:lnTo>
                      <a:pt x="225" y="45"/>
                    </a:lnTo>
                    <a:lnTo>
                      <a:pt x="225" y="45"/>
                    </a:lnTo>
                    <a:lnTo>
                      <a:pt x="225" y="45"/>
                    </a:lnTo>
                    <a:lnTo>
                      <a:pt x="223" y="45"/>
                    </a:lnTo>
                    <a:lnTo>
                      <a:pt x="223" y="42"/>
                    </a:lnTo>
                    <a:lnTo>
                      <a:pt x="223" y="42"/>
                    </a:lnTo>
                    <a:lnTo>
                      <a:pt x="223" y="42"/>
                    </a:lnTo>
                    <a:lnTo>
                      <a:pt x="223" y="42"/>
                    </a:lnTo>
                    <a:lnTo>
                      <a:pt x="223" y="40"/>
                    </a:lnTo>
                    <a:lnTo>
                      <a:pt x="223" y="40"/>
                    </a:lnTo>
                    <a:lnTo>
                      <a:pt x="223" y="40"/>
                    </a:lnTo>
                    <a:lnTo>
                      <a:pt x="223" y="40"/>
                    </a:lnTo>
                    <a:lnTo>
                      <a:pt x="225" y="40"/>
                    </a:lnTo>
                    <a:lnTo>
                      <a:pt x="225" y="40"/>
                    </a:lnTo>
                    <a:lnTo>
                      <a:pt x="225" y="40"/>
                    </a:lnTo>
                    <a:lnTo>
                      <a:pt x="228" y="40"/>
                    </a:lnTo>
                    <a:lnTo>
                      <a:pt x="228" y="40"/>
                    </a:lnTo>
                    <a:lnTo>
                      <a:pt x="228" y="40"/>
                    </a:lnTo>
                    <a:lnTo>
                      <a:pt x="228" y="37"/>
                    </a:lnTo>
                    <a:lnTo>
                      <a:pt x="228" y="37"/>
                    </a:lnTo>
                    <a:lnTo>
                      <a:pt x="230" y="37"/>
                    </a:lnTo>
                    <a:lnTo>
                      <a:pt x="230" y="35"/>
                    </a:lnTo>
                    <a:lnTo>
                      <a:pt x="230" y="35"/>
                    </a:lnTo>
                    <a:lnTo>
                      <a:pt x="230" y="33"/>
                    </a:lnTo>
                    <a:lnTo>
                      <a:pt x="230" y="33"/>
                    </a:lnTo>
                    <a:lnTo>
                      <a:pt x="230" y="33"/>
                    </a:lnTo>
                    <a:lnTo>
                      <a:pt x="230" y="33"/>
                    </a:lnTo>
                    <a:lnTo>
                      <a:pt x="230" y="30"/>
                    </a:lnTo>
                    <a:lnTo>
                      <a:pt x="230" y="30"/>
                    </a:lnTo>
                    <a:lnTo>
                      <a:pt x="228" y="30"/>
                    </a:lnTo>
                    <a:lnTo>
                      <a:pt x="228" y="30"/>
                    </a:lnTo>
                    <a:lnTo>
                      <a:pt x="228" y="28"/>
                    </a:lnTo>
                    <a:lnTo>
                      <a:pt x="228" y="28"/>
                    </a:lnTo>
                    <a:lnTo>
                      <a:pt x="228" y="26"/>
                    </a:lnTo>
                    <a:lnTo>
                      <a:pt x="228" y="26"/>
                    </a:lnTo>
                    <a:lnTo>
                      <a:pt x="225" y="26"/>
                    </a:lnTo>
                    <a:lnTo>
                      <a:pt x="225" y="26"/>
                    </a:lnTo>
                    <a:lnTo>
                      <a:pt x="225" y="23"/>
                    </a:lnTo>
                    <a:lnTo>
                      <a:pt x="228" y="23"/>
                    </a:lnTo>
                    <a:lnTo>
                      <a:pt x="228" y="23"/>
                    </a:lnTo>
                    <a:lnTo>
                      <a:pt x="228" y="23"/>
                    </a:lnTo>
                    <a:lnTo>
                      <a:pt x="228" y="21"/>
                    </a:lnTo>
                    <a:lnTo>
                      <a:pt x="230" y="21"/>
                    </a:lnTo>
                    <a:lnTo>
                      <a:pt x="230" y="21"/>
                    </a:lnTo>
                    <a:lnTo>
                      <a:pt x="230" y="21"/>
                    </a:lnTo>
                    <a:lnTo>
                      <a:pt x="230" y="21"/>
                    </a:lnTo>
                    <a:lnTo>
                      <a:pt x="230" y="21"/>
                    </a:lnTo>
                    <a:lnTo>
                      <a:pt x="232" y="21"/>
                    </a:lnTo>
                    <a:lnTo>
                      <a:pt x="232" y="21"/>
                    </a:lnTo>
                    <a:lnTo>
                      <a:pt x="232" y="21"/>
                    </a:lnTo>
                    <a:lnTo>
                      <a:pt x="235" y="21"/>
                    </a:lnTo>
                    <a:lnTo>
                      <a:pt x="235" y="19"/>
                    </a:lnTo>
                    <a:lnTo>
                      <a:pt x="235" y="19"/>
                    </a:lnTo>
                    <a:lnTo>
                      <a:pt x="235" y="19"/>
                    </a:lnTo>
                    <a:lnTo>
                      <a:pt x="235" y="16"/>
                    </a:lnTo>
                    <a:lnTo>
                      <a:pt x="237" y="16"/>
                    </a:lnTo>
                    <a:lnTo>
                      <a:pt x="237" y="16"/>
                    </a:lnTo>
                    <a:lnTo>
                      <a:pt x="237" y="14"/>
                    </a:lnTo>
                    <a:lnTo>
                      <a:pt x="237" y="14"/>
                    </a:lnTo>
                    <a:lnTo>
                      <a:pt x="237" y="11"/>
                    </a:lnTo>
                    <a:lnTo>
                      <a:pt x="235" y="11"/>
                    </a:lnTo>
                    <a:lnTo>
                      <a:pt x="235" y="11"/>
                    </a:lnTo>
                    <a:lnTo>
                      <a:pt x="235" y="11"/>
                    </a:lnTo>
                    <a:lnTo>
                      <a:pt x="235" y="11"/>
                    </a:lnTo>
                    <a:lnTo>
                      <a:pt x="235" y="11"/>
                    </a:lnTo>
                    <a:lnTo>
                      <a:pt x="237" y="11"/>
                    </a:lnTo>
                    <a:lnTo>
                      <a:pt x="237" y="9"/>
                    </a:lnTo>
                    <a:lnTo>
                      <a:pt x="237" y="9"/>
                    </a:lnTo>
                    <a:lnTo>
                      <a:pt x="237" y="9"/>
                    </a:lnTo>
                    <a:lnTo>
                      <a:pt x="237" y="7"/>
                    </a:lnTo>
                    <a:lnTo>
                      <a:pt x="237" y="7"/>
                    </a:lnTo>
                    <a:lnTo>
                      <a:pt x="237" y="9"/>
                    </a:lnTo>
                    <a:lnTo>
                      <a:pt x="239" y="9"/>
                    </a:lnTo>
                    <a:lnTo>
                      <a:pt x="239" y="9"/>
                    </a:lnTo>
                    <a:lnTo>
                      <a:pt x="239" y="9"/>
                    </a:lnTo>
                    <a:lnTo>
                      <a:pt x="239" y="9"/>
                    </a:lnTo>
                    <a:lnTo>
                      <a:pt x="239" y="9"/>
                    </a:lnTo>
                    <a:lnTo>
                      <a:pt x="242" y="9"/>
                    </a:lnTo>
                    <a:lnTo>
                      <a:pt x="242" y="9"/>
                    </a:lnTo>
                    <a:lnTo>
                      <a:pt x="244" y="9"/>
                    </a:lnTo>
                    <a:lnTo>
                      <a:pt x="244" y="9"/>
                    </a:lnTo>
                    <a:lnTo>
                      <a:pt x="244" y="9"/>
                    </a:lnTo>
                    <a:lnTo>
                      <a:pt x="244" y="11"/>
                    </a:lnTo>
                    <a:lnTo>
                      <a:pt x="244" y="11"/>
                    </a:lnTo>
                    <a:lnTo>
                      <a:pt x="244" y="11"/>
                    </a:lnTo>
                    <a:lnTo>
                      <a:pt x="244" y="14"/>
                    </a:lnTo>
                    <a:lnTo>
                      <a:pt x="244" y="14"/>
                    </a:lnTo>
                    <a:lnTo>
                      <a:pt x="244" y="16"/>
                    </a:lnTo>
                    <a:lnTo>
                      <a:pt x="244" y="16"/>
                    </a:lnTo>
                    <a:lnTo>
                      <a:pt x="244" y="16"/>
                    </a:lnTo>
                    <a:lnTo>
                      <a:pt x="244" y="19"/>
                    </a:lnTo>
                    <a:lnTo>
                      <a:pt x="247" y="19"/>
                    </a:lnTo>
                    <a:lnTo>
                      <a:pt x="247" y="19"/>
                    </a:lnTo>
                    <a:lnTo>
                      <a:pt x="247" y="19"/>
                    </a:lnTo>
                    <a:lnTo>
                      <a:pt x="247" y="16"/>
                    </a:lnTo>
                    <a:lnTo>
                      <a:pt x="247" y="16"/>
                    </a:lnTo>
                    <a:lnTo>
                      <a:pt x="247" y="14"/>
                    </a:lnTo>
                    <a:lnTo>
                      <a:pt x="247" y="14"/>
                    </a:lnTo>
                    <a:lnTo>
                      <a:pt x="249" y="14"/>
                    </a:lnTo>
                    <a:lnTo>
                      <a:pt x="249" y="14"/>
                    </a:lnTo>
                    <a:lnTo>
                      <a:pt x="249" y="14"/>
                    </a:lnTo>
                    <a:lnTo>
                      <a:pt x="251" y="14"/>
                    </a:lnTo>
                    <a:lnTo>
                      <a:pt x="251" y="14"/>
                    </a:lnTo>
                    <a:lnTo>
                      <a:pt x="251" y="16"/>
                    </a:lnTo>
                    <a:lnTo>
                      <a:pt x="251" y="16"/>
                    </a:lnTo>
                    <a:lnTo>
                      <a:pt x="254" y="16"/>
                    </a:lnTo>
                    <a:lnTo>
                      <a:pt x="254" y="16"/>
                    </a:lnTo>
                    <a:lnTo>
                      <a:pt x="254" y="16"/>
                    </a:lnTo>
                    <a:lnTo>
                      <a:pt x="254" y="16"/>
                    </a:lnTo>
                    <a:lnTo>
                      <a:pt x="254" y="16"/>
                    </a:lnTo>
                    <a:lnTo>
                      <a:pt x="256" y="16"/>
                    </a:lnTo>
                    <a:lnTo>
                      <a:pt x="256" y="14"/>
                    </a:lnTo>
                    <a:lnTo>
                      <a:pt x="256" y="14"/>
                    </a:lnTo>
                    <a:lnTo>
                      <a:pt x="256" y="11"/>
                    </a:lnTo>
                    <a:lnTo>
                      <a:pt x="256" y="11"/>
                    </a:lnTo>
                    <a:lnTo>
                      <a:pt x="256" y="11"/>
                    </a:lnTo>
                    <a:lnTo>
                      <a:pt x="256" y="11"/>
                    </a:lnTo>
                    <a:lnTo>
                      <a:pt x="256" y="9"/>
                    </a:lnTo>
                    <a:lnTo>
                      <a:pt x="256" y="9"/>
                    </a:lnTo>
                    <a:lnTo>
                      <a:pt x="256" y="9"/>
                    </a:lnTo>
                    <a:lnTo>
                      <a:pt x="254" y="9"/>
                    </a:lnTo>
                    <a:lnTo>
                      <a:pt x="254" y="9"/>
                    </a:lnTo>
                    <a:lnTo>
                      <a:pt x="254" y="9"/>
                    </a:lnTo>
                    <a:lnTo>
                      <a:pt x="254" y="11"/>
                    </a:lnTo>
                    <a:lnTo>
                      <a:pt x="254" y="11"/>
                    </a:lnTo>
                    <a:lnTo>
                      <a:pt x="251" y="11"/>
                    </a:lnTo>
                    <a:lnTo>
                      <a:pt x="251" y="11"/>
                    </a:lnTo>
                    <a:lnTo>
                      <a:pt x="251" y="11"/>
                    </a:lnTo>
                    <a:lnTo>
                      <a:pt x="249" y="11"/>
                    </a:lnTo>
                    <a:lnTo>
                      <a:pt x="249" y="11"/>
                    </a:lnTo>
                    <a:lnTo>
                      <a:pt x="249" y="11"/>
                    </a:lnTo>
                    <a:lnTo>
                      <a:pt x="247" y="11"/>
                    </a:lnTo>
                    <a:lnTo>
                      <a:pt x="247" y="11"/>
                    </a:lnTo>
                    <a:lnTo>
                      <a:pt x="247" y="11"/>
                    </a:lnTo>
                    <a:lnTo>
                      <a:pt x="247" y="11"/>
                    </a:lnTo>
                    <a:lnTo>
                      <a:pt x="247" y="9"/>
                    </a:lnTo>
                    <a:lnTo>
                      <a:pt x="247" y="9"/>
                    </a:lnTo>
                    <a:lnTo>
                      <a:pt x="247" y="7"/>
                    </a:lnTo>
                    <a:lnTo>
                      <a:pt x="247" y="7"/>
                    </a:lnTo>
                    <a:lnTo>
                      <a:pt x="247" y="7"/>
                    </a:lnTo>
                    <a:lnTo>
                      <a:pt x="247" y="4"/>
                    </a:lnTo>
                    <a:lnTo>
                      <a:pt x="247" y="4"/>
                    </a:lnTo>
                    <a:lnTo>
                      <a:pt x="247" y="4"/>
                    </a:lnTo>
                    <a:lnTo>
                      <a:pt x="247" y="2"/>
                    </a:lnTo>
                    <a:lnTo>
                      <a:pt x="249" y="2"/>
                    </a:lnTo>
                    <a:lnTo>
                      <a:pt x="249" y="2"/>
                    </a:lnTo>
                    <a:lnTo>
                      <a:pt x="249" y="2"/>
                    </a:lnTo>
                    <a:lnTo>
                      <a:pt x="249" y="0"/>
                    </a:lnTo>
                    <a:lnTo>
                      <a:pt x="249" y="0"/>
                    </a:lnTo>
                    <a:lnTo>
                      <a:pt x="251" y="0"/>
                    </a:lnTo>
                    <a:lnTo>
                      <a:pt x="251" y="2"/>
                    </a:lnTo>
                    <a:lnTo>
                      <a:pt x="251" y="2"/>
                    </a:lnTo>
                    <a:lnTo>
                      <a:pt x="251" y="2"/>
                    </a:lnTo>
                    <a:lnTo>
                      <a:pt x="251" y="2"/>
                    </a:lnTo>
                    <a:lnTo>
                      <a:pt x="254" y="2"/>
                    </a:lnTo>
                    <a:lnTo>
                      <a:pt x="254" y="2"/>
                    </a:lnTo>
                    <a:lnTo>
                      <a:pt x="254" y="2"/>
                    </a:lnTo>
                    <a:lnTo>
                      <a:pt x="254" y="2"/>
                    </a:lnTo>
                    <a:lnTo>
                      <a:pt x="254" y="4"/>
                    </a:lnTo>
                    <a:lnTo>
                      <a:pt x="256" y="4"/>
                    </a:lnTo>
                    <a:lnTo>
                      <a:pt x="256" y="4"/>
                    </a:lnTo>
                    <a:lnTo>
                      <a:pt x="256" y="4"/>
                    </a:lnTo>
                    <a:lnTo>
                      <a:pt x="258" y="4"/>
                    </a:lnTo>
                    <a:lnTo>
                      <a:pt x="258" y="4"/>
                    </a:lnTo>
                    <a:lnTo>
                      <a:pt x="258" y="4"/>
                    </a:lnTo>
                    <a:lnTo>
                      <a:pt x="258" y="4"/>
                    </a:lnTo>
                    <a:lnTo>
                      <a:pt x="261" y="4"/>
                    </a:lnTo>
                    <a:lnTo>
                      <a:pt x="261" y="2"/>
                    </a:lnTo>
                    <a:lnTo>
                      <a:pt x="261" y="2"/>
                    </a:lnTo>
                    <a:lnTo>
                      <a:pt x="263" y="2"/>
                    </a:lnTo>
                    <a:lnTo>
                      <a:pt x="263" y="4"/>
                    </a:lnTo>
                    <a:lnTo>
                      <a:pt x="263" y="4"/>
                    </a:lnTo>
                    <a:lnTo>
                      <a:pt x="261" y="4"/>
                    </a:lnTo>
                    <a:lnTo>
                      <a:pt x="261" y="7"/>
                    </a:lnTo>
                    <a:lnTo>
                      <a:pt x="261" y="7"/>
                    </a:lnTo>
                    <a:lnTo>
                      <a:pt x="261" y="9"/>
                    </a:lnTo>
                    <a:lnTo>
                      <a:pt x="261" y="9"/>
                    </a:lnTo>
                    <a:lnTo>
                      <a:pt x="261" y="9"/>
                    </a:lnTo>
                    <a:lnTo>
                      <a:pt x="261" y="11"/>
                    </a:lnTo>
                    <a:lnTo>
                      <a:pt x="261" y="11"/>
                    </a:lnTo>
                    <a:lnTo>
                      <a:pt x="261" y="11"/>
                    </a:lnTo>
                    <a:lnTo>
                      <a:pt x="261" y="14"/>
                    </a:lnTo>
                    <a:lnTo>
                      <a:pt x="261" y="14"/>
                    </a:lnTo>
                    <a:lnTo>
                      <a:pt x="261" y="16"/>
                    </a:lnTo>
                    <a:lnTo>
                      <a:pt x="261" y="16"/>
                    </a:lnTo>
                    <a:lnTo>
                      <a:pt x="261" y="19"/>
                    </a:lnTo>
                    <a:lnTo>
                      <a:pt x="261" y="19"/>
                    </a:lnTo>
                    <a:lnTo>
                      <a:pt x="261" y="21"/>
                    </a:lnTo>
                    <a:lnTo>
                      <a:pt x="261" y="21"/>
                    </a:lnTo>
                    <a:lnTo>
                      <a:pt x="261" y="21"/>
                    </a:lnTo>
                    <a:lnTo>
                      <a:pt x="261" y="21"/>
                    </a:lnTo>
                    <a:lnTo>
                      <a:pt x="261" y="23"/>
                    </a:lnTo>
                    <a:lnTo>
                      <a:pt x="261" y="23"/>
                    </a:lnTo>
                    <a:lnTo>
                      <a:pt x="263" y="23"/>
                    </a:lnTo>
                    <a:lnTo>
                      <a:pt x="263" y="26"/>
                    </a:lnTo>
                    <a:lnTo>
                      <a:pt x="263" y="26"/>
                    </a:lnTo>
                    <a:lnTo>
                      <a:pt x="263" y="26"/>
                    </a:lnTo>
                    <a:lnTo>
                      <a:pt x="263" y="26"/>
                    </a:lnTo>
                    <a:lnTo>
                      <a:pt x="265" y="26"/>
                    </a:lnTo>
                    <a:lnTo>
                      <a:pt x="265" y="28"/>
                    </a:lnTo>
                    <a:lnTo>
                      <a:pt x="265" y="28"/>
                    </a:lnTo>
                    <a:lnTo>
                      <a:pt x="265" y="28"/>
                    </a:lnTo>
                    <a:lnTo>
                      <a:pt x="265" y="28"/>
                    </a:lnTo>
                    <a:lnTo>
                      <a:pt x="268" y="28"/>
                    </a:lnTo>
                    <a:lnTo>
                      <a:pt x="268" y="30"/>
                    </a:lnTo>
                    <a:lnTo>
                      <a:pt x="268" y="30"/>
                    </a:lnTo>
                    <a:lnTo>
                      <a:pt x="268" y="30"/>
                    </a:lnTo>
                    <a:lnTo>
                      <a:pt x="268" y="33"/>
                    </a:lnTo>
                    <a:lnTo>
                      <a:pt x="270" y="33"/>
                    </a:lnTo>
                    <a:lnTo>
                      <a:pt x="270" y="33"/>
                    </a:lnTo>
                    <a:lnTo>
                      <a:pt x="270" y="33"/>
                    </a:lnTo>
                    <a:lnTo>
                      <a:pt x="270" y="35"/>
                    </a:lnTo>
                    <a:lnTo>
                      <a:pt x="270" y="35"/>
                    </a:lnTo>
                    <a:lnTo>
                      <a:pt x="270" y="35"/>
                    </a:lnTo>
                    <a:lnTo>
                      <a:pt x="270" y="35"/>
                    </a:lnTo>
                    <a:lnTo>
                      <a:pt x="270" y="37"/>
                    </a:lnTo>
                    <a:lnTo>
                      <a:pt x="270" y="37"/>
                    </a:lnTo>
                    <a:lnTo>
                      <a:pt x="270" y="37"/>
                    </a:lnTo>
                    <a:lnTo>
                      <a:pt x="270" y="37"/>
                    </a:lnTo>
                    <a:lnTo>
                      <a:pt x="270" y="40"/>
                    </a:lnTo>
                    <a:lnTo>
                      <a:pt x="273" y="40"/>
                    </a:lnTo>
                    <a:lnTo>
                      <a:pt x="273" y="40"/>
                    </a:lnTo>
                    <a:lnTo>
                      <a:pt x="273" y="42"/>
                    </a:lnTo>
                    <a:lnTo>
                      <a:pt x="273" y="42"/>
                    </a:lnTo>
                    <a:lnTo>
                      <a:pt x="273" y="42"/>
                    </a:lnTo>
                    <a:lnTo>
                      <a:pt x="273" y="42"/>
                    </a:lnTo>
                    <a:lnTo>
                      <a:pt x="273" y="45"/>
                    </a:lnTo>
                    <a:lnTo>
                      <a:pt x="273" y="45"/>
                    </a:lnTo>
                    <a:lnTo>
                      <a:pt x="273" y="45"/>
                    </a:lnTo>
                    <a:lnTo>
                      <a:pt x="273" y="47"/>
                    </a:lnTo>
                    <a:lnTo>
                      <a:pt x="273" y="47"/>
                    </a:lnTo>
                    <a:lnTo>
                      <a:pt x="273" y="47"/>
                    </a:lnTo>
                    <a:lnTo>
                      <a:pt x="273" y="49"/>
                    </a:lnTo>
                    <a:lnTo>
                      <a:pt x="273" y="49"/>
                    </a:lnTo>
                    <a:lnTo>
                      <a:pt x="273" y="49"/>
                    </a:lnTo>
                    <a:lnTo>
                      <a:pt x="273" y="52"/>
                    </a:lnTo>
                    <a:lnTo>
                      <a:pt x="275" y="52"/>
                    </a:lnTo>
                    <a:lnTo>
                      <a:pt x="275" y="52"/>
                    </a:lnTo>
                    <a:lnTo>
                      <a:pt x="275" y="52"/>
                    </a:lnTo>
                    <a:lnTo>
                      <a:pt x="275" y="54"/>
                    </a:lnTo>
                    <a:lnTo>
                      <a:pt x="275" y="54"/>
                    </a:lnTo>
                    <a:lnTo>
                      <a:pt x="273" y="54"/>
                    </a:lnTo>
                    <a:lnTo>
                      <a:pt x="273" y="56"/>
                    </a:lnTo>
                    <a:lnTo>
                      <a:pt x="273" y="56"/>
                    </a:lnTo>
                    <a:lnTo>
                      <a:pt x="273" y="56"/>
                    </a:lnTo>
                    <a:lnTo>
                      <a:pt x="273" y="59"/>
                    </a:lnTo>
                    <a:lnTo>
                      <a:pt x="273" y="59"/>
                    </a:lnTo>
                    <a:lnTo>
                      <a:pt x="273" y="61"/>
                    </a:lnTo>
                    <a:lnTo>
                      <a:pt x="273" y="61"/>
                    </a:lnTo>
                    <a:lnTo>
                      <a:pt x="273" y="61"/>
                    </a:lnTo>
                    <a:lnTo>
                      <a:pt x="270" y="61"/>
                    </a:lnTo>
                    <a:lnTo>
                      <a:pt x="270" y="61"/>
                    </a:lnTo>
                    <a:lnTo>
                      <a:pt x="273" y="61"/>
                    </a:lnTo>
                    <a:lnTo>
                      <a:pt x="273" y="64"/>
                    </a:lnTo>
                    <a:lnTo>
                      <a:pt x="270" y="64"/>
                    </a:lnTo>
                    <a:lnTo>
                      <a:pt x="270" y="64"/>
                    </a:lnTo>
                    <a:lnTo>
                      <a:pt x="270" y="64"/>
                    </a:lnTo>
                    <a:lnTo>
                      <a:pt x="270" y="66"/>
                    </a:lnTo>
                    <a:lnTo>
                      <a:pt x="270" y="66"/>
                    </a:lnTo>
                    <a:lnTo>
                      <a:pt x="268" y="66"/>
                    </a:lnTo>
                    <a:lnTo>
                      <a:pt x="268" y="66"/>
                    </a:lnTo>
                    <a:lnTo>
                      <a:pt x="268" y="66"/>
                    </a:lnTo>
                    <a:lnTo>
                      <a:pt x="268" y="68"/>
                    </a:lnTo>
                    <a:lnTo>
                      <a:pt x="265" y="68"/>
                    </a:lnTo>
                    <a:lnTo>
                      <a:pt x="265" y="68"/>
                    </a:lnTo>
                    <a:lnTo>
                      <a:pt x="265" y="71"/>
                    </a:lnTo>
                    <a:lnTo>
                      <a:pt x="265" y="71"/>
                    </a:lnTo>
                    <a:lnTo>
                      <a:pt x="265" y="71"/>
                    </a:lnTo>
                    <a:lnTo>
                      <a:pt x="265" y="71"/>
                    </a:lnTo>
                    <a:lnTo>
                      <a:pt x="263" y="71"/>
                    </a:lnTo>
                    <a:lnTo>
                      <a:pt x="263" y="71"/>
                    </a:lnTo>
                    <a:lnTo>
                      <a:pt x="263" y="71"/>
                    </a:lnTo>
                    <a:lnTo>
                      <a:pt x="263" y="71"/>
                    </a:lnTo>
                    <a:lnTo>
                      <a:pt x="263" y="73"/>
                    </a:lnTo>
                    <a:lnTo>
                      <a:pt x="263" y="73"/>
                    </a:lnTo>
                    <a:lnTo>
                      <a:pt x="263" y="73"/>
                    </a:lnTo>
                    <a:lnTo>
                      <a:pt x="263" y="75"/>
                    </a:lnTo>
                    <a:lnTo>
                      <a:pt x="263" y="75"/>
                    </a:lnTo>
                    <a:lnTo>
                      <a:pt x="263" y="78"/>
                    </a:lnTo>
                    <a:lnTo>
                      <a:pt x="263" y="78"/>
                    </a:lnTo>
                    <a:lnTo>
                      <a:pt x="263" y="78"/>
                    </a:lnTo>
                    <a:lnTo>
                      <a:pt x="263" y="78"/>
                    </a:lnTo>
                    <a:lnTo>
                      <a:pt x="263" y="80"/>
                    </a:lnTo>
                    <a:lnTo>
                      <a:pt x="263" y="80"/>
                    </a:lnTo>
                    <a:lnTo>
                      <a:pt x="263" y="80"/>
                    </a:lnTo>
                    <a:lnTo>
                      <a:pt x="263" y="83"/>
                    </a:lnTo>
                    <a:lnTo>
                      <a:pt x="263" y="83"/>
                    </a:lnTo>
                    <a:lnTo>
                      <a:pt x="265" y="83"/>
                    </a:lnTo>
                    <a:lnTo>
                      <a:pt x="265" y="83"/>
                    </a:lnTo>
                    <a:lnTo>
                      <a:pt x="265" y="85"/>
                    </a:lnTo>
                    <a:lnTo>
                      <a:pt x="263" y="85"/>
                    </a:lnTo>
                    <a:lnTo>
                      <a:pt x="263" y="85"/>
                    </a:lnTo>
                    <a:lnTo>
                      <a:pt x="263" y="85"/>
                    </a:lnTo>
                    <a:lnTo>
                      <a:pt x="263" y="85"/>
                    </a:lnTo>
                    <a:lnTo>
                      <a:pt x="261" y="85"/>
                    </a:lnTo>
                    <a:lnTo>
                      <a:pt x="261" y="85"/>
                    </a:lnTo>
                    <a:lnTo>
                      <a:pt x="261" y="85"/>
                    </a:lnTo>
                    <a:lnTo>
                      <a:pt x="258" y="85"/>
                    </a:lnTo>
                    <a:lnTo>
                      <a:pt x="258" y="83"/>
                    </a:lnTo>
                    <a:lnTo>
                      <a:pt x="258" y="83"/>
                    </a:lnTo>
                    <a:lnTo>
                      <a:pt x="258" y="80"/>
                    </a:lnTo>
                    <a:lnTo>
                      <a:pt x="258" y="80"/>
                    </a:lnTo>
                    <a:lnTo>
                      <a:pt x="258" y="80"/>
                    </a:lnTo>
                    <a:lnTo>
                      <a:pt x="256" y="80"/>
                    </a:lnTo>
                    <a:lnTo>
                      <a:pt x="256" y="80"/>
                    </a:lnTo>
                    <a:lnTo>
                      <a:pt x="256" y="83"/>
                    </a:lnTo>
                    <a:lnTo>
                      <a:pt x="256" y="83"/>
                    </a:lnTo>
                    <a:lnTo>
                      <a:pt x="254" y="83"/>
                    </a:lnTo>
                    <a:lnTo>
                      <a:pt x="254" y="83"/>
                    </a:lnTo>
                    <a:lnTo>
                      <a:pt x="254" y="83"/>
                    </a:lnTo>
                    <a:lnTo>
                      <a:pt x="254" y="85"/>
                    </a:lnTo>
                    <a:lnTo>
                      <a:pt x="251" y="85"/>
                    </a:lnTo>
                    <a:lnTo>
                      <a:pt x="251" y="85"/>
                    </a:lnTo>
                    <a:lnTo>
                      <a:pt x="251" y="85"/>
                    </a:lnTo>
                    <a:lnTo>
                      <a:pt x="251" y="87"/>
                    </a:lnTo>
                    <a:lnTo>
                      <a:pt x="251" y="87"/>
                    </a:lnTo>
                    <a:lnTo>
                      <a:pt x="251" y="87"/>
                    </a:lnTo>
                    <a:lnTo>
                      <a:pt x="251" y="90"/>
                    </a:lnTo>
                    <a:lnTo>
                      <a:pt x="251" y="90"/>
                    </a:lnTo>
                    <a:lnTo>
                      <a:pt x="251" y="92"/>
                    </a:lnTo>
                    <a:lnTo>
                      <a:pt x="251" y="92"/>
                    </a:lnTo>
                    <a:lnTo>
                      <a:pt x="251" y="92"/>
                    </a:lnTo>
                    <a:lnTo>
                      <a:pt x="251" y="94"/>
                    </a:lnTo>
                    <a:lnTo>
                      <a:pt x="251" y="94"/>
                    </a:lnTo>
                    <a:lnTo>
                      <a:pt x="251" y="94"/>
                    </a:lnTo>
                    <a:lnTo>
                      <a:pt x="251" y="97"/>
                    </a:lnTo>
                    <a:lnTo>
                      <a:pt x="251" y="97"/>
                    </a:lnTo>
                    <a:lnTo>
                      <a:pt x="251" y="97"/>
                    </a:lnTo>
                    <a:lnTo>
                      <a:pt x="251" y="99"/>
                    </a:lnTo>
                    <a:lnTo>
                      <a:pt x="251" y="99"/>
                    </a:lnTo>
                    <a:lnTo>
                      <a:pt x="251" y="101"/>
                    </a:lnTo>
                    <a:lnTo>
                      <a:pt x="251" y="101"/>
                    </a:lnTo>
                    <a:lnTo>
                      <a:pt x="251" y="101"/>
                    </a:lnTo>
                    <a:lnTo>
                      <a:pt x="251" y="104"/>
                    </a:lnTo>
                    <a:lnTo>
                      <a:pt x="254" y="104"/>
                    </a:lnTo>
                    <a:lnTo>
                      <a:pt x="254" y="104"/>
                    </a:lnTo>
                    <a:lnTo>
                      <a:pt x="251" y="104"/>
                    </a:lnTo>
                    <a:lnTo>
                      <a:pt x="251" y="106"/>
                    </a:lnTo>
                    <a:lnTo>
                      <a:pt x="251" y="106"/>
                    </a:lnTo>
                    <a:lnTo>
                      <a:pt x="251" y="109"/>
                    </a:lnTo>
                    <a:lnTo>
                      <a:pt x="251" y="109"/>
                    </a:lnTo>
                    <a:lnTo>
                      <a:pt x="251" y="111"/>
                    </a:lnTo>
                    <a:lnTo>
                      <a:pt x="251" y="111"/>
                    </a:lnTo>
                    <a:lnTo>
                      <a:pt x="251" y="111"/>
                    </a:lnTo>
                    <a:lnTo>
                      <a:pt x="251" y="113"/>
                    </a:lnTo>
                    <a:lnTo>
                      <a:pt x="251" y="113"/>
                    </a:lnTo>
                    <a:lnTo>
                      <a:pt x="251" y="113"/>
                    </a:lnTo>
                    <a:lnTo>
                      <a:pt x="251" y="116"/>
                    </a:lnTo>
                    <a:lnTo>
                      <a:pt x="251" y="116"/>
                    </a:lnTo>
                    <a:lnTo>
                      <a:pt x="251" y="118"/>
                    </a:lnTo>
                    <a:lnTo>
                      <a:pt x="251" y="118"/>
                    </a:lnTo>
                    <a:lnTo>
                      <a:pt x="251" y="118"/>
                    </a:lnTo>
                    <a:lnTo>
                      <a:pt x="249" y="118"/>
                    </a:lnTo>
                    <a:lnTo>
                      <a:pt x="249" y="118"/>
                    </a:lnTo>
                    <a:lnTo>
                      <a:pt x="249" y="120"/>
                    </a:lnTo>
                    <a:lnTo>
                      <a:pt x="247" y="120"/>
                    </a:lnTo>
                    <a:lnTo>
                      <a:pt x="247" y="120"/>
                    </a:lnTo>
                    <a:lnTo>
                      <a:pt x="247" y="120"/>
                    </a:lnTo>
                    <a:lnTo>
                      <a:pt x="247" y="120"/>
                    </a:lnTo>
                    <a:lnTo>
                      <a:pt x="247" y="123"/>
                    </a:lnTo>
                    <a:lnTo>
                      <a:pt x="247" y="123"/>
                    </a:lnTo>
                    <a:lnTo>
                      <a:pt x="247" y="123"/>
                    </a:lnTo>
                    <a:lnTo>
                      <a:pt x="247" y="125"/>
                    </a:lnTo>
                    <a:lnTo>
                      <a:pt x="247" y="125"/>
                    </a:lnTo>
                    <a:lnTo>
                      <a:pt x="244" y="125"/>
                    </a:lnTo>
                    <a:lnTo>
                      <a:pt x="244" y="128"/>
                    </a:lnTo>
                    <a:lnTo>
                      <a:pt x="244" y="128"/>
                    </a:lnTo>
                    <a:lnTo>
                      <a:pt x="244" y="128"/>
                    </a:lnTo>
                    <a:lnTo>
                      <a:pt x="244" y="130"/>
                    </a:lnTo>
                    <a:lnTo>
                      <a:pt x="244" y="130"/>
                    </a:lnTo>
                    <a:lnTo>
                      <a:pt x="244" y="130"/>
                    </a:lnTo>
                    <a:lnTo>
                      <a:pt x="244" y="130"/>
                    </a:lnTo>
                    <a:lnTo>
                      <a:pt x="244" y="130"/>
                    </a:lnTo>
                    <a:lnTo>
                      <a:pt x="244" y="132"/>
                    </a:lnTo>
                    <a:lnTo>
                      <a:pt x="244" y="132"/>
                    </a:lnTo>
                    <a:lnTo>
                      <a:pt x="244" y="132"/>
                    </a:lnTo>
                    <a:lnTo>
                      <a:pt x="244" y="135"/>
                    </a:lnTo>
                    <a:lnTo>
                      <a:pt x="242" y="135"/>
                    </a:lnTo>
                    <a:lnTo>
                      <a:pt x="242" y="135"/>
                    </a:lnTo>
                    <a:lnTo>
                      <a:pt x="242" y="137"/>
                    </a:lnTo>
                    <a:lnTo>
                      <a:pt x="242" y="137"/>
                    </a:lnTo>
                    <a:lnTo>
                      <a:pt x="244" y="137"/>
                    </a:lnTo>
                    <a:lnTo>
                      <a:pt x="244" y="139"/>
                    </a:lnTo>
                    <a:lnTo>
                      <a:pt x="244" y="139"/>
                    </a:lnTo>
                    <a:lnTo>
                      <a:pt x="244" y="139"/>
                    </a:lnTo>
                    <a:lnTo>
                      <a:pt x="244" y="139"/>
                    </a:lnTo>
                    <a:lnTo>
                      <a:pt x="244" y="142"/>
                    </a:lnTo>
                    <a:lnTo>
                      <a:pt x="244" y="142"/>
                    </a:lnTo>
                    <a:lnTo>
                      <a:pt x="244" y="142"/>
                    </a:lnTo>
                    <a:lnTo>
                      <a:pt x="247" y="142"/>
                    </a:lnTo>
                    <a:lnTo>
                      <a:pt x="247" y="144"/>
                    </a:lnTo>
                    <a:lnTo>
                      <a:pt x="247" y="144"/>
                    </a:lnTo>
                    <a:lnTo>
                      <a:pt x="247" y="144"/>
                    </a:lnTo>
                    <a:lnTo>
                      <a:pt x="247" y="147"/>
                    </a:lnTo>
                    <a:lnTo>
                      <a:pt x="247" y="147"/>
                    </a:lnTo>
                    <a:lnTo>
                      <a:pt x="247" y="147"/>
                    </a:lnTo>
                    <a:lnTo>
                      <a:pt x="249" y="147"/>
                    </a:lnTo>
                    <a:lnTo>
                      <a:pt x="249" y="149"/>
                    </a:lnTo>
                    <a:lnTo>
                      <a:pt x="249" y="149"/>
                    </a:lnTo>
                    <a:lnTo>
                      <a:pt x="249" y="151"/>
                    </a:lnTo>
                    <a:lnTo>
                      <a:pt x="247" y="151"/>
                    </a:lnTo>
                    <a:lnTo>
                      <a:pt x="247" y="151"/>
                    </a:lnTo>
                    <a:lnTo>
                      <a:pt x="247" y="151"/>
                    </a:lnTo>
                    <a:lnTo>
                      <a:pt x="244" y="151"/>
                    </a:lnTo>
                    <a:lnTo>
                      <a:pt x="244" y="151"/>
                    </a:lnTo>
                    <a:lnTo>
                      <a:pt x="244" y="151"/>
                    </a:lnTo>
                    <a:lnTo>
                      <a:pt x="244" y="151"/>
                    </a:lnTo>
                    <a:lnTo>
                      <a:pt x="242" y="151"/>
                    </a:lnTo>
                    <a:lnTo>
                      <a:pt x="242" y="151"/>
                    </a:lnTo>
                    <a:lnTo>
                      <a:pt x="242" y="151"/>
                    </a:lnTo>
                    <a:lnTo>
                      <a:pt x="242" y="154"/>
                    </a:lnTo>
                    <a:lnTo>
                      <a:pt x="239" y="154"/>
                    </a:lnTo>
                    <a:lnTo>
                      <a:pt x="239" y="154"/>
                    </a:lnTo>
                    <a:lnTo>
                      <a:pt x="239" y="154"/>
                    </a:lnTo>
                    <a:lnTo>
                      <a:pt x="239" y="156"/>
                    </a:lnTo>
                    <a:lnTo>
                      <a:pt x="239" y="156"/>
                    </a:lnTo>
                    <a:lnTo>
                      <a:pt x="239" y="156"/>
                    </a:lnTo>
                    <a:lnTo>
                      <a:pt x="239" y="158"/>
                    </a:lnTo>
                    <a:lnTo>
                      <a:pt x="239" y="158"/>
                    </a:lnTo>
                    <a:lnTo>
                      <a:pt x="239" y="161"/>
                    </a:lnTo>
                    <a:lnTo>
                      <a:pt x="239" y="161"/>
                    </a:lnTo>
                    <a:lnTo>
                      <a:pt x="239" y="161"/>
                    </a:lnTo>
                    <a:lnTo>
                      <a:pt x="239" y="163"/>
                    </a:lnTo>
                    <a:lnTo>
                      <a:pt x="237" y="163"/>
                    </a:lnTo>
                    <a:lnTo>
                      <a:pt x="237" y="163"/>
                    </a:lnTo>
                    <a:lnTo>
                      <a:pt x="237" y="163"/>
                    </a:lnTo>
                    <a:lnTo>
                      <a:pt x="237" y="163"/>
                    </a:lnTo>
                    <a:lnTo>
                      <a:pt x="235" y="163"/>
                    </a:lnTo>
                    <a:lnTo>
                      <a:pt x="235" y="165"/>
                    </a:lnTo>
                    <a:lnTo>
                      <a:pt x="235" y="165"/>
                    </a:lnTo>
                    <a:lnTo>
                      <a:pt x="232" y="165"/>
                    </a:lnTo>
                    <a:lnTo>
                      <a:pt x="232" y="165"/>
                    </a:lnTo>
                    <a:lnTo>
                      <a:pt x="232" y="165"/>
                    </a:lnTo>
                    <a:lnTo>
                      <a:pt x="232" y="165"/>
                    </a:lnTo>
                    <a:lnTo>
                      <a:pt x="230" y="165"/>
                    </a:lnTo>
                    <a:lnTo>
                      <a:pt x="230" y="168"/>
                    </a:lnTo>
                    <a:lnTo>
                      <a:pt x="230" y="168"/>
                    </a:lnTo>
                    <a:lnTo>
                      <a:pt x="230" y="168"/>
                    </a:lnTo>
                    <a:lnTo>
                      <a:pt x="230" y="170"/>
                    </a:lnTo>
                    <a:lnTo>
                      <a:pt x="230" y="170"/>
                    </a:lnTo>
                    <a:lnTo>
                      <a:pt x="230" y="170"/>
                    </a:lnTo>
                    <a:lnTo>
                      <a:pt x="228" y="170"/>
                    </a:lnTo>
                    <a:lnTo>
                      <a:pt x="228" y="170"/>
                    </a:lnTo>
                    <a:lnTo>
                      <a:pt x="225" y="170"/>
                    </a:lnTo>
                    <a:lnTo>
                      <a:pt x="225" y="170"/>
                    </a:lnTo>
                    <a:lnTo>
                      <a:pt x="225" y="170"/>
                    </a:lnTo>
                    <a:lnTo>
                      <a:pt x="225" y="170"/>
                    </a:lnTo>
                    <a:lnTo>
                      <a:pt x="225" y="168"/>
                    </a:lnTo>
                    <a:lnTo>
                      <a:pt x="225" y="168"/>
                    </a:lnTo>
                    <a:lnTo>
                      <a:pt x="225" y="168"/>
                    </a:lnTo>
                    <a:lnTo>
                      <a:pt x="225" y="165"/>
                    </a:lnTo>
                    <a:lnTo>
                      <a:pt x="225" y="165"/>
                    </a:lnTo>
                    <a:lnTo>
                      <a:pt x="225" y="163"/>
                    </a:lnTo>
                    <a:lnTo>
                      <a:pt x="225" y="163"/>
                    </a:lnTo>
                    <a:lnTo>
                      <a:pt x="225" y="161"/>
                    </a:lnTo>
                    <a:lnTo>
                      <a:pt x="225" y="161"/>
                    </a:lnTo>
                    <a:lnTo>
                      <a:pt x="225" y="161"/>
                    </a:lnTo>
                    <a:lnTo>
                      <a:pt x="225" y="161"/>
                    </a:lnTo>
                    <a:lnTo>
                      <a:pt x="225" y="161"/>
                    </a:lnTo>
                    <a:lnTo>
                      <a:pt x="225" y="161"/>
                    </a:lnTo>
                    <a:lnTo>
                      <a:pt x="225" y="161"/>
                    </a:lnTo>
                    <a:lnTo>
                      <a:pt x="225" y="161"/>
                    </a:lnTo>
                    <a:lnTo>
                      <a:pt x="223" y="161"/>
                    </a:lnTo>
                    <a:lnTo>
                      <a:pt x="223" y="163"/>
                    </a:lnTo>
                    <a:lnTo>
                      <a:pt x="223" y="163"/>
                    </a:lnTo>
                    <a:lnTo>
                      <a:pt x="223" y="163"/>
                    </a:lnTo>
                    <a:lnTo>
                      <a:pt x="220" y="163"/>
                    </a:lnTo>
                    <a:lnTo>
                      <a:pt x="220" y="163"/>
                    </a:lnTo>
                    <a:lnTo>
                      <a:pt x="220" y="163"/>
                    </a:lnTo>
                    <a:lnTo>
                      <a:pt x="220" y="161"/>
                    </a:lnTo>
                    <a:lnTo>
                      <a:pt x="220" y="161"/>
                    </a:lnTo>
                    <a:lnTo>
                      <a:pt x="220" y="161"/>
                    </a:lnTo>
                    <a:lnTo>
                      <a:pt x="220" y="161"/>
                    </a:lnTo>
                    <a:lnTo>
                      <a:pt x="218" y="161"/>
                    </a:lnTo>
                    <a:lnTo>
                      <a:pt x="218" y="161"/>
                    </a:lnTo>
                    <a:lnTo>
                      <a:pt x="218" y="161"/>
                    </a:lnTo>
                    <a:lnTo>
                      <a:pt x="216" y="161"/>
                    </a:lnTo>
                    <a:lnTo>
                      <a:pt x="216" y="161"/>
                    </a:lnTo>
                    <a:lnTo>
                      <a:pt x="213" y="161"/>
                    </a:lnTo>
                    <a:lnTo>
                      <a:pt x="213" y="161"/>
                    </a:lnTo>
                    <a:lnTo>
                      <a:pt x="213" y="161"/>
                    </a:lnTo>
                    <a:lnTo>
                      <a:pt x="213" y="161"/>
                    </a:lnTo>
                    <a:lnTo>
                      <a:pt x="213" y="161"/>
                    </a:lnTo>
                    <a:lnTo>
                      <a:pt x="211" y="161"/>
                    </a:lnTo>
                    <a:lnTo>
                      <a:pt x="211" y="163"/>
                    </a:lnTo>
                    <a:lnTo>
                      <a:pt x="211" y="163"/>
                    </a:lnTo>
                    <a:lnTo>
                      <a:pt x="211" y="163"/>
                    </a:lnTo>
                    <a:lnTo>
                      <a:pt x="211" y="165"/>
                    </a:lnTo>
                    <a:lnTo>
                      <a:pt x="211" y="165"/>
                    </a:lnTo>
                    <a:lnTo>
                      <a:pt x="211" y="168"/>
                    </a:lnTo>
                    <a:lnTo>
                      <a:pt x="211" y="16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4" name="Freeform 142"/>
              <p:cNvSpPr>
                <a:spLocks/>
              </p:cNvSpPr>
              <p:nvPr/>
            </p:nvSpPr>
            <p:spPr bwMode="auto">
              <a:xfrm>
                <a:off x="3607" y="1699"/>
                <a:ext cx="275" cy="270"/>
              </a:xfrm>
              <a:custGeom>
                <a:avLst/>
                <a:gdLst/>
                <a:ahLst/>
                <a:cxnLst>
                  <a:cxn ang="0">
                    <a:pos x="204" y="170"/>
                  </a:cxn>
                  <a:cxn ang="0">
                    <a:pos x="192" y="173"/>
                  </a:cxn>
                  <a:cxn ang="0">
                    <a:pos x="173" y="177"/>
                  </a:cxn>
                  <a:cxn ang="0">
                    <a:pos x="161" y="168"/>
                  </a:cxn>
                  <a:cxn ang="0">
                    <a:pos x="164" y="180"/>
                  </a:cxn>
                  <a:cxn ang="0">
                    <a:pos x="149" y="189"/>
                  </a:cxn>
                  <a:cxn ang="0">
                    <a:pos x="138" y="206"/>
                  </a:cxn>
                  <a:cxn ang="0">
                    <a:pos x="123" y="192"/>
                  </a:cxn>
                  <a:cxn ang="0">
                    <a:pos x="114" y="189"/>
                  </a:cxn>
                  <a:cxn ang="0">
                    <a:pos x="107" y="203"/>
                  </a:cxn>
                  <a:cxn ang="0">
                    <a:pos x="95" y="206"/>
                  </a:cxn>
                  <a:cxn ang="0">
                    <a:pos x="81" y="220"/>
                  </a:cxn>
                  <a:cxn ang="0">
                    <a:pos x="69" y="225"/>
                  </a:cxn>
                  <a:cxn ang="0">
                    <a:pos x="64" y="213"/>
                  </a:cxn>
                  <a:cxn ang="0">
                    <a:pos x="62" y="206"/>
                  </a:cxn>
                  <a:cxn ang="0">
                    <a:pos x="67" y="196"/>
                  </a:cxn>
                  <a:cxn ang="0">
                    <a:pos x="55" y="194"/>
                  </a:cxn>
                  <a:cxn ang="0">
                    <a:pos x="38" y="194"/>
                  </a:cxn>
                  <a:cxn ang="0">
                    <a:pos x="52" y="199"/>
                  </a:cxn>
                  <a:cxn ang="0">
                    <a:pos x="57" y="210"/>
                  </a:cxn>
                  <a:cxn ang="0">
                    <a:pos x="60" y="220"/>
                  </a:cxn>
                  <a:cxn ang="0">
                    <a:pos x="50" y="239"/>
                  </a:cxn>
                  <a:cxn ang="0">
                    <a:pos x="43" y="260"/>
                  </a:cxn>
                  <a:cxn ang="0">
                    <a:pos x="31" y="267"/>
                  </a:cxn>
                  <a:cxn ang="0">
                    <a:pos x="17" y="258"/>
                  </a:cxn>
                  <a:cxn ang="0">
                    <a:pos x="17" y="244"/>
                  </a:cxn>
                  <a:cxn ang="0">
                    <a:pos x="17" y="225"/>
                  </a:cxn>
                  <a:cxn ang="0">
                    <a:pos x="5" y="220"/>
                  </a:cxn>
                  <a:cxn ang="0">
                    <a:pos x="3" y="206"/>
                  </a:cxn>
                  <a:cxn ang="0">
                    <a:pos x="17" y="206"/>
                  </a:cxn>
                  <a:cxn ang="0">
                    <a:pos x="29" y="194"/>
                  </a:cxn>
                  <a:cxn ang="0">
                    <a:pos x="34" y="180"/>
                  </a:cxn>
                  <a:cxn ang="0">
                    <a:pos x="55" y="173"/>
                  </a:cxn>
                  <a:cxn ang="0">
                    <a:pos x="71" y="161"/>
                  </a:cxn>
                  <a:cxn ang="0">
                    <a:pos x="86" y="154"/>
                  </a:cxn>
                  <a:cxn ang="0">
                    <a:pos x="107" y="151"/>
                  </a:cxn>
                  <a:cxn ang="0">
                    <a:pos x="126" y="147"/>
                  </a:cxn>
                  <a:cxn ang="0">
                    <a:pos x="140" y="151"/>
                  </a:cxn>
                  <a:cxn ang="0">
                    <a:pos x="145" y="137"/>
                  </a:cxn>
                  <a:cxn ang="0">
                    <a:pos x="159" y="120"/>
                  </a:cxn>
                  <a:cxn ang="0">
                    <a:pos x="166" y="104"/>
                  </a:cxn>
                  <a:cxn ang="0">
                    <a:pos x="166" y="116"/>
                  </a:cxn>
                  <a:cxn ang="0">
                    <a:pos x="180" y="116"/>
                  </a:cxn>
                  <a:cxn ang="0">
                    <a:pos x="199" y="104"/>
                  </a:cxn>
                  <a:cxn ang="0">
                    <a:pos x="213" y="90"/>
                  </a:cxn>
                  <a:cxn ang="0">
                    <a:pos x="225" y="71"/>
                  </a:cxn>
                  <a:cxn ang="0">
                    <a:pos x="230" y="47"/>
                  </a:cxn>
                  <a:cxn ang="0">
                    <a:pos x="230" y="35"/>
                  </a:cxn>
                  <a:cxn ang="0">
                    <a:pos x="235" y="19"/>
                  </a:cxn>
                  <a:cxn ang="0">
                    <a:pos x="244" y="9"/>
                  </a:cxn>
                  <a:cxn ang="0">
                    <a:pos x="256" y="14"/>
                  </a:cxn>
                  <a:cxn ang="0">
                    <a:pos x="247" y="4"/>
                  </a:cxn>
                  <a:cxn ang="0">
                    <a:pos x="263" y="4"/>
                  </a:cxn>
                  <a:cxn ang="0">
                    <a:pos x="265" y="28"/>
                  </a:cxn>
                  <a:cxn ang="0">
                    <a:pos x="273" y="47"/>
                  </a:cxn>
                  <a:cxn ang="0">
                    <a:pos x="268" y="66"/>
                  </a:cxn>
                  <a:cxn ang="0">
                    <a:pos x="263" y="85"/>
                  </a:cxn>
                  <a:cxn ang="0">
                    <a:pos x="251" y="92"/>
                  </a:cxn>
                  <a:cxn ang="0">
                    <a:pos x="251" y="118"/>
                  </a:cxn>
                  <a:cxn ang="0">
                    <a:pos x="244" y="137"/>
                  </a:cxn>
                  <a:cxn ang="0">
                    <a:pos x="239" y="154"/>
                  </a:cxn>
                  <a:cxn ang="0">
                    <a:pos x="228" y="170"/>
                  </a:cxn>
                  <a:cxn ang="0">
                    <a:pos x="220" y="161"/>
                  </a:cxn>
                </a:cxnLst>
                <a:rect l="0" t="0" r="r" b="b"/>
                <a:pathLst>
                  <a:path w="275" h="270">
                    <a:moveTo>
                      <a:pt x="211" y="168"/>
                    </a:moveTo>
                    <a:lnTo>
                      <a:pt x="211" y="168"/>
                    </a:lnTo>
                    <a:lnTo>
                      <a:pt x="211" y="170"/>
                    </a:lnTo>
                    <a:lnTo>
                      <a:pt x="211" y="170"/>
                    </a:lnTo>
                    <a:lnTo>
                      <a:pt x="211" y="170"/>
                    </a:lnTo>
                    <a:lnTo>
                      <a:pt x="211" y="170"/>
                    </a:lnTo>
                    <a:lnTo>
                      <a:pt x="211" y="170"/>
                    </a:lnTo>
                    <a:lnTo>
                      <a:pt x="211" y="173"/>
                    </a:lnTo>
                    <a:lnTo>
                      <a:pt x="211" y="173"/>
                    </a:lnTo>
                    <a:lnTo>
                      <a:pt x="209" y="173"/>
                    </a:lnTo>
                    <a:lnTo>
                      <a:pt x="209" y="175"/>
                    </a:lnTo>
                    <a:lnTo>
                      <a:pt x="209" y="175"/>
                    </a:lnTo>
                    <a:lnTo>
                      <a:pt x="209" y="175"/>
                    </a:lnTo>
                    <a:lnTo>
                      <a:pt x="209" y="177"/>
                    </a:lnTo>
                    <a:lnTo>
                      <a:pt x="206" y="177"/>
                    </a:lnTo>
                    <a:lnTo>
                      <a:pt x="206" y="177"/>
                    </a:lnTo>
                    <a:lnTo>
                      <a:pt x="206" y="177"/>
                    </a:lnTo>
                    <a:lnTo>
                      <a:pt x="206" y="177"/>
                    </a:lnTo>
                    <a:lnTo>
                      <a:pt x="204" y="177"/>
                    </a:lnTo>
                    <a:lnTo>
                      <a:pt x="204" y="177"/>
                    </a:lnTo>
                    <a:lnTo>
                      <a:pt x="204" y="177"/>
                    </a:lnTo>
                    <a:lnTo>
                      <a:pt x="204" y="177"/>
                    </a:lnTo>
                    <a:lnTo>
                      <a:pt x="204" y="175"/>
                    </a:lnTo>
                    <a:lnTo>
                      <a:pt x="202" y="175"/>
                    </a:lnTo>
                    <a:lnTo>
                      <a:pt x="202" y="175"/>
                    </a:lnTo>
                    <a:lnTo>
                      <a:pt x="202" y="173"/>
                    </a:lnTo>
                    <a:lnTo>
                      <a:pt x="204" y="173"/>
                    </a:lnTo>
                    <a:lnTo>
                      <a:pt x="204" y="173"/>
                    </a:lnTo>
                    <a:lnTo>
                      <a:pt x="204" y="170"/>
                    </a:lnTo>
                    <a:lnTo>
                      <a:pt x="204" y="170"/>
                    </a:lnTo>
                    <a:lnTo>
                      <a:pt x="204" y="170"/>
                    </a:lnTo>
                    <a:lnTo>
                      <a:pt x="204" y="168"/>
                    </a:lnTo>
                    <a:lnTo>
                      <a:pt x="204" y="168"/>
                    </a:lnTo>
                    <a:lnTo>
                      <a:pt x="204" y="165"/>
                    </a:lnTo>
                    <a:lnTo>
                      <a:pt x="204" y="165"/>
                    </a:lnTo>
                    <a:lnTo>
                      <a:pt x="204" y="165"/>
                    </a:lnTo>
                    <a:lnTo>
                      <a:pt x="204" y="165"/>
                    </a:lnTo>
                    <a:lnTo>
                      <a:pt x="204" y="165"/>
                    </a:lnTo>
                    <a:lnTo>
                      <a:pt x="204" y="165"/>
                    </a:lnTo>
                    <a:lnTo>
                      <a:pt x="204" y="163"/>
                    </a:lnTo>
                    <a:lnTo>
                      <a:pt x="202" y="163"/>
                    </a:lnTo>
                    <a:lnTo>
                      <a:pt x="202" y="163"/>
                    </a:lnTo>
                    <a:lnTo>
                      <a:pt x="202" y="165"/>
                    </a:lnTo>
                    <a:lnTo>
                      <a:pt x="199" y="165"/>
                    </a:lnTo>
                    <a:lnTo>
                      <a:pt x="199" y="165"/>
                    </a:lnTo>
                    <a:lnTo>
                      <a:pt x="199" y="165"/>
                    </a:lnTo>
                    <a:lnTo>
                      <a:pt x="199" y="165"/>
                    </a:lnTo>
                    <a:lnTo>
                      <a:pt x="199" y="168"/>
                    </a:lnTo>
                    <a:lnTo>
                      <a:pt x="199" y="168"/>
                    </a:lnTo>
                    <a:lnTo>
                      <a:pt x="197" y="168"/>
                    </a:lnTo>
                    <a:lnTo>
                      <a:pt x="197" y="170"/>
                    </a:lnTo>
                    <a:lnTo>
                      <a:pt x="197" y="170"/>
                    </a:lnTo>
                    <a:lnTo>
                      <a:pt x="197" y="170"/>
                    </a:lnTo>
                    <a:lnTo>
                      <a:pt x="194" y="170"/>
                    </a:lnTo>
                    <a:lnTo>
                      <a:pt x="194" y="170"/>
                    </a:lnTo>
                    <a:lnTo>
                      <a:pt x="194" y="170"/>
                    </a:lnTo>
                    <a:lnTo>
                      <a:pt x="194" y="173"/>
                    </a:lnTo>
                    <a:lnTo>
                      <a:pt x="194" y="173"/>
                    </a:lnTo>
                    <a:lnTo>
                      <a:pt x="194" y="173"/>
                    </a:lnTo>
                    <a:lnTo>
                      <a:pt x="192" y="173"/>
                    </a:lnTo>
                    <a:lnTo>
                      <a:pt x="192" y="175"/>
                    </a:lnTo>
                    <a:lnTo>
                      <a:pt x="192" y="175"/>
                    </a:lnTo>
                    <a:lnTo>
                      <a:pt x="192" y="175"/>
                    </a:lnTo>
                    <a:lnTo>
                      <a:pt x="192" y="177"/>
                    </a:lnTo>
                    <a:lnTo>
                      <a:pt x="192" y="177"/>
                    </a:lnTo>
                    <a:lnTo>
                      <a:pt x="192" y="177"/>
                    </a:lnTo>
                    <a:lnTo>
                      <a:pt x="190" y="177"/>
                    </a:lnTo>
                    <a:lnTo>
                      <a:pt x="190" y="177"/>
                    </a:lnTo>
                    <a:lnTo>
                      <a:pt x="190" y="177"/>
                    </a:lnTo>
                    <a:lnTo>
                      <a:pt x="187" y="177"/>
                    </a:lnTo>
                    <a:lnTo>
                      <a:pt x="187" y="177"/>
                    </a:lnTo>
                    <a:lnTo>
                      <a:pt x="187" y="177"/>
                    </a:lnTo>
                    <a:lnTo>
                      <a:pt x="185" y="177"/>
                    </a:lnTo>
                    <a:lnTo>
                      <a:pt x="185" y="177"/>
                    </a:lnTo>
                    <a:lnTo>
                      <a:pt x="185" y="177"/>
                    </a:lnTo>
                    <a:lnTo>
                      <a:pt x="183" y="177"/>
                    </a:lnTo>
                    <a:lnTo>
                      <a:pt x="183" y="177"/>
                    </a:lnTo>
                    <a:lnTo>
                      <a:pt x="180" y="177"/>
                    </a:lnTo>
                    <a:lnTo>
                      <a:pt x="180" y="177"/>
                    </a:lnTo>
                    <a:lnTo>
                      <a:pt x="180" y="177"/>
                    </a:lnTo>
                    <a:lnTo>
                      <a:pt x="180" y="175"/>
                    </a:lnTo>
                    <a:lnTo>
                      <a:pt x="178" y="175"/>
                    </a:lnTo>
                    <a:lnTo>
                      <a:pt x="178" y="175"/>
                    </a:lnTo>
                    <a:lnTo>
                      <a:pt x="178" y="175"/>
                    </a:lnTo>
                    <a:lnTo>
                      <a:pt x="176" y="175"/>
                    </a:lnTo>
                    <a:lnTo>
                      <a:pt x="176" y="175"/>
                    </a:lnTo>
                    <a:lnTo>
                      <a:pt x="176" y="177"/>
                    </a:lnTo>
                    <a:lnTo>
                      <a:pt x="173" y="177"/>
                    </a:lnTo>
                    <a:lnTo>
                      <a:pt x="173" y="177"/>
                    </a:lnTo>
                    <a:lnTo>
                      <a:pt x="173" y="177"/>
                    </a:lnTo>
                    <a:lnTo>
                      <a:pt x="171" y="177"/>
                    </a:lnTo>
                    <a:lnTo>
                      <a:pt x="171" y="177"/>
                    </a:lnTo>
                    <a:lnTo>
                      <a:pt x="171" y="177"/>
                    </a:lnTo>
                    <a:lnTo>
                      <a:pt x="171" y="177"/>
                    </a:lnTo>
                    <a:lnTo>
                      <a:pt x="168" y="177"/>
                    </a:lnTo>
                    <a:lnTo>
                      <a:pt x="168" y="177"/>
                    </a:lnTo>
                    <a:lnTo>
                      <a:pt x="166" y="177"/>
                    </a:lnTo>
                    <a:lnTo>
                      <a:pt x="166" y="180"/>
                    </a:lnTo>
                    <a:lnTo>
                      <a:pt x="166" y="180"/>
                    </a:lnTo>
                    <a:lnTo>
                      <a:pt x="166" y="180"/>
                    </a:lnTo>
                    <a:lnTo>
                      <a:pt x="164" y="180"/>
                    </a:lnTo>
                    <a:lnTo>
                      <a:pt x="164" y="177"/>
                    </a:lnTo>
                    <a:lnTo>
                      <a:pt x="166" y="177"/>
                    </a:lnTo>
                    <a:lnTo>
                      <a:pt x="166" y="177"/>
                    </a:lnTo>
                    <a:lnTo>
                      <a:pt x="166" y="177"/>
                    </a:lnTo>
                    <a:lnTo>
                      <a:pt x="166" y="175"/>
                    </a:lnTo>
                    <a:lnTo>
                      <a:pt x="166" y="175"/>
                    </a:lnTo>
                    <a:lnTo>
                      <a:pt x="164" y="175"/>
                    </a:lnTo>
                    <a:lnTo>
                      <a:pt x="164" y="175"/>
                    </a:lnTo>
                    <a:lnTo>
                      <a:pt x="164" y="175"/>
                    </a:lnTo>
                    <a:lnTo>
                      <a:pt x="164" y="175"/>
                    </a:lnTo>
                    <a:lnTo>
                      <a:pt x="161" y="175"/>
                    </a:lnTo>
                    <a:lnTo>
                      <a:pt x="161" y="173"/>
                    </a:lnTo>
                    <a:lnTo>
                      <a:pt x="161" y="173"/>
                    </a:lnTo>
                    <a:lnTo>
                      <a:pt x="161" y="170"/>
                    </a:lnTo>
                    <a:lnTo>
                      <a:pt x="161" y="170"/>
                    </a:lnTo>
                    <a:lnTo>
                      <a:pt x="161" y="170"/>
                    </a:lnTo>
                    <a:lnTo>
                      <a:pt x="161" y="170"/>
                    </a:lnTo>
                    <a:lnTo>
                      <a:pt x="161" y="168"/>
                    </a:lnTo>
                    <a:lnTo>
                      <a:pt x="161" y="168"/>
                    </a:lnTo>
                    <a:lnTo>
                      <a:pt x="159" y="168"/>
                    </a:lnTo>
                    <a:lnTo>
                      <a:pt x="159" y="168"/>
                    </a:lnTo>
                    <a:lnTo>
                      <a:pt x="159" y="168"/>
                    </a:lnTo>
                    <a:lnTo>
                      <a:pt x="159" y="168"/>
                    </a:lnTo>
                    <a:lnTo>
                      <a:pt x="159" y="170"/>
                    </a:lnTo>
                    <a:lnTo>
                      <a:pt x="159" y="170"/>
                    </a:lnTo>
                    <a:lnTo>
                      <a:pt x="159" y="170"/>
                    </a:lnTo>
                    <a:lnTo>
                      <a:pt x="157" y="170"/>
                    </a:lnTo>
                    <a:lnTo>
                      <a:pt x="157" y="173"/>
                    </a:lnTo>
                    <a:lnTo>
                      <a:pt x="157" y="173"/>
                    </a:lnTo>
                    <a:lnTo>
                      <a:pt x="157" y="173"/>
                    </a:lnTo>
                    <a:lnTo>
                      <a:pt x="157" y="173"/>
                    </a:lnTo>
                    <a:lnTo>
                      <a:pt x="157" y="175"/>
                    </a:lnTo>
                    <a:lnTo>
                      <a:pt x="157" y="175"/>
                    </a:lnTo>
                    <a:lnTo>
                      <a:pt x="157" y="175"/>
                    </a:lnTo>
                    <a:lnTo>
                      <a:pt x="157" y="177"/>
                    </a:lnTo>
                    <a:lnTo>
                      <a:pt x="157" y="177"/>
                    </a:lnTo>
                    <a:lnTo>
                      <a:pt x="159" y="177"/>
                    </a:lnTo>
                    <a:lnTo>
                      <a:pt x="159" y="177"/>
                    </a:lnTo>
                    <a:lnTo>
                      <a:pt x="159" y="177"/>
                    </a:lnTo>
                    <a:lnTo>
                      <a:pt x="159" y="177"/>
                    </a:lnTo>
                    <a:lnTo>
                      <a:pt x="159" y="180"/>
                    </a:lnTo>
                    <a:lnTo>
                      <a:pt x="161" y="180"/>
                    </a:lnTo>
                    <a:lnTo>
                      <a:pt x="161" y="180"/>
                    </a:lnTo>
                    <a:lnTo>
                      <a:pt x="164" y="180"/>
                    </a:lnTo>
                    <a:lnTo>
                      <a:pt x="164" y="177"/>
                    </a:lnTo>
                    <a:lnTo>
                      <a:pt x="164" y="177"/>
                    </a:lnTo>
                    <a:lnTo>
                      <a:pt x="164" y="180"/>
                    </a:lnTo>
                    <a:lnTo>
                      <a:pt x="164" y="180"/>
                    </a:lnTo>
                    <a:lnTo>
                      <a:pt x="164" y="180"/>
                    </a:lnTo>
                    <a:lnTo>
                      <a:pt x="164" y="180"/>
                    </a:lnTo>
                    <a:lnTo>
                      <a:pt x="164" y="182"/>
                    </a:lnTo>
                    <a:lnTo>
                      <a:pt x="164" y="182"/>
                    </a:lnTo>
                    <a:lnTo>
                      <a:pt x="164" y="182"/>
                    </a:lnTo>
                    <a:lnTo>
                      <a:pt x="164" y="184"/>
                    </a:lnTo>
                    <a:lnTo>
                      <a:pt x="164" y="184"/>
                    </a:lnTo>
                    <a:lnTo>
                      <a:pt x="164" y="187"/>
                    </a:lnTo>
                    <a:lnTo>
                      <a:pt x="164" y="187"/>
                    </a:lnTo>
                    <a:lnTo>
                      <a:pt x="164" y="187"/>
                    </a:lnTo>
                    <a:lnTo>
                      <a:pt x="161" y="187"/>
                    </a:lnTo>
                    <a:lnTo>
                      <a:pt x="161" y="187"/>
                    </a:lnTo>
                    <a:lnTo>
                      <a:pt x="161" y="187"/>
                    </a:lnTo>
                    <a:lnTo>
                      <a:pt x="159" y="187"/>
                    </a:lnTo>
                    <a:lnTo>
                      <a:pt x="159" y="184"/>
                    </a:lnTo>
                    <a:lnTo>
                      <a:pt x="159" y="184"/>
                    </a:lnTo>
                    <a:lnTo>
                      <a:pt x="159" y="187"/>
                    </a:lnTo>
                    <a:lnTo>
                      <a:pt x="159" y="187"/>
                    </a:lnTo>
                    <a:lnTo>
                      <a:pt x="157" y="187"/>
                    </a:lnTo>
                    <a:lnTo>
                      <a:pt x="157" y="187"/>
                    </a:lnTo>
                    <a:lnTo>
                      <a:pt x="157" y="187"/>
                    </a:lnTo>
                    <a:lnTo>
                      <a:pt x="157" y="187"/>
                    </a:lnTo>
                    <a:lnTo>
                      <a:pt x="154" y="187"/>
                    </a:lnTo>
                    <a:lnTo>
                      <a:pt x="154" y="187"/>
                    </a:lnTo>
                    <a:lnTo>
                      <a:pt x="152" y="187"/>
                    </a:lnTo>
                    <a:lnTo>
                      <a:pt x="152" y="189"/>
                    </a:lnTo>
                    <a:lnTo>
                      <a:pt x="152" y="189"/>
                    </a:lnTo>
                    <a:lnTo>
                      <a:pt x="152" y="189"/>
                    </a:lnTo>
                    <a:lnTo>
                      <a:pt x="152" y="189"/>
                    </a:lnTo>
                    <a:lnTo>
                      <a:pt x="152" y="189"/>
                    </a:lnTo>
                    <a:lnTo>
                      <a:pt x="149" y="189"/>
                    </a:lnTo>
                    <a:lnTo>
                      <a:pt x="149" y="192"/>
                    </a:lnTo>
                    <a:lnTo>
                      <a:pt x="149" y="192"/>
                    </a:lnTo>
                    <a:lnTo>
                      <a:pt x="149" y="194"/>
                    </a:lnTo>
                    <a:lnTo>
                      <a:pt x="149" y="194"/>
                    </a:lnTo>
                    <a:lnTo>
                      <a:pt x="149" y="194"/>
                    </a:lnTo>
                    <a:lnTo>
                      <a:pt x="147" y="194"/>
                    </a:lnTo>
                    <a:lnTo>
                      <a:pt x="147" y="196"/>
                    </a:lnTo>
                    <a:lnTo>
                      <a:pt x="147" y="196"/>
                    </a:lnTo>
                    <a:lnTo>
                      <a:pt x="147" y="196"/>
                    </a:lnTo>
                    <a:lnTo>
                      <a:pt x="147" y="196"/>
                    </a:lnTo>
                    <a:lnTo>
                      <a:pt x="145" y="196"/>
                    </a:lnTo>
                    <a:lnTo>
                      <a:pt x="145" y="199"/>
                    </a:lnTo>
                    <a:lnTo>
                      <a:pt x="145" y="199"/>
                    </a:lnTo>
                    <a:lnTo>
                      <a:pt x="145" y="199"/>
                    </a:lnTo>
                    <a:lnTo>
                      <a:pt x="145" y="199"/>
                    </a:lnTo>
                    <a:lnTo>
                      <a:pt x="145" y="199"/>
                    </a:lnTo>
                    <a:lnTo>
                      <a:pt x="145" y="201"/>
                    </a:lnTo>
                    <a:lnTo>
                      <a:pt x="145" y="201"/>
                    </a:lnTo>
                    <a:lnTo>
                      <a:pt x="145" y="203"/>
                    </a:lnTo>
                    <a:lnTo>
                      <a:pt x="145" y="203"/>
                    </a:lnTo>
                    <a:lnTo>
                      <a:pt x="142" y="203"/>
                    </a:lnTo>
                    <a:lnTo>
                      <a:pt x="142" y="203"/>
                    </a:lnTo>
                    <a:lnTo>
                      <a:pt x="142" y="206"/>
                    </a:lnTo>
                    <a:lnTo>
                      <a:pt x="140" y="206"/>
                    </a:lnTo>
                    <a:lnTo>
                      <a:pt x="140" y="206"/>
                    </a:lnTo>
                    <a:lnTo>
                      <a:pt x="140" y="208"/>
                    </a:lnTo>
                    <a:lnTo>
                      <a:pt x="140" y="208"/>
                    </a:lnTo>
                    <a:lnTo>
                      <a:pt x="140" y="208"/>
                    </a:lnTo>
                    <a:lnTo>
                      <a:pt x="138" y="208"/>
                    </a:lnTo>
                    <a:lnTo>
                      <a:pt x="138" y="206"/>
                    </a:lnTo>
                    <a:lnTo>
                      <a:pt x="138" y="206"/>
                    </a:lnTo>
                    <a:lnTo>
                      <a:pt x="138" y="206"/>
                    </a:lnTo>
                    <a:lnTo>
                      <a:pt x="135" y="206"/>
                    </a:lnTo>
                    <a:lnTo>
                      <a:pt x="135" y="206"/>
                    </a:lnTo>
                    <a:lnTo>
                      <a:pt x="135" y="206"/>
                    </a:lnTo>
                    <a:lnTo>
                      <a:pt x="133" y="206"/>
                    </a:lnTo>
                    <a:lnTo>
                      <a:pt x="133" y="206"/>
                    </a:lnTo>
                    <a:lnTo>
                      <a:pt x="133" y="206"/>
                    </a:lnTo>
                    <a:lnTo>
                      <a:pt x="133" y="203"/>
                    </a:lnTo>
                    <a:lnTo>
                      <a:pt x="131" y="203"/>
                    </a:lnTo>
                    <a:lnTo>
                      <a:pt x="131" y="203"/>
                    </a:lnTo>
                    <a:lnTo>
                      <a:pt x="131" y="203"/>
                    </a:lnTo>
                    <a:lnTo>
                      <a:pt x="131" y="201"/>
                    </a:lnTo>
                    <a:lnTo>
                      <a:pt x="131" y="201"/>
                    </a:lnTo>
                    <a:lnTo>
                      <a:pt x="128" y="201"/>
                    </a:lnTo>
                    <a:lnTo>
                      <a:pt x="128" y="201"/>
                    </a:lnTo>
                    <a:lnTo>
                      <a:pt x="128" y="199"/>
                    </a:lnTo>
                    <a:lnTo>
                      <a:pt x="128" y="199"/>
                    </a:lnTo>
                    <a:lnTo>
                      <a:pt x="128" y="199"/>
                    </a:lnTo>
                    <a:lnTo>
                      <a:pt x="126" y="199"/>
                    </a:lnTo>
                    <a:lnTo>
                      <a:pt x="126" y="199"/>
                    </a:lnTo>
                    <a:lnTo>
                      <a:pt x="126" y="199"/>
                    </a:lnTo>
                    <a:lnTo>
                      <a:pt x="126" y="196"/>
                    </a:lnTo>
                    <a:lnTo>
                      <a:pt x="126" y="196"/>
                    </a:lnTo>
                    <a:lnTo>
                      <a:pt x="126" y="196"/>
                    </a:lnTo>
                    <a:lnTo>
                      <a:pt x="123" y="196"/>
                    </a:lnTo>
                    <a:lnTo>
                      <a:pt x="123" y="196"/>
                    </a:lnTo>
                    <a:lnTo>
                      <a:pt x="123" y="194"/>
                    </a:lnTo>
                    <a:lnTo>
                      <a:pt x="123" y="194"/>
                    </a:lnTo>
                    <a:lnTo>
                      <a:pt x="123" y="192"/>
                    </a:lnTo>
                    <a:lnTo>
                      <a:pt x="123" y="192"/>
                    </a:lnTo>
                    <a:lnTo>
                      <a:pt x="123" y="192"/>
                    </a:lnTo>
                    <a:lnTo>
                      <a:pt x="123" y="189"/>
                    </a:lnTo>
                    <a:lnTo>
                      <a:pt x="123" y="189"/>
                    </a:lnTo>
                    <a:lnTo>
                      <a:pt x="123" y="189"/>
                    </a:lnTo>
                    <a:lnTo>
                      <a:pt x="123" y="189"/>
                    </a:lnTo>
                    <a:lnTo>
                      <a:pt x="123" y="189"/>
                    </a:lnTo>
                    <a:lnTo>
                      <a:pt x="126" y="189"/>
                    </a:lnTo>
                    <a:lnTo>
                      <a:pt x="126" y="187"/>
                    </a:lnTo>
                    <a:lnTo>
                      <a:pt x="123" y="187"/>
                    </a:lnTo>
                    <a:lnTo>
                      <a:pt x="123" y="187"/>
                    </a:lnTo>
                    <a:lnTo>
                      <a:pt x="123" y="187"/>
                    </a:lnTo>
                    <a:lnTo>
                      <a:pt x="123" y="187"/>
                    </a:lnTo>
                    <a:lnTo>
                      <a:pt x="121" y="187"/>
                    </a:lnTo>
                    <a:lnTo>
                      <a:pt x="121" y="187"/>
                    </a:lnTo>
                    <a:lnTo>
                      <a:pt x="121" y="187"/>
                    </a:lnTo>
                    <a:lnTo>
                      <a:pt x="119" y="187"/>
                    </a:lnTo>
                    <a:lnTo>
                      <a:pt x="119" y="187"/>
                    </a:lnTo>
                    <a:lnTo>
                      <a:pt x="119" y="189"/>
                    </a:lnTo>
                    <a:lnTo>
                      <a:pt x="119" y="189"/>
                    </a:lnTo>
                    <a:lnTo>
                      <a:pt x="119" y="189"/>
                    </a:lnTo>
                    <a:lnTo>
                      <a:pt x="119" y="189"/>
                    </a:lnTo>
                    <a:lnTo>
                      <a:pt x="116" y="189"/>
                    </a:lnTo>
                    <a:lnTo>
                      <a:pt x="116" y="189"/>
                    </a:lnTo>
                    <a:lnTo>
                      <a:pt x="116" y="187"/>
                    </a:lnTo>
                    <a:lnTo>
                      <a:pt x="114" y="187"/>
                    </a:lnTo>
                    <a:lnTo>
                      <a:pt x="114" y="189"/>
                    </a:lnTo>
                    <a:lnTo>
                      <a:pt x="114" y="189"/>
                    </a:lnTo>
                    <a:lnTo>
                      <a:pt x="114" y="189"/>
                    </a:lnTo>
                    <a:lnTo>
                      <a:pt x="114" y="189"/>
                    </a:lnTo>
                    <a:lnTo>
                      <a:pt x="114" y="192"/>
                    </a:lnTo>
                    <a:lnTo>
                      <a:pt x="114" y="192"/>
                    </a:lnTo>
                    <a:lnTo>
                      <a:pt x="114" y="192"/>
                    </a:lnTo>
                    <a:lnTo>
                      <a:pt x="116" y="192"/>
                    </a:lnTo>
                    <a:lnTo>
                      <a:pt x="116" y="194"/>
                    </a:lnTo>
                    <a:lnTo>
                      <a:pt x="116" y="194"/>
                    </a:lnTo>
                    <a:lnTo>
                      <a:pt x="116" y="196"/>
                    </a:lnTo>
                    <a:lnTo>
                      <a:pt x="116" y="196"/>
                    </a:lnTo>
                    <a:lnTo>
                      <a:pt x="119" y="196"/>
                    </a:lnTo>
                    <a:lnTo>
                      <a:pt x="119" y="196"/>
                    </a:lnTo>
                    <a:lnTo>
                      <a:pt x="119" y="196"/>
                    </a:lnTo>
                    <a:lnTo>
                      <a:pt x="119" y="196"/>
                    </a:lnTo>
                    <a:lnTo>
                      <a:pt x="116" y="196"/>
                    </a:lnTo>
                    <a:lnTo>
                      <a:pt x="116" y="199"/>
                    </a:lnTo>
                    <a:lnTo>
                      <a:pt x="116" y="199"/>
                    </a:lnTo>
                    <a:lnTo>
                      <a:pt x="114" y="199"/>
                    </a:lnTo>
                    <a:lnTo>
                      <a:pt x="114" y="199"/>
                    </a:lnTo>
                    <a:lnTo>
                      <a:pt x="114" y="199"/>
                    </a:lnTo>
                    <a:lnTo>
                      <a:pt x="114" y="199"/>
                    </a:lnTo>
                    <a:lnTo>
                      <a:pt x="114" y="199"/>
                    </a:lnTo>
                    <a:lnTo>
                      <a:pt x="112" y="199"/>
                    </a:lnTo>
                    <a:lnTo>
                      <a:pt x="112" y="201"/>
                    </a:lnTo>
                    <a:lnTo>
                      <a:pt x="112" y="201"/>
                    </a:lnTo>
                    <a:lnTo>
                      <a:pt x="112" y="201"/>
                    </a:lnTo>
                    <a:lnTo>
                      <a:pt x="112" y="201"/>
                    </a:lnTo>
                    <a:lnTo>
                      <a:pt x="109" y="201"/>
                    </a:lnTo>
                    <a:lnTo>
                      <a:pt x="109" y="203"/>
                    </a:lnTo>
                    <a:lnTo>
                      <a:pt x="109" y="203"/>
                    </a:lnTo>
                    <a:lnTo>
                      <a:pt x="109" y="203"/>
                    </a:lnTo>
                    <a:lnTo>
                      <a:pt x="107" y="203"/>
                    </a:lnTo>
                    <a:lnTo>
                      <a:pt x="107" y="206"/>
                    </a:lnTo>
                    <a:lnTo>
                      <a:pt x="107" y="206"/>
                    </a:lnTo>
                    <a:lnTo>
                      <a:pt x="107" y="206"/>
                    </a:lnTo>
                    <a:lnTo>
                      <a:pt x="107" y="206"/>
                    </a:lnTo>
                    <a:lnTo>
                      <a:pt x="107" y="208"/>
                    </a:lnTo>
                    <a:lnTo>
                      <a:pt x="107" y="208"/>
                    </a:lnTo>
                    <a:lnTo>
                      <a:pt x="107" y="210"/>
                    </a:lnTo>
                    <a:lnTo>
                      <a:pt x="105" y="210"/>
                    </a:lnTo>
                    <a:lnTo>
                      <a:pt x="105" y="210"/>
                    </a:lnTo>
                    <a:lnTo>
                      <a:pt x="105" y="210"/>
                    </a:lnTo>
                    <a:lnTo>
                      <a:pt x="105" y="213"/>
                    </a:lnTo>
                    <a:lnTo>
                      <a:pt x="105" y="213"/>
                    </a:lnTo>
                    <a:lnTo>
                      <a:pt x="105" y="210"/>
                    </a:lnTo>
                    <a:lnTo>
                      <a:pt x="105" y="210"/>
                    </a:lnTo>
                    <a:lnTo>
                      <a:pt x="105" y="210"/>
                    </a:lnTo>
                    <a:lnTo>
                      <a:pt x="102" y="210"/>
                    </a:lnTo>
                    <a:lnTo>
                      <a:pt x="102" y="210"/>
                    </a:lnTo>
                    <a:lnTo>
                      <a:pt x="102" y="210"/>
                    </a:lnTo>
                    <a:lnTo>
                      <a:pt x="100" y="210"/>
                    </a:lnTo>
                    <a:lnTo>
                      <a:pt x="100" y="208"/>
                    </a:lnTo>
                    <a:lnTo>
                      <a:pt x="100" y="208"/>
                    </a:lnTo>
                    <a:lnTo>
                      <a:pt x="100" y="208"/>
                    </a:lnTo>
                    <a:lnTo>
                      <a:pt x="100" y="208"/>
                    </a:lnTo>
                    <a:lnTo>
                      <a:pt x="100" y="206"/>
                    </a:lnTo>
                    <a:lnTo>
                      <a:pt x="97" y="206"/>
                    </a:lnTo>
                    <a:lnTo>
                      <a:pt x="97" y="206"/>
                    </a:lnTo>
                    <a:lnTo>
                      <a:pt x="97" y="206"/>
                    </a:lnTo>
                    <a:lnTo>
                      <a:pt x="97" y="206"/>
                    </a:lnTo>
                    <a:lnTo>
                      <a:pt x="95" y="206"/>
                    </a:lnTo>
                    <a:lnTo>
                      <a:pt x="95" y="206"/>
                    </a:lnTo>
                    <a:lnTo>
                      <a:pt x="93" y="206"/>
                    </a:lnTo>
                    <a:lnTo>
                      <a:pt x="93" y="206"/>
                    </a:lnTo>
                    <a:lnTo>
                      <a:pt x="93" y="206"/>
                    </a:lnTo>
                    <a:lnTo>
                      <a:pt x="93" y="206"/>
                    </a:lnTo>
                    <a:lnTo>
                      <a:pt x="90" y="206"/>
                    </a:lnTo>
                    <a:lnTo>
                      <a:pt x="90" y="206"/>
                    </a:lnTo>
                    <a:lnTo>
                      <a:pt x="90" y="208"/>
                    </a:lnTo>
                    <a:lnTo>
                      <a:pt x="90" y="208"/>
                    </a:lnTo>
                    <a:lnTo>
                      <a:pt x="90" y="208"/>
                    </a:lnTo>
                    <a:lnTo>
                      <a:pt x="88" y="208"/>
                    </a:lnTo>
                    <a:lnTo>
                      <a:pt x="88" y="208"/>
                    </a:lnTo>
                    <a:lnTo>
                      <a:pt x="86" y="208"/>
                    </a:lnTo>
                    <a:lnTo>
                      <a:pt x="86" y="210"/>
                    </a:lnTo>
                    <a:lnTo>
                      <a:pt x="86" y="210"/>
                    </a:lnTo>
                    <a:lnTo>
                      <a:pt x="86" y="210"/>
                    </a:lnTo>
                    <a:lnTo>
                      <a:pt x="86" y="210"/>
                    </a:lnTo>
                    <a:lnTo>
                      <a:pt x="86" y="213"/>
                    </a:lnTo>
                    <a:lnTo>
                      <a:pt x="86" y="213"/>
                    </a:lnTo>
                    <a:lnTo>
                      <a:pt x="86" y="213"/>
                    </a:lnTo>
                    <a:lnTo>
                      <a:pt x="86" y="215"/>
                    </a:lnTo>
                    <a:lnTo>
                      <a:pt x="83" y="215"/>
                    </a:lnTo>
                    <a:lnTo>
                      <a:pt x="83" y="215"/>
                    </a:lnTo>
                    <a:lnTo>
                      <a:pt x="83" y="215"/>
                    </a:lnTo>
                    <a:lnTo>
                      <a:pt x="83" y="215"/>
                    </a:lnTo>
                    <a:lnTo>
                      <a:pt x="83" y="218"/>
                    </a:lnTo>
                    <a:lnTo>
                      <a:pt x="83" y="218"/>
                    </a:lnTo>
                    <a:lnTo>
                      <a:pt x="81" y="218"/>
                    </a:lnTo>
                    <a:lnTo>
                      <a:pt x="81" y="218"/>
                    </a:lnTo>
                    <a:lnTo>
                      <a:pt x="81" y="220"/>
                    </a:lnTo>
                    <a:lnTo>
                      <a:pt x="81" y="220"/>
                    </a:lnTo>
                    <a:lnTo>
                      <a:pt x="81" y="220"/>
                    </a:lnTo>
                    <a:lnTo>
                      <a:pt x="78" y="220"/>
                    </a:lnTo>
                    <a:lnTo>
                      <a:pt x="78" y="222"/>
                    </a:lnTo>
                    <a:lnTo>
                      <a:pt x="78" y="222"/>
                    </a:lnTo>
                    <a:lnTo>
                      <a:pt x="81" y="222"/>
                    </a:lnTo>
                    <a:lnTo>
                      <a:pt x="81" y="225"/>
                    </a:lnTo>
                    <a:lnTo>
                      <a:pt x="81" y="225"/>
                    </a:lnTo>
                    <a:lnTo>
                      <a:pt x="78" y="225"/>
                    </a:lnTo>
                    <a:lnTo>
                      <a:pt x="78" y="225"/>
                    </a:lnTo>
                    <a:lnTo>
                      <a:pt x="78" y="225"/>
                    </a:lnTo>
                    <a:lnTo>
                      <a:pt x="78" y="225"/>
                    </a:lnTo>
                    <a:lnTo>
                      <a:pt x="76" y="225"/>
                    </a:lnTo>
                    <a:lnTo>
                      <a:pt x="76" y="225"/>
                    </a:lnTo>
                    <a:lnTo>
                      <a:pt x="76" y="225"/>
                    </a:lnTo>
                    <a:lnTo>
                      <a:pt x="74" y="225"/>
                    </a:lnTo>
                    <a:lnTo>
                      <a:pt x="74" y="225"/>
                    </a:lnTo>
                    <a:lnTo>
                      <a:pt x="74" y="225"/>
                    </a:lnTo>
                    <a:lnTo>
                      <a:pt x="74" y="225"/>
                    </a:lnTo>
                    <a:lnTo>
                      <a:pt x="71" y="225"/>
                    </a:lnTo>
                    <a:lnTo>
                      <a:pt x="71" y="225"/>
                    </a:lnTo>
                    <a:lnTo>
                      <a:pt x="71" y="225"/>
                    </a:lnTo>
                    <a:lnTo>
                      <a:pt x="71" y="225"/>
                    </a:lnTo>
                    <a:lnTo>
                      <a:pt x="71" y="227"/>
                    </a:lnTo>
                    <a:lnTo>
                      <a:pt x="69" y="227"/>
                    </a:lnTo>
                    <a:lnTo>
                      <a:pt x="69" y="227"/>
                    </a:lnTo>
                    <a:lnTo>
                      <a:pt x="69" y="225"/>
                    </a:lnTo>
                    <a:lnTo>
                      <a:pt x="67" y="225"/>
                    </a:lnTo>
                    <a:lnTo>
                      <a:pt x="67" y="225"/>
                    </a:lnTo>
                    <a:lnTo>
                      <a:pt x="69" y="225"/>
                    </a:lnTo>
                    <a:lnTo>
                      <a:pt x="69" y="225"/>
                    </a:lnTo>
                    <a:lnTo>
                      <a:pt x="69" y="222"/>
                    </a:lnTo>
                    <a:lnTo>
                      <a:pt x="71" y="222"/>
                    </a:lnTo>
                    <a:lnTo>
                      <a:pt x="71" y="222"/>
                    </a:lnTo>
                    <a:lnTo>
                      <a:pt x="71" y="222"/>
                    </a:lnTo>
                    <a:lnTo>
                      <a:pt x="71" y="220"/>
                    </a:lnTo>
                    <a:lnTo>
                      <a:pt x="71" y="220"/>
                    </a:lnTo>
                    <a:lnTo>
                      <a:pt x="71" y="220"/>
                    </a:lnTo>
                    <a:lnTo>
                      <a:pt x="69" y="220"/>
                    </a:lnTo>
                    <a:lnTo>
                      <a:pt x="69" y="220"/>
                    </a:lnTo>
                    <a:lnTo>
                      <a:pt x="69" y="220"/>
                    </a:lnTo>
                    <a:lnTo>
                      <a:pt x="67" y="220"/>
                    </a:lnTo>
                    <a:lnTo>
                      <a:pt x="67" y="220"/>
                    </a:lnTo>
                    <a:lnTo>
                      <a:pt x="67" y="220"/>
                    </a:lnTo>
                    <a:lnTo>
                      <a:pt x="67" y="220"/>
                    </a:lnTo>
                    <a:lnTo>
                      <a:pt x="67" y="220"/>
                    </a:lnTo>
                    <a:lnTo>
                      <a:pt x="67" y="220"/>
                    </a:lnTo>
                    <a:lnTo>
                      <a:pt x="67" y="220"/>
                    </a:lnTo>
                    <a:lnTo>
                      <a:pt x="67" y="218"/>
                    </a:lnTo>
                    <a:lnTo>
                      <a:pt x="67" y="218"/>
                    </a:lnTo>
                    <a:lnTo>
                      <a:pt x="67" y="218"/>
                    </a:lnTo>
                    <a:lnTo>
                      <a:pt x="67" y="218"/>
                    </a:lnTo>
                    <a:lnTo>
                      <a:pt x="67" y="215"/>
                    </a:lnTo>
                    <a:lnTo>
                      <a:pt x="64" y="215"/>
                    </a:lnTo>
                    <a:lnTo>
                      <a:pt x="64" y="215"/>
                    </a:lnTo>
                    <a:lnTo>
                      <a:pt x="64" y="215"/>
                    </a:lnTo>
                    <a:lnTo>
                      <a:pt x="64" y="215"/>
                    </a:lnTo>
                    <a:lnTo>
                      <a:pt x="64" y="213"/>
                    </a:lnTo>
                    <a:lnTo>
                      <a:pt x="64" y="213"/>
                    </a:lnTo>
                    <a:lnTo>
                      <a:pt x="64" y="213"/>
                    </a:lnTo>
                    <a:lnTo>
                      <a:pt x="64" y="213"/>
                    </a:lnTo>
                    <a:lnTo>
                      <a:pt x="64" y="210"/>
                    </a:lnTo>
                    <a:lnTo>
                      <a:pt x="67" y="210"/>
                    </a:lnTo>
                    <a:lnTo>
                      <a:pt x="67" y="210"/>
                    </a:lnTo>
                    <a:lnTo>
                      <a:pt x="67" y="210"/>
                    </a:lnTo>
                    <a:lnTo>
                      <a:pt x="67" y="210"/>
                    </a:lnTo>
                    <a:lnTo>
                      <a:pt x="67" y="210"/>
                    </a:lnTo>
                    <a:lnTo>
                      <a:pt x="67" y="210"/>
                    </a:lnTo>
                    <a:lnTo>
                      <a:pt x="64" y="210"/>
                    </a:lnTo>
                    <a:lnTo>
                      <a:pt x="64" y="210"/>
                    </a:lnTo>
                    <a:lnTo>
                      <a:pt x="64" y="208"/>
                    </a:lnTo>
                    <a:lnTo>
                      <a:pt x="64" y="208"/>
                    </a:lnTo>
                    <a:lnTo>
                      <a:pt x="64" y="208"/>
                    </a:lnTo>
                    <a:lnTo>
                      <a:pt x="64" y="208"/>
                    </a:lnTo>
                    <a:lnTo>
                      <a:pt x="62" y="208"/>
                    </a:lnTo>
                    <a:lnTo>
                      <a:pt x="62" y="208"/>
                    </a:lnTo>
                    <a:lnTo>
                      <a:pt x="62" y="208"/>
                    </a:lnTo>
                    <a:lnTo>
                      <a:pt x="62" y="210"/>
                    </a:lnTo>
                    <a:lnTo>
                      <a:pt x="60" y="210"/>
                    </a:lnTo>
                    <a:lnTo>
                      <a:pt x="60" y="210"/>
                    </a:lnTo>
                    <a:lnTo>
                      <a:pt x="60" y="210"/>
                    </a:lnTo>
                    <a:lnTo>
                      <a:pt x="57" y="210"/>
                    </a:lnTo>
                    <a:lnTo>
                      <a:pt x="57" y="208"/>
                    </a:lnTo>
                    <a:lnTo>
                      <a:pt x="60" y="208"/>
                    </a:lnTo>
                    <a:lnTo>
                      <a:pt x="60" y="208"/>
                    </a:lnTo>
                    <a:lnTo>
                      <a:pt x="60" y="208"/>
                    </a:lnTo>
                    <a:lnTo>
                      <a:pt x="60" y="206"/>
                    </a:lnTo>
                    <a:lnTo>
                      <a:pt x="60" y="206"/>
                    </a:lnTo>
                    <a:lnTo>
                      <a:pt x="62" y="206"/>
                    </a:lnTo>
                    <a:lnTo>
                      <a:pt x="62" y="206"/>
                    </a:lnTo>
                    <a:lnTo>
                      <a:pt x="62" y="206"/>
                    </a:lnTo>
                    <a:lnTo>
                      <a:pt x="64" y="206"/>
                    </a:lnTo>
                    <a:lnTo>
                      <a:pt x="64" y="206"/>
                    </a:lnTo>
                    <a:lnTo>
                      <a:pt x="64" y="203"/>
                    </a:lnTo>
                    <a:lnTo>
                      <a:pt x="64" y="203"/>
                    </a:lnTo>
                    <a:lnTo>
                      <a:pt x="67" y="203"/>
                    </a:lnTo>
                    <a:lnTo>
                      <a:pt x="67" y="203"/>
                    </a:lnTo>
                    <a:lnTo>
                      <a:pt x="67" y="203"/>
                    </a:lnTo>
                    <a:lnTo>
                      <a:pt x="67" y="201"/>
                    </a:lnTo>
                    <a:lnTo>
                      <a:pt x="67" y="201"/>
                    </a:lnTo>
                    <a:lnTo>
                      <a:pt x="69" y="201"/>
                    </a:lnTo>
                    <a:lnTo>
                      <a:pt x="69" y="201"/>
                    </a:lnTo>
                    <a:lnTo>
                      <a:pt x="69" y="201"/>
                    </a:lnTo>
                    <a:lnTo>
                      <a:pt x="71" y="201"/>
                    </a:lnTo>
                    <a:lnTo>
                      <a:pt x="71" y="199"/>
                    </a:lnTo>
                    <a:lnTo>
                      <a:pt x="71" y="199"/>
                    </a:lnTo>
                    <a:lnTo>
                      <a:pt x="71" y="199"/>
                    </a:lnTo>
                    <a:lnTo>
                      <a:pt x="71" y="199"/>
                    </a:lnTo>
                    <a:lnTo>
                      <a:pt x="71" y="199"/>
                    </a:lnTo>
                    <a:lnTo>
                      <a:pt x="71" y="196"/>
                    </a:lnTo>
                    <a:lnTo>
                      <a:pt x="71" y="196"/>
                    </a:lnTo>
                    <a:lnTo>
                      <a:pt x="71" y="196"/>
                    </a:lnTo>
                    <a:lnTo>
                      <a:pt x="71" y="194"/>
                    </a:lnTo>
                    <a:lnTo>
                      <a:pt x="71" y="194"/>
                    </a:lnTo>
                    <a:lnTo>
                      <a:pt x="69" y="194"/>
                    </a:lnTo>
                    <a:lnTo>
                      <a:pt x="69" y="194"/>
                    </a:lnTo>
                    <a:lnTo>
                      <a:pt x="69" y="196"/>
                    </a:lnTo>
                    <a:lnTo>
                      <a:pt x="67" y="196"/>
                    </a:lnTo>
                    <a:lnTo>
                      <a:pt x="67" y="194"/>
                    </a:lnTo>
                    <a:lnTo>
                      <a:pt x="67" y="194"/>
                    </a:lnTo>
                    <a:lnTo>
                      <a:pt x="67" y="196"/>
                    </a:lnTo>
                    <a:lnTo>
                      <a:pt x="67" y="196"/>
                    </a:lnTo>
                    <a:lnTo>
                      <a:pt x="67" y="196"/>
                    </a:lnTo>
                    <a:lnTo>
                      <a:pt x="64" y="196"/>
                    </a:lnTo>
                    <a:lnTo>
                      <a:pt x="64" y="196"/>
                    </a:lnTo>
                    <a:lnTo>
                      <a:pt x="64" y="199"/>
                    </a:lnTo>
                    <a:lnTo>
                      <a:pt x="64" y="199"/>
                    </a:lnTo>
                    <a:lnTo>
                      <a:pt x="64" y="199"/>
                    </a:lnTo>
                    <a:lnTo>
                      <a:pt x="62" y="199"/>
                    </a:lnTo>
                    <a:lnTo>
                      <a:pt x="62" y="199"/>
                    </a:lnTo>
                    <a:lnTo>
                      <a:pt x="62" y="199"/>
                    </a:lnTo>
                    <a:lnTo>
                      <a:pt x="60" y="199"/>
                    </a:lnTo>
                    <a:lnTo>
                      <a:pt x="60" y="199"/>
                    </a:lnTo>
                    <a:lnTo>
                      <a:pt x="60" y="199"/>
                    </a:lnTo>
                    <a:lnTo>
                      <a:pt x="60" y="199"/>
                    </a:lnTo>
                    <a:lnTo>
                      <a:pt x="60" y="199"/>
                    </a:lnTo>
                    <a:lnTo>
                      <a:pt x="60" y="199"/>
                    </a:lnTo>
                    <a:lnTo>
                      <a:pt x="60" y="199"/>
                    </a:lnTo>
                    <a:lnTo>
                      <a:pt x="57" y="199"/>
                    </a:lnTo>
                    <a:lnTo>
                      <a:pt x="57" y="199"/>
                    </a:lnTo>
                    <a:lnTo>
                      <a:pt x="57" y="199"/>
                    </a:lnTo>
                    <a:lnTo>
                      <a:pt x="57" y="199"/>
                    </a:lnTo>
                    <a:lnTo>
                      <a:pt x="57" y="199"/>
                    </a:lnTo>
                    <a:lnTo>
                      <a:pt x="57" y="196"/>
                    </a:lnTo>
                    <a:lnTo>
                      <a:pt x="57" y="196"/>
                    </a:lnTo>
                    <a:lnTo>
                      <a:pt x="57" y="196"/>
                    </a:lnTo>
                    <a:lnTo>
                      <a:pt x="57" y="194"/>
                    </a:lnTo>
                    <a:lnTo>
                      <a:pt x="57" y="194"/>
                    </a:lnTo>
                    <a:lnTo>
                      <a:pt x="57" y="194"/>
                    </a:lnTo>
                    <a:lnTo>
                      <a:pt x="55" y="194"/>
                    </a:lnTo>
                    <a:lnTo>
                      <a:pt x="55" y="194"/>
                    </a:lnTo>
                    <a:lnTo>
                      <a:pt x="55" y="194"/>
                    </a:lnTo>
                    <a:lnTo>
                      <a:pt x="52" y="194"/>
                    </a:lnTo>
                    <a:lnTo>
                      <a:pt x="52" y="194"/>
                    </a:lnTo>
                    <a:lnTo>
                      <a:pt x="52" y="194"/>
                    </a:lnTo>
                    <a:lnTo>
                      <a:pt x="52" y="194"/>
                    </a:lnTo>
                    <a:lnTo>
                      <a:pt x="52" y="194"/>
                    </a:lnTo>
                    <a:lnTo>
                      <a:pt x="50" y="194"/>
                    </a:lnTo>
                    <a:lnTo>
                      <a:pt x="50" y="194"/>
                    </a:lnTo>
                    <a:lnTo>
                      <a:pt x="50" y="192"/>
                    </a:lnTo>
                    <a:lnTo>
                      <a:pt x="50" y="192"/>
                    </a:lnTo>
                    <a:lnTo>
                      <a:pt x="50" y="194"/>
                    </a:lnTo>
                    <a:lnTo>
                      <a:pt x="50" y="194"/>
                    </a:lnTo>
                    <a:lnTo>
                      <a:pt x="48" y="194"/>
                    </a:lnTo>
                    <a:lnTo>
                      <a:pt x="48" y="194"/>
                    </a:lnTo>
                    <a:lnTo>
                      <a:pt x="45" y="194"/>
                    </a:lnTo>
                    <a:lnTo>
                      <a:pt x="45" y="194"/>
                    </a:lnTo>
                    <a:lnTo>
                      <a:pt x="45" y="194"/>
                    </a:lnTo>
                    <a:lnTo>
                      <a:pt x="45" y="194"/>
                    </a:lnTo>
                    <a:lnTo>
                      <a:pt x="43" y="194"/>
                    </a:lnTo>
                    <a:lnTo>
                      <a:pt x="43" y="194"/>
                    </a:lnTo>
                    <a:lnTo>
                      <a:pt x="41" y="194"/>
                    </a:lnTo>
                    <a:lnTo>
                      <a:pt x="41" y="194"/>
                    </a:lnTo>
                    <a:lnTo>
                      <a:pt x="41" y="194"/>
                    </a:lnTo>
                    <a:lnTo>
                      <a:pt x="38" y="194"/>
                    </a:lnTo>
                    <a:lnTo>
                      <a:pt x="38" y="194"/>
                    </a:lnTo>
                    <a:lnTo>
                      <a:pt x="38" y="192"/>
                    </a:lnTo>
                    <a:lnTo>
                      <a:pt x="38" y="192"/>
                    </a:lnTo>
                    <a:lnTo>
                      <a:pt x="38" y="192"/>
                    </a:lnTo>
                    <a:lnTo>
                      <a:pt x="38" y="194"/>
                    </a:lnTo>
                    <a:lnTo>
                      <a:pt x="38" y="194"/>
                    </a:lnTo>
                    <a:lnTo>
                      <a:pt x="38" y="196"/>
                    </a:lnTo>
                    <a:lnTo>
                      <a:pt x="36" y="196"/>
                    </a:lnTo>
                    <a:lnTo>
                      <a:pt x="36" y="196"/>
                    </a:lnTo>
                    <a:lnTo>
                      <a:pt x="38" y="196"/>
                    </a:lnTo>
                    <a:lnTo>
                      <a:pt x="38" y="199"/>
                    </a:lnTo>
                    <a:lnTo>
                      <a:pt x="38" y="199"/>
                    </a:lnTo>
                    <a:lnTo>
                      <a:pt x="38" y="199"/>
                    </a:lnTo>
                    <a:lnTo>
                      <a:pt x="38" y="199"/>
                    </a:lnTo>
                    <a:lnTo>
                      <a:pt x="38" y="201"/>
                    </a:lnTo>
                    <a:lnTo>
                      <a:pt x="38" y="201"/>
                    </a:lnTo>
                    <a:lnTo>
                      <a:pt x="41" y="201"/>
                    </a:lnTo>
                    <a:lnTo>
                      <a:pt x="41" y="201"/>
                    </a:lnTo>
                    <a:lnTo>
                      <a:pt x="41" y="201"/>
                    </a:lnTo>
                    <a:lnTo>
                      <a:pt x="41" y="201"/>
                    </a:lnTo>
                    <a:lnTo>
                      <a:pt x="43" y="201"/>
                    </a:lnTo>
                    <a:lnTo>
                      <a:pt x="43" y="203"/>
                    </a:lnTo>
                    <a:lnTo>
                      <a:pt x="43" y="203"/>
                    </a:lnTo>
                    <a:lnTo>
                      <a:pt x="45" y="203"/>
                    </a:lnTo>
                    <a:lnTo>
                      <a:pt x="45" y="203"/>
                    </a:lnTo>
                    <a:lnTo>
                      <a:pt x="45" y="201"/>
                    </a:lnTo>
                    <a:lnTo>
                      <a:pt x="45" y="201"/>
                    </a:lnTo>
                    <a:lnTo>
                      <a:pt x="45" y="201"/>
                    </a:lnTo>
                    <a:lnTo>
                      <a:pt x="45" y="199"/>
                    </a:lnTo>
                    <a:lnTo>
                      <a:pt x="48" y="199"/>
                    </a:lnTo>
                    <a:lnTo>
                      <a:pt x="48" y="199"/>
                    </a:lnTo>
                    <a:lnTo>
                      <a:pt x="50" y="199"/>
                    </a:lnTo>
                    <a:lnTo>
                      <a:pt x="50" y="199"/>
                    </a:lnTo>
                    <a:lnTo>
                      <a:pt x="50" y="199"/>
                    </a:lnTo>
                    <a:lnTo>
                      <a:pt x="50" y="199"/>
                    </a:lnTo>
                    <a:lnTo>
                      <a:pt x="52" y="199"/>
                    </a:lnTo>
                    <a:lnTo>
                      <a:pt x="52" y="199"/>
                    </a:lnTo>
                    <a:lnTo>
                      <a:pt x="50" y="199"/>
                    </a:lnTo>
                    <a:lnTo>
                      <a:pt x="50" y="201"/>
                    </a:lnTo>
                    <a:lnTo>
                      <a:pt x="52" y="201"/>
                    </a:lnTo>
                    <a:lnTo>
                      <a:pt x="52" y="201"/>
                    </a:lnTo>
                    <a:lnTo>
                      <a:pt x="52" y="201"/>
                    </a:lnTo>
                    <a:lnTo>
                      <a:pt x="52" y="203"/>
                    </a:lnTo>
                    <a:lnTo>
                      <a:pt x="52" y="203"/>
                    </a:lnTo>
                    <a:lnTo>
                      <a:pt x="52" y="206"/>
                    </a:lnTo>
                    <a:lnTo>
                      <a:pt x="52" y="206"/>
                    </a:lnTo>
                    <a:lnTo>
                      <a:pt x="52" y="208"/>
                    </a:lnTo>
                    <a:lnTo>
                      <a:pt x="52" y="208"/>
                    </a:lnTo>
                    <a:lnTo>
                      <a:pt x="52" y="208"/>
                    </a:lnTo>
                    <a:lnTo>
                      <a:pt x="50" y="208"/>
                    </a:lnTo>
                    <a:lnTo>
                      <a:pt x="50" y="210"/>
                    </a:lnTo>
                    <a:lnTo>
                      <a:pt x="50" y="210"/>
                    </a:lnTo>
                    <a:lnTo>
                      <a:pt x="50" y="210"/>
                    </a:lnTo>
                    <a:lnTo>
                      <a:pt x="48" y="210"/>
                    </a:lnTo>
                    <a:lnTo>
                      <a:pt x="48" y="210"/>
                    </a:lnTo>
                    <a:lnTo>
                      <a:pt x="50" y="210"/>
                    </a:lnTo>
                    <a:lnTo>
                      <a:pt x="50" y="210"/>
                    </a:lnTo>
                    <a:lnTo>
                      <a:pt x="50" y="210"/>
                    </a:lnTo>
                    <a:lnTo>
                      <a:pt x="52" y="210"/>
                    </a:lnTo>
                    <a:lnTo>
                      <a:pt x="52" y="210"/>
                    </a:lnTo>
                    <a:lnTo>
                      <a:pt x="52" y="210"/>
                    </a:lnTo>
                    <a:lnTo>
                      <a:pt x="52" y="210"/>
                    </a:lnTo>
                    <a:lnTo>
                      <a:pt x="55" y="210"/>
                    </a:lnTo>
                    <a:lnTo>
                      <a:pt x="55" y="210"/>
                    </a:lnTo>
                    <a:lnTo>
                      <a:pt x="55" y="210"/>
                    </a:lnTo>
                    <a:lnTo>
                      <a:pt x="57" y="210"/>
                    </a:lnTo>
                    <a:lnTo>
                      <a:pt x="57" y="210"/>
                    </a:lnTo>
                    <a:lnTo>
                      <a:pt x="57" y="210"/>
                    </a:lnTo>
                    <a:lnTo>
                      <a:pt x="57" y="210"/>
                    </a:lnTo>
                    <a:lnTo>
                      <a:pt x="57" y="213"/>
                    </a:lnTo>
                    <a:lnTo>
                      <a:pt x="55" y="213"/>
                    </a:lnTo>
                    <a:lnTo>
                      <a:pt x="55" y="213"/>
                    </a:lnTo>
                    <a:lnTo>
                      <a:pt x="57" y="213"/>
                    </a:lnTo>
                    <a:lnTo>
                      <a:pt x="57" y="215"/>
                    </a:lnTo>
                    <a:lnTo>
                      <a:pt x="57" y="215"/>
                    </a:lnTo>
                    <a:lnTo>
                      <a:pt x="57" y="213"/>
                    </a:lnTo>
                    <a:lnTo>
                      <a:pt x="57" y="213"/>
                    </a:lnTo>
                    <a:lnTo>
                      <a:pt x="57" y="213"/>
                    </a:lnTo>
                    <a:lnTo>
                      <a:pt x="57" y="213"/>
                    </a:lnTo>
                    <a:lnTo>
                      <a:pt x="57" y="215"/>
                    </a:lnTo>
                    <a:lnTo>
                      <a:pt x="60" y="215"/>
                    </a:lnTo>
                    <a:lnTo>
                      <a:pt x="60" y="215"/>
                    </a:lnTo>
                    <a:lnTo>
                      <a:pt x="60" y="218"/>
                    </a:lnTo>
                    <a:lnTo>
                      <a:pt x="57" y="218"/>
                    </a:lnTo>
                    <a:lnTo>
                      <a:pt x="57" y="218"/>
                    </a:lnTo>
                    <a:lnTo>
                      <a:pt x="57" y="218"/>
                    </a:lnTo>
                    <a:lnTo>
                      <a:pt x="57" y="218"/>
                    </a:lnTo>
                    <a:lnTo>
                      <a:pt x="57" y="220"/>
                    </a:lnTo>
                    <a:lnTo>
                      <a:pt x="60" y="220"/>
                    </a:lnTo>
                    <a:lnTo>
                      <a:pt x="60" y="218"/>
                    </a:lnTo>
                    <a:lnTo>
                      <a:pt x="60" y="218"/>
                    </a:lnTo>
                    <a:lnTo>
                      <a:pt x="60" y="220"/>
                    </a:lnTo>
                    <a:lnTo>
                      <a:pt x="60" y="220"/>
                    </a:lnTo>
                    <a:lnTo>
                      <a:pt x="60" y="220"/>
                    </a:lnTo>
                    <a:lnTo>
                      <a:pt x="60" y="220"/>
                    </a:lnTo>
                    <a:lnTo>
                      <a:pt x="60" y="220"/>
                    </a:lnTo>
                    <a:lnTo>
                      <a:pt x="60" y="220"/>
                    </a:lnTo>
                    <a:lnTo>
                      <a:pt x="60" y="222"/>
                    </a:lnTo>
                    <a:lnTo>
                      <a:pt x="60" y="222"/>
                    </a:lnTo>
                    <a:lnTo>
                      <a:pt x="57" y="222"/>
                    </a:lnTo>
                    <a:lnTo>
                      <a:pt x="57" y="222"/>
                    </a:lnTo>
                    <a:lnTo>
                      <a:pt x="57" y="225"/>
                    </a:lnTo>
                    <a:lnTo>
                      <a:pt x="57" y="225"/>
                    </a:lnTo>
                    <a:lnTo>
                      <a:pt x="57" y="225"/>
                    </a:lnTo>
                    <a:lnTo>
                      <a:pt x="55" y="225"/>
                    </a:lnTo>
                    <a:lnTo>
                      <a:pt x="55" y="227"/>
                    </a:lnTo>
                    <a:lnTo>
                      <a:pt x="55" y="227"/>
                    </a:lnTo>
                    <a:lnTo>
                      <a:pt x="55" y="227"/>
                    </a:lnTo>
                    <a:lnTo>
                      <a:pt x="52" y="227"/>
                    </a:lnTo>
                    <a:lnTo>
                      <a:pt x="52" y="229"/>
                    </a:lnTo>
                    <a:lnTo>
                      <a:pt x="52" y="229"/>
                    </a:lnTo>
                    <a:lnTo>
                      <a:pt x="52" y="229"/>
                    </a:lnTo>
                    <a:lnTo>
                      <a:pt x="52" y="229"/>
                    </a:lnTo>
                    <a:lnTo>
                      <a:pt x="52" y="229"/>
                    </a:lnTo>
                    <a:lnTo>
                      <a:pt x="52" y="229"/>
                    </a:lnTo>
                    <a:lnTo>
                      <a:pt x="52" y="232"/>
                    </a:lnTo>
                    <a:lnTo>
                      <a:pt x="52" y="232"/>
                    </a:lnTo>
                    <a:lnTo>
                      <a:pt x="52" y="232"/>
                    </a:lnTo>
                    <a:lnTo>
                      <a:pt x="52" y="234"/>
                    </a:lnTo>
                    <a:lnTo>
                      <a:pt x="50" y="234"/>
                    </a:lnTo>
                    <a:lnTo>
                      <a:pt x="50" y="234"/>
                    </a:lnTo>
                    <a:lnTo>
                      <a:pt x="50" y="234"/>
                    </a:lnTo>
                    <a:lnTo>
                      <a:pt x="50" y="237"/>
                    </a:lnTo>
                    <a:lnTo>
                      <a:pt x="50" y="237"/>
                    </a:lnTo>
                    <a:lnTo>
                      <a:pt x="50" y="237"/>
                    </a:lnTo>
                    <a:lnTo>
                      <a:pt x="50" y="239"/>
                    </a:lnTo>
                    <a:lnTo>
                      <a:pt x="50" y="239"/>
                    </a:lnTo>
                    <a:lnTo>
                      <a:pt x="50" y="239"/>
                    </a:lnTo>
                    <a:lnTo>
                      <a:pt x="48" y="239"/>
                    </a:lnTo>
                    <a:lnTo>
                      <a:pt x="48" y="241"/>
                    </a:lnTo>
                    <a:lnTo>
                      <a:pt x="48" y="241"/>
                    </a:lnTo>
                    <a:lnTo>
                      <a:pt x="48" y="244"/>
                    </a:lnTo>
                    <a:lnTo>
                      <a:pt x="48" y="244"/>
                    </a:lnTo>
                    <a:lnTo>
                      <a:pt x="48" y="244"/>
                    </a:lnTo>
                    <a:lnTo>
                      <a:pt x="48" y="246"/>
                    </a:lnTo>
                    <a:lnTo>
                      <a:pt x="48" y="246"/>
                    </a:lnTo>
                    <a:lnTo>
                      <a:pt x="45" y="246"/>
                    </a:lnTo>
                    <a:lnTo>
                      <a:pt x="45" y="248"/>
                    </a:lnTo>
                    <a:lnTo>
                      <a:pt x="48" y="248"/>
                    </a:lnTo>
                    <a:lnTo>
                      <a:pt x="48" y="248"/>
                    </a:lnTo>
                    <a:lnTo>
                      <a:pt x="48" y="248"/>
                    </a:lnTo>
                    <a:lnTo>
                      <a:pt x="48" y="251"/>
                    </a:lnTo>
                    <a:lnTo>
                      <a:pt x="48" y="251"/>
                    </a:lnTo>
                    <a:lnTo>
                      <a:pt x="48" y="253"/>
                    </a:lnTo>
                    <a:lnTo>
                      <a:pt x="45" y="253"/>
                    </a:lnTo>
                    <a:lnTo>
                      <a:pt x="45" y="253"/>
                    </a:lnTo>
                    <a:lnTo>
                      <a:pt x="45" y="253"/>
                    </a:lnTo>
                    <a:lnTo>
                      <a:pt x="45" y="256"/>
                    </a:lnTo>
                    <a:lnTo>
                      <a:pt x="45" y="256"/>
                    </a:lnTo>
                    <a:lnTo>
                      <a:pt x="45" y="258"/>
                    </a:lnTo>
                    <a:lnTo>
                      <a:pt x="45" y="258"/>
                    </a:lnTo>
                    <a:lnTo>
                      <a:pt x="45" y="258"/>
                    </a:lnTo>
                    <a:lnTo>
                      <a:pt x="45" y="258"/>
                    </a:lnTo>
                    <a:lnTo>
                      <a:pt x="45" y="260"/>
                    </a:lnTo>
                    <a:lnTo>
                      <a:pt x="43" y="260"/>
                    </a:lnTo>
                    <a:lnTo>
                      <a:pt x="43" y="260"/>
                    </a:lnTo>
                    <a:lnTo>
                      <a:pt x="43" y="258"/>
                    </a:lnTo>
                    <a:lnTo>
                      <a:pt x="41" y="258"/>
                    </a:lnTo>
                    <a:lnTo>
                      <a:pt x="41" y="258"/>
                    </a:lnTo>
                    <a:lnTo>
                      <a:pt x="41" y="258"/>
                    </a:lnTo>
                    <a:lnTo>
                      <a:pt x="41" y="258"/>
                    </a:lnTo>
                    <a:lnTo>
                      <a:pt x="38" y="258"/>
                    </a:lnTo>
                    <a:lnTo>
                      <a:pt x="38" y="258"/>
                    </a:lnTo>
                    <a:lnTo>
                      <a:pt x="38" y="258"/>
                    </a:lnTo>
                    <a:lnTo>
                      <a:pt x="38" y="258"/>
                    </a:lnTo>
                    <a:lnTo>
                      <a:pt x="38" y="258"/>
                    </a:lnTo>
                    <a:lnTo>
                      <a:pt x="38" y="258"/>
                    </a:lnTo>
                    <a:lnTo>
                      <a:pt x="38" y="260"/>
                    </a:lnTo>
                    <a:lnTo>
                      <a:pt x="38" y="260"/>
                    </a:lnTo>
                    <a:lnTo>
                      <a:pt x="41" y="260"/>
                    </a:lnTo>
                    <a:lnTo>
                      <a:pt x="41" y="263"/>
                    </a:lnTo>
                    <a:lnTo>
                      <a:pt x="38" y="263"/>
                    </a:lnTo>
                    <a:lnTo>
                      <a:pt x="38" y="263"/>
                    </a:lnTo>
                    <a:lnTo>
                      <a:pt x="38" y="263"/>
                    </a:lnTo>
                    <a:lnTo>
                      <a:pt x="38" y="263"/>
                    </a:lnTo>
                    <a:lnTo>
                      <a:pt x="38" y="265"/>
                    </a:lnTo>
                    <a:lnTo>
                      <a:pt x="36" y="265"/>
                    </a:lnTo>
                    <a:lnTo>
                      <a:pt x="36" y="265"/>
                    </a:lnTo>
                    <a:lnTo>
                      <a:pt x="36" y="265"/>
                    </a:lnTo>
                    <a:lnTo>
                      <a:pt x="36" y="267"/>
                    </a:lnTo>
                    <a:lnTo>
                      <a:pt x="34" y="267"/>
                    </a:lnTo>
                    <a:lnTo>
                      <a:pt x="34" y="267"/>
                    </a:lnTo>
                    <a:lnTo>
                      <a:pt x="34" y="267"/>
                    </a:lnTo>
                    <a:lnTo>
                      <a:pt x="34" y="267"/>
                    </a:lnTo>
                    <a:lnTo>
                      <a:pt x="31" y="267"/>
                    </a:lnTo>
                    <a:lnTo>
                      <a:pt x="31" y="267"/>
                    </a:lnTo>
                    <a:lnTo>
                      <a:pt x="31" y="270"/>
                    </a:lnTo>
                    <a:lnTo>
                      <a:pt x="31" y="270"/>
                    </a:lnTo>
                    <a:lnTo>
                      <a:pt x="31" y="270"/>
                    </a:lnTo>
                    <a:lnTo>
                      <a:pt x="29" y="270"/>
                    </a:lnTo>
                    <a:lnTo>
                      <a:pt x="29" y="270"/>
                    </a:lnTo>
                    <a:lnTo>
                      <a:pt x="29" y="270"/>
                    </a:lnTo>
                    <a:lnTo>
                      <a:pt x="29" y="267"/>
                    </a:lnTo>
                    <a:lnTo>
                      <a:pt x="29" y="267"/>
                    </a:lnTo>
                    <a:lnTo>
                      <a:pt x="29" y="265"/>
                    </a:lnTo>
                    <a:lnTo>
                      <a:pt x="26" y="265"/>
                    </a:lnTo>
                    <a:lnTo>
                      <a:pt x="26" y="265"/>
                    </a:lnTo>
                    <a:lnTo>
                      <a:pt x="26" y="265"/>
                    </a:lnTo>
                    <a:lnTo>
                      <a:pt x="26" y="265"/>
                    </a:lnTo>
                    <a:lnTo>
                      <a:pt x="26" y="263"/>
                    </a:lnTo>
                    <a:lnTo>
                      <a:pt x="24" y="263"/>
                    </a:lnTo>
                    <a:lnTo>
                      <a:pt x="24" y="263"/>
                    </a:lnTo>
                    <a:lnTo>
                      <a:pt x="24" y="263"/>
                    </a:lnTo>
                    <a:lnTo>
                      <a:pt x="24" y="263"/>
                    </a:lnTo>
                    <a:lnTo>
                      <a:pt x="22" y="263"/>
                    </a:lnTo>
                    <a:lnTo>
                      <a:pt x="22" y="263"/>
                    </a:lnTo>
                    <a:lnTo>
                      <a:pt x="22" y="263"/>
                    </a:lnTo>
                    <a:lnTo>
                      <a:pt x="19" y="263"/>
                    </a:lnTo>
                    <a:lnTo>
                      <a:pt x="19" y="263"/>
                    </a:lnTo>
                    <a:lnTo>
                      <a:pt x="19" y="263"/>
                    </a:lnTo>
                    <a:lnTo>
                      <a:pt x="19" y="263"/>
                    </a:lnTo>
                    <a:lnTo>
                      <a:pt x="19" y="260"/>
                    </a:lnTo>
                    <a:lnTo>
                      <a:pt x="19" y="260"/>
                    </a:lnTo>
                    <a:lnTo>
                      <a:pt x="17" y="260"/>
                    </a:lnTo>
                    <a:lnTo>
                      <a:pt x="17" y="258"/>
                    </a:lnTo>
                    <a:lnTo>
                      <a:pt x="17" y="258"/>
                    </a:lnTo>
                    <a:lnTo>
                      <a:pt x="17" y="258"/>
                    </a:lnTo>
                    <a:lnTo>
                      <a:pt x="17" y="258"/>
                    </a:lnTo>
                    <a:lnTo>
                      <a:pt x="17" y="258"/>
                    </a:lnTo>
                    <a:lnTo>
                      <a:pt x="19" y="258"/>
                    </a:lnTo>
                    <a:lnTo>
                      <a:pt x="19" y="258"/>
                    </a:lnTo>
                    <a:lnTo>
                      <a:pt x="19" y="258"/>
                    </a:lnTo>
                    <a:lnTo>
                      <a:pt x="19" y="258"/>
                    </a:lnTo>
                    <a:lnTo>
                      <a:pt x="19" y="258"/>
                    </a:lnTo>
                    <a:lnTo>
                      <a:pt x="22" y="258"/>
                    </a:lnTo>
                    <a:lnTo>
                      <a:pt x="22" y="256"/>
                    </a:lnTo>
                    <a:lnTo>
                      <a:pt x="22" y="256"/>
                    </a:lnTo>
                    <a:lnTo>
                      <a:pt x="22" y="253"/>
                    </a:lnTo>
                    <a:lnTo>
                      <a:pt x="22" y="253"/>
                    </a:lnTo>
                    <a:lnTo>
                      <a:pt x="22" y="251"/>
                    </a:lnTo>
                    <a:lnTo>
                      <a:pt x="19" y="251"/>
                    </a:lnTo>
                    <a:lnTo>
                      <a:pt x="19" y="251"/>
                    </a:lnTo>
                    <a:lnTo>
                      <a:pt x="19" y="251"/>
                    </a:lnTo>
                    <a:lnTo>
                      <a:pt x="19" y="251"/>
                    </a:lnTo>
                    <a:lnTo>
                      <a:pt x="19" y="248"/>
                    </a:lnTo>
                    <a:lnTo>
                      <a:pt x="19" y="248"/>
                    </a:lnTo>
                    <a:lnTo>
                      <a:pt x="17" y="248"/>
                    </a:lnTo>
                    <a:lnTo>
                      <a:pt x="17" y="248"/>
                    </a:lnTo>
                    <a:lnTo>
                      <a:pt x="19" y="248"/>
                    </a:lnTo>
                    <a:lnTo>
                      <a:pt x="19" y="246"/>
                    </a:lnTo>
                    <a:lnTo>
                      <a:pt x="19" y="246"/>
                    </a:lnTo>
                    <a:lnTo>
                      <a:pt x="19" y="246"/>
                    </a:lnTo>
                    <a:lnTo>
                      <a:pt x="19" y="244"/>
                    </a:lnTo>
                    <a:lnTo>
                      <a:pt x="19" y="244"/>
                    </a:lnTo>
                    <a:lnTo>
                      <a:pt x="19" y="244"/>
                    </a:lnTo>
                    <a:lnTo>
                      <a:pt x="17" y="244"/>
                    </a:lnTo>
                    <a:lnTo>
                      <a:pt x="17" y="241"/>
                    </a:lnTo>
                    <a:lnTo>
                      <a:pt x="19" y="241"/>
                    </a:lnTo>
                    <a:lnTo>
                      <a:pt x="19" y="241"/>
                    </a:lnTo>
                    <a:lnTo>
                      <a:pt x="17" y="241"/>
                    </a:lnTo>
                    <a:lnTo>
                      <a:pt x="17" y="241"/>
                    </a:lnTo>
                    <a:lnTo>
                      <a:pt x="17" y="239"/>
                    </a:lnTo>
                    <a:lnTo>
                      <a:pt x="17" y="239"/>
                    </a:lnTo>
                    <a:lnTo>
                      <a:pt x="15" y="239"/>
                    </a:lnTo>
                    <a:lnTo>
                      <a:pt x="15" y="239"/>
                    </a:lnTo>
                    <a:lnTo>
                      <a:pt x="15" y="239"/>
                    </a:lnTo>
                    <a:lnTo>
                      <a:pt x="15" y="239"/>
                    </a:lnTo>
                    <a:lnTo>
                      <a:pt x="15" y="237"/>
                    </a:lnTo>
                    <a:lnTo>
                      <a:pt x="15" y="237"/>
                    </a:lnTo>
                    <a:lnTo>
                      <a:pt x="15" y="234"/>
                    </a:lnTo>
                    <a:lnTo>
                      <a:pt x="15" y="234"/>
                    </a:lnTo>
                    <a:lnTo>
                      <a:pt x="15" y="232"/>
                    </a:lnTo>
                    <a:lnTo>
                      <a:pt x="15" y="232"/>
                    </a:lnTo>
                    <a:lnTo>
                      <a:pt x="15" y="232"/>
                    </a:lnTo>
                    <a:lnTo>
                      <a:pt x="15" y="229"/>
                    </a:lnTo>
                    <a:lnTo>
                      <a:pt x="15" y="229"/>
                    </a:lnTo>
                    <a:lnTo>
                      <a:pt x="17" y="229"/>
                    </a:lnTo>
                    <a:lnTo>
                      <a:pt x="17" y="229"/>
                    </a:lnTo>
                    <a:lnTo>
                      <a:pt x="17" y="229"/>
                    </a:lnTo>
                    <a:lnTo>
                      <a:pt x="17" y="229"/>
                    </a:lnTo>
                    <a:lnTo>
                      <a:pt x="17" y="227"/>
                    </a:lnTo>
                    <a:lnTo>
                      <a:pt x="17" y="227"/>
                    </a:lnTo>
                    <a:lnTo>
                      <a:pt x="17" y="225"/>
                    </a:lnTo>
                    <a:lnTo>
                      <a:pt x="19" y="225"/>
                    </a:lnTo>
                    <a:lnTo>
                      <a:pt x="19" y="225"/>
                    </a:lnTo>
                    <a:lnTo>
                      <a:pt x="17" y="225"/>
                    </a:lnTo>
                    <a:lnTo>
                      <a:pt x="17" y="225"/>
                    </a:lnTo>
                    <a:lnTo>
                      <a:pt x="17" y="225"/>
                    </a:lnTo>
                    <a:lnTo>
                      <a:pt x="15" y="225"/>
                    </a:lnTo>
                    <a:lnTo>
                      <a:pt x="15" y="225"/>
                    </a:lnTo>
                    <a:lnTo>
                      <a:pt x="15" y="225"/>
                    </a:lnTo>
                    <a:lnTo>
                      <a:pt x="15" y="227"/>
                    </a:lnTo>
                    <a:lnTo>
                      <a:pt x="12" y="227"/>
                    </a:lnTo>
                    <a:lnTo>
                      <a:pt x="12" y="227"/>
                    </a:lnTo>
                    <a:lnTo>
                      <a:pt x="12" y="227"/>
                    </a:lnTo>
                    <a:lnTo>
                      <a:pt x="12" y="229"/>
                    </a:lnTo>
                    <a:lnTo>
                      <a:pt x="12" y="229"/>
                    </a:lnTo>
                    <a:lnTo>
                      <a:pt x="10" y="229"/>
                    </a:lnTo>
                    <a:lnTo>
                      <a:pt x="10" y="229"/>
                    </a:lnTo>
                    <a:lnTo>
                      <a:pt x="10" y="229"/>
                    </a:lnTo>
                    <a:lnTo>
                      <a:pt x="7" y="229"/>
                    </a:lnTo>
                    <a:lnTo>
                      <a:pt x="7" y="229"/>
                    </a:lnTo>
                    <a:lnTo>
                      <a:pt x="7" y="227"/>
                    </a:lnTo>
                    <a:lnTo>
                      <a:pt x="7" y="227"/>
                    </a:lnTo>
                    <a:lnTo>
                      <a:pt x="10" y="227"/>
                    </a:lnTo>
                    <a:lnTo>
                      <a:pt x="10" y="225"/>
                    </a:lnTo>
                    <a:lnTo>
                      <a:pt x="10" y="225"/>
                    </a:lnTo>
                    <a:lnTo>
                      <a:pt x="10" y="222"/>
                    </a:lnTo>
                    <a:lnTo>
                      <a:pt x="7" y="222"/>
                    </a:lnTo>
                    <a:lnTo>
                      <a:pt x="7" y="222"/>
                    </a:lnTo>
                    <a:lnTo>
                      <a:pt x="7" y="222"/>
                    </a:lnTo>
                    <a:lnTo>
                      <a:pt x="7" y="220"/>
                    </a:lnTo>
                    <a:lnTo>
                      <a:pt x="7" y="220"/>
                    </a:lnTo>
                    <a:lnTo>
                      <a:pt x="5" y="220"/>
                    </a:lnTo>
                    <a:lnTo>
                      <a:pt x="5" y="220"/>
                    </a:lnTo>
                    <a:lnTo>
                      <a:pt x="5" y="220"/>
                    </a:lnTo>
                    <a:lnTo>
                      <a:pt x="7" y="220"/>
                    </a:lnTo>
                    <a:lnTo>
                      <a:pt x="7" y="218"/>
                    </a:lnTo>
                    <a:lnTo>
                      <a:pt x="5" y="218"/>
                    </a:lnTo>
                    <a:lnTo>
                      <a:pt x="5" y="218"/>
                    </a:lnTo>
                    <a:lnTo>
                      <a:pt x="5" y="218"/>
                    </a:lnTo>
                    <a:lnTo>
                      <a:pt x="5" y="218"/>
                    </a:lnTo>
                    <a:lnTo>
                      <a:pt x="5" y="215"/>
                    </a:lnTo>
                    <a:lnTo>
                      <a:pt x="7" y="215"/>
                    </a:lnTo>
                    <a:lnTo>
                      <a:pt x="7" y="215"/>
                    </a:lnTo>
                    <a:lnTo>
                      <a:pt x="5" y="215"/>
                    </a:lnTo>
                    <a:lnTo>
                      <a:pt x="5" y="215"/>
                    </a:lnTo>
                    <a:lnTo>
                      <a:pt x="5" y="215"/>
                    </a:lnTo>
                    <a:lnTo>
                      <a:pt x="5" y="213"/>
                    </a:lnTo>
                    <a:lnTo>
                      <a:pt x="5" y="213"/>
                    </a:lnTo>
                    <a:lnTo>
                      <a:pt x="3" y="213"/>
                    </a:lnTo>
                    <a:lnTo>
                      <a:pt x="3" y="213"/>
                    </a:lnTo>
                    <a:lnTo>
                      <a:pt x="3" y="213"/>
                    </a:lnTo>
                    <a:lnTo>
                      <a:pt x="0" y="213"/>
                    </a:lnTo>
                    <a:lnTo>
                      <a:pt x="0" y="213"/>
                    </a:lnTo>
                    <a:lnTo>
                      <a:pt x="0" y="213"/>
                    </a:lnTo>
                    <a:lnTo>
                      <a:pt x="0" y="210"/>
                    </a:lnTo>
                    <a:lnTo>
                      <a:pt x="0" y="210"/>
                    </a:lnTo>
                    <a:lnTo>
                      <a:pt x="0" y="210"/>
                    </a:lnTo>
                    <a:lnTo>
                      <a:pt x="3" y="210"/>
                    </a:lnTo>
                    <a:lnTo>
                      <a:pt x="3" y="210"/>
                    </a:lnTo>
                    <a:lnTo>
                      <a:pt x="0" y="210"/>
                    </a:lnTo>
                    <a:lnTo>
                      <a:pt x="0" y="208"/>
                    </a:lnTo>
                    <a:lnTo>
                      <a:pt x="0" y="208"/>
                    </a:lnTo>
                    <a:lnTo>
                      <a:pt x="3" y="208"/>
                    </a:lnTo>
                    <a:lnTo>
                      <a:pt x="3" y="206"/>
                    </a:lnTo>
                    <a:lnTo>
                      <a:pt x="3" y="206"/>
                    </a:lnTo>
                    <a:lnTo>
                      <a:pt x="3" y="206"/>
                    </a:lnTo>
                    <a:lnTo>
                      <a:pt x="5" y="206"/>
                    </a:lnTo>
                    <a:lnTo>
                      <a:pt x="5" y="203"/>
                    </a:lnTo>
                    <a:lnTo>
                      <a:pt x="5" y="203"/>
                    </a:lnTo>
                    <a:lnTo>
                      <a:pt x="5" y="203"/>
                    </a:lnTo>
                    <a:lnTo>
                      <a:pt x="5" y="206"/>
                    </a:lnTo>
                    <a:lnTo>
                      <a:pt x="5" y="206"/>
                    </a:lnTo>
                    <a:lnTo>
                      <a:pt x="5" y="206"/>
                    </a:lnTo>
                    <a:lnTo>
                      <a:pt x="5" y="208"/>
                    </a:lnTo>
                    <a:lnTo>
                      <a:pt x="5" y="208"/>
                    </a:lnTo>
                    <a:lnTo>
                      <a:pt x="7" y="208"/>
                    </a:lnTo>
                    <a:lnTo>
                      <a:pt x="7" y="208"/>
                    </a:lnTo>
                    <a:lnTo>
                      <a:pt x="7" y="206"/>
                    </a:lnTo>
                    <a:lnTo>
                      <a:pt x="7" y="206"/>
                    </a:lnTo>
                    <a:lnTo>
                      <a:pt x="7" y="206"/>
                    </a:lnTo>
                    <a:lnTo>
                      <a:pt x="10" y="206"/>
                    </a:lnTo>
                    <a:lnTo>
                      <a:pt x="10" y="206"/>
                    </a:lnTo>
                    <a:lnTo>
                      <a:pt x="10" y="203"/>
                    </a:lnTo>
                    <a:lnTo>
                      <a:pt x="12" y="203"/>
                    </a:lnTo>
                    <a:lnTo>
                      <a:pt x="12" y="203"/>
                    </a:lnTo>
                    <a:lnTo>
                      <a:pt x="12" y="201"/>
                    </a:lnTo>
                    <a:lnTo>
                      <a:pt x="12" y="201"/>
                    </a:lnTo>
                    <a:lnTo>
                      <a:pt x="12" y="201"/>
                    </a:lnTo>
                    <a:lnTo>
                      <a:pt x="12" y="203"/>
                    </a:lnTo>
                    <a:lnTo>
                      <a:pt x="15" y="203"/>
                    </a:lnTo>
                    <a:lnTo>
                      <a:pt x="15" y="203"/>
                    </a:lnTo>
                    <a:lnTo>
                      <a:pt x="15" y="203"/>
                    </a:lnTo>
                    <a:lnTo>
                      <a:pt x="15" y="206"/>
                    </a:lnTo>
                    <a:lnTo>
                      <a:pt x="17" y="206"/>
                    </a:lnTo>
                    <a:lnTo>
                      <a:pt x="17" y="203"/>
                    </a:lnTo>
                    <a:lnTo>
                      <a:pt x="17" y="203"/>
                    </a:lnTo>
                    <a:lnTo>
                      <a:pt x="17" y="203"/>
                    </a:lnTo>
                    <a:lnTo>
                      <a:pt x="17" y="201"/>
                    </a:lnTo>
                    <a:lnTo>
                      <a:pt x="17" y="201"/>
                    </a:lnTo>
                    <a:lnTo>
                      <a:pt x="17" y="201"/>
                    </a:lnTo>
                    <a:lnTo>
                      <a:pt x="19" y="201"/>
                    </a:lnTo>
                    <a:lnTo>
                      <a:pt x="19" y="201"/>
                    </a:lnTo>
                    <a:lnTo>
                      <a:pt x="19" y="199"/>
                    </a:lnTo>
                    <a:lnTo>
                      <a:pt x="19" y="199"/>
                    </a:lnTo>
                    <a:lnTo>
                      <a:pt x="22" y="199"/>
                    </a:lnTo>
                    <a:lnTo>
                      <a:pt x="22" y="199"/>
                    </a:lnTo>
                    <a:lnTo>
                      <a:pt x="24" y="199"/>
                    </a:lnTo>
                    <a:lnTo>
                      <a:pt x="24" y="199"/>
                    </a:lnTo>
                    <a:lnTo>
                      <a:pt x="22" y="199"/>
                    </a:lnTo>
                    <a:lnTo>
                      <a:pt x="22" y="199"/>
                    </a:lnTo>
                    <a:lnTo>
                      <a:pt x="24" y="199"/>
                    </a:lnTo>
                    <a:lnTo>
                      <a:pt x="24" y="199"/>
                    </a:lnTo>
                    <a:lnTo>
                      <a:pt x="24" y="196"/>
                    </a:lnTo>
                    <a:lnTo>
                      <a:pt x="24" y="196"/>
                    </a:lnTo>
                    <a:lnTo>
                      <a:pt x="24" y="196"/>
                    </a:lnTo>
                    <a:lnTo>
                      <a:pt x="24" y="196"/>
                    </a:lnTo>
                    <a:lnTo>
                      <a:pt x="24" y="196"/>
                    </a:lnTo>
                    <a:lnTo>
                      <a:pt x="24" y="194"/>
                    </a:lnTo>
                    <a:lnTo>
                      <a:pt x="24" y="194"/>
                    </a:lnTo>
                    <a:lnTo>
                      <a:pt x="24" y="194"/>
                    </a:lnTo>
                    <a:lnTo>
                      <a:pt x="26" y="194"/>
                    </a:lnTo>
                    <a:lnTo>
                      <a:pt x="26" y="194"/>
                    </a:lnTo>
                    <a:lnTo>
                      <a:pt x="26" y="194"/>
                    </a:lnTo>
                    <a:lnTo>
                      <a:pt x="29" y="194"/>
                    </a:lnTo>
                    <a:lnTo>
                      <a:pt x="29" y="194"/>
                    </a:lnTo>
                    <a:lnTo>
                      <a:pt x="29" y="194"/>
                    </a:lnTo>
                    <a:lnTo>
                      <a:pt x="31" y="194"/>
                    </a:lnTo>
                    <a:lnTo>
                      <a:pt x="31" y="194"/>
                    </a:lnTo>
                    <a:lnTo>
                      <a:pt x="31" y="194"/>
                    </a:lnTo>
                    <a:lnTo>
                      <a:pt x="31" y="192"/>
                    </a:lnTo>
                    <a:lnTo>
                      <a:pt x="31" y="192"/>
                    </a:lnTo>
                    <a:lnTo>
                      <a:pt x="34" y="192"/>
                    </a:lnTo>
                    <a:lnTo>
                      <a:pt x="34" y="192"/>
                    </a:lnTo>
                    <a:lnTo>
                      <a:pt x="34" y="192"/>
                    </a:lnTo>
                    <a:lnTo>
                      <a:pt x="34" y="192"/>
                    </a:lnTo>
                    <a:lnTo>
                      <a:pt x="34" y="189"/>
                    </a:lnTo>
                    <a:lnTo>
                      <a:pt x="34" y="189"/>
                    </a:lnTo>
                    <a:lnTo>
                      <a:pt x="31" y="189"/>
                    </a:lnTo>
                    <a:lnTo>
                      <a:pt x="31" y="189"/>
                    </a:lnTo>
                    <a:lnTo>
                      <a:pt x="31" y="189"/>
                    </a:lnTo>
                    <a:lnTo>
                      <a:pt x="31" y="189"/>
                    </a:lnTo>
                    <a:lnTo>
                      <a:pt x="34" y="189"/>
                    </a:lnTo>
                    <a:lnTo>
                      <a:pt x="34" y="189"/>
                    </a:lnTo>
                    <a:lnTo>
                      <a:pt x="34" y="189"/>
                    </a:lnTo>
                    <a:lnTo>
                      <a:pt x="34" y="187"/>
                    </a:lnTo>
                    <a:lnTo>
                      <a:pt x="34" y="187"/>
                    </a:lnTo>
                    <a:lnTo>
                      <a:pt x="34" y="187"/>
                    </a:lnTo>
                    <a:lnTo>
                      <a:pt x="34" y="184"/>
                    </a:lnTo>
                    <a:lnTo>
                      <a:pt x="34" y="184"/>
                    </a:lnTo>
                    <a:lnTo>
                      <a:pt x="34" y="182"/>
                    </a:lnTo>
                    <a:lnTo>
                      <a:pt x="34" y="182"/>
                    </a:lnTo>
                    <a:lnTo>
                      <a:pt x="34" y="182"/>
                    </a:lnTo>
                    <a:lnTo>
                      <a:pt x="34" y="182"/>
                    </a:lnTo>
                    <a:lnTo>
                      <a:pt x="34" y="180"/>
                    </a:lnTo>
                    <a:lnTo>
                      <a:pt x="36" y="180"/>
                    </a:lnTo>
                    <a:lnTo>
                      <a:pt x="36" y="180"/>
                    </a:lnTo>
                    <a:lnTo>
                      <a:pt x="38" y="180"/>
                    </a:lnTo>
                    <a:lnTo>
                      <a:pt x="38" y="180"/>
                    </a:lnTo>
                    <a:lnTo>
                      <a:pt x="38" y="180"/>
                    </a:lnTo>
                    <a:lnTo>
                      <a:pt x="41" y="180"/>
                    </a:lnTo>
                    <a:lnTo>
                      <a:pt x="41" y="180"/>
                    </a:lnTo>
                    <a:lnTo>
                      <a:pt x="41" y="180"/>
                    </a:lnTo>
                    <a:lnTo>
                      <a:pt x="41" y="180"/>
                    </a:lnTo>
                    <a:lnTo>
                      <a:pt x="41" y="180"/>
                    </a:lnTo>
                    <a:lnTo>
                      <a:pt x="43" y="180"/>
                    </a:lnTo>
                    <a:lnTo>
                      <a:pt x="43" y="180"/>
                    </a:lnTo>
                    <a:lnTo>
                      <a:pt x="45" y="180"/>
                    </a:lnTo>
                    <a:lnTo>
                      <a:pt x="45" y="180"/>
                    </a:lnTo>
                    <a:lnTo>
                      <a:pt x="45" y="180"/>
                    </a:lnTo>
                    <a:lnTo>
                      <a:pt x="45" y="177"/>
                    </a:lnTo>
                    <a:lnTo>
                      <a:pt x="48" y="177"/>
                    </a:lnTo>
                    <a:lnTo>
                      <a:pt x="48" y="177"/>
                    </a:lnTo>
                    <a:lnTo>
                      <a:pt x="48" y="177"/>
                    </a:lnTo>
                    <a:lnTo>
                      <a:pt x="50" y="177"/>
                    </a:lnTo>
                    <a:lnTo>
                      <a:pt x="50" y="175"/>
                    </a:lnTo>
                    <a:lnTo>
                      <a:pt x="50" y="175"/>
                    </a:lnTo>
                    <a:lnTo>
                      <a:pt x="50" y="175"/>
                    </a:lnTo>
                    <a:lnTo>
                      <a:pt x="50" y="175"/>
                    </a:lnTo>
                    <a:lnTo>
                      <a:pt x="52" y="175"/>
                    </a:lnTo>
                    <a:lnTo>
                      <a:pt x="52" y="175"/>
                    </a:lnTo>
                    <a:lnTo>
                      <a:pt x="52" y="175"/>
                    </a:lnTo>
                    <a:lnTo>
                      <a:pt x="55" y="175"/>
                    </a:lnTo>
                    <a:lnTo>
                      <a:pt x="55" y="173"/>
                    </a:lnTo>
                    <a:lnTo>
                      <a:pt x="55" y="173"/>
                    </a:lnTo>
                    <a:lnTo>
                      <a:pt x="55" y="173"/>
                    </a:lnTo>
                    <a:lnTo>
                      <a:pt x="57" y="173"/>
                    </a:lnTo>
                    <a:lnTo>
                      <a:pt x="57" y="170"/>
                    </a:lnTo>
                    <a:lnTo>
                      <a:pt x="57" y="170"/>
                    </a:lnTo>
                    <a:lnTo>
                      <a:pt x="57" y="170"/>
                    </a:lnTo>
                    <a:lnTo>
                      <a:pt x="57" y="170"/>
                    </a:lnTo>
                    <a:lnTo>
                      <a:pt x="57" y="170"/>
                    </a:lnTo>
                    <a:lnTo>
                      <a:pt x="60" y="170"/>
                    </a:lnTo>
                    <a:lnTo>
                      <a:pt x="60" y="168"/>
                    </a:lnTo>
                    <a:lnTo>
                      <a:pt x="60" y="168"/>
                    </a:lnTo>
                    <a:lnTo>
                      <a:pt x="60" y="168"/>
                    </a:lnTo>
                    <a:lnTo>
                      <a:pt x="60" y="168"/>
                    </a:lnTo>
                    <a:lnTo>
                      <a:pt x="62" y="168"/>
                    </a:lnTo>
                    <a:lnTo>
                      <a:pt x="62" y="165"/>
                    </a:lnTo>
                    <a:lnTo>
                      <a:pt x="62" y="165"/>
                    </a:lnTo>
                    <a:lnTo>
                      <a:pt x="64" y="165"/>
                    </a:lnTo>
                    <a:lnTo>
                      <a:pt x="64" y="165"/>
                    </a:lnTo>
                    <a:lnTo>
                      <a:pt x="64" y="165"/>
                    </a:lnTo>
                    <a:lnTo>
                      <a:pt x="64" y="163"/>
                    </a:lnTo>
                    <a:lnTo>
                      <a:pt x="64" y="163"/>
                    </a:lnTo>
                    <a:lnTo>
                      <a:pt x="64" y="163"/>
                    </a:lnTo>
                    <a:lnTo>
                      <a:pt x="67" y="163"/>
                    </a:lnTo>
                    <a:lnTo>
                      <a:pt x="67" y="161"/>
                    </a:lnTo>
                    <a:lnTo>
                      <a:pt x="67" y="161"/>
                    </a:lnTo>
                    <a:lnTo>
                      <a:pt x="67" y="161"/>
                    </a:lnTo>
                    <a:lnTo>
                      <a:pt x="67" y="161"/>
                    </a:lnTo>
                    <a:lnTo>
                      <a:pt x="69" y="161"/>
                    </a:lnTo>
                    <a:lnTo>
                      <a:pt x="69" y="161"/>
                    </a:lnTo>
                    <a:lnTo>
                      <a:pt x="69" y="161"/>
                    </a:lnTo>
                    <a:lnTo>
                      <a:pt x="71" y="161"/>
                    </a:lnTo>
                    <a:lnTo>
                      <a:pt x="71" y="161"/>
                    </a:lnTo>
                    <a:lnTo>
                      <a:pt x="71" y="158"/>
                    </a:lnTo>
                    <a:lnTo>
                      <a:pt x="71" y="158"/>
                    </a:lnTo>
                    <a:lnTo>
                      <a:pt x="71" y="156"/>
                    </a:lnTo>
                    <a:lnTo>
                      <a:pt x="71" y="156"/>
                    </a:lnTo>
                    <a:lnTo>
                      <a:pt x="71" y="156"/>
                    </a:lnTo>
                    <a:lnTo>
                      <a:pt x="71" y="156"/>
                    </a:lnTo>
                    <a:lnTo>
                      <a:pt x="71" y="156"/>
                    </a:lnTo>
                    <a:lnTo>
                      <a:pt x="74" y="156"/>
                    </a:lnTo>
                    <a:lnTo>
                      <a:pt x="74" y="154"/>
                    </a:lnTo>
                    <a:lnTo>
                      <a:pt x="74" y="154"/>
                    </a:lnTo>
                    <a:lnTo>
                      <a:pt x="74" y="154"/>
                    </a:lnTo>
                    <a:lnTo>
                      <a:pt x="74" y="154"/>
                    </a:lnTo>
                    <a:lnTo>
                      <a:pt x="76" y="154"/>
                    </a:lnTo>
                    <a:lnTo>
                      <a:pt x="76" y="154"/>
                    </a:lnTo>
                    <a:lnTo>
                      <a:pt x="78" y="154"/>
                    </a:lnTo>
                    <a:lnTo>
                      <a:pt x="78" y="154"/>
                    </a:lnTo>
                    <a:lnTo>
                      <a:pt x="78" y="151"/>
                    </a:lnTo>
                    <a:lnTo>
                      <a:pt x="78" y="151"/>
                    </a:lnTo>
                    <a:lnTo>
                      <a:pt x="81" y="151"/>
                    </a:lnTo>
                    <a:lnTo>
                      <a:pt x="81" y="151"/>
                    </a:lnTo>
                    <a:lnTo>
                      <a:pt x="81" y="151"/>
                    </a:lnTo>
                    <a:lnTo>
                      <a:pt x="83" y="151"/>
                    </a:lnTo>
                    <a:lnTo>
                      <a:pt x="83" y="151"/>
                    </a:lnTo>
                    <a:lnTo>
                      <a:pt x="83" y="151"/>
                    </a:lnTo>
                    <a:lnTo>
                      <a:pt x="83" y="151"/>
                    </a:lnTo>
                    <a:lnTo>
                      <a:pt x="86" y="151"/>
                    </a:lnTo>
                    <a:lnTo>
                      <a:pt x="86" y="151"/>
                    </a:lnTo>
                    <a:lnTo>
                      <a:pt x="86" y="151"/>
                    </a:lnTo>
                    <a:lnTo>
                      <a:pt x="86" y="154"/>
                    </a:lnTo>
                    <a:lnTo>
                      <a:pt x="86" y="154"/>
                    </a:lnTo>
                    <a:lnTo>
                      <a:pt x="86" y="154"/>
                    </a:lnTo>
                    <a:lnTo>
                      <a:pt x="86" y="154"/>
                    </a:lnTo>
                    <a:lnTo>
                      <a:pt x="88" y="154"/>
                    </a:lnTo>
                    <a:lnTo>
                      <a:pt x="88" y="156"/>
                    </a:lnTo>
                    <a:lnTo>
                      <a:pt x="88" y="156"/>
                    </a:lnTo>
                    <a:lnTo>
                      <a:pt x="88" y="154"/>
                    </a:lnTo>
                    <a:lnTo>
                      <a:pt x="90" y="154"/>
                    </a:lnTo>
                    <a:lnTo>
                      <a:pt x="90" y="154"/>
                    </a:lnTo>
                    <a:lnTo>
                      <a:pt x="90" y="154"/>
                    </a:lnTo>
                    <a:lnTo>
                      <a:pt x="90" y="154"/>
                    </a:lnTo>
                    <a:lnTo>
                      <a:pt x="93" y="154"/>
                    </a:lnTo>
                    <a:lnTo>
                      <a:pt x="93" y="154"/>
                    </a:lnTo>
                    <a:lnTo>
                      <a:pt x="93" y="154"/>
                    </a:lnTo>
                    <a:lnTo>
                      <a:pt x="95" y="154"/>
                    </a:lnTo>
                    <a:lnTo>
                      <a:pt x="95" y="154"/>
                    </a:lnTo>
                    <a:lnTo>
                      <a:pt x="97" y="154"/>
                    </a:lnTo>
                    <a:lnTo>
                      <a:pt x="97" y="154"/>
                    </a:lnTo>
                    <a:lnTo>
                      <a:pt x="97" y="154"/>
                    </a:lnTo>
                    <a:lnTo>
                      <a:pt x="100" y="154"/>
                    </a:lnTo>
                    <a:lnTo>
                      <a:pt x="100" y="154"/>
                    </a:lnTo>
                    <a:lnTo>
                      <a:pt x="100" y="154"/>
                    </a:lnTo>
                    <a:lnTo>
                      <a:pt x="102" y="154"/>
                    </a:lnTo>
                    <a:lnTo>
                      <a:pt x="102" y="154"/>
                    </a:lnTo>
                    <a:lnTo>
                      <a:pt x="105" y="154"/>
                    </a:lnTo>
                    <a:lnTo>
                      <a:pt x="105" y="154"/>
                    </a:lnTo>
                    <a:lnTo>
                      <a:pt x="105" y="154"/>
                    </a:lnTo>
                    <a:lnTo>
                      <a:pt x="105" y="151"/>
                    </a:lnTo>
                    <a:lnTo>
                      <a:pt x="107" y="151"/>
                    </a:lnTo>
                    <a:lnTo>
                      <a:pt x="107" y="151"/>
                    </a:lnTo>
                    <a:lnTo>
                      <a:pt x="107" y="151"/>
                    </a:lnTo>
                    <a:lnTo>
                      <a:pt x="107" y="151"/>
                    </a:lnTo>
                    <a:lnTo>
                      <a:pt x="109" y="151"/>
                    </a:lnTo>
                    <a:lnTo>
                      <a:pt x="109" y="151"/>
                    </a:lnTo>
                    <a:lnTo>
                      <a:pt x="109" y="151"/>
                    </a:lnTo>
                    <a:lnTo>
                      <a:pt x="112" y="151"/>
                    </a:lnTo>
                    <a:lnTo>
                      <a:pt x="112" y="151"/>
                    </a:lnTo>
                    <a:lnTo>
                      <a:pt x="112" y="149"/>
                    </a:lnTo>
                    <a:lnTo>
                      <a:pt x="112" y="149"/>
                    </a:lnTo>
                    <a:lnTo>
                      <a:pt x="114" y="149"/>
                    </a:lnTo>
                    <a:lnTo>
                      <a:pt x="114" y="151"/>
                    </a:lnTo>
                    <a:lnTo>
                      <a:pt x="114" y="151"/>
                    </a:lnTo>
                    <a:lnTo>
                      <a:pt x="114" y="151"/>
                    </a:lnTo>
                    <a:lnTo>
                      <a:pt x="116" y="151"/>
                    </a:lnTo>
                    <a:lnTo>
                      <a:pt x="116" y="149"/>
                    </a:lnTo>
                    <a:lnTo>
                      <a:pt x="116" y="149"/>
                    </a:lnTo>
                    <a:lnTo>
                      <a:pt x="119" y="149"/>
                    </a:lnTo>
                    <a:lnTo>
                      <a:pt x="119" y="149"/>
                    </a:lnTo>
                    <a:lnTo>
                      <a:pt x="119" y="151"/>
                    </a:lnTo>
                    <a:lnTo>
                      <a:pt x="119" y="151"/>
                    </a:lnTo>
                    <a:lnTo>
                      <a:pt x="121" y="151"/>
                    </a:lnTo>
                    <a:lnTo>
                      <a:pt x="121" y="151"/>
                    </a:lnTo>
                    <a:lnTo>
                      <a:pt x="121" y="149"/>
                    </a:lnTo>
                    <a:lnTo>
                      <a:pt x="123" y="149"/>
                    </a:lnTo>
                    <a:lnTo>
                      <a:pt x="123" y="149"/>
                    </a:lnTo>
                    <a:lnTo>
                      <a:pt x="123" y="149"/>
                    </a:lnTo>
                    <a:lnTo>
                      <a:pt x="123" y="149"/>
                    </a:lnTo>
                    <a:lnTo>
                      <a:pt x="126" y="149"/>
                    </a:lnTo>
                    <a:lnTo>
                      <a:pt x="126" y="147"/>
                    </a:lnTo>
                    <a:lnTo>
                      <a:pt x="126" y="147"/>
                    </a:lnTo>
                    <a:lnTo>
                      <a:pt x="126" y="147"/>
                    </a:lnTo>
                    <a:lnTo>
                      <a:pt x="128" y="147"/>
                    </a:lnTo>
                    <a:lnTo>
                      <a:pt x="128" y="147"/>
                    </a:lnTo>
                    <a:lnTo>
                      <a:pt x="128" y="149"/>
                    </a:lnTo>
                    <a:lnTo>
                      <a:pt x="128" y="149"/>
                    </a:lnTo>
                    <a:lnTo>
                      <a:pt x="131" y="149"/>
                    </a:lnTo>
                    <a:lnTo>
                      <a:pt x="131" y="151"/>
                    </a:lnTo>
                    <a:lnTo>
                      <a:pt x="131" y="151"/>
                    </a:lnTo>
                    <a:lnTo>
                      <a:pt x="128" y="151"/>
                    </a:lnTo>
                    <a:lnTo>
                      <a:pt x="128" y="151"/>
                    </a:lnTo>
                    <a:lnTo>
                      <a:pt x="128" y="154"/>
                    </a:lnTo>
                    <a:lnTo>
                      <a:pt x="131" y="154"/>
                    </a:lnTo>
                    <a:lnTo>
                      <a:pt x="131" y="151"/>
                    </a:lnTo>
                    <a:lnTo>
                      <a:pt x="131" y="151"/>
                    </a:lnTo>
                    <a:lnTo>
                      <a:pt x="131" y="151"/>
                    </a:lnTo>
                    <a:lnTo>
                      <a:pt x="131" y="151"/>
                    </a:lnTo>
                    <a:lnTo>
                      <a:pt x="133" y="151"/>
                    </a:lnTo>
                    <a:lnTo>
                      <a:pt x="133" y="151"/>
                    </a:lnTo>
                    <a:lnTo>
                      <a:pt x="133" y="151"/>
                    </a:lnTo>
                    <a:lnTo>
                      <a:pt x="133" y="151"/>
                    </a:lnTo>
                    <a:lnTo>
                      <a:pt x="133" y="154"/>
                    </a:lnTo>
                    <a:lnTo>
                      <a:pt x="133" y="154"/>
                    </a:lnTo>
                    <a:lnTo>
                      <a:pt x="135" y="154"/>
                    </a:lnTo>
                    <a:lnTo>
                      <a:pt x="135" y="154"/>
                    </a:lnTo>
                    <a:lnTo>
                      <a:pt x="135" y="154"/>
                    </a:lnTo>
                    <a:lnTo>
                      <a:pt x="135" y="151"/>
                    </a:lnTo>
                    <a:lnTo>
                      <a:pt x="138" y="151"/>
                    </a:lnTo>
                    <a:lnTo>
                      <a:pt x="138" y="151"/>
                    </a:lnTo>
                    <a:lnTo>
                      <a:pt x="138" y="151"/>
                    </a:lnTo>
                    <a:lnTo>
                      <a:pt x="140" y="151"/>
                    </a:lnTo>
                    <a:lnTo>
                      <a:pt x="140" y="151"/>
                    </a:lnTo>
                    <a:lnTo>
                      <a:pt x="140" y="151"/>
                    </a:lnTo>
                    <a:lnTo>
                      <a:pt x="140" y="151"/>
                    </a:lnTo>
                    <a:lnTo>
                      <a:pt x="140" y="151"/>
                    </a:lnTo>
                    <a:lnTo>
                      <a:pt x="140" y="151"/>
                    </a:lnTo>
                    <a:lnTo>
                      <a:pt x="142" y="151"/>
                    </a:lnTo>
                    <a:lnTo>
                      <a:pt x="142" y="151"/>
                    </a:lnTo>
                    <a:lnTo>
                      <a:pt x="142" y="149"/>
                    </a:lnTo>
                    <a:lnTo>
                      <a:pt x="142" y="149"/>
                    </a:lnTo>
                    <a:lnTo>
                      <a:pt x="142" y="149"/>
                    </a:lnTo>
                    <a:lnTo>
                      <a:pt x="145" y="149"/>
                    </a:lnTo>
                    <a:lnTo>
                      <a:pt x="145" y="147"/>
                    </a:lnTo>
                    <a:lnTo>
                      <a:pt x="145" y="147"/>
                    </a:lnTo>
                    <a:lnTo>
                      <a:pt x="145" y="147"/>
                    </a:lnTo>
                    <a:lnTo>
                      <a:pt x="145" y="147"/>
                    </a:lnTo>
                    <a:lnTo>
                      <a:pt x="145" y="144"/>
                    </a:lnTo>
                    <a:lnTo>
                      <a:pt x="142" y="144"/>
                    </a:lnTo>
                    <a:lnTo>
                      <a:pt x="142" y="144"/>
                    </a:lnTo>
                    <a:lnTo>
                      <a:pt x="142" y="142"/>
                    </a:lnTo>
                    <a:lnTo>
                      <a:pt x="142" y="142"/>
                    </a:lnTo>
                    <a:lnTo>
                      <a:pt x="142" y="142"/>
                    </a:lnTo>
                    <a:lnTo>
                      <a:pt x="142" y="142"/>
                    </a:lnTo>
                    <a:lnTo>
                      <a:pt x="142" y="139"/>
                    </a:lnTo>
                    <a:lnTo>
                      <a:pt x="145" y="139"/>
                    </a:lnTo>
                    <a:lnTo>
                      <a:pt x="145" y="139"/>
                    </a:lnTo>
                    <a:lnTo>
                      <a:pt x="145" y="139"/>
                    </a:lnTo>
                    <a:lnTo>
                      <a:pt x="145" y="139"/>
                    </a:lnTo>
                    <a:lnTo>
                      <a:pt x="145" y="137"/>
                    </a:lnTo>
                    <a:lnTo>
                      <a:pt x="145" y="137"/>
                    </a:lnTo>
                    <a:lnTo>
                      <a:pt x="145" y="137"/>
                    </a:lnTo>
                    <a:lnTo>
                      <a:pt x="145" y="135"/>
                    </a:lnTo>
                    <a:lnTo>
                      <a:pt x="145" y="135"/>
                    </a:lnTo>
                    <a:lnTo>
                      <a:pt x="147" y="135"/>
                    </a:lnTo>
                    <a:lnTo>
                      <a:pt x="147" y="135"/>
                    </a:lnTo>
                    <a:lnTo>
                      <a:pt x="147" y="135"/>
                    </a:lnTo>
                    <a:lnTo>
                      <a:pt x="147" y="132"/>
                    </a:lnTo>
                    <a:lnTo>
                      <a:pt x="149" y="132"/>
                    </a:lnTo>
                    <a:lnTo>
                      <a:pt x="149" y="132"/>
                    </a:lnTo>
                    <a:lnTo>
                      <a:pt x="149" y="132"/>
                    </a:lnTo>
                    <a:lnTo>
                      <a:pt x="152" y="132"/>
                    </a:lnTo>
                    <a:lnTo>
                      <a:pt x="152" y="130"/>
                    </a:lnTo>
                    <a:lnTo>
                      <a:pt x="152" y="130"/>
                    </a:lnTo>
                    <a:lnTo>
                      <a:pt x="152" y="130"/>
                    </a:lnTo>
                    <a:lnTo>
                      <a:pt x="152" y="130"/>
                    </a:lnTo>
                    <a:lnTo>
                      <a:pt x="152" y="130"/>
                    </a:lnTo>
                    <a:lnTo>
                      <a:pt x="154" y="130"/>
                    </a:lnTo>
                    <a:lnTo>
                      <a:pt x="154" y="128"/>
                    </a:lnTo>
                    <a:lnTo>
                      <a:pt x="154" y="128"/>
                    </a:lnTo>
                    <a:lnTo>
                      <a:pt x="154" y="128"/>
                    </a:lnTo>
                    <a:lnTo>
                      <a:pt x="157" y="128"/>
                    </a:lnTo>
                    <a:lnTo>
                      <a:pt x="157" y="125"/>
                    </a:lnTo>
                    <a:lnTo>
                      <a:pt x="157" y="125"/>
                    </a:lnTo>
                    <a:lnTo>
                      <a:pt x="157" y="125"/>
                    </a:lnTo>
                    <a:lnTo>
                      <a:pt x="157" y="125"/>
                    </a:lnTo>
                    <a:lnTo>
                      <a:pt x="157" y="123"/>
                    </a:lnTo>
                    <a:lnTo>
                      <a:pt x="159" y="123"/>
                    </a:lnTo>
                    <a:lnTo>
                      <a:pt x="159" y="123"/>
                    </a:lnTo>
                    <a:lnTo>
                      <a:pt x="159" y="120"/>
                    </a:lnTo>
                    <a:lnTo>
                      <a:pt x="159" y="120"/>
                    </a:lnTo>
                    <a:lnTo>
                      <a:pt x="159" y="120"/>
                    </a:lnTo>
                    <a:lnTo>
                      <a:pt x="159" y="120"/>
                    </a:lnTo>
                    <a:lnTo>
                      <a:pt x="159" y="120"/>
                    </a:lnTo>
                    <a:lnTo>
                      <a:pt x="159" y="118"/>
                    </a:lnTo>
                    <a:lnTo>
                      <a:pt x="159" y="118"/>
                    </a:lnTo>
                    <a:lnTo>
                      <a:pt x="159" y="118"/>
                    </a:lnTo>
                    <a:lnTo>
                      <a:pt x="159" y="118"/>
                    </a:lnTo>
                    <a:lnTo>
                      <a:pt x="159" y="116"/>
                    </a:lnTo>
                    <a:lnTo>
                      <a:pt x="159" y="116"/>
                    </a:lnTo>
                    <a:lnTo>
                      <a:pt x="159" y="116"/>
                    </a:lnTo>
                    <a:lnTo>
                      <a:pt x="159" y="113"/>
                    </a:lnTo>
                    <a:lnTo>
                      <a:pt x="159" y="113"/>
                    </a:lnTo>
                    <a:lnTo>
                      <a:pt x="159" y="113"/>
                    </a:lnTo>
                    <a:lnTo>
                      <a:pt x="159" y="111"/>
                    </a:lnTo>
                    <a:lnTo>
                      <a:pt x="159" y="111"/>
                    </a:lnTo>
                    <a:lnTo>
                      <a:pt x="159" y="111"/>
                    </a:lnTo>
                    <a:lnTo>
                      <a:pt x="159" y="111"/>
                    </a:lnTo>
                    <a:lnTo>
                      <a:pt x="159" y="109"/>
                    </a:lnTo>
                    <a:lnTo>
                      <a:pt x="159" y="109"/>
                    </a:lnTo>
                    <a:lnTo>
                      <a:pt x="159" y="106"/>
                    </a:lnTo>
                    <a:lnTo>
                      <a:pt x="159" y="106"/>
                    </a:lnTo>
                    <a:lnTo>
                      <a:pt x="159" y="106"/>
                    </a:lnTo>
                    <a:lnTo>
                      <a:pt x="161" y="106"/>
                    </a:lnTo>
                    <a:lnTo>
                      <a:pt x="161" y="106"/>
                    </a:lnTo>
                    <a:lnTo>
                      <a:pt x="164" y="106"/>
                    </a:lnTo>
                    <a:lnTo>
                      <a:pt x="164" y="106"/>
                    </a:lnTo>
                    <a:lnTo>
                      <a:pt x="164" y="106"/>
                    </a:lnTo>
                    <a:lnTo>
                      <a:pt x="164" y="104"/>
                    </a:lnTo>
                    <a:lnTo>
                      <a:pt x="166" y="104"/>
                    </a:lnTo>
                    <a:lnTo>
                      <a:pt x="166" y="104"/>
                    </a:lnTo>
                    <a:lnTo>
                      <a:pt x="166" y="104"/>
                    </a:lnTo>
                    <a:lnTo>
                      <a:pt x="166" y="104"/>
                    </a:lnTo>
                    <a:lnTo>
                      <a:pt x="168" y="104"/>
                    </a:lnTo>
                    <a:lnTo>
                      <a:pt x="168" y="101"/>
                    </a:lnTo>
                    <a:lnTo>
                      <a:pt x="168" y="101"/>
                    </a:lnTo>
                    <a:lnTo>
                      <a:pt x="171" y="101"/>
                    </a:lnTo>
                    <a:lnTo>
                      <a:pt x="171" y="101"/>
                    </a:lnTo>
                    <a:lnTo>
                      <a:pt x="171" y="101"/>
                    </a:lnTo>
                    <a:lnTo>
                      <a:pt x="173" y="101"/>
                    </a:lnTo>
                    <a:lnTo>
                      <a:pt x="173" y="101"/>
                    </a:lnTo>
                    <a:lnTo>
                      <a:pt x="173" y="104"/>
                    </a:lnTo>
                    <a:lnTo>
                      <a:pt x="173" y="104"/>
                    </a:lnTo>
                    <a:lnTo>
                      <a:pt x="173" y="106"/>
                    </a:lnTo>
                    <a:lnTo>
                      <a:pt x="173" y="106"/>
                    </a:lnTo>
                    <a:lnTo>
                      <a:pt x="171" y="106"/>
                    </a:lnTo>
                    <a:lnTo>
                      <a:pt x="171" y="106"/>
                    </a:lnTo>
                    <a:lnTo>
                      <a:pt x="171" y="106"/>
                    </a:lnTo>
                    <a:lnTo>
                      <a:pt x="171" y="106"/>
                    </a:lnTo>
                    <a:lnTo>
                      <a:pt x="171" y="109"/>
                    </a:lnTo>
                    <a:lnTo>
                      <a:pt x="171" y="109"/>
                    </a:lnTo>
                    <a:lnTo>
                      <a:pt x="171" y="109"/>
                    </a:lnTo>
                    <a:lnTo>
                      <a:pt x="171" y="109"/>
                    </a:lnTo>
                    <a:lnTo>
                      <a:pt x="168" y="109"/>
                    </a:lnTo>
                    <a:lnTo>
                      <a:pt x="168" y="111"/>
                    </a:lnTo>
                    <a:lnTo>
                      <a:pt x="168" y="111"/>
                    </a:lnTo>
                    <a:lnTo>
                      <a:pt x="168" y="111"/>
                    </a:lnTo>
                    <a:lnTo>
                      <a:pt x="166" y="111"/>
                    </a:lnTo>
                    <a:lnTo>
                      <a:pt x="166" y="111"/>
                    </a:lnTo>
                    <a:lnTo>
                      <a:pt x="166" y="113"/>
                    </a:lnTo>
                    <a:lnTo>
                      <a:pt x="166" y="113"/>
                    </a:lnTo>
                    <a:lnTo>
                      <a:pt x="166" y="116"/>
                    </a:lnTo>
                    <a:lnTo>
                      <a:pt x="166" y="116"/>
                    </a:lnTo>
                    <a:lnTo>
                      <a:pt x="166" y="118"/>
                    </a:lnTo>
                    <a:lnTo>
                      <a:pt x="166" y="118"/>
                    </a:lnTo>
                    <a:lnTo>
                      <a:pt x="166" y="118"/>
                    </a:lnTo>
                    <a:lnTo>
                      <a:pt x="166" y="120"/>
                    </a:lnTo>
                    <a:lnTo>
                      <a:pt x="166" y="120"/>
                    </a:lnTo>
                    <a:lnTo>
                      <a:pt x="166" y="120"/>
                    </a:lnTo>
                    <a:lnTo>
                      <a:pt x="166" y="120"/>
                    </a:lnTo>
                    <a:lnTo>
                      <a:pt x="168" y="120"/>
                    </a:lnTo>
                    <a:lnTo>
                      <a:pt x="168" y="120"/>
                    </a:lnTo>
                    <a:lnTo>
                      <a:pt x="171" y="120"/>
                    </a:lnTo>
                    <a:lnTo>
                      <a:pt x="171" y="120"/>
                    </a:lnTo>
                    <a:lnTo>
                      <a:pt x="171" y="120"/>
                    </a:lnTo>
                    <a:lnTo>
                      <a:pt x="173" y="120"/>
                    </a:lnTo>
                    <a:lnTo>
                      <a:pt x="173" y="120"/>
                    </a:lnTo>
                    <a:lnTo>
                      <a:pt x="173" y="120"/>
                    </a:lnTo>
                    <a:lnTo>
                      <a:pt x="173" y="120"/>
                    </a:lnTo>
                    <a:lnTo>
                      <a:pt x="173" y="118"/>
                    </a:lnTo>
                    <a:lnTo>
                      <a:pt x="173" y="118"/>
                    </a:lnTo>
                    <a:lnTo>
                      <a:pt x="173" y="118"/>
                    </a:lnTo>
                    <a:lnTo>
                      <a:pt x="176" y="118"/>
                    </a:lnTo>
                    <a:lnTo>
                      <a:pt x="176" y="118"/>
                    </a:lnTo>
                    <a:lnTo>
                      <a:pt x="176" y="116"/>
                    </a:lnTo>
                    <a:lnTo>
                      <a:pt x="178" y="116"/>
                    </a:lnTo>
                    <a:lnTo>
                      <a:pt x="178" y="116"/>
                    </a:lnTo>
                    <a:lnTo>
                      <a:pt x="178" y="116"/>
                    </a:lnTo>
                    <a:lnTo>
                      <a:pt x="180" y="116"/>
                    </a:lnTo>
                    <a:lnTo>
                      <a:pt x="180" y="116"/>
                    </a:lnTo>
                    <a:lnTo>
                      <a:pt x="180" y="116"/>
                    </a:lnTo>
                    <a:lnTo>
                      <a:pt x="180" y="116"/>
                    </a:lnTo>
                    <a:lnTo>
                      <a:pt x="183" y="116"/>
                    </a:lnTo>
                    <a:lnTo>
                      <a:pt x="183" y="116"/>
                    </a:lnTo>
                    <a:lnTo>
                      <a:pt x="183" y="113"/>
                    </a:lnTo>
                    <a:lnTo>
                      <a:pt x="185" y="113"/>
                    </a:lnTo>
                    <a:lnTo>
                      <a:pt x="185" y="113"/>
                    </a:lnTo>
                    <a:lnTo>
                      <a:pt x="185" y="113"/>
                    </a:lnTo>
                    <a:lnTo>
                      <a:pt x="185" y="113"/>
                    </a:lnTo>
                    <a:lnTo>
                      <a:pt x="187" y="113"/>
                    </a:lnTo>
                    <a:lnTo>
                      <a:pt x="187" y="113"/>
                    </a:lnTo>
                    <a:lnTo>
                      <a:pt x="187" y="111"/>
                    </a:lnTo>
                    <a:lnTo>
                      <a:pt x="187" y="111"/>
                    </a:lnTo>
                    <a:lnTo>
                      <a:pt x="187" y="111"/>
                    </a:lnTo>
                    <a:lnTo>
                      <a:pt x="190" y="111"/>
                    </a:lnTo>
                    <a:lnTo>
                      <a:pt x="190" y="111"/>
                    </a:lnTo>
                    <a:lnTo>
                      <a:pt x="192" y="111"/>
                    </a:lnTo>
                    <a:lnTo>
                      <a:pt x="192" y="111"/>
                    </a:lnTo>
                    <a:lnTo>
                      <a:pt x="192" y="111"/>
                    </a:lnTo>
                    <a:lnTo>
                      <a:pt x="192" y="111"/>
                    </a:lnTo>
                    <a:lnTo>
                      <a:pt x="194" y="111"/>
                    </a:lnTo>
                    <a:lnTo>
                      <a:pt x="194" y="109"/>
                    </a:lnTo>
                    <a:lnTo>
                      <a:pt x="194" y="109"/>
                    </a:lnTo>
                    <a:lnTo>
                      <a:pt x="194" y="109"/>
                    </a:lnTo>
                    <a:lnTo>
                      <a:pt x="197" y="109"/>
                    </a:lnTo>
                    <a:lnTo>
                      <a:pt x="197" y="106"/>
                    </a:lnTo>
                    <a:lnTo>
                      <a:pt x="197" y="106"/>
                    </a:lnTo>
                    <a:lnTo>
                      <a:pt x="197" y="106"/>
                    </a:lnTo>
                    <a:lnTo>
                      <a:pt x="199" y="106"/>
                    </a:lnTo>
                    <a:lnTo>
                      <a:pt x="199" y="106"/>
                    </a:lnTo>
                    <a:lnTo>
                      <a:pt x="199" y="106"/>
                    </a:lnTo>
                    <a:lnTo>
                      <a:pt x="199" y="104"/>
                    </a:lnTo>
                    <a:lnTo>
                      <a:pt x="199" y="104"/>
                    </a:lnTo>
                    <a:lnTo>
                      <a:pt x="199" y="104"/>
                    </a:lnTo>
                    <a:lnTo>
                      <a:pt x="199" y="101"/>
                    </a:lnTo>
                    <a:lnTo>
                      <a:pt x="202" y="101"/>
                    </a:lnTo>
                    <a:lnTo>
                      <a:pt x="202" y="101"/>
                    </a:lnTo>
                    <a:lnTo>
                      <a:pt x="202" y="101"/>
                    </a:lnTo>
                    <a:lnTo>
                      <a:pt x="202" y="101"/>
                    </a:lnTo>
                    <a:lnTo>
                      <a:pt x="204" y="101"/>
                    </a:lnTo>
                    <a:lnTo>
                      <a:pt x="204" y="99"/>
                    </a:lnTo>
                    <a:lnTo>
                      <a:pt x="204" y="99"/>
                    </a:lnTo>
                    <a:lnTo>
                      <a:pt x="204" y="97"/>
                    </a:lnTo>
                    <a:lnTo>
                      <a:pt x="204" y="97"/>
                    </a:lnTo>
                    <a:lnTo>
                      <a:pt x="204" y="97"/>
                    </a:lnTo>
                    <a:lnTo>
                      <a:pt x="204" y="94"/>
                    </a:lnTo>
                    <a:lnTo>
                      <a:pt x="204" y="94"/>
                    </a:lnTo>
                    <a:lnTo>
                      <a:pt x="204" y="94"/>
                    </a:lnTo>
                    <a:lnTo>
                      <a:pt x="206" y="94"/>
                    </a:lnTo>
                    <a:lnTo>
                      <a:pt x="206" y="94"/>
                    </a:lnTo>
                    <a:lnTo>
                      <a:pt x="206" y="92"/>
                    </a:lnTo>
                    <a:lnTo>
                      <a:pt x="206" y="92"/>
                    </a:lnTo>
                    <a:lnTo>
                      <a:pt x="209" y="92"/>
                    </a:lnTo>
                    <a:lnTo>
                      <a:pt x="209" y="92"/>
                    </a:lnTo>
                    <a:lnTo>
                      <a:pt x="209" y="92"/>
                    </a:lnTo>
                    <a:lnTo>
                      <a:pt x="211" y="92"/>
                    </a:lnTo>
                    <a:lnTo>
                      <a:pt x="211" y="92"/>
                    </a:lnTo>
                    <a:lnTo>
                      <a:pt x="211" y="92"/>
                    </a:lnTo>
                    <a:lnTo>
                      <a:pt x="211" y="92"/>
                    </a:lnTo>
                    <a:lnTo>
                      <a:pt x="213" y="92"/>
                    </a:lnTo>
                    <a:lnTo>
                      <a:pt x="213" y="90"/>
                    </a:lnTo>
                    <a:lnTo>
                      <a:pt x="213" y="90"/>
                    </a:lnTo>
                    <a:lnTo>
                      <a:pt x="213" y="90"/>
                    </a:lnTo>
                    <a:lnTo>
                      <a:pt x="213" y="90"/>
                    </a:lnTo>
                    <a:lnTo>
                      <a:pt x="216" y="90"/>
                    </a:lnTo>
                    <a:lnTo>
                      <a:pt x="216" y="87"/>
                    </a:lnTo>
                    <a:lnTo>
                      <a:pt x="216" y="87"/>
                    </a:lnTo>
                    <a:lnTo>
                      <a:pt x="216" y="87"/>
                    </a:lnTo>
                    <a:lnTo>
                      <a:pt x="218" y="87"/>
                    </a:lnTo>
                    <a:lnTo>
                      <a:pt x="218" y="85"/>
                    </a:lnTo>
                    <a:lnTo>
                      <a:pt x="218" y="85"/>
                    </a:lnTo>
                    <a:lnTo>
                      <a:pt x="218" y="83"/>
                    </a:lnTo>
                    <a:lnTo>
                      <a:pt x="218" y="83"/>
                    </a:lnTo>
                    <a:lnTo>
                      <a:pt x="218" y="80"/>
                    </a:lnTo>
                    <a:lnTo>
                      <a:pt x="218" y="80"/>
                    </a:lnTo>
                    <a:lnTo>
                      <a:pt x="218" y="80"/>
                    </a:lnTo>
                    <a:lnTo>
                      <a:pt x="218" y="80"/>
                    </a:lnTo>
                    <a:lnTo>
                      <a:pt x="218" y="78"/>
                    </a:lnTo>
                    <a:lnTo>
                      <a:pt x="218" y="78"/>
                    </a:lnTo>
                    <a:lnTo>
                      <a:pt x="218" y="78"/>
                    </a:lnTo>
                    <a:lnTo>
                      <a:pt x="220" y="78"/>
                    </a:lnTo>
                    <a:lnTo>
                      <a:pt x="220" y="75"/>
                    </a:lnTo>
                    <a:lnTo>
                      <a:pt x="220" y="75"/>
                    </a:lnTo>
                    <a:lnTo>
                      <a:pt x="220" y="75"/>
                    </a:lnTo>
                    <a:lnTo>
                      <a:pt x="220" y="73"/>
                    </a:lnTo>
                    <a:lnTo>
                      <a:pt x="220" y="73"/>
                    </a:lnTo>
                    <a:lnTo>
                      <a:pt x="220" y="73"/>
                    </a:lnTo>
                    <a:lnTo>
                      <a:pt x="220" y="71"/>
                    </a:lnTo>
                    <a:lnTo>
                      <a:pt x="223" y="71"/>
                    </a:lnTo>
                    <a:lnTo>
                      <a:pt x="223" y="71"/>
                    </a:lnTo>
                    <a:lnTo>
                      <a:pt x="223" y="71"/>
                    </a:lnTo>
                    <a:lnTo>
                      <a:pt x="225" y="71"/>
                    </a:lnTo>
                    <a:lnTo>
                      <a:pt x="225" y="71"/>
                    </a:lnTo>
                    <a:lnTo>
                      <a:pt x="225" y="68"/>
                    </a:lnTo>
                    <a:lnTo>
                      <a:pt x="225" y="68"/>
                    </a:lnTo>
                    <a:lnTo>
                      <a:pt x="225" y="68"/>
                    </a:lnTo>
                    <a:lnTo>
                      <a:pt x="225" y="66"/>
                    </a:lnTo>
                    <a:lnTo>
                      <a:pt x="225" y="66"/>
                    </a:lnTo>
                    <a:lnTo>
                      <a:pt x="225" y="66"/>
                    </a:lnTo>
                    <a:lnTo>
                      <a:pt x="225" y="64"/>
                    </a:lnTo>
                    <a:lnTo>
                      <a:pt x="225" y="64"/>
                    </a:lnTo>
                    <a:lnTo>
                      <a:pt x="225" y="61"/>
                    </a:lnTo>
                    <a:lnTo>
                      <a:pt x="228" y="61"/>
                    </a:lnTo>
                    <a:lnTo>
                      <a:pt x="228" y="61"/>
                    </a:lnTo>
                    <a:lnTo>
                      <a:pt x="228" y="61"/>
                    </a:lnTo>
                    <a:lnTo>
                      <a:pt x="228" y="59"/>
                    </a:lnTo>
                    <a:lnTo>
                      <a:pt x="228" y="59"/>
                    </a:lnTo>
                    <a:lnTo>
                      <a:pt x="228" y="59"/>
                    </a:lnTo>
                    <a:lnTo>
                      <a:pt x="228" y="56"/>
                    </a:lnTo>
                    <a:lnTo>
                      <a:pt x="230" y="56"/>
                    </a:lnTo>
                    <a:lnTo>
                      <a:pt x="230" y="56"/>
                    </a:lnTo>
                    <a:lnTo>
                      <a:pt x="230" y="56"/>
                    </a:lnTo>
                    <a:lnTo>
                      <a:pt x="230" y="54"/>
                    </a:lnTo>
                    <a:lnTo>
                      <a:pt x="230" y="54"/>
                    </a:lnTo>
                    <a:lnTo>
                      <a:pt x="230" y="52"/>
                    </a:lnTo>
                    <a:lnTo>
                      <a:pt x="230" y="52"/>
                    </a:lnTo>
                    <a:lnTo>
                      <a:pt x="230" y="52"/>
                    </a:lnTo>
                    <a:lnTo>
                      <a:pt x="230" y="52"/>
                    </a:lnTo>
                    <a:lnTo>
                      <a:pt x="230" y="49"/>
                    </a:lnTo>
                    <a:lnTo>
                      <a:pt x="230" y="49"/>
                    </a:lnTo>
                    <a:lnTo>
                      <a:pt x="230" y="47"/>
                    </a:lnTo>
                    <a:lnTo>
                      <a:pt x="230" y="47"/>
                    </a:lnTo>
                    <a:lnTo>
                      <a:pt x="230" y="47"/>
                    </a:lnTo>
                    <a:lnTo>
                      <a:pt x="230" y="45"/>
                    </a:lnTo>
                    <a:lnTo>
                      <a:pt x="230" y="45"/>
                    </a:lnTo>
                    <a:lnTo>
                      <a:pt x="230" y="45"/>
                    </a:lnTo>
                    <a:lnTo>
                      <a:pt x="230" y="42"/>
                    </a:lnTo>
                    <a:lnTo>
                      <a:pt x="228" y="42"/>
                    </a:lnTo>
                    <a:lnTo>
                      <a:pt x="228" y="42"/>
                    </a:lnTo>
                    <a:lnTo>
                      <a:pt x="228" y="45"/>
                    </a:lnTo>
                    <a:lnTo>
                      <a:pt x="225" y="45"/>
                    </a:lnTo>
                    <a:lnTo>
                      <a:pt x="225" y="45"/>
                    </a:lnTo>
                    <a:lnTo>
                      <a:pt x="225" y="45"/>
                    </a:lnTo>
                    <a:lnTo>
                      <a:pt x="223" y="45"/>
                    </a:lnTo>
                    <a:lnTo>
                      <a:pt x="223" y="42"/>
                    </a:lnTo>
                    <a:lnTo>
                      <a:pt x="223" y="42"/>
                    </a:lnTo>
                    <a:lnTo>
                      <a:pt x="223" y="42"/>
                    </a:lnTo>
                    <a:lnTo>
                      <a:pt x="223" y="42"/>
                    </a:lnTo>
                    <a:lnTo>
                      <a:pt x="223" y="40"/>
                    </a:lnTo>
                    <a:lnTo>
                      <a:pt x="223" y="40"/>
                    </a:lnTo>
                    <a:lnTo>
                      <a:pt x="223" y="40"/>
                    </a:lnTo>
                    <a:lnTo>
                      <a:pt x="223" y="40"/>
                    </a:lnTo>
                    <a:lnTo>
                      <a:pt x="225" y="40"/>
                    </a:lnTo>
                    <a:lnTo>
                      <a:pt x="225" y="40"/>
                    </a:lnTo>
                    <a:lnTo>
                      <a:pt x="225" y="40"/>
                    </a:lnTo>
                    <a:lnTo>
                      <a:pt x="228" y="40"/>
                    </a:lnTo>
                    <a:lnTo>
                      <a:pt x="228" y="40"/>
                    </a:lnTo>
                    <a:lnTo>
                      <a:pt x="228" y="40"/>
                    </a:lnTo>
                    <a:lnTo>
                      <a:pt x="228" y="37"/>
                    </a:lnTo>
                    <a:lnTo>
                      <a:pt x="228" y="37"/>
                    </a:lnTo>
                    <a:lnTo>
                      <a:pt x="230" y="37"/>
                    </a:lnTo>
                    <a:lnTo>
                      <a:pt x="230" y="35"/>
                    </a:lnTo>
                    <a:lnTo>
                      <a:pt x="230" y="35"/>
                    </a:lnTo>
                    <a:lnTo>
                      <a:pt x="230" y="33"/>
                    </a:lnTo>
                    <a:lnTo>
                      <a:pt x="230" y="33"/>
                    </a:lnTo>
                    <a:lnTo>
                      <a:pt x="230" y="33"/>
                    </a:lnTo>
                    <a:lnTo>
                      <a:pt x="230" y="33"/>
                    </a:lnTo>
                    <a:lnTo>
                      <a:pt x="230" y="30"/>
                    </a:lnTo>
                    <a:lnTo>
                      <a:pt x="230" y="30"/>
                    </a:lnTo>
                    <a:lnTo>
                      <a:pt x="228" y="30"/>
                    </a:lnTo>
                    <a:lnTo>
                      <a:pt x="228" y="30"/>
                    </a:lnTo>
                    <a:lnTo>
                      <a:pt x="228" y="28"/>
                    </a:lnTo>
                    <a:lnTo>
                      <a:pt x="228" y="28"/>
                    </a:lnTo>
                    <a:lnTo>
                      <a:pt x="228" y="26"/>
                    </a:lnTo>
                    <a:lnTo>
                      <a:pt x="228" y="26"/>
                    </a:lnTo>
                    <a:lnTo>
                      <a:pt x="225" y="26"/>
                    </a:lnTo>
                    <a:lnTo>
                      <a:pt x="225" y="26"/>
                    </a:lnTo>
                    <a:lnTo>
                      <a:pt x="225" y="23"/>
                    </a:lnTo>
                    <a:lnTo>
                      <a:pt x="228" y="23"/>
                    </a:lnTo>
                    <a:lnTo>
                      <a:pt x="228" y="23"/>
                    </a:lnTo>
                    <a:lnTo>
                      <a:pt x="228" y="23"/>
                    </a:lnTo>
                    <a:lnTo>
                      <a:pt x="228" y="21"/>
                    </a:lnTo>
                    <a:lnTo>
                      <a:pt x="230" y="21"/>
                    </a:lnTo>
                    <a:lnTo>
                      <a:pt x="230" y="21"/>
                    </a:lnTo>
                    <a:lnTo>
                      <a:pt x="230" y="21"/>
                    </a:lnTo>
                    <a:lnTo>
                      <a:pt x="230" y="21"/>
                    </a:lnTo>
                    <a:lnTo>
                      <a:pt x="230" y="21"/>
                    </a:lnTo>
                    <a:lnTo>
                      <a:pt x="232" y="21"/>
                    </a:lnTo>
                    <a:lnTo>
                      <a:pt x="232" y="21"/>
                    </a:lnTo>
                    <a:lnTo>
                      <a:pt x="232" y="21"/>
                    </a:lnTo>
                    <a:lnTo>
                      <a:pt x="235" y="21"/>
                    </a:lnTo>
                    <a:lnTo>
                      <a:pt x="235" y="19"/>
                    </a:lnTo>
                    <a:lnTo>
                      <a:pt x="235" y="19"/>
                    </a:lnTo>
                    <a:lnTo>
                      <a:pt x="235" y="19"/>
                    </a:lnTo>
                    <a:lnTo>
                      <a:pt x="235" y="16"/>
                    </a:lnTo>
                    <a:lnTo>
                      <a:pt x="237" y="16"/>
                    </a:lnTo>
                    <a:lnTo>
                      <a:pt x="237" y="16"/>
                    </a:lnTo>
                    <a:lnTo>
                      <a:pt x="237" y="14"/>
                    </a:lnTo>
                    <a:lnTo>
                      <a:pt x="237" y="14"/>
                    </a:lnTo>
                    <a:lnTo>
                      <a:pt x="237" y="11"/>
                    </a:lnTo>
                    <a:lnTo>
                      <a:pt x="235" y="11"/>
                    </a:lnTo>
                    <a:lnTo>
                      <a:pt x="235" y="11"/>
                    </a:lnTo>
                    <a:lnTo>
                      <a:pt x="235" y="11"/>
                    </a:lnTo>
                    <a:lnTo>
                      <a:pt x="235" y="11"/>
                    </a:lnTo>
                    <a:lnTo>
                      <a:pt x="235" y="11"/>
                    </a:lnTo>
                    <a:lnTo>
                      <a:pt x="237" y="11"/>
                    </a:lnTo>
                    <a:lnTo>
                      <a:pt x="237" y="9"/>
                    </a:lnTo>
                    <a:lnTo>
                      <a:pt x="237" y="9"/>
                    </a:lnTo>
                    <a:lnTo>
                      <a:pt x="237" y="9"/>
                    </a:lnTo>
                    <a:lnTo>
                      <a:pt x="237" y="7"/>
                    </a:lnTo>
                    <a:lnTo>
                      <a:pt x="237" y="7"/>
                    </a:lnTo>
                    <a:lnTo>
                      <a:pt x="237" y="9"/>
                    </a:lnTo>
                    <a:lnTo>
                      <a:pt x="239" y="9"/>
                    </a:lnTo>
                    <a:lnTo>
                      <a:pt x="239" y="9"/>
                    </a:lnTo>
                    <a:lnTo>
                      <a:pt x="239" y="9"/>
                    </a:lnTo>
                    <a:lnTo>
                      <a:pt x="239" y="9"/>
                    </a:lnTo>
                    <a:lnTo>
                      <a:pt x="239" y="9"/>
                    </a:lnTo>
                    <a:lnTo>
                      <a:pt x="242" y="9"/>
                    </a:lnTo>
                    <a:lnTo>
                      <a:pt x="242" y="9"/>
                    </a:lnTo>
                    <a:lnTo>
                      <a:pt x="244" y="9"/>
                    </a:lnTo>
                    <a:lnTo>
                      <a:pt x="244" y="9"/>
                    </a:lnTo>
                    <a:lnTo>
                      <a:pt x="244" y="9"/>
                    </a:lnTo>
                    <a:lnTo>
                      <a:pt x="244" y="11"/>
                    </a:lnTo>
                    <a:lnTo>
                      <a:pt x="244" y="11"/>
                    </a:lnTo>
                    <a:lnTo>
                      <a:pt x="244" y="11"/>
                    </a:lnTo>
                    <a:lnTo>
                      <a:pt x="244" y="14"/>
                    </a:lnTo>
                    <a:lnTo>
                      <a:pt x="244" y="14"/>
                    </a:lnTo>
                    <a:lnTo>
                      <a:pt x="244" y="16"/>
                    </a:lnTo>
                    <a:lnTo>
                      <a:pt x="244" y="16"/>
                    </a:lnTo>
                    <a:lnTo>
                      <a:pt x="244" y="16"/>
                    </a:lnTo>
                    <a:lnTo>
                      <a:pt x="244" y="19"/>
                    </a:lnTo>
                    <a:lnTo>
                      <a:pt x="247" y="19"/>
                    </a:lnTo>
                    <a:lnTo>
                      <a:pt x="247" y="19"/>
                    </a:lnTo>
                    <a:lnTo>
                      <a:pt x="247" y="19"/>
                    </a:lnTo>
                    <a:lnTo>
                      <a:pt x="247" y="16"/>
                    </a:lnTo>
                    <a:lnTo>
                      <a:pt x="247" y="16"/>
                    </a:lnTo>
                    <a:lnTo>
                      <a:pt x="247" y="14"/>
                    </a:lnTo>
                    <a:lnTo>
                      <a:pt x="247" y="14"/>
                    </a:lnTo>
                    <a:lnTo>
                      <a:pt x="249" y="14"/>
                    </a:lnTo>
                    <a:lnTo>
                      <a:pt x="249" y="14"/>
                    </a:lnTo>
                    <a:lnTo>
                      <a:pt x="249" y="14"/>
                    </a:lnTo>
                    <a:lnTo>
                      <a:pt x="251" y="14"/>
                    </a:lnTo>
                    <a:lnTo>
                      <a:pt x="251" y="14"/>
                    </a:lnTo>
                    <a:lnTo>
                      <a:pt x="251" y="16"/>
                    </a:lnTo>
                    <a:lnTo>
                      <a:pt x="251" y="16"/>
                    </a:lnTo>
                    <a:lnTo>
                      <a:pt x="254" y="16"/>
                    </a:lnTo>
                    <a:lnTo>
                      <a:pt x="254" y="16"/>
                    </a:lnTo>
                    <a:lnTo>
                      <a:pt x="254" y="16"/>
                    </a:lnTo>
                    <a:lnTo>
                      <a:pt x="254" y="16"/>
                    </a:lnTo>
                    <a:lnTo>
                      <a:pt x="254" y="16"/>
                    </a:lnTo>
                    <a:lnTo>
                      <a:pt x="256" y="16"/>
                    </a:lnTo>
                    <a:lnTo>
                      <a:pt x="256" y="14"/>
                    </a:lnTo>
                    <a:lnTo>
                      <a:pt x="256" y="14"/>
                    </a:lnTo>
                    <a:lnTo>
                      <a:pt x="256" y="11"/>
                    </a:lnTo>
                    <a:lnTo>
                      <a:pt x="256" y="11"/>
                    </a:lnTo>
                    <a:lnTo>
                      <a:pt x="256" y="11"/>
                    </a:lnTo>
                    <a:lnTo>
                      <a:pt x="256" y="11"/>
                    </a:lnTo>
                    <a:lnTo>
                      <a:pt x="256" y="9"/>
                    </a:lnTo>
                    <a:lnTo>
                      <a:pt x="256" y="9"/>
                    </a:lnTo>
                    <a:lnTo>
                      <a:pt x="256" y="9"/>
                    </a:lnTo>
                    <a:lnTo>
                      <a:pt x="254" y="9"/>
                    </a:lnTo>
                    <a:lnTo>
                      <a:pt x="254" y="9"/>
                    </a:lnTo>
                    <a:lnTo>
                      <a:pt x="254" y="9"/>
                    </a:lnTo>
                    <a:lnTo>
                      <a:pt x="254" y="11"/>
                    </a:lnTo>
                    <a:lnTo>
                      <a:pt x="254" y="11"/>
                    </a:lnTo>
                    <a:lnTo>
                      <a:pt x="251" y="11"/>
                    </a:lnTo>
                    <a:lnTo>
                      <a:pt x="251" y="11"/>
                    </a:lnTo>
                    <a:lnTo>
                      <a:pt x="251" y="11"/>
                    </a:lnTo>
                    <a:lnTo>
                      <a:pt x="249" y="11"/>
                    </a:lnTo>
                    <a:lnTo>
                      <a:pt x="249" y="11"/>
                    </a:lnTo>
                    <a:lnTo>
                      <a:pt x="249" y="11"/>
                    </a:lnTo>
                    <a:lnTo>
                      <a:pt x="247" y="11"/>
                    </a:lnTo>
                    <a:lnTo>
                      <a:pt x="247" y="11"/>
                    </a:lnTo>
                    <a:lnTo>
                      <a:pt x="247" y="11"/>
                    </a:lnTo>
                    <a:lnTo>
                      <a:pt x="247" y="11"/>
                    </a:lnTo>
                    <a:lnTo>
                      <a:pt x="247" y="9"/>
                    </a:lnTo>
                    <a:lnTo>
                      <a:pt x="247" y="9"/>
                    </a:lnTo>
                    <a:lnTo>
                      <a:pt x="247" y="7"/>
                    </a:lnTo>
                    <a:lnTo>
                      <a:pt x="247" y="7"/>
                    </a:lnTo>
                    <a:lnTo>
                      <a:pt x="247" y="7"/>
                    </a:lnTo>
                    <a:lnTo>
                      <a:pt x="247" y="4"/>
                    </a:lnTo>
                    <a:lnTo>
                      <a:pt x="247" y="4"/>
                    </a:lnTo>
                    <a:lnTo>
                      <a:pt x="247" y="4"/>
                    </a:lnTo>
                    <a:lnTo>
                      <a:pt x="247" y="2"/>
                    </a:lnTo>
                    <a:lnTo>
                      <a:pt x="249" y="2"/>
                    </a:lnTo>
                    <a:lnTo>
                      <a:pt x="249" y="2"/>
                    </a:lnTo>
                    <a:lnTo>
                      <a:pt x="249" y="2"/>
                    </a:lnTo>
                    <a:lnTo>
                      <a:pt x="249" y="0"/>
                    </a:lnTo>
                    <a:lnTo>
                      <a:pt x="249" y="0"/>
                    </a:lnTo>
                    <a:lnTo>
                      <a:pt x="251" y="0"/>
                    </a:lnTo>
                    <a:lnTo>
                      <a:pt x="251" y="2"/>
                    </a:lnTo>
                    <a:lnTo>
                      <a:pt x="251" y="2"/>
                    </a:lnTo>
                    <a:lnTo>
                      <a:pt x="251" y="2"/>
                    </a:lnTo>
                    <a:lnTo>
                      <a:pt x="251" y="2"/>
                    </a:lnTo>
                    <a:lnTo>
                      <a:pt x="254" y="2"/>
                    </a:lnTo>
                    <a:lnTo>
                      <a:pt x="254" y="2"/>
                    </a:lnTo>
                    <a:lnTo>
                      <a:pt x="254" y="2"/>
                    </a:lnTo>
                    <a:lnTo>
                      <a:pt x="254" y="2"/>
                    </a:lnTo>
                    <a:lnTo>
                      <a:pt x="254" y="4"/>
                    </a:lnTo>
                    <a:lnTo>
                      <a:pt x="256" y="4"/>
                    </a:lnTo>
                    <a:lnTo>
                      <a:pt x="256" y="4"/>
                    </a:lnTo>
                    <a:lnTo>
                      <a:pt x="256" y="4"/>
                    </a:lnTo>
                    <a:lnTo>
                      <a:pt x="258" y="4"/>
                    </a:lnTo>
                    <a:lnTo>
                      <a:pt x="258" y="4"/>
                    </a:lnTo>
                    <a:lnTo>
                      <a:pt x="258" y="4"/>
                    </a:lnTo>
                    <a:lnTo>
                      <a:pt x="258" y="4"/>
                    </a:lnTo>
                    <a:lnTo>
                      <a:pt x="261" y="4"/>
                    </a:lnTo>
                    <a:lnTo>
                      <a:pt x="261" y="2"/>
                    </a:lnTo>
                    <a:lnTo>
                      <a:pt x="261" y="2"/>
                    </a:lnTo>
                    <a:lnTo>
                      <a:pt x="263" y="2"/>
                    </a:lnTo>
                    <a:lnTo>
                      <a:pt x="263" y="4"/>
                    </a:lnTo>
                    <a:lnTo>
                      <a:pt x="263" y="4"/>
                    </a:lnTo>
                    <a:lnTo>
                      <a:pt x="261" y="4"/>
                    </a:lnTo>
                    <a:lnTo>
                      <a:pt x="261" y="7"/>
                    </a:lnTo>
                    <a:lnTo>
                      <a:pt x="261" y="7"/>
                    </a:lnTo>
                    <a:lnTo>
                      <a:pt x="261" y="9"/>
                    </a:lnTo>
                    <a:lnTo>
                      <a:pt x="261" y="9"/>
                    </a:lnTo>
                    <a:lnTo>
                      <a:pt x="261" y="9"/>
                    </a:lnTo>
                    <a:lnTo>
                      <a:pt x="261" y="11"/>
                    </a:lnTo>
                    <a:lnTo>
                      <a:pt x="261" y="11"/>
                    </a:lnTo>
                    <a:lnTo>
                      <a:pt x="261" y="11"/>
                    </a:lnTo>
                    <a:lnTo>
                      <a:pt x="261" y="14"/>
                    </a:lnTo>
                    <a:lnTo>
                      <a:pt x="261" y="14"/>
                    </a:lnTo>
                    <a:lnTo>
                      <a:pt x="261" y="16"/>
                    </a:lnTo>
                    <a:lnTo>
                      <a:pt x="261" y="16"/>
                    </a:lnTo>
                    <a:lnTo>
                      <a:pt x="261" y="19"/>
                    </a:lnTo>
                    <a:lnTo>
                      <a:pt x="261" y="19"/>
                    </a:lnTo>
                    <a:lnTo>
                      <a:pt x="261" y="21"/>
                    </a:lnTo>
                    <a:lnTo>
                      <a:pt x="261" y="21"/>
                    </a:lnTo>
                    <a:lnTo>
                      <a:pt x="261" y="21"/>
                    </a:lnTo>
                    <a:lnTo>
                      <a:pt x="261" y="21"/>
                    </a:lnTo>
                    <a:lnTo>
                      <a:pt x="261" y="23"/>
                    </a:lnTo>
                    <a:lnTo>
                      <a:pt x="261" y="23"/>
                    </a:lnTo>
                    <a:lnTo>
                      <a:pt x="263" y="23"/>
                    </a:lnTo>
                    <a:lnTo>
                      <a:pt x="263" y="26"/>
                    </a:lnTo>
                    <a:lnTo>
                      <a:pt x="263" y="26"/>
                    </a:lnTo>
                    <a:lnTo>
                      <a:pt x="263" y="26"/>
                    </a:lnTo>
                    <a:lnTo>
                      <a:pt x="263" y="26"/>
                    </a:lnTo>
                    <a:lnTo>
                      <a:pt x="265" y="26"/>
                    </a:lnTo>
                    <a:lnTo>
                      <a:pt x="265" y="28"/>
                    </a:lnTo>
                    <a:lnTo>
                      <a:pt x="265" y="28"/>
                    </a:lnTo>
                    <a:lnTo>
                      <a:pt x="265" y="28"/>
                    </a:lnTo>
                    <a:lnTo>
                      <a:pt x="265" y="28"/>
                    </a:lnTo>
                    <a:lnTo>
                      <a:pt x="268" y="28"/>
                    </a:lnTo>
                    <a:lnTo>
                      <a:pt x="268" y="30"/>
                    </a:lnTo>
                    <a:lnTo>
                      <a:pt x="268" y="30"/>
                    </a:lnTo>
                    <a:lnTo>
                      <a:pt x="268" y="30"/>
                    </a:lnTo>
                    <a:lnTo>
                      <a:pt x="268" y="33"/>
                    </a:lnTo>
                    <a:lnTo>
                      <a:pt x="270" y="33"/>
                    </a:lnTo>
                    <a:lnTo>
                      <a:pt x="270" y="33"/>
                    </a:lnTo>
                    <a:lnTo>
                      <a:pt x="270" y="33"/>
                    </a:lnTo>
                    <a:lnTo>
                      <a:pt x="270" y="35"/>
                    </a:lnTo>
                    <a:lnTo>
                      <a:pt x="270" y="35"/>
                    </a:lnTo>
                    <a:lnTo>
                      <a:pt x="270" y="35"/>
                    </a:lnTo>
                    <a:lnTo>
                      <a:pt x="270" y="35"/>
                    </a:lnTo>
                    <a:lnTo>
                      <a:pt x="270" y="37"/>
                    </a:lnTo>
                    <a:lnTo>
                      <a:pt x="270" y="37"/>
                    </a:lnTo>
                    <a:lnTo>
                      <a:pt x="270" y="37"/>
                    </a:lnTo>
                    <a:lnTo>
                      <a:pt x="270" y="37"/>
                    </a:lnTo>
                    <a:lnTo>
                      <a:pt x="270" y="40"/>
                    </a:lnTo>
                    <a:lnTo>
                      <a:pt x="273" y="40"/>
                    </a:lnTo>
                    <a:lnTo>
                      <a:pt x="273" y="40"/>
                    </a:lnTo>
                    <a:lnTo>
                      <a:pt x="273" y="42"/>
                    </a:lnTo>
                    <a:lnTo>
                      <a:pt x="273" y="42"/>
                    </a:lnTo>
                    <a:lnTo>
                      <a:pt x="273" y="42"/>
                    </a:lnTo>
                    <a:lnTo>
                      <a:pt x="273" y="42"/>
                    </a:lnTo>
                    <a:lnTo>
                      <a:pt x="273" y="45"/>
                    </a:lnTo>
                    <a:lnTo>
                      <a:pt x="273" y="45"/>
                    </a:lnTo>
                    <a:lnTo>
                      <a:pt x="273" y="45"/>
                    </a:lnTo>
                    <a:lnTo>
                      <a:pt x="273" y="47"/>
                    </a:lnTo>
                    <a:lnTo>
                      <a:pt x="273" y="47"/>
                    </a:lnTo>
                    <a:lnTo>
                      <a:pt x="273" y="47"/>
                    </a:lnTo>
                    <a:lnTo>
                      <a:pt x="273" y="49"/>
                    </a:lnTo>
                    <a:lnTo>
                      <a:pt x="273" y="49"/>
                    </a:lnTo>
                    <a:lnTo>
                      <a:pt x="273" y="49"/>
                    </a:lnTo>
                    <a:lnTo>
                      <a:pt x="273" y="52"/>
                    </a:lnTo>
                    <a:lnTo>
                      <a:pt x="275" y="52"/>
                    </a:lnTo>
                    <a:lnTo>
                      <a:pt x="275" y="52"/>
                    </a:lnTo>
                    <a:lnTo>
                      <a:pt x="275" y="52"/>
                    </a:lnTo>
                    <a:lnTo>
                      <a:pt x="275" y="54"/>
                    </a:lnTo>
                    <a:lnTo>
                      <a:pt x="275" y="54"/>
                    </a:lnTo>
                    <a:lnTo>
                      <a:pt x="273" y="54"/>
                    </a:lnTo>
                    <a:lnTo>
                      <a:pt x="273" y="56"/>
                    </a:lnTo>
                    <a:lnTo>
                      <a:pt x="273" y="56"/>
                    </a:lnTo>
                    <a:lnTo>
                      <a:pt x="273" y="56"/>
                    </a:lnTo>
                    <a:lnTo>
                      <a:pt x="273" y="59"/>
                    </a:lnTo>
                    <a:lnTo>
                      <a:pt x="273" y="59"/>
                    </a:lnTo>
                    <a:lnTo>
                      <a:pt x="273" y="61"/>
                    </a:lnTo>
                    <a:lnTo>
                      <a:pt x="273" y="61"/>
                    </a:lnTo>
                    <a:lnTo>
                      <a:pt x="273" y="61"/>
                    </a:lnTo>
                    <a:lnTo>
                      <a:pt x="270" y="61"/>
                    </a:lnTo>
                    <a:lnTo>
                      <a:pt x="270" y="61"/>
                    </a:lnTo>
                    <a:lnTo>
                      <a:pt x="273" y="61"/>
                    </a:lnTo>
                    <a:lnTo>
                      <a:pt x="273" y="64"/>
                    </a:lnTo>
                    <a:lnTo>
                      <a:pt x="270" y="64"/>
                    </a:lnTo>
                    <a:lnTo>
                      <a:pt x="270" y="64"/>
                    </a:lnTo>
                    <a:lnTo>
                      <a:pt x="270" y="64"/>
                    </a:lnTo>
                    <a:lnTo>
                      <a:pt x="270" y="66"/>
                    </a:lnTo>
                    <a:lnTo>
                      <a:pt x="270" y="66"/>
                    </a:lnTo>
                    <a:lnTo>
                      <a:pt x="268" y="66"/>
                    </a:lnTo>
                    <a:lnTo>
                      <a:pt x="268" y="66"/>
                    </a:lnTo>
                    <a:lnTo>
                      <a:pt x="268" y="66"/>
                    </a:lnTo>
                    <a:lnTo>
                      <a:pt x="268" y="68"/>
                    </a:lnTo>
                    <a:lnTo>
                      <a:pt x="265" y="68"/>
                    </a:lnTo>
                    <a:lnTo>
                      <a:pt x="265" y="68"/>
                    </a:lnTo>
                    <a:lnTo>
                      <a:pt x="265" y="71"/>
                    </a:lnTo>
                    <a:lnTo>
                      <a:pt x="265" y="71"/>
                    </a:lnTo>
                    <a:lnTo>
                      <a:pt x="265" y="71"/>
                    </a:lnTo>
                    <a:lnTo>
                      <a:pt x="265" y="71"/>
                    </a:lnTo>
                    <a:lnTo>
                      <a:pt x="263" y="71"/>
                    </a:lnTo>
                    <a:lnTo>
                      <a:pt x="263" y="71"/>
                    </a:lnTo>
                    <a:lnTo>
                      <a:pt x="263" y="71"/>
                    </a:lnTo>
                    <a:lnTo>
                      <a:pt x="263" y="71"/>
                    </a:lnTo>
                    <a:lnTo>
                      <a:pt x="263" y="73"/>
                    </a:lnTo>
                    <a:lnTo>
                      <a:pt x="263" y="73"/>
                    </a:lnTo>
                    <a:lnTo>
                      <a:pt x="263" y="73"/>
                    </a:lnTo>
                    <a:lnTo>
                      <a:pt x="263" y="75"/>
                    </a:lnTo>
                    <a:lnTo>
                      <a:pt x="263" y="75"/>
                    </a:lnTo>
                    <a:lnTo>
                      <a:pt x="263" y="78"/>
                    </a:lnTo>
                    <a:lnTo>
                      <a:pt x="263" y="78"/>
                    </a:lnTo>
                    <a:lnTo>
                      <a:pt x="263" y="78"/>
                    </a:lnTo>
                    <a:lnTo>
                      <a:pt x="263" y="78"/>
                    </a:lnTo>
                    <a:lnTo>
                      <a:pt x="263" y="80"/>
                    </a:lnTo>
                    <a:lnTo>
                      <a:pt x="263" y="80"/>
                    </a:lnTo>
                    <a:lnTo>
                      <a:pt x="263" y="80"/>
                    </a:lnTo>
                    <a:lnTo>
                      <a:pt x="263" y="83"/>
                    </a:lnTo>
                    <a:lnTo>
                      <a:pt x="263" y="83"/>
                    </a:lnTo>
                    <a:lnTo>
                      <a:pt x="265" y="83"/>
                    </a:lnTo>
                    <a:lnTo>
                      <a:pt x="265" y="83"/>
                    </a:lnTo>
                    <a:lnTo>
                      <a:pt x="265" y="85"/>
                    </a:lnTo>
                    <a:lnTo>
                      <a:pt x="263" y="85"/>
                    </a:lnTo>
                    <a:lnTo>
                      <a:pt x="263" y="85"/>
                    </a:lnTo>
                    <a:lnTo>
                      <a:pt x="263" y="85"/>
                    </a:lnTo>
                    <a:lnTo>
                      <a:pt x="263" y="85"/>
                    </a:lnTo>
                    <a:lnTo>
                      <a:pt x="261" y="85"/>
                    </a:lnTo>
                    <a:lnTo>
                      <a:pt x="261" y="85"/>
                    </a:lnTo>
                    <a:lnTo>
                      <a:pt x="261" y="85"/>
                    </a:lnTo>
                    <a:lnTo>
                      <a:pt x="258" y="85"/>
                    </a:lnTo>
                    <a:lnTo>
                      <a:pt x="258" y="83"/>
                    </a:lnTo>
                    <a:lnTo>
                      <a:pt x="258" y="83"/>
                    </a:lnTo>
                    <a:lnTo>
                      <a:pt x="258" y="80"/>
                    </a:lnTo>
                    <a:lnTo>
                      <a:pt x="258" y="80"/>
                    </a:lnTo>
                    <a:lnTo>
                      <a:pt x="258" y="80"/>
                    </a:lnTo>
                    <a:lnTo>
                      <a:pt x="256" y="80"/>
                    </a:lnTo>
                    <a:lnTo>
                      <a:pt x="256" y="80"/>
                    </a:lnTo>
                    <a:lnTo>
                      <a:pt x="256" y="83"/>
                    </a:lnTo>
                    <a:lnTo>
                      <a:pt x="256" y="83"/>
                    </a:lnTo>
                    <a:lnTo>
                      <a:pt x="254" y="83"/>
                    </a:lnTo>
                    <a:lnTo>
                      <a:pt x="254" y="83"/>
                    </a:lnTo>
                    <a:lnTo>
                      <a:pt x="254" y="83"/>
                    </a:lnTo>
                    <a:lnTo>
                      <a:pt x="254" y="85"/>
                    </a:lnTo>
                    <a:lnTo>
                      <a:pt x="251" y="85"/>
                    </a:lnTo>
                    <a:lnTo>
                      <a:pt x="251" y="85"/>
                    </a:lnTo>
                    <a:lnTo>
                      <a:pt x="251" y="85"/>
                    </a:lnTo>
                    <a:lnTo>
                      <a:pt x="251" y="87"/>
                    </a:lnTo>
                    <a:lnTo>
                      <a:pt x="251" y="87"/>
                    </a:lnTo>
                    <a:lnTo>
                      <a:pt x="251" y="87"/>
                    </a:lnTo>
                    <a:lnTo>
                      <a:pt x="251" y="90"/>
                    </a:lnTo>
                    <a:lnTo>
                      <a:pt x="251" y="90"/>
                    </a:lnTo>
                    <a:lnTo>
                      <a:pt x="251" y="92"/>
                    </a:lnTo>
                    <a:lnTo>
                      <a:pt x="251" y="92"/>
                    </a:lnTo>
                    <a:lnTo>
                      <a:pt x="251" y="92"/>
                    </a:lnTo>
                    <a:lnTo>
                      <a:pt x="251" y="94"/>
                    </a:lnTo>
                    <a:lnTo>
                      <a:pt x="251" y="94"/>
                    </a:lnTo>
                    <a:lnTo>
                      <a:pt x="251" y="94"/>
                    </a:lnTo>
                    <a:lnTo>
                      <a:pt x="251" y="97"/>
                    </a:lnTo>
                    <a:lnTo>
                      <a:pt x="251" y="97"/>
                    </a:lnTo>
                    <a:lnTo>
                      <a:pt x="251" y="97"/>
                    </a:lnTo>
                    <a:lnTo>
                      <a:pt x="251" y="99"/>
                    </a:lnTo>
                    <a:lnTo>
                      <a:pt x="251" y="99"/>
                    </a:lnTo>
                    <a:lnTo>
                      <a:pt x="251" y="101"/>
                    </a:lnTo>
                    <a:lnTo>
                      <a:pt x="251" y="101"/>
                    </a:lnTo>
                    <a:lnTo>
                      <a:pt x="251" y="101"/>
                    </a:lnTo>
                    <a:lnTo>
                      <a:pt x="251" y="104"/>
                    </a:lnTo>
                    <a:lnTo>
                      <a:pt x="254" y="104"/>
                    </a:lnTo>
                    <a:lnTo>
                      <a:pt x="254" y="104"/>
                    </a:lnTo>
                    <a:lnTo>
                      <a:pt x="251" y="104"/>
                    </a:lnTo>
                    <a:lnTo>
                      <a:pt x="251" y="106"/>
                    </a:lnTo>
                    <a:lnTo>
                      <a:pt x="251" y="106"/>
                    </a:lnTo>
                    <a:lnTo>
                      <a:pt x="251" y="109"/>
                    </a:lnTo>
                    <a:lnTo>
                      <a:pt x="251" y="109"/>
                    </a:lnTo>
                    <a:lnTo>
                      <a:pt x="251" y="111"/>
                    </a:lnTo>
                    <a:lnTo>
                      <a:pt x="251" y="111"/>
                    </a:lnTo>
                    <a:lnTo>
                      <a:pt x="251" y="111"/>
                    </a:lnTo>
                    <a:lnTo>
                      <a:pt x="251" y="113"/>
                    </a:lnTo>
                    <a:lnTo>
                      <a:pt x="251" y="113"/>
                    </a:lnTo>
                    <a:lnTo>
                      <a:pt x="251" y="113"/>
                    </a:lnTo>
                    <a:lnTo>
                      <a:pt x="251" y="116"/>
                    </a:lnTo>
                    <a:lnTo>
                      <a:pt x="251" y="116"/>
                    </a:lnTo>
                    <a:lnTo>
                      <a:pt x="251" y="118"/>
                    </a:lnTo>
                    <a:lnTo>
                      <a:pt x="251" y="118"/>
                    </a:lnTo>
                    <a:lnTo>
                      <a:pt x="251" y="118"/>
                    </a:lnTo>
                    <a:lnTo>
                      <a:pt x="249" y="118"/>
                    </a:lnTo>
                    <a:lnTo>
                      <a:pt x="249" y="118"/>
                    </a:lnTo>
                    <a:lnTo>
                      <a:pt x="249" y="120"/>
                    </a:lnTo>
                    <a:lnTo>
                      <a:pt x="247" y="120"/>
                    </a:lnTo>
                    <a:lnTo>
                      <a:pt x="247" y="120"/>
                    </a:lnTo>
                    <a:lnTo>
                      <a:pt x="247" y="120"/>
                    </a:lnTo>
                    <a:lnTo>
                      <a:pt x="247" y="120"/>
                    </a:lnTo>
                    <a:lnTo>
                      <a:pt x="247" y="123"/>
                    </a:lnTo>
                    <a:lnTo>
                      <a:pt x="247" y="123"/>
                    </a:lnTo>
                    <a:lnTo>
                      <a:pt x="247" y="123"/>
                    </a:lnTo>
                    <a:lnTo>
                      <a:pt x="247" y="125"/>
                    </a:lnTo>
                    <a:lnTo>
                      <a:pt x="247" y="125"/>
                    </a:lnTo>
                    <a:lnTo>
                      <a:pt x="244" y="125"/>
                    </a:lnTo>
                    <a:lnTo>
                      <a:pt x="244" y="128"/>
                    </a:lnTo>
                    <a:lnTo>
                      <a:pt x="244" y="128"/>
                    </a:lnTo>
                    <a:lnTo>
                      <a:pt x="244" y="128"/>
                    </a:lnTo>
                    <a:lnTo>
                      <a:pt x="244" y="130"/>
                    </a:lnTo>
                    <a:lnTo>
                      <a:pt x="244" y="130"/>
                    </a:lnTo>
                    <a:lnTo>
                      <a:pt x="244" y="130"/>
                    </a:lnTo>
                    <a:lnTo>
                      <a:pt x="244" y="130"/>
                    </a:lnTo>
                    <a:lnTo>
                      <a:pt x="244" y="130"/>
                    </a:lnTo>
                    <a:lnTo>
                      <a:pt x="244" y="132"/>
                    </a:lnTo>
                    <a:lnTo>
                      <a:pt x="244" y="132"/>
                    </a:lnTo>
                    <a:lnTo>
                      <a:pt x="244" y="132"/>
                    </a:lnTo>
                    <a:lnTo>
                      <a:pt x="244" y="135"/>
                    </a:lnTo>
                    <a:lnTo>
                      <a:pt x="242" y="135"/>
                    </a:lnTo>
                    <a:lnTo>
                      <a:pt x="242" y="135"/>
                    </a:lnTo>
                    <a:lnTo>
                      <a:pt x="242" y="137"/>
                    </a:lnTo>
                    <a:lnTo>
                      <a:pt x="242" y="137"/>
                    </a:lnTo>
                    <a:lnTo>
                      <a:pt x="244" y="137"/>
                    </a:lnTo>
                    <a:lnTo>
                      <a:pt x="244" y="139"/>
                    </a:lnTo>
                    <a:lnTo>
                      <a:pt x="244" y="139"/>
                    </a:lnTo>
                    <a:lnTo>
                      <a:pt x="244" y="139"/>
                    </a:lnTo>
                    <a:lnTo>
                      <a:pt x="244" y="139"/>
                    </a:lnTo>
                    <a:lnTo>
                      <a:pt x="244" y="142"/>
                    </a:lnTo>
                    <a:lnTo>
                      <a:pt x="244" y="142"/>
                    </a:lnTo>
                    <a:lnTo>
                      <a:pt x="244" y="142"/>
                    </a:lnTo>
                    <a:lnTo>
                      <a:pt x="247" y="142"/>
                    </a:lnTo>
                    <a:lnTo>
                      <a:pt x="247" y="144"/>
                    </a:lnTo>
                    <a:lnTo>
                      <a:pt x="247" y="144"/>
                    </a:lnTo>
                    <a:lnTo>
                      <a:pt x="247" y="144"/>
                    </a:lnTo>
                    <a:lnTo>
                      <a:pt x="247" y="147"/>
                    </a:lnTo>
                    <a:lnTo>
                      <a:pt x="247" y="147"/>
                    </a:lnTo>
                    <a:lnTo>
                      <a:pt x="247" y="147"/>
                    </a:lnTo>
                    <a:lnTo>
                      <a:pt x="249" y="147"/>
                    </a:lnTo>
                    <a:lnTo>
                      <a:pt x="249" y="149"/>
                    </a:lnTo>
                    <a:lnTo>
                      <a:pt x="249" y="149"/>
                    </a:lnTo>
                    <a:lnTo>
                      <a:pt x="249" y="151"/>
                    </a:lnTo>
                    <a:lnTo>
                      <a:pt x="247" y="151"/>
                    </a:lnTo>
                    <a:lnTo>
                      <a:pt x="247" y="151"/>
                    </a:lnTo>
                    <a:lnTo>
                      <a:pt x="247" y="151"/>
                    </a:lnTo>
                    <a:lnTo>
                      <a:pt x="244" y="151"/>
                    </a:lnTo>
                    <a:lnTo>
                      <a:pt x="244" y="151"/>
                    </a:lnTo>
                    <a:lnTo>
                      <a:pt x="244" y="151"/>
                    </a:lnTo>
                    <a:lnTo>
                      <a:pt x="244" y="151"/>
                    </a:lnTo>
                    <a:lnTo>
                      <a:pt x="242" y="151"/>
                    </a:lnTo>
                    <a:lnTo>
                      <a:pt x="242" y="151"/>
                    </a:lnTo>
                    <a:lnTo>
                      <a:pt x="242" y="151"/>
                    </a:lnTo>
                    <a:lnTo>
                      <a:pt x="242" y="154"/>
                    </a:lnTo>
                    <a:lnTo>
                      <a:pt x="239" y="154"/>
                    </a:lnTo>
                    <a:lnTo>
                      <a:pt x="239" y="154"/>
                    </a:lnTo>
                    <a:lnTo>
                      <a:pt x="239" y="154"/>
                    </a:lnTo>
                    <a:lnTo>
                      <a:pt x="239" y="156"/>
                    </a:lnTo>
                    <a:lnTo>
                      <a:pt x="239" y="156"/>
                    </a:lnTo>
                    <a:lnTo>
                      <a:pt x="239" y="156"/>
                    </a:lnTo>
                    <a:lnTo>
                      <a:pt x="239" y="158"/>
                    </a:lnTo>
                    <a:lnTo>
                      <a:pt x="239" y="158"/>
                    </a:lnTo>
                    <a:lnTo>
                      <a:pt x="239" y="161"/>
                    </a:lnTo>
                    <a:lnTo>
                      <a:pt x="239" y="161"/>
                    </a:lnTo>
                    <a:lnTo>
                      <a:pt x="239" y="161"/>
                    </a:lnTo>
                    <a:lnTo>
                      <a:pt x="239" y="163"/>
                    </a:lnTo>
                    <a:lnTo>
                      <a:pt x="237" y="163"/>
                    </a:lnTo>
                    <a:lnTo>
                      <a:pt x="237" y="163"/>
                    </a:lnTo>
                    <a:lnTo>
                      <a:pt x="237" y="163"/>
                    </a:lnTo>
                    <a:lnTo>
                      <a:pt x="237" y="163"/>
                    </a:lnTo>
                    <a:lnTo>
                      <a:pt x="235" y="163"/>
                    </a:lnTo>
                    <a:lnTo>
                      <a:pt x="235" y="165"/>
                    </a:lnTo>
                    <a:lnTo>
                      <a:pt x="235" y="165"/>
                    </a:lnTo>
                    <a:lnTo>
                      <a:pt x="232" y="165"/>
                    </a:lnTo>
                    <a:lnTo>
                      <a:pt x="232" y="165"/>
                    </a:lnTo>
                    <a:lnTo>
                      <a:pt x="232" y="165"/>
                    </a:lnTo>
                    <a:lnTo>
                      <a:pt x="232" y="165"/>
                    </a:lnTo>
                    <a:lnTo>
                      <a:pt x="230" y="165"/>
                    </a:lnTo>
                    <a:lnTo>
                      <a:pt x="230" y="168"/>
                    </a:lnTo>
                    <a:lnTo>
                      <a:pt x="230" y="168"/>
                    </a:lnTo>
                    <a:lnTo>
                      <a:pt x="230" y="168"/>
                    </a:lnTo>
                    <a:lnTo>
                      <a:pt x="230" y="170"/>
                    </a:lnTo>
                    <a:lnTo>
                      <a:pt x="230" y="170"/>
                    </a:lnTo>
                    <a:lnTo>
                      <a:pt x="230" y="170"/>
                    </a:lnTo>
                    <a:lnTo>
                      <a:pt x="228" y="170"/>
                    </a:lnTo>
                    <a:lnTo>
                      <a:pt x="228" y="170"/>
                    </a:lnTo>
                    <a:lnTo>
                      <a:pt x="225" y="170"/>
                    </a:lnTo>
                    <a:lnTo>
                      <a:pt x="225" y="170"/>
                    </a:lnTo>
                    <a:lnTo>
                      <a:pt x="225" y="170"/>
                    </a:lnTo>
                    <a:lnTo>
                      <a:pt x="225" y="170"/>
                    </a:lnTo>
                    <a:lnTo>
                      <a:pt x="225" y="168"/>
                    </a:lnTo>
                    <a:lnTo>
                      <a:pt x="225" y="168"/>
                    </a:lnTo>
                    <a:lnTo>
                      <a:pt x="225" y="168"/>
                    </a:lnTo>
                    <a:lnTo>
                      <a:pt x="225" y="165"/>
                    </a:lnTo>
                    <a:lnTo>
                      <a:pt x="225" y="165"/>
                    </a:lnTo>
                    <a:lnTo>
                      <a:pt x="225" y="163"/>
                    </a:lnTo>
                    <a:lnTo>
                      <a:pt x="225" y="163"/>
                    </a:lnTo>
                    <a:lnTo>
                      <a:pt x="225" y="161"/>
                    </a:lnTo>
                    <a:lnTo>
                      <a:pt x="225" y="161"/>
                    </a:lnTo>
                    <a:lnTo>
                      <a:pt x="225" y="161"/>
                    </a:lnTo>
                    <a:lnTo>
                      <a:pt x="225" y="161"/>
                    </a:lnTo>
                    <a:lnTo>
                      <a:pt x="225" y="161"/>
                    </a:lnTo>
                    <a:lnTo>
                      <a:pt x="225" y="161"/>
                    </a:lnTo>
                    <a:lnTo>
                      <a:pt x="225" y="161"/>
                    </a:lnTo>
                    <a:lnTo>
                      <a:pt x="225" y="161"/>
                    </a:lnTo>
                    <a:lnTo>
                      <a:pt x="223" y="161"/>
                    </a:lnTo>
                    <a:lnTo>
                      <a:pt x="223" y="163"/>
                    </a:lnTo>
                    <a:lnTo>
                      <a:pt x="223" y="163"/>
                    </a:lnTo>
                    <a:lnTo>
                      <a:pt x="223" y="163"/>
                    </a:lnTo>
                    <a:lnTo>
                      <a:pt x="220" y="163"/>
                    </a:lnTo>
                    <a:lnTo>
                      <a:pt x="220" y="163"/>
                    </a:lnTo>
                    <a:lnTo>
                      <a:pt x="220" y="163"/>
                    </a:lnTo>
                    <a:lnTo>
                      <a:pt x="220" y="161"/>
                    </a:lnTo>
                    <a:lnTo>
                      <a:pt x="220" y="161"/>
                    </a:lnTo>
                    <a:lnTo>
                      <a:pt x="220" y="161"/>
                    </a:lnTo>
                    <a:lnTo>
                      <a:pt x="220" y="161"/>
                    </a:lnTo>
                    <a:lnTo>
                      <a:pt x="218" y="161"/>
                    </a:lnTo>
                    <a:lnTo>
                      <a:pt x="218" y="161"/>
                    </a:lnTo>
                    <a:lnTo>
                      <a:pt x="218" y="161"/>
                    </a:lnTo>
                    <a:lnTo>
                      <a:pt x="216" y="161"/>
                    </a:lnTo>
                    <a:lnTo>
                      <a:pt x="216" y="161"/>
                    </a:lnTo>
                    <a:lnTo>
                      <a:pt x="213" y="161"/>
                    </a:lnTo>
                    <a:lnTo>
                      <a:pt x="213" y="161"/>
                    </a:lnTo>
                    <a:lnTo>
                      <a:pt x="213" y="161"/>
                    </a:lnTo>
                    <a:lnTo>
                      <a:pt x="213" y="161"/>
                    </a:lnTo>
                    <a:lnTo>
                      <a:pt x="213" y="161"/>
                    </a:lnTo>
                    <a:lnTo>
                      <a:pt x="211" y="161"/>
                    </a:lnTo>
                    <a:lnTo>
                      <a:pt x="211" y="163"/>
                    </a:lnTo>
                    <a:lnTo>
                      <a:pt x="211" y="163"/>
                    </a:lnTo>
                    <a:lnTo>
                      <a:pt x="211" y="163"/>
                    </a:lnTo>
                    <a:lnTo>
                      <a:pt x="211" y="165"/>
                    </a:lnTo>
                    <a:lnTo>
                      <a:pt x="211" y="165"/>
                    </a:lnTo>
                    <a:lnTo>
                      <a:pt x="211" y="168"/>
                    </a:lnTo>
                    <a:lnTo>
                      <a:pt x="211" y="168"/>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5" name="Freeform 143"/>
              <p:cNvSpPr>
                <a:spLocks/>
              </p:cNvSpPr>
              <p:nvPr/>
            </p:nvSpPr>
            <p:spPr bwMode="auto">
              <a:xfrm>
                <a:off x="1581" y="1907"/>
                <a:ext cx="93" cy="107"/>
              </a:xfrm>
              <a:custGeom>
                <a:avLst/>
                <a:gdLst/>
                <a:ahLst/>
                <a:cxnLst>
                  <a:cxn ang="0">
                    <a:pos x="22" y="19"/>
                  </a:cxn>
                  <a:cxn ang="0">
                    <a:pos x="26" y="21"/>
                  </a:cxn>
                  <a:cxn ang="0">
                    <a:pos x="31" y="26"/>
                  </a:cxn>
                  <a:cxn ang="0">
                    <a:pos x="36" y="26"/>
                  </a:cxn>
                  <a:cxn ang="0">
                    <a:pos x="43" y="24"/>
                  </a:cxn>
                  <a:cxn ang="0">
                    <a:pos x="48" y="21"/>
                  </a:cxn>
                  <a:cxn ang="0">
                    <a:pos x="52" y="19"/>
                  </a:cxn>
                  <a:cxn ang="0">
                    <a:pos x="57" y="17"/>
                  </a:cxn>
                  <a:cxn ang="0">
                    <a:pos x="62" y="12"/>
                  </a:cxn>
                  <a:cxn ang="0">
                    <a:pos x="67" y="10"/>
                  </a:cxn>
                  <a:cxn ang="0">
                    <a:pos x="71" y="7"/>
                  </a:cxn>
                  <a:cxn ang="0">
                    <a:pos x="76" y="5"/>
                  </a:cxn>
                  <a:cxn ang="0">
                    <a:pos x="81" y="2"/>
                  </a:cxn>
                  <a:cxn ang="0">
                    <a:pos x="83" y="2"/>
                  </a:cxn>
                  <a:cxn ang="0">
                    <a:pos x="85" y="10"/>
                  </a:cxn>
                  <a:cxn ang="0">
                    <a:pos x="88" y="14"/>
                  </a:cxn>
                  <a:cxn ang="0">
                    <a:pos x="90" y="21"/>
                  </a:cxn>
                  <a:cxn ang="0">
                    <a:pos x="93" y="26"/>
                  </a:cxn>
                  <a:cxn ang="0">
                    <a:pos x="90" y="31"/>
                  </a:cxn>
                  <a:cxn ang="0">
                    <a:pos x="85" y="36"/>
                  </a:cxn>
                  <a:cxn ang="0">
                    <a:pos x="81" y="38"/>
                  </a:cxn>
                  <a:cxn ang="0">
                    <a:pos x="74" y="38"/>
                  </a:cxn>
                  <a:cxn ang="0">
                    <a:pos x="69" y="40"/>
                  </a:cxn>
                  <a:cxn ang="0">
                    <a:pos x="62" y="43"/>
                  </a:cxn>
                  <a:cxn ang="0">
                    <a:pos x="57" y="43"/>
                  </a:cxn>
                  <a:cxn ang="0">
                    <a:pos x="52" y="45"/>
                  </a:cxn>
                  <a:cxn ang="0">
                    <a:pos x="45" y="48"/>
                  </a:cxn>
                  <a:cxn ang="0">
                    <a:pos x="45" y="50"/>
                  </a:cxn>
                  <a:cxn ang="0">
                    <a:pos x="48" y="55"/>
                  </a:cxn>
                  <a:cxn ang="0">
                    <a:pos x="52" y="59"/>
                  </a:cxn>
                  <a:cxn ang="0">
                    <a:pos x="55" y="64"/>
                  </a:cxn>
                  <a:cxn ang="0">
                    <a:pos x="59" y="69"/>
                  </a:cxn>
                  <a:cxn ang="0">
                    <a:pos x="62" y="71"/>
                  </a:cxn>
                  <a:cxn ang="0">
                    <a:pos x="59" y="76"/>
                  </a:cxn>
                  <a:cxn ang="0">
                    <a:pos x="57" y="81"/>
                  </a:cxn>
                  <a:cxn ang="0">
                    <a:pos x="55" y="85"/>
                  </a:cxn>
                  <a:cxn ang="0">
                    <a:pos x="48" y="88"/>
                  </a:cxn>
                  <a:cxn ang="0">
                    <a:pos x="43" y="88"/>
                  </a:cxn>
                  <a:cxn ang="0">
                    <a:pos x="36" y="90"/>
                  </a:cxn>
                  <a:cxn ang="0">
                    <a:pos x="33" y="95"/>
                  </a:cxn>
                  <a:cxn ang="0">
                    <a:pos x="31" y="100"/>
                  </a:cxn>
                  <a:cxn ang="0">
                    <a:pos x="26" y="104"/>
                  </a:cxn>
                  <a:cxn ang="0">
                    <a:pos x="22" y="107"/>
                  </a:cxn>
                  <a:cxn ang="0">
                    <a:pos x="14" y="104"/>
                  </a:cxn>
                  <a:cxn ang="0">
                    <a:pos x="10" y="104"/>
                  </a:cxn>
                  <a:cxn ang="0">
                    <a:pos x="3" y="102"/>
                  </a:cxn>
                  <a:cxn ang="0">
                    <a:pos x="0" y="100"/>
                  </a:cxn>
                  <a:cxn ang="0">
                    <a:pos x="0" y="93"/>
                  </a:cxn>
                  <a:cxn ang="0">
                    <a:pos x="3" y="85"/>
                  </a:cxn>
                  <a:cxn ang="0">
                    <a:pos x="3" y="78"/>
                  </a:cxn>
                  <a:cxn ang="0">
                    <a:pos x="5" y="74"/>
                  </a:cxn>
                  <a:cxn ang="0">
                    <a:pos x="7" y="66"/>
                  </a:cxn>
                  <a:cxn ang="0">
                    <a:pos x="10" y="62"/>
                  </a:cxn>
                  <a:cxn ang="0">
                    <a:pos x="10" y="55"/>
                  </a:cxn>
                  <a:cxn ang="0">
                    <a:pos x="10" y="48"/>
                  </a:cxn>
                  <a:cxn ang="0">
                    <a:pos x="10" y="43"/>
                  </a:cxn>
                  <a:cxn ang="0">
                    <a:pos x="12" y="36"/>
                  </a:cxn>
                  <a:cxn ang="0">
                    <a:pos x="12" y="29"/>
                  </a:cxn>
                  <a:cxn ang="0">
                    <a:pos x="12" y="21"/>
                  </a:cxn>
                  <a:cxn ang="0">
                    <a:pos x="17" y="17"/>
                  </a:cxn>
                </a:cxnLst>
                <a:rect l="0" t="0" r="r" b="b"/>
                <a:pathLst>
                  <a:path w="93" h="107">
                    <a:moveTo>
                      <a:pt x="19" y="17"/>
                    </a:moveTo>
                    <a:lnTo>
                      <a:pt x="19" y="17"/>
                    </a:lnTo>
                    <a:lnTo>
                      <a:pt x="19" y="17"/>
                    </a:lnTo>
                    <a:lnTo>
                      <a:pt x="19" y="17"/>
                    </a:lnTo>
                    <a:lnTo>
                      <a:pt x="22" y="17"/>
                    </a:lnTo>
                    <a:lnTo>
                      <a:pt x="22" y="19"/>
                    </a:lnTo>
                    <a:lnTo>
                      <a:pt x="22" y="19"/>
                    </a:lnTo>
                    <a:lnTo>
                      <a:pt x="22" y="19"/>
                    </a:lnTo>
                    <a:lnTo>
                      <a:pt x="22" y="19"/>
                    </a:lnTo>
                    <a:lnTo>
                      <a:pt x="22" y="21"/>
                    </a:lnTo>
                    <a:lnTo>
                      <a:pt x="24" y="21"/>
                    </a:lnTo>
                    <a:lnTo>
                      <a:pt x="24" y="21"/>
                    </a:lnTo>
                    <a:lnTo>
                      <a:pt x="24" y="21"/>
                    </a:lnTo>
                    <a:lnTo>
                      <a:pt x="26" y="21"/>
                    </a:lnTo>
                    <a:lnTo>
                      <a:pt x="26" y="21"/>
                    </a:lnTo>
                    <a:lnTo>
                      <a:pt x="26" y="21"/>
                    </a:lnTo>
                    <a:lnTo>
                      <a:pt x="26" y="21"/>
                    </a:lnTo>
                    <a:lnTo>
                      <a:pt x="29" y="21"/>
                    </a:lnTo>
                    <a:lnTo>
                      <a:pt x="29" y="24"/>
                    </a:lnTo>
                    <a:lnTo>
                      <a:pt x="29" y="24"/>
                    </a:lnTo>
                    <a:lnTo>
                      <a:pt x="29" y="24"/>
                    </a:lnTo>
                    <a:lnTo>
                      <a:pt x="29" y="24"/>
                    </a:lnTo>
                    <a:lnTo>
                      <a:pt x="29" y="26"/>
                    </a:lnTo>
                    <a:lnTo>
                      <a:pt x="31" y="26"/>
                    </a:lnTo>
                    <a:lnTo>
                      <a:pt x="31" y="26"/>
                    </a:lnTo>
                    <a:lnTo>
                      <a:pt x="33" y="26"/>
                    </a:lnTo>
                    <a:lnTo>
                      <a:pt x="33" y="26"/>
                    </a:lnTo>
                    <a:lnTo>
                      <a:pt x="33" y="26"/>
                    </a:lnTo>
                    <a:lnTo>
                      <a:pt x="33" y="26"/>
                    </a:lnTo>
                    <a:lnTo>
                      <a:pt x="36" y="26"/>
                    </a:lnTo>
                    <a:lnTo>
                      <a:pt x="36" y="26"/>
                    </a:lnTo>
                    <a:lnTo>
                      <a:pt x="36" y="26"/>
                    </a:lnTo>
                    <a:lnTo>
                      <a:pt x="38" y="26"/>
                    </a:lnTo>
                    <a:lnTo>
                      <a:pt x="38" y="26"/>
                    </a:lnTo>
                    <a:lnTo>
                      <a:pt x="41" y="26"/>
                    </a:lnTo>
                    <a:lnTo>
                      <a:pt x="41" y="26"/>
                    </a:lnTo>
                    <a:lnTo>
                      <a:pt x="41" y="26"/>
                    </a:lnTo>
                    <a:lnTo>
                      <a:pt x="41" y="26"/>
                    </a:lnTo>
                    <a:lnTo>
                      <a:pt x="43" y="26"/>
                    </a:lnTo>
                    <a:lnTo>
                      <a:pt x="43" y="24"/>
                    </a:lnTo>
                    <a:lnTo>
                      <a:pt x="43" y="24"/>
                    </a:lnTo>
                    <a:lnTo>
                      <a:pt x="43" y="24"/>
                    </a:lnTo>
                    <a:lnTo>
                      <a:pt x="43" y="24"/>
                    </a:lnTo>
                    <a:lnTo>
                      <a:pt x="45" y="24"/>
                    </a:lnTo>
                    <a:lnTo>
                      <a:pt x="45" y="24"/>
                    </a:lnTo>
                    <a:lnTo>
                      <a:pt x="45" y="21"/>
                    </a:lnTo>
                    <a:lnTo>
                      <a:pt x="48" y="21"/>
                    </a:lnTo>
                    <a:lnTo>
                      <a:pt x="48" y="21"/>
                    </a:lnTo>
                    <a:lnTo>
                      <a:pt x="48" y="21"/>
                    </a:lnTo>
                    <a:lnTo>
                      <a:pt x="48" y="21"/>
                    </a:lnTo>
                    <a:lnTo>
                      <a:pt x="50" y="21"/>
                    </a:lnTo>
                    <a:lnTo>
                      <a:pt x="50" y="21"/>
                    </a:lnTo>
                    <a:lnTo>
                      <a:pt x="50" y="21"/>
                    </a:lnTo>
                    <a:lnTo>
                      <a:pt x="50" y="19"/>
                    </a:lnTo>
                    <a:lnTo>
                      <a:pt x="52" y="19"/>
                    </a:lnTo>
                    <a:lnTo>
                      <a:pt x="52" y="19"/>
                    </a:lnTo>
                    <a:lnTo>
                      <a:pt x="52" y="19"/>
                    </a:lnTo>
                    <a:lnTo>
                      <a:pt x="52" y="19"/>
                    </a:lnTo>
                    <a:lnTo>
                      <a:pt x="55" y="19"/>
                    </a:lnTo>
                    <a:lnTo>
                      <a:pt x="55" y="17"/>
                    </a:lnTo>
                    <a:lnTo>
                      <a:pt x="55" y="17"/>
                    </a:lnTo>
                    <a:lnTo>
                      <a:pt x="55" y="17"/>
                    </a:lnTo>
                    <a:lnTo>
                      <a:pt x="55" y="17"/>
                    </a:lnTo>
                    <a:lnTo>
                      <a:pt x="57" y="17"/>
                    </a:lnTo>
                    <a:lnTo>
                      <a:pt x="57" y="17"/>
                    </a:lnTo>
                    <a:lnTo>
                      <a:pt x="57" y="14"/>
                    </a:lnTo>
                    <a:lnTo>
                      <a:pt x="59" y="14"/>
                    </a:lnTo>
                    <a:lnTo>
                      <a:pt x="59" y="14"/>
                    </a:lnTo>
                    <a:lnTo>
                      <a:pt x="59" y="14"/>
                    </a:lnTo>
                    <a:lnTo>
                      <a:pt x="59" y="14"/>
                    </a:lnTo>
                    <a:lnTo>
                      <a:pt x="62" y="14"/>
                    </a:lnTo>
                    <a:lnTo>
                      <a:pt x="62" y="12"/>
                    </a:lnTo>
                    <a:lnTo>
                      <a:pt x="62" y="12"/>
                    </a:lnTo>
                    <a:lnTo>
                      <a:pt x="62" y="12"/>
                    </a:lnTo>
                    <a:lnTo>
                      <a:pt x="62" y="12"/>
                    </a:lnTo>
                    <a:lnTo>
                      <a:pt x="64" y="12"/>
                    </a:lnTo>
                    <a:lnTo>
                      <a:pt x="64" y="12"/>
                    </a:lnTo>
                    <a:lnTo>
                      <a:pt x="64" y="12"/>
                    </a:lnTo>
                    <a:lnTo>
                      <a:pt x="67" y="12"/>
                    </a:lnTo>
                    <a:lnTo>
                      <a:pt x="67" y="10"/>
                    </a:lnTo>
                    <a:lnTo>
                      <a:pt x="67" y="10"/>
                    </a:lnTo>
                    <a:lnTo>
                      <a:pt x="67" y="10"/>
                    </a:lnTo>
                    <a:lnTo>
                      <a:pt x="67" y="10"/>
                    </a:lnTo>
                    <a:lnTo>
                      <a:pt x="69" y="10"/>
                    </a:lnTo>
                    <a:lnTo>
                      <a:pt x="69" y="10"/>
                    </a:lnTo>
                    <a:lnTo>
                      <a:pt x="69" y="7"/>
                    </a:lnTo>
                    <a:lnTo>
                      <a:pt x="69" y="7"/>
                    </a:lnTo>
                    <a:lnTo>
                      <a:pt x="71" y="7"/>
                    </a:lnTo>
                    <a:lnTo>
                      <a:pt x="71" y="7"/>
                    </a:lnTo>
                    <a:lnTo>
                      <a:pt x="71" y="7"/>
                    </a:lnTo>
                    <a:lnTo>
                      <a:pt x="74" y="7"/>
                    </a:lnTo>
                    <a:lnTo>
                      <a:pt x="74" y="5"/>
                    </a:lnTo>
                    <a:lnTo>
                      <a:pt x="74" y="5"/>
                    </a:lnTo>
                    <a:lnTo>
                      <a:pt x="74" y="5"/>
                    </a:lnTo>
                    <a:lnTo>
                      <a:pt x="74" y="5"/>
                    </a:lnTo>
                    <a:lnTo>
                      <a:pt x="76" y="5"/>
                    </a:lnTo>
                    <a:lnTo>
                      <a:pt x="76" y="5"/>
                    </a:lnTo>
                    <a:lnTo>
                      <a:pt x="76" y="2"/>
                    </a:lnTo>
                    <a:lnTo>
                      <a:pt x="76" y="2"/>
                    </a:lnTo>
                    <a:lnTo>
                      <a:pt x="78" y="2"/>
                    </a:lnTo>
                    <a:lnTo>
                      <a:pt x="78" y="2"/>
                    </a:lnTo>
                    <a:lnTo>
                      <a:pt x="78" y="2"/>
                    </a:lnTo>
                    <a:lnTo>
                      <a:pt x="81" y="2"/>
                    </a:lnTo>
                    <a:lnTo>
                      <a:pt x="81" y="2"/>
                    </a:lnTo>
                    <a:lnTo>
                      <a:pt x="81" y="2"/>
                    </a:lnTo>
                    <a:lnTo>
                      <a:pt x="81" y="0"/>
                    </a:lnTo>
                    <a:lnTo>
                      <a:pt x="81" y="0"/>
                    </a:lnTo>
                    <a:lnTo>
                      <a:pt x="83" y="0"/>
                    </a:lnTo>
                    <a:lnTo>
                      <a:pt x="83" y="2"/>
                    </a:lnTo>
                    <a:lnTo>
                      <a:pt x="83" y="2"/>
                    </a:lnTo>
                    <a:lnTo>
                      <a:pt x="83" y="2"/>
                    </a:lnTo>
                    <a:lnTo>
                      <a:pt x="83" y="2"/>
                    </a:lnTo>
                    <a:lnTo>
                      <a:pt x="83" y="5"/>
                    </a:lnTo>
                    <a:lnTo>
                      <a:pt x="83" y="5"/>
                    </a:lnTo>
                    <a:lnTo>
                      <a:pt x="85" y="5"/>
                    </a:lnTo>
                    <a:lnTo>
                      <a:pt x="85" y="7"/>
                    </a:lnTo>
                    <a:lnTo>
                      <a:pt x="85" y="7"/>
                    </a:lnTo>
                    <a:lnTo>
                      <a:pt x="85" y="7"/>
                    </a:lnTo>
                    <a:lnTo>
                      <a:pt x="85" y="10"/>
                    </a:lnTo>
                    <a:lnTo>
                      <a:pt x="85" y="10"/>
                    </a:lnTo>
                    <a:lnTo>
                      <a:pt x="85" y="10"/>
                    </a:lnTo>
                    <a:lnTo>
                      <a:pt x="85" y="12"/>
                    </a:lnTo>
                    <a:lnTo>
                      <a:pt x="85" y="12"/>
                    </a:lnTo>
                    <a:lnTo>
                      <a:pt x="85" y="12"/>
                    </a:lnTo>
                    <a:lnTo>
                      <a:pt x="88" y="12"/>
                    </a:lnTo>
                    <a:lnTo>
                      <a:pt x="88" y="14"/>
                    </a:lnTo>
                    <a:lnTo>
                      <a:pt x="88" y="14"/>
                    </a:lnTo>
                    <a:lnTo>
                      <a:pt x="88" y="14"/>
                    </a:lnTo>
                    <a:lnTo>
                      <a:pt x="88" y="17"/>
                    </a:lnTo>
                    <a:lnTo>
                      <a:pt x="88" y="17"/>
                    </a:lnTo>
                    <a:lnTo>
                      <a:pt x="88" y="17"/>
                    </a:lnTo>
                    <a:lnTo>
                      <a:pt x="88" y="19"/>
                    </a:lnTo>
                    <a:lnTo>
                      <a:pt x="88" y="19"/>
                    </a:lnTo>
                    <a:lnTo>
                      <a:pt x="90" y="19"/>
                    </a:lnTo>
                    <a:lnTo>
                      <a:pt x="90" y="21"/>
                    </a:lnTo>
                    <a:lnTo>
                      <a:pt x="90" y="21"/>
                    </a:lnTo>
                    <a:lnTo>
                      <a:pt x="90" y="21"/>
                    </a:lnTo>
                    <a:lnTo>
                      <a:pt x="90" y="21"/>
                    </a:lnTo>
                    <a:lnTo>
                      <a:pt x="90" y="24"/>
                    </a:lnTo>
                    <a:lnTo>
                      <a:pt x="90" y="24"/>
                    </a:lnTo>
                    <a:lnTo>
                      <a:pt x="93" y="24"/>
                    </a:lnTo>
                    <a:lnTo>
                      <a:pt x="93" y="26"/>
                    </a:lnTo>
                    <a:lnTo>
                      <a:pt x="93" y="26"/>
                    </a:lnTo>
                    <a:lnTo>
                      <a:pt x="93" y="26"/>
                    </a:lnTo>
                    <a:lnTo>
                      <a:pt x="93" y="29"/>
                    </a:lnTo>
                    <a:lnTo>
                      <a:pt x="93" y="29"/>
                    </a:lnTo>
                    <a:lnTo>
                      <a:pt x="93" y="31"/>
                    </a:lnTo>
                    <a:lnTo>
                      <a:pt x="93" y="31"/>
                    </a:lnTo>
                    <a:lnTo>
                      <a:pt x="93" y="31"/>
                    </a:lnTo>
                    <a:lnTo>
                      <a:pt x="90" y="31"/>
                    </a:lnTo>
                    <a:lnTo>
                      <a:pt x="90" y="31"/>
                    </a:lnTo>
                    <a:lnTo>
                      <a:pt x="90" y="31"/>
                    </a:lnTo>
                    <a:lnTo>
                      <a:pt x="90" y="33"/>
                    </a:lnTo>
                    <a:lnTo>
                      <a:pt x="88" y="33"/>
                    </a:lnTo>
                    <a:lnTo>
                      <a:pt x="88" y="33"/>
                    </a:lnTo>
                    <a:lnTo>
                      <a:pt x="88" y="33"/>
                    </a:lnTo>
                    <a:lnTo>
                      <a:pt x="88" y="33"/>
                    </a:lnTo>
                    <a:lnTo>
                      <a:pt x="88" y="36"/>
                    </a:lnTo>
                    <a:lnTo>
                      <a:pt x="85" y="36"/>
                    </a:lnTo>
                    <a:lnTo>
                      <a:pt x="85" y="36"/>
                    </a:lnTo>
                    <a:lnTo>
                      <a:pt x="85" y="36"/>
                    </a:lnTo>
                    <a:lnTo>
                      <a:pt x="85" y="36"/>
                    </a:lnTo>
                    <a:lnTo>
                      <a:pt x="83" y="36"/>
                    </a:lnTo>
                    <a:lnTo>
                      <a:pt x="83" y="36"/>
                    </a:lnTo>
                    <a:lnTo>
                      <a:pt x="81" y="36"/>
                    </a:lnTo>
                    <a:lnTo>
                      <a:pt x="81" y="36"/>
                    </a:lnTo>
                    <a:lnTo>
                      <a:pt x="81" y="38"/>
                    </a:lnTo>
                    <a:lnTo>
                      <a:pt x="81" y="38"/>
                    </a:lnTo>
                    <a:lnTo>
                      <a:pt x="78" y="38"/>
                    </a:lnTo>
                    <a:lnTo>
                      <a:pt x="78" y="38"/>
                    </a:lnTo>
                    <a:lnTo>
                      <a:pt x="76" y="38"/>
                    </a:lnTo>
                    <a:lnTo>
                      <a:pt x="76" y="38"/>
                    </a:lnTo>
                    <a:lnTo>
                      <a:pt x="76" y="38"/>
                    </a:lnTo>
                    <a:lnTo>
                      <a:pt x="76" y="38"/>
                    </a:lnTo>
                    <a:lnTo>
                      <a:pt x="74" y="38"/>
                    </a:lnTo>
                    <a:lnTo>
                      <a:pt x="74" y="38"/>
                    </a:lnTo>
                    <a:lnTo>
                      <a:pt x="74" y="40"/>
                    </a:lnTo>
                    <a:lnTo>
                      <a:pt x="74" y="40"/>
                    </a:lnTo>
                    <a:lnTo>
                      <a:pt x="71" y="40"/>
                    </a:lnTo>
                    <a:lnTo>
                      <a:pt x="71" y="40"/>
                    </a:lnTo>
                    <a:lnTo>
                      <a:pt x="71" y="40"/>
                    </a:lnTo>
                    <a:lnTo>
                      <a:pt x="69" y="40"/>
                    </a:lnTo>
                    <a:lnTo>
                      <a:pt x="69" y="40"/>
                    </a:lnTo>
                    <a:lnTo>
                      <a:pt x="69" y="40"/>
                    </a:lnTo>
                    <a:lnTo>
                      <a:pt x="67" y="40"/>
                    </a:lnTo>
                    <a:lnTo>
                      <a:pt x="67" y="40"/>
                    </a:lnTo>
                    <a:lnTo>
                      <a:pt x="67" y="40"/>
                    </a:lnTo>
                    <a:lnTo>
                      <a:pt x="67" y="40"/>
                    </a:lnTo>
                    <a:lnTo>
                      <a:pt x="64" y="40"/>
                    </a:lnTo>
                    <a:lnTo>
                      <a:pt x="64" y="40"/>
                    </a:lnTo>
                    <a:lnTo>
                      <a:pt x="64" y="43"/>
                    </a:lnTo>
                    <a:lnTo>
                      <a:pt x="62" y="43"/>
                    </a:lnTo>
                    <a:lnTo>
                      <a:pt x="62" y="43"/>
                    </a:lnTo>
                    <a:lnTo>
                      <a:pt x="62" y="43"/>
                    </a:lnTo>
                    <a:lnTo>
                      <a:pt x="59" y="43"/>
                    </a:lnTo>
                    <a:lnTo>
                      <a:pt x="59" y="43"/>
                    </a:lnTo>
                    <a:lnTo>
                      <a:pt x="59" y="43"/>
                    </a:lnTo>
                    <a:lnTo>
                      <a:pt x="59" y="43"/>
                    </a:lnTo>
                    <a:lnTo>
                      <a:pt x="57" y="43"/>
                    </a:lnTo>
                    <a:lnTo>
                      <a:pt x="57" y="43"/>
                    </a:lnTo>
                    <a:lnTo>
                      <a:pt x="57" y="45"/>
                    </a:lnTo>
                    <a:lnTo>
                      <a:pt x="55" y="45"/>
                    </a:lnTo>
                    <a:lnTo>
                      <a:pt x="55" y="45"/>
                    </a:lnTo>
                    <a:lnTo>
                      <a:pt x="55" y="45"/>
                    </a:lnTo>
                    <a:lnTo>
                      <a:pt x="52" y="45"/>
                    </a:lnTo>
                    <a:lnTo>
                      <a:pt x="52" y="45"/>
                    </a:lnTo>
                    <a:lnTo>
                      <a:pt x="52" y="45"/>
                    </a:lnTo>
                    <a:lnTo>
                      <a:pt x="52" y="45"/>
                    </a:lnTo>
                    <a:lnTo>
                      <a:pt x="50" y="45"/>
                    </a:lnTo>
                    <a:lnTo>
                      <a:pt x="50" y="45"/>
                    </a:lnTo>
                    <a:lnTo>
                      <a:pt x="50" y="48"/>
                    </a:lnTo>
                    <a:lnTo>
                      <a:pt x="48" y="48"/>
                    </a:lnTo>
                    <a:lnTo>
                      <a:pt x="48" y="48"/>
                    </a:lnTo>
                    <a:lnTo>
                      <a:pt x="48" y="48"/>
                    </a:lnTo>
                    <a:lnTo>
                      <a:pt x="45" y="48"/>
                    </a:lnTo>
                    <a:lnTo>
                      <a:pt x="45" y="48"/>
                    </a:lnTo>
                    <a:lnTo>
                      <a:pt x="45" y="48"/>
                    </a:lnTo>
                    <a:lnTo>
                      <a:pt x="43" y="48"/>
                    </a:lnTo>
                    <a:lnTo>
                      <a:pt x="43" y="48"/>
                    </a:lnTo>
                    <a:lnTo>
                      <a:pt x="43" y="50"/>
                    </a:lnTo>
                    <a:lnTo>
                      <a:pt x="43" y="50"/>
                    </a:lnTo>
                    <a:lnTo>
                      <a:pt x="43" y="50"/>
                    </a:lnTo>
                    <a:lnTo>
                      <a:pt x="45" y="50"/>
                    </a:lnTo>
                    <a:lnTo>
                      <a:pt x="45" y="50"/>
                    </a:lnTo>
                    <a:lnTo>
                      <a:pt x="45" y="50"/>
                    </a:lnTo>
                    <a:lnTo>
                      <a:pt x="45" y="52"/>
                    </a:lnTo>
                    <a:lnTo>
                      <a:pt x="48" y="52"/>
                    </a:lnTo>
                    <a:lnTo>
                      <a:pt x="48" y="52"/>
                    </a:lnTo>
                    <a:lnTo>
                      <a:pt x="48" y="52"/>
                    </a:lnTo>
                    <a:lnTo>
                      <a:pt x="48" y="55"/>
                    </a:lnTo>
                    <a:lnTo>
                      <a:pt x="48" y="55"/>
                    </a:lnTo>
                    <a:lnTo>
                      <a:pt x="48" y="55"/>
                    </a:lnTo>
                    <a:lnTo>
                      <a:pt x="50" y="55"/>
                    </a:lnTo>
                    <a:lnTo>
                      <a:pt x="50" y="57"/>
                    </a:lnTo>
                    <a:lnTo>
                      <a:pt x="50" y="57"/>
                    </a:lnTo>
                    <a:lnTo>
                      <a:pt x="50" y="57"/>
                    </a:lnTo>
                    <a:lnTo>
                      <a:pt x="52" y="57"/>
                    </a:lnTo>
                    <a:lnTo>
                      <a:pt x="52" y="59"/>
                    </a:lnTo>
                    <a:lnTo>
                      <a:pt x="52" y="59"/>
                    </a:lnTo>
                    <a:lnTo>
                      <a:pt x="52" y="59"/>
                    </a:lnTo>
                    <a:lnTo>
                      <a:pt x="52" y="59"/>
                    </a:lnTo>
                    <a:lnTo>
                      <a:pt x="52" y="62"/>
                    </a:lnTo>
                    <a:lnTo>
                      <a:pt x="55" y="62"/>
                    </a:lnTo>
                    <a:lnTo>
                      <a:pt x="55" y="62"/>
                    </a:lnTo>
                    <a:lnTo>
                      <a:pt x="55" y="62"/>
                    </a:lnTo>
                    <a:lnTo>
                      <a:pt x="55" y="62"/>
                    </a:lnTo>
                    <a:lnTo>
                      <a:pt x="55" y="62"/>
                    </a:lnTo>
                    <a:lnTo>
                      <a:pt x="55" y="64"/>
                    </a:lnTo>
                    <a:lnTo>
                      <a:pt x="57" y="64"/>
                    </a:lnTo>
                    <a:lnTo>
                      <a:pt x="57" y="64"/>
                    </a:lnTo>
                    <a:lnTo>
                      <a:pt x="57" y="64"/>
                    </a:lnTo>
                    <a:lnTo>
                      <a:pt x="57" y="66"/>
                    </a:lnTo>
                    <a:lnTo>
                      <a:pt x="59" y="66"/>
                    </a:lnTo>
                    <a:lnTo>
                      <a:pt x="59" y="66"/>
                    </a:lnTo>
                    <a:lnTo>
                      <a:pt x="59" y="66"/>
                    </a:lnTo>
                    <a:lnTo>
                      <a:pt x="59" y="69"/>
                    </a:lnTo>
                    <a:lnTo>
                      <a:pt x="59" y="69"/>
                    </a:lnTo>
                    <a:lnTo>
                      <a:pt x="59" y="69"/>
                    </a:lnTo>
                    <a:lnTo>
                      <a:pt x="62" y="69"/>
                    </a:lnTo>
                    <a:lnTo>
                      <a:pt x="62" y="71"/>
                    </a:lnTo>
                    <a:lnTo>
                      <a:pt x="62" y="71"/>
                    </a:lnTo>
                    <a:lnTo>
                      <a:pt x="62" y="71"/>
                    </a:lnTo>
                    <a:lnTo>
                      <a:pt x="62" y="71"/>
                    </a:lnTo>
                    <a:lnTo>
                      <a:pt x="62" y="71"/>
                    </a:lnTo>
                    <a:lnTo>
                      <a:pt x="64" y="71"/>
                    </a:lnTo>
                    <a:lnTo>
                      <a:pt x="64" y="74"/>
                    </a:lnTo>
                    <a:lnTo>
                      <a:pt x="64" y="74"/>
                    </a:lnTo>
                    <a:lnTo>
                      <a:pt x="62" y="74"/>
                    </a:lnTo>
                    <a:lnTo>
                      <a:pt x="62" y="74"/>
                    </a:lnTo>
                    <a:lnTo>
                      <a:pt x="62" y="76"/>
                    </a:lnTo>
                    <a:lnTo>
                      <a:pt x="62" y="76"/>
                    </a:lnTo>
                    <a:lnTo>
                      <a:pt x="59" y="76"/>
                    </a:lnTo>
                    <a:lnTo>
                      <a:pt x="59" y="76"/>
                    </a:lnTo>
                    <a:lnTo>
                      <a:pt x="59" y="76"/>
                    </a:lnTo>
                    <a:lnTo>
                      <a:pt x="59" y="76"/>
                    </a:lnTo>
                    <a:lnTo>
                      <a:pt x="59" y="78"/>
                    </a:lnTo>
                    <a:lnTo>
                      <a:pt x="57" y="78"/>
                    </a:lnTo>
                    <a:lnTo>
                      <a:pt x="57" y="78"/>
                    </a:lnTo>
                    <a:lnTo>
                      <a:pt x="57" y="78"/>
                    </a:lnTo>
                    <a:lnTo>
                      <a:pt x="57" y="81"/>
                    </a:lnTo>
                    <a:lnTo>
                      <a:pt x="57" y="81"/>
                    </a:lnTo>
                    <a:lnTo>
                      <a:pt x="55" y="81"/>
                    </a:lnTo>
                    <a:lnTo>
                      <a:pt x="55" y="81"/>
                    </a:lnTo>
                    <a:lnTo>
                      <a:pt x="55" y="83"/>
                    </a:lnTo>
                    <a:lnTo>
                      <a:pt x="55" y="83"/>
                    </a:lnTo>
                    <a:lnTo>
                      <a:pt x="55" y="83"/>
                    </a:lnTo>
                    <a:lnTo>
                      <a:pt x="55" y="85"/>
                    </a:lnTo>
                    <a:lnTo>
                      <a:pt x="55" y="85"/>
                    </a:lnTo>
                    <a:lnTo>
                      <a:pt x="55" y="85"/>
                    </a:lnTo>
                    <a:lnTo>
                      <a:pt x="52" y="85"/>
                    </a:lnTo>
                    <a:lnTo>
                      <a:pt x="52" y="85"/>
                    </a:lnTo>
                    <a:lnTo>
                      <a:pt x="52" y="85"/>
                    </a:lnTo>
                    <a:lnTo>
                      <a:pt x="52" y="88"/>
                    </a:lnTo>
                    <a:lnTo>
                      <a:pt x="50" y="88"/>
                    </a:lnTo>
                    <a:lnTo>
                      <a:pt x="50" y="88"/>
                    </a:lnTo>
                    <a:lnTo>
                      <a:pt x="48" y="88"/>
                    </a:lnTo>
                    <a:lnTo>
                      <a:pt x="48" y="88"/>
                    </a:lnTo>
                    <a:lnTo>
                      <a:pt x="48" y="88"/>
                    </a:lnTo>
                    <a:lnTo>
                      <a:pt x="48" y="88"/>
                    </a:lnTo>
                    <a:lnTo>
                      <a:pt x="45" y="88"/>
                    </a:lnTo>
                    <a:lnTo>
                      <a:pt x="45" y="88"/>
                    </a:lnTo>
                    <a:lnTo>
                      <a:pt x="43" y="88"/>
                    </a:lnTo>
                    <a:lnTo>
                      <a:pt x="43" y="88"/>
                    </a:lnTo>
                    <a:lnTo>
                      <a:pt x="43" y="88"/>
                    </a:lnTo>
                    <a:lnTo>
                      <a:pt x="41" y="88"/>
                    </a:lnTo>
                    <a:lnTo>
                      <a:pt x="41" y="90"/>
                    </a:lnTo>
                    <a:lnTo>
                      <a:pt x="41" y="90"/>
                    </a:lnTo>
                    <a:lnTo>
                      <a:pt x="41" y="90"/>
                    </a:lnTo>
                    <a:lnTo>
                      <a:pt x="38" y="90"/>
                    </a:lnTo>
                    <a:lnTo>
                      <a:pt x="38" y="90"/>
                    </a:lnTo>
                    <a:lnTo>
                      <a:pt x="38" y="90"/>
                    </a:lnTo>
                    <a:lnTo>
                      <a:pt x="36" y="90"/>
                    </a:lnTo>
                    <a:lnTo>
                      <a:pt x="36" y="90"/>
                    </a:lnTo>
                    <a:lnTo>
                      <a:pt x="36" y="90"/>
                    </a:lnTo>
                    <a:lnTo>
                      <a:pt x="36" y="93"/>
                    </a:lnTo>
                    <a:lnTo>
                      <a:pt x="36" y="93"/>
                    </a:lnTo>
                    <a:lnTo>
                      <a:pt x="36" y="93"/>
                    </a:lnTo>
                    <a:lnTo>
                      <a:pt x="36" y="95"/>
                    </a:lnTo>
                    <a:lnTo>
                      <a:pt x="33" y="95"/>
                    </a:lnTo>
                    <a:lnTo>
                      <a:pt x="33" y="95"/>
                    </a:lnTo>
                    <a:lnTo>
                      <a:pt x="33" y="97"/>
                    </a:lnTo>
                    <a:lnTo>
                      <a:pt x="33" y="97"/>
                    </a:lnTo>
                    <a:lnTo>
                      <a:pt x="33" y="97"/>
                    </a:lnTo>
                    <a:lnTo>
                      <a:pt x="33" y="97"/>
                    </a:lnTo>
                    <a:lnTo>
                      <a:pt x="33" y="100"/>
                    </a:lnTo>
                    <a:lnTo>
                      <a:pt x="31" y="100"/>
                    </a:lnTo>
                    <a:lnTo>
                      <a:pt x="31" y="100"/>
                    </a:lnTo>
                    <a:lnTo>
                      <a:pt x="31" y="100"/>
                    </a:lnTo>
                    <a:lnTo>
                      <a:pt x="31" y="100"/>
                    </a:lnTo>
                    <a:lnTo>
                      <a:pt x="29" y="100"/>
                    </a:lnTo>
                    <a:lnTo>
                      <a:pt x="29" y="102"/>
                    </a:lnTo>
                    <a:lnTo>
                      <a:pt x="29" y="102"/>
                    </a:lnTo>
                    <a:lnTo>
                      <a:pt x="29" y="102"/>
                    </a:lnTo>
                    <a:lnTo>
                      <a:pt x="29" y="102"/>
                    </a:lnTo>
                    <a:lnTo>
                      <a:pt x="26" y="102"/>
                    </a:lnTo>
                    <a:lnTo>
                      <a:pt x="26" y="104"/>
                    </a:lnTo>
                    <a:lnTo>
                      <a:pt x="26" y="104"/>
                    </a:lnTo>
                    <a:lnTo>
                      <a:pt x="26" y="104"/>
                    </a:lnTo>
                    <a:lnTo>
                      <a:pt x="26" y="104"/>
                    </a:lnTo>
                    <a:lnTo>
                      <a:pt x="24" y="104"/>
                    </a:lnTo>
                    <a:lnTo>
                      <a:pt x="24" y="107"/>
                    </a:lnTo>
                    <a:lnTo>
                      <a:pt x="24" y="107"/>
                    </a:lnTo>
                    <a:lnTo>
                      <a:pt x="22" y="107"/>
                    </a:lnTo>
                    <a:lnTo>
                      <a:pt x="22" y="107"/>
                    </a:lnTo>
                    <a:lnTo>
                      <a:pt x="22" y="107"/>
                    </a:lnTo>
                    <a:lnTo>
                      <a:pt x="19" y="107"/>
                    </a:lnTo>
                    <a:lnTo>
                      <a:pt x="19" y="107"/>
                    </a:lnTo>
                    <a:lnTo>
                      <a:pt x="19" y="107"/>
                    </a:lnTo>
                    <a:lnTo>
                      <a:pt x="17" y="107"/>
                    </a:lnTo>
                    <a:lnTo>
                      <a:pt x="17" y="104"/>
                    </a:lnTo>
                    <a:lnTo>
                      <a:pt x="17" y="104"/>
                    </a:lnTo>
                    <a:lnTo>
                      <a:pt x="14" y="104"/>
                    </a:lnTo>
                    <a:lnTo>
                      <a:pt x="14" y="104"/>
                    </a:lnTo>
                    <a:lnTo>
                      <a:pt x="14" y="104"/>
                    </a:lnTo>
                    <a:lnTo>
                      <a:pt x="12" y="104"/>
                    </a:lnTo>
                    <a:lnTo>
                      <a:pt x="12" y="104"/>
                    </a:lnTo>
                    <a:lnTo>
                      <a:pt x="12" y="104"/>
                    </a:lnTo>
                    <a:lnTo>
                      <a:pt x="10" y="104"/>
                    </a:lnTo>
                    <a:lnTo>
                      <a:pt x="10" y="104"/>
                    </a:lnTo>
                    <a:lnTo>
                      <a:pt x="10" y="104"/>
                    </a:lnTo>
                    <a:lnTo>
                      <a:pt x="7" y="104"/>
                    </a:lnTo>
                    <a:lnTo>
                      <a:pt x="7" y="104"/>
                    </a:lnTo>
                    <a:lnTo>
                      <a:pt x="7" y="104"/>
                    </a:lnTo>
                    <a:lnTo>
                      <a:pt x="5" y="104"/>
                    </a:lnTo>
                    <a:lnTo>
                      <a:pt x="5" y="102"/>
                    </a:lnTo>
                    <a:lnTo>
                      <a:pt x="5" y="102"/>
                    </a:lnTo>
                    <a:lnTo>
                      <a:pt x="3" y="102"/>
                    </a:lnTo>
                    <a:lnTo>
                      <a:pt x="3" y="102"/>
                    </a:lnTo>
                    <a:lnTo>
                      <a:pt x="3" y="102"/>
                    </a:lnTo>
                    <a:lnTo>
                      <a:pt x="0" y="102"/>
                    </a:lnTo>
                    <a:lnTo>
                      <a:pt x="0" y="102"/>
                    </a:lnTo>
                    <a:lnTo>
                      <a:pt x="0" y="102"/>
                    </a:lnTo>
                    <a:lnTo>
                      <a:pt x="0" y="102"/>
                    </a:lnTo>
                    <a:lnTo>
                      <a:pt x="0" y="100"/>
                    </a:lnTo>
                    <a:lnTo>
                      <a:pt x="0" y="100"/>
                    </a:lnTo>
                    <a:lnTo>
                      <a:pt x="0" y="100"/>
                    </a:lnTo>
                    <a:lnTo>
                      <a:pt x="0" y="97"/>
                    </a:lnTo>
                    <a:lnTo>
                      <a:pt x="0" y="97"/>
                    </a:lnTo>
                    <a:lnTo>
                      <a:pt x="0" y="97"/>
                    </a:lnTo>
                    <a:lnTo>
                      <a:pt x="0" y="97"/>
                    </a:lnTo>
                    <a:lnTo>
                      <a:pt x="0" y="95"/>
                    </a:lnTo>
                    <a:lnTo>
                      <a:pt x="0" y="95"/>
                    </a:lnTo>
                    <a:lnTo>
                      <a:pt x="0" y="93"/>
                    </a:lnTo>
                    <a:lnTo>
                      <a:pt x="0" y="93"/>
                    </a:lnTo>
                    <a:lnTo>
                      <a:pt x="0" y="90"/>
                    </a:lnTo>
                    <a:lnTo>
                      <a:pt x="0" y="90"/>
                    </a:lnTo>
                    <a:lnTo>
                      <a:pt x="3" y="90"/>
                    </a:lnTo>
                    <a:lnTo>
                      <a:pt x="3" y="90"/>
                    </a:lnTo>
                    <a:lnTo>
                      <a:pt x="3" y="88"/>
                    </a:lnTo>
                    <a:lnTo>
                      <a:pt x="3" y="88"/>
                    </a:lnTo>
                    <a:lnTo>
                      <a:pt x="3" y="85"/>
                    </a:lnTo>
                    <a:lnTo>
                      <a:pt x="3" y="85"/>
                    </a:lnTo>
                    <a:lnTo>
                      <a:pt x="3" y="85"/>
                    </a:lnTo>
                    <a:lnTo>
                      <a:pt x="3" y="83"/>
                    </a:lnTo>
                    <a:lnTo>
                      <a:pt x="3" y="83"/>
                    </a:lnTo>
                    <a:lnTo>
                      <a:pt x="3" y="83"/>
                    </a:lnTo>
                    <a:lnTo>
                      <a:pt x="3" y="81"/>
                    </a:lnTo>
                    <a:lnTo>
                      <a:pt x="3" y="81"/>
                    </a:lnTo>
                    <a:lnTo>
                      <a:pt x="3" y="81"/>
                    </a:lnTo>
                    <a:lnTo>
                      <a:pt x="3" y="78"/>
                    </a:lnTo>
                    <a:lnTo>
                      <a:pt x="3" y="78"/>
                    </a:lnTo>
                    <a:lnTo>
                      <a:pt x="5" y="78"/>
                    </a:lnTo>
                    <a:lnTo>
                      <a:pt x="5" y="76"/>
                    </a:lnTo>
                    <a:lnTo>
                      <a:pt x="3" y="76"/>
                    </a:lnTo>
                    <a:lnTo>
                      <a:pt x="3" y="76"/>
                    </a:lnTo>
                    <a:lnTo>
                      <a:pt x="3" y="74"/>
                    </a:lnTo>
                    <a:lnTo>
                      <a:pt x="3" y="74"/>
                    </a:lnTo>
                    <a:lnTo>
                      <a:pt x="5" y="74"/>
                    </a:lnTo>
                    <a:lnTo>
                      <a:pt x="5" y="71"/>
                    </a:lnTo>
                    <a:lnTo>
                      <a:pt x="5" y="71"/>
                    </a:lnTo>
                    <a:lnTo>
                      <a:pt x="5" y="71"/>
                    </a:lnTo>
                    <a:lnTo>
                      <a:pt x="5" y="71"/>
                    </a:lnTo>
                    <a:lnTo>
                      <a:pt x="5" y="69"/>
                    </a:lnTo>
                    <a:lnTo>
                      <a:pt x="5" y="69"/>
                    </a:lnTo>
                    <a:lnTo>
                      <a:pt x="7" y="69"/>
                    </a:lnTo>
                    <a:lnTo>
                      <a:pt x="7" y="66"/>
                    </a:lnTo>
                    <a:lnTo>
                      <a:pt x="7" y="66"/>
                    </a:lnTo>
                    <a:lnTo>
                      <a:pt x="7" y="66"/>
                    </a:lnTo>
                    <a:lnTo>
                      <a:pt x="7" y="64"/>
                    </a:lnTo>
                    <a:lnTo>
                      <a:pt x="7" y="64"/>
                    </a:lnTo>
                    <a:lnTo>
                      <a:pt x="7" y="62"/>
                    </a:lnTo>
                    <a:lnTo>
                      <a:pt x="7" y="62"/>
                    </a:lnTo>
                    <a:lnTo>
                      <a:pt x="10" y="62"/>
                    </a:lnTo>
                    <a:lnTo>
                      <a:pt x="10" y="62"/>
                    </a:lnTo>
                    <a:lnTo>
                      <a:pt x="10" y="62"/>
                    </a:lnTo>
                    <a:lnTo>
                      <a:pt x="10" y="59"/>
                    </a:lnTo>
                    <a:lnTo>
                      <a:pt x="10" y="59"/>
                    </a:lnTo>
                    <a:lnTo>
                      <a:pt x="10" y="59"/>
                    </a:lnTo>
                    <a:lnTo>
                      <a:pt x="10" y="57"/>
                    </a:lnTo>
                    <a:lnTo>
                      <a:pt x="10" y="57"/>
                    </a:lnTo>
                    <a:lnTo>
                      <a:pt x="10" y="55"/>
                    </a:lnTo>
                    <a:lnTo>
                      <a:pt x="10" y="55"/>
                    </a:lnTo>
                    <a:lnTo>
                      <a:pt x="10" y="55"/>
                    </a:lnTo>
                    <a:lnTo>
                      <a:pt x="10" y="52"/>
                    </a:lnTo>
                    <a:lnTo>
                      <a:pt x="10" y="52"/>
                    </a:lnTo>
                    <a:lnTo>
                      <a:pt x="10" y="50"/>
                    </a:lnTo>
                    <a:lnTo>
                      <a:pt x="10" y="50"/>
                    </a:lnTo>
                    <a:lnTo>
                      <a:pt x="10" y="50"/>
                    </a:lnTo>
                    <a:lnTo>
                      <a:pt x="10" y="48"/>
                    </a:lnTo>
                    <a:lnTo>
                      <a:pt x="10" y="48"/>
                    </a:lnTo>
                    <a:lnTo>
                      <a:pt x="10" y="48"/>
                    </a:lnTo>
                    <a:lnTo>
                      <a:pt x="10" y="45"/>
                    </a:lnTo>
                    <a:lnTo>
                      <a:pt x="10" y="45"/>
                    </a:lnTo>
                    <a:lnTo>
                      <a:pt x="10" y="45"/>
                    </a:lnTo>
                    <a:lnTo>
                      <a:pt x="10" y="45"/>
                    </a:lnTo>
                    <a:lnTo>
                      <a:pt x="10" y="43"/>
                    </a:lnTo>
                    <a:lnTo>
                      <a:pt x="10" y="43"/>
                    </a:lnTo>
                    <a:lnTo>
                      <a:pt x="10" y="43"/>
                    </a:lnTo>
                    <a:lnTo>
                      <a:pt x="10" y="40"/>
                    </a:lnTo>
                    <a:lnTo>
                      <a:pt x="12" y="40"/>
                    </a:lnTo>
                    <a:lnTo>
                      <a:pt x="12" y="40"/>
                    </a:lnTo>
                    <a:lnTo>
                      <a:pt x="12" y="40"/>
                    </a:lnTo>
                    <a:lnTo>
                      <a:pt x="12" y="38"/>
                    </a:lnTo>
                    <a:lnTo>
                      <a:pt x="12" y="38"/>
                    </a:lnTo>
                    <a:lnTo>
                      <a:pt x="12" y="36"/>
                    </a:lnTo>
                    <a:lnTo>
                      <a:pt x="12" y="36"/>
                    </a:lnTo>
                    <a:lnTo>
                      <a:pt x="12" y="33"/>
                    </a:lnTo>
                    <a:lnTo>
                      <a:pt x="12" y="33"/>
                    </a:lnTo>
                    <a:lnTo>
                      <a:pt x="12" y="31"/>
                    </a:lnTo>
                    <a:lnTo>
                      <a:pt x="12" y="31"/>
                    </a:lnTo>
                    <a:lnTo>
                      <a:pt x="12" y="31"/>
                    </a:lnTo>
                    <a:lnTo>
                      <a:pt x="12" y="31"/>
                    </a:lnTo>
                    <a:lnTo>
                      <a:pt x="12" y="29"/>
                    </a:lnTo>
                    <a:lnTo>
                      <a:pt x="12" y="29"/>
                    </a:lnTo>
                    <a:lnTo>
                      <a:pt x="12" y="26"/>
                    </a:lnTo>
                    <a:lnTo>
                      <a:pt x="12" y="26"/>
                    </a:lnTo>
                    <a:lnTo>
                      <a:pt x="12" y="26"/>
                    </a:lnTo>
                    <a:lnTo>
                      <a:pt x="12" y="24"/>
                    </a:lnTo>
                    <a:lnTo>
                      <a:pt x="12" y="24"/>
                    </a:lnTo>
                    <a:lnTo>
                      <a:pt x="12" y="24"/>
                    </a:lnTo>
                    <a:lnTo>
                      <a:pt x="12" y="21"/>
                    </a:lnTo>
                    <a:lnTo>
                      <a:pt x="12" y="21"/>
                    </a:lnTo>
                    <a:lnTo>
                      <a:pt x="12" y="21"/>
                    </a:lnTo>
                    <a:lnTo>
                      <a:pt x="12" y="19"/>
                    </a:lnTo>
                    <a:lnTo>
                      <a:pt x="12" y="19"/>
                    </a:lnTo>
                    <a:lnTo>
                      <a:pt x="14" y="19"/>
                    </a:lnTo>
                    <a:lnTo>
                      <a:pt x="14" y="19"/>
                    </a:lnTo>
                    <a:lnTo>
                      <a:pt x="14" y="17"/>
                    </a:lnTo>
                    <a:lnTo>
                      <a:pt x="14" y="17"/>
                    </a:lnTo>
                    <a:lnTo>
                      <a:pt x="17" y="17"/>
                    </a:lnTo>
                    <a:lnTo>
                      <a:pt x="17" y="17"/>
                    </a:lnTo>
                    <a:lnTo>
                      <a:pt x="17" y="17"/>
                    </a:lnTo>
                    <a:lnTo>
                      <a:pt x="19" y="1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6" name="Freeform 144"/>
              <p:cNvSpPr>
                <a:spLocks/>
              </p:cNvSpPr>
              <p:nvPr/>
            </p:nvSpPr>
            <p:spPr bwMode="auto">
              <a:xfrm>
                <a:off x="1581" y="1907"/>
                <a:ext cx="93" cy="107"/>
              </a:xfrm>
              <a:custGeom>
                <a:avLst/>
                <a:gdLst/>
                <a:ahLst/>
                <a:cxnLst>
                  <a:cxn ang="0">
                    <a:pos x="22" y="19"/>
                  </a:cxn>
                  <a:cxn ang="0">
                    <a:pos x="26" y="21"/>
                  </a:cxn>
                  <a:cxn ang="0">
                    <a:pos x="31" y="26"/>
                  </a:cxn>
                  <a:cxn ang="0">
                    <a:pos x="36" y="26"/>
                  </a:cxn>
                  <a:cxn ang="0">
                    <a:pos x="43" y="24"/>
                  </a:cxn>
                  <a:cxn ang="0">
                    <a:pos x="48" y="21"/>
                  </a:cxn>
                  <a:cxn ang="0">
                    <a:pos x="52" y="19"/>
                  </a:cxn>
                  <a:cxn ang="0">
                    <a:pos x="57" y="17"/>
                  </a:cxn>
                  <a:cxn ang="0">
                    <a:pos x="62" y="12"/>
                  </a:cxn>
                  <a:cxn ang="0">
                    <a:pos x="67" y="10"/>
                  </a:cxn>
                  <a:cxn ang="0">
                    <a:pos x="71" y="7"/>
                  </a:cxn>
                  <a:cxn ang="0">
                    <a:pos x="76" y="5"/>
                  </a:cxn>
                  <a:cxn ang="0">
                    <a:pos x="81" y="2"/>
                  </a:cxn>
                  <a:cxn ang="0">
                    <a:pos x="83" y="2"/>
                  </a:cxn>
                  <a:cxn ang="0">
                    <a:pos x="85" y="10"/>
                  </a:cxn>
                  <a:cxn ang="0">
                    <a:pos x="88" y="14"/>
                  </a:cxn>
                  <a:cxn ang="0">
                    <a:pos x="90" y="21"/>
                  </a:cxn>
                  <a:cxn ang="0">
                    <a:pos x="93" y="26"/>
                  </a:cxn>
                  <a:cxn ang="0">
                    <a:pos x="90" y="31"/>
                  </a:cxn>
                  <a:cxn ang="0">
                    <a:pos x="85" y="36"/>
                  </a:cxn>
                  <a:cxn ang="0">
                    <a:pos x="81" y="38"/>
                  </a:cxn>
                  <a:cxn ang="0">
                    <a:pos x="74" y="38"/>
                  </a:cxn>
                  <a:cxn ang="0">
                    <a:pos x="69" y="40"/>
                  </a:cxn>
                  <a:cxn ang="0">
                    <a:pos x="62" y="43"/>
                  </a:cxn>
                  <a:cxn ang="0">
                    <a:pos x="57" y="43"/>
                  </a:cxn>
                  <a:cxn ang="0">
                    <a:pos x="52" y="45"/>
                  </a:cxn>
                  <a:cxn ang="0">
                    <a:pos x="45" y="48"/>
                  </a:cxn>
                  <a:cxn ang="0">
                    <a:pos x="45" y="50"/>
                  </a:cxn>
                  <a:cxn ang="0">
                    <a:pos x="48" y="55"/>
                  </a:cxn>
                  <a:cxn ang="0">
                    <a:pos x="52" y="59"/>
                  </a:cxn>
                  <a:cxn ang="0">
                    <a:pos x="55" y="64"/>
                  </a:cxn>
                  <a:cxn ang="0">
                    <a:pos x="59" y="69"/>
                  </a:cxn>
                  <a:cxn ang="0">
                    <a:pos x="62" y="71"/>
                  </a:cxn>
                  <a:cxn ang="0">
                    <a:pos x="59" y="76"/>
                  </a:cxn>
                  <a:cxn ang="0">
                    <a:pos x="57" y="81"/>
                  </a:cxn>
                  <a:cxn ang="0">
                    <a:pos x="55" y="85"/>
                  </a:cxn>
                  <a:cxn ang="0">
                    <a:pos x="48" y="88"/>
                  </a:cxn>
                  <a:cxn ang="0">
                    <a:pos x="43" y="88"/>
                  </a:cxn>
                  <a:cxn ang="0">
                    <a:pos x="36" y="90"/>
                  </a:cxn>
                  <a:cxn ang="0">
                    <a:pos x="33" y="95"/>
                  </a:cxn>
                  <a:cxn ang="0">
                    <a:pos x="31" y="100"/>
                  </a:cxn>
                  <a:cxn ang="0">
                    <a:pos x="26" y="104"/>
                  </a:cxn>
                  <a:cxn ang="0">
                    <a:pos x="22" y="107"/>
                  </a:cxn>
                  <a:cxn ang="0">
                    <a:pos x="14" y="104"/>
                  </a:cxn>
                  <a:cxn ang="0">
                    <a:pos x="10" y="104"/>
                  </a:cxn>
                  <a:cxn ang="0">
                    <a:pos x="3" y="102"/>
                  </a:cxn>
                  <a:cxn ang="0">
                    <a:pos x="0" y="100"/>
                  </a:cxn>
                  <a:cxn ang="0">
                    <a:pos x="0" y="93"/>
                  </a:cxn>
                  <a:cxn ang="0">
                    <a:pos x="3" y="85"/>
                  </a:cxn>
                  <a:cxn ang="0">
                    <a:pos x="3" y="78"/>
                  </a:cxn>
                  <a:cxn ang="0">
                    <a:pos x="5" y="74"/>
                  </a:cxn>
                  <a:cxn ang="0">
                    <a:pos x="7" y="66"/>
                  </a:cxn>
                  <a:cxn ang="0">
                    <a:pos x="10" y="62"/>
                  </a:cxn>
                  <a:cxn ang="0">
                    <a:pos x="10" y="55"/>
                  </a:cxn>
                  <a:cxn ang="0">
                    <a:pos x="10" y="48"/>
                  </a:cxn>
                  <a:cxn ang="0">
                    <a:pos x="10" y="43"/>
                  </a:cxn>
                  <a:cxn ang="0">
                    <a:pos x="12" y="36"/>
                  </a:cxn>
                  <a:cxn ang="0">
                    <a:pos x="12" y="29"/>
                  </a:cxn>
                  <a:cxn ang="0">
                    <a:pos x="12" y="21"/>
                  </a:cxn>
                  <a:cxn ang="0">
                    <a:pos x="17" y="17"/>
                  </a:cxn>
                </a:cxnLst>
                <a:rect l="0" t="0" r="r" b="b"/>
                <a:pathLst>
                  <a:path w="93" h="107">
                    <a:moveTo>
                      <a:pt x="19" y="17"/>
                    </a:moveTo>
                    <a:lnTo>
                      <a:pt x="19" y="17"/>
                    </a:lnTo>
                    <a:lnTo>
                      <a:pt x="19" y="17"/>
                    </a:lnTo>
                    <a:lnTo>
                      <a:pt x="19" y="17"/>
                    </a:lnTo>
                    <a:lnTo>
                      <a:pt x="22" y="17"/>
                    </a:lnTo>
                    <a:lnTo>
                      <a:pt x="22" y="19"/>
                    </a:lnTo>
                    <a:lnTo>
                      <a:pt x="22" y="19"/>
                    </a:lnTo>
                    <a:lnTo>
                      <a:pt x="22" y="19"/>
                    </a:lnTo>
                    <a:lnTo>
                      <a:pt x="22" y="19"/>
                    </a:lnTo>
                    <a:lnTo>
                      <a:pt x="22" y="21"/>
                    </a:lnTo>
                    <a:lnTo>
                      <a:pt x="24" y="21"/>
                    </a:lnTo>
                    <a:lnTo>
                      <a:pt x="24" y="21"/>
                    </a:lnTo>
                    <a:lnTo>
                      <a:pt x="24" y="21"/>
                    </a:lnTo>
                    <a:lnTo>
                      <a:pt x="26" y="21"/>
                    </a:lnTo>
                    <a:lnTo>
                      <a:pt x="26" y="21"/>
                    </a:lnTo>
                    <a:lnTo>
                      <a:pt x="26" y="21"/>
                    </a:lnTo>
                    <a:lnTo>
                      <a:pt x="26" y="21"/>
                    </a:lnTo>
                    <a:lnTo>
                      <a:pt x="29" y="21"/>
                    </a:lnTo>
                    <a:lnTo>
                      <a:pt x="29" y="24"/>
                    </a:lnTo>
                    <a:lnTo>
                      <a:pt x="29" y="24"/>
                    </a:lnTo>
                    <a:lnTo>
                      <a:pt x="29" y="24"/>
                    </a:lnTo>
                    <a:lnTo>
                      <a:pt x="29" y="24"/>
                    </a:lnTo>
                    <a:lnTo>
                      <a:pt x="29" y="26"/>
                    </a:lnTo>
                    <a:lnTo>
                      <a:pt x="31" y="26"/>
                    </a:lnTo>
                    <a:lnTo>
                      <a:pt x="31" y="26"/>
                    </a:lnTo>
                    <a:lnTo>
                      <a:pt x="33" y="26"/>
                    </a:lnTo>
                    <a:lnTo>
                      <a:pt x="33" y="26"/>
                    </a:lnTo>
                    <a:lnTo>
                      <a:pt x="33" y="26"/>
                    </a:lnTo>
                    <a:lnTo>
                      <a:pt x="33" y="26"/>
                    </a:lnTo>
                    <a:lnTo>
                      <a:pt x="36" y="26"/>
                    </a:lnTo>
                    <a:lnTo>
                      <a:pt x="36" y="26"/>
                    </a:lnTo>
                    <a:lnTo>
                      <a:pt x="36" y="26"/>
                    </a:lnTo>
                    <a:lnTo>
                      <a:pt x="38" y="26"/>
                    </a:lnTo>
                    <a:lnTo>
                      <a:pt x="38" y="26"/>
                    </a:lnTo>
                    <a:lnTo>
                      <a:pt x="41" y="26"/>
                    </a:lnTo>
                    <a:lnTo>
                      <a:pt x="41" y="26"/>
                    </a:lnTo>
                    <a:lnTo>
                      <a:pt x="41" y="26"/>
                    </a:lnTo>
                    <a:lnTo>
                      <a:pt x="41" y="26"/>
                    </a:lnTo>
                    <a:lnTo>
                      <a:pt x="43" y="26"/>
                    </a:lnTo>
                    <a:lnTo>
                      <a:pt x="43" y="24"/>
                    </a:lnTo>
                    <a:lnTo>
                      <a:pt x="43" y="24"/>
                    </a:lnTo>
                    <a:lnTo>
                      <a:pt x="43" y="24"/>
                    </a:lnTo>
                    <a:lnTo>
                      <a:pt x="43" y="24"/>
                    </a:lnTo>
                    <a:lnTo>
                      <a:pt x="45" y="24"/>
                    </a:lnTo>
                    <a:lnTo>
                      <a:pt x="45" y="24"/>
                    </a:lnTo>
                    <a:lnTo>
                      <a:pt x="45" y="21"/>
                    </a:lnTo>
                    <a:lnTo>
                      <a:pt x="48" y="21"/>
                    </a:lnTo>
                    <a:lnTo>
                      <a:pt x="48" y="21"/>
                    </a:lnTo>
                    <a:lnTo>
                      <a:pt x="48" y="21"/>
                    </a:lnTo>
                    <a:lnTo>
                      <a:pt x="48" y="21"/>
                    </a:lnTo>
                    <a:lnTo>
                      <a:pt x="50" y="21"/>
                    </a:lnTo>
                    <a:lnTo>
                      <a:pt x="50" y="21"/>
                    </a:lnTo>
                    <a:lnTo>
                      <a:pt x="50" y="21"/>
                    </a:lnTo>
                    <a:lnTo>
                      <a:pt x="50" y="19"/>
                    </a:lnTo>
                    <a:lnTo>
                      <a:pt x="52" y="19"/>
                    </a:lnTo>
                    <a:lnTo>
                      <a:pt x="52" y="19"/>
                    </a:lnTo>
                    <a:lnTo>
                      <a:pt x="52" y="19"/>
                    </a:lnTo>
                    <a:lnTo>
                      <a:pt x="52" y="19"/>
                    </a:lnTo>
                    <a:lnTo>
                      <a:pt x="55" y="19"/>
                    </a:lnTo>
                    <a:lnTo>
                      <a:pt x="55" y="17"/>
                    </a:lnTo>
                    <a:lnTo>
                      <a:pt x="55" y="17"/>
                    </a:lnTo>
                    <a:lnTo>
                      <a:pt x="55" y="17"/>
                    </a:lnTo>
                    <a:lnTo>
                      <a:pt x="55" y="17"/>
                    </a:lnTo>
                    <a:lnTo>
                      <a:pt x="57" y="17"/>
                    </a:lnTo>
                    <a:lnTo>
                      <a:pt x="57" y="17"/>
                    </a:lnTo>
                    <a:lnTo>
                      <a:pt x="57" y="14"/>
                    </a:lnTo>
                    <a:lnTo>
                      <a:pt x="59" y="14"/>
                    </a:lnTo>
                    <a:lnTo>
                      <a:pt x="59" y="14"/>
                    </a:lnTo>
                    <a:lnTo>
                      <a:pt x="59" y="14"/>
                    </a:lnTo>
                    <a:lnTo>
                      <a:pt x="59" y="14"/>
                    </a:lnTo>
                    <a:lnTo>
                      <a:pt x="62" y="14"/>
                    </a:lnTo>
                    <a:lnTo>
                      <a:pt x="62" y="12"/>
                    </a:lnTo>
                    <a:lnTo>
                      <a:pt x="62" y="12"/>
                    </a:lnTo>
                    <a:lnTo>
                      <a:pt x="62" y="12"/>
                    </a:lnTo>
                    <a:lnTo>
                      <a:pt x="62" y="12"/>
                    </a:lnTo>
                    <a:lnTo>
                      <a:pt x="64" y="12"/>
                    </a:lnTo>
                    <a:lnTo>
                      <a:pt x="64" y="12"/>
                    </a:lnTo>
                    <a:lnTo>
                      <a:pt x="64" y="12"/>
                    </a:lnTo>
                    <a:lnTo>
                      <a:pt x="67" y="12"/>
                    </a:lnTo>
                    <a:lnTo>
                      <a:pt x="67" y="10"/>
                    </a:lnTo>
                    <a:lnTo>
                      <a:pt x="67" y="10"/>
                    </a:lnTo>
                    <a:lnTo>
                      <a:pt x="67" y="10"/>
                    </a:lnTo>
                    <a:lnTo>
                      <a:pt x="67" y="10"/>
                    </a:lnTo>
                    <a:lnTo>
                      <a:pt x="69" y="10"/>
                    </a:lnTo>
                    <a:lnTo>
                      <a:pt x="69" y="10"/>
                    </a:lnTo>
                    <a:lnTo>
                      <a:pt x="69" y="7"/>
                    </a:lnTo>
                    <a:lnTo>
                      <a:pt x="69" y="7"/>
                    </a:lnTo>
                    <a:lnTo>
                      <a:pt x="71" y="7"/>
                    </a:lnTo>
                    <a:lnTo>
                      <a:pt x="71" y="7"/>
                    </a:lnTo>
                    <a:lnTo>
                      <a:pt x="71" y="7"/>
                    </a:lnTo>
                    <a:lnTo>
                      <a:pt x="74" y="7"/>
                    </a:lnTo>
                    <a:lnTo>
                      <a:pt x="74" y="5"/>
                    </a:lnTo>
                    <a:lnTo>
                      <a:pt x="74" y="5"/>
                    </a:lnTo>
                    <a:lnTo>
                      <a:pt x="74" y="5"/>
                    </a:lnTo>
                    <a:lnTo>
                      <a:pt x="74" y="5"/>
                    </a:lnTo>
                    <a:lnTo>
                      <a:pt x="76" y="5"/>
                    </a:lnTo>
                    <a:lnTo>
                      <a:pt x="76" y="5"/>
                    </a:lnTo>
                    <a:lnTo>
                      <a:pt x="76" y="2"/>
                    </a:lnTo>
                    <a:lnTo>
                      <a:pt x="76" y="2"/>
                    </a:lnTo>
                    <a:lnTo>
                      <a:pt x="78" y="2"/>
                    </a:lnTo>
                    <a:lnTo>
                      <a:pt x="78" y="2"/>
                    </a:lnTo>
                    <a:lnTo>
                      <a:pt x="78" y="2"/>
                    </a:lnTo>
                    <a:lnTo>
                      <a:pt x="81" y="2"/>
                    </a:lnTo>
                    <a:lnTo>
                      <a:pt x="81" y="2"/>
                    </a:lnTo>
                    <a:lnTo>
                      <a:pt x="81" y="2"/>
                    </a:lnTo>
                    <a:lnTo>
                      <a:pt x="81" y="0"/>
                    </a:lnTo>
                    <a:lnTo>
                      <a:pt x="81" y="0"/>
                    </a:lnTo>
                    <a:lnTo>
                      <a:pt x="83" y="0"/>
                    </a:lnTo>
                    <a:lnTo>
                      <a:pt x="83" y="2"/>
                    </a:lnTo>
                    <a:lnTo>
                      <a:pt x="83" y="2"/>
                    </a:lnTo>
                    <a:lnTo>
                      <a:pt x="83" y="2"/>
                    </a:lnTo>
                    <a:lnTo>
                      <a:pt x="83" y="2"/>
                    </a:lnTo>
                    <a:lnTo>
                      <a:pt x="83" y="5"/>
                    </a:lnTo>
                    <a:lnTo>
                      <a:pt x="83" y="5"/>
                    </a:lnTo>
                    <a:lnTo>
                      <a:pt x="85" y="5"/>
                    </a:lnTo>
                    <a:lnTo>
                      <a:pt x="85" y="7"/>
                    </a:lnTo>
                    <a:lnTo>
                      <a:pt x="85" y="7"/>
                    </a:lnTo>
                    <a:lnTo>
                      <a:pt x="85" y="7"/>
                    </a:lnTo>
                    <a:lnTo>
                      <a:pt x="85" y="10"/>
                    </a:lnTo>
                    <a:lnTo>
                      <a:pt x="85" y="10"/>
                    </a:lnTo>
                    <a:lnTo>
                      <a:pt x="85" y="10"/>
                    </a:lnTo>
                    <a:lnTo>
                      <a:pt x="85" y="12"/>
                    </a:lnTo>
                    <a:lnTo>
                      <a:pt x="85" y="12"/>
                    </a:lnTo>
                    <a:lnTo>
                      <a:pt x="85" y="12"/>
                    </a:lnTo>
                    <a:lnTo>
                      <a:pt x="88" y="12"/>
                    </a:lnTo>
                    <a:lnTo>
                      <a:pt x="88" y="14"/>
                    </a:lnTo>
                    <a:lnTo>
                      <a:pt x="88" y="14"/>
                    </a:lnTo>
                    <a:lnTo>
                      <a:pt x="88" y="14"/>
                    </a:lnTo>
                    <a:lnTo>
                      <a:pt x="88" y="17"/>
                    </a:lnTo>
                    <a:lnTo>
                      <a:pt x="88" y="17"/>
                    </a:lnTo>
                    <a:lnTo>
                      <a:pt x="88" y="17"/>
                    </a:lnTo>
                    <a:lnTo>
                      <a:pt x="88" y="19"/>
                    </a:lnTo>
                    <a:lnTo>
                      <a:pt x="88" y="19"/>
                    </a:lnTo>
                    <a:lnTo>
                      <a:pt x="90" y="19"/>
                    </a:lnTo>
                    <a:lnTo>
                      <a:pt x="90" y="21"/>
                    </a:lnTo>
                    <a:lnTo>
                      <a:pt x="90" y="21"/>
                    </a:lnTo>
                    <a:lnTo>
                      <a:pt x="90" y="21"/>
                    </a:lnTo>
                    <a:lnTo>
                      <a:pt x="90" y="21"/>
                    </a:lnTo>
                    <a:lnTo>
                      <a:pt x="90" y="24"/>
                    </a:lnTo>
                    <a:lnTo>
                      <a:pt x="90" y="24"/>
                    </a:lnTo>
                    <a:lnTo>
                      <a:pt x="93" y="24"/>
                    </a:lnTo>
                    <a:lnTo>
                      <a:pt x="93" y="26"/>
                    </a:lnTo>
                    <a:lnTo>
                      <a:pt x="93" y="26"/>
                    </a:lnTo>
                    <a:lnTo>
                      <a:pt x="93" y="26"/>
                    </a:lnTo>
                    <a:lnTo>
                      <a:pt x="93" y="29"/>
                    </a:lnTo>
                    <a:lnTo>
                      <a:pt x="93" y="29"/>
                    </a:lnTo>
                    <a:lnTo>
                      <a:pt x="93" y="31"/>
                    </a:lnTo>
                    <a:lnTo>
                      <a:pt x="93" y="31"/>
                    </a:lnTo>
                    <a:lnTo>
                      <a:pt x="93" y="31"/>
                    </a:lnTo>
                    <a:lnTo>
                      <a:pt x="90" y="31"/>
                    </a:lnTo>
                    <a:lnTo>
                      <a:pt x="90" y="31"/>
                    </a:lnTo>
                    <a:lnTo>
                      <a:pt x="90" y="31"/>
                    </a:lnTo>
                    <a:lnTo>
                      <a:pt x="90" y="33"/>
                    </a:lnTo>
                    <a:lnTo>
                      <a:pt x="88" y="33"/>
                    </a:lnTo>
                    <a:lnTo>
                      <a:pt x="88" y="33"/>
                    </a:lnTo>
                    <a:lnTo>
                      <a:pt x="88" y="33"/>
                    </a:lnTo>
                    <a:lnTo>
                      <a:pt x="88" y="33"/>
                    </a:lnTo>
                    <a:lnTo>
                      <a:pt x="88" y="36"/>
                    </a:lnTo>
                    <a:lnTo>
                      <a:pt x="85" y="36"/>
                    </a:lnTo>
                    <a:lnTo>
                      <a:pt x="85" y="36"/>
                    </a:lnTo>
                    <a:lnTo>
                      <a:pt x="85" y="36"/>
                    </a:lnTo>
                    <a:lnTo>
                      <a:pt x="85" y="36"/>
                    </a:lnTo>
                    <a:lnTo>
                      <a:pt x="83" y="36"/>
                    </a:lnTo>
                    <a:lnTo>
                      <a:pt x="83" y="36"/>
                    </a:lnTo>
                    <a:lnTo>
                      <a:pt x="81" y="36"/>
                    </a:lnTo>
                    <a:lnTo>
                      <a:pt x="81" y="36"/>
                    </a:lnTo>
                    <a:lnTo>
                      <a:pt x="81" y="38"/>
                    </a:lnTo>
                    <a:lnTo>
                      <a:pt x="81" y="38"/>
                    </a:lnTo>
                    <a:lnTo>
                      <a:pt x="78" y="38"/>
                    </a:lnTo>
                    <a:lnTo>
                      <a:pt x="78" y="38"/>
                    </a:lnTo>
                    <a:lnTo>
                      <a:pt x="76" y="38"/>
                    </a:lnTo>
                    <a:lnTo>
                      <a:pt x="76" y="38"/>
                    </a:lnTo>
                    <a:lnTo>
                      <a:pt x="76" y="38"/>
                    </a:lnTo>
                    <a:lnTo>
                      <a:pt x="76" y="38"/>
                    </a:lnTo>
                    <a:lnTo>
                      <a:pt x="74" y="38"/>
                    </a:lnTo>
                    <a:lnTo>
                      <a:pt x="74" y="38"/>
                    </a:lnTo>
                    <a:lnTo>
                      <a:pt x="74" y="40"/>
                    </a:lnTo>
                    <a:lnTo>
                      <a:pt x="74" y="40"/>
                    </a:lnTo>
                    <a:lnTo>
                      <a:pt x="71" y="40"/>
                    </a:lnTo>
                    <a:lnTo>
                      <a:pt x="71" y="40"/>
                    </a:lnTo>
                    <a:lnTo>
                      <a:pt x="71" y="40"/>
                    </a:lnTo>
                    <a:lnTo>
                      <a:pt x="69" y="40"/>
                    </a:lnTo>
                    <a:lnTo>
                      <a:pt x="69" y="40"/>
                    </a:lnTo>
                    <a:lnTo>
                      <a:pt x="69" y="40"/>
                    </a:lnTo>
                    <a:lnTo>
                      <a:pt x="67" y="40"/>
                    </a:lnTo>
                    <a:lnTo>
                      <a:pt x="67" y="40"/>
                    </a:lnTo>
                    <a:lnTo>
                      <a:pt x="67" y="40"/>
                    </a:lnTo>
                    <a:lnTo>
                      <a:pt x="67" y="40"/>
                    </a:lnTo>
                    <a:lnTo>
                      <a:pt x="64" y="40"/>
                    </a:lnTo>
                    <a:lnTo>
                      <a:pt x="64" y="40"/>
                    </a:lnTo>
                    <a:lnTo>
                      <a:pt x="64" y="43"/>
                    </a:lnTo>
                    <a:lnTo>
                      <a:pt x="62" y="43"/>
                    </a:lnTo>
                    <a:lnTo>
                      <a:pt x="62" y="43"/>
                    </a:lnTo>
                    <a:lnTo>
                      <a:pt x="62" y="43"/>
                    </a:lnTo>
                    <a:lnTo>
                      <a:pt x="59" y="43"/>
                    </a:lnTo>
                    <a:lnTo>
                      <a:pt x="59" y="43"/>
                    </a:lnTo>
                    <a:lnTo>
                      <a:pt x="59" y="43"/>
                    </a:lnTo>
                    <a:lnTo>
                      <a:pt x="59" y="43"/>
                    </a:lnTo>
                    <a:lnTo>
                      <a:pt x="57" y="43"/>
                    </a:lnTo>
                    <a:lnTo>
                      <a:pt x="57" y="43"/>
                    </a:lnTo>
                    <a:lnTo>
                      <a:pt x="57" y="45"/>
                    </a:lnTo>
                    <a:lnTo>
                      <a:pt x="55" y="45"/>
                    </a:lnTo>
                    <a:lnTo>
                      <a:pt x="55" y="45"/>
                    </a:lnTo>
                    <a:lnTo>
                      <a:pt x="55" y="45"/>
                    </a:lnTo>
                    <a:lnTo>
                      <a:pt x="52" y="45"/>
                    </a:lnTo>
                    <a:lnTo>
                      <a:pt x="52" y="45"/>
                    </a:lnTo>
                    <a:lnTo>
                      <a:pt x="52" y="45"/>
                    </a:lnTo>
                    <a:lnTo>
                      <a:pt x="52" y="45"/>
                    </a:lnTo>
                    <a:lnTo>
                      <a:pt x="50" y="45"/>
                    </a:lnTo>
                    <a:lnTo>
                      <a:pt x="50" y="45"/>
                    </a:lnTo>
                    <a:lnTo>
                      <a:pt x="50" y="48"/>
                    </a:lnTo>
                    <a:lnTo>
                      <a:pt x="48" y="48"/>
                    </a:lnTo>
                    <a:lnTo>
                      <a:pt x="48" y="48"/>
                    </a:lnTo>
                    <a:lnTo>
                      <a:pt x="48" y="48"/>
                    </a:lnTo>
                    <a:lnTo>
                      <a:pt x="45" y="48"/>
                    </a:lnTo>
                    <a:lnTo>
                      <a:pt x="45" y="48"/>
                    </a:lnTo>
                    <a:lnTo>
                      <a:pt x="45" y="48"/>
                    </a:lnTo>
                    <a:lnTo>
                      <a:pt x="43" y="48"/>
                    </a:lnTo>
                    <a:lnTo>
                      <a:pt x="43" y="48"/>
                    </a:lnTo>
                    <a:lnTo>
                      <a:pt x="43" y="50"/>
                    </a:lnTo>
                    <a:lnTo>
                      <a:pt x="43" y="50"/>
                    </a:lnTo>
                    <a:lnTo>
                      <a:pt x="43" y="50"/>
                    </a:lnTo>
                    <a:lnTo>
                      <a:pt x="45" y="50"/>
                    </a:lnTo>
                    <a:lnTo>
                      <a:pt x="45" y="50"/>
                    </a:lnTo>
                    <a:lnTo>
                      <a:pt x="45" y="50"/>
                    </a:lnTo>
                    <a:lnTo>
                      <a:pt x="45" y="52"/>
                    </a:lnTo>
                    <a:lnTo>
                      <a:pt x="48" y="52"/>
                    </a:lnTo>
                    <a:lnTo>
                      <a:pt x="48" y="52"/>
                    </a:lnTo>
                    <a:lnTo>
                      <a:pt x="48" y="52"/>
                    </a:lnTo>
                    <a:lnTo>
                      <a:pt x="48" y="55"/>
                    </a:lnTo>
                    <a:lnTo>
                      <a:pt x="48" y="55"/>
                    </a:lnTo>
                    <a:lnTo>
                      <a:pt x="48" y="55"/>
                    </a:lnTo>
                    <a:lnTo>
                      <a:pt x="50" y="55"/>
                    </a:lnTo>
                    <a:lnTo>
                      <a:pt x="50" y="57"/>
                    </a:lnTo>
                    <a:lnTo>
                      <a:pt x="50" y="57"/>
                    </a:lnTo>
                    <a:lnTo>
                      <a:pt x="50" y="57"/>
                    </a:lnTo>
                    <a:lnTo>
                      <a:pt x="52" y="57"/>
                    </a:lnTo>
                    <a:lnTo>
                      <a:pt x="52" y="59"/>
                    </a:lnTo>
                    <a:lnTo>
                      <a:pt x="52" y="59"/>
                    </a:lnTo>
                    <a:lnTo>
                      <a:pt x="52" y="59"/>
                    </a:lnTo>
                    <a:lnTo>
                      <a:pt x="52" y="59"/>
                    </a:lnTo>
                    <a:lnTo>
                      <a:pt x="52" y="62"/>
                    </a:lnTo>
                    <a:lnTo>
                      <a:pt x="55" y="62"/>
                    </a:lnTo>
                    <a:lnTo>
                      <a:pt x="55" y="62"/>
                    </a:lnTo>
                    <a:lnTo>
                      <a:pt x="55" y="62"/>
                    </a:lnTo>
                    <a:lnTo>
                      <a:pt x="55" y="62"/>
                    </a:lnTo>
                    <a:lnTo>
                      <a:pt x="55" y="62"/>
                    </a:lnTo>
                    <a:lnTo>
                      <a:pt x="55" y="64"/>
                    </a:lnTo>
                    <a:lnTo>
                      <a:pt x="57" y="64"/>
                    </a:lnTo>
                    <a:lnTo>
                      <a:pt x="57" y="64"/>
                    </a:lnTo>
                    <a:lnTo>
                      <a:pt x="57" y="64"/>
                    </a:lnTo>
                    <a:lnTo>
                      <a:pt x="57" y="66"/>
                    </a:lnTo>
                    <a:lnTo>
                      <a:pt x="59" y="66"/>
                    </a:lnTo>
                    <a:lnTo>
                      <a:pt x="59" y="66"/>
                    </a:lnTo>
                    <a:lnTo>
                      <a:pt x="59" y="66"/>
                    </a:lnTo>
                    <a:lnTo>
                      <a:pt x="59" y="69"/>
                    </a:lnTo>
                    <a:lnTo>
                      <a:pt x="59" y="69"/>
                    </a:lnTo>
                    <a:lnTo>
                      <a:pt x="59" y="69"/>
                    </a:lnTo>
                    <a:lnTo>
                      <a:pt x="62" y="69"/>
                    </a:lnTo>
                    <a:lnTo>
                      <a:pt x="62" y="71"/>
                    </a:lnTo>
                    <a:lnTo>
                      <a:pt x="62" y="71"/>
                    </a:lnTo>
                    <a:lnTo>
                      <a:pt x="62" y="71"/>
                    </a:lnTo>
                    <a:lnTo>
                      <a:pt x="62" y="71"/>
                    </a:lnTo>
                    <a:lnTo>
                      <a:pt x="62" y="71"/>
                    </a:lnTo>
                    <a:lnTo>
                      <a:pt x="64" y="71"/>
                    </a:lnTo>
                    <a:lnTo>
                      <a:pt x="64" y="74"/>
                    </a:lnTo>
                    <a:lnTo>
                      <a:pt x="64" y="74"/>
                    </a:lnTo>
                    <a:lnTo>
                      <a:pt x="62" y="74"/>
                    </a:lnTo>
                    <a:lnTo>
                      <a:pt x="62" y="74"/>
                    </a:lnTo>
                    <a:lnTo>
                      <a:pt x="62" y="76"/>
                    </a:lnTo>
                    <a:lnTo>
                      <a:pt x="62" y="76"/>
                    </a:lnTo>
                    <a:lnTo>
                      <a:pt x="59" y="76"/>
                    </a:lnTo>
                    <a:lnTo>
                      <a:pt x="59" y="76"/>
                    </a:lnTo>
                    <a:lnTo>
                      <a:pt x="59" y="76"/>
                    </a:lnTo>
                    <a:lnTo>
                      <a:pt x="59" y="76"/>
                    </a:lnTo>
                    <a:lnTo>
                      <a:pt x="59" y="78"/>
                    </a:lnTo>
                    <a:lnTo>
                      <a:pt x="57" y="78"/>
                    </a:lnTo>
                    <a:lnTo>
                      <a:pt x="57" y="78"/>
                    </a:lnTo>
                    <a:lnTo>
                      <a:pt x="57" y="78"/>
                    </a:lnTo>
                    <a:lnTo>
                      <a:pt x="57" y="81"/>
                    </a:lnTo>
                    <a:lnTo>
                      <a:pt x="57" y="81"/>
                    </a:lnTo>
                    <a:lnTo>
                      <a:pt x="55" y="81"/>
                    </a:lnTo>
                    <a:lnTo>
                      <a:pt x="55" y="81"/>
                    </a:lnTo>
                    <a:lnTo>
                      <a:pt x="55" y="83"/>
                    </a:lnTo>
                    <a:lnTo>
                      <a:pt x="55" y="83"/>
                    </a:lnTo>
                    <a:lnTo>
                      <a:pt x="55" y="83"/>
                    </a:lnTo>
                    <a:lnTo>
                      <a:pt x="55" y="85"/>
                    </a:lnTo>
                    <a:lnTo>
                      <a:pt x="55" y="85"/>
                    </a:lnTo>
                    <a:lnTo>
                      <a:pt x="55" y="85"/>
                    </a:lnTo>
                    <a:lnTo>
                      <a:pt x="52" y="85"/>
                    </a:lnTo>
                    <a:lnTo>
                      <a:pt x="52" y="85"/>
                    </a:lnTo>
                    <a:lnTo>
                      <a:pt x="52" y="85"/>
                    </a:lnTo>
                    <a:lnTo>
                      <a:pt x="52" y="88"/>
                    </a:lnTo>
                    <a:lnTo>
                      <a:pt x="50" y="88"/>
                    </a:lnTo>
                    <a:lnTo>
                      <a:pt x="50" y="88"/>
                    </a:lnTo>
                    <a:lnTo>
                      <a:pt x="48" y="88"/>
                    </a:lnTo>
                    <a:lnTo>
                      <a:pt x="48" y="88"/>
                    </a:lnTo>
                    <a:lnTo>
                      <a:pt x="48" y="88"/>
                    </a:lnTo>
                    <a:lnTo>
                      <a:pt x="48" y="88"/>
                    </a:lnTo>
                    <a:lnTo>
                      <a:pt x="45" y="88"/>
                    </a:lnTo>
                    <a:lnTo>
                      <a:pt x="45" y="88"/>
                    </a:lnTo>
                    <a:lnTo>
                      <a:pt x="43" y="88"/>
                    </a:lnTo>
                    <a:lnTo>
                      <a:pt x="43" y="88"/>
                    </a:lnTo>
                    <a:lnTo>
                      <a:pt x="43" y="88"/>
                    </a:lnTo>
                    <a:lnTo>
                      <a:pt x="41" y="88"/>
                    </a:lnTo>
                    <a:lnTo>
                      <a:pt x="41" y="90"/>
                    </a:lnTo>
                    <a:lnTo>
                      <a:pt x="41" y="90"/>
                    </a:lnTo>
                    <a:lnTo>
                      <a:pt x="41" y="90"/>
                    </a:lnTo>
                    <a:lnTo>
                      <a:pt x="38" y="90"/>
                    </a:lnTo>
                    <a:lnTo>
                      <a:pt x="38" y="90"/>
                    </a:lnTo>
                    <a:lnTo>
                      <a:pt x="38" y="90"/>
                    </a:lnTo>
                    <a:lnTo>
                      <a:pt x="36" y="90"/>
                    </a:lnTo>
                    <a:lnTo>
                      <a:pt x="36" y="90"/>
                    </a:lnTo>
                    <a:lnTo>
                      <a:pt x="36" y="90"/>
                    </a:lnTo>
                    <a:lnTo>
                      <a:pt x="36" y="93"/>
                    </a:lnTo>
                    <a:lnTo>
                      <a:pt x="36" y="93"/>
                    </a:lnTo>
                    <a:lnTo>
                      <a:pt x="36" y="93"/>
                    </a:lnTo>
                    <a:lnTo>
                      <a:pt x="36" y="95"/>
                    </a:lnTo>
                    <a:lnTo>
                      <a:pt x="33" y="95"/>
                    </a:lnTo>
                    <a:lnTo>
                      <a:pt x="33" y="95"/>
                    </a:lnTo>
                    <a:lnTo>
                      <a:pt x="33" y="97"/>
                    </a:lnTo>
                    <a:lnTo>
                      <a:pt x="33" y="97"/>
                    </a:lnTo>
                    <a:lnTo>
                      <a:pt x="33" y="97"/>
                    </a:lnTo>
                    <a:lnTo>
                      <a:pt x="33" y="97"/>
                    </a:lnTo>
                    <a:lnTo>
                      <a:pt x="33" y="100"/>
                    </a:lnTo>
                    <a:lnTo>
                      <a:pt x="31" y="100"/>
                    </a:lnTo>
                    <a:lnTo>
                      <a:pt x="31" y="100"/>
                    </a:lnTo>
                    <a:lnTo>
                      <a:pt x="31" y="100"/>
                    </a:lnTo>
                    <a:lnTo>
                      <a:pt x="31" y="100"/>
                    </a:lnTo>
                    <a:lnTo>
                      <a:pt x="29" y="100"/>
                    </a:lnTo>
                    <a:lnTo>
                      <a:pt x="29" y="102"/>
                    </a:lnTo>
                    <a:lnTo>
                      <a:pt x="29" y="102"/>
                    </a:lnTo>
                    <a:lnTo>
                      <a:pt x="29" y="102"/>
                    </a:lnTo>
                    <a:lnTo>
                      <a:pt x="29" y="102"/>
                    </a:lnTo>
                    <a:lnTo>
                      <a:pt x="26" y="102"/>
                    </a:lnTo>
                    <a:lnTo>
                      <a:pt x="26" y="104"/>
                    </a:lnTo>
                    <a:lnTo>
                      <a:pt x="26" y="104"/>
                    </a:lnTo>
                    <a:lnTo>
                      <a:pt x="26" y="104"/>
                    </a:lnTo>
                    <a:lnTo>
                      <a:pt x="26" y="104"/>
                    </a:lnTo>
                    <a:lnTo>
                      <a:pt x="24" y="104"/>
                    </a:lnTo>
                    <a:lnTo>
                      <a:pt x="24" y="107"/>
                    </a:lnTo>
                    <a:lnTo>
                      <a:pt x="24" y="107"/>
                    </a:lnTo>
                    <a:lnTo>
                      <a:pt x="22" y="107"/>
                    </a:lnTo>
                    <a:lnTo>
                      <a:pt x="22" y="107"/>
                    </a:lnTo>
                    <a:lnTo>
                      <a:pt x="22" y="107"/>
                    </a:lnTo>
                    <a:lnTo>
                      <a:pt x="19" y="107"/>
                    </a:lnTo>
                    <a:lnTo>
                      <a:pt x="19" y="107"/>
                    </a:lnTo>
                    <a:lnTo>
                      <a:pt x="19" y="107"/>
                    </a:lnTo>
                    <a:lnTo>
                      <a:pt x="17" y="107"/>
                    </a:lnTo>
                    <a:lnTo>
                      <a:pt x="17" y="104"/>
                    </a:lnTo>
                    <a:lnTo>
                      <a:pt x="17" y="104"/>
                    </a:lnTo>
                    <a:lnTo>
                      <a:pt x="14" y="104"/>
                    </a:lnTo>
                    <a:lnTo>
                      <a:pt x="14" y="104"/>
                    </a:lnTo>
                    <a:lnTo>
                      <a:pt x="14" y="104"/>
                    </a:lnTo>
                    <a:lnTo>
                      <a:pt x="12" y="104"/>
                    </a:lnTo>
                    <a:lnTo>
                      <a:pt x="12" y="104"/>
                    </a:lnTo>
                    <a:lnTo>
                      <a:pt x="12" y="104"/>
                    </a:lnTo>
                    <a:lnTo>
                      <a:pt x="10" y="104"/>
                    </a:lnTo>
                    <a:lnTo>
                      <a:pt x="10" y="104"/>
                    </a:lnTo>
                    <a:lnTo>
                      <a:pt x="10" y="104"/>
                    </a:lnTo>
                    <a:lnTo>
                      <a:pt x="7" y="104"/>
                    </a:lnTo>
                    <a:lnTo>
                      <a:pt x="7" y="104"/>
                    </a:lnTo>
                    <a:lnTo>
                      <a:pt x="7" y="104"/>
                    </a:lnTo>
                    <a:lnTo>
                      <a:pt x="5" y="104"/>
                    </a:lnTo>
                    <a:lnTo>
                      <a:pt x="5" y="102"/>
                    </a:lnTo>
                    <a:lnTo>
                      <a:pt x="5" y="102"/>
                    </a:lnTo>
                    <a:lnTo>
                      <a:pt x="3" y="102"/>
                    </a:lnTo>
                    <a:lnTo>
                      <a:pt x="3" y="102"/>
                    </a:lnTo>
                    <a:lnTo>
                      <a:pt x="3" y="102"/>
                    </a:lnTo>
                    <a:lnTo>
                      <a:pt x="0" y="102"/>
                    </a:lnTo>
                    <a:lnTo>
                      <a:pt x="0" y="102"/>
                    </a:lnTo>
                    <a:lnTo>
                      <a:pt x="0" y="102"/>
                    </a:lnTo>
                    <a:lnTo>
                      <a:pt x="0" y="102"/>
                    </a:lnTo>
                    <a:lnTo>
                      <a:pt x="0" y="100"/>
                    </a:lnTo>
                    <a:lnTo>
                      <a:pt x="0" y="100"/>
                    </a:lnTo>
                    <a:lnTo>
                      <a:pt x="0" y="100"/>
                    </a:lnTo>
                    <a:lnTo>
                      <a:pt x="0" y="97"/>
                    </a:lnTo>
                    <a:lnTo>
                      <a:pt x="0" y="97"/>
                    </a:lnTo>
                    <a:lnTo>
                      <a:pt x="0" y="97"/>
                    </a:lnTo>
                    <a:lnTo>
                      <a:pt x="0" y="97"/>
                    </a:lnTo>
                    <a:lnTo>
                      <a:pt x="0" y="95"/>
                    </a:lnTo>
                    <a:lnTo>
                      <a:pt x="0" y="95"/>
                    </a:lnTo>
                    <a:lnTo>
                      <a:pt x="0" y="93"/>
                    </a:lnTo>
                    <a:lnTo>
                      <a:pt x="0" y="93"/>
                    </a:lnTo>
                    <a:lnTo>
                      <a:pt x="0" y="90"/>
                    </a:lnTo>
                    <a:lnTo>
                      <a:pt x="0" y="90"/>
                    </a:lnTo>
                    <a:lnTo>
                      <a:pt x="3" y="90"/>
                    </a:lnTo>
                    <a:lnTo>
                      <a:pt x="3" y="90"/>
                    </a:lnTo>
                    <a:lnTo>
                      <a:pt x="3" y="88"/>
                    </a:lnTo>
                    <a:lnTo>
                      <a:pt x="3" y="88"/>
                    </a:lnTo>
                    <a:lnTo>
                      <a:pt x="3" y="85"/>
                    </a:lnTo>
                    <a:lnTo>
                      <a:pt x="3" y="85"/>
                    </a:lnTo>
                    <a:lnTo>
                      <a:pt x="3" y="85"/>
                    </a:lnTo>
                    <a:lnTo>
                      <a:pt x="3" y="83"/>
                    </a:lnTo>
                    <a:lnTo>
                      <a:pt x="3" y="83"/>
                    </a:lnTo>
                    <a:lnTo>
                      <a:pt x="3" y="83"/>
                    </a:lnTo>
                    <a:lnTo>
                      <a:pt x="3" y="81"/>
                    </a:lnTo>
                    <a:lnTo>
                      <a:pt x="3" y="81"/>
                    </a:lnTo>
                    <a:lnTo>
                      <a:pt x="3" y="81"/>
                    </a:lnTo>
                    <a:lnTo>
                      <a:pt x="3" y="78"/>
                    </a:lnTo>
                    <a:lnTo>
                      <a:pt x="3" y="78"/>
                    </a:lnTo>
                    <a:lnTo>
                      <a:pt x="5" y="78"/>
                    </a:lnTo>
                    <a:lnTo>
                      <a:pt x="5" y="76"/>
                    </a:lnTo>
                    <a:lnTo>
                      <a:pt x="3" y="76"/>
                    </a:lnTo>
                    <a:lnTo>
                      <a:pt x="3" y="76"/>
                    </a:lnTo>
                    <a:lnTo>
                      <a:pt x="3" y="74"/>
                    </a:lnTo>
                    <a:lnTo>
                      <a:pt x="3" y="74"/>
                    </a:lnTo>
                    <a:lnTo>
                      <a:pt x="5" y="74"/>
                    </a:lnTo>
                    <a:lnTo>
                      <a:pt x="5" y="71"/>
                    </a:lnTo>
                    <a:lnTo>
                      <a:pt x="5" y="71"/>
                    </a:lnTo>
                    <a:lnTo>
                      <a:pt x="5" y="71"/>
                    </a:lnTo>
                    <a:lnTo>
                      <a:pt x="5" y="71"/>
                    </a:lnTo>
                    <a:lnTo>
                      <a:pt x="5" y="69"/>
                    </a:lnTo>
                    <a:lnTo>
                      <a:pt x="5" y="69"/>
                    </a:lnTo>
                    <a:lnTo>
                      <a:pt x="7" y="69"/>
                    </a:lnTo>
                    <a:lnTo>
                      <a:pt x="7" y="66"/>
                    </a:lnTo>
                    <a:lnTo>
                      <a:pt x="7" y="66"/>
                    </a:lnTo>
                    <a:lnTo>
                      <a:pt x="7" y="66"/>
                    </a:lnTo>
                    <a:lnTo>
                      <a:pt x="7" y="64"/>
                    </a:lnTo>
                    <a:lnTo>
                      <a:pt x="7" y="64"/>
                    </a:lnTo>
                    <a:lnTo>
                      <a:pt x="7" y="62"/>
                    </a:lnTo>
                    <a:lnTo>
                      <a:pt x="7" y="62"/>
                    </a:lnTo>
                    <a:lnTo>
                      <a:pt x="10" y="62"/>
                    </a:lnTo>
                    <a:lnTo>
                      <a:pt x="10" y="62"/>
                    </a:lnTo>
                    <a:lnTo>
                      <a:pt x="10" y="62"/>
                    </a:lnTo>
                    <a:lnTo>
                      <a:pt x="10" y="59"/>
                    </a:lnTo>
                    <a:lnTo>
                      <a:pt x="10" y="59"/>
                    </a:lnTo>
                    <a:lnTo>
                      <a:pt x="10" y="59"/>
                    </a:lnTo>
                    <a:lnTo>
                      <a:pt x="10" y="57"/>
                    </a:lnTo>
                    <a:lnTo>
                      <a:pt x="10" y="57"/>
                    </a:lnTo>
                    <a:lnTo>
                      <a:pt x="10" y="55"/>
                    </a:lnTo>
                    <a:lnTo>
                      <a:pt x="10" y="55"/>
                    </a:lnTo>
                    <a:lnTo>
                      <a:pt x="10" y="55"/>
                    </a:lnTo>
                    <a:lnTo>
                      <a:pt x="10" y="52"/>
                    </a:lnTo>
                    <a:lnTo>
                      <a:pt x="10" y="52"/>
                    </a:lnTo>
                    <a:lnTo>
                      <a:pt x="10" y="50"/>
                    </a:lnTo>
                    <a:lnTo>
                      <a:pt x="10" y="50"/>
                    </a:lnTo>
                    <a:lnTo>
                      <a:pt x="10" y="50"/>
                    </a:lnTo>
                    <a:lnTo>
                      <a:pt x="10" y="48"/>
                    </a:lnTo>
                    <a:lnTo>
                      <a:pt x="10" y="48"/>
                    </a:lnTo>
                    <a:lnTo>
                      <a:pt x="10" y="48"/>
                    </a:lnTo>
                    <a:lnTo>
                      <a:pt x="10" y="45"/>
                    </a:lnTo>
                    <a:lnTo>
                      <a:pt x="10" y="45"/>
                    </a:lnTo>
                    <a:lnTo>
                      <a:pt x="10" y="45"/>
                    </a:lnTo>
                    <a:lnTo>
                      <a:pt x="10" y="45"/>
                    </a:lnTo>
                    <a:lnTo>
                      <a:pt x="10" y="43"/>
                    </a:lnTo>
                    <a:lnTo>
                      <a:pt x="10" y="43"/>
                    </a:lnTo>
                    <a:lnTo>
                      <a:pt x="10" y="43"/>
                    </a:lnTo>
                    <a:lnTo>
                      <a:pt x="10" y="40"/>
                    </a:lnTo>
                    <a:lnTo>
                      <a:pt x="12" y="40"/>
                    </a:lnTo>
                    <a:lnTo>
                      <a:pt x="12" y="40"/>
                    </a:lnTo>
                    <a:lnTo>
                      <a:pt x="12" y="40"/>
                    </a:lnTo>
                    <a:lnTo>
                      <a:pt x="12" y="38"/>
                    </a:lnTo>
                    <a:lnTo>
                      <a:pt x="12" y="38"/>
                    </a:lnTo>
                    <a:lnTo>
                      <a:pt x="12" y="36"/>
                    </a:lnTo>
                    <a:lnTo>
                      <a:pt x="12" y="36"/>
                    </a:lnTo>
                    <a:lnTo>
                      <a:pt x="12" y="33"/>
                    </a:lnTo>
                    <a:lnTo>
                      <a:pt x="12" y="33"/>
                    </a:lnTo>
                    <a:lnTo>
                      <a:pt x="12" y="31"/>
                    </a:lnTo>
                    <a:lnTo>
                      <a:pt x="12" y="31"/>
                    </a:lnTo>
                    <a:lnTo>
                      <a:pt x="12" y="31"/>
                    </a:lnTo>
                    <a:lnTo>
                      <a:pt x="12" y="31"/>
                    </a:lnTo>
                    <a:lnTo>
                      <a:pt x="12" y="29"/>
                    </a:lnTo>
                    <a:lnTo>
                      <a:pt x="12" y="29"/>
                    </a:lnTo>
                    <a:lnTo>
                      <a:pt x="12" y="26"/>
                    </a:lnTo>
                    <a:lnTo>
                      <a:pt x="12" y="26"/>
                    </a:lnTo>
                    <a:lnTo>
                      <a:pt x="12" y="26"/>
                    </a:lnTo>
                    <a:lnTo>
                      <a:pt x="12" y="24"/>
                    </a:lnTo>
                    <a:lnTo>
                      <a:pt x="12" y="24"/>
                    </a:lnTo>
                    <a:lnTo>
                      <a:pt x="12" y="24"/>
                    </a:lnTo>
                    <a:lnTo>
                      <a:pt x="12" y="21"/>
                    </a:lnTo>
                    <a:lnTo>
                      <a:pt x="12" y="21"/>
                    </a:lnTo>
                    <a:lnTo>
                      <a:pt x="12" y="21"/>
                    </a:lnTo>
                    <a:lnTo>
                      <a:pt x="12" y="19"/>
                    </a:lnTo>
                    <a:lnTo>
                      <a:pt x="12" y="19"/>
                    </a:lnTo>
                    <a:lnTo>
                      <a:pt x="14" y="19"/>
                    </a:lnTo>
                    <a:lnTo>
                      <a:pt x="14" y="19"/>
                    </a:lnTo>
                    <a:lnTo>
                      <a:pt x="14" y="17"/>
                    </a:lnTo>
                    <a:lnTo>
                      <a:pt x="14" y="17"/>
                    </a:lnTo>
                    <a:lnTo>
                      <a:pt x="17" y="17"/>
                    </a:lnTo>
                    <a:lnTo>
                      <a:pt x="17" y="17"/>
                    </a:lnTo>
                    <a:lnTo>
                      <a:pt x="17" y="17"/>
                    </a:lnTo>
                    <a:lnTo>
                      <a:pt x="19" y="1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7" name="Freeform 145"/>
              <p:cNvSpPr>
                <a:spLocks/>
              </p:cNvSpPr>
              <p:nvPr/>
            </p:nvSpPr>
            <p:spPr bwMode="auto">
              <a:xfrm>
                <a:off x="1567" y="1907"/>
                <a:ext cx="33" cy="100"/>
              </a:xfrm>
              <a:custGeom>
                <a:avLst/>
                <a:gdLst/>
                <a:ahLst/>
                <a:cxnLst>
                  <a:cxn ang="0">
                    <a:pos x="33" y="2"/>
                  </a:cxn>
                  <a:cxn ang="0">
                    <a:pos x="33" y="7"/>
                  </a:cxn>
                  <a:cxn ang="0">
                    <a:pos x="33" y="12"/>
                  </a:cxn>
                  <a:cxn ang="0">
                    <a:pos x="33" y="14"/>
                  </a:cxn>
                  <a:cxn ang="0">
                    <a:pos x="28" y="17"/>
                  </a:cxn>
                  <a:cxn ang="0">
                    <a:pos x="26" y="21"/>
                  </a:cxn>
                  <a:cxn ang="0">
                    <a:pos x="24" y="24"/>
                  </a:cxn>
                  <a:cxn ang="0">
                    <a:pos x="21" y="21"/>
                  </a:cxn>
                  <a:cxn ang="0">
                    <a:pos x="17" y="21"/>
                  </a:cxn>
                  <a:cxn ang="0">
                    <a:pos x="14" y="26"/>
                  </a:cxn>
                  <a:cxn ang="0">
                    <a:pos x="14" y="31"/>
                  </a:cxn>
                  <a:cxn ang="0">
                    <a:pos x="14" y="36"/>
                  </a:cxn>
                  <a:cxn ang="0">
                    <a:pos x="14" y="40"/>
                  </a:cxn>
                  <a:cxn ang="0">
                    <a:pos x="17" y="40"/>
                  </a:cxn>
                  <a:cxn ang="0">
                    <a:pos x="19" y="40"/>
                  </a:cxn>
                  <a:cxn ang="0">
                    <a:pos x="14" y="43"/>
                  </a:cxn>
                  <a:cxn ang="0">
                    <a:pos x="14" y="48"/>
                  </a:cxn>
                  <a:cxn ang="0">
                    <a:pos x="12" y="50"/>
                  </a:cxn>
                  <a:cxn ang="0">
                    <a:pos x="17" y="50"/>
                  </a:cxn>
                  <a:cxn ang="0">
                    <a:pos x="19" y="50"/>
                  </a:cxn>
                  <a:cxn ang="0">
                    <a:pos x="21" y="48"/>
                  </a:cxn>
                  <a:cxn ang="0">
                    <a:pos x="24" y="52"/>
                  </a:cxn>
                  <a:cxn ang="0">
                    <a:pos x="24" y="59"/>
                  </a:cxn>
                  <a:cxn ang="0">
                    <a:pos x="21" y="62"/>
                  </a:cxn>
                  <a:cxn ang="0">
                    <a:pos x="21" y="66"/>
                  </a:cxn>
                  <a:cxn ang="0">
                    <a:pos x="19" y="71"/>
                  </a:cxn>
                  <a:cxn ang="0">
                    <a:pos x="17" y="76"/>
                  </a:cxn>
                  <a:cxn ang="0">
                    <a:pos x="17" y="81"/>
                  </a:cxn>
                  <a:cxn ang="0">
                    <a:pos x="17" y="85"/>
                  </a:cxn>
                  <a:cxn ang="0">
                    <a:pos x="14" y="90"/>
                  </a:cxn>
                  <a:cxn ang="0">
                    <a:pos x="14" y="97"/>
                  </a:cxn>
                  <a:cxn ang="0">
                    <a:pos x="12" y="97"/>
                  </a:cxn>
                  <a:cxn ang="0">
                    <a:pos x="12" y="95"/>
                  </a:cxn>
                  <a:cxn ang="0">
                    <a:pos x="10" y="90"/>
                  </a:cxn>
                  <a:cxn ang="0">
                    <a:pos x="10" y="85"/>
                  </a:cxn>
                  <a:cxn ang="0">
                    <a:pos x="7" y="81"/>
                  </a:cxn>
                  <a:cxn ang="0">
                    <a:pos x="7" y="76"/>
                  </a:cxn>
                  <a:cxn ang="0">
                    <a:pos x="5" y="71"/>
                  </a:cxn>
                  <a:cxn ang="0">
                    <a:pos x="2" y="66"/>
                  </a:cxn>
                  <a:cxn ang="0">
                    <a:pos x="2" y="62"/>
                  </a:cxn>
                  <a:cxn ang="0">
                    <a:pos x="0" y="57"/>
                  </a:cxn>
                  <a:cxn ang="0">
                    <a:pos x="0" y="52"/>
                  </a:cxn>
                  <a:cxn ang="0">
                    <a:pos x="2" y="50"/>
                  </a:cxn>
                  <a:cxn ang="0">
                    <a:pos x="5" y="45"/>
                  </a:cxn>
                  <a:cxn ang="0">
                    <a:pos x="5" y="43"/>
                  </a:cxn>
                  <a:cxn ang="0">
                    <a:pos x="7" y="40"/>
                  </a:cxn>
                  <a:cxn ang="0">
                    <a:pos x="7" y="36"/>
                  </a:cxn>
                  <a:cxn ang="0">
                    <a:pos x="10" y="31"/>
                  </a:cxn>
                  <a:cxn ang="0">
                    <a:pos x="10" y="26"/>
                  </a:cxn>
                  <a:cxn ang="0">
                    <a:pos x="12" y="21"/>
                  </a:cxn>
                  <a:cxn ang="0">
                    <a:pos x="12" y="14"/>
                  </a:cxn>
                  <a:cxn ang="0">
                    <a:pos x="14" y="14"/>
                  </a:cxn>
                  <a:cxn ang="0">
                    <a:pos x="17" y="10"/>
                  </a:cxn>
                  <a:cxn ang="0">
                    <a:pos x="21" y="7"/>
                  </a:cxn>
                  <a:cxn ang="0">
                    <a:pos x="24" y="7"/>
                  </a:cxn>
                  <a:cxn ang="0">
                    <a:pos x="26" y="2"/>
                  </a:cxn>
                  <a:cxn ang="0">
                    <a:pos x="28" y="2"/>
                  </a:cxn>
                  <a:cxn ang="0">
                    <a:pos x="33" y="0"/>
                  </a:cxn>
                </a:cxnLst>
                <a:rect l="0" t="0" r="r" b="b"/>
                <a:pathLst>
                  <a:path w="33" h="100">
                    <a:moveTo>
                      <a:pt x="33" y="0"/>
                    </a:moveTo>
                    <a:lnTo>
                      <a:pt x="33" y="0"/>
                    </a:lnTo>
                    <a:lnTo>
                      <a:pt x="33" y="0"/>
                    </a:lnTo>
                    <a:lnTo>
                      <a:pt x="33" y="2"/>
                    </a:lnTo>
                    <a:lnTo>
                      <a:pt x="33" y="2"/>
                    </a:lnTo>
                    <a:lnTo>
                      <a:pt x="33" y="2"/>
                    </a:lnTo>
                    <a:lnTo>
                      <a:pt x="33" y="2"/>
                    </a:lnTo>
                    <a:lnTo>
                      <a:pt x="33" y="5"/>
                    </a:lnTo>
                    <a:lnTo>
                      <a:pt x="33" y="5"/>
                    </a:lnTo>
                    <a:lnTo>
                      <a:pt x="33" y="5"/>
                    </a:lnTo>
                    <a:lnTo>
                      <a:pt x="33" y="5"/>
                    </a:lnTo>
                    <a:lnTo>
                      <a:pt x="33" y="7"/>
                    </a:lnTo>
                    <a:lnTo>
                      <a:pt x="33" y="7"/>
                    </a:lnTo>
                    <a:lnTo>
                      <a:pt x="33" y="7"/>
                    </a:lnTo>
                    <a:lnTo>
                      <a:pt x="33" y="10"/>
                    </a:lnTo>
                    <a:lnTo>
                      <a:pt x="33" y="10"/>
                    </a:lnTo>
                    <a:lnTo>
                      <a:pt x="33" y="12"/>
                    </a:lnTo>
                    <a:lnTo>
                      <a:pt x="33" y="12"/>
                    </a:lnTo>
                    <a:lnTo>
                      <a:pt x="33" y="12"/>
                    </a:lnTo>
                    <a:lnTo>
                      <a:pt x="33" y="12"/>
                    </a:lnTo>
                    <a:lnTo>
                      <a:pt x="33" y="12"/>
                    </a:lnTo>
                    <a:lnTo>
                      <a:pt x="33" y="14"/>
                    </a:lnTo>
                    <a:lnTo>
                      <a:pt x="33" y="14"/>
                    </a:lnTo>
                    <a:lnTo>
                      <a:pt x="33" y="14"/>
                    </a:lnTo>
                    <a:lnTo>
                      <a:pt x="33" y="17"/>
                    </a:lnTo>
                    <a:lnTo>
                      <a:pt x="31" y="17"/>
                    </a:lnTo>
                    <a:lnTo>
                      <a:pt x="31" y="17"/>
                    </a:lnTo>
                    <a:lnTo>
                      <a:pt x="31" y="17"/>
                    </a:lnTo>
                    <a:lnTo>
                      <a:pt x="28" y="17"/>
                    </a:lnTo>
                    <a:lnTo>
                      <a:pt x="28" y="17"/>
                    </a:lnTo>
                    <a:lnTo>
                      <a:pt x="28" y="19"/>
                    </a:lnTo>
                    <a:lnTo>
                      <a:pt x="28" y="19"/>
                    </a:lnTo>
                    <a:lnTo>
                      <a:pt x="26" y="19"/>
                    </a:lnTo>
                    <a:lnTo>
                      <a:pt x="26" y="19"/>
                    </a:lnTo>
                    <a:lnTo>
                      <a:pt x="26" y="21"/>
                    </a:lnTo>
                    <a:lnTo>
                      <a:pt x="26" y="21"/>
                    </a:lnTo>
                    <a:lnTo>
                      <a:pt x="26" y="21"/>
                    </a:lnTo>
                    <a:lnTo>
                      <a:pt x="26" y="24"/>
                    </a:lnTo>
                    <a:lnTo>
                      <a:pt x="26" y="24"/>
                    </a:lnTo>
                    <a:lnTo>
                      <a:pt x="26" y="24"/>
                    </a:lnTo>
                    <a:lnTo>
                      <a:pt x="24" y="24"/>
                    </a:lnTo>
                    <a:lnTo>
                      <a:pt x="24" y="24"/>
                    </a:lnTo>
                    <a:lnTo>
                      <a:pt x="24" y="24"/>
                    </a:lnTo>
                    <a:lnTo>
                      <a:pt x="24" y="24"/>
                    </a:lnTo>
                    <a:lnTo>
                      <a:pt x="24" y="21"/>
                    </a:lnTo>
                    <a:lnTo>
                      <a:pt x="21" y="21"/>
                    </a:lnTo>
                    <a:lnTo>
                      <a:pt x="21" y="21"/>
                    </a:lnTo>
                    <a:lnTo>
                      <a:pt x="21" y="21"/>
                    </a:lnTo>
                    <a:lnTo>
                      <a:pt x="21" y="21"/>
                    </a:lnTo>
                    <a:lnTo>
                      <a:pt x="19" y="21"/>
                    </a:lnTo>
                    <a:lnTo>
                      <a:pt x="19" y="21"/>
                    </a:lnTo>
                    <a:lnTo>
                      <a:pt x="19" y="21"/>
                    </a:lnTo>
                    <a:lnTo>
                      <a:pt x="17" y="21"/>
                    </a:lnTo>
                    <a:lnTo>
                      <a:pt x="17" y="21"/>
                    </a:lnTo>
                    <a:lnTo>
                      <a:pt x="17" y="21"/>
                    </a:lnTo>
                    <a:lnTo>
                      <a:pt x="17" y="24"/>
                    </a:lnTo>
                    <a:lnTo>
                      <a:pt x="17" y="24"/>
                    </a:lnTo>
                    <a:lnTo>
                      <a:pt x="17" y="26"/>
                    </a:lnTo>
                    <a:lnTo>
                      <a:pt x="14" y="26"/>
                    </a:lnTo>
                    <a:lnTo>
                      <a:pt x="14" y="26"/>
                    </a:lnTo>
                    <a:lnTo>
                      <a:pt x="14" y="26"/>
                    </a:lnTo>
                    <a:lnTo>
                      <a:pt x="14" y="29"/>
                    </a:lnTo>
                    <a:lnTo>
                      <a:pt x="14" y="29"/>
                    </a:lnTo>
                    <a:lnTo>
                      <a:pt x="14" y="29"/>
                    </a:lnTo>
                    <a:lnTo>
                      <a:pt x="14" y="31"/>
                    </a:lnTo>
                    <a:lnTo>
                      <a:pt x="14" y="31"/>
                    </a:lnTo>
                    <a:lnTo>
                      <a:pt x="14" y="31"/>
                    </a:lnTo>
                    <a:lnTo>
                      <a:pt x="14" y="31"/>
                    </a:lnTo>
                    <a:lnTo>
                      <a:pt x="14" y="33"/>
                    </a:lnTo>
                    <a:lnTo>
                      <a:pt x="14" y="33"/>
                    </a:lnTo>
                    <a:lnTo>
                      <a:pt x="14" y="36"/>
                    </a:lnTo>
                    <a:lnTo>
                      <a:pt x="14" y="36"/>
                    </a:lnTo>
                    <a:lnTo>
                      <a:pt x="14" y="38"/>
                    </a:lnTo>
                    <a:lnTo>
                      <a:pt x="14" y="38"/>
                    </a:lnTo>
                    <a:lnTo>
                      <a:pt x="14" y="38"/>
                    </a:lnTo>
                    <a:lnTo>
                      <a:pt x="14" y="38"/>
                    </a:lnTo>
                    <a:lnTo>
                      <a:pt x="14" y="38"/>
                    </a:lnTo>
                    <a:lnTo>
                      <a:pt x="14" y="40"/>
                    </a:lnTo>
                    <a:lnTo>
                      <a:pt x="14" y="40"/>
                    </a:lnTo>
                    <a:lnTo>
                      <a:pt x="14" y="40"/>
                    </a:lnTo>
                    <a:lnTo>
                      <a:pt x="14" y="40"/>
                    </a:lnTo>
                    <a:lnTo>
                      <a:pt x="14" y="40"/>
                    </a:lnTo>
                    <a:lnTo>
                      <a:pt x="17" y="40"/>
                    </a:lnTo>
                    <a:lnTo>
                      <a:pt x="17" y="40"/>
                    </a:lnTo>
                    <a:lnTo>
                      <a:pt x="17" y="40"/>
                    </a:lnTo>
                    <a:lnTo>
                      <a:pt x="17" y="40"/>
                    </a:lnTo>
                    <a:lnTo>
                      <a:pt x="19" y="40"/>
                    </a:lnTo>
                    <a:lnTo>
                      <a:pt x="19" y="40"/>
                    </a:lnTo>
                    <a:lnTo>
                      <a:pt x="19" y="40"/>
                    </a:lnTo>
                    <a:lnTo>
                      <a:pt x="19" y="40"/>
                    </a:lnTo>
                    <a:lnTo>
                      <a:pt x="17" y="40"/>
                    </a:lnTo>
                    <a:lnTo>
                      <a:pt x="17" y="43"/>
                    </a:lnTo>
                    <a:lnTo>
                      <a:pt x="17" y="43"/>
                    </a:lnTo>
                    <a:lnTo>
                      <a:pt x="17" y="43"/>
                    </a:lnTo>
                    <a:lnTo>
                      <a:pt x="17" y="43"/>
                    </a:lnTo>
                    <a:lnTo>
                      <a:pt x="14" y="43"/>
                    </a:lnTo>
                    <a:lnTo>
                      <a:pt x="14" y="43"/>
                    </a:lnTo>
                    <a:lnTo>
                      <a:pt x="14" y="45"/>
                    </a:lnTo>
                    <a:lnTo>
                      <a:pt x="14" y="45"/>
                    </a:lnTo>
                    <a:lnTo>
                      <a:pt x="14" y="45"/>
                    </a:lnTo>
                    <a:lnTo>
                      <a:pt x="14" y="48"/>
                    </a:lnTo>
                    <a:lnTo>
                      <a:pt x="14" y="48"/>
                    </a:lnTo>
                    <a:lnTo>
                      <a:pt x="14" y="50"/>
                    </a:lnTo>
                    <a:lnTo>
                      <a:pt x="12" y="50"/>
                    </a:lnTo>
                    <a:lnTo>
                      <a:pt x="12" y="50"/>
                    </a:lnTo>
                    <a:lnTo>
                      <a:pt x="12" y="50"/>
                    </a:lnTo>
                    <a:lnTo>
                      <a:pt x="12" y="50"/>
                    </a:lnTo>
                    <a:lnTo>
                      <a:pt x="12" y="50"/>
                    </a:lnTo>
                    <a:lnTo>
                      <a:pt x="12" y="52"/>
                    </a:lnTo>
                    <a:lnTo>
                      <a:pt x="14" y="52"/>
                    </a:lnTo>
                    <a:lnTo>
                      <a:pt x="14" y="52"/>
                    </a:lnTo>
                    <a:lnTo>
                      <a:pt x="14" y="50"/>
                    </a:lnTo>
                    <a:lnTo>
                      <a:pt x="14" y="50"/>
                    </a:lnTo>
                    <a:lnTo>
                      <a:pt x="17" y="50"/>
                    </a:lnTo>
                    <a:lnTo>
                      <a:pt x="17" y="52"/>
                    </a:lnTo>
                    <a:lnTo>
                      <a:pt x="17" y="52"/>
                    </a:lnTo>
                    <a:lnTo>
                      <a:pt x="17" y="50"/>
                    </a:lnTo>
                    <a:lnTo>
                      <a:pt x="17" y="50"/>
                    </a:lnTo>
                    <a:lnTo>
                      <a:pt x="19" y="50"/>
                    </a:lnTo>
                    <a:lnTo>
                      <a:pt x="19" y="50"/>
                    </a:lnTo>
                    <a:lnTo>
                      <a:pt x="19" y="50"/>
                    </a:lnTo>
                    <a:lnTo>
                      <a:pt x="21" y="50"/>
                    </a:lnTo>
                    <a:lnTo>
                      <a:pt x="21" y="50"/>
                    </a:lnTo>
                    <a:lnTo>
                      <a:pt x="21" y="50"/>
                    </a:lnTo>
                    <a:lnTo>
                      <a:pt x="21" y="50"/>
                    </a:lnTo>
                    <a:lnTo>
                      <a:pt x="21" y="48"/>
                    </a:lnTo>
                    <a:lnTo>
                      <a:pt x="24" y="48"/>
                    </a:lnTo>
                    <a:lnTo>
                      <a:pt x="24" y="50"/>
                    </a:lnTo>
                    <a:lnTo>
                      <a:pt x="24" y="50"/>
                    </a:lnTo>
                    <a:lnTo>
                      <a:pt x="24" y="50"/>
                    </a:lnTo>
                    <a:lnTo>
                      <a:pt x="24" y="52"/>
                    </a:lnTo>
                    <a:lnTo>
                      <a:pt x="24" y="52"/>
                    </a:lnTo>
                    <a:lnTo>
                      <a:pt x="24" y="55"/>
                    </a:lnTo>
                    <a:lnTo>
                      <a:pt x="24" y="55"/>
                    </a:lnTo>
                    <a:lnTo>
                      <a:pt x="24" y="55"/>
                    </a:lnTo>
                    <a:lnTo>
                      <a:pt x="24" y="57"/>
                    </a:lnTo>
                    <a:lnTo>
                      <a:pt x="24" y="57"/>
                    </a:lnTo>
                    <a:lnTo>
                      <a:pt x="24" y="59"/>
                    </a:lnTo>
                    <a:lnTo>
                      <a:pt x="24" y="59"/>
                    </a:lnTo>
                    <a:lnTo>
                      <a:pt x="24" y="59"/>
                    </a:lnTo>
                    <a:lnTo>
                      <a:pt x="24" y="62"/>
                    </a:lnTo>
                    <a:lnTo>
                      <a:pt x="24" y="62"/>
                    </a:lnTo>
                    <a:lnTo>
                      <a:pt x="24" y="62"/>
                    </a:lnTo>
                    <a:lnTo>
                      <a:pt x="21" y="62"/>
                    </a:lnTo>
                    <a:lnTo>
                      <a:pt x="21" y="62"/>
                    </a:lnTo>
                    <a:lnTo>
                      <a:pt x="21" y="64"/>
                    </a:lnTo>
                    <a:lnTo>
                      <a:pt x="21" y="64"/>
                    </a:lnTo>
                    <a:lnTo>
                      <a:pt x="21" y="66"/>
                    </a:lnTo>
                    <a:lnTo>
                      <a:pt x="21" y="66"/>
                    </a:lnTo>
                    <a:lnTo>
                      <a:pt x="21" y="66"/>
                    </a:lnTo>
                    <a:lnTo>
                      <a:pt x="21" y="69"/>
                    </a:lnTo>
                    <a:lnTo>
                      <a:pt x="19" y="69"/>
                    </a:lnTo>
                    <a:lnTo>
                      <a:pt x="19" y="69"/>
                    </a:lnTo>
                    <a:lnTo>
                      <a:pt x="19" y="71"/>
                    </a:lnTo>
                    <a:lnTo>
                      <a:pt x="19" y="71"/>
                    </a:lnTo>
                    <a:lnTo>
                      <a:pt x="19" y="71"/>
                    </a:lnTo>
                    <a:lnTo>
                      <a:pt x="19" y="71"/>
                    </a:lnTo>
                    <a:lnTo>
                      <a:pt x="19" y="74"/>
                    </a:lnTo>
                    <a:lnTo>
                      <a:pt x="17" y="74"/>
                    </a:lnTo>
                    <a:lnTo>
                      <a:pt x="17" y="74"/>
                    </a:lnTo>
                    <a:lnTo>
                      <a:pt x="17" y="76"/>
                    </a:lnTo>
                    <a:lnTo>
                      <a:pt x="17" y="76"/>
                    </a:lnTo>
                    <a:lnTo>
                      <a:pt x="19" y="76"/>
                    </a:lnTo>
                    <a:lnTo>
                      <a:pt x="19" y="78"/>
                    </a:lnTo>
                    <a:lnTo>
                      <a:pt x="17" y="78"/>
                    </a:lnTo>
                    <a:lnTo>
                      <a:pt x="17" y="78"/>
                    </a:lnTo>
                    <a:lnTo>
                      <a:pt x="17" y="81"/>
                    </a:lnTo>
                    <a:lnTo>
                      <a:pt x="17" y="81"/>
                    </a:lnTo>
                    <a:lnTo>
                      <a:pt x="17" y="81"/>
                    </a:lnTo>
                    <a:lnTo>
                      <a:pt x="17" y="83"/>
                    </a:lnTo>
                    <a:lnTo>
                      <a:pt x="17" y="83"/>
                    </a:lnTo>
                    <a:lnTo>
                      <a:pt x="17" y="83"/>
                    </a:lnTo>
                    <a:lnTo>
                      <a:pt x="17" y="85"/>
                    </a:lnTo>
                    <a:lnTo>
                      <a:pt x="17" y="85"/>
                    </a:lnTo>
                    <a:lnTo>
                      <a:pt x="17" y="85"/>
                    </a:lnTo>
                    <a:lnTo>
                      <a:pt x="17" y="88"/>
                    </a:lnTo>
                    <a:lnTo>
                      <a:pt x="17" y="88"/>
                    </a:lnTo>
                    <a:lnTo>
                      <a:pt x="17" y="90"/>
                    </a:lnTo>
                    <a:lnTo>
                      <a:pt x="17" y="90"/>
                    </a:lnTo>
                    <a:lnTo>
                      <a:pt x="14" y="90"/>
                    </a:lnTo>
                    <a:lnTo>
                      <a:pt x="14" y="90"/>
                    </a:lnTo>
                    <a:lnTo>
                      <a:pt x="14" y="93"/>
                    </a:lnTo>
                    <a:lnTo>
                      <a:pt x="14" y="93"/>
                    </a:lnTo>
                    <a:lnTo>
                      <a:pt x="14" y="95"/>
                    </a:lnTo>
                    <a:lnTo>
                      <a:pt x="14" y="95"/>
                    </a:lnTo>
                    <a:lnTo>
                      <a:pt x="14" y="97"/>
                    </a:lnTo>
                    <a:lnTo>
                      <a:pt x="14" y="97"/>
                    </a:lnTo>
                    <a:lnTo>
                      <a:pt x="14" y="97"/>
                    </a:lnTo>
                    <a:lnTo>
                      <a:pt x="14" y="97"/>
                    </a:lnTo>
                    <a:lnTo>
                      <a:pt x="14" y="100"/>
                    </a:lnTo>
                    <a:lnTo>
                      <a:pt x="12" y="100"/>
                    </a:lnTo>
                    <a:lnTo>
                      <a:pt x="12" y="97"/>
                    </a:lnTo>
                    <a:lnTo>
                      <a:pt x="12" y="97"/>
                    </a:lnTo>
                    <a:lnTo>
                      <a:pt x="12" y="97"/>
                    </a:lnTo>
                    <a:lnTo>
                      <a:pt x="12" y="95"/>
                    </a:lnTo>
                    <a:lnTo>
                      <a:pt x="12" y="95"/>
                    </a:lnTo>
                    <a:lnTo>
                      <a:pt x="12" y="95"/>
                    </a:lnTo>
                    <a:lnTo>
                      <a:pt x="12" y="95"/>
                    </a:lnTo>
                    <a:lnTo>
                      <a:pt x="12" y="93"/>
                    </a:lnTo>
                    <a:lnTo>
                      <a:pt x="12" y="93"/>
                    </a:lnTo>
                    <a:lnTo>
                      <a:pt x="12" y="90"/>
                    </a:lnTo>
                    <a:lnTo>
                      <a:pt x="12" y="90"/>
                    </a:lnTo>
                    <a:lnTo>
                      <a:pt x="10" y="90"/>
                    </a:lnTo>
                    <a:lnTo>
                      <a:pt x="10" y="90"/>
                    </a:lnTo>
                    <a:lnTo>
                      <a:pt x="10" y="88"/>
                    </a:lnTo>
                    <a:lnTo>
                      <a:pt x="10" y="88"/>
                    </a:lnTo>
                    <a:lnTo>
                      <a:pt x="10" y="88"/>
                    </a:lnTo>
                    <a:lnTo>
                      <a:pt x="10" y="85"/>
                    </a:lnTo>
                    <a:lnTo>
                      <a:pt x="10" y="85"/>
                    </a:lnTo>
                    <a:lnTo>
                      <a:pt x="10" y="85"/>
                    </a:lnTo>
                    <a:lnTo>
                      <a:pt x="10" y="83"/>
                    </a:lnTo>
                    <a:lnTo>
                      <a:pt x="10" y="83"/>
                    </a:lnTo>
                    <a:lnTo>
                      <a:pt x="7" y="83"/>
                    </a:lnTo>
                    <a:lnTo>
                      <a:pt x="7" y="81"/>
                    </a:lnTo>
                    <a:lnTo>
                      <a:pt x="7" y="81"/>
                    </a:lnTo>
                    <a:lnTo>
                      <a:pt x="7" y="81"/>
                    </a:lnTo>
                    <a:lnTo>
                      <a:pt x="7" y="81"/>
                    </a:lnTo>
                    <a:lnTo>
                      <a:pt x="7" y="78"/>
                    </a:lnTo>
                    <a:lnTo>
                      <a:pt x="7" y="78"/>
                    </a:lnTo>
                    <a:lnTo>
                      <a:pt x="7" y="76"/>
                    </a:lnTo>
                    <a:lnTo>
                      <a:pt x="7" y="76"/>
                    </a:lnTo>
                    <a:lnTo>
                      <a:pt x="7" y="76"/>
                    </a:lnTo>
                    <a:lnTo>
                      <a:pt x="5" y="76"/>
                    </a:lnTo>
                    <a:lnTo>
                      <a:pt x="5" y="74"/>
                    </a:lnTo>
                    <a:lnTo>
                      <a:pt x="5" y="74"/>
                    </a:lnTo>
                    <a:lnTo>
                      <a:pt x="5" y="71"/>
                    </a:lnTo>
                    <a:lnTo>
                      <a:pt x="5" y="71"/>
                    </a:lnTo>
                    <a:lnTo>
                      <a:pt x="5" y="71"/>
                    </a:lnTo>
                    <a:lnTo>
                      <a:pt x="5" y="71"/>
                    </a:lnTo>
                    <a:lnTo>
                      <a:pt x="5" y="69"/>
                    </a:lnTo>
                    <a:lnTo>
                      <a:pt x="5" y="69"/>
                    </a:lnTo>
                    <a:lnTo>
                      <a:pt x="2" y="69"/>
                    </a:lnTo>
                    <a:lnTo>
                      <a:pt x="2" y="66"/>
                    </a:lnTo>
                    <a:lnTo>
                      <a:pt x="2" y="66"/>
                    </a:lnTo>
                    <a:lnTo>
                      <a:pt x="2" y="66"/>
                    </a:lnTo>
                    <a:lnTo>
                      <a:pt x="2" y="64"/>
                    </a:lnTo>
                    <a:lnTo>
                      <a:pt x="2" y="64"/>
                    </a:lnTo>
                    <a:lnTo>
                      <a:pt x="2" y="64"/>
                    </a:lnTo>
                    <a:lnTo>
                      <a:pt x="2" y="62"/>
                    </a:lnTo>
                    <a:lnTo>
                      <a:pt x="2" y="62"/>
                    </a:lnTo>
                    <a:lnTo>
                      <a:pt x="0" y="62"/>
                    </a:lnTo>
                    <a:lnTo>
                      <a:pt x="0" y="62"/>
                    </a:lnTo>
                    <a:lnTo>
                      <a:pt x="0" y="59"/>
                    </a:lnTo>
                    <a:lnTo>
                      <a:pt x="0" y="59"/>
                    </a:lnTo>
                    <a:lnTo>
                      <a:pt x="0" y="59"/>
                    </a:lnTo>
                    <a:lnTo>
                      <a:pt x="0" y="57"/>
                    </a:lnTo>
                    <a:lnTo>
                      <a:pt x="0" y="57"/>
                    </a:lnTo>
                    <a:lnTo>
                      <a:pt x="0" y="57"/>
                    </a:lnTo>
                    <a:lnTo>
                      <a:pt x="0" y="55"/>
                    </a:lnTo>
                    <a:lnTo>
                      <a:pt x="0" y="55"/>
                    </a:lnTo>
                    <a:lnTo>
                      <a:pt x="0" y="55"/>
                    </a:lnTo>
                    <a:lnTo>
                      <a:pt x="0" y="52"/>
                    </a:lnTo>
                    <a:lnTo>
                      <a:pt x="0" y="52"/>
                    </a:lnTo>
                    <a:lnTo>
                      <a:pt x="0" y="52"/>
                    </a:lnTo>
                    <a:lnTo>
                      <a:pt x="0" y="50"/>
                    </a:lnTo>
                    <a:lnTo>
                      <a:pt x="0" y="50"/>
                    </a:lnTo>
                    <a:lnTo>
                      <a:pt x="2" y="50"/>
                    </a:lnTo>
                    <a:lnTo>
                      <a:pt x="2" y="50"/>
                    </a:lnTo>
                    <a:lnTo>
                      <a:pt x="2" y="50"/>
                    </a:lnTo>
                    <a:lnTo>
                      <a:pt x="2" y="48"/>
                    </a:lnTo>
                    <a:lnTo>
                      <a:pt x="2" y="48"/>
                    </a:lnTo>
                    <a:lnTo>
                      <a:pt x="5" y="48"/>
                    </a:lnTo>
                    <a:lnTo>
                      <a:pt x="5" y="48"/>
                    </a:lnTo>
                    <a:lnTo>
                      <a:pt x="5" y="45"/>
                    </a:lnTo>
                    <a:lnTo>
                      <a:pt x="2" y="45"/>
                    </a:lnTo>
                    <a:lnTo>
                      <a:pt x="2" y="45"/>
                    </a:lnTo>
                    <a:lnTo>
                      <a:pt x="2" y="45"/>
                    </a:lnTo>
                    <a:lnTo>
                      <a:pt x="2" y="45"/>
                    </a:lnTo>
                    <a:lnTo>
                      <a:pt x="2" y="43"/>
                    </a:lnTo>
                    <a:lnTo>
                      <a:pt x="5" y="43"/>
                    </a:lnTo>
                    <a:lnTo>
                      <a:pt x="5" y="43"/>
                    </a:lnTo>
                    <a:lnTo>
                      <a:pt x="5" y="40"/>
                    </a:lnTo>
                    <a:lnTo>
                      <a:pt x="5" y="40"/>
                    </a:lnTo>
                    <a:lnTo>
                      <a:pt x="5" y="40"/>
                    </a:lnTo>
                    <a:lnTo>
                      <a:pt x="7" y="40"/>
                    </a:lnTo>
                    <a:lnTo>
                      <a:pt x="7" y="40"/>
                    </a:lnTo>
                    <a:lnTo>
                      <a:pt x="7" y="38"/>
                    </a:lnTo>
                    <a:lnTo>
                      <a:pt x="7" y="38"/>
                    </a:lnTo>
                    <a:lnTo>
                      <a:pt x="7" y="38"/>
                    </a:lnTo>
                    <a:lnTo>
                      <a:pt x="7" y="36"/>
                    </a:lnTo>
                    <a:lnTo>
                      <a:pt x="7" y="36"/>
                    </a:lnTo>
                    <a:lnTo>
                      <a:pt x="7" y="36"/>
                    </a:lnTo>
                    <a:lnTo>
                      <a:pt x="7" y="33"/>
                    </a:lnTo>
                    <a:lnTo>
                      <a:pt x="7" y="33"/>
                    </a:lnTo>
                    <a:lnTo>
                      <a:pt x="10" y="33"/>
                    </a:lnTo>
                    <a:lnTo>
                      <a:pt x="10" y="31"/>
                    </a:lnTo>
                    <a:lnTo>
                      <a:pt x="10" y="31"/>
                    </a:lnTo>
                    <a:lnTo>
                      <a:pt x="10" y="31"/>
                    </a:lnTo>
                    <a:lnTo>
                      <a:pt x="10" y="31"/>
                    </a:lnTo>
                    <a:lnTo>
                      <a:pt x="10" y="29"/>
                    </a:lnTo>
                    <a:lnTo>
                      <a:pt x="10" y="29"/>
                    </a:lnTo>
                    <a:lnTo>
                      <a:pt x="10" y="29"/>
                    </a:lnTo>
                    <a:lnTo>
                      <a:pt x="10" y="26"/>
                    </a:lnTo>
                    <a:lnTo>
                      <a:pt x="10" y="26"/>
                    </a:lnTo>
                    <a:lnTo>
                      <a:pt x="10" y="24"/>
                    </a:lnTo>
                    <a:lnTo>
                      <a:pt x="12" y="24"/>
                    </a:lnTo>
                    <a:lnTo>
                      <a:pt x="12" y="24"/>
                    </a:lnTo>
                    <a:lnTo>
                      <a:pt x="12" y="21"/>
                    </a:lnTo>
                    <a:lnTo>
                      <a:pt x="12" y="21"/>
                    </a:lnTo>
                    <a:lnTo>
                      <a:pt x="12" y="21"/>
                    </a:lnTo>
                    <a:lnTo>
                      <a:pt x="12" y="21"/>
                    </a:lnTo>
                    <a:lnTo>
                      <a:pt x="12" y="19"/>
                    </a:lnTo>
                    <a:lnTo>
                      <a:pt x="12" y="19"/>
                    </a:lnTo>
                    <a:lnTo>
                      <a:pt x="12" y="17"/>
                    </a:lnTo>
                    <a:lnTo>
                      <a:pt x="12" y="17"/>
                    </a:lnTo>
                    <a:lnTo>
                      <a:pt x="12" y="14"/>
                    </a:lnTo>
                    <a:lnTo>
                      <a:pt x="14" y="14"/>
                    </a:lnTo>
                    <a:lnTo>
                      <a:pt x="14" y="14"/>
                    </a:lnTo>
                    <a:lnTo>
                      <a:pt x="14" y="12"/>
                    </a:lnTo>
                    <a:lnTo>
                      <a:pt x="14" y="12"/>
                    </a:lnTo>
                    <a:lnTo>
                      <a:pt x="14" y="14"/>
                    </a:lnTo>
                    <a:lnTo>
                      <a:pt x="14" y="14"/>
                    </a:lnTo>
                    <a:lnTo>
                      <a:pt x="14" y="12"/>
                    </a:lnTo>
                    <a:lnTo>
                      <a:pt x="14" y="12"/>
                    </a:lnTo>
                    <a:lnTo>
                      <a:pt x="14" y="12"/>
                    </a:lnTo>
                    <a:lnTo>
                      <a:pt x="14" y="10"/>
                    </a:lnTo>
                    <a:lnTo>
                      <a:pt x="17" y="10"/>
                    </a:lnTo>
                    <a:lnTo>
                      <a:pt x="17" y="10"/>
                    </a:lnTo>
                    <a:lnTo>
                      <a:pt x="17" y="7"/>
                    </a:lnTo>
                    <a:lnTo>
                      <a:pt x="17" y="7"/>
                    </a:lnTo>
                    <a:lnTo>
                      <a:pt x="17" y="7"/>
                    </a:lnTo>
                    <a:lnTo>
                      <a:pt x="19" y="7"/>
                    </a:lnTo>
                    <a:lnTo>
                      <a:pt x="19" y="7"/>
                    </a:lnTo>
                    <a:lnTo>
                      <a:pt x="21" y="7"/>
                    </a:lnTo>
                    <a:lnTo>
                      <a:pt x="21" y="7"/>
                    </a:lnTo>
                    <a:lnTo>
                      <a:pt x="21" y="7"/>
                    </a:lnTo>
                    <a:lnTo>
                      <a:pt x="21" y="10"/>
                    </a:lnTo>
                    <a:lnTo>
                      <a:pt x="24" y="10"/>
                    </a:lnTo>
                    <a:lnTo>
                      <a:pt x="24" y="7"/>
                    </a:lnTo>
                    <a:lnTo>
                      <a:pt x="24" y="7"/>
                    </a:lnTo>
                    <a:lnTo>
                      <a:pt x="24" y="7"/>
                    </a:lnTo>
                    <a:lnTo>
                      <a:pt x="24" y="7"/>
                    </a:lnTo>
                    <a:lnTo>
                      <a:pt x="26" y="7"/>
                    </a:lnTo>
                    <a:lnTo>
                      <a:pt x="26" y="5"/>
                    </a:lnTo>
                    <a:lnTo>
                      <a:pt x="26" y="5"/>
                    </a:lnTo>
                    <a:lnTo>
                      <a:pt x="26" y="2"/>
                    </a:lnTo>
                    <a:lnTo>
                      <a:pt x="26" y="2"/>
                    </a:lnTo>
                    <a:lnTo>
                      <a:pt x="28" y="2"/>
                    </a:lnTo>
                    <a:lnTo>
                      <a:pt x="28" y="2"/>
                    </a:lnTo>
                    <a:lnTo>
                      <a:pt x="28" y="2"/>
                    </a:lnTo>
                    <a:lnTo>
                      <a:pt x="28" y="2"/>
                    </a:lnTo>
                    <a:lnTo>
                      <a:pt x="28" y="2"/>
                    </a:lnTo>
                    <a:lnTo>
                      <a:pt x="31" y="2"/>
                    </a:lnTo>
                    <a:lnTo>
                      <a:pt x="31" y="2"/>
                    </a:lnTo>
                    <a:lnTo>
                      <a:pt x="33" y="2"/>
                    </a:lnTo>
                    <a:lnTo>
                      <a:pt x="33" y="0"/>
                    </a:lnTo>
                    <a:lnTo>
                      <a:pt x="33" y="0"/>
                    </a:lnTo>
                    <a:lnTo>
                      <a:pt x="33" y="0"/>
                    </a:lnTo>
                    <a:lnTo>
                      <a:pt x="3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8" name="Freeform 146"/>
              <p:cNvSpPr>
                <a:spLocks/>
              </p:cNvSpPr>
              <p:nvPr/>
            </p:nvSpPr>
            <p:spPr bwMode="auto">
              <a:xfrm>
                <a:off x="1567" y="1907"/>
                <a:ext cx="33" cy="100"/>
              </a:xfrm>
              <a:custGeom>
                <a:avLst/>
                <a:gdLst/>
                <a:ahLst/>
                <a:cxnLst>
                  <a:cxn ang="0">
                    <a:pos x="33" y="2"/>
                  </a:cxn>
                  <a:cxn ang="0">
                    <a:pos x="33" y="7"/>
                  </a:cxn>
                  <a:cxn ang="0">
                    <a:pos x="33" y="12"/>
                  </a:cxn>
                  <a:cxn ang="0">
                    <a:pos x="33" y="14"/>
                  </a:cxn>
                  <a:cxn ang="0">
                    <a:pos x="28" y="17"/>
                  </a:cxn>
                  <a:cxn ang="0">
                    <a:pos x="26" y="21"/>
                  </a:cxn>
                  <a:cxn ang="0">
                    <a:pos x="24" y="24"/>
                  </a:cxn>
                  <a:cxn ang="0">
                    <a:pos x="21" y="21"/>
                  </a:cxn>
                  <a:cxn ang="0">
                    <a:pos x="17" y="21"/>
                  </a:cxn>
                  <a:cxn ang="0">
                    <a:pos x="14" y="26"/>
                  </a:cxn>
                  <a:cxn ang="0">
                    <a:pos x="14" y="31"/>
                  </a:cxn>
                  <a:cxn ang="0">
                    <a:pos x="14" y="36"/>
                  </a:cxn>
                  <a:cxn ang="0">
                    <a:pos x="14" y="40"/>
                  </a:cxn>
                  <a:cxn ang="0">
                    <a:pos x="17" y="40"/>
                  </a:cxn>
                  <a:cxn ang="0">
                    <a:pos x="19" y="40"/>
                  </a:cxn>
                  <a:cxn ang="0">
                    <a:pos x="14" y="43"/>
                  </a:cxn>
                  <a:cxn ang="0">
                    <a:pos x="14" y="48"/>
                  </a:cxn>
                  <a:cxn ang="0">
                    <a:pos x="12" y="50"/>
                  </a:cxn>
                  <a:cxn ang="0">
                    <a:pos x="17" y="50"/>
                  </a:cxn>
                  <a:cxn ang="0">
                    <a:pos x="19" y="50"/>
                  </a:cxn>
                  <a:cxn ang="0">
                    <a:pos x="21" y="48"/>
                  </a:cxn>
                  <a:cxn ang="0">
                    <a:pos x="24" y="52"/>
                  </a:cxn>
                  <a:cxn ang="0">
                    <a:pos x="24" y="59"/>
                  </a:cxn>
                  <a:cxn ang="0">
                    <a:pos x="21" y="62"/>
                  </a:cxn>
                  <a:cxn ang="0">
                    <a:pos x="21" y="66"/>
                  </a:cxn>
                  <a:cxn ang="0">
                    <a:pos x="19" y="71"/>
                  </a:cxn>
                  <a:cxn ang="0">
                    <a:pos x="17" y="76"/>
                  </a:cxn>
                  <a:cxn ang="0">
                    <a:pos x="17" y="81"/>
                  </a:cxn>
                  <a:cxn ang="0">
                    <a:pos x="17" y="85"/>
                  </a:cxn>
                  <a:cxn ang="0">
                    <a:pos x="14" y="90"/>
                  </a:cxn>
                  <a:cxn ang="0">
                    <a:pos x="14" y="97"/>
                  </a:cxn>
                  <a:cxn ang="0">
                    <a:pos x="12" y="97"/>
                  </a:cxn>
                  <a:cxn ang="0">
                    <a:pos x="12" y="95"/>
                  </a:cxn>
                  <a:cxn ang="0">
                    <a:pos x="10" y="90"/>
                  </a:cxn>
                  <a:cxn ang="0">
                    <a:pos x="10" y="85"/>
                  </a:cxn>
                  <a:cxn ang="0">
                    <a:pos x="7" y="81"/>
                  </a:cxn>
                  <a:cxn ang="0">
                    <a:pos x="7" y="76"/>
                  </a:cxn>
                  <a:cxn ang="0">
                    <a:pos x="5" y="71"/>
                  </a:cxn>
                  <a:cxn ang="0">
                    <a:pos x="2" y="66"/>
                  </a:cxn>
                  <a:cxn ang="0">
                    <a:pos x="2" y="62"/>
                  </a:cxn>
                  <a:cxn ang="0">
                    <a:pos x="0" y="57"/>
                  </a:cxn>
                  <a:cxn ang="0">
                    <a:pos x="0" y="52"/>
                  </a:cxn>
                  <a:cxn ang="0">
                    <a:pos x="2" y="50"/>
                  </a:cxn>
                  <a:cxn ang="0">
                    <a:pos x="5" y="45"/>
                  </a:cxn>
                  <a:cxn ang="0">
                    <a:pos x="5" y="43"/>
                  </a:cxn>
                  <a:cxn ang="0">
                    <a:pos x="7" y="40"/>
                  </a:cxn>
                  <a:cxn ang="0">
                    <a:pos x="7" y="36"/>
                  </a:cxn>
                  <a:cxn ang="0">
                    <a:pos x="10" y="31"/>
                  </a:cxn>
                  <a:cxn ang="0">
                    <a:pos x="10" y="26"/>
                  </a:cxn>
                  <a:cxn ang="0">
                    <a:pos x="12" y="21"/>
                  </a:cxn>
                  <a:cxn ang="0">
                    <a:pos x="12" y="14"/>
                  </a:cxn>
                  <a:cxn ang="0">
                    <a:pos x="14" y="14"/>
                  </a:cxn>
                  <a:cxn ang="0">
                    <a:pos x="17" y="10"/>
                  </a:cxn>
                  <a:cxn ang="0">
                    <a:pos x="21" y="7"/>
                  </a:cxn>
                  <a:cxn ang="0">
                    <a:pos x="24" y="7"/>
                  </a:cxn>
                  <a:cxn ang="0">
                    <a:pos x="26" y="2"/>
                  </a:cxn>
                  <a:cxn ang="0">
                    <a:pos x="28" y="2"/>
                  </a:cxn>
                  <a:cxn ang="0">
                    <a:pos x="33" y="0"/>
                  </a:cxn>
                </a:cxnLst>
                <a:rect l="0" t="0" r="r" b="b"/>
                <a:pathLst>
                  <a:path w="33" h="100">
                    <a:moveTo>
                      <a:pt x="33" y="0"/>
                    </a:moveTo>
                    <a:lnTo>
                      <a:pt x="33" y="0"/>
                    </a:lnTo>
                    <a:lnTo>
                      <a:pt x="33" y="0"/>
                    </a:lnTo>
                    <a:lnTo>
                      <a:pt x="33" y="2"/>
                    </a:lnTo>
                    <a:lnTo>
                      <a:pt x="33" y="2"/>
                    </a:lnTo>
                    <a:lnTo>
                      <a:pt x="33" y="2"/>
                    </a:lnTo>
                    <a:lnTo>
                      <a:pt x="33" y="2"/>
                    </a:lnTo>
                    <a:lnTo>
                      <a:pt x="33" y="5"/>
                    </a:lnTo>
                    <a:lnTo>
                      <a:pt x="33" y="5"/>
                    </a:lnTo>
                    <a:lnTo>
                      <a:pt x="33" y="5"/>
                    </a:lnTo>
                    <a:lnTo>
                      <a:pt x="33" y="5"/>
                    </a:lnTo>
                    <a:lnTo>
                      <a:pt x="33" y="7"/>
                    </a:lnTo>
                    <a:lnTo>
                      <a:pt x="33" y="7"/>
                    </a:lnTo>
                    <a:lnTo>
                      <a:pt x="33" y="7"/>
                    </a:lnTo>
                    <a:lnTo>
                      <a:pt x="33" y="10"/>
                    </a:lnTo>
                    <a:lnTo>
                      <a:pt x="33" y="10"/>
                    </a:lnTo>
                    <a:lnTo>
                      <a:pt x="33" y="12"/>
                    </a:lnTo>
                    <a:lnTo>
                      <a:pt x="33" y="12"/>
                    </a:lnTo>
                    <a:lnTo>
                      <a:pt x="33" y="12"/>
                    </a:lnTo>
                    <a:lnTo>
                      <a:pt x="33" y="12"/>
                    </a:lnTo>
                    <a:lnTo>
                      <a:pt x="33" y="12"/>
                    </a:lnTo>
                    <a:lnTo>
                      <a:pt x="33" y="14"/>
                    </a:lnTo>
                    <a:lnTo>
                      <a:pt x="33" y="14"/>
                    </a:lnTo>
                    <a:lnTo>
                      <a:pt x="33" y="14"/>
                    </a:lnTo>
                    <a:lnTo>
                      <a:pt x="33" y="17"/>
                    </a:lnTo>
                    <a:lnTo>
                      <a:pt x="31" y="17"/>
                    </a:lnTo>
                    <a:lnTo>
                      <a:pt x="31" y="17"/>
                    </a:lnTo>
                    <a:lnTo>
                      <a:pt x="31" y="17"/>
                    </a:lnTo>
                    <a:lnTo>
                      <a:pt x="28" y="17"/>
                    </a:lnTo>
                    <a:lnTo>
                      <a:pt x="28" y="17"/>
                    </a:lnTo>
                    <a:lnTo>
                      <a:pt x="28" y="19"/>
                    </a:lnTo>
                    <a:lnTo>
                      <a:pt x="28" y="19"/>
                    </a:lnTo>
                    <a:lnTo>
                      <a:pt x="26" y="19"/>
                    </a:lnTo>
                    <a:lnTo>
                      <a:pt x="26" y="19"/>
                    </a:lnTo>
                    <a:lnTo>
                      <a:pt x="26" y="21"/>
                    </a:lnTo>
                    <a:lnTo>
                      <a:pt x="26" y="21"/>
                    </a:lnTo>
                    <a:lnTo>
                      <a:pt x="26" y="21"/>
                    </a:lnTo>
                    <a:lnTo>
                      <a:pt x="26" y="24"/>
                    </a:lnTo>
                    <a:lnTo>
                      <a:pt x="26" y="24"/>
                    </a:lnTo>
                    <a:lnTo>
                      <a:pt x="26" y="24"/>
                    </a:lnTo>
                    <a:lnTo>
                      <a:pt x="24" y="24"/>
                    </a:lnTo>
                    <a:lnTo>
                      <a:pt x="24" y="24"/>
                    </a:lnTo>
                    <a:lnTo>
                      <a:pt x="24" y="24"/>
                    </a:lnTo>
                    <a:lnTo>
                      <a:pt x="24" y="24"/>
                    </a:lnTo>
                    <a:lnTo>
                      <a:pt x="24" y="21"/>
                    </a:lnTo>
                    <a:lnTo>
                      <a:pt x="21" y="21"/>
                    </a:lnTo>
                    <a:lnTo>
                      <a:pt x="21" y="21"/>
                    </a:lnTo>
                    <a:lnTo>
                      <a:pt x="21" y="21"/>
                    </a:lnTo>
                    <a:lnTo>
                      <a:pt x="21" y="21"/>
                    </a:lnTo>
                    <a:lnTo>
                      <a:pt x="19" y="21"/>
                    </a:lnTo>
                    <a:lnTo>
                      <a:pt x="19" y="21"/>
                    </a:lnTo>
                    <a:lnTo>
                      <a:pt x="19" y="21"/>
                    </a:lnTo>
                    <a:lnTo>
                      <a:pt x="17" y="21"/>
                    </a:lnTo>
                    <a:lnTo>
                      <a:pt x="17" y="21"/>
                    </a:lnTo>
                    <a:lnTo>
                      <a:pt x="17" y="21"/>
                    </a:lnTo>
                    <a:lnTo>
                      <a:pt x="17" y="24"/>
                    </a:lnTo>
                    <a:lnTo>
                      <a:pt x="17" y="24"/>
                    </a:lnTo>
                    <a:lnTo>
                      <a:pt x="17" y="26"/>
                    </a:lnTo>
                    <a:lnTo>
                      <a:pt x="14" y="26"/>
                    </a:lnTo>
                    <a:lnTo>
                      <a:pt x="14" y="26"/>
                    </a:lnTo>
                    <a:lnTo>
                      <a:pt x="14" y="26"/>
                    </a:lnTo>
                    <a:lnTo>
                      <a:pt x="14" y="29"/>
                    </a:lnTo>
                    <a:lnTo>
                      <a:pt x="14" y="29"/>
                    </a:lnTo>
                    <a:lnTo>
                      <a:pt x="14" y="29"/>
                    </a:lnTo>
                    <a:lnTo>
                      <a:pt x="14" y="31"/>
                    </a:lnTo>
                    <a:lnTo>
                      <a:pt x="14" y="31"/>
                    </a:lnTo>
                    <a:lnTo>
                      <a:pt x="14" y="31"/>
                    </a:lnTo>
                    <a:lnTo>
                      <a:pt x="14" y="31"/>
                    </a:lnTo>
                    <a:lnTo>
                      <a:pt x="14" y="33"/>
                    </a:lnTo>
                    <a:lnTo>
                      <a:pt x="14" y="33"/>
                    </a:lnTo>
                    <a:lnTo>
                      <a:pt x="14" y="36"/>
                    </a:lnTo>
                    <a:lnTo>
                      <a:pt x="14" y="36"/>
                    </a:lnTo>
                    <a:lnTo>
                      <a:pt x="14" y="38"/>
                    </a:lnTo>
                    <a:lnTo>
                      <a:pt x="14" y="38"/>
                    </a:lnTo>
                    <a:lnTo>
                      <a:pt x="14" y="38"/>
                    </a:lnTo>
                    <a:lnTo>
                      <a:pt x="14" y="38"/>
                    </a:lnTo>
                    <a:lnTo>
                      <a:pt x="14" y="38"/>
                    </a:lnTo>
                    <a:lnTo>
                      <a:pt x="14" y="40"/>
                    </a:lnTo>
                    <a:lnTo>
                      <a:pt x="14" y="40"/>
                    </a:lnTo>
                    <a:lnTo>
                      <a:pt x="14" y="40"/>
                    </a:lnTo>
                    <a:lnTo>
                      <a:pt x="14" y="40"/>
                    </a:lnTo>
                    <a:lnTo>
                      <a:pt x="14" y="40"/>
                    </a:lnTo>
                    <a:lnTo>
                      <a:pt x="17" y="40"/>
                    </a:lnTo>
                    <a:lnTo>
                      <a:pt x="17" y="40"/>
                    </a:lnTo>
                    <a:lnTo>
                      <a:pt x="17" y="40"/>
                    </a:lnTo>
                    <a:lnTo>
                      <a:pt x="17" y="40"/>
                    </a:lnTo>
                    <a:lnTo>
                      <a:pt x="19" y="40"/>
                    </a:lnTo>
                    <a:lnTo>
                      <a:pt x="19" y="40"/>
                    </a:lnTo>
                    <a:lnTo>
                      <a:pt x="19" y="40"/>
                    </a:lnTo>
                    <a:lnTo>
                      <a:pt x="19" y="40"/>
                    </a:lnTo>
                    <a:lnTo>
                      <a:pt x="17" y="40"/>
                    </a:lnTo>
                    <a:lnTo>
                      <a:pt x="17" y="43"/>
                    </a:lnTo>
                    <a:lnTo>
                      <a:pt x="17" y="43"/>
                    </a:lnTo>
                    <a:lnTo>
                      <a:pt x="17" y="43"/>
                    </a:lnTo>
                    <a:lnTo>
                      <a:pt x="17" y="43"/>
                    </a:lnTo>
                    <a:lnTo>
                      <a:pt x="14" y="43"/>
                    </a:lnTo>
                    <a:lnTo>
                      <a:pt x="14" y="43"/>
                    </a:lnTo>
                    <a:lnTo>
                      <a:pt x="14" y="45"/>
                    </a:lnTo>
                    <a:lnTo>
                      <a:pt x="14" y="45"/>
                    </a:lnTo>
                    <a:lnTo>
                      <a:pt x="14" y="45"/>
                    </a:lnTo>
                    <a:lnTo>
                      <a:pt x="14" y="48"/>
                    </a:lnTo>
                    <a:lnTo>
                      <a:pt x="14" y="48"/>
                    </a:lnTo>
                    <a:lnTo>
                      <a:pt x="14" y="50"/>
                    </a:lnTo>
                    <a:lnTo>
                      <a:pt x="12" y="50"/>
                    </a:lnTo>
                    <a:lnTo>
                      <a:pt x="12" y="50"/>
                    </a:lnTo>
                    <a:lnTo>
                      <a:pt x="12" y="50"/>
                    </a:lnTo>
                    <a:lnTo>
                      <a:pt x="12" y="50"/>
                    </a:lnTo>
                    <a:lnTo>
                      <a:pt x="12" y="50"/>
                    </a:lnTo>
                    <a:lnTo>
                      <a:pt x="12" y="52"/>
                    </a:lnTo>
                    <a:lnTo>
                      <a:pt x="14" y="52"/>
                    </a:lnTo>
                    <a:lnTo>
                      <a:pt x="14" y="52"/>
                    </a:lnTo>
                    <a:lnTo>
                      <a:pt x="14" y="50"/>
                    </a:lnTo>
                    <a:lnTo>
                      <a:pt x="14" y="50"/>
                    </a:lnTo>
                    <a:lnTo>
                      <a:pt x="17" y="50"/>
                    </a:lnTo>
                    <a:lnTo>
                      <a:pt x="17" y="52"/>
                    </a:lnTo>
                    <a:lnTo>
                      <a:pt x="17" y="52"/>
                    </a:lnTo>
                    <a:lnTo>
                      <a:pt x="17" y="50"/>
                    </a:lnTo>
                    <a:lnTo>
                      <a:pt x="17" y="50"/>
                    </a:lnTo>
                    <a:lnTo>
                      <a:pt x="19" y="50"/>
                    </a:lnTo>
                    <a:lnTo>
                      <a:pt x="19" y="50"/>
                    </a:lnTo>
                    <a:lnTo>
                      <a:pt x="19" y="50"/>
                    </a:lnTo>
                    <a:lnTo>
                      <a:pt x="21" y="50"/>
                    </a:lnTo>
                    <a:lnTo>
                      <a:pt x="21" y="50"/>
                    </a:lnTo>
                    <a:lnTo>
                      <a:pt x="21" y="50"/>
                    </a:lnTo>
                    <a:lnTo>
                      <a:pt x="21" y="50"/>
                    </a:lnTo>
                    <a:lnTo>
                      <a:pt x="21" y="48"/>
                    </a:lnTo>
                    <a:lnTo>
                      <a:pt x="24" y="48"/>
                    </a:lnTo>
                    <a:lnTo>
                      <a:pt x="24" y="50"/>
                    </a:lnTo>
                    <a:lnTo>
                      <a:pt x="24" y="50"/>
                    </a:lnTo>
                    <a:lnTo>
                      <a:pt x="24" y="50"/>
                    </a:lnTo>
                    <a:lnTo>
                      <a:pt x="24" y="52"/>
                    </a:lnTo>
                    <a:lnTo>
                      <a:pt x="24" y="52"/>
                    </a:lnTo>
                    <a:lnTo>
                      <a:pt x="24" y="55"/>
                    </a:lnTo>
                    <a:lnTo>
                      <a:pt x="24" y="55"/>
                    </a:lnTo>
                    <a:lnTo>
                      <a:pt x="24" y="55"/>
                    </a:lnTo>
                    <a:lnTo>
                      <a:pt x="24" y="57"/>
                    </a:lnTo>
                    <a:lnTo>
                      <a:pt x="24" y="57"/>
                    </a:lnTo>
                    <a:lnTo>
                      <a:pt x="24" y="59"/>
                    </a:lnTo>
                    <a:lnTo>
                      <a:pt x="24" y="59"/>
                    </a:lnTo>
                    <a:lnTo>
                      <a:pt x="24" y="59"/>
                    </a:lnTo>
                    <a:lnTo>
                      <a:pt x="24" y="62"/>
                    </a:lnTo>
                    <a:lnTo>
                      <a:pt x="24" y="62"/>
                    </a:lnTo>
                    <a:lnTo>
                      <a:pt x="24" y="62"/>
                    </a:lnTo>
                    <a:lnTo>
                      <a:pt x="21" y="62"/>
                    </a:lnTo>
                    <a:lnTo>
                      <a:pt x="21" y="62"/>
                    </a:lnTo>
                    <a:lnTo>
                      <a:pt x="21" y="64"/>
                    </a:lnTo>
                    <a:lnTo>
                      <a:pt x="21" y="64"/>
                    </a:lnTo>
                    <a:lnTo>
                      <a:pt x="21" y="66"/>
                    </a:lnTo>
                    <a:lnTo>
                      <a:pt x="21" y="66"/>
                    </a:lnTo>
                    <a:lnTo>
                      <a:pt x="21" y="66"/>
                    </a:lnTo>
                    <a:lnTo>
                      <a:pt x="21" y="69"/>
                    </a:lnTo>
                    <a:lnTo>
                      <a:pt x="19" y="69"/>
                    </a:lnTo>
                    <a:lnTo>
                      <a:pt x="19" y="69"/>
                    </a:lnTo>
                    <a:lnTo>
                      <a:pt x="19" y="71"/>
                    </a:lnTo>
                    <a:lnTo>
                      <a:pt x="19" y="71"/>
                    </a:lnTo>
                    <a:lnTo>
                      <a:pt x="19" y="71"/>
                    </a:lnTo>
                    <a:lnTo>
                      <a:pt x="19" y="71"/>
                    </a:lnTo>
                    <a:lnTo>
                      <a:pt x="19" y="74"/>
                    </a:lnTo>
                    <a:lnTo>
                      <a:pt x="17" y="74"/>
                    </a:lnTo>
                    <a:lnTo>
                      <a:pt x="17" y="74"/>
                    </a:lnTo>
                    <a:lnTo>
                      <a:pt x="17" y="76"/>
                    </a:lnTo>
                    <a:lnTo>
                      <a:pt x="17" y="76"/>
                    </a:lnTo>
                    <a:lnTo>
                      <a:pt x="19" y="76"/>
                    </a:lnTo>
                    <a:lnTo>
                      <a:pt x="19" y="78"/>
                    </a:lnTo>
                    <a:lnTo>
                      <a:pt x="17" y="78"/>
                    </a:lnTo>
                    <a:lnTo>
                      <a:pt x="17" y="78"/>
                    </a:lnTo>
                    <a:lnTo>
                      <a:pt x="17" y="81"/>
                    </a:lnTo>
                    <a:lnTo>
                      <a:pt x="17" y="81"/>
                    </a:lnTo>
                    <a:lnTo>
                      <a:pt x="17" y="81"/>
                    </a:lnTo>
                    <a:lnTo>
                      <a:pt x="17" y="83"/>
                    </a:lnTo>
                    <a:lnTo>
                      <a:pt x="17" y="83"/>
                    </a:lnTo>
                    <a:lnTo>
                      <a:pt x="17" y="83"/>
                    </a:lnTo>
                    <a:lnTo>
                      <a:pt x="17" y="85"/>
                    </a:lnTo>
                    <a:lnTo>
                      <a:pt x="17" y="85"/>
                    </a:lnTo>
                    <a:lnTo>
                      <a:pt x="17" y="85"/>
                    </a:lnTo>
                    <a:lnTo>
                      <a:pt x="17" y="88"/>
                    </a:lnTo>
                    <a:lnTo>
                      <a:pt x="17" y="88"/>
                    </a:lnTo>
                    <a:lnTo>
                      <a:pt x="17" y="90"/>
                    </a:lnTo>
                    <a:lnTo>
                      <a:pt x="17" y="90"/>
                    </a:lnTo>
                    <a:lnTo>
                      <a:pt x="14" y="90"/>
                    </a:lnTo>
                    <a:lnTo>
                      <a:pt x="14" y="90"/>
                    </a:lnTo>
                    <a:lnTo>
                      <a:pt x="14" y="93"/>
                    </a:lnTo>
                    <a:lnTo>
                      <a:pt x="14" y="93"/>
                    </a:lnTo>
                    <a:lnTo>
                      <a:pt x="14" y="95"/>
                    </a:lnTo>
                    <a:lnTo>
                      <a:pt x="14" y="95"/>
                    </a:lnTo>
                    <a:lnTo>
                      <a:pt x="14" y="97"/>
                    </a:lnTo>
                    <a:lnTo>
                      <a:pt x="14" y="97"/>
                    </a:lnTo>
                    <a:lnTo>
                      <a:pt x="14" y="97"/>
                    </a:lnTo>
                    <a:lnTo>
                      <a:pt x="14" y="97"/>
                    </a:lnTo>
                    <a:lnTo>
                      <a:pt x="14" y="100"/>
                    </a:lnTo>
                    <a:lnTo>
                      <a:pt x="12" y="100"/>
                    </a:lnTo>
                    <a:lnTo>
                      <a:pt x="12" y="97"/>
                    </a:lnTo>
                    <a:lnTo>
                      <a:pt x="12" y="97"/>
                    </a:lnTo>
                    <a:lnTo>
                      <a:pt x="12" y="97"/>
                    </a:lnTo>
                    <a:lnTo>
                      <a:pt x="12" y="95"/>
                    </a:lnTo>
                    <a:lnTo>
                      <a:pt x="12" y="95"/>
                    </a:lnTo>
                    <a:lnTo>
                      <a:pt x="12" y="95"/>
                    </a:lnTo>
                    <a:lnTo>
                      <a:pt x="12" y="95"/>
                    </a:lnTo>
                    <a:lnTo>
                      <a:pt x="12" y="93"/>
                    </a:lnTo>
                    <a:lnTo>
                      <a:pt x="12" y="93"/>
                    </a:lnTo>
                    <a:lnTo>
                      <a:pt x="12" y="90"/>
                    </a:lnTo>
                    <a:lnTo>
                      <a:pt x="12" y="90"/>
                    </a:lnTo>
                    <a:lnTo>
                      <a:pt x="10" y="90"/>
                    </a:lnTo>
                    <a:lnTo>
                      <a:pt x="10" y="90"/>
                    </a:lnTo>
                    <a:lnTo>
                      <a:pt x="10" y="88"/>
                    </a:lnTo>
                    <a:lnTo>
                      <a:pt x="10" y="88"/>
                    </a:lnTo>
                    <a:lnTo>
                      <a:pt x="10" y="88"/>
                    </a:lnTo>
                    <a:lnTo>
                      <a:pt x="10" y="85"/>
                    </a:lnTo>
                    <a:lnTo>
                      <a:pt x="10" y="85"/>
                    </a:lnTo>
                    <a:lnTo>
                      <a:pt x="10" y="85"/>
                    </a:lnTo>
                    <a:lnTo>
                      <a:pt x="10" y="83"/>
                    </a:lnTo>
                    <a:lnTo>
                      <a:pt x="10" y="83"/>
                    </a:lnTo>
                    <a:lnTo>
                      <a:pt x="7" y="83"/>
                    </a:lnTo>
                    <a:lnTo>
                      <a:pt x="7" y="81"/>
                    </a:lnTo>
                    <a:lnTo>
                      <a:pt x="7" y="81"/>
                    </a:lnTo>
                    <a:lnTo>
                      <a:pt x="7" y="81"/>
                    </a:lnTo>
                    <a:lnTo>
                      <a:pt x="7" y="81"/>
                    </a:lnTo>
                    <a:lnTo>
                      <a:pt x="7" y="78"/>
                    </a:lnTo>
                    <a:lnTo>
                      <a:pt x="7" y="78"/>
                    </a:lnTo>
                    <a:lnTo>
                      <a:pt x="7" y="76"/>
                    </a:lnTo>
                    <a:lnTo>
                      <a:pt x="7" y="76"/>
                    </a:lnTo>
                    <a:lnTo>
                      <a:pt x="7" y="76"/>
                    </a:lnTo>
                    <a:lnTo>
                      <a:pt x="5" y="76"/>
                    </a:lnTo>
                    <a:lnTo>
                      <a:pt x="5" y="74"/>
                    </a:lnTo>
                    <a:lnTo>
                      <a:pt x="5" y="74"/>
                    </a:lnTo>
                    <a:lnTo>
                      <a:pt x="5" y="71"/>
                    </a:lnTo>
                    <a:lnTo>
                      <a:pt x="5" y="71"/>
                    </a:lnTo>
                    <a:lnTo>
                      <a:pt x="5" y="71"/>
                    </a:lnTo>
                    <a:lnTo>
                      <a:pt x="5" y="71"/>
                    </a:lnTo>
                    <a:lnTo>
                      <a:pt x="5" y="69"/>
                    </a:lnTo>
                    <a:lnTo>
                      <a:pt x="5" y="69"/>
                    </a:lnTo>
                    <a:lnTo>
                      <a:pt x="2" y="69"/>
                    </a:lnTo>
                    <a:lnTo>
                      <a:pt x="2" y="66"/>
                    </a:lnTo>
                    <a:lnTo>
                      <a:pt x="2" y="66"/>
                    </a:lnTo>
                    <a:lnTo>
                      <a:pt x="2" y="66"/>
                    </a:lnTo>
                    <a:lnTo>
                      <a:pt x="2" y="64"/>
                    </a:lnTo>
                    <a:lnTo>
                      <a:pt x="2" y="64"/>
                    </a:lnTo>
                    <a:lnTo>
                      <a:pt x="2" y="64"/>
                    </a:lnTo>
                    <a:lnTo>
                      <a:pt x="2" y="62"/>
                    </a:lnTo>
                    <a:lnTo>
                      <a:pt x="2" y="62"/>
                    </a:lnTo>
                    <a:lnTo>
                      <a:pt x="0" y="62"/>
                    </a:lnTo>
                    <a:lnTo>
                      <a:pt x="0" y="62"/>
                    </a:lnTo>
                    <a:lnTo>
                      <a:pt x="0" y="59"/>
                    </a:lnTo>
                    <a:lnTo>
                      <a:pt x="0" y="59"/>
                    </a:lnTo>
                    <a:lnTo>
                      <a:pt x="0" y="59"/>
                    </a:lnTo>
                    <a:lnTo>
                      <a:pt x="0" y="57"/>
                    </a:lnTo>
                    <a:lnTo>
                      <a:pt x="0" y="57"/>
                    </a:lnTo>
                    <a:lnTo>
                      <a:pt x="0" y="57"/>
                    </a:lnTo>
                    <a:lnTo>
                      <a:pt x="0" y="55"/>
                    </a:lnTo>
                    <a:lnTo>
                      <a:pt x="0" y="55"/>
                    </a:lnTo>
                    <a:lnTo>
                      <a:pt x="0" y="55"/>
                    </a:lnTo>
                    <a:lnTo>
                      <a:pt x="0" y="52"/>
                    </a:lnTo>
                    <a:lnTo>
                      <a:pt x="0" y="52"/>
                    </a:lnTo>
                    <a:lnTo>
                      <a:pt x="0" y="52"/>
                    </a:lnTo>
                    <a:lnTo>
                      <a:pt x="0" y="50"/>
                    </a:lnTo>
                    <a:lnTo>
                      <a:pt x="0" y="50"/>
                    </a:lnTo>
                    <a:lnTo>
                      <a:pt x="2" y="50"/>
                    </a:lnTo>
                    <a:lnTo>
                      <a:pt x="2" y="50"/>
                    </a:lnTo>
                    <a:lnTo>
                      <a:pt x="2" y="50"/>
                    </a:lnTo>
                    <a:lnTo>
                      <a:pt x="2" y="48"/>
                    </a:lnTo>
                    <a:lnTo>
                      <a:pt x="2" y="48"/>
                    </a:lnTo>
                    <a:lnTo>
                      <a:pt x="5" y="48"/>
                    </a:lnTo>
                    <a:lnTo>
                      <a:pt x="5" y="48"/>
                    </a:lnTo>
                    <a:lnTo>
                      <a:pt x="5" y="45"/>
                    </a:lnTo>
                    <a:lnTo>
                      <a:pt x="2" y="45"/>
                    </a:lnTo>
                    <a:lnTo>
                      <a:pt x="2" y="45"/>
                    </a:lnTo>
                    <a:lnTo>
                      <a:pt x="2" y="45"/>
                    </a:lnTo>
                    <a:lnTo>
                      <a:pt x="2" y="45"/>
                    </a:lnTo>
                    <a:lnTo>
                      <a:pt x="2" y="43"/>
                    </a:lnTo>
                    <a:lnTo>
                      <a:pt x="5" y="43"/>
                    </a:lnTo>
                    <a:lnTo>
                      <a:pt x="5" y="43"/>
                    </a:lnTo>
                    <a:lnTo>
                      <a:pt x="5" y="40"/>
                    </a:lnTo>
                    <a:lnTo>
                      <a:pt x="5" y="40"/>
                    </a:lnTo>
                    <a:lnTo>
                      <a:pt x="5" y="40"/>
                    </a:lnTo>
                    <a:lnTo>
                      <a:pt x="7" y="40"/>
                    </a:lnTo>
                    <a:lnTo>
                      <a:pt x="7" y="40"/>
                    </a:lnTo>
                    <a:lnTo>
                      <a:pt x="7" y="38"/>
                    </a:lnTo>
                    <a:lnTo>
                      <a:pt x="7" y="38"/>
                    </a:lnTo>
                    <a:lnTo>
                      <a:pt x="7" y="38"/>
                    </a:lnTo>
                    <a:lnTo>
                      <a:pt x="7" y="36"/>
                    </a:lnTo>
                    <a:lnTo>
                      <a:pt x="7" y="36"/>
                    </a:lnTo>
                    <a:lnTo>
                      <a:pt x="7" y="36"/>
                    </a:lnTo>
                    <a:lnTo>
                      <a:pt x="7" y="33"/>
                    </a:lnTo>
                    <a:lnTo>
                      <a:pt x="7" y="33"/>
                    </a:lnTo>
                    <a:lnTo>
                      <a:pt x="10" y="33"/>
                    </a:lnTo>
                    <a:lnTo>
                      <a:pt x="10" y="31"/>
                    </a:lnTo>
                    <a:lnTo>
                      <a:pt x="10" y="31"/>
                    </a:lnTo>
                    <a:lnTo>
                      <a:pt x="10" y="31"/>
                    </a:lnTo>
                    <a:lnTo>
                      <a:pt x="10" y="31"/>
                    </a:lnTo>
                    <a:lnTo>
                      <a:pt x="10" y="29"/>
                    </a:lnTo>
                    <a:lnTo>
                      <a:pt x="10" y="29"/>
                    </a:lnTo>
                    <a:lnTo>
                      <a:pt x="10" y="29"/>
                    </a:lnTo>
                    <a:lnTo>
                      <a:pt x="10" y="26"/>
                    </a:lnTo>
                    <a:lnTo>
                      <a:pt x="10" y="26"/>
                    </a:lnTo>
                    <a:lnTo>
                      <a:pt x="10" y="24"/>
                    </a:lnTo>
                    <a:lnTo>
                      <a:pt x="12" y="24"/>
                    </a:lnTo>
                    <a:lnTo>
                      <a:pt x="12" y="24"/>
                    </a:lnTo>
                    <a:lnTo>
                      <a:pt x="12" y="21"/>
                    </a:lnTo>
                    <a:lnTo>
                      <a:pt x="12" y="21"/>
                    </a:lnTo>
                    <a:lnTo>
                      <a:pt x="12" y="21"/>
                    </a:lnTo>
                    <a:lnTo>
                      <a:pt x="12" y="21"/>
                    </a:lnTo>
                    <a:lnTo>
                      <a:pt x="12" y="19"/>
                    </a:lnTo>
                    <a:lnTo>
                      <a:pt x="12" y="19"/>
                    </a:lnTo>
                    <a:lnTo>
                      <a:pt x="12" y="17"/>
                    </a:lnTo>
                    <a:lnTo>
                      <a:pt x="12" y="17"/>
                    </a:lnTo>
                    <a:lnTo>
                      <a:pt x="12" y="14"/>
                    </a:lnTo>
                    <a:lnTo>
                      <a:pt x="14" y="14"/>
                    </a:lnTo>
                    <a:lnTo>
                      <a:pt x="14" y="14"/>
                    </a:lnTo>
                    <a:lnTo>
                      <a:pt x="14" y="12"/>
                    </a:lnTo>
                    <a:lnTo>
                      <a:pt x="14" y="12"/>
                    </a:lnTo>
                    <a:lnTo>
                      <a:pt x="14" y="14"/>
                    </a:lnTo>
                    <a:lnTo>
                      <a:pt x="14" y="14"/>
                    </a:lnTo>
                    <a:lnTo>
                      <a:pt x="14" y="12"/>
                    </a:lnTo>
                    <a:lnTo>
                      <a:pt x="14" y="12"/>
                    </a:lnTo>
                    <a:lnTo>
                      <a:pt x="14" y="12"/>
                    </a:lnTo>
                    <a:lnTo>
                      <a:pt x="14" y="10"/>
                    </a:lnTo>
                    <a:lnTo>
                      <a:pt x="17" y="10"/>
                    </a:lnTo>
                    <a:lnTo>
                      <a:pt x="17" y="10"/>
                    </a:lnTo>
                    <a:lnTo>
                      <a:pt x="17" y="7"/>
                    </a:lnTo>
                    <a:lnTo>
                      <a:pt x="17" y="7"/>
                    </a:lnTo>
                    <a:lnTo>
                      <a:pt x="17" y="7"/>
                    </a:lnTo>
                    <a:lnTo>
                      <a:pt x="19" y="7"/>
                    </a:lnTo>
                    <a:lnTo>
                      <a:pt x="19" y="7"/>
                    </a:lnTo>
                    <a:lnTo>
                      <a:pt x="21" y="7"/>
                    </a:lnTo>
                    <a:lnTo>
                      <a:pt x="21" y="7"/>
                    </a:lnTo>
                    <a:lnTo>
                      <a:pt x="21" y="7"/>
                    </a:lnTo>
                    <a:lnTo>
                      <a:pt x="21" y="10"/>
                    </a:lnTo>
                    <a:lnTo>
                      <a:pt x="24" y="10"/>
                    </a:lnTo>
                    <a:lnTo>
                      <a:pt x="24" y="7"/>
                    </a:lnTo>
                    <a:lnTo>
                      <a:pt x="24" y="7"/>
                    </a:lnTo>
                    <a:lnTo>
                      <a:pt x="24" y="7"/>
                    </a:lnTo>
                    <a:lnTo>
                      <a:pt x="24" y="7"/>
                    </a:lnTo>
                    <a:lnTo>
                      <a:pt x="26" y="7"/>
                    </a:lnTo>
                    <a:lnTo>
                      <a:pt x="26" y="5"/>
                    </a:lnTo>
                    <a:lnTo>
                      <a:pt x="26" y="5"/>
                    </a:lnTo>
                    <a:lnTo>
                      <a:pt x="26" y="2"/>
                    </a:lnTo>
                    <a:lnTo>
                      <a:pt x="26" y="2"/>
                    </a:lnTo>
                    <a:lnTo>
                      <a:pt x="28" y="2"/>
                    </a:lnTo>
                    <a:lnTo>
                      <a:pt x="28" y="2"/>
                    </a:lnTo>
                    <a:lnTo>
                      <a:pt x="28" y="2"/>
                    </a:lnTo>
                    <a:lnTo>
                      <a:pt x="28" y="2"/>
                    </a:lnTo>
                    <a:lnTo>
                      <a:pt x="28" y="2"/>
                    </a:lnTo>
                    <a:lnTo>
                      <a:pt x="31" y="2"/>
                    </a:lnTo>
                    <a:lnTo>
                      <a:pt x="31" y="2"/>
                    </a:lnTo>
                    <a:lnTo>
                      <a:pt x="33" y="2"/>
                    </a:lnTo>
                    <a:lnTo>
                      <a:pt x="33" y="0"/>
                    </a:lnTo>
                    <a:lnTo>
                      <a:pt x="33" y="0"/>
                    </a:lnTo>
                    <a:lnTo>
                      <a:pt x="33" y="0"/>
                    </a:lnTo>
                    <a:lnTo>
                      <a:pt x="3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9" name="Freeform 147"/>
              <p:cNvSpPr>
                <a:spLocks/>
              </p:cNvSpPr>
              <p:nvPr/>
            </p:nvSpPr>
            <p:spPr bwMode="auto">
              <a:xfrm>
                <a:off x="1664" y="1805"/>
                <a:ext cx="208" cy="211"/>
              </a:xfrm>
              <a:custGeom>
                <a:avLst/>
                <a:gdLst/>
                <a:ahLst/>
                <a:cxnLst>
                  <a:cxn ang="0">
                    <a:pos x="130" y="14"/>
                  </a:cxn>
                  <a:cxn ang="0">
                    <a:pos x="135" y="24"/>
                  </a:cxn>
                  <a:cxn ang="0">
                    <a:pos x="140" y="36"/>
                  </a:cxn>
                  <a:cxn ang="0">
                    <a:pos x="149" y="41"/>
                  </a:cxn>
                  <a:cxn ang="0">
                    <a:pos x="159" y="41"/>
                  </a:cxn>
                  <a:cxn ang="0">
                    <a:pos x="154" y="45"/>
                  </a:cxn>
                  <a:cxn ang="0">
                    <a:pos x="159" y="55"/>
                  </a:cxn>
                  <a:cxn ang="0">
                    <a:pos x="152" y="62"/>
                  </a:cxn>
                  <a:cxn ang="0">
                    <a:pos x="149" y="71"/>
                  </a:cxn>
                  <a:cxn ang="0">
                    <a:pos x="142" y="78"/>
                  </a:cxn>
                  <a:cxn ang="0">
                    <a:pos x="142" y="88"/>
                  </a:cxn>
                  <a:cxn ang="0">
                    <a:pos x="149" y="95"/>
                  </a:cxn>
                  <a:cxn ang="0">
                    <a:pos x="156" y="104"/>
                  </a:cxn>
                  <a:cxn ang="0">
                    <a:pos x="156" y="109"/>
                  </a:cxn>
                  <a:cxn ang="0">
                    <a:pos x="163" y="114"/>
                  </a:cxn>
                  <a:cxn ang="0">
                    <a:pos x="173" y="121"/>
                  </a:cxn>
                  <a:cxn ang="0">
                    <a:pos x="182" y="123"/>
                  </a:cxn>
                  <a:cxn ang="0">
                    <a:pos x="189" y="133"/>
                  </a:cxn>
                  <a:cxn ang="0">
                    <a:pos x="192" y="142"/>
                  </a:cxn>
                  <a:cxn ang="0">
                    <a:pos x="189" y="157"/>
                  </a:cxn>
                  <a:cxn ang="0">
                    <a:pos x="197" y="166"/>
                  </a:cxn>
                  <a:cxn ang="0">
                    <a:pos x="201" y="178"/>
                  </a:cxn>
                  <a:cxn ang="0">
                    <a:pos x="206" y="187"/>
                  </a:cxn>
                  <a:cxn ang="0">
                    <a:pos x="204" y="190"/>
                  </a:cxn>
                  <a:cxn ang="0">
                    <a:pos x="192" y="187"/>
                  </a:cxn>
                  <a:cxn ang="0">
                    <a:pos x="180" y="187"/>
                  </a:cxn>
                  <a:cxn ang="0">
                    <a:pos x="173" y="197"/>
                  </a:cxn>
                  <a:cxn ang="0">
                    <a:pos x="168" y="206"/>
                  </a:cxn>
                  <a:cxn ang="0">
                    <a:pos x="156" y="211"/>
                  </a:cxn>
                  <a:cxn ang="0">
                    <a:pos x="142" y="209"/>
                  </a:cxn>
                  <a:cxn ang="0">
                    <a:pos x="130" y="209"/>
                  </a:cxn>
                  <a:cxn ang="0">
                    <a:pos x="118" y="204"/>
                  </a:cxn>
                  <a:cxn ang="0">
                    <a:pos x="107" y="202"/>
                  </a:cxn>
                  <a:cxn ang="0">
                    <a:pos x="102" y="192"/>
                  </a:cxn>
                  <a:cxn ang="0">
                    <a:pos x="100" y="178"/>
                  </a:cxn>
                  <a:cxn ang="0">
                    <a:pos x="90" y="173"/>
                  </a:cxn>
                  <a:cxn ang="0">
                    <a:pos x="83" y="166"/>
                  </a:cxn>
                  <a:cxn ang="0">
                    <a:pos x="71" y="161"/>
                  </a:cxn>
                  <a:cxn ang="0">
                    <a:pos x="62" y="157"/>
                  </a:cxn>
                  <a:cxn ang="0">
                    <a:pos x="52" y="152"/>
                  </a:cxn>
                  <a:cxn ang="0">
                    <a:pos x="43" y="145"/>
                  </a:cxn>
                  <a:cxn ang="0">
                    <a:pos x="33" y="140"/>
                  </a:cxn>
                  <a:cxn ang="0">
                    <a:pos x="24" y="135"/>
                  </a:cxn>
                  <a:cxn ang="0">
                    <a:pos x="12" y="133"/>
                  </a:cxn>
                  <a:cxn ang="0">
                    <a:pos x="5" y="121"/>
                  </a:cxn>
                  <a:cxn ang="0">
                    <a:pos x="2" y="109"/>
                  </a:cxn>
                  <a:cxn ang="0">
                    <a:pos x="5" y="100"/>
                  </a:cxn>
                  <a:cxn ang="0">
                    <a:pos x="12" y="93"/>
                  </a:cxn>
                  <a:cxn ang="0">
                    <a:pos x="24" y="88"/>
                  </a:cxn>
                  <a:cxn ang="0">
                    <a:pos x="33" y="83"/>
                  </a:cxn>
                  <a:cxn ang="0">
                    <a:pos x="43" y="78"/>
                  </a:cxn>
                  <a:cxn ang="0">
                    <a:pos x="50" y="69"/>
                  </a:cxn>
                  <a:cxn ang="0">
                    <a:pos x="50" y="55"/>
                  </a:cxn>
                  <a:cxn ang="0">
                    <a:pos x="55" y="43"/>
                  </a:cxn>
                  <a:cxn ang="0">
                    <a:pos x="52" y="31"/>
                  </a:cxn>
                  <a:cxn ang="0">
                    <a:pos x="59" y="22"/>
                  </a:cxn>
                  <a:cxn ang="0">
                    <a:pos x="69" y="14"/>
                  </a:cxn>
                  <a:cxn ang="0">
                    <a:pos x="76" y="7"/>
                  </a:cxn>
                  <a:cxn ang="0">
                    <a:pos x="85" y="0"/>
                  </a:cxn>
                  <a:cxn ang="0">
                    <a:pos x="95" y="3"/>
                  </a:cxn>
                  <a:cxn ang="0">
                    <a:pos x="104" y="5"/>
                  </a:cxn>
                  <a:cxn ang="0">
                    <a:pos x="116" y="3"/>
                  </a:cxn>
                  <a:cxn ang="0">
                    <a:pos x="118" y="10"/>
                  </a:cxn>
                </a:cxnLst>
                <a:rect l="0" t="0" r="r" b="b"/>
                <a:pathLst>
                  <a:path w="208" h="211">
                    <a:moveTo>
                      <a:pt x="128" y="5"/>
                    </a:moveTo>
                    <a:lnTo>
                      <a:pt x="128" y="7"/>
                    </a:lnTo>
                    <a:lnTo>
                      <a:pt x="128" y="7"/>
                    </a:lnTo>
                    <a:lnTo>
                      <a:pt x="128" y="10"/>
                    </a:lnTo>
                    <a:lnTo>
                      <a:pt x="128" y="10"/>
                    </a:lnTo>
                    <a:lnTo>
                      <a:pt x="130" y="10"/>
                    </a:lnTo>
                    <a:lnTo>
                      <a:pt x="130" y="10"/>
                    </a:lnTo>
                    <a:lnTo>
                      <a:pt x="130" y="10"/>
                    </a:lnTo>
                    <a:lnTo>
                      <a:pt x="130" y="12"/>
                    </a:lnTo>
                    <a:lnTo>
                      <a:pt x="130" y="12"/>
                    </a:lnTo>
                    <a:lnTo>
                      <a:pt x="130" y="14"/>
                    </a:lnTo>
                    <a:lnTo>
                      <a:pt x="130" y="14"/>
                    </a:lnTo>
                    <a:lnTo>
                      <a:pt x="130" y="14"/>
                    </a:lnTo>
                    <a:lnTo>
                      <a:pt x="130" y="14"/>
                    </a:lnTo>
                    <a:lnTo>
                      <a:pt x="130" y="14"/>
                    </a:lnTo>
                    <a:lnTo>
                      <a:pt x="130" y="14"/>
                    </a:lnTo>
                    <a:lnTo>
                      <a:pt x="130" y="17"/>
                    </a:lnTo>
                    <a:lnTo>
                      <a:pt x="133" y="17"/>
                    </a:lnTo>
                    <a:lnTo>
                      <a:pt x="133" y="17"/>
                    </a:lnTo>
                    <a:lnTo>
                      <a:pt x="133" y="17"/>
                    </a:lnTo>
                    <a:lnTo>
                      <a:pt x="133" y="17"/>
                    </a:lnTo>
                    <a:lnTo>
                      <a:pt x="133" y="19"/>
                    </a:lnTo>
                    <a:lnTo>
                      <a:pt x="133" y="19"/>
                    </a:lnTo>
                    <a:lnTo>
                      <a:pt x="133" y="19"/>
                    </a:lnTo>
                    <a:lnTo>
                      <a:pt x="133" y="22"/>
                    </a:lnTo>
                    <a:lnTo>
                      <a:pt x="133" y="22"/>
                    </a:lnTo>
                    <a:lnTo>
                      <a:pt x="133" y="24"/>
                    </a:lnTo>
                    <a:lnTo>
                      <a:pt x="133" y="24"/>
                    </a:lnTo>
                    <a:lnTo>
                      <a:pt x="133" y="24"/>
                    </a:lnTo>
                    <a:lnTo>
                      <a:pt x="133" y="24"/>
                    </a:lnTo>
                    <a:lnTo>
                      <a:pt x="135" y="24"/>
                    </a:lnTo>
                    <a:lnTo>
                      <a:pt x="135" y="24"/>
                    </a:lnTo>
                    <a:lnTo>
                      <a:pt x="137" y="24"/>
                    </a:lnTo>
                    <a:lnTo>
                      <a:pt x="137" y="24"/>
                    </a:lnTo>
                    <a:lnTo>
                      <a:pt x="137" y="24"/>
                    </a:lnTo>
                    <a:lnTo>
                      <a:pt x="137" y="26"/>
                    </a:lnTo>
                    <a:lnTo>
                      <a:pt x="137" y="26"/>
                    </a:lnTo>
                    <a:lnTo>
                      <a:pt x="137" y="29"/>
                    </a:lnTo>
                    <a:lnTo>
                      <a:pt x="137" y="29"/>
                    </a:lnTo>
                    <a:lnTo>
                      <a:pt x="140" y="29"/>
                    </a:lnTo>
                    <a:lnTo>
                      <a:pt x="140" y="31"/>
                    </a:lnTo>
                    <a:lnTo>
                      <a:pt x="140" y="31"/>
                    </a:lnTo>
                    <a:lnTo>
                      <a:pt x="140" y="33"/>
                    </a:lnTo>
                    <a:lnTo>
                      <a:pt x="140" y="33"/>
                    </a:lnTo>
                    <a:lnTo>
                      <a:pt x="140" y="33"/>
                    </a:lnTo>
                    <a:lnTo>
                      <a:pt x="140" y="33"/>
                    </a:lnTo>
                    <a:lnTo>
                      <a:pt x="140" y="33"/>
                    </a:lnTo>
                    <a:lnTo>
                      <a:pt x="140" y="36"/>
                    </a:lnTo>
                    <a:lnTo>
                      <a:pt x="140" y="36"/>
                    </a:lnTo>
                    <a:lnTo>
                      <a:pt x="140" y="36"/>
                    </a:lnTo>
                    <a:lnTo>
                      <a:pt x="140" y="36"/>
                    </a:lnTo>
                    <a:lnTo>
                      <a:pt x="140" y="36"/>
                    </a:lnTo>
                    <a:lnTo>
                      <a:pt x="142" y="36"/>
                    </a:lnTo>
                    <a:lnTo>
                      <a:pt x="142" y="36"/>
                    </a:lnTo>
                    <a:lnTo>
                      <a:pt x="144" y="36"/>
                    </a:lnTo>
                    <a:lnTo>
                      <a:pt x="144" y="36"/>
                    </a:lnTo>
                    <a:lnTo>
                      <a:pt x="144" y="36"/>
                    </a:lnTo>
                    <a:lnTo>
                      <a:pt x="144" y="36"/>
                    </a:lnTo>
                    <a:lnTo>
                      <a:pt x="147" y="36"/>
                    </a:lnTo>
                    <a:lnTo>
                      <a:pt x="147" y="38"/>
                    </a:lnTo>
                    <a:lnTo>
                      <a:pt x="147" y="38"/>
                    </a:lnTo>
                    <a:lnTo>
                      <a:pt x="147" y="38"/>
                    </a:lnTo>
                    <a:lnTo>
                      <a:pt x="147" y="41"/>
                    </a:lnTo>
                    <a:lnTo>
                      <a:pt x="149" y="41"/>
                    </a:lnTo>
                    <a:lnTo>
                      <a:pt x="149" y="41"/>
                    </a:lnTo>
                    <a:lnTo>
                      <a:pt x="149" y="41"/>
                    </a:lnTo>
                    <a:lnTo>
                      <a:pt x="149" y="41"/>
                    </a:lnTo>
                    <a:lnTo>
                      <a:pt x="149" y="41"/>
                    </a:lnTo>
                    <a:lnTo>
                      <a:pt x="152" y="41"/>
                    </a:lnTo>
                    <a:lnTo>
                      <a:pt x="152" y="41"/>
                    </a:lnTo>
                    <a:lnTo>
                      <a:pt x="152" y="41"/>
                    </a:lnTo>
                    <a:lnTo>
                      <a:pt x="154" y="41"/>
                    </a:lnTo>
                    <a:lnTo>
                      <a:pt x="154" y="41"/>
                    </a:lnTo>
                    <a:lnTo>
                      <a:pt x="156" y="41"/>
                    </a:lnTo>
                    <a:lnTo>
                      <a:pt x="156" y="41"/>
                    </a:lnTo>
                    <a:lnTo>
                      <a:pt x="156" y="41"/>
                    </a:lnTo>
                    <a:lnTo>
                      <a:pt x="156" y="41"/>
                    </a:lnTo>
                    <a:lnTo>
                      <a:pt x="159" y="41"/>
                    </a:lnTo>
                    <a:lnTo>
                      <a:pt x="159" y="41"/>
                    </a:lnTo>
                    <a:lnTo>
                      <a:pt x="159" y="41"/>
                    </a:lnTo>
                    <a:lnTo>
                      <a:pt x="159" y="41"/>
                    </a:lnTo>
                    <a:lnTo>
                      <a:pt x="161" y="41"/>
                    </a:lnTo>
                    <a:lnTo>
                      <a:pt x="161" y="41"/>
                    </a:lnTo>
                    <a:lnTo>
                      <a:pt x="161" y="43"/>
                    </a:lnTo>
                    <a:lnTo>
                      <a:pt x="159" y="43"/>
                    </a:lnTo>
                    <a:lnTo>
                      <a:pt x="159" y="43"/>
                    </a:lnTo>
                    <a:lnTo>
                      <a:pt x="159" y="43"/>
                    </a:lnTo>
                    <a:lnTo>
                      <a:pt x="159" y="43"/>
                    </a:lnTo>
                    <a:lnTo>
                      <a:pt x="156" y="43"/>
                    </a:lnTo>
                    <a:lnTo>
                      <a:pt x="156" y="43"/>
                    </a:lnTo>
                    <a:lnTo>
                      <a:pt x="156" y="45"/>
                    </a:lnTo>
                    <a:lnTo>
                      <a:pt x="156" y="45"/>
                    </a:lnTo>
                    <a:lnTo>
                      <a:pt x="156" y="43"/>
                    </a:lnTo>
                    <a:lnTo>
                      <a:pt x="154" y="43"/>
                    </a:lnTo>
                    <a:lnTo>
                      <a:pt x="154" y="45"/>
                    </a:lnTo>
                    <a:lnTo>
                      <a:pt x="154" y="45"/>
                    </a:lnTo>
                    <a:lnTo>
                      <a:pt x="154" y="45"/>
                    </a:lnTo>
                    <a:lnTo>
                      <a:pt x="154" y="45"/>
                    </a:lnTo>
                    <a:lnTo>
                      <a:pt x="154" y="48"/>
                    </a:lnTo>
                    <a:lnTo>
                      <a:pt x="154" y="48"/>
                    </a:lnTo>
                    <a:lnTo>
                      <a:pt x="154" y="50"/>
                    </a:lnTo>
                    <a:lnTo>
                      <a:pt x="154" y="50"/>
                    </a:lnTo>
                    <a:lnTo>
                      <a:pt x="154" y="50"/>
                    </a:lnTo>
                    <a:lnTo>
                      <a:pt x="154" y="52"/>
                    </a:lnTo>
                    <a:lnTo>
                      <a:pt x="156" y="52"/>
                    </a:lnTo>
                    <a:lnTo>
                      <a:pt x="156" y="52"/>
                    </a:lnTo>
                    <a:lnTo>
                      <a:pt x="156" y="52"/>
                    </a:lnTo>
                    <a:lnTo>
                      <a:pt x="156" y="55"/>
                    </a:lnTo>
                    <a:lnTo>
                      <a:pt x="156" y="55"/>
                    </a:lnTo>
                    <a:lnTo>
                      <a:pt x="156" y="55"/>
                    </a:lnTo>
                    <a:lnTo>
                      <a:pt x="156" y="55"/>
                    </a:lnTo>
                    <a:lnTo>
                      <a:pt x="159" y="55"/>
                    </a:lnTo>
                    <a:lnTo>
                      <a:pt x="159" y="57"/>
                    </a:lnTo>
                    <a:lnTo>
                      <a:pt x="156" y="57"/>
                    </a:lnTo>
                    <a:lnTo>
                      <a:pt x="156" y="57"/>
                    </a:lnTo>
                    <a:lnTo>
                      <a:pt x="156" y="59"/>
                    </a:lnTo>
                    <a:lnTo>
                      <a:pt x="156" y="59"/>
                    </a:lnTo>
                    <a:lnTo>
                      <a:pt x="156" y="59"/>
                    </a:lnTo>
                    <a:lnTo>
                      <a:pt x="156" y="59"/>
                    </a:lnTo>
                    <a:lnTo>
                      <a:pt x="154" y="59"/>
                    </a:lnTo>
                    <a:lnTo>
                      <a:pt x="154" y="59"/>
                    </a:lnTo>
                    <a:lnTo>
                      <a:pt x="154" y="59"/>
                    </a:lnTo>
                    <a:lnTo>
                      <a:pt x="152" y="59"/>
                    </a:lnTo>
                    <a:lnTo>
                      <a:pt x="152" y="59"/>
                    </a:lnTo>
                    <a:lnTo>
                      <a:pt x="152" y="59"/>
                    </a:lnTo>
                    <a:lnTo>
                      <a:pt x="152" y="59"/>
                    </a:lnTo>
                    <a:lnTo>
                      <a:pt x="152" y="62"/>
                    </a:lnTo>
                    <a:lnTo>
                      <a:pt x="152" y="62"/>
                    </a:lnTo>
                    <a:lnTo>
                      <a:pt x="152" y="64"/>
                    </a:lnTo>
                    <a:lnTo>
                      <a:pt x="149" y="64"/>
                    </a:lnTo>
                    <a:lnTo>
                      <a:pt x="149" y="64"/>
                    </a:lnTo>
                    <a:lnTo>
                      <a:pt x="149" y="64"/>
                    </a:lnTo>
                    <a:lnTo>
                      <a:pt x="149" y="64"/>
                    </a:lnTo>
                    <a:lnTo>
                      <a:pt x="149" y="64"/>
                    </a:lnTo>
                    <a:lnTo>
                      <a:pt x="147" y="64"/>
                    </a:lnTo>
                    <a:lnTo>
                      <a:pt x="147" y="67"/>
                    </a:lnTo>
                    <a:lnTo>
                      <a:pt x="147" y="67"/>
                    </a:lnTo>
                    <a:lnTo>
                      <a:pt x="147" y="67"/>
                    </a:lnTo>
                    <a:lnTo>
                      <a:pt x="147" y="69"/>
                    </a:lnTo>
                    <a:lnTo>
                      <a:pt x="147" y="69"/>
                    </a:lnTo>
                    <a:lnTo>
                      <a:pt x="147" y="69"/>
                    </a:lnTo>
                    <a:lnTo>
                      <a:pt x="149" y="69"/>
                    </a:lnTo>
                    <a:lnTo>
                      <a:pt x="149" y="71"/>
                    </a:lnTo>
                    <a:lnTo>
                      <a:pt x="149" y="71"/>
                    </a:lnTo>
                    <a:lnTo>
                      <a:pt x="149" y="74"/>
                    </a:lnTo>
                    <a:lnTo>
                      <a:pt x="147" y="74"/>
                    </a:lnTo>
                    <a:lnTo>
                      <a:pt x="147" y="74"/>
                    </a:lnTo>
                    <a:lnTo>
                      <a:pt x="144" y="74"/>
                    </a:lnTo>
                    <a:lnTo>
                      <a:pt x="144" y="74"/>
                    </a:lnTo>
                    <a:lnTo>
                      <a:pt x="144" y="71"/>
                    </a:lnTo>
                    <a:lnTo>
                      <a:pt x="144" y="71"/>
                    </a:lnTo>
                    <a:lnTo>
                      <a:pt x="144" y="74"/>
                    </a:lnTo>
                    <a:lnTo>
                      <a:pt x="144" y="74"/>
                    </a:lnTo>
                    <a:lnTo>
                      <a:pt x="144" y="74"/>
                    </a:lnTo>
                    <a:lnTo>
                      <a:pt x="142" y="74"/>
                    </a:lnTo>
                    <a:lnTo>
                      <a:pt x="142" y="74"/>
                    </a:lnTo>
                    <a:lnTo>
                      <a:pt x="142" y="76"/>
                    </a:lnTo>
                    <a:lnTo>
                      <a:pt x="142" y="76"/>
                    </a:lnTo>
                    <a:lnTo>
                      <a:pt x="142" y="76"/>
                    </a:lnTo>
                    <a:lnTo>
                      <a:pt x="142" y="78"/>
                    </a:lnTo>
                    <a:lnTo>
                      <a:pt x="144" y="78"/>
                    </a:lnTo>
                    <a:lnTo>
                      <a:pt x="144" y="78"/>
                    </a:lnTo>
                    <a:lnTo>
                      <a:pt x="144" y="78"/>
                    </a:lnTo>
                    <a:lnTo>
                      <a:pt x="144" y="81"/>
                    </a:lnTo>
                    <a:lnTo>
                      <a:pt x="144" y="81"/>
                    </a:lnTo>
                    <a:lnTo>
                      <a:pt x="144" y="83"/>
                    </a:lnTo>
                    <a:lnTo>
                      <a:pt x="144" y="83"/>
                    </a:lnTo>
                    <a:lnTo>
                      <a:pt x="144" y="83"/>
                    </a:lnTo>
                    <a:lnTo>
                      <a:pt x="142" y="83"/>
                    </a:lnTo>
                    <a:lnTo>
                      <a:pt x="142" y="83"/>
                    </a:lnTo>
                    <a:lnTo>
                      <a:pt x="142" y="86"/>
                    </a:lnTo>
                    <a:lnTo>
                      <a:pt x="142" y="86"/>
                    </a:lnTo>
                    <a:lnTo>
                      <a:pt x="142" y="86"/>
                    </a:lnTo>
                    <a:lnTo>
                      <a:pt x="140" y="86"/>
                    </a:lnTo>
                    <a:lnTo>
                      <a:pt x="140" y="88"/>
                    </a:lnTo>
                    <a:lnTo>
                      <a:pt x="142" y="88"/>
                    </a:lnTo>
                    <a:lnTo>
                      <a:pt x="142" y="88"/>
                    </a:lnTo>
                    <a:lnTo>
                      <a:pt x="142" y="88"/>
                    </a:lnTo>
                    <a:lnTo>
                      <a:pt x="144" y="88"/>
                    </a:lnTo>
                    <a:lnTo>
                      <a:pt x="144" y="90"/>
                    </a:lnTo>
                    <a:lnTo>
                      <a:pt x="144" y="90"/>
                    </a:lnTo>
                    <a:lnTo>
                      <a:pt x="144" y="90"/>
                    </a:lnTo>
                    <a:lnTo>
                      <a:pt x="144" y="90"/>
                    </a:lnTo>
                    <a:lnTo>
                      <a:pt x="144" y="93"/>
                    </a:lnTo>
                    <a:lnTo>
                      <a:pt x="147" y="93"/>
                    </a:lnTo>
                    <a:lnTo>
                      <a:pt x="147" y="93"/>
                    </a:lnTo>
                    <a:lnTo>
                      <a:pt x="147" y="93"/>
                    </a:lnTo>
                    <a:lnTo>
                      <a:pt x="147" y="93"/>
                    </a:lnTo>
                    <a:lnTo>
                      <a:pt x="147" y="95"/>
                    </a:lnTo>
                    <a:lnTo>
                      <a:pt x="149" y="95"/>
                    </a:lnTo>
                    <a:lnTo>
                      <a:pt x="149" y="95"/>
                    </a:lnTo>
                    <a:lnTo>
                      <a:pt x="149" y="95"/>
                    </a:lnTo>
                    <a:lnTo>
                      <a:pt x="149" y="95"/>
                    </a:lnTo>
                    <a:lnTo>
                      <a:pt x="152" y="95"/>
                    </a:lnTo>
                    <a:lnTo>
                      <a:pt x="152" y="95"/>
                    </a:lnTo>
                    <a:lnTo>
                      <a:pt x="152" y="97"/>
                    </a:lnTo>
                    <a:lnTo>
                      <a:pt x="152" y="97"/>
                    </a:lnTo>
                    <a:lnTo>
                      <a:pt x="152" y="97"/>
                    </a:lnTo>
                    <a:lnTo>
                      <a:pt x="152" y="97"/>
                    </a:lnTo>
                    <a:lnTo>
                      <a:pt x="152" y="100"/>
                    </a:lnTo>
                    <a:lnTo>
                      <a:pt x="152" y="100"/>
                    </a:lnTo>
                    <a:lnTo>
                      <a:pt x="154" y="100"/>
                    </a:lnTo>
                    <a:lnTo>
                      <a:pt x="154" y="100"/>
                    </a:lnTo>
                    <a:lnTo>
                      <a:pt x="154" y="100"/>
                    </a:lnTo>
                    <a:lnTo>
                      <a:pt x="154" y="102"/>
                    </a:lnTo>
                    <a:lnTo>
                      <a:pt x="154" y="102"/>
                    </a:lnTo>
                    <a:lnTo>
                      <a:pt x="156" y="102"/>
                    </a:lnTo>
                    <a:lnTo>
                      <a:pt x="156" y="104"/>
                    </a:lnTo>
                    <a:lnTo>
                      <a:pt x="156" y="104"/>
                    </a:lnTo>
                    <a:lnTo>
                      <a:pt x="156" y="104"/>
                    </a:lnTo>
                    <a:lnTo>
                      <a:pt x="156" y="104"/>
                    </a:lnTo>
                    <a:lnTo>
                      <a:pt x="156" y="104"/>
                    </a:lnTo>
                    <a:lnTo>
                      <a:pt x="159" y="104"/>
                    </a:lnTo>
                    <a:lnTo>
                      <a:pt x="159" y="107"/>
                    </a:lnTo>
                    <a:lnTo>
                      <a:pt x="159" y="107"/>
                    </a:lnTo>
                    <a:lnTo>
                      <a:pt x="156" y="107"/>
                    </a:lnTo>
                    <a:lnTo>
                      <a:pt x="156" y="109"/>
                    </a:lnTo>
                    <a:lnTo>
                      <a:pt x="156" y="109"/>
                    </a:lnTo>
                    <a:lnTo>
                      <a:pt x="156" y="109"/>
                    </a:lnTo>
                    <a:lnTo>
                      <a:pt x="154" y="109"/>
                    </a:lnTo>
                    <a:lnTo>
                      <a:pt x="154" y="109"/>
                    </a:lnTo>
                    <a:lnTo>
                      <a:pt x="156" y="109"/>
                    </a:lnTo>
                    <a:lnTo>
                      <a:pt x="156" y="109"/>
                    </a:lnTo>
                    <a:lnTo>
                      <a:pt x="156" y="109"/>
                    </a:lnTo>
                    <a:lnTo>
                      <a:pt x="156" y="112"/>
                    </a:lnTo>
                    <a:lnTo>
                      <a:pt x="156" y="112"/>
                    </a:lnTo>
                    <a:lnTo>
                      <a:pt x="156" y="112"/>
                    </a:lnTo>
                    <a:lnTo>
                      <a:pt x="156" y="112"/>
                    </a:lnTo>
                    <a:lnTo>
                      <a:pt x="156" y="114"/>
                    </a:lnTo>
                    <a:lnTo>
                      <a:pt x="156" y="114"/>
                    </a:lnTo>
                    <a:lnTo>
                      <a:pt x="156" y="114"/>
                    </a:lnTo>
                    <a:lnTo>
                      <a:pt x="159" y="114"/>
                    </a:lnTo>
                    <a:lnTo>
                      <a:pt x="159" y="114"/>
                    </a:lnTo>
                    <a:lnTo>
                      <a:pt x="159" y="114"/>
                    </a:lnTo>
                    <a:lnTo>
                      <a:pt x="161" y="114"/>
                    </a:lnTo>
                    <a:lnTo>
                      <a:pt x="161" y="114"/>
                    </a:lnTo>
                    <a:lnTo>
                      <a:pt x="163" y="114"/>
                    </a:lnTo>
                    <a:lnTo>
                      <a:pt x="163" y="114"/>
                    </a:lnTo>
                    <a:lnTo>
                      <a:pt x="163" y="114"/>
                    </a:lnTo>
                    <a:lnTo>
                      <a:pt x="163" y="114"/>
                    </a:lnTo>
                    <a:lnTo>
                      <a:pt x="163" y="114"/>
                    </a:lnTo>
                    <a:lnTo>
                      <a:pt x="166" y="114"/>
                    </a:lnTo>
                    <a:lnTo>
                      <a:pt x="166" y="114"/>
                    </a:lnTo>
                    <a:lnTo>
                      <a:pt x="166" y="116"/>
                    </a:lnTo>
                    <a:lnTo>
                      <a:pt x="166" y="116"/>
                    </a:lnTo>
                    <a:lnTo>
                      <a:pt x="168" y="116"/>
                    </a:lnTo>
                    <a:lnTo>
                      <a:pt x="168" y="116"/>
                    </a:lnTo>
                    <a:lnTo>
                      <a:pt x="168" y="116"/>
                    </a:lnTo>
                    <a:lnTo>
                      <a:pt x="168" y="119"/>
                    </a:lnTo>
                    <a:lnTo>
                      <a:pt x="171" y="119"/>
                    </a:lnTo>
                    <a:lnTo>
                      <a:pt x="171" y="119"/>
                    </a:lnTo>
                    <a:lnTo>
                      <a:pt x="171" y="119"/>
                    </a:lnTo>
                    <a:lnTo>
                      <a:pt x="171" y="119"/>
                    </a:lnTo>
                    <a:lnTo>
                      <a:pt x="171" y="121"/>
                    </a:lnTo>
                    <a:lnTo>
                      <a:pt x="173" y="121"/>
                    </a:lnTo>
                    <a:lnTo>
                      <a:pt x="173" y="121"/>
                    </a:lnTo>
                    <a:lnTo>
                      <a:pt x="173" y="121"/>
                    </a:lnTo>
                    <a:lnTo>
                      <a:pt x="173" y="121"/>
                    </a:lnTo>
                    <a:lnTo>
                      <a:pt x="173" y="123"/>
                    </a:lnTo>
                    <a:lnTo>
                      <a:pt x="175" y="123"/>
                    </a:lnTo>
                    <a:lnTo>
                      <a:pt x="175" y="123"/>
                    </a:lnTo>
                    <a:lnTo>
                      <a:pt x="175" y="123"/>
                    </a:lnTo>
                    <a:lnTo>
                      <a:pt x="175" y="123"/>
                    </a:lnTo>
                    <a:lnTo>
                      <a:pt x="178" y="123"/>
                    </a:lnTo>
                    <a:lnTo>
                      <a:pt x="178" y="123"/>
                    </a:lnTo>
                    <a:lnTo>
                      <a:pt x="178" y="126"/>
                    </a:lnTo>
                    <a:lnTo>
                      <a:pt x="178" y="126"/>
                    </a:lnTo>
                    <a:lnTo>
                      <a:pt x="180" y="126"/>
                    </a:lnTo>
                    <a:lnTo>
                      <a:pt x="180" y="126"/>
                    </a:lnTo>
                    <a:lnTo>
                      <a:pt x="182" y="126"/>
                    </a:lnTo>
                    <a:lnTo>
                      <a:pt x="182" y="123"/>
                    </a:lnTo>
                    <a:lnTo>
                      <a:pt x="182" y="123"/>
                    </a:lnTo>
                    <a:lnTo>
                      <a:pt x="182" y="126"/>
                    </a:lnTo>
                    <a:lnTo>
                      <a:pt x="182" y="126"/>
                    </a:lnTo>
                    <a:lnTo>
                      <a:pt x="185" y="126"/>
                    </a:lnTo>
                    <a:lnTo>
                      <a:pt x="185" y="126"/>
                    </a:lnTo>
                    <a:lnTo>
                      <a:pt x="185" y="126"/>
                    </a:lnTo>
                    <a:lnTo>
                      <a:pt x="185" y="128"/>
                    </a:lnTo>
                    <a:lnTo>
                      <a:pt x="185" y="128"/>
                    </a:lnTo>
                    <a:lnTo>
                      <a:pt x="185" y="128"/>
                    </a:lnTo>
                    <a:lnTo>
                      <a:pt x="185" y="131"/>
                    </a:lnTo>
                    <a:lnTo>
                      <a:pt x="185" y="131"/>
                    </a:lnTo>
                    <a:lnTo>
                      <a:pt x="187" y="131"/>
                    </a:lnTo>
                    <a:lnTo>
                      <a:pt x="187" y="133"/>
                    </a:lnTo>
                    <a:lnTo>
                      <a:pt x="187" y="133"/>
                    </a:lnTo>
                    <a:lnTo>
                      <a:pt x="187" y="133"/>
                    </a:lnTo>
                    <a:lnTo>
                      <a:pt x="187" y="133"/>
                    </a:lnTo>
                    <a:lnTo>
                      <a:pt x="189" y="133"/>
                    </a:lnTo>
                    <a:lnTo>
                      <a:pt x="189" y="135"/>
                    </a:lnTo>
                    <a:lnTo>
                      <a:pt x="189" y="135"/>
                    </a:lnTo>
                    <a:lnTo>
                      <a:pt x="189" y="135"/>
                    </a:lnTo>
                    <a:lnTo>
                      <a:pt x="189" y="135"/>
                    </a:lnTo>
                    <a:lnTo>
                      <a:pt x="189" y="138"/>
                    </a:lnTo>
                    <a:lnTo>
                      <a:pt x="189" y="138"/>
                    </a:lnTo>
                    <a:lnTo>
                      <a:pt x="192" y="138"/>
                    </a:lnTo>
                    <a:lnTo>
                      <a:pt x="192" y="140"/>
                    </a:lnTo>
                    <a:lnTo>
                      <a:pt x="192" y="140"/>
                    </a:lnTo>
                    <a:lnTo>
                      <a:pt x="192" y="140"/>
                    </a:lnTo>
                    <a:lnTo>
                      <a:pt x="192" y="142"/>
                    </a:lnTo>
                    <a:lnTo>
                      <a:pt x="192" y="142"/>
                    </a:lnTo>
                    <a:lnTo>
                      <a:pt x="192" y="142"/>
                    </a:lnTo>
                    <a:lnTo>
                      <a:pt x="194" y="142"/>
                    </a:lnTo>
                    <a:lnTo>
                      <a:pt x="194" y="142"/>
                    </a:lnTo>
                    <a:lnTo>
                      <a:pt x="192" y="142"/>
                    </a:lnTo>
                    <a:lnTo>
                      <a:pt x="192" y="145"/>
                    </a:lnTo>
                    <a:lnTo>
                      <a:pt x="192" y="145"/>
                    </a:lnTo>
                    <a:lnTo>
                      <a:pt x="192" y="145"/>
                    </a:lnTo>
                    <a:lnTo>
                      <a:pt x="192" y="147"/>
                    </a:lnTo>
                    <a:lnTo>
                      <a:pt x="192" y="147"/>
                    </a:lnTo>
                    <a:lnTo>
                      <a:pt x="192" y="147"/>
                    </a:lnTo>
                    <a:lnTo>
                      <a:pt x="192" y="150"/>
                    </a:lnTo>
                    <a:lnTo>
                      <a:pt x="192" y="150"/>
                    </a:lnTo>
                    <a:lnTo>
                      <a:pt x="192" y="152"/>
                    </a:lnTo>
                    <a:lnTo>
                      <a:pt x="189" y="152"/>
                    </a:lnTo>
                    <a:lnTo>
                      <a:pt x="189" y="152"/>
                    </a:lnTo>
                    <a:lnTo>
                      <a:pt x="189" y="152"/>
                    </a:lnTo>
                    <a:lnTo>
                      <a:pt x="189" y="154"/>
                    </a:lnTo>
                    <a:lnTo>
                      <a:pt x="189" y="154"/>
                    </a:lnTo>
                    <a:lnTo>
                      <a:pt x="189" y="157"/>
                    </a:lnTo>
                    <a:lnTo>
                      <a:pt x="189" y="157"/>
                    </a:lnTo>
                    <a:lnTo>
                      <a:pt x="189" y="159"/>
                    </a:lnTo>
                    <a:lnTo>
                      <a:pt x="189" y="159"/>
                    </a:lnTo>
                    <a:lnTo>
                      <a:pt x="189" y="161"/>
                    </a:lnTo>
                    <a:lnTo>
                      <a:pt x="189" y="161"/>
                    </a:lnTo>
                    <a:lnTo>
                      <a:pt x="189" y="164"/>
                    </a:lnTo>
                    <a:lnTo>
                      <a:pt x="192" y="164"/>
                    </a:lnTo>
                    <a:lnTo>
                      <a:pt x="192" y="164"/>
                    </a:lnTo>
                    <a:lnTo>
                      <a:pt x="192" y="164"/>
                    </a:lnTo>
                    <a:lnTo>
                      <a:pt x="194" y="164"/>
                    </a:lnTo>
                    <a:lnTo>
                      <a:pt x="194" y="164"/>
                    </a:lnTo>
                    <a:lnTo>
                      <a:pt x="197" y="164"/>
                    </a:lnTo>
                    <a:lnTo>
                      <a:pt x="197" y="164"/>
                    </a:lnTo>
                    <a:lnTo>
                      <a:pt x="197" y="164"/>
                    </a:lnTo>
                    <a:lnTo>
                      <a:pt x="197" y="164"/>
                    </a:lnTo>
                    <a:lnTo>
                      <a:pt x="197" y="164"/>
                    </a:lnTo>
                    <a:lnTo>
                      <a:pt x="197" y="166"/>
                    </a:lnTo>
                    <a:lnTo>
                      <a:pt x="197" y="166"/>
                    </a:lnTo>
                    <a:lnTo>
                      <a:pt x="197" y="168"/>
                    </a:lnTo>
                    <a:lnTo>
                      <a:pt x="197" y="168"/>
                    </a:lnTo>
                    <a:lnTo>
                      <a:pt x="197" y="171"/>
                    </a:lnTo>
                    <a:lnTo>
                      <a:pt x="197" y="171"/>
                    </a:lnTo>
                    <a:lnTo>
                      <a:pt x="197" y="173"/>
                    </a:lnTo>
                    <a:lnTo>
                      <a:pt x="197" y="173"/>
                    </a:lnTo>
                    <a:lnTo>
                      <a:pt x="197" y="173"/>
                    </a:lnTo>
                    <a:lnTo>
                      <a:pt x="197" y="176"/>
                    </a:lnTo>
                    <a:lnTo>
                      <a:pt x="197" y="176"/>
                    </a:lnTo>
                    <a:lnTo>
                      <a:pt x="199" y="176"/>
                    </a:lnTo>
                    <a:lnTo>
                      <a:pt x="199" y="176"/>
                    </a:lnTo>
                    <a:lnTo>
                      <a:pt x="199" y="176"/>
                    </a:lnTo>
                    <a:lnTo>
                      <a:pt x="199" y="178"/>
                    </a:lnTo>
                    <a:lnTo>
                      <a:pt x="199" y="178"/>
                    </a:lnTo>
                    <a:lnTo>
                      <a:pt x="201" y="178"/>
                    </a:lnTo>
                    <a:lnTo>
                      <a:pt x="201" y="180"/>
                    </a:lnTo>
                    <a:lnTo>
                      <a:pt x="201" y="180"/>
                    </a:lnTo>
                    <a:lnTo>
                      <a:pt x="204" y="180"/>
                    </a:lnTo>
                    <a:lnTo>
                      <a:pt x="204" y="180"/>
                    </a:lnTo>
                    <a:lnTo>
                      <a:pt x="204" y="180"/>
                    </a:lnTo>
                    <a:lnTo>
                      <a:pt x="204" y="183"/>
                    </a:lnTo>
                    <a:lnTo>
                      <a:pt x="204" y="183"/>
                    </a:lnTo>
                    <a:lnTo>
                      <a:pt x="204" y="183"/>
                    </a:lnTo>
                    <a:lnTo>
                      <a:pt x="206" y="183"/>
                    </a:lnTo>
                    <a:lnTo>
                      <a:pt x="206" y="183"/>
                    </a:lnTo>
                    <a:lnTo>
                      <a:pt x="204" y="183"/>
                    </a:lnTo>
                    <a:lnTo>
                      <a:pt x="204" y="185"/>
                    </a:lnTo>
                    <a:lnTo>
                      <a:pt x="206" y="185"/>
                    </a:lnTo>
                    <a:lnTo>
                      <a:pt x="206" y="185"/>
                    </a:lnTo>
                    <a:lnTo>
                      <a:pt x="206" y="185"/>
                    </a:lnTo>
                    <a:lnTo>
                      <a:pt x="206" y="187"/>
                    </a:lnTo>
                    <a:lnTo>
                      <a:pt x="206" y="187"/>
                    </a:lnTo>
                    <a:lnTo>
                      <a:pt x="206" y="187"/>
                    </a:lnTo>
                    <a:lnTo>
                      <a:pt x="206" y="190"/>
                    </a:lnTo>
                    <a:lnTo>
                      <a:pt x="208" y="190"/>
                    </a:lnTo>
                    <a:lnTo>
                      <a:pt x="208" y="190"/>
                    </a:lnTo>
                    <a:lnTo>
                      <a:pt x="208" y="190"/>
                    </a:lnTo>
                    <a:lnTo>
                      <a:pt x="208" y="192"/>
                    </a:lnTo>
                    <a:lnTo>
                      <a:pt x="208" y="192"/>
                    </a:lnTo>
                    <a:lnTo>
                      <a:pt x="206" y="192"/>
                    </a:lnTo>
                    <a:lnTo>
                      <a:pt x="206" y="192"/>
                    </a:lnTo>
                    <a:lnTo>
                      <a:pt x="206" y="192"/>
                    </a:lnTo>
                    <a:lnTo>
                      <a:pt x="206" y="190"/>
                    </a:lnTo>
                    <a:lnTo>
                      <a:pt x="204" y="190"/>
                    </a:lnTo>
                    <a:lnTo>
                      <a:pt x="204" y="190"/>
                    </a:lnTo>
                    <a:lnTo>
                      <a:pt x="204" y="190"/>
                    </a:lnTo>
                    <a:lnTo>
                      <a:pt x="204" y="190"/>
                    </a:lnTo>
                    <a:lnTo>
                      <a:pt x="201" y="190"/>
                    </a:lnTo>
                    <a:lnTo>
                      <a:pt x="201" y="187"/>
                    </a:lnTo>
                    <a:lnTo>
                      <a:pt x="201" y="187"/>
                    </a:lnTo>
                    <a:lnTo>
                      <a:pt x="199" y="187"/>
                    </a:lnTo>
                    <a:lnTo>
                      <a:pt x="199" y="187"/>
                    </a:lnTo>
                    <a:lnTo>
                      <a:pt x="199" y="187"/>
                    </a:lnTo>
                    <a:lnTo>
                      <a:pt x="199" y="187"/>
                    </a:lnTo>
                    <a:lnTo>
                      <a:pt x="199" y="187"/>
                    </a:lnTo>
                    <a:lnTo>
                      <a:pt x="197" y="187"/>
                    </a:lnTo>
                    <a:lnTo>
                      <a:pt x="197" y="187"/>
                    </a:lnTo>
                    <a:lnTo>
                      <a:pt x="197" y="187"/>
                    </a:lnTo>
                    <a:lnTo>
                      <a:pt x="194" y="187"/>
                    </a:lnTo>
                    <a:lnTo>
                      <a:pt x="194" y="187"/>
                    </a:lnTo>
                    <a:lnTo>
                      <a:pt x="194" y="187"/>
                    </a:lnTo>
                    <a:lnTo>
                      <a:pt x="192" y="187"/>
                    </a:lnTo>
                    <a:lnTo>
                      <a:pt x="192" y="187"/>
                    </a:lnTo>
                    <a:lnTo>
                      <a:pt x="192" y="185"/>
                    </a:lnTo>
                    <a:lnTo>
                      <a:pt x="192" y="185"/>
                    </a:lnTo>
                    <a:lnTo>
                      <a:pt x="189" y="185"/>
                    </a:lnTo>
                    <a:lnTo>
                      <a:pt x="189" y="185"/>
                    </a:lnTo>
                    <a:lnTo>
                      <a:pt x="189" y="185"/>
                    </a:lnTo>
                    <a:lnTo>
                      <a:pt x="187" y="185"/>
                    </a:lnTo>
                    <a:lnTo>
                      <a:pt x="187" y="185"/>
                    </a:lnTo>
                    <a:lnTo>
                      <a:pt x="185" y="185"/>
                    </a:lnTo>
                    <a:lnTo>
                      <a:pt x="185" y="185"/>
                    </a:lnTo>
                    <a:lnTo>
                      <a:pt x="185" y="185"/>
                    </a:lnTo>
                    <a:lnTo>
                      <a:pt x="182" y="185"/>
                    </a:lnTo>
                    <a:lnTo>
                      <a:pt x="182" y="185"/>
                    </a:lnTo>
                    <a:lnTo>
                      <a:pt x="182" y="187"/>
                    </a:lnTo>
                    <a:lnTo>
                      <a:pt x="182" y="187"/>
                    </a:lnTo>
                    <a:lnTo>
                      <a:pt x="180" y="187"/>
                    </a:lnTo>
                    <a:lnTo>
                      <a:pt x="180" y="187"/>
                    </a:lnTo>
                    <a:lnTo>
                      <a:pt x="178" y="187"/>
                    </a:lnTo>
                    <a:lnTo>
                      <a:pt x="178" y="187"/>
                    </a:lnTo>
                    <a:lnTo>
                      <a:pt x="178" y="187"/>
                    </a:lnTo>
                    <a:lnTo>
                      <a:pt x="178" y="190"/>
                    </a:lnTo>
                    <a:lnTo>
                      <a:pt x="178" y="190"/>
                    </a:lnTo>
                    <a:lnTo>
                      <a:pt x="178" y="190"/>
                    </a:lnTo>
                    <a:lnTo>
                      <a:pt x="178" y="192"/>
                    </a:lnTo>
                    <a:lnTo>
                      <a:pt x="178" y="192"/>
                    </a:lnTo>
                    <a:lnTo>
                      <a:pt x="178" y="192"/>
                    </a:lnTo>
                    <a:lnTo>
                      <a:pt x="175" y="192"/>
                    </a:lnTo>
                    <a:lnTo>
                      <a:pt x="175" y="195"/>
                    </a:lnTo>
                    <a:lnTo>
                      <a:pt x="175" y="195"/>
                    </a:lnTo>
                    <a:lnTo>
                      <a:pt x="175" y="195"/>
                    </a:lnTo>
                    <a:lnTo>
                      <a:pt x="175" y="197"/>
                    </a:lnTo>
                    <a:lnTo>
                      <a:pt x="175" y="197"/>
                    </a:lnTo>
                    <a:lnTo>
                      <a:pt x="173" y="197"/>
                    </a:lnTo>
                    <a:lnTo>
                      <a:pt x="173" y="199"/>
                    </a:lnTo>
                    <a:lnTo>
                      <a:pt x="173" y="199"/>
                    </a:lnTo>
                    <a:lnTo>
                      <a:pt x="173" y="199"/>
                    </a:lnTo>
                    <a:lnTo>
                      <a:pt x="173" y="202"/>
                    </a:lnTo>
                    <a:lnTo>
                      <a:pt x="173" y="202"/>
                    </a:lnTo>
                    <a:lnTo>
                      <a:pt x="173" y="202"/>
                    </a:lnTo>
                    <a:lnTo>
                      <a:pt x="173" y="202"/>
                    </a:lnTo>
                    <a:lnTo>
                      <a:pt x="171" y="202"/>
                    </a:lnTo>
                    <a:lnTo>
                      <a:pt x="171" y="204"/>
                    </a:lnTo>
                    <a:lnTo>
                      <a:pt x="171" y="204"/>
                    </a:lnTo>
                    <a:lnTo>
                      <a:pt x="171" y="204"/>
                    </a:lnTo>
                    <a:lnTo>
                      <a:pt x="171" y="204"/>
                    </a:lnTo>
                    <a:lnTo>
                      <a:pt x="171" y="206"/>
                    </a:lnTo>
                    <a:lnTo>
                      <a:pt x="168" y="206"/>
                    </a:lnTo>
                    <a:lnTo>
                      <a:pt x="168" y="206"/>
                    </a:lnTo>
                    <a:lnTo>
                      <a:pt x="168" y="206"/>
                    </a:lnTo>
                    <a:lnTo>
                      <a:pt x="168" y="209"/>
                    </a:lnTo>
                    <a:lnTo>
                      <a:pt x="168" y="209"/>
                    </a:lnTo>
                    <a:lnTo>
                      <a:pt x="166" y="209"/>
                    </a:lnTo>
                    <a:lnTo>
                      <a:pt x="166" y="209"/>
                    </a:lnTo>
                    <a:lnTo>
                      <a:pt x="166" y="211"/>
                    </a:lnTo>
                    <a:lnTo>
                      <a:pt x="166" y="211"/>
                    </a:lnTo>
                    <a:lnTo>
                      <a:pt x="163" y="211"/>
                    </a:lnTo>
                    <a:lnTo>
                      <a:pt x="163" y="211"/>
                    </a:lnTo>
                    <a:lnTo>
                      <a:pt x="163" y="211"/>
                    </a:lnTo>
                    <a:lnTo>
                      <a:pt x="161" y="211"/>
                    </a:lnTo>
                    <a:lnTo>
                      <a:pt x="161" y="211"/>
                    </a:lnTo>
                    <a:lnTo>
                      <a:pt x="159" y="211"/>
                    </a:lnTo>
                    <a:lnTo>
                      <a:pt x="159" y="211"/>
                    </a:lnTo>
                    <a:lnTo>
                      <a:pt x="159" y="211"/>
                    </a:lnTo>
                    <a:lnTo>
                      <a:pt x="156" y="211"/>
                    </a:lnTo>
                    <a:lnTo>
                      <a:pt x="156" y="211"/>
                    </a:lnTo>
                    <a:lnTo>
                      <a:pt x="156" y="211"/>
                    </a:lnTo>
                    <a:lnTo>
                      <a:pt x="154" y="211"/>
                    </a:lnTo>
                    <a:lnTo>
                      <a:pt x="154" y="211"/>
                    </a:lnTo>
                    <a:lnTo>
                      <a:pt x="152" y="211"/>
                    </a:lnTo>
                    <a:lnTo>
                      <a:pt x="152" y="211"/>
                    </a:lnTo>
                    <a:lnTo>
                      <a:pt x="152" y="211"/>
                    </a:lnTo>
                    <a:lnTo>
                      <a:pt x="149" y="211"/>
                    </a:lnTo>
                    <a:lnTo>
                      <a:pt x="149" y="209"/>
                    </a:lnTo>
                    <a:lnTo>
                      <a:pt x="149" y="209"/>
                    </a:lnTo>
                    <a:lnTo>
                      <a:pt x="149" y="209"/>
                    </a:lnTo>
                    <a:lnTo>
                      <a:pt x="147" y="209"/>
                    </a:lnTo>
                    <a:lnTo>
                      <a:pt x="147" y="209"/>
                    </a:lnTo>
                    <a:lnTo>
                      <a:pt x="144" y="209"/>
                    </a:lnTo>
                    <a:lnTo>
                      <a:pt x="144" y="209"/>
                    </a:lnTo>
                    <a:lnTo>
                      <a:pt x="144" y="209"/>
                    </a:lnTo>
                    <a:lnTo>
                      <a:pt x="142" y="209"/>
                    </a:lnTo>
                    <a:lnTo>
                      <a:pt x="142" y="209"/>
                    </a:lnTo>
                    <a:lnTo>
                      <a:pt x="140" y="209"/>
                    </a:lnTo>
                    <a:lnTo>
                      <a:pt x="140" y="209"/>
                    </a:lnTo>
                    <a:lnTo>
                      <a:pt x="140" y="209"/>
                    </a:lnTo>
                    <a:lnTo>
                      <a:pt x="137" y="209"/>
                    </a:lnTo>
                    <a:lnTo>
                      <a:pt x="137" y="209"/>
                    </a:lnTo>
                    <a:lnTo>
                      <a:pt x="137" y="209"/>
                    </a:lnTo>
                    <a:lnTo>
                      <a:pt x="135" y="209"/>
                    </a:lnTo>
                    <a:lnTo>
                      <a:pt x="135" y="209"/>
                    </a:lnTo>
                    <a:lnTo>
                      <a:pt x="133" y="209"/>
                    </a:lnTo>
                    <a:lnTo>
                      <a:pt x="133" y="209"/>
                    </a:lnTo>
                    <a:lnTo>
                      <a:pt x="133" y="209"/>
                    </a:lnTo>
                    <a:lnTo>
                      <a:pt x="133" y="209"/>
                    </a:lnTo>
                    <a:lnTo>
                      <a:pt x="130" y="209"/>
                    </a:lnTo>
                    <a:lnTo>
                      <a:pt x="130" y="209"/>
                    </a:lnTo>
                    <a:lnTo>
                      <a:pt x="130" y="209"/>
                    </a:lnTo>
                    <a:lnTo>
                      <a:pt x="128" y="209"/>
                    </a:lnTo>
                    <a:lnTo>
                      <a:pt x="128" y="209"/>
                    </a:lnTo>
                    <a:lnTo>
                      <a:pt x="126" y="209"/>
                    </a:lnTo>
                    <a:lnTo>
                      <a:pt x="126" y="209"/>
                    </a:lnTo>
                    <a:lnTo>
                      <a:pt x="126" y="209"/>
                    </a:lnTo>
                    <a:lnTo>
                      <a:pt x="126" y="206"/>
                    </a:lnTo>
                    <a:lnTo>
                      <a:pt x="123" y="206"/>
                    </a:lnTo>
                    <a:lnTo>
                      <a:pt x="123" y="206"/>
                    </a:lnTo>
                    <a:lnTo>
                      <a:pt x="123" y="206"/>
                    </a:lnTo>
                    <a:lnTo>
                      <a:pt x="123" y="206"/>
                    </a:lnTo>
                    <a:lnTo>
                      <a:pt x="121" y="206"/>
                    </a:lnTo>
                    <a:lnTo>
                      <a:pt x="121" y="206"/>
                    </a:lnTo>
                    <a:lnTo>
                      <a:pt x="118" y="206"/>
                    </a:lnTo>
                    <a:lnTo>
                      <a:pt x="118" y="204"/>
                    </a:lnTo>
                    <a:lnTo>
                      <a:pt x="118" y="204"/>
                    </a:lnTo>
                    <a:lnTo>
                      <a:pt x="118" y="204"/>
                    </a:lnTo>
                    <a:lnTo>
                      <a:pt x="116" y="204"/>
                    </a:lnTo>
                    <a:lnTo>
                      <a:pt x="116" y="204"/>
                    </a:lnTo>
                    <a:lnTo>
                      <a:pt x="116" y="204"/>
                    </a:lnTo>
                    <a:lnTo>
                      <a:pt x="116" y="204"/>
                    </a:lnTo>
                    <a:lnTo>
                      <a:pt x="114" y="204"/>
                    </a:lnTo>
                    <a:lnTo>
                      <a:pt x="114" y="202"/>
                    </a:lnTo>
                    <a:lnTo>
                      <a:pt x="114" y="202"/>
                    </a:lnTo>
                    <a:lnTo>
                      <a:pt x="111" y="202"/>
                    </a:lnTo>
                    <a:lnTo>
                      <a:pt x="111" y="202"/>
                    </a:lnTo>
                    <a:lnTo>
                      <a:pt x="111" y="202"/>
                    </a:lnTo>
                    <a:lnTo>
                      <a:pt x="111" y="202"/>
                    </a:lnTo>
                    <a:lnTo>
                      <a:pt x="109" y="202"/>
                    </a:lnTo>
                    <a:lnTo>
                      <a:pt x="109" y="202"/>
                    </a:lnTo>
                    <a:lnTo>
                      <a:pt x="109" y="202"/>
                    </a:lnTo>
                    <a:lnTo>
                      <a:pt x="109" y="202"/>
                    </a:lnTo>
                    <a:lnTo>
                      <a:pt x="107" y="202"/>
                    </a:lnTo>
                    <a:lnTo>
                      <a:pt x="107" y="199"/>
                    </a:lnTo>
                    <a:lnTo>
                      <a:pt x="107" y="199"/>
                    </a:lnTo>
                    <a:lnTo>
                      <a:pt x="104" y="199"/>
                    </a:lnTo>
                    <a:lnTo>
                      <a:pt x="104" y="199"/>
                    </a:lnTo>
                    <a:lnTo>
                      <a:pt x="104" y="199"/>
                    </a:lnTo>
                    <a:lnTo>
                      <a:pt x="104" y="199"/>
                    </a:lnTo>
                    <a:lnTo>
                      <a:pt x="102" y="199"/>
                    </a:lnTo>
                    <a:lnTo>
                      <a:pt x="102" y="197"/>
                    </a:lnTo>
                    <a:lnTo>
                      <a:pt x="102" y="197"/>
                    </a:lnTo>
                    <a:lnTo>
                      <a:pt x="102" y="197"/>
                    </a:lnTo>
                    <a:lnTo>
                      <a:pt x="102" y="195"/>
                    </a:lnTo>
                    <a:lnTo>
                      <a:pt x="102" y="195"/>
                    </a:lnTo>
                    <a:lnTo>
                      <a:pt x="102" y="192"/>
                    </a:lnTo>
                    <a:lnTo>
                      <a:pt x="102" y="192"/>
                    </a:lnTo>
                    <a:lnTo>
                      <a:pt x="102" y="192"/>
                    </a:lnTo>
                    <a:lnTo>
                      <a:pt x="102" y="192"/>
                    </a:lnTo>
                    <a:lnTo>
                      <a:pt x="102" y="190"/>
                    </a:lnTo>
                    <a:lnTo>
                      <a:pt x="102" y="190"/>
                    </a:lnTo>
                    <a:lnTo>
                      <a:pt x="102" y="187"/>
                    </a:lnTo>
                    <a:lnTo>
                      <a:pt x="102" y="187"/>
                    </a:lnTo>
                    <a:lnTo>
                      <a:pt x="102" y="185"/>
                    </a:lnTo>
                    <a:lnTo>
                      <a:pt x="102" y="185"/>
                    </a:lnTo>
                    <a:lnTo>
                      <a:pt x="102" y="183"/>
                    </a:lnTo>
                    <a:lnTo>
                      <a:pt x="102" y="183"/>
                    </a:lnTo>
                    <a:lnTo>
                      <a:pt x="102" y="183"/>
                    </a:lnTo>
                    <a:lnTo>
                      <a:pt x="102" y="180"/>
                    </a:lnTo>
                    <a:lnTo>
                      <a:pt x="104" y="180"/>
                    </a:lnTo>
                    <a:lnTo>
                      <a:pt x="104" y="180"/>
                    </a:lnTo>
                    <a:lnTo>
                      <a:pt x="104" y="178"/>
                    </a:lnTo>
                    <a:lnTo>
                      <a:pt x="102" y="178"/>
                    </a:lnTo>
                    <a:lnTo>
                      <a:pt x="102" y="178"/>
                    </a:lnTo>
                    <a:lnTo>
                      <a:pt x="100" y="178"/>
                    </a:lnTo>
                    <a:lnTo>
                      <a:pt x="100" y="178"/>
                    </a:lnTo>
                    <a:lnTo>
                      <a:pt x="100" y="178"/>
                    </a:lnTo>
                    <a:lnTo>
                      <a:pt x="97" y="178"/>
                    </a:lnTo>
                    <a:lnTo>
                      <a:pt x="97" y="178"/>
                    </a:lnTo>
                    <a:lnTo>
                      <a:pt x="97" y="178"/>
                    </a:lnTo>
                    <a:lnTo>
                      <a:pt x="97" y="178"/>
                    </a:lnTo>
                    <a:lnTo>
                      <a:pt x="95" y="178"/>
                    </a:lnTo>
                    <a:lnTo>
                      <a:pt x="95" y="178"/>
                    </a:lnTo>
                    <a:lnTo>
                      <a:pt x="92" y="178"/>
                    </a:lnTo>
                    <a:lnTo>
                      <a:pt x="92" y="178"/>
                    </a:lnTo>
                    <a:lnTo>
                      <a:pt x="92" y="178"/>
                    </a:lnTo>
                    <a:lnTo>
                      <a:pt x="90" y="178"/>
                    </a:lnTo>
                    <a:lnTo>
                      <a:pt x="90" y="178"/>
                    </a:lnTo>
                    <a:lnTo>
                      <a:pt x="90" y="176"/>
                    </a:lnTo>
                    <a:lnTo>
                      <a:pt x="90" y="176"/>
                    </a:lnTo>
                    <a:lnTo>
                      <a:pt x="90" y="173"/>
                    </a:lnTo>
                    <a:lnTo>
                      <a:pt x="90" y="173"/>
                    </a:lnTo>
                    <a:lnTo>
                      <a:pt x="90" y="173"/>
                    </a:lnTo>
                    <a:lnTo>
                      <a:pt x="90" y="173"/>
                    </a:lnTo>
                    <a:lnTo>
                      <a:pt x="90" y="171"/>
                    </a:lnTo>
                    <a:lnTo>
                      <a:pt x="90" y="171"/>
                    </a:lnTo>
                    <a:lnTo>
                      <a:pt x="88" y="171"/>
                    </a:lnTo>
                    <a:lnTo>
                      <a:pt x="88" y="168"/>
                    </a:lnTo>
                    <a:lnTo>
                      <a:pt x="88" y="168"/>
                    </a:lnTo>
                    <a:lnTo>
                      <a:pt x="85" y="168"/>
                    </a:lnTo>
                    <a:lnTo>
                      <a:pt x="85" y="168"/>
                    </a:lnTo>
                    <a:lnTo>
                      <a:pt x="85" y="168"/>
                    </a:lnTo>
                    <a:lnTo>
                      <a:pt x="85" y="168"/>
                    </a:lnTo>
                    <a:lnTo>
                      <a:pt x="85" y="166"/>
                    </a:lnTo>
                    <a:lnTo>
                      <a:pt x="83" y="166"/>
                    </a:lnTo>
                    <a:lnTo>
                      <a:pt x="83" y="166"/>
                    </a:lnTo>
                    <a:lnTo>
                      <a:pt x="83" y="166"/>
                    </a:lnTo>
                    <a:lnTo>
                      <a:pt x="83" y="166"/>
                    </a:lnTo>
                    <a:lnTo>
                      <a:pt x="81" y="166"/>
                    </a:lnTo>
                    <a:lnTo>
                      <a:pt x="81" y="166"/>
                    </a:lnTo>
                    <a:lnTo>
                      <a:pt x="81" y="164"/>
                    </a:lnTo>
                    <a:lnTo>
                      <a:pt x="78" y="164"/>
                    </a:lnTo>
                    <a:lnTo>
                      <a:pt x="78" y="164"/>
                    </a:lnTo>
                    <a:lnTo>
                      <a:pt x="78" y="164"/>
                    </a:lnTo>
                    <a:lnTo>
                      <a:pt x="78" y="164"/>
                    </a:lnTo>
                    <a:lnTo>
                      <a:pt x="76" y="164"/>
                    </a:lnTo>
                    <a:lnTo>
                      <a:pt x="76" y="164"/>
                    </a:lnTo>
                    <a:lnTo>
                      <a:pt x="76" y="164"/>
                    </a:lnTo>
                    <a:lnTo>
                      <a:pt x="76" y="164"/>
                    </a:lnTo>
                    <a:lnTo>
                      <a:pt x="73" y="164"/>
                    </a:lnTo>
                    <a:lnTo>
                      <a:pt x="73" y="161"/>
                    </a:lnTo>
                    <a:lnTo>
                      <a:pt x="73" y="161"/>
                    </a:lnTo>
                    <a:lnTo>
                      <a:pt x="71" y="161"/>
                    </a:lnTo>
                    <a:lnTo>
                      <a:pt x="71" y="161"/>
                    </a:lnTo>
                    <a:lnTo>
                      <a:pt x="71" y="161"/>
                    </a:lnTo>
                    <a:lnTo>
                      <a:pt x="71" y="161"/>
                    </a:lnTo>
                    <a:lnTo>
                      <a:pt x="69" y="161"/>
                    </a:lnTo>
                    <a:lnTo>
                      <a:pt x="69" y="159"/>
                    </a:lnTo>
                    <a:lnTo>
                      <a:pt x="69" y="159"/>
                    </a:lnTo>
                    <a:lnTo>
                      <a:pt x="66" y="159"/>
                    </a:lnTo>
                    <a:lnTo>
                      <a:pt x="66" y="159"/>
                    </a:lnTo>
                    <a:lnTo>
                      <a:pt x="66" y="159"/>
                    </a:lnTo>
                    <a:lnTo>
                      <a:pt x="66" y="159"/>
                    </a:lnTo>
                    <a:lnTo>
                      <a:pt x="66" y="157"/>
                    </a:lnTo>
                    <a:lnTo>
                      <a:pt x="64" y="157"/>
                    </a:lnTo>
                    <a:lnTo>
                      <a:pt x="64" y="157"/>
                    </a:lnTo>
                    <a:lnTo>
                      <a:pt x="64" y="157"/>
                    </a:lnTo>
                    <a:lnTo>
                      <a:pt x="64" y="157"/>
                    </a:lnTo>
                    <a:lnTo>
                      <a:pt x="62" y="157"/>
                    </a:lnTo>
                    <a:lnTo>
                      <a:pt x="62" y="154"/>
                    </a:lnTo>
                    <a:lnTo>
                      <a:pt x="62" y="154"/>
                    </a:lnTo>
                    <a:lnTo>
                      <a:pt x="59" y="154"/>
                    </a:lnTo>
                    <a:lnTo>
                      <a:pt x="59" y="154"/>
                    </a:lnTo>
                    <a:lnTo>
                      <a:pt x="59" y="154"/>
                    </a:lnTo>
                    <a:lnTo>
                      <a:pt x="59" y="154"/>
                    </a:lnTo>
                    <a:lnTo>
                      <a:pt x="57" y="154"/>
                    </a:lnTo>
                    <a:lnTo>
                      <a:pt x="57" y="152"/>
                    </a:lnTo>
                    <a:lnTo>
                      <a:pt x="57" y="152"/>
                    </a:lnTo>
                    <a:lnTo>
                      <a:pt x="57" y="152"/>
                    </a:lnTo>
                    <a:lnTo>
                      <a:pt x="57" y="152"/>
                    </a:lnTo>
                    <a:lnTo>
                      <a:pt x="55" y="152"/>
                    </a:lnTo>
                    <a:lnTo>
                      <a:pt x="55" y="152"/>
                    </a:lnTo>
                    <a:lnTo>
                      <a:pt x="55" y="152"/>
                    </a:lnTo>
                    <a:lnTo>
                      <a:pt x="52" y="152"/>
                    </a:lnTo>
                    <a:lnTo>
                      <a:pt x="52" y="152"/>
                    </a:lnTo>
                    <a:lnTo>
                      <a:pt x="52" y="150"/>
                    </a:lnTo>
                    <a:lnTo>
                      <a:pt x="52" y="150"/>
                    </a:lnTo>
                    <a:lnTo>
                      <a:pt x="50" y="150"/>
                    </a:lnTo>
                    <a:lnTo>
                      <a:pt x="50" y="150"/>
                    </a:lnTo>
                    <a:lnTo>
                      <a:pt x="50" y="150"/>
                    </a:lnTo>
                    <a:lnTo>
                      <a:pt x="50" y="150"/>
                    </a:lnTo>
                    <a:lnTo>
                      <a:pt x="50" y="147"/>
                    </a:lnTo>
                    <a:lnTo>
                      <a:pt x="47" y="147"/>
                    </a:lnTo>
                    <a:lnTo>
                      <a:pt x="47" y="147"/>
                    </a:lnTo>
                    <a:lnTo>
                      <a:pt x="47" y="147"/>
                    </a:lnTo>
                    <a:lnTo>
                      <a:pt x="45" y="147"/>
                    </a:lnTo>
                    <a:lnTo>
                      <a:pt x="45" y="147"/>
                    </a:lnTo>
                    <a:lnTo>
                      <a:pt x="45" y="147"/>
                    </a:lnTo>
                    <a:lnTo>
                      <a:pt x="45" y="145"/>
                    </a:lnTo>
                    <a:lnTo>
                      <a:pt x="43" y="145"/>
                    </a:lnTo>
                    <a:lnTo>
                      <a:pt x="43" y="145"/>
                    </a:lnTo>
                    <a:lnTo>
                      <a:pt x="43" y="145"/>
                    </a:lnTo>
                    <a:lnTo>
                      <a:pt x="43" y="145"/>
                    </a:lnTo>
                    <a:lnTo>
                      <a:pt x="40" y="145"/>
                    </a:lnTo>
                    <a:lnTo>
                      <a:pt x="40" y="142"/>
                    </a:lnTo>
                    <a:lnTo>
                      <a:pt x="40" y="142"/>
                    </a:lnTo>
                    <a:lnTo>
                      <a:pt x="38" y="142"/>
                    </a:lnTo>
                    <a:lnTo>
                      <a:pt x="38" y="142"/>
                    </a:lnTo>
                    <a:lnTo>
                      <a:pt x="38" y="142"/>
                    </a:lnTo>
                    <a:lnTo>
                      <a:pt x="38" y="142"/>
                    </a:lnTo>
                    <a:lnTo>
                      <a:pt x="36" y="142"/>
                    </a:lnTo>
                    <a:lnTo>
                      <a:pt x="36" y="142"/>
                    </a:lnTo>
                    <a:lnTo>
                      <a:pt x="36" y="142"/>
                    </a:lnTo>
                    <a:lnTo>
                      <a:pt x="33" y="142"/>
                    </a:lnTo>
                    <a:lnTo>
                      <a:pt x="33" y="140"/>
                    </a:lnTo>
                    <a:lnTo>
                      <a:pt x="33" y="140"/>
                    </a:lnTo>
                    <a:lnTo>
                      <a:pt x="33" y="140"/>
                    </a:lnTo>
                    <a:lnTo>
                      <a:pt x="31" y="140"/>
                    </a:lnTo>
                    <a:lnTo>
                      <a:pt x="31" y="140"/>
                    </a:lnTo>
                    <a:lnTo>
                      <a:pt x="31" y="140"/>
                    </a:lnTo>
                    <a:lnTo>
                      <a:pt x="31" y="140"/>
                    </a:lnTo>
                    <a:lnTo>
                      <a:pt x="31" y="138"/>
                    </a:lnTo>
                    <a:lnTo>
                      <a:pt x="29" y="138"/>
                    </a:lnTo>
                    <a:lnTo>
                      <a:pt x="29" y="138"/>
                    </a:lnTo>
                    <a:lnTo>
                      <a:pt x="29" y="138"/>
                    </a:lnTo>
                    <a:lnTo>
                      <a:pt x="26" y="138"/>
                    </a:lnTo>
                    <a:lnTo>
                      <a:pt x="26" y="138"/>
                    </a:lnTo>
                    <a:lnTo>
                      <a:pt x="26" y="135"/>
                    </a:lnTo>
                    <a:lnTo>
                      <a:pt x="26" y="135"/>
                    </a:lnTo>
                    <a:lnTo>
                      <a:pt x="24" y="135"/>
                    </a:lnTo>
                    <a:lnTo>
                      <a:pt x="24" y="135"/>
                    </a:lnTo>
                    <a:lnTo>
                      <a:pt x="24" y="135"/>
                    </a:lnTo>
                    <a:lnTo>
                      <a:pt x="24" y="135"/>
                    </a:lnTo>
                    <a:lnTo>
                      <a:pt x="21" y="135"/>
                    </a:lnTo>
                    <a:lnTo>
                      <a:pt x="21" y="135"/>
                    </a:lnTo>
                    <a:lnTo>
                      <a:pt x="19" y="135"/>
                    </a:lnTo>
                    <a:lnTo>
                      <a:pt x="19" y="133"/>
                    </a:lnTo>
                    <a:lnTo>
                      <a:pt x="19" y="133"/>
                    </a:lnTo>
                    <a:lnTo>
                      <a:pt x="19" y="133"/>
                    </a:lnTo>
                    <a:lnTo>
                      <a:pt x="17" y="133"/>
                    </a:lnTo>
                    <a:lnTo>
                      <a:pt x="17" y="133"/>
                    </a:lnTo>
                    <a:lnTo>
                      <a:pt x="17" y="133"/>
                    </a:lnTo>
                    <a:lnTo>
                      <a:pt x="17" y="133"/>
                    </a:lnTo>
                    <a:lnTo>
                      <a:pt x="14" y="133"/>
                    </a:lnTo>
                    <a:lnTo>
                      <a:pt x="14" y="133"/>
                    </a:lnTo>
                    <a:lnTo>
                      <a:pt x="12" y="133"/>
                    </a:lnTo>
                    <a:lnTo>
                      <a:pt x="12" y="133"/>
                    </a:lnTo>
                    <a:lnTo>
                      <a:pt x="12" y="133"/>
                    </a:lnTo>
                    <a:lnTo>
                      <a:pt x="12" y="133"/>
                    </a:lnTo>
                    <a:lnTo>
                      <a:pt x="10" y="133"/>
                    </a:lnTo>
                    <a:lnTo>
                      <a:pt x="10" y="133"/>
                    </a:lnTo>
                    <a:lnTo>
                      <a:pt x="10" y="131"/>
                    </a:lnTo>
                    <a:lnTo>
                      <a:pt x="10" y="131"/>
                    </a:lnTo>
                    <a:lnTo>
                      <a:pt x="10" y="128"/>
                    </a:lnTo>
                    <a:lnTo>
                      <a:pt x="10" y="128"/>
                    </a:lnTo>
                    <a:lnTo>
                      <a:pt x="10" y="128"/>
                    </a:lnTo>
                    <a:lnTo>
                      <a:pt x="10" y="126"/>
                    </a:lnTo>
                    <a:lnTo>
                      <a:pt x="7" y="126"/>
                    </a:lnTo>
                    <a:lnTo>
                      <a:pt x="7" y="126"/>
                    </a:lnTo>
                    <a:lnTo>
                      <a:pt x="7" y="123"/>
                    </a:lnTo>
                    <a:lnTo>
                      <a:pt x="7" y="123"/>
                    </a:lnTo>
                    <a:lnTo>
                      <a:pt x="7" y="123"/>
                    </a:lnTo>
                    <a:lnTo>
                      <a:pt x="7" y="123"/>
                    </a:lnTo>
                    <a:lnTo>
                      <a:pt x="7" y="121"/>
                    </a:lnTo>
                    <a:lnTo>
                      <a:pt x="5" y="121"/>
                    </a:lnTo>
                    <a:lnTo>
                      <a:pt x="5" y="121"/>
                    </a:lnTo>
                    <a:lnTo>
                      <a:pt x="5" y="119"/>
                    </a:lnTo>
                    <a:lnTo>
                      <a:pt x="5" y="119"/>
                    </a:lnTo>
                    <a:lnTo>
                      <a:pt x="5" y="119"/>
                    </a:lnTo>
                    <a:lnTo>
                      <a:pt x="5" y="116"/>
                    </a:lnTo>
                    <a:lnTo>
                      <a:pt x="5" y="116"/>
                    </a:lnTo>
                    <a:lnTo>
                      <a:pt x="5" y="116"/>
                    </a:lnTo>
                    <a:lnTo>
                      <a:pt x="5" y="114"/>
                    </a:lnTo>
                    <a:lnTo>
                      <a:pt x="2" y="114"/>
                    </a:lnTo>
                    <a:lnTo>
                      <a:pt x="2" y="114"/>
                    </a:lnTo>
                    <a:lnTo>
                      <a:pt x="2" y="114"/>
                    </a:lnTo>
                    <a:lnTo>
                      <a:pt x="2" y="112"/>
                    </a:lnTo>
                    <a:lnTo>
                      <a:pt x="2" y="112"/>
                    </a:lnTo>
                    <a:lnTo>
                      <a:pt x="2" y="112"/>
                    </a:lnTo>
                    <a:lnTo>
                      <a:pt x="2" y="109"/>
                    </a:lnTo>
                    <a:lnTo>
                      <a:pt x="2" y="109"/>
                    </a:lnTo>
                    <a:lnTo>
                      <a:pt x="2" y="109"/>
                    </a:lnTo>
                    <a:lnTo>
                      <a:pt x="2" y="107"/>
                    </a:lnTo>
                    <a:lnTo>
                      <a:pt x="0" y="107"/>
                    </a:lnTo>
                    <a:lnTo>
                      <a:pt x="0" y="107"/>
                    </a:lnTo>
                    <a:lnTo>
                      <a:pt x="0" y="104"/>
                    </a:lnTo>
                    <a:lnTo>
                      <a:pt x="0" y="104"/>
                    </a:lnTo>
                    <a:lnTo>
                      <a:pt x="0" y="104"/>
                    </a:lnTo>
                    <a:lnTo>
                      <a:pt x="0" y="104"/>
                    </a:lnTo>
                    <a:lnTo>
                      <a:pt x="0" y="102"/>
                    </a:lnTo>
                    <a:lnTo>
                      <a:pt x="0" y="102"/>
                    </a:lnTo>
                    <a:lnTo>
                      <a:pt x="0" y="102"/>
                    </a:lnTo>
                    <a:lnTo>
                      <a:pt x="2" y="102"/>
                    </a:lnTo>
                    <a:lnTo>
                      <a:pt x="2" y="100"/>
                    </a:lnTo>
                    <a:lnTo>
                      <a:pt x="2" y="100"/>
                    </a:lnTo>
                    <a:lnTo>
                      <a:pt x="2" y="100"/>
                    </a:lnTo>
                    <a:lnTo>
                      <a:pt x="5" y="100"/>
                    </a:lnTo>
                    <a:lnTo>
                      <a:pt x="5" y="100"/>
                    </a:lnTo>
                    <a:lnTo>
                      <a:pt x="5" y="100"/>
                    </a:lnTo>
                    <a:lnTo>
                      <a:pt x="5" y="100"/>
                    </a:lnTo>
                    <a:lnTo>
                      <a:pt x="5" y="97"/>
                    </a:lnTo>
                    <a:lnTo>
                      <a:pt x="7" y="97"/>
                    </a:lnTo>
                    <a:lnTo>
                      <a:pt x="7" y="97"/>
                    </a:lnTo>
                    <a:lnTo>
                      <a:pt x="7" y="97"/>
                    </a:lnTo>
                    <a:lnTo>
                      <a:pt x="10" y="97"/>
                    </a:lnTo>
                    <a:lnTo>
                      <a:pt x="10" y="97"/>
                    </a:lnTo>
                    <a:lnTo>
                      <a:pt x="10" y="95"/>
                    </a:lnTo>
                    <a:lnTo>
                      <a:pt x="10" y="95"/>
                    </a:lnTo>
                    <a:lnTo>
                      <a:pt x="12" y="95"/>
                    </a:lnTo>
                    <a:lnTo>
                      <a:pt x="12" y="95"/>
                    </a:lnTo>
                    <a:lnTo>
                      <a:pt x="12" y="95"/>
                    </a:lnTo>
                    <a:lnTo>
                      <a:pt x="12" y="95"/>
                    </a:lnTo>
                    <a:lnTo>
                      <a:pt x="12" y="93"/>
                    </a:lnTo>
                    <a:lnTo>
                      <a:pt x="14" y="93"/>
                    </a:lnTo>
                    <a:lnTo>
                      <a:pt x="14" y="93"/>
                    </a:lnTo>
                    <a:lnTo>
                      <a:pt x="14" y="93"/>
                    </a:lnTo>
                    <a:lnTo>
                      <a:pt x="17" y="93"/>
                    </a:lnTo>
                    <a:lnTo>
                      <a:pt x="17" y="93"/>
                    </a:lnTo>
                    <a:lnTo>
                      <a:pt x="17" y="93"/>
                    </a:lnTo>
                    <a:lnTo>
                      <a:pt x="17" y="93"/>
                    </a:lnTo>
                    <a:lnTo>
                      <a:pt x="19" y="93"/>
                    </a:lnTo>
                    <a:lnTo>
                      <a:pt x="19" y="90"/>
                    </a:lnTo>
                    <a:lnTo>
                      <a:pt x="19" y="90"/>
                    </a:lnTo>
                    <a:lnTo>
                      <a:pt x="19" y="90"/>
                    </a:lnTo>
                    <a:lnTo>
                      <a:pt x="19" y="90"/>
                    </a:lnTo>
                    <a:lnTo>
                      <a:pt x="21" y="90"/>
                    </a:lnTo>
                    <a:lnTo>
                      <a:pt x="21" y="90"/>
                    </a:lnTo>
                    <a:lnTo>
                      <a:pt x="21" y="88"/>
                    </a:lnTo>
                    <a:lnTo>
                      <a:pt x="24" y="88"/>
                    </a:lnTo>
                    <a:lnTo>
                      <a:pt x="24" y="88"/>
                    </a:lnTo>
                    <a:lnTo>
                      <a:pt x="24" y="88"/>
                    </a:lnTo>
                    <a:lnTo>
                      <a:pt x="24" y="88"/>
                    </a:lnTo>
                    <a:lnTo>
                      <a:pt x="26" y="88"/>
                    </a:lnTo>
                    <a:lnTo>
                      <a:pt x="26" y="86"/>
                    </a:lnTo>
                    <a:lnTo>
                      <a:pt x="26" y="86"/>
                    </a:lnTo>
                    <a:lnTo>
                      <a:pt x="26" y="86"/>
                    </a:lnTo>
                    <a:lnTo>
                      <a:pt x="26" y="86"/>
                    </a:lnTo>
                    <a:lnTo>
                      <a:pt x="29" y="86"/>
                    </a:lnTo>
                    <a:lnTo>
                      <a:pt x="29" y="86"/>
                    </a:lnTo>
                    <a:lnTo>
                      <a:pt x="29" y="83"/>
                    </a:lnTo>
                    <a:lnTo>
                      <a:pt x="31" y="83"/>
                    </a:lnTo>
                    <a:lnTo>
                      <a:pt x="31" y="83"/>
                    </a:lnTo>
                    <a:lnTo>
                      <a:pt x="31" y="83"/>
                    </a:lnTo>
                    <a:lnTo>
                      <a:pt x="31" y="83"/>
                    </a:lnTo>
                    <a:lnTo>
                      <a:pt x="33" y="83"/>
                    </a:lnTo>
                    <a:lnTo>
                      <a:pt x="33" y="83"/>
                    </a:lnTo>
                    <a:lnTo>
                      <a:pt x="33" y="83"/>
                    </a:lnTo>
                    <a:lnTo>
                      <a:pt x="33" y="83"/>
                    </a:lnTo>
                    <a:lnTo>
                      <a:pt x="36" y="83"/>
                    </a:lnTo>
                    <a:lnTo>
                      <a:pt x="36" y="81"/>
                    </a:lnTo>
                    <a:lnTo>
                      <a:pt x="36" y="81"/>
                    </a:lnTo>
                    <a:lnTo>
                      <a:pt x="38" y="81"/>
                    </a:lnTo>
                    <a:lnTo>
                      <a:pt x="38" y="81"/>
                    </a:lnTo>
                    <a:lnTo>
                      <a:pt x="38" y="81"/>
                    </a:lnTo>
                    <a:lnTo>
                      <a:pt x="38" y="81"/>
                    </a:lnTo>
                    <a:lnTo>
                      <a:pt x="38" y="78"/>
                    </a:lnTo>
                    <a:lnTo>
                      <a:pt x="40" y="78"/>
                    </a:lnTo>
                    <a:lnTo>
                      <a:pt x="40" y="78"/>
                    </a:lnTo>
                    <a:lnTo>
                      <a:pt x="43" y="78"/>
                    </a:lnTo>
                    <a:lnTo>
                      <a:pt x="43" y="78"/>
                    </a:lnTo>
                    <a:lnTo>
                      <a:pt x="43" y="78"/>
                    </a:lnTo>
                    <a:lnTo>
                      <a:pt x="43" y="78"/>
                    </a:lnTo>
                    <a:lnTo>
                      <a:pt x="43" y="76"/>
                    </a:lnTo>
                    <a:lnTo>
                      <a:pt x="45" y="76"/>
                    </a:lnTo>
                    <a:lnTo>
                      <a:pt x="45" y="76"/>
                    </a:lnTo>
                    <a:lnTo>
                      <a:pt x="45" y="76"/>
                    </a:lnTo>
                    <a:lnTo>
                      <a:pt x="45" y="76"/>
                    </a:lnTo>
                    <a:lnTo>
                      <a:pt x="45" y="74"/>
                    </a:lnTo>
                    <a:lnTo>
                      <a:pt x="47" y="74"/>
                    </a:lnTo>
                    <a:lnTo>
                      <a:pt x="47" y="74"/>
                    </a:lnTo>
                    <a:lnTo>
                      <a:pt x="47" y="74"/>
                    </a:lnTo>
                    <a:lnTo>
                      <a:pt x="47" y="74"/>
                    </a:lnTo>
                    <a:lnTo>
                      <a:pt x="47" y="71"/>
                    </a:lnTo>
                    <a:lnTo>
                      <a:pt x="50" y="71"/>
                    </a:lnTo>
                    <a:lnTo>
                      <a:pt x="50" y="71"/>
                    </a:lnTo>
                    <a:lnTo>
                      <a:pt x="50" y="69"/>
                    </a:lnTo>
                    <a:lnTo>
                      <a:pt x="50" y="69"/>
                    </a:lnTo>
                    <a:lnTo>
                      <a:pt x="50" y="69"/>
                    </a:lnTo>
                    <a:lnTo>
                      <a:pt x="50" y="69"/>
                    </a:lnTo>
                    <a:lnTo>
                      <a:pt x="50" y="67"/>
                    </a:lnTo>
                    <a:lnTo>
                      <a:pt x="50" y="67"/>
                    </a:lnTo>
                    <a:lnTo>
                      <a:pt x="50" y="64"/>
                    </a:lnTo>
                    <a:lnTo>
                      <a:pt x="52" y="64"/>
                    </a:lnTo>
                    <a:lnTo>
                      <a:pt x="52" y="64"/>
                    </a:lnTo>
                    <a:lnTo>
                      <a:pt x="52" y="64"/>
                    </a:lnTo>
                    <a:lnTo>
                      <a:pt x="52" y="62"/>
                    </a:lnTo>
                    <a:lnTo>
                      <a:pt x="50" y="62"/>
                    </a:lnTo>
                    <a:lnTo>
                      <a:pt x="50" y="62"/>
                    </a:lnTo>
                    <a:lnTo>
                      <a:pt x="50" y="59"/>
                    </a:lnTo>
                    <a:lnTo>
                      <a:pt x="50" y="59"/>
                    </a:lnTo>
                    <a:lnTo>
                      <a:pt x="50" y="57"/>
                    </a:lnTo>
                    <a:lnTo>
                      <a:pt x="50" y="57"/>
                    </a:lnTo>
                    <a:lnTo>
                      <a:pt x="50" y="55"/>
                    </a:lnTo>
                    <a:lnTo>
                      <a:pt x="52" y="55"/>
                    </a:lnTo>
                    <a:lnTo>
                      <a:pt x="52" y="55"/>
                    </a:lnTo>
                    <a:lnTo>
                      <a:pt x="52" y="55"/>
                    </a:lnTo>
                    <a:lnTo>
                      <a:pt x="52" y="52"/>
                    </a:lnTo>
                    <a:lnTo>
                      <a:pt x="52" y="52"/>
                    </a:lnTo>
                    <a:lnTo>
                      <a:pt x="52" y="52"/>
                    </a:lnTo>
                    <a:lnTo>
                      <a:pt x="52" y="50"/>
                    </a:lnTo>
                    <a:lnTo>
                      <a:pt x="52" y="50"/>
                    </a:lnTo>
                    <a:lnTo>
                      <a:pt x="52" y="48"/>
                    </a:lnTo>
                    <a:lnTo>
                      <a:pt x="52" y="48"/>
                    </a:lnTo>
                    <a:lnTo>
                      <a:pt x="52" y="48"/>
                    </a:lnTo>
                    <a:lnTo>
                      <a:pt x="52" y="45"/>
                    </a:lnTo>
                    <a:lnTo>
                      <a:pt x="55" y="45"/>
                    </a:lnTo>
                    <a:lnTo>
                      <a:pt x="55" y="45"/>
                    </a:lnTo>
                    <a:lnTo>
                      <a:pt x="55" y="45"/>
                    </a:lnTo>
                    <a:lnTo>
                      <a:pt x="55" y="43"/>
                    </a:lnTo>
                    <a:lnTo>
                      <a:pt x="55" y="43"/>
                    </a:lnTo>
                    <a:lnTo>
                      <a:pt x="55" y="41"/>
                    </a:lnTo>
                    <a:lnTo>
                      <a:pt x="55" y="41"/>
                    </a:lnTo>
                    <a:lnTo>
                      <a:pt x="55" y="38"/>
                    </a:lnTo>
                    <a:lnTo>
                      <a:pt x="52" y="38"/>
                    </a:lnTo>
                    <a:lnTo>
                      <a:pt x="52" y="38"/>
                    </a:lnTo>
                    <a:lnTo>
                      <a:pt x="52" y="36"/>
                    </a:lnTo>
                    <a:lnTo>
                      <a:pt x="52" y="36"/>
                    </a:lnTo>
                    <a:lnTo>
                      <a:pt x="52" y="36"/>
                    </a:lnTo>
                    <a:lnTo>
                      <a:pt x="52" y="33"/>
                    </a:lnTo>
                    <a:lnTo>
                      <a:pt x="52" y="33"/>
                    </a:lnTo>
                    <a:lnTo>
                      <a:pt x="52" y="33"/>
                    </a:lnTo>
                    <a:lnTo>
                      <a:pt x="52" y="33"/>
                    </a:lnTo>
                    <a:lnTo>
                      <a:pt x="52" y="33"/>
                    </a:lnTo>
                    <a:lnTo>
                      <a:pt x="52" y="31"/>
                    </a:lnTo>
                    <a:lnTo>
                      <a:pt x="52" y="31"/>
                    </a:lnTo>
                    <a:lnTo>
                      <a:pt x="52" y="29"/>
                    </a:lnTo>
                    <a:lnTo>
                      <a:pt x="52" y="29"/>
                    </a:lnTo>
                    <a:lnTo>
                      <a:pt x="52" y="26"/>
                    </a:lnTo>
                    <a:lnTo>
                      <a:pt x="52" y="26"/>
                    </a:lnTo>
                    <a:lnTo>
                      <a:pt x="52" y="26"/>
                    </a:lnTo>
                    <a:lnTo>
                      <a:pt x="52" y="24"/>
                    </a:lnTo>
                    <a:lnTo>
                      <a:pt x="52" y="24"/>
                    </a:lnTo>
                    <a:lnTo>
                      <a:pt x="55" y="24"/>
                    </a:lnTo>
                    <a:lnTo>
                      <a:pt x="55" y="24"/>
                    </a:lnTo>
                    <a:lnTo>
                      <a:pt x="55" y="24"/>
                    </a:lnTo>
                    <a:lnTo>
                      <a:pt x="55" y="22"/>
                    </a:lnTo>
                    <a:lnTo>
                      <a:pt x="57" y="22"/>
                    </a:lnTo>
                    <a:lnTo>
                      <a:pt x="57" y="22"/>
                    </a:lnTo>
                    <a:lnTo>
                      <a:pt x="57" y="22"/>
                    </a:lnTo>
                    <a:lnTo>
                      <a:pt x="59" y="22"/>
                    </a:lnTo>
                    <a:lnTo>
                      <a:pt x="59" y="22"/>
                    </a:lnTo>
                    <a:lnTo>
                      <a:pt x="59" y="22"/>
                    </a:lnTo>
                    <a:lnTo>
                      <a:pt x="59" y="22"/>
                    </a:lnTo>
                    <a:lnTo>
                      <a:pt x="62" y="22"/>
                    </a:lnTo>
                    <a:lnTo>
                      <a:pt x="62" y="22"/>
                    </a:lnTo>
                    <a:lnTo>
                      <a:pt x="64" y="22"/>
                    </a:lnTo>
                    <a:lnTo>
                      <a:pt x="64" y="22"/>
                    </a:lnTo>
                    <a:lnTo>
                      <a:pt x="64" y="19"/>
                    </a:lnTo>
                    <a:lnTo>
                      <a:pt x="64" y="19"/>
                    </a:lnTo>
                    <a:lnTo>
                      <a:pt x="66" y="19"/>
                    </a:lnTo>
                    <a:lnTo>
                      <a:pt x="66" y="19"/>
                    </a:lnTo>
                    <a:lnTo>
                      <a:pt x="66" y="19"/>
                    </a:lnTo>
                    <a:lnTo>
                      <a:pt x="66" y="17"/>
                    </a:lnTo>
                    <a:lnTo>
                      <a:pt x="66" y="17"/>
                    </a:lnTo>
                    <a:lnTo>
                      <a:pt x="66" y="17"/>
                    </a:lnTo>
                    <a:lnTo>
                      <a:pt x="69" y="17"/>
                    </a:lnTo>
                    <a:lnTo>
                      <a:pt x="69" y="14"/>
                    </a:lnTo>
                    <a:lnTo>
                      <a:pt x="69" y="14"/>
                    </a:lnTo>
                    <a:lnTo>
                      <a:pt x="69" y="14"/>
                    </a:lnTo>
                    <a:lnTo>
                      <a:pt x="71" y="14"/>
                    </a:lnTo>
                    <a:lnTo>
                      <a:pt x="71" y="14"/>
                    </a:lnTo>
                    <a:lnTo>
                      <a:pt x="71" y="14"/>
                    </a:lnTo>
                    <a:lnTo>
                      <a:pt x="71" y="12"/>
                    </a:lnTo>
                    <a:lnTo>
                      <a:pt x="71" y="12"/>
                    </a:lnTo>
                    <a:lnTo>
                      <a:pt x="71" y="12"/>
                    </a:lnTo>
                    <a:lnTo>
                      <a:pt x="73" y="12"/>
                    </a:lnTo>
                    <a:lnTo>
                      <a:pt x="73" y="12"/>
                    </a:lnTo>
                    <a:lnTo>
                      <a:pt x="73" y="10"/>
                    </a:lnTo>
                    <a:lnTo>
                      <a:pt x="76" y="10"/>
                    </a:lnTo>
                    <a:lnTo>
                      <a:pt x="76" y="10"/>
                    </a:lnTo>
                    <a:lnTo>
                      <a:pt x="76" y="10"/>
                    </a:lnTo>
                    <a:lnTo>
                      <a:pt x="76" y="7"/>
                    </a:lnTo>
                    <a:lnTo>
                      <a:pt x="76" y="7"/>
                    </a:lnTo>
                    <a:lnTo>
                      <a:pt x="76" y="7"/>
                    </a:lnTo>
                    <a:lnTo>
                      <a:pt x="78" y="7"/>
                    </a:lnTo>
                    <a:lnTo>
                      <a:pt x="78" y="7"/>
                    </a:lnTo>
                    <a:lnTo>
                      <a:pt x="78" y="7"/>
                    </a:lnTo>
                    <a:lnTo>
                      <a:pt x="78" y="5"/>
                    </a:lnTo>
                    <a:lnTo>
                      <a:pt x="81" y="5"/>
                    </a:lnTo>
                    <a:lnTo>
                      <a:pt x="81" y="5"/>
                    </a:lnTo>
                    <a:lnTo>
                      <a:pt x="81" y="5"/>
                    </a:lnTo>
                    <a:lnTo>
                      <a:pt x="83" y="5"/>
                    </a:lnTo>
                    <a:lnTo>
                      <a:pt x="83" y="5"/>
                    </a:lnTo>
                    <a:lnTo>
                      <a:pt x="83" y="3"/>
                    </a:lnTo>
                    <a:lnTo>
                      <a:pt x="83" y="3"/>
                    </a:lnTo>
                    <a:lnTo>
                      <a:pt x="83" y="3"/>
                    </a:lnTo>
                    <a:lnTo>
                      <a:pt x="83" y="3"/>
                    </a:lnTo>
                    <a:lnTo>
                      <a:pt x="83" y="0"/>
                    </a:lnTo>
                    <a:lnTo>
                      <a:pt x="85" y="0"/>
                    </a:lnTo>
                    <a:lnTo>
                      <a:pt x="85" y="0"/>
                    </a:lnTo>
                    <a:lnTo>
                      <a:pt x="85" y="3"/>
                    </a:lnTo>
                    <a:lnTo>
                      <a:pt x="85" y="3"/>
                    </a:lnTo>
                    <a:lnTo>
                      <a:pt x="88" y="3"/>
                    </a:lnTo>
                    <a:lnTo>
                      <a:pt x="88" y="3"/>
                    </a:lnTo>
                    <a:lnTo>
                      <a:pt x="90" y="3"/>
                    </a:lnTo>
                    <a:lnTo>
                      <a:pt x="90" y="3"/>
                    </a:lnTo>
                    <a:lnTo>
                      <a:pt x="90" y="0"/>
                    </a:lnTo>
                    <a:lnTo>
                      <a:pt x="90" y="0"/>
                    </a:lnTo>
                    <a:lnTo>
                      <a:pt x="92" y="0"/>
                    </a:lnTo>
                    <a:lnTo>
                      <a:pt x="92" y="0"/>
                    </a:lnTo>
                    <a:lnTo>
                      <a:pt x="92" y="0"/>
                    </a:lnTo>
                    <a:lnTo>
                      <a:pt x="92" y="3"/>
                    </a:lnTo>
                    <a:lnTo>
                      <a:pt x="95" y="3"/>
                    </a:lnTo>
                    <a:lnTo>
                      <a:pt x="95" y="3"/>
                    </a:lnTo>
                    <a:lnTo>
                      <a:pt x="95" y="3"/>
                    </a:lnTo>
                    <a:lnTo>
                      <a:pt x="97" y="3"/>
                    </a:lnTo>
                    <a:lnTo>
                      <a:pt x="97" y="3"/>
                    </a:lnTo>
                    <a:lnTo>
                      <a:pt x="97" y="3"/>
                    </a:lnTo>
                    <a:lnTo>
                      <a:pt x="97" y="3"/>
                    </a:lnTo>
                    <a:lnTo>
                      <a:pt x="97" y="3"/>
                    </a:lnTo>
                    <a:lnTo>
                      <a:pt x="100" y="3"/>
                    </a:lnTo>
                    <a:lnTo>
                      <a:pt x="100" y="5"/>
                    </a:lnTo>
                    <a:lnTo>
                      <a:pt x="100" y="5"/>
                    </a:lnTo>
                    <a:lnTo>
                      <a:pt x="100" y="5"/>
                    </a:lnTo>
                    <a:lnTo>
                      <a:pt x="102" y="5"/>
                    </a:lnTo>
                    <a:lnTo>
                      <a:pt x="102" y="5"/>
                    </a:lnTo>
                    <a:lnTo>
                      <a:pt x="102" y="5"/>
                    </a:lnTo>
                    <a:lnTo>
                      <a:pt x="104" y="5"/>
                    </a:lnTo>
                    <a:lnTo>
                      <a:pt x="104" y="5"/>
                    </a:lnTo>
                    <a:lnTo>
                      <a:pt x="104" y="5"/>
                    </a:lnTo>
                    <a:lnTo>
                      <a:pt x="104" y="5"/>
                    </a:lnTo>
                    <a:lnTo>
                      <a:pt x="107" y="5"/>
                    </a:lnTo>
                    <a:lnTo>
                      <a:pt x="107" y="5"/>
                    </a:lnTo>
                    <a:lnTo>
                      <a:pt x="107" y="5"/>
                    </a:lnTo>
                    <a:lnTo>
                      <a:pt x="109" y="5"/>
                    </a:lnTo>
                    <a:lnTo>
                      <a:pt x="109" y="5"/>
                    </a:lnTo>
                    <a:lnTo>
                      <a:pt x="109" y="5"/>
                    </a:lnTo>
                    <a:lnTo>
                      <a:pt x="109" y="5"/>
                    </a:lnTo>
                    <a:lnTo>
                      <a:pt x="109" y="3"/>
                    </a:lnTo>
                    <a:lnTo>
                      <a:pt x="111" y="3"/>
                    </a:lnTo>
                    <a:lnTo>
                      <a:pt x="111" y="3"/>
                    </a:lnTo>
                    <a:lnTo>
                      <a:pt x="111" y="3"/>
                    </a:lnTo>
                    <a:lnTo>
                      <a:pt x="111" y="3"/>
                    </a:lnTo>
                    <a:lnTo>
                      <a:pt x="114" y="3"/>
                    </a:lnTo>
                    <a:lnTo>
                      <a:pt x="114" y="3"/>
                    </a:lnTo>
                    <a:lnTo>
                      <a:pt x="114" y="3"/>
                    </a:lnTo>
                    <a:lnTo>
                      <a:pt x="116" y="3"/>
                    </a:lnTo>
                    <a:lnTo>
                      <a:pt x="116" y="3"/>
                    </a:lnTo>
                    <a:lnTo>
                      <a:pt x="116" y="5"/>
                    </a:lnTo>
                    <a:lnTo>
                      <a:pt x="116" y="5"/>
                    </a:lnTo>
                    <a:lnTo>
                      <a:pt x="116" y="5"/>
                    </a:lnTo>
                    <a:lnTo>
                      <a:pt x="116" y="5"/>
                    </a:lnTo>
                    <a:lnTo>
                      <a:pt x="116" y="5"/>
                    </a:lnTo>
                    <a:lnTo>
                      <a:pt x="116" y="7"/>
                    </a:lnTo>
                    <a:lnTo>
                      <a:pt x="116" y="7"/>
                    </a:lnTo>
                    <a:lnTo>
                      <a:pt x="116" y="7"/>
                    </a:lnTo>
                    <a:lnTo>
                      <a:pt x="116" y="7"/>
                    </a:lnTo>
                    <a:lnTo>
                      <a:pt x="116" y="10"/>
                    </a:lnTo>
                    <a:lnTo>
                      <a:pt x="116" y="10"/>
                    </a:lnTo>
                    <a:lnTo>
                      <a:pt x="116" y="10"/>
                    </a:lnTo>
                    <a:lnTo>
                      <a:pt x="116" y="12"/>
                    </a:lnTo>
                    <a:lnTo>
                      <a:pt x="118" y="12"/>
                    </a:lnTo>
                    <a:lnTo>
                      <a:pt x="118" y="10"/>
                    </a:lnTo>
                    <a:lnTo>
                      <a:pt x="118" y="10"/>
                    </a:lnTo>
                    <a:lnTo>
                      <a:pt x="118" y="10"/>
                    </a:lnTo>
                    <a:lnTo>
                      <a:pt x="118" y="10"/>
                    </a:lnTo>
                    <a:lnTo>
                      <a:pt x="118" y="7"/>
                    </a:lnTo>
                    <a:lnTo>
                      <a:pt x="121" y="7"/>
                    </a:lnTo>
                    <a:lnTo>
                      <a:pt x="121" y="7"/>
                    </a:lnTo>
                    <a:lnTo>
                      <a:pt x="121" y="7"/>
                    </a:lnTo>
                    <a:lnTo>
                      <a:pt x="123" y="7"/>
                    </a:lnTo>
                    <a:lnTo>
                      <a:pt x="123" y="7"/>
                    </a:lnTo>
                    <a:lnTo>
                      <a:pt x="123" y="5"/>
                    </a:lnTo>
                    <a:lnTo>
                      <a:pt x="123" y="5"/>
                    </a:lnTo>
                    <a:lnTo>
                      <a:pt x="126" y="5"/>
                    </a:lnTo>
                    <a:lnTo>
                      <a:pt x="126" y="5"/>
                    </a:lnTo>
                    <a:lnTo>
                      <a:pt x="126" y="5"/>
                    </a:lnTo>
                    <a:lnTo>
                      <a:pt x="128"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0" name="Freeform 148"/>
              <p:cNvSpPr>
                <a:spLocks/>
              </p:cNvSpPr>
              <p:nvPr/>
            </p:nvSpPr>
            <p:spPr bwMode="auto">
              <a:xfrm>
                <a:off x="1664" y="1805"/>
                <a:ext cx="208" cy="211"/>
              </a:xfrm>
              <a:custGeom>
                <a:avLst/>
                <a:gdLst/>
                <a:ahLst/>
                <a:cxnLst>
                  <a:cxn ang="0">
                    <a:pos x="130" y="14"/>
                  </a:cxn>
                  <a:cxn ang="0">
                    <a:pos x="135" y="24"/>
                  </a:cxn>
                  <a:cxn ang="0">
                    <a:pos x="140" y="36"/>
                  </a:cxn>
                  <a:cxn ang="0">
                    <a:pos x="149" y="41"/>
                  </a:cxn>
                  <a:cxn ang="0">
                    <a:pos x="159" y="41"/>
                  </a:cxn>
                  <a:cxn ang="0">
                    <a:pos x="154" y="45"/>
                  </a:cxn>
                  <a:cxn ang="0">
                    <a:pos x="159" y="55"/>
                  </a:cxn>
                  <a:cxn ang="0">
                    <a:pos x="152" y="62"/>
                  </a:cxn>
                  <a:cxn ang="0">
                    <a:pos x="149" y="71"/>
                  </a:cxn>
                  <a:cxn ang="0">
                    <a:pos x="142" y="78"/>
                  </a:cxn>
                  <a:cxn ang="0">
                    <a:pos x="142" y="88"/>
                  </a:cxn>
                  <a:cxn ang="0">
                    <a:pos x="149" y="95"/>
                  </a:cxn>
                  <a:cxn ang="0">
                    <a:pos x="156" y="104"/>
                  </a:cxn>
                  <a:cxn ang="0">
                    <a:pos x="156" y="109"/>
                  </a:cxn>
                  <a:cxn ang="0">
                    <a:pos x="163" y="114"/>
                  </a:cxn>
                  <a:cxn ang="0">
                    <a:pos x="173" y="121"/>
                  </a:cxn>
                  <a:cxn ang="0">
                    <a:pos x="182" y="123"/>
                  </a:cxn>
                  <a:cxn ang="0">
                    <a:pos x="189" y="133"/>
                  </a:cxn>
                  <a:cxn ang="0">
                    <a:pos x="192" y="142"/>
                  </a:cxn>
                  <a:cxn ang="0">
                    <a:pos x="189" y="157"/>
                  </a:cxn>
                  <a:cxn ang="0">
                    <a:pos x="197" y="166"/>
                  </a:cxn>
                  <a:cxn ang="0">
                    <a:pos x="201" y="178"/>
                  </a:cxn>
                  <a:cxn ang="0">
                    <a:pos x="206" y="187"/>
                  </a:cxn>
                  <a:cxn ang="0">
                    <a:pos x="204" y="190"/>
                  </a:cxn>
                  <a:cxn ang="0">
                    <a:pos x="192" y="187"/>
                  </a:cxn>
                  <a:cxn ang="0">
                    <a:pos x="180" y="187"/>
                  </a:cxn>
                  <a:cxn ang="0">
                    <a:pos x="173" y="197"/>
                  </a:cxn>
                  <a:cxn ang="0">
                    <a:pos x="168" y="206"/>
                  </a:cxn>
                  <a:cxn ang="0">
                    <a:pos x="156" y="211"/>
                  </a:cxn>
                  <a:cxn ang="0">
                    <a:pos x="142" y="209"/>
                  </a:cxn>
                  <a:cxn ang="0">
                    <a:pos x="130" y="209"/>
                  </a:cxn>
                  <a:cxn ang="0">
                    <a:pos x="118" y="204"/>
                  </a:cxn>
                  <a:cxn ang="0">
                    <a:pos x="107" y="202"/>
                  </a:cxn>
                  <a:cxn ang="0">
                    <a:pos x="102" y="192"/>
                  </a:cxn>
                  <a:cxn ang="0">
                    <a:pos x="100" y="178"/>
                  </a:cxn>
                  <a:cxn ang="0">
                    <a:pos x="90" y="173"/>
                  </a:cxn>
                  <a:cxn ang="0">
                    <a:pos x="83" y="166"/>
                  </a:cxn>
                  <a:cxn ang="0">
                    <a:pos x="71" y="161"/>
                  </a:cxn>
                  <a:cxn ang="0">
                    <a:pos x="62" y="157"/>
                  </a:cxn>
                  <a:cxn ang="0">
                    <a:pos x="52" y="152"/>
                  </a:cxn>
                  <a:cxn ang="0">
                    <a:pos x="43" y="145"/>
                  </a:cxn>
                  <a:cxn ang="0">
                    <a:pos x="33" y="140"/>
                  </a:cxn>
                  <a:cxn ang="0">
                    <a:pos x="24" y="135"/>
                  </a:cxn>
                  <a:cxn ang="0">
                    <a:pos x="12" y="133"/>
                  </a:cxn>
                  <a:cxn ang="0">
                    <a:pos x="5" y="121"/>
                  </a:cxn>
                  <a:cxn ang="0">
                    <a:pos x="2" y="109"/>
                  </a:cxn>
                  <a:cxn ang="0">
                    <a:pos x="5" y="100"/>
                  </a:cxn>
                  <a:cxn ang="0">
                    <a:pos x="12" y="93"/>
                  </a:cxn>
                  <a:cxn ang="0">
                    <a:pos x="24" y="88"/>
                  </a:cxn>
                  <a:cxn ang="0">
                    <a:pos x="33" y="83"/>
                  </a:cxn>
                  <a:cxn ang="0">
                    <a:pos x="43" y="78"/>
                  </a:cxn>
                  <a:cxn ang="0">
                    <a:pos x="50" y="69"/>
                  </a:cxn>
                  <a:cxn ang="0">
                    <a:pos x="50" y="55"/>
                  </a:cxn>
                  <a:cxn ang="0">
                    <a:pos x="55" y="43"/>
                  </a:cxn>
                  <a:cxn ang="0">
                    <a:pos x="52" y="31"/>
                  </a:cxn>
                  <a:cxn ang="0">
                    <a:pos x="59" y="22"/>
                  </a:cxn>
                  <a:cxn ang="0">
                    <a:pos x="69" y="14"/>
                  </a:cxn>
                  <a:cxn ang="0">
                    <a:pos x="76" y="7"/>
                  </a:cxn>
                  <a:cxn ang="0">
                    <a:pos x="85" y="0"/>
                  </a:cxn>
                  <a:cxn ang="0">
                    <a:pos x="95" y="3"/>
                  </a:cxn>
                  <a:cxn ang="0">
                    <a:pos x="104" y="5"/>
                  </a:cxn>
                  <a:cxn ang="0">
                    <a:pos x="116" y="3"/>
                  </a:cxn>
                  <a:cxn ang="0">
                    <a:pos x="118" y="10"/>
                  </a:cxn>
                </a:cxnLst>
                <a:rect l="0" t="0" r="r" b="b"/>
                <a:pathLst>
                  <a:path w="208" h="211">
                    <a:moveTo>
                      <a:pt x="128" y="5"/>
                    </a:moveTo>
                    <a:lnTo>
                      <a:pt x="128" y="7"/>
                    </a:lnTo>
                    <a:lnTo>
                      <a:pt x="128" y="7"/>
                    </a:lnTo>
                    <a:lnTo>
                      <a:pt x="128" y="10"/>
                    </a:lnTo>
                    <a:lnTo>
                      <a:pt x="128" y="10"/>
                    </a:lnTo>
                    <a:lnTo>
                      <a:pt x="130" y="10"/>
                    </a:lnTo>
                    <a:lnTo>
                      <a:pt x="130" y="10"/>
                    </a:lnTo>
                    <a:lnTo>
                      <a:pt x="130" y="10"/>
                    </a:lnTo>
                    <a:lnTo>
                      <a:pt x="130" y="12"/>
                    </a:lnTo>
                    <a:lnTo>
                      <a:pt x="130" y="12"/>
                    </a:lnTo>
                    <a:lnTo>
                      <a:pt x="130" y="14"/>
                    </a:lnTo>
                    <a:lnTo>
                      <a:pt x="130" y="14"/>
                    </a:lnTo>
                    <a:lnTo>
                      <a:pt x="130" y="14"/>
                    </a:lnTo>
                    <a:lnTo>
                      <a:pt x="130" y="14"/>
                    </a:lnTo>
                    <a:lnTo>
                      <a:pt x="130" y="14"/>
                    </a:lnTo>
                    <a:lnTo>
                      <a:pt x="130" y="14"/>
                    </a:lnTo>
                    <a:lnTo>
                      <a:pt x="130" y="17"/>
                    </a:lnTo>
                    <a:lnTo>
                      <a:pt x="133" y="17"/>
                    </a:lnTo>
                    <a:lnTo>
                      <a:pt x="133" y="17"/>
                    </a:lnTo>
                    <a:lnTo>
                      <a:pt x="133" y="17"/>
                    </a:lnTo>
                    <a:lnTo>
                      <a:pt x="133" y="17"/>
                    </a:lnTo>
                    <a:lnTo>
                      <a:pt x="133" y="19"/>
                    </a:lnTo>
                    <a:lnTo>
                      <a:pt x="133" y="19"/>
                    </a:lnTo>
                    <a:lnTo>
                      <a:pt x="133" y="19"/>
                    </a:lnTo>
                    <a:lnTo>
                      <a:pt x="133" y="22"/>
                    </a:lnTo>
                    <a:lnTo>
                      <a:pt x="133" y="22"/>
                    </a:lnTo>
                    <a:lnTo>
                      <a:pt x="133" y="24"/>
                    </a:lnTo>
                    <a:lnTo>
                      <a:pt x="133" y="24"/>
                    </a:lnTo>
                    <a:lnTo>
                      <a:pt x="133" y="24"/>
                    </a:lnTo>
                    <a:lnTo>
                      <a:pt x="133" y="24"/>
                    </a:lnTo>
                    <a:lnTo>
                      <a:pt x="135" y="24"/>
                    </a:lnTo>
                    <a:lnTo>
                      <a:pt x="135" y="24"/>
                    </a:lnTo>
                    <a:lnTo>
                      <a:pt x="137" y="24"/>
                    </a:lnTo>
                    <a:lnTo>
                      <a:pt x="137" y="24"/>
                    </a:lnTo>
                    <a:lnTo>
                      <a:pt x="137" y="24"/>
                    </a:lnTo>
                    <a:lnTo>
                      <a:pt x="137" y="26"/>
                    </a:lnTo>
                    <a:lnTo>
                      <a:pt x="137" y="26"/>
                    </a:lnTo>
                    <a:lnTo>
                      <a:pt x="137" y="29"/>
                    </a:lnTo>
                    <a:lnTo>
                      <a:pt x="137" y="29"/>
                    </a:lnTo>
                    <a:lnTo>
                      <a:pt x="140" y="29"/>
                    </a:lnTo>
                    <a:lnTo>
                      <a:pt x="140" y="31"/>
                    </a:lnTo>
                    <a:lnTo>
                      <a:pt x="140" y="31"/>
                    </a:lnTo>
                    <a:lnTo>
                      <a:pt x="140" y="33"/>
                    </a:lnTo>
                    <a:lnTo>
                      <a:pt x="140" y="33"/>
                    </a:lnTo>
                    <a:lnTo>
                      <a:pt x="140" y="33"/>
                    </a:lnTo>
                    <a:lnTo>
                      <a:pt x="140" y="33"/>
                    </a:lnTo>
                    <a:lnTo>
                      <a:pt x="140" y="33"/>
                    </a:lnTo>
                    <a:lnTo>
                      <a:pt x="140" y="36"/>
                    </a:lnTo>
                    <a:lnTo>
                      <a:pt x="140" y="36"/>
                    </a:lnTo>
                    <a:lnTo>
                      <a:pt x="140" y="36"/>
                    </a:lnTo>
                    <a:lnTo>
                      <a:pt x="140" y="36"/>
                    </a:lnTo>
                    <a:lnTo>
                      <a:pt x="140" y="36"/>
                    </a:lnTo>
                    <a:lnTo>
                      <a:pt x="142" y="36"/>
                    </a:lnTo>
                    <a:lnTo>
                      <a:pt x="142" y="36"/>
                    </a:lnTo>
                    <a:lnTo>
                      <a:pt x="144" y="36"/>
                    </a:lnTo>
                    <a:lnTo>
                      <a:pt x="144" y="36"/>
                    </a:lnTo>
                    <a:lnTo>
                      <a:pt x="144" y="36"/>
                    </a:lnTo>
                    <a:lnTo>
                      <a:pt x="144" y="36"/>
                    </a:lnTo>
                    <a:lnTo>
                      <a:pt x="147" y="36"/>
                    </a:lnTo>
                    <a:lnTo>
                      <a:pt x="147" y="38"/>
                    </a:lnTo>
                    <a:lnTo>
                      <a:pt x="147" y="38"/>
                    </a:lnTo>
                    <a:lnTo>
                      <a:pt x="147" y="38"/>
                    </a:lnTo>
                    <a:lnTo>
                      <a:pt x="147" y="41"/>
                    </a:lnTo>
                    <a:lnTo>
                      <a:pt x="149" y="41"/>
                    </a:lnTo>
                    <a:lnTo>
                      <a:pt x="149" y="41"/>
                    </a:lnTo>
                    <a:lnTo>
                      <a:pt x="149" y="41"/>
                    </a:lnTo>
                    <a:lnTo>
                      <a:pt x="149" y="41"/>
                    </a:lnTo>
                    <a:lnTo>
                      <a:pt x="149" y="41"/>
                    </a:lnTo>
                    <a:lnTo>
                      <a:pt x="152" y="41"/>
                    </a:lnTo>
                    <a:lnTo>
                      <a:pt x="152" y="41"/>
                    </a:lnTo>
                    <a:lnTo>
                      <a:pt x="152" y="41"/>
                    </a:lnTo>
                    <a:lnTo>
                      <a:pt x="154" y="41"/>
                    </a:lnTo>
                    <a:lnTo>
                      <a:pt x="154" y="41"/>
                    </a:lnTo>
                    <a:lnTo>
                      <a:pt x="156" y="41"/>
                    </a:lnTo>
                    <a:lnTo>
                      <a:pt x="156" y="41"/>
                    </a:lnTo>
                    <a:lnTo>
                      <a:pt x="156" y="41"/>
                    </a:lnTo>
                    <a:lnTo>
                      <a:pt x="156" y="41"/>
                    </a:lnTo>
                    <a:lnTo>
                      <a:pt x="159" y="41"/>
                    </a:lnTo>
                    <a:lnTo>
                      <a:pt x="159" y="41"/>
                    </a:lnTo>
                    <a:lnTo>
                      <a:pt x="159" y="41"/>
                    </a:lnTo>
                    <a:lnTo>
                      <a:pt x="159" y="41"/>
                    </a:lnTo>
                    <a:lnTo>
                      <a:pt x="161" y="41"/>
                    </a:lnTo>
                    <a:lnTo>
                      <a:pt x="161" y="41"/>
                    </a:lnTo>
                    <a:lnTo>
                      <a:pt x="161" y="43"/>
                    </a:lnTo>
                    <a:lnTo>
                      <a:pt x="159" y="43"/>
                    </a:lnTo>
                    <a:lnTo>
                      <a:pt x="159" y="43"/>
                    </a:lnTo>
                    <a:lnTo>
                      <a:pt x="159" y="43"/>
                    </a:lnTo>
                    <a:lnTo>
                      <a:pt x="159" y="43"/>
                    </a:lnTo>
                    <a:lnTo>
                      <a:pt x="156" y="43"/>
                    </a:lnTo>
                    <a:lnTo>
                      <a:pt x="156" y="43"/>
                    </a:lnTo>
                    <a:lnTo>
                      <a:pt x="156" y="45"/>
                    </a:lnTo>
                    <a:lnTo>
                      <a:pt x="156" y="45"/>
                    </a:lnTo>
                    <a:lnTo>
                      <a:pt x="156" y="43"/>
                    </a:lnTo>
                    <a:lnTo>
                      <a:pt x="154" y="43"/>
                    </a:lnTo>
                    <a:lnTo>
                      <a:pt x="154" y="45"/>
                    </a:lnTo>
                    <a:lnTo>
                      <a:pt x="154" y="45"/>
                    </a:lnTo>
                    <a:lnTo>
                      <a:pt x="154" y="45"/>
                    </a:lnTo>
                    <a:lnTo>
                      <a:pt x="154" y="45"/>
                    </a:lnTo>
                    <a:lnTo>
                      <a:pt x="154" y="48"/>
                    </a:lnTo>
                    <a:lnTo>
                      <a:pt x="154" y="48"/>
                    </a:lnTo>
                    <a:lnTo>
                      <a:pt x="154" y="50"/>
                    </a:lnTo>
                    <a:lnTo>
                      <a:pt x="154" y="50"/>
                    </a:lnTo>
                    <a:lnTo>
                      <a:pt x="154" y="50"/>
                    </a:lnTo>
                    <a:lnTo>
                      <a:pt x="154" y="52"/>
                    </a:lnTo>
                    <a:lnTo>
                      <a:pt x="156" y="52"/>
                    </a:lnTo>
                    <a:lnTo>
                      <a:pt x="156" y="52"/>
                    </a:lnTo>
                    <a:lnTo>
                      <a:pt x="156" y="52"/>
                    </a:lnTo>
                    <a:lnTo>
                      <a:pt x="156" y="55"/>
                    </a:lnTo>
                    <a:lnTo>
                      <a:pt x="156" y="55"/>
                    </a:lnTo>
                    <a:lnTo>
                      <a:pt x="156" y="55"/>
                    </a:lnTo>
                    <a:lnTo>
                      <a:pt x="156" y="55"/>
                    </a:lnTo>
                    <a:lnTo>
                      <a:pt x="159" y="55"/>
                    </a:lnTo>
                    <a:lnTo>
                      <a:pt x="159" y="57"/>
                    </a:lnTo>
                    <a:lnTo>
                      <a:pt x="156" y="57"/>
                    </a:lnTo>
                    <a:lnTo>
                      <a:pt x="156" y="57"/>
                    </a:lnTo>
                    <a:lnTo>
                      <a:pt x="156" y="59"/>
                    </a:lnTo>
                    <a:lnTo>
                      <a:pt x="156" y="59"/>
                    </a:lnTo>
                    <a:lnTo>
                      <a:pt x="156" y="59"/>
                    </a:lnTo>
                    <a:lnTo>
                      <a:pt x="156" y="59"/>
                    </a:lnTo>
                    <a:lnTo>
                      <a:pt x="154" y="59"/>
                    </a:lnTo>
                    <a:lnTo>
                      <a:pt x="154" y="59"/>
                    </a:lnTo>
                    <a:lnTo>
                      <a:pt x="154" y="59"/>
                    </a:lnTo>
                    <a:lnTo>
                      <a:pt x="152" y="59"/>
                    </a:lnTo>
                    <a:lnTo>
                      <a:pt x="152" y="59"/>
                    </a:lnTo>
                    <a:lnTo>
                      <a:pt x="152" y="59"/>
                    </a:lnTo>
                    <a:lnTo>
                      <a:pt x="152" y="59"/>
                    </a:lnTo>
                    <a:lnTo>
                      <a:pt x="152" y="62"/>
                    </a:lnTo>
                    <a:lnTo>
                      <a:pt x="152" y="62"/>
                    </a:lnTo>
                    <a:lnTo>
                      <a:pt x="152" y="64"/>
                    </a:lnTo>
                    <a:lnTo>
                      <a:pt x="149" y="64"/>
                    </a:lnTo>
                    <a:lnTo>
                      <a:pt x="149" y="64"/>
                    </a:lnTo>
                    <a:lnTo>
                      <a:pt x="149" y="64"/>
                    </a:lnTo>
                    <a:lnTo>
                      <a:pt x="149" y="64"/>
                    </a:lnTo>
                    <a:lnTo>
                      <a:pt x="149" y="64"/>
                    </a:lnTo>
                    <a:lnTo>
                      <a:pt x="147" y="64"/>
                    </a:lnTo>
                    <a:lnTo>
                      <a:pt x="147" y="67"/>
                    </a:lnTo>
                    <a:lnTo>
                      <a:pt x="147" y="67"/>
                    </a:lnTo>
                    <a:lnTo>
                      <a:pt x="147" y="67"/>
                    </a:lnTo>
                    <a:lnTo>
                      <a:pt x="147" y="69"/>
                    </a:lnTo>
                    <a:lnTo>
                      <a:pt x="147" y="69"/>
                    </a:lnTo>
                    <a:lnTo>
                      <a:pt x="147" y="69"/>
                    </a:lnTo>
                    <a:lnTo>
                      <a:pt x="149" y="69"/>
                    </a:lnTo>
                    <a:lnTo>
                      <a:pt x="149" y="71"/>
                    </a:lnTo>
                    <a:lnTo>
                      <a:pt x="149" y="71"/>
                    </a:lnTo>
                    <a:lnTo>
                      <a:pt x="149" y="74"/>
                    </a:lnTo>
                    <a:lnTo>
                      <a:pt x="147" y="74"/>
                    </a:lnTo>
                    <a:lnTo>
                      <a:pt x="147" y="74"/>
                    </a:lnTo>
                    <a:lnTo>
                      <a:pt x="144" y="74"/>
                    </a:lnTo>
                    <a:lnTo>
                      <a:pt x="144" y="74"/>
                    </a:lnTo>
                    <a:lnTo>
                      <a:pt x="144" y="71"/>
                    </a:lnTo>
                    <a:lnTo>
                      <a:pt x="144" y="71"/>
                    </a:lnTo>
                    <a:lnTo>
                      <a:pt x="144" y="74"/>
                    </a:lnTo>
                    <a:lnTo>
                      <a:pt x="144" y="74"/>
                    </a:lnTo>
                    <a:lnTo>
                      <a:pt x="144" y="74"/>
                    </a:lnTo>
                    <a:lnTo>
                      <a:pt x="142" y="74"/>
                    </a:lnTo>
                    <a:lnTo>
                      <a:pt x="142" y="74"/>
                    </a:lnTo>
                    <a:lnTo>
                      <a:pt x="142" y="76"/>
                    </a:lnTo>
                    <a:lnTo>
                      <a:pt x="142" y="76"/>
                    </a:lnTo>
                    <a:lnTo>
                      <a:pt x="142" y="76"/>
                    </a:lnTo>
                    <a:lnTo>
                      <a:pt x="142" y="78"/>
                    </a:lnTo>
                    <a:lnTo>
                      <a:pt x="144" y="78"/>
                    </a:lnTo>
                    <a:lnTo>
                      <a:pt x="144" y="78"/>
                    </a:lnTo>
                    <a:lnTo>
                      <a:pt x="144" y="78"/>
                    </a:lnTo>
                    <a:lnTo>
                      <a:pt x="144" y="81"/>
                    </a:lnTo>
                    <a:lnTo>
                      <a:pt x="144" y="81"/>
                    </a:lnTo>
                    <a:lnTo>
                      <a:pt x="144" y="83"/>
                    </a:lnTo>
                    <a:lnTo>
                      <a:pt x="144" y="83"/>
                    </a:lnTo>
                    <a:lnTo>
                      <a:pt x="144" y="83"/>
                    </a:lnTo>
                    <a:lnTo>
                      <a:pt x="142" y="83"/>
                    </a:lnTo>
                    <a:lnTo>
                      <a:pt x="142" y="83"/>
                    </a:lnTo>
                    <a:lnTo>
                      <a:pt x="142" y="86"/>
                    </a:lnTo>
                    <a:lnTo>
                      <a:pt x="142" y="86"/>
                    </a:lnTo>
                    <a:lnTo>
                      <a:pt x="142" y="86"/>
                    </a:lnTo>
                    <a:lnTo>
                      <a:pt x="140" y="86"/>
                    </a:lnTo>
                    <a:lnTo>
                      <a:pt x="140" y="88"/>
                    </a:lnTo>
                    <a:lnTo>
                      <a:pt x="142" y="88"/>
                    </a:lnTo>
                    <a:lnTo>
                      <a:pt x="142" y="88"/>
                    </a:lnTo>
                    <a:lnTo>
                      <a:pt x="142" y="88"/>
                    </a:lnTo>
                    <a:lnTo>
                      <a:pt x="144" y="88"/>
                    </a:lnTo>
                    <a:lnTo>
                      <a:pt x="144" y="90"/>
                    </a:lnTo>
                    <a:lnTo>
                      <a:pt x="144" y="90"/>
                    </a:lnTo>
                    <a:lnTo>
                      <a:pt x="144" y="90"/>
                    </a:lnTo>
                    <a:lnTo>
                      <a:pt x="144" y="90"/>
                    </a:lnTo>
                    <a:lnTo>
                      <a:pt x="144" y="93"/>
                    </a:lnTo>
                    <a:lnTo>
                      <a:pt x="147" y="93"/>
                    </a:lnTo>
                    <a:lnTo>
                      <a:pt x="147" y="93"/>
                    </a:lnTo>
                    <a:lnTo>
                      <a:pt x="147" y="93"/>
                    </a:lnTo>
                    <a:lnTo>
                      <a:pt x="147" y="93"/>
                    </a:lnTo>
                    <a:lnTo>
                      <a:pt x="147" y="95"/>
                    </a:lnTo>
                    <a:lnTo>
                      <a:pt x="149" y="95"/>
                    </a:lnTo>
                    <a:lnTo>
                      <a:pt x="149" y="95"/>
                    </a:lnTo>
                    <a:lnTo>
                      <a:pt x="149" y="95"/>
                    </a:lnTo>
                    <a:lnTo>
                      <a:pt x="149" y="95"/>
                    </a:lnTo>
                    <a:lnTo>
                      <a:pt x="152" y="95"/>
                    </a:lnTo>
                    <a:lnTo>
                      <a:pt x="152" y="95"/>
                    </a:lnTo>
                    <a:lnTo>
                      <a:pt x="152" y="97"/>
                    </a:lnTo>
                    <a:lnTo>
                      <a:pt x="152" y="97"/>
                    </a:lnTo>
                    <a:lnTo>
                      <a:pt x="152" y="97"/>
                    </a:lnTo>
                    <a:lnTo>
                      <a:pt x="152" y="97"/>
                    </a:lnTo>
                    <a:lnTo>
                      <a:pt x="152" y="100"/>
                    </a:lnTo>
                    <a:lnTo>
                      <a:pt x="152" y="100"/>
                    </a:lnTo>
                    <a:lnTo>
                      <a:pt x="154" y="100"/>
                    </a:lnTo>
                    <a:lnTo>
                      <a:pt x="154" y="100"/>
                    </a:lnTo>
                    <a:lnTo>
                      <a:pt x="154" y="100"/>
                    </a:lnTo>
                    <a:lnTo>
                      <a:pt x="154" y="102"/>
                    </a:lnTo>
                    <a:lnTo>
                      <a:pt x="154" y="102"/>
                    </a:lnTo>
                    <a:lnTo>
                      <a:pt x="156" y="102"/>
                    </a:lnTo>
                    <a:lnTo>
                      <a:pt x="156" y="104"/>
                    </a:lnTo>
                    <a:lnTo>
                      <a:pt x="156" y="104"/>
                    </a:lnTo>
                    <a:lnTo>
                      <a:pt x="156" y="104"/>
                    </a:lnTo>
                    <a:lnTo>
                      <a:pt x="156" y="104"/>
                    </a:lnTo>
                    <a:lnTo>
                      <a:pt x="156" y="104"/>
                    </a:lnTo>
                    <a:lnTo>
                      <a:pt x="159" y="104"/>
                    </a:lnTo>
                    <a:lnTo>
                      <a:pt x="159" y="107"/>
                    </a:lnTo>
                    <a:lnTo>
                      <a:pt x="159" y="107"/>
                    </a:lnTo>
                    <a:lnTo>
                      <a:pt x="156" y="107"/>
                    </a:lnTo>
                    <a:lnTo>
                      <a:pt x="156" y="109"/>
                    </a:lnTo>
                    <a:lnTo>
                      <a:pt x="156" y="109"/>
                    </a:lnTo>
                    <a:lnTo>
                      <a:pt x="156" y="109"/>
                    </a:lnTo>
                    <a:lnTo>
                      <a:pt x="154" y="109"/>
                    </a:lnTo>
                    <a:lnTo>
                      <a:pt x="154" y="109"/>
                    </a:lnTo>
                    <a:lnTo>
                      <a:pt x="156" y="109"/>
                    </a:lnTo>
                    <a:lnTo>
                      <a:pt x="156" y="109"/>
                    </a:lnTo>
                    <a:lnTo>
                      <a:pt x="156" y="109"/>
                    </a:lnTo>
                    <a:lnTo>
                      <a:pt x="156" y="112"/>
                    </a:lnTo>
                    <a:lnTo>
                      <a:pt x="156" y="112"/>
                    </a:lnTo>
                    <a:lnTo>
                      <a:pt x="156" y="112"/>
                    </a:lnTo>
                    <a:lnTo>
                      <a:pt x="156" y="112"/>
                    </a:lnTo>
                    <a:lnTo>
                      <a:pt x="156" y="114"/>
                    </a:lnTo>
                    <a:lnTo>
                      <a:pt x="156" y="114"/>
                    </a:lnTo>
                    <a:lnTo>
                      <a:pt x="156" y="114"/>
                    </a:lnTo>
                    <a:lnTo>
                      <a:pt x="159" y="114"/>
                    </a:lnTo>
                    <a:lnTo>
                      <a:pt x="159" y="114"/>
                    </a:lnTo>
                    <a:lnTo>
                      <a:pt x="159" y="114"/>
                    </a:lnTo>
                    <a:lnTo>
                      <a:pt x="161" y="114"/>
                    </a:lnTo>
                    <a:lnTo>
                      <a:pt x="161" y="114"/>
                    </a:lnTo>
                    <a:lnTo>
                      <a:pt x="163" y="114"/>
                    </a:lnTo>
                    <a:lnTo>
                      <a:pt x="163" y="114"/>
                    </a:lnTo>
                    <a:lnTo>
                      <a:pt x="163" y="114"/>
                    </a:lnTo>
                    <a:lnTo>
                      <a:pt x="163" y="114"/>
                    </a:lnTo>
                    <a:lnTo>
                      <a:pt x="163" y="114"/>
                    </a:lnTo>
                    <a:lnTo>
                      <a:pt x="166" y="114"/>
                    </a:lnTo>
                    <a:lnTo>
                      <a:pt x="166" y="114"/>
                    </a:lnTo>
                    <a:lnTo>
                      <a:pt x="166" y="116"/>
                    </a:lnTo>
                    <a:lnTo>
                      <a:pt x="166" y="116"/>
                    </a:lnTo>
                    <a:lnTo>
                      <a:pt x="168" y="116"/>
                    </a:lnTo>
                    <a:lnTo>
                      <a:pt x="168" y="116"/>
                    </a:lnTo>
                    <a:lnTo>
                      <a:pt x="168" y="116"/>
                    </a:lnTo>
                    <a:lnTo>
                      <a:pt x="168" y="119"/>
                    </a:lnTo>
                    <a:lnTo>
                      <a:pt x="171" y="119"/>
                    </a:lnTo>
                    <a:lnTo>
                      <a:pt x="171" y="119"/>
                    </a:lnTo>
                    <a:lnTo>
                      <a:pt x="171" y="119"/>
                    </a:lnTo>
                    <a:lnTo>
                      <a:pt x="171" y="119"/>
                    </a:lnTo>
                    <a:lnTo>
                      <a:pt x="171" y="121"/>
                    </a:lnTo>
                    <a:lnTo>
                      <a:pt x="173" y="121"/>
                    </a:lnTo>
                    <a:lnTo>
                      <a:pt x="173" y="121"/>
                    </a:lnTo>
                    <a:lnTo>
                      <a:pt x="173" y="121"/>
                    </a:lnTo>
                    <a:lnTo>
                      <a:pt x="173" y="121"/>
                    </a:lnTo>
                    <a:lnTo>
                      <a:pt x="173" y="123"/>
                    </a:lnTo>
                    <a:lnTo>
                      <a:pt x="175" y="123"/>
                    </a:lnTo>
                    <a:lnTo>
                      <a:pt x="175" y="123"/>
                    </a:lnTo>
                    <a:lnTo>
                      <a:pt x="175" y="123"/>
                    </a:lnTo>
                    <a:lnTo>
                      <a:pt x="175" y="123"/>
                    </a:lnTo>
                    <a:lnTo>
                      <a:pt x="178" y="123"/>
                    </a:lnTo>
                    <a:lnTo>
                      <a:pt x="178" y="123"/>
                    </a:lnTo>
                    <a:lnTo>
                      <a:pt x="178" y="126"/>
                    </a:lnTo>
                    <a:lnTo>
                      <a:pt x="178" y="126"/>
                    </a:lnTo>
                    <a:lnTo>
                      <a:pt x="180" y="126"/>
                    </a:lnTo>
                    <a:lnTo>
                      <a:pt x="180" y="126"/>
                    </a:lnTo>
                    <a:lnTo>
                      <a:pt x="182" y="126"/>
                    </a:lnTo>
                    <a:lnTo>
                      <a:pt x="182" y="123"/>
                    </a:lnTo>
                    <a:lnTo>
                      <a:pt x="182" y="123"/>
                    </a:lnTo>
                    <a:lnTo>
                      <a:pt x="182" y="126"/>
                    </a:lnTo>
                    <a:lnTo>
                      <a:pt x="182" y="126"/>
                    </a:lnTo>
                    <a:lnTo>
                      <a:pt x="185" y="126"/>
                    </a:lnTo>
                    <a:lnTo>
                      <a:pt x="185" y="126"/>
                    </a:lnTo>
                    <a:lnTo>
                      <a:pt x="185" y="126"/>
                    </a:lnTo>
                    <a:lnTo>
                      <a:pt x="185" y="128"/>
                    </a:lnTo>
                    <a:lnTo>
                      <a:pt x="185" y="128"/>
                    </a:lnTo>
                    <a:lnTo>
                      <a:pt x="185" y="128"/>
                    </a:lnTo>
                    <a:lnTo>
                      <a:pt x="185" y="131"/>
                    </a:lnTo>
                    <a:lnTo>
                      <a:pt x="185" y="131"/>
                    </a:lnTo>
                    <a:lnTo>
                      <a:pt x="187" y="131"/>
                    </a:lnTo>
                    <a:lnTo>
                      <a:pt x="187" y="133"/>
                    </a:lnTo>
                    <a:lnTo>
                      <a:pt x="187" y="133"/>
                    </a:lnTo>
                    <a:lnTo>
                      <a:pt x="187" y="133"/>
                    </a:lnTo>
                    <a:lnTo>
                      <a:pt x="187" y="133"/>
                    </a:lnTo>
                    <a:lnTo>
                      <a:pt x="189" y="133"/>
                    </a:lnTo>
                    <a:lnTo>
                      <a:pt x="189" y="135"/>
                    </a:lnTo>
                    <a:lnTo>
                      <a:pt x="189" y="135"/>
                    </a:lnTo>
                    <a:lnTo>
                      <a:pt x="189" y="135"/>
                    </a:lnTo>
                    <a:lnTo>
                      <a:pt x="189" y="135"/>
                    </a:lnTo>
                    <a:lnTo>
                      <a:pt x="189" y="138"/>
                    </a:lnTo>
                    <a:lnTo>
                      <a:pt x="189" y="138"/>
                    </a:lnTo>
                    <a:lnTo>
                      <a:pt x="192" y="138"/>
                    </a:lnTo>
                    <a:lnTo>
                      <a:pt x="192" y="140"/>
                    </a:lnTo>
                    <a:lnTo>
                      <a:pt x="192" y="140"/>
                    </a:lnTo>
                    <a:lnTo>
                      <a:pt x="192" y="140"/>
                    </a:lnTo>
                    <a:lnTo>
                      <a:pt x="192" y="142"/>
                    </a:lnTo>
                    <a:lnTo>
                      <a:pt x="192" y="142"/>
                    </a:lnTo>
                    <a:lnTo>
                      <a:pt x="192" y="142"/>
                    </a:lnTo>
                    <a:lnTo>
                      <a:pt x="194" y="142"/>
                    </a:lnTo>
                    <a:lnTo>
                      <a:pt x="194" y="142"/>
                    </a:lnTo>
                    <a:lnTo>
                      <a:pt x="192" y="142"/>
                    </a:lnTo>
                    <a:lnTo>
                      <a:pt x="192" y="145"/>
                    </a:lnTo>
                    <a:lnTo>
                      <a:pt x="192" y="145"/>
                    </a:lnTo>
                    <a:lnTo>
                      <a:pt x="192" y="145"/>
                    </a:lnTo>
                    <a:lnTo>
                      <a:pt x="192" y="147"/>
                    </a:lnTo>
                    <a:lnTo>
                      <a:pt x="192" y="147"/>
                    </a:lnTo>
                    <a:lnTo>
                      <a:pt x="192" y="147"/>
                    </a:lnTo>
                    <a:lnTo>
                      <a:pt x="192" y="150"/>
                    </a:lnTo>
                    <a:lnTo>
                      <a:pt x="192" y="150"/>
                    </a:lnTo>
                    <a:lnTo>
                      <a:pt x="192" y="152"/>
                    </a:lnTo>
                    <a:lnTo>
                      <a:pt x="189" y="152"/>
                    </a:lnTo>
                    <a:lnTo>
                      <a:pt x="189" y="152"/>
                    </a:lnTo>
                    <a:lnTo>
                      <a:pt x="189" y="152"/>
                    </a:lnTo>
                    <a:lnTo>
                      <a:pt x="189" y="154"/>
                    </a:lnTo>
                    <a:lnTo>
                      <a:pt x="189" y="154"/>
                    </a:lnTo>
                    <a:lnTo>
                      <a:pt x="189" y="157"/>
                    </a:lnTo>
                    <a:lnTo>
                      <a:pt x="189" y="157"/>
                    </a:lnTo>
                    <a:lnTo>
                      <a:pt x="189" y="159"/>
                    </a:lnTo>
                    <a:lnTo>
                      <a:pt x="189" y="159"/>
                    </a:lnTo>
                    <a:lnTo>
                      <a:pt x="189" y="161"/>
                    </a:lnTo>
                    <a:lnTo>
                      <a:pt x="189" y="161"/>
                    </a:lnTo>
                    <a:lnTo>
                      <a:pt x="189" y="164"/>
                    </a:lnTo>
                    <a:lnTo>
                      <a:pt x="192" y="164"/>
                    </a:lnTo>
                    <a:lnTo>
                      <a:pt x="192" y="164"/>
                    </a:lnTo>
                    <a:lnTo>
                      <a:pt x="192" y="164"/>
                    </a:lnTo>
                    <a:lnTo>
                      <a:pt x="194" y="164"/>
                    </a:lnTo>
                    <a:lnTo>
                      <a:pt x="194" y="164"/>
                    </a:lnTo>
                    <a:lnTo>
                      <a:pt x="197" y="164"/>
                    </a:lnTo>
                    <a:lnTo>
                      <a:pt x="197" y="164"/>
                    </a:lnTo>
                    <a:lnTo>
                      <a:pt x="197" y="164"/>
                    </a:lnTo>
                    <a:lnTo>
                      <a:pt x="197" y="164"/>
                    </a:lnTo>
                    <a:lnTo>
                      <a:pt x="197" y="164"/>
                    </a:lnTo>
                    <a:lnTo>
                      <a:pt x="197" y="166"/>
                    </a:lnTo>
                    <a:lnTo>
                      <a:pt x="197" y="166"/>
                    </a:lnTo>
                    <a:lnTo>
                      <a:pt x="197" y="168"/>
                    </a:lnTo>
                    <a:lnTo>
                      <a:pt x="197" y="168"/>
                    </a:lnTo>
                    <a:lnTo>
                      <a:pt x="197" y="171"/>
                    </a:lnTo>
                    <a:lnTo>
                      <a:pt x="197" y="171"/>
                    </a:lnTo>
                    <a:lnTo>
                      <a:pt x="197" y="173"/>
                    </a:lnTo>
                    <a:lnTo>
                      <a:pt x="197" y="173"/>
                    </a:lnTo>
                    <a:lnTo>
                      <a:pt x="197" y="173"/>
                    </a:lnTo>
                    <a:lnTo>
                      <a:pt x="197" y="176"/>
                    </a:lnTo>
                    <a:lnTo>
                      <a:pt x="197" y="176"/>
                    </a:lnTo>
                    <a:lnTo>
                      <a:pt x="199" y="176"/>
                    </a:lnTo>
                    <a:lnTo>
                      <a:pt x="199" y="176"/>
                    </a:lnTo>
                    <a:lnTo>
                      <a:pt x="199" y="176"/>
                    </a:lnTo>
                    <a:lnTo>
                      <a:pt x="199" y="178"/>
                    </a:lnTo>
                    <a:lnTo>
                      <a:pt x="199" y="178"/>
                    </a:lnTo>
                    <a:lnTo>
                      <a:pt x="201" y="178"/>
                    </a:lnTo>
                    <a:lnTo>
                      <a:pt x="201" y="180"/>
                    </a:lnTo>
                    <a:lnTo>
                      <a:pt x="201" y="180"/>
                    </a:lnTo>
                    <a:lnTo>
                      <a:pt x="204" y="180"/>
                    </a:lnTo>
                    <a:lnTo>
                      <a:pt x="204" y="180"/>
                    </a:lnTo>
                    <a:lnTo>
                      <a:pt x="204" y="180"/>
                    </a:lnTo>
                    <a:lnTo>
                      <a:pt x="204" y="183"/>
                    </a:lnTo>
                    <a:lnTo>
                      <a:pt x="204" y="183"/>
                    </a:lnTo>
                    <a:lnTo>
                      <a:pt x="204" y="183"/>
                    </a:lnTo>
                    <a:lnTo>
                      <a:pt x="206" y="183"/>
                    </a:lnTo>
                    <a:lnTo>
                      <a:pt x="206" y="183"/>
                    </a:lnTo>
                    <a:lnTo>
                      <a:pt x="204" y="183"/>
                    </a:lnTo>
                    <a:lnTo>
                      <a:pt x="204" y="185"/>
                    </a:lnTo>
                    <a:lnTo>
                      <a:pt x="206" y="185"/>
                    </a:lnTo>
                    <a:lnTo>
                      <a:pt x="206" y="185"/>
                    </a:lnTo>
                    <a:lnTo>
                      <a:pt x="206" y="185"/>
                    </a:lnTo>
                    <a:lnTo>
                      <a:pt x="206" y="187"/>
                    </a:lnTo>
                    <a:lnTo>
                      <a:pt x="206" y="187"/>
                    </a:lnTo>
                    <a:lnTo>
                      <a:pt x="206" y="187"/>
                    </a:lnTo>
                    <a:lnTo>
                      <a:pt x="206" y="190"/>
                    </a:lnTo>
                    <a:lnTo>
                      <a:pt x="208" y="190"/>
                    </a:lnTo>
                    <a:lnTo>
                      <a:pt x="208" y="190"/>
                    </a:lnTo>
                    <a:lnTo>
                      <a:pt x="208" y="190"/>
                    </a:lnTo>
                    <a:lnTo>
                      <a:pt x="208" y="192"/>
                    </a:lnTo>
                    <a:lnTo>
                      <a:pt x="208" y="192"/>
                    </a:lnTo>
                    <a:lnTo>
                      <a:pt x="206" y="192"/>
                    </a:lnTo>
                    <a:lnTo>
                      <a:pt x="206" y="192"/>
                    </a:lnTo>
                    <a:lnTo>
                      <a:pt x="206" y="192"/>
                    </a:lnTo>
                    <a:lnTo>
                      <a:pt x="206" y="190"/>
                    </a:lnTo>
                    <a:lnTo>
                      <a:pt x="204" y="190"/>
                    </a:lnTo>
                    <a:lnTo>
                      <a:pt x="204" y="190"/>
                    </a:lnTo>
                    <a:lnTo>
                      <a:pt x="204" y="190"/>
                    </a:lnTo>
                    <a:lnTo>
                      <a:pt x="204" y="190"/>
                    </a:lnTo>
                    <a:lnTo>
                      <a:pt x="201" y="190"/>
                    </a:lnTo>
                    <a:lnTo>
                      <a:pt x="201" y="187"/>
                    </a:lnTo>
                    <a:lnTo>
                      <a:pt x="201" y="187"/>
                    </a:lnTo>
                    <a:lnTo>
                      <a:pt x="199" y="187"/>
                    </a:lnTo>
                    <a:lnTo>
                      <a:pt x="199" y="187"/>
                    </a:lnTo>
                    <a:lnTo>
                      <a:pt x="199" y="187"/>
                    </a:lnTo>
                    <a:lnTo>
                      <a:pt x="199" y="187"/>
                    </a:lnTo>
                    <a:lnTo>
                      <a:pt x="199" y="187"/>
                    </a:lnTo>
                    <a:lnTo>
                      <a:pt x="197" y="187"/>
                    </a:lnTo>
                    <a:lnTo>
                      <a:pt x="197" y="187"/>
                    </a:lnTo>
                    <a:lnTo>
                      <a:pt x="197" y="187"/>
                    </a:lnTo>
                    <a:lnTo>
                      <a:pt x="194" y="187"/>
                    </a:lnTo>
                    <a:lnTo>
                      <a:pt x="194" y="187"/>
                    </a:lnTo>
                    <a:lnTo>
                      <a:pt x="194" y="187"/>
                    </a:lnTo>
                    <a:lnTo>
                      <a:pt x="192" y="187"/>
                    </a:lnTo>
                    <a:lnTo>
                      <a:pt x="192" y="187"/>
                    </a:lnTo>
                    <a:lnTo>
                      <a:pt x="192" y="185"/>
                    </a:lnTo>
                    <a:lnTo>
                      <a:pt x="192" y="185"/>
                    </a:lnTo>
                    <a:lnTo>
                      <a:pt x="189" y="185"/>
                    </a:lnTo>
                    <a:lnTo>
                      <a:pt x="189" y="185"/>
                    </a:lnTo>
                    <a:lnTo>
                      <a:pt x="189" y="185"/>
                    </a:lnTo>
                    <a:lnTo>
                      <a:pt x="187" y="185"/>
                    </a:lnTo>
                    <a:lnTo>
                      <a:pt x="187" y="185"/>
                    </a:lnTo>
                    <a:lnTo>
                      <a:pt x="185" y="185"/>
                    </a:lnTo>
                    <a:lnTo>
                      <a:pt x="185" y="185"/>
                    </a:lnTo>
                    <a:lnTo>
                      <a:pt x="185" y="185"/>
                    </a:lnTo>
                    <a:lnTo>
                      <a:pt x="182" y="185"/>
                    </a:lnTo>
                    <a:lnTo>
                      <a:pt x="182" y="185"/>
                    </a:lnTo>
                    <a:lnTo>
                      <a:pt x="182" y="187"/>
                    </a:lnTo>
                    <a:lnTo>
                      <a:pt x="182" y="187"/>
                    </a:lnTo>
                    <a:lnTo>
                      <a:pt x="180" y="187"/>
                    </a:lnTo>
                    <a:lnTo>
                      <a:pt x="180" y="187"/>
                    </a:lnTo>
                    <a:lnTo>
                      <a:pt x="178" y="187"/>
                    </a:lnTo>
                    <a:lnTo>
                      <a:pt x="178" y="187"/>
                    </a:lnTo>
                    <a:lnTo>
                      <a:pt x="178" y="187"/>
                    </a:lnTo>
                    <a:lnTo>
                      <a:pt x="178" y="190"/>
                    </a:lnTo>
                    <a:lnTo>
                      <a:pt x="178" y="190"/>
                    </a:lnTo>
                    <a:lnTo>
                      <a:pt x="178" y="190"/>
                    </a:lnTo>
                    <a:lnTo>
                      <a:pt x="178" y="192"/>
                    </a:lnTo>
                    <a:lnTo>
                      <a:pt x="178" y="192"/>
                    </a:lnTo>
                    <a:lnTo>
                      <a:pt x="178" y="192"/>
                    </a:lnTo>
                    <a:lnTo>
                      <a:pt x="175" y="192"/>
                    </a:lnTo>
                    <a:lnTo>
                      <a:pt x="175" y="195"/>
                    </a:lnTo>
                    <a:lnTo>
                      <a:pt x="175" y="195"/>
                    </a:lnTo>
                    <a:lnTo>
                      <a:pt x="175" y="195"/>
                    </a:lnTo>
                    <a:lnTo>
                      <a:pt x="175" y="197"/>
                    </a:lnTo>
                    <a:lnTo>
                      <a:pt x="175" y="197"/>
                    </a:lnTo>
                    <a:lnTo>
                      <a:pt x="173" y="197"/>
                    </a:lnTo>
                    <a:lnTo>
                      <a:pt x="173" y="199"/>
                    </a:lnTo>
                    <a:lnTo>
                      <a:pt x="173" y="199"/>
                    </a:lnTo>
                    <a:lnTo>
                      <a:pt x="173" y="199"/>
                    </a:lnTo>
                    <a:lnTo>
                      <a:pt x="173" y="202"/>
                    </a:lnTo>
                    <a:lnTo>
                      <a:pt x="173" y="202"/>
                    </a:lnTo>
                    <a:lnTo>
                      <a:pt x="173" y="202"/>
                    </a:lnTo>
                    <a:lnTo>
                      <a:pt x="173" y="202"/>
                    </a:lnTo>
                    <a:lnTo>
                      <a:pt x="171" y="202"/>
                    </a:lnTo>
                    <a:lnTo>
                      <a:pt x="171" y="204"/>
                    </a:lnTo>
                    <a:lnTo>
                      <a:pt x="171" y="204"/>
                    </a:lnTo>
                    <a:lnTo>
                      <a:pt x="171" y="204"/>
                    </a:lnTo>
                    <a:lnTo>
                      <a:pt x="171" y="204"/>
                    </a:lnTo>
                    <a:lnTo>
                      <a:pt x="171" y="206"/>
                    </a:lnTo>
                    <a:lnTo>
                      <a:pt x="168" y="206"/>
                    </a:lnTo>
                    <a:lnTo>
                      <a:pt x="168" y="206"/>
                    </a:lnTo>
                    <a:lnTo>
                      <a:pt x="168" y="206"/>
                    </a:lnTo>
                    <a:lnTo>
                      <a:pt x="168" y="209"/>
                    </a:lnTo>
                    <a:lnTo>
                      <a:pt x="168" y="209"/>
                    </a:lnTo>
                    <a:lnTo>
                      <a:pt x="166" y="209"/>
                    </a:lnTo>
                    <a:lnTo>
                      <a:pt x="166" y="209"/>
                    </a:lnTo>
                    <a:lnTo>
                      <a:pt x="166" y="211"/>
                    </a:lnTo>
                    <a:lnTo>
                      <a:pt x="166" y="211"/>
                    </a:lnTo>
                    <a:lnTo>
                      <a:pt x="163" y="211"/>
                    </a:lnTo>
                    <a:lnTo>
                      <a:pt x="163" y="211"/>
                    </a:lnTo>
                    <a:lnTo>
                      <a:pt x="163" y="211"/>
                    </a:lnTo>
                    <a:lnTo>
                      <a:pt x="161" y="211"/>
                    </a:lnTo>
                    <a:lnTo>
                      <a:pt x="161" y="211"/>
                    </a:lnTo>
                    <a:lnTo>
                      <a:pt x="159" y="211"/>
                    </a:lnTo>
                    <a:lnTo>
                      <a:pt x="159" y="211"/>
                    </a:lnTo>
                    <a:lnTo>
                      <a:pt x="159" y="211"/>
                    </a:lnTo>
                    <a:lnTo>
                      <a:pt x="156" y="211"/>
                    </a:lnTo>
                    <a:lnTo>
                      <a:pt x="156" y="211"/>
                    </a:lnTo>
                    <a:lnTo>
                      <a:pt x="156" y="211"/>
                    </a:lnTo>
                    <a:lnTo>
                      <a:pt x="154" y="211"/>
                    </a:lnTo>
                    <a:lnTo>
                      <a:pt x="154" y="211"/>
                    </a:lnTo>
                    <a:lnTo>
                      <a:pt x="152" y="211"/>
                    </a:lnTo>
                    <a:lnTo>
                      <a:pt x="152" y="211"/>
                    </a:lnTo>
                    <a:lnTo>
                      <a:pt x="152" y="211"/>
                    </a:lnTo>
                    <a:lnTo>
                      <a:pt x="149" y="211"/>
                    </a:lnTo>
                    <a:lnTo>
                      <a:pt x="149" y="209"/>
                    </a:lnTo>
                    <a:lnTo>
                      <a:pt x="149" y="209"/>
                    </a:lnTo>
                    <a:lnTo>
                      <a:pt x="149" y="209"/>
                    </a:lnTo>
                    <a:lnTo>
                      <a:pt x="147" y="209"/>
                    </a:lnTo>
                    <a:lnTo>
                      <a:pt x="147" y="209"/>
                    </a:lnTo>
                    <a:lnTo>
                      <a:pt x="144" y="209"/>
                    </a:lnTo>
                    <a:lnTo>
                      <a:pt x="144" y="209"/>
                    </a:lnTo>
                    <a:lnTo>
                      <a:pt x="144" y="209"/>
                    </a:lnTo>
                    <a:lnTo>
                      <a:pt x="142" y="209"/>
                    </a:lnTo>
                    <a:lnTo>
                      <a:pt x="142" y="209"/>
                    </a:lnTo>
                    <a:lnTo>
                      <a:pt x="140" y="209"/>
                    </a:lnTo>
                    <a:lnTo>
                      <a:pt x="140" y="209"/>
                    </a:lnTo>
                    <a:lnTo>
                      <a:pt x="140" y="209"/>
                    </a:lnTo>
                    <a:lnTo>
                      <a:pt x="137" y="209"/>
                    </a:lnTo>
                    <a:lnTo>
                      <a:pt x="137" y="209"/>
                    </a:lnTo>
                    <a:lnTo>
                      <a:pt x="137" y="209"/>
                    </a:lnTo>
                    <a:lnTo>
                      <a:pt x="135" y="209"/>
                    </a:lnTo>
                    <a:lnTo>
                      <a:pt x="135" y="209"/>
                    </a:lnTo>
                    <a:lnTo>
                      <a:pt x="133" y="209"/>
                    </a:lnTo>
                    <a:lnTo>
                      <a:pt x="133" y="209"/>
                    </a:lnTo>
                    <a:lnTo>
                      <a:pt x="133" y="209"/>
                    </a:lnTo>
                    <a:lnTo>
                      <a:pt x="133" y="209"/>
                    </a:lnTo>
                    <a:lnTo>
                      <a:pt x="130" y="209"/>
                    </a:lnTo>
                    <a:lnTo>
                      <a:pt x="130" y="209"/>
                    </a:lnTo>
                    <a:lnTo>
                      <a:pt x="130" y="209"/>
                    </a:lnTo>
                    <a:lnTo>
                      <a:pt x="128" y="209"/>
                    </a:lnTo>
                    <a:lnTo>
                      <a:pt x="128" y="209"/>
                    </a:lnTo>
                    <a:lnTo>
                      <a:pt x="126" y="209"/>
                    </a:lnTo>
                    <a:lnTo>
                      <a:pt x="126" y="209"/>
                    </a:lnTo>
                    <a:lnTo>
                      <a:pt x="126" y="209"/>
                    </a:lnTo>
                    <a:lnTo>
                      <a:pt x="126" y="206"/>
                    </a:lnTo>
                    <a:lnTo>
                      <a:pt x="123" y="206"/>
                    </a:lnTo>
                    <a:lnTo>
                      <a:pt x="123" y="206"/>
                    </a:lnTo>
                    <a:lnTo>
                      <a:pt x="123" y="206"/>
                    </a:lnTo>
                    <a:lnTo>
                      <a:pt x="123" y="206"/>
                    </a:lnTo>
                    <a:lnTo>
                      <a:pt x="121" y="206"/>
                    </a:lnTo>
                    <a:lnTo>
                      <a:pt x="121" y="206"/>
                    </a:lnTo>
                    <a:lnTo>
                      <a:pt x="118" y="206"/>
                    </a:lnTo>
                    <a:lnTo>
                      <a:pt x="118" y="204"/>
                    </a:lnTo>
                    <a:lnTo>
                      <a:pt x="118" y="204"/>
                    </a:lnTo>
                    <a:lnTo>
                      <a:pt x="118" y="204"/>
                    </a:lnTo>
                    <a:lnTo>
                      <a:pt x="116" y="204"/>
                    </a:lnTo>
                    <a:lnTo>
                      <a:pt x="116" y="204"/>
                    </a:lnTo>
                    <a:lnTo>
                      <a:pt x="116" y="204"/>
                    </a:lnTo>
                    <a:lnTo>
                      <a:pt x="116" y="204"/>
                    </a:lnTo>
                    <a:lnTo>
                      <a:pt x="114" y="204"/>
                    </a:lnTo>
                    <a:lnTo>
                      <a:pt x="114" y="202"/>
                    </a:lnTo>
                    <a:lnTo>
                      <a:pt x="114" y="202"/>
                    </a:lnTo>
                    <a:lnTo>
                      <a:pt x="111" y="202"/>
                    </a:lnTo>
                    <a:lnTo>
                      <a:pt x="111" y="202"/>
                    </a:lnTo>
                    <a:lnTo>
                      <a:pt x="111" y="202"/>
                    </a:lnTo>
                    <a:lnTo>
                      <a:pt x="111" y="202"/>
                    </a:lnTo>
                    <a:lnTo>
                      <a:pt x="109" y="202"/>
                    </a:lnTo>
                    <a:lnTo>
                      <a:pt x="109" y="202"/>
                    </a:lnTo>
                    <a:lnTo>
                      <a:pt x="109" y="202"/>
                    </a:lnTo>
                    <a:lnTo>
                      <a:pt x="109" y="202"/>
                    </a:lnTo>
                    <a:lnTo>
                      <a:pt x="107" y="202"/>
                    </a:lnTo>
                    <a:lnTo>
                      <a:pt x="107" y="199"/>
                    </a:lnTo>
                    <a:lnTo>
                      <a:pt x="107" y="199"/>
                    </a:lnTo>
                    <a:lnTo>
                      <a:pt x="104" y="199"/>
                    </a:lnTo>
                    <a:lnTo>
                      <a:pt x="104" y="199"/>
                    </a:lnTo>
                    <a:lnTo>
                      <a:pt x="104" y="199"/>
                    </a:lnTo>
                    <a:lnTo>
                      <a:pt x="104" y="199"/>
                    </a:lnTo>
                    <a:lnTo>
                      <a:pt x="102" y="199"/>
                    </a:lnTo>
                    <a:lnTo>
                      <a:pt x="102" y="197"/>
                    </a:lnTo>
                    <a:lnTo>
                      <a:pt x="102" y="197"/>
                    </a:lnTo>
                    <a:lnTo>
                      <a:pt x="102" y="197"/>
                    </a:lnTo>
                    <a:lnTo>
                      <a:pt x="102" y="195"/>
                    </a:lnTo>
                    <a:lnTo>
                      <a:pt x="102" y="195"/>
                    </a:lnTo>
                    <a:lnTo>
                      <a:pt x="102" y="192"/>
                    </a:lnTo>
                    <a:lnTo>
                      <a:pt x="102" y="192"/>
                    </a:lnTo>
                    <a:lnTo>
                      <a:pt x="102" y="192"/>
                    </a:lnTo>
                    <a:lnTo>
                      <a:pt x="102" y="192"/>
                    </a:lnTo>
                    <a:lnTo>
                      <a:pt x="102" y="190"/>
                    </a:lnTo>
                    <a:lnTo>
                      <a:pt x="102" y="190"/>
                    </a:lnTo>
                    <a:lnTo>
                      <a:pt x="102" y="187"/>
                    </a:lnTo>
                    <a:lnTo>
                      <a:pt x="102" y="187"/>
                    </a:lnTo>
                    <a:lnTo>
                      <a:pt x="102" y="185"/>
                    </a:lnTo>
                    <a:lnTo>
                      <a:pt x="102" y="185"/>
                    </a:lnTo>
                    <a:lnTo>
                      <a:pt x="102" y="183"/>
                    </a:lnTo>
                    <a:lnTo>
                      <a:pt x="102" y="183"/>
                    </a:lnTo>
                    <a:lnTo>
                      <a:pt x="102" y="183"/>
                    </a:lnTo>
                    <a:lnTo>
                      <a:pt x="102" y="180"/>
                    </a:lnTo>
                    <a:lnTo>
                      <a:pt x="104" y="180"/>
                    </a:lnTo>
                    <a:lnTo>
                      <a:pt x="104" y="180"/>
                    </a:lnTo>
                    <a:lnTo>
                      <a:pt x="104" y="178"/>
                    </a:lnTo>
                    <a:lnTo>
                      <a:pt x="102" y="178"/>
                    </a:lnTo>
                    <a:lnTo>
                      <a:pt x="102" y="178"/>
                    </a:lnTo>
                    <a:lnTo>
                      <a:pt x="100" y="178"/>
                    </a:lnTo>
                    <a:lnTo>
                      <a:pt x="100" y="178"/>
                    </a:lnTo>
                    <a:lnTo>
                      <a:pt x="100" y="178"/>
                    </a:lnTo>
                    <a:lnTo>
                      <a:pt x="97" y="178"/>
                    </a:lnTo>
                    <a:lnTo>
                      <a:pt x="97" y="178"/>
                    </a:lnTo>
                    <a:lnTo>
                      <a:pt x="97" y="178"/>
                    </a:lnTo>
                    <a:lnTo>
                      <a:pt x="97" y="178"/>
                    </a:lnTo>
                    <a:lnTo>
                      <a:pt x="95" y="178"/>
                    </a:lnTo>
                    <a:lnTo>
                      <a:pt x="95" y="178"/>
                    </a:lnTo>
                    <a:lnTo>
                      <a:pt x="92" y="178"/>
                    </a:lnTo>
                    <a:lnTo>
                      <a:pt x="92" y="178"/>
                    </a:lnTo>
                    <a:lnTo>
                      <a:pt x="92" y="178"/>
                    </a:lnTo>
                    <a:lnTo>
                      <a:pt x="90" y="178"/>
                    </a:lnTo>
                    <a:lnTo>
                      <a:pt x="90" y="178"/>
                    </a:lnTo>
                    <a:lnTo>
                      <a:pt x="90" y="176"/>
                    </a:lnTo>
                    <a:lnTo>
                      <a:pt x="90" y="176"/>
                    </a:lnTo>
                    <a:lnTo>
                      <a:pt x="90" y="173"/>
                    </a:lnTo>
                    <a:lnTo>
                      <a:pt x="90" y="173"/>
                    </a:lnTo>
                    <a:lnTo>
                      <a:pt x="90" y="173"/>
                    </a:lnTo>
                    <a:lnTo>
                      <a:pt x="90" y="173"/>
                    </a:lnTo>
                    <a:lnTo>
                      <a:pt x="90" y="171"/>
                    </a:lnTo>
                    <a:lnTo>
                      <a:pt x="90" y="171"/>
                    </a:lnTo>
                    <a:lnTo>
                      <a:pt x="88" y="171"/>
                    </a:lnTo>
                    <a:lnTo>
                      <a:pt x="88" y="168"/>
                    </a:lnTo>
                    <a:lnTo>
                      <a:pt x="88" y="168"/>
                    </a:lnTo>
                    <a:lnTo>
                      <a:pt x="85" y="168"/>
                    </a:lnTo>
                    <a:lnTo>
                      <a:pt x="85" y="168"/>
                    </a:lnTo>
                    <a:lnTo>
                      <a:pt x="85" y="168"/>
                    </a:lnTo>
                    <a:lnTo>
                      <a:pt x="85" y="168"/>
                    </a:lnTo>
                    <a:lnTo>
                      <a:pt x="85" y="166"/>
                    </a:lnTo>
                    <a:lnTo>
                      <a:pt x="83" y="166"/>
                    </a:lnTo>
                    <a:lnTo>
                      <a:pt x="83" y="166"/>
                    </a:lnTo>
                    <a:lnTo>
                      <a:pt x="83" y="166"/>
                    </a:lnTo>
                    <a:lnTo>
                      <a:pt x="83" y="166"/>
                    </a:lnTo>
                    <a:lnTo>
                      <a:pt x="81" y="166"/>
                    </a:lnTo>
                    <a:lnTo>
                      <a:pt x="81" y="166"/>
                    </a:lnTo>
                    <a:lnTo>
                      <a:pt x="81" y="164"/>
                    </a:lnTo>
                    <a:lnTo>
                      <a:pt x="78" y="164"/>
                    </a:lnTo>
                    <a:lnTo>
                      <a:pt x="78" y="164"/>
                    </a:lnTo>
                    <a:lnTo>
                      <a:pt x="78" y="164"/>
                    </a:lnTo>
                    <a:lnTo>
                      <a:pt x="78" y="164"/>
                    </a:lnTo>
                    <a:lnTo>
                      <a:pt x="76" y="164"/>
                    </a:lnTo>
                    <a:lnTo>
                      <a:pt x="76" y="164"/>
                    </a:lnTo>
                    <a:lnTo>
                      <a:pt x="76" y="164"/>
                    </a:lnTo>
                    <a:lnTo>
                      <a:pt x="76" y="164"/>
                    </a:lnTo>
                    <a:lnTo>
                      <a:pt x="73" y="164"/>
                    </a:lnTo>
                    <a:lnTo>
                      <a:pt x="73" y="161"/>
                    </a:lnTo>
                    <a:lnTo>
                      <a:pt x="73" y="161"/>
                    </a:lnTo>
                    <a:lnTo>
                      <a:pt x="71" y="161"/>
                    </a:lnTo>
                    <a:lnTo>
                      <a:pt x="71" y="161"/>
                    </a:lnTo>
                    <a:lnTo>
                      <a:pt x="71" y="161"/>
                    </a:lnTo>
                    <a:lnTo>
                      <a:pt x="71" y="161"/>
                    </a:lnTo>
                    <a:lnTo>
                      <a:pt x="69" y="161"/>
                    </a:lnTo>
                    <a:lnTo>
                      <a:pt x="69" y="159"/>
                    </a:lnTo>
                    <a:lnTo>
                      <a:pt x="69" y="159"/>
                    </a:lnTo>
                    <a:lnTo>
                      <a:pt x="66" y="159"/>
                    </a:lnTo>
                    <a:lnTo>
                      <a:pt x="66" y="159"/>
                    </a:lnTo>
                    <a:lnTo>
                      <a:pt x="66" y="159"/>
                    </a:lnTo>
                    <a:lnTo>
                      <a:pt x="66" y="159"/>
                    </a:lnTo>
                    <a:lnTo>
                      <a:pt x="66" y="157"/>
                    </a:lnTo>
                    <a:lnTo>
                      <a:pt x="64" y="157"/>
                    </a:lnTo>
                    <a:lnTo>
                      <a:pt x="64" y="157"/>
                    </a:lnTo>
                    <a:lnTo>
                      <a:pt x="64" y="157"/>
                    </a:lnTo>
                    <a:lnTo>
                      <a:pt x="64" y="157"/>
                    </a:lnTo>
                    <a:lnTo>
                      <a:pt x="62" y="157"/>
                    </a:lnTo>
                    <a:lnTo>
                      <a:pt x="62" y="154"/>
                    </a:lnTo>
                    <a:lnTo>
                      <a:pt x="62" y="154"/>
                    </a:lnTo>
                    <a:lnTo>
                      <a:pt x="59" y="154"/>
                    </a:lnTo>
                    <a:lnTo>
                      <a:pt x="59" y="154"/>
                    </a:lnTo>
                    <a:lnTo>
                      <a:pt x="59" y="154"/>
                    </a:lnTo>
                    <a:lnTo>
                      <a:pt x="59" y="154"/>
                    </a:lnTo>
                    <a:lnTo>
                      <a:pt x="57" y="154"/>
                    </a:lnTo>
                    <a:lnTo>
                      <a:pt x="57" y="152"/>
                    </a:lnTo>
                    <a:lnTo>
                      <a:pt x="57" y="152"/>
                    </a:lnTo>
                    <a:lnTo>
                      <a:pt x="57" y="152"/>
                    </a:lnTo>
                    <a:lnTo>
                      <a:pt x="57" y="152"/>
                    </a:lnTo>
                    <a:lnTo>
                      <a:pt x="55" y="152"/>
                    </a:lnTo>
                    <a:lnTo>
                      <a:pt x="55" y="152"/>
                    </a:lnTo>
                    <a:lnTo>
                      <a:pt x="55" y="152"/>
                    </a:lnTo>
                    <a:lnTo>
                      <a:pt x="52" y="152"/>
                    </a:lnTo>
                    <a:lnTo>
                      <a:pt x="52" y="152"/>
                    </a:lnTo>
                    <a:lnTo>
                      <a:pt x="52" y="150"/>
                    </a:lnTo>
                    <a:lnTo>
                      <a:pt x="52" y="150"/>
                    </a:lnTo>
                    <a:lnTo>
                      <a:pt x="50" y="150"/>
                    </a:lnTo>
                    <a:lnTo>
                      <a:pt x="50" y="150"/>
                    </a:lnTo>
                    <a:lnTo>
                      <a:pt x="50" y="150"/>
                    </a:lnTo>
                    <a:lnTo>
                      <a:pt x="50" y="150"/>
                    </a:lnTo>
                    <a:lnTo>
                      <a:pt x="50" y="147"/>
                    </a:lnTo>
                    <a:lnTo>
                      <a:pt x="47" y="147"/>
                    </a:lnTo>
                    <a:lnTo>
                      <a:pt x="47" y="147"/>
                    </a:lnTo>
                    <a:lnTo>
                      <a:pt x="47" y="147"/>
                    </a:lnTo>
                    <a:lnTo>
                      <a:pt x="45" y="147"/>
                    </a:lnTo>
                    <a:lnTo>
                      <a:pt x="45" y="147"/>
                    </a:lnTo>
                    <a:lnTo>
                      <a:pt x="45" y="147"/>
                    </a:lnTo>
                    <a:lnTo>
                      <a:pt x="45" y="145"/>
                    </a:lnTo>
                    <a:lnTo>
                      <a:pt x="43" y="145"/>
                    </a:lnTo>
                    <a:lnTo>
                      <a:pt x="43" y="145"/>
                    </a:lnTo>
                    <a:lnTo>
                      <a:pt x="43" y="145"/>
                    </a:lnTo>
                    <a:lnTo>
                      <a:pt x="43" y="145"/>
                    </a:lnTo>
                    <a:lnTo>
                      <a:pt x="40" y="145"/>
                    </a:lnTo>
                    <a:lnTo>
                      <a:pt x="40" y="142"/>
                    </a:lnTo>
                    <a:lnTo>
                      <a:pt x="40" y="142"/>
                    </a:lnTo>
                    <a:lnTo>
                      <a:pt x="38" y="142"/>
                    </a:lnTo>
                    <a:lnTo>
                      <a:pt x="38" y="142"/>
                    </a:lnTo>
                    <a:lnTo>
                      <a:pt x="38" y="142"/>
                    </a:lnTo>
                    <a:lnTo>
                      <a:pt x="38" y="142"/>
                    </a:lnTo>
                    <a:lnTo>
                      <a:pt x="36" y="142"/>
                    </a:lnTo>
                    <a:lnTo>
                      <a:pt x="36" y="142"/>
                    </a:lnTo>
                    <a:lnTo>
                      <a:pt x="36" y="142"/>
                    </a:lnTo>
                    <a:lnTo>
                      <a:pt x="33" y="142"/>
                    </a:lnTo>
                    <a:lnTo>
                      <a:pt x="33" y="140"/>
                    </a:lnTo>
                    <a:lnTo>
                      <a:pt x="33" y="140"/>
                    </a:lnTo>
                    <a:lnTo>
                      <a:pt x="33" y="140"/>
                    </a:lnTo>
                    <a:lnTo>
                      <a:pt x="31" y="140"/>
                    </a:lnTo>
                    <a:lnTo>
                      <a:pt x="31" y="140"/>
                    </a:lnTo>
                    <a:lnTo>
                      <a:pt x="31" y="140"/>
                    </a:lnTo>
                    <a:lnTo>
                      <a:pt x="31" y="140"/>
                    </a:lnTo>
                    <a:lnTo>
                      <a:pt x="31" y="138"/>
                    </a:lnTo>
                    <a:lnTo>
                      <a:pt x="29" y="138"/>
                    </a:lnTo>
                    <a:lnTo>
                      <a:pt x="29" y="138"/>
                    </a:lnTo>
                    <a:lnTo>
                      <a:pt x="29" y="138"/>
                    </a:lnTo>
                    <a:lnTo>
                      <a:pt x="26" y="138"/>
                    </a:lnTo>
                    <a:lnTo>
                      <a:pt x="26" y="138"/>
                    </a:lnTo>
                    <a:lnTo>
                      <a:pt x="26" y="135"/>
                    </a:lnTo>
                    <a:lnTo>
                      <a:pt x="26" y="135"/>
                    </a:lnTo>
                    <a:lnTo>
                      <a:pt x="24" y="135"/>
                    </a:lnTo>
                    <a:lnTo>
                      <a:pt x="24" y="135"/>
                    </a:lnTo>
                    <a:lnTo>
                      <a:pt x="24" y="135"/>
                    </a:lnTo>
                    <a:lnTo>
                      <a:pt x="24" y="135"/>
                    </a:lnTo>
                    <a:lnTo>
                      <a:pt x="21" y="135"/>
                    </a:lnTo>
                    <a:lnTo>
                      <a:pt x="21" y="135"/>
                    </a:lnTo>
                    <a:lnTo>
                      <a:pt x="19" y="135"/>
                    </a:lnTo>
                    <a:lnTo>
                      <a:pt x="19" y="133"/>
                    </a:lnTo>
                    <a:lnTo>
                      <a:pt x="19" y="133"/>
                    </a:lnTo>
                    <a:lnTo>
                      <a:pt x="19" y="133"/>
                    </a:lnTo>
                    <a:lnTo>
                      <a:pt x="17" y="133"/>
                    </a:lnTo>
                    <a:lnTo>
                      <a:pt x="17" y="133"/>
                    </a:lnTo>
                    <a:lnTo>
                      <a:pt x="17" y="133"/>
                    </a:lnTo>
                    <a:lnTo>
                      <a:pt x="17" y="133"/>
                    </a:lnTo>
                    <a:lnTo>
                      <a:pt x="14" y="133"/>
                    </a:lnTo>
                    <a:lnTo>
                      <a:pt x="14" y="133"/>
                    </a:lnTo>
                    <a:lnTo>
                      <a:pt x="12" y="133"/>
                    </a:lnTo>
                    <a:lnTo>
                      <a:pt x="12" y="133"/>
                    </a:lnTo>
                    <a:lnTo>
                      <a:pt x="12" y="133"/>
                    </a:lnTo>
                    <a:lnTo>
                      <a:pt x="12" y="133"/>
                    </a:lnTo>
                    <a:lnTo>
                      <a:pt x="10" y="133"/>
                    </a:lnTo>
                    <a:lnTo>
                      <a:pt x="10" y="133"/>
                    </a:lnTo>
                    <a:lnTo>
                      <a:pt x="10" y="131"/>
                    </a:lnTo>
                    <a:lnTo>
                      <a:pt x="10" y="131"/>
                    </a:lnTo>
                    <a:lnTo>
                      <a:pt x="10" y="128"/>
                    </a:lnTo>
                    <a:lnTo>
                      <a:pt x="10" y="128"/>
                    </a:lnTo>
                    <a:lnTo>
                      <a:pt x="10" y="128"/>
                    </a:lnTo>
                    <a:lnTo>
                      <a:pt x="10" y="126"/>
                    </a:lnTo>
                    <a:lnTo>
                      <a:pt x="7" y="126"/>
                    </a:lnTo>
                    <a:lnTo>
                      <a:pt x="7" y="126"/>
                    </a:lnTo>
                    <a:lnTo>
                      <a:pt x="7" y="123"/>
                    </a:lnTo>
                    <a:lnTo>
                      <a:pt x="7" y="123"/>
                    </a:lnTo>
                    <a:lnTo>
                      <a:pt x="7" y="123"/>
                    </a:lnTo>
                    <a:lnTo>
                      <a:pt x="7" y="123"/>
                    </a:lnTo>
                    <a:lnTo>
                      <a:pt x="7" y="121"/>
                    </a:lnTo>
                    <a:lnTo>
                      <a:pt x="5" y="121"/>
                    </a:lnTo>
                    <a:lnTo>
                      <a:pt x="5" y="121"/>
                    </a:lnTo>
                    <a:lnTo>
                      <a:pt x="5" y="119"/>
                    </a:lnTo>
                    <a:lnTo>
                      <a:pt x="5" y="119"/>
                    </a:lnTo>
                    <a:lnTo>
                      <a:pt x="5" y="119"/>
                    </a:lnTo>
                    <a:lnTo>
                      <a:pt x="5" y="116"/>
                    </a:lnTo>
                    <a:lnTo>
                      <a:pt x="5" y="116"/>
                    </a:lnTo>
                    <a:lnTo>
                      <a:pt x="5" y="116"/>
                    </a:lnTo>
                    <a:lnTo>
                      <a:pt x="5" y="114"/>
                    </a:lnTo>
                    <a:lnTo>
                      <a:pt x="2" y="114"/>
                    </a:lnTo>
                    <a:lnTo>
                      <a:pt x="2" y="114"/>
                    </a:lnTo>
                    <a:lnTo>
                      <a:pt x="2" y="114"/>
                    </a:lnTo>
                    <a:lnTo>
                      <a:pt x="2" y="112"/>
                    </a:lnTo>
                    <a:lnTo>
                      <a:pt x="2" y="112"/>
                    </a:lnTo>
                    <a:lnTo>
                      <a:pt x="2" y="112"/>
                    </a:lnTo>
                    <a:lnTo>
                      <a:pt x="2" y="109"/>
                    </a:lnTo>
                    <a:lnTo>
                      <a:pt x="2" y="109"/>
                    </a:lnTo>
                    <a:lnTo>
                      <a:pt x="2" y="109"/>
                    </a:lnTo>
                    <a:lnTo>
                      <a:pt x="2" y="107"/>
                    </a:lnTo>
                    <a:lnTo>
                      <a:pt x="0" y="107"/>
                    </a:lnTo>
                    <a:lnTo>
                      <a:pt x="0" y="107"/>
                    </a:lnTo>
                    <a:lnTo>
                      <a:pt x="0" y="104"/>
                    </a:lnTo>
                    <a:lnTo>
                      <a:pt x="0" y="104"/>
                    </a:lnTo>
                    <a:lnTo>
                      <a:pt x="0" y="104"/>
                    </a:lnTo>
                    <a:lnTo>
                      <a:pt x="0" y="104"/>
                    </a:lnTo>
                    <a:lnTo>
                      <a:pt x="0" y="102"/>
                    </a:lnTo>
                    <a:lnTo>
                      <a:pt x="0" y="102"/>
                    </a:lnTo>
                    <a:lnTo>
                      <a:pt x="0" y="102"/>
                    </a:lnTo>
                    <a:lnTo>
                      <a:pt x="2" y="102"/>
                    </a:lnTo>
                    <a:lnTo>
                      <a:pt x="2" y="100"/>
                    </a:lnTo>
                    <a:lnTo>
                      <a:pt x="2" y="100"/>
                    </a:lnTo>
                    <a:lnTo>
                      <a:pt x="2" y="100"/>
                    </a:lnTo>
                    <a:lnTo>
                      <a:pt x="5" y="100"/>
                    </a:lnTo>
                    <a:lnTo>
                      <a:pt x="5" y="100"/>
                    </a:lnTo>
                    <a:lnTo>
                      <a:pt x="5" y="100"/>
                    </a:lnTo>
                    <a:lnTo>
                      <a:pt x="5" y="100"/>
                    </a:lnTo>
                    <a:lnTo>
                      <a:pt x="5" y="97"/>
                    </a:lnTo>
                    <a:lnTo>
                      <a:pt x="7" y="97"/>
                    </a:lnTo>
                    <a:lnTo>
                      <a:pt x="7" y="97"/>
                    </a:lnTo>
                    <a:lnTo>
                      <a:pt x="7" y="97"/>
                    </a:lnTo>
                    <a:lnTo>
                      <a:pt x="10" y="97"/>
                    </a:lnTo>
                    <a:lnTo>
                      <a:pt x="10" y="97"/>
                    </a:lnTo>
                    <a:lnTo>
                      <a:pt x="10" y="95"/>
                    </a:lnTo>
                    <a:lnTo>
                      <a:pt x="10" y="95"/>
                    </a:lnTo>
                    <a:lnTo>
                      <a:pt x="12" y="95"/>
                    </a:lnTo>
                    <a:lnTo>
                      <a:pt x="12" y="95"/>
                    </a:lnTo>
                    <a:lnTo>
                      <a:pt x="12" y="95"/>
                    </a:lnTo>
                    <a:lnTo>
                      <a:pt x="12" y="95"/>
                    </a:lnTo>
                    <a:lnTo>
                      <a:pt x="12" y="93"/>
                    </a:lnTo>
                    <a:lnTo>
                      <a:pt x="14" y="93"/>
                    </a:lnTo>
                    <a:lnTo>
                      <a:pt x="14" y="93"/>
                    </a:lnTo>
                    <a:lnTo>
                      <a:pt x="14" y="93"/>
                    </a:lnTo>
                    <a:lnTo>
                      <a:pt x="17" y="93"/>
                    </a:lnTo>
                    <a:lnTo>
                      <a:pt x="17" y="93"/>
                    </a:lnTo>
                    <a:lnTo>
                      <a:pt x="17" y="93"/>
                    </a:lnTo>
                    <a:lnTo>
                      <a:pt x="17" y="93"/>
                    </a:lnTo>
                    <a:lnTo>
                      <a:pt x="19" y="93"/>
                    </a:lnTo>
                    <a:lnTo>
                      <a:pt x="19" y="90"/>
                    </a:lnTo>
                    <a:lnTo>
                      <a:pt x="19" y="90"/>
                    </a:lnTo>
                    <a:lnTo>
                      <a:pt x="19" y="90"/>
                    </a:lnTo>
                    <a:lnTo>
                      <a:pt x="19" y="90"/>
                    </a:lnTo>
                    <a:lnTo>
                      <a:pt x="21" y="90"/>
                    </a:lnTo>
                    <a:lnTo>
                      <a:pt x="21" y="90"/>
                    </a:lnTo>
                    <a:lnTo>
                      <a:pt x="21" y="88"/>
                    </a:lnTo>
                    <a:lnTo>
                      <a:pt x="24" y="88"/>
                    </a:lnTo>
                    <a:lnTo>
                      <a:pt x="24" y="88"/>
                    </a:lnTo>
                    <a:lnTo>
                      <a:pt x="24" y="88"/>
                    </a:lnTo>
                    <a:lnTo>
                      <a:pt x="24" y="88"/>
                    </a:lnTo>
                    <a:lnTo>
                      <a:pt x="26" y="88"/>
                    </a:lnTo>
                    <a:lnTo>
                      <a:pt x="26" y="86"/>
                    </a:lnTo>
                    <a:lnTo>
                      <a:pt x="26" y="86"/>
                    </a:lnTo>
                    <a:lnTo>
                      <a:pt x="26" y="86"/>
                    </a:lnTo>
                    <a:lnTo>
                      <a:pt x="26" y="86"/>
                    </a:lnTo>
                    <a:lnTo>
                      <a:pt x="29" y="86"/>
                    </a:lnTo>
                    <a:lnTo>
                      <a:pt x="29" y="86"/>
                    </a:lnTo>
                    <a:lnTo>
                      <a:pt x="29" y="83"/>
                    </a:lnTo>
                    <a:lnTo>
                      <a:pt x="31" y="83"/>
                    </a:lnTo>
                    <a:lnTo>
                      <a:pt x="31" y="83"/>
                    </a:lnTo>
                    <a:lnTo>
                      <a:pt x="31" y="83"/>
                    </a:lnTo>
                    <a:lnTo>
                      <a:pt x="31" y="83"/>
                    </a:lnTo>
                    <a:lnTo>
                      <a:pt x="33" y="83"/>
                    </a:lnTo>
                    <a:lnTo>
                      <a:pt x="33" y="83"/>
                    </a:lnTo>
                    <a:lnTo>
                      <a:pt x="33" y="83"/>
                    </a:lnTo>
                    <a:lnTo>
                      <a:pt x="33" y="83"/>
                    </a:lnTo>
                    <a:lnTo>
                      <a:pt x="36" y="83"/>
                    </a:lnTo>
                    <a:lnTo>
                      <a:pt x="36" y="81"/>
                    </a:lnTo>
                    <a:lnTo>
                      <a:pt x="36" y="81"/>
                    </a:lnTo>
                    <a:lnTo>
                      <a:pt x="38" y="81"/>
                    </a:lnTo>
                    <a:lnTo>
                      <a:pt x="38" y="81"/>
                    </a:lnTo>
                    <a:lnTo>
                      <a:pt x="38" y="81"/>
                    </a:lnTo>
                    <a:lnTo>
                      <a:pt x="38" y="81"/>
                    </a:lnTo>
                    <a:lnTo>
                      <a:pt x="38" y="78"/>
                    </a:lnTo>
                    <a:lnTo>
                      <a:pt x="40" y="78"/>
                    </a:lnTo>
                    <a:lnTo>
                      <a:pt x="40" y="78"/>
                    </a:lnTo>
                    <a:lnTo>
                      <a:pt x="43" y="78"/>
                    </a:lnTo>
                    <a:lnTo>
                      <a:pt x="43" y="78"/>
                    </a:lnTo>
                    <a:lnTo>
                      <a:pt x="43" y="78"/>
                    </a:lnTo>
                    <a:lnTo>
                      <a:pt x="43" y="78"/>
                    </a:lnTo>
                    <a:lnTo>
                      <a:pt x="43" y="76"/>
                    </a:lnTo>
                    <a:lnTo>
                      <a:pt x="45" y="76"/>
                    </a:lnTo>
                    <a:lnTo>
                      <a:pt x="45" y="76"/>
                    </a:lnTo>
                    <a:lnTo>
                      <a:pt x="45" y="76"/>
                    </a:lnTo>
                    <a:lnTo>
                      <a:pt x="45" y="76"/>
                    </a:lnTo>
                    <a:lnTo>
                      <a:pt x="45" y="74"/>
                    </a:lnTo>
                    <a:lnTo>
                      <a:pt x="47" y="74"/>
                    </a:lnTo>
                    <a:lnTo>
                      <a:pt x="47" y="74"/>
                    </a:lnTo>
                    <a:lnTo>
                      <a:pt x="47" y="74"/>
                    </a:lnTo>
                    <a:lnTo>
                      <a:pt x="47" y="74"/>
                    </a:lnTo>
                    <a:lnTo>
                      <a:pt x="47" y="71"/>
                    </a:lnTo>
                    <a:lnTo>
                      <a:pt x="50" y="71"/>
                    </a:lnTo>
                    <a:lnTo>
                      <a:pt x="50" y="71"/>
                    </a:lnTo>
                    <a:lnTo>
                      <a:pt x="50" y="69"/>
                    </a:lnTo>
                    <a:lnTo>
                      <a:pt x="50" y="69"/>
                    </a:lnTo>
                    <a:lnTo>
                      <a:pt x="50" y="69"/>
                    </a:lnTo>
                    <a:lnTo>
                      <a:pt x="50" y="69"/>
                    </a:lnTo>
                    <a:lnTo>
                      <a:pt x="50" y="67"/>
                    </a:lnTo>
                    <a:lnTo>
                      <a:pt x="50" y="67"/>
                    </a:lnTo>
                    <a:lnTo>
                      <a:pt x="50" y="64"/>
                    </a:lnTo>
                    <a:lnTo>
                      <a:pt x="52" y="64"/>
                    </a:lnTo>
                    <a:lnTo>
                      <a:pt x="52" y="64"/>
                    </a:lnTo>
                    <a:lnTo>
                      <a:pt x="52" y="64"/>
                    </a:lnTo>
                    <a:lnTo>
                      <a:pt x="52" y="62"/>
                    </a:lnTo>
                    <a:lnTo>
                      <a:pt x="50" y="62"/>
                    </a:lnTo>
                    <a:lnTo>
                      <a:pt x="50" y="62"/>
                    </a:lnTo>
                    <a:lnTo>
                      <a:pt x="50" y="59"/>
                    </a:lnTo>
                    <a:lnTo>
                      <a:pt x="50" y="59"/>
                    </a:lnTo>
                    <a:lnTo>
                      <a:pt x="50" y="57"/>
                    </a:lnTo>
                    <a:lnTo>
                      <a:pt x="50" y="57"/>
                    </a:lnTo>
                    <a:lnTo>
                      <a:pt x="50" y="55"/>
                    </a:lnTo>
                    <a:lnTo>
                      <a:pt x="52" y="55"/>
                    </a:lnTo>
                    <a:lnTo>
                      <a:pt x="52" y="55"/>
                    </a:lnTo>
                    <a:lnTo>
                      <a:pt x="52" y="55"/>
                    </a:lnTo>
                    <a:lnTo>
                      <a:pt x="52" y="52"/>
                    </a:lnTo>
                    <a:lnTo>
                      <a:pt x="52" y="52"/>
                    </a:lnTo>
                    <a:lnTo>
                      <a:pt x="52" y="52"/>
                    </a:lnTo>
                    <a:lnTo>
                      <a:pt x="52" y="50"/>
                    </a:lnTo>
                    <a:lnTo>
                      <a:pt x="52" y="50"/>
                    </a:lnTo>
                    <a:lnTo>
                      <a:pt x="52" y="48"/>
                    </a:lnTo>
                    <a:lnTo>
                      <a:pt x="52" y="48"/>
                    </a:lnTo>
                    <a:lnTo>
                      <a:pt x="52" y="48"/>
                    </a:lnTo>
                    <a:lnTo>
                      <a:pt x="52" y="45"/>
                    </a:lnTo>
                    <a:lnTo>
                      <a:pt x="55" y="45"/>
                    </a:lnTo>
                    <a:lnTo>
                      <a:pt x="55" y="45"/>
                    </a:lnTo>
                    <a:lnTo>
                      <a:pt x="55" y="45"/>
                    </a:lnTo>
                    <a:lnTo>
                      <a:pt x="55" y="43"/>
                    </a:lnTo>
                    <a:lnTo>
                      <a:pt x="55" y="43"/>
                    </a:lnTo>
                    <a:lnTo>
                      <a:pt x="55" y="41"/>
                    </a:lnTo>
                    <a:lnTo>
                      <a:pt x="55" y="41"/>
                    </a:lnTo>
                    <a:lnTo>
                      <a:pt x="55" y="38"/>
                    </a:lnTo>
                    <a:lnTo>
                      <a:pt x="52" y="38"/>
                    </a:lnTo>
                    <a:lnTo>
                      <a:pt x="52" y="38"/>
                    </a:lnTo>
                    <a:lnTo>
                      <a:pt x="52" y="36"/>
                    </a:lnTo>
                    <a:lnTo>
                      <a:pt x="52" y="36"/>
                    </a:lnTo>
                    <a:lnTo>
                      <a:pt x="52" y="36"/>
                    </a:lnTo>
                    <a:lnTo>
                      <a:pt x="52" y="33"/>
                    </a:lnTo>
                    <a:lnTo>
                      <a:pt x="52" y="33"/>
                    </a:lnTo>
                    <a:lnTo>
                      <a:pt x="52" y="33"/>
                    </a:lnTo>
                    <a:lnTo>
                      <a:pt x="52" y="33"/>
                    </a:lnTo>
                    <a:lnTo>
                      <a:pt x="52" y="33"/>
                    </a:lnTo>
                    <a:lnTo>
                      <a:pt x="52" y="31"/>
                    </a:lnTo>
                    <a:lnTo>
                      <a:pt x="52" y="31"/>
                    </a:lnTo>
                    <a:lnTo>
                      <a:pt x="52" y="29"/>
                    </a:lnTo>
                    <a:lnTo>
                      <a:pt x="52" y="29"/>
                    </a:lnTo>
                    <a:lnTo>
                      <a:pt x="52" y="26"/>
                    </a:lnTo>
                    <a:lnTo>
                      <a:pt x="52" y="26"/>
                    </a:lnTo>
                    <a:lnTo>
                      <a:pt x="52" y="26"/>
                    </a:lnTo>
                    <a:lnTo>
                      <a:pt x="52" y="24"/>
                    </a:lnTo>
                    <a:lnTo>
                      <a:pt x="52" y="24"/>
                    </a:lnTo>
                    <a:lnTo>
                      <a:pt x="55" y="24"/>
                    </a:lnTo>
                    <a:lnTo>
                      <a:pt x="55" y="24"/>
                    </a:lnTo>
                    <a:lnTo>
                      <a:pt x="55" y="24"/>
                    </a:lnTo>
                    <a:lnTo>
                      <a:pt x="55" y="22"/>
                    </a:lnTo>
                    <a:lnTo>
                      <a:pt x="57" y="22"/>
                    </a:lnTo>
                    <a:lnTo>
                      <a:pt x="57" y="22"/>
                    </a:lnTo>
                    <a:lnTo>
                      <a:pt x="57" y="22"/>
                    </a:lnTo>
                    <a:lnTo>
                      <a:pt x="59" y="22"/>
                    </a:lnTo>
                    <a:lnTo>
                      <a:pt x="59" y="22"/>
                    </a:lnTo>
                    <a:lnTo>
                      <a:pt x="59" y="22"/>
                    </a:lnTo>
                    <a:lnTo>
                      <a:pt x="59" y="22"/>
                    </a:lnTo>
                    <a:lnTo>
                      <a:pt x="62" y="22"/>
                    </a:lnTo>
                    <a:lnTo>
                      <a:pt x="62" y="22"/>
                    </a:lnTo>
                    <a:lnTo>
                      <a:pt x="64" y="22"/>
                    </a:lnTo>
                    <a:lnTo>
                      <a:pt x="64" y="22"/>
                    </a:lnTo>
                    <a:lnTo>
                      <a:pt x="64" y="19"/>
                    </a:lnTo>
                    <a:lnTo>
                      <a:pt x="64" y="19"/>
                    </a:lnTo>
                    <a:lnTo>
                      <a:pt x="66" y="19"/>
                    </a:lnTo>
                    <a:lnTo>
                      <a:pt x="66" y="19"/>
                    </a:lnTo>
                    <a:lnTo>
                      <a:pt x="66" y="19"/>
                    </a:lnTo>
                    <a:lnTo>
                      <a:pt x="66" y="17"/>
                    </a:lnTo>
                    <a:lnTo>
                      <a:pt x="66" y="17"/>
                    </a:lnTo>
                    <a:lnTo>
                      <a:pt x="66" y="17"/>
                    </a:lnTo>
                    <a:lnTo>
                      <a:pt x="69" y="17"/>
                    </a:lnTo>
                    <a:lnTo>
                      <a:pt x="69" y="14"/>
                    </a:lnTo>
                    <a:lnTo>
                      <a:pt x="69" y="14"/>
                    </a:lnTo>
                    <a:lnTo>
                      <a:pt x="69" y="14"/>
                    </a:lnTo>
                    <a:lnTo>
                      <a:pt x="71" y="14"/>
                    </a:lnTo>
                    <a:lnTo>
                      <a:pt x="71" y="14"/>
                    </a:lnTo>
                    <a:lnTo>
                      <a:pt x="71" y="14"/>
                    </a:lnTo>
                    <a:lnTo>
                      <a:pt x="71" y="12"/>
                    </a:lnTo>
                    <a:lnTo>
                      <a:pt x="71" y="12"/>
                    </a:lnTo>
                    <a:lnTo>
                      <a:pt x="71" y="12"/>
                    </a:lnTo>
                    <a:lnTo>
                      <a:pt x="73" y="12"/>
                    </a:lnTo>
                    <a:lnTo>
                      <a:pt x="73" y="12"/>
                    </a:lnTo>
                    <a:lnTo>
                      <a:pt x="73" y="10"/>
                    </a:lnTo>
                    <a:lnTo>
                      <a:pt x="76" y="10"/>
                    </a:lnTo>
                    <a:lnTo>
                      <a:pt x="76" y="10"/>
                    </a:lnTo>
                    <a:lnTo>
                      <a:pt x="76" y="10"/>
                    </a:lnTo>
                    <a:lnTo>
                      <a:pt x="76" y="7"/>
                    </a:lnTo>
                    <a:lnTo>
                      <a:pt x="76" y="7"/>
                    </a:lnTo>
                    <a:lnTo>
                      <a:pt x="76" y="7"/>
                    </a:lnTo>
                    <a:lnTo>
                      <a:pt x="78" y="7"/>
                    </a:lnTo>
                    <a:lnTo>
                      <a:pt x="78" y="7"/>
                    </a:lnTo>
                    <a:lnTo>
                      <a:pt x="78" y="7"/>
                    </a:lnTo>
                    <a:lnTo>
                      <a:pt x="78" y="5"/>
                    </a:lnTo>
                    <a:lnTo>
                      <a:pt x="81" y="5"/>
                    </a:lnTo>
                    <a:lnTo>
                      <a:pt x="81" y="5"/>
                    </a:lnTo>
                    <a:lnTo>
                      <a:pt x="81" y="5"/>
                    </a:lnTo>
                    <a:lnTo>
                      <a:pt x="83" y="5"/>
                    </a:lnTo>
                    <a:lnTo>
                      <a:pt x="83" y="5"/>
                    </a:lnTo>
                    <a:lnTo>
                      <a:pt x="83" y="3"/>
                    </a:lnTo>
                    <a:lnTo>
                      <a:pt x="83" y="3"/>
                    </a:lnTo>
                    <a:lnTo>
                      <a:pt x="83" y="3"/>
                    </a:lnTo>
                    <a:lnTo>
                      <a:pt x="83" y="3"/>
                    </a:lnTo>
                    <a:lnTo>
                      <a:pt x="83" y="0"/>
                    </a:lnTo>
                    <a:lnTo>
                      <a:pt x="85" y="0"/>
                    </a:lnTo>
                    <a:lnTo>
                      <a:pt x="85" y="0"/>
                    </a:lnTo>
                    <a:lnTo>
                      <a:pt x="85" y="3"/>
                    </a:lnTo>
                    <a:lnTo>
                      <a:pt x="85" y="3"/>
                    </a:lnTo>
                    <a:lnTo>
                      <a:pt x="88" y="3"/>
                    </a:lnTo>
                    <a:lnTo>
                      <a:pt x="88" y="3"/>
                    </a:lnTo>
                    <a:lnTo>
                      <a:pt x="90" y="3"/>
                    </a:lnTo>
                    <a:lnTo>
                      <a:pt x="90" y="3"/>
                    </a:lnTo>
                    <a:lnTo>
                      <a:pt x="90" y="0"/>
                    </a:lnTo>
                    <a:lnTo>
                      <a:pt x="90" y="0"/>
                    </a:lnTo>
                    <a:lnTo>
                      <a:pt x="92" y="0"/>
                    </a:lnTo>
                    <a:lnTo>
                      <a:pt x="92" y="0"/>
                    </a:lnTo>
                    <a:lnTo>
                      <a:pt x="92" y="0"/>
                    </a:lnTo>
                    <a:lnTo>
                      <a:pt x="92" y="3"/>
                    </a:lnTo>
                    <a:lnTo>
                      <a:pt x="95" y="3"/>
                    </a:lnTo>
                    <a:lnTo>
                      <a:pt x="95" y="3"/>
                    </a:lnTo>
                    <a:lnTo>
                      <a:pt x="95" y="3"/>
                    </a:lnTo>
                    <a:lnTo>
                      <a:pt x="97" y="3"/>
                    </a:lnTo>
                    <a:lnTo>
                      <a:pt x="97" y="3"/>
                    </a:lnTo>
                    <a:lnTo>
                      <a:pt x="97" y="3"/>
                    </a:lnTo>
                    <a:lnTo>
                      <a:pt x="97" y="3"/>
                    </a:lnTo>
                    <a:lnTo>
                      <a:pt x="97" y="3"/>
                    </a:lnTo>
                    <a:lnTo>
                      <a:pt x="100" y="3"/>
                    </a:lnTo>
                    <a:lnTo>
                      <a:pt x="100" y="5"/>
                    </a:lnTo>
                    <a:lnTo>
                      <a:pt x="100" y="5"/>
                    </a:lnTo>
                    <a:lnTo>
                      <a:pt x="100" y="5"/>
                    </a:lnTo>
                    <a:lnTo>
                      <a:pt x="102" y="5"/>
                    </a:lnTo>
                    <a:lnTo>
                      <a:pt x="102" y="5"/>
                    </a:lnTo>
                    <a:lnTo>
                      <a:pt x="102" y="5"/>
                    </a:lnTo>
                    <a:lnTo>
                      <a:pt x="104" y="5"/>
                    </a:lnTo>
                    <a:lnTo>
                      <a:pt x="104" y="5"/>
                    </a:lnTo>
                    <a:lnTo>
                      <a:pt x="104" y="5"/>
                    </a:lnTo>
                    <a:lnTo>
                      <a:pt x="104" y="5"/>
                    </a:lnTo>
                    <a:lnTo>
                      <a:pt x="107" y="5"/>
                    </a:lnTo>
                    <a:lnTo>
                      <a:pt x="107" y="5"/>
                    </a:lnTo>
                    <a:lnTo>
                      <a:pt x="107" y="5"/>
                    </a:lnTo>
                    <a:lnTo>
                      <a:pt x="109" y="5"/>
                    </a:lnTo>
                    <a:lnTo>
                      <a:pt x="109" y="5"/>
                    </a:lnTo>
                    <a:lnTo>
                      <a:pt x="109" y="5"/>
                    </a:lnTo>
                    <a:lnTo>
                      <a:pt x="109" y="5"/>
                    </a:lnTo>
                    <a:lnTo>
                      <a:pt x="109" y="3"/>
                    </a:lnTo>
                    <a:lnTo>
                      <a:pt x="111" y="3"/>
                    </a:lnTo>
                    <a:lnTo>
                      <a:pt x="111" y="3"/>
                    </a:lnTo>
                    <a:lnTo>
                      <a:pt x="111" y="3"/>
                    </a:lnTo>
                    <a:lnTo>
                      <a:pt x="111" y="3"/>
                    </a:lnTo>
                    <a:lnTo>
                      <a:pt x="114" y="3"/>
                    </a:lnTo>
                    <a:lnTo>
                      <a:pt x="114" y="3"/>
                    </a:lnTo>
                    <a:lnTo>
                      <a:pt x="114" y="3"/>
                    </a:lnTo>
                    <a:lnTo>
                      <a:pt x="116" y="3"/>
                    </a:lnTo>
                    <a:lnTo>
                      <a:pt x="116" y="3"/>
                    </a:lnTo>
                    <a:lnTo>
                      <a:pt x="116" y="5"/>
                    </a:lnTo>
                    <a:lnTo>
                      <a:pt x="116" y="5"/>
                    </a:lnTo>
                    <a:lnTo>
                      <a:pt x="116" y="5"/>
                    </a:lnTo>
                    <a:lnTo>
                      <a:pt x="116" y="5"/>
                    </a:lnTo>
                    <a:lnTo>
                      <a:pt x="116" y="5"/>
                    </a:lnTo>
                    <a:lnTo>
                      <a:pt x="116" y="7"/>
                    </a:lnTo>
                    <a:lnTo>
                      <a:pt x="116" y="7"/>
                    </a:lnTo>
                    <a:lnTo>
                      <a:pt x="116" y="7"/>
                    </a:lnTo>
                    <a:lnTo>
                      <a:pt x="116" y="7"/>
                    </a:lnTo>
                    <a:lnTo>
                      <a:pt x="116" y="10"/>
                    </a:lnTo>
                    <a:lnTo>
                      <a:pt x="116" y="10"/>
                    </a:lnTo>
                    <a:lnTo>
                      <a:pt x="116" y="10"/>
                    </a:lnTo>
                    <a:lnTo>
                      <a:pt x="116" y="12"/>
                    </a:lnTo>
                    <a:lnTo>
                      <a:pt x="118" y="12"/>
                    </a:lnTo>
                    <a:lnTo>
                      <a:pt x="118" y="10"/>
                    </a:lnTo>
                    <a:lnTo>
                      <a:pt x="118" y="10"/>
                    </a:lnTo>
                    <a:lnTo>
                      <a:pt x="118" y="10"/>
                    </a:lnTo>
                    <a:lnTo>
                      <a:pt x="118" y="10"/>
                    </a:lnTo>
                    <a:lnTo>
                      <a:pt x="118" y="7"/>
                    </a:lnTo>
                    <a:lnTo>
                      <a:pt x="121" y="7"/>
                    </a:lnTo>
                    <a:lnTo>
                      <a:pt x="121" y="7"/>
                    </a:lnTo>
                    <a:lnTo>
                      <a:pt x="121" y="7"/>
                    </a:lnTo>
                    <a:lnTo>
                      <a:pt x="123" y="7"/>
                    </a:lnTo>
                    <a:lnTo>
                      <a:pt x="123" y="7"/>
                    </a:lnTo>
                    <a:lnTo>
                      <a:pt x="123" y="5"/>
                    </a:lnTo>
                    <a:lnTo>
                      <a:pt x="123" y="5"/>
                    </a:lnTo>
                    <a:lnTo>
                      <a:pt x="126" y="5"/>
                    </a:lnTo>
                    <a:lnTo>
                      <a:pt x="126" y="5"/>
                    </a:lnTo>
                    <a:lnTo>
                      <a:pt x="126" y="5"/>
                    </a:lnTo>
                    <a:lnTo>
                      <a:pt x="128"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1" name="Rectangle 149"/>
              <p:cNvSpPr>
                <a:spLocks noChangeArrowheads="1"/>
              </p:cNvSpPr>
              <p:nvPr/>
            </p:nvSpPr>
            <p:spPr bwMode="auto">
              <a:xfrm>
                <a:off x="1884" y="1990"/>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2" name="Rectangle 150"/>
              <p:cNvSpPr>
                <a:spLocks noChangeArrowheads="1"/>
              </p:cNvSpPr>
              <p:nvPr/>
            </p:nvSpPr>
            <p:spPr bwMode="auto">
              <a:xfrm>
                <a:off x="1884" y="1990"/>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3" name="Rectangle 151"/>
              <p:cNvSpPr>
                <a:spLocks noChangeArrowheads="1"/>
              </p:cNvSpPr>
              <p:nvPr/>
            </p:nvSpPr>
            <p:spPr bwMode="auto">
              <a:xfrm>
                <a:off x="1920" y="2016"/>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4" name="Rectangle 152"/>
              <p:cNvSpPr>
                <a:spLocks noChangeArrowheads="1"/>
              </p:cNvSpPr>
              <p:nvPr/>
            </p:nvSpPr>
            <p:spPr bwMode="auto">
              <a:xfrm>
                <a:off x="1920" y="2016"/>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5" name="Freeform 153"/>
              <p:cNvSpPr>
                <a:spLocks/>
              </p:cNvSpPr>
              <p:nvPr/>
            </p:nvSpPr>
            <p:spPr bwMode="auto">
              <a:xfrm>
                <a:off x="1775" y="1746"/>
                <a:ext cx="415" cy="372"/>
              </a:xfrm>
              <a:custGeom>
                <a:avLst/>
                <a:gdLst/>
                <a:ahLst/>
                <a:cxnLst>
                  <a:cxn ang="0">
                    <a:pos x="244" y="334"/>
                  </a:cxn>
                  <a:cxn ang="0">
                    <a:pos x="232" y="336"/>
                  </a:cxn>
                  <a:cxn ang="0">
                    <a:pos x="209" y="332"/>
                  </a:cxn>
                  <a:cxn ang="0">
                    <a:pos x="192" y="320"/>
                  </a:cxn>
                  <a:cxn ang="0">
                    <a:pos x="173" y="306"/>
                  </a:cxn>
                  <a:cxn ang="0">
                    <a:pos x="154" y="296"/>
                  </a:cxn>
                  <a:cxn ang="0">
                    <a:pos x="147" y="270"/>
                  </a:cxn>
                  <a:cxn ang="0">
                    <a:pos x="133" y="251"/>
                  </a:cxn>
                  <a:cxn ang="0">
                    <a:pos x="119" y="244"/>
                  </a:cxn>
                  <a:cxn ang="0">
                    <a:pos x="102" y="246"/>
                  </a:cxn>
                  <a:cxn ang="0">
                    <a:pos x="86" y="232"/>
                  </a:cxn>
                  <a:cxn ang="0">
                    <a:pos x="81" y="206"/>
                  </a:cxn>
                  <a:cxn ang="0">
                    <a:pos x="71" y="182"/>
                  </a:cxn>
                  <a:cxn ang="0">
                    <a:pos x="50" y="173"/>
                  </a:cxn>
                  <a:cxn ang="0">
                    <a:pos x="41" y="159"/>
                  </a:cxn>
                  <a:cxn ang="0">
                    <a:pos x="33" y="140"/>
                  </a:cxn>
                  <a:cxn ang="0">
                    <a:pos x="41" y="121"/>
                  </a:cxn>
                  <a:cxn ang="0">
                    <a:pos x="45" y="104"/>
                  </a:cxn>
                  <a:cxn ang="0">
                    <a:pos x="33" y="95"/>
                  </a:cxn>
                  <a:cxn ang="0">
                    <a:pos x="22" y="76"/>
                  </a:cxn>
                  <a:cxn ang="0">
                    <a:pos x="12" y="54"/>
                  </a:cxn>
                  <a:cxn ang="0">
                    <a:pos x="10" y="36"/>
                  </a:cxn>
                  <a:cxn ang="0">
                    <a:pos x="3" y="12"/>
                  </a:cxn>
                  <a:cxn ang="0">
                    <a:pos x="15" y="2"/>
                  </a:cxn>
                  <a:cxn ang="0">
                    <a:pos x="33" y="19"/>
                  </a:cxn>
                  <a:cxn ang="0">
                    <a:pos x="55" y="19"/>
                  </a:cxn>
                  <a:cxn ang="0">
                    <a:pos x="74" y="5"/>
                  </a:cxn>
                  <a:cxn ang="0">
                    <a:pos x="90" y="12"/>
                  </a:cxn>
                  <a:cxn ang="0">
                    <a:pos x="90" y="24"/>
                  </a:cxn>
                  <a:cxn ang="0">
                    <a:pos x="105" y="40"/>
                  </a:cxn>
                  <a:cxn ang="0">
                    <a:pos x="121" y="57"/>
                  </a:cxn>
                  <a:cxn ang="0">
                    <a:pos x="142" y="69"/>
                  </a:cxn>
                  <a:cxn ang="0">
                    <a:pos x="166" y="78"/>
                  </a:cxn>
                  <a:cxn ang="0">
                    <a:pos x="192" y="73"/>
                  </a:cxn>
                  <a:cxn ang="0">
                    <a:pos x="211" y="62"/>
                  </a:cxn>
                  <a:cxn ang="0">
                    <a:pos x="232" y="52"/>
                  </a:cxn>
                  <a:cxn ang="0">
                    <a:pos x="254" y="43"/>
                  </a:cxn>
                  <a:cxn ang="0">
                    <a:pos x="280" y="40"/>
                  </a:cxn>
                  <a:cxn ang="0">
                    <a:pos x="301" y="47"/>
                  </a:cxn>
                  <a:cxn ang="0">
                    <a:pos x="322" y="54"/>
                  </a:cxn>
                  <a:cxn ang="0">
                    <a:pos x="341" y="69"/>
                  </a:cxn>
                  <a:cxn ang="0">
                    <a:pos x="365" y="78"/>
                  </a:cxn>
                  <a:cxn ang="0">
                    <a:pos x="370" y="102"/>
                  </a:cxn>
                  <a:cxn ang="0">
                    <a:pos x="365" y="126"/>
                  </a:cxn>
                  <a:cxn ang="0">
                    <a:pos x="353" y="142"/>
                  </a:cxn>
                  <a:cxn ang="0">
                    <a:pos x="358" y="163"/>
                  </a:cxn>
                  <a:cxn ang="0">
                    <a:pos x="362" y="192"/>
                  </a:cxn>
                  <a:cxn ang="0">
                    <a:pos x="374" y="211"/>
                  </a:cxn>
                  <a:cxn ang="0">
                    <a:pos x="377" y="232"/>
                  </a:cxn>
                  <a:cxn ang="0">
                    <a:pos x="362" y="251"/>
                  </a:cxn>
                  <a:cxn ang="0">
                    <a:pos x="377" y="273"/>
                  </a:cxn>
                  <a:cxn ang="0">
                    <a:pos x="396" y="289"/>
                  </a:cxn>
                  <a:cxn ang="0">
                    <a:pos x="405" y="313"/>
                  </a:cxn>
                  <a:cxn ang="0">
                    <a:pos x="412" y="329"/>
                  </a:cxn>
                  <a:cxn ang="0">
                    <a:pos x="391" y="339"/>
                  </a:cxn>
                  <a:cxn ang="0">
                    <a:pos x="379" y="363"/>
                  </a:cxn>
                  <a:cxn ang="0">
                    <a:pos x="360" y="367"/>
                  </a:cxn>
                  <a:cxn ang="0">
                    <a:pos x="341" y="365"/>
                  </a:cxn>
                  <a:cxn ang="0">
                    <a:pos x="318" y="360"/>
                  </a:cxn>
                  <a:cxn ang="0">
                    <a:pos x="291" y="355"/>
                  </a:cxn>
                  <a:cxn ang="0">
                    <a:pos x="280" y="332"/>
                  </a:cxn>
                  <a:cxn ang="0">
                    <a:pos x="265" y="320"/>
                  </a:cxn>
                  <a:cxn ang="0">
                    <a:pos x="263" y="325"/>
                  </a:cxn>
                </a:cxnLst>
                <a:rect l="0" t="0" r="r" b="b"/>
                <a:pathLst>
                  <a:path w="415" h="372">
                    <a:moveTo>
                      <a:pt x="263" y="325"/>
                    </a:moveTo>
                    <a:lnTo>
                      <a:pt x="263" y="325"/>
                    </a:lnTo>
                    <a:lnTo>
                      <a:pt x="261" y="325"/>
                    </a:lnTo>
                    <a:lnTo>
                      <a:pt x="261" y="327"/>
                    </a:lnTo>
                    <a:lnTo>
                      <a:pt x="261" y="327"/>
                    </a:lnTo>
                    <a:lnTo>
                      <a:pt x="261" y="327"/>
                    </a:lnTo>
                    <a:lnTo>
                      <a:pt x="261" y="327"/>
                    </a:lnTo>
                    <a:lnTo>
                      <a:pt x="261" y="329"/>
                    </a:lnTo>
                    <a:lnTo>
                      <a:pt x="258" y="329"/>
                    </a:lnTo>
                    <a:lnTo>
                      <a:pt x="258" y="329"/>
                    </a:lnTo>
                    <a:lnTo>
                      <a:pt x="258" y="329"/>
                    </a:lnTo>
                    <a:lnTo>
                      <a:pt x="258" y="329"/>
                    </a:lnTo>
                    <a:lnTo>
                      <a:pt x="258" y="329"/>
                    </a:lnTo>
                    <a:lnTo>
                      <a:pt x="258" y="332"/>
                    </a:lnTo>
                    <a:lnTo>
                      <a:pt x="256" y="332"/>
                    </a:lnTo>
                    <a:lnTo>
                      <a:pt x="256" y="332"/>
                    </a:lnTo>
                    <a:lnTo>
                      <a:pt x="256" y="332"/>
                    </a:lnTo>
                    <a:lnTo>
                      <a:pt x="256" y="334"/>
                    </a:lnTo>
                    <a:lnTo>
                      <a:pt x="254" y="334"/>
                    </a:lnTo>
                    <a:lnTo>
                      <a:pt x="254" y="334"/>
                    </a:lnTo>
                    <a:lnTo>
                      <a:pt x="254" y="332"/>
                    </a:lnTo>
                    <a:lnTo>
                      <a:pt x="254" y="332"/>
                    </a:lnTo>
                    <a:lnTo>
                      <a:pt x="254" y="332"/>
                    </a:lnTo>
                    <a:lnTo>
                      <a:pt x="251" y="332"/>
                    </a:lnTo>
                    <a:lnTo>
                      <a:pt x="251" y="332"/>
                    </a:lnTo>
                    <a:lnTo>
                      <a:pt x="251" y="332"/>
                    </a:lnTo>
                    <a:lnTo>
                      <a:pt x="251" y="332"/>
                    </a:lnTo>
                    <a:lnTo>
                      <a:pt x="249" y="332"/>
                    </a:lnTo>
                    <a:lnTo>
                      <a:pt x="249" y="332"/>
                    </a:lnTo>
                    <a:lnTo>
                      <a:pt x="247" y="332"/>
                    </a:lnTo>
                    <a:lnTo>
                      <a:pt x="247" y="334"/>
                    </a:lnTo>
                    <a:lnTo>
                      <a:pt x="247" y="334"/>
                    </a:lnTo>
                    <a:lnTo>
                      <a:pt x="247" y="334"/>
                    </a:lnTo>
                    <a:lnTo>
                      <a:pt x="244" y="334"/>
                    </a:lnTo>
                    <a:lnTo>
                      <a:pt x="244" y="334"/>
                    </a:lnTo>
                    <a:lnTo>
                      <a:pt x="244" y="334"/>
                    </a:lnTo>
                    <a:lnTo>
                      <a:pt x="242" y="334"/>
                    </a:lnTo>
                    <a:lnTo>
                      <a:pt x="242" y="334"/>
                    </a:lnTo>
                    <a:lnTo>
                      <a:pt x="242" y="334"/>
                    </a:lnTo>
                    <a:lnTo>
                      <a:pt x="242" y="334"/>
                    </a:lnTo>
                    <a:lnTo>
                      <a:pt x="242" y="332"/>
                    </a:lnTo>
                    <a:lnTo>
                      <a:pt x="242" y="332"/>
                    </a:lnTo>
                    <a:lnTo>
                      <a:pt x="242" y="332"/>
                    </a:lnTo>
                    <a:lnTo>
                      <a:pt x="242" y="332"/>
                    </a:lnTo>
                    <a:lnTo>
                      <a:pt x="244" y="332"/>
                    </a:lnTo>
                    <a:lnTo>
                      <a:pt x="244" y="329"/>
                    </a:lnTo>
                    <a:lnTo>
                      <a:pt x="244" y="329"/>
                    </a:lnTo>
                    <a:lnTo>
                      <a:pt x="247" y="329"/>
                    </a:lnTo>
                    <a:lnTo>
                      <a:pt x="247" y="329"/>
                    </a:lnTo>
                    <a:lnTo>
                      <a:pt x="247" y="329"/>
                    </a:lnTo>
                    <a:lnTo>
                      <a:pt x="247" y="329"/>
                    </a:lnTo>
                    <a:lnTo>
                      <a:pt x="244" y="329"/>
                    </a:lnTo>
                    <a:lnTo>
                      <a:pt x="244" y="329"/>
                    </a:lnTo>
                    <a:lnTo>
                      <a:pt x="242" y="329"/>
                    </a:lnTo>
                    <a:lnTo>
                      <a:pt x="242" y="329"/>
                    </a:lnTo>
                    <a:lnTo>
                      <a:pt x="242" y="329"/>
                    </a:lnTo>
                    <a:lnTo>
                      <a:pt x="242" y="329"/>
                    </a:lnTo>
                    <a:lnTo>
                      <a:pt x="239" y="329"/>
                    </a:lnTo>
                    <a:lnTo>
                      <a:pt x="239" y="329"/>
                    </a:lnTo>
                    <a:lnTo>
                      <a:pt x="239" y="332"/>
                    </a:lnTo>
                    <a:lnTo>
                      <a:pt x="239" y="332"/>
                    </a:lnTo>
                    <a:lnTo>
                      <a:pt x="237" y="332"/>
                    </a:lnTo>
                    <a:lnTo>
                      <a:pt x="237" y="332"/>
                    </a:lnTo>
                    <a:lnTo>
                      <a:pt x="237" y="332"/>
                    </a:lnTo>
                    <a:lnTo>
                      <a:pt x="235" y="332"/>
                    </a:lnTo>
                    <a:lnTo>
                      <a:pt x="235" y="334"/>
                    </a:lnTo>
                    <a:lnTo>
                      <a:pt x="235" y="334"/>
                    </a:lnTo>
                    <a:lnTo>
                      <a:pt x="235" y="334"/>
                    </a:lnTo>
                    <a:lnTo>
                      <a:pt x="235" y="334"/>
                    </a:lnTo>
                    <a:lnTo>
                      <a:pt x="232" y="334"/>
                    </a:lnTo>
                    <a:lnTo>
                      <a:pt x="232" y="336"/>
                    </a:lnTo>
                    <a:lnTo>
                      <a:pt x="232" y="336"/>
                    </a:lnTo>
                    <a:lnTo>
                      <a:pt x="232" y="336"/>
                    </a:lnTo>
                    <a:lnTo>
                      <a:pt x="232" y="336"/>
                    </a:lnTo>
                    <a:lnTo>
                      <a:pt x="230" y="336"/>
                    </a:lnTo>
                    <a:lnTo>
                      <a:pt x="230" y="336"/>
                    </a:lnTo>
                    <a:lnTo>
                      <a:pt x="230" y="336"/>
                    </a:lnTo>
                    <a:lnTo>
                      <a:pt x="228" y="336"/>
                    </a:lnTo>
                    <a:lnTo>
                      <a:pt x="228" y="336"/>
                    </a:lnTo>
                    <a:lnTo>
                      <a:pt x="228" y="336"/>
                    </a:lnTo>
                    <a:lnTo>
                      <a:pt x="228" y="334"/>
                    </a:lnTo>
                    <a:lnTo>
                      <a:pt x="225" y="334"/>
                    </a:lnTo>
                    <a:lnTo>
                      <a:pt x="225" y="334"/>
                    </a:lnTo>
                    <a:lnTo>
                      <a:pt x="225" y="334"/>
                    </a:lnTo>
                    <a:lnTo>
                      <a:pt x="225" y="334"/>
                    </a:lnTo>
                    <a:lnTo>
                      <a:pt x="223" y="334"/>
                    </a:lnTo>
                    <a:lnTo>
                      <a:pt x="223" y="334"/>
                    </a:lnTo>
                    <a:lnTo>
                      <a:pt x="220" y="334"/>
                    </a:lnTo>
                    <a:lnTo>
                      <a:pt x="220" y="332"/>
                    </a:lnTo>
                    <a:lnTo>
                      <a:pt x="220" y="332"/>
                    </a:lnTo>
                    <a:lnTo>
                      <a:pt x="220" y="332"/>
                    </a:lnTo>
                    <a:lnTo>
                      <a:pt x="220" y="329"/>
                    </a:lnTo>
                    <a:lnTo>
                      <a:pt x="220" y="329"/>
                    </a:lnTo>
                    <a:lnTo>
                      <a:pt x="218" y="329"/>
                    </a:lnTo>
                    <a:lnTo>
                      <a:pt x="218" y="332"/>
                    </a:lnTo>
                    <a:lnTo>
                      <a:pt x="218" y="332"/>
                    </a:lnTo>
                    <a:lnTo>
                      <a:pt x="218" y="329"/>
                    </a:lnTo>
                    <a:lnTo>
                      <a:pt x="218" y="329"/>
                    </a:lnTo>
                    <a:lnTo>
                      <a:pt x="216" y="329"/>
                    </a:lnTo>
                    <a:lnTo>
                      <a:pt x="216" y="329"/>
                    </a:lnTo>
                    <a:lnTo>
                      <a:pt x="213" y="329"/>
                    </a:lnTo>
                    <a:lnTo>
                      <a:pt x="213" y="329"/>
                    </a:lnTo>
                    <a:lnTo>
                      <a:pt x="213" y="329"/>
                    </a:lnTo>
                    <a:lnTo>
                      <a:pt x="211" y="329"/>
                    </a:lnTo>
                    <a:lnTo>
                      <a:pt x="211" y="329"/>
                    </a:lnTo>
                    <a:lnTo>
                      <a:pt x="211" y="329"/>
                    </a:lnTo>
                    <a:lnTo>
                      <a:pt x="209" y="329"/>
                    </a:lnTo>
                    <a:lnTo>
                      <a:pt x="209" y="332"/>
                    </a:lnTo>
                    <a:lnTo>
                      <a:pt x="209" y="332"/>
                    </a:lnTo>
                    <a:lnTo>
                      <a:pt x="209" y="329"/>
                    </a:lnTo>
                    <a:lnTo>
                      <a:pt x="206" y="329"/>
                    </a:lnTo>
                    <a:lnTo>
                      <a:pt x="206" y="332"/>
                    </a:lnTo>
                    <a:lnTo>
                      <a:pt x="206" y="332"/>
                    </a:lnTo>
                    <a:lnTo>
                      <a:pt x="206" y="332"/>
                    </a:lnTo>
                    <a:lnTo>
                      <a:pt x="206" y="332"/>
                    </a:lnTo>
                    <a:lnTo>
                      <a:pt x="206" y="332"/>
                    </a:lnTo>
                    <a:lnTo>
                      <a:pt x="206" y="329"/>
                    </a:lnTo>
                    <a:lnTo>
                      <a:pt x="206" y="329"/>
                    </a:lnTo>
                    <a:lnTo>
                      <a:pt x="206" y="329"/>
                    </a:lnTo>
                    <a:lnTo>
                      <a:pt x="206" y="329"/>
                    </a:lnTo>
                    <a:lnTo>
                      <a:pt x="204" y="329"/>
                    </a:lnTo>
                    <a:lnTo>
                      <a:pt x="204" y="329"/>
                    </a:lnTo>
                    <a:lnTo>
                      <a:pt x="204" y="329"/>
                    </a:lnTo>
                    <a:lnTo>
                      <a:pt x="204" y="327"/>
                    </a:lnTo>
                    <a:lnTo>
                      <a:pt x="202" y="327"/>
                    </a:lnTo>
                    <a:lnTo>
                      <a:pt x="202" y="327"/>
                    </a:lnTo>
                    <a:lnTo>
                      <a:pt x="202" y="325"/>
                    </a:lnTo>
                    <a:lnTo>
                      <a:pt x="202" y="325"/>
                    </a:lnTo>
                    <a:lnTo>
                      <a:pt x="202" y="325"/>
                    </a:lnTo>
                    <a:lnTo>
                      <a:pt x="202" y="325"/>
                    </a:lnTo>
                    <a:lnTo>
                      <a:pt x="199" y="325"/>
                    </a:lnTo>
                    <a:lnTo>
                      <a:pt x="199" y="322"/>
                    </a:lnTo>
                    <a:lnTo>
                      <a:pt x="199" y="322"/>
                    </a:lnTo>
                    <a:lnTo>
                      <a:pt x="199" y="322"/>
                    </a:lnTo>
                    <a:lnTo>
                      <a:pt x="197" y="322"/>
                    </a:lnTo>
                    <a:lnTo>
                      <a:pt x="197" y="322"/>
                    </a:lnTo>
                    <a:lnTo>
                      <a:pt x="197" y="322"/>
                    </a:lnTo>
                    <a:lnTo>
                      <a:pt x="194" y="322"/>
                    </a:lnTo>
                    <a:lnTo>
                      <a:pt x="194" y="320"/>
                    </a:lnTo>
                    <a:lnTo>
                      <a:pt x="194" y="320"/>
                    </a:lnTo>
                    <a:lnTo>
                      <a:pt x="194" y="320"/>
                    </a:lnTo>
                    <a:lnTo>
                      <a:pt x="192" y="320"/>
                    </a:lnTo>
                    <a:lnTo>
                      <a:pt x="192" y="320"/>
                    </a:lnTo>
                    <a:lnTo>
                      <a:pt x="192" y="320"/>
                    </a:lnTo>
                    <a:lnTo>
                      <a:pt x="192" y="320"/>
                    </a:lnTo>
                    <a:lnTo>
                      <a:pt x="192" y="320"/>
                    </a:lnTo>
                    <a:lnTo>
                      <a:pt x="190" y="320"/>
                    </a:lnTo>
                    <a:lnTo>
                      <a:pt x="190" y="320"/>
                    </a:lnTo>
                    <a:lnTo>
                      <a:pt x="187" y="320"/>
                    </a:lnTo>
                    <a:lnTo>
                      <a:pt x="187" y="318"/>
                    </a:lnTo>
                    <a:lnTo>
                      <a:pt x="187" y="318"/>
                    </a:lnTo>
                    <a:lnTo>
                      <a:pt x="187" y="318"/>
                    </a:lnTo>
                    <a:lnTo>
                      <a:pt x="187" y="318"/>
                    </a:lnTo>
                    <a:lnTo>
                      <a:pt x="185" y="318"/>
                    </a:lnTo>
                    <a:lnTo>
                      <a:pt x="185" y="315"/>
                    </a:lnTo>
                    <a:lnTo>
                      <a:pt x="185" y="315"/>
                    </a:lnTo>
                    <a:lnTo>
                      <a:pt x="185" y="315"/>
                    </a:lnTo>
                    <a:lnTo>
                      <a:pt x="185" y="315"/>
                    </a:lnTo>
                    <a:lnTo>
                      <a:pt x="185" y="313"/>
                    </a:lnTo>
                    <a:lnTo>
                      <a:pt x="183" y="313"/>
                    </a:lnTo>
                    <a:lnTo>
                      <a:pt x="183" y="313"/>
                    </a:lnTo>
                    <a:lnTo>
                      <a:pt x="185" y="313"/>
                    </a:lnTo>
                    <a:lnTo>
                      <a:pt x="185" y="310"/>
                    </a:lnTo>
                    <a:lnTo>
                      <a:pt x="183" y="310"/>
                    </a:lnTo>
                    <a:lnTo>
                      <a:pt x="183" y="310"/>
                    </a:lnTo>
                    <a:lnTo>
                      <a:pt x="183" y="310"/>
                    </a:lnTo>
                    <a:lnTo>
                      <a:pt x="183" y="310"/>
                    </a:lnTo>
                    <a:lnTo>
                      <a:pt x="183" y="308"/>
                    </a:lnTo>
                    <a:lnTo>
                      <a:pt x="180" y="308"/>
                    </a:lnTo>
                    <a:lnTo>
                      <a:pt x="180" y="308"/>
                    </a:lnTo>
                    <a:lnTo>
                      <a:pt x="180" y="308"/>
                    </a:lnTo>
                    <a:lnTo>
                      <a:pt x="180" y="308"/>
                    </a:lnTo>
                    <a:lnTo>
                      <a:pt x="178" y="308"/>
                    </a:lnTo>
                    <a:lnTo>
                      <a:pt x="178" y="308"/>
                    </a:lnTo>
                    <a:lnTo>
                      <a:pt x="178" y="306"/>
                    </a:lnTo>
                    <a:lnTo>
                      <a:pt x="178" y="306"/>
                    </a:lnTo>
                    <a:lnTo>
                      <a:pt x="176" y="306"/>
                    </a:lnTo>
                    <a:lnTo>
                      <a:pt x="176" y="306"/>
                    </a:lnTo>
                    <a:lnTo>
                      <a:pt x="176" y="306"/>
                    </a:lnTo>
                    <a:lnTo>
                      <a:pt x="173" y="306"/>
                    </a:lnTo>
                    <a:lnTo>
                      <a:pt x="173" y="303"/>
                    </a:lnTo>
                    <a:lnTo>
                      <a:pt x="173" y="303"/>
                    </a:lnTo>
                    <a:lnTo>
                      <a:pt x="173" y="303"/>
                    </a:lnTo>
                    <a:lnTo>
                      <a:pt x="173" y="303"/>
                    </a:lnTo>
                    <a:lnTo>
                      <a:pt x="173" y="301"/>
                    </a:lnTo>
                    <a:lnTo>
                      <a:pt x="171" y="301"/>
                    </a:lnTo>
                    <a:lnTo>
                      <a:pt x="171" y="301"/>
                    </a:lnTo>
                    <a:lnTo>
                      <a:pt x="171" y="303"/>
                    </a:lnTo>
                    <a:lnTo>
                      <a:pt x="168" y="303"/>
                    </a:lnTo>
                    <a:lnTo>
                      <a:pt x="168" y="303"/>
                    </a:lnTo>
                    <a:lnTo>
                      <a:pt x="168" y="301"/>
                    </a:lnTo>
                    <a:lnTo>
                      <a:pt x="168" y="301"/>
                    </a:lnTo>
                    <a:lnTo>
                      <a:pt x="166" y="301"/>
                    </a:lnTo>
                    <a:lnTo>
                      <a:pt x="166" y="303"/>
                    </a:lnTo>
                    <a:lnTo>
                      <a:pt x="166" y="303"/>
                    </a:lnTo>
                    <a:lnTo>
                      <a:pt x="166" y="303"/>
                    </a:lnTo>
                    <a:lnTo>
                      <a:pt x="164" y="303"/>
                    </a:lnTo>
                    <a:lnTo>
                      <a:pt x="164" y="301"/>
                    </a:lnTo>
                    <a:lnTo>
                      <a:pt x="164" y="301"/>
                    </a:lnTo>
                    <a:lnTo>
                      <a:pt x="161" y="301"/>
                    </a:lnTo>
                    <a:lnTo>
                      <a:pt x="161" y="301"/>
                    </a:lnTo>
                    <a:lnTo>
                      <a:pt x="161" y="301"/>
                    </a:lnTo>
                    <a:lnTo>
                      <a:pt x="161" y="301"/>
                    </a:lnTo>
                    <a:lnTo>
                      <a:pt x="161" y="301"/>
                    </a:lnTo>
                    <a:lnTo>
                      <a:pt x="159" y="301"/>
                    </a:lnTo>
                    <a:lnTo>
                      <a:pt x="159" y="301"/>
                    </a:lnTo>
                    <a:lnTo>
                      <a:pt x="159" y="301"/>
                    </a:lnTo>
                    <a:lnTo>
                      <a:pt x="159" y="301"/>
                    </a:lnTo>
                    <a:lnTo>
                      <a:pt x="159" y="301"/>
                    </a:lnTo>
                    <a:lnTo>
                      <a:pt x="159" y="299"/>
                    </a:lnTo>
                    <a:lnTo>
                      <a:pt x="157" y="299"/>
                    </a:lnTo>
                    <a:lnTo>
                      <a:pt x="157" y="299"/>
                    </a:lnTo>
                    <a:lnTo>
                      <a:pt x="157" y="299"/>
                    </a:lnTo>
                    <a:lnTo>
                      <a:pt x="157" y="296"/>
                    </a:lnTo>
                    <a:lnTo>
                      <a:pt x="154" y="296"/>
                    </a:lnTo>
                    <a:lnTo>
                      <a:pt x="154" y="296"/>
                    </a:lnTo>
                    <a:lnTo>
                      <a:pt x="154" y="294"/>
                    </a:lnTo>
                    <a:lnTo>
                      <a:pt x="154" y="294"/>
                    </a:lnTo>
                    <a:lnTo>
                      <a:pt x="154" y="291"/>
                    </a:lnTo>
                    <a:lnTo>
                      <a:pt x="154" y="291"/>
                    </a:lnTo>
                    <a:lnTo>
                      <a:pt x="154" y="291"/>
                    </a:lnTo>
                    <a:lnTo>
                      <a:pt x="154" y="291"/>
                    </a:lnTo>
                    <a:lnTo>
                      <a:pt x="154" y="291"/>
                    </a:lnTo>
                    <a:lnTo>
                      <a:pt x="154" y="289"/>
                    </a:lnTo>
                    <a:lnTo>
                      <a:pt x="154" y="289"/>
                    </a:lnTo>
                    <a:lnTo>
                      <a:pt x="152" y="289"/>
                    </a:lnTo>
                    <a:lnTo>
                      <a:pt x="152" y="287"/>
                    </a:lnTo>
                    <a:lnTo>
                      <a:pt x="152" y="287"/>
                    </a:lnTo>
                    <a:lnTo>
                      <a:pt x="152" y="287"/>
                    </a:lnTo>
                    <a:lnTo>
                      <a:pt x="152" y="284"/>
                    </a:lnTo>
                    <a:lnTo>
                      <a:pt x="152" y="284"/>
                    </a:lnTo>
                    <a:lnTo>
                      <a:pt x="152" y="284"/>
                    </a:lnTo>
                    <a:lnTo>
                      <a:pt x="152" y="282"/>
                    </a:lnTo>
                    <a:lnTo>
                      <a:pt x="152" y="282"/>
                    </a:lnTo>
                    <a:lnTo>
                      <a:pt x="152" y="282"/>
                    </a:lnTo>
                    <a:lnTo>
                      <a:pt x="152" y="280"/>
                    </a:lnTo>
                    <a:lnTo>
                      <a:pt x="152" y="280"/>
                    </a:lnTo>
                    <a:lnTo>
                      <a:pt x="149" y="280"/>
                    </a:lnTo>
                    <a:lnTo>
                      <a:pt x="149" y="277"/>
                    </a:lnTo>
                    <a:lnTo>
                      <a:pt x="149" y="277"/>
                    </a:lnTo>
                    <a:lnTo>
                      <a:pt x="147" y="277"/>
                    </a:lnTo>
                    <a:lnTo>
                      <a:pt x="147" y="277"/>
                    </a:lnTo>
                    <a:lnTo>
                      <a:pt x="147" y="277"/>
                    </a:lnTo>
                    <a:lnTo>
                      <a:pt x="147" y="277"/>
                    </a:lnTo>
                    <a:lnTo>
                      <a:pt x="147" y="275"/>
                    </a:lnTo>
                    <a:lnTo>
                      <a:pt x="145" y="275"/>
                    </a:lnTo>
                    <a:lnTo>
                      <a:pt x="145" y="275"/>
                    </a:lnTo>
                    <a:lnTo>
                      <a:pt x="145" y="273"/>
                    </a:lnTo>
                    <a:lnTo>
                      <a:pt x="145" y="273"/>
                    </a:lnTo>
                    <a:lnTo>
                      <a:pt x="147" y="273"/>
                    </a:lnTo>
                    <a:lnTo>
                      <a:pt x="147" y="270"/>
                    </a:lnTo>
                    <a:lnTo>
                      <a:pt x="147" y="270"/>
                    </a:lnTo>
                    <a:lnTo>
                      <a:pt x="147" y="270"/>
                    </a:lnTo>
                    <a:lnTo>
                      <a:pt x="145" y="270"/>
                    </a:lnTo>
                    <a:lnTo>
                      <a:pt x="145" y="270"/>
                    </a:lnTo>
                    <a:lnTo>
                      <a:pt x="145" y="270"/>
                    </a:lnTo>
                    <a:lnTo>
                      <a:pt x="145" y="270"/>
                    </a:lnTo>
                    <a:lnTo>
                      <a:pt x="142" y="270"/>
                    </a:lnTo>
                    <a:lnTo>
                      <a:pt x="142" y="270"/>
                    </a:lnTo>
                    <a:lnTo>
                      <a:pt x="142" y="270"/>
                    </a:lnTo>
                    <a:lnTo>
                      <a:pt x="142" y="268"/>
                    </a:lnTo>
                    <a:lnTo>
                      <a:pt x="142" y="268"/>
                    </a:lnTo>
                    <a:lnTo>
                      <a:pt x="142" y="265"/>
                    </a:lnTo>
                    <a:lnTo>
                      <a:pt x="142" y="265"/>
                    </a:lnTo>
                    <a:lnTo>
                      <a:pt x="142" y="265"/>
                    </a:lnTo>
                    <a:lnTo>
                      <a:pt x="142" y="263"/>
                    </a:lnTo>
                    <a:lnTo>
                      <a:pt x="142" y="263"/>
                    </a:lnTo>
                    <a:lnTo>
                      <a:pt x="142" y="263"/>
                    </a:lnTo>
                    <a:lnTo>
                      <a:pt x="142" y="261"/>
                    </a:lnTo>
                    <a:lnTo>
                      <a:pt x="140" y="261"/>
                    </a:lnTo>
                    <a:lnTo>
                      <a:pt x="140" y="261"/>
                    </a:lnTo>
                    <a:lnTo>
                      <a:pt x="140" y="261"/>
                    </a:lnTo>
                    <a:lnTo>
                      <a:pt x="140" y="261"/>
                    </a:lnTo>
                    <a:lnTo>
                      <a:pt x="140" y="261"/>
                    </a:lnTo>
                    <a:lnTo>
                      <a:pt x="140" y="258"/>
                    </a:lnTo>
                    <a:lnTo>
                      <a:pt x="140" y="258"/>
                    </a:lnTo>
                    <a:lnTo>
                      <a:pt x="138" y="258"/>
                    </a:lnTo>
                    <a:lnTo>
                      <a:pt x="138" y="256"/>
                    </a:lnTo>
                    <a:lnTo>
                      <a:pt x="138" y="256"/>
                    </a:lnTo>
                    <a:lnTo>
                      <a:pt x="135" y="256"/>
                    </a:lnTo>
                    <a:lnTo>
                      <a:pt x="135" y="256"/>
                    </a:lnTo>
                    <a:lnTo>
                      <a:pt x="135" y="256"/>
                    </a:lnTo>
                    <a:lnTo>
                      <a:pt x="135" y="254"/>
                    </a:lnTo>
                    <a:lnTo>
                      <a:pt x="135" y="254"/>
                    </a:lnTo>
                    <a:lnTo>
                      <a:pt x="135" y="254"/>
                    </a:lnTo>
                    <a:lnTo>
                      <a:pt x="133" y="254"/>
                    </a:lnTo>
                    <a:lnTo>
                      <a:pt x="133" y="251"/>
                    </a:lnTo>
                    <a:lnTo>
                      <a:pt x="133" y="251"/>
                    </a:lnTo>
                    <a:lnTo>
                      <a:pt x="133" y="251"/>
                    </a:lnTo>
                    <a:lnTo>
                      <a:pt x="133" y="251"/>
                    </a:lnTo>
                    <a:lnTo>
                      <a:pt x="133" y="251"/>
                    </a:lnTo>
                    <a:lnTo>
                      <a:pt x="133" y="249"/>
                    </a:lnTo>
                    <a:lnTo>
                      <a:pt x="131" y="249"/>
                    </a:lnTo>
                    <a:lnTo>
                      <a:pt x="131" y="249"/>
                    </a:lnTo>
                    <a:lnTo>
                      <a:pt x="131" y="246"/>
                    </a:lnTo>
                    <a:lnTo>
                      <a:pt x="131" y="246"/>
                    </a:lnTo>
                    <a:lnTo>
                      <a:pt x="131" y="244"/>
                    </a:lnTo>
                    <a:lnTo>
                      <a:pt x="131" y="244"/>
                    </a:lnTo>
                    <a:lnTo>
                      <a:pt x="131" y="244"/>
                    </a:lnTo>
                    <a:lnTo>
                      <a:pt x="131" y="242"/>
                    </a:lnTo>
                    <a:lnTo>
                      <a:pt x="128" y="242"/>
                    </a:lnTo>
                    <a:lnTo>
                      <a:pt x="128" y="242"/>
                    </a:lnTo>
                    <a:lnTo>
                      <a:pt x="128" y="242"/>
                    </a:lnTo>
                    <a:lnTo>
                      <a:pt x="128" y="242"/>
                    </a:lnTo>
                    <a:lnTo>
                      <a:pt x="128" y="242"/>
                    </a:lnTo>
                    <a:lnTo>
                      <a:pt x="126" y="242"/>
                    </a:lnTo>
                    <a:lnTo>
                      <a:pt x="126" y="242"/>
                    </a:lnTo>
                    <a:lnTo>
                      <a:pt x="126" y="244"/>
                    </a:lnTo>
                    <a:lnTo>
                      <a:pt x="126" y="244"/>
                    </a:lnTo>
                    <a:lnTo>
                      <a:pt x="126" y="244"/>
                    </a:lnTo>
                    <a:lnTo>
                      <a:pt x="123" y="244"/>
                    </a:lnTo>
                    <a:lnTo>
                      <a:pt x="123" y="244"/>
                    </a:lnTo>
                    <a:lnTo>
                      <a:pt x="123" y="246"/>
                    </a:lnTo>
                    <a:lnTo>
                      <a:pt x="121" y="246"/>
                    </a:lnTo>
                    <a:lnTo>
                      <a:pt x="121" y="246"/>
                    </a:lnTo>
                    <a:lnTo>
                      <a:pt x="121" y="246"/>
                    </a:lnTo>
                    <a:lnTo>
                      <a:pt x="121" y="246"/>
                    </a:lnTo>
                    <a:lnTo>
                      <a:pt x="119" y="246"/>
                    </a:lnTo>
                    <a:lnTo>
                      <a:pt x="119" y="249"/>
                    </a:lnTo>
                    <a:lnTo>
                      <a:pt x="119" y="249"/>
                    </a:lnTo>
                    <a:lnTo>
                      <a:pt x="119" y="246"/>
                    </a:lnTo>
                    <a:lnTo>
                      <a:pt x="119" y="246"/>
                    </a:lnTo>
                    <a:lnTo>
                      <a:pt x="119" y="246"/>
                    </a:lnTo>
                    <a:lnTo>
                      <a:pt x="119" y="244"/>
                    </a:lnTo>
                    <a:lnTo>
                      <a:pt x="119" y="244"/>
                    </a:lnTo>
                    <a:lnTo>
                      <a:pt x="116" y="244"/>
                    </a:lnTo>
                    <a:lnTo>
                      <a:pt x="116" y="244"/>
                    </a:lnTo>
                    <a:lnTo>
                      <a:pt x="114" y="244"/>
                    </a:lnTo>
                    <a:lnTo>
                      <a:pt x="114" y="244"/>
                    </a:lnTo>
                    <a:lnTo>
                      <a:pt x="114" y="244"/>
                    </a:lnTo>
                    <a:lnTo>
                      <a:pt x="112" y="244"/>
                    </a:lnTo>
                    <a:lnTo>
                      <a:pt x="112" y="244"/>
                    </a:lnTo>
                    <a:lnTo>
                      <a:pt x="112" y="244"/>
                    </a:lnTo>
                    <a:lnTo>
                      <a:pt x="109" y="244"/>
                    </a:lnTo>
                    <a:lnTo>
                      <a:pt x="109" y="242"/>
                    </a:lnTo>
                    <a:lnTo>
                      <a:pt x="112" y="242"/>
                    </a:lnTo>
                    <a:lnTo>
                      <a:pt x="112" y="242"/>
                    </a:lnTo>
                    <a:lnTo>
                      <a:pt x="109" y="242"/>
                    </a:lnTo>
                    <a:lnTo>
                      <a:pt x="109" y="242"/>
                    </a:lnTo>
                    <a:lnTo>
                      <a:pt x="109" y="242"/>
                    </a:lnTo>
                    <a:lnTo>
                      <a:pt x="109" y="242"/>
                    </a:lnTo>
                    <a:lnTo>
                      <a:pt x="107" y="242"/>
                    </a:lnTo>
                    <a:lnTo>
                      <a:pt x="107" y="242"/>
                    </a:lnTo>
                    <a:lnTo>
                      <a:pt x="107" y="242"/>
                    </a:lnTo>
                    <a:lnTo>
                      <a:pt x="107" y="239"/>
                    </a:lnTo>
                    <a:lnTo>
                      <a:pt x="107" y="239"/>
                    </a:lnTo>
                    <a:lnTo>
                      <a:pt x="107" y="239"/>
                    </a:lnTo>
                    <a:lnTo>
                      <a:pt x="107" y="239"/>
                    </a:lnTo>
                    <a:lnTo>
                      <a:pt x="107" y="242"/>
                    </a:lnTo>
                    <a:lnTo>
                      <a:pt x="107" y="242"/>
                    </a:lnTo>
                    <a:lnTo>
                      <a:pt x="107" y="242"/>
                    </a:lnTo>
                    <a:lnTo>
                      <a:pt x="107" y="244"/>
                    </a:lnTo>
                    <a:lnTo>
                      <a:pt x="107" y="244"/>
                    </a:lnTo>
                    <a:lnTo>
                      <a:pt x="107" y="246"/>
                    </a:lnTo>
                    <a:lnTo>
                      <a:pt x="107" y="246"/>
                    </a:lnTo>
                    <a:lnTo>
                      <a:pt x="105" y="246"/>
                    </a:lnTo>
                    <a:lnTo>
                      <a:pt x="105" y="246"/>
                    </a:lnTo>
                    <a:lnTo>
                      <a:pt x="105" y="246"/>
                    </a:lnTo>
                    <a:lnTo>
                      <a:pt x="102" y="246"/>
                    </a:lnTo>
                    <a:lnTo>
                      <a:pt x="102" y="246"/>
                    </a:lnTo>
                    <a:lnTo>
                      <a:pt x="100" y="246"/>
                    </a:lnTo>
                    <a:lnTo>
                      <a:pt x="100" y="249"/>
                    </a:lnTo>
                    <a:lnTo>
                      <a:pt x="100" y="249"/>
                    </a:lnTo>
                    <a:lnTo>
                      <a:pt x="100" y="249"/>
                    </a:lnTo>
                    <a:lnTo>
                      <a:pt x="100" y="249"/>
                    </a:lnTo>
                    <a:lnTo>
                      <a:pt x="97" y="249"/>
                    </a:lnTo>
                    <a:lnTo>
                      <a:pt x="97" y="249"/>
                    </a:lnTo>
                    <a:lnTo>
                      <a:pt x="97" y="249"/>
                    </a:lnTo>
                    <a:lnTo>
                      <a:pt x="95" y="249"/>
                    </a:lnTo>
                    <a:lnTo>
                      <a:pt x="95" y="246"/>
                    </a:lnTo>
                    <a:lnTo>
                      <a:pt x="95" y="246"/>
                    </a:lnTo>
                    <a:lnTo>
                      <a:pt x="95" y="246"/>
                    </a:lnTo>
                    <a:lnTo>
                      <a:pt x="95" y="244"/>
                    </a:lnTo>
                    <a:lnTo>
                      <a:pt x="95" y="244"/>
                    </a:lnTo>
                    <a:lnTo>
                      <a:pt x="95" y="244"/>
                    </a:lnTo>
                    <a:lnTo>
                      <a:pt x="93" y="244"/>
                    </a:lnTo>
                    <a:lnTo>
                      <a:pt x="93" y="242"/>
                    </a:lnTo>
                    <a:lnTo>
                      <a:pt x="95" y="242"/>
                    </a:lnTo>
                    <a:lnTo>
                      <a:pt x="95" y="242"/>
                    </a:lnTo>
                    <a:lnTo>
                      <a:pt x="93" y="242"/>
                    </a:lnTo>
                    <a:lnTo>
                      <a:pt x="93" y="242"/>
                    </a:lnTo>
                    <a:lnTo>
                      <a:pt x="93" y="242"/>
                    </a:lnTo>
                    <a:lnTo>
                      <a:pt x="93" y="239"/>
                    </a:lnTo>
                    <a:lnTo>
                      <a:pt x="93" y="239"/>
                    </a:lnTo>
                    <a:lnTo>
                      <a:pt x="93" y="239"/>
                    </a:lnTo>
                    <a:lnTo>
                      <a:pt x="90" y="239"/>
                    </a:lnTo>
                    <a:lnTo>
                      <a:pt x="90" y="239"/>
                    </a:lnTo>
                    <a:lnTo>
                      <a:pt x="90" y="237"/>
                    </a:lnTo>
                    <a:lnTo>
                      <a:pt x="88" y="237"/>
                    </a:lnTo>
                    <a:lnTo>
                      <a:pt x="88" y="237"/>
                    </a:lnTo>
                    <a:lnTo>
                      <a:pt x="88" y="235"/>
                    </a:lnTo>
                    <a:lnTo>
                      <a:pt x="88" y="235"/>
                    </a:lnTo>
                    <a:lnTo>
                      <a:pt x="88" y="235"/>
                    </a:lnTo>
                    <a:lnTo>
                      <a:pt x="86" y="235"/>
                    </a:lnTo>
                    <a:lnTo>
                      <a:pt x="86" y="235"/>
                    </a:lnTo>
                    <a:lnTo>
                      <a:pt x="86" y="232"/>
                    </a:lnTo>
                    <a:lnTo>
                      <a:pt x="86" y="232"/>
                    </a:lnTo>
                    <a:lnTo>
                      <a:pt x="86" y="232"/>
                    </a:lnTo>
                    <a:lnTo>
                      <a:pt x="86" y="230"/>
                    </a:lnTo>
                    <a:lnTo>
                      <a:pt x="86" y="230"/>
                    </a:lnTo>
                    <a:lnTo>
                      <a:pt x="86" y="227"/>
                    </a:lnTo>
                    <a:lnTo>
                      <a:pt x="86" y="227"/>
                    </a:lnTo>
                    <a:lnTo>
                      <a:pt x="86" y="225"/>
                    </a:lnTo>
                    <a:lnTo>
                      <a:pt x="86" y="225"/>
                    </a:lnTo>
                    <a:lnTo>
                      <a:pt x="86" y="223"/>
                    </a:lnTo>
                    <a:lnTo>
                      <a:pt x="86" y="223"/>
                    </a:lnTo>
                    <a:lnTo>
                      <a:pt x="86" y="223"/>
                    </a:lnTo>
                    <a:lnTo>
                      <a:pt x="86" y="223"/>
                    </a:lnTo>
                    <a:lnTo>
                      <a:pt x="86" y="223"/>
                    </a:lnTo>
                    <a:lnTo>
                      <a:pt x="83" y="223"/>
                    </a:lnTo>
                    <a:lnTo>
                      <a:pt x="83" y="223"/>
                    </a:lnTo>
                    <a:lnTo>
                      <a:pt x="81" y="223"/>
                    </a:lnTo>
                    <a:lnTo>
                      <a:pt x="81" y="223"/>
                    </a:lnTo>
                    <a:lnTo>
                      <a:pt x="81" y="223"/>
                    </a:lnTo>
                    <a:lnTo>
                      <a:pt x="78" y="223"/>
                    </a:lnTo>
                    <a:lnTo>
                      <a:pt x="78" y="220"/>
                    </a:lnTo>
                    <a:lnTo>
                      <a:pt x="78" y="220"/>
                    </a:lnTo>
                    <a:lnTo>
                      <a:pt x="78" y="218"/>
                    </a:lnTo>
                    <a:lnTo>
                      <a:pt x="78" y="218"/>
                    </a:lnTo>
                    <a:lnTo>
                      <a:pt x="78" y="216"/>
                    </a:lnTo>
                    <a:lnTo>
                      <a:pt x="78" y="216"/>
                    </a:lnTo>
                    <a:lnTo>
                      <a:pt x="78" y="213"/>
                    </a:lnTo>
                    <a:lnTo>
                      <a:pt x="78" y="213"/>
                    </a:lnTo>
                    <a:lnTo>
                      <a:pt x="78" y="211"/>
                    </a:lnTo>
                    <a:lnTo>
                      <a:pt x="78" y="211"/>
                    </a:lnTo>
                    <a:lnTo>
                      <a:pt x="78" y="211"/>
                    </a:lnTo>
                    <a:lnTo>
                      <a:pt x="81" y="211"/>
                    </a:lnTo>
                    <a:lnTo>
                      <a:pt x="81" y="209"/>
                    </a:lnTo>
                    <a:lnTo>
                      <a:pt x="81" y="209"/>
                    </a:lnTo>
                    <a:lnTo>
                      <a:pt x="81" y="206"/>
                    </a:lnTo>
                    <a:lnTo>
                      <a:pt x="81" y="206"/>
                    </a:lnTo>
                    <a:lnTo>
                      <a:pt x="81" y="206"/>
                    </a:lnTo>
                    <a:lnTo>
                      <a:pt x="81" y="204"/>
                    </a:lnTo>
                    <a:lnTo>
                      <a:pt x="81" y="204"/>
                    </a:lnTo>
                    <a:lnTo>
                      <a:pt x="81" y="204"/>
                    </a:lnTo>
                    <a:lnTo>
                      <a:pt x="81" y="201"/>
                    </a:lnTo>
                    <a:lnTo>
                      <a:pt x="83" y="201"/>
                    </a:lnTo>
                    <a:lnTo>
                      <a:pt x="83" y="201"/>
                    </a:lnTo>
                    <a:lnTo>
                      <a:pt x="81" y="201"/>
                    </a:lnTo>
                    <a:lnTo>
                      <a:pt x="81" y="201"/>
                    </a:lnTo>
                    <a:lnTo>
                      <a:pt x="81" y="201"/>
                    </a:lnTo>
                    <a:lnTo>
                      <a:pt x="81" y="199"/>
                    </a:lnTo>
                    <a:lnTo>
                      <a:pt x="81" y="199"/>
                    </a:lnTo>
                    <a:lnTo>
                      <a:pt x="81" y="199"/>
                    </a:lnTo>
                    <a:lnTo>
                      <a:pt x="81" y="197"/>
                    </a:lnTo>
                    <a:lnTo>
                      <a:pt x="78" y="197"/>
                    </a:lnTo>
                    <a:lnTo>
                      <a:pt x="78" y="197"/>
                    </a:lnTo>
                    <a:lnTo>
                      <a:pt x="78" y="194"/>
                    </a:lnTo>
                    <a:lnTo>
                      <a:pt x="78" y="194"/>
                    </a:lnTo>
                    <a:lnTo>
                      <a:pt x="78" y="194"/>
                    </a:lnTo>
                    <a:lnTo>
                      <a:pt x="78" y="194"/>
                    </a:lnTo>
                    <a:lnTo>
                      <a:pt x="78" y="192"/>
                    </a:lnTo>
                    <a:lnTo>
                      <a:pt x="76" y="192"/>
                    </a:lnTo>
                    <a:lnTo>
                      <a:pt x="76" y="192"/>
                    </a:lnTo>
                    <a:lnTo>
                      <a:pt x="76" y="192"/>
                    </a:lnTo>
                    <a:lnTo>
                      <a:pt x="76" y="192"/>
                    </a:lnTo>
                    <a:lnTo>
                      <a:pt x="76" y="190"/>
                    </a:lnTo>
                    <a:lnTo>
                      <a:pt x="74" y="190"/>
                    </a:lnTo>
                    <a:lnTo>
                      <a:pt x="74" y="190"/>
                    </a:lnTo>
                    <a:lnTo>
                      <a:pt x="74" y="187"/>
                    </a:lnTo>
                    <a:lnTo>
                      <a:pt x="74" y="187"/>
                    </a:lnTo>
                    <a:lnTo>
                      <a:pt x="74" y="187"/>
                    </a:lnTo>
                    <a:lnTo>
                      <a:pt x="74" y="185"/>
                    </a:lnTo>
                    <a:lnTo>
                      <a:pt x="74" y="185"/>
                    </a:lnTo>
                    <a:lnTo>
                      <a:pt x="74" y="185"/>
                    </a:lnTo>
                    <a:lnTo>
                      <a:pt x="71" y="185"/>
                    </a:lnTo>
                    <a:lnTo>
                      <a:pt x="71" y="185"/>
                    </a:lnTo>
                    <a:lnTo>
                      <a:pt x="71" y="182"/>
                    </a:lnTo>
                    <a:lnTo>
                      <a:pt x="71" y="182"/>
                    </a:lnTo>
                    <a:lnTo>
                      <a:pt x="71" y="185"/>
                    </a:lnTo>
                    <a:lnTo>
                      <a:pt x="69" y="185"/>
                    </a:lnTo>
                    <a:lnTo>
                      <a:pt x="69" y="185"/>
                    </a:lnTo>
                    <a:lnTo>
                      <a:pt x="67" y="185"/>
                    </a:lnTo>
                    <a:lnTo>
                      <a:pt x="67" y="185"/>
                    </a:lnTo>
                    <a:lnTo>
                      <a:pt x="67" y="182"/>
                    </a:lnTo>
                    <a:lnTo>
                      <a:pt x="67" y="182"/>
                    </a:lnTo>
                    <a:lnTo>
                      <a:pt x="64" y="182"/>
                    </a:lnTo>
                    <a:lnTo>
                      <a:pt x="64" y="182"/>
                    </a:lnTo>
                    <a:lnTo>
                      <a:pt x="64" y="182"/>
                    </a:lnTo>
                    <a:lnTo>
                      <a:pt x="64" y="182"/>
                    </a:lnTo>
                    <a:lnTo>
                      <a:pt x="62" y="182"/>
                    </a:lnTo>
                    <a:lnTo>
                      <a:pt x="62" y="180"/>
                    </a:lnTo>
                    <a:lnTo>
                      <a:pt x="62" y="180"/>
                    </a:lnTo>
                    <a:lnTo>
                      <a:pt x="62" y="180"/>
                    </a:lnTo>
                    <a:lnTo>
                      <a:pt x="62" y="180"/>
                    </a:lnTo>
                    <a:lnTo>
                      <a:pt x="60" y="180"/>
                    </a:lnTo>
                    <a:lnTo>
                      <a:pt x="60" y="178"/>
                    </a:lnTo>
                    <a:lnTo>
                      <a:pt x="60" y="178"/>
                    </a:lnTo>
                    <a:lnTo>
                      <a:pt x="60" y="178"/>
                    </a:lnTo>
                    <a:lnTo>
                      <a:pt x="60" y="178"/>
                    </a:lnTo>
                    <a:lnTo>
                      <a:pt x="57" y="178"/>
                    </a:lnTo>
                    <a:lnTo>
                      <a:pt x="57" y="175"/>
                    </a:lnTo>
                    <a:lnTo>
                      <a:pt x="57" y="175"/>
                    </a:lnTo>
                    <a:lnTo>
                      <a:pt x="57" y="175"/>
                    </a:lnTo>
                    <a:lnTo>
                      <a:pt x="55" y="175"/>
                    </a:lnTo>
                    <a:lnTo>
                      <a:pt x="55" y="175"/>
                    </a:lnTo>
                    <a:lnTo>
                      <a:pt x="55" y="173"/>
                    </a:lnTo>
                    <a:lnTo>
                      <a:pt x="55" y="173"/>
                    </a:lnTo>
                    <a:lnTo>
                      <a:pt x="52" y="173"/>
                    </a:lnTo>
                    <a:lnTo>
                      <a:pt x="52" y="173"/>
                    </a:lnTo>
                    <a:lnTo>
                      <a:pt x="52" y="173"/>
                    </a:lnTo>
                    <a:lnTo>
                      <a:pt x="52" y="173"/>
                    </a:lnTo>
                    <a:lnTo>
                      <a:pt x="52" y="173"/>
                    </a:lnTo>
                    <a:lnTo>
                      <a:pt x="50" y="173"/>
                    </a:lnTo>
                    <a:lnTo>
                      <a:pt x="50" y="173"/>
                    </a:lnTo>
                    <a:lnTo>
                      <a:pt x="48" y="173"/>
                    </a:lnTo>
                    <a:lnTo>
                      <a:pt x="48" y="173"/>
                    </a:lnTo>
                    <a:lnTo>
                      <a:pt x="48" y="173"/>
                    </a:lnTo>
                    <a:lnTo>
                      <a:pt x="45" y="173"/>
                    </a:lnTo>
                    <a:lnTo>
                      <a:pt x="45" y="173"/>
                    </a:lnTo>
                    <a:lnTo>
                      <a:pt x="45" y="173"/>
                    </a:lnTo>
                    <a:lnTo>
                      <a:pt x="45" y="171"/>
                    </a:lnTo>
                    <a:lnTo>
                      <a:pt x="45" y="171"/>
                    </a:lnTo>
                    <a:lnTo>
                      <a:pt x="45" y="171"/>
                    </a:lnTo>
                    <a:lnTo>
                      <a:pt x="45" y="171"/>
                    </a:lnTo>
                    <a:lnTo>
                      <a:pt x="45" y="168"/>
                    </a:lnTo>
                    <a:lnTo>
                      <a:pt x="45" y="168"/>
                    </a:lnTo>
                    <a:lnTo>
                      <a:pt x="45" y="168"/>
                    </a:lnTo>
                    <a:lnTo>
                      <a:pt x="43" y="168"/>
                    </a:lnTo>
                    <a:lnTo>
                      <a:pt x="43" y="168"/>
                    </a:lnTo>
                    <a:lnTo>
                      <a:pt x="45" y="168"/>
                    </a:lnTo>
                    <a:lnTo>
                      <a:pt x="45" y="168"/>
                    </a:lnTo>
                    <a:lnTo>
                      <a:pt x="45" y="168"/>
                    </a:lnTo>
                    <a:lnTo>
                      <a:pt x="45" y="166"/>
                    </a:lnTo>
                    <a:lnTo>
                      <a:pt x="48" y="166"/>
                    </a:lnTo>
                    <a:lnTo>
                      <a:pt x="48" y="166"/>
                    </a:lnTo>
                    <a:lnTo>
                      <a:pt x="48" y="163"/>
                    </a:lnTo>
                    <a:lnTo>
                      <a:pt x="45" y="163"/>
                    </a:lnTo>
                    <a:lnTo>
                      <a:pt x="45" y="163"/>
                    </a:lnTo>
                    <a:lnTo>
                      <a:pt x="45" y="163"/>
                    </a:lnTo>
                    <a:lnTo>
                      <a:pt x="45" y="163"/>
                    </a:lnTo>
                    <a:lnTo>
                      <a:pt x="45" y="163"/>
                    </a:lnTo>
                    <a:lnTo>
                      <a:pt x="45" y="161"/>
                    </a:lnTo>
                    <a:lnTo>
                      <a:pt x="43" y="161"/>
                    </a:lnTo>
                    <a:lnTo>
                      <a:pt x="43" y="161"/>
                    </a:lnTo>
                    <a:lnTo>
                      <a:pt x="43" y="159"/>
                    </a:lnTo>
                    <a:lnTo>
                      <a:pt x="43" y="159"/>
                    </a:lnTo>
                    <a:lnTo>
                      <a:pt x="43" y="159"/>
                    </a:lnTo>
                    <a:lnTo>
                      <a:pt x="41" y="159"/>
                    </a:lnTo>
                    <a:lnTo>
                      <a:pt x="41" y="159"/>
                    </a:lnTo>
                    <a:lnTo>
                      <a:pt x="41" y="156"/>
                    </a:lnTo>
                    <a:lnTo>
                      <a:pt x="41" y="156"/>
                    </a:lnTo>
                    <a:lnTo>
                      <a:pt x="41" y="156"/>
                    </a:lnTo>
                    <a:lnTo>
                      <a:pt x="41" y="156"/>
                    </a:lnTo>
                    <a:lnTo>
                      <a:pt x="41" y="154"/>
                    </a:lnTo>
                    <a:lnTo>
                      <a:pt x="41" y="154"/>
                    </a:lnTo>
                    <a:lnTo>
                      <a:pt x="38" y="154"/>
                    </a:lnTo>
                    <a:lnTo>
                      <a:pt x="38" y="154"/>
                    </a:lnTo>
                    <a:lnTo>
                      <a:pt x="38" y="154"/>
                    </a:lnTo>
                    <a:lnTo>
                      <a:pt x="38" y="154"/>
                    </a:lnTo>
                    <a:lnTo>
                      <a:pt x="36" y="154"/>
                    </a:lnTo>
                    <a:lnTo>
                      <a:pt x="36" y="152"/>
                    </a:lnTo>
                    <a:lnTo>
                      <a:pt x="36" y="152"/>
                    </a:lnTo>
                    <a:lnTo>
                      <a:pt x="36" y="152"/>
                    </a:lnTo>
                    <a:lnTo>
                      <a:pt x="36" y="152"/>
                    </a:lnTo>
                    <a:lnTo>
                      <a:pt x="33" y="152"/>
                    </a:lnTo>
                    <a:lnTo>
                      <a:pt x="33" y="149"/>
                    </a:lnTo>
                    <a:lnTo>
                      <a:pt x="33" y="149"/>
                    </a:lnTo>
                    <a:lnTo>
                      <a:pt x="33" y="149"/>
                    </a:lnTo>
                    <a:lnTo>
                      <a:pt x="33" y="149"/>
                    </a:lnTo>
                    <a:lnTo>
                      <a:pt x="33" y="147"/>
                    </a:lnTo>
                    <a:lnTo>
                      <a:pt x="31" y="147"/>
                    </a:lnTo>
                    <a:lnTo>
                      <a:pt x="31" y="147"/>
                    </a:lnTo>
                    <a:lnTo>
                      <a:pt x="31" y="147"/>
                    </a:lnTo>
                    <a:lnTo>
                      <a:pt x="29" y="147"/>
                    </a:lnTo>
                    <a:lnTo>
                      <a:pt x="29" y="145"/>
                    </a:lnTo>
                    <a:lnTo>
                      <a:pt x="31" y="145"/>
                    </a:lnTo>
                    <a:lnTo>
                      <a:pt x="31" y="145"/>
                    </a:lnTo>
                    <a:lnTo>
                      <a:pt x="31" y="145"/>
                    </a:lnTo>
                    <a:lnTo>
                      <a:pt x="31" y="142"/>
                    </a:lnTo>
                    <a:lnTo>
                      <a:pt x="31" y="142"/>
                    </a:lnTo>
                    <a:lnTo>
                      <a:pt x="33" y="142"/>
                    </a:lnTo>
                    <a:lnTo>
                      <a:pt x="33" y="142"/>
                    </a:lnTo>
                    <a:lnTo>
                      <a:pt x="33" y="142"/>
                    </a:lnTo>
                    <a:lnTo>
                      <a:pt x="33" y="140"/>
                    </a:lnTo>
                    <a:lnTo>
                      <a:pt x="33" y="140"/>
                    </a:lnTo>
                    <a:lnTo>
                      <a:pt x="33" y="137"/>
                    </a:lnTo>
                    <a:lnTo>
                      <a:pt x="33" y="137"/>
                    </a:lnTo>
                    <a:lnTo>
                      <a:pt x="33" y="137"/>
                    </a:lnTo>
                    <a:lnTo>
                      <a:pt x="31" y="137"/>
                    </a:lnTo>
                    <a:lnTo>
                      <a:pt x="31" y="135"/>
                    </a:lnTo>
                    <a:lnTo>
                      <a:pt x="31" y="135"/>
                    </a:lnTo>
                    <a:lnTo>
                      <a:pt x="31" y="135"/>
                    </a:lnTo>
                    <a:lnTo>
                      <a:pt x="31" y="133"/>
                    </a:lnTo>
                    <a:lnTo>
                      <a:pt x="31" y="133"/>
                    </a:lnTo>
                    <a:lnTo>
                      <a:pt x="33" y="133"/>
                    </a:lnTo>
                    <a:lnTo>
                      <a:pt x="33" y="133"/>
                    </a:lnTo>
                    <a:lnTo>
                      <a:pt x="33" y="133"/>
                    </a:lnTo>
                    <a:lnTo>
                      <a:pt x="33" y="130"/>
                    </a:lnTo>
                    <a:lnTo>
                      <a:pt x="33" y="130"/>
                    </a:lnTo>
                    <a:lnTo>
                      <a:pt x="33" y="133"/>
                    </a:lnTo>
                    <a:lnTo>
                      <a:pt x="33" y="133"/>
                    </a:lnTo>
                    <a:lnTo>
                      <a:pt x="36" y="133"/>
                    </a:lnTo>
                    <a:lnTo>
                      <a:pt x="36" y="133"/>
                    </a:lnTo>
                    <a:lnTo>
                      <a:pt x="38" y="133"/>
                    </a:lnTo>
                    <a:lnTo>
                      <a:pt x="38" y="130"/>
                    </a:lnTo>
                    <a:lnTo>
                      <a:pt x="38" y="130"/>
                    </a:lnTo>
                    <a:lnTo>
                      <a:pt x="38" y="128"/>
                    </a:lnTo>
                    <a:lnTo>
                      <a:pt x="36" y="128"/>
                    </a:lnTo>
                    <a:lnTo>
                      <a:pt x="36" y="128"/>
                    </a:lnTo>
                    <a:lnTo>
                      <a:pt x="36" y="128"/>
                    </a:lnTo>
                    <a:lnTo>
                      <a:pt x="36" y="126"/>
                    </a:lnTo>
                    <a:lnTo>
                      <a:pt x="36" y="126"/>
                    </a:lnTo>
                    <a:lnTo>
                      <a:pt x="36" y="126"/>
                    </a:lnTo>
                    <a:lnTo>
                      <a:pt x="36" y="123"/>
                    </a:lnTo>
                    <a:lnTo>
                      <a:pt x="38" y="123"/>
                    </a:lnTo>
                    <a:lnTo>
                      <a:pt x="38" y="123"/>
                    </a:lnTo>
                    <a:lnTo>
                      <a:pt x="38" y="123"/>
                    </a:lnTo>
                    <a:lnTo>
                      <a:pt x="38" y="123"/>
                    </a:lnTo>
                    <a:lnTo>
                      <a:pt x="38" y="123"/>
                    </a:lnTo>
                    <a:lnTo>
                      <a:pt x="41" y="123"/>
                    </a:lnTo>
                    <a:lnTo>
                      <a:pt x="41" y="121"/>
                    </a:lnTo>
                    <a:lnTo>
                      <a:pt x="41" y="121"/>
                    </a:lnTo>
                    <a:lnTo>
                      <a:pt x="41" y="118"/>
                    </a:lnTo>
                    <a:lnTo>
                      <a:pt x="41" y="118"/>
                    </a:lnTo>
                    <a:lnTo>
                      <a:pt x="41" y="118"/>
                    </a:lnTo>
                    <a:lnTo>
                      <a:pt x="41" y="118"/>
                    </a:lnTo>
                    <a:lnTo>
                      <a:pt x="43" y="118"/>
                    </a:lnTo>
                    <a:lnTo>
                      <a:pt x="43" y="118"/>
                    </a:lnTo>
                    <a:lnTo>
                      <a:pt x="43" y="118"/>
                    </a:lnTo>
                    <a:lnTo>
                      <a:pt x="45" y="118"/>
                    </a:lnTo>
                    <a:lnTo>
                      <a:pt x="45" y="118"/>
                    </a:lnTo>
                    <a:lnTo>
                      <a:pt x="45" y="118"/>
                    </a:lnTo>
                    <a:lnTo>
                      <a:pt x="45" y="118"/>
                    </a:lnTo>
                    <a:lnTo>
                      <a:pt x="45" y="116"/>
                    </a:lnTo>
                    <a:lnTo>
                      <a:pt x="45" y="116"/>
                    </a:lnTo>
                    <a:lnTo>
                      <a:pt x="48" y="116"/>
                    </a:lnTo>
                    <a:lnTo>
                      <a:pt x="48" y="114"/>
                    </a:lnTo>
                    <a:lnTo>
                      <a:pt x="45" y="114"/>
                    </a:lnTo>
                    <a:lnTo>
                      <a:pt x="45" y="114"/>
                    </a:lnTo>
                    <a:lnTo>
                      <a:pt x="45" y="114"/>
                    </a:lnTo>
                    <a:lnTo>
                      <a:pt x="45" y="114"/>
                    </a:lnTo>
                    <a:lnTo>
                      <a:pt x="45" y="111"/>
                    </a:lnTo>
                    <a:lnTo>
                      <a:pt x="45" y="111"/>
                    </a:lnTo>
                    <a:lnTo>
                      <a:pt x="45" y="111"/>
                    </a:lnTo>
                    <a:lnTo>
                      <a:pt x="43" y="111"/>
                    </a:lnTo>
                    <a:lnTo>
                      <a:pt x="43" y="109"/>
                    </a:lnTo>
                    <a:lnTo>
                      <a:pt x="43" y="109"/>
                    </a:lnTo>
                    <a:lnTo>
                      <a:pt x="43" y="109"/>
                    </a:lnTo>
                    <a:lnTo>
                      <a:pt x="43" y="107"/>
                    </a:lnTo>
                    <a:lnTo>
                      <a:pt x="43" y="107"/>
                    </a:lnTo>
                    <a:lnTo>
                      <a:pt x="43" y="104"/>
                    </a:lnTo>
                    <a:lnTo>
                      <a:pt x="43" y="104"/>
                    </a:lnTo>
                    <a:lnTo>
                      <a:pt x="43" y="104"/>
                    </a:lnTo>
                    <a:lnTo>
                      <a:pt x="43" y="104"/>
                    </a:lnTo>
                    <a:lnTo>
                      <a:pt x="43" y="102"/>
                    </a:lnTo>
                    <a:lnTo>
                      <a:pt x="45" y="102"/>
                    </a:lnTo>
                    <a:lnTo>
                      <a:pt x="45" y="104"/>
                    </a:lnTo>
                    <a:lnTo>
                      <a:pt x="45" y="104"/>
                    </a:lnTo>
                    <a:lnTo>
                      <a:pt x="45" y="102"/>
                    </a:lnTo>
                    <a:lnTo>
                      <a:pt x="45" y="102"/>
                    </a:lnTo>
                    <a:lnTo>
                      <a:pt x="48" y="102"/>
                    </a:lnTo>
                    <a:lnTo>
                      <a:pt x="48" y="102"/>
                    </a:lnTo>
                    <a:lnTo>
                      <a:pt x="48" y="102"/>
                    </a:lnTo>
                    <a:lnTo>
                      <a:pt x="48" y="102"/>
                    </a:lnTo>
                    <a:lnTo>
                      <a:pt x="50" y="102"/>
                    </a:lnTo>
                    <a:lnTo>
                      <a:pt x="50" y="100"/>
                    </a:lnTo>
                    <a:lnTo>
                      <a:pt x="50" y="100"/>
                    </a:lnTo>
                    <a:lnTo>
                      <a:pt x="48" y="100"/>
                    </a:lnTo>
                    <a:lnTo>
                      <a:pt x="48" y="100"/>
                    </a:lnTo>
                    <a:lnTo>
                      <a:pt x="48" y="100"/>
                    </a:lnTo>
                    <a:lnTo>
                      <a:pt x="48" y="100"/>
                    </a:lnTo>
                    <a:lnTo>
                      <a:pt x="45" y="100"/>
                    </a:lnTo>
                    <a:lnTo>
                      <a:pt x="45" y="100"/>
                    </a:lnTo>
                    <a:lnTo>
                      <a:pt x="45" y="100"/>
                    </a:lnTo>
                    <a:lnTo>
                      <a:pt x="45" y="100"/>
                    </a:lnTo>
                    <a:lnTo>
                      <a:pt x="43" y="100"/>
                    </a:lnTo>
                    <a:lnTo>
                      <a:pt x="43" y="100"/>
                    </a:lnTo>
                    <a:lnTo>
                      <a:pt x="41" y="100"/>
                    </a:lnTo>
                    <a:lnTo>
                      <a:pt x="41" y="100"/>
                    </a:lnTo>
                    <a:lnTo>
                      <a:pt x="41" y="100"/>
                    </a:lnTo>
                    <a:lnTo>
                      <a:pt x="38" y="100"/>
                    </a:lnTo>
                    <a:lnTo>
                      <a:pt x="38" y="100"/>
                    </a:lnTo>
                    <a:lnTo>
                      <a:pt x="38" y="100"/>
                    </a:lnTo>
                    <a:lnTo>
                      <a:pt x="38" y="100"/>
                    </a:lnTo>
                    <a:lnTo>
                      <a:pt x="38" y="100"/>
                    </a:lnTo>
                    <a:lnTo>
                      <a:pt x="36" y="100"/>
                    </a:lnTo>
                    <a:lnTo>
                      <a:pt x="36" y="97"/>
                    </a:lnTo>
                    <a:lnTo>
                      <a:pt x="36" y="97"/>
                    </a:lnTo>
                    <a:lnTo>
                      <a:pt x="36" y="97"/>
                    </a:lnTo>
                    <a:lnTo>
                      <a:pt x="36" y="95"/>
                    </a:lnTo>
                    <a:lnTo>
                      <a:pt x="33" y="95"/>
                    </a:lnTo>
                    <a:lnTo>
                      <a:pt x="33" y="95"/>
                    </a:lnTo>
                    <a:lnTo>
                      <a:pt x="33" y="95"/>
                    </a:lnTo>
                    <a:lnTo>
                      <a:pt x="33" y="95"/>
                    </a:lnTo>
                    <a:lnTo>
                      <a:pt x="31" y="95"/>
                    </a:lnTo>
                    <a:lnTo>
                      <a:pt x="31" y="95"/>
                    </a:lnTo>
                    <a:lnTo>
                      <a:pt x="29" y="95"/>
                    </a:lnTo>
                    <a:lnTo>
                      <a:pt x="29" y="95"/>
                    </a:lnTo>
                    <a:lnTo>
                      <a:pt x="29" y="95"/>
                    </a:lnTo>
                    <a:lnTo>
                      <a:pt x="29" y="95"/>
                    </a:lnTo>
                    <a:lnTo>
                      <a:pt x="29" y="95"/>
                    </a:lnTo>
                    <a:lnTo>
                      <a:pt x="29" y="92"/>
                    </a:lnTo>
                    <a:lnTo>
                      <a:pt x="29" y="92"/>
                    </a:lnTo>
                    <a:lnTo>
                      <a:pt x="29" y="92"/>
                    </a:lnTo>
                    <a:lnTo>
                      <a:pt x="29" y="92"/>
                    </a:lnTo>
                    <a:lnTo>
                      <a:pt x="29" y="92"/>
                    </a:lnTo>
                    <a:lnTo>
                      <a:pt x="29" y="90"/>
                    </a:lnTo>
                    <a:lnTo>
                      <a:pt x="29" y="90"/>
                    </a:lnTo>
                    <a:lnTo>
                      <a:pt x="29" y="88"/>
                    </a:lnTo>
                    <a:lnTo>
                      <a:pt x="26" y="88"/>
                    </a:lnTo>
                    <a:lnTo>
                      <a:pt x="26" y="88"/>
                    </a:lnTo>
                    <a:lnTo>
                      <a:pt x="26" y="85"/>
                    </a:lnTo>
                    <a:lnTo>
                      <a:pt x="26" y="85"/>
                    </a:lnTo>
                    <a:lnTo>
                      <a:pt x="26" y="83"/>
                    </a:lnTo>
                    <a:lnTo>
                      <a:pt x="26" y="83"/>
                    </a:lnTo>
                    <a:lnTo>
                      <a:pt x="26" y="83"/>
                    </a:lnTo>
                    <a:lnTo>
                      <a:pt x="24" y="83"/>
                    </a:lnTo>
                    <a:lnTo>
                      <a:pt x="24" y="83"/>
                    </a:lnTo>
                    <a:lnTo>
                      <a:pt x="22" y="83"/>
                    </a:lnTo>
                    <a:lnTo>
                      <a:pt x="22" y="83"/>
                    </a:lnTo>
                    <a:lnTo>
                      <a:pt x="22" y="83"/>
                    </a:lnTo>
                    <a:lnTo>
                      <a:pt x="22" y="83"/>
                    </a:lnTo>
                    <a:lnTo>
                      <a:pt x="22" y="81"/>
                    </a:lnTo>
                    <a:lnTo>
                      <a:pt x="22" y="81"/>
                    </a:lnTo>
                    <a:lnTo>
                      <a:pt x="22" y="78"/>
                    </a:lnTo>
                    <a:lnTo>
                      <a:pt x="22" y="78"/>
                    </a:lnTo>
                    <a:lnTo>
                      <a:pt x="22" y="78"/>
                    </a:lnTo>
                    <a:lnTo>
                      <a:pt x="22" y="76"/>
                    </a:lnTo>
                    <a:lnTo>
                      <a:pt x="22" y="76"/>
                    </a:lnTo>
                    <a:lnTo>
                      <a:pt x="22" y="76"/>
                    </a:lnTo>
                    <a:lnTo>
                      <a:pt x="22" y="76"/>
                    </a:lnTo>
                    <a:lnTo>
                      <a:pt x="19" y="76"/>
                    </a:lnTo>
                    <a:lnTo>
                      <a:pt x="19" y="73"/>
                    </a:lnTo>
                    <a:lnTo>
                      <a:pt x="19" y="73"/>
                    </a:lnTo>
                    <a:lnTo>
                      <a:pt x="19" y="73"/>
                    </a:lnTo>
                    <a:lnTo>
                      <a:pt x="19" y="73"/>
                    </a:lnTo>
                    <a:lnTo>
                      <a:pt x="19" y="73"/>
                    </a:lnTo>
                    <a:lnTo>
                      <a:pt x="19" y="73"/>
                    </a:lnTo>
                    <a:lnTo>
                      <a:pt x="19" y="71"/>
                    </a:lnTo>
                    <a:lnTo>
                      <a:pt x="19" y="71"/>
                    </a:lnTo>
                    <a:lnTo>
                      <a:pt x="19" y="69"/>
                    </a:lnTo>
                    <a:lnTo>
                      <a:pt x="19" y="69"/>
                    </a:lnTo>
                    <a:lnTo>
                      <a:pt x="19" y="69"/>
                    </a:lnTo>
                    <a:lnTo>
                      <a:pt x="17" y="69"/>
                    </a:lnTo>
                    <a:lnTo>
                      <a:pt x="17" y="69"/>
                    </a:lnTo>
                    <a:lnTo>
                      <a:pt x="17" y="66"/>
                    </a:lnTo>
                    <a:lnTo>
                      <a:pt x="17" y="66"/>
                    </a:lnTo>
                    <a:lnTo>
                      <a:pt x="17" y="64"/>
                    </a:lnTo>
                    <a:lnTo>
                      <a:pt x="17" y="64"/>
                    </a:lnTo>
                    <a:lnTo>
                      <a:pt x="17" y="64"/>
                    </a:lnTo>
                    <a:lnTo>
                      <a:pt x="17" y="64"/>
                    </a:lnTo>
                    <a:lnTo>
                      <a:pt x="17" y="62"/>
                    </a:lnTo>
                    <a:lnTo>
                      <a:pt x="17" y="62"/>
                    </a:lnTo>
                    <a:lnTo>
                      <a:pt x="17" y="62"/>
                    </a:lnTo>
                    <a:lnTo>
                      <a:pt x="15" y="62"/>
                    </a:lnTo>
                    <a:lnTo>
                      <a:pt x="15" y="59"/>
                    </a:lnTo>
                    <a:lnTo>
                      <a:pt x="15" y="59"/>
                    </a:lnTo>
                    <a:lnTo>
                      <a:pt x="15" y="59"/>
                    </a:lnTo>
                    <a:lnTo>
                      <a:pt x="15" y="59"/>
                    </a:lnTo>
                    <a:lnTo>
                      <a:pt x="12" y="59"/>
                    </a:lnTo>
                    <a:lnTo>
                      <a:pt x="12" y="57"/>
                    </a:lnTo>
                    <a:lnTo>
                      <a:pt x="12" y="57"/>
                    </a:lnTo>
                    <a:lnTo>
                      <a:pt x="12" y="54"/>
                    </a:lnTo>
                    <a:lnTo>
                      <a:pt x="12" y="54"/>
                    </a:lnTo>
                    <a:lnTo>
                      <a:pt x="12" y="54"/>
                    </a:lnTo>
                    <a:lnTo>
                      <a:pt x="12" y="54"/>
                    </a:lnTo>
                    <a:lnTo>
                      <a:pt x="12" y="52"/>
                    </a:lnTo>
                    <a:lnTo>
                      <a:pt x="12" y="52"/>
                    </a:lnTo>
                    <a:lnTo>
                      <a:pt x="12" y="52"/>
                    </a:lnTo>
                    <a:lnTo>
                      <a:pt x="12" y="50"/>
                    </a:lnTo>
                    <a:lnTo>
                      <a:pt x="12" y="50"/>
                    </a:lnTo>
                    <a:lnTo>
                      <a:pt x="12" y="50"/>
                    </a:lnTo>
                    <a:lnTo>
                      <a:pt x="12" y="50"/>
                    </a:lnTo>
                    <a:lnTo>
                      <a:pt x="10" y="50"/>
                    </a:lnTo>
                    <a:lnTo>
                      <a:pt x="10" y="50"/>
                    </a:lnTo>
                    <a:lnTo>
                      <a:pt x="10" y="50"/>
                    </a:lnTo>
                    <a:lnTo>
                      <a:pt x="10" y="50"/>
                    </a:lnTo>
                    <a:lnTo>
                      <a:pt x="7" y="50"/>
                    </a:lnTo>
                    <a:lnTo>
                      <a:pt x="7" y="47"/>
                    </a:lnTo>
                    <a:lnTo>
                      <a:pt x="7" y="47"/>
                    </a:lnTo>
                    <a:lnTo>
                      <a:pt x="7" y="47"/>
                    </a:lnTo>
                    <a:lnTo>
                      <a:pt x="7" y="47"/>
                    </a:lnTo>
                    <a:lnTo>
                      <a:pt x="5" y="47"/>
                    </a:lnTo>
                    <a:lnTo>
                      <a:pt x="5" y="47"/>
                    </a:lnTo>
                    <a:lnTo>
                      <a:pt x="5" y="45"/>
                    </a:lnTo>
                    <a:lnTo>
                      <a:pt x="5" y="45"/>
                    </a:lnTo>
                    <a:lnTo>
                      <a:pt x="5" y="45"/>
                    </a:lnTo>
                    <a:lnTo>
                      <a:pt x="5" y="45"/>
                    </a:lnTo>
                    <a:lnTo>
                      <a:pt x="5" y="43"/>
                    </a:lnTo>
                    <a:lnTo>
                      <a:pt x="7" y="43"/>
                    </a:lnTo>
                    <a:lnTo>
                      <a:pt x="7" y="43"/>
                    </a:lnTo>
                    <a:lnTo>
                      <a:pt x="7" y="43"/>
                    </a:lnTo>
                    <a:lnTo>
                      <a:pt x="7" y="40"/>
                    </a:lnTo>
                    <a:lnTo>
                      <a:pt x="7" y="40"/>
                    </a:lnTo>
                    <a:lnTo>
                      <a:pt x="7" y="40"/>
                    </a:lnTo>
                    <a:lnTo>
                      <a:pt x="7" y="38"/>
                    </a:lnTo>
                    <a:lnTo>
                      <a:pt x="7" y="38"/>
                    </a:lnTo>
                    <a:lnTo>
                      <a:pt x="7" y="36"/>
                    </a:lnTo>
                    <a:lnTo>
                      <a:pt x="10" y="36"/>
                    </a:lnTo>
                    <a:lnTo>
                      <a:pt x="10" y="36"/>
                    </a:lnTo>
                    <a:lnTo>
                      <a:pt x="10" y="36"/>
                    </a:lnTo>
                    <a:lnTo>
                      <a:pt x="10" y="33"/>
                    </a:lnTo>
                    <a:lnTo>
                      <a:pt x="10" y="33"/>
                    </a:lnTo>
                    <a:lnTo>
                      <a:pt x="7" y="33"/>
                    </a:lnTo>
                    <a:lnTo>
                      <a:pt x="7" y="33"/>
                    </a:lnTo>
                    <a:lnTo>
                      <a:pt x="7" y="33"/>
                    </a:lnTo>
                    <a:lnTo>
                      <a:pt x="7" y="33"/>
                    </a:lnTo>
                    <a:lnTo>
                      <a:pt x="7" y="33"/>
                    </a:lnTo>
                    <a:lnTo>
                      <a:pt x="7" y="31"/>
                    </a:lnTo>
                    <a:lnTo>
                      <a:pt x="7" y="31"/>
                    </a:lnTo>
                    <a:lnTo>
                      <a:pt x="7" y="28"/>
                    </a:lnTo>
                    <a:lnTo>
                      <a:pt x="7" y="28"/>
                    </a:lnTo>
                    <a:lnTo>
                      <a:pt x="5" y="28"/>
                    </a:lnTo>
                    <a:lnTo>
                      <a:pt x="5" y="26"/>
                    </a:lnTo>
                    <a:lnTo>
                      <a:pt x="5" y="26"/>
                    </a:lnTo>
                    <a:lnTo>
                      <a:pt x="5" y="24"/>
                    </a:lnTo>
                    <a:lnTo>
                      <a:pt x="5" y="24"/>
                    </a:lnTo>
                    <a:lnTo>
                      <a:pt x="7" y="24"/>
                    </a:lnTo>
                    <a:lnTo>
                      <a:pt x="7" y="24"/>
                    </a:lnTo>
                    <a:lnTo>
                      <a:pt x="5" y="24"/>
                    </a:lnTo>
                    <a:lnTo>
                      <a:pt x="5" y="21"/>
                    </a:lnTo>
                    <a:lnTo>
                      <a:pt x="5" y="21"/>
                    </a:lnTo>
                    <a:lnTo>
                      <a:pt x="5" y="21"/>
                    </a:lnTo>
                    <a:lnTo>
                      <a:pt x="5" y="21"/>
                    </a:lnTo>
                    <a:lnTo>
                      <a:pt x="5" y="19"/>
                    </a:lnTo>
                    <a:lnTo>
                      <a:pt x="5" y="19"/>
                    </a:lnTo>
                    <a:lnTo>
                      <a:pt x="5" y="17"/>
                    </a:lnTo>
                    <a:lnTo>
                      <a:pt x="5" y="17"/>
                    </a:lnTo>
                    <a:lnTo>
                      <a:pt x="3" y="17"/>
                    </a:lnTo>
                    <a:lnTo>
                      <a:pt x="3" y="14"/>
                    </a:lnTo>
                    <a:lnTo>
                      <a:pt x="5" y="14"/>
                    </a:lnTo>
                    <a:lnTo>
                      <a:pt x="5" y="14"/>
                    </a:lnTo>
                    <a:lnTo>
                      <a:pt x="3" y="14"/>
                    </a:lnTo>
                    <a:lnTo>
                      <a:pt x="3" y="14"/>
                    </a:lnTo>
                    <a:lnTo>
                      <a:pt x="3" y="14"/>
                    </a:lnTo>
                    <a:lnTo>
                      <a:pt x="3" y="12"/>
                    </a:lnTo>
                    <a:lnTo>
                      <a:pt x="3" y="12"/>
                    </a:lnTo>
                    <a:lnTo>
                      <a:pt x="0" y="12"/>
                    </a:lnTo>
                    <a:lnTo>
                      <a:pt x="0" y="9"/>
                    </a:lnTo>
                    <a:lnTo>
                      <a:pt x="0" y="9"/>
                    </a:lnTo>
                    <a:lnTo>
                      <a:pt x="0" y="9"/>
                    </a:lnTo>
                    <a:lnTo>
                      <a:pt x="0" y="9"/>
                    </a:lnTo>
                    <a:lnTo>
                      <a:pt x="0" y="7"/>
                    </a:lnTo>
                    <a:lnTo>
                      <a:pt x="3" y="7"/>
                    </a:lnTo>
                    <a:lnTo>
                      <a:pt x="3" y="9"/>
                    </a:lnTo>
                    <a:lnTo>
                      <a:pt x="3" y="9"/>
                    </a:lnTo>
                    <a:lnTo>
                      <a:pt x="3" y="7"/>
                    </a:lnTo>
                    <a:lnTo>
                      <a:pt x="5" y="7"/>
                    </a:lnTo>
                    <a:lnTo>
                      <a:pt x="5" y="7"/>
                    </a:lnTo>
                    <a:lnTo>
                      <a:pt x="5" y="9"/>
                    </a:lnTo>
                    <a:lnTo>
                      <a:pt x="5" y="9"/>
                    </a:lnTo>
                    <a:lnTo>
                      <a:pt x="7" y="9"/>
                    </a:lnTo>
                    <a:lnTo>
                      <a:pt x="7" y="9"/>
                    </a:lnTo>
                    <a:lnTo>
                      <a:pt x="7" y="7"/>
                    </a:lnTo>
                    <a:lnTo>
                      <a:pt x="7" y="7"/>
                    </a:lnTo>
                    <a:lnTo>
                      <a:pt x="10" y="7"/>
                    </a:lnTo>
                    <a:lnTo>
                      <a:pt x="10" y="7"/>
                    </a:lnTo>
                    <a:lnTo>
                      <a:pt x="10" y="5"/>
                    </a:lnTo>
                    <a:lnTo>
                      <a:pt x="10" y="5"/>
                    </a:lnTo>
                    <a:lnTo>
                      <a:pt x="10" y="5"/>
                    </a:lnTo>
                    <a:lnTo>
                      <a:pt x="10" y="2"/>
                    </a:lnTo>
                    <a:lnTo>
                      <a:pt x="10" y="2"/>
                    </a:lnTo>
                    <a:lnTo>
                      <a:pt x="10" y="2"/>
                    </a:lnTo>
                    <a:lnTo>
                      <a:pt x="10" y="0"/>
                    </a:lnTo>
                    <a:lnTo>
                      <a:pt x="12" y="0"/>
                    </a:lnTo>
                    <a:lnTo>
                      <a:pt x="12" y="0"/>
                    </a:lnTo>
                    <a:lnTo>
                      <a:pt x="12" y="0"/>
                    </a:lnTo>
                    <a:lnTo>
                      <a:pt x="12" y="0"/>
                    </a:lnTo>
                    <a:lnTo>
                      <a:pt x="15" y="0"/>
                    </a:lnTo>
                    <a:lnTo>
                      <a:pt x="15" y="0"/>
                    </a:lnTo>
                    <a:lnTo>
                      <a:pt x="15" y="0"/>
                    </a:lnTo>
                    <a:lnTo>
                      <a:pt x="15" y="0"/>
                    </a:lnTo>
                    <a:lnTo>
                      <a:pt x="15" y="2"/>
                    </a:lnTo>
                    <a:lnTo>
                      <a:pt x="17" y="2"/>
                    </a:lnTo>
                    <a:lnTo>
                      <a:pt x="17" y="2"/>
                    </a:lnTo>
                    <a:lnTo>
                      <a:pt x="17" y="2"/>
                    </a:lnTo>
                    <a:lnTo>
                      <a:pt x="19" y="2"/>
                    </a:lnTo>
                    <a:lnTo>
                      <a:pt x="19" y="5"/>
                    </a:lnTo>
                    <a:lnTo>
                      <a:pt x="19" y="5"/>
                    </a:lnTo>
                    <a:lnTo>
                      <a:pt x="19" y="5"/>
                    </a:lnTo>
                    <a:lnTo>
                      <a:pt x="19" y="5"/>
                    </a:lnTo>
                    <a:lnTo>
                      <a:pt x="19" y="5"/>
                    </a:lnTo>
                    <a:lnTo>
                      <a:pt x="19" y="7"/>
                    </a:lnTo>
                    <a:lnTo>
                      <a:pt x="19" y="7"/>
                    </a:lnTo>
                    <a:lnTo>
                      <a:pt x="22" y="7"/>
                    </a:lnTo>
                    <a:lnTo>
                      <a:pt x="22" y="7"/>
                    </a:lnTo>
                    <a:lnTo>
                      <a:pt x="22" y="9"/>
                    </a:lnTo>
                    <a:lnTo>
                      <a:pt x="22" y="9"/>
                    </a:lnTo>
                    <a:lnTo>
                      <a:pt x="22" y="9"/>
                    </a:lnTo>
                    <a:lnTo>
                      <a:pt x="24" y="9"/>
                    </a:lnTo>
                    <a:lnTo>
                      <a:pt x="24" y="12"/>
                    </a:lnTo>
                    <a:lnTo>
                      <a:pt x="24" y="12"/>
                    </a:lnTo>
                    <a:lnTo>
                      <a:pt x="24" y="12"/>
                    </a:lnTo>
                    <a:lnTo>
                      <a:pt x="24" y="14"/>
                    </a:lnTo>
                    <a:lnTo>
                      <a:pt x="26" y="14"/>
                    </a:lnTo>
                    <a:lnTo>
                      <a:pt x="26" y="14"/>
                    </a:lnTo>
                    <a:lnTo>
                      <a:pt x="26" y="14"/>
                    </a:lnTo>
                    <a:lnTo>
                      <a:pt x="29" y="14"/>
                    </a:lnTo>
                    <a:lnTo>
                      <a:pt x="29" y="14"/>
                    </a:lnTo>
                    <a:lnTo>
                      <a:pt x="29" y="14"/>
                    </a:lnTo>
                    <a:lnTo>
                      <a:pt x="29" y="14"/>
                    </a:lnTo>
                    <a:lnTo>
                      <a:pt x="29" y="17"/>
                    </a:lnTo>
                    <a:lnTo>
                      <a:pt x="29" y="17"/>
                    </a:lnTo>
                    <a:lnTo>
                      <a:pt x="29" y="17"/>
                    </a:lnTo>
                    <a:lnTo>
                      <a:pt x="31" y="17"/>
                    </a:lnTo>
                    <a:lnTo>
                      <a:pt x="31" y="19"/>
                    </a:lnTo>
                    <a:lnTo>
                      <a:pt x="31" y="19"/>
                    </a:lnTo>
                    <a:lnTo>
                      <a:pt x="31" y="19"/>
                    </a:lnTo>
                    <a:lnTo>
                      <a:pt x="33" y="19"/>
                    </a:lnTo>
                    <a:lnTo>
                      <a:pt x="33" y="19"/>
                    </a:lnTo>
                    <a:lnTo>
                      <a:pt x="33" y="19"/>
                    </a:lnTo>
                    <a:lnTo>
                      <a:pt x="36" y="19"/>
                    </a:lnTo>
                    <a:lnTo>
                      <a:pt x="36" y="19"/>
                    </a:lnTo>
                    <a:lnTo>
                      <a:pt x="36" y="21"/>
                    </a:lnTo>
                    <a:lnTo>
                      <a:pt x="38" y="21"/>
                    </a:lnTo>
                    <a:lnTo>
                      <a:pt x="38" y="21"/>
                    </a:lnTo>
                    <a:lnTo>
                      <a:pt x="38" y="21"/>
                    </a:lnTo>
                    <a:lnTo>
                      <a:pt x="38" y="21"/>
                    </a:lnTo>
                    <a:lnTo>
                      <a:pt x="41" y="21"/>
                    </a:lnTo>
                    <a:lnTo>
                      <a:pt x="41" y="21"/>
                    </a:lnTo>
                    <a:lnTo>
                      <a:pt x="41" y="21"/>
                    </a:lnTo>
                    <a:lnTo>
                      <a:pt x="43" y="21"/>
                    </a:lnTo>
                    <a:lnTo>
                      <a:pt x="43" y="24"/>
                    </a:lnTo>
                    <a:lnTo>
                      <a:pt x="43" y="24"/>
                    </a:lnTo>
                    <a:lnTo>
                      <a:pt x="43" y="21"/>
                    </a:lnTo>
                    <a:lnTo>
                      <a:pt x="45" y="21"/>
                    </a:lnTo>
                    <a:lnTo>
                      <a:pt x="45" y="21"/>
                    </a:lnTo>
                    <a:lnTo>
                      <a:pt x="45" y="24"/>
                    </a:lnTo>
                    <a:lnTo>
                      <a:pt x="45" y="24"/>
                    </a:lnTo>
                    <a:lnTo>
                      <a:pt x="48" y="24"/>
                    </a:lnTo>
                    <a:lnTo>
                      <a:pt x="48" y="21"/>
                    </a:lnTo>
                    <a:lnTo>
                      <a:pt x="48" y="21"/>
                    </a:lnTo>
                    <a:lnTo>
                      <a:pt x="48" y="21"/>
                    </a:lnTo>
                    <a:lnTo>
                      <a:pt x="50" y="21"/>
                    </a:lnTo>
                    <a:lnTo>
                      <a:pt x="50" y="21"/>
                    </a:lnTo>
                    <a:lnTo>
                      <a:pt x="50" y="21"/>
                    </a:lnTo>
                    <a:lnTo>
                      <a:pt x="50" y="21"/>
                    </a:lnTo>
                    <a:lnTo>
                      <a:pt x="52" y="21"/>
                    </a:lnTo>
                    <a:lnTo>
                      <a:pt x="52" y="21"/>
                    </a:lnTo>
                    <a:lnTo>
                      <a:pt x="52" y="21"/>
                    </a:lnTo>
                    <a:lnTo>
                      <a:pt x="55" y="21"/>
                    </a:lnTo>
                    <a:lnTo>
                      <a:pt x="55" y="21"/>
                    </a:lnTo>
                    <a:lnTo>
                      <a:pt x="55" y="21"/>
                    </a:lnTo>
                    <a:lnTo>
                      <a:pt x="55" y="21"/>
                    </a:lnTo>
                    <a:lnTo>
                      <a:pt x="55" y="19"/>
                    </a:lnTo>
                    <a:lnTo>
                      <a:pt x="57" y="19"/>
                    </a:lnTo>
                    <a:lnTo>
                      <a:pt x="57" y="19"/>
                    </a:lnTo>
                    <a:lnTo>
                      <a:pt x="57" y="19"/>
                    </a:lnTo>
                    <a:lnTo>
                      <a:pt x="60" y="19"/>
                    </a:lnTo>
                    <a:lnTo>
                      <a:pt x="60" y="17"/>
                    </a:lnTo>
                    <a:lnTo>
                      <a:pt x="60" y="17"/>
                    </a:lnTo>
                    <a:lnTo>
                      <a:pt x="60" y="17"/>
                    </a:lnTo>
                    <a:lnTo>
                      <a:pt x="60" y="17"/>
                    </a:lnTo>
                    <a:lnTo>
                      <a:pt x="60" y="14"/>
                    </a:lnTo>
                    <a:lnTo>
                      <a:pt x="62" y="14"/>
                    </a:lnTo>
                    <a:lnTo>
                      <a:pt x="62" y="14"/>
                    </a:lnTo>
                    <a:lnTo>
                      <a:pt x="62" y="14"/>
                    </a:lnTo>
                    <a:lnTo>
                      <a:pt x="62" y="14"/>
                    </a:lnTo>
                    <a:lnTo>
                      <a:pt x="62" y="14"/>
                    </a:lnTo>
                    <a:lnTo>
                      <a:pt x="64" y="14"/>
                    </a:lnTo>
                    <a:lnTo>
                      <a:pt x="64" y="14"/>
                    </a:lnTo>
                    <a:lnTo>
                      <a:pt x="64" y="14"/>
                    </a:lnTo>
                    <a:lnTo>
                      <a:pt x="64" y="14"/>
                    </a:lnTo>
                    <a:lnTo>
                      <a:pt x="64" y="12"/>
                    </a:lnTo>
                    <a:lnTo>
                      <a:pt x="67" y="12"/>
                    </a:lnTo>
                    <a:lnTo>
                      <a:pt x="67" y="12"/>
                    </a:lnTo>
                    <a:lnTo>
                      <a:pt x="67" y="12"/>
                    </a:lnTo>
                    <a:lnTo>
                      <a:pt x="67" y="12"/>
                    </a:lnTo>
                    <a:lnTo>
                      <a:pt x="69" y="12"/>
                    </a:lnTo>
                    <a:lnTo>
                      <a:pt x="69" y="9"/>
                    </a:lnTo>
                    <a:lnTo>
                      <a:pt x="69" y="9"/>
                    </a:lnTo>
                    <a:lnTo>
                      <a:pt x="71" y="9"/>
                    </a:lnTo>
                    <a:lnTo>
                      <a:pt x="71" y="9"/>
                    </a:lnTo>
                    <a:lnTo>
                      <a:pt x="71" y="9"/>
                    </a:lnTo>
                    <a:lnTo>
                      <a:pt x="71" y="7"/>
                    </a:lnTo>
                    <a:lnTo>
                      <a:pt x="71" y="7"/>
                    </a:lnTo>
                    <a:lnTo>
                      <a:pt x="71" y="7"/>
                    </a:lnTo>
                    <a:lnTo>
                      <a:pt x="74" y="7"/>
                    </a:lnTo>
                    <a:lnTo>
                      <a:pt x="74" y="7"/>
                    </a:lnTo>
                    <a:lnTo>
                      <a:pt x="74" y="5"/>
                    </a:lnTo>
                    <a:lnTo>
                      <a:pt x="74" y="5"/>
                    </a:lnTo>
                    <a:lnTo>
                      <a:pt x="76" y="5"/>
                    </a:lnTo>
                    <a:lnTo>
                      <a:pt x="76" y="5"/>
                    </a:lnTo>
                    <a:lnTo>
                      <a:pt x="76" y="5"/>
                    </a:lnTo>
                    <a:lnTo>
                      <a:pt x="78" y="5"/>
                    </a:lnTo>
                    <a:lnTo>
                      <a:pt x="78" y="5"/>
                    </a:lnTo>
                    <a:lnTo>
                      <a:pt x="78" y="5"/>
                    </a:lnTo>
                    <a:lnTo>
                      <a:pt x="78" y="5"/>
                    </a:lnTo>
                    <a:lnTo>
                      <a:pt x="81" y="5"/>
                    </a:lnTo>
                    <a:lnTo>
                      <a:pt x="81" y="2"/>
                    </a:lnTo>
                    <a:lnTo>
                      <a:pt x="81" y="2"/>
                    </a:lnTo>
                    <a:lnTo>
                      <a:pt x="81" y="2"/>
                    </a:lnTo>
                    <a:lnTo>
                      <a:pt x="81" y="2"/>
                    </a:lnTo>
                    <a:lnTo>
                      <a:pt x="83" y="2"/>
                    </a:lnTo>
                    <a:lnTo>
                      <a:pt x="83" y="2"/>
                    </a:lnTo>
                    <a:lnTo>
                      <a:pt x="86" y="2"/>
                    </a:lnTo>
                    <a:lnTo>
                      <a:pt x="86" y="2"/>
                    </a:lnTo>
                    <a:lnTo>
                      <a:pt x="86" y="2"/>
                    </a:lnTo>
                    <a:lnTo>
                      <a:pt x="86" y="2"/>
                    </a:lnTo>
                    <a:lnTo>
                      <a:pt x="88" y="2"/>
                    </a:lnTo>
                    <a:lnTo>
                      <a:pt x="88" y="5"/>
                    </a:lnTo>
                    <a:lnTo>
                      <a:pt x="88" y="5"/>
                    </a:lnTo>
                    <a:lnTo>
                      <a:pt x="88" y="5"/>
                    </a:lnTo>
                    <a:lnTo>
                      <a:pt x="88" y="5"/>
                    </a:lnTo>
                    <a:lnTo>
                      <a:pt x="88" y="5"/>
                    </a:lnTo>
                    <a:lnTo>
                      <a:pt x="90" y="5"/>
                    </a:lnTo>
                    <a:lnTo>
                      <a:pt x="90" y="7"/>
                    </a:lnTo>
                    <a:lnTo>
                      <a:pt x="90" y="7"/>
                    </a:lnTo>
                    <a:lnTo>
                      <a:pt x="93" y="7"/>
                    </a:lnTo>
                    <a:lnTo>
                      <a:pt x="93" y="7"/>
                    </a:lnTo>
                    <a:lnTo>
                      <a:pt x="93" y="7"/>
                    </a:lnTo>
                    <a:lnTo>
                      <a:pt x="93" y="9"/>
                    </a:lnTo>
                    <a:lnTo>
                      <a:pt x="93" y="9"/>
                    </a:lnTo>
                    <a:lnTo>
                      <a:pt x="93" y="9"/>
                    </a:lnTo>
                    <a:lnTo>
                      <a:pt x="90" y="9"/>
                    </a:lnTo>
                    <a:lnTo>
                      <a:pt x="90" y="9"/>
                    </a:lnTo>
                    <a:lnTo>
                      <a:pt x="90" y="12"/>
                    </a:lnTo>
                    <a:lnTo>
                      <a:pt x="88" y="12"/>
                    </a:lnTo>
                    <a:lnTo>
                      <a:pt x="88" y="12"/>
                    </a:lnTo>
                    <a:lnTo>
                      <a:pt x="88" y="12"/>
                    </a:lnTo>
                    <a:lnTo>
                      <a:pt x="88" y="14"/>
                    </a:lnTo>
                    <a:lnTo>
                      <a:pt x="88" y="14"/>
                    </a:lnTo>
                    <a:lnTo>
                      <a:pt x="88" y="14"/>
                    </a:lnTo>
                    <a:lnTo>
                      <a:pt x="90" y="14"/>
                    </a:lnTo>
                    <a:lnTo>
                      <a:pt x="90" y="14"/>
                    </a:lnTo>
                    <a:lnTo>
                      <a:pt x="90" y="14"/>
                    </a:lnTo>
                    <a:lnTo>
                      <a:pt x="93" y="14"/>
                    </a:lnTo>
                    <a:lnTo>
                      <a:pt x="93" y="17"/>
                    </a:lnTo>
                    <a:lnTo>
                      <a:pt x="93" y="17"/>
                    </a:lnTo>
                    <a:lnTo>
                      <a:pt x="93" y="17"/>
                    </a:lnTo>
                    <a:lnTo>
                      <a:pt x="93" y="17"/>
                    </a:lnTo>
                    <a:lnTo>
                      <a:pt x="93" y="19"/>
                    </a:lnTo>
                    <a:lnTo>
                      <a:pt x="93" y="19"/>
                    </a:lnTo>
                    <a:lnTo>
                      <a:pt x="93" y="19"/>
                    </a:lnTo>
                    <a:lnTo>
                      <a:pt x="93" y="19"/>
                    </a:lnTo>
                    <a:lnTo>
                      <a:pt x="90" y="19"/>
                    </a:lnTo>
                    <a:lnTo>
                      <a:pt x="90" y="19"/>
                    </a:lnTo>
                    <a:lnTo>
                      <a:pt x="88" y="19"/>
                    </a:lnTo>
                    <a:lnTo>
                      <a:pt x="88" y="19"/>
                    </a:lnTo>
                    <a:lnTo>
                      <a:pt x="88" y="19"/>
                    </a:lnTo>
                    <a:lnTo>
                      <a:pt x="88" y="21"/>
                    </a:lnTo>
                    <a:lnTo>
                      <a:pt x="86" y="21"/>
                    </a:lnTo>
                    <a:lnTo>
                      <a:pt x="86" y="21"/>
                    </a:lnTo>
                    <a:lnTo>
                      <a:pt x="86" y="21"/>
                    </a:lnTo>
                    <a:lnTo>
                      <a:pt x="86" y="24"/>
                    </a:lnTo>
                    <a:lnTo>
                      <a:pt x="86" y="24"/>
                    </a:lnTo>
                    <a:lnTo>
                      <a:pt x="86" y="24"/>
                    </a:lnTo>
                    <a:lnTo>
                      <a:pt x="88" y="24"/>
                    </a:lnTo>
                    <a:lnTo>
                      <a:pt x="88" y="24"/>
                    </a:lnTo>
                    <a:lnTo>
                      <a:pt x="88" y="24"/>
                    </a:lnTo>
                    <a:lnTo>
                      <a:pt x="88" y="24"/>
                    </a:lnTo>
                    <a:lnTo>
                      <a:pt x="90" y="24"/>
                    </a:lnTo>
                    <a:lnTo>
                      <a:pt x="90" y="24"/>
                    </a:lnTo>
                    <a:lnTo>
                      <a:pt x="90" y="26"/>
                    </a:lnTo>
                    <a:lnTo>
                      <a:pt x="90" y="26"/>
                    </a:lnTo>
                    <a:lnTo>
                      <a:pt x="93" y="26"/>
                    </a:lnTo>
                    <a:lnTo>
                      <a:pt x="93" y="28"/>
                    </a:lnTo>
                    <a:lnTo>
                      <a:pt x="93" y="28"/>
                    </a:lnTo>
                    <a:lnTo>
                      <a:pt x="93" y="28"/>
                    </a:lnTo>
                    <a:lnTo>
                      <a:pt x="93" y="28"/>
                    </a:lnTo>
                    <a:lnTo>
                      <a:pt x="95" y="28"/>
                    </a:lnTo>
                    <a:lnTo>
                      <a:pt x="95" y="28"/>
                    </a:lnTo>
                    <a:lnTo>
                      <a:pt x="95" y="28"/>
                    </a:lnTo>
                    <a:lnTo>
                      <a:pt x="95" y="28"/>
                    </a:lnTo>
                    <a:lnTo>
                      <a:pt x="95" y="31"/>
                    </a:lnTo>
                    <a:lnTo>
                      <a:pt x="95" y="31"/>
                    </a:lnTo>
                    <a:lnTo>
                      <a:pt x="95" y="31"/>
                    </a:lnTo>
                    <a:lnTo>
                      <a:pt x="97" y="31"/>
                    </a:lnTo>
                    <a:lnTo>
                      <a:pt x="97" y="31"/>
                    </a:lnTo>
                    <a:lnTo>
                      <a:pt x="97" y="33"/>
                    </a:lnTo>
                    <a:lnTo>
                      <a:pt x="97" y="33"/>
                    </a:lnTo>
                    <a:lnTo>
                      <a:pt x="100" y="33"/>
                    </a:lnTo>
                    <a:lnTo>
                      <a:pt x="100" y="33"/>
                    </a:lnTo>
                    <a:lnTo>
                      <a:pt x="100" y="33"/>
                    </a:lnTo>
                    <a:lnTo>
                      <a:pt x="102" y="33"/>
                    </a:lnTo>
                    <a:lnTo>
                      <a:pt x="102" y="33"/>
                    </a:lnTo>
                    <a:lnTo>
                      <a:pt x="102" y="33"/>
                    </a:lnTo>
                    <a:lnTo>
                      <a:pt x="105" y="33"/>
                    </a:lnTo>
                    <a:lnTo>
                      <a:pt x="105" y="33"/>
                    </a:lnTo>
                    <a:lnTo>
                      <a:pt x="105" y="33"/>
                    </a:lnTo>
                    <a:lnTo>
                      <a:pt x="105" y="33"/>
                    </a:lnTo>
                    <a:lnTo>
                      <a:pt x="105" y="33"/>
                    </a:lnTo>
                    <a:lnTo>
                      <a:pt x="105" y="33"/>
                    </a:lnTo>
                    <a:lnTo>
                      <a:pt x="105" y="36"/>
                    </a:lnTo>
                    <a:lnTo>
                      <a:pt x="105" y="36"/>
                    </a:lnTo>
                    <a:lnTo>
                      <a:pt x="105" y="38"/>
                    </a:lnTo>
                    <a:lnTo>
                      <a:pt x="105" y="38"/>
                    </a:lnTo>
                    <a:lnTo>
                      <a:pt x="105" y="38"/>
                    </a:lnTo>
                    <a:lnTo>
                      <a:pt x="105" y="40"/>
                    </a:lnTo>
                    <a:lnTo>
                      <a:pt x="105" y="40"/>
                    </a:lnTo>
                    <a:lnTo>
                      <a:pt x="105" y="43"/>
                    </a:lnTo>
                    <a:lnTo>
                      <a:pt x="105" y="43"/>
                    </a:lnTo>
                    <a:lnTo>
                      <a:pt x="107" y="43"/>
                    </a:lnTo>
                    <a:lnTo>
                      <a:pt x="107" y="45"/>
                    </a:lnTo>
                    <a:lnTo>
                      <a:pt x="107" y="45"/>
                    </a:lnTo>
                    <a:lnTo>
                      <a:pt x="107" y="45"/>
                    </a:lnTo>
                    <a:lnTo>
                      <a:pt x="107" y="47"/>
                    </a:lnTo>
                    <a:lnTo>
                      <a:pt x="107" y="47"/>
                    </a:lnTo>
                    <a:lnTo>
                      <a:pt x="107" y="47"/>
                    </a:lnTo>
                    <a:lnTo>
                      <a:pt x="107" y="50"/>
                    </a:lnTo>
                    <a:lnTo>
                      <a:pt x="107" y="50"/>
                    </a:lnTo>
                    <a:lnTo>
                      <a:pt x="107" y="50"/>
                    </a:lnTo>
                    <a:lnTo>
                      <a:pt x="107" y="52"/>
                    </a:lnTo>
                    <a:lnTo>
                      <a:pt x="109" y="52"/>
                    </a:lnTo>
                    <a:lnTo>
                      <a:pt x="109" y="52"/>
                    </a:lnTo>
                    <a:lnTo>
                      <a:pt x="109" y="52"/>
                    </a:lnTo>
                    <a:lnTo>
                      <a:pt x="109" y="54"/>
                    </a:lnTo>
                    <a:lnTo>
                      <a:pt x="112" y="54"/>
                    </a:lnTo>
                    <a:lnTo>
                      <a:pt x="112" y="54"/>
                    </a:lnTo>
                    <a:lnTo>
                      <a:pt x="112" y="54"/>
                    </a:lnTo>
                    <a:lnTo>
                      <a:pt x="112" y="54"/>
                    </a:lnTo>
                    <a:lnTo>
                      <a:pt x="114" y="54"/>
                    </a:lnTo>
                    <a:lnTo>
                      <a:pt x="114" y="54"/>
                    </a:lnTo>
                    <a:lnTo>
                      <a:pt x="114" y="54"/>
                    </a:lnTo>
                    <a:lnTo>
                      <a:pt x="114" y="54"/>
                    </a:lnTo>
                    <a:lnTo>
                      <a:pt x="116" y="54"/>
                    </a:lnTo>
                    <a:lnTo>
                      <a:pt x="116" y="57"/>
                    </a:lnTo>
                    <a:lnTo>
                      <a:pt x="116" y="57"/>
                    </a:lnTo>
                    <a:lnTo>
                      <a:pt x="119" y="57"/>
                    </a:lnTo>
                    <a:lnTo>
                      <a:pt x="119" y="57"/>
                    </a:lnTo>
                    <a:lnTo>
                      <a:pt x="119" y="57"/>
                    </a:lnTo>
                    <a:lnTo>
                      <a:pt x="121" y="57"/>
                    </a:lnTo>
                    <a:lnTo>
                      <a:pt x="121" y="57"/>
                    </a:lnTo>
                    <a:lnTo>
                      <a:pt x="121" y="57"/>
                    </a:lnTo>
                    <a:lnTo>
                      <a:pt x="121" y="57"/>
                    </a:lnTo>
                    <a:lnTo>
                      <a:pt x="123" y="57"/>
                    </a:lnTo>
                    <a:lnTo>
                      <a:pt x="123" y="57"/>
                    </a:lnTo>
                    <a:lnTo>
                      <a:pt x="126" y="57"/>
                    </a:lnTo>
                    <a:lnTo>
                      <a:pt x="126" y="57"/>
                    </a:lnTo>
                    <a:lnTo>
                      <a:pt x="126" y="57"/>
                    </a:lnTo>
                    <a:lnTo>
                      <a:pt x="126" y="57"/>
                    </a:lnTo>
                    <a:lnTo>
                      <a:pt x="128" y="57"/>
                    </a:lnTo>
                    <a:lnTo>
                      <a:pt x="128" y="57"/>
                    </a:lnTo>
                    <a:lnTo>
                      <a:pt x="128" y="57"/>
                    </a:lnTo>
                    <a:lnTo>
                      <a:pt x="128" y="59"/>
                    </a:lnTo>
                    <a:lnTo>
                      <a:pt x="128" y="59"/>
                    </a:lnTo>
                    <a:lnTo>
                      <a:pt x="131" y="59"/>
                    </a:lnTo>
                    <a:lnTo>
                      <a:pt x="131" y="59"/>
                    </a:lnTo>
                    <a:lnTo>
                      <a:pt x="133" y="59"/>
                    </a:lnTo>
                    <a:lnTo>
                      <a:pt x="133" y="59"/>
                    </a:lnTo>
                    <a:lnTo>
                      <a:pt x="133" y="59"/>
                    </a:lnTo>
                    <a:lnTo>
                      <a:pt x="133" y="59"/>
                    </a:lnTo>
                    <a:lnTo>
                      <a:pt x="133" y="62"/>
                    </a:lnTo>
                    <a:lnTo>
                      <a:pt x="133" y="62"/>
                    </a:lnTo>
                    <a:lnTo>
                      <a:pt x="135" y="62"/>
                    </a:lnTo>
                    <a:lnTo>
                      <a:pt x="135" y="64"/>
                    </a:lnTo>
                    <a:lnTo>
                      <a:pt x="135" y="64"/>
                    </a:lnTo>
                    <a:lnTo>
                      <a:pt x="135" y="64"/>
                    </a:lnTo>
                    <a:lnTo>
                      <a:pt x="135" y="64"/>
                    </a:lnTo>
                    <a:lnTo>
                      <a:pt x="135" y="64"/>
                    </a:lnTo>
                    <a:lnTo>
                      <a:pt x="135" y="66"/>
                    </a:lnTo>
                    <a:lnTo>
                      <a:pt x="138" y="66"/>
                    </a:lnTo>
                    <a:lnTo>
                      <a:pt x="138" y="66"/>
                    </a:lnTo>
                    <a:lnTo>
                      <a:pt x="138" y="66"/>
                    </a:lnTo>
                    <a:lnTo>
                      <a:pt x="140" y="66"/>
                    </a:lnTo>
                    <a:lnTo>
                      <a:pt x="140" y="69"/>
                    </a:lnTo>
                    <a:lnTo>
                      <a:pt x="140" y="69"/>
                    </a:lnTo>
                    <a:lnTo>
                      <a:pt x="140" y="69"/>
                    </a:lnTo>
                    <a:lnTo>
                      <a:pt x="140" y="69"/>
                    </a:lnTo>
                    <a:lnTo>
                      <a:pt x="142" y="69"/>
                    </a:lnTo>
                    <a:lnTo>
                      <a:pt x="142" y="69"/>
                    </a:lnTo>
                    <a:lnTo>
                      <a:pt x="142" y="71"/>
                    </a:lnTo>
                    <a:lnTo>
                      <a:pt x="145" y="71"/>
                    </a:lnTo>
                    <a:lnTo>
                      <a:pt x="145" y="71"/>
                    </a:lnTo>
                    <a:lnTo>
                      <a:pt x="145" y="71"/>
                    </a:lnTo>
                    <a:lnTo>
                      <a:pt x="145" y="71"/>
                    </a:lnTo>
                    <a:lnTo>
                      <a:pt x="145" y="73"/>
                    </a:lnTo>
                    <a:lnTo>
                      <a:pt x="147" y="73"/>
                    </a:lnTo>
                    <a:lnTo>
                      <a:pt x="147" y="73"/>
                    </a:lnTo>
                    <a:lnTo>
                      <a:pt x="147" y="73"/>
                    </a:lnTo>
                    <a:lnTo>
                      <a:pt x="147" y="73"/>
                    </a:lnTo>
                    <a:lnTo>
                      <a:pt x="149" y="73"/>
                    </a:lnTo>
                    <a:lnTo>
                      <a:pt x="149" y="73"/>
                    </a:lnTo>
                    <a:lnTo>
                      <a:pt x="149" y="73"/>
                    </a:lnTo>
                    <a:lnTo>
                      <a:pt x="152" y="73"/>
                    </a:lnTo>
                    <a:lnTo>
                      <a:pt x="152" y="73"/>
                    </a:lnTo>
                    <a:lnTo>
                      <a:pt x="152" y="76"/>
                    </a:lnTo>
                    <a:lnTo>
                      <a:pt x="152" y="76"/>
                    </a:lnTo>
                    <a:lnTo>
                      <a:pt x="154" y="76"/>
                    </a:lnTo>
                    <a:lnTo>
                      <a:pt x="154" y="76"/>
                    </a:lnTo>
                    <a:lnTo>
                      <a:pt x="154" y="76"/>
                    </a:lnTo>
                    <a:lnTo>
                      <a:pt x="154" y="76"/>
                    </a:lnTo>
                    <a:lnTo>
                      <a:pt x="157" y="76"/>
                    </a:lnTo>
                    <a:lnTo>
                      <a:pt x="157" y="76"/>
                    </a:lnTo>
                    <a:lnTo>
                      <a:pt x="159" y="76"/>
                    </a:lnTo>
                    <a:lnTo>
                      <a:pt x="159" y="76"/>
                    </a:lnTo>
                    <a:lnTo>
                      <a:pt x="159" y="76"/>
                    </a:lnTo>
                    <a:lnTo>
                      <a:pt x="161" y="76"/>
                    </a:lnTo>
                    <a:lnTo>
                      <a:pt x="161" y="78"/>
                    </a:lnTo>
                    <a:lnTo>
                      <a:pt x="161" y="78"/>
                    </a:lnTo>
                    <a:lnTo>
                      <a:pt x="161" y="78"/>
                    </a:lnTo>
                    <a:lnTo>
                      <a:pt x="164" y="78"/>
                    </a:lnTo>
                    <a:lnTo>
                      <a:pt x="164" y="78"/>
                    </a:lnTo>
                    <a:lnTo>
                      <a:pt x="164" y="78"/>
                    </a:lnTo>
                    <a:lnTo>
                      <a:pt x="166" y="78"/>
                    </a:lnTo>
                    <a:lnTo>
                      <a:pt x="166" y="78"/>
                    </a:lnTo>
                    <a:lnTo>
                      <a:pt x="166" y="78"/>
                    </a:lnTo>
                    <a:lnTo>
                      <a:pt x="168" y="78"/>
                    </a:lnTo>
                    <a:lnTo>
                      <a:pt x="168" y="81"/>
                    </a:lnTo>
                    <a:lnTo>
                      <a:pt x="168" y="81"/>
                    </a:lnTo>
                    <a:lnTo>
                      <a:pt x="168" y="81"/>
                    </a:lnTo>
                    <a:lnTo>
                      <a:pt x="171" y="81"/>
                    </a:lnTo>
                    <a:lnTo>
                      <a:pt x="171" y="81"/>
                    </a:lnTo>
                    <a:lnTo>
                      <a:pt x="171" y="78"/>
                    </a:lnTo>
                    <a:lnTo>
                      <a:pt x="173" y="78"/>
                    </a:lnTo>
                    <a:lnTo>
                      <a:pt x="173" y="78"/>
                    </a:lnTo>
                    <a:lnTo>
                      <a:pt x="173" y="78"/>
                    </a:lnTo>
                    <a:lnTo>
                      <a:pt x="176" y="78"/>
                    </a:lnTo>
                    <a:lnTo>
                      <a:pt x="176" y="78"/>
                    </a:lnTo>
                    <a:lnTo>
                      <a:pt x="176" y="78"/>
                    </a:lnTo>
                    <a:lnTo>
                      <a:pt x="178" y="78"/>
                    </a:lnTo>
                    <a:lnTo>
                      <a:pt x="178" y="78"/>
                    </a:lnTo>
                    <a:lnTo>
                      <a:pt x="178" y="78"/>
                    </a:lnTo>
                    <a:lnTo>
                      <a:pt x="180" y="78"/>
                    </a:lnTo>
                    <a:lnTo>
                      <a:pt x="180" y="76"/>
                    </a:lnTo>
                    <a:lnTo>
                      <a:pt x="180" y="76"/>
                    </a:lnTo>
                    <a:lnTo>
                      <a:pt x="180" y="76"/>
                    </a:lnTo>
                    <a:lnTo>
                      <a:pt x="183" y="76"/>
                    </a:lnTo>
                    <a:lnTo>
                      <a:pt x="183" y="76"/>
                    </a:lnTo>
                    <a:lnTo>
                      <a:pt x="185" y="76"/>
                    </a:lnTo>
                    <a:lnTo>
                      <a:pt x="185" y="76"/>
                    </a:lnTo>
                    <a:lnTo>
                      <a:pt x="185" y="76"/>
                    </a:lnTo>
                    <a:lnTo>
                      <a:pt x="185" y="76"/>
                    </a:lnTo>
                    <a:lnTo>
                      <a:pt x="187" y="76"/>
                    </a:lnTo>
                    <a:lnTo>
                      <a:pt x="187" y="76"/>
                    </a:lnTo>
                    <a:lnTo>
                      <a:pt x="187" y="76"/>
                    </a:lnTo>
                    <a:lnTo>
                      <a:pt x="190" y="76"/>
                    </a:lnTo>
                    <a:lnTo>
                      <a:pt x="190" y="73"/>
                    </a:lnTo>
                    <a:lnTo>
                      <a:pt x="190" y="73"/>
                    </a:lnTo>
                    <a:lnTo>
                      <a:pt x="192" y="73"/>
                    </a:lnTo>
                    <a:lnTo>
                      <a:pt x="192" y="73"/>
                    </a:lnTo>
                    <a:lnTo>
                      <a:pt x="192" y="73"/>
                    </a:lnTo>
                    <a:lnTo>
                      <a:pt x="192" y="73"/>
                    </a:lnTo>
                    <a:lnTo>
                      <a:pt x="194" y="73"/>
                    </a:lnTo>
                    <a:lnTo>
                      <a:pt x="194" y="73"/>
                    </a:lnTo>
                    <a:lnTo>
                      <a:pt x="194" y="73"/>
                    </a:lnTo>
                    <a:lnTo>
                      <a:pt x="197" y="73"/>
                    </a:lnTo>
                    <a:lnTo>
                      <a:pt x="197" y="73"/>
                    </a:lnTo>
                    <a:lnTo>
                      <a:pt x="197" y="73"/>
                    </a:lnTo>
                    <a:lnTo>
                      <a:pt x="199" y="73"/>
                    </a:lnTo>
                    <a:lnTo>
                      <a:pt x="199" y="73"/>
                    </a:lnTo>
                    <a:lnTo>
                      <a:pt x="199" y="73"/>
                    </a:lnTo>
                    <a:lnTo>
                      <a:pt x="202" y="73"/>
                    </a:lnTo>
                    <a:lnTo>
                      <a:pt x="202" y="73"/>
                    </a:lnTo>
                    <a:lnTo>
                      <a:pt x="202" y="73"/>
                    </a:lnTo>
                    <a:lnTo>
                      <a:pt x="204" y="73"/>
                    </a:lnTo>
                    <a:lnTo>
                      <a:pt x="204" y="71"/>
                    </a:lnTo>
                    <a:lnTo>
                      <a:pt x="204" y="71"/>
                    </a:lnTo>
                    <a:lnTo>
                      <a:pt x="206" y="71"/>
                    </a:lnTo>
                    <a:lnTo>
                      <a:pt x="206" y="71"/>
                    </a:lnTo>
                    <a:lnTo>
                      <a:pt x="206" y="71"/>
                    </a:lnTo>
                    <a:lnTo>
                      <a:pt x="209" y="71"/>
                    </a:lnTo>
                    <a:lnTo>
                      <a:pt x="209" y="71"/>
                    </a:lnTo>
                    <a:lnTo>
                      <a:pt x="211" y="71"/>
                    </a:lnTo>
                    <a:lnTo>
                      <a:pt x="211" y="71"/>
                    </a:lnTo>
                    <a:lnTo>
                      <a:pt x="211" y="71"/>
                    </a:lnTo>
                    <a:lnTo>
                      <a:pt x="213" y="71"/>
                    </a:lnTo>
                    <a:lnTo>
                      <a:pt x="213" y="71"/>
                    </a:lnTo>
                    <a:lnTo>
                      <a:pt x="213" y="71"/>
                    </a:lnTo>
                    <a:lnTo>
                      <a:pt x="213" y="69"/>
                    </a:lnTo>
                    <a:lnTo>
                      <a:pt x="213" y="69"/>
                    </a:lnTo>
                    <a:lnTo>
                      <a:pt x="213" y="66"/>
                    </a:lnTo>
                    <a:lnTo>
                      <a:pt x="213" y="66"/>
                    </a:lnTo>
                    <a:lnTo>
                      <a:pt x="213" y="66"/>
                    </a:lnTo>
                    <a:lnTo>
                      <a:pt x="213" y="64"/>
                    </a:lnTo>
                    <a:lnTo>
                      <a:pt x="213" y="64"/>
                    </a:lnTo>
                    <a:lnTo>
                      <a:pt x="213" y="64"/>
                    </a:lnTo>
                    <a:lnTo>
                      <a:pt x="211" y="64"/>
                    </a:lnTo>
                    <a:lnTo>
                      <a:pt x="211" y="62"/>
                    </a:lnTo>
                    <a:lnTo>
                      <a:pt x="211" y="62"/>
                    </a:lnTo>
                    <a:lnTo>
                      <a:pt x="213" y="62"/>
                    </a:lnTo>
                    <a:lnTo>
                      <a:pt x="213" y="62"/>
                    </a:lnTo>
                    <a:lnTo>
                      <a:pt x="213" y="62"/>
                    </a:lnTo>
                    <a:lnTo>
                      <a:pt x="216" y="62"/>
                    </a:lnTo>
                    <a:lnTo>
                      <a:pt x="216" y="62"/>
                    </a:lnTo>
                    <a:lnTo>
                      <a:pt x="218" y="62"/>
                    </a:lnTo>
                    <a:lnTo>
                      <a:pt x="218" y="62"/>
                    </a:lnTo>
                    <a:lnTo>
                      <a:pt x="218" y="62"/>
                    </a:lnTo>
                    <a:lnTo>
                      <a:pt x="218" y="62"/>
                    </a:lnTo>
                    <a:lnTo>
                      <a:pt x="220" y="62"/>
                    </a:lnTo>
                    <a:lnTo>
                      <a:pt x="220" y="62"/>
                    </a:lnTo>
                    <a:lnTo>
                      <a:pt x="220" y="62"/>
                    </a:lnTo>
                    <a:lnTo>
                      <a:pt x="220" y="62"/>
                    </a:lnTo>
                    <a:lnTo>
                      <a:pt x="223" y="62"/>
                    </a:lnTo>
                    <a:lnTo>
                      <a:pt x="223" y="59"/>
                    </a:lnTo>
                    <a:lnTo>
                      <a:pt x="223" y="59"/>
                    </a:lnTo>
                    <a:lnTo>
                      <a:pt x="225" y="59"/>
                    </a:lnTo>
                    <a:lnTo>
                      <a:pt x="225" y="59"/>
                    </a:lnTo>
                    <a:lnTo>
                      <a:pt x="225" y="59"/>
                    </a:lnTo>
                    <a:lnTo>
                      <a:pt x="225" y="59"/>
                    </a:lnTo>
                    <a:lnTo>
                      <a:pt x="225" y="57"/>
                    </a:lnTo>
                    <a:lnTo>
                      <a:pt x="228" y="57"/>
                    </a:lnTo>
                    <a:lnTo>
                      <a:pt x="228" y="57"/>
                    </a:lnTo>
                    <a:lnTo>
                      <a:pt x="228" y="59"/>
                    </a:lnTo>
                    <a:lnTo>
                      <a:pt x="228" y="59"/>
                    </a:lnTo>
                    <a:lnTo>
                      <a:pt x="228" y="57"/>
                    </a:lnTo>
                    <a:lnTo>
                      <a:pt x="230" y="57"/>
                    </a:lnTo>
                    <a:lnTo>
                      <a:pt x="230" y="57"/>
                    </a:lnTo>
                    <a:lnTo>
                      <a:pt x="230" y="57"/>
                    </a:lnTo>
                    <a:lnTo>
                      <a:pt x="232" y="57"/>
                    </a:lnTo>
                    <a:lnTo>
                      <a:pt x="232" y="54"/>
                    </a:lnTo>
                    <a:lnTo>
                      <a:pt x="232" y="54"/>
                    </a:lnTo>
                    <a:lnTo>
                      <a:pt x="232" y="54"/>
                    </a:lnTo>
                    <a:lnTo>
                      <a:pt x="232" y="52"/>
                    </a:lnTo>
                    <a:lnTo>
                      <a:pt x="232" y="52"/>
                    </a:lnTo>
                    <a:lnTo>
                      <a:pt x="232" y="52"/>
                    </a:lnTo>
                    <a:lnTo>
                      <a:pt x="232" y="50"/>
                    </a:lnTo>
                    <a:lnTo>
                      <a:pt x="232" y="50"/>
                    </a:lnTo>
                    <a:lnTo>
                      <a:pt x="232" y="50"/>
                    </a:lnTo>
                    <a:lnTo>
                      <a:pt x="235" y="50"/>
                    </a:lnTo>
                    <a:lnTo>
                      <a:pt x="235" y="50"/>
                    </a:lnTo>
                    <a:lnTo>
                      <a:pt x="235" y="47"/>
                    </a:lnTo>
                    <a:lnTo>
                      <a:pt x="235" y="47"/>
                    </a:lnTo>
                    <a:lnTo>
                      <a:pt x="235" y="47"/>
                    </a:lnTo>
                    <a:lnTo>
                      <a:pt x="237" y="47"/>
                    </a:lnTo>
                    <a:lnTo>
                      <a:pt x="237" y="45"/>
                    </a:lnTo>
                    <a:lnTo>
                      <a:pt x="237" y="45"/>
                    </a:lnTo>
                    <a:lnTo>
                      <a:pt x="239" y="45"/>
                    </a:lnTo>
                    <a:lnTo>
                      <a:pt x="239" y="45"/>
                    </a:lnTo>
                    <a:lnTo>
                      <a:pt x="239" y="45"/>
                    </a:lnTo>
                    <a:lnTo>
                      <a:pt x="239" y="45"/>
                    </a:lnTo>
                    <a:lnTo>
                      <a:pt x="242" y="45"/>
                    </a:lnTo>
                    <a:lnTo>
                      <a:pt x="242" y="45"/>
                    </a:lnTo>
                    <a:lnTo>
                      <a:pt x="242" y="45"/>
                    </a:lnTo>
                    <a:lnTo>
                      <a:pt x="242" y="45"/>
                    </a:lnTo>
                    <a:lnTo>
                      <a:pt x="244" y="45"/>
                    </a:lnTo>
                    <a:lnTo>
                      <a:pt x="244" y="43"/>
                    </a:lnTo>
                    <a:lnTo>
                      <a:pt x="244" y="43"/>
                    </a:lnTo>
                    <a:lnTo>
                      <a:pt x="247" y="43"/>
                    </a:lnTo>
                    <a:lnTo>
                      <a:pt x="247" y="43"/>
                    </a:lnTo>
                    <a:lnTo>
                      <a:pt x="247" y="43"/>
                    </a:lnTo>
                    <a:lnTo>
                      <a:pt x="247" y="43"/>
                    </a:lnTo>
                    <a:lnTo>
                      <a:pt x="249" y="43"/>
                    </a:lnTo>
                    <a:lnTo>
                      <a:pt x="249" y="43"/>
                    </a:lnTo>
                    <a:lnTo>
                      <a:pt x="251" y="43"/>
                    </a:lnTo>
                    <a:lnTo>
                      <a:pt x="251" y="43"/>
                    </a:lnTo>
                    <a:lnTo>
                      <a:pt x="251" y="40"/>
                    </a:lnTo>
                    <a:lnTo>
                      <a:pt x="251" y="40"/>
                    </a:lnTo>
                    <a:lnTo>
                      <a:pt x="254" y="40"/>
                    </a:lnTo>
                    <a:lnTo>
                      <a:pt x="254" y="40"/>
                    </a:lnTo>
                    <a:lnTo>
                      <a:pt x="254" y="43"/>
                    </a:lnTo>
                    <a:lnTo>
                      <a:pt x="254" y="43"/>
                    </a:lnTo>
                    <a:lnTo>
                      <a:pt x="256" y="43"/>
                    </a:lnTo>
                    <a:lnTo>
                      <a:pt x="256" y="43"/>
                    </a:lnTo>
                    <a:lnTo>
                      <a:pt x="258" y="43"/>
                    </a:lnTo>
                    <a:lnTo>
                      <a:pt x="258" y="43"/>
                    </a:lnTo>
                    <a:lnTo>
                      <a:pt x="258" y="43"/>
                    </a:lnTo>
                    <a:lnTo>
                      <a:pt x="261" y="43"/>
                    </a:lnTo>
                    <a:lnTo>
                      <a:pt x="261" y="43"/>
                    </a:lnTo>
                    <a:lnTo>
                      <a:pt x="261" y="43"/>
                    </a:lnTo>
                    <a:lnTo>
                      <a:pt x="261" y="43"/>
                    </a:lnTo>
                    <a:lnTo>
                      <a:pt x="263" y="43"/>
                    </a:lnTo>
                    <a:lnTo>
                      <a:pt x="263" y="43"/>
                    </a:lnTo>
                    <a:lnTo>
                      <a:pt x="263" y="43"/>
                    </a:lnTo>
                    <a:lnTo>
                      <a:pt x="265" y="43"/>
                    </a:lnTo>
                    <a:lnTo>
                      <a:pt x="265" y="40"/>
                    </a:lnTo>
                    <a:lnTo>
                      <a:pt x="265" y="40"/>
                    </a:lnTo>
                    <a:lnTo>
                      <a:pt x="265" y="38"/>
                    </a:lnTo>
                    <a:lnTo>
                      <a:pt x="265" y="38"/>
                    </a:lnTo>
                    <a:lnTo>
                      <a:pt x="265" y="38"/>
                    </a:lnTo>
                    <a:lnTo>
                      <a:pt x="265" y="38"/>
                    </a:lnTo>
                    <a:lnTo>
                      <a:pt x="268" y="38"/>
                    </a:lnTo>
                    <a:lnTo>
                      <a:pt x="268" y="38"/>
                    </a:lnTo>
                    <a:lnTo>
                      <a:pt x="268" y="38"/>
                    </a:lnTo>
                    <a:lnTo>
                      <a:pt x="270" y="38"/>
                    </a:lnTo>
                    <a:lnTo>
                      <a:pt x="270" y="38"/>
                    </a:lnTo>
                    <a:lnTo>
                      <a:pt x="273" y="38"/>
                    </a:lnTo>
                    <a:lnTo>
                      <a:pt x="273" y="38"/>
                    </a:lnTo>
                    <a:lnTo>
                      <a:pt x="273" y="38"/>
                    </a:lnTo>
                    <a:lnTo>
                      <a:pt x="275" y="38"/>
                    </a:lnTo>
                    <a:lnTo>
                      <a:pt x="275" y="38"/>
                    </a:lnTo>
                    <a:lnTo>
                      <a:pt x="275" y="38"/>
                    </a:lnTo>
                    <a:lnTo>
                      <a:pt x="275" y="38"/>
                    </a:lnTo>
                    <a:lnTo>
                      <a:pt x="277" y="38"/>
                    </a:lnTo>
                    <a:lnTo>
                      <a:pt x="277" y="38"/>
                    </a:lnTo>
                    <a:lnTo>
                      <a:pt x="280" y="38"/>
                    </a:lnTo>
                    <a:lnTo>
                      <a:pt x="280" y="40"/>
                    </a:lnTo>
                    <a:lnTo>
                      <a:pt x="280" y="40"/>
                    </a:lnTo>
                    <a:lnTo>
                      <a:pt x="280" y="40"/>
                    </a:lnTo>
                    <a:lnTo>
                      <a:pt x="280" y="38"/>
                    </a:lnTo>
                    <a:lnTo>
                      <a:pt x="282" y="38"/>
                    </a:lnTo>
                    <a:lnTo>
                      <a:pt x="282" y="38"/>
                    </a:lnTo>
                    <a:lnTo>
                      <a:pt x="282" y="38"/>
                    </a:lnTo>
                    <a:lnTo>
                      <a:pt x="284" y="38"/>
                    </a:lnTo>
                    <a:lnTo>
                      <a:pt x="284" y="38"/>
                    </a:lnTo>
                    <a:lnTo>
                      <a:pt x="284" y="38"/>
                    </a:lnTo>
                    <a:lnTo>
                      <a:pt x="284" y="38"/>
                    </a:lnTo>
                    <a:lnTo>
                      <a:pt x="284" y="40"/>
                    </a:lnTo>
                    <a:lnTo>
                      <a:pt x="284" y="40"/>
                    </a:lnTo>
                    <a:lnTo>
                      <a:pt x="287" y="40"/>
                    </a:lnTo>
                    <a:lnTo>
                      <a:pt x="287" y="43"/>
                    </a:lnTo>
                    <a:lnTo>
                      <a:pt x="287" y="43"/>
                    </a:lnTo>
                    <a:lnTo>
                      <a:pt x="287" y="43"/>
                    </a:lnTo>
                    <a:lnTo>
                      <a:pt x="287" y="45"/>
                    </a:lnTo>
                    <a:lnTo>
                      <a:pt x="287" y="45"/>
                    </a:lnTo>
                    <a:lnTo>
                      <a:pt x="287" y="45"/>
                    </a:lnTo>
                    <a:lnTo>
                      <a:pt x="289" y="45"/>
                    </a:lnTo>
                    <a:lnTo>
                      <a:pt x="289" y="45"/>
                    </a:lnTo>
                    <a:lnTo>
                      <a:pt x="289" y="45"/>
                    </a:lnTo>
                    <a:lnTo>
                      <a:pt x="291" y="45"/>
                    </a:lnTo>
                    <a:lnTo>
                      <a:pt x="291" y="45"/>
                    </a:lnTo>
                    <a:lnTo>
                      <a:pt x="291" y="45"/>
                    </a:lnTo>
                    <a:lnTo>
                      <a:pt x="294" y="45"/>
                    </a:lnTo>
                    <a:lnTo>
                      <a:pt x="294" y="45"/>
                    </a:lnTo>
                    <a:lnTo>
                      <a:pt x="294" y="45"/>
                    </a:lnTo>
                    <a:lnTo>
                      <a:pt x="294" y="47"/>
                    </a:lnTo>
                    <a:lnTo>
                      <a:pt x="296" y="47"/>
                    </a:lnTo>
                    <a:lnTo>
                      <a:pt x="296" y="47"/>
                    </a:lnTo>
                    <a:lnTo>
                      <a:pt x="299" y="47"/>
                    </a:lnTo>
                    <a:lnTo>
                      <a:pt x="299" y="47"/>
                    </a:lnTo>
                    <a:lnTo>
                      <a:pt x="299" y="47"/>
                    </a:lnTo>
                    <a:lnTo>
                      <a:pt x="299" y="47"/>
                    </a:lnTo>
                    <a:lnTo>
                      <a:pt x="301" y="47"/>
                    </a:lnTo>
                    <a:lnTo>
                      <a:pt x="301" y="50"/>
                    </a:lnTo>
                    <a:lnTo>
                      <a:pt x="301" y="50"/>
                    </a:lnTo>
                    <a:lnTo>
                      <a:pt x="301" y="50"/>
                    </a:lnTo>
                    <a:lnTo>
                      <a:pt x="303" y="50"/>
                    </a:lnTo>
                    <a:lnTo>
                      <a:pt x="303" y="50"/>
                    </a:lnTo>
                    <a:lnTo>
                      <a:pt x="306" y="50"/>
                    </a:lnTo>
                    <a:lnTo>
                      <a:pt x="306" y="50"/>
                    </a:lnTo>
                    <a:lnTo>
                      <a:pt x="306" y="52"/>
                    </a:lnTo>
                    <a:lnTo>
                      <a:pt x="306" y="52"/>
                    </a:lnTo>
                    <a:lnTo>
                      <a:pt x="306" y="52"/>
                    </a:lnTo>
                    <a:lnTo>
                      <a:pt x="306" y="52"/>
                    </a:lnTo>
                    <a:lnTo>
                      <a:pt x="308" y="52"/>
                    </a:lnTo>
                    <a:lnTo>
                      <a:pt x="308" y="52"/>
                    </a:lnTo>
                    <a:lnTo>
                      <a:pt x="308" y="54"/>
                    </a:lnTo>
                    <a:lnTo>
                      <a:pt x="308" y="54"/>
                    </a:lnTo>
                    <a:lnTo>
                      <a:pt x="310" y="54"/>
                    </a:lnTo>
                    <a:lnTo>
                      <a:pt x="310" y="54"/>
                    </a:lnTo>
                    <a:lnTo>
                      <a:pt x="310" y="52"/>
                    </a:lnTo>
                    <a:lnTo>
                      <a:pt x="313" y="52"/>
                    </a:lnTo>
                    <a:lnTo>
                      <a:pt x="313" y="52"/>
                    </a:lnTo>
                    <a:lnTo>
                      <a:pt x="313" y="52"/>
                    </a:lnTo>
                    <a:lnTo>
                      <a:pt x="313" y="52"/>
                    </a:lnTo>
                    <a:lnTo>
                      <a:pt x="313" y="52"/>
                    </a:lnTo>
                    <a:lnTo>
                      <a:pt x="313" y="54"/>
                    </a:lnTo>
                    <a:lnTo>
                      <a:pt x="315" y="54"/>
                    </a:lnTo>
                    <a:lnTo>
                      <a:pt x="315" y="54"/>
                    </a:lnTo>
                    <a:lnTo>
                      <a:pt x="318" y="54"/>
                    </a:lnTo>
                    <a:lnTo>
                      <a:pt x="318" y="52"/>
                    </a:lnTo>
                    <a:lnTo>
                      <a:pt x="318" y="52"/>
                    </a:lnTo>
                    <a:lnTo>
                      <a:pt x="318" y="52"/>
                    </a:lnTo>
                    <a:lnTo>
                      <a:pt x="320" y="52"/>
                    </a:lnTo>
                    <a:lnTo>
                      <a:pt x="320" y="52"/>
                    </a:lnTo>
                    <a:lnTo>
                      <a:pt x="320" y="52"/>
                    </a:lnTo>
                    <a:lnTo>
                      <a:pt x="320" y="54"/>
                    </a:lnTo>
                    <a:lnTo>
                      <a:pt x="322" y="54"/>
                    </a:lnTo>
                    <a:lnTo>
                      <a:pt x="322" y="54"/>
                    </a:lnTo>
                    <a:lnTo>
                      <a:pt x="325" y="54"/>
                    </a:lnTo>
                    <a:lnTo>
                      <a:pt x="325" y="54"/>
                    </a:lnTo>
                    <a:lnTo>
                      <a:pt x="325" y="54"/>
                    </a:lnTo>
                    <a:lnTo>
                      <a:pt x="325" y="54"/>
                    </a:lnTo>
                    <a:lnTo>
                      <a:pt x="325" y="54"/>
                    </a:lnTo>
                    <a:lnTo>
                      <a:pt x="327" y="54"/>
                    </a:lnTo>
                    <a:lnTo>
                      <a:pt x="327" y="57"/>
                    </a:lnTo>
                    <a:lnTo>
                      <a:pt x="327" y="57"/>
                    </a:lnTo>
                    <a:lnTo>
                      <a:pt x="327" y="57"/>
                    </a:lnTo>
                    <a:lnTo>
                      <a:pt x="329" y="57"/>
                    </a:lnTo>
                    <a:lnTo>
                      <a:pt x="329" y="57"/>
                    </a:lnTo>
                    <a:lnTo>
                      <a:pt x="329" y="57"/>
                    </a:lnTo>
                    <a:lnTo>
                      <a:pt x="329" y="59"/>
                    </a:lnTo>
                    <a:lnTo>
                      <a:pt x="329" y="59"/>
                    </a:lnTo>
                    <a:lnTo>
                      <a:pt x="329" y="62"/>
                    </a:lnTo>
                    <a:lnTo>
                      <a:pt x="332" y="62"/>
                    </a:lnTo>
                    <a:lnTo>
                      <a:pt x="332" y="62"/>
                    </a:lnTo>
                    <a:lnTo>
                      <a:pt x="332" y="62"/>
                    </a:lnTo>
                    <a:lnTo>
                      <a:pt x="332" y="64"/>
                    </a:lnTo>
                    <a:lnTo>
                      <a:pt x="332" y="64"/>
                    </a:lnTo>
                    <a:lnTo>
                      <a:pt x="332" y="64"/>
                    </a:lnTo>
                    <a:lnTo>
                      <a:pt x="332" y="64"/>
                    </a:lnTo>
                    <a:lnTo>
                      <a:pt x="334" y="64"/>
                    </a:lnTo>
                    <a:lnTo>
                      <a:pt x="334" y="66"/>
                    </a:lnTo>
                    <a:lnTo>
                      <a:pt x="334" y="66"/>
                    </a:lnTo>
                    <a:lnTo>
                      <a:pt x="334" y="66"/>
                    </a:lnTo>
                    <a:lnTo>
                      <a:pt x="336" y="66"/>
                    </a:lnTo>
                    <a:lnTo>
                      <a:pt x="336" y="66"/>
                    </a:lnTo>
                    <a:lnTo>
                      <a:pt x="339" y="66"/>
                    </a:lnTo>
                    <a:lnTo>
                      <a:pt x="339" y="66"/>
                    </a:lnTo>
                    <a:lnTo>
                      <a:pt x="339" y="66"/>
                    </a:lnTo>
                    <a:lnTo>
                      <a:pt x="339" y="66"/>
                    </a:lnTo>
                    <a:lnTo>
                      <a:pt x="341" y="66"/>
                    </a:lnTo>
                    <a:lnTo>
                      <a:pt x="341" y="69"/>
                    </a:lnTo>
                    <a:lnTo>
                      <a:pt x="341" y="69"/>
                    </a:lnTo>
                    <a:lnTo>
                      <a:pt x="341" y="69"/>
                    </a:lnTo>
                    <a:lnTo>
                      <a:pt x="344" y="69"/>
                    </a:lnTo>
                    <a:lnTo>
                      <a:pt x="344" y="69"/>
                    </a:lnTo>
                    <a:lnTo>
                      <a:pt x="344" y="69"/>
                    </a:lnTo>
                    <a:lnTo>
                      <a:pt x="346" y="69"/>
                    </a:lnTo>
                    <a:lnTo>
                      <a:pt x="346" y="71"/>
                    </a:lnTo>
                    <a:lnTo>
                      <a:pt x="346" y="71"/>
                    </a:lnTo>
                    <a:lnTo>
                      <a:pt x="346" y="71"/>
                    </a:lnTo>
                    <a:lnTo>
                      <a:pt x="346" y="73"/>
                    </a:lnTo>
                    <a:lnTo>
                      <a:pt x="346" y="73"/>
                    </a:lnTo>
                    <a:lnTo>
                      <a:pt x="346" y="73"/>
                    </a:lnTo>
                    <a:lnTo>
                      <a:pt x="348" y="73"/>
                    </a:lnTo>
                    <a:lnTo>
                      <a:pt x="348" y="73"/>
                    </a:lnTo>
                    <a:lnTo>
                      <a:pt x="348" y="73"/>
                    </a:lnTo>
                    <a:lnTo>
                      <a:pt x="348" y="76"/>
                    </a:lnTo>
                    <a:lnTo>
                      <a:pt x="348" y="76"/>
                    </a:lnTo>
                    <a:lnTo>
                      <a:pt x="348" y="76"/>
                    </a:lnTo>
                    <a:lnTo>
                      <a:pt x="348" y="78"/>
                    </a:lnTo>
                    <a:lnTo>
                      <a:pt x="351" y="78"/>
                    </a:lnTo>
                    <a:lnTo>
                      <a:pt x="351" y="78"/>
                    </a:lnTo>
                    <a:lnTo>
                      <a:pt x="351" y="78"/>
                    </a:lnTo>
                    <a:lnTo>
                      <a:pt x="353" y="78"/>
                    </a:lnTo>
                    <a:lnTo>
                      <a:pt x="353" y="78"/>
                    </a:lnTo>
                    <a:lnTo>
                      <a:pt x="353" y="78"/>
                    </a:lnTo>
                    <a:lnTo>
                      <a:pt x="355" y="78"/>
                    </a:lnTo>
                    <a:lnTo>
                      <a:pt x="355" y="78"/>
                    </a:lnTo>
                    <a:lnTo>
                      <a:pt x="358" y="78"/>
                    </a:lnTo>
                    <a:lnTo>
                      <a:pt x="358" y="78"/>
                    </a:lnTo>
                    <a:lnTo>
                      <a:pt x="358" y="78"/>
                    </a:lnTo>
                    <a:lnTo>
                      <a:pt x="360" y="78"/>
                    </a:lnTo>
                    <a:lnTo>
                      <a:pt x="360" y="78"/>
                    </a:lnTo>
                    <a:lnTo>
                      <a:pt x="360" y="78"/>
                    </a:lnTo>
                    <a:lnTo>
                      <a:pt x="362" y="78"/>
                    </a:lnTo>
                    <a:lnTo>
                      <a:pt x="362" y="78"/>
                    </a:lnTo>
                    <a:lnTo>
                      <a:pt x="362" y="78"/>
                    </a:lnTo>
                    <a:lnTo>
                      <a:pt x="365" y="78"/>
                    </a:lnTo>
                    <a:lnTo>
                      <a:pt x="365" y="78"/>
                    </a:lnTo>
                    <a:lnTo>
                      <a:pt x="365" y="78"/>
                    </a:lnTo>
                    <a:lnTo>
                      <a:pt x="367" y="78"/>
                    </a:lnTo>
                    <a:lnTo>
                      <a:pt x="367" y="78"/>
                    </a:lnTo>
                    <a:lnTo>
                      <a:pt x="367" y="78"/>
                    </a:lnTo>
                    <a:lnTo>
                      <a:pt x="367" y="78"/>
                    </a:lnTo>
                    <a:lnTo>
                      <a:pt x="367" y="81"/>
                    </a:lnTo>
                    <a:lnTo>
                      <a:pt x="370" y="81"/>
                    </a:lnTo>
                    <a:lnTo>
                      <a:pt x="370" y="81"/>
                    </a:lnTo>
                    <a:lnTo>
                      <a:pt x="367" y="81"/>
                    </a:lnTo>
                    <a:lnTo>
                      <a:pt x="367" y="83"/>
                    </a:lnTo>
                    <a:lnTo>
                      <a:pt x="367" y="83"/>
                    </a:lnTo>
                    <a:lnTo>
                      <a:pt x="367" y="83"/>
                    </a:lnTo>
                    <a:lnTo>
                      <a:pt x="367" y="85"/>
                    </a:lnTo>
                    <a:lnTo>
                      <a:pt x="367" y="85"/>
                    </a:lnTo>
                    <a:lnTo>
                      <a:pt x="367" y="88"/>
                    </a:lnTo>
                    <a:lnTo>
                      <a:pt x="370" y="88"/>
                    </a:lnTo>
                    <a:lnTo>
                      <a:pt x="370" y="88"/>
                    </a:lnTo>
                    <a:lnTo>
                      <a:pt x="370" y="90"/>
                    </a:lnTo>
                    <a:lnTo>
                      <a:pt x="370" y="90"/>
                    </a:lnTo>
                    <a:lnTo>
                      <a:pt x="370" y="90"/>
                    </a:lnTo>
                    <a:lnTo>
                      <a:pt x="370" y="92"/>
                    </a:lnTo>
                    <a:lnTo>
                      <a:pt x="370" y="92"/>
                    </a:lnTo>
                    <a:lnTo>
                      <a:pt x="370" y="92"/>
                    </a:lnTo>
                    <a:lnTo>
                      <a:pt x="370" y="92"/>
                    </a:lnTo>
                    <a:lnTo>
                      <a:pt x="367" y="92"/>
                    </a:lnTo>
                    <a:lnTo>
                      <a:pt x="367" y="95"/>
                    </a:lnTo>
                    <a:lnTo>
                      <a:pt x="367" y="95"/>
                    </a:lnTo>
                    <a:lnTo>
                      <a:pt x="367" y="95"/>
                    </a:lnTo>
                    <a:lnTo>
                      <a:pt x="367" y="95"/>
                    </a:lnTo>
                    <a:lnTo>
                      <a:pt x="370" y="95"/>
                    </a:lnTo>
                    <a:lnTo>
                      <a:pt x="370" y="97"/>
                    </a:lnTo>
                    <a:lnTo>
                      <a:pt x="370" y="97"/>
                    </a:lnTo>
                    <a:lnTo>
                      <a:pt x="370" y="97"/>
                    </a:lnTo>
                    <a:lnTo>
                      <a:pt x="370" y="100"/>
                    </a:lnTo>
                    <a:lnTo>
                      <a:pt x="370" y="100"/>
                    </a:lnTo>
                    <a:lnTo>
                      <a:pt x="370" y="102"/>
                    </a:lnTo>
                    <a:lnTo>
                      <a:pt x="370" y="102"/>
                    </a:lnTo>
                    <a:lnTo>
                      <a:pt x="370" y="102"/>
                    </a:lnTo>
                    <a:lnTo>
                      <a:pt x="370" y="104"/>
                    </a:lnTo>
                    <a:lnTo>
                      <a:pt x="370" y="104"/>
                    </a:lnTo>
                    <a:lnTo>
                      <a:pt x="370" y="104"/>
                    </a:lnTo>
                    <a:lnTo>
                      <a:pt x="372" y="104"/>
                    </a:lnTo>
                    <a:lnTo>
                      <a:pt x="372" y="104"/>
                    </a:lnTo>
                    <a:lnTo>
                      <a:pt x="372" y="107"/>
                    </a:lnTo>
                    <a:lnTo>
                      <a:pt x="370" y="107"/>
                    </a:lnTo>
                    <a:lnTo>
                      <a:pt x="370" y="107"/>
                    </a:lnTo>
                    <a:lnTo>
                      <a:pt x="370" y="109"/>
                    </a:lnTo>
                    <a:lnTo>
                      <a:pt x="370" y="109"/>
                    </a:lnTo>
                    <a:lnTo>
                      <a:pt x="370" y="109"/>
                    </a:lnTo>
                    <a:lnTo>
                      <a:pt x="370" y="111"/>
                    </a:lnTo>
                    <a:lnTo>
                      <a:pt x="367" y="111"/>
                    </a:lnTo>
                    <a:lnTo>
                      <a:pt x="367" y="111"/>
                    </a:lnTo>
                    <a:lnTo>
                      <a:pt x="367" y="114"/>
                    </a:lnTo>
                    <a:lnTo>
                      <a:pt x="367" y="114"/>
                    </a:lnTo>
                    <a:lnTo>
                      <a:pt x="367" y="114"/>
                    </a:lnTo>
                    <a:lnTo>
                      <a:pt x="367" y="114"/>
                    </a:lnTo>
                    <a:lnTo>
                      <a:pt x="367" y="114"/>
                    </a:lnTo>
                    <a:lnTo>
                      <a:pt x="367" y="116"/>
                    </a:lnTo>
                    <a:lnTo>
                      <a:pt x="367" y="116"/>
                    </a:lnTo>
                    <a:lnTo>
                      <a:pt x="367" y="116"/>
                    </a:lnTo>
                    <a:lnTo>
                      <a:pt x="367" y="118"/>
                    </a:lnTo>
                    <a:lnTo>
                      <a:pt x="367" y="118"/>
                    </a:lnTo>
                    <a:lnTo>
                      <a:pt x="367" y="121"/>
                    </a:lnTo>
                    <a:lnTo>
                      <a:pt x="367" y="121"/>
                    </a:lnTo>
                    <a:lnTo>
                      <a:pt x="367" y="121"/>
                    </a:lnTo>
                    <a:lnTo>
                      <a:pt x="367" y="123"/>
                    </a:lnTo>
                    <a:lnTo>
                      <a:pt x="367" y="123"/>
                    </a:lnTo>
                    <a:lnTo>
                      <a:pt x="367" y="123"/>
                    </a:lnTo>
                    <a:lnTo>
                      <a:pt x="367" y="126"/>
                    </a:lnTo>
                    <a:lnTo>
                      <a:pt x="365" y="126"/>
                    </a:lnTo>
                    <a:lnTo>
                      <a:pt x="365" y="126"/>
                    </a:lnTo>
                    <a:lnTo>
                      <a:pt x="365" y="126"/>
                    </a:lnTo>
                    <a:lnTo>
                      <a:pt x="365" y="128"/>
                    </a:lnTo>
                    <a:lnTo>
                      <a:pt x="365" y="128"/>
                    </a:lnTo>
                    <a:lnTo>
                      <a:pt x="365" y="130"/>
                    </a:lnTo>
                    <a:lnTo>
                      <a:pt x="365" y="130"/>
                    </a:lnTo>
                    <a:lnTo>
                      <a:pt x="362" y="130"/>
                    </a:lnTo>
                    <a:lnTo>
                      <a:pt x="362" y="130"/>
                    </a:lnTo>
                    <a:lnTo>
                      <a:pt x="362" y="130"/>
                    </a:lnTo>
                    <a:lnTo>
                      <a:pt x="362" y="133"/>
                    </a:lnTo>
                    <a:lnTo>
                      <a:pt x="360" y="133"/>
                    </a:lnTo>
                    <a:lnTo>
                      <a:pt x="360" y="133"/>
                    </a:lnTo>
                    <a:lnTo>
                      <a:pt x="360" y="133"/>
                    </a:lnTo>
                    <a:lnTo>
                      <a:pt x="360" y="133"/>
                    </a:lnTo>
                    <a:lnTo>
                      <a:pt x="360" y="133"/>
                    </a:lnTo>
                    <a:lnTo>
                      <a:pt x="360" y="133"/>
                    </a:lnTo>
                    <a:lnTo>
                      <a:pt x="360" y="133"/>
                    </a:lnTo>
                    <a:lnTo>
                      <a:pt x="360" y="135"/>
                    </a:lnTo>
                    <a:lnTo>
                      <a:pt x="360" y="135"/>
                    </a:lnTo>
                    <a:lnTo>
                      <a:pt x="362" y="135"/>
                    </a:lnTo>
                    <a:lnTo>
                      <a:pt x="362" y="137"/>
                    </a:lnTo>
                    <a:lnTo>
                      <a:pt x="362" y="137"/>
                    </a:lnTo>
                    <a:lnTo>
                      <a:pt x="362" y="137"/>
                    </a:lnTo>
                    <a:lnTo>
                      <a:pt x="362" y="137"/>
                    </a:lnTo>
                    <a:lnTo>
                      <a:pt x="360" y="137"/>
                    </a:lnTo>
                    <a:lnTo>
                      <a:pt x="360" y="137"/>
                    </a:lnTo>
                    <a:lnTo>
                      <a:pt x="360" y="137"/>
                    </a:lnTo>
                    <a:lnTo>
                      <a:pt x="358" y="137"/>
                    </a:lnTo>
                    <a:lnTo>
                      <a:pt x="358" y="137"/>
                    </a:lnTo>
                    <a:lnTo>
                      <a:pt x="358" y="140"/>
                    </a:lnTo>
                    <a:lnTo>
                      <a:pt x="358" y="140"/>
                    </a:lnTo>
                    <a:lnTo>
                      <a:pt x="358" y="140"/>
                    </a:lnTo>
                    <a:lnTo>
                      <a:pt x="355" y="140"/>
                    </a:lnTo>
                    <a:lnTo>
                      <a:pt x="355" y="142"/>
                    </a:lnTo>
                    <a:lnTo>
                      <a:pt x="355" y="142"/>
                    </a:lnTo>
                    <a:lnTo>
                      <a:pt x="355" y="142"/>
                    </a:lnTo>
                    <a:lnTo>
                      <a:pt x="353" y="142"/>
                    </a:lnTo>
                    <a:lnTo>
                      <a:pt x="353" y="142"/>
                    </a:lnTo>
                    <a:lnTo>
                      <a:pt x="353" y="145"/>
                    </a:lnTo>
                    <a:lnTo>
                      <a:pt x="353" y="145"/>
                    </a:lnTo>
                    <a:lnTo>
                      <a:pt x="353" y="147"/>
                    </a:lnTo>
                    <a:lnTo>
                      <a:pt x="355" y="147"/>
                    </a:lnTo>
                    <a:lnTo>
                      <a:pt x="355" y="147"/>
                    </a:lnTo>
                    <a:lnTo>
                      <a:pt x="355" y="147"/>
                    </a:lnTo>
                    <a:lnTo>
                      <a:pt x="355" y="149"/>
                    </a:lnTo>
                    <a:lnTo>
                      <a:pt x="355" y="149"/>
                    </a:lnTo>
                    <a:lnTo>
                      <a:pt x="355" y="152"/>
                    </a:lnTo>
                    <a:lnTo>
                      <a:pt x="355" y="152"/>
                    </a:lnTo>
                    <a:lnTo>
                      <a:pt x="355" y="152"/>
                    </a:lnTo>
                    <a:lnTo>
                      <a:pt x="355" y="152"/>
                    </a:lnTo>
                    <a:lnTo>
                      <a:pt x="355" y="152"/>
                    </a:lnTo>
                    <a:lnTo>
                      <a:pt x="355" y="154"/>
                    </a:lnTo>
                    <a:lnTo>
                      <a:pt x="355" y="154"/>
                    </a:lnTo>
                    <a:lnTo>
                      <a:pt x="358" y="154"/>
                    </a:lnTo>
                    <a:lnTo>
                      <a:pt x="358" y="156"/>
                    </a:lnTo>
                    <a:lnTo>
                      <a:pt x="358" y="156"/>
                    </a:lnTo>
                    <a:lnTo>
                      <a:pt x="358" y="156"/>
                    </a:lnTo>
                    <a:lnTo>
                      <a:pt x="358" y="156"/>
                    </a:lnTo>
                    <a:lnTo>
                      <a:pt x="360" y="156"/>
                    </a:lnTo>
                    <a:lnTo>
                      <a:pt x="360" y="156"/>
                    </a:lnTo>
                    <a:lnTo>
                      <a:pt x="360" y="156"/>
                    </a:lnTo>
                    <a:lnTo>
                      <a:pt x="362" y="156"/>
                    </a:lnTo>
                    <a:lnTo>
                      <a:pt x="362" y="156"/>
                    </a:lnTo>
                    <a:lnTo>
                      <a:pt x="362" y="159"/>
                    </a:lnTo>
                    <a:lnTo>
                      <a:pt x="362" y="159"/>
                    </a:lnTo>
                    <a:lnTo>
                      <a:pt x="362" y="159"/>
                    </a:lnTo>
                    <a:lnTo>
                      <a:pt x="362" y="161"/>
                    </a:lnTo>
                    <a:lnTo>
                      <a:pt x="360" y="161"/>
                    </a:lnTo>
                    <a:lnTo>
                      <a:pt x="360" y="161"/>
                    </a:lnTo>
                    <a:lnTo>
                      <a:pt x="360" y="161"/>
                    </a:lnTo>
                    <a:lnTo>
                      <a:pt x="360" y="163"/>
                    </a:lnTo>
                    <a:lnTo>
                      <a:pt x="360" y="163"/>
                    </a:lnTo>
                    <a:lnTo>
                      <a:pt x="360" y="163"/>
                    </a:lnTo>
                    <a:lnTo>
                      <a:pt x="358" y="163"/>
                    </a:lnTo>
                    <a:lnTo>
                      <a:pt x="358" y="163"/>
                    </a:lnTo>
                    <a:lnTo>
                      <a:pt x="358" y="163"/>
                    </a:lnTo>
                    <a:lnTo>
                      <a:pt x="358" y="163"/>
                    </a:lnTo>
                    <a:lnTo>
                      <a:pt x="358" y="166"/>
                    </a:lnTo>
                    <a:lnTo>
                      <a:pt x="358" y="166"/>
                    </a:lnTo>
                    <a:lnTo>
                      <a:pt x="355" y="166"/>
                    </a:lnTo>
                    <a:lnTo>
                      <a:pt x="355" y="168"/>
                    </a:lnTo>
                    <a:lnTo>
                      <a:pt x="355" y="168"/>
                    </a:lnTo>
                    <a:lnTo>
                      <a:pt x="358" y="168"/>
                    </a:lnTo>
                    <a:lnTo>
                      <a:pt x="358" y="171"/>
                    </a:lnTo>
                    <a:lnTo>
                      <a:pt x="358" y="171"/>
                    </a:lnTo>
                    <a:lnTo>
                      <a:pt x="358" y="173"/>
                    </a:lnTo>
                    <a:lnTo>
                      <a:pt x="358" y="173"/>
                    </a:lnTo>
                    <a:lnTo>
                      <a:pt x="358" y="173"/>
                    </a:lnTo>
                    <a:lnTo>
                      <a:pt x="358" y="173"/>
                    </a:lnTo>
                    <a:lnTo>
                      <a:pt x="358" y="175"/>
                    </a:lnTo>
                    <a:lnTo>
                      <a:pt x="358" y="175"/>
                    </a:lnTo>
                    <a:lnTo>
                      <a:pt x="358" y="175"/>
                    </a:lnTo>
                    <a:lnTo>
                      <a:pt x="358" y="178"/>
                    </a:lnTo>
                    <a:lnTo>
                      <a:pt x="358" y="178"/>
                    </a:lnTo>
                    <a:lnTo>
                      <a:pt x="358" y="180"/>
                    </a:lnTo>
                    <a:lnTo>
                      <a:pt x="360" y="180"/>
                    </a:lnTo>
                    <a:lnTo>
                      <a:pt x="360" y="180"/>
                    </a:lnTo>
                    <a:lnTo>
                      <a:pt x="360" y="182"/>
                    </a:lnTo>
                    <a:lnTo>
                      <a:pt x="360" y="182"/>
                    </a:lnTo>
                    <a:lnTo>
                      <a:pt x="360" y="182"/>
                    </a:lnTo>
                    <a:lnTo>
                      <a:pt x="360" y="182"/>
                    </a:lnTo>
                    <a:lnTo>
                      <a:pt x="360" y="182"/>
                    </a:lnTo>
                    <a:lnTo>
                      <a:pt x="360" y="185"/>
                    </a:lnTo>
                    <a:lnTo>
                      <a:pt x="360" y="185"/>
                    </a:lnTo>
                    <a:lnTo>
                      <a:pt x="360" y="187"/>
                    </a:lnTo>
                    <a:lnTo>
                      <a:pt x="360" y="187"/>
                    </a:lnTo>
                    <a:lnTo>
                      <a:pt x="360" y="190"/>
                    </a:lnTo>
                    <a:lnTo>
                      <a:pt x="362" y="190"/>
                    </a:lnTo>
                    <a:lnTo>
                      <a:pt x="362" y="190"/>
                    </a:lnTo>
                    <a:lnTo>
                      <a:pt x="362" y="192"/>
                    </a:lnTo>
                    <a:lnTo>
                      <a:pt x="362" y="192"/>
                    </a:lnTo>
                    <a:lnTo>
                      <a:pt x="362" y="192"/>
                    </a:lnTo>
                    <a:lnTo>
                      <a:pt x="360" y="192"/>
                    </a:lnTo>
                    <a:lnTo>
                      <a:pt x="360" y="194"/>
                    </a:lnTo>
                    <a:lnTo>
                      <a:pt x="360" y="194"/>
                    </a:lnTo>
                    <a:lnTo>
                      <a:pt x="360" y="197"/>
                    </a:lnTo>
                    <a:lnTo>
                      <a:pt x="360" y="197"/>
                    </a:lnTo>
                    <a:lnTo>
                      <a:pt x="360" y="199"/>
                    </a:lnTo>
                    <a:lnTo>
                      <a:pt x="360" y="199"/>
                    </a:lnTo>
                    <a:lnTo>
                      <a:pt x="360" y="201"/>
                    </a:lnTo>
                    <a:lnTo>
                      <a:pt x="360" y="201"/>
                    </a:lnTo>
                    <a:lnTo>
                      <a:pt x="360" y="201"/>
                    </a:lnTo>
                    <a:lnTo>
                      <a:pt x="360" y="204"/>
                    </a:lnTo>
                    <a:lnTo>
                      <a:pt x="360" y="204"/>
                    </a:lnTo>
                    <a:lnTo>
                      <a:pt x="360" y="206"/>
                    </a:lnTo>
                    <a:lnTo>
                      <a:pt x="360" y="206"/>
                    </a:lnTo>
                    <a:lnTo>
                      <a:pt x="360" y="209"/>
                    </a:lnTo>
                    <a:lnTo>
                      <a:pt x="360" y="209"/>
                    </a:lnTo>
                    <a:lnTo>
                      <a:pt x="362" y="209"/>
                    </a:lnTo>
                    <a:lnTo>
                      <a:pt x="362" y="209"/>
                    </a:lnTo>
                    <a:lnTo>
                      <a:pt x="365" y="209"/>
                    </a:lnTo>
                    <a:lnTo>
                      <a:pt x="365" y="211"/>
                    </a:lnTo>
                    <a:lnTo>
                      <a:pt x="365" y="211"/>
                    </a:lnTo>
                    <a:lnTo>
                      <a:pt x="365" y="211"/>
                    </a:lnTo>
                    <a:lnTo>
                      <a:pt x="367" y="211"/>
                    </a:lnTo>
                    <a:lnTo>
                      <a:pt x="367" y="211"/>
                    </a:lnTo>
                    <a:lnTo>
                      <a:pt x="367" y="211"/>
                    </a:lnTo>
                    <a:lnTo>
                      <a:pt x="370" y="211"/>
                    </a:lnTo>
                    <a:lnTo>
                      <a:pt x="370" y="211"/>
                    </a:lnTo>
                    <a:lnTo>
                      <a:pt x="372" y="211"/>
                    </a:lnTo>
                    <a:lnTo>
                      <a:pt x="372" y="211"/>
                    </a:lnTo>
                    <a:lnTo>
                      <a:pt x="372" y="211"/>
                    </a:lnTo>
                    <a:lnTo>
                      <a:pt x="372" y="211"/>
                    </a:lnTo>
                    <a:lnTo>
                      <a:pt x="374" y="211"/>
                    </a:lnTo>
                    <a:lnTo>
                      <a:pt x="374" y="211"/>
                    </a:lnTo>
                    <a:lnTo>
                      <a:pt x="374" y="211"/>
                    </a:lnTo>
                    <a:lnTo>
                      <a:pt x="377" y="211"/>
                    </a:lnTo>
                    <a:lnTo>
                      <a:pt x="377" y="211"/>
                    </a:lnTo>
                    <a:lnTo>
                      <a:pt x="377" y="211"/>
                    </a:lnTo>
                    <a:lnTo>
                      <a:pt x="379" y="211"/>
                    </a:lnTo>
                    <a:lnTo>
                      <a:pt x="379" y="211"/>
                    </a:lnTo>
                    <a:lnTo>
                      <a:pt x="379" y="211"/>
                    </a:lnTo>
                    <a:lnTo>
                      <a:pt x="379" y="211"/>
                    </a:lnTo>
                    <a:lnTo>
                      <a:pt x="379" y="211"/>
                    </a:lnTo>
                    <a:lnTo>
                      <a:pt x="381" y="211"/>
                    </a:lnTo>
                    <a:lnTo>
                      <a:pt x="381" y="213"/>
                    </a:lnTo>
                    <a:lnTo>
                      <a:pt x="381" y="213"/>
                    </a:lnTo>
                    <a:lnTo>
                      <a:pt x="381" y="213"/>
                    </a:lnTo>
                    <a:lnTo>
                      <a:pt x="381" y="216"/>
                    </a:lnTo>
                    <a:lnTo>
                      <a:pt x="381" y="216"/>
                    </a:lnTo>
                    <a:lnTo>
                      <a:pt x="381" y="218"/>
                    </a:lnTo>
                    <a:lnTo>
                      <a:pt x="381" y="218"/>
                    </a:lnTo>
                    <a:lnTo>
                      <a:pt x="381" y="218"/>
                    </a:lnTo>
                    <a:lnTo>
                      <a:pt x="381" y="220"/>
                    </a:lnTo>
                    <a:lnTo>
                      <a:pt x="381" y="220"/>
                    </a:lnTo>
                    <a:lnTo>
                      <a:pt x="381" y="223"/>
                    </a:lnTo>
                    <a:lnTo>
                      <a:pt x="381" y="223"/>
                    </a:lnTo>
                    <a:lnTo>
                      <a:pt x="381" y="223"/>
                    </a:lnTo>
                    <a:lnTo>
                      <a:pt x="381" y="223"/>
                    </a:lnTo>
                    <a:lnTo>
                      <a:pt x="381" y="225"/>
                    </a:lnTo>
                    <a:lnTo>
                      <a:pt x="381" y="225"/>
                    </a:lnTo>
                    <a:lnTo>
                      <a:pt x="381" y="227"/>
                    </a:lnTo>
                    <a:lnTo>
                      <a:pt x="381" y="227"/>
                    </a:lnTo>
                    <a:lnTo>
                      <a:pt x="381" y="227"/>
                    </a:lnTo>
                    <a:lnTo>
                      <a:pt x="379" y="227"/>
                    </a:lnTo>
                    <a:lnTo>
                      <a:pt x="379" y="230"/>
                    </a:lnTo>
                    <a:lnTo>
                      <a:pt x="379" y="230"/>
                    </a:lnTo>
                    <a:lnTo>
                      <a:pt x="379" y="230"/>
                    </a:lnTo>
                    <a:lnTo>
                      <a:pt x="379" y="230"/>
                    </a:lnTo>
                    <a:lnTo>
                      <a:pt x="379" y="232"/>
                    </a:lnTo>
                    <a:lnTo>
                      <a:pt x="377" y="232"/>
                    </a:lnTo>
                    <a:lnTo>
                      <a:pt x="377" y="232"/>
                    </a:lnTo>
                    <a:lnTo>
                      <a:pt x="377" y="232"/>
                    </a:lnTo>
                    <a:lnTo>
                      <a:pt x="377" y="232"/>
                    </a:lnTo>
                    <a:lnTo>
                      <a:pt x="374" y="232"/>
                    </a:lnTo>
                    <a:lnTo>
                      <a:pt x="374" y="235"/>
                    </a:lnTo>
                    <a:lnTo>
                      <a:pt x="374" y="235"/>
                    </a:lnTo>
                    <a:lnTo>
                      <a:pt x="374" y="235"/>
                    </a:lnTo>
                    <a:lnTo>
                      <a:pt x="374" y="235"/>
                    </a:lnTo>
                    <a:lnTo>
                      <a:pt x="374" y="237"/>
                    </a:lnTo>
                    <a:lnTo>
                      <a:pt x="372" y="237"/>
                    </a:lnTo>
                    <a:lnTo>
                      <a:pt x="372" y="237"/>
                    </a:lnTo>
                    <a:lnTo>
                      <a:pt x="372" y="237"/>
                    </a:lnTo>
                    <a:lnTo>
                      <a:pt x="372" y="239"/>
                    </a:lnTo>
                    <a:lnTo>
                      <a:pt x="372" y="239"/>
                    </a:lnTo>
                    <a:lnTo>
                      <a:pt x="372" y="239"/>
                    </a:lnTo>
                    <a:lnTo>
                      <a:pt x="370" y="239"/>
                    </a:lnTo>
                    <a:lnTo>
                      <a:pt x="370" y="242"/>
                    </a:lnTo>
                    <a:lnTo>
                      <a:pt x="370" y="242"/>
                    </a:lnTo>
                    <a:lnTo>
                      <a:pt x="370" y="242"/>
                    </a:lnTo>
                    <a:lnTo>
                      <a:pt x="367" y="242"/>
                    </a:lnTo>
                    <a:lnTo>
                      <a:pt x="367" y="242"/>
                    </a:lnTo>
                    <a:lnTo>
                      <a:pt x="367" y="242"/>
                    </a:lnTo>
                    <a:lnTo>
                      <a:pt x="367" y="244"/>
                    </a:lnTo>
                    <a:lnTo>
                      <a:pt x="367" y="244"/>
                    </a:lnTo>
                    <a:lnTo>
                      <a:pt x="367" y="244"/>
                    </a:lnTo>
                    <a:lnTo>
                      <a:pt x="367" y="246"/>
                    </a:lnTo>
                    <a:lnTo>
                      <a:pt x="365" y="246"/>
                    </a:lnTo>
                    <a:lnTo>
                      <a:pt x="365" y="246"/>
                    </a:lnTo>
                    <a:lnTo>
                      <a:pt x="365" y="246"/>
                    </a:lnTo>
                    <a:lnTo>
                      <a:pt x="365" y="249"/>
                    </a:lnTo>
                    <a:lnTo>
                      <a:pt x="365" y="249"/>
                    </a:lnTo>
                    <a:lnTo>
                      <a:pt x="365" y="249"/>
                    </a:lnTo>
                    <a:lnTo>
                      <a:pt x="362" y="249"/>
                    </a:lnTo>
                    <a:lnTo>
                      <a:pt x="362" y="251"/>
                    </a:lnTo>
                    <a:lnTo>
                      <a:pt x="362" y="251"/>
                    </a:lnTo>
                    <a:lnTo>
                      <a:pt x="362" y="251"/>
                    </a:lnTo>
                    <a:lnTo>
                      <a:pt x="362" y="251"/>
                    </a:lnTo>
                    <a:lnTo>
                      <a:pt x="362" y="251"/>
                    </a:lnTo>
                    <a:lnTo>
                      <a:pt x="365" y="251"/>
                    </a:lnTo>
                    <a:lnTo>
                      <a:pt x="365" y="254"/>
                    </a:lnTo>
                    <a:lnTo>
                      <a:pt x="365" y="254"/>
                    </a:lnTo>
                    <a:lnTo>
                      <a:pt x="365" y="254"/>
                    </a:lnTo>
                    <a:lnTo>
                      <a:pt x="365" y="254"/>
                    </a:lnTo>
                    <a:lnTo>
                      <a:pt x="365" y="256"/>
                    </a:lnTo>
                    <a:lnTo>
                      <a:pt x="367" y="256"/>
                    </a:lnTo>
                    <a:lnTo>
                      <a:pt x="367" y="256"/>
                    </a:lnTo>
                    <a:lnTo>
                      <a:pt x="367" y="258"/>
                    </a:lnTo>
                    <a:lnTo>
                      <a:pt x="367" y="258"/>
                    </a:lnTo>
                    <a:lnTo>
                      <a:pt x="367" y="258"/>
                    </a:lnTo>
                    <a:lnTo>
                      <a:pt x="367" y="258"/>
                    </a:lnTo>
                    <a:lnTo>
                      <a:pt x="367" y="261"/>
                    </a:lnTo>
                    <a:lnTo>
                      <a:pt x="370" y="261"/>
                    </a:lnTo>
                    <a:lnTo>
                      <a:pt x="370" y="261"/>
                    </a:lnTo>
                    <a:lnTo>
                      <a:pt x="370" y="261"/>
                    </a:lnTo>
                    <a:lnTo>
                      <a:pt x="370" y="261"/>
                    </a:lnTo>
                    <a:lnTo>
                      <a:pt x="372" y="261"/>
                    </a:lnTo>
                    <a:lnTo>
                      <a:pt x="372" y="261"/>
                    </a:lnTo>
                    <a:lnTo>
                      <a:pt x="372" y="263"/>
                    </a:lnTo>
                    <a:lnTo>
                      <a:pt x="372" y="263"/>
                    </a:lnTo>
                    <a:lnTo>
                      <a:pt x="372" y="263"/>
                    </a:lnTo>
                    <a:lnTo>
                      <a:pt x="372" y="265"/>
                    </a:lnTo>
                    <a:lnTo>
                      <a:pt x="372" y="265"/>
                    </a:lnTo>
                    <a:lnTo>
                      <a:pt x="372" y="268"/>
                    </a:lnTo>
                    <a:lnTo>
                      <a:pt x="374" y="268"/>
                    </a:lnTo>
                    <a:lnTo>
                      <a:pt x="374" y="268"/>
                    </a:lnTo>
                    <a:lnTo>
                      <a:pt x="374" y="270"/>
                    </a:lnTo>
                    <a:lnTo>
                      <a:pt x="374" y="270"/>
                    </a:lnTo>
                    <a:lnTo>
                      <a:pt x="374" y="270"/>
                    </a:lnTo>
                    <a:lnTo>
                      <a:pt x="374" y="270"/>
                    </a:lnTo>
                    <a:lnTo>
                      <a:pt x="374" y="270"/>
                    </a:lnTo>
                    <a:lnTo>
                      <a:pt x="374" y="273"/>
                    </a:lnTo>
                    <a:lnTo>
                      <a:pt x="377" y="273"/>
                    </a:lnTo>
                    <a:lnTo>
                      <a:pt x="377" y="273"/>
                    </a:lnTo>
                    <a:lnTo>
                      <a:pt x="377" y="273"/>
                    </a:lnTo>
                    <a:lnTo>
                      <a:pt x="377" y="275"/>
                    </a:lnTo>
                    <a:lnTo>
                      <a:pt x="377" y="275"/>
                    </a:lnTo>
                    <a:lnTo>
                      <a:pt x="379" y="275"/>
                    </a:lnTo>
                    <a:lnTo>
                      <a:pt x="379" y="277"/>
                    </a:lnTo>
                    <a:lnTo>
                      <a:pt x="379" y="277"/>
                    </a:lnTo>
                    <a:lnTo>
                      <a:pt x="379" y="277"/>
                    </a:lnTo>
                    <a:lnTo>
                      <a:pt x="379" y="280"/>
                    </a:lnTo>
                    <a:lnTo>
                      <a:pt x="379" y="280"/>
                    </a:lnTo>
                    <a:lnTo>
                      <a:pt x="381" y="280"/>
                    </a:lnTo>
                    <a:lnTo>
                      <a:pt x="381" y="280"/>
                    </a:lnTo>
                    <a:lnTo>
                      <a:pt x="381" y="282"/>
                    </a:lnTo>
                    <a:lnTo>
                      <a:pt x="381" y="282"/>
                    </a:lnTo>
                    <a:lnTo>
                      <a:pt x="381" y="282"/>
                    </a:lnTo>
                    <a:lnTo>
                      <a:pt x="381" y="282"/>
                    </a:lnTo>
                    <a:lnTo>
                      <a:pt x="384" y="282"/>
                    </a:lnTo>
                    <a:lnTo>
                      <a:pt x="384" y="282"/>
                    </a:lnTo>
                    <a:lnTo>
                      <a:pt x="384" y="282"/>
                    </a:lnTo>
                    <a:lnTo>
                      <a:pt x="384" y="284"/>
                    </a:lnTo>
                    <a:lnTo>
                      <a:pt x="386" y="284"/>
                    </a:lnTo>
                    <a:lnTo>
                      <a:pt x="386" y="284"/>
                    </a:lnTo>
                    <a:lnTo>
                      <a:pt x="386" y="284"/>
                    </a:lnTo>
                    <a:lnTo>
                      <a:pt x="386" y="284"/>
                    </a:lnTo>
                    <a:lnTo>
                      <a:pt x="389" y="284"/>
                    </a:lnTo>
                    <a:lnTo>
                      <a:pt x="389" y="284"/>
                    </a:lnTo>
                    <a:lnTo>
                      <a:pt x="391" y="284"/>
                    </a:lnTo>
                    <a:lnTo>
                      <a:pt x="391" y="284"/>
                    </a:lnTo>
                    <a:lnTo>
                      <a:pt x="391" y="287"/>
                    </a:lnTo>
                    <a:lnTo>
                      <a:pt x="391" y="287"/>
                    </a:lnTo>
                    <a:lnTo>
                      <a:pt x="393" y="287"/>
                    </a:lnTo>
                    <a:lnTo>
                      <a:pt x="393" y="287"/>
                    </a:lnTo>
                    <a:lnTo>
                      <a:pt x="393" y="287"/>
                    </a:lnTo>
                    <a:lnTo>
                      <a:pt x="393" y="287"/>
                    </a:lnTo>
                    <a:lnTo>
                      <a:pt x="396" y="287"/>
                    </a:lnTo>
                    <a:lnTo>
                      <a:pt x="396" y="287"/>
                    </a:lnTo>
                    <a:lnTo>
                      <a:pt x="396" y="289"/>
                    </a:lnTo>
                    <a:lnTo>
                      <a:pt x="398" y="289"/>
                    </a:lnTo>
                    <a:lnTo>
                      <a:pt x="398" y="289"/>
                    </a:lnTo>
                    <a:lnTo>
                      <a:pt x="398" y="289"/>
                    </a:lnTo>
                    <a:lnTo>
                      <a:pt x="398" y="291"/>
                    </a:lnTo>
                    <a:lnTo>
                      <a:pt x="398" y="291"/>
                    </a:lnTo>
                    <a:lnTo>
                      <a:pt x="398" y="291"/>
                    </a:lnTo>
                    <a:lnTo>
                      <a:pt x="400" y="291"/>
                    </a:lnTo>
                    <a:lnTo>
                      <a:pt x="400" y="291"/>
                    </a:lnTo>
                    <a:lnTo>
                      <a:pt x="400" y="291"/>
                    </a:lnTo>
                    <a:lnTo>
                      <a:pt x="400" y="291"/>
                    </a:lnTo>
                    <a:lnTo>
                      <a:pt x="403" y="291"/>
                    </a:lnTo>
                    <a:lnTo>
                      <a:pt x="403" y="291"/>
                    </a:lnTo>
                    <a:lnTo>
                      <a:pt x="403" y="291"/>
                    </a:lnTo>
                    <a:lnTo>
                      <a:pt x="403" y="291"/>
                    </a:lnTo>
                    <a:lnTo>
                      <a:pt x="403" y="294"/>
                    </a:lnTo>
                    <a:lnTo>
                      <a:pt x="403" y="294"/>
                    </a:lnTo>
                    <a:lnTo>
                      <a:pt x="403" y="296"/>
                    </a:lnTo>
                    <a:lnTo>
                      <a:pt x="403" y="296"/>
                    </a:lnTo>
                    <a:lnTo>
                      <a:pt x="403" y="299"/>
                    </a:lnTo>
                    <a:lnTo>
                      <a:pt x="403" y="299"/>
                    </a:lnTo>
                    <a:lnTo>
                      <a:pt x="403" y="301"/>
                    </a:lnTo>
                    <a:lnTo>
                      <a:pt x="403" y="301"/>
                    </a:lnTo>
                    <a:lnTo>
                      <a:pt x="403" y="301"/>
                    </a:lnTo>
                    <a:lnTo>
                      <a:pt x="405" y="301"/>
                    </a:lnTo>
                    <a:lnTo>
                      <a:pt x="405" y="303"/>
                    </a:lnTo>
                    <a:lnTo>
                      <a:pt x="405" y="303"/>
                    </a:lnTo>
                    <a:lnTo>
                      <a:pt x="405" y="306"/>
                    </a:lnTo>
                    <a:lnTo>
                      <a:pt x="405" y="306"/>
                    </a:lnTo>
                    <a:lnTo>
                      <a:pt x="405" y="308"/>
                    </a:lnTo>
                    <a:lnTo>
                      <a:pt x="405" y="308"/>
                    </a:lnTo>
                    <a:lnTo>
                      <a:pt x="405" y="310"/>
                    </a:lnTo>
                    <a:lnTo>
                      <a:pt x="405" y="310"/>
                    </a:lnTo>
                    <a:lnTo>
                      <a:pt x="405" y="310"/>
                    </a:lnTo>
                    <a:lnTo>
                      <a:pt x="405" y="310"/>
                    </a:lnTo>
                    <a:lnTo>
                      <a:pt x="405" y="310"/>
                    </a:lnTo>
                    <a:lnTo>
                      <a:pt x="405" y="313"/>
                    </a:lnTo>
                    <a:lnTo>
                      <a:pt x="405" y="313"/>
                    </a:lnTo>
                    <a:lnTo>
                      <a:pt x="405" y="315"/>
                    </a:lnTo>
                    <a:lnTo>
                      <a:pt x="405" y="315"/>
                    </a:lnTo>
                    <a:lnTo>
                      <a:pt x="403" y="315"/>
                    </a:lnTo>
                    <a:lnTo>
                      <a:pt x="403" y="318"/>
                    </a:lnTo>
                    <a:lnTo>
                      <a:pt x="403" y="318"/>
                    </a:lnTo>
                    <a:lnTo>
                      <a:pt x="405" y="318"/>
                    </a:lnTo>
                    <a:lnTo>
                      <a:pt x="405" y="318"/>
                    </a:lnTo>
                    <a:lnTo>
                      <a:pt x="405" y="318"/>
                    </a:lnTo>
                    <a:lnTo>
                      <a:pt x="407" y="318"/>
                    </a:lnTo>
                    <a:lnTo>
                      <a:pt x="407" y="318"/>
                    </a:lnTo>
                    <a:lnTo>
                      <a:pt x="407" y="318"/>
                    </a:lnTo>
                    <a:lnTo>
                      <a:pt x="407" y="318"/>
                    </a:lnTo>
                    <a:lnTo>
                      <a:pt x="410" y="318"/>
                    </a:lnTo>
                    <a:lnTo>
                      <a:pt x="410" y="318"/>
                    </a:lnTo>
                    <a:lnTo>
                      <a:pt x="412" y="318"/>
                    </a:lnTo>
                    <a:lnTo>
                      <a:pt x="412" y="318"/>
                    </a:lnTo>
                    <a:lnTo>
                      <a:pt x="412" y="318"/>
                    </a:lnTo>
                    <a:lnTo>
                      <a:pt x="412" y="318"/>
                    </a:lnTo>
                    <a:lnTo>
                      <a:pt x="415" y="318"/>
                    </a:lnTo>
                    <a:lnTo>
                      <a:pt x="415" y="320"/>
                    </a:lnTo>
                    <a:lnTo>
                      <a:pt x="415" y="320"/>
                    </a:lnTo>
                    <a:lnTo>
                      <a:pt x="415" y="320"/>
                    </a:lnTo>
                    <a:lnTo>
                      <a:pt x="412" y="320"/>
                    </a:lnTo>
                    <a:lnTo>
                      <a:pt x="412" y="322"/>
                    </a:lnTo>
                    <a:lnTo>
                      <a:pt x="412" y="322"/>
                    </a:lnTo>
                    <a:lnTo>
                      <a:pt x="412" y="325"/>
                    </a:lnTo>
                    <a:lnTo>
                      <a:pt x="412" y="325"/>
                    </a:lnTo>
                    <a:lnTo>
                      <a:pt x="415" y="325"/>
                    </a:lnTo>
                    <a:lnTo>
                      <a:pt x="415" y="327"/>
                    </a:lnTo>
                    <a:lnTo>
                      <a:pt x="412" y="327"/>
                    </a:lnTo>
                    <a:lnTo>
                      <a:pt x="412" y="327"/>
                    </a:lnTo>
                    <a:lnTo>
                      <a:pt x="412" y="327"/>
                    </a:lnTo>
                    <a:lnTo>
                      <a:pt x="412" y="329"/>
                    </a:lnTo>
                    <a:lnTo>
                      <a:pt x="412" y="329"/>
                    </a:lnTo>
                    <a:lnTo>
                      <a:pt x="412" y="329"/>
                    </a:lnTo>
                    <a:lnTo>
                      <a:pt x="412" y="329"/>
                    </a:lnTo>
                    <a:lnTo>
                      <a:pt x="412" y="332"/>
                    </a:lnTo>
                    <a:lnTo>
                      <a:pt x="412" y="332"/>
                    </a:lnTo>
                    <a:lnTo>
                      <a:pt x="410" y="332"/>
                    </a:lnTo>
                    <a:lnTo>
                      <a:pt x="410" y="332"/>
                    </a:lnTo>
                    <a:lnTo>
                      <a:pt x="407" y="332"/>
                    </a:lnTo>
                    <a:lnTo>
                      <a:pt x="407" y="332"/>
                    </a:lnTo>
                    <a:lnTo>
                      <a:pt x="407" y="332"/>
                    </a:lnTo>
                    <a:lnTo>
                      <a:pt x="407" y="332"/>
                    </a:lnTo>
                    <a:lnTo>
                      <a:pt x="405" y="332"/>
                    </a:lnTo>
                    <a:lnTo>
                      <a:pt x="405" y="332"/>
                    </a:lnTo>
                    <a:lnTo>
                      <a:pt x="405" y="332"/>
                    </a:lnTo>
                    <a:lnTo>
                      <a:pt x="403" y="332"/>
                    </a:lnTo>
                    <a:lnTo>
                      <a:pt x="403" y="332"/>
                    </a:lnTo>
                    <a:lnTo>
                      <a:pt x="403" y="332"/>
                    </a:lnTo>
                    <a:lnTo>
                      <a:pt x="400" y="332"/>
                    </a:lnTo>
                    <a:lnTo>
                      <a:pt x="400" y="332"/>
                    </a:lnTo>
                    <a:lnTo>
                      <a:pt x="400" y="332"/>
                    </a:lnTo>
                    <a:lnTo>
                      <a:pt x="400" y="334"/>
                    </a:lnTo>
                    <a:lnTo>
                      <a:pt x="398" y="334"/>
                    </a:lnTo>
                    <a:lnTo>
                      <a:pt x="398" y="334"/>
                    </a:lnTo>
                    <a:lnTo>
                      <a:pt x="398" y="334"/>
                    </a:lnTo>
                    <a:lnTo>
                      <a:pt x="396" y="334"/>
                    </a:lnTo>
                    <a:lnTo>
                      <a:pt x="396" y="334"/>
                    </a:lnTo>
                    <a:lnTo>
                      <a:pt x="396" y="334"/>
                    </a:lnTo>
                    <a:lnTo>
                      <a:pt x="393" y="334"/>
                    </a:lnTo>
                    <a:lnTo>
                      <a:pt x="393" y="334"/>
                    </a:lnTo>
                    <a:lnTo>
                      <a:pt x="393" y="334"/>
                    </a:lnTo>
                    <a:lnTo>
                      <a:pt x="393" y="336"/>
                    </a:lnTo>
                    <a:lnTo>
                      <a:pt x="393" y="336"/>
                    </a:lnTo>
                    <a:lnTo>
                      <a:pt x="391" y="336"/>
                    </a:lnTo>
                    <a:lnTo>
                      <a:pt x="391" y="339"/>
                    </a:lnTo>
                    <a:lnTo>
                      <a:pt x="393" y="339"/>
                    </a:lnTo>
                    <a:lnTo>
                      <a:pt x="393" y="339"/>
                    </a:lnTo>
                    <a:lnTo>
                      <a:pt x="391" y="339"/>
                    </a:lnTo>
                    <a:lnTo>
                      <a:pt x="391" y="339"/>
                    </a:lnTo>
                    <a:lnTo>
                      <a:pt x="391" y="339"/>
                    </a:lnTo>
                    <a:lnTo>
                      <a:pt x="389" y="339"/>
                    </a:lnTo>
                    <a:lnTo>
                      <a:pt x="389" y="341"/>
                    </a:lnTo>
                    <a:lnTo>
                      <a:pt x="389" y="341"/>
                    </a:lnTo>
                    <a:lnTo>
                      <a:pt x="386" y="341"/>
                    </a:lnTo>
                    <a:lnTo>
                      <a:pt x="386" y="341"/>
                    </a:lnTo>
                    <a:lnTo>
                      <a:pt x="386" y="341"/>
                    </a:lnTo>
                    <a:lnTo>
                      <a:pt x="386" y="341"/>
                    </a:lnTo>
                    <a:lnTo>
                      <a:pt x="386" y="341"/>
                    </a:lnTo>
                    <a:lnTo>
                      <a:pt x="384" y="341"/>
                    </a:lnTo>
                    <a:lnTo>
                      <a:pt x="384" y="341"/>
                    </a:lnTo>
                    <a:lnTo>
                      <a:pt x="381" y="341"/>
                    </a:lnTo>
                    <a:lnTo>
                      <a:pt x="381" y="344"/>
                    </a:lnTo>
                    <a:lnTo>
                      <a:pt x="381" y="344"/>
                    </a:lnTo>
                    <a:lnTo>
                      <a:pt x="381" y="346"/>
                    </a:lnTo>
                    <a:lnTo>
                      <a:pt x="381" y="346"/>
                    </a:lnTo>
                    <a:lnTo>
                      <a:pt x="381" y="348"/>
                    </a:lnTo>
                    <a:lnTo>
                      <a:pt x="381" y="348"/>
                    </a:lnTo>
                    <a:lnTo>
                      <a:pt x="381" y="348"/>
                    </a:lnTo>
                    <a:lnTo>
                      <a:pt x="381" y="351"/>
                    </a:lnTo>
                    <a:lnTo>
                      <a:pt x="381" y="351"/>
                    </a:lnTo>
                    <a:lnTo>
                      <a:pt x="381" y="351"/>
                    </a:lnTo>
                    <a:lnTo>
                      <a:pt x="381" y="353"/>
                    </a:lnTo>
                    <a:lnTo>
                      <a:pt x="381" y="353"/>
                    </a:lnTo>
                    <a:lnTo>
                      <a:pt x="381" y="353"/>
                    </a:lnTo>
                    <a:lnTo>
                      <a:pt x="379" y="353"/>
                    </a:lnTo>
                    <a:lnTo>
                      <a:pt x="379" y="355"/>
                    </a:lnTo>
                    <a:lnTo>
                      <a:pt x="379" y="355"/>
                    </a:lnTo>
                    <a:lnTo>
                      <a:pt x="379" y="358"/>
                    </a:lnTo>
                    <a:lnTo>
                      <a:pt x="379" y="358"/>
                    </a:lnTo>
                    <a:lnTo>
                      <a:pt x="379" y="358"/>
                    </a:lnTo>
                    <a:lnTo>
                      <a:pt x="379" y="360"/>
                    </a:lnTo>
                    <a:lnTo>
                      <a:pt x="379" y="360"/>
                    </a:lnTo>
                    <a:lnTo>
                      <a:pt x="379" y="360"/>
                    </a:lnTo>
                    <a:lnTo>
                      <a:pt x="379" y="363"/>
                    </a:lnTo>
                    <a:lnTo>
                      <a:pt x="379" y="363"/>
                    </a:lnTo>
                    <a:lnTo>
                      <a:pt x="379" y="365"/>
                    </a:lnTo>
                    <a:lnTo>
                      <a:pt x="379" y="365"/>
                    </a:lnTo>
                    <a:lnTo>
                      <a:pt x="379" y="367"/>
                    </a:lnTo>
                    <a:lnTo>
                      <a:pt x="379" y="367"/>
                    </a:lnTo>
                    <a:lnTo>
                      <a:pt x="379" y="367"/>
                    </a:lnTo>
                    <a:lnTo>
                      <a:pt x="379" y="370"/>
                    </a:lnTo>
                    <a:lnTo>
                      <a:pt x="379" y="370"/>
                    </a:lnTo>
                    <a:lnTo>
                      <a:pt x="377" y="370"/>
                    </a:lnTo>
                    <a:lnTo>
                      <a:pt x="377" y="370"/>
                    </a:lnTo>
                    <a:lnTo>
                      <a:pt x="374" y="370"/>
                    </a:lnTo>
                    <a:lnTo>
                      <a:pt x="374" y="370"/>
                    </a:lnTo>
                    <a:lnTo>
                      <a:pt x="374" y="372"/>
                    </a:lnTo>
                    <a:lnTo>
                      <a:pt x="374" y="372"/>
                    </a:lnTo>
                    <a:lnTo>
                      <a:pt x="374" y="372"/>
                    </a:lnTo>
                    <a:lnTo>
                      <a:pt x="374" y="372"/>
                    </a:lnTo>
                    <a:lnTo>
                      <a:pt x="372" y="372"/>
                    </a:lnTo>
                    <a:lnTo>
                      <a:pt x="372" y="372"/>
                    </a:lnTo>
                    <a:lnTo>
                      <a:pt x="372" y="372"/>
                    </a:lnTo>
                    <a:lnTo>
                      <a:pt x="372" y="372"/>
                    </a:lnTo>
                    <a:lnTo>
                      <a:pt x="370" y="372"/>
                    </a:lnTo>
                    <a:lnTo>
                      <a:pt x="370" y="372"/>
                    </a:lnTo>
                    <a:lnTo>
                      <a:pt x="367" y="372"/>
                    </a:lnTo>
                    <a:lnTo>
                      <a:pt x="367" y="370"/>
                    </a:lnTo>
                    <a:lnTo>
                      <a:pt x="367" y="370"/>
                    </a:lnTo>
                    <a:lnTo>
                      <a:pt x="367" y="370"/>
                    </a:lnTo>
                    <a:lnTo>
                      <a:pt x="367" y="370"/>
                    </a:lnTo>
                    <a:lnTo>
                      <a:pt x="365" y="370"/>
                    </a:lnTo>
                    <a:lnTo>
                      <a:pt x="365" y="370"/>
                    </a:lnTo>
                    <a:lnTo>
                      <a:pt x="365" y="370"/>
                    </a:lnTo>
                    <a:lnTo>
                      <a:pt x="365" y="370"/>
                    </a:lnTo>
                    <a:lnTo>
                      <a:pt x="362" y="370"/>
                    </a:lnTo>
                    <a:lnTo>
                      <a:pt x="362" y="370"/>
                    </a:lnTo>
                    <a:lnTo>
                      <a:pt x="360" y="370"/>
                    </a:lnTo>
                    <a:lnTo>
                      <a:pt x="360" y="367"/>
                    </a:lnTo>
                    <a:lnTo>
                      <a:pt x="360" y="367"/>
                    </a:lnTo>
                    <a:lnTo>
                      <a:pt x="360" y="367"/>
                    </a:lnTo>
                    <a:lnTo>
                      <a:pt x="358" y="367"/>
                    </a:lnTo>
                    <a:lnTo>
                      <a:pt x="358" y="367"/>
                    </a:lnTo>
                    <a:lnTo>
                      <a:pt x="358" y="367"/>
                    </a:lnTo>
                    <a:lnTo>
                      <a:pt x="355" y="367"/>
                    </a:lnTo>
                    <a:lnTo>
                      <a:pt x="355" y="367"/>
                    </a:lnTo>
                    <a:lnTo>
                      <a:pt x="355" y="365"/>
                    </a:lnTo>
                    <a:lnTo>
                      <a:pt x="355" y="365"/>
                    </a:lnTo>
                    <a:lnTo>
                      <a:pt x="355" y="363"/>
                    </a:lnTo>
                    <a:lnTo>
                      <a:pt x="355" y="363"/>
                    </a:lnTo>
                    <a:lnTo>
                      <a:pt x="353" y="363"/>
                    </a:lnTo>
                    <a:lnTo>
                      <a:pt x="353" y="363"/>
                    </a:lnTo>
                    <a:lnTo>
                      <a:pt x="353" y="365"/>
                    </a:lnTo>
                    <a:lnTo>
                      <a:pt x="353" y="365"/>
                    </a:lnTo>
                    <a:lnTo>
                      <a:pt x="353" y="365"/>
                    </a:lnTo>
                    <a:lnTo>
                      <a:pt x="353" y="367"/>
                    </a:lnTo>
                    <a:lnTo>
                      <a:pt x="353" y="367"/>
                    </a:lnTo>
                    <a:lnTo>
                      <a:pt x="353" y="367"/>
                    </a:lnTo>
                    <a:lnTo>
                      <a:pt x="351" y="367"/>
                    </a:lnTo>
                    <a:lnTo>
                      <a:pt x="351" y="367"/>
                    </a:lnTo>
                    <a:lnTo>
                      <a:pt x="351" y="365"/>
                    </a:lnTo>
                    <a:lnTo>
                      <a:pt x="348" y="365"/>
                    </a:lnTo>
                    <a:lnTo>
                      <a:pt x="348" y="365"/>
                    </a:lnTo>
                    <a:lnTo>
                      <a:pt x="348" y="365"/>
                    </a:lnTo>
                    <a:lnTo>
                      <a:pt x="348" y="365"/>
                    </a:lnTo>
                    <a:lnTo>
                      <a:pt x="348" y="365"/>
                    </a:lnTo>
                    <a:lnTo>
                      <a:pt x="348" y="367"/>
                    </a:lnTo>
                    <a:lnTo>
                      <a:pt x="346" y="367"/>
                    </a:lnTo>
                    <a:lnTo>
                      <a:pt x="346" y="365"/>
                    </a:lnTo>
                    <a:lnTo>
                      <a:pt x="346" y="365"/>
                    </a:lnTo>
                    <a:lnTo>
                      <a:pt x="346" y="365"/>
                    </a:lnTo>
                    <a:lnTo>
                      <a:pt x="346" y="365"/>
                    </a:lnTo>
                    <a:lnTo>
                      <a:pt x="344" y="365"/>
                    </a:lnTo>
                    <a:lnTo>
                      <a:pt x="344" y="365"/>
                    </a:lnTo>
                    <a:lnTo>
                      <a:pt x="341" y="365"/>
                    </a:lnTo>
                    <a:lnTo>
                      <a:pt x="341" y="365"/>
                    </a:lnTo>
                    <a:lnTo>
                      <a:pt x="341" y="365"/>
                    </a:lnTo>
                    <a:lnTo>
                      <a:pt x="341" y="365"/>
                    </a:lnTo>
                    <a:lnTo>
                      <a:pt x="339" y="365"/>
                    </a:lnTo>
                    <a:lnTo>
                      <a:pt x="339" y="365"/>
                    </a:lnTo>
                    <a:lnTo>
                      <a:pt x="339" y="365"/>
                    </a:lnTo>
                    <a:lnTo>
                      <a:pt x="339" y="365"/>
                    </a:lnTo>
                    <a:lnTo>
                      <a:pt x="336" y="365"/>
                    </a:lnTo>
                    <a:lnTo>
                      <a:pt x="336" y="365"/>
                    </a:lnTo>
                    <a:lnTo>
                      <a:pt x="334" y="365"/>
                    </a:lnTo>
                    <a:lnTo>
                      <a:pt x="334" y="365"/>
                    </a:lnTo>
                    <a:lnTo>
                      <a:pt x="334" y="365"/>
                    </a:lnTo>
                    <a:lnTo>
                      <a:pt x="332" y="365"/>
                    </a:lnTo>
                    <a:lnTo>
                      <a:pt x="332" y="363"/>
                    </a:lnTo>
                    <a:lnTo>
                      <a:pt x="332" y="363"/>
                    </a:lnTo>
                    <a:lnTo>
                      <a:pt x="332" y="363"/>
                    </a:lnTo>
                    <a:lnTo>
                      <a:pt x="332" y="363"/>
                    </a:lnTo>
                    <a:lnTo>
                      <a:pt x="329" y="363"/>
                    </a:lnTo>
                    <a:lnTo>
                      <a:pt x="329" y="363"/>
                    </a:lnTo>
                    <a:lnTo>
                      <a:pt x="329" y="363"/>
                    </a:lnTo>
                    <a:lnTo>
                      <a:pt x="327" y="363"/>
                    </a:lnTo>
                    <a:lnTo>
                      <a:pt x="327" y="363"/>
                    </a:lnTo>
                    <a:lnTo>
                      <a:pt x="327" y="363"/>
                    </a:lnTo>
                    <a:lnTo>
                      <a:pt x="325" y="363"/>
                    </a:lnTo>
                    <a:lnTo>
                      <a:pt x="325" y="365"/>
                    </a:lnTo>
                    <a:lnTo>
                      <a:pt x="325" y="365"/>
                    </a:lnTo>
                    <a:lnTo>
                      <a:pt x="325" y="365"/>
                    </a:lnTo>
                    <a:lnTo>
                      <a:pt x="322" y="365"/>
                    </a:lnTo>
                    <a:lnTo>
                      <a:pt x="322" y="365"/>
                    </a:lnTo>
                    <a:lnTo>
                      <a:pt x="322" y="363"/>
                    </a:lnTo>
                    <a:lnTo>
                      <a:pt x="320" y="363"/>
                    </a:lnTo>
                    <a:lnTo>
                      <a:pt x="320" y="363"/>
                    </a:lnTo>
                    <a:lnTo>
                      <a:pt x="320" y="363"/>
                    </a:lnTo>
                    <a:lnTo>
                      <a:pt x="320" y="360"/>
                    </a:lnTo>
                    <a:lnTo>
                      <a:pt x="320" y="360"/>
                    </a:lnTo>
                    <a:lnTo>
                      <a:pt x="318" y="360"/>
                    </a:lnTo>
                    <a:lnTo>
                      <a:pt x="318" y="360"/>
                    </a:lnTo>
                    <a:lnTo>
                      <a:pt x="318" y="360"/>
                    </a:lnTo>
                    <a:lnTo>
                      <a:pt x="318" y="360"/>
                    </a:lnTo>
                    <a:lnTo>
                      <a:pt x="315" y="360"/>
                    </a:lnTo>
                    <a:lnTo>
                      <a:pt x="315" y="360"/>
                    </a:lnTo>
                    <a:lnTo>
                      <a:pt x="313" y="360"/>
                    </a:lnTo>
                    <a:lnTo>
                      <a:pt x="313" y="360"/>
                    </a:lnTo>
                    <a:lnTo>
                      <a:pt x="313" y="360"/>
                    </a:lnTo>
                    <a:lnTo>
                      <a:pt x="313" y="360"/>
                    </a:lnTo>
                    <a:lnTo>
                      <a:pt x="310" y="360"/>
                    </a:lnTo>
                    <a:lnTo>
                      <a:pt x="310" y="360"/>
                    </a:lnTo>
                    <a:lnTo>
                      <a:pt x="308" y="360"/>
                    </a:lnTo>
                    <a:lnTo>
                      <a:pt x="308" y="360"/>
                    </a:lnTo>
                    <a:lnTo>
                      <a:pt x="308" y="360"/>
                    </a:lnTo>
                    <a:lnTo>
                      <a:pt x="306" y="360"/>
                    </a:lnTo>
                    <a:lnTo>
                      <a:pt x="306" y="360"/>
                    </a:lnTo>
                    <a:lnTo>
                      <a:pt x="306" y="360"/>
                    </a:lnTo>
                    <a:lnTo>
                      <a:pt x="306" y="360"/>
                    </a:lnTo>
                    <a:lnTo>
                      <a:pt x="303" y="360"/>
                    </a:lnTo>
                    <a:lnTo>
                      <a:pt x="303" y="360"/>
                    </a:lnTo>
                    <a:lnTo>
                      <a:pt x="301" y="360"/>
                    </a:lnTo>
                    <a:lnTo>
                      <a:pt x="301" y="360"/>
                    </a:lnTo>
                    <a:lnTo>
                      <a:pt x="301" y="360"/>
                    </a:lnTo>
                    <a:lnTo>
                      <a:pt x="301" y="360"/>
                    </a:lnTo>
                    <a:lnTo>
                      <a:pt x="301" y="358"/>
                    </a:lnTo>
                    <a:lnTo>
                      <a:pt x="299" y="358"/>
                    </a:lnTo>
                    <a:lnTo>
                      <a:pt x="299" y="358"/>
                    </a:lnTo>
                    <a:lnTo>
                      <a:pt x="299" y="358"/>
                    </a:lnTo>
                    <a:lnTo>
                      <a:pt x="299" y="358"/>
                    </a:lnTo>
                    <a:lnTo>
                      <a:pt x="296" y="358"/>
                    </a:lnTo>
                    <a:lnTo>
                      <a:pt x="296" y="358"/>
                    </a:lnTo>
                    <a:lnTo>
                      <a:pt x="296" y="358"/>
                    </a:lnTo>
                    <a:lnTo>
                      <a:pt x="294" y="358"/>
                    </a:lnTo>
                    <a:lnTo>
                      <a:pt x="294" y="358"/>
                    </a:lnTo>
                    <a:lnTo>
                      <a:pt x="294" y="355"/>
                    </a:lnTo>
                    <a:lnTo>
                      <a:pt x="294" y="355"/>
                    </a:lnTo>
                    <a:lnTo>
                      <a:pt x="294" y="355"/>
                    </a:lnTo>
                    <a:lnTo>
                      <a:pt x="291" y="355"/>
                    </a:lnTo>
                    <a:lnTo>
                      <a:pt x="291" y="355"/>
                    </a:lnTo>
                    <a:lnTo>
                      <a:pt x="291" y="355"/>
                    </a:lnTo>
                    <a:lnTo>
                      <a:pt x="289" y="355"/>
                    </a:lnTo>
                    <a:lnTo>
                      <a:pt x="289" y="355"/>
                    </a:lnTo>
                    <a:lnTo>
                      <a:pt x="289" y="355"/>
                    </a:lnTo>
                    <a:lnTo>
                      <a:pt x="287" y="355"/>
                    </a:lnTo>
                    <a:lnTo>
                      <a:pt x="287" y="355"/>
                    </a:lnTo>
                    <a:lnTo>
                      <a:pt x="287" y="355"/>
                    </a:lnTo>
                    <a:lnTo>
                      <a:pt x="284" y="355"/>
                    </a:lnTo>
                    <a:lnTo>
                      <a:pt x="284" y="353"/>
                    </a:lnTo>
                    <a:lnTo>
                      <a:pt x="284" y="353"/>
                    </a:lnTo>
                    <a:lnTo>
                      <a:pt x="284" y="353"/>
                    </a:lnTo>
                    <a:lnTo>
                      <a:pt x="284" y="351"/>
                    </a:lnTo>
                    <a:lnTo>
                      <a:pt x="284" y="351"/>
                    </a:lnTo>
                    <a:lnTo>
                      <a:pt x="284" y="351"/>
                    </a:lnTo>
                    <a:lnTo>
                      <a:pt x="284" y="351"/>
                    </a:lnTo>
                    <a:lnTo>
                      <a:pt x="284" y="348"/>
                    </a:lnTo>
                    <a:lnTo>
                      <a:pt x="282" y="348"/>
                    </a:lnTo>
                    <a:lnTo>
                      <a:pt x="282" y="348"/>
                    </a:lnTo>
                    <a:lnTo>
                      <a:pt x="282" y="346"/>
                    </a:lnTo>
                    <a:lnTo>
                      <a:pt x="282" y="346"/>
                    </a:lnTo>
                    <a:lnTo>
                      <a:pt x="282" y="344"/>
                    </a:lnTo>
                    <a:lnTo>
                      <a:pt x="282" y="344"/>
                    </a:lnTo>
                    <a:lnTo>
                      <a:pt x="282" y="344"/>
                    </a:lnTo>
                    <a:lnTo>
                      <a:pt x="282" y="341"/>
                    </a:lnTo>
                    <a:lnTo>
                      <a:pt x="280" y="341"/>
                    </a:lnTo>
                    <a:lnTo>
                      <a:pt x="280" y="341"/>
                    </a:lnTo>
                    <a:lnTo>
                      <a:pt x="280" y="341"/>
                    </a:lnTo>
                    <a:lnTo>
                      <a:pt x="280" y="341"/>
                    </a:lnTo>
                    <a:lnTo>
                      <a:pt x="280" y="339"/>
                    </a:lnTo>
                    <a:lnTo>
                      <a:pt x="280" y="339"/>
                    </a:lnTo>
                    <a:lnTo>
                      <a:pt x="280" y="336"/>
                    </a:lnTo>
                    <a:lnTo>
                      <a:pt x="280" y="336"/>
                    </a:lnTo>
                    <a:lnTo>
                      <a:pt x="280" y="334"/>
                    </a:lnTo>
                    <a:lnTo>
                      <a:pt x="280" y="334"/>
                    </a:lnTo>
                    <a:lnTo>
                      <a:pt x="280" y="332"/>
                    </a:lnTo>
                    <a:lnTo>
                      <a:pt x="280" y="332"/>
                    </a:lnTo>
                    <a:lnTo>
                      <a:pt x="280" y="329"/>
                    </a:lnTo>
                    <a:lnTo>
                      <a:pt x="280" y="329"/>
                    </a:lnTo>
                    <a:lnTo>
                      <a:pt x="280" y="329"/>
                    </a:lnTo>
                    <a:lnTo>
                      <a:pt x="280" y="329"/>
                    </a:lnTo>
                    <a:lnTo>
                      <a:pt x="280" y="327"/>
                    </a:lnTo>
                    <a:lnTo>
                      <a:pt x="277" y="327"/>
                    </a:lnTo>
                    <a:lnTo>
                      <a:pt x="277" y="327"/>
                    </a:lnTo>
                    <a:lnTo>
                      <a:pt x="277" y="327"/>
                    </a:lnTo>
                    <a:lnTo>
                      <a:pt x="277" y="325"/>
                    </a:lnTo>
                    <a:lnTo>
                      <a:pt x="275" y="325"/>
                    </a:lnTo>
                    <a:lnTo>
                      <a:pt x="275" y="325"/>
                    </a:lnTo>
                    <a:lnTo>
                      <a:pt x="275" y="322"/>
                    </a:lnTo>
                    <a:lnTo>
                      <a:pt x="275" y="322"/>
                    </a:lnTo>
                    <a:lnTo>
                      <a:pt x="275" y="322"/>
                    </a:lnTo>
                    <a:lnTo>
                      <a:pt x="275" y="320"/>
                    </a:lnTo>
                    <a:lnTo>
                      <a:pt x="275" y="320"/>
                    </a:lnTo>
                    <a:lnTo>
                      <a:pt x="275" y="320"/>
                    </a:lnTo>
                    <a:lnTo>
                      <a:pt x="273" y="320"/>
                    </a:lnTo>
                    <a:lnTo>
                      <a:pt x="273" y="320"/>
                    </a:lnTo>
                    <a:lnTo>
                      <a:pt x="273" y="320"/>
                    </a:lnTo>
                    <a:lnTo>
                      <a:pt x="270" y="320"/>
                    </a:lnTo>
                    <a:lnTo>
                      <a:pt x="270" y="320"/>
                    </a:lnTo>
                    <a:lnTo>
                      <a:pt x="268" y="320"/>
                    </a:lnTo>
                    <a:lnTo>
                      <a:pt x="268" y="320"/>
                    </a:lnTo>
                    <a:lnTo>
                      <a:pt x="268" y="320"/>
                    </a:lnTo>
                    <a:lnTo>
                      <a:pt x="268" y="320"/>
                    </a:lnTo>
                    <a:lnTo>
                      <a:pt x="268" y="320"/>
                    </a:lnTo>
                    <a:lnTo>
                      <a:pt x="268" y="322"/>
                    </a:lnTo>
                    <a:lnTo>
                      <a:pt x="268" y="322"/>
                    </a:lnTo>
                    <a:lnTo>
                      <a:pt x="268" y="322"/>
                    </a:lnTo>
                    <a:lnTo>
                      <a:pt x="265" y="322"/>
                    </a:lnTo>
                    <a:lnTo>
                      <a:pt x="265" y="322"/>
                    </a:lnTo>
                    <a:lnTo>
                      <a:pt x="265" y="322"/>
                    </a:lnTo>
                    <a:lnTo>
                      <a:pt x="265" y="320"/>
                    </a:lnTo>
                    <a:lnTo>
                      <a:pt x="265" y="320"/>
                    </a:lnTo>
                    <a:lnTo>
                      <a:pt x="265" y="320"/>
                    </a:lnTo>
                    <a:lnTo>
                      <a:pt x="265" y="320"/>
                    </a:lnTo>
                    <a:lnTo>
                      <a:pt x="265" y="320"/>
                    </a:lnTo>
                    <a:lnTo>
                      <a:pt x="265" y="320"/>
                    </a:lnTo>
                    <a:lnTo>
                      <a:pt x="263" y="320"/>
                    </a:lnTo>
                    <a:lnTo>
                      <a:pt x="263" y="320"/>
                    </a:lnTo>
                    <a:lnTo>
                      <a:pt x="263" y="320"/>
                    </a:lnTo>
                    <a:lnTo>
                      <a:pt x="261" y="320"/>
                    </a:lnTo>
                    <a:lnTo>
                      <a:pt x="261" y="320"/>
                    </a:lnTo>
                    <a:lnTo>
                      <a:pt x="261" y="320"/>
                    </a:lnTo>
                    <a:lnTo>
                      <a:pt x="261" y="320"/>
                    </a:lnTo>
                    <a:lnTo>
                      <a:pt x="258" y="320"/>
                    </a:lnTo>
                    <a:lnTo>
                      <a:pt x="258" y="320"/>
                    </a:lnTo>
                    <a:lnTo>
                      <a:pt x="258" y="322"/>
                    </a:lnTo>
                    <a:lnTo>
                      <a:pt x="258" y="322"/>
                    </a:lnTo>
                    <a:lnTo>
                      <a:pt x="256" y="322"/>
                    </a:lnTo>
                    <a:lnTo>
                      <a:pt x="256" y="322"/>
                    </a:lnTo>
                    <a:lnTo>
                      <a:pt x="256" y="322"/>
                    </a:lnTo>
                    <a:lnTo>
                      <a:pt x="254" y="322"/>
                    </a:lnTo>
                    <a:lnTo>
                      <a:pt x="254" y="322"/>
                    </a:lnTo>
                    <a:lnTo>
                      <a:pt x="254" y="325"/>
                    </a:lnTo>
                    <a:lnTo>
                      <a:pt x="254" y="325"/>
                    </a:lnTo>
                    <a:lnTo>
                      <a:pt x="254" y="325"/>
                    </a:lnTo>
                    <a:lnTo>
                      <a:pt x="256" y="325"/>
                    </a:lnTo>
                    <a:lnTo>
                      <a:pt x="256" y="325"/>
                    </a:lnTo>
                    <a:lnTo>
                      <a:pt x="256" y="325"/>
                    </a:lnTo>
                    <a:lnTo>
                      <a:pt x="258" y="325"/>
                    </a:lnTo>
                    <a:lnTo>
                      <a:pt x="258" y="322"/>
                    </a:lnTo>
                    <a:lnTo>
                      <a:pt x="258" y="322"/>
                    </a:lnTo>
                    <a:lnTo>
                      <a:pt x="258" y="322"/>
                    </a:lnTo>
                    <a:lnTo>
                      <a:pt x="261" y="322"/>
                    </a:lnTo>
                    <a:lnTo>
                      <a:pt x="261" y="322"/>
                    </a:lnTo>
                    <a:lnTo>
                      <a:pt x="261" y="322"/>
                    </a:lnTo>
                    <a:lnTo>
                      <a:pt x="263" y="322"/>
                    </a:lnTo>
                    <a:lnTo>
                      <a:pt x="263" y="322"/>
                    </a:lnTo>
                    <a:lnTo>
                      <a:pt x="263" y="325"/>
                    </a:lnTo>
                    <a:lnTo>
                      <a:pt x="263" y="32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6" name="Freeform 154"/>
              <p:cNvSpPr>
                <a:spLocks/>
              </p:cNvSpPr>
              <p:nvPr/>
            </p:nvSpPr>
            <p:spPr bwMode="auto">
              <a:xfrm>
                <a:off x="1775" y="1746"/>
                <a:ext cx="415" cy="372"/>
              </a:xfrm>
              <a:custGeom>
                <a:avLst/>
                <a:gdLst/>
                <a:ahLst/>
                <a:cxnLst>
                  <a:cxn ang="0">
                    <a:pos x="244" y="334"/>
                  </a:cxn>
                  <a:cxn ang="0">
                    <a:pos x="232" y="336"/>
                  </a:cxn>
                  <a:cxn ang="0">
                    <a:pos x="209" y="332"/>
                  </a:cxn>
                  <a:cxn ang="0">
                    <a:pos x="192" y="320"/>
                  </a:cxn>
                  <a:cxn ang="0">
                    <a:pos x="173" y="306"/>
                  </a:cxn>
                  <a:cxn ang="0">
                    <a:pos x="154" y="296"/>
                  </a:cxn>
                  <a:cxn ang="0">
                    <a:pos x="147" y="270"/>
                  </a:cxn>
                  <a:cxn ang="0">
                    <a:pos x="133" y="251"/>
                  </a:cxn>
                  <a:cxn ang="0">
                    <a:pos x="119" y="244"/>
                  </a:cxn>
                  <a:cxn ang="0">
                    <a:pos x="102" y="246"/>
                  </a:cxn>
                  <a:cxn ang="0">
                    <a:pos x="86" y="232"/>
                  </a:cxn>
                  <a:cxn ang="0">
                    <a:pos x="81" y="206"/>
                  </a:cxn>
                  <a:cxn ang="0">
                    <a:pos x="71" y="182"/>
                  </a:cxn>
                  <a:cxn ang="0">
                    <a:pos x="50" y="173"/>
                  </a:cxn>
                  <a:cxn ang="0">
                    <a:pos x="41" y="159"/>
                  </a:cxn>
                  <a:cxn ang="0">
                    <a:pos x="33" y="140"/>
                  </a:cxn>
                  <a:cxn ang="0">
                    <a:pos x="41" y="121"/>
                  </a:cxn>
                  <a:cxn ang="0">
                    <a:pos x="45" y="104"/>
                  </a:cxn>
                  <a:cxn ang="0">
                    <a:pos x="33" y="95"/>
                  </a:cxn>
                  <a:cxn ang="0">
                    <a:pos x="22" y="76"/>
                  </a:cxn>
                  <a:cxn ang="0">
                    <a:pos x="12" y="54"/>
                  </a:cxn>
                  <a:cxn ang="0">
                    <a:pos x="10" y="36"/>
                  </a:cxn>
                  <a:cxn ang="0">
                    <a:pos x="3" y="12"/>
                  </a:cxn>
                  <a:cxn ang="0">
                    <a:pos x="15" y="2"/>
                  </a:cxn>
                  <a:cxn ang="0">
                    <a:pos x="33" y="19"/>
                  </a:cxn>
                  <a:cxn ang="0">
                    <a:pos x="55" y="19"/>
                  </a:cxn>
                  <a:cxn ang="0">
                    <a:pos x="74" y="5"/>
                  </a:cxn>
                  <a:cxn ang="0">
                    <a:pos x="90" y="12"/>
                  </a:cxn>
                  <a:cxn ang="0">
                    <a:pos x="90" y="24"/>
                  </a:cxn>
                  <a:cxn ang="0">
                    <a:pos x="105" y="40"/>
                  </a:cxn>
                  <a:cxn ang="0">
                    <a:pos x="121" y="57"/>
                  </a:cxn>
                  <a:cxn ang="0">
                    <a:pos x="142" y="69"/>
                  </a:cxn>
                  <a:cxn ang="0">
                    <a:pos x="166" y="78"/>
                  </a:cxn>
                  <a:cxn ang="0">
                    <a:pos x="192" y="73"/>
                  </a:cxn>
                  <a:cxn ang="0">
                    <a:pos x="211" y="62"/>
                  </a:cxn>
                  <a:cxn ang="0">
                    <a:pos x="232" y="52"/>
                  </a:cxn>
                  <a:cxn ang="0">
                    <a:pos x="254" y="43"/>
                  </a:cxn>
                  <a:cxn ang="0">
                    <a:pos x="280" y="40"/>
                  </a:cxn>
                  <a:cxn ang="0">
                    <a:pos x="301" y="47"/>
                  </a:cxn>
                  <a:cxn ang="0">
                    <a:pos x="322" y="54"/>
                  </a:cxn>
                  <a:cxn ang="0">
                    <a:pos x="341" y="69"/>
                  </a:cxn>
                  <a:cxn ang="0">
                    <a:pos x="365" y="78"/>
                  </a:cxn>
                  <a:cxn ang="0">
                    <a:pos x="370" y="102"/>
                  </a:cxn>
                  <a:cxn ang="0">
                    <a:pos x="365" y="126"/>
                  </a:cxn>
                  <a:cxn ang="0">
                    <a:pos x="353" y="142"/>
                  </a:cxn>
                  <a:cxn ang="0">
                    <a:pos x="358" y="163"/>
                  </a:cxn>
                  <a:cxn ang="0">
                    <a:pos x="362" y="192"/>
                  </a:cxn>
                  <a:cxn ang="0">
                    <a:pos x="374" y="211"/>
                  </a:cxn>
                  <a:cxn ang="0">
                    <a:pos x="377" y="232"/>
                  </a:cxn>
                  <a:cxn ang="0">
                    <a:pos x="362" y="251"/>
                  </a:cxn>
                  <a:cxn ang="0">
                    <a:pos x="377" y="273"/>
                  </a:cxn>
                  <a:cxn ang="0">
                    <a:pos x="396" y="289"/>
                  </a:cxn>
                  <a:cxn ang="0">
                    <a:pos x="405" y="313"/>
                  </a:cxn>
                  <a:cxn ang="0">
                    <a:pos x="412" y="329"/>
                  </a:cxn>
                  <a:cxn ang="0">
                    <a:pos x="391" y="339"/>
                  </a:cxn>
                  <a:cxn ang="0">
                    <a:pos x="379" y="363"/>
                  </a:cxn>
                  <a:cxn ang="0">
                    <a:pos x="360" y="367"/>
                  </a:cxn>
                  <a:cxn ang="0">
                    <a:pos x="341" y="365"/>
                  </a:cxn>
                  <a:cxn ang="0">
                    <a:pos x="318" y="360"/>
                  </a:cxn>
                  <a:cxn ang="0">
                    <a:pos x="291" y="355"/>
                  </a:cxn>
                  <a:cxn ang="0">
                    <a:pos x="280" y="332"/>
                  </a:cxn>
                  <a:cxn ang="0">
                    <a:pos x="265" y="320"/>
                  </a:cxn>
                  <a:cxn ang="0">
                    <a:pos x="263" y="325"/>
                  </a:cxn>
                </a:cxnLst>
                <a:rect l="0" t="0" r="r" b="b"/>
                <a:pathLst>
                  <a:path w="415" h="372">
                    <a:moveTo>
                      <a:pt x="263" y="325"/>
                    </a:moveTo>
                    <a:lnTo>
                      <a:pt x="263" y="325"/>
                    </a:lnTo>
                    <a:lnTo>
                      <a:pt x="261" y="325"/>
                    </a:lnTo>
                    <a:lnTo>
                      <a:pt x="261" y="327"/>
                    </a:lnTo>
                    <a:lnTo>
                      <a:pt x="261" y="327"/>
                    </a:lnTo>
                    <a:lnTo>
                      <a:pt x="261" y="327"/>
                    </a:lnTo>
                    <a:lnTo>
                      <a:pt x="261" y="327"/>
                    </a:lnTo>
                    <a:lnTo>
                      <a:pt x="261" y="329"/>
                    </a:lnTo>
                    <a:lnTo>
                      <a:pt x="258" y="329"/>
                    </a:lnTo>
                    <a:lnTo>
                      <a:pt x="258" y="329"/>
                    </a:lnTo>
                    <a:lnTo>
                      <a:pt x="258" y="329"/>
                    </a:lnTo>
                    <a:lnTo>
                      <a:pt x="258" y="329"/>
                    </a:lnTo>
                    <a:lnTo>
                      <a:pt x="258" y="329"/>
                    </a:lnTo>
                    <a:lnTo>
                      <a:pt x="258" y="332"/>
                    </a:lnTo>
                    <a:lnTo>
                      <a:pt x="256" y="332"/>
                    </a:lnTo>
                    <a:lnTo>
                      <a:pt x="256" y="332"/>
                    </a:lnTo>
                    <a:lnTo>
                      <a:pt x="256" y="332"/>
                    </a:lnTo>
                    <a:lnTo>
                      <a:pt x="256" y="334"/>
                    </a:lnTo>
                    <a:lnTo>
                      <a:pt x="254" y="334"/>
                    </a:lnTo>
                    <a:lnTo>
                      <a:pt x="254" y="334"/>
                    </a:lnTo>
                    <a:lnTo>
                      <a:pt x="254" y="332"/>
                    </a:lnTo>
                    <a:lnTo>
                      <a:pt x="254" y="332"/>
                    </a:lnTo>
                    <a:lnTo>
                      <a:pt x="254" y="332"/>
                    </a:lnTo>
                    <a:lnTo>
                      <a:pt x="251" y="332"/>
                    </a:lnTo>
                    <a:lnTo>
                      <a:pt x="251" y="332"/>
                    </a:lnTo>
                    <a:lnTo>
                      <a:pt x="251" y="332"/>
                    </a:lnTo>
                    <a:lnTo>
                      <a:pt x="251" y="332"/>
                    </a:lnTo>
                    <a:lnTo>
                      <a:pt x="249" y="332"/>
                    </a:lnTo>
                    <a:lnTo>
                      <a:pt x="249" y="332"/>
                    </a:lnTo>
                    <a:lnTo>
                      <a:pt x="247" y="332"/>
                    </a:lnTo>
                    <a:lnTo>
                      <a:pt x="247" y="334"/>
                    </a:lnTo>
                    <a:lnTo>
                      <a:pt x="247" y="334"/>
                    </a:lnTo>
                    <a:lnTo>
                      <a:pt x="247" y="334"/>
                    </a:lnTo>
                    <a:lnTo>
                      <a:pt x="244" y="334"/>
                    </a:lnTo>
                    <a:lnTo>
                      <a:pt x="244" y="334"/>
                    </a:lnTo>
                    <a:lnTo>
                      <a:pt x="244" y="334"/>
                    </a:lnTo>
                    <a:lnTo>
                      <a:pt x="242" y="334"/>
                    </a:lnTo>
                    <a:lnTo>
                      <a:pt x="242" y="334"/>
                    </a:lnTo>
                    <a:lnTo>
                      <a:pt x="242" y="334"/>
                    </a:lnTo>
                    <a:lnTo>
                      <a:pt x="242" y="334"/>
                    </a:lnTo>
                    <a:lnTo>
                      <a:pt x="242" y="332"/>
                    </a:lnTo>
                    <a:lnTo>
                      <a:pt x="242" y="332"/>
                    </a:lnTo>
                    <a:lnTo>
                      <a:pt x="242" y="332"/>
                    </a:lnTo>
                    <a:lnTo>
                      <a:pt x="242" y="332"/>
                    </a:lnTo>
                    <a:lnTo>
                      <a:pt x="244" y="332"/>
                    </a:lnTo>
                    <a:lnTo>
                      <a:pt x="244" y="329"/>
                    </a:lnTo>
                    <a:lnTo>
                      <a:pt x="244" y="329"/>
                    </a:lnTo>
                    <a:lnTo>
                      <a:pt x="247" y="329"/>
                    </a:lnTo>
                    <a:lnTo>
                      <a:pt x="247" y="329"/>
                    </a:lnTo>
                    <a:lnTo>
                      <a:pt x="247" y="329"/>
                    </a:lnTo>
                    <a:lnTo>
                      <a:pt x="247" y="329"/>
                    </a:lnTo>
                    <a:lnTo>
                      <a:pt x="244" y="329"/>
                    </a:lnTo>
                    <a:lnTo>
                      <a:pt x="244" y="329"/>
                    </a:lnTo>
                    <a:lnTo>
                      <a:pt x="242" y="329"/>
                    </a:lnTo>
                    <a:lnTo>
                      <a:pt x="242" y="329"/>
                    </a:lnTo>
                    <a:lnTo>
                      <a:pt x="242" y="329"/>
                    </a:lnTo>
                    <a:lnTo>
                      <a:pt x="242" y="329"/>
                    </a:lnTo>
                    <a:lnTo>
                      <a:pt x="239" y="329"/>
                    </a:lnTo>
                    <a:lnTo>
                      <a:pt x="239" y="329"/>
                    </a:lnTo>
                    <a:lnTo>
                      <a:pt x="239" y="332"/>
                    </a:lnTo>
                    <a:lnTo>
                      <a:pt x="239" y="332"/>
                    </a:lnTo>
                    <a:lnTo>
                      <a:pt x="237" y="332"/>
                    </a:lnTo>
                    <a:lnTo>
                      <a:pt x="237" y="332"/>
                    </a:lnTo>
                    <a:lnTo>
                      <a:pt x="237" y="332"/>
                    </a:lnTo>
                    <a:lnTo>
                      <a:pt x="235" y="332"/>
                    </a:lnTo>
                    <a:lnTo>
                      <a:pt x="235" y="334"/>
                    </a:lnTo>
                    <a:lnTo>
                      <a:pt x="235" y="334"/>
                    </a:lnTo>
                    <a:lnTo>
                      <a:pt x="235" y="334"/>
                    </a:lnTo>
                    <a:lnTo>
                      <a:pt x="235" y="334"/>
                    </a:lnTo>
                    <a:lnTo>
                      <a:pt x="232" y="334"/>
                    </a:lnTo>
                    <a:lnTo>
                      <a:pt x="232" y="336"/>
                    </a:lnTo>
                    <a:lnTo>
                      <a:pt x="232" y="336"/>
                    </a:lnTo>
                    <a:lnTo>
                      <a:pt x="232" y="336"/>
                    </a:lnTo>
                    <a:lnTo>
                      <a:pt x="232" y="336"/>
                    </a:lnTo>
                    <a:lnTo>
                      <a:pt x="230" y="336"/>
                    </a:lnTo>
                    <a:lnTo>
                      <a:pt x="230" y="336"/>
                    </a:lnTo>
                    <a:lnTo>
                      <a:pt x="230" y="336"/>
                    </a:lnTo>
                    <a:lnTo>
                      <a:pt x="228" y="336"/>
                    </a:lnTo>
                    <a:lnTo>
                      <a:pt x="228" y="336"/>
                    </a:lnTo>
                    <a:lnTo>
                      <a:pt x="228" y="336"/>
                    </a:lnTo>
                    <a:lnTo>
                      <a:pt x="228" y="334"/>
                    </a:lnTo>
                    <a:lnTo>
                      <a:pt x="225" y="334"/>
                    </a:lnTo>
                    <a:lnTo>
                      <a:pt x="225" y="334"/>
                    </a:lnTo>
                    <a:lnTo>
                      <a:pt x="225" y="334"/>
                    </a:lnTo>
                    <a:lnTo>
                      <a:pt x="225" y="334"/>
                    </a:lnTo>
                    <a:lnTo>
                      <a:pt x="223" y="334"/>
                    </a:lnTo>
                    <a:lnTo>
                      <a:pt x="223" y="334"/>
                    </a:lnTo>
                    <a:lnTo>
                      <a:pt x="220" y="334"/>
                    </a:lnTo>
                    <a:lnTo>
                      <a:pt x="220" y="332"/>
                    </a:lnTo>
                    <a:lnTo>
                      <a:pt x="220" y="332"/>
                    </a:lnTo>
                    <a:lnTo>
                      <a:pt x="220" y="332"/>
                    </a:lnTo>
                    <a:lnTo>
                      <a:pt x="220" y="329"/>
                    </a:lnTo>
                    <a:lnTo>
                      <a:pt x="220" y="329"/>
                    </a:lnTo>
                    <a:lnTo>
                      <a:pt x="218" y="329"/>
                    </a:lnTo>
                    <a:lnTo>
                      <a:pt x="218" y="332"/>
                    </a:lnTo>
                    <a:lnTo>
                      <a:pt x="218" y="332"/>
                    </a:lnTo>
                    <a:lnTo>
                      <a:pt x="218" y="329"/>
                    </a:lnTo>
                    <a:lnTo>
                      <a:pt x="218" y="329"/>
                    </a:lnTo>
                    <a:lnTo>
                      <a:pt x="216" y="329"/>
                    </a:lnTo>
                    <a:lnTo>
                      <a:pt x="216" y="329"/>
                    </a:lnTo>
                    <a:lnTo>
                      <a:pt x="213" y="329"/>
                    </a:lnTo>
                    <a:lnTo>
                      <a:pt x="213" y="329"/>
                    </a:lnTo>
                    <a:lnTo>
                      <a:pt x="213" y="329"/>
                    </a:lnTo>
                    <a:lnTo>
                      <a:pt x="211" y="329"/>
                    </a:lnTo>
                    <a:lnTo>
                      <a:pt x="211" y="329"/>
                    </a:lnTo>
                    <a:lnTo>
                      <a:pt x="211" y="329"/>
                    </a:lnTo>
                    <a:lnTo>
                      <a:pt x="209" y="329"/>
                    </a:lnTo>
                    <a:lnTo>
                      <a:pt x="209" y="332"/>
                    </a:lnTo>
                    <a:lnTo>
                      <a:pt x="209" y="332"/>
                    </a:lnTo>
                    <a:lnTo>
                      <a:pt x="209" y="329"/>
                    </a:lnTo>
                    <a:lnTo>
                      <a:pt x="206" y="329"/>
                    </a:lnTo>
                    <a:lnTo>
                      <a:pt x="206" y="332"/>
                    </a:lnTo>
                    <a:lnTo>
                      <a:pt x="206" y="332"/>
                    </a:lnTo>
                    <a:lnTo>
                      <a:pt x="206" y="332"/>
                    </a:lnTo>
                    <a:lnTo>
                      <a:pt x="206" y="332"/>
                    </a:lnTo>
                    <a:lnTo>
                      <a:pt x="206" y="332"/>
                    </a:lnTo>
                    <a:lnTo>
                      <a:pt x="206" y="329"/>
                    </a:lnTo>
                    <a:lnTo>
                      <a:pt x="206" y="329"/>
                    </a:lnTo>
                    <a:lnTo>
                      <a:pt x="206" y="329"/>
                    </a:lnTo>
                    <a:lnTo>
                      <a:pt x="206" y="329"/>
                    </a:lnTo>
                    <a:lnTo>
                      <a:pt x="204" y="329"/>
                    </a:lnTo>
                    <a:lnTo>
                      <a:pt x="204" y="329"/>
                    </a:lnTo>
                    <a:lnTo>
                      <a:pt x="204" y="329"/>
                    </a:lnTo>
                    <a:lnTo>
                      <a:pt x="204" y="327"/>
                    </a:lnTo>
                    <a:lnTo>
                      <a:pt x="202" y="327"/>
                    </a:lnTo>
                    <a:lnTo>
                      <a:pt x="202" y="327"/>
                    </a:lnTo>
                    <a:lnTo>
                      <a:pt x="202" y="325"/>
                    </a:lnTo>
                    <a:lnTo>
                      <a:pt x="202" y="325"/>
                    </a:lnTo>
                    <a:lnTo>
                      <a:pt x="202" y="325"/>
                    </a:lnTo>
                    <a:lnTo>
                      <a:pt x="202" y="325"/>
                    </a:lnTo>
                    <a:lnTo>
                      <a:pt x="199" y="325"/>
                    </a:lnTo>
                    <a:lnTo>
                      <a:pt x="199" y="322"/>
                    </a:lnTo>
                    <a:lnTo>
                      <a:pt x="199" y="322"/>
                    </a:lnTo>
                    <a:lnTo>
                      <a:pt x="199" y="322"/>
                    </a:lnTo>
                    <a:lnTo>
                      <a:pt x="197" y="322"/>
                    </a:lnTo>
                    <a:lnTo>
                      <a:pt x="197" y="322"/>
                    </a:lnTo>
                    <a:lnTo>
                      <a:pt x="197" y="322"/>
                    </a:lnTo>
                    <a:lnTo>
                      <a:pt x="194" y="322"/>
                    </a:lnTo>
                    <a:lnTo>
                      <a:pt x="194" y="320"/>
                    </a:lnTo>
                    <a:lnTo>
                      <a:pt x="194" y="320"/>
                    </a:lnTo>
                    <a:lnTo>
                      <a:pt x="194" y="320"/>
                    </a:lnTo>
                    <a:lnTo>
                      <a:pt x="192" y="320"/>
                    </a:lnTo>
                    <a:lnTo>
                      <a:pt x="192" y="320"/>
                    </a:lnTo>
                    <a:lnTo>
                      <a:pt x="192" y="320"/>
                    </a:lnTo>
                    <a:lnTo>
                      <a:pt x="192" y="320"/>
                    </a:lnTo>
                    <a:lnTo>
                      <a:pt x="192" y="320"/>
                    </a:lnTo>
                    <a:lnTo>
                      <a:pt x="190" y="320"/>
                    </a:lnTo>
                    <a:lnTo>
                      <a:pt x="190" y="320"/>
                    </a:lnTo>
                    <a:lnTo>
                      <a:pt x="187" y="320"/>
                    </a:lnTo>
                    <a:lnTo>
                      <a:pt x="187" y="318"/>
                    </a:lnTo>
                    <a:lnTo>
                      <a:pt x="187" y="318"/>
                    </a:lnTo>
                    <a:lnTo>
                      <a:pt x="187" y="318"/>
                    </a:lnTo>
                    <a:lnTo>
                      <a:pt x="187" y="318"/>
                    </a:lnTo>
                    <a:lnTo>
                      <a:pt x="185" y="318"/>
                    </a:lnTo>
                    <a:lnTo>
                      <a:pt x="185" y="315"/>
                    </a:lnTo>
                    <a:lnTo>
                      <a:pt x="185" y="315"/>
                    </a:lnTo>
                    <a:lnTo>
                      <a:pt x="185" y="315"/>
                    </a:lnTo>
                    <a:lnTo>
                      <a:pt x="185" y="315"/>
                    </a:lnTo>
                    <a:lnTo>
                      <a:pt x="185" y="313"/>
                    </a:lnTo>
                    <a:lnTo>
                      <a:pt x="183" y="313"/>
                    </a:lnTo>
                    <a:lnTo>
                      <a:pt x="183" y="313"/>
                    </a:lnTo>
                    <a:lnTo>
                      <a:pt x="185" y="313"/>
                    </a:lnTo>
                    <a:lnTo>
                      <a:pt x="185" y="310"/>
                    </a:lnTo>
                    <a:lnTo>
                      <a:pt x="183" y="310"/>
                    </a:lnTo>
                    <a:lnTo>
                      <a:pt x="183" y="310"/>
                    </a:lnTo>
                    <a:lnTo>
                      <a:pt x="183" y="310"/>
                    </a:lnTo>
                    <a:lnTo>
                      <a:pt x="183" y="310"/>
                    </a:lnTo>
                    <a:lnTo>
                      <a:pt x="183" y="308"/>
                    </a:lnTo>
                    <a:lnTo>
                      <a:pt x="180" y="308"/>
                    </a:lnTo>
                    <a:lnTo>
                      <a:pt x="180" y="308"/>
                    </a:lnTo>
                    <a:lnTo>
                      <a:pt x="180" y="308"/>
                    </a:lnTo>
                    <a:lnTo>
                      <a:pt x="180" y="308"/>
                    </a:lnTo>
                    <a:lnTo>
                      <a:pt x="178" y="308"/>
                    </a:lnTo>
                    <a:lnTo>
                      <a:pt x="178" y="308"/>
                    </a:lnTo>
                    <a:lnTo>
                      <a:pt x="178" y="306"/>
                    </a:lnTo>
                    <a:lnTo>
                      <a:pt x="178" y="306"/>
                    </a:lnTo>
                    <a:lnTo>
                      <a:pt x="176" y="306"/>
                    </a:lnTo>
                    <a:lnTo>
                      <a:pt x="176" y="306"/>
                    </a:lnTo>
                    <a:lnTo>
                      <a:pt x="176" y="306"/>
                    </a:lnTo>
                    <a:lnTo>
                      <a:pt x="173" y="306"/>
                    </a:lnTo>
                    <a:lnTo>
                      <a:pt x="173" y="303"/>
                    </a:lnTo>
                    <a:lnTo>
                      <a:pt x="173" y="303"/>
                    </a:lnTo>
                    <a:lnTo>
                      <a:pt x="173" y="303"/>
                    </a:lnTo>
                    <a:lnTo>
                      <a:pt x="173" y="303"/>
                    </a:lnTo>
                    <a:lnTo>
                      <a:pt x="173" y="301"/>
                    </a:lnTo>
                    <a:lnTo>
                      <a:pt x="171" y="301"/>
                    </a:lnTo>
                    <a:lnTo>
                      <a:pt x="171" y="301"/>
                    </a:lnTo>
                    <a:lnTo>
                      <a:pt x="171" y="303"/>
                    </a:lnTo>
                    <a:lnTo>
                      <a:pt x="168" y="303"/>
                    </a:lnTo>
                    <a:lnTo>
                      <a:pt x="168" y="303"/>
                    </a:lnTo>
                    <a:lnTo>
                      <a:pt x="168" y="301"/>
                    </a:lnTo>
                    <a:lnTo>
                      <a:pt x="168" y="301"/>
                    </a:lnTo>
                    <a:lnTo>
                      <a:pt x="166" y="301"/>
                    </a:lnTo>
                    <a:lnTo>
                      <a:pt x="166" y="303"/>
                    </a:lnTo>
                    <a:lnTo>
                      <a:pt x="166" y="303"/>
                    </a:lnTo>
                    <a:lnTo>
                      <a:pt x="166" y="303"/>
                    </a:lnTo>
                    <a:lnTo>
                      <a:pt x="164" y="303"/>
                    </a:lnTo>
                    <a:lnTo>
                      <a:pt x="164" y="301"/>
                    </a:lnTo>
                    <a:lnTo>
                      <a:pt x="164" y="301"/>
                    </a:lnTo>
                    <a:lnTo>
                      <a:pt x="161" y="301"/>
                    </a:lnTo>
                    <a:lnTo>
                      <a:pt x="161" y="301"/>
                    </a:lnTo>
                    <a:lnTo>
                      <a:pt x="161" y="301"/>
                    </a:lnTo>
                    <a:lnTo>
                      <a:pt x="161" y="301"/>
                    </a:lnTo>
                    <a:lnTo>
                      <a:pt x="161" y="301"/>
                    </a:lnTo>
                    <a:lnTo>
                      <a:pt x="159" y="301"/>
                    </a:lnTo>
                    <a:lnTo>
                      <a:pt x="159" y="301"/>
                    </a:lnTo>
                    <a:lnTo>
                      <a:pt x="159" y="301"/>
                    </a:lnTo>
                    <a:lnTo>
                      <a:pt x="159" y="301"/>
                    </a:lnTo>
                    <a:lnTo>
                      <a:pt x="159" y="301"/>
                    </a:lnTo>
                    <a:lnTo>
                      <a:pt x="159" y="299"/>
                    </a:lnTo>
                    <a:lnTo>
                      <a:pt x="157" y="299"/>
                    </a:lnTo>
                    <a:lnTo>
                      <a:pt x="157" y="299"/>
                    </a:lnTo>
                    <a:lnTo>
                      <a:pt x="157" y="299"/>
                    </a:lnTo>
                    <a:lnTo>
                      <a:pt x="157" y="296"/>
                    </a:lnTo>
                    <a:lnTo>
                      <a:pt x="154" y="296"/>
                    </a:lnTo>
                    <a:lnTo>
                      <a:pt x="154" y="296"/>
                    </a:lnTo>
                    <a:lnTo>
                      <a:pt x="154" y="294"/>
                    </a:lnTo>
                    <a:lnTo>
                      <a:pt x="154" y="294"/>
                    </a:lnTo>
                    <a:lnTo>
                      <a:pt x="154" y="291"/>
                    </a:lnTo>
                    <a:lnTo>
                      <a:pt x="154" y="291"/>
                    </a:lnTo>
                    <a:lnTo>
                      <a:pt x="154" y="291"/>
                    </a:lnTo>
                    <a:lnTo>
                      <a:pt x="154" y="291"/>
                    </a:lnTo>
                    <a:lnTo>
                      <a:pt x="154" y="291"/>
                    </a:lnTo>
                    <a:lnTo>
                      <a:pt x="154" y="289"/>
                    </a:lnTo>
                    <a:lnTo>
                      <a:pt x="154" y="289"/>
                    </a:lnTo>
                    <a:lnTo>
                      <a:pt x="152" y="289"/>
                    </a:lnTo>
                    <a:lnTo>
                      <a:pt x="152" y="287"/>
                    </a:lnTo>
                    <a:lnTo>
                      <a:pt x="152" y="287"/>
                    </a:lnTo>
                    <a:lnTo>
                      <a:pt x="152" y="287"/>
                    </a:lnTo>
                    <a:lnTo>
                      <a:pt x="152" y="284"/>
                    </a:lnTo>
                    <a:lnTo>
                      <a:pt x="152" y="284"/>
                    </a:lnTo>
                    <a:lnTo>
                      <a:pt x="152" y="284"/>
                    </a:lnTo>
                    <a:lnTo>
                      <a:pt x="152" y="282"/>
                    </a:lnTo>
                    <a:lnTo>
                      <a:pt x="152" y="282"/>
                    </a:lnTo>
                    <a:lnTo>
                      <a:pt x="152" y="282"/>
                    </a:lnTo>
                    <a:lnTo>
                      <a:pt x="152" y="280"/>
                    </a:lnTo>
                    <a:lnTo>
                      <a:pt x="152" y="280"/>
                    </a:lnTo>
                    <a:lnTo>
                      <a:pt x="149" y="280"/>
                    </a:lnTo>
                    <a:lnTo>
                      <a:pt x="149" y="277"/>
                    </a:lnTo>
                    <a:lnTo>
                      <a:pt x="149" y="277"/>
                    </a:lnTo>
                    <a:lnTo>
                      <a:pt x="147" y="277"/>
                    </a:lnTo>
                    <a:lnTo>
                      <a:pt x="147" y="277"/>
                    </a:lnTo>
                    <a:lnTo>
                      <a:pt x="147" y="277"/>
                    </a:lnTo>
                    <a:lnTo>
                      <a:pt x="147" y="277"/>
                    </a:lnTo>
                    <a:lnTo>
                      <a:pt x="147" y="275"/>
                    </a:lnTo>
                    <a:lnTo>
                      <a:pt x="145" y="275"/>
                    </a:lnTo>
                    <a:lnTo>
                      <a:pt x="145" y="275"/>
                    </a:lnTo>
                    <a:lnTo>
                      <a:pt x="145" y="273"/>
                    </a:lnTo>
                    <a:lnTo>
                      <a:pt x="145" y="273"/>
                    </a:lnTo>
                    <a:lnTo>
                      <a:pt x="147" y="273"/>
                    </a:lnTo>
                    <a:lnTo>
                      <a:pt x="147" y="270"/>
                    </a:lnTo>
                    <a:lnTo>
                      <a:pt x="147" y="270"/>
                    </a:lnTo>
                    <a:lnTo>
                      <a:pt x="147" y="270"/>
                    </a:lnTo>
                    <a:lnTo>
                      <a:pt x="145" y="270"/>
                    </a:lnTo>
                    <a:lnTo>
                      <a:pt x="145" y="270"/>
                    </a:lnTo>
                    <a:lnTo>
                      <a:pt x="145" y="270"/>
                    </a:lnTo>
                    <a:lnTo>
                      <a:pt x="145" y="270"/>
                    </a:lnTo>
                    <a:lnTo>
                      <a:pt x="142" y="270"/>
                    </a:lnTo>
                    <a:lnTo>
                      <a:pt x="142" y="270"/>
                    </a:lnTo>
                    <a:lnTo>
                      <a:pt x="142" y="270"/>
                    </a:lnTo>
                    <a:lnTo>
                      <a:pt x="142" y="268"/>
                    </a:lnTo>
                    <a:lnTo>
                      <a:pt x="142" y="268"/>
                    </a:lnTo>
                    <a:lnTo>
                      <a:pt x="142" y="265"/>
                    </a:lnTo>
                    <a:lnTo>
                      <a:pt x="142" y="265"/>
                    </a:lnTo>
                    <a:lnTo>
                      <a:pt x="142" y="265"/>
                    </a:lnTo>
                    <a:lnTo>
                      <a:pt x="142" y="263"/>
                    </a:lnTo>
                    <a:lnTo>
                      <a:pt x="142" y="263"/>
                    </a:lnTo>
                    <a:lnTo>
                      <a:pt x="142" y="263"/>
                    </a:lnTo>
                    <a:lnTo>
                      <a:pt x="142" y="261"/>
                    </a:lnTo>
                    <a:lnTo>
                      <a:pt x="140" y="261"/>
                    </a:lnTo>
                    <a:lnTo>
                      <a:pt x="140" y="261"/>
                    </a:lnTo>
                    <a:lnTo>
                      <a:pt x="140" y="261"/>
                    </a:lnTo>
                    <a:lnTo>
                      <a:pt x="140" y="261"/>
                    </a:lnTo>
                    <a:lnTo>
                      <a:pt x="140" y="261"/>
                    </a:lnTo>
                    <a:lnTo>
                      <a:pt x="140" y="258"/>
                    </a:lnTo>
                    <a:lnTo>
                      <a:pt x="140" y="258"/>
                    </a:lnTo>
                    <a:lnTo>
                      <a:pt x="138" y="258"/>
                    </a:lnTo>
                    <a:lnTo>
                      <a:pt x="138" y="256"/>
                    </a:lnTo>
                    <a:lnTo>
                      <a:pt x="138" y="256"/>
                    </a:lnTo>
                    <a:lnTo>
                      <a:pt x="135" y="256"/>
                    </a:lnTo>
                    <a:lnTo>
                      <a:pt x="135" y="256"/>
                    </a:lnTo>
                    <a:lnTo>
                      <a:pt x="135" y="256"/>
                    </a:lnTo>
                    <a:lnTo>
                      <a:pt x="135" y="254"/>
                    </a:lnTo>
                    <a:lnTo>
                      <a:pt x="135" y="254"/>
                    </a:lnTo>
                    <a:lnTo>
                      <a:pt x="135" y="254"/>
                    </a:lnTo>
                    <a:lnTo>
                      <a:pt x="133" y="254"/>
                    </a:lnTo>
                    <a:lnTo>
                      <a:pt x="133" y="251"/>
                    </a:lnTo>
                    <a:lnTo>
                      <a:pt x="133" y="251"/>
                    </a:lnTo>
                    <a:lnTo>
                      <a:pt x="133" y="251"/>
                    </a:lnTo>
                    <a:lnTo>
                      <a:pt x="133" y="251"/>
                    </a:lnTo>
                    <a:lnTo>
                      <a:pt x="133" y="251"/>
                    </a:lnTo>
                    <a:lnTo>
                      <a:pt x="133" y="249"/>
                    </a:lnTo>
                    <a:lnTo>
                      <a:pt x="131" y="249"/>
                    </a:lnTo>
                    <a:lnTo>
                      <a:pt x="131" y="249"/>
                    </a:lnTo>
                    <a:lnTo>
                      <a:pt x="131" y="246"/>
                    </a:lnTo>
                    <a:lnTo>
                      <a:pt x="131" y="246"/>
                    </a:lnTo>
                    <a:lnTo>
                      <a:pt x="131" y="244"/>
                    </a:lnTo>
                    <a:lnTo>
                      <a:pt x="131" y="244"/>
                    </a:lnTo>
                    <a:lnTo>
                      <a:pt x="131" y="244"/>
                    </a:lnTo>
                    <a:lnTo>
                      <a:pt x="131" y="242"/>
                    </a:lnTo>
                    <a:lnTo>
                      <a:pt x="128" y="242"/>
                    </a:lnTo>
                    <a:lnTo>
                      <a:pt x="128" y="242"/>
                    </a:lnTo>
                    <a:lnTo>
                      <a:pt x="128" y="242"/>
                    </a:lnTo>
                    <a:lnTo>
                      <a:pt x="128" y="242"/>
                    </a:lnTo>
                    <a:lnTo>
                      <a:pt x="128" y="242"/>
                    </a:lnTo>
                    <a:lnTo>
                      <a:pt x="126" y="242"/>
                    </a:lnTo>
                    <a:lnTo>
                      <a:pt x="126" y="242"/>
                    </a:lnTo>
                    <a:lnTo>
                      <a:pt x="126" y="244"/>
                    </a:lnTo>
                    <a:lnTo>
                      <a:pt x="126" y="244"/>
                    </a:lnTo>
                    <a:lnTo>
                      <a:pt x="126" y="244"/>
                    </a:lnTo>
                    <a:lnTo>
                      <a:pt x="123" y="244"/>
                    </a:lnTo>
                    <a:lnTo>
                      <a:pt x="123" y="244"/>
                    </a:lnTo>
                    <a:lnTo>
                      <a:pt x="123" y="246"/>
                    </a:lnTo>
                    <a:lnTo>
                      <a:pt x="121" y="246"/>
                    </a:lnTo>
                    <a:lnTo>
                      <a:pt x="121" y="246"/>
                    </a:lnTo>
                    <a:lnTo>
                      <a:pt x="121" y="246"/>
                    </a:lnTo>
                    <a:lnTo>
                      <a:pt x="121" y="246"/>
                    </a:lnTo>
                    <a:lnTo>
                      <a:pt x="119" y="246"/>
                    </a:lnTo>
                    <a:lnTo>
                      <a:pt x="119" y="249"/>
                    </a:lnTo>
                    <a:lnTo>
                      <a:pt x="119" y="249"/>
                    </a:lnTo>
                    <a:lnTo>
                      <a:pt x="119" y="246"/>
                    </a:lnTo>
                    <a:lnTo>
                      <a:pt x="119" y="246"/>
                    </a:lnTo>
                    <a:lnTo>
                      <a:pt x="119" y="246"/>
                    </a:lnTo>
                    <a:lnTo>
                      <a:pt x="119" y="244"/>
                    </a:lnTo>
                    <a:lnTo>
                      <a:pt x="119" y="244"/>
                    </a:lnTo>
                    <a:lnTo>
                      <a:pt x="116" y="244"/>
                    </a:lnTo>
                    <a:lnTo>
                      <a:pt x="116" y="244"/>
                    </a:lnTo>
                    <a:lnTo>
                      <a:pt x="114" y="244"/>
                    </a:lnTo>
                    <a:lnTo>
                      <a:pt x="114" y="244"/>
                    </a:lnTo>
                    <a:lnTo>
                      <a:pt x="114" y="244"/>
                    </a:lnTo>
                    <a:lnTo>
                      <a:pt x="112" y="244"/>
                    </a:lnTo>
                    <a:lnTo>
                      <a:pt x="112" y="244"/>
                    </a:lnTo>
                    <a:lnTo>
                      <a:pt x="112" y="244"/>
                    </a:lnTo>
                    <a:lnTo>
                      <a:pt x="109" y="244"/>
                    </a:lnTo>
                    <a:lnTo>
                      <a:pt x="109" y="242"/>
                    </a:lnTo>
                    <a:lnTo>
                      <a:pt x="112" y="242"/>
                    </a:lnTo>
                    <a:lnTo>
                      <a:pt x="112" y="242"/>
                    </a:lnTo>
                    <a:lnTo>
                      <a:pt x="109" y="242"/>
                    </a:lnTo>
                    <a:lnTo>
                      <a:pt x="109" y="242"/>
                    </a:lnTo>
                    <a:lnTo>
                      <a:pt x="109" y="242"/>
                    </a:lnTo>
                    <a:lnTo>
                      <a:pt x="109" y="242"/>
                    </a:lnTo>
                    <a:lnTo>
                      <a:pt x="107" y="242"/>
                    </a:lnTo>
                    <a:lnTo>
                      <a:pt x="107" y="242"/>
                    </a:lnTo>
                    <a:lnTo>
                      <a:pt x="107" y="242"/>
                    </a:lnTo>
                    <a:lnTo>
                      <a:pt x="107" y="239"/>
                    </a:lnTo>
                    <a:lnTo>
                      <a:pt x="107" y="239"/>
                    </a:lnTo>
                    <a:lnTo>
                      <a:pt x="107" y="239"/>
                    </a:lnTo>
                    <a:lnTo>
                      <a:pt x="107" y="239"/>
                    </a:lnTo>
                    <a:lnTo>
                      <a:pt x="107" y="242"/>
                    </a:lnTo>
                    <a:lnTo>
                      <a:pt x="107" y="242"/>
                    </a:lnTo>
                    <a:lnTo>
                      <a:pt x="107" y="242"/>
                    </a:lnTo>
                    <a:lnTo>
                      <a:pt x="107" y="244"/>
                    </a:lnTo>
                    <a:lnTo>
                      <a:pt x="107" y="244"/>
                    </a:lnTo>
                    <a:lnTo>
                      <a:pt x="107" y="246"/>
                    </a:lnTo>
                    <a:lnTo>
                      <a:pt x="107" y="246"/>
                    </a:lnTo>
                    <a:lnTo>
                      <a:pt x="105" y="246"/>
                    </a:lnTo>
                    <a:lnTo>
                      <a:pt x="105" y="246"/>
                    </a:lnTo>
                    <a:lnTo>
                      <a:pt x="105" y="246"/>
                    </a:lnTo>
                    <a:lnTo>
                      <a:pt x="102" y="246"/>
                    </a:lnTo>
                    <a:lnTo>
                      <a:pt x="102" y="246"/>
                    </a:lnTo>
                    <a:lnTo>
                      <a:pt x="100" y="246"/>
                    </a:lnTo>
                    <a:lnTo>
                      <a:pt x="100" y="249"/>
                    </a:lnTo>
                    <a:lnTo>
                      <a:pt x="100" y="249"/>
                    </a:lnTo>
                    <a:lnTo>
                      <a:pt x="100" y="249"/>
                    </a:lnTo>
                    <a:lnTo>
                      <a:pt x="100" y="249"/>
                    </a:lnTo>
                    <a:lnTo>
                      <a:pt x="97" y="249"/>
                    </a:lnTo>
                    <a:lnTo>
                      <a:pt x="97" y="249"/>
                    </a:lnTo>
                    <a:lnTo>
                      <a:pt x="97" y="249"/>
                    </a:lnTo>
                    <a:lnTo>
                      <a:pt x="95" y="249"/>
                    </a:lnTo>
                    <a:lnTo>
                      <a:pt x="95" y="246"/>
                    </a:lnTo>
                    <a:lnTo>
                      <a:pt x="95" y="246"/>
                    </a:lnTo>
                    <a:lnTo>
                      <a:pt x="95" y="246"/>
                    </a:lnTo>
                    <a:lnTo>
                      <a:pt x="95" y="244"/>
                    </a:lnTo>
                    <a:lnTo>
                      <a:pt x="95" y="244"/>
                    </a:lnTo>
                    <a:lnTo>
                      <a:pt x="95" y="244"/>
                    </a:lnTo>
                    <a:lnTo>
                      <a:pt x="93" y="244"/>
                    </a:lnTo>
                    <a:lnTo>
                      <a:pt x="93" y="242"/>
                    </a:lnTo>
                    <a:lnTo>
                      <a:pt x="95" y="242"/>
                    </a:lnTo>
                    <a:lnTo>
                      <a:pt x="95" y="242"/>
                    </a:lnTo>
                    <a:lnTo>
                      <a:pt x="93" y="242"/>
                    </a:lnTo>
                    <a:lnTo>
                      <a:pt x="93" y="242"/>
                    </a:lnTo>
                    <a:lnTo>
                      <a:pt x="93" y="242"/>
                    </a:lnTo>
                    <a:lnTo>
                      <a:pt x="93" y="239"/>
                    </a:lnTo>
                    <a:lnTo>
                      <a:pt x="93" y="239"/>
                    </a:lnTo>
                    <a:lnTo>
                      <a:pt x="93" y="239"/>
                    </a:lnTo>
                    <a:lnTo>
                      <a:pt x="90" y="239"/>
                    </a:lnTo>
                    <a:lnTo>
                      <a:pt x="90" y="239"/>
                    </a:lnTo>
                    <a:lnTo>
                      <a:pt x="90" y="237"/>
                    </a:lnTo>
                    <a:lnTo>
                      <a:pt x="88" y="237"/>
                    </a:lnTo>
                    <a:lnTo>
                      <a:pt x="88" y="237"/>
                    </a:lnTo>
                    <a:lnTo>
                      <a:pt x="88" y="235"/>
                    </a:lnTo>
                    <a:lnTo>
                      <a:pt x="88" y="235"/>
                    </a:lnTo>
                    <a:lnTo>
                      <a:pt x="88" y="235"/>
                    </a:lnTo>
                    <a:lnTo>
                      <a:pt x="86" y="235"/>
                    </a:lnTo>
                    <a:lnTo>
                      <a:pt x="86" y="235"/>
                    </a:lnTo>
                    <a:lnTo>
                      <a:pt x="86" y="232"/>
                    </a:lnTo>
                    <a:lnTo>
                      <a:pt x="86" y="232"/>
                    </a:lnTo>
                    <a:lnTo>
                      <a:pt x="86" y="232"/>
                    </a:lnTo>
                    <a:lnTo>
                      <a:pt x="86" y="230"/>
                    </a:lnTo>
                    <a:lnTo>
                      <a:pt x="86" y="230"/>
                    </a:lnTo>
                    <a:lnTo>
                      <a:pt x="86" y="227"/>
                    </a:lnTo>
                    <a:lnTo>
                      <a:pt x="86" y="227"/>
                    </a:lnTo>
                    <a:lnTo>
                      <a:pt x="86" y="225"/>
                    </a:lnTo>
                    <a:lnTo>
                      <a:pt x="86" y="225"/>
                    </a:lnTo>
                    <a:lnTo>
                      <a:pt x="86" y="223"/>
                    </a:lnTo>
                    <a:lnTo>
                      <a:pt x="86" y="223"/>
                    </a:lnTo>
                    <a:lnTo>
                      <a:pt x="86" y="223"/>
                    </a:lnTo>
                    <a:lnTo>
                      <a:pt x="86" y="223"/>
                    </a:lnTo>
                    <a:lnTo>
                      <a:pt x="86" y="223"/>
                    </a:lnTo>
                    <a:lnTo>
                      <a:pt x="83" y="223"/>
                    </a:lnTo>
                    <a:lnTo>
                      <a:pt x="83" y="223"/>
                    </a:lnTo>
                    <a:lnTo>
                      <a:pt x="81" y="223"/>
                    </a:lnTo>
                    <a:lnTo>
                      <a:pt x="81" y="223"/>
                    </a:lnTo>
                    <a:lnTo>
                      <a:pt x="81" y="223"/>
                    </a:lnTo>
                    <a:lnTo>
                      <a:pt x="78" y="223"/>
                    </a:lnTo>
                    <a:lnTo>
                      <a:pt x="78" y="220"/>
                    </a:lnTo>
                    <a:lnTo>
                      <a:pt x="78" y="220"/>
                    </a:lnTo>
                    <a:lnTo>
                      <a:pt x="78" y="218"/>
                    </a:lnTo>
                    <a:lnTo>
                      <a:pt x="78" y="218"/>
                    </a:lnTo>
                    <a:lnTo>
                      <a:pt x="78" y="216"/>
                    </a:lnTo>
                    <a:lnTo>
                      <a:pt x="78" y="216"/>
                    </a:lnTo>
                    <a:lnTo>
                      <a:pt x="78" y="213"/>
                    </a:lnTo>
                    <a:lnTo>
                      <a:pt x="78" y="213"/>
                    </a:lnTo>
                    <a:lnTo>
                      <a:pt x="78" y="211"/>
                    </a:lnTo>
                    <a:lnTo>
                      <a:pt x="78" y="211"/>
                    </a:lnTo>
                    <a:lnTo>
                      <a:pt x="78" y="211"/>
                    </a:lnTo>
                    <a:lnTo>
                      <a:pt x="81" y="211"/>
                    </a:lnTo>
                    <a:lnTo>
                      <a:pt x="81" y="209"/>
                    </a:lnTo>
                    <a:lnTo>
                      <a:pt x="81" y="209"/>
                    </a:lnTo>
                    <a:lnTo>
                      <a:pt x="81" y="206"/>
                    </a:lnTo>
                    <a:lnTo>
                      <a:pt x="81" y="206"/>
                    </a:lnTo>
                    <a:lnTo>
                      <a:pt x="81" y="206"/>
                    </a:lnTo>
                    <a:lnTo>
                      <a:pt x="81" y="204"/>
                    </a:lnTo>
                    <a:lnTo>
                      <a:pt x="81" y="204"/>
                    </a:lnTo>
                    <a:lnTo>
                      <a:pt x="81" y="204"/>
                    </a:lnTo>
                    <a:lnTo>
                      <a:pt x="81" y="201"/>
                    </a:lnTo>
                    <a:lnTo>
                      <a:pt x="83" y="201"/>
                    </a:lnTo>
                    <a:lnTo>
                      <a:pt x="83" y="201"/>
                    </a:lnTo>
                    <a:lnTo>
                      <a:pt x="81" y="201"/>
                    </a:lnTo>
                    <a:lnTo>
                      <a:pt x="81" y="201"/>
                    </a:lnTo>
                    <a:lnTo>
                      <a:pt x="81" y="201"/>
                    </a:lnTo>
                    <a:lnTo>
                      <a:pt x="81" y="199"/>
                    </a:lnTo>
                    <a:lnTo>
                      <a:pt x="81" y="199"/>
                    </a:lnTo>
                    <a:lnTo>
                      <a:pt x="81" y="199"/>
                    </a:lnTo>
                    <a:lnTo>
                      <a:pt x="81" y="197"/>
                    </a:lnTo>
                    <a:lnTo>
                      <a:pt x="78" y="197"/>
                    </a:lnTo>
                    <a:lnTo>
                      <a:pt x="78" y="197"/>
                    </a:lnTo>
                    <a:lnTo>
                      <a:pt x="78" y="194"/>
                    </a:lnTo>
                    <a:lnTo>
                      <a:pt x="78" y="194"/>
                    </a:lnTo>
                    <a:lnTo>
                      <a:pt x="78" y="194"/>
                    </a:lnTo>
                    <a:lnTo>
                      <a:pt x="78" y="194"/>
                    </a:lnTo>
                    <a:lnTo>
                      <a:pt x="78" y="192"/>
                    </a:lnTo>
                    <a:lnTo>
                      <a:pt x="76" y="192"/>
                    </a:lnTo>
                    <a:lnTo>
                      <a:pt x="76" y="192"/>
                    </a:lnTo>
                    <a:lnTo>
                      <a:pt x="76" y="192"/>
                    </a:lnTo>
                    <a:lnTo>
                      <a:pt x="76" y="192"/>
                    </a:lnTo>
                    <a:lnTo>
                      <a:pt x="76" y="190"/>
                    </a:lnTo>
                    <a:lnTo>
                      <a:pt x="74" y="190"/>
                    </a:lnTo>
                    <a:lnTo>
                      <a:pt x="74" y="190"/>
                    </a:lnTo>
                    <a:lnTo>
                      <a:pt x="74" y="187"/>
                    </a:lnTo>
                    <a:lnTo>
                      <a:pt x="74" y="187"/>
                    </a:lnTo>
                    <a:lnTo>
                      <a:pt x="74" y="187"/>
                    </a:lnTo>
                    <a:lnTo>
                      <a:pt x="74" y="185"/>
                    </a:lnTo>
                    <a:lnTo>
                      <a:pt x="74" y="185"/>
                    </a:lnTo>
                    <a:lnTo>
                      <a:pt x="74" y="185"/>
                    </a:lnTo>
                    <a:lnTo>
                      <a:pt x="71" y="185"/>
                    </a:lnTo>
                    <a:lnTo>
                      <a:pt x="71" y="185"/>
                    </a:lnTo>
                    <a:lnTo>
                      <a:pt x="71" y="182"/>
                    </a:lnTo>
                    <a:lnTo>
                      <a:pt x="71" y="182"/>
                    </a:lnTo>
                    <a:lnTo>
                      <a:pt x="71" y="185"/>
                    </a:lnTo>
                    <a:lnTo>
                      <a:pt x="69" y="185"/>
                    </a:lnTo>
                    <a:lnTo>
                      <a:pt x="69" y="185"/>
                    </a:lnTo>
                    <a:lnTo>
                      <a:pt x="67" y="185"/>
                    </a:lnTo>
                    <a:lnTo>
                      <a:pt x="67" y="185"/>
                    </a:lnTo>
                    <a:lnTo>
                      <a:pt x="67" y="182"/>
                    </a:lnTo>
                    <a:lnTo>
                      <a:pt x="67" y="182"/>
                    </a:lnTo>
                    <a:lnTo>
                      <a:pt x="64" y="182"/>
                    </a:lnTo>
                    <a:lnTo>
                      <a:pt x="64" y="182"/>
                    </a:lnTo>
                    <a:lnTo>
                      <a:pt x="64" y="182"/>
                    </a:lnTo>
                    <a:lnTo>
                      <a:pt x="64" y="182"/>
                    </a:lnTo>
                    <a:lnTo>
                      <a:pt x="62" y="182"/>
                    </a:lnTo>
                    <a:lnTo>
                      <a:pt x="62" y="180"/>
                    </a:lnTo>
                    <a:lnTo>
                      <a:pt x="62" y="180"/>
                    </a:lnTo>
                    <a:lnTo>
                      <a:pt x="62" y="180"/>
                    </a:lnTo>
                    <a:lnTo>
                      <a:pt x="62" y="180"/>
                    </a:lnTo>
                    <a:lnTo>
                      <a:pt x="60" y="180"/>
                    </a:lnTo>
                    <a:lnTo>
                      <a:pt x="60" y="178"/>
                    </a:lnTo>
                    <a:lnTo>
                      <a:pt x="60" y="178"/>
                    </a:lnTo>
                    <a:lnTo>
                      <a:pt x="60" y="178"/>
                    </a:lnTo>
                    <a:lnTo>
                      <a:pt x="60" y="178"/>
                    </a:lnTo>
                    <a:lnTo>
                      <a:pt x="57" y="178"/>
                    </a:lnTo>
                    <a:lnTo>
                      <a:pt x="57" y="175"/>
                    </a:lnTo>
                    <a:lnTo>
                      <a:pt x="57" y="175"/>
                    </a:lnTo>
                    <a:lnTo>
                      <a:pt x="57" y="175"/>
                    </a:lnTo>
                    <a:lnTo>
                      <a:pt x="55" y="175"/>
                    </a:lnTo>
                    <a:lnTo>
                      <a:pt x="55" y="175"/>
                    </a:lnTo>
                    <a:lnTo>
                      <a:pt x="55" y="173"/>
                    </a:lnTo>
                    <a:lnTo>
                      <a:pt x="55" y="173"/>
                    </a:lnTo>
                    <a:lnTo>
                      <a:pt x="52" y="173"/>
                    </a:lnTo>
                    <a:lnTo>
                      <a:pt x="52" y="173"/>
                    </a:lnTo>
                    <a:lnTo>
                      <a:pt x="52" y="173"/>
                    </a:lnTo>
                    <a:lnTo>
                      <a:pt x="52" y="173"/>
                    </a:lnTo>
                    <a:lnTo>
                      <a:pt x="52" y="173"/>
                    </a:lnTo>
                    <a:lnTo>
                      <a:pt x="50" y="173"/>
                    </a:lnTo>
                    <a:lnTo>
                      <a:pt x="50" y="173"/>
                    </a:lnTo>
                    <a:lnTo>
                      <a:pt x="48" y="173"/>
                    </a:lnTo>
                    <a:lnTo>
                      <a:pt x="48" y="173"/>
                    </a:lnTo>
                    <a:lnTo>
                      <a:pt x="48" y="173"/>
                    </a:lnTo>
                    <a:lnTo>
                      <a:pt x="45" y="173"/>
                    </a:lnTo>
                    <a:lnTo>
                      <a:pt x="45" y="173"/>
                    </a:lnTo>
                    <a:lnTo>
                      <a:pt x="45" y="173"/>
                    </a:lnTo>
                    <a:lnTo>
                      <a:pt x="45" y="171"/>
                    </a:lnTo>
                    <a:lnTo>
                      <a:pt x="45" y="171"/>
                    </a:lnTo>
                    <a:lnTo>
                      <a:pt x="45" y="171"/>
                    </a:lnTo>
                    <a:lnTo>
                      <a:pt x="45" y="171"/>
                    </a:lnTo>
                    <a:lnTo>
                      <a:pt x="45" y="168"/>
                    </a:lnTo>
                    <a:lnTo>
                      <a:pt x="45" y="168"/>
                    </a:lnTo>
                    <a:lnTo>
                      <a:pt x="45" y="168"/>
                    </a:lnTo>
                    <a:lnTo>
                      <a:pt x="43" y="168"/>
                    </a:lnTo>
                    <a:lnTo>
                      <a:pt x="43" y="168"/>
                    </a:lnTo>
                    <a:lnTo>
                      <a:pt x="45" y="168"/>
                    </a:lnTo>
                    <a:lnTo>
                      <a:pt x="45" y="168"/>
                    </a:lnTo>
                    <a:lnTo>
                      <a:pt x="45" y="168"/>
                    </a:lnTo>
                    <a:lnTo>
                      <a:pt x="45" y="166"/>
                    </a:lnTo>
                    <a:lnTo>
                      <a:pt x="48" y="166"/>
                    </a:lnTo>
                    <a:lnTo>
                      <a:pt x="48" y="166"/>
                    </a:lnTo>
                    <a:lnTo>
                      <a:pt x="48" y="163"/>
                    </a:lnTo>
                    <a:lnTo>
                      <a:pt x="45" y="163"/>
                    </a:lnTo>
                    <a:lnTo>
                      <a:pt x="45" y="163"/>
                    </a:lnTo>
                    <a:lnTo>
                      <a:pt x="45" y="163"/>
                    </a:lnTo>
                    <a:lnTo>
                      <a:pt x="45" y="163"/>
                    </a:lnTo>
                    <a:lnTo>
                      <a:pt x="45" y="163"/>
                    </a:lnTo>
                    <a:lnTo>
                      <a:pt x="45" y="161"/>
                    </a:lnTo>
                    <a:lnTo>
                      <a:pt x="43" y="161"/>
                    </a:lnTo>
                    <a:lnTo>
                      <a:pt x="43" y="161"/>
                    </a:lnTo>
                    <a:lnTo>
                      <a:pt x="43" y="159"/>
                    </a:lnTo>
                    <a:lnTo>
                      <a:pt x="43" y="159"/>
                    </a:lnTo>
                    <a:lnTo>
                      <a:pt x="43" y="159"/>
                    </a:lnTo>
                    <a:lnTo>
                      <a:pt x="41" y="159"/>
                    </a:lnTo>
                    <a:lnTo>
                      <a:pt x="41" y="159"/>
                    </a:lnTo>
                    <a:lnTo>
                      <a:pt x="41" y="156"/>
                    </a:lnTo>
                    <a:lnTo>
                      <a:pt x="41" y="156"/>
                    </a:lnTo>
                    <a:lnTo>
                      <a:pt x="41" y="156"/>
                    </a:lnTo>
                    <a:lnTo>
                      <a:pt x="41" y="156"/>
                    </a:lnTo>
                    <a:lnTo>
                      <a:pt x="41" y="154"/>
                    </a:lnTo>
                    <a:lnTo>
                      <a:pt x="41" y="154"/>
                    </a:lnTo>
                    <a:lnTo>
                      <a:pt x="38" y="154"/>
                    </a:lnTo>
                    <a:lnTo>
                      <a:pt x="38" y="154"/>
                    </a:lnTo>
                    <a:lnTo>
                      <a:pt x="38" y="154"/>
                    </a:lnTo>
                    <a:lnTo>
                      <a:pt x="38" y="154"/>
                    </a:lnTo>
                    <a:lnTo>
                      <a:pt x="36" y="154"/>
                    </a:lnTo>
                    <a:lnTo>
                      <a:pt x="36" y="152"/>
                    </a:lnTo>
                    <a:lnTo>
                      <a:pt x="36" y="152"/>
                    </a:lnTo>
                    <a:lnTo>
                      <a:pt x="36" y="152"/>
                    </a:lnTo>
                    <a:lnTo>
                      <a:pt x="36" y="152"/>
                    </a:lnTo>
                    <a:lnTo>
                      <a:pt x="33" y="152"/>
                    </a:lnTo>
                    <a:lnTo>
                      <a:pt x="33" y="149"/>
                    </a:lnTo>
                    <a:lnTo>
                      <a:pt x="33" y="149"/>
                    </a:lnTo>
                    <a:lnTo>
                      <a:pt x="33" y="149"/>
                    </a:lnTo>
                    <a:lnTo>
                      <a:pt x="33" y="149"/>
                    </a:lnTo>
                    <a:lnTo>
                      <a:pt x="33" y="147"/>
                    </a:lnTo>
                    <a:lnTo>
                      <a:pt x="31" y="147"/>
                    </a:lnTo>
                    <a:lnTo>
                      <a:pt x="31" y="147"/>
                    </a:lnTo>
                    <a:lnTo>
                      <a:pt x="31" y="147"/>
                    </a:lnTo>
                    <a:lnTo>
                      <a:pt x="29" y="147"/>
                    </a:lnTo>
                    <a:lnTo>
                      <a:pt x="29" y="145"/>
                    </a:lnTo>
                    <a:lnTo>
                      <a:pt x="31" y="145"/>
                    </a:lnTo>
                    <a:lnTo>
                      <a:pt x="31" y="145"/>
                    </a:lnTo>
                    <a:lnTo>
                      <a:pt x="31" y="145"/>
                    </a:lnTo>
                    <a:lnTo>
                      <a:pt x="31" y="142"/>
                    </a:lnTo>
                    <a:lnTo>
                      <a:pt x="31" y="142"/>
                    </a:lnTo>
                    <a:lnTo>
                      <a:pt x="33" y="142"/>
                    </a:lnTo>
                    <a:lnTo>
                      <a:pt x="33" y="142"/>
                    </a:lnTo>
                    <a:lnTo>
                      <a:pt x="33" y="142"/>
                    </a:lnTo>
                    <a:lnTo>
                      <a:pt x="33" y="140"/>
                    </a:lnTo>
                    <a:lnTo>
                      <a:pt x="33" y="140"/>
                    </a:lnTo>
                    <a:lnTo>
                      <a:pt x="33" y="137"/>
                    </a:lnTo>
                    <a:lnTo>
                      <a:pt x="33" y="137"/>
                    </a:lnTo>
                    <a:lnTo>
                      <a:pt x="33" y="137"/>
                    </a:lnTo>
                    <a:lnTo>
                      <a:pt x="31" y="137"/>
                    </a:lnTo>
                    <a:lnTo>
                      <a:pt x="31" y="135"/>
                    </a:lnTo>
                    <a:lnTo>
                      <a:pt x="31" y="135"/>
                    </a:lnTo>
                    <a:lnTo>
                      <a:pt x="31" y="135"/>
                    </a:lnTo>
                    <a:lnTo>
                      <a:pt x="31" y="133"/>
                    </a:lnTo>
                    <a:lnTo>
                      <a:pt x="31" y="133"/>
                    </a:lnTo>
                    <a:lnTo>
                      <a:pt x="33" y="133"/>
                    </a:lnTo>
                    <a:lnTo>
                      <a:pt x="33" y="133"/>
                    </a:lnTo>
                    <a:lnTo>
                      <a:pt x="33" y="133"/>
                    </a:lnTo>
                    <a:lnTo>
                      <a:pt x="33" y="130"/>
                    </a:lnTo>
                    <a:lnTo>
                      <a:pt x="33" y="130"/>
                    </a:lnTo>
                    <a:lnTo>
                      <a:pt x="33" y="133"/>
                    </a:lnTo>
                    <a:lnTo>
                      <a:pt x="33" y="133"/>
                    </a:lnTo>
                    <a:lnTo>
                      <a:pt x="36" y="133"/>
                    </a:lnTo>
                    <a:lnTo>
                      <a:pt x="36" y="133"/>
                    </a:lnTo>
                    <a:lnTo>
                      <a:pt x="38" y="133"/>
                    </a:lnTo>
                    <a:lnTo>
                      <a:pt x="38" y="130"/>
                    </a:lnTo>
                    <a:lnTo>
                      <a:pt x="38" y="130"/>
                    </a:lnTo>
                    <a:lnTo>
                      <a:pt x="38" y="128"/>
                    </a:lnTo>
                    <a:lnTo>
                      <a:pt x="36" y="128"/>
                    </a:lnTo>
                    <a:lnTo>
                      <a:pt x="36" y="128"/>
                    </a:lnTo>
                    <a:lnTo>
                      <a:pt x="36" y="128"/>
                    </a:lnTo>
                    <a:lnTo>
                      <a:pt x="36" y="126"/>
                    </a:lnTo>
                    <a:lnTo>
                      <a:pt x="36" y="126"/>
                    </a:lnTo>
                    <a:lnTo>
                      <a:pt x="36" y="126"/>
                    </a:lnTo>
                    <a:lnTo>
                      <a:pt x="36" y="123"/>
                    </a:lnTo>
                    <a:lnTo>
                      <a:pt x="38" y="123"/>
                    </a:lnTo>
                    <a:lnTo>
                      <a:pt x="38" y="123"/>
                    </a:lnTo>
                    <a:lnTo>
                      <a:pt x="38" y="123"/>
                    </a:lnTo>
                    <a:lnTo>
                      <a:pt x="38" y="123"/>
                    </a:lnTo>
                    <a:lnTo>
                      <a:pt x="38" y="123"/>
                    </a:lnTo>
                    <a:lnTo>
                      <a:pt x="41" y="123"/>
                    </a:lnTo>
                    <a:lnTo>
                      <a:pt x="41" y="121"/>
                    </a:lnTo>
                    <a:lnTo>
                      <a:pt x="41" y="121"/>
                    </a:lnTo>
                    <a:lnTo>
                      <a:pt x="41" y="118"/>
                    </a:lnTo>
                    <a:lnTo>
                      <a:pt x="41" y="118"/>
                    </a:lnTo>
                    <a:lnTo>
                      <a:pt x="41" y="118"/>
                    </a:lnTo>
                    <a:lnTo>
                      <a:pt x="41" y="118"/>
                    </a:lnTo>
                    <a:lnTo>
                      <a:pt x="43" y="118"/>
                    </a:lnTo>
                    <a:lnTo>
                      <a:pt x="43" y="118"/>
                    </a:lnTo>
                    <a:lnTo>
                      <a:pt x="43" y="118"/>
                    </a:lnTo>
                    <a:lnTo>
                      <a:pt x="45" y="118"/>
                    </a:lnTo>
                    <a:lnTo>
                      <a:pt x="45" y="118"/>
                    </a:lnTo>
                    <a:lnTo>
                      <a:pt x="45" y="118"/>
                    </a:lnTo>
                    <a:lnTo>
                      <a:pt x="45" y="118"/>
                    </a:lnTo>
                    <a:lnTo>
                      <a:pt x="45" y="116"/>
                    </a:lnTo>
                    <a:lnTo>
                      <a:pt x="45" y="116"/>
                    </a:lnTo>
                    <a:lnTo>
                      <a:pt x="48" y="116"/>
                    </a:lnTo>
                    <a:lnTo>
                      <a:pt x="48" y="114"/>
                    </a:lnTo>
                    <a:lnTo>
                      <a:pt x="45" y="114"/>
                    </a:lnTo>
                    <a:lnTo>
                      <a:pt x="45" y="114"/>
                    </a:lnTo>
                    <a:lnTo>
                      <a:pt x="45" y="114"/>
                    </a:lnTo>
                    <a:lnTo>
                      <a:pt x="45" y="114"/>
                    </a:lnTo>
                    <a:lnTo>
                      <a:pt x="45" y="111"/>
                    </a:lnTo>
                    <a:lnTo>
                      <a:pt x="45" y="111"/>
                    </a:lnTo>
                    <a:lnTo>
                      <a:pt x="45" y="111"/>
                    </a:lnTo>
                    <a:lnTo>
                      <a:pt x="43" y="111"/>
                    </a:lnTo>
                    <a:lnTo>
                      <a:pt x="43" y="109"/>
                    </a:lnTo>
                    <a:lnTo>
                      <a:pt x="43" y="109"/>
                    </a:lnTo>
                    <a:lnTo>
                      <a:pt x="43" y="109"/>
                    </a:lnTo>
                    <a:lnTo>
                      <a:pt x="43" y="107"/>
                    </a:lnTo>
                    <a:lnTo>
                      <a:pt x="43" y="107"/>
                    </a:lnTo>
                    <a:lnTo>
                      <a:pt x="43" y="104"/>
                    </a:lnTo>
                    <a:lnTo>
                      <a:pt x="43" y="104"/>
                    </a:lnTo>
                    <a:lnTo>
                      <a:pt x="43" y="104"/>
                    </a:lnTo>
                    <a:lnTo>
                      <a:pt x="43" y="104"/>
                    </a:lnTo>
                    <a:lnTo>
                      <a:pt x="43" y="102"/>
                    </a:lnTo>
                    <a:lnTo>
                      <a:pt x="45" y="102"/>
                    </a:lnTo>
                    <a:lnTo>
                      <a:pt x="45" y="104"/>
                    </a:lnTo>
                    <a:lnTo>
                      <a:pt x="45" y="104"/>
                    </a:lnTo>
                    <a:lnTo>
                      <a:pt x="45" y="102"/>
                    </a:lnTo>
                    <a:lnTo>
                      <a:pt x="45" y="102"/>
                    </a:lnTo>
                    <a:lnTo>
                      <a:pt x="48" y="102"/>
                    </a:lnTo>
                    <a:lnTo>
                      <a:pt x="48" y="102"/>
                    </a:lnTo>
                    <a:lnTo>
                      <a:pt x="48" y="102"/>
                    </a:lnTo>
                    <a:lnTo>
                      <a:pt x="48" y="102"/>
                    </a:lnTo>
                    <a:lnTo>
                      <a:pt x="50" y="102"/>
                    </a:lnTo>
                    <a:lnTo>
                      <a:pt x="50" y="100"/>
                    </a:lnTo>
                    <a:lnTo>
                      <a:pt x="50" y="100"/>
                    </a:lnTo>
                    <a:lnTo>
                      <a:pt x="48" y="100"/>
                    </a:lnTo>
                    <a:lnTo>
                      <a:pt x="48" y="100"/>
                    </a:lnTo>
                    <a:lnTo>
                      <a:pt x="48" y="100"/>
                    </a:lnTo>
                    <a:lnTo>
                      <a:pt x="48" y="100"/>
                    </a:lnTo>
                    <a:lnTo>
                      <a:pt x="45" y="100"/>
                    </a:lnTo>
                    <a:lnTo>
                      <a:pt x="45" y="100"/>
                    </a:lnTo>
                    <a:lnTo>
                      <a:pt x="45" y="100"/>
                    </a:lnTo>
                    <a:lnTo>
                      <a:pt x="45" y="100"/>
                    </a:lnTo>
                    <a:lnTo>
                      <a:pt x="43" y="100"/>
                    </a:lnTo>
                    <a:lnTo>
                      <a:pt x="43" y="100"/>
                    </a:lnTo>
                    <a:lnTo>
                      <a:pt x="41" y="100"/>
                    </a:lnTo>
                    <a:lnTo>
                      <a:pt x="41" y="100"/>
                    </a:lnTo>
                    <a:lnTo>
                      <a:pt x="41" y="100"/>
                    </a:lnTo>
                    <a:lnTo>
                      <a:pt x="38" y="100"/>
                    </a:lnTo>
                    <a:lnTo>
                      <a:pt x="38" y="100"/>
                    </a:lnTo>
                    <a:lnTo>
                      <a:pt x="38" y="100"/>
                    </a:lnTo>
                    <a:lnTo>
                      <a:pt x="38" y="100"/>
                    </a:lnTo>
                    <a:lnTo>
                      <a:pt x="38" y="100"/>
                    </a:lnTo>
                    <a:lnTo>
                      <a:pt x="36" y="100"/>
                    </a:lnTo>
                    <a:lnTo>
                      <a:pt x="36" y="97"/>
                    </a:lnTo>
                    <a:lnTo>
                      <a:pt x="36" y="97"/>
                    </a:lnTo>
                    <a:lnTo>
                      <a:pt x="36" y="97"/>
                    </a:lnTo>
                    <a:lnTo>
                      <a:pt x="36" y="95"/>
                    </a:lnTo>
                    <a:lnTo>
                      <a:pt x="33" y="95"/>
                    </a:lnTo>
                    <a:lnTo>
                      <a:pt x="33" y="95"/>
                    </a:lnTo>
                    <a:lnTo>
                      <a:pt x="33" y="95"/>
                    </a:lnTo>
                    <a:lnTo>
                      <a:pt x="33" y="95"/>
                    </a:lnTo>
                    <a:lnTo>
                      <a:pt x="31" y="95"/>
                    </a:lnTo>
                    <a:lnTo>
                      <a:pt x="31" y="95"/>
                    </a:lnTo>
                    <a:lnTo>
                      <a:pt x="29" y="95"/>
                    </a:lnTo>
                    <a:lnTo>
                      <a:pt x="29" y="95"/>
                    </a:lnTo>
                    <a:lnTo>
                      <a:pt x="29" y="95"/>
                    </a:lnTo>
                    <a:lnTo>
                      <a:pt x="29" y="95"/>
                    </a:lnTo>
                    <a:lnTo>
                      <a:pt x="29" y="95"/>
                    </a:lnTo>
                    <a:lnTo>
                      <a:pt x="29" y="92"/>
                    </a:lnTo>
                    <a:lnTo>
                      <a:pt x="29" y="92"/>
                    </a:lnTo>
                    <a:lnTo>
                      <a:pt x="29" y="92"/>
                    </a:lnTo>
                    <a:lnTo>
                      <a:pt x="29" y="92"/>
                    </a:lnTo>
                    <a:lnTo>
                      <a:pt x="29" y="92"/>
                    </a:lnTo>
                    <a:lnTo>
                      <a:pt x="29" y="90"/>
                    </a:lnTo>
                    <a:lnTo>
                      <a:pt x="29" y="90"/>
                    </a:lnTo>
                    <a:lnTo>
                      <a:pt x="29" y="88"/>
                    </a:lnTo>
                    <a:lnTo>
                      <a:pt x="26" y="88"/>
                    </a:lnTo>
                    <a:lnTo>
                      <a:pt x="26" y="88"/>
                    </a:lnTo>
                    <a:lnTo>
                      <a:pt x="26" y="85"/>
                    </a:lnTo>
                    <a:lnTo>
                      <a:pt x="26" y="85"/>
                    </a:lnTo>
                    <a:lnTo>
                      <a:pt x="26" y="83"/>
                    </a:lnTo>
                    <a:lnTo>
                      <a:pt x="26" y="83"/>
                    </a:lnTo>
                    <a:lnTo>
                      <a:pt x="26" y="83"/>
                    </a:lnTo>
                    <a:lnTo>
                      <a:pt x="24" y="83"/>
                    </a:lnTo>
                    <a:lnTo>
                      <a:pt x="24" y="83"/>
                    </a:lnTo>
                    <a:lnTo>
                      <a:pt x="22" y="83"/>
                    </a:lnTo>
                    <a:lnTo>
                      <a:pt x="22" y="83"/>
                    </a:lnTo>
                    <a:lnTo>
                      <a:pt x="22" y="83"/>
                    </a:lnTo>
                    <a:lnTo>
                      <a:pt x="22" y="83"/>
                    </a:lnTo>
                    <a:lnTo>
                      <a:pt x="22" y="81"/>
                    </a:lnTo>
                    <a:lnTo>
                      <a:pt x="22" y="81"/>
                    </a:lnTo>
                    <a:lnTo>
                      <a:pt x="22" y="78"/>
                    </a:lnTo>
                    <a:lnTo>
                      <a:pt x="22" y="78"/>
                    </a:lnTo>
                    <a:lnTo>
                      <a:pt x="22" y="78"/>
                    </a:lnTo>
                    <a:lnTo>
                      <a:pt x="22" y="76"/>
                    </a:lnTo>
                    <a:lnTo>
                      <a:pt x="22" y="76"/>
                    </a:lnTo>
                    <a:lnTo>
                      <a:pt x="22" y="76"/>
                    </a:lnTo>
                    <a:lnTo>
                      <a:pt x="22" y="76"/>
                    </a:lnTo>
                    <a:lnTo>
                      <a:pt x="19" y="76"/>
                    </a:lnTo>
                    <a:lnTo>
                      <a:pt x="19" y="73"/>
                    </a:lnTo>
                    <a:lnTo>
                      <a:pt x="19" y="73"/>
                    </a:lnTo>
                    <a:lnTo>
                      <a:pt x="19" y="73"/>
                    </a:lnTo>
                    <a:lnTo>
                      <a:pt x="19" y="73"/>
                    </a:lnTo>
                    <a:lnTo>
                      <a:pt x="19" y="73"/>
                    </a:lnTo>
                    <a:lnTo>
                      <a:pt x="19" y="73"/>
                    </a:lnTo>
                    <a:lnTo>
                      <a:pt x="19" y="71"/>
                    </a:lnTo>
                    <a:lnTo>
                      <a:pt x="19" y="71"/>
                    </a:lnTo>
                    <a:lnTo>
                      <a:pt x="19" y="69"/>
                    </a:lnTo>
                    <a:lnTo>
                      <a:pt x="19" y="69"/>
                    </a:lnTo>
                    <a:lnTo>
                      <a:pt x="19" y="69"/>
                    </a:lnTo>
                    <a:lnTo>
                      <a:pt x="17" y="69"/>
                    </a:lnTo>
                    <a:lnTo>
                      <a:pt x="17" y="69"/>
                    </a:lnTo>
                    <a:lnTo>
                      <a:pt x="17" y="66"/>
                    </a:lnTo>
                    <a:lnTo>
                      <a:pt x="17" y="66"/>
                    </a:lnTo>
                    <a:lnTo>
                      <a:pt x="17" y="64"/>
                    </a:lnTo>
                    <a:lnTo>
                      <a:pt x="17" y="64"/>
                    </a:lnTo>
                    <a:lnTo>
                      <a:pt x="17" y="64"/>
                    </a:lnTo>
                    <a:lnTo>
                      <a:pt x="17" y="64"/>
                    </a:lnTo>
                    <a:lnTo>
                      <a:pt x="17" y="62"/>
                    </a:lnTo>
                    <a:lnTo>
                      <a:pt x="17" y="62"/>
                    </a:lnTo>
                    <a:lnTo>
                      <a:pt x="17" y="62"/>
                    </a:lnTo>
                    <a:lnTo>
                      <a:pt x="15" y="62"/>
                    </a:lnTo>
                    <a:lnTo>
                      <a:pt x="15" y="59"/>
                    </a:lnTo>
                    <a:lnTo>
                      <a:pt x="15" y="59"/>
                    </a:lnTo>
                    <a:lnTo>
                      <a:pt x="15" y="59"/>
                    </a:lnTo>
                    <a:lnTo>
                      <a:pt x="15" y="59"/>
                    </a:lnTo>
                    <a:lnTo>
                      <a:pt x="12" y="59"/>
                    </a:lnTo>
                    <a:lnTo>
                      <a:pt x="12" y="57"/>
                    </a:lnTo>
                    <a:lnTo>
                      <a:pt x="12" y="57"/>
                    </a:lnTo>
                    <a:lnTo>
                      <a:pt x="12" y="54"/>
                    </a:lnTo>
                    <a:lnTo>
                      <a:pt x="12" y="54"/>
                    </a:lnTo>
                    <a:lnTo>
                      <a:pt x="12" y="54"/>
                    </a:lnTo>
                    <a:lnTo>
                      <a:pt x="12" y="54"/>
                    </a:lnTo>
                    <a:lnTo>
                      <a:pt x="12" y="52"/>
                    </a:lnTo>
                    <a:lnTo>
                      <a:pt x="12" y="52"/>
                    </a:lnTo>
                    <a:lnTo>
                      <a:pt x="12" y="52"/>
                    </a:lnTo>
                    <a:lnTo>
                      <a:pt x="12" y="50"/>
                    </a:lnTo>
                    <a:lnTo>
                      <a:pt x="12" y="50"/>
                    </a:lnTo>
                    <a:lnTo>
                      <a:pt x="12" y="50"/>
                    </a:lnTo>
                    <a:lnTo>
                      <a:pt x="12" y="50"/>
                    </a:lnTo>
                    <a:lnTo>
                      <a:pt x="10" y="50"/>
                    </a:lnTo>
                    <a:lnTo>
                      <a:pt x="10" y="50"/>
                    </a:lnTo>
                    <a:lnTo>
                      <a:pt x="10" y="50"/>
                    </a:lnTo>
                    <a:lnTo>
                      <a:pt x="10" y="50"/>
                    </a:lnTo>
                    <a:lnTo>
                      <a:pt x="7" y="50"/>
                    </a:lnTo>
                    <a:lnTo>
                      <a:pt x="7" y="47"/>
                    </a:lnTo>
                    <a:lnTo>
                      <a:pt x="7" y="47"/>
                    </a:lnTo>
                    <a:lnTo>
                      <a:pt x="7" y="47"/>
                    </a:lnTo>
                    <a:lnTo>
                      <a:pt x="7" y="47"/>
                    </a:lnTo>
                    <a:lnTo>
                      <a:pt x="5" y="47"/>
                    </a:lnTo>
                    <a:lnTo>
                      <a:pt x="5" y="47"/>
                    </a:lnTo>
                    <a:lnTo>
                      <a:pt x="5" y="45"/>
                    </a:lnTo>
                    <a:lnTo>
                      <a:pt x="5" y="45"/>
                    </a:lnTo>
                    <a:lnTo>
                      <a:pt x="5" y="45"/>
                    </a:lnTo>
                    <a:lnTo>
                      <a:pt x="5" y="45"/>
                    </a:lnTo>
                    <a:lnTo>
                      <a:pt x="5" y="43"/>
                    </a:lnTo>
                    <a:lnTo>
                      <a:pt x="7" y="43"/>
                    </a:lnTo>
                    <a:lnTo>
                      <a:pt x="7" y="43"/>
                    </a:lnTo>
                    <a:lnTo>
                      <a:pt x="7" y="43"/>
                    </a:lnTo>
                    <a:lnTo>
                      <a:pt x="7" y="40"/>
                    </a:lnTo>
                    <a:lnTo>
                      <a:pt x="7" y="40"/>
                    </a:lnTo>
                    <a:lnTo>
                      <a:pt x="7" y="40"/>
                    </a:lnTo>
                    <a:lnTo>
                      <a:pt x="7" y="38"/>
                    </a:lnTo>
                    <a:lnTo>
                      <a:pt x="7" y="38"/>
                    </a:lnTo>
                    <a:lnTo>
                      <a:pt x="7" y="36"/>
                    </a:lnTo>
                    <a:lnTo>
                      <a:pt x="10" y="36"/>
                    </a:lnTo>
                    <a:lnTo>
                      <a:pt x="10" y="36"/>
                    </a:lnTo>
                    <a:lnTo>
                      <a:pt x="10" y="36"/>
                    </a:lnTo>
                    <a:lnTo>
                      <a:pt x="10" y="33"/>
                    </a:lnTo>
                    <a:lnTo>
                      <a:pt x="10" y="33"/>
                    </a:lnTo>
                    <a:lnTo>
                      <a:pt x="7" y="33"/>
                    </a:lnTo>
                    <a:lnTo>
                      <a:pt x="7" y="33"/>
                    </a:lnTo>
                    <a:lnTo>
                      <a:pt x="7" y="33"/>
                    </a:lnTo>
                    <a:lnTo>
                      <a:pt x="7" y="33"/>
                    </a:lnTo>
                    <a:lnTo>
                      <a:pt x="7" y="33"/>
                    </a:lnTo>
                    <a:lnTo>
                      <a:pt x="7" y="31"/>
                    </a:lnTo>
                    <a:lnTo>
                      <a:pt x="7" y="31"/>
                    </a:lnTo>
                    <a:lnTo>
                      <a:pt x="7" y="28"/>
                    </a:lnTo>
                    <a:lnTo>
                      <a:pt x="7" y="28"/>
                    </a:lnTo>
                    <a:lnTo>
                      <a:pt x="5" y="28"/>
                    </a:lnTo>
                    <a:lnTo>
                      <a:pt x="5" y="26"/>
                    </a:lnTo>
                    <a:lnTo>
                      <a:pt x="5" y="26"/>
                    </a:lnTo>
                    <a:lnTo>
                      <a:pt x="5" y="24"/>
                    </a:lnTo>
                    <a:lnTo>
                      <a:pt x="5" y="24"/>
                    </a:lnTo>
                    <a:lnTo>
                      <a:pt x="7" y="24"/>
                    </a:lnTo>
                    <a:lnTo>
                      <a:pt x="7" y="24"/>
                    </a:lnTo>
                    <a:lnTo>
                      <a:pt x="5" y="24"/>
                    </a:lnTo>
                    <a:lnTo>
                      <a:pt x="5" y="21"/>
                    </a:lnTo>
                    <a:lnTo>
                      <a:pt x="5" y="21"/>
                    </a:lnTo>
                    <a:lnTo>
                      <a:pt x="5" y="21"/>
                    </a:lnTo>
                    <a:lnTo>
                      <a:pt x="5" y="21"/>
                    </a:lnTo>
                    <a:lnTo>
                      <a:pt x="5" y="19"/>
                    </a:lnTo>
                    <a:lnTo>
                      <a:pt x="5" y="19"/>
                    </a:lnTo>
                    <a:lnTo>
                      <a:pt x="5" y="17"/>
                    </a:lnTo>
                    <a:lnTo>
                      <a:pt x="5" y="17"/>
                    </a:lnTo>
                    <a:lnTo>
                      <a:pt x="3" y="17"/>
                    </a:lnTo>
                    <a:lnTo>
                      <a:pt x="3" y="14"/>
                    </a:lnTo>
                    <a:lnTo>
                      <a:pt x="5" y="14"/>
                    </a:lnTo>
                    <a:lnTo>
                      <a:pt x="5" y="14"/>
                    </a:lnTo>
                    <a:lnTo>
                      <a:pt x="3" y="14"/>
                    </a:lnTo>
                    <a:lnTo>
                      <a:pt x="3" y="14"/>
                    </a:lnTo>
                    <a:lnTo>
                      <a:pt x="3" y="14"/>
                    </a:lnTo>
                    <a:lnTo>
                      <a:pt x="3" y="12"/>
                    </a:lnTo>
                    <a:lnTo>
                      <a:pt x="3" y="12"/>
                    </a:lnTo>
                    <a:lnTo>
                      <a:pt x="0" y="12"/>
                    </a:lnTo>
                    <a:lnTo>
                      <a:pt x="0" y="9"/>
                    </a:lnTo>
                    <a:lnTo>
                      <a:pt x="0" y="9"/>
                    </a:lnTo>
                    <a:lnTo>
                      <a:pt x="0" y="9"/>
                    </a:lnTo>
                    <a:lnTo>
                      <a:pt x="0" y="9"/>
                    </a:lnTo>
                    <a:lnTo>
                      <a:pt x="0" y="7"/>
                    </a:lnTo>
                    <a:lnTo>
                      <a:pt x="3" y="7"/>
                    </a:lnTo>
                    <a:lnTo>
                      <a:pt x="3" y="9"/>
                    </a:lnTo>
                    <a:lnTo>
                      <a:pt x="3" y="9"/>
                    </a:lnTo>
                    <a:lnTo>
                      <a:pt x="3" y="7"/>
                    </a:lnTo>
                    <a:lnTo>
                      <a:pt x="5" y="7"/>
                    </a:lnTo>
                    <a:lnTo>
                      <a:pt x="5" y="7"/>
                    </a:lnTo>
                    <a:lnTo>
                      <a:pt x="5" y="9"/>
                    </a:lnTo>
                    <a:lnTo>
                      <a:pt x="5" y="9"/>
                    </a:lnTo>
                    <a:lnTo>
                      <a:pt x="7" y="9"/>
                    </a:lnTo>
                    <a:lnTo>
                      <a:pt x="7" y="9"/>
                    </a:lnTo>
                    <a:lnTo>
                      <a:pt x="7" y="7"/>
                    </a:lnTo>
                    <a:lnTo>
                      <a:pt x="7" y="7"/>
                    </a:lnTo>
                    <a:lnTo>
                      <a:pt x="10" y="7"/>
                    </a:lnTo>
                    <a:lnTo>
                      <a:pt x="10" y="7"/>
                    </a:lnTo>
                    <a:lnTo>
                      <a:pt x="10" y="5"/>
                    </a:lnTo>
                    <a:lnTo>
                      <a:pt x="10" y="5"/>
                    </a:lnTo>
                    <a:lnTo>
                      <a:pt x="10" y="5"/>
                    </a:lnTo>
                    <a:lnTo>
                      <a:pt x="10" y="2"/>
                    </a:lnTo>
                    <a:lnTo>
                      <a:pt x="10" y="2"/>
                    </a:lnTo>
                    <a:lnTo>
                      <a:pt x="10" y="2"/>
                    </a:lnTo>
                    <a:lnTo>
                      <a:pt x="10" y="0"/>
                    </a:lnTo>
                    <a:lnTo>
                      <a:pt x="12" y="0"/>
                    </a:lnTo>
                    <a:lnTo>
                      <a:pt x="12" y="0"/>
                    </a:lnTo>
                    <a:lnTo>
                      <a:pt x="12" y="0"/>
                    </a:lnTo>
                    <a:lnTo>
                      <a:pt x="12" y="0"/>
                    </a:lnTo>
                    <a:lnTo>
                      <a:pt x="15" y="0"/>
                    </a:lnTo>
                    <a:lnTo>
                      <a:pt x="15" y="0"/>
                    </a:lnTo>
                    <a:lnTo>
                      <a:pt x="15" y="0"/>
                    </a:lnTo>
                    <a:lnTo>
                      <a:pt x="15" y="0"/>
                    </a:lnTo>
                    <a:lnTo>
                      <a:pt x="15" y="2"/>
                    </a:lnTo>
                    <a:lnTo>
                      <a:pt x="17" y="2"/>
                    </a:lnTo>
                    <a:lnTo>
                      <a:pt x="17" y="2"/>
                    </a:lnTo>
                    <a:lnTo>
                      <a:pt x="17" y="2"/>
                    </a:lnTo>
                    <a:lnTo>
                      <a:pt x="19" y="2"/>
                    </a:lnTo>
                    <a:lnTo>
                      <a:pt x="19" y="5"/>
                    </a:lnTo>
                    <a:lnTo>
                      <a:pt x="19" y="5"/>
                    </a:lnTo>
                    <a:lnTo>
                      <a:pt x="19" y="5"/>
                    </a:lnTo>
                    <a:lnTo>
                      <a:pt x="19" y="5"/>
                    </a:lnTo>
                    <a:lnTo>
                      <a:pt x="19" y="5"/>
                    </a:lnTo>
                    <a:lnTo>
                      <a:pt x="19" y="7"/>
                    </a:lnTo>
                    <a:lnTo>
                      <a:pt x="19" y="7"/>
                    </a:lnTo>
                    <a:lnTo>
                      <a:pt x="22" y="7"/>
                    </a:lnTo>
                    <a:lnTo>
                      <a:pt x="22" y="7"/>
                    </a:lnTo>
                    <a:lnTo>
                      <a:pt x="22" y="9"/>
                    </a:lnTo>
                    <a:lnTo>
                      <a:pt x="22" y="9"/>
                    </a:lnTo>
                    <a:lnTo>
                      <a:pt x="22" y="9"/>
                    </a:lnTo>
                    <a:lnTo>
                      <a:pt x="24" y="9"/>
                    </a:lnTo>
                    <a:lnTo>
                      <a:pt x="24" y="12"/>
                    </a:lnTo>
                    <a:lnTo>
                      <a:pt x="24" y="12"/>
                    </a:lnTo>
                    <a:lnTo>
                      <a:pt x="24" y="12"/>
                    </a:lnTo>
                    <a:lnTo>
                      <a:pt x="24" y="14"/>
                    </a:lnTo>
                    <a:lnTo>
                      <a:pt x="26" y="14"/>
                    </a:lnTo>
                    <a:lnTo>
                      <a:pt x="26" y="14"/>
                    </a:lnTo>
                    <a:lnTo>
                      <a:pt x="26" y="14"/>
                    </a:lnTo>
                    <a:lnTo>
                      <a:pt x="29" y="14"/>
                    </a:lnTo>
                    <a:lnTo>
                      <a:pt x="29" y="14"/>
                    </a:lnTo>
                    <a:lnTo>
                      <a:pt x="29" y="14"/>
                    </a:lnTo>
                    <a:lnTo>
                      <a:pt x="29" y="14"/>
                    </a:lnTo>
                    <a:lnTo>
                      <a:pt x="29" y="17"/>
                    </a:lnTo>
                    <a:lnTo>
                      <a:pt x="29" y="17"/>
                    </a:lnTo>
                    <a:lnTo>
                      <a:pt x="29" y="17"/>
                    </a:lnTo>
                    <a:lnTo>
                      <a:pt x="31" y="17"/>
                    </a:lnTo>
                    <a:lnTo>
                      <a:pt x="31" y="19"/>
                    </a:lnTo>
                    <a:lnTo>
                      <a:pt x="31" y="19"/>
                    </a:lnTo>
                    <a:lnTo>
                      <a:pt x="31" y="19"/>
                    </a:lnTo>
                    <a:lnTo>
                      <a:pt x="33" y="19"/>
                    </a:lnTo>
                    <a:lnTo>
                      <a:pt x="33" y="19"/>
                    </a:lnTo>
                    <a:lnTo>
                      <a:pt x="33" y="19"/>
                    </a:lnTo>
                    <a:lnTo>
                      <a:pt x="36" y="19"/>
                    </a:lnTo>
                    <a:lnTo>
                      <a:pt x="36" y="19"/>
                    </a:lnTo>
                    <a:lnTo>
                      <a:pt x="36" y="21"/>
                    </a:lnTo>
                    <a:lnTo>
                      <a:pt x="38" y="21"/>
                    </a:lnTo>
                    <a:lnTo>
                      <a:pt x="38" y="21"/>
                    </a:lnTo>
                    <a:lnTo>
                      <a:pt x="38" y="21"/>
                    </a:lnTo>
                    <a:lnTo>
                      <a:pt x="38" y="21"/>
                    </a:lnTo>
                    <a:lnTo>
                      <a:pt x="41" y="21"/>
                    </a:lnTo>
                    <a:lnTo>
                      <a:pt x="41" y="21"/>
                    </a:lnTo>
                    <a:lnTo>
                      <a:pt x="41" y="21"/>
                    </a:lnTo>
                    <a:lnTo>
                      <a:pt x="43" y="21"/>
                    </a:lnTo>
                    <a:lnTo>
                      <a:pt x="43" y="24"/>
                    </a:lnTo>
                    <a:lnTo>
                      <a:pt x="43" y="24"/>
                    </a:lnTo>
                    <a:lnTo>
                      <a:pt x="43" y="21"/>
                    </a:lnTo>
                    <a:lnTo>
                      <a:pt x="45" y="21"/>
                    </a:lnTo>
                    <a:lnTo>
                      <a:pt x="45" y="21"/>
                    </a:lnTo>
                    <a:lnTo>
                      <a:pt x="45" y="24"/>
                    </a:lnTo>
                    <a:lnTo>
                      <a:pt x="45" y="24"/>
                    </a:lnTo>
                    <a:lnTo>
                      <a:pt x="48" y="24"/>
                    </a:lnTo>
                    <a:lnTo>
                      <a:pt x="48" y="21"/>
                    </a:lnTo>
                    <a:lnTo>
                      <a:pt x="48" y="21"/>
                    </a:lnTo>
                    <a:lnTo>
                      <a:pt x="48" y="21"/>
                    </a:lnTo>
                    <a:lnTo>
                      <a:pt x="50" y="21"/>
                    </a:lnTo>
                    <a:lnTo>
                      <a:pt x="50" y="21"/>
                    </a:lnTo>
                    <a:lnTo>
                      <a:pt x="50" y="21"/>
                    </a:lnTo>
                    <a:lnTo>
                      <a:pt x="50" y="21"/>
                    </a:lnTo>
                    <a:lnTo>
                      <a:pt x="52" y="21"/>
                    </a:lnTo>
                    <a:lnTo>
                      <a:pt x="52" y="21"/>
                    </a:lnTo>
                    <a:lnTo>
                      <a:pt x="52" y="21"/>
                    </a:lnTo>
                    <a:lnTo>
                      <a:pt x="55" y="21"/>
                    </a:lnTo>
                    <a:lnTo>
                      <a:pt x="55" y="21"/>
                    </a:lnTo>
                    <a:lnTo>
                      <a:pt x="55" y="21"/>
                    </a:lnTo>
                    <a:lnTo>
                      <a:pt x="55" y="21"/>
                    </a:lnTo>
                    <a:lnTo>
                      <a:pt x="55" y="19"/>
                    </a:lnTo>
                    <a:lnTo>
                      <a:pt x="57" y="19"/>
                    </a:lnTo>
                    <a:lnTo>
                      <a:pt x="57" y="19"/>
                    </a:lnTo>
                    <a:lnTo>
                      <a:pt x="57" y="19"/>
                    </a:lnTo>
                    <a:lnTo>
                      <a:pt x="60" y="19"/>
                    </a:lnTo>
                    <a:lnTo>
                      <a:pt x="60" y="17"/>
                    </a:lnTo>
                    <a:lnTo>
                      <a:pt x="60" y="17"/>
                    </a:lnTo>
                    <a:lnTo>
                      <a:pt x="60" y="17"/>
                    </a:lnTo>
                    <a:lnTo>
                      <a:pt x="60" y="17"/>
                    </a:lnTo>
                    <a:lnTo>
                      <a:pt x="60" y="14"/>
                    </a:lnTo>
                    <a:lnTo>
                      <a:pt x="62" y="14"/>
                    </a:lnTo>
                    <a:lnTo>
                      <a:pt x="62" y="14"/>
                    </a:lnTo>
                    <a:lnTo>
                      <a:pt x="62" y="14"/>
                    </a:lnTo>
                    <a:lnTo>
                      <a:pt x="62" y="14"/>
                    </a:lnTo>
                    <a:lnTo>
                      <a:pt x="62" y="14"/>
                    </a:lnTo>
                    <a:lnTo>
                      <a:pt x="64" y="14"/>
                    </a:lnTo>
                    <a:lnTo>
                      <a:pt x="64" y="14"/>
                    </a:lnTo>
                    <a:lnTo>
                      <a:pt x="64" y="14"/>
                    </a:lnTo>
                    <a:lnTo>
                      <a:pt x="64" y="14"/>
                    </a:lnTo>
                    <a:lnTo>
                      <a:pt x="64" y="12"/>
                    </a:lnTo>
                    <a:lnTo>
                      <a:pt x="67" y="12"/>
                    </a:lnTo>
                    <a:lnTo>
                      <a:pt x="67" y="12"/>
                    </a:lnTo>
                    <a:lnTo>
                      <a:pt x="67" y="12"/>
                    </a:lnTo>
                    <a:lnTo>
                      <a:pt x="67" y="12"/>
                    </a:lnTo>
                    <a:lnTo>
                      <a:pt x="69" y="12"/>
                    </a:lnTo>
                    <a:lnTo>
                      <a:pt x="69" y="9"/>
                    </a:lnTo>
                    <a:lnTo>
                      <a:pt x="69" y="9"/>
                    </a:lnTo>
                    <a:lnTo>
                      <a:pt x="71" y="9"/>
                    </a:lnTo>
                    <a:lnTo>
                      <a:pt x="71" y="9"/>
                    </a:lnTo>
                    <a:lnTo>
                      <a:pt x="71" y="9"/>
                    </a:lnTo>
                    <a:lnTo>
                      <a:pt x="71" y="7"/>
                    </a:lnTo>
                    <a:lnTo>
                      <a:pt x="71" y="7"/>
                    </a:lnTo>
                    <a:lnTo>
                      <a:pt x="71" y="7"/>
                    </a:lnTo>
                    <a:lnTo>
                      <a:pt x="74" y="7"/>
                    </a:lnTo>
                    <a:lnTo>
                      <a:pt x="74" y="7"/>
                    </a:lnTo>
                    <a:lnTo>
                      <a:pt x="74" y="5"/>
                    </a:lnTo>
                    <a:lnTo>
                      <a:pt x="74" y="5"/>
                    </a:lnTo>
                    <a:lnTo>
                      <a:pt x="76" y="5"/>
                    </a:lnTo>
                    <a:lnTo>
                      <a:pt x="76" y="5"/>
                    </a:lnTo>
                    <a:lnTo>
                      <a:pt x="76" y="5"/>
                    </a:lnTo>
                    <a:lnTo>
                      <a:pt x="78" y="5"/>
                    </a:lnTo>
                    <a:lnTo>
                      <a:pt x="78" y="5"/>
                    </a:lnTo>
                    <a:lnTo>
                      <a:pt x="78" y="5"/>
                    </a:lnTo>
                    <a:lnTo>
                      <a:pt x="78" y="5"/>
                    </a:lnTo>
                    <a:lnTo>
                      <a:pt x="81" y="5"/>
                    </a:lnTo>
                    <a:lnTo>
                      <a:pt x="81" y="2"/>
                    </a:lnTo>
                    <a:lnTo>
                      <a:pt x="81" y="2"/>
                    </a:lnTo>
                    <a:lnTo>
                      <a:pt x="81" y="2"/>
                    </a:lnTo>
                    <a:lnTo>
                      <a:pt x="81" y="2"/>
                    </a:lnTo>
                    <a:lnTo>
                      <a:pt x="83" y="2"/>
                    </a:lnTo>
                    <a:lnTo>
                      <a:pt x="83" y="2"/>
                    </a:lnTo>
                    <a:lnTo>
                      <a:pt x="86" y="2"/>
                    </a:lnTo>
                    <a:lnTo>
                      <a:pt x="86" y="2"/>
                    </a:lnTo>
                    <a:lnTo>
                      <a:pt x="86" y="2"/>
                    </a:lnTo>
                    <a:lnTo>
                      <a:pt x="86" y="2"/>
                    </a:lnTo>
                    <a:lnTo>
                      <a:pt x="88" y="2"/>
                    </a:lnTo>
                    <a:lnTo>
                      <a:pt x="88" y="5"/>
                    </a:lnTo>
                    <a:lnTo>
                      <a:pt x="88" y="5"/>
                    </a:lnTo>
                    <a:lnTo>
                      <a:pt x="88" y="5"/>
                    </a:lnTo>
                    <a:lnTo>
                      <a:pt x="88" y="5"/>
                    </a:lnTo>
                    <a:lnTo>
                      <a:pt x="88" y="5"/>
                    </a:lnTo>
                    <a:lnTo>
                      <a:pt x="90" y="5"/>
                    </a:lnTo>
                    <a:lnTo>
                      <a:pt x="90" y="7"/>
                    </a:lnTo>
                    <a:lnTo>
                      <a:pt x="90" y="7"/>
                    </a:lnTo>
                    <a:lnTo>
                      <a:pt x="93" y="7"/>
                    </a:lnTo>
                    <a:lnTo>
                      <a:pt x="93" y="7"/>
                    </a:lnTo>
                    <a:lnTo>
                      <a:pt x="93" y="7"/>
                    </a:lnTo>
                    <a:lnTo>
                      <a:pt x="93" y="9"/>
                    </a:lnTo>
                    <a:lnTo>
                      <a:pt x="93" y="9"/>
                    </a:lnTo>
                    <a:lnTo>
                      <a:pt x="93" y="9"/>
                    </a:lnTo>
                    <a:lnTo>
                      <a:pt x="90" y="9"/>
                    </a:lnTo>
                    <a:lnTo>
                      <a:pt x="90" y="9"/>
                    </a:lnTo>
                    <a:lnTo>
                      <a:pt x="90" y="12"/>
                    </a:lnTo>
                    <a:lnTo>
                      <a:pt x="88" y="12"/>
                    </a:lnTo>
                    <a:lnTo>
                      <a:pt x="88" y="12"/>
                    </a:lnTo>
                    <a:lnTo>
                      <a:pt x="88" y="12"/>
                    </a:lnTo>
                    <a:lnTo>
                      <a:pt x="88" y="14"/>
                    </a:lnTo>
                    <a:lnTo>
                      <a:pt x="88" y="14"/>
                    </a:lnTo>
                    <a:lnTo>
                      <a:pt x="88" y="14"/>
                    </a:lnTo>
                    <a:lnTo>
                      <a:pt x="90" y="14"/>
                    </a:lnTo>
                    <a:lnTo>
                      <a:pt x="90" y="14"/>
                    </a:lnTo>
                    <a:lnTo>
                      <a:pt x="90" y="14"/>
                    </a:lnTo>
                    <a:lnTo>
                      <a:pt x="93" y="14"/>
                    </a:lnTo>
                    <a:lnTo>
                      <a:pt x="93" y="17"/>
                    </a:lnTo>
                    <a:lnTo>
                      <a:pt x="93" y="17"/>
                    </a:lnTo>
                    <a:lnTo>
                      <a:pt x="93" y="17"/>
                    </a:lnTo>
                    <a:lnTo>
                      <a:pt x="93" y="17"/>
                    </a:lnTo>
                    <a:lnTo>
                      <a:pt x="93" y="19"/>
                    </a:lnTo>
                    <a:lnTo>
                      <a:pt x="93" y="19"/>
                    </a:lnTo>
                    <a:lnTo>
                      <a:pt x="93" y="19"/>
                    </a:lnTo>
                    <a:lnTo>
                      <a:pt x="93" y="19"/>
                    </a:lnTo>
                    <a:lnTo>
                      <a:pt x="90" y="19"/>
                    </a:lnTo>
                    <a:lnTo>
                      <a:pt x="90" y="19"/>
                    </a:lnTo>
                    <a:lnTo>
                      <a:pt x="88" y="19"/>
                    </a:lnTo>
                    <a:lnTo>
                      <a:pt x="88" y="19"/>
                    </a:lnTo>
                    <a:lnTo>
                      <a:pt x="88" y="19"/>
                    </a:lnTo>
                    <a:lnTo>
                      <a:pt x="88" y="21"/>
                    </a:lnTo>
                    <a:lnTo>
                      <a:pt x="86" y="21"/>
                    </a:lnTo>
                    <a:lnTo>
                      <a:pt x="86" y="21"/>
                    </a:lnTo>
                    <a:lnTo>
                      <a:pt x="86" y="21"/>
                    </a:lnTo>
                    <a:lnTo>
                      <a:pt x="86" y="24"/>
                    </a:lnTo>
                    <a:lnTo>
                      <a:pt x="86" y="24"/>
                    </a:lnTo>
                    <a:lnTo>
                      <a:pt x="86" y="24"/>
                    </a:lnTo>
                    <a:lnTo>
                      <a:pt x="88" y="24"/>
                    </a:lnTo>
                    <a:lnTo>
                      <a:pt x="88" y="24"/>
                    </a:lnTo>
                    <a:lnTo>
                      <a:pt x="88" y="24"/>
                    </a:lnTo>
                    <a:lnTo>
                      <a:pt x="88" y="24"/>
                    </a:lnTo>
                    <a:lnTo>
                      <a:pt x="90" y="24"/>
                    </a:lnTo>
                    <a:lnTo>
                      <a:pt x="90" y="24"/>
                    </a:lnTo>
                    <a:lnTo>
                      <a:pt x="90" y="26"/>
                    </a:lnTo>
                    <a:lnTo>
                      <a:pt x="90" y="26"/>
                    </a:lnTo>
                    <a:lnTo>
                      <a:pt x="93" y="26"/>
                    </a:lnTo>
                    <a:lnTo>
                      <a:pt x="93" y="28"/>
                    </a:lnTo>
                    <a:lnTo>
                      <a:pt x="93" y="28"/>
                    </a:lnTo>
                    <a:lnTo>
                      <a:pt x="93" y="28"/>
                    </a:lnTo>
                    <a:lnTo>
                      <a:pt x="93" y="28"/>
                    </a:lnTo>
                    <a:lnTo>
                      <a:pt x="95" y="28"/>
                    </a:lnTo>
                    <a:lnTo>
                      <a:pt x="95" y="28"/>
                    </a:lnTo>
                    <a:lnTo>
                      <a:pt x="95" y="28"/>
                    </a:lnTo>
                    <a:lnTo>
                      <a:pt x="95" y="28"/>
                    </a:lnTo>
                    <a:lnTo>
                      <a:pt x="95" y="31"/>
                    </a:lnTo>
                    <a:lnTo>
                      <a:pt x="95" y="31"/>
                    </a:lnTo>
                    <a:lnTo>
                      <a:pt x="95" y="31"/>
                    </a:lnTo>
                    <a:lnTo>
                      <a:pt x="97" y="31"/>
                    </a:lnTo>
                    <a:lnTo>
                      <a:pt x="97" y="31"/>
                    </a:lnTo>
                    <a:lnTo>
                      <a:pt x="97" y="33"/>
                    </a:lnTo>
                    <a:lnTo>
                      <a:pt x="97" y="33"/>
                    </a:lnTo>
                    <a:lnTo>
                      <a:pt x="100" y="33"/>
                    </a:lnTo>
                    <a:lnTo>
                      <a:pt x="100" y="33"/>
                    </a:lnTo>
                    <a:lnTo>
                      <a:pt x="100" y="33"/>
                    </a:lnTo>
                    <a:lnTo>
                      <a:pt x="102" y="33"/>
                    </a:lnTo>
                    <a:lnTo>
                      <a:pt x="102" y="33"/>
                    </a:lnTo>
                    <a:lnTo>
                      <a:pt x="102" y="33"/>
                    </a:lnTo>
                    <a:lnTo>
                      <a:pt x="105" y="33"/>
                    </a:lnTo>
                    <a:lnTo>
                      <a:pt x="105" y="33"/>
                    </a:lnTo>
                    <a:lnTo>
                      <a:pt x="105" y="33"/>
                    </a:lnTo>
                    <a:lnTo>
                      <a:pt x="105" y="33"/>
                    </a:lnTo>
                    <a:lnTo>
                      <a:pt x="105" y="33"/>
                    </a:lnTo>
                    <a:lnTo>
                      <a:pt x="105" y="33"/>
                    </a:lnTo>
                    <a:lnTo>
                      <a:pt x="105" y="36"/>
                    </a:lnTo>
                    <a:lnTo>
                      <a:pt x="105" y="36"/>
                    </a:lnTo>
                    <a:lnTo>
                      <a:pt x="105" y="38"/>
                    </a:lnTo>
                    <a:lnTo>
                      <a:pt x="105" y="38"/>
                    </a:lnTo>
                    <a:lnTo>
                      <a:pt x="105" y="38"/>
                    </a:lnTo>
                    <a:lnTo>
                      <a:pt x="105" y="40"/>
                    </a:lnTo>
                    <a:lnTo>
                      <a:pt x="105" y="40"/>
                    </a:lnTo>
                    <a:lnTo>
                      <a:pt x="105" y="43"/>
                    </a:lnTo>
                    <a:lnTo>
                      <a:pt x="105" y="43"/>
                    </a:lnTo>
                    <a:lnTo>
                      <a:pt x="107" y="43"/>
                    </a:lnTo>
                    <a:lnTo>
                      <a:pt x="107" y="45"/>
                    </a:lnTo>
                    <a:lnTo>
                      <a:pt x="107" y="45"/>
                    </a:lnTo>
                    <a:lnTo>
                      <a:pt x="107" y="45"/>
                    </a:lnTo>
                    <a:lnTo>
                      <a:pt x="107" y="47"/>
                    </a:lnTo>
                    <a:lnTo>
                      <a:pt x="107" y="47"/>
                    </a:lnTo>
                    <a:lnTo>
                      <a:pt x="107" y="47"/>
                    </a:lnTo>
                    <a:lnTo>
                      <a:pt x="107" y="50"/>
                    </a:lnTo>
                    <a:lnTo>
                      <a:pt x="107" y="50"/>
                    </a:lnTo>
                    <a:lnTo>
                      <a:pt x="107" y="50"/>
                    </a:lnTo>
                    <a:lnTo>
                      <a:pt x="107" y="52"/>
                    </a:lnTo>
                    <a:lnTo>
                      <a:pt x="109" y="52"/>
                    </a:lnTo>
                    <a:lnTo>
                      <a:pt x="109" y="52"/>
                    </a:lnTo>
                    <a:lnTo>
                      <a:pt x="109" y="52"/>
                    </a:lnTo>
                    <a:lnTo>
                      <a:pt x="109" y="54"/>
                    </a:lnTo>
                    <a:lnTo>
                      <a:pt x="112" y="54"/>
                    </a:lnTo>
                    <a:lnTo>
                      <a:pt x="112" y="54"/>
                    </a:lnTo>
                    <a:lnTo>
                      <a:pt x="112" y="54"/>
                    </a:lnTo>
                    <a:lnTo>
                      <a:pt x="112" y="54"/>
                    </a:lnTo>
                    <a:lnTo>
                      <a:pt x="114" y="54"/>
                    </a:lnTo>
                    <a:lnTo>
                      <a:pt x="114" y="54"/>
                    </a:lnTo>
                    <a:lnTo>
                      <a:pt x="114" y="54"/>
                    </a:lnTo>
                    <a:lnTo>
                      <a:pt x="114" y="54"/>
                    </a:lnTo>
                    <a:lnTo>
                      <a:pt x="116" y="54"/>
                    </a:lnTo>
                    <a:lnTo>
                      <a:pt x="116" y="57"/>
                    </a:lnTo>
                    <a:lnTo>
                      <a:pt x="116" y="57"/>
                    </a:lnTo>
                    <a:lnTo>
                      <a:pt x="119" y="57"/>
                    </a:lnTo>
                    <a:lnTo>
                      <a:pt x="119" y="57"/>
                    </a:lnTo>
                    <a:lnTo>
                      <a:pt x="119" y="57"/>
                    </a:lnTo>
                    <a:lnTo>
                      <a:pt x="121" y="57"/>
                    </a:lnTo>
                    <a:lnTo>
                      <a:pt x="121" y="57"/>
                    </a:lnTo>
                    <a:lnTo>
                      <a:pt x="121" y="57"/>
                    </a:lnTo>
                    <a:lnTo>
                      <a:pt x="121" y="57"/>
                    </a:lnTo>
                    <a:lnTo>
                      <a:pt x="123" y="57"/>
                    </a:lnTo>
                    <a:lnTo>
                      <a:pt x="123" y="57"/>
                    </a:lnTo>
                    <a:lnTo>
                      <a:pt x="126" y="57"/>
                    </a:lnTo>
                    <a:lnTo>
                      <a:pt x="126" y="57"/>
                    </a:lnTo>
                    <a:lnTo>
                      <a:pt x="126" y="57"/>
                    </a:lnTo>
                    <a:lnTo>
                      <a:pt x="126" y="57"/>
                    </a:lnTo>
                    <a:lnTo>
                      <a:pt x="128" y="57"/>
                    </a:lnTo>
                    <a:lnTo>
                      <a:pt x="128" y="57"/>
                    </a:lnTo>
                    <a:lnTo>
                      <a:pt x="128" y="57"/>
                    </a:lnTo>
                    <a:lnTo>
                      <a:pt x="128" y="59"/>
                    </a:lnTo>
                    <a:lnTo>
                      <a:pt x="128" y="59"/>
                    </a:lnTo>
                    <a:lnTo>
                      <a:pt x="131" y="59"/>
                    </a:lnTo>
                    <a:lnTo>
                      <a:pt x="131" y="59"/>
                    </a:lnTo>
                    <a:lnTo>
                      <a:pt x="133" y="59"/>
                    </a:lnTo>
                    <a:lnTo>
                      <a:pt x="133" y="59"/>
                    </a:lnTo>
                    <a:lnTo>
                      <a:pt x="133" y="59"/>
                    </a:lnTo>
                    <a:lnTo>
                      <a:pt x="133" y="59"/>
                    </a:lnTo>
                    <a:lnTo>
                      <a:pt x="133" y="62"/>
                    </a:lnTo>
                    <a:lnTo>
                      <a:pt x="133" y="62"/>
                    </a:lnTo>
                    <a:lnTo>
                      <a:pt x="135" y="62"/>
                    </a:lnTo>
                    <a:lnTo>
                      <a:pt x="135" y="64"/>
                    </a:lnTo>
                    <a:lnTo>
                      <a:pt x="135" y="64"/>
                    </a:lnTo>
                    <a:lnTo>
                      <a:pt x="135" y="64"/>
                    </a:lnTo>
                    <a:lnTo>
                      <a:pt x="135" y="64"/>
                    </a:lnTo>
                    <a:lnTo>
                      <a:pt x="135" y="64"/>
                    </a:lnTo>
                    <a:lnTo>
                      <a:pt x="135" y="66"/>
                    </a:lnTo>
                    <a:lnTo>
                      <a:pt x="138" y="66"/>
                    </a:lnTo>
                    <a:lnTo>
                      <a:pt x="138" y="66"/>
                    </a:lnTo>
                    <a:lnTo>
                      <a:pt x="138" y="66"/>
                    </a:lnTo>
                    <a:lnTo>
                      <a:pt x="140" y="66"/>
                    </a:lnTo>
                    <a:lnTo>
                      <a:pt x="140" y="69"/>
                    </a:lnTo>
                    <a:lnTo>
                      <a:pt x="140" y="69"/>
                    </a:lnTo>
                    <a:lnTo>
                      <a:pt x="140" y="69"/>
                    </a:lnTo>
                    <a:lnTo>
                      <a:pt x="140" y="69"/>
                    </a:lnTo>
                    <a:lnTo>
                      <a:pt x="142" y="69"/>
                    </a:lnTo>
                    <a:lnTo>
                      <a:pt x="142" y="69"/>
                    </a:lnTo>
                    <a:lnTo>
                      <a:pt x="142" y="71"/>
                    </a:lnTo>
                    <a:lnTo>
                      <a:pt x="145" y="71"/>
                    </a:lnTo>
                    <a:lnTo>
                      <a:pt x="145" y="71"/>
                    </a:lnTo>
                    <a:lnTo>
                      <a:pt x="145" y="71"/>
                    </a:lnTo>
                    <a:lnTo>
                      <a:pt x="145" y="71"/>
                    </a:lnTo>
                    <a:lnTo>
                      <a:pt x="145" y="73"/>
                    </a:lnTo>
                    <a:lnTo>
                      <a:pt x="147" y="73"/>
                    </a:lnTo>
                    <a:lnTo>
                      <a:pt x="147" y="73"/>
                    </a:lnTo>
                    <a:lnTo>
                      <a:pt x="147" y="73"/>
                    </a:lnTo>
                    <a:lnTo>
                      <a:pt x="147" y="73"/>
                    </a:lnTo>
                    <a:lnTo>
                      <a:pt x="149" y="73"/>
                    </a:lnTo>
                    <a:lnTo>
                      <a:pt x="149" y="73"/>
                    </a:lnTo>
                    <a:lnTo>
                      <a:pt x="149" y="73"/>
                    </a:lnTo>
                    <a:lnTo>
                      <a:pt x="152" y="73"/>
                    </a:lnTo>
                    <a:lnTo>
                      <a:pt x="152" y="73"/>
                    </a:lnTo>
                    <a:lnTo>
                      <a:pt x="152" y="76"/>
                    </a:lnTo>
                    <a:lnTo>
                      <a:pt x="152" y="76"/>
                    </a:lnTo>
                    <a:lnTo>
                      <a:pt x="154" y="76"/>
                    </a:lnTo>
                    <a:lnTo>
                      <a:pt x="154" y="76"/>
                    </a:lnTo>
                    <a:lnTo>
                      <a:pt x="154" y="76"/>
                    </a:lnTo>
                    <a:lnTo>
                      <a:pt x="154" y="76"/>
                    </a:lnTo>
                    <a:lnTo>
                      <a:pt x="157" y="76"/>
                    </a:lnTo>
                    <a:lnTo>
                      <a:pt x="157" y="76"/>
                    </a:lnTo>
                    <a:lnTo>
                      <a:pt x="159" y="76"/>
                    </a:lnTo>
                    <a:lnTo>
                      <a:pt x="159" y="76"/>
                    </a:lnTo>
                    <a:lnTo>
                      <a:pt x="159" y="76"/>
                    </a:lnTo>
                    <a:lnTo>
                      <a:pt x="161" y="76"/>
                    </a:lnTo>
                    <a:lnTo>
                      <a:pt x="161" y="78"/>
                    </a:lnTo>
                    <a:lnTo>
                      <a:pt x="161" y="78"/>
                    </a:lnTo>
                    <a:lnTo>
                      <a:pt x="161" y="78"/>
                    </a:lnTo>
                    <a:lnTo>
                      <a:pt x="164" y="78"/>
                    </a:lnTo>
                    <a:lnTo>
                      <a:pt x="164" y="78"/>
                    </a:lnTo>
                    <a:lnTo>
                      <a:pt x="164" y="78"/>
                    </a:lnTo>
                    <a:lnTo>
                      <a:pt x="166" y="78"/>
                    </a:lnTo>
                    <a:lnTo>
                      <a:pt x="166" y="78"/>
                    </a:lnTo>
                    <a:lnTo>
                      <a:pt x="166" y="78"/>
                    </a:lnTo>
                    <a:lnTo>
                      <a:pt x="168" y="78"/>
                    </a:lnTo>
                    <a:lnTo>
                      <a:pt x="168" y="81"/>
                    </a:lnTo>
                    <a:lnTo>
                      <a:pt x="168" y="81"/>
                    </a:lnTo>
                    <a:lnTo>
                      <a:pt x="168" y="81"/>
                    </a:lnTo>
                    <a:lnTo>
                      <a:pt x="171" y="81"/>
                    </a:lnTo>
                    <a:lnTo>
                      <a:pt x="171" y="81"/>
                    </a:lnTo>
                    <a:lnTo>
                      <a:pt x="171" y="78"/>
                    </a:lnTo>
                    <a:lnTo>
                      <a:pt x="173" y="78"/>
                    </a:lnTo>
                    <a:lnTo>
                      <a:pt x="173" y="78"/>
                    </a:lnTo>
                    <a:lnTo>
                      <a:pt x="173" y="78"/>
                    </a:lnTo>
                    <a:lnTo>
                      <a:pt x="176" y="78"/>
                    </a:lnTo>
                    <a:lnTo>
                      <a:pt x="176" y="78"/>
                    </a:lnTo>
                    <a:lnTo>
                      <a:pt x="176" y="78"/>
                    </a:lnTo>
                    <a:lnTo>
                      <a:pt x="178" y="78"/>
                    </a:lnTo>
                    <a:lnTo>
                      <a:pt x="178" y="78"/>
                    </a:lnTo>
                    <a:lnTo>
                      <a:pt x="178" y="78"/>
                    </a:lnTo>
                    <a:lnTo>
                      <a:pt x="180" y="78"/>
                    </a:lnTo>
                    <a:lnTo>
                      <a:pt x="180" y="76"/>
                    </a:lnTo>
                    <a:lnTo>
                      <a:pt x="180" y="76"/>
                    </a:lnTo>
                    <a:lnTo>
                      <a:pt x="180" y="76"/>
                    </a:lnTo>
                    <a:lnTo>
                      <a:pt x="183" y="76"/>
                    </a:lnTo>
                    <a:lnTo>
                      <a:pt x="183" y="76"/>
                    </a:lnTo>
                    <a:lnTo>
                      <a:pt x="185" y="76"/>
                    </a:lnTo>
                    <a:lnTo>
                      <a:pt x="185" y="76"/>
                    </a:lnTo>
                    <a:lnTo>
                      <a:pt x="185" y="76"/>
                    </a:lnTo>
                    <a:lnTo>
                      <a:pt x="185" y="76"/>
                    </a:lnTo>
                    <a:lnTo>
                      <a:pt x="187" y="76"/>
                    </a:lnTo>
                    <a:lnTo>
                      <a:pt x="187" y="76"/>
                    </a:lnTo>
                    <a:lnTo>
                      <a:pt x="187" y="76"/>
                    </a:lnTo>
                    <a:lnTo>
                      <a:pt x="190" y="76"/>
                    </a:lnTo>
                    <a:lnTo>
                      <a:pt x="190" y="73"/>
                    </a:lnTo>
                    <a:lnTo>
                      <a:pt x="190" y="73"/>
                    </a:lnTo>
                    <a:lnTo>
                      <a:pt x="192" y="73"/>
                    </a:lnTo>
                    <a:lnTo>
                      <a:pt x="192" y="73"/>
                    </a:lnTo>
                    <a:lnTo>
                      <a:pt x="192" y="73"/>
                    </a:lnTo>
                    <a:lnTo>
                      <a:pt x="192" y="73"/>
                    </a:lnTo>
                    <a:lnTo>
                      <a:pt x="194" y="73"/>
                    </a:lnTo>
                    <a:lnTo>
                      <a:pt x="194" y="73"/>
                    </a:lnTo>
                    <a:lnTo>
                      <a:pt x="194" y="73"/>
                    </a:lnTo>
                    <a:lnTo>
                      <a:pt x="197" y="73"/>
                    </a:lnTo>
                    <a:lnTo>
                      <a:pt x="197" y="73"/>
                    </a:lnTo>
                    <a:lnTo>
                      <a:pt x="197" y="73"/>
                    </a:lnTo>
                    <a:lnTo>
                      <a:pt x="199" y="73"/>
                    </a:lnTo>
                    <a:lnTo>
                      <a:pt x="199" y="73"/>
                    </a:lnTo>
                    <a:lnTo>
                      <a:pt x="199" y="73"/>
                    </a:lnTo>
                    <a:lnTo>
                      <a:pt x="202" y="73"/>
                    </a:lnTo>
                    <a:lnTo>
                      <a:pt x="202" y="73"/>
                    </a:lnTo>
                    <a:lnTo>
                      <a:pt x="202" y="73"/>
                    </a:lnTo>
                    <a:lnTo>
                      <a:pt x="204" y="73"/>
                    </a:lnTo>
                    <a:lnTo>
                      <a:pt x="204" y="71"/>
                    </a:lnTo>
                    <a:lnTo>
                      <a:pt x="204" y="71"/>
                    </a:lnTo>
                    <a:lnTo>
                      <a:pt x="206" y="71"/>
                    </a:lnTo>
                    <a:lnTo>
                      <a:pt x="206" y="71"/>
                    </a:lnTo>
                    <a:lnTo>
                      <a:pt x="206" y="71"/>
                    </a:lnTo>
                    <a:lnTo>
                      <a:pt x="209" y="71"/>
                    </a:lnTo>
                    <a:lnTo>
                      <a:pt x="209" y="71"/>
                    </a:lnTo>
                    <a:lnTo>
                      <a:pt x="211" y="71"/>
                    </a:lnTo>
                    <a:lnTo>
                      <a:pt x="211" y="71"/>
                    </a:lnTo>
                    <a:lnTo>
                      <a:pt x="211" y="71"/>
                    </a:lnTo>
                    <a:lnTo>
                      <a:pt x="213" y="71"/>
                    </a:lnTo>
                    <a:lnTo>
                      <a:pt x="213" y="71"/>
                    </a:lnTo>
                    <a:lnTo>
                      <a:pt x="213" y="71"/>
                    </a:lnTo>
                    <a:lnTo>
                      <a:pt x="213" y="69"/>
                    </a:lnTo>
                    <a:lnTo>
                      <a:pt x="213" y="69"/>
                    </a:lnTo>
                    <a:lnTo>
                      <a:pt x="213" y="66"/>
                    </a:lnTo>
                    <a:lnTo>
                      <a:pt x="213" y="66"/>
                    </a:lnTo>
                    <a:lnTo>
                      <a:pt x="213" y="66"/>
                    </a:lnTo>
                    <a:lnTo>
                      <a:pt x="213" y="64"/>
                    </a:lnTo>
                    <a:lnTo>
                      <a:pt x="213" y="64"/>
                    </a:lnTo>
                    <a:lnTo>
                      <a:pt x="213" y="64"/>
                    </a:lnTo>
                    <a:lnTo>
                      <a:pt x="211" y="64"/>
                    </a:lnTo>
                    <a:lnTo>
                      <a:pt x="211" y="62"/>
                    </a:lnTo>
                    <a:lnTo>
                      <a:pt x="211" y="62"/>
                    </a:lnTo>
                    <a:lnTo>
                      <a:pt x="213" y="62"/>
                    </a:lnTo>
                    <a:lnTo>
                      <a:pt x="213" y="62"/>
                    </a:lnTo>
                    <a:lnTo>
                      <a:pt x="213" y="62"/>
                    </a:lnTo>
                    <a:lnTo>
                      <a:pt x="216" y="62"/>
                    </a:lnTo>
                    <a:lnTo>
                      <a:pt x="216" y="62"/>
                    </a:lnTo>
                    <a:lnTo>
                      <a:pt x="218" y="62"/>
                    </a:lnTo>
                    <a:lnTo>
                      <a:pt x="218" y="62"/>
                    </a:lnTo>
                    <a:lnTo>
                      <a:pt x="218" y="62"/>
                    </a:lnTo>
                    <a:lnTo>
                      <a:pt x="218" y="62"/>
                    </a:lnTo>
                    <a:lnTo>
                      <a:pt x="220" y="62"/>
                    </a:lnTo>
                    <a:lnTo>
                      <a:pt x="220" y="62"/>
                    </a:lnTo>
                    <a:lnTo>
                      <a:pt x="220" y="62"/>
                    </a:lnTo>
                    <a:lnTo>
                      <a:pt x="220" y="62"/>
                    </a:lnTo>
                    <a:lnTo>
                      <a:pt x="223" y="62"/>
                    </a:lnTo>
                    <a:lnTo>
                      <a:pt x="223" y="59"/>
                    </a:lnTo>
                    <a:lnTo>
                      <a:pt x="223" y="59"/>
                    </a:lnTo>
                    <a:lnTo>
                      <a:pt x="225" y="59"/>
                    </a:lnTo>
                    <a:lnTo>
                      <a:pt x="225" y="59"/>
                    </a:lnTo>
                    <a:lnTo>
                      <a:pt x="225" y="59"/>
                    </a:lnTo>
                    <a:lnTo>
                      <a:pt x="225" y="59"/>
                    </a:lnTo>
                    <a:lnTo>
                      <a:pt x="225" y="57"/>
                    </a:lnTo>
                    <a:lnTo>
                      <a:pt x="228" y="57"/>
                    </a:lnTo>
                    <a:lnTo>
                      <a:pt x="228" y="57"/>
                    </a:lnTo>
                    <a:lnTo>
                      <a:pt x="228" y="59"/>
                    </a:lnTo>
                    <a:lnTo>
                      <a:pt x="228" y="59"/>
                    </a:lnTo>
                    <a:lnTo>
                      <a:pt x="228" y="57"/>
                    </a:lnTo>
                    <a:lnTo>
                      <a:pt x="230" y="57"/>
                    </a:lnTo>
                    <a:lnTo>
                      <a:pt x="230" y="57"/>
                    </a:lnTo>
                    <a:lnTo>
                      <a:pt x="230" y="57"/>
                    </a:lnTo>
                    <a:lnTo>
                      <a:pt x="232" y="57"/>
                    </a:lnTo>
                    <a:lnTo>
                      <a:pt x="232" y="54"/>
                    </a:lnTo>
                    <a:lnTo>
                      <a:pt x="232" y="54"/>
                    </a:lnTo>
                    <a:lnTo>
                      <a:pt x="232" y="54"/>
                    </a:lnTo>
                    <a:lnTo>
                      <a:pt x="232" y="52"/>
                    </a:lnTo>
                    <a:lnTo>
                      <a:pt x="232" y="52"/>
                    </a:lnTo>
                    <a:lnTo>
                      <a:pt x="232" y="52"/>
                    </a:lnTo>
                    <a:lnTo>
                      <a:pt x="232" y="50"/>
                    </a:lnTo>
                    <a:lnTo>
                      <a:pt x="232" y="50"/>
                    </a:lnTo>
                    <a:lnTo>
                      <a:pt x="232" y="50"/>
                    </a:lnTo>
                    <a:lnTo>
                      <a:pt x="235" y="50"/>
                    </a:lnTo>
                    <a:lnTo>
                      <a:pt x="235" y="50"/>
                    </a:lnTo>
                    <a:lnTo>
                      <a:pt x="235" y="47"/>
                    </a:lnTo>
                    <a:lnTo>
                      <a:pt x="235" y="47"/>
                    </a:lnTo>
                    <a:lnTo>
                      <a:pt x="235" y="47"/>
                    </a:lnTo>
                    <a:lnTo>
                      <a:pt x="237" y="47"/>
                    </a:lnTo>
                    <a:lnTo>
                      <a:pt x="237" y="45"/>
                    </a:lnTo>
                    <a:lnTo>
                      <a:pt x="237" y="45"/>
                    </a:lnTo>
                    <a:lnTo>
                      <a:pt x="239" y="45"/>
                    </a:lnTo>
                    <a:lnTo>
                      <a:pt x="239" y="45"/>
                    </a:lnTo>
                    <a:lnTo>
                      <a:pt x="239" y="45"/>
                    </a:lnTo>
                    <a:lnTo>
                      <a:pt x="239" y="45"/>
                    </a:lnTo>
                    <a:lnTo>
                      <a:pt x="242" y="45"/>
                    </a:lnTo>
                    <a:lnTo>
                      <a:pt x="242" y="45"/>
                    </a:lnTo>
                    <a:lnTo>
                      <a:pt x="242" y="45"/>
                    </a:lnTo>
                    <a:lnTo>
                      <a:pt x="242" y="45"/>
                    </a:lnTo>
                    <a:lnTo>
                      <a:pt x="244" y="45"/>
                    </a:lnTo>
                    <a:lnTo>
                      <a:pt x="244" y="43"/>
                    </a:lnTo>
                    <a:lnTo>
                      <a:pt x="244" y="43"/>
                    </a:lnTo>
                    <a:lnTo>
                      <a:pt x="247" y="43"/>
                    </a:lnTo>
                    <a:lnTo>
                      <a:pt x="247" y="43"/>
                    </a:lnTo>
                    <a:lnTo>
                      <a:pt x="247" y="43"/>
                    </a:lnTo>
                    <a:lnTo>
                      <a:pt x="247" y="43"/>
                    </a:lnTo>
                    <a:lnTo>
                      <a:pt x="249" y="43"/>
                    </a:lnTo>
                    <a:lnTo>
                      <a:pt x="249" y="43"/>
                    </a:lnTo>
                    <a:lnTo>
                      <a:pt x="251" y="43"/>
                    </a:lnTo>
                    <a:lnTo>
                      <a:pt x="251" y="43"/>
                    </a:lnTo>
                    <a:lnTo>
                      <a:pt x="251" y="40"/>
                    </a:lnTo>
                    <a:lnTo>
                      <a:pt x="251" y="40"/>
                    </a:lnTo>
                    <a:lnTo>
                      <a:pt x="254" y="40"/>
                    </a:lnTo>
                    <a:lnTo>
                      <a:pt x="254" y="40"/>
                    </a:lnTo>
                    <a:lnTo>
                      <a:pt x="254" y="43"/>
                    </a:lnTo>
                    <a:lnTo>
                      <a:pt x="254" y="43"/>
                    </a:lnTo>
                    <a:lnTo>
                      <a:pt x="256" y="43"/>
                    </a:lnTo>
                    <a:lnTo>
                      <a:pt x="256" y="43"/>
                    </a:lnTo>
                    <a:lnTo>
                      <a:pt x="258" y="43"/>
                    </a:lnTo>
                    <a:lnTo>
                      <a:pt x="258" y="43"/>
                    </a:lnTo>
                    <a:lnTo>
                      <a:pt x="258" y="43"/>
                    </a:lnTo>
                    <a:lnTo>
                      <a:pt x="261" y="43"/>
                    </a:lnTo>
                    <a:lnTo>
                      <a:pt x="261" y="43"/>
                    </a:lnTo>
                    <a:lnTo>
                      <a:pt x="261" y="43"/>
                    </a:lnTo>
                    <a:lnTo>
                      <a:pt x="261" y="43"/>
                    </a:lnTo>
                    <a:lnTo>
                      <a:pt x="263" y="43"/>
                    </a:lnTo>
                    <a:lnTo>
                      <a:pt x="263" y="43"/>
                    </a:lnTo>
                    <a:lnTo>
                      <a:pt x="263" y="43"/>
                    </a:lnTo>
                    <a:lnTo>
                      <a:pt x="265" y="43"/>
                    </a:lnTo>
                    <a:lnTo>
                      <a:pt x="265" y="40"/>
                    </a:lnTo>
                    <a:lnTo>
                      <a:pt x="265" y="40"/>
                    </a:lnTo>
                    <a:lnTo>
                      <a:pt x="265" y="38"/>
                    </a:lnTo>
                    <a:lnTo>
                      <a:pt x="265" y="38"/>
                    </a:lnTo>
                    <a:lnTo>
                      <a:pt x="265" y="38"/>
                    </a:lnTo>
                    <a:lnTo>
                      <a:pt x="265" y="38"/>
                    </a:lnTo>
                    <a:lnTo>
                      <a:pt x="268" y="38"/>
                    </a:lnTo>
                    <a:lnTo>
                      <a:pt x="268" y="38"/>
                    </a:lnTo>
                    <a:lnTo>
                      <a:pt x="268" y="38"/>
                    </a:lnTo>
                    <a:lnTo>
                      <a:pt x="270" y="38"/>
                    </a:lnTo>
                    <a:lnTo>
                      <a:pt x="270" y="38"/>
                    </a:lnTo>
                    <a:lnTo>
                      <a:pt x="273" y="38"/>
                    </a:lnTo>
                    <a:lnTo>
                      <a:pt x="273" y="38"/>
                    </a:lnTo>
                    <a:lnTo>
                      <a:pt x="273" y="38"/>
                    </a:lnTo>
                    <a:lnTo>
                      <a:pt x="275" y="38"/>
                    </a:lnTo>
                    <a:lnTo>
                      <a:pt x="275" y="38"/>
                    </a:lnTo>
                    <a:lnTo>
                      <a:pt x="275" y="38"/>
                    </a:lnTo>
                    <a:lnTo>
                      <a:pt x="275" y="38"/>
                    </a:lnTo>
                    <a:lnTo>
                      <a:pt x="277" y="38"/>
                    </a:lnTo>
                    <a:lnTo>
                      <a:pt x="277" y="38"/>
                    </a:lnTo>
                    <a:lnTo>
                      <a:pt x="280" y="38"/>
                    </a:lnTo>
                    <a:lnTo>
                      <a:pt x="280" y="40"/>
                    </a:lnTo>
                    <a:lnTo>
                      <a:pt x="280" y="40"/>
                    </a:lnTo>
                    <a:lnTo>
                      <a:pt x="280" y="40"/>
                    </a:lnTo>
                    <a:lnTo>
                      <a:pt x="280" y="38"/>
                    </a:lnTo>
                    <a:lnTo>
                      <a:pt x="282" y="38"/>
                    </a:lnTo>
                    <a:lnTo>
                      <a:pt x="282" y="38"/>
                    </a:lnTo>
                    <a:lnTo>
                      <a:pt x="282" y="38"/>
                    </a:lnTo>
                    <a:lnTo>
                      <a:pt x="284" y="38"/>
                    </a:lnTo>
                    <a:lnTo>
                      <a:pt x="284" y="38"/>
                    </a:lnTo>
                    <a:lnTo>
                      <a:pt x="284" y="38"/>
                    </a:lnTo>
                    <a:lnTo>
                      <a:pt x="284" y="38"/>
                    </a:lnTo>
                    <a:lnTo>
                      <a:pt x="284" y="40"/>
                    </a:lnTo>
                    <a:lnTo>
                      <a:pt x="284" y="40"/>
                    </a:lnTo>
                    <a:lnTo>
                      <a:pt x="287" y="40"/>
                    </a:lnTo>
                    <a:lnTo>
                      <a:pt x="287" y="43"/>
                    </a:lnTo>
                    <a:lnTo>
                      <a:pt x="287" y="43"/>
                    </a:lnTo>
                    <a:lnTo>
                      <a:pt x="287" y="43"/>
                    </a:lnTo>
                    <a:lnTo>
                      <a:pt x="287" y="45"/>
                    </a:lnTo>
                    <a:lnTo>
                      <a:pt x="287" y="45"/>
                    </a:lnTo>
                    <a:lnTo>
                      <a:pt x="287" y="45"/>
                    </a:lnTo>
                    <a:lnTo>
                      <a:pt x="289" y="45"/>
                    </a:lnTo>
                    <a:lnTo>
                      <a:pt x="289" y="45"/>
                    </a:lnTo>
                    <a:lnTo>
                      <a:pt x="289" y="45"/>
                    </a:lnTo>
                    <a:lnTo>
                      <a:pt x="291" y="45"/>
                    </a:lnTo>
                    <a:lnTo>
                      <a:pt x="291" y="45"/>
                    </a:lnTo>
                    <a:lnTo>
                      <a:pt x="291" y="45"/>
                    </a:lnTo>
                    <a:lnTo>
                      <a:pt x="294" y="45"/>
                    </a:lnTo>
                    <a:lnTo>
                      <a:pt x="294" y="45"/>
                    </a:lnTo>
                    <a:lnTo>
                      <a:pt x="294" y="45"/>
                    </a:lnTo>
                    <a:lnTo>
                      <a:pt x="294" y="47"/>
                    </a:lnTo>
                    <a:lnTo>
                      <a:pt x="296" y="47"/>
                    </a:lnTo>
                    <a:lnTo>
                      <a:pt x="296" y="47"/>
                    </a:lnTo>
                    <a:lnTo>
                      <a:pt x="299" y="47"/>
                    </a:lnTo>
                    <a:lnTo>
                      <a:pt x="299" y="47"/>
                    </a:lnTo>
                    <a:lnTo>
                      <a:pt x="299" y="47"/>
                    </a:lnTo>
                    <a:lnTo>
                      <a:pt x="299" y="47"/>
                    </a:lnTo>
                    <a:lnTo>
                      <a:pt x="301" y="47"/>
                    </a:lnTo>
                    <a:lnTo>
                      <a:pt x="301" y="50"/>
                    </a:lnTo>
                    <a:lnTo>
                      <a:pt x="301" y="50"/>
                    </a:lnTo>
                    <a:lnTo>
                      <a:pt x="301" y="50"/>
                    </a:lnTo>
                    <a:lnTo>
                      <a:pt x="303" y="50"/>
                    </a:lnTo>
                    <a:lnTo>
                      <a:pt x="303" y="50"/>
                    </a:lnTo>
                    <a:lnTo>
                      <a:pt x="306" y="50"/>
                    </a:lnTo>
                    <a:lnTo>
                      <a:pt x="306" y="50"/>
                    </a:lnTo>
                    <a:lnTo>
                      <a:pt x="306" y="52"/>
                    </a:lnTo>
                    <a:lnTo>
                      <a:pt x="306" y="52"/>
                    </a:lnTo>
                    <a:lnTo>
                      <a:pt x="306" y="52"/>
                    </a:lnTo>
                    <a:lnTo>
                      <a:pt x="306" y="52"/>
                    </a:lnTo>
                    <a:lnTo>
                      <a:pt x="308" y="52"/>
                    </a:lnTo>
                    <a:lnTo>
                      <a:pt x="308" y="52"/>
                    </a:lnTo>
                    <a:lnTo>
                      <a:pt x="308" y="54"/>
                    </a:lnTo>
                    <a:lnTo>
                      <a:pt x="308" y="54"/>
                    </a:lnTo>
                    <a:lnTo>
                      <a:pt x="310" y="54"/>
                    </a:lnTo>
                    <a:lnTo>
                      <a:pt x="310" y="54"/>
                    </a:lnTo>
                    <a:lnTo>
                      <a:pt x="310" y="52"/>
                    </a:lnTo>
                    <a:lnTo>
                      <a:pt x="313" y="52"/>
                    </a:lnTo>
                    <a:lnTo>
                      <a:pt x="313" y="52"/>
                    </a:lnTo>
                    <a:lnTo>
                      <a:pt x="313" y="52"/>
                    </a:lnTo>
                    <a:lnTo>
                      <a:pt x="313" y="52"/>
                    </a:lnTo>
                    <a:lnTo>
                      <a:pt x="313" y="52"/>
                    </a:lnTo>
                    <a:lnTo>
                      <a:pt x="313" y="54"/>
                    </a:lnTo>
                    <a:lnTo>
                      <a:pt x="315" y="54"/>
                    </a:lnTo>
                    <a:lnTo>
                      <a:pt x="315" y="54"/>
                    </a:lnTo>
                    <a:lnTo>
                      <a:pt x="318" y="54"/>
                    </a:lnTo>
                    <a:lnTo>
                      <a:pt x="318" y="52"/>
                    </a:lnTo>
                    <a:lnTo>
                      <a:pt x="318" y="52"/>
                    </a:lnTo>
                    <a:lnTo>
                      <a:pt x="318" y="52"/>
                    </a:lnTo>
                    <a:lnTo>
                      <a:pt x="320" y="52"/>
                    </a:lnTo>
                    <a:lnTo>
                      <a:pt x="320" y="52"/>
                    </a:lnTo>
                    <a:lnTo>
                      <a:pt x="320" y="52"/>
                    </a:lnTo>
                    <a:lnTo>
                      <a:pt x="320" y="54"/>
                    </a:lnTo>
                    <a:lnTo>
                      <a:pt x="322" y="54"/>
                    </a:lnTo>
                    <a:lnTo>
                      <a:pt x="322" y="54"/>
                    </a:lnTo>
                    <a:lnTo>
                      <a:pt x="325" y="54"/>
                    </a:lnTo>
                    <a:lnTo>
                      <a:pt x="325" y="54"/>
                    </a:lnTo>
                    <a:lnTo>
                      <a:pt x="325" y="54"/>
                    </a:lnTo>
                    <a:lnTo>
                      <a:pt x="325" y="54"/>
                    </a:lnTo>
                    <a:lnTo>
                      <a:pt x="325" y="54"/>
                    </a:lnTo>
                    <a:lnTo>
                      <a:pt x="327" y="54"/>
                    </a:lnTo>
                    <a:lnTo>
                      <a:pt x="327" y="57"/>
                    </a:lnTo>
                    <a:lnTo>
                      <a:pt x="327" y="57"/>
                    </a:lnTo>
                    <a:lnTo>
                      <a:pt x="327" y="57"/>
                    </a:lnTo>
                    <a:lnTo>
                      <a:pt x="329" y="57"/>
                    </a:lnTo>
                    <a:lnTo>
                      <a:pt x="329" y="57"/>
                    </a:lnTo>
                    <a:lnTo>
                      <a:pt x="329" y="57"/>
                    </a:lnTo>
                    <a:lnTo>
                      <a:pt x="329" y="59"/>
                    </a:lnTo>
                    <a:lnTo>
                      <a:pt x="329" y="59"/>
                    </a:lnTo>
                    <a:lnTo>
                      <a:pt x="329" y="62"/>
                    </a:lnTo>
                    <a:lnTo>
                      <a:pt x="332" y="62"/>
                    </a:lnTo>
                    <a:lnTo>
                      <a:pt x="332" y="62"/>
                    </a:lnTo>
                    <a:lnTo>
                      <a:pt x="332" y="62"/>
                    </a:lnTo>
                    <a:lnTo>
                      <a:pt x="332" y="64"/>
                    </a:lnTo>
                    <a:lnTo>
                      <a:pt x="332" y="64"/>
                    </a:lnTo>
                    <a:lnTo>
                      <a:pt x="332" y="64"/>
                    </a:lnTo>
                    <a:lnTo>
                      <a:pt x="332" y="64"/>
                    </a:lnTo>
                    <a:lnTo>
                      <a:pt x="334" y="64"/>
                    </a:lnTo>
                    <a:lnTo>
                      <a:pt x="334" y="66"/>
                    </a:lnTo>
                    <a:lnTo>
                      <a:pt x="334" y="66"/>
                    </a:lnTo>
                    <a:lnTo>
                      <a:pt x="334" y="66"/>
                    </a:lnTo>
                    <a:lnTo>
                      <a:pt x="336" y="66"/>
                    </a:lnTo>
                    <a:lnTo>
                      <a:pt x="336" y="66"/>
                    </a:lnTo>
                    <a:lnTo>
                      <a:pt x="339" y="66"/>
                    </a:lnTo>
                    <a:lnTo>
                      <a:pt x="339" y="66"/>
                    </a:lnTo>
                    <a:lnTo>
                      <a:pt x="339" y="66"/>
                    </a:lnTo>
                    <a:lnTo>
                      <a:pt x="339" y="66"/>
                    </a:lnTo>
                    <a:lnTo>
                      <a:pt x="341" y="66"/>
                    </a:lnTo>
                    <a:lnTo>
                      <a:pt x="341" y="69"/>
                    </a:lnTo>
                    <a:lnTo>
                      <a:pt x="341" y="69"/>
                    </a:lnTo>
                    <a:lnTo>
                      <a:pt x="341" y="69"/>
                    </a:lnTo>
                    <a:lnTo>
                      <a:pt x="344" y="69"/>
                    </a:lnTo>
                    <a:lnTo>
                      <a:pt x="344" y="69"/>
                    </a:lnTo>
                    <a:lnTo>
                      <a:pt x="344" y="69"/>
                    </a:lnTo>
                    <a:lnTo>
                      <a:pt x="346" y="69"/>
                    </a:lnTo>
                    <a:lnTo>
                      <a:pt x="346" y="71"/>
                    </a:lnTo>
                    <a:lnTo>
                      <a:pt x="346" y="71"/>
                    </a:lnTo>
                    <a:lnTo>
                      <a:pt x="346" y="71"/>
                    </a:lnTo>
                    <a:lnTo>
                      <a:pt x="346" y="73"/>
                    </a:lnTo>
                    <a:lnTo>
                      <a:pt x="346" y="73"/>
                    </a:lnTo>
                    <a:lnTo>
                      <a:pt x="346" y="73"/>
                    </a:lnTo>
                    <a:lnTo>
                      <a:pt x="348" y="73"/>
                    </a:lnTo>
                    <a:lnTo>
                      <a:pt x="348" y="73"/>
                    </a:lnTo>
                    <a:lnTo>
                      <a:pt x="348" y="73"/>
                    </a:lnTo>
                    <a:lnTo>
                      <a:pt x="348" y="76"/>
                    </a:lnTo>
                    <a:lnTo>
                      <a:pt x="348" y="76"/>
                    </a:lnTo>
                    <a:lnTo>
                      <a:pt x="348" y="76"/>
                    </a:lnTo>
                    <a:lnTo>
                      <a:pt x="348" y="78"/>
                    </a:lnTo>
                    <a:lnTo>
                      <a:pt x="351" y="78"/>
                    </a:lnTo>
                    <a:lnTo>
                      <a:pt x="351" y="78"/>
                    </a:lnTo>
                    <a:lnTo>
                      <a:pt x="351" y="78"/>
                    </a:lnTo>
                    <a:lnTo>
                      <a:pt x="353" y="78"/>
                    </a:lnTo>
                    <a:lnTo>
                      <a:pt x="353" y="78"/>
                    </a:lnTo>
                    <a:lnTo>
                      <a:pt x="353" y="78"/>
                    </a:lnTo>
                    <a:lnTo>
                      <a:pt x="355" y="78"/>
                    </a:lnTo>
                    <a:lnTo>
                      <a:pt x="355" y="78"/>
                    </a:lnTo>
                    <a:lnTo>
                      <a:pt x="358" y="78"/>
                    </a:lnTo>
                    <a:lnTo>
                      <a:pt x="358" y="78"/>
                    </a:lnTo>
                    <a:lnTo>
                      <a:pt x="358" y="78"/>
                    </a:lnTo>
                    <a:lnTo>
                      <a:pt x="360" y="78"/>
                    </a:lnTo>
                    <a:lnTo>
                      <a:pt x="360" y="78"/>
                    </a:lnTo>
                    <a:lnTo>
                      <a:pt x="360" y="78"/>
                    </a:lnTo>
                    <a:lnTo>
                      <a:pt x="362" y="78"/>
                    </a:lnTo>
                    <a:lnTo>
                      <a:pt x="362" y="78"/>
                    </a:lnTo>
                    <a:lnTo>
                      <a:pt x="362" y="78"/>
                    </a:lnTo>
                    <a:lnTo>
                      <a:pt x="365" y="78"/>
                    </a:lnTo>
                    <a:lnTo>
                      <a:pt x="365" y="78"/>
                    </a:lnTo>
                    <a:lnTo>
                      <a:pt x="365" y="78"/>
                    </a:lnTo>
                    <a:lnTo>
                      <a:pt x="367" y="78"/>
                    </a:lnTo>
                    <a:lnTo>
                      <a:pt x="367" y="78"/>
                    </a:lnTo>
                    <a:lnTo>
                      <a:pt x="367" y="78"/>
                    </a:lnTo>
                    <a:lnTo>
                      <a:pt x="367" y="78"/>
                    </a:lnTo>
                    <a:lnTo>
                      <a:pt x="367" y="81"/>
                    </a:lnTo>
                    <a:lnTo>
                      <a:pt x="370" y="81"/>
                    </a:lnTo>
                    <a:lnTo>
                      <a:pt x="370" y="81"/>
                    </a:lnTo>
                    <a:lnTo>
                      <a:pt x="367" y="81"/>
                    </a:lnTo>
                    <a:lnTo>
                      <a:pt x="367" y="83"/>
                    </a:lnTo>
                    <a:lnTo>
                      <a:pt x="367" y="83"/>
                    </a:lnTo>
                    <a:lnTo>
                      <a:pt x="367" y="83"/>
                    </a:lnTo>
                    <a:lnTo>
                      <a:pt x="367" y="85"/>
                    </a:lnTo>
                    <a:lnTo>
                      <a:pt x="367" y="85"/>
                    </a:lnTo>
                    <a:lnTo>
                      <a:pt x="367" y="88"/>
                    </a:lnTo>
                    <a:lnTo>
                      <a:pt x="370" y="88"/>
                    </a:lnTo>
                    <a:lnTo>
                      <a:pt x="370" y="88"/>
                    </a:lnTo>
                    <a:lnTo>
                      <a:pt x="370" y="90"/>
                    </a:lnTo>
                    <a:lnTo>
                      <a:pt x="370" y="90"/>
                    </a:lnTo>
                    <a:lnTo>
                      <a:pt x="370" y="90"/>
                    </a:lnTo>
                    <a:lnTo>
                      <a:pt x="370" y="92"/>
                    </a:lnTo>
                    <a:lnTo>
                      <a:pt x="370" y="92"/>
                    </a:lnTo>
                    <a:lnTo>
                      <a:pt x="370" y="92"/>
                    </a:lnTo>
                    <a:lnTo>
                      <a:pt x="370" y="92"/>
                    </a:lnTo>
                    <a:lnTo>
                      <a:pt x="367" y="92"/>
                    </a:lnTo>
                    <a:lnTo>
                      <a:pt x="367" y="95"/>
                    </a:lnTo>
                    <a:lnTo>
                      <a:pt x="367" y="95"/>
                    </a:lnTo>
                    <a:lnTo>
                      <a:pt x="367" y="95"/>
                    </a:lnTo>
                    <a:lnTo>
                      <a:pt x="367" y="95"/>
                    </a:lnTo>
                    <a:lnTo>
                      <a:pt x="370" y="95"/>
                    </a:lnTo>
                    <a:lnTo>
                      <a:pt x="370" y="97"/>
                    </a:lnTo>
                    <a:lnTo>
                      <a:pt x="370" y="97"/>
                    </a:lnTo>
                    <a:lnTo>
                      <a:pt x="370" y="97"/>
                    </a:lnTo>
                    <a:lnTo>
                      <a:pt x="370" y="100"/>
                    </a:lnTo>
                    <a:lnTo>
                      <a:pt x="370" y="100"/>
                    </a:lnTo>
                    <a:lnTo>
                      <a:pt x="370" y="102"/>
                    </a:lnTo>
                    <a:lnTo>
                      <a:pt x="370" y="102"/>
                    </a:lnTo>
                    <a:lnTo>
                      <a:pt x="370" y="102"/>
                    </a:lnTo>
                    <a:lnTo>
                      <a:pt x="370" y="104"/>
                    </a:lnTo>
                    <a:lnTo>
                      <a:pt x="370" y="104"/>
                    </a:lnTo>
                    <a:lnTo>
                      <a:pt x="370" y="104"/>
                    </a:lnTo>
                    <a:lnTo>
                      <a:pt x="372" y="104"/>
                    </a:lnTo>
                    <a:lnTo>
                      <a:pt x="372" y="104"/>
                    </a:lnTo>
                    <a:lnTo>
                      <a:pt x="372" y="107"/>
                    </a:lnTo>
                    <a:lnTo>
                      <a:pt x="370" y="107"/>
                    </a:lnTo>
                    <a:lnTo>
                      <a:pt x="370" y="107"/>
                    </a:lnTo>
                    <a:lnTo>
                      <a:pt x="370" y="109"/>
                    </a:lnTo>
                    <a:lnTo>
                      <a:pt x="370" y="109"/>
                    </a:lnTo>
                    <a:lnTo>
                      <a:pt x="370" y="109"/>
                    </a:lnTo>
                    <a:lnTo>
                      <a:pt x="370" y="111"/>
                    </a:lnTo>
                    <a:lnTo>
                      <a:pt x="367" y="111"/>
                    </a:lnTo>
                    <a:lnTo>
                      <a:pt x="367" y="111"/>
                    </a:lnTo>
                    <a:lnTo>
                      <a:pt x="367" y="114"/>
                    </a:lnTo>
                    <a:lnTo>
                      <a:pt x="367" y="114"/>
                    </a:lnTo>
                    <a:lnTo>
                      <a:pt x="367" y="114"/>
                    </a:lnTo>
                    <a:lnTo>
                      <a:pt x="367" y="114"/>
                    </a:lnTo>
                    <a:lnTo>
                      <a:pt x="367" y="114"/>
                    </a:lnTo>
                    <a:lnTo>
                      <a:pt x="367" y="116"/>
                    </a:lnTo>
                    <a:lnTo>
                      <a:pt x="367" y="116"/>
                    </a:lnTo>
                    <a:lnTo>
                      <a:pt x="367" y="116"/>
                    </a:lnTo>
                    <a:lnTo>
                      <a:pt x="367" y="118"/>
                    </a:lnTo>
                    <a:lnTo>
                      <a:pt x="367" y="118"/>
                    </a:lnTo>
                    <a:lnTo>
                      <a:pt x="367" y="121"/>
                    </a:lnTo>
                    <a:lnTo>
                      <a:pt x="367" y="121"/>
                    </a:lnTo>
                    <a:lnTo>
                      <a:pt x="367" y="121"/>
                    </a:lnTo>
                    <a:lnTo>
                      <a:pt x="367" y="123"/>
                    </a:lnTo>
                    <a:lnTo>
                      <a:pt x="367" y="123"/>
                    </a:lnTo>
                    <a:lnTo>
                      <a:pt x="367" y="123"/>
                    </a:lnTo>
                    <a:lnTo>
                      <a:pt x="367" y="126"/>
                    </a:lnTo>
                    <a:lnTo>
                      <a:pt x="365" y="126"/>
                    </a:lnTo>
                    <a:lnTo>
                      <a:pt x="365" y="126"/>
                    </a:lnTo>
                    <a:lnTo>
                      <a:pt x="365" y="126"/>
                    </a:lnTo>
                    <a:lnTo>
                      <a:pt x="365" y="128"/>
                    </a:lnTo>
                    <a:lnTo>
                      <a:pt x="365" y="128"/>
                    </a:lnTo>
                    <a:lnTo>
                      <a:pt x="365" y="130"/>
                    </a:lnTo>
                    <a:lnTo>
                      <a:pt x="365" y="130"/>
                    </a:lnTo>
                    <a:lnTo>
                      <a:pt x="362" y="130"/>
                    </a:lnTo>
                    <a:lnTo>
                      <a:pt x="362" y="130"/>
                    </a:lnTo>
                    <a:lnTo>
                      <a:pt x="362" y="130"/>
                    </a:lnTo>
                    <a:lnTo>
                      <a:pt x="362" y="133"/>
                    </a:lnTo>
                    <a:lnTo>
                      <a:pt x="360" y="133"/>
                    </a:lnTo>
                    <a:lnTo>
                      <a:pt x="360" y="133"/>
                    </a:lnTo>
                    <a:lnTo>
                      <a:pt x="360" y="133"/>
                    </a:lnTo>
                    <a:lnTo>
                      <a:pt x="360" y="133"/>
                    </a:lnTo>
                    <a:lnTo>
                      <a:pt x="360" y="133"/>
                    </a:lnTo>
                    <a:lnTo>
                      <a:pt x="360" y="133"/>
                    </a:lnTo>
                    <a:lnTo>
                      <a:pt x="360" y="133"/>
                    </a:lnTo>
                    <a:lnTo>
                      <a:pt x="360" y="135"/>
                    </a:lnTo>
                    <a:lnTo>
                      <a:pt x="360" y="135"/>
                    </a:lnTo>
                    <a:lnTo>
                      <a:pt x="362" y="135"/>
                    </a:lnTo>
                    <a:lnTo>
                      <a:pt x="362" y="137"/>
                    </a:lnTo>
                    <a:lnTo>
                      <a:pt x="362" y="137"/>
                    </a:lnTo>
                    <a:lnTo>
                      <a:pt x="362" y="137"/>
                    </a:lnTo>
                    <a:lnTo>
                      <a:pt x="362" y="137"/>
                    </a:lnTo>
                    <a:lnTo>
                      <a:pt x="360" y="137"/>
                    </a:lnTo>
                    <a:lnTo>
                      <a:pt x="360" y="137"/>
                    </a:lnTo>
                    <a:lnTo>
                      <a:pt x="360" y="137"/>
                    </a:lnTo>
                    <a:lnTo>
                      <a:pt x="358" y="137"/>
                    </a:lnTo>
                    <a:lnTo>
                      <a:pt x="358" y="137"/>
                    </a:lnTo>
                    <a:lnTo>
                      <a:pt x="358" y="140"/>
                    </a:lnTo>
                    <a:lnTo>
                      <a:pt x="358" y="140"/>
                    </a:lnTo>
                    <a:lnTo>
                      <a:pt x="358" y="140"/>
                    </a:lnTo>
                    <a:lnTo>
                      <a:pt x="355" y="140"/>
                    </a:lnTo>
                    <a:lnTo>
                      <a:pt x="355" y="142"/>
                    </a:lnTo>
                    <a:lnTo>
                      <a:pt x="355" y="142"/>
                    </a:lnTo>
                    <a:lnTo>
                      <a:pt x="355" y="142"/>
                    </a:lnTo>
                    <a:lnTo>
                      <a:pt x="353" y="142"/>
                    </a:lnTo>
                    <a:lnTo>
                      <a:pt x="353" y="142"/>
                    </a:lnTo>
                    <a:lnTo>
                      <a:pt x="353" y="145"/>
                    </a:lnTo>
                    <a:lnTo>
                      <a:pt x="353" y="145"/>
                    </a:lnTo>
                    <a:lnTo>
                      <a:pt x="353" y="147"/>
                    </a:lnTo>
                    <a:lnTo>
                      <a:pt x="355" y="147"/>
                    </a:lnTo>
                    <a:lnTo>
                      <a:pt x="355" y="147"/>
                    </a:lnTo>
                    <a:lnTo>
                      <a:pt x="355" y="147"/>
                    </a:lnTo>
                    <a:lnTo>
                      <a:pt x="355" y="149"/>
                    </a:lnTo>
                    <a:lnTo>
                      <a:pt x="355" y="149"/>
                    </a:lnTo>
                    <a:lnTo>
                      <a:pt x="355" y="152"/>
                    </a:lnTo>
                    <a:lnTo>
                      <a:pt x="355" y="152"/>
                    </a:lnTo>
                    <a:lnTo>
                      <a:pt x="355" y="152"/>
                    </a:lnTo>
                    <a:lnTo>
                      <a:pt x="355" y="152"/>
                    </a:lnTo>
                    <a:lnTo>
                      <a:pt x="355" y="152"/>
                    </a:lnTo>
                    <a:lnTo>
                      <a:pt x="355" y="154"/>
                    </a:lnTo>
                    <a:lnTo>
                      <a:pt x="355" y="154"/>
                    </a:lnTo>
                    <a:lnTo>
                      <a:pt x="358" y="154"/>
                    </a:lnTo>
                    <a:lnTo>
                      <a:pt x="358" y="156"/>
                    </a:lnTo>
                    <a:lnTo>
                      <a:pt x="358" y="156"/>
                    </a:lnTo>
                    <a:lnTo>
                      <a:pt x="358" y="156"/>
                    </a:lnTo>
                    <a:lnTo>
                      <a:pt x="358" y="156"/>
                    </a:lnTo>
                    <a:lnTo>
                      <a:pt x="360" y="156"/>
                    </a:lnTo>
                    <a:lnTo>
                      <a:pt x="360" y="156"/>
                    </a:lnTo>
                    <a:lnTo>
                      <a:pt x="360" y="156"/>
                    </a:lnTo>
                    <a:lnTo>
                      <a:pt x="362" y="156"/>
                    </a:lnTo>
                    <a:lnTo>
                      <a:pt x="362" y="156"/>
                    </a:lnTo>
                    <a:lnTo>
                      <a:pt x="362" y="159"/>
                    </a:lnTo>
                    <a:lnTo>
                      <a:pt x="362" y="159"/>
                    </a:lnTo>
                    <a:lnTo>
                      <a:pt x="362" y="159"/>
                    </a:lnTo>
                    <a:lnTo>
                      <a:pt x="362" y="161"/>
                    </a:lnTo>
                    <a:lnTo>
                      <a:pt x="360" y="161"/>
                    </a:lnTo>
                    <a:lnTo>
                      <a:pt x="360" y="161"/>
                    </a:lnTo>
                    <a:lnTo>
                      <a:pt x="360" y="161"/>
                    </a:lnTo>
                    <a:lnTo>
                      <a:pt x="360" y="163"/>
                    </a:lnTo>
                    <a:lnTo>
                      <a:pt x="360" y="163"/>
                    </a:lnTo>
                    <a:lnTo>
                      <a:pt x="360" y="163"/>
                    </a:lnTo>
                    <a:lnTo>
                      <a:pt x="358" y="163"/>
                    </a:lnTo>
                    <a:lnTo>
                      <a:pt x="358" y="163"/>
                    </a:lnTo>
                    <a:lnTo>
                      <a:pt x="358" y="163"/>
                    </a:lnTo>
                    <a:lnTo>
                      <a:pt x="358" y="163"/>
                    </a:lnTo>
                    <a:lnTo>
                      <a:pt x="358" y="166"/>
                    </a:lnTo>
                    <a:lnTo>
                      <a:pt x="358" y="166"/>
                    </a:lnTo>
                    <a:lnTo>
                      <a:pt x="355" y="166"/>
                    </a:lnTo>
                    <a:lnTo>
                      <a:pt x="355" y="168"/>
                    </a:lnTo>
                    <a:lnTo>
                      <a:pt x="355" y="168"/>
                    </a:lnTo>
                    <a:lnTo>
                      <a:pt x="358" y="168"/>
                    </a:lnTo>
                    <a:lnTo>
                      <a:pt x="358" y="171"/>
                    </a:lnTo>
                    <a:lnTo>
                      <a:pt x="358" y="171"/>
                    </a:lnTo>
                    <a:lnTo>
                      <a:pt x="358" y="173"/>
                    </a:lnTo>
                    <a:lnTo>
                      <a:pt x="358" y="173"/>
                    </a:lnTo>
                    <a:lnTo>
                      <a:pt x="358" y="173"/>
                    </a:lnTo>
                    <a:lnTo>
                      <a:pt x="358" y="173"/>
                    </a:lnTo>
                    <a:lnTo>
                      <a:pt x="358" y="175"/>
                    </a:lnTo>
                    <a:lnTo>
                      <a:pt x="358" y="175"/>
                    </a:lnTo>
                    <a:lnTo>
                      <a:pt x="358" y="175"/>
                    </a:lnTo>
                    <a:lnTo>
                      <a:pt x="358" y="178"/>
                    </a:lnTo>
                    <a:lnTo>
                      <a:pt x="358" y="178"/>
                    </a:lnTo>
                    <a:lnTo>
                      <a:pt x="358" y="180"/>
                    </a:lnTo>
                    <a:lnTo>
                      <a:pt x="360" y="180"/>
                    </a:lnTo>
                    <a:lnTo>
                      <a:pt x="360" y="180"/>
                    </a:lnTo>
                    <a:lnTo>
                      <a:pt x="360" y="182"/>
                    </a:lnTo>
                    <a:lnTo>
                      <a:pt x="360" y="182"/>
                    </a:lnTo>
                    <a:lnTo>
                      <a:pt x="360" y="182"/>
                    </a:lnTo>
                    <a:lnTo>
                      <a:pt x="360" y="182"/>
                    </a:lnTo>
                    <a:lnTo>
                      <a:pt x="360" y="182"/>
                    </a:lnTo>
                    <a:lnTo>
                      <a:pt x="360" y="185"/>
                    </a:lnTo>
                    <a:lnTo>
                      <a:pt x="360" y="185"/>
                    </a:lnTo>
                    <a:lnTo>
                      <a:pt x="360" y="187"/>
                    </a:lnTo>
                    <a:lnTo>
                      <a:pt x="360" y="187"/>
                    </a:lnTo>
                    <a:lnTo>
                      <a:pt x="360" y="190"/>
                    </a:lnTo>
                    <a:lnTo>
                      <a:pt x="362" y="190"/>
                    </a:lnTo>
                    <a:lnTo>
                      <a:pt x="362" y="190"/>
                    </a:lnTo>
                    <a:lnTo>
                      <a:pt x="362" y="192"/>
                    </a:lnTo>
                    <a:lnTo>
                      <a:pt x="362" y="192"/>
                    </a:lnTo>
                    <a:lnTo>
                      <a:pt x="362" y="192"/>
                    </a:lnTo>
                    <a:lnTo>
                      <a:pt x="360" y="192"/>
                    </a:lnTo>
                    <a:lnTo>
                      <a:pt x="360" y="194"/>
                    </a:lnTo>
                    <a:lnTo>
                      <a:pt x="360" y="194"/>
                    </a:lnTo>
                    <a:lnTo>
                      <a:pt x="360" y="197"/>
                    </a:lnTo>
                    <a:lnTo>
                      <a:pt x="360" y="197"/>
                    </a:lnTo>
                    <a:lnTo>
                      <a:pt x="360" y="199"/>
                    </a:lnTo>
                    <a:lnTo>
                      <a:pt x="360" y="199"/>
                    </a:lnTo>
                    <a:lnTo>
                      <a:pt x="360" y="201"/>
                    </a:lnTo>
                    <a:lnTo>
                      <a:pt x="360" y="201"/>
                    </a:lnTo>
                    <a:lnTo>
                      <a:pt x="360" y="201"/>
                    </a:lnTo>
                    <a:lnTo>
                      <a:pt x="360" y="204"/>
                    </a:lnTo>
                    <a:lnTo>
                      <a:pt x="360" y="204"/>
                    </a:lnTo>
                    <a:lnTo>
                      <a:pt x="360" y="206"/>
                    </a:lnTo>
                    <a:lnTo>
                      <a:pt x="360" y="206"/>
                    </a:lnTo>
                    <a:lnTo>
                      <a:pt x="360" y="209"/>
                    </a:lnTo>
                    <a:lnTo>
                      <a:pt x="360" y="209"/>
                    </a:lnTo>
                    <a:lnTo>
                      <a:pt x="362" y="209"/>
                    </a:lnTo>
                    <a:lnTo>
                      <a:pt x="362" y="209"/>
                    </a:lnTo>
                    <a:lnTo>
                      <a:pt x="365" y="209"/>
                    </a:lnTo>
                    <a:lnTo>
                      <a:pt x="365" y="211"/>
                    </a:lnTo>
                    <a:lnTo>
                      <a:pt x="365" y="211"/>
                    </a:lnTo>
                    <a:lnTo>
                      <a:pt x="365" y="211"/>
                    </a:lnTo>
                    <a:lnTo>
                      <a:pt x="367" y="211"/>
                    </a:lnTo>
                    <a:lnTo>
                      <a:pt x="367" y="211"/>
                    </a:lnTo>
                    <a:lnTo>
                      <a:pt x="367" y="211"/>
                    </a:lnTo>
                    <a:lnTo>
                      <a:pt x="370" y="211"/>
                    </a:lnTo>
                    <a:lnTo>
                      <a:pt x="370" y="211"/>
                    </a:lnTo>
                    <a:lnTo>
                      <a:pt x="372" y="211"/>
                    </a:lnTo>
                    <a:lnTo>
                      <a:pt x="372" y="211"/>
                    </a:lnTo>
                    <a:lnTo>
                      <a:pt x="372" y="211"/>
                    </a:lnTo>
                    <a:lnTo>
                      <a:pt x="372" y="211"/>
                    </a:lnTo>
                    <a:lnTo>
                      <a:pt x="374" y="211"/>
                    </a:lnTo>
                    <a:lnTo>
                      <a:pt x="374" y="211"/>
                    </a:lnTo>
                    <a:lnTo>
                      <a:pt x="374" y="211"/>
                    </a:lnTo>
                    <a:lnTo>
                      <a:pt x="377" y="211"/>
                    </a:lnTo>
                    <a:lnTo>
                      <a:pt x="377" y="211"/>
                    </a:lnTo>
                    <a:lnTo>
                      <a:pt x="377" y="211"/>
                    </a:lnTo>
                    <a:lnTo>
                      <a:pt x="379" y="211"/>
                    </a:lnTo>
                    <a:lnTo>
                      <a:pt x="379" y="211"/>
                    </a:lnTo>
                    <a:lnTo>
                      <a:pt x="379" y="211"/>
                    </a:lnTo>
                    <a:lnTo>
                      <a:pt x="379" y="211"/>
                    </a:lnTo>
                    <a:lnTo>
                      <a:pt x="379" y="211"/>
                    </a:lnTo>
                    <a:lnTo>
                      <a:pt x="381" y="211"/>
                    </a:lnTo>
                    <a:lnTo>
                      <a:pt x="381" y="213"/>
                    </a:lnTo>
                    <a:lnTo>
                      <a:pt x="381" y="213"/>
                    </a:lnTo>
                    <a:lnTo>
                      <a:pt x="381" y="213"/>
                    </a:lnTo>
                    <a:lnTo>
                      <a:pt x="381" y="216"/>
                    </a:lnTo>
                    <a:lnTo>
                      <a:pt x="381" y="216"/>
                    </a:lnTo>
                    <a:lnTo>
                      <a:pt x="381" y="218"/>
                    </a:lnTo>
                    <a:lnTo>
                      <a:pt x="381" y="218"/>
                    </a:lnTo>
                    <a:lnTo>
                      <a:pt x="381" y="218"/>
                    </a:lnTo>
                    <a:lnTo>
                      <a:pt x="381" y="220"/>
                    </a:lnTo>
                    <a:lnTo>
                      <a:pt x="381" y="220"/>
                    </a:lnTo>
                    <a:lnTo>
                      <a:pt x="381" y="223"/>
                    </a:lnTo>
                    <a:lnTo>
                      <a:pt x="381" y="223"/>
                    </a:lnTo>
                    <a:lnTo>
                      <a:pt x="381" y="223"/>
                    </a:lnTo>
                    <a:lnTo>
                      <a:pt x="381" y="223"/>
                    </a:lnTo>
                    <a:lnTo>
                      <a:pt x="381" y="225"/>
                    </a:lnTo>
                    <a:lnTo>
                      <a:pt x="381" y="225"/>
                    </a:lnTo>
                    <a:lnTo>
                      <a:pt x="381" y="227"/>
                    </a:lnTo>
                    <a:lnTo>
                      <a:pt x="381" y="227"/>
                    </a:lnTo>
                    <a:lnTo>
                      <a:pt x="381" y="227"/>
                    </a:lnTo>
                    <a:lnTo>
                      <a:pt x="379" y="227"/>
                    </a:lnTo>
                    <a:lnTo>
                      <a:pt x="379" y="230"/>
                    </a:lnTo>
                    <a:lnTo>
                      <a:pt x="379" y="230"/>
                    </a:lnTo>
                    <a:lnTo>
                      <a:pt x="379" y="230"/>
                    </a:lnTo>
                    <a:lnTo>
                      <a:pt x="379" y="230"/>
                    </a:lnTo>
                    <a:lnTo>
                      <a:pt x="379" y="232"/>
                    </a:lnTo>
                    <a:lnTo>
                      <a:pt x="377" y="232"/>
                    </a:lnTo>
                    <a:lnTo>
                      <a:pt x="377" y="232"/>
                    </a:lnTo>
                    <a:lnTo>
                      <a:pt x="377" y="232"/>
                    </a:lnTo>
                    <a:lnTo>
                      <a:pt x="377" y="232"/>
                    </a:lnTo>
                    <a:lnTo>
                      <a:pt x="374" y="232"/>
                    </a:lnTo>
                    <a:lnTo>
                      <a:pt x="374" y="235"/>
                    </a:lnTo>
                    <a:lnTo>
                      <a:pt x="374" y="235"/>
                    </a:lnTo>
                    <a:lnTo>
                      <a:pt x="374" y="235"/>
                    </a:lnTo>
                    <a:lnTo>
                      <a:pt x="374" y="235"/>
                    </a:lnTo>
                    <a:lnTo>
                      <a:pt x="374" y="237"/>
                    </a:lnTo>
                    <a:lnTo>
                      <a:pt x="372" y="237"/>
                    </a:lnTo>
                    <a:lnTo>
                      <a:pt x="372" y="237"/>
                    </a:lnTo>
                    <a:lnTo>
                      <a:pt x="372" y="237"/>
                    </a:lnTo>
                    <a:lnTo>
                      <a:pt x="372" y="239"/>
                    </a:lnTo>
                    <a:lnTo>
                      <a:pt x="372" y="239"/>
                    </a:lnTo>
                    <a:lnTo>
                      <a:pt x="372" y="239"/>
                    </a:lnTo>
                    <a:lnTo>
                      <a:pt x="370" y="239"/>
                    </a:lnTo>
                    <a:lnTo>
                      <a:pt x="370" y="242"/>
                    </a:lnTo>
                    <a:lnTo>
                      <a:pt x="370" y="242"/>
                    </a:lnTo>
                    <a:lnTo>
                      <a:pt x="370" y="242"/>
                    </a:lnTo>
                    <a:lnTo>
                      <a:pt x="367" y="242"/>
                    </a:lnTo>
                    <a:lnTo>
                      <a:pt x="367" y="242"/>
                    </a:lnTo>
                    <a:lnTo>
                      <a:pt x="367" y="242"/>
                    </a:lnTo>
                    <a:lnTo>
                      <a:pt x="367" y="244"/>
                    </a:lnTo>
                    <a:lnTo>
                      <a:pt x="367" y="244"/>
                    </a:lnTo>
                    <a:lnTo>
                      <a:pt x="367" y="244"/>
                    </a:lnTo>
                    <a:lnTo>
                      <a:pt x="367" y="246"/>
                    </a:lnTo>
                    <a:lnTo>
                      <a:pt x="365" y="246"/>
                    </a:lnTo>
                    <a:lnTo>
                      <a:pt x="365" y="246"/>
                    </a:lnTo>
                    <a:lnTo>
                      <a:pt x="365" y="246"/>
                    </a:lnTo>
                    <a:lnTo>
                      <a:pt x="365" y="249"/>
                    </a:lnTo>
                    <a:lnTo>
                      <a:pt x="365" y="249"/>
                    </a:lnTo>
                    <a:lnTo>
                      <a:pt x="365" y="249"/>
                    </a:lnTo>
                    <a:lnTo>
                      <a:pt x="362" y="249"/>
                    </a:lnTo>
                    <a:lnTo>
                      <a:pt x="362" y="251"/>
                    </a:lnTo>
                    <a:lnTo>
                      <a:pt x="362" y="251"/>
                    </a:lnTo>
                    <a:lnTo>
                      <a:pt x="362" y="251"/>
                    </a:lnTo>
                    <a:lnTo>
                      <a:pt x="362" y="251"/>
                    </a:lnTo>
                    <a:lnTo>
                      <a:pt x="362" y="251"/>
                    </a:lnTo>
                    <a:lnTo>
                      <a:pt x="365" y="251"/>
                    </a:lnTo>
                    <a:lnTo>
                      <a:pt x="365" y="254"/>
                    </a:lnTo>
                    <a:lnTo>
                      <a:pt x="365" y="254"/>
                    </a:lnTo>
                    <a:lnTo>
                      <a:pt x="365" y="254"/>
                    </a:lnTo>
                    <a:lnTo>
                      <a:pt x="365" y="254"/>
                    </a:lnTo>
                    <a:lnTo>
                      <a:pt x="365" y="256"/>
                    </a:lnTo>
                    <a:lnTo>
                      <a:pt x="367" y="256"/>
                    </a:lnTo>
                    <a:lnTo>
                      <a:pt x="367" y="256"/>
                    </a:lnTo>
                    <a:lnTo>
                      <a:pt x="367" y="258"/>
                    </a:lnTo>
                    <a:lnTo>
                      <a:pt x="367" y="258"/>
                    </a:lnTo>
                    <a:lnTo>
                      <a:pt x="367" y="258"/>
                    </a:lnTo>
                    <a:lnTo>
                      <a:pt x="367" y="258"/>
                    </a:lnTo>
                    <a:lnTo>
                      <a:pt x="367" y="261"/>
                    </a:lnTo>
                    <a:lnTo>
                      <a:pt x="370" y="261"/>
                    </a:lnTo>
                    <a:lnTo>
                      <a:pt x="370" y="261"/>
                    </a:lnTo>
                    <a:lnTo>
                      <a:pt x="370" y="261"/>
                    </a:lnTo>
                    <a:lnTo>
                      <a:pt x="370" y="261"/>
                    </a:lnTo>
                    <a:lnTo>
                      <a:pt x="372" y="261"/>
                    </a:lnTo>
                    <a:lnTo>
                      <a:pt x="372" y="261"/>
                    </a:lnTo>
                    <a:lnTo>
                      <a:pt x="372" y="263"/>
                    </a:lnTo>
                    <a:lnTo>
                      <a:pt x="372" y="263"/>
                    </a:lnTo>
                    <a:lnTo>
                      <a:pt x="372" y="263"/>
                    </a:lnTo>
                    <a:lnTo>
                      <a:pt x="372" y="265"/>
                    </a:lnTo>
                    <a:lnTo>
                      <a:pt x="372" y="265"/>
                    </a:lnTo>
                    <a:lnTo>
                      <a:pt x="372" y="268"/>
                    </a:lnTo>
                    <a:lnTo>
                      <a:pt x="374" y="268"/>
                    </a:lnTo>
                    <a:lnTo>
                      <a:pt x="374" y="268"/>
                    </a:lnTo>
                    <a:lnTo>
                      <a:pt x="374" y="270"/>
                    </a:lnTo>
                    <a:lnTo>
                      <a:pt x="374" y="270"/>
                    </a:lnTo>
                    <a:lnTo>
                      <a:pt x="374" y="270"/>
                    </a:lnTo>
                    <a:lnTo>
                      <a:pt x="374" y="270"/>
                    </a:lnTo>
                    <a:lnTo>
                      <a:pt x="374" y="270"/>
                    </a:lnTo>
                    <a:lnTo>
                      <a:pt x="374" y="273"/>
                    </a:lnTo>
                    <a:lnTo>
                      <a:pt x="377" y="273"/>
                    </a:lnTo>
                    <a:lnTo>
                      <a:pt x="377" y="273"/>
                    </a:lnTo>
                    <a:lnTo>
                      <a:pt x="377" y="273"/>
                    </a:lnTo>
                    <a:lnTo>
                      <a:pt x="377" y="275"/>
                    </a:lnTo>
                    <a:lnTo>
                      <a:pt x="377" y="275"/>
                    </a:lnTo>
                    <a:lnTo>
                      <a:pt x="379" y="275"/>
                    </a:lnTo>
                    <a:lnTo>
                      <a:pt x="379" y="277"/>
                    </a:lnTo>
                    <a:lnTo>
                      <a:pt x="379" y="277"/>
                    </a:lnTo>
                    <a:lnTo>
                      <a:pt x="379" y="277"/>
                    </a:lnTo>
                    <a:lnTo>
                      <a:pt x="379" y="280"/>
                    </a:lnTo>
                    <a:lnTo>
                      <a:pt x="379" y="280"/>
                    </a:lnTo>
                    <a:lnTo>
                      <a:pt x="381" y="280"/>
                    </a:lnTo>
                    <a:lnTo>
                      <a:pt x="381" y="280"/>
                    </a:lnTo>
                    <a:lnTo>
                      <a:pt x="381" y="282"/>
                    </a:lnTo>
                    <a:lnTo>
                      <a:pt x="381" y="282"/>
                    </a:lnTo>
                    <a:lnTo>
                      <a:pt x="381" y="282"/>
                    </a:lnTo>
                    <a:lnTo>
                      <a:pt x="381" y="282"/>
                    </a:lnTo>
                    <a:lnTo>
                      <a:pt x="384" y="282"/>
                    </a:lnTo>
                    <a:lnTo>
                      <a:pt x="384" y="282"/>
                    </a:lnTo>
                    <a:lnTo>
                      <a:pt x="384" y="282"/>
                    </a:lnTo>
                    <a:lnTo>
                      <a:pt x="384" y="284"/>
                    </a:lnTo>
                    <a:lnTo>
                      <a:pt x="386" y="284"/>
                    </a:lnTo>
                    <a:lnTo>
                      <a:pt x="386" y="284"/>
                    </a:lnTo>
                    <a:lnTo>
                      <a:pt x="386" y="284"/>
                    </a:lnTo>
                    <a:lnTo>
                      <a:pt x="386" y="284"/>
                    </a:lnTo>
                    <a:lnTo>
                      <a:pt x="389" y="284"/>
                    </a:lnTo>
                    <a:lnTo>
                      <a:pt x="389" y="284"/>
                    </a:lnTo>
                    <a:lnTo>
                      <a:pt x="391" y="284"/>
                    </a:lnTo>
                    <a:lnTo>
                      <a:pt x="391" y="284"/>
                    </a:lnTo>
                    <a:lnTo>
                      <a:pt x="391" y="287"/>
                    </a:lnTo>
                    <a:lnTo>
                      <a:pt x="391" y="287"/>
                    </a:lnTo>
                    <a:lnTo>
                      <a:pt x="393" y="287"/>
                    </a:lnTo>
                    <a:lnTo>
                      <a:pt x="393" y="287"/>
                    </a:lnTo>
                    <a:lnTo>
                      <a:pt x="393" y="287"/>
                    </a:lnTo>
                    <a:lnTo>
                      <a:pt x="393" y="287"/>
                    </a:lnTo>
                    <a:lnTo>
                      <a:pt x="396" y="287"/>
                    </a:lnTo>
                    <a:lnTo>
                      <a:pt x="396" y="287"/>
                    </a:lnTo>
                    <a:lnTo>
                      <a:pt x="396" y="289"/>
                    </a:lnTo>
                    <a:lnTo>
                      <a:pt x="398" y="289"/>
                    </a:lnTo>
                    <a:lnTo>
                      <a:pt x="398" y="289"/>
                    </a:lnTo>
                    <a:lnTo>
                      <a:pt x="398" y="289"/>
                    </a:lnTo>
                    <a:lnTo>
                      <a:pt x="398" y="291"/>
                    </a:lnTo>
                    <a:lnTo>
                      <a:pt x="398" y="291"/>
                    </a:lnTo>
                    <a:lnTo>
                      <a:pt x="398" y="291"/>
                    </a:lnTo>
                    <a:lnTo>
                      <a:pt x="400" y="291"/>
                    </a:lnTo>
                    <a:lnTo>
                      <a:pt x="400" y="291"/>
                    </a:lnTo>
                    <a:lnTo>
                      <a:pt x="400" y="291"/>
                    </a:lnTo>
                    <a:lnTo>
                      <a:pt x="400" y="291"/>
                    </a:lnTo>
                    <a:lnTo>
                      <a:pt x="403" y="291"/>
                    </a:lnTo>
                    <a:lnTo>
                      <a:pt x="403" y="291"/>
                    </a:lnTo>
                    <a:lnTo>
                      <a:pt x="403" y="291"/>
                    </a:lnTo>
                    <a:lnTo>
                      <a:pt x="403" y="291"/>
                    </a:lnTo>
                    <a:lnTo>
                      <a:pt x="403" y="294"/>
                    </a:lnTo>
                    <a:lnTo>
                      <a:pt x="403" y="294"/>
                    </a:lnTo>
                    <a:lnTo>
                      <a:pt x="403" y="296"/>
                    </a:lnTo>
                    <a:lnTo>
                      <a:pt x="403" y="296"/>
                    </a:lnTo>
                    <a:lnTo>
                      <a:pt x="403" y="299"/>
                    </a:lnTo>
                    <a:lnTo>
                      <a:pt x="403" y="299"/>
                    </a:lnTo>
                    <a:lnTo>
                      <a:pt x="403" y="301"/>
                    </a:lnTo>
                    <a:lnTo>
                      <a:pt x="403" y="301"/>
                    </a:lnTo>
                    <a:lnTo>
                      <a:pt x="403" y="301"/>
                    </a:lnTo>
                    <a:lnTo>
                      <a:pt x="405" y="301"/>
                    </a:lnTo>
                    <a:lnTo>
                      <a:pt x="405" y="303"/>
                    </a:lnTo>
                    <a:lnTo>
                      <a:pt x="405" y="303"/>
                    </a:lnTo>
                    <a:lnTo>
                      <a:pt x="405" y="306"/>
                    </a:lnTo>
                    <a:lnTo>
                      <a:pt x="405" y="306"/>
                    </a:lnTo>
                    <a:lnTo>
                      <a:pt x="405" y="308"/>
                    </a:lnTo>
                    <a:lnTo>
                      <a:pt x="405" y="308"/>
                    </a:lnTo>
                    <a:lnTo>
                      <a:pt x="405" y="310"/>
                    </a:lnTo>
                    <a:lnTo>
                      <a:pt x="405" y="310"/>
                    </a:lnTo>
                    <a:lnTo>
                      <a:pt x="405" y="310"/>
                    </a:lnTo>
                    <a:lnTo>
                      <a:pt x="405" y="310"/>
                    </a:lnTo>
                    <a:lnTo>
                      <a:pt x="405" y="310"/>
                    </a:lnTo>
                    <a:lnTo>
                      <a:pt x="405" y="313"/>
                    </a:lnTo>
                    <a:lnTo>
                      <a:pt x="405" y="313"/>
                    </a:lnTo>
                    <a:lnTo>
                      <a:pt x="405" y="315"/>
                    </a:lnTo>
                    <a:lnTo>
                      <a:pt x="405" y="315"/>
                    </a:lnTo>
                    <a:lnTo>
                      <a:pt x="403" y="315"/>
                    </a:lnTo>
                    <a:lnTo>
                      <a:pt x="403" y="318"/>
                    </a:lnTo>
                    <a:lnTo>
                      <a:pt x="403" y="318"/>
                    </a:lnTo>
                    <a:lnTo>
                      <a:pt x="405" y="318"/>
                    </a:lnTo>
                    <a:lnTo>
                      <a:pt x="405" y="318"/>
                    </a:lnTo>
                    <a:lnTo>
                      <a:pt x="405" y="318"/>
                    </a:lnTo>
                    <a:lnTo>
                      <a:pt x="407" y="318"/>
                    </a:lnTo>
                    <a:lnTo>
                      <a:pt x="407" y="318"/>
                    </a:lnTo>
                    <a:lnTo>
                      <a:pt x="407" y="318"/>
                    </a:lnTo>
                    <a:lnTo>
                      <a:pt x="407" y="318"/>
                    </a:lnTo>
                    <a:lnTo>
                      <a:pt x="410" y="318"/>
                    </a:lnTo>
                    <a:lnTo>
                      <a:pt x="410" y="318"/>
                    </a:lnTo>
                    <a:lnTo>
                      <a:pt x="412" y="318"/>
                    </a:lnTo>
                    <a:lnTo>
                      <a:pt x="412" y="318"/>
                    </a:lnTo>
                    <a:lnTo>
                      <a:pt x="412" y="318"/>
                    </a:lnTo>
                    <a:lnTo>
                      <a:pt x="412" y="318"/>
                    </a:lnTo>
                    <a:lnTo>
                      <a:pt x="415" y="318"/>
                    </a:lnTo>
                    <a:lnTo>
                      <a:pt x="415" y="320"/>
                    </a:lnTo>
                    <a:lnTo>
                      <a:pt x="415" y="320"/>
                    </a:lnTo>
                    <a:lnTo>
                      <a:pt x="415" y="320"/>
                    </a:lnTo>
                    <a:lnTo>
                      <a:pt x="412" y="320"/>
                    </a:lnTo>
                    <a:lnTo>
                      <a:pt x="412" y="322"/>
                    </a:lnTo>
                    <a:lnTo>
                      <a:pt x="412" y="322"/>
                    </a:lnTo>
                    <a:lnTo>
                      <a:pt x="412" y="325"/>
                    </a:lnTo>
                    <a:lnTo>
                      <a:pt x="412" y="325"/>
                    </a:lnTo>
                    <a:lnTo>
                      <a:pt x="415" y="325"/>
                    </a:lnTo>
                    <a:lnTo>
                      <a:pt x="415" y="327"/>
                    </a:lnTo>
                    <a:lnTo>
                      <a:pt x="412" y="327"/>
                    </a:lnTo>
                    <a:lnTo>
                      <a:pt x="412" y="327"/>
                    </a:lnTo>
                    <a:lnTo>
                      <a:pt x="412" y="327"/>
                    </a:lnTo>
                    <a:lnTo>
                      <a:pt x="412" y="329"/>
                    </a:lnTo>
                    <a:lnTo>
                      <a:pt x="412" y="329"/>
                    </a:lnTo>
                    <a:lnTo>
                      <a:pt x="412" y="329"/>
                    </a:lnTo>
                    <a:lnTo>
                      <a:pt x="412" y="329"/>
                    </a:lnTo>
                    <a:lnTo>
                      <a:pt x="412" y="332"/>
                    </a:lnTo>
                    <a:lnTo>
                      <a:pt x="412" y="332"/>
                    </a:lnTo>
                    <a:lnTo>
                      <a:pt x="410" y="332"/>
                    </a:lnTo>
                    <a:lnTo>
                      <a:pt x="410" y="332"/>
                    </a:lnTo>
                    <a:lnTo>
                      <a:pt x="407" y="332"/>
                    </a:lnTo>
                    <a:lnTo>
                      <a:pt x="407" y="332"/>
                    </a:lnTo>
                    <a:lnTo>
                      <a:pt x="407" y="332"/>
                    </a:lnTo>
                    <a:lnTo>
                      <a:pt x="407" y="332"/>
                    </a:lnTo>
                    <a:lnTo>
                      <a:pt x="405" y="332"/>
                    </a:lnTo>
                    <a:lnTo>
                      <a:pt x="405" y="332"/>
                    </a:lnTo>
                    <a:lnTo>
                      <a:pt x="405" y="332"/>
                    </a:lnTo>
                    <a:lnTo>
                      <a:pt x="403" y="332"/>
                    </a:lnTo>
                    <a:lnTo>
                      <a:pt x="403" y="332"/>
                    </a:lnTo>
                    <a:lnTo>
                      <a:pt x="403" y="332"/>
                    </a:lnTo>
                    <a:lnTo>
                      <a:pt x="400" y="332"/>
                    </a:lnTo>
                    <a:lnTo>
                      <a:pt x="400" y="332"/>
                    </a:lnTo>
                    <a:lnTo>
                      <a:pt x="400" y="332"/>
                    </a:lnTo>
                    <a:lnTo>
                      <a:pt x="400" y="334"/>
                    </a:lnTo>
                    <a:lnTo>
                      <a:pt x="398" y="334"/>
                    </a:lnTo>
                    <a:lnTo>
                      <a:pt x="398" y="334"/>
                    </a:lnTo>
                    <a:lnTo>
                      <a:pt x="398" y="334"/>
                    </a:lnTo>
                    <a:lnTo>
                      <a:pt x="396" y="334"/>
                    </a:lnTo>
                    <a:lnTo>
                      <a:pt x="396" y="334"/>
                    </a:lnTo>
                    <a:lnTo>
                      <a:pt x="396" y="334"/>
                    </a:lnTo>
                    <a:lnTo>
                      <a:pt x="393" y="334"/>
                    </a:lnTo>
                    <a:lnTo>
                      <a:pt x="393" y="334"/>
                    </a:lnTo>
                    <a:lnTo>
                      <a:pt x="393" y="334"/>
                    </a:lnTo>
                    <a:lnTo>
                      <a:pt x="393" y="336"/>
                    </a:lnTo>
                    <a:lnTo>
                      <a:pt x="393" y="336"/>
                    </a:lnTo>
                    <a:lnTo>
                      <a:pt x="391" y="336"/>
                    </a:lnTo>
                    <a:lnTo>
                      <a:pt x="391" y="339"/>
                    </a:lnTo>
                    <a:lnTo>
                      <a:pt x="393" y="339"/>
                    </a:lnTo>
                    <a:lnTo>
                      <a:pt x="393" y="339"/>
                    </a:lnTo>
                    <a:lnTo>
                      <a:pt x="391" y="339"/>
                    </a:lnTo>
                    <a:lnTo>
                      <a:pt x="391" y="339"/>
                    </a:lnTo>
                    <a:lnTo>
                      <a:pt x="391" y="339"/>
                    </a:lnTo>
                    <a:lnTo>
                      <a:pt x="389" y="339"/>
                    </a:lnTo>
                    <a:lnTo>
                      <a:pt x="389" y="341"/>
                    </a:lnTo>
                    <a:lnTo>
                      <a:pt x="389" y="341"/>
                    </a:lnTo>
                    <a:lnTo>
                      <a:pt x="386" y="341"/>
                    </a:lnTo>
                    <a:lnTo>
                      <a:pt x="386" y="341"/>
                    </a:lnTo>
                    <a:lnTo>
                      <a:pt x="386" y="341"/>
                    </a:lnTo>
                    <a:lnTo>
                      <a:pt x="386" y="341"/>
                    </a:lnTo>
                    <a:lnTo>
                      <a:pt x="386" y="341"/>
                    </a:lnTo>
                    <a:lnTo>
                      <a:pt x="384" y="341"/>
                    </a:lnTo>
                    <a:lnTo>
                      <a:pt x="384" y="341"/>
                    </a:lnTo>
                    <a:lnTo>
                      <a:pt x="381" y="341"/>
                    </a:lnTo>
                    <a:lnTo>
                      <a:pt x="381" y="344"/>
                    </a:lnTo>
                    <a:lnTo>
                      <a:pt x="381" y="344"/>
                    </a:lnTo>
                    <a:lnTo>
                      <a:pt x="381" y="346"/>
                    </a:lnTo>
                    <a:lnTo>
                      <a:pt x="381" y="346"/>
                    </a:lnTo>
                    <a:lnTo>
                      <a:pt x="381" y="348"/>
                    </a:lnTo>
                    <a:lnTo>
                      <a:pt x="381" y="348"/>
                    </a:lnTo>
                    <a:lnTo>
                      <a:pt x="381" y="348"/>
                    </a:lnTo>
                    <a:lnTo>
                      <a:pt x="381" y="351"/>
                    </a:lnTo>
                    <a:lnTo>
                      <a:pt x="381" y="351"/>
                    </a:lnTo>
                    <a:lnTo>
                      <a:pt x="381" y="351"/>
                    </a:lnTo>
                    <a:lnTo>
                      <a:pt x="381" y="353"/>
                    </a:lnTo>
                    <a:lnTo>
                      <a:pt x="381" y="353"/>
                    </a:lnTo>
                    <a:lnTo>
                      <a:pt x="381" y="353"/>
                    </a:lnTo>
                    <a:lnTo>
                      <a:pt x="379" y="353"/>
                    </a:lnTo>
                    <a:lnTo>
                      <a:pt x="379" y="355"/>
                    </a:lnTo>
                    <a:lnTo>
                      <a:pt x="379" y="355"/>
                    </a:lnTo>
                    <a:lnTo>
                      <a:pt x="379" y="358"/>
                    </a:lnTo>
                    <a:lnTo>
                      <a:pt x="379" y="358"/>
                    </a:lnTo>
                    <a:lnTo>
                      <a:pt x="379" y="358"/>
                    </a:lnTo>
                    <a:lnTo>
                      <a:pt x="379" y="360"/>
                    </a:lnTo>
                    <a:lnTo>
                      <a:pt x="379" y="360"/>
                    </a:lnTo>
                    <a:lnTo>
                      <a:pt x="379" y="360"/>
                    </a:lnTo>
                    <a:lnTo>
                      <a:pt x="379" y="363"/>
                    </a:lnTo>
                    <a:lnTo>
                      <a:pt x="379" y="363"/>
                    </a:lnTo>
                    <a:lnTo>
                      <a:pt x="379" y="365"/>
                    </a:lnTo>
                    <a:lnTo>
                      <a:pt x="379" y="365"/>
                    </a:lnTo>
                    <a:lnTo>
                      <a:pt x="379" y="367"/>
                    </a:lnTo>
                    <a:lnTo>
                      <a:pt x="379" y="367"/>
                    </a:lnTo>
                    <a:lnTo>
                      <a:pt x="379" y="367"/>
                    </a:lnTo>
                    <a:lnTo>
                      <a:pt x="379" y="370"/>
                    </a:lnTo>
                    <a:lnTo>
                      <a:pt x="379" y="370"/>
                    </a:lnTo>
                    <a:lnTo>
                      <a:pt x="377" y="370"/>
                    </a:lnTo>
                    <a:lnTo>
                      <a:pt x="377" y="370"/>
                    </a:lnTo>
                    <a:lnTo>
                      <a:pt x="374" y="370"/>
                    </a:lnTo>
                    <a:lnTo>
                      <a:pt x="374" y="370"/>
                    </a:lnTo>
                    <a:lnTo>
                      <a:pt x="374" y="372"/>
                    </a:lnTo>
                    <a:lnTo>
                      <a:pt x="374" y="372"/>
                    </a:lnTo>
                    <a:lnTo>
                      <a:pt x="374" y="372"/>
                    </a:lnTo>
                    <a:lnTo>
                      <a:pt x="374" y="372"/>
                    </a:lnTo>
                    <a:lnTo>
                      <a:pt x="372" y="372"/>
                    </a:lnTo>
                    <a:lnTo>
                      <a:pt x="372" y="372"/>
                    </a:lnTo>
                    <a:lnTo>
                      <a:pt x="372" y="372"/>
                    </a:lnTo>
                    <a:lnTo>
                      <a:pt x="372" y="372"/>
                    </a:lnTo>
                    <a:lnTo>
                      <a:pt x="370" y="372"/>
                    </a:lnTo>
                    <a:lnTo>
                      <a:pt x="370" y="372"/>
                    </a:lnTo>
                    <a:lnTo>
                      <a:pt x="367" y="372"/>
                    </a:lnTo>
                    <a:lnTo>
                      <a:pt x="367" y="370"/>
                    </a:lnTo>
                    <a:lnTo>
                      <a:pt x="367" y="370"/>
                    </a:lnTo>
                    <a:lnTo>
                      <a:pt x="367" y="370"/>
                    </a:lnTo>
                    <a:lnTo>
                      <a:pt x="367" y="370"/>
                    </a:lnTo>
                    <a:lnTo>
                      <a:pt x="365" y="370"/>
                    </a:lnTo>
                    <a:lnTo>
                      <a:pt x="365" y="370"/>
                    </a:lnTo>
                    <a:lnTo>
                      <a:pt x="365" y="370"/>
                    </a:lnTo>
                    <a:lnTo>
                      <a:pt x="365" y="370"/>
                    </a:lnTo>
                    <a:lnTo>
                      <a:pt x="362" y="370"/>
                    </a:lnTo>
                    <a:lnTo>
                      <a:pt x="362" y="370"/>
                    </a:lnTo>
                    <a:lnTo>
                      <a:pt x="360" y="370"/>
                    </a:lnTo>
                    <a:lnTo>
                      <a:pt x="360" y="367"/>
                    </a:lnTo>
                    <a:lnTo>
                      <a:pt x="360" y="367"/>
                    </a:lnTo>
                    <a:lnTo>
                      <a:pt x="360" y="367"/>
                    </a:lnTo>
                    <a:lnTo>
                      <a:pt x="358" y="367"/>
                    </a:lnTo>
                    <a:lnTo>
                      <a:pt x="358" y="367"/>
                    </a:lnTo>
                    <a:lnTo>
                      <a:pt x="358" y="367"/>
                    </a:lnTo>
                    <a:lnTo>
                      <a:pt x="355" y="367"/>
                    </a:lnTo>
                    <a:lnTo>
                      <a:pt x="355" y="367"/>
                    </a:lnTo>
                    <a:lnTo>
                      <a:pt x="355" y="365"/>
                    </a:lnTo>
                    <a:lnTo>
                      <a:pt x="355" y="365"/>
                    </a:lnTo>
                    <a:lnTo>
                      <a:pt x="355" y="363"/>
                    </a:lnTo>
                    <a:lnTo>
                      <a:pt x="355" y="363"/>
                    </a:lnTo>
                    <a:lnTo>
                      <a:pt x="353" y="363"/>
                    </a:lnTo>
                    <a:lnTo>
                      <a:pt x="353" y="363"/>
                    </a:lnTo>
                    <a:lnTo>
                      <a:pt x="353" y="365"/>
                    </a:lnTo>
                    <a:lnTo>
                      <a:pt x="353" y="365"/>
                    </a:lnTo>
                    <a:lnTo>
                      <a:pt x="353" y="365"/>
                    </a:lnTo>
                    <a:lnTo>
                      <a:pt x="353" y="367"/>
                    </a:lnTo>
                    <a:lnTo>
                      <a:pt x="353" y="367"/>
                    </a:lnTo>
                    <a:lnTo>
                      <a:pt x="353" y="367"/>
                    </a:lnTo>
                    <a:lnTo>
                      <a:pt x="351" y="367"/>
                    </a:lnTo>
                    <a:lnTo>
                      <a:pt x="351" y="367"/>
                    </a:lnTo>
                    <a:lnTo>
                      <a:pt x="351" y="365"/>
                    </a:lnTo>
                    <a:lnTo>
                      <a:pt x="348" y="365"/>
                    </a:lnTo>
                    <a:lnTo>
                      <a:pt x="348" y="365"/>
                    </a:lnTo>
                    <a:lnTo>
                      <a:pt x="348" y="365"/>
                    </a:lnTo>
                    <a:lnTo>
                      <a:pt x="348" y="365"/>
                    </a:lnTo>
                    <a:lnTo>
                      <a:pt x="348" y="365"/>
                    </a:lnTo>
                    <a:lnTo>
                      <a:pt x="348" y="367"/>
                    </a:lnTo>
                    <a:lnTo>
                      <a:pt x="346" y="367"/>
                    </a:lnTo>
                    <a:lnTo>
                      <a:pt x="346" y="365"/>
                    </a:lnTo>
                    <a:lnTo>
                      <a:pt x="346" y="365"/>
                    </a:lnTo>
                    <a:lnTo>
                      <a:pt x="346" y="365"/>
                    </a:lnTo>
                    <a:lnTo>
                      <a:pt x="346" y="365"/>
                    </a:lnTo>
                    <a:lnTo>
                      <a:pt x="344" y="365"/>
                    </a:lnTo>
                    <a:lnTo>
                      <a:pt x="344" y="365"/>
                    </a:lnTo>
                    <a:lnTo>
                      <a:pt x="341" y="365"/>
                    </a:lnTo>
                    <a:lnTo>
                      <a:pt x="341" y="365"/>
                    </a:lnTo>
                    <a:lnTo>
                      <a:pt x="341" y="365"/>
                    </a:lnTo>
                    <a:lnTo>
                      <a:pt x="341" y="365"/>
                    </a:lnTo>
                    <a:lnTo>
                      <a:pt x="339" y="365"/>
                    </a:lnTo>
                    <a:lnTo>
                      <a:pt x="339" y="365"/>
                    </a:lnTo>
                    <a:lnTo>
                      <a:pt x="339" y="365"/>
                    </a:lnTo>
                    <a:lnTo>
                      <a:pt x="339" y="365"/>
                    </a:lnTo>
                    <a:lnTo>
                      <a:pt x="336" y="365"/>
                    </a:lnTo>
                    <a:lnTo>
                      <a:pt x="336" y="365"/>
                    </a:lnTo>
                    <a:lnTo>
                      <a:pt x="334" y="365"/>
                    </a:lnTo>
                    <a:lnTo>
                      <a:pt x="334" y="365"/>
                    </a:lnTo>
                    <a:lnTo>
                      <a:pt x="334" y="365"/>
                    </a:lnTo>
                    <a:lnTo>
                      <a:pt x="332" y="365"/>
                    </a:lnTo>
                    <a:lnTo>
                      <a:pt x="332" y="363"/>
                    </a:lnTo>
                    <a:lnTo>
                      <a:pt x="332" y="363"/>
                    </a:lnTo>
                    <a:lnTo>
                      <a:pt x="332" y="363"/>
                    </a:lnTo>
                    <a:lnTo>
                      <a:pt x="332" y="363"/>
                    </a:lnTo>
                    <a:lnTo>
                      <a:pt x="329" y="363"/>
                    </a:lnTo>
                    <a:lnTo>
                      <a:pt x="329" y="363"/>
                    </a:lnTo>
                    <a:lnTo>
                      <a:pt x="329" y="363"/>
                    </a:lnTo>
                    <a:lnTo>
                      <a:pt x="327" y="363"/>
                    </a:lnTo>
                    <a:lnTo>
                      <a:pt x="327" y="363"/>
                    </a:lnTo>
                    <a:lnTo>
                      <a:pt x="327" y="363"/>
                    </a:lnTo>
                    <a:lnTo>
                      <a:pt x="325" y="363"/>
                    </a:lnTo>
                    <a:lnTo>
                      <a:pt x="325" y="365"/>
                    </a:lnTo>
                    <a:lnTo>
                      <a:pt x="325" y="365"/>
                    </a:lnTo>
                    <a:lnTo>
                      <a:pt x="325" y="365"/>
                    </a:lnTo>
                    <a:lnTo>
                      <a:pt x="322" y="365"/>
                    </a:lnTo>
                    <a:lnTo>
                      <a:pt x="322" y="365"/>
                    </a:lnTo>
                    <a:lnTo>
                      <a:pt x="322" y="363"/>
                    </a:lnTo>
                    <a:lnTo>
                      <a:pt x="320" y="363"/>
                    </a:lnTo>
                    <a:lnTo>
                      <a:pt x="320" y="363"/>
                    </a:lnTo>
                    <a:lnTo>
                      <a:pt x="320" y="363"/>
                    </a:lnTo>
                    <a:lnTo>
                      <a:pt x="320" y="360"/>
                    </a:lnTo>
                    <a:lnTo>
                      <a:pt x="320" y="360"/>
                    </a:lnTo>
                    <a:lnTo>
                      <a:pt x="318" y="360"/>
                    </a:lnTo>
                    <a:lnTo>
                      <a:pt x="318" y="360"/>
                    </a:lnTo>
                    <a:lnTo>
                      <a:pt x="318" y="360"/>
                    </a:lnTo>
                    <a:lnTo>
                      <a:pt x="318" y="360"/>
                    </a:lnTo>
                    <a:lnTo>
                      <a:pt x="315" y="360"/>
                    </a:lnTo>
                    <a:lnTo>
                      <a:pt x="315" y="360"/>
                    </a:lnTo>
                    <a:lnTo>
                      <a:pt x="313" y="360"/>
                    </a:lnTo>
                    <a:lnTo>
                      <a:pt x="313" y="360"/>
                    </a:lnTo>
                    <a:lnTo>
                      <a:pt x="313" y="360"/>
                    </a:lnTo>
                    <a:lnTo>
                      <a:pt x="313" y="360"/>
                    </a:lnTo>
                    <a:lnTo>
                      <a:pt x="310" y="360"/>
                    </a:lnTo>
                    <a:lnTo>
                      <a:pt x="310" y="360"/>
                    </a:lnTo>
                    <a:lnTo>
                      <a:pt x="308" y="360"/>
                    </a:lnTo>
                    <a:lnTo>
                      <a:pt x="308" y="360"/>
                    </a:lnTo>
                    <a:lnTo>
                      <a:pt x="308" y="360"/>
                    </a:lnTo>
                    <a:lnTo>
                      <a:pt x="306" y="360"/>
                    </a:lnTo>
                    <a:lnTo>
                      <a:pt x="306" y="360"/>
                    </a:lnTo>
                    <a:lnTo>
                      <a:pt x="306" y="360"/>
                    </a:lnTo>
                    <a:lnTo>
                      <a:pt x="306" y="360"/>
                    </a:lnTo>
                    <a:lnTo>
                      <a:pt x="303" y="360"/>
                    </a:lnTo>
                    <a:lnTo>
                      <a:pt x="303" y="360"/>
                    </a:lnTo>
                    <a:lnTo>
                      <a:pt x="301" y="360"/>
                    </a:lnTo>
                    <a:lnTo>
                      <a:pt x="301" y="360"/>
                    </a:lnTo>
                    <a:lnTo>
                      <a:pt x="301" y="360"/>
                    </a:lnTo>
                    <a:lnTo>
                      <a:pt x="301" y="360"/>
                    </a:lnTo>
                    <a:lnTo>
                      <a:pt x="301" y="358"/>
                    </a:lnTo>
                    <a:lnTo>
                      <a:pt x="299" y="358"/>
                    </a:lnTo>
                    <a:lnTo>
                      <a:pt x="299" y="358"/>
                    </a:lnTo>
                    <a:lnTo>
                      <a:pt x="299" y="358"/>
                    </a:lnTo>
                    <a:lnTo>
                      <a:pt x="299" y="358"/>
                    </a:lnTo>
                    <a:lnTo>
                      <a:pt x="296" y="358"/>
                    </a:lnTo>
                    <a:lnTo>
                      <a:pt x="296" y="358"/>
                    </a:lnTo>
                    <a:lnTo>
                      <a:pt x="296" y="358"/>
                    </a:lnTo>
                    <a:lnTo>
                      <a:pt x="294" y="358"/>
                    </a:lnTo>
                    <a:lnTo>
                      <a:pt x="294" y="358"/>
                    </a:lnTo>
                    <a:lnTo>
                      <a:pt x="294" y="355"/>
                    </a:lnTo>
                    <a:lnTo>
                      <a:pt x="294" y="355"/>
                    </a:lnTo>
                    <a:lnTo>
                      <a:pt x="294" y="355"/>
                    </a:lnTo>
                    <a:lnTo>
                      <a:pt x="291" y="355"/>
                    </a:lnTo>
                    <a:lnTo>
                      <a:pt x="291" y="355"/>
                    </a:lnTo>
                    <a:lnTo>
                      <a:pt x="291" y="355"/>
                    </a:lnTo>
                    <a:lnTo>
                      <a:pt x="289" y="355"/>
                    </a:lnTo>
                    <a:lnTo>
                      <a:pt x="289" y="355"/>
                    </a:lnTo>
                    <a:lnTo>
                      <a:pt x="289" y="355"/>
                    </a:lnTo>
                    <a:lnTo>
                      <a:pt x="287" y="355"/>
                    </a:lnTo>
                    <a:lnTo>
                      <a:pt x="287" y="355"/>
                    </a:lnTo>
                    <a:lnTo>
                      <a:pt x="287" y="355"/>
                    </a:lnTo>
                    <a:lnTo>
                      <a:pt x="284" y="355"/>
                    </a:lnTo>
                    <a:lnTo>
                      <a:pt x="284" y="353"/>
                    </a:lnTo>
                    <a:lnTo>
                      <a:pt x="284" y="353"/>
                    </a:lnTo>
                    <a:lnTo>
                      <a:pt x="284" y="353"/>
                    </a:lnTo>
                    <a:lnTo>
                      <a:pt x="284" y="351"/>
                    </a:lnTo>
                    <a:lnTo>
                      <a:pt x="284" y="351"/>
                    </a:lnTo>
                    <a:lnTo>
                      <a:pt x="284" y="351"/>
                    </a:lnTo>
                    <a:lnTo>
                      <a:pt x="284" y="351"/>
                    </a:lnTo>
                    <a:lnTo>
                      <a:pt x="284" y="348"/>
                    </a:lnTo>
                    <a:lnTo>
                      <a:pt x="282" y="348"/>
                    </a:lnTo>
                    <a:lnTo>
                      <a:pt x="282" y="348"/>
                    </a:lnTo>
                    <a:lnTo>
                      <a:pt x="282" y="346"/>
                    </a:lnTo>
                    <a:lnTo>
                      <a:pt x="282" y="346"/>
                    </a:lnTo>
                    <a:lnTo>
                      <a:pt x="282" y="344"/>
                    </a:lnTo>
                    <a:lnTo>
                      <a:pt x="282" y="344"/>
                    </a:lnTo>
                    <a:lnTo>
                      <a:pt x="282" y="344"/>
                    </a:lnTo>
                    <a:lnTo>
                      <a:pt x="282" y="341"/>
                    </a:lnTo>
                    <a:lnTo>
                      <a:pt x="280" y="341"/>
                    </a:lnTo>
                    <a:lnTo>
                      <a:pt x="280" y="341"/>
                    </a:lnTo>
                    <a:lnTo>
                      <a:pt x="280" y="341"/>
                    </a:lnTo>
                    <a:lnTo>
                      <a:pt x="280" y="341"/>
                    </a:lnTo>
                    <a:lnTo>
                      <a:pt x="280" y="339"/>
                    </a:lnTo>
                    <a:lnTo>
                      <a:pt x="280" y="339"/>
                    </a:lnTo>
                    <a:lnTo>
                      <a:pt x="280" y="336"/>
                    </a:lnTo>
                    <a:lnTo>
                      <a:pt x="280" y="336"/>
                    </a:lnTo>
                    <a:lnTo>
                      <a:pt x="280" y="334"/>
                    </a:lnTo>
                    <a:lnTo>
                      <a:pt x="280" y="334"/>
                    </a:lnTo>
                    <a:lnTo>
                      <a:pt x="280" y="332"/>
                    </a:lnTo>
                    <a:lnTo>
                      <a:pt x="280" y="332"/>
                    </a:lnTo>
                    <a:lnTo>
                      <a:pt x="280" y="329"/>
                    </a:lnTo>
                    <a:lnTo>
                      <a:pt x="280" y="329"/>
                    </a:lnTo>
                    <a:lnTo>
                      <a:pt x="280" y="329"/>
                    </a:lnTo>
                    <a:lnTo>
                      <a:pt x="280" y="329"/>
                    </a:lnTo>
                    <a:lnTo>
                      <a:pt x="280" y="327"/>
                    </a:lnTo>
                    <a:lnTo>
                      <a:pt x="277" y="327"/>
                    </a:lnTo>
                    <a:lnTo>
                      <a:pt x="277" y="327"/>
                    </a:lnTo>
                    <a:lnTo>
                      <a:pt x="277" y="327"/>
                    </a:lnTo>
                    <a:lnTo>
                      <a:pt x="277" y="325"/>
                    </a:lnTo>
                    <a:lnTo>
                      <a:pt x="275" y="325"/>
                    </a:lnTo>
                    <a:lnTo>
                      <a:pt x="275" y="325"/>
                    </a:lnTo>
                    <a:lnTo>
                      <a:pt x="275" y="322"/>
                    </a:lnTo>
                    <a:lnTo>
                      <a:pt x="275" y="322"/>
                    </a:lnTo>
                    <a:lnTo>
                      <a:pt x="275" y="322"/>
                    </a:lnTo>
                    <a:lnTo>
                      <a:pt x="275" y="320"/>
                    </a:lnTo>
                    <a:lnTo>
                      <a:pt x="275" y="320"/>
                    </a:lnTo>
                    <a:lnTo>
                      <a:pt x="275" y="320"/>
                    </a:lnTo>
                    <a:lnTo>
                      <a:pt x="273" y="320"/>
                    </a:lnTo>
                    <a:lnTo>
                      <a:pt x="273" y="320"/>
                    </a:lnTo>
                    <a:lnTo>
                      <a:pt x="273" y="320"/>
                    </a:lnTo>
                    <a:lnTo>
                      <a:pt x="270" y="320"/>
                    </a:lnTo>
                    <a:lnTo>
                      <a:pt x="270" y="320"/>
                    </a:lnTo>
                    <a:lnTo>
                      <a:pt x="268" y="320"/>
                    </a:lnTo>
                    <a:lnTo>
                      <a:pt x="268" y="320"/>
                    </a:lnTo>
                    <a:lnTo>
                      <a:pt x="268" y="320"/>
                    </a:lnTo>
                    <a:lnTo>
                      <a:pt x="268" y="320"/>
                    </a:lnTo>
                    <a:lnTo>
                      <a:pt x="268" y="320"/>
                    </a:lnTo>
                    <a:lnTo>
                      <a:pt x="268" y="322"/>
                    </a:lnTo>
                    <a:lnTo>
                      <a:pt x="268" y="322"/>
                    </a:lnTo>
                    <a:lnTo>
                      <a:pt x="268" y="322"/>
                    </a:lnTo>
                    <a:lnTo>
                      <a:pt x="265" y="322"/>
                    </a:lnTo>
                    <a:lnTo>
                      <a:pt x="265" y="322"/>
                    </a:lnTo>
                    <a:lnTo>
                      <a:pt x="265" y="322"/>
                    </a:lnTo>
                    <a:lnTo>
                      <a:pt x="265" y="320"/>
                    </a:lnTo>
                    <a:lnTo>
                      <a:pt x="265" y="320"/>
                    </a:lnTo>
                    <a:lnTo>
                      <a:pt x="265" y="320"/>
                    </a:lnTo>
                    <a:lnTo>
                      <a:pt x="265" y="320"/>
                    </a:lnTo>
                    <a:lnTo>
                      <a:pt x="265" y="320"/>
                    </a:lnTo>
                    <a:lnTo>
                      <a:pt x="265" y="320"/>
                    </a:lnTo>
                    <a:lnTo>
                      <a:pt x="263" y="320"/>
                    </a:lnTo>
                    <a:lnTo>
                      <a:pt x="263" y="320"/>
                    </a:lnTo>
                    <a:lnTo>
                      <a:pt x="263" y="320"/>
                    </a:lnTo>
                    <a:lnTo>
                      <a:pt x="261" y="320"/>
                    </a:lnTo>
                    <a:lnTo>
                      <a:pt x="261" y="320"/>
                    </a:lnTo>
                    <a:lnTo>
                      <a:pt x="261" y="320"/>
                    </a:lnTo>
                    <a:lnTo>
                      <a:pt x="261" y="320"/>
                    </a:lnTo>
                    <a:lnTo>
                      <a:pt x="258" y="320"/>
                    </a:lnTo>
                    <a:lnTo>
                      <a:pt x="258" y="320"/>
                    </a:lnTo>
                    <a:lnTo>
                      <a:pt x="258" y="322"/>
                    </a:lnTo>
                    <a:lnTo>
                      <a:pt x="258" y="322"/>
                    </a:lnTo>
                    <a:lnTo>
                      <a:pt x="256" y="322"/>
                    </a:lnTo>
                    <a:lnTo>
                      <a:pt x="256" y="322"/>
                    </a:lnTo>
                    <a:lnTo>
                      <a:pt x="256" y="322"/>
                    </a:lnTo>
                    <a:lnTo>
                      <a:pt x="254" y="322"/>
                    </a:lnTo>
                    <a:lnTo>
                      <a:pt x="254" y="322"/>
                    </a:lnTo>
                    <a:lnTo>
                      <a:pt x="254" y="325"/>
                    </a:lnTo>
                    <a:lnTo>
                      <a:pt x="254" y="325"/>
                    </a:lnTo>
                    <a:lnTo>
                      <a:pt x="254" y="325"/>
                    </a:lnTo>
                    <a:lnTo>
                      <a:pt x="256" y="325"/>
                    </a:lnTo>
                    <a:lnTo>
                      <a:pt x="256" y="325"/>
                    </a:lnTo>
                    <a:lnTo>
                      <a:pt x="256" y="325"/>
                    </a:lnTo>
                    <a:lnTo>
                      <a:pt x="258" y="325"/>
                    </a:lnTo>
                    <a:lnTo>
                      <a:pt x="258" y="322"/>
                    </a:lnTo>
                    <a:lnTo>
                      <a:pt x="258" y="322"/>
                    </a:lnTo>
                    <a:lnTo>
                      <a:pt x="258" y="322"/>
                    </a:lnTo>
                    <a:lnTo>
                      <a:pt x="261" y="322"/>
                    </a:lnTo>
                    <a:lnTo>
                      <a:pt x="261" y="322"/>
                    </a:lnTo>
                    <a:lnTo>
                      <a:pt x="261" y="322"/>
                    </a:lnTo>
                    <a:lnTo>
                      <a:pt x="263" y="322"/>
                    </a:lnTo>
                    <a:lnTo>
                      <a:pt x="263" y="322"/>
                    </a:lnTo>
                    <a:lnTo>
                      <a:pt x="263" y="325"/>
                    </a:lnTo>
                    <a:lnTo>
                      <a:pt x="263" y="325"/>
                    </a:lnTo>
                  </a:path>
                </a:pathLst>
              </a:custGeom>
              <a:solidFill>
                <a:schemeClr val="accent2"/>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7" name="Freeform 155"/>
              <p:cNvSpPr>
                <a:spLocks/>
              </p:cNvSpPr>
              <p:nvPr/>
            </p:nvSpPr>
            <p:spPr bwMode="auto">
              <a:xfrm>
                <a:off x="2277" y="2146"/>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8" name="Freeform 156"/>
              <p:cNvSpPr>
                <a:spLocks/>
              </p:cNvSpPr>
              <p:nvPr/>
            </p:nvSpPr>
            <p:spPr bwMode="auto">
              <a:xfrm>
                <a:off x="2277" y="2146"/>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9" name="Freeform 157"/>
              <p:cNvSpPr>
                <a:spLocks/>
              </p:cNvSpPr>
              <p:nvPr/>
            </p:nvSpPr>
            <p:spPr bwMode="auto">
              <a:xfrm>
                <a:off x="2317" y="2182"/>
                <a:ext cx="3" cy="5"/>
              </a:xfrm>
              <a:custGeom>
                <a:avLst/>
                <a:gdLst/>
                <a:ahLst/>
                <a:cxnLst>
                  <a:cxn ang="0">
                    <a:pos x="3" y="2"/>
                  </a:cxn>
                  <a:cxn ang="0">
                    <a:pos x="3" y="2"/>
                  </a:cxn>
                  <a:cxn ang="0">
                    <a:pos x="3" y="2"/>
                  </a:cxn>
                  <a:cxn ang="0">
                    <a:pos x="3" y="5"/>
                  </a:cxn>
                  <a:cxn ang="0">
                    <a:pos x="3" y="5"/>
                  </a:cxn>
                  <a:cxn ang="0">
                    <a:pos x="0" y="5"/>
                  </a:cxn>
                  <a:cxn ang="0">
                    <a:pos x="0" y="2"/>
                  </a:cxn>
                  <a:cxn ang="0">
                    <a:pos x="0" y="2"/>
                  </a:cxn>
                  <a:cxn ang="0">
                    <a:pos x="0" y="2"/>
                  </a:cxn>
                  <a:cxn ang="0">
                    <a:pos x="0" y="0"/>
                  </a:cxn>
                  <a:cxn ang="0">
                    <a:pos x="3" y="0"/>
                  </a:cxn>
                  <a:cxn ang="0">
                    <a:pos x="3" y="0"/>
                  </a:cxn>
                  <a:cxn ang="0">
                    <a:pos x="3" y="2"/>
                  </a:cxn>
                  <a:cxn ang="0">
                    <a:pos x="3" y="2"/>
                  </a:cxn>
                  <a:cxn ang="0">
                    <a:pos x="3" y="2"/>
                  </a:cxn>
                </a:cxnLst>
                <a:rect l="0" t="0" r="r" b="b"/>
                <a:pathLst>
                  <a:path w="3" h="5">
                    <a:moveTo>
                      <a:pt x="3" y="2"/>
                    </a:moveTo>
                    <a:lnTo>
                      <a:pt x="3" y="2"/>
                    </a:lnTo>
                    <a:lnTo>
                      <a:pt x="3" y="2"/>
                    </a:lnTo>
                    <a:lnTo>
                      <a:pt x="3" y="5"/>
                    </a:lnTo>
                    <a:lnTo>
                      <a:pt x="3" y="5"/>
                    </a:lnTo>
                    <a:lnTo>
                      <a:pt x="0" y="5"/>
                    </a:lnTo>
                    <a:lnTo>
                      <a:pt x="0" y="2"/>
                    </a:lnTo>
                    <a:lnTo>
                      <a:pt x="0" y="2"/>
                    </a:lnTo>
                    <a:lnTo>
                      <a:pt x="0" y="2"/>
                    </a:lnTo>
                    <a:lnTo>
                      <a:pt x="0" y="0"/>
                    </a:lnTo>
                    <a:lnTo>
                      <a:pt x="3" y="0"/>
                    </a:lnTo>
                    <a:lnTo>
                      <a:pt x="3" y="0"/>
                    </a:lnTo>
                    <a:lnTo>
                      <a:pt x="3" y="2"/>
                    </a:lnTo>
                    <a:lnTo>
                      <a:pt x="3" y="2"/>
                    </a:lnTo>
                    <a:lnTo>
                      <a:pt x="3"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0" name="Freeform 158"/>
              <p:cNvSpPr>
                <a:spLocks/>
              </p:cNvSpPr>
              <p:nvPr/>
            </p:nvSpPr>
            <p:spPr bwMode="auto">
              <a:xfrm>
                <a:off x="2317" y="2182"/>
                <a:ext cx="3" cy="5"/>
              </a:xfrm>
              <a:custGeom>
                <a:avLst/>
                <a:gdLst/>
                <a:ahLst/>
                <a:cxnLst>
                  <a:cxn ang="0">
                    <a:pos x="3" y="2"/>
                  </a:cxn>
                  <a:cxn ang="0">
                    <a:pos x="3" y="2"/>
                  </a:cxn>
                  <a:cxn ang="0">
                    <a:pos x="3" y="2"/>
                  </a:cxn>
                  <a:cxn ang="0">
                    <a:pos x="3" y="5"/>
                  </a:cxn>
                  <a:cxn ang="0">
                    <a:pos x="3" y="5"/>
                  </a:cxn>
                  <a:cxn ang="0">
                    <a:pos x="0" y="5"/>
                  </a:cxn>
                  <a:cxn ang="0">
                    <a:pos x="0" y="2"/>
                  </a:cxn>
                  <a:cxn ang="0">
                    <a:pos x="0" y="2"/>
                  </a:cxn>
                  <a:cxn ang="0">
                    <a:pos x="0" y="2"/>
                  </a:cxn>
                  <a:cxn ang="0">
                    <a:pos x="0" y="0"/>
                  </a:cxn>
                  <a:cxn ang="0">
                    <a:pos x="3" y="0"/>
                  </a:cxn>
                  <a:cxn ang="0">
                    <a:pos x="3" y="0"/>
                  </a:cxn>
                  <a:cxn ang="0">
                    <a:pos x="3" y="2"/>
                  </a:cxn>
                  <a:cxn ang="0">
                    <a:pos x="3" y="2"/>
                  </a:cxn>
                  <a:cxn ang="0">
                    <a:pos x="3" y="2"/>
                  </a:cxn>
                </a:cxnLst>
                <a:rect l="0" t="0" r="r" b="b"/>
                <a:pathLst>
                  <a:path w="3" h="5">
                    <a:moveTo>
                      <a:pt x="3" y="2"/>
                    </a:moveTo>
                    <a:lnTo>
                      <a:pt x="3" y="2"/>
                    </a:lnTo>
                    <a:lnTo>
                      <a:pt x="3" y="2"/>
                    </a:lnTo>
                    <a:lnTo>
                      <a:pt x="3" y="5"/>
                    </a:lnTo>
                    <a:lnTo>
                      <a:pt x="3" y="5"/>
                    </a:lnTo>
                    <a:lnTo>
                      <a:pt x="0" y="5"/>
                    </a:lnTo>
                    <a:lnTo>
                      <a:pt x="0" y="2"/>
                    </a:lnTo>
                    <a:lnTo>
                      <a:pt x="0" y="2"/>
                    </a:lnTo>
                    <a:lnTo>
                      <a:pt x="0" y="2"/>
                    </a:lnTo>
                    <a:lnTo>
                      <a:pt x="0" y="0"/>
                    </a:lnTo>
                    <a:lnTo>
                      <a:pt x="3" y="0"/>
                    </a:lnTo>
                    <a:lnTo>
                      <a:pt x="3" y="0"/>
                    </a:lnTo>
                    <a:lnTo>
                      <a:pt x="3" y="2"/>
                    </a:lnTo>
                    <a:lnTo>
                      <a:pt x="3" y="2"/>
                    </a:lnTo>
                    <a:lnTo>
                      <a:pt x="3"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1" name="Freeform 159"/>
              <p:cNvSpPr>
                <a:spLocks/>
              </p:cNvSpPr>
              <p:nvPr/>
            </p:nvSpPr>
            <p:spPr bwMode="auto">
              <a:xfrm>
                <a:off x="2294" y="1812"/>
                <a:ext cx="627" cy="740"/>
              </a:xfrm>
              <a:custGeom>
                <a:avLst/>
                <a:gdLst/>
                <a:ahLst/>
                <a:cxnLst>
                  <a:cxn ang="0">
                    <a:pos x="494" y="344"/>
                  </a:cxn>
                  <a:cxn ang="0">
                    <a:pos x="520" y="306"/>
                  </a:cxn>
                  <a:cxn ang="0">
                    <a:pos x="466" y="297"/>
                  </a:cxn>
                  <a:cxn ang="0">
                    <a:pos x="442" y="275"/>
                  </a:cxn>
                  <a:cxn ang="0">
                    <a:pos x="440" y="294"/>
                  </a:cxn>
                  <a:cxn ang="0">
                    <a:pos x="435" y="325"/>
                  </a:cxn>
                  <a:cxn ang="0">
                    <a:pos x="447" y="370"/>
                  </a:cxn>
                  <a:cxn ang="0">
                    <a:pos x="433" y="396"/>
                  </a:cxn>
                  <a:cxn ang="0">
                    <a:pos x="404" y="415"/>
                  </a:cxn>
                  <a:cxn ang="0">
                    <a:pos x="367" y="448"/>
                  </a:cxn>
                  <a:cxn ang="0">
                    <a:pos x="331" y="489"/>
                  </a:cxn>
                  <a:cxn ang="0">
                    <a:pos x="298" y="526"/>
                  </a:cxn>
                  <a:cxn ang="0">
                    <a:pos x="260" y="545"/>
                  </a:cxn>
                  <a:cxn ang="0">
                    <a:pos x="260" y="612"/>
                  </a:cxn>
                  <a:cxn ang="0">
                    <a:pos x="251" y="676"/>
                  </a:cxn>
                  <a:cxn ang="0">
                    <a:pos x="239" y="709"/>
                  </a:cxn>
                  <a:cxn ang="0">
                    <a:pos x="201" y="740"/>
                  </a:cxn>
                  <a:cxn ang="0">
                    <a:pos x="173" y="690"/>
                  </a:cxn>
                  <a:cxn ang="0">
                    <a:pos x="149" y="633"/>
                  </a:cxn>
                  <a:cxn ang="0">
                    <a:pos x="132" y="574"/>
                  </a:cxn>
                  <a:cxn ang="0">
                    <a:pos x="111" y="526"/>
                  </a:cxn>
                  <a:cxn ang="0">
                    <a:pos x="101" y="465"/>
                  </a:cxn>
                  <a:cxn ang="0">
                    <a:pos x="94" y="406"/>
                  </a:cxn>
                  <a:cxn ang="0">
                    <a:pos x="85" y="403"/>
                  </a:cxn>
                  <a:cxn ang="0">
                    <a:pos x="38" y="406"/>
                  </a:cxn>
                  <a:cxn ang="0">
                    <a:pos x="28" y="372"/>
                  </a:cxn>
                  <a:cxn ang="0">
                    <a:pos x="19" y="363"/>
                  </a:cxn>
                  <a:cxn ang="0">
                    <a:pos x="7" y="332"/>
                  </a:cxn>
                  <a:cxn ang="0">
                    <a:pos x="52" y="327"/>
                  </a:cxn>
                  <a:cxn ang="0">
                    <a:pos x="45" y="287"/>
                  </a:cxn>
                  <a:cxn ang="0">
                    <a:pos x="40" y="242"/>
                  </a:cxn>
                  <a:cxn ang="0">
                    <a:pos x="83" y="225"/>
                  </a:cxn>
                  <a:cxn ang="0">
                    <a:pos x="113" y="183"/>
                  </a:cxn>
                  <a:cxn ang="0">
                    <a:pos x="137" y="140"/>
                  </a:cxn>
                  <a:cxn ang="0">
                    <a:pos x="139" y="112"/>
                  </a:cxn>
                  <a:cxn ang="0">
                    <a:pos x="113" y="67"/>
                  </a:cxn>
                  <a:cxn ang="0">
                    <a:pos x="104" y="34"/>
                  </a:cxn>
                  <a:cxn ang="0">
                    <a:pos x="120" y="7"/>
                  </a:cxn>
                  <a:cxn ang="0">
                    <a:pos x="161" y="10"/>
                  </a:cxn>
                  <a:cxn ang="0">
                    <a:pos x="191" y="38"/>
                  </a:cxn>
                  <a:cxn ang="0">
                    <a:pos x="239" y="29"/>
                  </a:cxn>
                  <a:cxn ang="0">
                    <a:pos x="253" y="62"/>
                  </a:cxn>
                  <a:cxn ang="0">
                    <a:pos x="234" y="97"/>
                  </a:cxn>
                  <a:cxn ang="0">
                    <a:pos x="220" y="116"/>
                  </a:cxn>
                  <a:cxn ang="0">
                    <a:pos x="241" y="152"/>
                  </a:cxn>
                  <a:cxn ang="0">
                    <a:pos x="272" y="178"/>
                  </a:cxn>
                  <a:cxn ang="0">
                    <a:pos x="267" y="216"/>
                  </a:cxn>
                  <a:cxn ang="0">
                    <a:pos x="312" y="240"/>
                  </a:cxn>
                  <a:cxn ang="0">
                    <a:pos x="357" y="256"/>
                  </a:cxn>
                  <a:cxn ang="0">
                    <a:pos x="400" y="270"/>
                  </a:cxn>
                  <a:cxn ang="0">
                    <a:pos x="426" y="249"/>
                  </a:cxn>
                  <a:cxn ang="0">
                    <a:pos x="438" y="230"/>
                  </a:cxn>
                  <a:cxn ang="0">
                    <a:pos x="459" y="263"/>
                  </a:cxn>
                  <a:cxn ang="0">
                    <a:pos x="511" y="261"/>
                  </a:cxn>
                  <a:cxn ang="0">
                    <a:pos x="525" y="233"/>
                  </a:cxn>
                  <a:cxn ang="0">
                    <a:pos x="563" y="202"/>
                  </a:cxn>
                  <a:cxn ang="0">
                    <a:pos x="603" y="202"/>
                  </a:cxn>
                  <a:cxn ang="0">
                    <a:pos x="622" y="223"/>
                  </a:cxn>
                  <a:cxn ang="0">
                    <a:pos x="613" y="249"/>
                  </a:cxn>
                  <a:cxn ang="0">
                    <a:pos x="577" y="285"/>
                  </a:cxn>
                  <a:cxn ang="0">
                    <a:pos x="558" y="334"/>
                  </a:cxn>
                  <a:cxn ang="0">
                    <a:pos x="535" y="363"/>
                  </a:cxn>
                  <a:cxn ang="0">
                    <a:pos x="518" y="356"/>
                  </a:cxn>
                </a:cxnLst>
                <a:rect l="0" t="0" r="r" b="b"/>
                <a:pathLst>
                  <a:path w="627" h="740">
                    <a:moveTo>
                      <a:pt x="518" y="342"/>
                    </a:moveTo>
                    <a:lnTo>
                      <a:pt x="516" y="342"/>
                    </a:lnTo>
                    <a:lnTo>
                      <a:pt x="516" y="342"/>
                    </a:lnTo>
                    <a:lnTo>
                      <a:pt x="516" y="342"/>
                    </a:lnTo>
                    <a:lnTo>
                      <a:pt x="513" y="342"/>
                    </a:lnTo>
                    <a:lnTo>
                      <a:pt x="513" y="342"/>
                    </a:lnTo>
                    <a:lnTo>
                      <a:pt x="513" y="342"/>
                    </a:lnTo>
                    <a:lnTo>
                      <a:pt x="513" y="344"/>
                    </a:lnTo>
                    <a:lnTo>
                      <a:pt x="513" y="344"/>
                    </a:lnTo>
                    <a:lnTo>
                      <a:pt x="513" y="342"/>
                    </a:lnTo>
                    <a:lnTo>
                      <a:pt x="511" y="342"/>
                    </a:lnTo>
                    <a:lnTo>
                      <a:pt x="511" y="342"/>
                    </a:lnTo>
                    <a:lnTo>
                      <a:pt x="511" y="342"/>
                    </a:lnTo>
                    <a:lnTo>
                      <a:pt x="511" y="342"/>
                    </a:lnTo>
                    <a:lnTo>
                      <a:pt x="511" y="344"/>
                    </a:lnTo>
                    <a:lnTo>
                      <a:pt x="511" y="344"/>
                    </a:lnTo>
                    <a:lnTo>
                      <a:pt x="511" y="344"/>
                    </a:lnTo>
                    <a:lnTo>
                      <a:pt x="511" y="346"/>
                    </a:lnTo>
                    <a:lnTo>
                      <a:pt x="511" y="346"/>
                    </a:lnTo>
                    <a:lnTo>
                      <a:pt x="511" y="346"/>
                    </a:lnTo>
                    <a:lnTo>
                      <a:pt x="511" y="349"/>
                    </a:lnTo>
                    <a:lnTo>
                      <a:pt x="509" y="349"/>
                    </a:lnTo>
                    <a:lnTo>
                      <a:pt x="509" y="349"/>
                    </a:lnTo>
                    <a:lnTo>
                      <a:pt x="509" y="349"/>
                    </a:lnTo>
                    <a:lnTo>
                      <a:pt x="509" y="351"/>
                    </a:lnTo>
                    <a:lnTo>
                      <a:pt x="506" y="351"/>
                    </a:lnTo>
                    <a:lnTo>
                      <a:pt x="506" y="351"/>
                    </a:lnTo>
                    <a:lnTo>
                      <a:pt x="506" y="353"/>
                    </a:lnTo>
                    <a:lnTo>
                      <a:pt x="506" y="353"/>
                    </a:lnTo>
                    <a:lnTo>
                      <a:pt x="506" y="353"/>
                    </a:lnTo>
                    <a:lnTo>
                      <a:pt x="506" y="356"/>
                    </a:lnTo>
                    <a:lnTo>
                      <a:pt x="509" y="356"/>
                    </a:lnTo>
                    <a:lnTo>
                      <a:pt x="509" y="356"/>
                    </a:lnTo>
                    <a:lnTo>
                      <a:pt x="506" y="356"/>
                    </a:lnTo>
                    <a:lnTo>
                      <a:pt x="506" y="358"/>
                    </a:lnTo>
                    <a:lnTo>
                      <a:pt x="506" y="358"/>
                    </a:lnTo>
                    <a:lnTo>
                      <a:pt x="506" y="358"/>
                    </a:lnTo>
                    <a:lnTo>
                      <a:pt x="506" y="358"/>
                    </a:lnTo>
                    <a:lnTo>
                      <a:pt x="506" y="361"/>
                    </a:lnTo>
                    <a:lnTo>
                      <a:pt x="504" y="361"/>
                    </a:lnTo>
                    <a:lnTo>
                      <a:pt x="504" y="361"/>
                    </a:lnTo>
                    <a:lnTo>
                      <a:pt x="502" y="361"/>
                    </a:lnTo>
                    <a:lnTo>
                      <a:pt x="502" y="361"/>
                    </a:lnTo>
                    <a:lnTo>
                      <a:pt x="502" y="358"/>
                    </a:lnTo>
                    <a:lnTo>
                      <a:pt x="502" y="358"/>
                    </a:lnTo>
                    <a:lnTo>
                      <a:pt x="502" y="356"/>
                    </a:lnTo>
                    <a:lnTo>
                      <a:pt x="502" y="356"/>
                    </a:lnTo>
                    <a:lnTo>
                      <a:pt x="502" y="356"/>
                    </a:lnTo>
                    <a:lnTo>
                      <a:pt x="502" y="353"/>
                    </a:lnTo>
                    <a:lnTo>
                      <a:pt x="502" y="353"/>
                    </a:lnTo>
                    <a:lnTo>
                      <a:pt x="499" y="353"/>
                    </a:lnTo>
                    <a:lnTo>
                      <a:pt x="499" y="353"/>
                    </a:lnTo>
                    <a:lnTo>
                      <a:pt x="499" y="353"/>
                    </a:lnTo>
                    <a:lnTo>
                      <a:pt x="499" y="353"/>
                    </a:lnTo>
                    <a:lnTo>
                      <a:pt x="499" y="353"/>
                    </a:lnTo>
                    <a:lnTo>
                      <a:pt x="499" y="353"/>
                    </a:lnTo>
                    <a:lnTo>
                      <a:pt x="499" y="356"/>
                    </a:lnTo>
                    <a:lnTo>
                      <a:pt x="499" y="356"/>
                    </a:lnTo>
                    <a:lnTo>
                      <a:pt x="499" y="356"/>
                    </a:lnTo>
                    <a:lnTo>
                      <a:pt x="499" y="356"/>
                    </a:lnTo>
                    <a:lnTo>
                      <a:pt x="497" y="356"/>
                    </a:lnTo>
                    <a:lnTo>
                      <a:pt x="497" y="356"/>
                    </a:lnTo>
                    <a:lnTo>
                      <a:pt x="497" y="353"/>
                    </a:lnTo>
                    <a:lnTo>
                      <a:pt x="497" y="353"/>
                    </a:lnTo>
                    <a:lnTo>
                      <a:pt x="497" y="353"/>
                    </a:lnTo>
                    <a:lnTo>
                      <a:pt x="497" y="353"/>
                    </a:lnTo>
                    <a:lnTo>
                      <a:pt x="497" y="351"/>
                    </a:lnTo>
                    <a:lnTo>
                      <a:pt x="497" y="351"/>
                    </a:lnTo>
                    <a:lnTo>
                      <a:pt x="497" y="349"/>
                    </a:lnTo>
                    <a:lnTo>
                      <a:pt x="497" y="349"/>
                    </a:lnTo>
                    <a:lnTo>
                      <a:pt x="494" y="349"/>
                    </a:lnTo>
                    <a:lnTo>
                      <a:pt x="494" y="346"/>
                    </a:lnTo>
                    <a:lnTo>
                      <a:pt x="494" y="346"/>
                    </a:lnTo>
                    <a:lnTo>
                      <a:pt x="494" y="346"/>
                    </a:lnTo>
                    <a:lnTo>
                      <a:pt x="494" y="344"/>
                    </a:lnTo>
                    <a:lnTo>
                      <a:pt x="494" y="344"/>
                    </a:lnTo>
                    <a:lnTo>
                      <a:pt x="494" y="344"/>
                    </a:lnTo>
                    <a:lnTo>
                      <a:pt x="494" y="344"/>
                    </a:lnTo>
                    <a:lnTo>
                      <a:pt x="494" y="342"/>
                    </a:lnTo>
                    <a:lnTo>
                      <a:pt x="494" y="342"/>
                    </a:lnTo>
                    <a:lnTo>
                      <a:pt x="494" y="342"/>
                    </a:lnTo>
                    <a:lnTo>
                      <a:pt x="494" y="342"/>
                    </a:lnTo>
                    <a:lnTo>
                      <a:pt x="494" y="339"/>
                    </a:lnTo>
                    <a:lnTo>
                      <a:pt x="494" y="339"/>
                    </a:lnTo>
                    <a:lnTo>
                      <a:pt x="494" y="339"/>
                    </a:lnTo>
                    <a:lnTo>
                      <a:pt x="494" y="339"/>
                    </a:lnTo>
                    <a:lnTo>
                      <a:pt x="494" y="337"/>
                    </a:lnTo>
                    <a:lnTo>
                      <a:pt x="494" y="337"/>
                    </a:lnTo>
                    <a:lnTo>
                      <a:pt x="494" y="334"/>
                    </a:lnTo>
                    <a:lnTo>
                      <a:pt x="494" y="334"/>
                    </a:lnTo>
                    <a:lnTo>
                      <a:pt x="497" y="334"/>
                    </a:lnTo>
                    <a:lnTo>
                      <a:pt x="497" y="334"/>
                    </a:lnTo>
                    <a:lnTo>
                      <a:pt x="497" y="334"/>
                    </a:lnTo>
                    <a:lnTo>
                      <a:pt x="499" y="334"/>
                    </a:lnTo>
                    <a:lnTo>
                      <a:pt x="499" y="332"/>
                    </a:lnTo>
                    <a:lnTo>
                      <a:pt x="499" y="332"/>
                    </a:lnTo>
                    <a:lnTo>
                      <a:pt x="499" y="332"/>
                    </a:lnTo>
                    <a:lnTo>
                      <a:pt x="499" y="330"/>
                    </a:lnTo>
                    <a:lnTo>
                      <a:pt x="499" y="330"/>
                    </a:lnTo>
                    <a:lnTo>
                      <a:pt x="502" y="330"/>
                    </a:lnTo>
                    <a:lnTo>
                      <a:pt x="502" y="332"/>
                    </a:lnTo>
                    <a:lnTo>
                      <a:pt x="502" y="332"/>
                    </a:lnTo>
                    <a:lnTo>
                      <a:pt x="502" y="332"/>
                    </a:lnTo>
                    <a:lnTo>
                      <a:pt x="504" y="332"/>
                    </a:lnTo>
                    <a:lnTo>
                      <a:pt x="504" y="330"/>
                    </a:lnTo>
                    <a:lnTo>
                      <a:pt x="504" y="330"/>
                    </a:lnTo>
                    <a:lnTo>
                      <a:pt x="504" y="330"/>
                    </a:lnTo>
                    <a:lnTo>
                      <a:pt x="506" y="330"/>
                    </a:lnTo>
                    <a:lnTo>
                      <a:pt x="506" y="330"/>
                    </a:lnTo>
                    <a:lnTo>
                      <a:pt x="506" y="327"/>
                    </a:lnTo>
                    <a:lnTo>
                      <a:pt x="506" y="327"/>
                    </a:lnTo>
                    <a:lnTo>
                      <a:pt x="506" y="327"/>
                    </a:lnTo>
                    <a:lnTo>
                      <a:pt x="506" y="327"/>
                    </a:lnTo>
                    <a:lnTo>
                      <a:pt x="509" y="327"/>
                    </a:lnTo>
                    <a:lnTo>
                      <a:pt x="509" y="327"/>
                    </a:lnTo>
                    <a:lnTo>
                      <a:pt x="509" y="330"/>
                    </a:lnTo>
                    <a:lnTo>
                      <a:pt x="511" y="330"/>
                    </a:lnTo>
                    <a:lnTo>
                      <a:pt x="511" y="327"/>
                    </a:lnTo>
                    <a:lnTo>
                      <a:pt x="511" y="327"/>
                    </a:lnTo>
                    <a:lnTo>
                      <a:pt x="511" y="327"/>
                    </a:lnTo>
                    <a:lnTo>
                      <a:pt x="511" y="325"/>
                    </a:lnTo>
                    <a:lnTo>
                      <a:pt x="511" y="325"/>
                    </a:lnTo>
                    <a:lnTo>
                      <a:pt x="511" y="325"/>
                    </a:lnTo>
                    <a:lnTo>
                      <a:pt x="511" y="325"/>
                    </a:lnTo>
                    <a:lnTo>
                      <a:pt x="511" y="325"/>
                    </a:lnTo>
                    <a:lnTo>
                      <a:pt x="511" y="323"/>
                    </a:lnTo>
                    <a:lnTo>
                      <a:pt x="513" y="323"/>
                    </a:lnTo>
                    <a:lnTo>
                      <a:pt x="513" y="323"/>
                    </a:lnTo>
                    <a:lnTo>
                      <a:pt x="513" y="323"/>
                    </a:lnTo>
                    <a:lnTo>
                      <a:pt x="513" y="323"/>
                    </a:lnTo>
                    <a:lnTo>
                      <a:pt x="513" y="323"/>
                    </a:lnTo>
                    <a:lnTo>
                      <a:pt x="513" y="320"/>
                    </a:lnTo>
                    <a:lnTo>
                      <a:pt x="513" y="320"/>
                    </a:lnTo>
                    <a:lnTo>
                      <a:pt x="516" y="320"/>
                    </a:lnTo>
                    <a:lnTo>
                      <a:pt x="516" y="318"/>
                    </a:lnTo>
                    <a:lnTo>
                      <a:pt x="516" y="318"/>
                    </a:lnTo>
                    <a:lnTo>
                      <a:pt x="516" y="318"/>
                    </a:lnTo>
                    <a:lnTo>
                      <a:pt x="516" y="316"/>
                    </a:lnTo>
                    <a:lnTo>
                      <a:pt x="518" y="316"/>
                    </a:lnTo>
                    <a:lnTo>
                      <a:pt x="518" y="316"/>
                    </a:lnTo>
                    <a:lnTo>
                      <a:pt x="518" y="313"/>
                    </a:lnTo>
                    <a:lnTo>
                      <a:pt x="518" y="313"/>
                    </a:lnTo>
                    <a:lnTo>
                      <a:pt x="518" y="313"/>
                    </a:lnTo>
                    <a:lnTo>
                      <a:pt x="518" y="313"/>
                    </a:lnTo>
                    <a:lnTo>
                      <a:pt x="518" y="313"/>
                    </a:lnTo>
                    <a:lnTo>
                      <a:pt x="518" y="311"/>
                    </a:lnTo>
                    <a:lnTo>
                      <a:pt x="520" y="311"/>
                    </a:lnTo>
                    <a:lnTo>
                      <a:pt x="520" y="311"/>
                    </a:lnTo>
                    <a:lnTo>
                      <a:pt x="520" y="311"/>
                    </a:lnTo>
                    <a:lnTo>
                      <a:pt x="523" y="311"/>
                    </a:lnTo>
                    <a:lnTo>
                      <a:pt x="523" y="311"/>
                    </a:lnTo>
                    <a:lnTo>
                      <a:pt x="520" y="311"/>
                    </a:lnTo>
                    <a:lnTo>
                      <a:pt x="520" y="308"/>
                    </a:lnTo>
                    <a:lnTo>
                      <a:pt x="520" y="308"/>
                    </a:lnTo>
                    <a:lnTo>
                      <a:pt x="520" y="308"/>
                    </a:lnTo>
                    <a:lnTo>
                      <a:pt x="520" y="306"/>
                    </a:lnTo>
                    <a:lnTo>
                      <a:pt x="520" y="306"/>
                    </a:lnTo>
                    <a:lnTo>
                      <a:pt x="518" y="306"/>
                    </a:lnTo>
                    <a:lnTo>
                      <a:pt x="518" y="306"/>
                    </a:lnTo>
                    <a:lnTo>
                      <a:pt x="518" y="306"/>
                    </a:lnTo>
                    <a:lnTo>
                      <a:pt x="518" y="306"/>
                    </a:lnTo>
                    <a:lnTo>
                      <a:pt x="516" y="306"/>
                    </a:lnTo>
                    <a:lnTo>
                      <a:pt x="516" y="304"/>
                    </a:lnTo>
                    <a:lnTo>
                      <a:pt x="516" y="304"/>
                    </a:lnTo>
                    <a:lnTo>
                      <a:pt x="513" y="304"/>
                    </a:lnTo>
                    <a:lnTo>
                      <a:pt x="513" y="304"/>
                    </a:lnTo>
                    <a:lnTo>
                      <a:pt x="513" y="304"/>
                    </a:lnTo>
                    <a:lnTo>
                      <a:pt x="513" y="304"/>
                    </a:lnTo>
                    <a:lnTo>
                      <a:pt x="511" y="304"/>
                    </a:lnTo>
                    <a:lnTo>
                      <a:pt x="511" y="304"/>
                    </a:lnTo>
                    <a:lnTo>
                      <a:pt x="511" y="304"/>
                    </a:lnTo>
                    <a:lnTo>
                      <a:pt x="509" y="304"/>
                    </a:lnTo>
                    <a:lnTo>
                      <a:pt x="509" y="304"/>
                    </a:lnTo>
                    <a:lnTo>
                      <a:pt x="506" y="304"/>
                    </a:lnTo>
                    <a:lnTo>
                      <a:pt x="506" y="304"/>
                    </a:lnTo>
                    <a:lnTo>
                      <a:pt x="506" y="304"/>
                    </a:lnTo>
                    <a:lnTo>
                      <a:pt x="506" y="304"/>
                    </a:lnTo>
                    <a:lnTo>
                      <a:pt x="504" y="304"/>
                    </a:lnTo>
                    <a:lnTo>
                      <a:pt x="504" y="304"/>
                    </a:lnTo>
                    <a:lnTo>
                      <a:pt x="504" y="304"/>
                    </a:lnTo>
                    <a:lnTo>
                      <a:pt x="502" y="304"/>
                    </a:lnTo>
                    <a:lnTo>
                      <a:pt x="502" y="304"/>
                    </a:lnTo>
                    <a:lnTo>
                      <a:pt x="502" y="304"/>
                    </a:lnTo>
                    <a:lnTo>
                      <a:pt x="502" y="304"/>
                    </a:lnTo>
                    <a:lnTo>
                      <a:pt x="499" y="304"/>
                    </a:lnTo>
                    <a:lnTo>
                      <a:pt x="499" y="304"/>
                    </a:lnTo>
                    <a:lnTo>
                      <a:pt x="499" y="304"/>
                    </a:lnTo>
                    <a:lnTo>
                      <a:pt x="499" y="304"/>
                    </a:lnTo>
                    <a:lnTo>
                      <a:pt x="497" y="304"/>
                    </a:lnTo>
                    <a:lnTo>
                      <a:pt x="497" y="304"/>
                    </a:lnTo>
                    <a:lnTo>
                      <a:pt x="497" y="304"/>
                    </a:lnTo>
                    <a:lnTo>
                      <a:pt x="494" y="304"/>
                    </a:lnTo>
                    <a:lnTo>
                      <a:pt x="494" y="304"/>
                    </a:lnTo>
                    <a:lnTo>
                      <a:pt x="494" y="304"/>
                    </a:lnTo>
                    <a:lnTo>
                      <a:pt x="492" y="304"/>
                    </a:lnTo>
                    <a:lnTo>
                      <a:pt x="492" y="304"/>
                    </a:lnTo>
                    <a:lnTo>
                      <a:pt x="492" y="304"/>
                    </a:lnTo>
                    <a:lnTo>
                      <a:pt x="492" y="304"/>
                    </a:lnTo>
                    <a:lnTo>
                      <a:pt x="490" y="304"/>
                    </a:lnTo>
                    <a:lnTo>
                      <a:pt x="490" y="304"/>
                    </a:lnTo>
                    <a:lnTo>
                      <a:pt x="487" y="304"/>
                    </a:lnTo>
                    <a:lnTo>
                      <a:pt x="487" y="304"/>
                    </a:lnTo>
                    <a:lnTo>
                      <a:pt x="487" y="304"/>
                    </a:lnTo>
                    <a:lnTo>
                      <a:pt x="485" y="304"/>
                    </a:lnTo>
                    <a:lnTo>
                      <a:pt x="485" y="304"/>
                    </a:lnTo>
                    <a:lnTo>
                      <a:pt x="485" y="304"/>
                    </a:lnTo>
                    <a:lnTo>
                      <a:pt x="483" y="304"/>
                    </a:lnTo>
                    <a:lnTo>
                      <a:pt x="483" y="304"/>
                    </a:lnTo>
                    <a:lnTo>
                      <a:pt x="480" y="304"/>
                    </a:lnTo>
                    <a:lnTo>
                      <a:pt x="480" y="304"/>
                    </a:lnTo>
                    <a:lnTo>
                      <a:pt x="480" y="304"/>
                    </a:lnTo>
                    <a:lnTo>
                      <a:pt x="478" y="304"/>
                    </a:lnTo>
                    <a:lnTo>
                      <a:pt x="478" y="304"/>
                    </a:lnTo>
                    <a:lnTo>
                      <a:pt x="478" y="304"/>
                    </a:lnTo>
                    <a:lnTo>
                      <a:pt x="475" y="304"/>
                    </a:lnTo>
                    <a:lnTo>
                      <a:pt x="475" y="304"/>
                    </a:lnTo>
                    <a:lnTo>
                      <a:pt x="475" y="304"/>
                    </a:lnTo>
                    <a:lnTo>
                      <a:pt x="473" y="304"/>
                    </a:lnTo>
                    <a:lnTo>
                      <a:pt x="473" y="304"/>
                    </a:lnTo>
                    <a:lnTo>
                      <a:pt x="473" y="304"/>
                    </a:lnTo>
                    <a:lnTo>
                      <a:pt x="471" y="304"/>
                    </a:lnTo>
                    <a:lnTo>
                      <a:pt x="471" y="301"/>
                    </a:lnTo>
                    <a:lnTo>
                      <a:pt x="471" y="301"/>
                    </a:lnTo>
                    <a:lnTo>
                      <a:pt x="468" y="301"/>
                    </a:lnTo>
                    <a:lnTo>
                      <a:pt x="468" y="301"/>
                    </a:lnTo>
                    <a:lnTo>
                      <a:pt x="468" y="301"/>
                    </a:lnTo>
                    <a:lnTo>
                      <a:pt x="468" y="301"/>
                    </a:lnTo>
                    <a:lnTo>
                      <a:pt x="466" y="301"/>
                    </a:lnTo>
                    <a:lnTo>
                      <a:pt x="466" y="301"/>
                    </a:lnTo>
                    <a:lnTo>
                      <a:pt x="466" y="301"/>
                    </a:lnTo>
                    <a:lnTo>
                      <a:pt x="466" y="299"/>
                    </a:lnTo>
                    <a:lnTo>
                      <a:pt x="466" y="299"/>
                    </a:lnTo>
                    <a:lnTo>
                      <a:pt x="466" y="297"/>
                    </a:lnTo>
                    <a:lnTo>
                      <a:pt x="466" y="297"/>
                    </a:lnTo>
                    <a:lnTo>
                      <a:pt x="466" y="294"/>
                    </a:lnTo>
                    <a:lnTo>
                      <a:pt x="466" y="294"/>
                    </a:lnTo>
                    <a:lnTo>
                      <a:pt x="466" y="294"/>
                    </a:lnTo>
                    <a:lnTo>
                      <a:pt x="466" y="294"/>
                    </a:lnTo>
                    <a:lnTo>
                      <a:pt x="466" y="292"/>
                    </a:lnTo>
                    <a:lnTo>
                      <a:pt x="466" y="292"/>
                    </a:lnTo>
                    <a:lnTo>
                      <a:pt x="466" y="292"/>
                    </a:lnTo>
                    <a:lnTo>
                      <a:pt x="466" y="289"/>
                    </a:lnTo>
                    <a:lnTo>
                      <a:pt x="466" y="289"/>
                    </a:lnTo>
                    <a:lnTo>
                      <a:pt x="466" y="287"/>
                    </a:lnTo>
                    <a:lnTo>
                      <a:pt x="466" y="287"/>
                    </a:lnTo>
                    <a:lnTo>
                      <a:pt x="466" y="285"/>
                    </a:lnTo>
                    <a:lnTo>
                      <a:pt x="466" y="285"/>
                    </a:lnTo>
                    <a:lnTo>
                      <a:pt x="466" y="285"/>
                    </a:lnTo>
                    <a:lnTo>
                      <a:pt x="466" y="285"/>
                    </a:lnTo>
                    <a:lnTo>
                      <a:pt x="466" y="285"/>
                    </a:lnTo>
                    <a:lnTo>
                      <a:pt x="466" y="282"/>
                    </a:lnTo>
                    <a:lnTo>
                      <a:pt x="464" y="282"/>
                    </a:lnTo>
                    <a:lnTo>
                      <a:pt x="464" y="282"/>
                    </a:lnTo>
                    <a:lnTo>
                      <a:pt x="464" y="280"/>
                    </a:lnTo>
                    <a:lnTo>
                      <a:pt x="464" y="280"/>
                    </a:lnTo>
                    <a:lnTo>
                      <a:pt x="464" y="280"/>
                    </a:lnTo>
                    <a:lnTo>
                      <a:pt x="464" y="278"/>
                    </a:lnTo>
                    <a:lnTo>
                      <a:pt x="461" y="278"/>
                    </a:lnTo>
                    <a:lnTo>
                      <a:pt x="461" y="278"/>
                    </a:lnTo>
                    <a:lnTo>
                      <a:pt x="461" y="278"/>
                    </a:lnTo>
                    <a:lnTo>
                      <a:pt x="461" y="278"/>
                    </a:lnTo>
                    <a:lnTo>
                      <a:pt x="461" y="278"/>
                    </a:lnTo>
                    <a:lnTo>
                      <a:pt x="459" y="278"/>
                    </a:lnTo>
                    <a:lnTo>
                      <a:pt x="459" y="280"/>
                    </a:lnTo>
                    <a:lnTo>
                      <a:pt x="459" y="280"/>
                    </a:lnTo>
                    <a:lnTo>
                      <a:pt x="459" y="282"/>
                    </a:lnTo>
                    <a:lnTo>
                      <a:pt x="459" y="282"/>
                    </a:lnTo>
                    <a:lnTo>
                      <a:pt x="459" y="282"/>
                    </a:lnTo>
                    <a:lnTo>
                      <a:pt x="459" y="282"/>
                    </a:lnTo>
                    <a:lnTo>
                      <a:pt x="457" y="282"/>
                    </a:lnTo>
                    <a:lnTo>
                      <a:pt x="457" y="282"/>
                    </a:lnTo>
                    <a:lnTo>
                      <a:pt x="457" y="282"/>
                    </a:lnTo>
                    <a:lnTo>
                      <a:pt x="457" y="282"/>
                    </a:lnTo>
                    <a:lnTo>
                      <a:pt x="454" y="282"/>
                    </a:lnTo>
                    <a:lnTo>
                      <a:pt x="454" y="282"/>
                    </a:lnTo>
                    <a:lnTo>
                      <a:pt x="454" y="282"/>
                    </a:lnTo>
                    <a:lnTo>
                      <a:pt x="454" y="282"/>
                    </a:lnTo>
                    <a:lnTo>
                      <a:pt x="452" y="282"/>
                    </a:lnTo>
                    <a:lnTo>
                      <a:pt x="452" y="280"/>
                    </a:lnTo>
                    <a:lnTo>
                      <a:pt x="452" y="280"/>
                    </a:lnTo>
                    <a:lnTo>
                      <a:pt x="452" y="280"/>
                    </a:lnTo>
                    <a:lnTo>
                      <a:pt x="452" y="280"/>
                    </a:lnTo>
                    <a:lnTo>
                      <a:pt x="452" y="278"/>
                    </a:lnTo>
                    <a:lnTo>
                      <a:pt x="449" y="278"/>
                    </a:lnTo>
                    <a:lnTo>
                      <a:pt x="449" y="278"/>
                    </a:lnTo>
                    <a:lnTo>
                      <a:pt x="449" y="275"/>
                    </a:lnTo>
                    <a:lnTo>
                      <a:pt x="449" y="275"/>
                    </a:lnTo>
                    <a:lnTo>
                      <a:pt x="449" y="275"/>
                    </a:lnTo>
                    <a:lnTo>
                      <a:pt x="449" y="275"/>
                    </a:lnTo>
                    <a:lnTo>
                      <a:pt x="449" y="273"/>
                    </a:lnTo>
                    <a:lnTo>
                      <a:pt x="449" y="273"/>
                    </a:lnTo>
                    <a:lnTo>
                      <a:pt x="447" y="273"/>
                    </a:lnTo>
                    <a:lnTo>
                      <a:pt x="447" y="273"/>
                    </a:lnTo>
                    <a:lnTo>
                      <a:pt x="447" y="270"/>
                    </a:lnTo>
                    <a:lnTo>
                      <a:pt x="447" y="270"/>
                    </a:lnTo>
                    <a:lnTo>
                      <a:pt x="447" y="273"/>
                    </a:lnTo>
                    <a:lnTo>
                      <a:pt x="445" y="273"/>
                    </a:lnTo>
                    <a:lnTo>
                      <a:pt x="445" y="273"/>
                    </a:lnTo>
                    <a:lnTo>
                      <a:pt x="447" y="273"/>
                    </a:lnTo>
                    <a:lnTo>
                      <a:pt x="447" y="275"/>
                    </a:lnTo>
                    <a:lnTo>
                      <a:pt x="447" y="275"/>
                    </a:lnTo>
                    <a:lnTo>
                      <a:pt x="447" y="275"/>
                    </a:lnTo>
                    <a:lnTo>
                      <a:pt x="447" y="275"/>
                    </a:lnTo>
                    <a:lnTo>
                      <a:pt x="447" y="275"/>
                    </a:lnTo>
                    <a:lnTo>
                      <a:pt x="447" y="275"/>
                    </a:lnTo>
                    <a:lnTo>
                      <a:pt x="447" y="275"/>
                    </a:lnTo>
                    <a:lnTo>
                      <a:pt x="445" y="275"/>
                    </a:lnTo>
                    <a:lnTo>
                      <a:pt x="445" y="275"/>
                    </a:lnTo>
                    <a:lnTo>
                      <a:pt x="445" y="275"/>
                    </a:lnTo>
                    <a:lnTo>
                      <a:pt x="445" y="275"/>
                    </a:lnTo>
                    <a:lnTo>
                      <a:pt x="445" y="275"/>
                    </a:lnTo>
                    <a:lnTo>
                      <a:pt x="442" y="275"/>
                    </a:lnTo>
                    <a:lnTo>
                      <a:pt x="442" y="275"/>
                    </a:lnTo>
                    <a:lnTo>
                      <a:pt x="442" y="275"/>
                    </a:lnTo>
                    <a:lnTo>
                      <a:pt x="440" y="275"/>
                    </a:lnTo>
                    <a:lnTo>
                      <a:pt x="440" y="275"/>
                    </a:lnTo>
                    <a:lnTo>
                      <a:pt x="440" y="273"/>
                    </a:lnTo>
                    <a:lnTo>
                      <a:pt x="440" y="273"/>
                    </a:lnTo>
                    <a:lnTo>
                      <a:pt x="440" y="273"/>
                    </a:lnTo>
                    <a:lnTo>
                      <a:pt x="440" y="273"/>
                    </a:lnTo>
                    <a:lnTo>
                      <a:pt x="440" y="270"/>
                    </a:lnTo>
                    <a:lnTo>
                      <a:pt x="438" y="270"/>
                    </a:lnTo>
                    <a:lnTo>
                      <a:pt x="438" y="270"/>
                    </a:lnTo>
                    <a:lnTo>
                      <a:pt x="438" y="270"/>
                    </a:lnTo>
                    <a:lnTo>
                      <a:pt x="438" y="270"/>
                    </a:lnTo>
                    <a:lnTo>
                      <a:pt x="438" y="268"/>
                    </a:lnTo>
                    <a:lnTo>
                      <a:pt x="435" y="268"/>
                    </a:lnTo>
                    <a:lnTo>
                      <a:pt x="435" y="268"/>
                    </a:lnTo>
                    <a:lnTo>
                      <a:pt x="435" y="268"/>
                    </a:lnTo>
                    <a:lnTo>
                      <a:pt x="435" y="266"/>
                    </a:lnTo>
                    <a:lnTo>
                      <a:pt x="433" y="266"/>
                    </a:lnTo>
                    <a:lnTo>
                      <a:pt x="433" y="268"/>
                    </a:lnTo>
                    <a:lnTo>
                      <a:pt x="433" y="268"/>
                    </a:lnTo>
                    <a:lnTo>
                      <a:pt x="433" y="268"/>
                    </a:lnTo>
                    <a:lnTo>
                      <a:pt x="433" y="270"/>
                    </a:lnTo>
                    <a:lnTo>
                      <a:pt x="433" y="270"/>
                    </a:lnTo>
                    <a:lnTo>
                      <a:pt x="433" y="270"/>
                    </a:lnTo>
                    <a:lnTo>
                      <a:pt x="433" y="270"/>
                    </a:lnTo>
                    <a:lnTo>
                      <a:pt x="435" y="270"/>
                    </a:lnTo>
                    <a:lnTo>
                      <a:pt x="435" y="270"/>
                    </a:lnTo>
                    <a:lnTo>
                      <a:pt x="435" y="270"/>
                    </a:lnTo>
                    <a:lnTo>
                      <a:pt x="438" y="270"/>
                    </a:lnTo>
                    <a:lnTo>
                      <a:pt x="438" y="273"/>
                    </a:lnTo>
                    <a:lnTo>
                      <a:pt x="438" y="273"/>
                    </a:lnTo>
                    <a:lnTo>
                      <a:pt x="435" y="273"/>
                    </a:lnTo>
                    <a:lnTo>
                      <a:pt x="435" y="275"/>
                    </a:lnTo>
                    <a:lnTo>
                      <a:pt x="435" y="275"/>
                    </a:lnTo>
                    <a:lnTo>
                      <a:pt x="433" y="275"/>
                    </a:lnTo>
                    <a:lnTo>
                      <a:pt x="433" y="275"/>
                    </a:lnTo>
                    <a:lnTo>
                      <a:pt x="433" y="275"/>
                    </a:lnTo>
                    <a:lnTo>
                      <a:pt x="433" y="275"/>
                    </a:lnTo>
                    <a:lnTo>
                      <a:pt x="433" y="278"/>
                    </a:lnTo>
                    <a:lnTo>
                      <a:pt x="433" y="278"/>
                    </a:lnTo>
                    <a:lnTo>
                      <a:pt x="430" y="278"/>
                    </a:lnTo>
                    <a:lnTo>
                      <a:pt x="430" y="278"/>
                    </a:lnTo>
                    <a:lnTo>
                      <a:pt x="430" y="278"/>
                    </a:lnTo>
                    <a:lnTo>
                      <a:pt x="430" y="280"/>
                    </a:lnTo>
                    <a:lnTo>
                      <a:pt x="428" y="280"/>
                    </a:lnTo>
                    <a:lnTo>
                      <a:pt x="428" y="280"/>
                    </a:lnTo>
                    <a:lnTo>
                      <a:pt x="428" y="282"/>
                    </a:lnTo>
                    <a:lnTo>
                      <a:pt x="428" y="282"/>
                    </a:lnTo>
                    <a:lnTo>
                      <a:pt x="428" y="282"/>
                    </a:lnTo>
                    <a:lnTo>
                      <a:pt x="428" y="285"/>
                    </a:lnTo>
                    <a:lnTo>
                      <a:pt x="428" y="285"/>
                    </a:lnTo>
                    <a:lnTo>
                      <a:pt x="428" y="285"/>
                    </a:lnTo>
                    <a:lnTo>
                      <a:pt x="428" y="285"/>
                    </a:lnTo>
                    <a:lnTo>
                      <a:pt x="428" y="285"/>
                    </a:lnTo>
                    <a:lnTo>
                      <a:pt x="428" y="287"/>
                    </a:lnTo>
                    <a:lnTo>
                      <a:pt x="428" y="287"/>
                    </a:lnTo>
                    <a:lnTo>
                      <a:pt x="428" y="287"/>
                    </a:lnTo>
                    <a:lnTo>
                      <a:pt x="430" y="287"/>
                    </a:lnTo>
                    <a:lnTo>
                      <a:pt x="430" y="287"/>
                    </a:lnTo>
                    <a:lnTo>
                      <a:pt x="433" y="287"/>
                    </a:lnTo>
                    <a:lnTo>
                      <a:pt x="433" y="289"/>
                    </a:lnTo>
                    <a:lnTo>
                      <a:pt x="433" y="289"/>
                    </a:lnTo>
                    <a:lnTo>
                      <a:pt x="433" y="289"/>
                    </a:lnTo>
                    <a:lnTo>
                      <a:pt x="433" y="289"/>
                    </a:lnTo>
                    <a:lnTo>
                      <a:pt x="433" y="292"/>
                    </a:lnTo>
                    <a:lnTo>
                      <a:pt x="435" y="292"/>
                    </a:lnTo>
                    <a:lnTo>
                      <a:pt x="435" y="292"/>
                    </a:lnTo>
                    <a:lnTo>
                      <a:pt x="435" y="292"/>
                    </a:lnTo>
                    <a:lnTo>
                      <a:pt x="435" y="294"/>
                    </a:lnTo>
                    <a:lnTo>
                      <a:pt x="438" y="294"/>
                    </a:lnTo>
                    <a:lnTo>
                      <a:pt x="438" y="294"/>
                    </a:lnTo>
                    <a:lnTo>
                      <a:pt x="438" y="294"/>
                    </a:lnTo>
                    <a:lnTo>
                      <a:pt x="438" y="294"/>
                    </a:lnTo>
                    <a:lnTo>
                      <a:pt x="438" y="294"/>
                    </a:lnTo>
                    <a:lnTo>
                      <a:pt x="440" y="294"/>
                    </a:lnTo>
                    <a:lnTo>
                      <a:pt x="440" y="294"/>
                    </a:lnTo>
                    <a:lnTo>
                      <a:pt x="440" y="294"/>
                    </a:lnTo>
                    <a:lnTo>
                      <a:pt x="442" y="294"/>
                    </a:lnTo>
                    <a:lnTo>
                      <a:pt x="442" y="294"/>
                    </a:lnTo>
                    <a:lnTo>
                      <a:pt x="445" y="294"/>
                    </a:lnTo>
                    <a:lnTo>
                      <a:pt x="445" y="297"/>
                    </a:lnTo>
                    <a:lnTo>
                      <a:pt x="445" y="297"/>
                    </a:lnTo>
                    <a:lnTo>
                      <a:pt x="445" y="299"/>
                    </a:lnTo>
                    <a:lnTo>
                      <a:pt x="445" y="299"/>
                    </a:lnTo>
                    <a:lnTo>
                      <a:pt x="445" y="299"/>
                    </a:lnTo>
                    <a:lnTo>
                      <a:pt x="445" y="299"/>
                    </a:lnTo>
                    <a:lnTo>
                      <a:pt x="447" y="299"/>
                    </a:lnTo>
                    <a:lnTo>
                      <a:pt x="447" y="299"/>
                    </a:lnTo>
                    <a:lnTo>
                      <a:pt x="447" y="301"/>
                    </a:lnTo>
                    <a:lnTo>
                      <a:pt x="447" y="301"/>
                    </a:lnTo>
                    <a:lnTo>
                      <a:pt x="447" y="301"/>
                    </a:lnTo>
                    <a:lnTo>
                      <a:pt x="447" y="304"/>
                    </a:lnTo>
                    <a:lnTo>
                      <a:pt x="445" y="304"/>
                    </a:lnTo>
                    <a:lnTo>
                      <a:pt x="445" y="304"/>
                    </a:lnTo>
                    <a:lnTo>
                      <a:pt x="445" y="304"/>
                    </a:lnTo>
                    <a:lnTo>
                      <a:pt x="445" y="304"/>
                    </a:lnTo>
                    <a:lnTo>
                      <a:pt x="445" y="304"/>
                    </a:lnTo>
                    <a:lnTo>
                      <a:pt x="442" y="304"/>
                    </a:lnTo>
                    <a:lnTo>
                      <a:pt x="442" y="304"/>
                    </a:lnTo>
                    <a:lnTo>
                      <a:pt x="442" y="304"/>
                    </a:lnTo>
                    <a:lnTo>
                      <a:pt x="442" y="304"/>
                    </a:lnTo>
                    <a:lnTo>
                      <a:pt x="440" y="304"/>
                    </a:lnTo>
                    <a:lnTo>
                      <a:pt x="440" y="304"/>
                    </a:lnTo>
                    <a:lnTo>
                      <a:pt x="440" y="304"/>
                    </a:lnTo>
                    <a:lnTo>
                      <a:pt x="438" y="304"/>
                    </a:lnTo>
                    <a:lnTo>
                      <a:pt x="438" y="304"/>
                    </a:lnTo>
                    <a:lnTo>
                      <a:pt x="438" y="304"/>
                    </a:lnTo>
                    <a:lnTo>
                      <a:pt x="438" y="304"/>
                    </a:lnTo>
                    <a:lnTo>
                      <a:pt x="438" y="304"/>
                    </a:lnTo>
                    <a:lnTo>
                      <a:pt x="435" y="304"/>
                    </a:lnTo>
                    <a:lnTo>
                      <a:pt x="435" y="304"/>
                    </a:lnTo>
                    <a:lnTo>
                      <a:pt x="435" y="304"/>
                    </a:lnTo>
                    <a:lnTo>
                      <a:pt x="435" y="306"/>
                    </a:lnTo>
                    <a:lnTo>
                      <a:pt x="435" y="306"/>
                    </a:lnTo>
                    <a:lnTo>
                      <a:pt x="435" y="306"/>
                    </a:lnTo>
                    <a:lnTo>
                      <a:pt x="435" y="308"/>
                    </a:lnTo>
                    <a:lnTo>
                      <a:pt x="435" y="308"/>
                    </a:lnTo>
                    <a:lnTo>
                      <a:pt x="433" y="308"/>
                    </a:lnTo>
                    <a:lnTo>
                      <a:pt x="433" y="308"/>
                    </a:lnTo>
                    <a:lnTo>
                      <a:pt x="433" y="311"/>
                    </a:lnTo>
                    <a:lnTo>
                      <a:pt x="433" y="311"/>
                    </a:lnTo>
                    <a:lnTo>
                      <a:pt x="433" y="311"/>
                    </a:lnTo>
                    <a:lnTo>
                      <a:pt x="433" y="311"/>
                    </a:lnTo>
                    <a:lnTo>
                      <a:pt x="430" y="311"/>
                    </a:lnTo>
                    <a:lnTo>
                      <a:pt x="430" y="308"/>
                    </a:lnTo>
                    <a:lnTo>
                      <a:pt x="430" y="308"/>
                    </a:lnTo>
                    <a:lnTo>
                      <a:pt x="428" y="308"/>
                    </a:lnTo>
                    <a:lnTo>
                      <a:pt x="428" y="311"/>
                    </a:lnTo>
                    <a:lnTo>
                      <a:pt x="428" y="311"/>
                    </a:lnTo>
                    <a:lnTo>
                      <a:pt x="428" y="313"/>
                    </a:lnTo>
                    <a:lnTo>
                      <a:pt x="428" y="313"/>
                    </a:lnTo>
                    <a:lnTo>
                      <a:pt x="428" y="313"/>
                    </a:lnTo>
                    <a:lnTo>
                      <a:pt x="428" y="313"/>
                    </a:lnTo>
                    <a:lnTo>
                      <a:pt x="428" y="313"/>
                    </a:lnTo>
                    <a:lnTo>
                      <a:pt x="426" y="313"/>
                    </a:lnTo>
                    <a:lnTo>
                      <a:pt x="426" y="316"/>
                    </a:lnTo>
                    <a:lnTo>
                      <a:pt x="426" y="316"/>
                    </a:lnTo>
                    <a:lnTo>
                      <a:pt x="428" y="316"/>
                    </a:lnTo>
                    <a:lnTo>
                      <a:pt x="428" y="318"/>
                    </a:lnTo>
                    <a:lnTo>
                      <a:pt x="428" y="318"/>
                    </a:lnTo>
                    <a:lnTo>
                      <a:pt x="428" y="318"/>
                    </a:lnTo>
                    <a:lnTo>
                      <a:pt x="428" y="320"/>
                    </a:lnTo>
                    <a:lnTo>
                      <a:pt x="428" y="320"/>
                    </a:lnTo>
                    <a:lnTo>
                      <a:pt x="428" y="320"/>
                    </a:lnTo>
                    <a:lnTo>
                      <a:pt x="430" y="320"/>
                    </a:lnTo>
                    <a:lnTo>
                      <a:pt x="430" y="323"/>
                    </a:lnTo>
                    <a:lnTo>
                      <a:pt x="430" y="323"/>
                    </a:lnTo>
                    <a:lnTo>
                      <a:pt x="433" y="323"/>
                    </a:lnTo>
                    <a:lnTo>
                      <a:pt x="433" y="323"/>
                    </a:lnTo>
                    <a:lnTo>
                      <a:pt x="433" y="323"/>
                    </a:lnTo>
                    <a:lnTo>
                      <a:pt x="433" y="323"/>
                    </a:lnTo>
                    <a:lnTo>
                      <a:pt x="433" y="323"/>
                    </a:lnTo>
                    <a:lnTo>
                      <a:pt x="435" y="323"/>
                    </a:lnTo>
                    <a:lnTo>
                      <a:pt x="435" y="323"/>
                    </a:lnTo>
                    <a:lnTo>
                      <a:pt x="435" y="325"/>
                    </a:lnTo>
                    <a:lnTo>
                      <a:pt x="438" y="325"/>
                    </a:lnTo>
                    <a:lnTo>
                      <a:pt x="438" y="325"/>
                    </a:lnTo>
                    <a:lnTo>
                      <a:pt x="438" y="325"/>
                    </a:lnTo>
                    <a:lnTo>
                      <a:pt x="440" y="325"/>
                    </a:lnTo>
                    <a:lnTo>
                      <a:pt x="440" y="325"/>
                    </a:lnTo>
                    <a:lnTo>
                      <a:pt x="440" y="325"/>
                    </a:lnTo>
                    <a:lnTo>
                      <a:pt x="440" y="325"/>
                    </a:lnTo>
                    <a:lnTo>
                      <a:pt x="440" y="325"/>
                    </a:lnTo>
                    <a:lnTo>
                      <a:pt x="440" y="325"/>
                    </a:lnTo>
                    <a:lnTo>
                      <a:pt x="442" y="325"/>
                    </a:lnTo>
                    <a:lnTo>
                      <a:pt x="442" y="327"/>
                    </a:lnTo>
                    <a:lnTo>
                      <a:pt x="442" y="327"/>
                    </a:lnTo>
                    <a:lnTo>
                      <a:pt x="440" y="327"/>
                    </a:lnTo>
                    <a:lnTo>
                      <a:pt x="440" y="330"/>
                    </a:lnTo>
                    <a:lnTo>
                      <a:pt x="440" y="330"/>
                    </a:lnTo>
                    <a:lnTo>
                      <a:pt x="440" y="332"/>
                    </a:lnTo>
                    <a:lnTo>
                      <a:pt x="442" y="332"/>
                    </a:lnTo>
                    <a:lnTo>
                      <a:pt x="442" y="332"/>
                    </a:lnTo>
                    <a:lnTo>
                      <a:pt x="442" y="334"/>
                    </a:lnTo>
                    <a:lnTo>
                      <a:pt x="442" y="334"/>
                    </a:lnTo>
                    <a:lnTo>
                      <a:pt x="442" y="334"/>
                    </a:lnTo>
                    <a:lnTo>
                      <a:pt x="440" y="334"/>
                    </a:lnTo>
                    <a:lnTo>
                      <a:pt x="440" y="337"/>
                    </a:lnTo>
                    <a:lnTo>
                      <a:pt x="440" y="337"/>
                    </a:lnTo>
                    <a:lnTo>
                      <a:pt x="440" y="337"/>
                    </a:lnTo>
                    <a:lnTo>
                      <a:pt x="438" y="337"/>
                    </a:lnTo>
                    <a:lnTo>
                      <a:pt x="438" y="337"/>
                    </a:lnTo>
                    <a:lnTo>
                      <a:pt x="440" y="337"/>
                    </a:lnTo>
                    <a:lnTo>
                      <a:pt x="440" y="339"/>
                    </a:lnTo>
                    <a:lnTo>
                      <a:pt x="438" y="339"/>
                    </a:lnTo>
                    <a:lnTo>
                      <a:pt x="438" y="339"/>
                    </a:lnTo>
                    <a:lnTo>
                      <a:pt x="438" y="342"/>
                    </a:lnTo>
                    <a:lnTo>
                      <a:pt x="438" y="342"/>
                    </a:lnTo>
                    <a:lnTo>
                      <a:pt x="438" y="344"/>
                    </a:lnTo>
                    <a:lnTo>
                      <a:pt x="440" y="344"/>
                    </a:lnTo>
                    <a:lnTo>
                      <a:pt x="440" y="344"/>
                    </a:lnTo>
                    <a:lnTo>
                      <a:pt x="440" y="344"/>
                    </a:lnTo>
                    <a:lnTo>
                      <a:pt x="440" y="344"/>
                    </a:lnTo>
                    <a:lnTo>
                      <a:pt x="440" y="344"/>
                    </a:lnTo>
                    <a:lnTo>
                      <a:pt x="440" y="346"/>
                    </a:lnTo>
                    <a:lnTo>
                      <a:pt x="442" y="346"/>
                    </a:lnTo>
                    <a:lnTo>
                      <a:pt x="442" y="346"/>
                    </a:lnTo>
                    <a:lnTo>
                      <a:pt x="442" y="346"/>
                    </a:lnTo>
                    <a:lnTo>
                      <a:pt x="442" y="349"/>
                    </a:lnTo>
                    <a:lnTo>
                      <a:pt x="442" y="349"/>
                    </a:lnTo>
                    <a:lnTo>
                      <a:pt x="442" y="349"/>
                    </a:lnTo>
                    <a:lnTo>
                      <a:pt x="442" y="351"/>
                    </a:lnTo>
                    <a:lnTo>
                      <a:pt x="440" y="351"/>
                    </a:lnTo>
                    <a:lnTo>
                      <a:pt x="440" y="351"/>
                    </a:lnTo>
                    <a:lnTo>
                      <a:pt x="440" y="353"/>
                    </a:lnTo>
                    <a:lnTo>
                      <a:pt x="442" y="353"/>
                    </a:lnTo>
                    <a:lnTo>
                      <a:pt x="442" y="353"/>
                    </a:lnTo>
                    <a:lnTo>
                      <a:pt x="445" y="353"/>
                    </a:lnTo>
                    <a:lnTo>
                      <a:pt x="445" y="353"/>
                    </a:lnTo>
                    <a:lnTo>
                      <a:pt x="445" y="353"/>
                    </a:lnTo>
                    <a:lnTo>
                      <a:pt x="445" y="353"/>
                    </a:lnTo>
                    <a:lnTo>
                      <a:pt x="447" y="353"/>
                    </a:lnTo>
                    <a:lnTo>
                      <a:pt x="447" y="353"/>
                    </a:lnTo>
                    <a:lnTo>
                      <a:pt x="445" y="353"/>
                    </a:lnTo>
                    <a:lnTo>
                      <a:pt x="445" y="356"/>
                    </a:lnTo>
                    <a:lnTo>
                      <a:pt x="445" y="356"/>
                    </a:lnTo>
                    <a:lnTo>
                      <a:pt x="445" y="356"/>
                    </a:lnTo>
                    <a:lnTo>
                      <a:pt x="445" y="358"/>
                    </a:lnTo>
                    <a:lnTo>
                      <a:pt x="445" y="358"/>
                    </a:lnTo>
                    <a:lnTo>
                      <a:pt x="445" y="361"/>
                    </a:lnTo>
                    <a:lnTo>
                      <a:pt x="445" y="361"/>
                    </a:lnTo>
                    <a:lnTo>
                      <a:pt x="445" y="361"/>
                    </a:lnTo>
                    <a:lnTo>
                      <a:pt x="445" y="363"/>
                    </a:lnTo>
                    <a:lnTo>
                      <a:pt x="447" y="363"/>
                    </a:lnTo>
                    <a:lnTo>
                      <a:pt x="447" y="363"/>
                    </a:lnTo>
                    <a:lnTo>
                      <a:pt x="447" y="363"/>
                    </a:lnTo>
                    <a:lnTo>
                      <a:pt x="447" y="365"/>
                    </a:lnTo>
                    <a:lnTo>
                      <a:pt x="445" y="365"/>
                    </a:lnTo>
                    <a:lnTo>
                      <a:pt x="445" y="365"/>
                    </a:lnTo>
                    <a:lnTo>
                      <a:pt x="447" y="365"/>
                    </a:lnTo>
                    <a:lnTo>
                      <a:pt x="447" y="368"/>
                    </a:lnTo>
                    <a:lnTo>
                      <a:pt x="447" y="368"/>
                    </a:lnTo>
                    <a:lnTo>
                      <a:pt x="447" y="370"/>
                    </a:lnTo>
                    <a:lnTo>
                      <a:pt x="447" y="370"/>
                    </a:lnTo>
                    <a:lnTo>
                      <a:pt x="447" y="370"/>
                    </a:lnTo>
                    <a:lnTo>
                      <a:pt x="447" y="372"/>
                    </a:lnTo>
                    <a:lnTo>
                      <a:pt x="447" y="372"/>
                    </a:lnTo>
                    <a:lnTo>
                      <a:pt x="447" y="372"/>
                    </a:lnTo>
                    <a:lnTo>
                      <a:pt x="447" y="375"/>
                    </a:lnTo>
                    <a:lnTo>
                      <a:pt x="447" y="375"/>
                    </a:lnTo>
                    <a:lnTo>
                      <a:pt x="447" y="375"/>
                    </a:lnTo>
                    <a:lnTo>
                      <a:pt x="447" y="377"/>
                    </a:lnTo>
                    <a:lnTo>
                      <a:pt x="447" y="377"/>
                    </a:lnTo>
                    <a:lnTo>
                      <a:pt x="447" y="377"/>
                    </a:lnTo>
                    <a:lnTo>
                      <a:pt x="447" y="377"/>
                    </a:lnTo>
                    <a:lnTo>
                      <a:pt x="447" y="380"/>
                    </a:lnTo>
                    <a:lnTo>
                      <a:pt x="449" y="380"/>
                    </a:lnTo>
                    <a:lnTo>
                      <a:pt x="449" y="380"/>
                    </a:lnTo>
                    <a:lnTo>
                      <a:pt x="449" y="382"/>
                    </a:lnTo>
                    <a:lnTo>
                      <a:pt x="447" y="382"/>
                    </a:lnTo>
                    <a:lnTo>
                      <a:pt x="447" y="382"/>
                    </a:lnTo>
                    <a:lnTo>
                      <a:pt x="447" y="382"/>
                    </a:lnTo>
                    <a:lnTo>
                      <a:pt x="449" y="382"/>
                    </a:lnTo>
                    <a:lnTo>
                      <a:pt x="449" y="384"/>
                    </a:lnTo>
                    <a:lnTo>
                      <a:pt x="449" y="384"/>
                    </a:lnTo>
                    <a:lnTo>
                      <a:pt x="449" y="387"/>
                    </a:lnTo>
                    <a:lnTo>
                      <a:pt x="447" y="387"/>
                    </a:lnTo>
                    <a:lnTo>
                      <a:pt x="447" y="387"/>
                    </a:lnTo>
                    <a:lnTo>
                      <a:pt x="449" y="387"/>
                    </a:lnTo>
                    <a:lnTo>
                      <a:pt x="449" y="389"/>
                    </a:lnTo>
                    <a:lnTo>
                      <a:pt x="449" y="389"/>
                    </a:lnTo>
                    <a:lnTo>
                      <a:pt x="447" y="389"/>
                    </a:lnTo>
                    <a:lnTo>
                      <a:pt x="447" y="391"/>
                    </a:lnTo>
                    <a:lnTo>
                      <a:pt x="449" y="391"/>
                    </a:lnTo>
                    <a:lnTo>
                      <a:pt x="449" y="391"/>
                    </a:lnTo>
                    <a:lnTo>
                      <a:pt x="449" y="391"/>
                    </a:lnTo>
                    <a:lnTo>
                      <a:pt x="449" y="394"/>
                    </a:lnTo>
                    <a:lnTo>
                      <a:pt x="449" y="394"/>
                    </a:lnTo>
                    <a:lnTo>
                      <a:pt x="449" y="394"/>
                    </a:lnTo>
                    <a:lnTo>
                      <a:pt x="449" y="394"/>
                    </a:lnTo>
                    <a:lnTo>
                      <a:pt x="447" y="394"/>
                    </a:lnTo>
                    <a:lnTo>
                      <a:pt x="447" y="394"/>
                    </a:lnTo>
                    <a:lnTo>
                      <a:pt x="447" y="394"/>
                    </a:lnTo>
                    <a:lnTo>
                      <a:pt x="447" y="391"/>
                    </a:lnTo>
                    <a:lnTo>
                      <a:pt x="447" y="391"/>
                    </a:lnTo>
                    <a:lnTo>
                      <a:pt x="447" y="394"/>
                    </a:lnTo>
                    <a:lnTo>
                      <a:pt x="447" y="394"/>
                    </a:lnTo>
                    <a:lnTo>
                      <a:pt x="447" y="394"/>
                    </a:lnTo>
                    <a:lnTo>
                      <a:pt x="447" y="394"/>
                    </a:lnTo>
                    <a:lnTo>
                      <a:pt x="447" y="396"/>
                    </a:lnTo>
                    <a:lnTo>
                      <a:pt x="447" y="396"/>
                    </a:lnTo>
                    <a:lnTo>
                      <a:pt x="445" y="396"/>
                    </a:lnTo>
                    <a:lnTo>
                      <a:pt x="445" y="396"/>
                    </a:lnTo>
                    <a:lnTo>
                      <a:pt x="445" y="396"/>
                    </a:lnTo>
                    <a:lnTo>
                      <a:pt x="442" y="396"/>
                    </a:lnTo>
                    <a:lnTo>
                      <a:pt x="442" y="396"/>
                    </a:lnTo>
                    <a:lnTo>
                      <a:pt x="440" y="396"/>
                    </a:lnTo>
                    <a:lnTo>
                      <a:pt x="440" y="396"/>
                    </a:lnTo>
                    <a:lnTo>
                      <a:pt x="440" y="394"/>
                    </a:lnTo>
                    <a:lnTo>
                      <a:pt x="440" y="394"/>
                    </a:lnTo>
                    <a:lnTo>
                      <a:pt x="440" y="394"/>
                    </a:lnTo>
                    <a:lnTo>
                      <a:pt x="440" y="394"/>
                    </a:lnTo>
                    <a:lnTo>
                      <a:pt x="440" y="394"/>
                    </a:lnTo>
                    <a:lnTo>
                      <a:pt x="440" y="394"/>
                    </a:lnTo>
                    <a:lnTo>
                      <a:pt x="440" y="394"/>
                    </a:lnTo>
                    <a:lnTo>
                      <a:pt x="440" y="396"/>
                    </a:lnTo>
                    <a:lnTo>
                      <a:pt x="438" y="396"/>
                    </a:lnTo>
                    <a:lnTo>
                      <a:pt x="438" y="396"/>
                    </a:lnTo>
                    <a:lnTo>
                      <a:pt x="438" y="396"/>
                    </a:lnTo>
                    <a:lnTo>
                      <a:pt x="438" y="396"/>
                    </a:lnTo>
                    <a:lnTo>
                      <a:pt x="438" y="396"/>
                    </a:lnTo>
                    <a:lnTo>
                      <a:pt x="438" y="394"/>
                    </a:lnTo>
                    <a:lnTo>
                      <a:pt x="435" y="394"/>
                    </a:lnTo>
                    <a:lnTo>
                      <a:pt x="435" y="396"/>
                    </a:lnTo>
                    <a:lnTo>
                      <a:pt x="435" y="396"/>
                    </a:lnTo>
                    <a:lnTo>
                      <a:pt x="433" y="396"/>
                    </a:lnTo>
                    <a:lnTo>
                      <a:pt x="433" y="394"/>
                    </a:lnTo>
                    <a:lnTo>
                      <a:pt x="433" y="394"/>
                    </a:lnTo>
                    <a:lnTo>
                      <a:pt x="433" y="396"/>
                    </a:lnTo>
                    <a:lnTo>
                      <a:pt x="433" y="396"/>
                    </a:lnTo>
                    <a:lnTo>
                      <a:pt x="433" y="396"/>
                    </a:lnTo>
                    <a:lnTo>
                      <a:pt x="430" y="396"/>
                    </a:lnTo>
                    <a:lnTo>
                      <a:pt x="430" y="396"/>
                    </a:lnTo>
                    <a:lnTo>
                      <a:pt x="430" y="394"/>
                    </a:lnTo>
                    <a:lnTo>
                      <a:pt x="430" y="394"/>
                    </a:lnTo>
                    <a:lnTo>
                      <a:pt x="428" y="394"/>
                    </a:lnTo>
                    <a:lnTo>
                      <a:pt x="428" y="394"/>
                    </a:lnTo>
                    <a:lnTo>
                      <a:pt x="428" y="394"/>
                    </a:lnTo>
                    <a:lnTo>
                      <a:pt x="426" y="394"/>
                    </a:lnTo>
                    <a:lnTo>
                      <a:pt x="426" y="394"/>
                    </a:lnTo>
                    <a:lnTo>
                      <a:pt x="426" y="394"/>
                    </a:lnTo>
                    <a:lnTo>
                      <a:pt x="426" y="391"/>
                    </a:lnTo>
                    <a:lnTo>
                      <a:pt x="426" y="391"/>
                    </a:lnTo>
                    <a:lnTo>
                      <a:pt x="426" y="389"/>
                    </a:lnTo>
                    <a:lnTo>
                      <a:pt x="428" y="389"/>
                    </a:lnTo>
                    <a:lnTo>
                      <a:pt x="428" y="389"/>
                    </a:lnTo>
                    <a:lnTo>
                      <a:pt x="428" y="387"/>
                    </a:lnTo>
                    <a:lnTo>
                      <a:pt x="428" y="387"/>
                    </a:lnTo>
                    <a:lnTo>
                      <a:pt x="426" y="387"/>
                    </a:lnTo>
                    <a:lnTo>
                      <a:pt x="426" y="387"/>
                    </a:lnTo>
                    <a:lnTo>
                      <a:pt x="426" y="387"/>
                    </a:lnTo>
                    <a:lnTo>
                      <a:pt x="426" y="389"/>
                    </a:lnTo>
                    <a:lnTo>
                      <a:pt x="426" y="389"/>
                    </a:lnTo>
                    <a:lnTo>
                      <a:pt x="426" y="389"/>
                    </a:lnTo>
                    <a:lnTo>
                      <a:pt x="423" y="389"/>
                    </a:lnTo>
                    <a:lnTo>
                      <a:pt x="423" y="391"/>
                    </a:lnTo>
                    <a:lnTo>
                      <a:pt x="423" y="391"/>
                    </a:lnTo>
                    <a:lnTo>
                      <a:pt x="423" y="391"/>
                    </a:lnTo>
                    <a:lnTo>
                      <a:pt x="421" y="391"/>
                    </a:lnTo>
                    <a:lnTo>
                      <a:pt x="421" y="394"/>
                    </a:lnTo>
                    <a:lnTo>
                      <a:pt x="421" y="394"/>
                    </a:lnTo>
                    <a:lnTo>
                      <a:pt x="421" y="394"/>
                    </a:lnTo>
                    <a:lnTo>
                      <a:pt x="421" y="394"/>
                    </a:lnTo>
                    <a:lnTo>
                      <a:pt x="419" y="394"/>
                    </a:lnTo>
                    <a:lnTo>
                      <a:pt x="419" y="394"/>
                    </a:lnTo>
                    <a:lnTo>
                      <a:pt x="419" y="394"/>
                    </a:lnTo>
                    <a:lnTo>
                      <a:pt x="416" y="394"/>
                    </a:lnTo>
                    <a:lnTo>
                      <a:pt x="416" y="394"/>
                    </a:lnTo>
                    <a:lnTo>
                      <a:pt x="416" y="394"/>
                    </a:lnTo>
                    <a:lnTo>
                      <a:pt x="414" y="394"/>
                    </a:lnTo>
                    <a:lnTo>
                      <a:pt x="414" y="394"/>
                    </a:lnTo>
                    <a:lnTo>
                      <a:pt x="414" y="394"/>
                    </a:lnTo>
                    <a:lnTo>
                      <a:pt x="414" y="396"/>
                    </a:lnTo>
                    <a:lnTo>
                      <a:pt x="412" y="396"/>
                    </a:lnTo>
                    <a:lnTo>
                      <a:pt x="412" y="396"/>
                    </a:lnTo>
                    <a:lnTo>
                      <a:pt x="412" y="396"/>
                    </a:lnTo>
                    <a:lnTo>
                      <a:pt x="409" y="396"/>
                    </a:lnTo>
                    <a:lnTo>
                      <a:pt x="409" y="396"/>
                    </a:lnTo>
                    <a:lnTo>
                      <a:pt x="409" y="396"/>
                    </a:lnTo>
                    <a:lnTo>
                      <a:pt x="407" y="396"/>
                    </a:lnTo>
                    <a:lnTo>
                      <a:pt x="407" y="396"/>
                    </a:lnTo>
                    <a:lnTo>
                      <a:pt x="407" y="398"/>
                    </a:lnTo>
                    <a:lnTo>
                      <a:pt x="407" y="398"/>
                    </a:lnTo>
                    <a:lnTo>
                      <a:pt x="407" y="398"/>
                    </a:lnTo>
                    <a:lnTo>
                      <a:pt x="404" y="398"/>
                    </a:lnTo>
                    <a:lnTo>
                      <a:pt x="404" y="398"/>
                    </a:lnTo>
                    <a:lnTo>
                      <a:pt x="404" y="401"/>
                    </a:lnTo>
                    <a:lnTo>
                      <a:pt x="404" y="401"/>
                    </a:lnTo>
                    <a:lnTo>
                      <a:pt x="404" y="401"/>
                    </a:lnTo>
                    <a:lnTo>
                      <a:pt x="404" y="403"/>
                    </a:lnTo>
                    <a:lnTo>
                      <a:pt x="402" y="403"/>
                    </a:lnTo>
                    <a:lnTo>
                      <a:pt x="402" y="403"/>
                    </a:lnTo>
                    <a:lnTo>
                      <a:pt x="402" y="403"/>
                    </a:lnTo>
                    <a:lnTo>
                      <a:pt x="402" y="403"/>
                    </a:lnTo>
                    <a:lnTo>
                      <a:pt x="402" y="406"/>
                    </a:lnTo>
                    <a:lnTo>
                      <a:pt x="400" y="406"/>
                    </a:lnTo>
                    <a:lnTo>
                      <a:pt x="400" y="406"/>
                    </a:lnTo>
                    <a:lnTo>
                      <a:pt x="402" y="406"/>
                    </a:lnTo>
                    <a:lnTo>
                      <a:pt x="402" y="408"/>
                    </a:lnTo>
                    <a:lnTo>
                      <a:pt x="402" y="408"/>
                    </a:lnTo>
                    <a:lnTo>
                      <a:pt x="402" y="408"/>
                    </a:lnTo>
                    <a:lnTo>
                      <a:pt x="402" y="410"/>
                    </a:lnTo>
                    <a:lnTo>
                      <a:pt x="402" y="410"/>
                    </a:lnTo>
                    <a:lnTo>
                      <a:pt x="404" y="410"/>
                    </a:lnTo>
                    <a:lnTo>
                      <a:pt x="404" y="413"/>
                    </a:lnTo>
                    <a:lnTo>
                      <a:pt x="404" y="413"/>
                    </a:lnTo>
                    <a:lnTo>
                      <a:pt x="404" y="413"/>
                    </a:lnTo>
                    <a:lnTo>
                      <a:pt x="404" y="413"/>
                    </a:lnTo>
                    <a:lnTo>
                      <a:pt x="404" y="415"/>
                    </a:lnTo>
                    <a:lnTo>
                      <a:pt x="404" y="415"/>
                    </a:lnTo>
                    <a:lnTo>
                      <a:pt x="404" y="415"/>
                    </a:lnTo>
                    <a:lnTo>
                      <a:pt x="404" y="417"/>
                    </a:lnTo>
                    <a:lnTo>
                      <a:pt x="407" y="417"/>
                    </a:lnTo>
                    <a:lnTo>
                      <a:pt x="407" y="417"/>
                    </a:lnTo>
                    <a:lnTo>
                      <a:pt x="404" y="417"/>
                    </a:lnTo>
                    <a:lnTo>
                      <a:pt x="404" y="420"/>
                    </a:lnTo>
                    <a:lnTo>
                      <a:pt x="404" y="420"/>
                    </a:lnTo>
                    <a:lnTo>
                      <a:pt x="404" y="420"/>
                    </a:lnTo>
                    <a:lnTo>
                      <a:pt x="404" y="420"/>
                    </a:lnTo>
                    <a:lnTo>
                      <a:pt x="402" y="420"/>
                    </a:lnTo>
                    <a:lnTo>
                      <a:pt x="402" y="422"/>
                    </a:lnTo>
                    <a:lnTo>
                      <a:pt x="402" y="422"/>
                    </a:lnTo>
                    <a:lnTo>
                      <a:pt x="400" y="422"/>
                    </a:lnTo>
                    <a:lnTo>
                      <a:pt x="400" y="422"/>
                    </a:lnTo>
                    <a:lnTo>
                      <a:pt x="400" y="422"/>
                    </a:lnTo>
                    <a:lnTo>
                      <a:pt x="400" y="425"/>
                    </a:lnTo>
                    <a:lnTo>
                      <a:pt x="400" y="425"/>
                    </a:lnTo>
                    <a:lnTo>
                      <a:pt x="400" y="427"/>
                    </a:lnTo>
                    <a:lnTo>
                      <a:pt x="400" y="427"/>
                    </a:lnTo>
                    <a:lnTo>
                      <a:pt x="400" y="427"/>
                    </a:lnTo>
                    <a:lnTo>
                      <a:pt x="400" y="427"/>
                    </a:lnTo>
                    <a:lnTo>
                      <a:pt x="400" y="429"/>
                    </a:lnTo>
                    <a:lnTo>
                      <a:pt x="397" y="429"/>
                    </a:lnTo>
                    <a:lnTo>
                      <a:pt x="397" y="429"/>
                    </a:lnTo>
                    <a:lnTo>
                      <a:pt x="397" y="429"/>
                    </a:lnTo>
                    <a:lnTo>
                      <a:pt x="395" y="429"/>
                    </a:lnTo>
                    <a:lnTo>
                      <a:pt x="395" y="429"/>
                    </a:lnTo>
                    <a:lnTo>
                      <a:pt x="395" y="432"/>
                    </a:lnTo>
                    <a:lnTo>
                      <a:pt x="395" y="432"/>
                    </a:lnTo>
                    <a:lnTo>
                      <a:pt x="395" y="432"/>
                    </a:lnTo>
                    <a:lnTo>
                      <a:pt x="395" y="432"/>
                    </a:lnTo>
                    <a:lnTo>
                      <a:pt x="393" y="432"/>
                    </a:lnTo>
                    <a:lnTo>
                      <a:pt x="393" y="434"/>
                    </a:lnTo>
                    <a:lnTo>
                      <a:pt x="393" y="434"/>
                    </a:lnTo>
                    <a:lnTo>
                      <a:pt x="393" y="434"/>
                    </a:lnTo>
                    <a:lnTo>
                      <a:pt x="393" y="436"/>
                    </a:lnTo>
                    <a:lnTo>
                      <a:pt x="393" y="436"/>
                    </a:lnTo>
                    <a:lnTo>
                      <a:pt x="390" y="436"/>
                    </a:lnTo>
                    <a:lnTo>
                      <a:pt x="390" y="436"/>
                    </a:lnTo>
                    <a:lnTo>
                      <a:pt x="390" y="436"/>
                    </a:lnTo>
                    <a:lnTo>
                      <a:pt x="388" y="436"/>
                    </a:lnTo>
                    <a:lnTo>
                      <a:pt x="388" y="439"/>
                    </a:lnTo>
                    <a:lnTo>
                      <a:pt x="388" y="439"/>
                    </a:lnTo>
                    <a:lnTo>
                      <a:pt x="388" y="439"/>
                    </a:lnTo>
                    <a:lnTo>
                      <a:pt x="386" y="439"/>
                    </a:lnTo>
                    <a:lnTo>
                      <a:pt x="386" y="439"/>
                    </a:lnTo>
                    <a:lnTo>
                      <a:pt x="386" y="439"/>
                    </a:lnTo>
                    <a:lnTo>
                      <a:pt x="386" y="439"/>
                    </a:lnTo>
                    <a:lnTo>
                      <a:pt x="383" y="439"/>
                    </a:lnTo>
                    <a:lnTo>
                      <a:pt x="383" y="439"/>
                    </a:lnTo>
                    <a:lnTo>
                      <a:pt x="383" y="441"/>
                    </a:lnTo>
                    <a:lnTo>
                      <a:pt x="381" y="441"/>
                    </a:lnTo>
                    <a:lnTo>
                      <a:pt x="381" y="441"/>
                    </a:lnTo>
                    <a:lnTo>
                      <a:pt x="381" y="441"/>
                    </a:lnTo>
                    <a:lnTo>
                      <a:pt x="378" y="441"/>
                    </a:lnTo>
                    <a:lnTo>
                      <a:pt x="378" y="441"/>
                    </a:lnTo>
                    <a:lnTo>
                      <a:pt x="378" y="441"/>
                    </a:lnTo>
                    <a:lnTo>
                      <a:pt x="378" y="441"/>
                    </a:lnTo>
                    <a:lnTo>
                      <a:pt x="376" y="441"/>
                    </a:lnTo>
                    <a:lnTo>
                      <a:pt x="376" y="443"/>
                    </a:lnTo>
                    <a:lnTo>
                      <a:pt x="376" y="443"/>
                    </a:lnTo>
                    <a:lnTo>
                      <a:pt x="374" y="443"/>
                    </a:lnTo>
                    <a:lnTo>
                      <a:pt x="374" y="443"/>
                    </a:lnTo>
                    <a:lnTo>
                      <a:pt x="374" y="443"/>
                    </a:lnTo>
                    <a:lnTo>
                      <a:pt x="374" y="443"/>
                    </a:lnTo>
                    <a:lnTo>
                      <a:pt x="374" y="443"/>
                    </a:lnTo>
                    <a:lnTo>
                      <a:pt x="371" y="443"/>
                    </a:lnTo>
                    <a:lnTo>
                      <a:pt x="371" y="443"/>
                    </a:lnTo>
                    <a:lnTo>
                      <a:pt x="371" y="446"/>
                    </a:lnTo>
                    <a:lnTo>
                      <a:pt x="371" y="446"/>
                    </a:lnTo>
                    <a:lnTo>
                      <a:pt x="369" y="446"/>
                    </a:lnTo>
                    <a:lnTo>
                      <a:pt x="369" y="446"/>
                    </a:lnTo>
                    <a:lnTo>
                      <a:pt x="369" y="446"/>
                    </a:lnTo>
                    <a:lnTo>
                      <a:pt x="367" y="446"/>
                    </a:lnTo>
                    <a:lnTo>
                      <a:pt x="367" y="448"/>
                    </a:lnTo>
                    <a:lnTo>
                      <a:pt x="367" y="448"/>
                    </a:lnTo>
                    <a:lnTo>
                      <a:pt x="367" y="448"/>
                    </a:lnTo>
                    <a:lnTo>
                      <a:pt x="367" y="448"/>
                    </a:lnTo>
                    <a:lnTo>
                      <a:pt x="367" y="451"/>
                    </a:lnTo>
                    <a:lnTo>
                      <a:pt x="364" y="451"/>
                    </a:lnTo>
                    <a:lnTo>
                      <a:pt x="364" y="451"/>
                    </a:lnTo>
                    <a:lnTo>
                      <a:pt x="364" y="451"/>
                    </a:lnTo>
                    <a:lnTo>
                      <a:pt x="364" y="453"/>
                    </a:lnTo>
                    <a:lnTo>
                      <a:pt x="362" y="453"/>
                    </a:lnTo>
                    <a:lnTo>
                      <a:pt x="362" y="453"/>
                    </a:lnTo>
                    <a:lnTo>
                      <a:pt x="362" y="453"/>
                    </a:lnTo>
                    <a:lnTo>
                      <a:pt x="362" y="453"/>
                    </a:lnTo>
                    <a:lnTo>
                      <a:pt x="362" y="453"/>
                    </a:lnTo>
                    <a:lnTo>
                      <a:pt x="359" y="453"/>
                    </a:lnTo>
                    <a:lnTo>
                      <a:pt x="359" y="453"/>
                    </a:lnTo>
                    <a:lnTo>
                      <a:pt x="359" y="455"/>
                    </a:lnTo>
                    <a:lnTo>
                      <a:pt x="359" y="455"/>
                    </a:lnTo>
                    <a:lnTo>
                      <a:pt x="359" y="455"/>
                    </a:lnTo>
                    <a:lnTo>
                      <a:pt x="357" y="455"/>
                    </a:lnTo>
                    <a:lnTo>
                      <a:pt x="357" y="458"/>
                    </a:lnTo>
                    <a:lnTo>
                      <a:pt x="357" y="458"/>
                    </a:lnTo>
                    <a:lnTo>
                      <a:pt x="357" y="458"/>
                    </a:lnTo>
                    <a:lnTo>
                      <a:pt x="357" y="460"/>
                    </a:lnTo>
                    <a:lnTo>
                      <a:pt x="357" y="460"/>
                    </a:lnTo>
                    <a:lnTo>
                      <a:pt x="355" y="460"/>
                    </a:lnTo>
                    <a:lnTo>
                      <a:pt x="355" y="462"/>
                    </a:lnTo>
                    <a:lnTo>
                      <a:pt x="355" y="462"/>
                    </a:lnTo>
                    <a:lnTo>
                      <a:pt x="355" y="462"/>
                    </a:lnTo>
                    <a:lnTo>
                      <a:pt x="355" y="462"/>
                    </a:lnTo>
                    <a:lnTo>
                      <a:pt x="355" y="462"/>
                    </a:lnTo>
                    <a:lnTo>
                      <a:pt x="352" y="462"/>
                    </a:lnTo>
                    <a:lnTo>
                      <a:pt x="352" y="465"/>
                    </a:lnTo>
                    <a:lnTo>
                      <a:pt x="352" y="465"/>
                    </a:lnTo>
                    <a:lnTo>
                      <a:pt x="352" y="465"/>
                    </a:lnTo>
                    <a:lnTo>
                      <a:pt x="352" y="467"/>
                    </a:lnTo>
                    <a:lnTo>
                      <a:pt x="352" y="467"/>
                    </a:lnTo>
                    <a:lnTo>
                      <a:pt x="352" y="467"/>
                    </a:lnTo>
                    <a:lnTo>
                      <a:pt x="350" y="467"/>
                    </a:lnTo>
                    <a:lnTo>
                      <a:pt x="350" y="470"/>
                    </a:lnTo>
                    <a:lnTo>
                      <a:pt x="350" y="470"/>
                    </a:lnTo>
                    <a:lnTo>
                      <a:pt x="350" y="470"/>
                    </a:lnTo>
                    <a:lnTo>
                      <a:pt x="348" y="470"/>
                    </a:lnTo>
                    <a:lnTo>
                      <a:pt x="348" y="472"/>
                    </a:lnTo>
                    <a:lnTo>
                      <a:pt x="348" y="472"/>
                    </a:lnTo>
                    <a:lnTo>
                      <a:pt x="348" y="472"/>
                    </a:lnTo>
                    <a:lnTo>
                      <a:pt x="348" y="472"/>
                    </a:lnTo>
                    <a:lnTo>
                      <a:pt x="348" y="472"/>
                    </a:lnTo>
                    <a:lnTo>
                      <a:pt x="348" y="474"/>
                    </a:lnTo>
                    <a:lnTo>
                      <a:pt x="345" y="474"/>
                    </a:lnTo>
                    <a:lnTo>
                      <a:pt x="345" y="474"/>
                    </a:lnTo>
                    <a:lnTo>
                      <a:pt x="345" y="474"/>
                    </a:lnTo>
                    <a:lnTo>
                      <a:pt x="345" y="474"/>
                    </a:lnTo>
                    <a:lnTo>
                      <a:pt x="345" y="477"/>
                    </a:lnTo>
                    <a:lnTo>
                      <a:pt x="343" y="477"/>
                    </a:lnTo>
                    <a:lnTo>
                      <a:pt x="343" y="477"/>
                    </a:lnTo>
                    <a:lnTo>
                      <a:pt x="343" y="479"/>
                    </a:lnTo>
                    <a:lnTo>
                      <a:pt x="343" y="479"/>
                    </a:lnTo>
                    <a:lnTo>
                      <a:pt x="343" y="479"/>
                    </a:lnTo>
                    <a:lnTo>
                      <a:pt x="341" y="479"/>
                    </a:lnTo>
                    <a:lnTo>
                      <a:pt x="341" y="479"/>
                    </a:lnTo>
                    <a:lnTo>
                      <a:pt x="341" y="481"/>
                    </a:lnTo>
                    <a:lnTo>
                      <a:pt x="341" y="481"/>
                    </a:lnTo>
                    <a:lnTo>
                      <a:pt x="338" y="481"/>
                    </a:lnTo>
                    <a:lnTo>
                      <a:pt x="338" y="481"/>
                    </a:lnTo>
                    <a:lnTo>
                      <a:pt x="338" y="481"/>
                    </a:lnTo>
                    <a:lnTo>
                      <a:pt x="338" y="481"/>
                    </a:lnTo>
                    <a:lnTo>
                      <a:pt x="338" y="481"/>
                    </a:lnTo>
                    <a:lnTo>
                      <a:pt x="336" y="481"/>
                    </a:lnTo>
                    <a:lnTo>
                      <a:pt x="336" y="481"/>
                    </a:lnTo>
                    <a:lnTo>
                      <a:pt x="336" y="484"/>
                    </a:lnTo>
                    <a:lnTo>
                      <a:pt x="333" y="484"/>
                    </a:lnTo>
                    <a:lnTo>
                      <a:pt x="333" y="484"/>
                    </a:lnTo>
                    <a:lnTo>
                      <a:pt x="333" y="484"/>
                    </a:lnTo>
                    <a:lnTo>
                      <a:pt x="333" y="484"/>
                    </a:lnTo>
                    <a:lnTo>
                      <a:pt x="331" y="484"/>
                    </a:lnTo>
                    <a:lnTo>
                      <a:pt x="331" y="486"/>
                    </a:lnTo>
                    <a:lnTo>
                      <a:pt x="331" y="486"/>
                    </a:lnTo>
                    <a:lnTo>
                      <a:pt x="331" y="486"/>
                    </a:lnTo>
                    <a:lnTo>
                      <a:pt x="331" y="489"/>
                    </a:lnTo>
                    <a:lnTo>
                      <a:pt x="331" y="489"/>
                    </a:lnTo>
                    <a:lnTo>
                      <a:pt x="329" y="489"/>
                    </a:lnTo>
                    <a:lnTo>
                      <a:pt x="329" y="489"/>
                    </a:lnTo>
                    <a:lnTo>
                      <a:pt x="329" y="489"/>
                    </a:lnTo>
                    <a:lnTo>
                      <a:pt x="329" y="491"/>
                    </a:lnTo>
                    <a:lnTo>
                      <a:pt x="329" y="491"/>
                    </a:lnTo>
                    <a:lnTo>
                      <a:pt x="326" y="491"/>
                    </a:lnTo>
                    <a:lnTo>
                      <a:pt x="326" y="491"/>
                    </a:lnTo>
                    <a:lnTo>
                      <a:pt x="326" y="491"/>
                    </a:lnTo>
                    <a:lnTo>
                      <a:pt x="326" y="493"/>
                    </a:lnTo>
                    <a:lnTo>
                      <a:pt x="326" y="493"/>
                    </a:lnTo>
                    <a:lnTo>
                      <a:pt x="326" y="493"/>
                    </a:lnTo>
                    <a:lnTo>
                      <a:pt x="324" y="493"/>
                    </a:lnTo>
                    <a:lnTo>
                      <a:pt x="324" y="496"/>
                    </a:lnTo>
                    <a:lnTo>
                      <a:pt x="324" y="496"/>
                    </a:lnTo>
                    <a:lnTo>
                      <a:pt x="324" y="496"/>
                    </a:lnTo>
                    <a:lnTo>
                      <a:pt x="322" y="496"/>
                    </a:lnTo>
                    <a:lnTo>
                      <a:pt x="322" y="498"/>
                    </a:lnTo>
                    <a:lnTo>
                      <a:pt x="322" y="498"/>
                    </a:lnTo>
                    <a:lnTo>
                      <a:pt x="322" y="498"/>
                    </a:lnTo>
                    <a:lnTo>
                      <a:pt x="322" y="498"/>
                    </a:lnTo>
                    <a:lnTo>
                      <a:pt x="319" y="498"/>
                    </a:lnTo>
                    <a:lnTo>
                      <a:pt x="319" y="498"/>
                    </a:lnTo>
                    <a:lnTo>
                      <a:pt x="319" y="500"/>
                    </a:lnTo>
                    <a:lnTo>
                      <a:pt x="319" y="500"/>
                    </a:lnTo>
                    <a:lnTo>
                      <a:pt x="317" y="500"/>
                    </a:lnTo>
                    <a:lnTo>
                      <a:pt x="317" y="500"/>
                    </a:lnTo>
                    <a:lnTo>
                      <a:pt x="317" y="500"/>
                    </a:lnTo>
                    <a:lnTo>
                      <a:pt x="315" y="500"/>
                    </a:lnTo>
                    <a:lnTo>
                      <a:pt x="315" y="500"/>
                    </a:lnTo>
                    <a:lnTo>
                      <a:pt x="315" y="500"/>
                    </a:lnTo>
                    <a:lnTo>
                      <a:pt x="315" y="500"/>
                    </a:lnTo>
                    <a:lnTo>
                      <a:pt x="315" y="503"/>
                    </a:lnTo>
                    <a:lnTo>
                      <a:pt x="312" y="503"/>
                    </a:lnTo>
                    <a:lnTo>
                      <a:pt x="312" y="503"/>
                    </a:lnTo>
                    <a:lnTo>
                      <a:pt x="312" y="503"/>
                    </a:lnTo>
                    <a:lnTo>
                      <a:pt x="312" y="503"/>
                    </a:lnTo>
                    <a:lnTo>
                      <a:pt x="310" y="503"/>
                    </a:lnTo>
                    <a:lnTo>
                      <a:pt x="310" y="505"/>
                    </a:lnTo>
                    <a:lnTo>
                      <a:pt x="310" y="505"/>
                    </a:lnTo>
                    <a:lnTo>
                      <a:pt x="310" y="505"/>
                    </a:lnTo>
                    <a:lnTo>
                      <a:pt x="307" y="505"/>
                    </a:lnTo>
                    <a:lnTo>
                      <a:pt x="307" y="505"/>
                    </a:lnTo>
                    <a:lnTo>
                      <a:pt x="307" y="507"/>
                    </a:lnTo>
                    <a:lnTo>
                      <a:pt x="307" y="507"/>
                    </a:lnTo>
                    <a:lnTo>
                      <a:pt x="307" y="507"/>
                    </a:lnTo>
                    <a:lnTo>
                      <a:pt x="305" y="507"/>
                    </a:lnTo>
                    <a:lnTo>
                      <a:pt x="305" y="510"/>
                    </a:lnTo>
                    <a:lnTo>
                      <a:pt x="305" y="510"/>
                    </a:lnTo>
                    <a:lnTo>
                      <a:pt x="305" y="510"/>
                    </a:lnTo>
                    <a:lnTo>
                      <a:pt x="305" y="510"/>
                    </a:lnTo>
                    <a:lnTo>
                      <a:pt x="305" y="512"/>
                    </a:lnTo>
                    <a:lnTo>
                      <a:pt x="305" y="512"/>
                    </a:lnTo>
                    <a:lnTo>
                      <a:pt x="305" y="512"/>
                    </a:lnTo>
                    <a:lnTo>
                      <a:pt x="305" y="512"/>
                    </a:lnTo>
                    <a:lnTo>
                      <a:pt x="305" y="512"/>
                    </a:lnTo>
                    <a:lnTo>
                      <a:pt x="305" y="515"/>
                    </a:lnTo>
                    <a:lnTo>
                      <a:pt x="305" y="515"/>
                    </a:lnTo>
                    <a:lnTo>
                      <a:pt x="305" y="517"/>
                    </a:lnTo>
                    <a:lnTo>
                      <a:pt x="305" y="517"/>
                    </a:lnTo>
                    <a:lnTo>
                      <a:pt x="305" y="517"/>
                    </a:lnTo>
                    <a:lnTo>
                      <a:pt x="305" y="519"/>
                    </a:lnTo>
                    <a:lnTo>
                      <a:pt x="305" y="519"/>
                    </a:lnTo>
                    <a:lnTo>
                      <a:pt x="305" y="519"/>
                    </a:lnTo>
                    <a:lnTo>
                      <a:pt x="305" y="522"/>
                    </a:lnTo>
                    <a:lnTo>
                      <a:pt x="305" y="522"/>
                    </a:lnTo>
                    <a:lnTo>
                      <a:pt x="305" y="522"/>
                    </a:lnTo>
                    <a:lnTo>
                      <a:pt x="305" y="522"/>
                    </a:lnTo>
                    <a:lnTo>
                      <a:pt x="305" y="522"/>
                    </a:lnTo>
                    <a:lnTo>
                      <a:pt x="303" y="522"/>
                    </a:lnTo>
                    <a:lnTo>
                      <a:pt x="303" y="522"/>
                    </a:lnTo>
                    <a:lnTo>
                      <a:pt x="303" y="524"/>
                    </a:lnTo>
                    <a:lnTo>
                      <a:pt x="300" y="524"/>
                    </a:lnTo>
                    <a:lnTo>
                      <a:pt x="300" y="524"/>
                    </a:lnTo>
                    <a:lnTo>
                      <a:pt x="300" y="524"/>
                    </a:lnTo>
                    <a:lnTo>
                      <a:pt x="300" y="524"/>
                    </a:lnTo>
                    <a:lnTo>
                      <a:pt x="298" y="524"/>
                    </a:lnTo>
                    <a:lnTo>
                      <a:pt x="298" y="526"/>
                    </a:lnTo>
                    <a:lnTo>
                      <a:pt x="298" y="526"/>
                    </a:lnTo>
                    <a:lnTo>
                      <a:pt x="298" y="526"/>
                    </a:lnTo>
                    <a:lnTo>
                      <a:pt x="298" y="526"/>
                    </a:lnTo>
                    <a:lnTo>
                      <a:pt x="296" y="526"/>
                    </a:lnTo>
                    <a:lnTo>
                      <a:pt x="296" y="526"/>
                    </a:lnTo>
                    <a:lnTo>
                      <a:pt x="293" y="526"/>
                    </a:lnTo>
                    <a:lnTo>
                      <a:pt x="293" y="529"/>
                    </a:lnTo>
                    <a:lnTo>
                      <a:pt x="293" y="529"/>
                    </a:lnTo>
                    <a:lnTo>
                      <a:pt x="293" y="529"/>
                    </a:lnTo>
                    <a:lnTo>
                      <a:pt x="293" y="529"/>
                    </a:lnTo>
                    <a:lnTo>
                      <a:pt x="291" y="529"/>
                    </a:lnTo>
                    <a:lnTo>
                      <a:pt x="291" y="529"/>
                    </a:lnTo>
                    <a:lnTo>
                      <a:pt x="288" y="529"/>
                    </a:lnTo>
                    <a:lnTo>
                      <a:pt x="288" y="529"/>
                    </a:lnTo>
                    <a:lnTo>
                      <a:pt x="288" y="529"/>
                    </a:lnTo>
                    <a:lnTo>
                      <a:pt x="288" y="529"/>
                    </a:lnTo>
                    <a:lnTo>
                      <a:pt x="286" y="529"/>
                    </a:lnTo>
                    <a:lnTo>
                      <a:pt x="286" y="529"/>
                    </a:lnTo>
                    <a:lnTo>
                      <a:pt x="286" y="529"/>
                    </a:lnTo>
                    <a:lnTo>
                      <a:pt x="284" y="529"/>
                    </a:lnTo>
                    <a:lnTo>
                      <a:pt x="284" y="529"/>
                    </a:lnTo>
                    <a:lnTo>
                      <a:pt x="284" y="529"/>
                    </a:lnTo>
                    <a:lnTo>
                      <a:pt x="281" y="529"/>
                    </a:lnTo>
                    <a:lnTo>
                      <a:pt x="281" y="531"/>
                    </a:lnTo>
                    <a:lnTo>
                      <a:pt x="281" y="531"/>
                    </a:lnTo>
                    <a:lnTo>
                      <a:pt x="281" y="531"/>
                    </a:lnTo>
                    <a:lnTo>
                      <a:pt x="281" y="531"/>
                    </a:lnTo>
                    <a:lnTo>
                      <a:pt x="281" y="531"/>
                    </a:lnTo>
                    <a:lnTo>
                      <a:pt x="281" y="534"/>
                    </a:lnTo>
                    <a:lnTo>
                      <a:pt x="279" y="534"/>
                    </a:lnTo>
                    <a:lnTo>
                      <a:pt x="279" y="534"/>
                    </a:lnTo>
                    <a:lnTo>
                      <a:pt x="279" y="536"/>
                    </a:lnTo>
                    <a:lnTo>
                      <a:pt x="279" y="536"/>
                    </a:lnTo>
                    <a:lnTo>
                      <a:pt x="279" y="536"/>
                    </a:lnTo>
                    <a:lnTo>
                      <a:pt x="279" y="538"/>
                    </a:lnTo>
                    <a:lnTo>
                      <a:pt x="279" y="538"/>
                    </a:lnTo>
                    <a:lnTo>
                      <a:pt x="279" y="538"/>
                    </a:lnTo>
                    <a:lnTo>
                      <a:pt x="277" y="538"/>
                    </a:lnTo>
                    <a:lnTo>
                      <a:pt x="277" y="541"/>
                    </a:lnTo>
                    <a:lnTo>
                      <a:pt x="277" y="541"/>
                    </a:lnTo>
                    <a:lnTo>
                      <a:pt x="277" y="541"/>
                    </a:lnTo>
                    <a:lnTo>
                      <a:pt x="274" y="541"/>
                    </a:lnTo>
                    <a:lnTo>
                      <a:pt x="274" y="541"/>
                    </a:lnTo>
                    <a:lnTo>
                      <a:pt x="277" y="541"/>
                    </a:lnTo>
                    <a:lnTo>
                      <a:pt x="277" y="543"/>
                    </a:lnTo>
                    <a:lnTo>
                      <a:pt x="277" y="543"/>
                    </a:lnTo>
                    <a:lnTo>
                      <a:pt x="274" y="543"/>
                    </a:lnTo>
                    <a:lnTo>
                      <a:pt x="274" y="543"/>
                    </a:lnTo>
                    <a:lnTo>
                      <a:pt x="274" y="545"/>
                    </a:lnTo>
                    <a:lnTo>
                      <a:pt x="274" y="545"/>
                    </a:lnTo>
                    <a:lnTo>
                      <a:pt x="274" y="543"/>
                    </a:lnTo>
                    <a:lnTo>
                      <a:pt x="272" y="543"/>
                    </a:lnTo>
                    <a:lnTo>
                      <a:pt x="272" y="545"/>
                    </a:lnTo>
                    <a:lnTo>
                      <a:pt x="272" y="545"/>
                    </a:lnTo>
                    <a:lnTo>
                      <a:pt x="272" y="545"/>
                    </a:lnTo>
                    <a:lnTo>
                      <a:pt x="272" y="543"/>
                    </a:lnTo>
                    <a:lnTo>
                      <a:pt x="272" y="543"/>
                    </a:lnTo>
                    <a:lnTo>
                      <a:pt x="270" y="543"/>
                    </a:lnTo>
                    <a:lnTo>
                      <a:pt x="270" y="541"/>
                    </a:lnTo>
                    <a:lnTo>
                      <a:pt x="270" y="541"/>
                    </a:lnTo>
                    <a:lnTo>
                      <a:pt x="270" y="541"/>
                    </a:lnTo>
                    <a:lnTo>
                      <a:pt x="270" y="541"/>
                    </a:lnTo>
                    <a:lnTo>
                      <a:pt x="267" y="541"/>
                    </a:lnTo>
                    <a:lnTo>
                      <a:pt x="267" y="541"/>
                    </a:lnTo>
                    <a:lnTo>
                      <a:pt x="267" y="541"/>
                    </a:lnTo>
                    <a:lnTo>
                      <a:pt x="267" y="541"/>
                    </a:lnTo>
                    <a:lnTo>
                      <a:pt x="265" y="541"/>
                    </a:lnTo>
                    <a:lnTo>
                      <a:pt x="265" y="541"/>
                    </a:lnTo>
                    <a:lnTo>
                      <a:pt x="265" y="541"/>
                    </a:lnTo>
                    <a:lnTo>
                      <a:pt x="265" y="541"/>
                    </a:lnTo>
                    <a:lnTo>
                      <a:pt x="262" y="541"/>
                    </a:lnTo>
                    <a:lnTo>
                      <a:pt x="262" y="543"/>
                    </a:lnTo>
                    <a:lnTo>
                      <a:pt x="262" y="543"/>
                    </a:lnTo>
                    <a:lnTo>
                      <a:pt x="262" y="543"/>
                    </a:lnTo>
                    <a:lnTo>
                      <a:pt x="260" y="543"/>
                    </a:lnTo>
                    <a:lnTo>
                      <a:pt x="260" y="545"/>
                    </a:lnTo>
                    <a:lnTo>
                      <a:pt x="260" y="545"/>
                    </a:lnTo>
                    <a:lnTo>
                      <a:pt x="260" y="545"/>
                    </a:lnTo>
                    <a:lnTo>
                      <a:pt x="260" y="545"/>
                    </a:lnTo>
                    <a:lnTo>
                      <a:pt x="260" y="548"/>
                    </a:lnTo>
                    <a:lnTo>
                      <a:pt x="260" y="548"/>
                    </a:lnTo>
                    <a:lnTo>
                      <a:pt x="260" y="550"/>
                    </a:lnTo>
                    <a:lnTo>
                      <a:pt x="260" y="550"/>
                    </a:lnTo>
                    <a:lnTo>
                      <a:pt x="258" y="550"/>
                    </a:lnTo>
                    <a:lnTo>
                      <a:pt x="258" y="550"/>
                    </a:lnTo>
                    <a:lnTo>
                      <a:pt x="258" y="550"/>
                    </a:lnTo>
                    <a:lnTo>
                      <a:pt x="258" y="553"/>
                    </a:lnTo>
                    <a:lnTo>
                      <a:pt x="258" y="553"/>
                    </a:lnTo>
                    <a:lnTo>
                      <a:pt x="255" y="553"/>
                    </a:lnTo>
                    <a:lnTo>
                      <a:pt x="255" y="555"/>
                    </a:lnTo>
                    <a:lnTo>
                      <a:pt x="255" y="555"/>
                    </a:lnTo>
                    <a:lnTo>
                      <a:pt x="255" y="557"/>
                    </a:lnTo>
                    <a:lnTo>
                      <a:pt x="255" y="557"/>
                    </a:lnTo>
                    <a:lnTo>
                      <a:pt x="255" y="557"/>
                    </a:lnTo>
                    <a:lnTo>
                      <a:pt x="255" y="560"/>
                    </a:lnTo>
                    <a:lnTo>
                      <a:pt x="255" y="560"/>
                    </a:lnTo>
                    <a:lnTo>
                      <a:pt x="255" y="562"/>
                    </a:lnTo>
                    <a:lnTo>
                      <a:pt x="255" y="562"/>
                    </a:lnTo>
                    <a:lnTo>
                      <a:pt x="255" y="562"/>
                    </a:lnTo>
                    <a:lnTo>
                      <a:pt x="255" y="564"/>
                    </a:lnTo>
                    <a:lnTo>
                      <a:pt x="255" y="564"/>
                    </a:lnTo>
                    <a:lnTo>
                      <a:pt x="255" y="564"/>
                    </a:lnTo>
                    <a:lnTo>
                      <a:pt x="255" y="567"/>
                    </a:lnTo>
                    <a:lnTo>
                      <a:pt x="255" y="567"/>
                    </a:lnTo>
                    <a:lnTo>
                      <a:pt x="255" y="569"/>
                    </a:lnTo>
                    <a:lnTo>
                      <a:pt x="258" y="569"/>
                    </a:lnTo>
                    <a:lnTo>
                      <a:pt x="258" y="569"/>
                    </a:lnTo>
                    <a:lnTo>
                      <a:pt x="258" y="571"/>
                    </a:lnTo>
                    <a:lnTo>
                      <a:pt x="258" y="571"/>
                    </a:lnTo>
                    <a:lnTo>
                      <a:pt x="258" y="571"/>
                    </a:lnTo>
                    <a:lnTo>
                      <a:pt x="258" y="571"/>
                    </a:lnTo>
                    <a:lnTo>
                      <a:pt x="258" y="574"/>
                    </a:lnTo>
                    <a:lnTo>
                      <a:pt x="258" y="574"/>
                    </a:lnTo>
                    <a:lnTo>
                      <a:pt x="258" y="576"/>
                    </a:lnTo>
                    <a:lnTo>
                      <a:pt x="258" y="576"/>
                    </a:lnTo>
                    <a:lnTo>
                      <a:pt x="258" y="579"/>
                    </a:lnTo>
                    <a:lnTo>
                      <a:pt x="258" y="579"/>
                    </a:lnTo>
                    <a:lnTo>
                      <a:pt x="258" y="579"/>
                    </a:lnTo>
                    <a:lnTo>
                      <a:pt x="258" y="581"/>
                    </a:lnTo>
                    <a:lnTo>
                      <a:pt x="258" y="581"/>
                    </a:lnTo>
                    <a:lnTo>
                      <a:pt x="258" y="581"/>
                    </a:lnTo>
                    <a:lnTo>
                      <a:pt x="258" y="583"/>
                    </a:lnTo>
                    <a:lnTo>
                      <a:pt x="258" y="583"/>
                    </a:lnTo>
                    <a:lnTo>
                      <a:pt x="258" y="586"/>
                    </a:lnTo>
                    <a:lnTo>
                      <a:pt x="258" y="586"/>
                    </a:lnTo>
                    <a:lnTo>
                      <a:pt x="258" y="588"/>
                    </a:lnTo>
                    <a:lnTo>
                      <a:pt x="258" y="588"/>
                    </a:lnTo>
                    <a:lnTo>
                      <a:pt x="258" y="588"/>
                    </a:lnTo>
                    <a:lnTo>
                      <a:pt x="258" y="590"/>
                    </a:lnTo>
                    <a:lnTo>
                      <a:pt x="260" y="590"/>
                    </a:lnTo>
                    <a:lnTo>
                      <a:pt x="260" y="590"/>
                    </a:lnTo>
                    <a:lnTo>
                      <a:pt x="260" y="590"/>
                    </a:lnTo>
                    <a:lnTo>
                      <a:pt x="260" y="590"/>
                    </a:lnTo>
                    <a:lnTo>
                      <a:pt x="260" y="593"/>
                    </a:lnTo>
                    <a:lnTo>
                      <a:pt x="260" y="593"/>
                    </a:lnTo>
                    <a:lnTo>
                      <a:pt x="260" y="593"/>
                    </a:lnTo>
                    <a:lnTo>
                      <a:pt x="260" y="595"/>
                    </a:lnTo>
                    <a:lnTo>
                      <a:pt x="260" y="595"/>
                    </a:lnTo>
                    <a:lnTo>
                      <a:pt x="260" y="598"/>
                    </a:lnTo>
                    <a:lnTo>
                      <a:pt x="260" y="598"/>
                    </a:lnTo>
                    <a:lnTo>
                      <a:pt x="260" y="598"/>
                    </a:lnTo>
                    <a:lnTo>
                      <a:pt x="260" y="600"/>
                    </a:lnTo>
                    <a:lnTo>
                      <a:pt x="260" y="600"/>
                    </a:lnTo>
                    <a:lnTo>
                      <a:pt x="260" y="600"/>
                    </a:lnTo>
                    <a:lnTo>
                      <a:pt x="260" y="600"/>
                    </a:lnTo>
                    <a:lnTo>
                      <a:pt x="260" y="602"/>
                    </a:lnTo>
                    <a:lnTo>
                      <a:pt x="260" y="602"/>
                    </a:lnTo>
                    <a:lnTo>
                      <a:pt x="260" y="605"/>
                    </a:lnTo>
                    <a:lnTo>
                      <a:pt x="260" y="605"/>
                    </a:lnTo>
                    <a:lnTo>
                      <a:pt x="260" y="607"/>
                    </a:lnTo>
                    <a:lnTo>
                      <a:pt x="260" y="607"/>
                    </a:lnTo>
                    <a:lnTo>
                      <a:pt x="260" y="609"/>
                    </a:lnTo>
                    <a:lnTo>
                      <a:pt x="260" y="609"/>
                    </a:lnTo>
                    <a:lnTo>
                      <a:pt x="260" y="609"/>
                    </a:lnTo>
                    <a:lnTo>
                      <a:pt x="260" y="609"/>
                    </a:lnTo>
                    <a:lnTo>
                      <a:pt x="260" y="609"/>
                    </a:lnTo>
                    <a:lnTo>
                      <a:pt x="260" y="612"/>
                    </a:lnTo>
                    <a:lnTo>
                      <a:pt x="262" y="612"/>
                    </a:lnTo>
                    <a:lnTo>
                      <a:pt x="262" y="612"/>
                    </a:lnTo>
                    <a:lnTo>
                      <a:pt x="260" y="612"/>
                    </a:lnTo>
                    <a:lnTo>
                      <a:pt x="260" y="612"/>
                    </a:lnTo>
                    <a:lnTo>
                      <a:pt x="260" y="614"/>
                    </a:lnTo>
                    <a:lnTo>
                      <a:pt x="260" y="614"/>
                    </a:lnTo>
                    <a:lnTo>
                      <a:pt x="260" y="614"/>
                    </a:lnTo>
                    <a:lnTo>
                      <a:pt x="260" y="616"/>
                    </a:lnTo>
                    <a:lnTo>
                      <a:pt x="260" y="616"/>
                    </a:lnTo>
                    <a:lnTo>
                      <a:pt x="260" y="619"/>
                    </a:lnTo>
                    <a:lnTo>
                      <a:pt x="260" y="619"/>
                    </a:lnTo>
                    <a:lnTo>
                      <a:pt x="260" y="621"/>
                    </a:lnTo>
                    <a:lnTo>
                      <a:pt x="260" y="621"/>
                    </a:lnTo>
                    <a:lnTo>
                      <a:pt x="258" y="621"/>
                    </a:lnTo>
                    <a:lnTo>
                      <a:pt x="258" y="621"/>
                    </a:lnTo>
                    <a:lnTo>
                      <a:pt x="258" y="624"/>
                    </a:lnTo>
                    <a:lnTo>
                      <a:pt x="258" y="624"/>
                    </a:lnTo>
                    <a:lnTo>
                      <a:pt x="258" y="624"/>
                    </a:lnTo>
                    <a:lnTo>
                      <a:pt x="258" y="626"/>
                    </a:lnTo>
                    <a:lnTo>
                      <a:pt x="258" y="626"/>
                    </a:lnTo>
                    <a:lnTo>
                      <a:pt x="258" y="628"/>
                    </a:lnTo>
                    <a:lnTo>
                      <a:pt x="255" y="628"/>
                    </a:lnTo>
                    <a:lnTo>
                      <a:pt x="255" y="628"/>
                    </a:lnTo>
                    <a:lnTo>
                      <a:pt x="255" y="628"/>
                    </a:lnTo>
                    <a:lnTo>
                      <a:pt x="255" y="631"/>
                    </a:lnTo>
                    <a:lnTo>
                      <a:pt x="255" y="631"/>
                    </a:lnTo>
                    <a:lnTo>
                      <a:pt x="255" y="631"/>
                    </a:lnTo>
                    <a:lnTo>
                      <a:pt x="255" y="631"/>
                    </a:lnTo>
                    <a:lnTo>
                      <a:pt x="253" y="631"/>
                    </a:lnTo>
                    <a:lnTo>
                      <a:pt x="253" y="633"/>
                    </a:lnTo>
                    <a:lnTo>
                      <a:pt x="253" y="633"/>
                    </a:lnTo>
                    <a:lnTo>
                      <a:pt x="253" y="633"/>
                    </a:lnTo>
                    <a:lnTo>
                      <a:pt x="253" y="635"/>
                    </a:lnTo>
                    <a:lnTo>
                      <a:pt x="253" y="635"/>
                    </a:lnTo>
                    <a:lnTo>
                      <a:pt x="253" y="635"/>
                    </a:lnTo>
                    <a:lnTo>
                      <a:pt x="253" y="638"/>
                    </a:lnTo>
                    <a:lnTo>
                      <a:pt x="251" y="638"/>
                    </a:lnTo>
                    <a:lnTo>
                      <a:pt x="251" y="638"/>
                    </a:lnTo>
                    <a:lnTo>
                      <a:pt x="251" y="640"/>
                    </a:lnTo>
                    <a:lnTo>
                      <a:pt x="251" y="640"/>
                    </a:lnTo>
                    <a:lnTo>
                      <a:pt x="251" y="640"/>
                    </a:lnTo>
                    <a:lnTo>
                      <a:pt x="251" y="640"/>
                    </a:lnTo>
                    <a:lnTo>
                      <a:pt x="251" y="643"/>
                    </a:lnTo>
                    <a:lnTo>
                      <a:pt x="251" y="643"/>
                    </a:lnTo>
                    <a:lnTo>
                      <a:pt x="251" y="645"/>
                    </a:lnTo>
                    <a:lnTo>
                      <a:pt x="248" y="645"/>
                    </a:lnTo>
                    <a:lnTo>
                      <a:pt x="248" y="645"/>
                    </a:lnTo>
                    <a:lnTo>
                      <a:pt x="248" y="647"/>
                    </a:lnTo>
                    <a:lnTo>
                      <a:pt x="248" y="647"/>
                    </a:lnTo>
                    <a:lnTo>
                      <a:pt x="248" y="650"/>
                    </a:lnTo>
                    <a:lnTo>
                      <a:pt x="248" y="650"/>
                    </a:lnTo>
                    <a:lnTo>
                      <a:pt x="248" y="650"/>
                    </a:lnTo>
                    <a:lnTo>
                      <a:pt x="251" y="650"/>
                    </a:lnTo>
                    <a:lnTo>
                      <a:pt x="251" y="652"/>
                    </a:lnTo>
                    <a:lnTo>
                      <a:pt x="251" y="652"/>
                    </a:lnTo>
                    <a:lnTo>
                      <a:pt x="251" y="652"/>
                    </a:lnTo>
                    <a:lnTo>
                      <a:pt x="251" y="654"/>
                    </a:lnTo>
                    <a:lnTo>
                      <a:pt x="251" y="654"/>
                    </a:lnTo>
                    <a:lnTo>
                      <a:pt x="251" y="657"/>
                    </a:lnTo>
                    <a:lnTo>
                      <a:pt x="251" y="657"/>
                    </a:lnTo>
                    <a:lnTo>
                      <a:pt x="251" y="659"/>
                    </a:lnTo>
                    <a:lnTo>
                      <a:pt x="251" y="659"/>
                    </a:lnTo>
                    <a:lnTo>
                      <a:pt x="251" y="659"/>
                    </a:lnTo>
                    <a:lnTo>
                      <a:pt x="251" y="662"/>
                    </a:lnTo>
                    <a:lnTo>
                      <a:pt x="251" y="662"/>
                    </a:lnTo>
                    <a:lnTo>
                      <a:pt x="251" y="664"/>
                    </a:lnTo>
                    <a:lnTo>
                      <a:pt x="251" y="664"/>
                    </a:lnTo>
                    <a:lnTo>
                      <a:pt x="251" y="666"/>
                    </a:lnTo>
                    <a:lnTo>
                      <a:pt x="251" y="666"/>
                    </a:lnTo>
                    <a:lnTo>
                      <a:pt x="251" y="669"/>
                    </a:lnTo>
                    <a:lnTo>
                      <a:pt x="251" y="669"/>
                    </a:lnTo>
                    <a:lnTo>
                      <a:pt x="251" y="669"/>
                    </a:lnTo>
                    <a:lnTo>
                      <a:pt x="251" y="671"/>
                    </a:lnTo>
                    <a:lnTo>
                      <a:pt x="251" y="671"/>
                    </a:lnTo>
                    <a:lnTo>
                      <a:pt x="251" y="673"/>
                    </a:lnTo>
                    <a:lnTo>
                      <a:pt x="251" y="673"/>
                    </a:lnTo>
                    <a:lnTo>
                      <a:pt x="251" y="676"/>
                    </a:lnTo>
                    <a:lnTo>
                      <a:pt x="251" y="676"/>
                    </a:lnTo>
                    <a:lnTo>
                      <a:pt x="251" y="678"/>
                    </a:lnTo>
                    <a:lnTo>
                      <a:pt x="251" y="678"/>
                    </a:lnTo>
                    <a:lnTo>
                      <a:pt x="253" y="678"/>
                    </a:lnTo>
                    <a:lnTo>
                      <a:pt x="253" y="680"/>
                    </a:lnTo>
                    <a:lnTo>
                      <a:pt x="253" y="680"/>
                    </a:lnTo>
                    <a:lnTo>
                      <a:pt x="253" y="680"/>
                    </a:lnTo>
                    <a:lnTo>
                      <a:pt x="251" y="680"/>
                    </a:lnTo>
                    <a:lnTo>
                      <a:pt x="251" y="683"/>
                    </a:lnTo>
                    <a:lnTo>
                      <a:pt x="251" y="683"/>
                    </a:lnTo>
                    <a:lnTo>
                      <a:pt x="248" y="683"/>
                    </a:lnTo>
                    <a:lnTo>
                      <a:pt x="248" y="683"/>
                    </a:lnTo>
                    <a:lnTo>
                      <a:pt x="248" y="683"/>
                    </a:lnTo>
                    <a:lnTo>
                      <a:pt x="248" y="680"/>
                    </a:lnTo>
                    <a:lnTo>
                      <a:pt x="246" y="680"/>
                    </a:lnTo>
                    <a:lnTo>
                      <a:pt x="246" y="680"/>
                    </a:lnTo>
                    <a:lnTo>
                      <a:pt x="246" y="680"/>
                    </a:lnTo>
                    <a:lnTo>
                      <a:pt x="244" y="680"/>
                    </a:lnTo>
                    <a:lnTo>
                      <a:pt x="244" y="680"/>
                    </a:lnTo>
                    <a:lnTo>
                      <a:pt x="241" y="680"/>
                    </a:lnTo>
                    <a:lnTo>
                      <a:pt x="241" y="680"/>
                    </a:lnTo>
                    <a:lnTo>
                      <a:pt x="241" y="680"/>
                    </a:lnTo>
                    <a:lnTo>
                      <a:pt x="241" y="683"/>
                    </a:lnTo>
                    <a:lnTo>
                      <a:pt x="239" y="683"/>
                    </a:lnTo>
                    <a:lnTo>
                      <a:pt x="239" y="683"/>
                    </a:lnTo>
                    <a:lnTo>
                      <a:pt x="239" y="683"/>
                    </a:lnTo>
                    <a:lnTo>
                      <a:pt x="239" y="685"/>
                    </a:lnTo>
                    <a:lnTo>
                      <a:pt x="239" y="685"/>
                    </a:lnTo>
                    <a:lnTo>
                      <a:pt x="239" y="685"/>
                    </a:lnTo>
                    <a:lnTo>
                      <a:pt x="239" y="688"/>
                    </a:lnTo>
                    <a:lnTo>
                      <a:pt x="239" y="688"/>
                    </a:lnTo>
                    <a:lnTo>
                      <a:pt x="239" y="688"/>
                    </a:lnTo>
                    <a:lnTo>
                      <a:pt x="239" y="690"/>
                    </a:lnTo>
                    <a:lnTo>
                      <a:pt x="239" y="690"/>
                    </a:lnTo>
                    <a:lnTo>
                      <a:pt x="239" y="690"/>
                    </a:lnTo>
                    <a:lnTo>
                      <a:pt x="236" y="690"/>
                    </a:lnTo>
                    <a:lnTo>
                      <a:pt x="236" y="690"/>
                    </a:lnTo>
                    <a:lnTo>
                      <a:pt x="236" y="690"/>
                    </a:lnTo>
                    <a:lnTo>
                      <a:pt x="236" y="692"/>
                    </a:lnTo>
                    <a:lnTo>
                      <a:pt x="236" y="692"/>
                    </a:lnTo>
                    <a:lnTo>
                      <a:pt x="234" y="692"/>
                    </a:lnTo>
                    <a:lnTo>
                      <a:pt x="234" y="695"/>
                    </a:lnTo>
                    <a:lnTo>
                      <a:pt x="234" y="695"/>
                    </a:lnTo>
                    <a:lnTo>
                      <a:pt x="234" y="695"/>
                    </a:lnTo>
                    <a:lnTo>
                      <a:pt x="234" y="695"/>
                    </a:lnTo>
                    <a:lnTo>
                      <a:pt x="234" y="697"/>
                    </a:lnTo>
                    <a:lnTo>
                      <a:pt x="232" y="697"/>
                    </a:lnTo>
                    <a:lnTo>
                      <a:pt x="232" y="697"/>
                    </a:lnTo>
                    <a:lnTo>
                      <a:pt x="232" y="699"/>
                    </a:lnTo>
                    <a:lnTo>
                      <a:pt x="232" y="699"/>
                    </a:lnTo>
                    <a:lnTo>
                      <a:pt x="232" y="699"/>
                    </a:lnTo>
                    <a:lnTo>
                      <a:pt x="232" y="699"/>
                    </a:lnTo>
                    <a:lnTo>
                      <a:pt x="232" y="702"/>
                    </a:lnTo>
                    <a:lnTo>
                      <a:pt x="232" y="702"/>
                    </a:lnTo>
                    <a:lnTo>
                      <a:pt x="232" y="702"/>
                    </a:lnTo>
                    <a:lnTo>
                      <a:pt x="232" y="704"/>
                    </a:lnTo>
                    <a:lnTo>
                      <a:pt x="234" y="704"/>
                    </a:lnTo>
                    <a:lnTo>
                      <a:pt x="234" y="704"/>
                    </a:lnTo>
                    <a:lnTo>
                      <a:pt x="234" y="704"/>
                    </a:lnTo>
                    <a:lnTo>
                      <a:pt x="234" y="707"/>
                    </a:lnTo>
                    <a:lnTo>
                      <a:pt x="234" y="707"/>
                    </a:lnTo>
                    <a:lnTo>
                      <a:pt x="236" y="707"/>
                    </a:lnTo>
                    <a:lnTo>
                      <a:pt x="236" y="707"/>
                    </a:lnTo>
                    <a:lnTo>
                      <a:pt x="239" y="707"/>
                    </a:lnTo>
                    <a:lnTo>
                      <a:pt x="239" y="704"/>
                    </a:lnTo>
                    <a:lnTo>
                      <a:pt x="239" y="704"/>
                    </a:lnTo>
                    <a:lnTo>
                      <a:pt x="239" y="704"/>
                    </a:lnTo>
                    <a:lnTo>
                      <a:pt x="241" y="704"/>
                    </a:lnTo>
                    <a:lnTo>
                      <a:pt x="241" y="707"/>
                    </a:lnTo>
                    <a:lnTo>
                      <a:pt x="241" y="707"/>
                    </a:lnTo>
                    <a:lnTo>
                      <a:pt x="241" y="707"/>
                    </a:lnTo>
                    <a:lnTo>
                      <a:pt x="241" y="709"/>
                    </a:lnTo>
                    <a:lnTo>
                      <a:pt x="241" y="709"/>
                    </a:lnTo>
                    <a:lnTo>
                      <a:pt x="241" y="709"/>
                    </a:lnTo>
                    <a:lnTo>
                      <a:pt x="241" y="709"/>
                    </a:lnTo>
                    <a:lnTo>
                      <a:pt x="241" y="709"/>
                    </a:lnTo>
                    <a:lnTo>
                      <a:pt x="241" y="709"/>
                    </a:lnTo>
                    <a:lnTo>
                      <a:pt x="241" y="709"/>
                    </a:lnTo>
                    <a:lnTo>
                      <a:pt x="239" y="709"/>
                    </a:lnTo>
                    <a:lnTo>
                      <a:pt x="239" y="709"/>
                    </a:lnTo>
                    <a:lnTo>
                      <a:pt x="239" y="709"/>
                    </a:lnTo>
                    <a:lnTo>
                      <a:pt x="239" y="709"/>
                    </a:lnTo>
                    <a:lnTo>
                      <a:pt x="236" y="709"/>
                    </a:lnTo>
                    <a:lnTo>
                      <a:pt x="236" y="707"/>
                    </a:lnTo>
                    <a:lnTo>
                      <a:pt x="236" y="707"/>
                    </a:lnTo>
                    <a:lnTo>
                      <a:pt x="236" y="709"/>
                    </a:lnTo>
                    <a:lnTo>
                      <a:pt x="234" y="709"/>
                    </a:lnTo>
                    <a:lnTo>
                      <a:pt x="234" y="709"/>
                    </a:lnTo>
                    <a:lnTo>
                      <a:pt x="234" y="709"/>
                    </a:lnTo>
                    <a:lnTo>
                      <a:pt x="232" y="709"/>
                    </a:lnTo>
                    <a:lnTo>
                      <a:pt x="232" y="709"/>
                    </a:lnTo>
                    <a:lnTo>
                      <a:pt x="232" y="709"/>
                    </a:lnTo>
                    <a:lnTo>
                      <a:pt x="229" y="709"/>
                    </a:lnTo>
                    <a:lnTo>
                      <a:pt x="229" y="709"/>
                    </a:lnTo>
                    <a:lnTo>
                      <a:pt x="229" y="709"/>
                    </a:lnTo>
                    <a:lnTo>
                      <a:pt x="227" y="709"/>
                    </a:lnTo>
                    <a:lnTo>
                      <a:pt x="227" y="709"/>
                    </a:lnTo>
                    <a:lnTo>
                      <a:pt x="227" y="709"/>
                    </a:lnTo>
                    <a:lnTo>
                      <a:pt x="227" y="709"/>
                    </a:lnTo>
                    <a:lnTo>
                      <a:pt x="227" y="711"/>
                    </a:lnTo>
                    <a:lnTo>
                      <a:pt x="225" y="711"/>
                    </a:lnTo>
                    <a:lnTo>
                      <a:pt x="225" y="711"/>
                    </a:lnTo>
                    <a:lnTo>
                      <a:pt x="225" y="711"/>
                    </a:lnTo>
                    <a:lnTo>
                      <a:pt x="222" y="711"/>
                    </a:lnTo>
                    <a:lnTo>
                      <a:pt x="222" y="711"/>
                    </a:lnTo>
                    <a:lnTo>
                      <a:pt x="222" y="711"/>
                    </a:lnTo>
                    <a:lnTo>
                      <a:pt x="220" y="711"/>
                    </a:lnTo>
                    <a:lnTo>
                      <a:pt x="220" y="711"/>
                    </a:lnTo>
                    <a:lnTo>
                      <a:pt x="220" y="714"/>
                    </a:lnTo>
                    <a:lnTo>
                      <a:pt x="220" y="714"/>
                    </a:lnTo>
                    <a:lnTo>
                      <a:pt x="217" y="714"/>
                    </a:lnTo>
                    <a:lnTo>
                      <a:pt x="217" y="714"/>
                    </a:lnTo>
                    <a:lnTo>
                      <a:pt x="217" y="714"/>
                    </a:lnTo>
                    <a:lnTo>
                      <a:pt x="217" y="716"/>
                    </a:lnTo>
                    <a:lnTo>
                      <a:pt x="215" y="716"/>
                    </a:lnTo>
                    <a:lnTo>
                      <a:pt x="215" y="716"/>
                    </a:lnTo>
                    <a:lnTo>
                      <a:pt x="215" y="716"/>
                    </a:lnTo>
                    <a:lnTo>
                      <a:pt x="215" y="718"/>
                    </a:lnTo>
                    <a:lnTo>
                      <a:pt x="215" y="718"/>
                    </a:lnTo>
                    <a:lnTo>
                      <a:pt x="215" y="718"/>
                    </a:lnTo>
                    <a:lnTo>
                      <a:pt x="215" y="718"/>
                    </a:lnTo>
                    <a:lnTo>
                      <a:pt x="215" y="721"/>
                    </a:lnTo>
                    <a:lnTo>
                      <a:pt x="215" y="721"/>
                    </a:lnTo>
                    <a:lnTo>
                      <a:pt x="215" y="721"/>
                    </a:lnTo>
                    <a:lnTo>
                      <a:pt x="215" y="721"/>
                    </a:lnTo>
                    <a:lnTo>
                      <a:pt x="215" y="723"/>
                    </a:lnTo>
                    <a:lnTo>
                      <a:pt x="215" y="723"/>
                    </a:lnTo>
                    <a:lnTo>
                      <a:pt x="215" y="726"/>
                    </a:lnTo>
                    <a:lnTo>
                      <a:pt x="215" y="726"/>
                    </a:lnTo>
                    <a:lnTo>
                      <a:pt x="215" y="728"/>
                    </a:lnTo>
                    <a:lnTo>
                      <a:pt x="215" y="728"/>
                    </a:lnTo>
                    <a:lnTo>
                      <a:pt x="213" y="728"/>
                    </a:lnTo>
                    <a:lnTo>
                      <a:pt x="213" y="728"/>
                    </a:lnTo>
                    <a:lnTo>
                      <a:pt x="213" y="728"/>
                    </a:lnTo>
                    <a:lnTo>
                      <a:pt x="213" y="730"/>
                    </a:lnTo>
                    <a:lnTo>
                      <a:pt x="213" y="730"/>
                    </a:lnTo>
                    <a:lnTo>
                      <a:pt x="213" y="730"/>
                    </a:lnTo>
                    <a:lnTo>
                      <a:pt x="210" y="730"/>
                    </a:lnTo>
                    <a:lnTo>
                      <a:pt x="210" y="730"/>
                    </a:lnTo>
                    <a:lnTo>
                      <a:pt x="210" y="733"/>
                    </a:lnTo>
                    <a:lnTo>
                      <a:pt x="208" y="733"/>
                    </a:lnTo>
                    <a:lnTo>
                      <a:pt x="208" y="733"/>
                    </a:lnTo>
                    <a:lnTo>
                      <a:pt x="208" y="733"/>
                    </a:lnTo>
                    <a:lnTo>
                      <a:pt x="208" y="733"/>
                    </a:lnTo>
                    <a:lnTo>
                      <a:pt x="208" y="735"/>
                    </a:lnTo>
                    <a:lnTo>
                      <a:pt x="206" y="735"/>
                    </a:lnTo>
                    <a:lnTo>
                      <a:pt x="206" y="735"/>
                    </a:lnTo>
                    <a:lnTo>
                      <a:pt x="206" y="735"/>
                    </a:lnTo>
                    <a:lnTo>
                      <a:pt x="206" y="737"/>
                    </a:lnTo>
                    <a:lnTo>
                      <a:pt x="206" y="737"/>
                    </a:lnTo>
                    <a:lnTo>
                      <a:pt x="203" y="737"/>
                    </a:lnTo>
                    <a:lnTo>
                      <a:pt x="203" y="737"/>
                    </a:lnTo>
                    <a:lnTo>
                      <a:pt x="201" y="737"/>
                    </a:lnTo>
                    <a:lnTo>
                      <a:pt x="201" y="737"/>
                    </a:lnTo>
                    <a:lnTo>
                      <a:pt x="201" y="740"/>
                    </a:lnTo>
                    <a:lnTo>
                      <a:pt x="201" y="740"/>
                    </a:lnTo>
                    <a:lnTo>
                      <a:pt x="201" y="740"/>
                    </a:lnTo>
                    <a:lnTo>
                      <a:pt x="201" y="737"/>
                    </a:lnTo>
                    <a:lnTo>
                      <a:pt x="199" y="737"/>
                    </a:lnTo>
                    <a:lnTo>
                      <a:pt x="199" y="737"/>
                    </a:lnTo>
                    <a:lnTo>
                      <a:pt x="199" y="737"/>
                    </a:lnTo>
                    <a:lnTo>
                      <a:pt x="196" y="737"/>
                    </a:lnTo>
                    <a:lnTo>
                      <a:pt x="196" y="737"/>
                    </a:lnTo>
                    <a:lnTo>
                      <a:pt x="196" y="737"/>
                    </a:lnTo>
                    <a:lnTo>
                      <a:pt x="194" y="737"/>
                    </a:lnTo>
                    <a:lnTo>
                      <a:pt x="194" y="737"/>
                    </a:lnTo>
                    <a:lnTo>
                      <a:pt x="194" y="735"/>
                    </a:lnTo>
                    <a:lnTo>
                      <a:pt x="194" y="735"/>
                    </a:lnTo>
                    <a:lnTo>
                      <a:pt x="194" y="735"/>
                    </a:lnTo>
                    <a:lnTo>
                      <a:pt x="191" y="735"/>
                    </a:lnTo>
                    <a:lnTo>
                      <a:pt x="191" y="733"/>
                    </a:lnTo>
                    <a:lnTo>
                      <a:pt x="191" y="733"/>
                    </a:lnTo>
                    <a:lnTo>
                      <a:pt x="191" y="733"/>
                    </a:lnTo>
                    <a:lnTo>
                      <a:pt x="191" y="733"/>
                    </a:lnTo>
                    <a:lnTo>
                      <a:pt x="189" y="733"/>
                    </a:lnTo>
                    <a:lnTo>
                      <a:pt x="189" y="730"/>
                    </a:lnTo>
                    <a:lnTo>
                      <a:pt x="189" y="730"/>
                    </a:lnTo>
                    <a:lnTo>
                      <a:pt x="189" y="730"/>
                    </a:lnTo>
                    <a:lnTo>
                      <a:pt x="187" y="730"/>
                    </a:lnTo>
                    <a:lnTo>
                      <a:pt x="187" y="728"/>
                    </a:lnTo>
                    <a:lnTo>
                      <a:pt x="187" y="728"/>
                    </a:lnTo>
                    <a:lnTo>
                      <a:pt x="187" y="728"/>
                    </a:lnTo>
                    <a:lnTo>
                      <a:pt x="187" y="728"/>
                    </a:lnTo>
                    <a:lnTo>
                      <a:pt x="187" y="728"/>
                    </a:lnTo>
                    <a:lnTo>
                      <a:pt x="187" y="726"/>
                    </a:lnTo>
                    <a:lnTo>
                      <a:pt x="184" y="726"/>
                    </a:lnTo>
                    <a:lnTo>
                      <a:pt x="184" y="726"/>
                    </a:lnTo>
                    <a:lnTo>
                      <a:pt x="184" y="726"/>
                    </a:lnTo>
                    <a:lnTo>
                      <a:pt x="184" y="723"/>
                    </a:lnTo>
                    <a:lnTo>
                      <a:pt x="182" y="723"/>
                    </a:lnTo>
                    <a:lnTo>
                      <a:pt x="182" y="723"/>
                    </a:lnTo>
                    <a:lnTo>
                      <a:pt x="182" y="721"/>
                    </a:lnTo>
                    <a:lnTo>
                      <a:pt x="182" y="721"/>
                    </a:lnTo>
                    <a:lnTo>
                      <a:pt x="182" y="721"/>
                    </a:lnTo>
                    <a:lnTo>
                      <a:pt x="182" y="721"/>
                    </a:lnTo>
                    <a:lnTo>
                      <a:pt x="182" y="718"/>
                    </a:lnTo>
                    <a:lnTo>
                      <a:pt x="180" y="718"/>
                    </a:lnTo>
                    <a:lnTo>
                      <a:pt x="180" y="718"/>
                    </a:lnTo>
                    <a:lnTo>
                      <a:pt x="180" y="718"/>
                    </a:lnTo>
                    <a:lnTo>
                      <a:pt x="180" y="718"/>
                    </a:lnTo>
                    <a:lnTo>
                      <a:pt x="180" y="718"/>
                    </a:lnTo>
                    <a:lnTo>
                      <a:pt x="180" y="716"/>
                    </a:lnTo>
                    <a:lnTo>
                      <a:pt x="180" y="716"/>
                    </a:lnTo>
                    <a:lnTo>
                      <a:pt x="177" y="716"/>
                    </a:lnTo>
                    <a:lnTo>
                      <a:pt x="177" y="714"/>
                    </a:lnTo>
                    <a:lnTo>
                      <a:pt x="177" y="714"/>
                    </a:lnTo>
                    <a:lnTo>
                      <a:pt x="177" y="711"/>
                    </a:lnTo>
                    <a:lnTo>
                      <a:pt x="177" y="711"/>
                    </a:lnTo>
                    <a:lnTo>
                      <a:pt x="177" y="711"/>
                    </a:lnTo>
                    <a:lnTo>
                      <a:pt x="177" y="709"/>
                    </a:lnTo>
                    <a:lnTo>
                      <a:pt x="177" y="709"/>
                    </a:lnTo>
                    <a:lnTo>
                      <a:pt x="175" y="709"/>
                    </a:lnTo>
                    <a:lnTo>
                      <a:pt x="175" y="709"/>
                    </a:lnTo>
                    <a:lnTo>
                      <a:pt x="175" y="707"/>
                    </a:lnTo>
                    <a:lnTo>
                      <a:pt x="175" y="707"/>
                    </a:lnTo>
                    <a:lnTo>
                      <a:pt x="175" y="707"/>
                    </a:lnTo>
                    <a:lnTo>
                      <a:pt x="175" y="704"/>
                    </a:lnTo>
                    <a:lnTo>
                      <a:pt x="175" y="704"/>
                    </a:lnTo>
                    <a:lnTo>
                      <a:pt x="175" y="704"/>
                    </a:lnTo>
                    <a:lnTo>
                      <a:pt x="175" y="702"/>
                    </a:lnTo>
                    <a:lnTo>
                      <a:pt x="175" y="702"/>
                    </a:lnTo>
                    <a:lnTo>
                      <a:pt x="173" y="702"/>
                    </a:lnTo>
                    <a:lnTo>
                      <a:pt x="173" y="699"/>
                    </a:lnTo>
                    <a:lnTo>
                      <a:pt x="173" y="699"/>
                    </a:lnTo>
                    <a:lnTo>
                      <a:pt x="173" y="699"/>
                    </a:lnTo>
                    <a:lnTo>
                      <a:pt x="173" y="697"/>
                    </a:lnTo>
                    <a:lnTo>
                      <a:pt x="173" y="697"/>
                    </a:lnTo>
                    <a:lnTo>
                      <a:pt x="173" y="695"/>
                    </a:lnTo>
                    <a:lnTo>
                      <a:pt x="173" y="695"/>
                    </a:lnTo>
                    <a:lnTo>
                      <a:pt x="173" y="692"/>
                    </a:lnTo>
                    <a:lnTo>
                      <a:pt x="173" y="692"/>
                    </a:lnTo>
                    <a:lnTo>
                      <a:pt x="173" y="692"/>
                    </a:lnTo>
                    <a:lnTo>
                      <a:pt x="173" y="690"/>
                    </a:lnTo>
                    <a:lnTo>
                      <a:pt x="173" y="690"/>
                    </a:lnTo>
                    <a:lnTo>
                      <a:pt x="173" y="690"/>
                    </a:lnTo>
                    <a:lnTo>
                      <a:pt x="173" y="690"/>
                    </a:lnTo>
                    <a:lnTo>
                      <a:pt x="173" y="688"/>
                    </a:lnTo>
                    <a:lnTo>
                      <a:pt x="173" y="688"/>
                    </a:lnTo>
                    <a:lnTo>
                      <a:pt x="173" y="685"/>
                    </a:lnTo>
                    <a:lnTo>
                      <a:pt x="173" y="685"/>
                    </a:lnTo>
                    <a:lnTo>
                      <a:pt x="170" y="685"/>
                    </a:lnTo>
                    <a:lnTo>
                      <a:pt x="170" y="683"/>
                    </a:lnTo>
                    <a:lnTo>
                      <a:pt x="170" y="683"/>
                    </a:lnTo>
                    <a:lnTo>
                      <a:pt x="170" y="683"/>
                    </a:lnTo>
                    <a:lnTo>
                      <a:pt x="170" y="680"/>
                    </a:lnTo>
                    <a:lnTo>
                      <a:pt x="170" y="680"/>
                    </a:lnTo>
                    <a:lnTo>
                      <a:pt x="170" y="680"/>
                    </a:lnTo>
                    <a:lnTo>
                      <a:pt x="168" y="680"/>
                    </a:lnTo>
                    <a:lnTo>
                      <a:pt x="168" y="678"/>
                    </a:lnTo>
                    <a:lnTo>
                      <a:pt x="168" y="678"/>
                    </a:lnTo>
                    <a:lnTo>
                      <a:pt x="168" y="676"/>
                    </a:lnTo>
                    <a:lnTo>
                      <a:pt x="168" y="676"/>
                    </a:lnTo>
                    <a:lnTo>
                      <a:pt x="168" y="676"/>
                    </a:lnTo>
                    <a:lnTo>
                      <a:pt x="168" y="673"/>
                    </a:lnTo>
                    <a:lnTo>
                      <a:pt x="168" y="673"/>
                    </a:lnTo>
                    <a:lnTo>
                      <a:pt x="168" y="673"/>
                    </a:lnTo>
                    <a:lnTo>
                      <a:pt x="168" y="671"/>
                    </a:lnTo>
                    <a:lnTo>
                      <a:pt x="165" y="671"/>
                    </a:lnTo>
                    <a:lnTo>
                      <a:pt x="165" y="671"/>
                    </a:lnTo>
                    <a:lnTo>
                      <a:pt x="165" y="669"/>
                    </a:lnTo>
                    <a:lnTo>
                      <a:pt x="165" y="669"/>
                    </a:lnTo>
                    <a:lnTo>
                      <a:pt x="165" y="669"/>
                    </a:lnTo>
                    <a:lnTo>
                      <a:pt x="165" y="669"/>
                    </a:lnTo>
                    <a:lnTo>
                      <a:pt x="165" y="666"/>
                    </a:lnTo>
                    <a:lnTo>
                      <a:pt x="165" y="666"/>
                    </a:lnTo>
                    <a:lnTo>
                      <a:pt x="165" y="664"/>
                    </a:lnTo>
                    <a:lnTo>
                      <a:pt x="165" y="664"/>
                    </a:lnTo>
                    <a:lnTo>
                      <a:pt x="165" y="664"/>
                    </a:lnTo>
                    <a:lnTo>
                      <a:pt x="165" y="662"/>
                    </a:lnTo>
                    <a:lnTo>
                      <a:pt x="165" y="662"/>
                    </a:lnTo>
                    <a:lnTo>
                      <a:pt x="163" y="662"/>
                    </a:lnTo>
                    <a:lnTo>
                      <a:pt x="163" y="659"/>
                    </a:lnTo>
                    <a:lnTo>
                      <a:pt x="163" y="659"/>
                    </a:lnTo>
                    <a:lnTo>
                      <a:pt x="163" y="659"/>
                    </a:lnTo>
                    <a:lnTo>
                      <a:pt x="163" y="659"/>
                    </a:lnTo>
                    <a:lnTo>
                      <a:pt x="163" y="657"/>
                    </a:lnTo>
                    <a:lnTo>
                      <a:pt x="163" y="657"/>
                    </a:lnTo>
                    <a:lnTo>
                      <a:pt x="161" y="657"/>
                    </a:lnTo>
                    <a:lnTo>
                      <a:pt x="161" y="654"/>
                    </a:lnTo>
                    <a:lnTo>
                      <a:pt x="161" y="654"/>
                    </a:lnTo>
                    <a:lnTo>
                      <a:pt x="161" y="654"/>
                    </a:lnTo>
                    <a:lnTo>
                      <a:pt x="161" y="652"/>
                    </a:lnTo>
                    <a:lnTo>
                      <a:pt x="161" y="652"/>
                    </a:lnTo>
                    <a:lnTo>
                      <a:pt x="161" y="652"/>
                    </a:lnTo>
                    <a:lnTo>
                      <a:pt x="158" y="652"/>
                    </a:lnTo>
                    <a:lnTo>
                      <a:pt x="158" y="650"/>
                    </a:lnTo>
                    <a:lnTo>
                      <a:pt x="158" y="650"/>
                    </a:lnTo>
                    <a:lnTo>
                      <a:pt x="158" y="650"/>
                    </a:lnTo>
                    <a:lnTo>
                      <a:pt x="158" y="650"/>
                    </a:lnTo>
                    <a:lnTo>
                      <a:pt x="158" y="647"/>
                    </a:lnTo>
                    <a:lnTo>
                      <a:pt x="158" y="647"/>
                    </a:lnTo>
                    <a:lnTo>
                      <a:pt x="158" y="647"/>
                    </a:lnTo>
                    <a:lnTo>
                      <a:pt x="158" y="645"/>
                    </a:lnTo>
                    <a:lnTo>
                      <a:pt x="156" y="645"/>
                    </a:lnTo>
                    <a:lnTo>
                      <a:pt x="156" y="645"/>
                    </a:lnTo>
                    <a:lnTo>
                      <a:pt x="156" y="645"/>
                    </a:lnTo>
                    <a:lnTo>
                      <a:pt x="156" y="643"/>
                    </a:lnTo>
                    <a:lnTo>
                      <a:pt x="154" y="643"/>
                    </a:lnTo>
                    <a:lnTo>
                      <a:pt x="154" y="643"/>
                    </a:lnTo>
                    <a:lnTo>
                      <a:pt x="154" y="643"/>
                    </a:lnTo>
                    <a:lnTo>
                      <a:pt x="154" y="640"/>
                    </a:lnTo>
                    <a:lnTo>
                      <a:pt x="154" y="640"/>
                    </a:lnTo>
                    <a:lnTo>
                      <a:pt x="154" y="640"/>
                    </a:lnTo>
                    <a:lnTo>
                      <a:pt x="151" y="640"/>
                    </a:lnTo>
                    <a:lnTo>
                      <a:pt x="151" y="640"/>
                    </a:lnTo>
                    <a:lnTo>
                      <a:pt x="151" y="640"/>
                    </a:lnTo>
                    <a:lnTo>
                      <a:pt x="149" y="640"/>
                    </a:lnTo>
                    <a:lnTo>
                      <a:pt x="149" y="638"/>
                    </a:lnTo>
                    <a:lnTo>
                      <a:pt x="149" y="638"/>
                    </a:lnTo>
                    <a:lnTo>
                      <a:pt x="149" y="635"/>
                    </a:lnTo>
                    <a:lnTo>
                      <a:pt x="149" y="635"/>
                    </a:lnTo>
                    <a:lnTo>
                      <a:pt x="149" y="635"/>
                    </a:lnTo>
                    <a:lnTo>
                      <a:pt x="149" y="633"/>
                    </a:lnTo>
                    <a:lnTo>
                      <a:pt x="149" y="633"/>
                    </a:lnTo>
                    <a:lnTo>
                      <a:pt x="149" y="633"/>
                    </a:lnTo>
                    <a:lnTo>
                      <a:pt x="149" y="631"/>
                    </a:lnTo>
                    <a:lnTo>
                      <a:pt x="149" y="631"/>
                    </a:lnTo>
                    <a:lnTo>
                      <a:pt x="146" y="631"/>
                    </a:lnTo>
                    <a:lnTo>
                      <a:pt x="146" y="631"/>
                    </a:lnTo>
                    <a:lnTo>
                      <a:pt x="146" y="628"/>
                    </a:lnTo>
                    <a:lnTo>
                      <a:pt x="146" y="628"/>
                    </a:lnTo>
                    <a:lnTo>
                      <a:pt x="146" y="628"/>
                    </a:lnTo>
                    <a:lnTo>
                      <a:pt x="146" y="626"/>
                    </a:lnTo>
                    <a:lnTo>
                      <a:pt x="146" y="626"/>
                    </a:lnTo>
                    <a:lnTo>
                      <a:pt x="146" y="626"/>
                    </a:lnTo>
                    <a:lnTo>
                      <a:pt x="146" y="624"/>
                    </a:lnTo>
                    <a:lnTo>
                      <a:pt x="146" y="624"/>
                    </a:lnTo>
                    <a:lnTo>
                      <a:pt x="144" y="624"/>
                    </a:lnTo>
                    <a:lnTo>
                      <a:pt x="144" y="621"/>
                    </a:lnTo>
                    <a:lnTo>
                      <a:pt x="144" y="621"/>
                    </a:lnTo>
                    <a:lnTo>
                      <a:pt x="144" y="621"/>
                    </a:lnTo>
                    <a:lnTo>
                      <a:pt x="144" y="621"/>
                    </a:lnTo>
                    <a:lnTo>
                      <a:pt x="144" y="619"/>
                    </a:lnTo>
                    <a:lnTo>
                      <a:pt x="142" y="619"/>
                    </a:lnTo>
                    <a:lnTo>
                      <a:pt x="142" y="619"/>
                    </a:lnTo>
                    <a:lnTo>
                      <a:pt x="142" y="619"/>
                    </a:lnTo>
                    <a:lnTo>
                      <a:pt x="142" y="616"/>
                    </a:lnTo>
                    <a:lnTo>
                      <a:pt x="142" y="616"/>
                    </a:lnTo>
                    <a:lnTo>
                      <a:pt x="142" y="614"/>
                    </a:lnTo>
                    <a:lnTo>
                      <a:pt x="142" y="614"/>
                    </a:lnTo>
                    <a:lnTo>
                      <a:pt x="142" y="614"/>
                    </a:lnTo>
                    <a:lnTo>
                      <a:pt x="142" y="612"/>
                    </a:lnTo>
                    <a:lnTo>
                      <a:pt x="142" y="612"/>
                    </a:lnTo>
                    <a:lnTo>
                      <a:pt x="142" y="609"/>
                    </a:lnTo>
                    <a:lnTo>
                      <a:pt x="142" y="609"/>
                    </a:lnTo>
                    <a:lnTo>
                      <a:pt x="139" y="609"/>
                    </a:lnTo>
                    <a:lnTo>
                      <a:pt x="139" y="609"/>
                    </a:lnTo>
                    <a:lnTo>
                      <a:pt x="139" y="607"/>
                    </a:lnTo>
                    <a:lnTo>
                      <a:pt x="139" y="607"/>
                    </a:lnTo>
                    <a:lnTo>
                      <a:pt x="139" y="607"/>
                    </a:lnTo>
                    <a:lnTo>
                      <a:pt x="139" y="605"/>
                    </a:lnTo>
                    <a:lnTo>
                      <a:pt x="139" y="605"/>
                    </a:lnTo>
                    <a:lnTo>
                      <a:pt x="139" y="605"/>
                    </a:lnTo>
                    <a:lnTo>
                      <a:pt x="139" y="602"/>
                    </a:lnTo>
                    <a:lnTo>
                      <a:pt x="139" y="602"/>
                    </a:lnTo>
                    <a:lnTo>
                      <a:pt x="139" y="602"/>
                    </a:lnTo>
                    <a:lnTo>
                      <a:pt x="139" y="600"/>
                    </a:lnTo>
                    <a:lnTo>
                      <a:pt x="139" y="600"/>
                    </a:lnTo>
                    <a:lnTo>
                      <a:pt x="139" y="600"/>
                    </a:lnTo>
                    <a:lnTo>
                      <a:pt x="139" y="598"/>
                    </a:lnTo>
                    <a:lnTo>
                      <a:pt x="139" y="598"/>
                    </a:lnTo>
                    <a:lnTo>
                      <a:pt x="139" y="598"/>
                    </a:lnTo>
                    <a:lnTo>
                      <a:pt x="139" y="595"/>
                    </a:lnTo>
                    <a:lnTo>
                      <a:pt x="139" y="595"/>
                    </a:lnTo>
                    <a:lnTo>
                      <a:pt x="139" y="593"/>
                    </a:lnTo>
                    <a:lnTo>
                      <a:pt x="137" y="593"/>
                    </a:lnTo>
                    <a:lnTo>
                      <a:pt x="137" y="593"/>
                    </a:lnTo>
                    <a:lnTo>
                      <a:pt x="137" y="590"/>
                    </a:lnTo>
                    <a:lnTo>
                      <a:pt x="137" y="590"/>
                    </a:lnTo>
                    <a:lnTo>
                      <a:pt x="137" y="590"/>
                    </a:lnTo>
                    <a:lnTo>
                      <a:pt x="137" y="590"/>
                    </a:lnTo>
                    <a:lnTo>
                      <a:pt x="135" y="590"/>
                    </a:lnTo>
                    <a:lnTo>
                      <a:pt x="135" y="588"/>
                    </a:lnTo>
                    <a:lnTo>
                      <a:pt x="135" y="588"/>
                    </a:lnTo>
                    <a:lnTo>
                      <a:pt x="135" y="588"/>
                    </a:lnTo>
                    <a:lnTo>
                      <a:pt x="135" y="586"/>
                    </a:lnTo>
                    <a:lnTo>
                      <a:pt x="135" y="586"/>
                    </a:lnTo>
                    <a:lnTo>
                      <a:pt x="135" y="583"/>
                    </a:lnTo>
                    <a:lnTo>
                      <a:pt x="135" y="583"/>
                    </a:lnTo>
                    <a:lnTo>
                      <a:pt x="135" y="583"/>
                    </a:lnTo>
                    <a:lnTo>
                      <a:pt x="135" y="581"/>
                    </a:lnTo>
                    <a:lnTo>
                      <a:pt x="135" y="581"/>
                    </a:lnTo>
                    <a:lnTo>
                      <a:pt x="132" y="581"/>
                    </a:lnTo>
                    <a:lnTo>
                      <a:pt x="132" y="581"/>
                    </a:lnTo>
                    <a:lnTo>
                      <a:pt x="132" y="579"/>
                    </a:lnTo>
                    <a:lnTo>
                      <a:pt x="132" y="579"/>
                    </a:lnTo>
                    <a:lnTo>
                      <a:pt x="132" y="576"/>
                    </a:lnTo>
                    <a:lnTo>
                      <a:pt x="132" y="576"/>
                    </a:lnTo>
                    <a:lnTo>
                      <a:pt x="132" y="576"/>
                    </a:lnTo>
                    <a:lnTo>
                      <a:pt x="132" y="574"/>
                    </a:lnTo>
                    <a:lnTo>
                      <a:pt x="132" y="574"/>
                    </a:lnTo>
                    <a:lnTo>
                      <a:pt x="132" y="574"/>
                    </a:lnTo>
                    <a:lnTo>
                      <a:pt x="132" y="571"/>
                    </a:lnTo>
                    <a:lnTo>
                      <a:pt x="130" y="571"/>
                    </a:lnTo>
                    <a:lnTo>
                      <a:pt x="130" y="571"/>
                    </a:lnTo>
                    <a:lnTo>
                      <a:pt x="130" y="571"/>
                    </a:lnTo>
                    <a:lnTo>
                      <a:pt x="130" y="571"/>
                    </a:lnTo>
                    <a:lnTo>
                      <a:pt x="130" y="569"/>
                    </a:lnTo>
                    <a:lnTo>
                      <a:pt x="128" y="569"/>
                    </a:lnTo>
                    <a:lnTo>
                      <a:pt x="128" y="569"/>
                    </a:lnTo>
                    <a:lnTo>
                      <a:pt x="128" y="569"/>
                    </a:lnTo>
                    <a:lnTo>
                      <a:pt x="128" y="569"/>
                    </a:lnTo>
                    <a:lnTo>
                      <a:pt x="125" y="569"/>
                    </a:lnTo>
                    <a:lnTo>
                      <a:pt x="125" y="567"/>
                    </a:lnTo>
                    <a:lnTo>
                      <a:pt x="125" y="567"/>
                    </a:lnTo>
                    <a:lnTo>
                      <a:pt x="128" y="567"/>
                    </a:lnTo>
                    <a:lnTo>
                      <a:pt x="128" y="564"/>
                    </a:lnTo>
                    <a:lnTo>
                      <a:pt x="125" y="564"/>
                    </a:lnTo>
                    <a:lnTo>
                      <a:pt x="125" y="564"/>
                    </a:lnTo>
                    <a:lnTo>
                      <a:pt x="125" y="564"/>
                    </a:lnTo>
                    <a:lnTo>
                      <a:pt x="125" y="562"/>
                    </a:lnTo>
                    <a:lnTo>
                      <a:pt x="125" y="562"/>
                    </a:lnTo>
                    <a:lnTo>
                      <a:pt x="125" y="562"/>
                    </a:lnTo>
                    <a:lnTo>
                      <a:pt x="123" y="562"/>
                    </a:lnTo>
                    <a:lnTo>
                      <a:pt x="123" y="562"/>
                    </a:lnTo>
                    <a:lnTo>
                      <a:pt x="123" y="562"/>
                    </a:lnTo>
                    <a:lnTo>
                      <a:pt x="123" y="560"/>
                    </a:lnTo>
                    <a:lnTo>
                      <a:pt x="123" y="560"/>
                    </a:lnTo>
                    <a:lnTo>
                      <a:pt x="123" y="560"/>
                    </a:lnTo>
                    <a:lnTo>
                      <a:pt x="123" y="557"/>
                    </a:lnTo>
                    <a:lnTo>
                      <a:pt x="123" y="557"/>
                    </a:lnTo>
                    <a:lnTo>
                      <a:pt x="123" y="557"/>
                    </a:lnTo>
                    <a:lnTo>
                      <a:pt x="123" y="555"/>
                    </a:lnTo>
                    <a:lnTo>
                      <a:pt x="123" y="555"/>
                    </a:lnTo>
                    <a:lnTo>
                      <a:pt x="123" y="553"/>
                    </a:lnTo>
                    <a:lnTo>
                      <a:pt x="120" y="553"/>
                    </a:lnTo>
                    <a:lnTo>
                      <a:pt x="120" y="553"/>
                    </a:lnTo>
                    <a:lnTo>
                      <a:pt x="120" y="555"/>
                    </a:lnTo>
                    <a:lnTo>
                      <a:pt x="120" y="555"/>
                    </a:lnTo>
                    <a:lnTo>
                      <a:pt x="120" y="553"/>
                    </a:lnTo>
                    <a:lnTo>
                      <a:pt x="120" y="553"/>
                    </a:lnTo>
                    <a:lnTo>
                      <a:pt x="120" y="550"/>
                    </a:lnTo>
                    <a:lnTo>
                      <a:pt x="120" y="550"/>
                    </a:lnTo>
                    <a:lnTo>
                      <a:pt x="120" y="550"/>
                    </a:lnTo>
                    <a:lnTo>
                      <a:pt x="118" y="550"/>
                    </a:lnTo>
                    <a:lnTo>
                      <a:pt x="118" y="548"/>
                    </a:lnTo>
                    <a:lnTo>
                      <a:pt x="118" y="548"/>
                    </a:lnTo>
                    <a:lnTo>
                      <a:pt x="118" y="545"/>
                    </a:lnTo>
                    <a:lnTo>
                      <a:pt x="118" y="545"/>
                    </a:lnTo>
                    <a:lnTo>
                      <a:pt x="118" y="545"/>
                    </a:lnTo>
                    <a:lnTo>
                      <a:pt x="118" y="543"/>
                    </a:lnTo>
                    <a:lnTo>
                      <a:pt x="118" y="543"/>
                    </a:lnTo>
                    <a:lnTo>
                      <a:pt x="118" y="543"/>
                    </a:lnTo>
                    <a:lnTo>
                      <a:pt x="118" y="541"/>
                    </a:lnTo>
                    <a:lnTo>
                      <a:pt x="118" y="541"/>
                    </a:lnTo>
                    <a:lnTo>
                      <a:pt x="116" y="541"/>
                    </a:lnTo>
                    <a:lnTo>
                      <a:pt x="116" y="541"/>
                    </a:lnTo>
                    <a:lnTo>
                      <a:pt x="116" y="541"/>
                    </a:lnTo>
                    <a:lnTo>
                      <a:pt x="116" y="538"/>
                    </a:lnTo>
                    <a:lnTo>
                      <a:pt x="113" y="538"/>
                    </a:lnTo>
                    <a:lnTo>
                      <a:pt x="113" y="538"/>
                    </a:lnTo>
                    <a:lnTo>
                      <a:pt x="113" y="541"/>
                    </a:lnTo>
                    <a:lnTo>
                      <a:pt x="113" y="541"/>
                    </a:lnTo>
                    <a:lnTo>
                      <a:pt x="113" y="538"/>
                    </a:lnTo>
                    <a:lnTo>
                      <a:pt x="113" y="538"/>
                    </a:lnTo>
                    <a:lnTo>
                      <a:pt x="113" y="536"/>
                    </a:lnTo>
                    <a:lnTo>
                      <a:pt x="113" y="536"/>
                    </a:lnTo>
                    <a:lnTo>
                      <a:pt x="113" y="536"/>
                    </a:lnTo>
                    <a:lnTo>
                      <a:pt x="113" y="536"/>
                    </a:lnTo>
                    <a:lnTo>
                      <a:pt x="113" y="534"/>
                    </a:lnTo>
                    <a:lnTo>
                      <a:pt x="113" y="534"/>
                    </a:lnTo>
                    <a:lnTo>
                      <a:pt x="113" y="531"/>
                    </a:lnTo>
                    <a:lnTo>
                      <a:pt x="113" y="531"/>
                    </a:lnTo>
                    <a:lnTo>
                      <a:pt x="111" y="531"/>
                    </a:lnTo>
                    <a:lnTo>
                      <a:pt x="111" y="531"/>
                    </a:lnTo>
                    <a:lnTo>
                      <a:pt x="111" y="529"/>
                    </a:lnTo>
                    <a:lnTo>
                      <a:pt x="111" y="529"/>
                    </a:lnTo>
                    <a:lnTo>
                      <a:pt x="111" y="529"/>
                    </a:lnTo>
                    <a:lnTo>
                      <a:pt x="111" y="526"/>
                    </a:lnTo>
                    <a:lnTo>
                      <a:pt x="111" y="526"/>
                    </a:lnTo>
                    <a:lnTo>
                      <a:pt x="111" y="524"/>
                    </a:lnTo>
                    <a:lnTo>
                      <a:pt x="109" y="524"/>
                    </a:lnTo>
                    <a:lnTo>
                      <a:pt x="109" y="524"/>
                    </a:lnTo>
                    <a:lnTo>
                      <a:pt x="109" y="522"/>
                    </a:lnTo>
                    <a:lnTo>
                      <a:pt x="109" y="522"/>
                    </a:lnTo>
                    <a:lnTo>
                      <a:pt x="109" y="522"/>
                    </a:lnTo>
                    <a:lnTo>
                      <a:pt x="109" y="519"/>
                    </a:lnTo>
                    <a:lnTo>
                      <a:pt x="109" y="519"/>
                    </a:lnTo>
                    <a:lnTo>
                      <a:pt x="109" y="517"/>
                    </a:lnTo>
                    <a:lnTo>
                      <a:pt x="109" y="517"/>
                    </a:lnTo>
                    <a:lnTo>
                      <a:pt x="109" y="517"/>
                    </a:lnTo>
                    <a:lnTo>
                      <a:pt x="109" y="515"/>
                    </a:lnTo>
                    <a:lnTo>
                      <a:pt x="109" y="515"/>
                    </a:lnTo>
                    <a:lnTo>
                      <a:pt x="109" y="512"/>
                    </a:lnTo>
                    <a:lnTo>
                      <a:pt x="109" y="512"/>
                    </a:lnTo>
                    <a:lnTo>
                      <a:pt x="109" y="512"/>
                    </a:lnTo>
                    <a:lnTo>
                      <a:pt x="109" y="510"/>
                    </a:lnTo>
                    <a:lnTo>
                      <a:pt x="109" y="510"/>
                    </a:lnTo>
                    <a:lnTo>
                      <a:pt x="109" y="507"/>
                    </a:lnTo>
                    <a:lnTo>
                      <a:pt x="109" y="507"/>
                    </a:lnTo>
                    <a:lnTo>
                      <a:pt x="109" y="507"/>
                    </a:lnTo>
                    <a:lnTo>
                      <a:pt x="109" y="505"/>
                    </a:lnTo>
                    <a:lnTo>
                      <a:pt x="109" y="505"/>
                    </a:lnTo>
                    <a:lnTo>
                      <a:pt x="106" y="505"/>
                    </a:lnTo>
                    <a:lnTo>
                      <a:pt x="106" y="503"/>
                    </a:lnTo>
                    <a:lnTo>
                      <a:pt x="106" y="503"/>
                    </a:lnTo>
                    <a:lnTo>
                      <a:pt x="109" y="503"/>
                    </a:lnTo>
                    <a:lnTo>
                      <a:pt x="109" y="500"/>
                    </a:lnTo>
                    <a:lnTo>
                      <a:pt x="106" y="500"/>
                    </a:lnTo>
                    <a:lnTo>
                      <a:pt x="106" y="500"/>
                    </a:lnTo>
                    <a:lnTo>
                      <a:pt x="106" y="500"/>
                    </a:lnTo>
                    <a:lnTo>
                      <a:pt x="106" y="498"/>
                    </a:lnTo>
                    <a:lnTo>
                      <a:pt x="106" y="498"/>
                    </a:lnTo>
                    <a:lnTo>
                      <a:pt x="106" y="498"/>
                    </a:lnTo>
                    <a:lnTo>
                      <a:pt x="106" y="496"/>
                    </a:lnTo>
                    <a:lnTo>
                      <a:pt x="106" y="496"/>
                    </a:lnTo>
                    <a:lnTo>
                      <a:pt x="106" y="493"/>
                    </a:lnTo>
                    <a:lnTo>
                      <a:pt x="106" y="493"/>
                    </a:lnTo>
                    <a:lnTo>
                      <a:pt x="106" y="493"/>
                    </a:lnTo>
                    <a:lnTo>
                      <a:pt x="106" y="493"/>
                    </a:lnTo>
                    <a:lnTo>
                      <a:pt x="106" y="491"/>
                    </a:lnTo>
                    <a:lnTo>
                      <a:pt x="106" y="491"/>
                    </a:lnTo>
                    <a:lnTo>
                      <a:pt x="106" y="491"/>
                    </a:lnTo>
                    <a:lnTo>
                      <a:pt x="106" y="491"/>
                    </a:lnTo>
                    <a:lnTo>
                      <a:pt x="104" y="491"/>
                    </a:lnTo>
                    <a:lnTo>
                      <a:pt x="104" y="489"/>
                    </a:lnTo>
                    <a:lnTo>
                      <a:pt x="104" y="489"/>
                    </a:lnTo>
                    <a:lnTo>
                      <a:pt x="104" y="489"/>
                    </a:lnTo>
                    <a:lnTo>
                      <a:pt x="104" y="486"/>
                    </a:lnTo>
                    <a:lnTo>
                      <a:pt x="104" y="486"/>
                    </a:lnTo>
                    <a:lnTo>
                      <a:pt x="104" y="484"/>
                    </a:lnTo>
                    <a:lnTo>
                      <a:pt x="101" y="484"/>
                    </a:lnTo>
                    <a:lnTo>
                      <a:pt x="101" y="484"/>
                    </a:lnTo>
                    <a:lnTo>
                      <a:pt x="101" y="481"/>
                    </a:lnTo>
                    <a:lnTo>
                      <a:pt x="101" y="481"/>
                    </a:lnTo>
                    <a:lnTo>
                      <a:pt x="101" y="481"/>
                    </a:lnTo>
                    <a:lnTo>
                      <a:pt x="101" y="481"/>
                    </a:lnTo>
                    <a:lnTo>
                      <a:pt x="101" y="479"/>
                    </a:lnTo>
                    <a:lnTo>
                      <a:pt x="101" y="479"/>
                    </a:lnTo>
                    <a:lnTo>
                      <a:pt x="101" y="477"/>
                    </a:lnTo>
                    <a:lnTo>
                      <a:pt x="101" y="477"/>
                    </a:lnTo>
                    <a:lnTo>
                      <a:pt x="101" y="477"/>
                    </a:lnTo>
                    <a:lnTo>
                      <a:pt x="101" y="474"/>
                    </a:lnTo>
                    <a:lnTo>
                      <a:pt x="101" y="474"/>
                    </a:lnTo>
                    <a:lnTo>
                      <a:pt x="101" y="472"/>
                    </a:lnTo>
                    <a:lnTo>
                      <a:pt x="101" y="472"/>
                    </a:lnTo>
                    <a:lnTo>
                      <a:pt x="101" y="472"/>
                    </a:lnTo>
                    <a:lnTo>
                      <a:pt x="101" y="470"/>
                    </a:lnTo>
                    <a:lnTo>
                      <a:pt x="99" y="470"/>
                    </a:lnTo>
                    <a:lnTo>
                      <a:pt x="99" y="470"/>
                    </a:lnTo>
                    <a:lnTo>
                      <a:pt x="99" y="470"/>
                    </a:lnTo>
                    <a:lnTo>
                      <a:pt x="99" y="467"/>
                    </a:lnTo>
                    <a:lnTo>
                      <a:pt x="99" y="467"/>
                    </a:lnTo>
                    <a:lnTo>
                      <a:pt x="99" y="467"/>
                    </a:lnTo>
                    <a:lnTo>
                      <a:pt x="99" y="465"/>
                    </a:lnTo>
                    <a:lnTo>
                      <a:pt x="99" y="465"/>
                    </a:lnTo>
                    <a:lnTo>
                      <a:pt x="101" y="465"/>
                    </a:lnTo>
                    <a:lnTo>
                      <a:pt x="101" y="462"/>
                    </a:lnTo>
                    <a:lnTo>
                      <a:pt x="101" y="462"/>
                    </a:lnTo>
                    <a:lnTo>
                      <a:pt x="99" y="462"/>
                    </a:lnTo>
                    <a:lnTo>
                      <a:pt x="99" y="462"/>
                    </a:lnTo>
                    <a:lnTo>
                      <a:pt x="99" y="462"/>
                    </a:lnTo>
                    <a:lnTo>
                      <a:pt x="99" y="462"/>
                    </a:lnTo>
                    <a:lnTo>
                      <a:pt x="99" y="462"/>
                    </a:lnTo>
                    <a:lnTo>
                      <a:pt x="99" y="460"/>
                    </a:lnTo>
                    <a:lnTo>
                      <a:pt x="99" y="460"/>
                    </a:lnTo>
                    <a:lnTo>
                      <a:pt x="99" y="458"/>
                    </a:lnTo>
                    <a:lnTo>
                      <a:pt x="99" y="458"/>
                    </a:lnTo>
                    <a:lnTo>
                      <a:pt x="99" y="458"/>
                    </a:lnTo>
                    <a:lnTo>
                      <a:pt x="99" y="455"/>
                    </a:lnTo>
                    <a:lnTo>
                      <a:pt x="99" y="455"/>
                    </a:lnTo>
                    <a:lnTo>
                      <a:pt x="99" y="453"/>
                    </a:lnTo>
                    <a:lnTo>
                      <a:pt x="99" y="453"/>
                    </a:lnTo>
                    <a:lnTo>
                      <a:pt x="99" y="453"/>
                    </a:lnTo>
                    <a:lnTo>
                      <a:pt x="99" y="451"/>
                    </a:lnTo>
                    <a:lnTo>
                      <a:pt x="99" y="451"/>
                    </a:lnTo>
                    <a:lnTo>
                      <a:pt x="97" y="451"/>
                    </a:lnTo>
                    <a:lnTo>
                      <a:pt x="97" y="448"/>
                    </a:lnTo>
                    <a:lnTo>
                      <a:pt x="97" y="448"/>
                    </a:lnTo>
                    <a:lnTo>
                      <a:pt x="97" y="446"/>
                    </a:lnTo>
                    <a:lnTo>
                      <a:pt x="97" y="446"/>
                    </a:lnTo>
                    <a:lnTo>
                      <a:pt x="97" y="443"/>
                    </a:lnTo>
                    <a:lnTo>
                      <a:pt x="97" y="443"/>
                    </a:lnTo>
                    <a:lnTo>
                      <a:pt x="97" y="443"/>
                    </a:lnTo>
                    <a:lnTo>
                      <a:pt x="97" y="443"/>
                    </a:lnTo>
                    <a:lnTo>
                      <a:pt x="97" y="441"/>
                    </a:lnTo>
                    <a:lnTo>
                      <a:pt x="97" y="441"/>
                    </a:lnTo>
                    <a:lnTo>
                      <a:pt x="94" y="441"/>
                    </a:lnTo>
                    <a:lnTo>
                      <a:pt x="94" y="439"/>
                    </a:lnTo>
                    <a:lnTo>
                      <a:pt x="94" y="439"/>
                    </a:lnTo>
                    <a:lnTo>
                      <a:pt x="97" y="439"/>
                    </a:lnTo>
                    <a:lnTo>
                      <a:pt x="97" y="436"/>
                    </a:lnTo>
                    <a:lnTo>
                      <a:pt x="97" y="436"/>
                    </a:lnTo>
                    <a:lnTo>
                      <a:pt x="97" y="434"/>
                    </a:lnTo>
                    <a:lnTo>
                      <a:pt x="97" y="434"/>
                    </a:lnTo>
                    <a:lnTo>
                      <a:pt x="97" y="434"/>
                    </a:lnTo>
                    <a:lnTo>
                      <a:pt x="97" y="434"/>
                    </a:lnTo>
                    <a:lnTo>
                      <a:pt x="97" y="432"/>
                    </a:lnTo>
                    <a:lnTo>
                      <a:pt x="97" y="432"/>
                    </a:lnTo>
                    <a:lnTo>
                      <a:pt x="97" y="432"/>
                    </a:lnTo>
                    <a:lnTo>
                      <a:pt x="97" y="432"/>
                    </a:lnTo>
                    <a:lnTo>
                      <a:pt x="97" y="429"/>
                    </a:lnTo>
                    <a:lnTo>
                      <a:pt x="97" y="429"/>
                    </a:lnTo>
                    <a:lnTo>
                      <a:pt x="97" y="427"/>
                    </a:lnTo>
                    <a:lnTo>
                      <a:pt x="99" y="427"/>
                    </a:lnTo>
                    <a:lnTo>
                      <a:pt x="99" y="427"/>
                    </a:lnTo>
                    <a:lnTo>
                      <a:pt x="99" y="425"/>
                    </a:lnTo>
                    <a:lnTo>
                      <a:pt x="99" y="425"/>
                    </a:lnTo>
                    <a:lnTo>
                      <a:pt x="99" y="425"/>
                    </a:lnTo>
                    <a:lnTo>
                      <a:pt x="99" y="422"/>
                    </a:lnTo>
                    <a:lnTo>
                      <a:pt x="99" y="422"/>
                    </a:lnTo>
                    <a:lnTo>
                      <a:pt x="99" y="422"/>
                    </a:lnTo>
                    <a:lnTo>
                      <a:pt x="101" y="422"/>
                    </a:lnTo>
                    <a:lnTo>
                      <a:pt x="101" y="422"/>
                    </a:lnTo>
                    <a:lnTo>
                      <a:pt x="101" y="420"/>
                    </a:lnTo>
                    <a:lnTo>
                      <a:pt x="101" y="420"/>
                    </a:lnTo>
                    <a:lnTo>
                      <a:pt x="99" y="420"/>
                    </a:lnTo>
                    <a:lnTo>
                      <a:pt x="99" y="417"/>
                    </a:lnTo>
                    <a:lnTo>
                      <a:pt x="99" y="417"/>
                    </a:lnTo>
                    <a:lnTo>
                      <a:pt x="99" y="415"/>
                    </a:lnTo>
                    <a:lnTo>
                      <a:pt x="99" y="415"/>
                    </a:lnTo>
                    <a:lnTo>
                      <a:pt x="99" y="415"/>
                    </a:lnTo>
                    <a:lnTo>
                      <a:pt x="99" y="413"/>
                    </a:lnTo>
                    <a:lnTo>
                      <a:pt x="99" y="413"/>
                    </a:lnTo>
                    <a:lnTo>
                      <a:pt x="99" y="413"/>
                    </a:lnTo>
                    <a:lnTo>
                      <a:pt x="99" y="413"/>
                    </a:lnTo>
                    <a:lnTo>
                      <a:pt x="97" y="413"/>
                    </a:lnTo>
                    <a:lnTo>
                      <a:pt x="97" y="410"/>
                    </a:lnTo>
                    <a:lnTo>
                      <a:pt x="97" y="410"/>
                    </a:lnTo>
                    <a:lnTo>
                      <a:pt x="97" y="408"/>
                    </a:lnTo>
                    <a:lnTo>
                      <a:pt x="97" y="408"/>
                    </a:lnTo>
                    <a:lnTo>
                      <a:pt x="94" y="408"/>
                    </a:lnTo>
                    <a:lnTo>
                      <a:pt x="94" y="408"/>
                    </a:lnTo>
                    <a:lnTo>
                      <a:pt x="94" y="408"/>
                    </a:lnTo>
                    <a:lnTo>
                      <a:pt x="94" y="406"/>
                    </a:lnTo>
                    <a:lnTo>
                      <a:pt x="94" y="406"/>
                    </a:lnTo>
                    <a:lnTo>
                      <a:pt x="94" y="403"/>
                    </a:lnTo>
                    <a:lnTo>
                      <a:pt x="94" y="403"/>
                    </a:lnTo>
                    <a:lnTo>
                      <a:pt x="94" y="403"/>
                    </a:lnTo>
                    <a:lnTo>
                      <a:pt x="94" y="401"/>
                    </a:lnTo>
                    <a:lnTo>
                      <a:pt x="94" y="401"/>
                    </a:lnTo>
                    <a:lnTo>
                      <a:pt x="94" y="401"/>
                    </a:lnTo>
                    <a:lnTo>
                      <a:pt x="94" y="398"/>
                    </a:lnTo>
                    <a:lnTo>
                      <a:pt x="94" y="398"/>
                    </a:lnTo>
                    <a:lnTo>
                      <a:pt x="94" y="396"/>
                    </a:lnTo>
                    <a:lnTo>
                      <a:pt x="97" y="396"/>
                    </a:lnTo>
                    <a:lnTo>
                      <a:pt x="97" y="396"/>
                    </a:lnTo>
                    <a:lnTo>
                      <a:pt x="94" y="396"/>
                    </a:lnTo>
                    <a:lnTo>
                      <a:pt x="94" y="396"/>
                    </a:lnTo>
                    <a:lnTo>
                      <a:pt x="94" y="394"/>
                    </a:lnTo>
                    <a:lnTo>
                      <a:pt x="94" y="394"/>
                    </a:lnTo>
                    <a:lnTo>
                      <a:pt x="94" y="394"/>
                    </a:lnTo>
                    <a:lnTo>
                      <a:pt x="92" y="394"/>
                    </a:lnTo>
                    <a:lnTo>
                      <a:pt x="92" y="394"/>
                    </a:lnTo>
                    <a:lnTo>
                      <a:pt x="92" y="391"/>
                    </a:lnTo>
                    <a:lnTo>
                      <a:pt x="92" y="391"/>
                    </a:lnTo>
                    <a:lnTo>
                      <a:pt x="94" y="391"/>
                    </a:lnTo>
                    <a:lnTo>
                      <a:pt x="94" y="389"/>
                    </a:lnTo>
                    <a:lnTo>
                      <a:pt x="94" y="389"/>
                    </a:lnTo>
                    <a:lnTo>
                      <a:pt x="94" y="389"/>
                    </a:lnTo>
                    <a:lnTo>
                      <a:pt x="94" y="389"/>
                    </a:lnTo>
                    <a:lnTo>
                      <a:pt x="94" y="387"/>
                    </a:lnTo>
                    <a:lnTo>
                      <a:pt x="94" y="387"/>
                    </a:lnTo>
                    <a:lnTo>
                      <a:pt x="94" y="387"/>
                    </a:lnTo>
                    <a:lnTo>
                      <a:pt x="94" y="387"/>
                    </a:lnTo>
                    <a:lnTo>
                      <a:pt x="94" y="387"/>
                    </a:lnTo>
                    <a:lnTo>
                      <a:pt x="92" y="387"/>
                    </a:lnTo>
                    <a:lnTo>
                      <a:pt x="92" y="387"/>
                    </a:lnTo>
                    <a:lnTo>
                      <a:pt x="92" y="384"/>
                    </a:lnTo>
                    <a:lnTo>
                      <a:pt x="92" y="384"/>
                    </a:lnTo>
                    <a:lnTo>
                      <a:pt x="92" y="382"/>
                    </a:lnTo>
                    <a:lnTo>
                      <a:pt x="92" y="382"/>
                    </a:lnTo>
                    <a:lnTo>
                      <a:pt x="92" y="382"/>
                    </a:lnTo>
                    <a:lnTo>
                      <a:pt x="92" y="380"/>
                    </a:lnTo>
                    <a:lnTo>
                      <a:pt x="92" y="380"/>
                    </a:lnTo>
                    <a:lnTo>
                      <a:pt x="92" y="380"/>
                    </a:lnTo>
                    <a:lnTo>
                      <a:pt x="92" y="382"/>
                    </a:lnTo>
                    <a:lnTo>
                      <a:pt x="90" y="382"/>
                    </a:lnTo>
                    <a:lnTo>
                      <a:pt x="90" y="382"/>
                    </a:lnTo>
                    <a:lnTo>
                      <a:pt x="90" y="382"/>
                    </a:lnTo>
                    <a:lnTo>
                      <a:pt x="90" y="382"/>
                    </a:lnTo>
                    <a:lnTo>
                      <a:pt x="87" y="382"/>
                    </a:lnTo>
                    <a:lnTo>
                      <a:pt x="87" y="384"/>
                    </a:lnTo>
                    <a:lnTo>
                      <a:pt x="87" y="384"/>
                    </a:lnTo>
                    <a:lnTo>
                      <a:pt x="87" y="384"/>
                    </a:lnTo>
                    <a:lnTo>
                      <a:pt x="87" y="387"/>
                    </a:lnTo>
                    <a:lnTo>
                      <a:pt x="87" y="387"/>
                    </a:lnTo>
                    <a:lnTo>
                      <a:pt x="87" y="387"/>
                    </a:lnTo>
                    <a:lnTo>
                      <a:pt x="87" y="387"/>
                    </a:lnTo>
                    <a:lnTo>
                      <a:pt x="87" y="389"/>
                    </a:lnTo>
                    <a:lnTo>
                      <a:pt x="87" y="389"/>
                    </a:lnTo>
                    <a:lnTo>
                      <a:pt x="87" y="391"/>
                    </a:lnTo>
                    <a:lnTo>
                      <a:pt x="87" y="391"/>
                    </a:lnTo>
                    <a:lnTo>
                      <a:pt x="87" y="391"/>
                    </a:lnTo>
                    <a:lnTo>
                      <a:pt x="87" y="394"/>
                    </a:lnTo>
                    <a:lnTo>
                      <a:pt x="90" y="394"/>
                    </a:lnTo>
                    <a:lnTo>
                      <a:pt x="90" y="394"/>
                    </a:lnTo>
                    <a:lnTo>
                      <a:pt x="90" y="394"/>
                    </a:lnTo>
                    <a:lnTo>
                      <a:pt x="90" y="394"/>
                    </a:lnTo>
                    <a:lnTo>
                      <a:pt x="90" y="394"/>
                    </a:lnTo>
                    <a:lnTo>
                      <a:pt x="87" y="394"/>
                    </a:lnTo>
                    <a:lnTo>
                      <a:pt x="87" y="396"/>
                    </a:lnTo>
                    <a:lnTo>
                      <a:pt x="87" y="396"/>
                    </a:lnTo>
                    <a:lnTo>
                      <a:pt x="87" y="398"/>
                    </a:lnTo>
                    <a:lnTo>
                      <a:pt x="87" y="398"/>
                    </a:lnTo>
                    <a:lnTo>
                      <a:pt x="87" y="398"/>
                    </a:lnTo>
                    <a:lnTo>
                      <a:pt x="87" y="398"/>
                    </a:lnTo>
                    <a:lnTo>
                      <a:pt x="87" y="401"/>
                    </a:lnTo>
                    <a:lnTo>
                      <a:pt x="87" y="401"/>
                    </a:lnTo>
                    <a:lnTo>
                      <a:pt x="85" y="401"/>
                    </a:lnTo>
                    <a:lnTo>
                      <a:pt x="85" y="403"/>
                    </a:lnTo>
                    <a:lnTo>
                      <a:pt x="85" y="403"/>
                    </a:lnTo>
                    <a:lnTo>
                      <a:pt x="85" y="403"/>
                    </a:lnTo>
                    <a:lnTo>
                      <a:pt x="85" y="403"/>
                    </a:lnTo>
                    <a:lnTo>
                      <a:pt x="85" y="406"/>
                    </a:lnTo>
                    <a:lnTo>
                      <a:pt x="85" y="406"/>
                    </a:lnTo>
                    <a:lnTo>
                      <a:pt x="83" y="406"/>
                    </a:lnTo>
                    <a:lnTo>
                      <a:pt x="83" y="406"/>
                    </a:lnTo>
                    <a:lnTo>
                      <a:pt x="83" y="406"/>
                    </a:lnTo>
                    <a:lnTo>
                      <a:pt x="83" y="408"/>
                    </a:lnTo>
                    <a:lnTo>
                      <a:pt x="80" y="408"/>
                    </a:lnTo>
                    <a:lnTo>
                      <a:pt x="80" y="408"/>
                    </a:lnTo>
                    <a:lnTo>
                      <a:pt x="80" y="408"/>
                    </a:lnTo>
                    <a:lnTo>
                      <a:pt x="80" y="408"/>
                    </a:lnTo>
                    <a:lnTo>
                      <a:pt x="78" y="408"/>
                    </a:lnTo>
                    <a:lnTo>
                      <a:pt x="78" y="410"/>
                    </a:lnTo>
                    <a:lnTo>
                      <a:pt x="78" y="410"/>
                    </a:lnTo>
                    <a:lnTo>
                      <a:pt x="75" y="410"/>
                    </a:lnTo>
                    <a:lnTo>
                      <a:pt x="75" y="410"/>
                    </a:lnTo>
                    <a:lnTo>
                      <a:pt x="75" y="410"/>
                    </a:lnTo>
                    <a:lnTo>
                      <a:pt x="75" y="410"/>
                    </a:lnTo>
                    <a:lnTo>
                      <a:pt x="73" y="410"/>
                    </a:lnTo>
                    <a:lnTo>
                      <a:pt x="73" y="410"/>
                    </a:lnTo>
                    <a:lnTo>
                      <a:pt x="73" y="413"/>
                    </a:lnTo>
                    <a:lnTo>
                      <a:pt x="73" y="413"/>
                    </a:lnTo>
                    <a:lnTo>
                      <a:pt x="71" y="413"/>
                    </a:lnTo>
                    <a:lnTo>
                      <a:pt x="71" y="413"/>
                    </a:lnTo>
                    <a:lnTo>
                      <a:pt x="71" y="413"/>
                    </a:lnTo>
                    <a:lnTo>
                      <a:pt x="71" y="413"/>
                    </a:lnTo>
                    <a:lnTo>
                      <a:pt x="68" y="413"/>
                    </a:lnTo>
                    <a:lnTo>
                      <a:pt x="68" y="413"/>
                    </a:lnTo>
                    <a:lnTo>
                      <a:pt x="68" y="413"/>
                    </a:lnTo>
                    <a:lnTo>
                      <a:pt x="68" y="415"/>
                    </a:lnTo>
                    <a:lnTo>
                      <a:pt x="66" y="415"/>
                    </a:lnTo>
                    <a:lnTo>
                      <a:pt x="66" y="415"/>
                    </a:lnTo>
                    <a:lnTo>
                      <a:pt x="66" y="415"/>
                    </a:lnTo>
                    <a:lnTo>
                      <a:pt x="66" y="415"/>
                    </a:lnTo>
                    <a:lnTo>
                      <a:pt x="64" y="415"/>
                    </a:lnTo>
                    <a:lnTo>
                      <a:pt x="64" y="415"/>
                    </a:lnTo>
                    <a:lnTo>
                      <a:pt x="61" y="415"/>
                    </a:lnTo>
                    <a:lnTo>
                      <a:pt x="61" y="417"/>
                    </a:lnTo>
                    <a:lnTo>
                      <a:pt x="61" y="417"/>
                    </a:lnTo>
                    <a:lnTo>
                      <a:pt x="61" y="417"/>
                    </a:lnTo>
                    <a:lnTo>
                      <a:pt x="61" y="417"/>
                    </a:lnTo>
                    <a:lnTo>
                      <a:pt x="59" y="417"/>
                    </a:lnTo>
                    <a:lnTo>
                      <a:pt x="59" y="417"/>
                    </a:lnTo>
                    <a:lnTo>
                      <a:pt x="59" y="417"/>
                    </a:lnTo>
                    <a:lnTo>
                      <a:pt x="57" y="417"/>
                    </a:lnTo>
                    <a:lnTo>
                      <a:pt x="57" y="417"/>
                    </a:lnTo>
                    <a:lnTo>
                      <a:pt x="54" y="417"/>
                    </a:lnTo>
                    <a:lnTo>
                      <a:pt x="54" y="417"/>
                    </a:lnTo>
                    <a:lnTo>
                      <a:pt x="54" y="417"/>
                    </a:lnTo>
                    <a:lnTo>
                      <a:pt x="54" y="417"/>
                    </a:lnTo>
                    <a:lnTo>
                      <a:pt x="54" y="415"/>
                    </a:lnTo>
                    <a:lnTo>
                      <a:pt x="52" y="415"/>
                    </a:lnTo>
                    <a:lnTo>
                      <a:pt x="52" y="415"/>
                    </a:lnTo>
                    <a:lnTo>
                      <a:pt x="52" y="415"/>
                    </a:lnTo>
                    <a:lnTo>
                      <a:pt x="52" y="415"/>
                    </a:lnTo>
                    <a:lnTo>
                      <a:pt x="49" y="415"/>
                    </a:lnTo>
                    <a:lnTo>
                      <a:pt x="49" y="415"/>
                    </a:lnTo>
                    <a:lnTo>
                      <a:pt x="49" y="413"/>
                    </a:lnTo>
                    <a:lnTo>
                      <a:pt x="47" y="413"/>
                    </a:lnTo>
                    <a:lnTo>
                      <a:pt x="47" y="413"/>
                    </a:lnTo>
                    <a:lnTo>
                      <a:pt x="47" y="413"/>
                    </a:lnTo>
                    <a:lnTo>
                      <a:pt x="47" y="413"/>
                    </a:lnTo>
                    <a:lnTo>
                      <a:pt x="47" y="413"/>
                    </a:lnTo>
                    <a:lnTo>
                      <a:pt x="45" y="413"/>
                    </a:lnTo>
                    <a:lnTo>
                      <a:pt x="45" y="413"/>
                    </a:lnTo>
                    <a:lnTo>
                      <a:pt x="45" y="410"/>
                    </a:lnTo>
                    <a:lnTo>
                      <a:pt x="42" y="410"/>
                    </a:lnTo>
                    <a:lnTo>
                      <a:pt x="42" y="410"/>
                    </a:lnTo>
                    <a:lnTo>
                      <a:pt x="42" y="410"/>
                    </a:lnTo>
                    <a:lnTo>
                      <a:pt x="42" y="408"/>
                    </a:lnTo>
                    <a:lnTo>
                      <a:pt x="42" y="408"/>
                    </a:lnTo>
                    <a:lnTo>
                      <a:pt x="42" y="408"/>
                    </a:lnTo>
                    <a:lnTo>
                      <a:pt x="40" y="408"/>
                    </a:lnTo>
                    <a:lnTo>
                      <a:pt x="40" y="408"/>
                    </a:lnTo>
                    <a:lnTo>
                      <a:pt x="40" y="406"/>
                    </a:lnTo>
                    <a:lnTo>
                      <a:pt x="40" y="406"/>
                    </a:lnTo>
                    <a:lnTo>
                      <a:pt x="40" y="406"/>
                    </a:lnTo>
                    <a:lnTo>
                      <a:pt x="38" y="406"/>
                    </a:lnTo>
                    <a:lnTo>
                      <a:pt x="38" y="403"/>
                    </a:lnTo>
                    <a:lnTo>
                      <a:pt x="38" y="403"/>
                    </a:lnTo>
                    <a:lnTo>
                      <a:pt x="38" y="403"/>
                    </a:lnTo>
                    <a:lnTo>
                      <a:pt x="38" y="403"/>
                    </a:lnTo>
                    <a:lnTo>
                      <a:pt x="35" y="403"/>
                    </a:lnTo>
                    <a:lnTo>
                      <a:pt x="35" y="401"/>
                    </a:lnTo>
                    <a:lnTo>
                      <a:pt x="35" y="401"/>
                    </a:lnTo>
                    <a:lnTo>
                      <a:pt x="35" y="401"/>
                    </a:lnTo>
                    <a:lnTo>
                      <a:pt x="35" y="401"/>
                    </a:lnTo>
                    <a:lnTo>
                      <a:pt x="35" y="398"/>
                    </a:lnTo>
                    <a:lnTo>
                      <a:pt x="33" y="398"/>
                    </a:lnTo>
                    <a:lnTo>
                      <a:pt x="33" y="398"/>
                    </a:lnTo>
                    <a:lnTo>
                      <a:pt x="33" y="398"/>
                    </a:lnTo>
                    <a:lnTo>
                      <a:pt x="33" y="396"/>
                    </a:lnTo>
                    <a:lnTo>
                      <a:pt x="33" y="396"/>
                    </a:lnTo>
                    <a:lnTo>
                      <a:pt x="33" y="396"/>
                    </a:lnTo>
                    <a:lnTo>
                      <a:pt x="30" y="396"/>
                    </a:lnTo>
                    <a:lnTo>
                      <a:pt x="30" y="394"/>
                    </a:lnTo>
                    <a:lnTo>
                      <a:pt x="30" y="394"/>
                    </a:lnTo>
                    <a:lnTo>
                      <a:pt x="30" y="394"/>
                    </a:lnTo>
                    <a:lnTo>
                      <a:pt x="28" y="394"/>
                    </a:lnTo>
                    <a:lnTo>
                      <a:pt x="28" y="394"/>
                    </a:lnTo>
                    <a:lnTo>
                      <a:pt x="28" y="394"/>
                    </a:lnTo>
                    <a:lnTo>
                      <a:pt x="28" y="394"/>
                    </a:lnTo>
                    <a:lnTo>
                      <a:pt x="28" y="391"/>
                    </a:lnTo>
                    <a:lnTo>
                      <a:pt x="26" y="391"/>
                    </a:lnTo>
                    <a:lnTo>
                      <a:pt x="26" y="391"/>
                    </a:lnTo>
                    <a:lnTo>
                      <a:pt x="26" y="391"/>
                    </a:lnTo>
                    <a:lnTo>
                      <a:pt x="26" y="389"/>
                    </a:lnTo>
                    <a:lnTo>
                      <a:pt x="26" y="389"/>
                    </a:lnTo>
                    <a:lnTo>
                      <a:pt x="26" y="389"/>
                    </a:lnTo>
                    <a:lnTo>
                      <a:pt x="23" y="389"/>
                    </a:lnTo>
                    <a:lnTo>
                      <a:pt x="23" y="387"/>
                    </a:lnTo>
                    <a:lnTo>
                      <a:pt x="23" y="387"/>
                    </a:lnTo>
                    <a:lnTo>
                      <a:pt x="23" y="387"/>
                    </a:lnTo>
                    <a:lnTo>
                      <a:pt x="21" y="387"/>
                    </a:lnTo>
                    <a:lnTo>
                      <a:pt x="21" y="384"/>
                    </a:lnTo>
                    <a:lnTo>
                      <a:pt x="21" y="384"/>
                    </a:lnTo>
                    <a:lnTo>
                      <a:pt x="21" y="384"/>
                    </a:lnTo>
                    <a:lnTo>
                      <a:pt x="21" y="384"/>
                    </a:lnTo>
                    <a:lnTo>
                      <a:pt x="21" y="382"/>
                    </a:lnTo>
                    <a:lnTo>
                      <a:pt x="19" y="382"/>
                    </a:lnTo>
                    <a:lnTo>
                      <a:pt x="19" y="382"/>
                    </a:lnTo>
                    <a:lnTo>
                      <a:pt x="19" y="382"/>
                    </a:lnTo>
                    <a:lnTo>
                      <a:pt x="19" y="382"/>
                    </a:lnTo>
                    <a:lnTo>
                      <a:pt x="19" y="382"/>
                    </a:lnTo>
                    <a:lnTo>
                      <a:pt x="19" y="380"/>
                    </a:lnTo>
                    <a:lnTo>
                      <a:pt x="16" y="380"/>
                    </a:lnTo>
                    <a:lnTo>
                      <a:pt x="16" y="380"/>
                    </a:lnTo>
                    <a:lnTo>
                      <a:pt x="16" y="380"/>
                    </a:lnTo>
                    <a:lnTo>
                      <a:pt x="16" y="377"/>
                    </a:lnTo>
                    <a:lnTo>
                      <a:pt x="16" y="377"/>
                    </a:lnTo>
                    <a:lnTo>
                      <a:pt x="16" y="375"/>
                    </a:lnTo>
                    <a:lnTo>
                      <a:pt x="16" y="375"/>
                    </a:lnTo>
                    <a:lnTo>
                      <a:pt x="16" y="375"/>
                    </a:lnTo>
                    <a:lnTo>
                      <a:pt x="16" y="372"/>
                    </a:lnTo>
                    <a:lnTo>
                      <a:pt x="16" y="372"/>
                    </a:lnTo>
                    <a:lnTo>
                      <a:pt x="19" y="372"/>
                    </a:lnTo>
                    <a:lnTo>
                      <a:pt x="19" y="372"/>
                    </a:lnTo>
                    <a:lnTo>
                      <a:pt x="19" y="372"/>
                    </a:lnTo>
                    <a:lnTo>
                      <a:pt x="19" y="372"/>
                    </a:lnTo>
                    <a:lnTo>
                      <a:pt x="21" y="372"/>
                    </a:lnTo>
                    <a:lnTo>
                      <a:pt x="21" y="372"/>
                    </a:lnTo>
                    <a:lnTo>
                      <a:pt x="21" y="372"/>
                    </a:lnTo>
                    <a:lnTo>
                      <a:pt x="21" y="372"/>
                    </a:lnTo>
                    <a:lnTo>
                      <a:pt x="21" y="372"/>
                    </a:lnTo>
                    <a:lnTo>
                      <a:pt x="21" y="375"/>
                    </a:lnTo>
                    <a:lnTo>
                      <a:pt x="21" y="375"/>
                    </a:lnTo>
                    <a:lnTo>
                      <a:pt x="21" y="377"/>
                    </a:lnTo>
                    <a:lnTo>
                      <a:pt x="23" y="377"/>
                    </a:lnTo>
                    <a:lnTo>
                      <a:pt x="23" y="377"/>
                    </a:lnTo>
                    <a:lnTo>
                      <a:pt x="23" y="375"/>
                    </a:lnTo>
                    <a:lnTo>
                      <a:pt x="26" y="375"/>
                    </a:lnTo>
                    <a:lnTo>
                      <a:pt x="26" y="375"/>
                    </a:lnTo>
                    <a:lnTo>
                      <a:pt x="26" y="375"/>
                    </a:lnTo>
                    <a:lnTo>
                      <a:pt x="26" y="375"/>
                    </a:lnTo>
                    <a:lnTo>
                      <a:pt x="28" y="375"/>
                    </a:lnTo>
                    <a:lnTo>
                      <a:pt x="28" y="372"/>
                    </a:lnTo>
                    <a:lnTo>
                      <a:pt x="28" y="372"/>
                    </a:lnTo>
                    <a:lnTo>
                      <a:pt x="28" y="372"/>
                    </a:lnTo>
                    <a:lnTo>
                      <a:pt x="28" y="372"/>
                    </a:lnTo>
                    <a:lnTo>
                      <a:pt x="28" y="372"/>
                    </a:lnTo>
                    <a:lnTo>
                      <a:pt x="30" y="372"/>
                    </a:lnTo>
                    <a:lnTo>
                      <a:pt x="30" y="372"/>
                    </a:lnTo>
                    <a:lnTo>
                      <a:pt x="30" y="372"/>
                    </a:lnTo>
                    <a:lnTo>
                      <a:pt x="33" y="372"/>
                    </a:lnTo>
                    <a:lnTo>
                      <a:pt x="33" y="372"/>
                    </a:lnTo>
                    <a:lnTo>
                      <a:pt x="33" y="372"/>
                    </a:lnTo>
                    <a:lnTo>
                      <a:pt x="33" y="372"/>
                    </a:lnTo>
                    <a:lnTo>
                      <a:pt x="33" y="372"/>
                    </a:lnTo>
                    <a:lnTo>
                      <a:pt x="35" y="372"/>
                    </a:lnTo>
                    <a:lnTo>
                      <a:pt x="35" y="372"/>
                    </a:lnTo>
                    <a:lnTo>
                      <a:pt x="35" y="372"/>
                    </a:lnTo>
                    <a:lnTo>
                      <a:pt x="35" y="370"/>
                    </a:lnTo>
                    <a:lnTo>
                      <a:pt x="35" y="370"/>
                    </a:lnTo>
                    <a:lnTo>
                      <a:pt x="35" y="370"/>
                    </a:lnTo>
                    <a:lnTo>
                      <a:pt x="38" y="370"/>
                    </a:lnTo>
                    <a:lnTo>
                      <a:pt x="38" y="368"/>
                    </a:lnTo>
                    <a:lnTo>
                      <a:pt x="38" y="368"/>
                    </a:lnTo>
                    <a:lnTo>
                      <a:pt x="40" y="368"/>
                    </a:lnTo>
                    <a:lnTo>
                      <a:pt x="40" y="368"/>
                    </a:lnTo>
                    <a:lnTo>
                      <a:pt x="40" y="370"/>
                    </a:lnTo>
                    <a:lnTo>
                      <a:pt x="40" y="370"/>
                    </a:lnTo>
                    <a:lnTo>
                      <a:pt x="42" y="370"/>
                    </a:lnTo>
                    <a:lnTo>
                      <a:pt x="42" y="370"/>
                    </a:lnTo>
                    <a:lnTo>
                      <a:pt x="42" y="368"/>
                    </a:lnTo>
                    <a:lnTo>
                      <a:pt x="42" y="368"/>
                    </a:lnTo>
                    <a:lnTo>
                      <a:pt x="42" y="368"/>
                    </a:lnTo>
                    <a:lnTo>
                      <a:pt x="42" y="365"/>
                    </a:lnTo>
                    <a:lnTo>
                      <a:pt x="42" y="365"/>
                    </a:lnTo>
                    <a:lnTo>
                      <a:pt x="45" y="365"/>
                    </a:lnTo>
                    <a:lnTo>
                      <a:pt x="45" y="365"/>
                    </a:lnTo>
                    <a:lnTo>
                      <a:pt x="45" y="363"/>
                    </a:lnTo>
                    <a:lnTo>
                      <a:pt x="45" y="363"/>
                    </a:lnTo>
                    <a:lnTo>
                      <a:pt x="45" y="363"/>
                    </a:lnTo>
                    <a:lnTo>
                      <a:pt x="47" y="363"/>
                    </a:lnTo>
                    <a:lnTo>
                      <a:pt x="47" y="361"/>
                    </a:lnTo>
                    <a:lnTo>
                      <a:pt x="45" y="361"/>
                    </a:lnTo>
                    <a:lnTo>
                      <a:pt x="45" y="361"/>
                    </a:lnTo>
                    <a:lnTo>
                      <a:pt x="42" y="361"/>
                    </a:lnTo>
                    <a:lnTo>
                      <a:pt x="42" y="361"/>
                    </a:lnTo>
                    <a:lnTo>
                      <a:pt x="42" y="361"/>
                    </a:lnTo>
                    <a:lnTo>
                      <a:pt x="42" y="363"/>
                    </a:lnTo>
                    <a:lnTo>
                      <a:pt x="40" y="363"/>
                    </a:lnTo>
                    <a:lnTo>
                      <a:pt x="40" y="363"/>
                    </a:lnTo>
                    <a:lnTo>
                      <a:pt x="40" y="363"/>
                    </a:lnTo>
                    <a:lnTo>
                      <a:pt x="38" y="363"/>
                    </a:lnTo>
                    <a:lnTo>
                      <a:pt x="38" y="363"/>
                    </a:lnTo>
                    <a:lnTo>
                      <a:pt x="38" y="363"/>
                    </a:lnTo>
                    <a:lnTo>
                      <a:pt x="35" y="363"/>
                    </a:lnTo>
                    <a:lnTo>
                      <a:pt x="35" y="363"/>
                    </a:lnTo>
                    <a:lnTo>
                      <a:pt x="35" y="363"/>
                    </a:lnTo>
                    <a:lnTo>
                      <a:pt x="35" y="363"/>
                    </a:lnTo>
                    <a:lnTo>
                      <a:pt x="33" y="363"/>
                    </a:lnTo>
                    <a:lnTo>
                      <a:pt x="33" y="365"/>
                    </a:lnTo>
                    <a:lnTo>
                      <a:pt x="33" y="365"/>
                    </a:lnTo>
                    <a:lnTo>
                      <a:pt x="33" y="365"/>
                    </a:lnTo>
                    <a:lnTo>
                      <a:pt x="33" y="365"/>
                    </a:lnTo>
                    <a:lnTo>
                      <a:pt x="30" y="365"/>
                    </a:lnTo>
                    <a:lnTo>
                      <a:pt x="30" y="365"/>
                    </a:lnTo>
                    <a:lnTo>
                      <a:pt x="30" y="365"/>
                    </a:lnTo>
                    <a:lnTo>
                      <a:pt x="28" y="365"/>
                    </a:lnTo>
                    <a:lnTo>
                      <a:pt x="28" y="365"/>
                    </a:lnTo>
                    <a:lnTo>
                      <a:pt x="28" y="365"/>
                    </a:lnTo>
                    <a:lnTo>
                      <a:pt x="26" y="365"/>
                    </a:lnTo>
                    <a:lnTo>
                      <a:pt x="26" y="363"/>
                    </a:lnTo>
                    <a:lnTo>
                      <a:pt x="26" y="363"/>
                    </a:lnTo>
                    <a:lnTo>
                      <a:pt x="26" y="363"/>
                    </a:lnTo>
                    <a:lnTo>
                      <a:pt x="23" y="363"/>
                    </a:lnTo>
                    <a:lnTo>
                      <a:pt x="23" y="363"/>
                    </a:lnTo>
                    <a:lnTo>
                      <a:pt x="21" y="363"/>
                    </a:lnTo>
                    <a:lnTo>
                      <a:pt x="21" y="363"/>
                    </a:lnTo>
                    <a:lnTo>
                      <a:pt x="21" y="363"/>
                    </a:lnTo>
                    <a:lnTo>
                      <a:pt x="21" y="363"/>
                    </a:lnTo>
                    <a:lnTo>
                      <a:pt x="21" y="363"/>
                    </a:lnTo>
                    <a:lnTo>
                      <a:pt x="19" y="363"/>
                    </a:lnTo>
                    <a:lnTo>
                      <a:pt x="19" y="363"/>
                    </a:lnTo>
                    <a:lnTo>
                      <a:pt x="19" y="361"/>
                    </a:lnTo>
                    <a:lnTo>
                      <a:pt x="19" y="361"/>
                    </a:lnTo>
                    <a:lnTo>
                      <a:pt x="16" y="361"/>
                    </a:lnTo>
                    <a:lnTo>
                      <a:pt x="16" y="361"/>
                    </a:lnTo>
                    <a:lnTo>
                      <a:pt x="16" y="361"/>
                    </a:lnTo>
                    <a:lnTo>
                      <a:pt x="14" y="361"/>
                    </a:lnTo>
                    <a:lnTo>
                      <a:pt x="14" y="358"/>
                    </a:lnTo>
                    <a:lnTo>
                      <a:pt x="14" y="358"/>
                    </a:lnTo>
                    <a:lnTo>
                      <a:pt x="14" y="358"/>
                    </a:lnTo>
                    <a:lnTo>
                      <a:pt x="14" y="358"/>
                    </a:lnTo>
                    <a:lnTo>
                      <a:pt x="12" y="358"/>
                    </a:lnTo>
                    <a:lnTo>
                      <a:pt x="12" y="356"/>
                    </a:lnTo>
                    <a:lnTo>
                      <a:pt x="12" y="356"/>
                    </a:lnTo>
                    <a:lnTo>
                      <a:pt x="12" y="356"/>
                    </a:lnTo>
                    <a:lnTo>
                      <a:pt x="12" y="356"/>
                    </a:lnTo>
                    <a:lnTo>
                      <a:pt x="9" y="356"/>
                    </a:lnTo>
                    <a:lnTo>
                      <a:pt x="9" y="353"/>
                    </a:lnTo>
                    <a:lnTo>
                      <a:pt x="9" y="353"/>
                    </a:lnTo>
                    <a:lnTo>
                      <a:pt x="9" y="353"/>
                    </a:lnTo>
                    <a:lnTo>
                      <a:pt x="7" y="353"/>
                    </a:lnTo>
                    <a:lnTo>
                      <a:pt x="7" y="353"/>
                    </a:lnTo>
                    <a:lnTo>
                      <a:pt x="7" y="353"/>
                    </a:lnTo>
                    <a:lnTo>
                      <a:pt x="7" y="351"/>
                    </a:lnTo>
                    <a:lnTo>
                      <a:pt x="7" y="351"/>
                    </a:lnTo>
                    <a:lnTo>
                      <a:pt x="7" y="351"/>
                    </a:lnTo>
                    <a:lnTo>
                      <a:pt x="7" y="349"/>
                    </a:lnTo>
                    <a:lnTo>
                      <a:pt x="4" y="349"/>
                    </a:lnTo>
                    <a:lnTo>
                      <a:pt x="4" y="349"/>
                    </a:lnTo>
                    <a:lnTo>
                      <a:pt x="4" y="349"/>
                    </a:lnTo>
                    <a:lnTo>
                      <a:pt x="4" y="346"/>
                    </a:lnTo>
                    <a:lnTo>
                      <a:pt x="4" y="346"/>
                    </a:lnTo>
                    <a:lnTo>
                      <a:pt x="4" y="346"/>
                    </a:lnTo>
                    <a:lnTo>
                      <a:pt x="4" y="344"/>
                    </a:lnTo>
                    <a:lnTo>
                      <a:pt x="4" y="344"/>
                    </a:lnTo>
                    <a:lnTo>
                      <a:pt x="4" y="344"/>
                    </a:lnTo>
                    <a:lnTo>
                      <a:pt x="4" y="344"/>
                    </a:lnTo>
                    <a:lnTo>
                      <a:pt x="2" y="344"/>
                    </a:lnTo>
                    <a:lnTo>
                      <a:pt x="2" y="344"/>
                    </a:lnTo>
                    <a:lnTo>
                      <a:pt x="2" y="344"/>
                    </a:lnTo>
                    <a:lnTo>
                      <a:pt x="0" y="344"/>
                    </a:lnTo>
                    <a:lnTo>
                      <a:pt x="0" y="344"/>
                    </a:lnTo>
                    <a:lnTo>
                      <a:pt x="0" y="344"/>
                    </a:lnTo>
                    <a:lnTo>
                      <a:pt x="0" y="344"/>
                    </a:lnTo>
                    <a:lnTo>
                      <a:pt x="0" y="344"/>
                    </a:lnTo>
                    <a:lnTo>
                      <a:pt x="0" y="344"/>
                    </a:lnTo>
                    <a:lnTo>
                      <a:pt x="0" y="342"/>
                    </a:lnTo>
                    <a:lnTo>
                      <a:pt x="0" y="342"/>
                    </a:lnTo>
                    <a:lnTo>
                      <a:pt x="0" y="339"/>
                    </a:lnTo>
                    <a:lnTo>
                      <a:pt x="0" y="339"/>
                    </a:lnTo>
                    <a:lnTo>
                      <a:pt x="0" y="339"/>
                    </a:lnTo>
                    <a:lnTo>
                      <a:pt x="0" y="337"/>
                    </a:lnTo>
                    <a:lnTo>
                      <a:pt x="0" y="337"/>
                    </a:lnTo>
                    <a:lnTo>
                      <a:pt x="0" y="337"/>
                    </a:lnTo>
                    <a:lnTo>
                      <a:pt x="0" y="337"/>
                    </a:lnTo>
                    <a:lnTo>
                      <a:pt x="0" y="334"/>
                    </a:lnTo>
                    <a:lnTo>
                      <a:pt x="2" y="334"/>
                    </a:lnTo>
                    <a:lnTo>
                      <a:pt x="2" y="334"/>
                    </a:lnTo>
                    <a:lnTo>
                      <a:pt x="2" y="334"/>
                    </a:lnTo>
                    <a:lnTo>
                      <a:pt x="2" y="334"/>
                    </a:lnTo>
                    <a:lnTo>
                      <a:pt x="4" y="334"/>
                    </a:lnTo>
                    <a:lnTo>
                      <a:pt x="4" y="334"/>
                    </a:lnTo>
                    <a:lnTo>
                      <a:pt x="7" y="334"/>
                    </a:lnTo>
                    <a:lnTo>
                      <a:pt x="7" y="334"/>
                    </a:lnTo>
                    <a:lnTo>
                      <a:pt x="7" y="334"/>
                    </a:lnTo>
                    <a:lnTo>
                      <a:pt x="7" y="334"/>
                    </a:lnTo>
                    <a:lnTo>
                      <a:pt x="7" y="334"/>
                    </a:lnTo>
                    <a:lnTo>
                      <a:pt x="7" y="334"/>
                    </a:lnTo>
                    <a:lnTo>
                      <a:pt x="4" y="334"/>
                    </a:lnTo>
                    <a:lnTo>
                      <a:pt x="4" y="332"/>
                    </a:lnTo>
                    <a:lnTo>
                      <a:pt x="4" y="332"/>
                    </a:lnTo>
                    <a:lnTo>
                      <a:pt x="2" y="332"/>
                    </a:lnTo>
                    <a:lnTo>
                      <a:pt x="2" y="332"/>
                    </a:lnTo>
                    <a:lnTo>
                      <a:pt x="4" y="332"/>
                    </a:lnTo>
                    <a:lnTo>
                      <a:pt x="4" y="330"/>
                    </a:lnTo>
                    <a:lnTo>
                      <a:pt x="4" y="330"/>
                    </a:lnTo>
                    <a:lnTo>
                      <a:pt x="7" y="330"/>
                    </a:lnTo>
                    <a:lnTo>
                      <a:pt x="7" y="332"/>
                    </a:lnTo>
                    <a:lnTo>
                      <a:pt x="7" y="332"/>
                    </a:lnTo>
                    <a:lnTo>
                      <a:pt x="7" y="332"/>
                    </a:lnTo>
                    <a:lnTo>
                      <a:pt x="7" y="332"/>
                    </a:lnTo>
                    <a:lnTo>
                      <a:pt x="9" y="332"/>
                    </a:lnTo>
                    <a:lnTo>
                      <a:pt x="9" y="332"/>
                    </a:lnTo>
                    <a:lnTo>
                      <a:pt x="9" y="332"/>
                    </a:lnTo>
                    <a:lnTo>
                      <a:pt x="12" y="332"/>
                    </a:lnTo>
                    <a:lnTo>
                      <a:pt x="12" y="330"/>
                    </a:lnTo>
                    <a:lnTo>
                      <a:pt x="12" y="330"/>
                    </a:lnTo>
                    <a:lnTo>
                      <a:pt x="12" y="330"/>
                    </a:lnTo>
                    <a:lnTo>
                      <a:pt x="12" y="330"/>
                    </a:lnTo>
                    <a:lnTo>
                      <a:pt x="12" y="330"/>
                    </a:lnTo>
                    <a:lnTo>
                      <a:pt x="12" y="330"/>
                    </a:lnTo>
                    <a:lnTo>
                      <a:pt x="12" y="327"/>
                    </a:lnTo>
                    <a:lnTo>
                      <a:pt x="12" y="327"/>
                    </a:lnTo>
                    <a:lnTo>
                      <a:pt x="12" y="325"/>
                    </a:lnTo>
                    <a:lnTo>
                      <a:pt x="14" y="325"/>
                    </a:lnTo>
                    <a:lnTo>
                      <a:pt x="14" y="325"/>
                    </a:lnTo>
                    <a:lnTo>
                      <a:pt x="14" y="327"/>
                    </a:lnTo>
                    <a:lnTo>
                      <a:pt x="14" y="327"/>
                    </a:lnTo>
                    <a:lnTo>
                      <a:pt x="14" y="327"/>
                    </a:lnTo>
                    <a:lnTo>
                      <a:pt x="14" y="327"/>
                    </a:lnTo>
                    <a:lnTo>
                      <a:pt x="16" y="327"/>
                    </a:lnTo>
                    <a:lnTo>
                      <a:pt x="16" y="325"/>
                    </a:lnTo>
                    <a:lnTo>
                      <a:pt x="16" y="325"/>
                    </a:lnTo>
                    <a:lnTo>
                      <a:pt x="16" y="327"/>
                    </a:lnTo>
                    <a:lnTo>
                      <a:pt x="19" y="327"/>
                    </a:lnTo>
                    <a:lnTo>
                      <a:pt x="19" y="327"/>
                    </a:lnTo>
                    <a:lnTo>
                      <a:pt x="19" y="327"/>
                    </a:lnTo>
                    <a:lnTo>
                      <a:pt x="21" y="327"/>
                    </a:lnTo>
                    <a:lnTo>
                      <a:pt x="21" y="327"/>
                    </a:lnTo>
                    <a:lnTo>
                      <a:pt x="21" y="327"/>
                    </a:lnTo>
                    <a:lnTo>
                      <a:pt x="23" y="327"/>
                    </a:lnTo>
                    <a:lnTo>
                      <a:pt x="23" y="327"/>
                    </a:lnTo>
                    <a:lnTo>
                      <a:pt x="26" y="327"/>
                    </a:lnTo>
                    <a:lnTo>
                      <a:pt x="26" y="327"/>
                    </a:lnTo>
                    <a:lnTo>
                      <a:pt x="26" y="327"/>
                    </a:lnTo>
                    <a:lnTo>
                      <a:pt x="26" y="325"/>
                    </a:lnTo>
                    <a:lnTo>
                      <a:pt x="28" y="325"/>
                    </a:lnTo>
                    <a:lnTo>
                      <a:pt x="28" y="327"/>
                    </a:lnTo>
                    <a:lnTo>
                      <a:pt x="28" y="327"/>
                    </a:lnTo>
                    <a:lnTo>
                      <a:pt x="28" y="327"/>
                    </a:lnTo>
                    <a:lnTo>
                      <a:pt x="30" y="327"/>
                    </a:lnTo>
                    <a:lnTo>
                      <a:pt x="30" y="327"/>
                    </a:lnTo>
                    <a:lnTo>
                      <a:pt x="30" y="327"/>
                    </a:lnTo>
                    <a:lnTo>
                      <a:pt x="33" y="327"/>
                    </a:lnTo>
                    <a:lnTo>
                      <a:pt x="33" y="330"/>
                    </a:lnTo>
                    <a:lnTo>
                      <a:pt x="33" y="330"/>
                    </a:lnTo>
                    <a:lnTo>
                      <a:pt x="33" y="330"/>
                    </a:lnTo>
                    <a:lnTo>
                      <a:pt x="35" y="330"/>
                    </a:lnTo>
                    <a:lnTo>
                      <a:pt x="35" y="330"/>
                    </a:lnTo>
                    <a:lnTo>
                      <a:pt x="35" y="330"/>
                    </a:lnTo>
                    <a:lnTo>
                      <a:pt x="38" y="330"/>
                    </a:lnTo>
                    <a:lnTo>
                      <a:pt x="38" y="330"/>
                    </a:lnTo>
                    <a:lnTo>
                      <a:pt x="40" y="330"/>
                    </a:lnTo>
                    <a:lnTo>
                      <a:pt x="40" y="330"/>
                    </a:lnTo>
                    <a:lnTo>
                      <a:pt x="40" y="330"/>
                    </a:lnTo>
                    <a:lnTo>
                      <a:pt x="40" y="327"/>
                    </a:lnTo>
                    <a:lnTo>
                      <a:pt x="40" y="327"/>
                    </a:lnTo>
                    <a:lnTo>
                      <a:pt x="40" y="325"/>
                    </a:lnTo>
                    <a:lnTo>
                      <a:pt x="42" y="325"/>
                    </a:lnTo>
                    <a:lnTo>
                      <a:pt x="42" y="325"/>
                    </a:lnTo>
                    <a:lnTo>
                      <a:pt x="42" y="325"/>
                    </a:lnTo>
                    <a:lnTo>
                      <a:pt x="45" y="325"/>
                    </a:lnTo>
                    <a:lnTo>
                      <a:pt x="45" y="325"/>
                    </a:lnTo>
                    <a:lnTo>
                      <a:pt x="45" y="325"/>
                    </a:lnTo>
                    <a:lnTo>
                      <a:pt x="47" y="325"/>
                    </a:lnTo>
                    <a:lnTo>
                      <a:pt x="47" y="325"/>
                    </a:lnTo>
                    <a:lnTo>
                      <a:pt x="47" y="325"/>
                    </a:lnTo>
                    <a:lnTo>
                      <a:pt x="47" y="323"/>
                    </a:lnTo>
                    <a:lnTo>
                      <a:pt x="49" y="323"/>
                    </a:lnTo>
                    <a:lnTo>
                      <a:pt x="49" y="323"/>
                    </a:lnTo>
                    <a:lnTo>
                      <a:pt x="52" y="323"/>
                    </a:lnTo>
                    <a:lnTo>
                      <a:pt x="52" y="325"/>
                    </a:lnTo>
                    <a:lnTo>
                      <a:pt x="52" y="325"/>
                    </a:lnTo>
                    <a:lnTo>
                      <a:pt x="52" y="327"/>
                    </a:lnTo>
                    <a:lnTo>
                      <a:pt x="52" y="327"/>
                    </a:lnTo>
                    <a:lnTo>
                      <a:pt x="52" y="327"/>
                    </a:lnTo>
                    <a:lnTo>
                      <a:pt x="52" y="327"/>
                    </a:lnTo>
                    <a:lnTo>
                      <a:pt x="54" y="327"/>
                    </a:lnTo>
                    <a:lnTo>
                      <a:pt x="54" y="327"/>
                    </a:lnTo>
                    <a:lnTo>
                      <a:pt x="54" y="327"/>
                    </a:lnTo>
                    <a:lnTo>
                      <a:pt x="57" y="327"/>
                    </a:lnTo>
                    <a:lnTo>
                      <a:pt x="57" y="327"/>
                    </a:lnTo>
                    <a:lnTo>
                      <a:pt x="59" y="327"/>
                    </a:lnTo>
                    <a:lnTo>
                      <a:pt x="59" y="327"/>
                    </a:lnTo>
                    <a:lnTo>
                      <a:pt x="59" y="327"/>
                    </a:lnTo>
                    <a:lnTo>
                      <a:pt x="59" y="325"/>
                    </a:lnTo>
                    <a:lnTo>
                      <a:pt x="59" y="325"/>
                    </a:lnTo>
                    <a:lnTo>
                      <a:pt x="59" y="325"/>
                    </a:lnTo>
                    <a:lnTo>
                      <a:pt x="61" y="325"/>
                    </a:lnTo>
                    <a:lnTo>
                      <a:pt x="61" y="325"/>
                    </a:lnTo>
                    <a:lnTo>
                      <a:pt x="61" y="325"/>
                    </a:lnTo>
                    <a:lnTo>
                      <a:pt x="61" y="323"/>
                    </a:lnTo>
                    <a:lnTo>
                      <a:pt x="64" y="323"/>
                    </a:lnTo>
                    <a:lnTo>
                      <a:pt x="64" y="323"/>
                    </a:lnTo>
                    <a:lnTo>
                      <a:pt x="64" y="323"/>
                    </a:lnTo>
                    <a:lnTo>
                      <a:pt x="61" y="323"/>
                    </a:lnTo>
                    <a:lnTo>
                      <a:pt x="61" y="323"/>
                    </a:lnTo>
                    <a:lnTo>
                      <a:pt x="61" y="323"/>
                    </a:lnTo>
                    <a:lnTo>
                      <a:pt x="61" y="320"/>
                    </a:lnTo>
                    <a:lnTo>
                      <a:pt x="61" y="320"/>
                    </a:lnTo>
                    <a:lnTo>
                      <a:pt x="61" y="318"/>
                    </a:lnTo>
                    <a:lnTo>
                      <a:pt x="61" y="318"/>
                    </a:lnTo>
                    <a:lnTo>
                      <a:pt x="61" y="318"/>
                    </a:lnTo>
                    <a:lnTo>
                      <a:pt x="61" y="318"/>
                    </a:lnTo>
                    <a:lnTo>
                      <a:pt x="61" y="316"/>
                    </a:lnTo>
                    <a:lnTo>
                      <a:pt x="61" y="316"/>
                    </a:lnTo>
                    <a:lnTo>
                      <a:pt x="61" y="316"/>
                    </a:lnTo>
                    <a:lnTo>
                      <a:pt x="61" y="313"/>
                    </a:lnTo>
                    <a:lnTo>
                      <a:pt x="61" y="313"/>
                    </a:lnTo>
                    <a:lnTo>
                      <a:pt x="61" y="313"/>
                    </a:lnTo>
                    <a:lnTo>
                      <a:pt x="61" y="313"/>
                    </a:lnTo>
                    <a:lnTo>
                      <a:pt x="61" y="311"/>
                    </a:lnTo>
                    <a:lnTo>
                      <a:pt x="59" y="311"/>
                    </a:lnTo>
                    <a:lnTo>
                      <a:pt x="59" y="311"/>
                    </a:lnTo>
                    <a:lnTo>
                      <a:pt x="59" y="308"/>
                    </a:lnTo>
                    <a:lnTo>
                      <a:pt x="59" y="308"/>
                    </a:lnTo>
                    <a:lnTo>
                      <a:pt x="59" y="308"/>
                    </a:lnTo>
                    <a:lnTo>
                      <a:pt x="59" y="306"/>
                    </a:lnTo>
                    <a:lnTo>
                      <a:pt x="59" y="306"/>
                    </a:lnTo>
                    <a:lnTo>
                      <a:pt x="59" y="306"/>
                    </a:lnTo>
                    <a:lnTo>
                      <a:pt x="59" y="304"/>
                    </a:lnTo>
                    <a:lnTo>
                      <a:pt x="59" y="304"/>
                    </a:lnTo>
                    <a:lnTo>
                      <a:pt x="57" y="304"/>
                    </a:lnTo>
                    <a:lnTo>
                      <a:pt x="57" y="304"/>
                    </a:lnTo>
                    <a:lnTo>
                      <a:pt x="57" y="304"/>
                    </a:lnTo>
                    <a:lnTo>
                      <a:pt x="57" y="301"/>
                    </a:lnTo>
                    <a:lnTo>
                      <a:pt x="54" y="301"/>
                    </a:lnTo>
                    <a:lnTo>
                      <a:pt x="54" y="301"/>
                    </a:lnTo>
                    <a:lnTo>
                      <a:pt x="54" y="299"/>
                    </a:lnTo>
                    <a:lnTo>
                      <a:pt x="54" y="299"/>
                    </a:lnTo>
                    <a:lnTo>
                      <a:pt x="54" y="299"/>
                    </a:lnTo>
                    <a:lnTo>
                      <a:pt x="54" y="299"/>
                    </a:lnTo>
                    <a:lnTo>
                      <a:pt x="54" y="297"/>
                    </a:lnTo>
                    <a:lnTo>
                      <a:pt x="54" y="297"/>
                    </a:lnTo>
                    <a:lnTo>
                      <a:pt x="54" y="294"/>
                    </a:lnTo>
                    <a:lnTo>
                      <a:pt x="54" y="294"/>
                    </a:lnTo>
                    <a:lnTo>
                      <a:pt x="54" y="294"/>
                    </a:lnTo>
                    <a:lnTo>
                      <a:pt x="54" y="292"/>
                    </a:lnTo>
                    <a:lnTo>
                      <a:pt x="54" y="292"/>
                    </a:lnTo>
                    <a:lnTo>
                      <a:pt x="54" y="289"/>
                    </a:lnTo>
                    <a:lnTo>
                      <a:pt x="52" y="289"/>
                    </a:lnTo>
                    <a:lnTo>
                      <a:pt x="52" y="289"/>
                    </a:lnTo>
                    <a:lnTo>
                      <a:pt x="52" y="289"/>
                    </a:lnTo>
                    <a:lnTo>
                      <a:pt x="49" y="289"/>
                    </a:lnTo>
                    <a:lnTo>
                      <a:pt x="49" y="289"/>
                    </a:lnTo>
                    <a:lnTo>
                      <a:pt x="49" y="292"/>
                    </a:lnTo>
                    <a:lnTo>
                      <a:pt x="47" y="292"/>
                    </a:lnTo>
                    <a:lnTo>
                      <a:pt x="47" y="292"/>
                    </a:lnTo>
                    <a:lnTo>
                      <a:pt x="47" y="289"/>
                    </a:lnTo>
                    <a:lnTo>
                      <a:pt x="47" y="289"/>
                    </a:lnTo>
                    <a:lnTo>
                      <a:pt x="45" y="289"/>
                    </a:lnTo>
                    <a:lnTo>
                      <a:pt x="45" y="289"/>
                    </a:lnTo>
                    <a:lnTo>
                      <a:pt x="45" y="289"/>
                    </a:lnTo>
                    <a:lnTo>
                      <a:pt x="45" y="287"/>
                    </a:lnTo>
                    <a:lnTo>
                      <a:pt x="42" y="287"/>
                    </a:lnTo>
                    <a:lnTo>
                      <a:pt x="42" y="287"/>
                    </a:lnTo>
                    <a:lnTo>
                      <a:pt x="42" y="287"/>
                    </a:lnTo>
                    <a:lnTo>
                      <a:pt x="42" y="285"/>
                    </a:lnTo>
                    <a:lnTo>
                      <a:pt x="42" y="285"/>
                    </a:lnTo>
                    <a:lnTo>
                      <a:pt x="42" y="285"/>
                    </a:lnTo>
                    <a:lnTo>
                      <a:pt x="40" y="285"/>
                    </a:lnTo>
                    <a:lnTo>
                      <a:pt x="40" y="285"/>
                    </a:lnTo>
                    <a:lnTo>
                      <a:pt x="40" y="282"/>
                    </a:lnTo>
                    <a:lnTo>
                      <a:pt x="40" y="282"/>
                    </a:lnTo>
                    <a:lnTo>
                      <a:pt x="40" y="280"/>
                    </a:lnTo>
                    <a:lnTo>
                      <a:pt x="40" y="280"/>
                    </a:lnTo>
                    <a:lnTo>
                      <a:pt x="42" y="280"/>
                    </a:lnTo>
                    <a:lnTo>
                      <a:pt x="42" y="278"/>
                    </a:lnTo>
                    <a:lnTo>
                      <a:pt x="42" y="278"/>
                    </a:lnTo>
                    <a:lnTo>
                      <a:pt x="42" y="278"/>
                    </a:lnTo>
                    <a:lnTo>
                      <a:pt x="42" y="275"/>
                    </a:lnTo>
                    <a:lnTo>
                      <a:pt x="42" y="275"/>
                    </a:lnTo>
                    <a:lnTo>
                      <a:pt x="42" y="275"/>
                    </a:lnTo>
                    <a:lnTo>
                      <a:pt x="42" y="273"/>
                    </a:lnTo>
                    <a:lnTo>
                      <a:pt x="42" y="273"/>
                    </a:lnTo>
                    <a:lnTo>
                      <a:pt x="42" y="270"/>
                    </a:lnTo>
                    <a:lnTo>
                      <a:pt x="42" y="270"/>
                    </a:lnTo>
                    <a:lnTo>
                      <a:pt x="42" y="268"/>
                    </a:lnTo>
                    <a:lnTo>
                      <a:pt x="42" y="268"/>
                    </a:lnTo>
                    <a:lnTo>
                      <a:pt x="42" y="268"/>
                    </a:lnTo>
                    <a:lnTo>
                      <a:pt x="40" y="268"/>
                    </a:lnTo>
                    <a:lnTo>
                      <a:pt x="40" y="268"/>
                    </a:lnTo>
                    <a:lnTo>
                      <a:pt x="40" y="268"/>
                    </a:lnTo>
                    <a:lnTo>
                      <a:pt x="38" y="268"/>
                    </a:lnTo>
                    <a:lnTo>
                      <a:pt x="38" y="268"/>
                    </a:lnTo>
                    <a:lnTo>
                      <a:pt x="35" y="268"/>
                    </a:lnTo>
                    <a:lnTo>
                      <a:pt x="35" y="268"/>
                    </a:lnTo>
                    <a:lnTo>
                      <a:pt x="35" y="268"/>
                    </a:lnTo>
                    <a:lnTo>
                      <a:pt x="35" y="266"/>
                    </a:lnTo>
                    <a:lnTo>
                      <a:pt x="33" y="266"/>
                    </a:lnTo>
                    <a:lnTo>
                      <a:pt x="33" y="266"/>
                    </a:lnTo>
                    <a:lnTo>
                      <a:pt x="33" y="266"/>
                    </a:lnTo>
                    <a:lnTo>
                      <a:pt x="33" y="266"/>
                    </a:lnTo>
                    <a:lnTo>
                      <a:pt x="30" y="266"/>
                    </a:lnTo>
                    <a:lnTo>
                      <a:pt x="30" y="263"/>
                    </a:lnTo>
                    <a:lnTo>
                      <a:pt x="30" y="263"/>
                    </a:lnTo>
                    <a:lnTo>
                      <a:pt x="28" y="263"/>
                    </a:lnTo>
                    <a:lnTo>
                      <a:pt x="28" y="263"/>
                    </a:lnTo>
                    <a:lnTo>
                      <a:pt x="28" y="263"/>
                    </a:lnTo>
                    <a:lnTo>
                      <a:pt x="28" y="263"/>
                    </a:lnTo>
                    <a:lnTo>
                      <a:pt x="28" y="261"/>
                    </a:lnTo>
                    <a:lnTo>
                      <a:pt x="28" y="261"/>
                    </a:lnTo>
                    <a:lnTo>
                      <a:pt x="28" y="259"/>
                    </a:lnTo>
                    <a:lnTo>
                      <a:pt x="28" y="259"/>
                    </a:lnTo>
                    <a:lnTo>
                      <a:pt x="28" y="256"/>
                    </a:lnTo>
                    <a:lnTo>
                      <a:pt x="28" y="256"/>
                    </a:lnTo>
                    <a:lnTo>
                      <a:pt x="28" y="256"/>
                    </a:lnTo>
                    <a:lnTo>
                      <a:pt x="28" y="254"/>
                    </a:lnTo>
                    <a:lnTo>
                      <a:pt x="28" y="254"/>
                    </a:lnTo>
                    <a:lnTo>
                      <a:pt x="30" y="254"/>
                    </a:lnTo>
                    <a:lnTo>
                      <a:pt x="30" y="254"/>
                    </a:lnTo>
                    <a:lnTo>
                      <a:pt x="30" y="252"/>
                    </a:lnTo>
                    <a:lnTo>
                      <a:pt x="30" y="252"/>
                    </a:lnTo>
                    <a:lnTo>
                      <a:pt x="30" y="252"/>
                    </a:lnTo>
                    <a:lnTo>
                      <a:pt x="33" y="252"/>
                    </a:lnTo>
                    <a:lnTo>
                      <a:pt x="33" y="252"/>
                    </a:lnTo>
                    <a:lnTo>
                      <a:pt x="33" y="249"/>
                    </a:lnTo>
                    <a:lnTo>
                      <a:pt x="33" y="249"/>
                    </a:lnTo>
                    <a:lnTo>
                      <a:pt x="33" y="249"/>
                    </a:lnTo>
                    <a:lnTo>
                      <a:pt x="35" y="249"/>
                    </a:lnTo>
                    <a:lnTo>
                      <a:pt x="35" y="247"/>
                    </a:lnTo>
                    <a:lnTo>
                      <a:pt x="35" y="247"/>
                    </a:lnTo>
                    <a:lnTo>
                      <a:pt x="35" y="247"/>
                    </a:lnTo>
                    <a:lnTo>
                      <a:pt x="35" y="247"/>
                    </a:lnTo>
                    <a:lnTo>
                      <a:pt x="35" y="244"/>
                    </a:lnTo>
                    <a:lnTo>
                      <a:pt x="38" y="244"/>
                    </a:lnTo>
                    <a:lnTo>
                      <a:pt x="38" y="244"/>
                    </a:lnTo>
                    <a:lnTo>
                      <a:pt x="38" y="244"/>
                    </a:lnTo>
                    <a:lnTo>
                      <a:pt x="38" y="244"/>
                    </a:lnTo>
                    <a:lnTo>
                      <a:pt x="40" y="244"/>
                    </a:lnTo>
                    <a:lnTo>
                      <a:pt x="40" y="242"/>
                    </a:lnTo>
                    <a:lnTo>
                      <a:pt x="40" y="242"/>
                    </a:lnTo>
                    <a:lnTo>
                      <a:pt x="40" y="242"/>
                    </a:lnTo>
                    <a:lnTo>
                      <a:pt x="40" y="240"/>
                    </a:lnTo>
                    <a:lnTo>
                      <a:pt x="40" y="240"/>
                    </a:lnTo>
                    <a:lnTo>
                      <a:pt x="40" y="240"/>
                    </a:lnTo>
                    <a:lnTo>
                      <a:pt x="40" y="237"/>
                    </a:lnTo>
                    <a:lnTo>
                      <a:pt x="42" y="237"/>
                    </a:lnTo>
                    <a:lnTo>
                      <a:pt x="42" y="237"/>
                    </a:lnTo>
                    <a:lnTo>
                      <a:pt x="42" y="235"/>
                    </a:lnTo>
                    <a:lnTo>
                      <a:pt x="42" y="235"/>
                    </a:lnTo>
                    <a:lnTo>
                      <a:pt x="42" y="235"/>
                    </a:lnTo>
                    <a:lnTo>
                      <a:pt x="42" y="235"/>
                    </a:lnTo>
                    <a:lnTo>
                      <a:pt x="42" y="235"/>
                    </a:lnTo>
                    <a:lnTo>
                      <a:pt x="45" y="235"/>
                    </a:lnTo>
                    <a:lnTo>
                      <a:pt x="45" y="235"/>
                    </a:lnTo>
                    <a:lnTo>
                      <a:pt x="45" y="233"/>
                    </a:lnTo>
                    <a:lnTo>
                      <a:pt x="47" y="233"/>
                    </a:lnTo>
                    <a:lnTo>
                      <a:pt x="47" y="233"/>
                    </a:lnTo>
                    <a:lnTo>
                      <a:pt x="47" y="233"/>
                    </a:lnTo>
                    <a:lnTo>
                      <a:pt x="47" y="233"/>
                    </a:lnTo>
                    <a:lnTo>
                      <a:pt x="47" y="230"/>
                    </a:lnTo>
                    <a:lnTo>
                      <a:pt x="49" y="230"/>
                    </a:lnTo>
                    <a:lnTo>
                      <a:pt x="49" y="230"/>
                    </a:lnTo>
                    <a:lnTo>
                      <a:pt x="52" y="230"/>
                    </a:lnTo>
                    <a:lnTo>
                      <a:pt x="52" y="233"/>
                    </a:lnTo>
                    <a:lnTo>
                      <a:pt x="52" y="233"/>
                    </a:lnTo>
                    <a:lnTo>
                      <a:pt x="52" y="233"/>
                    </a:lnTo>
                    <a:lnTo>
                      <a:pt x="52" y="233"/>
                    </a:lnTo>
                    <a:lnTo>
                      <a:pt x="54" y="233"/>
                    </a:lnTo>
                    <a:lnTo>
                      <a:pt x="54" y="235"/>
                    </a:lnTo>
                    <a:lnTo>
                      <a:pt x="54" y="235"/>
                    </a:lnTo>
                    <a:lnTo>
                      <a:pt x="54" y="235"/>
                    </a:lnTo>
                    <a:lnTo>
                      <a:pt x="54" y="235"/>
                    </a:lnTo>
                    <a:lnTo>
                      <a:pt x="54" y="237"/>
                    </a:lnTo>
                    <a:lnTo>
                      <a:pt x="54" y="237"/>
                    </a:lnTo>
                    <a:lnTo>
                      <a:pt x="54" y="237"/>
                    </a:lnTo>
                    <a:lnTo>
                      <a:pt x="54" y="240"/>
                    </a:lnTo>
                    <a:lnTo>
                      <a:pt x="57" y="240"/>
                    </a:lnTo>
                    <a:lnTo>
                      <a:pt x="57" y="240"/>
                    </a:lnTo>
                    <a:lnTo>
                      <a:pt x="59" y="240"/>
                    </a:lnTo>
                    <a:lnTo>
                      <a:pt x="59" y="240"/>
                    </a:lnTo>
                    <a:lnTo>
                      <a:pt x="59" y="240"/>
                    </a:lnTo>
                    <a:lnTo>
                      <a:pt x="59" y="237"/>
                    </a:lnTo>
                    <a:lnTo>
                      <a:pt x="61" y="237"/>
                    </a:lnTo>
                    <a:lnTo>
                      <a:pt x="61" y="237"/>
                    </a:lnTo>
                    <a:lnTo>
                      <a:pt x="61" y="237"/>
                    </a:lnTo>
                    <a:lnTo>
                      <a:pt x="61" y="237"/>
                    </a:lnTo>
                    <a:lnTo>
                      <a:pt x="64" y="237"/>
                    </a:lnTo>
                    <a:lnTo>
                      <a:pt x="64" y="237"/>
                    </a:lnTo>
                    <a:lnTo>
                      <a:pt x="64" y="235"/>
                    </a:lnTo>
                    <a:lnTo>
                      <a:pt x="66" y="235"/>
                    </a:lnTo>
                    <a:lnTo>
                      <a:pt x="66" y="235"/>
                    </a:lnTo>
                    <a:lnTo>
                      <a:pt x="66" y="235"/>
                    </a:lnTo>
                    <a:lnTo>
                      <a:pt x="66" y="235"/>
                    </a:lnTo>
                    <a:lnTo>
                      <a:pt x="68" y="235"/>
                    </a:lnTo>
                    <a:lnTo>
                      <a:pt x="68" y="235"/>
                    </a:lnTo>
                    <a:lnTo>
                      <a:pt x="68" y="235"/>
                    </a:lnTo>
                    <a:lnTo>
                      <a:pt x="71" y="235"/>
                    </a:lnTo>
                    <a:lnTo>
                      <a:pt x="71" y="235"/>
                    </a:lnTo>
                    <a:lnTo>
                      <a:pt x="73" y="235"/>
                    </a:lnTo>
                    <a:lnTo>
                      <a:pt x="73" y="235"/>
                    </a:lnTo>
                    <a:lnTo>
                      <a:pt x="73" y="235"/>
                    </a:lnTo>
                    <a:lnTo>
                      <a:pt x="75" y="235"/>
                    </a:lnTo>
                    <a:lnTo>
                      <a:pt x="75" y="235"/>
                    </a:lnTo>
                    <a:lnTo>
                      <a:pt x="75" y="235"/>
                    </a:lnTo>
                    <a:lnTo>
                      <a:pt x="75" y="235"/>
                    </a:lnTo>
                    <a:lnTo>
                      <a:pt x="78" y="235"/>
                    </a:lnTo>
                    <a:lnTo>
                      <a:pt x="78" y="235"/>
                    </a:lnTo>
                    <a:lnTo>
                      <a:pt x="78" y="233"/>
                    </a:lnTo>
                    <a:lnTo>
                      <a:pt x="80" y="233"/>
                    </a:lnTo>
                    <a:lnTo>
                      <a:pt x="80" y="233"/>
                    </a:lnTo>
                    <a:lnTo>
                      <a:pt x="80" y="233"/>
                    </a:lnTo>
                    <a:lnTo>
                      <a:pt x="80" y="230"/>
                    </a:lnTo>
                    <a:lnTo>
                      <a:pt x="80" y="230"/>
                    </a:lnTo>
                    <a:lnTo>
                      <a:pt x="80" y="228"/>
                    </a:lnTo>
                    <a:lnTo>
                      <a:pt x="80" y="228"/>
                    </a:lnTo>
                    <a:lnTo>
                      <a:pt x="80" y="228"/>
                    </a:lnTo>
                    <a:lnTo>
                      <a:pt x="80" y="225"/>
                    </a:lnTo>
                    <a:lnTo>
                      <a:pt x="83" y="225"/>
                    </a:lnTo>
                    <a:lnTo>
                      <a:pt x="83" y="225"/>
                    </a:lnTo>
                    <a:lnTo>
                      <a:pt x="83" y="225"/>
                    </a:lnTo>
                    <a:lnTo>
                      <a:pt x="85" y="225"/>
                    </a:lnTo>
                    <a:lnTo>
                      <a:pt x="85" y="225"/>
                    </a:lnTo>
                    <a:lnTo>
                      <a:pt x="85" y="225"/>
                    </a:lnTo>
                    <a:lnTo>
                      <a:pt x="85" y="223"/>
                    </a:lnTo>
                    <a:lnTo>
                      <a:pt x="85" y="223"/>
                    </a:lnTo>
                    <a:lnTo>
                      <a:pt x="85" y="223"/>
                    </a:lnTo>
                    <a:lnTo>
                      <a:pt x="87" y="223"/>
                    </a:lnTo>
                    <a:lnTo>
                      <a:pt x="87" y="221"/>
                    </a:lnTo>
                    <a:lnTo>
                      <a:pt x="87" y="221"/>
                    </a:lnTo>
                    <a:lnTo>
                      <a:pt x="87" y="221"/>
                    </a:lnTo>
                    <a:lnTo>
                      <a:pt x="87" y="218"/>
                    </a:lnTo>
                    <a:lnTo>
                      <a:pt x="87" y="218"/>
                    </a:lnTo>
                    <a:lnTo>
                      <a:pt x="87" y="216"/>
                    </a:lnTo>
                    <a:lnTo>
                      <a:pt x="87" y="216"/>
                    </a:lnTo>
                    <a:lnTo>
                      <a:pt x="87" y="216"/>
                    </a:lnTo>
                    <a:lnTo>
                      <a:pt x="87" y="216"/>
                    </a:lnTo>
                    <a:lnTo>
                      <a:pt x="90" y="216"/>
                    </a:lnTo>
                    <a:lnTo>
                      <a:pt x="90" y="214"/>
                    </a:lnTo>
                    <a:lnTo>
                      <a:pt x="90" y="214"/>
                    </a:lnTo>
                    <a:lnTo>
                      <a:pt x="90" y="214"/>
                    </a:lnTo>
                    <a:lnTo>
                      <a:pt x="90" y="211"/>
                    </a:lnTo>
                    <a:lnTo>
                      <a:pt x="92" y="211"/>
                    </a:lnTo>
                    <a:lnTo>
                      <a:pt x="92" y="211"/>
                    </a:lnTo>
                    <a:lnTo>
                      <a:pt x="92" y="211"/>
                    </a:lnTo>
                    <a:lnTo>
                      <a:pt x="92" y="211"/>
                    </a:lnTo>
                    <a:lnTo>
                      <a:pt x="94" y="211"/>
                    </a:lnTo>
                    <a:lnTo>
                      <a:pt x="94" y="209"/>
                    </a:lnTo>
                    <a:lnTo>
                      <a:pt x="94" y="209"/>
                    </a:lnTo>
                    <a:lnTo>
                      <a:pt x="94" y="209"/>
                    </a:lnTo>
                    <a:lnTo>
                      <a:pt x="94" y="209"/>
                    </a:lnTo>
                    <a:lnTo>
                      <a:pt x="97" y="209"/>
                    </a:lnTo>
                    <a:lnTo>
                      <a:pt x="97" y="209"/>
                    </a:lnTo>
                    <a:lnTo>
                      <a:pt x="97" y="207"/>
                    </a:lnTo>
                    <a:lnTo>
                      <a:pt x="99" y="207"/>
                    </a:lnTo>
                    <a:lnTo>
                      <a:pt x="99" y="207"/>
                    </a:lnTo>
                    <a:lnTo>
                      <a:pt x="99" y="207"/>
                    </a:lnTo>
                    <a:lnTo>
                      <a:pt x="99" y="207"/>
                    </a:lnTo>
                    <a:lnTo>
                      <a:pt x="101" y="207"/>
                    </a:lnTo>
                    <a:lnTo>
                      <a:pt x="101" y="207"/>
                    </a:lnTo>
                    <a:lnTo>
                      <a:pt x="101" y="204"/>
                    </a:lnTo>
                    <a:lnTo>
                      <a:pt x="101" y="204"/>
                    </a:lnTo>
                    <a:lnTo>
                      <a:pt x="101" y="204"/>
                    </a:lnTo>
                    <a:lnTo>
                      <a:pt x="101" y="204"/>
                    </a:lnTo>
                    <a:lnTo>
                      <a:pt x="104" y="204"/>
                    </a:lnTo>
                    <a:lnTo>
                      <a:pt x="104" y="202"/>
                    </a:lnTo>
                    <a:lnTo>
                      <a:pt x="104" y="202"/>
                    </a:lnTo>
                    <a:lnTo>
                      <a:pt x="104" y="202"/>
                    </a:lnTo>
                    <a:lnTo>
                      <a:pt x="106" y="202"/>
                    </a:lnTo>
                    <a:lnTo>
                      <a:pt x="106" y="199"/>
                    </a:lnTo>
                    <a:lnTo>
                      <a:pt x="106" y="199"/>
                    </a:lnTo>
                    <a:lnTo>
                      <a:pt x="106" y="199"/>
                    </a:lnTo>
                    <a:lnTo>
                      <a:pt x="106" y="197"/>
                    </a:lnTo>
                    <a:lnTo>
                      <a:pt x="106" y="197"/>
                    </a:lnTo>
                    <a:lnTo>
                      <a:pt x="106" y="197"/>
                    </a:lnTo>
                    <a:lnTo>
                      <a:pt x="106" y="195"/>
                    </a:lnTo>
                    <a:lnTo>
                      <a:pt x="109" y="195"/>
                    </a:lnTo>
                    <a:lnTo>
                      <a:pt x="109" y="195"/>
                    </a:lnTo>
                    <a:lnTo>
                      <a:pt x="109" y="195"/>
                    </a:lnTo>
                    <a:lnTo>
                      <a:pt x="109" y="195"/>
                    </a:lnTo>
                    <a:lnTo>
                      <a:pt x="109" y="192"/>
                    </a:lnTo>
                    <a:lnTo>
                      <a:pt x="109" y="192"/>
                    </a:lnTo>
                    <a:lnTo>
                      <a:pt x="109" y="192"/>
                    </a:lnTo>
                    <a:lnTo>
                      <a:pt x="109" y="190"/>
                    </a:lnTo>
                    <a:lnTo>
                      <a:pt x="109" y="190"/>
                    </a:lnTo>
                    <a:lnTo>
                      <a:pt x="111" y="190"/>
                    </a:lnTo>
                    <a:lnTo>
                      <a:pt x="111" y="188"/>
                    </a:lnTo>
                    <a:lnTo>
                      <a:pt x="111" y="188"/>
                    </a:lnTo>
                    <a:lnTo>
                      <a:pt x="111" y="185"/>
                    </a:lnTo>
                    <a:lnTo>
                      <a:pt x="111" y="185"/>
                    </a:lnTo>
                    <a:lnTo>
                      <a:pt x="111" y="185"/>
                    </a:lnTo>
                    <a:lnTo>
                      <a:pt x="111" y="185"/>
                    </a:lnTo>
                    <a:lnTo>
                      <a:pt x="111" y="183"/>
                    </a:lnTo>
                    <a:lnTo>
                      <a:pt x="113" y="183"/>
                    </a:lnTo>
                    <a:lnTo>
                      <a:pt x="113" y="183"/>
                    </a:lnTo>
                    <a:lnTo>
                      <a:pt x="113" y="183"/>
                    </a:lnTo>
                    <a:lnTo>
                      <a:pt x="113" y="183"/>
                    </a:lnTo>
                    <a:lnTo>
                      <a:pt x="113" y="180"/>
                    </a:lnTo>
                    <a:lnTo>
                      <a:pt x="116" y="180"/>
                    </a:lnTo>
                    <a:lnTo>
                      <a:pt x="116" y="180"/>
                    </a:lnTo>
                    <a:lnTo>
                      <a:pt x="118" y="180"/>
                    </a:lnTo>
                    <a:lnTo>
                      <a:pt x="118" y="180"/>
                    </a:lnTo>
                    <a:lnTo>
                      <a:pt x="118" y="180"/>
                    </a:lnTo>
                    <a:lnTo>
                      <a:pt x="118" y="180"/>
                    </a:lnTo>
                    <a:lnTo>
                      <a:pt x="120" y="180"/>
                    </a:lnTo>
                    <a:lnTo>
                      <a:pt x="120" y="180"/>
                    </a:lnTo>
                    <a:lnTo>
                      <a:pt x="120" y="178"/>
                    </a:lnTo>
                    <a:lnTo>
                      <a:pt x="120" y="178"/>
                    </a:lnTo>
                    <a:lnTo>
                      <a:pt x="120" y="178"/>
                    </a:lnTo>
                    <a:lnTo>
                      <a:pt x="123" y="178"/>
                    </a:lnTo>
                    <a:lnTo>
                      <a:pt x="123" y="178"/>
                    </a:lnTo>
                    <a:lnTo>
                      <a:pt x="123" y="176"/>
                    </a:lnTo>
                    <a:lnTo>
                      <a:pt x="125" y="176"/>
                    </a:lnTo>
                    <a:lnTo>
                      <a:pt x="125" y="176"/>
                    </a:lnTo>
                    <a:lnTo>
                      <a:pt x="125" y="176"/>
                    </a:lnTo>
                    <a:lnTo>
                      <a:pt x="125" y="173"/>
                    </a:lnTo>
                    <a:lnTo>
                      <a:pt x="123" y="173"/>
                    </a:lnTo>
                    <a:lnTo>
                      <a:pt x="123" y="173"/>
                    </a:lnTo>
                    <a:lnTo>
                      <a:pt x="123" y="173"/>
                    </a:lnTo>
                    <a:lnTo>
                      <a:pt x="123" y="171"/>
                    </a:lnTo>
                    <a:lnTo>
                      <a:pt x="123" y="171"/>
                    </a:lnTo>
                    <a:lnTo>
                      <a:pt x="123" y="171"/>
                    </a:lnTo>
                    <a:lnTo>
                      <a:pt x="123" y="169"/>
                    </a:lnTo>
                    <a:lnTo>
                      <a:pt x="125" y="169"/>
                    </a:lnTo>
                    <a:lnTo>
                      <a:pt x="125" y="169"/>
                    </a:lnTo>
                    <a:lnTo>
                      <a:pt x="125" y="169"/>
                    </a:lnTo>
                    <a:lnTo>
                      <a:pt x="125" y="166"/>
                    </a:lnTo>
                    <a:lnTo>
                      <a:pt x="125" y="166"/>
                    </a:lnTo>
                    <a:lnTo>
                      <a:pt x="128" y="166"/>
                    </a:lnTo>
                    <a:lnTo>
                      <a:pt x="128" y="166"/>
                    </a:lnTo>
                    <a:lnTo>
                      <a:pt x="128" y="166"/>
                    </a:lnTo>
                    <a:lnTo>
                      <a:pt x="128" y="166"/>
                    </a:lnTo>
                    <a:lnTo>
                      <a:pt x="128" y="166"/>
                    </a:lnTo>
                    <a:lnTo>
                      <a:pt x="128" y="164"/>
                    </a:lnTo>
                    <a:lnTo>
                      <a:pt x="130" y="164"/>
                    </a:lnTo>
                    <a:lnTo>
                      <a:pt x="130" y="164"/>
                    </a:lnTo>
                    <a:lnTo>
                      <a:pt x="130" y="164"/>
                    </a:lnTo>
                    <a:lnTo>
                      <a:pt x="130" y="161"/>
                    </a:lnTo>
                    <a:lnTo>
                      <a:pt x="132" y="161"/>
                    </a:lnTo>
                    <a:lnTo>
                      <a:pt x="132" y="161"/>
                    </a:lnTo>
                    <a:lnTo>
                      <a:pt x="132" y="159"/>
                    </a:lnTo>
                    <a:lnTo>
                      <a:pt x="132" y="159"/>
                    </a:lnTo>
                    <a:lnTo>
                      <a:pt x="132" y="159"/>
                    </a:lnTo>
                    <a:lnTo>
                      <a:pt x="132" y="159"/>
                    </a:lnTo>
                    <a:lnTo>
                      <a:pt x="132" y="157"/>
                    </a:lnTo>
                    <a:lnTo>
                      <a:pt x="135" y="157"/>
                    </a:lnTo>
                    <a:lnTo>
                      <a:pt x="135" y="157"/>
                    </a:lnTo>
                    <a:lnTo>
                      <a:pt x="135" y="157"/>
                    </a:lnTo>
                    <a:lnTo>
                      <a:pt x="135" y="157"/>
                    </a:lnTo>
                    <a:lnTo>
                      <a:pt x="137" y="157"/>
                    </a:lnTo>
                    <a:lnTo>
                      <a:pt x="137" y="157"/>
                    </a:lnTo>
                    <a:lnTo>
                      <a:pt x="137" y="154"/>
                    </a:lnTo>
                    <a:lnTo>
                      <a:pt x="137" y="154"/>
                    </a:lnTo>
                    <a:lnTo>
                      <a:pt x="139" y="154"/>
                    </a:lnTo>
                    <a:lnTo>
                      <a:pt x="139" y="154"/>
                    </a:lnTo>
                    <a:lnTo>
                      <a:pt x="139" y="154"/>
                    </a:lnTo>
                    <a:lnTo>
                      <a:pt x="139" y="152"/>
                    </a:lnTo>
                    <a:lnTo>
                      <a:pt x="139" y="152"/>
                    </a:lnTo>
                    <a:lnTo>
                      <a:pt x="137" y="152"/>
                    </a:lnTo>
                    <a:lnTo>
                      <a:pt x="137" y="152"/>
                    </a:lnTo>
                    <a:lnTo>
                      <a:pt x="137" y="152"/>
                    </a:lnTo>
                    <a:lnTo>
                      <a:pt x="137" y="150"/>
                    </a:lnTo>
                    <a:lnTo>
                      <a:pt x="137" y="150"/>
                    </a:lnTo>
                    <a:lnTo>
                      <a:pt x="137" y="147"/>
                    </a:lnTo>
                    <a:lnTo>
                      <a:pt x="137" y="147"/>
                    </a:lnTo>
                    <a:lnTo>
                      <a:pt x="137" y="147"/>
                    </a:lnTo>
                    <a:lnTo>
                      <a:pt x="137" y="145"/>
                    </a:lnTo>
                    <a:lnTo>
                      <a:pt x="137" y="145"/>
                    </a:lnTo>
                    <a:lnTo>
                      <a:pt x="139" y="145"/>
                    </a:lnTo>
                    <a:lnTo>
                      <a:pt x="139" y="145"/>
                    </a:lnTo>
                    <a:lnTo>
                      <a:pt x="139" y="143"/>
                    </a:lnTo>
                    <a:lnTo>
                      <a:pt x="139" y="143"/>
                    </a:lnTo>
                    <a:lnTo>
                      <a:pt x="137" y="143"/>
                    </a:lnTo>
                    <a:lnTo>
                      <a:pt x="137" y="140"/>
                    </a:lnTo>
                    <a:lnTo>
                      <a:pt x="137" y="140"/>
                    </a:lnTo>
                    <a:lnTo>
                      <a:pt x="137" y="138"/>
                    </a:lnTo>
                    <a:lnTo>
                      <a:pt x="137" y="138"/>
                    </a:lnTo>
                    <a:lnTo>
                      <a:pt x="137" y="138"/>
                    </a:lnTo>
                    <a:lnTo>
                      <a:pt x="135" y="138"/>
                    </a:lnTo>
                    <a:lnTo>
                      <a:pt x="135" y="135"/>
                    </a:lnTo>
                    <a:lnTo>
                      <a:pt x="137" y="135"/>
                    </a:lnTo>
                    <a:lnTo>
                      <a:pt x="137" y="135"/>
                    </a:lnTo>
                    <a:lnTo>
                      <a:pt x="137" y="135"/>
                    </a:lnTo>
                    <a:lnTo>
                      <a:pt x="137" y="135"/>
                    </a:lnTo>
                    <a:lnTo>
                      <a:pt x="137" y="133"/>
                    </a:lnTo>
                    <a:lnTo>
                      <a:pt x="139" y="133"/>
                    </a:lnTo>
                    <a:lnTo>
                      <a:pt x="139" y="133"/>
                    </a:lnTo>
                    <a:lnTo>
                      <a:pt x="139" y="133"/>
                    </a:lnTo>
                    <a:lnTo>
                      <a:pt x="139" y="133"/>
                    </a:lnTo>
                    <a:lnTo>
                      <a:pt x="139" y="131"/>
                    </a:lnTo>
                    <a:lnTo>
                      <a:pt x="142" y="131"/>
                    </a:lnTo>
                    <a:lnTo>
                      <a:pt x="142" y="131"/>
                    </a:lnTo>
                    <a:lnTo>
                      <a:pt x="142" y="131"/>
                    </a:lnTo>
                    <a:lnTo>
                      <a:pt x="142" y="131"/>
                    </a:lnTo>
                    <a:lnTo>
                      <a:pt x="144" y="131"/>
                    </a:lnTo>
                    <a:lnTo>
                      <a:pt x="144" y="128"/>
                    </a:lnTo>
                    <a:lnTo>
                      <a:pt x="144" y="128"/>
                    </a:lnTo>
                    <a:lnTo>
                      <a:pt x="146" y="128"/>
                    </a:lnTo>
                    <a:lnTo>
                      <a:pt x="146" y="128"/>
                    </a:lnTo>
                    <a:lnTo>
                      <a:pt x="146" y="128"/>
                    </a:lnTo>
                    <a:lnTo>
                      <a:pt x="149" y="128"/>
                    </a:lnTo>
                    <a:lnTo>
                      <a:pt x="149" y="128"/>
                    </a:lnTo>
                    <a:lnTo>
                      <a:pt x="149" y="128"/>
                    </a:lnTo>
                    <a:lnTo>
                      <a:pt x="149" y="128"/>
                    </a:lnTo>
                    <a:lnTo>
                      <a:pt x="151" y="128"/>
                    </a:lnTo>
                    <a:lnTo>
                      <a:pt x="151" y="128"/>
                    </a:lnTo>
                    <a:lnTo>
                      <a:pt x="151" y="126"/>
                    </a:lnTo>
                    <a:lnTo>
                      <a:pt x="154" y="126"/>
                    </a:lnTo>
                    <a:lnTo>
                      <a:pt x="154" y="126"/>
                    </a:lnTo>
                    <a:lnTo>
                      <a:pt x="154" y="126"/>
                    </a:lnTo>
                    <a:lnTo>
                      <a:pt x="154" y="126"/>
                    </a:lnTo>
                    <a:lnTo>
                      <a:pt x="154" y="126"/>
                    </a:lnTo>
                    <a:lnTo>
                      <a:pt x="154" y="124"/>
                    </a:lnTo>
                    <a:lnTo>
                      <a:pt x="154" y="124"/>
                    </a:lnTo>
                    <a:lnTo>
                      <a:pt x="154" y="124"/>
                    </a:lnTo>
                    <a:lnTo>
                      <a:pt x="154" y="121"/>
                    </a:lnTo>
                    <a:lnTo>
                      <a:pt x="154" y="121"/>
                    </a:lnTo>
                    <a:lnTo>
                      <a:pt x="154" y="121"/>
                    </a:lnTo>
                    <a:lnTo>
                      <a:pt x="151" y="121"/>
                    </a:lnTo>
                    <a:lnTo>
                      <a:pt x="151" y="119"/>
                    </a:lnTo>
                    <a:lnTo>
                      <a:pt x="151" y="119"/>
                    </a:lnTo>
                    <a:lnTo>
                      <a:pt x="149" y="119"/>
                    </a:lnTo>
                    <a:lnTo>
                      <a:pt x="149" y="119"/>
                    </a:lnTo>
                    <a:lnTo>
                      <a:pt x="149" y="119"/>
                    </a:lnTo>
                    <a:lnTo>
                      <a:pt x="149" y="119"/>
                    </a:lnTo>
                    <a:lnTo>
                      <a:pt x="149" y="116"/>
                    </a:lnTo>
                    <a:lnTo>
                      <a:pt x="146" y="116"/>
                    </a:lnTo>
                    <a:lnTo>
                      <a:pt x="146" y="116"/>
                    </a:lnTo>
                    <a:lnTo>
                      <a:pt x="146" y="119"/>
                    </a:lnTo>
                    <a:lnTo>
                      <a:pt x="146" y="119"/>
                    </a:lnTo>
                    <a:lnTo>
                      <a:pt x="144" y="119"/>
                    </a:lnTo>
                    <a:lnTo>
                      <a:pt x="144" y="119"/>
                    </a:lnTo>
                    <a:lnTo>
                      <a:pt x="144" y="116"/>
                    </a:lnTo>
                    <a:lnTo>
                      <a:pt x="142" y="116"/>
                    </a:lnTo>
                    <a:lnTo>
                      <a:pt x="142" y="116"/>
                    </a:lnTo>
                    <a:lnTo>
                      <a:pt x="142" y="116"/>
                    </a:lnTo>
                    <a:lnTo>
                      <a:pt x="139" y="116"/>
                    </a:lnTo>
                    <a:lnTo>
                      <a:pt x="139" y="116"/>
                    </a:lnTo>
                    <a:lnTo>
                      <a:pt x="139" y="116"/>
                    </a:lnTo>
                    <a:lnTo>
                      <a:pt x="139" y="116"/>
                    </a:lnTo>
                    <a:lnTo>
                      <a:pt x="139" y="116"/>
                    </a:lnTo>
                    <a:lnTo>
                      <a:pt x="139" y="114"/>
                    </a:lnTo>
                    <a:lnTo>
                      <a:pt x="139" y="114"/>
                    </a:lnTo>
                    <a:lnTo>
                      <a:pt x="139" y="114"/>
                    </a:lnTo>
                    <a:lnTo>
                      <a:pt x="139" y="112"/>
                    </a:lnTo>
                    <a:lnTo>
                      <a:pt x="139" y="112"/>
                    </a:lnTo>
                    <a:lnTo>
                      <a:pt x="139" y="109"/>
                    </a:lnTo>
                    <a:lnTo>
                      <a:pt x="139" y="109"/>
                    </a:lnTo>
                    <a:lnTo>
                      <a:pt x="139" y="109"/>
                    </a:lnTo>
                    <a:lnTo>
                      <a:pt x="139" y="109"/>
                    </a:lnTo>
                    <a:lnTo>
                      <a:pt x="139" y="109"/>
                    </a:lnTo>
                    <a:lnTo>
                      <a:pt x="139" y="109"/>
                    </a:lnTo>
                    <a:lnTo>
                      <a:pt x="139" y="112"/>
                    </a:lnTo>
                    <a:lnTo>
                      <a:pt x="137" y="112"/>
                    </a:lnTo>
                    <a:lnTo>
                      <a:pt x="137" y="112"/>
                    </a:lnTo>
                    <a:lnTo>
                      <a:pt x="135" y="112"/>
                    </a:lnTo>
                    <a:lnTo>
                      <a:pt x="135" y="109"/>
                    </a:lnTo>
                    <a:lnTo>
                      <a:pt x="135" y="109"/>
                    </a:lnTo>
                    <a:lnTo>
                      <a:pt x="135" y="109"/>
                    </a:lnTo>
                    <a:lnTo>
                      <a:pt x="132" y="109"/>
                    </a:lnTo>
                    <a:lnTo>
                      <a:pt x="132" y="109"/>
                    </a:lnTo>
                    <a:lnTo>
                      <a:pt x="132" y="109"/>
                    </a:lnTo>
                    <a:lnTo>
                      <a:pt x="132" y="109"/>
                    </a:lnTo>
                    <a:lnTo>
                      <a:pt x="130" y="109"/>
                    </a:lnTo>
                    <a:lnTo>
                      <a:pt x="130" y="107"/>
                    </a:lnTo>
                    <a:lnTo>
                      <a:pt x="130" y="107"/>
                    </a:lnTo>
                    <a:lnTo>
                      <a:pt x="128" y="107"/>
                    </a:lnTo>
                    <a:lnTo>
                      <a:pt x="128" y="107"/>
                    </a:lnTo>
                    <a:lnTo>
                      <a:pt x="128" y="107"/>
                    </a:lnTo>
                    <a:lnTo>
                      <a:pt x="128" y="107"/>
                    </a:lnTo>
                    <a:lnTo>
                      <a:pt x="125" y="107"/>
                    </a:lnTo>
                    <a:lnTo>
                      <a:pt x="125" y="107"/>
                    </a:lnTo>
                    <a:lnTo>
                      <a:pt x="125" y="107"/>
                    </a:lnTo>
                    <a:lnTo>
                      <a:pt x="125" y="107"/>
                    </a:lnTo>
                    <a:lnTo>
                      <a:pt x="125" y="105"/>
                    </a:lnTo>
                    <a:lnTo>
                      <a:pt x="125" y="105"/>
                    </a:lnTo>
                    <a:lnTo>
                      <a:pt x="123" y="105"/>
                    </a:lnTo>
                    <a:lnTo>
                      <a:pt x="123" y="105"/>
                    </a:lnTo>
                    <a:lnTo>
                      <a:pt x="120" y="105"/>
                    </a:lnTo>
                    <a:lnTo>
                      <a:pt x="120" y="105"/>
                    </a:lnTo>
                    <a:lnTo>
                      <a:pt x="120" y="105"/>
                    </a:lnTo>
                    <a:lnTo>
                      <a:pt x="120" y="105"/>
                    </a:lnTo>
                    <a:lnTo>
                      <a:pt x="120" y="105"/>
                    </a:lnTo>
                    <a:lnTo>
                      <a:pt x="118" y="105"/>
                    </a:lnTo>
                    <a:lnTo>
                      <a:pt x="118" y="102"/>
                    </a:lnTo>
                    <a:lnTo>
                      <a:pt x="118" y="102"/>
                    </a:lnTo>
                    <a:lnTo>
                      <a:pt x="118" y="102"/>
                    </a:lnTo>
                    <a:lnTo>
                      <a:pt x="118" y="102"/>
                    </a:lnTo>
                    <a:lnTo>
                      <a:pt x="118" y="100"/>
                    </a:lnTo>
                    <a:lnTo>
                      <a:pt x="118" y="100"/>
                    </a:lnTo>
                    <a:lnTo>
                      <a:pt x="118" y="100"/>
                    </a:lnTo>
                    <a:lnTo>
                      <a:pt x="118" y="100"/>
                    </a:lnTo>
                    <a:lnTo>
                      <a:pt x="118" y="97"/>
                    </a:lnTo>
                    <a:lnTo>
                      <a:pt x="118" y="97"/>
                    </a:lnTo>
                    <a:lnTo>
                      <a:pt x="116" y="97"/>
                    </a:lnTo>
                    <a:lnTo>
                      <a:pt x="116" y="97"/>
                    </a:lnTo>
                    <a:lnTo>
                      <a:pt x="116" y="95"/>
                    </a:lnTo>
                    <a:lnTo>
                      <a:pt x="116" y="95"/>
                    </a:lnTo>
                    <a:lnTo>
                      <a:pt x="118" y="95"/>
                    </a:lnTo>
                    <a:lnTo>
                      <a:pt x="118" y="93"/>
                    </a:lnTo>
                    <a:lnTo>
                      <a:pt x="118" y="93"/>
                    </a:lnTo>
                    <a:lnTo>
                      <a:pt x="118" y="90"/>
                    </a:lnTo>
                    <a:lnTo>
                      <a:pt x="118" y="90"/>
                    </a:lnTo>
                    <a:lnTo>
                      <a:pt x="116" y="90"/>
                    </a:lnTo>
                    <a:lnTo>
                      <a:pt x="116" y="88"/>
                    </a:lnTo>
                    <a:lnTo>
                      <a:pt x="116" y="88"/>
                    </a:lnTo>
                    <a:lnTo>
                      <a:pt x="116" y="86"/>
                    </a:lnTo>
                    <a:lnTo>
                      <a:pt x="116" y="86"/>
                    </a:lnTo>
                    <a:lnTo>
                      <a:pt x="116" y="86"/>
                    </a:lnTo>
                    <a:lnTo>
                      <a:pt x="116" y="83"/>
                    </a:lnTo>
                    <a:lnTo>
                      <a:pt x="116" y="83"/>
                    </a:lnTo>
                    <a:lnTo>
                      <a:pt x="116" y="81"/>
                    </a:lnTo>
                    <a:lnTo>
                      <a:pt x="116" y="81"/>
                    </a:lnTo>
                    <a:lnTo>
                      <a:pt x="116" y="81"/>
                    </a:lnTo>
                    <a:lnTo>
                      <a:pt x="116" y="79"/>
                    </a:lnTo>
                    <a:lnTo>
                      <a:pt x="113" y="79"/>
                    </a:lnTo>
                    <a:lnTo>
                      <a:pt x="113" y="79"/>
                    </a:lnTo>
                    <a:lnTo>
                      <a:pt x="113" y="76"/>
                    </a:lnTo>
                    <a:lnTo>
                      <a:pt x="113" y="76"/>
                    </a:lnTo>
                    <a:lnTo>
                      <a:pt x="113" y="76"/>
                    </a:lnTo>
                    <a:lnTo>
                      <a:pt x="113" y="74"/>
                    </a:lnTo>
                    <a:lnTo>
                      <a:pt x="113" y="74"/>
                    </a:lnTo>
                    <a:lnTo>
                      <a:pt x="113" y="74"/>
                    </a:lnTo>
                    <a:lnTo>
                      <a:pt x="113" y="71"/>
                    </a:lnTo>
                    <a:lnTo>
                      <a:pt x="113" y="71"/>
                    </a:lnTo>
                    <a:lnTo>
                      <a:pt x="113" y="71"/>
                    </a:lnTo>
                    <a:lnTo>
                      <a:pt x="113" y="69"/>
                    </a:lnTo>
                    <a:lnTo>
                      <a:pt x="113" y="69"/>
                    </a:lnTo>
                    <a:lnTo>
                      <a:pt x="113" y="67"/>
                    </a:lnTo>
                    <a:lnTo>
                      <a:pt x="113" y="67"/>
                    </a:lnTo>
                    <a:lnTo>
                      <a:pt x="113" y="67"/>
                    </a:lnTo>
                    <a:lnTo>
                      <a:pt x="113" y="67"/>
                    </a:lnTo>
                    <a:lnTo>
                      <a:pt x="113" y="64"/>
                    </a:lnTo>
                    <a:lnTo>
                      <a:pt x="113" y="64"/>
                    </a:lnTo>
                    <a:lnTo>
                      <a:pt x="116" y="64"/>
                    </a:lnTo>
                    <a:lnTo>
                      <a:pt x="116" y="64"/>
                    </a:lnTo>
                    <a:lnTo>
                      <a:pt x="118" y="64"/>
                    </a:lnTo>
                    <a:lnTo>
                      <a:pt x="118" y="64"/>
                    </a:lnTo>
                    <a:lnTo>
                      <a:pt x="118" y="64"/>
                    </a:lnTo>
                    <a:lnTo>
                      <a:pt x="118" y="62"/>
                    </a:lnTo>
                    <a:lnTo>
                      <a:pt x="118" y="62"/>
                    </a:lnTo>
                    <a:lnTo>
                      <a:pt x="118" y="62"/>
                    </a:lnTo>
                    <a:lnTo>
                      <a:pt x="118" y="60"/>
                    </a:lnTo>
                    <a:lnTo>
                      <a:pt x="118" y="60"/>
                    </a:lnTo>
                    <a:lnTo>
                      <a:pt x="120" y="60"/>
                    </a:lnTo>
                    <a:lnTo>
                      <a:pt x="120" y="60"/>
                    </a:lnTo>
                    <a:lnTo>
                      <a:pt x="120" y="57"/>
                    </a:lnTo>
                    <a:lnTo>
                      <a:pt x="120" y="57"/>
                    </a:lnTo>
                    <a:lnTo>
                      <a:pt x="123" y="57"/>
                    </a:lnTo>
                    <a:lnTo>
                      <a:pt x="123" y="57"/>
                    </a:lnTo>
                    <a:lnTo>
                      <a:pt x="125" y="57"/>
                    </a:lnTo>
                    <a:lnTo>
                      <a:pt x="125" y="57"/>
                    </a:lnTo>
                    <a:lnTo>
                      <a:pt x="125" y="57"/>
                    </a:lnTo>
                    <a:lnTo>
                      <a:pt x="125" y="57"/>
                    </a:lnTo>
                    <a:lnTo>
                      <a:pt x="125" y="57"/>
                    </a:lnTo>
                    <a:lnTo>
                      <a:pt x="125" y="55"/>
                    </a:lnTo>
                    <a:lnTo>
                      <a:pt x="125" y="55"/>
                    </a:lnTo>
                    <a:lnTo>
                      <a:pt x="128" y="55"/>
                    </a:lnTo>
                    <a:lnTo>
                      <a:pt x="128" y="52"/>
                    </a:lnTo>
                    <a:lnTo>
                      <a:pt x="128" y="52"/>
                    </a:lnTo>
                    <a:lnTo>
                      <a:pt x="128" y="50"/>
                    </a:lnTo>
                    <a:lnTo>
                      <a:pt x="128" y="50"/>
                    </a:lnTo>
                    <a:lnTo>
                      <a:pt x="125" y="50"/>
                    </a:lnTo>
                    <a:lnTo>
                      <a:pt x="125" y="50"/>
                    </a:lnTo>
                    <a:lnTo>
                      <a:pt x="125" y="50"/>
                    </a:lnTo>
                    <a:lnTo>
                      <a:pt x="125" y="48"/>
                    </a:lnTo>
                    <a:lnTo>
                      <a:pt x="123" y="48"/>
                    </a:lnTo>
                    <a:lnTo>
                      <a:pt x="123" y="48"/>
                    </a:lnTo>
                    <a:lnTo>
                      <a:pt x="120" y="48"/>
                    </a:lnTo>
                    <a:lnTo>
                      <a:pt x="120" y="48"/>
                    </a:lnTo>
                    <a:lnTo>
                      <a:pt x="120" y="48"/>
                    </a:lnTo>
                    <a:lnTo>
                      <a:pt x="120" y="48"/>
                    </a:lnTo>
                    <a:lnTo>
                      <a:pt x="118" y="48"/>
                    </a:lnTo>
                    <a:lnTo>
                      <a:pt x="118" y="48"/>
                    </a:lnTo>
                    <a:lnTo>
                      <a:pt x="118" y="45"/>
                    </a:lnTo>
                    <a:lnTo>
                      <a:pt x="118" y="45"/>
                    </a:lnTo>
                    <a:lnTo>
                      <a:pt x="118" y="43"/>
                    </a:lnTo>
                    <a:lnTo>
                      <a:pt x="120" y="43"/>
                    </a:lnTo>
                    <a:lnTo>
                      <a:pt x="120" y="43"/>
                    </a:lnTo>
                    <a:lnTo>
                      <a:pt x="120" y="43"/>
                    </a:lnTo>
                    <a:lnTo>
                      <a:pt x="120" y="41"/>
                    </a:lnTo>
                    <a:lnTo>
                      <a:pt x="120" y="41"/>
                    </a:lnTo>
                    <a:lnTo>
                      <a:pt x="120" y="41"/>
                    </a:lnTo>
                    <a:lnTo>
                      <a:pt x="118" y="41"/>
                    </a:lnTo>
                    <a:lnTo>
                      <a:pt x="118" y="41"/>
                    </a:lnTo>
                    <a:lnTo>
                      <a:pt x="118" y="41"/>
                    </a:lnTo>
                    <a:lnTo>
                      <a:pt x="116" y="41"/>
                    </a:lnTo>
                    <a:lnTo>
                      <a:pt x="116" y="41"/>
                    </a:lnTo>
                    <a:lnTo>
                      <a:pt x="113" y="41"/>
                    </a:lnTo>
                    <a:lnTo>
                      <a:pt x="113" y="38"/>
                    </a:lnTo>
                    <a:lnTo>
                      <a:pt x="113" y="38"/>
                    </a:lnTo>
                    <a:lnTo>
                      <a:pt x="113" y="38"/>
                    </a:lnTo>
                    <a:lnTo>
                      <a:pt x="111" y="38"/>
                    </a:lnTo>
                    <a:lnTo>
                      <a:pt x="111" y="38"/>
                    </a:lnTo>
                    <a:lnTo>
                      <a:pt x="111" y="38"/>
                    </a:lnTo>
                    <a:lnTo>
                      <a:pt x="109" y="38"/>
                    </a:lnTo>
                    <a:lnTo>
                      <a:pt x="109" y="38"/>
                    </a:lnTo>
                    <a:lnTo>
                      <a:pt x="109" y="38"/>
                    </a:lnTo>
                    <a:lnTo>
                      <a:pt x="109" y="38"/>
                    </a:lnTo>
                    <a:lnTo>
                      <a:pt x="106" y="38"/>
                    </a:lnTo>
                    <a:lnTo>
                      <a:pt x="106" y="36"/>
                    </a:lnTo>
                    <a:lnTo>
                      <a:pt x="106" y="36"/>
                    </a:lnTo>
                    <a:lnTo>
                      <a:pt x="106" y="36"/>
                    </a:lnTo>
                    <a:lnTo>
                      <a:pt x="106" y="34"/>
                    </a:lnTo>
                    <a:lnTo>
                      <a:pt x="106" y="34"/>
                    </a:lnTo>
                    <a:lnTo>
                      <a:pt x="106" y="34"/>
                    </a:lnTo>
                    <a:lnTo>
                      <a:pt x="106" y="31"/>
                    </a:lnTo>
                    <a:lnTo>
                      <a:pt x="104" y="31"/>
                    </a:lnTo>
                    <a:lnTo>
                      <a:pt x="104" y="34"/>
                    </a:lnTo>
                    <a:lnTo>
                      <a:pt x="104" y="34"/>
                    </a:lnTo>
                    <a:lnTo>
                      <a:pt x="101" y="34"/>
                    </a:lnTo>
                    <a:lnTo>
                      <a:pt x="101" y="34"/>
                    </a:lnTo>
                    <a:lnTo>
                      <a:pt x="101" y="34"/>
                    </a:lnTo>
                    <a:lnTo>
                      <a:pt x="99" y="34"/>
                    </a:lnTo>
                    <a:lnTo>
                      <a:pt x="99" y="31"/>
                    </a:lnTo>
                    <a:lnTo>
                      <a:pt x="99" y="31"/>
                    </a:lnTo>
                    <a:lnTo>
                      <a:pt x="99" y="34"/>
                    </a:lnTo>
                    <a:lnTo>
                      <a:pt x="99" y="34"/>
                    </a:lnTo>
                    <a:lnTo>
                      <a:pt x="97" y="34"/>
                    </a:lnTo>
                    <a:lnTo>
                      <a:pt x="97" y="34"/>
                    </a:lnTo>
                    <a:lnTo>
                      <a:pt x="94" y="34"/>
                    </a:lnTo>
                    <a:lnTo>
                      <a:pt x="94" y="34"/>
                    </a:lnTo>
                    <a:lnTo>
                      <a:pt x="94" y="31"/>
                    </a:lnTo>
                    <a:lnTo>
                      <a:pt x="94" y="31"/>
                    </a:lnTo>
                    <a:lnTo>
                      <a:pt x="94" y="31"/>
                    </a:lnTo>
                    <a:lnTo>
                      <a:pt x="94" y="29"/>
                    </a:lnTo>
                    <a:lnTo>
                      <a:pt x="94" y="29"/>
                    </a:lnTo>
                    <a:lnTo>
                      <a:pt x="94" y="29"/>
                    </a:lnTo>
                    <a:lnTo>
                      <a:pt x="94" y="26"/>
                    </a:lnTo>
                    <a:lnTo>
                      <a:pt x="94" y="26"/>
                    </a:lnTo>
                    <a:lnTo>
                      <a:pt x="94" y="26"/>
                    </a:lnTo>
                    <a:lnTo>
                      <a:pt x="94" y="26"/>
                    </a:lnTo>
                    <a:lnTo>
                      <a:pt x="94" y="24"/>
                    </a:lnTo>
                    <a:lnTo>
                      <a:pt x="94" y="24"/>
                    </a:lnTo>
                    <a:lnTo>
                      <a:pt x="94" y="22"/>
                    </a:lnTo>
                    <a:lnTo>
                      <a:pt x="94" y="22"/>
                    </a:lnTo>
                    <a:lnTo>
                      <a:pt x="94" y="22"/>
                    </a:lnTo>
                    <a:lnTo>
                      <a:pt x="97" y="22"/>
                    </a:lnTo>
                    <a:lnTo>
                      <a:pt x="97" y="22"/>
                    </a:lnTo>
                    <a:lnTo>
                      <a:pt x="97" y="22"/>
                    </a:lnTo>
                    <a:lnTo>
                      <a:pt x="99" y="22"/>
                    </a:lnTo>
                    <a:lnTo>
                      <a:pt x="99" y="19"/>
                    </a:lnTo>
                    <a:lnTo>
                      <a:pt x="99" y="19"/>
                    </a:lnTo>
                    <a:lnTo>
                      <a:pt x="99" y="19"/>
                    </a:lnTo>
                    <a:lnTo>
                      <a:pt x="99" y="19"/>
                    </a:lnTo>
                    <a:lnTo>
                      <a:pt x="101" y="19"/>
                    </a:lnTo>
                    <a:lnTo>
                      <a:pt x="101" y="17"/>
                    </a:lnTo>
                    <a:lnTo>
                      <a:pt x="101" y="17"/>
                    </a:lnTo>
                    <a:lnTo>
                      <a:pt x="101" y="17"/>
                    </a:lnTo>
                    <a:lnTo>
                      <a:pt x="101" y="17"/>
                    </a:lnTo>
                    <a:lnTo>
                      <a:pt x="101" y="17"/>
                    </a:lnTo>
                    <a:lnTo>
                      <a:pt x="104" y="17"/>
                    </a:lnTo>
                    <a:lnTo>
                      <a:pt x="104" y="15"/>
                    </a:lnTo>
                    <a:lnTo>
                      <a:pt x="104" y="15"/>
                    </a:lnTo>
                    <a:lnTo>
                      <a:pt x="104" y="15"/>
                    </a:lnTo>
                    <a:lnTo>
                      <a:pt x="106" y="15"/>
                    </a:lnTo>
                    <a:lnTo>
                      <a:pt x="106" y="12"/>
                    </a:lnTo>
                    <a:lnTo>
                      <a:pt x="104" y="12"/>
                    </a:lnTo>
                    <a:lnTo>
                      <a:pt x="104" y="12"/>
                    </a:lnTo>
                    <a:lnTo>
                      <a:pt x="106" y="12"/>
                    </a:lnTo>
                    <a:lnTo>
                      <a:pt x="106" y="10"/>
                    </a:lnTo>
                    <a:lnTo>
                      <a:pt x="106" y="10"/>
                    </a:lnTo>
                    <a:lnTo>
                      <a:pt x="106" y="10"/>
                    </a:lnTo>
                    <a:lnTo>
                      <a:pt x="109" y="10"/>
                    </a:lnTo>
                    <a:lnTo>
                      <a:pt x="109" y="10"/>
                    </a:lnTo>
                    <a:lnTo>
                      <a:pt x="109" y="10"/>
                    </a:lnTo>
                    <a:lnTo>
                      <a:pt x="109" y="10"/>
                    </a:lnTo>
                    <a:lnTo>
                      <a:pt x="109" y="10"/>
                    </a:lnTo>
                    <a:lnTo>
                      <a:pt x="111" y="10"/>
                    </a:lnTo>
                    <a:lnTo>
                      <a:pt x="111" y="10"/>
                    </a:lnTo>
                    <a:lnTo>
                      <a:pt x="111" y="10"/>
                    </a:lnTo>
                    <a:lnTo>
                      <a:pt x="113" y="10"/>
                    </a:lnTo>
                    <a:lnTo>
                      <a:pt x="113" y="10"/>
                    </a:lnTo>
                    <a:lnTo>
                      <a:pt x="113" y="10"/>
                    </a:lnTo>
                    <a:lnTo>
                      <a:pt x="113" y="10"/>
                    </a:lnTo>
                    <a:lnTo>
                      <a:pt x="116" y="10"/>
                    </a:lnTo>
                    <a:lnTo>
                      <a:pt x="116" y="10"/>
                    </a:lnTo>
                    <a:lnTo>
                      <a:pt x="118" y="10"/>
                    </a:lnTo>
                    <a:lnTo>
                      <a:pt x="118" y="10"/>
                    </a:lnTo>
                    <a:lnTo>
                      <a:pt x="118" y="10"/>
                    </a:lnTo>
                    <a:lnTo>
                      <a:pt x="120" y="10"/>
                    </a:lnTo>
                    <a:lnTo>
                      <a:pt x="120" y="10"/>
                    </a:lnTo>
                    <a:lnTo>
                      <a:pt x="120" y="10"/>
                    </a:lnTo>
                    <a:lnTo>
                      <a:pt x="120" y="10"/>
                    </a:lnTo>
                    <a:lnTo>
                      <a:pt x="123" y="10"/>
                    </a:lnTo>
                    <a:lnTo>
                      <a:pt x="123" y="7"/>
                    </a:lnTo>
                    <a:lnTo>
                      <a:pt x="120" y="7"/>
                    </a:lnTo>
                    <a:lnTo>
                      <a:pt x="120" y="7"/>
                    </a:lnTo>
                    <a:lnTo>
                      <a:pt x="120" y="7"/>
                    </a:lnTo>
                    <a:lnTo>
                      <a:pt x="120" y="7"/>
                    </a:lnTo>
                    <a:lnTo>
                      <a:pt x="118" y="7"/>
                    </a:lnTo>
                    <a:lnTo>
                      <a:pt x="118" y="7"/>
                    </a:lnTo>
                    <a:lnTo>
                      <a:pt x="118" y="7"/>
                    </a:lnTo>
                    <a:lnTo>
                      <a:pt x="118" y="5"/>
                    </a:lnTo>
                    <a:lnTo>
                      <a:pt x="118" y="5"/>
                    </a:lnTo>
                    <a:lnTo>
                      <a:pt x="120" y="5"/>
                    </a:lnTo>
                    <a:lnTo>
                      <a:pt x="120" y="5"/>
                    </a:lnTo>
                    <a:lnTo>
                      <a:pt x="120" y="7"/>
                    </a:lnTo>
                    <a:lnTo>
                      <a:pt x="120" y="7"/>
                    </a:lnTo>
                    <a:lnTo>
                      <a:pt x="123" y="7"/>
                    </a:lnTo>
                    <a:lnTo>
                      <a:pt x="123" y="7"/>
                    </a:lnTo>
                    <a:lnTo>
                      <a:pt x="125" y="7"/>
                    </a:lnTo>
                    <a:lnTo>
                      <a:pt x="125" y="7"/>
                    </a:lnTo>
                    <a:lnTo>
                      <a:pt x="125" y="7"/>
                    </a:lnTo>
                    <a:lnTo>
                      <a:pt x="125" y="7"/>
                    </a:lnTo>
                    <a:lnTo>
                      <a:pt x="128" y="7"/>
                    </a:lnTo>
                    <a:lnTo>
                      <a:pt x="128" y="7"/>
                    </a:lnTo>
                    <a:lnTo>
                      <a:pt x="128" y="7"/>
                    </a:lnTo>
                    <a:lnTo>
                      <a:pt x="128" y="5"/>
                    </a:lnTo>
                    <a:lnTo>
                      <a:pt x="128" y="5"/>
                    </a:lnTo>
                    <a:lnTo>
                      <a:pt x="130" y="5"/>
                    </a:lnTo>
                    <a:lnTo>
                      <a:pt x="130" y="5"/>
                    </a:lnTo>
                    <a:lnTo>
                      <a:pt x="132" y="5"/>
                    </a:lnTo>
                    <a:lnTo>
                      <a:pt x="132" y="5"/>
                    </a:lnTo>
                    <a:lnTo>
                      <a:pt x="132" y="5"/>
                    </a:lnTo>
                    <a:lnTo>
                      <a:pt x="132" y="5"/>
                    </a:lnTo>
                    <a:lnTo>
                      <a:pt x="132" y="3"/>
                    </a:lnTo>
                    <a:lnTo>
                      <a:pt x="135" y="3"/>
                    </a:lnTo>
                    <a:lnTo>
                      <a:pt x="135" y="3"/>
                    </a:lnTo>
                    <a:lnTo>
                      <a:pt x="135" y="3"/>
                    </a:lnTo>
                    <a:lnTo>
                      <a:pt x="137" y="3"/>
                    </a:lnTo>
                    <a:lnTo>
                      <a:pt x="137" y="5"/>
                    </a:lnTo>
                    <a:lnTo>
                      <a:pt x="137" y="5"/>
                    </a:lnTo>
                    <a:lnTo>
                      <a:pt x="137" y="3"/>
                    </a:lnTo>
                    <a:lnTo>
                      <a:pt x="137" y="3"/>
                    </a:lnTo>
                    <a:lnTo>
                      <a:pt x="139" y="3"/>
                    </a:lnTo>
                    <a:lnTo>
                      <a:pt x="139" y="0"/>
                    </a:lnTo>
                    <a:lnTo>
                      <a:pt x="139" y="0"/>
                    </a:lnTo>
                    <a:lnTo>
                      <a:pt x="139" y="0"/>
                    </a:lnTo>
                    <a:lnTo>
                      <a:pt x="139" y="3"/>
                    </a:lnTo>
                    <a:lnTo>
                      <a:pt x="142" y="3"/>
                    </a:lnTo>
                    <a:lnTo>
                      <a:pt x="142" y="3"/>
                    </a:lnTo>
                    <a:lnTo>
                      <a:pt x="142" y="3"/>
                    </a:lnTo>
                    <a:lnTo>
                      <a:pt x="142" y="3"/>
                    </a:lnTo>
                    <a:lnTo>
                      <a:pt x="142" y="5"/>
                    </a:lnTo>
                    <a:lnTo>
                      <a:pt x="144" y="5"/>
                    </a:lnTo>
                    <a:lnTo>
                      <a:pt x="144" y="5"/>
                    </a:lnTo>
                    <a:lnTo>
                      <a:pt x="146" y="5"/>
                    </a:lnTo>
                    <a:lnTo>
                      <a:pt x="146" y="5"/>
                    </a:lnTo>
                    <a:lnTo>
                      <a:pt x="146" y="3"/>
                    </a:lnTo>
                    <a:lnTo>
                      <a:pt x="146" y="3"/>
                    </a:lnTo>
                    <a:lnTo>
                      <a:pt x="149" y="3"/>
                    </a:lnTo>
                    <a:lnTo>
                      <a:pt x="149" y="3"/>
                    </a:lnTo>
                    <a:lnTo>
                      <a:pt x="149" y="3"/>
                    </a:lnTo>
                    <a:lnTo>
                      <a:pt x="151" y="3"/>
                    </a:lnTo>
                    <a:lnTo>
                      <a:pt x="151" y="5"/>
                    </a:lnTo>
                    <a:lnTo>
                      <a:pt x="151" y="5"/>
                    </a:lnTo>
                    <a:lnTo>
                      <a:pt x="154" y="5"/>
                    </a:lnTo>
                    <a:lnTo>
                      <a:pt x="154" y="5"/>
                    </a:lnTo>
                    <a:lnTo>
                      <a:pt x="154" y="5"/>
                    </a:lnTo>
                    <a:lnTo>
                      <a:pt x="156" y="5"/>
                    </a:lnTo>
                    <a:lnTo>
                      <a:pt x="156" y="5"/>
                    </a:lnTo>
                    <a:lnTo>
                      <a:pt x="156" y="7"/>
                    </a:lnTo>
                    <a:lnTo>
                      <a:pt x="156" y="7"/>
                    </a:lnTo>
                    <a:lnTo>
                      <a:pt x="156" y="7"/>
                    </a:lnTo>
                    <a:lnTo>
                      <a:pt x="156" y="10"/>
                    </a:lnTo>
                    <a:lnTo>
                      <a:pt x="156" y="10"/>
                    </a:lnTo>
                    <a:lnTo>
                      <a:pt x="158" y="10"/>
                    </a:lnTo>
                    <a:lnTo>
                      <a:pt x="158" y="10"/>
                    </a:lnTo>
                    <a:lnTo>
                      <a:pt x="158" y="7"/>
                    </a:lnTo>
                    <a:lnTo>
                      <a:pt x="158" y="7"/>
                    </a:lnTo>
                    <a:lnTo>
                      <a:pt x="161" y="7"/>
                    </a:lnTo>
                    <a:lnTo>
                      <a:pt x="161" y="7"/>
                    </a:lnTo>
                    <a:lnTo>
                      <a:pt x="161" y="10"/>
                    </a:lnTo>
                    <a:lnTo>
                      <a:pt x="161" y="10"/>
                    </a:lnTo>
                    <a:lnTo>
                      <a:pt x="163" y="10"/>
                    </a:lnTo>
                    <a:lnTo>
                      <a:pt x="163" y="10"/>
                    </a:lnTo>
                    <a:lnTo>
                      <a:pt x="163" y="10"/>
                    </a:lnTo>
                    <a:lnTo>
                      <a:pt x="165" y="10"/>
                    </a:lnTo>
                    <a:lnTo>
                      <a:pt x="165" y="12"/>
                    </a:lnTo>
                    <a:lnTo>
                      <a:pt x="165" y="12"/>
                    </a:lnTo>
                    <a:lnTo>
                      <a:pt x="165" y="12"/>
                    </a:lnTo>
                    <a:lnTo>
                      <a:pt x="165" y="12"/>
                    </a:lnTo>
                    <a:lnTo>
                      <a:pt x="165" y="15"/>
                    </a:lnTo>
                    <a:lnTo>
                      <a:pt x="165" y="15"/>
                    </a:lnTo>
                    <a:lnTo>
                      <a:pt x="168" y="15"/>
                    </a:lnTo>
                    <a:lnTo>
                      <a:pt x="168" y="17"/>
                    </a:lnTo>
                    <a:lnTo>
                      <a:pt x="168" y="17"/>
                    </a:lnTo>
                    <a:lnTo>
                      <a:pt x="168" y="17"/>
                    </a:lnTo>
                    <a:lnTo>
                      <a:pt x="168" y="17"/>
                    </a:lnTo>
                    <a:lnTo>
                      <a:pt x="168" y="17"/>
                    </a:lnTo>
                    <a:lnTo>
                      <a:pt x="168" y="19"/>
                    </a:lnTo>
                    <a:lnTo>
                      <a:pt x="168" y="19"/>
                    </a:lnTo>
                    <a:lnTo>
                      <a:pt x="168" y="19"/>
                    </a:lnTo>
                    <a:lnTo>
                      <a:pt x="168" y="19"/>
                    </a:lnTo>
                    <a:lnTo>
                      <a:pt x="168" y="22"/>
                    </a:lnTo>
                    <a:lnTo>
                      <a:pt x="168" y="22"/>
                    </a:lnTo>
                    <a:lnTo>
                      <a:pt x="170" y="22"/>
                    </a:lnTo>
                    <a:lnTo>
                      <a:pt x="170" y="22"/>
                    </a:lnTo>
                    <a:lnTo>
                      <a:pt x="170" y="24"/>
                    </a:lnTo>
                    <a:lnTo>
                      <a:pt x="170" y="24"/>
                    </a:lnTo>
                    <a:lnTo>
                      <a:pt x="168" y="24"/>
                    </a:lnTo>
                    <a:lnTo>
                      <a:pt x="168" y="24"/>
                    </a:lnTo>
                    <a:lnTo>
                      <a:pt x="170" y="24"/>
                    </a:lnTo>
                    <a:lnTo>
                      <a:pt x="170" y="26"/>
                    </a:lnTo>
                    <a:lnTo>
                      <a:pt x="170" y="26"/>
                    </a:lnTo>
                    <a:lnTo>
                      <a:pt x="170" y="26"/>
                    </a:lnTo>
                    <a:lnTo>
                      <a:pt x="170" y="26"/>
                    </a:lnTo>
                    <a:lnTo>
                      <a:pt x="170" y="26"/>
                    </a:lnTo>
                    <a:lnTo>
                      <a:pt x="168" y="26"/>
                    </a:lnTo>
                    <a:lnTo>
                      <a:pt x="168" y="26"/>
                    </a:lnTo>
                    <a:lnTo>
                      <a:pt x="168" y="29"/>
                    </a:lnTo>
                    <a:lnTo>
                      <a:pt x="168" y="29"/>
                    </a:lnTo>
                    <a:lnTo>
                      <a:pt x="170" y="29"/>
                    </a:lnTo>
                    <a:lnTo>
                      <a:pt x="170" y="29"/>
                    </a:lnTo>
                    <a:lnTo>
                      <a:pt x="170" y="29"/>
                    </a:lnTo>
                    <a:lnTo>
                      <a:pt x="170" y="31"/>
                    </a:lnTo>
                    <a:lnTo>
                      <a:pt x="170" y="31"/>
                    </a:lnTo>
                    <a:lnTo>
                      <a:pt x="170" y="34"/>
                    </a:lnTo>
                    <a:lnTo>
                      <a:pt x="173" y="34"/>
                    </a:lnTo>
                    <a:lnTo>
                      <a:pt x="173" y="34"/>
                    </a:lnTo>
                    <a:lnTo>
                      <a:pt x="173" y="34"/>
                    </a:lnTo>
                    <a:lnTo>
                      <a:pt x="175" y="34"/>
                    </a:lnTo>
                    <a:lnTo>
                      <a:pt x="175" y="34"/>
                    </a:lnTo>
                    <a:lnTo>
                      <a:pt x="175" y="34"/>
                    </a:lnTo>
                    <a:lnTo>
                      <a:pt x="175" y="31"/>
                    </a:lnTo>
                    <a:lnTo>
                      <a:pt x="177" y="31"/>
                    </a:lnTo>
                    <a:lnTo>
                      <a:pt x="177" y="31"/>
                    </a:lnTo>
                    <a:lnTo>
                      <a:pt x="180" y="31"/>
                    </a:lnTo>
                    <a:lnTo>
                      <a:pt x="180" y="31"/>
                    </a:lnTo>
                    <a:lnTo>
                      <a:pt x="180" y="31"/>
                    </a:lnTo>
                    <a:lnTo>
                      <a:pt x="180" y="31"/>
                    </a:lnTo>
                    <a:lnTo>
                      <a:pt x="180" y="31"/>
                    </a:lnTo>
                    <a:lnTo>
                      <a:pt x="180" y="34"/>
                    </a:lnTo>
                    <a:lnTo>
                      <a:pt x="180" y="34"/>
                    </a:lnTo>
                    <a:lnTo>
                      <a:pt x="180" y="36"/>
                    </a:lnTo>
                    <a:lnTo>
                      <a:pt x="182" y="36"/>
                    </a:lnTo>
                    <a:lnTo>
                      <a:pt x="182" y="36"/>
                    </a:lnTo>
                    <a:lnTo>
                      <a:pt x="182" y="36"/>
                    </a:lnTo>
                    <a:lnTo>
                      <a:pt x="182" y="36"/>
                    </a:lnTo>
                    <a:lnTo>
                      <a:pt x="184" y="36"/>
                    </a:lnTo>
                    <a:lnTo>
                      <a:pt x="184" y="36"/>
                    </a:lnTo>
                    <a:lnTo>
                      <a:pt x="187" y="36"/>
                    </a:lnTo>
                    <a:lnTo>
                      <a:pt x="187" y="36"/>
                    </a:lnTo>
                    <a:lnTo>
                      <a:pt x="187" y="38"/>
                    </a:lnTo>
                    <a:lnTo>
                      <a:pt x="187" y="38"/>
                    </a:lnTo>
                    <a:lnTo>
                      <a:pt x="189" y="38"/>
                    </a:lnTo>
                    <a:lnTo>
                      <a:pt x="189" y="38"/>
                    </a:lnTo>
                    <a:lnTo>
                      <a:pt x="191" y="38"/>
                    </a:lnTo>
                    <a:lnTo>
                      <a:pt x="191" y="38"/>
                    </a:lnTo>
                    <a:lnTo>
                      <a:pt x="191" y="38"/>
                    </a:lnTo>
                    <a:lnTo>
                      <a:pt x="191" y="38"/>
                    </a:lnTo>
                    <a:lnTo>
                      <a:pt x="191" y="38"/>
                    </a:lnTo>
                    <a:lnTo>
                      <a:pt x="191" y="41"/>
                    </a:lnTo>
                    <a:lnTo>
                      <a:pt x="194" y="41"/>
                    </a:lnTo>
                    <a:lnTo>
                      <a:pt x="194" y="41"/>
                    </a:lnTo>
                    <a:lnTo>
                      <a:pt x="194" y="41"/>
                    </a:lnTo>
                    <a:lnTo>
                      <a:pt x="194" y="41"/>
                    </a:lnTo>
                    <a:lnTo>
                      <a:pt x="194" y="38"/>
                    </a:lnTo>
                    <a:lnTo>
                      <a:pt x="194" y="38"/>
                    </a:lnTo>
                    <a:lnTo>
                      <a:pt x="194" y="41"/>
                    </a:lnTo>
                    <a:lnTo>
                      <a:pt x="196" y="41"/>
                    </a:lnTo>
                    <a:lnTo>
                      <a:pt x="196" y="41"/>
                    </a:lnTo>
                    <a:lnTo>
                      <a:pt x="199" y="41"/>
                    </a:lnTo>
                    <a:lnTo>
                      <a:pt x="199" y="41"/>
                    </a:lnTo>
                    <a:lnTo>
                      <a:pt x="199" y="41"/>
                    </a:lnTo>
                    <a:lnTo>
                      <a:pt x="199" y="41"/>
                    </a:lnTo>
                    <a:lnTo>
                      <a:pt x="199" y="43"/>
                    </a:lnTo>
                    <a:lnTo>
                      <a:pt x="201" y="43"/>
                    </a:lnTo>
                    <a:lnTo>
                      <a:pt x="201" y="41"/>
                    </a:lnTo>
                    <a:lnTo>
                      <a:pt x="201" y="41"/>
                    </a:lnTo>
                    <a:lnTo>
                      <a:pt x="201" y="41"/>
                    </a:lnTo>
                    <a:lnTo>
                      <a:pt x="201" y="43"/>
                    </a:lnTo>
                    <a:lnTo>
                      <a:pt x="203" y="43"/>
                    </a:lnTo>
                    <a:lnTo>
                      <a:pt x="203" y="41"/>
                    </a:lnTo>
                    <a:lnTo>
                      <a:pt x="203" y="41"/>
                    </a:lnTo>
                    <a:lnTo>
                      <a:pt x="206" y="41"/>
                    </a:lnTo>
                    <a:lnTo>
                      <a:pt x="206" y="41"/>
                    </a:lnTo>
                    <a:lnTo>
                      <a:pt x="206" y="41"/>
                    </a:lnTo>
                    <a:lnTo>
                      <a:pt x="208" y="41"/>
                    </a:lnTo>
                    <a:lnTo>
                      <a:pt x="208" y="41"/>
                    </a:lnTo>
                    <a:lnTo>
                      <a:pt x="208" y="41"/>
                    </a:lnTo>
                    <a:lnTo>
                      <a:pt x="210" y="41"/>
                    </a:lnTo>
                    <a:lnTo>
                      <a:pt x="210" y="41"/>
                    </a:lnTo>
                    <a:lnTo>
                      <a:pt x="210" y="38"/>
                    </a:lnTo>
                    <a:lnTo>
                      <a:pt x="210" y="38"/>
                    </a:lnTo>
                    <a:lnTo>
                      <a:pt x="213" y="38"/>
                    </a:lnTo>
                    <a:lnTo>
                      <a:pt x="213" y="38"/>
                    </a:lnTo>
                    <a:lnTo>
                      <a:pt x="213" y="41"/>
                    </a:lnTo>
                    <a:lnTo>
                      <a:pt x="213" y="41"/>
                    </a:lnTo>
                    <a:lnTo>
                      <a:pt x="213" y="38"/>
                    </a:lnTo>
                    <a:lnTo>
                      <a:pt x="215" y="38"/>
                    </a:lnTo>
                    <a:lnTo>
                      <a:pt x="215" y="38"/>
                    </a:lnTo>
                    <a:lnTo>
                      <a:pt x="215" y="38"/>
                    </a:lnTo>
                    <a:lnTo>
                      <a:pt x="215" y="38"/>
                    </a:lnTo>
                    <a:lnTo>
                      <a:pt x="215" y="38"/>
                    </a:lnTo>
                    <a:lnTo>
                      <a:pt x="215" y="36"/>
                    </a:lnTo>
                    <a:lnTo>
                      <a:pt x="217" y="36"/>
                    </a:lnTo>
                    <a:lnTo>
                      <a:pt x="217" y="36"/>
                    </a:lnTo>
                    <a:lnTo>
                      <a:pt x="220" y="36"/>
                    </a:lnTo>
                    <a:lnTo>
                      <a:pt x="220" y="36"/>
                    </a:lnTo>
                    <a:lnTo>
                      <a:pt x="220" y="36"/>
                    </a:lnTo>
                    <a:lnTo>
                      <a:pt x="220" y="34"/>
                    </a:lnTo>
                    <a:lnTo>
                      <a:pt x="220" y="34"/>
                    </a:lnTo>
                    <a:lnTo>
                      <a:pt x="222" y="34"/>
                    </a:lnTo>
                    <a:lnTo>
                      <a:pt x="222" y="34"/>
                    </a:lnTo>
                    <a:lnTo>
                      <a:pt x="222" y="34"/>
                    </a:lnTo>
                    <a:lnTo>
                      <a:pt x="225" y="34"/>
                    </a:lnTo>
                    <a:lnTo>
                      <a:pt x="225" y="34"/>
                    </a:lnTo>
                    <a:lnTo>
                      <a:pt x="225" y="31"/>
                    </a:lnTo>
                    <a:lnTo>
                      <a:pt x="225" y="31"/>
                    </a:lnTo>
                    <a:lnTo>
                      <a:pt x="225" y="31"/>
                    </a:lnTo>
                    <a:lnTo>
                      <a:pt x="227" y="31"/>
                    </a:lnTo>
                    <a:lnTo>
                      <a:pt x="227" y="31"/>
                    </a:lnTo>
                    <a:lnTo>
                      <a:pt x="227" y="31"/>
                    </a:lnTo>
                    <a:lnTo>
                      <a:pt x="227" y="29"/>
                    </a:lnTo>
                    <a:lnTo>
                      <a:pt x="229" y="29"/>
                    </a:lnTo>
                    <a:lnTo>
                      <a:pt x="229" y="29"/>
                    </a:lnTo>
                    <a:lnTo>
                      <a:pt x="229" y="31"/>
                    </a:lnTo>
                    <a:lnTo>
                      <a:pt x="232" y="31"/>
                    </a:lnTo>
                    <a:lnTo>
                      <a:pt x="232" y="31"/>
                    </a:lnTo>
                    <a:lnTo>
                      <a:pt x="232" y="31"/>
                    </a:lnTo>
                    <a:lnTo>
                      <a:pt x="232" y="29"/>
                    </a:lnTo>
                    <a:lnTo>
                      <a:pt x="234" y="29"/>
                    </a:lnTo>
                    <a:lnTo>
                      <a:pt x="234" y="29"/>
                    </a:lnTo>
                    <a:lnTo>
                      <a:pt x="234" y="29"/>
                    </a:lnTo>
                    <a:lnTo>
                      <a:pt x="236" y="29"/>
                    </a:lnTo>
                    <a:lnTo>
                      <a:pt x="236" y="29"/>
                    </a:lnTo>
                    <a:lnTo>
                      <a:pt x="236" y="31"/>
                    </a:lnTo>
                    <a:lnTo>
                      <a:pt x="239" y="31"/>
                    </a:lnTo>
                    <a:lnTo>
                      <a:pt x="239" y="29"/>
                    </a:lnTo>
                    <a:lnTo>
                      <a:pt x="239" y="29"/>
                    </a:lnTo>
                    <a:lnTo>
                      <a:pt x="239" y="29"/>
                    </a:lnTo>
                    <a:lnTo>
                      <a:pt x="239" y="29"/>
                    </a:lnTo>
                    <a:lnTo>
                      <a:pt x="241" y="29"/>
                    </a:lnTo>
                    <a:lnTo>
                      <a:pt x="241" y="29"/>
                    </a:lnTo>
                    <a:lnTo>
                      <a:pt x="241" y="29"/>
                    </a:lnTo>
                    <a:lnTo>
                      <a:pt x="241" y="29"/>
                    </a:lnTo>
                    <a:lnTo>
                      <a:pt x="241" y="31"/>
                    </a:lnTo>
                    <a:lnTo>
                      <a:pt x="241" y="31"/>
                    </a:lnTo>
                    <a:lnTo>
                      <a:pt x="244" y="31"/>
                    </a:lnTo>
                    <a:lnTo>
                      <a:pt x="244" y="31"/>
                    </a:lnTo>
                    <a:lnTo>
                      <a:pt x="246" y="31"/>
                    </a:lnTo>
                    <a:lnTo>
                      <a:pt x="246" y="34"/>
                    </a:lnTo>
                    <a:lnTo>
                      <a:pt x="246" y="34"/>
                    </a:lnTo>
                    <a:lnTo>
                      <a:pt x="246" y="34"/>
                    </a:lnTo>
                    <a:lnTo>
                      <a:pt x="246" y="36"/>
                    </a:lnTo>
                    <a:lnTo>
                      <a:pt x="246" y="36"/>
                    </a:lnTo>
                    <a:lnTo>
                      <a:pt x="246" y="36"/>
                    </a:lnTo>
                    <a:lnTo>
                      <a:pt x="248" y="36"/>
                    </a:lnTo>
                    <a:lnTo>
                      <a:pt x="248" y="38"/>
                    </a:lnTo>
                    <a:lnTo>
                      <a:pt x="248" y="38"/>
                    </a:lnTo>
                    <a:lnTo>
                      <a:pt x="248" y="38"/>
                    </a:lnTo>
                    <a:lnTo>
                      <a:pt x="248" y="38"/>
                    </a:lnTo>
                    <a:lnTo>
                      <a:pt x="251" y="38"/>
                    </a:lnTo>
                    <a:lnTo>
                      <a:pt x="251" y="38"/>
                    </a:lnTo>
                    <a:lnTo>
                      <a:pt x="251" y="38"/>
                    </a:lnTo>
                    <a:lnTo>
                      <a:pt x="253" y="38"/>
                    </a:lnTo>
                    <a:lnTo>
                      <a:pt x="253" y="38"/>
                    </a:lnTo>
                    <a:lnTo>
                      <a:pt x="253" y="38"/>
                    </a:lnTo>
                    <a:lnTo>
                      <a:pt x="253" y="38"/>
                    </a:lnTo>
                    <a:lnTo>
                      <a:pt x="253" y="41"/>
                    </a:lnTo>
                    <a:lnTo>
                      <a:pt x="253" y="41"/>
                    </a:lnTo>
                    <a:lnTo>
                      <a:pt x="253" y="41"/>
                    </a:lnTo>
                    <a:lnTo>
                      <a:pt x="253" y="43"/>
                    </a:lnTo>
                    <a:lnTo>
                      <a:pt x="253" y="43"/>
                    </a:lnTo>
                    <a:lnTo>
                      <a:pt x="255" y="43"/>
                    </a:lnTo>
                    <a:lnTo>
                      <a:pt x="255" y="43"/>
                    </a:lnTo>
                    <a:lnTo>
                      <a:pt x="255" y="43"/>
                    </a:lnTo>
                    <a:lnTo>
                      <a:pt x="255" y="43"/>
                    </a:lnTo>
                    <a:lnTo>
                      <a:pt x="255" y="41"/>
                    </a:lnTo>
                    <a:lnTo>
                      <a:pt x="258" y="41"/>
                    </a:lnTo>
                    <a:lnTo>
                      <a:pt x="258" y="41"/>
                    </a:lnTo>
                    <a:lnTo>
                      <a:pt x="258" y="41"/>
                    </a:lnTo>
                    <a:lnTo>
                      <a:pt x="260" y="41"/>
                    </a:lnTo>
                    <a:lnTo>
                      <a:pt x="260" y="41"/>
                    </a:lnTo>
                    <a:lnTo>
                      <a:pt x="260" y="41"/>
                    </a:lnTo>
                    <a:lnTo>
                      <a:pt x="260" y="41"/>
                    </a:lnTo>
                    <a:lnTo>
                      <a:pt x="262" y="41"/>
                    </a:lnTo>
                    <a:lnTo>
                      <a:pt x="262" y="43"/>
                    </a:lnTo>
                    <a:lnTo>
                      <a:pt x="260" y="43"/>
                    </a:lnTo>
                    <a:lnTo>
                      <a:pt x="260" y="43"/>
                    </a:lnTo>
                    <a:lnTo>
                      <a:pt x="260" y="45"/>
                    </a:lnTo>
                    <a:lnTo>
                      <a:pt x="260" y="45"/>
                    </a:lnTo>
                    <a:lnTo>
                      <a:pt x="260" y="45"/>
                    </a:lnTo>
                    <a:lnTo>
                      <a:pt x="260" y="48"/>
                    </a:lnTo>
                    <a:lnTo>
                      <a:pt x="260" y="48"/>
                    </a:lnTo>
                    <a:lnTo>
                      <a:pt x="260" y="48"/>
                    </a:lnTo>
                    <a:lnTo>
                      <a:pt x="260" y="48"/>
                    </a:lnTo>
                    <a:lnTo>
                      <a:pt x="260" y="50"/>
                    </a:lnTo>
                    <a:lnTo>
                      <a:pt x="260" y="50"/>
                    </a:lnTo>
                    <a:lnTo>
                      <a:pt x="258" y="50"/>
                    </a:lnTo>
                    <a:lnTo>
                      <a:pt x="258" y="52"/>
                    </a:lnTo>
                    <a:lnTo>
                      <a:pt x="258" y="52"/>
                    </a:lnTo>
                    <a:lnTo>
                      <a:pt x="258" y="52"/>
                    </a:lnTo>
                    <a:lnTo>
                      <a:pt x="258" y="55"/>
                    </a:lnTo>
                    <a:lnTo>
                      <a:pt x="258" y="55"/>
                    </a:lnTo>
                    <a:lnTo>
                      <a:pt x="258" y="57"/>
                    </a:lnTo>
                    <a:lnTo>
                      <a:pt x="258" y="57"/>
                    </a:lnTo>
                    <a:lnTo>
                      <a:pt x="258" y="57"/>
                    </a:lnTo>
                    <a:lnTo>
                      <a:pt x="255" y="57"/>
                    </a:lnTo>
                    <a:lnTo>
                      <a:pt x="255" y="60"/>
                    </a:lnTo>
                    <a:lnTo>
                      <a:pt x="255" y="60"/>
                    </a:lnTo>
                    <a:lnTo>
                      <a:pt x="255" y="60"/>
                    </a:lnTo>
                    <a:lnTo>
                      <a:pt x="255" y="62"/>
                    </a:lnTo>
                    <a:lnTo>
                      <a:pt x="255" y="62"/>
                    </a:lnTo>
                    <a:lnTo>
                      <a:pt x="255" y="62"/>
                    </a:lnTo>
                    <a:lnTo>
                      <a:pt x="253" y="62"/>
                    </a:lnTo>
                    <a:lnTo>
                      <a:pt x="253" y="62"/>
                    </a:lnTo>
                    <a:lnTo>
                      <a:pt x="253" y="62"/>
                    </a:lnTo>
                    <a:lnTo>
                      <a:pt x="251" y="62"/>
                    </a:lnTo>
                    <a:lnTo>
                      <a:pt x="251" y="64"/>
                    </a:lnTo>
                    <a:lnTo>
                      <a:pt x="251" y="64"/>
                    </a:lnTo>
                    <a:lnTo>
                      <a:pt x="251" y="64"/>
                    </a:lnTo>
                    <a:lnTo>
                      <a:pt x="251" y="67"/>
                    </a:lnTo>
                    <a:lnTo>
                      <a:pt x="248" y="67"/>
                    </a:lnTo>
                    <a:lnTo>
                      <a:pt x="248" y="67"/>
                    </a:lnTo>
                    <a:lnTo>
                      <a:pt x="248" y="67"/>
                    </a:lnTo>
                    <a:lnTo>
                      <a:pt x="248" y="67"/>
                    </a:lnTo>
                    <a:lnTo>
                      <a:pt x="248" y="67"/>
                    </a:lnTo>
                    <a:lnTo>
                      <a:pt x="248" y="69"/>
                    </a:lnTo>
                    <a:lnTo>
                      <a:pt x="246" y="69"/>
                    </a:lnTo>
                    <a:lnTo>
                      <a:pt x="246" y="69"/>
                    </a:lnTo>
                    <a:lnTo>
                      <a:pt x="246" y="67"/>
                    </a:lnTo>
                    <a:lnTo>
                      <a:pt x="246" y="67"/>
                    </a:lnTo>
                    <a:lnTo>
                      <a:pt x="244" y="67"/>
                    </a:lnTo>
                    <a:lnTo>
                      <a:pt x="244" y="69"/>
                    </a:lnTo>
                    <a:lnTo>
                      <a:pt x="244" y="69"/>
                    </a:lnTo>
                    <a:lnTo>
                      <a:pt x="244" y="71"/>
                    </a:lnTo>
                    <a:lnTo>
                      <a:pt x="244" y="71"/>
                    </a:lnTo>
                    <a:lnTo>
                      <a:pt x="246" y="71"/>
                    </a:lnTo>
                    <a:lnTo>
                      <a:pt x="246" y="74"/>
                    </a:lnTo>
                    <a:lnTo>
                      <a:pt x="244" y="74"/>
                    </a:lnTo>
                    <a:lnTo>
                      <a:pt x="244" y="74"/>
                    </a:lnTo>
                    <a:lnTo>
                      <a:pt x="244" y="74"/>
                    </a:lnTo>
                    <a:lnTo>
                      <a:pt x="244" y="76"/>
                    </a:lnTo>
                    <a:lnTo>
                      <a:pt x="244" y="76"/>
                    </a:lnTo>
                    <a:lnTo>
                      <a:pt x="241" y="76"/>
                    </a:lnTo>
                    <a:lnTo>
                      <a:pt x="241" y="76"/>
                    </a:lnTo>
                    <a:lnTo>
                      <a:pt x="241" y="76"/>
                    </a:lnTo>
                    <a:lnTo>
                      <a:pt x="241" y="79"/>
                    </a:lnTo>
                    <a:lnTo>
                      <a:pt x="241" y="79"/>
                    </a:lnTo>
                    <a:lnTo>
                      <a:pt x="241" y="79"/>
                    </a:lnTo>
                    <a:lnTo>
                      <a:pt x="239" y="79"/>
                    </a:lnTo>
                    <a:lnTo>
                      <a:pt x="239" y="79"/>
                    </a:lnTo>
                    <a:lnTo>
                      <a:pt x="239" y="79"/>
                    </a:lnTo>
                    <a:lnTo>
                      <a:pt x="236" y="79"/>
                    </a:lnTo>
                    <a:lnTo>
                      <a:pt x="236" y="79"/>
                    </a:lnTo>
                    <a:lnTo>
                      <a:pt x="234" y="79"/>
                    </a:lnTo>
                    <a:lnTo>
                      <a:pt x="234" y="79"/>
                    </a:lnTo>
                    <a:lnTo>
                      <a:pt x="234" y="79"/>
                    </a:lnTo>
                    <a:lnTo>
                      <a:pt x="232" y="79"/>
                    </a:lnTo>
                    <a:lnTo>
                      <a:pt x="232" y="79"/>
                    </a:lnTo>
                    <a:lnTo>
                      <a:pt x="232" y="79"/>
                    </a:lnTo>
                    <a:lnTo>
                      <a:pt x="232" y="79"/>
                    </a:lnTo>
                    <a:lnTo>
                      <a:pt x="232" y="79"/>
                    </a:lnTo>
                    <a:lnTo>
                      <a:pt x="232" y="81"/>
                    </a:lnTo>
                    <a:lnTo>
                      <a:pt x="232" y="81"/>
                    </a:lnTo>
                    <a:lnTo>
                      <a:pt x="232" y="81"/>
                    </a:lnTo>
                    <a:lnTo>
                      <a:pt x="232" y="83"/>
                    </a:lnTo>
                    <a:lnTo>
                      <a:pt x="232" y="83"/>
                    </a:lnTo>
                    <a:lnTo>
                      <a:pt x="232" y="83"/>
                    </a:lnTo>
                    <a:lnTo>
                      <a:pt x="232" y="86"/>
                    </a:lnTo>
                    <a:lnTo>
                      <a:pt x="232" y="86"/>
                    </a:lnTo>
                    <a:lnTo>
                      <a:pt x="234" y="86"/>
                    </a:lnTo>
                    <a:lnTo>
                      <a:pt x="234" y="86"/>
                    </a:lnTo>
                    <a:lnTo>
                      <a:pt x="234" y="88"/>
                    </a:lnTo>
                    <a:lnTo>
                      <a:pt x="234" y="88"/>
                    </a:lnTo>
                    <a:lnTo>
                      <a:pt x="234" y="88"/>
                    </a:lnTo>
                    <a:lnTo>
                      <a:pt x="234" y="88"/>
                    </a:lnTo>
                    <a:lnTo>
                      <a:pt x="232" y="88"/>
                    </a:lnTo>
                    <a:lnTo>
                      <a:pt x="232" y="88"/>
                    </a:lnTo>
                    <a:lnTo>
                      <a:pt x="232" y="90"/>
                    </a:lnTo>
                    <a:lnTo>
                      <a:pt x="232" y="90"/>
                    </a:lnTo>
                    <a:lnTo>
                      <a:pt x="232" y="90"/>
                    </a:lnTo>
                    <a:lnTo>
                      <a:pt x="232" y="90"/>
                    </a:lnTo>
                    <a:lnTo>
                      <a:pt x="232" y="93"/>
                    </a:lnTo>
                    <a:lnTo>
                      <a:pt x="232" y="93"/>
                    </a:lnTo>
                    <a:lnTo>
                      <a:pt x="232" y="93"/>
                    </a:lnTo>
                    <a:lnTo>
                      <a:pt x="232" y="95"/>
                    </a:lnTo>
                    <a:lnTo>
                      <a:pt x="232" y="95"/>
                    </a:lnTo>
                    <a:lnTo>
                      <a:pt x="232" y="95"/>
                    </a:lnTo>
                    <a:lnTo>
                      <a:pt x="232" y="95"/>
                    </a:lnTo>
                    <a:lnTo>
                      <a:pt x="232" y="97"/>
                    </a:lnTo>
                    <a:lnTo>
                      <a:pt x="234" y="97"/>
                    </a:lnTo>
                    <a:lnTo>
                      <a:pt x="234" y="97"/>
                    </a:lnTo>
                    <a:lnTo>
                      <a:pt x="234" y="97"/>
                    </a:lnTo>
                    <a:lnTo>
                      <a:pt x="234" y="97"/>
                    </a:lnTo>
                    <a:lnTo>
                      <a:pt x="234" y="100"/>
                    </a:lnTo>
                    <a:lnTo>
                      <a:pt x="234" y="100"/>
                    </a:lnTo>
                    <a:lnTo>
                      <a:pt x="236" y="100"/>
                    </a:lnTo>
                    <a:lnTo>
                      <a:pt x="236" y="100"/>
                    </a:lnTo>
                    <a:lnTo>
                      <a:pt x="239" y="100"/>
                    </a:lnTo>
                    <a:lnTo>
                      <a:pt x="239" y="100"/>
                    </a:lnTo>
                    <a:lnTo>
                      <a:pt x="239" y="100"/>
                    </a:lnTo>
                    <a:lnTo>
                      <a:pt x="241" y="100"/>
                    </a:lnTo>
                    <a:lnTo>
                      <a:pt x="241" y="100"/>
                    </a:lnTo>
                    <a:lnTo>
                      <a:pt x="241" y="100"/>
                    </a:lnTo>
                    <a:lnTo>
                      <a:pt x="241" y="102"/>
                    </a:lnTo>
                    <a:lnTo>
                      <a:pt x="241" y="102"/>
                    </a:lnTo>
                    <a:lnTo>
                      <a:pt x="241" y="102"/>
                    </a:lnTo>
                    <a:lnTo>
                      <a:pt x="241" y="105"/>
                    </a:lnTo>
                    <a:lnTo>
                      <a:pt x="239" y="105"/>
                    </a:lnTo>
                    <a:lnTo>
                      <a:pt x="239" y="105"/>
                    </a:lnTo>
                    <a:lnTo>
                      <a:pt x="241" y="105"/>
                    </a:lnTo>
                    <a:lnTo>
                      <a:pt x="241" y="107"/>
                    </a:lnTo>
                    <a:lnTo>
                      <a:pt x="241" y="107"/>
                    </a:lnTo>
                    <a:lnTo>
                      <a:pt x="241" y="107"/>
                    </a:lnTo>
                    <a:lnTo>
                      <a:pt x="241" y="107"/>
                    </a:lnTo>
                    <a:lnTo>
                      <a:pt x="241" y="107"/>
                    </a:lnTo>
                    <a:lnTo>
                      <a:pt x="241" y="109"/>
                    </a:lnTo>
                    <a:lnTo>
                      <a:pt x="241" y="109"/>
                    </a:lnTo>
                    <a:lnTo>
                      <a:pt x="244" y="109"/>
                    </a:lnTo>
                    <a:lnTo>
                      <a:pt x="244" y="112"/>
                    </a:lnTo>
                    <a:lnTo>
                      <a:pt x="244" y="112"/>
                    </a:lnTo>
                    <a:lnTo>
                      <a:pt x="244" y="112"/>
                    </a:lnTo>
                    <a:lnTo>
                      <a:pt x="244" y="114"/>
                    </a:lnTo>
                    <a:lnTo>
                      <a:pt x="244" y="114"/>
                    </a:lnTo>
                    <a:lnTo>
                      <a:pt x="244" y="116"/>
                    </a:lnTo>
                    <a:lnTo>
                      <a:pt x="244" y="116"/>
                    </a:lnTo>
                    <a:lnTo>
                      <a:pt x="241" y="116"/>
                    </a:lnTo>
                    <a:lnTo>
                      <a:pt x="241" y="116"/>
                    </a:lnTo>
                    <a:lnTo>
                      <a:pt x="241" y="116"/>
                    </a:lnTo>
                    <a:lnTo>
                      <a:pt x="241" y="116"/>
                    </a:lnTo>
                    <a:lnTo>
                      <a:pt x="239" y="116"/>
                    </a:lnTo>
                    <a:lnTo>
                      <a:pt x="239" y="116"/>
                    </a:lnTo>
                    <a:lnTo>
                      <a:pt x="239" y="116"/>
                    </a:lnTo>
                    <a:lnTo>
                      <a:pt x="239" y="116"/>
                    </a:lnTo>
                    <a:lnTo>
                      <a:pt x="236" y="116"/>
                    </a:lnTo>
                    <a:lnTo>
                      <a:pt x="236" y="116"/>
                    </a:lnTo>
                    <a:lnTo>
                      <a:pt x="234" y="116"/>
                    </a:lnTo>
                    <a:lnTo>
                      <a:pt x="234" y="119"/>
                    </a:lnTo>
                    <a:lnTo>
                      <a:pt x="234" y="119"/>
                    </a:lnTo>
                    <a:lnTo>
                      <a:pt x="234" y="121"/>
                    </a:lnTo>
                    <a:lnTo>
                      <a:pt x="234" y="121"/>
                    </a:lnTo>
                    <a:lnTo>
                      <a:pt x="234" y="121"/>
                    </a:lnTo>
                    <a:lnTo>
                      <a:pt x="232" y="121"/>
                    </a:lnTo>
                    <a:lnTo>
                      <a:pt x="232" y="121"/>
                    </a:lnTo>
                    <a:lnTo>
                      <a:pt x="232" y="121"/>
                    </a:lnTo>
                    <a:lnTo>
                      <a:pt x="232" y="121"/>
                    </a:lnTo>
                    <a:lnTo>
                      <a:pt x="232" y="121"/>
                    </a:lnTo>
                    <a:lnTo>
                      <a:pt x="229" y="121"/>
                    </a:lnTo>
                    <a:lnTo>
                      <a:pt x="229" y="119"/>
                    </a:lnTo>
                    <a:lnTo>
                      <a:pt x="229" y="119"/>
                    </a:lnTo>
                    <a:lnTo>
                      <a:pt x="229" y="119"/>
                    </a:lnTo>
                    <a:lnTo>
                      <a:pt x="227" y="119"/>
                    </a:lnTo>
                    <a:lnTo>
                      <a:pt x="227" y="116"/>
                    </a:lnTo>
                    <a:lnTo>
                      <a:pt x="227" y="116"/>
                    </a:lnTo>
                    <a:lnTo>
                      <a:pt x="227" y="116"/>
                    </a:lnTo>
                    <a:lnTo>
                      <a:pt x="227" y="116"/>
                    </a:lnTo>
                    <a:lnTo>
                      <a:pt x="227" y="116"/>
                    </a:lnTo>
                    <a:lnTo>
                      <a:pt x="227" y="114"/>
                    </a:lnTo>
                    <a:lnTo>
                      <a:pt x="227" y="114"/>
                    </a:lnTo>
                    <a:lnTo>
                      <a:pt x="227" y="114"/>
                    </a:lnTo>
                    <a:lnTo>
                      <a:pt x="227" y="112"/>
                    </a:lnTo>
                    <a:lnTo>
                      <a:pt x="227" y="112"/>
                    </a:lnTo>
                    <a:lnTo>
                      <a:pt x="227" y="114"/>
                    </a:lnTo>
                    <a:lnTo>
                      <a:pt x="225" y="114"/>
                    </a:lnTo>
                    <a:lnTo>
                      <a:pt x="225" y="114"/>
                    </a:lnTo>
                    <a:lnTo>
                      <a:pt x="225" y="114"/>
                    </a:lnTo>
                    <a:lnTo>
                      <a:pt x="225" y="114"/>
                    </a:lnTo>
                    <a:lnTo>
                      <a:pt x="222" y="114"/>
                    </a:lnTo>
                    <a:lnTo>
                      <a:pt x="222" y="116"/>
                    </a:lnTo>
                    <a:lnTo>
                      <a:pt x="222" y="116"/>
                    </a:lnTo>
                    <a:lnTo>
                      <a:pt x="220" y="116"/>
                    </a:lnTo>
                    <a:lnTo>
                      <a:pt x="220" y="116"/>
                    </a:lnTo>
                    <a:lnTo>
                      <a:pt x="220" y="116"/>
                    </a:lnTo>
                    <a:lnTo>
                      <a:pt x="220" y="116"/>
                    </a:lnTo>
                    <a:lnTo>
                      <a:pt x="220" y="116"/>
                    </a:lnTo>
                    <a:lnTo>
                      <a:pt x="220" y="119"/>
                    </a:lnTo>
                    <a:lnTo>
                      <a:pt x="220" y="119"/>
                    </a:lnTo>
                    <a:lnTo>
                      <a:pt x="220" y="121"/>
                    </a:lnTo>
                    <a:lnTo>
                      <a:pt x="220" y="121"/>
                    </a:lnTo>
                    <a:lnTo>
                      <a:pt x="222" y="121"/>
                    </a:lnTo>
                    <a:lnTo>
                      <a:pt x="222" y="124"/>
                    </a:lnTo>
                    <a:lnTo>
                      <a:pt x="222" y="124"/>
                    </a:lnTo>
                    <a:lnTo>
                      <a:pt x="222" y="126"/>
                    </a:lnTo>
                    <a:lnTo>
                      <a:pt x="222" y="126"/>
                    </a:lnTo>
                    <a:lnTo>
                      <a:pt x="225" y="126"/>
                    </a:lnTo>
                    <a:lnTo>
                      <a:pt x="225" y="126"/>
                    </a:lnTo>
                    <a:lnTo>
                      <a:pt x="225" y="126"/>
                    </a:lnTo>
                    <a:lnTo>
                      <a:pt x="225" y="126"/>
                    </a:lnTo>
                    <a:lnTo>
                      <a:pt x="225" y="126"/>
                    </a:lnTo>
                    <a:lnTo>
                      <a:pt x="225" y="128"/>
                    </a:lnTo>
                    <a:lnTo>
                      <a:pt x="227" y="128"/>
                    </a:lnTo>
                    <a:lnTo>
                      <a:pt x="227" y="128"/>
                    </a:lnTo>
                    <a:lnTo>
                      <a:pt x="227" y="131"/>
                    </a:lnTo>
                    <a:lnTo>
                      <a:pt x="227" y="131"/>
                    </a:lnTo>
                    <a:lnTo>
                      <a:pt x="227" y="131"/>
                    </a:lnTo>
                    <a:lnTo>
                      <a:pt x="227" y="133"/>
                    </a:lnTo>
                    <a:lnTo>
                      <a:pt x="227" y="133"/>
                    </a:lnTo>
                    <a:lnTo>
                      <a:pt x="227" y="135"/>
                    </a:lnTo>
                    <a:lnTo>
                      <a:pt x="227" y="135"/>
                    </a:lnTo>
                    <a:lnTo>
                      <a:pt x="227" y="135"/>
                    </a:lnTo>
                    <a:lnTo>
                      <a:pt x="227" y="135"/>
                    </a:lnTo>
                    <a:lnTo>
                      <a:pt x="227" y="138"/>
                    </a:lnTo>
                    <a:lnTo>
                      <a:pt x="227" y="138"/>
                    </a:lnTo>
                    <a:lnTo>
                      <a:pt x="227" y="138"/>
                    </a:lnTo>
                    <a:lnTo>
                      <a:pt x="227" y="138"/>
                    </a:lnTo>
                    <a:lnTo>
                      <a:pt x="227" y="140"/>
                    </a:lnTo>
                    <a:lnTo>
                      <a:pt x="229" y="140"/>
                    </a:lnTo>
                    <a:lnTo>
                      <a:pt x="229" y="140"/>
                    </a:lnTo>
                    <a:lnTo>
                      <a:pt x="227" y="140"/>
                    </a:lnTo>
                    <a:lnTo>
                      <a:pt x="227" y="143"/>
                    </a:lnTo>
                    <a:lnTo>
                      <a:pt x="227" y="143"/>
                    </a:lnTo>
                    <a:lnTo>
                      <a:pt x="227" y="143"/>
                    </a:lnTo>
                    <a:lnTo>
                      <a:pt x="227" y="143"/>
                    </a:lnTo>
                    <a:lnTo>
                      <a:pt x="227" y="143"/>
                    </a:lnTo>
                    <a:lnTo>
                      <a:pt x="227" y="145"/>
                    </a:lnTo>
                    <a:lnTo>
                      <a:pt x="227" y="145"/>
                    </a:lnTo>
                    <a:lnTo>
                      <a:pt x="227" y="145"/>
                    </a:lnTo>
                    <a:lnTo>
                      <a:pt x="227" y="145"/>
                    </a:lnTo>
                    <a:lnTo>
                      <a:pt x="227" y="145"/>
                    </a:lnTo>
                    <a:lnTo>
                      <a:pt x="227" y="147"/>
                    </a:lnTo>
                    <a:lnTo>
                      <a:pt x="227" y="147"/>
                    </a:lnTo>
                    <a:lnTo>
                      <a:pt x="227" y="147"/>
                    </a:lnTo>
                    <a:lnTo>
                      <a:pt x="229" y="147"/>
                    </a:lnTo>
                    <a:lnTo>
                      <a:pt x="229" y="147"/>
                    </a:lnTo>
                    <a:lnTo>
                      <a:pt x="232" y="147"/>
                    </a:lnTo>
                    <a:lnTo>
                      <a:pt x="232" y="147"/>
                    </a:lnTo>
                    <a:lnTo>
                      <a:pt x="232" y="147"/>
                    </a:lnTo>
                    <a:lnTo>
                      <a:pt x="232" y="147"/>
                    </a:lnTo>
                    <a:lnTo>
                      <a:pt x="232" y="145"/>
                    </a:lnTo>
                    <a:lnTo>
                      <a:pt x="232" y="145"/>
                    </a:lnTo>
                    <a:lnTo>
                      <a:pt x="234" y="145"/>
                    </a:lnTo>
                    <a:lnTo>
                      <a:pt x="234" y="145"/>
                    </a:lnTo>
                    <a:lnTo>
                      <a:pt x="234" y="145"/>
                    </a:lnTo>
                    <a:lnTo>
                      <a:pt x="234" y="145"/>
                    </a:lnTo>
                    <a:lnTo>
                      <a:pt x="234" y="145"/>
                    </a:lnTo>
                    <a:lnTo>
                      <a:pt x="236" y="145"/>
                    </a:lnTo>
                    <a:lnTo>
                      <a:pt x="236" y="145"/>
                    </a:lnTo>
                    <a:lnTo>
                      <a:pt x="236" y="147"/>
                    </a:lnTo>
                    <a:lnTo>
                      <a:pt x="236" y="147"/>
                    </a:lnTo>
                    <a:lnTo>
                      <a:pt x="236" y="147"/>
                    </a:lnTo>
                    <a:lnTo>
                      <a:pt x="239" y="147"/>
                    </a:lnTo>
                    <a:lnTo>
                      <a:pt x="239" y="150"/>
                    </a:lnTo>
                    <a:lnTo>
                      <a:pt x="239" y="150"/>
                    </a:lnTo>
                    <a:lnTo>
                      <a:pt x="239" y="150"/>
                    </a:lnTo>
                    <a:lnTo>
                      <a:pt x="239" y="152"/>
                    </a:lnTo>
                    <a:lnTo>
                      <a:pt x="239" y="152"/>
                    </a:lnTo>
                    <a:lnTo>
                      <a:pt x="239" y="152"/>
                    </a:lnTo>
                    <a:lnTo>
                      <a:pt x="241" y="152"/>
                    </a:lnTo>
                    <a:lnTo>
                      <a:pt x="241" y="152"/>
                    </a:lnTo>
                    <a:lnTo>
                      <a:pt x="241" y="154"/>
                    </a:lnTo>
                    <a:lnTo>
                      <a:pt x="241" y="154"/>
                    </a:lnTo>
                    <a:lnTo>
                      <a:pt x="241" y="154"/>
                    </a:lnTo>
                    <a:lnTo>
                      <a:pt x="244" y="154"/>
                    </a:lnTo>
                    <a:lnTo>
                      <a:pt x="244" y="154"/>
                    </a:lnTo>
                    <a:lnTo>
                      <a:pt x="244" y="157"/>
                    </a:lnTo>
                    <a:lnTo>
                      <a:pt x="244" y="157"/>
                    </a:lnTo>
                    <a:lnTo>
                      <a:pt x="246" y="157"/>
                    </a:lnTo>
                    <a:lnTo>
                      <a:pt x="246" y="157"/>
                    </a:lnTo>
                    <a:lnTo>
                      <a:pt x="246" y="157"/>
                    </a:lnTo>
                    <a:lnTo>
                      <a:pt x="246" y="157"/>
                    </a:lnTo>
                    <a:lnTo>
                      <a:pt x="248" y="157"/>
                    </a:lnTo>
                    <a:lnTo>
                      <a:pt x="248" y="157"/>
                    </a:lnTo>
                    <a:lnTo>
                      <a:pt x="248" y="157"/>
                    </a:lnTo>
                    <a:lnTo>
                      <a:pt x="248" y="157"/>
                    </a:lnTo>
                    <a:lnTo>
                      <a:pt x="248" y="157"/>
                    </a:lnTo>
                    <a:lnTo>
                      <a:pt x="251" y="157"/>
                    </a:lnTo>
                    <a:lnTo>
                      <a:pt x="251" y="157"/>
                    </a:lnTo>
                    <a:lnTo>
                      <a:pt x="251" y="157"/>
                    </a:lnTo>
                    <a:lnTo>
                      <a:pt x="251" y="157"/>
                    </a:lnTo>
                    <a:lnTo>
                      <a:pt x="253" y="157"/>
                    </a:lnTo>
                    <a:lnTo>
                      <a:pt x="253" y="159"/>
                    </a:lnTo>
                    <a:lnTo>
                      <a:pt x="253" y="159"/>
                    </a:lnTo>
                    <a:lnTo>
                      <a:pt x="253" y="159"/>
                    </a:lnTo>
                    <a:lnTo>
                      <a:pt x="253" y="159"/>
                    </a:lnTo>
                    <a:lnTo>
                      <a:pt x="255" y="159"/>
                    </a:lnTo>
                    <a:lnTo>
                      <a:pt x="255" y="161"/>
                    </a:lnTo>
                    <a:lnTo>
                      <a:pt x="255" y="161"/>
                    </a:lnTo>
                    <a:lnTo>
                      <a:pt x="255" y="161"/>
                    </a:lnTo>
                    <a:lnTo>
                      <a:pt x="258" y="161"/>
                    </a:lnTo>
                    <a:lnTo>
                      <a:pt x="258" y="161"/>
                    </a:lnTo>
                    <a:lnTo>
                      <a:pt x="258" y="161"/>
                    </a:lnTo>
                    <a:lnTo>
                      <a:pt x="260" y="161"/>
                    </a:lnTo>
                    <a:lnTo>
                      <a:pt x="260" y="164"/>
                    </a:lnTo>
                    <a:lnTo>
                      <a:pt x="258" y="164"/>
                    </a:lnTo>
                    <a:lnTo>
                      <a:pt x="258" y="164"/>
                    </a:lnTo>
                    <a:lnTo>
                      <a:pt x="258" y="166"/>
                    </a:lnTo>
                    <a:lnTo>
                      <a:pt x="258" y="166"/>
                    </a:lnTo>
                    <a:lnTo>
                      <a:pt x="260" y="166"/>
                    </a:lnTo>
                    <a:lnTo>
                      <a:pt x="260" y="166"/>
                    </a:lnTo>
                    <a:lnTo>
                      <a:pt x="260" y="166"/>
                    </a:lnTo>
                    <a:lnTo>
                      <a:pt x="260" y="166"/>
                    </a:lnTo>
                    <a:lnTo>
                      <a:pt x="262" y="166"/>
                    </a:lnTo>
                    <a:lnTo>
                      <a:pt x="262" y="166"/>
                    </a:lnTo>
                    <a:lnTo>
                      <a:pt x="262" y="169"/>
                    </a:lnTo>
                    <a:lnTo>
                      <a:pt x="265" y="169"/>
                    </a:lnTo>
                    <a:lnTo>
                      <a:pt x="265" y="169"/>
                    </a:lnTo>
                    <a:lnTo>
                      <a:pt x="265" y="169"/>
                    </a:lnTo>
                    <a:lnTo>
                      <a:pt x="265" y="169"/>
                    </a:lnTo>
                    <a:lnTo>
                      <a:pt x="267" y="169"/>
                    </a:lnTo>
                    <a:lnTo>
                      <a:pt x="267" y="169"/>
                    </a:lnTo>
                    <a:lnTo>
                      <a:pt x="267" y="169"/>
                    </a:lnTo>
                    <a:lnTo>
                      <a:pt x="267" y="171"/>
                    </a:lnTo>
                    <a:lnTo>
                      <a:pt x="270" y="171"/>
                    </a:lnTo>
                    <a:lnTo>
                      <a:pt x="270" y="171"/>
                    </a:lnTo>
                    <a:lnTo>
                      <a:pt x="270" y="171"/>
                    </a:lnTo>
                    <a:lnTo>
                      <a:pt x="272" y="171"/>
                    </a:lnTo>
                    <a:lnTo>
                      <a:pt x="272" y="173"/>
                    </a:lnTo>
                    <a:lnTo>
                      <a:pt x="272" y="173"/>
                    </a:lnTo>
                    <a:lnTo>
                      <a:pt x="272" y="173"/>
                    </a:lnTo>
                    <a:lnTo>
                      <a:pt x="272" y="173"/>
                    </a:lnTo>
                    <a:lnTo>
                      <a:pt x="274" y="173"/>
                    </a:lnTo>
                    <a:lnTo>
                      <a:pt x="274" y="173"/>
                    </a:lnTo>
                    <a:lnTo>
                      <a:pt x="274" y="176"/>
                    </a:lnTo>
                    <a:lnTo>
                      <a:pt x="274" y="176"/>
                    </a:lnTo>
                    <a:lnTo>
                      <a:pt x="277" y="176"/>
                    </a:lnTo>
                    <a:lnTo>
                      <a:pt x="277" y="176"/>
                    </a:lnTo>
                    <a:lnTo>
                      <a:pt x="274" y="176"/>
                    </a:lnTo>
                    <a:lnTo>
                      <a:pt x="274" y="176"/>
                    </a:lnTo>
                    <a:lnTo>
                      <a:pt x="274" y="176"/>
                    </a:lnTo>
                    <a:lnTo>
                      <a:pt x="274" y="176"/>
                    </a:lnTo>
                    <a:lnTo>
                      <a:pt x="274" y="176"/>
                    </a:lnTo>
                    <a:lnTo>
                      <a:pt x="272" y="176"/>
                    </a:lnTo>
                    <a:lnTo>
                      <a:pt x="272" y="176"/>
                    </a:lnTo>
                    <a:lnTo>
                      <a:pt x="272" y="178"/>
                    </a:lnTo>
                    <a:lnTo>
                      <a:pt x="272" y="178"/>
                    </a:lnTo>
                    <a:lnTo>
                      <a:pt x="272" y="178"/>
                    </a:lnTo>
                    <a:lnTo>
                      <a:pt x="272" y="178"/>
                    </a:lnTo>
                    <a:lnTo>
                      <a:pt x="272" y="180"/>
                    </a:lnTo>
                    <a:lnTo>
                      <a:pt x="270" y="180"/>
                    </a:lnTo>
                    <a:lnTo>
                      <a:pt x="270" y="180"/>
                    </a:lnTo>
                    <a:lnTo>
                      <a:pt x="270" y="180"/>
                    </a:lnTo>
                    <a:lnTo>
                      <a:pt x="270" y="183"/>
                    </a:lnTo>
                    <a:lnTo>
                      <a:pt x="267" y="183"/>
                    </a:lnTo>
                    <a:lnTo>
                      <a:pt x="267" y="183"/>
                    </a:lnTo>
                    <a:lnTo>
                      <a:pt x="267" y="183"/>
                    </a:lnTo>
                    <a:lnTo>
                      <a:pt x="267" y="183"/>
                    </a:lnTo>
                    <a:lnTo>
                      <a:pt x="267" y="185"/>
                    </a:lnTo>
                    <a:lnTo>
                      <a:pt x="265" y="185"/>
                    </a:lnTo>
                    <a:lnTo>
                      <a:pt x="265" y="185"/>
                    </a:lnTo>
                    <a:lnTo>
                      <a:pt x="265" y="185"/>
                    </a:lnTo>
                    <a:lnTo>
                      <a:pt x="265" y="185"/>
                    </a:lnTo>
                    <a:lnTo>
                      <a:pt x="265" y="185"/>
                    </a:lnTo>
                    <a:lnTo>
                      <a:pt x="262" y="185"/>
                    </a:lnTo>
                    <a:lnTo>
                      <a:pt x="262" y="188"/>
                    </a:lnTo>
                    <a:lnTo>
                      <a:pt x="262" y="188"/>
                    </a:lnTo>
                    <a:lnTo>
                      <a:pt x="262" y="188"/>
                    </a:lnTo>
                    <a:lnTo>
                      <a:pt x="262" y="190"/>
                    </a:lnTo>
                    <a:lnTo>
                      <a:pt x="262" y="190"/>
                    </a:lnTo>
                    <a:lnTo>
                      <a:pt x="262" y="190"/>
                    </a:lnTo>
                    <a:lnTo>
                      <a:pt x="262" y="192"/>
                    </a:lnTo>
                    <a:lnTo>
                      <a:pt x="262" y="192"/>
                    </a:lnTo>
                    <a:lnTo>
                      <a:pt x="262" y="192"/>
                    </a:lnTo>
                    <a:lnTo>
                      <a:pt x="260" y="192"/>
                    </a:lnTo>
                    <a:lnTo>
                      <a:pt x="260" y="195"/>
                    </a:lnTo>
                    <a:lnTo>
                      <a:pt x="260" y="195"/>
                    </a:lnTo>
                    <a:lnTo>
                      <a:pt x="260" y="195"/>
                    </a:lnTo>
                    <a:lnTo>
                      <a:pt x="260" y="195"/>
                    </a:lnTo>
                    <a:lnTo>
                      <a:pt x="260" y="195"/>
                    </a:lnTo>
                    <a:lnTo>
                      <a:pt x="260" y="197"/>
                    </a:lnTo>
                    <a:lnTo>
                      <a:pt x="260" y="197"/>
                    </a:lnTo>
                    <a:lnTo>
                      <a:pt x="260" y="197"/>
                    </a:lnTo>
                    <a:lnTo>
                      <a:pt x="260" y="197"/>
                    </a:lnTo>
                    <a:lnTo>
                      <a:pt x="260" y="199"/>
                    </a:lnTo>
                    <a:lnTo>
                      <a:pt x="260" y="199"/>
                    </a:lnTo>
                    <a:lnTo>
                      <a:pt x="260" y="199"/>
                    </a:lnTo>
                    <a:lnTo>
                      <a:pt x="260" y="202"/>
                    </a:lnTo>
                    <a:lnTo>
                      <a:pt x="260" y="202"/>
                    </a:lnTo>
                    <a:lnTo>
                      <a:pt x="260" y="202"/>
                    </a:lnTo>
                    <a:lnTo>
                      <a:pt x="260" y="204"/>
                    </a:lnTo>
                    <a:lnTo>
                      <a:pt x="258" y="204"/>
                    </a:lnTo>
                    <a:lnTo>
                      <a:pt x="258" y="204"/>
                    </a:lnTo>
                    <a:lnTo>
                      <a:pt x="258" y="204"/>
                    </a:lnTo>
                    <a:lnTo>
                      <a:pt x="255" y="204"/>
                    </a:lnTo>
                    <a:lnTo>
                      <a:pt x="255" y="204"/>
                    </a:lnTo>
                    <a:lnTo>
                      <a:pt x="255" y="207"/>
                    </a:lnTo>
                    <a:lnTo>
                      <a:pt x="255" y="207"/>
                    </a:lnTo>
                    <a:lnTo>
                      <a:pt x="255" y="207"/>
                    </a:lnTo>
                    <a:lnTo>
                      <a:pt x="255" y="209"/>
                    </a:lnTo>
                    <a:lnTo>
                      <a:pt x="255" y="209"/>
                    </a:lnTo>
                    <a:lnTo>
                      <a:pt x="255" y="209"/>
                    </a:lnTo>
                    <a:lnTo>
                      <a:pt x="255" y="211"/>
                    </a:lnTo>
                    <a:lnTo>
                      <a:pt x="255" y="211"/>
                    </a:lnTo>
                    <a:lnTo>
                      <a:pt x="255" y="211"/>
                    </a:lnTo>
                    <a:lnTo>
                      <a:pt x="255" y="211"/>
                    </a:lnTo>
                    <a:lnTo>
                      <a:pt x="258" y="211"/>
                    </a:lnTo>
                    <a:lnTo>
                      <a:pt x="258" y="214"/>
                    </a:lnTo>
                    <a:lnTo>
                      <a:pt x="258" y="214"/>
                    </a:lnTo>
                    <a:lnTo>
                      <a:pt x="260" y="214"/>
                    </a:lnTo>
                    <a:lnTo>
                      <a:pt x="260" y="214"/>
                    </a:lnTo>
                    <a:lnTo>
                      <a:pt x="260" y="214"/>
                    </a:lnTo>
                    <a:lnTo>
                      <a:pt x="260" y="216"/>
                    </a:lnTo>
                    <a:lnTo>
                      <a:pt x="260" y="216"/>
                    </a:lnTo>
                    <a:lnTo>
                      <a:pt x="260" y="216"/>
                    </a:lnTo>
                    <a:lnTo>
                      <a:pt x="262" y="216"/>
                    </a:lnTo>
                    <a:lnTo>
                      <a:pt x="262" y="216"/>
                    </a:lnTo>
                    <a:lnTo>
                      <a:pt x="265" y="216"/>
                    </a:lnTo>
                    <a:lnTo>
                      <a:pt x="265" y="216"/>
                    </a:lnTo>
                    <a:lnTo>
                      <a:pt x="265" y="216"/>
                    </a:lnTo>
                    <a:lnTo>
                      <a:pt x="265" y="216"/>
                    </a:lnTo>
                    <a:lnTo>
                      <a:pt x="265" y="216"/>
                    </a:lnTo>
                    <a:lnTo>
                      <a:pt x="265" y="216"/>
                    </a:lnTo>
                    <a:lnTo>
                      <a:pt x="267" y="216"/>
                    </a:lnTo>
                    <a:lnTo>
                      <a:pt x="267" y="216"/>
                    </a:lnTo>
                    <a:lnTo>
                      <a:pt x="267" y="216"/>
                    </a:lnTo>
                    <a:lnTo>
                      <a:pt x="267" y="216"/>
                    </a:lnTo>
                    <a:lnTo>
                      <a:pt x="267" y="216"/>
                    </a:lnTo>
                    <a:lnTo>
                      <a:pt x="270" y="216"/>
                    </a:lnTo>
                    <a:lnTo>
                      <a:pt x="270" y="218"/>
                    </a:lnTo>
                    <a:lnTo>
                      <a:pt x="270" y="218"/>
                    </a:lnTo>
                    <a:lnTo>
                      <a:pt x="272" y="218"/>
                    </a:lnTo>
                    <a:lnTo>
                      <a:pt x="272" y="218"/>
                    </a:lnTo>
                    <a:lnTo>
                      <a:pt x="272" y="218"/>
                    </a:lnTo>
                    <a:lnTo>
                      <a:pt x="272" y="218"/>
                    </a:lnTo>
                    <a:lnTo>
                      <a:pt x="274" y="218"/>
                    </a:lnTo>
                    <a:lnTo>
                      <a:pt x="274" y="221"/>
                    </a:lnTo>
                    <a:lnTo>
                      <a:pt x="274" y="221"/>
                    </a:lnTo>
                    <a:lnTo>
                      <a:pt x="274" y="221"/>
                    </a:lnTo>
                    <a:lnTo>
                      <a:pt x="274" y="221"/>
                    </a:lnTo>
                    <a:lnTo>
                      <a:pt x="277" y="221"/>
                    </a:lnTo>
                    <a:lnTo>
                      <a:pt x="277" y="223"/>
                    </a:lnTo>
                    <a:lnTo>
                      <a:pt x="277" y="223"/>
                    </a:lnTo>
                    <a:lnTo>
                      <a:pt x="279" y="223"/>
                    </a:lnTo>
                    <a:lnTo>
                      <a:pt x="279" y="223"/>
                    </a:lnTo>
                    <a:lnTo>
                      <a:pt x="279" y="223"/>
                    </a:lnTo>
                    <a:lnTo>
                      <a:pt x="279" y="223"/>
                    </a:lnTo>
                    <a:lnTo>
                      <a:pt x="281" y="223"/>
                    </a:lnTo>
                    <a:lnTo>
                      <a:pt x="281" y="225"/>
                    </a:lnTo>
                    <a:lnTo>
                      <a:pt x="281" y="225"/>
                    </a:lnTo>
                    <a:lnTo>
                      <a:pt x="281" y="225"/>
                    </a:lnTo>
                    <a:lnTo>
                      <a:pt x="281" y="225"/>
                    </a:lnTo>
                    <a:lnTo>
                      <a:pt x="281" y="225"/>
                    </a:lnTo>
                    <a:lnTo>
                      <a:pt x="281" y="228"/>
                    </a:lnTo>
                    <a:lnTo>
                      <a:pt x="281" y="228"/>
                    </a:lnTo>
                    <a:lnTo>
                      <a:pt x="284" y="228"/>
                    </a:lnTo>
                    <a:lnTo>
                      <a:pt x="284" y="228"/>
                    </a:lnTo>
                    <a:lnTo>
                      <a:pt x="284" y="228"/>
                    </a:lnTo>
                    <a:lnTo>
                      <a:pt x="286" y="228"/>
                    </a:lnTo>
                    <a:lnTo>
                      <a:pt x="286" y="228"/>
                    </a:lnTo>
                    <a:lnTo>
                      <a:pt x="286" y="228"/>
                    </a:lnTo>
                    <a:lnTo>
                      <a:pt x="286" y="230"/>
                    </a:lnTo>
                    <a:lnTo>
                      <a:pt x="286" y="230"/>
                    </a:lnTo>
                    <a:lnTo>
                      <a:pt x="286" y="230"/>
                    </a:lnTo>
                    <a:lnTo>
                      <a:pt x="288" y="230"/>
                    </a:lnTo>
                    <a:lnTo>
                      <a:pt x="288" y="233"/>
                    </a:lnTo>
                    <a:lnTo>
                      <a:pt x="288" y="233"/>
                    </a:lnTo>
                    <a:lnTo>
                      <a:pt x="288" y="233"/>
                    </a:lnTo>
                    <a:lnTo>
                      <a:pt x="291" y="233"/>
                    </a:lnTo>
                    <a:lnTo>
                      <a:pt x="291" y="233"/>
                    </a:lnTo>
                    <a:lnTo>
                      <a:pt x="291" y="233"/>
                    </a:lnTo>
                    <a:lnTo>
                      <a:pt x="291" y="235"/>
                    </a:lnTo>
                    <a:lnTo>
                      <a:pt x="293" y="235"/>
                    </a:lnTo>
                    <a:lnTo>
                      <a:pt x="293" y="235"/>
                    </a:lnTo>
                    <a:lnTo>
                      <a:pt x="293" y="235"/>
                    </a:lnTo>
                    <a:lnTo>
                      <a:pt x="293" y="235"/>
                    </a:lnTo>
                    <a:lnTo>
                      <a:pt x="293" y="235"/>
                    </a:lnTo>
                    <a:lnTo>
                      <a:pt x="296" y="235"/>
                    </a:lnTo>
                    <a:lnTo>
                      <a:pt x="296" y="235"/>
                    </a:lnTo>
                    <a:lnTo>
                      <a:pt x="296" y="235"/>
                    </a:lnTo>
                    <a:lnTo>
                      <a:pt x="296" y="235"/>
                    </a:lnTo>
                    <a:lnTo>
                      <a:pt x="298" y="235"/>
                    </a:lnTo>
                    <a:lnTo>
                      <a:pt x="298" y="235"/>
                    </a:lnTo>
                    <a:lnTo>
                      <a:pt x="298" y="235"/>
                    </a:lnTo>
                    <a:lnTo>
                      <a:pt x="298" y="235"/>
                    </a:lnTo>
                    <a:lnTo>
                      <a:pt x="300" y="235"/>
                    </a:lnTo>
                    <a:lnTo>
                      <a:pt x="300" y="235"/>
                    </a:lnTo>
                    <a:lnTo>
                      <a:pt x="300" y="235"/>
                    </a:lnTo>
                    <a:lnTo>
                      <a:pt x="300" y="235"/>
                    </a:lnTo>
                    <a:lnTo>
                      <a:pt x="303" y="235"/>
                    </a:lnTo>
                    <a:lnTo>
                      <a:pt x="303" y="237"/>
                    </a:lnTo>
                    <a:lnTo>
                      <a:pt x="303" y="237"/>
                    </a:lnTo>
                    <a:lnTo>
                      <a:pt x="305" y="237"/>
                    </a:lnTo>
                    <a:lnTo>
                      <a:pt x="305" y="237"/>
                    </a:lnTo>
                    <a:lnTo>
                      <a:pt x="305" y="237"/>
                    </a:lnTo>
                    <a:lnTo>
                      <a:pt x="305" y="237"/>
                    </a:lnTo>
                    <a:lnTo>
                      <a:pt x="305" y="240"/>
                    </a:lnTo>
                    <a:lnTo>
                      <a:pt x="307" y="240"/>
                    </a:lnTo>
                    <a:lnTo>
                      <a:pt x="307" y="240"/>
                    </a:lnTo>
                    <a:lnTo>
                      <a:pt x="307" y="240"/>
                    </a:lnTo>
                    <a:lnTo>
                      <a:pt x="307" y="240"/>
                    </a:lnTo>
                    <a:lnTo>
                      <a:pt x="310" y="240"/>
                    </a:lnTo>
                    <a:lnTo>
                      <a:pt x="310" y="240"/>
                    </a:lnTo>
                    <a:lnTo>
                      <a:pt x="310" y="240"/>
                    </a:lnTo>
                    <a:lnTo>
                      <a:pt x="312" y="240"/>
                    </a:lnTo>
                    <a:lnTo>
                      <a:pt x="312" y="240"/>
                    </a:lnTo>
                    <a:lnTo>
                      <a:pt x="312" y="240"/>
                    </a:lnTo>
                    <a:lnTo>
                      <a:pt x="312" y="240"/>
                    </a:lnTo>
                    <a:lnTo>
                      <a:pt x="312" y="242"/>
                    </a:lnTo>
                    <a:lnTo>
                      <a:pt x="312" y="242"/>
                    </a:lnTo>
                    <a:lnTo>
                      <a:pt x="315" y="242"/>
                    </a:lnTo>
                    <a:lnTo>
                      <a:pt x="315" y="244"/>
                    </a:lnTo>
                    <a:lnTo>
                      <a:pt x="315" y="244"/>
                    </a:lnTo>
                    <a:lnTo>
                      <a:pt x="315" y="244"/>
                    </a:lnTo>
                    <a:lnTo>
                      <a:pt x="315" y="244"/>
                    </a:lnTo>
                    <a:lnTo>
                      <a:pt x="317" y="244"/>
                    </a:lnTo>
                    <a:lnTo>
                      <a:pt x="317" y="244"/>
                    </a:lnTo>
                    <a:lnTo>
                      <a:pt x="319" y="244"/>
                    </a:lnTo>
                    <a:lnTo>
                      <a:pt x="319" y="244"/>
                    </a:lnTo>
                    <a:lnTo>
                      <a:pt x="319" y="244"/>
                    </a:lnTo>
                    <a:lnTo>
                      <a:pt x="319" y="244"/>
                    </a:lnTo>
                    <a:lnTo>
                      <a:pt x="322" y="244"/>
                    </a:lnTo>
                    <a:lnTo>
                      <a:pt x="322" y="244"/>
                    </a:lnTo>
                    <a:lnTo>
                      <a:pt x="322" y="244"/>
                    </a:lnTo>
                    <a:lnTo>
                      <a:pt x="324" y="244"/>
                    </a:lnTo>
                    <a:lnTo>
                      <a:pt x="324" y="247"/>
                    </a:lnTo>
                    <a:lnTo>
                      <a:pt x="324" y="247"/>
                    </a:lnTo>
                    <a:lnTo>
                      <a:pt x="324" y="247"/>
                    </a:lnTo>
                    <a:lnTo>
                      <a:pt x="326" y="247"/>
                    </a:lnTo>
                    <a:lnTo>
                      <a:pt x="326" y="247"/>
                    </a:lnTo>
                    <a:lnTo>
                      <a:pt x="326" y="247"/>
                    </a:lnTo>
                    <a:lnTo>
                      <a:pt x="326" y="247"/>
                    </a:lnTo>
                    <a:lnTo>
                      <a:pt x="326" y="244"/>
                    </a:lnTo>
                    <a:lnTo>
                      <a:pt x="326" y="244"/>
                    </a:lnTo>
                    <a:lnTo>
                      <a:pt x="329" y="244"/>
                    </a:lnTo>
                    <a:lnTo>
                      <a:pt x="329" y="244"/>
                    </a:lnTo>
                    <a:lnTo>
                      <a:pt x="331" y="244"/>
                    </a:lnTo>
                    <a:lnTo>
                      <a:pt x="331" y="244"/>
                    </a:lnTo>
                    <a:lnTo>
                      <a:pt x="331" y="244"/>
                    </a:lnTo>
                    <a:lnTo>
                      <a:pt x="333" y="244"/>
                    </a:lnTo>
                    <a:lnTo>
                      <a:pt x="333" y="244"/>
                    </a:lnTo>
                    <a:lnTo>
                      <a:pt x="333" y="244"/>
                    </a:lnTo>
                    <a:lnTo>
                      <a:pt x="333" y="244"/>
                    </a:lnTo>
                    <a:lnTo>
                      <a:pt x="333" y="247"/>
                    </a:lnTo>
                    <a:lnTo>
                      <a:pt x="336" y="247"/>
                    </a:lnTo>
                    <a:lnTo>
                      <a:pt x="336" y="247"/>
                    </a:lnTo>
                    <a:lnTo>
                      <a:pt x="336" y="244"/>
                    </a:lnTo>
                    <a:lnTo>
                      <a:pt x="338" y="244"/>
                    </a:lnTo>
                    <a:lnTo>
                      <a:pt x="338" y="244"/>
                    </a:lnTo>
                    <a:lnTo>
                      <a:pt x="338" y="244"/>
                    </a:lnTo>
                    <a:lnTo>
                      <a:pt x="341" y="244"/>
                    </a:lnTo>
                    <a:lnTo>
                      <a:pt x="341" y="244"/>
                    </a:lnTo>
                    <a:lnTo>
                      <a:pt x="341" y="244"/>
                    </a:lnTo>
                    <a:lnTo>
                      <a:pt x="341" y="244"/>
                    </a:lnTo>
                    <a:lnTo>
                      <a:pt x="343" y="244"/>
                    </a:lnTo>
                    <a:lnTo>
                      <a:pt x="343" y="244"/>
                    </a:lnTo>
                    <a:lnTo>
                      <a:pt x="343" y="244"/>
                    </a:lnTo>
                    <a:lnTo>
                      <a:pt x="345" y="244"/>
                    </a:lnTo>
                    <a:lnTo>
                      <a:pt x="345" y="244"/>
                    </a:lnTo>
                    <a:lnTo>
                      <a:pt x="345" y="247"/>
                    </a:lnTo>
                    <a:lnTo>
                      <a:pt x="345" y="247"/>
                    </a:lnTo>
                    <a:lnTo>
                      <a:pt x="345" y="247"/>
                    </a:lnTo>
                    <a:lnTo>
                      <a:pt x="348" y="247"/>
                    </a:lnTo>
                    <a:lnTo>
                      <a:pt x="348" y="247"/>
                    </a:lnTo>
                    <a:lnTo>
                      <a:pt x="348" y="247"/>
                    </a:lnTo>
                    <a:lnTo>
                      <a:pt x="350" y="247"/>
                    </a:lnTo>
                    <a:lnTo>
                      <a:pt x="350" y="247"/>
                    </a:lnTo>
                    <a:lnTo>
                      <a:pt x="350" y="249"/>
                    </a:lnTo>
                    <a:lnTo>
                      <a:pt x="352" y="249"/>
                    </a:lnTo>
                    <a:lnTo>
                      <a:pt x="352" y="249"/>
                    </a:lnTo>
                    <a:lnTo>
                      <a:pt x="352" y="249"/>
                    </a:lnTo>
                    <a:lnTo>
                      <a:pt x="352" y="249"/>
                    </a:lnTo>
                    <a:lnTo>
                      <a:pt x="355" y="249"/>
                    </a:lnTo>
                    <a:lnTo>
                      <a:pt x="355" y="252"/>
                    </a:lnTo>
                    <a:lnTo>
                      <a:pt x="355" y="252"/>
                    </a:lnTo>
                    <a:lnTo>
                      <a:pt x="355" y="254"/>
                    </a:lnTo>
                    <a:lnTo>
                      <a:pt x="355" y="254"/>
                    </a:lnTo>
                    <a:lnTo>
                      <a:pt x="355" y="254"/>
                    </a:lnTo>
                    <a:lnTo>
                      <a:pt x="355" y="256"/>
                    </a:lnTo>
                    <a:lnTo>
                      <a:pt x="355" y="256"/>
                    </a:lnTo>
                    <a:lnTo>
                      <a:pt x="355" y="256"/>
                    </a:lnTo>
                    <a:lnTo>
                      <a:pt x="355" y="256"/>
                    </a:lnTo>
                    <a:lnTo>
                      <a:pt x="357" y="256"/>
                    </a:lnTo>
                    <a:lnTo>
                      <a:pt x="357" y="256"/>
                    </a:lnTo>
                    <a:lnTo>
                      <a:pt x="359" y="256"/>
                    </a:lnTo>
                    <a:lnTo>
                      <a:pt x="359" y="259"/>
                    </a:lnTo>
                    <a:lnTo>
                      <a:pt x="359" y="259"/>
                    </a:lnTo>
                    <a:lnTo>
                      <a:pt x="359" y="259"/>
                    </a:lnTo>
                    <a:lnTo>
                      <a:pt x="359" y="259"/>
                    </a:lnTo>
                    <a:lnTo>
                      <a:pt x="362" y="259"/>
                    </a:lnTo>
                    <a:lnTo>
                      <a:pt x="362" y="259"/>
                    </a:lnTo>
                    <a:lnTo>
                      <a:pt x="362" y="261"/>
                    </a:lnTo>
                    <a:lnTo>
                      <a:pt x="362" y="261"/>
                    </a:lnTo>
                    <a:lnTo>
                      <a:pt x="364" y="261"/>
                    </a:lnTo>
                    <a:lnTo>
                      <a:pt x="364" y="261"/>
                    </a:lnTo>
                    <a:lnTo>
                      <a:pt x="367" y="261"/>
                    </a:lnTo>
                    <a:lnTo>
                      <a:pt x="367" y="261"/>
                    </a:lnTo>
                    <a:lnTo>
                      <a:pt x="364" y="261"/>
                    </a:lnTo>
                    <a:lnTo>
                      <a:pt x="364" y="263"/>
                    </a:lnTo>
                    <a:lnTo>
                      <a:pt x="367" y="263"/>
                    </a:lnTo>
                    <a:lnTo>
                      <a:pt x="367" y="263"/>
                    </a:lnTo>
                    <a:lnTo>
                      <a:pt x="367" y="263"/>
                    </a:lnTo>
                    <a:lnTo>
                      <a:pt x="367" y="263"/>
                    </a:lnTo>
                    <a:lnTo>
                      <a:pt x="369" y="263"/>
                    </a:lnTo>
                    <a:lnTo>
                      <a:pt x="369" y="263"/>
                    </a:lnTo>
                    <a:lnTo>
                      <a:pt x="369" y="263"/>
                    </a:lnTo>
                    <a:lnTo>
                      <a:pt x="371" y="263"/>
                    </a:lnTo>
                    <a:lnTo>
                      <a:pt x="371" y="263"/>
                    </a:lnTo>
                    <a:lnTo>
                      <a:pt x="371" y="263"/>
                    </a:lnTo>
                    <a:lnTo>
                      <a:pt x="371" y="261"/>
                    </a:lnTo>
                    <a:lnTo>
                      <a:pt x="374" y="261"/>
                    </a:lnTo>
                    <a:lnTo>
                      <a:pt x="374" y="261"/>
                    </a:lnTo>
                    <a:lnTo>
                      <a:pt x="374" y="261"/>
                    </a:lnTo>
                    <a:lnTo>
                      <a:pt x="374" y="261"/>
                    </a:lnTo>
                    <a:lnTo>
                      <a:pt x="376" y="261"/>
                    </a:lnTo>
                    <a:lnTo>
                      <a:pt x="376" y="261"/>
                    </a:lnTo>
                    <a:lnTo>
                      <a:pt x="376" y="261"/>
                    </a:lnTo>
                    <a:lnTo>
                      <a:pt x="376" y="263"/>
                    </a:lnTo>
                    <a:lnTo>
                      <a:pt x="376" y="263"/>
                    </a:lnTo>
                    <a:lnTo>
                      <a:pt x="376" y="263"/>
                    </a:lnTo>
                    <a:lnTo>
                      <a:pt x="376" y="266"/>
                    </a:lnTo>
                    <a:lnTo>
                      <a:pt x="378" y="266"/>
                    </a:lnTo>
                    <a:lnTo>
                      <a:pt x="378" y="266"/>
                    </a:lnTo>
                    <a:lnTo>
                      <a:pt x="378" y="266"/>
                    </a:lnTo>
                    <a:lnTo>
                      <a:pt x="378" y="266"/>
                    </a:lnTo>
                    <a:lnTo>
                      <a:pt x="378" y="268"/>
                    </a:lnTo>
                    <a:lnTo>
                      <a:pt x="381" y="268"/>
                    </a:lnTo>
                    <a:lnTo>
                      <a:pt x="381" y="268"/>
                    </a:lnTo>
                    <a:lnTo>
                      <a:pt x="381" y="266"/>
                    </a:lnTo>
                    <a:lnTo>
                      <a:pt x="381" y="266"/>
                    </a:lnTo>
                    <a:lnTo>
                      <a:pt x="381" y="266"/>
                    </a:lnTo>
                    <a:lnTo>
                      <a:pt x="383" y="266"/>
                    </a:lnTo>
                    <a:lnTo>
                      <a:pt x="383" y="266"/>
                    </a:lnTo>
                    <a:lnTo>
                      <a:pt x="386" y="266"/>
                    </a:lnTo>
                    <a:lnTo>
                      <a:pt x="386" y="266"/>
                    </a:lnTo>
                    <a:lnTo>
                      <a:pt x="386" y="266"/>
                    </a:lnTo>
                    <a:lnTo>
                      <a:pt x="386" y="266"/>
                    </a:lnTo>
                    <a:lnTo>
                      <a:pt x="388" y="266"/>
                    </a:lnTo>
                    <a:lnTo>
                      <a:pt x="388" y="268"/>
                    </a:lnTo>
                    <a:lnTo>
                      <a:pt x="388" y="268"/>
                    </a:lnTo>
                    <a:lnTo>
                      <a:pt x="388" y="266"/>
                    </a:lnTo>
                    <a:lnTo>
                      <a:pt x="388" y="266"/>
                    </a:lnTo>
                    <a:lnTo>
                      <a:pt x="390" y="266"/>
                    </a:lnTo>
                    <a:lnTo>
                      <a:pt x="390" y="266"/>
                    </a:lnTo>
                    <a:lnTo>
                      <a:pt x="390" y="268"/>
                    </a:lnTo>
                    <a:lnTo>
                      <a:pt x="393" y="268"/>
                    </a:lnTo>
                    <a:lnTo>
                      <a:pt x="393" y="268"/>
                    </a:lnTo>
                    <a:lnTo>
                      <a:pt x="393" y="268"/>
                    </a:lnTo>
                    <a:lnTo>
                      <a:pt x="393" y="268"/>
                    </a:lnTo>
                    <a:lnTo>
                      <a:pt x="395" y="268"/>
                    </a:lnTo>
                    <a:lnTo>
                      <a:pt x="395" y="270"/>
                    </a:lnTo>
                    <a:lnTo>
                      <a:pt x="395" y="270"/>
                    </a:lnTo>
                    <a:lnTo>
                      <a:pt x="395" y="270"/>
                    </a:lnTo>
                    <a:lnTo>
                      <a:pt x="395" y="270"/>
                    </a:lnTo>
                    <a:lnTo>
                      <a:pt x="397" y="270"/>
                    </a:lnTo>
                    <a:lnTo>
                      <a:pt x="397" y="270"/>
                    </a:lnTo>
                    <a:lnTo>
                      <a:pt x="397" y="273"/>
                    </a:lnTo>
                    <a:lnTo>
                      <a:pt x="400" y="273"/>
                    </a:lnTo>
                    <a:lnTo>
                      <a:pt x="400" y="270"/>
                    </a:lnTo>
                    <a:lnTo>
                      <a:pt x="400" y="270"/>
                    </a:lnTo>
                    <a:lnTo>
                      <a:pt x="400" y="270"/>
                    </a:lnTo>
                    <a:lnTo>
                      <a:pt x="402" y="270"/>
                    </a:lnTo>
                    <a:lnTo>
                      <a:pt x="402" y="270"/>
                    </a:lnTo>
                    <a:lnTo>
                      <a:pt x="402" y="270"/>
                    </a:lnTo>
                    <a:lnTo>
                      <a:pt x="404" y="270"/>
                    </a:lnTo>
                    <a:lnTo>
                      <a:pt x="404" y="268"/>
                    </a:lnTo>
                    <a:lnTo>
                      <a:pt x="404" y="268"/>
                    </a:lnTo>
                    <a:lnTo>
                      <a:pt x="404" y="268"/>
                    </a:lnTo>
                    <a:lnTo>
                      <a:pt x="404" y="268"/>
                    </a:lnTo>
                    <a:lnTo>
                      <a:pt x="407" y="268"/>
                    </a:lnTo>
                    <a:lnTo>
                      <a:pt x="407" y="268"/>
                    </a:lnTo>
                    <a:lnTo>
                      <a:pt x="407" y="270"/>
                    </a:lnTo>
                    <a:lnTo>
                      <a:pt x="407" y="270"/>
                    </a:lnTo>
                    <a:lnTo>
                      <a:pt x="407" y="270"/>
                    </a:lnTo>
                    <a:lnTo>
                      <a:pt x="407" y="273"/>
                    </a:lnTo>
                    <a:lnTo>
                      <a:pt x="407" y="273"/>
                    </a:lnTo>
                    <a:lnTo>
                      <a:pt x="409" y="273"/>
                    </a:lnTo>
                    <a:lnTo>
                      <a:pt x="409" y="273"/>
                    </a:lnTo>
                    <a:lnTo>
                      <a:pt x="409" y="273"/>
                    </a:lnTo>
                    <a:lnTo>
                      <a:pt x="412" y="273"/>
                    </a:lnTo>
                    <a:lnTo>
                      <a:pt x="412" y="273"/>
                    </a:lnTo>
                    <a:lnTo>
                      <a:pt x="412" y="273"/>
                    </a:lnTo>
                    <a:lnTo>
                      <a:pt x="412" y="273"/>
                    </a:lnTo>
                    <a:lnTo>
                      <a:pt x="414" y="273"/>
                    </a:lnTo>
                    <a:lnTo>
                      <a:pt x="414" y="273"/>
                    </a:lnTo>
                    <a:lnTo>
                      <a:pt x="414" y="270"/>
                    </a:lnTo>
                    <a:lnTo>
                      <a:pt x="414" y="270"/>
                    </a:lnTo>
                    <a:lnTo>
                      <a:pt x="414" y="273"/>
                    </a:lnTo>
                    <a:lnTo>
                      <a:pt x="416" y="273"/>
                    </a:lnTo>
                    <a:lnTo>
                      <a:pt x="416" y="273"/>
                    </a:lnTo>
                    <a:lnTo>
                      <a:pt x="416" y="273"/>
                    </a:lnTo>
                    <a:lnTo>
                      <a:pt x="419" y="273"/>
                    </a:lnTo>
                    <a:lnTo>
                      <a:pt x="419" y="273"/>
                    </a:lnTo>
                    <a:lnTo>
                      <a:pt x="419" y="273"/>
                    </a:lnTo>
                    <a:lnTo>
                      <a:pt x="419" y="273"/>
                    </a:lnTo>
                    <a:lnTo>
                      <a:pt x="421" y="273"/>
                    </a:lnTo>
                    <a:lnTo>
                      <a:pt x="421" y="273"/>
                    </a:lnTo>
                    <a:lnTo>
                      <a:pt x="421" y="270"/>
                    </a:lnTo>
                    <a:lnTo>
                      <a:pt x="421" y="270"/>
                    </a:lnTo>
                    <a:lnTo>
                      <a:pt x="423" y="270"/>
                    </a:lnTo>
                    <a:lnTo>
                      <a:pt x="423" y="270"/>
                    </a:lnTo>
                    <a:lnTo>
                      <a:pt x="423" y="273"/>
                    </a:lnTo>
                    <a:lnTo>
                      <a:pt x="426" y="273"/>
                    </a:lnTo>
                    <a:lnTo>
                      <a:pt x="426" y="273"/>
                    </a:lnTo>
                    <a:lnTo>
                      <a:pt x="426" y="273"/>
                    </a:lnTo>
                    <a:lnTo>
                      <a:pt x="426" y="273"/>
                    </a:lnTo>
                    <a:lnTo>
                      <a:pt x="426" y="273"/>
                    </a:lnTo>
                    <a:lnTo>
                      <a:pt x="428" y="273"/>
                    </a:lnTo>
                    <a:lnTo>
                      <a:pt x="428" y="270"/>
                    </a:lnTo>
                    <a:lnTo>
                      <a:pt x="428" y="270"/>
                    </a:lnTo>
                    <a:lnTo>
                      <a:pt x="428" y="268"/>
                    </a:lnTo>
                    <a:lnTo>
                      <a:pt x="428" y="268"/>
                    </a:lnTo>
                    <a:lnTo>
                      <a:pt x="428" y="268"/>
                    </a:lnTo>
                    <a:lnTo>
                      <a:pt x="428" y="266"/>
                    </a:lnTo>
                    <a:lnTo>
                      <a:pt x="428" y="266"/>
                    </a:lnTo>
                    <a:lnTo>
                      <a:pt x="428" y="266"/>
                    </a:lnTo>
                    <a:lnTo>
                      <a:pt x="428" y="263"/>
                    </a:lnTo>
                    <a:lnTo>
                      <a:pt x="428" y="263"/>
                    </a:lnTo>
                    <a:lnTo>
                      <a:pt x="430" y="263"/>
                    </a:lnTo>
                    <a:lnTo>
                      <a:pt x="430" y="263"/>
                    </a:lnTo>
                    <a:lnTo>
                      <a:pt x="428" y="263"/>
                    </a:lnTo>
                    <a:lnTo>
                      <a:pt x="428" y="261"/>
                    </a:lnTo>
                    <a:lnTo>
                      <a:pt x="428" y="261"/>
                    </a:lnTo>
                    <a:lnTo>
                      <a:pt x="428" y="259"/>
                    </a:lnTo>
                    <a:lnTo>
                      <a:pt x="428" y="259"/>
                    </a:lnTo>
                    <a:lnTo>
                      <a:pt x="428" y="259"/>
                    </a:lnTo>
                    <a:lnTo>
                      <a:pt x="428" y="256"/>
                    </a:lnTo>
                    <a:lnTo>
                      <a:pt x="428" y="256"/>
                    </a:lnTo>
                    <a:lnTo>
                      <a:pt x="428" y="256"/>
                    </a:lnTo>
                    <a:lnTo>
                      <a:pt x="426" y="256"/>
                    </a:lnTo>
                    <a:lnTo>
                      <a:pt x="426" y="256"/>
                    </a:lnTo>
                    <a:lnTo>
                      <a:pt x="426" y="254"/>
                    </a:lnTo>
                    <a:lnTo>
                      <a:pt x="426" y="254"/>
                    </a:lnTo>
                    <a:lnTo>
                      <a:pt x="426" y="254"/>
                    </a:lnTo>
                    <a:lnTo>
                      <a:pt x="426" y="252"/>
                    </a:lnTo>
                    <a:lnTo>
                      <a:pt x="426" y="252"/>
                    </a:lnTo>
                    <a:lnTo>
                      <a:pt x="426" y="252"/>
                    </a:lnTo>
                    <a:lnTo>
                      <a:pt x="426" y="249"/>
                    </a:lnTo>
                    <a:lnTo>
                      <a:pt x="426" y="249"/>
                    </a:lnTo>
                    <a:lnTo>
                      <a:pt x="426" y="247"/>
                    </a:lnTo>
                    <a:lnTo>
                      <a:pt x="426" y="247"/>
                    </a:lnTo>
                    <a:lnTo>
                      <a:pt x="426" y="244"/>
                    </a:lnTo>
                    <a:lnTo>
                      <a:pt x="426" y="244"/>
                    </a:lnTo>
                    <a:lnTo>
                      <a:pt x="426" y="244"/>
                    </a:lnTo>
                    <a:lnTo>
                      <a:pt x="428" y="244"/>
                    </a:lnTo>
                    <a:lnTo>
                      <a:pt x="428" y="242"/>
                    </a:lnTo>
                    <a:lnTo>
                      <a:pt x="428" y="242"/>
                    </a:lnTo>
                    <a:lnTo>
                      <a:pt x="428" y="240"/>
                    </a:lnTo>
                    <a:lnTo>
                      <a:pt x="428" y="240"/>
                    </a:lnTo>
                    <a:lnTo>
                      <a:pt x="426" y="240"/>
                    </a:lnTo>
                    <a:lnTo>
                      <a:pt x="426" y="237"/>
                    </a:lnTo>
                    <a:lnTo>
                      <a:pt x="428" y="237"/>
                    </a:lnTo>
                    <a:lnTo>
                      <a:pt x="428" y="237"/>
                    </a:lnTo>
                    <a:lnTo>
                      <a:pt x="428" y="237"/>
                    </a:lnTo>
                    <a:lnTo>
                      <a:pt x="428" y="237"/>
                    </a:lnTo>
                    <a:lnTo>
                      <a:pt x="428" y="235"/>
                    </a:lnTo>
                    <a:lnTo>
                      <a:pt x="428" y="235"/>
                    </a:lnTo>
                    <a:lnTo>
                      <a:pt x="428" y="235"/>
                    </a:lnTo>
                    <a:lnTo>
                      <a:pt x="428" y="235"/>
                    </a:lnTo>
                    <a:lnTo>
                      <a:pt x="426" y="235"/>
                    </a:lnTo>
                    <a:lnTo>
                      <a:pt x="426" y="235"/>
                    </a:lnTo>
                    <a:lnTo>
                      <a:pt x="426" y="235"/>
                    </a:lnTo>
                    <a:lnTo>
                      <a:pt x="423" y="235"/>
                    </a:lnTo>
                    <a:lnTo>
                      <a:pt x="423" y="235"/>
                    </a:lnTo>
                    <a:lnTo>
                      <a:pt x="423" y="237"/>
                    </a:lnTo>
                    <a:lnTo>
                      <a:pt x="423" y="237"/>
                    </a:lnTo>
                    <a:lnTo>
                      <a:pt x="423" y="235"/>
                    </a:lnTo>
                    <a:lnTo>
                      <a:pt x="421" y="235"/>
                    </a:lnTo>
                    <a:lnTo>
                      <a:pt x="421" y="237"/>
                    </a:lnTo>
                    <a:lnTo>
                      <a:pt x="421" y="237"/>
                    </a:lnTo>
                    <a:lnTo>
                      <a:pt x="421" y="237"/>
                    </a:lnTo>
                    <a:lnTo>
                      <a:pt x="421" y="237"/>
                    </a:lnTo>
                    <a:lnTo>
                      <a:pt x="421" y="237"/>
                    </a:lnTo>
                    <a:lnTo>
                      <a:pt x="419" y="237"/>
                    </a:lnTo>
                    <a:lnTo>
                      <a:pt x="419" y="237"/>
                    </a:lnTo>
                    <a:lnTo>
                      <a:pt x="419" y="240"/>
                    </a:lnTo>
                    <a:lnTo>
                      <a:pt x="419" y="240"/>
                    </a:lnTo>
                    <a:lnTo>
                      <a:pt x="419" y="240"/>
                    </a:lnTo>
                    <a:lnTo>
                      <a:pt x="419" y="240"/>
                    </a:lnTo>
                    <a:lnTo>
                      <a:pt x="419" y="240"/>
                    </a:lnTo>
                    <a:lnTo>
                      <a:pt x="419" y="237"/>
                    </a:lnTo>
                    <a:lnTo>
                      <a:pt x="419" y="237"/>
                    </a:lnTo>
                    <a:lnTo>
                      <a:pt x="419" y="235"/>
                    </a:lnTo>
                    <a:lnTo>
                      <a:pt x="416" y="235"/>
                    </a:lnTo>
                    <a:lnTo>
                      <a:pt x="416" y="235"/>
                    </a:lnTo>
                    <a:lnTo>
                      <a:pt x="419" y="235"/>
                    </a:lnTo>
                    <a:lnTo>
                      <a:pt x="419" y="235"/>
                    </a:lnTo>
                    <a:lnTo>
                      <a:pt x="419" y="235"/>
                    </a:lnTo>
                    <a:lnTo>
                      <a:pt x="421" y="235"/>
                    </a:lnTo>
                    <a:lnTo>
                      <a:pt x="421" y="235"/>
                    </a:lnTo>
                    <a:lnTo>
                      <a:pt x="421" y="233"/>
                    </a:lnTo>
                    <a:lnTo>
                      <a:pt x="421" y="233"/>
                    </a:lnTo>
                    <a:lnTo>
                      <a:pt x="421" y="233"/>
                    </a:lnTo>
                    <a:lnTo>
                      <a:pt x="421" y="230"/>
                    </a:lnTo>
                    <a:lnTo>
                      <a:pt x="421" y="230"/>
                    </a:lnTo>
                    <a:lnTo>
                      <a:pt x="421" y="233"/>
                    </a:lnTo>
                    <a:lnTo>
                      <a:pt x="423" y="233"/>
                    </a:lnTo>
                    <a:lnTo>
                      <a:pt x="423" y="233"/>
                    </a:lnTo>
                    <a:lnTo>
                      <a:pt x="423" y="233"/>
                    </a:lnTo>
                    <a:lnTo>
                      <a:pt x="426" y="233"/>
                    </a:lnTo>
                    <a:lnTo>
                      <a:pt x="426" y="233"/>
                    </a:lnTo>
                    <a:lnTo>
                      <a:pt x="426" y="233"/>
                    </a:lnTo>
                    <a:lnTo>
                      <a:pt x="426" y="233"/>
                    </a:lnTo>
                    <a:lnTo>
                      <a:pt x="428" y="233"/>
                    </a:lnTo>
                    <a:lnTo>
                      <a:pt x="428" y="233"/>
                    </a:lnTo>
                    <a:lnTo>
                      <a:pt x="428" y="233"/>
                    </a:lnTo>
                    <a:lnTo>
                      <a:pt x="428" y="233"/>
                    </a:lnTo>
                    <a:lnTo>
                      <a:pt x="430" y="233"/>
                    </a:lnTo>
                    <a:lnTo>
                      <a:pt x="430" y="233"/>
                    </a:lnTo>
                    <a:lnTo>
                      <a:pt x="430" y="233"/>
                    </a:lnTo>
                    <a:lnTo>
                      <a:pt x="433" y="233"/>
                    </a:lnTo>
                    <a:lnTo>
                      <a:pt x="433" y="233"/>
                    </a:lnTo>
                    <a:lnTo>
                      <a:pt x="433" y="233"/>
                    </a:lnTo>
                    <a:lnTo>
                      <a:pt x="435" y="233"/>
                    </a:lnTo>
                    <a:lnTo>
                      <a:pt x="435" y="233"/>
                    </a:lnTo>
                    <a:lnTo>
                      <a:pt x="435" y="230"/>
                    </a:lnTo>
                    <a:lnTo>
                      <a:pt x="438" y="230"/>
                    </a:lnTo>
                    <a:lnTo>
                      <a:pt x="438" y="230"/>
                    </a:lnTo>
                    <a:lnTo>
                      <a:pt x="438" y="230"/>
                    </a:lnTo>
                    <a:lnTo>
                      <a:pt x="438" y="230"/>
                    </a:lnTo>
                    <a:lnTo>
                      <a:pt x="440" y="230"/>
                    </a:lnTo>
                    <a:lnTo>
                      <a:pt x="440" y="228"/>
                    </a:lnTo>
                    <a:lnTo>
                      <a:pt x="440" y="228"/>
                    </a:lnTo>
                    <a:lnTo>
                      <a:pt x="440" y="230"/>
                    </a:lnTo>
                    <a:lnTo>
                      <a:pt x="440" y="230"/>
                    </a:lnTo>
                    <a:lnTo>
                      <a:pt x="442" y="230"/>
                    </a:lnTo>
                    <a:lnTo>
                      <a:pt x="442" y="230"/>
                    </a:lnTo>
                    <a:lnTo>
                      <a:pt x="442" y="230"/>
                    </a:lnTo>
                    <a:lnTo>
                      <a:pt x="445" y="230"/>
                    </a:lnTo>
                    <a:lnTo>
                      <a:pt x="445" y="233"/>
                    </a:lnTo>
                    <a:lnTo>
                      <a:pt x="445" y="233"/>
                    </a:lnTo>
                    <a:lnTo>
                      <a:pt x="445" y="233"/>
                    </a:lnTo>
                    <a:lnTo>
                      <a:pt x="445" y="235"/>
                    </a:lnTo>
                    <a:lnTo>
                      <a:pt x="445" y="235"/>
                    </a:lnTo>
                    <a:lnTo>
                      <a:pt x="445" y="235"/>
                    </a:lnTo>
                    <a:lnTo>
                      <a:pt x="447" y="235"/>
                    </a:lnTo>
                    <a:lnTo>
                      <a:pt x="447" y="235"/>
                    </a:lnTo>
                    <a:lnTo>
                      <a:pt x="445" y="235"/>
                    </a:lnTo>
                    <a:lnTo>
                      <a:pt x="445" y="237"/>
                    </a:lnTo>
                    <a:lnTo>
                      <a:pt x="445" y="237"/>
                    </a:lnTo>
                    <a:lnTo>
                      <a:pt x="445" y="237"/>
                    </a:lnTo>
                    <a:lnTo>
                      <a:pt x="445" y="237"/>
                    </a:lnTo>
                    <a:lnTo>
                      <a:pt x="445" y="240"/>
                    </a:lnTo>
                    <a:lnTo>
                      <a:pt x="445" y="240"/>
                    </a:lnTo>
                    <a:lnTo>
                      <a:pt x="445" y="242"/>
                    </a:lnTo>
                    <a:lnTo>
                      <a:pt x="442" y="242"/>
                    </a:lnTo>
                    <a:lnTo>
                      <a:pt x="442" y="242"/>
                    </a:lnTo>
                    <a:lnTo>
                      <a:pt x="442" y="244"/>
                    </a:lnTo>
                    <a:lnTo>
                      <a:pt x="442" y="244"/>
                    </a:lnTo>
                    <a:lnTo>
                      <a:pt x="442" y="244"/>
                    </a:lnTo>
                    <a:lnTo>
                      <a:pt x="442" y="247"/>
                    </a:lnTo>
                    <a:lnTo>
                      <a:pt x="442" y="247"/>
                    </a:lnTo>
                    <a:lnTo>
                      <a:pt x="445" y="247"/>
                    </a:lnTo>
                    <a:lnTo>
                      <a:pt x="445" y="249"/>
                    </a:lnTo>
                    <a:lnTo>
                      <a:pt x="445" y="249"/>
                    </a:lnTo>
                    <a:lnTo>
                      <a:pt x="445" y="249"/>
                    </a:lnTo>
                    <a:lnTo>
                      <a:pt x="445" y="249"/>
                    </a:lnTo>
                    <a:lnTo>
                      <a:pt x="445" y="252"/>
                    </a:lnTo>
                    <a:lnTo>
                      <a:pt x="445" y="252"/>
                    </a:lnTo>
                    <a:lnTo>
                      <a:pt x="445" y="252"/>
                    </a:lnTo>
                    <a:lnTo>
                      <a:pt x="445" y="252"/>
                    </a:lnTo>
                    <a:lnTo>
                      <a:pt x="442" y="252"/>
                    </a:lnTo>
                    <a:lnTo>
                      <a:pt x="442" y="254"/>
                    </a:lnTo>
                    <a:lnTo>
                      <a:pt x="442" y="254"/>
                    </a:lnTo>
                    <a:lnTo>
                      <a:pt x="445" y="254"/>
                    </a:lnTo>
                    <a:lnTo>
                      <a:pt x="445" y="254"/>
                    </a:lnTo>
                    <a:lnTo>
                      <a:pt x="445" y="254"/>
                    </a:lnTo>
                    <a:lnTo>
                      <a:pt x="445" y="256"/>
                    </a:lnTo>
                    <a:lnTo>
                      <a:pt x="445" y="256"/>
                    </a:lnTo>
                    <a:lnTo>
                      <a:pt x="445" y="256"/>
                    </a:lnTo>
                    <a:lnTo>
                      <a:pt x="445" y="259"/>
                    </a:lnTo>
                    <a:lnTo>
                      <a:pt x="447" y="259"/>
                    </a:lnTo>
                    <a:lnTo>
                      <a:pt x="447" y="259"/>
                    </a:lnTo>
                    <a:lnTo>
                      <a:pt x="447" y="259"/>
                    </a:lnTo>
                    <a:lnTo>
                      <a:pt x="447" y="259"/>
                    </a:lnTo>
                    <a:lnTo>
                      <a:pt x="447" y="261"/>
                    </a:lnTo>
                    <a:lnTo>
                      <a:pt x="449" y="261"/>
                    </a:lnTo>
                    <a:lnTo>
                      <a:pt x="449" y="261"/>
                    </a:lnTo>
                    <a:lnTo>
                      <a:pt x="449" y="261"/>
                    </a:lnTo>
                    <a:lnTo>
                      <a:pt x="449" y="263"/>
                    </a:lnTo>
                    <a:lnTo>
                      <a:pt x="452" y="263"/>
                    </a:lnTo>
                    <a:lnTo>
                      <a:pt x="452" y="261"/>
                    </a:lnTo>
                    <a:lnTo>
                      <a:pt x="452" y="261"/>
                    </a:lnTo>
                    <a:lnTo>
                      <a:pt x="452" y="261"/>
                    </a:lnTo>
                    <a:lnTo>
                      <a:pt x="454" y="261"/>
                    </a:lnTo>
                    <a:lnTo>
                      <a:pt x="454" y="261"/>
                    </a:lnTo>
                    <a:lnTo>
                      <a:pt x="454" y="261"/>
                    </a:lnTo>
                    <a:lnTo>
                      <a:pt x="457" y="261"/>
                    </a:lnTo>
                    <a:lnTo>
                      <a:pt x="457" y="261"/>
                    </a:lnTo>
                    <a:lnTo>
                      <a:pt x="457" y="263"/>
                    </a:lnTo>
                    <a:lnTo>
                      <a:pt x="459" y="263"/>
                    </a:lnTo>
                    <a:lnTo>
                      <a:pt x="459" y="261"/>
                    </a:lnTo>
                    <a:lnTo>
                      <a:pt x="459" y="261"/>
                    </a:lnTo>
                    <a:lnTo>
                      <a:pt x="459" y="263"/>
                    </a:lnTo>
                    <a:lnTo>
                      <a:pt x="459" y="263"/>
                    </a:lnTo>
                    <a:lnTo>
                      <a:pt x="461" y="263"/>
                    </a:lnTo>
                    <a:lnTo>
                      <a:pt x="461" y="263"/>
                    </a:lnTo>
                    <a:lnTo>
                      <a:pt x="461" y="263"/>
                    </a:lnTo>
                    <a:lnTo>
                      <a:pt x="461" y="263"/>
                    </a:lnTo>
                    <a:lnTo>
                      <a:pt x="461" y="263"/>
                    </a:lnTo>
                    <a:lnTo>
                      <a:pt x="461" y="263"/>
                    </a:lnTo>
                    <a:lnTo>
                      <a:pt x="464" y="263"/>
                    </a:lnTo>
                    <a:lnTo>
                      <a:pt x="464" y="263"/>
                    </a:lnTo>
                    <a:lnTo>
                      <a:pt x="464" y="263"/>
                    </a:lnTo>
                    <a:lnTo>
                      <a:pt x="466" y="263"/>
                    </a:lnTo>
                    <a:lnTo>
                      <a:pt x="466" y="263"/>
                    </a:lnTo>
                    <a:lnTo>
                      <a:pt x="466" y="263"/>
                    </a:lnTo>
                    <a:lnTo>
                      <a:pt x="466" y="263"/>
                    </a:lnTo>
                    <a:lnTo>
                      <a:pt x="468" y="263"/>
                    </a:lnTo>
                    <a:lnTo>
                      <a:pt x="468" y="263"/>
                    </a:lnTo>
                    <a:lnTo>
                      <a:pt x="468" y="263"/>
                    </a:lnTo>
                    <a:lnTo>
                      <a:pt x="471" y="263"/>
                    </a:lnTo>
                    <a:lnTo>
                      <a:pt x="471" y="263"/>
                    </a:lnTo>
                    <a:lnTo>
                      <a:pt x="473" y="263"/>
                    </a:lnTo>
                    <a:lnTo>
                      <a:pt x="473" y="263"/>
                    </a:lnTo>
                    <a:lnTo>
                      <a:pt x="473" y="263"/>
                    </a:lnTo>
                    <a:lnTo>
                      <a:pt x="473" y="261"/>
                    </a:lnTo>
                    <a:lnTo>
                      <a:pt x="473" y="261"/>
                    </a:lnTo>
                    <a:lnTo>
                      <a:pt x="473" y="261"/>
                    </a:lnTo>
                    <a:lnTo>
                      <a:pt x="475" y="261"/>
                    </a:lnTo>
                    <a:lnTo>
                      <a:pt x="475" y="261"/>
                    </a:lnTo>
                    <a:lnTo>
                      <a:pt x="475" y="259"/>
                    </a:lnTo>
                    <a:lnTo>
                      <a:pt x="478" y="259"/>
                    </a:lnTo>
                    <a:lnTo>
                      <a:pt x="478" y="259"/>
                    </a:lnTo>
                    <a:lnTo>
                      <a:pt x="478" y="261"/>
                    </a:lnTo>
                    <a:lnTo>
                      <a:pt x="478" y="261"/>
                    </a:lnTo>
                    <a:lnTo>
                      <a:pt x="480" y="261"/>
                    </a:lnTo>
                    <a:lnTo>
                      <a:pt x="480" y="261"/>
                    </a:lnTo>
                    <a:lnTo>
                      <a:pt x="480" y="261"/>
                    </a:lnTo>
                    <a:lnTo>
                      <a:pt x="480" y="263"/>
                    </a:lnTo>
                    <a:lnTo>
                      <a:pt x="480" y="263"/>
                    </a:lnTo>
                    <a:lnTo>
                      <a:pt x="483" y="263"/>
                    </a:lnTo>
                    <a:lnTo>
                      <a:pt x="483" y="263"/>
                    </a:lnTo>
                    <a:lnTo>
                      <a:pt x="485" y="263"/>
                    </a:lnTo>
                    <a:lnTo>
                      <a:pt x="485" y="263"/>
                    </a:lnTo>
                    <a:lnTo>
                      <a:pt x="485" y="263"/>
                    </a:lnTo>
                    <a:lnTo>
                      <a:pt x="487" y="263"/>
                    </a:lnTo>
                    <a:lnTo>
                      <a:pt x="487" y="263"/>
                    </a:lnTo>
                    <a:lnTo>
                      <a:pt x="487" y="263"/>
                    </a:lnTo>
                    <a:lnTo>
                      <a:pt x="490" y="263"/>
                    </a:lnTo>
                    <a:lnTo>
                      <a:pt x="490" y="263"/>
                    </a:lnTo>
                    <a:lnTo>
                      <a:pt x="492" y="263"/>
                    </a:lnTo>
                    <a:lnTo>
                      <a:pt x="492" y="263"/>
                    </a:lnTo>
                    <a:lnTo>
                      <a:pt x="492" y="261"/>
                    </a:lnTo>
                    <a:lnTo>
                      <a:pt x="492" y="261"/>
                    </a:lnTo>
                    <a:lnTo>
                      <a:pt x="492" y="263"/>
                    </a:lnTo>
                    <a:lnTo>
                      <a:pt x="494" y="263"/>
                    </a:lnTo>
                    <a:lnTo>
                      <a:pt x="494" y="261"/>
                    </a:lnTo>
                    <a:lnTo>
                      <a:pt x="494" y="261"/>
                    </a:lnTo>
                    <a:lnTo>
                      <a:pt x="494" y="261"/>
                    </a:lnTo>
                    <a:lnTo>
                      <a:pt x="497" y="261"/>
                    </a:lnTo>
                    <a:lnTo>
                      <a:pt x="497" y="263"/>
                    </a:lnTo>
                    <a:lnTo>
                      <a:pt x="497" y="263"/>
                    </a:lnTo>
                    <a:lnTo>
                      <a:pt x="499" y="263"/>
                    </a:lnTo>
                    <a:lnTo>
                      <a:pt x="499" y="263"/>
                    </a:lnTo>
                    <a:lnTo>
                      <a:pt x="499" y="261"/>
                    </a:lnTo>
                    <a:lnTo>
                      <a:pt x="499" y="261"/>
                    </a:lnTo>
                    <a:lnTo>
                      <a:pt x="502" y="261"/>
                    </a:lnTo>
                    <a:lnTo>
                      <a:pt x="502" y="263"/>
                    </a:lnTo>
                    <a:lnTo>
                      <a:pt x="502" y="263"/>
                    </a:lnTo>
                    <a:lnTo>
                      <a:pt x="502" y="263"/>
                    </a:lnTo>
                    <a:lnTo>
                      <a:pt x="504" y="263"/>
                    </a:lnTo>
                    <a:lnTo>
                      <a:pt x="504" y="263"/>
                    </a:lnTo>
                    <a:lnTo>
                      <a:pt x="506" y="263"/>
                    </a:lnTo>
                    <a:lnTo>
                      <a:pt x="506" y="263"/>
                    </a:lnTo>
                    <a:lnTo>
                      <a:pt x="506" y="261"/>
                    </a:lnTo>
                    <a:lnTo>
                      <a:pt x="506" y="261"/>
                    </a:lnTo>
                    <a:lnTo>
                      <a:pt x="509" y="261"/>
                    </a:lnTo>
                    <a:lnTo>
                      <a:pt x="509" y="261"/>
                    </a:lnTo>
                    <a:lnTo>
                      <a:pt x="509" y="261"/>
                    </a:lnTo>
                    <a:lnTo>
                      <a:pt x="511" y="261"/>
                    </a:lnTo>
                    <a:lnTo>
                      <a:pt x="511" y="261"/>
                    </a:lnTo>
                    <a:lnTo>
                      <a:pt x="511" y="261"/>
                    </a:lnTo>
                    <a:lnTo>
                      <a:pt x="511" y="261"/>
                    </a:lnTo>
                    <a:lnTo>
                      <a:pt x="513" y="261"/>
                    </a:lnTo>
                    <a:lnTo>
                      <a:pt x="513" y="261"/>
                    </a:lnTo>
                    <a:lnTo>
                      <a:pt x="513" y="261"/>
                    </a:lnTo>
                    <a:lnTo>
                      <a:pt x="513" y="259"/>
                    </a:lnTo>
                    <a:lnTo>
                      <a:pt x="513" y="259"/>
                    </a:lnTo>
                    <a:lnTo>
                      <a:pt x="513" y="259"/>
                    </a:lnTo>
                    <a:lnTo>
                      <a:pt x="513" y="256"/>
                    </a:lnTo>
                    <a:lnTo>
                      <a:pt x="513" y="256"/>
                    </a:lnTo>
                    <a:lnTo>
                      <a:pt x="513" y="256"/>
                    </a:lnTo>
                    <a:lnTo>
                      <a:pt x="513" y="256"/>
                    </a:lnTo>
                    <a:lnTo>
                      <a:pt x="513" y="254"/>
                    </a:lnTo>
                    <a:lnTo>
                      <a:pt x="513" y="254"/>
                    </a:lnTo>
                    <a:lnTo>
                      <a:pt x="513" y="254"/>
                    </a:lnTo>
                    <a:lnTo>
                      <a:pt x="513" y="252"/>
                    </a:lnTo>
                    <a:lnTo>
                      <a:pt x="513" y="252"/>
                    </a:lnTo>
                    <a:lnTo>
                      <a:pt x="513" y="252"/>
                    </a:lnTo>
                    <a:lnTo>
                      <a:pt x="513" y="252"/>
                    </a:lnTo>
                    <a:lnTo>
                      <a:pt x="513" y="249"/>
                    </a:lnTo>
                    <a:lnTo>
                      <a:pt x="513" y="249"/>
                    </a:lnTo>
                    <a:lnTo>
                      <a:pt x="513" y="249"/>
                    </a:lnTo>
                    <a:lnTo>
                      <a:pt x="513" y="247"/>
                    </a:lnTo>
                    <a:lnTo>
                      <a:pt x="513" y="247"/>
                    </a:lnTo>
                    <a:lnTo>
                      <a:pt x="513" y="247"/>
                    </a:lnTo>
                    <a:lnTo>
                      <a:pt x="513" y="244"/>
                    </a:lnTo>
                    <a:lnTo>
                      <a:pt x="511" y="244"/>
                    </a:lnTo>
                    <a:lnTo>
                      <a:pt x="511" y="244"/>
                    </a:lnTo>
                    <a:lnTo>
                      <a:pt x="511" y="244"/>
                    </a:lnTo>
                    <a:lnTo>
                      <a:pt x="509" y="244"/>
                    </a:lnTo>
                    <a:lnTo>
                      <a:pt x="509" y="247"/>
                    </a:lnTo>
                    <a:lnTo>
                      <a:pt x="509" y="247"/>
                    </a:lnTo>
                    <a:lnTo>
                      <a:pt x="506" y="247"/>
                    </a:lnTo>
                    <a:lnTo>
                      <a:pt x="506" y="244"/>
                    </a:lnTo>
                    <a:lnTo>
                      <a:pt x="506" y="244"/>
                    </a:lnTo>
                    <a:lnTo>
                      <a:pt x="506" y="244"/>
                    </a:lnTo>
                    <a:lnTo>
                      <a:pt x="506" y="244"/>
                    </a:lnTo>
                    <a:lnTo>
                      <a:pt x="504" y="244"/>
                    </a:lnTo>
                    <a:lnTo>
                      <a:pt x="504" y="244"/>
                    </a:lnTo>
                    <a:lnTo>
                      <a:pt x="504" y="244"/>
                    </a:lnTo>
                    <a:lnTo>
                      <a:pt x="504" y="242"/>
                    </a:lnTo>
                    <a:lnTo>
                      <a:pt x="504" y="242"/>
                    </a:lnTo>
                    <a:lnTo>
                      <a:pt x="504" y="240"/>
                    </a:lnTo>
                    <a:lnTo>
                      <a:pt x="504" y="240"/>
                    </a:lnTo>
                    <a:lnTo>
                      <a:pt x="504" y="240"/>
                    </a:lnTo>
                    <a:lnTo>
                      <a:pt x="504" y="237"/>
                    </a:lnTo>
                    <a:lnTo>
                      <a:pt x="506" y="237"/>
                    </a:lnTo>
                    <a:lnTo>
                      <a:pt x="506" y="237"/>
                    </a:lnTo>
                    <a:lnTo>
                      <a:pt x="506" y="237"/>
                    </a:lnTo>
                    <a:lnTo>
                      <a:pt x="509" y="237"/>
                    </a:lnTo>
                    <a:lnTo>
                      <a:pt x="509" y="237"/>
                    </a:lnTo>
                    <a:lnTo>
                      <a:pt x="509" y="240"/>
                    </a:lnTo>
                    <a:lnTo>
                      <a:pt x="511" y="240"/>
                    </a:lnTo>
                    <a:lnTo>
                      <a:pt x="511" y="237"/>
                    </a:lnTo>
                    <a:lnTo>
                      <a:pt x="511" y="237"/>
                    </a:lnTo>
                    <a:lnTo>
                      <a:pt x="511" y="240"/>
                    </a:lnTo>
                    <a:lnTo>
                      <a:pt x="511" y="240"/>
                    </a:lnTo>
                    <a:lnTo>
                      <a:pt x="511" y="237"/>
                    </a:lnTo>
                    <a:lnTo>
                      <a:pt x="513" y="237"/>
                    </a:lnTo>
                    <a:lnTo>
                      <a:pt x="513" y="237"/>
                    </a:lnTo>
                    <a:lnTo>
                      <a:pt x="513" y="237"/>
                    </a:lnTo>
                    <a:lnTo>
                      <a:pt x="513" y="237"/>
                    </a:lnTo>
                    <a:lnTo>
                      <a:pt x="513" y="235"/>
                    </a:lnTo>
                    <a:lnTo>
                      <a:pt x="516" y="235"/>
                    </a:lnTo>
                    <a:lnTo>
                      <a:pt x="516" y="235"/>
                    </a:lnTo>
                    <a:lnTo>
                      <a:pt x="518" y="235"/>
                    </a:lnTo>
                    <a:lnTo>
                      <a:pt x="518" y="235"/>
                    </a:lnTo>
                    <a:lnTo>
                      <a:pt x="518" y="235"/>
                    </a:lnTo>
                    <a:lnTo>
                      <a:pt x="518" y="235"/>
                    </a:lnTo>
                    <a:lnTo>
                      <a:pt x="518" y="233"/>
                    </a:lnTo>
                    <a:lnTo>
                      <a:pt x="518" y="233"/>
                    </a:lnTo>
                    <a:lnTo>
                      <a:pt x="520" y="233"/>
                    </a:lnTo>
                    <a:lnTo>
                      <a:pt x="520" y="233"/>
                    </a:lnTo>
                    <a:lnTo>
                      <a:pt x="520" y="233"/>
                    </a:lnTo>
                    <a:lnTo>
                      <a:pt x="523" y="233"/>
                    </a:lnTo>
                    <a:lnTo>
                      <a:pt x="523" y="233"/>
                    </a:lnTo>
                    <a:lnTo>
                      <a:pt x="525" y="233"/>
                    </a:lnTo>
                    <a:lnTo>
                      <a:pt x="525" y="233"/>
                    </a:lnTo>
                    <a:lnTo>
                      <a:pt x="525" y="233"/>
                    </a:lnTo>
                    <a:lnTo>
                      <a:pt x="528" y="233"/>
                    </a:lnTo>
                    <a:lnTo>
                      <a:pt x="528" y="233"/>
                    </a:lnTo>
                    <a:lnTo>
                      <a:pt x="528" y="230"/>
                    </a:lnTo>
                    <a:lnTo>
                      <a:pt x="525" y="230"/>
                    </a:lnTo>
                    <a:lnTo>
                      <a:pt x="525" y="230"/>
                    </a:lnTo>
                    <a:lnTo>
                      <a:pt x="525" y="228"/>
                    </a:lnTo>
                    <a:lnTo>
                      <a:pt x="528" y="228"/>
                    </a:lnTo>
                    <a:lnTo>
                      <a:pt x="528" y="228"/>
                    </a:lnTo>
                    <a:lnTo>
                      <a:pt x="528" y="228"/>
                    </a:lnTo>
                    <a:lnTo>
                      <a:pt x="528" y="228"/>
                    </a:lnTo>
                    <a:lnTo>
                      <a:pt x="530" y="228"/>
                    </a:lnTo>
                    <a:lnTo>
                      <a:pt x="530" y="228"/>
                    </a:lnTo>
                    <a:lnTo>
                      <a:pt x="530" y="225"/>
                    </a:lnTo>
                    <a:lnTo>
                      <a:pt x="532" y="225"/>
                    </a:lnTo>
                    <a:lnTo>
                      <a:pt x="532" y="225"/>
                    </a:lnTo>
                    <a:lnTo>
                      <a:pt x="532" y="225"/>
                    </a:lnTo>
                    <a:lnTo>
                      <a:pt x="532" y="225"/>
                    </a:lnTo>
                    <a:lnTo>
                      <a:pt x="532" y="225"/>
                    </a:lnTo>
                    <a:lnTo>
                      <a:pt x="535" y="225"/>
                    </a:lnTo>
                    <a:lnTo>
                      <a:pt x="535" y="223"/>
                    </a:lnTo>
                    <a:lnTo>
                      <a:pt x="535" y="223"/>
                    </a:lnTo>
                    <a:lnTo>
                      <a:pt x="535" y="223"/>
                    </a:lnTo>
                    <a:lnTo>
                      <a:pt x="537" y="223"/>
                    </a:lnTo>
                    <a:lnTo>
                      <a:pt x="537" y="223"/>
                    </a:lnTo>
                    <a:lnTo>
                      <a:pt x="537" y="223"/>
                    </a:lnTo>
                    <a:lnTo>
                      <a:pt x="539" y="223"/>
                    </a:lnTo>
                    <a:lnTo>
                      <a:pt x="539" y="221"/>
                    </a:lnTo>
                    <a:lnTo>
                      <a:pt x="539" y="221"/>
                    </a:lnTo>
                    <a:lnTo>
                      <a:pt x="539" y="218"/>
                    </a:lnTo>
                    <a:lnTo>
                      <a:pt x="537" y="218"/>
                    </a:lnTo>
                    <a:lnTo>
                      <a:pt x="537" y="218"/>
                    </a:lnTo>
                    <a:lnTo>
                      <a:pt x="539" y="218"/>
                    </a:lnTo>
                    <a:lnTo>
                      <a:pt x="539" y="216"/>
                    </a:lnTo>
                    <a:lnTo>
                      <a:pt x="539" y="216"/>
                    </a:lnTo>
                    <a:lnTo>
                      <a:pt x="539" y="216"/>
                    </a:lnTo>
                    <a:lnTo>
                      <a:pt x="539" y="216"/>
                    </a:lnTo>
                    <a:lnTo>
                      <a:pt x="539" y="216"/>
                    </a:lnTo>
                    <a:lnTo>
                      <a:pt x="542" y="216"/>
                    </a:lnTo>
                    <a:lnTo>
                      <a:pt x="542" y="216"/>
                    </a:lnTo>
                    <a:lnTo>
                      <a:pt x="544" y="216"/>
                    </a:lnTo>
                    <a:lnTo>
                      <a:pt x="544" y="216"/>
                    </a:lnTo>
                    <a:lnTo>
                      <a:pt x="544" y="216"/>
                    </a:lnTo>
                    <a:lnTo>
                      <a:pt x="546" y="216"/>
                    </a:lnTo>
                    <a:lnTo>
                      <a:pt x="546" y="216"/>
                    </a:lnTo>
                    <a:lnTo>
                      <a:pt x="546" y="216"/>
                    </a:lnTo>
                    <a:lnTo>
                      <a:pt x="546" y="214"/>
                    </a:lnTo>
                    <a:lnTo>
                      <a:pt x="549" y="214"/>
                    </a:lnTo>
                    <a:lnTo>
                      <a:pt x="549" y="214"/>
                    </a:lnTo>
                    <a:lnTo>
                      <a:pt x="551" y="214"/>
                    </a:lnTo>
                    <a:lnTo>
                      <a:pt x="551" y="214"/>
                    </a:lnTo>
                    <a:lnTo>
                      <a:pt x="551" y="214"/>
                    </a:lnTo>
                    <a:lnTo>
                      <a:pt x="551" y="214"/>
                    </a:lnTo>
                    <a:lnTo>
                      <a:pt x="554" y="214"/>
                    </a:lnTo>
                    <a:lnTo>
                      <a:pt x="554" y="211"/>
                    </a:lnTo>
                    <a:lnTo>
                      <a:pt x="554" y="211"/>
                    </a:lnTo>
                    <a:lnTo>
                      <a:pt x="554" y="211"/>
                    </a:lnTo>
                    <a:lnTo>
                      <a:pt x="554" y="211"/>
                    </a:lnTo>
                    <a:lnTo>
                      <a:pt x="556" y="211"/>
                    </a:lnTo>
                    <a:lnTo>
                      <a:pt x="556" y="209"/>
                    </a:lnTo>
                    <a:lnTo>
                      <a:pt x="556" y="209"/>
                    </a:lnTo>
                    <a:lnTo>
                      <a:pt x="556" y="207"/>
                    </a:lnTo>
                    <a:lnTo>
                      <a:pt x="556" y="207"/>
                    </a:lnTo>
                    <a:lnTo>
                      <a:pt x="556" y="207"/>
                    </a:lnTo>
                    <a:lnTo>
                      <a:pt x="556" y="207"/>
                    </a:lnTo>
                    <a:lnTo>
                      <a:pt x="558" y="207"/>
                    </a:lnTo>
                    <a:lnTo>
                      <a:pt x="558" y="207"/>
                    </a:lnTo>
                    <a:lnTo>
                      <a:pt x="558" y="207"/>
                    </a:lnTo>
                    <a:lnTo>
                      <a:pt x="558" y="204"/>
                    </a:lnTo>
                    <a:lnTo>
                      <a:pt x="558" y="204"/>
                    </a:lnTo>
                    <a:lnTo>
                      <a:pt x="558" y="204"/>
                    </a:lnTo>
                    <a:lnTo>
                      <a:pt x="561" y="204"/>
                    </a:lnTo>
                    <a:lnTo>
                      <a:pt x="561" y="204"/>
                    </a:lnTo>
                    <a:lnTo>
                      <a:pt x="561" y="204"/>
                    </a:lnTo>
                    <a:lnTo>
                      <a:pt x="561" y="204"/>
                    </a:lnTo>
                    <a:lnTo>
                      <a:pt x="561" y="202"/>
                    </a:lnTo>
                    <a:lnTo>
                      <a:pt x="563" y="202"/>
                    </a:lnTo>
                    <a:lnTo>
                      <a:pt x="563" y="202"/>
                    </a:lnTo>
                    <a:lnTo>
                      <a:pt x="563" y="202"/>
                    </a:lnTo>
                    <a:lnTo>
                      <a:pt x="565" y="202"/>
                    </a:lnTo>
                    <a:lnTo>
                      <a:pt x="565" y="202"/>
                    </a:lnTo>
                    <a:lnTo>
                      <a:pt x="565" y="202"/>
                    </a:lnTo>
                    <a:lnTo>
                      <a:pt x="565" y="199"/>
                    </a:lnTo>
                    <a:lnTo>
                      <a:pt x="568" y="199"/>
                    </a:lnTo>
                    <a:lnTo>
                      <a:pt x="568" y="199"/>
                    </a:lnTo>
                    <a:lnTo>
                      <a:pt x="568" y="199"/>
                    </a:lnTo>
                    <a:lnTo>
                      <a:pt x="568" y="199"/>
                    </a:lnTo>
                    <a:lnTo>
                      <a:pt x="570" y="199"/>
                    </a:lnTo>
                    <a:lnTo>
                      <a:pt x="570" y="199"/>
                    </a:lnTo>
                    <a:lnTo>
                      <a:pt x="570" y="199"/>
                    </a:lnTo>
                    <a:lnTo>
                      <a:pt x="570" y="202"/>
                    </a:lnTo>
                    <a:lnTo>
                      <a:pt x="573" y="202"/>
                    </a:lnTo>
                    <a:lnTo>
                      <a:pt x="573" y="202"/>
                    </a:lnTo>
                    <a:lnTo>
                      <a:pt x="573" y="202"/>
                    </a:lnTo>
                    <a:lnTo>
                      <a:pt x="573" y="202"/>
                    </a:lnTo>
                    <a:lnTo>
                      <a:pt x="575" y="202"/>
                    </a:lnTo>
                    <a:lnTo>
                      <a:pt x="575" y="202"/>
                    </a:lnTo>
                    <a:lnTo>
                      <a:pt x="575" y="202"/>
                    </a:lnTo>
                    <a:lnTo>
                      <a:pt x="577" y="202"/>
                    </a:lnTo>
                    <a:lnTo>
                      <a:pt x="577" y="202"/>
                    </a:lnTo>
                    <a:lnTo>
                      <a:pt x="577" y="204"/>
                    </a:lnTo>
                    <a:lnTo>
                      <a:pt x="580" y="204"/>
                    </a:lnTo>
                    <a:lnTo>
                      <a:pt x="580" y="204"/>
                    </a:lnTo>
                    <a:lnTo>
                      <a:pt x="580" y="204"/>
                    </a:lnTo>
                    <a:lnTo>
                      <a:pt x="580" y="204"/>
                    </a:lnTo>
                    <a:lnTo>
                      <a:pt x="580" y="204"/>
                    </a:lnTo>
                    <a:lnTo>
                      <a:pt x="580" y="204"/>
                    </a:lnTo>
                    <a:lnTo>
                      <a:pt x="582" y="204"/>
                    </a:lnTo>
                    <a:lnTo>
                      <a:pt x="582" y="204"/>
                    </a:lnTo>
                    <a:lnTo>
                      <a:pt x="582" y="204"/>
                    </a:lnTo>
                    <a:lnTo>
                      <a:pt x="584" y="204"/>
                    </a:lnTo>
                    <a:lnTo>
                      <a:pt x="584" y="204"/>
                    </a:lnTo>
                    <a:lnTo>
                      <a:pt x="584" y="204"/>
                    </a:lnTo>
                    <a:lnTo>
                      <a:pt x="584" y="202"/>
                    </a:lnTo>
                    <a:lnTo>
                      <a:pt x="587" y="202"/>
                    </a:lnTo>
                    <a:lnTo>
                      <a:pt x="587" y="204"/>
                    </a:lnTo>
                    <a:lnTo>
                      <a:pt x="587" y="204"/>
                    </a:lnTo>
                    <a:lnTo>
                      <a:pt x="587" y="202"/>
                    </a:lnTo>
                    <a:lnTo>
                      <a:pt x="587" y="202"/>
                    </a:lnTo>
                    <a:lnTo>
                      <a:pt x="589" y="202"/>
                    </a:lnTo>
                    <a:lnTo>
                      <a:pt x="589" y="202"/>
                    </a:lnTo>
                    <a:lnTo>
                      <a:pt x="589" y="202"/>
                    </a:lnTo>
                    <a:lnTo>
                      <a:pt x="591" y="202"/>
                    </a:lnTo>
                    <a:lnTo>
                      <a:pt x="591" y="202"/>
                    </a:lnTo>
                    <a:lnTo>
                      <a:pt x="591" y="202"/>
                    </a:lnTo>
                    <a:lnTo>
                      <a:pt x="591" y="199"/>
                    </a:lnTo>
                    <a:lnTo>
                      <a:pt x="591" y="199"/>
                    </a:lnTo>
                    <a:lnTo>
                      <a:pt x="591" y="197"/>
                    </a:lnTo>
                    <a:lnTo>
                      <a:pt x="594" y="197"/>
                    </a:lnTo>
                    <a:lnTo>
                      <a:pt x="594" y="197"/>
                    </a:lnTo>
                    <a:lnTo>
                      <a:pt x="594" y="197"/>
                    </a:lnTo>
                    <a:lnTo>
                      <a:pt x="596" y="197"/>
                    </a:lnTo>
                    <a:lnTo>
                      <a:pt x="596" y="197"/>
                    </a:lnTo>
                    <a:lnTo>
                      <a:pt x="596" y="197"/>
                    </a:lnTo>
                    <a:lnTo>
                      <a:pt x="599" y="197"/>
                    </a:lnTo>
                    <a:lnTo>
                      <a:pt x="599" y="195"/>
                    </a:lnTo>
                    <a:lnTo>
                      <a:pt x="599" y="195"/>
                    </a:lnTo>
                    <a:lnTo>
                      <a:pt x="599" y="195"/>
                    </a:lnTo>
                    <a:lnTo>
                      <a:pt x="599" y="195"/>
                    </a:lnTo>
                    <a:lnTo>
                      <a:pt x="601" y="195"/>
                    </a:lnTo>
                    <a:lnTo>
                      <a:pt x="601" y="195"/>
                    </a:lnTo>
                    <a:lnTo>
                      <a:pt x="601" y="195"/>
                    </a:lnTo>
                    <a:lnTo>
                      <a:pt x="601" y="197"/>
                    </a:lnTo>
                    <a:lnTo>
                      <a:pt x="601" y="197"/>
                    </a:lnTo>
                    <a:lnTo>
                      <a:pt x="601" y="197"/>
                    </a:lnTo>
                    <a:lnTo>
                      <a:pt x="601" y="199"/>
                    </a:lnTo>
                    <a:lnTo>
                      <a:pt x="601" y="199"/>
                    </a:lnTo>
                    <a:lnTo>
                      <a:pt x="603" y="199"/>
                    </a:lnTo>
                    <a:lnTo>
                      <a:pt x="603" y="199"/>
                    </a:lnTo>
                    <a:lnTo>
                      <a:pt x="606" y="199"/>
                    </a:lnTo>
                    <a:lnTo>
                      <a:pt x="606" y="199"/>
                    </a:lnTo>
                    <a:lnTo>
                      <a:pt x="606" y="199"/>
                    </a:lnTo>
                    <a:lnTo>
                      <a:pt x="606" y="199"/>
                    </a:lnTo>
                    <a:lnTo>
                      <a:pt x="606" y="202"/>
                    </a:lnTo>
                    <a:lnTo>
                      <a:pt x="606" y="202"/>
                    </a:lnTo>
                    <a:lnTo>
                      <a:pt x="606" y="202"/>
                    </a:lnTo>
                    <a:lnTo>
                      <a:pt x="603" y="202"/>
                    </a:lnTo>
                    <a:lnTo>
                      <a:pt x="603" y="202"/>
                    </a:lnTo>
                    <a:lnTo>
                      <a:pt x="603" y="204"/>
                    </a:lnTo>
                    <a:lnTo>
                      <a:pt x="601" y="204"/>
                    </a:lnTo>
                    <a:lnTo>
                      <a:pt x="601" y="204"/>
                    </a:lnTo>
                    <a:lnTo>
                      <a:pt x="601" y="204"/>
                    </a:lnTo>
                    <a:lnTo>
                      <a:pt x="601" y="204"/>
                    </a:lnTo>
                    <a:lnTo>
                      <a:pt x="601" y="207"/>
                    </a:lnTo>
                    <a:lnTo>
                      <a:pt x="601" y="207"/>
                    </a:lnTo>
                    <a:lnTo>
                      <a:pt x="601" y="209"/>
                    </a:lnTo>
                    <a:lnTo>
                      <a:pt x="601" y="209"/>
                    </a:lnTo>
                    <a:lnTo>
                      <a:pt x="603" y="209"/>
                    </a:lnTo>
                    <a:lnTo>
                      <a:pt x="603" y="207"/>
                    </a:lnTo>
                    <a:lnTo>
                      <a:pt x="603" y="207"/>
                    </a:lnTo>
                    <a:lnTo>
                      <a:pt x="603" y="207"/>
                    </a:lnTo>
                    <a:lnTo>
                      <a:pt x="606" y="207"/>
                    </a:lnTo>
                    <a:lnTo>
                      <a:pt x="606" y="204"/>
                    </a:lnTo>
                    <a:lnTo>
                      <a:pt x="606" y="204"/>
                    </a:lnTo>
                    <a:lnTo>
                      <a:pt x="606" y="204"/>
                    </a:lnTo>
                    <a:lnTo>
                      <a:pt x="608" y="204"/>
                    </a:lnTo>
                    <a:lnTo>
                      <a:pt x="608" y="204"/>
                    </a:lnTo>
                    <a:lnTo>
                      <a:pt x="608" y="207"/>
                    </a:lnTo>
                    <a:lnTo>
                      <a:pt x="608" y="207"/>
                    </a:lnTo>
                    <a:lnTo>
                      <a:pt x="608" y="207"/>
                    </a:lnTo>
                    <a:lnTo>
                      <a:pt x="608" y="209"/>
                    </a:lnTo>
                    <a:lnTo>
                      <a:pt x="608" y="209"/>
                    </a:lnTo>
                    <a:lnTo>
                      <a:pt x="608" y="211"/>
                    </a:lnTo>
                    <a:lnTo>
                      <a:pt x="610" y="211"/>
                    </a:lnTo>
                    <a:lnTo>
                      <a:pt x="610" y="211"/>
                    </a:lnTo>
                    <a:lnTo>
                      <a:pt x="610" y="211"/>
                    </a:lnTo>
                    <a:lnTo>
                      <a:pt x="610" y="214"/>
                    </a:lnTo>
                    <a:lnTo>
                      <a:pt x="610" y="214"/>
                    </a:lnTo>
                    <a:lnTo>
                      <a:pt x="610" y="214"/>
                    </a:lnTo>
                    <a:lnTo>
                      <a:pt x="608" y="214"/>
                    </a:lnTo>
                    <a:lnTo>
                      <a:pt x="608" y="214"/>
                    </a:lnTo>
                    <a:lnTo>
                      <a:pt x="608" y="216"/>
                    </a:lnTo>
                    <a:lnTo>
                      <a:pt x="608" y="216"/>
                    </a:lnTo>
                    <a:lnTo>
                      <a:pt x="608" y="216"/>
                    </a:lnTo>
                    <a:lnTo>
                      <a:pt x="608" y="216"/>
                    </a:lnTo>
                    <a:lnTo>
                      <a:pt x="606" y="216"/>
                    </a:lnTo>
                    <a:lnTo>
                      <a:pt x="606" y="218"/>
                    </a:lnTo>
                    <a:lnTo>
                      <a:pt x="606" y="218"/>
                    </a:lnTo>
                    <a:lnTo>
                      <a:pt x="606" y="218"/>
                    </a:lnTo>
                    <a:lnTo>
                      <a:pt x="606" y="218"/>
                    </a:lnTo>
                    <a:lnTo>
                      <a:pt x="606" y="218"/>
                    </a:lnTo>
                    <a:lnTo>
                      <a:pt x="606" y="221"/>
                    </a:lnTo>
                    <a:lnTo>
                      <a:pt x="606" y="221"/>
                    </a:lnTo>
                    <a:lnTo>
                      <a:pt x="603" y="221"/>
                    </a:lnTo>
                    <a:lnTo>
                      <a:pt x="603" y="221"/>
                    </a:lnTo>
                    <a:lnTo>
                      <a:pt x="603" y="223"/>
                    </a:lnTo>
                    <a:lnTo>
                      <a:pt x="606" y="223"/>
                    </a:lnTo>
                    <a:lnTo>
                      <a:pt x="606" y="223"/>
                    </a:lnTo>
                    <a:lnTo>
                      <a:pt x="606" y="223"/>
                    </a:lnTo>
                    <a:lnTo>
                      <a:pt x="606" y="223"/>
                    </a:lnTo>
                    <a:lnTo>
                      <a:pt x="606" y="223"/>
                    </a:lnTo>
                    <a:lnTo>
                      <a:pt x="608" y="223"/>
                    </a:lnTo>
                    <a:lnTo>
                      <a:pt x="608" y="221"/>
                    </a:lnTo>
                    <a:lnTo>
                      <a:pt x="608" y="221"/>
                    </a:lnTo>
                    <a:lnTo>
                      <a:pt x="608" y="221"/>
                    </a:lnTo>
                    <a:lnTo>
                      <a:pt x="608" y="221"/>
                    </a:lnTo>
                    <a:lnTo>
                      <a:pt x="610" y="221"/>
                    </a:lnTo>
                    <a:lnTo>
                      <a:pt x="610" y="221"/>
                    </a:lnTo>
                    <a:lnTo>
                      <a:pt x="613" y="221"/>
                    </a:lnTo>
                    <a:lnTo>
                      <a:pt x="613" y="221"/>
                    </a:lnTo>
                    <a:lnTo>
                      <a:pt x="613" y="221"/>
                    </a:lnTo>
                    <a:lnTo>
                      <a:pt x="613" y="221"/>
                    </a:lnTo>
                    <a:lnTo>
                      <a:pt x="613" y="223"/>
                    </a:lnTo>
                    <a:lnTo>
                      <a:pt x="615" y="223"/>
                    </a:lnTo>
                    <a:lnTo>
                      <a:pt x="615" y="223"/>
                    </a:lnTo>
                    <a:lnTo>
                      <a:pt x="617" y="223"/>
                    </a:lnTo>
                    <a:lnTo>
                      <a:pt x="617" y="223"/>
                    </a:lnTo>
                    <a:lnTo>
                      <a:pt x="617" y="223"/>
                    </a:lnTo>
                    <a:lnTo>
                      <a:pt x="617" y="223"/>
                    </a:lnTo>
                    <a:lnTo>
                      <a:pt x="620" y="223"/>
                    </a:lnTo>
                    <a:lnTo>
                      <a:pt x="620" y="223"/>
                    </a:lnTo>
                    <a:lnTo>
                      <a:pt x="620" y="223"/>
                    </a:lnTo>
                    <a:lnTo>
                      <a:pt x="620" y="223"/>
                    </a:lnTo>
                    <a:lnTo>
                      <a:pt x="622" y="223"/>
                    </a:lnTo>
                    <a:lnTo>
                      <a:pt x="622" y="223"/>
                    </a:lnTo>
                    <a:lnTo>
                      <a:pt x="622" y="223"/>
                    </a:lnTo>
                    <a:lnTo>
                      <a:pt x="625" y="223"/>
                    </a:lnTo>
                    <a:lnTo>
                      <a:pt x="625" y="225"/>
                    </a:lnTo>
                    <a:lnTo>
                      <a:pt x="625" y="225"/>
                    </a:lnTo>
                    <a:lnTo>
                      <a:pt x="625" y="225"/>
                    </a:lnTo>
                    <a:lnTo>
                      <a:pt x="625" y="225"/>
                    </a:lnTo>
                    <a:lnTo>
                      <a:pt x="625" y="225"/>
                    </a:lnTo>
                    <a:lnTo>
                      <a:pt x="627" y="225"/>
                    </a:lnTo>
                    <a:lnTo>
                      <a:pt x="627" y="225"/>
                    </a:lnTo>
                    <a:lnTo>
                      <a:pt x="627" y="228"/>
                    </a:lnTo>
                    <a:lnTo>
                      <a:pt x="627" y="228"/>
                    </a:lnTo>
                    <a:lnTo>
                      <a:pt x="627" y="228"/>
                    </a:lnTo>
                    <a:lnTo>
                      <a:pt x="627" y="230"/>
                    </a:lnTo>
                    <a:lnTo>
                      <a:pt x="627" y="230"/>
                    </a:lnTo>
                    <a:lnTo>
                      <a:pt x="627" y="230"/>
                    </a:lnTo>
                    <a:lnTo>
                      <a:pt x="627" y="233"/>
                    </a:lnTo>
                    <a:lnTo>
                      <a:pt x="627" y="233"/>
                    </a:lnTo>
                    <a:lnTo>
                      <a:pt x="627" y="235"/>
                    </a:lnTo>
                    <a:lnTo>
                      <a:pt x="627" y="235"/>
                    </a:lnTo>
                    <a:lnTo>
                      <a:pt x="627" y="235"/>
                    </a:lnTo>
                    <a:lnTo>
                      <a:pt x="627" y="235"/>
                    </a:lnTo>
                    <a:lnTo>
                      <a:pt x="625" y="235"/>
                    </a:lnTo>
                    <a:lnTo>
                      <a:pt x="625" y="235"/>
                    </a:lnTo>
                    <a:lnTo>
                      <a:pt x="625" y="235"/>
                    </a:lnTo>
                    <a:lnTo>
                      <a:pt x="625" y="235"/>
                    </a:lnTo>
                    <a:lnTo>
                      <a:pt x="625" y="235"/>
                    </a:lnTo>
                    <a:lnTo>
                      <a:pt x="622" y="235"/>
                    </a:lnTo>
                    <a:lnTo>
                      <a:pt x="622" y="237"/>
                    </a:lnTo>
                    <a:lnTo>
                      <a:pt x="622" y="237"/>
                    </a:lnTo>
                    <a:lnTo>
                      <a:pt x="620" y="237"/>
                    </a:lnTo>
                    <a:lnTo>
                      <a:pt x="620" y="237"/>
                    </a:lnTo>
                    <a:lnTo>
                      <a:pt x="620" y="237"/>
                    </a:lnTo>
                    <a:lnTo>
                      <a:pt x="620" y="237"/>
                    </a:lnTo>
                    <a:lnTo>
                      <a:pt x="620" y="240"/>
                    </a:lnTo>
                    <a:lnTo>
                      <a:pt x="620" y="240"/>
                    </a:lnTo>
                    <a:lnTo>
                      <a:pt x="617" y="240"/>
                    </a:lnTo>
                    <a:lnTo>
                      <a:pt x="617" y="240"/>
                    </a:lnTo>
                    <a:lnTo>
                      <a:pt x="617" y="242"/>
                    </a:lnTo>
                    <a:lnTo>
                      <a:pt x="617" y="242"/>
                    </a:lnTo>
                    <a:lnTo>
                      <a:pt x="617" y="242"/>
                    </a:lnTo>
                    <a:lnTo>
                      <a:pt x="617" y="242"/>
                    </a:lnTo>
                    <a:lnTo>
                      <a:pt x="617" y="244"/>
                    </a:lnTo>
                    <a:lnTo>
                      <a:pt x="617" y="244"/>
                    </a:lnTo>
                    <a:lnTo>
                      <a:pt x="617" y="244"/>
                    </a:lnTo>
                    <a:lnTo>
                      <a:pt x="617" y="247"/>
                    </a:lnTo>
                    <a:lnTo>
                      <a:pt x="617" y="247"/>
                    </a:lnTo>
                    <a:lnTo>
                      <a:pt x="617" y="247"/>
                    </a:lnTo>
                    <a:lnTo>
                      <a:pt x="617" y="249"/>
                    </a:lnTo>
                    <a:lnTo>
                      <a:pt x="620" y="249"/>
                    </a:lnTo>
                    <a:lnTo>
                      <a:pt x="620" y="249"/>
                    </a:lnTo>
                    <a:lnTo>
                      <a:pt x="620" y="249"/>
                    </a:lnTo>
                    <a:lnTo>
                      <a:pt x="620" y="252"/>
                    </a:lnTo>
                    <a:lnTo>
                      <a:pt x="620" y="252"/>
                    </a:lnTo>
                    <a:lnTo>
                      <a:pt x="620" y="252"/>
                    </a:lnTo>
                    <a:lnTo>
                      <a:pt x="622" y="252"/>
                    </a:lnTo>
                    <a:lnTo>
                      <a:pt x="622" y="254"/>
                    </a:lnTo>
                    <a:lnTo>
                      <a:pt x="622" y="254"/>
                    </a:lnTo>
                    <a:lnTo>
                      <a:pt x="622" y="254"/>
                    </a:lnTo>
                    <a:lnTo>
                      <a:pt x="622" y="254"/>
                    </a:lnTo>
                    <a:lnTo>
                      <a:pt x="622" y="254"/>
                    </a:lnTo>
                    <a:lnTo>
                      <a:pt x="620" y="254"/>
                    </a:lnTo>
                    <a:lnTo>
                      <a:pt x="620" y="254"/>
                    </a:lnTo>
                    <a:lnTo>
                      <a:pt x="620" y="254"/>
                    </a:lnTo>
                    <a:lnTo>
                      <a:pt x="620" y="254"/>
                    </a:lnTo>
                    <a:lnTo>
                      <a:pt x="617" y="254"/>
                    </a:lnTo>
                    <a:lnTo>
                      <a:pt x="617" y="254"/>
                    </a:lnTo>
                    <a:lnTo>
                      <a:pt x="617" y="254"/>
                    </a:lnTo>
                    <a:lnTo>
                      <a:pt x="617" y="254"/>
                    </a:lnTo>
                    <a:lnTo>
                      <a:pt x="617" y="252"/>
                    </a:lnTo>
                    <a:lnTo>
                      <a:pt x="617" y="252"/>
                    </a:lnTo>
                    <a:lnTo>
                      <a:pt x="615" y="252"/>
                    </a:lnTo>
                    <a:lnTo>
                      <a:pt x="615" y="249"/>
                    </a:lnTo>
                    <a:lnTo>
                      <a:pt x="615" y="249"/>
                    </a:lnTo>
                    <a:lnTo>
                      <a:pt x="615" y="249"/>
                    </a:lnTo>
                    <a:lnTo>
                      <a:pt x="613" y="249"/>
                    </a:lnTo>
                    <a:lnTo>
                      <a:pt x="613" y="247"/>
                    </a:lnTo>
                    <a:lnTo>
                      <a:pt x="613" y="247"/>
                    </a:lnTo>
                    <a:lnTo>
                      <a:pt x="613" y="249"/>
                    </a:lnTo>
                    <a:lnTo>
                      <a:pt x="613" y="249"/>
                    </a:lnTo>
                    <a:lnTo>
                      <a:pt x="610" y="249"/>
                    </a:lnTo>
                    <a:lnTo>
                      <a:pt x="610" y="249"/>
                    </a:lnTo>
                    <a:lnTo>
                      <a:pt x="610" y="249"/>
                    </a:lnTo>
                    <a:lnTo>
                      <a:pt x="608" y="249"/>
                    </a:lnTo>
                    <a:lnTo>
                      <a:pt x="608" y="249"/>
                    </a:lnTo>
                    <a:lnTo>
                      <a:pt x="608" y="249"/>
                    </a:lnTo>
                    <a:lnTo>
                      <a:pt x="606" y="249"/>
                    </a:lnTo>
                    <a:lnTo>
                      <a:pt x="606" y="249"/>
                    </a:lnTo>
                    <a:lnTo>
                      <a:pt x="606" y="249"/>
                    </a:lnTo>
                    <a:lnTo>
                      <a:pt x="603" y="249"/>
                    </a:lnTo>
                    <a:lnTo>
                      <a:pt x="603" y="249"/>
                    </a:lnTo>
                    <a:lnTo>
                      <a:pt x="601" y="249"/>
                    </a:lnTo>
                    <a:lnTo>
                      <a:pt x="601" y="252"/>
                    </a:lnTo>
                    <a:lnTo>
                      <a:pt x="601" y="252"/>
                    </a:lnTo>
                    <a:lnTo>
                      <a:pt x="601" y="252"/>
                    </a:lnTo>
                    <a:lnTo>
                      <a:pt x="601" y="252"/>
                    </a:lnTo>
                    <a:lnTo>
                      <a:pt x="599" y="252"/>
                    </a:lnTo>
                    <a:lnTo>
                      <a:pt x="599" y="252"/>
                    </a:lnTo>
                    <a:lnTo>
                      <a:pt x="599" y="254"/>
                    </a:lnTo>
                    <a:lnTo>
                      <a:pt x="599" y="254"/>
                    </a:lnTo>
                    <a:lnTo>
                      <a:pt x="599" y="254"/>
                    </a:lnTo>
                    <a:lnTo>
                      <a:pt x="596" y="254"/>
                    </a:lnTo>
                    <a:lnTo>
                      <a:pt x="596" y="254"/>
                    </a:lnTo>
                    <a:lnTo>
                      <a:pt x="596" y="256"/>
                    </a:lnTo>
                    <a:lnTo>
                      <a:pt x="596" y="256"/>
                    </a:lnTo>
                    <a:lnTo>
                      <a:pt x="594" y="256"/>
                    </a:lnTo>
                    <a:lnTo>
                      <a:pt x="594" y="256"/>
                    </a:lnTo>
                    <a:lnTo>
                      <a:pt x="594" y="256"/>
                    </a:lnTo>
                    <a:lnTo>
                      <a:pt x="594" y="256"/>
                    </a:lnTo>
                    <a:lnTo>
                      <a:pt x="594" y="259"/>
                    </a:lnTo>
                    <a:lnTo>
                      <a:pt x="591" y="259"/>
                    </a:lnTo>
                    <a:lnTo>
                      <a:pt x="591" y="259"/>
                    </a:lnTo>
                    <a:lnTo>
                      <a:pt x="591" y="261"/>
                    </a:lnTo>
                    <a:lnTo>
                      <a:pt x="591" y="261"/>
                    </a:lnTo>
                    <a:lnTo>
                      <a:pt x="591" y="261"/>
                    </a:lnTo>
                    <a:lnTo>
                      <a:pt x="589" y="261"/>
                    </a:lnTo>
                    <a:lnTo>
                      <a:pt x="589" y="261"/>
                    </a:lnTo>
                    <a:lnTo>
                      <a:pt x="589" y="261"/>
                    </a:lnTo>
                    <a:lnTo>
                      <a:pt x="587" y="261"/>
                    </a:lnTo>
                    <a:lnTo>
                      <a:pt x="587" y="261"/>
                    </a:lnTo>
                    <a:lnTo>
                      <a:pt x="587" y="263"/>
                    </a:lnTo>
                    <a:lnTo>
                      <a:pt x="587" y="263"/>
                    </a:lnTo>
                    <a:lnTo>
                      <a:pt x="587" y="263"/>
                    </a:lnTo>
                    <a:lnTo>
                      <a:pt x="587" y="263"/>
                    </a:lnTo>
                    <a:lnTo>
                      <a:pt x="584" y="263"/>
                    </a:lnTo>
                    <a:lnTo>
                      <a:pt x="584" y="263"/>
                    </a:lnTo>
                    <a:lnTo>
                      <a:pt x="584" y="266"/>
                    </a:lnTo>
                    <a:lnTo>
                      <a:pt x="584" y="266"/>
                    </a:lnTo>
                    <a:lnTo>
                      <a:pt x="582" y="266"/>
                    </a:lnTo>
                    <a:lnTo>
                      <a:pt x="582" y="266"/>
                    </a:lnTo>
                    <a:lnTo>
                      <a:pt x="580" y="266"/>
                    </a:lnTo>
                    <a:lnTo>
                      <a:pt x="580" y="266"/>
                    </a:lnTo>
                    <a:lnTo>
                      <a:pt x="580" y="266"/>
                    </a:lnTo>
                    <a:lnTo>
                      <a:pt x="580" y="266"/>
                    </a:lnTo>
                    <a:lnTo>
                      <a:pt x="580" y="268"/>
                    </a:lnTo>
                    <a:lnTo>
                      <a:pt x="580" y="268"/>
                    </a:lnTo>
                    <a:lnTo>
                      <a:pt x="577" y="268"/>
                    </a:lnTo>
                    <a:lnTo>
                      <a:pt x="577" y="270"/>
                    </a:lnTo>
                    <a:lnTo>
                      <a:pt x="577" y="270"/>
                    </a:lnTo>
                    <a:lnTo>
                      <a:pt x="577" y="270"/>
                    </a:lnTo>
                    <a:lnTo>
                      <a:pt x="577" y="270"/>
                    </a:lnTo>
                    <a:lnTo>
                      <a:pt x="577" y="273"/>
                    </a:lnTo>
                    <a:lnTo>
                      <a:pt x="577" y="273"/>
                    </a:lnTo>
                    <a:lnTo>
                      <a:pt x="577" y="275"/>
                    </a:lnTo>
                    <a:lnTo>
                      <a:pt x="577" y="275"/>
                    </a:lnTo>
                    <a:lnTo>
                      <a:pt x="577" y="275"/>
                    </a:lnTo>
                    <a:lnTo>
                      <a:pt x="580" y="275"/>
                    </a:lnTo>
                    <a:lnTo>
                      <a:pt x="580" y="278"/>
                    </a:lnTo>
                    <a:lnTo>
                      <a:pt x="577" y="278"/>
                    </a:lnTo>
                    <a:lnTo>
                      <a:pt x="577" y="278"/>
                    </a:lnTo>
                    <a:lnTo>
                      <a:pt x="577" y="280"/>
                    </a:lnTo>
                    <a:lnTo>
                      <a:pt x="580" y="280"/>
                    </a:lnTo>
                    <a:lnTo>
                      <a:pt x="580" y="280"/>
                    </a:lnTo>
                    <a:lnTo>
                      <a:pt x="580" y="282"/>
                    </a:lnTo>
                    <a:lnTo>
                      <a:pt x="580" y="282"/>
                    </a:lnTo>
                    <a:lnTo>
                      <a:pt x="577" y="282"/>
                    </a:lnTo>
                    <a:lnTo>
                      <a:pt x="577" y="285"/>
                    </a:lnTo>
                    <a:lnTo>
                      <a:pt x="577" y="285"/>
                    </a:lnTo>
                    <a:lnTo>
                      <a:pt x="575" y="285"/>
                    </a:lnTo>
                    <a:lnTo>
                      <a:pt x="575" y="285"/>
                    </a:lnTo>
                    <a:lnTo>
                      <a:pt x="575" y="285"/>
                    </a:lnTo>
                    <a:lnTo>
                      <a:pt x="575" y="287"/>
                    </a:lnTo>
                    <a:lnTo>
                      <a:pt x="577" y="287"/>
                    </a:lnTo>
                    <a:lnTo>
                      <a:pt x="577" y="287"/>
                    </a:lnTo>
                    <a:lnTo>
                      <a:pt x="577" y="289"/>
                    </a:lnTo>
                    <a:lnTo>
                      <a:pt x="575" y="289"/>
                    </a:lnTo>
                    <a:lnTo>
                      <a:pt x="575" y="289"/>
                    </a:lnTo>
                    <a:lnTo>
                      <a:pt x="575" y="289"/>
                    </a:lnTo>
                    <a:lnTo>
                      <a:pt x="575" y="292"/>
                    </a:lnTo>
                    <a:lnTo>
                      <a:pt x="575" y="292"/>
                    </a:lnTo>
                    <a:lnTo>
                      <a:pt x="575" y="292"/>
                    </a:lnTo>
                    <a:lnTo>
                      <a:pt x="573" y="292"/>
                    </a:lnTo>
                    <a:lnTo>
                      <a:pt x="573" y="294"/>
                    </a:lnTo>
                    <a:lnTo>
                      <a:pt x="573" y="294"/>
                    </a:lnTo>
                    <a:lnTo>
                      <a:pt x="573" y="294"/>
                    </a:lnTo>
                    <a:lnTo>
                      <a:pt x="573" y="294"/>
                    </a:lnTo>
                    <a:lnTo>
                      <a:pt x="573" y="294"/>
                    </a:lnTo>
                    <a:lnTo>
                      <a:pt x="570" y="294"/>
                    </a:lnTo>
                    <a:lnTo>
                      <a:pt x="570" y="294"/>
                    </a:lnTo>
                    <a:lnTo>
                      <a:pt x="570" y="297"/>
                    </a:lnTo>
                    <a:lnTo>
                      <a:pt x="568" y="297"/>
                    </a:lnTo>
                    <a:lnTo>
                      <a:pt x="568" y="297"/>
                    </a:lnTo>
                    <a:lnTo>
                      <a:pt x="568" y="297"/>
                    </a:lnTo>
                    <a:lnTo>
                      <a:pt x="568" y="299"/>
                    </a:lnTo>
                    <a:lnTo>
                      <a:pt x="568" y="299"/>
                    </a:lnTo>
                    <a:lnTo>
                      <a:pt x="568" y="301"/>
                    </a:lnTo>
                    <a:lnTo>
                      <a:pt x="568" y="301"/>
                    </a:lnTo>
                    <a:lnTo>
                      <a:pt x="568" y="301"/>
                    </a:lnTo>
                    <a:lnTo>
                      <a:pt x="568" y="304"/>
                    </a:lnTo>
                    <a:lnTo>
                      <a:pt x="568" y="304"/>
                    </a:lnTo>
                    <a:lnTo>
                      <a:pt x="568" y="304"/>
                    </a:lnTo>
                    <a:lnTo>
                      <a:pt x="568" y="304"/>
                    </a:lnTo>
                    <a:lnTo>
                      <a:pt x="570" y="304"/>
                    </a:lnTo>
                    <a:lnTo>
                      <a:pt x="570" y="304"/>
                    </a:lnTo>
                    <a:lnTo>
                      <a:pt x="570" y="304"/>
                    </a:lnTo>
                    <a:lnTo>
                      <a:pt x="570" y="306"/>
                    </a:lnTo>
                    <a:lnTo>
                      <a:pt x="570" y="306"/>
                    </a:lnTo>
                    <a:lnTo>
                      <a:pt x="570" y="308"/>
                    </a:lnTo>
                    <a:lnTo>
                      <a:pt x="570" y="308"/>
                    </a:lnTo>
                    <a:lnTo>
                      <a:pt x="570" y="308"/>
                    </a:lnTo>
                    <a:lnTo>
                      <a:pt x="570" y="311"/>
                    </a:lnTo>
                    <a:lnTo>
                      <a:pt x="568" y="311"/>
                    </a:lnTo>
                    <a:lnTo>
                      <a:pt x="568" y="311"/>
                    </a:lnTo>
                    <a:lnTo>
                      <a:pt x="568" y="313"/>
                    </a:lnTo>
                    <a:lnTo>
                      <a:pt x="568" y="313"/>
                    </a:lnTo>
                    <a:lnTo>
                      <a:pt x="568" y="313"/>
                    </a:lnTo>
                    <a:lnTo>
                      <a:pt x="568" y="313"/>
                    </a:lnTo>
                    <a:lnTo>
                      <a:pt x="568" y="316"/>
                    </a:lnTo>
                    <a:lnTo>
                      <a:pt x="568" y="316"/>
                    </a:lnTo>
                    <a:lnTo>
                      <a:pt x="565" y="316"/>
                    </a:lnTo>
                    <a:lnTo>
                      <a:pt x="565" y="316"/>
                    </a:lnTo>
                    <a:lnTo>
                      <a:pt x="565" y="318"/>
                    </a:lnTo>
                    <a:lnTo>
                      <a:pt x="565" y="318"/>
                    </a:lnTo>
                    <a:lnTo>
                      <a:pt x="565" y="318"/>
                    </a:lnTo>
                    <a:lnTo>
                      <a:pt x="565" y="318"/>
                    </a:lnTo>
                    <a:lnTo>
                      <a:pt x="565" y="320"/>
                    </a:lnTo>
                    <a:lnTo>
                      <a:pt x="563" y="320"/>
                    </a:lnTo>
                    <a:lnTo>
                      <a:pt x="563" y="320"/>
                    </a:lnTo>
                    <a:lnTo>
                      <a:pt x="563" y="323"/>
                    </a:lnTo>
                    <a:lnTo>
                      <a:pt x="563" y="323"/>
                    </a:lnTo>
                    <a:lnTo>
                      <a:pt x="563" y="323"/>
                    </a:lnTo>
                    <a:lnTo>
                      <a:pt x="563" y="323"/>
                    </a:lnTo>
                    <a:lnTo>
                      <a:pt x="563" y="325"/>
                    </a:lnTo>
                    <a:lnTo>
                      <a:pt x="561" y="325"/>
                    </a:lnTo>
                    <a:lnTo>
                      <a:pt x="561" y="325"/>
                    </a:lnTo>
                    <a:lnTo>
                      <a:pt x="561" y="327"/>
                    </a:lnTo>
                    <a:lnTo>
                      <a:pt x="561" y="327"/>
                    </a:lnTo>
                    <a:lnTo>
                      <a:pt x="561" y="327"/>
                    </a:lnTo>
                    <a:lnTo>
                      <a:pt x="561" y="330"/>
                    </a:lnTo>
                    <a:lnTo>
                      <a:pt x="561" y="330"/>
                    </a:lnTo>
                    <a:lnTo>
                      <a:pt x="561" y="330"/>
                    </a:lnTo>
                    <a:lnTo>
                      <a:pt x="561" y="332"/>
                    </a:lnTo>
                    <a:lnTo>
                      <a:pt x="561" y="332"/>
                    </a:lnTo>
                    <a:lnTo>
                      <a:pt x="558" y="332"/>
                    </a:lnTo>
                    <a:lnTo>
                      <a:pt x="558" y="334"/>
                    </a:lnTo>
                    <a:lnTo>
                      <a:pt x="558" y="334"/>
                    </a:lnTo>
                    <a:lnTo>
                      <a:pt x="558" y="334"/>
                    </a:lnTo>
                    <a:lnTo>
                      <a:pt x="558" y="334"/>
                    </a:lnTo>
                    <a:lnTo>
                      <a:pt x="558" y="337"/>
                    </a:lnTo>
                    <a:lnTo>
                      <a:pt x="558" y="337"/>
                    </a:lnTo>
                    <a:lnTo>
                      <a:pt x="558" y="337"/>
                    </a:lnTo>
                    <a:lnTo>
                      <a:pt x="558" y="337"/>
                    </a:lnTo>
                    <a:lnTo>
                      <a:pt x="556" y="337"/>
                    </a:lnTo>
                    <a:lnTo>
                      <a:pt x="556" y="337"/>
                    </a:lnTo>
                    <a:lnTo>
                      <a:pt x="556" y="334"/>
                    </a:lnTo>
                    <a:lnTo>
                      <a:pt x="554" y="334"/>
                    </a:lnTo>
                    <a:lnTo>
                      <a:pt x="554" y="334"/>
                    </a:lnTo>
                    <a:lnTo>
                      <a:pt x="554" y="334"/>
                    </a:lnTo>
                    <a:lnTo>
                      <a:pt x="554" y="334"/>
                    </a:lnTo>
                    <a:lnTo>
                      <a:pt x="551" y="334"/>
                    </a:lnTo>
                    <a:lnTo>
                      <a:pt x="551" y="334"/>
                    </a:lnTo>
                    <a:lnTo>
                      <a:pt x="551" y="334"/>
                    </a:lnTo>
                    <a:lnTo>
                      <a:pt x="551" y="334"/>
                    </a:lnTo>
                    <a:lnTo>
                      <a:pt x="551" y="334"/>
                    </a:lnTo>
                    <a:lnTo>
                      <a:pt x="551" y="334"/>
                    </a:lnTo>
                    <a:lnTo>
                      <a:pt x="549" y="334"/>
                    </a:lnTo>
                    <a:lnTo>
                      <a:pt x="549" y="334"/>
                    </a:lnTo>
                    <a:lnTo>
                      <a:pt x="546" y="334"/>
                    </a:lnTo>
                    <a:lnTo>
                      <a:pt x="546" y="334"/>
                    </a:lnTo>
                    <a:lnTo>
                      <a:pt x="546" y="334"/>
                    </a:lnTo>
                    <a:lnTo>
                      <a:pt x="546" y="334"/>
                    </a:lnTo>
                    <a:lnTo>
                      <a:pt x="544" y="334"/>
                    </a:lnTo>
                    <a:lnTo>
                      <a:pt x="544" y="334"/>
                    </a:lnTo>
                    <a:lnTo>
                      <a:pt x="544" y="334"/>
                    </a:lnTo>
                    <a:lnTo>
                      <a:pt x="544" y="334"/>
                    </a:lnTo>
                    <a:lnTo>
                      <a:pt x="544" y="332"/>
                    </a:lnTo>
                    <a:lnTo>
                      <a:pt x="542" y="332"/>
                    </a:lnTo>
                    <a:lnTo>
                      <a:pt x="542" y="332"/>
                    </a:lnTo>
                    <a:lnTo>
                      <a:pt x="542" y="332"/>
                    </a:lnTo>
                    <a:lnTo>
                      <a:pt x="539" y="332"/>
                    </a:lnTo>
                    <a:lnTo>
                      <a:pt x="539" y="332"/>
                    </a:lnTo>
                    <a:lnTo>
                      <a:pt x="539" y="334"/>
                    </a:lnTo>
                    <a:lnTo>
                      <a:pt x="539" y="334"/>
                    </a:lnTo>
                    <a:lnTo>
                      <a:pt x="539" y="334"/>
                    </a:lnTo>
                    <a:lnTo>
                      <a:pt x="542" y="334"/>
                    </a:lnTo>
                    <a:lnTo>
                      <a:pt x="542" y="337"/>
                    </a:lnTo>
                    <a:lnTo>
                      <a:pt x="542" y="337"/>
                    </a:lnTo>
                    <a:lnTo>
                      <a:pt x="542" y="339"/>
                    </a:lnTo>
                    <a:lnTo>
                      <a:pt x="542" y="339"/>
                    </a:lnTo>
                    <a:lnTo>
                      <a:pt x="542" y="339"/>
                    </a:lnTo>
                    <a:lnTo>
                      <a:pt x="542" y="342"/>
                    </a:lnTo>
                    <a:lnTo>
                      <a:pt x="542" y="342"/>
                    </a:lnTo>
                    <a:lnTo>
                      <a:pt x="542" y="344"/>
                    </a:lnTo>
                    <a:lnTo>
                      <a:pt x="542" y="344"/>
                    </a:lnTo>
                    <a:lnTo>
                      <a:pt x="542" y="344"/>
                    </a:lnTo>
                    <a:lnTo>
                      <a:pt x="542" y="346"/>
                    </a:lnTo>
                    <a:lnTo>
                      <a:pt x="542" y="346"/>
                    </a:lnTo>
                    <a:lnTo>
                      <a:pt x="542" y="346"/>
                    </a:lnTo>
                    <a:lnTo>
                      <a:pt x="542" y="349"/>
                    </a:lnTo>
                    <a:lnTo>
                      <a:pt x="542" y="349"/>
                    </a:lnTo>
                    <a:lnTo>
                      <a:pt x="542" y="351"/>
                    </a:lnTo>
                    <a:lnTo>
                      <a:pt x="542" y="351"/>
                    </a:lnTo>
                    <a:lnTo>
                      <a:pt x="542" y="353"/>
                    </a:lnTo>
                    <a:lnTo>
                      <a:pt x="542" y="353"/>
                    </a:lnTo>
                    <a:lnTo>
                      <a:pt x="542" y="353"/>
                    </a:lnTo>
                    <a:lnTo>
                      <a:pt x="542" y="356"/>
                    </a:lnTo>
                    <a:lnTo>
                      <a:pt x="542" y="356"/>
                    </a:lnTo>
                    <a:lnTo>
                      <a:pt x="539" y="356"/>
                    </a:lnTo>
                    <a:lnTo>
                      <a:pt x="539" y="358"/>
                    </a:lnTo>
                    <a:lnTo>
                      <a:pt x="539" y="358"/>
                    </a:lnTo>
                    <a:lnTo>
                      <a:pt x="539" y="358"/>
                    </a:lnTo>
                    <a:lnTo>
                      <a:pt x="539" y="358"/>
                    </a:lnTo>
                    <a:lnTo>
                      <a:pt x="537" y="358"/>
                    </a:lnTo>
                    <a:lnTo>
                      <a:pt x="537" y="358"/>
                    </a:lnTo>
                    <a:lnTo>
                      <a:pt x="537" y="358"/>
                    </a:lnTo>
                    <a:lnTo>
                      <a:pt x="535" y="358"/>
                    </a:lnTo>
                    <a:lnTo>
                      <a:pt x="535" y="358"/>
                    </a:lnTo>
                    <a:lnTo>
                      <a:pt x="535" y="361"/>
                    </a:lnTo>
                    <a:lnTo>
                      <a:pt x="535" y="361"/>
                    </a:lnTo>
                    <a:lnTo>
                      <a:pt x="535" y="363"/>
                    </a:lnTo>
                    <a:lnTo>
                      <a:pt x="535" y="363"/>
                    </a:lnTo>
                    <a:lnTo>
                      <a:pt x="535" y="363"/>
                    </a:lnTo>
                    <a:lnTo>
                      <a:pt x="535" y="363"/>
                    </a:lnTo>
                    <a:lnTo>
                      <a:pt x="535" y="365"/>
                    </a:lnTo>
                    <a:lnTo>
                      <a:pt x="535" y="365"/>
                    </a:lnTo>
                    <a:lnTo>
                      <a:pt x="535" y="368"/>
                    </a:lnTo>
                    <a:lnTo>
                      <a:pt x="535" y="368"/>
                    </a:lnTo>
                    <a:lnTo>
                      <a:pt x="535" y="368"/>
                    </a:lnTo>
                    <a:lnTo>
                      <a:pt x="535" y="370"/>
                    </a:lnTo>
                    <a:lnTo>
                      <a:pt x="535" y="370"/>
                    </a:lnTo>
                    <a:lnTo>
                      <a:pt x="535" y="372"/>
                    </a:lnTo>
                    <a:lnTo>
                      <a:pt x="535" y="372"/>
                    </a:lnTo>
                    <a:lnTo>
                      <a:pt x="537" y="372"/>
                    </a:lnTo>
                    <a:lnTo>
                      <a:pt x="537" y="372"/>
                    </a:lnTo>
                    <a:lnTo>
                      <a:pt x="537" y="375"/>
                    </a:lnTo>
                    <a:lnTo>
                      <a:pt x="537" y="375"/>
                    </a:lnTo>
                    <a:lnTo>
                      <a:pt x="537" y="375"/>
                    </a:lnTo>
                    <a:lnTo>
                      <a:pt x="537" y="377"/>
                    </a:lnTo>
                    <a:lnTo>
                      <a:pt x="537" y="377"/>
                    </a:lnTo>
                    <a:lnTo>
                      <a:pt x="537" y="377"/>
                    </a:lnTo>
                    <a:lnTo>
                      <a:pt x="537" y="380"/>
                    </a:lnTo>
                    <a:lnTo>
                      <a:pt x="537" y="380"/>
                    </a:lnTo>
                    <a:lnTo>
                      <a:pt x="535" y="380"/>
                    </a:lnTo>
                    <a:lnTo>
                      <a:pt x="535" y="380"/>
                    </a:lnTo>
                    <a:lnTo>
                      <a:pt x="535" y="380"/>
                    </a:lnTo>
                    <a:lnTo>
                      <a:pt x="535" y="380"/>
                    </a:lnTo>
                    <a:lnTo>
                      <a:pt x="535" y="380"/>
                    </a:lnTo>
                    <a:lnTo>
                      <a:pt x="535" y="382"/>
                    </a:lnTo>
                    <a:lnTo>
                      <a:pt x="535" y="382"/>
                    </a:lnTo>
                    <a:lnTo>
                      <a:pt x="532" y="382"/>
                    </a:lnTo>
                    <a:lnTo>
                      <a:pt x="532" y="382"/>
                    </a:lnTo>
                    <a:lnTo>
                      <a:pt x="532" y="384"/>
                    </a:lnTo>
                    <a:lnTo>
                      <a:pt x="532" y="384"/>
                    </a:lnTo>
                    <a:lnTo>
                      <a:pt x="532" y="384"/>
                    </a:lnTo>
                    <a:lnTo>
                      <a:pt x="530" y="384"/>
                    </a:lnTo>
                    <a:lnTo>
                      <a:pt x="530" y="382"/>
                    </a:lnTo>
                    <a:lnTo>
                      <a:pt x="530" y="382"/>
                    </a:lnTo>
                    <a:lnTo>
                      <a:pt x="530" y="382"/>
                    </a:lnTo>
                    <a:lnTo>
                      <a:pt x="528" y="382"/>
                    </a:lnTo>
                    <a:lnTo>
                      <a:pt x="528" y="382"/>
                    </a:lnTo>
                    <a:lnTo>
                      <a:pt x="528" y="382"/>
                    </a:lnTo>
                    <a:lnTo>
                      <a:pt x="528" y="382"/>
                    </a:lnTo>
                    <a:lnTo>
                      <a:pt x="528" y="382"/>
                    </a:lnTo>
                    <a:lnTo>
                      <a:pt x="525" y="382"/>
                    </a:lnTo>
                    <a:lnTo>
                      <a:pt x="525" y="382"/>
                    </a:lnTo>
                    <a:lnTo>
                      <a:pt x="525" y="384"/>
                    </a:lnTo>
                    <a:lnTo>
                      <a:pt x="525" y="384"/>
                    </a:lnTo>
                    <a:lnTo>
                      <a:pt x="525" y="384"/>
                    </a:lnTo>
                    <a:lnTo>
                      <a:pt x="525" y="382"/>
                    </a:lnTo>
                    <a:lnTo>
                      <a:pt x="525" y="382"/>
                    </a:lnTo>
                    <a:lnTo>
                      <a:pt x="525" y="382"/>
                    </a:lnTo>
                    <a:lnTo>
                      <a:pt x="525" y="380"/>
                    </a:lnTo>
                    <a:lnTo>
                      <a:pt x="525" y="380"/>
                    </a:lnTo>
                    <a:lnTo>
                      <a:pt x="525" y="377"/>
                    </a:lnTo>
                    <a:lnTo>
                      <a:pt x="525" y="377"/>
                    </a:lnTo>
                    <a:lnTo>
                      <a:pt x="525" y="375"/>
                    </a:lnTo>
                    <a:lnTo>
                      <a:pt x="523" y="375"/>
                    </a:lnTo>
                    <a:lnTo>
                      <a:pt x="523" y="375"/>
                    </a:lnTo>
                    <a:lnTo>
                      <a:pt x="523" y="372"/>
                    </a:lnTo>
                    <a:lnTo>
                      <a:pt x="523" y="372"/>
                    </a:lnTo>
                    <a:lnTo>
                      <a:pt x="523" y="372"/>
                    </a:lnTo>
                    <a:lnTo>
                      <a:pt x="523" y="370"/>
                    </a:lnTo>
                    <a:lnTo>
                      <a:pt x="523" y="370"/>
                    </a:lnTo>
                    <a:lnTo>
                      <a:pt x="523" y="370"/>
                    </a:lnTo>
                    <a:lnTo>
                      <a:pt x="523" y="368"/>
                    </a:lnTo>
                    <a:lnTo>
                      <a:pt x="523" y="368"/>
                    </a:lnTo>
                    <a:lnTo>
                      <a:pt x="523" y="365"/>
                    </a:lnTo>
                    <a:lnTo>
                      <a:pt x="523" y="365"/>
                    </a:lnTo>
                    <a:lnTo>
                      <a:pt x="520" y="365"/>
                    </a:lnTo>
                    <a:lnTo>
                      <a:pt x="520" y="363"/>
                    </a:lnTo>
                    <a:lnTo>
                      <a:pt x="520" y="363"/>
                    </a:lnTo>
                    <a:lnTo>
                      <a:pt x="520" y="363"/>
                    </a:lnTo>
                    <a:lnTo>
                      <a:pt x="520" y="363"/>
                    </a:lnTo>
                    <a:lnTo>
                      <a:pt x="520" y="361"/>
                    </a:lnTo>
                    <a:lnTo>
                      <a:pt x="520" y="361"/>
                    </a:lnTo>
                    <a:lnTo>
                      <a:pt x="520" y="361"/>
                    </a:lnTo>
                    <a:lnTo>
                      <a:pt x="520" y="358"/>
                    </a:lnTo>
                    <a:lnTo>
                      <a:pt x="520" y="358"/>
                    </a:lnTo>
                    <a:lnTo>
                      <a:pt x="520" y="356"/>
                    </a:lnTo>
                    <a:lnTo>
                      <a:pt x="520" y="356"/>
                    </a:lnTo>
                    <a:lnTo>
                      <a:pt x="518" y="356"/>
                    </a:lnTo>
                    <a:lnTo>
                      <a:pt x="518" y="353"/>
                    </a:lnTo>
                    <a:lnTo>
                      <a:pt x="518" y="353"/>
                    </a:lnTo>
                    <a:lnTo>
                      <a:pt x="518" y="353"/>
                    </a:lnTo>
                    <a:lnTo>
                      <a:pt x="520" y="353"/>
                    </a:lnTo>
                    <a:lnTo>
                      <a:pt x="520" y="351"/>
                    </a:lnTo>
                    <a:lnTo>
                      <a:pt x="520" y="351"/>
                    </a:lnTo>
                    <a:lnTo>
                      <a:pt x="520" y="349"/>
                    </a:lnTo>
                    <a:lnTo>
                      <a:pt x="518" y="349"/>
                    </a:lnTo>
                    <a:lnTo>
                      <a:pt x="518" y="349"/>
                    </a:lnTo>
                    <a:lnTo>
                      <a:pt x="518" y="346"/>
                    </a:lnTo>
                    <a:lnTo>
                      <a:pt x="518" y="346"/>
                    </a:lnTo>
                    <a:lnTo>
                      <a:pt x="518" y="344"/>
                    </a:lnTo>
                    <a:lnTo>
                      <a:pt x="518" y="344"/>
                    </a:lnTo>
                    <a:lnTo>
                      <a:pt x="518" y="344"/>
                    </a:lnTo>
                    <a:lnTo>
                      <a:pt x="518" y="344"/>
                    </a:lnTo>
                    <a:lnTo>
                      <a:pt x="518" y="344"/>
                    </a:lnTo>
                    <a:lnTo>
                      <a:pt x="518" y="34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2" name="Freeform 160"/>
              <p:cNvSpPr>
                <a:spLocks/>
              </p:cNvSpPr>
              <p:nvPr/>
            </p:nvSpPr>
            <p:spPr bwMode="auto">
              <a:xfrm>
                <a:off x="2294" y="1812"/>
                <a:ext cx="627" cy="740"/>
              </a:xfrm>
              <a:custGeom>
                <a:avLst/>
                <a:gdLst/>
                <a:ahLst/>
                <a:cxnLst>
                  <a:cxn ang="0">
                    <a:pos x="494" y="344"/>
                  </a:cxn>
                  <a:cxn ang="0">
                    <a:pos x="520" y="306"/>
                  </a:cxn>
                  <a:cxn ang="0">
                    <a:pos x="466" y="297"/>
                  </a:cxn>
                  <a:cxn ang="0">
                    <a:pos x="442" y="275"/>
                  </a:cxn>
                  <a:cxn ang="0">
                    <a:pos x="440" y="294"/>
                  </a:cxn>
                  <a:cxn ang="0">
                    <a:pos x="435" y="325"/>
                  </a:cxn>
                  <a:cxn ang="0">
                    <a:pos x="447" y="370"/>
                  </a:cxn>
                  <a:cxn ang="0">
                    <a:pos x="433" y="396"/>
                  </a:cxn>
                  <a:cxn ang="0">
                    <a:pos x="404" y="415"/>
                  </a:cxn>
                  <a:cxn ang="0">
                    <a:pos x="367" y="448"/>
                  </a:cxn>
                  <a:cxn ang="0">
                    <a:pos x="331" y="489"/>
                  </a:cxn>
                  <a:cxn ang="0">
                    <a:pos x="298" y="526"/>
                  </a:cxn>
                  <a:cxn ang="0">
                    <a:pos x="260" y="545"/>
                  </a:cxn>
                  <a:cxn ang="0">
                    <a:pos x="260" y="612"/>
                  </a:cxn>
                  <a:cxn ang="0">
                    <a:pos x="251" y="676"/>
                  </a:cxn>
                  <a:cxn ang="0">
                    <a:pos x="239" y="709"/>
                  </a:cxn>
                  <a:cxn ang="0">
                    <a:pos x="201" y="740"/>
                  </a:cxn>
                  <a:cxn ang="0">
                    <a:pos x="173" y="690"/>
                  </a:cxn>
                  <a:cxn ang="0">
                    <a:pos x="149" y="633"/>
                  </a:cxn>
                  <a:cxn ang="0">
                    <a:pos x="132" y="574"/>
                  </a:cxn>
                  <a:cxn ang="0">
                    <a:pos x="111" y="526"/>
                  </a:cxn>
                  <a:cxn ang="0">
                    <a:pos x="101" y="465"/>
                  </a:cxn>
                  <a:cxn ang="0">
                    <a:pos x="94" y="406"/>
                  </a:cxn>
                  <a:cxn ang="0">
                    <a:pos x="85" y="403"/>
                  </a:cxn>
                  <a:cxn ang="0">
                    <a:pos x="38" y="406"/>
                  </a:cxn>
                  <a:cxn ang="0">
                    <a:pos x="28" y="372"/>
                  </a:cxn>
                  <a:cxn ang="0">
                    <a:pos x="19" y="363"/>
                  </a:cxn>
                  <a:cxn ang="0">
                    <a:pos x="7" y="332"/>
                  </a:cxn>
                  <a:cxn ang="0">
                    <a:pos x="52" y="327"/>
                  </a:cxn>
                  <a:cxn ang="0">
                    <a:pos x="45" y="287"/>
                  </a:cxn>
                  <a:cxn ang="0">
                    <a:pos x="40" y="242"/>
                  </a:cxn>
                  <a:cxn ang="0">
                    <a:pos x="83" y="225"/>
                  </a:cxn>
                  <a:cxn ang="0">
                    <a:pos x="113" y="183"/>
                  </a:cxn>
                  <a:cxn ang="0">
                    <a:pos x="137" y="140"/>
                  </a:cxn>
                  <a:cxn ang="0">
                    <a:pos x="139" y="112"/>
                  </a:cxn>
                  <a:cxn ang="0">
                    <a:pos x="113" y="67"/>
                  </a:cxn>
                  <a:cxn ang="0">
                    <a:pos x="104" y="34"/>
                  </a:cxn>
                  <a:cxn ang="0">
                    <a:pos x="120" y="7"/>
                  </a:cxn>
                  <a:cxn ang="0">
                    <a:pos x="161" y="10"/>
                  </a:cxn>
                  <a:cxn ang="0">
                    <a:pos x="191" y="38"/>
                  </a:cxn>
                  <a:cxn ang="0">
                    <a:pos x="239" y="29"/>
                  </a:cxn>
                  <a:cxn ang="0">
                    <a:pos x="253" y="62"/>
                  </a:cxn>
                  <a:cxn ang="0">
                    <a:pos x="234" y="97"/>
                  </a:cxn>
                  <a:cxn ang="0">
                    <a:pos x="220" y="116"/>
                  </a:cxn>
                  <a:cxn ang="0">
                    <a:pos x="241" y="152"/>
                  </a:cxn>
                  <a:cxn ang="0">
                    <a:pos x="272" y="178"/>
                  </a:cxn>
                  <a:cxn ang="0">
                    <a:pos x="267" y="216"/>
                  </a:cxn>
                  <a:cxn ang="0">
                    <a:pos x="312" y="240"/>
                  </a:cxn>
                  <a:cxn ang="0">
                    <a:pos x="357" y="256"/>
                  </a:cxn>
                  <a:cxn ang="0">
                    <a:pos x="400" y="270"/>
                  </a:cxn>
                  <a:cxn ang="0">
                    <a:pos x="426" y="249"/>
                  </a:cxn>
                  <a:cxn ang="0">
                    <a:pos x="438" y="230"/>
                  </a:cxn>
                  <a:cxn ang="0">
                    <a:pos x="459" y="263"/>
                  </a:cxn>
                  <a:cxn ang="0">
                    <a:pos x="511" y="261"/>
                  </a:cxn>
                  <a:cxn ang="0">
                    <a:pos x="525" y="233"/>
                  </a:cxn>
                  <a:cxn ang="0">
                    <a:pos x="563" y="202"/>
                  </a:cxn>
                  <a:cxn ang="0">
                    <a:pos x="603" y="202"/>
                  </a:cxn>
                  <a:cxn ang="0">
                    <a:pos x="622" y="223"/>
                  </a:cxn>
                  <a:cxn ang="0">
                    <a:pos x="613" y="249"/>
                  </a:cxn>
                  <a:cxn ang="0">
                    <a:pos x="577" y="285"/>
                  </a:cxn>
                  <a:cxn ang="0">
                    <a:pos x="558" y="334"/>
                  </a:cxn>
                  <a:cxn ang="0">
                    <a:pos x="535" y="363"/>
                  </a:cxn>
                  <a:cxn ang="0">
                    <a:pos x="518" y="356"/>
                  </a:cxn>
                </a:cxnLst>
                <a:rect l="0" t="0" r="r" b="b"/>
                <a:pathLst>
                  <a:path w="627" h="740">
                    <a:moveTo>
                      <a:pt x="518" y="342"/>
                    </a:moveTo>
                    <a:lnTo>
                      <a:pt x="516" y="342"/>
                    </a:lnTo>
                    <a:lnTo>
                      <a:pt x="516" y="342"/>
                    </a:lnTo>
                    <a:lnTo>
                      <a:pt x="516" y="342"/>
                    </a:lnTo>
                    <a:lnTo>
                      <a:pt x="513" y="342"/>
                    </a:lnTo>
                    <a:lnTo>
                      <a:pt x="513" y="342"/>
                    </a:lnTo>
                    <a:lnTo>
                      <a:pt x="513" y="342"/>
                    </a:lnTo>
                    <a:lnTo>
                      <a:pt x="513" y="344"/>
                    </a:lnTo>
                    <a:lnTo>
                      <a:pt x="513" y="344"/>
                    </a:lnTo>
                    <a:lnTo>
                      <a:pt x="513" y="342"/>
                    </a:lnTo>
                    <a:lnTo>
                      <a:pt x="511" y="342"/>
                    </a:lnTo>
                    <a:lnTo>
                      <a:pt x="511" y="342"/>
                    </a:lnTo>
                    <a:lnTo>
                      <a:pt x="511" y="342"/>
                    </a:lnTo>
                    <a:lnTo>
                      <a:pt x="511" y="342"/>
                    </a:lnTo>
                    <a:lnTo>
                      <a:pt x="511" y="344"/>
                    </a:lnTo>
                    <a:lnTo>
                      <a:pt x="511" y="344"/>
                    </a:lnTo>
                    <a:lnTo>
                      <a:pt x="511" y="344"/>
                    </a:lnTo>
                    <a:lnTo>
                      <a:pt x="511" y="346"/>
                    </a:lnTo>
                    <a:lnTo>
                      <a:pt x="511" y="346"/>
                    </a:lnTo>
                    <a:lnTo>
                      <a:pt x="511" y="346"/>
                    </a:lnTo>
                    <a:lnTo>
                      <a:pt x="511" y="349"/>
                    </a:lnTo>
                    <a:lnTo>
                      <a:pt x="509" y="349"/>
                    </a:lnTo>
                    <a:lnTo>
                      <a:pt x="509" y="349"/>
                    </a:lnTo>
                    <a:lnTo>
                      <a:pt x="509" y="349"/>
                    </a:lnTo>
                    <a:lnTo>
                      <a:pt x="509" y="351"/>
                    </a:lnTo>
                    <a:lnTo>
                      <a:pt x="506" y="351"/>
                    </a:lnTo>
                    <a:lnTo>
                      <a:pt x="506" y="351"/>
                    </a:lnTo>
                    <a:lnTo>
                      <a:pt x="506" y="353"/>
                    </a:lnTo>
                    <a:lnTo>
                      <a:pt x="506" y="353"/>
                    </a:lnTo>
                    <a:lnTo>
                      <a:pt x="506" y="353"/>
                    </a:lnTo>
                    <a:lnTo>
                      <a:pt x="506" y="356"/>
                    </a:lnTo>
                    <a:lnTo>
                      <a:pt x="509" y="356"/>
                    </a:lnTo>
                    <a:lnTo>
                      <a:pt x="509" y="356"/>
                    </a:lnTo>
                    <a:lnTo>
                      <a:pt x="506" y="356"/>
                    </a:lnTo>
                    <a:lnTo>
                      <a:pt x="506" y="358"/>
                    </a:lnTo>
                    <a:lnTo>
                      <a:pt x="506" y="358"/>
                    </a:lnTo>
                    <a:lnTo>
                      <a:pt x="506" y="358"/>
                    </a:lnTo>
                    <a:lnTo>
                      <a:pt x="506" y="358"/>
                    </a:lnTo>
                    <a:lnTo>
                      <a:pt x="506" y="361"/>
                    </a:lnTo>
                    <a:lnTo>
                      <a:pt x="504" y="361"/>
                    </a:lnTo>
                    <a:lnTo>
                      <a:pt x="504" y="361"/>
                    </a:lnTo>
                    <a:lnTo>
                      <a:pt x="502" y="361"/>
                    </a:lnTo>
                    <a:lnTo>
                      <a:pt x="502" y="361"/>
                    </a:lnTo>
                    <a:lnTo>
                      <a:pt x="502" y="358"/>
                    </a:lnTo>
                    <a:lnTo>
                      <a:pt x="502" y="358"/>
                    </a:lnTo>
                    <a:lnTo>
                      <a:pt x="502" y="356"/>
                    </a:lnTo>
                    <a:lnTo>
                      <a:pt x="502" y="356"/>
                    </a:lnTo>
                    <a:lnTo>
                      <a:pt x="502" y="356"/>
                    </a:lnTo>
                    <a:lnTo>
                      <a:pt x="502" y="353"/>
                    </a:lnTo>
                    <a:lnTo>
                      <a:pt x="502" y="353"/>
                    </a:lnTo>
                    <a:lnTo>
                      <a:pt x="499" y="353"/>
                    </a:lnTo>
                    <a:lnTo>
                      <a:pt x="499" y="353"/>
                    </a:lnTo>
                    <a:lnTo>
                      <a:pt x="499" y="353"/>
                    </a:lnTo>
                    <a:lnTo>
                      <a:pt x="499" y="353"/>
                    </a:lnTo>
                    <a:lnTo>
                      <a:pt x="499" y="353"/>
                    </a:lnTo>
                    <a:lnTo>
                      <a:pt x="499" y="353"/>
                    </a:lnTo>
                    <a:lnTo>
                      <a:pt x="499" y="356"/>
                    </a:lnTo>
                    <a:lnTo>
                      <a:pt x="499" y="356"/>
                    </a:lnTo>
                    <a:lnTo>
                      <a:pt x="499" y="356"/>
                    </a:lnTo>
                    <a:lnTo>
                      <a:pt x="499" y="356"/>
                    </a:lnTo>
                    <a:lnTo>
                      <a:pt x="497" y="356"/>
                    </a:lnTo>
                    <a:lnTo>
                      <a:pt x="497" y="356"/>
                    </a:lnTo>
                    <a:lnTo>
                      <a:pt x="497" y="353"/>
                    </a:lnTo>
                    <a:lnTo>
                      <a:pt x="497" y="353"/>
                    </a:lnTo>
                    <a:lnTo>
                      <a:pt x="497" y="353"/>
                    </a:lnTo>
                    <a:lnTo>
                      <a:pt x="497" y="353"/>
                    </a:lnTo>
                    <a:lnTo>
                      <a:pt x="497" y="351"/>
                    </a:lnTo>
                    <a:lnTo>
                      <a:pt x="497" y="351"/>
                    </a:lnTo>
                    <a:lnTo>
                      <a:pt x="497" y="349"/>
                    </a:lnTo>
                    <a:lnTo>
                      <a:pt x="497" y="349"/>
                    </a:lnTo>
                    <a:lnTo>
                      <a:pt x="494" y="349"/>
                    </a:lnTo>
                    <a:lnTo>
                      <a:pt x="494" y="346"/>
                    </a:lnTo>
                    <a:lnTo>
                      <a:pt x="494" y="346"/>
                    </a:lnTo>
                    <a:lnTo>
                      <a:pt x="494" y="346"/>
                    </a:lnTo>
                    <a:lnTo>
                      <a:pt x="494" y="344"/>
                    </a:lnTo>
                    <a:lnTo>
                      <a:pt x="494" y="344"/>
                    </a:lnTo>
                    <a:lnTo>
                      <a:pt x="494" y="344"/>
                    </a:lnTo>
                    <a:lnTo>
                      <a:pt x="494" y="344"/>
                    </a:lnTo>
                    <a:lnTo>
                      <a:pt x="494" y="342"/>
                    </a:lnTo>
                    <a:lnTo>
                      <a:pt x="494" y="342"/>
                    </a:lnTo>
                    <a:lnTo>
                      <a:pt x="494" y="342"/>
                    </a:lnTo>
                    <a:lnTo>
                      <a:pt x="494" y="342"/>
                    </a:lnTo>
                    <a:lnTo>
                      <a:pt x="494" y="339"/>
                    </a:lnTo>
                    <a:lnTo>
                      <a:pt x="494" y="339"/>
                    </a:lnTo>
                    <a:lnTo>
                      <a:pt x="494" y="339"/>
                    </a:lnTo>
                    <a:lnTo>
                      <a:pt x="494" y="339"/>
                    </a:lnTo>
                    <a:lnTo>
                      <a:pt x="494" y="337"/>
                    </a:lnTo>
                    <a:lnTo>
                      <a:pt x="494" y="337"/>
                    </a:lnTo>
                    <a:lnTo>
                      <a:pt x="494" y="334"/>
                    </a:lnTo>
                    <a:lnTo>
                      <a:pt x="494" y="334"/>
                    </a:lnTo>
                    <a:lnTo>
                      <a:pt x="497" y="334"/>
                    </a:lnTo>
                    <a:lnTo>
                      <a:pt x="497" y="334"/>
                    </a:lnTo>
                    <a:lnTo>
                      <a:pt x="497" y="334"/>
                    </a:lnTo>
                    <a:lnTo>
                      <a:pt x="499" y="334"/>
                    </a:lnTo>
                    <a:lnTo>
                      <a:pt x="499" y="332"/>
                    </a:lnTo>
                    <a:lnTo>
                      <a:pt x="499" y="332"/>
                    </a:lnTo>
                    <a:lnTo>
                      <a:pt x="499" y="332"/>
                    </a:lnTo>
                    <a:lnTo>
                      <a:pt x="499" y="330"/>
                    </a:lnTo>
                    <a:lnTo>
                      <a:pt x="499" y="330"/>
                    </a:lnTo>
                    <a:lnTo>
                      <a:pt x="502" y="330"/>
                    </a:lnTo>
                    <a:lnTo>
                      <a:pt x="502" y="332"/>
                    </a:lnTo>
                    <a:lnTo>
                      <a:pt x="502" y="332"/>
                    </a:lnTo>
                    <a:lnTo>
                      <a:pt x="502" y="332"/>
                    </a:lnTo>
                    <a:lnTo>
                      <a:pt x="504" y="332"/>
                    </a:lnTo>
                    <a:lnTo>
                      <a:pt x="504" y="330"/>
                    </a:lnTo>
                    <a:lnTo>
                      <a:pt x="504" y="330"/>
                    </a:lnTo>
                    <a:lnTo>
                      <a:pt x="504" y="330"/>
                    </a:lnTo>
                    <a:lnTo>
                      <a:pt x="506" y="330"/>
                    </a:lnTo>
                    <a:lnTo>
                      <a:pt x="506" y="330"/>
                    </a:lnTo>
                    <a:lnTo>
                      <a:pt x="506" y="327"/>
                    </a:lnTo>
                    <a:lnTo>
                      <a:pt x="506" y="327"/>
                    </a:lnTo>
                    <a:lnTo>
                      <a:pt x="506" y="327"/>
                    </a:lnTo>
                    <a:lnTo>
                      <a:pt x="506" y="327"/>
                    </a:lnTo>
                    <a:lnTo>
                      <a:pt x="509" y="327"/>
                    </a:lnTo>
                    <a:lnTo>
                      <a:pt x="509" y="327"/>
                    </a:lnTo>
                    <a:lnTo>
                      <a:pt x="509" y="330"/>
                    </a:lnTo>
                    <a:lnTo>
                      <a:pt x="511" y="330"/>
                    </a:lnTo>
                    <a:lnTo>
                      <a:pt x="511" y="327"/>
                    </a:lnTo>
                    <a:lnTo>
                      <a:pt x="511" y="327"/>
                    </a:lnTo>
                    <a:lnTo>
                      <a:pt x="511" y="327"/>
                    </a:lnTo>
                    <a:lnTo>
                      <a:pt x="511" y="325"/>
                    </a:lnTo>
                    <a:lnTo>
                      <a:pt x="511" y="325"/>
                    </a:lnTo>
                    <a:lnTo>
                      <a:pt x="511" y="325"/>
                    </a:lnTo>
                    <a:lnTo>
                      <a:pt x="511" y="325"/>
                    </a:lnTo>
                    <a:lnTo>
                      <a:pt x="511" y="325"/>
                    </a:lnTo>
                    <a:lnTo>
                      <a:pt x="511" y="323"/>
                    </a:lnTo>
                    <a:lnTo>
                      <a:pt x="513" y="323"/>
                    </a:lnTo>
                    <a:lnTo>
                      <a:pt x="513" y="323"/>
                    </a:lnTo>
                    <a:lnTo>
                      <a:pt x="513" y="323"/>
                    </a:lnTo>
                    <a:lnTo>
                      <a:pt x="513" y="323"/>
                    </a:lnTo>
                    <a:lnTo>
                      <a:pt x="513" y="323"/>
                    </a:lnTo>
                    <a:lnTo>
                      <a:pt x="513" y="320"/>
                    </a:lnTo>
                    <a:lnTo>
                      <a:pt x="513" y="320"/>
                    </a:lnTo>
                    <a:lnTo>
                      <a:pt x="516" y="320"/>
                    </a:lnTo>
                    <a:lnTo>
                      <a:pt x="516" y="318"/>
                    </a:lnTo>
                    <a:lnTo>
                      <a:pt x="516" y="318"/>
                    </a:lnTo>
                    <a:lnTo>
                      <a:pt x="516" y="318"/>
                    </a:lnTo>
                    <a:lnTo>
                      <a:pt x="516" y="316"/>
                    </a:lnTo>
                    <a:lnTo>
                      <a:pt x="518" y="316"/>
                    </a:lnTo>
                    <a:lnTo>
                      <a:pt x="518" y="316"/>
                    </a:lnTo>
                    <a:lnTo>
                      <a:pt x="518" y="313"/>
                    </a:lnTo>
                    <a:lnTo>
                      <a:pt x="518" y="313"/>
                    </a:lnTo>
                    <a:lnTo>
                      <a:pt x="518" y="313"/>
                    </a:lnTo>
                    <a:lnTo>
                      <a:pt x="518" y="313"/>
                    </a:lnTo>
                    <a:lnTo>
                      <a:pt x="518" y="313"/>
                    </a:lnTo>
                    <a:lnTo>
                      <a:pt x="518" y="311"/>
                    </a:lnTo>
                    <a:lnTo>
                      <a:pt x="520" y="311"/>
                    </a:lnTo>
                    <a:lnTo>
                      <a:pt x="520" y="311"/>
                    </a:lnTo>
                    <a:lnTo>
                      <a:pt x="520" y="311"/>
                    </a:lnTo>
                    <a:lnTo>
                      <a:pt x="523" y="311"/>
                    </a:lnTo>
                    <a:lnTo>
                      <a:pt x="523" y="311"/>
                    </a:lnTo>
                    <a:lnTo>
                      <a:pt x="520" y="311"/>
                    </a:lnTo>
                    <a:lnTo>
                      <a:pt x="520" y="308"/>
                    </a:lnTo>
                    <a:lnTo>
                      <a:pt x="520" y="308"/>
                    </a:lnTo>
                    <a:lnTo>
                      <a:pt x="520" y="308"/>
                    </a:lnTo>
                    <a:lnTo>
                      <a:pt x="520" y="306"/>
                    </a:lnTo>
                    <a:lnTo>
                      <a:pt x="520" y="306"/>
                    </a:lnTo>
                    <a:lnTo>
                      <a:pt x="518" y="306"/>
                    </a:lnTo>
                    <a:lnTo>
                      <a:pt x="518" y="306"/>
                    </a:lnTo>
                    <a:lnTo>
                      <a:pt x="518" y="306"/>
                    </a:lnTo>
                    <a:lnTo>
                      <a:pt x="518" y="306"/>
                    </a:lnTo>
                    <a:lnTo>
                      <a:pt x="516" y="306"/>
                    </a:lnTo>
                    <a:lnTo>
                      <a:pt x="516" y="304"/>
                    </a:lnTo>
                    <a:lnTo>
                      <a:pt x="516" y="304"/>
                    </a:lnTo>
                    <a:lnTo>
                      <a:pt x="513" y="304"/>
                    </a:lnTo>
                    <a:lnTo>
                      <a:pt x="513" y="304"/>
                    </a:lnTo>
                    <a:lnTo>
                      <a:pt x="513" y="304"/>
                    </a:lnTo>
                    <a:lnTo>
                      <a:pt x="513" y="304"/>
                    </a:lnTo>
                    <a:lnTo>
                      <a:pt x="511" y="304"/>
                    </a:lnTo>
                    <a:lnTo>
                      <a:pt x="511" y="304"/>
                    </a:lnTo>
                    <a:lnTo>
                      <a:pt x="511" y="304"/>
                    </a:lnTo>
                    <a:lnTo>
                      <a:pt x="509" y="304"/>
                    </a:lnTo>
                    <a:lnTo>
                      <a:pt x="509" y="304"/>
                    </a:lnTo>
                    <a:lnTo>
                      <a:pt x="506" y="304"/>
                    </a:lnTo>
                    <a:lnTo>
                      <a:pt x="506" y="304"/>
                    </a:lnTo>
                    <a:lnTo>
                      <a:pt x="506" y="304"/>
                    </a:lnTo>
                    <a:lnTo>
                      <a:pt x="506" y="304"/>
                    </a:lnTo>
                    <a:lnTo>
                      <a:pt x="504" y="304"/>
                    </a:lnTo>
                    <a:lnTo>
                      <a:pt x="504" y="304"/>
                    </a:lnTo>
                    <a:lnTo>
                      <a:pt x="504" y="304"/>
                    </a:lnTo>
                    <a:lnTo>
                      <a:pt x="502" y="304"/>
                    </a:lnTo>
                    <a:lnTo>
                      <a:pt x="502" y="304"/>
                    </a:lnTo>
                    <a:lnTo>
                      <a:pt x="502" y="304"/>
                    </a:lnTo>
                    <a:lnTo>
                      <a:pt x="502" y="304"/>
                    </a:lnTo>
                    <a:lnTo>
                      <a:pt x="499" y="304"/>
                    </a:lnTo>
                    <a:lnTo>
                      <a:pt x="499" y="304"/>
                    </a:lnTo>
                    <a:lnTo>
                      <a:pt x="499" y="304"/>
                    </a:lnTo>
                    <a:lnTo>
                      <a:pt x="499" y="304"/>
                    </a:lnTo>
                    <a:lnTo>
                      <a:pt x="497" y="304"/>
                    </a:lnTo>
                    <a:lnTo>
                      <a:pt x="497" y="304"/>
                    </a:lnTo>
                    <a:lnTo>
                      <a:pt x="497" y="304"/>
                    </a:lnTo>
                    <a:lnTo>
                      <a:pt x="494" y="304"/>
                    </a:lnTo>
                    <a:lnTo>
                      <a:pt x="494" y="304"/>
                    </a:lnTo>
                    <a:lnTo>
                      <a:pt x="494" y="304"/>
                    </a:lnTo>
                    <a:lnTo>
                      <a:pt x="492" y="304"/>
                    </a:lnTo>
                    <a:lnTo>
                      <a:pt x="492" y="304"/>
                    </a:lnTo>
                    <a:lnTo>
                      <a:pt x="492" y="304"/>
                    </a:lnTo>
                    <a:lnTo>
                      <a:pt x="492" y="304"/>
                    </a:lnTo>
                    <a:lnTo>
                      <a:pt x="490" y="304"/>
                    </a:lnTo>
                    <a:lnTo>
                      <a:pt x="490" y="304"/>
                    </a:lnTo>
                    <a:lnTo>
                      <a:pt x="487" y="304"/>
                    </a:lnTo>
                    <a:lnTo>
                      <a:pt x="487" y="304"/>
                    </a:lnTo>
                    <a:lnTo>
                      <a:pt x="487" y="304"/>
                    </a:lnTo>
                    <a:lnTo>
                      <a:pt x="485" y="304"/>
                    </a:lnTo>
                    <a:lnTo>
                      <a:pt x="485" y="304"/>
                    </a:lnTo>
                    <a:lnTo>
                      <a:pt x="485" y="304"/>
                    </a:lnTo>
                    <a:lnTo>
                      <a:pt x="483" y="304"/>
                    </a:lnTo>
                    <a:lnTo>
                      <a:pt x="483" y="304"/>
                    </a:lnTo>
                    <a:lnTo>
                      <a:pt x="480" y="304"/>
                    </a:lnTo>
                    <a:lnTo>
                      <a:pt x="480" y="304"/>
                    </a:lnTo>
                    <a:lnTo>
                      <a:pt x="480" y="304"/>
                    </a:lnTo>
                    <a:lnTo>
                      <a:pt x="478" y="304"/>
                    </a:lnTo>
                    <a:lnTo>
                      <a:pt x="478" y="304"/>
                    </a:lnTo>
                    <a:lnTo>
                      <a:pt x="478" y="304"/>
                    </a:lnTo>
                    <a:lnTo>
                      <a:pt x="475" y="304"/>
                    </a:lnTo>
                    <a:lnTo>
                      <a:pt x="475" y="304"/>
                    </a:lnTo>
                    <a:lnTo>
                      <a:pt x="475" y="304"/>
                    </a:lnTo>
                    <a:lnTo>
                      <a:pt x="473" y="304"/>
                    </a:lnTo>
                    <a:lnTo>
                      <a:pt x="473" y="304"/>
                    </a:lnTo>
                    <a:lnTo>
                      <a:pt x="473" y="304"/>
                    </a:lnTo>
                    <a:lnTo>
                      <a:pt x="471" y="304"/>
                    </a:lnTo>
                    <a:lnTo>
                      <a:pt x="471" y="301"/>
                    </a:lnTo>
                    <a:lnTo>
                      <a:pt x="471" y="301"/>
                    </a:lnTo>
                    <a:lnTo>
                      <a:pt x="468" y="301"/>
                    </a:lnTo>
                    <a:lnTo>
                      <a:pt x="468" y="301"/>
                    </a:lnTo>
                    <a:lnTo>
                      <a:pt x="468" y="301"/>
                    </a:lnTo>
                    <a:lnTo>
                      <a:pt x="468" y="301"/>
                    </a:lnTo>
                    <a:lnTo>
                      <a:pt x="466" y="301"/>
                    </a:lnTo>
                    <a:lnTo>
                      <a:pt x="466" y="301"/>
                    </a:lnTo>
                    <a:lnTo>
                      <a:pt x="466" y="301"/>
                    </a:lnTo>
                    <a:lnTo>
                      <a:pt x="466" y="299"/>
                    </a:lnTo>
                    <a:lnTo>
                      <a:pt x="466" y="299"/>
                    </a:lnTo>
                    <a:lnTo>
                      <a:pt x="466" y="297"/>
                    </a:lnTo>
                    <a:lnTo>
                      <a:pt x="466" y="297"/>
                    </a:lnTo>
                    <a:lnTo>
                      <a:pt x="466" y="294"/>
                    </a:lnTo>
                    <a:lnTo>
                      <a:pt x="466" y="294"/>
                    </a:lnTo>
                    <a:lnTo>
                      <a:pt x="466" y="294"/>
                    </a:lnTo>
                    <a:lnTo>
                      <a:pt x="466" y="294"/>
                    </a:lnTo>
                    <a:lnTo>
                      <a:pt x="466" y="292"/>
                    </a:lnTo>
                    <a:lnTo>
                      <a:pt x="466" y="292"/>
                    </a:lnTo>
                    <a:lnTo>
                      <a:pt x="466" y="292"/>
                    </a:lnTo>
                    <a:lnTo>
                      <a:pt x="466" y="289"/>
                    </a:lnTo>
                    <a:lnTo>
                      <a:pt x="466" y="289"/>
                    </a:lnTo>
                    <a:lnTo>
                      <a:pt x="466" y="287"/>
                    </a:lnTo>
                    <a:lnTo>
                      <a:pt x="466" y="287"/>
                    </a:lnTo>
                    <a:lnTo>
                      <a:pt x="466" y="285"/>
                    </a:lnTo>
                    <a:lnTo>
                      <a:pt x="466" y="285"/>
                    </a:lnTo>
                    <a:lnTo>
                      <a:pt x="466" y="285"/>
                    </a:lnTo>
                    <a:lnTo>
                      <a:pt x="466" y="285"/>
                    </a:lnTo>
                    <a:lnTo>
                      <a:pt x="466" y="285"/>
                    </a:lnTo>
                    <a:lnTo>
                      <a:pt x="466" y="282"/>
                    </a:lnTo>
                    <a:lnTo>
                      <a:pt x="464" y="282"/>
                    </a:lnTo>
                    <a:lnTo>
                      <a:pt x="464" y="282"/>
                    </a:lnTo>
                    <a:lnTo>
                      <a:pt x="464" y="280"/>
                    </a:lnTo>
                    <a:lnTo>
                      <a:pt x="464" y="280"/>
                    </a:lnTo>
                    <a:lnTo>
                      <a:pt x="464" y="280"/>
                    </a:lnTo>
                    <a:lnTo>
                      <a:pt x="464" y="278"/>
                    </a:lnTo>
                    <a:lnTo>
                      <a:pt x="461" y="278"/>
                    </a:lnTo>
                    <a:lnTo>
                      <a:pt x="461" y="278"/>
                    </a:lnTo>
                    <a:lnTo>
                      <a:pt x="461" y="278"/>
                    </a:lnTo>
                    <a:lnTo>
                      <a:pt x="461" y="278"/>
                    </a:lnTo>
                    <a:lnTo>
                      <a:pt x="461" y="278"/>
                    </a:lnTo>
                    <a:lnTo>
                      <a:pt x="459" y="278"/>
                    </a:lnTo>
                    <a:lnTo>
                      <a:pt x="459" y="280"/>
                    </a:lnTo>
                    <a:lnTo>
                      <a:pt x="459" y="280"/>
                    </a:lnTo>
                    <a:lnTo>
                      <a:pt x="459" y="282"/>
                    </a:lnTo>
                    <a:lnTo>
                      <a:pt x="459" y="282"/>
                    </a:lnTo>
                    <a:lnTo>
                      <a:pt x="459" y="282"/>
                    </a:lnTo>
                    <a:lnTo>
                      <a:pt x="459" y="282"/>
                    </a:lnTo>
                    <a:lnTo>
                      <a:pt x="457" y="282"/>
                    </a:lnTo>
                    <a:lnTo>
                      <a:pt x="457" y="282"/>
                    </a:lnTo>
                    <a:lnTo>
                      <a:pt x="457" y="282"/>
                    </a:lnTo>
                    <a:lnTo>
                      <a:pt x="457" y="282"/>
                    </a:lnTo>
                    <a:lnTo>
                      <a:pt x="454" y="282"/>
                    </a:lnTo>
                    <a:lnTo>
                      <a:pt x="454" y="282"/>
                    </a:lnTo>
                    <a:lnTo>
                      <a:pt x="454" y="282"/>
                    </a:lnTo>
                    <a:lnTo>
                      <a:pt x="454" y="282"/>
                    </a:lnTo>
                    <a:lnTo>
                      <a:pt x="452" y="282"/>
                    </a:lnTo>
                    <a:lnTo>
                      <a:pt x="452" y="280"/>
                    </a:lnTo>
                    <a:lnTo>
                      <a:pt x="452" y="280"/>
                    </a:lnTo>
                    <a:lnTo>
                      <a:pt x="452" y="280"/>
                    </a:lnTo>
                    <a:lnTo>
                      <a:pt x="452" y="280"/>
                    </a:lnTo>
                    <a:lnTo>
                      <a:pt x="452" y="278"/>
                    </a:lnTo>
                    <a:lnTo>
                      <a:pt x="449" y="278"/>
                    </a:lnTo>
                    <a:lnTo>
                      <a:pt x="449" y="278"/>
                    </a:lnTo>
                    <a:lnTo>
                      <a:pt x="449" y="275"/>
                    </a:lnTo>
                    <a:lnTo>
                      <a:pt x="449" y="275"/>
                    </a:lnTo>
                    <a:lnTo>
                      <a:pt x="449" y="275"/>
                    </a:lnTo>
                    <a:lnTo>
                      <a:pt x="449" y="275"/>
                    </a:lnTo>
                    <a:lnTo>
                      <a:pt x="449" y="273"/>
                    </a:lnTo>
                    <a:lnTo>
                      <a:pt x="449" y="273"/>
                    </a:lnTo>
                    <a:lnTo>
                      <a:pt x="447" y="273"/>
                    </a:lnTo>
                    <a:lnTo>
                      <a:pt x="447" y="273"/>
                    </a:lnTo>
                    <a:lnTo>
                      <a:pt x="447" y="270"/>
                    </a:lnTo>
                    <a:lnTo>
                      <a:pt x="447" y="270"/>
                    </a:lnTo>
                    <a:lnTo>
                      <a:pt x="447" y="273"/>
                    </a:lnTo>
                    <a:lnTo>
                      <a:pt x="445" y="273"/>
                    </a:lnTo>
                    <a:lnTo>
                      <a:pt x="445" y="273"/>
                    </a:lnTo>
                    <a:lnTo>
                      <a:pt x="447" y="273"/>
                    </a:lnTo>
                    <a:lnTo>
                      <a:pt x="447" y="275"/>
                    </a:lnTo>
                    <a:lnTo>
                      <a:pt x="447" y="275"/>
                    </a:lnTo>
                    <a:lnTo>
                      <a:pt x="447" y="275"/>
                    </a:lnTo>
                    <a:lnTo>
                      <a:pt x="447" y="275"/>
                    </a:lnTo>
                    <a:lnTo>
                      <a:pt x="447" y="275"/>
                    </a:lnTo>
                    <a:lnTo>
                      <a:pt x="447" y="275"/>
                    </a:lnTo>
                    <a:lnTo>
                      <a:pt x="447" y="275"/>
                    </a:lnTo>
                    <a:lnTo>
                      <a:pt x="445" y="275"/>
                    </a:lnTo>
                    <a:lnTo>
                      <a:pt x="445" y="275"/>
                    </a:lnTo>
                    <a:lnTo>
                      <a:pt x="445" y="275"/>
                    </a:lnTo>
                    <a:lnTo>
                      <a:pt x="445" y="275"/>
                    </a:lnTo>
                    <a:lnTo>
                      <a:pt x="445" y="275"/>
                    </a:lnTo>
                    <a:lnTo>
                      <a:pt x="442" y="275"/>
                    </a:lnTo>
                    <a:lnTo>
                      <a:pt x="442" y="275"/>
                    </a:lnTo>
                    <a:lnTo>
                      <a:pt x="442" y="275"/>
                    </a:lnTo>
                    <a:lnTo>
                      <a:pt x="440" y="275"/>
                    </a:lnTo>
                    <a:lnTo>
                      <a:pt x="440" y="275"/>
                    </a:lnTo>
                    <a:lnTo>
                      <a:pt x="440" y="273"/>
                    </a:lnTo>
                    <a:lnTo>
                      <a:pt x="440" y="273"/>
                    </a:lnTo>
                    <a:lnTo>
                      <a:pt x="440" y="273"/>
                    </a:lnTo>
                    <a:lnTo>
                      <a:pt x="440" y="273"/>
                    </a:lnTo>
                    <a:lnTo>
                      <a:pt x="440" y="270"/>
                    </a:lnTo>
                    <a:lnTo>
                      <a:pt x="438" y="270"/>
                    </a:lnTo>
                    <a:lnTo>
                      <a:pt x="438" y="270"/>
                    </a:lnTo>
                    <a:lnTo>
                      <a:pt x="438" y="270"/>
                    </a:lnTo>
                    <a:lnTo>
                      <a:pt x="438" y="270"/>
                    </a:lnTo>
                    <a:lnTo>
                      <a:pt x="438" y="268"/>
                    </a:lnTo>
                    <a:lnTo>
                      <a:pt x="435" y="268"/>
                    </a:lnTo>
                    <a:lnTo>
                      <a:pt x="435" y="268"/>
                    </a:lnTo>
                    <a:lnTo>
                      <a:pt x="435" y="268"/>
                    </a:lnTo>
                    <a:lnTo>
                      <a:pt x="435" y="266"/>
                    </a:lnTo>
                    <a:lnTo>
                      <a:pt x="433" y="266"/>
                    </a:lnTo>
                    <a:lnTo>
                      <a:pt x="433" y="268"/>
                    </a:lnTo>
                    <a:lnTo>
                      <a:pt x="433" y="268"/>
                    </a:lnTo>
                    <a:lnTo>
                      <a:pt x="433" y="268"/>
                    </a:lnTo>
                    <a:lnTo>
                      <a:pt x="433" y="270"/>
                    </a:lnTo>
                    <a:lnTo>
                      <a:pt x="433" y="270"/>
                    </a:lnTo>
                    <a:lnTo>
                      <a:pt x="433" y="270"/>
                    </a:lnTo>
                    <a:lnTo>
                      <a:pt x="433" y="270"/>
                    </a:lnTo>
                    <a:lnTo>
                      <a:pt x="435" y="270"/>
                    </a:lnTo>
                    <a:lnTo>
                      <a:pt x="435" y="270"/>
                    </a:lnTo>
                    <a:lnTo>
                      <a:pt x="435" y="270"/>
                    </a:lnTo>
                    <a:lnTo>
                      <a:pt x="438" y="270"/>
                    </a:lnTo>
                    <a:lnTo>
                      <a:pt x="438" y="273"/>
                    </a:lnTo>
                    <a:lnTo>
                      <a:pt x="438" y="273"/>
                    </a:lnTo>
                    <a:lnTo>
                      <a:pt x="435" y="273"/>
                    </a:lnTo>
                    <a:lnTo>
                      <a:pt x="435" y="275"/>
                    </a:lnTo>
                    <a:lnTo>
                      <a:pt x="435" y="275"/>
                    </a:lnTo>
                    <a:lnTo>
                      <a:pt x="433" y="275"/>
                    </a:lnTo>
                    <a:lnTo>
                      <a:pt x="433" y="275"/>
                    </a:lnTo>
                    <a:lnTo>
                      <a:pt x="433" y="275"/>
                    </a:lnTo>
                    <a:lnTo>
                      <a:pt x="433" y="275"/>
                    </a:lnTo>
                    <a:lnTo>
                      <a:pt x="433" y="278"/>
                    </a:lnTo>
                    <a:lnTo>
                      <a:pt x="433" y="278"/>
                    </a:lnTo>
                    <a:lnTo>
                      <a:pt x="430" y="278"/>
                    </a:lnTo>
                    <a:lnTo>
                      <a:pt x="430" y="278"/>
                    </a:lnTo>
                    <a:lnTo>
                      <a:pt x="430" y="278"/>
                    </a:lnTo>
                    <a:lnTo>
                      <a:pt x="430" y="280"/>
                    </a:lnTo>
                    <a:lnTo>
                      <a:pt x="428" y="280"/>
                    </a:lnTo>
                    <a:lnTo>
                      <a:pt x="428" y="280"/>
                    </a:lnTo>
                    <a:lnTo>
                      <a:pt x="428" y="282"/>
                    </a:lnTo>
                    <a:lnTo>
                      <a:pt x="428" y="282"/>
                    </a:lnTo>
                    <a:lnTo>
                      <a:pt x="428" y="282"/>
                    </a:lnTo>
                    <a:lnTo>
                      <a:pt x="428" y="285"/>
                    </a:lnTo>
                    <a:lnTo>
                      <a:pt x="428" y="285"/>
                    </a:lnTo>
                    <a:lnTo>
                      <a:pt x="428" y="285"/>
                    </a:lnTo>
                    <a:lnTo>
                      <a:pt x="428" y="285"/>
                    </a:lnTo>
                    <a:lnTo>
                      <a:pt x="428" y="285"/>
                    </a:lnTo>
                    <a:lnTo>
                      <a:pt x="428" y="287"/>
                    </a:lnTo>
                    <a:lnTo>
                      <a:pt x="428" y="287"/>
                    </a:lnTo>
                    <a:lnTo>
                      <a:pt x="428" y="287"/>
                    </a:lnTo>
                    <a:lnTo>
                      <a:pt x="430" y="287"/>
                    </a:lnTo>
                    <a:lnTo>
                      <a:pt x="430" y="287"/>
                    </a:lnTo>
                    <a:lnTo>
                      <a:pt x="433" y="287"/>
                    </a:lnTo>
                    <a:lnTo>
                      <a:pt x="433" y="289"/>
                    </a:lnTo>
                    <a:lnTo>
                      <a:pt x="433" y="289"/>
                    </a:lnTo>
                    <a:lnTo>
                      <a:pt x="433" y="289"/>
                    </a:lnTo>
                    <a:lnTo>
                      <a:pt x="433" y="289"/>
                    </a:lnTo>
                    <a:lnTo>
                      <a:pt x="433" y="292"/>
                    </a:lnTo>
                    <a:lnTo>
                      <a:pt x="435" y="292"/>
                    </a:lnTo>
                    <a:lnTo>
                      <a:pt x="435" y="292"/>
                    </a:lnTo>
                    <a:lnTo>
                      <a:pt x="435" y="292"/>
                    </a:lnTo>
                    <a:lnTo>
                      <a:pt x="435" y="294"/>
                    </a:lnTo>
                    <a:lnTo>
                      <a:pt x="438" y="294"/>
                    </a:lnTo>
                    <a:lnTo>
                      <a:pt x="438" y="294"/>
                    </a:lnTo>
                    <a:lnTo>
                      <a:pt x="438" y="294"/>
                    </a:lnTo>
                    <a:lnTo>
                      <a:pt x="438" y="294"/>
                    </a:lnTo>
                    <a:lnTo>
                      <a:pt x="438" y="294"/>
                    </a:lnTo>
                    <a:lnTo>
                      <a:pt x="440" y="294"/>
                    </a:lnTo>
                    <a:lnTo>
                      <a:pt x="440" y="294"/>
                    </a:lnTo>
                    <a:lnTo>
                      <a:pt x="440" y="294"/>
                    </a:lnTo>
                    <a:lnTo>
                      <a:pt x="442" y="294"/>
                    </a:lnTo>
                    <a:lnTo>
                      <a:pt x="442" y="294"/>
                    </a:lnTo>
                    <a:lnTo>
                      <a:pt x="445" y="294"/>
                    </a:lnTo>
                    <a:lnTo>
                      <a:pt x="445" y="297"/>
                    </a:lnTo>
                    <a:lnTo>
                      <a:pt x="445" y="297"/>
                    </a:lnTo>
                    <a:lnTo>
                      <a:pt x="445" y="299"/>
                    </a:lnTo>
                    <a:lnTo>
                      <a:pt x="445" y="299"/>
                    </a:lnTo>
                    <a:lnTo>
                      <a:pt x="445" y="299"/>
                    </a:lnTo>
                    <a:lnTo>
                      <a:pt x="445" y="299"/>
                    </a:lnTo>
                    <a:lnTo>
                      <a:pt x="447" y="299"/>
                    </a:lnTo>
                    <a:lnTo>
                      <a:pt x="447" y="299"/>
                    </a:lnTo>
                    <a:lnTo>
                      <a:pt x="447" y="301"/>
                    </a:lnTo>
                    <a:lnTo>
                      <a:pt x="447" y="301"/>
                    </a:lnTo>
                    <a:lnTo>
                      <a:pt x="447" y="301"/>
                    </a:lnTo>
                    <a:lnTo>
                      <a:pt x="447" y="304"/>
                    </a:lnTo>
                    <a:lnTo>
                      <a:pt x="445" y="304"/>
                    </a:lnTo>
                    <a:lnTo>
                      <a:pt x="445" y="304"/>
                    </a:lnTo>
                    <a:lnTo>
                      <a:pt x="445" y="304"/>
                    </a:lnTo>
                    <a:lnTo>
                      <a:pt x="445" y="304"/>
                    </a:lnTo>
                    <a:lnTo>
                      <a:pt x="445" y="304"/>
                    </a:lnTo>
                    <a:lnTo>
                      <a:pt x="442" y="304"/>
                    </a:lnTo>
                    <a:lnTo>
                      <a:pt x="442" y="304"/>
                    </a:lnTo>
                    <a:lnTo>
                      <a:pt x="442" y="304"/>
                    </a:lnTo>
                    <a:lnTo>
                      <a:pt x="442" y="304"/>
                    </a:lnTo>
                    <a:lnTo>
                      <a:pt x="440" y="304"/>
                    </a:lnTo>
                    <a:lnTo>
                      <a:pt x="440" y="304"/>
                    </a:lnTo>
                    <a:lnTo>
                      <a:pt x="440" y="304"/>
                    </a:lnTo>
                    <a:lnTo>
                      <a:pt x="438" y="304"/>
                    </a:lnTo>
                    <a:lnTo>
                      <a:pt x="438" y="304"/>
                    </a:lnTo>
                    <a:lnTo>
                      <a:pt x="438" y="304"/>
                    </a:lnTo>
                    <a:lnTo>
                      <a:pt x="438" y="304"/>
                    </a:lnTo>
                    <a:lnTo>
                      <a:pt x="438" y="304"/>
                    </a:lnTo>
                    <a:lnTo>
                      <a:pt x="435" y="304"/>
                    </a:lnTo>
                    <a:lnTo>
                      <a:pt x="435" y="304"/>
                    </a:lnTo>
                    <a:lnTo>
                      <a:pt x="435" y="304"/>
                    </a:lnTo>
                    <a:lnTo>
                      <a:pt x="435" y="306"/>
                    </a:lnTo>
                    <a:lnTo>
                      <a:pt x="435" y="306"/>
                    </a:lnTo>
                    <a:lnTo>
                      <a:pt x="435" y="306"/>
                    </a:lnTo>
                    <a:lnTo>
                      <a:pt x="435" y="308"/>
                    </a:lnTo>
                    <a:lnTo>
                      <a:pt x="435" y="308"/>
                    </a:lnTo>
                    <a:lnTo>
                      <a:pt x="433" y="308"/>
                    </a:lnTo>
                    <a:lnTo>
                      <a:pt x="433" y="308"/>
                    </a:lnTo>
                    <a:lnTo>
                      <a:pt x="433" y="311"/>
                    </a:lnTo>
                    <a:lnTo>
                      <a:pt x="433" y="311"/>
                    </a:lnTo>
                    <a:lnTo>
                      <a:pt x="433" y="311"/>
                    </a:lnTo>
                    <a:lnTo>
                      <a:pt x="433" y="311"/>
                    </a:lnTo>
                    <a:lnTo>
                      <a:pt x="430" y="311"/>
                    </a:lnTo>
                    <a:lnTo>
                      <a:pt x="430" y="308"/>
                    </a:lnTo>
                    <a:lnTo>
                      <a:pt x="430" y="308"/>
                    </a:lnTo>
                    <a:lnTo>
                      <a:pt x="428" y="308"/>
                    </a:lnTo>
                    <a:lnTo>
                      <a:pt x="428" y="311"/>
                    </a:lnTo>
                    <a:lnTo>
                      <a:pt x="428" y="311"/>
                    </a:lnTo>
                    <a:lnTo>
                      <a:pt x="428" y="313"/>
                    </a:lnTo>
                    <a:lnTo>
                      <a:pt x="428" y="313"/>
                    </a:lnTo>
                    <a:lnTo>
                      <a:pt x="428" y="313"/>
                    </a:lnTo>
                    <a:lnTo>
                      <a:pt x="428" y="313"/>
                    </a:lnTo>
                    <a:lnTo>
                      <a:pt x="428" y="313"/>
                    </a:lnTo>
                    <a:lnTo>
                      <a:pt x="426" y="313"/>
                    </a:lnTo>
                    <a:lnTo>
                      <a:pt x="426" y="316"/>
                    </a:lnTo>
                    <a:lnTo>
                      <a:pt x="426" y="316"/>
                    </a:lnTo>
                    <a:lnTo>
                      <a:pt x="428" y="316"/>
                    </a:lnTo>
                    <a:lnTo>
                      <a:pt x="428" y="318"/>
                    </a:lnTo>
                    <a:lnTo>
                      <a:pt x="428" y="318"/>
                    </a:lnTo>
                    <a:lnTo>
                      <a:pt x="428" y="318"/>
                    </a:lnTo>
                    <a:lnTo>
                      <a:pt x="428" y="320"/>
                    </a:lnTo>
                    <a:lnTo>
                      <a:pt x="428" y="320"/>
                    </a:lnTo>
                    <a:lnTo>
                      <a:pt x="428" y="320"/>
                    </a:lnTo>
                    <a:lnTo>
                      <a:pt x="430" y="320"/>
                    </a:lnTo>
                    <a:lnTo>
                      <a:pt x="430" y="323"/>
                    </a:lnTo>
                    <a:lnTo>
                      <a:pt x="430" y="323"/>
                    </a:lnTo>
                    <a:lnTo>
                      <a:pt x="433" y="323"/>
                    </a:lnTo>
                    <a:lnTo>
                      <a:pt x="433" y="323"/>
                    </a:lnTo>
                    <a:lnTo>
                      <a:pt x="433" y="323"/>
                    </a:lnTo>
                    <a:lnTo>
                      <a:pt x="433" y="323"/>
                    </a:lnTo>
                    <a:lnTo>
                      <a:pt x="433" y="323"/>
                    </a:lnTo>
                    <a:lnTo>
                      <a:pt x="435" y="323"/>
                    </a:lnTo>
                    <a:lnTo>
                      <a:pt x="435" y="323"/>
                    </a:lnTo>
                    <a:lnTo>
                      <a:pt x="435" y="325"/>
                    </a:lnTo>
                    <a:lnTo>
                      <a:pt x="438" y="325"/>
                    </a:lnTo>
                    <a:lnTo>
                      <a:pt x="438" y="325"/>
                    </a:lnTo>
                    <a:lnTo>
                      <a:pt x="438" y="325"/>
                    </a:lnTo>
                    <a:lnTo>
                      <a:pt x="440" y="325"/>
                    </a:lnTo>
                    <a:lnTo>
                      <a:pt x="440" y="325"/>
                    </a:lnTo>
                    <a:lnTo>
                      <a:pt x="440" y="325"/>
                    </a:lnTo>
                    <a:lnTo>
                      <a:pt x="440" y="325"/>
                    </a:lnTo>
                    <a:lnTo>
                      <a:pt x="440" y="325"/>
                    </a:lnTo>
                    <a:lnTo>
                      <a:pt x="440" y="325"/>
                    </a:lnTo>
                    <a:lnTo>
                      <a:pt x="442" y="325"/>
                    </a:lnTo>
                    <a:lnTo>
                      <a:pt x="442" y="327"/>
                    </a:lnTo>
                    <a:lnTo>
                      <a:pt x="442" y="327"/>
                    </a:lnTo>
                    <a:lnTo>
                      <a:pt x="440" y="327"/>
                    </a:lnTo>
                    <a:lnTo>
                      <a:pt x="440" y="330"/>
                    </a:lnTo>
                    <a:lnTo>
                      <a:pt x="440" y="330"/>
                    </a:lnTo>
                    <a:lnTo>
                      <a:pt x="440" y="332"/>
                    </a:lnTo>
                    <a:lnTo>
                      <a:pt x="442" y="332"/>
                    </a:lnTo>
                    <a:lnTo>
                      <a:pt x="442" y="332"/>
                    </a:lnTo>
                    <a:lnTo>
                      <a:pt x="442" y="334"/>
                    </a:lnTo>
                    <a:lnTo>
                      <a:pt x="442" y="334"/>
                    </a:lnTo>
                    <a:lnTo>
                      <a:pt x="442" y="334"/>
                    </a:lnTo>
                    <a:lnTo>
                      <a:pt x="440" y="334"/>
                    </a:lnTo>
                    <a:lnTo>
                      <a:pt x="440" y="337"/>
                    </a:lnTo>
                    <a:lnTo>
                      <a:pt x="440" y="337"/>
                    </a:lnTo>
                    <a:lnTo>
                      <a:pt x="440" y="337"/>
                    </a:lnTo>
                    <a:lnTo>
                      <a:pt x="438" y="337"/>
                    </a:lnTo>
                    <a:lnTo>
                      <a:pt x="438" y="337"/>
                    </a:lnTo>
                    <a:lnTo>
                      <a:pt x="440" y="337"/>
                    </a:lnTo>
                    <a:lnTo>
                      <a:pt x="440" y="339"/>
                    </a:lnTo>
                    <a:lnTo>
                      <a:pt x="438" y="339"/>
                    </a:lnTo>
                    <a:lnTo>
                      <a:pt x="438" y="339"/>
                    </a:lnTo>
                    <a:lnTo>
                      <a:pt x="438" y="342"/>
                    </a:lnTo>
                    <a:lnTo>
                      <a:pt x="438" y="342"/>
                    </a:lnTo>
                    <a:lnTo>
                      <a:pt x="438" y="344"/>
                    </a:lnTo>
                    <a:lnTo>
                      <a:pt x="440" y="344"/>
                    </a:lnTo>
                    <a:lnTo>
                      <a:pt x="440" y="344"/>
                    </a:lnTo>
                    <a:lnTo>
                      <a:pt x="440" y="344"/>
                    </a:lnTo>
                    <a:lnTo>
                      <a:pt x="440" y="344"/>
                    </a:lnTo>
                    <a:lnTo>
                      <a:pt x="440" y="344"/>
                    </a:lnTo>
                    <a:lnTo>
                      <a:pt x="440" y="346"/>
                    </a:lnTo>
                    <a:lnTo>
                      <a:pt x="442" y="346"/>
                    </a:lnTo>
                    <a:lnTo>
                      <a:pt x="442" y="346"/>
                    </a:lnTo>
                    <a:lnTo>
                      <a:pt x="442" y="346"/>
                    </a:lnTo>
                    <a:lnTo>
                      <a:pt x="442" y="349"/>
                    </a:lnTo>
                    <a:lnTo>
                      <a:pt x="442" y="349"/>
                    </a:lnTo>
                    <a:lnTo>
                      <a:pt x="442" y="349"/>
                    </a:lnTo>
                    <a:lnTo>
                      <a:pt x="442" y="351"/>
                    </a:lnTo>
                    <a:lnTo>
                      <a:pt x="440" y="351"/>
                    </a:lnTo>
                    <a:lnTo>
                      <a:pt x="440" y="351"/>
                    </a:lnTo>
                    <a:lnTo>
                      <a:pt x="440" y="353"/>
                    </a:lnTo>
                    <a:lnTo>
                      <a:pt x="442" y="353"/>
                    </a:lnTo>
                    <a:lnTo>
                      <a:pt x="442" y="353"/>
                    </a:lnTo>
                    <a:lnTo>
                      <a:pt x="445" y="353"/>
                    </a:lnTo>
                    <a:lnTo>
                      <a:pt x="445" y="353"/>
                    </a:lnTo>
                    <a:lnTo>
                      <a:pt x="445" y="353"/>
                    </a:lnTo>
                    <a:lnTo>
                      <a:pt x="445" y="353"/>
                    </a:lnTo>
                    <a:lnTo>
                      <a:pt x="447" y="353"/>
                    </a:lnTo>
                    <a:lnTo>
                      <a:pt x="447" y="353"/>
                    </a:lnTo>
                    <a:lnTo>
                      <a:pt x="445" y="353"/>
                    </a:lnTo>
                    <a:lnTo>
                      <a:pt x="445" y="356"/>
                    </a:lnTo>
                    <a:lnTo>
                      <a:pt x="445" y="356"/>
                    </a:lnTo>
                    <a:lnTo>
                      <a:pt x="445" y="356"/>
                    </a:lnTo>
                    <a:lnTo>
                      <a:pt x="445" y="358"/>
                    </a:lnTo>
                    <a:lnTo>
                      <a:pt x="445" y="358"/>
                    </a:lnTo>
                    <a:lnTo>
                      <a:pt x="445" y="361"/>
                    </a:lnTo>
                    <a:lnTo>
                      <a:pt x="445" y="361"/>
                    </a:lnTo>
                    <a:lnTo>
                      <a:pt x="445" y="361"/>
                    </a:lnTo>
                    <a:lnTo>
                      <a:pt x="445" y="363"/>
                    </a:lnTo>
                    <a:lnTo>
                      <a:pt x="447" y="363"/>
                    </a:lnTo>
                    <a:lnTo>
                      <a:pt x="447" y="363"/>
                    </a:lnTo>
                    <a:lnTo>
                      <a:pt x="447" y="363"/>
                    </a:lnTo>
                    <a:lnTo>
                      <a:pt x="447" y="365"/>
                    </a:lnTo>
                    <a:lnTo>
                      <a:pt x="445" y="365"/>
                    </a:lnTo>
                    <a:lnTo>
                      <a:pt x="445" y="365"/>
                    </a:lnTo>
                    <a:lnTo>
                      <a:pt x="447" y="365"/>
                    </a:lnTo>
                    <a:lnTo>
                      <a:pt x="447" y="368"/>
                    </a:lnTo>
                    <a:lnTo>
                      <a:pt x="447" y="368"/>
                    </a:lnTo>
                    <a:lnTo>
                      <a:pt x="447" y="370"/>
                    </a:lnTo>
                    <a:lnTo>
                      <a:pt x="447" y="370"/>
                    </a:lnTo>
                    <a:lnTo>
                      <a:pt x="447" y="370"/>
                    </a:lnTo>
                    <a:lnTo>
                      <a:pt x="447" y="372"/>
                    </a:lnTo>
                    <a:lnTo>
                      <a:pt x="447" y="372"/>
                    </a:lnTo>
                    <a:lnTo>
                      <a:pt x="447" y="372"/>
                    </a:lnTo>
                    <a:lnTo>
                      <a:pt x="447" y="375"/>
                    </a:lnTo>
                    <a:lnTo>
                      <a:pt x="447" y="375"/>
                    </a:lnTo>
                    <a:lnTo>
                      <a:pt x="447" y="375"/>
                    </a:lnTo>
                    <a:lnTo>
                      <a:pt x="447" y="377"/>
                    </a:lnTo>
                    <a:lnTo>
                      <a:pt x="447" y="377"/>
                    </a:lnTo>
                    <a:lnTo>
                      <a:pt x="447" y="377"/>
                    </a:lnTo>
                    <a:lnTo>
                      <a:pt x="447" y="377"/>
                    </a:lnTo>
                    <a:lnTo>
                      <a:pt x="447" y="380"/>
                    </a:lnTo>
                    <a:lnTo>
                      <a:pt x="449" y="380"/>
                    </a:lnTo>
                    <a:lnTo>
                      <a:pt x="449" y="380"/>
                    </a:lnTo>
                    <a:lnTo>
                      <a:pt x="449" y="382"/>
                    </a:lnTo>
                    <a:lnTo>
                      <a:pt x="447" y="382"/>
                    </a:lnTo>
                    <a:lnTo>
                      <a:pt x="447" y="382"/>
                    </a:lnTo>
                    <a:lnTo>
                      <a:pt x="447" y="382"/>
                    </a:lnTo>
                    <a:lnTo>
                      <a:pt x="449" y="382"/>
                    </a:lnTo>
                    <a:lnTo>
                      <a:pt x="449" y="384"/>
                    </a:lnTo>
                    <a:lnTo>
                      <a:pt x="449" y="384"/>
                    </a:lnTo>
                    <a:lnTo>
                      <a:pt x="449" y="387"/>
                    </a:lnTo>
                    <a:lnTo>
                      <a:pt x="447" y="387"/>
                    </a:lnTo>
                    <a:lnTo>
                      <a:pt x="447" y="387"/>
                    </a:lnTo>
                    <a:lnTo>
                      <a:pt x="449" y="387"/>
                    </a:lnTo>
                    <a:lnTo>
                      <a:pt x="449" y="389"/>
                    </a:lnTo>
                    <a:lnTo>
                      <a:pt x="449" y="389"/>
                    </a:lnTo>
                    <a:lnTo>
                      <a:pt x="447" y="389"/>
                    </a:lnTo>
                    <a:lnTo>
                      <a:pt x="447" y="391"/>
                    </a:lnTo>
                    <a:lnTo>
                      <a:pt x="449" y="391"/>
                    </a:lnTo>
                    <a:lnTo>
                      <a:pt x="449" y="391"/>
                    </a:lnTo>
                    <a:lnTo>
                      <a:pt x="449" y="391"/>
                    </a:lnTo>
                    <a:lnTo>
                      <a:pt x="449" y="394"/>
                    </a:lnTo>
                    <a:lnTo>
                      <a:pt x="449" y="394"/>
                    </a:lnTo>
                    <a:lnTo>
                      <a:pt x="449" y="394"/>
                    </a:lnTo>
                    <a:lnTo>
                      <a:pt x="449" y="394"/>
                    </a:lnTo>
                    <a:lnTo>
                      <a:pt x="447" y="394"/>
                    </a:lnTo>
                    <a:lnTo>
                      <a:pt x="447" y="394"/>
                    </a:lnTo>
                    <a:lnTo>
                      <a:pt x="447" y="394"/>
                    </a:lnTo>
                    <a:lnTo>
                      <a:pt x="447" y="391"/>
                    </a:lnTo>
                    <a:lnTo>
                      <a:pt x="447" y="391"/>
                    </a:lnTo>
                    <a:lnTo>
                      <a:pt x="447" y="394"/>
                    </a:lnTo>
                    <a:lnTo>
                      <a:pt x="447" y="394"/>
                    </a:lnTo>
                    <a:lnTo>
                      <a:pt x="447" y="394"/>
                    </a:lnTo>
                    <a:lnTo>
                      <a:pt x="447" y="394"/>
                    </a:lnTo>
                    <a:lnTo>
                      <a:pt x="447" y="396"/>
                    </a:lnTo>
                    <a:lnTo>
                      <a:pt x="447" y="396"/>
                    </a:lnTo>
                    <a:lnTo>
                      <a:pt x="445" y="396"/>
                    </a:lnTo>
                    <a:lnTo>
                      <a:pt x="445" y="396"/>
                    </a:lnTo>
                    <a:lnTo>
                      <a:pt x="445" y="396"/>
                    </a:lnTo>
                    <a:lnTo>
                      <a:pt x="442" y="396"/>
                    </a:lnTo>
                    <a:lnTo>
                      <a:pt x="442" y="396"/>
                    </a:lnTo>
                    <a:lnTo>
                      <a:pt x="440" y="396"/>
                    </a:lnTo>
                    <a:lnTo>
                      <a:pt x="440" y="396"/>
                    </a:lnTo>
                    <a:lnTo>
                      <a:pt x="440" y="394"/>
                    </a:lnTo>
                    <a:lnTo>
                      <a:pt x="440" y="394"/>
                    </a:lnTo>
                    <a:lnTo>
                      <a:pt x="440" y="394"/>
                    </a:lnTo>
                    <a:lnTo>
                      <a:pt x="440" y="394"/>
                    </a:lnTo>
                    <a:lnTo>
                      <a:pt x="440" y="394"/>
                    </a:lnTo>
                    <a:lnTo>
                      <a:pt x="440" y="394"/>
                    </a:lnTo>
                    <a:lnTo>
                      <a:pt x="440" y="394"/>
                    </a:lnTo>
                    <a:lnTo>
                      <a:pt x="440" y="396"/>
                    </a:lnTo>
                    <a:lnTo>
                      <a:pt x="438" y="396"/>
                    </a:lnTo>
                    <a:lnTo>
                      <a:pt x="438" y="396"/>
                    </a:lnTo>
                    <a:lnTo>
                      <a:pt x="438" y="396"/>
                    </a:lnTo>
                    <a:lnTo>
                      <a:pt x="438" y="396"/>
                    </a:lnTo>
                    <a:lnTo>
                      <a:pt x="438" y="396"/>
                    </a:lnTo>
                    <a:lnTo>
                      <a:pt x="438" y="394"/>
                    </a:lnTo>
                    <a:lnTo>
                      <a:pt x="435" y="394"/>
                    </a:lnTo>
                    <a:lnTo>
                      <a:pt x="435" y="396"/>
                    </a:lnTo>
                    <a:lnTo>
                      <a:pt x="435" y="396"/>
                    </a:lnTo>
                    <a:lnTo>
                      <a:pt x="433" y="396"/>
                    </a:lnTo>
                    <a:lnTo>
                      <a:pt x="433" y="394"/>
                    </a:lnTo>
                    <a:lnTo>
                      <a:pt x="433" y="394"/>
                    </a:lnTo>
                    <a:lnTo>
                      <a:pt x="433" y="396"/>
                    </a:lnTo>
                    <a:lnTo>
                      <a:pt x="433" y="396"/>
                    </a:lnTo>
                    <a:lnTo>
                      <a:pt x="433" y="396"/>
                    </a:lnTo>
                    <a:lnTo>
                      <a:pt x="430" y="396"/>
                    </a:lnTo>
                    <a:lnTo>
                      <a:pt x="430" y="396"/>
                    </a:lnTo>
                    <a:lnTo>
                      <a:pt x="430" y="394"/>
                    </a:lnTo>
                    <a:lnTo>
                      <a:pt x="430" y="394"/>
                    </a:lnTo>
                    <a:lnTo>
                      <a:pt x="428" y="394"/>
                    </a:lnTo>
                    <a:lnTo>
                      <a:pt x="428" y="394"/>
                    </a:lnTo>
                    <a:lnTo>
                      <a:pt x="428" y="394"/>
                    </a:lnTo>
                    <a:lnTo>
                      <a:pt x="426" y="394"/>
                    </a:lnTo>
                    <a:lnTo>
                      <a:pt x="426" y="394"/>
                    </a:lnTo>
                    <a:lnTo>
                      <a:pt x="426" y="394"/>
                    </a:lnTo>
                    <a:lnTo>
                      <a:pt x="426" y="391"/>
                    </a:lnTo>
                    <a:lnTo>
                      <a:pt x="426" y="391"/>
                    </a:lnTo>
                    <a:lnTo>
                      <a:pt x="426" y="389"/>
                    </a:lnTo>
                    <a:lnTo>
                      <a:pt x="428" y="389"/>
                    </a:lnTo>
                    <a:lnTo>
                      <a:pt x="428" y="389"/>
                    </a:lnTo>
                    <a:lnTo>
                      <a:pt x="428" y="387"/>
                    </a:lnTo>
                    <a:lnTo>
                      <a:pt x="428" y="387"/>
                    </a:lnTo>
                    <a:lnTo>
                      <a:pt x="426" y="387"/>
                    </a:lnTo>
                    <a:lnTo>
                      <a:pt x="426" y="387"/>
                    </a:lnTo>
                    <a:lnTo>
                      <a:pt x="426" y="387"/>
                    </a:lnTo>
                    <a:lnTo>
                      <a:pt x="426" y="389"/>
                    </a:lnTo>
                    <a:lnTo>
                      <a:pt x="426" y="389"/>
                    </a:lnTo>
                    <a:lnTo>
                      <a:pt x="426" y="389"/>
                    </a:lnTo>
                    <a:lnTo>
                      <a:pt x="423" y="389"/>
                    </a:lnTo>
                    <a:lnTo>
                      <a:pt x="423" y="391"/>
                    </a:lnTo>
                    <a:lnTo>
                      <a:pt x="423" y="391"/>
                    </a:lnTo>
                    <a:lnTo>
                      <a:pt x="423" y="391"/>
                    </a:lnTo>
                    <a:lnTo>
                      <a:pt x="421" y="391"/>
                    </a:lnTo>
                    <a:lnTo>
                      <a:pt x="421" y="394"/>
                    </a:lnTo>
                    <a:lnTo>
                      <a:pt x="421" y="394"/>
                    </a:lnTo>
                    <a:lnTo>
                      <a:pt x="421" y="394"/>
                    </a:lnTo>
                    <a:lnTo>
                      <a:pt x="421" y="394"/>
                    </a:lnTo>
                    <a:lnTo>
                      <a:pt x="419" y="394"/>
                    </a:lnTo>
                    <a:lnTo>
                      <a:pt x="419" y="394"/>
                    </a:lnTo>
                    <a:lnTo>
                      <a:pt x="419" y="394"/>
                    </a:lnTo>
                    <a:lnTo>
                      <a:pt x="416" y="394"/>
                    </a:lnTo>
                    <a:lnTo>
                      <a:pt x="416" y="394"/>
                    </a:lnTo>
                    <a:lnTo>
                      <a:pt x="416" y="394"/>
                    </a:lnTo>
                    <a:lnTo>
                      <a:pt x="414" y="394"/>
                    </a:lnTo>
                    <a:lnTo>
                      <a:pt x="414" y="394"/>
                    </a:lnTo>
                    <a:lnTo>
                      <a:pt x="414" y="394"/>
                    </a:lnTo>
                    <a:lnTo>
                      <a:pt x="414" y="396"/>
                    </a:lnTo>
                    <a:lnTo>
                      <a:pt x="412" y="396"/>
                    </a:lnTo>
                    <a:lnTo>
                      <a:pt x="412" y="396"/>
                    </a:lnTo>
                    <a:lnTo>
                      <a:pt x="412" y="396"/>
                    </a:lnTo>
                    <a:lnTo>
                      <a:pt x="409" y="396"/>
                    </a:lnTo>
                    <a:lnTo>
                      <a:pt x="409" y="396"/>
                    </a:lnTo>
                    <a:lnTo>
                      <a:pt x="409" y="396"/>
                    </a:lnTo>
                    <a:lnTo>
                      <a:pt x="407" y="396"/>
                    </a:lnTo>
                    <a:lnTo>
                      <a:pt x="407" y="396"/>
                    </a:lnTo>
                    <a:lnTo>
                      <a:pt x="407" y="398"/>
                    </a:lnTo>
                    <a:lnTo>
                      <a:pt x="407" y="398"/>
                    </a:lnTo>
                    <a:lnTo>
                      <a:pt x="407" y="398"/>
                    </a:lnTo>
                    <a:lnTo>
                      <a:pt x="404" y="398"/>
                    </a:lnTo>
                    <a:lnTo>
                      <a:pt x="404" y="398"/>
                    </a:lnTo>
                    <a:lnTo>
                      <a:pt x="404" y="401"/>
                    </a:lnTo>
                    <a:lnTo>
                      <a:pt x="404" y="401"/>
                    </a:lnTo>
                    <a:lnTo>
                      <a:pt x="404" y="401"/>
                    </a:lnTo>
                    <a:lnTo>
                      <a:pt x="404" y="403"/>
                    </a:lnTo>
                    <a:lnTo>
                      <a:pt x="402" y="403"/>
                    </a:lnTo>
                    <a:lnTo>
                      <a:pt x="402" y="403"/>
                    </a:lnTo>
                    <a:lnTo>
                      <a:pt x="402" y="403"/>
                    </a:lnTo>
                    <a:lnTo>
                      <a:pt x="402" y="403"/>
                    </a:lnTo>
                    <a:lnTo>
                      <a:pt x="402" y="406"/>
                    </a:lnTo>
                    <a:lnTo>
                      <a:pt x="400" y="406"/>
                    </a:lnTo>
                    <a:lnTo>
                      <a:pt x="400" y="406"/>
                    </a:lnTo>
                    <a:lnTo>
                      <a:pt x="402" y="406"/>
                    </a:lnTo>
                    <a:lnTo>
                      <a:pt x="402" y="408"/>
                    </a:lnTo>
                    <a:lnTo>
                      <a:pt x="402" y="408"/>
                    </a:lnTo>
                    <a:lnTo>
                      <a:pt x="402" y="408"/>
                    </a:lnTo>
                    <a:lnTo>
                      <a:pt x="402" y="410"/>
                    </a:lnTo>
                    <a:lnTo>
                      <a:pt x="402" y="410"/>
                    </a:lnTo>
                    <a:lnTo>
                      <a:pt x="404" y="410"/>
                    </a:lnTo>
                    <a:lnTo>
                      <a:pt x="404" y="413"/>
                    </a:lnTo>
                    <a:lnTo>
                      <a:pt x="404" y="413"/>
                    </a:lnTo>
                    <a:lnTo>
                      <a:pt x="404" y="413"/>
                    </a:lnTo>
                    <a:lnTo>
                      <a:pt x="404" y="413"/>
                    </a:lnTo>
                    <a:lnTo>
                      <a:pt x="404" y="415"/>
                    </a:lnTo>
                    <a:lnTo>
                      <a:pt x="404" y="415"/>
                    </a:lnTo>
                    <a:lnTo>
                      <a:pt x="404" y="415"/>
                    </a:lnTo>
                    <a:lnTo>
                      <a:pt x="404" y="417"/>
                    </a:lnTo>
                    <a:lnTo>
                      <a:pt x="407" y="417"/>
                    </a:lnTo>
                    <a:lnTo>
                      <a:pt x="407" y="417"/>
                    </a:lnTo>
                    <a:lnTo>
                      <a:pt x="404" y="417"/>
                    </a:lnTo>
                    <a:lnTo>
                      <a:pt x="404" y="420"/>
                    </a:lnTo>
                    <a:lnTo>
                      <a:pt x="404" y="420"/>
                    </a:lnTo>
                    <a:lnTo>
                      <a:pt x="404" y="420"/>
                    </a:lnTo>
                    <a:lnTo>
                      <a:pt x="404" y="420"/>
                    </a:lnTo>
                    <a:lnTo>
                      <a:pt x="402" y="420"/>
                    </a:lnTo>
                    <a:lnTo>
                      <a:pt x="402" y="422"/>
                    </a:lnTo>
                    <a:lnTo>
                      <a:pt x="402" y="422"/>
                    </a:lnTo>
                    <a:lnTo>
                      <a:pt x="400" y="422"/>
                    </a:lnTo>
                    <a:lnTo>
                      <a:pt x="400" y="422"/>
                    </a:lnTo>
                    <a:lnTo>
                      <a:pt x="400" y="422"/>
                    </a:lnTo>
                    <a:lnTo>
                      <a:pt x="400" y="425"/>
                    </a:lnTo>
                    <a:lnTo>
                      <a:pt x="400" y="425"/>
                    </a:lnTo>
                    <a:lnTo>
                      <a:pt x="400" y="427"/>
                    </a:lnTo>
                    <a:lnTo>
                      <a:pt x="400" y="427"/>
                    </a:lnTo>
                    <a:lnTo>
                      <a:pt x="400" y="427"/>
                    </a:lnTo>
                    <a:lnTo>
                      <a:pt x="400" y="427"/>
                    </a:lnTo>
                    <a:lnTo>
                      <a:pt x="400" y="429"/>
                    </a:lnTo>
                    <a:lnTo>
                      <a:pt x="397" y="429"/>
                    </a:lnTo>
                    <a:lnTo>
                      <a:pt x="397" y="429"/>
                    </a:lnTo>
                    <a:lnTo>
                      <a:pt x="397" y="429"/>
                    </a:lnTo>
                    <a:lnTo>
                      <a:pt x="395" y="429"/>
                    </a:lnTo>
                    <a:lnTo>
                      <a:pt x="395" y="429"/>
                    </a:lnTo>
                    <a:lnTo>
                      <a:pt x="395" y="432"/>
                    </a:lnTo>
                    <a:lnTo>
                      <a:pt x="395" y="432"/>
                    </a:lnTo>
                    <a:lnTo>
                      <a:pt x="395" y="432"/>
                    </a:lnTo>
                    <a:lnTo>
                      <a:pt x="395" y="432"/>
                    </a:lnTo>
                    <a:lnTo>
                      <a:pt x="393" y="432"/>
                    </a:lnTo>
                    <a:lnTo>
                      <a:pt x="393" y="434"/>
                    </a:lnTo>
                    <a:lnTo>
                      <a:pt x="393" y="434"/>
                    </a:lnTo>
                    <a:lnTo>
                      <a:pt x="393" y="434"/>
                    </a:lnTo>
                    <a:lnTo>
                      <a:pt x="393" y="436"/>
                    </a:lnTo>
                    <a:lnTo>
                      <a:pt x="393" y="436"/>
                    </a:lnTo>
                    <a:lnTo>
                      <a:pt x="390" y="436"/>
                    </a:lnTo>
                    <a:lnTo>
                      <a:pt x="390" y="436"/>
                    </a:lnTo>
                    <a:lnTo>
                      <a:pt x="390" y="436"/>
                    </a:lnTo>
                    <a:lnTo>
                      <a:pt x="388" y="436"/>
                    </a:lnTo>
                    <a:lnTo>
                      <a:pt x="388" y="439"/>
                    </a:lnTo>
                    <a:lnTo>
                      <a:pt x="388" y="439"/>
                    </a:lnTo>
                    <a:lnTo>
                      <a:pt x="388" y="439"/>
                    </a:lnTo>
                    <a:lnTo>
                      <a:pt x="386" y="439"/>
                    </a:lnTo>
                    <a:lnTo>
                      <a:pt x="386" y="439"/>
                    </a:lnTo>
                    <a:lnTo>
                      <a:pt x="386" y="439"/>
                    </a:lnTo>
                    <a:lnTo>
                      <a:pt x="386" y="439"/>
                    </a:lnTo>
                    <a:lnTo>
                      <a:pt x="383" y="439"/>
                    </a:lnTo>
                    <a:lnTo>
                      <a:pt x="383" y="439"/>
                    </a:lnTo>
                    <a:lnTo>
                      <a:pt x="383" y="441"/>
                    </a:lnTo>
                    <a:lnTo>
                      <a:pt x="381" y="441"/>
                    </a:lnTo>
                    <a:lnTo>
                      <a:pt x="381" y="441"/>
                    </a:lnTo>
                    <a:lnTo>
                      <a:pt x="381" y="441"/>
                    </a:lnTo>
                    <a:lnTo>
                      <a:pt x="378" y="441"/>
                    </a:lnTo>
                    <a:lnTo>
                      <a:pt x="378" y="441"/>
                    </a:lnTo>
                    <a:lnTo>
                      <a:pt x="378" y="441"/>
                    </a:lnTo>
                    <a:lnTo>
                      <a:pt x="378" y="441"/>
                    </a:lnTo>
                    <a:lnTo>
                      <a:pt x="376" y="441"/>
                    </a:lnTo>
                    <a:lnTo>
                      <a:pt x="376" y="443"/>
                    </a:lnTo>
                    <a:lnTo>
                      <a:pt x="376" y="443"/>
                    </a:lnTo>
                    <a:lnTo>
                      <a:pt x="374" y="443"/>
                    </a:lnTo>
                    <a:lnTo>
                      <a:pt x="374" y="443"/>
                    </a:lnTo>
                    <a:lnTo>
                      <a:pt x="374" y="443"/>
                    </a:lnTo>
                    <a:lnTo>
                      <a:pt x="374" y="443"/>
                    </a:lnTo>
                    <a:lnTo>
                      <a:pt x="374" y="443"/>
                    </a:lnTo>
                    <a:lnTo>
                      <a:pt x="371" y="443"/>
                    </a:lnTo>
                    <a:lnTo>
                      <a:pt x="371" y="443"/>
                    </a:lnTo>
                    <a:lnTo>
                      <a:pt x="371" y="446"/>
                    </a:lnTo>
                    <a:lnTo>
                      <a:pt x="371" y="446"/>
                    </a:lnTo>
                    <a:lnTo>
                      <a:pt x="369" y="446"/>
                    </a:lnTo>
                    <a:lnTo>
                      <a:pt x="369" y="446"/>
                    </a:lnTo>
                    <a:lnTo>
                      <a:pt x="369" y="446"/>
                    </a:lnTo>
                    <a:lnTo>
                      <a:pt x="367" y="446"/>
                    </a:lnTo>
                    <a:lnTo>
                      <a:pt x="367" y="448"/>
                    </a:lnTo>
                    <a:lnTo>
                      <a:pt x="367" y="448"/>
                    </a:lnTo>
                    <a:lnTo>
                      <a:pt x="367" y="448"/>
                    </a:lnTo>
                    <a:lnTo>
                      <a:pt x="367" y="448"/>
                    </a:lnTo>
                    <a:lnTo>
                      <a:pt x="367" y="451"/>
                    </a:lnTo>
                    <a:lnTo>
                      <a:pt x="364" y="451"/>
                    </a:lnTo>
                    <a:lnTo>
                      <a:pt x="364" y="451"/>
                    </a:lnTo>
                    <a:lnTo>
                      <a:pt x="364" y="451"/>
                    </a:lnTo>
                    <a:lnTo>
                      <a:pt x="364" y="453"/>
                    </a:lnTo>
                    <a:lnTo>
                      <a:pt x="362" y="453"/>
                    </a:lnTo>
                    <a:lnTo>
                      <a:pt x="362" y="453"/>
                    </a:lnTo>
                    <a:lnTo>
                      <a:pt x="362" y="453"/>
                    </a:lnTo>
                    <a:lnTo>
                      <a:pt x="362" y="453"/>
                    </a:lnTo>
                    <a:lnTo>
                      <a:pt x="362" y="453"/>
                    </a:lnTo>
                    <a:lnTo>
                      <a:pt x="359" y="453"/>
                    </a:lnTo>
                    <a:lnTo>
                      <a:pt x="359" y="453"/>
                    </a:lnTo>
                    <a:lnTo>
                      <a:pt x="359" y="455"/>
                    </a:lnTo>
                    <a:lnTo>
                      <a:pt x="359" y="455"/>
                    </a:lnTo>
                    <a:lnTo>
                      <a:pt x="359" y="455"/>
                    </a:lnTo>
                    <a:lnTo>
                      <a:pt x="357" y="455"/>
                    </a:lnTo>
                    <a:lnTo>
                      <a:pt x="357" y="458"/>
                    </a:lnTo>
                    <a:lnTo>
                      <a:pt x="357" y="458"/>
                    </a:lnTo>
                    <a:lnTo>
                      <a:pt x="357" y="458"/>
                    </a:lnTo>
                    <a:lnTo>
                      <a:pt x="357" y="460"/>
                    </a:lnTo>
                    <a:lnTo>
                      <a:pt x="357" y="460"/>
                    </a:lnTo>
                    <a:lnTo>
                      <a:pt x="355" y="460"/>
                    </a:lnTo>
                    <a:lnTo>
                      <a:pt x="355" y="462"/>
                    </a:lnTo>
                    <a:lnTo>
                      <a:pt x="355" y="462"/>
                    </a:lnTo>
                    <a:lnTo>
                      <a:pt x="355" y="462"/>
                    </a:lnTo>
                    <a:lnTo>
                      <a:pt x="355" y="462"/>
                    </a:lnTo>
                    <a:lnTo>
                      <a:pt x="355" y="462"/>
                    </a:lnTo>
                    <a:lnTo>
                      <a:pt x="352" y="462"/>
                    </a:lnTo>
                    <a:lnTo>
                      <a:pt x="352" y="465"/>
                    </a:lnTo>
                    <a:lnTo>
                      <a:pt x="352" y="465"/>
                    </a:lnTo>
                    <a:lnTo>
                      <a:pt x="352" y="465"/>
                    </a:lnTo>
                    <a:lnTo>
                      <a:pt x="352" y="467"/>
                    </a:lnTo>
                    <a:lnTo>
                      <a:pt x="352" y="467"/>
                    </a:lnTo>
                    <a:lnTo>
                      <a:pt x="352" y="467"/>
                    </a:lnTo>
                    <a:lnTo>
                      <a:pt x="350" y="467"/>
                    </a:lnTo>
                    <a:lnTo>
                      <a:pt x="350" y="470"/>
                    </a:lnTo>
                    <a:lnTo>
                      <a:pt x="350" y="470"/>
                    </a:lnTo>
                    <a:lnTo>
                      <a:pt x="350" y="470"/>
                    </a:lnTo>
                    <a:lnTo>
                      <a:pt x="348" y="470"/>
                    </a:lnTo>
                    <a:lnTo>
                      <a:pt x="348" y="472"/>
                    </a:lnTo>
                    <a:lnTo>
                      <a:pt x="348" y="472"/>
                    </a:lnTo>
                    <a:lnTo>
                      <a:pt x="348" y="472"/>
                    </a:lnTo>
                    <a:lnTo>
                      <a:pt x="348" y="472"/>
                    </a:lnTo>
                    <a:lnTo>
                      <a:pt x="348" y="472"/>
                    </a:lnTo>
                    <a:lnTo>
                      <a:pt x="348" y="474"/>
                    </a:lnTo>
                    <a:lnTo>
                      <a:pt x="345" y="474"/>
                    </a:lnTo>
                    <a:lnTo>
                      <a:pt x="345" y="474"/>
                    </a:lnTo>
                    <a:lnTo>
                      <a:pt x="345" y="474"/>
                    </a:lnTo>
                    <a:lnTo>
                      <a:pt x="345" y="474"/>
                    </a:lnTo>
                    <a:lnTo>
                      <a:pt x="345" y="477"/>
                    </a:lnTo>
                    <a:lnTo>
                      <a:pt x="343" y="477"/>
                    </a:lnTo>
                    <a:lnTo>
                      <a:pt x="343" y="477"/>
                    </a:lnTo>
                    <a:lnTo>
                      <a:pt x="343" y="479"/>
                    </a:lnTo>
                    <a:lnTo>
                      <a:pt x="343" y="479"/>
                    </a:lnTo>
                    <a:lnTo>
                      <a:pt x="343" y="479"/>
                    </a:lnTo>
                    <a:lnTo>
                      <a:pt x="341" y="479"/>
                    </a:lnTo>
                    <a:lnTo>
                      <a:pt x="341" y="479"/>
                    </a:lnTo>
                    <a:lnTo>
                      <a:pt x="341" y="481"/>
                    </a:lnTo>
                    <a:lnTo>
                      <a:pt x="341" y="481"/>
                    </a:lnTo>
                    <a:lnTo>
                      <a:pt x="338" y="481"/>
                    </a:lnTo>
                    <a:lnTo>
                      <a:pt x="338" y="481"/>
                    </a:lnTo>
                    <a:lnTo>
                      <a:pt x="338" y="481"/>
                    </a:lnTo>
                    <a:lnTo>
                      <a:pt x="338" y="481"/>
                    </a:lnTo>
                    <a:lnTo>
                      <a:pt x="338" y="481"/>
                    </a:lnTo>
                    <a:lnTo>
                      <a:pt x="336" y="481"/>
                    </a:lnTo>
                    <a:lnTo>
                      <a:pt x="336" y="481"/>
                    </a:lnTo>
                    <a:lnTo>
                      <a:pt x="336" y="484"/>
                    </a:lnTo>
                    <a:lnTo>
                      <a:pt x="333" y="484"/>
                    </a:lnTo>
                    <a:lnTo>
                      <a:pt x="333" y="484"/>
                    </a:lnTo>
                    <a:lnTo>
                      <a:pt x="333" y="484"/>
                    </a:lnTo>
                    <a:lnTo>
                      <a:pt x="333" y="484"/>
                    </a:lnTo>
                    <a:lnTo>
                      <a:pt x="331" y="484"/>
                    </a:lnTo>
                    <a:lnTo>
                      <a:pt x="331" y="486"/>
                    </a:lnTo>
                    <a:lnTo>
                      <a:pt x="331" y="486"/>
                    </a:lnTo>
                    <a:lnTo>
                      <a:pt x="331" y="486"/>
                    </a:lnTo>
                    <a:lnTo>
                      <a:pt x="331" y="489"/>
                    </a:lnTo>
                    <a:lnTo>
                      <a:pt x="331" y="489"/>
                    </a:lnTo>
                    <a:lnTo>
                      <a:pt x="329" y="489"/>
                    </a:lnTo>
                    <a:lnTo>
                      <a:pt x="329" y="489"/>
                    </a:lnTo>
                    <a:lnTo>
                      <a:pt x="329" y="489"/>
                    </a:lnTo>
                    <a:lnTo>
                      <a:pt x="329" y="491"/>
                    </a:lnTo>
                    <a:lnTo>
                      <a:pt x="329" y="491"/>
                    </a:lnTo>
                    <a:lnTo>
                      <a:pt x="326" y="491"/>
                    </a:lnTo>
                    <a:lnTo>
                      <a:pt x="326" y="491"/>
                    </a:lnTo>
                    <a:lnTo>
                      <a:pt x="326" y="491"/>
                    </a:lnTo>
                    <a:lnTo>
                      <a:pt x="326" y="493"/>
                    </a:lnTo>
                    <a:lnTo>
                      <a:pt x="326" y="493"/>
                    </a:lnTo>
                    <a:lnTo>
                      <a:pt x="326" y="493"/>
                    </a:lnTo>
                    <a:lnTo>
                      <a:pt x="324" y="493"/>
                    </a:lnTo>
                    <a:lnTo>
                      <a:pt x="324" y="496"/>
                    </a:lnTo>
                    <a:lnTo>
                      <a:pt x="324" y="496"/>
                    </a:lnTo>
                    <a:lnTo>
                      <a:pt x="324" y="496"/>
                    </a:lnTo>
                    <a:lnTo>
                      <a:pt x="322" y="496"/>
                    </a:lnTo>
                    <a:lnTo>
                      <a:pt x="322" y="498"/>
                    </a:lnTo>
                    <a:lnTo>
                      <a:pt x="322" y="498"/>
                    </a:lnTo>
                    <a:lnTo>
                      <a:pt x="322" y="498"/>
                    </a:lnTo>
                    <a:lnTo>
                      <a:pt x="322" y="498"/>
                    </a:lnTo>
                    <a:lnTo>
                      <a:pt x="319" y="498"/>
                    </a:lnTo>
                    <a:lnTo>
                      <a:pt x="319" y="498"/>
                    </a:lnTo>
                    <a:lnTo>
                      <a:pt x="319" y="500"/>
                    </a:lnTo>
                    <a:lnTo>
                      <a:pt x="319" y="500"/>
                    </a:lnTo>
                    <a:lnTo>
                      <a:pt x="317" y="500"/>
                    </a:lnTo>
                    <a:lnTo>
                      <a:pt x="317" y="500"/>
                    </a:lnTo>
                    <a:lnTo>
                      <a:pt x="317" y="500"/>
                    </a:lnTo>
                    <a:lnTo>
                      <a:pt x="315" y="500"/>
                    </a:lnTo>
                    <a:lnTo>
                      <a:pt x="315" y="500"/>
                    </a:lnTo>
                    <a:lnTo>
                      <a:pt x="315" y="500"/>
                    </a:lnTo>
                    <a:lnTo>
                      <a:pt x="315" y="500"/>
                    </a:lnTo>
                    <a:lnTo>
                      <a:pt x="315" y="503"/>
                    </a:lnTo>
                    <a:lnTo>
                      <a:pt x="312" y="503"/>
                    </a:lnTo>
                    <a:lnTo>
                      <a:pt x="312" y="503"/>
                    </a:lnTo>
                    <a:lnTo>
                      <a:pt x="312" y="503"/>
                    </a:lnTo>
                    <a:lnTo>
                      <a:pt x="312" y="503"/>
                    </a:lnTo>
                    <a:lnTo>
                      <a:pt x="310" y="503"/>
                    </a:lnTo>
                    <a:lnTo>
                      <a:pt x="310" y="505"/>
                    </a:lnTo>
                    <a:lnTo>
                      <a:pt x="310" y="505"/>
                    </a:lnTo>
                    <a:lnTo>
                      <a:pt x="310" y="505"/>
                    </a:lnTo>
                    <a:lnTo>
                      <a:pt x="307" y="505"/>
                    </a:lnTo>
                    <a:lnTo>
                      <a:pt x="307" y="505"/>
                    </a:lnTo>
                    <a:lnTo>
                      <a:pt x="307" y="507"/>
                    </a:lnTo>
                    <a:lnTo>
                      <a:pt x="307" y="507"/>
                    </a:lnTo>
                    <a:lnTo>
                      <a:pt x="307" y="507"/>
                    </a:lnTo>
                    <a:lnTo>
                      <a:pt x="305" y="507"/>
                    </a:lnTo>
                    <a:lnTo>
                      <a:pt x="305" y="510"/>
                    </a:lnTo>
                    <a:lnTo>
                      <a:pt x="305" y="510"/>
                    </a:lnTo>
                    <a:lnTo>
                      <a:pt x="305" y="510"/>
                    </a:lnTo>
                    <a:lnTo>
                      <a:pt x="305" y="510"/>
                    </a:lnTo>
                    <a:lnTo>
                      <a:pt x="305" y="512"/>
                    </a:lnTo>
                    <a:lnTo>
                      <a:pt x="305" y="512"/>
                    </a:lnTo>
                    <a:lnTo>
                      <a:pt x="305" y="512"/>
                    </a:lnTo>
                    <a:lnTo>
                      <a:pt x="305" y="512"/>
                    </a:lnTo>
                    <a:lnTo>
                      <a:pt x="305" y="512"/>
                    </a:lnTo>
                    <a:lnTo>
                      <a:pt x="305" y="515"/>
                    </a:lnTo>
                    <a:lnTo>
                      <a:pt x="305" y="515"/>
                    </a:lnTo>
                    <a:lnTo>
                      <a:pt x="305" y="517"/>
                    </a:lnTo>
                    <a:lnTo>
                      <a:pt x="305" y="517"/>
                    </a:lnTo>
                    <a:lnTo>
                      <a:pt x="305" y="517"/>
                    </a:lnTo>
                    <a:lnTo>
                      <a:pt x="305" y="519"/>
                    </a:lnTo>
                    <a:lnTo>
                      <a:pt x="305" y="519"/>
                    </a:lnTo>
                    <a:lnTo>
                      <a:pt x="305" y="519"/>
                    </a:lnTo>
                    <a:lnTo>
                      <a:pt x="305" y="522"/>
                    </a:lnTo>
                    <a:lnTo>
                      <a:pt x="305" y="522"/>
                    </a:lnTo>
                    <a:lnTo>
                      <a:pt x="305" y="522"/>
                    </a:lnTo>
                    <a:lnTo>
                      <a:pt x="305" y="522"/>
                    </a:lnTo>
                    <a:lnTo>
                      <a:pt x="305" y="522"/>
                    </a:lnTo>
                    <a:lnTo>
                      <a:pt x="303" y="522"/>
                    </a:lnTo>
                    <a:lnTo>
                      <a:pt x="303" y="522"/>
                    </a:lnTo>
                    <a:lnTo>
                      <a:pt x="303" y="524"/>
                    </a:lnTo>
                    <a:lnTo>
                      <a:pt x="300" y="524"/>
                    </a:lnTo>
                    <a:lnTo>
                      <a:pt x="300" y="524"/>
                    </a:lnTo>
                    <a:lnTo>
                      <a:pt x="300" y="524"/>
                    </a:lnTo>
                    <a:lnTo>
                      <a:pt x="300" y="524"/>
                    </a:lnTo>
                    <a:lnTo>
                      <a:pt x="298" y="524"/>
                    </a:lnTo>
                    <a:lnTo>
                      <a:pt x="298" y="526"/>
                    </a:lnTo>
                    <a:lnTo>
                      <a:pt x="298" y="526"/>
                    </a:lnTo>
                    <a:lnTo>
                      <a:pt x="298" y="526"/>
                    </a:lnTo>
                    <a:lnTo>
                      <a:pt x="298" y="526"/>
                    </a:lnTo>
                    <a:lnTo>
                      <a:pt x="296" y="526"/>
                    </a:lnTo>
                    <a:lnTo>
                      <a:pt x="296" y="526"/>
                    </a:lnTo>
                    <a:lnTo>
                      <a:pt x="293" y="526"/>
                    </a:lnTo>
                    <a:lnTo>
                      <a:pt x="293" y="529"/>
                    </a:lnTo>
                    <a:lnTo>
                      <a:pt x="293" y="529"/>
                    </a:lnTo>
                    <a:lnTo>
                      <a:pt x="293" y="529"/>
                    </a:lnTo>
                    <a:lnTo>
                      <a:pt x="293" y="529"/>
                    </a:lnTo>
                    <a:lnTo>
                      <a:pt x="291" y="529"/>
                    </a:lnTo>
                    <a:lnTo>
                      <a:pt x="291" y="529"/>
                    </a:lnTo>
                    <a:lnTo>
                      <a:pt x="288" y="529"/>
                    </a:lnTo>
                    <a:lnTo>
                      <a:pt x="288" y="529"/>
                    </a:lnTo>
                    <a:lnTo>
                      <a:pt x="288" y="529"/>
                    </a:lnTo>
                    <a:lnTo>
                      <a:pt x="288" y="529"/>
                    </a:lnTo>
                    <a:lnTo>
                      <a:pt x="286" y="529"/>
                    </a:lnTo>
                    <a:lnTo>
                      <a:pt x="286" y="529"/>
                    </a:lnTo>
                    <a:lnTo>
                      <a:pt x="286" y="529"/>
                    </a:lnTo>
                    <a:lnTo>
                      <a:pt x="284" y="529"/>
                    </a:lnTo>
                    <a:lnTo>
                      <a:pt x="284" y="529"/>
                    </a:lnTo>
                    <a:lnTo>
                      <a:pt x="284" y="529"/>
                    </a:lnTo>
                    <a:lnTo>
                      <a:pt x="281" y="529"/>
                    </a:lnTo>
                    <a:lnTo>
                      <a:pt x="281" y="531"/>
                    </a:lnTo>
                    <a:lnTo>
                      <a:pt x="281" y="531"/>
                    </a:lnTo>
                    <a:lnTo>
                      <a:pt x="281" y="531"/>
                    </a:lnTo>
                    <a:lnTo>
                      <a:pt x="281" y="531"/>
                    </a:lnTo>
                    <a:lnTo>
                      <a:pt x="281" y="531"/>
                    </a:lnTo>
                    <a:lnTo>
                      <a:pt x="281" y="534"/>
                    </a:lnTo>
                    <a:lnTo>
                      <a:pt x="279" y="534"/>
                    </a:lnTo>
                    <a:lnTo>
                      <a:pt x="279" y="534"/>
                    </a:lnTo>
                    <a:lnTo>
                      <a:pt x="279" y="536"/>
                    </a:lnTo>
                    <a:lnTo>
                      <a:pt x="279" y="536"/>
                    </a:lnTo>
                    <a:lnTo>
                      <a:pt x="279" y="536"/>
                    </a:lnTo>
                    <a:lnTo>
                      <a:pt x="279" y="538"/>
                    </a:lnTo>
                    <a:lnTo>
                      <a:pt x="279" y="538"/>
                    </a:lnTo>
                    <a:lnTo>
                      <a:pt x="279" y="538"/>
                    </a:lnTo>
                    <a:lnTo>
                      <a:pt x="277" y="538"/>
                    </a:lnTo>
                    <a:lnTo>
                      <a:pt x="277" y="541"/>
                    </a:lnTo>
                    <a:lnTo>
                      <a:pt x="277" y="541"/>
                    </a:lnTo>
                    <a:lnTo>
                      <a:pt x="277" y="541"/>
                    </a:lnTo>
                    <a:lnTo>
                      <a:pt x="274" y="541"/>
                    </a:lnTo>
                    <a:lnTo>
                      <a:pt x="274" y="541"/>
                    </a:lnTo>
                    <a:lnTo>
                      <a:pt x="277" y="541"/>
                    </a:lnTo>
                    <a:lnTo>
                      <a:pt x="277" y="543"/>
                    </a:lnTo>
                    <a:lnTo>
                      <a:pt x="277" y="543"/>
                    </a:lnTo>
                    <a:lnTo>
                      <a:pt x="274" y="543"/>
                    </a:lnTo>
                    <a:lnTo>
                      <a:pt x="274" y="543"/>
                    </a:lnTo>
                    <a:lnTo>
                      <a:pt x="274" y="545"/>
                    </a:lnTo>
                    <a:lnTo>
                      <a:pt x="274" y="545"/>
                    </a:lnTo>
                    <a:lnTo>
                      <a:pt x="274" y="543"/>
                    </a:lnTo>
                    <a:lnTo>
                      <a:pt x="272" y="543"/>
                    </a:lnTo>
                    <a:lnTo>
                      <a:pt x="272" y="545"/>
                    </a:lnTo>
                    <a:lnTo>
                      <a:pt x="272" y="545"/>
                    </a:lnTo>
                    <a:lnTo>
                      <a:pt x="272" y="545"/>
                    </a:lnTo>
                    <a:lnTo>
                      <a:pt x="272" y="543"/>
                    </a:lnTo>
                    <a:lnTo>
                      <a:pt x="272" y="543"/>
                    </a:lnTo>
                    <a:lnTo>
                      <a:pt x="270" y="543"/>
                    </a:lnTo>
                    <a:lnTo>
                      <a:pt x="270" y="541"/>
                    </a:lnTo>
                    <a:lnTo>
                      <a:pt x="270" y="541"/>
                    </a:lnTo>
                    <a:lnTo>
                      <a:pt x="270" y="541"/>
                    </a:lnTo>
                    <a:lnTo>
                      <a:pt x="270" y="541"/>
                    </a:lnTo>
                    <a:lnTo>
                      <a:pt x="267" y="541"/>
                    </a:lnTo>
                    <a:lnTo>
                      <a:pt x="267" y="541"/>
                    </a:lnTo>
                    <a:lnTo>
                      <a:pt x="267" y="541"/>
                    </a:lnTo>
                    <a:lnTo>
                      <a:pt x="267" y="541"/>
                    </a:lnTo>
                    <a:lnTo>
                      <a:pt x="265" y="541"/>
                    </a:lnTo>
                    <a:lnTo>
                      <a:pt x="265" y="541"/>
                    </a:lnTo>
                    <a:lnTo>
                      <a:pt x="265" y="541"/>
                    </a:lnTo>
                    <a:lnTo>
                      <a:pt x="265" y="541"/>
                    </a:lnTo>
                    <a:lnTo>
                      <a:pt x="262" y="541"/>
                    </a:lnTo>
                    <a:lnTo>
                      <a:pt x="262" y="543"/>
                    </a:lnTo>
                    <a:lnTo>
                      <a:pt x="262" y="543"/>
                    </a:lnTo>
                    <a:lnTo>
                      <a:pt x="262" y="543"/>
                    </a:lnTo>
                    <a:lnTo>
                      <a:pt x="260" y="543"/>
                    </a:lnTo>
                    <a:lnTo>
                      <a:pt x="260" y="545"/>
                    </a:lnTo>
                    <a:lnTo>
                      <a:pt x="260" y="545"/>
                    </a:lnTo>
                    <a:lnTo>
                      <a:pt x="260" y="545"/>
                    </a:lnTo>
                    <a:lnTo>
                      <a:pt x="260" y="545"/>
                    </a:lnTo>
                    <a:lnTo>
                      <a:pt x="260" y="548"/>
                    </a:lnTo>
                    <a:lnTo>
                      <a:pt x="260" y="548"/>
                    </a:lnTo>
                    <a:lnTo>
                      <a:pt x="260" y="550"/>
                    </a:lnTo>
                    <a:lnTo>
                      <a:pt x="260" y="550"/>
                    </a:lnTo>
                    <a:lnTo>
                      <a:pt x="258" y="550"/>
                    </a:lnTo>
                    <a:lnTo>
                      <a:pt x="258" y="550"/>
                    </a:lnTo>
                    <a:lnTo>
                      <a:pt x="258" y="550"/>
                    </a:lnTo>
                    <a:lnTo>
                      <a:pt x="258" y="553"/>
                    </a:lnTo>
                    <a:lnTo>
                      <a:pt x="258" y="553"/>
                    </a:lnTo>
                    <a:lnTo>
                      <a:pt x="255" y="553"/>
                    </a:lnTo>
                    <a:lnTo>
                      <a:pt x="255" y="555"/>
                    </a:lnTo>
                    <a:lnTo>
                      <a:pt x="255" y="555"/>
                    </a:lnTo>
                    <a:lnTo>
                      <a:pt x="255" y="557"/>
                    </a:lnTo>
                    <a:lnTo>
                      <a:pt x="255" y="557"/>
                    </a:lnTo>
                    <a:lnTo>
                      <a:pt x="255" y="557"/>
                    </a:lnTo>
                    <a:lnTo>
                      <a:pt x="255" y="560"/>
                    </a:lnTo>
                    <a:lnTo>
                      <a:pt x="255" y="560"/>
                    </a:lnTo>
                    <a:lnTo>
                      <a:pt x="255" y="562"/>
                    </a:lnTo>
                    <a:lnTo>
                      <a:pt x="255" y="562"/>
                    </a:lnTo>
                    <a:lnTo>
                      <a:pt x="255" y="562"/>
                    </a:lnTo>
                    <a:lnTo>
                      <a:pt x="255" y="564"/>
                    </a:lnTo>
                    <a:lnTo>
                      <a:pt x="255" y="564"/>
                    </a:lnTo>
                    <a:lnTo>
                      <a:pt x="255" y="564"/>
                    </a:lnTo>
                    <a:lnTo>
                      <a:pt x="255" y="567"/>
                    </a:lnTo>
                    <a:lnTo>
                      <a:pt x="255" y="567"/>
                    </a:lnTo>
                    <a:lnTo>
                      <a:pt x="255" y="569"/>
                    </a:lnTo>
                    <a:lnTo>
                      <a:pt x="258" y="569"/>
                    </a:lnTo>
                    <a:lnTo>
                      <a:pt x="258" y="569"/>
                    </a:lnTo>
                    <a:lnTo>
                      <a:pt x="258" y="571"/>
                    </a:lnTo>
                    <a:lnTo>
                      <a:pt x="258" y="571"/>
                    </a:lnTo>
                    <a:lnTo>
                      <a:pt x="258" y="571"/>
                    </a:lnTo>
                    <a:lnTo>
                      <a:pt x="258" y="571"/>
                    </a:lnTo>
                    <a:lnTo>
                      <a:pt x="258" y="574"/>
                    </a:lnTo>
                    <a:lnTo>
                      <a:pt x="258" y="574"/>
                    </a:lnTo>
                    <a:lnTo>
                      <a:pt x="258" y="576"/>
                    </a:lnTo>
                    <a:lnTo>
                      <a:pt x="258" y="576"/>
                    </a:lnTo>
                    <a:lnTo>
                      <a:pt x="258" y="579"/>
                    </a:lnTo>
                    <a:lnTo>
                      <a:pt x="258" y="579"/>
                    </a:lnTo>
                    <a:lnTo>
                      <a:pt x="258" y="579"/>
                    </a:lnTo>
                    <a:lnTo>
                      <a:pt x="258" y="581"/>
                    </a:lnTo>
                    <a:lnTo>
                      <a:pt x="258" y="581"/>
                    </a:lnTo>
                    <a:lnTo>
                      <a:pt x="258" y="581"/>
                    </a:lnTo>
                    <a:lnTo>
                      <a:pt x="258" y="583"/>
                    </a:lnTo>
                    <a:lnTo>
                      <a:pt x="258" y="583"/>
                    </a:lnTo>
                    <a:lnTo>
                      <a:pt x="258" y="586"/>
                    </a:lnTo>
                    <a:lnTo>
                      <a:pt x="258" y="586"/>
                    </a:lnTo>
                    <a:lnTo>
                      <a:pt x="258" y="588"/>
                    </a:lnTo>
                    <a:lnTo>
                      <a:pt x="258" y="588"/>
                    </a:lnTo>
                    <a:lnTo>
                      <a:pt x="258" y="588"/>
                    </a:lnTo>
                    <a:lnTo>
                      <a:pt x="258" y="590"/>
                    </a:lnTo>
                    <a:lnTo>
                      <a:pt x="260" y="590"/>
                    </a:lnTo>
                    <a:lnTo>
                      <a:pt x="260" y="590"/>
                    </a:lnTo>
                    <a:lnTo>
                      <a:pt x="260" y="590"/>
                    </a:lnTo>
                    <a:lnTo>
                      <a:pt x="260" y="590"/>
                    </a:lnTo>
                    <a:lnTo>
                      <a:pt x="260" y="593"/>
                    </a:lnTo>
                    <a:lnTo>
                      <a:pt x="260" y="593"/>
                    </a:lnTo>
                    <a:lnTo>
                      <a:pt x="260" y="593"/>
                    </a:lnTo>
                    <a:lnTo>
                      <a:pt x="260" y="595"/>
                    </a:lnTo>
                    <a:lnTo>
                      <a:pt x="260" y="595"/>
                    </a:lnTo>
                    <a:lnTo>
                      <a:pt x="260" y="598"/>
                    </a:lnTo>
                    <a:lnTo>
                      <a:pt x="260" y="598"/>
                    </a:lnTo>
                    <a:lnTo>
                      <a:pt x="260" y="598"/>
                    </a:lnTo>
                    <a:lnTo>
                      <a:pt x="260" y="600"/>
                    </a:lnTo>
                    <a:lnTo>
                      <a:pt x="260" y="600"/>
                    </a:lnTo>
                    <a:lnTo>
                      <a:pt x="260" y="600"/>
                    </a:lnTo>
                    <a:lnTo>
                      <a:pt x="260" y="600"/>
                    </a:lnTo>
                    <a:lnTo>
                      <a:pt x="260" y="602"/>
                    </a:lnTo>
                    <a:lnTo>
                      <a:pt x="260" y="602"/>
                    </a:lnTo>
                    <a:lnTo>
                      <a:pt x="260" y="605"/>
                    </a:lnTo>
                    <a:lnTo>
                      <a:pt x="260" y="605"/>
                    </a:lnTo>
                    <a:lnTo>
                      <a:pt x="260" y="607"/>
                    </a:lnTo>
                    <a:lnTo>
                      <a:pt x="260" y="607"/>
                    </a:lnTo>
                    <a:lnTo>
                      <a:pt x="260" y="609"/>
                    </a:lnTo>
                    <a:lnTo>
                      <a:pt x="260" y="609"/>
                    </a:lnTo>
                    <a:lnTo>
                      <a:pt x="260" y="609"/>
                    </a:lnTo>
                    <a:lnTo>
                      <a:pt x="260" y="609"/>
                    </a:lnTo>
                    <a:lnTo>
                      <a:pt x="260" y="609"/>
                    </a:lnTo>
                    <a:lnTo>
                      <a:pt x="260" y="612"/>
                    </a:lnTo>
                    <a:lnTo>
                      <a:pt x="262" y="612"/>
                    </a:lnTo>
                    <a:lnTo>
                      <a:pt x="262" y="612"/>
                    </a:lnTo>
                    <a:lnTo>
                      <a:pt x="260" y="612"/>
                    </a:lnTo>
                    <a:lnTo>
                      <a:pt x="260" y="612"/>
                    </a:lnTo>
                    <a:lnTo>
                      <a:pt x="260" y="614"/>
                    </a:lnTo>
                    <a:lnTo>
                      <a:pt x="260" y="614"/>
                    </a:lnTo>
                    <a:lnTo>
                      <a:pt x="260" y="614"/>
                    </a:lnTo>
                    <a:lnTo>
                      <a:pt x="260" y="616"/>
                    </a:lnTo>
                    <a:lnTo>
                      <a:pt x="260" y="616"/>
                    </a:lnTo>
                    <a:lnTo>
                      <a:pt x="260" y="619"/>
                    </a:lnTo>
                    <a:lnTo>
                      <a:pt x="260" y="619"/>
                    </a:lnTo>
                    <a:lnTo>
                      <a:pt x="260" y="621"/>
                    </a:lnTo>
                    <a:lnTo>
                      <a:pt x="260" y="621"/>
                    </a:lnTo>
                    <a:lnTo>
                      <a:pt x="258" y="621"/>
                    </a:lnTo>
                    <a:lnTo>
                      <a:pt x="258" y="621"/>
                    </a:lnTo>
                    <a:lnTo>
                      <a:pt x="258" y="624"/>
                    </a:lnTo>
                    <a:lnTo>
                      <a:pt x="258" y="624"/>
                    </a:lnTo>
                    <a:lnTo>
                      <a:pt x="258" y="624"/>
                    </a:lnTo>
                    <a:lnTo>
                      <a:pt x="258" y="626"/>
                    </a:lnTo>
                    <a:lnTo>
                      <a:pt x="258" y="626"/>
                    </a:lnTo>
                    <a:lnTo>
                      <a:pt x="258" y="628"/>
                    </a:lnTo>
                    <a:lnTo>
                      <a:pt x="255" y="628"/>
                    </a:lnTo>
                    <a:lnTo>
                      <a:pt x="255" y="628"/>
                    </a:lnTo>
                    <a:lnTo>
                      <a:pt x="255" y="628"/>
                    </a:lnTo>
                    <a:lnTo>
                      <a:pt x="255" y="631"/>
                    </a:lnTo>
                    <a:lnTo>
                      <a:pt x="255" y="631"/>
                    </a:lnTo>
                    <a:lnTo>
                      <a:pt x="255" y="631"/>
                    </a:lnTo>
                    <a:lnTo>
                      <a:pt x="255" y="631"/>
                    </a:lnTo>
                    <a:lnTo>
                      <a:pt x="253" y="631"/>
                    </a:lnTo>
                    <a:lnTo>
                      <a:pt x="253" y="633"/>
                    </a:lnTo>
                    <a:lnTo>
                      <a:pt x="253" y="633"/>
                    </a:lnTo>
                    <a:lnTo>
                      <a:pt x="253" y="633"/>
                    </a:lnTo>
                    <a:lnTo>
                      <a:pt x="253" y="635"/>
                    </a:lnTo>
                    <a:lnTo>
                      <a:pt x="253" y="635"/>
                    </a:lnTo>
                    <a:lnTo>
                      <a:pt x="253" y="635"/>
                    </a:lnTo>
                    <a:lnTo>
                      <a:pt x="253" y="638"/>
                    </a:lnTo>
                    <a:lnTo>
                      <a:pt x="251" y="638"/>
                    </a:lnTo>
                    <a:lnTo>
                      <a:pt x="251" y="638"/>
                    </a:lnTo>
                    <a:lnTo>
                      <a:pt x="251" y="640"/>
                    </a:lnTo>
                    <a:lnTo>
                      <a:pt x="251" y="640"/>
                    </a:lnTo>
                    <a:lnTo>
                      <a:pt x="251" y="640"/>
                    </a:lnTo>
                    <a:lnTo>
                      <a:pt x="251" y="640"/>
                    </a:lnTo>
                    <a:lnTo>
                      <a:pt x="251" y="643"/>
                    </a:lnTo>
                    <a:lnTo>
                      <a:pt x="251" y="643"/>
                    </a:lnTo>
                    <a:lnTo>
                      <a:pt x="251" y="645"/>
                    </a:lnTo>
                    <a:lnTo>
                      <a:pt x="248" y="645"/>
                    </a:lnTo>
                    <a:lnTo>
                      <a:pt x="248" y="645"/>
                    </a:lnTo>
                    <a:lnTo>
                      <a:pt x="248" y="647"/>
                    </a:lnTo>
                    <a:lnTo>
                      <a:pt x="248" y="647"/>
                    </a:lnTo>
                    <a:lnTo>
                      <a:pt x="248" y="650"/>
                    </a:lnTo>
                    <a:lnTo>
                      <a:pt x="248" y="650"/>
                    </a:lnTo>
                    <a:lnTo>
                      <a:pt x="248" y="650"/>
                    </a:lnTo>
                    <a:lnTo>
                      <a:pt x="251" y="650"/>
                    </a:lnTo>
                    <a:lnTo>
                      <a:pt x="251" y="652"/>
                    </a:lnTo>
                    <a:lnTo>
                      <a:pt x="251" y="652"/>
                    </a:lnTo>
                    <a:lnTo>
                      <a:pt x="251" y="652"/>
                    </a:lnTo>
                    <a:lnTo>
                      <a:pt x="251" y="654"/>
                    </a:lnTo>
                    <a:lnTo>
                      <a:pt x="251" y="654"/>
                    </a:lnTo>
                    <a:lnTo>
                      <a:pt x="251" y="657"/>
                    </a:lnTo>
                    <a:lnTo>
                      <a:pt x="251" y="657"/>
                    </a:lnTo>
                    <a:lnTo>
                      <a:pt x="251" y="659"/>
                    </a:lnTo>
                    <a:lnTo>
                      <a:pt x="251" y="659"/>
                    </a:lnTo>
                    <a:lnTo>
                      <a:pt x="251" y="659"/>
                    </a:lnTo>
                    <a:lnTo>
                      <a:pt x="251" y="662"/>
                    </a:lnTo>
                    <a:lnTo>
                      <a:pt x="251" y="662"/>
                    </a:lnTo>
                    <a:lnTo>
                      <a:pt x="251" y="664"/>
                    </a:lnTo>
                    <a:lnTo>
                      <a:pt x="251" y="664"/>
                    </a:lnTo>
                    <a:lnTo>
                      <a:pt x="251" y="666"/>
                    </a:lnTo>
                    <a:lnTo>
                      <a:pt x="251" y="666"/>
                    </a:lnTo>
                    <a:lnTo>
                      <a:pt x="251" y="669"/>
                    </a:lnTo>
                    <a:lnTo>
                      <a:pt x="251" y="669"/>
                    </a:lnTo>
                    <a:lnTo>
                      <a:pt x="251" y="669"/>
                    </a:lnTo>
                    <a:lnTo>
                      <a:pt x="251" y="671"/>
                    </a:lnTo>
                    <a:lnTo>
                      <a:pt x="251" y="671"/>
                    </a:lnTo>
                    <a:lnTo>
                      <a:pt x="251" y="673"/>
                    </a:lnTo>
                    <a:lnTo>
                      <a:pt x="251" y="673"/>
                    </a:lnTo>
                    <a:lnTo>
                      <a:pt x="251" y="676"/>
                    </a:lnTo>
                    <a:lnTo>
                      <a:pt x="251" y="676"/>
                    </a:lnTo>
                    <a:lnTo>
                      <a:pt x="251" y="678"/>
                    </a:lnTo>
                    <a:lnTo>
                      <a:pt x="251" y="678"/>
                    </a:lnTo>
                    <a:lnTo>
                      <a:pt x="253" y="678"/>
                    </a:lnTo>
                    <a:lnTo>
                      <a:pt x="253" y="680"/>
                    </a:lnTo>
                    <a:lnTo>
                      <a:pt x="253" y="680"/>
                    </a:lnTo>
                    <a:lnTo>
                      <a:pt x="253" y="680"/>
                    </a:lnTo>
                    <a:lnTo>
                      <a:pt x="251" y="680"/>
                    </a:lnTo>
                    <a:lnTo>
                      <a:pt x="251" y="683"/>
                    </a:lnTo>
                    <a:lnTo>
                      <a:pt x="251" y="683"/>
                    </a:lnTo>
                    <a:lnTo>
                      <a:pt x="248" y="683"/>
                    </a:lnTo>
                    <a:lnTo>
                      <a:pt x="248" y="683"/>
                    </a:lnTo>
                    <a:lnTo>
                      <a:pt x="248" y="683"/>
                    </a:lnTo>
                    <a:lnTo>
                      <a:pt x="248" y="680"/>
                    </a:lnTo>
                    <a:lnTo>
                      <a:pt x="246" y="680"/>
                    </a:lnTo>
                    <a:lnTo>
                      <a:pt x="246" y="680"/>
                    </a:lnTo>
                    <a:lnTo>
                      <a:pt x="246" y="680"/>
                    </a:lnTo>
                    <a:lnTo>
                      <a:pt x="244" y="680"/>
                    </a:lnTo>
                    <a:lnTo>
                      <a:pt x="244" y="680"/>
                    </a:lnTo>
                    <a:lnTo>
                      <a:pt x="241" y="680"/>
                    </a:lnTo>
                    <a:lnTo>
                      <a:pt x="241" y="680"/>
                    </a:lnTo>
                    <a:lnTo>
                      <a:pt x="241" y="680"/>
                    </a:lnTo>
                    <a:lnTo>
                      <a:pt x="241" y="683"/>
                    </a:lnTo>
                    <a:lnTo>
                      <a:pt x="239" y="683"/>
                    </a:lnTo>
                    <a:lnTo>
                      <a:pt x="239" y="683"/>
                    </a:lnTo>
                    <a:lnTo>
                      <a:pt x="239" y="683"/>
                    </a:lnTo>
                    <a:lnTo>
                      <a:pt x="239" y="685"/>
                    </a:lnTo>
                    <a:lnTo>
                      <a:pt x="239" y="685"/>
                    </a:lnTo>
                    <a:lnTo>
                      <a:pt x="239" y="685"/>
                    </a:lnTo>
                    <a:lnTo>
                      <a:pt x="239" y="688"/>
                    </a:lnTo>
                    <a:lnTo>
                      <a:pt x="239" y="688"/>
                    </a:lnTo>
                    <a:lnTo>
                      <a:pt x="239" y="688"/>
                    </a:lnTo>
                    <a:lnTo>
                      <a:pt x="239" y="690"/>
                    </a:lnTo>
                    <a:lnTo>
                      <a:pt x="239" y="690"/>
                    </a:lnTo>
                    <a:lnTo>
                      <a:pt x="239" y="690"/>
                    </a:lnTo>
                    <a:lnTo>
                      <a:pt x="236" y="690"/>
                    </a:lnTo>
                    <a:lnTo>
                      <a:pt x="236" y="690"/>
                    </a:lnTo>
                    <a:lnTo>
                      <a:pt x="236" y="690"/>
                    </a:lnTo>
                    <a:lnTo>
                      <a:pt x="236" y="692"/>
                    </a:lnTo>
                    <a:lnTo>
                      <a:pt x="236" y="692"/>
                    </a:lnTo>
                    <a:lnTo>
                      <a:pt x="234" y="692"/>
                    </a:lnTo>
                    <a:lnTo>
                      <a:pt x="234" y="695"/>
                    </a:lnTo>
                    <a:lnTo>
                      <a:pt x="234" y="695"/>
                    </a:lnTo>
                    <a:lnTo>
                      <a:pt x="234" y="695"/>
                    </a:lnTo>
                    <a:lnTo>
                      <a:pt x="234" y="695"/>
                    </a:lnTo>
                    <a:lnTo>
                      <a:pt x="234" y="697"/>
                    </a:lnTo>
                    <a:lnTo>
                      <a:pt x="232" y="697"/>
                    </a:lnTo>
                    <a:lnTo>
                      <a:pt x="232" y="697"/>
                    </a:lnTo>
                    <a:lnTo>
                      <a:pt x="232" y="699"/>
                    </a:lnTo>
                    <a:lnTo>
                      <a:pt x="232" y="699"/>
                    </a:lnTo>
                    <a:lnTo>
                      <a:pt x="232" y="699"/>
                    </a:lnTo>
                    <a:lnTo>
                      <a:pt x="232" y="699"/>
                    </a:lnTo>
                    <a:lnTo>
                      <a:pt x="232" y="702"/>
                    </a:lnTo>
                    <a:lnTo>
                      <a:pt x="232" y="702"/>
                    </a:lnTo>
                    <a:lnTo>
                      <a:pt x="232" y="702"/>
                    </a:lnTo>
                    <a:lnTo>
                      <a:pt x="232" y="704"/>
                    </a:lnTo>
                    <a:lnTo>
                      <a:pt x="234" y="704"/>
                    </a:lnTo>
                    <a:lnTo>
                      <a:pt x="234" y="704"/>
                    </a:lnTo>
                    <a:lnTo>
                      <a:pt x="234" y="704"/>
                    </a:lnTo>
                    <a:lnTo>
                      <a:pt x="234" y="707"/>
                    </a:lnTo>
                    <a:lnTo>
                      <a:pt x="234" y="707"/>
                    </a:lnTo>
                    <a:lnTo>
                      <a:pt x="236" y="707"/>
                    </a:lnTo>
                    <a:lnTo>
                      <a:pt x="236" y="707"/>
                    </a:lnTo>
                    <a:lnTo>
                      <a:pt x="239" y="707"/>
                    </a:lnTo>
                    <a:lnTo>
                      <a:pt x="239" y="704"/>
                    </a:lnTo>
                    <a:lnTo>
                      <a:pt x="239" y="704"/>
                    </a:lnTo>
                    <a:lnTo>
                      <a:pt x="239" y="704"/>
                    </a:lnTo>
                    <a:lnTo>
                      <a:pt x="241" y="704"/>
                    </a:lnTo>
                    <a:lnTo>
                      <a:pt x="241" y="707"/>
                    </a:lnTo>
                    <a:lnTo>
                      <a:pt x="241" y="707"/>
                    </a:lnTo>
                    <a:lnTo>
                      <a:pt x="241" y="707"/>
                    </a:lnTo>
                    <a:lnTo>
                      <a:pt x="241" y="709"/>
                    </a:lnTo>
                    <a:lnTo>
                      <a:pt x="241" y="709"/>
                    </a:lnTo>
                    <a:lnTo>
                      <a:pt x="241" y="709"/>
                    </a:lnTo>
                    <a:lnTo>
                      <a:pt x="241" y="709"/>
                    </a:lnTo>
                    <a:lnTo>
                      <a:pt x="241" y="709"/>
                    </a:lnTo>
                    <a:lnTo>
                      <a:pt x="241" y="709"/>
                    </a:lnTo>
                    <a:lnTo>
                      <a:pt x="241" y="709"/>
                    </a:lnTo>
                    <a:lnTo>
                      <a:pt x="239" y="709"/>
                    </a:lnTo>
                    <a:lnTo>
                      <a:pt x="239" y="709"/>
                    </a:lnTo>
                    <a:lnTo>
                      <a:pt x="239" y="709"/>
                    </a:lnTo>
                    <a:lnTo>
                      <a:pt x="239" y="709"/>
                    </a:lnTo>
                    <a:lnTo>
                      <a:pt x="236" y="709"/>
                    </a:lnTo>
                    <a:lnTo>
                      <a:pt x="236" y="707"/>
                    </a:lnTo>
                    <a:lnTo>
                      <a:pt x="236" y="707"/>
                    </a:lnTo>
                    <a:lnTo>
                      <a:pt x="236" y="709"/>
                    </a:lnTo>
                    <a:lnTo>
                      <a:pt x="234" y="709"/>
                    </a:lnTo>
                    <a:lnTo>
                      <a:pt x="234" y="709"/>
                    </a:lnTo>
                    <a:lnTo>
                      <a:pt x="234" y="709"/>
                    </a:lnTo>
                    <a:lnTo>
                      <a:pt x="232" y="709"/>
                    </a:lnTo>
                    <a:lnTo>
                      <a:pt x="232" y="709"/>
                    </a:lnTo>
                    <a:lnTo>
                      <a:pt x="232" y="709"/>
                    </a:lnTo>
                    <a:lnTo>
                      <a:pt x="229" y="709"/>
                    </a:lnTo>
                    <a:lnTo>
                      <a:pt x="229" y="709"/>
                    </a:lnTo>
                    <a:lnTo>
                      <a:pt x="229" y="709"/>
                    </a:lnTo>
                    <a:lnTo>
                      <a:pt x="227" y="709"/>
                    </a:lnTo>
                    <a:lnTo>
                      <a:pt x="227" y="709"/>
                    </a:lnTo>
                    <a:lnTo>
                      <a:pt x="227" y="709"/>
                    </a:lnTo>
                    <a:lnTo>
                      <a:pt x="227" y="709"/>
                    </a:lnTo>
                    <a:lnTo>
                      <a:pt x="227" y="711"/>
                    </a:lnTo>
                    <a:lnTo>
                      <a:pt x="225" y="711"/>
                    </a:lnTo>
                    <a:lnTo>
                      <a:pt x="225" y="711"/>
                    </a:lnTo>
                    <a:lnTo>
                      <a:pt x="225" y="711"/>
                    </a:lnTo>
                    <a:lnTo>
                      <a:pt x="222" y="711"/>
                    </a:lnTo>
                    <a:lnTo>
                      <a:pt x="222" y="711"/>
                    </a:lnTo>
                    <a:lnTo>
                      <a:pt x="222" y="711"/>
                    </a:lnTo>
                    <a:lnTo>
                      <a:pt x="220" y="711"/>
                    </a:lnTo>
                    <a:lnTo>
                      <a:pt x="220" y="711"/>
                    </a:lnTo>
                    <a:lnTo>
                      <a:pt x="220" y="714"/>
                    </a:lnTo>
                    <a:lnTo>
                      <a:pt x="220" y="714"/>
                    </a:lnTo>
                    <a:lnTo>
                      <a:pt x="217" y="714"/>
                    </a:lnTo>
                    <a:lnTo>
                      <a:pt x="217" y="714"/>
                    </a:lnTo>
                    <a:lnTo>
                      <a:pt x="217" y="714"/>
                    </a:lnTo>
                    <a:lnTo>
                      <a:pt x="217" y="716"/>
                    </a:lnTo>
                    <a:lnTo>
                      <a:pt x="215" y="716"/>
                    </a:lnTo>
                    <a:lnTo>
                      <a:pt x="215" y="716"/>
                    </a:lnTo>
                    <a:lnTo>
                      <a:pt x="215" y="716"/>
                    </a:lnTo>
                    <a:lnTo>
                      <a:pt x="215" y="718"/>
                    </a:lnTo>
                    <a:lnTo>
                      <a:pt x="215" y="718"/>
                    </a:lnTo>
                    <a:lnTo>
                      <a:pt x="215" y="718"/>
                    </a:lnTo>
                    <a:lnTo>
                      <a:pt x="215" y="718"/>
                    </a:lnTo>
                    <a:lnTo>
                      <a:pt x="215" y="721"/>
                    </a:lnTo>
                    <a:lnTo>
                      <a:pt x="215" y="721"/>
                    </a:lnTo>
                    <a:lnTo>
                      <a:pt x="215" y="721"/>
                    </a:lnTo>
                    <a:lnTo>
                      <a:pt x="215" y="721"/>
                    </a:lnTo>
                    <a:lnTo>
                      <a:pt x="215" y="723"/>
                    </a:lnTo>
                    <a:lnTo>
                      <a:pt x="215" y="723"/>
                    </a:lnTo>
                    <a:lnTo>
                      <a:pt x="215" y="726"/>
                    </a:lnTo>
                    <a:lnTo>
                      <a:pt x="215" y="726"/>
                    </a:lnTo>
                    <a:lnTo>
                      <a:pt x="215" y="728"/>
                    </a:lnTo>
                    <a:lnTo>
                      <a:pt x="215" y="728"/>
                    </a:lnTo>
                    <a:lnTo>
                      <a:pt x="213" y="728"/>
                    </a:lnTo>
                    <a:lnTo>
                      <a:pt x="213" y="728"/>
                    </a:lnTo>
                    <a:lnTo>
                      <a:pt x="213" y="728"/>
                    </a:lnTo>
                    <a:lnTo>
                      <a:pt x="213" y="730"/>
                    </a:lnTo>
                    <a:lnTo>
                      <a:pt x="213" y="730"/>
                    </a:lnTo>
                    <a:lnTo>
                      <a:pt x="213" y="730"/>
                    </a:lnTo>
                    <a:lnTo>
                      <a:pt x="210" y="730"/>
                    </a:lnTo>
                    <a:lnTo>
                      <a:pt x="210" y="730"/>
                    </a:lnTo>
                    <a:lnTo>
                      <a:pt x="210" y="733"/>
                    </a:lnTo>
                    <a:lnTo>
                      <a:pt x="208" y="733"/>
                    </a:lnTo>
                    <a:lnTo>
                      <a:pt x="208" y="733"/>
                    </a:lnTo>
                    <a:lnTo>
                      <a:pt x="208" y="733"/>
                    </a:lnTo>
                    <a:lnTo>
                      <a:pt x="208" y="733"/>
                    </a:lnTo>
                    <a:lnTo>
                      <a:pt x="208" y="735"/>
                    </a:lnTo>
                    <a:lnTo>
                      <a:pt x="206" y="735"/>
                    </a:lnTo>
                    <a:lnTo>
                      <a:pt x="206" y="735"/>
                    </a:lnTo>
                    <a:lnTo>
                      <a:pt x="206" y="735"/>
                    </a:lnTo>
                    <a:lnTo>
                      <a:pt x="206" y="737"/>
                    </a:lnTo>
                    <a:lnTo>
                      <a:pt x="206" y="737"/>
                    </a:lnTo>
                    <a:lnTo>
                      <a:pt x="203" y="737"/>
                    </a:lnTo>
                    <a:lnTo>
                      <a:pt x="203" y="737"/>
                    </a:lnTo>
                    <a:lnTo>
                      <a:pt x="201" y="737"/>
                    </a:lnTo>
                    <a:lnTo>
                      <a:pt x="201" y="737"/>
                    </a:lnTo>
                    <a:lnTo>
                      <a:pt x="201" y="740"/>
                    </a:lnTo>
                    <a:lnTo>
                      <a:pt x="201" y="740"/>
                    </a:lnTo>
                    <a:lnTo>
                      <a:pt x="201" y="740"/>
                    </a:lnTo>
                    <a:lnTo>
                      <a:pt x="201" y="737"/>
                    </a:lnTo>
                    <a:lnTo>
                      <a:pt x="199" y="737"/>
                    </a:lnTo>
                    <a:lnTo>
                      <a:pt x="199" y="737"/>
                    </a:lnTo>
                    <a:lnTo>
                      <a:pt x="199" y="737"/>
                    </a:lnTo>
                    <a:lnTo>
                      <a:pt x="196" y="737"/>
                    </a:lnTo>
                    <a:lnTo>
                      <a:pt x="196" y="737"/>
                    </a:lnTo>
                    <a:lnTo>
                      <a:pt x="196" y="737"/>
                    </a:lnTo>
                    <a:lnTo>
                      <a:pt x="194" y="737"/>
                    </a:lnTo>
                    <a:lnTo>
                      <a:pt x="194" y="737"/>
                    </a:lnTo>
                    <a:lnTo>
                      <a:pt x="194" y="735"/>
                    </a:lnTo>
                    <a:lnTo>
                      <a:pt x="194" y="735"/>
                    </a:lnTo>
                    <a:lnTo>
                      <a:pt x="194" y="735"/>
                    </a:lnTo>
                    <a:lnTo>
                      <a:pt x="191" y="735"/>
                    </a:lnTo>
                    <a:lnTo>
                      <a:pt x="191" y="733"/>
                    </a:lnTo>
                    <a:lnTo>
                      <a:pt x="191" y="733"/>
                    </a:lnTo>
                    <a:lnTo>
                      <a:pt x="191" y="733"/>
                    </a:lnTo>
                    <a:lnTo>
                      <a:pt x="191" y="733"/>
                    </a:lnTo>
                    <a:lnTo>
                      <a:pt x="189" y="733"/>
                    </a:lnTo>
                    <a:lnTo>
                      <a:pt x="189" y="730"/>
                    </a:lnTo>
                    <a:lnTo>
                      <a:pt x="189" y="730"/>
                    </a:lnTo>
                    <a:lnTo>
                      <a:pt x="189" y="730"/>
                    </a:lnTo>
                    <a:lnTo>
                      <a:pt x="187" y="730"/>
                    </a:lnTo>
                    <a:lnTo>
                      <a:pt x="187" y="728"/>
                    </a:lnTo>
                    <a:lnTo>
                      <a:pt x="187" y="728"/>
                    </a:lnTo>
                    <a:lnTo>
                      <a:pt x="187" y="728"/>
                    </a:lnTo>
                    <a:lnTo>
                      <a:pt x="187" y="728"/>
                    </a:lnTo>
                    <a:lnTo>
                      <a:pt x="187" y="728"/>
                    </a:lnTo>
                    <a:lnTo>
                      <a:pt x="187" y="726"/>
                    </a:lnTo>
                    <a:lnTo>
                      <a:pt x="184" y="726"/>
                    </a:lnTo>
                    <a:lnTo>
                      <a:pt x="184" y="726"/>
                    </a:lnTo>
                    <a:lnTo>
                      <a:pt x="184" y="726"/>
                    </a:lnTo>
                    <a:lnTo>
                      <a:pt x="184" y="723"/>
                    </a:lnTo>
                    <a:lnTo>
                      <a:pt x="182" y="723"/>
                    </a:lnTo>
                    <a:lnTo>
                      <a:pt x="182" y="723"/>
                    </a:lnTo>
                    <a:lnTo>
                      <a:pt x="182" y="721"/>
                    </a:lnTo>
                    <a:lnTo>
                      <a:pt x="182" y="721"/>
                    </a:lnTo>
                    <a:lnTo>
                      <a:pt x="182" y="721"/>
                    </a:lnTo>
                    <a:lnTo>
                      <a:pt x="182" y="721"/>
                    </a:lnTo>
                    <a:lnTo>
                      <a:pt x="182" y="718"/>
                    </a:lnTo>
                    <a:lnTo>
                      <a:pt x="180" y="718"/>
                    </a:lnTo>
                    <a:lnTo>
                      <a:pt x="180" y="718"/>
                    </a:lnTo>
                    <a:lnTo>
                      <a:pt x="180" y="718"/>
                    </a:lnTo>
                    <a:lnTo>
                      <a:pt x="180" y="718"/>
                    </a:lnTo>
                    <a:lnTo>
                      <a:pt x="180" y="718"/>
                    </a:lnTo>
                    <a:lnTo>
                      <a:pt x="180" y="716"/>
                    </a:lnTo>
                    <a:lnTo>
                      <a:pt x="180" y="716"/>
                    </a:lnTo>
                    <a:lnTo>
                      <a:pt x="177" y="716"/>
                    </a:lnTo>
                    <a:lnTo>
                      <a:pt x="177" y="714"/>
                    </a:lnTo>
                    <a:lnTo>
                      <a:pt x="177" y="714"/>
                    </a:lnTo>
                    <a:lnTo>
                      <a:pt x="177" y="711"/>
                    </a:lnTo>
                    <a:lnTo>
                      <a:pt x="177" y="711"/>
                    </a:lnTo>
                    <a:lnTo>
                      <a:pt x="177" y="711"/>
                    </a:lnTo>
                    <a:lnTo>
                      <a:pt x="177" y="709"/>
                    </a:lnTo>
                    <a:lnTo>
                      <a:pt x="177" y="709"/>
                    </a:lnTo>
                    <a:lnTo>
                      <a:pt x="175" y="709"/>
                    </a:lnTo>
                    <a:lnTo>
                      <a:pt x="175" y="709"/>
                    </a:lnTo>
                    <a:lnTo>
                      <a:pt x="175" y="707"/>
                    </a:lnTo>
                    <a:lnTo>
                      <a:pt x="175" y="707"/>
                    </a:lnTo>
                    <a:lnTo>
                      <a:pt x="175" y="707"/>
                    </a:lnTo>
                    <a:lnTo>
                      <a:pt x="175" y="704"/>
                    </a:lnTo>
                    <a:lnTo>
                      <a:pt x="175" y="704"/>
                    </a:lnTo>
                    <a:lnTo>
                      <a:pt x="175" y="704"/>
                    </a:lnTo>
                    <a:lnTo>
                      <a:pt x="175" y="702"/>
                    </a:lnTo>
                    <a:lnTo>
                      <a:pt x="175" y="702"/>
                    </a:lnTo>
                    <a:lnTo>
                      <a:pt x="173" y="702"/>
                    </a:lnTo>
                    <a:lnTo>
                      <a:pt x="173" y="699"/>
                    </a:lnTo>
                    <a:lnTo>
                      <a:pt x="173" y="699"/>
                    </a:lnTo>
                    <a:lnTo>
                      <a:pt x="173" y="699"/>
                    </a:lnTo>
                    <a:lnTo>
                      <a:pt x="173" y="697"/>
                    </a:lnTo>
                    <a:lnTo>
                      <a:pt x="173" y="697"/>
                    </a:lnTo>
                    <a:lnTo>
                      <a:pt x="173" y="695"/>
                    </a:lnTo>
                    <a:lnTo>
                      <a:pt x="173" y="695"/>
                    </a:lnTo>
                    <a:lnTo>
                      <a:pt x="173" y="692"/>
                    </a:lnTo>
                    <a:lnTo>
                      <a:pt x="173" y="692"/>
                    </a:lnTo>
                    <a:lnTo>
                      <a:pt x="173" y="692"/>
                    </a:lnTo>
                    <a:lnTo>
                      <a:pt x="173" y="690"/>
                    </a:lnTo>
                    <a:lnTo>
                      <a:pt x="173" y="690"/>
                    </a:lnTo>
                    <a:lnTo>
                      <a:pt x="173" y="690"/>
                    </a:lnTo>
                    <a:lnTo>
                      <a:pt x="173" y="690"/>
                    </a:lnTo>
                    <a:lnTo>
                      <a:pt x="173" y="688"/>
                    </a:lnTo>
                    <a:lnTo>
                      <a:pt x="173" y="688"/>
                    </a:lnTo>
                    <a:lnTo>
                      <a:pt x="173" y="685"/>
                    </a:lnTo>
                    <a:lnTo>
                      <a:pt x="173" y="685"/>
                    </a:lnTo>
                    <a:lnTo>
                      <a:pt x="170" y="685"/>
                    </a:lnTo>
                    <a:lnTo>
                      <a:pt x="170" y="683"/>
                    </a:lnTo>
                    <a:lnTo>
                      <a:pt x="170" y="683"/>
                    </a:lnTo>
                    <a:lnTo>
                      <a:pt x="170" y="683"/>
                    </a:lnTo>
                    <a:lnTo>
                      <a:pt x="170" y="680"/>
                    </a:lnTo>
                    <a:lnTo>
                      <a:pt x="170" y="680"/>
                    </a:lnTo>
                    <a:lnTo>
                      <a:pt x="170" y="680"/>
                    </a:lnTo>
                    <a:lnTo>
                      <a:pt x="168" y="680"/>
                    </a:lnTo>
                    <a:lnTo>
                      <a:pt x="168" y="678"/>
                    </a:lnTo>
                    <a:lnTo>
                      <a:pt x="168" y="678"/>
                    </a:lnTo>
                    <a:lnTo>
                      <a:pt x="168" y="676"/>
                    </a:lnTo>
                    <a:lnTo>
                      <a:pt x="168" y="676"/>
                    </a:lnTo>
                    <a:lnTo>
                      <a:pt x="168" y="676"/>
                    </a:lnTo>
                    <a:lnTo>
                      <a:pt x="168" y="673"/>
                    </a:lnTo>
                    <a:lnTo>
                      <a:pt x="168" y="673"/>
                    </a:lnTo>
                    <a:lnTo>
                      <a:pt x="168" y="673"/>
                    </a:lnTo>
                    <a:lnTo>
                      <a:pt x="168" y="671"/>
                    </a:lnTo>
                    <a:lnTo>
                      <a:pt x="165" y="671"/>
                    </a:lnTo>
                    <a:lnTo>
                      <a:pt x="165" y="671"/>
                    </a:lnTo>
                    <a:lnTo>
                      <a:pt x="165" y="669"/>
                    </a:lnTo>
                    <a:lnTo>
                      <a:pt x="165" y="669"/>
                    </a:lnTo>
                    <a:lnTo>
                      <a:pt x="165" y="669"/>
                    </a:lnTo>
                    <a:lnTo>
                      <a:pt x="165" y="669"/>
                    </a:lnTo>
                    <a:lnTo>
                      <a:pt x="165" y="666"/>
                    </a:lnTo>
                    <a:lnTo>
                      <a:pt x="165" y="666"/>
                    </a:lnTo>
                    <a:lnTo>
                      <a:pt x="165" y="664"/>
                    </a:lnTo>
                    <a:lnTo>
                      <a:pt x="165" y="664"/>
                    </a:lnTo>
                    <a:lnTo>
                      <a:pt x="165" y="664"/>
                    </a:lnTo>
                    <a:lnTo>
                      <a:pt x="165" y="662"/>
                    </a:lnTo>
                    <a:lnTo>
                      <a:pt x="165" y="662"/>
                    </a:lnTo>
                    <a:lnTo>
                      <a:pt x="163" y="662"/>
                    </a:lnTo>
                    <a:lnTo>
                      <a:pt x="163" y="659"/>
                    </a:lnTo>
                    <a:lnTo>
                      <a:pt x="163" y="659"/>
                    </a:lnTo>
                    <a:lnTo>
                      <a:pt x="163" y="659"/>
                    </a:lnTo>
                    <a:lnTo>
                      <a:pt x="163" y="659"/>
                    </a:lnTo>
                    <a:lnTo>
                      <a:pt x="163" y="657"/>
                    </a:lnTo>
                    <a:lnTo>
                      <a:pt x="163" y="657"/>
                    </a:lnTo>
                    <a:lnTo>
                      <a:pt x="161" y="657"/>
                    </a:lnTo>
                    <a:lnTo>
                      <a:pt x="161" y="654"/>
                    </a:lnTo>
                    <a:lnTo>
                      <a:pt x="161" y="654"/>
                    </a:lnTo>
                    <a:lnTo>
                      <a:pt x="161" y="654"/>
                    </a:lnTo>
                    <a:lnTo>
                      <a:pt x="161" y="652"/>
                    </a:lnTo>
                    <a:lnTo>
                      <a:pt x="161" y="652"/>
                    </a:lnTo>
                    <a:lnTo>
                      <a:pt x="161" y="652"/>
                    </a:lnTo>
                    <a:lnTo>
                      <a:pt x="158" y="652"/>
                    </a:lnTo>
                    <a:lnTo>
                      <a:pt x="158" y="650"/>
                    </a:lnTo>
                    <a:lnTo>
                      <a:pt x="158" y="650"/>
                    </a:lnTo>
                    <a:lnTo>
                      <a:pt x="158" y="650"/>
                    </a:lnTo>
                    <a:lnTo>
                      <a:pt x="158" y="650"/>
                    </a:lnTo>
                    <a:lnTo>
                      <a:pt x="158" y="647"/>
                    </a:lnTo>
                    <a:lnTo>
                      <a:pt x="158" y="647"/>
                    </a:lnTo>
                    <a:lnTo>
                      <a:pt x="158" y="647"/>
                    </a:lnTo>
                    <a:lnTo>
                      <a:pt x="158" y="645"/>
                    </a:lnTo>
                    <a:lnTo>
                      <a:pt x="156" y="645"/>
                    </a:lnTo>
                    <a:lnTo>
                      <a:pt x="156" y="645"/>
                    </a:lnTo>
                    <a:lnTo>
                      <a:pt x="156" y="645"/>
                    </a:lnTo>
                    <a:lnTo>
                      <a:pt x="156" y="643"/>
                    </a:lnTo>
                    <a:lnTo>
                      <a:pt x="154" y="643"/>
                    </a:lnTo>
                    <a:lnTo>
                      <a:pt x="154" y="643"/>
                    </a:lnTo>
                    <a:lnTo>
                      <a:pt x="154" y="643"/>
                    </a:lnTo>
                    <a:lnTo>
                      <a:pt x="154" y="640"/>
                    </a:lnTo>
                    <a:lnTo>
                      <a:pt x="154" y="640"/>
                    </a:lnTo>
                    <a:lnTo>
                      <a:pt x="154" y="640"/>
                    </a:lnTo>
                    <a:lnTo>
                      <a:pt x="151" y="640"/>
                    </a:lnTo>
                    <a:lnTo>
                      <a:pt x="151" y="640"/>
                    </a:lnTo>
                    <a:lnTo>
                      <a:pt x="151" y="640"/>
                    </a:lnTo>
                    <a:lnTo>
                      <a:pt x="149" y="640"/>
                    </a:lnTo>
                    <a:lnTo>
                      <a:pt x="149" y="638"/>
                    </a:lnTo>
                    <a:lnTo>
                      <a:pt x="149" y="638"/>
                    </a:lnTo>
                    <a:lnTo>
                      <a:pt x="149" y="635"/>
                    </a:lnTo>
                    <a:lnTo>
                      <a:pt x="149" y="635"/>
                    </a:lnTo>
                    <a:lnTo>
                      <a:pt x="149" y="635"/>
                    </a:lnTo>
                    <a:lnTo>
                      <a:pt x="149" y="633"/>
                    </a:lnTo>
                    <a:lnTo>
                      <a:pt x="149" y="633"/>
                    </a:lnTo>
                    <a:lnTo>
                      <a:pt x="149" y="633"/>
                    </a:lnTo>
                    <a:lnTo>
                      <a:pt x="149" y="631"/>
                    </a:lnTo>
                    <a:lnTo>
                      <a:pt x="149" y="631"/>
                    </a:lnTo>
                    <a:lnTo>
                      <a:pt x="146" y="631"/>
                    </a:lnTo>
                    <a:lnTo>
                      <a:pt x="146" y="631"/>
                    </a:lnTo>
                    <a:lnTo>
                      <a:pt x="146" y="628"/>
                    </a:lnTo>
                    <a:lnTo>
                      <a:pt x="146" y="628"/>
                    </a:lnTo>
                    <a:lnTo>
                      <a:pt x="146" y="628"/>
                    </a:lnTo>
                    <a:lnTo>
                      <a:pt x="146" y="626"/>
                    </a:lnTo>
                    <a:lnTo>
                      <a:pt x="146" y="626"/>
                    </a:lnTo>
                    <a:lnTo>
                      <a:pt x="146" y="626"/>
                    </a:lnTo>
                    <a:lnTo>
                      <a:pt x="146" y="624"/>
                    </a:lnTo>
                    <a:lnTo>
                      <a:pt x="146" y="624"/>
                    </a:lnTo>
                    <a:lnTo>
                      <a:pt x="144" y="624"/>
                    </a:lnTo>
                    <a:lnTo>
                      <a:pt x="144" y="621"/>
                    </a:lnTo>
                    <a:lnTo>
                      <a:pt x="144" y="621"/>
                    </a:lnTo>
                    <a:lnTo>
                      <a:pt x="144" y="621"/>
                    </a:lnTo>
                    <a:lnTo>
                      <a:pt x="144" y="621"/>
                    </a:lnTo>
                    <a:lnTo>
                      <a:pt x="144" y="619"/>
                    </a:lnTo>
                    <a:lnTo>
                      <a:pt x="142" y="619"/>
                    </a:lnTo>
                    <a:lnTo>
                      <a:pt x="142" y="619"/>
                    </a:lnTo>
                    <a:lnTo>
                      <a:pt x="142" y="619"/>
                    </a:lnTo>
                    <a:lnTo>
                      <a:pt x="142" y="616"/>
                    </a:lnTo>
                    <a:lnTo>
                      <a:pt x="142" y="616"/>
                    </a:lnTo>
                    <a:lnTo>
                      <a:pt x="142" y="614"/>
                    </a:lnTo>
                    <a:lnTo>
                      <a:pt x="142" y="614"/>
                    </a:lnTo>
                    <a:lnTo>
                      <a:pt x="142" y="614"/>
                    </a:lnTo>
                    <a:lnTo>
                      <a:pt x="142" y="612"/>
                    </a:lnTo>
                    <a:lnTo>
                      <a:pt x="142" y="612"/>
                    </a:lnTo>
                    <a:lnTo>
                      <a:pt x="142" y="609"/>
                    </a:lnTo>
                    <a:lnTo>
                      <a:pt x="142" y="609"/>
                    </a:lnTo>
                    <a:lnTo>
                      <a:pt x="139" y="609"/>
                    </a:lnTo>
                    <a:lnTo>
                      <a:pt x="139" y="609"/>
                    </a:lnTo>
                    <a:lnTo>
                      <a:pt x="139" y="607"/>
                    </a:lnTo>
                    <a:lnTo>
                      <a:pt x="139" y="607"/>
                    </a:lnTo>
                    <a:lnTo>
                      <a:pt x="139" y="607"/>
                    </a:lnTo>
                    <a:lnTo>
                      <a:pt x="139" y="605"/>
                    </a:lnTo>
                    <a:lnTo>
                      <a:pt x="139" y="605"/>
                    </a:lnTo>
                    <a:lnTo>
                      <a:pt x="139" y="605"/>
                    </a:lnTo>
                    <a:lnTo>
                      <a:pt x="139" y="602"/>
                    </a:lnTo>
                    <a:lnTo>
                      <a:pt x="139" y="602"/>
                    </a:lnTo>
                    <a:lnTo>
                      <a:pt x="139" y="602"/>
                    </a:lnTo>
                    <a:lnTo>
                      <a:pt x="139" y="600"/>
                    </a:lnTo>
                    <a:lnTo>
                      <a:pt x="139" y="600"/>
                    </a:lnTo>
                    <a:lnTo>
                      <a:pt x="139" y="600"/>
                    </a:lnTo>
                    <a:lnTo>
                      <a:pt x="139" y="598"/>
                    </a:lnTo>
                    <a:lnTo>
                      <a:pt x="139" y="598"/>
                    </a:lnTo>
                    <a:lnTo>
                      <a:pt x="139" y="598"/>
                    </a:lnTo>
                    <a:lnTo>
                      <a:pt x="139" y="595"/>
                    </a:lnTo>
                    <a:lnTo>
                      <a:pt x="139" y="595"/>
                    </a:lnTo>
                    <a:lnTo>
                      <a:pt x="139" y="593"/>
                    </a:lnTo>
                    <a:lnTo>
                      <a:pt x="137" y="593"/>
                    </a:lnTo>
                    <a:lnTo>
                      <a:pt x="137" y="593"/>
                    </a:lnTo>
                    <a:lnTo>
                      <a:pt x="137" y="590"/>
                    </a:lnTo>
                    <a:lnTo>
                      <a:pt x="137" y="590"/>
                    </a:lnTo>
                    <a:lnTo>
                      <a:pt x="137" y="590"/>
                    </a:lnTo>
                    <a:lnTo>
                      <a:pt x="137" y="590"/>
                    </a:lnTo>
                    <a:lnTo>
                      <a:pt x="135" y="590"/>
                    </a:lnTo>
                    <a:lnTo>
                      <a:pt x="135" y="588"/>
                    </a:lnTo>
                    <a:lnTo>
                      <a:pt x="135" y="588"/>
                    </a:lnTo>
                    <a:lnTo>
                      <a:pt x="135" y="588"/>
                    </a:lnTo>
                    <a:lnTo>
                      <a:pt x="135" y="586"/>
                    </a:lnTo>
                    <a:lnTo>
                      <a:pt x="135" y="586"/>
                    </a:lnTo>
                    <a:lnTo>
                      <a:pt x="135" y="583"/>
                    </a:lnTo>
                    <a:lnTo>
                      <a:pt x="135" y="583"/>
                    </a:lnTo>
                    <a:lnTo>
                      <a:pt x="135" y="583"/>
                    </a:lnTo>
                    <a:lnTo>
                      <a:pt x="135" y="581"/>
                    </a:lnTo>
                    <a:lnTo>
                      <a:pt x="135" y="581"/>
                    </a:lnTo>
                    <a:lnTo>
                      <a:pt x="132" y="581"/>
                    </a:lnTo>
                    <a:lnTo>
                      <a:pt x="132" y="581"/>
                    </a:lnTo>
                    <a:lnTo>
                      <a:pt x="132" y="579"/>
                    </a:lnTo>
                    <a:lnTo>
                      <a:pt x="132" y="579"/>
                    </a:lnTo>
                    <a:lnTo>
                      <a:pt x="132" y="576"/>
                    </a:lnTo>
                    <a:lnTo>
                      <a:pt x="132" y="576"/>
                    </a:lnTo>
                    <a:lnTo>
                      <a:pt x="132" y="576"/>
                    </a:lnTo>
                    <a:lnTo>
                      <a:pt x="132" y="574"/>
                    </a:lnTo>
                    <a:lnTo>
                      <a:pt x="132" y="574"/>
                    </a:lnTo>
                    <a:lnTo>
                      <a:pt x="132" y="574"/>
                    </a:lnTo>
                    <a:lnTo>
                      <a:pt x="132" y="571"/>
                    </a:lnTo>
                    <a:lnTo>
                      <a:pt x="130" y="571"/>
                    </a:lnTo>
                    <a:lnTo>
                      <a:pt x="130" y="571"/>
                    </a:lnTo>
                    <a:lnTo>
                      <a:pt x="130" y="571"/>
                    </a:lnTo>
                    <a:lnTo>
                      <a:pt x="130" y="571"/>
                    </a:lnTo>
                    <a:lnTo>
                      <a:pt x="130" y="569"/>
                    </a:lnTo>
                    <a:lnTo>
                      <a:pt x="128" y="569"/>
                    </a:lnTo>
                    <a:lnTo>
                      <a:pt x="128" y="569"/>
                    </a:lnTo>
                    <a:lnTo>
                      <a:pt x="128" y="569"/>
                    </a:lnTo>
                    <a:lnTo>
                      <a:pt x="128" y="569"/>
                    </a:lnTo>
                    <a:lnTo>
                      <a:pt x="125" y="569"/>
                    </a:lnTo>
                    <a:lnTo>
                      <a:pt x="125" y="567"/>
                    </a:lnTo>
                    <a:lnTo>
                      <a:pt x="125" y="567"/>
                    </a:lnTo>
                    <a:lnTo>
                      <a:pt x="128" y="567"/>
                    </a:lnTo>
                    <a:lnTo>
                      <a:pt x="128" y="564"/>
                    </a:lnTo>
                    <a:lnTo>
                      <a:pt x="125" y="564"/>
                    </a:lnTo>
                    <a:lnTo>
                      <a:pt x="125" y="564"/>
                    </a:lnTo>
                    <a:lnTo>
                      <a:pt x="125" y="564"/>
                    </a:lnTo>
                    <a:lnTo>
                      <a:pt x="125" y="562"/>
                    </a:lnTo>
                    <a:lnTo>
                      <a:pt x="125" y="562"/>
                    </a:lnTo>
                    <a:lnTo>
                      <a:pt x="125" y="562"/>
                    </a:lnTo>
                    <a:lnTo>
                      <a:pt x="123" y="562"/>
                    </a:lnTo>
                    <a:lnTo>
                      <a:pt x="123" y="562"/>
                    </a:lnTo>
                    <a:lnTo>
                      <a:pt x="123" y="562"/>
                    </a:lnTo>
                    <a:lnTo>
                      <a:pt x="123" y="560"/>
                    </a:lnTo>
                    <a:lnTo>
                      <a:pt x="123" y="560"/>
                    </a:lnTo>
                    <a:lnTo>
                      <a:pt x="123" y="560"/>
                    </a:lnTo>
                    <a:lnTo>
                      <a:pt x="123" y="557"/>
                    </a:lnTo>
                    <a:lnTo>
                      <a:pt x="123" y="557"/>
                    </a:lnTo>
                    <a:lnTo>
                      <a:pt x="123" y="557"/>
                    </a:lnTo>
                    <a:lnTo>
                      <a:pt x="123" y="555"/>
                    </a:lnTo>
                    <a:lnTo>
                      <a:pt x="123" y="555"/>
                    </a:lnTo>
                    <a:lnTo>
                      <a:pt x="123" y="553"/>
                    </a:lnTo>
                    <a:lnTo>
                      <a:pt x="120" y="553"/>
                    </a:lnTo>
                    <a:lnTo>
                      <a:pt x="120" y="553"/>
                    </a:lnTo>
                    <a:lnTo>
                      <a:pt x="120" y="555"/>
                    </a:lnTo>
                    <a:lnTo>
                      <a:pt x="120" y="555"/>
                    </a:lnTo>
                    <a:lnTo>
                      <a:pt x="120" y="553"/>
                    </a:lnTo>
                    <a:lnTo>
                      <a:pt x="120" y="553"/>
                    </a:lnTo>
                    <a:lnTo>
                      <a:pt x="120" y="550"/>
                    </a:lnTo>
                    <a:lnTo>
                      <a:pt x="120" y="550"/>
                    </a:lnTo>
                    <a:lnTo>
                      <a:pt x="120" y="550"/>
                    </a:lnTo>
                    <a:lnTo>
                      <a:pt x="118" y="550"/>
                    </a:lnTo>
                    <a:lnTo>
                      <a:pt x="118" y="548"/>
                    </a:lnTo>
                    <a:lnTo>
                      <a:pt x="118" y="548"/>
                    </a:lnTo>
                    <a:lnTo>
                      <a:pt x="118" y="545"/>
                    </a:lnTo>
                    <a:lnTo>
                      <a:pt x="118" y="545"/>
                    </a:lnTo>
                    <a:lnTo>
                      <a:pt x="118" y="545"/>
                    </a:lnTo>
                    <a:lnTo>
                      <a:pt x="118" y="543"/>
                    </a:lnTo>
                    <a:lnTo>
                      <a:pt x="118" y="543"/>
                    </a:lnTo>
                    <a:lnTo>
                      <a:pt x="118" y="543"/>
                    </a:lnTo>
                    <a:lnTo>
                      <a:pt x="118" y="541"/>
                    </a:lnTo>
                    <a:lnTo>
                      <a:pt x="118" y="541"/>
                    </a:lnTo>
                    <a:lnTo>
                      <a:pt x="116" y="541"/>
                    </a:lnTo>
                    <a:lnTo>
                      <a:pt x="116" y="541"/>
                    </a:lnTo>
                    <a:lnTo>
                      <a:pt x="116" y="541"/>
                    </a:lnTo>
                    <a:lnTo>
                      <a:pt x="116" y="538"/>
                    </a:lnTo>
                    <a:lnTo>
                      <a:pt x="113" y="538"/>
                    </a:lnTo>
                    <a:lnTo>
                      <a:pt x="113" y="538"/>
                    </a:lnTo>
                    <a:lnTo>
                      <a:pt x="113" y="541"/>
                    </a:lnTo>
                    <a:lnTo>
                      <a:pt x="113" y="541"/>
                    </a:lnTo>
                    <a:lnTo>
                      <a:pt x="113" y="538"/>
                    </a:lnTo>
                    <a:lnTo>
                      <a:pt x="113" y="538"/>
                    </a:lnTo>
                    <a:lnTo>
                      <a:pt x="113" y="536"/>
                    </a:lnTo>
                    <a:lnTo>
                      <a:pt x="113" y="536"/>
                    </a:lnTo>
                    <a:lnTo>
                      <a:pt x="113" y="536"/>
                    </a:lnTo>
                    <a:lnTo>
                      <a:pt x="113" y="536"/>
                    </a:lnTo>
                    <a:lnTo>
                      <a:pt x="113" y="534"/>
                    </a:lnTo>
                    <a:lnTo>
                      <a:pt x="113" y="534"/>
                    </a:lnTo>
                    <a:lnTo>
                      <a:pt x="113" y="531"/>
                    </a:lnTo>
                    <a:lnTo>
                      <a:pt x="113" y="531"/>
                    </a:lnTo>
                    <a:lnTo>
                      <a:pt x="111" y="531"/>
                    </a:lnTo>
                    <a:lnTo>
                      <a:pt x="111" y="531"/>
                    </a:lnTo>
                    <a:lnTo>
                      <a:pt x="111" y="529"/>
                    </a:lnTo>
                    <a:lnTo>
                      <a:pt x="111" y="529"/>
                    </a:lnTo>
                    <a:lnTo>
                      <a:pt x="111" y="529"/>
                    </a:lnTo>
                    <a:lnTo>
                      <a:pt x="111" y="526"/>
                    </a:lnTo>
                    <a:lnTo>
                      <a:pt x="111" y="526"/>
                    </a:lnTo>
                    <a:lnTo>
                      <a:pt x="111" y="524"/>
                    </a:lnTo>
                    <a:lnTo>
                      <a:pt x="109" y="524"/>
                    </a:lnTo>
                    <a:lnTo>
                      <a:pt x="109" y="524"/>
                    </a:lnTo>
                    <a:lnTo>
                      <a:pt x="109" y="522"/>
                    </a:lnTo>
                    <a:lnTo>
                      <a:pt x="109" y="522"/>
                    </a:lnTo>
                    <a:lnTo>
                      <a:pt x="109" y="522"/>
                    </a:lnTo>
                    <a:lnTo>
                      <a:pt x="109" y="519"/>
                    </a:lnTo>
                    <a:lnTo>
                      <a:pt x="109" y="519"/>
                    </a:lnTo>
                    <a:lnTo>
                      <a:pt x="109" y="517"/>
                    </a:lnTo>
                    <a:lnTo>
                      <a:pt x="109" y="517"/>
                    </a:lnTo>
                    <a:lnTo>
                      <a:pt x="109" y="517"/>
                    </a:lnTo>
                    <a:lnTo>
                      <a:pt x="109" y="515"/>
                    </a:lnTo>
                    <a:lnTo>
                      <a:pt x="109" y="515"/>
                    </a:lnTo>
                    <a:lnTo>
                      <a:pt x="109" y="512"/>
                    </a:lnTo>
                    <a:lnTo>
                      <a:pt x="109" y="512"/>
                    </a:lnTo>
                    <a:lnTo>
                      <a:pt x="109" y="512"/>
                    </a:lnTo>
                    <a:lnTo>
                      <a:pt x="109" y="510"/>
                    </a:lnTo>
                    <a:lnTo>
                      <a:pt x="109" y="510"/>
                    </a:lnTo>
                    <a:lnTo>
                      <a:pt x="109" y="507"/>
                    </a:lnTo>
                    <a:lnTo>
                      <a:pt x="109" y="507"/>
                    </a:lnTo>
                    <a:lnTo>
                      <a:pt x="109" y="507"/>
                    </a:lnTo>
                    <a:lnTo>
                      <a:pt x="109" y="505"/>
                    </a:lnTo>
                    <a:lnTo>
                      <a:pt x="109" y="505"/>
                    </a:lnTo>
                    <a:lnTo>
                      <a:pt x="106" y="505"/>
                    </a:lnTo>
                    <a:lnTo>
                      <a:pt x="106" y="503"/>
                    </a:lnTo>
                    <a:lnTo>
                      <a:pt x="106" y="503"/>
                    </a:lnTo>
                    <a:lnTo>
                      <a:pt x="109" y="503"/>
                    </a:lnTo>
                    <a:lnTo>
                      <a:pt x="109" y="500"/>
                    </a:lnTo>
                    <a:lnTo>
                      <a:pt x="106" y="500"/>
                    </a:lnTo>
                    <a:lnTo>
                      <a:pt x="106" y="500"/>
                    </a:lnTo>
                    <a:lnTo>
                      <a:pt x="106" y="500"/>
                    </a:lnTo>
                    <a:lnTo>
                      <a:pt x="106" y="498"/>
                    </a:lnTo>
                    <a:lnTo>
                      <a:pt x="106" y="498"/>
                    </a:lnTo>
                    <a:lnTo>
                      <a:pt x="106" y="498"/>
                    </a:lnTo>
                    <a:lnTo>
                      <a:pt x="106" y="496"/>
                    </a:lnTo>
                    <a:lnTo>
                      <a:pt x="106" y="496"/>
                    </a:lnTo>
                    <a:lnTo>
                      <a:pt x="106" y="493"/>
                    </a:lnTo>
                    <a:lnTo>
                      <a:pt x="106" y="493"/>
                    </a:lnTo>
                    <a:lnTo>
                      <a:pt x="106" y="493"/>
                    </a:lnTo>
                    <a:lnTo>
                      <a:pt x="106" y="493"/>
                    </a:lnTo>
                    <a:lnTo>
                      <a:pt x="106" y="491"/>
                    </a:lnTo>
                    <a:lnTo>
                      <a:pt x="106" y="491"/>
                    </a:lnTo>
                    <a:lnTo>
                      <a:pt x="106" y="491"/>
                    </a:lnTo>
                    <a:lnTo>
                      <a:pt x="106" y="491"/>
                    </a:lnTo>
                    <a:lnTo>
                      <a:pt x="104" y="491"/>
                    </a:lnTo>
                    <a:lnTo>
                      <a:pt x="104" y="489"/>
                    </a:lnTo>
                    <a:lnTo>
                      <a:pt x="104" y="489"/>
                    </a:lnTo>
                    <a:lnTo>
                      <a:pt x="104" y="489"/>
                    </a:lnTo>
                    <a:lnTo>
                      <a:pt x="104" y="486"/>
                    </a:lnTo>
                    <a:lnTo>
                      <a:pt x="104" y="486"/>
                    </a:lnTo>
                    <a:lnTo>
                      <a:pt x="104" y="484"/>
                    </a:lnTo>
                    <a:lnTo>
                      <a:pt x="101" y="484"/>
                    </a:lnTo>
                    <a:lnTo>
                      <a:pt x="101" y="484"/>
                    </a:lnTo>
                    <a:lnTo>
                      <a:pt x="101" y="481"/>
                    </a:lnTo>
                    <a:lnTo>
                      <a:pt x="101" y="481"/>
                    </a:lnTo>
                    <a:lnTo>
                      <a:pt x="101" y="481"/>
                    </a:lnTo>
                    <a:lnTo>
                      <a:pt x="101" y="481"/>
                    </a:lnTo>
                    <a:lnTo>
                      <a:pt x="101" y="479"/>
                    </a:lnTo>
                    <a:lnTo>
                      <a:pt x="101" y="479"/>
                    </a:lnTo>
                    <a:lnTo>
                      <a:pt x="101" y="477"/>
                    </a:lnTo>
                    <a:lnTo>
                      <a:pt x="101" y="477"/>
                    </a:lnTo>
                    <a:lnTo>
                      <a:pt x="101" y="477"/>
                    </a:lnTo>
                    <a:lnTo>
                      <a:pt x="101" y="474"/>
                    </a:lnTo>
                    <a:lnTo>
                      <a:pt x="101" y="474"/>
                    </a:lnTo>
                    <a:lnTo>
                      <a:pt x="101" y="472"/>
                    </a:lnTo>
                    <a:lnTo>
                      <a:pt x="101" y="472"/>
                    </a:lnTo>
                    <a:lnTo>
                      <a:pt x="101" y="472"/>
                    </a:lnTo>
                    <a:lnTo>
                      <a:pt x="101" y="470"/>
                    </a:lnTo>
                    <a:lnTo>
                      <a:pt x="99" y="470"/>
                    </a:lnTo>
                    <a:lnTo>
                      <a:pt x="99" y="470"/>
                    </a:lnTo>
                    <a:lnTo>
                      <a:pt x="99" y="470"/>
                    </a:lnTo>
                    <a:lnTo>
                      <a:pt x="99" y="467"/>
                    </a:lnTo>
                    <a:lnTo>
                      <a:pt x="99" y="467"/>
                    </a:lnTo>
                    <a:lnTo>
                      <a:pt x="99" y="467"/>
                    </a:lnTo>
                    <a:lnTo>
                      <a:pt x="99" y="465"/>
                    </a:lnTo>
                    <a:lnTo>
                      <a:pt x="99" y="465"/>
                    </a:lnTo>
                    <a:lnTo>
                      <a:pt x="101" y="465"/>
                    </a:lnTo>
                    <a:lnTo>
                      <a:pt x="101" y="462"/>
                    </a:lnTo>
                    <a:lnTo>
                      <a:pt x="101" y="462"/>
                    </a:lnTo>
                    <a:lnTo>
                      <a:pt x="99" y="462"/>
                    </a:lnTo>
                    <a:lnTo>
                      <a:pt x="99" y="462"/>
                    </a:lnTo>
                    <a:lnTo>
                      <a:pt x="99" y="462"/>
                    </a:lnTo>
                    <a:lnTo>
                      <a:pt x="99" y="462"/>
                    </a:lnTo>
                    <a:lnTo>
                      <a:pt x="99" y="462"/>
                    </a:lnTo>
                    <a:lnTo>
                      <a:pt x="99" y="460"/>
                    </a:lnTo>
                    <a:lnTo>
                      <a:pt x="99" y="460"/>
                    </a:lnTo>
                    <a:lnTo>
                      <a:pt x="99" y="458"/>
                    </a:lnTo>
                    <a:lnTo>
                      <a:pt x="99" y="458"/>
                    </a:lnTo>
                    <a:lnTo>
                      <a:pt x="99" y="458"/>
                    </a:lnTo>
                    <a:lnTo>
                      <a:pt x="99" y="455"/>
                    </a:lnTo>
                    <a:lnTo>
                      <a:pt x="99" y="455"/>
                    </a:lnTo>
                    <a:lnTo>
                      <a:pt x="99" y="453"/>
                    </a:lnTo>
                    <a:lnTo>
                      <a:pt x="99" y="453"/>
                    </a:lnTo>
                    <a:lnTo>
                      <a:pt x="99" y="453"/>
                    </a:lnTo>
                    <a:lnTo>
                      <a:pt x="99" y="451"/>
                    </a:lnTo>
                    <a:lnTo>
                      <a:pt x="99" y="451"/>
                    </a:lnTo>
                    <a:lnTo>
                      <a:pt x="97" y="451"/>
                    </a:lnTo>
                    <a:lnTo>
                      <a:pt x="97" y="448"/>
                    </a:lnTo>
                    <a:lnTo>
                      <a:pt x="97" y="448"/>
                    </a:lnTo>
                    <a:lnTo>
                      <a:pt x="97" y="446"/>
                    </a:lnTo>
                    <a:lnTo>
                      <a:pt x="97" y="446"/>
                    </a:lnTo>
                    <a:lnTo>
                      <a:pt x="97" y="443"/>
                    </a:lnTo>
                    <a:lnTo>
                      <a:pt x="97" y="443"/>
                    </a:lnTo>
                    <a:lnTo>
                      <a:pt x="97" y="443"/>
                    </a:lnTo>
                    <a:lnTo>
                      <a:pt x="97" y="443"/>
                    </a:lnTo>
                    <a:lnTo>
                      <a:pt x="97" y="441"/>
                    </a:lnTo>
                    <a:lnTo>
                      <a:pt x="97" y="441"/>
                    </a:lnTo>
                    <a:lnTo>
                      <a:pt x="94" y="441"/>
                    </a:lnTo>
                    <a:lnTo>
                      <a:pt x="94" y="439"/>
                    </a:lnTo>
                    <a:lnTo>
                      <a:pt x="94" y="439"/>
                    </a:lnTo>
                    <a:lnTo>
                      <a:pt x="97" y="439"/>
                    </a:lnTo>
                    <a:lnTo>
                      <a:pt x="97" y="436"/>
                    </a:lnTo>
                    <a:lnTo>
                      <a:pt x="97" y="436"/>
                    </a:lnTo>
                    <a:lnTo>
                      <a:pt x="97" y="434"/>
                    </a:lnTo>
                    <a:lnTo>
                      <a:pt x="97" y="434"/>
                    </a:lnTo>
                    <a:lnTo>
                      <a:pt x="97" y="434"/>
                    </a:lnTo>
                    <a:lnTo>
                      <a:pt x="97" y="434"/>
                    </a:lnTo>
                    <a:lnTo>
                      <a:pt x="97" y="432"/>
                    </a:lnTo>
                    <a:lnTo>
                      <a:pt x="97" y="432"/>
                    </a:lnTo>
                    <a:lnTo>
                      <a:pt x="97" y="432"/>
                    </a:lnTo>
                    <a:lnTo>
                      <a:pt x="97" y="432"/>
                    </a:lnTo>
                    <a:lnTo>
                      <a:pt x="97" y="429"/>
                    </a:lnTo>
                    <a:lnTo>
                      <a:pt x="97" y="429"/>
                    </a:lnTo>
                    <a:lnTo>
                      <a:pt x="97" y="427"/>
                    </a:lnTo>
                    <a:lnTo>
                      <a:pt x="99" y="427"/>
                    </a:lnTo>
                    <a:lnTo>
                      <a:pt x="99" y="427"/>
                    </a:lnTo>
                    <a:lnTo>
                      <a:pt x="99" y="425"/>
                    </a:lnTo>
                    <a:lnTo>
                      <a:pt x="99" y="425"/>
                    </a:lnTo>
                    <a:lnTo>
                      <a:pt x="99" y="425"/>
                    </a:lnTo>
                    <a:lnTo>
                      <a:pt x="99" y="422"/>
                    </a:lnTo>
                    <a:lnTo>
                      <a:pt x="99" y="422"/>
                    </a:lnTo>
                    <a:lnTo>
                      <a:pt x="99" y="422"/>
                    </a:lnTo>
                    <a:lnTo>
                      <a:pt x="101" y="422"/>
                    </a:lnTo>
                    <a:lnTo>
                      <a:pt x="101" y="422"/>
                    </a:lnTo>
                    <a:lnTo>
                      <a:pt x="101" y="420"/>
                    </a:lnTo>
                    <a:lnTo>
                      <a:pt x="101" y="420"/>
                    </a:lnTo>
                    <a:lnTo>
                      <a:pt x="99" y="420"/>
                    </a:lnTo>
                    <a:lnTo>
                      <a:pt x="99" y="417"/>
                    </a:lnTo>
                    <a:lnTo>
                      <a:pt x="99" y="417"/>
                    </a:lnTo>
                    <a:lnTo>
                      <a:pt x="99" y="415"/>
                    </a:lnTo>
                    <a:lnTo>
                      <a:pt x="99" y="415"/>
                    </a:lnTo>
                    <a:lnTo>
                      <a:pt x="99" y="415"/>
                    </a:lnTo>
                    <a:lnTo>
                      <a:pt x="99" y="413"/>
                    </a:lnTo>
                    <a:lnTo>
                      <a:pt x="99" y="413"/>
                    </a:lnTo>
                    <a:lnTo>
                      <a:pt x="99" y="413"/>
                    </a:lnTo>
                    <a:lnTo>
                      <a:pt x="99" y="413"/>
                    </a:lnTo>
                    <a:lnTo>
                      <a:pt x="97" y="413"/>
                    </a:lnTo>
                    <a:lnTo>
                      <a:pt x="97" y="410"/>
                    </a:lnTo>
                    <a:lnTo>
                      <a:pt x="97" y="410"/>
                    </a:lnTo>
                    <a:lnTo>
                      <a:pt x="97" y="408"/>
                    </a:lnTo>
                    <a:lnTo>
                      <a:pt x="97" y="408"/>
                    </a:lnTo>
                    <a:lnTo>
                      <a:pt x="94" y="408"/>
                    </a:lnTo>
                    <a:lnTo>
                      <a:pt x="94" y="408"/>
                    </a:lnTo>
                    <a:lnTo>
                      <a:pt x="94" y="408"/>
                    </a:lnTo>
                    <a:lnTo>
                      <a:pt x="94" y="406"/>
                    </a:lnTo>
                    <a:lnTo>
                      <a:pt x="94" y="406"/>
                    </a:lnTo>
                    <a:lnTo>
                      <a:pt x="94" y="403"/>
                    </a:lnTo>
                    <a:lnTo>
                      <a:pt x="94" y="403"/>
                    </a:lnTo>
                    <a:lnTo>
                      <a:pt x="94" y="403"/>
                    </a:lnTo>
                    <a:lnTo>
                      <a:pt x="94" y="401"/>
                    </a:lnTo>
                    <a:lnTo>
                      <a:pt x="94" y="401"/>
                    </a:lnTo>
                    <a:lnTo>
                      <a:pt x="94" y="401"/>
                    </a:lnTo>
                    <a:lnTo>
                      <a:pt x="94" y="398"/>
                    </a:lnTo>
                    <a:lnTo>
                      <a:pt x="94" y="398"/>
                    </a:lnTo>
                    <a:lnTo>
                      <a:pt x="94" y="396"/>
                    </a:lnTo>
                    <a:lnTo>
                      <a:pt x="97" y="396"/>
                    </a:lnTo>
                    <a:lnTo>
                      <a:pt x="97" y="396"/>
                    </a:lnTo>
                    <a:lnTo>
                      <a:pt x="94" y="396"/>
                    </a:lnTo>
                    <a:lnTo>
                      <a:pt x="94" y="396"/>
                    </a:lnTo>
                    <a:lnTo>
                      <a:pt x="94" y="394"/>
                    </a:lnTo>
                    <a:lnTo>
                      <a:pt x="94" y="394"/>
                    </a:lnTo>
                    <a:lnTo>
                      <a:pt x="94" y="394"/>
                    </a:lnTo>
                    <a:lnTo>
                      <a:pt x="92" y="394"/>
                    </a:lnTo>
                    <a:lnTo>
                      <a:pt x="92" y="394"/>
                    </a:lnTo>
                    <a:lnTo>
                      <a:pt x="92" y="391"/>
                    </a:lnTo>
                    <a:lnTo>
                      <a:pt x="92" y="391"/>
                    </a:lnTo>
                    <a:lnTo>
                      <a:pt x="94" y="391"/>
                    </a:lnTo>
                    <a:lnTo>
                      <a:pt x="94" y="389"/>
                    </a:lnTo>
                    <a:lnTo>
                      <a:pt x="94" y="389"/>
                    </a:lnTo>
                    <a:lnTo>
                      <a:pt x="94" y="389"/>
                    </a:lnTo>
                    <a:lnTo>
                      <a:pt x="94" y="389"/>
                    </a:lnTo>
                    <a:lnTo>
                      <a:pt x="94" y="387"/>
                    </a:lnTo>
                    <a:lnTo>
                      <a:pt x="94" y="387"/>
                    </a:lnTo>
                    <a:lnTo>
                      <a:pt x="94" y="387"/>
                    </a:lnTo>
                    <a:lnTo>
                      <a:pt x="94" y="387"/>
                    </a:lnTo>
                    <a:lnTo>
                      <a:pt x="94" y="387"/>
                    </a:lnTo>
                    <a:lnTo>
                      <a:pt x="92" y="387"/>
                    </a:lnTo>
                    <a:lnTo>
                      <a:pt x="92" y="387"/>
                    </a:lnTo>
                    <a:lnTo>
                      <a:pt x="92" y="384"/>
                    </a:lnTo>
                    <a:lnTo>
                      <a:pt x="92" y="384"/>
                    </a:lnTo>
                    <a:lnTo>
                      <a:pt x="92" y="382"/>
                    </a:lnTo>
                    <a:lnTo>
                      <a:pt x="92" y="382"/>
                    </a:lnTo>
                    <a:lnTo>
                      <a:pt x="92" y="382"/>
                    </a:lnTo>
                    <a:lnTo>
                      <a:pt x="92" y="380"/>
                    </a:lnTo>
                    <a:lnTo>
                      <a:pt x="92" y="380"/>
                    </a:lnTo>
                    <a:lnTo>
                      <a:pt x="92" y="380"/>
                    </a:lnTo>
                    <a:lnTo>
                      <a:pt x="92" y="382"/>
                    </a:lnTo>
                    <a:lnTo>
                      <a:pt x="90" y="382"/>
                    </a:lnTo>
                    <a:lnTo>
                      <a:pt x="90" y="382"/>
                    </a:lnTo>
                    <a:lnTo>
                      <a:pt x="90" y="382"/>
                    </a:lnTo>
                    <a:lnTo>
                      <a:pt x="90" y="382"/>
                    </a:lnTo>
                    <a:lnTo>
                      <a:pt x="87" y="382"/>
                    </a:lnTo>
                    <a:lnTo>
                      <a:pt x="87" y="384"/>
                    </a:lnTo>
                    <a:lnTo>
                      <a:pt x="87" y="384"/>
                    </a:lnTo>
                    <a:lnTo>
                      <a:pt x="87" y="384"/>
                    </a:lnTo>
                    <a:lnTo>
                      <a:pt x="87" y="387"/>
                    </a:lnTo>
                    <a:lnTo>
                      <a:pt x="87" y="387"/>
                    </a:lnTo>
                    <a:lnTo>
                      <a:pt x="87" y="387"/>
                    </a:lnTo>
                    <a:lnTo>
                      <a:pt x="87" y="387"/>
                    </a:lnTo>
                    <a:lnTo>
                      <a:pt x="87" y="389"/>
                    </a:lnTo>
                    <a:lnTo>
                      <a:pt x="87" y="389"/>
                    </a:lnTo>
                    <a:lnTo>
                      <a:pt x="87" y="391"/>
                    </a:lnTo>
                    <a:lnTo>
                      <a:pt x="87" y="391"/>
                    </a:lnTo>
                    <a:lnTo>
                      <a:pt x="87" y="391"/>
                    </a:lnTo>
                    <a:lnTo>
                      <a:pt x="87" y="394"/>
                    </a:lnTo>
                    <a:lnTo>
                      <a:pt x="90" y="394"/>
                    </a:lnTo>
                    <a:lnTo>
                      <a:pt x="90" y="394"/>
                    </a:lnTo>
                    <a:lnTo>
                      <a:pt x="90" y="394"/>
                    </a:lnTo>
                    <a:lnTo>
                      <a:pt x="90" y="394"/>
                    </a:lnTo>
                    <a:lnTo>
                      <a:pt x="90" y="394"/>
                    </a:lnTo>
                    <a:lnTo>
                      <a:pt x="87" y="394"/>
                    </a:lnTo>
                    <a:lnTo>
                      <a:pt x="87" y="396"/>
                    </a:lnTo>
                    <a:lnTo>
                      <a:pt x="87" y="396"/>
                    </a:lnTo>
                    <a:lnTo>
                      <a:pt x="87" y="398"/>
                    </a:lnTo>
                    <a:lnTo>
                      <a:pt x="87" y="398"/>
                    </a:lnTo>
                    <a:lnTo>
                      <a:pt x="87" y="398"/>
                    </a:lnTo>
                    <a:lnTo>
                      <a:pt x="87" y="398"/>
                    </a:lnTo>
                    <a:lnTo>
                      <a:pt x="87" y="401"/>
                    </a:lnTo>
                    <a:lnTo>
                      <a:pt x="87" y="401"/>
                    </a:lnTo>
                    <a:lnTo>
                      <a:pt x="85" y="401"/>
                    </a:lnTo>
                    <a:lnTo>
                      <a:pt x="85" y="403"/>
                    </a:lnTo>
                    <a:lnTo>
                      <a:pt x="85" y="403"/>
                    </a:lnTo>
                    <a:lnTo>
                      <a:pt x="85" y="403"/>
                    </a:lnTo>
                    <a:lnTo>
                      <a:pt x="85" y="403"/>
                    </a:lnTo>
                    <a:lnTo>
                      <a:pt x="85" y="406"/>
                    </a:lnTo>
                    <a:lnTo>
                      <a:pt x="85" y="406"/>
                    </a:lnTo>
                    <a:lnTo>
                      <a:pt x="83" y="406"/>
                    </a:lnTo>
                    <a:lnTo>
                      <a:pt x="83" y="406"/>
                    </a:lnTo>
                    <a:lnTo>
                      <a:pt x="83" y="406"/>
                    </a:lnTo>
                    <a:lnTo>
                      <a:pt x="83" y="408"/>
                    </a:lnTo>
                    <a:lnTo>
                      <a:pt x="80" y="408"/>
                    </a:lnTo>
                    <a:lnTo>
                      <a:pt x="80" y="408"/>
                    </a:lnTo>
                    <a:lnTo>
                      <a:pt x="80" y="408"/>
                    </a:lnTo>
                    <a:lnTo>
                      <a:pt x="80" y="408"/>
                    </a:lnTo>
                    <a:lnTo>
                      <a:pt x="78" y="408"/>
                    </a:lnTo>
                    <a:lnTo>
                      <a:pt x="78" y="410"/>
                    </a:lnTo>
                    <a:lnTo>
                      <a:pt x="78" y="410"/>
                    </a:lnTo>
                    <a:lnTo>
                      <a:pt x="75" y="410"/>
                    </a:lnTo>
                    <a:lnTo>
                      <a:pt x="75" y="410"/>
                    </a:lnTo>
                    <a:lnTo>
                      <a:pt x="75" y="410"/>
                    </a:lnTo>
                    <a:lnTo>
                      <a:pt x="75" y="410"/>
                    </a:lnTo>
                    <a:lnTo>
                      <a:pt x="73" y="410"/>
                    </a:lnTo>
                    <a:lnTo>
                      <a:pt x="73" y="410"/>
                    </a:lnTo>
                    <a:lnTo>
                      <a:pt x="73" y="413"/>
                    </a:lnTo>
                    <a:lnTo>
                      <a:pt x="73" y="413"/>
                    </a:lnTo>
                    <a:lnTo>
                      <a:pt x="71" y="413"/>
                    </a:lnTo>
                    <a:lnTo>
                      <a:pt x="71" y="413"/>
                    </a:lnTo>
                    <a:lnTo>
                      <a:pt x="71" y="413"/>
                    </a:lnTo>
                    <a:lnTo>
                      <a:pt x="71" y="413"/>
                    </a:lnTo>
                    <a:lnTo>
                      <a:pt x="68" y="413"/>
                    </a:lnTo>
                    <a:lnTo>
                      <a:pt x="68" y="413"/>
                    </a:lnTo>
                    <a:lnTo>
                      <a:pt x="68" y="413"/>
                    </a:lnTo>
                    <a:lnTo>
                      <a:pt x="68" y="415"/>
                    </a:lnTo>
                    <a:lnTo>
                      <a:pt x="66" y="415"/>
                    </a:lnTo>
                    <a:lnTo>
                      <a:pt x="66" y="415"/>
                    </a:lnTo>
                    <a:lnTo>
                      <a:pt x="66" y="415"/>
                    </a:lnTo>
                    <a:lnTo>
                      <a:pt x="66" y="415"/>
                    </a:lnTo>
                    <a:lnTo>
                      <a:pt x="64" y="415"/>
                    </a:lnTo>
                    <a:lnTo>
                      <a:pt x="64" y="415"/>
                    </a:lnTo>
                    <a:lnTo>
                      <a:pt x="61" y="415"/>
                    </a:lnTo>
                    <a:lnTo>
                      <a:pt x="61" y="417"/>
                    </a:lnTo>
                    <a:lnTo>
                      <a:pt x="61" y="417"/>
                    </a:lnTo>
                    <a:lnTo>
                      <a:pt x="61" y="417"/>
                    </a:lnTo>
                    <a:lnTo>
                      <a:pt x="61" y="417"/>
                    </a:lnTo>
                    <a:lnTo>
                      <a:pt x="59" y="417"/>
                    </a:lnTo>
                    <a:lnTo>
                      <a:pt x="59" y="417"/>
                    </a:lnTo>
                    <a:lnTo>
                      <a:pt x="59" y="417"/>
                    </a:lnTo>
                    <a:lnTo>
                      <a:pt x="57" y="417"/>
                    </a:lnTo>
                    <a:lnTo>
                      <a:pt x="57" y="417"/>
                    </a:lnTo>
                    <a:lnTo>
                      <a:pt x="54" y="417"/>
                    </a:lnTo>
                    <a:lnTo>
                      <a:pt x="54" y="417"/>
                    </a:lnTo>
                    <a:lnTo>
                      <a:pt x="54" y="417"/>
                    </a:lnTo>
                    <a:lnTo>
                      <a:pt x="54" y="417"/>
                    </a:lnTo>
                    <a:lnTo>
                      <a:pt x="54" y="415"/>
                    </a:lnTo>
                    <a:lnTo>
                      <a:pt x="52" y="415"/>
                    </a:lnTo>
                    <a:lnTo>
                      <a:pt x="52" y="415"/>
                    </a:lnTo>
                    <a:lnTo>
                      <a:pt x="52" y="415"/>
                    </a:lnTo>
                    <a:lnTo>
                      <a:pt x="52" y="415"/>
                    </a:lnTo>
                    <a:lnTo>
                      <a:pt x="49" y="415"/>
                    </a:lnTo>
                    <a:lnTo>
                      <a:pt x="49" y="415"/>
                    </a:lnTo>
                    <a:lnTo>
                      <a:pt x="49" y="413"/>
                    </a:lnTo>
                    <a:lnTo>
                      <a:pt x="47" y="413"/>
                    </a:lnTo>
                    <a:lnTo>
                      <a:pt x="47" y="413"/>
                    </a:lnTo>
                    <a:lnTo>
                      <a:pt x="47" y="413"/>
                    </a:lnTo>
                    <a:lnTo>
                      <a:pt x="47" y="413"/>
                    </a:lnTo>
                    <a:lnTo>
                      <a:pt x="47" y="413"/>
                    </a:lnTo>
                    <a:lnTo>
                      <a:pt x="45" y="413"/>
                    </a:lnTo>
                    <a:lnTo>
                      <a:pt x="45" y="413"/>
                    </a:lnTo>
                    <a:lnTo>
                      <a:pt x="45" y="410"/>
                    </a:lnTo>
                    <a:lnTo>
                      <a:pt x="42" y="410"/>
                    </a:lnTo>
                    <a:lnTo>
                      <a:pt x="42" y="410"/>
                    </a:lnTo>
                    <a:lnTo>
                      <a:pt x="42" y="410"/>
                    </a:lnTo>
                    <a:lnTo>
                      <a:pt x="42" y="408"/>
                    </a:lnTo>
                    <a:lnTo>
                      <a:pt x="42" y="408"/>
                    </a:lnTo>
                    <a:lnTo>
                      <a:pt x="42" y="408"/>
                    </a:lnTo>
                    <a:lnTo>
                      <a:pt x="40" y="408"/>
                    </a:lnTo>
                    <a:lnTo>
                      <a:pt x="40" y="408"/>
                    </a:lnTo>
                    <a:lnTo>
                      <a:pt x="40" y="406"/>
                    </a:lnTo>
                    <a:lnTo>
                      <a:pt x="40" y="406"/>
                    </a:lnTo>
                    <a:lnTo>
                      <a:pt x="40" y="406"/>
                    </a:lnTo>
                    <a:lnTo>
                      <a:pt x="38" y="406"/>
                    </a:lnTo>
                    <a:lnTo>
                      <a:pt x="38" y="403"/>
                    </a:lnTo>
                    <a:lnTo>
                      <a:pt x="38" y="403"/>
                    </a:lnTo>
                    <a:lnTo>
                      <a:pt x="38" y="403"/>
                    </a:lnTo>
                    <a:lnTo>
                      <a:pt x="38" y="403"/>
                    </a:lnTo>
                    <a:lnTo>
                      <a:pt x="35" y="403"/>
                    </a:lnTo>
                    <a:lnTo>
                      <a:pt x="35" y="401"/>
                    </a:lnTo>
                    <a:lnTo>
                      <a:pt x="35" y="401"/>
                    </a:lnTo>
                    <a:lnTo>
                      <a:pt x="35" y="401"/>
                    </a:lnTo>
                    <a:lnTo>
                      <a:pt x="35" y="401"/>
                    </a:lnTo>
                    <a:lnTo>
                      <a:pt x="35" y="398"/>
                    </a:lnTo>
                    <a:lnTo>
                      <a:pt x="33" y="398"/>
                    </a:lnTo>
                    <a:lnTo>
                      <a:pt x="33" y="398"/>
                    </a:lnTo>
                    <a:lnTo>
                      <a:pt x="33" y="398"/>
                    </a:lnTo>
                    <a:lnTo>
                      <a:pt x="33" y="396"/>
                    </a:lnTo>
                    <a:lnTo>
                      <a:pt x="33" y="396"/>
                    </a:lnTo>
                    <a:lnTo>
                      <a:pt x="33" y="396"/>
                    </a:lnTo>
                    <a:lnTo>
                      <a:pt x="30" y="396"/>
                    </a:lnTo>
                    <a:lnTo>
                      <a:pt x="30" y="394"/>
                    </a:lnTo>
                    <a:lnTo>
                      <a:pt x="30" y="394"/>
                    </a:lnTo>
                    <a:lnTo>
                      <a:pt x="30" y="394"/>
                    </a:lnTo>
                    <a:lnTo>
                      <a:pt x="28" y="394"/>
                    </a:lnTo>
                    <a:lnTo>
                      <a:pt x="28" y="394"/>
                    </a:lnTo>
                    <a:lnTo>
                      <a:pt x="28" y="394"/>
                    </a:lnTo>
                    <a:lnTo>
                      <a:pt x="28" y="394"/>
                    </a:lnTo>
                    <a:lnTo>
                      <a:pt x="28" y="391"/>
                    </a:lnTo>
                    <a:lnTo>
                      <a:pt x="26" y="391"/>
                    </a:lnTo>
                    <a:lnTo>
                      <a:pt x="26" y="391"/>
                    </a:lnTo>
                    <a:lnTo>
                      <a:pt x="26" y="391"/>
                    </a:lnTo>
                    <a:lnTo>
                      <a:pt x="26" y="389"/>
                    </a:lnTo>
                    <a:lnTo>
                      <a:pt x="26" y="389"/>
                    </a:lnTo>
                    <a:lnTo>
                      <a:pt x="26" y="389"/>
                    </a:lnTo>
                    <a:lnTo>
                      <a:pt x="23" y="389"/>
                    </a:lnTo>
                    <a:lnTo>
                      <a:pt x="23" y="387"/>
                    </a:lnTo>
                    <a:lnTo>
                      <a:pt x="23" y="387"/>
                    </a:lnTo>
                    <a:lnTo>
                      <a:pt x="23" y="387"/>
                    </a:lnTo>
                    <a:lnTo>
                      <a:pt x="21" y="387"/>
                    </a:lnTo>
                    <a:lnTo>
                      <a:pt x="21" y="384"/>
                    </a:lnTo>
                    <a:lnTo>
                      <a:pt x="21" y="384"/>
                    </a:lnTo>
                    <a:lnTo>
                      <a:pt x="21" y="384"/>
                    </a:lnTo>
                    <a:lnTo>
                      <a:pt x="21" y="384"/>
                    </a:lnTo>
                    <a:lnTo>
                      <a:pt x="21" y="382"/>
                    </a:lnTo>
                    <a:lnTo>
                      <a:pt x="19" y="382"/>
                    </a:lnTo>
                    <a:lnTo>
                      <a:pt x="19" y="382"/>
                    </a:lnTo>
                    <a:lnTo>
                      <a:pt x="19" y="382"/>
                    </a:lnTo>
                    <a:lnTo>
                      <a:pt x="19" y="382"/>
                    </a:lnTo>
                    <a:lnTo>
                      <a:pt x="19" y="382"/>
                    </a:lnTo>
                    <a:lnTo>
                      <a:pt x="19" y="380"/>
                    </a:lnTo>
                    <a:lnTo>
                      <a:pt x="16" y="380"/>
                    </a:lnTo>
                    <a:lnTo>
                      <a:pt x="16" y="380"/>
                    </a:lnTo>
                    <a:lnTo>
                      <a:pt x="16" y="380"/>
                    </a:lnTo>
                    <a:lnTo>
                      <a:pt x="16" y="377"/>
                    </a:lnTo>
                    <a:lnTo>
                      <a:pt x="16" y="377"/>
                    </a:lnTo>
                    <a:lnTo>
                      <a:pt x="16" y="375"/>
                    </a:lnTo>
                    <a:lnTo>
                      <a:pt x="16" y="375"/>
                    </a:lnTo>
                    <a:lnTo>
                      <a:pt x="16" y="375"/>
                    </a:lnTo>
                    <a:lnTo>
                      <a:pt x="16" y="372"/>
                    </a:lnTo>
                    <a:lnTo>
                      <a:pt x="16" y="372"/>
                    </a:lnTo>
                    <a:lnTo>
                      <a:pt x="19" y="372"/>
                    </a:lnTo>
                    <a:lnTo>
                      <a:pt x="19" y="372"/>
                    </a:lnTo>
                    <a:lnTo>
                      <a:pt x="19" y="372"/>
                    </a:lnTo>
                    <a:lnTo>
                      <a:pt x="19" y="372"/>
                    </a:lnTo>
                    <a:lnTo>
                      <a:pt x="21" y="372"/>
                    </a:lnTo>
                    <a:lnTo>
                      <a:pt x="21" y="372"/>
                    </a:lnTo>
                    <a:lnTo>
                      <a:pt x="21" y="372"/>
                    </a:lnTo>
                    <a:lnTo>
                      <a:pt x="21" y="372"/>
                    </a:lnTo>
                    <a:lnTo>
                      <a:pt x="21" y="372"/>
                    </a:lnTo>
                    <a:lnTo>
                      <a:pt x="21" y="375"/>
                    </a:lnTo>
                    <a:lnTo>
                      <a:pt x="21" y="375"/>
                    </a:lnTo>
                    <a:lnTo>
                      <a:pt x="21" y="377"/>
                    </a:lnTo>
                    <a:lnTo>
                      <a:pt x="23" y="377"/>
                    </a:lnTo>
                    <a:lnTo>
                      <a:pt x="23" y="377"/>
                    </a:lnTo>
                    <a:lnTo>
                      <a:pt x="23" y="375"/>
                    </a:lnTo>
                    <a:lnTo>
                      <a:pt x="26" y="375"/>
                    </a:lnTo>
                    <a:lnTo>
                      <a:pt x="26" y="375"/>
                    </a:lnTo>
                    <a:lnTo>
                      <a:pt x="26" y="375"/>
                    </a:lnTo>
                    <a:lnTo>
                      <a:pt x="26" y="375"/>
                    </a:lnTo>
                    <a:lnTo>
                      <a:pt x="28" y="375"/>
                    </a:lnTo>
                    <a:lnTo>
                      <a:pt x="28" y="372"/>
                    </a:lnTo>
                    <a:lnTo>
                      <a:pt x="28" y="372"/>
                    </a:lnTo>
                    <a:lnTo>
                      <a:pt x="28" y="372"/>
                    </a:lnTo>
                    <a:lnTo>
                      <a:pt x="28" y="372"/>
                    </a:lnTo>
                    <a:lnTo>
                      <a:pt x="28" y="372"/>
                    </a:lnTo>
                    <a:lnTo>
                      <a:pt x="30" y="372"/>
                    </a:lnTo>
                    <a:lnTo>
                      <a:pt x="30" y="372"/>
                    </a:lnTo>
                    <a:lnTo>
                      <a:pt x="30" y="372"/>
                    </a:lnTo>
                    <a:lnTo>
                      <a:pt x="33" y="372"/>
                    </a:lnTo>
                    <a:lnTo>
                      <a:pt x="33" y="372"/>
                    </a:lnTo>
                    <a:lnTo>
                      <a:pt x="33" y="372"/>
                    </a:lnTo>
                    <a:lnTo>
                      <a:pt x="33" y="372"/>
                    </a:lnTo>
                    <a:lnTo>
                      <a:pt x="33" y="372"/>
                    </a:lnTo>
                    <a:lnTo>
                      <a:pt x="35" y="372"/>
                    </a:lnTo>
                    <a:lnTo>
                      <a:pt x="35" y="372"/>
                    </a:lnTo>
                    <a:lnTo>
                      <a:pt x="35" y="372"/>
                    </a:lnTo>
                    <a:lnTo>
                      <a:pt x="35" y="370"/>
                    </a:lnTo>
                    <a:lnTo>
                      <a:pt x="35" y="370"/>
                    </a:lnTo>
                    <a:lnTo>
                      <a:pt x="35" y="370"/>
                    </a:lnTo>
                    <a:lnTo>
                      <a:pt x="38" y="370"/>
                    </a:lnTo>
                    <a:lnTo>
                      <a:pt x="38" y="368"/>
                    </a:lnTo>
                    <a:lnTo>
                      <a:pt x="38" y="368"/>
                    </a:lnTo>
                    <a:lnTo>
                      <a:pt x="40" y="368"/>
                    </a:lnTo>
                    <a:lnTo>
                      <a:pt x="40" y="368"/>
                    </a:lnTo>
                    <a:lnTo>
                      <a:pt x="40" y="370"/>
                    </a:lnTo>
                    <a:lnTo>
                      <a:pt x="40" y="370"/>
                    </a:lnTo>
                    <a:lnTo>
                      <a:pt x="42" y="370"/>
                    </a:lnTo>
                    <a:lnTo>
                      <a:pt x="42" y="370"/>
                    </a:lnTo>
                    <a:lnTo>
                      <a:pt x="42" y="368"/>
                    </a:lnTo>
                    <a:lnTo>
                      <a:pt x="42" y="368"/>
                    </a:lnTo>
                    <a:lnTo>
                      <a:pt x="42" y="368"/>
                    </a:lnTo>
                    <a:lnTo>
                      <a:pt x="42" y="365"/>
                    </a:lnTo>
                    <a:lnTo>
                      <a:pt x="42" y="365"/>
                    </a:lnTo>
                    <a:lnTo>
                      <a:pt x="45" y="365"/>
                    </a:lnTo>
                    <a:lnTo>
                      <a:pt x="45" y="365"/>
                    </a:lnTo>
                    <a:lnTo>
                      <a:pt x="45" y="363"/>
                    </a:lnTo>
                    <a:lnTo>
                      <a:pt x="45" y="363"/>
                    </a:lnTo>
                    <a:lnTo>
                      <a:pt x="45" y="363"/>
                    </a:lnTo>
                    <a:lnTo>
                      <a:pt x="47" y="363"/>
                    </a:lnTo>
                    <a:lnTo>
                      <a:pt x="47" y="361"/>
                    </a:lnTo>
                    <a:lnTo>
                      <a:pt x="45" y="361"/>
                    </a:lnTo>
                    <a:lnTo>
                      <a:pt x="45" y="361"/>
                    </a:lnTo>
                    <a:lnTo>
                      <a:pt x="42" y="361"/>
                    </a:lnTo>
                    <a:lnTo>
                      <a:pt x="42" y="361"/>
                    </a:lnTo>
                    <a:lnTo>
                      <a:pt x="42" y="361"/>
                    </a:lnTo>
                    <a:lnTo>
                      <a:pt x="42" y="363"/>
                    </a:lnTo>
                    <a:lnTo>
                      <a:pt x="40" y="363"/>
                    </a:lnTo>
                    <a:lnTo>
                      <a:pt x="40" y="363"/>
                    </a:lnTo>
                    <a:lnTo>
                      <a:pt x="40" y="363"/>
                    </a:lnTo>
                    <a:lnTo>
                      <a:pt x="38" y="363"/>
                    </a:lnTo>
                    <a:lnTo>
                      <a:pt x="38" y="363"/>
                    </a:lnTo>
                    <a:lnTo>
                      <a:pt x="38" y="363"/>
                    </a:lnTo>
                    <a:lnTo>
                      <a:pt x="35" y="363"/>
                    </a:lnTo>
                    <a:lnTo>
                      <a:pt x="35" y="363"/>
                    </a:lnTo>
                    <a:lnTo>
                      <a:pt x="35" y="363"/>
                    </a:lnTo>
                    <a:lnTo>
                      <a:pt x="35" y="363"/>
                    </a:lnTo>
                    <a:lnTo>
                      <a:pt x="33" y="363"/>
                    </a:lnTo>
                    <a:lnTo>
                      <a:pt x="33" y="365"/>
                    </a:lnTo>
                    <a:lnTo>
                      <a:pt x="33" y="365"/>
                    </a:lnTo>
                    <a:lnTo>
                      <a:pt x="33" y="365"/>
                    </a:lnTo>
                    <a:lnTo>
                      <a:pt x="33" y="365"/>
                    </a:lnTo>
                    <a:lnTo>
                      <a:pt x="30" y="365"/>
                    </a:lnTo>
                    <a:lnTo>
                      <a:pt x="30" y="365"/>
                    </a:lnTo>
                    <a:lnTo>
                      <a:pt x="30" y="365"/>
                    </a:lnTo>
                    <a:lnTo>
                      <a:pt x="28" y="365"/>
                    </a:lnTo>
                    <a:lnTo>
                      <a:pt x="28" y="365"/>
                    </a:lnTo>
                    <a:lnTo>
                      <a:pt x="28" y="365"/>
                    </a:lnTo>
                    <a:lnTo>
                      <a:pt x="26" y="365"/>
                    </a:lnTo>
                    <a:lnTo>
                      <a:pt x="26" y="363"/>
                    </a:lnTo>
                    <a:lnTo>
                      <a:pt x="26" y="363"/>
                    </a:lnTo>
                    <a:lnTo>
                      <a:pt x="26" y="363"/>
                    </a:lnTo>
                    <a:lnTo>
                      <a:pt x="23" y="363"/>
                    </a:lnTo>
                    <a:lnTo>
                      <a:pt x="23" y="363"/>
                    </a:lnTo>
                    <a:lnTo>
                      <a:pt x="21" y="363"/>
                    </a:lnTo>
                    <a:lnTo>
                      <a:pt x="21" y="363"/>
                    </a:lnTo>
                    <a:lnTo>
                      <a:pt x="21" y="363"/>
                    </a:lnTo>
                    <a:lnTo>
                      <a:pt x="21" y="363"/>
                    </a:lnTo>
                    <a:lnTo>
                      <a:pt x="21" y="363"/>
                    </a:lnTo>
                    <a:lnTo>
                      <a:pt x="19" y="363"/>
                    </a:lnTo>
                    <a:lnTo>
                      <a:pt x="19" y="363"/>
                    </a:lnTo>
                    <a:lnTo>
                      <a:pt x="19" y="361"/>
                    </a:lnTo>
                    <a:lnTo>
                      <a:pt x="19" y="361"/>
                    </a:lnTo>
                    <a:lnTo>
                      <a:pt x="16" y="361"/>
                    </a:lnTo>
                    <a:lnTo>
                      <a:pt x="16" y="361"/>
                    </a:lnTo>
                    <a:lnTo>
                      <a:pt x="16" y="361"/>
                    </a:lnTo>
                    <a:lnTo>
                      <a:pt x="14" y="361"/>
                    </a:lnTo>
                    <a:lnTo>
                      <a:pt x="14" y="358"/>
                    </a:lnTo>
                    <a:lnTo>
                      <a:pt x="14" y="358"/>
                    </a:lnTo>
                    <a:lnTo>
                      <a:pt x="14" y="358"/>
                    </a:lnTo>
                    <a:lnTo>
                      <a:pt x="14" y="358"/>
                    </a:lnTo>
                    <a:lnTo>
                      <a:pt x="12" y="358"/>
                    </a:lnTo>
                    <a:lnTo>
                      <a:pt x="12" y="356"/>
                    </a:lnTo>
                    <a:lnTo>
                      <a:pt x="12" y="356"/>
                    </a:lnTo>
                    <a:lnTo>
                      <a:pt x="12" y="356"/>
                    </a:lnTo>
                    <a:lnTo>
                      <a:pt x="12" y="356"/>
                    </a:lnTo>
                    <a:lnTo>
                      <a:pt x="9" y="356"/>
                    </a:lnTo>
                    <a:lnTo>
                      <a:pt x="9" y="353"/>
                    </a:lnTo>
                    <a:lnTo>
                      <a:pt x="9" y="353"/>
                    </a:lnTo>
                    <a:lnTo>
                      <a:pt x="9" y="353"/>
                    </a:lnTo>
                    <a:lnTo>
                      <a:pt x="7" y="353"/>
                    </a:lnTo>
                    <a:lnTo>
                      <a:pt x="7" y="353"/>
                    </a:lnTo>
                    <a:lnTo>
                      <a:pt x="7" y="353"/>
                    </a:lnTo>
                    <a:lnTo>
                      <a:pt x="7" y="351"/>
                    </a:lnTo>
                    <a:lnTo>
                      <a:pt x="7" y="351"/>
                    </a:lnTo>
                    <a:lnTo>
                      <a:pt x="7" y="351"/>
                    </a:lnTo>
                    <a:lnTo>
                      <a:pt x="7" y="349"/>
                    </a:lnTo>
                    <a:lnTo>
                      <a:pt x="4" y="349"/>
                    </a:lnTo>
                    <a:lnTo>
                      <a:pt x="4" y="349"/>
                    </a:lnTo>
                    <a:lnTo>
                      <a:pt x="4" y="349"/>
                    </a:lnTo>
                    <a:lnTo>
                      <a:pt x="4" y="346"/>
                    </a:lnTo>
                    <a:lnTo>
                      <a:pt x="4" y="346"/>
                    </a:lnTo>
                    <a:lnTo>
                      <a:pt x="4" y="346"/>
                    </a:lnTo>
                    <a:lnTo>
                      <a:pt x="4" y="344"/>
                    </a:lnTo>
                    <a:lnTo>
                      <a:pt x="4" y="344"/>
                    </a:lnTo>
                    <a:lnTo>
                      <a:pt x="4" y="344"/>
                    </a:lnTo>
                    <a:lnTo>
                      <a:pt x="4" y="344"/>
                    </a:lnTo>
                    <a:lnTo>
                      <a:pt x="2" y="344"/>
                    </a:lnTo>
                    <a:lnTo>
                      <a:pt x="2" y="344"/>
                    </a:lnTo>
                    <a:lnTo>
                      <a:pt x="2" y="344"/>
                    </a:lnTo>
                    <a:lnTo>
                      <a:pt x="0" y="344"/>
                    </a:lnTo>
                    <a:lnTo>
                      <a:pt x="0" y="344"/>
                    </a:lnTo>
                    <a:lnTo>
                      <a:pt x="0" y="344"/>
                    </a:lnTo>
                    <a:lnTo>
                      <a:pt x="0" y="344"/>
                    </a:lnTo>
                    <a:lnTo>
                      <a:pt x="0" y="344"/>
                    </a:lnTo>
                    <a:lnTo>
                      <a:pt x="0" y="344"/>
                    </a:lnTo>
                    <a:lnTo>
                      <a:pt x="0" y="342"/>
                    </a:lnTo>
                    <a:lnTo>
                      <a:pt x="0" y="342"/>
                    </a:lnTo>
                    <a:lnTo>
                      <a:pt x="0" y="339"/>
                    </a:lnTo>
                    <a:lnTo>
                      <a:pt x="0" y="339"/>
                    </a:lnTo>
                    <a:lnTo>
                      <a:pt x="0" y="339"/>
                    </a:lnTo>
                    <a:lnTo>
                      <a:pt x="0" y="337"/>
                    </a:lnTo>
                    <a:lnTo>
                      <a:pt x="0" y="337"/>
                    </a:lnTo>
                    <a:lnTo>
                      <a:pt x="0" y="337"/>
                    </a:lnTo>
                    <a:lnTo>
                      <a:pt x="0" y="337"/>
                    </a:lnTo>
                    <a:lnTo>
                      <a:pt x="0" y="334"/>
                    </a:lnTo>
                    <a:lnTo>
                      <a:pt x="2" y="334"/>
                    </a:lnTo>
                    <a:lnTo>
                      <a:pt x="2" y="334"/>
                    </a:lnTo>
                    <a:lnTo>
                      <a:pt x="2" y="334"/>
                    </a:lnTo>
                    <a:lnTo>
                      <a:pt x="2" y="334"/>
                    </a:lnTo>
                    <a:lnTo>
                      <a:pt x="4" y="334"/>
                    </a:lnTo>
                    <a:lnTo>
                      <a:pt x="4" y="334"/>
                    </a:lnTo>
                    <a:lnTo>
                      <a:pt x="7" y="334"/>
                    </a:lnTo>
                    <a:lnTo>
                      <a:pt x="7" y="334"/>
                    </a:lnTo>
                    <a:lnTo>
                      <a:pt x="7" y="334"/>
                    </a:lnTo>
                    <a:lnTo>
                      <a:pt x="7" y="334"/>
                    </a:lnTo>
                    <a:lnTo>
                      <a:pt x="7" y="334"/>
                    </a:lnTo>
                    <a:lnTo>
                      <a:pt x="7" y="334"/>
                    </a:lnTo>
                    <a:lnTo>
                      <a:pt x="4" y="334"/>
                    </a:lnTo>
                    <a:lnTo>
                      <a:pt x="4" y="332"/>
                    </a:lnTo>
                    <a:lnTo>
                      <a:pt x="4" y="332"/>
                    </a:lnTo>
                    <a:lnTo>
                      <a:pt x="2" y="332"/>
                    </a:lnTo>
                    <a:lnTo>
                      <a:pt x="2" y="332"/>
                    </a:lnTo>
                    <a:lnTo>
                      <a:pt x="4" y="332"/>
                    </a:lnTo>
                    <a:lnTo>
                      <a:pt x="4" y="330"/>
                    </a:lnTo>
                    <a:lnTo>
                      <a:pt x="4" y="330"/>
                    </a:lnTo>
                    <a:lnTo>
                      <a:pt x="7" y="330"/>
                    </a:lnTo>
                    <a:lnTo>
                      <a:pt x="7" y="332"/>
                    </a:lnTo>
                    <a:lnTo>
                      <a:pt x="7" y="332"/>
                    </a:lnTo>
                    <a:lnTo>
                      <a:pt x="7" y="332"/>
                    </a:lnTo>
                    <a:lnTo>
                      <a:pt x="7" y="332"/>
                    </a:lnTo>
                    <a:lnTo>
                      <a:pt x="9" y="332"/>
                    </a:lnTo>
                    <a:lnTo>
                      <a:pt x="9" y="332"/>
                    </a:lnTo>
                    <a:lnTo>
                      <a:pt x="9" y="332"/>
                    </a:lnTo>
                    <a:lnTo>
                      <a:pt x="12" y="332"/>
                    </a:lnTo>
                    <a:lnTo>
                      <a:pt x="12" y="330"/>
                    </a:lnTo>
                    <a:lnTo>
                      <a:pt x="12" y="330"/>
                    </a:lnTo>
                    <a:lnTo>
                      <a:pt x="12" y="330"/>
                    </a:lnTo>
                    <a:lnTo>
                      <a:pt x="12" y="330"/>
                    </a:lnTo>
                    <a:lnTo>
                      <a:pt x="12" y="330"/>
                    </a:lnTo>
                    <a:lnTo>
                      <a:pt x="12" y="330"/>
                    </a:lnTo>
                    <a:lnTo>
                      <a:pt x="12" y="327"/>
                    </a:lnTo>
                    <a:lnTo>
                      <a:pt x="12" y="327"/>
                    </a:lnTo>
                    <a:lnTo>
                      <a:pt x="12" y="325"/>
                    </a:lnTo>
                    <a:lnTo>
                      <a:pt x="14" y="325"/>
                    </a:lnTo>
                    <a:lnTo>
                      <a:pt x="14" y="325"/>
                    </a:lnTo>
                    <a:lnTo>
                      <a:pt x="14" y="327"/>
                    </a:lnTo>
                    <a:lnTo>
                      <a:pt x="14" y="327"/>
                    </a:lnTo>
                    <a:lnTo>
                      <a:pt x="14" y="327"/>
                    </a:lnTo>
                    <a:lnTo>
                      <a:pt x="14" y="327"/>
                    </a:lnTo>
                    <a:lnTo>
                      <a:pt x="16" y="327"/>
                    </a:lnTo>
                    <a:lnTo>
                      <a:pt x="16" y="325"/>
                    </a:lnTo>
                    <a:lnTo>
                      <a:pt x="16" y="325"/>
                    </a:lnTo>
                    <a:lnTo>
                      <a:pt x="16" y="327"/>
                    </a:lnTo>
                    <a:lnTo>
                      <a:pt x="19" y="327"/>
                    </a:lnTo>
                    <a:lnTo>
                      <a:pt x="19" y="327"/>
                    </a:lnTo>
                    <a:lnTo>
                      <a:pt x="19" y="327"/>
                    </a:lnTo>
                    <a:lnTo>
                      <a:pt x="21" y="327"/>
                    </a:lnTo>
                    <a:lnTo>
                      <a:pt x="21" y="327"/>
                    </a:lnTo>
                    <a:lnTo>
                      <a:pt x="21" y="327"/>
                    </a:lnTo>
                    <a:lnTo>
                      <a:pt x="23" y="327"/>
                    </a:lnTo>
                    <a:lnTo>
                      <a:pt x="23" y="327"/>
                    </a:lnTo>
                    <a:lnTo>
                      <a:pt x="26" y="327"/>
                    </a:lnTo>
                    <a:lnTo>
                      <a:pt x="26" y="327"/>
                    </a:lnTo>
                    <a:lnTo>
                      <a:pt x="26" y="327"/>
                    </a:lnTo>
                    <a:lnTo>
                      <a:pt x="26" y="325"/>
                    </a:lnTo>
                    <a:lnTo>
                      <a:pt x="28" y="325"/>
                    </a:lnTo>
                    <a:lnTo>
                      <a:pt x="28" y="327"/>
                    </a:lnTo>
                    <a:lnTo>
                      <a:pt x="28" y="327"/>
                    </a:lnTo>
                    <a:lnTo>
                      <a:pt x="28" y="327"/>
                    </a:lnTo>
                    <a:lnTo>
                      <a:pt x="30" y="327"/>
                    </a:lnTo>
                    <a:lnTo>
                      <a:pt x="30" y="327"/>
                    </a:lnTo>
                    <a:lnTo>
                      <a:pt x="30" y="327"/>
                    </a:lnTo>
                    <a:lnTo>
                      <a:pt x="33" y="327"/>
                    </a:lnTo>
                    <a:lnTo>
                      <a:pt x="33" y="330"/>
                    </a:lnTo>
                    <a:lnTo>
                      <a:pt x="33" y="330"/>
                    </a:lnTo>
                    <a:lnTo>
                      <a:pt x="33" y="330"/>
                    </a:lnTo>
                    <a:lnTo>
                      <a:pt x="35" y="330"/>
                    </a:lnTo>
                    <a:lnTo>
                      <a:pt x="35" y="330"/>
                    </a:lnTo>
                    <a:lnTo>
                      <a:pt x="35" y="330"/>
                    </a:lnTo>
                    <a:lnTo>
                      <a:pt x="38" y="330"/>
                    </a:lnTo>
                    <a:lnTo>
                      <a:pt x="38" y="330"/>
                    </a:lnTo>
                    <a:lnTo>
                      <a:pt x="40" y="330"/>
                    </a:lnTo>
                    <a:lnTo>
                      <a:pt x="40" y="330"/>
                    </a:lnTo>
                    <a:lnTo>
                      <a:pt x="40" y="330"/>
                    </a:lnTo>
                    <a:lnTo>
                      <a:pt x="40" y="327"/>
                    </a:lnTo>
                    <a:lnTo>
                      <a:pt x="40" y="327"/>
                    </a:lnTo>
                    <a:lnTo>
                      <a:pt x="40" y="325"/>
                    </a:lnTo>
                    <a:lnTo>
                      <a:pt x="42" y="325"/>
                    </a:lnTo>
                    <a:lnTo>
                      <a:pt x="42" y="325"/>
                    </a:lnTo>
                    <a:lnTo>
                      <a:pt x="42" y="325"/>
                    </a:lnTo>
                    <a:lnTo>
                      <a:pt x="45" y="325"/>
                    </a:lnTo>
                    <a:lnTo>
                      <a:pt x="45" y="325"/>
                    </a:lnTo>
                    <a:lnTo>
                      <a:pt x="45" y="325"/>
                    </a:lnTo>
                    <a:lnTo>
                      <a:pt x="47" y="325"/>
                    </a:lnTo>
                    <a:lnTo>
                      <a:pt x="47" y="325"/>
                    </a:lnTo>
                    <a:lnTo>
                      <a:pt x="47" y="325"/>
                    </a:lnTo>
                    <a:lnTo>
                      <a:pt x="47" y="323"/>
                    </a:lnTo>
                    <a:lnTo>
                      <a:pt x="49" y="323"/>
                    </a:lnTo>
                    <a:lnTo>
                      <a:pt x="49" y="323"/>
                    </a:lnTo>
                    <a:lnTo>
                      <a:pt x="52" y="323"/>
                    </a:lnTo>
                    <a:lnTo>
                      <a:pt x="52" y="325"/>
                    </a:lnTo>
                    <a:lnTo>
                      <a:pt x="52" y="325"/>
                    </a:lnTo>
                    <a:lnTo>
                      <a:pt x="52" y="327"/>
                    </a:lnTo>
                    <a:lnTo>
                      <a:pt x="52" y="327"/>
                    </a:lnTo>
                    <a:lnTo>
                      <a:pt x="52" y="327"/>
                    </a:lnTo>
                    <a:lnTo>
                      <a:pt x="52" y="327"/>
                    </a:lnTo>
                    <a:lnTo>
                      <a:pt x="54" y="327"/>
                    </a:lnTo>
                    <a:lnTo>
                      <a:pt x="54" y="327"/>
                    </a:lnTo>
                    <a:lnTo>
                      <a:pt x="54" y="327"/>
                    </a:lnTo>
                    <a:lnTo>
                      <a:pt x="57" y="327"/>
                    </a:lnTo>
                    <a:lnTo>
                      <a:pt x="57" y="327"/>
                    </a:lnTo>
                    <a:lnTo>
                      <a:pt x="59" y="327"/>
                    </a:lnTo>
                    <a:lnTo>
                      <a:pt x="59" y="327"/>
                    </a:lnTo>
                    <a:lnTo>
                      <a:pt x="59" y="327"/>
                    </a:lnTo>
                    <a:lnTo>
                      <a:pt x="59" y="325"/>
                    </a:lnTo>
                    <a:lnTo>
                      <a:pt x="59" y="325"/>
                    </a:lnTo>
                    <a:lnTo>
                      <a:pt x="59" y="325"/>
                    </a:lnTo>
                    <a:lnTo>
                      <a:pt x="61" y="325"/>
                    </a:lnTo>
                    <a:lnTo>
                      <a:pt x="61" y="325"/>
                    </a:lnTo>
                    <a:lnTo>
                      <a:pt x="61" y="325"/>
                    </a:lnTo>
                    <a:lnTo>
                      <a:pt x="61" y="323"/>
                    </a:lnTo>
                    <a:lnTo>
                      <a:pt x="64" y="323"/>
                    </a:lnTo>
                    <a:lnTo>
                      <a:pt x="64" y="323"/>
                    </a:lnTo>
                    <a:lnTo>
                      <a:pt x="64" y="323"/>
                    </a:lnTo>
                    <a:lnTo>
                      <a:pt x="61" y="323"/>
                    </a:lnTo>
                    <a:lnTo>
                      <a:pt x="61" y="323"/>
                    </a:lnTo>
                    <a:lnTo>
                      <a:pt x="61" y="323"/>
                    </a:lnTo>
                    <a:lnTo>
                      <a:pt x="61" y="320"/>
                    </a:lnTo>
                    <a:lnTo>
                      <a:pt x="61" y="320"/>
                    </a:lnTo>
                    <a:lnTo>
                      <a:pt x="61" y="318"/>
                    </a:lnTo>
                    <a:lnTo>
                      <a:pt x="61" y="318"/>
                    </a:lnTo>
                    <a:lnTo>
                      <a:pt x="61" y="318"/>
                    </a:lnTo>
                    <a:lnTo>
                      <a:pt x="61" y="318"/>
                    </a:lnTo>
                    <a:lnTo>
                      <a:pt x="61" y="316"/>
                    </a:lnTo>
                    <a:lnTo>
                      <a:pt x="61" y="316"/>
                    </a:lnTo>
                    <a:lnTo>
                      <a:pt x="61" y="316"/>
                    </a:lnTo>
                    <a:lnTo>
                      <a:pt x="61" y="313"/>
                    </a:lnTo>
                    <a:lnTo>
                      <a:pt x="61" y="313"/>
                    </a:lnTo>
                    <a:lnTo>
                      <a:pt x="61" y="313"/>
                    </a:lnTo>
                    <a:lnTo>
                      <a:pt x="61" y="313"/>
                    </a:lnTo>
                    <a:lnTo>
                      <a:pt x="61" y="311"/>
                    </a:lnTo>
                    <a:lnTo>
                      <a:pt x="59" y="311"/>
                    </a:lnTo>
                    <a:lnTo>
                      <a:pt x="59" y="311"/>
                    </a:lnTo>
                    <a:lnTo>
                      <a:pt x="59" y="308"/>
                    </a:lnTo>
                    <a:lnTo>
                      <a:pt x="59" y="308"/>
                    </a:lnTo>
                    <a:lnTo>
                      <a:pt x="59" y="308"/>
                    </a:lnTo>
                    <a:lnTo>
                      <a:pt x="59" y="306"/>
                    </a:lnTo>
                    <a:lnTo>
                      <a:pt x="59" y="306"/>
                    </a:lnTo>
                    <a:lnTo>
                      <a:pt x="59" y="306"/>
                    </a:lnTo>
                    <a:lnTo>
                      <a:pt x="59" y="304"/>
                    </a:lnTo>
                    <a:lnTo>
                      <a:pt x="59" y="304"/>
                    </a:lnTo>
                    <a:lnTo>
                      <a:pt x="57" y="304"/>
                    </a:lnTo>
                    <a:lnTo>
                      <a:pt x="57" y="304"/>
                    </a:lnTo>
                    <a:lnTo>
                      <a:pt x="57" y="304"/>
                    </a:lnTo>
                    <a:lnTo>
                      <a:pt x="57" y="301"/>
                    </a:lnTo>
                    <a:lnTo>
                      <a:pt x="54" y="301"/>
                    </a:lnTo>
                    <a:lnTo>
                      <a:pt x="54" y="301"/>
                    </a:lnTo>
                    <a:lnTo>
                      <a:pt x="54" y="299"/>
                    </a:lnTo>
                    <a:lnTo>
                      <a:pt x="54" y="299"/>
                    </a:lnTo>
                    <a:lnTo>
                      <a:pt x="54" y="299"/>
                    </a:lnTo>
                    <a:lnTo>
                      <a:pt x="54" y="299"/>
                    </a:lnTo>
                    <a:lnTo>
                      <a:pt x="54" y="297"/>
                    </a:lnTo>
                    <a:lnTo>
                      <a:pt x="54" y="297"/>
                    </a:lnTo>
                    <a:lnTo>
                      <a:pt x="54" y="294"/>
                    </a:lnTo>
                    <a:lnTo>
                      <a:pt x="54" y="294"/>
                    </a:lnTo>
                    <a:lnTo>
                      <a:pt x="54" y="294"/>
                    </a:lnTo>
                    <a:lnTo>
                      <a:pt x="54" y="292"/>
                    </a:lnTo>
                    <a:lnTo>
                      <a:pt x="54" y="292"/>
                    </a:lnTo>
                    <a:lnTo>
                      <a:pt x="54" y="289"/>
                    </a:lnTo>
                    <a:lnTo>
                      <a:pt x="52" y="289"/>
                    </a:lnTo>
                    <a:lnTo>
                      <a:pt x="52" y="289"/>
                    </a:lnTo>
                    <a:lnTo>
                      <a:pt x="52" y="289"/>
                    </a:lnTo>
                    <a:lnTo>
                      <a:pt x="49" y="289"/>
                    </a:lnTo>
                    <a:lnTo>
                      <a:pt x="49" y="289"/>
                    </a:lnTo>
                    <a:lnTo>
                      <a:pt x="49" y="292"/>
                    </a:lnTo>
                    <a:lnTo>
                      <a:pt x="47" y="292"/>
                    </a:lnTo>
                    <a:lnTo>
                      <a:pt x="47" y="292"/>
                    </a:lnTo>
                    <a:lnTo>
                      <a:pt x="47" y="289"/>
                    </a:lnTo>
                    <a:lnTo>
                      <a:pt x="47" y="289"/>
                    </a:lnTo>
                    <a:lnTo>
                      <a:pt x="45" y="289"/>
                    </a:lnTo>
                    <a:lnTo>
                      <a:pt x="45" y="289"/>
                    </a:lnTo>
                    <a:lnTo>
                      <a:pt x="45" y="289"/>
                    </a:lnTo>
                    <a:lnTo>
                      <a:pt x="45" y="287"/>
                    </a:lnTo>
                    <a:lnTo>
                      <a:pt x="42" y="287"/>
                    </a:lnTo>
                    <a:lnTo>
                      <a:pt x="42" y="287"/>
                    </a:lnTo>
                    <a:lnTo>
                      <a:pt x="42" y="287"/>
                    </a:lnTo>
                    <a:lnTo>
                      <a:pt x="42" y="285"/>
                    </a:lnTo>
                    <a:lnTo>
                      <a:pt x="42" y="285"/>
                    </a:lnTo>
                    <a:lnTo>
                      <a:pt x="42" y="285"/>
                    </a:lnTo>
                    <a:lnTo>
                      <a:pt x="40" y="285"/>
                    </a:lnTo>
                    <a:lnTo>
                      <a:pt x="40" y="285"/>
                    </a:lnTo>
                    <a:lnTo>
                      <a:pt x="40" y="282"/>
                    </a:lnTo>
                    <a:lnTo>
                      <a:pt x="40" y="282"/>
                    </a:lnTo>
                    <a:lnTo>
                      <a:pt x="40" y="280"/>
                    </a:lnTo>
                    <a:lnTo>
                      <a:pt x="40" y="280"/>
                    </a:lnTo>
                    <a:lnTo>
                      <a:pt x="42" y="280"/>
                    </a:lnTo>
                    <a:lnTo>
                      <a:pt x="42" y="278"/>
                    </a:lnTo>
                    <a:lnTo>
                      <a:pt x="42" y="278"/>
                    </a:lnTo>
                    <a:lnTo>
                      <a:pt x="42" y="278"/>
                    </a:lnTo>
                    <a:lnTo>
                      <a:pt x="42" y="275"/>
                    </a:lnTo>
                    <a:lnTo>
                      <a:pt x="42" y="275"/>
                    </a:lnTo>
                    <a:lnTo>
                      <a:pt x="42" y="275"/>
                    </a:lnTo>
                    <a:lnTo>
                      <a:pt x="42" y="273"/>
                    </a:lnTo>
                    <a:lnTo>
                      <a:pt x="42" y="273"/>
                    </a:lnTo>
                    <a:lnTo>
                      <a:pt x="42" y="270"/>
                    </a:lnTo>
                    <a:lnTo>
                      <a:pt x="42" y="270"/>
                    </a:lnTo>
                    <a:lnTo>
                      <a:pt x="42" y="268"/>
                    </a:lnTo>
                    <a:lnTo>
                      <a:pt x="42" y="268"/>
                    </a:lnTo>
                    <a:lnTo>
                      <a:pt x="42" y="268"/>
                    </a:lnTo>
                    <a:lnTo>
                      <a:pt x="40" y="268"/>
                    </a:lnTo>
                    <a:lnTo>
                      <a:pt x="40" y="268"/>
                    </a:lnTo>
                    <a:lnTo>
                      <a:pt x="40" y="268"/>
                    </a:lnTo>
                    <a:lnTo>
                      <a:pt x="38" y="268"/>
                    </a:lnTo>
                    <a:lnTo>
                      <a:pt x="38" y="268"/>
                    </a:lnTo>
                    <a:lnTo>
                      <a:pt x="35" y="268"/>
                    </a:lnTo>
                    <a:lnTo>
                      <a:pt x="35" y="268"/>
                    </a:lnTo>
                    <a:lnTo>
                      <a:pt x="35" y="268"/>
                    </a:lnTo>
                    <a:lnTo>
                      <a:pt x="35" y="266"/>
                    </a:lnTo>
                    <a:lnTo>
                      <a:pt x="33" y="266"/>
                    </a:lnTo>
                    <a:lnTo>
                      <a:pt x="33" y="266"/>
                    </a:lnTo>
                    <a:lnTo>
                      <a:pt x="33" y="266"/>
                    </a:lnTo>
                    <a:lnTo>
                      <a:pt x="33" y="266"/>
                    </a:lnTo>
                    <a:lnTo>
                      <a:pt x="30" y="266"/>
                    </a:lnTo>
                    <a:lnTo>
                      <a:pt x="30" y="263"/>
                    </a:lnTo>
                    <a:lnTo>
                      <a:pt x="30" y="263"/>
                    </a:lnTo>
                    <a:lnTo>
                      <a:pt x="28" y="263"/>
                    </a:lnTo>
                    <a:lnTo>
                      <a:pt x="28" y="263"/>
                    </a:lnTo>
                    <a:lnTo>
                      <a:pt x="28" y="263"/>
                    </a:lnTo>
                    <a:lnTo>
                      <a:pt x="28" y="263"/>
                    </a:lnTo>
                    <a:lnTo>
                      <a:pt x="28" y="261"/>
                    </a:lnTo>
                    <a:lnTo>
                      <a:pt x="28" y="261"/>
                    </a:lnTo>
                    <a:lnTo>
                      <a:pt x="28" y="259"/>
                    </a:lnTo>
                    <a:lnTo>
                      <a:pt x="28" y="259"/>
                    </a:lnTo>
                    <a:lnTo>
                      <a:pt x="28" y="256"/>
                    </a:lnTo>
                    <a:lnTo>
                      <a:pt x="28" y="256"/>
                    </a:lnTo>
                    <a:lnTo>
                      <a:pt x="28" y="256"/>
                    </a:lnTo>
                    <a:lnTo>
                      <a:pt x="28" y="254"/>
                    </a:lnTo>
                    <a:lnTo>
                      <a:pt x="28" y="254"/>
                    </a:lnTo>
                    <a:lnTo>
                      <a:pt x="30" y="254"/>
                    </a:lnTo>
                    <a:lnTo>
                      <a:pt x="30" y="254"/>
                    </a:lnTo>
                    <a:lnTo>
                      <a:pt x="30" y="252"/>
                    </a:lnTo>
                    <a:lnTo>
                      <a:pt x="30" y="252"/>
                    </a:lnTo>
                    <a:lnTo>
                      <a:pt x="30" y="252"/>
                    </a:lnTo>
                    <a:lnTo>
                      <a:pt x="33" y="252"/>
                    </a:lnTo>
                    <a:lnTo>
                      <a:pt x="33" y="252"/>
                    </a:lnTo>
                    <a:lnTo>
                      <a:pt x="33" y="249"/>
                    </a:lnTo>
                    <a:lnTo>
                      <a:pt x="33" y="249"/>
                    </a:lnTo>
                    <a:lnTo>
                      <a:pt x="33" y="249"/>
                    </a:lnTo>
                    <a:lnTo>
                      <a:pt x="35" y="249"/>
                    </a:lnTo>
                    <a:lnTo>
                      <a:pt x="35" y="247"/>
                    </a:lnTo>
                    <a:lnTo>
                      <a:pt x="35" y="247"/>
                    </a:lnTo>
                    <a:lnTo>
                      <a:pt x="35" y="247"/>
                    </a:lnTo>
                    <a:lnTo>
                      <a:pt x="35" y="247"/>
                    </a:lnTo>
                    <a:lnTo>
                      <a:pt x="35" y="244"/>
                    </a:lnTo>
                    <a:lnTo>
                      <a:pt x="38" y="244"/>
                    </a:lnTo>
                    <a:lnTo>
                      <a:pt x="38" y="244"/>
                    </a:lnTo>
                    <a:lnTo>
                      <a:pt x="38" y="244"/>
                    </a:lnTo>
                    <a:lnTo>
                      <a:pt x="38" y="244"/>
                    </a:lnTo>
                    <a:lnTo>
                      <a:pt x="40" y="244"/>
                    </a:lnTo>
                    <a:lnTo>
                      <a:pt x="40" y="242"/>
                    </a:lnTo>
                    <a:lnTo>
                      <a:pt x="40" y="242"/>
                    </a:lnTo>
                    <a:lnTo>
                      <a:pt x="40" y="242"/>
                    </a:lnTo>
                    <a:lnTo>
                      <a:pt x="40" y="240"/>
                    </a:lnTo>
                    <a:lnTo>
                      <a:pt x="40" y="240"/>
                    </a:lnTo>
                    <a:lnTo>
                      <a:pt x="40" y="240"/>
                    </a:lnTo>
                    <a:lnTo>
                      <a:pt x="40" y="237"/>
                    </a:lnTo>
                    <a:lnTo>
                      <a:pt x="42" y="237"/>
                    </a:lnTo>
                    <a:lnTo>
                      <a:pt x="42" y="237"/>
                    </a:lnTo>
                    <a:lnTo>
                      <a:pt x="42" y="235"/>
                    </a:lnTo>
                    <a:lnTo>
                      <a:pt x="42" y="235"/>
                    </a:lnTo>
                    <a:lnTo>
                      <a:pt x="42" y="235"/>
                    </a:lnTo>
                    <a:lnTo>
                      <a:pt x="42" y="235"/>
                    </a:lnTo>
                    <a:lnTo>
                      <a:pt x="42" y="235"/>
                    </a:lnTo>
                    <a:lnTo>
                      <a:pt x="45" y="235"/>
                    </a:lnTo>
                    <a:lnTo>
                      <a:pt x="45" y="235"/>
                    </a:lnTo>
                    <a:lnTo>
                      <a:pt x="45" y="233"/>
                    </a:lnTo>
                    <a:lnTo>
                      <a:pt x="47" y="233"/>
                    </a:lnTo>
                    <a:lnTo>
                      <a:pt x="47" y="233"/>
                    </a:lnTo>
                    <a:lnTo>
                      <a:pt x="47" y="233"/>
                    </a:lnTo>
                    <a:lnTo>
                      <a:pt x="47" y="233"/>
                    </a:lnTo>
                    <a:lnTo>
                      <a:pt x="47" y="230"/>
                    </a:lnTo>
                    <a:lnTo>
                      <a:pt x="49" y="230"/>
                    </a:lnTo>
                    <a:lnTo>
                      <a:pt x="49" y="230"/>
                    </a:lnTo>
                    <a:lnTo>
                      <a:pt x="52" y="230"/>
                    </a:lnTo>
                    <a:lnTo>
                      <a:pt x="52" y="233"/>
                    </a:lnTo>
                    <a:lnTo>
                      <a:pt x="52" y="233"/>
                    </a:lnTo>
                    <a:lnTo>
                      <a:pt x="52" y="233"/>
                    </a:lnTo>
                    <a:lnTo>
                      <a:pt x="52" y="233"/>
                    </a:lnTo>
                    <a:lnTo>
                      <a:pt x="54" y="233"/>
                    </a:lnTo>
                    <a:lnTo>
                      <a:pt x="54" y="235"/>
                    </a:lnTo>
                    <a:lnTo>
                      <a:pt x="54" y="235"/>
                    </a:lnTo>
                    <a:lnTo>
                      <a:pt x="54" y="235"/>
                    </a:lnTo>
                    <a:lnTo>
                      <a:pt x="54" y="235"/>
                    </a:lnTo>
                    <a:lnTo>
                      <a:pt x="54" y="237"/>
                    </a:lnTo>
                    <a:lnTo>
                      <a:pt x="54" y="237"/>
                    </a:lnTo>
                    <a:lnTo>
                      <a:pt x="54" y="237"/>
                    </a:lnTo>
                    <a:lnTo>
                      <a:pt x="54" y="240"/>
                    </a:lnTo>
                    <a:lnTo>
                      <a:pt x="57" y="240"/>
                    </a:lnTo>
                    <a:lnTo>
                      <a:pt x="57" y="240"/>
                    </a:lnTo>
                    <a:lnTo>
                      <a:pt x="59" y="240"/>
                    </a:lnTo>
                    <a:lnTo>
                      <a:pt x="59" y="240"/>
                    </a:lnTo>
                    <a:lnTo>
                      <a:pt x="59" y="240"/>
                    </a:lnTo>
                    <a:lnTo>
                      <a:pt x="59" y="237"/>
                    </a:lnTo>
                    <a:lnTo>
                      <a:pt x="61" y="237"/>
                    </a:lnTo>
                    <a:lnTo>
                      <a:pt x="61" y="237"/>
                    </a:lnTo>
                    <a:lnTo>
                      <a:pt x="61" y="237"/>
                    </a:lnTo>
                    <a:lnTo>
                      <a:pt x="61" y="237"/>
                    </a:lnTo>
                    <a:lnTo>
                      <a:pt x="64" y="237"/>
                    </a:lnTo>
                    <a:lnTo>
                      <a:pt x="64" y="237"/>
                    </a:lnTo>
                    <a:lnTo>
                      <a:pt x="64" y="235"/>
                    </a:lnTo>
                    <a:lnTo>
                      <a:pt x="66" y="235"/>
                    </a:lnTo>
                    <a:lnTo>
                      <a:pt x="66" y="235"/>
                    </a:lnTo>
                    <a:lnTo>
                      <a:pt x="66" y="235"/>
                    </a:lnTo>
                    <a:lnTo>
                      <a:pt x="66" y="235"/>
                    </a:lnTo>
                    <a:lnTo>
                      <a:pt x="68" y="235"/>
                    </a:lnTo>
                    <a:lnTo>
                      <a:pt x="68" y="235"/>
                    </a:lnTo>
                    <a:lnTo>
                      <a:pt x="68" y="235"/>
                    </a:lnTo>
                    <a:lnTo>
                      <a:pt x="71" y="235"/>
                    </a:lnTo>
                    <a:lnTo>
                      <a:pt x="71" y="235"/>
                    </a:lnTo>
                    <a:lnTo>
                      <a:pt x="73" y="235"/>
                    </a:lnTo>
                    <a:lnTo>
                      <a:pt x="73" y="235"/>
                    </a:lnTo>
                    <a:lnTo>
                      <a:pt x="73" y="235"/>
                    </a:lnTo>
                    <a:lnTo>
                      <a:pt x="75" y="235"/>
                    </a:lnTo>
                    <a:lnTo>
                      <a:pt x="75" y="235"/>
                    </a:lnTo>
                    <a:lnTo>
                      <a:pt x="75" y="235"/>
                    </a:lnTo>
                    <a:lnTo>
                      <a:pt x="75" y="235"/>
                    </a:lnTo>
                    <a:lnTo>
                      <a:pt x="78" y="235"/>
                    </a:lnTo>
                    <a:lnTo>
                      <a:pt x="78" y="235"/>
                    </a:lnTo>
                    <a:lnTo>
                      <a:pt x="78" y="233"/>
                    </a:lnTo>
                    <a:lnTo>
                      <a:pt x="80" y="233"/>
                    </a:lnTo>
                    <a:lnTo>
                      <a:pt x="80" y="233"/>
                    </a:lnTo>
                    <a:lnTo>
                      <a:pt x="80" y="233"/>
                    </a:lnTo>
                    <a:lnTo>
                      <a:pt x="80" y="230"/>
                    </a:lnTo>
                    <a:lnTo>
                      <a:pt x="80" y="230"/>
                    </a:lnTo>
                    <a:lnTo>
                      <a:pt x="80" y="228"/>
                    </a:lnTo>
                    <a:lnTo>
                      <a:pt x="80" y="228"/>
                    </a:lnTo>
                    <a:lnTo>
                      <a:pt x="80" y="228"/>
                    </a:lnTo>
                    <a:lnTo>
                      <a:pt x="80" y="225"/>
                    </a:lnTo>
                    <a:lnTo>
                      <a:pt x="83" y="225"/>
                    </a:lnTo>
                    <a:lnTo>
                      <a:pt x="83" y="225"/>
                    </a:lnTo>
                    <a:lnTo>
                      <a:pt x="83" y="225"/>
                    </a:lnTo>
                    <a:lnTo>
                      <a:pt x="85" y="225"/>
                    </a:lnTo>
                    <a:lnTo>
                      <a:pt x="85" y="225"/>
                    </a:lnTo>
                    <a:lnTo>
                      <a:pt x="85" y="225"/>
                    </a:lnTo>
                    <a:lnTo>
                      <a:pt x="85" y="223"/>
                    </a:lnTo>
                    <a:lnTo>
                      <a:pt x="85" y="223"/>
                    </a:lnTo>
                    <a:lnTo>
                      <a:pt x="85" y="223"/>
                    </a:lnTo>
                    <a:lnTo>
                      <a:pt x="87" y="223"/>
                    </a:lnTo>
                    <a:lnTo>
                      <a:pt x="87" y="221"/>
                    </a:lnTo>
                    <a:lnTo>
                      <a:pt x="87" y="221"/>
                    </a:lnTo>
                    <a:lnTo>
                      <a:pt x="87" y="221"/>
                    </a:lnTo>
                    <a:lnTo>
                      <a:pt x="87" y="218"/>
                    </a:lnTo>
                    <a:lnTo>
                      <a:pt x="87" y="218"/>
                    </a:lnTo>
                    <a:lnTo>
                      <a:pt x="87" y="216"/>
                    </a:lnTo>
                    <a:lnTo>
                      <a:pt x="87" y="216"/>
                    </a:lnTo>
                    <a:lnTo>
                      <a:pt x="87" y="216"/>
                    </a:lnTo>
                    <a:lnTo>
                      <a:pt x="87" y="216"/>
                    </a:lnTo>
                    <a:lnTo>
                      <a:pt x="90" y="216"/>
                    </a:lnTo>
                    <a:lnTo>
                      <a:pt x="90" y="214"/>
                    </a:lnTo>
                    <a:lnTo>
                      <a:pt x="90" y="214"/>
                    </a:lnTo>
                    <a:lnTo>
                      <a:pt x="90" y="214"/>
                    </a:lnTo>
                    <a:lnTo>
                      <a:pt x="90" y="211"/>
                    </a:lnTo>
                    <a:lnTo>
                      <a:pt x="92" y="211"/>
                    </a:lnTo>
                    <a:lnTo>
                      <a:pt x="92" y="211"/>
                    </a:lnTo>
                    <a:lnTo>
                      <a:pt x="92" y="211"/>
                    </a:lnTo>
                    <a:lnTo>
                      <a:pt x="92" y="211"/>
                    </a:lnTo>
                    <a:lnTo>
                      <a:pt x="94" y="211"/>
                    </a:lnTo>
                    <a:lnTo>
                      <a:pt x="94" y="209"/>
                    </a:lnTo>
                    <a:lnTo>
                      <a:pt x="94" y="209"/>
                    </a:lnTo>
                    <a:lnTo>
                      <a:pt x="94" y="209"/>
                    </a:lnTo>
                    <a:lnTo>
                      <a:pt x="94" y="209"/>
                    </a:lnTo>
                    <a:lnTo>
                      <a:pt x="97" y="209"/>
                    </a:lnTo>
                    <a:lnTo>
                      <a:pt x="97" y="209"/>
                    </a:lnTo>
                    <a:lnTo>
                      <a:pt x="97" y="207"/>
                    </a:lnTo>
                    <a:lnTo>
                      <a:pt x="99" y="207"/>
                    </a:lnTo>
                    <a:lnTo>
                      <a:pt x="99" y="207"/>
                    </a:lnTo>
                    <a:lnTo>
                      <a:pt x="99" y="207"/>
                    </a:lnTo>
                    <a:lnTo>
                      <a:pt x="99" y="207"/>
                    </a:lnTo>
                    <a:lnTo>
                      <a:pt x="101" y="207"/>
                    </a:lnTo>
                    <a:lnTo>
                      <a:pt x="101" y="207"/>
                    </a:lnTo>
                    <a:lnTo>
                      <a:pt x="101" y="204"/>
                    </a:lnTo>
                    <a:lnTo>
                      <a:pt x="101" y="204"/>
                    </a:lnTo>
                    <a:lnTo>
                      <a:pt x="101" y="204"/>
                    </a:lnTo>
                    <a:lnTo>
                      <a:pt x="101" y="204"/>
                    </a:lnTo>
                    <a:lnTo>
                      <a:pt x="104" y="204"/>
                    </a:lnTo>
                    <a:lnTo>
                      <a:pt x="104" y="202"/>
                    </a:lnTo>
                    <a:lnTo>
                      <a:pt x="104" y="202"/>
                    </a:lnTo>
                    <a:lnTo>
                      <a:pt x="104" y="202"/>
                    </a:lnTo>
                    <a:lnTo>
                      <a:pt x="106" y="202"/>
                    </a:lnTo>
                    <a:lnTo>
                      <a:pt x="106" y="199"/>
                    </a:lnTo>
                    <a:lnTo>
                      <a:pt x="106" y="199"/>
                    </a:lnTo>
                    <a:lnTo>
                      <a:pt x="106" y="199"/>
                    </a:lnTo>
                    <a:lnTo>
                      <a:pt x="106" y="197"/>
                    </a:lnTo>
                    <a:lnTo>
                      <a:pt x="106" y="197"/>
                    </a:lnTo>
                    <a:lnTo>
                      <a:pt x="106" y="197"/>
                    </a:lnTo>
                    <a:lnTo>
                      <a:pt x="106" y="195"/>
                    </a:lnTo>
                    <a:lnTo>
                      <a:pt x="109" y="195"/>
                    </a:lnTo>
                    <a:lnTo>
                      <a:pt x="109" y="195"/>
                    </a:lnTo>
                    <a:lnTo>
                      <a:pt x="109" y="195"/>
                    </a:lnTo>
                    <a:lnTo>
                      <a:pt x="109" y="195"/>
                    </a:lnTo>
                    <a:lnTo>
                      <a:pt x="109" y="192"/>
                    </a:lnTo>
                    <a:lnTo>
                      <a:pt x="109" y="192"/>
                    </a:lnTo>
                    <a:lnTo>
                      <a:pt x="109" y="192"/>
                    </a:lnTo>
                    <a:lnTo>
                      <a:pt x="109" y="190"/>
                    </a:lnTo>
                    <a:lnTo>
                      <a:pt x="109" y="190"/>
                    </a:lnTo>
                    <a:lnTo>
                      <a:pt x="111" y="190"/>
                    </a:lnTo>
                    <a:lnTo>
                      <a:pt x="111" y="188"/>
                    </a:lnTo>
                    <a:lnTo>
                      <a:pt x="111" y="188"/>
                    </a:lnTo>
                    <a:lnTo>
                      <a:pt x="111" y="185"/>
                    </a:lnTo>
                    <a:lnTo>
                      <a:pt x="111" y="185"/>
                    </a:lnTo>
                    <a:lnTo>
                      <a:pt x="111" y="185"/>
                    </a:lnTo>
                    <a:lnTo>
                      <a:pt x="111" y="185"/>
                    </a:lnTo>
                    <a:lnTo>
                      <a:pt x="111" y="183"/>
                    </a:lnTo>
                    <a:lnTo>
                      <a:pt x="113" y="183"/>
                    </a:lnTo>
                    <a:lnTo>
                      <a:pt x="113" y="183"/>
                    </a:lnTo>
                    <a:lnTo>
                      <a:pt x="113" y="183"/>
                    </a:lnTo>
                    <a:lnTo>
                      <a:pt x="113" y="183"/>
                    </a:lnTo>
                    <a:lnTo>
                      <a:pt x="113" y="180"/>
                    </a:lnTo>
                    <a:lnTo>
                      <a:pt x="116" y="180"/>
                    </a:lnTo>
                    <a:lnTo>
                      <a:pt x="116" y="180"/>
                    </a:lnTo>
                    <a:lnTo>
                      <a:pt x="118" y="180"/>
                    </a:lnTo>
                    <a:lnTo>
                      <a:pt x="118" y="180"/>
                    </a:lnTo>
                    <a:lnTo>
                      <a:pt x="118" y="180"/>
                    </a:lnTo>
                    <a:lnTo>
                      <a:pt x="118" y="180"/>
                    </a:lnTo>
                    <a:lnTo>
                      <a:pt x="120" y="180"/>
                    </a:lnTo>
                    <a:lnTo>
                      <a:pt x="120" y="180"/>
                    </a:lnTo>
                    <a:lnTo>
                      <a:pt x="120" y="178"/>
                    </a:lnTo>
                    <a:lnTo>
                      <a:pt x="120" y="178"/>
                    </a:lnTo>
                    <a:lnTo>
                      <a:pt x="120" y="178"/>
                    </a:lnTo>
                    <a:lnTo>
                      <a:pt x="123" y="178"/>
                    </a:lnTo>
                    <a:lnTo>
                      <a:pt x="123" y="178"/>
                    </a:lnTo>
                    <a:lnTo>
                      <a:pt x="123" y="176"/>
                    </a:lnTo>
                    <a:lnTo>
                      <a:pt x="125" y="176"/>
                    </a:lnTo>
                    <a:lnTo>
                      <a:pt x="125" y="176"/>
                    </a:lnTo>
                    <a:lnTo>
                      <a:pt x="125" y="176"/>
                    </a:lnTo>
                    <a:lnTo>
                      <a:pt x="125" y="173"/>
                    </a:lnTo>
                    <a:lnTo>
                      <a:pt x="123" y="173"/>
                    </a:lnTo>
                    <a:lnTo>
                      <a:pt x="123" y="173"/>
                    </a:lnTo>
                    <a:lnTo>
                      <a:pt x="123" y="173"/>
                    </a:lnTo>
                    <a:lnTo>
                      <a:pt x="123" y="171"/>
                    </a:lnTo>
                    <a:lnTo>
                      <a:pt x="123" y="171"/>
                    </a:lnTo>
                    <a:lnTo>
                      <a:pt x="123" y="171"/>
                    </a:lnTo>
                    <a:lnTo>
                      <a:pt x="123" y="169"/>
                    </a:lnTo>
                    <a:lnTo>
                      <a:pt x="125" y="169"/>
                    </a:lnTo>
                    <a:lnTo>
                      <a:pt x="125" y="169"/>
                    </a:lnTo>
                    <a:lnTo>
                      <a:pt x="125" y="169"/>
                    </a:lnTo>
                    <a:lnTo>
                      <a:pt x="125" y="166"/>
                    </a:lnTo>
                    <a:lnTo>
                      <a:pt x="125" y="166"/>
                    </a:lnTo>
                    <a:lnTo>
                      <a:pt x="128" y="166"/>
                    </a:lnTo>
                    <a:lnTo>
                      <a:pt x="128" y="166"/>
                    </a:lnTo>
                    <a:lnTo>
                      <a:pt x="128" y="166"/>
                    </a:lnTo>
                    <a:lnTo>
                      <a:pt x="128" y="166"/>
                    </a:lnTo>
                    <a:lnTo>
                      <a:pt x="128" y="166"/>
                    </a:lnTo>
                    <a:lnTo>
                      <a:pt x="128" y="164"/>
                    </a:lnTo>
                    <a:lnTo>
                      <a:pt x="130" y="164"/>
                    </a:lnTo>
                    <a:lnTo>
                      <a:pt x="130" y="164"/>
                    </a:lnTo>
                    <a:lnTo>
                      <a:pt x="130" y="164"/>
                    </a:lnTo>
                    <a:lnTo>
                      <a:pt x="130" y="161"/>
                    </a:lnTo>
                    <a:lnTo>
                      <a:pt x="132" y="161"/>
                    </a:lnTo>
                    <a:lnTo>
                      <a:pt x="132" y="161"/>
                    </a:lnTo>
                    <a:lnTo>
                      <a:pt x="132" y="159"/>
                    </a:lnTo>
                    <a:lnTo>
                      <a:pt x="132" y="159"/>
                    </a:lnTo>
                    <a:lnTo>
                      <a:pt x="132" y="159"/>
                    </a:lnTo>
                    <a:lnTo>
                      <a:pt x="132" y="159"/>
                    </a:lnTo>
                    <a:lnTo>
                      <a:pt x="132" y="157"/>
                    </a:lnTo>
                    <a:lnTo>
                      <a:pt x="135" y="157"/>
                    </a:lnTo>
                    <a:lnTo>
                      <a:pt x="135" y="157"/>
                    </a:lnTo>
                    <a:lnTo>
                      <a:pt x="135" y="157"/>
                    </a:lnTo>
                    <a:lnTo>
                      <a:pt x="135" y="157"/>
                    </a:lnTo>
                    <a:lnTo>
                      <a:pt x="137" y="157"/>
                    </a:lnTo>
                    <a:lnTo>
                      <a:pt x="137" y="157"/>
                    </a:lnTo>
                    <a:lnTo>
                      <a:pt x="137" y="154"/>
                    </a:lnTo>
                    <a:lnTo>
                      <a:pt x="137" y="154"/>
                    </a:lnTo>
                    <a:lnTo>
                      <a:pt x="139" y="154"/>
                    </a:lnTo>
                    <a:lnTo>
                      <a:pt x="139" y="154"/>
                    </a:lnTo>
                    <a:lnTo>
                      <a:pt x="139" y="154"/>
                    </a:lnTo>
                    <a:lnTo>
                      <a:pt x="139" y="152"/>
                    </a:lnTo>
                    <a:lnTo>
                      <a:pt x="139" y="152"/>
                    </a:lnTo>
                    <a:lnTo>
                      <a:pt x="137" y="152"/>
                    </a:lnTo>
                    <a:lnTo>
                      <a:pt x="137" y="152"/>
                    </a:lnTo>
                    <a:lnTo>
                      <a:pt x="137" y="152"/>
                    </a:lnTo>
                    <a:lnTo>
                      <a:pt x="137" y="150"/>
                    </a:lnTo>
                    <a:lnTo>
                      <a:pt x="137" y="150"/>
                    </a:lnTo>
                    <a:lnTo>
                      <a:pt x="137" y="147"/>
                    </a:lnTo>
                    <a:lnTo>
                      <a:pt x="137" y="147"/>
                    </a:lnTo>
                    <a:lnTo>
                      <a:pt x="137" y="147"/>
                    </a:lnTo>
                    <a:lnTo>
                      <a:pt x="137" y="145"/>
                    </a:lnTo>
                    <a:lnTo>
                      <a:pt x="137" y="145"/>
                    </a:lnTo>
                    <a:lnTo>
                      <a:pt x="139" y="145"/>
                    </a:lnTo>
                    <a:lnTo>
                      <a:pt x="139" y="145"/>
                    </a:lnTo>
                    <a:lnTo>
                      <a:pt x="139" y="143"/>
                    </a:lnTo>
                    <a:lnTo>
                      <a:pt x="139" y="143"/>
                    </a:lnTo>
                    <a:lnTo>
                      <a:pt x="137" y="143"/>
                    </a:lnTo>
                    <a:lnTo>
                      <a:pt x="137" y="140"/>
                    </a:lnTo>
                    <a:lnTo>
                      <a:pt x="137" y="140"/>
                    </a:lnTo>
                    <a:lnTo>
                      <a:pt x="137" y="138"/>
                    </a:lnTo>
                    <a:lnTo>
                      <a:pt x="137" y="138"/>
                    </a:lnTo>
                    <a:lnTo>
                      <a:pt x="137" y="138"/>
                    </a:lnTo>
                    <a:lnTo>
                      <a:pt x="135" y="138"/>
                    </a:lnTo>
                    <a:lnTo>
                      <a:pt x="135" y="135"/>
                    </a:lnTo>
                    <a:lnTo>
                      <a:pt x="137" y="135"/>
                    </a:lnTo>
                    <a:lnTo>
                      <a:pt x="137" y="135"/>
                    </a:lnTo>
                    <a:lnTo>
                      <a:pt x="137" y="135"/>
                    </a:lnTo>
                    <a:lnTo>
                      <a:pt x="137" y="135"/>
                    </a:lnTo>
                    <a:lnTo>
                      <a:pt x="137" y="133"/>
                    </a:lnTo>
                    <a:lnTo>
                      <a:pt x="139" y="133"/>
                    </a:lnTo>
                    <a:lnTo>
                      <a:pt x="139" y="133"/>
                    </a:lnTo>
                    <a:lnTo>
                      <a:pt x="139" y="133"/>
                    </a:lnTo>
                    <a:lnTo>
                      <a:pt x="139" y="133"/>
                    </a:lnTo>
                    <a:lnTo>
                      <a:pt x="139" y="131"/>
                    </a:lnTo>
                    <a:lnTo>
                      <a:pt x="142" y="131"/>
                    </a:lnTo>
                    <a:lnTo>
                      <a:pt x="142" y="131"/>
                    </a:lnTo>
                    <a:lnTo>
                      <a:pt x="142" y="131"/>
                    </a:lnTo>
                    <a:lnTo>
                      <a:pt x="142" y="131"/>
                    </a:lnTo>
                    <a:lnTo>
                      <a:pt x="144" y="131"/>
                    </a:lnTo>
                    <a:lnTo>
                      <a:pt x="144" y="128"/>
                    </a:lnTo>
                    <a:lnTo>
                      <a:pt x="144" y="128"/>
                    </a:lnTo>
                    <a:lnTo>
                      <a:pt x="146" y="128"/>
                    </a:lnTo>
                    <a:lnTo>
                      <a:pt x="146" y="128"/>
                    </a:lnTo>
                    <a:lnTo>
                      <a:pt x="146" y="128"/>
                    </a:lnTo>
                    <a:lnTo>
                      <a:pt x="149" y="128"/>
                    </a:lnTo>
                    <a:lnTo>
                      <a:pt x="149" y="128"/>
                    </a:lnTo>
                    <a:lnTo>
                      <a:pt x="149" y="128"/>
                    </a:lnTo>
                    <a:lnTo>
                      <a:pt x="149" y="128"/>
                    </a:lnTo>
                    <a:lnTo>
                      <a:pt x="151" y="128"/>
                    </a:lnTo>
                    <a:lnTo>
                      <a:pt x="151" y="128"/>
                    </a:lnTo>
                    <a:lnTo>
                      <a:pt x="151" y="126"/>
                    </a:lnTo>
                    <a:lnTo>
                      <a:pt x="154" y="126"/>
                    </a:lnTo>
                    <a:lnTo>
                      <a:pt x="154" y="126"/>
                    </a:lnTo>
                    <a:lnTo>
                      <a:pt x="154" y="126"/>
                    </a:lnTo>
                    <a:lnTo>
                      <a:pt x="154" y="126"/>
                    </a:lnTo>
                    <a:lnTo>
                      <a:pt x="154" y="126"/>
                    </a:lnTo>
                    <a:lnTo>
                      <a:pt x="154" y="124"/>
                    </a:lnTo>
                    <a:lnTo>
                      <a:pt x="154" y="124"/>
                    </a:lnTo>
                    <a:lnTo>
                      <a:pt x="154" y="124"/>
                    </a:lnTo>
                    <a:lnTo>
                      <a:pt x="154" y="121"/>
                    </a:lnTo>
                    <a:lnTo>
                      <a:pt x="154" y="121"/>
                    </a:lnTo>
                    <a:lnTo>
                      <a:pt x="154" y="121"/>
                    </a:lnTo>
                    <a:lnTo>
                      <a:pt x="151" y="121"/>
                    </a:lnTo>
                    <a:lnTo>
                      <a:pt x="151" y="119"/>
                    </a:lnTo>
                    <a:lnTo>
                      <a:pt x="151" y="119"/>
                    </a:lnTo>
                    <a:lnTo>
                      <a:pt x="149" y="119"/>
                    </a:lnTo>
                    <a:lnTo>
                      <a:pt x="149" y="119"/>
                    </a:lnTo>
                    <a:lnTo>
                      <a:pt x="149" y="119"/>
                    </a:lnTo>
                    <a:lnTo>
                      <a:pt x="149" y="119"/>
                    </a:lnTo>
                    <a:lnTo>
                      <a:pt x="149" y="116"/>
                    </a:lnTo>
                    <a:lnTo>
                      <a:pt x="146" y="116"/>
                    </a:lnTo>
                    <a:lnTo>
                      <a:pt x="146" y="116"/>
                    </a:lnTo>
                    <a:lnTo>
                      <a:pt x="146" y="119"/>
                    </a:lnTo>
                    <a:lnTo>
                      <a:pt x="146" y="119"/>
                    </a:lnTo>
                    <a:lnTo>
                      <a:pt x="144" y="119"/>
                    </a:lnTo>
                    <a:lnTo>
                      <a:pt x="144" y="119"/>
                    </a:lnTo>
                    <a:lnTo>
                      <a:pt x="144" y="116"/>
                    </a:lnTo>
                    <a:lnTo>
                      <a:pt x="142" y="116"/>
                    </a:lnTo>
                    <a:lnTo>
                      <a:pt x="142" y="116"/>
                    </a:lnTo>
                    <a:lnTo>
                      <a:pt x="142" y="116"/>
                    </a:lnTo>
                    <a:lnTo>
                      <a:pt x="139" y="116"/>
                    </a:lnTo>
                    <a:lnTo>
                      <a:pt x="139" y="116"/>
                    </a:lnTo>
                    <a:lnTo>
                      <a:pt x="139" y="116"/>
                    </a:lnTo>
                    <a:lnTo>
                      <a:pt x="139" y="116"/>
                    </a:lnTo>
                    <a:lnTo>
                      <a:pt x="139" y="116"/>
                    </a:lnTo>
                    <a:lnTo>
                      <a:pt x="139" y="114"/>
                    </a:lnTo>
                    <a:lnTo>
                      <a:pt x="139" y="114"/>
                    </a:lnTo>
                    <a:lnTo>
                      <a:pt x="139" y="114"/>
                    </a:lnTo>
                    <a:lnTo>
                      <a:pt x="139" y="112"/>
                    </a:lnTo>
                    <a:lnTo>
                      <a:pt x="139" y="112"/>
                    </a:lnTo>
                    <a:lnTo>
                      <a:pt x="139" y="109"/>
                    </a:lnTo>
                    <a:lnTo>
                      <a:pt x="139" y="109"/>
                    </a:lnTo>
                    <a:lnTo>
                      <a:pt x="139" y="109"/>
                    </a:lnTo>
                    <a:lnTo>
                      <a:pt x="139" y="109"/>
                    </a:lnTo>
                    <a:lnTo>
                      <a:pt x="139" y="109"/>
                    </a:lnTo>
                    <a:lnTo>
                      <a:pt x="139" y="109"/>
                    </a:lnTo>
                    <a:lnTo>
                      <a:pt x="139" y="112"/>
                    </a:lnTo>
                    <a:lnTo>
                      <a:pt x="137" y="112"/>
                    </a:lnTo>
                    <a:lnTo>
                      <a:pt x="137" y="112"/>
                    </a:lnTo>
                    <a:lnTo>
                      <a:pt x="135" y="112"/>
                    </a:lnTo>
                    <a:lnTo>
                      <a:pt x="135" y="109"/>
                    </a:lnTo>
                    <a:lnTo>
                      <a:pt x="135" y="109"/>
                    </a:lnTo>
                    <a:lnTo>
                      <a:pt x="135" y="109"/>
                    </a:lnTo>
                    <a:lnTo>
                      <a:pt x="132" y="109"/>
                    </a:lnTo>
                    <a:lnTo>
                      <a:pt x="132" y="109"/>
                    </a:lnTo>
                    <a:lnTo>
                      <a:pt x="132" y="109"/>
                    </a:lnTo>
                    <a:lnTo>
                      <a:pt x="132" y="109"/>
                    </a:lnTo>
                    <a:lnTo>
                      <a:pt x="130" y="109"/>
                    </a:lnTo>
                    <a:lnTo>
                      <a:pt x="130" y="107"/>
                    </a:lnTo>
                    <a:lnTo>
                      <a:pt x="130" y="107"/>
                    </a:lnTo>
                    <a:lnTo>
                      <a:pt x="128" y="107"/>
                    </a:lnTo>
                    <a:lnTo>
                      <a:pt x="128" y="107"/>
                    </a:lnTo>
                    <a:lnTo>
                      <a:pt x="128" y="107"/>
                    </a:lnTo>
                    <a:lnTo>
                      <a:pt x="128" y="107"/>
                    </a:lnTo>
                    <a:lnTo>
                      <a:pt x="125" y="107"/>
                    </a:lnTo>
                    <a:lnTo>
                      <a:pt x="125" y="107"/>
                    </a:lnTo>
                    <a:lnTo>
                      <a:pt x="125" y="107"/>
                    </a:lnTo>
                    <a:lnTo>
                      <a:pt x="125" y="107"/>
                    </a:lnTo>
                    <a:lnTo>
                      <a:pt x="125" y="105"/>
                    </a:lnTo>
                    <a:lnTo>
                      <a:pt x="125" y="105"/>
                    </a:lnTo>
                    <a:lnTo>
                      <a:pt x="123" y="105"/>
                    </a:lnTo>
                    <a:lnTo>
                      <a:pt x="123" y="105"/>
                    </a:lnTo>
                    <a:lnTo>
                      <a:pt x="120" y="105"/>
                    </a:lnTo>
                    <a:lnTo>
                      <a:pt x="120" y="105"/>
                    </a:lnTo>
                    <a:lnTo>
                      <a:pt x="120" y="105"/>
                    </a:lnTo>
                    <a:lnTo>
                      <a:pt x="120" y="105"/>
                    </a:lnTo>
                    <a:lnTo>
                      <a:pt x="120" y="105"/>
                    </a:lnTo>
                    <a:lnTo>
                      <a:pt x="118" y="105"/>
                    </a:lnTo>
                    <a:lnTo>
                      <a:pt x="118" y="102"/>
                    </a:lnTo>
                    <a:lnTo>
                      <a:pt x="118" y="102"/>
                    </a:lnTo>
                    <a:lnTo>
                      <a:pt x="118" y="102"/>
                    </a:lnTo>
                    <a:lnTo>
                      <a:pt x="118" y="102"/>
                    </a:lnTo>
                    <a:lnTo>
                      <a:pt x="118" y="100"/>
                    </a:lnTo>
                    <a:lnTo>
                      <a:pt x="118" y="100"/>
                    </a:lnTo>
                    <a:lnTo>
                      <a:pt x="118" y="100"/>
                    </a:lnTo>
                    <a:lnTo>
                      <a:pt x="118" y="100"/>
                    </a:lnTo>
                    <a:lnTo>
                      <a:pt x="118" y="97"/>
                    </a:lnTo>
                    <a:lnTo>
                      <a:pt x="118" y="97"/>
                    </a:lnTo>
                    <a:lnTo>
                      <a:pt x="116" y="97"/>
                    </a:lnTo>
                    <a:lnTo>
                      <a:pt x="116" y="97"/>
                    </a:lnTo>
                    <a:lnTo>
                      <a:pt x="116" y="95"/>
                    </a:lnTo>
                    <a:lnTo>
                      <a:pt x="116" y="95"/>
                    </a:lnTo>
                    <a:lnTo>
                      <a:pt x="118" y="95"/>
                    </a:lnTo>
                    <a:lnTo>
                      <a:pt x="118" y="93"/>
                    </a:lnTo>
                    <a:lnTo>
                      <a:pt x="118" y="93"/>
                    </a:lnTo>
                    <a:lnTo>
                      <a:pt x="118" y="90"/>
                    </a:lnTo>
                    <a:lnTo>
                      <a:pt x="118" y="90"/>
                    </a:lnTo>
                    <a:lnTo>
                      <a:pt x="116" y="90"/>
                    </a:lnTo>
                    <a:lnTo>
                      <a:pt x="116" y="88"/>
                    </a:lnTo>
                    <a:lnTo>
                      <a:pt x="116" y="88"/>
                    </a:lnTo>
                    <a:lnTo>
                      <a:pt x="116" y="86"/>
                    </a:lnTo>
                    <a:lnTo>
                      <a:pt x="116" y="86"/>
                    </a:lnTo>
                    <a:lnTo>
                      <a:pt x="116" y="86"/>
                    </a:lnTo>
                    <a:lnTo>
                      <a:pt x="116" y="83"/>
                    </a:lnTo>
                    <a:lnTo>
                      <a:pt x="116" y="83"/>
                    </a:lnTo>
                    <a:lnTo>
                      <a:pt x="116" y="81"/>
                    </a:lnTo>
                    <a:lnTo>
                      <a:pt x="116" y="81"/>
                    </a:lnTo>
                    <a:lnTo>
                      <a:pt x="116" y="81"/>
                    </a:lnTo>
                    <a:lnTo>
                      <a:pt x="116" y="79"/>
                    </a:lnTo>
                    <a:lnTo>
                      <a:pt x="113" y="79"/>
                    </a:lnTo>
                    <a:lnTo>
                      <a:pt x="113" y="79"/>
                    </a:lnTo>
                    <a:lnTo>
                      <a:pt x="113" y="76"/>
                    </a:lnTo>
                    <a:lnTo>
                      <a:pt x="113" y="76"/>
                    </a:lnTo>
                    <a:lnTo>
                      <a:pt x="113" y="76"/>
                    </a:lnTo>
                    <a:lnTo>
                      <a:pt x="113" y="74"/>
                    </a:lnTo>
                    <a:lnTo>
                      <a:pt x="113" y="74"/>
                    </a:lnTo>
                    <a:lnTo>
                      <a:pt x="113" y="74"/>
                    </a:lnTo>
                    <a:lnTo>
                      <a:pt x="113" y="71"/>
                    </a:lnTo>
                    <a:lnTo>
                      <a:pt x="113" y="71"/>
                    </a:lnTo>
                    <a:lnTo>
                      <a:pt x="113" y="71"/>
                    </a:lnTo>
                    <a:lnTo>
                      <a:pt x="113" y="69"/>
                    </a:lnTo>
                    <a:lnTo>
                      <a:pt x="113" y="69"/>
                    </a:lnTo>
                    <a:lnTo>
                      <a:pt x="113" y="67"/>
                    </a:lnTo>
                    <a:lnTo>
                      <a:pt x="113" y="67"/>
                    </a:lnTo>
                    <a:lnTo>
                      <a:pt x="113" y="67"/>
                    </a:lnTo>
                    <a:lnTo>
                      <a:pt x="113" y="67"/>
                    </a:lnTo>
                    <a:lnTo>
                      <a:pt x="113" y="64"/>
                    </a:lnTo>
                    <a:lnTo>
                      <a:pt x="113" y="64"/>
                    </a:lnTo>
                    <a:lnTo>
                      <a:pt x="116" y="64"/>
                    </a:lnTo>
                    <a:lnTo>
                      <a:pt x="116" y="64"/>
                    </a:lnTo>
                    <a:lnTo>
                      <a:pt x="118" y="64"/>
                    </a:lnTo>
                    <a:lnTo>
                      <a:pt x="118" y="64"/>
                    </a:lnTo>
                    <a:lnTo>
                      <a:pt x="118" y="64"/>
                    </a:lnTo>
                    <a:lnTo>
                      <a:pt x="118" y="62"/>
                    </a:lnTo>
                    <a:lnTo>
                      <a:pt x="118" y="62"/>
                    </a:lnTo>
                    <a:lnTo>
                      <a:pt x="118" y="62"/>
                    </a:lnTo>
                    <a:lnTo>
                      <a:pt x="118" y="60"/>
                    </a:lnTo>
                    <a:lnTo>
                      <a:pt x="118" y="60"/>
                    </a:lnTo>
                    <a:lnTo>
                      <a:pt x="120" y="60"/>
                    </a:lnTo>
                    <a:lnTo>
                      <a:pt x="120" y="60"/>
                    </a:lnTo>
                    <a:lnTo>
                      <a:pt x="120" y="57"/>
                    </a:lnTo>
                    <a:lnTo>
                      <a:pt x="120" y="57"/>
                    </a:lnTo>
                    <a:lnTo>
                      <a:pt x="123" y="57"/>
                    </a:lnTo>
                    <a:lnTo>
                      <a:pt x="123" y="57"/>
                    </a:lnTo>
                    <a:lnTo>
                      <a:pt x="125" y="57"/>
                    </a:lnTo>
                    <a:lnTo>
                      <a:pt x="125" y="57"/>
                    </a:lnTo>
                    <a:lnTo>
                      <a:pt x="125" y="57"/>
                    </a:lnTo>
                    <a:lnTo>
                      <a:pt x="125" y="57"/>
                    </a:lnTo>
                    <a:lnTo>
                      <a:pt x="125" y="57"/>
                    </a:lnTo>
                    <a:lnTo>
                      <a:pt x="125" y="55"/>
                    </a:lnTo>
                    <a:lnTo>
                      <a:pt x="125" y="55"/>
                    </a:lnTo>
                    <a:lnTo>
                      <a:pt x="128" y="55"/>
                    </a:lnTo>
                    <a:lnTo>
                      <a:pt x="128" y="52"/>
                    </a:lnTo>
                    <a:lnTo>
                      <a:pt x="128" y="52"/>
                    </a:lnTo>
                    <a:lnTo>
                      <a:pt x="128" y="50"/>
                    </a:lnTo>
                    <a:lnTo>
                      <a:pt x="128" y="50"/>
                    </a:lnTo>
                    <a:lnTo>
                      <a:pt x="125" y="50"/>
                    </a:lnTo>
                    <a:lnTo>
                      <a:pt x="125" y="50"/>
                    </a:lnTo>
                    <a:lnTo>
                      <a:pt x="125" y="50"/>
                    </a:lnTo>
                    <a:lnTo>
                      <a:pt x="125" y="48"/>
                    </a:lnTo>
                    <a:lnTo>
                      <a:pt x="123" y="48"/>
                    </a:lnTo>
                    <a:lnTo>
                      <a:pt x="123" y="48"/>
                    </a:lnTo>
                    <a:lnTo>
                      <a:pt x="120" y="48"/>
                    </a:lnTo>
                    <a:lnTo>
                      <a:pt x="120" y="48"/>
                    </a:lnTo>
                    <a:lnTo>
                      <a:pt x="120" y="48"/>
                    </a:lnTo>
                    <a:lnTo>
                      <a:pt x="120" y="48"/>
                    </a:lnTo>
                    <a:lnTo>
                      <a:pt x="118" y="48"/>
                    </a:lnTo>
                    <a:lnTo>
                      <a:pt x="118" y="48"/>
                    </a:lnTo>
                    <a:lnTo>
                      <a:pt x="118" y="45"/>
                    </a:lnTo>
                    <a:lnTo>
                      <a:pt x="118" y="45"/>
                    </a:lnTo>
                    <a:lnTo>
                      <a:pt x="118" y="43"/>
                    </a:lnTo>
                    <a:lnTo>
                      <a:pt x="120" y="43"/>
                    </a:lnTo>
                    <a:lnTo>
                      <a:pt x="120" y="43"/>
                    </a:lnTo>
                    <a:lnTo>
                      <a:pt x="120" y="43"/>
                    </a:lnTo>
                    <a:lnTo>
                      <a:pt x="120" y="41"/>
                    </a:lnTo>
                    <a:lnTo>
                      <a:pt x="120" y="41"/>
                    </a:lnTo>
                    <a:lnTo>
                      <a:pt x="120" y="41"/>
                    </a:lnTo>
                    <a:lnTo>
                      <a:pt x="118" y="41"/>
                    </a:lnTo>
                    <a:lnTo>
                      <a:pt x="118" y="41"/>
                    </a:lnTo>
                    <a:lnTo>
                      <a:pt x="118" y="41"/>
                    </a:lnTo>
                    <a:lnTo>
                      <a:pt x="116" y="41"/>
                    </a:lnTo>
                    <a:lnTo>
                      <a:pt x="116" y="41"/>
                    </a:lnTo>
                    <a:lnTo>
                      <a:pt x="113" y="41"/>
                    </a:lnTo>
                    <a:lnTo>
                      <a:pt x="113" y="38"/>
                    </a:lnTo>
                    <a:lnTo>
                      <a:pt x="113" y="38"/>
                    </a:lnTo>
                    <a:lnTo>
                      <a:pt x="113" y="38"/>
                    </a:lnTo>
                    <a:lnTo>
                      <a:pt x="111" y="38"/>
                    </a:lnTo>
                    <a:lnTo>
                      <a:pt x="111" y="38"/>
                    </a:lnTo>
                    <a:lnTo>
                      <a:pt x="111" y="38"/>
                    </a:lnTo>
                    <a:lnTo>
                      <a:pt x="109" y="38"/>
                    </a:lnTo>
                    <a:lnTo>
                      <a:pt x="109" y="38"/>
                    </a:lnTo>
                    <a:lnTo>
                      <a:pt x="109" y="38"/>
                    </a:lnTo>
                    <a:lnTo>
                      <a:pt x="109" y="38"/>
                    </a:lnTo>
                    <a:lnTo>
                      <a:pt x="106" y="38"/>
                    </a:lnTo>
                    <a:lnTo>
                      <a:pt x="106" y="36"/>
                    </a:lnTo>
                    <a:lnTo>
                      <a:pt x="106" y="36"/>
                    </a:lnTo>
                    <a:lnTo>
                      <a:pt x="106" y="36"/>
                    </a:lnTo>
                    <a:lnTo>
                      <a:pt x="106" y="34"/>
                    </a:lnTo>
                    <a:lnTo>
                      <a:pt x="106" y="34"/>
                    </a:lnTo>
                    <a:lnTo>
                      <a:pt x="106" y="34"/>
                    </a:lnTo>
                    <a:lnTo>
                      <a:pt x="106" y="31"/>
                    </a:lnTo>
                    <a:lnTo>
                      <a:pt x="104" y="31"/>
                    </a:lnTo>
                    <a:lnTo>
                      <a:pt x="104" y="34"/>
                    </a:lnTo>
                    <a:lnTo>
                      <a:pt x="104" y="34"/>
                    </a:lnTo>
                    <a:lnTo>
                      <a:pt x="101" y="34"/>
                    </a:lnTo>
                    <a:lnTo>
                      <a:pt x="101" y="34"/>
                    </a:lnTo>
                    <a:lnTo>
                      <a:pt x="101" y="34"/>
                    </a:lnTo>
                    <a:lnTo>
                      <a:pt x="99" y="34"/>
                    </a:lnTo>
                    <a:lnTo>
                      <a:pt x="99" y="31"/>
                    </a:lnTo>
                    <a:lnTo>
                      <a:pt x="99" y="31"/>
                    </a:lnTo>
                    <a:lnTo>
                      <a:pt x="99" y="34"/>
                    </a:lnTo>
                    <a:lnTo>
                      <a:pt x="99" y="34"/>
                    </a:lnTo>
                    <a:lnTo>
                      <a:pt x="97" y="34"/>
                    </a:lnTo>
                    <a:lnTo>
                      <a:pt x="97" y="34"/>
                    </a:lnTo>
                    <a:lnTo>
                      <a:pt x="94" y="34"/>
                    </a:lnTo>
                    <a:lnTo>
                      <a:pt x="94" y="34"/>
                    </a:lnTo>
                    <a:lnTo>
                      <a:pt x="94" y="31"/>
                    </a:lnTo>
                    <a:lnTo>
                      <a:pt x="94" y="31"/>
                    </a:lnTo>
                    <a:lnTo>
                      <a:pt x="94" y="31"/>
                    </a:lnTo>
                    <a:lnTo>
                      <a:pt x="94" y="29"/>
                    </a:lnTo>
                    <a:lnTo>
                      <a:pt x="94" y="29"/>
                    </a:lnTo>
                    <a:lnTo>
                      <a:pt x="94" y="29"/>
                    </a:lnTo>
                    <a:lnTo>
                      <a:pt x="94" y="26"/>
                    </a:lnTo>
                    <a:lnTo>
                      <a:pt x="94" y="26"/>
                    </a:lnTo>
                    <a:lnTo>
                      <a:pt x="94" y="26"/>
                    </a:lnTo>
                    <a:lnTo>
                      <a:pt x="94" y="26"/>
                    </a:lnTo>
                    <a:lnTo>
                      <a:pt x="94" y="24"/>
                    </a:lnTo>
                    <a:lnTo>
                      <a:pt x="94" y="24"/>
                    </a:lnTo>
                    <a:lnTo>
                      <a:pt x="94" y="22"/>
                    </a:lnTo>
                    <a:lnTo>
                      <a:pt x="94" y="22"/>
                    </a:lnTo>
                    <a:lnTo>
                      <a:pt x="94" y="22"/>
                    </a:lnTo>
                    <a:lnTo>
                      <a:pt x="97" y="22"/>
                    </a:lnTo>
                    <a:lnTo>
                      <a:pt x="97" y="22"/>
                    </a:lnTo>
                    <a:lnTo>
                      <a:pt x="97" y="22"/>
                    </a:lnTo>
                    <a:lnTo>
                      <a:pt x="99" y="22"/>
                    </a:lnTo>
                    <a:lnTo>
                      <a:pt x="99" y="19"/>
                    </a:lnTo>
                    <a:lnTo>
                      <a:pt x="99" y="19"/>
                    </a:lnTo>
                    <a:lnTo>
                      <a:pt x="99" y="19"/>
                    </a:lnTo>
                    <a:lnTo>
                      <a:pt x="99" y="19"/>
                    </a:lnTo>
                    <a:lnTo>
                      <a:pt x="101" y="19"/>
                    </a:lnTo>
                    <a:lnTo>
                      <a:pt x="101" y="17"/>
                    </a:lnTo>
                    <a:lnTo>
                      <a:pt x="101" y="17"/>
                    </a:lnTo>
                    <a:lnTo>
                      <a:pt x="101" y="17"/>
                    </a:lnTo>
                    <a:lnTo>
                      <a:pt x="101" y="17"/>
                    </a:lnTo>
                    <a:lnTo>
                      <a:pt x="101" y="17"/>
                    </a:lnTo>
                    <a:lnTo>
                      <a:pt x="104" y="17"/>
                    </a:lnTo>
                    <a:lnTo>
                      <a:pt x="104" y="15"/>
                    </a:lnTo>
                    <a:lnTo>
                      <a:pt x="104" y="15"/>
                    </a:lnTo>
                    <a:lnTo>
                      <a:pt x="104" y="15"/>
                    </a:lnTo>
                    <a:lnTo>
                      <a:pt x="106" y="15"/>
                    </a:lnTo>
                    <a:lnTo>
                      <a:pt x="106" y="12"/>
                    </a:lnTo>
                    <a:lnTo>
                      <a:pt x="104" y="12"/>
                    </a:lnTo>
                    <a:lnTo>
                      <a:pt x="104" y="12"/>
                    </a:lnTo>
                    <a:lnTo>
                      <a:pt x="106" y="12"/>
                    </a:lnTo>
                    <a:lnTo>
                      <a:pt x="106" y="10"/>
                    </a:lnTo>
                    <a:lnTo>
                      <a:pt x="106" y="10"/>
                    </a:lnTo>
                    <a:lnTo>
                      <a:pt x="106" y="10"/>
                    </a:lnTo>
                    <a:lnTo>
                      <a:pt x="109" y="10"/>
                    </a:lnTo>
                    <a:lnTo>
                      <a:pt x="109" y="10"/>
                    </a:lnTo>
                    <a:lnTo>
                      <a:pt x="109" y="10"/>
                    </a:lnTo>
                    <a:lnTo>
                      <a:pt x="109" y="10"/>
                    </a:lnTo>
                    <a:lnTo>
                      <a:pt x="109" y="10"/>
                    </a:lnTo>
                    <a:lnTo>
                      <a:pt x="111" y="10"/>
                    </a:lnTo>
                    <a:lnTo>
                      <a:pt x="111" y="10"/>
                    </a:lnTo>
                    <a:lnTo>
                      <a:pt x="111" y="10"/>
                    </a:lnTo>
                    <a:lnTo>
                      <a:pt x="113" y="10"/>
                    </a:lnTo>
                    <a:lnTo>
                      <a:pt x="113" y="10"/>
                    </a:lnTo>
                    <a:lnTo>
                      <a:pt x="113" y="10"/>
                    </a:lnTo>
                    <a:lnTo>
                      <a:pt x="113" y="10"/>
                    </a:lnTo>
                    <a:lnTo>
                      <a:pt x="116" y="10"/>
                    </a:lnTo>
                    <a:lnTo>
                      <a:pt x="116" y="10"/>
                    </a:lnTo>
                    <a:lnTo>
                      <a:pt x="118" y="10"/>
                    </a:lnTo>
                    <a:lnTo>
                      <a:pt x="118" y="10"/>
                    </a:lnTo>
                    <a:lnTo>
                      <a:pt x="118" y="10"/>
                    </a:lnTo>
                    <a:lnTo>
                      <a:pt x="120" y="10"/>
                    </a:lnTo>
                    <a:lnTo>
                      <a:pt x="120" y="10"/>
                    </a:lnTo>
                    <a:lnTo>
                      <a:pt x="120" y="10"/>
                    </a:lnTo>
                    <a:lnTo>
                      <a:pt x="120" y="10"/>
                    </a:lnTo>
                    <a:lnTo>
                      <a:pt x="123" y="10"/>
                    </a:lnTo>
                    <a:lnTo>
                      <a:pt x="123" y="7"/>
                    </a:lnTo>
                    <a:lnTo>
                      <a:pt x="120" y="7"/>
                    </a:lnTo>
                    <a:lnTo>
                      <a:pt x="120" y="7"/>
                    </a:lnTo>
                    <a:lnTo>
                      <a:pt x="120" y="7"/>
                    </a:lnTo>
                    <a:lnTo>
                      <a:pt x="120" y="7"/>
                    </a:lnTo>
                    <a:lnTo>
                      <a:pt x="118" y="7"/>
                    </a:lnTo>
                    <a:lnTo>
                      <a:pt x="118" y="7"/>
                    </a:lnTo>
                    <a:lnTo>
                      <a:pt x="118" y="7"/>
                    </a:lnTo>
                    <a:lnTo>
                      <a:pt x="118" y="5"/>
                    </a:lnTo>
                    <a:lnTo>
                      <a:pt x="118" y="5"/>
                    </a:lnTo>
                    <a:lnTo>
                      <a:pt x="120" y="5"/>
                    </a:lnTo>
                    <a:lnTo>
                      <a:pt x="120" y="5"/>
                    </a:lnTo>
                    <a:lnTo>
                      <a:pt x="120" y="7"/>
                    </a:lnTo>
                    <a:lnTo>
                      <a:pt x="120" y="7"/>
                    </a:lnTo>
                    <a:lnTo>
                      <a:pt x="123" y="7"/>
                    </a:lnTo>
                    <a:lnTo>
                      <a:pt x="123" y="7"/>
                    </a:lnTo>
                    <a:lnTo>
                      <a:pt x="125" y="7"/>
                    </a:lnTo>
                    <a:lnTo>
                      <a:pt x="125" y="7"/>
                    </a:lnTo>
                    <a:lnTo>
                      <a:pt x="125" y="7"/>
                    </a:lnTo>
                    <a:lnTo>
                      <a:pt x="125" y="7"/>
                    </a:lnTo>
                    <a:lnTo>
                      <a:pt x="128" y="7"/>
                    </a:lnTo>
                    <a:lnTo>
                      <a:pt x="128" y="7"/>
                    </a:lnTo>
                    <a:lnTo>
                      <a:pt x="128" y="7"/>
                    </a:lnTo>
                    <a:lnTo>
                      <a:pt x="128" y="5"/>
                    </a:lnTo>
                    <a:lnTo>
                      <a:pt x="128" y="5"/>
                    </a:lnTo>
                    <a:lnTo>
                      <a:pt x="130" y="5"/>
                    </a:lnTo>
                    <a:lnTo>
                      <a:pt x="130" y="5"/>
                    </a:lnTo>
                    <a:lnTo>
                      <a:pt x="132" y="5"/>
                    </a:lnTo>
                    <a:lnTo>
                      <a:pt x="132" y="5"/>
                    </a:lnTo>
                    <a:lnTo>
                      <a:pt x="132" y="5"/>
                    </a:lnTo>
                    <a:lnTo>
                      <a:pt x="132" y="5"/>
                    </a:lnTo>
                    <a:lnTo>
                      <a:pt x="132" y="3"/>
                    </a:lnTo>
                    <a:lnTo>
                      <a:pt x="135" y="3"/>
                    </a:lnTo>
                    <a:lnTo>
                      <a:pt x="135" y="3"/>
                    </a:lnTo>
                    <a:lnTo>
                      <a:pt x="135" y="3"/>
                    </a:lnTo>
                    <a:lnTo>
                      <a:pt x="137" y="3"/>
                    </a:lnTo>
                    <a:lnTo>
                      <a:pt x="137" y="5"/>
                    </a:lnTo>
                    <a:lnTo>
                      <a:pt x="137" y="5"/>
                    </a:lnTo>
                    <a:lnTo>
                      <a:pt x="137" y="3"/>
                    </a:lnTo>
                    <a:lnTo>
                      <a:pt x="137" y="3"/>
                    </a:lnTo>
                    <a:lnTo>
                      <a:pt x="139" y="3"/>
                    </a:lnTo>
                    <a:lnTo>
                      <a:pt x="139" y="0"/>
                    </a:lnTo>
                    <a:lnTo>
                      <a:pt x="139" y="0"/>
                    </a:lnTo>
                    <a:lnTo>
                      <a:pt x="139" y="0"/>
                    </a:lnTo>
                    <a:lnTo>
                      <a:pt x="139" y="3"/>
                    </a:lnTo>
                    <a:lnTo>
                      <a:pt x="142" y="3"/>
                    </a:lnTo>
                    <a:lnTo>
                      <a:pt x="142" y="3"/>
                    </a:lnTo>
                    <a:lnTo>
                      <a:pt x="142" y="3"/>
                    </a:lnTo>
                    <a:lnTo>
                      <a:pt x="142" y="3"/>
                    </a:lnTo>
                    <a:lnTo>
                      <a:pt x="142" y="5"/>
                    </a:lnTo>
                    <a:lnTo>
                      <a:pt x="144" y="5"/>
                    </a:lnTo>
                    <a:lnTo>
                      <a:pt x="144" y="5"/>
                    </a:lnTo>
                    <a:lnTo>
                      <a:pt x="146" y="5"/>
                    </a:lnTo>
                    <a:lnTo>
                      <a:pt x="146" y="5"/>
                    </a:lnTo>
                    <a:lnTo>
                      <a:pt x="146" y="3"/>
                    </a:lnTo>
                    <a:lnTo>
                      <a:pt x="146" y="3"/>
                    </a:lnTo>
                    <a:lnTo>
                      <a:pt x="149" y="3"/>
                    </a:lnTo>
                    <a:lnTo>
                      <a:pt x="149" y="3"/>
                    </a:lnTo>
                    <a:lnTo>
                      <a:pt x="149" y="3"/>
                    </a:lnTo>
                    <a:lnTo>
                      <a:pt x="151" y="3"/>
                    </a:lnTo>
                    <a:lnTo>
                      <a:pt x="151" y="5"/>
                    </a:lnTo>
                    <a:lnTo>
                      <a:pt x="151" y="5"/>
                    </a:lnTo>
                    <a:lnTo>
                      <a:pt x="154" y="5"/>
                    </a:lnTo>
                    <a:lnTo>
                      <a:pt x="154" y="5"/>
                    </a:lnTo>
                    <a:lnTo>
                      <a:pt x="154" y="5"/>
                    </a:lnTo>
                    <a:lnTo>
                      <a:pt x="156" y="5"/>
                    </a:lnTo>
                    <a:lnTo>
                      <a:pt x="156" y="5"/>
                    </a:lnTo>
                    <a:lnTo>
                      <a:pt x="156" y="7"/>
                    </a:lnTo>
                    <a:lnTo>
                      <a:pt x="156" y="7"/>
                    </a:lnTo>
                    <a:lnTo>
                      <a:pt x="156" y="7"/>
                    </a:lnTo>
                    <a:lnTo>
                      <a:pt x="156" y="10"/>
                    </a:lnTo>
                    <a:lnTo>
                      <a:pt x="156" y="10"/>
                    </a:lnTo>
                    <a:lnTo>
                      <a:pt x="158" y="10"/>
                    </a:lnTo>
                    <a:lnTo>
                      <a:pt x="158" y="10"/>
                    </a:lnTo>
                    <a:lnTo>
                      <a:pt x="158" y="7"/>
                    </a:lnTo>
                    <a:lnTo>
                      <a:pt x="158" y="7"/>
                    </a:lnTo>
                    <a:lnTo>
                      <a:pt x="161" y="7"/>
                    </a:lnTo>
                    <a:lnTo>
                      <a:pt x="161" y="7"/>
                    </a:lnTo>
                    <a:lnTo>
                      <a:pt x="161" y="10"/>
                    </a:lnTo>
                    <a:lnTo>
                      <a:pt x="161" y="10"/>
                    </a:lnTo>
                    <a:lnTo>
                      <a:pt x="163" y="10"/>
                    </a:lnTo>
                    <a:lnTo>
                      <a:pt x="163" y="10"/>
                    </a:lnTo>
                    <a:lnTo>
                      <a:pt x="163" y="10"/>
                    </a:lnTo>
                    <a:lnTo>
                      <a:pt x="165" y="10"/>
                    </a:lnTo>
                    <a:lnTo>
                      <a:pt x="165" y="12"/>
                    </a:lnTo>
                    <a:lnTo>
                      <a:pt x="165" y="12"/>
                    </a:lnTo>
                    <a:lnTo>
                      <a:pt x="165" y="12"/>
                    </a:lnTo>
                    <a:lnTo>
                      <a:pt x="165" y="12"/>
                    </a:lnTo>
                    <a:lnTo>
                      <a:pt x="165" y="15"/>
                    </a:lnTo>
                    <a:lnTo>
                      <a:pt x="165" y="15"/>
                    </a:lnTo>
                    <a:lnTo>
                      <a:pt x="168" y="15"/>
                    </a:lnTo>
                    <a:lnTo>
                      <a:pt x="168" y="17"/>
                    </a:lnTo>
                    <a:lnTo>
                      <a:pt x="168" y="17"/>
                    </a:lnTo>
                    <a:lnTo>
                      <a:pt x="168" y="17"/>
                    </a:lnTo>
                    <a:lnTo>
                      <a:pt x="168" y="17"/>
                    </a:lnTo>
                    <a:lnTo>
                      <a:pt x="168" y="17"/>
                    </a:lnTo>
                    <a:lnTo>
                      <a:pt x="168" y="19"/>
                    </a:lnTo>
                    <a:lnTo>
                      <a:pt x="168" y="19"/>
                    </a:lnTo>
                    <a:lnTo>
                      <a:pt x="168" y="19"/>
                    </a:lnTo>
                    <a:lnTo>
                      <a:pt x="168" y="19"/>
                    </a:lnTo>
                    <a:lnTo>
                      <a:pt x="168" y="22"/>
                    </a:lnTo>
                    <a:lnTo>
                      <a:pt x="168" y="22"/>
                    </a:lnTo>
                    <a:lnTo>
                      <a:pt x="170" y="22"/>
                    </a:lnTo>
                    <a:lnTo>
                      <a:pt x="170" y="22"/>
                    </a:lnTo>
                    <a:lnTo>
                      <a:pt x="170" y="24"/>
                    </a:lnTo>
                    <a:lnTo>
                      <a:pt x="170" y="24"/>
                    </a:lnTo>
                    <a:lnTo>
                      <a:pt x="168" y="24"/>
                    </a:lnTo>
                    <a:lnTo>
                      <a:pt x="168" y="24"/>
                    </a:lnTo>
                    <a:lnTo>
                      <a:pt x="170" y="24"/>
                    </a:lnTo>
                    <a:lnTo>
                      <a:pt x="170" y="26"/>
                    </a:lnTo>
                    <a:lnTo>
                      <a:pt x="170" y="26"/>
                    </a:lnTo>
                    <a:lnTo>
                      <a:pt x="170" y="26"/>
                    </a:lnTo>
                    <a:lnTo>
                      <a:pt x="170" y="26"/>
                    </a:lnTo>
                    <a:lnTo>
                      <a:pt x="170" y="26"/>
                    </a:lnTo>
                    <a:lnTo>
                      <a:pt x="168" y="26"/>
                    </a:lnTo>
                    <a:lnTo>
                      <a:pt x="168" y="26"/>
                    </a:lnTo>
                    <a:lnTo>
                      <a:pt x="168" y="29"/>
                    </a:lnTo>
                    <a:lnTo>
                      <a:pt x="168" y="29"/>
                    </a:lnTo>
                    <a:lnTo>
                      <a:pt x="170" y="29"/>
                    </a:lnTo>
                    <a:lnTo>
                      <a:pt x="170" y="29"/>
                    </a:lnTo>
                    <a:lnTo>
                      <a:pt x="170" y="29"/>
                    </a:lnTo>
                    <a:lnTo>
                      <a:pt x="170" y="31"/>
                    </a:lnTo>
                    <a:lnTo>
                      <a:pt x="170" y="31"/>
                    </a:lnTo>
                    <a:lnTo>
                      <a:pt x="170" y="34"/>
                    </a:lnTo>
                    <a:lnTo>
                      <a:pt x="173" y="34"/>
                    </a:lnTo>
                    <a:lnTo>
                      <a:pt x="173" y="34"/>
                    </a:lnTo>
                    <a:lnTo>
                      <a:pt x="173" y="34"/>
                    </a:lnTo>
                    <a:lnTo>
                      <a:pt x="175" y="34"/>
                    </a:lnTo>
                    <a:lnTo>
                      <a:pt x="175" y="34"/>
                    </a:lnTo>
                    <a:lnTo>
                      <a:pt x="175" y="34"/>
                    </a:lnTo>
                    <a:lnTo>
                      <a:pt x="175" y="31"/>
                    </a:lnTo>
                    <a:lnTo>
                      <a:pt x="177" y="31"/>
                    </a:lnTo>
                    <a:lnTo>
                      <a:pt x="177" y="31"/>
                    </a:lnTo>
                    <a:lnTo>
                      <a:pt x="180" y="31"/>
                    </a:lnTo>
                    <a:lnTo>
                      <a:pt x="180" y="31"/>
                    </a:lnTo>
                    <a:lnTo>
                      <a:pt x="180" y="31"/>
                    </a:lnTo>
                    <a:lnTo>
                      <a:pt x="180" y="31"/>
                    </a:lnTo>
                    <a:lnTo>
                      <a:pt x="180" y="31"/>
                    </a:lnTo>
                    <a:lnTo>
                      <a:pt x="180" y="34"/>
                    </a:lnTo>
                    <a:lnTo>
                      <a:pt x="180" y="34"/>
                    </a:lnTo>
                    <a:lnTo>
                      <a:pt x="180" y="36"/>
                    </a:lnTo>
                    <a:lnTo>
                      <a:pt x="182" y="36"/>
                    </a:lnTo>
                    <a:lnTo>
                      <a:pt x="182" y="36"/>
                    </a:lnTo>
                    <a:lnTo>
                      <a:pt x="182" y="36"/>
                    </a:lnTo>
                    <a:lnTo>
                      <a:pt x="182" y="36"/>
                    </a:lnTo>
                    <a:lnTo>
                      <a:pt x="184" y="36"/>
                    </a:lnTo>
                    <a:lnTo>
                      <a:pt x="184" y="36"/>
                    </a:lnTo>
                    <a:lnTo>
                      <a:pt x="187" y="36"/>
                    </a:lnTo>
                    <a:lnTo>
                      <a:pt x="187" y="36"/>
                    </a:lnTo>
                    <a:lnTo>
                      <a:pt x="187" y="38"/>
                    </a:lnTo>
                    <a:lnTo>
                      <a:pt x="187" y="38"/>
                    </a:lnTo>
                    <a:lnTo>
                      <a:pt x="189" y="38"/>
                    </a:lnTo>
                    <a:lnTo>
                      <a:pt x="189" y="38"/>
                    </a:lnTo>
                    <a:lnTo>
                      <a:pt x="191" y="38"/>
                    </a:lnTo>
                    <a:lnTo>
                      <a:pt x="191" y="38"/>
                    </a:lnTo>
                    <a:lnTo>
                      <a:pt x="191" y="38"/>
                    </a:lnTo>
                    <a:lnTo>
                      <a:pt x="191" y="38"/>
                    </a:lnTo>
                    <a:lnTo>
                      <a:pt x="191" y="38"/>
                    </a:lnTo>
                    <a:lnTo>
                      <a:pt x="191" y="41"/>
                    </a:lnTo>
                    <a:lnTo>
                      <a:pt x="194" y="41"/>
                    </a:lnTo>
                    <a:lnTo>
                      <a:pt x="194" y="41"/>
                    </a:lnTo>
                    <a:lnTo>
                      <a:pt x="194" y="41"/>
                    </a:lnTo>
                    <a:lnTo>
                      <a:pt x="194" y="41"/>
                    </a:lnTo>
                    <a:lnTo>
                      <a:pt x="194" y="38"/>
                    </a:lnTo>
                    <a:lnTo>
                      <a:pt x="194" y="38"/>
                    </a:lnTo>
                    <a:lnTo>
                      <a:pt x="194" y="41"/>
                    </a:lnTo>
                    <a:lnTo>
                      <a:pt x="196" y="41"/>
                    </a:lnTo>
                    <a:lnTo>
                      <a:pt x="196" y="41"/>
                    </a:lnTo>
                    <a:lnTo>
                      <a:pt x="199" y="41"/>
                    </a:lnTo>
                    <a:lnTo>
                      <a:pt x="199" y="41"/>
                    </a:lnTo>
                    <a:lnTo>
                      <a:pt x="199" y="41"/>
                    </a:lnTo>
                    <a:lnTo>
                      <a:pt x="199" y="41"/>
                    </a:lnTo>
                    <a:lnTo>
                      <a:pt x="199" y="43"/>
                    </a:lnTo>
                    <a:lnTo>
                      <a:pt x="201" y="43"/>
                    </a:lnTo>
                    <a:lnTo>
                      <a:pt x="201" y="41"/>
                    </a:lnTo>
                    <a:lnTo>
                      <a:pt x="201" y="41"/>
                    </a:lnTo>
                    <a:lnTo>
                      <a:pt x="201" y="41"/>
                    </a:lnTo>
                    <a:lnTo>
                      <a:pt x="201" y="43"/>
                    </a:lnTo>
                    <a:lnTo>
                      <a:pt x="203" y="43"/>
                    </a:lnTo>
                    <a:lnTo>
                      <a:pt x="203" y="41"/>
                    </a:lnTo>
                    <a:lnTo>
                      <a:pt x="203" y="41"/>
                    </a:lnTo>
                    <a:lnTo>
                      <a:pt x="206" y="41"/>
                    </a:lnTo>
                    <a:lnTo>
                      <a:pt x="206" y="41"/>
                    </a:lnTo>
                    <a:lnTo>
                      <a:pt x="206" y="41"/>
                    </a:lnTo>
                    <a:lnTo>
                      <a:pt x="208" y="41"/>
                    </a:lnTo>
                    <a:lnTo>
                      <a:pt x="208" y="41"/>
                    </a:lnTo>
                    <a:lnTo>
                      <a:pt x="208" y="41"/>
                    </a:lnTo>
                    <a:lnTo>
                      <a:pt x="210" y="41"/>
                    </a:lnTo>
                    <a:lnTo>
                      <a:pt x="210" y="41"/>
                    </a:lnTo>
                    <a:lnTo>
                      <a:pt x="210" y="38"/>
                    </a:lnTo>
                    <a:lnTo>
                      <a:pt x="210" y="38"/>
                    </a:lnTo>
                    <a:lnTo>
                      <a:pt x="213" y="38"/>
                    </a:lnTo>
                    <a:lnTo>
                      <a:pt x="213" y="38"/>
                    </a:lnTo>
                    <a:lnTo>
                      <a:pt x="213" y="41"/>
                    </a:lnTo>
                    <a:lnTo>
                      <a:pt x="213" y="41"/>
                    </a:lnTo>
                    <a:lnTo>
                      <a:pt x="213" y="38"/>
                    </a:lnTo>
                    <a:lnTo>
                      <a:pt x="215" y="38"/>
                    </a:lnTo>
                    <a:lnTo>
                      <a:pt x="215" y="38"/>
                    </a:lnTo>
                    <a:lnTo>
                      <a:pt x="215" y="38"/>
                    </a:lnTo>
                    <a:lnTo>
                      <a:pt x="215" y="38"/>
                    </a:lnTo>
                    <a:lnTo>
                      <a:pt x="215" y="38"/>
                    </a:lnTo>
                    <a:lnTo>
                      <a:pt x="215" y="36"/>
                    </a:lnTo>
                    <a:lnTo>
                      <a:pt x="217" y="36"/>
                    </a:lnTo>
                    <a:lnTo>
                      <a:pt x="217" y="36"/>
                    </a:lnTo>
                    <a:lnTo>
                      <a:pt x="220" y="36"/>
                    </a:lnTo>
                    <a:lnTo>
                      <a:pt x="220" y="36"/>
                    </a:lnTo>
                    <a:lnTo>
                      <a:pt x="220" y="36"/>
                    </a:lnTo>
                    <a:lnTo>
                      <a:pt x="220" y="34"/>
                    </a:lnTo>
                    <a:lnTo>
                      <a:pt x="220" y="34"/>
                    </a:lnTo>
                    <a:lnTo>
                      <a:pt x="222" y="34"/>
                    </a:lnTo>
                    <a:lnTo>
                      <a:pt x="222" y="34"/>
                    </a:lnTo>
                    <a:lnTo>
                      <a:pt x="222" y="34"/>
                    </a:lnTo>
                    <a:lnTo>
                      <a:pt x="225" y="34"/>
                    </a:lnTo>
                    <a:lnTo>
                      <a:pt x="225" y="34"/>
                    </a:lnTo>
                    <a:lnTo>
                      <a:pt x="225" y="31"/>
                    </a:lnTo>
                    <a:lnTo>
                      <a:pt x="225" y="31"/>
                    </a:lnTo>
                    <a:lnTo>
                      <a:pt x="225" y="31"/>
                    </a:lnTo>
                    <a:lnTo>
                      <a:pt x="227" y="31"/>
                    </a:lnTo>
                    <a:lnTo>
                      <a:pt x="227" y="31"/>
                    </a:lnTo>
                    <a:lnTo>
                      <a:pt x="227" y="31"/>
                    </a:lnTo>
                    <a:lnTo>
                      <a:pt x="227" y="29"/>
                    </a:lnTo>
                    <a:lnTo>
                      <a:pt x="229" y="29"/>
                    </a:lnTo>
                    <a:lnTo>
                      <a:pt x="229" y="29"/>
                    </a:lnTo>
                    <a:lnTo>
                      <a:pt x="229" y="31"/>
                    </a:lnTo>
                    <a:lnTo>
                      <a:pt x="232" y="31"/>
                    </a:lnTo>
                    <a:lnTo>
                      <a:pt x="232" y="31"/>
                    </a:lnTo>
                    <a:lnTo>
                      <a:pt x="232" y="31"/>
                    </a:lnTo>
                    <a:lnTo>
                      <a:pt x="232" y="29"/>
                    </a:lnTo>
                    <a:lnTo>
                      <a:pt x="234" y="29"/>
                    </a:lnTo>
                    <a:lnTo>
                      <a:pt x="234" y="29"/>
                    </a:lnTo>
                    <a:lnTo>
                      <a:pt x="234" y="29"/>
                    </a:lnTo>
                    <a:lnTo>
                      <a:pt x="236" y="29"/>
                    </a:lnTo>
                    <a:lnTo>
                      <a:pt x="236" y="29"/>
                    </a:lnTo>
                    <a:lnTo>
                      <a:pt x="236" y="31"/>
                    </a:lnTo>
                    <a:lnTo>
                      <a:pt x="239" y="31"/>
                    </a:lnTo>
                    <a:lnTo>
                      <a:pt x="239" y="29"/>
                    </a:lnTo>
                    <a:lnTo>
                      <a:pt x="239" y="29"/>
                    </a:lnTo>
                    <a:lnTo>
                      <a:pt x="239" y="29"/>
                    </a:lnTo>
                    <a:lnTo>
                      <a:pt x="239" y="29"/>
                    </a:lnTo>
                    <a:lnTo>
                      <a:pt x="241" y="29"/>
                    </a:lnTo>
                    <a:lnTo>
                      <a:pt x="241" y="29"/>
                    </a:lnTo>
                    <a:lnTo>
                      <a:pt x="241" y="29"/>
                    </a:lnTo>
                    <a:lnTo>
                      <a:pt x="241" y="29"/>
                    </a:lnTo>
                    <a:lnTo>
                      <a:pt x="241" y="31"/>
                    </a:lnTo>
                    <a:lnTo>
                      <a:pt x="241" y="31"/>
                    </a:lnTo>
                    <a:lnTo>
                      <a:pt x="244" y="31"/>
                    </a:lnTo>
                    <a:lnTo>
                      <a:pt x="244" y="31"/>
                    </a:lnTo>
                    <a:lnTo>
                      <a:pt x="246" y="31"/>
                    </a:lnTo>
                    <a:lnTo>
                      <a:pt x="246" y="34"/>
                    </a:lnTo>
                    <a:lnTo>
                      <a:pt x="246" y="34"/>
                    </a:lnTo>
                    <a:lnTo>
                      <a:pt x="246" y="34"/>
                    </a:lnTo>
                    <a:lnTo>
                      <a:pt x="246" y="36"/>
                    </a:lnTo>
                    <a:lnTo>
                      <a:pt x="246" y="36"/>
                    </a:lnTo>
                    <a:lnTo>
                      <a:pt x="246" y="36"/>
                    </a:lnTo>
                    <a:lnTo>
                      <a:pt x="248" y="36"/>
                    </a:lnTo>
                    <a:lnTo>
                      <a:pt x="248" y="38"/>
                    </a:lnTo>
                    <a:lnTo>
                      <a:pt x="248" y="38"/>
                    </a:lnTo>
                    <a:lnTo>
                      <a:pt x="248" y="38"/>
                    </a:lnTo>
                    <a:lnTo>
                      <a:pt x="248" y="38"/>
                    </a:lnTo>
                    <a:lnTo>
                      <a:pt x="251" y="38"/>
                    </a:lnTo>
                    <a:lnTo>
                      <a:pt x="251" y="38"/>
                    </a:lnTo>
                    <a:lnTo>
                      <a:pt x="251" y="38"/>
                    </a:lnTo>
                    <a:lnTo>
                      <a:pt x="253" y="38"/>
                    </a:lnTo>
                    <a:lnTo>
                      <a:pt x="253" y="38"/>
                    </a:lnTo>
                    <a:lnTo>
                      <a:pt x="253" y="38"/>
                    </a:lnTo>
                    <a:lnTo>
                      <a:pt x="253" y="38"/>
                    </a:lnTo>
                    <a:lnTo>
                      <a:pt x="253" y="41"/>
                    </a:lnTo>
                    <a:lnTo>
                      <a:pt x="253" y="41"/>
                    </a:lnTo>
                    <a:lnTo>
                      <a:pt x="253" y="41"/>
                    </a:lnTo>
                    <a:lnTo>
                      <a:pt x="253" y="43"/>
                    </a:lnTo>
                    <a:lnTo>
                      <a:pt x="253" y="43"/>
                    </a:lnTo>
                    <a:lnTo>
                      <a:pt x="255" y="43"/>
                    </a:lnTo>
                    <a:lnTo>
                      <a:pt x="255" y="43"/>
                    </a:lnTo>
                    <a:lnTo>
                      <a:pt x="255" y="43"/>
                    </a:lnTo>
                    <a:lnTo>
                      <a:pt x="255" y="43"/>
                    </a:lnTo>
                    <a:lnTo>
                      <a:pt x="255" y="41"/>
                    </a:lnTo>
                    <a:lnTo>
                      <a:pt x="258" y="41"/>
                    </a:lnTo>
                    <a:lnTo>
                      <a:pt x="258" y="41"/>
                    </a:lnTo>
                    <a:lnTo>
                      <a:pt x="258" y="41"/>
                    </a:lnTo>
                    <a:lnTo>
                      <a:pt x="260" y="41"/>
                    </a:lnTo>
                    <a:lnTo>
                      <a:pt x="260" y="41"/>
                    </a:lnTo>
                    <a:lnTo>
                      <a:pt x="260" y="41"/>
                    </a:lnTo>
                    <a:lnTo>
                      <a:pt x="260" y="41"/>
                    </a:lnTo>
                    <a:lnTo>
                      <a:pt x="262" y="41"/>
                    </a:lnTo>
                    <a:lnTo>
                      <a:pt x="262" y="43"/>
                    </a:lnTo>
                    <a:lnTo>
                      <a:pt x="260" y="43"/>
                    </a:lnTo>
                    <a:lnTo>
                      <a:pt x="260" y="43"/>
                    </a:lnTo>
                    <a:lnTo>
                      <a:pt x="260" y="45"/>
                    </a:lnTo>
                    <a:lnTo>
                      <a:pt x="260" y="45"/>
                    </a:lnTo>
                    <a:lnTo>
                      <a:pt x="260" y="45"/>
                    </a:lnTo>
                    <a:lnTo>
                      <a:pt x="260" y="48"/>
                    </a:lnTo>
                    <a:lnTo>
                      <a:pt x="260" y="48"/>
                    </a:lnTo>
                    <a:lnTo>
                      <a:pt x="260" y="48"/>
                    </a:lnTo>
                    <a:lnTo>
                      <a:pt x="260" y="48"/>
                    </a:lnTo>
                    <a:lnTo>
                      <a:pt x="260" y="50"/>
                    </a:lnTo>
                    <a:lnTo>
                      <a:pt x="260" y="50"/>
                    </a:lnTo>
                    <a:lnTo>
                      <a:pt x="258" y="50"/>
                    </a:lnTo>
                    <a:lnTo>
                      <a:pt x="258" y="52"/>
                    </a:lnTo>
                    <a:lnTo>
                      <a:pt x="258" y="52"/>
                    </a:lnTo>
                    <a:lnTo>
                      <a:pt x="258" y="52"/>
                    </a:lnTo>
                    <a:lnTo>
                      <a:pt x="258" y="55"/>
                    </a:lnTo>
                    <a:lnTo>
                      <a:pt x="258" y="55"/>
                    </a:lnTo>
                    <a:lnTo>
                      <a:pt x="258" y="57"/>
                    </a:lnTo>
                    <a:lnTo>
                      <a:pt x="258" y="57"/>
                    </a:lnTo>
                    <a:lnTo>
                      <a:pt x="258" y="57"/>
                    </a:lnTo>
                    <a:lnTo>
                      <a:pt x="255" y="57"/>
                    </a:lnTo>
                    <a:lnTo>
                      <a:pt x="255" y="60"/>
                    </a:lnTo>
                    <a:lnTo>
                      <a:pt x="255" y="60"/>
                    </a:lnTo>
                    <a:lnTo>
                      <a:pt x="255" y="60"/>
                    </a:lnTo>
                    <a:lnTo>
                      <a:pt x="255" y="62"/>
                    </a:lnTo>
                    <a:lnTo>
                      <a:pt x="255" y="62"/>
                    </a:lnTo>
                    <a:lnTo>
                      <a:pt x="255" y="62"/>
                    </a:lnTo>
                    <a:lnTo>
                      <a:pt x="253" y="62"/>
                    </a:lnTo>
                    <a:lnTo>
                      <a:pt x="253" y="62"/>
                    </a:lnTo>
                    <a:lnTo>
                      <a:pt x="253" y="62"/>
                    </a:lnTo>
                    <a:lnTo>
                      <a:pt x="251" y="62"/>
                    </a:lnTo>
                    <a:lnTo>
                      <a:pt x="251" y="64"/>
                    </a:lnTo>
                    <a:lnTo>
                      <a:pt x="251" y="64"/>
                    </a:lnTo>
                    <a:lnTo>
                      <a:pt x="251" y="64"/>
                    </a:lnTo>
                    <a:lnTo>
                      <a:pt x="251" y="67"/>
                    </a:lnTo>
                    <a:lnTo>
                      <a:pt x="248" y="67"/>
                    </a:lnTo>
                    <a:lnTo>
                      <a:pt x="248" y="67"/>
                    </a:lnTo>
                    <a:lnTo>
                      <a:pt x="248" y="67"/>
                    </a:lnTo>
                    <a:lnTo>
                      <a:pt x="248" y="67"/>
                    </a:lnTo>
                    <a:lnTo>
                      <a:pt x="248" y="67"/>
                    </a:lnTo>
                    <a:lnTo>
                      <a:pt x="248" y="69"/>
                    </a:lnTo>
                    <a:lnTo>
                      <a:pt x="246" y="69"/>
                    </a:lnTo>
                    <a:lnTo>
                      <a:pt x="246" y="69"/>
                    </a:lnTo>
                    <a:lnTo>
                      <a:pt x="246" y="67"/>
                    </a:lnTo>
                    <a:lnTo>
                      <a:pt x="246" y="67"/>
                    </a:lnTo>
                    <a:lnTo>
                      <a:pt x="244" y="67"/>
                    </a:lnTo>
                    <a:lnTo>
                      <a:pt x="244" y="69"/>
                    </a:lnTo>
                    <a:lnTo>
                      <a:pt x="244" y="69"/>
                    </a:lnTo>
                    <a:lnTo>
                      <a:pt x="244" y="71"/>
                    </a:lnTo>
                    <a:lnTo>
                      <a:pt x="244" y="71"/>
                    </a:lnTo>
                    <a:lnTo>
                      <a:pt x="246" y="71"/>
                    </a:lnTo>
                    <a:lnTo>
                      <a:pt x="246" y="74"/>
                    </a:lnTo>
                    <a:lnTo>
                      <a:pt x="244" y="74"/>
                    </a:lnTo>
                    <a:lnTo>
                      <a:pt x="244" y="74"/>
                    </a:lnTo>
                    <a:lnTo>
                      <a:pt x="244" y="74"/>
                    </a:lnTo>
                    <a:lnTo>
                      <a:pt x="244" y="76"/>
                    </a:lnTo>
                    <a:lnTo>
                      <a:pt x="244" y="76"/>
                    </a:lnTo>
                    <a:lnTo>
                      <a:pt x="241" y="76"/>
                    </a:lnTo>
                    <a:lnTo>
                      <a:pt x="241" y="76"/>
                    </a:lnTo>
                    <a:lnTo>
                      <a:pt x="241" y="76"/>
                    </a:lnTo>
                    <a:lnTo>
                      <a:pt x="241" y="79"/>
                    </a:lnTo>
                    <a:lnTo>
                      <a:pt x="241" y="79"/>
                    </a:lnTo>
                    <a:lnTo>
                      <a:pt x="241" y="79"/>
                    </a:lnTo>
                    <a:lnTo>
                      <a:pt x="239" y="79"/>
                    </a:lnTo>
                    <a:lnTo>
                      <a:pt x="239" y="79"/>
                    </a:lnTo>
                    <a:lnTo>
                      <a:pt x="239" y="79"/>
                    </a:lnTo>
                    <a:lnTo>
                      <a:pt x="236" y="79"/>
                    </a:lnTo>
                    <a:lnTo>
                      <a:pt x="236" y="79"/>
                    </a:lnTo>
                    <a:lnTo>
                      <a:pt x="234" y="79"/>
                    </a:lnTo>
                    <a:lnTo>
                      <a:pt x="234" y="79"/>
                    </a:lnTo>
                    <a:lnTo>
                      <a:pt x="234" y="79"/>
                    </a:lnTo>
                    <a:lnTo>
                      <a:pt x="232" y="79"/>
                    </a:lnTo>
                    <a:lnTo>
                      <a:pt x="232" y="79"/>
                    </a:lnTo>
                    <a:lnTo>
                      <a:pt x="232" y="79"/>
                    </a:lnTo>
                    <a:lnTo>
                      <a:pt x="232" y="79"/>
                    </a:lnTo>
                    <a:lnTo>
                      <a:pt x="232" y="79"/>
                    </a:lnTo>
                    <a:lnTo>
                      <a:pt x="232" y="81"/>
                    </a:lnTo>
                    <a:lnTo>
                      <a:pt x="232" y="81"/>
                    </a:lnTo>
                    <a:lnTo>
                      <a:pt x="232" y="81"/>
                    </a:lnTo>
                    <a:lnTo>
                      <a:pt x="232" y="83"/>
                    </a:lnTo>
                    <a:lnTo>
                      <a:pt x="232" y="83"/>
                    </a:lnTo>
                    <a:lnTo>
                      <a:pt x="232" y="83"/>
                    </a:lnTo>
                    <a:lnTo>
                      <a:pt x="232" y="86"/>
                    </a:lnTo>
                    <a:lnTo>
                      <a:pt x="232" y="86"/>
                    </a:lnTo>
                    <a:lnTo>
                      <a:pt x="234" y="86"/>
                    </a:lnTo>
                    <a:lnTo>
                      <a:pt x="234" y="86"/>
                    </a:lnTo>
                    <a:lnTo>
                      <a:pt x="234" y="88"/>
                    </a:lnTo>
                    <a:lnTo>
                      <a:pt x="234" y="88"/>
                    </a:lnTo>
                    <a:lnTo>
                      <a:pt x="234" y="88"/>
                    </a:lnTo>
                    <a:lnTo>
                      <a:pt x="234" y="88"/>
                    </a:lnTo>
                    <a:lnTo>
                      <a:pt x="232" y="88"/>
                    </a:lnTo>
                    <a:lnTo>
                      <a:pt x="232" y="88"/>
                    </a:lnTo>
                    <a:lnTo>
                      <a:pt x="232" y="90"/>
                    </a:lnTo>
                    <a:lnTo>
                      <a:pt x="232" y="90"/>
                    </a:lnTo>
                    <a:lnTo>
                      <a:pt x="232" y="90"/>
                    </a:lnTo>
                    <a:lnTo>
                      <a:pt x="232" y="90"/>
                    </a:lnTo>
                    <a:lnTo>
                      <a:pt x="232" y="93"/>
                    </a:lnTo>
                    <a:lnTo>
                      <a:pt x="232" y="93"/>
                    </a:lnTo>
                    <a:lnTo>
                      <a:pt x="232" y="93"/>
                    </a:lnTo>
                    <a:lnTo>
                      <a:pt x="232" y="95"/>
                    </a:lnTo>
                    <a:lnTo>
                      <a:pt x="232" y="95"/>
                    </a:lnTo>
                    <a:lnTo>
                      <a:pt x="232" y="95"/>
                    </a:lnTo>
                    <a:lnTo>
                      <a:pt x="232" y="95"/>
                    </a:lnTo>
                    <a:lnTo>
                      <a:pt x="232" y="97"/>
                    </a:lnTo>
                    <a:lnTo>
                      <a:pt x="234" y="97"/>
                    </a:lnTo>
                    <a:lnTo>
                      <a:pt x="234" y="97"/>
                    </a:lnTo>
                    <a:lnTo>
                      <a:pt x="234" y="97"/>
                    </a:lnTo>
                    <a:lnTo>
                      <a:pt x="234" y="97"/>
                    </a:lnTo>
                    <a:lnTo>
                      <a:pt x="234" y="100"/>
                    </a:lnTo>
                    <a:lnTo>
                      <a:pt x="234" y="100"/>
                    </a:lnTo>
                    <a:lnTo>
                      <a:pt x="236" y="100"/>
                    </a:lnTo>
                    <a:lnTo>
                      <a:pt x="236" y="100"/>
                    </a:lnTo>
                    <a:lnTo>
                      <a:pt x="239" y="100"/>
                    </a:lnTo>
                    <a:lnTo>
                      <a:pt x="239" y="100"/>
                    </a:lnTo>
                    <a:lnTo>
                      <a:pt x="239" y="100"/>
                    </a:lnTo>
                    <a:lnTo>
                      <a:pt x="241" y="100"/>
                    </a:lnTo>
                    <a:lnTo>
                      <a:pt x="241" y="100"/>
                    </a:lnTo>
                    <a:lnTo>
                      <a:pt x="241" y="100"/>
                    </a:lnTo>
                    <a:lnTo>
                      <a:pt x="241" y="102"/>
                    </a:lnTo>
                    <a:lnTo>
                      <a:pt x="241" y="102"/>
                    </a:lnTo>
                    <a:lnTo>
                      <a:pt x="241" y="102"/>
                    </a:lnTo>
                    <a:lnTo>
                      <a:pt x="241" y="105"/>
                    </a:lnTo>
                    <a:lnTo>
                      <a:pt x="239" y="105"/>
                    </a:lnTo>
                    <a:lnTo>
                      <a:pt x="239" y="105"/>
                    </a:lnTo>
                    <a:lnTo>
                      <a:pt x="241" y="105"/>
                    </a:lnTo>
                    <a:lnTo>
                      <a:pt x="241" y="107"/>
                    </a:lnTo>
                    <a:lnTo>
                      <a:pt x="241" y="107"/>
                    </a:lnTo>
                    <a:lnTo>
                      <a:pt x="241" y="107"/>
                    </a:lnTo>
                    <a:lnTo>
                      <a:pt x="241" y="107"/>
                    </a:lnTo>
                    <a:lnTo>
                      <a:pt x="241" y="107"/>
                    </a:lnTo>
                    <a:lnTo>
                      <a:pt x="241" y="109"/>
                    </a:lnTo>
                    <a:lnTo>
                      <a:pt x="241" y="109"/>
                    </a:lnTo>
                    <a:lnTo>
                      <a:pt x="244" y="109"/>
                    </a:lnTo>
                    <a:lnTo>
                      <a:pt x="244" y="112"/>
                    </a:lnTo>
                    <a:lnTo>
                      <a:pt x="244" y="112"/>
                    </a:lnTo>
                    <a:lnTo>
                      <a:pt x="244" y="112"/>
                    </a:lnTo>
                    <a:lnTo>
                      <a:pt x="244" y="114"/>
                    </a:lnTo>
                    <a:lnTo>
                      <a:pt x="244" y="114"/>
                    </a:lnTo>
                    <a:lnTo>
                      <a:pt x="244" y="116"/>
                    </a:lnTo>
                    <a:lnTo>
                      <a:pt x="244" y="116"/>
                    </a:lnTo>
                    <a:lnTo>
                      <a:pt x="241" y="116"/>
                    </a:lnTo>
                    <a:lnTo>
                      <a:pt x="241" y="116"/>
                    </a:lnTo>
                    <a:lnTo>
                      <a:pt x="241" y="116"/>
                    </a:lnTo>
                    <a:lnTo>
                      <a:pt x="241" y="116"/>
                    </a:lnTo>
                    <a:lnTo>
                      <a:pt x="239" y="116"/>
                    </a:lnTo>
                    <a:lnTo>
                      <a:pt x="239" y="116"/>
                    </a:lnTo>
                    <a:lnTo>
                      <a:pt x="239" y="116"/>
                    </a:lnTo>
                    <a:lnTo>
                      <a:pt x="239" y="116"/>
                    </a:lnTo>
                    <a:lnTo>
                      <a:pt x="236" y="116"/>
                    </a:lnTo>
                    <a:lnTo>
                      <a:pt x="236" y="116"/>
                    </a:lnTo>
                    <a:lnTo>
                      <a:pt x="234" y="116"/>
                    </a:lnTo>
                    <a:lnTo>
                      <a:pt x="234" y="119"/>
                    </a:lnTo>
                    <a:lnTo>
                      <a:pt x="234" y="119"/>
                    </a:lnTo>
                    <a:lnTo>
                      <a:pt x="234" y="121"/>
                    </a:lnTo>
                    <a:lnTo>
                      <a:pt x="234" y="121"/>
                    </a:lnTo>
                    <a:lnTo>
                      <a:pt x="234" y="121"/>
                    </a:lnTo>
                    <a:lnTo>
                      <a:pt x="232" y="121"/>
                    </a:lnTo>
                    <a:lnTo>
                      <a:pt x="232" y="121"/>
                    </a:lnTo>
                    <a:lnTo>
                      <a:pt x="232" y="121"/>
                    </a:lnTo>
                    <a:lnTo>
                      <a:pt x="232" y="121"/>
                    </a:lnTo>
                    <a:lnTo>
                      <a:pt x="232" y="121"/>
                    </a:lnTo>
                    <a:lnTo>
                      <a:pt x="229" y="121"/>
                    </a:lnTo>
                    <a:lnTo>
                      <a:pt x="229" y="119"/>
                    </a:lnTo>
                    <a:lnTo>
                      <a:pt x="229" y="119"/>
                    </a:lnTo>
                    <a:lnTo>
                      <a:pt x="229" y="119"/>
                    </a:lnTo>
                    <a:lnTo>
                      <a:pt x="227" y="119"/>
                    </a:lnTo>
                    <a:lnTo>
                      <a:pt x="227" y="116"/>
                    </a:lnTo>
                    <a:lnTo>
                      <a:pt x="227" y="116"/>
                    </a:lnTo>
                    <a:lnTo>
                      <a:pt x="227" y="116"/>
                    </a:lnTo>
                    <a:lnTo>
                      <a:pt x="227" y="116"/>
                    </a:lnTo>
                    <a:lnTo>
                      <a:pt x="227" y="116"/>
                    </a:lnTo>
                    <a:lnTo>
                      <a:pt x="227" y="114"/>
                    </a:lnTo>
                    <a:lnTo>
                      <a:pt x="227" y="114"/>
                    </a:lnTo>
                    <a:lnTo>
                      <a:pt x="227" y="114"/>
                    </a:lnTo>
                    <a:lnTo>
                      <a:pt x="227" y="112"/>
                    </a:lnTo>
                    <a:lnTo>
                      <a:pt x="227" y="112"/>
                    </a:lnTo>
                    <a:lnTo>
                      <a:pt x="227" y="114"/>
                    </a:lnTo>
                    <a:lnTo>
                      <a:pt x="225" y="114"/>
                    </a:lnTo>
                    <a:lnTo>
                      <a:pt x="225" y="114"/>
                    </a:lnTo>
                    <a:lnTo>
                      <a:pt x="225" y="114"/>
                    </a:lnTo>
                    <a:lnTo>
                      <a:pt x="225" y="114"/>
                    </a:lnTo>
                    <a:lnTo>
                      <a:pt x="222" y="114"/>
                    </a:lnTo>
                    <a:lnTo>
                      <a:pt x="222" y="116"/>
                    </a:lnTo>
                    <a:lnTo>
                      <a:pt x="222" y="116"/>
                    </a:lnTo>
                    <a:lnTo>
                      <a:pt x="220" y="116"/>
                    </a:lnTo>
                    <a:lnTo>
                      <a:pt x="220" y="116"/>
                    </a:lnTo>
                    <a:lnTo>
                      <a:pt x="220" y="116"/>
                    </a:lnTo>
                    <a:lnTo>
                      <a:pt x="220" y="116"/>
                    </a:lnTo>
                    <a:lnTo>
                      <a:pt x="220" y="116"/>
                    </a:lnTo>
                    <a:lnTo>
                      <a:pt x="220" y="119"/>
                    </a:lnTo>
                    <a:lnTo>
                      <a:pt x="220" y="119"/>
                    </a:lnTo>
                    <a:lnTo>
                      <a:pt x="220" y="121"/>
                    </a:lnTo>
                    <a:lnTo>
                      <a:pt x="220" y="121"/>
                    </a:lnTo>
                    <a:lnTo>
                      <a:pt x="222" y="121"/>
                    </a:lnTo>
                    <a:lnTo>
                      <a:pt x="222" y="124"/>
                    </a:lnTo>
                    <a:lnTo>
                      <a:pt x="222" y="124"/>
                    </a:lnTo>
                    <a:lnTo>
                      <a:pt x="222" y="126"/>
                    </a:lnTo>
                    <a:lnTo>
                      <a:pt x="222" y="126"/>
                    </a:lnTo>
                    <a:lnTo>
                      <a:pt x="225" y="126"/>
                    </a:lnTo>
                    <a:lnTo>
                      <a:pt x="225" y="126"/>
                    </a:lnTo>
                    <a:lnTo>
                      <a:pt x="225" y="126"/>
                    </a:lnTo>
                    <a:lnTo>
                      <a:pt x="225" y="126"/>
                    </a:lnTo>
                    <a:lnTo>
                      <a:pt x="225" y="126"/>
                    </a:lnTo>
                    <a:lnTo>
                      <a:pt x="225" y="128"/>
                    </a:lnTo>
                    <a:lnTo>
                      <a:pt x="227" y="128"/>
                    </a:lnTo>
                    <a:lnTo>
                      <a:pt x="227" y="128"/>
                    </a:lnTo>
                    <a:lnTo>
                      <a:pt x="227" y="131"/>
                    </a:lnTo>
                    <a:lnTo>
                      <a:pt x="227" y="131"/>
                    </a:lnTo>
                    <a:lnTo>
                      <a:pt x="227" y="131"/>
                    </a:lnTo>
                    <a:lnTo>
                      <a:pt x="227" y="133"/>
                    </a:lnTo>
                    <a:lnTo>
                      <a:pt x="227" y="133"/>
                    </a:lnTo>
                    <a:lnTo>
                      <a:pt x="227" y="135"/>
                    </a:lnTo>
                    <a:lnTo>
                      <a:pt x="227" y="135"/>
                    </a:lnTo>
                    <a:lnTo>
                      <a:pt x="227" y="135"/>
                    </a:lnTo>
                    <a:lnTo>
                      <a:pt x="227" y="135"/>
                    </a:lnTo>
                    <a:lnTo>
                      <a:pt x="227" y="138"/>
                    </a:lnTo>
                    <a:lnTo>
                      <a:pt x="227" y="138"/>
                    </a:lnTo>
                    <a:lnTo>
                      <a:pt x="227" y="138"/>
                    </a:lnTo>
                    <a:lnTo>
                      <a:pt x="227" y="138"/>
                    </a:lnTo>
                    <a:lnTo>
                      <a:pt x="227" y="140"/>
                    </a:lnTo>
                    <a:lnTo>
                      <a:pt x="229" y="140"/>
                    </a:lnTo>
                    <a:lnTo>
                      <a:pt x="229" y="140"/>
                    </a:lnTo>
                    <a:lnTo>
                      <a:pt x="227" y="140"/>
                    </a:lnTo>
                    <a:lnTo>
                      <a:pt x="227" y="143"/>
                    </a:lnTo>
                    <a:lnTo>
                      <a:pt x="227" y="143"/>
                    </a:lnTo>
                    <a:lnTo>
                      <a:pt x="227" y="143"/>
                    </a:lnTo>
                    <a:lnTo>
                      <a:pt x="227" y="143"/>
                    </a:lnTo>
                    <a:lnTo>
                      <a:pt x="227" y="143"/>
                    </a:lnTo>
                    <a:lnTo>
                      <a:pt x="227" y="145"/>
                    </a:lnTo>
                    <a:lnTo>
                      <a:pt x="227" y="145"/>
                    </a:lnTo>
                    <a:lnTo>
                      <a:pt x="227" y="145"/>
                    </a:lnTo>
                    <a:lnTo>
                      <a:pt x="227" y="145"/>
                    </a:lnTo>
                    <a:lnTo>
                      <a:pt x="227" y="145"/>
                    </a:lnTo>
                    <a:lnTo>
                      <a:pt x="227" y="147"/>
                    </a:lnTo>
                    <a:lnTo>
                      <a:pt x="227" y="147"/>
                    </a:lnTo>
                    <a:lnTo>
                      <a:pt x="227" y="147"/>
                    </a:lnTo>
                    <a:lnTo>
                      <a:pt x="229" y="147"/>
                    </a:lnTo>
                    <a:lnTo>
                      <a:pt x="229" y="147"/>
                    </a:lnTo>
                    <a:lnTo>
                      <a:pt x="232" y="147"/>
                    </a:lnTo>
                    <a:lnTo>
                      <a:pt x="232" y="147"/>
                    </a:lnTo>
                    <a:lnTo>
                      <a:pt x="232" y="147"/>
                    </a:lnTo>
                    <a:lnTo>
                      <a:pt x="232" y="147"/>
                    </a:lnTo>
                    <a:lnTo>
                      <a:pt x="232" y="145"/>
                    </a:lnTo>
                    <a:lnTo>
                      <a:pt x="232" y="145"/>
                    </a:lnTo>
                    <a:lnTo>
                      <a:pt x="234" y="145"/>
                    </a:lnTo>
                    <a:lnTo>
                      <a:pt x="234" y="145"/>
                    </a:lnTo>
                    <a:lnTo>
                      <a:pt x="234" y="145"/>
                    </a:lnTo>
                    <a:lnTo>
                      <a:pt x="234" y="145"/>
                    </a:lnTo>
                    <a:lnTo>
                      <a:pt x="234" y="145"/>
                    </a:lnTo>
                    <a:lnTo>
                      <a:pt x="236" y="145"/>
                    </a:lnTo>
                    <a:lnTo>
                      <a:pt x="236" y="145"/>
                    </a:lnTo>
                    <a:lnTo>
                      <a:pt x="236" y="147"/>
                    </a:lnTo>
                    <a:lnTo>
                      <a:pt x="236" y="147"/>
                    </a:lnTo>
                    <a:lnTo>
                      <a:pt x="236" y="147"/>
                    </a:lnTo>
                    <a:lnTo>
                      <a:pt x="239" y="147"/>
                    </a:lnTo>
                    <a:lnTo>
                      <a:pt x="239" y="150"/>
                    </a:lnTo>
                    <a:lnTo>
                      <a:pt x="239" y="150"/>
                    </a:lnTo>
                    <a:lnTo>
                      <a:pt x="239" y="150"/>
                    </a:lnTo>
                    <a:lnTo>
                      <a:pt x="239" y="152"/>
                    </a:lnTo>
                    <a:lnTo>
                      <a:pt x="239" y="152"/>
                    </a:lnTo>
                    <a:lnTo>
                      <a:pt x="239" y="152"/>
                    </a:lnTo>
                    <a:lnTo>
                      <a:pt x="241" y="152"/>
                    </a:lnTo>
                    <a:lnTo>
                      <a:pt x="241" y="152"/>
                    </a:lnTo>
                    <a:lnTo>
                      <a:pt x="241" y="154"/>
                    </a:lnTo>
                    <a:lnTo>
                      <a:pt x="241" y="154"/>
                    </a:lnTo>
                    <a:lnTo>
                      <a:pt x="241" y="154"/>
                    </a:lnTo>
                    <a:lnTo>
                      <a:pt x="244" y="154"/>
                    </a:lnTo>
                    <a:lnTo>
                      <a:pt x="244" y="154"/>
                    </a:lnTo>
                    <a:lnTo>
                      <a:pt x="244" y="157"/>
                    </a:lnTo>
                    <a:lnTo>
                      <a:pt x="244" y="157"/>
                    </a:lnTo>
                    <a:lnTo>
                      <a:pt x="246" y="157"/>
                    </a:lnTo>
                    <a:lnTo>
                      <a:pt x="246" y="157"/>
                    </a:lnTo>
                    <a:lnTo>
                      <a:pt x="246" y="157"/>
                    </a:lnTo>
                    <a:lnTo>
                      <a:pt x="246" y="157"/>
                    </a:lnTo>
                    <a:lnTo>
                      <a:pt x="248" y="157"/>
                    </a:lnTo>
                    <a:lnTo>
                      <a:pt x="248" y="157"/>
                    </a:lnTo>
                    <a:lnTo>
                      <a:pt x="248" y="157"/>
                    </a:lnTo>
                    <a:lnTo>
                      <a:pt x="248" y="157"/>
                    </a:lnTo>
                    <a:lnTo>
                      <a:pt x="248" y="157"/>
                    </a:lnTo>
                    <a:lnTo>
                      <a:pt x="251" y="157"/>
                    </a:lnTo>
                    <a:lnTo>
                      <a:pt x="251" y="157"/>
                    </a:lnTo>
                    <a:lnTo>
                      <a:pt x="251" y="157"/>
                    </a:lnTo>
                    <a:lnTo>
                      <a:pt x="251" y="157"/>
                    </a:lnTo>
                    <a:lnTo>
                      <a:pt x="253" y="157"/>
                    </a:lnTo>
                    <a:lnTo>
                      <a:pt x="253" y="159"/>
                    </a:lnTo>
                    <a:lnTo>
                      <a:pt x="253" y="159"/>
                    </a:lnTo>
                    <a:lnTo>
                      <a:pt x="253" y="159"/>
                    </a:lnTo>
                    <a:lnTo>
                      <a:pt x="253" y="159"/>
                    </a:lnTo>
                    <a:lnTo>
                      <a:pt x="255" y="159"/>
                    </a:lnTo>
                    <a:lnTo>
                      <a:pt x="255" y="161"/>
                    </a:lnTo>
                    <a:lnTo>
                      <a:pt x="255" y="161"/>
                    </a:lnTo>
                    <a:lnTo>
                      <a:pt x="255" y="161"/>
                    </a:lnTo>
                    <a:lnTo>
                      <a:pt x="258" y="161"/>
                    </a:lnTo>
                    <a:lnTo>
                      <a:pt x="258" y="161"/>
                    </a:lnTo>
                    <a:lnTo>
                      <a:pt x="258" y="161"/>
                    </a:lnTo>
                    <a:lnTo>
                      <a:pt x="260" y="161"/>
                    </a:lnTo>
                    <a:lnTo>
                      <a:pt x="260" y="164"/>
                    </a:lnTo>
                    <a:lnTo>
                      <a:pt x="258" y="164"/>
                    </a:lnTo>
                    <a:lnTo>
                      <a:pt x="258" y="164"/>
                    </a:lnTo>
                    <a:lnTo>
                      <a:pt x="258" y="166"/>
                    </a:lnTo>
                    <a:lnTo>
                      <a:pt x="258" y="166"/>
                    </a:lnTo>
                    <a:lnTo>
                      <a:pt x="260" y="166"/>
                    </a:lnTo>
                    <a:lnTo>
                      <a:pt x="260" y="166"/>
                    </a:lnTo>
                    <a:lnTo>
                      <a:pt x="260" y="166"/>
                    </a:lnTo>
                    <a:lnTo>
                      <a:pt x="260" y="166"/>
                    </a:lnTo>
                    <a:lnTo>
                      <a:pt x="262" y="166"/>
                    </a:lnTo>
                    <a:lnTo>
                      <a:pt x="262" y="166"/>
                    </a:lnTo>
                    <a:lnTo>
                      <a:pt x="262" y="169"/>
                    </a:lnTo>
                    <a:lnTo>
                      <a:pt x="265" y="169"/>
                    </a:lnTo>
                    <a:lnTo>
                      <a:pt x="265" y="169"/>
                    </a:lnTo>
                    <a:lnTo>
                      <a:pt x="265" y="169"/>
                    </a:lnTo>
                    <a:lnTo>
                      <a:pt x="265" y="169"/>
                    </a:lnTo>
                    <a:lnTo>
                      <a:pt x="267" y="169"/>
                    </a:lnTo>
                    <a:lnTo>
                      <a:pt x="267" y="169"/>
                    </a:lnTo>
                    <a:lnTo>
                      <a:pt x="267" y="169"/>
                    </a:lnTo>
                    <a:lnTo>
                      <a:pt x="267" y="171"/>
                    </a:lnTo>
                    <a:lnTo>
                      <a:pt x="270" y="171"/>
                    </a:lnTo>
                    <a:lnTo>
                      <a:pt x="270" y="171"/>
                    </a:lnTo>
                    <a:lnTo>
                      <a:pt x="270" y="171"/>
                    </a:lnTo>
                    <a:lnTo>
                      <a:pt x="272" y="171"/>
                    </a:lnTo>
                    <a:lnTo>
                      <a:pt x="272" y="173"/>
                    </a:lnTo>
                    <a:lnTo>
                      <a:pt x="272" y="173"/>
                    </a:lnTo>
                    <a:lnTo>
                      <a:pt x="272" y="173"/>
                    </a:lnTo>
                    <a:lnTo>
                      <a:pt x="272" y="173"/>
                    </a:lnTo>
                    <a:lnTo>
                      <a:pt x="274" y="173"/>
                    </a:lnTo>
                    <a:lnTo>
                      <a:pt x="274" y="173"/>
                    </a:lnTo>
                    <a:lnTo>
                      <a:pt x="274" y="176"/>
                    </a:lnTo>
                    <a:lnTo>
                      <a:pt x="274" y="176"/>
                    </a:lnTo>
                    <a:lnTo>
                      <a:pt x="277" y="176"/>
                    </a:lnTo>
                    <a:lnTo>
                      <a:pt x="277" y="176"/>
                    </a:lnTo>
                    <a:lnTo>
                      <a:pt x="274" y="176"/>
                    </a:lnTo>
                    <a:lnTo>
                      <a:pt x="274" y="176"/>
                    </a:lnTo>
                    <a:lnTo>
                      <a:pt x="274" y="176"/>
                    </a:lnTo>
                    <a:lnTo>
                      <a:pt x="274" y="176"/>
                    </a:lnTo>
                    <a:lnTo>
                      <a:pt x="274" y="176"/>
                    </a:lnTo>
                    <a:lnTo>
                      <a:pt x="272" y="176"/>
                    </a:lnTo>
                    <a:lnTo>
                      <a:pt x="272" y="176"/>
                    </a:lnTo>
                    <a:lnTo>
                      <a:pt x="272" y="178"/>
                    </a:lnTo>
                    <a:lnTo>
                      <a:pt x="272" y="178"/>
                    </a:lnTo>
                    <a:lnTo>
                      <a:pt x="272" y="178"/>
                    </a:lnTo>
                    <a:lnTo>
                      <a:pt x="272" y="178"/>
                    </a:lnTo>
                    <a:lnTo>
                      <a:pt x="272" y="180"/>
                    </a:lnTo>
                    <a:lnTo>
                      <a:pt x="270" y="180"/>
                    </a:lnTo>
                    <a:lnTo>
                      <a:pt x="270" y="180"/>
                    </a:lnTo>
                    <a:lnTo>
                      <a:pt x="270" y="180"/>
                    </a:lnTo>
                    <a:lnTo>
                      <a:pt x="270" y="183"/>
                    </a:lnTo>
                    <a:lnTo>
                      <a:pt x="267" y="183"/>
                    </a:lnTo>
                    <a:lnTo>
                      <a:pt x="267" y="183"/>
                    </a:lnTo>
                    <a:lnTo>
                      <a:pt x="267" y="183"/>
                    </a:lnTo>
                    <a:lnTo>
                      <a:pt x="267" y="183"/>
                    </a:lnTo>
                    <a:lnTo>
                      <a:pt x="267" y="185"/>
                    </a:lnTo>
                    <a:lnTo>
                      <a:pt x="265" y="185"/>
                    </a:lnTo>
                    <a:lnTo>
                      <a:pt x="265" y="185"/>
                    </a:lnTo>
                    <a:lnTo>
                      <a:pt x="265" y="185"/>
                    </a:lnTo>
                    <a:lnTo>
                      <a:pt x="265" y="185"/>
                    </a:lnTo>
                    <a:lnTo>
                      <a:pt x="265" y="185"/>
                    </a:lnTo>
                    <a:lnTo>
                      <a:pt x="262" y="185"/>
                    </a:lnTo>
                    <a:lnTo>
                      <a:pt x="262" y="188"/>
                    </a:lnTo>
                    <a:lnTo>
                      <a:pt x="262" y="188"/>
                    </a:lnTo>
                    <a:lnTo>
                      <a:pt x="262" y="188"/>
                    </a:lnTo>
                    <a:lnTo>
                      <a:pt x="262" y="190"/>
                    </a:lnTo>
                    <a:lnTo>
                      <a:pt x="262" y="190"/>
                    </a:lnTo>
                    <a:lnTo>
                      <a:pt x="262" y="190"/>
                    </a:lnTo>
                    <a:lnTo>
                      <a:pt x="262" y="192"/>
                    </a:lnTo>
                    <a:lnTo>
                      <a:pt x="262" y="192"/>
                    </a:lnTo>
                    <a:lnTo>
                      <a:pt x="262" y="192"/>
                    </a:lnTo>
                    <a:lnTo>
                      <a:pt x="260" y="192"/>
                    </a:lnTo>
                    <a:lnTo>
                      <a:pt x="260" y="195"/>
                    </a:lnTo>
                    <a:lnTo>
                      <a:pt x="260" y="195"/>
                    </a:lnTo>
                    <a:lnTo>
                      <a:pt x="260" y="195"/>
                    </a:lnTo>
                    <a:lnTo>
                      <a:pt x="260" y="195"/>
                    </a:lnTo>
                    <a:lnTo>
                      <a:pt x="260" y="195"/>
                    </a:lnTo>
                    <a:lnTo>
                      <a:pt x="260" y="197"/>
                    </a:lnTo>
                    <a:lnTo>
                      <a:pt x="260" y="197"/>
                    </a:lnTo>
                    <a:lnTo>
                      <a:pt x="260" y="197"/>
                    </a:lnTo>
                    <a:lnTo>
                      <a:pt x="260" y="197"/>
                    </a:lnTo>
                    <a:lnTo>
                      <a:pt x="260" y="199"/>
                    </a:lnTo>
                    <a:lnTo>
                      <a:pt x="260" y="199"/>
                    </a:lnTo>
                    <a:lnTo>
                      <a:pt x="260" y="199"/>
                    </a:lnTo>
                    <a:lnTo>
                      <a:pt x="260" y="202"/>
                    </a:lnTo>
                    <a:lnTo>
                      <a:pt x="260" y="202"/>
                    </a:lnTo>
                    <a:lnTo>
                      <a:pt x="260" y="202"/>
                    </a:lnTo>
                    <a:lnTo>
                      <a:pt x="260" y="204"/>
                    </a:lnTo>
                    <a:lnTo>
                      <a:pt x="258" y="204"/>
                    </a:lnTo>
                    <a:lnTo>
                      <a:pt x="258" y="204"/>
                    </a:lnTo>
                    <a:lnTo>
                      <a:pt x="258" y="204"/>
                    </a:lnTo>
                    <a:lnTo>
                      <a:pt x="255" y="204"/>
                    </a:lnTo>
                    <a:lnTo>
                      <a:pt x="255" y="204"/>
                    </a:lnTo>
                    <a:lnTo>
                      <a:pt x="255" y="207"/>
                    </a:lnTo>
                    <a:lnTo>
                      <a:pt x="255" y="207"/>
                    </a:lnTo>
                    <a:lnTo>
                      <a:pt x="255" y="207"/>
                    </a:lnTo>
                    <a:lnTo>
                      <a:pt x="255" y="209"/>
                    </a:lnTo>
                    <a:lnTo>
                      <a:pt x="255" y="209"/>
                    </a:lnTo>
                    <a:lnTo>
                      <a:pt x="255" y="209"/>
                    </a:lnTo>
                    <a:lnTo>
                      <a:pt x="255" y="211"/>
                    </a:lnTo>
                    <a:lnTo>
                      <a:pt x="255" y="211"/>
                    </a:lnTo>
                    <a:lnTo>
                      <a:pt x="255" y="211"/>
                    </a:lnTo>
                    <a:lnTo>
                      <a:pt x="255" y="211"/>
                    </a:lnTo>
                    <a:lnTo>
                      <a:pt x="258" y="211"/>
                    </a:lnTo>
                    <a:lnTo>
                      <a:pt x="258" y="214"/>
                    </a:lnTo>
                    <a:lnTo>
                      <a:pt x="258" y="214"/>
                    </a:lnTo>
                    <a:lnTo>
                      <a:pt x="260" y="214"/>
                    </a:lnTo>
                    <a:lnTo>
                      <a:pt x="260" y="214"/>
                    </a:lnTo>
                    <a:lnTo>
                      <a:pt x="260" y="214"/>
                    </a:lnTo>
                    <a:lnTo>
                      <a:pt x="260" y="216"/>
                    </a:lnTo>
                    <a:lnTo>
                      <a:pt x="260" y="216"/>
                    </a:lnTo>
                    <a:lnTo>
                      <a:pt x="260" y="216"/>
                    </a:lnTo>
                    <a:lnTo>
                      <a:pt x="262" y="216"/>
                    </a:lnTo>
                    <a:lnTo>
                      <a:pt x="262" y="216"/>
                    </a:lnTo>
                    <a:lnTo>
                      <a:pt x="265" y="216"/>
                    </a:lnTo>
                    <a:lnTo>
                      <a:pt x="265" y="216"/>
                    </a:lnTo>
                    <a:lnTo>
                      <a:pt x="265" y="216"/>
                    </a:lnTo>
                    <a:lnTo>
                      <a:pt x="265" y="216"/>
                    </a:lnTo>
                    <a:lnTo>
                      <a:pt x="265" y="216"/>
                    </a:lnTo>
                    <a:lnTo>
                      <a:pt x="265" y="216"/>
                    </a:lnTo>
                    <a:lnTo>
                      <a:pt x="267" y="216"/>
                    </a:lnTo>
                    <a:lnTo>
                      <a:pt x="267" y="216"/>
                    </a:lnTo>
                    <a:lnTo>
                      <a:pt x="267" y="216"/>
                    </a:lnTo>
                    <a:lnTo>
                      <a:pt x="267" y="216"/>
                    </a:lnTo>
                    <a:lnTo>
                      <a:pt x="267" y="216"/>
                    </a:lnTo>
                    <a:lnTo>
                      <a:pt x="270" y="216"/>
                    </a:lnTo>
                    <a:lnTo>
                      <a:pt x="270" y="218"/>
                    </a:lnTo>
                    <a:lnTo>
                      <a:pt x="270" y="218"/>
                    </a:lnTo>
                    <a:lnTo>
                      <a:pt x="272" y="218"/>
                    </a:lnTo>
                    <a:lnTo>
                      <a:pt x="272" y="218"/>
                    </a:lnTo>
                    <a:lnTo>
                      <a:pt x="272" y="218"/>
                    </a:lnTo>
                    <a:lnTo>
                      <a:pt x="272" y="218"/>
                    </a:lnTo>
                    <a:lnTo>
                      <a:pt x="274" y="218"/>
                    </a:lnTo>
                    <a:lnTo>
                      <a:pt x="274" y="221"/>
                    </a:lnTo>
                    <a:lnTo>
                      <a:pt x="274" y="221"/>
                    </a:lnTo>
                    <a:lnTo>
                      <a:pt x="274" y="221"/>
                    </a:lnTo>
                    <a:lnTo>
                      <a:pt x="274" y="221"/>
                    </a:lnTo>
                    <a:lnTo>
                      <a:pt x="277" y="221"/>
                    </a:lnTo>
                    <a:lnTo>
                      <a:pt x="277" y="223"/>
                    </a:lnTo>
                    <a:lnTo>
                      <a:pt x="277" y="223"/>
                    </a:lnTo>
                    <a:lnTo>
                      <a:pt x="279" y="223"/>
                    </a:lnTo>
                    <a:lnTo>
                      <a:pt x="279" y="223"/>
                    </a:lnTo>
                    <a:lnTo>
                      <a:pt x="279" y="223"/>
                    </a:lnTo>
                    <a:lnTo>
                      <a:pt x="279" y="223"/>
                    </a:lnTo>
                    <a:lnTo>
                      <a:pt x="281" y="223"/>
                    </a:lnTo>
                    <a:lnTo>
                      <a:pt x="281" y="225"/>
                    </a:lnTo>
                    <a:lnTo>
                      <a:pt x="281" y="225"/>
                    </a:lnTo>
                    <a:lnTo>
                      <a:pt x="281" y="225"/>
                    </a:lnTo>
                    <a:lnTo>
                      <a:pt x="281" y="225"/>
                    </a:lnTo>
                    <a:lnTo>
                      <a:pt x="281" y="225"/>
                    </a:lnTo>
                    <a:lnTo>
                      <a:pt x="281" y="228"/>
                    </a:lnTo>
                    <a:lnTo>
                      <a:pt x="281" y="228"/>
                    </a:lnTo>
                    <a:lnTo>
                      <a:pt x="284" y="228"/>
                    </a:lnTo>
                    <a:lnTo>
                      <a:pt x="284" y="228"/>
                    </a:lnTo>
                    <a:lnTo>
                      <a:pt x="284" y="228"/>
                    </a:lnTo>
                    <a:lnTo>
                      <a:pt x="286" y="228"/>
                    </a:lnTo>
                    <a:lnTo>
                      <a:pt x="286" y="228"/>
                    </a:lnTo>
                    <a:lnTo>
                      <a:pt x="286" y="228"/>
                    </a:lnTo>
                    <a:lnTo>
                      <a:pt x="286" y="230"/>
                    </a:lnTo>
                    <a:lnTo>
                      <a:pt x="286" y="230"/>
                    </a:lnTo>
                    <a:lnTo>
                      <a:pt x="286" y="230"/>
                    </a:lnTo>
                    <a:lnTo>
                      <a:pt x="288" y="230"/>
                    </a:lnTo>
                    <a:lnTo>
                      <a:pt x="288" y="233"/>
                    </a:lnTo>
                    <a:lnTo>
                      <a:pt x="288" y="233"/>
                    </a:lnTo>
                    <a:lnTo>
                      <a:pt x="288" y="233"/>
                    </a:lnTo>
                    <a:lnTo>
                      <a:pt x="291" y="233"/>
                    </a:lnTo>
                    <a:lnTo>
                      <a:pt x="291" y="233"/>
                    </a:lnTo>
                    <a:lnTo>
                      <a:pt x="291" y="233"/>
                    </a:lnTo>
                    <a:lnTo>
                      <a:pt x="291" y="235"/>
                    </a:lnTo>
                    <a:lnTo>
                      <a:pt x="293" y="235"/>
                    </a:lnTo>
                    <a:lnTo>
                      <a:pt x="293" y="235"/>
                    </a:lnTo>
                    <a:lnTo>
                      <a:pt x="293" y="235"/>
                    </a:lnTo>
                    <a:lnTo>
                      <a:pt x="293" y="235"/>
                    </a:lnTo>
                    <a:lnTo>
                      <a:pt x="293" y="235"/>
                    </a:lnTo>
                    <a:lnTo>
                      <a:pt x="296" y="235"/>
                    </a:lnTo>
                    <a:lnTo>
                      <a:pt x="296" y="235"/>
                    </a:lnTo>
                    <a:lnTo>
                      <a:pt x="296" y="235"/>
                    </a:lnTo>
                    <a:lnTo>
                      <a:pt x="296" y="235"/>
                    </a:lnTo>
                    <a:lnTo>
                      <a:pt x="298" y="235"/>
                    </a:lnTo>
                    <a:lnTo>
                      <a:pt x="298" y="235"/>
                    </a:lnTo>
                    <a:lnTo>
                      <a:pt x="298" y="235"/>
                    </a:lnTo>
                    <a:lnTo>
                      <a:pt x="298" y="235"/>
                    </a:lnTo>
                    <a:lnTo>
                      <a:pt x="300" y="235"/>
                    </a:lnTo>
                    <a:lnTo>
                      <a:pt x="300" y="235"/>
                    </a:lnTo>
                    <a:lnTo>
                      <a:pt x="300" y="235"/>
                    </a:lnTo>
                    <a:lnTo>
                      <a:pt x="300" y="235"/>
                    </a:lnTo>
                    <a:lnTo>
                      <a:pt x="303" y="235"/>
                    </a:lnTo>
                    <a:lnTo>
                      <a:pt x="303" y="237"/>
                    </a:lnTo>
                    <a:lnTo>
                      <a:pt x="303" y="237"/>
                    </a:lnTo>
                    <a:lnTo>
                      <a:pt x="305" y="237"/>
                    </a:lnTo>
                    <a:lnTo>
                      <a:pt x="305" y="237"/>
                    </a:lnTo>
                    <a:lnTo>
                      <a:pt x="305" y="237"/>
                    </a:lnTo>
                    <a:lnTo>
                      <a:pt x="305" y="237"/>
                    </a:lnTo>
                    <a:lnTo>
                      <a:pt x="305" y="240"/>
                    </a:lnTo>
                    <a:lnTo>
                      <a:pt x="307" y="240"/>
                    </a:lnTo>
                    <a:lnTo>
                      <a:pt x="307" y="240"/>
                    </a:lnTo>
                    <a:lnTo>
                      <a:pt x="307" y="240"/>
                    </a:lnTo>
                    <a:lnTo>
                      <a:pt x="307" y="240"/>
                    </a:lnTo>
                    <a:lnTo>
                      <a:pt x="310" y="240"/>
                    </a:lnTo>
                    <a:lnTo>
                      <a:pt x="310" y="240"/>
                    </a:lnTo>
                    <a:lnTo>
                      <a:pt x="310" y="240"/>
                    </a:lnTo>
                    <a:lnTo>
                      <a:pt x="312" y="240"/>
                    </a:lnTo>
                    <a:lnTo>
                      <a:pt x="312" y="240"/>
                    </a:lnTo>
                    <a:lnTo>
                      <a:pt x="312" y="240"/>
                    </a:lnTo>
                    <a:lnTo>
                      <a:pt x="312" y="240"/>
                    </a:lnTo>
                    <a:lnTo>
                      <a:pt x="312" y="242"/>
                    </a:lnTo>
                    <a:lnTo>
                      <a:pt x="312" y="242"/>
                    </a:lnTo>
                    <a:lnTo>
                      <a:pt x="315" y="242"/>
                    </a:lnTo>
                    <a:lnTo>
                      <a:pt x="315" y="244"/>
                    </a:lnTo>
                    <a:lnTo>
                      <a:pt x="315" y="244"/>
                    </a:lnTo>
                    <a:lnTo>
                      <a:pt x="315" y="244"/>
                    </a:lnTo>
                    <a:lnTo>
                      <a:pt x="315" y="244"/>
                    </a:lnTo>
                    <a:lnTo>
                      <a:pt x="317" y="244"/>
                    </a:lnTo>
                    <a:lnTo>
                      <a:pt x="317" y="244"/>
                    </a:lnTo>
                    <a:lnTo>
                      <a:pt x="319" y="244"/>
                    </a:lnTo>
                    <a:lnTo>
                      <a:pt x="319" y="244"/>
                    </a:lnTo>
                    <a:lnTo>
                      <a:pt x="319" y="244"/>
                    </a:lnTo>
                    <a:lnTo>
                      <a:pt x="319" y="244"/>
                    </a:lnTo>
                    <a:lnTo>
                      <a:pt x="322" y="244"/>
                    </a:lnTo>
                    <a:lnTo>
                      <a:pt x="322" y="244"/>
                    </a:lnTo>
                    <a:lnTo>
                      <a:pt x="322" y="244"/>
                    </a:lnTo>
                    <a:lnTo>
                      <a:pt x="324" y="244"/>
                    </a:lnTo>
                    <a:lnTo>
                      <a:pt x="324" y="247"/>
                    </a:lnTo>
                    <a:lnTo>
                      <a:pt x="324" y="247"/>
                    </a:lnTo>
                    <a:lnTo>
                      <a:pt x="324" y="247"/>
                    </a:lnTo>
                    <a:lnTo>
                      <a:pt x="326" y="247"/>
                    </a:lnTo>
                    <a:lnTo>
                      <a:pt x="326" y="247"/>
                    </a:lnTo>
                    <a:lnTo>
                      <a:pt x="326" y="247"/>
                    </a:lnTo>
                    <a:lnTo>
                      <a:pt x="326" y="247"/>
                    </a:lnTo>
                    <a:lnTo>
                      <a:pt x="326" y="244"/>
                    </a:lnTo>
                    <a:lnTo>
                      <a:pt x="326" y="244"/>
                    </a:lnTo>
                    <a:lnTo>
                      <a:pt x="329" y="244"/>
                    </a:lnTo>
                    <a:lnTo>
                      <a:pt x="329" y="244"/>
                    </a:lnTo>
                    <a:lnTo>
                      <a:pt x="331" y="244"/>
                    </a:lnTo>
                    <a:lnTo>
                      <a:pt x="331" y="244"/>
                    </a:lnTo>
                    <a:lnTo>
                      <a:pt x="331" y="244"/>
                    </a:lnTo>
                    <a:lnTo>
                      <a:pt x="333" y="244"/>
                    </a:lnTo>
                    <a:lnTo>
                      <a:pt x="333" y="244"/>
                    </a:lnTo>
                    <a:lnTo>
                      <a:pt x="333" y="244"/>
                    </a:lnTo>
                    <a:lnTo>
                      <a:pt x="333" y="244"/>
                    </a:lnTo>
                    <a:lnTo>
                      <a:pt x="333" y="247"/>
                    </a:lnTo>
                    <a:lnTo>
                      <a:pt x="336" y="247"/>
                    </a:lnTo>
                    <a:lnTo>
                      <a:pt x="336" y="247"/>
                    </a:lnTo>
                    <a:lnTo>
                      <a:pt x="336" y="244"/>
                    </a:lnTo>
                    <a:lnTo>
                      <a:pt x="338" y="244"/>
                    </a:lnTo>
                    <a:lnTo>
                      <a:pt x="338" y="244"/>
                    </a:lnTo>
                    <a:lnTo>
                      <a:pt x="338" y="244"/>
                    </a:lnTo>
                    <a:lnTo>
                      <a:pt x="341" y="244"/>
                    </a:lnTo>
                    <a:lnTo>
                      <a:pt x="341" y="244"/>
                    </a:lnTo>
                    <a:lnTo>
                      <a:pt x="341" y="244"/>
                    </a:lnTo>
                    <a:lnTo>
                      <a:pt x="341" y="244"/>
                    </a:lnTo>
                    <a:lnTo>
                      <a:pt x="343" y="244"/>
                    </a:lnTo>
                    <a:lnTo>
                      <a:pt x="343" y="244"/>
                    </a:lnTo>
                    <a:lnTo>
                      <a:pt x="343" y="244"/>
                    </a:lnTo>
                    <a:lnTo>
                      <a:pt x="345" y="244"/>
                    </a:lnTo>
                    <a:lnTo>
                      <a:pt x="345" y="244"/>
                    </a:lnTo>
                    <a:lnTo>
                      <a:pt x="345" y="247"/>
                    </a:lnTo>
                    <a:lnTo>
                      <a:pt x="345" y="247"/>
                    </a:lnTo>
                    <a:lnTo>
                      <a:pt x="345" y="247"/>
                    </a:lnTo>
                    <a:lnTo>
                      <a:pt x="348" y="247"/>
                    </a:lnTo>
                    <a:lnTo>
                      <a:pt x="348" y="247"/>
                    </a:lnTo>
                    <a:lnTo>
                      <a:pt x="348" y="247"/>
                    </a:lnTo>
                    <a:lnTo>
                      <a:pt x="350" y="247"/>
                    </a:lnTo>
                    <a:lnTo>
                      <a:pt x="350" y="247"/>
                    </a:lnTo>
                    <a:lnTo>
                      <a:pt x="350" y="249"/>
                    </a:lnTo>
                    <a:lnTo>
                      <a:pt x="352" y="249"/>
                    </a:lnTo>
                    <a:lnTo>
                      <a:pt x="352" y="249"/>
                    </a:lnTo>
                    <a:lnTo>
                      <a:pt x="352" y="249"/>
                    </a:lnTo>
                    <a:lnTo>
                      <a:pt x="352" y="249"/>
                    </a:lnTo>
                    <a:lnTo>
                      <a:pt x="355" y="249"/>
                    </a:lnTo>
                    <a:lnTo>
                      <a:pt x="355" y="252"/>
                    </a:lnTo>
                    <a:lnTo>
                      <a:pt x="355" y="252"/>
                    </a:lnTo>
                    <a:lnTo>
                      <a:pt x="355" y="254"/>
                    </a:lnTo>
                    <a:lnTo>
                      <a:pt x="355" y="254"/>
                    </a:lnTo>
                    <a:lnTo>
                      <a:pt x="355" y="254"/>
                    </a:lnTo>
                    <a:lnTo>
                      <a:pt x="355" y="256"/>
                    </a:lnTo>
                    <a:lnTo>
                      <a:pt x="355" y="256"/>
                    </a:lnTo>
                    <a:lnTo>
                      <a:pt x="355" y="256"/>
                    </a:lnTo>
                    <a:lnTo>
                      <a:pt x="355" y="256"/>
                    </a:lnTo>
                    <a:lnTo>
                      <a:pt x="357" y="256"/>
                    </a:lnTo>
                    <a:lnTo>
                      <a:pt x="357" y="256"/>
                    </a:lnTo>
                    <a:lnTo>
                      <a:pt x="359" y="256"/>
                    </a:lnTo>
                    <a:lnTo>
                      <a:pt x="359" y="259"/>
                    </a:lnTo>
                    <a:lnTo>
                      <a:pt x="359" y="259"/>
                    </a:lnTo>
                    <a:lnTo>
                      <a:pt x="359" y="259"/>
                    </a:lnTo>
                    <a:lnTo>
                      <a:pt x="359" y="259"/>
                    </a:lnTo>
                    <a:lnTo>
                      <a:pt x="362" y="259"/>
                    </a:lnTo>
                    <a:lnTo>
                      <a:pt x="362" y="259"/>
                    </a:lnTo>
                    <a:lnTo>
                      <a:pt x="362" y="261"/>
                    </a:lnTo>
                    <a:lnTo>
                      <a:pt x="362" y="261"/>
                    </a:lnTo>
                    <a:lnTo>
                      <a:pt x="364" y="261"/>
                    </a:lnTo>
                    <a:lnTo>
                      <a:pt x="364" y="261"/>
                    </a:lnTo>
                    <a:lnTo>
                      <a:pt x="367" y="261"/>
                    </a:lnTo>
                    <a:lnTo>
                      <a:pt x="367" y="261"/>
                    </a:lnTo>
                    <a:lnTo>
                      <a:pt x="364" y="261"/>
                    </a:lnTo>
                    <a:lnTo>
                      <a:pt x="364" y="263"/>
                    </a:lnTo>
                    <a:lnTo>
                      <a:pt x="367" y="263"/>
                    </a:lnTo>
                    <a:lnTo>
                      <a:pt x="367" y="263"/>
                    </a:lnTo>
                    <a:lnTo>
                      <a:pt x="367" y="263"/>
                    </a:lnTo>
                    <a:lnTo>
                      <a:pt x="367" y="263"/>
                    </a:lnTo>
                    <a:lnTo>
                      <a:pt x="369" y="263"/>
                    </a:lnTo>
                    <a:lnTo>
                      <a:pt x="369" y="263"/>
                    </a:lnTo>
                    <a:lnTo>
                      <a:pt x="369" y="263"/>
                    </a:lnTo>
                    <a:lnTo>
                      <a:pt x="371" y="263"/>
                    </a:lnTo>
                    <a:lnTo>
                      <a:pt x="371" y="263"/>
                    </a:lnTo>
                    <a:lnTo>
                      <a:pt x="371" y="263"/>
                    </a:lnTo>
                    <a:lnTo>
                      <a:pt x="371" y="261"/>
                    </a:lnTo>
                    <a:lnTo>
                      <a:pt x="374" y="261"/>
                    </a:lnTo>
                    <a:lnTo>
                      <a:pt x="374" y="261"/>
                    </a:lnTo>
                    <a:lnTo>
                      <a:pt x="374" y="261"/>
                    </a:lnTo>
                    <a:lnTo>
                      <a:pt x="374" y="261"/>
                    </a:lnTo>
                    <a:lnTo>
                      <a:pt x="376" y="261"/>
                    </a:lnTo>
                    <a:lnTo>
                      <a:pt x="376" y="261"/>
                    </a:lnTo>
                    <a:lnTo>
                      <a:pt x="376" y="261"/>
                    </a:lnTo>
                    <a:lnTo>
                      <a:pt x="376" y="263"/>
                    </a:lnTo>
                    <a:lnTo>
                      <a:pt x="376" y="263"/>
                    </a:lnTo>
                    <a:lnTo>
                      <a:pt x="376" y="263"/>
                    </a:lnTo>
                    <a:lnTo>
                      <a:pt x="376" y="266"/>
                    </a:lnTo>
                    <a:lnTo>
                      <a:pt x="378" y="266"/>
                    </a:lnTo>
                    <a:lnTo>
                      <a:pt x="378" y="266"/>
                    </a:lnTo>
                    <a:lnTo>
                      <a:pt x="378" y="266"/>
                    </a:lnTo>
                    <a:lnTo>
                      <a:pt x="378" y="266"/>
                    </a:lnTo>
                    <a:lnTo>
                      <a:pt x="378" y="268"/>
                    </a:lnTo>
                    <a:lnTo>
                      <a:pt x="381" y="268"/>
                    </a:lnTo>
                    <a:lnTo>
                      <a:pt x="381" y="268"/>
                    </a:lnTo>
                    <a:lnTo>
                      <a:pt x="381" y="266"/>
                    </a:lnTo>
                    <a:lnTo>
                      <a:pt x="381" y="266"/>
                    </a:lnTo>
                    <a:lnTo>
                      <a:pt x="381" y="266"/>
                    </a:lnTo>
                    <a:lnTo>
                      <a:pt x="383" y="266"/>
                    </a:lnTo>
                    <a:lnTo>
                      <a:pt x="383" y="266"/>
                    </a:lnTo>
                    <a:lnTo>
                      <a:pt x="386" y="266"/>
                    </a:lnTo>
                    <a:lnTo>
                      <a:pt x="386" y="266"/>
                    </a:lnTo>
                    <a:lnTo>
                      <a:pt x="386" y="266"/>
                    </a:lnTo>
                    <a:lnTo>
                      <a:pt x="386" y="266"/>
                    </a:lnTo>
                    <a:lnTo>
                      <a:pt x="388" y="266"/>
                    </a:lnTo>
                    <a:lnTo>
                      <a:pt x="388" y="268"/>
                    </a:lnTo>
                    <a:lnTo>
                      <a:pt x="388" y="268"/>
                    </a:lnTo>
                    <a:lnTo>
                      <a:pt x="388" y="266"/>
                    </a:lnTo>
                    <a:lnTo>
                      <a:pt x="388" y="266"/>
                    </a:lnTo>
                    <a:lnTo>
                      <a:pt x="390" y="266"/>
                    </a:lnTo>
                    <a:lnTo>
                      <a:pt x="390" y="266"/>
                    </a:lnTo>
                    <a:lnTo>
                      <a:pt x="390" y="268"/>
                    </a:lnTo>
                    <a:lnTo>
                      <a:pt x="393" y="268"/>
                    </a:lnTo>
                    <a:lnTo>
                      <a:pt x="393" y="268"/>
                    </a:lnTo>
                    <a:lnTo>
                      <a:pt x="393" y="268"/>
                    </a:lnTo>
                    <a:lnTo>
                      <a:pt x="393" y="268"/>
                    </a:lnTo>
                    <a:lnTo>
                      <a:pt x="395" y="268"/>
                    </a:lnTo>
                    <a:lnTo>
                      <a:pt x="395" y="270"/>
                    </a:lnTo>
                    <a:lnTo>
                      <a:pt x="395" y="270"/>
                    </a:lnTo>
                    <a:lnTo>
                      <a:pt x="395" y="270"/>
                    </a:lnTo>
                    <a:lnTo>
                      <a:pt x="395" y="270"/>
                    </a:lnTo>
                    <a:lnTo>
                      <a:pt x="397" y="270"/>
                    </a:lnTo>
                    <a:lnTo>
                      <a:pt x="397" y="270"/>
                    </a:lnTo>
                    <a:lnTo>
                      <a:pt x="397" y="273"/>
                    </a:lnTo>
                    <a:lnTo>
                      <a:pt x="400" y="273"/>
                    </a:lnTo>
                    <a:lnTo>
                      <a:pt x="400" y="270"/>
                    </a:lnTo>
                    <a:lnTo>
                      <a:pt x="400" y="270"/>
                    </a:lnTo>
                    <a:lnTo>
                      <a:pt x="400" y="270"/>
                    </a:lnTo>
                    <a:lnTo>
                      <a:pt x="402" y="270"/>
                    </a:lnTo>
                    <a:lnTo>
                      <a:pt x="402" y="270"/>
                    </a:lnTo>
                    <a:lnTo>
                      <a:pt x="402" y="270"/>
                    </a:lnTo>
                    <a:lnTo>
                      <a:pt x="404" y="270"/>
                    </a:lnTo>
                    <a:lnTo>
                      <a:pt x="404" y="268"/>
                    </a:lnTo>
                    <a:lnTo>
                      <a:pt x="404" y="268"/>
                    </a:lnTo>
                    <a:lnTo>
                      <a:pt x="404" y="268"/>
                    </a:lnTo>
                    <a:lnTo>
                      <a:pt x="404" y="268"/>
                    </a:lnTo>
                    <a:lnTo>
                      <a:pt x="407" y="268"/>
                    </a:lnTo>
                    <a:lnTo>
                      <a:pt x="407" y="268"/>
                    </a:lnTo>
                    <a:lnTo>
                      <a:pt x="407" y="270"/>
                    </a:lnTo>
                    <a:lnTo>
                      <a:pt x="407" y="270"/>
                    </a:lnTo>
                    <a:lnTo>
                      <a:pt x="407" y="270"/>
                    </a:lnTo>
                    <a:lnTo>
                      <a:pt x="407" y="273"/>
                    </a:lnTo>
                    <a:lnTo>
                      <a:pt x="407" y="273"/>
                    </a:lnTo>
                    <a:lnTo>
                      <a:pt x="409" y="273"/>
                    </a:lnTo>
                    <a:lnTo>
                      <a:pt x="409" y="273"/>
                    </a:lnTo>
                    <a:lnTo>
                      <a:pt x="409" y="273"/>
                    </a:lnTo>
                    <a:lnTo>
                      <a:pt x="412" y="273"/>
                    </a:lnTo>
                    <a:lnTo>
                      <a:pt x="412" y="273"/>
                    </a:lnTo>
                    <a:lnTo>
                      <a:pt x="412" y="273"/>
                    </a:lnTo>
                    <a:lnTo>
                      <a:pt x="412" y="273"/>
                    </a:lnTo>
                    <a:lnTo>
                      <a:pt x="414" y="273"/>
                    </a:lnTo>
                    <a:lnTo>
                      <a:pt x="414" y="273"/>
                    </a:lnTo>
                    <a:lnTo>
                      <a:pt x="414" y="270"/>
                    </a:lnTo>
                    <a:lnTo>
                      <a:pt x="414" y="270"/>
                    </a:lnTo>
                    <a:lnTo>
                      <a:pt x="414" y="273"/>
                    </a:lnTo>
                    <a:lnTo>
                      <a:pt x="416" y="273"/>
                    </a:lnTo>
                    <a:lnTo>
                      <a:pt x="416" y="273"/>
                    </a:lnTo>
                    <a:lnTo>
                      <a:pt x="416" y="273"/>
                    </a:lnTo>
                    <a:lnTo>
                      <a:pt x="419" y="273"/>
                    </a:lnTo>
                    <a:lnTo>
                      <a:pt x="419" y="273"/>
                    </a:lnTo>
                    <a:lnTo>
                      <a:pt x="419" y="273"/>
                    </a:lnTo>
                    <a:lnTo>
                      <a:pt x="419" y="273"/>
                    </a:lnTo>
                    <a:lnTo>
                      <a:pt x="421" y="273"/>
                    </a:lnTo>
                    <a:lnTo>
                      <a:pt x="421" y="273"/>
                    </a:lnTo>
                    <a:lnTo>
                      <a:pt x="421" y="270"/>
                    </a:lnTo>
                    <a:lnTo>
                      <a:pt x="421" y="270"/>
                    </a:lnTo>
                    <a:lnTo>
                      <a:pt x="423" y="270"/>
                    </a:lnTo>
                    <a:lnTo>
                      <a:pt x="423" y="270"/>
                    </a:lnTo>
                    <a:lnTo>
                      <a:pt x="423" y="273"/>
                    </a:lnTo>
                    <a:lnTo>
                      <a:pt x="426" y="273"/>
                    </a:lnTo>
                    <a:lnTo>
                      <a:pt x="426" y="273"/>
                    </a:lnTo>
                    <a:lnTo>
                      <a:pt x="426" y="273"/>
                    </a:lnTo>
                    <a:lnTo>
                      <a:pt x="426" y="273"/>
                    </a:lnTo>
                    <a:lnTo>
                      <a:pt x="426" y="273"/>
                    </a:lnTo>
                    <a:lnTo>
                      <a:pt x="428" y="273"/>
                    </a:lnTo>
                    <a:lnTo>
                      <a:pt x="428" y="270"/>
                    </a:lnTo>
                    <a:lnTo>
                      <a:pt x="428" y="270"/>
                    </a:lnTo>
                    <a:lnTo>
                      <a:pt x="428" y="268"/>
                    </a:lnTo>
                    <a:lnTo>
                      <a:pt x="428" y="268"/>
                    </a:lnTo>
                    <a:lnTo>
                      <a:pt x="428" y="268"/>
                    </a:lnTo>
                    <a:lnTo>
                      <a:pt x="428" y="266"/>
                    </a:lnTo>
                    <a:lnTo>
                      <a:pt x="428" y="266"/>
                    </a:lnTo>
                    <a:lnTo>
                      <a:pt x="428" y="266"/>
                    </a:lnTo>
                    <a:lnTo>
                      <a:pt x="428" y="263"/>
                    </a:lnTo>
                    <a:lnTo>
                      <a:pt x="428" y="263"/>
                    </a:lnTo>
                    <a:lnTo>
                      <a:pt x="430" y="263"/>
                    </a:lnTo>
                    <a:lnTo>
                      <a:pt x="430" y="263"/>
                    </a:lnTo>
                    <a:lnTo>
                      <a:pt x="428" y="263"/>
                    </a:lnTo>
                    <a:lnTo>
                      <a:pt x="428" y="261"/>
                    </a:lnTo>
                    <a:lnTo>
                      <a:pt x="428" y="261"/>
                    </a:lnTo>
                    <a:lnTo>
                      <a:pt x="428" y="259"/>
                    </a:lnTo>
                    <a:lnTo>
                      <a:pt x="428" y="259"/>
                    </a:lnTo>
                    <a:lnTo>
                      <a:pt x="428" y="259"/>
                    </a:lnTo>
                    <a:lnTo>
                      <a:pt x="428" y="256"/>
                    </a:lnTo>
                    <a:lnTo>
                      <a:pt x="428" y="256"/>
                    </a:lnTo>
                    <a:lnTo>
                      <a:pt x="428" y="256"/>
                    </a:lnTo>
                    <a:lnTo>
                      <a:pt x="426" y="256"/>
                    </a:lnTo>
                    <a:lnTo>
                      <a:pt x="426" y="256"/>
                    </a:lnTo>
                    <a:lnTo>
                      <a:pt x="426" y="254"/>
                    </a:lnTo>
                    <a:lnTo>
                      <a:pt x="426" y="254"/>
                    </a:lnTo>
                    <a:lnTo>
                      <a:pt x="426" y="254"/>
                    </a:lnTo>
                    <a:lnTo>
                      <a:pt x="426" y="252"/>
                    </a:lnTo>
                    <a:lnTo>
                      <a:pt x="426" y="252"/>
                    </a:lnTo>
                    <a:lnTo>
                      <a:pt x="426" y="252"/>
                    </a:lnTo>
                    <a:lnTo>
                      <a:pt x="426" y="249"/>
                    </a:lnTo>
                    <a:lnTo>
                      <a:pt x="426" y="249"/>
                    </a:lnTo>
                    <a:lnTo>
                      <a:pt x="426" y="247"/>
                    </a:lnTo>
                    <a:lnTo>
                      <a:pt x="426" y="247"/>
                    </a:lnTo>
                    <a:lnTo>
                      <a:pt x="426" y="244"/>
                    </a:lnTo>
                    <a:lnTo>
                      <a:pt x="426" y="244"/>
                    </a:lnTo>
                    <a:lnTo>
                      <a:pt x="426" y="244"/>
                    </a:lnTo>
                    <a:lnTo>
                      <a:pt x="428" y="244"/>
                    </a:lnTo>
                    <a:lnTo>
                      <a:pt x="428" y="242"/>
                    </a:lnTo>
                    <a:lnTo>
                      <a:pt x="428" y="242"/>
                    </a:lnTo>
                    <a:lnTo>
                      <a:pt x="428" y="240"/>
                    </a:lnTo>
                    <a:lnTo>
                      <a:pt x="428" y="240"/>
                    </a:lnTo>
                    <a:lnTo>
                      <a:pt x="426" y="240"/>
                    </a:lnTo>
                    <a:lnTo>
                      <a:pt x="426" y="237"/>
                    </a:lnTo>
                    <a:lnTo>
                      <a:pt x="428" y="237"/>
                    </a:lnTo>
                    <a:lnTo>
                      <a:pt x="428" y="237"/>
                    </a:lnTo>
                    <a:lnTo>
                      <a:pt x="428" y="237"/>
                    </a:lnTo>
                    <a:lnTo>
                      <a:pt x="428" y="237"/>
                    </a:lnTo>
                    <a:lnTo>
                      <a:pt x="428" y="235"/>
                    </a:lnTo>
                    <a:lnTo>
                      <a:pt x="428" y="235"/>
                    </a:lnTo>
                    <a:lnTo>
                      <a:pt x="428" y="235"/>
                    </a:lnTo>
                    <a:lnTo>
                      <a:pt x="428" y="235"/>
                    </a:lnTo>
                    <a:lnTo>
                      <a:pt x="426" y="235"/>
                    </a:lnTo>
                    <a:lnTo>
                      <a:pt x="426" y="235"/>
                    </a:lnTo>
                    <a:lnTo>
                      <a:pt x="426" y="235"/>
                    </a:lnTo>
                    <a:lnTo>
                      <a:pt x="423" y="235"/>
                    </a:lnTo>
                    <a:lnTo>
                      <a:pt x="423" y="235"/>
                    </a:lnTo>
                    <a:lnTo>
                      <a:pt x="423" y="237"/>
                    </a:lnTo>
                    <a:lnTo>
                      <a:pt x="423" y="237"/>
                    </a:lnTo>
                    <a:lnTo>
                      <a:pt x="423" y="235"/>
                    </a:lnTo>
                    <a:lnTo>
                      <a:pt x="421" y="235"/>
                    </a:lnTo>
                    <a:lnTo>
                      <a:pt x="421" y="237"/>
                    </a:lnTo>
                    <a:lnTo>
                      <a:pt x="421" y="237"/>
                    </a:lnTo>
                    <a:lnTo>
                      <a:pt x="421" y="237"/>
                    </a:lnTo>
                    <a:lnTo>
                      <a:pt x="421" y="237"/>
                    </a:lnTo>
                    <a:lnTo>
                      <a:pt x="421" y="237"/>
                    </a:lnTo>
                    <a:lnTo>
                      <a:pt x="419" y="237"/>
                    </a:lnTo>
                    <a:lnTo>
                      <a:pt x="419" y="237"/>
                    </a:lnTo>
                    <a:lnTo>
                      <a:pt x="419" y="240"/>
                    </a:lnTo>
                    <a:lnTo>
                      <a:pt x="419" y="240"/>
                    </a:lnTo>
                    <a:lnTo>
                      <a:pt x="419" y="240"/>
                    </a:lnTo>
                    <a:lnTo>
                      <a:pt x="419" y="240"/>
                    </a:lnTo>
                    <a:lnTo>
                      <a:pt x="419" y="240"/>
                    </a:lnTo>
                    <a:lnTo>
                      <a:pt x="419" y="237"/>
                    </a:lnTo>
                    <a:lnTo>
                      <a:pt x="419" y="237"/>
                    </a:lnTo>
                    <a:lnTo>
                      <a:pt x="419" y="235"/>
                    </a:lnTo>
                    <a:lnTo>
                      <a:pt x="416" y="235"/>
                    </a:lnTo>
                    <a:lnTo>
                      <a:pt x="416" y="235"/>
                    </a:lnTo>
                    <a:lnTo>
                      <a:pt x="419" y="235"/>
                    </a:lnTo>
                    <a:lnTo>
                      <a:pt x="419" y="235"/>
                    </a:lnTo>
                    <a:lnTo>
                      <a:pt x="419" y="235"/>
                    </a:lnTo>
                    <a:lnTo>
                      <a:pt x="421" y="235"/>
                    </a:lnTo>
                    <a:lnTo>
                      <a:pt x="421" y="235"/>
                    </a:lnTo>
                    <a:lnTo>
                      <a:pt x="421" y="233"/>
                    </a:lnTo>
                    <a:lnTo>
                      <a:pt x="421" y="233"/>
                    </a:lnTo>
                    <a:lnTo>
                      <a:pt x="421" y="233"/>
                    </a:lnTo>
                    <a:lnTo>
                      <a:pt x="421" y="230"/>
                    </a:lnTo>
                    <a:lnTo>
                      <a:pt x="421" y="230"/>
                    </a:lnTo>
                    <a:lnTo>
                      <a:pt x="421" y="233"/>
                    </a:lnTo>
                    <a:lnTo>
                      <a:pt x="423" y="233"/>
                    </a:lnTo>
                    <a:lnTo>
                      <a:pt x="423" y="233"/>
                    </a:lnTo>
                    <a:lnTo>
                      <a:pt x="423" y="233"/>
                    </a:lnTo>
                    <a:lnTo>
                      <a:pt x="426" y="233"/>
                    </a:lnTo>
                    <a:lnTo>
                      <a:pt x="426" y="233"/>
                    </a:lnTo>
                    <a:lnTo>
                      <a:pt x="426" y="233"/>
                    </a:lnTo>
                    <a:lnTo>
                      <a:pt x="426" y="233"/>
                    </a:lnTo>
                    <a:lnTo>
                      <a:pt x="428" y="233"/>
                    </a:lnTo>
                    <a:lnTo>
                      <a:pt x="428" y="233"/>
                    </a:lnTo>
                    <a:lnTo>
                      <a:pt x="428" y="233"/>
                    </a:lnTo>
                    <a:lnTo>
                      <a:pt x="428" y="233"/>
                    </a:lnTo>
                    <a:lnTo>
                      <a:pt x="430" y="233"/>
                    </a:lnTo>
                    <a:lnTo>
                      <a:pt x="430" y="233"/>
                    </a:lnTo>
                    <a:lnTo>
                      <a:pt x="430" y="233"/>
                    </a:lnTo>
                    <a:lnTo>
                      <a:pt x="433" y="233"/>
                    </a:lnTo>
                    <a:lnTo>
                      <a:pt x="433" y="233"/>
                    </a:lnTo>
                    <a:lnTo>
                      <a:pt x="433" y="233"/>
                    </a:lnTo>
                    <a:lnTo>
                      <a:pt x="435" y="233"/>
                    </a:lnTo>
                    <a:lnTo>
                      <a:pt x="435" y="233"/>
                    </a:lnTo>
                    <a:lnTo>
                      <a:pt x="435" y="230"/>
                    </a:lnTo>
                    <a:lnTo>
                      <a:pt x="438" y="230"/>
                    </a:lnTo>
                    <a:lnTo>
                      <a:pt x="438" y="230"/>
                    </a:lnTo>
                    <a:lnTo>
                      <a:pt x="438" y="230"/>
                    </a:lnTo>
                    <a:lnTo>
                      <a:pt x="438" y="230"/>
                    </a:lnTo>
                    <a:lnTo>
                      <a:pt x="440" y="230"/>
                    </a:lnTo>
                    <a:lnTo>
                      <a:pt x="440" y="228"/>
                    </a:lnTo>
                    <a:lnTo>
                      <a:pt x="440" y="228"/>
                    </a:lnTo>
                    <a:lnTo>
                      <a:pt x="440" y="230"/>
                    </a:lnTo>
                    <a:lnTo>
                      <a:pt x="440" y="230"/>
                    </a:lnTo>
                    <a:lnTo>
                      <a:pt x="442" y="230"/>
                    </a:lnTo>
                    <a:lnTo>
                      <a:pt x="442" y="230"/>
                    </a:lnTo>
                    <a:lnTo>
                      <a:pt x="442" y="230"/>
                    </a:lnTo>
                    <a:lnTo>
                      <a:pt x="445" y="230"/>
                    </a:lnTo>
                    <a:lnTo>
                      <a:pt x="445" y="233"/>
                    </a:lnTo>
                    <a:lnTo>
                      <a:pt x="445" y="233"/>
                    </a:lnTo>
                    <a:lnTo>
                      <a:pt x="445" y="233"/>
                    </a:lnTo>
                    <a:lnTo>
                      <a:pt x="445" y="235"/>
                    </a:lnTo>
                    <a:lnTo>
                      <a:pt x="445" y="235"/>
                    </a:lnTo>
                    <a:lnTo>
                      <a:pt x="445" y="235"/>
                    </a:lnTo>
                    <a:lnTo>
                      <a:pt x="447" y="235"/>
                    </a:lnTo>
                    <a:lnTo>
                      <a:pt x="447" y="235"/>
                    </a:lnTo>
                    <a:lnTo>
                      <a:pt x="445" y="235"/>
                    </a:lnTo>
                    <a:lnTo>
                      <a:pt x="445" y="237"/>
                    </a:lnTo>
                    <a:lnTo>
                      <a:pt x="445" y="237"/>
                    </a:lnTo>
                    <a:lnTo>
                      <a:pt x="445" y="237"/>
                    </a:lnTo>
                    <a:lnTo>
                      <a:pt x="445" y="237"/>
                    </a:lnTo>
                    <a:lnTo>
                      <a:pt x="445" y="240"/>
                    </a:lnTo>
                    <a:lnTo>
                      <a:pt x="445" y="240"/>
                    </a:lnTo>
                    <a:lnTo>
                      <a:pt x="445" y="242"/>
                    </a:lnTo>
                    <a:lnTo>
                      <a:pt x="442" y="242"/>
                    </a:lnTo>
                    <a:lnTo>
                      <a:pt x="442" y="242"/>
                    </a:lnTo>
                    <a:lnTo>
                      <a:pt x="442" y="244"/>
                    </a:lnTo>
                    <a:lnTo>
                      <a:pt x="442" y="244"/>
                    </a:lnTo>
                    <a:lnTo>
                      <a:pt x="442" y="244"/>
                    </a:lnTo>
                    <a:lnTo>
                      <a:pt x="442" y="247"/>
                    </a:lnTo>
                    <a:lnTo>
                      <a:pt x="442" y="247"/>
                    </a:lnTo>
                    <a:lnTo>
                      <a:pt x="445" y="247"/>
                    </a:lnTo>
                    <a:lnTo>
                      <a:pt x="445" y="249"/>
                    </a:lnTo>
                    <a:lnTo>
                      <a:pt x="445" y="249"/>
                    </a:lnTo>
                    <a:lnTo>
                      <a:pt x="445" y="249"/>
                    </a:lnTo>
                    <a:lnTo>
                      <a:pt x="445" y="249"/>
                    </a:lnTo>
                    <a:lnTo>
                      <a:pt x="445" y="252"/>
                    </a:lnTo>
                    <a:lnTo>
                      <a:pt x="445" y="252"/>
                    </a:lnTo>
                    <a:lnTo>
                      <a:pt x="445" y="252"/>
                    </a:lnTo>
                    <a:lnTo>
                      <a:pt x="445" y="252"/>
                    </a:lnTo>
                    <a:lnTo>
                      <a:pt x="442" y="252"/>
                    </a:lnTo>
                    <a:lnTo>
                      <a:pt x="442" y="254"/>
                    </a:lnTo>
                    <a:lnTo>
                      <a:pt x="442" y="254"/>
                    </a:lnTo>
                    <a:lnTo>
                      <a:pt x="445" y="254"/>
                    </a:lnTo>
                    <a:lnTo>
                      <a:pt x="445" y="254"/>
                    </a:lnTo>
                    <a:lnTo>
                      <a:pt x="445" y="254"/>
                    </a:lnTo>
                    <a:lnTo>
                      <a:pt x="445" y="256"/>
                    </a:lnTo>
                    <a:lnTo>
                      <a:pt x="445" y="256"/>
                    </a:lnTo>
                    <a:lnTo>
                      <a:pt x="445" y="256"/>
                    </a:lnTo>
                    <a:lnTo>
                      <a:pt x="445" y="259"/>
                    </a:lnTo>
                    <a:lnTo>
                      <a:pt x="447" y="259"/>
                    </a:lnTo>
                    <a:lnTo>
                      <a:pt x="447" y="259"/>
                    </a:lnTo>
                    <a:lnTo>
                      <a:pt x="447" y="259"/>
                    </a:lnTo>
                    <a:lnTo>
                      <a:pt x="447" y="259"/>
                    </a:lnTo>
                    <a:lnTo>
                      <a:pt x="447" y="261"/>
                    </a:lnTo>
                    <a:lnTo>
                      <a:pt x="449" y="261"/>
                    </a:lnTo>
                    <a:lnTo>
                      <a:pt x="449" y="261"/>
                    </a:lnTo>
                    <a:lnTo>
                      <a:pt x="449" y="261"/>
                    </a:lnTo>
                    <a:lnTo>
                      <a:pt x="449" y="263"/>
                    </a:lnTo>
                    <a:lnTo>
                      <a:pt x="452" y="263"/>
                    </a:lnTo>
                    <a:lnTo>
                      <a:pt x="452" y="261"/>
                    </a:lnTo>
                    <a:lnTo>
                      <a:pt x="452" y="261"/>
                    </a:lnTo>
                    <a:lnTo>
                      <a:pt x="452" y="261"/>
                    </a:lnTo>
                    <a:lnTo>
                      <a:pt x="454" y="261"/>
                    </a:lnTo>
                    <a:lnTo>
                      <a:pt x="454" y="261"/>
                    </a:lnTo>
                    <a:lnTo>
                      <a:pt x="454" y="261"/>
                    </a:lnTo>
                    <a:lnTo>
                      <a:pt x="457" y="261"/>
                    </a:lnTo>
                    <a:lnTo>
                      <a:pt x="457" y="261"/>
                    </a:lnTo>
                    <a:lnTo>
                      <a:pt x="457" y="263"/>
                    </a:lnTo>
                    <a:lnTo>
                      <a:pt x="459" y="263"/>
                    </a:lnTo>
                    <a:lnTo>
                      <a:pt x="459" y="261"/>
                    </a:lnTo>
                    <a:lnTo>
                      <a:pt x="459" y="261"/>
                    </a:lnTo>
                    <a:lnTo>
                      <a:pt x="459" y="263"/>
                    </a:lnTo>
                    <a:lnTo>
                      <a:pt x="459" y="263"/>
                    </a:lnTo>
                    <a:lnTo>
                      <a:pt x="461" y="263"/>
                    </a:lnTo>
                    <a:lnTo>
                      <a:pt x="461" y="263"/>
                    </a:lnTo>
                    <a:lnTo>
                      <a:pt x="461" y="263"/>
                    </a:lnTo>
                    <a:lnTo>
                      <a:pt x="461" y="263"/>
                    </a:lnTo>
                    <a:lnTo>
                      <a:pt x="461" y="263"/>
                    </a:lnTo>
                    <a:lnTo>
                      <a:pt x="461" y="263"/>
                    </a:lnTo>
                    <a:lnTo>
                      <a:pt x="464" y="263"/>
                    </a:lnTo>
                    <a:lnTo>
                      <a:pt x="464" y="263"/>
                    </a:lnTo>
                    <a:lnTo>
                      <a:pt x="464" y="263"/>
                    </a:lnTo>
                    <a:lnTo>
                      <a:pt x="466" y="263"/>
                    </a:lnTo>
                    <a:lnTo>
                      <a:pt x="466" y="263"/>
                    </a:lnTo>
                    <a:lnTo>
                      <a:pt x="466" y="263"/>
                    </a:lnTo>
                    <a:lnTo>
                      <a:pt x="466" y="263"/>
                    </a:lnTo>
                    <a:lnTo>
                      <a:pt x="468" y="263"/>
                    </a:lnTo>
                    <a:lnTo>
                      <a:pt x="468" y="263"/>
                    </a:lnTo>
                    <a:lnTo>
                      <a:pt x="468" y="263"/>
                    </a:lnTo>
                    <a:lnTo>
                      <a:pt x="471" y="263"/>
                    </a:lnTo>
                    <a:lnTo>
                      <a:pt x="471" y="263"/>
                    </a:lnTo>
                    <a:lnTo>
                      <a:pt x="473" y="263"/>
                    </a:lnTo>
                    <a:lnTo>
                      <a:pt x="473" y="263"/>
                    </a:lnTo>
                    <a:lnTo>
                      <a:pt x="473" y="263"/>
                    </a:lnTo>
                    <a:lnTo>
                      <a:pt x="473" y="261"/>
                    </a:lnTo>
                    <a:lnTo>
                      <a:pt x="473" y="261"/>
                    </a:lnTo>
                    <a:lnTo>
                      <a:pt x="473" y="261"/>
                    </a:lnTo>
                    <a:lnTo>
                      <a:pt x="475" y="261"/>
                    </a:lnTo>
                    <a:lnTo>
                      <a:pt x="475" y="261"/>
                    </a:lnTo>
                    <a:lnTo>
                      <a:pt x="475" y="259"/>
                    </a:lnTo>
                    <a:lnTo>
                      <a:pt x="478" y="259"/>
                    </a:lnTo>
                    <a:lnTo>
                      <a:pt x="478" y="259"/>
                    </a:lnTo>
                    <a:lnTo>
                      <a:pt x="478" y="261"/>
                    </a:lnTo>
                    <a:lnTo>
                      <a:pt x="478" y="261"/>
                    </a:lnTo>
                    <a:lnTo>
                      <a:pt x="480" y="261"/>
                    </a:lnTo>
                    <a:lnTo>
                      <a:pt x="480" y="261"/>
                    </a:lnTo>
                    <a:lnTo>
                      <a:pt x="480" y="261"/>
                    </a:lnTo>
                    <a:lnTo>
                      <a:pt x="480" y="263"/>
                    </a:lnTo>
                    <a:lnTo>
                      <a:pt x="480" y="263"/>
                    </a:lnTo>
                    <a:lnTo>
                      <a:pt x="483" y="263"/>
                    </a:lnTo>
                    <a:lnTo>
                      <a:pt x="483" y="263"/>
                    </a:lnTo>
                    <a:lnTo>
                      <a:pt x="485" y="263"/>
                    </a:lnTo>
                    <a:lnTo>
                      <a:pt x="485" y="263"/>
                    </a:lnTo>
                    <a:lnTo>
                      <a:pt x="485" y="263"/>
                    </a:lnTo>
                    <a:lnTo>
                      <a:pt x="487" y="263"/>
                    </a:lnTo>
                    <a:lnTo>
                      <a:pt x="487" y="263"/>
                    </a:lnTo>
                    <a:lnTo>
                      <a:pt x="487" y="263"/>
                    </a:lnTo>
                    <a:lnTo>
                      <a:pt x="490" y="263"/>
                    </a:lnTo>
                    <a:lnTo>
                      <a:pt x="490" y="263"/>
                    </a:lnTo>
                    <a:lnTo>
                      <a:pt x="492" y="263"/>
                    </a:lnTo>
                    <a:lnTo>
                      <a:pt x="492" y="263"/>
                    </a:lnTo>
                    <a:lnTo>
                      <a:pt x="492" y="261"/>
                    </a:lnTo>
                    <a:lnTo>
                      <a:pt x="492" y="261"/>
                    </a:lnTo>
                    <a:lnTo>
                      <a:pt x="492" y="263"/>
                    </a:lnTo>
                    <a:lnTo>
                      <a:pt x="494" y="263"/>
                    </a:lnTo>
                    <a:lnTo>
                      <a:pt x="494" y="261"/>
                    </a:lnTo>
                    <a:lnTo>
                      <a:pt x="494" y="261"/>
                    </a:lnTo>
                    <a:lnTo>
                      <a:pt x="494" y="261"/>
                    </a:lnTo>
                    <a:lnTo>
                      <a:pt x="497" y="261"/>
                    </a:lnTo>
                    <a:lnTo>
                      <a:pt x="497" y="263"/>
                    </a:lnTo>
                    <a:lnTo>
                      <a:pt x="497" y="263"/>
                    </a:lnTo>
                    <a:lnTo>
                      <a:pt x="499" y="263"/>
                    </a:lnTo>
                    <a:lnTo>
                      <a:pt x="499" y="263"/>
                    </a:lnTo>
                    <a:lnTo>
                      <a:pt x="499" y="261"/>
                    </a:lnTo>
                    <a:lnTo>
                      <a:pt x="499" y="261"/>
                    </a:lnTo>
                    <a:lnTo>
                      <a:pt x="502" y="261"/>
                    </a:lnTo>
                    <a:lnTo>
                      <a:pt x="502" y="263"/>
                    </a:lnTo>
                    <a:lnTo>
                      <a:pt x="502" y="263"/>
                    </a:lnTo>
                    <a:lnTo>
                      <a:pt x="502" y="263"/>
                    </a:lnTo>
                    <a:lnTo>
                      <a:pt x="504" y="263"/>
                    </a:lnTo>
                    <a:lnTo>
                      <a:pt x="504" y="263"/>
                    </a:lnTo>
                    <a:lnTo>
                      <a:pt x="506" y="263"/>
                    </a:lnTo>
                    <a:lnTo>
                      <a:pt x="506" y="263"/>
                    </a:lnTo>
                    <a:lnTo>
                      <a:pt x="506" y="261"/>
                    </a:lnTo>
                    <a:lnTo>
                      <a:pt x="506" y="261"/>
                    </a:lnTo>
                    <a:lnTo>
                      <a:pt x="509" y="261"/>
                    </a:lnTo>
                    <a:lnTo>
                      <a:pt x="509" y="261"/>
                    </a:lnTo>
                    <a:lnTo>
                      <a:pt x="509" y="261"/>
                    </a:lnTo>
                    <a:lnTo>
                      <a:pt x="511" y="261"/>
                    </a:lnTo>
                    <a:lnTo>
                      <a:pt x="511" y="261"/>
                    </a:lnTo>
                    <a:lnTo>
                      <a:pt x="511" y="261"/>
                    </a:lnTo>
                    <a:lnTo>
                      <a:pt x="511" y="261"/>
                    </a:lnTo>
                    <a:lnTo>
                      <a:pt x="513" y="261"/>
                    </a:lnTo>
                    <a:lnTo>
                      <a:pt x="513" y="261"/>
                    </a:lnTo>
                    <a:lnTo>
                      <a:pt x="513" y="261"/>
                    </a:lnTo>
                    <a:lnTo>
                      <a:pt x="513" y="259"/>
                    </a:lnTo>
                    <a:lnTo>
                      <a:pt x="513" y="259"/>
                    </a:lnTo>
                    <a:lnTo>
                      <a:pt x="513" y="259"/>
                    </a:lnTo>
                    <a:lnTo>
                      <a:pt x="513" y="256"/>
                    </a:lnTo>
                    <a:lnTo>
                      <a:pt x="513" y="256"/>
                    </a:lnTo>
                    <a:lnTo>
                      <a:pt x="513" y="256"/>
                    </a:lnTo>
                    <a:lnTo>
                      <a:pt x="513" y="256"/>
                    </a:lnTo>
                    <a:lnTo>
                      <a:pt x="513" y="254"/>
                    </a:lnTo>
                    <a:lnTo>
                      <a:pt x="513" y="254"/>
                    </a:lnTo>
                    <a:lnTo>
                      <a:pt x="513" y="254"/>
                    </a:lnTo>
                    <a:lnTo>
                      <a:pt x="513" y="252"/>
                    </a:lnTo>
                    <a:lnTo>
                      <a:pt x="513" y="252"/>
                    </a:lnTo>
                    <a:lnTo>
                      <a:pt x="513" y="252"/>
                    </a:lnTo>
                    <a:lnTo>
                      <a:pt x="513" y="252"/>
                    </a:lnTo>
                    <a:lnTo>
                      <a:pt x="513" y="249"/>
                    </a:lnTo>
                    <a:lnTo>
                      <a:pt x="513" y="249"/>
                    </a:lnTo>
                    <a:lnTo>
                      <a:pt x="513" y="249"/>
                    </a:lnTo>
                    <a:lnTo>
                      <a:pt x="513" y="247"/>
                    </a:lnTo>
                    <a:lnTo>
                      <a:pt x="513" y="247"/>
                    </a:lnTo>
                    <a:lnTo>
                      <a:pt x="513" y="247"/>
                    </a:lnTo>
                    <a:lnTo>
                      <a:pt x="513" y="244"/>
                    </a:lnTo>
                    <a:lnTo>
                      <a:pt x="511" y="244"/>
                    </a:lnTo>
                    <a:lnTo>
                      <a:pt x="511" y="244"/>
                    </a:lnTo>
                    <a:lnTo>
                      <a:pt x="511" y="244"/>
                    </a:lnTo>
                    <a:lnTo>
                      <a:pt x="509" y="244"/>
                    </a:lnTo>
                    <a:lnTo>
                      <a:pt x="509" y="247"/>
                    </a:lnTo>
                    <a:lnTo>
                      <a:pt x="509" y="247"/>
                    </a:lnTo>
                    <a:lnTo>
                      <a:pt x="506" y="247"/>
                    </a:lnTo>
                    <a:lnTo>
                      <a:pt x="506" y="244"/>
                    </a:lnTo>
                    <a:lnTo>
                      <a:pt x="506" y="244"/>
                    </a:lnTo>
                    <a:lnTo>
                      <a:pt x="506" y="244"/>
                    </a:lnTo>
                    <a:lnTo>
                      <a:pt x="506" y="244"/>
                    </a:lnTo>
                    <a:lnTo>
                      <a:pt x="504" y="244"/>
                    </a:lnTo>
                    <a:lnTo>
                      <a:pt x="504" y="244"/>
                    </a:lnTo>
                    <a:lnTo>
                      <a:pt x="504" y="244"/>
                    </a:lnTo>
                    <a:lnTo>
                      <a:pt x="504" y="242"/>
                    </a:lnTo>
                    <a:lnTo>
                      <a:pt x="504" y="242"/>
                    </a:lnTo>
                    <a:lnTo>
                      <a:pt x="504" y="240"/>
                    </a:lnTo>
                    <a:lnTo>
                      <a:pt x="504" y="240"/>
                    </a:lnTo>
                    <a:lnTo>
                      <a:pt x="504" y="240"/>
                    </a:lnTo>
                    <a:lnTo>
                      <a:pt x="504" y="237"/>
                    </a:lnTo>
                    <a:lnTo>
                      <a:pt x="506" y="237"/>
                    </a:lnTo>
                    <a:lnTo>
                      <a:pt x="506" y="237"/>
                    </a:lnTo>
                    <a:lnTo>
                      <a:pt x="506" y="237"/>
                    </a:lnTo>
                    <a:lnTo>
                      <a:pt x="509" y="237"/>
                    </a:lnTo>
                    <a:lnTo>
                      <a:pt x="509" y="237"/>
                    </a:lnTo>
                    <a:lnTo>
                      <a:pt x="509" y="240"/>
                    </a:lnTo>
                    <a:lnTo>
                      <a:pt x="511" y="240"/>
                    </a:lnTo>
                    <a:lnTo>
                      <a:pt x="511" y="237"/>
                    </a:lnTo>
                    <a:lnTo>
                      <a:pt x="511" y="237"/>
                    </a:lnTo>
                    <a:lnTo>
                      <a:pt x="511" y="240"/>
                    </a:lnTo>
                    <a:lnTo>
                      <a:pt x="511" y="240"/>
                    </a:lnTo>
                    <a:lnTo>
                      <a:pt x="511" y="237"/>
                    </a:lnTo>
                    <a:lnTo>
                      <a:pt x="513" y="237"/>
                    </a:lnTo>
                    <a:lnTo>
                      <a:pt x="513" y="237"/>
                    </a:lnTo>
                    <a:lnTo>
                      <a:pt x="513" y="237"/>
                    </a:lnTo>
                    <a:lnTo>
                      <a:pt x="513" y="237"/>
                    </a:lnTo>
                    <a:lnTo>
                      <a:pt x="513" y="235"/>
                    </a:lnTo>
                    <a:lnTo>
                      <a:pt x="516" y="235"/>
                    </a:lnTo>
                    <a:lnTo>
                      <a:pt x="516" y="235"/>
                    </a:lnTo>
                    <a:lnTo>
                      <a:pt x="518" y="235"/>
                    </a:lnTo>
                    <a:lnTo>
                      <a:pt x="518" y="235"/>
                    </a:lnTo>
                    <a:lnTo>
                      <a:pt x="518" y="235"/>
                    </a:lnTo>
                    <a:lnTo>
                      <a:pt x="518" y="235"/>
                    </a:lnTo>
                    <a:lnTo>
                      <a:pt x="518" y="233"/>
                    </a:lnTo>
                    <a:lnTo>
                      <a:pt x="518" y="233"/>
                    </a:lnTo>
                    <a:lnTo>
                      <a:pt x="520" y="233"/>
                    </a:lnTo>
                    <a:lnTo>
                      <a:pt x="520" y="233"/>
                    </a:lnTo>
                    <a:lnTo>
                      <a:pt x="520" y="233"/>
                    </a:lnTo>
                    <a:lnTo>
                      <a:pt x="523" y="233"/>
                    </a:lnTo>
                    <a:lnTo>
                      <a:pt x="523" y="233"/>
                    </a:lnTo>
                    <a:lnTo>
                      <a:pt x="525" y="233"/>
                    </a:lnTo>
                    <a:lnTo>
                      <a:pt x="525" y="233"/>
                    </a:lnTo>
                    <a:lnTo>
                      <a:pt x="525" y="233"/>
                    </a:lnTo>
                    <a:lnTo>
                      <a:pt x="528" y="233"/>
                    </a:lnTo>
                    <a:lnTo>
                      <a:pt x="528" y="233"/>
                    </a:lnTo>
                    <a:lnTo>
                      <a:pt x="528" y="230"/>
                    </a:lnTo>
                    <a:lnTo>
                      <a:pt x="525" y="230"/>
                    </a:lnTo>
                    <a:lnTo>
                      <a:pt x="525" y="230"/>
                    </a:lnTo>
                    <a:lnTo>
                      <a:pt x="525" y="228"/>
                    </a:lnTo>
                    <a:lnTo>
                      <a:pt x="528" y="228"/>
                    </a:lnTo>
                    <a:lnTo>
                      <a:pt x="528" y="228"/>
                    </a:lnTo>
                    <a:lnTo>
                      <a:pt x="528" y="228"/>
                    </a:lnTo>
                    <a:lnTo>
                      <a:pt x="528" y="228"/>
                    </a:lnTo>
                    <a:lnTo>
                      <a:pt x="530" y="228"/>
                    </a:lnTo>
                    <a:lnTo>
                      <a:pt x="530" y="228"/>
                    </a:lnTo>
                    <a:lnTo>
                      <a:pt x="530" y="225"/>
                    </a:lnTo>
                    <a:lnTo>
                      <a:pt x="532" y="225"/>
                    </a:lnTo>
                    <a:lnTo>
                      <a:pt x="532" y="225"/>
                    </a:lnTo>
                    <a:lnTo>
                      <a:pt x="532" y="225"/>
                    </a:lnTo>
                    <a:lnTo>
                      <a:pt x="532" y="225"/>
                    </a:lnTo>
                    <a:lnTo>
                      <a:pt x="532" y="225"/>
                    </a:lnTo>
                    <a:lnTo>
                      <a:pt x="535" y="225"/>
                    </a:lnTo>
                    <a:lnTo>
                      <a:pt x="535" y="223"/>
                    </a:lnTo>
                    <a:lnTo>
                      <a:pt x="535" y="223"/>
                    </a:lnTo>
                    <a:lnTo>
                      <a:pt x="535" y="223"/>
                    </a:lnTo>
                    <a:lnTo>
                      <a:pt x="537" y="223"/>
                    </a:lnTo>
                    <a:lnTo>
                      <a:pt x="537" y="223"/>
                    </a:lnTo>
                    <a:lnTo>
                      <a:pt x="537" y="223"/>
                    </a:lnTo>
                    <a:lnTo>
                      <a:pt x="539" y="223"/>
                    </a:lnTo>
                    <a:lnTo>
                      <a:pt x="539" y="221"/>
                    </a:lnTo>
                    <a:lnTo>
                      <a:pt x="539" y="221"/>
                    </a:lnTo>
                    <a:lnTo>
                      <a:pt x="539" y="218"/>
                    </a:lnTo>
                    <a:lnTo>
                      <a:pt x="537" y="218"/>
                    </a:lnTo>
                    <a:lnTo>
                      <a:pt x="537" y="218"/>
                    </a:lnTo>
                    <a:lnTo>
                      <a:pt x="539" y="218"/>
                    </a:lnTo>
                    <a:lnTo>
                      <a:pt x="539" y="216"/>
                    </a:lnTo>
                    <a:lnTo>
                      <a:pt x="539" y="216"/>
                    </a:lnTo>
                    <a:lnTo>
                      <a:pt x="539" y="216"/>
                    </a:lnTo>
                    <a:lnTo>
                      <a:pt x="539" y="216"/>
                    </a:lnTo>
                    <a:lnTo>
                      <a:pt x="539" y="216"/>
                    </a:lnTo>
                    <a:lnTo>
                      <a:pt x="542" y="216"/>
                    </a:lnTo>
                    <a:lnTo>
                      <a:pt x="542" y="216"/>
                    </a:lnTo>
                    <a:lnTo>
                      <a:pt x="544" y="216"/>
                    </a:lnTo>
                    <a:lnTo>
                      <a:pt x="544" y="216"/>
                    </a:lnTo>
                    <a:lnTo>
                      <a:pt x="544" y="216"/>
                    </a:lnTo>
                    <a:lnTo>
                      <a:pt x="546" y="216"/>
                    </a:lnTo>
                    <a:lnTo>
                      <a:pt x="546" y="216"/>
                    </a:lnTo>
                    <a:lnTo>
                      <a:pt x="546" y="216"/>
                    </a:lnTo>
                    <a:lnTo>
                      <a:pt x="546" y="214"/>
                    </a:lnTo>
                    <a:lnTo>
                      <a:pt x="549" y="214"/>
                    </a:lnTo>
                    <a:lnTo>
                      <a:pt x="549" y="214"/>
                    </a:lnTo>
                    <a:lnTo>
                      <a:pt x="551" y="214"/>
                    </a:lnTo>
                    <a:lnTo>
                      <a:pt x="551" y="214"/>
                    </a:lnTo>
                    <a:lnTo>
                      <a:pt x="551" y="214"/>
                    </a:lnTo>
                    <a:lnTo>
                      <a:pt x="551" y="214"/>
                    </a:lnTo>
                    <a:lnTo>
                      <a:pt x="554" y="214"/>
                    </a:lnTo>
                    <a:lnTo>
                      <a:pt x="554" y="211"/>
                    </a:lnTo>
                    <a:lnTo>
                      <a:pt x="554" y="211"/>
                    </a:lnTo>
                    <a:lnTo>
                      <a:pt x="554" y="211"/>
                    </a:lnTo>
                    <a:lnTo>
                      <a:pt x="554" y="211"/>
                    </a:lnTo>
                    <a:lnTo>
                      <a:pt x="556" y="211"/>
                    </a:lnTo>
                    <a:lnTo>
                      <a:pt x="556" y="209"/>
                    </a:lnTo>
                    <a:lnTo>
                      <a:pt x="556" y="209"/>
                    </a:lnTo>
                    <a:lnTo>
                      <a:pt x="556" y="207"/>
                    </a:lnTo>
                    <a:lnTo>
                      <a:pt x="556" y="207"/>
                    </a:lnTo>
                    <a:lnTo>
                      <a:pt x="556" y="207"/>
                    </a:lnTo>
                    <a:lnTo>
                      <a:pt x="556" y="207"/>
                    </a:lnTo>
                    <a:lnTo>
                      <a:pt x="558" y="207"/>
                    </a:lnTo>
                    <a:lnTo>
                      <a:pt x="558" y="207"/>
                    </a:lnTo>
                    <a:lnTo>
                      <a:pt x="558" y="207"/>
                    </a:lnTo>
                    <a:lnTo>
                      <a:pt x="558" y="204"/>
                    </a:lnTo>
                    <a:lnTo>
                      <a:pt x="558" y="204"/>
                    </a:lnTo>
                    <a:lnTo>
                      <a:pt x="558" y="204"/>
                    </a:lnTo>
                    <a:lnTo>
                      <a:pt x="561" y="204"/>
                    </a:lnTo>
                    <a:lnTo>
                      <a:pt x="561" y="204"/>
                    </a:lnTo>
                    <a:lnTo>
                      <a:pt x="561" y="204"/>
                    </a:lnTo>
                    <a:lnTo>
                      <a:pt x="561" y="204"/>
                    </a:lnTo>
                    <a:lnTo>
                      <a:pt x="561" y="202"/>
                    </a:lnTo>
                    <a:lnTo>
                      <a:pt x="563" y="202"/>
                    </a:lnTo>
                    <a:lnTo>
                      <a:pt x="563" y="202"/>
                    </a:lnTo>
                    <a:lnTo>
                      <a:pt x="563" y="202"/>
                    </a:lnTo>
                    <a:lnTo>
                      <a:pt x="565" y="202"/>
                    </a:lnTo>
                    <a:lnTo>
                      <a:pt x="565" y="202"/>
                    </a:lnTo>
                    <a:lnTo>
                      <a:pt x="565" y="202"/>
                    </a:lnTo>
                    <a:lnTo>
                      <a:pt x="565" y="199"/>
                    </a:lnTo>
                    <a:lnTo>
                      <a:pt x="568" y="199"/>
                    </a:lnTo>
                    <a:lnTo>
                      <a:pt x="568" y="199"/>
                    </a:lnTo>
                    <a:lnTo>
                      <a:pt x="568" y="199"/>
                    </a:lnTo>
                    <a:lnTo>
                      <a:pt x="568" y="199"/>
                    </a:lnTo>
                    <a:lnTo>
                      <a:pt x="570" y="199"/>
                    </a:lnTo>
                    <a:lnTo>
                      <a:pt x="570" y="199"/>
                    </a:lnTo>
                    <a:lnTo>
                      <a:pt x="570" y="199"/>
                    </a:lnTo>
                    <a:lnTo>
                      <a:pt x="570" y="202"/>
                    </a:lnTo>
                    <a:lnTo>
                      <a:pt x="573" y="202"/>
                    </a:lnTo>
                    <a:lnTo>
                      <a:pt x="573" y="202"/>
                    </a:lnTo>
                    <a:lnTo>
                      <a:pt x="573" y="202"/>
                    </a:lnTo>
                    <a:lnTo>
                      <a:pt x="573" y="202"/>
                    </a:lnTo>
                    <a:lnTo>
                      <a:pt x="575" y="202"/>
                    </a:lnTo>
                    <a:lnTo>
                      <a:pt x="575" y="202"/>
                    </a:lnTo>
                    <a:lnTo>
                      <a:pt x="575" y="202"/>
                    </a:lnTo>
                    <a:lnTo>
                      <a:pt x="577" y="202"/>
                    </a:lnTo>
                    <a:lnTo>
                      <a:pt x="577" y="202"/>
                    </a:lnTo>
                    <a:lnTo>
                      <a:pt x="577" y="204"/>
                    </a:lnTo>
                    <a:lnTo>
                      <a:pt x="580" y="204"/>
                    </a:lnTo>
                    <a:lnTo>
                      <a:pt x="580" y="204"/>
                    </a:lnTo>
                    <a:lnTo>
                      <a:pt x="580" y="204"/>
                    </a:lnTo>
                    <a:lnTo>
                      <a:pt x="580" y="204"/>
                    </a:lnTo>
                    <a:lnTo>
                      <a:pt x="580" y="204"/>
                    </a:lnTo>
                    <a:lnTo>
                      <a:pt x="580" y="204"/>
                    </a:lnTo>
                    <a:lnTo>
                      <a:pt x="582" y="204"/>
                    </a:lnTo>
                    <a:lnTo>
                      <a:pt x="582" y="204"/>
                    </a:lnTo>
                    <a:lnTo>
                      <a:pt x="582" y="204"/>
                    </a:lnTo>
                    <a:lnTo>
                      <a:pt x="584" y="204"/>
                    </a:lnTo>
                    <a:lnTo>
                      <a:pt x="584" y="204"/>
                    </a:lnTo>
                    <a:lnTo>
                      <a:pt x="584" y="204"/>
                    </a:lnTo>
                    <a:lnTo>
                      <a:pt x="584" y="202"/>
                    </a:lnTo>
                    <a:lnTo>
                      <a:pt x="587" y="202"/>
                    </a:lnTo>
                    <a:lnTo>
                      <a:pt x="587" y="204"/>
                    </a:lnTo>
                    <a:lnTo>
                      <a:pt x="587" y="204"/>
                    </a:lnTo>
                    <a:lnTo>
                      <a:pt x="587" y="202"/>
                    </a:lnTo>
                    <a:lnTo>
                      <a:pt x="587" y="202"/>
                    </a:lnTo>
                    <a:lnTo>
                      <a:pt x="589" y="202"/>
                    </a:lnTo>
                    <a:lnTo>
                      <a:pt x="589" y="202"/>
                    </a:lnTo>
                    <a:lnTo>
                      <a:pt x="589" y="202"/>
                    </a:lnTo>
                    <a:lnTo>
                      <a:pt x="591" y="202"/>
                    </a:lnTo>
                    <a:lnTo>
                      <a:pt x="591" y="202"/>
                    </a:lnTo>
                    <a:lnTo>
                      <a:pt x="591" y="202"/>
                    </a:lnTo>
                    <a:lnTo>
                      <a:pt x="591" y="199"/>
                    </a:lnTo>
                    <a:lnTo>
                      <a:pt x="591" y="199"/>
                    </a:lnTo>
                    <a:lnTo>
                      <a:pt x="591" y="197"/>
                    </a:lnTo>
                    <a:lnTo>
                      <a:pt x="594" y="197"/>
                    </a:lnTo>
                    <a:lnTo>
                      <a:pt x="594" y="197"/>
                    </a:lnTo>
                    <a:lnTo>
                      <a:pt x="594" y="197"/>
                    </a:lnTo>
                    <a:lnTo>
                      <a:pt x="596" y="197"/>
                    </a:lnTo>
                    <a:lnTo>
                      <a:pt x="596" y="197"/>
                    </a:lnTo>
                    <a:lnTo>
                      <a:pt x="596" y="197"/>
                    </a:lnTo>
                    <a:lnTo>
                      <a:pt x="599" y="197"/>
                    </a:lnTo>
                    <a:lnTo>
                      <a:pt x="599" y="195"/>
                    </a:lnTo>
                    <a:lnTo>
                      <a:pt x="599" y="195"/>
                    </a:lnTo>
                    <a:lnTo>
                      <a:pt x="599" y="195"/>
                    </a:lnTo>
                    <a:lnTo>
                      <a:pt x="599" y="195"/>
                    </a:lnTo>
                    <a:lnTo>
                      <a:pt x="601" y="195"/>
                    </a:lnTo>
                    <a:lnTo>
                      <a:pt x="601" y="195"/>
                    </a:lnTo>
                    <a:lnTo>
                      <a:pt x="601" y="195"/>
                    </a:lnTo>
                    <a:lnTo>
                      <a:pt x="601" y="197"/>
                    </a:lnTo>
                    <a:lnTo>
                      <a:pt x="601" y="197"/>
                    </a:lnTo>
                    <a:lnTo>
                      <a:pt x="601" y="197"/>
                    </a:lnTo>
                    <a:lnTo>
                      <a:pt x="601" y="199"/>
                    </a:lnTo>
                    <a:lnTo>
                      <a:pt x="601" y="199"/>
                    </a:lnTo>
                    <a:lnTo>
                      <a:pt x="603" y="199"/>
                    </a:lnTo>
                    <a:lnTo>
                      <a:pt x="603" y="199"/>
                    </a:lnTo>
                    <a:lnTo>
                      <a:pt x="606" y="199"/>
                    </a:lnTo>
                    <a:lnTo>
                      <a:pt x="606" y="199"/>
                    </a:lnTo>
                    <a:lnTo>
                      <a:pt x="606" y="199"/>
                    </a:lnTo>
                    <a:lnTo>
                      <a:pt x="606" y="199"/>
                    </a:lnTo>
                    <a:lnTo>
                      <a:pt x="606" y="202"/>
                    </a:lnTo>
                    <a:lnTo>
                      <a:pt x="606" y="202"/>
                    </a:lnTo>
                    <a:lnTo>
                      <a:pt x="606" y="202"/>
                    </a:lnTo>
                    <a:lnTo>
                      <a:pt x="603" y="202"/>
                    </a:lnTo>
                    <a:lnTo>
                      <a:pt x="603" y="202"/>
                    </a:lnTo>
                    <a:lnTo>
                      <a:pt x="603" y="204"/>
                    </a:lnTo>
                    <a:lnTo>
                      <a:pt x="601" y="204"/>
                    </a:lnTo>
                    <a:lnTo>
                      <a:pt x="601" y="204"/>
                    </a:lnTo>
                    <a:lnTo>
                      <a:pt x="601" y="204"/>
                    </a:lnTo>
                    <a:lnTo>
                      <a:pt x="601" y="204"/>
                    </a:lnTo>
                    <a:lnTo>
                      <a:pt x="601" y="207"/>
                    </a:lnTo>
                    <a:lnTo>
                      <a:pt x="601" y="207"/>
                    </a:lnTo>
                    <a:lnTo>
                      <a:pt x="601" y="209"/>
                    </a:lnTo>
                    <a:lnTo>
                      <a:pt x="601" y="209"/>
                    </a:lnTo>
                    <a:lnTo>
                      <a:pt x="603" y="209"/>
                    </a:lnTo>
                    <a:lnTo>
                      <a:pt x="603" y="207"/>
                    </a:lnTo>
                    <a:lnTo>
                      <a:pt x="603" y="207"/>
                    </a:lnTo>
                    <a:lnTo>
                      <a:pt x="603" y="207"/>
                    </a:lnTo>
                    <a:lnTo>
                      <a:pt x="606" y="207"/>
                    </a:lnTo>
                    <a:lnTo>
                      <a:pt x="606" y="204"/>
                    </a:lnTo>
                    <a:lnTo>
                      <a:pt x="606" y="204"/>
                    </a:lnTo>
                    <a:lnTo>
                      <a:pt x="606" y="204"/>
                    </a:lnTo>
                    <a:lnTo>
                      <a:pt x="608" y="204"/>
                    </a:lnTo>
                    <a:lnTo>
                      <a:pt x="608" y="204"/>
                    </a:lnTo>
                    <a:lnTo>
                      <a:pt x="608" y="207"/>
                    </a:lnTo>
                    <a:lnTo>
                      <a:pt x="608" y="207"/>
                    </a:lnTo>
                    <a:lnTo>
                      <a:pt x="608" y="207"/>
                    </a:lnTo>
                    <a:lnTo>
                      <a:pt x="608" y="209"/>
                    </a:lnTo>
                    <a:lnTo>
                      <a:pt x="608" y="209"/>
                    </a:lnTo>
                    <a:lnTo>
                      <a:pt x="608" y="211"/>
                    </a:lnTo>
                    <a:lnTo>
                      <a:pt x="610" y="211"/>
                    </a:lnTo>
                    <a:lnTo>
                      <a:pt x="610" y="211"/>
                    </a:lnTo>
                    <a:lnTo>
                      <a:pt x="610" y="211"/>
                    </a:lnTo>
                    <a:lnTo>
                      <a:pt x="610" y="214"/>
                    </a:lnTo>
                    <a:lnTo>
                      <a:pt x="610" y="214"/>
                    </a:lnTo>
                    <a:lnTo>
                      <a:pt x="610" y="214"/>
                    </a:lnTo>
                    <a:lnTo>
                      <a:pt x="608" y="214"/>
                    </a:lnTo>
                    <a:lnTo>
                      <a:pt x="608" y="214"/>
                    </a:lnTo>
                    <a:lnTo>
                      <a:pt x="608" y="216"/>
                    </a:lnTo>
                    <a:lnTo>
                      <a:pt x="608" y="216"/>
                    </a:lnTo>
                    <a:lnTo>
                      <a:pt x="608" y="216"/>
                    </a:lnTo>
                    <a:lnTo>
                      <a:pt x="608" y="216"/>
                    </a:lnTo>
                    <a:lnTo>
                      <a:pt x="606" y="216"/>
                    </a:lnTo>
                    <a:lnTo>
                      <a:pt x="606" y="218"/>
                    </a:lnTo>
                    <a:lnTo>
                      <a:pt x="606" y="218"/>
                    </a:lnTo>
                    <a:lnTo>
                      <a:pt x="606" y="218"/>
                    </a:lnTo>
                    <a:lnTo>
                      <a:pt x="606" y="218"/>
                    </a:lnTo>
                    <a:lnTo>
                      <a:pt x="606" y="218"/>
                    </a:lnTo>
                    <a:lnTo>
                      <a:pt x="606" y="221"/>
                    </a:lnTo>
                    <a:lnTo>
                      <a:pt x="606" y="221"/>
                    </a:lnTo>
                    <a:lnTo>
                      <a:pt x="603" y="221"/>
                    </a:lnTo>
                    <a:lnTo>
                      <a:pt x="603" y="221"/>
                    </a:lnTo>
                    <a:lnTo>
                      <a:pt x="603" y="223"/>
                    </a:lnTo>
                    <a:lnTo>
                      <a:pt x="606" y="223"/>
                    </a:lnTo>
                    <a:lnTo>
                      <a:pt x="606" y="223"/>
                    </a:lnTo>
                    <a:lnTo>
                      <a:pt x="606" y="223"/>
                    </a:lnTo>
                    <a:lnTo>
                      <a:pt x="606" y="223"/>
                    </a:lnTo>
                    <a:lnTo>
                      <a:pt x="606" y="223"/>
                    </a:lnTo>
                    <a:lnTo>
                      <a:pt x="608" y="223"/>
                    </a:lnTo>
                    <a:lnTo>
                      <a:pt x="608" y="221"/>
                    </a:lnTo>
                    <a:lnTo>
                      <a:pt x="608" y="221"/>
                    </a:lnTo>
                    <a:lnTo>
                      <a:pt x="608" y="221"/>
                    </a:lnTo>
                    <a:lnTo>
                      <a:pt x="608" y="221"/>
                    </a:lnTo>
                    <a:lnTo>
                      <a:pt x="610" y="221"/>
                    </a:lnTo>
                    <a:lnTo>
                      <a:pt x="610" y="221"/>
                    </a:lnTo>
                    <a:lnTo>
                      <a:pt x="613" y="221"/>
                    </a:lnTo>
                    <a:lnTo>
                      <a:pt x="613" y="221"/>
                    </a:lnTo>
                    <a:lnTo>
                      <a:pt x="613" y="221"/>
                    </a:lnTo>
                    <a:lnTo>
                      <a:pt x="613" y="221"/>
                    </a:lnTo>
                    <a:lnTo>
                      <a:pt x="613" y="223"/>
                    </a:lnTo>
                    <a:lnTo>
                      <a:pt x="615" y="223"/>
                    </a:lnTo>
                    <a:lnTo>
                      <a:pt x="615" y="223"/>
                    </a:lnTo>
                    <a:lnTo>
                      <a:pt x="617" y="223"/>
                    </a:lnTo>
                    <a:lnTo>
                      <a:pt x="617" y="223"/>
                    </a:lnTo>
                    <a:lnTo>
                      <a:pt x="617" y="223"/>
                    </a:lnTo>
                    <a:lnTo>
                      <a:pt x="617" y="223"/>
                    </a:lnTo>
                    <a:lnTo>
                      <a:pt x="620" y="223"/>
                    </a:lnTo>
                    <a:lnTo>
                      <a:pt x="620" y="223"/>
                    </a:lnTo>
                    <a:lnTo>
                      <a:pt x="620" y="223"/>
                    </a:lnTo>
                    <a:lnTo>
                      <a:pt x="620" y="223"/>
                    </a:lnTo>
                    <a:lnTo>
                      <a:pt x="622" y="223"/>
                    </a:lnTo>
                    <a:lnTo>
                      <a:pt x="622" y="223"/>
                    </a:lnTo>
                    <a:lnTo>
                      <a:pt x="622" y="223"/>
                    </a:lnTo>
                    <a:lnTo>
                      <a:pt x="625" y="223"/>
                    </a:lnTo>
                    <a:lnTo>
                      <a:pt x="625" y="225"/>
                    </a:lnTo>
                    <a:lnTo>
                      <a:pt x="625" y="225"/>
                    </a:lnTo>
                    <a:lnTo>
                      <a:pt x="625" y="225"/>
                    </a:lnTo>
                    <a:lnTo>
                      <a:pt x="625" y="225"/>
                    </a:lnTo>
                    <a:lnTo>
                      <a:pt x="625" y="225"/>
                    </a:lnTo>
                    <a:lnTo>
                      <a:pt x="627" y="225"/>
                    </a:lnTo>
                    <a:lnTo>
                      <a:pt x="627" y="225"/>
                    </a:lnTo>
                    <a:lnTo>
                      <a:pt x="627" y="228"/>
                    </a:lnTo>
                    <a:lnTo>
                      <a:pt x="627" y="228"/>
                    </a:lnTo>
                    <a:lnTo>
                      <a:pt x="627" y="228"/>
                    </a:lnTo>
                    <a:lnTo>
                      <a:pt x="627" y="230"/>
                    </a:lnTo>
                    <a:lnTo>
                      <a:pt x="627" y="230"/>
                    </a:lnTo>
                    <a:lnTo>
                      <a:pt x="627" y="230"/>
                    </a:lnTo>
                    <a:lnTo>
                      <a:pt x="627" y="233"/>
                    </a:lnTo>
                    <a:lnTo>
                      <a:pt x="627" y="233"/>
                    </a:lnTo>
                    <a:lnTo>
                      <a:pt x="627" y="235"/>
                    </a:lnTo>
                    <a:lnTo>
                      <a:pt x="627" y="235"/>
                    </a:lnTo>
                    <a:lnTo>
                      <a:pt x="627" y="235"/>
                    </a:lnTo>
                    <a:lnTo>
                      <a:pt x="627" y="235"/>
                    </a:lnTo>
                    <a:lnTo>
                      <a:pt x="625" y="235"/>
                    </a:lnTo>
                    <a:lnTo>
                      <a:pt x="625" y="235"/>
                    </a:lnTo>
                    <a:lnTo>
                      <a:pt x="625" y="235"/>
                    </a:lnTo>
                    <a:lnTo>
                      <a:pt x="625" y="235"/>
                    </a:lnTo>
                    <a:lnTo>
                      <a:pt x="625" y="235"/>
                    </a:lnTo>
                    <a:lnTo>
                      <a:pt x="622" y="235"/>
                    </a:lnTo>
                    <a:lnTo>
                      <a:pt x="622" y="237"/>
                    </a:lnTo>
                    <a:lnTo>
                      <a:pt x="622" y="237"/>
                    </a:lnTo>
                    <a:lnTo>
                      <a:pt x="620" y="237"/>
                    </a:lnTo>
                    <a:lnTo>
                      <a:pt x="620" y="237"/>
                    </a:lnTo>
                    <a:lnTo>
                      <a:pt x="620" y="237"/>
                    </a:lnTo>
                    <a:lnTo>
                      <a:pt x="620" y="237"/>
                    </a:lnTo>
                    <a:lnTo>
                      <a:pt x="620" y="240"/>
                    </a:lnTo>
                    <a:lnTo>
                      <a:pt x="620" y="240"/>
                    </a:lnTo>
                    <a:lnTo>
                      <a:pt x="617" y="240"/>
                    </a:lnTo>
                    <a:lnTo>
                      <a:pt x="617" y="240"/>
                    </a:lnTo>
                    <a:lnTo>
                      <a:pt x="617" y="242"/>
                    </a:lnTo>
                    <a:lnTo>
                      <a:pt x="617" y="242"/>
                    </a:lnTo>
                    <a:lnTo>
                      <a:pt x="617" y="242"/>
                    </a:lnTo>
                    <a:lnTo>
                      <a:pt x="617" y="242"/>
                    </a:lnTo>
                    <a:lnTo>
                      <a:pt x="617" y="244"/>
                    </a:lnTo>
                    <a:lnTo>
                      <a:pt x="617" y="244"/>
                    </a:lnTo>
                    <a:lnTo>
                      <a:pt x="617" y="244"/>
                    </a:lnTo>
                    <a:lnTo>
                      <a:pt x="617" y="247"/>
                    </a:lnTo>
                    <a:lnTo>
                      <a:pt x="617" y="247"/>
                    </a:lnTo>
                    <a:lnTo>
                      <a:pt x="617" y="247"/>
                    </a:lnTo>
                    <a:lnTo>
                      <a:pt x="617" y="249"/>
                    </a:lnTo>
                    <a:lnTo>
                      <a:pt x="620" y="249"/>
                    </a:lnTo>
                    <a:lnTo>
                      <a:pt x="620" y="249"/>
                    </a:lnTo>
                    <a:lnTo>
                      <a:pt x="620" y="249"/>
                    </a:lnTo>
                    <a:lnTo>
                      <a:pt x="620" y="252"/>
                    </a:lnTo>
                    <a:lnTo>
                      <a:pt x="620" y="252"/>
                    </a:lnTo>
                    <a:lnTo>
                      <a:pt x="620" y="252"/>
                    </a:lnTo>
                    <a:lnTo>
                      <a:pt x="622" y="252"/>
                    </a:lnTo>
                    <a:lnTo>
                      <a:pt x="622" y="254"/>
                    </a:lnTo>
                    <a:lnTo>
                      <a:pt x="622" y="254"/>
                    </a:lnTo>
                    <a:lnTo>
                      <a:pt x="622" y="254"/>
                    </a:lnTo>
                    <a:lnTo>
                      <a:pt x="622" y="254"/>
                    </a:lnTo>
                    <a:lnTo>
                      <a:pt x="622" y="254"/>
                    </a:lnTo>
                    <a:lnTo>
                      <a:pt x="620" y="254"/>
                    </a:lnTo>
                    <a:lnTo>
                      <a:pt x="620" y="254"/>
                    </a:lnTo>
                    <a:lnTo>
                      <a:pt x="620" y="254"/>
                    </a:lnTo>
                    <a:lnTo>
                      <a:pt x="620" y="254"/>
                    </a:lnTo>
                    <a:lnTo>
                      <a:pt x="617" y="254"/>
                    </a:lnTo>
                    <a:lnTo>
                      <a:pt x="617" y="254"/>
                    </a:lnTo>
                    <a:lnTo>
                      <a:pt x="617" y="254"/>
                    </a:lnTo>
                    <a:lnTo>
                      <a:pt x="617" y="254"/>
                    </a:lnTo>
                    <a:lnTo>
                      <a:pt x="617" y="252"/>
                    </a:lnTo>
                    <a:lnTo>
                      <a:pt x="617" y="252"/>
                    </a:lnTo>
                    <a:lnTo>
                      <a:pt x="615" y="252"/>
                    </a:lnTo>
                    <a:lnTo>
                      <a:pt x="615" y="249"/>
                    </a:lnTo>
                    <a:lnTo>
                      <a:pt x="615" y="249"/>
                    </a:lnTo>
                    <a:lnTo>
                      <a:pt x="615" y="249"/>
                    </a:lnTo>
                    <a:lnTo>
                      <a:pt x="613" y="249"/>
                    </a:lnTo>
                    <a:lnTo>
                      <a:pt x="613" y="247"/>
                    </a:lnTo>
                    <a:lnTo>
                      <a:pt x="613" y="247"/>
                    </a:lnTo>
                    <a:lnTo>
                      <a:pt x="613" y="249"/>
                    </a:lnTo>
                    <a:lnTo>
                      <a:pt x="613" y="249"/>
                    </a:lnTo>
                    <a:lnTo>
                      <a:pt x="610" y="249"/>
                    </a:lnTo>
                    <a:lnTo>
                      <a:pt x="610" y="249"/>
                    </a:lnTo>
                    <a:lnTo>
                      <a:pt x="610" y="249"/>
                    </a:lnTo>
                    <a:lnTo>
                      <a:pt x="608" y="249"/>
                    </a:lnTo>
                    <a:lnTo>
                      <a:pt x="608" y="249"/>
                    </a:lnTo>
                    <a:lnTo>
                      <a:pt x="608" y="249"/>
                    </a:lnTo>
                    <a:lnTo>
                      <a:pt x="606" y="249"/>
                    </a:lnTo>
                    <a:lnTo>
                      <a:pt x="606" y="249"/>
                    </a:lnTo>
                    <a:lnTo>
                      <a:pt x="606" y="249"/>
                    </a:lnTo>
                    <a:lnTo>
                      <a:pt x="603" y="249"/>
                    </a:lnTo>
                    <a:lnTo>
                      <a:pt x="603" y="249"/>
                    </a:lnTo>
                    <a:lnTo>
                      <a:pt x="601" y="249"/>
                    </a:lnTo>
                    <a:lnTo>
                      <a:pt x="601" y="252"/>
                    </a:lnTo>
                    <a:lnTo>
                      <a:pt x="601" y="252"/>
                    </a:lnTo>
                    <a:lnTo>
                      <a:pt x="601" y="252"/>
                    </a:lnTo>
                    <a:lnTo>
                      <a:pt x="601" y="252"/>
                    </a:lnTo>
                    <a:lnTo>
                      <a:pt x="599" y="252"/>
                    </a:lnTo>
                    <a:lnTo>
                      <a:pt x="599" y="252"/>
                    </a:lnTo>
                    <a:lnTo>
                      <a:pt x="599" y="254"/>
                    </a:lnTo>
                    <a:lnTo>
                      <a:pt x="599" y="254"/>
                    </a:lnTo>
                    <a:lnTo>
                      <a:pt x="599" y="254"/>
                    </a:lnTo>
                    <a:lnTo>
                      <a:pt x="596" y="254"/>
                    </a:lnTo>
                    <a:lnTo>
                      <a:pt x="596" y="254"/>
                    </a:lnTo>
                    <a:lnTo>
                      <a:pt x="596" y="256"/>
                    </a:lnTo>
                    <a:lnTo>
                      <a:pt x="596" y="256"/>
                    </a:lnTo>
                    <a:lnTo>
                      <a:pt x="594" y="256"/>
                    </a:lnTo>
                    <a:lnTo>
                      <a:pt x="594" y="256"/>
                    </a:lnTo>
                    <a:lnTo>
                      <a:pt x="594" y="256"/>
                    </a:lnTo>
                    <a:lnTo>
                      <a:pt x="594" y="256"/>
                    </a:lnTo>
                    <a:lnTo>
                      <a:pt x="594" y="259"/>
                    </a:lnTo>
                    <a:lnTo>
                      <a:pt x="591" y="259"/>
                    </a:lnTo>
                    <a:lnTo>
                      <a:pt x="591" y="259"/>
                    </a:lnTo>
                    <a:lnTo>
                      <a:pt x="591" y="261"/>
                    </a:lnTo>
                    <a:lnTo>
                      <a:pt x="591" y="261"/>
                    </a:lnTo>
                    <a:lnTo>
                      <a:pt x="591" y="261"/>
                    </a:lnTo>
                    <a:lnTo>
                      <a:pt x="589" y="261"/>
                    </a:lnTo>
                    <a:lnTo>
                      <a:pt x="589" y="261"/>
                    </a:lnTo>
                    <a:lnTo>
                      <a:pt x="589" y="261"/>
                    </a:lnTo>
                    <a:lnTo>
                      <a:pt x="587" y="261"/>
                    </a:lnTo>
                    <a:lnTo>
                      <a:pt x="587" y="261"/>
                    </a:lnTo>
                    <a:lnTo>
                      <a:pt x="587" y="263"/>
                    </a:lnTo>
                    <a:lnTo>
                      <a:pt x="587" y="263"/>
                    </a:lnTo>
                    <a:lnTo>
                      <a:pt x="587" y="263"/>
                    </a:lnTo>
                    <a:lnTo>
                      <a:pt x="587" y="263"/>
                    </a:lnTo>
                    <a:lnTo>
                      <a:pt x="584" y="263"/>
                    </a:lnTo>
                    <a:lnTo>
                      <a:pt x="584" y="263"/>
                    </a:lnTo>
                    <a:lnTo>
                      <a:pt x="584" y="266"/>
                    </a:lnTo>
                    <a:lnTo>
                      <a:pt x="584" y="266"/>
                    </a:lnTo>
                    <a:lnTo>
                      <a:pt x="582" y="266"/>
                    </a:lnTo>
                    <a:lnTo>
                      <a:pt x="582" y="266"/>
                    </a:lnTo>
                    <a:lnTo>
                      <a:pt x="580" y="266"/>
                    </a:lnTo>
                    <a:lnTo>
                      <a:pt x="580" y="266"/>
                    </a:lnTo>
                    <a:lnTo>
                      <a:pt x="580" y="266"/>
                    </a:lnTo>
                    <a:lnTo>
                      <a:pt x="580" y="266"/>
                    </a:lnTo>
                    <a:lnTo>
                      <a:pt x="580" y="268"/>
                    </a:lnTo>
                    <a:lnTo>
                      <a:pt x="580" y="268"/>
                    </a:lnTo>
                    <a:lnTo>
                      <a:pt x="577" y="268"/>
                    </a:lnTo>
                    <a:lnTo>
                      <a:pt x="577" y="270"/>
                    </a:lnTo>
                    <a:lnTo>
                      <a:pt x="577" y="270"/>
                    </a:lnTo>
                    <a:lnTo>
                      <a:pt x="577" y="270"/>
                    </a:lnTo>
                    <a:lnTo>
                      <a:pt x="577" y="270"/>
                    </a:lnTo>
                    <a:lnTo>
                      <a:pt x="577" y="273"/>
                    </a:lnTo>
                    <a:lnTo>
                      <a:pt x="577" y="273"/>
                    </a:lnTo>
                    <a:lnTo>
                      <a:pt x="577" y="275"/>
                    </a:lnTo>
                    <a:lnTo>
                      <a:pt x="577" y="275"/>
                    </a:lnTo>
                    <a:lnTo>
                      <a:pt x="577" y="275"/>
                    </a:lnTo>
                    <a:lnTo>
                      <a:pt x="580" y="275"/>
                    </a:lnTo>
                    <a:lnTo>
                      <a:pt x="580" y="278"/>
                    </a:lnTo>
                    <a:lnTo>
                      <a:pt x="577" y="278"/>
                    </a:lnTo>
                    <a:lnTo>
                      <a:pt x="577" y="278"/>
                    </a:lnTo>
                    <a:lnTo>
                      <a:pt x="577" y="280"/>
                    </a:lnTo>
                    <a:lnTo>
                      <a:pt x="580" y="280"/>
                    </a:lnTo>
                    <a:lnTo>
                      <a:pt x="580" y="280"/>
                    </a:lnTo>
                    <a:lnTo>
                      <a:pt x="580" y="282"/>
                    </a:lnTo>
                    <a:lnTo>
                      <a:pt x="580" y="282"/>
                    </a:lnTo>
                    <a:lnTo>
                      <a:pt x="577" y="282"/>
                    </a:lnTo>
                    <a:lnTo>
                      <a:pt x="577" y="285"/>
                    </a:lnTo>
                    <a:lnTo>
                      <a:pt x="577" y="285"/>
                    </a:lnTo>
                    <a:lnTo>
                      <a:pt x="575" y="285"/>
                    </a:lnTo>
                    <a:lnTo>
                      <a:pt x="575" y="285"/>
                    </a:lnTo>
                    <a:lnTo>
                      <a:pt x="575" y="285"/>
                    </a:lnTo>
                    <a:lnTo>
                      <a:pt x="575" y="287"/>
                    </a:lnTo>
                    <a:lnTo>
                      <a:pt x="577" y="287"/>
                    </a:lnTo>
                    <a:lnTo>
                      <a:pt x="577" y="287"/>
                    </a:lnTo>
                    <a:lnTo>
                      <a:pt x="577" y="289"/>
                    </a:lnTo>
                    <a:lnTo>
                      <a:pt x="575" y="289"/>
                    </a:lnTo>
                    <a:lnTo>
                      <a:pt x="575" y="289"/>
                    </a:lnTo>
                    <a:lnTo>
                      <a:pt x="575" y="289"/>
                    </a:lnTo>
                    <a:lnTo>
                      <a:pt x="575" y="292"/>
                    </a:lnTo>
                    <a:lnTo>
                      <a:pt x="575" y="292"/>
                    </a:lnTo>
                    <a:lnTo>
                      <a:pt x="575" y="292"/>
                    </a:lnTo>
                    <a:lnTo>
                      <a:pt x="573" y="292"/>
                    </a:lnTo>
                    <a:lnTo>
                      <a:pt x="573" y="294"/>
                    </a:lnTo>
                    <a:lnTo>
                      <a:pt x="573" y="294"/>
                    </a:lnTo>
                    <a:lnTo>
                      <a:pt x="573" y="294"/>
                    </a:lnTo>
                    <a:lnTo>
                      <a:pt x="573" y="294"/>
                    </a:lnTo>
                    <a:lnTo>
                      <a:pt x="573" y="294"/>
                    </a:lnTo>
                    <a:lnTo>
                      <a:pt x="570" y="294"/>
                    </a:lnTo>
                    <a:lnTo>
                      <a:pt x="570" y="294"/>
                    </a:lnTo>
                    <a:lnTo>
                      <a:pt x="570" y="297"/>
                    </a:lnTo>
                    <a:lnTo>
                      <a:pt x="568" y="297"/>
                    </a:lnTo>
                    <a:lnTo>
                      <a:pt x="568" y="297"/>
                    </a:lnTo>
                    <a:lnTo>
                      <a:pt x="568" y="297"/>
                    </a:lnTo>
                    <a:lnTo>
                      <a:pt x="568" y="299"/>
                    </a:lnTo>
                    <a:lnTo>
                      <a:pt x="568" y="299"/>
                    </a:lnTo>
                    <a:lnTo>
                      <a:pt x="568" y="301"/>
                    </a:lnTo>
                    <a:lnTo>
                      <a:pt x="568" y="301"/>
                    </a:lnTo>
                    <a:lnTo>
                      <a:pt x="568" y="301"/>
                    </a:lnTo>
                    <a:lnTo>
                      <a:pt x="568" y="304"/>
                    </a:lnTo>
                    <a:lnTo>
                      <a:pt x="568" y="304"/>
                    </a:lnTo>
                    <a:lnTo>
                      <a:pt x="568" y="304"/>
                    </a:lnTo>
                    <a:lnTo>
                      <a:pt x="568" y="304"/>
                    </a:lnTo>
                    <a:lnTo>
                      <a:pt x="570" y="304"/>
                    </a:lnTo>
                    <a:lnTo>
                      <a:pt x="570" y="304"/>
                    </a:lnTo>
                    <a:lnTo>
                      <a:pt x="570" y="304"/>
                    </a:lnTo>
                    <a:lnTo>
                      <a:pt x="570" y="306"/>
                    </a:lnTo>
                    <a:lnTo>
                      <a:pt x="570" y="306"/>
                    </a:lnTo>
                    <a:lnTo>
                      <a:pt x="570" y="308"/>
                    </a:lnTo>
                    <a:lnTo>
                      <a:pt x="570" y="308"/>
                    </a:lnTo>
                    <a:lnTo>
                      <a:pt x="570" y="308"/>
                    </a:lnTo>
                    <a:lnTo>
                      <a:pt x="570" y="311"/>
                    </a:lnTo>
                    <a:lnTo>
                      <a:pt x="568" y="311"/>
                    </a:lnTo>
                    <a:lnTo>
                      <a:pt x="568" y="311"/>
                    </a:lnTo>
                    <a:lnTo>
                      <a:pt x="568" y="313"/>
                    </a:lnTo>
                    <a:lnTo>
                      <a:pt x="568" y="313"/>
                    </a:lnTo>
                    <a:lnTo>
                      <a:pt x="568" y="313"/>
                    </a:lnTo>
                    <a:lnTo>
                      <a:pt x="568" y="313"/>
                    </a:lnTo>
                    <a:lnTo>
                      <a:pt x="568" y="316"/>
                    </a:lnTo>
                    <a:lnTo>
                      <a:pt x="568" y="316"/>
                    </a:lnTo>
                    <a:lnTo>
                      <a:pt x="565" y="316"/>
                    </a:lnTo>
                    <a:lnTo>
                      <a:pt x="565" y="316"/>
                    </a:lnTo>
                    <a:lnTo>
                      <a:pt x="565" y="318"/>
                    </a:lnTo>
                    <a:lnTo>
                      <a:pt x="565" y="318"/>
                    </a:lnTo>
                    <a:lnTo>
                      <a:pt x="565" y="318"/>
                    </a:lnTo>
                    <a:lnTo>
                      <a:pt x="565" y="318"/>
                    </a:lnTo>
                    <a:lnTo>
                      <a:pt x="565" y="320"/>
                    </a:lnTo>
                    <a:lnTo>
                      <a:pt x="563" y="320"/>
                    </a:lnTo>
                    <a:lnTo>
                      <a:pt x="563" y="320"/>
                    </a:lnTo>
                    <a:lnTo>
                      <a:pt x="563" y="323"/>
                    </a:lnTo>
                    <a:lnTo>
                      <a:pt x="563" y="323"/>
                    </a:lnTo>
                    <a:lnTo>
                      <a:pt x="563" y="323"/>
                    </a:lnTo>
                    <a:lnTo>
                      <a:pt x="563" y="323"/>
                    </a:lnTo>
                    <a:lnTo>
                      <a:pt x="563" y="325"/>
                    </a:lnTo>
                    <a:lnTo>
                      <a:pt x="561" y="325"/>
                    </a:lnTo>
                    <a:lnTo>
                      <a:pt x="561" y="325"/>
                    </a:lnTo>
                    <a:lnTo>
                      <a:pt x="561" y="327"/>
                    </a:lnTo>
                    <a:lnTo>
                      <a:pt x="561" y="327"/>
                    </a:lnTo>
                    <a:lnTo>
                      <a:pt x="561" y="327"/>
                    </a:lnTo>
                    <a:lnTo>
                      <a:pt x="561" y="330"/>
                    </a:lnTo>
                    <a:lnTo>
                      <a:pt x="561" y="330"/>
                    </a:lnTo>
                    <a:lnTo>
                      <a:pt x="561" y="330"/>
                    </a:lnTo>
                    <a:lnTo>
                      <a:pt x="561" y="332"/>
                    </a:lnTo>
                    <a:lnTo>
                      <a:pt x="561" y="332"/>
                    </a:lnTo>
                    <a:lnTo>
                      <a:pt x="558" y="332"/>
                    </a:lnTo>
                    <a:lnTo>
                      <a:pt x="558" y="334"/>
                    </a:lnTo>
                    <a:lnTo>
                      <a:pt x="558" y="334"/>
                    </a:lnTo>
                    <a:lnTo>
                      <a:pt x="558" y="334"/>
                    </a:lnTo>
                    <a:lnTo>
                      <a:pt x="558" y="334"/>
                    </a:lnTo>
                    <a:lnTo>
                      <a:pt x="558" y="337"/>
                    </a:lnTo>
                    <a:lnTo>
                      <a:pt x="558" y="337"/>
                    </a:lnTo>
                    <a:lnTo>
                      <a:pt x="558" y="337"/>
                    </a:lnTo>
                    <a:lnTo>
                      <a:pt x="558" y="337"/>
                    </a:lnTo>
                    <a:lnTo>
                      <a:pt x="556" y="337"/>
                    </a:lnTo>
                    <a:lnTo>
                      <a:pt x="556" y="337"/>
                    </a:lnTo>
                    <a:lnTo>
                      <a:pt x="556" y="334"/>
                    </a:lnTo>
                    <a:lnTo>
                      <a:pt x="554" y="334"/>
                    </a:lnTo>
                    <a:lnTo>
                      <a:pt x="554" y="334"/>
                    </a:lnTo>
                    <a:lnTo>
                      <a:pt x="554" y="334"/>
                    </a:lnTo>
                    <a:lnTo>
                      <a:pt x="554" y="334"/>
                    </a:lnTo>
                    <a:lnTo>
                      <a:pt x="551" y="334"/>
                    </a:lnTo>
                    <a:lnTo>
                      <a:pt x="551" y="334"/>
                    </a:lnTo>
                    <a:lnTo>
                      <a:pt x="551" y="334"/>
                    </a:lnTo>
                    <a:lnTo>
                      <a:pt x="551" y="334"/>
                    </a:lnTo>
                    <a:lnTo>
                      <a:pt x="551" y="334"/>
                    </a:lnTo>
                    <a:lnTo>
                      <a:pt x="551" y="334"/>
                    </a:lnTo>
                    <a:lnTo>
                      <a:pt x="549" y="334"/>
                    </a:lnTo>
                    <a:lnTo>
                      <a:pt x="549" y="334"/>
                    </a:lnTo>
                    <a:lnTo>
                      <a:pt x="546" y="334"/>
                    </a:lnTo>
                    <a:lnTo>
                      <a:pt x="546" y="334"/>
                    </a:lnTo>
                    <a:lnTo>
                      <a:pt x="546" y="334"/>
                    </a:lnTo>
                    <a:lnTo>
                      <a:pt x="546" y="334"/>
                    </a:lnTo>
                    <a:lnTo>
                      <a:pt x="544" y="334"/>
                    </a:lnTo>
                    <a:lnTo>
                      <a:pt x="544" y="334"/>
                    </a:lnTo>
                    <a:lnTo>
                      <a:pt x="544" y="334"/>
                    </a:lnTo>
                    <a:lnTo>
                      <a:pt x="544" y="334"/>
                    </a:lnTo>
                    <a:lnTo>
                      <a:pt x="544" y="332"/>
                    </a:lnTo>
                    <a:lnTo>
                      <a:pt x="542" y="332"/>
                    </a:lnTo>
                    <a:lnTo>
                      <a:pt x="542" y="332"/>
                    </a:lnTo>
                    <a:lnTo>
                      <a:pt x="542" y="332"/>
                    </a:lnTo>
                    <a:lnTo>
                      <a:pt x="539" y="332"/>
                    </a:lnTo>
                    <a:lnTo>
                      <a:pt x="539" y="332"/>
                    </a:lnTo>
                    <a:lnTo>
                      <a:pt x="539" y="334"/>
                    </a:lnTo>
                    <a:lnTo>
                      <a:pt x="539" y="334"/>
                    </a:lnTo>
                    <a:lnTo>
                      <a:pt x="539" y="334"/>
                    </a:lnTo>
                    <a:lnTo>
                      <a:pt x="542" y="334"/>
                    </a:lnTo>
                    <a:lnTo>
                      <a:pt x="542" y="337"/>
                    </a:lnTo>
                    <a:lnTo>
                      <a:pt x="542" y="337"/>
                    </a:lnTo>
                    <a:lnTo>
                      <a:pt x="542" y="339"/>
                    </a:lnTo>
                    <a:lnTo>
                      <a:pt x="542" y="339"/>
                    </a:lnTo>
                    <a:lnTo>
                      <a:pt x="542" y="339"/>
                    </a:lnTo>
                    <a:lnTo>
                      <a:pt x="542" y="342"/>
                    </a:lnTo>
                    <a:lnTo>
                      <a:pt x="542" y="342"/>
                    </a:lnTo>
                    <a:lnTo>
                      <a:pt x="542" y="344"/>
                    </a:lnTo>
                    <a:lnTo>
                      <a:pt x="542" y="344"/>
                    </a:lnTo>
                    <a:lnTo>
                      <a:pt x="542" y="344"/>
                    </a:lnTo>
                    <a:lnTo>
                      <a:pt x="542" y="346"/>
                    </a:lnTo>
                    <a:lnTo>
                      <a:pt x="542" y="346"/>
                    </a:lnTo>
                    <a:lnTo>
                      <a:pt x="542" y="346"/>
                    </a:lnTo>
                    <a:lnTo>
                      <a:pt x="542" y="349"/>
                    </a:lnTo>
                    <a:lnTo>
                      <a:pt x="542" y="349"/>
                    </a:lnTo>
                    <a:lnTo>
                      <a:pt x="542" y="351"/>
                    </a:lnTo>
                    <a:lnTo>
                      <a:pt x="542" y="351"/>
                    </a:lnTo>
                    <a:lnTo>
                      <a:pt x="542" y="353"/>
                    </a:lnTo>
                    <a:lnTo>
                      <a:pt x="542" y="353"/>
                    </a:lnTo>
                    <a:lnTo>
                      <a:pt x="542" y="353"/>
                    </a:lnTo>
                    <a:lnTo>
                      <a:pt x="542" y="356"/>
                    </a:lnTo>
                    <a:lnTo>
                      <a:pt x="542" y="356"/>
                    </a:lnTo>
                    <a:lnTo>
                      <a:pt x="539" y="356"/>
                    </a:lnTo>
                    <a:lnTo>
                      <a:pt x="539" y="358"/>
                    </a:lnTo>
                    <a:lnTo>
                      <a:pt x="539" y="358"/>
                    </a:lnTo>
                    <a:lnTo>
                      <a:pt x="539" y="358"/>
                    </a:lnTo>
                    <a:lnTo>
                      <a:pt x="539" y="358"/>
                    </a:lnTo>
                    <a:lnTo>
                      <a:pt x="537" y="358"/>
                    </a:lnTo>
                    <a:lnTo>
                      <a:pt x="537" y="358"/>
                    </a:lnTo>
                    <a:lnTo>
                      <a:pt x="537" y="358"/>
                    </a:lnTo>
                    <a:lnTo>
                      <a:pt x="535" y="358"/>
                    </a:lnTo>
                    <a:lnTo>
                      <a:pt x="535" y="358"/>
                    </a:lnTo>
                    <a:lnTo>
                      <a:pt x="535" y="361"/>
                    </a:lnTo>
                    <a:lnTo>
                      <a:pt x="535" y="361"/>
                    </a:lnTo>
                    <a:lnTo>
                      <a:pt x="535" y="363"/>
                    </a:lnTo>
                    <a:lnTo>
                      <a:pt x="535" y="363"/>
                    </a:lnTo>
                    <a:lnTo>
                      <a:pt x="535" y="363"/>
                    </a:lnTo>
                    <a:lnTo>
                      <a:pt x="535" y="363"/>
                    </a:lnTo>
                    <a:lnTo>
                      <a:pt x="535" y="365"/>
                    </a:lnTo>
                    <a:lnTo>
                      <a:pt x="535" y="365"/>
                    </a:lnTo>
                    <a:lnTo>
                      <a:pt x="535" y="368"/>
                    </a:lnTo>
                    <a:lnTo>
                      <a:pt x="535" y="368"/>
                    </a:lnTo>
                    <a:lnTo>
                      <a:pt x="535" y="368"/>
                    </a:lnTo>
                    <a:lnTo>
                      <a:pt x="535" y="370"/>
                    </a:lnTo>
                    <a:lnTo>
                      <a:pt x="535" y="370"/>
                    </a:lnTo>
                    <a:lnTo>
                      <a:pt x="535" y="372"/>
                    </a:lnTo>
                    <a:lnTo>
                      <a:pt x="535" y="372"/>
                    </a:lnTo>
                    <a:lnTo>
                      <a:pt x="537" y="372"/>
                    </a:lnTo>
                    <a:lnTo>
                      <a:pt x="537" y="372"/>
                    </a:lnTo>
                    <a:lnTo>
                      <a:pt x="537" y="375"/>
                    </a:lnTo>
                    <a:lnTo>
                      <a:pt x="537" y="375"/>
                    </a:lnTo>
                    <a:lnTo>
                      <a:pt x="537" y="375"/>
                    </a:lnTo>
                    <a:lnTo>
                      <a:pt x="537" y="377"/>
                    </a:lnTo>
                    <a:lnTo>
                      <a:pt x="537" y="377"/>
                    </a:lnTo>
                    <a:lnTo>
                      <a:pt x="537" y="377"/>
                    </a:lnTo>
                    <a:lnTo>
                      <a:pt x="537" y="380"/>
                    </a:lnTo>
                    <a:lnTo>
                      <a:pt x="537" y="380"/>
                    </a:lnTo>
                    <a:lnTo>
                      <a:pt x="535" y="380"/>
                    </a:lnTo>
                    <a:lnTo>
                      <a:pt x="535" y="380"/>
                    </a:lnTo>
                    <a:lnTo>
                      <a:pt x="535" y="380"/>
                    </a:lnTo>
                    <a:lnTo>
                      <a:pt x="535" y="380"/>
                    </a:lnTo>
                    <a:lnTo>
                      <a:pt x="535" y="380"/>
                    </a:lnTo>
                    <a:lnTo>
                      <a:pt x="535" y="382"/>
                    </a:lnTo>
                    <a:lnTo>
                      <a:pt x="535" y="382"/>
                    </a:lnTo>
                    <a:lnTo>
                      <a:pt x="532" y="382"/>
                    </a:lnTo>
                    <a:lnTo>
                      <a:pt x="532" y="382"/>
                    </a:lnTo>
                    <a:lnTo>
                      <a:pt x="532" y="384"/>
                    </a:lnTo>
                    <a:lnTo>
                      <a:pt x="532" y="384"/>
                    </a:lnTo>
                    <a:lnTo>
                      <a:pt x="532" y="384"/>
                    </a:lnTo>
                    <a:lnTo>
                      <a:pt x="530" y="384"/>
                    </a:lnTo>
                    <a:lnTo>
                      <a:pt x="530" y="382"/>
                    </a:lnTo>
                    <a:lnTo>
                      <a:pt x="530" y="382"/>
                    </a:lnTo>
                    <a:lnTo>
                      <a:pt x="530" y="382"/>
                    </a:lnTo>
                    <a:lnTo>
                      <a:pt x="528" y="382"/>
                    </a:lnTo>
                    <a:lnTo>
                      <a:pt x="528" y="382"/>
                    </a:lnTo>
                    <a:lnTo>
                      <a:pt x="528" y="382"/>
                    </a:lnTo>
                    <a:lnTo>
                      <a:pt x="528" y="382"/>
                    </a:lnTo>
                    <a:lnTo>
                      <a:pt x="528" y="382"/>
                    </a:lnTo>
                    <a:lnTo>
                      <a:pt x="525" y="382"/>
                    </a:lnTo>
                    <a:lnTo>
                      <a:pt x="525" y="382"/>
                    </a:lnTo>
                    <a:lnTo>
                      <a:pt x="525" y="384"/>
                    </a:lnTo>
                    <a:lnTo>
                      <a:pt x="525" y="384"/>
                    </a:lnTo>
                    <a:lnTo>
                      <a:pt x="525" y="384"/>
                    </a:lnTo>
                    <a:lnTo>
                      <a:pt x="525" y="382"/>
                    </a:lnTo>
                    <a:lnTo>
                      <a:pt x="525" y="382"/>
                    </a:lnTo>
                    <a:lnTo>
                      <a:pt x="525" y="382"/>
                    </a:lnTo>
                    <a:lnTo>
                      <a:pt x="525" y="380"/>
                    </a:lnTo>
                    <a:lnTo>
                      <a:pt x="525" y="380"/>
                    </a:lnTo>
                    <a:lnTo>
                      <a:pt x="525" y="377"/>
                    </a:lnTo>
                    <a:lnTo>
                      <a:pt x="525" y="377"/>
                    </a:lnTo>
                    <a:lnTo>
                      <a:pt x="525" y="375"/>
                    </a:lnTo>
                    <a:lnTo>
                      <a:pt x="523" y="375"/>
                    </a:lnTo>
                    <a:lnTo>
                      <a:pt x="523" y="375"/>
                    </a:lnTo>
                    <a:lnTo>
                      <a:pt x="523" y="372"/>
                    </a:lnTo>
                    <a:lnTo>
                      <a:pt x="523" y="372"/>
                    </a:lnTo>
                    <a:lnTo>
                      <a:pt x="523" y="372"/>
                    </a:lnTo>
                    <a:lnTo>
                      <a:pt x="523" y="370"/>
                    </a:lnTo>
                    <a:lnTo>
                      <a:pt x="523" y="370"/>
                    </a:lnTo>
                    <a:lnTo>
                      <a:pt x="523" y="370"/>
                    </a:lnTo>
                    <a:lnTo>
                      <a:pt x="523" y="368"/>
                    </a:lnTo>
                    <a:lnTo>
                      <a:pt x="523" y="368"/>
                    </a:lnTo>
                    <a:lnTo>
                      <a:pt x="523" y="365"/>
                    </a:lnTo>
                    <a:lnTo>
                      <a:pt x="523" y="365"/>
                    </a:lnTo>
                    <a:lnTo>
                      <a:pt x="520" y="365"/>
                    </a:lnTo>
                    <a:lnTo>
                      <a:pt x="520" y="363"/>
                    </a:lnTo>
                    <a:lnTo>
                      <a:pt x="520" y="363"/>
                    </a:lnTo>
                    <a:lnTo>
                      <a:pt x="520" y="363"/>
                    </a:lnTo>
                    <a:lnTo>
                      <a:pt x="520" y="363"/>
                    </a:lnTo>
                    <a:lnTo>
                      <a:pt x="520" y="361"/>
                    </a:lnTo>
                    <a:lnTo>
                      <a:pt x="520" y="361"/>
                    </a:lnTo>
                    <a:lnTo>
                      <a:pt x="520" y="361"/>
                    </a:lnTo>
                    <a:lnTo>
                      <a:pt x="520" y="358"/>
                    </a:lnTo>
                    <a:lnTo>
                      <a:pt x="520" y="358"/>
                    </a:lnTo>
                    <a:lnTo>
                      <a:pt x="520" y="356"/>
                    </a:lnTo>
                    <a:lnTo>
                      <a:pt x="520" y="356"/>
                    </a:lnTo>
                    <a:lnTo>
                      <a:pt x="518" y="356"/>
                    </a:lnTo>
                    <a:lnTo>
                      <a:pt x="518" y="353"/>
                    </a:lnTo>
                    <a:lnTo>
                      <a:pt x="518" y="353"/>
                    </a:lnTo>
                    <a:lnTo>
                      <a:pt x="518" y="353"/>
                    </a:lnTo>
                    <a:lnTo>
                      <a:pt x="520" y="353"/>
                    </a:lnTo>
                    <a:lnTo>
                      <a:pt x="520" y="351"/>
                    </a:lnTo>
                    <a:lnTo>
                      <a:pt x="520" y="351"/>
                    </a:lnTo>
                    <a:lnTo>
                      <a:pt x="520" y="349"/>
                    </a:lnTo>
                    <a:lnTo>
                      <a:pt x="518" y="349"/>
                    </a:lnTo>
                    <a:lnTo>
                      <a:pt x="518" y="349"/>
                    </a:lnTo>
                    <a:lnTo>
                      <a:pt x="518" y="346"/>
                    </a:lnTo>
                    <a:lnTo>
                      <a:pt x="518" y="346"/>
                    </a:lnTo>
                    <a:lnTo>
                      <a:pt x="518" y="344"/>
                    </a:lnTo>
                    <a:lnTo>
                      <a:pt x="518" y="344"/>
                    </a:lnTo>
                    <a:lnTo>
                      <a:pt x="518" y="344"/>
                    </a:lnTo>
                    <a:lnTo>
                      <a:pt x="518" y="344"/>
                    </a:lnTo>
                    <a:lnTo>
                      <a:pt x="518" y="344"/>
                    </a:lnTo>
                    <a:lnTo>
                      <a:pt x="518" y="342"/>
                    </a:lnTo>
                  </a:path>
                </a:pathLst>
              </a:custGeom>
              <a:solidFill>
                <a:schemeClr val="accent4"/>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3" name="Rectangle 161"/>
              <p:cNvSpPr>
                <a:spLocks noChangeArrowheads="1"/>
              </p:cNvSpPr>
              <p:nvPr/>
            </p:nvSpPr>
            <p:spPr bwMode="auto">
              <a:xfrm>
                <a:off x="2987" y="2789"/>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4" name="Rectangle 162"/>
              <p:cNvSpPr>
                <a:spLocks noChangeArrowheads="1"/>
              </p:cNvSpPr>
              <p:nvPr/>
            </p:nvSpPr>
            <p:spPr bwMode="auto">
              <a:xfrm>
                <a:off x="2987" y="2789"/>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5" name="Rectangle 163"/>
              <p:cNvSpPr>
                <a:spLocks noChangeArrowheads="1"/>
              </p:cNvSpPr>
              <p:nvPr/>
            </p:nvSpPr>
            <p:spPr bwMode="auto">
              <a:xfrm>
                <a:off x="2949" y="2713"/>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6" name="Rectangle 164"/>
              <p:cNvSpPr>
                <a:spLocks noChangeArrowheads="1"/>
              </p:cNvSpPr>
              <p:nvPr/>
            </p:nvSpPr>
            <p:spPr bwMode="auto">
              <a:xfrm>
                <a:off x="2949" y="2713"/>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7" name="Rectangle 165"/>
              <p:cNvSpPr>
                <a:spLocks noChangeArrowheads="1"/>
              </p:cNvSpPr>
              <p:nvPr/>
            </p:nvSpPr>
            <p:spPr bwMode="auto">
              <a:xfrm>
                <a:off x="2990" y="2836"/>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8" name="Rectangle 166"/>
              <p:cNvSpPr>
                <a:spLocks noChangeArrowheads="1"/>
              </p:cNvSpPr>
              <p:nvPr/>
            </p:nvSpPr>
            <p:spPr bwMode="auto">
              <a:xfrm>
                <a:off x="2990" y="2836"/>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9" name="Freeform 167"/>
              <p:cNvSpPr>
                <a:spLocks/>
              </p:cNvSpPr>
              <p:nvPr/>
            </p:nvSpPr>
            <p:spPr bwMode="auto">
              <a:xfrm>
                <a:off x="2900" y="2687"/>
                <a:ext cx="1" cy="2"/>
              </a:xfrm>
              <a:custGeom>
                <a:avLst/>
                <a:gdLst/>
                <a:ahLst/>
                <a:cxnLst>
                  <a:cxn ang="0">
                    <a:pos x="0" y="2"/>
                  </a:cxn>
                  <a:cxn ang="0">
                    <a:pos x="0" y="2"/>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0" name="Freeform 168"/>
              <p:cNvSpPr>
                <a:spLocks/>
              </p:cNvSpPr>
              <p:nvPr/>
            </p:nvSpPr>
            <p:spPr bwMode="auto">
              <a:xfrm>
                <a:off x="2900" y="2687"/>
                <a:ext cx="1" cy="2"/>
              </a:xfrm>
              <a:custGeom>
                <a:avLst/>
                <a:gdLst/>
                <a:ahLst/>
                <a:cxnLst>
                  <a:cxn ang="0">
                    <a:pos x="0" y="2"/>
                  </a:cxn>
                  <a:cxn ang="0">
                    <a:pos x="0" y="2"/>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1" name="Freeform 169"/>
              <p:cNvSpPr>
                <a:spLocks/>
              </p:cNvSpPr>
              <p:nvPr/>
            </p:nvSpPr>
            <p:spPr bwMode="auto">
              <a:xfrm>
                <a:off x="2914" y="2722"/>
                <a:ext cx="2" cy="3"/>
              </a:xfrm>
              <a:custGeom>
                <a:avLst/>
                <a:gdLst/>
                <a:ahLst/>
                <a:cxnLst>
                  <a:cxn ang="0">
                    <a:pos x="0" y="3"/>
                  </a:cxn>
                  <a:cxn ang="0">
                    <a:pos x="0" y="3"/>
                  </a:cxn>
                  <a:cxn ang="0">
                    <a:pos x="0" y="3"/>
                  </a:cxn>
                  <a:cxn ang="0">
                    <a:pos x="0" y="0"/>
                  </a:cxn>
                  <a:cxn ang="0">
                    <a:pos x="0" y="0"/>
                  </a:cxn>
                  <a:cxn ang="0">
                    <a:pos x="2" y="0"/>
                  </a:cxn>
                  <a:cxn ang="0">
                    <a:pos x="2" y="3"/>
                  </a:cxn>
                  <a:cxn ang="0">
                    <a:pos x="2" y="3"/>
                  </a:cxn>
                  <a:cxn ang="0">
                    <a:pos x="0" y="3"/>
                  </a:cxn>
                </a:cxnLst>
                <a:rect l="0" t="0" r="r" b="b"/>
                <a:pathLst>
                  <a:path w="2" h="3">
                    <a:moveTo>
                      <a:pt x="0" y="3"/>
                    </a:moveTo>
                    <a:lnTo>
                      <a:pt x="0" y="3"/>
                    </a:lnTo>
                    <a:lnTo>
                      <a:pt x="0" y="3"/>
                    </a:lnTo>
                    <a:lnTo>
                      <a:pt x="0" y="0"/>
                    </a:lnTo>
                    <a:lnTo>
                      <a:pt x="0" y="0"/>
                    </a:lnTo>
                    <a:lnTo>
                      <a:pt x="2" y="0"/>
                    </a:lnTo>
                    <a:lnTo>
                      <a:pt x="2" y="3"/>
                    </a:lnTo>
                    <a:lnTo>
                      <a:pt x="2" y="3"/>
                    </a:lnTo>
                    <a:lnTo>
                      <a:pt x="0"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2" name="Freeform 170"/>
              <p:cNvSpPr>
                <a:spLocks/>
              </p:cNvSpPr>
              <p:nvPr/>
            </p:nvSpPr>
            <p:spPr bwMode="auto">
              <a:xfrm>
                <a:off x="2914" y="2722"/>
                <a:ext cx="2" cy="3"/>
              </a:xfrm>
              <a:custGeom>
                <a:avLst/>
                <a:gdLst/>
                <a:ahLst/>
                <a:cxnLst>
                  <a:cxn ang="0">
                    <a:pos x="0" y="3"/>
                  </a:cxn>
                  <a:cxn ang="0">
                    <a:pos x="0" y="3"/>
                  </a:cxn>
                  <a:cxn ang="0">
                    <a:pos x="0" y="3"/>
                  </a:cxn>
                  <a:cxn ang="0">
                    <a:pos x="0" y="0"/>
                  </a:cxn>
                  <a:cxn ang="0">
                    <a:pos x="0" y="0"/>
                  </a:cxn>
                  <a:cxn ang="0">
                    <a:pos x="2" y="0"/>
                  </a:cxn>
                  <a:cxn ang="0">
                    <a:pos x="2" y="3"/>
                  </a:cxn>
                  <a:cxn ang="0">
                    <a:pos x="2" y="3"/>
                  </a:cxn>
                  <a:cxn ang="0">
                    <a:pos x="0" y="3"/>
                  </a:cxn>
                </a:cxnLst>
                <a:rect l="0" t="0" r="r" b="b"/>
                <a:pathLst>
                  <a:path w="2" h="3">
                    <a:moveTo>
                      <a:pt x="0" y="3"/>
                    </a:moveTo>
                    <a:lnTo>
                      <a:pt x="0" y="3"/>
                    </a:lnTo>
                    <a:lnTo>
                      <a:pt x="0" y="3"/>
                    </a:lnTo>
                    <a:lnTo>
                      <a:pt x="0" y="0"/>
                    </a:lnTo>
                    <a:lnTo>
                      <a:pt x="0" y="0"/>
                    </a:lnTo>
                    <a:lnTo>
                      <a:pt x="2" y="0"/>
                    </a:lnTo>
                    <a:lnTo>
                      <a:pt x="2" y="3"/>
                    </a:lnTo>
                    <a:lnTo>
                      <a:pt x="2" y="3"/>
                    </a:lnTo>
                    <a:lnTo>
                      <a:pt x="0"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3" name="Freeform 171"/>
              <p:cNvSpPr>
                <a:spLocks/>
              </p:cNvSpPr>
              <p:nvPr/>
            </p:nvSpPr>
            <p:spPr bwMode="auto">
              <a:xfrm>
                <a:off x="2930" y="2756"/>
                <a:ext cx="3" cy="2"/>
              </a:xfrm>
              <a:custGeom>
                <a:avLst/>
                <a:gdLst/>
                <a:ahLst/>
                <a:cxnLst>
                  <a:cxn ang="0">
                    <a:pos x="3" y="2"/>
                  </a:cxn>
                  <a:cxn ang="0">
                    <a:pos x="3" y="2"/>
                  </a:cxn>
                  <a:cxn ang="0">
                    <a:pos x="3" y="2"/>
                  </a:cxn>
                  <a:cxn ang="0">
                    <a:pos x="0" y="2"/>
                  </a:cxn>
                  <a:cxn ang="0">
                    <a:pos x="0" y="2"/>
                  </a:cxn>
                  <a:cxn ang="0">
                    <a:pos x="0" y="2"/>
                  </a:cxn>
                  <a:cxn ang="0">
                    <a:pos x="0" y="0"/>
                  </a:cxn>
                  <a:cxn ang="0">
                    <a:pos x="0" y="0"/>
                  </a:cxn>
                  <a:cxn ang="0">
                    <a:pos x="3" y="0"/>
                  </a:cxn>
                  <a:cxn ang="0">
                    <a:pos x="3" y="0"/>
                  </a:cxn>
                  <a:cxn ang="0">
                    <a:pos x="3" y="2"/>
                  </a:cxn>
                </a:cxnLst>
                <a:rect l="0" t="0" r="r" b="b"/>
                <a:pathLst>
                  <a:path w="3" h="2">
                    <a:moveTo>
                      <a:pt x="3" y="2"/>
                    </a:moveTo>
                    <a:lnTo>
                      <a:pt x="3" y="2"/>
                    </a:lnTo>
                    <a:lnTo>
                      <a:pt x="3" y="2"/>
                    </a:lnTo>
                    <a:lnTo>
                      <a:pt x="0" y="2"/>
                    </a:lnTo>
                    <a:lnTo>
                      <a:pt x="0" y="2"/>
                    </a:lnTo>
                    <a:lnTo>
                      <a:pt x="0" y="2"/>
                    </a:lnTo>
                    <a:lnTo>
                      <a:pt x="0" y="0"/>
                    </a:lnTo>
                    <a:lnTo>
                      <a:pt x="0" y="0"/>
                    </a:lnTo>
                    <a:lnTo>
                      <a:pt x="3" y="0"/>
                    </a:lnTo>
                    <a:lnTo>
                      <a:pt x="3" y="0"/>
                    </a:lnTo>
                    <a:lnTo>
                      <a:pt x="3"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4" name="Freeform 172"/>
              <p:cNvSpPr>
                <a:spLocks/>
              </p:cNvSpPr>
              <p:nvPr/>
            </p:nvSpPr>
            <p:spPr bwMode="auto">
              <a:xfrm>
                <a:off x="2930" y="2756"/>
                <a:ext cx="3" cy="2"/>
              </a:xfrm>
              <a:custGeom>
                <a:avLst/>
                <a:gdLst/>
                <a:ahLst/>
                <a:cxnLst>
                  <a:cxn ang="0">
                    <a:pos x="3" y="2"/>
                  </a:cxn>
                  <a:cxn ang="0">
                    <a:pos x="3" y="2"/>
                  </a:cxn>
                  <a:cxn ang="0">
                    <a:pos x="3" y="2"/>
                  </a:cxn>
                  <a:cxn ang="0">
                    <a:pos x="0" y="2"/>
                  </a:cxn>
                  <a:cxn ang="0">
                    <a:pos x="0" y="2"/>
                  </a:cxn>
                  <a:cxn ang="0">
                    <a:pos x="0" y="2"/>
                  </a:cxn>
                  <a:cxn ang="0">
                    <a:pos x="0" y="0"/>
                  </a:cxn>
                  <a:cxn ang="0">
                    <a:pos x="0" y="0"/>
                  </a:cxn>
                  <a:cxn ang="0">
                    <a:pos x="3" y="0"/>
                  </a:cxn>
                  <a:cxn ang="0">
                    <a:pos x="3" y="0"/>
                  </a:cxn>
                  <a:cxn ang="0">
                    <a:pos x="3" y="2"/>
                  </a:cxn>
                </a:cxnLst>
                <a:rect l="0" t="0" r="r" b="b"/>
                <a:pathLst>
                  <a:path w="3" h="2">
                    <a:moveTo>
                      <a:pt x="3" y="2"/>
                    </a:moveTo>
                    <a:lnTo>
                      <a:pt x="3" y="2"/>
                    </a:lnTo>
                    <a:lnTo>
                      <a:pt x="3" y="2"/>
                    </a:lnTo>
                    <a:lnTo>
                      <a:pt x="0" y="2"/>
                    </a:lnTo>
                    <a:lnTo>
                      <a:pt x="0" y="2"/>
                    </a:lnTo>
                    <a:lnTo>
                      <a:pt x="0" y="2"/>
                    </a:lnTo>
                    <a:lnTo>
                      <a:pt x="0" y="0"/>
                    </a:lnTo>
                    <a:lnTo>
                      <a:pt x="0" y="0"/>
                    </a:lnTo>
                    <a:lnTo>
                      <a:pt x="3" y="0"/>
                    </a:lnTo>
                    <a:lnTo>
                      <a:pt x="3" y="0"/>
                    </a:lnTo>
                    <a:lnTo>
                      <a:pt x="3"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5" name="Freeform 173"/>
              <p:cNvSpPr>
                <a:spLocks/>
              </p:cNvSpPr>
              <p:nvPr/>
            </p:nvSpPr>
            <p:spPr bwMode="auto">
              <a:xfrm>
                <a:off x="2904" y="2699"/>
                <a:ext cx="3" cy="4"/>
              </a:xfrm>
              <a:custGeom>
                <a:avLst/>
                <a:gdLst/>
                <a:ahLst/>
                <a:cxnLst>
                  <a:cxn ang="0">
                    <a:pos x="3" y="0"/>
                  </a:cxn>
                  <a:cxn ang="0">
                    <a:pos x="3" y="2"/>
                  </a:cxn>
                  <a:cxn ang="0">
                    <a:pos x="3" y="2"/>
                  </a:cxn>
                  <a:cxn ang="0">
                    <a:pos x="3" y="2"/>
                  </a:cxn>
                  <a:cxn ang="0">
                    <a:pos x="3" y="4"/>
                  </a:cxn>
                  <a:cxn ang="0">
                    <a:pos x="3" y="4"/>
                  </a:cxn>
                  <a:cxn ang="0">
                    <a:pos x="0" y="4"/>
                  </a:cxn>
                  <a:cxn ang="0">
                    <a:pos x="0" y="4"/>
                  </a:cxn>
                  <a:cxn ang="0">
                    <a:pos x="0" y="2"/>
                  </a:cxn>
                  <a:cxn ang="0">
                    <a:pos x="0" y="2"/>
                  </a:cxn>
                  <a:cxn ang="0">
                    <a:pos x="0" y="0"/>
                  </a:cxn>
                  <a:cxn ang="0">
                    <a:pos x="0" y="0"/>
                  </a:cxn>
                  <a:cxn ang="0">
                    <a:pos x="0" y="0"/>
                  </a:cxn>
                  <a:cxn ang="0">
                    <a:pos x="3" y="0"/>
                  </a:cxn>
                  <a:cxn ang="0">
                    <a:pos x="3" y="0"/>
                  </a:cxn>
                </a:cxnLst>
                <a:rect l="0" t="0" r="r" b="b"/>
                <a:pathLst>
                  <a:path w="3" h="4">
                    <a:moveTo>
                      <a:pt x="3" y="0"/>
                    </a:moveTo>
                    <a:lnTo>
                      <a:pt x="3" y="2"/>
                    </a:lnTo>
                    <a:lnTo>
                      <a:pt x="3" y="2"/>
                    </a:lnTo>
                    <a:lnTo>
                      <a:pt x="3" y="2"/>
                    </a:lnTo>
                    <a:lnTo>
                      <a:pt x="3" y="4"/>
                    </a:lnTo>
                    <a:lnTo>
                      <a:pt x="3" y="4"/>
                    </a:lnTo>
                    <a:lnTo>
                      <a:pt x="0" y="4"/>
                    </a:lnTo>
                    <a:lnTo>
                      <a:pt x="0" y="4"/>
                    </a:lnTo>
                    <a:lnTo>
                      <a:pt x="0" y="2"/>
                    </a:lnTo>
                    <a:lnTo>
                      <a:pt x="0" y="2"/>
                    </a:lnTo>
                    <a:lnTo>
                      <a:pt x="0" y="0"/>
                    </a:lnTo>
                    <a:lnTo>
                      <a:pt x="0" y="0"/>
                    </a:lnTo>
                    <a:lnTo>
                      <a:pt x="0" y="0"/>
                    </a:lnTo>
                    <a:lnTo>
                      <a:pt x="3" y="0"/>
                    </a:lnTo>
                    <a:lnTo>
                      <a:pt x="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6" name="Freeform 174"/>
              <p:cNvSpPr>
                <a:spLocks/>
              </p:cNvSpPr>
              <p:nvPr/>
            </p:nvSpPr>
            <p:spPr bwMode="auto">
              <a:xfrm>
                <a:off x="2904" y="2699"/>
                <a:ext cx="3" cy="4"/>
              </a:xfrm>
              <a:custGeom>
                <a:avLst/>
                <a:gdLst/>
                <a:ahLst/>
                <a:cxnLst>
                  <a:cxn ang="0">
                    <a:pos x="3" y="0"/>
                  </a:cxn>
                  <a:cxn ang="0">
                    <a:pos x="3" y="2"/>
                  </a:cxn>
                  <a:cxn ang="0">
                    <a:pos x="3" y="2"/>
                  </a:cxn>
                  <a:cxn ang="0">
                    <a:pos x="3" y="2"/>
                  </a:cxn>
                  <a:cxn ang="0">
                    <a:pos x="3" y="4"/>
                  </a:cxn>
                  <a:cxn ang="0">
                    <a:pos x="3" y="4"/>
                  </a:cxn>
                  <a:cxn ang="0">
                    <a:pos x="0" y="4"/>
                  </a:cxn>
                  <a:cxn ang="0">
                    <a:pos x="0" y="4"/>
                  </a:cxn>
                  <a:cxn ang="0">
                    <a:pos x="0" y="2"/>
                  </a:cxn>
                  <a:cxn ang="0">
                    <a:pos x="0" y="2"/>
                  </a:cxn>
                  <a:cxn ang="0">
                    <a:pos x="0" y="0"/>
                  </a:cxn>
                  <a:cxn ang="0">
                    <a:pos x="0" y="0"/>
                  </a:cxn>
                  <a:cxn ang="0">
                    <a:pos x="0" y="0"/>
                  </a:cxn>
                  <a:cxn ang="0">
                    <a:pos x="3" y="0"/>
                  </a:cxn>
                  <a:cxn ang="0">
                    <a:pos x="3" y="0"/>
                  </a:cxn>
                </a:cxnLst>
                <a:rect l="0" t="0" r="r" b="b"/>
                <a:pathLst>
                  <a:path w="3" h="4">
                    <a:moveTo>
                      <a:pt x="3" y="0"/>
                    </a:moveTo>
                    <a:lnTo>
                      <a:pt x="3" y="2"/>
                    </a:lnTo>
                    <a:lnTo>
                      <a:pt x="3" y="2"/>
                    </a:lnTo>
                    <a:lnTo>
                      <a:pt x="3" y="2"/>
                    </a:lnTo>
                    <a:lnTo>
                      <a:pt x="3" y="4"/>
                    </a:lnTo>
                    <a:lnTo>
                      <a:pt x="3" y="4"/>
                    </a:lnTo>
                    <a:lnTo>
                      <a:pt x="0" y="4"/>
                    </a:lnTo>
                    <a:lnTo>
                      <a:pt x="0" y="4"/>
                    </a:lnTo>
                    <a:lnTo>
                      <a:pt x="0" y="2"/>
                    </a:lnTo>
                    <a:lnTo>
                      <a:pt x="0" y="2"/>
                    </a:lnTo>
                    <a:lnTo>
                      <a:pt x="0" y="0"/>
                    </a:lnTo>
                    <a:lnTo>
                      <a:pt x="0" y="0"/>
                    </a:lnTo>
                    <a:lnTo>
                      <a:pt x="0" y="0"/>
                    </a:lnTo>
                    <a:lnTo>
                      <a:pt x="3" y="0"/>
                    </a:lnTo>
                    <a:lnTo>
                      <a:pt x="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7" name="Freeform 175"/>
              <p:cNvSpPr>
                <a:spLocks/>
              </p:cNvSpPr>
              <p:nvPr/>
            </p:nvSpPr>
            <p:spPr bwMode="auto">
              <a:xfrm>
                <a:off x="2942" y="2711"/>
                <a:ext cx="5" cy="4"/>
              </a:xfrm>
              <a:custGeom>
                <a:avLst/>
                <a:gdLst/>
                <a:ahLst/>
                <a:cxnLst>
                  <a:cxn ang="0">
                    <a:pos x="5" y="2"/>
                  </a:cxn>
                  <a:cxn ang="0">
                    <a:pos x="5" y="4"/>
                  </a:cxn>
                  <a:cxn ang="0">
                    <a:pos x="5" y="4"/>
                  </a:cxn>
                  <a:cxn ang="0">
                    <a:pos x="5" y="4"/>
                  </a:cxn>
                  <a:cxn ang="0">
                    <a:pos x="5" y="4"/>
                  </a:cxn>
                  <a:cxn ang="0">
                    <a:pos x="3" y="4"/>
                  </a:cxn>
                  <a:cxn ang="0">
                    <a:pos x="3" y="4"/>
                  </a:cxn>
                  <a:cxn ang="0">
                    <a:pos x="5" y="4"/>
                  </a:cxn>
                  <a:cxn ang="0">
                    <a:pos x="5" y="2"/>
                  </a:cxn>
                  <a:cxn ang="0">
                    <a:pos x="3" y="2"/>
                  </a:cxn>
                  <a:cxn ang="0">
                    <a:pos x="3" y="2"/>
                  </a:cxn>
                  <a:cxn ang="0">
                    <a:pos x="0" y="2"/>
                  </a:cxn>
                  <a:cxn ang="0">
                    <a:pos x="0" y="2"/>
                  </a:cxn>
                  <a:cxn ang="0">
                    <a:pos x="0" y="0"/>
                  </a:cxn>
                  <a:cxn ang="0">
                    <a:pos x="3" y="0"/>
                  </a:cxn>
                  <a:cxn ang="0">
                    <a:pos x="3" y="0"/>
                  </a:cxn>
                  <a:cxn ang="0">
                    <a:pos x="5" y="0"/>
                  </a:cxn>
                  <a:cxn ang="0">
                    <a:pos x="5" y="0"/>
                  </a:cxn>
                  <a:cxn ang="0">
                    <a:pos x="5" y="0"/>
                  </a:cxn>
                  <a:cxn ang="0">
                    <a:pos x="5" y="2"/>
                  </a:cxn>
                  <a:cxn ang="0">
                    <a:pos x="5" y="2"/>
                  </a:cxn>
                </a:cxnLst>
                <a:rect l="0" t="0" r="r" b="b"/>
                <a:pathLst>
                  <a:path w="5" h="4">
                    <a:moveTo>
                      <a:pt x="5" y="2"/>
                    </a:moveTo>
                    <a:lnTo>
                      <a:pt x="5" y="4"/>
                    </a:lnTo>
                    <a:lnTo>
                      <a:pt x="5" y="4"/>
                    </a:lnTo>
                    <a:lnTo>
                      <a:pt x="5" y="4"/>
                    </a:lnTo>
                    <a:lnTo>
                      <a:pt x="5" y="4"/>
                    </a:lnTo>
                    <a:lnTo>
                      <a:pt x="3" y="4"/>
                    </a:lnTo>
                    <a:lnTo>
                      <a:pt x="3" y="4"/>
                    </a:lnTo>
                    <a:lnTo>
                      <a:pt x="5" y="4"/>
                    </a:lnTo>
                    <a:lnTo>
                      <a:pt x="5" y="2"/>
                    </a:lnTo>
                    <a:lnTo>
                      <a:pt x="3" y="2"/>
                    </a:lnTo>
                    <a:lnTo>
                      <a:pt x="3" y="2"/>
                    </a:lnTo>
                    <a:lnTo>
                      <a:pt x="0" y="2"/>
                    </a:lnTo>
                    <a:lnTo>
                      <a:pt x="0" y="2"/>
                    </a:lnTo>
                    <a:lnTo>
                      <a:pt x="0" y="0"/>
                    </a:lnTo>
                    <a:lnTo>
                      <a:pt x="3" y="0"/>
                    </a:lnTo>
                    <a:lnTo>
                      <a:pt x="3" y="0"/>
                    </a:lnTo>
                    <a:lnTo>
                      <a:pt x="5" y="0"/>
                    </a:lnTo>
                    <a:lnTo>
                      <a:pt x="5" y="0"/>
                    </a:lnTo>
                    <a:lnTo>
                      <a:pt x="5" y="0"/>
                    </a:lnTo>
                    <a:lnTo>
                      <a:pt x="5" y="2"/>
                    </a:lnTo>
                    <a:lnTo>
                      <a:pt x="5"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8" name="Freeform 176"/>
              <p:cNvSpPr>
                <a:spLocks/>
              </p:cNvSpPr>
              <p:nvPr/>
            </p:nvSpPr>
            <p:spPr bwMode="auto">
              <a:xfrm>
                <a:off x="2942" y="2711"/>
                <a:ext cx="5" cy="4"/>
              </a:xfrm>
              <a:custGeom>
                <a:avLst/>
                <a:gdLst/>
                <a:ahLst/>
                <a:cxnLst>
                  <a:cxn ang="0">
                    <a:pos x="5" y="2"/>
                  </a:cxn>
                  <a:cxn ang="0">
                    <a:pos x="5" y="4"/>
                  </a:cxn>
                  <a:cxn ang="0">
                    <a:pos x="5" y="4"/>
                  </a:cxn>
                  <a:cxn ang="0">
                    <a:pos x="5" y="4"/>
                  </a:cxn>
                  <a:cxn ang="0">
                    <a:pos x="5" y="4"/>
                  </a:cxn>
                  <a:cxn ang="0">
                    <a:pos x="3" y="4"/>
                  </a:cxn>
                  <a:cxn ang="0">
                    <a:pos x="3" y="4"/>
                  </a:cxn>
                  <a:cxn ang="0">
                    <a:pos x="5" y="4"/>
                  </a:cxn>
                  <a:cxn ang="0">
                    <a:pos x="5" y="2"/>
                  </a:cxn>
                  <a:cxn ang="0">
                    <a:pos x="3" y="2"/>
                  </a:cxn>
                  <a:cxn ang="0">
                    <a:pos x="3" y="2"/>
                  </a:cxn>
                  <a:cxn ang="0">
                    <a:pos x="0" y="2"/>
                  </a:cxn>
                  <a:cxn ang="0">
                    <a:pos x="0" y="2"/>
                  </a:cxn>
                  <a:cxn ang="0">
                    <a:pos x="0" y="0"/>
                  </a:cxn>
                  <a:cxn ang="0">
                    <a:pos x="3" y="0"/>
                  </a:cxn>
                  <a:cxn ang="0">
                    <a:pos x="3" y="0"/>
                  </a:cxn>
                  <a:cxn ang="0">
                    <a:pos x="5" y="0"/>
                  </a:cxn>
                  <a:cxn ang="0">
                    <a:pos x="5" y="0"/>
                  </a:cxn>
                  <a:cxn ang="0">
                    <a:pos x="5" y="0"/>
                  </a:cxn>
                  <a:cxn ang="0">
                    <a:pos x="5" y="2"/>
                  </a:cxn>
                  <a:cxn ang="0">
                    <a:pos x="5" y="2"/>
                  </a:cxn>
                </a:cxnLst>
                <a:rect l="0" t="0" r="r" b="b"/>
                <a:pathLst>
                  <a:path w="5" h="4">
                    <a:moveTo>
                      <a:pt x="5" y="2"/>
                    </a:moveTo>
                    <a:lnTo>
                      <a:pt x="5" y="4"/>
                    </a:lnTo>
                    <a:lnTo>
                      <a:pt x="5" y="4"/>
                    </a:lnTo>
                    <a:lnTo>
                      <a:pt x="5" y="4"/>
                    </a:lnTo>
                    <a:lnTo>
                      <a:pt x="5" y="4"/>
                    </a:lnTo>
                    <a:lnTo>
                      <a:pt x="3" y="4"/>
                    </a:lnTo>
                    <a:lnTo>
                      <a:pt x="3" y="4"/>
                    </a:lnTo>
                    <a:lnTo>
                      <a:pt x="5" y="4"/>
                    </a:lnTo>
                    <a:lnTo>
                      <a:pt x="5" y="2"/>
                    </a:lnTo>
                    <a:lnTo>
                      <a:pt x="3" y="2"/>
                    </a:lnTo>
                    <a:lnTo>
                      <a:pt x="3" y="2"/>
                    </a:lnTo>
                    <a:lnTo>
                      <a:pt x="0" y="2"/>
                    </a:lnTo>
                    <a:lnTo>
                      <a:pt x="0" y="2"/>
                    </a:lnTo>
                    <a:lnTo>
                      <a:pt x="0" y="0"/>
                    </a:lnTo>
                    <a:lnTo>
                      <a:pt x="3" y="0"/>
                    </a:lnTo>
                    <a:lnTo>
                      <a:pt x="3" y="0"/>
                    </a:lnTo>
                    <a:lnTo>
                      <a:pt x="5" y="0"/>
                    </a:lnTo>
                    <a:lnTo>
                      <a:pt x="5" y="0"/>
                    </a:lnTo>
                    <a:lnTo>
                      <a:pt x="5" y="0"/>
                    </a:lnTo>
                    <a:lnTo>
                      <a:pt x="5" y="2"/>
                    </a:lnTo>
                    <a:lnTo>
                      <a:pt x="5"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9" name="Freeform 177"/>
              <p:cNvSpPr>
                <a:spLocks/>
              </p:cNvSpPr>
              <p:nvPr/>
            </p:nvSpPr>
            <p:spPr bwMode="auto">
              <a:xfrm>
                <a:off x="2945" y="2748"/>
                <a:ext cx="9" cy="5"/>
              </a:xfrm>
              <a:custGeom>
                <a:avLst/>
                <a:gdLst/>
                <a:ahLst/>
                <a:cxnLst>
                  <a:cxn ang="0">
                    <a:pos x="7" y="0"/>
                  </a:cxn>
                  <a:cxn ang="0">
                    <a:pos x="7" y="3"/>
                  </a:cxn>
                  <a:cxn ang="0">
                    <a:pos x="9" y="3"/>
                  </a:cxn>
                  <a:cxn ang="0">
                    <a:pos x="9" y="3"/>
                  </a:cxn>
                  <a:cxn ang="0">
                    <a:pos x="9" y="3"/>
                  </a:cxn>
                  <a:cxn ang="0">
                    <a:pos x="9" y="5"/>
                  </a:cxn>
                  <a:cxn ang="0">
                    <a:pos x="9" y="5"/>
                  </a:cxn>
                  <a:cxn ang="0">
                    <a:pos x="9" y="5"/>
                  </a:cxn>
                  <a:cxn ang="0">
                    <a:pos x="7" y="5"/>
                  </a:cxn>
                  <a:cxn ang="0">
                    <a:pos x="7" y="5"/>
                  </a:cxn>
                  <a:cxn ang="0">
                    <a:pos x="7" y="5"/>
                  </a:cxn>
                  <a:cxn ang="0">
                    <a:pos x="4" y="5"/>
                  </a:cxn>
                  <a:cxn ang="0">
                    <a:pos x="4" y="5"/>
                  </a:cxn>
                  <a:cxn ang="0">
                    <a:pos x="2" y="5"/>
                  </a:cxn>
                  <a:cxn ang="0">
                    <a:pos x="2" y="5"/>
                  </a:cxn>
                  <a:cxn ang="0">
                    <a:pos x="2" y="5"/>
                  </a:cxn>
                  <a:cxn ang="0">
                    <a:pos x="2" y="5"/>
                  </a:cxn>
                  <a:cxn ang="0">
                    <a:pos x="0" y="5"/>
                  </a:cxn>
                  <a:cxn ang="0">
                    <a:pos x="0" y="3"/>
                  </a:cxn>
                  <a:cxn ang="0">
                    <a:pos x="0" y="3"/>
                  </a:cxn>
                  <a:cxn ang="0">
                    <a:pos x="2" y="3"/>
                  </a:cxn>
                  <a:cxn ang="0">
                    <a:pos x="2" y="0"/>
                  </a:cxn>
                  <a:cxn ang="0">
                    <a:pos x="2" y="0"/>
                  </a:cxn>
                  <a:cxn ang="0">
                    <a:pos x="2" y="0"/>
                  </a:cxn>
                  <a:cxn ang="0">
                    <a:pos x="4" y="0"/>
                  </a:cxn>
                  <a:cxn ang="0">
                    <a:pos x="4" y="0"/>
                  </a:cxn>
                  <a:cxn ang="0">
                    <a:pos x="7" y="0"/>
                  </a:cxn>
                  <a:cxn ang="0">
                    <a:pos x="7" y="0"/>
                  </a:cxn>
                  <a:cxn ang="0">
                    <a:pos x="7" y="0"/>
                  </a:cxn>
                </a:cxnLst>
                <a:rect l="0" t="0" r="r" b="b"/>
                <a:pathLst>
                  <a:path w="9" h="5">
                    <a:moveTo>
                      <a:pt x="7" y="0"/>
                    </a:moveTo>
                    <a:lnTo>
                      <a:pt x="7" y="3"/>
                    </a:lnTo>
                    <a:lnTo>
                      <a:pt x="9" y="3"/>
                    </a:lnTo>
                    <a:lnTo>
                      <a:pt x="9" y="3"/>
                    </a:lnTo>
                    <a:lnTo>
                      <a:pt x="9" y="3"/>
                    </a:lnTo>
                    <a:lnTo>
                      <a:pt x="9" y="5"/>
                    </a:lnTo>
                    <a:lnTo>
                      <a:pt x="9" y="5"/>
                    </a:lnTo>
                    <a:lnTo>
                      <a:pt x="9" y="5"/>
                    </a:lnTo>
                    <a:lnTo>
                      <a:pt x="7" y="5"/>
                    </a:lnTo>
                    <a:lnTo>
                      <a:pt x="7" y="5"/>
                    </a:lnTo>
                    <a:lnTo>
                      <a:pt x="7" y="5"/>
                    </a:lnTo>
                    <a:lnTo>
                      <a:pt x="4" y="5"/>
                    </a:lnTo>
                    <a:lnTo>
                      <a:pt x="4" y="5"/>
                    </a:lnTo>
                    <a:lnTo>
                      <a:pt x="2" y="5"/>
                    </a:lnTo>
                    <a:lnTo>
                      <a:pt x="2" y="5"/>
                    </a:lnTo>
                    <a:lnTo>
                      <a:pt x="2" y="5"/>
                    </a:lnTo>
                    <a:lnTo>
                      <a:pt x="2" y="5"/>
                    </a:lnTo>
                    <a:lnTo>
                      <a:pt x="0" y="5"/>
                    </a:lnTo>
                    <a:lnTo>
                      <a:pt x="0" y="3"/>
                    </a:lnTo>
                    <a:lnTo>
                      <a:pt x="0" y="3"/>
                    </a:lnTo>
                    <a:lnTo>
                      <a:pt x="2" y="3"/>
                    </a:lnTo>
                    <a:lnTo>
                      <a:pt x="2" y="0"/>
                    </a:lnTo>
                    <a:lnTo>
                      <a:pt x="2" y="0"/>
                    </a:lnTo>
                    <a:lnTo>
                      <a:pt x="2" y="0"/>
                    </a:lnTo>
                    <a:lnTo>
                      <a:pt x="4" y="0"/>
                    </a:lnTo>
                    <a:lnTo>
                      <a:pt x="4" y="0"/>
                    </a:lnTo>
                    <a:lnTo>
                      <a:pt x="7" y="0"/>
                    </a:lnTo>
                    <a:lnTo>
                      <a:pt x="7"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0" name="Freeform 178"/>
              <p:cNvSpPr>
                <a:spLocks/>
              </p:cNvSpPr>
              <p:nvPr/>
            </p:nvSpPr>
            <p:spPr bwMode="auto">
              <a:xfrm>
                <a:off x="2945" y="2748"/>
                <a:ext cx="9" cy="5"/>
              </a:xfrm>
              <a:custGeom>
                <a:avLst/>
                <a:gdLst/>
                <a:ahLst/>
                <a:cxnLst>
                  <a:cxn ang="0">
                    <a:pos x="7" y="0"/>
                  </a:cxn>
                  <a:cxn ang="0">
                    <a:pos x="7" y="3"/>
                  </a:cxn>
                  <a:cxn ang="0">
                    <a:pos x="9" y="3"/>
                  </a:cxn>
                  <a:cxn ang="0">
                    <a:pos x="9" y="3"/>
                  </a:cxn>
                  <a:cxn ang="0">
                    <a:pos x="9" y="3"/>
                  </a:cxn>
                  <a:cxn ang="0">
                    <a:pos x="9" y="5"/>
                  </a:cxn>
                  <a:cxn ang="0">
                    <a:pos x="9" y="5"/>
                  </a:cxn>
                  <a:cxn ang="0">
                    <a:pos x="9" y="5"/>
                  </a:cxn>
                  <a:cxn ang="0">
                    <a:pos x="7" y="5"/>
                  </a:cxn>
                  <a:cxn ang="0">
                    <a:pos x="7" y="5"/>
                  </a:cxn>
                  <a:cxn ang="0">
                    <a:pos x="7" y="5"/>
                  </a:cxn>
                  <a:cxn ang="0">
                    <a:pos x="4" y="5"/>
                  </a:cxn>
                  <a:cxn ang="0">
                    <a:pos x="4" y="5"/>
                  </a:cxn>
                  <a:cxn ang="0">
                    <a:pos x="2" y="5"/>
                  </a:cxn>
                  <a:cxn ang="0">
                    <a:pos x="2" y="5"/>
                  </a:cxn>
                  <a:cxn ang="0">
                    <a:pos x="2" y="5"/>
                  </a:cxn>
                  <a:cxn ang="0">
                    <a:pos x="2" y="5"/>
                  </a:cxn>
                  <a:cxn ang="0">
                    <a:pos x="0" y="5"/>
                  </a:cxn>
                  <a:cxn ang="0">
                    <a:pos x="0" y="3"/>
                  </a:cxn>
                  <a:cxn ang="0">
                    <a:pos x="0" y="3"/>
                  </a:cxn>
                  <a:cxn ang="0">
                    <a:pos x="2" y="3"/>
                  </a:cxn>
                  <a:cxn ang="0">
                    <a:pos x="2" y="0"/>
                  </a:cxn>
                  <a:cxn ang="0">
                    <a:pos x="2" y="0"/>
                  </a:cxn>
                  <a:cxn ang="0">
                    <a:pos x="2" y="0"/>
                  </a:cxn>
                  <a:cxn ang="0">
                    <a:pos x="4" y="0"/>
                  </a:cxn>
                  <a:cxn ang="0">
                    <a:pos x="4" y="0"/>
                  </a:cxn>
                  <a:cxn ang="0">
                    <a:pos x="7" y="0"/>
                  </a:cxn>
                  <a:cxn ang="0">
                    <a:pos x="7" y="0"/>
                  </a:cxn>
                  <a:cxn ang="0">
                    <a:pos x="7" y="0"/>
                  </a:cxn>
                </a:cxnLst>
                <a:rect l="0" t="0" r="r" b="b"/>
                <a:pathLst>
                  <a:path w="9" h="5">
                    <a:moveTo>
                      <a:pt x="7" y="0"/>
                    </a:moveTo>
                    <a:lnTo>
                      <a:pt x="7" y="3"/>
                    </a:lnTo>
                    <a:lnTo>
                      <a:pt x="9" y="3"/>
                    </a:lnTo>
                    <a:lnTo>
                      <a:pt x="9" y="3"/>
                    </a:lnTo>
                    <a:lnTo>
                      <a:pt x="9" y="3"/>
                    </a:lnTo>
                    <a:lnTo>
                      <a:pt x="9" y="5"/>
                    </a:lnTo>
                    <a:lnTo>
                      <a:pt x="9" y="5"/>
                    </a:lnTo>
                    <a:lnTo>
                      <a:pt x="9" y="5"/>
                    </a:lnTo>
                    <a:lnTo>
                      <a:pt x="7" y="5"/>
                    </a:lnTo>
                    <a:lnTo>
                      <a:pt x="7" y="5"/>
                    </a:lnTo>
                    <a:lnTo>
                      <a:pt x="7" y="5"/>
                    </a:lnTo>
                    <a:lnTo>
                      <a:pt x="4" y="5"/>
                    </a:lnTo>
                    <a:lnTo>
                      <a:pt x="4" y="5"/>
                    </a:lnTo>
                    <a:lnTo>
                      <a:pt x="2" y="5"/>
                    </a:lnTo>
                    <a:lnTo>
                      <a:pt x="2" y="5"/>
                    </a:lnTo>
                    <a:lnTo>
                      <a:pt x="2" y="5"/>
                    </a:lnTo>
                    <a:lnTo>
                      <a:pt x="2" y="5"/>
                    </a:lnTo>
                    <a:lnTo>
                      <a:pt x="0" y="5"/>
                    </a:lnTo>
                    <a:lnTo>
                      <a:pt x="0" y="3"/>
                    </a:lnTo>
                    <a:lnTo>
                      <a:pt x="0" y="3"/>
                    </a:lnTo>
                    <a:lnTo>
                      <a:pt x="2" y="3"/>
                    </a:lnTo>
                    <a:lnTo>
                      <a:pt x="2" y="0"/>
                    </a:lnTo>
                    <a:lnTo>
                      <a:pt x="2" y="0"/>
                    </a:lnTo>
                    <a:lnTo>
                      <a:pt x="2" y="0"/>
                    </a:lnTo>
                    <a:lnTo>
                      <a:pt x="4" y="0"/>
                    </a:lnTo>
                    <a:lnTo>
                      <a:pt x="4" y="0"/>
                    </a:lnTo>
                    <a:lnTo>
                      <a:pt x="7" y="0"/>
                    </a:lnTo>
                    <a:lnTo>
                      <a:pt x="7"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1" name="Freeform 179"/>
              <p:cNvSpPr>
                <a:spLocks/>
              </p:cNvSpPr>
              <p:nvPr/>
            </p:nvSpPr>
            <p:spPr bwMode="auto">
              <a:xfrm>
                <a:off x="2966" y="2805"/>
                <a:ext cx="9" cy="12"/>
              </a:xfrm>
              <a:custGeom>
                <a:avLst/>
                <a:gdLst/>
                <a:ahLst/>
                <a:cxnLst>
                  <a:cxn ang="0">
                    <a:pos x="5" y="0"/>
                  </a:cxn>
                  <a:cxn ang="0">
                    <a:pos x="5" y="3"/>
                  </a:cxn>
                  <a:cxn ang="0">
                    <a:pos x="5" y="3"/>
                  </a:cxn>
                  <a:cxn ang="0">
                    <a:pos x="5" y="3"/>
                  </a:cxn>
                  <a:cxn ang="0">
                    <a:pos x="5" y="3"/>
                  </a:cxn>
                  <a:cxn ang="0">
                    <a:pos x="7" y="3"/>
                  </a:cxn>
                  <a:cxn ang="0">
                    <a:pos x="7" y="5"/>
                  </a:cxn>
                  <a:cxn ang="0">
                    <a:pos x="7" y="5"/>
                  </a:cxn>
                  <a:cxn ang="0">
                    <a:pos x="7" y="5"/>
                  </a:cxn>
                  <a:cxn ang="0">
                    <a:pos x="7" y="7"/>
                  </a:cxn>
                  <a:cxn ang="0">
                    <a:pos x="7" y="7"/>
                  </a:cxn>
                  <a:cxn ang="0">
                    <a:pos x="7" y="7"/>
                  </a:cxn>
                  <a:cxn ang="0">
                    <a:pos x="9" y="7"/>
                  </a:cxn>
                  <a:cxn ang="0">
                    <a:pos x="9" y="10"/>
                  </a:cxn>
                  <a:cxn ang="0">
                    <a:pos x="9" y="10"/>
                  </a:cxn>
                  <a:cxn ang="0">
                    <a:pos x="9" y="12"/>
                  </a:cxn>
                  <a:cxn ang="0">
                    <a:pos x="7" y="12"/>
                  </a:cxn>
                  <a:cxn ang="0">
                    <a:pos x="7" y="10"/>
                  </a:cxn>
                  <a:cxn ang="0">
                    <a:pos x="7" y="10"/>
                  </a:cxn>
                  <a:cxn ang="0">
                    <a:pos x="7" y="10"/>
                  </a:cxn>
                  <a:cxn ang="0">
                    <a:pos x="7" y="12"/>
                  </a:cxn>
                  <a:cxn ang="0">
                    <a:pos x="5" y="12"/>
                  </a:cxn>
                  <a:cxn ang="0">
                    <a:pos x="5" y="10"/>
                  </a:cxn>
                  <a:cxn ang="0">
                    <a:pos x="5" y="10"/>
                  </a:cxn>
                  <a:cxn ang="0">
                    <a:pos x="5" y="10"/>
                  </a:cxn>
                  <a:cxn ang="0">
                    <a:pos x="5" y="7"/>
                  </a:cxn>
                  <a:cxn ang="0">
                    <a:pos x="2" y="7"/>
                  </a:cxn>
                  <a:cxn ang="0">
                    <a:pos x="2" y="7"/>
                  </a:cxn>
                  <a:cxn ang="0">
                    <a:pos x="2" y="7"/>
                  </a:cxn>
                  <a:cxn ang="0">
                    <a:pos x="2" y="7"/>
                  </a:cxn>
                  <a:cxn ang="0">
                    <a:pos x="0" y="7"/>
                  </a:cxn>
                  <a:cxn ang="0">
                    <a:pos x="0" y="5"/>
                  </a:cxn>
                  <a:cxn ang="0">
                    <a:pos x="0" y="5"/>
                  </a:cxn>
                  <a:cxn ang="0">
                    <a:pos x="0" y="3"/>
                  </a:cxn>
                  <a:cxn ang="0">
                    <a:pos x="0" y="3"/>
                  </a:cxn>
                  <a:cxn ang="0">
                    <a:pos x="2" y="3"/>
                  </a:cxn>
                  <a:cxn ang="0">
                    <a:pos x="2" y="3"/>
                  </a:cxn>
                  <a:cxn ang="0">
                    <a:pos x="2" y="0"/>
                  </a:cxn>
                  <a:cxn ang="0">
                    <a:pos x="2" y="0"/>
                  </a:cxn>
                  <a:cxn ang="0">
                    <a:pos x="2" y="0"/>
                  </a:cxn>
                  <a:cxn ang="0">
                    <a:pos x="5" y="0"/>
                  </a:cxn>
                </a:cxnLst>
                <a:rect l="0" t="0" r="r" b="b"/>
                <a:pathLst>
                  <a:path w="9" h="12">
                    <a:moveTo>
                      <a:pt x="5" y="0"/>
                    </a:moveTo>
                    <a:lnTo>
                      <a:pt x="5" y="3"/>
                    </a:lnTo>
                    <a:lnTo>
                      <a:pt x="5" y="3"/>
                    </a:lnTo>
                    <a:lnTo>
                      <a:pt x="5" y="3"/>
                    </a:lnTo>
                    <a:lnTo>
                      <a:pt x="5" y="3"/>
                    </a:lnTo>
                    <a:lnTo>
                      <a:pt x="7" y="3"/>
                    </a:lnTo>
                    <a:lnTo>
                      <a:pt x="7" y="5"/>
                    </a:lnTo>
                    <a:lnTo>
                      <a:pt x="7" y="5"/>
                    </a:lnTo>
                    <a:lnTo>
                      <a:pt x="7" y="5"/>
                    </a:lnTo>
                    <a:lnTo>
                      <a:pt x="7" y="7"/>
                    </a:lnTo>
                    <a:lnTo>
                      <a:pt x="7" y="7"/>
                    </a:lnTo>
                    <a:lnTo>
                      <a:pt x="7" y="7"/>
                    </a:lnTo>
                    <a:lnTo>
                      <a:pt x="9" y="7"/>
                    </a:lnTo>
                    <a:lnTo>
                      <a:pt x="9" y="10"/>
                    </a:lnTo>
                    <a:lnTo>
                      <a:pt x="9" y="10"/>
                    </a:lnTo>
                    <a:lnTo>
                      <a:pt x="9" y="12"/>
                    </a:lnTo>
                    <a:lnTo>
                      <a:pt x="7" y="12"/>
                    </a:lnTo>
                    <a:lnTo>
                      <a:pt x="7" y="10"/>
                    </a:lnTo>
                    <a:lnTo>
                      <a:pt x="7" y="10"/>
                    </a:lnTo>
                    <a:lnTo>
                      <a:pt x="7" y="10"/>
                    </a:lnTo>
                    <a:lnTo>
                      <a:pt x="7" y="12"/>
                    </a:lnTo>
                    <a:lnTo>
                      <a:pt x="5" y="12"/>
                    </a:lnTo>
                    <a:lnTo>
                      <a:pt x="5" y="10"/>
                    </a:lnTo>
                    <a:lnTo>
                      <a:pt x="5" y="10"/>
                    </a:lnTo>
                    <a:lnTo>
                      <a:pt x="5" y="10"/>
                    </a:lnTo>
                    <a:lnTo>
                      <a:pt x="5" y="7"/>
                    </a:lnTo>
                    <a:lnTo>
                      <a:pt x="2" y="7"/>
                    </a:lnTo>
                    <a:lnTo>
                      <a:pt x="2" y="7"/>
                    </a:lnTo>
                    <a:lnTo>
                      <a:pt x="2" y="7"/>
                    </a:lnTo>
                    <a:lnTo>
                      <a:pt x="2" y="7"/>
                    </a:lnTo>
                    <a:lnTo>
                      <a:pt x="0" y="7"/>
                    </a:lnTo>
                    <a:lnTo>
                      <a:pt x="0" y="5"/>
                    </a:lnTo>
                    <a:lnTo>
                      <a:pt x="0" y="5"/>
                    </a:lnTo>
                    <a:lnTo>
                      <a:pt x="0" y="3"/>
                    </a:lnTo>
                    <a:lnTo>
                      <a:pt x="0" y="3"/>
                    </a:lnTo>
                    <a:lnTo>
                      <a:pt x="2" y="3"/>
                    </a:lnTo>
                    <a:lnTo>
                      <a:pt x="2" y="3"/>
                    </a:lnTo>
                    <a:lnTo>
                      <a:pt x="2" y="0"/>
                    </a:lnTo>
                    <a:lnTo>
                      <a:pt x="2" y="0"/>
                    </a:lnTo>
                    <a:lnTo>
                      <a:pt x="2" y="0"/>
                    </a:lnTo>
                    <a:lnTo>
                      <a:pt x="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2" name="Freeform 180"/>
              <p:cNvSpPr>
                <a:spLocks/>
              </p:cNvSpPr>
              <p:nvPr/>
            </p:nvSpPr>
            <p:spPr bwMode="auto">
              <a:xfrm>
                <a:off x="2966" y="2805"/>
                <a:ext cx="9" cy="12"/>
              </a:xfrm>
              <a:custGeom>
                <a:avLst/>
                <a:gdLst/>
                <a:ahLst/>
                <a:cxnLst>
                  <a:cxn ang="0">
                    <a:pos x="5" y="0"/>
                  </a:cxn>
                  <a:cxn ang="0">
                    <a:pos x="5" y="3"/>
                  </a:cxn>
                  <a:cxn ang="0">
                    <a:pos x="5" y="3"/>
                  </a:cxn>
                  <a:cxn ang="0">
                    <a:pos x="5" y="3"/>
                  </a:cxn>
                  <a:cxn ang="0">
                    <a:pos x="5" y="3"/>
                  </a:cxn>
                  <a:cxn ang="0">
                    <a:pos x="7" y="3"/>
                  </a:cxn>
                  <a:cxn ang="0">
                    <a:pos x="7" y="5"/>
                  </a:cxn>
                  <a:cxn ang="0">
                    <a:pos x="7" y="5"/>
                  </a:cxn>
                  <a:cxn ang="0">
                    <a:pos x="7" y="5"/>
                  </a:cxn>
                  <a:cxn ang="0">
                    <a:pos x="7" y="7"/>
                  </a:cxn>
                  <a:cxn ang="0">
                    <a:pos x="7" y="7"/>
                  </a:cxn>
                  <a:cxn ang="0">
                    <a:pos x="7" y="7"/>
                  </a:cxn>
                  <a:cxn ang="0">
                    <a:pos x="9" y="7"/>
                  </a:cxn>
                  <a:cxn ang="0">
                    <a:pos x="9" y="10"/>
                  </a:cxn>
                  <a:cxn ang="0">
                    <a:pos x="9" y="10"/>
                  </a:cxn>
                  <a:cxn ang="0">
                    <a:pos x="9" y="12"/>
                  </a:cxn>
                  <a:cxn ang="0">
                    <a:pos x="7" y="12"/>
                  </a:cxn>
                  <a:cxn ang="0">
                    <a:pos x="7" y="10"/>
                  </a:cxn>
                  <a:cxn ang="0">
                    <a:pos x="7" y="10"/>
                  </a:cxn>
                  <a:cxn ang="0">
                    <a:pos x="7" y="10"/>
                  </a:cxn>
                  <a:cxn ang="0">
                    <a:pos x="7" y="12"/>
                  </a:cxn>
                  <a:cxn ang="0">
                    <a:pos x="5" y="12"/>
                  </a:cxn>
                  <a:cxn ang="0">
                    <a:pos x="5" y="10"/>
                  </a:cxn>
                  <a:cxn ang="0">
                    <a:pos x="5" y="10"/>
                  </a:cxn>
                  <a:cxn ang="0">
                    <a:pos x="5" y="10"/>
                  </a:cxn>
                  <a:cxn ang="0">
                    <a:pos x="5" y="7"/>
                  </a:cxn>
                  <a:cxn ang="0">
                    <a:pos x="2" y="7"/>
                  </a:cxn>
                  <a:cxn ang="0">
                    <a:pos x="2" y="7"/>
                  </a:cxn>
                  <a:cxn ang="0">
                    <a:pos x="2" y="7"/>
                  </a:cxn>
                  <a:cxn ang="0">
                    <a:pos x="2" y="7"/>
                  </a:cxn>
                  <a:cxn ang="0">
                    <a:pos x="0" y="7"/>
                  </a:cxn>
                  <a:cxn ang="0">
                    <a:pos x="0" y="5"/>
                  </a:cxn>
                  <a:cxn ang="0">
                    <a:pos x="0" y="5"/>
                  </a:cxn>
                  <a:cxn ang="0">
                    <a:pos x="0" y="3"/>
                  </a:cxn>
                  <a:cxn ang="0">
                    <a:pos x="0" y="3"/>
                  </a:cxn>
                  <a:cxn ang="0">
                    <a:pos x="2" y="3"/>
                  </a:cxn>
                  <a:cxn ang="0">
                    <a:pos x="2" y="3"/>
                  </a:cxn>
                  <a:cxn ang="0">
                    <a:pos x="2" y="0"/>
                  </a:cxn>
                  <a:cxn ang="0">
                    <a:pos x="2" y="0"/>
                  </a:cxn>
                  <a:cxn ang="0">
                    <a:pos x="2" y="0"/>
                  </a:cxn>
                  <a:cxn ang="0">
                    <a:pos x="5" y="0"/>
                  </a:cxn>
                </a:cxnLst>
                <a:rect l="0" t="0" r="r" b="b"/>
                <a:pathLst>
                  <a:path w="9" h="12">
                    <a:moveTo>
                      <a:pt x="5" y="0"/>
                    </a:moveTo>
                    <a:lnTo>
                      <a:pt x="5" y="3"/>
                    </a:lnTo>
                    <a:lnTo>
                      <a:pt x="5" y="3"/>
                    </a:lnTo>
                    <a:lnTo>
                      <a:pt x="5" y="3"/>
                    </a:lnTo>
                    <a:lnTo>
                      <a:pt x="5" y="3"/>
                    </a:lnTo>
                    <a:lnTo>
                      <a:pt x="7" y="3"/>
                    </a:lnTo>
                    <a:lnTo>
                      <a:pt x="7" y="5"/>
                    </a:lnTo>
                    <a:lnTo>
                      <a:pt x="7" y="5"/>
                    </a:lnTo>
                    <a:lnTo>
                      <a:pt x="7" y="5"/>
                    </a:lnTo>
                    <a:lnTo>
                      <a:pt x="7" y="7"/>
                    </a:lnTo>
                    <a:lnTo>
                      <a:pt x="7" y="7"/>
                    </a:lnTo>
                    <a:lnTo>
                      <a:pt x="7" y="7"/>
                    </a:lnTo>
                    <a:lnTo>
                      <a:pt x="9" y="7"/>
                    </a:lnTo>
                    <a:lnTo>
                      <a:pt x="9" y="10"/>
                    </a:lnTo>
                    <a:lnTo>
                      <a:pt x="9" y="10"/>
                    </a:lnTo>
                    <a:lnTo>
                      <a:pt x="9" y="12"/>
                    </a:lnTo>
                    <a:lnTo>
                      <a:pt x="7" y="12"/>
                    </a:lnTo>
                    <a:lnTo>
                      <a:pt x="7" y="10"/>
                    </a:lnTo>
                    <a:lnTo>
                      <a:pt x="7" y="10"/>
                    </a:lnTo>
                    <a:lnTo>
                      <a:pt x="7" y="10"/>
                    </a:lnTo>
                    <a:lnTo>
                      <a:pt x="7" y="12"/>
                    </a:lnTo>
                    <a:lnTo>
                      <a:pt x="5" y="12"/>
                    </a:lnTo>
                    <a:lnTo>
                      <a:pt x="5" y="10"/>
                    </a:lnTo>
                    <a:lnTo>
                      <a:pt x="5" y="10"/>
                    </a:lnTo>
                    <a:lnTo>
                      <a:pt x="5" y="10"/>
                    </a:lnTo>
                    <a:lnTo>
                      <a:pt x="5" y="7"/>
                    </a:lnTo>
                    <a:lnTo>
                      <a:pt x="2" y="7"/>
                    </a:lnTo>
                    <a:lnTo>
                      <a:pt x="2" y="7"/>
                    </a:lnTo>
                    <a:lnTo>
                      <a:pt x="2" y="7"/>
                    </a:lnTo>
                    <a:lnTo>
                      <a:pt x="2" y="7"/>
                    </a:lnTo>
                    <a:lnTo>
                      <a:pt x="0" y="7"/>
                    </a:lnTo>
                    <a:lnTo>
                      <a:pt x="0" y="5"/>
                    </a:lnTo>
                    <a:lnTo>
                      <a:pt x="0" y="5"/>
                    </a:lnTo>
                    <a:lnTo>
                      <a:pt x="0" y="3"/>
                    </a:lnTo>
                    <a:lnTo>
                      <a:pt x="0" y="3"/>
                    </a:lnTo>
                    <a:lnTo>
                      <a:pt x="2" y="3"/>
                    </a:lnTo>
                    <a:lnTo>
                      <a:pt x="2" y="3"/>
                    </a:lnTo>
                    <a:lnTo>
                      <a:pt x="2" y="0"/>
                    </a:lnTo>
                    <a:lnTo>
                      <a:pt x="2" y="0"/>
                    </a:lnTo>
                    <a:lnTo>
                      <a:pt x="2" y="0"/>
                    </a:lnTo>
                    <a:lnTo>
                      <a:pt x="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3" name="Freeform 181"/>
              <p:cNvSpPr>
                <a:spLocks/>
              </p:cNvSpPr>
              <p:nvPr/>
            </p:nvSpPr>
            <p:spPr bwMode="auto">
              <a:xfrm>
                <a:off x="2938" y="2753"/>
                <a:ext cx="9" cy="19"/>
              </a:xfrm>
              <a:custGeom>
                <a:avLst/>
                <a:gdLst/>
                <a:ahLst/>
                <a:cxnLst>
                  <a:cxn ang="0">
                    <a:pos x="4" y="0"/>
                  </a:cxn>
                  <a:cxn ang="0">
                    <a:pos x="4" y="0"/>
                  </a:cxn>
                  <a:cxn ang="0">
                    <a:pos x="7" y="3"/>
                  </a:cxn>
                  <a:cxn ang="0">
                    <a:pos x="9" y="3"/>
                  </a:cxn>
                  <a:cxn ang="0">
                    <a:pos x="9" y="5"/>
                  </a:cxn>
                  <a:cxn ang="0">
                    <a:pos x="9" y="5"/>
                  </a:cxn>
                  <a:cxn ang="0">
                    <a:pos x="7" y="7"/>
                  </a:cxn>
                  <a:cxn ang="0">
                    <a:pos x="9" y="7"/>
                  </a:cxn>
                  <a:cxn ang="0">
                    <a:pos x="9" y="10"/>
                  </a:cxn>
                  <a:cxn ang="0">
                    <a:pos x="9" y="12"/>
                  </a:cxn>
                  <a:cxn ang="0">
                    <a:pos x="9" y="12"/>
                  </a:cxn>
                  <a:cxn ang="0">
                    <a:pos x="9" y="14"/>
                  </a:cxn>
                  <a:cxn ang="0">
                    <a:pos x="7" y="14"/>
                  </a:cxn>
                  <a:cxn ang="0">
                    <a:pos x="9" y="17"/>
                  </a:cxn>
                  <a:cxn ang="0">
                    <a:pos x="9" y="19"/>
                  </a:cxn>
                  <a:cxn ang="0">
                    <a:pos x="7" y="19"/>
                  </a:cxn>
                  <a:cxn ang="0">
                    <a:pos x="4" y="17"/>
                  </a:cxn>
                  <a:cxn ang="0">
                    <a:pos x="4" y="17"/>
                  </a:cxn>
                  <a:cxn ang="0">
                    <a:pos x="4" y="14"/>
                  </a:cxn>
                  <a:cxn ang="0">
                    <a:pos x="2" y="14"/>
                  </a:cxn>
                  <a:cxn ang="0">
                    <a:pos x="2" y="14"/>
                  </a:cxn>
                  <a:cxn ang="0">
                    <a:pos x="4" y="14"/>
                  </a:cxn>
                  <a:cxn ang="0">
                    <a:pos x="4" y="12"/>
                  </a:cxn>
                  <a:cxn ang="0">
                    <a:pos x="4" y="10"/>
                  </a:cxn>
                  <a:cxn ang="0">
                    <a:pos x="4" y="7"/>
                  </a:cxn>
                  <a:cxn ang="0">
                    <a:pos x="4" y="5"/>
                  </a:cxn>
                  <a:cxn ang="0">
                    <a:pos x="2" y="5"/>
                  </a:cxn>
                  <a:cxn ang="0">
                    <a:pos x="2" y="5"/>
                  </a:cxn>
                  <a:cxn ang="0">
                    <a:pos x="2" y="5"/>
                  </a:cxn>
                  <a:cxn ang="0">
                    <a:pos x="0" y="5"/>
                  </a:cxn>
                  <a:cxn ang="0">
                    <a:pos x="2" y="5"/>
                  </a:cxn>
                  <a:cxn ang="0">
                    <a:pos x="2" y="3"/>
                  </a:cxn>
                  <a:cxn ang="0">
                    <a:pos x="2" y="3"/>
                  </a:cxn>
                  <a:cxn ang="0">
                    <a:pos x="0" y="0"/>
                  </a:cxn>
                  <a:cxn ang="0">
                    <a:pos x="2" y="0"/>
                  </a:cxn>
                  <a:cxn ang="0">
                    <a:pos x="2" y="0"/>
                  </a:cxn>
                </a:cxnLst>
                <a:rect l="0" t="0" r="r" b="b"/>
                <a:pathLst>
                  <a:path w="9" h="19">
                    <a:moveTo>
                      <a:pt x="4" y="0"/>
                    </a:moveTo>
                    <a:lnTo>
                      <a:pt x="4" y="0"/>
                    </a:lnTo>
                    <a:lnTo>
                      <a:pt x="4" y="0"/>
                    </a:lnTo>
                    <a:lnTo>
                      <a:pt x="4" y="0"/>
                    </a:lnTo>
                    <a:lnTo>
                      <a:pt x="7" y="0"/>
                    </a:lnTo>
                    <a:lnTo>
                      <a:pt x="7" y="3"/>
                    </a:lnTo>
                    <a:lnTo>
                      <a:pt x="7" y="3"/>
                    </a:lnTo>
                    <a:lnTo>
                      <a:pt x="9" y="3"/>
                    </a:lnTo>
                    <a:lnTo>
                      <a:pt x="9" y="3"/>
                    </a:lnTo>
                    <a:lnTo>
                      <a:pt x="9" y="5"/>
                    </a:lnTo>
                    <a:lnTo>
                      <a:pt x="9" y="5"/>
                    </a:lnTo>
                    <a:lnTo>
                      <a:pt x="9" y="5"/>
                    </a:lnTo>
                    <a:lnTo>
                      <a:pt x="7" y="5"/>
                    </a:lnTo>
                    <a:lnTo>
                      <a:pt x="7" y="7"/>
                    </a:lnTo>
                    <a:lnTo>
                      <a:pt x="9" y="7"/>
                    </a:lnTo>
                    <a:lnTo>
                      <a:pt x="9" y="7"/>
                    </a:lnTo>
                    <a:lnTo>
                      <a:pt x="9" y="7"/>
                    </a:lnTo>
                    <a:lnTo>
                      <a:pt x="9" y="10"/>
                    </a:lnTo>
                    <a:lnTo>
                      <a:pt x="9" y="10"/>
                    </a:lnTo>
                    <a:lnTo>
                      <a:pt x="9" y="12"/>
                    </a:lnTo>
                    <a:lnTo>
                      <a:pt x="9" y="12"/>
                    </a:lnTo>
                    <a:lnTo>
                      <a:pt x="9" y="12"/>
                    </a:lnTo>
                    <a:lnTo>
                      <a:pt x="9" y="14"/>
                    </a:lnTo>
                    <a:lnTo>
                      <a:pt x="9" y="14"/>
                    </a:lnTo>
                    <a:lnTo>
                      <a:pt x="7" y="14"/>
                    </a:lnTo>
                    <a:lnTo>
                      <a:pt x="7" y="14"/>
                    </a:lnTo>
                    <a:lnTo>
                      <a:pt x="9" y="14"/>
                    </a:lnTo>
                    <a:lnTo>
                      <a:pt x="9" y="17"/>
                    </a:lnTo>
                    <a:lnTo>
                      <a:pt x="9" y="17"/>
                    </a:lnTo>
                    <a:lnTo>
                      <a:pt x="9" y="19"/>
                    </a:lnTo>
                    <a:lnTo>
                      <a:pt x="7" y="19"/>
                    </a:lnTo>
                    <a:lnTo>
                      <a:pt x="7" y="19"/>
                    </a:lnTo>
                    <a:lnTo>
                      <a:pt x="7" y="17"/>
                    </a:lnTo>
                    <a:lnTo>
                      <a:pt x="4" y="17"/>
                    </a:lnTo>
                    <a:lnTo>
                      <a:pt x="4" y="17"/>
                    </a:lnTo>
                    <a:lnTo>
                      <a:pt x="4" y="17"/>
                    </a:lnTo>
                    <a:lnTo>
                      <a:pt x="4" y="17"/>
                    </a:lnTo>
                    <a:lnTo>
                      <a:pt x="4" y="14"/>
                    </a:lnTo>
                    <a:lnTo>
                      <a:pt x="2" y="14"/>
                    </a:lnTo>
                    <a:lnTo>
                      <a:pt x="2" y="14"/>
                    </a:lnTo>
                    <a:lnTo>
                      <a:pt x="2" y="14"/>
                    </a:lnTo>
                    <a:lnTo>
                      <a:pt x="2" y="14"/>
                    </a:lnTo>
                    <a:lnTo>
                      <a:pt x="4" y="14"/>
                    </a:lnTo>
                    <a:lnTo>
                      <a:pt x="4" y="14"/>
                    </a:lnTo>
                    <a:lnTo>
                      <a:pt x="4" y="12"/>
                    </a:lnTo>
                    <a:lnTo>
                      <a:pt x="4" y="12"/>
                    </a:lnTo>
                    <a:lnTo>
                      <a:pt x="4" y="10"/>
                    </a:lnTo>
                    <a:lnTo>
                      <a:pt x="4" y="10"/>
                    </a:lnTo>
                    <a:lnTo>
                      <a:pt x="4" y="10"/>
                    </a:lnTo>
                    <a:lnTo>
                      <a:pt x="4" y="7"/>
                    </a:lnTo>
                    <a:lnTo>
                      <a:pt x="4" y="7"/>
                    </a:lnTo>
                    <a:lnTo>
                      <a:pt x="4" y="5"/>
                    </a:lnTo>
                    <a:lnTo>
                      <a:pt x="4" y="5"/>
                    </a:lnTo>
                    <a:lnTo>
                      <a:pt x="2" y="5"/>
                    </a:lnTo>
                    <a:lnTo>
                      <a:pt x="2" y="5"/>
                    </a:lnTo>
                    <a:lnTo>
                      <a:pt x="2" y="5"/>
                    </a:lnTo>
                    <a:lnTo>
                      <a:pt x="2" y="5"/>
                    </a:lnTo>
                    <a:lnTo>
                      <a:pt x="2" y="5"/>
                    </a:lnTo>
                    <a:lnTo>
                      <a:pt x="0" y="5"/>
                    </a:lnTo>
                    <a:lnTo>
                      <a:pt x="0" y="5"/>
                    </a:lnTo>
                    <a:lnTo>
                      <a:pt x="0" y="5"/>
                    </a:lnTo>
                    <a:lnTo>
                      <a:pt x="2" y="5"/>
                    </a:lnTo>
                    <a:lnTo>
                      <a:pt x="2" y="5"/>
                    </a:lnTo>
                    <a:lnTo>
                      <a:pt x="2" y="3"/>
                    </a:lnTo>
                    <a:lnTo>
                      <a:pt x="2" y="3"/>
                    </a:lnTo>
                    <a:lnTo>
                      <a:pt x="2" y="3"/>
                    </a:lnTo>
                    <a:lnTo>
                      <a:pt x="0" y="3"/>
                    </a:lnTo>
                    <a:lnTo>
                      <a:pt x="0" y="0"/>
                    </a:lnTo>
                    <a:lnTo>
                      <a:pt x="0" y="0"/>
                    </a:lnTo>
                    <a:lnTo>
                      <a:pt x="2" y="0"/>
                    </a:lnTo>
                    <a:lnTo>
                      <a:pt x="2" y="0"/>
                    </a:lnTo>
                    <a:lnTo>
                      <a:pt x="2" y="0"/>
                    </a:lnTo>
                    <a:lnTo>
                      <a:pt x="4"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4" name="Freeform 182"/>
              <p:cNvSpPr>
                <a:spLocks/>
              </p:cNvSpPr>
              <p:nvPr/>
            </p:nvSpPr>
            <p:spPr bwMode="auto">
              <a:xfrm>
                <a:off x="2938" y="2753"/>
                <a:ext cx="9" cy="19"/>
              </a:xfrm>
              <a:custGeom>
                <a:avLst/>
                <a:gdLst/>
                <a:ahLst/>
                <a:cxnLst>
                  <a:cxn ang="0">
                    <a:pos x="4" y="0"/>
                  </a:cxn>
                  <a:cxn ang="0">
                    <a:pos x="4" y="0"/>
                  </a:cxn>
                  <a:cxn ang="0">
                    <a:pos x="7" y="3"/>
                  </a:cxn>
                  <a:cxn ang="0">
                    <a:pos x="9" y="3"/>
                  </a:cxn>
                  <a:cxn ang="0">
                    <a:pos x="9" y="5"/>
                  </a:cxn>
                  <a:cxn ang="0">
                    <a:pos x="9" y="5"/>
                  </a:cxn>
                  <a:cxn ang="0">
                    <a:pos x="7" y="7"/>
                  </a:cxn>
                  <a:cxn ang="0">
                    <a:pos x="9" y="7"/>
                  </a:cxn>
                  <a:cxn ang="0">
                    <a:pos x="9" y="10"/>
                  </a:cxn>
                  <a:cxn ang="0">
                    <a:pos x="9" y="12"/>
                  </a:cxn>
                  <a:cxn ang="0">
                    <a:pos x="9" y="12"/>
                  </a:cxn>
                  <a:cxn ang="0">
                    <a:pos x="9" y="14"/>
                  </a:cxn>
                  <a:cxn ang="0">
                    <a:pos x="7" y="14"/>
                  </a:cxn>
                  <a:cxn ang="0">
                    <a:pos x="9" y="17"/>
                  </a:cxn>
                  <a:cxn ang="0">
                    <a:pos x="9" y="19"/>
                  </a:cxn>
                  <a:cxn ang="0">
                    <a:pos x="7" y="19"/>
                  </a:cxn>
                  <a:cxn ang="0">
                    <a:pos x="4" y="17"/>
                  </a:cxn>
                  <a:cxn ang="0">
                    <a:pos x="4" y="17"/>
                  </a:cxn>
                  <a:cxn ang="0">
                    <a:pos x="4" y="14"/>
                  </a:cxn>
                  <a:cxn ang="0">
                    <a:pos x="2" y="14"/>
                  </a:cxn>
                  <a:cxn ang="0">
                    <a:pos x="2" y="14"/>
                  </a:cxn>
                  <a:cxn ang="0">
                    <a:pos x="4" y="14"/>
                  </a:cxn>
                  <a:cxn ang="0">
                    <a:pos x="4" y="12"/>
                  </a:cxn>
                  <a:cxn ang="0">
                    <a:pos x="4" y="10"/>
                  </a:cxn>
                  <a:cxn ang="0">
                    <a:pos x="4" y="7"/>
                  </a:cxn>
                  <a:cxn ang="0">
                    <a:pos x="4" y="5"/>
                  </a:cxn>
                  <a:cxn ang="0">
                    <a:pos x="2" y="5"/>
                  </a:cxn>
                  <a:cxn ang="0">
                    <a:pos x="2" y="5"/>
                  </a:cxn>
                  <a:cxn ang="0">
                    <a:pos x="2" y="5"/>
                  </a:cxn>
                  <a:cxn ang="0">
                    <a:pos x="0" y="5"/>
                  </a:cxn>
                  <a:cxn ang="0">
                    <a:pos x="2" y="5"/>
                  </a:cxn>
                  <a:cxn ang="0">
                    <a:pos x="2" y="3"/>
                  </a:cxn>
                  <a:cxn ang="0">
                    <a:pos x="2" y="3"/>
                  </a:cxn>
                  <a:cxn ang="0">
                    <a:pos x="0" y="0"/>
                  </a:cxn>
                  <a:cxn ang="0">
                    <a:pos x="2" y="0"/>
                  </a:cxn>
                  <a:cxn ang="0">
                    <a:pos x="2" y="0"/>
                  </a:cxn>
                </a:cxnLst>
                <a:rect l="0" t="0" r="r" b="b"/>
                <a:pathLst>
                  <a:path w="9" h="19">
                    <a:moveTo>
                      <a:pt x="4" y="0"/>
                    </a:moveTo>
                    <a:lnTo>
                      <a:pt x="4" y="0"/>
                    </a:lnTo>
                    <a:lnTo>
                      <a:pt x="4" y="0"/>
                    </a:lnTo>
                    <a:lnTo>
                      <a:pt x="4" y="0"/>
                    </a:lnTo>
                    <a:lnTo>
                      <a:pt x="7" y="0"/>
                    </a:lnTo>
                    <a:lnTo>
                      <a:pt x="7" y="3"/>
                    </a:lnTo>
                    <a:lnTo>
                      <a:pt x="7" y="3"/>
                    </a:lnTo>
                    <a:lnTo>
                      <a:pt x="9" y="3"/>
                    </a:lnTo>
                    <a:lnTo>
                      <a:pt x="9" y="3"/>
                    </a:lnTo>
                    <a:lnTo>
                      <a:pt x="9" y="5"/>
                    </a:lnTo>
                    <a:lnTo>
                      <a:pt x="9" y="5"/>
                    </a:lnTo>
                    <a:lnTo>
                      <a:pt x="9" y="5"/>
                    </a:lnTo>
                    <a:lnTo>
                      <a:pt x="7" y="5"/>
                    </a:lnTo>
                    <a:lnTo>
                      <a:pt x="7" y="7"/>
                    </a:lnTo>
                    <a:lnTo>
                      <a:pt x="9" y="7"/>
                    </a:lnTo>
                    <a:lnTo>
                      <a:pt x="9" y="7"/>
                    </a:lnTo>
                    <a:lnTo>
                      <a:pt x="9" y="7"/>
                    </a:lnTo>
                    <a:lnTo>
                      <a:pt x="9" y="10"/>
                    </a:lnTo>
                    <a:lnTo>
                      <a:pt x="9" y="10"/>
                    </a:lnTo>
                    <a:lnTo>
                      <a:pt x="9" y="12"/>
                    </a:lnTo>
                    <a:lnTo>
                      <a:pt x="9" y="12"/>
                    </a:lnTo>
                    <a:lnTo>
                      <a:pt x="9" y="12"/>
                    </a:lnTo>
                    <a:lnTo>
                      <a:pt x="9" y="14"/>
                    </a:lnTo>
                    <a:lnTo>
                      <a:pt x="9" y="14"/>
                    </a:lnTo>
                    <a:lnTo>
                      <a:pt x="7" y="14"/>
                    </a:lnTo>
                    <a:lnTo>
                      <a:pt x="7" y="14"/>
                    </a:lnTo>
                    <a:lnTo>
                      <a:pt x="9" y="14"/>
                    </a:lnTo>
                    <a:lnTo>
                      <a:pt x="9" y="17"/>
                    </a:lnTo>
                    <a:lnTo>
                      <a:pt x="9" y="17"/>
                    </a:lnTo>
                    <a:lnTo>
                      <a:pt x="9" y="19"/>
                    </a:lnTo>
                    <a:lnTo>
                      <a:pt x="7" y="19"/>
                    </a:lnTo>
                    <a:lnTo>
                      <a:pt x="7" y="19"/>
                    </a:lnTo>
                    <a:lnTo>
                      <a:pt x="7" y="17"/>
                    </a:lnTo>
                    <a:lnTo>
                      <a:pt x="4" y="17"/>
                    </a:lnTo>
                    <a:lnTo>
                      <a:pt x="4" y="17"/>
                    </a:lnTo>
                    <a:lnTo>
                      <a:pt x="4" y="17"/>
                    </a:lnTo>
                    <a:lnTo>
                      <a:pt x="4" y="17"/>
                    </a:lnTo>
                    <a:lnTo>
                      <a:pt x="4" y="14"/>
                    </a:lnTo>
                    <a:lnTo>
                      <a:pt x="2" y="14"/>
                    </a:lnTo>
                    <a:lnTo>
                      <a:pt x="2" y="14"/>
                    </a:lnTo>
                    <a:lnTo>
                      <a:pt x="2" y="14"/>
                    </a:lnTo>
                    <a:lnTo>
                      <a:pt x="2" y="14"/>
                    </a:lnTo>
                    <a:lnTo>
                      <a:pt x="4" y="14"/>
                    </a:lnTo>
                    <a:lnTo>
                      <a:pt x="4" y="14"/>
                    </a:lnTo>
                    <a:lnTo>
                      <a:pt x="4" y="12"/>
                    </a:lnTo>
                    <a:lnTo>
                      <a:pt x="4" y="12"/>
                    </a:lnTo>
                    <a:lnTo>
                      <a:pt x="4" y="10"/>
                    </a:lnTo>
                    <a:lnTo>
                      <a:pt x="4" y="10"/>
                    </a:lnTo>
                    <a:lnTo>
                      <a:pt x="4" y="10"/>
                    </a:lnTo>
                    <a:lnTo>
                      <a:pt x="4" y="7"/>
                    </a:lnTo>
                    <a:lnTo>
                      <a:pt x="4" y="7"/>
                    </a:lnTo>
                    <a:lnTo>
                      <a:pt x="4" y="5"/>
                    </a:lnTo>
                    <a:lnTo>
                      <a:pt x="4" y="5"/>
                    </a:lnTo>
                    <a:lnTo>
                      <a:pt x="2" y="5"/>
                    </a:lnTo>
                    <a:lnTo>
                      <a:pt x="2" y="5"/>
                    </a:lnTo>
                    <a:lnTo>
                      <a:pt x="2" y="5"/>
                    </a:lnTo>
                    <a:lnTo>
                      <a:pt x="2" y="5"/>
                    </a:lnTo>
                    <a:lnTo>
                      <a:pt x="2" y="5"/>
                    </a:lnTo>
                    <a:lnTo>
                      <a:pt x="0" y="5"/>
                    </a:lnTo>
                    <a:lnTo>
                      <a:pt x="0" y="5"/>
                    </a:lnTo>
                    <a:lnTo>
                      <a:pt x="0" y="5"/>
                    </a:lnTo>
                    <a:lnTo>
                      <a:pt x="2" y="5"/>
                    </a:lnTo>
                    <a:lnTo>
                      <a:pt x="2" y="5"/>
                    </a:lnTo>
                    <a:lnTo>
                      <a:pt x="2" y="3"/>
                    </a:lnTo>
                    <a:lnTo>
                      <a:pt x="2" y="3"/>
                    </a:lnTo>
                    <a:lnTo>
                      <a:pt x="2" y="3"/>
                    </a:lnTo>
                    <a:lnTo>
                      <a:pt x="0" y="3"/>
                    </a:lnTo>
                    <a:lnTo>
                      <a:pt x="0" y="0"/>
                    </a:lnTo>
                    <a:lnTo>
                      <a:pt x="0" y="0"/>
                    </a:lnTo>
                    <a:lnTo>
                      <a:pt x="2" y="0"/>
                    </a:lnTo>
                    <a:lnTo>
                      <a:pt x="2" y="0"/>
                    </a:lnTo>
                    <a:lnTo>
                      <a:pt x="2" y="0"/>
                    </a:lnTo>
                    <a:lnTo>
                      <a:pt x="4"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5" name="Freeform 183"/>
              <p:cNvSpPr>
                <a:spLocks/>
              </p:cNvSpPr>
              <p:nvPr/>
            </p:nvSpPr>
            <p:spPr bwMode="auto">
              <a:xfrm>
                <a:off x="2975" y="2817"/>
                <a:ext cx="15" cy="24"/>
              </a:xfrm>
              <a:custGeom>
                <a:avLst/>
                <a:gdLst/>
                <a:ahLst/>
                <a:cxnLst>
                  <a:cxn ang="0">
                    <a:pos x="12" y="19"/>
                  </a:cxn>
                  <a:cxn ang="0">
                    <a:pos x="12" y="21"/>
                  </a:cxn>
                  <a:cxn ang="0">
                    <a:pos x="12" y="24"/>
                  </a:cxn>
                  <a:cxn ang="0">
                    <a:pos x="12" y="21"/>
                  </a:cxn>
                  <a:cxn ang="0">
                    <a:pos x="10" y="21"/>
                  </a:cxn>
                  <a:cxn ang="0">
                    <a:pos x="10" y="21"/>
                  </a:cxn>
                  <a:cxn ang="0">
                    <a:pos x="10" y="19"/>
                  </a:cxn>
                  <a:cxn ang="0">
                    <a:pos x="7" y="19"/>
                  </a:cxn>
                  <a:cxn ang="0">
                    <a:pos x="7" y="17"/>
                  </a:cxn>
                  <a:cxn ang="0">
                    <a:pos x="5" y="17"/>
                  </a:cxn>
                  <a:cxn ang="0">
                    <a:pos x="5" y="14"/>
                  </a:cxn>
                  <a:cxn ang="0">
                    <a:pos x="5" y="14"/>
                  </a:cxn>
                  <a:cxn ang="0">
                    <a:pos x="5" y="12"/>
                  </a:cxn>
                  <a:cxn ang="0">
                    <a:pos x="5" y="10"/>
                  </a:cxn>
                  <a:cxn ang="0">
                    <a:pos x="5" y="10"/>
                  </a:cxn>
                  <a:cxn ang="0">
                    <a:pos x="3" y="10"/>
                  </a:cxn>
                  <a:cxn ang="0">
                    <a:pos x="3" y="10"/>
                  </a:cxn>
                  <a:cxn ang="0">
                    <a:pos x="0" y="10"/>
                  </a:cxn>
                  <a:cxn ang="0">
                    <a:pos x="0" y="7"/>
                  </a:cxn>
                  <a:cxn ang="0">
                    <a:pos x="0" y="5"/>
                  </a:cxn>
                  <a:cxn ang="0">
                    <a:pos x="0" y="3"/>
                  </a:cxn>
                  <a:cxn ang="0">
                    <a:pos x="0" y="3"/>
                  </a:cxn>
                  <a:cxn ang="0">
                    <a:pos x="0" y="0"/>
                  </a:cxn>
                  <a:cxn ang="0">
                    <a:pos x="3" y="0"/>
                  </a:cxn>
                  <a:cxn ang="0">
                    <a:pos x="5" y="0"/>
                  </a:cxn>
                  <a:cxn ang="0">
                    <a:pos x="5" y="3"/>
                  </a:cxn>
                  <a:cxn ang="0">
                    <a:pos x="5" y="3"/>
                  </a:cxn>
                  <a:cxn ang="0">
                    <a:pos x="7" y="5"/>
                  </a:cxn>
                  <a:cxn ang="0">
                    <a:pos x="7" y="7"/>
                  </a:cxn>
                  <a:cxn ang="0">
                    <a:pos x="7" y="7"/>
                  </a:cxn>
                  <a:cxn ang="0">
                    <a:pos x="10" y="10"/>
                  </a:cxn>
                  <a:cxn ang="0">
                    <a:pos x="10" y="10"/>
                  </a:cxn>
                  <a:cxn ang="0">
                    <a:pos x="10" y="10"/>
                  </a:cxn>
                  <a:cxn ang="0">
                    <a:pos x="12" y="12"/>
                  </a:cxn>
                  <a:cxn ang="0">
                    <a:pos x="12" y="12"/>
                  </a:cxn>
                  <a:cxn ang="0">
                    <a:pos x="12" y="14"/>
                  </a:cxn>
                  <a:cxn ang="0">
                    <a:pos x="12" y="17"/>
                  </a:cxn>
                  <a:cxn ang="0">
                    <a:pos x="15" y="17"/>
                  </a:cxn>
                  <a:cxn ang="0">
                    <a:pos x="15" y="19"/>
                  </a:cxn>
                </a:cxnLst>
                <a:rect l="0" t="0" r="r" b="b"/>
                <a:pathLst>
                  <a:path w="15" h="24">
                    <a:moveTo>
                      <a:pt x="15" y="19"/>
                    </a:moveTo>
                    <a:lnTo>
                      <a:pt x="12" y="19"/>
                    </a:lnTo>
                    <a:lnTo>
                      <a:pt x="12" y="21"/>
                    </a:lnTo>
                    <a:lnTo>
                      <a:pt x="12" y="21"/>
                    </a:lnTo>
                    <a:lnTo>
                      <a:pt x="12" y="24"/>
                    </a:lnTo>
                    <a:lnTo>
                      <a:pt x="12" y="24"/>
                    </a:lnTo>
                    <a:lnTo>
                      <a:pt x="12" y="24"/>
                    </a:lnTo>
                    <a:lnTo>
                      <a:pt x="12" y="21"/>
                    </a:lnTo>
                    <a:lnTo>
                      <a:pt x="10" y="21"/>
                    </a:lnTo>
                    <a:lnTo>
                      <a:pt x="10" y="21"/>
                    </a:lnTo>
                    <a:lnTo>
                      <a:pt x="10" y="21"/>
                    </a:lnTo>
                    <a:lnTo>
                      <a:pt x="10" y="21"/>
                    </a:lnTo>
                    <a:lnTo>
                      <a:pt x="10" y="19"/>
                    </a:lnTo>
                    <a:lnTo>
                      <a:pt x="10" y="19"/>
                    </a:lnTo>
                    <a:lnTo>
                      <a:pt x="10" y="19"/>
                    </a:lnTo>
                    <a:lnTo>
                      <a:pt x="7" y="19"/>
                    </a:lnTo>
                    <a:lnTo>
                      <a:pt x="7" y="19"/>
                    </a:lnTo>
                    <a:lnTo>
                      <a:pt x="7" y="17"/>
                    </a:lnTo>
                    <a:lnTo>
                      <a:pt x="7" y="17"/>
                    </a:lnTo>
                    <a:lnTo>
                      <a:pt x="5" y="17"/>
                    </a:lnTo>
                    <a:lnTo>
                      <a:pt x="5" y="14"/>
                    </a:lnTo>
                    <a:lnTo>
                      <a:pt x="5" y="14"/>
                    </a:lnTo>
                    <a:lnTo>
                      <a:pt x="5" y="14"/>
                    </a:lnTo>
                    <a:lnTo>
                      <a:pt x="5" y="14"/>
                    </a:lnTo>
                    <a:lnTo>
                      <a:pt x="5" y="12"/>
                    </a:lnTo>
                    <a:lnTo>
                      <a:pt x="5" y="12"/>
                    </a:lnTo>
                    <a:lnTo>
                      <a:pt x="5" y="12"/>
                    </a:lnTo>
                    <a:lnTo>
                      <a:pt x="5" y="10"/>
                    </a:lnTo>
                    <a:lnTo>
                      <a:pt x="5" y="10"/>
                    </a:lnTo>
                    <a:lnTo>
                      <a:pt x="5" y="10"/>
                    </a:lnTo>
                    <a:lnTo>
                      <a:pt x="5" y="10"/>
                    </a:lnTo>
                    <a:lnTo>
                      <a:pt x="3" y="10"/>
                    </a:lnTo>
                    <a:lnTo>
                      <a:pt x="3" y="10"/>
                    </a:lnTo>
                    <a:lnTo>
                      <a:pt x="3" y="10"/>
                    </a:lnTo>
                    <a:lnTo>
                      <a:pt x="0" y="10"/>
                    </a:lnTo>
                    <a:lnTo>
                      <a:pt x="0" y="10"/>
                    </a:lnTo>
                    <a:lnTo>
                      <a:pt x="0" y="7"/>
                    </a:lnTo>
                    <a:lnTo>
                      <a:pt x="0" y="7"/>
                    </a:lnTo>
                    <a:lnTo>
                      <a:pt x="0" y="5"/>
                    </a:lnTo>
                    <a:lnTo>
                      <a:pt x="0" y="5"/>
                    </a:lnTo>
                    <a:lnTo>
                      <a:pt x="0" y="3"/>
                    </a:lnTo>
                    <a:lnTo>
                      <a:pt x="0" y="3"/>
                    </a:lnTo>
                    <a:lnTo>
                      <a:pt x="0" y="3"/>
                    </a:lnTo>
                    <a:lnTo>
                      <a:pt x="0" y="3"/>
                    </a:lnTo>
                    <a:lnTo>
                      <a:pt x="0" y="0"/>
                    </a:lnTo>
                    <a:lnTo>
                      <a:pt x="0" y="0"/>
                    </a:lnTo>
                    <a:lnTo>
                      <a:pt x="3" y="0"/>
                    </a:lnTo>
                    <a:lnTo>
                      <a:pt x="3" y="0"/>
                    </a:lnTo>
                    <a:lnTo>
                      <a:pt x="3" y="0"/>
                    </a:lnTo>
                    <a:lnTo>
                      <a:pt x="5" y="0"/>
                    </a:lnTo>
                    <a:lnTo>
                      <a:pt x="5" y="3"/>
                    </a:lnTo>
                    <a:lnTo>
                      <a:pt x="5" y="3"/>
                    </a:lnTo>
                    <a:lnTo>
                      <a:pt x="5" y="3"/>
                    </a:lnTo>
                    <a:lnTo>
                      <a:pt x="5" y="3"/>
                    </a:lnTo>
                    <a:lnTo>
                      <a:pt x="5" y="5"/>
                    </a:lnTo>
                    <a:lnTo>
                      <a:pt x="7" y="5"/>
                    </a:lnTo>
                    <a:lnTo>
                      <a:pt x="7" y="5"/>
                    </a:lnTo>
                    <a:lnTo>
                      <a:pt x="7" y="7"/>
                    </a:lnTo>
                    <a:lnTo>
                      <a:pt x="7" y="7"/>
                    </a:lnTo>
                    <a:lnTo>
                      <a:pt x="7" y="7"/>
                    </a:lnTo>
                    <a:lnTo>
                      <a:pt x="10" y="7"/>
                    </a:lnTo>
                    <a:lnTo>
                      <a:pt x="10" y="10"/>
                    </a:lnTo>
                    <a:lnTo>
                      <a:pt x="10" y="10"/>
                    </a:lnTo>
                    <a:lnTo>
                      <a:pt x="10" y="10"/>
                    </a:lnTo>
                    <a:lnTo>
                      <a:pt x="10" y="10"/>
                    </a:lnTo>
                    <a:lnTo>
                      <a:pt x="10" y="10"/>
                    </a:lnTo>
                    <a:lnTo>
                      <a:pt x="10" y="12"/>
                    </a:lnTo>
                    <a:lnTo>
                      <a:pt x="12" y="12"/>
                    </a:lnTo>
                    <a:lnTo>
                      <a:pt x="12" y="12"/>
                    </a:lnTo>
                    <a:lnTo>
                      <a:pt x="12" y="12"/>
                    </a:lnTo>
                    <a:lnTo>
                      <a:pt x="12" y="14"/>
                    </a:lnTo>
                    <a:lnTo>
                      <a:pt x="12" y="14"/>
                    </a:lnTo>
                    <a:lnTo>
                      <a:pt x="12" y="14"/>
                    </a:lnTo>
                    <a:lnTo>
                      <a:pt x="12" y="17"/>
                    </a:lnTo>
                    <a:lnTo>
                      <a:pt x="12" y="17"/>
                    </a:lnTo>
                    <a:lnTo>
                      <a:pt x="15" y="17"/>
                    </a:lnTo>
                    <a:lnTo>
                      <a:pt x="15" y="19"/>
                    </a:lnTo>
                    <a:lnTo>
                      <a:pt x="15" y="19"/>
                    </a:lnTo>
                    <a:lnTo>
                      <a:pt x="15" y="1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6" name="Freeform 184"/>
              <p:cNvSpPr>
                <a:spLocks/>
              </p:cNvSpPr>
              <p:nvPr/>
            </p:nvSpPr>
            <p:spPr bwMode="auto">
              <a:xfrm>
                <a:off x="2975" y="2817"/>
                <a:ext cx="15" cy="24"/>
              </a:xfrm>
              <a:custGeom>
                <a:avLst/>
                <a:gdLst/>
                <a:ahLst/>
                <a:cxnLst>
                  <a:cxn ang="0">
                    <a:pos x="12" y="19"/>
                  </a:cxn>
                  <a:cxn ang="0">
                    <a:pos x="12" y="21"/>
                  </a:cxn>
                  <a:cxn ang="0">
                    <a:pos x="12" y="24"/>
                  </a:cxn>
                  <a:cxn ang="0">
                    <a:pos x="12" y="21"/>
                  </a:cxn>
                  <a:cxn ang="0">
                    <a:pos x="10" y="21"/>
                  </a:cxn>
                  <a:cxn ang="0">
                    <a:pos x="10" y="21"/>
                  </a:cxn>
                  <a:cxn ang="0">
                    <a:pos x="10" y="19"/>
                  </a:cxn>
                  <a:cxn ang="0">
                    <a:pos x="7" y="19"/>
                  </a:cxn>
                  <a:cxn ang="0">
                    <a:pos x="7" y="17"/>
                  </a:cxn>
                  <a:cxn ang="0">
                    <a:pos x="5" y="17"/>
                  </a:cxn>
                  <a:cxn ang="0">
                    <a:pos x="5" y="14"/>
                  </a:cxn>
                  <a:cxn ang="0">
                    <a:pos x="5" y="14"/>
                  </a:cxn>
                  <a:cxn ang="0">
                    <a:pos x="5" y="12"/>
                  </a:cxn>
                  <a:cxn ang="0">
                    <a:pos x="5" y="10"/>
                  </a:cxn>
                  <a:cxn ang="0">
                    <a:pos x="5" y="10"/>
                  </a:cxn>
                  <a:cxn ang="0">
                    <a:pos x="3" y="10"/>
                  </a:cxn>
                  <a:cxn ang="0">
                    <a:pos x="3" y="10"/>
                  </a:cxn>
                  <a:cxn ang="0">
                    <a:pos x="0" y="10"/>
                  </a:cxn>
                  <a:cxn ang="0">
                    <a:pos x="0" y="7"/>
                  </a:cxn>
                  <a:cxn ang="0">
                    <a:pos x="0" y="5"/>
                  </a:cxn>
                  <a:cxn ang="0">
                    <a:pos x="0" y="3"/>
                  </a:cxn>
                  <a:cxn ang="0">
                    <a:pos x="0" y="3"/>
                  </a:cxn>
                  <a:cxn ang="0">
                    <a:pos x="0" y="0"/>
                  </a:cxn>
                  <a:cxn ang="0">
                    <a:pos x="3" y="0"/>
                  </a:cxn>
                  <a:cxn ang="0">
                    <a:pos x="5" y="0"/>
                  </a:cxn>
                  <a:cxn ang="0">
                    <a:pos x="5" y="3"/>
                  </a:cxn>
                  <a:cxn ang="0">
                    <a:pos x="5" y="3"/>
                  </a:cxn>
                  <a:cxn ang="0">
                    <a:pos x="7" y="5"/>
                  </a:cxn>
                  <a:cxn ang="0">
                    <a:pos x="7" y="7"/>
                  </a:cxn>
                  <a:cxn ang="0">
                    <a:pos x="7" y="7"/>
                  </a:cxn>
                  <a:cxn ang="0">
                    <a:pos x="10" y="10"/>
                  </a:cxn>
                  <a:cxn ang="0">
                    <a:pos x="10" y="10"/>
                  </a:cxn>
                  <a:cxn ang="0">
                    <a:pos x="10" y="10"/>
                  </a:cxn>
                  <a:cxn ang="0">
                    <a:pos x="12" y="12"/>
                  </a:cxn>
                  <a:cxn ang="0">
                    <a:pos x="12" y="12"/>
                  </a:cxn>
                  <a:cxn ang="0">
                    <a:pos x="12" y="14"/>
                  </a:cxn>
                  <a:cxn ang="0">
                    <a:pos x="12" y="17"/>
                  </a:cxn>
                  <a:cxn ang="0">
                    <a:pos x="15" y="17"/>
                  </a:cxn>
                  <a:cxn ang="0">
                    <a:pos x="15" y="19"/>
                  </a:cxn>
                </a:cxnLst>
                <a:rect l="0" t="0" r="r" b="b"/>
                <a:pathLst>
                  <a:path w="15" h="24">
                    <a:moveTo>
                      <a:pt x="15" y="19"/>
                    </a:moveTo>
                    <a:lnTo>
                      <a:pt x="12" y="19"/>
                    </a:lnTo>
                    <a:lnTo>
                      <a:pt x="12" y="21"/>
                    </a:lnTo>
                    <a:lnTo>
                      <a:pt x="12" y="21"/>
                    </a:lnTo>
                    <a:lnTo>
                      <a:pt x="12" y="24"/>
                    </a:lnTo>
                    <a:lnTo>
                      <a:pt x="12" y="24"/>
                    </a:lnTo>
                    <a:lnTo>
                      <a:pt x="12" y="24"/>
                    </a:lnTo>
                    <a:lnTo>
                      <a:pt x="12" y="21"/>
                    </a:lnTo>
                    <a:lnTo>
                      <a:pt x="10" y="21"/>
                    </a:lnTo>
                    <a:lnTo>
                      <a:pt x="10" y="21"/>
                    </a:lnTo>
                    <a:lnTo>
                      <a:pt x="10" y="21"/>
                    </a:lnTo>
                    <a:lnTo>
                      <a:pt x="10" y="21"/>
                    </a:lnTo>
                    <a:lnTo>
                      <a:pt x="10" y="19"/>
                    </a:lnTo>
                    <a:lnTo>
                      <a:pt x="10" y="19"/>
                    </a:lnTo>
                    <a:lnTo>
                      <a:pt x="10" y="19"/>
                    </a:lnTo>
                    <a:lnTo>
                      <a:pt x="7" y="19"/>
                    </a:lnTo>
                    <a:lnTo>
                      <a:pt x="7" y="19"/>
                    </a:lnTo>
                    <a:lnTo>
                      <a:pt x="7" y="17"/>
                    </a:lnTo>
                    <a:lnTo>
                      <a:pt x="7" y="17"/>
                    </a:lnTo>
                    <a:lnTo>
                      <a:pt x="5" y="17"/>
                    </a:lnTo>
                    <a:lnTo>
                      <a:pt x="5" y="14"/>
                    </a:lnTo>
                    <a:lnTo>
                      <a:pt x="5" y="14"/>
                    </a:lnTo>
                    <a:lnTo>
                      <a:pt x="5" y="14"/>
                    </a:lnTo>
                    <a:lnTo>
                      <a:pt x="5" y="14"/>
                    </a:lnTo>
                    <a:lnTo>
                      <a:pt x="5" y="12"/>
                    </a:lnTo>
                    <a:lnTo>
                      <a:pt x="5" y="12"/>
                    </a:lnTo>
                    <a:lnTo>
                      <a:pt x="5" y="12"/>
                    </a:lnTo>
                    <a:lnTo>
                      <a:pt x="5" y="10"/>
                    </a:lnTo>
                    <a:lnTo>
                      <a:pt x="5" y="10"/>
                    </a:lnTo>
                    <a:lnTo>
                      <a:pt x="5" y="10"/>
                    </a:lnTo>
                    <a:lnTo>
                      <a:pt x="5" y="10"/>
                    </a:lnTo>
                    <a:lnTo>
                      <a:pt x="3" y="10"/>
                    </a:lnTo>
                    <a:lnTo>
                      <a:pt x="3" y="10"/>
                    </a:lnTo>
                    <a:lnTo>
                      <a:pt x="3" y="10"/>
                    </a:lnTo>
                    <a:lnTo>
                      <a:pt x="0" y="10"/>
                    </a:lnTo>
                    <a:lnTo>
                      <a:pt x="0" y="10"/>
                    </a:lnTo>
                    <a:lnTo>
                      <a:pt x="0" y="7"/>
                    </a:lnTo>
                    <a:lnTo>
                      <a:pt x="0" y="7"/>
                    </a:lnTo>
                    <a:lnTo>
                      <a:pt x="0" y="5"/>
                    </a:lnTo>
                    <a:lnTo>
                      <a:pt x="0" y="5"/>
                    </a:lnTo>
                    <a:lnTo>
                      <a:pt x="0" y="3"/>
                    </a:lnTo>
                    <a:lnTo>
                      <a:pt x="0" y="3"/>
                    </a:lnTo>
                    <a:lnTo>
                      <a:pt x="0" y="3"/>
                    </a:lnTo>
                    <a:lnTo>
                      <a:pt x="0" y="3"/>
                    </a:lnTo>
                    <a:lnTo>
                      <a:pt x="0" y="0"/>
                    </a:lnTo>
                    <a:lnTo>
                      <a:pt x="0" y="0"/>
                    </a:lnTo>
                    <a:lnTo>
                      <a:pt x="3" y="0"/>
                    </a:lnTo>
                    <a:lnTo>
                      <a:pt x="3" y="0"/>
                    </a:lnTo>
                    <a:lnTo>
                      <a:pt x="3" y="0"/>
                    </a:lnTo>
                    <a:lnTo>
                      <a:pt x="5" y="0"/>
                    </a:lnTo>
                    <a:lnTo>
                      <a:pt x="5" y="3"/>
                    </a:lnTo>
                    <a:lnTo>
                      <a:pt x="5" y="3"/>
                    </a:lnTo>
                    <a:lnTo>
                      <a:pt x="5" y="3"/>
                    </a:lnTo>
                    <a:lnTo>
                      <a:pt x="5" y="3"/>
                    </a:lnTo>
                    <a:lnTo>
                      <a:pt x="5" y="5"/>
                    </a:lnTo>
                    <a:lnTo>
                      <a:pt x="7" y="5"/>
                    </a:lnTo>
                    <a:lnTo>
                      <a:pt x="7" y="5"/>
                    </a:lnTo>
                    <a:lnTo>
                      <a:pt x="7" y="7"/>
                    </a:lnTo>
                    <a:lnTo>
                      <a:pt x="7" y="7"/>
                    </a:lnTo>
                    <a:lnTo>
                      <a:pt x="7" y="7"/>
                    </a:lnTo>
                    <a:lnTo>
                      <a:pt x="10" y="7"/>
                    </a:lnTo>
                    <a:lnTo>
                      <a:pt x="10" y="10"/>
                    </a:lnTo>
                    <a:lnTo>
                      <a:pt x="10" y="10"/>
                    </a:lnTo>
                    <a:lnTo>
                      <a:pt x="10" y="10"/>
                    </a:lnTo>
                    <a:lnTo>
                      <a:pt x="10" y="10"/>
                    </a:lnTo>
                    <a:lnTo>
                      <a:pt x="10" y="10"/>
                    </a:lnTo>
                    <a:lnTo>
                      <a:pt x="10" y="12"/>
                    </a:lnTo>
                    <a:lnTo>
                      <a:pt x="12" y="12"/>
                    </a:lnTo>
                    <a:lnTo>
                      <a:pt x="12" y="12"/>
                    </a:lnTo>
                    <a:lnTo>
                      <a:pt x="12" y="12"/>
                    </a:lnTo>
                    <a:lnTo>
                      <a:pt x="12" y="14"/>
                    </a:lnTo>
                    <a:lnTo>
                      <a:pt x="12" y="14"/>
                    </a:lnTo>
                    <a:lnTo>
                      <a:pt x="12" y="14"/>
                    </a:lnTo>
                    <a:lnTo>
                      <a:pt x="12" y="17"/>
                    </a:lnTo>
                    <a:lnTo>
                      <a:pt x="12" y="17"/>
                    </a:lnTo>
                    <a:lnTo>
                      <a:pt x="15" y="17"/>
                    </a:lnTo>
                    <a:lnTo>
                      <a:pt x="15" y="19"/>
                    </a:lnTo>
                    <a:lnTo>
                      <a:pt x="15" y="19"/>
                    </a:lnTo>
                    <a:lnTo>
                      <a:pt x="15" y="1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7" name="Freeform 185"/>
              <p:cNvSpPr>
                <a:spLocks/>
              </p:cNvSpPr>
              <p:nvPr/>
            </p:nvSpPr>
            <p:spPr bwMode="auto">
              <a:xfrm>
                <a:off x="2885" y="2680"/>
                <a:ext cx="17" cy="16"/>
              </a:xfrm>
              <a:custGeom>
                <a:avLst/>
                <a:gdLst/>
                <a:ahLst/>
                <a:cxnLst>
                  <a:cxn ang="0">
                    <a:pos x="3" y="0"/>
                  </a:cxn>
                  <a:cxn ang="0">
                    <a:pos x="5" y="0"/>
                  </a:cxn>
                  <a:cxn ang="0">
                    <a:pos x="5" y="2"/>
                  </a:cxn>
                  <a:cxn ang="0">
                    <a:pos x="8" y="2"/>
                  </a:cxn>
                  <a:cxn ang="0">
                    <a:pos x="8" y="4"/>
                  </a:cxn>
                  <a:cxn ang="0">
                    <a:pos x="10" y="4"/>
                  </a:cxn>
                  <a:cxn ang="0">
                    <a:pos x="10" y="4"/>
                  </a:cxn>
                  <a:cxn ang="0">
                    <a:pos x="10" y="7"/>
                  </a:cxn>
                  <a:cxn ang="0">
                    <a:pos x="12" y="7"/>
                  </a:cxn>
                  <a:cxn ang="0">
                    <a:pos x="12" y="9"/>
                  </a:cxn>
                  <a:cxn ang="0">
                    <a:pos x="15" y="9"/>
                  </a:cxn>
                  <a:cxn ang="0">
                    <a:pos x="15" y="9"/>
                  </a:cxn>
                  <a:cxn ang="0">
                    <a:pos x="15" y="12"/>
                  </a:cxn>
                  <a:cxn ang="0">
                    <a:pos x="17" y="12"/>
                  </a:cxn>
                  <a:cxn ang="0">
                    <a:pos x="17" y="12"/>
                  </a:cxn>
                  <a:cxn ang="0">
                    <a:pos x="17" y="14"/>
                  </a:cxn>
                  <a:cxn ang="0">
                    <a:pos x="17" y="16"/>
                  </a:cxn>
                  <a:cxn ang="0">
                    <a:pos x="17" y="16"/>
                  </a:cxn>
                  <a:cxn ang="0">
                    <a:pos x="15" y="16"/>
                  </a:cxn>
                  <a:cxn ang="0">
                    <a:pos x="15" y="16"/>
                  </a:cxn>
                  <a:cxn ang="0">
                    <a:pos x="12" y="16"/>
                  </a:cxn>
                  <a:cxn ang="0">
                    <a:pos x="10" y="16"/>
                  </a:cxn>
                  <a:cxn ang="0">
                    <a:pos x="10" y="14"/>
                  </a:cxn>
                  <a:cxn ang="0">
                    <a:pos x="10" y="12"/>
                  </a:cxn>
                  <a:cxn ang="0">
                    <a:pos x="10" y="12"/>
                  </a:cxn>
                  <a:cxn ang="0">
                    <a:pos x="8" y="12"/>
                  </a:cxn>
                  <a:cxn ang="0">
                    <a:pos x="8" y="9"/>
                  </a:cxn>
                  <a:cxn ang="0">
                    <a:pos x="8" y="12"/>
                  </a:cxn>
                  <a:cxn ang="0">
                    <a:pos x="5" y="12"/>
                  </a:cxn>
                  <a:cxn ang="0">
                    <a:pos x="5" y="9"/>
                  </a:cxn>
                  <a:cxn ang="0">
                    <a:pos x="3" y="9"/>
                  </a:cxn>
                  <a:cxn ang="0">
                    <a:pos x="3" y="9"/>
                  </a:cxn>
                  <a:cxn ang="0">
                    <a:pos x="0" y="7"/>
                  </a:cxn>
                  <a:cxn ang="0">
                    <a:pos x="0" y="7"/>
                  </a:cxn>
                  <a:cxn ang="0">
                    <a:pos x="0" y="4"/>
                  </a:cxn>
                  <a:cxn ang="0">
                    <a:pos x="0" y="2"/>
                  </a:cxn>
                  <a:cxn ang="0">
                    <a:pos x="0" y="2"/>
                  </a:cxn>
                  <a:cxn ang="0">
                    <a:pos x="0" y="0"/>
                  </a:cxn>
                  <a:cxn ang="0">
                    <a:pos x="3" y="0"/>
                  </a:cxn>
                </a:cxnLst>
                <a:rect l="0" t="0" r="r" b="b"/>
                <a:pathLst>
                  <a:path w="17" h="16">
                    <a:moveTo>
                      <a:pt x="3" y="0"/>
                    </a:moveTo>
                    <a:lnTo>
                      <a:pt x="3" y="0"/>
                    </a:lnTo>
                    <a:lnTo>
                      <a:pt x="3" y="0"/>
                    </a:lnTo>
                    <a:lnTo>
                      <a:pt x="5" y="0"/>
                    </a:lnTo>
                    <a:lnTo>
                      <a:pt x="5" y="2"/>
                    </a:lnTo>
                    <a:lnTo>
                      <a:pt x="5" y="2"/>
                    </a:lnTo>
                    <a:lnTo>
                      <a:pt x="8" y="2"/>
                    </a:lnTo>
                    <a:lnTo>
                      <a:pt x="8" y="2"/>
                    </a:lnTo>
                    <a:lnTo>
                      <a:pt x="8" y="4"/>
                    </a:lnTo>
                    <a:lnTo>
                      <a:pt x="8" y="4"/>
                    </a:lnTo>
                    <a:lnTo>
                      <a:pt x="8" y="4"/>
                    </a:lnTo>
                    <a:lnTo>
                      <a:pt x="10" y="4"/>
                    </a:lnTo>
                    <a:lnTo>
                      <a:pt x="10" y="4"/>
                    </a:lnTo>
                    <a:lnTo>
                      <a:pt x="10" y="4"/>
                    </a:lnTo>
                    <a:lnTo>
                      <a:pt x="10" y="7"/>
                    </a:lnTo>
                    <a:lnTo>
                      <a:pt x="10" y="7"/>
                    </a:lnTo>
                    <a:lnTo>
                      <a:pt x="10" y="7"/>
                    </a:lnTo>
                    <a:lnTo>
                      <a:pt x="12" y="7"/>
                    </a:lnTo>
                    <a:lnTo>
                      <a:pt x="12" y="9"/>
                    </a:lnTo>
                    <a:lnTo>
                      <a:pt x="12" y="9"/>
                    </a:lnTo>
                    <a:lnTo>
                      <a:pt x="12" y="9"/>
                    </a:lnTo>
                    <a:lnTo>
                      <a:pt x="15" y="9"/>
                    </a:lnTo>
                    <a:lnTo>
                      <a:pt x="15" y="9"/>
                    </a:lnTo>
                    <a:lnTo>
                      <a:pt x="15" y="9"/>
                    </a:lnTo>
                    <a:lnTo>
                      <a:pt x="15" y="9"/>
                    </a:lnTo>
                    <a:lnTo>
                      <a:pt x="15" y="12"/>
                    </a:lnTo>
                    <a:lnTo>
                      <a:pt x="17" y="12"/>
                    </a:lnTo>
                    <a:lnTo>
                      <a:pt x="17" y="12"/>
                    </a:lnTo>
                    <a:lnTo>
                      <a:pt x="17" y="12"/>
                    </a:lnTo>
                    <a:lnTo>
                      <a:pt x="17" y="12"/>
                    </a:lnTo>
                    <a:lnTo>
                      <a:pt x="17" y="14"/>
                    </a:lnTo>
                    <a:lnTo>
                      <a:pt x="17" y="14"/>
                    </a:lnTo>
                    <a:lnTo>
                      <a:pt x="17" y="14"/>
                    </a:lnTo>
                    <a:lnTo>
                      <a:pt x="17" y="16"/>
                    </a:lnTo>
                    <a:lnTo>
                      <a:pt x="17" y="16"/>
                    </a:lnTo>
                    <a:lnTo>
                      <a:pt x="17" y="16"/>
                    </a:lnTo>
                    <a:lnTo>
                      <a:pt x="15" y="16"/>
                    </a:lnTo>
                    <a:lnTo>
                      <a:pt x="15" y="16"/>
                    </a:lnTo>
                    <a:lnTo>
                      <a:pt x="15" y="16"/>
                    </a:lnTo>
                    <a:lnTo>
                      <a:pt x="15" y="16"/>
                    </a:lnTo>
                    <a:lnTo>
                      <a:pt x="12" y="16"/>
                    </a:lnTo>
                    <a:lnTo>
                      <a:pt x="12" y="16"/>
                    </a:lnTo>
                    <a:lnTo>
                      <a:pt x="10" y="16"/>
                    </a:lnTo>
                    <a:lnTo>
                      <a:pt x="10" y="16"/>
                    </a:lnTo>
                    <a:lnTo>
                      <a:pt x="10" y="14"/>
                    </a:lnTo>
                    <a:lnTo>
                      <a:pt x="10" y="14"/>
                    </a:lnTo>
                    <a:lnTo>
                      <a:pt x="10" y="14"/>
                    </a:lnTo>
                    <a:lnTo>
                      <a:pt x="10" y="12"/>
                    </a:lnTo>
                    <a:lnTo>
                      <a:pt x="10" y="12"/>
                    </a:lnTo>
                    <a:lnTo>
                      <a:pt x="10" y="12"/>
                    </a:lnTo>
                    <a:lnTo>
                      <a:pt x="10" y="12"/>
                    </a:lnTo>
                    <a:lnTo>
                      <a:pt x="8" y="12"/>
                    </a:lnTo>
                    <a:lnTo>
                      <a:pt x="8" y="9"/>
                    </a:lnTo>
                    <a:lnTo>
                      <a:pt x="8" y="9"/>
                    </a:lnTo>
                    <a:lnTo>
                      <a:pt x="8" y="9"/>
                    </a:lnTo>
                    <a:lnTo>
                      <a:pt x="8" y="12"/>
                    </a:lnTo>
                    <a:lnTo>
                      <a:pt x="5" y="12"/>
                    </a:lnTo>
                    <a:lnTo>
                      <a:pt x="5" y="12"/>
                    </a:lnTo>
                    <a:lnTo>
                      <a:pt x="5" y="9"/>
                    </a:lnTo>
                    <a:lnTo>
                      <a:pt x="5" y="9"/>
                    </a:lnTo>
                    <a:lnTo>
                      <a:pt x="3" y="9"/>
                    </a:lnTo>
                    <a:lnTo>
                      <a:pt x="3" y="9"/>
                    </a:lnTo>
                    <a:lnTo>
                      <a:pt x="3" y="9"/>
                    </a:lnTo>
                    <a:lnTo>
                      <a:pt x="3" y="9"/>
                    </a:lnTo>
                    <a:lnTo>
                      <a:pt x="0" y="9"/>
                    </a:lnTo>
                    <a:lnTo>
                      <a:pt x="0" y="7"/>
                    </a:lnTo>
                    <a:lnTo>
                      <a:pt x="0" y="7"/>
                    </a:lnTo>
                    <a:lnTo>
                      <a:pt x="0" y="7"/>
                    </a:lnTo>
                    <a:lnTo>
                      <a:pt x="0" y="7"/>
                    </a:lnTo>
                    <a:lnTo>
                      <a:pt x="0" y="4"/>
                    </a:lnTo>
                    <a:lnTo>
                      <a:pt x="0" y="4"/>
                    </a:lnTo>
                    <a:lnTo>
                      <a:pt x="0" y="2"/>
                    </a:lnTo>
                    <a:lnTo>
                      <a:pt x="0" y="2"/>
                    </a:lnTo>
                    <a:lnTo>
                      <a:pt x="0" y="2"/>
                    </a:lnTo>
                    <a:lnTo>
                      <a:pt x="0" y="2"/>
                    </a:lnTo>
                    <a:lnTo>
                      <a:pt x="0" y="0"/>
                    </a:lnTo>
                    <a:lnTo>
                      <a:pt x="0" y="0"/>
                    </a:lnTo>
                    <a:lnTo>
                      <a:pt x="3" y="0"/>
                    </a:lnTo>
                    <a:lnTo>
                      <a:pt x="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8" name="Freeform 186"/>
              <p:cNvSpPr>
                <a:spLocks/>
              </p:cNvSpPr>
              <p:nvPr/>
            </p:nvSpPr>
            <p:spPr bwMode="auto">
              <a:xfrm>
                <a:off x="2885" y="2680"/>
                <a:ext cx="17" cy="16"/>
              </a:xfrm>
              <a:custGeom>
                <a:avLst/>
                <a:gdLst/>
                <a:ahLst/>
                <a:cxnLst>
                  <a:cxn ang="0">
                    <a:pos x="3" y="0"/>
                  </a:cxn>
                  <a:cxn ang="0">
                    <a:pos x="5" y="0"/>
                  </a:cxn>
                  <a:cxn ang="0">
                    <a:pos x="5" y="2"/>
                  </a:cxn>
                  <a:cxn ang="0">
                    <a:pos x="8" y="2"/>
                  </a:cxn>
                  <a:cxn ang="0">
                    <a:pos x="8" y="4"/>
                  </a:cxn>
                  <a:cxn ang="0">
                    <a:pos x="10" y="4"/>
                  </a:cxn>
                  <a:cxn ang="0">
                    <a:pos x="10" y="4"/>
                  </a:cxn>
                  <a:cxn ang="0">
                    <a:pos x="10" y="7"/>
                  </a:cxn>
                  <a:cxn ang="0">
                    <a:pos x="12" y="7"/>
                  </a:cxn>
                  <a:cxn ang="0">
                    <a:pos x="12" y="9"/>
                  </a:cxn>
                  <a:cxn ang="0">
                    <a:pos x="15" y="9"/>
                  </a:cxn>
                  <a:cxn ang="0">
                    <a:pos x="15" y="9"/>
                  </a:cxn>
                  <a:cxn ang="0">
                    <a:pos x="15" y="12"/>
                  </a:cxn>
                  <a:cxn ang="0">
                    <a:pos x="17" y="12"/>
                  </a:cxn>
                  <a:cxn ang="0">
                    <a:pos x="17" y="12"/>
                  </a:cxn>
                  <a:cxn ang="0">
                    <a:pos x="17" y="14"/>
                  </a:cxn>
                  <a:cxn ang="0">
                    <a:pos x="17" y="16"/>
                  </a:cxn>
                  <a:cxn ang="0">
                    <a:pos x="17" y="16"/>
                  </a:cxn>
                  <a:cxn ang="0">
                    <a:pos x="15" y="16"/>
                  </a:cxn>
                  <a:cxn ang="0">
                    <a:pos x="15" y="16"/>
                  </a:cxn>
                  <a:cxn ang="0">
                    <a:pos x="12" y="16"/>
                  </a:cxn>
                  <a:cxn ang="0">
                    <a:pos x="10" y="16"/>
                  </a:cxn>
                  <a:cxn ang="0">
                    <a:pos x="10" y="14"/>
                  </a:cxn>
                  <a:cxn ang="0">
                    <a:pos x="10" y="12"/>
                  </a:cxn>
                  <a:cxn ang="0">
                    <a:pos x="10" y="12"/>
                  </a:cxn>
                  <a:cxn ang="0">
                    <a:pos x="8" y="12"/>
                  </a:cxn>
                  <a:cxn ang="0">
                    <a:pos x="8" y="9"/>
                  </a:cxn>
                  <a:cxn ang="0">
                    <a:pos x="8" y="12"/>
                  </a:cxn>
                  <a:cxn ang="0">
                    <a:pos x="5" y="12"/>
                  </a:cxn>
                  <a:cxn ang="0">
                    <a:pos x="5" y="9"/>
                  </a:cxn>
                  <a:cxn ang="0">
                    <a:pos x="3" y="9"/>
                  </a:cxn>
                  <a:cxn ang="0">
                    <a:pos x="3" y="9"/>
                  </a:cxn>
                  <a:cxn ang="0">
                    <a:pos x="0" y="7"/>
                  </a:cxn>
                  <a:cxn ang="0">
                    <a:pos x="0" y="7"/>
                  </a:cxn>
                  <a:cxn ang="0">
                    <a:pos x="0" y="4"/>
                  </a:cxn>
                  <a:cxn ang="0">
                    <a:pos x="0" y="2"/>
                  </a:cxn>
                  <a:cxn ang="0">
                    <a:pos x="0" y="2"/>
                  </a:cxn>
                  <a:cxn ang="0">
                    <a:pos x="0" y="0"/>
                  </a:cxn>
                  <a:cxn ang="0">
                    <a:pos x="3" y="0"/>
                  </a:cxn>
                </a:cxnLst>
                <a:rect l="0" t="0" r="r" b="b"/>
                <a:pathLst>
                  <a:path w="17" h="16">
                    <a:moveTo>
                      <a:pt x="3" y="0"/>
                    </a:moveTo>
                    <a:lnTo>
                      <a:pt x="3" y="0"/>
                    </a:lnTo>
                    <a:lnTo>
                      <a:pt x="3" y="0"/>
                    </a:lnTo>
                    <a:lnTo>
                      <a:pt x="5" y="0"/>
                    </a:lnTo>
                    <a:lnTo>
                      <a:pt x="5" y="2"/>
                    </a:lnTo>
                    <a:lnTo>
                      <a:pt x="5" y="2"/>
                    </a:lnTo>
                    <a:lnTo>
                      <a:pt x="8" y="2"/>
                    </a:lnTo>
                    <a:lnTo>
                      <a:pt x="8" y="2"/>
                    </a:lnTo>
                    <a:lnTo>
                      <a:pt x="8" y="4"/>
                    </a:lnTo>
                    <a:lnTo>
                      <a:pt x="8" y="4"/>
                    </a:lnTo>
                    <a:lnTo>
                      <a:pt x="8" y="4"/>
                    </a:lnTo>
                    <a:lnTo>
                      <a:pt x="10" y="4"/>
                    </a:lnTo>
                    <a:lnTo>
                      <a:pt x="10" y="4"/>
                    </a:lnTo>
                    <a:lnTo>
                      <a:pt x="10" y="4"/>
                    </a:lnTo>
                    <a:lnTo>
                      <a:pt x="10" y="7"/>
                    </a:lnTo>
                    <a:lnTo>
                      <a:pt x="10" y="7"/>
                    </a:lnTo>
                    <a:lnTo>
                      <a:pt x="10" y="7"/>
                    </a:lnTo>
                    <a:lnTo>
                      <a:pt x="12" y="7"/>
                    </a:lnTo>
                    <a:lnTo>
                      <a:pt x="12" y="9"/>
                    </a:lnTo>
                    <a:lnTo>
                      <a:pt x="12" y="9"/>
                    </a:lnTo>
                    <a:lnTo>
                      <a:pt x="12" y="9"/>
                    </a:lnTo>
                    <a:lnTo>
                      <a:pt x="15" y="9"/>
                    </a:lnTo>
                    <a:lnTo>
                      <a:pt x="15" y="9"/>
                    </a:lnTo>
                    <a:lnTo>
                      <a:pt x="15" y="9"/>
                    </a:lnTo>
                    <a:lnTo>
                      <a:pt x="15" y="9"/>
                    </a:lnTo>
                    <a:lnTo>
                      <a:pt x="15" y="12"/>
                    </a:lnTo>
                    <a:lnTo>
                      <a:pt x="17" y="12"/>
                    </a:lnTo>
                    <a:lnTo>
                      <a:pt x="17" y="12"/>
                    </a:lnTo>
                    <a:lnTo>
                      <a:pt x="17" y="12"/>
                    </a:lnTo>
                    <a:lnTo>
                      <a:pt x="17" y="12"/>
                    </a:lnTo>
                    <a:lnTo>
                      <a:pt x="17" y="14"/>
                    </a:lnTo>
                    <a:lnTo>
                      <a:pt x="17" y="14"/>
                    </a:lnTo>
                    <a:lnTo>
                      <a:pt x="17" y="14"/>
                    </a:lnTo>
                    <a:lnTo>
                      <a:pt x="17" y="16"/>
                    </a:lnTo>
                    <a:lnTo>
                      <a:pt x="17" y="16"/>
                    </a:lnTo>
                    <a:lnTo>
                      <a:pt x="17" y="16"/>
                    </a:lnTo>
                    <a:lnTo>
                      <a:pt x="15" y="16"/>
                    </a:lnTo>
                    <a:lnTo>
                      <a:pt x="15" y="16"/>
                    </a:lnTo>
                    <a:lnTo>
                      <a:pt x="15" y="16"/>
                    </a:lnTo>
                    <a:lnTo>
                      <a:pt x="15" y="16"/>
                    </a:lnTo>
                    <a:lnTo>
                      <a:pt x="12" y="16"/>
                    </a:lnTo>
                    <a:lnTo>
                      <a:pt x="12" y="16"/>
                    </a:lnTo>
                    <a:lnTo>
                      <a:pt x="10" y="16"/>
                    </a:lnTo>
                    <a:lnTo>
                      <a:pt x="10" y="16"/>
                    </a:lnTo>
                    <a:lnTo>
                      <a:pt x="10" y="14"/>
                    </a:lnTo>
                    <a:lnTo>
                      <a:pt x="10" y="14"/>
                    </a:lnTo>
                    <a:lnTo>
                      <a:pt x="10" y="14"/>
                    </a:lnTo>
                    <a:lnTo>
                      <a:pt x="10" y="12"/>
                    </a:lnTo>
                    <a:lnTo>
                      <a:pt x="10" y="12"/>
                    </a:lnTo>
                    <a:lnTo>
                      <a:pt x="10" y="12"/>
                    </a:lnTo>
                    <a:lnTo>
                      <a:pt x="10" y="12"/>
                    </a:lnTo>
                    <a:lnTo>
                      <a:pt x="8" y="12"/>
                    </a:lnTo>
                    <a:lnTo>
                      <a:pt x="8" y="9"/>
                    </a:lnTo>
                    <a:lnTo>
                      <a:pt x="8" y="9"/>
                    </a:lnTo>
                    <a:lnTo>
                      <a:pt x="8" y="9"/>
                    </a:lnTo>
                    <a:lnTo>
                      <a:pt x="8" y="12"/>
                    </a:lnTo>
                    <a:lnTo>
                      <a:pt x="5" y="12"/>
                    </a:lnTo>
                    <a:lnTo>
                      <a:pt x="5" y="12"/>
                    </a:lnTo>
                    <a:lnTo>
                      <a:pt x="5" y="9"/>
                    </a:lnTo>
                    <a:lnTo>
                      <a:pt x="5" y="9"/>
                    </a:lnTo>
                    <a:lnTo>
                      <a:pt x="3" y="9"/>
                    </a:lnTo>
                    <a:lnTo>
                      <a:pt x="3" y="9"/>
                    </a:lnTo>
                    <a:lnTo>
                      <a:pt x="3" y="9"/>
                    </a:lnTo>
                    <a:lnTo>
                      <a:pt x="3" y="9"/>
                    </a:lnTo>
                    <a:lnTo>
                      <a:pt x="0" y="9"/>
                    </a:lnTo>
                    <a:lnTo>
                      <a:pt x="0" y="7"/>
                    </a:lnTo>
                    <a:lnTo>
                      <a:pt x="0" y="7"/>
                    </a:lnTo>
                    <a:lnTo>
                      <a:pt x="0" y="7"/>
                    </a:lnTo>
                    <a:lnTo>
                      <a:pt x="0" y="7"/>
                    </a:lnTo>
                    <a:lnTo>
                      <a:pt x="0" y="4"/>
                    </a:lnTo>
                    <a:lnTo>
                      <a:pt x="0" y="4"/>
                    </a:lnTo>
                    <a:lnTo>
                      <a:pt x="0" y="2"/>
                    </a:lnTo>
                    <a:lnTo>
                      <a:pt x="0" y="2"/>
                    </a:lnTo>
                    <a:lnTo>
                      <a:pt x="0" y="2"/>
                    </a:lnTo>
                    <a:lnTo>
                      <a:pt x="0" y="2"/>
                    </a:lnTo>
                    <a:lnTo>
                      <a:pt x="0" y="0"/>
                    </a:lnTo>
                    <a:lnTo>
                      <a:pt x="0" y="0"/>
                    </a:lnTo>
                    <a:lnTo>
                      <a:pt x="3" y="0"/>
                    </a:lnTo>
                    <a:lnTo>
                      <a:pt x="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9" name="Freeform 187"/>
              <p:cNvSpPr>
                <a:spLocks/>
              </p:cNvSpPr>
              <p:nvPr/>
            </p:nvSpPr>
            <p:spPr bwMode="auto">
              <a:xfrm>
                <a:off x="3529" y="2945"/>
                <a:ext cx="26" cy="14"/>
              </a:xfrm>
              <a:custGeom>
                <a:avLst/>
                <a:gdLst/>
                <a:ahLst/>
                <a:cxnLst>
                  <a:cxn ang="0">
                    <a:pos x="22" y="2"/>
                  </a:cxn>
                  <a:cxn ang="0">
                    <a:pos x="22" y="2"/>
                  </a:cxn>
                  <a:cxn ang="0">
                    <a:pos x="24" y="2"/>
                  </a:cxn>
                  <a:cxn ang="0">
                    <a:pos x="24" y="5"/>
                  </a:cxn>
                  <a:cxn ang="0">
                    <a:pos x="26" y="5"/>
                  </a:cxn>
                  <a:cxn ang="0">
                    <a:pos x="24" y="7"/>
                  </a:cxn>
                  <a:cxn ang="0">
                    <a:pos x="24" y="7"/>
                  </a:cxn>
                  <a:cxn ang="0">
                    <a:pos x="22" y="7"/>
                  </a:cxn>
                  <a:cxn ang="0">
                    <a:pos x="22" y="7"/>
                  </a:cxn>
                  <a:cxn ang="0">
                    <a:pos x="19" y="10"/>
                  </a:cxn>
                  <a:cxn ang="0">
                    <a:pos x="19" y="10"/>
                  </a:cxn>
                  <a:cxn ang="0">
                    <a:pos x="19" y="12"/>
                  </a:cxn>
                  <a:cxn ang="0">
                    <a:pos x="17" y="12"/>
                  </a:cxn>
                  <a:cxn ang="0">
                    <a:pos x="17" y="12"/>
                  </a:cxn>
                  <a:cxn ang="0">
                    <a:pos x="14" y="12"/>
                  </a:cxn>
                  <a:cxn ang="0">
                    <a:pos x="12" y="12"/>
                  </a:cxn>
                  <a:cxn ang="0">
                    <a:pos x="12" y="12"/>
                  </a:cxn>
                  <a:cxn ang="0">
                    <a:pos x="10" y="10"/>
                  </a:cxn>
                  <a:cxn ang="0">
                    <a:pos x="10" y="10"/>
                  </a:cxn>
                  <a:cxn ang="0">
                    <a:pos x="7" y="10"/>
                  </a:cxn>
                  <a:cxn ang="0">
                    <a:pos x="5" y="12"/>
                  </a:cxn>
                  <a:cxn ang="0">
                    <a:pos x="5" y="12"/>
                  </a:cxn>
                  <a:cxn ang="0">
                    <a:pos x="3" y="12"/>
                  </a:cxn>
                  <a:cxn ang="0">
                    <a:pos x="3" y="14"/>
                  </a:cxn>
                  <a:cxn ang="0">
                    <a:pos x="0" y="14"/>
                  </a:cxn>
                  <a:cxn ang="0">
                    <a:pos x="0" y="12"/>
                  </a:cxn>
                  <a:cxn ang="0">
                    <a:pos x="3" y="10"/>
                  </a:cxn>
                  <a:cxn ang="0">
                    <a:pos x="3" y="12"/>
                  </a:cxn>
                  <a:cxn ang="0">
                    <a:pos x="3" y="10"/>
                  </a:cxn>
                  <a:cxn ang="0">
                    <a:pos x="3" y="10"/>
                  </a:cxn>
                  <a:cxn ang="0">
                    <a:pos x="3" y="7"/>
                  </a:cxn>
                  <a:cxn ang="0">
                    <a:pos x="5" y="5"/>
                  </a:cxn>
                  <a:cxn ang="0">
                    <a:pos x="5" y="2"/>
                  </a:cxn>
                  <a:cxn ang="0">
                    <a:pos x="5" y="0"/>
                  </a:cxn>
                  <a:cxn ang="0">
                    <a:pos x="5" y="0"/>
                  </a:cxn>
                  <a:cxn ang="0">
                    <a:pos x="5" y="2"/>
                  </a:cxn>
                  <a:cxn ang="0">
                    <a:pos x="5" y="2"/>
                  </a:cxn>
                  <a:cxn ang="0">
                    <a:pos x="7" y="5"/>
                  </a:cxn>
                  <a:cxn ang="0">
                    <a:pos x="10" y="5"/>
                  </a:cxn>
                  <a:cxn ang="0">
                    <a:pos x="10" y="5"/>
                  </a:cxn>
                  <a:cxn ang="0">
                    <a:pos x="12" y="5"/>
                  </a:cxn>
                  <a:cxn ang="0">
                    <a:pos x="12" y="5"/>
                  </a:cxn>
                  <a:cxn ang="0">
                    <a:pos x="14" y="5"/>
                  </a:cxn>
                  <a:cxn ang="0">
                    <a:pos x="14" y="2"/>
                  </a:cxn>
                  <a:cxn ang="0">
                    <a:pos x="17" y="2"/>
                  </a:cxn>
                  <a:cxn ang="0">
                    <a:pos x="17" y="2"/>
                  </a:cxn>
                  <a:cxn ang="0">
                    <a:pos x="19" y="0"/>
                  </a:cxn>
                  <a:cxn ang="0">
                    <a:pos x="22" y="0"/>
                  </a:cxn>
                </a:cxnLst>
                <a:rect l="0" t="0" r="r" b="b"/>
                <a:pathLst>
                  <a:path w="26" h="14">
                    <a:moveTo>
                      <a:pt x="22" y="0"/>
                    </a:moveTo>
                    <a:lnTo>
                      <a:pt x="22" y="2"/>
                    </a:lnTo>
                    <a:lnTo>
                      <a:pt x="22" y="2"/>
                    </a:lnTo>
                    <a:lnTo>
                      <a:pt x="22" y="2"/>
                    </a:lnTo>
                    <a:lnTo>
                      <a:pt x="24" y="2"/>
                    </a:lnTo>
                    <a:lnTo>
                      <a:pt x="24" y="2"/>
                    </a:lnTo>
                    <a:lnTo>
                      <a:pt x="24" y="2"/>
                    </a:lnTo>
                    <a:lnTo>
                      <a:pt x="24" y="5"/>
                    </a:lnTo>
                    <a:lnTo>
                      <a:pt x="24" y="5"/>
                    </a:lnTo>
                    <a:lnTo>
                      <a:pt x="26" y="5"/>
                    </a:lnTo>
                    <a:lnTo>
                      <a:pt x="26" y="7"/>
                    </a:lnTo>
                    <a:lnTo>
                      <a:pt x="24" y="7"/>
                    </a:lnTo>
                    <a:lnTo>
                      <a:pt x="24" y="7"/>
                    </a:lnTo>
                    <a:lnTo>
                      <a:pt x="24" y="7"/>
                    </a:lnTo>
                    <a:lnTo>
                      <a:pt x="24" y="7"/>
                    </a:lnTo>
                    <a:lnTo>
                      <a:pt x="22" y="7"/>
                    </a:lnTo>
                    <a:lnTo>
                      <a:pt x="22" y="7"/>
                    </a:lnTo>
                    <a:lnTo>
                      <a:pt x="22" y="7"/>
                    </a:lnTo>
                    <a:lnTo>
                      <a:pt x="22" y="10"/>
                    </a:lnTo>
                    <a:lnTo>
                      <a:pt x="19" y="10"/>
                    </a:lnTo>
                    <a:lnTo>
                      <a:pt x="19" y="10"/>
                    </a:lnTo>
                    <a:lnTo>
                      <a:pt x="19" y="10"/>
                    </a:lnTo>
                    <a:lnTo>
                      <a:pt x="19" y="10"/>
                    </a:lnTo>
                    <a:lnTo>
                      <a:pt x="19" y="12"/>
                    </a:lnTo>
                    <a:lnTo>
                      <a:pt x="17" y="12"/>
                    </a:lnTo>
                    <a:lnTo>
                      <a:pt x="17" y="12"/>
                    </a:lnTo>
                    <a:lnTo>
                      <a:pt x="17" y="12"/>
                    </a:lnTo>
                    <a:lnTo>
                      <a:pt x="17" y="12"/>
                    </a:lnTo>
                    <a:lnTo>
                      <a:pt x="17" y="12"/>
                    </a:lnTo>
                    <a:lnTo>
                      <a:pt x="14" y="12"/>
                    </a:lnTo>
                    <a:lnTo>
                      <a:pt x="14" y="12"/>
                    </a:lnTo>
                    <a:lnTo>
                      <a:pt x="12" y="12"/>
                    </a:lnTo>
                    <a:lnTo>
                      <a:pt x="12" y="12"/>
                    </a:lnTo>
                    <a:lnTo>
                      <a:pt x="12" y="12"/>
                    </a:lnTo>
                    <a:lnTo>
                      <a:pt x="10" y="12"/>
                    </a:lnTo>
                    <a:lnTo>
                      <a:pt x="10" y="10"/>
                    </a:lnTo>
                    <a:lnTo>
                      <a:pt x="10" y="10"/>
                    </a:lnTo>
                    <a:lnTo>
                      <a:pt x="10" y="10"/>
                    </a:lnTo>
                    <a:lnTo>
                      <a:pt x="7" y="10"/>
                    </a:lnTo>
                    <a:lnTo>
                      <a:pt x="7" y="10"/>
                    </a:lnTo>
                    <a:lnTo>
                      <a:pt x="7" y="12"/>
                    </a:lnTo>
                    <a:lnTo>
                      <a:pt x="5" y="12"/>
                    </a:lnTo>
                    <a:lnTo>
                      <a:pt x="5" y="12"/>
                    </a:lnTo>
                    <a:lnTo>
                      <a:pt x="5" y="12"/>
                    </a:lnTo>
                    <a:lnTo>
                      <a:pt x="5" y="12"/>
                    </a:lnTo>
                    <a:lnTo>
                      <a:pt x="3" y="12"/>
                    </a:lnTo>
                    <a:lnTo>
                      <a:pt x="3" y="14"/>
                    </a:lnTo>
                    <a:lnTo>
                      <a:pt x="3" y="14"/>
                    </a:lnTo>
                    <a:lnTo>
                      <a:pt x="3" y="14"/>
                    </a:lnTo>
                    <a:lnTo>
                      <a:pt x="0" y="14"/>
                    </a:lnTo>
                    <a:lnTo>
                      <a:pt x="0" y="12"/>
                    </a:lnTo>
                    <a:lnTo>
                      <a:pt x="0" y="12"/>
                    </a:lnTo>
                    <a:lnTo>
                      <a:pt x="0" y="10"/>
                    </a:lnTo>
                    <a:lnTo>
                      <a:pt x="3" y="10"/>
                    </a:lnTo>
                    <a:lnTo>
                      <a:pt x="3" y="12"/>
                    </a:lnTo>
                    <a:lnTo>
                      <a:pt x="3" y="12"/>
                    </a:lnTo>
                    <a:lnTo>
                      <a:pt x="3" y="10"/>
                    </a:lnTo>
                    <a:lnTo>
                      <a:pt x="3" y="10"/>
                    </a:lnTo>
                    <a:lnTo>
                      <a:pt x="3" y="10"/>
                    </a:lnTo>
                    <a:lnTo>
                      <a:pt x="3" y="10"/>
                    </a:lnTo>
                    <a:lnTo>
                      <a:pt x="3" y="7"/>
                    </a:lnTo>
                    <a:lnTo>
                      <a:pt x="3" y="7"/>
                    </a:lnTo>
                    <a:lnTo>
                      <a:pt x="5" y="7"/>
                    </a:lnTo>
                    <a:lnTo>
                      <a:pt x="5" y="5"/>
                    </a:lnTo>
                    <a:lnTo>
                      <a:pt x="5" y="5"/>
                    </a:lnTo>
                    <a:lnTo>
                      <a:pt x="5" y="2"/>
                    </a:lnTo>
                    <a:lnTo>
                      <a:pt x="5" y="2"/>
                    </a:lnTo>
                    <a:lnTo>
                      <a:pt x="5" y="0"/>
                    </a:lnTo>
                    <a:lnTo>
                      <a:pt x="5" y="0"/>
                    </a:lnTo>
                    <a:lnTo>
                      <a:pt x="5" y="0"/>
                    </a:lnTo>
                    <a:lnTo>
                      <a:pt x="5" y="2"/>
                    </a:lnTo>
                    <a:lnTo>
                      <a:pt x="5" y="2"/>
                    </a:lnTo>
                    <a:lnTo>
                      <a:pt x="5" y="2"/>
                    </a:lnTo>
                    <a:lnTo>
                      <a:pt x="5" y="2"/>
                    </a:lnTo>
                    <a:lnTo>
                      <a:pt x="7" y="2"/>
                    </a:lnTo>
                    <a:lnTo>
                      <a:pt x="7" y="5"/>
                    </a:lnTo>
                    <a:lnTo>
                      <a:pt x="7" y="5"/>
                    </a:lnTo>
                    <a:lnTo>
                      <a:pt x="10" y="5"/>
                    </a:lnTo>
                    <a:lnTo>
                      <a:pt x="10" y="5"/>
                    </a:lnTo>
                    <a:lnTo>
                      <a:pt x="10" y="5"/>
                    </a:lnTo>
                    <a:lnTo>
                      <a:pt x="10" y="5"/>
                    </a:lnTo>
                    <a:lnTo>
                      <a:pt x="12" y="5"/>
                    </a:lnTo>
                    <a:lnTo>
                      <a:pt x="12" y="5"/>
                    </a:lnTo>
                    <a:lnTo>
                      <a:pt x="12" y="5"/>
                    </a:lnTo>
                    <a:lnTo>
                      <a:pt x="12" y="5"/>
                    </a:lnTo>
                    <a:lnTo>
                      <a:pt x="14" y="5"/>
                    </a:lnTo>
                    <a:lnTo>
                      <a:pt x="14" y="2"/>
                    </a:lnTo>
                    <a:lnTo>
                      <a:pt x="14" y="2"/>
                    </a:lnTo>
                    <a:lnTo>
                      <a:pt x="14" y="2"/>
                    </a:lnTo>
                    <a:lnTo>
                      <a:pt x="17" y="2"/>
                    </a:lnTo>
                    <a:lnTo>
                      <a:pt x="17" y="2"/>
                    </a:lnTo>
                    <a:lnTo>
                      <a:pt x="17" y="2"/>
                    </a:lnTo>
                    <a:lnTo>
                      <a:pt x="17" y="0"/>
                    </a:lnTo>
                    <a:lnTo>
                      <a:pt x="19" y="0"/>
                    </a:lnTo>
                    <a:lnTo>
                      <a:pt x="19" y="0"/>
                    </a:lnTo>
                    <a:lnTo>
                      <a:pt x="22" y="0"/>
                    </a:lnTo>
                    <a:lnTo>
                      <a:pt x="2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0" name="Freeform 188"/>
              <p:cNvSpPr>
                <a:spLocks/>
              </p:cNvSpPr>
              <p:nvPr/>
            </p:nvSpPr>
            <p:spPr bwMode="auto">
              <a:xfrm>
                <a:off x="3529" y="2945"/>
                <a:ext cx="26" cy="14"/>
              </a:xfrm>
              <a:custGeom>
                <a:avLst/>
                <a:gdLst/>
                <a:ahLst/>
                <a:cxnLst>
                  <a:cxn ang="0">
                    <a:pos x="22" y="2"/>
                  </a:cxn>
                  <a:cxn ang="0">
                    <a:pos x="22" y="2"/>
                  </a:cxn>
                  <a:cxn ang="0">
                    <a:pos x="24" y="2"/>
                  </a:cxn>
                  <a:cxn ang="0">
                    <a:pos x="24" y="5"/>
                  </a:cxn>
                  <a:cxn ang="0">
                    <a:pos x="26" y="5"/>
                  </a:cxn>
                  <a:cxn ang="0">
                    <a:pos x="24" y="7"/>
                  </a:cxn>
                  <a:cxn ang="0">
                    <a:pos x="24" y="7"/>
                  </a:cxn>
                  <a:cxn ang="0">
                    <a:pos x="22" y="7"/>
                  </a:cxn>
                  <a:cxn ang="0">
                    <a:pos x="22" y="7"/>
                  </a:cxn>
                  <a:cxn ang="0">
                    <a:pos x="19" y="10"/>
                  </a:cxn>
                  <a:cxn ang="0">
                    <a:pos x="19" y="10"/>
                  </a:cxn>
                  <a:cxn ang="0">
                    <a:pos x="19" y="12"/>
                  </a:cxn>
                  <a:cxn ang="0">
                    <a:pos x="17" y="12"/>
                  </a:cxn>
                  <a:cxn ang="0">
                    <a:pos x="17" y="12"/>
                  </a:cxn>
                  <a:cxn ang="0">
                    <a:pos x="14" y="12"/>
                  </a:cxn>
                  <a:cxn ang="0">
                    <a:pos x="12" y="12"/>
                  </a:cxn>
                  <a:cxn ang="0">
                    <a:pos x="12" y="12"/>
                  </a:cxn>
                  <a:cxn ang="0">
                    <a:pos x="10" y="10"/>
                  </a:cxn>
                  <a:cxn ang="0">
                    <a:pos x="10" y="10"/>
                  </a:cxn>
                  <a:cxn ang="0">
                    <a:pos x="7" y="10"/>
                  </a:cxn>
                  <a:cxn ang="0">
                    <a:pos x="5" y="12"/>
                  </a:cxn>
                  <a:cxn ang="0">
                    <a:pos x="5" y="12"/>
                  </a:cxn>
                  <a:cxn ang="0">
                    <a:pos x="3" y="12"/>
                  </a:cxn>
                  <a:cxn ang="0">
                    <a:pos x="3" y="14"/>
                  </a:cxn>
                  <a:cxn ang="0">
                    <a:pos x="0" y="14"/>
                  </a:cxn>
                  <a:cxn ang="0">
                    <a:pos x="0" y="12"/>
                  </a:cxn>
                  <a:cxn ang="0">
                    <a:pos x="3" y="10"/>
                  </a:cxn>
                  <a:cxn ang="0">
                    <a:pos x="3" y="12"/>
                  </a:cxn>
                  <a:cxn ang="0">
                    <a:pos x="3" y="10"/>
                  </a:cxn>
                  <a:cxn ang="0">
                    <a:pos x="3" y="10"/>
                  </a:cxn>
                  <a:cxn ang="0">
                    <a:pos x="3" y="7"/>
                  </a:cxn>
                  <a:cxn ang="0">
                    <a:pos x="5" y="5"/>
                  </a:cxn>
                  <a:cxn ang="0">
                    <a:pos x="5" y="2"/>
                  </a:cxn>
                  <a:cxn ang="0">
                    <a:pos x="5" y="0"/>
                  </a:cxn>
                  <a:cxn ang="0">
                    <a:pos x="5" y="0"/>
                  </a:cxn>
                  <a:cxn ang="0">
                    <a:pos x="5" y="2"/>
                  </a:cxn>
                  <a:cxn ang="0">
                    <a:pos x="5" y="2"/>
                  </a:cxn>
                  <a:cxn ang="0">
                    <a:pos x="7" y="5"/>
                  </a:cxn>
                  <a:cxn ang="0">
                    <a:pos x="10" y="5"/>
                  </a:cxn>
                  <a:cxn ang="0">
                    <a:pos x="10" y="5"/>
                  </a:cxn>
                  <a:cxn ang="0">
                    <a:pos x="12" y="5"/>
                  </a:cxn>
                  <a:cxn ang="0">
                    <a:pos x="12" y="5"/>
                  </a:cxn>
                  <a:cxn ang="0">
                    <a:pos x="14" y="5"/>
                  </a:cxn>
                  <a:cxn ang="0">
                    <a:pos x="14" y="2"/>
                  </a:cxn>
                  <a:cxn ang="0">
                    <a:pos x="17" y="2"/>
                  </a:cxn>
                  <a:cxn ang="0">
                    <a:pos x="17" y="2"/>
                  </a:cxn>
                  <a:cxn ang="0">
                    <a:pos x="19" y="0"/>
                  </a:cxn>
                  <a:cxn ang="0">
                    <a:pos x="22" y="0"/>
                  </a:cxn>
                </a:cxnLst>
                <a:rect l="0" t="0" r="r" b="b"/>
                <a:pathLst>
                  <a:path w="26" h="14">
                    <a:moveTo>
                      <a:pt x="22" y="0"/>
                    </a:moveTo>
                    <a:lnTo>
                      <a:pt x="22" y="2"/>
                    </a:lnTo>
                    <a:lnTo>
                      <a:pt x="22" y="2"/>
                    </a:lnTo>
                    <a:lnTo>
                      <a:pt x="22" y="2"/>
                    </a:lnTo>
                    <a:lnTo>
                      <a:pt x="24" y="2"/>
                    </a:lnTo>
                    <a:lnTo>
                      <a:pt x="24" y="2"/>
                    </a:lnTo>
                    <a:lnTo>
                      <a:pt x="24" y="2"/>
                    </a:lnTo>
                    <a:lnTo>
                      <a:pt x="24" y="5"/>
                    </a:lnTo>
                    <a:lnTo>
                      <a:pt x="24" y="5"/>
                    </a:lnTo>
                    <a:lnTo>
                      <a:pt x="26" y="5"/>
                    </a:lnTo>
                    <a:lnTo>
                      <a:pt x="26" y="7"/>
                    </a:lnTo>
                    <a:lnTo>
                      <a:pt x="24" y="7"/>
                    </a:lnTo>
                    <a:lnTo>
                      <a:pt x="24" y="7"/>
                    </a:lnTo>
                    <a:lnTo>
                      <a:pt x="24" y="7"/>
                    </a:lnTo>
                    <a:lnTo>
                      <a:pt x="24" y="7"/>
                    </a:lnTo>
                    <a:lnTo>
                      <a:pt x="22" y="7"/>
                    </a:lnTo>
                    <a:lnTo>
                      <a:pt x="22" y="7"/>
                    </a:lnTo>
                    <a:lnTo>
                      <a:pt x="22" y="7"/>
                    </a:lnTo>
                    <a:lnTo>
                      <a:pt x="22" y="10"/>
                    </a:lnTo>
                    <a:lnTo>
                      <a:pt x="19" y="10"/>
                    </a:lnTo>
                    <a:lnTo>
                      <a:pt x="19" y="10"/>
                    </a:lnTo>
                    <a:lnTo>
                      <a:pt x="19" y="10"/>
                    </a:lnTo>
                    <a:lnTo>
                      <a:pt x="19" y="10"/>
                    </a:lnTo>
                    <a:lnTo>
                      <a:pt x="19" y="12"/>
                    </a:lnTo>
                    <a:lnTo>
                      <a:pt x="17" y="12"/>
                    </a:lnTo>
                    <a:lnTo>
                      <a:pt x="17" y="12"/>
                    </a:lnTo>
                    <a:lnTo>
                      <a:pt x="17" y="12"/>
                    </a:lnTo>
                    <a:lnTo>
                      <a:pt x="17" y="12"/>
                    </a:lnTo>
                    <a:lnTo>
                      <a:pt x="17" y="12"/>
                    </a:lnTo>
                    <a:lnTo>
                      <a:pt x="14" y="12"/>
                    </a:lnTo>
                    <a:lnTo>
                      <a:pt x="14" y="12"/>
                    </a:lnTo>
                    <a:lnTo>
                      <a:pt x="12" y="12"/>
                    </a:lnTo>
                    <a:lnTo>
                      <a:pt x="12" y="12"/>
                    </a:lnTo>
                    <a:lnTo>
                      <a:pt x="12" y="12"/>
                    </a:lnTo>
                    <a:lnTo>
                      <a:pt x="10" y="12"/>
                    </a:lnTo>
                    <a:lnTo>
                      <a:pt x="10" y="10"/>
                    </a:lnTo>
                    <a:lnTo>
                      <a:pt x="10" y="10"/>
                    </a:lnTo>
                    <a:lnTo>
                      <a:pt x="10" y="10"/>
                    </a:lnTo>
                    <a:lnTo>
                      <a:pt x="7" y="10"/>
                    </a:lnTo>
                    <a:lnTo>
                      <a:pt x="7" y="10"/>
                    </a:lnTo>
                    <a:lnTo>
                      <a:pt x="7" y="12"/>
                    </a:lnTo>
                    <a:lnTo>
                      <a:pt x="5" y="12"/>
                    </a:lnTo>
                    <a:lnTo>
                      <a:pt x="5" y="12"/>
                    </a:lnTo>
                    <a:lnTo>
                      <a:pt x="5" y="12"/>
                    </a:lnTo>
                    <a:lnTo>
                      <a:pt x="5" y="12"/>
                    </a:lnTo>
                    <a:lnTo>
                      <a:pt x="3" y="12"/>
                    </a:lnTo>
                    <a:lnTo>
                      <a:pt x="3" y="14"/>
                    </a:lnTo>
                    <a:lnTo>
                      <a:pt x="3" y="14"/>
                    </a:lnTo>
                    <a:lnTo>
                      <a:pt x="3" y="14"/>
                    </a:lnTo>
                    <a:lnTo>
                      <a:pt x="0" y="14"/>
                    </a:lnTo>
                    <a:lnTo>
                      <a:pt x="0" y="12"/>
                    </a:lnTo>
                    <a:lnTo>
                      <a:pt x="0" y="12"/>
                    </a:lnTo>
                    <a:lnTo>
                      <a:pt x="0" y="10"/>
                    </a:lnTo>
                    <a:lnTo>
                      <a:pt x="3" y="10"/>
                    </a:lnTo>
                    <a:lnTo>
                      <a:pt x="3" y="12"/>
                    </a:lnTo>
                    <a:lnTo>
                      <a:pt x="3" y="12"/>
                    </a:lnTo>
                    <a:lnTo>
                      <a:pt x="3" y="10"/>
                    </a:lnTo>
                    <a:lnTo>
                      <a:pt x="3" y="10"/>
                    </a:lnTo>
                    <a:lnTo>
                      <a:pt x="3" y="10"/>
                    </a:lnTo>
                    <a:lnTo>
                      <a:pt x="3" y="10"/>
                    </a:lnTo>
                    <a:lnTo>
                      <a:pt x="3" y="7"/>
                    </a:lnTo>
                    <a:lnTo>
                      <a:pt x="3" y="7"/>
                    </a:lnTo>
                    <a:lnTo>
                      <a:pt x="5" y="7"/>
                    </a:lnTo>
                    <a:lnTo>
                      <a:pt x="5" y="5"/>
                    </a:lnTo>
                    <a:lnTo>
                      <a:pt x="5" y="5"/>
                    </a:lnTo>
                    <a:lnTo>
                      <a:pt x="5" y="2"/>
                    </a:lnTo>
                    <a:lnTo>
                      <a:pt x="5" y="2"/>
                    </a:lnTo>
                    <a:lnTo>
                      <a:pt x="5" y="0"/>
                    </a:lnTo>
                    <a:lnTo>
                      <a:pt x="5" y="0"/>
                    </a:lnTo>
                    <a:lnTo>
                      <a:pt x="5" y="0"/>
                    </a:lnTo>
                    <a:lnTo>
                      <a:pt x="5" y="2"/>
                    </a:lnTo>
                    <a:lnTo>
                      <a:pt x="5" y="2"/>
                    </a:lnTo>
                    <a:lnTo>
                      <a:pt x="5" y="2"/>
                    </a:lnTo>
                    <a:lnTo>
                      <a:pt x="5" y="2"/>
                    </a:lnTo>
                    <a:lnTo>
                      <a:pt x="7" y="2"/>
                    </a:lnTo>
                    <a:lnTo>
                      <a:pt x="7" y="5"/>
                    </a:lnTo>
                    <a:lnTo>
                      <a:pt x="7" y="5"/>
                    </a:lnTo>
                    <a:lnTo>
                      <a:pt x="10" y="5"/>
                    </a:lnTo>
                    <a:lnTo>
                      <a:pt x="10" y="5"/>
                    </a:lnTo>
                    <a:lnTo>
                      <a:pt x="10" y="5"/>
                    </a:lnTo>
                    <a:lnTo>
                      <a:pt x="10" y="5"/>
                    </a:lnTo>
                    <a:lnTo>
                      <a:pt x="12" y="5"/>
                    </a:lnTo>
                    <a:lnTo>
                      <a:pt x="12" y="5"/>
                    </a:lnTo>
                    <a:lnTo>
                      <a:pt x="12" y="5"/>
                    </a:lnTo>
                    <a:lnTo>
                      <a:pt x="12" y="5"/>
                    </a:lnTo>
                    <a:lnTo>
                      <a:pt x="14" y="5"/>
                    </a:lnTo>
                    <a:lnTo>
                      <a:pt x="14" y="2"/>
                    </a:lnTo>
                    <a:lnTo>
                      <a:pt x="14" y="2"/>
                    </a:lnTo>
                    <a:lnTo>
                      <a:pt x="14" y="2"/>
                    </a:lnTo>
                    <a:lnTo>
                      <a:pt x="17" y="2"/>
                    </a:lnTo>
                    <a:lnTo>
                      <a:pt x="17" y="2"/>
                    </a:lnTo>
                    <a:lnTo>
                      <a:pt x="17" y="2"/>
                    </a:lnTo>
                    <a:lnTo>
                      <a:pt x="17" y="0"/>
                    </a:lnTo>
                    <a:lnTo>
                      <a:pt x="19" y="0"/>
                    </a:lnTo>
                    <a:lnTo>
                      <a:pt x="19" y="0"/>
                    </a:lnTo>
                    <a:lnTo>
                      <a:pt x="22" y="0"/>
                    </a:lnTo>
                    <a:lnTo>
                      <a:pt x="2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1" name="Freeform 189"/>
              <p:cNvSpPr>
                <a:spLocks/>
              </p:cNvSpPr>
              <p:nvPr/>
            </p:nvSpPr>
            <p:spPr bwMode="auto">
              <a:xfrm>
                <a:off x="3562" y="2784"/>
                <a:ext cx="22" cy="14"/>
              </a:xfrm>
              <a:custGeom>
                <a:avLst/>
                <a:gdLst/>
                <a:ahLst/>
                <a:cxnLst>
                  <a:cxn ang="0">
                    <a:pos x="5" y="2"/>
                  </a:cxn>
                  <a:cxn ang="0">
                    <a:pos x="5" y="0"/>
                  </a:cxn>
                  <a:cxn ang="0">
                    <a:pos x="7" y="0"/>
                  </a:cxn>
                  <a:cxn ang="0">
                    <a:pos x="10" y="2"/>
                  </a:cxn>
                  <a:cxn ang="0">
                    <a:pos x="10" y="2"/>
                  </a:cxn>
                  <a:cxn ang="0">
                    <a:pos x="12" y="2"/>
                  </a:cxn>
                  <a:cxn ang="0">
                    <a:pos x="12" y="5"/>
                  </a:cxn>
                  <a:cxn ang="0">
                    <a:pos x="12" y="5"/>
                  </a:cxn>
                  <a:cxn ang="0">
                    <a:pos x="12" y="7"/>
                  </a:cxn>
                  <a:cxn ang="0">
                    <a:pos x="15" y="7"/>
                  </a:cxn>
                  <a:cxn ang="0">
                    <a:pos x="17" y="7"/>
                  </a:cxn>
                  <a:cxn ang="0">
                    <a:pos x="17" y="7"/>
                  </a:cxn>
                  <a:cxn ang="0">
                    <a:pos x="19" y="9"/>
                  </a:cxn>
                  <a:cxn ang="0">
                    <a:pos x="19" y="9"/>
                  </a:cxn>
                  <a:cxn ang="0">
                    <a:pos x="19" y="12"/>
                  </a:cxn>
                  <a:cxn ang="0">
                    <a:pos x="22" y="12"/>
                  </a:cxn>
                  <a:cxn ang="0">
                    <a:pos x="22" y="14"/>
                  </a:cxn>
                  <a:cxn ang="0">
                    <a:pos x="19" y="14"/>
                  </a:cxn>
                  <a:cxn ang="0">
                    <a:pos x="19" y="14"/>
                  </a:cxn>
                  <a:cxn ang="0">
                    <a:pos x="17" y="14"/>
                  </a:cxn>
                  <a:cxn ang="0">
                    <a:pos x="17" y="14"/>
                  </a:cxn>
                  <a:cxn ang="0">
                    <a:pos x="15" y="14"/>
                  </a:cxn>
                  <a:cxn ang="0">
                    <a:pos x="12" y="14"/>
                  </a:cxn>
                  <a:cxn ang="0">
                    <a:pos x="12" y="14"/>
                  </a:cxn>
                  <a:cxn ang="0">
                    <a:pos x="10" y="14"/>
                  </a:cxn>
                  <a:cxn ang="0">
                    <a:pos x="7" y="14"/>
                  </a:cxn>
                  <a:cxn ang="0">
                    <a:pos x="5" y="14"/>
                  </a:cxn>
                  <a:cxn ang="0">
                    <a:pos x="5" y="14"/>
                  </a:cxn>
                  <a:cxn ang="0">
                    <a:pos x="5" y="14"/>
                  </a:cxn>
                  <a:cxn ang="0">
                    <a:pos x="3" y="12"/>
                  </a:cxn>
                  <a:cxn ang="0">
                    <a:pos x="3" y="9"/>
                  </a:cxn>
                  <a:cxn ang="0">
                    <a:pos x="3" y="9"/>
                  </a:cxn>
                  <a:cxn ang="0">
                    <a:pos x="3" y="7"/>
                  </a:cxn>
                  <a:cxn ang="0">
                    <a:pos x="3" y="7"/>
                  </a:cxn>
                  <a:cxn ang="0">
                    <a:pos x="0" y="7"/>
                  </a:cxn>
                  <a:cxn ang="0">
                    <a:pos x="3" y="5"/>
                  </a:cxn>
                  <a:cxn ang="0">
                    <a:pos x="3" y="5"/>
                  </a:cxn>
                  <a:cxn ang="0">
                    <a:pos x="3" y="5"/>
                  </a:cxn>
                  <a:cxn ang="0">
                    <a:pos x="5" y="5"/>
                  </a:cxn>
                  <a:cxn ang="0">
                    <a:pos x="5" y="2"/>
                  </a:cxn>
                  <a:cxn ang="0">
                    <a:pos x="3" y="2"/>
                  </a:cxn>
                  <a:cxn ang="0">
                    <a:pos x="3" y="0"/>
                  </a:cxn>
                  <a:cxn ang="0">
                    <a:pos x="5" y="0"/>
                  </a:cxn>
                </a:cxnLst>
                <a:rect l="0" t="0" r="r" b="b"/>
                <a:pathLst>
                  <a:path w="22" h="14">
                    <a:moveTo>
                      <a:pt x="5" y="0"/>
                    </a:moveTo>
                    <a:lnTo>
                      <a:pt x="5" y="2"/>
                    </a:lnTo>
                    <a:lnTo>
                      <a:pt x="5" y="2"/>
                    </a:lnTo>
                    <a:lnTo>
                      <a:pt x="5" y="0"/>
                    </a:lnTo>
                    <a:lnTo>
                      <a:pt x="7" y="0"/>
                    </a:lnTo>
                    <a:lnTo>
                      <a:pt x="7" y="0"/>
                    </a:lnTo>
                    <a:lnTo>
                      <a:pt x="10" y="0"/>
                    </a:lnTo>
                    <a:lnTo>
                      <a:pt x="10" y="2"/>
                    </a:lnTo>
                    <a:lnTo>
                      <a:pt x="10" y="2"/>
                    </a:lnTo>
                    <a:lnTo>
                      <a:pt x="10" y="2"/>
                    </a:lnTo>
                    <a:lnTo>
                      <a:pt x="12" y="2"/>
                    </a:lnTo>
                    <a:lnTo>
                      <a:pt x="12" y="2"/>
                    </a:lnTo>
                    <a:lnTo>
                      <a:pt x="12" y="5"/>
                    </a:lnTo>
                    <a:lnTo>
                      <a:pt x="12" y="5"/>
                    </a:lnTo>
                    <a:lnTo>
                      <a:pt x="12" y="5"/>
                    </a:lnTo>
                    <a:lnTo>
                      <a:pt x="12" y="5"/>
                    </a:lnTo>
                    <a:lnTo>
                      <a:pt x="12" y="5"/>
                    </a:lnTo>
                    <a:lnTo>
                      <a:pt x="12" y="7"/>
                    </a:lnTo>
                    <a:lnTo>
                      <a:pt x="15" y="7"/>
                    </a:lnTo>
                    <a:lnTo>
                      <a:pt x="15" y="7"/>
                    </a:lnTo>
                    <a:lnTo>
                      <a:pt x="17" y="7"/>
                    </a:lnTo>
                    <a:lnTo>
                      <a:pt x="17" y="7"/>
                    </a:lnTo>
                    <a:lnTo>
                      <a:pt x="17" y="7"/>
                    </a:lnTo>
                    <a:lnTo>
                      <a:pt x="17" y="7"/>
                    </a:lnTo>
                    <a:lnTo>
                      <a:pt x="17" y="9"/>
                    </a:lnTo>
                    <a:lnTo>
                      <a:pt x="19" y="9"/>
                    </a:lnTo>
                    <a:lnTo>
                      <a:pt x="19" y="9"/>
                    </a:lnTo>
                    <a:lnTo>
                      <a:pt x="19" y="9"/>
                    </a:lnTo>
                    <a:lnTo>
                      <a:pt x="19" y="9"/>
                    </a:lnTo>
                    <a:lnTo>
                      <a:pt x="19" y="12"/>
                    </a:lnTo>
                    <a:lnTo>
                      <a:pt x="22" y="12"/>
                    </a:lnTo>
                    <a:lnTo>
                      <a:pt x="22" y="12"/>
                    </a:lnTo>
                    <a:lnTo>
                      <a:pt x="22" y="14"/>
                    </a:lnTo>
                    <a:lnTo>
                      <a:pt x="22" y="14"/>
                    </a:lnTo>
                    <a:lnTo>
                      <a:pt x="19" y="14"/>
                    </a:lnTo>
                    <a:lnTo>
                      <a:pt x="19" y="14"/>
                    </a:lnTo>
                    <a:lnTo>
                      <a:pt x="19" y="14"/>
                    </a:lnTo>
                    <a:lnTo>
                      <a:pt x="19" y="14"/>
                    </a:lnTo>
                    <a:lnTo>
                      <a:pt x="17" y="14"/>
                    </a:lnTo>
                    <a:lnTo>
                      <a:pt x="17" y="14"/>
                    </a:lnTo>
                    <a:lnTo>
                      <a:pt x="17" y="14"/>
                    </a:lnTo>
                    <a:lnTo>
                      <a:pt x="17" y="14"/>
                    </a:lnTo>
                    <a:lnTo>
                      <a:pt x="15" y="14"/>
                    </a:lnTo>
                    <a:lnTo>
                      <a:pt x="15" y="14"/>
                    </a:lnTo>
                    <a:lnTo>
                      <a:pt x="12" y="14"/>
                    </a:lnTo>
                    <a:lnTo>
                      <a:pt x="12" y="14"/>
                    </a:lnTo>
                    <a:lnTo>
                      <a:pt x="12" y="14"/>
                    </a:lnTo>
                    <a:lnTo>
                      <a:pt x="12" y="14"/>
                    </a:lnTo>
                    <a:lnTo>
                      <a:pt x="10" y="14"/>
                    </a:lnTo>
                    <a:lnTo>
                      <a:pt x="10" y="14"/>
                    </a:lnTo>
                    <a:lnTo>
                      <a:pt x="10" y="14"/>
                    </a:lnTo>
                    <a:lnTo>
                      <a:pt x="7" y="14"/>
                    </a:lnTo>
                    <a:lnTo>
                      <a:pt x="7" y="14"/>
                    </a:lnTo>
                    <a:lnTo>
                      <a:pt x="5" y="14"/>
                    </a:lnTo>
                    <a:lnTo>
                      <a:pt x="5" y="14"/>
                    </a:lnTo>
                    <a:lnTo>
                      <a:pt x="5" y="14"/>
                    </a:lnTo>
                    <a:lnTo>
                      <a:pt x="5" y="14"/>
                    </a:lnTo>
                    <a:lnTo>
                      <a:pt x="5" y="14"/>
                    </a:lnTo>
                    <a:lnTo>
                      <a:pt x="3" y="14"/>
                    </a:lnTo>
                    <a:lnTo>
                      <a:pt x="3" y="12"/>
                    </a:lnTo>
                    <a:lnTo>
                      <a:pt x="3" y="12"/>
                    </a:lnTo>
                    <a:lnTo>
                      <a:pt x="3" y="9"/>
                    </a:lnTo>
                    <a:lnTo>
                      <a:pt x="3" y="9"/>
                    </a:lnTo>
                    <a:lnTo>
                      <a:pt x="3" y="9"/>
                    </a:lnTo>
                    <a:lnTo>
                      <a:pt x="3" y="9"/>
                    </a:lnTo>
                    <a:lnTo>
                      <a:pt x="3" y="7"/>
                    </a:lnTo>
                    <a:lnTo>
                      <a:pt x="3" y="7"/>
                    </a:lnTo>
                    <a:lnTo>
                      <a:pt x="3" y="7"/>
                    </a:lnTo>
                    <a:lnTo>
                      <a:pt x="0" y="7"/>
                    </a:lnTo>
                    <a:lnTo>
                      <a:pt x="0" y="7"/>
                    </a:lnTo>
                    <a:lnTo>
                      <a:pt x="0" y="5"/>
                    </a:lnTo>
                    <a:lnTo>
                      <a:pt x="3" y="5"/>
                    </a:lnTo>
                    <a:lnTo>
                      <a:pt x="3" y="5"/>
                    </a:lnTo>
                    <a:lnTo>
                      <a:pt x="3" y="5"/>
                    </a:lnTo>
                    <a:lnTo>
                      <a:pt x="3" y="5"/>
                    </a:lnTo>
                    <a:lnTo>
                      <a:pt x="3" y="5"/>
                    </a:lnTo>
                    <a:lnTo>
                      <a:pt x="5" y="5"/>
                    </a:lnTo>
                    <a:lnTo>
                      <a:pt x="5" y="5"/>
                    </a:lnTo>
                    <a:lnTo>
                      <a:pt x="5" y="2"/>
                    </a:lnTo>
                    <a:lnTo>
                      <a:pt x="5" y="2"/>
                    </a:lnTo>
                    <a:lnTo>
                      <a:pt x="3" y="2"/>
                    </a:lnTo>
                    <a:lnTo>
                      <a:pt x="3" y="2"/>
                    </a:lnTo>
                    <a:lnTo>
                      <a:pt x="3" y="0"/>
                    </a:lnTo>
                    <a:lnTo>
                      <a:pt x="3" y="0"/>
                    </a:lnTo>
                    <a:lnTo>
                      <a:pt x="5" y="0"/>
                    </a:lnTo>
                    <a:lnTo>
                      <a:pt x="5" y="0"/>
                    </a:lnTo>
                    <a:lnTo>
                      <a:pt x="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2" name="Freeform 190"/>
              <p:cNvSpPr>
                <a:spLocks/>
              </p:cNvSpPr>
              <p:nvPr/>
            </p:nvSpPr>
            <p:spPr bwMode="auto">
              <a:xfrm>
                <a:off x="3562" y="2784"/>
                <a:ext cx="22" cy="14"/>
              </a:xfrm>
              <a:custGeom>
                <a:avLst/>
                <a:gdLst/>
                <a:ahLst/>
                <a:cxnLst>
                  <a:cxn ang="0">
                    <a:pos x="5" y="2"/>
                  </a:cxn>
                  <a:cxn ang="0">
                    <a:pos x="5" y="0"/>
                  </a:cxn>
                  <a:cxn ang="0">
                    <a:pos x="7" y="0"/>
                  </a:cxn>
                  <a:cxn ang="0">
                    <a:pos x="10" y="2"/>
                  </a:cxn>
                  <a:cxn ang="0">
                    <a:pos x="10" y="2"/>
                  </a:cxn>
                  <a:cxn ang="0">
                    <a:pos x="12" y="2"/>
                  </a:cxn>
                  <a:cxn ang="0">
                    <a:pos x="12" y="5"/>
                  </a:cxn>
                  <a:cxn ang="0">
                    <a:pos x="12" y="5"/>
                  </a:cxn>
                  <a:cxn ang="0">
                    <a:pos x="12" y="7"/>
                  </a:cxn>
                  <a:cxn ang="0">
                    <a:pos x="15" y="7"/>
                  </a:cxn>
                  <a:cxn ang="0">
                    <a:pos x="17" y="7"/>
                  </a:cxn>
                  <a:cxn ang="0">
                    <a:pos x="17" y="7"/>
                  </a:cxn>
                  <a:cxn ang="0">
                    <a:pos x="19" y="9"/>
                  </a:cxn>
                  <a:cxn ang="0">
                    <a:pos x="19" y="9"/>
                  </a:cxn>
                  <a:cxn ang="0">
                    <a:pos x="19" y="12"/>
                  </a:cxn>
                  <a:cxn ang="0">
                    <a:pos x="22" y="12"/>
                  </a:cxn>
                  <a:cxn ang="0">
                    <a:pos x="22" y="14"/>
                  </a:cxn>
                  <a:cxn ang="0">
                    <a:pos x="19" y="14"/>
                  </a:cxn>
                  <a:cxn ang="0">
                    <a:pos x="19" y="14"/>
                  </a:cxn>
                  <a:cxn ang="0">
                    <a:pos x="17" y="14"/>
                  </a:cxn>
                  <a:cxn ang="0">
                    <a:pos x="17" y="14"/>
                  </a:cxn>
                  <a:cxn ang="0">
                    <a:pos x="15" y="14"/>
                  </a:cxn>
                  <a:cxn ang="0">
                    <a:pos x="12" y="14"/>
                  </a:cxn>
                  <a:cxn ang="0">
                    <a:pos x="12" y="14"/>
                  </a:cxn>
                  <a:cxn ang="0">
                    <a:pos x="10" y="14"/>
                  </a:cxn>
                  <a:cxn ang="0">
                    <a:pos x="7" y="14"/>
                  </a:cxn>
                  <a:cxn ang="0">
                    <a:pos x="5" y="14"/>
                  </a:cxn>
                  <a:cxn ang="0">
                    <a:pos x="5" y="14"/>
                  </a:cxn>
                  <a:cxn ang="0">
                    <a:pos x="5" y="14"/>
                  </a:cxn>
                  <a:cxn ang="0">
                    <a:pos x="3" y="12"/>
                  </a:cxn>
                  <a:cxn ang="0">
                    <a:pos x="3" y="9"/>
                  </a:cxn>
                  <a:cxn ang="0">
                    <a:pos x="3" y="9"/>
                  </a:cxn>
                  <a:cxn ang="0">
                    <a:pos x="3" y="7"/>
                  </a:cxn>
                  <a:cxn ang="0">
                    <a:pos x="3" y="7"/>
                  </a:cxn>
                  <a:cxn ang="0">
                    <a:pos x="0" y="7"/>
                  </a:cxn>
                  <a:cxn ang="0">
                    <a:pos x="3" y="5"/>
                  </a:cxn>
                  <a:cxn ang="0">
                    <a:pos x="3" y="5"/>
                  </a:cxn>
                  <a:cxn ang="0">
                    <a:pos x="3" y="5"/>
                  </a:cxn>
                  <a:cxn ang="0">
                    <a:pos x="5" y="5"/>
                  </a:cxn>
                  <a:cxn ang="0">
                    <a:pos x="5" y="2"/>
                  </a:cxn>
                  <a:cxn ang="0">
                    <a:pos x="3" y="2"/>
                  </a:cxn>
                  <a:cxn ang="0">
                    <a:pos x="3" y="0"/>
                  </a:cxn>
                  <a:cxn ang="0">
                    <a:pos x="5" y="0"/>
                  </a:cxn>
                </a:cxnLst>
                <a:rect l="0" t="0" r="r" b="b"/>
                <a:pathLst>
                  <a:path w="22" h="14">
                    <a:moveTo>
                      <a:pt x="5" y="0"/>
                    </a:moveTo>
                    <a:lnTo>
                      <a:pt x="5" y="2"/>
                    </a:lnTo>
                    <a:lnTo>
                      <a:pt x="5" y="2"/>
                    </a:lnTo>
                    <a:lnTo>
                      <a:pt x="5" y="0"/>
                    </a:lnTo>
                    <a:lnTo>
                      <a:pt x="7" y="0"/>
                    </a:lnTo>
                    <a:lnTo>
                      <a:pt x="7" y="0"/>
                    </a:lnTo>
                    <a:lnTo>
                      <a:pt x="10" y="0"/>
                    </a:lnTo>
                    <a:lnTo>
                      <a:pt x="10" y="2"/>
                    </a:lnTo>
                    <a:lnTo>
                      <a:pt x="10" y="2"/>
                    </a:lnTo>
                    <a:lnTo>
                      <a:pt x="10" y="2"/>
                    </a:lnTo>
                    <a:lnTo>
                      <a:pt x="12" y="2"/>
                    </a:lnTo>
                    <a:lnTo>
                      <a:pt x="12" y="2"/>
                    </a:lnTo>
                    <a:lnTo>
                      <a:pt x="12" y="5"/>
                    </a:lnTo>
                    <a:lnTo>
                      <a:pt x="12" y="5"/>
                    </a:lnTo>
                    <a:lnTo>
                      <a:pt x="12" y="5"/>
                    </a:lnTo>
                    <a:lnTo>
                      <a:pt x="12" y="5"/>
                    </a:lnTo>
                    <a:lnTo>
                      <a:pt x="12" y="5"/>
                    </a:lnTo>
                    <a:lnTo>
                      <a:pt x="12" y="7"/>
                    </a:lnTo>
                    <a:lnTo>
                      <a:pt x="15" y="7"/>
                    </a:lnTo>
                    <a:lnTo>
                      <a:pt x="15" y="7"/>
                    </a:lnTo>
                    <a:lnTo>
                      <a:pt x="17" y="7"/>
                    </a:lnTo>
                    <a:lnTo>
                      <a:pt x="17" y="7"/>
                    </a:lnTo>
                    <a:lnTo>
                      <a:pt x="17" y="7"/>
                    </a:lnTo>
                    <a:lnTo>
                      <a:pt x="17" y="7"/>
                    </a:lnTo>
                    <a:lnTo>
                      <a:pt x="17" y="9"/>
                    </a:lnTo>
                    <a:lnTo>
                      <a:pt x="19" y="9"/>
                    </a:lnTo>
                    <a:lnTo>
                      <a:pt x="19" y="9"/>
                    </a:lnTo>
                    <a:lnTo>
                      <a:pt x="19" y="9"/>
                    </a:lnTo>
                    <a:lnTo>
                      <a:pt x="19" y="9"/>
                    </a:lnTo>
                    <a:lnTo>
                      <a:pt x="19" y="12"/>
                    </a:lnTo>
                    <a:lnTo>
                      <a:pt x="22" y="12"/>
                    </a:lnTo>
                    <a:lnTo>
                      <a:pt x="22" y="12"/>
                    </a:lnTo>
                    <a:lnTo>
                      <a:pt x="22" y="14"/>
                    </a:lnTo>
                    <a:lnTo>
                      <a:pt x="22" y="14"/>
                    </a:lnTo>
                    <a:lnTo>
                      <a:pt x="19" y="14"/>
                    </a:lnTo>
                    <a:lnTo>
                      <a:pt x="19" y="14"/>
                    </a:lnTo>
                    <a:lnTo>
                      <a:pt x="19" y="14"/>
                    </a:lnTo>
                    <a:lnTo>
                      <a:pt x="19" y="14"/>
                    </a:lnTo>
                    <a:lnTo>
                      <a:pt x="17" y="14"/>
                    </a:lnTo>
                    <a:lnTo>
                      <a:pt x="17" y="14"/>
                    </a:lnTo>
                    <a:lnTo>
                      <a:pt x="17" y="14"/>
                    </a:lnTo>
                    <a:lnTo>
                      <a:pt x="17" y="14"/>
                    </a:lnTo>
                    <a:lnTo>
                      <a:pt x="15" y="14"/>
                    </a:lnTo>
                    <a:lnTo>
                      <a:pt x="15" y="14"/>
                    </a:lnTo>
                    <a:lnTo>
                      <a:pt x="12" y="14"/>
                    </a:lnTo>
                    <a:lnTo>
                      <a:pt x="12" y="14"/>
                    </a:lnTo>
                    <a:lnTo>
                      <a:pt x="12" y="14"/>
                    </a:lnTo>
                    <a:lnTo>
                      <a:pt x="12" y="14"/>
                    </a:lnTo>
                    <a:lnTo>
                      <a:pt x="10" y="14"/>
                    </a:lnTo>
                    <a:lnTo>
                      <a:pt x="10" y="14"/>
                    </a:lnTo>
                    <a:lnTo>
                      <a:pt x="10" y="14"/>
                    </a:lnTo>
                    <a:lnTo>
                      <a:pt x="7" y="14"/>
                    </a:lnTo>
                    <a:lnTo>
                      <a:pt x="7" y="14"/>
                    </a:lnTo>
                    <a:lnTo>
                      <a:pt x="5" y="14"/>
                    </a:lnTo>
                    <a:lnTo>
                      <a:pt x="5" y="14"/>
                    </a:lnTo>
                    <a:lnTo>
                      <a:pt x="5" y="14"/>
                    </a:lnTo>
                    <a:lnTo>
                      <a:pt x="5" y="14"/>
                    </a:lnTo>
                    <a:lnTo>
                      <a:pt x="5" y="14"/>
                    </a:lnTo>
                    <a:lnTo>
                      <a:pt x="3" y="14"/>
                    </a:lnTo>
                    <a:lnTo>
                      <a:pt x="3" y="12"/>
                    </a:lnTo>
                    <a:lnTo>
                      <a:pt x="3" y="12"/>
                    </a:lnTo>
                    <a:lnTo>
                      <a:pt x="3" y="9"/>
                    </a:lnTo>
                    <a:lnTo>
                      <a:pt x="3" y="9"/>
                    </a:lnTo>
                    <a:lnTo>
                      <a:pt x="3" y="9"/>
                    </a:lnTo>
                    <a:lnTo>
                      <a:pt x="3" y="9"/>
                    </a:lnTo>
                    <a:lnTo>
                      <a:pt x="3" y="7"/>
                    </a:lnTo>
                    <a:lnTo>
                      <a:pt x="3" y="7"/>
                    </a:lnTo>
                    <a:lnTo>
                      <a:pt x="3" y="7"/>
                    </a:lnTo>
                    <a:lnTo>
                      <a:pt x="0" y="7"/>
                    </a:lnTo>
                    <a:lnTo>
                      <a:pt x="0" y="7"/>
                    </a:lnTo>
                    <a:lnTo>
                      <a:pt x="0" y="5"/>
                    </a:lnTo>
                    <a:lnTo>
                      <a:pt x="3" y="5"/>
                    </a:lnTo>
                    <a:lnTo>
                      <a:pt x="3" y="5"/>
                    </a:lnTo>
                    <a:lnTo>
                      <a:pt x="3" y="5"/>
                    </a:lnTo>
                    <a:lnTo>
                      <a:pt x="3" y="5"/>
                    </a:lnTo>
                    <a:lnTo>
                      <a:pt x="3" y="5"/>
                    </a:lnTo>
                    <a:lnTo>
                      <a:pt x="5" y="5"/>
                    </a:lnTo>
                    <a:lnTo>
                      <a:pt x="5" y="5"/>
                    </a:lnTo>
                    <a:lnTo>
                      <a:pt x="5" y="2"/>
                    </a:lnTo>
                    <a:lnTo>
                      <a:pt x="5" y="2"/>
                    </a:lnTo>
                    <a:lnTo>
                      <a:pt x="3" y="2"/>
                    </a:lnTo>
                    <a:lnTo>
                      <a:pt x="3" y="2"/>
                    </a:lnTo>
                    <a:lnTo>
                      <a:pt x="3" y="0"/>
                    </a:lnTo>
                    <a:lnTo>
                      <a:pt x="3" y="0"/>
                    </a:lnTo>
                    <a:lnTo>
                      <a:pt x="5" y="0"/>
                    </a:lnTo>
                    <a:lnTo>
                      <a:pt x="5" y="0"/>
                    </a:lnTo>
                    <a:lnTo>
                      <a:pt x="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3" name="Freeform 191"/>
              <p:cNvSpPr>
                <a:spLocks/>
              </p:cNvSpPr>
              <p:nvPr/>
            </p:nvSpPr>
            <p:spPr bwMode="auto">
              <a:xfrm>
                <a:off x="2947" y="2777"/>
                <a:ext cx="17" cy="26"/>
              </a:xfrm>
              <a:custGeom>
                <a:avLst/>
                <a:gdLst/>
                <a:ahLst/>
                <a:cxnLst>
                  <a:cxn ang="0">
                    <a:pos x="7" y="0"/>
                  </a:cxn>
                  <a:cxn ang="0">
                    <a:pos x="7" y="2"/>
                  </a:cxn>
                  <a:cxn ang="0">
                    <a:pos x="7" y="5"/>
                  </a:cxn>
                  <a:cxn ang="0">
                    <a:pos x="9" y="5"/>
                  </a:cxn>
                  <a:cxn ang="0">
                    <a:pos x="9" y="7"/>
                  </a:cxn>
                  <a:cxn ang="0">
                    <a:pos x="9" y="9"/>
                  </a:cxn>
                  <a:cxn ang="0">
                    <a:pos x="12" y="9"/>
                  </a:cxn>
                  <a:cxn ang="0">
                    <a:pos x="12" y="12"/>
                  </a:cxn>
                  <a:cxn ang="0">
                    <a:pos x="12" y="12"/>
                  </a:cxn>
                  <a:cxn ang="0">
                    <a:pos x="12" y="14"/>
                  </a:cxn>
                  <a:cxn ang="0">
                    <a:pos x="14" y="14"/>
                  </a:cxn>
                  <a:cxn ang="0">
                    <a:pos x="14" y="16"/>
                  </a:cxn>
                  <a:cxn ang="0">
                    <a:pos x="14" y="19"/>
                  </a:cxn>
                  <a:cxn ang="0">
                    <a:pos x="14" y="19"/>
                  </a:cxn>
                  <a:cxn ang="0">
                    <a:pos x="14" y="21"/>
                  </a:cxn>
                  <a:cxn ang="0">
                    <a:pos x="14" y="24"/>
                  </a:cxn>
                  <a:cxn ang="0">
                    <a:pos x="17" y="24"/>
                  </a:cxn>
                  <a:cxn ang="0">
                    <a:pos x="14" y="26"/>
                  </a:cxn>
                  <a:cxn ang="0">
                    <a:pos x="14" y="24"/>
                  </a:cxn>
                  <a:cxn ang="0">
                    <a:pos x="14" y="24"/>
                  </a:cxn>
                  <a:cxn ang="0">
                    <a:pos x="12" y="24"/>
                  </a:cxn>
                  <a:cxn ang="0">
                    <a:pos x="9" y="24"/>
                  </a:cxn>
                  <a:cxn ang="0">
                    <a:pos x="7" y="24"/>
                  </a:cxn>
                  <a:cxn ang="0">
                    <a:pos x="7" y="21"/>
                  </a:cxn>
                  <a:cxn ang="0">
                    <a:pos x="7" y="21"/>
                  </a:cxn>
                  <a:cxn ang="0">
                    <a:pos x="5" y="21"/>
                  </a:cxn>
                  <a:cxn ang="0">
                    <a:pos x="5" y="19"/>
                  </a:cxn>
                  <a:cxn ang="0">
                    <a:pos x="5" y="16"/>
                  </a:cxn>
                  <a:cxn ang="0">
                    <a:pos x="5" y="16"/>
                  </a:cxn>
                  <a:cxn ang="0">
                    <a:pos x="2" y="14"/>
                  </a:cxn>
                  <a:cxn ang="0">
                    <a:pos x="2" y="14"/>
                  </a:cxn>
                  <a:cxn ang="0">
                    <a:pos x="0" y="12"/>
                  </a:cxn>
                  <a:cxn ang="0">
                    <a:pos x="0" y="12"/>
                  </a:cxn>
                  <a:cxn ang="0">
                    <a:pos x="0" y="9"/>
                  </a:cxn>
                  <a:cxn ang="0">
                    <a:pos x="0" y="7"/>
                  </a:cxn>
                  <a:cxn ang="0">
                    <a:pos x="0" y="7"/>
                  </a:cxn>
                  <a:cxn ang="0">
                    <a:pos x="0" y="5"/>
                  </a:cxn>
                  <a:cxn ang="0">
                    <a:pos x="0" y="2"/>
                  </a:cxn>
                  <a:cxn ang="0">
                    <a:pos x="2" y="0"/>
                  </a:cxn>
                  <a:cxn ang="0">
                    <a:pos x="5" y="0"/>
                  </a:cxn>
                  <a:cxn ang="0">
                    <a:pos x="5" y="0"/>
                  </a:cxn>
                  <a:cxn ang="0">
                    <a:pos x="7" y="0"/>
                  </a:cxn>
                </a:cxnLst>
                <a:rect l="0" t="0" r="r" b="b"/>
                <a:pathLst>
                  <a:path w="17" h="26">
                    <a:moveTo>
                      <a:pt x="7" y="0"/>
                    </a:moveTo>
                    <a:lnTo>
                      <a:pt x="7" y="0"/>
                    </a:lnTo>
                    <a:lnTo>
                      <a:pt x="7" y="0"/>
                    </a:lnTo>
                    <a:lnTo>
                      <a:pt x="7" y="2"/>
                    </a:lnTo>
                    <a:lnTo>
                      <a:pt x="7" y="2"/>
                    </a:lnTo>
                    <a:lnTo>
                      <a:pt x="7" y="5"/>
                    </a:lnTo>
                    <a:lnTo>
                      <a:pt x="9" y="5"/>
                    </a:lnTo>
                    <a:lnTo>
                      <a:pt x="9" y="5"/>
                    </a:lnTo>
                    <a:lnTo>
                      <a:pt x="9" y="7"/>
                    </a:lnTo>
                    <a:lnTo>
                      <a:pt x="9" y="7"/>
                    </a:lnTo>
                    <a:lnTo>
                      <a:pt x="9" y="7"/>
                    </a:lnTo>
                    <a:lnTo>
                      <a:pt x="9" y="9"/>
                    </a:lnTo>
                    <a:lnTo>
                      <a:pt x="12" y="9"/>
                    </a:lnTo>
                    <a:lnTo>
                      <a:pt x="12" y="9"/>
                    </a:lnTo>
                    <a:lnTo>
                      <a:pt x="12" y="12"/>
                    </a:lnTo>
                    <a:lnTo>
                      <a:pt x="12" y="12"/>
                    </a:lnTo>
                    <a:lnTo>
                      <a:pt x="12" y="12"/>
                    </a:lnTo>
                    <a:lnTo>
                      <a:pt x="12" y="12"/>
                    </a:lnTo>
                    <a:lnTo>
                      <a:pt x="12" y="12"/>
                    </a:lnTo>
                    <a:lnTo>
                      <a:pt x="12" y="14"/>
                    </a:lnTo>
                    <a:lnTo>
                      <a:pt x="12" y="14"/>
                    </a:lnTo>
                    <a:lnTo>
                      <a:pt x="14" y="14"/>
                    </a:lnTo>
                    <a:lnTo>
                      <a:pt x="14" y="16"/>
                    </a:lnTo>
                    <a:lnTo>
                      <a:pt x="14" y="16"/>
                    </a:lnTo>
                    <a:lnTo>
                      <a:pt x="14" y="16"/>
                    </a:lnTo>
                    <a:lnTo>
                      <a:pt x="14" y="19"/>
                    </a:lnTo>
                    <a:lnTo>
                      <a:pt x="14" y="19"/>
                    </a:lnTo>
                    <a:lnTo>
                      <a:pt x="14" y="19"/>
                    </a:lnTo>
                    <a:lnTo>
                      <a:pt x="14" y="21"/>
                    </a:lnTo>
                    <a:lnTo>
                      <a:pt x="14" y="21"/>
                    </a:lnTo>
                    <a:lnTo>
                      <a:pt x="14" y="21"/>
                    </a:lnTo>
                    <a:lnTo>
                      <a:pt x="14" y="24"/>
                    </a:lnTo>
                    <a:lnTo>
                      <a:pt x="17" y="24"/>
                    </a:lnTo>
                    <a:lnTo>
                      <a:pt x="17" y="24"/>
                    </a:lnTo>
                    <a:lnTo>
                      <a:pt x="17" y="26"/>
                    </a:lnTo>
                    <a:lnTo>
                      <a:pt x="14" y="26"/>
                    </a:lnTo>
                    <a:lnTo>
                      <a:pt x="14" y="26"/>
                    </a:lnTo>
                    <a:lnTo>
                      <a:pt x="14" y="24"/>
                    </a:lnTo>
                    <a:lnTo>
                      <a:pt x="14" y="24"/>
                    </a:lnTo>
                    <a:lnTo>
                      <a:pt x="14" y="24"/>
                    </a:lnTo>
                    <a:lnTo>
                      <a:pt x="12" y="24"/>
                    </a:lnTo>
                    <a:lnTo>
                      <a:pt x="12" y="24"/>
                    </a:lnTo>
                    <a:lnTo>
                      <a:pt x="12" y="24"/>
                    </a:lnTo>
                    <a:lnTo>
                      <a:pt x="9" y="24"/>
                    </a:lnTo>
                    <a:lnTo>
                      <a:pt x="9" y="24"/>
                    </a:lnTo>
                    <a:lnTo>
                      <a:pt x="7" y="24"/>
                    </a:lnTo>
                    <a:lnTo>
                      <a:pt x="7" y="21"/>
                    </a:lnTo>
                    <a:lnTo>
                      <a:pt x="7" y="21"/>
                    </a:lnTo>
                    <a:lnTo>
                      <a:pt x="7" y="21"/>
                    </a:lnTo>
                    <a:lnTo>
                      <a:pt x="7" y="21"/>
                    </a:lnTo>
                    <a:lnTo>
                      <a:pt x="5" y="21"/>
                    </a:lnTo>
                    <a:lnTo>
                      <a:pt x="5" y="21"/>
                    </a:lnTo>
                    <a:lnTo>
                      <a:pt x="5" y="19"/>
                    </a:lnTo>
                    <a:lnTo>
                      <a:pt x="5" y="19"/>
                    </a:lnTo>
                    <a:lnTo>
                      <a:pt x="5" y="19"/>
                    </a:lnTo>
                    <a:lnTo>
                      <a:pt x="5" y="16"/>
                    </a:lnTo>
                    <a:lnTo>
                      <a:pt x="5" y="16"/>
                    </a:lnTo>
                    <a:lnTo>
                      <a:pt x="5" y="16"/>
                    </a:lnTo>
                    <a:lnTo>
                      <a:pt x="5" y="14"/>
                    </a:lnTo>
                    <a:lnTo>
                      <a:pt x="2" y="14"/>
                    </a:lnTo>
                    <a:lnTo>
                      <a:pt x="2" y="14"/>
                    </a:lnTo>
                    <a:lnTo>
                      <a:pt x="2" y="14"/>
                    </a:lnTo>
                    <a:lnTo>
                      <a:pt x="2" y="12"/>
                    </a:lnTo>
                    <a:lnTo>
                      <a:pt x="0" y="12"/>
                    </a:lnTo>
                    <a:lnTo>
                      <a:pt x="0" y="12"/>
                    </a:lnTo>
                    <a:lnTo>
                      <a:pt x="0" y="12"/>
                    </a:lnTo>
                    <a:lnTo>
                      <a:pt x="0" y="12"/>
                    </a:lnTo>
                    <a:lnTo>
                      <a:pt x="0" y="9"/>
                    </a:lnTo>
                    <a:lnTo>
                      <a:pt x="0" y="9"/>
                    </a:lnTo>
                    <a:lnTo>
                      <a:pt x="0" y="7"/>
                    </a:lnTo>
                    <a:lnTo>
                      <a:pt x="0" y="7"/>
                    </a:lnTo>
                    <a:lnTo>
                      <a:pt x="0" y="7"/>
                    </a:lnTo>
                    <a:lnTo>
                      <a:pt x="0" y="5"/>
                    </a:lnTo>
                    <a:lnTo>
                      <a:pt x="0" y="5"/>
                    </a:lnTo>
                    <a:lnTo>
                      <a:pt x="0" y="2"/>
                    </a:lnTo>
                    <a:lnTo>
                      <a:pt x="0" y="2"/>
                    </a:lnTo>
                    <a:lnTo>
                      <a:pt x="2" y="2"/>
                    </a:lnTo>
                    <a:lnTo>
                      <a:pt x="2" y="0"/>
                    </a:lnTo>
                    <a:lnTo>
                      <a:pt x="2" y="0"/>
                    </a:lnTo>
                    <a:lnTo>
                      <a:pt x="5" y="0"/>
                    </a:lnTo>
                    <a:lnTo>
                      <a:pt x="5" y="0"/>
                    </a:lnTo>
                    <a:lnTo>
                      <a:pt x="5" y="0"/>
                    </a:lnTo>
                    <a:lnTo>
                      <a:pt x="7" y="0"/>
                    </a:lnTo>
                    <a:lnTo>
                      <a:pt x="7"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4" name="Freeform 192"/>
              <p:cNvSpPr>
                <a:spLocks/>
              </p:cNvSpPr>
              <p:nvPr/>
            </p:nvSpPr>
            <p:spPr bwMode="auto">
              <a:xfrm>
                <a:off x="2947" y="2777"/>
                <a:ext cx="17" cy="26"/>
              </a:xfrm>
              <a:custGeom>
                <a:avLst/>
                <a:gdLst/>
                <a:ahLst/>
                <a:cxnLst>
                  <a:cxn ang="0">
                    <a:pos x="7" y="0"/>
                  </a:cxn>
                  <a:cxn ang="0">
                    <a:pos x="7" y="2"/>
                  </a:cxn>
                  <a:cxn ang="0">
                    <a:pos x="7" y="5"/>
                  </a:cxn>
                  <a:cxn ang="0">
                    <a:pos x="9" y="5"/>
                  </a:cxn>
                  <a:cxn ang="0">
                    <a:pos x="9" y="7"/>
                  </a:cxn>
                  <a:cxn ang="0">
                    <a:pos x="9" y="9"/>
                  </a:cxn>
                  <a:cxn ang="0">
                    <a:pos x="12" y="9"/>
                  </a:cxn>
                  <a:cxn ang="0">
                    <a:pos x="12" y="12"/>
                  </a:cxn>
                  <a:cxn ang="0">
                    <a:pos x="12" y="12"/>
                  </a:cxn>
                  <a:cxn ang="0">
                    <a:pos x="12" y="14"/>
                  </a:cxn>
                  <a:cxn ang="0">
                    <a:pos x="14" y="14"/>
                  </a:cxn>
                  <a:cxn ang="0">
                    <a:pos x="14" y="16"/>
                  </a:cxn>
                  <a:cxn ang="0">
                    <a:pos x="14" y="19"/>
                  </a:cxn>
                  <a:cxn ang="0">
                    <a:pos x="14" y="19"/>
                  </a:cxn>
                  <a:cxn ang="0">
                    <a:pos x="14" y="21"/>
                  </a:cxn>
                  <a:cxn ang="0">
                    <a:pos x="14" y="24"/>
                  </a:cxn>
                  <a:cxn ang="0">
                    <a:pos x="17" y="24"/>
                  </a:cxn>
                  <a:cxn ang="0">
                    <a:pos x="14" y="26"/>
                  </a:cxn>
                  <a:cxn ang="0">
                    <a:pos x="14" y="24"/>
                  </a:cxn>
                  <a:cxn ang="0">
                    <a:pos x="14" y="24"/>
                  </a:cxn>
                  <a:cxn ang="0">
                    <a:pos x="12" y="24"/>
                  </a:cxn>
                  <a:cxn ang="0">
                    <a:pos x="9" y="24"/>
                  </a:cxn>
                  <a:cxn ang="0">
                    <a:pos x="7" y="24"/>
                  </a:cxn>
                  <a:cxn ang="0">
                    <a:pos x="7" y="21"/>
                  </a:cxn>
                  <a:cxn ang="0">
                    <a:pos x="7" y="21"/>
                  </a:cxn>
                  <a:cxn ang="0">
                    <a:pos x="5" y="21"/>
                  </a:cxn>
                  <a:cxn ang="0">
                    <a:pos x="5" y="19"/>
                  </a:cxn>
                  <a:cxn ang="0">
                    <a:pos x="5" y="16"/>
                  </a:cxn>
                  <a:cxn ang="0">
                    <a:pos x="5" y="16"/>
                  </a:cxn>
                  <a:cxn ang="0">
                    <a:pos x="2" y="14"/>
                  </a:cxn>
                  <a:cxn ang="0">
                    <a:pos x="2" y="14"/>
                  </a:cxn>
                  <a:cxn ang="0">
                    <a:pos x="0" y="12"/>
                  </a:cxn>
                  <a:cxn ang="0">
                    <a:pos x="0" y="12"/>
                  </a:cxn>
                  <a:cxn ang="0">
                    <a:pos x="0" y="9"/>
                  </a:cxn>
                  <a:cxn ang="0">
                    <a:pos x="0" y="7"/>
                  </a:cxn>
                  <a:cxn ang="0">
                    <a:pos x="0" y="7"/>
                  </a:cxn>
                  <a:cxn ang="0">
                    <a:pos x="0" y="5"/>
                  </a:cxn>
                  <a:cxn ang="0">
                    <a:pos x="0" y="2"/>
                  </a:cxn>
                  <a:cxn ang="0">
                    <a:pos x="2" y="0"/>
                  </a:cxn>
                  <a:cxn ang="0">
                    <a:pos x="5" y="0"/>
                  </a:cxn>
                  <a:cxn ang="0">
                    <a:pos x="5" y="0"/>
                  </a:cxn>
                  <a:cxn ang="0">
                    <a:pos x="7" y="0"/>
                  </a:cxn>
                </a:cxnLst>
                <a:rect l="0" t="0" r="r" b="b"/>
                <a:pathLst>
                  <a:path w="17" h="26">
                    <a:moveTo>
                      <a:pt x="7" y="0"/>
                    </a:moveTo>
                    <a:lnTo>
                      <a:pt x="7" y="0"/>
                    </a:lnTo>
                    <a:lnTo>
                      <a:pt x="7" y="0"/>
                    </a:lnTo>
                    <a:lnTo>
                      <a:pt x="7" y="2"/>
                    </a:lnTo>
                    <a:lnTo>
                      <a:pt x="7" y="2"/>
                    </a:lnTo>
                    <a:lnTo>
                      <a:pt x="7" y="5"/>
                    </a:lnTo>
                    <a:lnTo>
                      <a:pt x="9" y="5"/>
                    </a:lnTo>
                    <a:lnTo>
                      <a:pt x="9" y="5"/>
                    </a:lnTo>
                    <a:lnTo>
                      <a:pt x="9" y="7"/>
                    </a:lnTo>
                    <a:lnTo>
                      <a:pt x="9" y="7"/>
                    </a:lnTo>
                    <a:lnTo>
                      <a:pt x="9" y="7"/>
                    </a:lnTo>
                    <a:lnTo>
                      <a:pt x="9" y="9"/>
                    </a:lnTo>
                    <a:lnTo>
                      <a:pt x="12" y="9"/>
                    </a:lnTo>
                    <a:lnTo>
                      <a:pt x="12" y="9"/>
                    </a:lnTo>
                    <a:lnTo>
                      <a:pt x="12" y="12"/>
                    </a:lnTo>
                    <a:lnTo>
                      <a:pt x="12" y="12"/>
                    </a:lnTo>
                    <a:lnTo>
                      <a:pt x="12" y="12"/>
                    </a:lnTo>
                    <a:lnTo>
                      <a:pt x="12" y="12"/>
                    </a:lnTo>
                    <a:lnTo>
                      <a:pt x="12" y="12"/>
                    </a:lnTo>
                    <a:lnTo>
                      <a:pt x="12" y="14"/>
                    </a:lnTo>
                    <a:lnTo>
                      <a:pt x="12" y="14"/>
                    </a:lnTo>
                    <a:lnTo>
                      <a:pt x="14" y="14"/>
                    </a:lnTo>
                    <a:lnTo>
                      <a:pt x="14" y="16"/>
                    </a:lnTo>
                    <a:lnTo>
                      <a:pt x="14" y="16"/>
                    </a:lnTo>
                    <a:lnTo>
                      <a:pt x="14" y="16"/>
                    </a:lnTo>
                    <a:lnTo>
                      <a:pt x="14" y="19"/>
                    </a:lnTo>
                    <a:lnTo>
                      <a:pt x="14" y="19"/>
                    </a:lnTo>
                    <a:lnTo>
                      <a:pt x="14" y="19"/>
                    </a:lnTo>
                    <a:lnTo>
                      <a:pt x="14" y="21"/>
                    </a:lnTo>
                    <a:lnTo>
                      <a:pt x="14" y="21"/>
                    </a:lnTo>
                    <a:lnTo>
                      <a:pt x="14" y="21"/>
                    </a:lnTo>
                    <a:lnTo>
                      <a:pt x="14" y="24"/>
                    </a:lnTo>
                    <a:lnTo>
                      <a:pt x="17" y="24"/>
                    </a:lnTo>
                    <a:lnTo>
                      <a:pt x="17" y="24"/>
                    </a:lnTo>
                    <a:lnTo>
                      <a:pt x="17" y="26"/>
                    </a:lnTo>
                    <a:lnTo>
                      <a:pt x="14" y="26"/>
                    </a:lnTo>
                    <a:lnTo>
                      <a:pt x="14" y="26"/>
                    </a:lnTo>
                    <a:lnTo>
                      <a:pt x="14" y="24"/>
                    </a:lnTo>
                    <a:lnTo>
                      <a:pt x="14" y="24"/>
                    </a:lnTo>
                    <a:lnTo>
                      <a:pt x="14" y="24"/>
                    </a:lnTo>
                    <a:lnTo>
                      <a:pt x="12" y="24"/>
                    </a:lnTo>
                    <a:lnTo>
                      <a:pt x="12" y="24"/>
                    </a:lnTo>
                    <a:lnTo>
                      <a:pt x="12" y="24"/>
                    </a:lnTo>
                    <a:lnTo>
                      <a:pt x="9" y="24"/>
                    </a:lnTo>
                    <a:lnTo>
                      <a:pt x="9" y="24"/>
                    </a:lnTo>
                    <a:lnTo>
                      <a:pt x="7" y="24"/>
                    </a:lnTo>
                    <a:lnTo>
                      <a:pt x="7" y="21"/>
                    </a:lnTo>
                    <a:lnTo>
                      <a:pt x="7" y="21"/>
                    </a:lnTo>
                    <a:lnTo>
                      <a:pt x="7" y="21"/>
                    </a:lnTo>
                    <a:lnTo>
                      <a:pt x="7" y="21"/>
                    </a:lnTo>
                    <a:lnTo>
                      <a:pt x="5" y="21"/>
                    </a:lnTo>
                    <a:lnTo>
                      <a:pt x="5" y="21"/>
                    </a:lnTo>
                    <a:lnTo>
                      <a:pt x="5" y="19"/>
                    </a:lnTo>
                    <a:lnTo>
                      <a:pt x="5" y="19"/>
                    </a:lnTo>
                    <a:lnTo>
                      <a:pt x="5" y="19"/>
                    </a:lnTo>
                    <a:lnTo>
                      <a:pt x="5" y="16"/>
                    </a:lnTo>
                    <a:lnTo>
                      <a:pt x="5" y="16"/>
                    </a:lnTo>
                    <a:lnTo>
                      <a:pt x="5" y="16"/>
                    </a:lnTo>
                    <a:lnTo>
                      <a:pt x="5" y="14"/>
                    </a:lnTo>
                    <a:lnTo>
                      <a:pt x="2" y="14"/>
                    </a:lnTo>
                    <a:lnTo>
                      <a:pt x="2" y="14"/>
                    </a:lnTo>
                    <a:lnTo>
                      <a:pt x="2" y="14"/>
                    </a:lnTo>
                    <a:lnTo>
                      <a:pt x="2" y="12"/>
                    </a:lnTo>
                    <a:lnTo>
                      <a:pt x="0" y="12"/>
                    </a:lnTo>
                    <a:lnTo>
                      <a:pt x="0" y="12"/>
                    </a:lnTo>
                    <a:lnTo>
                      <a:pt x="0" y="12"/>
                    </a:lnTo>
                    <a:lnTo>
                      <a:pt x="0" y="12"/>
                    </a:lnTo>
                    <a:lnTo>
                      <a:pt x="0" y="9"/>
                    </a:lnTo>
                    <a:lnTo>
                      <a:pt x="0" y="9"/>
                    </a:lnTo>
                    <a:lnTo>
                      <a:pt x="0" y="7"/>
                    </a:lnTo>
                    <a:lnTo>
                      <a:pt x="0" y="7"/>
                    </a:lnTo>
                    <a:lnTo>
                      <a:pt x="0" y="7"/>
                    </a:lnTo>
                    <a:lnTo>
                      <a:pt x="0" y="5"/>
                    </a:lnTo>
                    <a:lnTo>
                      <a:pt x="0" y="5"/>
                    </a:lnTo>
                    <a:lnTo>
                      <a:pt x="0" y="2"/>
                    </a:lnTo>
                    <a:lnTo>
                      <a:pt x="0" y="2"/>
                    </a:lnTo>
                    <a:lnTo>
                      <a:pt x="2" y="2"/>
                    </a:lnTo>
                    <a:lnTo>
                      <a:pt x="2" y="0"/>
                    </a:lnTo>
                    <a:lnTo>
                      <a:pt x="2" y="0"/>
                    </a:lnTo>
                    <a:lnTo>
                      <a:pt x="5" y="0"/>
                    </a:lnTo>
                    <a:lnTo>
                      <a:pt x="5" y="0"/>
                    </a:lnTo>
                    <a:lnTo>
                      <a:pt x="5" y="0"/>
                    </a:lnTo>
                    <a:lnTo>
                      <a:pt x="7" y="0"/>
                    </a:lnTo>
                    <a:lnTo>
                      <a:pt x="7"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5" name="Freeform 193"/>
              <p:cNvSpPr>
                <a:spLocks/>
              </p:cNvSpPr>
              <p:nvPr/>
            </p:nvSpPr>
            <p:spPr bwMode="auto">
              <a:xfrm>
                <a:off x="2914" y="2715"/>
                <a:ext cx="19" cy="26"/>
              </a:xfrm>
              <a:custGeom>
                <a:avLst/>
                <a:gdLst/>
                <a:ahLst/>
                <a:cxnLst>
                  <a:cxn ang="0">
                    <a:pos x="9" y="3"/>
                  </a:cxn>
                  <a:cxn ang="0">
                    <a:pos x="9" y="3"/>
                  </a:cxn>
                  <a:cxn ang="0">
                    <a:pos x="12" y="3"/>
                  </a:cxn>
                  <a:cxn ang="0">
                    <a:pos x="12" y="5"/>
                  </a:cxn>
                  <a:cxn ang="0">
                    <a:pos x="12" y="5"/>
                  </a:cxn>
                  <a:cxn ang="0">
                    <a:pos x="14" y="7"/>
                  </a:cxn>
                  <a:cxn ang="0">
                    <a:pos x="14" y="7"/>
                  </a:cxn>
                  <a:cxn ang="0">
                    <a:pos x="14" y="10"/>
                  </a:cxn>
                  <a:cxn ang="0">
                    <a:pos x="16" y="10"/>
                  </a:cxn>
                  <a:cxn ang="0">
                    <a:pos x="16" y="12"/>
                  </a:cxn>
                  <a:cxn ang="0">
                    <a:pos x="19" y="12"/>
                  </a:cxn>
                  <a:cxn ang="0">
                    <a:pos x="19" y="14"/>
                  </a:cxn>
                  <a:cxn ang="0">
                    <a:pos x="19" y="14"/>
                  </a:cxn>
                  <a:cxn ang="0">
                    <a:pos x="19" y="17"/>
                  </a:cxn>
                  <a:cxn ang="0">
                    <a:pos x="19" y="17"/>
                  </a:cxn>
                  <a:cxn ang="0">
                    <a:pos x="19" y="19"/>
                  </a:cxn>
                  <a:cxn ang="0">
                    <a:pos x="19" y="22"/>
                  </a:cxn>
                  <a:cxn ang="0">
                    <a:pos x="19" y="24"/>
                  </a:cxn>
                  <a:cxn ang="0">
                    <a:pos x="19" y="24"/>
                  </a:cxn>
                  <a:cxn ang="0">
                    <a:pos x="16" y="26"/>
                  </a:cxn>
                  <a:cxn ang="0">
                    <a:pos x="14" y="26"/>
                  </a:cxn>
                  <a:cxn ang="0">
                    <a:pos x="14" y="26"/>
                  </a:cxn>
                  <a:cxn ang="0">
                    <a:pos x="14" y="24"/>
                  </a:cxn>
                  <a:cxn ang="0">
                    <a:pos x="12" y="24"/>
                  </a:cxn>
                  <a:cxn ang="0">
                    <a:pos x="12" y="22"/>
                  </a:cxn>
                  <a:cxn ang="0">
                    <a:pos x="12" y="19"/>
                  </a:cxn>
                  <a:cxn ang="0">
                    <a:pos x="12" y="19"/>
                  </a:cxn>
                  <a:cxn ang="0">
                    <a:pos x="9" y="17"/>
                  </a:cxn>
                  <a:cxn ang="0">
                    <a:pos x="9" y="17"/>
                  </a:cxn>
                  <a:cxn ang="0">
                    <a:pos x="7" y="17"/>
                  </a:cxn>
                  <a:cxn ang="0">
                    <a:pos x="7" y="19"/>
                  </a:cxn>
                  <a:cxn ang="0">
                    <a:pos x="7" y="19"/>
                  </a:cxn>
                  <a:cxn ang="0">
                    <a:pos x="5" y="19"/>
                  </a:cxn>
                  <a:cxn ang="0">
                    <a:pos x="5" y="17"/>
                  </a:cxn>
                  <a:cxn ang="0">
                    <a:pos x="5" y="14"/>
                  </a:cxn>
                  <a:cxn ang="0">
                    <a:pos x="7" y="14"/>
                  </a:cxn>
                  <a:cxn ang="0">
                    <a:pos x="7" y="14"/>
                  </a:cxn>
                  <a:cxn ang="0">
                    <a:pos x="7" y="14"/>
                  </a:cxn>
                  <a:cxn ang="0">
                    <a:pos x="5" y="12"/>
                  </a:cxn>
                  <a:cxn ang="0">
                    <a:pos x="5" y="12"/>
                  </a:cxn>
                  <a:cxn ang="0">
                    <a:pos x="5" y="10"/>
                  </a:cxn>
                  <a:cxn ang="0">
                    <a:pos x="5" y="7"/>
                  </a:cxn>
                  <a:cxn ang="0">
                    <a:pos x="2" y="7"/>
                  </a:cxn>
                  <a:cxn ang="0">
                    <a:pos x="2" y="5"/>
                  </a:cxn>
                  <a:cxn ang="0">
                    <a:pos x="0" y="5"/>
                  </a:cxn>
                  <a:cxn ang="0">
                    <a:pos x="0" y="3"/>
                  </a:cxn>
                  <a:cxn ang="0">
                    <a:pos x="0" y="3"/>
                  </a:cxn>
                  <a:cxn ang="0">
                    <a:pos x="2" y="3"/>
                  </a:cxn>
                  <a:cxn ang="0">
                    <a:pos x="5" y="3"/>
                  </a:cxn>
                  <a:cxn ang="0">
                    <a:pos x="5" y="3"/>
                  </a:cxn>
                  <a:cxn ang="0">
                    <a:pos x="5" y="3"/>
                  </a:cxn>
                  <a:cxn ang="0">
                    <a:pos x="7" y="0"/>
                  </a:cxn>
                  <a:cxn ang="0">
                    <a:pos x="7" y="0"/>
                  </a:cxn>
                </a:cxnLst>
                <a:rect l="0" t="0" r="r" b="b"/>
                <a:pathLst>
                  <a:path w="19" h="26">
                    <a:moveTo>
                      <a:pt x="9" y="0"/>
                    </a:moveTo>
                    <a:lnTo>
                      <a:pt x="9" y="3"/>
                    </a:lnTo>
                    <a:lnTo>
                      <a:pt x="9" y="3"/>
                    </a:lnTo>
                    <a:lnTo>
                      <a:pt x="9" y="3"/>
                    </a:lnTo>
                    <a:lnTo>
                      <a:pt x="12" y="3"/>
                    </a:lnTo>
                    <a:lnTo>
                      <a:pt x="12" y="3"/>
                    </a:lnTo>
                    <a:lnTo>
                      <a:pt x="12" y="5"/>
                    </a:lnTo>
                    <a:lnTo>
                      <a:pt x="12" y="5"/>
                    </a:lnTo>
                    <a:lnTo>
                      <a:pt x="12" y="5"/>
                    </a:lnTo>
                    <a:lnTo>
                      <a:pt x="12" y="5"/>
                    </a:lnTo>
                    <a:lnTo>
                      <a:pt x="12" y="7"/>
                    </a:lnTo>
                    <a:lnTo>
                      <a:pt x="14" y="7"/>
                    </a:lnTo>
                    <a:lnTo>
                      <a:pt x="14" y="7"/>
                    </a:lnTo>
                    <a:lnTo>
                      <a:pt x="14" y="7"/>
                    </a:lnTo>
                    <a:lnTo>
                      <a:pt x="14" y="10"/>
                    </a:lnTo>
                    <a:lnTo>
                      <a:pt x="14" y="10"/>
                    </a:lnTo>
                    <a:lnTo>
                      <a:pt x="14" y="10"/>
                    </a:lnTo>
                    <a:lnTo>
                      <a:pt x="16" y="10"/>
                    </a:lnTo>
                    <a:lnTo>
                      <a:pt x="16" y="10"/>
                    </a:lnTo>
                    <a:lnTo>
                      <a:pt x="16" y="12"/>
                    </a:lnTo>
                    <a:lnTo>
                      <a:pt x="16" y="12"/>
                    </a:lnTo>
                    <a:lnTo>
                      <a:pt x="19" y="12"/>
                    </a:lnTo>
                    <a:lnTo>
                      <a:pt x="19" y="12"/>
                    </a:lnTo>
                    <a:lnTo>
                      <a:pt x="19" y="14"/>
                    </a:lnTo>
                    <a:lnTo>
                      <a:pt x="19" y="14"/>
                    </a:lnTo>
                    <a:lnTo>
                      <a:pt x="19" y="14"/>
                    </a:lnTo>
                    <a:lnTo>
                      <a:pt x="19" y="14"/>
                    </a:lnTo>
                    <a:lnTo>
                      <a:pt x="19" y="17"/>
                    </a:lnTo>
                    <a:lnTo>
                      <a:pt x="19" y="17"/>
                    </a:lnTo>
                    <a:lnTo>
                      <a:pt x="19" y="17"/>
                    </a:lnTo>
                    <a:lnTo>
                      <a:pt x="19" y="19"/>
                    </a:lnTo>
                    <a:lnTo>
                      <a:pt x="19" y="19"/>
                    </a:lnTo>
                    <a:lnTo>
                      <a:pt x="19" y="22"/>
                    </a:lnTo>
                    <a:lnTo>
                      <a:pt x="19" y="22"/>
                    </a:lnTo>
                    <a:lnTo>
                      <a:pt x="19" y="24"/>
                    </a:lnTo>
                    <a:lnTo>
                      <a:pt x="19" y="24"/>
                    </a:lnTo>
                    <a:lnTo>
                      <a:pt x="19" y="24"/>
                    </a:lnTo>
                    <a:lnTo>
                      <a:pt x="19" y="24"/>
                    </a:lnTo>
                    <a:lnTo>
                      <a:pt x="19" y="26"/>
                    </a:lnTo>
                    <a:lnTo>
                      <a:pt x="16" y="26"/>
                    </a:lnTo>
                    <a:lnTo>
                      <a:pt x="16" y="26"/>
                    </a:lnTo>
                    <a:lnTo>
                      <a:pt x="14" y="26"/>
                    </a:lnTo>
                    <a:lnTo>
                      <a:pt x="14" y="26"/>
                    </a:lnTo>
                    <a:lnTo>
                      <a:pt x="14" y="26"/>
                    </a:lnTo>
                    <a:lnTo>
                      <a:pt x="14" y="24"/>
                    </a:lnTo>
                    <a:lnTo>
                      <a:pt x="14" y="24"/>
                    </a:lnTo>
                    <a:lnTo>
                      <a:pt x="12" y="24"/>
                    </a:lnTo>
                    <a:lnTo>
                      <a:pt x="12" y="24"/>
                    </a:lnTo>
                    <a:lnTo>
                      <a:pt x="12" y="22"/>
                    </a:lnTo>
                    <a:lnTo>
                      <a:pt x="12" y="22"/>
                    </a:lnTo>
                    <a:lnTo>
                      <a:pt x="12" y="22"/>
                    </a:lnTo>
                    <a:lnTo>
                      <a:pt x="12" y="19"/>
                    </a:lnTo>
                    <a:lnTo>
                      <a:pt x="12" y="19"/>
                    </a:lnTo>
                    <a:lnTo>
                      <a:pt x="12" y="19"/>
                    </a:lnTo>
                    <a:lnTo>
                      <a:pt x="12" y="17"/>
                    </a:lnTo>
                    <a:lnTo>
                      <a:pt x="9" y="17"/>
                    </a:lnTo>
                    <a:lnTo>
                      <a:pt x="9" y="17"/>
                    </a:lnTo>
                    <a:lnTo>
                      <a:pt x="9" y="17"/>
                    </a:lnTo>
                    <a:lnTo>
                      <a:pt x="7" y="17"/>
                    </a:lnTo>
                    <a:lnTo>
                      <a:pt x="7" y="17"/>
                    </a:lnTo>
                    <a:lnTo>
                      <a:pt x="7" y="19"/>
                    </a:lnTo>
                    <a:lnTo>
                      <a:pt x="7" y="19"/>
                    </a:lnTo>
                    <a:lnTo>
                      <a:pt x="7" y="19"/>
                    </a:lnTo>
                    <a:lnTo>
                      <a:pt x="7" y="19"/>
                    </a:lnTo>
                    <a:lnTo>
                      <a:pt x="7" y="19"/>
                    </a:lnTo>
                    <a:lnTo>
                      <a:pt x="5" y="19"/>
                    </a:lnTo>
                    <a:lnTo>
                      <a:pt x="5" y="17"/>
                    </a:lnTo>
                    <a:lnTo>
                      <a:pt x="5" y="17"/>
                    </a:lnTo>
                    <a:lnTo>
                      <a:pt x="5" y="17"/>
                    </a:lnTo>
                    <a:lnTo>
                      <a:pt x="5" y="14"/>
                    </a:lnTo>
                    <a:lnTo>
                      <a:pt x="5" y="14"/>
                    </a:lnTo>
                    <a:lnTo>
                      <a:pt x="7" y="14"/>
                    </a:lnTo>
                    <a:lnTo>
                      <a:pt x="7" y="14"/>
                    </a:lnTo>
                    <a:lnTo>
                      <a:pt x="7" y="14"/>
                    </a:lnTo>
                    <a:lnTo>
                      <a:pt x="7" y="14"/>
                    </a:lnTo>
                    <a:lnTo>
                      <a:pt x="7" y="14"/>
                    </a:lnTo>
                    <a:lnTo>
                      <a:pt x="7" y="12"/>
                    </a:lnTo>
                    <a:lnTo>
                      <a:pt x="5" y="12"/>
                    </a:lnTo>
                    <a:lnTo>
                      <a:pt x="5" y="12"/>
                    </a:lnTo>
                    <a:lnTo>
                      <a:pt x="5" y="12"/>
                    </a:lnTo>
                    <a:lnTo>
                      <a:pt x="5" y="10"/>
                    </a:lnTo>
                    <a:lnTo>
                      <a:pt x="5" y="10"/>
                    </a:lnTo>
                    <a:lnTo>
                      <a:pt x="5" y="10"/>
                    </a:lnTo>
                    <a:lnTo>
                      <a:pt x="5" y="7"/>
                    </a:lnTo>
                    <a:lnTo>
                      <a:pt x="2" y="7"/>
                    </a:lnTo>
                    <a:lnTo>
                      <a:pt x="2" y="7"/>
                    </a:lnTo>
                    <a:lnTo>
                      <a:pt x="2" y="7"/>
                    </a:lnTo>
                    <a:lnTo>
                      <a:pt x="2" y="5"/>
                    </a:lnTo>
                    <a:lnTo>
                      <a:pt x="0" y="5"/>
                    </a:lnTo>
                    <a:lnTo>
                      <a:pt x="0" y="5"/>
                    </a:lnTo>
                    <a:lnTo>
                      <a:pt x="0" y="5"/>
                    </a:lnTo>
                    <a:lnTo>
                      <a:pt x="0" y="3"/>
                    </a:lnTo>
                    <a:lnTo>
                      <a:pt x="0" y="3"/>
                    </a:lnTo>
                    <a:lnTo>
                      <a:pt x="0" y="3"/>
                    </a:lnTo>
                    <a:lnTo>
                      <a:pt x="2" y="3"/>
                    </a:lnTo>
                    <a:lnTo>
                      <a:pt x="2" y="3"/>
                    </a:lnTo>
                    <a:lnTo>
                      <a:pt x="5" y="3"/>
                    </a:lnTo>
                    <a:lnTo>
                      <a:pt x="5" y="3"/>
                    </a:lnTo>
                    <a:lnTo>
                      <a:pt x="5" y="3"/>
                    </a:lnTo>
                    <a:lnTo>
                      <a:pt x="5" y="3"/>
                    </a:lnTo>
                    <a:lnTo>
                      <a:pt x="5" y="3"/>
                    </a:lnTo>
                    <a:lnTo>
                      <a:pt x="5" y="3"/>
                    </a:lnTo>
                    <a:lnTo>
                      <a:pt x="5" y="0"/>
                    </a:lnTo>
                    <a:lnTo>
                      <a:pt x="7" y="0"/>
                    </a:lnTo>
                    <a:lnTo>
                      <a:pt x="7" y="0"/>
                    </a:lnTo>
                    <a:lnTo>
                      <a:pt x="7" y="0"/>
                    </a:lnTo>
                    <a:lnTo>
                      <a:pt x="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6" name="Freeform 194"/>
              <p:cNvSpPr>
                <a:spLocks/>
              </p:cNvSpPr>
              <p:nvPr/>
            </p:nvSpPr>
            <p:spPr bwMode="auto">
              <a:xfrm>
                <a:off x="2914" y="2715"/>
                <a:ext cx="19" cy="26"/>
              </a:xfrm>
              <a:custGeom>
                <a:avLst/>
                <a:gdLst/>
                <a:ahLst/>
                <a:cxnLst>
                  <a:cxn ang="0">
                    <a:pos x="9" y="3"/>
                  </a:cxn>
                  <a:cxn ang="0">
                    <a:pos x="9" y="3"/>
                  </a:cxn>
                  <a:cxn ang="0">
                    <a:pos x="12" y="3"/>
                  </a:cxn>
                  <a:cxn ang="0">
                    <a:pos x="12" y="5"/>
                  </a:cxn>
                  <a:cxn ang="0">
                    <a:pos x="12" y="5"/>
                  </a:cxn>
                  <a:cxn ang="0">
                    <a:pos x="14" y="7"/>
                  </a:cxn>
                  <a:cxn ang="0">
                    <a:pos x="14" y="7"/>
                  </a:cxn>
                  <a:cxn ang="0">
                    <a:pos x="14" y="10"/>
                  </a:cxn>
                  <a:cxn ang="0">
                    <a:pos x="16" y="10"/>
                  </a:cxn>
                  <a:cxn ang="0">
                    <a:pos x="16" y="12"/>
                  </a:cxn>
                  <a:cxn ang="0">
                    <a:pos x="19" y="12"/>
                  </a:cxn>
                  <a:cxn ang="0">
                    <a:pos x="19" y="14"/>
                  </a:cxn>
                  <a:cxn ang="0">
                    <a:pos x="19" y="14"/>
                  </a:cxn>
                  <a:cxn ang="0">
                    <a:pos x="19" y="17"/>
                  </a:cxn>
                  <a:cxn ang="0">
                    <a:pos x="19" y="17"/>
                  </a:cxn>
                  <a:cxn ang="0">
                    <a:pos x="19" y="19"/>
                  </a:cxn>
                  <a:cxn ang="0">
                    <a:pos x="19" y="22"/>
                  </a:cxn>
                  <a:cxn ang="0">
                    <a:pos x="19" y="24"/>
                  </a:cxn>
                  <a:cxn ang="0">
                    <a:pos x="19" y="24"/>
                  </a:cxn>
                  <a:cxn ang="0">
                    <a:pos x="16" y="26"/>
                  </a:cxn>
                  <a:cxn ang="0">
                    <a:pos x="14" y="26"/>
                  </a:cxn>
                  <a:cxn ang="0">
                    <a:pos x="14" y="26"/>
                  </a:cxn>
                  <a:cxn ang="0">
                    <a:pos x="14" y="24"/>
                  </a:cxn>
                  <a:cxn ang="0">
                    <a:pos x="12" y="24"/>
                  </a:cxn>
                  <a:cxn ang="0">
                    <a:pos x="12" y="22"/>
                  </a:cxn>
                  <a:cxn ang="0">
                    <a:pos x="12" y="19"/>
                  </a:cxn>
                  <a:cxn ang="0">
                    <a:pos x="12" y="19"/>
                  </a:cxn>
                  <a:cxn ang="0">
                    <a:pos x="9" y="17"/>
                  </a:cxn>
                  <a:cxn ang="0">
                    <a:pos x="9" y="17"/>
                  </a:cxn>
                  <a:cxn ang="0">
                    <a:pos x="7" y="17"/>
                  </a:cxn>
                  <a:cxn ang="0">
                    <a:pos x="7" y="19"/>
                  </a:cxn>
                  <a:cxn ang="0">
                    <a:pos x="7" y="19"/>
                  </a:cxn>
                  <a:cxn ang="0">
                    <a:pos x="5" y="19"/>
                  </a:cxn>
                  <a:cxn ang="0">
                    <a:pos x="5" y="17"/>
                  </a:cxn>
                  <a:cxn ang="0">
                    <a:pos x="5" y="14"/>
                  </a:cxn>
                  <a:cxn ang="0">
                    <a:pos x="7" y="14"/>
                  </a:cxn>
                  <a:cxn ang="0">
                    <a:pos x="7" y="14"/>
                  </a:cxn>
                  <a:cxn ang="0">
                    <a:pos x="7" y="14"/>
                  </a:cxn>
                  <a:cxn ang="0">
                    <a:pos x="5" y="12"/>
                  </a:cxn>
                  <a:cxn ang="0">
                    <a:pos x="5" y="12"/>
                  </a:cxn>
                  <a:cxn ang="0">
                    <a:pos x="5" y="10"/>
                  </a:cxn>
                  <a:cxn ang="0">
                    <a:pos x="5" y="7"/>
                  </a:cxn>
                  <a:cxn ang="0">
                    <a:pos x="2" y="7"/>
                  </a:cxn>
                  <a:cxn ang="0">
                    <a:pos x="2" y="5"/>
                  </a:cxn>
                  <a:cxn ang="0">
                    <a:pos x="0" y="5"/>
                  </a:cxn>
                  <a:cxn ang="0">
                    <a:pos x="0" y="3"/>
                  </a:cxn>
                  <a:cxn ang="0">
                    <a:pos x="0" y="3"/>
                  </a:cxn>
                  <a:cxn ang="0">
                    <a:pos x="2" y="3"/>
                  </a:cxn>
                  <a:cxn ang="0">
                    <a:pos x="5" y="3"/>
                  </a:cxn>
                  <a:cxn ang="0">
                    <a:pos x="5" y="3"/>
                  </a:cxn>
                  <a:cxn ang="0">
                    <a:pos x="5" y="3"/>
                  </a:cxn>
                  <a:cxn ang="0">
                    <a:pos x="7" y="0"/>
                  </a:cxn>
                  <a:cxn ang="0">
                    <a:pos x="7" y="0"/>
                  </a:cxn>
                </a:cxnLst>
                <a:rect l="0" t="0" r="r" b="b"/>
                <a:pathLst>
                  <a:path w="19" h="26">
                    <a:moveTo>
                      <a:pt x="9" y="0"/>
                    </a:moveTo>
                    <a:lnTo>
                      <a:pt x="9" y="3"/>
                    </a:lnTo>
                    <a:lnTo>
                      <a:pt x="9" y="3"/>
                    </a:lnTo>
                    <a:lnTo>
                      <a:pt x="9" y="3"/>
                    </a:lnTo>
                    <a:lnTo>
                      <a:pt x="12" y="3"/>
                    </a:lnTo>
                    <a:lnTo>
                      <a:pt x="12" y="3"/>
                    </a:lnTo>
                    <a:lnTo>
                      <a:pt x="12" y="5"/>
                    </a:lnTo>
                    <a:lnTo>
                      <a:pt x="12" y="5"/>
                    </a:lnTo>
                    <a:lnTo>
                      <a:pt x="12" y="5"/>
                    </a:lnTo>
                    <a:lnTo>
                      <a:pt x="12" y="5"/>
                    </a:lnTo>
                    <a:lnTo>
                      <a:pt x="12" y="7"/>
                    </a:lnTo>
                    <a:lnTo>
                      <a:pt x="14" y="7"/>
                    </a:lnTo>
                    <a:lnTo>
                      <a:pt x="14" y="7"/>
                    </a:lnTo>
                    <a:lnTo>
                      <a:pt x="14" y="7"/>
                    </a:lnTo>
                    <a:lnTo>
                      <a:pt x="14" y="10"/>
                    </a:lnTo>
                    <a:lnTo>
                      <a:pt x="14" y="10"/>
                    </a:lnTo>
                    <a:lnTo>
                      <a:pt x="14" y="10"/>
                    </a:lnTo>
                    <a:lnTo>
                      <a:pt x="16" y="10"/>
                    </a:lnTo>
                    <a:lnTo>
                      <a:pt x="16" y="10"/>
                    </a:lnTo>
                    <a:lnTo>
                      <a:pt x="16" y="12"/>
                    </a:lnTo>
                    <a:lnTo>
                      <a:pt x="16" y="12"/>
                    </a:lnTo>
                    <a:lnTo>
                      <a:pt x="19" y="12"/>
                    </a:lnTo>
                    <a:lnTo>
                      <a:pt x="19" y="12"/>
                    </a:lnTo>
                    <a:lnTo>
                      <a:pt x="19" y="14"/>
                    </a:lnTo>
                    <a:lnTo>
                      <a:pt x="19" y="14"/>
                    </a:lnTo>
                    <a:lnTo>
                      <a:pt x="19" y="14"/>
                    </a:lnTo>
                    <a:lnTo>
                      <a:pt x="19" y="14"/>
                    </a:lnTo>
                    <a:lnTo>
                      <a:pt x="19" y="17"/>
                    </a:lnTo>
                    <a:lnTo>
                      <a:pt x="19" y="17"/>
                    </a:lnTo>
                    <a:lnTo>
                      <a:pt x="19" y="17"/>
                    </a:lnTo>
                    <a:lnTo>
                      <a:pt x="19" y="19"/>
                    </a:lnTo>
                    <a:lnTo>
                      <a:pt x="19" y="19"/>
                    </a:lnTo>
                    <a:lnTo>
                      <a:pt x="19" y="22"/>
                    </a:lnTo>
                    <a:lnTo>
                      <a:pt x="19" y="22"/>
                    </a:lnTo>
                    <a:lnTo>
                      <a:pt x="19" y="24"/>
                    </a:lnTo>
                    <a:lnTo>
                      <a:pt x="19" y="24"/>
                    </a:lnTo>
                    <a:lnTo>
                      <a:pt x="19" y="24"/>
                    </a:lnTo>
                    <a:lnTo>
                      <a:pt x="19" y="24"/>
                    </a:lnTo>
                    <a:lnTo>
                      <a:pt x="19" y="26"/>
                    </a:lnTo>
                    <a:lnTo>
                      <a:pt x="16" y="26"/>
                    </a:lnTo>
                    <a:lnTo>
                      <a:pt x="16" y="26"/>
                    </a:lnTo>
                    <a:lnTo>
                      <a:pt x="14" y="26"/>
                    </a:lnTo>
                    <a:lnTo>
                      <a:pt x="14" y="26"/>
                    </a:lnTo>
                    <a:lnTo>
                      <a:pt x="14" y="26"/>
                    </a:lnTo>
                    <a:lnTo>
                      <a:pt x="14" y="24"/>
                    </a:lnTo>
                    <a:lnTo>
                      <a:pt x="14" y="24"/>
                    </a:lnTo>
                    <a:lnTo>
                      <a:pt x="12" y="24"/>
                    </a:lnTo>
                    <a:lnTo>
                      <a:pt x="12" y="24"/>
                    </a:lnTo>
                    <a:lnTo>
                      <a:pt x="12" y="22"/>
                    </a:lnTo>
                    <a:lnTo>
                      <a:pt x="12" y="22"/>
                    </a:lnTo>
                    <a:lnTo>
                      <a:pt x="12" y="22"/>
                    </a:lnTo>
                    <a:lnTo>
                      <a:pt x="12" y="19"/>
                    </a:lnTo>
                    <a:lnTo>
                      <a:pt x="12" y="19"/>
                    </a:lnTo>
                    <a:lnTo>
                      <a:pt x="12" y="19"/>
                    </a:lnTo>
                    <a:lnTo>
                      <a:pt x="12" y="17"/>
                    </a:lnTo>
                    <a:lnTo>
                      <a:pt x="9" y="17"/>
                    </a:lnTo>
                    <a:lnTo>
                      <a:pt x="9" y="17"/>
                    </a:lnTo>
                    <a:lnTo>
                      <a:pt x="9" y="17"/>
                    </a:lnTo>
                    <a:lnTo>
                      <a:pt x="7" y="17"/>
                    </a:lnTo>
                    <a:lnTo>
                      <a:pt x="7" y="17"/>
                    </a:lnTo>
                    <a:lnTo>
                      <a:pt x="7" y="19"/>
                    </a:lnTo>
                    <a:lnTo>
                      <a:pt x="7" y="19"/>
                    </a:lnTo>
                    <a:lnTo>
                      <a:pt x="7" y="19"/>
                    </a:lnTo>
                    <a:lnTo>
                      <a:pt x="7" y="19"/>
                    </a:lnTo>
                    <a:lnTo>
                      <a:pt x="7" y="19"/>
                    </a:lnTo>
                    <a:lnTo>
                      <a:pt x="5" y="19"/>
                    </a:lnTo>
                    <a:lnTo>
                      <a:pt x="5" y="17"/>
                    </a:lnTo>
                    <a:lnTo>
                      <a:pt x="5" y="17"/>
                    </a:lnTo>
                    <a:lnTo>
                      <a:pt x="5" y="17"/>
                    </a:lnTo>
                    <a:lnTo>
                      <a:pt x="5" y="14"/>
                    </a:lnTo>
                    <a:lnTo>
                      <a:pt x="5" y="14"/>
                    </a:lnTo>
                    <a:lnTo>
                      <a:pt x="7" y="14"/>
                    </a:lnTo>
                    <a:lnTo>
                      <a:pt x="7" y="14"/>
                    </a:lnTo>
                    <a:lnTo>
                      <a:pt x="7" y="14"/>
                    </a:lnTo>
                    <a:lnTo>
                      <a:pt x="7" y="14"/>
                    </a:lnTo>
                    <a:lnTo>
                      <a:pt x="7" y="14"/>
                    </a:lnTo>
                    <a:lnTo>
                      <a:pt x="7" y="12"/>
                    </a:lnTo>
                    <a:lnTo>
                      <a:pt x="5" y="12"/>
                    </a:lnTo>
                    <a:lnTo>
                      <a:pt x="5" y="12"/>
                    </a:lnTo>
                    <a:lnTo>
                      <a:pt x="5" y="12"/>
                    </a:lnTo>
                    <a:lnTo>
                      <a:pt x="5" y="10"/>
                    </a:lnTo>
                    <a:lnTo>
                      <a:pt x="5" y="10"/>
                    </a:lnTo>
                    <a:lnTo>
                      <a:pt x="5" y="10"/>
                    </a:lnTo>
                    <a:lnTo>
                      <a:pt x="5" y="7"/>
                    </a:lnTo>
                    <a:lnTo>
                      <a:pt x="2" y="7"/>
                    </a:lnTo>
                    <a:lnTo>
                      <a:pt x="2" y="7"/>
                    </a:lnTo>
                    <a:lnTo>
                      <a:pt x="2" y="7"/>
                    </a:lnTo>
                    <a:lnTo>
                      <a:pt x="2" y="5"/>
                    </a:lnTo>
                    <a:lnTo>
                      <a:pt x="0" y="5"/>
                    </a:lnTo>
                    <a:lnTo>
                      <a:pt x="0" y="5"/>
                    </a:lnTo>
                    <a:lnTo>
                      <a:pt x="0" y="5"/>
                    </a:lnTo>
                    <a:lnTo>
                      <a:pt x="0" y="3"/>
                    </a:lnTo>
                    <a:lnTo>
                      <a:pt x="0" y="3"/>
                    </a:lnTo>
                    <a:lnTo>
                      <a:pt x="0" y="3"/>
                    </a:lnTo>
                    <a:lnTo>
                      <a:pt x="2" y="3"/>
                    </a:lnTo>
                    <a:lnTo>
                      <a:pt x="2" y="3"/>
                    </a:lnTo>
                    <a:lnTo>
                      <a:pt x="5" y="3"/>
                    </a:lnTo>
                    <a:lnTo>
                      <a:pt x="5" y="3"/>
                    </a:lnTo>
                    <a:lnTo>
                      <a:pt x="5" y="3"/>
                    </a:lnTo>
                    <a:lnTo>
                      <a:pt x="5" y="3"/>
                    </a:lnTo>
                    <a:lnTo>
                      <a:pt x="5" y="3"/>
                    </a:lnTo>
                    <a:lnTo>
                      <a:pt x="5" y="3"/>
                    </a:lnTo>
                    <a:lnTo>
                      <a:pt x="5" y="0"/>
                    </a:lnTo>
                    <a:lnTo>
                      <a:pt x="7" y="0"/>
                    </a:lnTo>
                    <a:lnTo>
                      <a:pt x="7" y="0"/>
                    </a:lnTo>
                    <a:lnTo>
                      <a:pt x="7" y="0"/>
                    </a:lnTo>
                    <a:lnTo>
                      <a:pt x="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7" name="Freeform 195"/>
              <p:cNvSpPr>
                <a:spLocks/>
              </p:cNvSpPr>
              <p:nvPr/>
            </p:nvSpPr>
            <p:spPr bwMode="auto">
              <a:xfrm>
                <a:off x="3134" y="2817"/>
                <a:ext cx="21" cy="21"/>
              </a:xfrm>
              <a:custGeom>
                <a:avLst/>
                <a:gdLst/>
                <a:ahLst/>
                <a:cxnLst>
                  <a:cxn ang="0">
                    <a:pos x="12" y="3"/>
                  </a:cxn>
                  <a:cxn ang="0">
                    <a:pos x="14" y="3"/>
                  </a:cxn>
                  <a:cxn ang="0">
                    <a:pos x="17" y="3"/>
                  </a:cxn>
                  <a:cxn ang="0">
                    <a:pos x="17" y="3"/>
                  </a:cxn>
                  <a:cxn ang="0">
                    <a:pos x="19" y="5"/>
                  </a:cxn>
                  <a:cxn ang="0">
                    <a:pos x="19" y="5"/>
                  </a:cxn>
                  <a:cxn ang="0">
                    <a:pos x="19" y="7"/>
                  </a:cxn>
                  <a:cxn ang="0">
                    <a:pos x="19" y="10"/>
                  </a:cxn>
                  <a:cxn ang="0">
                    <a:pos x="21" y="10"/>
                  </a:cxn>
                  <a:cxn ang="0">
                    <a:pos x="21" y="12"/>
                  </a:cxn>
                  <a:cxn ang="0">
                    <a:pos x="21" y="12"/>
                  </a:cxn>
                  <a:cxn ang="0">
                    <a:pos x="21" y="12"/>
                  </a:cxn>
                  <a:cxn ang="0">
                    <a:pos x="19" y="12"/>
                  </a:cxn>
                  <a:cxn ang="0">
                    <a:pos x="19" y="14"/>
                  </a:cxn>
                  <a:cxn ang="0">
                    <a:pos x="21" y="17"/>
                  </a:cxn>
                  <a:cxn ang="0">
                    <a:pos x="19" y="17"/>
                  </a:cxn>
                  <a:cxn ang="0">
                    <a:pos x="19" y="19"/>
                  </a:cxn>
                  <a:cxn ang="0">
                    <a:pos x="17" y="19"/>
                  </a:cxn>
                  <a:cxn ang="0">
                    <a:pos x="17" y="19"/>
                  </a:cxn>
                  <a:cxn ang="0">
                    <a:pos x="17" y="21"/>
                  </a:cxn>
                  <a:cxn ang="0">
                    <a:pos x="14" y="21"/>
                  </a:cxn>
                  <a:cxn ang="0">
                    <a:pos x="14" y="21"/>
                  </a:cxn>
                  <a:cxn ang="0">
                    <a:pos x="14" y="21"/>
                  </a:cxn>
                  <a:cxn ang="0">
                    <a:pos x="14" y="19"/>
                  </a:cxn>
                  <a:cxn ang="0">
                    <a:pos x="14" y="19"/>
                  </a:cxn>
                  <a:cxn ang="0">
                    <a:pos x="12" y="19"/>
                  </a:cxn>
                  <a:cxn ang="0">
                    <a:pos x="12" y="19"/>
                  </a:cxn>
                  <a:cxn ang="0">
                    <a:pos x="9" y="19"/>
                  </a:cxn>
                  <a:cxn ang="0">
                    <a:pos x="9" y="19"/>
                  </a:cxn>
                  <a:cxn ang="0">
                    <a:pos x="7" y="19"/>
                  </a:cxn>
                  <a:cxn ang="0">
                    <a:pos x="7" y="19"/>
                  </a:cxn>
                  <a:cxn ang="0">
                    <a:pos x="5" y="21"/>
                  </a:cxn>
                  <a:cxn ang="0">
                    <a:pos x="5" y="21"/>
                  </a:cxn>
                  <a:cxn ang="0">
                    <a:pos x="2" y="19"/>
                  </a:cxn>
                  <a:cxn ang="0">
                    <a:pos x="5" y="19"/>
                  </a:cxn>
                  <a:cxn ang="0">
                    <a:pos x="5" y="19"/>
                  </a:cxn>
                  <a:cxn ang="0">
                    <a:pos x="7" y="19"/>
                  </a:cxn>
                  <a:cxn ang="0">
                    <a:pos x="5" y="17"/>
                  </a:cxn>
                  <a:cxn ang="0">
                    <a:pos x="5" y="17"/>
                  </a:cxn>
                  <a:cxn ang="0">
                    <a:pos x="5" y="14"/>
                  </a:cxn>
                  <a:cxn ang="0">
                    <a:pos x="2" y="14"/>
                  </a:cxn>
                  <a:cxn ang="0">
                    <a:pos x="2" y="12"/>
                  </a:cxn>
                  <a:cxn ang="0">
                    <a:pos x="0" y="12"/>
                  </a:cxn>
                  <a:cxn ang="0">
                    <a:pos x="0" y="10"/>
                  </a:cxn>
                  <a:cxn ang="0">
                    <a:pos x="2" y="10"/>
                  </a:cxn>
                  <a:cxn ang="0">
                    <a:pos x="2" y="7"/>
                  </a:cxn>
                  <a:cxn ang="0">
                    <a:pos x="5" y="10"/>
                  </a:cxn>
                  <a:cxn ang="0">
                    <a:pos x="5" y="7"/>
                  </a:cxn>
                  <a:cxn ang="0">
                    <a:pos x="7" y="7"/>
                  </a:cxn>
                  <a:cxn ang="0">
                    <a:pos x="7" y="5"/>
                  </a:cxn>
                  <a:cxn ang="0">
                    <a:pos x="7" y="5"/>
                  </a:cxn>
                  <a:cxn ang="0">
                    <a:pos x="7" y="3"/>
                  </a:cxn>
                  <a:cxn ang="0">
                    <a:pos x="7" y="0"/>
                  </a:cxn>
                  <a:cxn ang="0">
                    <a:pos x="7" y="3"/>
                  </a:cxn>
                  <a:cxn ang="0">
                    <a:pos x="7" y="0"/>
                  </a:cxn>
                  <a:cxn ang="0">
                    <a:pos x="9" y="0"/>
                  </a:cxn>
                  <a:cxn ang="0">
                    <a:pos x="12" y="3"/>
                  </a:cxn>
                  <a:cxn ang="0">
                    <a:pos x="12" y="0"/>
                  </a:cxn>
                </a:cxnLst>
                <a:rect l="0" t="0" r="r" b="b"/>
                <a:pathLst>
                  <a:path w="21" h="21">
                    <a:moveTo>
                      <a:pt x="12" y="0"/>
                    </a:moveTo>
                    <a:lnTo>
                      <a:pt x="12" y="3"/>
                    </a:lnTo>
                    <a:lnTo>
                      <a:pt x="14" y="3"/>
                    </a:lnTo>
                    <a:lnTo>
                      <a:pt x="14" y="3"/>
                    </a:lnTo>
                    <a:lnTo>
                      <a:pt x="14" y="3"/>
                    </a:lnTo>
                    <a:lnTo>
                      <a:pt x="17" y="3"/>
                    </a:lnTo>
                    <a:lnTo>
                      <a:pt x="17" y="3"/>
                    </a:lnTo>
                    <a:lnTo>
                      <a:pt x="17" y="3"/>
                    </a:lnTo>
                    <a:lnTo>
                      <a:pt x="17" y="5"/>
                    </a:lnTo>
                    <a:lnTo>
                      <a:pt x="19" y="5"/>
                    </a:lnTo>
                    <a:lnTo>
                      <a:pt x="19" y="5"/>
                    </a:lnTo>
                    <a:lnTo>
                      <a:pt x="19" y="5"/>
                    </a:lnTo>
                    <a:lnTo>
                      <a:pt x="19" y="7"/>
                    </a:lnTo>
                    <a:lnTo>
                      <a:pt x="19" y="7"/>
                    </a:lnTo>
                    <a:lnTo>
                      <a:pt x="19" y="7"/>
                    </a:lnTo>
                    <a:lnTo>
                      <a:pt x="19" y="10"/>
                    </a:lnTo>
                    <a:lnTo>
                      <a:pt x="19" y="10"/>
                    </a:lnTo>
                    <a:lnTo>
                      <a:pt x="21" y="10"/>
                    </a:lnTo>
                    <a:lnTo>
                      <a:pt x="21" y="10"/>
                    </a:lnTo>
                    <a:lnTo>
                      <a:pt x="21" y="12"/>
                    </a:lnTo>
                    <a:lnTo>
                      <a:pt x="21" y="12"/>
                    </a:lnTo>
                    <a:lnTo>
                      <a:pt x="21" y="12"/>
                    </a:lnTo>
                    <a:lnTo>
                      <a:pt x="21" y="12"/>
                    </a:lnTo>
                    <a:lnTo>
                      <a:pt x="21" y="12"/>
                    </a:lnTo>
                    <a:lnTo>
                      <a:pt x="21" y="12"/>
                    </a:lnTo>
                    <a:lnTo>
                      <a:pt x="19" y="12"/>
                    </a:lnTo>
                    <a:lnTo>
                      <a:pt x="19" y="14"/>
                    </a:lnTo>
                    <a:lnTo>
                      <a:pt x="19" y="14"/>
                    </a:lnTo>
                    <a:lnTo>
                      <a:pt x="21" y="14"/>
                    </a:lnTo>
                    <a:lnTo>
                      <a:pt x="21" y="17"/>
                    </a:lnTo>
                    <a:lnTo>
                      <a:pt x="19" y="17"/>
                    </a:lnTo>
                    <a:lnTo>
                      <a:pt x="19" y="17"/>
                    </a:lnTo>
                    <a:lnTo>
                      <a:pt x="19" y="17"/>
                    </a:lnTo>
                    <a:lnTo>
                      <a:pt x="19" y="19"/>
                    </a:lnTo>
                    <a:lnTo>
                      <a:pt x="19" y="19"/>
                    </a:lnTo>
                    <a:lnTo>
                      <a:pt x="17" y="19"/>
                    </a:lnTo>
                    <a:lnTo>
                      <a:pt x="17" y="19"/>
                    </a:lnTo>
                    <a:lnTo>
                      <a:pt x="17" y="19"/>
                    </a:lnTo>
                    <a:lnTo>
                      <a:pt x="17" y="21"/>
                    </a:lnTo>
                    <a:lnTo>
                      <a:pt x="17" y="21"/>
                    </a:lnTo>
                    <a:lnTo>
                      <a:pt x="14" y="21"/>
                    </a:lnTo>
                    <a:lnTo>
                      <a:pt x="14" y="21"/>
                    </a:lnTo>
                    <a:lnTo>
                      <a:pt x="14" y="21"/>
                    </a:lnTo>
                    <a:lnTo>
                      <a:pt x="14" y="21"/>
                    </a:lnTo>
                    <a:lnTo>
                      <a:pt x="14" y="21"/>
                    </a:lnTo>
                    <a:lnTo>
                      <a:pt x="14" y="21"/>
                    </a:lnTo>
                    <a:lnTo>
                      <a:pt x="14" y="19"/>
                    </a:lnTo>
                    <a:lnTo>
                      <a:pt x="14" y="19"/>
                    </a:lnTo>
                    <a:lnTo>
                      <a:pt x="14" y="19"/>
                    </a:lnTo>
                    <a:lnTo>
                      <a:pt x="14" y="19"/>
                    </a:lnTo>
                    <a:lnTo>
                      <a:pt x="12" y="19"/>
                    </a:lnTo>
                    <a:lnTo>
                      <a:pt x="12" y="19"/>
                    </a:lnTo>
                    <a:lnTo>
                      <a:pt x="12" y="19"/>
                    </a:lnTo>
                    <a:lnTo>
                      <a:pt x="12" y="19"/>
                    </a:lnTo>
                    <a:lnTo>
                      <a:pt x="12" y="19"/>
                    </a:lnTo>
                    <a:lnTo>
                      <a:pt x="9" y="19"/>
                    </a:lnTo>
                    <a:lnTo>
                      <a:pt x="9" y="19"/>
                    </a:lnTo>
                    <a:lnTo>
                      <a:pt x="9" y="19"/>
                    </a:lnTo>
                    <a:lnTo>
                      <a:pt x="7" y="19"/>
                    </a:lnTo>
                    <a:lnTo>
                      <a:pt x="7" y="19"/>
                    </a:lnTo>
                    <a:lnTo>
                      <a:pt x="7" y="19"/>
                    </a:lnTo>
                    <a:lnTo>
                      <a:pt x="7" y="19"/>
                    </a:lnTo>
                    <a:lnTo>
                      <a:pt x="5" y="19"/>
                    </a:lnTo>
                    <a:lnTo>
                      <a:pt x="5" y="21"/>
                    </a:lnTo>
                    <a:lnTo>
                      <a:pt x="5" y="21"/>
                    </a:lnTo>
                    <a:lnTo>
                      <a:pt x="5" y="21"/>
                    </a:lnTo>
                    <a:lnTo>
                      <a:pt x="2" y="21"/>
                    </a:lnTo>
                    <a:lnTo>
                      <a:pt x="2" y="19"/>
                    </a:lnTo>
                    <a:lnTo>
                      <a:pt x="2" y="19"/>
                    </a:lnTo>
                    <a:lnTo>
                      <a:pt x="5" y="19"/>
                    </a:lnTo>
                    <a:lnTo>
                      <a:pt x="5" y="19"/>
                    </a:lnTo>
                    <a:lnTo>
                      <a:pt x="5" y="19"/>
                    </a:lnTo>
                    <a:lnTo>
                      <a:pt x="5" y="19"/>
                    </a:lnTo>
                    <a:lnTo>
                      <a:pt x="7" y="19"/>
                    </a:lnTo>
                    <a:lnTo>
                      <a:pt x="7" y="17"/>
                    </a:lnTo>
                    <a:lnTo>
                      <a:pt x="5" y="17"/>
                    </a:lnTo>
                    <a:lnTo>
                      <a:pt x="5" y="17"/>
                    </a:lnTo>
                    <a:lnTo>
                      <a:pt x="5" y="17"/>
                    </a:lnTo>
                    <a:lnTo>
                      <a:pt x="5" y="17"/>
                    </a:lnTo>
                    <a:lnTo>
                      <a:pt x="5" y="14"/>
                    </a:lnTo>
                    <a:lnTo>
                      <a:pt x="5" y="14"/>
                    </a:lnTo>
                    <a:lnTo>
                      <a:pt x="2" y="14"/>
                    </a:lnTo>
                    <a:lnTo>
                      <a:pt x="2" y="12"/>
                    </a:lnTo>
                    <a:lnTo>
                      <a:pt x="2" y="12"/>
                    </a:lnTo>
                    <a:lnTo>
                      <a:pt x="2" y="12"/>
                    </a:lnTo>
                    <a:lnTo>
                      <a:pt x="0" y="12"/>
                    </a:lnTo>
                    <a:lnTo>
                      <a:pt x="0" y="10"/>
                    </a:lnTo>
                    <a:lnTo>
                      <a:pt x="0" y="10"/>
                    </a:lnTo>
                    <a:lnTo>
                      <a:pt x="0" y="10"/>
                    </a:lnTo>
                    <a:lnTo>
                      <a:pt x="2" y="10"/>
                    </a:lnTo>
                    <a:lnTo>
                      <a:pt x="2" y="7"/>
                    </a:lnTo>
                    <a:lnTo>
                      <a:pt x="2" y="7"/>
                    </a:lnTo>
                    <a:lnTo>
                      <a:pt x="5" y="7"/>
                    </a:lnTo>
                    <a:lnTo>
                      <a:pt x="5" y="10"/>
                    </a:lnTo>
                    <a:lnTo>
                      <a:pt x="5" y="10"/>
                    </a:lnTo>
                    <a:lnTo>
                      <a:pt x="5" y="7"/>
                    </a:lnTo>
                    <a:lnTo>
                      <a:pt x="5" y="7"/>
                    </a:lnTo>
                    <a:lnTo>
                      <a:pt x="7" y="7"/>
                    </a:lnTo>
                    <a:lnTo>
                      <a:pt x="7" y="7"/>
                    </a:lnTo>
                    <a:lnTo>
                      <a:pt x="7" y="5"/>
                    </a:lnTo>
                    <a:lnTo>
                      <a:pt x="7" y="5"/>
                    </a:lnTo>
                    <a:lnTo>
                      <a:pt x="7" y="5"/>
                    </a:lnTo>
                    <a:lnTo>
                      <a:pt x="7" y="3"/>
                    </a:lnTo>
                    <a:lnTo>
                      <a:pt x="7" y="3"/>
                    </a:lnTo>
                    <a:lnTo>
                      <a:pt x="7" y="3"/>
                    </a:lnTo>
                    <a:lnTo>
                      <a:pt x="7" y="0"/>
                    </a:lnTo>
                    <a:lnTo>
                      <a:pt x="7" y="0"/>
                    </a:lnTo>
                    <a:lnTo>
                      <a:pt x="7" y="3"/>
                    </a:lnTo>
                    <a:lnTo>
                      <a:pt x="7" y="3"/>
                    </a:lnTo>
                    <a:lnTo>
                      <a:pt x="7" y="0"/>
                    </a:lnTo>
                    <a:lnTo>
                      <a:pt x="9" y="0"/>
                    </a:lnTo>
                    <a:lnTo>
                      <a:pt x="9" y="0"/>
                    </a:lnTo>
                    <a:lnTo>
                      <a:pt x="9" y="3"/>
                    </a:lnTo>
                    <a:lnTo>
                      <a:pt x="12" y="3"/>
                    </a:lnTo>
                    <a:lnTo>
                      <a:pt x="12" y="0"/>
                    </a:lnTo>
                    <a:lnTo>
                      <a:pt x="12" y="0"/>
                    </a:lnTo>
                    <a:lnTo>
                      <a:pt x="1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8" name="Freeform 196"/>
              <p:cNvSpPr>
                <a:spLocks/>
              </p:cNvSpPr>
              <p:nvPr/>
            </p:nvSpPr>
            <p:spPr bwMode="auto">
              <a:xfrm>
                <a:off x="3134" y="2817"/>
                <a:ext cx="21" cy="21"/>
              </a:xfrm>
              <a:custGeom>
                <a:avLst/>
                <a:gdLst/>
                <a:ahLst/>
                <a:cxnLst>
                  <a:cxn ang="0">
                    <a:pos x="12" y="3"/>
                  </a:cxn>
                  <a:cxn ang="0">
                    <a:pos x="14" y="3"/>
                  </a:cxn>
                  <a:cxn ang="0">
                    <a:pos x="17" y="3"/>
                  </a:cxn>
                  <a:cxn ang="0">
                    <a:pos x="17" y="3"/>
                  </a:cxn>
                  <a:cxn ang="0">
                    <a:pos x="19" y="5"/>
                  </a:cxn>
                  <a:cxn ang="0">
                    <a:pos x="19" y="5"/>
                  </a:cxn>
                  <a:cxn ang="0">
                    <a:pos x="19" y="7"/>
                  </a:cxn>
                  <a:cxn ang="0">
                    <a:pos x="19" y="10"/>
                  </a:cxn>
                  <a:cxn ang="0">
                    <a:pos x="21" y="10"/>
                  </a:cxn>
                  <a:cxn ang="0">
                    <a:pos x="21" y="12"/>
                  </a:cxn>
                  <a:cxn ang="0">
                    <a:pos x="21" y="12"/>
                  </a:cxn>
                  <a:cxn ang="0">
                    <a:pos x="21" y="12"/>
                  </a:cxn>
                  <a:cxn ang="0">
                    <a:pos x="19" y="12"/>
                  </a:cxn>
                  <a:cxn ang="0">
                    <a:pos x="19" y="14"/>
                  </a:cxn>
                  <a:cxn ang="0">
                    <a:pos x="21" y="17"/>
                  </a:cxn>
                  <a:cxn ang="0">
                    <a:pos x="19" y="17"/>
                  </a:cxn>
                  <a:cxn ang="0">
                    <a:pos x="19" y="19"/>
                  </a:cxn>
                  <a:cxn ang="0">
                    <a:pos x="17" y="19"/>
                  </a:cxn>
                  <a:cxn ang="0">
                    <a:pos x="17" y="19"/>
                  </a:cxn>
                  <a:cxn ang="0">
                    <a:pos x="17" y="21"/>
                  </a:cxn>
                  <a:cxn ang="0">
                    <a:pos x="14" y="21"/>
                  </a:cxn>
                  <a:cxn ang="0">
                    <a:pos x="14" y="21"/>
                  </a:cxn>
                  <a:cxn ang="0">
                    <a:pos x="14" y="21"/>
                  </a:cxn>
                  <a:cxn ang="0">
                    <a:pos x="14" y="19"/>
                  </a:cxn>
                  <a:cxn ang="0">
                    <a:pos x="14" y="19"/>
                  </a:cxn>
                  <a:cxn ang="0">
                    <a:pos x="12" y="19"/>
                  </a:cxn>
                  <a:cxn ang="0">
                    <a:pos x="12" y="19"/>
                  </a:cxn>
                  <a:cxn ang="0">
                    <a:pos x="9" y="19"/>
                  </a:cxn>
                  <a:cxn ang="0">
                    <a:pos x="9" y="19"/>
                  </a:cxn>
                  <a:cxn ang="0">
                    <a:pos x="7" y="19"/>
                  </a:cxn>
                  <a:cxn ang="0">
                    <a:pos x="7" y="19"/>
                  </a:cxn>
                  <a:cxn ang="0">
                    <a:pos x="5" y="21"/>
                  </a:cxn>
                  <a:cxn ang="0">
                    <a:pos x="5" y="21"/>
                  </a:cxn>
                  <a:cxn ang="0">
                    <a:pos x="2" y="19"/>
                  </a:cxn>
                  <a:cxn ang="0">
                    <a:pos x="5" y="19"/>
                  </a:cxn>
                  <a:cxn ang="0">
                    <a:pos x="5" y="19"/>
                  </a:cxn>
                  <a:cxn ang="0">
                    <a:pos x="7" y="19"/>
                  </a:cxn>
                  <a:cxn ang="0">
                    <a:pos x="5" y="17"/>
                  </a:cxn>
                  <a:cxn ang="0">
                    <a:pos x="5" y="17"/>
                  </a:cxn>
                  <a:cxn ang="0">
                    <a:pos x="5" y="14"/>
                  </a:cxn>
                  <a:cxn ang="0">
                    <a:pos x="2" y="14"/>
                  </a:cxn>
                  <a:cxn ang="0">
                    <a:pos x="2" y="12"/>
                  </a:cxn>
                  <a:cxn ang="0">
                    <a:pos x="0" y="12"/>
                  </a:cxn>
                  <a:cxn ang="0">
                    <a:pos x="0" y="10"/>
                  </a:cxn>
                  <a:cxn ang="0">
                    <a:pos x="2" y="10"/>
                  </a:cxn>
                  <a:cxn ang="0">
                    <a:pos x="2" y="7"/>
                  </a:cxn>
                  <a:cxn ang="0">
                    <a:pos x="5" y="10"/>
                  </a:cxn>
                  <a:cxn ang="0">
                    <a:pos x="5" y="7"/>
                  </a:cxn>
                  <a:cxn ang="0">
                    <a:pos x="7" y="7"/>
                  </a:cxn>
                  <a:cxn ang="0">
                    <a:pos x="7" y="5"/>
                  </a:cxn>
                  <a:cxn ang="0">
                    <a:pos x="7" y="5"/>
                  </a:cxn>
                  <a:cxn ang="0">
                    <a:pos x="7" y="3"/>
                  </a:cxn>
                  <a:cxn ang="0">
                    <a:pos x="7" y="0"/>
                  </a:cxn>
                  <a:cxn ang="0">
                    <a:pos x="7" y="3"/>
                  </a:cxn>
                  <a:cxn ang="0">
                    <a:pos x="7" y="0"/>
                  </a:cxn>
                  <a:cxn ang="0">
                    <a:pos x="9" y="0"/>
                  </a:cxn>
                  <a:cxn ang="0">
                    <a:pos x="12" y="3"/>
                  </a:cxn>
                  <a:cxn ang="0">
                    <a:pos x="12" y="0"/>
                  </a:cxn>
                </a:cxnLst>
                <a:rect l="0" t="0" r="r" b="b"/>
                <a:pathLst>
                  <a:path w="21" h="21">
                    <a:moveTo>
                      <a:pt x="12" y="0"/>
                    </a:moveTo>
                    <a:lnTo>
                      <a:pt x="12" y="3"/>
                    </a:lnTo>
                    <a:lnTo>
                      <a:pt x="14" y="3"/>
                    </a:lnTo>
                    <a:lnTo>
                      <a:pt x="14" y="3"/>
                    </a:lnTo>
                    <a:lnTo>
                      <a:pt x="14" y="3"/>
                    </a:lnTo>
                    <a:lnTo>
                      <a:pt x="17" y="3"/>
                    </a:lnTo>
                    <a:lnTo>
                      <a:pt x="17" y="3"/>
                    </a:lnTo>
                    <a:lnTo>
                      <a:pt x="17" y="3"/>
                    </a:lnTo>
                    <a:lnTo>
                      <a:pt x="17" y="5"/>
                    </a:lnTo>
                    <a:lnTo>
                      <a:pt x="19" y="5"/>
                    </a:lnTo>
                    <a:lnTo>
                      <a:pt x="19" y="5"/>
                    </a:lnTo>
                    <a:lnTo>
                      <a:pt x="19" y="5"/>
                    </a:lnTo>
                    <a:lnTo>
                      <a:pt x="19" y="7"/>
                    </a:lnTo>
                    <a:lnTo>
                      <a:pt x="19" y="7"/>
                    </a:lnTo>
                    <a:lnTo>
                      <a:pt x="19" y="7"/>
                    </a:lnTo>
                    <a:lnTo>
                      <a:pt x="19" y="10"/>
                    </a:lnTo>
                    <a:lnTo>
                      <a:pt x="19" y="10"/>
                    </a:lnTo>
                    <a:lnTo>
                      <a:pt x="21" y="10"/>
                    </a:lnTo>
                    <a:lnTo>
                      <a:pt x="21" y="10"/>
                    </a:lnTo>
                    <a:lnTo>
                      <a:pt x="21" y="12"/>
                    </a:lnTo>
                    <a:lnTo>
                      <a:pt x="21" y="12"/>
                    </a:lnTo>
                    <a:lnTo>
                      <a:pt x="21" y="12"/>
                    </a:lnTo>
                    <a:lnTo>
                      <a:pt x="21" y="12"/>
                    </a:lnTo>
                    <a:lnTo>
                      <a:pt x="21" y="12"/>
                    </a:lnTo>
                    <a:lnTo>
                      <a:pt x="21" y="12"/>
                    </a:lnTo>
                    <a:lnTo>
                      <a:pt x="19" y="12"/>
                    </a:lnTo>
                    <a:lnTo>
                      <a:pt x="19" y="14"/>
                    </a:lnTo>
                    <a:lnTo>
                      <a:pt x="19" y="14"/>
                    </a:lnTo>
                    <a:lnTo>
                      <a:pt x="21" y="14"/>
                    </a:lnTo>
                    <a:lnTo>
                      <a:pt x="21" y="17"/>
                    </a:lnTo>
                    <a:lnTo>
                      <a:pt x="19" y="17"/>
                    </a:lnTo>
                    <a:lnTo>
                      <a:pt x="19" y="17"/>
                    </a:lnTo>
                    <a:lnTo>
                      <a:pt x="19" y="17"/>
                    </a:lnTo>
                    <a:lnTo>
                      <a:pt x="19" y="19"/>
                    </a:lnTo>
                    <a:lnTo>
                      <a:pt x="19" y="19"/>
                    </a:lnTo>
                    <a:lnTo>
                      <a:pt x="17" y="19"/>
                    </a:lnTo>
                    <a:lnTo>
                      <a:pt x="17" y="19"/>
                    </a:lnTo>
                    <a:lnTo>
                      <a:pt x="17" y="19"/>
                    </a:lnTo>
                    <a:lnTo>
                      <a:pt x="17" y="21"/>
                    </a:lnTo>
                    <a:lnTo>
                      <a:pt x="17" y="21"/>
                    </a:lnTo>
                    <a:lnTo>
                      <a:pt x="14" y="21"/>
                    </a:lnTo>
                    <a:lnTo>
                      <a:pt x="14" y="21"/>
                    </a:lnTo>
                    <a:lnTo>
                      <a:pt x="14" y="21"/>
                    </a:lnTo>
                    <a:lnTo>
                      <a:pt x="14" y="21"/>
                    </a:lnTo>
                    <a:lnTo>
                      <a:pt x="14" y="21"/>
                    </a:lnTo>
                    <a:lnTo>
                      <a:pt x="14" y="21"/>
                    </a:lnTo>
                    <a:lnTo>
                      <a:pt x="14" y="19"/>
                    </a:lnTo>
                    <a:lnTo>
                      <a:pt x="14" y="19"/>
                    </a:lnTo>
                    <a:lnTo>
                      <a:pt x="14" y="19"/>
                    </a:lnTo>
                    <a:lnTo>
                      <a:pt x="14" y="19"/>
                    </a:lnTo>
                    <a:lnTo>
                      <a:pt x="12" y="19"/>
                    </a:lnTo>
                    <a:lnTo>
                      <a:pt x="12" y="19"/>
                    </a:lnTo>
                    <a:lnTo>
                      <a:pt x="12" y="19"/>
                    </a:lnTo>
                    <a:lnTo>
                      <a:pt x="12" y="19"/>
                    </a:lnTo>
                    <a:lnTo>
                      <a:pt x="12" y="19"/>
                    </a:lnTo>
                    <a:lnTo>
                      <a:pt x="9" y="19"/>
                    </a:lnTo>
                    <a:lnTo>
                      <a:pt x="9" y="19"/>
                    </a:lnTo>
                    <a:lnTo>
                      <a:pt x="9" y="19"/>
                    </a:lnTo>
                    <a:lnTo>
                      <a:pt x="7" y="19"/>
                    </a:lnTo>
                    <a:lnTo>
                      <a:pt x="7" y="19"/>
                    </a:lnTo>
                    <a:lnTo>
                      <a:pt x="7" y="19"/>
                    </a:lnTo>
                    <a:lnTo>
                      <a:pt x="7" y="19"/>
                    </a:lnTo>
                    <a:lnTo>
                      <a:pt x="5" y="19"/>
                    </a:lnTo>
                    <a:lnTo>
                      <a:pt x="5" y="21"/>
                    </a:lnTo>
                    <a:lnTo>
                      <a:pt x="5" y="21"/>
                    </a:lnTo>
                    <a:lnTo>
                      <a:pt x="5" y="21"/>
                    </a:lnTo>
                    <a:lnTo>
                      <a:pt x="2" y="21"/>
                    </a:lnTo>
                    <a:lnTo>
                      <a:pt x="2" y="19"/>
                    </a:lnTo>
                    <a:lnTo>
                      <a:pt x="2" y="19"/>
                    </a:lnTo>
                    <a:lnTo>
                      <a:pt x="5" y="19"/>
                    </a:lnTo>
                    <a:lnTo>
                      <a:pt x="5" y="19"/>
                    </a:lnTo>
                    <a:lnTo>
                      <a:pt x="5" y="19"/>
                    </a:lnTo>
                    <a:lnTo>
                      <a:pt x="5" y="19"/>
                    </a:lnTo>
                    <a:lnTo>
                      <a:pt x="7" y="19"/>
                    </a:lnTo>
                    <a:lnTo>
                      <a:pt x="7" y="17"/>
                    </a:lnTo>
                    <a:lnTo>
                      <a:pt x="5" y="17"/>
                    </a:lnTo>
                    <a:lnTo>
                      <a:pt x="5" y="17"/>
                    </a:lnTo>
                    <a:lnTo>
                      <a:pt x="5" y="17"/>
                    </a:lnTo>
                    <a:lnTo>
                      <a:pt x="5" y="17"/>
                    </a:lnTo>
                    <a:lnTo>
                      <a:pt x="5" y="14"/>
                    </a:lnTo>
                    <a:lnTo>
                      <a:pt x="5" y="14"/>
                    </a:lnTo>
                    <a:lnTo>
                      <a:pt x="2" y="14"/>
                    </a:lnTo>
                    <a:lnTo>
                      <a:pt x="2" y="12"/>
                    </a:lnTo>
                    <a:lnTo>
                      <a:pt x="2" y="12"/>
                    </a:lnTo>
                    <a:lnTo>
                      <a:pt x="2" y="12"/>
                    </a:lnTo>
                    <a:lnTo>
                      <a:pt x="0" y="12"/>
                    </a:lnTo>
                    <a:lnTo>
                      <a:pt x="0" y="10"/>
                    </a:lnTo>
                    <a:lnTo>
                      <a:pt x="0" y="10"/>
                    </a:lnTo>
                    <a:lnTo>
                      <a:pt x="0" y="10"/>
                    </a:lnTo>
                    <a:lnTo>
                      <a:pt x="2" y="10"/>
                    </a:lnTo>
                    <a:lnTo>
                      <a:pt x="2" y="7"/>
                    </a:lnTo>
                    <a:lnTo>
                      <a:pt x="2" y="7"/>
                    </a:lnTo>
                    <a:lnTo>
                      <a:pt x="5" y="7"/>
                    </a:lnTo>
                    <a:lnTo>
                      <a:pt x="5" y="10"/>
                    </a:lnTo>
                    <a:lnTo>
                      <a:pt x="5" y="10"/>
                    </a:lnTo>
                    <a:lnTo>
                      <a:pt x="5" y="7"/>
                    </a:lnTo>
                    <a:lnTo>
                      <a:pt x="5" y="7"/>
                    </a:lnTo>
                    <a:lnTo>
                      <a:pt x="7" y="7"/>
                    </a:lnTo>
                    <a:lnTo>
                      <a:pt x="7" y="7"/>
                    </a:lnTo>
                    <a:lnTo>
                      <a:pt x="7" y="5"/>
                    </a:lnTo>
                    <a:lnTo>
                      <a:pt x="7" y="5"/>
                    </a:lnTo>
                    <a:lnTo>
                      <a:pt x="7" y="5"/>
                    </a:lnTo>
                    <a:lnTo>
                      <a:pt x="7" y="3"/>
                    </a:lnTo>
                    <a:lnTo>
                      <a:pt x="7" y="3"/>
                    </a:lnTo>
                    <a:lnTo>
                      <a:pt x="7" y="3"/>
                    </a:lnTo>
                    <a:lnTo>
                      <a:pt x="7" y="0"/>
                    </a:lnTo>
                    <a:lnTo>
                      <a:pt x="7" y="0"/>
                    </a:lnTo>
                    <a:lnTo>
                      <a:pt x="7" y="3"/>
                    </a:lnTo>
                    <a:lnTo>
                      <a:pt x="7" y="3"/>
                    </a:lnTo>
                    <a:lnTo>
                      <a:pt x="7" y="0"/>
                    </a:lnTo>
                    <a:lnTo>
                      <a:pt x="9" y="0"/>
                    </a:lnTo>
                    <a:lnTo>
                      <a:pt x="9" y="0"/>
                    </a:lnTo>
                    <a:lnTo>
                      <a:pt x="9" y="3"/>
                    </a:lnTo>
                    <a:lnTo>
                      <a:pt x="12" y="3"/>
                    </a:lnTo>
                    <a:lnTo>
                      <a:pt x="12" y="0"/>
                    </a:lnTo>
                    <a:lnTo>
                      <a:pt x="12" y="0"/>
                    </a:lnTo>
                    <a:lnTo>
                      <a:pt x="1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9" name="Freeform 197"/>
              <p:cNvSpPr>
                <a:spLocks/>
              </p:cNvSpPr>
              <p:nvPr/>
            </p:nvSpPr>
            <p:spPr bwMode="auto">
              <a:xfrm>
                <a:off x="3534" y="2831"/>
                <a:ext cx="31" cy="22"/>
              </a:xfrm>
              <a:custGeom>
                <a:avLst/>
                <a:gdLst/>
                <a:ahLst/>
                <a:cxnLst>
                  <a:cxn ang="0">
                    <a:pos x="19" y="3"/>
                  </a:cxn>
                  <a:cxn ang="0">
                    <a:pos x="21" y="3"/>
                  </a:cxn>
                  <a:cxn ang="0">
                    <a:pos x="24" y="3"/>
                  </a:cxn>
                  <a:cxn ang="0">
                    <a:pos x="24" y="3"/>
                  </a:cxn>
                  <a:cxn ang="0">
                    <a:pos x="26" y="5"/>
                  </a:cxn>
                  <a:cxn ang="0">
                    <a:pos x="26" y="5"/>
                  </a:cxn>
                  <a:cxn ang="0">
                    <a:pos x="26" y="7"/>
                  </a:cxn>
                  <a:cxn ang="0">
                    <a:pos x="26" y="7"/>
                  </a:cxn>
                  <a:cxn ang="0">
                    <a:pos x="26" y="7"/>
                  </a:cxn>
                  <a:cxn ang="0">
                    <a:pos x="28" y="7"/>
                  </a:cxn>
                  <a:cxn ang="0">
                    <a:pos x="31" y="10"/>
                  </a:cxn>
                  <a:cxn ang="0">
                    <a:pos x="31" y="12"/>
                  </a:cxn>
                  <a:cxn ang="0">
                    <a:pos x="28" y="12"/>
                  </a:cxn>
                  <a:cxn ang="0">
                    <a:pos x="28" y="15"/>
                  </a:cxn>
                  <a:cxn ang="0">
                    <a:pos x="28" y="17"/>
                  </a:cxn>
                  <a:cxn ang="0">
                    <a:pos x="28" y="17"/>
                  </a:cxn>
                  <a:cxn ang="0">
                    <a:pos x="26" y="17"/>
                  </a:cxn>
                  <a:cxn ang="0">
                    <a:pos x="24" y="17"/>
                  </a:cxn>
                  <a:cxn ang="0">
                    <a:pos x="24" y="19"/>
                  </a:cxn>
                  <a:cxn ang="0">
                    <a:pos x="24" y="19"/>
                  </a:cxn>
                  <a:cxn ang="0">
                    <a:pos x="21" y="19"/>
                  </a:cxn>
                  <a:cxn ang="0">
                    <a:pos x="19" y="22"/>
                  </a:cxn>
                  <a:cxn ang="0">
                    <a:pos x="19" y="22"/>
                  </a:cxn>
                  <a:cxn ang="0">
                    <a:pos x="17" y="22"/>
                  </a:cxn>
                  <a:cxn ang="0">
                    <a:pos x="17" y="22"/>
                  </a:cxn>
                  <a:cxn ang="0">
                    <a:pos x="14" y="22"/>
                  </a:cxn>
                  <a:cxn ang="0">
                    <a:pos x="12" y="22"/>
                  </a:cxn>
                  <a:cxn ang="0">
                    <a:pos x="12" y="19"/>
                  </a:cxn>
                  <a:cxn ang="0">
                    <a:pos x="12" y="19"/>
                  </a:cxn>
                  <a:cxn ang="0">
                    <a:pos x="9" y="19"/>
                  </a:cxn>
                  <a:cxn ang="0">
                    <a:pos x="7" y="17"/>
                  </a:cxn>
                  <a:cxn ang="0">
                    <a:pos x="7" y="17"/>
                  </a:cxn>
                  <a:cxn ang="0">
                    <a:pos x="5" y="17"/>
                  </a:cxn>
                  <a:cxn ang="0">
                    <a:pos x="5" y="17"/>
                  </a:cxn>
                  <a:cxn ang="0">
                    <a:pos x="5" y="15"/>
                  </a:cxn>
                  <a:cxn ang="0">
                    <a:pos x="5" y="12"/>
                  </a:cxn>
                  <a:cxn ang="0">
                    <a:pos x="2" y="12"/>
                  </a:cxn>
                  <a:cxn ang="0">
                    <a:pos x="2" y="10"/>
                  </a:cxn>
                  <a:cxn ang="0">
                    <a:pos x="0" y="10"/>
                  </a:cxn>
                  <a:cxn ang="0">
                    <a:pos x="0" y="7"/>
                  </a:cxn>
                  <a:cxn ang="0">
                    <a:pos x="0" y="7"/>
                  </a:cxn>
                  <a:cxn ang="0">
                    <a:pos x="0" y="5"/>
                  </a:cxn>
                  <a:cxn ang="0">
                    <a:pos x="2" y="5"/>
                  </a:cxn>
                  <a:cxn ang="0">
                    <a:pos x="2" y="3"/>
                  </a:cxn>
                  <a:cxn ang="0">
                    <a:pos x="5" y="3"/>
                  </a:cxn>
                  <a:cxn ang="0">
                    <a:pos x="5" y="3"/>
                  </a:cxn>
                  <a:cxn ang="0">
                    <a:pos x="5" y="5"/>
                  </a:cxn>
                  <a:cxn ang="0">
                    <a:pos x="7" y="3"/>
                  </a:cxn>
                  <a:cxn ang="0">
                    <a:pos x="7" y="3"/>
                  </a:cxn>
                  <a:cxn ang="0">
                    <a:pos x="9" y="3"/>
                  </a:cxn>
                  <a:cxn ang="0">
                    <a:pos x="12" y="3"/>
                  </a:cxn>
                  <a:cxn ang="0">
                    <a:pos x="12" y="0"/>
                  </a:cxn>
                  <a:cxn ang="0">
                    <a:pos x="14" y="0"/>
                  </a:cxn>
                  <a:cxn ang="0">
                    <a:pos x="17" y="0"/>
                  </a:cxn>
                  <a:cxn ang="0">
                    <a:pos x="17" y="0"/>
                  </a:cxn>
                  <a:cxn ang="0">
                    <a:pos x="19" y="0"/>
                  </a:cxn>
                </a:cxnLst>
                <a:rect l="0" t="0" r="r" b="b"/>
                <a:pathLst>
                  <a:path w="31" h="22">
                    <a:moveTo>
                      <a:pt x="19" y="0"/>
                    </a:moveTo>
                    <a:lnTo>
                      <a:pt x="19" y="3"/>
                    </a:lnTo>
                    <a:lnTo>
                      <a:pt x="21" y="3"/>
                    </a:lnTo>
                    <a:lnTo>
                      <a:pt x="21" y="3"/>
                    </a:lnTo>
                    <a:lnTo>
                      <a:pt x="21" y="3"/>
                    </a:lnTo>
                    <a:lnTo>
                      <a:pt x="24" y="3"/>
                    </a:lnTo>
                    <a:lnTo>
                      <a:pt x="24" y="3"/>
                    </a:lnTo>
                    <a:lnTo>
                      <a:pt x="24" y="3"/>
                    </a:lnTo>
                    <a:lnTo>
                      <a:pt x="24" y="5"/>
                    </a:lnTo>
                    <a:lnTo>
                      <a:pt x="26" y="5"/>
                    </a:lnTo>
                    <a:lnTo>
                      <a:pt x="26" y="5"/>
                    </a:lnTo>
                    <a:lnTo>
                      <a:pt x="26" y="5"/>
                    </a:lnTo>
                    <a:lnTo>
                      <a:pt x="26" y="5"/>
                    </a:lnTo>
                    <a:lnTo>
                      <a:pt x="26" y="7"/>
                    </a:lnTo>
                    <a:lnTo>
                      <a:pt x="26" y="7"/>
                    </a:lnTo>
                    <a:lnTo>
                      <a:pt x="26" y="7"/>
                    </a:lnTo>
                    <a:lnTo>
                      <a:pt x="26" y="7"/>
                    </a:lnTo>
                    <a:lnTo>
                      <a:pt x="26" y="7"/>
                    </a:lnTo>
                    <a:lnTo>
                      <a:pt x="28" y="7"/>
                    </a:lnTo>
                    <a:lnTo>
                      <a:pt x="28" y="7"/>
                    </a:lnTo>
                    <a:lnTo>
                      <a:pt x="31" y="7"/>
                    </a:lnTo>
                    <a:lnTo>
                      <a:pt x="31" y="10"/>
                    </a:lnTo>
                    <a:lnTo>
                      <a:pt x="31" y="10"/>
                    </a:lnTo>
                    <a:lnTo>
                      <a:pt x="31" y="12"/>
                    </a:lnTo>
                    <a:lnTo>
                      <a:pt x="28" y="12"/>
                    </a:lnTo>
                    <a:lnTo>
                      <a:pt x="28" y="12"/>
                    </a:lnTo>
                    <a:lnTo>
                      <a:pt x="28" y="15"/>
                    </a:lnTo>
                    <a:lnTo>
                      <a:pt x="28" y="15"/>
                    </a:lnTo>
                    <a:lnTo>
                      <a:pt x="28" y="17"/>
                    </a:lnTo>
                    <a:lnTo>
                      <a:pt x="28" y="17"/>
                    </a:lnTo>
                    <a:lnTo>
                      <a:pt x="28" y="17"/>
                    </a:lnTo>
                    <a:lnTo>
                      <a:pt x="28" y="17"/>
                    </a:lnTo>
                    <a:lnTo>
                      <a:pt x="26" y="17"/>
                    </a:lnTo>
                    <a:lnTo>
                      <a:pt x="26" y="17"/>
                    </a:lnTo>
                    <a:lnTo>
                      <a:pt x="26" y="17"/>
                    </a:lnTo>
                    <a:lnTo>
                      <a:pt x="24" y="17"/>
                    </a:lnTo>
                    <a:lnTo>
                      <a:pt x="24" y="19"/>
                    </a:lnTo>
                    <a:lnTo>
                      <a:pt x="24" y="19"/>
                    </a:lnTo>
                    <a:lnTo>
                      <a:pt x="24" y="19"/>
                    </a:lnTo>
                    <a:lnTo>
                      <a:pt x="24" y="19"/>
                    </a:lnTo>
                    <a:lnTo>
                      <a:pt x="21" y="19"/>
                    </a:lnTo>
                    <a:lnTo>
                      <a:pt x="21" y="19"/>
                    </a:lnTo>
                    <a:lnTo>
                      <a:pt x="21" y="22"/>
                    </a:lnTo>
                    <a:lnTo>
                      <a:pt x="19" y="22"/>
                    </a:lnTo>
                    <a:lnTo>
                      <a:pt x="19" y="22"/>
                    </a:lnTo>
                    <a:lnTo>
                      <a:pt x="19" y="22"/>
                    </a:lnTo>
                    <a:lnTo>
                      <a:pt x="19" y="22"/>
                    </a:lnTo>
                    <a:lnTo>
                      <a:pt x="17" y="22"/>
                    </a:lnTo>
                    <a:lnTo>
                      <a:pt x="17" y="22"/>
                    </a:lnTo>
                    <a:lnTo>
                      <a:pt x="17" y="22"/>
                    </a:lnTo>
                    <a:lnTo>
                      <a:pt x="17" y="22"/>
                    </a:lnTo>
                    <a:lnTo>
                      <a:pt x="14" y="22"/>
                    </a:lnTo>
                    <a:lnTo>
                      <a:pt x="14" y="22"/>
                    </a:lnTo>
                    <a:lnTo>
                      <a:pt x="12" y="22"/>
                    </a:lnTo>
                    <a:lnTo>
                      <a:pt x="12" y="19"/>
                    </a:lnTo>
                    <a:lnTo>
                      <a:pt x="12" y="19"/>
                    </a:lnTo>
                    <a:lnTo>
                      <a:pt x="12" y="19"/>
                    </a:lnTo>
                    <a:lnTo>
                      <a:pt x="12" y="19"/>
                    </a:lnTo>
                    <a:lnTo>
                      <a:pt x="9" y="19"/>
                    </a:lnTo>
                    <a:lnTo>
                      <a:pt x="9" y="19"/>
                    </a:lnTo>
                    <a:lnTo>
                      <a:pt x="9" y="17"/>
                    </a:lnTo>
                    <a:lnTo>
                      <a:pt x="7" y="17"/>
                    </a:lnTo>
                    <a:lnTo>
                      <a:pt x="7" y="17"/>
                    </a:lnTo>
                    <a:lnTo>
                      <a:pt x="7" y="17"/>
                    </a:lnTo>
                    <a:lnTo>
                      <a:pt x="7" y="17"/>
                    </a:lnTo>
                    <a:lnTo>
                      <a:pt x="5" y="17"/>
                    </a:lnTo>
                    <a:lnTo>
                      <a:pt x="5" y="17"/>
                    </a:lnTo>
                    <a:lnTo>
                      <a:pt x="5" y="17"/>
                    </a:lnTo>
                    <a:lnTo>
                      <a:pt x="5" y="15"/>
                    </a:lnTo>
                    <a:lnTo>
                      <a:pt x="5" y="15"/>
                    </a:lnTo>
                    <a:lnTo>
                      <a:pt x="5" y="15"/>
                    </a:lnTo>
                    <a:lnTo>
                      <a:pt x="5" y="12"/>
                    </a:lnTo>
                    <a:lnTo>
                      <a:pt x="2" y="12"/>
                    </a:lnTo>
                    <a:lnTo>
                      <a:pt x="2" y="12"/>
                    </a:lnTo>
                    <a:lnTo>
                      <a:pt x="2" y="12"/>
                    </a:lnTo>
                    <a:lnTo>
                      <a:pt x="2" y="10"/>
                    </a:lnTo>
                    <a:lnTo>
                      <a:pt x="2" y="10"/>
                    </a:lnTo>
                    <a:lnTo>
                      <a:pt x="0" y="10"/>
                    </a:lnTo>
                    <a:lnTo>
                      <a:pt x="0" y="7"/>
                    </a:lnTo>
                    <a:lnTo>
                      <a:pt x="0" y="7"/>
                    </a:lnTo>
                    <a:lnTo>
                      <a:pt x="0" y="7"/>
                    </a:lnTo>
                    <a:lnTo>
                      <a:pt x="0" y="7"/>
                    </a:lnTo>
                    <a:lnTo>
                      <a:pt x="0" y="5"/>
                    </a:lnTo>
                    <a:lnTo>
                      <a:pt x="0" y="5"/>
                    </a:lnTo>
                    <a:lnTo>
                      <a:pt x="2" y="5"/>
                    </a:lnTo>
                    <a:lnTo>
                      <a:pt x="2" y="5"/>
                    </a:lnTo>
                    <a:lnTo>
                      <a:pt x="2" y="3"/>
                    </a:lnTo>
                    <a:lnTo>
                      <a:pt x="2" y="3"/>
                    </a:lnTo>
                    <a:lnTo>
                      <a:pt x="5" y="3"/>
                    </a:lnTo>
                    <a:lnTo>
                      <a:pt x="5" y="3"/>
                    </a:lnTo>
                    <a:lnTo>
                      <a:pt x="5" y="3"/>
                    </a:lnTo>
                    <a:lnTo>
                      <a:pt x="5" y="3"/>
                    </a:lnTo>
                    <a:lnTo>
                      <a:pt x="5" y="3"/>
                    </a:lnTo>
                    <a:lnTo>
                      <a:pt x="5" y="5"/>
                    </a:lnTo>
                    <a:lnTo>
                      <a:pt x="7" y="5"/>
                    </a:lnTo>
                    <a:lnTo>
                      <a:pt x="7" y="3"/>
                    </a:lnTo>
                    <a:lnTo>
                      <a:pt x="7" y="3"/>
                    </a:lnTo>
                    <a:lnTo>
                      <a:pt x="7" y="3"/>
                    </a:lnTo>
                    <a:lnTo>
                      <a:pt x="7" y="3"/>
                    </a:lnTo>
                    <a:lnTo>
                      <a:pt x="9" y="3"/>
                    </a:lnTo>
                    <a:lnTo>
                      <a:pt x="9" y="3"/>
                    </a:lnTo>
                    <a:lnTo>
                      <a:pt x="12" y="3"/>
                    </a:lnTo>
                    <a:lnTo>
                      <a:pt x="12" y="3"/>
                    </a:lnTo>
                    <a:lnTo>
                      <a:pt x="12" y="0"/>
                    </a:lnTo>
                    <a:lnTo>
                      <a:pt x="12" y="0"/>
                    </a:lnTo>
                    <a:lnTo>
                      <a:pt x="14" y="0"/>
                    </a:lnTo>
                    <a:lnTo>
                      <a:pt x="14" y="0"/>
                    </a:lnTo>
                    <a:lnTo>
                      <a:pt x="17" y="0"/>
                    </a:lnTo>
                    <a:lnTo>
                      <a:pt x="17" y="0"/>
                    </a:lnTo>
                    <a:lnTo>
                      <a:pt x="17" y="0"/>
                    </a:lnTo>
                    <a:lnTo>
                      <a:pt x="19" y="0"/>
                    </a:lnTo>
                    <a:lnTo>
                      <a:pt x="19" y="0"/>
                    </a:lnTo>
                    <a:lnTo>
                      <a:pt x="1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0" name="Freeform 198"/>
              <p:cNvSpPr>
                <a:spLocks/>
              </p:cNvSpPr>
              <p:nvPr/>
            </p:nvSpPr>
            <p:spPr bwMode="auto">
              <a:xfrm>
                <a:off x="3534" y="2831"/>
                <a:ext cx="31" cy="22"/>
              </a:xfrm>
              <a:custGeom>
                <a:avLst/>
                <a:gdLst/>
                <a:ahLst/>
                <a:cxnLst>
                  <a:cxn ang="0">
                    <a:pos x="19" y="3"/>
                  </a:cxn>
                  <a:cxn ang="0">
                    <a:pos x="21" y="3"/>
                  </a:cxn>
                  <a:cxn ang="0">
                    <a:pos x="24" y="3"/>
                  </a:cxn>
                  <a:cxn ang="0">
                    <a:pos x="24" y="3"/>
                  </a:cxn>
                  <a:cxn ang="0">
                    <a:pos x="26" y="5"/>
                  </a:cxn>
                  <a:cxn ang="0">
                    <a:pos x="26" y="5"/>
                  </a:cxn>
                  <a:cxn ang="0">
                    <a:pos x="26" y="7"/>
                  </a:cxn>
                  <a:cxn ang="0">
                    <a:pos x="26" y="7"/>
                  </a:cxn>
                  <a:cxn ang="0">
                    <a:pos x="26" y="7"/>
                  </a:cxn>
                  <a:cxn ang="0">
                    <a:pos x="28" y="7"/>
                  </a:cxn>
                  <a:cxn ang="0">
                    <a:pos x="31" y="10"/>
                  </a:cxn>
                  <a:cxn ang="0">
                    <a:pos x="31" y="12"/>
                  </a:cxn>
                  <a:cxn ang="0">
                    <a:pos x="28" y="12"/>
                  </a:cxn>
                  <a:cxn ang="0">
                    <a:pos x="28" y="15"/>
                  </a:cxn>
                  <a:cxn ang="0">
                    <a:pos x="28" y="17"/>
                  </a:cxn>
                  <a:cxn ang="0">
                    <a:pos x="28" y="17"/>
                  </a:cxn>
                  <a:cxn ang="0">
                    <a:pos x="26" y="17"/>
                  </a:cxn>
                  <a:cxn ang="0">
                    <a:pos x="24" y="17"/>
                  </a:cxn>
                  <a:cxn ang="0">
                    <a:pos x="24" y="19"/>
                  </a:cxn>
                  <a:cxn ang="0">
                    <a:pos x="24" y="19"/>
                  </a:cxn>
                  <a:cxn ang="0">
                    <a:pos x="21" y="19"/>
                  </a:cxn>
                  <a:cxn ang="0">
                    <a:pos x="19" y="22"/>
                  </a:cxn>
                  <a:cxn ang="0">
                    <a:pos x="19" y="22"/>
                  </a:cxn>
                  <a:cxn ang="0">
                    <a:pos x="17" y="22"/>
                  </a:cxn>
                  <a:cxn ang="0">
                    <a:pos x="17" y="22"/>
                  </a:cxn>
                  <a:cxn ang="0">
                    <a:pos x="14" y="22"/>
                  </a:cxn>
                  <a:cxn ang="0">
                    <a:pos x="12" y="22"/>
                  </a:cxn>
                  <a:cxn ang="0">
                    <a:pos x="12" y="19"/>
                  </a:cxn>
                  <a:cxn ang="0">
                    <a:pos x="12" y="19"/>
                  </a:cxn>
                  <a:cxn ang="0">
                    <a:pos x="9" y="19"/>
                  </a:cxn>
                  <a:cxn ang="0">
                    <a:pos x="7" y="17"/>
                  </a:cxn>
                  <a:cxn ang="0">
                    <a:pos x="7" y="17"/>
                  </a:cxn>
                  <a:cxn ang="0">
                    <a:pos x="5" y="17"/>
                  </a:cxn>
                  <a:cxn ang="0">
                    <a:pos x="5" y="17"/>
                  </a:cxn>
                  <a:cxn ang="0">
                    <a:pos x="5" y="15"/>
                  </a:cxn>
                  <a:cxn ang="0">
                    <a:pos x="5" y="12"/>
                  </a:cxn>
                  <a:cxn ang="0">
                    <a:pos x="2" y="12"/>
                  </a:cxn>
                  <a:cxn ang="0">
                    <a:pos x="2" y="10"/>
                  </a:cxn>
                  <a:cxn ang="0">
                    <a:pos x="0" y="10"/>
                  </a:cxn>
                  <a:cxn ang="0">
                    <a:pos x="0" y="7"/>
                  </a:cxn>
                  <a:cxn ang="0">
                    <a:pos x="0" y="7"/>
                  </a:cxn>
                  <a:cxn ang="0">
                    <a:pos x="0" y="5"/>
                  </a:cxn>
                  <a:cxn ang="0">
                    <a:pos x="2" y="5"/>
                  </a:cxn>
                  <a:cxn ang="0">
                    <a:pos x="2" y="3"/>
                  </a:cxn>
                  <a:cxn ang="0">
                    <a:pos x="5" y="3"/>
                  </a:cxn>
                  <a:cxn ang="0">
                    <a:pos x="5" y="3"/>
                  </a:cxn>
                  <a:cxn ang="0">
                    <a:pos x="5" y="5"/>
                  </a:cxn>
                  <a:cxn ang="0">
                    <a:pos x="7" y="3"/>
                  </a:cxn>
                  <a:cxn ang="0">
                    <a:pos x="7" y="3"/>
                  </a:cxn>
                  <a:cxn ang="0">
                    <a:pos x="9" y="3"/>
                  </a:cxn>
                  <a:cxn ang="0">
                    <a:pos x="12" y="3"/>
                  </a:cxn>
                  <a:cxn ang="0">
                    <a:pos x="12" y="0"/>
                  </a:cxn>
                  <a:cxn ang="0">
                    <a:pos x="14" y="0"/>
                  </a:cxn>
                  <a:cxn ang="0">
                    <a:pos x="17" y="0"/>
                  </a:cxn>
                  <a:cxn ang="0">
                    <a:pos x="17" y="0"/>
                  </a:cxn>
                  <a:cxn ang="0">
                    <a:pos x="19" y="0"/>
                  </a:cxn>
                </a:cxnLst>
                <a:rect l="0" t="0" r="r" b="b"/>
                <a:pathLst>
                  <a:path w="31" h="22">
                    <a:moveTo>
                      <a:pt x="19" y="0"/>
                    </a:moveTo>
                    <a:lnTo>
                      <a:pt x="19" y="3"/>
                    </a:lnTo>
                    <a:lnTo>
                      <a:pt x="21" y="3"/>
                    </a:lnTo>
                    <a:lnTo>
                      <a:pt x="21" y="3"/>
                    </a:lnTo>
                    <a:lnTo>
                      <a:pt x="21" y="3"/>
                    </a:lnTo>
                    <a:lnTo>
                      <a:pt x="24" y="3"/>
                    </a:lnTo>
                    <a:lnTo>
                      <a:pt x="24" y="3"/>
                    </a:lnTo>
                    <a:lnTo>
                      <a:pt x="24" y="3"/>
                    </a:lnTo>
                    <a:lnTo>
                      <a:pt x="24" y="5"/>
                    </a:lnTo>
                    <a:lnTo>
                      <a:pt x="26" y="5"/>
                    </a:lnTo>
                    <a:lnTo>
                      <a:pt x="26" y="5"/>
                    </a:lnTo>
                    <a:lnTo>
                      <a:pt x="26" y="5"/>
                    </a:lnTo>
                    <a:lnTo>
                      <a:pt x="26" y="5"/>
                    </a:lnTo>
                    <a:lnTo>
                      <a:pt x="26" y="7"/>
                    </a:lnTo>
                    <a:lnTo>
                      <a:pt x="26" y="7"/>
                    </a:lnTo>
                    <a:lnTo>
                      <a:pt x="26" y="7"/>
                    </a:lnTo>
                    <a:lnTo>
                      <a:pt x="26" y="7"/>
                    </a:lnTo>
                    <a:lnTo>
                      <a:pt x="26" y="7"/>
                    </a:lnTo>
                    <a:lnTo>
                      <a:pt x="28" y="7"/>
                    </a:lnTo>
                    <a:lnTo>
                      <a:pt x="28" y="7"/>
                    </a:lnTo>
                    <a:lnTo>
                      <a:pt x="31" y="7"/>
                    </a:lnTo>
                    <a:lnTo>
                      <a:pt x="31" y="10"/>
                    </a:lnTo>
                    <a:lnTo>
                      <a:pt x="31" y="10"/>
                    </a:lnTo>
                    <a:lnTo>
                      <a:pt x="31" y="12"/>
                    </a:lnTo>
                    <a:lnTo>
                      <a:pt x="28" y="12"/>
                    </a:lnTo>
                    <a:lnTo>
                      <a:pt x="28" y="12"/>
                    </a:lnTo>
                    <a:lnTo>
                      <a:pt x="28" y="15"/>
                    </a:lnTo>
                    <a:lnTo>
                      <a:pt x="28" y="15"/>
                    </a:lnTo>
                    <a:lnTo>
                      <a:pt x="28" y="17"/>
                    </a:lnTo>
                    <a:lnTo>
                      <a:pt x="28" y="17"/>
                    </a:lnTo>
                    <a:lnTo>
                      <a:pt x="28" y="17"/>
                    </a:lnTo>
                    <a:lnTo>
                      <a:pt x="28" y="17"/>
                    </a:lnTo>
                    <a:lnTo>
                      <a:pt x="26" y="17"/>
                    </a:lnTo>
                    <a:lnTo>
                      <a:pt x="26" y="17"/>
                    </a:lnTo>
                    <a:lnTo>
                      <a:pt x="26" y="17"/>
                    </a:lnTo>
                    <a:lnTo>
                      <a:pt x="24" y="17"/>
                    </a:lnTo>
                    <a:lnTo>
                      <a:pt x="24" y="19"/>
                    </a:lnTo>
                    <a:lnTo>
                      <a:pt x="24" y="19"/>
                    </a:lnTo>
                    <a:lnTo>
                      <a:pt x="24" y="19"/>
                    </a:lnTo>
                    <a:lnTo>
                      <a:pt x="24" y="19"/>
                    </a:lnTo>
                    <a:lnTo>
                      <a:pt x="21" y="19"/>
                    </a:lnTo>
                    <a:lnTo>
                      <a:pt x="21" y="19"/>
                    </a:lnTo>
                    <a:lnTo>
                      <a:pt x="21" y="22"/>
                    </a:lnTo>
                    <a:lnTo>
                      <a:pt x="19" y="22"/>
                    </a:lnTo>
                    <a:lnTo>
                      <a:pt x="19" y="22"/>
                    </a:lnTo>
                    <a:lnTo>
                      <a:pt x="19" y="22"/>
                    </a:lnTo>
                    <a:lnTo>
                      <a:pt x="19" y="22"/>
                    </a:lnTo>
                    <a:lnTo>
                      <a:pt x="17" y="22"/>
                    </a:lnTo>
                    <a:lnTo>
                      <a:pt x="17" y="22"/>
                    </a:lnTo>
                    <a:lnTo>
                      <a:pt x="17" y="22"/>
                    </a:lnTo>
                    <a:lnTo>
                      <a:pt x="17" y="22"/>
                    </a:lnTo>
                    <a:lnTo>
                      <a:pt x="14" y="22"/>
                    </a:lnTo>
                    <a:lnTo>
                      <a:pt x="14" y="22"/>
                    </a:lnTo>
                    <a:lnTo>
                      <a:pt x="12" y="22"/>
                    </a:lnTo>
                    <a:lnTo>
                      <a:pt x="12" y="19"/>
                    </a:lnTo>
                    <a:lnTo>
                      <a:pt x="12" y="19"/>
                    </a:lnTo>
                    <a:lnTo>
                      <a:pt x="12" y="19"/>
                    </a:lnTo>
                    <a:lnTo>
                      <a:pt x="12" y="19"/>
                    </a:lnTo>
                    <a:lnTo>
                      <a:pt x="9" y="19"/>
                    </a:lnTo>
                    <a:lnTo>
                      <a:pt x="9" y="19"/>
                    </a:lnTo>
                    <a:lnTo>
                      <a:pt x="9" y="17"/>
                    </a:lnTo>
                    <a:lnTo>
                      <a:pt x="7" y="17"/>
                    </a:lnTo>
                    <a:lnTo>
                      <a:pt x="7" y="17"/>
                    </a:lnTo>
                    <a:lnTo>
                      <a:pt x="7" y="17"/>
                    </a:lnTo>
                    <a:lnTo>
                      <a:pt x="7" y="17"/>
                    </a:lnTo>
                    <a:lnTo>
                      <a:pt x="5" y="17"/>
                    </a:lnTo>
                    <a:lnTo>
                      <a:pt x="5" y="17"/>
                    </a:lnTo>
                    <a:lnTo>
                      <a:pt x="5" y="17"/>
                    </a:lnTo>
                    <a:lnTo>
                      <a:pt x="5" y="15"/>
                    </a:lnTo>
                    <a:lnTo>
                      <a:pt x="5" y="15"/>
                    </a:lnTo>
                    <a:lnTo>
                      <a:pt x="5" y="15"/>
                    </a:lnTo>
                    <a:lnTo>
                      <a:pt x="5" y="12"/>
                    </a:lnTo>
                    <a:lnTo>
                      <a:pt x="2" y="12"/>
                    </a:lnTo>
                    <a:lnTo>
                      <a:pt x="2" y="12"/>
                    </a:lnTo>
                    <a:lnTo>
                      <a:pt x="2" y="12"/>
                    </a:lnTo>
                    <a:lnTo>
                      <a:pt x="2" y="10"/>
                    </a:lnTo>
                    <a:lnTo>
                      <a:pt x="2" y="10"/>
                    </a:lnTo>
                    <a:lnTo>
                      <a:pt x="0" y="10"/>
                    </a:lnTo>
                    <a:lnTo>
                      <a:pt x="0" y="7"/>
                    </a:lnTo>
                    <a:lnTo>
                      <a:pt x="0" y="7"/>
                    </a:lnTo>
                    <a:lnTo>
                      <a:pt x="0" y="7"/>
                    </a:lnTo>
                    <a:lnTo>
                      <a:pt x="0" y="7"/>
                    </a:lnTo>
                    <a:lnTo>
                      <a:pt x="0" y="5"/>
                    </a:lnTo>
                    <a:lnTo>
                      <a:pt x="0" y="5"/>
                    </a:lnTo>
                    <a:lnTo>
                      <a:pt x="2" y="5"/>
                    </a:lnTo>
                    <a:lnTo>
                      <a:pt x="2" y="5"/>
                    </a:lnTo>
                    <a:lnTo>
                      <a:pt x="2" y="3"/>
                    </a:lnTo>
                    <a:lnTo>
                      <a:pt x="2" y="3"/>
                    </a:lnTo>
                    <a:lnTo>
                      <a:pt x="5" y="3"/>
                    </a:lnTo>
                    <a:lnTo>
                      <a:pt x="5" y="3"/>
                    </a:lnTo>
                    <a:lnTo>
                      <a:pt x="5" y="3"/>
                    </a:lnTo>
                    <a:lnTo>
                      <a:pt x="5" y="3"/>
                    </a:lnTo>
                    <a:lnTo>
                      <a:pt x="5" y="3"/>
                    </a:lnTo>
                    <a:lnTo>
                      <a:pt x="5" y="5"/>
                    </a:lnTo>
                    <a:lnTo>
                      <a:pt x="7" y="5"/>
                    </a:lnTo>
                    <a:lnTo>
                      <a:pt x="7" y="3"/>
                    </a:lnTo>
                    <a:lnTo>
                      <a:pt x="7" y="3"/>
                    </a:lnTo>
                    <a:lnTo>
                      <a:pt x="7" y="3"/>
                    </a:lnTo>
                    <a:lnTo>
                      <a:pt x="7" y="3"/>
                    </a:lnTo>
                    <a:lnTo>
                      <a:pt x="9" y="3"/>
                    </a:lnTo>
                    <a:lnTo>
                      <a:pt x="9" y="3"/>
                    </a:lnTo>
                    <a:lnTo>
                      <a:pt x="12" y="3"/>
                    </a:lnTo>
                    <a:lnTo>
                      <a:pt x="12" y="3"/>
                    </a:lnTo>
                    <a:lnTo>
                      <a:pt x="12" y="0"/>
                    </a:lnTo>
                    <a:lnTo>
                      <a:pt x="12" y="0"/>
                    </a:lnTo>
                    <a:lnTo>
                      <a:pt x="14" y="0"/>
                    </a:lnTo>
                    <a:lnTo>
                      <a:pt x="14" y="0"/>
                    </a:lnTo>
                    <a:lnTo>
                      <a:pt x="17" y="0"/>
                    </a:lnTo>
                    <a:lnTo>
                      <a:pt x="17" y="0"/>
                    </a:lnTo>
                    <a:lnTo>
                      <a:pt x="17" y="0"/>
                    </a:lnTo>
                    <a:lnTo>
                      <a:pt x="19" y="0"/>
                    </a:lnTo>
                    <a:lnTo>
                      <a:pt x="19" y="0"/>
                    </a:lnTo>
                    <a:lnTo>
                      <a:pt x="1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1" name="Freeform 199"/>
              <p:cNvSpPr>
                <a:spLocks/>
              </p:cNvSpPr>
              <p:nvPr/>
            </p:nvSpPr>
            <p:spPr bwMode="auto">
              <a:xfrm>
                <a:off x="3709" y="2888"/>
                <a:ext cx="19" cy="43"/>
              </a:xfrm>
              <a:custGeom>
                <a:avLst/>
                <a:gdLst/>
                <a:ahLst/>
                <a:cxnLst>
                  <a:cxn ang="0">
                    <a:pos x="12" y="5"/>
                  </a:cxn>
                  <a:cxn ang="0">
                    <a:pos x="14" y="7"/>
                  </a:cxn>
                  <a:cxn ang="0">
                    <a:pos x="14" y="7"/>
                  </a:cxn>
                  <a:cxn ang="0">
                    <a:pos x="17" y="10"/>
                  </a:cxn>
                  <a:cxn ang="0">
                    <a:pos x="17" y="12"/>
                  </a:cxn>
                  <a:cxn ang="0">
                    <a:pos x="17" y="14"/>
                  </a:cxn>
                  <a:cxn ang="0">
                    <a:pos x="19" y="17"/>
                  </a:cxn>
                  <a:cxn ang="0">
                    <a:pos x="17" y="19"/>
                  </a:cxn>
                  <a:cxn ang="0">
                    <a:pos x="14" y="19"/>
                  </a:cxn>
                  <a:cxn ang="0">
                    <a:pos x="17" y="22"/>
                  </a:cxn>
                  <a:cxn ang="0">
                    <a:pos x="17" y="24"/>
                  </a:cxn>
                  <a:cxn ang="0">
                    <a:pos x="17" y="26"/>
                  </a:cxn>
                  <a:cxn ang="0">
                    <a:pos x="17" y="24"/>
                  </a:cxn>
                  <a:cxn ang="0">
                    <a:pos x="19" y="22"/>
                  </a:cxn>
                  <a:cxn ang="0">
                    <a:pos x="17" y="24"/>
                  </a:cxn>
                  <a:cxn ang="0">
                    <a:pos x="19" y="26"/>
                  </a:cxn>
                  <a:cxn ang="0">
                    <a:pos x="19" y="29"/>
                  </a:cxn>
                  <a:cxn ang="0">
                    <a:pos x="17" y="31"/>
                  </a:cxn>
                  <a:cxn ang="0">
                    <a:pos x="17" y="33"/>
                  </a:cxn>
                  <a:cxn ang="0">
                    <a:pos x="17" y="36"/>
                  </a:cxn>
                  <a:cxn ang="0">
                    <a:pos x="14" y="38"/>
                  </a:cxn>
                  <a:cxn ang="0">
                    <a:pos x="12" y="38"/>
                  </a:cxn>
                  <a:cxn ang="0">
                    <a:pos x="10" y="38"/>
                  </a:cxn>
                  <a:cxn ang="0">
                    <a:pos x="10" y="38"/>
                  </a:cxn>
                  <a:cxn ang="0">
                    <a:pos x="7" y="41"/>
                  </a:cxn>
                  <a:cxn ang="0">
                    <a:pos x="5" y="41"/>
                  </a:cxn>
                  <a:cxn ang="0">
                    <a:pos x="5" y="43"/>
                  </a:cxn>
                  <a:cxn ang="0">
                    <a:pos x="3" y="43"/>
                  </a:cxn>
                  <a:cxn ang="0">
                    <a:pos x="3" y="41"/>
                  </a:cxn>
                  <a:cxn ang="0">
                    <a:pos x="0" y="41"/>
                  </a:cxn>
                  <a:cxn ang="0">
                    <a:pos x="0" y="38"/>
                  </a:cxn>
                  <a:cxn ang="0">
                    <a:pos x="0" y="36"/>
                  </a:cxn>
                  <a:cxn ang="0">
                    <a:pos x="0" y="31"/>
                  </a:cxn>
                  <a:cxn ang="0">
                    <a:pos x="0" y="29"/>
                  </a:cxn>
                  <a:cxn ang="0">
                    <a:pos x="3" y="26"/>
                  </a:cxn>
                  <a:cxn ang="0">
                    <a:pos x="0" y="24"/>
                  </a:cxn>
                  <a:cxn ang="0">
                    <a:pos x="0" y="22"/>
                  </a:cxn>
                  <a:cxn ang="0">
                    <a:pos x="3" y="19"/>
                  </a:cxn>
                  <a:cxn ang="0">
                    <a:pos x="5" y="19"/>
                  </a:cxn>
                  <a:cxn ang="0">
                    <a:pos x="5" y="19"/>
                  </a:cxn>
                  <a:cxn ang="0">
                    <a:pos x="5" y="17"/>
                  </a:cxn>
                  <a:cxn ang="0">
                    <a:pos x="5" y="17"/>
                  </a:cxn>
                  <a:cxn ang="0">
                    <a:pos x="3" y="14"/>
                  </a:cxn>
                  <a:cxn ang="0">
                    <a:pos x="3" y="12"/>
                  </a:cxn>
                  <a:cxn ang="0">
                    <a:pos x="3" y="10"/>
                  </a:cxn>
                  <a:cxn ang="0">
                    <a:pos x="5" y="7"/>
                  </a:cxn>
                  <a:cxn ang="0">
                    <a:pos x="5" y="5"/>
                  </a:cxn>
                  <a:cxn ang="0">
                    <a:pos x="5" y="7"/>
                  </a:cxn>
                  <a:cxn ang="0">
                    <a:pos x="7" y="10"/>
                  </a:cxn>
                  <a:cxn ang="0">
                    <a:pos x="7" y="7"/>
                  </a:cxn>
                  <a:cxn ang="0">
                    <a:pos x="10" y="5"/>
                  </a:cxn>
                  <a:cxn ang="0">
                    <a:pos x="10" y="3"/>
                  </a:cxn>
                  <a:cxn ang="0">
                    <a:pos x="10" y="0"/>
                  </a:cxn>
                  <a:cxn ang="0">
                    <a:pos x="12" y="3"/>
                  </a:cxn>
                </a:cxnLst>
                <a:rect l="0" t="0" r="r" b="b"/>
                <a:pathLst>
                  <a:path w="19" h="43">
                    <a:moveTo>
                      <a:pt x="12" y="3"/>
                    </a:moveTo>
                    <a:lnTo>
                      <a:pt x="12" y="5"/>
                    </a:lnTo>
                    <a:lnTo>
                      <a:pt x="12" y="5"/>
                    </a:lnTo>
                    <a:lnTo>
                      <a:pt x="14" y="5"/>
                    </a:lnTo>
                    <a:lnTo>
                      <a:pt x="14" y="5"/>
                    </a:lnTo>
                    <a:lnTo>
                      <a:pt x="14" y="7"/>
                    </a:lnTo>
                    <a:lnTo>
                      <a:pt x="14" y="7"/>
                    </a:lnTo>
                    <a:lnTo>
                      <a:pt x="14" y="7"/>
                    </a:lnTo>
                    <a:lnTo>
                      <a:pt x="14" y="7"/>
                    </a:lnTo>
                    <a:lnTo>
                      <a:pt x="14" y="10"/>
                    </a:lnTo>
                    <a:lnTo>
                      <a:pt x="17" y="10"/>
                    </a:lnTo>
                    <a:lnTo>
                      <a:pt x="17" y="10"/>
                    </a:lnTo>
                    <a:lnTo>
                      <a:pt x="17" y="12"/>
                    </a:lnTo>
                    <a:lnTo>
                      <a:pt x="17" y="12"/>
                    </a:lnTo>
                    <a:lnTo>
                      <a:pt x="17" y="12"/>
                    </a:lnTo>
                    <a:lnTo>
                      <a:pt x="17" y="12"/>
                    </a:lnTo>
                    <a:lnTo>
                      <a:pt x="17" y="14"/>
                    </a:lnTo>
                    <a:lnTo>
                      <a:pt x="17" y="14"/>
                    </a:lnTo>
                    <a:lnTo>
                      <a:pt x="19" y="14"/>
                    </a:lnTo>
                    <a:lnTo>
                      <a:pt x="19" y="17"/>
                    </a:lnTo>
                    <a:lnTo>
                      <a:pt x="19" y="17"/>
                    </a:lnTo>
                    <a:lnTo>
                      <a:pt x="17" y="17"/>
                    </a:lnTo>
                    <a:lnTo>
                      <a:pt x="17" y="17"/>
                    </a:lnTo>
                    <a:lnTo>
                      <a:pt x="17" y="19"/>
                    </a:lnTo>
                    <a:lnTo>
                      <a:pt x="17" y="19"/>
                    </a:lnTo>
                    <a:lnTo>
                      <a:pt x="17" y="19"/>
                    </a:lnTo>
                    <a:lnTo>
                      <a:pt x="14" y="19"/>
                    </a:lnTo>
                    <a:lnTo>
                      <a:pt x="14" y="19"/>
                    </a:lnTo>
                    <a:lnTo>
                      <a:pt x="17" y="19"/>
                    </a:lnTo>
                    <a:lnTo>
                      <a:pt x="17" y="22"/>
                    </a:lnTo>
                    <a:lnTo>
                      <a:pt x="17" y="22"/>
                    </a:lnTo>
                    <a:lnTo>
                      <a:pt x="17" y="24"/>
                    </a:lnTo>
                    <a:lnTo>
                      <a:pt x="17" y="24"/>
                    </a:lnTo>
                    <a:lnTo>
                      <a:pt x="17" y="26"/>
                    </a:lnTo>
                    <a:lnTo>
                      <a:pt x="17" y="26"/>
                    </a:lnTo>
                    <a:lnTo>
                      <a:pt x="17" y="26"/>
                    </a:lnTo>
                    <a:lnTo>
                      <a:pt x="17" y="26"/>
                    </a:lnTo>
                    <a:lnTo>
                      <a:pt x="17" y="24"/>
                    </a:lnTo>
                    <a:lnTo>
                      <a:pt x="17" y="24"/>
                    </a:lnTo>
                    <a:lnTo>
                      <a:pt x="17" y="22"/>
                    </a:lnTo>
                    <a:lnTo>
                      <a:pt x="17" y="22"/>
                    </a:lnTo>
                    <a:lnTo>
                      <a:pt x="19" y="22"/>
                    </a:lnTo>
                    <a:lnTo>
                      <a:pt x="19" y="24"/>
                    </a:lnTo>
                    <a:lnTo>
                      <a:pt x="17" y="24"/>
                    </a:lnTo>
                    <a:lnTo>
                      <a:pt x="17" y="24"/>
                    </a:lnTo>
                    <a:lnTo>
                      <a:pt x="17" y="26"/>
                    </a:lnTo>
                    <a:lnTo>
                      <a:pt x="19" y="26"/>
                    </a:lnTo>
                    <a:lnTo>
                      <a:pt x="19" y="26"/>
                    </a:lnTo>
                    <a:lnTo>
                      <a:pt x="19" y="29"/>
                    </a:lnTo>
                    <a:lnTo>
                      <a:pt x="19" y="29"/>
                    </a:lnTo>
                    <a:lnTo>
                      <a:pt x="19" y="29"/>
                    </a:lnTo>
                    <a:lnTo>
                      <a:pt x="17" y="29"/>
                    </a:lnTo>
                    <a:lnTo>
                      <a:pt x="17" y="31"/>
                    </a:lnTo>
                    <a:lnTo>
                      <a:pt x="17" y="31"/>
                    </a:lnTo>
                    <a:lnTo>
                      <a:pt x="17" y="33"/>
                    </a:lnTo>
                    <a:lnTo>
                      <a:pt x="17" y="33"/>
                    </a:lnTo>
                    <a:lnTo>
                      <a:pt x="17" y="33"/>
                    </a:lnTo>
                    <a:lnTo>
                      <a:pt x="17" y="36"/>
                    </a:lnTo>
                    <a:lnTo>
                      <a:pt x="17" y="36"/>
                    </a:lnTo>
                    <a:lnTo>
                      <a:pt x="17" y="36"/>
                    </a:lnTo>
                    <a:lnTo>
                      <a:pt x="14" y="36"/>
                    </a:lnTo>
                    <a:lnTo>
                      <a:pt x="14" y="38"/>
                    </a:lnTo>
                    <a:lnTo>
                      <a:pt x="14" y="38"/>
                    </a:lnTo>
                    <a:lnTo>
                      <a:pt x="14" y="38"/>
                    </a:lnTo>
                    <a:lnTo>
                      <a:pt x="14" y="38"/>
                    </a:lnTo>
                    <a:lnTo>
                      <a:pt x="12" y="38"/>
                    </a:lnTo>
                    <a:lnTo>
                      <a:pt x="12" y="38"/>
                    </a:lnTo>
                    <a:lnTo>
                      <a:pt x="12" y="38"/>
                    </a:lnTo>
                    <a:lnTo>
                      <a:pt x="10" y="38"/>
                    </a:lnTo>
                    <a:lnTo>
                      <a:pt x="10" y="38"/>
                    </a:lnTo>
                    <a:lnTo>
                      <a:pt x="10" y="38"/>
                    </a:lnTo>
                    <a:lnTo>
                      <a:pt x="10" y="38"/>
                    </a:lnTo>
                    <a:lnTo>
                      <a:pt x="7" y="38"/>
                    </a:lnTo>
                    <a:lnTo>
                      <a:pt x="7" y="38"/>
                    </a:lnTo>
                    <a:lnTo>
                      <a:pt x="7" y="41"/>
                    </a:lnTo>
                    <a:lnTo>
                      <a:pt x="7" y="41"/>
                    </a:lnTo>
                    <a:lnTo>
                      <a:pt x="7" y="41"/>
                    </a:lnTo>
                    <a:lnTo>
                      <a:pt x="5" y="41"/>
                    </a:lnTo>
                    <a:lnTo>
                      <a:pt x="5" y="43"/>
                    </a:lnTo>
                    <a:lnTo>
                      <a:pt x="5" y="43"/>
                    </a:lnTo>
                    <a:lnTo>
                      <a:pt x="5" y="43"/>
                    </a:lnTo>
                    <a:lnTo>
                      <a:pt x="5" y="43"/>
                    </a:lnTo>
                    <a:lnTo>
                      <a:pt x="3" y="43"/>
                    </a:lnTo>
                    <a:lnTo>
                      <a:pt x="3" y="43"/>
                    </a:lnTo>
                    <a:lnTo>
                      <a:pt x="3" y="43"/>
                    </a:lnTo>
                    <a:lnTo>
                      <a:pt x="3" y="43"/>
                    </a:lnTo>
                    <a:lnTo>
                      <a:pt x="3" y="41"/>
                    </a:lnTo>
                    <a:lnTo>
                      <a:pt x="0" y="41"/>
                    </a:lnTo>
                    <a:lnTo>
                      <a:pt x="0" y="41"/>
                    </a:lnTo>
                    <a:lnTo>
                      <a:pt x="0" y="41"/>
                    </a:lnTo>
                    <a:lnTo>
                      <a:pt x="0" y="38"/>
                    </a:lnTo>
                    <a:lnTo>
                      <a:pt x="0" y="38"/>
                    </a:lnTo>
                    <a:lnTo>
                      <a:pt x="0" y="38"/>
                    </a:lnTo>
                    <a:lnTo>
                      <a:pt x="0" y="36"/>
                    </a:lnTo>
                    <a:lnTo>
                      <a:pt x="0" y="36"/>
                    </a:lnTo>
                    <a:lnTo>
                      <a:pt x="0" y="36"/>
                    </a:lnTo>
                    <a:lnTo>
                      <a:pt x="0" y="33"/>
                    </a:lnTo>
                    <a:lnTo>
                      <a:pt x="0" y="33"/>
                    </a:lnTo>
                    <a:lnTo>
                      <a:pt x="0" y="31"/>
                    </a:lnTo>
                    <a:lnTo>
                      <a:pt x="0" y="31"/>
                    </a:lnTo>
                    <a:lnTo>
                      <a:pt x="0" y="29"/>
                    </a:lnTo>
                    <a:lnTo>
                      <a:pt x="0" y="29"/>
                    </a:lnTo>
                    <a:lnTo>
                      <a:pt x="0" y="29"/>
                    </a:lnTo>
                    <a:lnTo>
                      <a:pt x="3" y="29"/>
                    </a:lnTo>
                    <a:lnTo>
                      <a:pt x="3" y="26"/>
                    </a:lnTo>
                    <a:lnTo>
                      <a:pt x="0" y="26"/>
                    </a:lnTo>
                    <a:lnTo>
                      <a:pt x="0" y="26"/>
                    </a:lnTo>
                    <a:lnTo>
                      <a:pt x="0" y="24"/>
                    </a:lnTo>
                    <a:lnTo>
                      <a:pt x="0" y="24"/>
                    </a:lnTo>
                    <a:lnTo>
                      <a:pt x="0" y="22"/>
                    </a:lnTo>
                    <a:lnTo>
                      <a:pt x="0" y="22"/>
                    </a:lnTo>
                    <a:lnTo>
                      <a:pt x="0" y="19"/>
                    </a:lnTo>
                    <a:lnTo>
                      <a:pt x="0" y="19"/>
                    </a:lnTo>
                    <a:lnTo>
                      <a:pt x="3" y="19"/>
                    </a:lnTo>
                    <a:lnTo>
                      <a:pt x="3" y="19"/>
                    </a:lnTo>
                    <a:lnTo>
                      <a:pt x="3" y="19"/>
                    </a:lnTo>
                    <a:lnTo>
                      <a:pt x="5" y="19"/>
                    </a:lnTo>
                    <a:lnTo>
                      <a:pt x="5" y="19"/>
                    </a:lnTo>
                    <a:lnTo>
                      <a:pt x="5" y="19"/>
                    </a:lnTo>
                    <a:lnTo>
                      <a:pt x="5" y="19"/>
                    </a:lnTo>
                    <a:lnTo>
                      <a:pt x="5" y="19"/>
                    </a:lnTo>
                    <a:lnTo>
                      <a:pt x="5" y="17"/>
                    </a:lnTo>
                    <a:lnTo>
                      <a:pt x="5" y="17"/>
                    </a:lnTo>
                    <a:lnTo>
                      <a:pt x="5" y="14"/>
                    </a:lnTo>
                    <a:lnTo>
                      <a:pt x="5" y="14"/>
                    </a:lnTo>
                    <a:lnTo>
                      <a:pt x="5" y="17"/>
                    </a:lnTo>
                    <a:lnTo>
                      <a:pt x="3" y="17"/>
                    </a:lnTo>
                    <a:lnTo>
                      <a:pt x="3" y="17"/>
                    </a:lnTo>
                    <a:lnTo>
                      <a:pt x="3" y="14"/>
                    </a:lnTo>
                    <a:lnTo>
                      <a:pt x="3" y="14"/>
                    </a:lnTo>
                    <a:lnTo>
                      <a:pt x="3" y="12"/>
                    </a:lnTo>
                    <a:lnTo>
                      <a:pt x="3" y="12"/>
                    </a:lnTo>
                    <a:lnTo>
                      <a:pt x="3" y="12"/>
                    </a:lnTo>
                    <a:lnTo>
                      <a:pt x="3" y="10"/>
                    </a:lnTo>
                    <a:lnTo>
                      <a:pt x="3" y="10"/>
                    </a:lnTo>
                    <a:lnTo>
                      <a:pt x="3" y="7"/>
                    </a:lnTo>
                    <a:lnTo>
                      <a:pt x="5" y="7"/>
                    </a:lnTo>
                    <a:lnTo>
                      <a:pt x="5" y="7"/>
                    </a:lnTo>
                    <a:lnTo>
                      <a:pt x="5" y="7"/>
                    </a:lnTo>
                    <a:lnTo>
                      <a:pt x="5" y="5"/>
                    </a:lnTo>
                    <a:lnTo>
                      <a:pt x="5" y="5"/>
                    </a:lnTo>
                    <a:lnTo>
                      <a:pt x="5" y="7"/>
                    </a:lnTo>
                    <a:lnTo>
                      <a:pt x="5" y="7"/>
                    </a:lnTo>
                    <a:lnTo>
                      <a:pt x="5" y="7"/>
                    </a:lnTo>
                    <a:lnTo>
                      <a:pt x="7" y="7"/>
                    </a:lnTo>
                    <a:lnTo>
                      <a:pt x="7" y="7"/>
                    </a:lnTo>
                    <a:lnTo>
                      <a:pt x="7" y="10"/>
                    </a:lnTo>
                    <a:lnTo>
                      <a:pt x="7" y="10"/>
                    </a:lnTo>
                    <a:lnTo>
                      <a:pt x="7" y="7"/>
                    </a:lnTo>
                    <a:lnTo>
                      <a:pt x="7" y="7"/>
                    </a:lnTo>
                    <a:lnTo>
                      <a:pt x="7" y="7"/>
                    </a:lnTo>
                    <a:lnTo>
                      <a:pt x="10" y="7"/>
                    </a:lnTo>
                    <a:lnTo>
                      <a:pt x="10" y="5"/>
                    </a:lnTo>
                    <a:lnTo>
                      <a:pt x="10" y="5"/>
                    </a:lnTo>
                    <a:lnTo>
                      <a:pt x="10" y="5"/>
                    </a:lnTo>
                    <a:lnTo>
                      <a:pt x="10" y="3"/>
                    </a:lnTo>
                    <a:lnTo>
                      <a:pt x="10" y="3"/>
                    </a:lnTo>
                    <a:lnTo>
                      <a:pt x="10" y="3"/>
                    </a:lnTo>
                    <a:lnTo>
                      <a:pt x="10" y="0"/>
                    </a:lnTo>
                    <a:lnTo>
                      <a:pt x="12" y="0"/>
                    </a:lnTo>
                    <a:lnTo>
                      <a:pt x="12" y="0"/>
                    </a:lnTo>
                    <a:lnTo>
                      <a:pt x="12" y="3"/>
                    </a:lnTo>
                    <a:lnTo>
                      <a:pt x="12"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2" name="Freeform 200"/>
              <p:cNvSpPr>
                <a:spLocks/>
              </p:cNvSpPr>
              <p:nvPr/>
            </p:nvSpPr>
            <p:spPr bwMode="auto">
              <a:xfrm>
                <a:off x="3709" y="2888"/>
                <a:ext cx="19" cy="43"/>
              </a:xfrm>
              <a:custGeom>
                <a:avLst/>
                <a:gdLst/>
                <a:ahLst/>
                <a:cxnLst>
                  <a:cxn ang="0">
                    <a:pos x="12" y="5"/>
                  </a:cxn>
                  <a:cxn ang="0">
                    <a:pos x="14" y="7"/>
                  </a:cxn>
                  <a:cxn ang="0">
                    <a:pos x="14" y="7"/>
                  </a:cxn>
                  <a:cxn ang="0">
                    <a:pos x="17" y="10"/>
                  </a:cxn>
                  <a:cxn ang="0">
                    <a:pos x="17" y="12"/>
                  </a:cxn>
                  <a:cxn ang="0">
                    <a:pos x="17" y="14"/>
                  </a:cxn>
                  <a:cxn ang="0">
                    <a:pos x="19" y="17"/>
                  </a:cxn>
                  <a:cxn ang="0">
                    <a:pos x="17" y="19"/>
                  </a:cxn>
                  <a:cxn ang="0">
                    <a:pos x="14" y="19"/>
                  </a:cxn>
                  <a:cxn ang="0">
                    <a:pos x="17" y="22"/>
                  </a:cxn>
                  <a:cxn ang="0">
                    <a:pos x="17" y="24"/>
                  </a:cxn>
                  <a:cxn ang="0">
                    <a:pos x="17" y="26"/>
                  </a:cxn>
                  <a:cxn ang="0">
                    <a:pos x="17" y="24"/>
                  </a:cxn>
                  <a:cxn ang="0">
                    <a:pos x="19" y="22"/>
                  </a:cxn>
                  <a:cxn ang="0">
                    <a:pos x="17" y="24"/>
                  </a:cxn>
                  <a:cxn ang="0">
                    <a:pos x="19" y="26"/>
                  </a:cxn>
                  <a:cxn ang="0">
                    <a:pos x="19" y="29"/>
                  </a:cxn>
                  <a:cxn ang="0">
                    <a:pos x="17" y="31"/>
                  </a:cxn>
                  <a:cxn ang="0">
                    <a:pos x="17" y="33"/>
                  </a:cxn>
                  <a:cxn ang="0">
                    <a:pos x="17" y="36"/>
                  </a:cxn>
                  <a:cxn ang="0">
                    <a:pos x="14" y="38"/>
                  </a:cxn>
                  <a:cxn ang="0">
                    <a:pos x="12" y="38"/>
                  </a:cxn>
                  <a:cxn ang="0">
                    <a:pos x="10" y="38"/>
                  </a:cxn>
                  <a:cxn ang="0">
                    <a:pos x="10" y="38"/>
                  </a:cxn>
                  <a:cxn ang="0">
                    <a:pos x="7" y="41"/>
                  </a:cxn>
                  <a:cxn ang="0">
                    <a:pos x="5" y="41"/>
                  </a:cxn>
                  <a:cxn ang="0">
                    <a:pos x="5" y="43"/>
                  </a:cxn>
                  <a:cxn ang="0">
                    <a:pos x="3" y="43"/>
                  </a:cxn>
                  <a:cxn ang="0">
                    <a:pos x="3" y="41"/>
                  </a:cxn>
                  <a:cxn ang="0">
                    <a:pos x="0" y="41"/>
                  </a:cxn>
                  <a:cxn ang="0">
                    <a:pos x="0" y="38"/>
                  </a:cxn>
                  <a:cxn ang="0">
                    <a:pos x="0" y="36"/>
                  </a:cxn>
                  <a:cxn ang="0">
                    <a:pos x="0" y="31"/>
                  </a:cxn>
                  <a:cxn ang="0">
                    <a:pos x="0" y="29"/>
                  </a:cxn>
                  <a:cxn ang="0">
                    <a:pos x="3" y="26"/>
                  </a:cxn>
                  <a:cxn ang="0">
                    <a:pos x="0" y="24"/>
                  </a:cxn>
                  <a:cxn ang="0">
                    <a:pos x="0" y="22"/>
                  </a:cxn>
                  <a:cxn ang="0">
                    <a:pos x="3" y="19"/>
                  </a:cxn>
                  <a:cxn ang="0">
                    <a:pos x="5" y="19"/>
                  </a:cxn>
                  <a:cxn ang="0">
                    <a:pos x="5" y="19"/>
                  </a:cxn>
                  <a:cxn ang="0">
                    <a:pos x="5" y="17"/>
                  </a:cxn>
                  <a:cxn ang="0">
                    <a:pos x="5" y="17"/>
                  </a:cxn>
                  <a:cxn ang="0">
                    <a:pos x="3" y="14"/>
                  </a:cxn>
                  <a:cxn ang="0">
                    <a:pos x="3" y="12"/>
                  </a:cxn>
                  <a:cxn ang="0">
                    <a:pos x="3" y="10"/>
                  </a:cxn>
                  <a:cxn ang="0">
                    <a:pos x="5" y="7"/>
                  </a:cxn>
                  <a:cxn ang="0">
                    <a:pos x="5" y="5"/>
                  </a:cxn>
                  <a:cxn ang="0">
                    <a:pos x="5" y="7"/>
                  </a:cxn>
                  <a:cxn ang="0">
                    <a:pos x="7" y="10"/>
                  </a:cxn>
                  <a:cxn ang="0">
                    <a:pos x="7" y="7"/>
                  </a:cxn>
                  <a:cxn ang="0">
                    <a:pos x="10" y="5"/>
                  </a:cxn>
                  <a:cxn ang="0">
                    <a:pos x="10" y="3"/>
                  </a:cxn>
                  <a:cxn ang="0">
                    <a:pos x="10" y="0"/>
                  </a:cxn>
                  <a:cxn ang="0">
                    <a:pos x="12" y="3"/>
                  </a:cxn>
                </a:cxnLst>
                <a:rect l="0" t="0" r="r" b="b"/>
                <a:pathLst>
                  <a:path w="19" h="43">
                    <a:moveTo>
                      <a:pt x="12" y="3"/>
                    </a:moveTo>
                    <a:lnTo>
                      <a:pt x="12" y="5"/>
                    </a:lnTo>
                    <a:lnTo>
                      <a:pt x="12" y="5"/>
                    </a:lnTo>
                    <a:lnTo>
                      <a:pt x="14" y="5"/>
                    </a:lnTo>
                    <a:lnTo>
                      <a:pt x="14" y="5"/>
                    </a:lnTo>
                    <a:lnTo>
                      <a:pt x="14" y="7"/>
                    </a:lnTo>
                    <a:lnTo>
                      <a:pt x="14" y="7"/>
                    </a:lnTo>
                    <a:lnTo>
                      <a:pt x="14" y="7"/>
                    </a:lnTo>
                    <a:lnTo>
                      <a:pt x="14" y="7"/>
                    </a:lnTo>
                    <a:lnTo>
                      <a:pt x="14" y="10"/>
                    </a:lnTo>
                    <a:lnTo>
                      <a:pt x="17" y="10"/>
                    </a:lnTo>
                    <a:lnTo>
                      <a:pt x="17" y="10"/>
                    </a:lnTo>
                    <a:lnTo>
                      <a:pt x="17" y="12"/>
                    </a:lnTo>
                    <a:lnTo>
                      <a:pt x="17" y="12"/>
                    </a:lnTo>
                    <a:lnTo>
                      <a:pt x="17" y="12"/>
                    </a:lnTo>
                    <a:lnTo>
                      <a:pt x="17" y="12"/>
                    </a:lnTo>
                    <a:lnTo>
                      <a:pt x="17" y="14"/>
                    </a:lnTo>
                    <a:lnTo>
                      <a:pt x="17" y="14"/>
                    </a:lnTo>
                    <a:lnTo>
                      <a:pt x="19" y="14"/>
                    </a:lnTo>
                    <a:lnTo>
                      <a:pt x="19" y="17"/>
                    </a:lnTo>
                    <a:lnTo>
                      <a:pt x="19" y="17"/>
                    </a:lnTo>
                    <a:lnTo>
                      <a:pt x="17" y="17"/>
                    </a:lnTo>
                    <a:lnTo>
                      <a:pt x="17" y="17"/>
                    </a:lnTo>
                    <a:lnTo>
                      <a:pt x="17" y="19"/>
                    </a:lnTo>
                    <a:lnTo>
                      <a:pt x="17" y="19"/>
                    </a:lnTo>
                    <a:lnTo>
                      <a:pt x="17" y="19"/>
                    </a:lnTo>
                    <a:lnTo>
                      <a:pt x="14" y="19"/>
                    </a:lnTo>
                    <a:lnTo>
                      <a:pt x="14" y="19"/>
                    </a:lnTo>
                    <a:lnTo>
                      <a:pt x="17" y="19"/>
                    </a:lnTo>
                    <a:lnTo>
                      <a:pt x="17" y="22"/>
                    </a:lnTo>
                    <a:lnTo>
                      <a:pt x="17" y="22"/>
                    </a:lnTo>
                    <a:lnTo>
                      <a:pt x="17" y="24"/>
                    </a:lnTo>
                    <a:lnTo>
                      <a:pt x="17" y="24"/>
                    </a:lnTo>
                    <a:lnTo>
                      <a:pt x="17" y="26"/>
                    </a:lnTo>
                    <a:lnTo>
                      <a:pt x="17" y="26"/>
                    </a:lnTo>
                    <a:lnTo>
                      <a:pt x="17" y="26"/>
                    </a:lnTo>
                    <a:lnTo>
                      <a:pt x="17" y="26"/>
                    </a:lnTo>
                    <a:lnTo>
                      <a:pt x="17" y="24"/>
                    </a:lnTo>
                    <a:lnTo>
                      <a:pt x="17" y="24"/>
                    </a:lnTo>
                    <a:lnTo>
                      <a:pt x="17" y="22"/>
                    </a:lnTo>
                    <a:lnTo>
                      <a:pt x="17" y="22"/>
                    </a:lnTo>
                    <a:lnTo>
                      <a:pt x="19" y="22"/>
                    </a:lnTo>
                    <a:lnTo>
                      <a:pt x="19" y="24"/>
                    </a:lnTo>
                    <a:lnTo>
                      <a:pt x="17" y="24"/>
                    </a:lnTo>
                    <a:lnTo>
                      <a:pt x="17" y="24"/>
                    </a:lnTo>
                    <a:lnTo>
                      <a:pt x="17" y="26"/>
                    </a:lnTo>
                    <a:lnTo>
                      <a:pt x="19" y="26"/>
                    </a:lnTo>
                    <a:lnTo>
                      <a:pt x="19" y="26"/>
                    </a:lnTo>
                    <a:lnTo>
                      <a:pt x="19" y="29"/>
                    </a:lnTo>
                    <a:lnTo>
                      <a:pt x="19" y="29"/>
                    </a:lnTo>
                    <a:lnTo>
                      <a:pt x="19" y="29"/>
                    </a:lnTo>
                    <a:lnTo>
                      <a:pt x="17" y="29"/>
                    </a:lnTo>
                    <a:lnTo>
                      <a:pt x="17" y="31"/>
                    </a:lnTo>
                    <a:lnTo>
                      <a:pt x="17" y="31"/>
                    </a:lnTo>
                    <a:lnTo>
                      <a:pt x="17" y="33"/>
                    </a:lnTo>
                    <a:lnTo>
                      <a:pt x="17" y="33"/>
                    </a:lnTo>
                    <a:lnTo>
                      <a:pt x="17" y="33"/>
                    </a:lnTo>
                    <a:lnTo>
                      <a:pt x="17" y="36"/>
                    </a:lnTo>
                    <a:lnTo>
                      <a:pt x="17" y="36"/>
                    </a:lnTo>
                    <a:lnTo>
                      <a:pt x="17" y="36"/>
                    </a:lnTo>
                    <a:lnTo>
                      <a:pt x="14" y="36"/>
                    </a:lnTo>
                    <a:lnTo>
                      <a:pt x="14" y="38"/>
                    </a:lnTo>
                    <a:lnTo>
                      <a:pt x="14" y="38"/>
                    </a:lnTo>
                    <a:lnTo>
                      <a:pt x="14" y="38"/>
                    </a:lnTo>
                    <a:lnTo>
                      <a:pt x="14" y="38"/>
                    </a:lnTo>
                    <a:lnTo>
                      <a:pt x="12" y="38"/>
                    </a:lnTo>
                    <a:lnTo>
                      <a:pt x="12" y="38"/>
                    </a:lnTo>
                    <a:lnTo>
                      <a:pt x="12" y="38"/>
                    </a:lnTo>
                    <a:lnTo>
                      <a:pt x="10" y="38"/>
                    </a:lnTo>
                    <a:lnTo>
                      <a:pt x="10" y="38"/>
                    </a:lnTo>
                    <a:lnTo>
                      <a:pt x="10" y="38"/>
                    </a:lnTo>
                    <a:lnTo>
                      <a:pt x="10" y="38"/>
                    </a:lnTo>
                    <a:lnTo>
                      <a:pt x="7" y="38"/>
                    </a:lnTo>
                    <a:lnTo>
                      <a:pt x="7" y="38"/>
                    </a:lnTo>
                    <a:lnTo>
                      <a:pt x="7" y="41"/>
                    </a:lnTo>
                    <a:lnTo>
                      <a:pt x="7" y="41"/>
                    </a:lnTo>
                    <a:lnTo>
                      <a:pt x="7" y="41"/>
                    </a:lnTo>
                    <a:lnTo>
                      <a:pt x="5" y="41"/>
                    </a:lnTo>
                    <a:lnTo>
                      <a:pt x="5" y="43"/>
                    </a:lnTo>
                    <a:lnTo>
                      <a:pt x="5" y="43"/>
                    </a:lnTo>
                    <a:lnTo>
                      <a:pt x="5" y="43"/>
                    </a:lnTo>
                    <a:lnTo>
                      <a:pt x="5" y="43"/>
                    </a:lnTo>
                    <a:lnTo>
                      <a:pt x="3" y="43"/>
                    </a:lnTo>
                    <a:lnTo>
                      <a:pt x="3" y="43"/>
                    </a:lnTo>
                    <a:lnTo>
                      <a:pt x="3" y="43"/>
                    </a:lnTo>
                    <a:lnTo>
                      <a:pt x="3" y="43"/>
                    </a:lnTo>
                    <a:lnTo>
                      <a:pt x="3" y="41"/>
                    </a:lnTo>
                    <a:lnTo>
                      <a:pt x="0" y="41"/>
                    </a:lnTo>
                    <a:lnTo>
                      <a:pt x="0" y="41"/>
                    </a:lnTo>
                    <a:lnTo>
                      <a:pt x="0" y="41"/>
                    </a:lnTo>
                    <a:lnTo>
                      <a:pt x="0" y="38"/>
                    </a:lnTo>
                    <a:lnTo>
                      <a:pt x="0" y="38"/>
                    </a:lnTo>
                    <a:lnTo>
                      <a:pt x="0" y="38"/>
                    </a:lnTo>
                    <a:lnTo>
                      <a:pt x="0" y="36"/>
                    </a:lnTo>
                    <a:lnTo>
                      <a:pt x="0" y="36"/>
                    </a:lnTo>
                    <a:lnTo>
                      <a:pt x="0" y="36"/>
                    </a:lnTo>
                    <a:lnTo>
                      <a:pt x="0" y="33"/>
                    </a:lnTo>
                    <a:lnTo>
                      <a:pt x="0" y="33"/>
                    </a:lnTo>
                    <a:lnTo>
                      <a:pt x="0" y="31"/>
                    </a:lnTo>
                    <a:lnTo>
                      <a:pt x="0" y="31"/>
                    </a:lnTo>
                    <a:lnTo>
                      <a:pt x="0" y="29"/>
                    </a:lnTo>
                    <a:lnTo>
                      <a:pt x="0" y="29"/>
                    </a:lnTo>
                    <a:lnTo>
                      <a:pt x="0" y="29"/>
                    </a:lnTo>
                    <a:lnTo>
                      <a:pt x="3" y="29"/>
                    </a:lnTo>
                    <a:lnTo>
                      <a:pt x="3" y="26"/>
                    </a:lnTo>
                    <a:lnTo>
                      <a:pt x="0" y="26"/>
                    </a:lnTo>
                    <a:lnTo>
                      <a:pt x="0" y="26"/>
                    </a:lnTo>
                    <a:lnTo>
                      <a:pt x="0" y="24"/>
                    </a:lnTo>
                    <a:lnTo>
                      <a:pt x="0" y="24"/>
                    </a:lnTo>
                    <a:lnTo>
                      <a:pt x="0" y="22"/>
                    </a:lnTo>
                    <a:lnTo>
                      <a:pt x="0" y="22"/>
                    </a:lnTo>
                    <a:lnTo>
                      <a:pt x="0" y="19"/>
                    </a:lnTo>
                    <a:lnTo>
                      <a:pt x="0" y="19"/>
                    </a:lnTo>
                    <a:lnTo>
                      <a:pt x="3" y="19"/>
                    </a:lnTo>
                    <a:lnTo>
                      <a:pt x="3" y="19"/>
                    </a:lnTo>
                    <a:lnTo>
                      <a:pt x="3" y="19"/>
                    </a:lnTo>
                    <a:lnTo>
                      <a:pt x="5" y="19"/>
                    </a:lnTo>
                    <a:lnTo>
                      <a:pt x="5" y="19"/>
                    </a:lnTo>
                    <a:lnTo>
                      <a:pt x="5" y="19"/>
                    </a:lnTo>
                    <a:lnTo>
                      <a:pt x="5" y="19"/>
                    </a:lnTo>
                    <a:lnTo>
                      <a:pt x="5" y="19"/>
                    </a:lnTo>
                    <a:lnTo>
                      <a:pt x="5" y="17"/>
                    </a:lnTo>
                    <a:lnTo>
                      <a:pt x="5" y="17"/>
                    </a:lnTo>
                    <a:lnTo>
                      <a:pt x="5" y="14"/>
                    </a:lnTo>
                    <a:lnTo>
                      <a:pt x="5" y="14"/>
                    </a:lnTo>
                    <a:lnTo>
                      <a:pt x="5" y="17"/>
                    </a:lnTo>
                    <a:lnTo>
                      <a:pt x="3" y="17"/>
                    </a:lnTo>
                    <a:lnTo>
                      <a:pt x="3" y="17"/>
                    </a:lnTo>
                    <a:lnTo>
                      <a:pt x="3" y="14"/>
                    </a:lnTo>
                    <a:lnTo>
                      <a:pt x="3" y="14"/>
                    </a:lnTo>
                    <a:lnTo>
                      <a:pt x="3" y="12"/>
                    </a:lnTo>
                    <a:lnTo>
                      <a:pt x="3" y="12"/>
                    </a:lnTo>
                    <a:lnTo>
                      <a:pt x="3" y="12"/>
                    </a:lnTo>
                    <a:lnTo>
                      <a:pt x="3" y="10"/>
                    </a:lnTo>
                    <a:lnTo>
                      <a:pt x="3" y="10"/>
                    </a:lnTo>
                    <a:lnTo>
                      <a:pt x="3" y="7"/>
                    </a:lnTo>
                    <a:lnTo>
                      <a:pt x="5" y="7"/>
                    </a:lnTo>
                    <a:lnTo>
                      <a:pt x="5" y="7"/>
                    </a:lnTo>
                    <a:lnTo>
                      <a:pt x="5" y="7"/>
                    </a:lnTo>
                    <a:lnTo>
                      <a:pt x="5" y="5"/>
                    </a:lnTo>
                    <a:lnTo>
                      <a:pt x="5" y="5"/>
                    </a:lnTo>
                    <a:lnTo>
                      <a:pt x="5" y="7"/>
                    </a:lnTo>
                    <a:lnTo>
                      <a:pt x="5" y="7"/>
                    </a:lnTo>
                    <a:lnTo>
                      <a:pt x="5" y="7"/>
                    </a:lnTo>
                    <a:lnTo>
                      <a:pt x="7" y="7"/>
                    </a:lnTo>
                    <a:lnTo>
                      <a:pt x="7" y="7"/>
                    </a:lnTo>
                    <a:lnTo>
                      <a:pt x="7" y="10"/>
                    </a:lnTo>
                    <a:lnTo>
                      <a:pt x="7" y="10"/>
                    </a:lnTo>
                    <a:lnTo>
                      <a:pt x="7" y="7"/>
                    </a:lnTo>
                    <a:lnTo>
                      <a:pt x="7" y="7"/>
                    </a:lnTo>
                    <a:lnTo>
                      <a:pt x="7" y="7"/>
                    </a:lnTo>
                    <a:lnTo>
                      <a:pt x="10" y="7"/>
                    </a:lnTo>
                    <a:lnTo>
                      <a:pt x="10" y="5"/>
                    </a:lnTo>
                    <a:lnTo>
                      <a:pt x="10" y="5"/>
                    </a:lnTo>
                    <a:lnTo>
                      <a:pt x="10" y="5"/>
                    </a:lnTo>
                    <a:lnTo>
                      <a:pt x="10" y="3"/>
                    </a:lnTo>
                    <a:lnTo>
                      <a:pt x="10" y="3"/>
                    </a:lnTo>
                    <a:lnTo>
                      <a:pt x="10" y="3"/>
                    </a:lnTo>
                    <a:lnTo>
                      <a:pt x="10" y="0"/>
                    </a:lnTo>
                    <a:lnTo>
                      <a:pt x="12" y="0"/>
                    </a:lnTo>
                    <a:lnTo>
                      <a:pt x="12" y="0"/>
                    </a:lnTo>
                    <a:lnTo>
                      <a:pt x="12" y="3"/>
                    </a:lnTo>
                    <a:lnTo>
                      <a:pt x="12"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3" name="Freeform 201"/>
              <p:cNvSpPr>
                <a:spLocks/>
              </p:cNvSpPr>
              <p:nvPr/>
            </p:nvSpPr>
            <p:spPr bwMode="auto">
              <a:xfrm>
                <a:off x="3385" y="2990"/>
                <a:ext cx="40" cy="26"/>
              </a:xfrm>
              <a:custGeom>
                <a:avLst/>
                <a:gdLst/>
                <a:ahLst/>
                <a:cxnLst>
                  <a:cxn ang="0">
                    <a:pos x="21" y="0"/>
                  </a:cxn>
                  <a:cxn ang="0">
                    <a:pos x="24" y="3"/>
                  </a:cxn>
                  <a:cxn ang="0">
                    <a:pos x="26" y="5"/>
                  </a:cxn>
                  <a:cxn ang="0">
                    <a:pos x="26" y="5"/>
                  </a:cxn>
                  <a:cxn ang="0">
                    <a:pos x="28" y="7"/>
                  </a:cxn>
                  <a:cxn ang="0">
                    <a:pos x="28" y="10"/>
                  </a:cxn>
                  <a:cxn ang="0">
                    <a:pos x="31" y="10"/>
                  </a:cxn>
                  <a:cxn ang="0">
                    <a:pos x="33" y="10"/>
                  </a:cxn>
                  <a:cxn ang="0">
                    <a:pos x="35" y="12"/>
                  </a:cxn>
                  <a:cxn ang="0">
                    <a:pos x="35" y="14"/>
                  </a:cxn>
                  <a:cxn ang="0">
                    <a:pos x="35" y="14"/>
                  </a:cxn>
                  <a:cxn ang="0">
                    <a:pos x="38" y="17"/>
                  </a:cxn>
                  <a:cxn ang="0">
                    <a:pos x="40" y="17"/>
                  </a:cxn>
                  <a:cxn ang="0">
                    <a:pos x="40" y="21"/>
                  </a:cxn>
                  <a:cxn ang="0">
                    <a:pos x="40" y="24"/>
                  </a:cxn>
                  <a:cxn ang="0">
                    <a:pos x="38" y="24"/>
                  </a:cxn>
                  <a:cxn ang="0">
                    <a:pos x="35" y="24"/>
                  </a:cxn>
                  <a:cxn ang="0">
                    <a:pos x="33" y="26"/>
                  </a:cxn>
                  <a:cxn ang="0">
                    <a:pos x="33" y="26"/>
                  </a:cxn>
                  <a:cxn ang="0">
                    <a:pos x="31" y="26"/>
                  </a:cxn>
                  <a:cxn ang="0">
                    <a:pos x="28" y="26"/>
                  </a:cxn>
                  <a:cxn ang="0">
                    <a:pos x="26" y="26"/>
                  </a:cxn>
                  <a:cxn ang="0">
                    <a:pos x="26" y="24"/>
                  </a:cxn>
                  <a:cxn ang="0">
                    <a:pos x="21" y="24"/>
                  </a:cxn>
                  <a:cxn ang="0">
                    <a:pos x="24" y="24"/>
                  </a:cxn>
                  <a:cxn ang="0">
                    <a:pos x="21" y="21"/>
                  </a:cxn>
                  <a:cxn ang="0">
                    <a:pos x="21" y="19"/>
                  </a:cxn>
                  <a:cxn ang="0">
                    <a:pos x="19" y="17"/>
                  </a:cxn>
                  <a:cxn ang="0">
                    <a:pos x="16" y="17"/>
                  </a:cxn>
                  <a:cxn ang="0">
                    <a:pos x="16" y="14"/>
                  </a:cxn>
                  <a:cxn ang="0">
                    <a:pos x="14" y="14"/>
                  </a:cxn>
                  <a:cxn ang="0">
                    <a:pos x="12" y="14"/>
                  </a:cxn>
                  <a:cxn ang="0">
                    <a:pos x="9" y="14"/>
                  </a:cxn>
                  <a:cxn ang="0">
                    <a:pos x="9" y="14"/>
                  </a:cxn>
                  <a:cxn ang="0">
                    <a:pos x="7" y="12"/>
                  </a:cxn>
                  <a:cxn ang="0">
                    <a:pos x="5" y="14"/>
                  </a:cxn>
                  <a:cxn ang="0">
                    <a:pos x="2" y="12"/>
                  </a:cxn>
                  <a:cxn ang="0">
                    <a:pos x="2" y="12"/>
                  </a:cxn>
                  <a:cxn ang="0">
                    <a:pos x="0" y="10"/>
                  </a:cxn>
                  <a:cxn ang="0">
                    <a:pos x="0" y="7"/>
                  </a:cxn>
                  <a:cxn ang="0">
                    <a:pos x="0" y="5"/>
                  </a:cxn>
                  <a:cxn ang="0">
                    <a:pos x="0" y="5"/>
                  </a:cxn>
                  <a:cxn ang="0">
                    <a:pos x="2" y="3"/>
                  </a:cxn>
                  <a:cxn ang="0">
                    <a:pos x="5" y="3"/>
                  </a:cxn>
                  <a:cxn ang="0">
                    <a:pos x="7" y="3"/>
                  </a:cxn>
                  <a:cxn ang="0">
                    <a:pos x="9" y="3"/>
                  </a:cxn>
                  <a:cxn ang="0">
                    <a:pos x="9" y="3"/>
                  </a:cxn>
                  <a:cxn ang="0">
                    <a:pos x="14" y="3"/>
                  </a:cxn>
                  <a:cxn ang="0">
                    <a:pos x="16" y="3"/>
                  </a:cxn>
                  <a:cxn ang="0">
                    <a:pos x="16" y="3"/>
                  </a:cxn>
                  <a:cxn ang="0">
                    <a:pos x="19" y="3"/>
                  </a:cxn>
                  <a:cxn ang="0">
                    <a:pos x="21" y="0"/>
                  </a:cxn>
                </a:cxnLst>
                <a:rect l="0" t="0" r="r" b="b"/>
                <a:pathLst>
                  <a:path w="40" h="26">
                    <a:moveTo>
                      <a:pt x="21" y="0"/>
                    </a:moveTo>
                    <a:lnTo>
                      <a:pt x="21" y="0"/>
                    </a:lnTo>
                    <a:lnTo>
                      <a:pt x="21" y="0"/>
                    </a:lnTo>
                    <a:lnTo>
                      <a:pt x="21" y="3"/>
                    </a:lnTo>
                    <a:lnTo>
                      <a:pt x="24" y="3"/>
                    </a:lnTo>
                    <a:lnTo>
                      <a:pt x="24" y="3"/>
                    </a:lnTo>
                    <a:lnTo>
                      <a:pt x="24" y="3"/>
                    </a:lnTo>
                    <a:lnTo>
                      <a:pt x="24" y="5"/>
                    </a:lnTo>
                    <a:lnTo>
                      <a:pt x="26" y="5"/>
                    </a:lnTo>
                    <a:lnTo>
                      <a:pt x="26" y="5"/>
                    </a:lnTo>
                    <a:lnTo>
                      <a:pt x="26" y="5"/>
                    </a:lnTo>
                    <a:lnTo>
                      <a:pt x="26" y="5"/>
                    </a:lnTo>
                    <a:lnTo>
                      <a:pt x="28" y="5"/>
                    </a:lnTo>
                    <a:lnTo>
                      <a:pt x="28" y="5"/>
                    </a:lnTo>
                    <a:lnTo>
                      <a:pt x="28" y="7"/>
                    </a:lnTo>
                    <a:lnTo>
                      <a:pt x="28" y="7"/>
                    </a:lnTo>
                    <a:lnTo>
                      <a:pt x="28" y="10"/>
                    </a:lnTo>
                    <a:lnTo>
                      <a:pt x="28" y="10"/>
                    </a:lnTo>
                    <a:lnTo>
                      <a:pt x="28" y="10"/>
                    </a:lnTo>
                    <a:lnTo>
                      <a:pt x="31" y="10"/>
                    </a:lnTo>
                    <a:lnTo>
                      <a:pt x="31" y="10"/>
                    </a:lnTo>
                    <a:lnTo>
                      <a:pt x="33" y="10"/>
                    </a:lnTo>
                    <a:lnTo>
                      <a:pt x="33" y="10"/>
                    </a:lnTo>
                    <a:lnTo>
                      <a:pt x="33" y="10"/>
                    </a:lnTo>
                    <a:lnTo>
                      <a:pt x="33" y="10"/>
                    </a:lnTo>
                    <a:lnTo>
                      <a:pt x="33" y="12"/>
                    </a:lnTo>
                    <a:lnTo>
                      <a:pt x="35" y="12"/>
                    </a:lnTo>
                    <a:lnTo>
                      <a:pt x="35" y="12"/>
                    </a:lnTo>
                    <a:lnTo>
                      <a:pt x="35" y="12"/>
                    </a:lnTo>
                    <a:lnTo>
                      <a:pt x="35" y="14"/>
                    </a:lnTo>
                    <a:lnTo>
                      <a:pt x="35" y="14"/>
                    </a:lnTo>
                    <a:lnTo>
                      <a:pt x="35" y="14"/>
                    </a:lnTo>
                    <a:lnTo>
                      <a:pt x="35" y="14"/>
                    </a:lnTo>
                    <a:lnTo>
                      <a:pt x="38" y="14"/>
                    </a:lnTo>
                    <a:lnTo>
                      <a:pt x="38" y="17"/>
                    </a:lnTo>
                    <a:lnTo>
                      <a:pt x="38" y="17"/>
                    </a:lnTo>
                    <a:lnTo>
                      <a:pt x="40" y="17"/>
                    </a:lnTo>
                    <a:lnTo>
                      <a:pt x="40" y="17"/>
                    </a:lnTo>
                    <a:lnTo>
                      <a:pt x="40" y="17"/>
                    </a:lnTo>
                    <a:lnTo>
                      <a:pt x="40" y="19"/>
                    </a:lnTo>
                    <a:lnTo>
                      <a:pt x="40" y="19"/>
                    </a:lnTo>
                    <a:lnTo>
                      <a:pt x="40" y="21"/>
                    </a:lnTo>
                    <a:lnTo>
                      <a:pt x="40" y="21"/>
                    </a:lnTo>
                    <a:lnTo>
                      <a:pt x="40" y="21"/>
                    </a:lnTo>
                    <a:lnTo>
                      <a:pt x="40" y="24"/>
                    </a:lnTo>
                    <a:lnTo>
                      <a:pt x="38" y="24"/>
                    </a:lnTo>
                    <a:lnTo>
                      <a:pt x="38" y="24"/>
                    </a:lnTo>
                    <a:lnTo>
                      <a:pt x="38" y="24"/>
                    </a:lnTo>
                    <a:lnTo>
                      <a:pt x="38" y="24"/>
                    </a:lnTo>
                    <a:lnTo>
                      <a:pt x="35" y="24"/>
                    </a:lnTo>
                    <a:lnTo>
                      <a:pt x="35" y="24"/>
                    </a:lnTo>
                    <a:lnTo>
                      <a:pt x="35" y="24"/>
                    </a:lnTo>
                    <a:lnTo>
                      <a:pt x="33" y="24"/>
                    </a:lnTo>
                    <a:lnTo>
                      <a:pt x="33" y="26"/>
                    </a:lnTo>
                    <a:lnTo>
                      <a:pt x="33" y="26"/>
                    </a:lnTo>
                    <a:lnTo>
                      <a:pt x="33" y="26"/>
                    </a:lnTo>
                    <a:lnTo>
                      <a:pt x="33" y="26"/>
                    </a:lnTo>
                    <a:lnTo>
                      <a:pt x="31" y="26"/>
                    </a:lnTo>
                    <a:lnTo>
                      <a:pt x="31" y="26"/>
                    </a:lnTo>
                    <a:lnTo>
                      <a:pt x="31" y="26"/>
                    </a:lnTo>
                    <a:lnTo>
                      <a:pt x="28" y="26"/>
                    </a:lnTo>
                    <a:lnTo>
                      <a:pt x="28" y="26"/>
                    </a:lnTo>
                    <a:lnTo>
                      <a:pt x="28" y="26"/>
                    </a:lnTo>
                    <a:lnTo>
                      <a:pt x="28" y="24"/>
                    </a:lnTo>
                    <a:lnTo>
                      <a:pt x="26" y="24"/>
                    </a:lnTo>
                    <a:lnTo>
                      <a:pt x="26" y="26"/>
                    </a:lnTo>
                    <a:lnTo>
                      <a:pt x="26" y="26"/>
                    </a:lnTo>
                    <a:lnTo>
                      <a:pt x="26" y="24"/>
                    </a:lnTo>
                    <a:lnTo>
                      <a:pt x="26" y="24"/>
                    </a:lnTo>
                    <a:lnTo>
                      <a:pt x="24" y="24"/>
                    </a:lnTo>
                    <a:lnTo>
                      <a:pt x="24" y="24"/>
                    </a:lnTo>
                    <a:lnTo>
                      <a:pt x="21" y="24"/>
                    </a:lnTo>
                    <a:lnTo>
                      <a:pt x="21" y="24"/>
                    </a:lnTo>
                    <a:lnTo>
                      <a:pt x="24" y="24"/>
                    </a:lnTo>
                    <a:lnTo>
                      <a:pt x="24" y="24"/>
                    </a:lnTo>
                    <a:lnTo>
                      <a:pt x="21" y="24"/>
                    </a:lnTo>
                    <a:lnTo>
                      <a:pt x="21" y="24"/>
                    </a:lnTo>
                    <a:lnTo>
                      <a:pt x="21" y="21"/>
                    </a:lnTo>
                    <a:lnTo>
                      <a:pt x="21" y="21"/>
                    </a:lnTo>
                    <a:lnTo>
                      <a:pt x="21" y="19"/>
                    </a:lnTo>
                    <a:lnTo>
                      <a:pt x="21" y="19"/>
                    </a:lnTo>
                    <a:lnTo>
                      <a:pt x="21" y="19"/>
                    </a:lnTo>
                    <a:lnTo>
                      <a:pt x="19" y="19"/>
                    </a:lnTo>
                    <a:lnTo>
                      <a:pt x="19" y="17"/>
                    </a:lnTo>
                    <a:lnTo>
                      <a:pt x="19" y="17"/>
                    </a:lnTo>
                    <a:lnTo>
                      <a:pt x="16" y="17"/>
                    </a:lnTo>
                    <a:lnTo>
                      <a:pt x="16" y="17"/>
                    </a:lnTo>
                    <a:lnTo>
                      <a:pt x="16" y="17"/>
                    </a:lnTo>
                    <a:lnTo>
                      <a:pt x="16" y="17"/>
                    </a:lnTo>
                    <a:lnTo>
                      <a:pt x="16" y="14"/>
                    </a:lnTo>
                    <a:lnTo>
                      <a:pt x="14" y="14"/>
                    </a:lnTo>
                    <a:lnTo>
                      <a:pt x="14" y="14"/>
                    </a:lnTo>
                    <a:lnTo>
                      <a:pt x="14" y="14"/>
                    </a:lnTo>
                    <a:lnTo>
                      <a:pt x="14" y="14"/>
                    </a:lnTo>
                    <a:lnTo>
                      <a:pt x="14" y="14"/>
                    </a:lnTo>
                    <a:lnTo>
                      <a:pt x="12" y="14"/>
                    </a:lnTo>
                    <a:lnTo>
                      <a:pt x="12" y="14"/>
                    </a:lnTo>
                    <a:lnTo>
                      <a:pt x="9" y="14"/>
                    </a:lnTo>
                    <a:lnTo>
                      <a:pt x="9" y="14"/>
                    </a:lnTo>
                    <a:lnTo>
                      <a:pt x="9" y="14"/>
                    </a:lnTo>
                    <a:lnTo>
                      <a:pt x="9" y="14"/>
                    </a:lnTo>
                    <a:lnTo>
                      <a:pt x="9" y="14"/>
                    </a:lnTo>
                    <a:lnTo>
                      <a:pt x="7" y="14"/>
                    </a:lnTo>
                    <a:lnTo>
                      <a:pt x="7" y="14"/>
                    </a:lnTo>
                    <a:lnTo>
                      <a:pt x="7" y="12"/>
                    </a:lnTo>
                    <a:lnTo>
                      <a:pt x="7" y="12"/>
                    </a:lnTo>
                    <a:lnTo>
                      <a:pt x="5" y="12"/>
                    </a:lnTo>
                    <a:lnTo>
                      <a:pt x="5" y="14"/>
                    </a:lnTo>
                    <a:lnTo>
                      <a:pt x="5" y="14"/>
                    </a:lnTo>
                    <a:lnTo>
                      <a:pt x="5" y="12"/>
                    </a:lnTo>
                    <a:lnTo>
                      <a:pt x="2" y="12"/>
                    </a:lnTo>
                    <a:lnTo>
                      <a:pt x="2" y="12"/>
                    </a:lnTo>
                    <a:lnTo>
                      <a:pt x="2" y="12"/>
                    </a:lnTo>
                    <a:lnTo>
                      <a:pt x="2" y="12"/>
                    </a:lnTo>
                    <a:lnTo>
                      <a:pt x="0" y="12"/>
                    </a:lnTo>
                    <a:lnTo>
                      <a:pt x="0" y="10"/>
                    </a:lnTo>
                    <a:lnTo>
                      <a:pt x="0" y="10"/>
                    </a:lnTo>
                    <a:lnTo>
                      <a:pt x="0" y="10"/>
                    </a:lnTo>
                    <a:lnTo>
                      <a:pt x="0" y="7"/>
                    </a:lnTo>
                    <a:lnTo>
                      <a:pt x="0" y="7"/>
                    </a:lnTo>
                    <a:lnTo>
                      <a:pt x="0" y="7"/>
                    </a:lnTo>
                    <a:lnTo>
                      <a:pt x="0" y="5"/>
                    </a:lnTo>
                    <a:lnTo>
                      <a:pt x="0" y="5"/>
                    </a:lnTo>
                    <a:lnTo>
                      <a:pt x="0" y="5"/>
                    </a:lnTo>
                    <a:lnTo>
                      <a:pt x="0" y="5"/>
                    </a:lnTo>
                    <a:lnTo>
                      <a:pt x="0" y="5"/>
                    </a:lnTo>
                    <a:lnTo>
                      <a:pt x="2" y="5"/>
                    </a:lnTo>
                    <a:lnTo>
                      <a:pt x="2" y="5"/>
                    </a:lnTo>
                    <a:lnTo>
                      <a:pt x="2" y="3"/>
                    </a:lnTo>
                    <a:lnTo>
                      <a:pt x="2" y="3"/>
                    </a:lnTo>
                    <a:lnTo>
                      <a:pt x="5" y="3"/>
                    </a:lnTo>
                    <a:lnTo>
                      <a:pt x="5" y="3"/>
                    </a:lnTo>
                    <a:lnTo>
                      <a:pt x="7" y="3"/>
                    </a:lnTo>
                    <a:lnTo>
                      <a:pt x="7" y="3"/>
                    </a:lnTo>
                    <a:lnTo>
                      <a:pt x="7" y="3"/>
                    </a:lnTo>
                    <a:lnTo>
                      <a:pt x="7" y="3"/>
                    </a:lnTo>
                    <a:lnTo>
                      <a:pt x="7" y="3"/>
                    </a:lnTo>
                    <a:lnTo>
                      <a:pt x="9" y="3"/>
                    </a:lnTo>
                    <a:lnTo>
                      <a:pt x="9" y="3"/>
                    </a:lnTo>
                    <a:lnTo>
                      <a:pt x="9" y="3"/>
                    </a:lnTo>
                    <a:lnTo>
                      <a:pt x="9" y="3"/>
                    </a:lnTo>
                    <a:lnTo>
                      <a:pt x="12" y="3"/>
                    </a:lnTo>
                    <a:lnTo>
                      <a:pt x="12" y="3"/>
                    </a:lnTo>
                    <a:lnTo>
                      <a:pt x="14" y="3"/>
                    </a:lnTo>
                    <a:lnTo>
                      <a:pt x="14" y="3"/>
                    </a:lnTo>
                    <a:lnTo>
                      <a:pt x="14" y="3"/>
                    </a:lnTo>
                    <a:lnTo>
                      <a:pt x="16" y="3"/>
                    </a:lnTo>
                    <a:lnTo>
                      <a:pt x="16" y="3"/>
                    </a:lnTo>
                    <a:lnTo>
                      <a:pt x="16" y="3"/>
                    </a:lnTo>
                    <a:lnTo>
                      <a:pt x="16" y="3"/>
                    </a:lnTo>
                    <a:lnTo>
                      <a:pt x="16" y="3"/>
                    </a:lnTo>
                    <a:lnTo>
                      <a:pt x="19" y="3"/>
                    </a:lnTo>
                    <a:lnTo>
                      <a:pt x="19" y="3"/>
                    </a:lnTo>
                    <a:lnTo>
                      <a:pt x="19" y="0"/>
                    </a:lnTo>
                    <a:lnTo>
                      <a:pt x="21" y="0"/>
                    </a:lnTo>
                    <a:lnTo>
                      <a:pt x="21" y="0"/>
                    </a:lnTo>
                    <a:lnTo>
                      <a:pt x="21"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4" name="Freeform 202"/>
              <p:cNvSpPr>
                <a:spLocks/>
              </p:cNvSpPr>
              <p:nvPr/>
            </p:nvSpPr>
            <p:spPr bwMode="auto">
              <a:xfrm>
                <a:off x="3385" y="2990"/>
                <a:ext cx="40" cy="26"/>
              </a:xfrm>
              <a:custGeom>
                <a:avLst/>
                <a:gdLst/>
                <a:ahLst/>
                <a:cxnLst>
                  <a:cxn ang="0">
                    <a:pos x="21" y="0"/>
                  </a:cxn>
                  <a:cxn ang="0">
                    <a:pos x="24" y="3"/>
                  </a:cxn>
                  <a:cxn ang="0">
                    <a:pos x="26" y="5"/>
                  </a:cxn>
                  <a:cxn ang="0">
                    <a:pos x="26" y="5"/>
                  </a:cxn>
                  <a:cxn ang="0">
                    <a:pos x="28" y="7"/>
                  </a:cxn>
                  <a:cxn ang="0">
                    <a:pos x="28" y="10"/>
                  </a:cxn>
                  <a:cxn ang="0">
                    <a:pos x="31" y="10"/>
                  </a:cxn>
                  <a:cxn ang="0">
                    <a:pos x="33" y="10"/>
                  </a:cxn>
                  <a:cxn ang="0">
                    <a:pos x="35" y="12"/>
                  </a:cxn>
                  <a:cxn ang="0">
                    <a:pos x="35" y="14"/>
                  </a:cxn>
                  <a:cxn ang="0">
                    <a:pos x="35" y="14"/>
                  </a:cxn>
                  <a:cxn ang="0">
                    <a:pos x="38" y="17"/>
                  </a:cxn>
                  <a:cxn ang="0">
                    <a:pos x="40" y="17"/>
                  </a:cxn>
                  <a:cxn ang="0">
                    <a:pos x="40" y="21"/>
                  </a:cxn>
                  <a:cxn ang="0">
                    <a:pos x="40" y="24"/>
                  </a:cxn>
                  <a:cxn ang="0">
                    <a:pos x="38" y="24"/>
                  </a:cxn>
                  <a:cxn ang="0">
                    <a:pos x="35" y="24"/>
                  </a:cxn>
                  <a:cxn ang="0">
                    <a:pos x="33" y="26"/>
                  </a:cxn>
                  <a:cxn ang="0">
                    <a:pos x="33" y="26"/>
                  </a:cxn>
                  <a:cxn ang="0">
                    <a:pos x="31" y="26"/>
                  </a:cxn>
                  <a:cxn ang="0">
                    <a:pos x="28" y="26"/>
                  </a:cxn>
                  <a:cxn ang="0">
                    <a:pos x="26" y="26"/>
                  </a:cxn>
                  <a:cxn ang="0">
                    <a:pos x="26" y="24"/>
                  </a:cxn>
                  <a:cxn ang="0">
                    <a:pos x="21" y="24"/>
                  </a:cxn>
                  <a:cxn ang="0">
                    <a:pos x="24" y="24"/>
                  </a:cxn>
                  <a:cxn ang="0">
                    <a:pos x="21" y="21"/>
                  </a:cxn>
                  <a:cxn ang="0">
                    <a:pos x="21" y="19"/>
                  </a:cxn>
                  <a:cxn ang="0">
                    <a:pos x="19" y="17"/>
                  </a:cxn>
                  <a:cxn ang="0">
                    <a:pos x="16" y="17"/>
                  </a:cxn>
                  <a:cxn ang="0">
                    <a:pos x="16" y="14"/>
                  </a:cxn>
                  <a:cxn ang="0">
                    <a:pos x="14" y="14"/>
                  </a:cxn>
                  <a:cxn ang="0">
                    <a:pos x="12" y="14"/>
                  </a:cxn>
                  <a:cxn ang="0">
                    <a:pos x="9" y="14"/>
                  </a:cxn>
                  <a:cxn ang="0">
                    <a:pos x="9" y="14"/>
                  </a:cxn>
                  <a:cxn ang="0">
                    <a:pos x="7" y="12"/>
                  </a:cxn>
                  <a:cxn ang="0">
                    <a:pos x="5" y="14"/>
                  </a:cxn>
                  <a:cxn ang="0">
                    <a:pos x="2" y="12"/>
                  </a:cxn>
                  <a:cxn ang="0">
                    <a:pos x="2" y="12"/>
                  </a:cxn>
                  <a:cxn ang="0">
                    <a:pos x="0" y="10"/>
                  </a:cxn>
                  <a:cxn ang="0">
                    <a:pos x="0" y="7"/>
                  </a:cxn>
                  <a:cxn ang="0">
                    <a:pos x="0" y="5"/>
                  </a:cxn>
                  <a:cxn ang="0">
                    <a:pos x="0" y="5"/>
                  </a:cxn>
                  <a:cxn ang="0">
                    <a:pos x="2" y="3"/>
                  </a:cxn>
                  <a:cxn ang="0">
                    <a:pos x="5" y="3"/>
                  </a:cxn>
                  <a:cxn ang="0">
                    <a:pos x="7" y="3"/>
                  </a:cxn>
                  <a:cxn ang="0">
                    <a:pos x="9" y="3"/>
                  </a:cxn>
                  <a:cxn ang="0">
                    <a:pos x="9" y="3"/>
                  </a:cxn>
                  <a:cxn ang="0">
                    <a:pos x="14" y="3"/>
                  </a:cxn>
                  <a:cxn ang="0">
                    <a:pos x="16" y="3"/>
                  </a:cxn>
                  <a:cxn ang="0">
                    <a:pos x="16" y="3"/>
                  </a:cxn>
                  <a:cxn ang="0">
                    <a:pos x="19" y="3"/>
                  </a:cxn>
                  <a:cxn ang="0">
                    <a:pos x="21" y="0"/>
                  </a:cxn>
                </a:cxnLst>
                <a:rect l="0" t="0" r="r" b="b"/>
                <a:pathLst>
                  <a:path w="40" h="26">
                    <a:moveTo>
                      <a:pt x="21" y="0"/>
                    </a:moveTo>
                    <a:lnTo>
                      <a:pt x="21" y="0"/>
                    </a:lnTo>
                    <a:lnTo>
                      <a:pt x="21" y="0"/>
                    </a:lnTo>
                    <a:lnTo>
                      <a:pt x="21" y="3"/>
                    </a:lnTo>
                    <a:lnTo>
                      <a:pt x="24" y="3"/>
                    </a:lnTo>
                    <a:lnTo>
                      <a:pt x="24" y="3"/>
                    </a:lnTo>
                    <a:lnTo>
                      <a:pt x="24" y="3"/>
                    </a:lnTo>
                    <a:lnTo>
                      <a:pt x="24" y="5"/>
                    </a:lnTo>
                    <a:lnTo>
                      <a:pt x="26" y="5"/>
                    </a:lnTo>
                    <a:lnTo>
                      <a:pt x="26" y="5"/>
                    </a:lnTo>
                    <a:lnTo>
                      <a:pt x="26" y="5"/>
                    </a:lnTo>
                    <a:lnTo>
                      <a:pt x="26" y="5"/>
                    </a:lnTo>
                    <a:lnTo>
                      <a:pt x="28" y="5"/>
                    </a:lnTo>
                    <a:lnTo>
                      <a:pt x="28" y="5"/>
                    </a:lnTo>
                    <a:lnTo>
                      <a:pt x="28" y="7"/>
                    </a:lnTo>
                    <a:lnTo>
                      <a:pt x="28" y="7"/>
                    </a:lnTo>
                    <a:lnTo>
                      <a:pt x="28" y="10"/>
                    </a:lnTo>
                    <a:lnTo>
                      <a:pt x="28" y="10"/>
                    </a:lnTo>
                    <a:lnTo>
                      <a:pt x="28" y="10"/>
                    </a:lnTo>
                    <a:lnTo>
                      <a:pt x="31" y="10"/>
                    </a:lnTo>
                    <a:lnTo>
                      <a:pt x="31" y="10"/>
                    </a:lnTo>
                    <a:lnTo>
                      <a:pt x="33" y="10"/>
                    </a:lnTo>
                    <a:lnTo>
                      <a:pt x="33" y="10"/>
                    </a:lnTo>
                    <a:lnTo>
                      <a:pt x="33" y="10"/>
                    </a:lnTo>
                    <a:lnTo>
                      <a:pt x="33" y="10"/>
                    </a:lnTo>
                    <a:lnTo>
                      <a:pt x="33" y="12"/>
                    </a:lnTo>
                    <a:lnTo>
                      <a:pt x="35" y="12"/>
                    </a:lnTo>
                    <a:lnTo>
                      <a:pt x="35" y="12"/>
                    </a:lnTo>
                    <a:lnTo>
                      <a:pt x="35" y="12"/>
                    </a:lnTo>
                    <a:lnTo>
                      <a:pt x="35" y="14"/>
                    </a:lnTo>
                    <a:lnTo>
                      <a:pt x="35" y="14"/>
                    </a:lnTo>
                    <a:lnTo>
                      <a:pt x="35" y="14"/>
                    </a:lnTo>
                    <a:lnTo>
                      <a:pt x="35" y="14"/>
                    </a:lnTo>
                    <a:lnTo>
                      <a:pt x="38" y="14"/>
                    </a:lnTo>
                    <a:lnTo>
                      <a:pt x="38" y="17"/>
                    </a:lnTo>
                    <a:lnTo>
                      <a:pt x="38" y="17"/>
                    </a:lnTo>
                    <a:lnTo>
                      <a:pt x="40" y="17"/>
                    </a:lnTo>
                    <a:lnTo>
                      <a:pt x="40" y="17"/>
                    </a:lnTo>
                    <a:lnTo>
                      <a:pt x="40" y="17"/>
                    </a:lnTo>
                    <a:lnTo>
                      <a:pt x="40" y="19"/>
                    </a:lnTo>
                    <a:lnTo>
                      <a:pt x="40" y="19"/>
                    </a:lnTo>
                    <a:lnTo>
                      <a:pt x="40" y="21"/>
                    </a:lnTo>
                    <a:lnTo>
                      <a:pt x="40" y="21"/>
                    </a:lnTo>
                    <a:lnTo>
                      <a:pt x="40" y="21"/>
                    </a:lnTo>
                    <a:lnTo>
                      <a:pt x="40" y="24"/>
                    </a:lnTo>
                    <a:lnTo>
                      <a:pt x="38" y="24"/>
                    </a:lnTo>
                    <a:lnTo>
                      <a:pt x="38" y="24"/>
                    </a:lnTo>
                    <a:lnTo>
                      <a:pt x="38" y="24"/>
                    </a:lnTo>
                    <a:lnTo>
                      <a:pt x="38" y="24"/>
                    </a:lnTo>
                    <a:lnTo>
                      <a:pt x="35" y="24"/>
                    </a:lnTo>
                    <a:lnTo>
                      <a:pt x="35" y="24"/>
                    </a:lnTo>
                    <a:lnTo>
                      <a:pt x="35" y="24"/>
                    </a:lnTo>
                    <a:lnTo>
                      <a:pt x="33" y="24"/>
                    </a:lnTo>
                    <a:lnTo>
                      <a:pt x="33" y="26"/>
                    </a:lnTo>
                    <a:lnTo>
                      <a:pt x="33" y="26"/>
                    </a:lnTo>
                    <a:lnTo>
                      <a:pt x="33" y="26"/>
                    </a:lnTo>
                    <a:lnTo>
                      <a:pt x="33" y="26"/>
                    </a:lnTo>
                    <a:lnTo>
                      <a:pt x="31" y="26"/>
                    </a:lnTo>
                    <a:lnTo>
                      <a:pt x="31" y="26"/>
                    </a:lnTo>
                    <a:lnTo>
                      <a:pt x="31" y="26"/>
                    </a:lnTo>
                    <a:lnTo>
                      <a:pt x="28" y="26"/>
                    </a:lnTo>
                    <a:lnTo>
                      <a:pt x="28" y="26"/>
                    </a:lnTo>
                    <a:lnTo>
                      <a:pt x="28" y="26"/>
                    </a:lnTo>
                    <a:lnTo>
                      <a:pt x="28" y="24"/>
                    </a:lnTo>
                    <a:lnTo>
                      <a:pt x="26" y="24"/>
                    </a:lnTo>
                    <a:lnTo>
                      <a:pt x="26" y="26"/>
                    </a:lnTo>
                    <a:lnTo>
                      <a:pt x="26" y="26"/>
                    </a:lnTo>
                    <a:lnTo>
                      <a:pt x="26" y="24"/>
                    </a:lnTo>
                    <a:lnTo>
                      <a:pt x="26" y="24"/>
                    </a:lnTo>
                    <a:lnTo>
                      <a:pt x="24" y="24"/>
                    </a:lnTo>
                    <a:lnTo>
                      <a:pt x="24" y="24"/>
                    </a:lnTo>
                    <a:lnTo>
                      <a:pt x="21" y="24"/>
                    </a:lnTo>
                    <a:lnTo>
                      <a:pt x="21" y="24"/>
                    </a:lnTo>
                    <a:lnTo>
                      <a:pt x="24" y="24"/>
                    </a:lnTo>
                    <a:lnTo>
                      <a:pt x="24" y="24"/>
                    </a:lnTo>
                    <a:lnTo>
                      <a:pt x="21" y="24"/>
                    </a:lnTo>
                    <a:lnTo>
                      <a:pt x="21" y="24"/>
                    </a:lnTo>
                    <a:lnTo>
                      <a:pt x="21" y="21"/>
                    </a:lnTo>
                    <a:lnTo>
                      <a:pt x="21" y="21"/>
                    </a:lnTo>
                    <a:lnTo>
                      <a:pt x="21" y="19"/>
                    </a:lnTo>
                    <a:lnTo>
                      <a:pt x="21" y="19"/>
                    </a:lnTo>
                    <a:lnTo>
                      <a:pt x="21" y="19"/>
                    </a:lnTo>
                    <a:lnTo>
                      <a:pt x="19" y="19"/>
                    </a:lnTo>
                    <a:lnTo>
                      <a:pt x="19" y="17"/>
                    </a:lnTo>
                    <a:lnTo>
                      <a:pt x="19" y="17"/>
                    </a:lnTo>
                    <a:lnTo>
                      <a:pt x="16" y="17"/>
                    </a:lnTo>
                    <a:lnTo>
                      <a:pt x="16" y="17"/>
                    </a:lnTo>
                    <a:lnTo>
                      <a:pt x="16" y="17"/>
                    </a:lnTo>
                    <a:lnTo>
                      <a:pt x="16" y="17"/>
                    </a:lnTo>
                    <a:lnTo>
                      <a:pt x="16" y="14"/>
                    </a:lnTo>
                    <a:lnTo>
                      <a:pt x="14" y="14"/>
                    </a:lnTo>
                    <a:lnTo>
                      <a:pt x="14" y="14"/>
                    </a:lnTo>
                    <a:lnTo>
                      <a:pt x="14" y="14"/>
                    </a:lnTo>
                    <a:lnTo>
                      <a:pt x="14" y="14"/>
                    </a:lnTo>
                    <a:lnTo>
                      <a:pt x="14" y="14"/>
                    </a:lnTo>
                    <a:lnTo>
                      <a:pt x="12" y="14"/>
                    </a:lnTo>
                    <a:lnTo>
                      <a:pt x="12" y="14"/>
                    </a:lnTo>
                    <a:lnTo>
                      <a:pt x="9" y="14"/>
                    </a:lnTo>
                    <a:lnTo>
                      <a:pt x="9" y="14"/>
                    </a:lnTo>
                    <a:lnTo>
                      <a:pt x="9" y="14"/>
                    </a:lnTo>
                    <a:lnTo>
                      <a:pt x="9" y="14"/>
                    </a:lnTo>
                    <a:lnTo>
                      <a:pt x="9" y="14"/>
                    </a:lnTo>
                    <a:lnTo>
                      <a:pt x="7" y="14"/>
                    </a:lnTo>
                    <a:lnTo>
                      <a:pt x="7" y="14"/>
                    </a:lnTo>
                    <a:lnTo>
                      <a:pt x="7" y="12"/>
                    </a:lnTo>
                    <a:lnTo>
                      <a:pt x="7" y="12"/>
                    </a:lnTo>
                    <a:lnTo>
                      <a:pt x="5" y="12"/>
                    </a:lnTo>
                    <a:lnTo>
                      <a:pt x="5" y="14"/>
                    </a:lnTo>
                    <a:lnTo>
                      <a:pt x="5" y="14"/>
                    </a:lnTo>
                    <a:lnTo>
                      <a:pt x="5" y="12"/>
                    </a:lnTo>
                    <a:lnTo>
                      <a:pt x="2" y="12"/>
                    </a:lnTo>
                    <a:lnTo>
                      <a:pt x="2" y="12"/>
                    </a:lnTo>
                    <a:lnTo>
                      <a:pt x="2" y="12"/>
                    </a:lnTo>
                    <a:lnTo>
                      <a:pt x="2" y="12"/>
                    </a:lnTo>
                    <a:lnTo>
                      <a:pt x="0" y="12"/>
                    </a:lnTo>
                    <a:lnTo>
                      <a:pt x="0" y="10"/>
                    </a:lnTo>
                    <a:lnTo>
                      <a:pt x="0" y="10"/>
                    </a:lnTo>
                    <a:lnTo>
                      <a:pt x="0" y="10"/>
                    </a:lnTo>
                    <a:lnTo>
                      <a:pt x="0" y="7"/>
                    </a:lnTo>
                    <a:lnTo>
                      <a:pt x="0" y="7"/>
                    </a:lnTo>
                    <a:lnTo>
                      <a:pt x="0" y="7"/>
                    </a:lnTo>
                    <a:lnTo>
                      <a:pt x="0" y="5"/>
                    </a:lnTo>
                    <a:lnTo>
                      <a:pt x="0" y="5"/>
                    </a:lnTo>
                    <a:lnTo>
                      <a:pt x="0" y="5"/>
                    </a:lnTo>
                    <a:lnTo>
                      <a:pt x="0" y="5"/>
                    </a:lnTo>
                    <a:lnTo>
                      <a:pt x="0" y="5"/>
                    </a:lnTo>
                    <a:lnTo>
                      <a:pt x="2" y="5"/>
                    </a:lnTo>
                    <a:lnTo>
                      <a:pt x="2" y="5"/>
                    </a:lnTo>
                    <a:lnTo>
                      <a:pt x="2" y="3"/>
                    </a:lnTo>
                    <a:lnTo>
                      <a:pt x="2" y="3"/>
                    </a:lnTo>
                    <a:lnTo>
                      <a:pt x="5" y="3"/>
                    </a:lnTo>
                    <a:lnTo>
                      <a:pt x="5" y="3"/>
                    </a:lnTo>
                    <a:lnTo>
                      <a:pt x="7" y="3"/>
                    </a:lnTo>
                    <a:lnTo>
                      <a:pt x="7" y="3"/>
                    </a:lnTo>
                    <a:lnTo>
                      <a:pt x="7" y="3"/>
                    </a:lnTo>
                    <a:lnTo>
                      <a:pt x="7" y="3"/>
                    </a:lnTo>
                    <a:lnTo>
                      <a:pt x="7" y="3"/>
                    </a:lnTo>
                    <a:lnTo>
                      <a:pt x="9" y="3"/>
                    </a:lnTo>
                    <a:lnTo>
                      <a:pt x="9" y="3"/>
                    </a:lnTo>
                    <a:lnTo>
                      <a:pt x="9" y="3"/>
                    </a:lnTo>
                    <a:lnTo>
                      <a:pt x="9" y="3"/>
                    </a:lnTo>
                    <a:lnTo>
                      <a:pt x="12" y="3"/>
                    </a:lnTo>
                    <a:lnTo>
                      <a:pt x="12" y="3"/>
                    </a:lnTo>
                    <a:lnTo>
                      <a:pt x="14" y="3"/>
                    </a:lnTo>
                    <a:lnTo>
                      <a:pt x="14" y="3"/>
                    </a:lnTo>
                    <a:lnTo>
                      <a:pt x="14" y="3"/>
                    </a:lnTo>
                    <a:lnTo>
                      <a:pt x="16" y="3"/>
                    </a:lnTo>
                    <a:lnTo>
                      <a:pt x="16" y="3"/>
                    </a:lnTo>
                    <a:lnTo>
                      <a:pt x="16" y="3"/>
                    </a:lnTo>
                    <a:lnTo>
                      <a:pt x="16" y="3"/>
                    </a:lnTo>
                    <a:lnTo>
                      <a:pt x="16" y="3"/>
                    </a:lnTo>
                    <a:lnTo>
                      <a:pt x="19" y="3"/>
                    </a:lnTo>
                    <a:lnTo>
                      <a:pt x="19" y="3"/>
                    </a:lnTo>
                    <a:lnTo>
                      <a:pt x="19" y="0"/>
                    </a:lnTo>
                    <a:lnTo>
                      <a:pt x="21" y="0"/>
                    </a:lnTo>
                    <a:lnTo>
                      <a:pt x="21" y="0"/>
                    </a:lnTo>
                    <a:lnTo>
                      <a:pt x="21"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5" name="Freeform 203"/>
              <p:cNvSpPr>
                <a:spLocks/>
              </p:cNvSpPr>
              <p:nvPr/>
            </p:nvSpPr>
            <p:spPr bwMode="auto">
              <a:xfrm>
                <a:off x="3087" y="2791"/>
                <a:ext cx="40" cy="43"/>
              </a:xfrm>
              <a:custGeom>
                <a:avLst/>
                <a:gdLst/>
                <a:ahLst/>
                <a:cxnLst>
                  <a:cxn ang="0">
                    <a:pos x="21" y="2"/>
                  </a:cxn>
                  <a:cxn ang="0">
                    <a:pos x="21" y="5"/>
                  </a:cxn>
                  <a:cxn ang="0">
                    <a:pos x="21" y="7"/>
                  </a:cxn>
                  <a:cxn ang="0">
                    <a:pos x="23" y="10"/>
                  </a:cxn>
                  <a:cxn ang="0">
                    <a:pos x="23" y="14"/>
                  </a:cxn>
                  <a:cxn ang="0">
                    <a:pos x="23" y="17"/>
                  </a:cxn>
                  <a:cxn ang="0">
                    <a:pos x="26" y="19"/>
                  </a:cxn>
                  <a:cxn ang="0">
                    <a:pos x="26" y="24"/>
                  </a:cxn>
                  <a:cxn ang="0">
                    <a:pos x="26" y="26"/>
                  </a:cxn>
                  <a:cxn ang="0">
                    <a:pos x="28" y="26"/>
                  </a:cxn>
                  <a:cxn ang="0">
                    <a:pos x="33" y="26"/>
                  </a:cxn>
                  <a:cxn ang="0">
                    <a:pos x="35" y="29"/>
                  </a:cxn>
                  <a:cxn ang="0">
                    <a:pos x="38" y="29"/>
                  </a:cxn>
                  <a:cxn ang="0">
                    <a:pos x="38" y="31"/>
                  </a:cxn>
                  <a:cxn ang="0">
                    <a:pos x="35" y="33"/>
                  </a:cxn>
                  <a:cxn ang="0">
                    <a:pos x="33" y="36"/>
                  </a:cxn>
                  <a:cxn ang="0">
                    <a:pos x="33" y="38"/>
                  </a:cxn>
                  <a:cxn ang="0">
                    <a:pos x="35" y="36"/>
                  </a:cxn>
                  <a:cxn ang="0">
                    <a:pos x="38" y="36"/>
                  </a:cxn>
                  <a:cxn ang="0">
                    <a:pos x="40" y="38"/>
                  </a:cxn>
                  <a:cxn ang="0">
                    <a:pos x="40" y="40"/>
                  </a:cxn>
                  <a:cxn ang="0">
                    <a:pos x="38" y="43"/>
                  </a:cxn>
                  <a:cxn ang="0">
                    <a:pos x="35" y="43"/>
                  </a:cxn>
                  <a:cxn ang="0">
                    <a:pos x="33" y="43"/>
                  </a:cxn>
                  <a:cxn ang="0">
                    <a:pos x="28" y="43"/>
                  </a:cxn>
                  <a:cxn ang="0">
                    <a:pos x="28" y="40"/>
                  </a:cxn>
                  <a:cxn ang="0">
                    <a:pos x="26" y="38"/>
                  </a:cxn>
                  <a:cxn ang="0">
                    <a:pos x="23" y="38"/>
                  </a:cxn>
                  <a:cxn ang="0">
                    <a:pos x="21" y="36"/>
                  </a:cxn>
                  <a:cxn ang="0">
                    <a:pos x="19" y="36"/>
                  </a:cxn>
                  <a:cxn ang="0">
                    <a:pos x="16" y="33"/>
                  </a:cxn>
                  <a:cxn ang="0">
                    <a:pos x="16" y="29"/>
                  </a:cxn>
                  <a:cxn ang="0">
                    <a:pos x="16" y="26"/>
                  </a:cxn>
                  <a:cxn ang="0">
                    <a:pos x="14" y="26"/>
                  </a:cxn>
                  <a:cxn ang="0">
                    <a:pos x="14" y="21"/>
                  </a:cxn>
                  <a:cxn ang="0">
                    <a:pos x="14" y="19"/>
                  </a:cxn>
                  <a:cxn ang="0">
                    <a:pos x="11" y="17"/>
                  </a:cxn>
                  <a:cxn ang="0">
                    <a:pos x="7" y="17"/>
                  </a:cxn>
                  <a:cxn ang="0">
                    <a:pos x="4" y="19"/>
                  </a:cxn>
                  <a:cxn ang="0">
                    <a:pos x="4" y="17"/>
                  </a:cxn>
                  <a:cxn ang="0">
                    <a:pos x="0" y="17"/>
                  </a:cxn>
                  <a:cxn ang="0">
                    <a:pos x="0" y="14"/>
                  </a:cxn>
                  <a:cxn ang="0">
                    <a:pos x="2" y="12"/>
                  </a:cxn>
                  <a:cxn ang="0">
                    <a:pos x="4" y="12"/>
                  </a:cxn>
                  <a:cxn ang="0">
                    <a:pos x="7" y="10"/>
                  </a:cxn>
                  <a:cxn ang="0">
                    <a:pos x="4" y="7"/>
                  </a:cxn>
                  <a:cxn ang="0">
                    <a:pos x="7" y="5"/>
                  </a:cxn>
                  <a:cxn ang="0">
                    <a:pos x="7" y="2"/>
                  </a:cxn>
                  <a:cxn ang="0">
                    <a:pos x="11" y="2"/>
                  </a:cxn>
                  <a:cxn ang="0">
                    <a:pos x="11" y="5"/>
                  </a:cxn>
                  <a:cxn ang="0">
                    <a:pos x="14" y="2"/>
                  </a:cxn>
                  <a:cxn ang="0">
                    <a:pos x="14" y="2"/>
                  </a:cxn>
                  <a:cxn ang="0">
                    <a:pos x="19" y="2"/>
                  </a:cxn>
                </a:cxnLst>
                <a:rect l="0" t="0" r="r" b="b"/>
                <a:pathLst>
                  <a:path w="40" h="43">
                    <a:moveTo>
                      <a:pt x="19" y="2"/>
                    </a:moveTo>
                    <a:lnTo>
                      <a:pt x="19" y="2"/>
                    </a:lnTo>
                    <a:lnTo>
                      <a:pt x="19" y="2"/>
                    </a:lnTo>
                    <a:lnTo>
                      <a:pt x="21" y="2"/>
                    </a:lnTo>
                    <a:lnTo>
                      <a:pt x="21" y="5"/>
                    </a:lnTo>
                    <a:lnTo>
                      <a:pt x="21" y="5"/>
                    </a:lnTo>
                    <a:lnTo>
                      <a:pt x="21" y="5"/>
                    </a:lnTo>
                    <a:lnTo>
                      <a:pt x="21" y="5"/>
                    </a:lnTo>
                    <a:lnTo>
                      <a:pt x="21" y="7"/>
                    </a:lnTo>
                    <a:lnTo>
                      <a:pt x="21" y="7"/>
                    </a:lnTo>
                    <a:lnTo>
                      <a:pt x="21" y="7"/>
                    </a:lnTo>
                    <a:lnTo>
                      <a:pt x="21" y="7"/>
                    </a:lnTo>
                    <a:lnTo>
                      <a:pt x="21" y="7"/>
                    </a:lnTo>
                    <a:lnTo>
                      <a:pt x="21" y="10"/>
                    </a:lnTo>
                    <a:lnTo>
                      <a:pt x="23" y="10"/>
                    </a:lnTo>
                    <a:lnTo>
                      <a:pt x="23" y="10"/>
                    </a:lnTo>
                    <a:lnTo>
                      <a:pt x="23" y="10"/>
                    </a:lnTo>
                    <a:lnTo>
                      <a:pt x="23" y="12"/>
                    </a:lnTo>
                    <a:lnTo>
                      <a:pt x="23" y="12"/>
                    </a:lnTo>
                    <a:lnTo>
                      <a:pt x="23" y="14"/>
                    </a:lnTo>
                    <a:lnTo>
                      <a:pt x="23" y="14"/>
                    </a:lnTo>
                    <a:lnTo>
                      <a:pt x="23" y="14"/>
                    </a:lnTo>
                    <a:lnTo>
                      <a:pt x="23" y="17"/>
                    </a:lnTo>
                    <a:lnTo>
                      <a:pt x="23" y="17"/>
                    </a:lnTo>
                    <a:lnTo>
                      <a:pt x="23" y="17"/>
                    </a:lnTo>
                    <a:lnTo>
                      <a:pt x="23" y="17"/>
                    </a:lnTo>
                    <a:lnTo>
                      <a:pt x="23" y="19"/>
                    </a:lnTo>
                    <a:lnTo>
                      <a:pt x="26" y="19"/>
                    </a:lnTo>
                    <a:lnTo>
                      <a:pt x="26" y="19"/>
                    </a:lnTo>
                    <a:lnTo>
                      <a:pt x="26" y="21"/>
                    </a:lnTo>
                    <a:lnTo>
                      <a:pt x="26" y="21"/>
                    </a:lnTo>
                    <a:lnTo>
                      <a:pt x="26" y="24"/>
                    </a:lnTo>
                    <a:lnTo>
                      <a:pt x="26" y="24"/>
                    </a:lnTo>
                    <a:lnTo>
                      <a:pt x="26" y="24"/>
                    </a:lnTo>
                    <a:lnTo>
                      <a:pt x="26" y="24"/>
                    </a:lnTo>
                    <a:lnTo>
                      <a:pt x="26" y="26"/>
                    </a:lnTo>
                    <a:lnTo>
                      <a:pt x="28" y="26"/>
                    </a:lnTo>
                    <a:lnTo>
                      <a:pt x="28" y="26"/>
                    </a:lnTo>
                    <a:lnTo>
                      <a:pt x="28" y="26"/>
                    </a:lnTo>
                    <a:lnTo>
                      <a:pt x="28" y="26"/>
                    </a:lnTo>
                    <a:lnTo>
                      <a:pt x="30" y="26"/>
                    </a:lnTo>
                    <a:lnTo>
                      <a:pt x="30" y="26"/>
                    </a:lnTo>
                    <a:lnTo>
                      <a:pt x="30" y="26"/>
                    </a:lnTo>
                    <a:lnTo>
                      <a:pt x="33" y="26"/>
                    </a:lnTo>
                    <a:lnTo>
                      <a:pt x="33" y="26"/>
                    </a:lnTo>
                    <a:lnTo>
                      <a:pt x="33" y="26"/>
                    </a:lnTo>
                    <a:lnTo>
                      <a:pt x="33" y="29"/>
                    </a:lnTo>
                    <a:lnTo>
                      <a:pt x="35" y="29"/>
                    </a:lnTo>
                    <a:lnTo>
                      <a:pt x="35" y="29"/>
                    </a:lnTo>
                    <a:lnTo>
                      <a:pt x="38" y="29"/>
                    </a:lnTo>
                    <a:lnTo>
                      <a:pt x="38" y="29"/>
                    </a:lnTo>
                    <a:lnTo>
                      <a:pt x="38" y="29"/>
                    </a:lnTo>
                    <a:lnTo>
                      <a:pt x="38" y="29"/>
                    </a:lnTo>
                    <a:lnTo>
                      <a:pt x="38" y="31"/>
                    </a:lnTo>
                    <a:lnTo>
                      <a:pt x="38" y="31"/>
                    </a:lnTo>
                    <a:lnTo>
                      <a:pt x="38" y="31"/>
                    </a:lnTo>
                    <a:lnTo>
                      <a:pt x="35" y="31"/>
                    </a:lnTo>
                    <a:lnTo>
                      <a:pt x="35" y="31"/>
                    </a:lnTo>
                    <a:lnTo>
                      <a:pt x="35" y="31"/>
                    </a:lnTo>
                    <a:lnTo>
                      <a:pt x="35" y="33"/>
                    </a:lnTo>
                    <a:lnTo>
                      <a:pt x="35" y="33"/>
                    </a:lnTo>
                    <a:lnTo>
                      <a:pt x="33" y="33"/>
                    </a:lnTo>
                    <a:lnTo>
                      <a:pt x="33" y="36"/>
                    </a:lnTo>
                    <a:lnTo>
                      <a:pt x="33" y="36"/>
                    </a:lnTo>
                    <a:lnTo>
                      <a:pt x="33" y="36"/>
                    </a:lnTo>
                    <a:lnTo>
                      <a:pt x="33" y="36"/>
                    </a:lnTo>
                    <a:lnTo>
                      <a:pt x="33" y="38"/>
                    </a:lnTo>
                    <a:lnTo>
                      <a:pt x="33" y="38"/>
                    </a:lnTo>
                    <a:lnTo>
                      <a:pt x="33" y="38"/>
                    </a:lnTo>
                    <a:lnTo>
                      <a:pt x="35" y="38"/>
                    </a:lnTo>
                    <a:lnTo>
                      <a:pt x="35" y="38"/>
                    </a:lnTo>
                    <a:lnTo>
                      <a:pt x="35" y="36"/>
                    </a:lnTo>
                    <a:lnTo>
                      <a:pt x="35" y="36"/>
                    </a:lnTo>
                    <a:lnTo>
                      <a:pt x="35" y="36"/>
                    </a:lnTo>
                    <a:lnTo>
                      <a:pt x="38" y="36"/>
                    </a:lnTo>
                    <a:lnTo>
                      <a:pt x="38" y="36"/>
                    </a:lnTo>
                    <a:lnTo>
                      <a:pt x="38" y="36"/>
                    </a:lnTo>
                    <a:lnTo>
                      <a:pt x="38" y="36"/>
                    </a:lnTo>
                    <a:lnTo>
                      <a:pt x="38" y="38"/>
                    </a:lnTo>
                    <a:lnTo>
                      <a:pt x="40" y="38"/>
                    </a:lnTo>
                    <a:lnTo>
                      <a:pt x="40" y="38"/>
                    </a:lnTo>
                    <a:lnTo>
                      <a:pt x="40" y="38"/>
                    </a:lnTo>
                    <a:lnTo>
                      <a:pt x="40" y="40"/>
                    </a:lnTo>
                    <a:lnTo>
                      <a:pt x="40" y="40"/>
                    </a:lnTo>
                    <a:lnTo>
                      <a:pt x="40" y="40"/>
                    </a:lnTo>
                    <a:lnTo>
                      <a:pt x="38" y="40"/>
                    </a:lnTo>
                    <a:lnTo>
                      <a:pt x="38" y="43"/>
                    </a:lnTo>
                    <a:lnTo>
                      <a:pt x="38" y="43"/>
                    </a:lnTo>
                    <a:lnTo>
                      <a:pt x="38" y="40"/>
                    </a:lnTo>
                    <a:lnTo>
                      <a:pt x="38" y="40"/>
                    </a:lnTo>
                    <a:lnTo>
                      <a:pt x="35" y="40"/>
                    </a:lnTo>
                    <a:lnTo>
                      <a:pt x="35" y="43"/>
                    </a:lnTo>
                    <a:lnTo>
                      <a:pt x="35" y="43"/>
                    </a:lnTo>
                    <a:lnTo>
                      <a:pt x="35" y="43"/>
                    </a:lnTo>
                    <a:lnTo>
                      <a:pt x="33" y="43"/>
                    </a:lnTo>
                    <a:lnTo>
                      <a:pt x="33" y="43"/>
                    </a:lnTo>
                    <a:lnTo>
                      <a:pt x="33" y="43"/>
                    </a:lnTo>
                    <a:lnTo>
                      <a:pt x="30" y="43"/>
                    </a:lnTo>
                    <a:lnTo>
                      <a:pt x="30" y="43"/>
                    </a:lnTo>
                    <a:lnTo>
                      <a:pt x="28" y="43"/>
                    </a:lnTo>
                    <a:lnTo>
                      <a:pt x="28" y="43"/>
                    </a:lnTo>
                    <a:lnTo>
                      <a:pt x="28" y="40"/>
                    </a:lnTo>
                    <a:lnTo>
                      <a:pt x="28" y="40"/>
                    </a:lnTo>
                    <a:lnTo>
                      <a:pt x="28" y="40"/>
                    </a:lnTo>
                    <a:lnTo>
                      <a:pt x="28" y="40"/>
                    </a:lnTo>
                    <a:lnTo>
                      <a:pt x="26" y="40"/>
                    </a:lnTo>
                    <a:lnTo>
                      <a:pt x="26" y="40"/>
                    </a:lnTo>
                    <a:lnTo>
                      <a:pt x="26" y="38"/>
                    </a:lnTo>
                    <a:lnTo>
                      <a:pt x="26" y="38"/>
                    </a:lnTo>
                    <a:lnTo>
                      <a:pt x="26" y="38"/>
                    </a:lnTo>
                    <a:lnTo>
                      <a:pt x="23" y="38"/>
                    </a:lnTo>
                    <a:lnTo>
                      <a:pt x="23" y="38"/>
                    </a:lnTo>
                    <a:lnTo>
                      <a:pt x="21" y="38"/>
                    </a:lnTo>
                    <a:lnTo>
                      <a:pt x="21" y="36"/>
                    </a:lnTo>
                    <a:lnTo>
                      <a:pt x="21" y="36"/>
                    </a:lnTo>
                    <a:lnTo>
                      <a:pt x="21" y="36"/>
                    </a:lnTo>
                    <a:lnTo>
                      <a:pt x="21" y="36"/>
                    </a:lnTo>
                    <a:lnTo>
                      <a:pt x="19" y="36"/>
                    </a:lnTo>
                    <a:lnTo>
                      <a:pt x="19" y="36"/>
                    </a:lnTo>
                    <a:lnTo>
                      <a:pt x="19" y="36"/>
                    </a:lnTo>
                    <a:lnTo>
                      <a:pt x="19" y="36"/>
                    </a:lnTo>
                    <a:lnTo>
                      <a:pt x="19" y="33"/>
                    </a:lnTo>
                    <a:lnTo>
                      <a:pt x="16" y="33"/>
                    </a:lnTo>
                    <a:lnTo>
                      <a:pt x="16" y="33"/>
                    </a:lnTo>
                    <a:lnTo>
                      <a:pt x="16" y="31"/>
                    </a:lnTo>
                    <a:lnTo>
                      <a:pt x="16" y="31"/>
                    </a:lnTo>
                    <a:lnTo>
                      <a:pt x="16" y="29"/>
                    </a:lnTo>
                    <a:lnTo>
                      <a:pt x="16" y="29"/>
                    </a:lnTo>
                    <a:lnTo>
                      <a:pt x="19" y="29"/>
                    </a:lnTo>
                    <a:lnTo>
                      <a:pt x="19" y="26"/>
                    </a:lnTo>
                    <a:lnTo>
                      <a:pt x="19" y="26"/>
                    </a:lnTo>
                    <a:lnTo>
                      <a:pt x="16" y="26"/>
                    </a:lnTo>
                    <a:lnTo>
                      <a:pt x="16" y="26"/>
                    </a:lnTo>
                    <a:lnTo>
                      <a:pt x="14" y="26"/>
                    </a:lnTo>
                    <a:lnTo>
                      <a:pt x="14" y="26"/>
                    </a:lnTo>
                    <a:lnTo>
                      <a:pt x="14" y="26"/>
                    </a:lnTo>
                    <a:lnTo>
                      <a:pt x="14" y="24"/>
                    </a:lnTo>
                    <a:lnTo>
                      <a:pt x="14" y="24"/>
                    </a:lnTo>
                    <a:lnTo>
                      <a:pt x="14" y="24"/>
                    </a:lnTo>
                    <a:lnTo>
                      <a:pt x="14" y="21"/>
                    </a:lnTo>
                    <a:lnTo>
                      <a:pt x="14" y="21"/>
                    </a:lnTo>
                    <a:lnTo>
                      <a:pt x="14" y="21"/>
                    </a:lnTo>
                    <a:lnTo>
                      <a:pt x="14" y="19"/>
                    </a:lnTo>
                    <a:lnTo>
                      <a:pt x="14" y="19"/>
                    </a:lnTo>
                    <a:lnTo>
                      <a:pt x="14" y="19"/>
                    </a:lnTo>
                    <a:lnTo>
                      <a:pt x="11" y="19"/>
                    </a:lnTo>
                    <a:lnTo>
                      <a:pt x="11" y="19"/>
                    </a:lnTo>
                    <a:lnTo>
                      <a:pt x="11" y="17"/>
                    </a:lnTo>
                    <a:lnTo>
                      <a:pt x="11" y="17"/>
                    </a:lnTo>
                    <a:lnTo>
                      <a:pt x="9" y="17"/>
                    </a:lnTo>
                    <a:lnTo>
                      <a:pt x="9" y="17"/>
                    </a:lnTo>
                    <a:lnTo>
                      <a:pt x="7" y="17"/>
                    </a:lnTo>
                    <a:lnTo>
                      <a:pt x="7" y="19"/>
                    </a:lnTo>
                    <a:lnTo>
                      <a:pt x="7" y="19"/>
                    </a:lnTo>
                    <a:lnTo>
                      <a:pt x="7" y="19"/>
                    </a:lnTo>
                    <a:lnTo>
                      <a:pt x="4" y="19"/>
                    </a:lnTo>
                    <a:lnTo>
                      <a:pt x="4" y="19"/>
                    </a:lnTo>
                    <a:lnTo>
                      <a:pt x="4" y="19"/>
                    </a:lnTo>
                    <a:lnTo>
                      <a:pt x="4" y="17"/>
                    </a:lnTo>
                    <a:lnTo>
                      <a:pt x="4" y="17"/>
                    </a:lnTo>
                    <a:lnTo>
                      <a:pt x="2" y="17"/>
                    </a:lnTo>
                    <a:lnTo>
                      <a:pt x="2" y="17"/>
                    </a:lnTo>
                    <a:lnTo>
                      <a:pt x="2" y="17"/>
                    </a:lnTo>
                    <a:lnTo>
                      <a:pt x="0" y="17"/>
                    </a:lnTo>
                    <a:lnTo>
                      <a:pt x="0" y="17"/>
                    </a:lnTo>
                    <a:lnTo>
                      <a:pt x="0" y="17"/>
                    </a:lnTo>
                    <a:lnTo>
                      <a:pt x="0" y="17"/>
                    </a:lnTo>
                    <a:lnTo>
                      <a:pt x="0" y="14"/>
                    </a:lnTo>
                    <a:lnTo>
                      <a:pt x="0" y="14"/>
                    </a:lnTo>
                    <a:lnTo>
                      <a:pt x="0" y="14"/>
                    </a:lnTo>
                    <a:lnTo>
                      <a:pt x="0" y="12"/>
                    </a:lnTo>
                    <a:lnTo>
                      <a:pt x="2" y="12"/>
                    </a:lnTo>
                    <a:lnTo>
                      <a:pt x="2" y="12"/>
                    </a:lnTo>
                    <a:lnTo>
                      <a:pt x="2" y="12"/>
                    </a:lnTo>
                    <a:lnTo>
                      <a:pt x="4" y="12"/>
                    </a:lnTo>
                    <a:lnTo>
                      <a:pt x="4" y="12"/>
                    </a:lnTo>
                    <a:lnTo>
                      <a:pt x="4" y="10"/>
                    </a:lnTo>
                    <a:lnTo>
                      <a:pt x="4" y="10"/>
                    </a:lnTo>
                    <a:lnTo>
                      <a:pt x="4" y="10"/>
                    </a:lnTo>
                    <a:lnTo>
                      <a:pt x="7" y="10"/>
                    </a:lnTo>
                    <a:lnTo>
                      <a:pt x="7" y="7"/>
                    </a:lnTo>
                    <a:lnTo>
                      <a:pt x="4" y="7"/>
                    </a:lnTo>
                    <a:lnTo>
                      <a:pt x="4" y="7"/>
                    </a:lnTo>
                    <a:lnTo>
                      <a:pt x="4" y="7"/>
                    </a:lnTo>
                    <a:lnTo>
                      <a:pt x="4" y="7"/>
                    </a:lnTo>
                    <a:lnTo>
                      <a:pt x="4" y="7"/>
                    </a:lnTo>
                    <a:lnTo>
                      <a:pt x="4" y="5"/>
                    </a:lnTo>
                    <a:lnTo>
                      <a:pt x="7" y="5"/>
                    </a:lnTo>
                    <a:lnTo>
                      <a:pt x="7" y="5"/>
                    </a:lnTo>
                    <a:lnTo>
                      <a:pt x="7" y="5"/>
                    </a:lnTo>
                    <a:lnTo>
                      <a:pt x="7" y="2"/>
                    </a:lnTo>
                    <a:lnTo>
                      <a:pt x="7" y="2"/>
                    </a:lnTo>
                    <a:lnTo>
                      <a:pt x="9" y="2"/>
                    </a:lnTo>
                    <a:lnTo>
                      <a:pt x="9" y="2"/>
                    </a:lnTo>
                    <a:lnTo>
                      <a:pt x="9" y="2"/>
                    </a:lnTo>
                    <a:lnTo>
                      <a:pt x="11" y="2"/>
                    </a:lnTo>
                    <a:lnTo>
                      <a:pt x="11" y="2"/>
                    </a:lnTo>
                    <a:lnTo>
                      <a:pt x="11" y="2"/>
                    </a:lnTo>
                    <a:lnTo>
                      <a:pt x="11" y="5"/>
                    </a:lnTo>
                    <a:lnTo>
                      <a:pt x="11" y="5"/>
                    </a:lnTo>
                    <a:lnTo>
                      <a:pt x="11" y="5"/>
                    </a:lnTo>
                    <a:lnTo>
                      <a:pt x="14" y="5"/>
                    </a:lnTo>
                    <a:lnTo>
                      <a:pt x="14" y="5"/>
                    </a:lnTo>
                    <a:lnTo>
                      <a:pt x="14" y="2"/>
                    </a:lnTo>
                    <a:lnTo>
                      <a:pt x="11" y="2"/>
                    </a:lnTo>
                    <a:lnTo>
                      <a:pt x="11" y="2"/>
                    </a:lnTo>
                    <a:lnTo>
                      <a:pt x="14" y="2"/>
                    </a:lnTo>
                    <a:lnTo>
                      <a:pt x="14" y="2"/>
                    </a:lnTo>
                    <a:lnTo>
                      <a:pt x="14" y="2"/>
                    </a:lnTo>
                    <a:lnTo>
                      <a:pt x="16" y="2"/>
                    </a:lnTo>
                    <a:lnTo>
                      <a:pt x="16" y="2"/>
                    </a:lnTo>
                    <a:lnTo>
                      <a:pt x="19" y="2"/>
                    </a:lnTo>
                    <a:lnTo>
                      <a:pt x="19" y="0"/>
                    </a:lnTo>
                    <a:lnTo>
                      <a:pt x="19" y="0"/>
                    </a:lnTo>
                    <a:lnTo>
                      <a:pt x="19"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6" name="Freeform 204"/>
              <p:cNvSpPr>
                <a:spLocks/>
              </p:cNvSpPr>
              <p:nvPr/>
            </p:nvSpPr>
            <p:spPr bwMode="auto">
              <a:xfrm>
                <a:off x="3087" y="2791"/>
                <a:ext cx="40" cy="43"/>
              </a:xfrm>
              <a:custGeom>
                <a:avLst/>
                <a:gdLst/>
                <a:ahLst/>
                <a:cxnLst>
                  <a:cxn ang="0">
                    <a:pos x="21" y="2"/>
                  </a:cxn>
                  <a:cxn ang="0">
                    <a:pos x="21" y="5"/>
                  </a:cxn>
                  <a:cxn ang="0">
                    <a:pos x="21" y="7"/>
                  </a:cxn>
                  <a:cxn ang="0">
                    <a:pos x="23" y="10"/>
                  </a:cxn>
                  <a:cxn ang="0">
                    <a:pos x="23" y="14"/>
                  </a:cxn>
                  <a:cxn ang="0">
                    <a:pos x="23" y="17"/>
                  </a:cxn>
                  <a:cxn ang="0">
                    <a:pos x="26" y="19"/>
                  </a:cxn>
                  <a:cxn ang="0">
                    <a:pos x="26" y="24"/>
                  </a:cxn>
                  <a:cxn ang="0">
                    <a:pos x="26" y="26"/>
                  </a:cxn>
                  <a:cxn ang="0">
                    <a:pos x="28" y="26"/>
                  </a:cxn>
                  <a:cxn ang="0">
                    <a:pos x="33" y="26"/>
                  </a:cxn>
                  <a:cxn ang="0">
                    <a:pos x="35" y="29"/>
                  </a:cxn>
                  <a:cxn ang="0">
                    <a:pos x="38" y="29"/>
                  </a:cxn>
                  <a:cxn ang="0">
                    <a:pos x="38" y="31"/>
                  </a:cxn>
                  <a:cxn ang="0">
                    <a:pos x="35" y="33"/>
                  </a:cxn>
                  <a:cxn ang="0">
                    <a:pos x="33" y="36"/>
                  </a:cxn>
                  <a:cxn ang="0">
                    <a:pos x="33" y="38"/>
                  </a:cxn>
                  <a:cxn ang="0">
                    <a:pos x="35" y="36"/>
                  </a:cxn>
                  <a:cxn ang="0">
                    <a:pos x="38" y="36"/>
                  </a:cxn>
                  <a:cxn ang="0">
                    <a:pos x="40" y="38"/>
                  </a:cxn>
                  <a:cxn ang="0">
                    <a:pos x="40" y="40"/>
                  </a:cxn>
                  <a:cxn ang="0">
                    <a:pos x="38" y="43"/>
                  </a:cxn>
                  <a:cxn ang="0">
                    <a:pos x="35" y="43"/>
                  </a:cxn>
                  <a:cxn ang="0">
                    <a:pos x="33" y="43"/>
                  </a:cxn>
                  <a:cxn ang="0">
                    <a:pos x="28" y="43"/>
                  </a:cxn>
                  <a:cxn ang="0">
                    <a:pos x="28" y="40"/>
                  </a:cxn>
                  <a:cxn ang="0">
                    <a:pos x="26" y="38"/>
                  </a:cxn>
                  <a:cxn ang="0">
                    <a:pos x="23" y="38"/>
                  </a:cxn>
                  <a:cxn ang="0">
                    <a:pos x="21" y="36"/>
                  </a:cxn>
                  <a:cxn ang="0">
                    <a:pos x="19" y="36"/>
                  </a:cxn>
                  <a:cxn ang="0">
                    <a:pos x="16" y="33"/>
                  </a:cxn>
                  <a:cxn ang="0">
                    <a:pos x="16" y="29"/>
                  </a:cxn>
                  <a:cxn ang="0">
                    <a:pos x="16" y="26"/>
                  </a:cxn>
                  <a:cxn ang="0">
                    <a:pos x="14" y="26"/>
                  </a:cxn>
                  <a:cxn ang="0">
                    <a:pos x="14" y="21"/>
                  </a:cxn>
                  <a:cxn ang="0">
                    <a:pos x="14" y="19"/>
                  </a:cxn>
                  <a:cxn ang="0">
                    <a:pos x="11" y="17"/>
                  </a:cxn>
                  <a:cxn ang="0">
                    <a:pos x="7" y="17"/>
                  </a:cxn>
                  <a:cxn ang="0">
                    <a:pos x="4" y="19"/>
                  </a:cxn>
                  <a:cxn ang="0">
                    <a:pos x="4" y="17"/>
                  </a:cxn>
                  <a:cxn ang="0">
                    <a:pos x="0" y="17"/>
                  </a:cxn>
                  <a:cxn ang="0">
                    <a:pos x="0" y="14"/>
                  </a:cxn>
                  <a:cxn ang="0">
                    <a:pos x="2" y="12"/>
                  </a:cxn>
                  <a:cxn ang="0">
                    <a:pos x="4" y="12"/>
                  </a:cxn>
                  <a:cxn ang="0">
                    <a:pos x="7" y="10"/>
                  </a:cxn>
                  <a:cxn ang="0">
                    <a:pos x="4" y="7"/>
                  </a:cxn>
                  <a:cxn ang="0">
                    <a:pos x="7" y="5"/>
                  </a:cxn>
                  <a:cxn ang="0">
                    <a:pos x="7" y="2"/>
                  </a:cxn>
                  <a:cxn ang="0">
                    <a:pos x="11" y="2"/>
                  </a:cxn>
                  <a:cxn ang="0">
                    <a:pos x="11" y="5"/>
                  </a:cxn>
                  <a:cxn ang="0">
                    <a:pos x="14" y="2"/>
                  </a:cxn>
                  <a:cxn ang="0">
                    <a:pos x="14" y="2"/>
                  </a:cxn>
                  <a:cxn ang="0">
                    <a:pos x="19" y="2"/>
                  </a:cxn>
                </a:cxnLst>
                <a:rect l="0" t="0" r="r" b="b"/>
                <a:pathLst>
                  <a:path w="40" h="43">
                    <a:moveTo>
                      <a:pt x="19" y="2"/>
                    </a:moveTo>
                    <a:lnTo>
                      <a:pt x="19" y="2"/>
                    </a:lnTo>
                    <a:lnTo>
                      <a:pt x="19" y="2"/>
                    </a:lnTo>
                    <a:lnTo>
                      <a:pt x="21" y="2"/>
                    </a:lnTo>
                    <a:lnTo>
                      <a:pt x="21" y="5"/>
                    </a:lnTo>
                    <a:lnTo>
                      <a:pt x="21" y="5"/>
                    </a:lnTo>
                    <a:lnTo>
                      <a:pt x="21" y="5"/>
                    </a:lnTo>
                    <a:lnTo>
                      <a:pt x="21" y="5"/>
                    </a:lnTo>
                    <a:lnTo>
                      <a:pt x="21" y="7"/>
                    </a:lnTo>
                    <a:lnTo>
                      <a:pt x="21" y="7"/>
                    </a:lnTo>
                    <a:lnTo>
                      <a:pt x="21" y="7"/>
                    </a:lnTo>
                    <a:lnTo>
                      <a:pt x="21" y="7"/>
                    </a:lnTo>
                    <a:lnTo>
                      <a:pt x="21" y="7"/>
                    </a:lnTo>
                    <a:lnTo>
                      <a:pt x="21" y="10"/>
                    </a:lnTo>
                    <a:lnTo>
                      <a:pt x="23" y="10"/>
                    </a:lnTo>
                    <a:lnTo>
                      <a:pt x="23" y="10"/>
                    </a:lnTo>
                    <a:lnTo>
                      <a:pt x="23" y="10"/>
                    </a:lnTo>
                    <a:lnTo>
                      <a:pt x="23" y="12"/>
                    </a:lnTo>
                    <a:lnTo>
                      <a:pt x="23" y="12"/>
                    </a:lnTo>
                    <a:lnTo>
                      <a:pt x="23" y="14"/>
                    </a:lnTo>
                    <a:lnTo>
                      <a:pt x="23" y="14"/>
                    </a:lnTo>
                    <a:lnTo>
                      <a:pt x="23" y="14"/>
                    </a:lnTo>
                    <a:lnTo>
                      <a:pt x="23" y="17"/>
                    </a:lnTo>
                    <a:lnTo>
                      <a:pt x="23" y="17"/>
                    </a:lnTo>
                    <a:lnTo>
                      <a:pt x="23" y="17"/>
                    </a:lnTo>
                    <a:lnTo>
                      <a:pt x="23" y="17"/>
                    </a:lnTo>
                    <a:lnTo>
                      <a:pt x="23" y="19"/>
                    </a:lnTo>
                    <a:lnTo>
                      <a:pt x="26" y="19"/>
                    </a:lnTo>
                    <a:lnTo>
                      <a:pt x="26" y="19"/>
                    </a:lnTo>
                    <a:lnTo>
                      <a:pt x="26" y="21"/>
                    </a:lnTo>
                    <a:lnTo>
                      <a:pt x="26" y="21"/>
                    </a:lnTo>
                    <a:lnTo>
                      <a:pt x="26" y="24"/>
                    </a:lnTo>
                    <a:lnTo>
                      <a:pt x="26" y="24"/>
                    </a:lnTo>
                    <a:lnTo>
                      <a:pt x="26" y="24"/>
                    </a:lnTo>
                    <a:lnTo>
                      <a:pt x="26" y="24"/>
                    </a:lnTo>
                    <a:lnTo>
                      <a:pt x="26" y="26"/>
                    </a:lnTo>
                    <a:lnTo>
                      <a:pt x="28" y="26"/>
                    </a:lnTo>
                    <a:lnTo>
                      <a:pt x="28" y="26"/>
                    </a:lnTo>
                    <a:lnTo>
                      <a:pt x="28" y="26"/>
                    </a:lnTo>
                    <a:lnTo>
                      <a:pt x="28" y="26"/>
                    </a:lnTo>
                    <a:lnTo>
                      <a:pt x="30" y="26"/>
                    </a:lnTo>
                    <a:lnTo>
                      <a:pt x="30" y="26"/>
                    </a:lnTo>
                    <a:lnTo>
                      <a:pt x="30" y="26"/>
                    </a:lnTo>
                    <a:lnTo>
                      <a:pt x="33" y="26"/>
                    </a:lnTo>
                    <a:lnTo>
                      <a:pt x="33" y="26"/>
                    </a:lnTo>
                    <a:lnTo>
                      <a:pt x="33" y="26"/>
                    </a:lnTo>
                    <a:lnTo>
                      <a:pt x="33" y="29"/>
                    </a:lnTo>
                    <a:lnTo>
                      <a:pt x="35" y="29"/>
                    </a:lnTo>
                    <a:lnTo>
                      <a:pt x="35" y="29"/>
                    </a:lnTo>
                    <a:lnTo>
                      <a:pt x="38" y="29"/>
                    </a:lnTo>
                    <a:lnTo>
                      <a:pt x="38" y="29"/>
                    </a:lnTo>
                    <a:lnTo>
                      <a:pt x="38" y="29"/>
                    </a:lnTo>
                    <a:lnTo>
                      <a:pt x="38" y="29"/>
                    </a:lnTo>
                    <a:lnTo>
                      <a:pt x="38" y="31"/>
                    </a:lnTo>
                    <a:lnTo>
                      <a:pt x="38" y="31"/>
                    </a:lnTo>
                    <a:lnTo>
                      <a:pt x="38" y="31"/>
                    </a:lnTo>
                    <a:lnTo>
                      <a:pt x="35" y="31"/>
                    </a:lnTo>
                    <a:lnTo>
                      <a:pt x="35" y="31"/>
                    </a:lnTo>
                    <a:lnTo>
                      <a:pt x="35" y="31"/>
                    </a:lnTo>
                    <a:lnTo>
                      <a:pt x="35" y="33"/>
                    </a:lnTo>
                    <a:lnTo>
                      <a:pt x="35" y="33"/>
                    </a:lnTo>
                    <a:lnTo>
                      <a:pt x="33" y="33"/>
                    </a:lnTo>
                    <a:lnTo>
                      <a:pt x="33" y="36"/>
                    </a:lnTo>
                    <a:lnTo>
                      <a:pt x="33" y="36"/>
                    </a:lnTo>
                    <a:lnTo>
                      <a:pt x="33" y="36"/>
                    </a:lnTo>
                    <a:lnTo>
                      <a:pt x="33" y="36"/>
                    </a:lnTo>
                    <a:lnTo>
                      <a:pt x="33" y="38"/>
                    </a:lnTo>
                    <a:lnTo>
                      <a:pt x="33" y="38"/>
                    </a:lnTo>
                    <a:lnTo>
                      <a:pt x="33" y="38"/>
                    </a:lnTo>
                    <a:lnTo>
                      <a:pt x="35" y="38"/>
                    </a:lnTo>
                    <a:lnTo>
                      <a:pt x="35" y="38"/>
                    </a:lnTo>
                    <a:lnTo>
                      <a:pt x="35" y="36"/>
                    </a:lnTo>
                    <a:lnTo>
                      <a:pt x="35" y="36"/>
                    </a:lnTo>
                    <a:lnTo>
                      <a:pt x="35" y="36"/>
                    </a:lnTo>
                    <a:lnTo>
                      <a:pt x="38" y="36"/>
                    </a:lnTo>
                    <a:lnTo>
                      <a:pt x="38" y="36"/>
                    </a:lnTo>
                    <a:lnTo>
                      <a:pt x="38" y="36"/>
                    </a:lnTo>
                    <a:lnTo>
                      <a:pt x="38" y="36"/>
                    </a:lnTo>
                    <a:lnTo>
                      <a:pt x="38" y="38"/>
                    </a:lnTo>
                    <a:lnTo>
                      <a:pt x="40" y="38"/>
                    </a:lnTo>
                    <a:lnTo>
                      <a:pt x="40" y="38"/>
                    </a:lnTo>
                    <a:lnTo>
                      <a:pt x="40" y="38"/>
                    </a:lnTo>
                    <a:lnTo>
                      <a:pt x="40" y="40"/>
                    </a:lnTo>
                    <a:lnTo>
                      <a:pt x="40" y="40"/>
                    </a:lnTo>
                    <a:lnTo>
                      <a:pt x="40" y="40"/>
                    </a:lnTo>
                    <a:lnTo>
                      <a:pt x="38" y="40"/>
                    </a:lnTo>
                    <a:lnTo>
                      <a:pt x="38" y="43"/>
                    </a:lnTo>
                    <a:lnTo>
                      <a:pt x="38" y="43"/>
                    </a:lnTo>
                    <a:lnTo>
                      <a:pt x="38" y="40"/>
                    </a:lnTo>
                    <a:lnTo>
                      <a:pt x="38" y="40"/>
                    </a:lnTo>
                    <a:lnTo>
                      <a:pt x="35" y="40"/>
                    </a:lnTo>
                    <a:lnTo>
                      <a:pt x="35" y="43"/>
                    </a:lnTo>
                    <a:lnTo>
                      <a:pt x="35" y="43"/>
                    </a:lnTo>
                    <a:lnTo>
                      <a:pt x="35" y="43"/>
                    </a:lnTo>
                    <a:lnTo>
                      <a:pt x="33" y="43"/>
                    </a:lnTo>
                    <a:lnTo>
                      <a:pt x="33" y="43"/>
                    </a:lnTo>
                    <a:lnTo>
                      <a:pt x="33" y="43"/>
                    </a:lnTo>
                    <a:lnTo>
                      <a:pt x="30" y="43"/>
                    </a:lnTo>
                    <a:lnTo>
                      <a:pt x="30" y="43"/>
                    </a:lnTo>
                    <a:lnTo>
                      <a:pt x="28" y="43"/>
                    </a:lnTo>
                    <a:lnTo>
                      <a:pt x="28" y="43"/>
                    </a:lnTo>
                    <a:lnTo>
                      <a:pt x="28" y="40"/>
                    </a:lnTo>
                    <a:lnTo>
                      <a:pt x="28" y="40"/>
                    </a:lnTo>
                    <a:lnTo>
                      <a:pt x="28" y="40"/>
                    </a:lnTo>
                    <a:lnTo>
                      <a:pt x="28" y="40"/>
                    </a:lnTo>
                    <a:lnTo>
                      <a:pt x="26" y="40"/>
                    </a:lnTo>
                    <a:lnTo>
                      <a:pt x="26" y="40"/>
                    </a:lnTo>
                    <a:lnTo>
                      <a:pt x="26" y="38"/>
                    </a:lnTo>
                    <a:lnTo>
                      <a:pt x="26" y="38"/>
                    </a:lnTo>
                    <a:lnTo>
                      <a:pt x="26" y="38"/>
                    </a:lnTo>
                    <a:lnTo>
                      <a:pt x="23" y="38"/>
                    </a:lnTo>
                    <a:lnTo>
                      <a:pt x="23" y="38"/>
                    </a:lnTo>
                    <a:lnTo>
                      <a:pt x="21" y="38"/>
                    </a:lnTo>
                    <a:lnTo>
                      <a:pt x="21" y="36"/>
                    </a:lnTo>
                    <a:lnTo>
                      <a:pt x="21" y="36"/>
                    </a:lnTo>
                    <a:lnTo>
                      <a:pt x="21" y="36"/>
                    </a:lnTo>
                    <a:lnTo>
                      <a:pt x="21" y="36"/>
                    </a:lnTo>
                    <a:lnTo>
                      <a:pt x="19" y="36"/>
                    </a:lnTo>
                    <a:lnTo>
                      <a:pt x="19" y="36"/>
                    </a:lnTo>
                    <a:lnTo>
                      <a:pt x="19" y="36"/>
                    </a:lnTo>
                    <a:lnTo>
                      <a:pt x="19" y="36"/>
                    </a:lnTo>
                    <a:lnTo>
                      <a:pt x="19" y="33"/>
                    </a:lnTo>
                    <a:lnTo>
                      <a:pt x="16" y="33"/>
                    </a:lnTo>
                    <a:lnTo>
                      <a:pt x="16" y="33"/>
                    </a:lnTo>
                    <a:lnTo>
                      <a:pt x="16" y="31"/>
                    </a:lnTo>
                    <a:lnTo>
                      <a:pt x="16" y="31"/>
                    </a:lnTo>
                    <a:lnTo>
                      <a:pt x="16" y="29"/>
                    </a:lnTo>
                    <a:lnTo>
                      <a:pt x="16" y="29"/>
                    </a:lnTo>
                    <a:lnTo>
                      <a:pt x="19" y="29"/>
                    </a:lnTo>
                    <a:lnTo>
                      <a:pt x="19" y="26"/>
                    </a:lnTo>
                    <a:lnTo>
                      <a:pt x="19" y="26"/>
                    </a:lnTo>
                    <a:lnTo>
                      <a:pt x="16" y="26"/>
                    </a:lnTo>
                    <a:lnTo>
                      <a:pt x="16" y="26"/>
                    </a:lnTo>
                    <a:lnTo>
                      <a:pt x="14" y="26"/>
                    </a:lnTo>
                    <a:lnTo>
                      <a:pt x="14" y="26"/>
                    </a:lnTo>
                    <a:lnTo>
                      <a:pt x="14" y="26"/>
                    </a:lnTo>
                    <a:lnTo>
                      <a:pt x="14" y="24"/>
                    </a:lnTo>
                    <a:lnTo>
                      <a:pt x="14" y="24"/>
                    </a:lnTo>
                    <a:lnTo>
                      <a:pt x="14" y="24"/>
                    </a:lnTo>
                    <a:lnTo>
                      <a:pt x="14" y="21"/>
                    </a:lnTo>
                    <a:lnTo>
                      <a:pt x="14" y="21"/>
                    </a:lnTo>
                    <a:lnTo>
                      <a:pt x="14" y="21"/>
                    </a:lnTo>
                    <a:lnTo>
                      <a:pt x="14" y="19"/>
                    </a:lnTo>
                    <a:lnTo>
                      <a:pt x="14" y="19"/>
                    </a:lnTo>
                    <a:lnTo>
                      <a:pt x="14" y="19"/>
                    </a:lnTo>
                    <a:lnTo>
                      <a:pt x="11" y="19"/>
                    </a:lnTo>
                    <a:lnTo>
                      <a:pt x="11" y="19"/>
                    </a:lnTo>
                    <a:lnTo>
                      <a:pt x="11" y="17"/>
                    </a:lnTo>
                    <a:lnTo>
                      <a:pt x="11" y="17"/>
                    </a:lnTo>
                    <a:lnTo>
                      <a:pt x="9" y="17"/>
                    </a:lnTo>
                    <a:lnTo>
                      <a:pt x="9" y="17"/>
                    </a:lnTo>
                    <a:lnTo>
                      <a:pt x="7" y="17"/>
                    </a:lnTo>
                    <a:lnTo>
                      <a:pt x="7" y="19"/>
                    </a:lnTo>
                    <a:lnTo>
                      <a:pt x="7" y="19"/>
                    </a:lnTo>
                    <a:lnTo>
                      <a:pt x="7" y="19"/>
                    </a:lnTo>
                    <a:lnTo>
                      <a:pt x="4" y="19"/>
                    </a:lnTo>
                    <a:lnTo>
                      <a:pt x="4" y="19"/>
                    </a:lnTo>
                    <a:lnTo>
                      <a:pt x="4" y="19"/>
                    </a:lnTo>
                    <a:lnTo>
                      <a:pt x="4" y="17"/>
                    </a:lnTo>
                    <a:lnTo>
                      <a:pt x="4" y="17"/>
                    </a:lnTo>
                    <a:lnTo>
                      <a:pt x="2" y="17"/>
                    </a:lnTo>
                    <a:lnTo>
                      <a:pt x="2" y="17"/>
                    </a:lnTo>
                    <a:lnTo>
                      <a:pt x="2" y="17"/>
                    </a:lnTo>
                    <a:lnTo>
                      <a:pt x="0" y="17"/>
                    </a:lnTo>
                    <a:lnTo>
                      <a:pt x="0" y="17"/>
                    </a:lnTo>
                    <a:lnTo>
                      <a:pt x="0" y="17"/>
                    </a:lnTo>
                    <a:lnTo>
                      <a:pt x="0" y="17"/>
                    </a:lnTo>
                    <a:lnTo>
                      <a:pt x="0" y="14"/>
                    </a:lnTo>
                    <a:lnTo>
                      <a:pt x="0" y="14"/>
                    </a:lnTo>
                    <a:lnTo>
                      <a:pt x="0" y="14"/>
                    </a:lnTo>
                    <a:lnTo>
                      <a:pt x="0" y="12"/>
                    </a:lnTo>
                    <a:lnTo>
                      <a:pt x="2" y="12"/>
                    </a:lnTo>
                    <a:lnTo>
                      <a:pt x="2" y="12"/>
                    </a:lnTo>
                    <a:lnTo>
                      <a:pt x="2" y="12"/>
                    </a:lnTo>
                    <a:lnTo>
                      <a:pt x="4" y="12"/>
                    </a:lnTo>
                    <a:lnTo>
                      <a:pt x="4" y="12"/>
                    </a:lnTo>
                    <a:lnTo>
                      <a:pt x="4" y="10"/>
                    </a:lnTo>
                    <a:lnTo>
                      <a:pt x="4" y="10"/>
                    </a:lnTo>
                    <a:lnTo>
                      <a:pt x="4" y="10"/>
                    </a:lnTo>
                    <a:lnTo>
                      <a:pt x="7" y="10"/>
                    </a:lnTo>
                    <a:lnTo>
                      <a:pt x="7" y="7"/>
                    </a:lnTo>
                    <a:lnTo>
                      <a:pt x="4" y="7"/>
                    </a:lnTo>
                    <a:lnTo>
                      <a:pt x="4" y="7"/>
                    </a:lnTo>
                    <a:lnTo>
                      <a:pt x="4" y="7"/>
                    </a:lnTo>
                    <a:lnTo>
                      <a:pt x="4" y="7"/>
                    </a:lnTo>
                    <a:lnTo>
                      <a:pt x="4" y="7"/>
                    </a:lnTo>
                    <a:lnTo>
                      <a:pt x="4" y="5"/>
                    </a:lnTo>
                    <a:lnTo>
                      <a:pt x="7" y="5"/>
                    </a:lnTo>
                    <a:lnTo>
                      <a:pt x="7" y="5"/>
                    </a:lnTo>
                    <a:lnTo>
                      <a:pt x="7" y="5"/>
                    </a:lnTo>
                    <a:lnTo>
                      <a:pt x="7" y="2"/>
                    </a:lnTo>
                    <a:lnTo>
                      <a:pt x="7" y="2"/>
                    </a:lnTo>
                    <a:lnTo>
                      <a:pt x="9" y="2"/>
                    </a:lnTo>
                    <a:lnTo>
                      <a:pt x="9" y="2"/>
                    </a:lnTo>
                    <a:lnTo>
                      <a:pt x="9" y="2"/>
                    </a:lnTo>
                    <a:lnTo>
                      <a:pt x="11" y="2"/>
                    </a:lnTo>
                    <a:lnTo>
                      <a:pt x="11" y="2"/>
                    </a:lnTo>
                    <a:lnTo>
                      <a:pt x="11" y="2"/>
                    </a:lnTo>
                    <a:lnTo>
                      <a:pt x="11" y="5"/>
                    </a:lnTo>
                    <a:lnTo>
                      <a:pt x="11" y="5"/>
                    </a:lnTo>
                    <a:lnTo>
                      <a:pt x="11" y="5"/>
                    </a:lnTo>
                    <a:lnTo>
                      <a:pt x="14" y="5"/>
                    </a:lnTo>
                    <a:lnTo>
                      <a:pt x="14" y="5"/>
                    </a:lnTo>
                    <a:lnTo>
                      <a:pt x="14" y="2"/>
                    </a:lnTo>
                    <a:lnTo>
                      <a:pt x="11" y="2"/>
                    </a:lnTo>
                    <a:lnTo>
                      <a:pt x="11" y="2"/>
                    </a:lnTo>
                    <a:lnTo>
                      <a:pt x="14" y="2"/>
                    </a:lnTo>
                    <a:lnTo>
                      <a:pt x="14" y="2"/>
                    </a:lnTo>
                    <a:lnTo>
                      <a:pt x="14" y="2"/>
                    </a:lnTo>
                    <a:lnTo>
                      <a:pt x="16" y="2"/>
                    </a:lnTo>
                    <a:lnTo>
                      <a:pt x="16" y="2"/>
                    </a:lnTo>
                    <a:lnTo>
                      <a:pt x="19" y="2"/>
                    </a:lnTo>
                    <a:lnTo>
                      <a:pt x="19" y="0"/>
                    </a:lnTo>
                    <a:lnTo>
                      <a:pt x="19" y="0"/>
                    </a:lnTo>
                    <a:lnTo>
                      <a:pt x="19"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78" name="Freeform 206"/>
            <p:cNvSpPr>
              <a:spLocks/>
            </p:cNvSpPr>
            <p:nvPr/>
          </p:nvSpPr>
          <p:spPr bwMode="auto">
            <a:xfrm>
              <a:off x="5519738" y="4735513"/>
              <a:ext cx="63500" cy="57150"/>
            </a:xfrm>
            <a:custGeom>
              <a:avLst/>
              <a:gdLst/>
              <a:ahLst/>
              <a:cxnLst>
                <a:cxn ang="0">
                  <a:pos x="36" y="2"/>
                </a:cxn>
                <a:cxn ang="0">
                  <a:pos x="40" y="2"/>
                </a:cxn>
                <a:cxn ang="0">
                  <a:pos x="40" y="2"/>
                </a:cxn>
                <a:cxn ang="0">
                  <a:pos x="40" y="5"/>
                </a:cxn>
                <a:cxn ang="0">
                  <a:pos x="38" y="5"/>
                </a:cxn>
                <a:cxn ang="0">
                  <a:pos x="38" y="7"/>
                </a:cxn>
                <a:cxn ang="0">
                  <a:pos x="40" y="10"/>
                </a:cxn>
                <a:cxn ang="0">
                  <a:pos x="40" y="12"/>
                </a:cxn>
                <a:cxn ang="0">
                  <a:pos x="38" y="14"/>
                </a:cxn>
                <a:cxn ang="0">
                  <a:pos x="38" y="19"/>
                </a:cxn>
                <a:cxn ang="0">
                  <a:pos x="36" y="19"/>
                </a:cxn>
                <a:cxn ang="0">
                  <a:pos x="33" y="21"/>
                </a:cxn>
                <a:cxn ang="0">
                  <a:pos x="31" y="24"/>
                </a:cxn>
                <a:cxn ang="0">
                  <a:pos x="29" y="26"/>
                </a:cxn>
                <a:cxn ang="0">
                  <a:pos x="29" y="28"/>
                </a:cxn>
                <a:cxn ang="0">
                  <a:pos x="26" y="31"/>
                </a:cxn>
                <a:cxn ang="0">
                  <a:pos x="24" y="31"/>
                </a:cxn>
                <a:cxn ang="0">
                  <a:pos x="21" y="31"/>
                </a:cxn>
                <a:cxn ang="0">
                  <a:pos x="17" y="31"/>
                </a:cxn>
                <a:cxn ang="0">
                  <a:pos x="17" y="33"/>
                </a:cxn>
                <a:cxn ang="0">
                  <a:pos x="14" y="33"/>
                </a:cxn>
                <a:cxn ang="0">
                  <a:pos x="10" y="36"/>
                </a:cxn>
                <a:cxn ang="0">
                  <a:pos x="7" y="36"/>
                </a:cxn>
                <a:cxn ang="0">
                  <a:pos x="3" y="36"/>
                </a:cxn>
                <a:cxn ang="0">
                  <a:pos x="3" y="36"/>
                </a:cxn>
                <a:cxn ang="0">
                  <a:pos x="0" y="33"/>
                </a:cxn>
                <a:cxn ang="0">
                  <a:pos x="3" y="31"/>
                </a:cxn>
                <a:cxn ang="0">
                  <a:pos x="3" y="28"/>
                </a:cxn>
                <a:cxn ang="0">
                  <a:pos x="5" y="28"/>
                </a:cxn>
                <a:cxn ang="0">
                  <a:pos x="10" y="28"/>
                </a:cxn>
                <a:cxn ang="0">
                  <a:pos x="10" y="26"/>
                </a:cxn>
                <a:cxn ang="0">
                  <a:pos x="7" y="26"/>
                </a:cxn>
                <a:cxn ang="0">
                  <a:pos x="7" y="24"/>
                </a:cxn>
                <a:cxn ang="0">
                  <a:pos x="7" y="21"/>
                </a:cxn>
                <a:cxn ang="0">
                  <a:pos x="10" y="19"/>
                </a:cxn>
                <a:cxn ang="0">
                  <a:pos x="10" y="14"/>
                </a:cxn>
                <a:cxn ang="0">
                  <a:pos x="10" y="12"/>
                </a:cxn>
                <a:cxn ang="0">
                  <a:pos x="14" y="12"/>
                </a:cxn>
                <a:cxn ang="0">
                  <a:pos x="14" y="10"/>
                </a:cxn>
                <a:cxn ang="0">
                  <a:pos x="17" y="7"/>
                </a:cxn>
                <a:cxn ang="0">
                  <a:pos x="19" y="12"/>
                </a:cxn>
                <a:cxn ang="0">
                  <a:pos x="21" y="10"/>
                </a:cxn>
                <a:cxn ang="0">
                  <a:pos x="21" y="12"/>
                </a:cxn>
                <a:cxn ang="0">
                  <a:pos x="24" y="12"/>
                </a:cxn>
                <a:cxn ang="0">
                  <a:pos x="26" y="10"/>
                </a:cxn>
                <a:cxn ang="0">
                  <a:pos x="26" y="5"/>
                </a:cxn>
                <a:cxn ang="0">
                  <a:pos x="29" y="2"/>
                </a:cxn>
                <a:cxn ang="0">
                  <a:pos x="31" y="2"/>
                </a:cxn>
                <a:cxn ang="0">
                  <a:pos x="33" y="0"/>
                </a:cxn>
                <a:cxn ang="0">
                  <a:pos x="36" y="0"/>
                </a:cxn>
              </a:cxnLst>
              <a:rect l="0" t="0" r="r" b="b"/>
              <a:pathLst>
                <a:path w="40" h="36">
                  <a:moveTo>
                    <a:pt x="36" y="0"/>
                  </a:moveTo>
                  <a:lnTo>
                    <a:pt x="36" y="2"/>
                  </a:lnTo>
                  <a:lnTo>
                    <a:pt x="36" y="2"/>
                  </a:lnTo>
                  <a:lnTo>
                    <a:pt x="36" y="2"/>
                  </a:lnTo>
                  <a:lnTo>
                    <a:pt x="38" y="2"/>
                  </a:lnTo>
                  <a:lnTo>
                    <a:pt x="38" y="2"/>
                  </a:lnTo>
                  <a:lnTo>
                    <a:pt x="38" y="2"/>
                  </a:lnTo>
                  <a:lnTo>
                    <a:pt x="40" y="2"/>
                  </a:lnTo>
                  <a:lnTo>
                    <a:pt x="40" y="0"/>
                  </a:lnTo>
                  <a:lnTo>
                    <a:pt x="40" y="0"/>
                  </a:lnTo>
                  <a:lnTo>
                    <a:pt x="40" y="0"/>
                  </a:lnTo>
                  <a:lnTo>
                    <a:pt x="40" y="2"/>
                  </a:lnTo>
                  <a:lnTo>
                    <a:pt x="40" y="2"/>
                  </a:lnTo>
                  <a:lnTo>
                    <a:pt x="40" y="2"/>
                  </a:lnTo>
                  <a:lnTo>
                    <a:pt x="40" y="5"/>
                  </a:lnTo>
                  <a:lnTo>
                    <a:pt x="40" y="5"/>
                  </a:lnTo>
                  <a:lnTo>
                    <a:pt x="40" y="5"/>
                  </a:lnTo>
                  <a:lnTo>
                    <a:pt x="40" y="5"/>
                  </a:lnTo>
                  <a:lnTo>
                    <a:pt x="40" y="5"/>
                  </a:lnTo>
                  <a:lnTo>
                    <a:pt x="38" y="5"/>
                  </a:lnTo>
                  <a:lnTo>
                    <a:pt x="38" y="5"/>
                  </a:lnTo>
                  <a:lnTo>
                    <a:pt x="38" y="5"/>
                  </a:lnTo>
                  <a:lnTo>
                    <a:pt x="38" y="7"/>
                  </a:lnTo>
                  <a:lnTo>
                    <a:pt x="38" y="7"/>
                  </a:lnTo>
                  <a:lnTo>
                    <a:pt x="38" y="10"/>
                  </a:lnTo>
                  <a:lnTo>
                    <a:pt x="38" y="10"/>
                  </a:lnTo>
                  <a:lnTo>
                    <a:pt x="38" y="10"/>
                  </a:lnTo>
                  <a:lnTo>
                    <a:pt x="40" y="10"/>
                  </a:lnTo>
                  <a:lnTo>
                    <a:pt x="40" y="12"/>
                  </a:lnTo>
                  <a:lnTo>
                    <a:pt x="40" y="12"/>
                  </a:lnTo>
                  <a:lnTo>
                    <a:pt x="40" y="12"/>
                  </a:lnTo>
                  <a:lnTo>
                    <a:pt x="40" y="12"/>
                  </a:lnTo>
                  <a:lnTo>
                    <a:pt x="40" y="12"/>
                  </a:lnTo>
                  <a:lnTo>
                    <a:pt x="40" y="14"/>
                  </a:lnTo>
                  <a:lnTo>
                    <a:pt x="38" y="14"/>
                  </a:lnTo>
                  <a:lnTo>
                    <a:pt x="38" y="14"/>
                  </a:lnTo>
                  <a:lnTo>
                    <a:pt x="38" y="14"/>
                  </a:lnTo>
                  <a:lnTo>
                    <a:pt x="38" y="17"/>
                  </a:lnTo>
                  <a:lnTo>
                    <a:pt x="38" y="17"/>
                  </a:lnTo>
                  <a:lnTo>
                    <a:pt x="38" y="19"/>
                  </a:lnTo>
                  <a:lnTo>
                    <a:pt x="36" y="19"/>
                  </a:lnTo>
                  <a:lnTo>
                    <a:pt x="36" y="19"/>
                  </a:lnTo>
                  <a:lnTo>
                    <a:pt x="36" y="19"/>
                  </a:lnTo>
                  <a:lnTo>
                    <a:pt x="36" y="19"/>
                  </a:lnTo>
                  <a:lnTo>
                    <a:pt x="36" y="21"/>
                  </a:lnTo>
                  <a:lnTo>
                    <a:pt x="33" y="21"/>
                  </a:lnTo>
                  <a:lnTo>
                    <a:pt x="33" y="21"/>
                  </a:lnTo>
                  <a:lnTo>
                    <a:pt x="33" y="21"/>
                  </a:lnTo>
                  <a:lnTo>
                    <a:pt x="33" y="21"/>
                  </a:lnTo>
                  <a:lnTo>
                    <a:pt x="33" y="24"/>
                  </a:lnTo>
                  <a:lnTo>
                    <a:pt x="31" y="24"/>
                  </a:lnTo>
                  <a:lnTo>
                    <a:pt x="31" y="24"/>
                  </a:lnTo>
                  <a:lnTo>
                    <a:pt x="31" y="24"/>
                  </a:lnTo>
                  <a:lnTo>
                    <a:pt x="31" y="24"/>
                  </a:lnTo>
                  <a:lnTo>
                    <a:pt x="31" y="26"/>
                  </a:lnTo>
                  <a:lnTo>
                    <a:pt x="29" y="26"/>
                  </a:lnTo>
                  <a:lnTo>
                    <a:pt x="29" y="26"/>
                  </a:lnTo>
                  <a:lnTo>
                    <a:pt x="29" y="26"/>
                  </a:lnTo>
                  <a:lnTo>
                    <a:pt x="29" y="26"/>
                  </a:lnTo>
                  <a:lnTo>
                    <a:pt x="29" y="28"/>
                  </a:lnTo>
                  <a:lnTo>
                    <a:pt x="29" y="28"/>
                  </a:lnTo>
                  <a:lnTo>
                    <a:pt x="26" y="28"/>
                  </a:lnTo>
                  <a:lnTo>
                    <a:pt x="26" y="31"/>
                  </a:lnTo>
                  <a:lnTo>
                    <a:pt x="26" y="31"/>
                  </a:lnTo>
                  <a:lnTo>
                    <a:pt x="24" y="31"/>
                  </a:lnTo>
                  <a:lnTo>
                    <a:pt x="24" y="31"/>
                  </a:lnTo>
                  <a:lnTo>
                    <a:pt x="24" y="31"/>
                  </a:lnTo>
                  <a:lnTo>
                    <a:pt x="24" y="31"/>
                  </a:lnTo>
                  <a:lnTo>
                    <a:pt x="21" y="31"/>
                  </a:lnTo>
                  <a:lnTo>
                    <a:pt x="21" y="31"/>
                  </a:lnTo>
                  <a:lnTo>
                    <a:pt x="21" y="31"/>
                  </a:lnTo>
                  <a:lnTo>
                    <a:pt x="21" y="31"/>
                  </a:lnTo>
                  <a:lnTo>
                    <a:pt x="19" y="31"/>
                  </a:lnTo>
                  <a:lnTo>
                    <a:pt x="19" y="31"/>
                  </a:lnTo>
                  <a:lnTo>
                    <a:pt x="19" y="31"/>
                  </a:lnTo>
                  <a:lnTo>
                    <a:pt x="17" y="31"/>
                  </a:lnTo>
                  <a:lnTo>
                    <a:pt x="17" y="31"/>
                  </a:lnTo>
                  <a:lnTo>
                    <a:pt x="17" y="31"/>
                  </a:lnTo>
                  <a:lnTo>
                    <a:pt x="17" y="33"/>
                  </a:lnTo>
                  <a:lnTo>
                    <a:pt x="17" y="33"/>
                  </a:lnTo>
                  <a:lnTo>
                    <a:pt x="14" y="33"/>
                  </a:lnTo>
                  <a:lnTo>
                    <a:pt x="14" y="33"/>
                  </a:lnTo>
                  <a:lnTo>
                    <a:pt x="14" y="33"/>
                  </a:lnTo>
                  <a:lnTo>
                    <a:pt x="14" y="33"/>
                  </a:lnTo>
                  <a:lnTo>
                    <a:pt x="14" y="36"/>
                  </a:lnTo>
                  <a:lnTo>
                    <a:pt x="12" y="36"/>
                  </a:lnTo>
                  <a:lnTo>
                    <a:pt x="12" y="36"/>
                  </a:lnTo>
                  <a:lnTo>
                    <a:pt x="10" y="36"/>
                  </a:lnTo>
                  <a:lnTo>
                    <a:pt x="10" y="36"/>
                  </a:lnTo>
                  <a:lnTo>
                    <a:pt x="10" y="36"/>
                  </a:lnTo>
                  <a:lnTo>
                    <a:pt x="7" y="36"/>
                  </a:lnTo>
                  <a:lnTo>
                    <a:pt x="7" y="36"/>
                  </a:lnTo>
                  <a:lnTo>
                    <a:pt x="7" y="36"/>
                  </a:lnTo>
                  <a:lnTo>
                    <a:pt x="5" y="36"/>
                  </a:lnTo>
                  <a:lnTo>
                    <a:pt x="5" y="36"/>
                  </a:lnTo>
                  <a:lnTo>
                    <a:pt x="3" y="36"/>
                  </a:lnTo>
                  <a:lnTo>
                    <a:pt x="3" y="36"/>
                  </a:lnTo>
                  <a:lnTo>
                    <a:pt x="3" y="33"/>
                  </a:lnTo>
                  <a:lnTo>
                    <a:pt x="3" y="33"/>
                  </a:lnTo>
                  <a:lnTo>
                    <a:pt x="3" y="36"/>
                  </a:lnTo>
                  <a:lnTo>
                    <a:pt x="0" y="36"/>
                  </a:lnTo>
                  <a:lnTo>
                    <a:pt x="0" y="33"/>
                  </a:lnTo>
                  <a:lnTo>
                    <a:pt x="0" y="33"/>
                  </a:lnTo>
                  <a:lnTo>
                    <a:pt x="0" y="33"/>
                  </a:lnTo>
                  <a:lnTo>
                    <a:pt x="0" y="33"/>
                  </a:lnTo>
                  <a:lnTo>
                    <a:pt x="0" y="31"/>
                  </a:lnTo>
                  <a:lnTo>
                    <a:pt x="0" y="31"/>
                  </a:lnTo>
                  <a:lnTo>
                    <a:pt x="3" y="31"/>
                  </a:lnTo>
                  <a:lnTo>
                    <a:pt x="3" y="31"/>
                  </a:lnTo>
                  <a:lnTo>
                    <a:pt x="3" y="31"/>
                  </a:lnTo>
                  <a:lnTo>
                    <a:pt x="3" y="28"/>
                  </a:lnTo>
                  <a:lnTo>
                    <a:pt x="3" y="28"/>
                  </a:lnTo>
                  <a:lnTo>
                    <a:pt x="3" y="28"/>
                  </a:lnTo>
                  <a:lnTo>
                    <a:pt x="5" y="28"/>
                  </a:lnTo>
                  <a:lnTo>
                    <a:pt x="5" y="28"/>
                  </a:lnTo>
                  <a:lnTo>
                    <a:pt x="5" y="28"/>
                  </a:lnTo>
                  <a:lnTo>
                    <a:pt x="7" y="28"/>
                  </a:lnTo>
                  <a:lnTo>
                    <a:pt x="7" y="28"/>
                  </a:lnTo>
                  <a:lnTo>
                    <a:pt x="7" y="28"/>
                  </a:lnTo>
                  <a:lnTo>
                    <a:pt x="10" y="28"/>
                  </a:lnTo>
                  <a:lnTo>
                    <a:pt x="10" y="28"/>
                  </a:lnTo>
                  <a:lnTo>
                    <a:pt x="10" y="28"/>
                  </a:lnTo>
                  <a:lnTo>
                    <a:pt x="10" y="26"/>
                  </a:lnTo>
                  <a:lnTo>
                    <a:pt x="10" y="26"/>
                  </a:lnTo>
                  <a:lnTo>
                    <a:pt x="7" y="26"/>
                  </a:lnTo>
                  <a:lnTo>
                    <a:pt x="7" y="28"/>
                  </a:lnTo>
                  <a:lnTo>
                    <a:pt x="7" y="28"/>
                  </a:lnTo>
                  <a:lnTo>
                    <a:pt x="7" y="26"/>
                  </a:lnTo>
                  <a:lnTo>
                    <a:pt x="7" y="26"/>
                  </a:lnTo>
                  <a:lnTo>
                    <a:pt x="7" y="26"/>
                  </a:lnTo>
                  <a:lnTo>
                    <a:pt x="7" y="24"/>
                  </a:lnTo>
                  <a:lnTo>
                    <a:pt x="7" y="24"/>
                  </a:lnTo>
                  <a:lnTo>
                    <a:pt x="7" y="24"/>
                  </a:lnTo>
                  <a:lnTo>
                    <a:pt x="7" y="21"/>
                  </a:lnTo>
                  <a:lnTo>
                    <a:pt x="7" y="21"/>
                  </a:lnTo>
                  <a:lnTo>
                    <a:pt x="7" y="21"/>
                  </a:lnTo>
                  <a:lnTo>
                    <a:pt x="7" y="21"/>
                  </a:lnTo>
                  <a:lnTo>
                    <a:pt x="7" y="19"/>
                  </a:lnTo>
                  <a:lnTo>
                    <a:pt x="10" y="19"/>
                  </a:lnTo>
                  <a:lnTo>
                    <a:pt x="10" y="19"/>
                  </a:lnTo>
                  <a:lnTo>
                    <a:pt x="10" y="17"/>
                  </a:lnTo>
                  <a:lnTo>
                    <a:pt x="10" y="17"/>
                  </a:lnTo>
                  <a:lnTo>
                    <a:pt x="10" y="14"/>
                  </a:lnTo>
                  <a:lnTo>
                    <a:pt x="10" y="14"/>
                  </a:lnTo>
                  <a:lnTo>
                    <a:pt x="10" y="14"/>
                  </a:lnTo>
                  <a:lnTo>
                    <a:pt x="10" y="14"/>
                  </a:lnTo>
                  <a:lnTo>
                    <a:pt x="10" y="12"/>
                  </a:lnTo>
                  <a:lnTo>
                    <a:pt x="10" y="12"/>
                  </a:lnTo>
                  <a:lnTo>
                    <a:pt x="12" y="12"/>
                  </a:lnTo>
                  <a:lnTo>
                    <a:pt x="12" y="12"/>
                  </a:lnTo>
                  <a:lnTo>
                    <a:pt x="14" y="12"/>
                  </a:lnTo>
                  <a:lnTo>
                    <a:pt x="14" y="12"/>
                  </a:lnTo>
                  <a:lnTo>
                    <a:pt x="14" y="12"/>
                  </a:lnTo>
                  <a:lnTo>
                    <a:pt x="14" y="10"/>
                  </a:lnTo>
                  <a:lnTo>
                    <a:pt x="14" y="10"/>
                  </a:lnTo>
                  <a:lnTo>
                    <a:pt x="14" y="10"/>
                  </a:lnTo>
                  <a:lnTo>
                    <a:pt x="17" y="10"/>
                  </a:lnTo>
                  <a:lnTo>
                    <a:pt x="17" y="10"/>
                  </a:lnTo>
                  <a:lnTo>
                    <a:pt x="17" y="7"/>
                  </a:lnTo>
                  <a:lnTo>
                    <a:pt x="17" y="7"/>
                  </a:lnTo>
                  <a:lnTo>
                    <a:pt x="17" y="10"/>
                  </a:lnTo>
                  <a:lnTo>
                    <a:pt x="17" y="10"/>
                  </a:lnTo>
                  <a:lnTo>
                    <a:pt x="17" y="12"/>
                  </a:lnTo>
                  <a:lnTo>
                    <a:pt x="19" y="12"/>
                  </a:lnTo>
                  <a:lnTo>
                    <a:pt x="19" y="12"/>
                  </a:lnTo>
                  <a:lnTo>
                    <a:pt x="19" y="10"/>
                  </a:lnTo>
                  <a:lnTo>
                    <a:pt x="21" y="10"/>
                  </a:lnTo>
                  <a:lnTo>
                    <a:pt x="21" y="10"/>
                  </a:lnTo>
                  <a:lnTo>
                    <a:pt x="21" y="12"/>
                  </a:lnTo>
                  <a:lnTo>
                    <a:pt x="21" y="12"/>
                  </a:lnTo>
                  <a:lnTo>
                    <a:pt x="21" y="12"/>
                  </a:lnTo>
                  <a:lnTo>
                    <a:pt x="21" y="12"/>
                  </a:lnTo>
                  <a:lnTo>
                    <a:pt x="24" y="12"/>
                  </a:lnTo>
                  <a:lnTo>
                    <a:pt x="24" y="12"/>
                  </a:lnTo>
                  <a:lnTo>
                    <a:pt x="24" y="12"/>
                  </a:lnTo>
                  <a:lnTo>
                    <a:pt x="24" y="12"/>
                  </a:lnTo>
                  <a:lnTo>
                    <a:pt x="24" y="10"/>
                  </a:lnTo>
                  <a:lnTo>
                    <a:pt x="24" y="10"/>
                  </a:lnTo>
                  <a:lnTo>
                    <a:pt x="24" y="10"/>
                  </a:lnTo>
                  <a:lnTo>
                    <a:pt x="26" y="10"/>
                  </a:lnTo>
                  <a:lnTo>
                    <a:pt x="26" y="7"/>
                  </a:lnTo>
                  <a:lnTo>
                    <a:pt x="26" y="7"/>
                  </a:lnTo>
                  <a:lnTo>
                    <a:pt x="26" y="5"/>
                  </a:lnTo>
                  <a:lnTo>
                    <a:pt x="26" y="5"/>
                  </a:lnTo>
                  <a:lnTo>
                    <a:pt x="26" y="5"/>
                  </a:lnTo>
                  <a:lnTo>
                    <a:pt x="29" y="5"/>
                  </a:lnTo>
                  <a:lnTo>
                    <a:pt x="29" y="5"/>
                  </a:lnTo>
                  <a:lnTo>
                    <a:pt x="29" y="2"/>
                  </a:lnTo>
                  <a:lnTo>
                    <a:pt x="29" y="2"/>
                  </a:lnTo>
                  <a:lnTo>
                    <a:pt x="31" y="2"/>
                  </a:lnTo>
                  <a:lnTo>
                    <a:pt x="31" y="2"/>
                  </a:lnTo>
                  <a:lnTo>
                    <a:pt x="31" y="2"/>
                  </a:lnTo>
                  <a:lnTo>
                    <a:pt x="31" y="2"/>
                  </a:lnTo>
                  <a:lnTo>
                    <a:pt x="31" y="2"/>
                  </a:lnTo>
                  <a:lnTo>
                    <a:pt x="31" y="0"/>
                  </a:lnTo>
                  <a:lnTo>
                    <a:pt x="33" y="0"/>
                  </a:lnTo>
                  <a:lnTo>
                    <a:pt x="33" y="0"/>
                  </a:lnTo>
                  <a:lnTo>
                    <a:pt x="36" y="0"/>
                  </a:lnTo>
                  <a:lnTo>
                    <a:pt x="36" y="0"/>
                  </a:lnTo>
                  <a:lnTo>
                    <a:pt x="36" y="0"/>
                  </a:lnTo>
                  <a:lnTo>
                    <a:pt x="36"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9" name="Freeform 207"/>
            <p:cNvSpPr>
              <a:spLocks/>
            </p:cNvSpPr>
            <p:nvPr/>
          </p:nvSpPr>
          <p:spPr bwMode="auto">
            <a:xfrm>
              <a:off x="5519738" y="4735513"/>
              <a:ext cx="63500" cy="57150"/>
            </a:xfrm>
            <a:custGeom>
              <a:avLst/>
              <a:gdLst/>
              <a:ahLst/>
              <a:cxnLst>
                <a:cxn ang="0">
                  <a:pos x="36" y="2"/>
                </a:cxn>
                <a:cxn ang="0">
                  <a:pos x="40" y="2"/>
                </a:cxn>
                <a:cxn ang="0">
                  <a:pos x="40" y="2"/>
                </a:cxn>
                <a:cxn ang="0">
                  <a:pos x="40" y="5"/>
                </a:cxn>
                <a:cxn ang="0">
                  <a:pos x="38" y="5"/>
                </a:cxn>
                <a:cxn ang="0">
                  <a:pos x="38" y="7"/>
                </a:cxn>
                <a:cxn ang="0">
                  <a:pos x="40" y="10"/>
                </a:cxn>
                <a:cxn ang="0">
                  <a:pos x="40" y="12"/>
                </a:cxn>
                <a:cxn ang="0">
                  <a:pos x="38" y="14"/>
                </a:cxn>
                <a:cxn ang="0">
                  <a:pos x="38" y="19"/>
                </a:cxn>
                <a:cxn ang="0">
                  <a:pos x="36" y="19"/>
                </a:cxn>
                <a:cxn ang="0">
                  <a:pos x="33" y="21"/>
                </a:cxn>
                <a:cxn ang="0">
                  <a:pos x="31" y="24"/>
                </a:cxn>
                <a:cxn ang="0">
                  <a:pos x="29" y="26"/>
                </a:cxn>
                <a:cxn ang="0">
                  <a:pos x="29" y="28"/>
                </a:cxn>
                <a:cxn ang="0">
                  <a:pos x="26" y="31"/>
                </a:cxn>
                <a:cxn ang="0">
                  <a:pos x="24" y="31"/>
                </a:cxn>
                <a:cxn ang="0">
                  <a:pos x="21" y="31"/>
                </a:cxn>
                <a:cxn ang="0">
                  <a:pos x="17" y="31"/>
                </a:cxn>
                <a:cxn ang="0">
                  <a:pos x="17" y="33"/>
                </a:cxn>
                <a:cxn ang="0">
                  <a:pos x="14" y="33"/>
                </a:cxn>
                <a:cxn ang="0">
                  <a:pos x="10" y="36"/>
                </a:cxn>
                <a:cxn ang="0">
                  <a:pos x="7" y="36"/>
                </a:cxn>
                <a:cxn ang="0">
                  <a:pos x="3" y="36"/>
                </a:cxn>
                <a:cxn ang="0">
                  <a:pos x="3" y="36"/>
                </a:cxn>
                <a:cxn ang="0">
                  <a:pos x="0" y="33"/>
                </a:cxn>
                <a:cxn ang="0">
                  <a:pos x="3" y="31"/>
                </a:cxn>
                <a:cxn ang="0">
                  <a:pos x="3" y="28"/>
                </a:cxn>
                <a:cxn ang="0">
                  <a:pos x="5" y="28"/>
                </a:cxn>
                <a:cxn ang="0">
                  <a:pos x="10" y="28"/>
                </a:cxn>
                <a:cxn ang="0">
                  <a:pos x="10" y="26"/>
                </a:cxn>
                <a:cxn ang="0">
                  <a:pos x="7" y="26"/>
                </a:cxn>
                <a:cxn ang="0">
                  <a:pos x="7" y="24"/>
                </a:cxn>
                <a:cxn ang="0">
                  <a:pos x="7" y="21"/>
                </a:cxn>
                <a:cxn ang="0">
                  <a:pos x="10" y="19"/>
                </a:cxn>
                <a:cxn ang="0">
                  <a:pos x="10" y="14"/>
                </a:cxn>
                <a:cxn ang="0">
                  <a:pos x="10" y="12"/>
                </a:cxn>
                <a:cxn ang="0">
                  <a:pos x="14" y="12"/>
                </a:cxn>
                <a:cxn ang="0">
                  <a:pos x="14" y="10"/>
                </a:cxn>
                <a:cxn ang="0">
                  <a:pos x="17" y="7"/>
                </a:cxn>
                <a:cxn ang="0">
                  <a:pos x="19" y="12"/>
                </a:cxn>
                <a:cxn ang="0">
                  <a:pos x="21" y="10"/>
                </a:cxn>
                <a:cxn ang="0">
                  <a:pos x="21" y="12"/>
                </a:cxn>
                <a:cxn ang="0">
                  <a:pos x="24" y="12"/>
                </a:cxn>
                <a:cxn ang="0">
                  <a:pos x="26" y="10"/>
                </a:cxn>
                <a:cxn ang="0">
                  <a:pos x="26" y="5"/>
                </a:cxn>
                <a:cxn ang="0">
                  <a:pos x="29" y="2"/>
                </a:cxn>
                <a:cxn ang="0">
                  <a:pos x="31" y="2"/>
                </a:cxn>
                <a:cxn ang="0">
                  <a:pos x="33" y="0"/>
                </a:cxn>
                <a:cxn ang="0">
                  <a:pos x="36" y="0"/>
                </a:cxn>
              </a:cxnLst>
              <a:rect l="0" t="0" r="r" b="b"/>
              <a:pathLst>
                <a:path w="40" h="36">
                  <a:moveTo>
                    <a:pt x="36" y="0"/>
                  </a:moveTo>
                  <a:lnTo>
                    <a:pt x="36" y="2"/>
                  </a:lnTo>
                  <a:lnTo>
                    <a:pt x="36" y="2"/>
                  </a:lnTo>
                  <a:lnTo>
                    <a:pt x="36" y="2"/>
                  </a:lnTo>
                  <a:lnTo>
                    <a:pt x="38" y="2"/>
                  </a:lnTo>
                  <a:lnTo>
                    <a:pt x="38" y="2"/>
                  </a:lnTo>
                  <a:lnTo>
                    <a:pt x="38" y="2"/>
                  </a:lnTo>
                  <a:lnTo>
                    <a:pt x="40" y="2"/>
                  </a:lnTo>
                  <a:lnTo>
                    <a:pt x="40" y="0"/>
                  </a:lnTo>
                  <a:lnTo>
                    <a:pt x="40" y="0"/>
                  </a:lnTo>
                  <a:lnTo>
                    <a:pt x="40" y="0"/>
                  </a:lnTo>
                  <a:lnTo>
                    <a:pt x="40" y="2"/>
                  </a:lnTo>
                  <a:lnTo>
                    <a:pt x="40" y="2"/>
                  </a:lnTo>
                  <a:lnTo>
                    <a:pt x="40" y="2"/>
                  </a:lnTo>
                  <a:lnTo>
                    <a:pt x="40" y="5"/>
                  </a:lnTo>
                  <a:lnTo>
                    <a:pt x="40" y="5"/>
                  </a:lnTo>
                  <a:lnTo>
                    <a:pt x="40" y="5"/>
                  </a:lnTo>
                  <a:lnTo>
                    <a:pt x="40" y="5"/>
                  </a:lnTo>
                  <a:lnTo>
                    <a:pt x="40" y="5"/>
                  </a:lnTo>
                  <a:lnTo>
                    <a:pt x="38" y="5"/>
                  </a:lnTo>
                  <a:lnTo>
                    <a:pt x="38" y="5"/>
                  </a:lnTo>
                  <a:lnTo>
                    <a:pt x="38" y="5"/>
                  </a:lnTo>
                  <a:lnTo>
                    <a:pt x="38" y="7"/>
                  </a:lnTo>
                  <a:lnTo>
                    <a:pt x="38" y="7"/>
                  </a:lnTo>
                  <a:lnTo>
                    <a:pt x="38" y="10"/>
                  </a:lnTo>
                  <a:lnTo>
                    <a:pt x="38" y="10"/>
                  </a:lnTo>
                  <a:lnTo>
                    <a:pt x="38" y="10"/>
                  </a:lnTo>
                  <a:lnTo>
                    <a:pt x="40" y="10"/>
                  </a:lnTo>
                  <a:lnTo>
                    <a:pt x="40" y="12"/>
                  </a:lnTo>
                  <a:lnTo>
                    <a:pt x="40" y="12"/>
                  </a:lnTo>
                  <a:lnTo>
                    <a:pt x="40" y="12"/>
                  </a:lnTo>
                  <a:lnTo>
                    <a:pt x="40" y="12"/>
                  </a:lnTo>
                  <a:lnTo>
                    <a:pt x="40" y="12"/>
                  </a:lnTo>
                  <a:lnTo>
                    <a:pt x="40" y="14"/>
                  </a:lnTo>
                  <a:lnTo>
                    <a:pt x="38" y="14"/>
                  </a:lnTo>
                  <a:lnTo>
                    <a:pt x="38" y="14"/>
                  </a:lnTo>
                  <a:lnTo>
                    <a:pt x="38" y="14"/>
                  </a:lnTo>
                  <a:lnTo>
                    <a:pt x="38" y="17"/>
                  </a:lnTo>
                  <a:lnTo>
                    <a:pt x="38" y="17"/>
                  </a:lnTo>
                  <a:lnTo>
                    <a:pt x="38" y="19"/>
                  </a:lnTo>
                  <a:lnTo>
                    <a:pt x="36" y="19"/>
                  </a:lnTo>
                  <a:lnTo>
                    <a:pt x="36" y="19"/>
                  </a:lnTo>
                  <a:lnTo>
                    <a:pt x="36" y="19"/>
                  </a:lnTo>
                  <a:lnTo>
                    <a:pt x="36" y="19"/>
                  </a:lnTo>
                  <a:lnTo>
                    <a:pt x="36" y="21"/>
                  </a:lnTo>
                  <a:lnTo>
                    <a:pt x="33" y="21"/>
                  </a:lnTo>
                  <a:lnTo>
                    <a:pt x="33" y="21"/>
                  </a:lnTo>
                  <a:lnTo>
                    <a:pt x="33" y="21"/>
                  </a:lnTo>
                  <a:lnTo>
                    <a:pt x="33" y="21"/>
                  </a:lnTo>
                  <a:lnTo>
                    <a:pt x="33" y="24"/>
                  </a:lnTo>
                  <a:lnTo>
                    <a:pt x="31" y="24"/>
                  </a:lnTo>
                  <a:lnTo>
                    <a:pt x="31" y="24"/>
                  </a:lnTo>
                  <a:lnTo>
                    <a:pt x="31" y="24"/>
                  </a:lnTo>
                  <a:lnTo>
                    <a:pt x="31" y="24"/>
                  </a:lnTo>
                  <a:lnTo>
                    <a:pt x="31" y="26"/>
                  </a:lnTo>
                  <a:lnTo>
                    <a:pt x="29" y="26"/>
                  </a:lnTo>
                  <a:lnTo>
                    <a:pt x="29" y="26"/>
                  </a:lnTo>
                  <a:lnTo>
                    <a:pt x="29" y="26"/>
                  </a:lnTo>
                  <a:lnTo>
                    <a:pt x="29" y="26"/>
                  </a:lnTo>
                  <a:lnTo>
                    <a:pt x="29" y="28"/>
                  </a:lnTo>
                  <a:lnTo>
                    <a:pt x="29" y="28"/>
                  </a:lnTo>
                  <a:lnTo>
                    <a:pt x="26" y="28"/>
                  </a:lnTo>
                  <a:lnTo>
                    <a:pt x="26" y="31"/>
                  </a:lnTo>
                  <a:lnTo>
                    <a:pt x="26" y="31"/>
                  </a:lnTo>
                  <a:lnTo>
                    <a:pt x="24" y="31"/>
                  </a:lnTo>
                  <a:lnTo>
                    <a:pt x="24" y="31"/>
                  </a:lnTo>
                  <a:lnTo>
                    <a:pt x="24" y="31"/>
                  </a:lnTo>
                  <a:lnTo>
                    <a:pt x="24" y="31"/>
                  </a:lnTo>
                  <a:lnTo>
                    <a:pt x="21" y="31"/>
                  </a:lnTo>
                  <a:lnTo>
                    <a:pt x="21" y="31"/>
                  </a:lnTo>
                  <a:lnTo>
                    <a:pt x="21" y="31"/>
                  </a:lnTo>
                  <a:lnTo>
                    <a:pt x="21" y="31"/>
                  </a:lnTo>
                  <a:lnTo>
                    <a:pt x="19" y="31"/>
                  </a:lnTo>
                  <a:lnTo>
                    <a:pt x="19" y="31"/>
                  </a:lnTo>
                  <a:lnTo>
                    <a:pt x="19" y="31"/>
                  </a:lnTo>
                  <a:lnTo>
                    <a:pt x="17" y="31"/>
                  </a:lnTo>
                  <a:lnTo>
                    <a:pt x="17" y="31"/>
                  </a:lnTo>
                  <a:lnTo>
                    <a:pt x="17" y="31"/>
                  </a:lnTo>
                  <a:lnTo>
                    <a:pt x="17" y="33"/>
                  </a:lnTo>
                  <a:lnTo>
                    <a:pt x="17" y="33"/>
                  </a:lnTo>
                  <a:lnTo>
                    <a:pt x="14" y="33"/>
                  </a:lnTo>
                  <a:lnTo>
                    <a:pt x="14" y="33"/>
                  </a:lnTo>
                  <a:lnTo>
                    <a:pt x="14" y="33"/>
                  </a:lnTo>
                  <a:lnTo>
                    <a:pt x="14" y="33"/>
                  </a:lnTo>
                  <a:lnTo>
                    <a:pt x="14" y="36"/>
                  </a:lnTo>
                  <a:lnTo>
                    <a:pt x="12" y="36"/>
                  </a:lnTo>
                  <a:lnTo>
                    <a:pt x="12" y="36"/>
                  </a:lnTo>
                  <a:lnTo>
                    <a:pt x="10" y="36"/>
                  </a:lnTo>
                  <a:lnTo>
                    <a:pt x="10" y="36"/>
                  </a:lnTo>
                  <a:lnTo>
                    <a:pt x="10" y="36"/>
                  </a:lnTo>
                  <a:lnTo>
                    <a:pt x="7" y="36"/>
                  </a:lnTo>
                  <a:lnTo>
                    <a:pt x="7" y="36"/>
                  </a:lnTo>
                  <a:lnTo>
                    <a:pt x="7" y="36"/>
                  </a:lnTo>
                  <a:lnTo>
                    <a:pt x="5" y="36"/>
                  </a:lnTo>
                  <a:lnTo>
                    <a:pt x="5" y="36"/>
                  </a:lnTo>
                  <a:lnTo>
                    <a:pt x="3" y="36"/>
                  </a:lnTo>
                  <a:lnTo>
                    <a:pt x="3" y="36"/>
                  </a:lnTo>
                  <a:lnTo>
                    <a:pt x="3" y="33"/>
                  </a:lnTo>
                  <a:lnTo>
                    <a:pt x="3" y="33"/>
                  </a:lnTo>
                  <a:lnTo>
                    <a:pt x="3" y="36"/>
                  </a:lnTo>
                  <a:lnTo>
                    <a:pt x="0" y="36"/>
                  </a:lnTo>
                  <a:lnTo>
                    <a:pt x="0" y="33"/>
                  </a:lnTo>
                  <a:lnTo>
                    <a:pt x="0" y="33"/>
                  </a:lnTo>
                  <a:lnTo>
                    <a:pt x="0" y="33"/>
                  </a:lnTo>
                  <a:lnTo>
                    <a:pt x="0" y="33"/>
                  </a:lnTo>
                  <a:lnTo>
                    <a:pt x="0" y="31"/>
                  </a:lnTo>
                  <a:lnTo>
                    <a:pt x="0" y="31"/>
                  </a:lnTo>
                  <a:lnTo>
                    <a:pt x="3" y="31"/>
                  </a:lnTo>
                  <a:lnTo>
                    <a:pt x="3" y="31"/>
                  </a:lnTo>
                  <a:lnTo>
                    <a:pt x="3" y="31"/>
                  </a:lnTo>
                  <a:lnTo>
                    <a:pt x="3" y="28"/>
                  </a:lnTo>
                  <a:lnTo>
                    <a:pt x="3" y="28"/>
                  </a:lnTo>
                  <a:lnTo>
                    <a:pt x="3" y="28"/>
                  </a:lnTo>
                  <a:lnTo>
                    <a:pt x="5" y="28"/>
                  </a:lnTo>
                  <a:lnTo>
                    <a:pt x="5" y="28"/>
                  </a:lnTo>
                  <a:lnTo>
                    <a:pt x="5" y="28"/>
                  </a:lnTo>
                  <a:lnTo>
                    <a:pt x="7" y="28"/>
                  </a:lnTo>
                  <a:lnTo>
                    <a:pt x="7" y="28"/>
                  </a:lnTo>
                  <a:lnTo>
                    <a:pt x="7" y="28"/>
                  </a:lnTo>
                  <a:lnTo>
                    <a:pt x="10" y="28"/>
                  </a:lnTo>
                  <a:lnTo>
                    <a:pt x="10" y="28"/>
                  </a:lnTo>
                  <a:lnTo>
                    <a:pt x="10" y="28"/>
                  </a:lnTo>
                  <a:lnTo>
                    <a:pt x="10" y="26"/>
                  </a:lnTo>
                  <a:lnTo>
                    <a:pt x="10" y="26"/>
                  </a:lnTo>
                  <a:lnTo>
                    <a:pt x="7" y="26"/>
                  </a:lnTo>
                  <a:lnTo>
                    <a:pt x="7" y="28"/>
                  </a:lnTo>
                  <a:lnTo>
                    <a:pt x="7" y="28"/>
                  </a:lnTo>
                  <a:lnTo>
                    <a:pt x="7" y="26"/>
                  </a:lnTo>
                  <a:lnTo>
                    <a:pt x="7" y="26"/>
                  </a:lnTo>
                  <a:lnTo>
                    <a:pt x="7" y="26"/>
                  </a:lnTo>
                  <a:lnTo>
                    <a:pt x="7" y="24"/>
                  </a:lnTo>
                  <a:lnTo>
                    <a:pt x="7" y="24"/>
                  </a:lnTo>
                  <a:lnTo>
                    <a:pt x="7" y="24"/>
                  </a:lnTo>
                  <a:lnTo>
                    <a:pt x="7" y="21"/>
                  </a:lnTo>
                  <a:lnTo>
                    <a:pt x="7" y="21"/>
                  </a:lnTo>
                  <a:lnTo>
                    <a:pt x="7" y="21"/>
                  </a:lnTo>
                  <a:lnTo>
                    <a:pt x="7" y="21"/>
                  </a:lnTo>
                  <a:lnTo>
                    <a:pt x="7" y="19"/>
                  </a:lnTo>
                  <a:lnTo>
                    <a:pt x="10" y="19"/>
                  </a:lnTo>
                  <a:lnTo>
                    <a:pt x="10" y="19"/>
                  </a:lnTo>
                  <a:lnTo>
                    <a:pt x="10" y="17"/>
                  </a:lnTo>
                  <a:lnTo>
                    <a:pt x="10" y="17"/>
                  </a:lnTo>
                  <a:lnTo>
                    <a:pt x="10" y="14"/>
                  </a:lnTo>
                  <a:lnTo>
                    <a:pt x="10" y="14"/>
                  </a:lnTo>
                  <a:lnTo>
                    <a:pt x="10" y="14"/>
                  </a:lnTo>
                  <a:lnTo>
                    <a:pt x="10" y="14"/>
                  </a:lnTo>
                  <a:lnTo>
                    <a:pt x="10" y="12"/>
                  </a:lnTo>
                  <a:lnTo>
                    <a:pt x="10" y="12"/>
                  </a:lnTo>
                  <a:lnTo>
                    <a:pt x="12" y="12"/>
                  </a:lnTo>
                  <a:lnTo>
                    <a:pt x="12" y="12"/>
                  </a:lnTo>
                  <a:lnTo>
                    <a:pt x="14" y="12"/>
                  </a:lnTo>
                  <a:lnTo>
                    <a:pt x="14" y="12"/>
                  </a:lnTo>
                  <a:lnTo>
                    <a:pt x="14" y="12"/>
                  </a:lnTo>
                  <a:lnTo>
                    <a:pt x="14" y="10"/>
                  </a:lnTo>
                  <a:lnTo>
                    <a:pt x="14" y="10"/>
                  </a:lnTo>
                  <a:lnTo>
                    <a:pt x="14" y="10"/>
                  </a:lnTo>
                  <a:lnTo>
                    <a:pt x="17" y="10"/>
                  </a:lnTo>
                  <a:lnTo>
                    <a:pt x="17" y="10"/>
                  </a:lnTo>
                  <a:lnTo>
                    <a:pt x="17" y="7"/>
                  </a:lnTo>
                  <a:lnTo>
                    <a:pt x="17" y="7"/>
                  </a:lnTo>
                  <a:lnTo>
                    <a:pt x="17" y="10"/>
                  </a:lnTo>
                  <a:lnTo>
                    <a:pt x="17" y="10"/>
                  </a:lnTo>
                  <a:lnTo>
                    <a:pt x="17" y="12"/>
                  </a:lnTo>
                  <a:lnTo>
                    <a:pt x="19" y="12"/>
                  </a:lnTo>
                  <a:lnTo>
                    <a:pt x="19" y="12"/>
                  </a:lnTo>
                  <a:lnTo>
                    <a:pt x="19" y="10"/>
                  </a:lnTo>
                  <a:lnTo>
                    <a:pt x="21" y="10"/>
                  </a:lnTo>
                  <a:lnTo>
                    <a:pt x="21" y="10"/>
                  </a:lnTo>
                  <a:lnTo>
                    <a:pt x="21" y="12"/>
                  </a:lnTo>
                  <a:lnTo>
                    <a:pt x="21" y="12"/>
                  </a:lnTo>
                  <a:lnTo>
                    <a:pt x="21" y="12"/>
                  </a:lnTo>
                  <a:lnTo>
                    <a:pt x="21" y="12"/>
                  </a:lnTo>
                  <a:lnTo>
                    <a:pt x="24" y="12"/>
                  </a:lnTo>
                  <a:lnTo>
                    <a:pt x="24" y="12"/>
                  </a:lnTo>
                  <a:lnTo>
                    <a:pt x="24" y="12"/>
                  </a:lnTo>
                  <a:lnTo>
                    <a:pt x="24" y="12"/>
                  </a:lnTo>
                  <a:lnTo>
                    <a:pt x="24" y="10"/>
                  </a:lnTo>
                  <a:lnTo>
                    <a:pt x="24" y="10"/>
                  </a:lnTo>
                  <a:lnTo>
                    <a:pt x="24" y="10"/>
                  </a:lnTo>
                  <a:lnTo>
                    <a:pt x="26" y="10"/>
                  </a:lnTo>
                  <a:lnTo>
                    <a:pt x="26" y="7"/>
                  </a:lnTo>
                  <a:lnTo>
                    <a:pt x="26" y="7"/>
                  </a:lnTo>
                  <a:lnTo>
                    <a:pt x="26" y="5"/>
                  </a:lnTo>
                  <a:lnTo>
                    <a:pt x="26" y="5"/>
                  </a:lnTo>
                  <a:lnTo>
                    <a:pt x="26" y="5"/>
                  </a:lnTo>
                  <a:lnTo>
                    <a:pt x="29" y="5"/>
                  </a:lnTo>
                  <a:lnTo>
                    <a:pt x="29" y="5"/>
                  </a:lnTo>
                  <a:lnTo>
                    <a:pt x="29" y="2"/>
                  </a:lnTo>
                  <a:lnTo>
                    <a:pt x="29" y="2"/>
                  </a:lnTo>
                  <a:lnTo>
                    <a:pt x="31" y="2"/>
                  </a:lnTo>
                  <a:lnTo>
                    <a:pt x="31" y="2"/>
                  </a:lnTo>
                  <a:lnTo>
                    <a:pt x="31" y="2"/>
                  </a:lnTo>
                  <a:lnTo>
                    <a:pt x="31" y="2"/>
                  </a:lnTo>
                  <a:lnTo>
                    <a:pt x="31" y="2"/>
                  </a:lnTo>
                  <a:lnTo>
                    <a:pt x="31" y="0"/>
                  </a:lnTo>
                  <a:lnTo>
                    <a:pt x="33" y="0"/>
                  </a:lnTo>
                  <a:lnTo>
                    <a:pt x="33" y="0"/>
                  </a:lnTo>
                  <a:lnTo>
                    <a:pt x="36" y="0"/>
                  </a:lnTo>
                  <a:lnTo>
                    <a:pt x="36" y="0"/>
                  </a:lnTo>
                  <a:lnTo>
                    <a:pt x="36" y="0"/>
                  </a:lnTo>
                  <a:lnTo>
                    <a:pt x="36"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0" name="Freeform 208"/>
            <p:cNvSpPr>
              <a:spLocks/>
            </p:cNvSpPr>
            <p:nvPr/>
          </p:nvSpPr>
          <p:spPr bwMode="auto">
            <a:xfrm>
              <a:off x="5294313" y="4697413"/>
              <a:ext cx="90488" cy="41275"/>
            </a:xfrm>
            <a:custGeom>
              <a:avLst/>
              <a:gdLst/>
              <a:ahLst/>
              <a:cxnLst>
                <a:cxn ang="0">
                  <a:pos x="19" y="3"/>
                </a:cxn>
                <a:cxn ang="0">
                  <a:pos x="24" y="3"/>
                </a:cxn>
                <a:cxn ang="0">
                  <a:pos x="26" y="0"/>
                </a:cxn>
                <a:cxn ang="0">
                  <a:pos x="29" y="0"/>
                </a:cxn>
                <a:cxn ang="0">
                  <a:pos x="31" y="0"/>
                </a:cxn>
                <a:cxn ang="0">
                  <a:pos x="33" y="3"/>
                </a:cxn>
                <a:cxn ang="0">
                  <a:pos x="33" y="5"/>
                </a:cxn>
                <a:cxn ang="0">
                  <a:pos x="36" y="7"/>
                </a:cxn>
                <a:cxn ang="0">
                  <a:pos x="38" y="5"/>
                </a:cxn>
                <a:cxn ang="0">
                  <a:pos x="40" y="5"/>
                </a:cxn>
                <a:cxn ang="0">
                  <a:pos x="43" y="5"/>
                </a:cxn>
                <a:cxn ang="0">
                  <a:pos x="45" y="7"/>
                </a:cxn>
                <a:cxn ang="0">
                  <a:pos x="50" y="5"/>
                </a:cxn>
                <a:cxn ang="0">
                  <a:pos x="50" y="5"/>
                </a:cxn>
                <a:cxn ang="0">
                  <a:pos x="52" y="3"/>
                </a:cxn>
                <a:cxn ang="0">
                  <a:pos x="52" y="3"/>
                </a:cxn>
                <a:cxn ang="0">
                  <a:pos x="52" y="5"/>
                </a:cxn>
                <a:cxn ang="0">
                  <a:pos x="52" y="7"/>
                </a:cxn>
                <a:cxn ang="0">
                  <a:pos x="52" y="7"/>
                </a:cxn>
                <a:cxn ang="0">
                  <a:pos x="52" y="12"/>
                </a:cxn>
                <a:cxn ang="0">
                  <a:pos x="52" y="12"/>
                </a:cxn>
                <a:cxn ang="0">
                  <a:pos x="55" y="15"/>
                </a:cxn>
                <a:cxn ang="0">
                  <a:pos x="55" y="17"/>
                </a:cxn>
                <a:cxn ang="0">
                  <a:pos x="52" y="17"/>
                </a:cxn>
                <a:cxn ang="0">
                  <a:pos x="50" y="19"/>
                </a:cxn>
                <a:cxn ang="0">
                  <a:pos x="50" y="22"/>
                </a:cxn>
                <a:cxn ang="0">
                  <a:pos x="48" y="19"/>
                </a:cxn>
                <a:cxn ang="0">
                  <a:pos x="43" y="19"/>
                </a:cxn>
                <a:cxn ang="0">
                  <a:pos x="40" y="22"/>
                </a:cxn>
                <a:cxn ang="0">
                  <a:pos x="38" y="22"/>
                </a:cxn>
                <a:cxn ang="0">
                  <a:pos x="36" y="19"/>
                </a:cxn>
                <a:cxn ang="0">
                  <a:pos x="36" y="19"/>
                </a:cxn>
                <a:cxn ang="0">
                  <a:pos x="33" y="22"/>
                </a:cxn>
                <a:cxn ang="0">
                  <a:pos x="31" y="22"/>
                </a:cxn>
                <a:cxn ang="0">
                  <a:pos x="29" y="22"/>
                </a:cxn>
                <a:cxn ang="0">
                  <a:pos x="26" y="24"/>
                </a:cxn>
                <a:cxn ang="0">
                  <a:pos x="24" y="24"/>
                </a:cxn>
                <a:cxn ang="0">
                  <a:pos x="19" y="24"/>
                </a:cxn>
                <a:cxn ang="0">
                  <a:pos x="17" y="26"/>
                </a:cxn>
                <a:cxn ang="0">
                  <a:pos x="14" y="26"/>
                </a:cxn>
                <a:cxn ang="0">
                  <a:pos x="12" y="26"/>
                </a:cxn>
                <a:cxn ang="0">
                  <a:pos x="10" y="26"/>
                </a:cxn>
                <a:cxn ang="0">
                  <a:pos x="7" y="26"/>
                </a:cxn>
                <a:cxn ang="0">
                  <a:pos x="5" y="26"/>
                </a:cxn>
                <a:cxn ang="0">
                  <a:pos x="3" y="26"/>
                </a:cxn>
                <a:cxn ang="0">
                  <a:pos x="3" y="22"/>
                </a:cxn>
                <a:cxn ang="0">
                  <a:pos x="3" y="19"/>
                </a:cxn>
                <a:cxn ang="0">
                  <a:pos x="3" y="17"/>
                </a:cxn>
                <a:cxn ang="0">
                  <a:pos x="3" y="15"/>
                </a:cxn>
                <a:cxn ang="0">
                  <a:pos x="5" y="12"/>
                </a:cxn>
                <a:cxn ang="0">
                  <a:pos x="5" y="10"/>
                </a:cxn>
                <a:cxn ang="0">
                  <a:pos x="10" y="7"/>
                </a:cxn>
                <a:cxn ang="0">
                  <a:pos x="12" y="7"/>
                </a:cxn>
                <a:cxn ang="0">
                  <a:pos x="14" y="7"/>
                </a:cxn>
                <a:cxn ang="0">
                  <a:pos x="17" y="10"/>
                </a:cxn>
                <a:cxn ang="0">
                  <a:pos x="17" y="7"/>
                </a:cxn>
              </a:cxnLst>
              <a:rect l="0" t="0" r="r" b="b"/>
              <a:pathLst>
                <a:path w="57" h="26">
                  <a:moveTo>
                    <a:pt x="17" y="3"/>
                  </a:moveTo>
                  <a:lnTo>
                    <a:pt x="19" y="3"/>
                  </a:lnTo>
                  <a:lnTo>
                    <a:pt x="19" y="3"/>
                  </a:lnTo>
                  <a:lnTo>
                    <a:pt x="19" y="3"/>
                  </a:lnTo>
                  <a:lnTo>
                    <a:pt x="19" y="3"/>
                  </a:lnTo>
                  <a:lnTo>
                    <a:pt x="21" y="3"/>
                  </a:lnTo>
                  <a:lnTo>
                    <a:pt x="21" y="3"/>
                  </a:lnTo>
                  <a:lnTo>
                    <a:pt x="24" y="3"/>
                  </a:lnTo>
                  <a:lnTo>
                    <a:pt x="24" y="0"/>
                  </a:lnTo>
                  <a:lnTo>
                    <a:pt x="24" y="0"/>
                  </a:lnTo>
                  <a:lnTo>
                    <a:pt x="24" y="0"/>
                  </a:lnTo>
                  <a:lnTo>
                    <a:pt x="26" y="0"/>
                  </a:lnTo>
                  <a:lnTo>
                    <a:pt x="26" y="0"/>
                  </a:lnTo>
                  <a:lnTo>
                    <a:pt x="26" y="0"/>
                  </a:lnTo>
                  <a:lnTo>
                    <a:pt x="26" y="0"/>
                  </a:lnTo>
                  <a:lnTo>
                    <a:pt x="29" y="0"/>
                  </a:lnTo>
                  <a:lnTo>
                    <a:pt x="29" y="0"/>
                  </a:lnTo>
                  <a:lnTo>
                    <a:pt x="29" y="0"/>
                  </a:lnTo>
                  <a:lnTo>
                    <a:pt x="31" y="0"/>
                  </a:lnTo>
                  <a:lnTo>
                    <a:pt x="31" y="0"/>
                  </a:lnTo>
                  <a:lnTo>
                    <a:pt x="31" y="0"/>
                  </a:lnTo>
                  <a:lnTo>
                    <a:pt x="31" y="3"/>
                  </a:lnTo>
                  <a:lnTo>
                    <a:pt x="33" y="3"/>
                  </a:lnTo>
                  <a:lnTo>
                    <a:pt x="33" y="3"/>
                  </a:lnTo>
                  <a:lnTo>
                    <a:pt x="33" y="5"/>
                  </a:lnTo>
                  <a:lnTo>
                    <a:pt x="33" y="5"/>
                  </a:lnTo>
                  <a:lnTo>
                    <a:pt x="33" y="5"/>
                  </a:lnTo>
                  <a:lnTo>
                    <a:pt x="33" y="5"/>
                  </a:lnTo>
                  <a:lnTo>
                    <a:pt x="33" y="7"/>
                  </a:lnTo>
                  <a:lnTo>
                    <a:pt x="33" y="7"/>
                  </a:lnTo>
                  <a:lnTo>
                    <a:pt x="36" y="7"/>
                  </a:lnTo>
                  <a:lnTo>
                    <a:pt x="36" y="7"/>
                  </a:lnTo>
                  <a:lnTo>
                    <a:pt x="36" y="7"/>
                  </a:lnTo>
                  <a:lnTo>
                    <a:pt x="38" y="7"/>
                  </a:lnTo>
                  <a:lnTo>
                    <a:pt x="38" y="5"/>
                  </a:lnTo>
                  <a:lnTo>
                    <a:pt x="38" y="5"/>
                  </a:lnTo>
                  <a:lnTo>
                    <a:pt x="38" y="5"/>
                  </a:lnTo>
                  <a:lnTo>
                    <a:pt x="38" y="5"/>
                  </a:lnTo>
                  <a:lnTo>
                    <a:pt x="40" y="5"/>
                  </a:lnTo>
                  <a:lnTo>
                    <a:pt x="40" y="5"/>
                  </a:lnTo>
                  <a:lnTo>
                    <a:pt x="40" y="5"/>
                  </a:lnTo>
                  <a:lnTo>
                    <a:pt x="43" y="5"/>
                  </a:lnTo>
                  <a:lnTo>
                    <a:pt x="43" y="5"/>
                  </a:lnTo>
                  <a:lnTo>
                    <a:pt x="43" y="5"/>
                  </a:lnTo>
                  <a:lnTo>
                    <a:pt x="43" y="7"/>
                  </a:lnTo>
                  <a:lnTo>
                    <a:pt x="45" y="7"/>
                  </a:lnTo>
                  <a:lnTo>
                    <a:pt x="45" y="7"/>
                  </a:lnTo>
                  <a:lnTo>
                    <a:pt x="45" y="7"/>
                  </a:lnTo>
                  <a:lnTo>
                    <a:pt x="45" y="5"/>
                  </a:lnTo>
                  <a:lnTo>
                    <a:pt x="48" y="5"/>
                  </a:lnTo>
                  <a:lnTo>
                    <a:pt x="48" y="5"/>
                  </a:lnTo>
                  <a:lnTo>
                    <a:pt x="50" y="5"/>
                  </a:lnTo>
                  <a:lnTo>
                    <a:pt x="50" y="5"/>
                  </a:lnTo>
                  <a:lnTo>
                    <a:pt x="50" y="7"/>
                  </a:lnTo>
                  <a:lnTo>
                    <a:pt x="50" y="7"/>
                  </a:lnTo>
                  <a:lnTo>
                    <a:pt x="50" y="5"/>
                  </a:lnTo>
                  <a:lnTo>
                    <a:pt x="50" y="5"/>
                  </a:lnTo>
                  <a:lnTo>
                    <a:pt x="50" y="3"/>
                  </a:lnTo>
                  <a:lnTo>
                    <a:pt x="50" y="3"/>
                  </a:lnTo>
                  <a:lnTo>
                    <a:pt x="52" y="3"/>
                  </a:lnTo>
                  <a:lnTo>
                    <a:pt x="52" y="0"/>
                  </a:lnTo>
                  <a:lnTo>
                    <a:pt x="52" y="0"/>
                  </a:lnTo>
                  <a:lnTo>
                    <a:pt x="52" y="3"/>
                  </a:lnTo>
                  <a:lnTo>
                    <a:pt x="52" y="3"/>
                  </a:lnTo>
                  <a:lnTo>
                    <a:pt x="52" y="3"/>
                  </a:lnTo>
                  <a:lnTo>
                    <a:pt x="55" y="3"/>
                  </a:lnTo>
                  <a:lnTo>
                    <a:pt x="55" y="5"/>
                  </a:lnTo>
                  <a:lnTo>
                    <a:pt x="52" y="5"/>
                  </a:lnTo>
                  <a:lnTo>
                    <a:pt x="52" y="5"/>
                  </a:lnTo>
                  <a:lnTo>
                    <a:pt x="52" y="7"/>
                  </a:lnTo>
                  <a:lnTo>
                    <a:pt x="52" y="7"/>
                  </a:lnTo>
                  <a:lnTo>
                    <a:pt x="52" y="7"/>
                  </a:lnTo>
                  <a:lnTo>
                    <a:pt x="52" y="7"/>
                  </a:lnTo>
                  <a:lnTo>
                    <a:pt x="50" y="7"/>
                  </a:lnTo>
                  <a:lnTo>
                    <a:pt x="50" y="7"/>
                  </a:lnTo>
                  <a:lnTo>
                    <a:pt x="52" y="7"/>
                  </a:lnTo>
                  <a:lnTo>
                    <a:pt x="52" y="10"/>
                  </a:lnTo>
                  <a:lnTo>
                    <a:pt x="52" y="10"/>
                  </a:lnTo>
                  <a:lnTo>
                    <a:pt x="52" y="10"/>
                  </a:lnTo>
                  <a:lnTo>
                    <a:pt x="52" y="12"/>
                  </a:lnTo>
                  <a:lnTo>
                    <a:pt x="52" y="12"/>
                  </a:lnTo>
                  <a:lnTo>
                    <a:pt x="52" y="15"/>
                  </a:lnTo>
                  <a:lnTo>
                    <a:pt x="52" y="15"/>
                  </a:lnTo>
                  <a:lnTo>
                    <a:pt x="52" y="12"/>
                  </a:lnTo>
                  <a:lnTo>
                    <a:pt x="55" y="12"/>
                  </a:lnTo>
                  <a:lnTo>
                    <a:pt x="55" y="12"/>
                  </a:lnTo>
                  <a:lnTo>
                    <a:pt x="55" y="15"/>
                  </a:lnTo>
                  <a:lnTo>
                    <a:pt x="55" y="15"/>
                  </a:lnTo>
                  <a:lnTo>
                    <a:pt x="57" y="15"/>
                  </a:lnTo>
                  <a:lnTo>
                    <a:pt x="57" y="17"/>
                  </a:lnTo>
                  <a:lnTo>
                    <a:pt x="57" y="17"/>
                  </a:lnTo>
                  <a:lnTo>
                    <a:pt x="55" y="17"/>
                  </a:lnTo>
                  <a:lnTo>
                    <a:pt x="55" y="17"/>
                  </a:lnTo>
                  <a:lnTo>
                    <a:pt x="55" y="17"/>
                  </a:lnTo>
                  <a:lnTo>
                    <a:pt x="52" y="17"/>
                  </a:lnTo>
                  <a:lnTo>
                    <a:pt x="52" y="17"/>
                  </a:lnTo>
                  <a:lnTo>
                    <a:pt x="52" y="17"/>
                  </a:lnTo>
                  <a:lnTo>
                    <a:pt x="50" y="17"/>
                  </a:lnTo>
                  <a:lnTo>
                    <a:pt x="50" y="17"/>
                  </a:lnTo>
                  <a:lnTo>
                    <a:pt x="50" y="19"/>
                  </a:lnTo>
                  <a:lnTo>
                    <a:pt x="50" y="19"/>
                  </a:lnTo>
                  <a:lnTo>
                    <a:pt x="50" y="19"/>
                  </a:lnTo>
                  <a:lnTo>
                    <a:pt x="50" y="19"/>
                  </a:lnTo>
                  <a:lnTo>
                    <a:pt x="50" y="22"/>
                  </a:lnTo>
                  <a:lnTo>
                    <a:pt x="50" y="22"/>
                  </a:lnTo>
                  <a:lnTo>
                    <a:pt x="48" y="22"/>
                  </a:lnTo>
                  <a:lnTo>
                    <a:pt x="48" y="22"/>
                  </a:lnTo>
                  <a:lnTo>
                    <a:pt x="48" y="19"/>
                  </a:lnTo>
                  <a:lnTo>
                    <a:pt x="45" y="19"/>
                  </a:lnTo>
                  <a:lnTo>
                    <a:pt x="45" y="19"/>
                  </a:lnTo>
                  <a:lnTo>
                    <a:pt x="45" y="19"/>
                  </a:lnTo>
                  <a:lnTo>
                    <a:pt x="43" y="19"/>
                  </a:lnTo>
                  <a:lnTo>
                    <a:pt x="43" y="19"/>
                  </a:lnTo>
                  <a:lnTo>
                    <a:pt x="43" y="22"/>
                  </a:lnTo>
                  <a:lnTo>
                    <a:pt x="43" y="22"/>
                  </a:lnTo>
                  <a:lnTo>
                    <a:pt x="40" y="22"/>
                  </a:lnTo>
                  <a:lnTo>
                    <a:pt x="40" y="22"/>
                  </a:lnTo>
                  <a:lnTo>
                    <a:pt x="40" y="22"/>
                  </a:lnTo>
                  <a:lnTo>
                    <a:pt x="38" y="22"/>
                  </a:lnTo>
                  <a:lnTo>
                    <a:pt x="38" y="22"/>
                  </a:lnTo>
                  <a:lnTo>
                    <a:pt x="38" y="22"/>
                  </a:lnTo>
                  <a:lnTo>
                    <a:pt x="38" y="22"/>
                  </a:lnTo>
                  <a:lnTo>
                    <a:pt x="36" y="22"/>
                  </a:lnTo>
                  <a:lnTo>
                    <a:pt x="36" y="19"/>
                  </a:lnTo>
                  <a:lnTo>
                    <a:pt x="36" y="19"/>
                  </a:lnTo>
                  <a:lnTo>
                    <a:pt x="36" y="17"/>
                  </a:lnTo>
                  <a:lnTo>
                    <a:pt x="36" y="17"/>
                  </a:lnTo>
                  <a:lnTo>
                    <a:pt x="36" y="19"/>
                  </a:lnTo>
                  <a:lnTo>
                    <a:pt x="33" y="19"/>
                  </a:lnTo>
                  <a:lnTo>
                    <a:pt x="33" y="19"/>
                  </a:lnTo>
                  <a:lnTo>
                    <a:pt x="33" y="19"/>
                  </a:lnTo>
                  <a:lnTo>
                    <a:pt x="33" y="22"/>
                  </a:lnTo>
                  <a:lnTo>
                    <a:pt x="33" y="22"/>
                  </a:lnTo>
                  <a:lnTo>
                    <a:pt x="31" y="22"/>
                  </a:lnTo>
                  <a:lnTo>
                    <a:pt x="31" y="22"/>
                  </a:lnTo>
                  <a:lnTo>
                    <a:pt x="31" y="22"/>
                  </a:lnTo>
                  <a:lnTo>
                    <a:pt x="31" y="22"/>
                  </a:lnTo>
                  <a:lnTo>
                    <a:pt x="31" y="22"/>
                  </a:lnTo>
                  <a:lnTo>
                    <a:pt x="29" y="22"/>
                  </a:lnTo>
                  <a:lnTo>
                    <a:pt x="29" y="22"/>
                  </a:lnTo>
                  <a:lnTo>
                    <a:pt x="29" y="22"/>
                  </a:lnTo>
                  <a:lnTo>
                    <a:pt x="26" y="22"/>
                  </a:lnTo>
                  <a:lnTo>
                    <a:pt x="26" y="24"/>
                  </a:lnTo>
                  <a:lnTo>
                    <a:pt x="26" y="24"/>
                  </a:lnTo>
                  <a:lnTo>
                    <a:pt x="26" y="24"/>
                  </a:lnTo>
                  <a:lnTo>
                    <a:pt x="24" y="24"/>
                  </a:lnTo>
                  <a:lnTo>
                    <a:pt x="24" y="24"/>
                  </a:lnTo>
                  <a:lnTo>
                    <a:pt x="24" y="24"/>
                  </a:lnTo>
                  <a:lnTo>
                    <a:pt x="21" y="24"/>
                  </a:lnTo>
                  <a:lnTo>
                    <a:pt x="21" y="24"/>
                  </a:lnTo>
                  <a:lnTo>
                    <a:pt x="21" y="24"/>
                  </a:lnTo>
                  <a:lnTo>
                    <a:pt x="19" y="24"/>
                  </a:lnTo>
                  <a:lnTo>
                    <a:pt x="19" y="26"/>
                  </a:lnTo>
                  <a:lnTo>
                    <a:pt x="19" y="26"/>
                  </a:lnTo>
                  <a:lnTo>
                    <a:pt x="19" y="26"/>
                  </a:lnTo>
                  <a:lnTo>
                    <a:pt x="17" y="26"/>
                  </a:lnTo>
                  <a:lnTo>
                    <a:pt x="17" y="26"/>
                  </a:lnTo>
                  <a:lnTo>
                    <a:pt x="17" y="26"/>
                  </a:lnTo>
                  <a:lnTo>
                    <a:pt x="17" y="26"/>
                  </a:lnTo>
                  <a:lnTo>
                    <a:pt x="14" y="26"/>
                  </a:lnTo>
                  <a:lnTo>
                    <a:pt x="14" y="26"/>
                  </a:lnTo>
                  <a:lnTo>
                    <a:pt x="12" y="26"/>
                  </a:lnTo>
                  <a:lnTo>
                    <a:pt x="12" y="26"/>
                  </a:lnTo>
                  <a:lnTo>
                    <a:pt x="12" y="26"/>
                  </a:lnTo>
                  <a:lnTo>
                    <a:pt x="12" y="26"/>
                  </a:lnTo>
                  <a:lnTo>
                    <a:pt x="12" y="26"/>
                  </a:lnTo>
                  <a:lnTo>
                    <a:pt x="12" y="26"/>
                  </a:lnTo>
                  <a:lnTo>
                    <a:pt x="10" y="26"/>
                  </a:lnTo>
                  <a:lnTo>
                    <a:pt x="10" y="26"/>
                  </a:lnTo>
                  <a:lnTo>
                    <a:pt x="10" y="26"/>
                  </a:lnTo>
                  <a:lnTo>
                    <a:pt x="7" y="26"/>
                  </a:lnTo>
                  <a:lnTo>
                    <a:pt x="7" y="26"/>
                  </a:lnTo>
                  <a:lnTo>
                    <a:pt x="7" y="26"/>
                  </a:lnTo>
                  <a:lnTo>
                    <a:pt x="5" y="26"/>
                  </a:lnTo>
                  <a:lnTo>
                    <a:pt x="5" y="26"/>
                  </a:lnTo>
                  <a:lnTo>
                    <a:pt x="5" y="26"/>
                  </a:lnTo>
                  <a:lnTo>
                    <a:pt x="3" y="26"/>
                  </a:lnTo>
                  <a:lnTo>
                    <a:pt x="3" y="26"/>
                  </a:lnTo>
                  <a:lnTo>
                    <a:pt x="3" y="26"/>
                  </a:lnTo>
                  <a:lnTo>
                    <a:pt x="3" y="26"/>
                  </a:lnTo>
                  <a:lnTo>
                    <a:pt x="3" y="24"/>
                  </a:lnTo>
                  <a:lnTo>
                    <a:pt x="3" y="24"/>
                  </a:lnTo>
                  <a:lnTo>
                    <a:pt x="3" y="22"/>
                  </a:lnTo>
                  <a:lnTo>
                    <a:pt x="3" y="22"/>
                  </a:lnTo>
                  <a:lnTo>
                    <a:pt x="3" y="19"/>
                  </a:lnTo>
                  <a:lnTo>
                    <a:pt x="3" y="19"/>
                  </a:lnTo>
                  <a:lnTo>
                    <a:pt x="3" y="19"/>
                  </a:lnTo>
                  <a:lnTo>
                    <a:pt x="3" y="19"/>
                  </a:lnTo>
                  <a:lnTo>
                    <a:pt x="3" y="17"/>
                  </a:lnTo>
                  <a:lnTo>
                    <a:pt x="0" y="17"/>
                  </a:lnTo>
                  <a:lnTo>
                    <a:pt x="0" y="17"/>
                  </a:lnTo>
                  <a:lnTo>
                    <a:pt x="3" y="17"/>
                  </a:lnTo>
                  <a:lnTo>
                    <a:pt x="3" y="17"/>
                  </a:lnTo>
                  <a:lnTo>
                    <a:pt x="3" y="15"/>
                  </a:lnTo>
                  <a:lnTo>
                    <a:pt x="3" y="15"/>
                  </a:lnTo>
                  <a:lnTo>
                    <a:pt x="3" y="15"/>
                  </a:lnTo>
                  <a:lnTo>
                    <a:pt x="3" y="12"/>
                  </a:lnTo>
                  <a:lnTo>
                    <a:pt x="3" y="12"/>
                  </a:lnTo>
                  <a:lnTo>
                    <a:pt x="3" y="12"/>
                  </a:lnTo>
                  <a:lnTo>
                    <a:pt x="5" y="12"/>
                  </a:lnTo>
                  <a:lnTo>
                    <a:pt x="5" y="10"/>
                  </a:lnTo>
                  <a:lnTo>
                    <a:pt x="5" y="10"/>
                  </a:lnTo>
                  <a:lnTo>
                    <a:pt x="5" y="10"/>
                  </a:lnTo>
                  <a:lnTo>
                    <a:pt x="5" y="10"/>
                  </a:lnTo>
                  <a:lnTo>
                    <a:pt x="7" y="10"/>
                  </a:lnTo>
                  <a:lnTo>
                    <a:pt x="7" y="7"/>
                  </a:lnTo>
                  <a:lnTo>
                    <a:pt x="7" y="7"/>
                  </a:lnTo>
                  <a:lnTo>
                    <a:pt x="10" y="7"/>
                  </a:lnTo>
                  <a:lnTo>
                    <a:pt x="10" y="7"/>
                  </a:lnTo>
                  <a:lnTo>
                    <a:pt x="10" y="7"/>
                  </a:lnTo>
                  <a:lnTo>
                    <a:pt x="10" y="7"/>
                  </a:lnTo>
                  <a:lnTo>
                    <a:pt x="12" y="7"/>
                  </a:lnTo>
                  <a:lnTo>
                    <a:pt x="12" y="7"/>
                  </a:lnTo>
                  <a:lnTo>
                    <a:pt x="12" y="7"/>
                  </a:lnTo>
                  <a:lnTo>
                    <a:pt x="12" y="7"/>
                  </a:lnTo>
                  <a:lnTo>
                    <a:pt x="14" y="7"/>
                  </a:lnTo>
                  <a:lnTo>
                    <a:pt x="14" y="10"/>
                  </a:lnTo>
                  <a:lnTo>
                    <a:pt x="14" y="10"/>
                  </a:lnTo>
                  <a:lnTo>
                    <a:pt x="17" y="10"/>
                  </a:lnTo>
                  <a:lnTo>
                    <a:pt x="17" y="10"/>
                  </a:lnTo>
                  <a:lnTo>
                    <a:pt x="17" y="7"/>
                  </a:lnTo>
                  <a:lnTo>
                    <a:pt x="17" y="7"/>
                  </a:lnTo>
                  <a:lnTo>
                    <a:pt x="17" y="7"/>
                  </a:lnTo>
                  <a:lnTo>
                    <a:pt x="17" y="7"/>
                  </a:lnTo>
                  <a:lnTo>
                    <a:pt x="17" y="5"/>
                  </a:lnTo>
                  <a:lnTo>
                    <a:pt x="17" y="5"/>
                  </a:lnTo>
                  <a:lnTo>
                    <a:pt x="17"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1" name="Freeform 209"/>
            <p:cNvSpPr>
              <a:spLocks/>
            </p:cNvSpPr>
            <p:nvPr/>
          </p:nvSpPr>
          <p:spPr bwMode="auto">
            <a:xfrm>
              <a:off x="5294313" y="4697413"/>
              <a:ext cx="90488" cy="41275"/>
            </a:xfrm>
            <a:custGeom>
              <a:avLst/>
              <a:gdLst/>
              <a:ahLst/>
              <a:cxnLst>
                <a:cxn ang="0">
                  <a:pos x="19" y="3"/>
                </a:cxn>
                <a:cxn ang="0">
                  <a:pos x="24" y="3"/>
                </a:cxn>
                <a:cxn ang="0">
                  <a:pos x="26" y="0"/>
                </a:cxn>
                <a:cxn ang="0">
                  <a:pos x="29" y="0"/>
                </a:cxn>
                <a:cxn ang="0">
                  <a:pos x="31" y="0"/>
                </a:cxn>
                <a:cxn ang="0">
                  <a:pos x="33" y="3"/>
                </a:cxn>
                <a:cxn ang="0">
                  <a:pos x="33" y="5"/>
                </a:cxn>
                <a:cxn ang="0">
                  <a:pos x="36" y="7"/>
                </a:cxn>
                <a:cxn ang="0">
                  <a:pos x="38" y="5"/>
                </a:cxn>
                <a:cxn ang="0">
                  <a:pos x="40" y="5"/>
                </a:cxn>
                <a:cxn ang="0">
                  <a:pos x="43" y="5"/>
                </a:cxn>
                <a:cxn ang="0">
                  <a:pos x="45" y="7"/>
                </a:cxn>
                <a:cxn ang="0">
                  <a:pos x="50" y="5"/>
                </a:cxn>
                <a:cxn ang="0">
                  <a:pos x="50" y="5"/>
                </a:cxn>
                <a:cxn ang="0">
                  <a:pos x="52" y="3"/>
                </a:cxn>
                <a:cxn ang="0">
                  <a:pos x="52" y="3"/>
                </a:cxn>
                <a:cxn ang="0">
                  <a:pos x="52" y="5"/>
                </a:cxn>
                <a:cxn ang="0">
                  <a:pos x="52" y="7"/>
                </a:cxn>
                <a:cxn ang="0">
                  <a:pos x="52" y="7"/>
                </a:cxn>
                <a:cxn ang="0">
                  <a:pos x="52" y="12"/>
                </a:cxn>
                <a:cxn ang="0">
                  <a:pos x="52" y="12"/>
                </a:cxn>
                <a:cxn ang="0">
                  <a:pos x="55" y="15"/>
                </a:cxn>
                <a:cxn ang="0">
                  <a:pos x="55" y="17"/>
                </a:cxn>
                <a:cxn ang="0">
                  <a:pos x="52" y="17"/>
                </a:cxn>
                <a:cxn ang="0">
                  <a:pos x="50" y="19"/>
                </a:cxn>
                <a:cxn ang="0">
                  <a:pos x="50" y="22"/>
                </a:cxn>
                <a:cxn ang="0">
                  <a:pos x="48" y="19"/>
                </a:cxn>
                <a:cxn ang="0">
                  <a:pos x="43" y="19"/>
                </a:cxn>
                <a:cxn ang="0">
                  <a:pos x="40" y="22"/>
                </a:cxn>
                <a:cxn ang="0">
                  <a:pos x="38" y="22"/>
                </a:cxn>
                <a:cxn ang="0">
                  <a:pos x="36" y="19"/>
                </a:cxn>
                <a:cxn ang="0">
                  <a:pos x="36" y="19"/>
                </a:cxn>
                <a:cxn ang="0">
                  <a:pos x="33" y="22"/>
                </a:cxn>
                <a:cxn ang="0">
                  <a:pos x="31" y="22"/>
                </a:cxn>
                <a:cxn ang="0">
                  <a:pos x="29" y="22"/>
                </a:cxn>
                <a:cxn ang="0">
                  <a:pos x="26" y="24"/>
                </a:cxn>
                <a:cxn ang="0">
                  <a:pos x="24" y="24"/>
                </a:cxn>
                <a:cxn ang="0">
                  <a:pos x="19" y="24"/>
                </a:cxn>
                <a:cxn ang="0">
                  <a:pos x="17" y="26"/>
                </a:cxn>
                <a:cxn ang="0">
                  <a:pos x="14" y="26"/>
                </a:cxn>
                <a:cxn ang="0">
                  <a:pos x="12" y="26"/>
                </a:cxn>
                <a:cxn ang="0">
                  <a:pos x="10" y="26"/>
                </a:cxn>
                <a:cxn ang="0">
                  <a:pos x="7" y="26"/>
                </a:cxn>
                <a:cxn ang="0">
                  <a:pos x="5" y="26"/>
                </a:cxn>
                <a:cxn ang="0">
                  <a:pos x="3" y="26"/>
                </a:cxn>
                <a:cxn ang="0">
                  <a:pos x="3" y="22"/>
                </a:cxn>
                <a:cxn ang="0">
                  <a:pos x="3" y="19"/>
                </a:cxn>
                <a:cxn ang="0">
                  <a:pos x="3" y="17"/>
                </a:cxn>
                <a:cxn ang="0">
                  <a:pos x="3" y="15"/>
                </a:cxn>
                <a:cxn ang="0">
                  <a:pos x="5" y="12"/>
                </a:cxn>
                <a:cxn ang="0">
                  <a:pos x="5" y="10"/>
                </a:cxn>
                <a:cxn ang="0">
                  <a:pos x="10" y="7"/>
                </a:cxn>
                <a:cxn ang="0">
                  <a:pos x="12" y="7"/>
                </a:cxn>
                <a:cxn ang="0">
                  <a:pos x="14" y="7"/>
                </a:cxn>
                <a:cxn ang="0">
                  <a:pos x="17" y="10"/>
                </a:cxn>
                <a:cxn ang="0">
                  <a:pos x="17" y="7"/>
                </a:cxn>
              </a:cxnLst>
              <a:rect l="0" t="0" r="r" b="b"/>
              <a:pathLst>
                <a:path w="57" h="26">
                  <a:moveTo>
                    <a:pt x="17" y="3"/>
                  </a:moveTo>
                  <a:lnTo>
                    <a:pt x="19" y="3"/>
                  </a:lnTo>
                  <a:lnTo>
                    <a:pt x="19" y="3"/>
                  </a:lnTo>
                  <a:lnTo>
                    <a:pt x="19" y="3"/>
                  </a:lnTo>
                  <a:lnTo>
                    <a:pt x="19" y="3"/>
                  </a:lnTo>
                  <a:lnTo>
                    <a:pt x="21" y="3"/>
                  </a:lnTo>
                  <a:lnTo>
                    <a:pt x="21" y="3"/>
                  </a:lnTo>
                  <a:lnTo>
                    <a:pt x="24" y="3"/>
                  </a:lnTo>
                  <a:lnTo>
                    <a:pt x="24" y="0"/>
                  </a:lnTo>
                  <a:lnTo>
                    <a:pt x="24" y="0"/>
                  </a:lnTo>
                  <a:lnTo>
                    <a:pt x="24" y="0"/>
                  </a:lnTo>
                  <a:lnTo>
                    <a:pt x="26" y="0"/>
                  </a:lnTo>
                  <a:lnTo>
                    <a:pt x="26" y="0"/>
                  </a:lnTo>
                  <a:lnTo>
                    <a:pt x="26" y="0"/>
                  </a:lnTo>
                  <a:lnTo>
                    <a:pt x="26" y="0"/>
                  </a:lnTo>
                  <a:lnTo>
                    <a:pt x="29" y="0"/>
                  </a:lnTo>
                  <a:lnTo>
                    <a:pt x="29" y="0"/>
                  </a:lnTo>
                  <a:lnTo>
                    <a:pt x="29" y="0"/>
                  </a:lnTo>
                  <a:lnTo>
                    <a:pt x="31" y="0"/>
                  </a:lnTo>
                  <a:lnTo>
                    <a:pt x="31" y="0"/>
                  </a:lnTo>
                  <a:lnTo>
                    <a:pt x="31" y="0"/>
                  </a:lnTo>
                  <a:lnTo>
                    <a:pt x="31" y="3"/>
                  </a:lnTo>
                  <a:lnTo>
                    <a:pt x="33" y="3"/>
                  </a:lnTo>
                  <a:lnTo>
                    <a:pt x="33" y="3"/>
                  </a:lnTo>
                  <a:lnTo>
                    <a:pt x="33" y="5"/>
                  </a:lnTo>
                  <a:lnTo>
                    <a:pt x="33" y="5"/>
                  </a:lnTo>
                  <a:lnTo>
                    <a:pt x="33" y="5"/>
                  </a:lnTo>
                  <a:lnTo>
                    <a:pt x="33" y="5"/>
                  </a:lnTo>
                  <a:lnTo>
                    <a:pt x="33" y="7"/>
                  </a:lnTo>
                  <a:lnTo>
                    <a:pt x="33" y="7"/>
                  </a:lnTo>
                  <a:lnTo>
                    <a:pt x="36" y="7"/>
                  </a:lnTo>
                  <a:lnTo>
                    <a:pt x="36" y="7"/>
                  </a:lnTo>
                  <a:lnTo>
                    <a:pt x="36" y="7"/>
                  </a:lnTo>
                  <a:lnTo>
                    <a:pt x="38" y="7"/>
                  </a:lnTo>
                  <a:lnTo>
                    <a:pt x="38" y="5"/>
                  </a:lnTo>
                  <a:lnTo>
                    <a:pt x="38" y="5"/>
                  </a:lnTo>
                  <a:lnTo>
                    <a:pt x="38" y="5"/>
                  </a:lnTo>
                  <a:lnTo>
                    <a:pt x="38" y="5"/>
                  </a:lnTo>
                  <a:lnTo>
                    <a:pt x="40" y="5"/>
                  </a:lnTo>
                  <a:lnTo>
                    <a:pt x="40" y="5"/>
                  </a:lnTo>
                  <a:lnTo>
                    <a:pt x="40" y="5"/>
                  </a:lnTo>
                  <a:lnTo>
                    <a:pt x="43" y="5"/>
                  </a:lnTo>
                  <a:lnTo>
                    <a:pt x="43" y="5"/>
                  </a:lnTo>
                  <a:lnTo>
                    <a:pt x="43" y="5"/>
                  </a:lnTo>
                  <a:lnTo>
                    <a:pt x="43" y="7"/>
                  </a:lnTo>
                  <a:lnTo>
                    <a:pt x="45" y="7"/>
                  </a:lnTo>
                  <a:lnTo>
                    <a:pt x="45" y="7"/>
                  </a:lnTo>
                  <a:lnTo>
                    <a:pt x="45" y="7"/>
                  </a:lnTo>
                  <a:lnTo>
                    <a:pt x="45" y="5"/>
                  </a:lnTo>
                  <a:lnTo>
                    <a:pt x="48" y="5"/>
                  </a:lnTo>
                  <a:lnTo>
                    <a:pt x="48" y="5"/>
                  </a:lnTo>
                  <a:lnTo>
                    <a:pt x="50" y="5"/>
                  </a:lnTo>
                  <a:lnTo>
                    <a:pt x="50" y="5"/>
                  </a:lnTo>
                  <a:lnTo>
                    <a:pt x="50" y="7"/>
                  </a:lnTo>
                  <a:lnTo>
                    <a:pt x="50" y="7"/>
                  </a:lnTo>
                  <a:lnTo>
                    <a:pt x="50" y="5"/>
                  </a:lnTo>
                  <a:lnTo>
                    <a:pt x="50" y="5"/>
                  </a:lnTo>
                  <a:lnTo>
                    <a:pt x="50" y="3"/>
                  </a:lnTo>
                  <a:lnTo>
                    <a:pt x="50" y="3"/>
                  </a:lnTo>
                  <a:lnTo>
                    <a:pt x="52" y="3"/>
                  </a:lnTo>
                  <a:lnTo>
                    <a:pt x="52" y="0"/>
                  </a:lnTo>
                  <a:lnTo>
                    <a:pt x="52" y="0"/>
                  </a:lnTo>
                  <a:lnTo>
                    <a:pt x="52" y="3"/>
                  </a:lnTo>
                  <a:lnTo>
                    <a:pt x="52" y="3"/>
                  </a:lnTo>
                  <a:lnTo>
                    <a:pt x="52" y="3"/>
                  </a:lnTo>
                  <a:lnTo>
                    <a:pt x="55" y="3"/>
                  </a:lnTo>
                  <a:lnTo>
                    <a:pt x="55" y="5"/>
                  </a:lnTo>
                  <a:lnTo>
                    <a:pt x="52" y="5"/>
                  </a:lnTo>
                  <a:lnTo>
                    <a:pt x="52" y="5"/>
                  </a:lnTo>
                  <a:lnTo>
                    <a:pt x="52" y="7"/>
                  </a:lnTo>
                  <a:lnTo>
                    <a:pt x="52" y="7"/>
                  </a:lnTo>
                  <a:lnTo>
                    <a:pt x="52" y="7"/>
                  </a:lnTo>
                  <a:lnTo>
                    <a:pt x="52" y="7"/>
                  </a:lnTo>
                  <a:lnTo>
                    <a:pt x="50" y="7"/>
                  </a:lnTo>
                  <a:lnTo>
                    <a:pt x="50" y="7"/>
                  </a:lnTo>
                  <a:lnTo>
                    <a:pt x="52" y="7"/>
                  </a:lnTo>
                  <a:lnTo>
                    <a:pt x="52" y="10"/>
                  </a:lnTo>
                  <a:lnTo>
                    <a:pt x="52" y="10"/>
                  </a:lnTo>
                  <a:lnTo>
                    <a:pt x="52" y="10"/>
                  </a:lnTo>
                  <a:lnTo>
                    <a:pt x="52" y="12"/>
                  </a:lnTo>
                  <a:lnTo>
                    <a:pt x="52" y="12"/>
                  </a:lnTo>
                  <a:lnTo>
                    <a:pt x="52" y="15"/>
                  </a:lnTo>
                  <a:lnTo>
                    <a:pt x="52" y="15"/>
                  </a:lnTo>
                  <a:lnTo>
                    <a:pt x="52" y="12"/>
                  </a:lnTo>
                  <a:lnTo>
                    <a:pt x="55" y="12"/>
                  </a:lnTo>
                  <a:lnTo>
                    <a:pt x="55" y="12"/>
                  </a:lnTo>
                  <a:lnTo>
                    <a:pt x="55" y="15"/>
                  </a:lnTo>
                  <a:lnTo>
                    <a:pt x="55" y="15"/>
                  </a:lnTo>
                  <a:lnTo>
                    <a:pt x="57" y="15"/>
                  </a:lnTo>
                  <a:lnTo>
                    <a:pt x="57" y="17"/>
                  </a:lnTo>
                  <a:lnTo>
                    <a:pt x="57" y="17"/>
                  </a:lnTo>
                  <a:lnTo>
                    <a:pt x="55" y="17"/>
                  </a:lnTo>
                  <a:lnTo>
                    <a:pt x="55" y="17"/>
                  </a:lnTo>
                  <a:lnTo>
                    <a:pt x="55" y="17"/>
                  </a:lnTo>
                  <a:lnTo>
                    <a:pt x="52" y="17"/>
                  </a:lnTo>
                  <a:lnTo>
                    <a:pt x="52" y="17"/>
                  </a:lnTo>
                  <a:lnTo>
                    <a:pt x="52" y="17"/>
                  </a:lnTo>
                  <a:lnTo>
                    <a:pt x="50" y="17"/>
                  </a:lnTo>
                  <a:lnTo>
                    <a:pt x="50" y="17"/>
                  </a:lnTo>
                  <a:lnTo>
                    <a:pt x="50" y="19"/>
                  </a:lnTo>
                  <a:lnTo>
                    <a:pt x="50" y="19"/>
                  </a:lnTo>
                  <a:lnTo>
                    <a:pt x="50" y="19"/>
                  </a:lnTo>
                  <a:lnTo>
                    <a:pt x="50" y="19"/>
                  </a:lnTo>
                  <a:lnTo>
                    <a:pt x="50" y="22"/>
                  </a:lnTo>
                  <a:lnTo>
                    <a:pt x="50" y="22"/>
                  </a:lnTo>
                  <a:lnTo>
                    <a:pt x="48" y="22"/>
                  </a:lnTo>
                  <a:lnTo>
                    <a:pt x="48" y="22"/>
                  </a:lnTo>
                  <a:lnTo>
                    <a:pt x="48" y="19"/>
                  </a:lnTo>
                  <a:lnTo>
                    <a:pt x="45" y="19"/>
                  </a:lnTo>
                  <a:lnTo>
                    <a:pt x="45" y="19"/>
                  </a:lnTo>
                  <a:lnTo>
                    <a:pt x="45" y="19"/>
                  </a:lnTo>
                  <a:lnTo>
                    <a:pt x="43" y="19"/>
                  </a:lnTo>
                  <a:lnTo>
                    <a:pt x="43" y="19"/>
                  </a:lnTo>
                  <a:lnTo>
                    <a:pt x="43" y="22"/>
                  </a:lnTo>
                  <a:lnTo>
                    <a:pt x="43" y="22"/>
                  </a:lnTo>
                  <a:lnTo>
                    <a:pt x="40" y="22"/>
                  </a:lnTo>
                  <a:lnTo>
                    <a:pt x="40" y="22"/>
                  </a:lnTo>
                  <a:lnTo>
                    <a:pt x="40" y="22"/>
                  </a:lnTo>
                  <a:lnTo>
                    <a:pt x="38" y="22"/>
                  </a:lnTo>
                  <a:lnTo>
                    <a:pt x="38" y="22"/>
                  </a:lnTo>
                  <a:lnTo>
                    <a:pt x="38" y="22"/>
                  </a:lnTo>
                  <a:lnTo>
                    <a:pt x="38" y="22"/>
                  </a:lnTo>
                  <a:lnTo>
                    <a:pt x="36" y="22"/>
                  </a:lnTo>
                  <a:lnTo>
                    <a:pt x="36" y="19"/>
                  </a:lnTo>
                  <a:lnTo>
                    <a:pt x="36" y="19"/>
                  </a:lnTo>
                  <a:lnTo>
                    <a:pt x="36" y="17"/>
                  </a:lnTo>
                  <a:lnTo>
                    <a:pt x="36" y="17"/>
                  </a:lnTo>
                  <a:lnTo>
                    <a:pt x="36" y="19"/>
                  </a:lnTo>
                  <a:lnTo>
                    <a:pt x="33" y="19"/>
                  </a:lnTo>
                  <a:lnTo>
                    <a:pt x="33" y="19"/>
                  </a:lnTo>
                  <a:lnTo>
                    <a:pt x="33" y="19"/>
                  </a:lnTo>
                  <a:lnTo>
                    <a:pt x="33" y="22"/>
                  </a:lnTo>
                  <a:lnTo>
                    <a:pt x="33" y="22"/>
                  </a:lnTo>
                  <a:lnTo>
                    <a:pt x="31" y="22"/>
                  </a:lnTo>
                  <a:lnTo>
                    <a:pt x="31" y="22"/>
                  </a:lnTo>
                  <a:lnTo>
                    <a:pt x="31" y="22"/>
                  </a:lnTo>
                  <a:lnTo>
                    <a:pt x="31" y="22"/>
                  </a:lnTo>
                  <a:lnTo>
                    <a:pt x="31" y="22"/>
                  </a:lnTo>
                  <a:lnTo>
                    <a:pt x="29" y="22"/>
                  </a:lnTo>
                  <a:lnTo>
                    <a:pt x="29" y="22"/>
                  </a:lnTo>
                  <a:lnTo>
                    <a:pt x="29" y="22"/>
                  </a:lnTo>
                  <a:lnTo>
                    <a:pt x="26" y="22"/>
                  </a:lnTo>
                  <a:lnTo>
                    <a:pt x="26" y="24"/>
                  </a:lnTo>
                  <a:lnTo>
                    <a:pt x="26" y="24"/>
                  </a:lnTo>
                  <a:lnTo>
                    <a:pt x="26" y="24"/>
                  </a:lnTo>
                  <a:lnTo>
                    <a:pt x="24" y="24"/>
                  </a:lnTo>
                  <a:lnTo>
                    <a:pt x="24" y="24"/>
                  </a:lnTo>
                  <a:lnTo>
                    <a:pt x="24" y="24"/>
                  </a:lnTo>
                  <a:lnTo>
                    <a:pt x="21" y="24"/>
                  </a:lnTo>
                  <a:lnTo>
                    <a:pt x="21" y="24"/>
                  </a:lnTo>
                  <a:lnTo>
                    <a:pt x="21" y="24"/>
                  </a:lnTo>
                  <a:lnTo>
                    <a:pt x="19" y="24"/>
                  </a:lnTo>
                  <a:lnTo>
                    <a:pt x="19" y="26"/>
                  </a:lnTo>
                  <a:lnTo>
                    <a:pt x="19" y="26"/>
                  </a:lnTo>
                  <a:lnTo>
                    <a:pt x="19" y="26"/>
                  </a:lnTo>
                  <a:lnTo>
                    <a:pt x="17" y="26"/>
                  </a:lnTo>
                  <a:lnTo>
                    <a:pt x="17" y="26"/>
                  </a:lnTo>
                  <a:lnTo>
                    <a:pt x="17" y="26"/>
                  </a:lnTo>
                  <a:lnTo>
                    <a:pt x="17" y="26"/>
                  </a:lnTo>
                  <a:lnTo>
                    <a:pt x="14" y="26"/>
                  </a:lnTo>
                  <a:lnTo>
                    <a:pt x="14" y="26"/>
                  </a:lnTo>
                  <a:lnTo>
                    <a:pt x="12" y="26"/>
                  </a:lnTo>
                  <a:lnTo>
                    <a:pt x="12" y="26"/>
                  </a:lnTo>
                  <a:lnTo>
                    <a:pt x="12" y="26"/>
                  </a:lnTo>
                  <a:lnTo>
                    <a:pt x="12" y="26"/>
                  </a:lnTo>
                  <a:lnTo>
                    <a:pt x="12" y="26"/>
                  </a:lnTo>
                  <a:lnTo>
                    <a:pt x="12" y="26"/>
                  </a:lnTo>
                  <a:lnTo>
                    <a:pt x="10" y="26"/>
                  </a:lnTo>
                  <a:lnTo>
                    <a:pt x="10" y="26"/>
                  </a:lnTo>
                  <a:lnTo>
                    <a:pt x="10" y="26"/>
                  </a:lnTo>
                  <a:lnTo>
                    <a:pt x="7" y="26"/>
                  </a:lnTo>
                  <a:lnTo>
                    <a:pt x="7" y="26"/>
                  </a:lnTo>
                  <a:lnTo>
                    <a:pt x="7" y="26"/>
                  </a:lnTo>
                  <a:lnTo>
                    <a:pt x="5" y="26"/>
                  </a:lnTo>
                  <a:lnTo>
                    <a:pt x="5" y="26"/>
                  </a:lnTo>
                  <a:lnTo>
                    <a:pt x="5" y="26"/>
                  </a:lnTo>
                  <a:lnTo>
                    <a:pt x="3" y="26"/>
                  </a:lnTo>
                  <a:lnTo>
                    <a:pt x="3" y="26"/>
                  </a:lnTo>
                  <a:lnTo>
                    <a:pt x="3" y="26"/>
                  </a:lnTo>
                  <a:lnTo>
                    <a:pt x="3" y="26"/>
                  </a:lnTo>
                  <a:lnTo>
                    <a:pt x="3" y="24"/>
                  </a:lnTo>
                  <a:lnTo>
                    <a:pt x="3" y="24"/>
                  </a:lnTo>
                  <a:lnTo>
                    <a:pt x="3" y="22"/>
                  </a:lnTo>
                  <a:lnTo>
                    <a:pt x="3" y="22"/>
                  </a:lnTo>
                  <a:lnTo>
                    <a:pt x="3" y="19"/>
                  </a:lnTo>
                  <a:lnTo>
                    <a:pt x="3" y="19"/>
                  </a:lnTo>
                  <a:lnTo>
                    <a:pt x="3" y="19"/>
                  </a:lnTo>
                  <a:lnTo>
                    <a:pt x="3" y="19"/>
                  </a:lnTo>
                  <a:lnTo>
                    <a:pt x="3" y="17"/>
                  </a:lnTo>
                  <a:lnTo>
                    <a:pt x="0" y="17"/>
                  </a:lnTo>
                  <a:lnTo>
                    <a:pt x="0" y="17"/>
                  </a:lnTo>
                  <a:lnTo>
                    <a:pt x="3" y="17"/>
                  </a:lnTo>
                  <a:lnTo>
                    <a:pt x="3" y="17"/>
                  </a:lnTo>
                  <a:lnTo>
                    <a:pt x="3" y="15"/>
                  </a:lnTo>
                  <a:lnTo>
                    <a:pt x="3" y="15"/>
                  </a:lnTo>
                  <a:lnTo>
                    <a:pt x="3" y="15"/>
                  </a:lnTo>
                  <a:lnTo>
                    <a:pt x="3" y="12"/>
                  </a:lnTo>
                  <a:lnTo>
                    <a:pt x="3" y="12"/>
                  </a:lnTo>
                  <a:lnTo>
                    <a:pt x="3" y="12"/>
                  </a:lnTo>
                  <a:lnTo>
                    <a:pt x="5" y="12"/>
                  </a:lnTo>
                  <a:lnTo>
                    <a:pt x="5" y="10"/>
                  </a:lnTo>
                  <a:lnTo>
                    <a:pt x="5" y="10"/>
                  </a:lnTo>
                  <a:lnTo>
                    <a:pt x="5" y="10"/>
                  </a:lnTo>
                  <a:lnTo>
                    <a:pt x="5" y="10"/>
                  </a:lnTo>
                  <a:lnTo>
                    <a:pt x="7" y="10"/>
                  </a:lnTo>
                  <a:lnTo>
                    <a:pt x="7" y="7"/>
                  </a:lnTo>
                  <a:lnTo>
                    <a:pt x="7" y="7"/>
                  </a:lnTo>
                  <a:lnTo>
                    <a:pt x="10" y="7"/>
                  </a:lnTo>
                  <a:lnTo>
                    <a:pt x="10" y="7"/>
                  </a:lnTo>
                  <a:lnTo>
                    <a:pt x="10" y="7"/>
                  </a:lnTo>
                  <a:lnTo>
                    <a:pt x="10" y="7"/>
                  </a:lnTo>
                  <a:lnTo>
                    <a:pt x="12" y="7"/>
                  </a:lnTo>
                  <a:lnTo>
                    <a:pt x="12" y="7"/>
                  </a:lnTo>
                  <a:lnTo>
                    <a:pt x="12" y="7"/>
                  </a:lnTo>
                  <a:lnTo>
                    <a:pt x="12" y="7"/>
                  </a:lnTo>
                  <a:lnTo>
                    <a:pt x="14" y="7"/>
                  </a:lnTo>
                  <a:lnTo>
                    <a:pt x="14" y="10"/>
                  </a:lnTo>
                  <a:lnTo>
                    <a:pt x="14" y="10"/>
                  </a:lnTo>
                  <a:lnTo>
                    <a:pt x="17" y="10"/>
                  </a:lnTo>
                  <a:lnTo>
                    <a:pt x="17" y="10"/>
                  </a:lnTo>
                  <a:lnTo>
                    <a:pt x="17" y="7"/>
                  </a:lnTo>
                  <a:lnTo>
                    <a:pt x="17" y="7"/>
                  </a:lnTo>
                  <a:lnTo>
                    <a:pt x="17" y="7"/>
                  </a:lnTo>
                  <a:lnTo>
                    <a:pt x="17" y="7"/>
                  </a:lnTo>
                  <a:lnTo>
                    <a:pt x="17" y="5"/>
                  </a:lnTo>
                  <a:lnTo>
                    <a:pt x="17" y="5"/>
                  </a:lnTo>
                  <a:lnTo>
                    <a:pt x="17"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2" name="Freeform 210"/>
            <p:cNvSpPr>
              <a:spLocks/>
            </p:cNvSpPr>
            <p:nvPr/>
          </p:nvSpPr>
          <p:spPr bwMode="auto">
            <a:xfrm>
              <a:off x="5662613" y="4483100"/>
              <a:ext cx="120650" cy="49212"/>
            </a:xfrm>
            <a:custGeom>
              <a:avLst/>
              <a:gdLst/>
              <a:ahLst/>
              <a:cxnLst>
                <a:cxn ang="0">
                  <a:pos x="69" y="29"/>
                </a:cxn>
                <a:cxn ang="0">
                  <a:pos x="66" y="26"/>
                </a:cxn>
                <a:cxn ang="0">
                  <a:pos x="64" y="24"/>
                </a:cxn>
                <a:cxn ang="0">
                  <a:pos x="59" y="22"/>
                </a:cxn>
                <a:cxn ang="0">
                  <a:pos x="55" y="19"/>
                </a:cxn>
                <a:cxn ang="0">
                  <a:pos x="52" y="17"/>
                </a:cxn>
                <a:cxn ang="0">
                  <a:pos x="47" y="14"/>
                </a:cxn>
                <a:cxn ang="0">
                  <a:pos x="45" y="19"/>
                </a:cxn>
                <a:cxn ang="0">
                  <a:pos x="40" y="19"/>
                </a:cxn>
                <a:cxn ang="0">
                  <a:pos x="38" y="17"/>
                </a:cxn>
                <a:cxn ang="0">
                  <a:pos x="33" y="17"/>
                </a:cxn>
                <a:cxn ang="0">
                  <a:pos x="31" y="12"/>
                </a:cxn>
                <a:cxn ang="0">
                  <a:pos x="29" y="14"/>
                </a:cxn>
                <a:cxn ang="0">
                  <a:pos x="26" y="19"/>
                </a:cxn>
                <a:cxn ang="0">
                  <a:pos x="31" y="22"/>
                </a:cxn>
                <a:cxn ang="0">
                  <a:pos x="31" y="26"/>
                </a:cxn>
                <a:cxn ang="0">
                  <a:pos x="26" y="24"/>
                </a:cxn>
                <a:cxn ang="0">
                  <a:pos x="24" y="24"/>
                </a:cxn>
                <a:cxn ang="0">
                  <a:pos x="21" y="24"/>
                </a:cxn>
                <a:cxn ang="0">
                  <a:pos x="17" y="26"/>
                </a:cxn>
                <a:cxn ang="0">
                  <a:pos x="12" y="26"/>
                </a:cxn>
                <a:cxn ang="0">
                  <a:pos x="10" y="24"/>
                </a:cxn>
                <a:cxn ang="0">
                  <a:pos x="10" y="22"/>
                </a:cxn>
                <a:cxn ang="0">
                  <a:pos x="10" y="17"/>
                </a:cxn>
                <a:cxn ang="0">
                  <a:pos x="7" y="12"/>
                </a:cxn>
                <a:cxn ang="0">
                  <a:pos x="5" y="14"/>
                </a:cxn>
                <a:cxn ang="0">
                  <a:pos x="0" y="14"/>
                </a:cxn>
                <a:cxn ang="0">
                  <a:pos x="2" y="12"/>
                </a:cxn>
                <a:cxn ang="0">
                  <a:pos x="5" y="12"/>
                </a:cxn>
                <a:cxn ang="0">
                  <a:pos x="10" y="10"/>
                </a:cxn>
                <a:cxn ang="0">
                  <a:pos x="10" y="7"/>
                </a:cxn>
                <a:cxn ang="0">
                  <a:pos x="7" y="5"/>
                </a:cxn>
                <a:cxn ang="0">
                  <a:pos x="12" y="5"/>
                </a:cxn>
                <a:cxn ang="0">
                  <a:pos x="14" y="3"/>
                </a:cxn>
                <a:cxn ang="0">
                  <a:pos x="21" y="3"/>
                </a:cxn>
                <a:cxn ang="0">
                  <a:pos x="24" y="3"/>
                </a:cxn>
                <a:cxn ang="0">
                  <a:pos x="31" y="3"/>
                </a:cxn>
                <a:cxn ang="0">
                  <a:pos x="33" y="0"/>
                </a:cxn>
                <a:cxn ang="0">
                  <a:pos x="36" y="3"/>
                </a:cxn>
                <a:cxn ang="0">
                  <a:pos x="38" y="3"/>
                </a:cxn>
                <a:cxn ang="0">
                  <a:pos x="40" y="0"/>
                </a:cxn>
                <a:cxn ang="0">
                  <a:pos x="45" y="3"/>
                </a:cxn>
                <a:cxn ang="0">
                  <a:pos x="50" y="3"/>
                </a:cxn>
                <a:cxn ang="0">
                  <a:pos x="52" y="5"/>
                </a:cxn>
                <a:cxn ang="0">
                  <a:pos x="57" y="5"/>
                </a:cxn>
                <a:cxn ang="0">
                  <a:pos x="64" y="5"/>
                </a:cxn>
                <a:cxn ang="0">
                  <a:pos x="66" y="10"/>
                </a:cxn>
                <a:cxn ang="0">
                  <a:pos x="69" y="12"/>
                </a:cxn>
                <a:cxn ang="0">
                  <a:pos x="71" y="17"/>
                </a:cxn>
                <a:cxn ang="0">
                  <a:pos x="74" y="19"/>
                </a:cxn>
                <a:cxn ang="0">
                  <a:pos x="74" y="24"/>
                </a:cxn>
                <a:cxn ang="0">
                  <a:pos x="74" y="29"/>
                </a:cxn>
                <a:cxn ang="0">
                  <a:pos x="76" y="31"/>
                </a:cxn>
              </a:cxnLst>
              <a:rect l="0" t="0" r="r" b="b"/>
              <a:pathLst>
                <a:path w="76" h="31">
                  <a:moveTo>
                    <a:pt x="71" y="31"/>
                  </a:moveTo>
                  <a:lnTo>
                    <a:pt x="71" y="29"/>
                  </a:lnTo>
                  <a:lnTo>
                    <a:pt x="71" y="29"/>
                  </a:lnTo>
                  <a:lnTo>
                    <a:pt x="71" y="29"/>
                  </a:lnTo>
                  <a:lnTo>
                    <a:pt x="71" y="29"/>
                  </a:lnTo>
                  <a:lnTo>
                    <a:pt x="69" y="29"/>
                  </a:lnTo>
                  <a:lnTo>
                    <a:pt x="69" y="29"/>
                  </a:lnTo>
                  <a:lnTo>
                    <a:pt x="66" y="29"/>
                  </a:lnTo>
                  <a:lnTo>
                    <a:pt x="66" y="26"/>
                  </a:lnTo>
                  <a:lnTo>
                    <a:pt x="66" y="26"/>
                  </a:lnTo>
                  <a:lnTo>
                    <a:pt x="66" y="26"/>
                  </a:lnTo>
                  <a:lnTo>
                    <a:pt x="66" y="26"/>
                  </a:lnTo>
                  <a:lnTo>
                    <a:pt x="66" y="24"/>
                  </a:lnTo>
                  <a:lnTo>
                    <a:pt x="64" y="24"/>
                  </a:lnTo>
                  <a:lnTo>
                    <a:pt x="64" y="24"/>
                  </a:lnTo>
                  <a:lnTo>
                    <a:pt x="64" y="24"/>
                  </a:lnTo>
                  <a:lnTo>
                    <a:pt x="64" y="24"/>
                  </a:lnTo>
                  <a:lnTo>
                    <a:pt x="64" y="24"/>
                  </a:lnTo>
                  <a:lnTo>
                    <a:pt x="62" y="24"/>
                  </a:lnTo>
                  <a:lnTo>
                    <a:pt x="62" y="24"/>
                  </a:lnTo>
                  <a:lnTo>
                    <a:pt x="62" y="22"/>
                  </a:lnTo>
                  <a:lnTo>
                    <a:pt x="59" y="22"/>
                  </a:lnTo>
                  <a:lnTo>
                    <a:pt x="59" y="22"/>
                  </a:lnTo>
                  <a:lnTo>
                    <a:pt x="59" y="22"/>
                  </a:lnTo>
                  <a:lnTo>
                    <a:pt x="59" y="22"/>
                  </a:lnTo>
                  <a:lnTo>
                    <a:pt x="57" y="22"/>
                  </a:lnTo>
                  <a:lnTo>
                    <a:pt x="57" y="22"/>
                  </a:lnTo>
                  <a:lnTo>
                    <a:pt x="57" y="19"/>
                  </a:lnTo>
                  <a:lnTo>
                    <a:pt x="57" y="19"/>
                  </a:lnTo>
                  <a:lnTo>
                    <a:pt x="55" y="19"/>
                  </a:lnTo>
                  <a:lnTo>
                    <a:pt x="55" y="19"/>
                  </a:lnTo>
                  <a:lnTo>
                    <a:pt x="55" y="19"/>
                  </a:lnTo>
                  <a:lnTo>
                    <a:pt x="55" y="17"/>
                  </a:lnTo>
                  <a:lnTo>
                    <a:pt x="55" y="17"/>
                  </a:lnTo>
                  <a:lnTo>
                    <a:pt x="52" y="17"/>
                  </a:lnTo>
                  <a:lnTo>
                    <a:pt x="52" y="17"/>
                  </a:lnTo>
                  <a:lnTo>
                    <a:pt x="52" y="17"/>
                  </a:lnTo>
                  <a:lnTo>
                    <a:pt x="52" y="14"/>
                  </a:lnTo>
                  <a:lnTo>
                    <a:pt x="50" y="14"/>
                  </a:lnTo>
                  <a:lnTo>
                    <a:pt x="50" y="14"/>
                  </a:lnTo>
                  <a:lnTo>
                    <a:pt x="47" y="14"/>
                  </a:lnTo>
                  <a:lnTo>
                    <a:pt x="47" y="14"/>
                  </a:lnTo>
                  <a:lnTo>
                    <a:pt x="47" y="14"/>
                  </a:lnTo>
                  <a:lnTo>
                    <a:pt x="45" y="14"/>
                  </a:lnTo>
                  <a:lnTo>
                    <a:pt x="45" y="17"/>
                  </a:lnTo>
                  <a:lnTo>
                    <a:pt x="45" y="17"/>
                  </a:lnTo>
                  <a:lnTo>
                    <a:pt x="45" y="19"/>
                  </a:lnTo>
                  <a:lnTo>
                    <a:pt x="45" y="19"/>
                  </a:lnTo>
                  <a:lnTo>
                    <a:pt x="45" y="19"/>
                  </a:lnTo>
                  <a:lnTo>
                    <a:pt x="45" y="19"/>
                  </a:lnTo>
                  <a:lnTo>
                    <a:pt x="45" y="19"/>
                  </a:lnTo>
                  <a:lnTo>
                    <a:pt x="43" y="19"/>
                  </a:lnTo>
                  <a:lnTo>
                    <a:pt x="43" y="19"/>
                  </a:lnTo>
                  <a:lnTo>
                    <a:pt x="40" y="19"/>
                  </a:lnTo>
                  <a:lnTo>
                    <a:pt x="40" y="17"/>
                  </a:lnTo>
                  <a:lnTo>
                    <a:pt x="40" y="17"/>
                  </a:lnTo>
                  <a:lnTo>
                    <a:pt x="40" y="17"/>
                  </a:lnTo>
                  <a:lnTo>
                    <a:pt x="38" y="17"/>
                  </a:lnTo>
                  <a:lnTo>
                    <a:pt x="38" y="17"/>
                  </a:lnTo>
                  <a:lnTo>
                    <a:pt x="38" y="17"/>
                  </a:lnTo>
                  <a:lnTo>
                    <a:pt x="38" y="17"/>
                  </a:lnTo>
                  <a:lnTo>
                    <a:pt x="36" y="17"/>
                  </a:lnTo>
                  <a:lnTo>
                    <a:pt x="36" y="17"/>
                  </a:lnTo>
                  <a:lnTo>
                    <a:pt x="33" y="17"/>
                  </a:lnTo>
                  <a:lnTo>
                    <a:pt x="33" y="17"/>
                  </a:lnTo>
                  <a:lnTo>
                    <a:pt x="33" y="17"/>
                  </a:lnTo>
                  <a:lnTo>
                    <a:pt x="31" y="17"/>
                  </a:lnTo>
                  <a:lnTo>
                    <a:pt x="31" y="14"/>
                  </a:lnTo>
                  <a:lnTo>
                    <a:pt x="31" y="14"/>
                  </a:lnTo>
                  <a:lnTo>
                    <a:pt x="31" y="14"/>
                  </a:lnTo>
                  <a:lnTo>
                    <a:pt x="31" y="14"/>
                  </a:lnTo>
                  <a:lnTo>
                    <a:pt x="31" y="12"/>
                  </a:lnTo>
                  <a:lnTo>
                    <a:pt x="31" y="12"/>
                  </a:lnTo>
                  <a:lnTo>
                    <a:pt x="31" y="12"/>
                  </a:lnTo>
                  <a:lnTo>
                    <a:pt x="31" y="12"/>
                  </a:lnTo>
                  <a:lnTo>
                    <a:pt x="31" y="12"/>
                  </a:lnTo>
                  <a:lnTo>
                    <a:pt x="31" y="14"/>
                  </a:lnTo>
                  <a:lnTo>
                    <a:pt x="29" y="14"/>
                  </a:lnTo>
                  <a:lnTo>
                    <a:pt x="29" y="14"/>
                  </a:lnTo>
                  <a:lnTo>
                    <a:pt x="29" y="14"/>
                  </a:lnTo>
                  <a:lnTo>
                    <a:pt x="26" y="14"/>
                  </a:lnTo>
                  <a:lnTo>
                    <a:pt x="26" y="17"/>
                  </a:lnTo>
                  <a:lnTo>
                    <a:pt x="26" y="17"/>
                  </a:lnTo>
                  <a:lnTo>
                    <a:pt x="26" y="19"/>
                  </a:lnTo>
                  <a:lnTo>
                    <a:pt x="29" y="19"/>
                  </a:lnTo>
                  <a:lnTo>
                    <a:pt x="29" y="19"/>
                  </a:lnTo>
                  <a:lnTo>
                    <a:pt x="29" y="22"/>
                  </a:lnTo>
                  <a:lnTo>
                    <a:pt x="29" y="22"/>
                  </a:lnTo>
                  <a:lnTo>
                    <a:pt x="29" y="22"/>
                  </a:lnTo>
                  <a:lnTo>
                    <a:pt x="31" y="22"/>
                  </a:lnTo>
                  <a:lnTo>
                    <a:pt x="31" y="24"/>
                  </a:lnTo>
                  <a:lnTo>
                    <a:pt x="31" y="24"/>
                  </a:lnTo>
                  <a:lnTo>
                    <a:pt x="31" y="24"/>
                  </a:lnTo>
                  <a:lnTo>
                    <a:pt x="31" y="24"/>
                  </a:lnTo>
                  <a:lnTo>
                    <a:pt x="31" y="24"/>
                  </a:lnTo>
                  <a:lnTo>
                    <a:pt x="31" y="26"/>
                  </a:lnTo>
                  <a:lnTo>
                    <a:pt x="29" y="26"/>
                  </a:lnTo>
                  <a:lnTo>
                    <a:pt x="29" y="26"/>
                  </a:lnTo>
                  <a:lnTo>
                    <a:pt x="29" y="26"/>
                  </a:lnTo>
                  <a:lnTo>
                    <a:pt x="26" y="26"/>
                  </a:lnTo>
                  <a:lnTo>
                    <a:pt x="26" y="26"/>
                  </a:lnTo>
                  <a:lnTo>
                    <a:pt x="26" y="24"/>
                  </a:lnTo>
                  <a:lnTo>
                    <a:pt x="26" y="24"/>
                  </a:lnTo>
                  <a:lnTo>
                    <a:pt x="26" y="24"/>
                  </a:lnTo>
                  <a:lnTo>
                    <a:pt x="26" y="24"/>
                  </a:lnTo>
                  <a:lnTo>
                    <a:pt x="26" y="24"/>
                  </a:lnTo>
                  <a:lnTo>
                    <a:pt x="26" y="24"/>
                  </a:lnTo>
                  <a:lnTo>
                    <a:pt x="24" y="24"/>
                  </a:lnTo>
                  <a:lnTo>
                    <a:pt x="24" y="24"/>
                  </a:lnTo>
                  <a:lnTo>
                    <a:pt x="24" y="24"/>
                  </a:lnTo>
                  <a:lnTo>
                    <a:pt x="24" y="24"/>
                  </a:lnTo>
                  <a:lnTo>
                    <a:pt x="21" y="24"/>
                  </a:lnTo>
                  <a:lnTo>
                    <a:pt x="21" y="24"/>
                  </a:lnTo>
                  <a:lnTo>
                    <a:pt x="21" y="24"/>
                  </a:lnTo>
                  <a:lnTo>
                    <a:pt x="19" y="24"/>
                  </a:lnTo>
                  <a:lnTo>
                    <a:pt x="19" y="24"/>
                  </a:lnTo>
                  <a:lnTo>
                    <a:pt x="19" y="24"/>
                  </a:lnTo>
                  <a:lnTo>
                    <a:pt x="19" y="24"/>
                  </a:lnTo>
                  <a:lnTo>
                    <a:pt x="19" y="26"/>
                  </a:lnTo>
                  <a:lnTo>
                    <a:pt x="17" y="26"/>
                  </a:lnTo>
                  <a:lnTo>
                    <a:pt x="17" y="26"/>
                  </a:lnTo>
                  <a:lnTo>
                    <a:pt x="14" y="26"/>
                  </a:lnTo>
                  <a:lnTo>
                    <a:pt x="14" y="26"/>
                  </a:lnTo>
                  <a:lnTo>
                    <a:pt x="14" y="26"/>
                  </a:lnTo>
                  <a:lnTo>
                    <a:pt x="14" y="26"/>
                  </a:lnTo>
                  <a:lnTo>
                    <a:pt x="12" y="26"/>
                  </a:lnTo>
                  <a:lnTo>
                    <a:pt x="12" y="26"/>
                  </a:lnTo>
                  <a:lnTo>
                    <a:pt x="12" y="26"/>
                  </a:lnTo>
                  <a:lnTo>
                    <a:pt x="10" y="26"/>
                  </a:lnTo>
                  <a:lnTo>
                    <a:pt x="10" y="26"/>
                  </a:lnTo>
                  <a:lnTo>
                    <a:pt x="10" y="26"/>
                  </a:lnTo>
                  <a:lnTo>
                    <a:pt x="10" y="24"/>
                  </a:lnTo>
                  <a:lnTo>
                    <a:pt x="10" y="24"/>
                  </a:lnTo>
                  <a:lnTo>
                    <a:pt x="10" y="24"/>
                  </a:lnTo>
                  <a:lnTo>
                    <a:pt x="10" y="24"/>
                  </a:lnTo>
                  <a:lnTo>
                    <a:pt x="12" y="24"/>
                  </a:lnTo>
                  <a:lnTo>
                    <a:pt x="12" y="22"/>
                  </a:lnTo>
                  <a:lnTo>
                    <a:pt x="10" y="22"/>
                  </a:lnTo>
                  <a:lnTo>
                    <a:pt x="10" y="22"/>
                  </a:lnTo>
                  <a:lnTo>
                    <a:pt x="10" y="22"/>
                  </a:lnTo>
                  <a:lnTo>
                    <a:pt x="10" y="19"/>
                  </a:lnTo>
                  <a:lnTo>
                    <a:pt x="10" y="19"/>
                  </a:lnTo>
                  <a:lnTo>
                    <a:pt x="10" y="17"/>
                  </a:lnTo>
                  <a:lnTo>
                    <a:pt x="10" y="17"/>
                  </a:lnTo>
                  <a:lnTo>
                    <a:pt x="10" y="17"/>
                  </a:lnTo>
                  <a:lnTo>
                    <a:pt x="10" y="14"/>
                  </a:lnTo>
                  <a:lnTo>
                    <a:pt x="10" y="14"/>
                  </a:lnTo>
                  <a:lnTo>
                    <a:pt x="10" y="14"/>
                  </a:lnTo>
                  <a:lnTo>
                    <a:pt x="10" y="12"/>
                  </a:lnTo>
                  <a:lnTo>
                    <a:pt x="7" y="12"/>
                  </a:lnTo>
                  <a:lnTo>
                    <a:pt x="7" y="12"/>
                  </a:lnTo>
                  <a:lnTo>
                    <a:pt x="7" y="14"/>
                  </a:lnTo>
                  <a:lnTo>
                    <a:pt x="7" y="14"/>
                  </a:lnTo>
                  <a:lnTo>
                    <a:pt x="5" y="14"/>
                  </a:lnTo>
                  <a:lnTo>
                    <a:pt x="5" y="14"/>
                  </a:lnTo>
                  <a:lnTo>
                    <a:pt x="5" y="14"/>
                  </a:lnTo>
                  <a:lnTo>
                    <a:pt x="5" y="17"/>
                  </a:lnTo>
                  <a:lnTo>
                    <a:pt x="5" y="17"/>
                  </a:lnTo>
                  <a:lnTo>
                    <a:pt x="2" y="17"/>
                  </a:lnTo>
                  <a:lnTo>
                    <a:pt x="2" y="17"/>
                  </a:lnTo>
                  <a:lnTo>
                    <a:pt x="2" y="14"/>
                  </a:lnTo>
                  <a:lnTo>
                    <a:pt x="0" y="14"/>
                  </a:lnTo>
                  <a:lnTo>
                    <a:pt x="0" y="14"/>
                  </a:lnTo>
                  <a:lnTo>
                    <a:pt x="0" y="14"/>
                  </a:lnTo>
                  <a:lnTo>
                    <a:pt x="0" y="12"/>
                  </a:lnTo>
                  <a:lnTo>
                    <a:pt x="0" y="12"/>
                  </a:lnTo>
                  <a:lnTo>
                    <a:pt x="0" y="12"/>
                  </a:lnTo>
                  <a:lnTo>
                    <a:pt x="2" y="12"/>
                  </a:lnTo>
                  <a:lnTo>
                    <a:pt x="2" y="12"/>
                  </a:lnTo>
                  <a:lnTo>
                    <a:pt x="2" y="12"/>
                  </a:lnTo>
                  <a:lnTo>
                    <a:pt x="5" y="12"/>
                  </a:lnTo>
                  <a:lnTo>
                    <a:pt x="5" y="12"/>
                  </a:lnTo>
                  <a:lnTo>
                    <a:pt x="5" y="12"/>
                  </a:lnTo>
                  <a:lnTo>
                    <a:pt x="5" y="12"/>
                  </a:lnTo>
                  <a:lnTo>
                    <a:pt x="5" y="10"/>
                  </a:lnTo>
                  <a:lnTo>
                    <a:pt x="5" y="10"/>
                  </a:lnTo>
                  <a:lnTo>
                    <a:pt x="7" y="10"/>
                  </a:lnTo>
                  <a:lnTo>
                    <a:pt x="7" y="10"/>
                  </a:lnTo>
                  <a:lnTo>
                    <a:pt x="7" y="10"/>
                  </a:lnTo>
                  <a:lnTo>
                    <a:pt x="10" y="10"/>
                  </a:lnTo>
                  <a:lnTo>
                    <a:pt x="10" y="10"/>
                  </a:lnTo>
                  <a:lnTo>
                    <a:pt x="10" y="10"/>
                  </a:lnTo>
                  <a:lnTo>
                    <a:pt x="12" y="10"/>
                  </a:lnTo>
                  <a:lnTo>
                    <a:pt x="12" y="7"/>
                  </a:lnTo>
                  <a:lnTo>
                    <a:pt x="10" y="7"/>
                  </a:lnTo>
                  <a:lnTo>
                    <a:pt x="10" y="7"/>
                  </a:lnTo>
                  <a:lnTo>
                    <a:pt x="7" y="7"/>
                  </a:lnTo>
                  <a:lnTo>
                    <a:pt x="7" y="7"/>
                  </a:lnTo>
                  <a:lnTo>
                    <a:pt x="7" y="7"/>
                  </a:lnTo>
                  <a:lnTo>
                    <a:pt x="7" y="7"/>
                  </a:lnTo>
                  <a:lnTo>
                    <a:pt x="7" y="5"/>
                  </a:lnTo>
                  <a:lnTo>
                    <a:pt x="7" y="5"/>
                  </a:lnTo>
                  <a:lnTo>
                    <a:pt x="10" y="5"/>
                  </a:lnTo>
                  <a:lnTo>
                    <a:pt x="10" y="3"/>
                  </a:lnTo>
                  <a:lnTo>
                    <a:pt x="10" y="3"/>
                  </a:lnTo>
                  <a:lnTo>
                    <a:pt x="12" y="3"/>
                  </a:lnTo>
                  <a:lnTo>
                    <a:pt x="12" y="3"/>
                  </a:lnTo>
                  <a:lnTo>
                    <a:pt x="12" y="5"/>
                  </a:lnTo>
                  <a:lnTo>
                    <a:pt x="12" y="5"/>
                  </a:lnTo>
                  <a:lnTo>
                    <a:pt x="14" y="5"/>
                  </a:lnTo>
                  <a:lnTo>
                    <a:pt x="14" y="5"/>
                  </a:lnTo>
                  <a:lnTo>
                    <a:pt x="14" y="3"/>
                  </a:lnTo>
                  <a:lnTo>
                    <a:pt x="14" y="3"/>
                  </a:lnTo>
                  <a:lnTo>
                    <a:pt x="14" y="3"/>
                  </a:lnTo>
                  <a:lnTo>
                    <a:pt x="17" y="3"/>
                  </a:lnTo>
                  <a:lnTo>
                    <a:pt x="17" y="3"/>
                  </a:lnTo>
                  <a:lnTo>
                    <a:pt x="19" y="3"/>
                  </a:lnTo>
                  <a:lnTo>
                    <a:pt x="19" y="3"/>
                  </a:lnTo>
                  <a:lnTo>
                    <a:pt x="19" y="3"/>
                  </a:lnTo>
                  <a:lnTo>
                    <a:pt x="21" y="3"/>
                  </a:lnTo>
                  <a:lnTo>
                    <a:pt x="21" y="3"/>
                  </a:lnTo>
                  <a:lnTo>
                    <a:pt x="24" y="3"/>
                  </a:lnTo>
                  <a:lnTo>
                    <a:pt x="24" y="3"/>
                  </a:lnTo>
                  <a:lnTo>
                    <a:pt x="24" y="3"/>
                  </a:lnTo>
                  <a:lnTo>
                    <a:pt x="24" y="3"/>
                  </a:lnTo>
                  <a:lnTo>
                    <a:pt x="24" y="3"/>
                  </a:lnTo>
                  <a:lnTo>
                    <a:pt x="26" y="3"/>
                  </a:lnTo>
                  <a:lnTo>
                    <a:pt x="26" y="3"/>
                  </a:lnTo>
                  <a:lnTo>
                    <a:pt x="26" y="3"/>
                  </a:lnTo>
                  <a:lnTo>
                    <a:pt x="29" y="3"/>
                  </a:lnTo>
                  <a:lnTo>
                    <a:pt x="29" y="3"/>
                  </a:lnTo>
                  <a:lnTo>
                    <a:pt x="31" y="3"/>
                  </a:lnTo>
                  <a:lnTo>
                    <a:pt x="31" y="3"/>
                  </a:lnTo>
                  <a:lnTo>
                    <a:pt x="31" y="3"/>
                  </a:lnTo>
                  <a:lnTo>
                    <a:pt x="33" y="3"/>
                  </a:lnTo>
                  <a:lnTo>
                    <a:pt x="33" y="3"/>
                  </a:lnTo>
                  <a:lnTo>
                    <a:pt x="33" y="0"/>
                  </a:lnTo>
                  <a:lnTo>
                    <a:pt x="33" y="0"/>
                  </a:lnTo>
                  <a:lnTo>
                    <a:pt x="33" y="0"/>
                  </a:lnTo>
                  <a:lnTo>
                    <a:pt x="33" y="0"/>
                  </a:lnTo>
                  <a:lnTo>
                    <a:pt x="33" y="0"/>
                  </a:lnTo>
                  <a:lnTo>
                    <a:pt x="36" y="0"/>
                  </a:lnTo>
                  <a:lnTo>
                    <a:pt x="36" y="3"/>
                  </a:lnTo>
                  <a:lnTo>
                    <a:pt x="36" y="3"/>
                  </a:lnTo>
                  <a:lnTo>
                    <a:pt x="36" y="3"/>
                  </a:lnTo>
                  <a:lnTo>
                    <a:pt x="36" y="5"/>
                  </a:lnTo>
                  <a:lnTo>
                    <a:pt x="36" y="5"/>
                  </a:lnTo>
                  <a:lnTo>
                    <a:pt x="36" y="3"/>
                  </a:lnTo>
                  <a:lnTo>
                    <a:pt x="38" y="3"/>
                  </a:lnTo>
                  <a:lnTo>
                    <a:pt x="38" y="3"/>
                  </a:lnTo>
                  <a:lnTo>
                    <a:pt x="38" y="3"/>
                  </a:lnTo>
                  <a:lnTo>
                    <a:pt x="40" y="3"/>
                  </a:lnTo>
                  <a:lnTo>
                    <a:pt x="40" y="3"/>
                  </a:lnTo>
                  <a:lnTo>
                    <a:pt x="40" y="3"/>
                  </a:lnTo>
                  <a:lnTo>
                    <a:pt x="40" y="3"/>
                  </a:lnTo>
                  <a:lnTo>
                    <a:pt x="40" y="0"/>
                  </a:lnTo>
                  <a:lnTo>
                    <a:pt x="40" y="0"/>
                  </a:lnTo>
                  <a:lnTo>
                    <a:pt x="43" y="0"/>
                  </a:lnTo>
                  <a:lnTo>
                    <a:pt x="43" y="0"/>
                  </a:lnTo>
                  <a:lnTo>
                    <a:pt x="45" y="0"/>
                  </a:lnTo>
                  <a:lnTo>
                    <a:pt x="45" y="0"/>
                  </a:lnTo>
                  <a:lnTo>
                    <a:pt x="45" y="3"/>
                  </a:lnTo>
                  <a:lnTo>
                    <a:pt x="45" y="3"/>
                  </a:lnTo>
                  <a:lnTo>
                    <a:pt x="47" y="3"/>
                  </a:lnTo>
                  <a:lnTo>
                    <a:pt x="47" y="3"/>
                  </a:lnTo>
                  <a:lnTo>
                    <a:pt x="47" y="3"/>
                  </a:lnTo>
                  <a:lnTo>
                    <a:pt x="50" y="3"/>
                  </a:lnTo>
                  <a:lnTo>
                    <a:pt x="50" y="3"/>
                  </a:lnTo>
                  <a:lnTo>
                    <a:pt x="50" y="3"/>
                  </a:lnTo>
                  <a:lnTo>
                    <a:pt x="50" y="3"/>
                  </a:lnTo>
                  <a:lnTo>
                    <a:pt x="52" y="3"/>
                  </a:lnTo>
                  <a:lnTo>
                    <a:pt x="52" y="3"/>
                  </a:lnTo>
                  <a:lnTo>
                    <a:pt x="52" y="3"/>
                  </a:lnTo>
                  <a:lnTo>
                    <a:pt x="52" y="5"/>
                  </a:lnTo>
                  <a:lnTo>
                    <a:pt x="55" y="5"/>
                  </a:lnTo>
                  <a:lnTo>
                    <a:pt x="55" y="5"/>
                  </a:lnTo>
                  <a:lnTo>
                    <a:pt x="55" y="5"/>
                  </a:lnTo>
                  <a:lnTo>
                    <a:pt x="57" y="5"/>
                  </a:lnTo>
                  <a:lnTo>
                    <a:pt x="57" y="5"/>
                  </a:lnTo>
                  <a:lnTo>
                    <a:pt x="57" y="5"/>
                  </a:lnTo>
                  <a:lnTo>
                    <a:pt x="59" y="5"/>
                  </a:lnTo>
                  <a:lnTo>
                    <a:pt x="59" y="5"/>
                  </a:lnTo>
                  <a:lnTo>
                    <a:pt x="59" y="5"/>
                  </a:lnTo>
                  <a:lnTo>
                    <a:pt x="62" y="5"/>
                  </a:lnTo>
                  <a:lnTo>
                    <a:pt x="62" y="5"/>
                  </a:lnTo>
                  <a:lnTo>
                    <a:pt x="64" y="5"/>
                  </a:lnTo>
                  <a:lnTo>
                    <a:pt x="64" y="5"/>
                  </a:lnTo>
                  <a:lnTo>
                    <a:pt x="64" y="7"/>
                  </a:lnTo>
                  <a:lnTo>
                    <a:pt x="64" y="7"/>
                  </a:lnTo>
                  <a:lnTo>
                    <a:pt x="64" y="7"/>
                  </a:lnTo>
                  <a:lnTo>
                    <a:pt x="66" y="7"/>
                  </a:lnTo>
                  <a:lnTo>
                    <a:pt x="66" y="10"/>
                  </a:lnTo>
                  <a:lnTo>
                    <a:pt x="66" y="10"/>
                  </a:lnTo>
                  <a:lnTo>
                    <a:pt x="66" y="10"/>
                  </a:lnTo>
                  <a:lnTo>
                    <a:pt x="66" y="10"/>
                  </a:lnTo>
                  <a:lnTo>
                    <a:pt x="69" y="10"/>
                  </a:lnTo>
                  <a:lnTo>
                    <a:pt x="69" y="12"/>
                  </a:lnTo>
                  <a:lnTo>
                    <a:pt x="69" y="12"/>
                  </a:lnTo>
                  <a:lnTo>
                    <a:pt x="69" y="12"/>
                  </a:lnTo>
                  <a:lnTo>
                    <a:pt x="69" y="12"/>
                  </a:lnTo>
                  <a:lnTo>
                    <a:pt x="69" y="14"/>
                  </a:lnTo>
                  <a:lnTo>
                    <a:pt x="69" y="14"/>
                  </a:lnTo>
                  <a:lnTo>
                    <a:pt x="69" y="17"/>
                  </a:lnTo>
                  <a:lnTo>
                    <a:pt x="71" y="17"/>
                  </a:lnTo>
                  <a:lnTo>
                    <a:pt x="71" y="17"/>
                  </a:lnTo>
                  <a:lnTo>
                    <a:pt x="71" y="17"/>
                  </a:lnTo>
                  <a:lnTo>
                    <a:pt x="74" y="17"/>
                  </a:lnTo>
                  <a:lnTo>
                    <a:pt x="74" y="17"/>
                  </a:lnTo>
                  <a:lnTo>
                    <a:pt x="74" y="19"/>
                  </a:lnTo>
                  <a:lnTo>
                    <a:pt x="74" y="19"/>
                  </a:lnTo>
                  <a:lnTo>
                    <a:pt x="74" y="19"/>
                  </a:lnTo>
                  <a:lnTo>
                    <a:pt x="74" y="22"/>
                  </a:lnTo>
                  <a:lnTo>
                    <a:pt x="74" y="22"/>
                  </a:lnTo>
                  <a:lnTo>
                    <a:pt x="74" y="22"/>
                  </a:lnTo>
                  <a:lnTo>
                    <a:pt x="74" y="24"/>
                  </a:lnTo>
                  <a:lnTo>
                    <a:pt x="74" y="24"/>
                  </a:lnTo>
                  <a:lnTo>
                    <a:pt x="74" y="24"/>
                  </a:lnTo>
                  <a:lnTo>
                    <a:pt x="74" y="24"/>
                  </a:lnTo>
                  <a:lnTo>
                    <a:pt x="74" y="24"/>
                  </a:lnTo>
                  <a:lnTo>
                    <a:pt x="74" y="26"/>
                  </a:lnTo>
                  <a:lnTo>
                    <a:pt x="74" y="26"/>
                  </a:lnTo>
                  <a:lnTo>
                    <a:pt x="74" y="29"/>
                  </a:lnTo>
                  <a:lnTo>
                    <a:pt x="74" y="29"/>
                  </a:lnTo>
                  <a:lnTo>
                    <a:pt x="74" y="29"/>
                  </a:lnTo>
                  <a:lnTo>
                    <a:pt x="76" y="29"/>
                  </a:lnTo>
                  <a:lnTo>
                    <a:pt x="76" y="29"/>
                  </a:lnTo>
                  <a:lnTo>
                    <a:pt x="76" y="29"/>
                  </a:lnTo>
                  <a:lnTo>
                    <a:pt x="76" y="31"/>
                  </a:lnTo>
                  <a:lnTo>
                    <a:pt x="76" y="31"/>
                  </a:lnTo>
                  <a:lnTo>
                    <a:pt x="74" y="31"/>
                  </a:lnTo>
                  <a:lnTo>
                    <a:pt x="74" y="31"/>
                  </a:lnTo>
                  <a:lnTo>
                    <a:pt x="74" y="31"/>
                  </a:lnTo>
                  <a:lnTo>
                    <a:pt x="71" y="3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3" name="Freeform 211"/>
            <p:cNvSpPr>
              <a:spLocks/>
            </p:cNvSpPr>
            <p:nvPr/>
          </p:nvSpPr>
          <p:spPr bwMode="auto">
            <a:xfrm>
              <a:off x="5662613" y="4483100"/>
              <a:ext cx="120650" cy="49212"/>
            </a:xfrm>
            <a:custGeom>
              <a:avLst/>
              <a:gdLst/>
              <a:ahLst/>
              <a:cxnLst>
                <a:cxn ang="0">
                  <a:pos x="69" y="29"/>
                </a:cxn>
                <a:cxn ang="0">
                  <a:pos x="66" y="26"/>
                </a:cxn>
                <a:cxn ang="0">
                  <a:pos x="64" y="24"/>
                </a:cxn>
                <a:cxn ang="0">
                  <a:pos x="59" y="22"/>
                </a:cxn>
                <a:cxn ang="0">
                  <a:pos x="55" y="19"/>
                </a:cxn>
                <a:cxn ang="0">
                  <a:pos x="52" y="17"/>
                </a:cxn>
                <a:cxn ang="0">
                  <a:pos x="47" y="14"/>
                </a:cxn>
                <a:cxn ang="0">
                  <a:pos x="45" y="19"/>
                </a:cxn>
                <a:cxn ang="0">
                  <a:pos x="40" y="19"/>
                </a:cxn>
                <a:cxn ang="0">
                  <a:pos x="38" y="17"/>
                </a:cxn>
                <a:cxn ang="0">
                  <a:pos x="33" y="17"/>
                </a:cxn>
                <a:cxn ang="0">
                  <a:pos x="31" y="12"/>
                </a:cxn>
                <a:cxn ang="0">
                  <a:pos x="29" y="14"/>
                </a:cxn>
                <a:cxn ang="0">
                  <a:pos x="26" y="19"/>
                </a:cxn>
                <a:cxn ang="0">
                  <a:pos x="31" y="22"/>
                </a:cxn>
                <a:cxn ang="0">
                  <a:pos x="31" y="26"/>
                </a:cxn>
                <a:cxn ang="0">
                  <a:pos x="26" y="24"/>
                </a:cxn>
                <a:cxn ang="0">
                  <a:pos x="24" y="24"/>
                </a:cxn>
                <a:cxn ang="0">
                  <a:pos x="21" y="24"/>
                </a:cxn>
                <a:cxn ang="0">
                  <a:pos x="17" y="26"/>
                </a:cxn>
                <a:cxn ang="0">
                  <a:pos x="12" y="26"/>
                </a:cxn>
                <a:cxn ang="0">
                  <a:pos x="10" y="24"/>
                </a:cxn>
                <a:cxn ang="0">
                  <a:pos x="10" y="22"/>
                </a:cxn>
                <a:cxn ang="0">
                  <a:pos x="10" y="17"/>
                </a:cxn>
                <a:cxn ang="0">
                  <a:pos x="7" y="12"/>
                </a:cxn>
                <a:cxn ang="0">
                  <a:pos x="5" y="14"/>
                </a:cxn>
                <a:cxn ang="0">
                  <a:pos x="0" y="14"/>
                </a:cxn>
                <a:cxn ang="0">
                  <a:pos x="2" y="12"/>
                </a:cxn>
                <a:cxn ang="0">
                  <a:pos x="5" y="12"/>
                </a:cxn>
                <a:cxn ang="0">
                  <a:pos x="10" y="10"/>
                </a:cxn>
                <a:cxn ang="0">
                  <a:pos x="10" y="7"/>
                </a:cxn>
                <a:cxn ang="0">
                  <a:pos x="7" y="5"/>
                </a:cxn>
                <a:cxn ang="0">
                  <a:pos x="12" y="5"/>
                </a:cxn>
                <a:cxn ang="0">
                  <a:pos x="14" y="3"/>
                </a:cxn>
                <a:cxn ang="0">
                  <a:pos x="21" y="3"/>
                </a:cxn>
                <a:cxn ang="0">
                  <a:pos x="24" y="3"/>
                </a:cxn>
                <a:cxn ang="0">
                  <a:pos x="31" y="3"/>
                </a:cxn>
                <a:cxn ang="0">
                  <a:pos x="33" y="0"/>
                </a:cxn>
                <a:cxn ang="0">
                  <a:pos x="36" y="3"/>
                </a:cxn>
                <a:cxn ang="0">
                  <a:pos x="38" y="3"/>
                </a:cxn>
                <a:cxn ang="0">
                  <a:pos x="40" y="0"/>
                </a:cxn>
                <a:cxn ang="0">
                  <a:pos x="45" y="3"/>
                </a:cxn>
                <a:cxn ang="0">
                  <a:pos x="50" y="3"/>
                </a:cxn>
                <a:cxn ang="0">
                  <a:pos x="52" y="5"/>
                </a:cxn>
                <a:cxn ang="0">
                  <a:pos x="57" y="5"/>
                </a:cxn>
                <a:cxn ang="0">
                  <a:pos x="64" y="5"/>
                </a:cxn>
                <a:cxn ang="0">
                  <a:pos x="66" y="10"/>
                </a:cxn>
                <a:cxn ang="0">
                  <a:pos x="69" y="12"/>
                </a:cxn>
                <a:cxn ang="0">
                  <a:pos x="71" y="17"/>
                </a:cxn>
                <a:cxn ang="0">
                  <a:pos x="74" y="19"/>
                </a:cxn>
                <a:cxn ang="0">
                  <a:pos x="74" y="24"/>
                </a:cxn>
                <a:cxn ang="0">
                  <a:pos x="74" y="29"/>
                </a:cxn>
                <a:cxn ang="0">
                  <a:pos x="76" y="31"/>
                </a:cxn>
              </a:cxnLst>
              <a:rect l="0" t="0" r="r" b="b"/>
              <a:pathLst>
                <a:path w="76" h="31">
                  <a:moveTo>
                    <a:pt x="71" y="31"/>
                  </a:moveTo>
                  <a:lnTo>
                    <a:pt x="71" y="29"/>
                  </a:lnTo>
                  <a:lnTo>
                    <a:pt x="71" y="29"/>
                  </a:lnTo>
                  <a:lnTo>
                    <a:pt x="71" y="29"/>
                  </a:lnTo>
                  <a:lnTo>
                    <a:pt x="71" y="29"/>
                  </a:lnTo>
                  <a:lnTo>
                    <a:pt x="69" y="29"/>
                  </a:lnTo>
                  <a:lnTo>
                    <a:pt x="69" y="29"/>
                  </a:lnTo>
                  <a:lnTo>
                    <a:pt x="66" y="29"/>
                  </a:lnTo>
                  <a:lnTo>
                    <a:pt x="66" y="26"/>
                  </a:lnTo>
                  <a:lnTo>
                    <a:pt x="66" y="26"/>
                  </a:lnTo>
                  <a:lnTo>
                    <a:pt x="66" y="26"/>
                  </a:lnTo>
                  <a:lnTo>
                    <a:pt x="66" y="26"/>
                  </a:lnTo>
                  <a:lnTo>
                    <a:pt x="66" y="24"/>
                  </a:lnTo>
                  <a:lnTo>
                    <a:pt x="64" y="24"/>
                  </a:lnTo>
                  <a:lnTo>
                    <a:pt x="64" y="24"/>
                  </a:lnTo>
                  <a:lnTo>
                    <a:pt x="64" y="24"/>
                  </a:lnTo>
                  <a:lnTo>
                    <a:pt x="64" y="24"/>
                  </a:lnTo>
                  <a:lnTo>
                    <a:pt x="64" y="24"/>
                  </a:lnTo>
                  <a:lnTo>
                    <a:pt x="62" y="24"/>
                  </a:lnTo>
                  <a:lnTo>
                    <a:pt x="62" y="24"/>
                  </a:lnTo>
                  <a:lnTo>
                    <a:pt x="62" y="22"/>
                  </a:lnTo>
                  <a:lnTo>
                    <a:pt x="59" y="22"/>
                  </a:lnTo>
                  <a:lnTo>
                    <a:pt x="59" y="22"/>
                  </a:lnTo>
                  <a:lnTo>
                    <a:pt x="59" y="22"/>
                  </a:lnTo>
                  <a:lnTo>
                    <a:pt x="59" y="22"/>
                  </a:lnTo>
                  <a:lnTo>
                    <a:pt x="57" y="22"/>
                  </a:lnTo>
                  <a:lnTo>
                    <a:pt x="57" y="22"/>
                  </a:lnTo>
                  <a:lnTo>
                    <a:pt x="57" y="19"/>
                  </a:lnTo>
                  <a:lnTo>
                    <a:pt x="57" y="19"/>
                  </a:lnTo>
                  <a:lnTo>
                    <a:pt x="55" y="19"/>
                  </a:lnTo>
                  <a:lnTo>
                    <a:pt x="55" y="19"/>
                  </a:lnTo>
                  <a:lnTo>
                    <a:pt x="55" y="19"/>
                  </a:lnTo>
                  <a:lnTo>
                    <a:pt x="55" y="17"/>
                  </a:lnTo>
                  <a:lnTo>
                    <a:pt x="55" y="17"/>
                  </a:lnTo>
                  <a:lnTo>
                    <a:pt x="52" y="17"/>
                  </a:lnTo>
                  <a:lnTo>
                    <a:pt x="52" y="17"/>
                  </a:lnTo>
                  <a:lnTo>
                    <a:pt x="52" y="17"/>
                  </a:lnTo>
                  <a:lnTo>
                    <a:pt x="52" y="14"/>
                  </a:lnTo>
                  <a:lnTo>
                    <a:pt x="50" y="14"/>
                  </a:lnTo>
                  <a:lnTo>
                    <a:pt x="50" y="14"/>
                  </a:lnTo>
                  <a:lnTo>
                    <a:pt x="47" y="14"/>
                  </a:lnTo>
                  <a:lnTo>
                    <a:pt x="47" y="14"/>
                  </a:lnTo>
                  <a:lnTo>
                    <a:pt x="47" y="14"/>
                  </a:lnTo>
                  <a:lnTo>
                    <a:pt x="45" y="14"/>
                  </a:lnTo>
                  <a:lnTo>
                    <a:pt x="45" y="17"/>
                  </a:lnTo>
                  <a:lnTo>
                    <a:pt x="45" y="17"/>
                  </a:lnTo>
                  <a:lnTo>
                    <a:pt x="45" y="19"/>
                  </a:lnTo>
                  <a:lnTo>
                    <a:pt x="45" y="19"/>
                  </a:lnTo>
                  <a:lnTo>
                    <a:pt x="45" y="19"/>
                  </a:lnTo>
                  <a:lnTo>
                    <a:pt x="45" y="19"/>
                  </a:lnTo>
                  <a:lnTo>
                    <a:pt x="45" y="19"/>
                  </a:lnTo>
                  <a:lnTo>
                    <a:pt x="43" y="19"/>
                  </a:lnTo>
                  <a:lnTo>
                    <a:pt x="43" y="19"/>
                  </a:lnTo>
                  <a:lnTo>
                    <a:pt x="40" y="19"/>
                  </a:lnTo>
                  <a:lnTo>
                    <a:pt x="40" y="17"/>
                  </a:lnTo>
                  <a:lnTo>
                    <a:pt x="40" y="17"/>
                  </a:lnTo>
                  <a:lnTo>
                    <a:pt x="40" y="17"/>
                  </a:lnTo>
                  <a:lnTo>
                    <a:pt x="38" y="17"/>
                  </a:lnTo>
                  <a:lnTo>
                    <a:pt x="38" y="17"/>
                  </a:lnTo>
                  <a:lnTo>
                    <a:pt x="38" y="17"/>
                  </a:lnTo>
                  <a:lnTo>
                    <a:pt x="38" y="17"/>
                  </a:lnTo>
                  <a:lnTo>
                    <a:pt x="36" y="17"/>
                  </a:lnTo>
                  <a:lnTo>
                    <a:pt x="36" y="17"/>
                  </a:lnTo>
                  <a:lnTo>
                    <a:pt x="33" y="17"/>
                  </a:lnTo>
                  <a:lnTo>
                    <a:pt x="33" y="17"/>
                  </a:lnTo>
                  <a:lnTo>
                    <a:pt x="33" y="17"/>
                  </a:lnTo>
                  <a:lnTo>
                    <a:pt x="31" y="17"/>
                  </a:lnTo>
                  <a:lnTo>
                    <a:pt x="31" y="14"/>
                  </a:lnTo>
                  <a:lnTo>
                    <a:pt x="31" y="14"/>
                  </a:lnTo>
                  <a:lnTo>
                    <a:pt x="31" y="14"/>
                  </a:lnTo>
                  <a:lnTo>
                    <a:pt x="31" y="14"/>
                  </a:lnTo>
                  <a:lnTo>
                    <a:pt x="31" y="12"/>
                  </a:lnTo>
                  <a:lnTo>
                    <a:pt x="31" y="12"/>
                  </a:lnTo>
                  <a:lnTo>
                    <a:pt x="31" y="12"/>
                  </a:lnTo>
                  <a:lnTo>
                    <a:pt x="31" y="12"/>
                  </a:lnTo>
                  <a:lnTo>
                    <a:pt x="31" y="12"/>
                  </a:lnTo>
                  <a:lnTo>
                    <a:pt x="31" y="14"/>
                  </a:lnTo>
                  <a:lnTo>
                    <a:pt x="29" y="14"/>
                  </a:lnTo>
                  <a:lnTo>
                    <a:pt x="29" y="14"/>
                  </a:lnTo>
                  <a:lnTo>
                    <a:pt x="29" y="14"/>
                  </a:lnTo>
                  <a:lnTo>
                    <a:pt x="26" y="14"/>
                  </a:lnTo>
                  <a:lnTo>
                    <a:pt x="26" y="17"/>
                  </a:lnTo>
                  <a:lnTo>
                    <a:pt x="26" y="17"/>
                  </a:lnTo>
                  <a:lnTo>
                    <a:pt x="26" y="19"/>
                  </a:lnTo>
                  <a:lnTo>
                    <a:pt x="29" y="19"/>
                  </a:lnTo>
                  <a:lnTo>
                    <a:pt x="29" y="19"/>
                  </a:lnTo>
                  <a:lnTo>
                    <a:pt x="29" y="22"/>
                  </a:lnTo>
                  <a:lnTo>
                    <a:pt x="29" y="22"/>
                  </a:lnTo>
                  <a:lnTo>
                    <a:pt x="29" y="22"/>
                  </a:lnTo>
                  <a:lnTo>
                    <a:pt x="31" y="22"/>
                  </a:lnTo>
                  <a:lnTo>
                    <a:pt x="31" y="24"/>
                  </a:lnTo>
                  <a:lnTo>
                    <a:pt x="31" y="24"/>
                  </a:lnTo>
                  <a:lnTo>
                    <a:pt x="31" y="24"/>
                  </a:lnTo>
                  <a:lnTo>
                    <a:pt x="31" y="24"/>
                  </a:lnTo>
                  <a:lnTo>
                    <a:pt x="31" y="24"/>
                  </a:lnTo>
                  <a:lnTo>
                    <a:pt x="31" y="26"/>
                  </a:lnTo>
                  <a:lnTo>
                    <a:pt x="29" y="26"/>
                  </a:lnTo>
                  <a:lnTo>
                    <a:pt x="29" y="26"/>
                  </a:lnTo>
                  <a:lnTo>
                    <a:pt x="29" y="26"/>
                  </a:lnTo>
                  <a:lnTo>
                    <a:pt x="26" y="26"/>
                  </a:lnTo>
                  <a:lnTo>
                    <a:pt x="26" y="26"/>
                  </a:lnTo>
                  <a:lnTo>
                    <a:pt x="26" y="24"/>
                  </a:lnTo>
                  <a:lnTo>
                    <a:pt x="26" y="24"/>
                  </a:lnTo>
                  <a:lnTo>
                    <a:pt x="26" y="24"/>
                  </a:lnTo>
                  <a:lnTo>
                    <a:pt x="26" y="24"/>
                  </a:lnTo>
                  <a:lnTo>
                    <a:pt x="26" y="24"/>
                  </a:lnTo>
                  <a:lnTo>
                    <a:pt x="26" y="24"/>
                  </a:lnTo>
                  <a:lnTo>
                    <a:pt x="24" y="24"/>
                  </a:lnTo>
                  <a:lnTo>
                    <a:pt x="24" y="24"/>
                  </a:lnTo>
                  <a:lnTo>
                    <a:pt x="24" y="24"/>
                  </a:lnTo>
                  <a:lnTo>
                    <a:pt x="24" y="24"/>
                  </a:lnTo>
                  <a:lnTo>
                    <a:pt x="21" y="24"/>
                  </a:lnTo>
                  <a:lnTo>
                    <a:pt x="21" y="24"/>
                  </a:lnTo>
                  <a:lnTo>
                    <a:pt x="21" y="24"/>
                  </a:lnTo>
                  <a:lnTo>
                    <a:pt x="19" y="24"/>
                  </a:lnTo>
                  <a:lnTo>
                    <a:pt x="19" y="24"/>
                  </a:lnTo>
                  <a:lnTo>
                    <a:pt x="19" y="24"/>
                  </a:lnTo>
                  <a:lnTo>
                    <a:pt x="19" y="24"/>
                  </a:lnTo>
                  <a:lnTo>
                    <a:pt x="19" y="26"/>
                  </a:lnTo>
                  <a:lnTo>
                    <a:pt x="17" y="26"/>
                  </a:lnTo>
                  <a:lnTo>
                    <a:pt x="17" y="26"/>
                  </a:lnTo>
                  <a:lnTo>
                    <a:pt x="14" y="26"/>
                  </a:lnTo>
                  <a:lnTo>
                    <a:pt x="14" y="26"/>
                  </a:lnTo>
                  <a:lnTo>
                    <a:pt x="14" y="26"/>
                  </a:lnTo>
                  <a:lnTo>
                    <a:pt x="14" y="26"/>
                  </a:lnTo>
                  <a:lnTo>
                    <a:pt x="12" y="26"/>
                  </a:lnTo>
                  <a:lnTo>
                    <a:pt x="12" y="26"/>
                  </a:lnTo>
                  <a:lnTo>
                    <a:pt x="12" y="26"/>
                  </a:lnTo>
                  <a:lnTo>
                    <a:pt x="10" y="26"/>
                  </a:lnTo>
                  <a:lnTo>
                    <a:pt x="10" y="26"/>
                  </a:lnTo>
                  <a:lnTo>
                    <a:pt x="10" y="26"/>
                  </a:lnTo>
                  <a:lnTo>
                    <a:pt x="10" y="24"/>
                  </a:lnTo>
                  <a:lnTo>
                    <a:pt x="10" y="24"/>
                  </a:lnTo>
                  <a:lnTo>
                    <a:pt x="10" y="24"/>
                  </a:lnTo>
                  <a:lnTo>
                    <a:pt x="10" y="24"/>
                  </a:lnTo>
                  <a:lnTo>
                    <a:pt x="12" y="24"/>
                  </a:lnTo>
                  <a:lnTo>
                    <a:pt x="12" y="22"/>
                  </a:lnTo>
                  <a:lnTo>
                    <a:pt x="10" y="22"/>
                  </a:lnTo>
                  <a:lnTo>
                    <a:pt x="10" y="22"/>
                  </a:lnTo>
                  <a:lnTo>
                    <a:pt x="10" y="22"/>
                  </a:lnTo>
                  <a:lnTo>
                    <a:pt x="10" y="19"/>
                  </a:lnTo>
                  <a:lnTo>
                    <a:pt x="10" y="19"/>
                  </a:lnTo>
                  <a:lnTo>
                    <a:pt x="10" y="17"/>
                  </a:lnTo>
                  <a:lnTo>
                    <a:pt x="10" y="17"/>
                  </a:lnTo>
                  <a:lnTo>
                    <a:pt x="10" y="17"/>
                  </a:lnTo>
                  <a:lnTo>
                    <a:pt x="10" y="14"/>
                  </a:lnTo>
                  <a:lnTo>
                    <a:pt x="10" y="14"/>
                  </a:lnTo>
                  <a:lnTo>
                    <a:pt x="10" y="14"/>
                  </a:lnTo>
                  <a:lnTo>
                    <a:pt x="10" y="12"/>
                  </a:lnTo>
                  <a:lnTo>
                    <a:pt x="7" y="12"/>
                  </a:lnTo>
                  <a:lnTo>
                    <a:pt x="7" y="12"/>
                  </a:lnTo>
                  <a:lnTo>
                    <a:pt x="7" y="14"/>
                  </a:lnTo>
                  <a:lnTo>
                    <a:pt x="7" y="14"/>
                  </a:lnTo>
                  <a:lnTo>
                    <a:pt x="5" y="14"/>
                  </a:lnTo>
                  <a:lnTo>
                    <a:pt x="5" y="14"/>
                  </a:lnTo>
                  <a:lnTo>
                    <a:pt x="5" y="14"/>
                  </a:lnTo>
                  <a:lnTo>
                    <a:pt x="5" y="17"/>
                  </a:lnTo>
                  <a:lnTo>
                    <a:pt x="5" y="17"/>
                  </a:lnTo>
                  <a:lnTo>
                    <a:pt x="2" y="17"/>
                  </a:lnTo>
                  <a:lnTo>
                    <a:pt x="2" y="17"/>
                  </a:lnTo>
                  <a:lnTo>
                    <a:pt x="2" y="14"/>
                  </a:lnTo>
                  <a:lnTo>
                    <a:pt x="0" y="14"/>
                  </a:lnTo>
                  <a:lnTo>
                    <a:pt x="0" y="14"/>
                  </a:lnTo>
                  <a:lnTo>
                    <a:pt x="0" y="14"/>
                  </a:lnTo>
                  <a:lnTo>
                    <a:pt x="0" y="12"/>
                  </a:lnTo>
                  <a:lnTo>
                    <a:pt x="0" y="12"/>
                  </a:lnTo>
                  <a:lnTo>
                    <a:pt x="0" y="12"/>
                  </a:lnTo>
                  <a:lnTo>
                    <a:pt x="2" y="12"/>
                  </a:lnTo>
                  <a:lnTo>
                    <a:pt x="2" y="12"/>
                  </a:lnTo>
                  <a:lnTo>
                    <a:pt x="2" y="12"/>
                  </a:lnTo>
                  <a:lnTo>
                    <a:pt x="5" y="12"/>
                  </a:lnTo>
                  <a:lnTo>
                    <a:pt x="5" y="12"/>
                  </a:lnTo>
                  <a:lnTo>
                    <a:pt x="5" y="12"/>
                  </a:lnTo>
                  <a:lnTo>
                    <a:pt x="5" y="12"/>
                  </a:lnTo>
                  <a:lnTo>
                    <a:pt x="5" y="10"/>
                  </a:lnTo>
                  <a:lnTo>
                    <a:pt x="5" y="10"/>
                  </a:lnTo>
                  <a:lnTo>
                    <a:pt x="7" y="10"/>
                  </a:lnTo>
                  <a:lnTo>
                    <a:pt x="7" y="10"/>
                  </a:lnTo>
                  <a:lnTo>
                    <a:pt x="7" y="10"/>
                  </a:lnTo>
                  <a:lnTo>
                    <a:pt x="10" y="10"/>
                  </a:lnTo>
                  <a:lnTo>
                    <a:pt x="10" y="10"/>
                  </a:lnTo>
                  <a:lnTo>
                    <a:pt x="10" y="10"/>
                  </a:lnTo>
                  <a:lnTo>
                    <a:pt x="12" y="10"/>
                  </a:lnTo>
                  <a:lnTo>
                    <a:pt x="12" y="7"/>
                  </a:lnTo>
                  <a:lnTo>
                    <a:pt x="10" y="7"/>
                  </a:lnTo>
                  <a:lnTo>
                    <a:pt x="10" y="7"/>
                  </a:lnTo>
                  <a:lnTo>
                    <a:pt x="7" y="7"/>
                  </a:lnTo>
                  <a:lnTo>
                    <a:pt x="7" y="7"/>
                  </a:lnTo>
                  <a:lnTo>
                    <a:pt x="7" y="7"/>
                  </a:lnTo>
                  <a:lnTo>
                    <a:pt x="7" y="7"/>
                  </a:lnTo>
                  <a:lnTo>
                    <a:pt x="7" y="5"/>
                  </a:lnTo>
                  <a:lnTo>
                    <a:pt x="7" y="5"/>
                  </a:lnTo>
                  <a:lnTo>
                    <a:pt x="10" y="5"/>
                  </a:lnTo>
                  <a:lnTo>
                    <a:pt x="10" y="3"/>
                  </a:lnTo>
                  <a:lnTo>
                    <a:pt x="10" y="3"/>
                  </a:lnTo>
                  <a:lnTo>
                    <a:pt x="12" y="3"/>
                  </a:lnTo>
                  <a:lnTo>
                    <a:pt x="12" y="3"/>
                  </a:lnTo>
                  <a:lnTo>
                    <a:pt x="12" y="5"/>
                  </a:lnTo>
                  <a:lnTo>
                    <a:pt x="12" y="5"/>
                  </a:lnTo>
                  <a:lnTo>
                    <a:pt x="14" y="5"/>
                  </a:lnTo>
                  <a:lnTo>
                    <a:pt x="14" y="5"/>
                  </a:lnTo>
                  <a:lnTo>
                    <a:pt x="14" y="3"/>
                  </a:lnTo>
                  <a:lnTo>
                    <a:pt x="14" y="3"/>
                  </a:lnTo>
                  <a:lnTo>
                    <a:pt x="14" y="3"/>
                  </a:lnTo>
                  <a:lnTo>
                    <a:pt x="17" y="3"/>
                  </a:lnTo>
                  <a:lnTo>
                    <a:pt x="17" y="3"/>
                  </a:lnTo>
                  <a:lnTo>
                    <a:pt x="19" y="3"/>
                  </a:lnTo>
                  <a:lnTo>
                    <a:pt x="19" y="3"/>
                  </a:lnTo>
                  <a:lnTo>
                    <a:pt x="19" y="3"/>
                  </a:lnTo>
                  <a:lnTo>
                    <a:pt x="21" y="3"/>
                  </a:lnTo>
                  <a:lnTo>
                    <a:pt x="21" y="3"/>
                  </a:lnTo>
                  <a:lnTo>
                    <a:pt x="24" y="3"/>
                  </a:lnTo>
                  <a:lnTo>
                    <a:pt x="24" y="3"/>
                  </a:lnTo>
                  <a:lnTo>
                    <a:pt x="24" y="3"/>
                  </a:lnTo>
                  <a:lnTo>
                    <a:pt x="24" y="3"/>
                  </a:lnTo>
                  <a:lnTo>
                    <a:pt x="24" y="3"/>
                  </a:lnTo>
                  <a:lnTo>
                    <a:pt x="26" y="3"/>
                  </a:lnTo>
                  <a:lnTo>
                    <a:pt x="26" y="3"/>
                  </a:lnTo>
                  <a:lnTo>
                    <a:pt x="26" y="3"/>
                  </a:lnTo>
                  <a:lnTo>
                    <a:pt x="29" y="3"/>
                  </a:lnTo>
                  <a:lnTo>
                    <a:pt x="29" y="3"/>
                  </a:lnTo>
                  <a:lnTo>
                    <a:pt x="31" y="3"/>
                  </a:lnTo>
                  <a:lnTo>
                    <a:pt x="31" y="3"/>
                  </a:lnTo>
                  <a:lnTo>
                    <a:pt x="31" y="3"/>
                  </a:lnTo>
                  <a:lnTo>
                    <a:pt x="33" y="3"/>
                  </a:lnTo>
                  <a:lnTo>
                    <a:pt x="33" y="3"/>
                  </a:lnTo>
                  <a:lnTo>
                    <a:pt x="33" y="0"/>
                  </a:lnTo>
                  <a:lnTo>
                    <a:pt x="33" y="0"/>
                  </a:lnTo>
                  <a:lnTo>
                    <a:pt x="33" y="0"/>
                  </a:lnTo>
                  <a:lnTo>
                    <a:pt x="33" y="0"/>
                  </a:lnTo>
                  <a:lnTo>
                    <a:pt x="33" y="0"/>
                  </a:lnTo>
                  <a:lnTo>
                    <a:pt x="36" y="0"/>
                  </a:lnTo>
                  <a:lnTo>
                    <a:pt x="36" y="3"/>
                  </a:lnTo>
                  <a:lnTo>
                    <a:pt x="36" y="3"/>
                  </a:lnTo>
                  <a:lnTo>
                    <a:pt x="36" y="3"/>
                  </a:lnTo>
                  <a:lnTo>
                    <a:pt x="36" y="5"/>
                  </a:lnTo>
                  <a:lnTo>
                    <a:pt x="36" y="5"/>
                  </a:lnTo>
                  <a:lnTo>
                    <a:pt x="36" y="3"/>
                  </a:lnTo>
                  <a:lnTo>
                    <a:pt x="38" y="3"/>
                  </a:lnTo>
                  <a:lnTo>
                    <a:pt x="38" y="3"/>
                  </a:lnTo>
                  <a:lnTo>
                    <a:pt x="38" y="3"/>
                  </a:lnTo>
                  <a:lnTo>
                    <a:pt x="40" y="3"/>
                  </a:lnTo>
                  <a:lnTo>
                    <a:pt x="40" y="3"/>
                  </a:lnTo>
                  <a:lnTo>
                    <a:pt x="40" y="3"/>
                  </a:lnTo>
                  <a:lnTo>
                    <a:pt x="40" y="3"/>
                  </a:lnTo>
                  <a:lnTo>
                    <a:pt x="40" y="0"/>
                  </a:lnTo>
                  <a:lnTo>
                    <a:pt x="40" y="0"/>
                  </a:lnTo>
                  <a:lnTo>
                    <a:pt x="43" y="0"/>
                  </a:lnTo>
                  <a:lnTo>
                    <a:pt x="43" y="0"/>
                  </a:lnTo>
                  <a:lnTo>
                    <a:pt x="45" y="0"/>
                  </a:lnTo>
                  <a:lnTo>
                    <a:pt x="45" y="0"/>
                  </a:lnTo>
                  <a:lnTo>
                    <a:pt x="45" y="3"/>
                  </a:lnTo>
                  <a:lnTo>
                    <a:pt x="45" y="3"/>
                  </a:lnTo>
                  <a:lnTo>
                    <a:pt x="47" y="3"/>
                  </a:lnTo>
                  <a:lnTo>
                    <a:pt x="47" y="3"/>
                  </a:lnTo>
                  <a:lnTo>
                    <a:pt x="47" y="3"/>
                  </a:lnTo>
                  <a:lnTo>
                    <a:pt x="50" y="3"/>
                  </a:lnTo>
                  <a:lnTo>
                    <a:pt x="50" y="3"/>
                  </a:lnTo>
                  <a:lnTo>
                    <a:pt x="50" y="3"/>
                  </a:lnTo>
                  <a:lnTo>
                    <a:pt x="50" y="3"/>
                  </a:lnTo>
                  <a:lnTo>
                    <a:pt x="52" y="3"/>
                  </a:lnTo>
                  <a:lnTo>
                    <a:pt x="52" y="3"/>
                  </a:lnTo>
                  <a:lnTo>
                    <a:pt x="52" y="3"/>
                  </a:lnTo>
                  <a:lnTo>
                    <a:pt x="52" y="5"/>
                  </a:lnTo>
                  <a:lnTo>
                    <a:pt x="55" y="5"/>
                  </a:lnTo>
                  <a:lnTo>
                    <a:pt x="55" y="5"/>
                  </a:lnTo>
                  <a:lnTo>
                    <a:pt x="55" y="5"/>
                  </a:lnTo>
                  <a:lnTo>
                    <a:pt x="57" y="5"/>
                  </a:lnTo>
                  <a:lnTo>
                    <a:pt x="57" y="5"/>
                  </a:lnTo>
                  <a:lnTo>
                    <a:pt x="57" y="5"/>
                  </a:lnTo>
                  <a:lnTo>
                    <a:pt x="59" y="5"/>
                  </a:lnTo>
                  <a:lnTo>
                    <a:pt x="59" y="5"/>
                  </a:lnTo>
                  <a:lnTo>
                    <a:pt x="59" y="5"/>
                  </a:lnTo>
                  <a:lnTo>
                    <a:pt x="62" y="5"/>
                  </a:lnTo>
                  <a:lnTo>
                    <a:pt x="62" y="5"/>
                  </a:lnTo>
                  <a:lnTo>
                    <a:pt x="64" y="5"/>
                  </a:lnTo>
                  <a:lnTo>
                    <a:pt x="64" y="5"/>
                  </a:lnTo>
                  <a:lnTo>
                    <a:pt x="64" y="7"/>
                  </a:lnTo>
                  <a:lnTo>
                    <a:pt x="64" y="7"/>
                  </a:lnTo>
                  <a:lnTo>
                    <a:pt x="64" y="7"/>
                  </a:lnTo>
                  <a:lnTo>
                    <a:pt x="66" y="7"/>
                  </a:lnTo>
                  <a:lnTo>
                    <a:pt x="66" y="10"/>
                  </a:lnTo>
                  <a:lnTo>
                    <a:pt x="66" y="10"/>
                  </a:lnTo>
                  <a:lnTo>
                    <a:pt x="66" y="10"/>
                  </a:lnTo>
                  <a:lnTo>
                    <a:pt x="66" y="10"/>
                  </a:lnTo>
                  <a:lnTo>
                    <a:pt x="69" y="10"/>
                  </a:lnTo>
                  <a:lnTo>
                    <a:pt x="69" y="12"/>
                  </a:lnTo>
                  <a:lnTo>
                    <a:pt x="69" y="12"/>
                  </a:lnTo>
                  <a:lnTo>
                    <a:pt x="69" y="12"/>
                  </a:lnTo>
                  <a:lnTo>
                    <a:pt x="69" y="12"/>
                  </a:lnTo>
                  <a:lnTo>
                    <a:pt x="69" y="14"/>
                  </a:lnTo>
                  <a:lnTo>
                    <a:pt x="69" y="14"/>
                  </a:lnTo>
                  <a:lnTo>
                    <a:pt x="69" y="17"/>
                  </a:lnTo>
                  <a:lnTo>
                    <a:pt x="71" y="17"/>
                  </a:lnTo>
                  <a:lnTo>
                    <a:pt x="71" y="17"/>
                  </a:lnTo>
                  <a:lnTo>
                    <a:pt x="71" y="17"/>
                  </a:lnTo>
                  <a:lnTo>
                    <a:pt x="74" y="17"/>
                  </a:lnTo>
                  <a:lnTo>
                    <a:pt x="74" y="17"/>
                  </a:lnTo>
                  <a:lnTo>
                    <a:pt x="74" y="19"/>
                  </a:lnTo>
                  <a:lnTo>
                    <a:pt x="74" y="19"/>
                  </a:lnTo>
                  <a:lnTo>
                    <a:pt x="74" y="19"/>
                  </a:lnTo>
                  <a:lnTo>
                    <a:pt x="74" y="22"/>
                  </a:lnTo>
                  <a:lnTo>
                    <a:pt x="74" y="22"/>
                  </a:lnTo>
                  <a:lnTo>
                    <a:pt x="74" y="22"/>
                  </a:lnTo>
                  <a:lnTo>
                    <a:pt x="74" y="24"/>
                  </a:lnTo>
                  <a:lnTo>
                    <a:pt x="74" y="24"/>
                  </a:lnTo>
                  <a:lnTo>
                    <a:pt x="74" y="24"/>
                  </a:lnTo>
                  <a:lnTo>
                    <a:pt x="74" y="24"/>
                  </a:lnTo>
                  <a:lnTo>
                    <a:pt x="74" y="24"/>
                  </a:lnTo>
                  <a:lnTo>
                    <a:pt x="74" y="26"/>
                  </a:lnTo>
                  <a:lnTo>
                    <a:pt x="74" y="26"/>
                  </a:lnTo>
                  <a:lnTo>
                    <a:pt x="74" y="29"/>
                  </a:lnTo>
                  <a:lnTo>
                    <a:pt x="74" y="29"/>
                  </a:lnTo>
                  <a:lnTo>
                    <a:pt x="74" y="29"/>
                  </a:lnTo>
                  <a:lnTo>
                    <a:pt x="76" y="29"/>
                  </a:lnTo>
                  <a:lnTo>
                    <a:pt x="76" y="29"/>
                  </a:lnTo>
                  <a:lnTo>
                    <a:pt x="76" y="29"/>
                  </a:lnTo>
                  <a:lnTo>
                    <a:pt x="76" y="31"/>
                  </a:lnTo>
                  <a:lnTo>
                    <a:pt x="76" y="31"/>
                  </a:lnTo>
                  <a:lnTo>
                    <a:pt x="74" y="31"/>
                  </a:lnTo>
                  <a:lnTo>
                    <a:pt x="74" y="31"/>
                  </a:lnTo>
                  <a:lnTo>
                    <a:pt x="74" y="31"/>
                  </a:lnTo>
                  <a:lnTo>
                    <a:pt x="71" y="3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4" name="Freeform 212"/>
            <p:cNvSpPr>
              <a:spLocks/>
            </p:cNvSpPr>
            <p:nvPr/>
          </p:nvSpPr>
          <p:spPr bwMode="auto">
            <a:xfrm>
              <a:off x="5384800" y="4697413"/>
              <a:ext cx="198438" cy="38100"/>
            </a:xfrm>
            <a:custGeom>
              <a:avLst/>
              <a:gdLst/>
              <a:ahLst/>
              <a:cxnLst>
                <a:cxn ang="0">
                  <a:pos x="80" y="5"/>
                </a:cxn>
                <a:cxn ang="0">
                  <a:pos x="85" y="5"/>
                </a:cxn>
                <a:cxn ang="0">
                  <a:pos x="92" y="5"/>
                </a:cxn>
                <a:cxn ang="0">
                  <a:pos x="97" y="3"/>
                </a:cxn>
                <a:cxn ang="0">
                  <a:pos x="102" y="7"/>
                </a:cxn>
                <a:cxn ang="0">
                  <a:pos x="106" y="3"/>
                </a:cxn>
                <a:cxn ang="0">
                  <a:pos x="114" y="3"/>
                </a:cxn>
                <a:cxn ang="0">
                  <a:pos x="116" y="3"/>
                </a:cxn>
                <a:cxn ang="0">
                  <a:pos x="121" y="3"/>
                </a:cxn>
                <a:cxn ang="0">
                  <a:pos x="125" y="5"/>
                </a:cxn>
                <a:cxn ang="0">
                  <a:pos x="121" y="7"/>
                </a:cxn>
                <a:cxn ang="0">
                  <a:pos x="116" y="10"/>
                </a:cxn>
                <a:cxn ang="0">
                  <a:pos x="109" y="12"/>
                </a:cxn>
                <a:cxn ang="0">
                  <a:pos x="106" y="12"/>
                </a:cxn>
                <a:cxn ang="0">
                  <a:pos x="102" y="10"/>
                </a:cxn>
                <a:cxn ang="0">
                  <a:pos x="97" y="10"/>
                </a:cxn>
                <a:cxn ang="0">
                  <a:pos x="95" y="10"/>
                </a:cxn>
                <a:cxn ang="0">
                  <a:pos x="92" y="15"/>
                </a:cxn>
                <a:cxn ang="0">
                  <a:pos x="88" y="15"/>
                </a:cxn>
                <a:cxn ang="0">
                  <a:pos x="83" y="12"/>
                </a:cxn>
                <a:cxn ang="0">
                  <a:pos x="78" y="15"/>
                </a:cxn>
                <a:cxn ang="0">
                  <a:pos x="73" y="15"/>
                </a:cxn>
                <a:cxn ang="0">
                  <a:pos x="69" y="17"/>
                </a:cxn>
                <a:cxn ang="0">
                  <a:pos x="64" y="17"/>
                </a:cxn>
                <a:cxn ang="0">
                  <a:pos x="59" y="19"/>
                </a:cxn>
                <a:cxn ang="0">
                  <a:pos x="52" y="22"/>
                </a:cxn>
                <a:cxn ang="0">
                  <a:pos x="50" y="19"/>
                </a:cxn>
                <a:cxn ang="0">
                  <a:pos x="47" y="19"/>
                </a:cxn>
                <a:cxn ang="0">
                  <a:pos x="43" y="24"/>
                </a:cxn>
                <a:cxn ang="0">
                  <a:pos x="38" y="24"/>
                </a:cxn>
                <a:cxn ang="0">
                  <a:pos x="33" y="22"/>
                </a:cxn>
                <a:cxn ang="0">
                  <a:pos x="28" y="19"/>
                </a:cxn>
                <a:cxn ang="0">
                  <a:pos x="21" y="22"/>
                </a:cxn>
                <a:cxn ang="0">
                  <a:pos x="19" y="19"/>
                </a:cxn>
                <a:cxn ang="0">
                  <a:pos x="14" y="22"/>
                </a:cxn>
                <a:cxn ang="0">
                  <a:pos x="7" y="19"/>
                </a:cxn>
                <a:cxn ang="0">
                  <a:pos x="5" y="17"/>
                </a:cxn>
                <a:cxn ang="0">
                  <a:pos x="2" y="17"/>
                </a:cxn>
                <a:cxn ang="0">
                  <a:pos x="2" y="12"/>
                </a:cxn>
                <a:cxn ang="0">
                  <a:pos x="7" y="10"/>
                </a:cxn>
                <a:cxn ang="0">
                  <a:pos x="9" y="10"/>
                </a:cxn>
                <a:cxn ang="0">
                  <a:pos x="14" y="10"/>
                </a:cxn>
                <a:cxn ang="0">
                  <a:pos x="17" y="7"/>
                </a:cxn>
                <a:cxn ang="0">
                  <a:pos x="21" y="5"/>
                </a:cxn>
                <a:cxn ang="0">
                  <a:pos x="28" y="5"/>
                </a:cxn>
                <a:cxn ang="0">
                  <a:pos x="33" y="7"/>
                </a:cxn>
                <a:cxn ang="0">
                  <a:pos x="38" y="7"/>
                </a:cxn>
                <a:cxn ang="0">
                  <a:pos x="43" y="10"/>
                </a:cxn>
                <a:cxn ang="0">
                  <a:pos x="47" y="12"/>
                </a:cxn>
                <a:cxn ang="0">
                  <a:pos x="54" y="10"/>
                </a:cxn>
                <a:cxn ang="0">
                  <a:pos x="54" y="5"/>
                </a:cxn>
                <a:cxn ang="0">
                  <a:pos x="57" y="10"/>
                </a:cxn>
                <a:cxn ang="0">
                  <a:pos x="62" y="12"/>
                </a:cxn>
                <a:cxn ang="0">
                  <a:pos x="66" y="15"/>
                </a:cxn>
                <a:cxn ang="0">
                  <a:pos x="66" y="12"/>
                </a:cxn>
                <a:cxn ang="0">
                  <a:pos x="69" y="7"/>
                </a:cxn>
                <a:cxn ang="0">
                  <a:pos x="73" y="7"/>
                </a:cxn>
                <a:cxn ang="0">
                  <a:pos x="73" y="3"/>
                </a:cxn>
              </a:cxnLst>
              <a:rect l="0" t="0" r="r" b="b"/>
              <a:pathLst>
                <a:path w="125" h="24">
                  <a:moveTo>
                    <a:pt x="78" y="0"/>
                  </a:moveTo>
                  <a:lnTo>
                    <a:pt x="78" y="0"/>
                  </a:lnTo>
                  <a:lnTo>
                    <a:pt x="78" y="0"/>
                  </a:lnTo>
                  <a:lnTo>
                    <a:pt x="80" y="0"/>
                  </a:lnTo>
                  <a:lnTo>
                    <a:pt x="80" y="3"/>
                  </a:lnTo>
                  <a:lnTo>
                    <a:pt x="80" y="3"/>
                  </a:lnTo>
                  <a:lnTo>
                    <a:pt x="80" y="5"/>
                  </a:lnTo>
                  <a:lnTo>
                    <a:pt x="80" y="5"/>
                  </a:lnTo>
                  <a:lnTo>
                    <a:pt x="80" y="5"/>
                  </a:lnTo>
                  <a:lnTo>
                    <a:pt x="80" y="5"/>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0" y="5"/>
                  </a:lnTo>
                  <a:lnTo>
                    <a:pt x="92" y="5"/>
                  </a:lnTo>
                  <a:lnTo>
                    <a:pt x="92" y="5"/>
                  </a:lnTo>
                  <a:lnTo>
                    <a:pt x="92" y="5"/>
                  </a:lnTo>
                  <a:lnTo>
                    <a:pt x="95" y="5"/>
                  </a:lnTo>
                  <a:lnTo>
                    <a:pt x="95" y="5"/>
                  </a:lnTo>
                  <a:lnTo>
                    <a:pt x="95" y="3"/>
                  </a:lnTo>
                  <a:lnTo>
                    <a:pt x="95" y="3"/>
                  </a:lnTo>
                  <a:lnTo>
                    <a:pt x="97" y="3"/>
                  </a:lnTo>
                  <a:lnTo>
                    <a:pt x="97" y="3"/>
                  </a:lnTo>
                  <a:lnTo>
                    <a:pt x="99" y="3"/>
                  </a:lnTo>
                  <a:lnTo>
                    <a:pt x="99" y="3"/>
                  </a:lnTo>
                  <a:lnTo>
                    <a:pt x="99" y="5"/>
                  </a:lnTo>
                  <a:lnTo>
                    <a:pt x="99" y="5"/>
                  </a:lnTo>
                  <a:lnTo>
                    <a:pt x="99" y="5"/>
                  </a:lnTo>
                  <a:lnTo>
                    <a:pt x="99" y="7"/>
                  </a:lnTo>
                  <a:lnTo>
                    <a:pt x="102" y="7"/>
                  </a:lnTo>
                  <a:lnTo>
                    <a:pt x="102" y="7"/>
                  </a:lnTo>
                  <a:lnTo>
                    <a:pt x="102" y="7"/>
                  </a:lnTo>
                  <a:lnTo>
                    <a:pt x="104" y="7"/>
                  </a:lnTo>
                  <a:lnTo>
                    <a:pt x="104" y="7"/>
                  </a:lnTo>
                  <a:lnTo>
                    <a:pt x="104" y="5"/>
                  </a:lnTo>
                  <a:lnTo>
                    <a:pt x="106" y="5"/>
                  </a:lnTo>
                  <a:lnTo>
                    <a:pt x="106" y="5"/>
                  </a:lnTo>
                  <a:lnTo>
                    <a:pt x="106" y="3"/>
                  </a:lnTo>
                  <a:lnTo>
                    <a:pt x="106" y="3"/>
                  </a:lnTo>
                  <a:lnTo>
                    <a:pt x="106" y="3"/>
                  </a:lnTo>
                  <a:lnTo>
                    <a:pt x="109" y="3"/>
                  </a:lnTo>
                  <a:lnTo>
                    <a:pt x="109" y="3"/>
                  </a:lnTo>
                  <a:lnTo>
                    <a:pt x="109" y="3"/>
                  </a:lnTo>
                  <a:lnTo>
                    <a:pt x="109" y="3"/>
                  </a:lnTo>
                  <a:lnTo>
                    <a:pt x="111" y="3"/>
                  </a:lnTo>
                  <a:lnTo>
                    <a:pt x="111" y="3"/>
                  </a:lnTo>
                  <a:lnTo>
                    <a:pt x="114" y="3"/>
                  </a:lnTo>
                  <a:lnTo>
                    <a:pt x="114" y="3"/>
                  </a:lnTo>
                  <a:lnTo>
                    <a:pt x="114" y="0"/>
                  </a:lnTo>
                  <a:lnTo>
                    <a:pt x="114" y="0"/>
                  </a:lnTo>
                  <a:lnTo>
                    <a:pt x="114" y="3"/>
                  </a:lnTo>
                  <a:lnTo>
                    <a:pt x="114" y="3"/>
                  </a:lnTo>
                  <a:lnTo>
                    <a:pt x="116" y="3"/>
                  </a:lnTo>
                  <a:lnTo>
                    <a:pt x="116" y="3"/>
                  </a:lnTo>
                  <a:lnTo>
                    <a:pt x="116" y="3"/>
                  </a:lnTo>
                  <a:lnTo>
                    <a:pt x="116" y="3"/>
                  </a:lnTo>
                  <a:lnTo>
                    <a:pt x="118" y="3"/>
                  </a:lnTo>
                  <a:lnTo>
                    <a:pt x="118" y="3"/>
                  </a:lnTo>
                  <a:lnTo>
                    <a:pt x="118" y="3"/>
                  </a:lnTo>
                  <a:lnTo>
                    <a:pt x="121" y="3"/>
                  </a:lnTo>
                  <a:lnTo>
                    <a:pt x="121" y="3"/>
                  </a:lnTo>
                  <a:lnTo>
                    <a:pt x="121" y="3"/>
                  </a:lnTo>
                  <a:lnTo>
                    <a:pt x="121" y="3"/>
                  </a:lnTo>
                  <a:lnTo>
                    <a:pt x="123" y="3"/>
                  </a:lnTo>
                  <a:lnTo>
                    <a:pt x="123" y="3"/>
                  </a:lnTo>
                  <a:lnTo>
                    <a:pt x="125" y="3"/>
                  </a:lnTo>
                  <a:lnTo>
                    <a:pt x="125" y="3"/>
                  </a:lnTo>
                  <a:lnTo>
                    <a:pt x="125" y="3"/>
                  </a:lnTo>
                  <a:lnTo>
                    <a:pt x="125" y="5"/>
                  </a:lnTo>
                  <a:lnTo>
                    <a:pt x="125" y="5"/>
                  </a:lnTo>
                  <a:lnTo>
                    <a:pt x="125" y="5"/>
                  </a:lnTo>
                  <a:lnTo>
                    <a:pt x="125" y="7"/>
                  </a:lnTo>
                  <a:lnTo>
                    <a:pt x="125" y="7"/>
                  </a:lnTo>
                  <a:lnTo>
                    <a:pt x="125" y="7"/>
                  </a:lnTo>
                  <a:lnTo>
                    <a:pt x="125" y="7"/>
                  </a:lnTo>
                  <a:lnTo>
                    <a:pt x="125" y="7"/>
                  </a:lnTo>
                  <a:lnTo>
                    <a:pt x="123" y="7"/>
                  </a:lnTo>
                  <a:lnTo>
                    <a:pt x="123" y="7"/>
                  </a:lnTo>
                  <a:lnTo>
                    <a:pt x="121" y="7"/>
                  </a:lnTo>
                  <a:lnTo>
                    <a:pt x="121" y="7"/>
                  </a:lnTo>
                  <a:lnTo>
                    <a:pt x="121" y="10"/>
                  </a:lnTo>
                  <a:lnTo>
                    <a:pt x="121" y="10"/>
                  </a:lnTo>
                  <a:lnTo>
                    <a:pt x="118" y="10"/>
                  </a:lnTo>
                  <a:lnTo>
                    <a:pt x="118" y="10"/>
                  </a:lnTo>
                  <a:lnTo>
                    <a:pt x="116" y="10"/>
                  </a:lnTo>
                  <a:lnTo>
                    <a:pt x="116" y="10"/>
                  </a:lnTo>
                  <a:lnTo>
                    <a:pt x="116" y="10"/>
                  </a:lnTo>
                  <a:lnTo>
                    <a:pt x="116" y="10"/>
                  </a:lnTo>
                  <a:lnTo>
                    <a:pt x="114" y="10"/>
                  </a:lnTo>
                  <a:lnTo>
                    <a:pt x="114" y="10"/>
                  </a:lnTo>
                  <a:lnTo>
                    <a:pt x="114" y="10"/>
                  </a:lnTo>
                  <a:lnTo>
                    <a:pt x="111" y="10"/>
                  </a:lnTo>
                  <a:lnTo>
                    <a:pt x="111" y="10"/>
                  </a:lnTo>
                  <a:lnTo>
                    <a:pt x="111" y="12"/>
                  </a:lnTo>
                  <a:lnTo>
                    <a:pt x="109" y="12"/>
                  </a:lnTo>
                  <a:lnTo>
                    <a:pt x="109" y="12"/>
                  </a:lnTo>
                  <a:lnTo>
                    <a:pt x="109" y="10"/>
                  </a:lnTo>
                  <a:lnTo>
                    <a:pt x="109" y="10"/>
                  </a:lnTo>
                  <a:lnTo>
                    <a:pt x="109" y="12"/>
                  </a:lnTo>
                  <a:lnTo>
                    <a:pt x="106" y="12"/>
                  </a:lnTo>
                  <a:lnTo>
                    <a:pt x="106" y="12"/>
                  </a:lnTo>
                  <a:lnTo>
                    <a:pt x="106" y="12"/>
                  </a:lnTo>
                  <a:lnTo>
                    <a:pt x="106" y="12"/>
                  </a:lnTo>
                  <a:lnTo>
                    <a:pt x="104" y="12"/>
                  </a:lnTo>
                  <a:lnTo>
                    <a:pt x="104" y="15"/>
                  </a:lnTo>
                  <a:lnTo>
                    <a:pt x="104" y="15"/>
                  </a:lnTo>
                  <a:lnTo>
                    <a:pt x="102" y="15"/>
                  </a:lnTo>
                  <a:lnTo>
                    <a:pt x="102" y="15"/>
                  </a:lnTo>
                  <a:lnTo>
                    <a:pt x="102" y="12"/>
                  </a:lnTo>
                  <a:lnTo>
                    <a:pt x="102" y="12"/>
                  </a:lnTo>
                  <a:lnTo>
                    <a:pt x="102" y="10"/>
                  </a:lnTo>
                  <a:lnTo>
                    <a:pt x="102" y="10"/>
                  </a:lnTo>
                  <a:lnTo>
                    <a:pt x="99" y="10"/>
                  </a:lnTo>
                  <a:lnTo>
                    <a:pt x="99" y="12"/>
                  </a:lnTo>
                  <a:lnTo>
                    <a:pt x="99" y="12"/>
                  </a:lnTo>
                  <a:lnTo>
                    <a:pt x="99" y="10"/>
                  </a:lnTo>
                  <a:lnTo>
                    <a:pt x="99" y="10"/>
                  </a:lnTo>
                  <a:lnTo>
                    <a:pt x="97" y="10"/>
                  </a:lnTo>
                  <a:lnTo>
                    <a:pt x="97" y="10"/>
                  </a:lnTo>
                  <a:lnTo>
                    <a:pt x="97" y="10"/>
                  </a:lnTo>
                  <a:lnTo>
                    <a:pt x="97" y="7"/>
                  </a:lnTo>
                  <a:lnTo>
                    <a:pt x="97" y="7"/>
                  </a:lnTo>
                  <a:lnTo>
                    <a:pt x="95" y="7"/>
                  </a:lnTo>
                  <a:lnTo>
                    <a:pt x="95" y="7"/>
                  </a:lnTo>
                  <a:lnTo>
                    <a:pt x="95" y="7"/>
                  </a:lnTo>
                  <a:lnTo>
                    <a:pt x="95" y="10"/>
                  </a:lnTo>
                  <a:lnTo>
                    <a:pt x="95" y="10"/>
                  </a:lnTo>
                  <a:lnTo>
                    <a:pt x="95" y="10"/>
                  </a:lnTo>
                  <a:lnTo>
                    <a:pt x="92" y="10"/>
                  </a:lnTo>
                  <a:lnTo>
                    <a:pt x="92" y="10"/>
                  </a:lnTo>
                  <a:lnTo>
                    <a:pt x="92" y="12"/>
                  </a:lnTo>
                  <a:lnTo>
                    <a:pt x="92" y="12"/>
                  </a:lnTo>
                  <a:lnTo>
                    <a:pt x="92" y="12"/>
                  </a:lnTo>
                  <a:lnTo>
                    <a:pt x="92" y="12"/>
                  </a:lnTo>
                  <a:lnTo>
                    <a:pt x="92" y="15"/>
                  </a:lnTo>
                  <a:lnTo>
                    <a:pt x="92" y="15"/>
                  </a:lnTo>
                  <a:lnTo>
                    <a:pt x="90" y="15"/>
                  </a:lnTo>
                  <a:lnTo>
                    <a:pt x="90" y="12"/>
                  </a:lnTo>
                  <a:lnTo>
                    <a:pt x="90" y="12"/>
                  </a:lnTo>
                  <a:lnTo>
                    <a:pt x="90" y="15"/>
                  </a:lnTo>
                  <a:lnTo>
                    <a:pt x="88" y="15"/>
                  </a:lnTo>
                  <a:lnTo>
                    <a:pt x="88" y="15"/>
                  </a:lnTo>
                  <a:lnTo>
                    <a:pt x="88" y="15"/>
                  </a:lnTo>
                  <a:lnTo>
                    <a:pt x="88" y="15"/>
                  </a:lnTo>
                  <a:lnTo>
                    <a:pt x="88" y="15"/>
                  </a:lnTo>
                  <a:lnTo>
                    <a:pt x="85" y="15"/>
                  </a:lnTo>
                  <a:lnTo>
                    <a:pt x="85" y="15"/>
                  </a:lnTo>
                  <a:lnTo>
                    <a:pt x="83" y="15"/>
                  </a:lnTo>
                  <a:lnTo>
                    <a:pt x="83" y="12"/>
                  </a:lnTo>
                  <a:lnTo>
                    <a:pt x="83" y="12"/>
                  </a:lnTo>
                  <a:lnTo>
                    <a:pt x="83" y="12"/>
                  </a:lnTo>
                  <a:lnTo>
                    <a:pt x="83" y="12"/>
                  </a:lnTo>
                  <a:lnTo>
                    <a:pt x="80" y="12"/>
                  </a:lnTo>
                  <a:lnTo>
                    <a:pt x="80" y="12"/>
                  </a:lnTo>
                  <a:lnTo>
                    <a:pt x="80" y="12"/>
                  </a:lnTo>
                  <a:lnTo>
                    <a:pt x="80" y="12"/>
                  </a:lnTo>
                  <a:lnTo>
                    <a:pt x="80" y="15"/>
                  </a:lnTo>
                  <a:lnTo>
                    <a:pt x="78" y="15"/>
                  </a:lnTo>
                  <a:lnTo>
                    <a:pt x="78" y="15"/>
                  </a:lnTo>
                  <a:lnTo>
                    <a:pt x="78" y="15"/>
                  </a:lnTo>
                  <a:lnTo>
                    <a:pt x="76" y="15"/>
                  </a:lnTo>
                  <a:lnTo>
                    <a:pt x="76" y="15"/>
                  </a:lnTo>
                  <a:lnTo>
                    <a:pt x="76" y="15"/>
                  </a:lnTo>
                  <a:lnTo>
                    <a:pt x="73" y="15"/>
                  </a:lnTo>
                  <a:lnTo>
                    <a:pt x="73" y="17"/>
                  </a:lnTo>
                  <a:lnTo>
                    <a:pt x="73" y="17"/>
                  </a:lnTo>
                  <a:lnTo>
                    <a:pt x="73" y="15"/>
                  </a:lnTo>
                  <a:lnTo>
                    <a:pt x="73" y="15"/>
                  </a:lnTo>
                  <a:lnTo>
                    <a:pt x="73" y="17"/>
                  </a:lnTo>
                  <a:lnTo>
                    <a:pt x="71" y="17"/>
                  </a:lnTo>
                  <a:lnTo>
                    <a:pt x="71" y="17"/>
                  </a:lnTo>
                  <a:lnTo>
                    <a:pt x="71" y="17"/>
                  </a:lnTo>
                  <a:lnTo>
                    <a:pt x="69" y="17"/>
                  </a:lnTo>
                  <a:lnTo>
                    <a:pt x="69" y="17"/>
                  </a:lnTo>
                  <a:lnTo>
                    <a:pt x="69" y="17"/>
                  </a:lnTo>
                  <a:lnTo>
                    <a:pt x="69" y="17"/>
                  </a:lnTo>
                  <a:lnTo>
                    <a:pt x="66" y="17"/>
                  </a:lnTo>
                  <a:lnTo>
                    <a:pt x="66" y="17"/>
                  </a:lnTo>
                  <a:lnTo>
                    <a:pt x="66" y="17"/>
                  </a:lnTo>
                  <a:lnTo>
                    <a:pt x="64" y="17"/>
                  </a:lnTo>
                  <a:lnTo>
                    <a:pt x="64" y="19"/>
                  </a:lnTo>
                  <a:lnTo>
                    <a:pt x="64" y="19"/>
                  </a:lnTo>
                  <a:lnTo>
                    <a:pt x="64" y="17"/>
                  </a:lnTo>
                  <a:lnTo>
                    <a:pt x="62" y="17"/>
                  </a:lnTo>
                  <a:lnTo>
                    <a:pt x="62" y="17"/>
                  </a:lnTo>
                  <a:lnTo>
                    <a:pt x="62" y="17"/>
                  </a:lnTo>
                  <a:lnTo>
                    <a:pt x="59" y="17"/>
                  </a:lnTo>
                  <a:lnTo>
                    <a:pt x="59" y="19"/>
                  </a:lnTo>
                  <a:lnTo>
                    <a:pt x="59" y="19"/>
                  </a:lnTo>
                  <a:lnTo>
                    <a:pt x="59" y="19"/>
                  </a:lnTo>
                  <a:lnTo>
                    <a:pt x="59" y="19"/>
                  </a:lnTo>
                  <a:lnTo>
                    <a:pt x="57" y="19"/>
                  </a:lnTo>
                  <a:lnTo>
                    <a:pt x="57" y="19"/>
                  </a:lnTo>
                  <a:lnTo>
                    <a:pt x="54" y="19"/>
                  </a:lnTo>
                  <a:lnTo>
                    <a:pt x="54" y="22"/>
                  </a:lnTo>
                  <a:lnTo>
                    <a:pt x="54" y="22"/>
                  </a:lnTo>
                  <a:lnTo>
                    <a:pt x="54" y="22"/>
                  </a:lnTo>
                  <a:lnTo>
                    <a:pt x="54" y="22"/>
                  </a:lnTo>
                  <a:lnTo>
                    <a:pt x="52" y="22"/>
                  </a:lnTo>
                  <a:lnTo>
                    <a:pt x="52" y="22"/>
                  </a:lnTo>
                  <a:lnTo>
                    <a:pt x="52" y="22"/>
                  </a:lnTo>
                  <a:lnTo>
                    <a:pt x="52" y="22"/>
                  </a:lnTo>
                  <a:lnTo>
                    <a:pt x="52" y="22"/>
                  </a:lnTo>
                  <a:lnTo>
                    <a:pt x="50" y="22"/>
                  </a:lnTo>
                  <a:lnTo>
                    <a:pt x="50" y="22"/>
                  </a:lnTo>
                  <a:lnTo>
                    <a:pt x="50" y="22"/>
                  </a:lnTo>
                  <a:lnTo>
                    <a:pt x="50" y="19"/>
                  </a:lnTo>
                  <a:lnTo>
                    <a:pt x="47" y="19"/>
                  </a:lnTo>
                  <a:lnTo>
                    <a:pt x="47" y="22"/>
                  </a:lnTo>
                  <a:lnTo>
                    <a:pt x="47" y="22"/>
                  </a:lnTo>
                  <a:lnTo>
                    <a:pt x="47" y="24"/>
                  </a:lnTo>
                  <a:lnTo>
                    <a:pt x="47" y="24"/>
                  </a:lnTo>
                  <a:lnTo>
                    <a:pt x="47" y="22"/>
                  </a:lnTo>
                  <a:lnTo>
                    <a:pt x="47" y="22"/>
                  </a:lnTo>
                  <a:lnTo>
                    <a:pt x="47" y="19"/>
                  </a:lnTo>
                  <a:lnTo>
                    <a:pt x="47" y="19"/>
                  </a:lnTo>
                  <a:lnTo>
                    <a:pt x="45" y="19"/>
                  </a:lnTo>
                  <a:lnTo>
                    <a:pt x="45" y="19"/>
                  </a:lnTo>
                  <a:lnTo>
                    <a:pt x="45" y="22"/>
                  </a:lnTo>
                  <a:lnTo>
                    <a:pt x="45" y="22"/>
                  </a:lnTo>
                  <a:lnTo>
                    <a:pt x="43" y="22"/>
                  </a:lnTo>
                  <a:lnTo>
                    <a:pt x="43" y="24"/>
                  </a:lnTo>
                  <a:lnTo>
                    <a:pt x="43" y="24"/>
                  </a:lnTo>
                  <a:lnTo>
                    <a:pt x="43" y="24"/>
                  </a:lnTo>
                  <a:lnTo>
                    <a:pt x="43" y="22"/>
                  </a:lnTo>
                  <a:lnTo>
                    <a:pt x="40" y="22"/>
                  </a:lnTo>
                  <a:lnTo>
                    <a:pt x="40" y="22"/>
                  </a:lnTo>
                  <a:lnTo>
                    <a:pt x="40" y="22"/>
                  </a:lnTo>
                  <a:lnTo>
                    <a:pt x="40" y="24"/>
                  </a:lnTo>
                  <a:lnTo>
                    <a:pt x="38" y="24"/>
                  </a:lnTo>
                  <a:lnTo>
                    <a:pt x="38" y="24"/>
                  </a:lnTo>
                  <a:lnTo>
                    <a:pt x="35" y="24"/>
                  </a:lnTo>
                  <a:lnTo>
                    <a:pt x="35" y="24"/>
                  </a:lnTo>
                  <a:lnTo>
                    <a:pt x="35" y="24"/>
                  </a:lnTo>
                  <a:lnTo>
                    <a:pt x="33" y="24"/>
                  </a:lnTo>
                  <a:lnTo>
                    <a:pt x="33" y="22"/>
                  </a:lnTo>
                  <a:lnTo>
                    <a:pt x="33" y="22"/>
                  </a:lnTo>
                  <a:lnTo>
                    <a:pt x="33" y="22"/>
                  </a:lnTo>
                  <a:lnTo>
                    <a:pt x="33" y="22"/>
                  </a:lnTo>
                  <a:lnTo>
                    <a:pt x="33" y="22"/>
                  </a:lnTo>
                  <a:lnTo>
                    <a:pt x="31" y="22"/>
                  </a:lnTo>
                  <a:lnTo>
                    <a:pt x="31" y="22"/>
                  </a:lnTo>
                  <a:lnTo>
                    <a:pt x="31" y="22"/>
                  </a:lnTo>
                  <a:lnTo>
                    <a:pt x="28" y="22"/>
                  </a:lnTo>
                  <a:lnTo>
                    <a:pt x="28" y="22"/>
                  </a:lnTo>
                  <a:lnTo>
                    <a:pt x="28" y="22"/>
                  </a:lnTo>
                  <a:lnTo>
                    <a:pt x="28" y="19"/>
                  </a:lnTo>
                  <a:lnTo>
                    <a:pt x="26" y="19"/>
                  </a:lnTo>
                  <a:lnTo>
                    <a:pt x="26" y="19"/>
                  </a:lnTo>
                  <a:lnTo>
                    <a:pt x="26" y="19"/>
                  </a:lnTo>
                  <a:lnTo>
                    <a:pt x="24" y="19"/>
                  </a:lnTo>
                  <a:lnTo>
                    <a:pt x="24" y="19"/>
                  </a:lnTo>
                  <a:lnTo>
                    <a:pt x="21" y="19"/>
                  </a:lnTo>
                  <a:lnTo>
                    <a:pt x="21" y="22"/>
                  </a:lnTo>
                  <a:lnTo>
                    <a:pt x="21" y="22"/>
                  </a:lnTo>
                  <a:lnTo>
                    <a:pt x="21" y="22"/>
                  </a:lnTo>
                  <a:lnTo>
                    <a:pt x="21" y="22"/>
                  </a:lnTo>
                  <a:lnTo>
                    <a:pt x="21" y="22"/>
                  </a:lnTo>
                  <a:lnTo>
                    <a:pt x="19" y="22"/>
                  </a:lnTo>
                  <a:lnTo>
                    <a:pt x="19" y="19"/>
                  </a:lnTo>
                  <a:lnTo>
                    <a:pt x="19" y="19"/>
                  </a:lnTo>
                  <a:lnTo>
                    <a:pt x="19" y="19"/>
                  </a:lnTo>
                  <a:lnTo>
                    <a:pt x="19" y="19"/>
                  </a:lnTo>
                  <a:lnTo>
                    <a:pt x="19" y="19"/>
                  </a:lnTo>
                  <a:lnTo>
                    <a:pt x="17" y="19"/>
                  </a:lnTo>
                  <a:lnTo>
                    <a:pt x="17" y="19"/>
                  </a:lnTo>
                  <a:lnTo>
                    <a:pt x="14" y="19"/>
                  </a:lnTo>
                  <a:lnTo>
                    <a:pt x="14" y="19"/>
                  </a:lnTo>
                  <a:lnTo>
                    <a:pt x="14" y="22"/>
                  </a:lnTo>
                  <a:lnTo>
                    <a:pt x="14" y="22"/>
                  </a:lnTo>
                  <a:lnTo>
                    <a:pt x="14" y="22"/>
                  </a:lnTo>
                  <a:lnTo>
                    <a:pt x="14" y="22"/>
                  </a:lnTo>
                  <a:lnTo>
                    <a:pt x="12" y="22"/>
                  </a:lnTo>
                  <a:lnTo>
                    <a:pt x="12" y="19"/>
                  </a:lnTo>
                  <a:lnTo>
                    <a:pt x="12" y="19"/>
                  </a:lnTo>
                  <a:lnTo>
                    <a:pt x="9" y="19"/>
                  </a:lnTo>
                  <a:lnTo>
                    <a:pt x="9" y="19"/>
                  </a:lnTo>
                  <a:lnTo>
                    <a:pt x="9" y="19"/>
                  </a:lnTo>
                  <a:lnTo>
                    <a:pt x="7" y="19"/>
                  </a:lnTo>
                  <a:lnTo>
                    <a:pt x="7" y="19"/>
                  </a:lnTo>
                  <a:lnTo>
                    <a:pt x="7" y="19"/>
                  </a:lnTo>
                  <a:lnTo>
                    <a:pt x="7" y="19"/>
                  </a:lnTo>
                  <a:lnTo>
                    <a:pt x="7" y="17"/>
                  </a:lnTo>
                  <a:lnTo>
                    <a:pt x="7" y="17"/>
                  </a:lnTo>
                  <a:lnTo>
                    <a:pt x="5" y="17"/>
                  </a:lnTo>
                  <a:lnTo>
                    <a:pt x="5" y="17"/>
                  </a:lnTo>
                  <a:lnTo>
                    <a:pt x="5" y="17"/>
                  </a:lnTo>
                  <a:lnTo>
                    <a:pt x="5" y="19"/>
                  </a:lnTo>
                  <a:lnTo>
                    <a:pt x="2" y="19"/>
                  </a:lnTo>
                  <a:lnTo>
                    <a:pt x="2" y="19"/>
                  </a:lnTo>
                  <a:lnTo>
                    <a:pt x="2" y="19"/>
                  </a:lnTo>
                  <a:lnTo>
                    <a:pt x="0" y="19"/>
                  </a:lnTo>
                  <a:lnTo>
                    <a:pt x="0" y="17"/>
                  </a:lnTo>
                  <a:lnTo>
                    <a:pt x="0" y="17"/>
                  </a:lnTo>
                  <a:lnTo>
                    <a:pt x="2" y="17"/>
                  </a:lnTo>
                  <a:lnTo>
                    <a:pt x="2" y="17"/>
                  </a:lnTo>
                  <a:lnTo>
                    <a:pt x="2" y="15"/>
                  </a:lnTo>
                  <a:lnTo>
                    <a:pt x="0" y="15"/>
                  </a:lnTo>
                  <a:lnTo>
                    <a:pt x="0" y="15"/>
                  </a:lnTo>
                  <a:lnTo>
                    <a:pt x="2" y="15"/>
                  </a:lnTo>
                  <a:lnTo>
                    <a:pt x="2" y="12"/>
                  </a:lnTo>
                  <a:lnTo>
                    <a:pt x="2" y="12"/>
                  </a:lnTo>
                  <a:lnTo>
                    <a:pt x="2" y="12"/>
                  </a:lnTo>
                  <a:lnTo>
                    <a:pt x="2" y="10"/>
                  </a:lnTo>
                  <a:lnTo>
                    <a:pt x="2" y="10"/>
                  </a:lnTo>
                  <a:lnTo>
                    <a:pt x="2" y="10"/>
                  </a:lnTo>
                  <a:lnTo>
                    <a:pt x="5" y="10"/>
                  </a:lnTo>
                  <a:lnTo>
                    <a:pt x="5" y="10"/>
                  </a:lnTo>
                  <a:lnTo>
                    <a:pt x="5" y="10"/>
                  </a:lnTo>
                  <a:lnTo>
                    <a:pt x="5" y="10"/>
                  </a:lnTo>
                  <a:lnTo>
                    <a:pt x="7" y="10"/>
                  </a:lnTo>
                  <a:lnTo>
                    <a:pt x="7" y="10"/>
                  </a:lnTo>
                  <a:lnTo>
                    <a:pt x="7" y="10"/>
                  </a:lnTo>
                  <a:lnTo>
                    <a:pt x="7" y="12"/>
                  </a:lnTo>
                  <a:lnTo>
                    <a:pt x="7" y="12"/>
                  </a:lnTo>
                  <a:lnTo>
                    <a:pt x="9" y="12"/>
                  </a:lnTo>
                  <a:lnTo>
                    <a:pt x="9" y="10"/>
                  </a:lnTo>
                  <a:lnTo>
                    <a:pt x="9" y="10"/>
                  </a:lnTo>
                  <a:lnTo>
                    <a:pt x="9" y="10"/>
                  </a:lnTo>
                  <a:lnTo>
                    <a:pt x="12" y="10"/>
                  </a:lnTo>
                  <a:lnTo>
                    <a:pt x="12" y="10"/>
                  </a:lnTo>
                  <a:lnTo>
                    <a:pt x="9" y="10"/>
                  </a:lnTo>
                  <a:lnTo>
                    <a:pt x="9" y="7"/>
                  </a:lnTo>
                  <a:lnTo>
                    <a:pt x="12" y="7"/>
                  </a:lnTo>
                  <a:lnTo>
                    <a:pt x="12" y="7"/>
                  </a:lnTo>
                  <a:lnTo>
                    <a:pt x="14" y="7"/>
                  </a:lnTo>
                  <a:lnTo>
                    <a:pt x="14" y="10"/>
                  </a:lnTo>
                  <a:lnTo>
                    <a:pt x="14" y="10"/>
                  </a:lnTo>
                  <a:lnTo>
                    <a:pt x="14" y="10"/>
                  </a:lnTo>
                  <a:lnTo>
                    <a:pt x="14" y="7"/>
                  </a:lnTo>
                  <a:lnTo>
                    <a:pt x="14" y="7"/>
                  </a:lnTo>
                  <a:lnTo>
                    <a:pt x="17" y="7"/>
                  </a:lnTo>
                  <a:lnTo>
                    <a:pt x="17" y="7"/>
                  </a:lnTo>
                  <a:lnTo>
                    <a:pt x="17" y="7"/>
                  </a:lnTo>
                  <a:lnTo>
                    <a:pt x="17" y="7"/>
                  </a:lnTo>
                  <a:lnTo>
                    <a:pt x="19" y="7"/>
                  </a:lnTo>
                  <a:lnTo>
                    <a:pt x="19" y="7"/>
                  </a:lnTo>
                  <a:lnTo>
                    <a:pt x="19" y="7"/>
                  </a:lnTo>
                  <a:lnTo>
                    <a:pt x="19" y="7"/>
                  </a:lnTo>
                  <a:lnTo>
                    <a:pt x="19" y="5"/>
                  </a:lnTo>
                  <a:lnTo>
                    <a:pt x="21" y="5"/>
                  </a:lnTo>
                  <a:lnTo>
                    <a:pt x="21" y="5"/>
                  </a:lnTo>
                  <a:lnTo>
                    <a:pt x="21" y="5"/>
                  </a:lnTo>
                  <a:lnTo>
                    <a:pt x="24" y="5"/>
                  </a:lnTo>
                  <a:lnTo>
                    <a:pt x="24" y="5"/>
                  </a:lnTo>
                  <a:lnTo>
                    <a:pt x="24" y="5"/>
                  </a:lnTo>
                  <a:lnTo>
                    <a:pt x="26" y="5"/>
                  </a:lnTo>
                  <a:lnTo>
                    <a:pt x="26" y="5"/>
                  </a:lnTo>
                  <a:lnTo>
                    <a:pt x="26" y="5"/>
                  </a:lnTo>
                  <a:lnTo>
                    <a:pt x="26" y="5"/>
                  </a:lnTo>
                  <a:lnTo>
                    <a:pt x="28" y="5"/>
                  </a:lnTo>
                  <a:lnTo>
                    <a:pt x="28" y="5"/>
                  </a:lnTo>
                  <a:lnTo>
                    <a:pt x="28" y="5"/>
                  </a:lnTo>
                  <a:lnTo>
                    <a:pt x="28" y="5"/>
                  </a:lnTo>
                  <a:lnTo>
                    <a:pt x="28" y="5"/>
                  </a:lnTo>
                  <a:lnTo>
                    <a:pt x="28" y="7"/>
                  </a:lnTo>
                  <a:lnTo>
                    <a:pt x="31" y="7"/>
                  </a:lnTo>
                  <a:lnTo>
                    <a:pt x="31" y="7"/>
                  </a:lnTo>
                  <a:lnTo>
                    <a:pt x="33" y="7"/>
                  </a:lnTo>
                  <a:lnTo>
                    <a:pt x="33" y="7"/>
                  </a:lnTo>
                  <a:lnTo>
                    <a:pt x="33" y="7"/>
                  </a:lnTo>
                  <a:lnTo>
                    <a:pt x="33" y="7"/>
                  </a:lnTo>
                  <a:lnTo>
                    <a:pt x="35" y="7"/>
                  </a:lnTo>
                  <a:lnTo>
                    <a:pt x="35" y="7"/>
                  </a:lnTo>
                  <a:lnTo>
                    <a:pt x="35" y="7"/>
                  </a:lnTo>
                  <a:lnTo>
                    <a:pt x="38" y="7"/>
                  </a:lnTo>
                  <a:lnTo>
                    <a:pt x="38" y="7"/>
                  </a:lnTo>
                  <a:lnTo>
                    <a:pt x="38" y="7"/>
                  </a:lnTo>
                  <a:lnTo>
                    <a:pt x="38" y="10"/>
                  </a:lnTo>
                  <a:lnTo>
                    <a:pt x="40" y="10"/>
                  </a:lnTo>
                  <a:lnTo>
                    <a:pt x="40" y="10"/>
                  </a:lnTo>
                  <a:lnTo>
                    <a:pt x="40" y="10"/>
                  </a:lnTo>
                  <a:lnTo>
                    <a:pt x="40" y="10"/>
                  </a:lnTo>
                  <a:lnTo>
                    <a:pt x="43" y="10"/>
                  </a:lnTo>
                  <a:lnTo>
                    <a:pt x="43" y="10"/>
                  </a:lnTo>
                  <a:lnTo>
                    <a:pt x="43" y="10"/>
                  </a:lnTo>
                  <a:lnTo>
                    <a:pt x="43" y="12"/>
                  </a:lnTo>
                  <a:lnTo>
                    <a:pt x="43" y="12"/>
                  </a:lnTo>
                  <a:lnTo>
                    <a:pt x="45" y="12"/>
                  </a:lnTo>
                  <a:lnTo>
                    <a:pt x="45" y="12"/>
                  </a:lnTo>
                  <a:lnTo>
                    <a:pt x="47" y="12"/>
                  </a:lnTo>
                  <a:lnTo>
                    <a:pt x="47" y="12"/>
                  </a:lnTo>
                  <a:lnTo>
                    <a:pt x="47" y="12"/>
                  </a:lnTo>
                  <a:lnTo>
                    <a:pt x="47" y="12"/>
                  </a:lnTo>
                  <a:lnTo>
                    <a:pt x="50" y="12"/>
                  </a:lnTo>
                  <a:lnTo>
                    <a:pt x="50" y="10"/>
                  </a:lnTo>
                  <a:lnTo>
                    <a:pt x="50" y="10"/>
                  </a:lnTo>
                  <a:lnTo>
                    <a:pt x="52" y="10"/>
                  </a:lnTo>
                  <a:lnTo>
                    <a:pt x="52" y="10"/>
                  </a:lnTo>
                  <a:lnTo>
                    <a:pt x="52" y="10"/>
                  </a:lnTo>
                  <a:lnTo>
                    <a:pt x="54" y="10"/>
                  </a:lnTo>
                  <a:lnTo>
                    <a:pt x="54" y="10"/>
                  </a:lnTo>
                  <a:lnTo>
                    <a:pt x="52" y="10"/>
                  </a:lnTo>
                  <a:lnTo>
                    <a:pt x="52" y="7"/>
                  </a:lnTo>
                  <a:lnTo>
                    <a:pt x="52" y="7"/>
                  </a:lnTo>
                  <a:lnTo>
                    <a:pt x="52" y="7"/>
                  </a:lnTo>
                  <a:lnTo>
                    <a:pt x="54" y="7"/>
                  </a:lnTo>
                  <a:lnTo>
                    <a:pt x="54" y="5"/>
                  </a:lnTo>
                  <a:lnTo>
                    <a:pt x="54" y="5"/>
                  </a:lnTo>
                  <a:lnTo>
                    <a:pt x="54" y="5"/>
                  </a:lnTo>
                  <a:lnTo>
                    <a:pt x="54" y="7"/>
                  </a:lnTo>
                  <a:lnTo>
                    <a:pt x="54" y="7"/>
                  </a:lnTo>
                  <a:lnTo>
                    <a:pt x="54" y="7"/>
                  </a:lnTo>
                  <a:lnTo>
                    <a:pt x="54" y="10"/>
                  </a:lnTo>
                  <a:lnTo>
                    <a:pt x="54" y="10"/>
                  </a:lnTo>
                  <a:lnTo>
                    <a:pt x="57" y="10"/>
                  </a:lnTo>
                  <a:lnTo>
                    <a:pt x="57" y="10"/>
                  </a:lnTo>
                  <a:lnTo>
                    <a:pt x="57" y="10"/>
                  </a:lnTo>
                  <a:lnTo>
                    <a:pt x="59" y="10"/>
                  </a:lnTo>
                  <a:lnTo>
                    <a:pt x="59" y="10"/>
                  </a:lnTo>
                  <a:lnTo>
                    <a:pt x="59" y="10"/>
                  </a:lnTo>
                  <a:lnTo>
                    <a:pt x="59" y="12"/>
                  </a:lnTo>
                  <a:lnTo>
                    <a:pt x="59" y="12"/>
                  </a:lnTo>
                  <a:lnTo>
                    <a:pt x="62" y="12"/>
                  </a:lnTo>
                  <a:lnTo>
                    <a:pt x="62" y="12"/>
                  </a:lnTo>
                  <a:lnTo>
                    <a:pt x="62" y="12"/>
                  </a:lnTo>
                  <a:lnTo>
                    <a:pt x="62" y="12"/>
                  </a:lnTo>
                  <a:lnTo>
                    <a:pt x="62" y="15"/>
                  </a:lnTo>
                  <a:lnTo>
                    <a:pt x="64" y="15"/>
                  </a:lnTo>
                  <a:lnTo>
                    <a:pt x="64" y="15"/>
                  </a:lnTo>
                  <a:lnTo>
                    <a:pt x="64" y="15"/>
                  </a:lnTo>
                  <a:lnTo>
                    <a:pt x="64" y="15"/>
                  </a:lnTo>
                  <a:lnTo>
                    <a:pt x="66" y="15"/>
                  </a:lnTo>
                  <a:lnTo>
                    <a:pt x="66" y="15"/>
                  </a:lnTo>
                  <a:lnTo>
                    <a:pt x="66" y="15"/>
                  </a:lnTo>
                  <a:lnTo>
                    <a:pt x="69" y="15"/>
                  </a:lnTo>
                  <a:lnTo>
                    <a:pt x="69" y="12"/>
                  </a:lnTo>
                  <a:lnTo>
                    <a:pt x="69" y="12"/>
                  </a:lnTo>
                  <a:lnTo>
                    <a:pt x="66" y="12"/>
                  </a:lnTo>
                  <a:lnTo>
                    <a:pt x="66" y="12"/>
                  </a:lnTo>
                  <a:lnTo>
                    <a:pt x="66" y="12"/>
                  </a:lnTo>
                  <a:lnTo>
                    <a:pt x="66" y="10"/>
                  </a:lnTo>
                  <a:lnTo>
                    <a:pt x="66" y="10"/>
                  </a:lnTo>
                  <a:lnTo>
                    <a:pt x="66" y="10"/>
                  </a:lnTo>
                  <a:lnTo>
                    <a:pt x="66" y="10"/>
                  </a:lnTo>
                  <a:lnTo>
                    <a:pt x="69" y="10"/>
                  </a:lnTo>
                  <a:lnTo>
                    <a:pt x="69" y="10"/>
                  </a:lnTo>
                  <a:lnTo>
                    <a:pt x="69" y="7"/>
                  </a:lnTo>
                  <a:lnTo>
                    <a:pt x="69" y="7"/>
                  </a:lnTo>
                  <a:lnTo>
                    <a:pt x="69" y="10"/>
                  </a:lnTo>
                  <a:lnTo>
                    <a:pt x="71" y="10"/>
                  </a:lnTo>
                  <a:lnTo>
                    <a:pt x="71" y="7"/>
                  </a:lnTo>
                  <a:lnTo>
                    <a:pt x="71" y="7"/>
                  </a:lnTo>
                  <a:lnTo>
                    <a:pt x="71" y="7"/>
                  </a:lnTo>
                  <a:lnTo>
                    <a:pt x="73" y="7"/>
                  </a:lnTo>
                  <a:lnTo>
                    <a:pt x="73" y="7"/>
                  </a:lnTo>
                  <a:lnTo>
                    <a:pt x="73" y="7"/>
                  </a:lnTo>
                  <a:lnTo>
                    <a:pt x="73" y="7"/>
                  </a:lnTo>
                  <a:lnTo>
                    <a:pt x="76" y="7"/>
                  </a:lnTo>
                  <a:lnTo>
                    <a:pt x="76" y="5"/>
                  </a:lnTo>
                  <a:lnTo>
                    <a:pt x="73" y="5"/>
                  </a:lnTo>
                  <a:lnTo>
                    <a:pt x="73" y="5"/>
                  </a:lnTo>
                  <a:lnTo>
                    <a:pt x="73" y="5"/>
                  </a:lnTo>
                  <a:lnTo>
                    <a:pt x="73" y="3"/>
                  </a:lnTo>
                  <a:lnTo>
                    <a:pt x="73" y="3"/>
                  </a:lnTo>
                  <a:lnTo>
                    <a:pt x="73" y="3"/>
                  </a:lnTo>
                  <a:lnTo>
                    <a:pt x="73" y="0"/>
                  </a:lnTo>
                  <a:lnTo>
                    <a:pt x="76" y="0"/>
                  </a:lnTo>
                  <a:lnTo>
                    <a:pt x="76" y="0"/>
                  </a:lnTo>
                  <a:lnTo>
                    <a:pt x="76" y="0"/>
                  </a:lnTo>
                  <a:lnTo>
                    <a:pt x="76" y="0"/>
                  </a:lnTo>
                  <a:lnTo>
                    <a:pt x="78"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5" name="Freeform 213"/>
            <p:cNvSpPr>
              <a:spLocks/>
            </p:cNvSpPr>
            <p:nvPr/>
          </p:nvSpPr>
          <p:spPr bwMode="auto">
            <a:xfrm>
              <a:off x="5384800" y="4697413"/>
              <a:ext cx="198438" cy="38100"/>
            </a:xfrm>
            <a:custGeom>
              <a:avLst/>
              <a:gdLst/>
              <a:ahLst/>
              <a:cxnLst>
                <a:cxn ang="0">
                  <a:pos x="80" y="5"/>
                </a:cxn>
                <a:cxn ang="0">
                  <a:pos x="85" y="5"/>
                </a:cxn>
                <a:cxn ang="0">
                  <a:pos x="92" y="5"/>
                </a:cxn>
                <a:cxn ang="0">
                  <a:pos x="97" y="3"/>
                </a:cxn>
                <a:cxn ang="0">
                  <a:pos x="102" y="7"/>
                </a:cxn>
                <a:cxn ang="0">
                  <a:pos x="106" y="3"/>
                </a:cxn>
                <a:cxn ang="0">
                  <a:pos x="114" y="3"/>
                </a:cxn>
                <a:cxn ang="0">
                  <a:pos x="116" y="3"/>
                </a:cxn>
                <a:cxn ang="0">
                  <a:pos x="121" y="3"/>
                </a:cxn>
                <a:cxn ang="0">
                  <a:pos x="125" y="5"/>
                </a:cxn>
                <a:cxn ang="0">
                  <a:pos x="121" y="7"/>
                </a:cxn>
                <a:cxn ang="0">
                  <a:pos x="116" y="10"/>
                </a:cxn>
                <a:cxn ang="0">
                  <a:pos x="109" y="12"/>
                </a:cxn>
                <a:cxn ang="0">
                  <a:pos x="106" y="12"/>
                </a:cxn>
                <a:cxn ang="0">
                  <a:pos x="102" y="10"/>
                </a:cxn>
                <a:cxn ang="0">
                  <a:pos x="97" y="10"/>
                </a:cxn>
                <a:cxn ang="0">
                  <a:pos x="95" y="10"/>
                </a:cxn>
                <a:cxn ang="0">
                  <a:pos x="92" y="15"/>
                </a:cxn>
                <a:cxn ang="0">
                  <a:pos x="88" y="15"/>
                </a:cxn>
                <a:cxn ang="0">
                  <a:pos x="83" y="12"/>
                </a:cxn>
                <a:cxn ang="0">
                  <a:pos x="78" y="15"/>
                </a:cxn>
                <a:cxn ang="0">
                  <a:pos x="73" y="15"/>
                </a:cxn>
                <a:cxn ang="0">
                  <a:pos x="69" y="17"/>
                </a:cxn>
                <a:cxn ang="0">
                  <a:pos x="64" y="17"/>
                </a:cxn>
                <a:cxn ang="0">
                  <a:pos x="59" y="19"/>
                </a:cxn>
                <a:cxn ang="0">
                  <a:pos x="52" y="22"/>
                </a:cxn>
                <a:cxn ang="0">
                  <a:pos x="50" y="19"/>
                </a:cxn>
                <a:cxn ang="0">
                  <a:pos x="47" y="19"/>
                </a:cxn>
                <a:cxn ang="0">
                  <a:pos x="43" y="24"/>
                </a:cxn>
                <a:cxn ang="0">
                  <a:pos x="38" y="24"/>
                </a:cxn>
                <a:cxn ang="0">
                  <a:pos x="33" y="22"/>
                </a:cxn>
                <a:cxn ang="0">
                  <a:pos x="28" y="19"/>
                </a:cxn>
                <a:cxn ang="0">
                  <a:pos x="21" y="22"/>
                </a:cxn>
                <a:cxn ang="0">
                  <a:pos x="19" y="19"/>
                </a:cxn>
                <a:cxn ang="0">
                  <a:pos x="14" y="22"/>
                </a:cxn>
                <a:cxn ang="0">
                  <a:pos x="7" y="19"/>
                </a:cxn>
                <a:cxn ang="0">
                  <a:pos x="5" y="17"/>
                </a:cxn>
                <a:cxn ang="0">
                  <a:pos x="2" y="17"/>
                </a:cxn>
                <a:cxn ang="0">
                  <a:pos x="2" y="12"/>
                </a:cxn>
                <a:cxn ang="0">
                  <a:pos x="7" y="10"/>
                </a:cxn>
                <a:cxn ang="0">
                  <a:pos x="9" y="10"/>
                </a:cxn>
                <a:cxn ang="0">
                  <a:pos x="14" y="10"/>
                </a:cxn>
                <a:cxn ang="0">
                  <a:pos x="17" y="7"/>
                </a:cxn>
                <a:cxn ang="0">
                  <a:pos x="21" y="5"/>
                </a:cxn>
                <a:cxn ang="0">
                  <a:pos x="28" y="5"/>
                </a:cxn>
                <a:cxn ang="0">
                  <a:pos x="33" y="7"/>
                </a:cxn>
                <a:cxn ang="0">
                  <a:pos x="38" y="7"/>
                </a:cxn>
                <a:cxn ang="0">
                  <a:pos x="43" y="10"/>
                </a:cxn>
                <a:cxn ang="0">
                  <a:pos x="47" y="12"/>
                </a:cxn>
                <a:cxn ang="0">
                  <a:pos x="54" y="10"/>
                </a:cxn>
                <a:cxn ang="0">
                  <a:pos x="54" y="5"/>
                </a:cxn>
                <a:cxn ang="0">
                  <a:pos x="57" y="10"/>
                </a:cxn>
                <a:cxn ang="0">
                  <a:pos x="62" y="12"/>
                </a:cxn>
                <a:cxn ang="0">
                  <a:pos x="66" y="15"/>
                </a:cxn>
                <a:cxn ang="0">
                  <a:pos x="66" y="12"/>
                </a:cxn>
                <a:cxn ang="0">
                  <a:pos x="69" y="7"/>
                </a:cxn>
                <a:cxn ang="0">
                  <a:pos x="73" y="7"/>
                </a:cxn>
                <a:cxn ang="0">
                  <a:pos x="73" y="3"/>
                </a:cxn>
              </a:cxnLst>
              <a:rect l="0" t="0" r="r" b="b"/>
              <a:pathLst>
                <a:path w="125" h="24">
                  <a:moveTo>
                    <a:pt x="78" y="0"/>
                  </a:moveTo>
                  <a:lnTo>
                    <a:pt x="78" y="0"/>
                  </a:lnTo>
                  <a:lnTo>
                    <a:pt x="78" y="0"/>
                  </a:lnTo>
                  <a:lnTo>
                    <a:pt x="80" y="0"/>
                  </a:lnTo>
                  <a:lnTo>
                    <a:pt x="80" y="3"/>
                  </a:lnTo>
                  <a:lnTo>
                    <a:pt x="80" y="3"/>
                  </a:lnTo>
                  <a:lnTo>
                    <a:pt x="80" y="5"/>
                  </a:lnTo>
                  <a:lnTo>
                    <a:pt x="80" y="5"/>
                  </a:lnTo>
                  <a:lnTo>
                    <a:pt x="80" y="5"/>
                  </a:lnTo>
                  <a:lnTo>
                    <a:pt x="80" y="5"/>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0" y="5"/>
                  </a:lnTo>
                  <a:lnTo>
                    <a:pt x="92" y="5"/>
                  </a:lnTo>
                  <a:lnTo>
                    <a:pt x="92" y="5"/>
                  </a:lnTo>
                  <a:lnTo>
                    <a:pt x="92" y="5"/>
                  </a:lnTo>
                  <a:lnTo>
                    <a:pt x="95" y="5"/>
                  </a:lnTo>
                  <a:lnTo>
                    <a:pt x="95" y="5"/>
                  </a:lnTo>
                  <a:lnTo>
                    <a:pt x="95" y="3"/>
                  </a:lnTo>
                  <a:lnTo>
                    <a:pt x="95" y="3"/>
                  </a:lnTo>
                  <a:lnTo>
                    <a:pt x="97" y="3"/>
                  </a:lnTo>
                  <a:lnTo>
                    <a:pt x="97" y="3"/>
                  </a:lnTo>
                  <a:lnTo>
                    <a:pt x="99" y="3"/>
                  </a:lnTo>
                  <a:lnTo>
                    <a:pt x="99" y="3"/>
                  </a:lnTo>
                  <a:lnTo>
                    <a:pt x="99" y="5"/>
                  </a:lnTo>
                  <a:lnTo>
                    <a:pt x="99" y="5"/>
                  </a:lnTo>
                  <a:lnTo>
                    <a:pt x="99" y="5"/>
                  </a:lnTo>
                  <a:lnTo>
                    <a:pt x="99" y="7"/>
                  </a:lnTo>
                  <a:lnTo>
                    <a:pt x="102" y="7"/>
                  </a:lnTo>
                  <a:lnTo>
                    <a:pt x="102" y="7"/>
                  </a:lnTo>
                  <a:lnTo>
                    <a:pt x="102" y="7"/>
                  </a:lnTo>
                  <a:lnTo>
                    <a:pt x="104" y="7"/>
                  </a:lnTo>
                  <a:lnTo>
                    <a:pt x="104" y="7"/>
                  </a:lnTo>
                  <a:lnTo>
                    <a:pt x="104" y="5"/>
                  </a:lnTo>
                  <a:lnTo>
                    <a:pt x="106" y="5"/>
                  </a:lnTo>
                  <a:lnTo>
                    <a:pt x="106" y="5"/>
                  </a:lnTo>
                  <a:lnTo>
                    <a:pt x="106" y="3"/>
                  </a:lnTo>
                  <a:lnTo>
                    <a:pt x="106" y="3"/>
                  </a:lnTo>
                  <a:lnTo>
                    <a:pt x="106" y="3"/>
                  </a:lnTo>
                  <a:lnTo>
                    <a:pt x="109" y="3"/>
                  </a:lnTo>
                  <a:lnTo>
                    <a:pt x="109" y="3"/>
                  </a:lnTo>
                  <a:lnTo>
                    <a:pt x="109" y="3"/>
                  </a:lnTo>
                  <a:lnTo>
                    <a:pt x="109" y="3"/>
                  </a:lnTo>
                  <a:lnTo>
                    <a:pt x="111" y="3"/>
                  </a:lnTo>
                  <a:lnTo>
                    <a:pt x="111" y="3"/>
                  </a:lnTo>
                  <a:lnTo>
                    <a:pt x="114" y="3"/>
                  </a:lnTo>
                  <a:lnTo>
                    <a:pt x="114" y="3"/>
                  </a:lnTo>
                  <a:lnTo>
                    <a:pt x="114" y="0"/>
                  </a:lnTo>
                  <a:lnTo>
                    <a:pt x="114" y="0"/>
                  </a:lnTo>
                  <a:lnTo>
                    <a:pt x="114" y="3"/>
                  </a:lnTo>
                  <a:lnTo>
                    <a:pt x="114" y="3"/>
                  </a:lnTo>
                  <a:lnTo>
                    <a:pt x="116" y="3"/>
                  </a:lnTo>
                  <a:lnTo>
                    <a:pt x="116" y="3"/>
                  </a:lnTo>
                  <a:lnTo>
                    <a:pt x="116" y="3"/>
                  </a:lnTo>
                  <a:lnTo>
                    <a:pt x="116" y="3"/>
                  </a:lnTo>
                  <a:lnTo>
                    <a:pt x="118" y="3"/>
                  </a:lnTo>
                  <a:lnTo>
                    <a:pt x="118" y="3"/>
                  </a:lnTo>
                  <a:lnTo>
                    <a:pt x="118" y="3"/>
                  </a:lnTo>
                  <a:lnTo>
                    <a:pt x="121" y="3"/>
                  </a:lnTo>
                  <a:lnTo>
                    <a:pt x="121" y="3"/>
                  </a:lnTo>
                  <a:lnTo>
                    <a:pt x="121" y="3"/>
                  </a:lnTo>
                  <a:lnTo>
                    <a:pt x="121" y="3"/>
                  </a:lnTo>
                  <a:lnTo>
                    <a:pt x="123" y="3"/>
                  </a:lnTo>
                  <a:lnTo>
                    <a:pt x="123" y="3"/>
                  </a:lnTo>
                  <a:lnTo>
                    <a:pt x="125" y="3"/>
                  </a:lnTo>
                  <a:lnTo>
                    <a:pt x="125" y="3"/>
                  </a:lnTo>
                  <a:lnTo>
                    <a:pt x="125" y="3"/>
                  </a:lnTo>
                  <a:lnTo>
                    <a:pt x="125" y="5"/>
                  </a:lnTo>
                  <a:lnTo>
                    <a:pt x="125" y="5"/>
                  </a:lnTo>
                  <a:lnTo>
                    <a:pt x="125" y="5"/>
                  </a:lnTo>
                  <a:lnTo>
                    <a:pt x="125" y="7"/>
                  </a:lnTo>
                  <a:lnTo>
                    <a:pt x="125" y="7"/>
                  </a:lnTo>
                  <a:lnTo>
                    <a:pt x="125" y="7"/>
                  </a:lnTo>
                  <a:lnTo>
                    <a:pt x="125" y="7"/>
                  </a:lnTo>
                  <a:lnTo>
                    <a:pt x="125" y="7"/>
                  </a:lnTo>
                  <a:lnTo>
                    <a:pt x="123" y="7"/>
                  </a:lnTo>
                  <a:lnTo>
                    <a:pt x="123" y="7"/>
                  </a:lnTo>
                  <a:lnTo>
                    <a:pt x="121" y="7"/>
                  </a:lnTo>
                  <a:lnTo>
                    <a:pt x="121" y="7"/>
                  </a:lnTo>
                  <a:lnTo>
                    <a:pt x="121" y="10"/>
                  </a:lnTo>
                  <a:lnTo>
                    <a:pt x="121" y="10"/>
                  </a:lnTo>
                  <a:lnTo>
                    <a:pt x="118" y="10"/>
                  </a:lnTo>
                  <a:lnTo>
                    <a:pt x="118" y="10"/>
                  </a:lnTo>
                  <a:lnTo>
                    <a:pt x="116" y="10"/>
                  </a:lnTo>
                  <a:lnTo>
                    <a:pt x="116" y="10"/>
                  </a:lnTo>
                  <a:lnTo>
                    <a:pt x="116" y="10"/>
                  </a:lnTo>
                  <a:lnTo>
                    <a:pt x="116" y="10"/>
                  </a:lnTo>
                  <a:lnTo>
                    <a:pt x="114" y="10"/>
                  </a:lnTo>
                  <a:lnTo>
                    <a:pt x="114" y="10"/>
                  </a:lnTo>
                  <a:lnTo>
                    <a:pt x="114" y="10"/>
                  </a:lnTo>
                  <a:lnTo>
                    <a:pt x="111" y="10"/>
                  </a:lnTo>
                  <a:lnTo>
                    <a:pt x="111" y="10"/>
                  </a:lnTo>
                  <a:lnTo>
                    <a:pt x="111" y="12"/>
                  </a:lnTo>
                  <a:lnTo>
                    <a:pt x="109" y="12"/>
                  </a:lnTo>
                  <a:lnTo>
                    <a:pt x="109" y="12"/>
                  </a:lnTo>
                  <a:lnTo>
                    <a:pt x="109" y="10"/>
                  </a:lnTo>
                  <a:lnTo>
                    <a:pt x="109" y="10"/>
                  </a:lnTo>
                  <a:lnTo>
                    <a:pt x="109" y="12"/>
                  </a:lnTo>
                  <a:lnTo>
                    <a:pt x="106" y="12"/>
                  </a:lnTo>
                  <a:lnTo>
                    <a:pt x="106" y="12"/>
                  </a:lnTo>
                  <a:lnTo>
                    <a:pt x="106" y="12"/>
                  </a:lnTo>
                  <a:lnTo>
                    <a:pt x="106" y="12"/>
                  </a:lnTo>
                  <a:lnTo>
                    <a:pt x="104" y="12"/>
                  </a:lnTo>
                  <a:lnTo>
                    <a:pt x="104" y="15"/>
                  </a:lnTo>
                  <a:lnTo>
                    <a:pt x="104" y="15"/>
                  </a:lnTo>
                  <a:lnTo>
                    <a:pt x="102" y="15"/>
                  </a:lnTo>
                  <a:lnTo>
                    <a:pt x="102" y="15"/>
                  </a:lnTo>
                  <a:lnTo>
                    <a:pt x="102" y="12"/>
                  </a:lnTo>
                  <a:lnTo>
                    <a:pt x="102" y="12"/>
                  </a:lnTo>
                  <a:lnTo>
                    <a:pt x="102" y="10"/>
                  </a:lnTo>
                  <a:lnTo>
                    <a:pt x="102" y="10"/>
                  </a:lnTo>
                  <a:lnTo>
                    <a:pt x="99" y="10"/>
                  </a:lnTo>
                  <a:lnTo>
                    <a:pt x="99" y="12"/>
                  </a:lnTo>
                  <a:lnTo>
                    <a:pt x="99" y="12"/>
                  </a:lnTo>
                  <a:lnTo>
                    <a:pt x="99" y="10"/>
                  </a:lnTo>
                  <a:lnTo>
                    <a:pt x="99" y="10"/>
                  </a:lnTo>
                  <a:lnTo>
                    <a:pt x="97" y="10"/>
                  </a:lnTo>
                  <a:lnTo>
                    <a:pt x="97" y="10"/>
                  </a:lnTo>
                  <a:lnTo>
                    <a:pt x="97" y="10"/>
                  </a:lnTo>
                  <a:lnTo>
                    <a:pt x="97" y="7"/>
                  </a:lnTo>
                  <a:lnTo>
                    <a:pt x="97" y="7"/>
                  </a:lnTo>
                  <a:lnTo>
                    <a:pt x="95" y="7"/>
                  </a:lnTo>
                  <a:lnTo>
                    <a:pt x="95" y="7"/>
                  </a:lnTo>
                  <a:lnTo>
                    <a:pt x="95" y="7"/>
                  </a:lnTo>
                  <a:lnTo>
                    <a:pt x="95" y="10"/>
                  </a:lnTo>
                  <a:lnTo>
                    <a:pt x="95" y="10"/>
                  </a:lnTo>
                  <a:lnTo>
                    <a:pt x="95" y="10"/>
                  </a:lnTo>
                  <a:lnTo>
                    <a:pt x="92" y="10"/>
                  </a:lnTo>
                  <a:lnTo>
                    <a:pt x="92" y="10"/>
                  </a:lnTo>
                  <a:lnTo>
                    <a:pt x="92" y="12"/>
                  </a:lnTo>
                  <a:lnTo>
                    <a:pt x="92" y="12"/>
                  </a:lnTo>
                  <a:lnTo>
                    <a:pt x="92" y="12"/>
                  </a:lnTo>
                  <a:lnTo>
                    <a:pt x="92" y="12"/>
                  </a:lnTo>
                  <a:lnTo>
                    <a:pt x="92" y="15"/>
                  </a:lnTo>
                  <a:lnTo>
                    <a:pt x="92" y="15"/>
                  </a:lnTo>
                  <a:lnTo>
                    <a:pt x="90" y="15"/>
                  </a:lnTo>
                  <a:lnTo>
                    <a:pt x="90" y="12"/>
                  </a:lnTo>
                  <a:lnTo>
                    <a:pt x="90" y="12"/>
                  </a:lnTo>
                  <a:lnTo>
                    <a:pt x="90" y="15"/>
                  </a:lnTo>
                  <a:lnTo>
                    <a:pt x="88" y="15"/>
                  </a:lnTo>
                  <a:lnTo>
                    <a:pt x="88" y="15"/>
                  </a:lnTo>
                  <a:lnTo>
                    <a:pt x="88" y="15"/>
                  </a:lnTo>
                  <a:lnTo>
                    <a:pt x="88" y="15"/>
                  </a:lnTo>
                  <a:lnTo>
                    <a:pt x="88" y="15"/>
                  </a:lnTo>
                  <a:lnTo>
                    <a:pt x="85" y="15"/>
                  </a:lnTo>
                  <a:lnTo>
                    <a:pt x="85" y="15"/>
                  </a:lnTo>
                  <a:lnTo>
                    <a:pt x="83" y="15"/>
                  </a:lnTo>
                  <a:lnTo>
                    <a:pt x="83" y="12"/>
                  </a:lnTo>
                  <a:lnTo>
                    <a:pt x="83" y="12"/>
                  </a:lnTo>
                  <a:lnTo>
                    <a:pt x="83" y="12"/>
                  </a:lnTo>
                  <a:lnTo>
                    <a:pt x="83" y="12"/>
                  </a:lnTo>
                  <a:lnTo>
                    <a:pt x="80" y="12"/>
                  </a:lnTo>
                  <a:lnTo>
                    <a:pt x="80" y="12"/>
                  </a:lnTo>
                  <a:lnTo>
                    <a:pt x="80" y="12"/>
                  </a:lnTo>
                  <a:lnTo>
                    <a:pt x="80" y="12"/>
                  </a:lnTo>
                  <a:lnTo>
                    <a:pt x="80" y="15"/>
                  </a:lnTo>
                  <a:lnTo>
                    <a:pt x="78" y="15"/>
                  </a:lnTo>
                  <a:lnTo>
                    <a:pt x="78" y="15"/>
                  </a:lnTo>
                  <a:lnTo>
                    <a:pt x="78" y="15"/>
                  </a:lnTo>
                  <a:lnTo>
                    <a:pt x="76" y="15"/>
                  </a:lnTo>
                  <a:lnTo>
                    <a:pt x="76" y="15"/>
                  </a:lnTo>
                  <a:lnTo>
                    <a:pt x="76" y="15"/>
                  </a:lnTo>
                  <a:lnTo>
                    <a:pt x="73" y="15"/>
                  </a:lnTo>
                  <a:lnTo>
                    <a:pt x="73" y="17"/>
                  </a:lnTo>
                  <a:lnTo>
                    <a:pt x="73" y="17"/>
                  </a:lnTo>
                  <a:lnTo>
                    <a:pt x="73" y="15"/>
                  </a:lnTo>
                  <a:lnTo>
                    <a:pt x="73" y="15"/>
                  </a:lnTo>
                  <a:lnTo>
                    <a:pt x="73" y="17"/>
                  </a:lnTo>
                  <a:lnTo>
                    <a:pt x="71" y="17"/>
                  </a:lnTo>
                  <a:lnTo>
                    <a:pt x="71" y="17"/>
                  </a:lnTo>
                  <a:lnTo>
                    <a:pt x="71" y="17"/>
                  </a:lnTo>
                  <a:lnTo>
                    <a:pt x="69" y="17"/>
                  </a:lnTo>
                  <a:lnTo>
                    <a:pt x="69" y="17"/>
                  </a:lnTo>
                  <a:lnTo>
                    <a:pt x="69" y="17"/>
                  </a:lnTo>
                  <a:lnTo>
                    <a:pt x="69" y="17"/>
                  </a:lnTo>
                  <a:lnTo>
                    <a:pt x="66" y="17"/>
                  </a:lnTo>
                  <a:lnTo>
                    <a:pt x="66" y="17"/>
                  </a:lnTo>
                  <a:lnTo>
                    <a:pt x="66" y="17"/>
                  </a:lnTo>
                  <a:lnTo>
                    <a:pt x="64" y="17"/>
                  </a:lnTo>
                  <a:lnTo>
                    <a:pt x="64" y="19"/>
                  </a:lnTo>
                  <a:lnTo>
                    <a:pt x="64" y="19"/>
                  </a:lnTo>
                  <a:lnTo>
                    <a:pt x="64" y="17"/>
                  </a:lnTo>
                  <a:lnTo>
                    <a:pt x="62" y="17"/>
                  </a:lnTo>
                  <a:lnTo>
                    <a:pt x="62" y="17"/>
                  </a:lnTo>
                  <a:lnTo>
                    <a:pt x="62" y="17"/>
                  </a:lnTo>
                  <a:lnTo>
                    <a:pt x="59" y="17"/>
                  </a:lnTo>
                  <a:lnTo>
                    <a:pt x="59" y="19"/>
                  </a:lnTo>
                  <a:lnTo>
                    <a:pt x="59" y="19"/>
                  </a:lnTo>
                  <a:lnTo>
                    <a:pt x="59" y="19"/>
                  </a:lnTo>
                  <a:lnTo>
                    <a:pt x="59" y="19"/>
                  </a:lnTo>
                  <a:lnTo>
                    <a:pt x="57" y="19"/>
                  </a:lnTo>
                  <a:lnTo>
                    <a:pt x="57" y="19"/>
                  </a:lnTo>
                  <a:lnTo>
                    <a:pt x="54" y="19"/>
                  </a:lnTo>
                  <a:lnTo>
                    <a:pt x="54" y="22"/>
                  </a:lnTo>
                  <a:lnTo>
                    <a:pt x="54" y="22"/>
                  </a:lnTo>
                  <a:lnTo>
                    <a:pt x="54" y="22"/>
                  </a:lnTo>
                  <a:lnTo>
                    <a:pt x="54" y="22"/>
                  </a:lnTo>
                  <a:lnTo>
                    <a:pt x="52" y="22"/>
                  </a:lnTo>
                  <a:lnTo>
                    <a:pt x="52" y="22"/>
                  </a:lnTo>
                  <a:lnTo>
                    <a:pt x="52" y="22"/>
                  </a:lnTo>
                  <a:lnTo>
                    <a:pt x="52" y="22"/>
                  </a:lnTo>
                  <a:lnTo>
                    <a:pt x="52" y="22"/>
                  </a:lnTo>
                  <a:lnTo>
                    <a:pt x="50" y="22"/>
                  </a:lnTo>
                  <a:lnTo>
                    <a:pt x="50" y="22"/>
                  </a:lnTo>
                  <a:lnTo>
                    <a:pt x="50" y="22"/>
                  </a:lnTo>
                  <a:lnTo>
                    <a:pt x="50" y="19"/>
                  </a:lnTo>
                  <a:lnTo>
                    <a:pt x="47" y="19"/>
                  </a:lnTo>
                  <a:lnTo>
                    <a:pt x="47" y="22"/>
                  </a:lnTo>
                  <a:lnTo>
                    <a:pt x="47" y="22"/>
                  </a:lnTo>
                  <a:lnTo>
                    <a:pt x="47" y="24"/>
                  </a:lnTo>
                  <a:lnTo>
                    <a:pt x="47" y="24"/>
                  </a:lnTo>
                  <a:lnTo>
                    <a:pt x="47" y="22"/>
                  </a:lnTo>
                  <a:lnTo>
                    <a:pt x="47" y="22"/>
                  </a:lnTo>
                  <a:lnTo>
                    <a:pt x="47" y="19"/>
                  </a:lnTo>
                  <a:lnTo>
                    <a:pt x="47" y="19"/>
                  </a:lnTo>
                  <a:lnTo>
                    <a:pt x="45" y="19"/>
                  </a:lnTo>
                  <a:lnTo>
                    <a:pt x="45" y="19"/>
                  </a:lnTo>
                  <a:lnTo>
                    <a:pt x="45" y="22"/>
                  </a:lnTo>
                  <a:lnTo>
                    <a:pt x="45" y="22"/>
                  </a:lnTo>
                  <a:lnTo>
                    <a:pt x="43" y="22"/>
                  </a:lnTo>
                  <a:lnTo>
                    <a:pt x="43" y="24"/>
                  </a:lnTo>
                  <a:lnTo>
                    <a:pt x="43" y="24"/>
                  </a:lnTo>
                  <a:lnTo>
                    <a:pt x="43" y="24"/>
                  </a:lnTo>
                  <a:lnTo>
                    <a:pt x="43" y="22"/>
                  </a:lnTo>
                  <a:lnTo>
                    <a:pt x="40" y="22"/>
                  </a:lnTo>
                  <a:lnTo>
                    <a:pt x="40" y="22"/>
                  </a:lnTo>
                  <a:lnTo>
                    <a:pt x="40" y="22"/>
                  </a:lnTo>
                  <a:lnTo>
                    <a:pt x="40" y="24"/>
                  </a:lnTo>
                  <a:lnTo>
                    <a:pt x="38" y="24"/>
                  </a:lnTo>
                  <a:lnTo>
                    <a:pt x="38" y="24"/>
                  </a:lnTo>
                  <a:lnTo>
                    <a:pt x="35" y="24"/>
                  </a:lnTo>
                  <a:lnTo>
                    <a:pt x="35" y="24"/>
                  </a:lnTo>
                  <a:lnTo>
                    <a:pt x="35" y="24"/>
                  </a:lnTo>
                  <a:lnTo>
                    <a:pt x="33" y="24"/>
                  </a:lnTo>
                  <a:lnTo>
                    <a:pt x="33" y="22"/>
                  </a:lnTo>
                  <a:lnTo>
                    <a:pt x="33" y="22"/>
                  </a:lnTo>
                  <a:lnTo>
                    <a:pt x="33" y="22"/>
                  </a:lnTo>
                  <a:lnTo>
                    <a:pt x="33" y="22"/>
                  </a:lnTo>
                  <a:lnTo>
                    <a:pt x="33" y="22"/>
                  </a:lnTo>
                  <a:lnTo>
                    <a:pt x="31" y="22"/>
                  </a:lnTo>
                  <a:lnTo>
                    <a:pt x="31" y="22"/>
                  </a:lnTo>
                  <a:lnTo>
                    <a:pt x="31" y="22"/>
                  </a:lnTo>
                  <a:lnTo>
                    <a:pt x="28" y="22"/>
                  </a:lnTo>
                  <a:lnTo>
                    <a:pt x="28" y="22"/>
                  </a:lnTo>
                  <a:lnTo>
                    <a:pt x="28" y="22"/>
                  </a:lnTo>
                  <a:lnTo>
                    <a:pt x="28" y="19"/>
                  </a:lnTo>
                  <a:lnTo>
                    <a:pt x="26" y="19"/>
                  </a:lnTo>
                  <a:lnTo>
                    <a:pt x="26" y="19"/>
                  </a:lnTo>
                  <a:lnTo>
                    <a:pt x="26" y="19"/>
                  </a:lnTo>
                  <a:lnTo>
                    <a:pt x="24" y="19"/>
                  </a:lnTo>
                  <a:lnTo>
                    <a:pt x="24" y="19"/>
                  </a:lnTo>
                  <a:lnTo>
                    <a:pt x="21" y="19"/>
                  </a:lnTo>
                  <a:lnTo>
                    <a:pt x="21" y="22"/>
                  </a:lnTo>
                  <a:lnTo>
                    <a:pt x="21" y="22"/>
                  </a:lnTo>
                  <a:lnTo>
                    <a:pt x="21" y="22"/>
                  </a:lnTo>
                  <a:lnTo>
                    <a:pt x="21" y="22"/>
                  </a:lnTo>
                  <a:lnTo>
                    <a:pt x="21" y="22"/>
                  </a:lnTo>
                  <a:lnTo>
                    <a:pt x="19" y="22"/>
                  </a:lnTo>
                  <a:lnTo>
                    <a:pt x="19" y="19"/>
                  </a:lnTo>
                  <a:lnTo>
                    <a:pt x="19" y="19"/>
                  </a:lnTo>
                  <a:lnTo>
                    <a:pt x="19" y="19"/>
                  </a:lnTo>
                  <a:lnTo>
                    <a:pt x="19" y="19"/>
                  </a:lnTo>
                  <a:lnTo>
                    <a:pt x="19" y="19"/>
                  </a:lnTo>
                  <a:lnTo>
                    <a:pt x="17" y="19"/>
                  </a:lnTo>
                  <a:lnTo>
                    <a:pt x="17" y="19"/>
                  </a:lnTo>
                  <a:lnTo>
                    <a:pt x="14" y="19"/>
                  </a:lnTo>
                  <a:lnTo>
                    <a:pt x="14" y="19"/>
                  </a:lnTo>
                  <a:lnTo>
                    <a:pt x="14" y="22"/>
                  </a:lnTo>
                  <a:lnTo>
                    <a:pt x="14" y="22"/>
                  </a:lnTo>
                  <a:lnTo>
                    <a:pt x="14" y="22"/>
                  </a:lnTo>
                  <a:lnTo>
                    <a:pt x="14" y="22"/>
                  </a:lnTo>
                  <a:lnTo>
                    <a:pt x="12" y="22"/>
                  </a:lnTo>
                  <a:lnTo>
                    <a:pt x="12" y="19"/>
                  </a:lnTo>
                  <a:lnTo>
                    <a:pt x="12" y="19"/>
                  </a:lnTo>
                  <a:lnTo>
                    <a:pt x="9" y="19"/>
                  </a:lnTo>
                  <a:lnTo>
                    <a:pt x="9" y="19"/>
                  </a:lnTo>
                  <a:lnTo>
                    <a:pt x="9" y="19"/>
                  </a:lnTo>
                  <a:lnTo>
                    <a:pt x="7" y="19"/>
                  </a:lnTo>
                  <a:lnTo>
                    <a:pt x="7" y="19"/>
                  </a:lnTo>
                  <a:lnTo>
                    <a:pt x="7" y="19"/>
                  </a:lnTo>
                  <a:lnTo>
                    <a:pt x="7" y="19"/>
                  </a:lnTo>
                  <a:lnTo>
                    <a:pt x="7" y="17"/>
                  </a:lnTo>
                  <a:lnTo>
                    <a:pt x="7" y="17"/>
                  </a:lnTo>
                  <a:lnTo>
                    <a:pt x="5" y="17"/>
                  </a:lnTo>
                  <a:lnTo>
                    <a:pt x="5" y="17"/>
                  </a:lnTo>
                  <a:lnTo>
                    <a:pt x="5" y="17"/>
                  </a:lnTo>
                  <a:lnTo>
                    <a:pt x="5" y="19"/>
                  </a:lnTo>
                  <a:lnTo>
                    <a:pt x="2" y="19"/>
                  </a:lnTo>
                  <a:lnTo>
                    <a:pt x="2" y="19"/>
                  </a:lnTo>
                  <a:lnTo>
                    <a:pt x="2" y="19"/>
                  </a:lnTo>
                  <a:lnTo>
                    <a:pt x="0" y="19"/>
                  </a:lnTo>
                  <a:lnTo>
                    <a:pt x="0" y="17"/>
                  </a:lnTo>
                  <a:lnTo>
                    <a:pt x="0" y="17"/>
                  </a:lnTo>
                  <a:lnTo>
                    <a:pt x="2" y="17"/>
                  </a:lnTo>
                  <a:lnTo>
                    <a:pt x="2" y="17"/>
                  </a:lnTo>
                  <a:lnTo>
                    <a:pt x="2" y="15"/>
                  </a:lnTo>
                  <a:lnTo>
                    <a:pt x="0" y="15"/>
                  </a:lnTo>
                  <a:lnTo>
                    <a:pt x="0" y="15"/>
                  </a:lnTo>
                  <a:lnTo>
                    <a:pt x="2" y="15"/>
                  </a:lnTo>
                  <a:lnTo>
                    <a:pt x="2" y="12"/>
                  </a:lnTo>
                  <a:lnTo>
                    <a:pt x="2" y="12"/>
                  </a:lnTo>
                  <a:lnTo>
                    <a:pt x="2" y="12"/>
                  </a:lnTo>
                  <a:lnTo>
                    <a:pt x="2" y="10"/>
                  </a:lnTo>
                  <a:lnTo>
                    <a:pt x="2" y="10"/>
                  </a:lnTo>
                  <a:lnTo>
                    <a:pt x="2" y="10"/>
                  </a:lnTo>
                  <a:lnTo>
                    <a:pt x="5" y="10"/>
                  </a:lnTo>
                  <a:lnTo>
                    <a:pt x="5" y="10"/>
                  </a:lnTo>
                  <a:lnTo>
                    <a:pt x="5" y="10"/>
                  </a:lnTo>
                  <a:lnTo>
                    <a:pt x="5" y="10"/>
                  </a:lnTo>
                  <a:lnTo>
                    <a:pt x="7" y="10"/>
                  </a:lnTo>
                  <a:lnTo>
                    <a:pt x="7" y="10"/>
                  </a:lnTo>
                  <a:lnTo>
                    <a:pt x="7" y="10"/>
                  </a:lnTo>
                  <a:lnTo>
                    <a:pt x="7" y="12"/>
                  </a:lnTo>
                  <a:lnTo>
                    <a:pt x="7" y="12"/>
                  </a:lnTo>
                  <a:lnTo>
                    <a:pt x="9" y="12"/>
                  </a:lnTo>
                  <a:lnTo>
                    <a:pt x="9" y="10"/>
                  </a:lnTo>
                  <a:lnTo>
                    <a:pt x="9" y="10"/>
                  </a:lnTo>
                  <a:lnTo>
                    <a:pt x="9" y="10"/>
                  </a:lnTo>
                  <a:lnTo>
                    <a:pt x="12" y="10"/>
                  </a:lnTo>
                  <a:lnTo>
                    <a:pt x="12" y="10"/>
                  </a:lnTo>
                  <a:lnTo>
                    <a:pt x="9" y="10"/>
                  </a:lnTo>
                  <a:lnTo>
                    <a:pt x="9" y="7"/>
                  </a:lnTo>
                  <a:lnTo>
                    <a:pt x="12" y="7"/>
                  </a:lnTo>
                  <a:lnTo>
                    <a:pt x="12" y="7"/>
                  </a:lnTo>
                  <a:lnTo>
                    <a:pt x="14" y="7"/>
                  </a:lnTo>
                  <a:lnTo>
                    <a:pt x="14" y="10"/>
                  </a:lnTo>
                  <a:lnTo>
                    <a:pt x="14" y="10"/>
                  </a:lnTo>
                  <a:lnTo>
                    <a:pt x="14" y="10"/>
                  </a:lnTo>
                  <a:lnTo>
                    <a:pt x="14" y="7"/>
                  </a:lnTo>
                  <a:lnTo>
                    <a:pt x="14" y="7"/>
                  </a:lnTo>
                  <a:lnTo>
                    <a:pt x="17" y="7"/>
                  </a:lnTo>
                  <a:lnTo>
                    <a:pt x="17" y="7"/>
                  </a:lnTo>
                  <a:lnTo>
                    <a:pt x="17" y="7"/>
                  </a:lnTo>
                  <a:lnTo>
                    <a:pt x="17" y="7"/>
                  </a:lnTo>
                  <a:lnTo>
                    <a:pt x="19" y="7"/>
                  </a:lnTo>
                  <a:lnTo>
                    <a:pt x="19" y="7"/>
                  </a:lnTo>
                  <a:lnTo>
                    <a:pt x="19" y="7"/>
                  </a:lnTo>
                  <a:lnTo>
                    <a:pt x="19" y="7"/>
                  </a:lnTo>
                  <a:lnTo>
                    <a:pt x="19" y="5"/>
                  </a:lnTo>
                  <a:lnTo>
                    <a:pt x="21" y="5"/>
                  </a:lnTo>
                  <a:lnTo>
                    <a:pt x="21" y="5"/>
                  </a:lnTo>
                  <a:lnTo>
                    <a:pt x="21" y="5"/>
                  </a:lnTo>
                  <a:lnTo>
                    <a:pt x="24" y="5"/>
                  </a:lnTo>
                  <a:lnTo>
                    <a:pt x="24" y="5"/>
                  </a:lnTo>
                  <a:lnTo>
                    <a:pt x="24" y="5"/>
                  </a:lnTo>
                  <a:lnTo>
                    <a:pt x="26" y="5"/>
                  </a:lnTo>
                  <a:lnTo>
                    <a:pt x="26" y="5"/>
                  </a:lnTo>
                  <a:lnTo>
                    <a:pt x="26" y="5"/>
                  </a:lnTo>
                  <a:lnTo>
                    <a:pt x="26" y="5"/>
                  </a:lnTo>
                  <a:lnTo>
                    <a:pt x="28" y="5"/>
                  </a:lnTo>
                  <a:lnTo>
                    <a:pt x="28" y="5"/>
                  </a:lnTo>
                  <a:lnTo>
                    <a:pt x="28" y="5"/>
                  </a:lnTo>
                  <a:lnTo>
                    <a:pt x="28" y="5"/>
                  </a:lnTo>
                  <a:lnTo>
                    <a:pt x="28" y="5"/>
                  </a:lnTo>
                  <a:lnTo>
                    <a:pt x="28" y="7"/>
                  </a:lnTo>
                  <a:lnTo>
                    <a:pt x="31" y="7"/>
                  </a:lnTo>
                  <a:lnTo>
                    <a:pt x="31" y="7"/>
                  </a:lnTo>
                  <a:lnTo>
                    <a:pt x="33" y="7"/>
                  </a:lnTo>
                  <a:lnTo>
                    <a:pt x="33" y="7"/>
                  </a:lnTo>
                  <a:lnTo>
                    <a:pt x="33" y="7"/>
                  </a:lnTo>
                  <a:lnTo>
                    <a:pt x="33" y="7"/>
                  </a:lnTo>
                  <a:lnTo>
                    <a:pt x="35" y="7"/>
                  </a:lnTo>
                  <a:lnTo>
                    <a:pt x="35" y="7"/>
                  </a:lnTo>
                  <a:lnTo>
                    <a:pt x="35" y="7"/>
                  </a:lnTo>
                  <a:lnTo>
                    <a:pt x="38" y="7"/>
                  </a:lnTo>
                  <a:lnTo>
                    <a:pt x="38" y="7"/>
                  </a:lnTo>
                  <a:lnTo>
                    <a:pt x="38" y="7"/>
                  </a:lnTo>
                  <a:lnTo>
                    <a:pt x="38" y="10"/>
                  </a:lnTo>
                  <a:lnTo>
                    <a:pt x="40" y="10"/>
                  </a:lnTo>
                  <a:lnTo>
                    <a:pt x="40" y="10"/>
                  </a:lnTo>
                  <a:lnTo>
                    <a:pt x="40" y="10"/>
                  </a:lnTo>
                  <a:lnTo>
                    <a:pt x="40" y="10"/>
                  </a:lnTo>
                  <a:lnTo>
                    <a:pt x="43" y="10"/>
                  </a:lnTo>
                  <a:lnTo>
                    <a:pt x="43" y="10"/>
                  </a:lnTo>
                  <a:lnTo>
                    <a:pt x="43" y="10"/>
                  </a:lnTo>
                  <a:lnTo>
                    <a:pt x="43" y="12"/>
                  </a:lnTo>
                  <a:lnTo>
                    <a:pt x="43" y="12"/>
                  </a:lnTo>
                  <a:lnTo>
                    <a:pt x="45" y="12"/>
                  </a:lnTo>
                  <a:lnTo>
                    <a:pt x="45" y="12"/>
                  </a:lnTo>
                  <a:lnTo>
                    <a:pt x="47" y="12"/>
                  </a:lnTo>
                  <a:lnTo>
                    <a:pt x="47" y="12"/>
                  </a:lnTo>
                  <a:lnTo>
                    <a:pt x="47" y="12"/>
                  </a:lnTo>
                  <a:lnTo>
                    <a:pt x="47" y="12"/>
                  </a:lnTo>
                  <a:lnTo>
                    <a:pt x="50" y="12"/>
                  </a:lnTo>
                  <a:lnTo>
                    <a:pt x="50" y="10"/>
                  </a:lnTo>
                  <a:lnTo>
                    <a:pt x="50" y="10"/>
                  </a:lnTo>
                  <a:lnTo>
                    <a:pt x="52" y="10"/>
                  </a:lnTo>
                  <a:lnTo>
                    <a:pt x="52" y="10"/>
                  </a:lnTo>
                  <a:lnTo>
                    <a:pt x="52" y="10"/>
                  </a:lnTo>
                  <a:lnTo>
                    <a:pt x="54" y="10"/>
                  </a:lnTo>
                  <a:lnTo>
                    <a:pt x="54" y="10"/>
                  </a:lnTo>
                  <a:lnTo>
                    <a:pt x="52" y="10"/>
                  </a:lnTo>
                  <a:lnTo>
                    <a:pt x="52" y="7"/>
                  </a:lnTo>
                  <a:lnTo>
                    <a:pt x="52" y="7"/>
                  </a:lnTo>
                  <a:lnTo>
                    <a:pt x="52" y="7"/>
                  </a:lnTo>
                  <a:lnTo>
                    <a:pt x="54" y="7"/>
                  </a:lnTo>
                  <a:lnTo>
                    <a:pt x="54" y="5"/>
                  </a:lnTo>
                  <a:lnTo>
                    <a:pt x="54" y="5"/>
                  </a:lnTo>
                  <a:lnTo>
                    <a:pt x="54" y="5"/>
                  </a:lnTo>
                  <a:lnTo>
                    <a:pt x="54" y="7"/>
                  </a:lnTo>
                  <a:lnTo>
                    <a:pt x="54" y="7"/>
                  </a:lnTo>
                  <a:lnTo>
                    <a:pt x="54" y="7"/>
                  </a:lnTo>
                  <a:lnTo>
                    <a:pt x="54" y="10"/>
                  </a:lnTo>
                  <a:lnTo>
                    <a:pt x="54" y="10"/>
                  </a:lnTo>
                  <a:lnTo>
                    <a:pt x="57" y="10"/>
                  </a:lnTo>
                  <a:lnTo>
                    <a:pt x="57" y="10"/>
                  </a:lnTo>
                  <a:lnTo>
                    <a:pt x="57" y="10"/>
                  </a:lnTo>
                  <a:lnTo>
                    <a:pt x="59" y="10"/>
                  </a:lnTo>
                  <a:lnTo>
                    <a:pt x="59" y="10"/>
                  </a:lnTo>
                  <a:lnTo>
                    <a:pt x="59" y="10"/>
                  </a:lnTo>
                  <a:lnTo>
                    <a:pt x="59" y="12"/>
                  </a:lnTo>
                  <a:lnTo>
                    <a:pt x="59" y="12"/>
                  </a:lnTo>
                  <a:lnTo>
                    <a:pt x="62" y="12"/>
                  </a:lnTo>
                  <a:lnTo>
                    <a:pt x="62" y="12"/>
                  </a:lnTo>
                  <a:lnTo>
                    <a:pt x="62" y="12"/>
                  </a:lnTo>
                  <a:lnTo>
                    <a:pt x="62" y="12"/>
                  </a:lnTo>
                  <a:lnTo>
                    <a:pt x="62" y="15"/>
                  </a:lnTo>
                  <a:lnTo>
                    <a:pt x="64" y="15"/>
                  </a:lnTo>
                  <a:lnTo>
                    <a:pt x="64" y="15"/>
                  </a:lnTo>
                  <a:lnTo>
                    <a:pt x="64" y="15"/>
                  </a:lnTo>
                  <a:lnTo>
                    <a:pt x="64" y="15"/>
                  </a:lnTo>
                  <a:lnTo>
                    <a:pt x="66" y="15"/>
                  </a:lnTo>
                  <a:lnTo>
                    <a:pt x="66" y="15"/>
                  </a:lnTo>
                  <a:lnTo>
                    <a:pt x="66" y="15"/>
                  </a:lnTo>
                  <a:lnTo>
                    <a:pt x="69" y="15"/>
                  </a:lnTo>
                  <a:lnTo>
                    <a:pt x="69" y="12"/>
                  </a:lnTo>
                  <a:lnTo>
                    <a:pt x="69" y="12"/>
                  </a:lnTo>
                  <a:lnTo>
                    <a:pt x="66" y="12"/>
                  </a:lnTo>
                  <a:lnTo>
                    <a:pt x="66" y="12"/>
                  </a:lnTo>
                  <a:lnTo>
                    <a:pt x="66" y="12"/>
                  </a:lnTo>
                  <a:lnTo>
                    <a:pt x="66" y="10"/>
                  </a:lnTo>
                  <a:lnTo>
                    <a:pt x="66" y="10"/>
                  </a:lnTo>
                  <a:lnTo>
                    <a:pt x="66" y="10"/>
                  </a:lnTo>
                  <a:lnTo>
                    <a:pt x="66" y="10"/>
                  </a:lnTo>
                  <a:lnTo>
                    <a:pt x="69" y="10"/>
                  </a:lnTo>
                  <a:lnTo>
                    <a:pt x="69" y="10"/>
                  </a:lnTo>
                  <a:lnTo>
                    <a:pt x="69" y="7"/>
                  </a:lnTo>
                  <a:lnTo>
                    <a:pt x="69" y="7"/>
                  </a:lnTo>
                  <a:lnTo>
                    <a:pt x="69" y="10"/>
                  </a:lnTo>
                  <a:lnTo>
                    <a:pt x="71" y="10"/>
                  </a:lnTo>
                  <a:lnTo>
                    <a:pt x="71" y="7"/>
                  </a:lnTo>
                  <a:lnTo>
                    <a:pt x="71" y="7"/>
                  </a:lnTo>
                  <a:lnTo>
                    <a:pt x="71" y="7"/>
                  </a:lnTo>
                  <a:lnTo>
                    <a:pt x="73" y="7"/>
                  </a:lnTo>
                  <a:lnTo>
                    <a:pt x="73" y="7"/>
                  </a:lnTo>
                  <a:lnTo>
                    <a:pt x="73" y="7"/>
                  </a:lnTo>
                  <a:lnTo>
                    <a:pt x="73" y="7"/>
                  </a:lnTo>
                  <a:lnTo>
                    <a:pt x="76" y="7"/>
                  </a:lnTo>
                  <a:lnTo>
                    <a:pt x="76" y="5"/>
                  </a:lnTo>
                  <a:lnTo>
                    <a:pt x="73" y="5"/>
                  </a:lnTo>
                  <a:lnTo>
                    <a:pt x="73" y="5"/>
                  </a:lnTo>
                  <a:lnTo>
                    <a:pt x="73" y="5"/>
                  </a:lnTo>
                  <a:lnTo>
                    <a:pt x="73" y="3"/>
                  </a:lnTo>
                  <a:lnTo>
                    <a:pt x="73" y="3"/>
                  </a:lnTo>
                  <a:lnTo>
                    <a:pt x="73" y="3"/>
                  </a:lnTo>
                  <a:lnTo>
                    <a:pt x="73" y="0"/>
                  </a:lnTo>
                  <a:lnTo>
                    <a:pt x="76" y="0"/>
                  </a:lnTo>
                  <a:lnTo>
                    <a:pt x="76" y="0"/>
                  </a:lnTo>
                  <a:lnTo>
                    <a:pt x="76" y="0"/>
                  </a:lnTo>
                  <a:lnTo>
                    <a:pt x="76" y="0"/>
                  </a:lnTo>
                  <a:lnTo>
                    <a:pt x="78"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6" name="Freeform 214"/>
            <p:cNvSpPr>
              <a:spLocks/>
            </p:cNvSpPr>
            <p:nvPr/>
          </p:nvSpPr>
          <p:spPr bwMode="auto">
            <a:xfrm>
              <a:off x="5648325" y="4284663"/>
              <a:ext cx="63500" cy="134937"/>
            </a:xfrm>
            <a:custGeom>
              <a:avLst/>
              <a:gdLst/>
              <a:ahLst/>
              <a:cxnLst>
                <a:cxn ang="0">
                  <a:pos x="26" y="78"/>
                </a:cxn>
                <a:cxn ang="0">
                  <a:pos x="23" y="78"/>
                </a:cxn>
                <a:cxn ang="0">
                  <a:pos x="23" y="75"/>
                </a:cxn>
                <a:cxn ang="0">
                  <a:pos x="19" y="71"/>
                </a:cxn>
                <a:cxn ang="0">
                  <a:pos x="16" y="68"/>
                </a:cxn>
                <a:cxn ang="0">
                  <a:pos x="14" y="71"/>
                </a:cxn>
                <a:cxn ang="0">
                  <a:pos x="19" y="73"/>
                </a:cxn>
                <a:cxn ang="0">
                  <a:pos x="16" y="78"/>
                </a:cxn>
                <a:cxn ang="0">
                  <a:pos x="11" y="75"/>
                </a:cxn>
                <a:cxn ang="0">
                  <a:pos x="9" y="73"/>
                </a:cxn>
                <a:cxn ang="0">
                  <a:pos x="4" y="78"/>
                </a:cxn>
                <a:cxn ang="0">
                  <a:pos x="2" y="73"/>
                </a:cxn>
                <a:cxn ang="0">
                  <a:pos x="2" y="68"/>
                </a:cxn>
                <a:cxn ang="0">
                  <a:pos x="0" y="64"/>
                </a:cxn>
                <a:cxn ang="0">
                  <a:pos x="2" y="59"/>
                </a:cxn>
                <a:cxn ang="0">
                  <a:pos x="7" y="61"/>
                </a:cxn>
                <a:cxn ang="0">
                  <a:pos x="9" y="64"/>
                </a:cxn>
                <a:cxn ang="0">
                  <a:pos x="14" y="66"/>
                </a:cxn>
                <a:cxn ang="0">
                  <a:pos x="14" y="61"/>
                </a:cxn>
                <a:cxn ang="0">
                  <a:pos x="14" y="57"/>
                </a:cxn>
                <a:cxn ang="0">
                  <a:pos x="14" y="49"/>
                </a:cxn>
                <a:cxn ang="0">
                  <a:pos x="11" y="47"/>
                </a:cxn>
                <a:cxn ang="0">
                  <a:pos x="9" y="40"/>
                </a:cxn>
                <a:cxn ang="0">
                  <a:pos x="9" y="35"/>
                </a:cxn>
                <a:cxn ang="0">
                  <a:pos x="7" y="30"/>
                </a:cxn>
                <a:cxn ang="0">
                  <a:pos x="9" y="21"/>
                </a:cxn>
                <a:cxn ang="0">
                  <a:pos x="9" y="16"/>
                </a:cxn>
                <a:cxn ang="0">
                  <a:pos x="11" y="9"/>
                </a:cxn>
                <a:cxn ang="0">
                  <a:pos x="14" y="7"/>
                </a:cxn>
                <a:cxn ang="0">
                  <a:pos x="19" y="2"/>
                </a:cxn>
                <a:cxn ang="0">
                  <a:pos x="21" y="0"/>
                </a:cxn>
                <a:cxn ang="0">
                  <a:pos x="21" y="4"/>
                </a:cxn>
                <a:cxn ang="0">
                  <a:pos x="19" y="9"/>
                </a:cxn>
                <a:cxn ang="0">
                  <a:pos x="23" y="12"/>
                </a:cxn>
                <a:cxn ang="0">
                  <a:pos x="23" y="16"/>
                </a:cxn>
                <a:cxn ang="0">
                  <a:pos x="21" y="23"/>
                </a:cxn>
                <a:cxn ang="0">
                  <a:pos x="19" y="28"/>
                </a:cxn>
                <a:cxn ang="0">
                  <a:pos x="21" y="28"/>
                </a:cxn>
                <a:cxn ang="0">
                  <a:pos x="23" y="23"/>
                </a:cxn>
                <a:cxn ang="0">
                  <a:pos x="26" y="19"/>
                </a:cxn>
                <a:cxn ang="0">
                  <a:pos x="30" y="16"/>
                </a:cxn>
                <a:cxn ang="0">
                  <a:pos x="35" y="14"/>
                </a:cxn>
                <a:cxn ang="0">
                  <a:pos x="38" y="19"/>
                </a:cxn>
                <a:cxn ang="0">
                  <a:pos x="35" y="26"/>
                </a:cxn>
                <a:cxn ang="0">
                  <a:pos x="33" y="30"/>
                </a:cxn>
                <a:cxn ang="0">
                  <a:pos x="28" y="33"/>
                </a:cxn>
                <a:cxn ang="0">
                  <a:pos x="28" y="40"/>
                </a:cxn>
                <a:cxn ang="0">
                  <a:pos x="33" y="40"/>
                </a:cxn>
                <a:cxn ang="0">
                  <a:pos x="35" y="45"/>
                </a:cxn>
                <a:cxn ang="0">
                  <a:pos x="40" y="49"/>
                </a:cxn>
                <a:cxn ang="0">
                  <a:pos x="38" y="49"/>
                </a:cxn>
                <a:cxn ang="0">
                  <a:pos x="33" y="47"/>
                </a:cxn>
                <a:cxn ang="0">
                  <a:pos x="26" y="47"/>
                </a:cxn>
                <a:cxn ang="0">
                  <a:pos x="21" y="45"/>
                </a:cxn>
                <a:cxn ang="0">
                  <a:pos x="21" y="49"/>
                </a:cxn>
                <a:cxn ang="0">
                  <a:pos x="21" y="57"/>
                </a:cxn>
                <a:cxn ang="0">
                  <a:pos x="21" y="64"/>
                </a:cxn>
                <a:cxn ang="0">
                  <a:pos x="23" y="68"/>
                </a:cxn>
                <a:cxn ang="0">
                  <a:pos x="28" y="73"/>
                </a:cxn>
                <a:cxn ang="0">
                  <a:pos x="30" y="78"/>
                </a:cxn>
                <a:cxn ang="0">
                  <a:pos x="30" y="80"/>
                </a:cxn>
                <a:cxn ang="0">
                  <a:pos x="33" y="85"/>
                </a:cxn>
              </a:cxnLst>
              <a:rect l="0" t="0" r="r" b="b"/>
              <a:pathLst>
                <a:path w="40" h="85">
                  <a:moveTo>
                    <a:pt x="28" y="83"/>
                  </a:moveTo>
                  <a:lnTo>
                    <a:pt x="28" y="83"/>
                  </a:lnTo>
                  <a:lnTo>
                    <a:pt x="28" y="83"/>
                  </a:lnTo>
                  <a:lnTo>
                    <a:pt x="28" y="80"/>
                  </a:lnTo>
                  <a:lnTo>
                    <a:pt x="28" y="80"/>
                  </a:lnTo>
                  <a:lnTo>
                    <a:pt x="28" y="80"/>
                  </a:lnTo>
                  <a:lnTo>
                    <a:pt x="28" y="78"/>
                  </a:lnTo>
                  <a:lnTo>
                    <a:pt x="26" y="78"/>
                  </a:lnTo>
                  <a:lnTo>
                    <a:pt x="26" y="78"/>
                  </a:lnTo>
                  <a:lnTo>
                    <a:pt x="26" y="78"/>
                  </a:lnTo>
                  <a:lnTo>
                    <a:pt x="26" y="78"/>
                  </a:lnTo>
                  <a:lnTo>
                    <a:pt x="26" y="75"/>
                  </a:lnTo>
                  <a:lnTo>
                    <a:pt x="23" y="75"/>
                  </a:lnTo>
                  <a:lnTo>
                    <a:pt x="23" y="78"/>
                  </a:lnTo>
                  <a:lnTo>
                    <a:pt x="23" y="78"/>
                  </a:lnTo>
                  <a:lnTo>
                    <a:pt x="23" y="78"/>
                  </a:lnTo>
                  <a:lnTo>
                    <a:pt x="23" y="78"/>
                  </a:lnTo>
                  <a:lnTo>
                    <a:pt x="21" y="78"/>
                  </a:lnTo>
                  <a:lnTo>
                    <a:pt x="21" y="78"/>
                  </a:lnTo>
                  <a:lnTo>
                    <a:pt x="23" y="78"/>
                  </a:lnTo>
                  <a:lnTo>
                    <a:pt x="23" y="75"/>
                  </a:lnTo>
                  <a:lnTo>
                    <a:pt x="23" y="75"/>
                  </a:lnTo>
                  <a:lnTo>
                    <a:pt x="23" y="75"/>
                  </a:lnTo>
                  <a:lnTo>
                    <a:pt x="23" y="75"/>
                  </a:lnTo>
                  <a:lnTo>
                    <a:pt x="21" y="75"/>
                  </a:lnTo>
                  <a:lnTo>
                    <a:pt x="21" y="73"/>
                  </a:lnTo>
                  <a:lnTo>
                    <a:pt x="21" y="73"/>
                  </a:lnTo>
                  <a:lnTo>
                    <a:pt x="21" y="73"/>
                  </a:lnTo>
                  <a:lnTo>
                    <a:pt x="21" y="73"/>
                  </a:lnTo>
                  <a:lnTo>
                    <a:pt x="21" y="71"/>
                  </a:lnTo>
                  <a:lnTo>
                    <a:pt x="21" y="71"/>
                  </a:lnTo>
                  <a:lnTo>
                    <a:pt x="19" y="71"/>
                  </a:lnTo>
                  <a:lnTo>
                    <a:pt x="19" y="68"/>
                  </a:lnTo>
                  <a:lnTo>
                    <a:pt x="19" y="68"/>
                  </a:lnTo>
                  <a:lnTo>
                    <a:pt x="19" y="68"/>
                  </a:lnTo>
                  <a:lnTo>
                    <a:pt x="19" y="68"/>
                  </a:lnTo>
                  <a:lnTo>
                    <a:pt x="19" y="66"/>
                  </a:lnTo>
                  <a:lnTo>
                    <a:pt x="16" y="66"/>
                  </a:lnTo>
                  <a:lnTo>
                    <a:pt x="16" y="66"/>
                  </a:lnTo>
                  <a:lnTo>
                    <a:pt x="16" y="68"/>
                  </a:lnTo>
                  <a:lnTo>
                    <a:pt x="16" y="68"/>
                  </a:lnTo>
                  <a:lnTo>
                    <a:pt x="14" y="68"/>
                  </a:lnTo>
                  <a:lnTo>
                    <a:pt x="14" y="68"/>
                  </a:lnTo>
                  <a:lnTo>
                    <a:pt x="14" y="68"/>
                  </a:lnTo>
                  <a:lnTo>
                    <a:pt x="14" y="68"/>
                  </a:lnTo>
                  <a:lnTo>
                    <a:pt x="14" y="71"/>
                  </a:lnTo>
                  <a:lnTo>
                    <a:pt x="14" y="71"/>
                  </a:lnTo>
                  <a:lnTo>
                    <a:pt x="14" y="71"/>
                  </a:lnTo>
                  <a:lnTo>
                    <a:pt x="14" y="71"/>
                  </a:lnTo>
                  <a:lnTo>
                    <a:pt x="14" y="73"/>
                  </a:lnTo>
                  <a:lnTo>
                    <a:pt x="14" y="73"/>
                  </a:lnTo>
                  <a:lnTo>
                    <a:pt x="16" y="73"/>
                  </a:lnTo>
                  <a:lnTo>
                    <a:pt x="16" y="73"/>
                  </a:lnTo>
                  <a:lnTo>
                    <a:pt x="16" y="73"/>
                  </a:lnTo>
                  <a:lnTo>
                    <a:pt x="19" y="73"/>
                  </a:lnTo>
                  <a:lnTo>
                    <a:pt x="19" y="73"/>
                  </a:lnTo>
                  <a:lnTo>
                    <a:pt x="19" y="73"/>
                  </a:lnTo>
                  <a:lnTo>
                    <a:pt x="19" y="75"/>
                  </a:lnTo>
                  <a:lnTo>
                    <a:pt x="19" y="75"/>
                  </a:lnTo>
                  <a:lnTo>
                    <a:pt x="19" y="78"/>
                  </a:lnTo>
                  <a:lnTo>
                    <a:pt x="19" y="78"/>
                  </a:lnTo>
                  <a:lnTo>
                    <a:pt x="19" y="78"/>
                  </a:lnTo>
                  <a:lnTo>
                    <a:pt x="16" y="78"/>
                  </a:lnTo>
                  <a:lnTo>
                    <a:pt x="16" y="78"/>
                  </a:lnTo>
                  <a:lnTo>
                    <a:pt x="16" y="78"/>
                  </a:lnTo>
                  <a:lnTo>
                    <a:pt x="14" y="78"/>
                  </a:lnTo>
                  <a:lnTo>
                    <a:pt x="14" y="78"/>
                  </a:lnTo>
                  <a:lnTo>
                    <a:pt x="14" y="78"/>
                  </a:lnTo>
                  <a:lnTo>
                    <a:pt x="14" y="78"/>
                  </a:lnTo>
                  <a:lnTo>
                    <a:pt x="14" y="75"/>
                  </a:lnTo>
                  <a:lnTo>
                    <a:pt x="11" y="75"/>
                  </a:lnTo>
                  <a:lnTo>
                    <a:pt x="11" y="75"/>
                  </a:lnTo>
                  <a:lnTo>
                    <a:pt x="11" y="78"/>
                  </a:lnTo>
                  <a:lnTo>
                    <a:pt x="9" y="78"/>
                  </a:lnTo>
                  <a:lnTo>
                    <a:pt x="9" y="78"/>
                  </a:lnTo>
                  <a:lnTo>
                    <a:pt x="9" y="78"/>
                  </a:lnTo>
                  <a:lnTo>
                    <a:pt x="9" y="75"/>
                  </a:lnTo>
                  <a:lnTo>
                    <a:pt x="9" y="75"/>
                  </a:lnTo>
                  <a:lnTo>
                    <a:pt x="9" y="73"/>
                  </a:lnTo>
                  <a:lnTo>
                    <a:pt x="9" y="73"/>
                  </a:lnTo>
                  <a:lnTo>
                    <a:pt x="7" y="73"/>
                  </a:lnTo>
                  <a:lnTo>
                    <a:pt x="7" y="73"/>
                  </a:lnTo>
                  <a:lnTo>
                    <a:pt x="7" y="73"/>
                  </a:lnTo>
                  <a:lnTo>
                    <a:pt x="7" y="75"/>
                  </a:lnTo>
                  <a:lnTo>
                    <a:pt x="7" y="75"/>
                  </a:lnTo>
                  <a:lnTo>
                    <a:pt x="7" y="78"/>
                  </a:lnTo>
                  <a:lnTo>
                    <a:pt x="7" y="78"/>
                  </a:lnTo>
                  <a:lnTo>
                    <a:pt x="4" y="78"/>
                  </a:lnTo>
                  <a:lnTo>
                    <a:pt x="4" y="75"/>
                  </a:lnTo>
                  <a:lnTo>
                    <a:pt x="4" y="75"/>
                  </a:lnTo>
                  <a:lnTo>
                    <a:pt x="2" y="75"/>
                  </a:lnTo>
                  <a:lnTo>
                    <a:pt x="2" y="75"/>
                  </a:lnTo>
                  <a:lnTo>
                    <a:pt x="2" y="75"/>
                  </a:lnTo>
                  <a:lnTo>
                    <a:pt x="2" y="73"/>
                  </a:lnTo>
                  <a:lnTo>
                    <a:pt x="2" y="73"/>
                  </a:lnTo>
                  <a:lnTo>
                    <a:pt x="2" y="73"/>
                  </a:lnTo>
                  <a:lnTo>
                    <a:pt x="2" y="71"/>
                  </a:lnTo>
                  <a:lnTo>
                    <a:pt x="2" y="71"/>
                  </a:lnTo>
                  <a:lnTo>
                    <a:pt x="2" y="71"/>
                  </a:lnTo>
                  <a:lnTo>
                    <a:pt x="2" y="71"/>
                  </a:lnTo>
                  <a:lnTo>
                    <a:pt x="4" y="71"/>
                  </a:lnTo>
                  <a:lnTo>
                    <a:pt x="4" y="68"/>
                  </a:lnTo>
                  <a:lnTo>
                    <a:pt x="2" y="68"/>
                  </a:lnTo>
                  <a:lnTo>
                    <a:pt x="2" y="68"/>
                  </a:lnTo>
                  <a:lnTo>
                    <a:pt x="2" y="68"/>
                  </a:lnTo>
                  <a:lnTo>
                    <a:pt x="2" y="68"/>
                  </a:lnTo>
                  <a:lnTo>
                    <a:pt x="2" y="68"/>
                  </a:lnTo>
                  <a:lnTo>
                    <a:pt x="2" y="66"/>
                  </a:lnTo>
                  <a:lnTo>
                    <a:pt x="2" y="66"/>
                  </a:lnTo>
                  <a:lnTo>
                    <a:pt x="2" y="64"/>
                  </a:lnTo>
                  <a:lnTo>
                    <a:pt x="0" y="64"/>
                  </a:lnTo>
                  <a:lnTo>
                    <a:pt x="0" y="64"/>
                  </a:lnTo>
                  <a:lnTo>
                    <a:pt x="0" y="64"/>
                  </a:lnTo>
                  <a:lnTo>
                    <a:pt x="0" y="61"/>
                  </a:lnTo>
                  <a:lnTo>
                    <a:pt x="0" y="61"/>
                  </a:lnTo>
                  <a:lnTo>
                    <a:pt x="0" y="61"/>
                  </a:lnTo>
                  <a:lnTo>
                    <a:pt x="2" y="61"/>
                  </a:lnTo>
                  <a:lnTo>
                    <a:pt x="2" y="59"/>
                  </a:lnTo>
                  <a:lnTo>
                    <a:pt x="2" y="59"/>
                  </a:lnTo>
                  <a:lnTo>
                    <a:pt x="2" y="59"/>
                  </a:lnTo>
                  <a:lnTo>
                    <a:pt x="2" y="61"/>
                  </a:lnTo>
                  <a:lnTo>
                    <a:pt x="2" y="61"/>
                  </a:lnTo>
                  <a:lnTo>
                    <a:pt x="4" y="61"/>
                  </a:lnTo>
                  <a:lnTo>
                    <a:pt x="4" y="61"/>
                  </a:lnTo>
                  <a:lnTo>
                    <a:pt x="4" y="61"/>
                  </a:lnTo>
                  <a:lnTo>
                    <a:pt x="4" y="61"/>
                  </a:lnTo>
                  <a:lnTo>
                    <a:pt x="7" y="61"/>
                  </a:lnTo>
                  <a:lnTo>
                    <a:pt x="7" y="61"/>
                  </a:lnTo>
                  <a:lnTo>
                    <a:pt x="7" y="61"/>
                  </a:lnTo>
                  <a:lnTo>
                    <a:pt x="7" y="61"/>
                  </a:lnTo>
                  <a:lnTo>
                    <a:pt x="7" y="64"/>
                  </a:lnTo>
                  <a:lnTo>
                    <a:pt x="7" y="64"/>
                  </a:lnTo>
                  <a:lnTo>
                    <a:pt x="9" y="64"/>
                  </a:lnTo>
                  <a:lnTo>
                    <a:pt x="9" y="64"/>
                  </a:lnTo>
                  <a:lnTo>
                    <a:pt x="9" y="64"/>
                  </a:lnTo>
                  <a:lnTo>
                    <a:pt x="9" y="64"/>
                  </a:lnTo>
                  <a:lnTo>
                    <a:pt x="9" y="64"/>
                  </a:lnTo>
                  <a:lnTo>
                    <a:pt x="11" y="64"/>
                  </a:lnTo>
                  <a:lnTo>
                    <a:pt x="11" y="64"/>
                  </a:lnTo>
                  <a:lnTo>
                    <a:pt x="11" y="64"/>
                  </a:lnTo>
                  <a:lnTo>
                    <a:pt x="14" y="64"/>
                  </a:lnTo>
                  <a:lnTo>
                    <a:pt x="14" y="66"/>
                  </a:lnTo>
                  <a:lnTo>
                    <a:pt x="14" y="66"/>
                  </a:lnTo>
                  <a:lnTo>
                    <a:pt x="14" y="66"/>
                  </a:lnTo>
                  <a:lnTo>
                    <a:pt x="14" y="66"/>
                  </a:lnTo>
                  <a:lnTo>
                    <a:pt x="16" y="66"/>
                  </a:lnTo>
                  <a:lnTo>
                    <a:pt x="16" y="66"/>
                  </a:lnTo>
                  <a:lnTo>
                    <a:pt x="16" y="64"/>
                  </a:lnTo>
                  <a:lnTo>
                    <a:pt x="14" y="64"/>
                  </a:lnTo>
                  <a:lnTo>
                    <a:pt x="14" y="64"/>
                  </a:lnTo>
                  <a:lnTo>
                    <a:pt x="14" y="64"/>
                  </a:lnTo>
                  <a:lnTo>
                    <a:pt x="14" y="61"/>
                  </a:lnTo>
                  <a:lnTo>
                    <a:pt x="14" y="61"/>
                  </a:lnTo>
                  <a:lnTo>
                    <a:pt x="14" y="61"/>
                  </a:lnTo>
                  <a:lnTo>
                    <a:pt x="14" y="59"/>
                  </a:lnTo>
                  <a:lnTo>
                    <a:pt x="14" y="59"/>
                  </a:lnTo>
                  <a:lnTo>
                    <a:pt x="14" y="59"/>
                  </a:lnTo>
                  <a:lnTo>
                    <a:pt x="14" y="59"/>
                  </a:lnTo>
                  <a:lnTo>
                    <a:pt x="14" y="57"/>
                  </a:lnTo>
                  <a:lnTo>
                    <a:pt x="14" y="57"/>
                  </a:lnTo>
                  <a:lnTo>
                    <a:pt x="14" y="54"/>
                  </a:lnTo>
                  <a:lnTo>
                    <a:pt x="14" y="54"/>
                  </a:lnTo>
                  <a:lnTo>
                    <a:pt x="14" y="54"/>
                  </a:lnTo>
                  <a:lnTo>
                    <a:pt x="14" y="54"/>
                  </a:lnTo>
                  <a:lnTo>
                    <a:pt x="14" y="52"/>
                  </a:lnTo>
                  <a:lnTo>
                    <a:pt x="14" y="52"/>
                  </a:lnTo>
                  <a:lnTo>
                    <a:pt x="14" y="49"/>
                  </a:lnTo>
                  <a:lnTo>
                    <a:pt x="14" y="49"/>
                  </a:lnTo>
                  <a:lnTo>
                    <a:pt x="14" y="49"/>
                  </a:lnTo>
                  <a:lnTo>
                    <a:pt x="14" y="49"/>
                  </a:lnTo>
                  <a:lnTo>
                    <a:pt x="14" y="47"/>
                  </a:lnTo>
                  <a:lnTo>
                    <a:pt x="14" y="47"/>
                  </a:lnTo>
                  <a:lnTo>
                    <a:pt x="14" y="47"/>
                  </a:lnTo>
                  <a:lnTo>
                    <a:pt x="11" y="47"/>
                  </a:lnTo>
                  <a:lnTo>
                    <a:pt x="11" y="47"/>
                  </a:lnTo>
                  <a:lnTo>
                    <a:pt x="11" y="47"/>
                  </a:lnTo>
                  <a:lnTo>
                    <a:pt x="11" y="45"/>
                  </a:lnTo>
                  <a:lnTo>
                    <a:pt x="9" y="45"/>
                  </a:lnTo>
                  <a:lnTo>
                    <a:pt x="9" y="45"/>
                  </a:lnTo>
                  <a:lnTo>
                    <a:pt x="9" y="42"/>
                  </a:lnTo>
                  <a:lnTo>
                    <a:pt x="9" y="42"/>
                  </a:lnTo>
                  <a:lnTo>
                    <a:pt x="9" y="40"/>
                  </a:lnTo>
                  <a:lnTo>
                    <a:pt x="9" y="40"/>
                  </a:lnTo>
                  <a:lnTo>
                    <a:pt x="9" y="40"/>
                  </a:lnTo>
                  <a:lnTo>
                    <a:pt x="11" y="40"/>
                  </a:lnTo>
                  <a:lnTo>
                    <a:pt x="11" y="38"/>
                  </a:lnTo>
                  <a:lnTo>
                    <a:pt x="11" y="38"/>
                  </a:lnTo>
                  <a:lnTo>
                    <a:pt x="11" y="35"/>
                  </a:lnTo>
                  <a:lnTo>
                    <a:pt x="11" y="35"/>
                  </a:lnTo>
                  <a:lnTo>
                    <a:pt x="11" y="35"/>
                  </a:lnTo>
                  <a:lnTo>
                    <a:pt x="11" y="35"/>
                  </a:lnTo>
                  <a:lnTo>
                    <a:pt x="9" y="35"/>
                  </a:lnTo>
                  <a:lnTo>
                    <a:pt x="9" y="35"/>
                  </a:lnTo>
                  <a:lnTo>
                    <a:pt x="9" y="33"/>
                  </a:lnTo>
                  <a:lnTo>
                    <a:pt x="9" y="33"/>
                  </a:lnTo>
                  <a:lnTo>
                    <a:pt x="9" y="30"/>
                  </a:lnTo>
                  <a:lnTo>
                    <a:pt x="9" y="30"/>
                  </a:lnTo>
                  <a:lnTo>
                    <a:pt x="9" y="30"/>
                  </a:lnTo>
                  <a:lnTo>
                    <a:pt x="7" y="30"/>
                  </a:lnTo>
                  <a:lnTo>
                    <a:pt x="7" y="30"/>
                  </a:lnTo>
                  <a:lnTo>
                    <a:pt x="7" y="28"/>
                  </a:lnTo>
                  <a:lnTo>
                    <a:pt x="7" y="28"/>
                  </a:lnTo>
                  <a:lnTo>
                    <a:pt x="7" y="26"/>
                  </a:lnTo>
                  <a:lnTo>
                    <a:pt x="7" y="26"/>
                  </a:lnTo>
                  <a:lnTo>
                    <a:pt x="7" y="23"/>
                  </a:lnTo>
                  <a:lnTo>
                    <a:pt x="7" y="23"/>
                  </a:lnTo>
                  <a:lnTo>
                    <a:pt x="9" y="23"/>
                  </a:lnTo>
                  <a:lnTo>
                    <a:pt x="9" y="21"/>
                  </a:lnTo>
                  <a:lnTo>
                    <a:pt x="9" y="21"/>
                  </a:lnTo>
                  <a:lnTo>
                    <a:pt x="9" y="21"/>
                  </a:lnTo>
                  <a:lnTo>
                    <a:pt x="9" y="19"/>
                  </a:lnTo>
                  <a:lnTo>
                    <a:pt x="9" y="19"/>
                  </a:lnTo>
                  <a:lnTo>
                    <a:pt x="9" y="19"/>
                  </a:lnTo>
                  <a:lnTo>
                    <a:pt x="9" y="19"/>
                  </a:lnTo>
                  <a:lnTo>
                    <a:pt x="9" y="16"/>
                  </a:lnTo>
                  <a:lnTo>
                    <a:pt x="9" y="16"/>
                  </a:lnTo>
                  <a:lnTo>
                    <a:pt x="9" y="14"/>
                  </a:lnTo>
                  <a:lnTo>
                    <a:pt x="9" y="14"/>
                  </a:lnTo>
                  <a:lnTo>
                    <a:pt x="9" y="14"/>
                  </a:lnTo>
                  <a:lnTo>
                    <a:pt x="9" y="14"/>
                  </a:lnTo>
                  <a:lnTo>
                    <a:pt x="9" y="12"/>
                  </a:lnTo>
                  <a:lnTo>
                    <a:pt x="9" y="12"/>
                  </a:lnTo>
                  <a:lnTo>
                    <a:pt x="11" y="12"/>
                  </a:lnTo>
                  <a:lnTo>
                    <a:pt x="11" y="9"/>
                  </a:lnTo>
                  <a:lnTo>
                    <a:pt x="11" y="9"/>
                  </a:lnTo>
                  <a:lnTo>
                    <a:pt x="11" y="9"/>
                  </a:lnTo>
                  <a:lnTo>
                    <a:pt x="14" y="9"/>
                  </a:lnTo>
                  <a:lnTo>
                    <a:pt x="14" y="9"/>
                  </a:lnTo>
                  <a:lnTo>
                    <a:pt x="14" y="7"/>
                  </a:lnTo>
                  <a:lnTo>
                    <a:pt x="14" y="7"/>
                  </a:lnTo>
                  <a:lnTo>
                    <a:pt x="14" y="7"/>
                  </a:lnTo>
                  <a:lnTo>
                    <a:pt x="14" y="7"/>
                  </a:lnTo>
                  <a:lnTo>
                    <a:pt x="14" y="4"/>
                  </a:lnTo>
                  <a:lnTo>
                    <a:pt x="16" y="4"/>
                  </a:lnTo>
                  <a:lnTo>
                    <a:pt x="16" y="4"/>
                  </a:lnTo>
                  <a:lnTo>
                    <a:pt x="16" y="4"/>
                  </a:lnTo>
                  <a:lnTo>
                    <a:pt x="16" y="2"/>
                  </a:lnTo>
                  <a:lnTo>
                    <a:pt x="16" y="2"/>
                  </a:lnTo>
                  <a:lnTo>
                    <a:pt x="16" y="2"/>
                  </a:lnTo>
                  <a:lnTo>
                    <a:pt x="19" y="2"/>
                  </a:lnTo>
                  <a:lnTo>
                    <a:pt x="19" y="0"/>
                  </a:lnTo>
                  <a:lnTo>
                    <a:pt x="19" y="0"/>
                  </a:lnTo>
                  <a:lnTo>
                    <a:pt x="19" y="0"/>
                  </a:lnTo>
                  <a:lnTo>
                    <a:pt x="19" y="0"/>
                  </a:lnTo>
                  <a:lnTo>
                    <a:pt x="21" y="0"/>
                  </a:lnTo>
                  <a:lnTo>
                    <a:pt x="21" y="0"/>
                  </a:lnTo>
                  <a:lnTo>
                    <a:pt x="21" y="0"/>
                  </a:lnTo>
                  <a:lnTo>
                    <a:pt x="21" y="0"/>
                  </a:lnTo>
                  <a:lnTo>
                    <a:pt x="23" y="0"/>
                  </a:lnTo>
                  <a:lnTo>
                    <a:pt x="23" y="0"/>
                  </a:lnTo>
                  <a:lnTo>
                    <a:pt x="23" y="2"/>
                  </a:lnTo>
                  <a:lnTo>
                    <a:pt x="21" y="2"/>
                  </a:lnTo>
                  <a:lnTo>
                    <a:pt x="21" y="2"/>
                  </a:lnTo>
                  <a:lnTo>
                    <a:pt x="21" y="2"/>
                  </a:lnTo>
                  <a:lnTo>
                    <a:pt x="21" y="4"/>
                  </a:lnTo>
                  <a:lnTo>
                    <a:pt x="21" y="4"/>
                  </a:lnTo>
                  <a:lnTo>
                    <a:pt x="21" y="4"/>
                  </a:lnTo>
                  <a:lnTo>
                    <a:pt x="21" y="7"/>
                  </a:lnTo>
                  <a:lnTo>
                    <a:pt x="19" y="7"/>
                  </a:lnTo>
                  <a:lnTo>
                    <a:pt x="19" y="7"/>
                  </a:lnTo>
                  <a:lnTo>
                    <a:pt x="19" y="7"/>
                  </a:lnTo>
                  <a:lnTo>
                    <a:pt x="19" y="9"/>
                  </a:lnTo>
                  <a:lnTo>
                    <a:pt x="19" y="9"/>
                  </a:lnTo>
                  <a:lnTo>
                    <a:pt x="19" y="9"/>
                  </a:lnTo>
                  <a:lnTo>
                    <a:pt x="21" y="9"/>
                  </a:lnTo>
                  <a:lnTo>
                    <a:pt x="21" y="9"/>
                  </a:lnTo>
                  <a:lnTo>
                    <a:pt x="21" y="9"/>
                  </a:lnTo>
                  <a:lnTo>
                    <a:pt x="21" y="9"/>
                  </a:lnTo>
                  <a:lnTo>
                    <a:pt x="21" y="9"/>
                  </a:lnTo>
                  <a:lnTo>
                    <a:pt x="21" y="9"/>
                  </a:lnTo>
                  <a:lnTo>
                    <a:pt x="23" y="9"/>
                  </a:lnTo>
                  <a:lnTo>
                    <a:pt x="23" y="12"/>
                  </a:lnTo>
                  <a:lnTo>
                    <a:pt x="23" y="12"/>
                  </a:lnTo>
                  <a:lnTo>
                    <a:pt x="23" y="12"/>
                  </a:lnTo>
                  <a:lnTo>
                    <a:pt x="23" y="14"/>
                  </a:lnTo>
                  <a:lnTo>
                    <a:pt x="23" y="14"/>
                  </a:lnTo>
                  <a:lnTo>
                    <a:pt x="23" y="14"/>
                  </a:lnTo>
                  <a:lnTo>
                    <a:pt x="21" y="14"/>
                  </a:lnTo>
                  <a:lnTo>
                    <a:pt x="21" y="16"/>
                  </a:lnTo>
                  <a:lnTo>
                    <a:pt x="23" y="16"/>
                  </a:lnTo>
                  <a:lnTo>
                    <a:pt x="23" y="16"/>
                  </a:lnTo>
                  <a:lnTo>
                    <a:pt x="23" y="19"/>
                  </a:lnTo>
                  <a:lnTo>
                    <a:pt x="23" y="19"/>
                  </a:lnTo>
                  <a:lnTo>
                    <a:pt x="21" y="19"/>
                  </a:lnTo>
                  <a:lnTo>
                    <a:pt x="21" y="19"/>
                  </a:lnTo>
                  <a:lnTo>
                    <a:pt x="21" y="21"/>
                  </a:lnTo>
                  <a:lnTo>
                    <a:pt x="21" y="21"/>
                  </a:lnTo>
                  <a:lnTo>
                    <a:pt x="21" y="23"/>
                  </a:lnTo>
                  <a:lnTo>
                    <a:pt x="21" y="23"/>
                  </a:lnTo>
                  <a:lnTo>
                    <a:pt x="21" y="23"/>
                  </a:lnTo>
                  <a:lnTo>
                    <a:pt x="21" y="23"/>
                  </a:lnTo>
                  <a:lnTo>
                    <a:pt x="21" y="26"/>
                  </a:lnTo>
                  <a:lnTo>
                    <a:pt x="21" y="26"/>
                  </a:lnTo>
                  <a:lnTo>
                    <a:pt x="19" y="26"/>
                  </a:lnTo>
                  <a:lnTo>
                    <a:pt x="19" y="28"/>
                  </a:lnTo>
                  <a:lnTo>
                    <a:pt x="19" y="28"/>
                  </a:lnTo>
                  <a:lnTo>
                    <a:pt x="16" y="28"/>
                  </a:lnTo>
                  <a:lnTo>
                    <a:pt x="16" y="28"/>
                  </a:lnTo>
                  <a:lnTo>
                    <a:pt x="19" y="28"/>
                  </a:lnTo>
                  <a:lnTo>
                    <a:pt x="19" y="28"/>
                  </a:lnTo>
                  <a:lnTo>
                    <a:pt x="21" y="28"/>
                  </a:lnTo>
                  <a:lnTo>
                    <a:pt x="21" y="28"/>
                  </a:lnTo>
                  <a:lnTo>
                    <a:pt x="21" y="28"/>
                  </a:lnTo>
                  <a:lnTo>
                    <a:pt x="21" y="28"/>
                  </a:lnTo>
                  <a:lnTo>
                    <a:pt x="21" y="26"/>
                  </a:lnTo>
                  <a:lnTo>
                    <a:pt x="23" y="26"/>
                  </a:lnTo>
                  <a:lnTo>
                    <a:pt x="23" y="26"/>
                  </a:lnTo>
                  <a:lnTo>
                    <a:pt x="23" y="26"/>
                  </a:lnTo>
                  <a:lnTo>
                    <a:pt x="23" y="26"/>
                  </a:lnTo>
                  <a:lnTo>
                    <a:pt x="23" y="26"/>
                  </a:lnTo>
                  <a:lnTo>
                    <a:pt x="23" y="26"/>
                  </a:lnTo>
                  <a:lnTo>
                    <a:pt x="23" y="23"/>
                  </a:lnTo>
                  <a:lnTo>
                    <a:pt x="23" y="23"/>
                  </a:lnTo>
                  <a:lnTo>
                    <a:pt x="23" y="23"/>
                  </a:lnTo>
                  <a:lnTo>
                    <a:pt x="23" y="21"/>
                  </a:lnTo>
                  <a:lnTo>
                    <a:pt x="23" y="21"/>
                  </a:lnTo>
                  <a:lnTo>
                    <a:pt x="23" y="21"/>
                  </a:lnTo>
                  <a:lnTo>
                    <a:pt x="23" y="19"/>
                  </a:lnTo>
                  <a:lnTo>
                    <a:pt x="26" y="19"/>
                  </a:lnTo>
                  <a:lnTo>
                    <a:pt x="26" y="19"/>
                  </a:lnTo>
                  <a:lnTo>
                    <a:pt x="26" y="19"/>
                  </a:lnTo>
                  <a:lnTo>
                    <a:pt x="28" y="19"/>
                  </a:lnTo>
                  <a:lnTo>
                    <a:pt x="28" y="19"/>
                  </a:lnTo>
                  <a:lnTo>
                    <a:pt x="28" y="19"/>
                  </a:lnTo>
                  <a:lnTo>
                    <a:pt x="28" y="19"/>
                  </a:lnTo>
                  <a:lnTo>
                    <a:pt x="28" y="16"/>
                  </a:lnTo>
                  <a:lnTo>
                    <a:pt x="30" y="16"/>
                  </a:lnTo>
                  <a:lnTo>
                    <a:pt x="30" y="16"/>
                  </a:lnTo>
                  <a:lnTo>
                    <a:pt x="30" y="16"/>
                  </a:lnTo>
                  <a:lnTo>
                    <a:pt x="33" y="16"/>
                  </a:lnTo>
                  <a:lnTo>
                    <a:pt x="33" y="16"/>
                  </a:lnTo>
                  <a:lnTo>
                    <a:pt x="33" y="16"/>
                  </a:lnTo>
                  <a:lnTo>
                    <a:pt x="35" y="16"/>
                  </a:lnTo>
                  <a:lnTo>
                    <a:pt x="35" y="14"/>
                  </a:lnTo>
                  <a:lnTo>
                    <a:pt x="35" y="14"/>
                  </a:lnTo>
                  <a:lnTo>
                    <a:pt x="35" y="14"/>
                  </a:lnTo>
                  <a:lnTo>
                    <a:pt x="35" y="16"/>
                  </a:lnTo>
                  <a:lnTo>
                    <a:pt x="38" y="16"/>
                  </a:lnTo>
                  <a:lnTo>
                    <a:pt x="38" y="16"/>
                  </a:lnTo>
                  <a:lnTo>
                    <a:pt x="38" y="19"/>
                  </a:lnTo>
                  <a:lnTo>
                    <a:pt x="35" y="19"/>
                  </a:lnTo>
                  <a:lnTo>
                    <a:pt x="35" y="19"/>
                  </a:lnTo>
                  <a:lnTo>
                    <a:pt x="38" y="19"/>
                  </a:lnTo>
                  <a:lnTo>
                    <a:pt x="38" y="19"/>
                  </a:lnTo>
                  <a:lnTo>
                    <a:pt x="38" y="19"/>
                  </a:lnTo>
                  <a:lnTo>
                    <a:pt x="38" y="21"/>
                  </a:lnTo>
                  <a:lnTo>
                    <a:pt x="38" y="21"/>
                  </a:lnTo>
                  <a:lnTo>
                    <a:pt x="38" y="21"/>
                  </a:lnTo>
                  <a:lnTo>
                    <a:pt x="38" y="23"/>
                  </a:lnTo>
                  <a:lnTo>
                    <a:pt x="38" y="23"/>
                  </a:lnTo>
                  <a:lnTo>
                    <a:pt x="38" y="26"/>
                  </a:lnTo>
                  <a:lnTo>
                    <a:pt x="35" y="26"/>
                  </a:lnTo>
                  <a:lnTo>
                    <a:pt x="35" y="26"/>
                  </a:lnTo>
                  <a:lnTo>
                    <a:pt x="35" y="28"/>
                  </a:lnTo>
                  <a:lnTo>
                    <a:pt x="35" y="28"/>
                  </a:lnTo>
                  <a:lnTo>
                    <a:pt x="35" y="30"/>
                  </a:lnTo>
                  <a:lnTo>
                    <a:pt x="35" y="30"/>
                  </a:lnTo>
                  <a:lnTo>
                    <a:pt x="35" y="30"/>
                  </a:lnTo>
                  <a:lnTo>
                    <a:pt x="35" y="30"/>
                  </a:lnTo>
                  <a:lnTo>
                    <a:pt x="33" y="30"/>
                  </a:lnTo>
                  <a:lnTo>
                    <a:pt x="33" y="30"/>
                  </a:lnTo>
                  <a:lnTo>
                    <a:pt x="33" y="30"/>
                  </a:lnTo>
                  <a:lnTo>
                    <a:pt x="33" y="30"/>
                  </a:lnTo>
                  <a:lnTo>
                    <a:pt x="33" y="33"/>
                  </a:lnTo>
                  <a:lnTo>
                    <a:pt x="30" y="33"/>
                  </a:lnTo>
                  <a:lnTo>
                    <a:pt x="30" y="33"/>
                  </a:lnTo>
                  <a:lnTo>
                    <a:pt x="30" y="33"/>
                  </a:lnTo>
                  <a:lnTo>
                    <a:pt x="28" y="33"/>
                  </a:lnTo>
                  <a:lnTo>
                    <a:pt x="28" y="35"/>
                  </a:lnTo>
                  <a:lnTo>
                    <a:pt x="28" y="35"/>
                  </a:lnTo>
                  <a:lnTo>
                    <a:pt x="28" y="38"/>
                  </a:lnTo>
                  <a:lnTo>
                    <a:pt x="28" y="38"/>
                  </a:lnTo>
                  <a:lnTo>
                    <a:pt x="28" y="38"/>
                  </a:lnTo>
                  <a:lnTo>
                    <a:pt x="28" y="38"/>
                  </a:lnTo>
                  <a:lnTo>
                    <a:pt x="28" y="38"/>
                  </a:lnTo>
                  <a:lnTo>
                    <a:pt x="28" y="40"/>
                  </a:lnTo>
                  <a:lnTo>
                    <a:pt x="28" y="40"/>
                  </a:lnTo>
                  <a:lnTo>
                    <a:pt x="30" y="40"/>
                  </a:lnTo>
                  <a:lnTo>
                    <a:pt x="30" y="40"/>
                  </a:lnTo>
                  <a:lnTo>
                    <a:pt x="30" y="40"/>
                  </a:lnTo>
                  <a:lnTo>
                    <a:pt x="33" y="40"/>
                  </a:lnTo>
                  <a:lnTo>
                    <a:pt x="33" y="40"/>
                  </a:lnTo>
                  <a:lnTo>
                    <a:pt x="33" y="40"/>
                  </a:lnTo>
                  <a:lnTo>
                    <a:pt x="33" y="40"/>
                  </a:lnTo>
                  <a:lnTo>
                    <a:pt x="35" y="40"/>
                  </a:lnTo>
                  <a:lnTo>
                    <a:pt x="35" y="40"/>
                  </a:lnTo>
                  <a:lnTo>
                    <a:pt x="35" y="40"/>
                  </a:lnTo>
                  <a:lnTo>
                    <a:pt x="35" y="40"/>
                  </a:lnTo>
                  <a:lnTo>
                    <a:pt x="35" y="40"/>
                  </a:lnTo>
                  <a:lnTo>
                    <a:pt x="35" y="42"/>
                  </a:lnTo>
                  <a:lnTo>
                    <a:pt x="35" y="42"/>
                  </a:lnTo>
                  <a:lnTo>
                    <a:pt x="35" y="45"/>
                  </a:lnTo>
                  <a:lnTo>
                    <a:pt x="35" y="45"/>
                  </a:lnTo>
                  <a:lnTo>
                    <a:pt x="35" y="47"/>
                  </a:lnTo>
                  <a:lnTo>
                    <a:pt x="35" y="47"/>
                  </a:lnTo>
                  <a:lnTo>
                    <a:pt x="38" y="47"/>
                  </a:lnTo>
                  <a:lnTo>
                    <a:pt x="38" y="47"/>
                  </a:lnTo>
                  <a:lnTo>
                    <a:pt x="40" y="47"/>
                  </a:lnTo>
                  <a:lnTo>
                    <a:pt x="40" y="47"/>
                  </a:lnTo>
                  <a:lnTo>
                    <a:pt x="40" y="49"/>
                  </a:lnTo>
                  <a:lnTo>
                    <a:pt x="40" y="49"/>
                  </a:lnTo>
                  <a:lnTo>
                    <a:pt x="40" y="49"/>
                  </a:lnTo>
                  <a:lnTo>
                    <a:pt x="40" y="49"/>
                  </a:lnTo>
                  <a:lnTo>
                    <a:pt x="40" y="49"/>
                  </a:lnTo>
                  <a:lnTo>
                    <a:pt x="40" y="49"/>
                  </a:lnTo>
                  <a:lnTo>
                    <a:pt x="40" y="49"/>
                  </a:lnTo>
                  <a:lnTo>
                    <a:pt x="38" y="49"/>
                  </a:lnTo>
                  <a:lnTo>
                    <a:pt x="38" y="49"/>
                  </a:lnTo>
                  <a:lnTo>
                    <a:pt x="35" y="49"/>
                  </a:lnTo>
                  <a:lnTo>
                    <a:pt x="35" y="49"/>
                  </a:lnTo>
                  <a:lnTo>
                    <a:pt x="35" y="49"/>
                  </a:lnTo>
                  <a:lnTo>
                    <a:pt x="35" y="49"/>
                  </a:lnTo>
                  <a:lnTo>
                    <a:pt x="33" y="49"/>
                  </a:lnTo>
                  <a:lnTo>
                    <a:pt x="33" y="49"/>
                  </a:lnTo>
                  <a:lnTo>
                    <a:pt x="33" y="49"/>
                  </a:lnTo>
                  <a:lnTo>
                    <a:pt x="33" y="47"/>
                  </a:lnTo>
                  <a:lnTo>
                    <a:pt x="30" y="47"/>
                  </a:lnTo>
                  <a:lnTo>
                    <a:pt x="30" y="47"/>
                  </a:lnTo>
                  <a:lnTo>
                    <a:pt x="30" y="47"/>
                  </a:lnTo>
                  <a:lnTo>
                    <a:pt x="28" y="47"/>
                  </a:lnTo>
                  <a:lnTo>
                    <a:pt x="28" y="47"/>
                  </a:lnTo>
                  <a:lnTo>
                    <a:pt x="28" y="47"/>
                  </a:lnTo>
                  <a:lnTo>
                    <a:pt x="26" y="47"/>
                  </a:lnTo>
                  <a:lnTo>
                    <a:pt x="26" y="47"/>
                  </a:lnTo>
                  <a:lnTo>
                    <a:pt x="26" y="45"/>
                  </a:lnTo>
                  <a:lnTo>
                    <a:pt x="23" y="45"/>
                  </a:lnTo>
                  <a:lnTo>
                    <a:pt x="23" y="45"/>
                  </a:lnTo>
                  <a:lnTo>
                    <a:pt x="23" y="45"/>
                  </a:lnTo>
                  <a:lnTo>
                    <a:pt x="23" y="45"/>
                  </a:lnTo>
                  <a:lnTo>
                    <a:pt x="21" y="45"/>
                  </a:lnTo>
                  <a:lnTo>
                    <a:pt x="21" y="45"/>
                  </a:lnTo>
                  <a:lnTo>
                    <a:pt x="21" y="45"/>
                  </a:lnTo>
                  <a:lnTo>
                    <a:pt x="21" y="45"/>
                  </a:lnTo>
                  <a:lnTo>
                    <a:pt x="19" y="45"/>
                  </a:lnTo>
                  <a:lnTo>
                    <a:pt x="19" y="47"/>
                  </a:lnTo>
                  <a:lnTo>
                    <a:pt x="19" y="47"/>
                  </a:lnTo>
                  <a:lnTo>
                    <a:pt x="19" y="49"/>
                  </a:lnTo>
                  <a:lnTo>
                    <a:pt x="21" y="49"/>
                  </a:lnTo>
                  <a:lnTo>
                    <a:pt x="21" y="49"/>
                  </a:lnTo>
                  <a:lnTo>
                    <a:pt x="21" y="49"/>
                  </a:lnTo>
                  <a:lnTo>
                    <a:pt x="21" y="52"/>
                  </a:lnTo>
                  <a:lnTo>
                    <a:pt x="21" y="52"/>
                  </a:lnTo>
                  <a:lnTo>
                    <a:pt x="21" y="54"/>
                  </a:lnTo>
                  <a:lnTo>
                    <a:pt x="19" y="54"/>
                  </a:lnTo>
                  <a:lnTo>
                    <a:pt x="19" y="54"/>
                  </a:lnTo>
                  <a:lnTo>
                    <a:pt x="19" y="57"/>
                  </a:lnTo>
                  <a:lnTo>
                    <a:pt x="19" y="57"/>
                  </a:lnTo>
                  <a:lnTo>
                    <a:pt x="21" y="57"/>
                  </a:lnTo>
                  <a:lnTo>
                    <a:pt x="21" y="59"/>
                  </a:lnTo>
                  <a:lnTo>
                    <a:pt x="21" y="59"/>
                  </a:lnTo>
                  <a:lnTo>
                    <a:pt x="21" y="59"/>
                  </a:lnTo>
                  <a:lnTo>
                    <a:pt x="21" y="59"/>
                  </a:lnTo>
                  <a:lnTo>
                    <a:pt x="21" y="61"/>
                  </a:lnTo>
                  <a:lnTo>
                    <a:pt x="21" y="61"/>
                  </a:lnTo>
                  <a:lnTo>
                    <a:pt x="21" y="64"/>
                  </a:lnTo>
                  <a:lnTo>
                    <a:pt x="21" y="64"/>
                  </a:lnTo>
                  <a:lnTo>
                    <a:pt x="21" y="64"/>
                  </a:lnTo>
                  <a:lnTo>
                    <a:pt x="21" y="66"/>
                  </a:lnTo>
                  <a:lnTo>
                    <a:pt x="23" y="66"/>
                  </a:lnTo>
                  <a:lnTo>
                    <a:pt x="23" y="66"/>
                  </a:lnTo>
                  <a:lnTo>
                    <a:pt x="23" y="68"/>
                  </a:lnTo>
                  <a:lnTo>
                    <a:pt x="23" y="68"/>
                  </a:lnTo>
                  <a:lnTo>
                    <a:pt x="23" y="68"/>
                  </a:lnTo>
                  <a:lnTo>
                    <a:pt x="23" y="68"/>
                  </a:lnTo>
                  <a:lnTo>
                    <a:pt x="23" y="68"/>
                  </a:lnTo>
                  <a:lnTo>
                    <a:pt x="23" y="71"/>
                  </a:lnTo>
                  <a:lnTo>
                    <a:pt x="26" y="71"/>
                  </a:lnTo>
                  <a:lnTo>
                    <a:pt x="26" y="71"/>
                  </a:lnTo>
                  <a:lnTo>
                    <a:pt x="26" y="73"/>
                  </a:lnTo>
                  <a:lnTo>
                    <a:pt x="26" y="73"/>
                  </a:lnTo>
                  <a:lnTo>
                    <a:pt x="26" y="73"/>
                  </a:lnTo>
                  <a:lnTo>
                    <a:pt x="28" y="73"/>
                  </a:lnTo>
                  <a:lnTo>
                    <a:pt x="28" y="75"/>
                  </a:lnTo>
                  <a:lnTo>
                    <a:pt x="28" y="75"/>
                  </a:lnTo>
                  <a:lnTo>
                    <a:pt x="28" y="75"/>
                  </a:lnTo>
                  <a:lnTo>
                    <a:pt x="28" y="75"/>
                  </a:lnTo>
                  <a:lnTo>
                    <a:pt x="28" y="78"/>
                  </a:lnTo>
                  <a:lnTo>
                    <a:pt x="30" y="78"/>
                  </a:lnTo>
                  <a:lnTo>
                    <a:pt x="30" y="78"/>
                  </a:lnTo>
                  <a:lnTo>
                    <a:pt x="30" y="78"/>
                  </a:lnTo>
                  <a:lnTo>
                    <a:pt x="33" y="78"/>
                  </a:lnTo>
                  <a:lnTo>
                    <a:pt x="33" y="78"/>
                  </a:lnTo>
                  <a:lnTo>
                    <a:pt x="30" y="78"/>
                  </a:lnTo>
                  <a:lnTo>
                    <a:pt x="30" y="78"/>
                  </a:lnTo>
                  <a:lnTo>
                    <a:pt x="28" y="78"/>
                  </a:lnTo>
                  <a:lnTo>
                    <a:pt x="28" y="80"/>
                  </a:lnTo>
                  <a:lnTo>
                    <a:pt x="30" y="80"/>
                  </a:lnTo>
                  <a:lnTo>
                    <a:pt x="30" y="80"/>
                  </a:lnTo>
                  <a:lnTo>
                    <a:pt x="30" y="80"/>
                  </a:lnTo>
                  <a:lnTo>
                    <a:pt x="30" y="83"/>
                  </a:lnTo>
                  <a:lnTo>
                    <a:pt x="30" y="83"/>
                  </a:lnTo>
                  <a:lnTo>
                    <a:pt x="30" y="83"/>
                  </a:lnTo>
                  <a:lnTo>
                    <a:pt x="30" y="83"/>
                  </a:lnTo>
                  <a:lnTo>
                    <a:pt x="33" y="83"/>
                  </a:lnTo>
                  <a:lnTo>
                    <a:pt x="33" y="85"/>
                  </a:lnTo>
                  <a:lnTo>
                    <a:pt x="33" y="85"/>
                  </a:lnTo>
                  <a:lnTo>
                    <a:pt x="30" y="85"/>
                  </a:lnTo>
                  <a:lnTo>
                    <a:pt x="30" y="85"/>
                  </a:lnTo>
                  <a:lnTo>
                    <a:pt x="28" y="85"/>
                  </a:lnTo>
                  <a:lnTo>
                    <a:pt x="28" y="85"/>
                  </a:lnTo>
                  <a:lnTo>
                    <a:pt x="28" y="85"/>
                  </a:lnTo>
                  <a:lnTo>
                    <a:pt x="28" y="85"/>
                  </a:lnTo>
                  <a:lnTo>
                    <a:pt x="28" y="8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7" name="Freeform 215"/>
            <p:cNvSpPr>
              <a:spLocks/>
            </p:cNvSpPr>
            <p:nvPr/>
          </p:nvSpPr>
          <p:spPr bwMode="auto">
            <a:xfrm>
              <a:off x="5648325" y="4284663"/>
              <a:ext cx="63500" cy="134937"/>
            </a:xfrm>
            <a:custGeom>
              <a:avLst/>
              <a:gdLst/>
              <a:ahLst/>
              <a:cxnLst>
                <a:cxn ang="0">
                  <a:pos x="26" y="78"/>
                </a:cxn>
                <a:cxn ang="0">
                  <a:pos x="23" y="78"/>
                </a:cxn>
                <a:cxn ang="0">
                  <a:pos x="23" y="75"/>
                </a:cxn>
                <a:cxn ang="0">
                  <a:pos x="19" y="71"/>
                </a:cxn>
                <a:cxn ang="0">
                  <a:pos x="16" y="68"/>
                </a:cxn>
                <a:cxn ang="0">
                  <a:pos x="14" y="71"/>
                </a:cxn>
                <a:cxn ang="0">
                  <a:pos x="19" y="73"/>
                </a:cxn>
                <a:cxn ang="0">
                  <a:pos x="16" y="78"/>
                </a:cxn>
                <a:cxn ang="0">
                  <a:pos x="11" y="75"/>
                </a:cxn>
                <a:cxn ang="0">
                  <a:pos x="9" y="73"/>
                </a:cxn>
                <a:cxn ang="0">
                  <a:pos x="4" y="78"/>
                </a:cxn>
                <a:cxn ang="0">
                  <a:pos x="2" y="73"/>
                </a:cxn>
                <a:cxn ang="0">
                  <a:pos x="2" y="68"/>
                </a:cxn>
                <a:cxn ang="0">
                  <a:pos x="0" y="64"/>
                </a:cxn>
                <a:cxn ang="0">
                  <a:pos x="2" y="59"/>
                </a:cxn>
                <a:cxn ang="0">
                  <a:pos x="7" y="61"/>
                </a:cxn>
                <a:cxn ang="0">
                  <a:pos x="9" y="64"/>
                </a:cxn>
                <a:cxn ang="0">
                  <a:pos x="14" y="66"/>
                </a:cxn>
                <a:cxn ang="0">
                  <a:pos x="14" y="61"/>
                </a:cxn>
                <a:cxn ang="0">
                  <a:pos x="14" y="57"/>
                </a:cxn>
                <a:cxn ang="0">
                  <a:pos x="14" y="49"/>
                </a:cxn>
                <a:cxn ang="0">
                  <a:pos x="11" y="47"/>
                </a:cxn>
                <a:cxn ang="0">
                  <a:pos x="9" y="40"/>
                </a:cxn>
                <a:cxn ang="0">
                  <a:pos x="9" y="35"/>
                </a:cxn>
                <a:cxn ang="0">
                  <a:pos x="7" y="30"/>
                </a:cxn>
                <a:cxn ang="0">
                  <a:pos x="9" y="21"/>
                </a:cxn>
                <a:cxn ang="0">
                  <a:pos x="9" y="16"/>
                </a:cxn>
                <a:cxn ang="0">
                  <a:pos x="11" y="9"/>
                </a:cxn>
                <a:cxn ang="0">
                  <a:pos x="14" y="7"/>
                </a:cxn>
                <a:cxn ang="0">
                  <a:pos x="19" y="2"/>
                </a:cxn>
                <a:cxn ang="0">
                  <a:pos x="21" y="0"/>
                </a:cxn>
                <a:cxn ang="0">
                  <a:pos x="21" y="4"/>
                </a:cxn>
                <a:cxn ang="0">
                  <a:pos x="19" y="9"/>
                </a:cxn>
                <a:cxn ang="0">
                  <a:pos x="23" y="12"/>
                </a:cxn>
                <a:cxn ang="0">
                  <a:pos x="23" y="16"/>
                </a:cxn>
                <a:cxn ang="0">
                  <a:pos x="21" y="23"/>
                </a:cxn>
                <a:cxn ang="0">
                  <a:pos x="19" y="28"/>
                </a:cxn>
                <a:cxn ang="0">
                  <a:pos x="21" y="28"/>
                </a:cxn>
                <a:cxn ang="0">
                  <a:pos x="23" y="23"/>
                </a:cxn>
                <a:cxn ang="0">
                  <a:pos x="26" y="19"/>
                </a:cxn>
                <a:cxn ang="0">
                  <a:pos x="30" y="16"/>
                </a:cxn>
                <a:cxn ang="0">
                  <a:pos x="35" y="14"/>
                </a:cxn>
                <a:cxn ang="0">
                  <a:pos x="38" y="19"/>
                </a:cxn>
                <a:cxn ang="0">
                  <a:pos x="35" y="26"/>
                </a:cxn>
                <a:cxn ang="0">
                  <a:pos x="33" y="30"/>
                </a:cxn>
                <a:cxn ang="0">
                  <a:pos x="28" y="33"/>
                </a:cxn>
                <a:cxn ang="0">
                  <a:pos x="28" y="40"/>
                </a:cxn>
                <a:cxn ang="0">
                  <a:pos x="33" y="40"/>
                </a:cxn>
                <a:cxn ang="0">
                  <a:pos x="35" y="45"/>
                </a:cxn>
                <a:cxn ang="0">
                  <a:pos x="40" y="49"/>
                </a:cxn>
                <a:cxn ang="0">
                  <a:pos x="38" y="49"/>
                </a:cxn>
                <a:cxn ang="0">
                  <a:pos x="33" y="47"/>
                </a:cxn>
                <a:cxn ang="0">
                  <a:pos x="26" y="47"/>
                </a:cxn>
                <a:cxn ang="0">
                  <a:pos x="21" y="45"/>
                </a:cxn>
                <a:cxn ang="0">
                  <a:pos x="21" y="49"/>
                </a:cxn>
                <a:cxn ang="0">
                  <a:pos x="21" y="57"/>
                </a:cxn>
                <a:cxn ang="0">
                  <a:pos x="21" y="64"/>
                </a:cxn>
                <a:cxn ang="0">
                  <a:pos x="23" y="68"/>
                </a:cxn>
                <a:cxn ang="0">
                  <a:pos x="28" y="73"/>
                </a:cxn>
                <a:cxn ang="0">
                  <a:pos x="30" y="78"/>
                </a:cxn>
                <a:cxn ang="0">
                  <a:pos x="30" y="80"/>
                </a:cxn>
                <a:cxn ang="0">
                  <a:pos x="33" y="85"/>
                </a:cxn>
              </a:cxnLst>
              <a:rect l="0" t="0" r="r" b="b"/>
              <a:pathLst>
                <a:path w="40" h="85">
                  <a:moveTo>
                    <a:pt x="28" y="83"/>
                  </a:moveTo>
                  <a:lnTo>
                    <a:pt x="28" y="83"/>
                  </a:lnTo>
                  <a:lnTo>
                    <a:pt x="28" y="83"/>
                  </a:lnTo>
                  <a:lnTo>
                    <a:pt x="28" y="80"/>
                  </a:lnTo>
                  <a:lnTo>
                    <a:pt x="28" y="80"/>
                  </a:lnTo>
                  <a:lnTo>
                    <a:pt x="28" y="80"/>
                  </a:lnTo>
                  <a:lnTo>
                    <a:pt x="28" y="78"/>
                  </a:lnTo>
                  <a:lnTo>
                    <a:pt x="26" y="78"/>
                  </a:lnTo>
                  <a:lnTo>
                    <a:pt x="26" y="78"/>
                  </a:lnTo>
                  <a:lnTo>
                    <a:pt x="26" y="78"/>
                  </a:lnTo>
                  <a:lnTo>
                    <a:pt x="26" y="78"/>
                  </a:lnTo>
                  <a:lnTo>
                    <a:pt x="26" y="75"/>
                  </a:lnTo>
                  <a:lnTo>
                    <a:pt x="23" y="75"/>
                  </a:lnTo>
                  <a:lnTo>
                    <a:pt x="23" y="78"/>
                  </a:lnTo>
                  <a:lnTo>
                    <a:pt x="23" y="78"/>
                  </a:lnTo>
                  <a:lnTo>
                    <a:pt x="23" y="78"/>
                  </a:lnTo>
                  <a:lnTo>
                    <a:pt x="23" y="78"/>
                  </a:lnTo>
                  <a:lnTo>
                    <a:pt x="21" y="78"/>
                  </a:lnTo>
                  <a:lnTo>
                    <a:pt x="21" y="78"/>
                  </a:lnTo>
                  <a:lnTo>
                    <a:pt x="23" y="78"/>
                  </a:lnTo>
                  <a:lnTo>
                    <a:pt x="23" y="75"/>
                  </a:lnTo>
                  <a:lnTo>
                    <a:pt x="23" y="75"/>
                  </a:lnTo>
                  <a:lnTo>
                    <a:pt x="23" y="75"/>
                  </a:lnTo>
                  <a:lnTo>
                    <a:pt x="23" y="75"/>
                  </a:lnTo>
                  <a:lnTo>
                    <a:pt x="21" y="75"/>
                  </a:lnTo>
                  <a:lnTo>
                    <a:pt x="21" y="73"/>
                  </a:lnTo>
                  <a:lnTo>
                    <a:pt x="21" y="73"/>
                  </a:lnTo>
                  <a:lnTo>
                    <a:pt x="21" y="73"/>
                  </a:lnTo>
                  <a:lnTo>
                    <a:pt x="21" y="73"/>
                  </a:lnTo>
                  <a:lnTo>
                    <a:pt x="21" y="71"/>
                  </a:lnTo>
                  <a:lnTo>
                    <a:pt x="21" y="71"/>
                  </a:lnTo>
                  <a:lnTo>
                    <a:pt x="19" y="71"/>
                  </a:lnTo>
                  <a:lnTo>
                    <a:pt x="19" y="68"/>
                  </a:lnTo>
                  <a:lnTo>
                    <a:pt x="19" y="68"/>
                  </a:lnTo>
                  <a:lnTo>
                    <a:pt x="19" y="68"/>
                  </a:lnTo>
                  <a:lnTo>
                    <a:pt x="19" y="68"/>
                  </a:lnTo>
                  <a:lnTo>
                    <a:pt x="19" y="66"/>
                  </a:lnTo>
                  <a:lnTo>
                    <a:pt x="16" y="66"/>
                  </a:lnTo>
                  <a:lnTo>
                    <a:pt x="16" y="66"/>
                  </a:lnTo>
                  <a:lnTo>
                    <a:pt x="16" y="68"/>
                  </a:lnTo>
                  <a:lnTo>
                    <a:pt x="16" y="68"/>
                  </a:lnTo>
                  <a:lnTo>
                    <a:pt x="14" y="68"/>
                  </a:lnTo>
                  <a:lnTo>
                    <a:pt x="14" y="68"/>
                  </a:lnTo>
                  <a:lnTo>
                    <a:pt x="14" y="68"/>
                  </a:lnTo>
                  <a:lnTo>
                    <a:pt x="14" y="68"/>
                  </a:lnTo>
                  <a:lnTo>
                    <a:pt x="14" y="71"/>
                  </a:lnTo>
                  <a:lnTo>
                    <a:pt x="14" y="71"/>
                  </a:lnTo>
                  <a:lnTo>
                    <a:pt x="14" y="71"/>
                  </a:lnTo>
                  <a:lnTo>
                    <a:pt x="14" y="71"/>
                  </a:lnTo>
                  <a:lnTo>
                    <a:pt x="14" y="73"/>
                  </a:lnTo>
                  <a:lnTo>
                    <a:pt x="14" y="73"/>
                  </a:lnTo>
                  <a:lnTo>
                    <a:pt x="16" y="73"/>
                  </a:lnTo>
                  <a:lnTo>
                    <a:pt x="16" y="73"/>
                  </a:lnTo>
                  <a:lnTo>
                    <a:pt x="16" y="73"/>
                  </a:lnTo>
                  <a:lnTo>
                    <a:pt x="19" y="73"/>
                  </a:lnTo>
                  <a:lnTo>
                    <a:pt x="19" y="73"/>
                  </a:lnTo>
                  <a:lnTo>
                    <a:pt x="19" y="73"/>
                  </a:lnTo>
                  <a:lnTo>
                    <a:pt x="19" y="75"/>
                  </a:lnTo>
                  <a:lnTo>
                    <a:pt x="19" y="75"/>
                  </a:lnTo>
                  <a:lnTo>
                    <a:pt x="19" y="78"/>
                  </a:lnTo>
                  <a:lnTo>
                    <a:pt x="19" y="78"/>
                  </a:lnTo>
                  <a:lnTo>
                    <a:pt x="19" y="78"/>
                  </a:lnTo>
                  <a:lnTo>
                    <a:pt x="16" y="78"/>
                  </a:lnTo>
                  <a:lnTo>
                    <a:pt x="16" y="78"/>
                  </a:lnTo>
                  <a:lnTo>
                    <a:pt x="16" y="78"/>
                  </a:lnTo>
                  <a:lnTo>
                    <a:pt x="14" y="78"/>
                  </a:lnTo>
                  <a:lnTo>
                    <a:pt x="14" y="78"/>
                  </a:lnTo>
                  <a:lnTo>
                    <a:pt x="14" y="78"/>
                  </a:lnTo>
                  <a:lnTo>
                    <a:pt x="14" y="78"/>
                  </a:lnTo>
                  <a:lnTo>
                    <a:pt x="14" y="75"/>
                  </a:lnTo>
                  <a:lnTo>
                    <a:pt x="11" y="75"/>
                  </a:lnTo>
                  <a:lnTo>
                    <a:pt x="11" y="75"/>
                  </a:lnTo>
                  <a:lnTo>
                    <a:pt x="11" y="78"/>
                  </a:lnTo>
                  <a:lnTo>
                    <a:pt x="9" y="78"/>
                  </a:lnTo>
                  <a:lnTo>
                    <a:pt x="9" y="78"/>
                  </a:lnTo>
                  <a:lnTo>
                    <a:pt x="9" y="78"/>
                  </a:lnTo>
                  <a:lnTo>
                    <a:pt x="9" y="75"/>
                  </a:lnTo>
                  <a:lnTo>
                    <a:pt x="9" y="75"/>
                  </a:lnTo>
                  <a:lnTo>
                    <a:pt x="9" y="73"/>
                  </a:lnTo>
                  <a:lnTo>
                    <a:pt x="9" y="73"/>
                  </a:lnTo>
                  <a:lnTo>
                    <a:pt x="7" y="73"/>
                  </a:lnTo>
                  <a:lnTo>
                    <a:pt x="7" y="73"/>
                  </a:lnTo>
                  <a:lnTo>
                    <a:pt x="7" y="73"/>
                  </a:lnTo>
                  <a:lnTo>
                    <a:pt x="7" y="75"/>
                  </a:lnTo>
                  <a:lnTo>
                    <a:pt x="7" y="75"/>
                  </a:lnTo>
                  <a:lnTo>
                    <a:pt x="7" y="78"/>
                  </a:lnTo>
                  <a:lnTo>
                    <a:pt x="7" y="78"/>
                  </a:lnTo>
                  <a:lnTo>
                    <a:pt x="4" y="78"/>
                  </a:lnTo>
                  <a:lnTo>
                    <a:pt x="4" y="75"/>
                  </a:lnTo>
                  <a:lnTo>
                    <a:pt x="4" y="75"/>
                  </a:lnTo>
                  <a:lnTo>
                    <a:pt x="2" y="75"/>
                  </a:lnTo>
                  <a:lnTo>
                    <a:pt x="2" y="75"/>
                  </a:lnTo>
                  <a:lnTo>
                    <a:pt x="2" y="75"/>
                  </a:lnTo>
                  <a:lnTo>
                    <a:pt x="2" y="73"/>
                  </a:lnTo>
                  <a:lnTo>
                    <a:pt x="2" y="73"/>
                  </a:lnTo>
                  <a:lnTo>
                    <a:pt x="2" y="73"/>
                  </a:lnTo>
                  <a:lnTo>
                    <a:pt x="2" y="71"/>
                  </a:lnTo>
                  <a:lnTo>
                    <a:pt x="2" y="71"/>
                  </a:lnTo>
                  <a:lnTo>
                    <a:pt x="2" y="71"/>
                  </a:lnTo>
                  <a:lnTo>
                    <a:pt x="2" y="71"/>
                  </a:lnTo>
                  <a:lnTo>
                    <a:pt x="4" y="71"/>
                  </a:lnTo>
                  <a:lnTo>
                    <a:pt x="4" y="68"/>
                  </a:lnTo>
                  <a:lnTo>
                    <a:pt x="2" y="68"/>
                  </a:lnTo>
                  <a:lnTo>
                    <a:pt x="2" y="68"/>
                  </a:lnTo>
                  <a:lnTo>
                    <a:pt x="2" y="68"/>
                  </a:lnTo>
                  <a:lnTo>
                    <a:pt x="2" y="68"/>
                  </a:lnTo>
                  <a:lnTo>
                    <a:pt x="2" y="68"/>
                  </a:lnTo>
                  <a:lnTo>
                    <a:pt x="2" y="66"/>
                  </a:lnTo>
                  <a:lnTo>
                    <a:pt x="2" y="66"/>
                  </a:lnTo>
                  <a:lnTo>
                    <a:pt x="2" y="64"/>
                  </a:lnTo>
                  <a:lnTo>
                    <a:pt x="0" y="64"/>
                  </a:lnTo>
                  <a:lnTo>
                    <a:pt x="0" y="64"/>
                  </a:lnTo>
                  <a:lnTo>
                    <a:pt x="0" y="64"/>
                  </a:lnTo>
                  <a:lnTo>
                    <a:pt x="0" y="61"/>
                  </a:lnTo>
                  <a:lnTo>
                    <a:pt x="0" y="61"/>
                  </a:lnTo>
                  <a:lnTo>
                    <a:pt x="0" y="61"/>
                  </a:lnTo>
                  <a:lnTo>
                    <a:pt x="2" y="61"/>
                  </a:lnTo>
                  <a:lnTo>
                    <a:pt x="2" y="59"/>
                  </a:lnTo>
                  <a:lnTo>
                    <a:pt x="2" y="59"/>
                  </a:lnTo>
                  <a:lnTo>
                    <a:pt x="2" y="59"/>
                  </a:lnTo>
                  <a:lnTo>
                    <a:pt x="2" y="61"/>
                  </a:lnTo>
                  <a:lnTo>
                    <a:pt x="2" y="61"/>
                  </a:lnTo>
                  <a:lnTo>
                    <a:pt x="4" y="61"/>
                  </a:lnTo>
                  <a:lnTo>
                    <a:pt x="4" y="61"/>
                  </a:lnTo>
                  <a:lnTo>
                    <a:pt x="4" y="61"/>
                  </a:lnTo>
                  <a:lnTo>
                    <a:pt x="4" y="61"/>
                  </a:lnTo>
                  <a:lnTo>
                    <a:pt x="7" y="61"/>
                  </a:lnTo>
                  <a:lnTo>
                    <a:pt x="7" y="61"/>
                  </a:lnTo>
                  <a:lnTo>
                    <a:pt x="7" y="61"/>
                  </a:lnTo>
                  <a:lnTo>
                    <a:pt x="7" y="61"/>
                  </a:lnTo>
                  <a:lnTo>
                    <a:pt x="7" y="64"/>
                  </a:lnTo>
                  <a:lnTo>
                    <a:pt x="7" y="64"/>
                  </a:lnTo>
                  <a:lnTo>
                    <a:pt x="9" y="64"/>
                  </a:lnTo>
                  <a:lnTo>
                    <a:pt x="9" y="64"/>
                  </a:lnTo>
                  <a:lnTo>
                    <a:pt x="9" y="64"/>
                  </a:lnTo>
                  <a:lnTo>
                    <a:pt x="9" y="64"/>
                  </a:lnTo>
                  <a:lnTo>
                    <a:pt x="9" y="64"/>
                  </a:lnTo>
                  <a:lnTo>
                    <a:pt x="11" y="64"/>
                  </a:lnTo>
                  <a:lnTo>
                    <a:pt x="11" y="64"/>
                  </a:lnTo>
                  <a:lnTo>
                    <a:pt x="11" y="64"/>
                  </a:lnTo>
                  <a:lnTo>
                    <a:pt x="14" y="64"/>
                  </a:lnTo>
                  <a:lnTo>
                    <a:pt x="14" y="66"/>
                  </a:lnTo>
                  <a:lnTo>
                    <a:pt x="14" y="66"/>
                  </a:lnTo>
                  <a:lnTo>
                    <a:pt x="14" y="66"/>
                  </a:lnTo>
                  <a:lnTo>
                    <a:pt x="14" y="66"/>
                  </a:lnTo>
                  <a:lnTo>
                    <a:pt x="16" y="66"/>
                  </a:lnTo>
                  <a:lnTo>
                    <a:pt x="16" y="66"/>
                  </a:lnTo>
                  <a:lnTo>
                    <a:pt x="16" y="64"/>
                  </a:lnTo>
                  <a:lnTo>
                    <a:pt x="14" y="64"/>
                  </a:lnTo>
                  <a:lnTo>
                    <a:pt x="14" y="64"/>
                  </a:lnTo>
                  <a:lnTo>
                    <a:pt x="14" y="64"/>
                  </a:lnTo>
                  <a:lnTo>
                    <a:pt x="14" y="61"/>
                  </a:lnTo>
                  <a:lnTo>
                    <a:pt x="14" y="61"/>
                  </a:lnTo>
                  <a:lnTo>
                    <a:pt x="14" y="61"/>
                  </a:lnTo>
                  <a:lnTo>
                    <a:pt x="14" y="59"/>
                  </a:lnTo>
                  <a:lnTo>
                    <a:pt x="14" y="59"/>
                  </a:lnTo>
                  <a:lnTo>
                    <a:pt x="14" y="59"/>
                  </a:lnTo>
                  <a:lnTo>
                    <a:pt x="14" y="59"/>
                  </a:lnTo>
                  <a:lnTo>
                    <a:pt x="14" y="57"/>
                  </a:lnTo>
                  <a:lnTo>
                    <a:pt x="14" y="57"/>
                  </a:lnTo>
                  <a:lnTo>
                    <a:pt x="14" y="54"/>
                  </a:lnTo>
                  <a:lnTo>
                    <a:pt x="14" y="54"/>
                  </a:lnTo>
                  <a:lnTo>
                    <a:pt x="14" y="54"/>
                  </a:lnTo>
                  <a:lnTo>
                    <a:pt x="14" y="54"/>
                  </a:lnTo>
                  <a:lnTo>
                    <a:pt x="14" y="52"/>
                  </a:lnTo>
                  <a:lnTo>
                    <a:pt x="14" y="52"/>
                  </a:lnTo>
                  <a:lnTo>
                    <a:pt x="14" y="49"/>
                  </a:lnTo>
                  <a:lnTo>
                    <a:pt x="14" y="49"/>
                  </a:lnTo>
                  <a:lnTo>
                    <a:pt x="14" y="49"/>
                  </a:lnTo>
                  <a:lnTo>
                    <a:pt x="14" y="49"/>
                  </a:lnTo>
                  <a:lnTo>
                    <a:pt x="14" y="47"/>
                  </a:lnTo>
                  <a:lnTo>
                    <a:pt x="14" y="47"/>
                  </a:lnTo>
                  <a:lnTo>
                    <a:pt x="14" y="47"/>
                  </a:lnTo>
                  <a:lnTo>
                    <a:pt x="11" y="47"/>
                  </a:lnTo>
                  <a:lnTo>
                    <a:pt x="11" y="47"/>
                  </a:lnTo>
                  <a:lnTo>
                    <a:pt x="11" y="47"/>
                  </a:lnTo>
                  <a:lnTo>
                    <a:pt x="11" y="45"/>
                  </a:lnTo>
                  <a:lnTo>
                    <a:pt x="9" y="45"/>
                  </a:lnTo>
                  <a:lnTo>
                    <a:pt x="9" y="45"/>
                  </a:lnTo>
                  <a:lnTo>
                    <a:pt x="9" y="42"/>
                  </a:lnTo>
                  <a:lnTo>
                    <a:pt x="9" y="42"/>
                  </a:lnTo>
                  <a:lnTo>
                    <a:pt x="9" y="40"/>
                  </a:lnTo>
                  <a:lnTo>
                    <a:pt x="9" y="40"/>
                  </a:lnTo>
                  <a:lnTo>
                    <a:pt x="9" y="40"/>
                  </a:lnTo>
                  <a:lnTo>
                    <a:pt x="11" y="40"/>
                  </a:lnTo>
                  <a:lnTo>
                    <a:pt x="11" y="38"/>
                  </a:lnTo>
                  <a:lnTo>
                    <a:pt x="11" y="38"/>
                  </a:lnTo>
                  <a:lnTo>
                    <a:pt x="11" y="35"/>
                  </a:lnTo>
                  <a:lnTo>
                    <a:pt x="11" y="35"/>
                  </a:lnTo>
                  <a:lnTo>
                    <a:pt x="11" y="35"/>
                  </a:lnTo>
                  <a:lnTo>
                    <a:pt x="11" y="35"/>
                  </a:lnTo>
                  <a:lnTo>
                    <a:pt x="9" y="35"/>
                  </a:lnTo>
                  <a:lnTo>
                    <a:pt x="9" y="35"/>
                  </a:lnTo>
                  <a:lnTo>
                    <a:pt x="9" y="33"/>
                  </a:lnTo>
                  <a:lnTo>
                    <a:pt x="9" y="33"/>
                  </a:lnTo>
                  <a:lnTo>
                    <a:pt x="9" y="30"/>
                  </a:lnTo>
                  <a:lnTo>
                    <a:pt x="9" y="30"/>
                  </a:lnTo>
                  <a:lnTo>
                    <a:pt x="9" y="30"/>
                  </a:lnTo>
                  <a:lnTo>
                    <a:pt x="7" y="30"/>
                  </a:lnTo>
                  <a:lnTo>
                    <a:pt x="7" y="30"/>
                  </a:lnTo>
                  <a:lnTo>
                    <a:pt x="7" y="28"/>
                  </a:lnTo>
                  <a:lnTo>
                    <a:pt x="7" y="28"/>
                  </a:lnTo>
                  <a:lnTo>
                    <a:pt x="7" y="26"/>
                  </a:lnTo>
                  <a:lnTo>
                    <a:pt x="7" y="26"/>
                  </a:lnTo>
                  <a:lnTo>
                    <a:pt x="7" y="23"/>
                  </a:lnTo>
                  <a:lnTo>
                    <a:pt x="7" y="23"/>
                  </a:lnTo>
                  <a:lnTo>
                    <a:pt x="9" y="23"/>
                  </a:lnTo>
                  <a:lnTo>
                    <a:pt x="9" y="21"/>
                  </a:lnTo>
                  <a:lnTo>
                    <a:pt x="9" y="21"/>
                  </a:lnTo>
                  <a:lnTo>
                    <a:pt x="9" y="21"/>
                  </a:lnTo>
                  <a:lnTo>
                    <a:pt x="9" y="19"/>
                  </a:lnTo>
                  <a:lnTo>
                    <a:pt x="9" y="19"/>
                  </a:lnTo>
                  <a:lnTo>
                    <a:pt x="9" y="19"/>
                  </a:lnTo>
                  <a:lnTo>
                    <a:pt x="9" y="19"/>
                  </a:lnTo>
                  <a:lnTo>
                    <a:pt x="9" y="16"/>
                  </a:lnTo>
                  <a:lnTo>
                    <a:pt x="9" y="16"/>
                  </a:lnTo>
                  <a:lnTo>
                    <a:pt x="9" y="14"/>
                  </a:lnTo>
                  <a:lnTo>
                    <a:pt x="9" y="14"/>
                  </a:lnTo>
                  <a:lnTo>
                    <a:pt x="9" y="14"/>
                  </a:lnTo>
                  <a:lnTo>
                    <a:pt x="9" y="14"/>
                  </a:lnTo>
                  <a:lnTo>
                    <a:pt x="9" y="12"/>
                  </a:lnTo>
                  <a:lnTo>
                    <a:pt x="9" y="12"/>
                  </a:lnTo>
                  <a:lnTo>
                    <a:pt x="11" y="12"/>
                  </a:lnTo>
                  <a:lnTo>
                    <a:pt x="11" y="9"/>
                  </a:lnTo>
                  <a:lnTo>
                    <a:pt x="11" y="9"/>
                  </a:lnTo>
                  <a:lnTo>
                    <a:pt x="11" y="9"/>
                  </a:lnTo>
                  <a:lnTo>
                    <a:pt x="14" y="9"/>
                  </a:lnTo>
                  <a:lnTo>
                    <a:pt x="14" y="9"/>
                  </a:lnTo>
                  <a:lnTo>
                    <a:pt x="14" y="7"/>
                  </a:lnTo>
                  <a:lnTo>
                    <a:pt x="14" y="7"/>
                  </a:lnTo>
                  <a:lnTo>
                    <a:pt x="14" y="7"/>
                  </a:lnTo>
                  <a:lnTo>
                    <a:pt x="14" y="7"/>
                  </a:lnTo>
                  <a:lnTo>
                    <a:pt x="14" y="4"/>
                  </a:lnTo>
                  <a:lnTo>
                    <a:pt x="16" y="4"/>
                  </a:lnTo>
                  <a:lnTo>
                    <a:pt x="16" y="4"/>
                  </a:lnTo>
                  <a:lnTo>
                    <a:pt x="16" y="4"/>
                  </a:lnTo>
                  <a:lnTo>
                    <a:pt x="16" y="2"/>
                  </a:lnTo>
                  <a:lnTo>
                    <a:pt x="16" y="2"/>
                  </a:lnTo>
                  <a:lnTo>
                    <a:pt x="16" y="2"/>
                  </a:lnTo>
                  <a:lnTo>
                    <a:pt x="19" y="2"/>
                  </a:lnTo>
                  <a:lnTo>
                    <a:pt x="19" y="0"/>
                  </a:lnTo>
                  <a:lnTo>
                    <a:pt x="19" y="0"/>
                  </a:lnTo>
                  <a:lnTo>
                    <a:pt x="19" y="0"/>
                  </a:lnTo>
                  <a:lnTo>
                    <a:pt x="19" y="0"/>
                  </a:lnTo>
                  <a:lnTo>
                    <a:pt x="21" y="0"/>
                  </a:lnTo>
                  <a:lnTo>
                    <a:pt x="21" y="0"/>
                  </a:lnTo>
                  <a:lnTo>
                    <a:pt x="21" y="0"/>
                  </a:lnTo>
                  <a:lnTo>
                    <a:pt x="21" y="0"/>
                  </a:lnTo>
                  <a:lnTo>
                    <a:pt x="23" y="0"/>
                  </a:lnTo>
                  <a:lnTo>
                    <a:pt x="23" y="0"/>
                  </a:lnTo>
                  <a:lnTo>
                    <a:pt x="23" y="2"/>
                  </a:lnTo>
                  <a:lnTo>
                    <a:pt x="21" y="2"/>
                  </a:lnTo>
                  <a:lnTo>
                    <a:pt x="21" y="2"/>
                  </a:lnTo>
                  <a:lnTo>
                    <a:pt x="21" y="2"/>
                  </a:lnTo>
                  <a:lnTo>
                    <a:pt x="21" y="4"/>
                  </a:lnTo>
                  <a:lnTo>
                    <a:pt x="21" y="4"/>
                  </a:lnTo>
                  <a:lnTo>
                    <a:pt x="21" y="4"/>
                  </a:lnTo>
                  <a:lnTo>
                    <a:pt x="21" y="7"/>
                  </a:lnTo>
                  <a:lnTo>
                    <a:pt x="19" y="7"/>
                  </a:lnTo>
                  <a:lnTo>
                    <a:pt x="19" y="7"/>
                  </a:lnTo>
                  <a:lnTo>
                    <a:pt x="19" y="7"/>
                  </a:lnTo>
                  <a:lnTo>
                    <a:pt x="19" y="9"/>
                  </a:lnTo>
                  <a:lnTo>
                    <a:pt x="19" y="9"/>
                  </a:lnTo>
                  <a:lnTo>
                    <a:pt x="19" y="9"/>
                  </a:lnTo>
                  <a:lnTo>
                    <a:pt x="21" y="9"/>
                  </a:lnTo>
                  <a:lnTo>
                    <a:pt x="21" y="9"/>
                  </a:lnTo>
                  <a:lnTo>
                    <a:pt x="21" y="9"/>
                  </a:lnTo>
                  <a:lnTo>
                    <a:pt x="21" y="9"/>
                  </a:lnTo>
                  <a:lnTo>
                    <a:pt x="21" y="9"/>
                  </a:lnTo>
                  <a:lnTo>
                    <a:pt x="21" y="9"/>
                  </a:lnTo>
                  <a:lnTo>
                    <a:pt x="23" y="9"/>
                  </a:lnTo>
                  <a:lnTo>
                    <a:pt x="23" y="12"/>
                  </a:lnTo>
                  <a:lnTo>
                    <a:pt x="23" y="12"/>
                  </a:lnTo>
                  <a:lnTo>
                    <a:pt x="23" y="12"/>
                  </a:lnTo>
                  <a:lnTo>
                    <a:pt x="23" y="14"/>
                  </a:lnTo>
                  <a:lnTo>
                    <a:pt x="23" y="14"/>
                  </a:lnTo>
                  <a:lnTo>
                    <a:pt x="23" y="14"/>
                  </a:lnTo>
                  <a:lnTo>
                    <a:pt x="21" y="14"/>
                  </a:lnTo>
                  <a:lnTo>
                    <a:pt x="21" y="16"/>
                  </a:lnTo>
                  <a:lnTo>
                    <a:pt x="23" y="16"/>
                  </a:lnTo>
                  <a:lnTo>
                    <a:pt x="23" y="16"/>
                  </a:lnTo>
                  <a:lnTo>
                    <a:pt x="23" y="19"/>
                  </a:lnTo>
                  <a:lnTo>
                    <a:pt x="23" y="19"/>
                  </a:lnTo>
                  <a:lnTo>
                    <a:pt x="21" y="19"/>
                  </a:lnTo>
                  <a:lnTo>
                    <a:pt x="21" y="19"/>
                  </a:lnTo>
                  <a:lnTo>
                    <a:pt x="21" y="21"/>
                  </a:lnTo>
                  <a:lnTo>
                    <a:pt x="21" y="21"/>
                  </a:lnTo>
                  <a:lnTo>
                    <a:pt x="21" y="23"/>
                  </a:lnTo>
                  <a:lnTo>
                    <a:pt x="21" y="23"/>
                  </a:lnTo>
                  <a:lnTo>
                    <a:pt x="21" y="23"/>
                  </a:lnTo>
                  <a:lnTo>
                    <a:pt x="21" y="23"/>
                  </a:lnTo>
                  <a:lnTo>
                    <a:pt x="21" y="26"/>
                  </a:lnTo>
                  <a:lnTo>
                    <a:pt x="21" y="26"/>
                  </a:lnTo>
                  <a:lnTo>
                    <a:pt x="19" y="26"/>
                  </a:lnTo>
                  <a:lnTo>
                    <a:pt x="19" y="28"/>
                  </a:lnTo>
                  <a:lnTo>
                    <a:pt x="19" y="28"/>
                  </a:lnTo>
                  <a:lnTo>
                    <a:pt x="16" y="28"/>
                  </a:lnTo>
                  <a:lnTo>
                    <a:pt x="16" y="28"/>
                  </a:lnTo>
                  <a:lnTo>
                    <a:pt x="19" y="28"/>
                  </a:lnTo>
                  <a:lnTo>
                    <a:pt x="19" y="28"/>
                  </a:lnTo>
                  <a:lnTo>
                    <a:pt x="21" y="28"/>
                  </a:lnTo>
                  <a:lnTo>
                    <a:pt x="21" y="28"/>
                  </a:lnTo>
                  <a:lnTo>
                    <a:pt x="21" y="28"/>
                  </a:lnTo>
                  <a:lnTo>
                    <a:pt x="21" y="28"/>
                  </a:lnTo>
                  <a:lnTo>
                    <a:pt x="21" y="26"/>
                  </a:lnTo>
                  <a:lnTo>
                    <a:pt x="23" y="26"/>
                  </a:lnTo>
                  <a:lnTo>
                    <a:pt x="23" y="26"/>
                  </a:lnTo>
                  <a:lnTo>
                    <a:pt x="23" y="26"/>
                  </a:lnTo>
                  <a:lnTo>
                    <a:pt x="23" y="26"/>
                  </a:lnTo>
                  <a:lnTo>
                    <a:pt x="23" y="26"/>
                  </a:lnTo>
                  <a:lnTo>
                    <a:pt x="23" y="26"/>
                  </a:lnTo>
                  <a:lnTo>
                    <a:pt x="23" y="23"/>
                  </a:lnTo>
                  <a:lnTo>
                    <a:pt x="23" y="23"/>
                  </a:lnTo>
                  <a:lnTo>
                    <a:pt x="23" y="23"/>
                  </a:lnTo>
                  <a:lnTo>
                    <a:pt x="23" y="21"/>
                  </a:lnTo>
                  <a:lnTo>
                    <a:pt x="23" y="21"/>
                  </a:lnTo>
                  <a:lnTo>
                    <a:pt x="23" y="21"/>
                  </a:lnTo>
                  <a:lnTo>
                    <a:pt x="23" y="19"/>
                  </a:lnTo>
                  <a:lnTo>
                    <a:pt x="26" y="19"/>
                  </a:lnTo>
                  <a:lnTo>
                    <a:pt x="26" y="19"/>
                  </a:lnTo>
                  <a:lnTo>
                    <a:pt x="26" y="19"/>
                  </a:lnTo>
                  <a:lnTo>
                    <a:pt x="28" y="19"/>
                  </a:lnTo>
                  <a:lnTo>
                    <a:pt x="28" y="19"/>
                  </a:lnTo>
                  <a:lnTo>
                    <a:pt x="28" y="19"/>
                  </a:lnTo>
                  <a:lnTo>
                    <a:pt x="28" y="19"/>
                  </a:lnTo>
                  <a:lnTo>
                    <a:pt x="28" y="16"/>
                  </a:lnTo>
                  <a:lnTo>
                    <a:pt x="30" y="16"/>
                  </a:lnTo>
                  <a:lnTo>
                    <a:pt x="30" y="16"/>
                  </a:lnTo>
                  <a:lnTo>
                    <a:pt x="30" y="16"/>
                  </a:lnTo>
                  <a:lnTo>
                    <a:pt x="33" y="16"/>
                  </a:lnTo>
                  <a:lnTo>
                    <a:pt x="33" y="16"/>
                  </a:lnTo>
                  <a:lnTo>
                    <a:pt x="33" y="16"/>
                  </a:lnTo>
                  <a:lnTo>
                    <a:pt x="35" y="16"/>
                  </a:lnTo>
                  <a:lnTo>
                    <a:pt x="35" y="14"/>
                  </a:lnTo>
                  <a:lnTo>
                    <a:pt x="35" y="14"/>
                  </a:lnTo>
                  <a:lnTo>
                    <a:pt x="35" y="14"/>
                  </a:lnTo>
                  <a:lnTo>
                    <a:pt x="35" y="16"/>
                  </a:lnTo>
                  <a:lnTo>
                    <a:pt x="38" y="16"/>
                  </a:lnTo>
                  <a:lnTo>
                    <a:pt x="38" y="16"/>
                  </a:lnTo>
                  <a:lnTo>
                    <a:pt x="38" y="19"/>
                  </a:lnTo>
                  <a:lnTo>
                    <a:pt x="35" y="19"/>
                  </a:lnTo>
                  <a:lnTo>
                    <a:pt x="35" y="19"/>
                  </a:lnTo>
                  <a:lnTo>
                    <a:pt x="38" y="19"/>
                  </a:lnTo>
                  <a:lnTo>
                    <a:pt x="38" y="19"/>
                  </a:lnTo>
                  <a:lnTo>
                    <a:pt x="38" y="19"/>
                  </a:lnTo>
                  <a:lnTo>
                    <a:pt x="38" y="21"/>
                  </a:lnTo>
                  <a:lnTo>
                    <a:pt x="38" y="21"/>
                  </a:lnTo>
                  <a:lnTo>
                    <a:pt x="38" y="21"/>
                  </a:lnTo>
                  <a:lnTo>
                    <a:pt x="38" y="23"/>
                  </a:lnTo>
                  <a:lnTo>
                    <a:pt x="38" y="23"/>
                  </a:lnTo>
                  <a:lnTo>
                    <a:pt x="38" y="26"/>
                  </a:lnTo>
                  <a:lnTo>
                    <a:pt x="35" y="26"/>
                  </a:lnTo>
                  <a:lnTo>
                    <a:pt x="35" y="26"/>
                  </a:lnTo>
                  <a:lnTo>
                    <a:pt x="35" y="28"/>
                  </a:lnTo>
                  <a:lnTo>
                    <a:pt x="35" y="28"/>
                  </a:lnTo>
                  <a:lnTo>
                    <a:pt x="35" y="30"/>
                  </a:lnTo>
                  <a:lnTo>
                    <a:pt x="35" y="30"/>
                  </a:lnTo>
                  <a:lnTo>
                    <a:pt x="35" y="30"/>
                  </a:lnTo>
                  <a:lnTo>
                    <a:pt x="35" y="30"/>
                  </a:lnTo>
                  <a:lnTo>
                    <a:pt x="33" y="30"/>
                  </a:lnTo>
                  <a:lnTo>
                    <a:pt x="33" y="30"/>
                  </a:lnTo>
                  <a:lnTo>
                    <a:pt x="33" y="30"/>
                  </a:lnTo>
                  <a:lnTo>
                    <a:pt x="33" y="30"/>
                  </a:lnTo>
                  <a:lnTo>
                    <a:pt x="33" y="33"/>
                  </a:lnTo>
                  <a:lnTo>
                    <a:pt x="30" y="33"/>
                  </a:lnTo>
                  <a:lnTo>
                    <a:pt x="30" y="33"/>
                  </a:lnTo>
                  <a:lnTo>
                    <a:pt x="30" y="33"/>
                  </a:lnTo>
                  <a:lnTo>
                    <a:pt x="28" y="33"/>
                  </a:lnTo>
                  <a:lnTo>
                    <a:pt x="28" y="35"/>
                  </a:lnTo>
                  <a:lnTo>
                    <a:pt x="28" y="35"/>
                  </a:lnTo>
                  <a:lnTo>
                    <a:pt x="28" y="38"/>
                  </a:lnTo>
                  <a:lnTo>
                    <a:pt x="28" y="38"/>
                  </a:lnTo>
                  <a:lnTo>
                    <a:pt x="28" y="38"/>
                  </a:lnTo>
                  <a:lnTo>
                    <a:pt x="28" y="38"/>
                  </a:lnTo>
                  <a:lnTo>
                    <a:pt x="28" y="38"/>
                  </a:lnTo>
                  <a:lnTo>
                    <a:pt x="28" y="40"/>
                  </a:lnTo>
                  <a:lnTo>
                    <a:pt x="28" y="40"/>
                  </a:lnTo>
                  <a:lnTo>
                    <a:pt x="30" y="40"/>
                  </a:lnTo>
                  <a:lnTo>
                    <a:pt x="30" y="40"/>
                  </a:lnTo>
                  <a:lnTo>
                    <a:pt x="30" y="40"/>
                  </a:lnTo>
                  <a:lnTo>
                    <a:pt x="33" y="40"/>
                  </a:lnTo>
                  <a:lnTo>
                    <a:pt x="33" y="40"/>
                  </a:lnTo>
                  <a:lnTo>
                    <a:pt x="33" y="40"/>
                  </a:lnTo>
                  <a:lnTo>
                    <a:pt x="33" y="40"/>
                  </a:lnTo>
                  <a:lnTo>
                    <a:pt x="35" y="40"/>
                  </a:lnTo>
                  <a:lnTo>
                    <a:pt x="35" y="40"/>
                  </a:lnTo>
                  <a:lnTo>
                    <a:pt x="35" y="40"/>
                  </a:lnTo>
                  <a:lnTo>
                    <a:pt x="35" y="40"/>
                  </a:lnTo>
                  <a:lnTo>
                    <a:pt x="35" y="40"/>
                  </a:lnTo>
                  <a:lnTo>
                    <a:pt x="35" y="42"/>
                  </a:lnTo>
                  <a:lnTo>
                    <a:pt x="35" y="42"/>
                  </a:lnTo>
                  <a:lnTo>
                    <a:pt x="35" y="45"/>
                  </a:lnTo>
                  <a:lnTo>
                    <a:pt x="35" y="45"/>
                  </a:lnTo>
                  <a:lnTo>
                    <a:pt x="35" y="47"/>
                  </a:lnTo>
                  <a:lnTo>
                    <a:pt x="35" y="47"/>
                  </a:lnTo>
                  <a:lnTo>
                    <a:pt x="38" y="47"/>
                  </a:lnTo>
                  <a:lnTo>
                    <a:pt x="38" y="47"/>
                  </a:lnTo>
                  <a:lnTo>
                    <a:pt x="40" y="47"/>
                  </a:lnTo>
                  <a:lnTo>
                    <a:pt x="40" y="47"/>
                  </a:lnTo>
                  <a:lnTo>
                    <a:pt x="40" y="49"/>
                  </a:lnTo>
                  <a:lnTo>
                    <a:pt x="40" y="49"/>
                  </a:lnTo>
                  <a:lnTo>
                    <a:pt x="40" y="49"/>
                  </a:lnTo>
                  <a:lnTo>
                    <a:pt x="40" y="49"/>
                  </a:lnTo>
                  <a:lnTo>
                    <a:pt x="40" y="49"/>
                  </a:lnTo>
                  <a:lnTo>
                    <a:pt x="40" y="49"/>
                  </a:lnTo>
                  <a:lnTo>
                    <a:pt x="40" y="49"/>
                  </a:lnTo>
                  <a:lnTo>
                    <a:pt x="38" y="49"/>
                  </a:lnTo>
                  <a:lnTo>
                    <a:pt x="38" y="49"/>
                  </a:lnTo>
                  <a:lnTo>
                    <a:pt x="35" y="49"/>
                  </a:lnTo>
                  <a:lnTo>
                    <a:pt x="35" y="49"/>
                  </a:lnTo>
                  <a:lnTo>
                    <a:pt x="35" y="49"/>
                  </a:lnTo>
                  <a:lnTo>
                    <a:pt x="35" y="49"/>
                  </a:lnTo>
                  <a:lnTo>
                    <a:pt x="33" y="49"/>
                  </a:lnTo>
                  <a:lnTo>
                    <a:pt x="33" y="49"/>
                  </a:lnTo>
                  <a:lnTo>
                    <a:pt x="33" y="49"/>
                  </a:lnTo>
                  <a:lnTo>
                    <a:pt x="33" y="47"/>
                  </a:lnTo>
                  <a:lnTo>
                    <a:pt x="30" y="47"/>
                  </a:lnTo>
                  <a:lnTo>
                    <a:pt x="30" y="47"/>
                  </a:lnTo>
                  <a:lnTo>
                    <a:pt x="30" y="47"/>
                  </a:lnTo>
                  <a:lnTo>
                    <a:pt x="28" y="47"/>
                  </a:lnTo>
                  <a:lnTo>
                    <a:pt x="28" y="47"/>
                  </a:lnTo>
                  <a:lnTo>
                    <a:pt x="28" y="47"/>
                  </a:lnTo>
                  <a:lnTo>
                    <a:pt x="26" y="47"/>
                  </a:lnTo>
                  <a:lnTo>
                    <a:pt x="26" y="47"/>
                  </a:lnTo>
                  <a:lnTo>
                    <a:pt x="26" y="45"/>
                  </a:lnTo>
                  <a:lnTo>
                    <a:pt x="23" y="45"/>
                  </a:lnTo>
                  <a:lnTo>
                    <a:pt x="23" y="45"/>
                  </a:lnTo>
                  <a:lnTo>
                    <a:pt x="23" y="45"/>
                  </a:lnTo>
                  <a:lnTo>
                    <a:pt x="23" y="45"/>
                  </a:lnTo>
                  <a:lnTo>
                    <a:pt x="21" y="45"/>
                  </a:lnTo>
                  <a:lnTo>
                    <a:pt x="21" y="45"/>
                  </a:lnTo>
                  <a:lnTo>
                    <a:pt x="21" y="45"/>
                  </a:lnTo>
                  <a:lnTo>
                    <a:pt x="21" y="45"/>
                  </a:lnTo>
                  <a:lnTo>
                    <a:pt x="19" y="45"/>
                  </a:lnTo>
                  <a:lnTo>
                    <a:pt x="19" y="47"/>
                  </a:lnTo>
                  <a:lnTo>
                    <a:pt x="19" y="47"/>
                  </a:lnTo>
                  <a:lnTo>
                    <a:pt x="19" y="49"/>
                  </a:lnTo>
                  <a:lnTo>
                    <a:pt x="21" y="49"/>
                  </a:lnTo>
                  <a:lnTo>
                    <a:pt x="21" y="49"/>
                  </a:lnTo>
                  <a:lnTo>
                    <a:pt x="21" y="49"/>
                  </a:lnTo>
                  <a:lnTo>
                    <a:pt x="21" y="52"/>
                  </a:lnTo>
                  <a:lnTo>
                    <a:pt x="21" y="52"/>
                  </a:lnTo>
                  <a:lnTo>
                    <a:pt x="21" y="54"/>
                  </a:lnTo>
                  <a:lnTo>
                    <a:pt x="19" y="54"/>
                  </a:lnTo>
                  <a:lnTo>
                    <a:pt x="19" y="54"/>
                  </a:lnTo>
                  <a:lnTo>
                    <a:pt x="19" y="57"/>
                  </a:lnTo>
                  <a:lnTo>
                    <a:pt x="19" y="57"/>
                  </a:lnTo>
                  <a:lnTo>
                    <a:pt x="21" y="57"/>
                  </a:lnTo>
                  <a:lnTo>
                    <a:pt x="21" y="59"/>
                  </a:lnTo>
                  <a:lnTo>
                    <a:pt x="21" y="59"/>
                  </a:lnTo>
                  <a:lnTo>
                    <a:pt x="21" y="59"/>
                  </a:lnTo>
                  <a:lnTo>
                    <a:pt x="21" y="59"/>
                  </a:lnTo>
                  <a:lnTo>
                    <a:pt x="21" y="61"/>
                  </a:lnTo>
                  <a:lnTo>
                    <a:pt x="21" y="61"/>
                  </a:lnTo>
                  <a:lnTo>
                    <a:pt x="21" y="64"/>
                  </a:lnTo>
                  <a:lnTo>
                    <a:pt x="21" y="64"/>
                  </a:lnTo>
                  <a:lnTo>
                    <a:pt x="21" y="64"/>
                  </a:lnTo>
                  <a:lnTo>
                    <a:pt x="21" y="66"/>
                  </a:lnTo>
                  <a:lnTo>
                    <a:pt x="23" y="66"/>
                  </a:lnTo>
                  <a:lnTo>
                    <a:pt x="23" y="66"/>
                  </a:lnTo>
                  <a:lnTo>
                    <a:pt x="23" y="68"/>
                  </a:lnTo>
                  <a:lnTo>
                    <a:pt x="23" y="68"/>
                  </a:lnTo>
                  <a:lnTo>
                    <a:pt x="23" y="68"/>
                  </a:lnTo>
                  <a:lnTo>
                    <a:pt x="23" y="68"/>
                  </a:lnTo>
                  <a:lnTo>
                    <a:pt x="23" y="68"/>
                  </a:lnTo>
                  <a:lnTo>
                    <a:pt x="23" y="71"/>
                  </a:lnTo>
                  <a:lnTo>
                    <a:pt x="26" y="71"/>
                  </a:lnTo>
                  <a:lnTo>
                    <a:pt x="26" y="71"/>
                  </a:lnTo>
                  <a:lnTo>
                    <a:pt x="26" y="73"/>
                  </a:lnTo>
                  <a:lnTo>
                    <a:pt x="26" y="73"/>
                  </a:lnTo>
                  <a:lnTo>
                    <a:pt x="26" y="73"/>
                  </a:lnTo>
                  <a:lnTo>
                    <a:pt x="28" y="73"/>
                  </a:lnTo>
                  <a:lnTo>
                    <a:pt x="28" y="75"/>
                  </a:lnTo>
                  <a:lnTo>
                    <a:pt x="28" y="75"/>
                  </a:lnTo>
                  <a:lnTo>
                    <a:pt x="28" y="75"/>
                  </a:lnTo>
                  <a:lnTo>
                    <a:pt x="28" y="75"/>
                  </a:lnTo>
                  <a:lnTo>
                    <a:pt x="28" y="78"/>
                  </a:lnTo>
                  <a:lnTo>
                    <a:pt x="30" y="78"/>
                  </a:lnTo>
                  <a:lnTo>
                    <a:pt x="30" y="78"/>
                  </a:lnTo>
                  <a:lnTo>
                    <a:pt x="30" y="78"/>
                  </a:lnTo>
                  <a:lnTo>
                    <a:pt x="33" y="78"/>
                  </a:lnTo>
                  <a:lnTo>
                    <a:pt x="33" y="78"/>
                  </a:lnTo>
                  <a:lnTo>
                    <a:pt x="30" y="78"/>
                  </a:lnTo>
                  <a:lnTo>
                    <a:pt x="30" y="78"/>
                  </a:lnTo>
                  <a:lnTo>
                    <a:pt x="28" y="78"/>
                  </a:lnTo>
                  <a:lnTo>
                    <a:pt x="28" y="80"/>
                  </a:lnTo>
                  <a:lnTo>
                    <a:pt x="30" y="80"/>
                  </a:lnTo>
                  <a:lnTo>
                    <a:pt x="30" y="80"/>
                  </a:lnTo>
                  <a:lnTo>
                    <a:pt x="30" y="80"/>
                  </a:lnTo>
                  <a:lnTo>
                    <a:pt x="30" y="83"/>
                  </a:lnTo>
                  <a:lnTo>
                    <a:pt x="30" y="83"/>
                  </a:lnTo>
                  <a:lnTo>
                    <a:pt x="30" y="83"/>
                  </a:lnTo>
                  <a:lnTo>
                    <a:pt x="30" y="83"/>
                  </a:lnTo>
                  <a:lnTo>
                    <a:pt x="33" y="83"/>
                  </a:lnTo>
                  <a:lnTo>
                    <a:pt x="33" y="85"/>
                  </a:lnTo>
                  <a:lnTo>
                    <a:pt x="33" y="85"/>
                  </a:lnTo>
                  <a:lnTo>
                    <a:pt x="30" y="85"/>
                  </a:lnTo>
                  <a:lnTo>
                    <a:pt x="30" y="85"/>
                  </a:lnTo>
                  <a:lnTo>
                    <a:pt x="28" y="85"/>
                  </a:lnTo>
                  <a:lnTo>
                    <a:pt x="28" y="85"/>
                  </a:lnTo>
                  <a:lnTo>
                    <a:pt x="28" y="85"/>
                  </a:lnTo>
                  <a:lnTo>
                    <a:pt x="28" y="85"/>
                  </a:lnTo>
                  <a:lnTo>
                    <a:pt x="28" y="8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8" name="Freeform 216"/>
            <p:cNvSpPr>
              <a:spLocks/>
            </p:cNvSpPr>
            <p:nvPr/>
          </p:nvSpPr>
          <p:spPr bwMode="auto">
            <a:xfrm>
              <a:off x="4900613" y="4592638"/>
              <a:ext cx="363538" cy="139700"/>
            </a:xfrm>
            <a:custGeom>
              <a:avLst/>
              <a:gdLst/>
              <a:ahLst/>
              <a:cxnLst>
                <a:cxn ang="0">
                  <a:pos x="35" y="12"/>
                </a:cxn>
                <a:cxn ang="0">
                  <a:pos x="40" y="17"/>
                </a:cxn>
                <a:cxn ang="0">
                  <a:pos x="47" y="12"/>
                </a:cxn>
                <a:cxn ang="0">
                  <a:pos x="56" y="19"/>
                </a:cxn>
                <a:cxn ang="0">
                  <a:pos x="66" y="19"/>
                </a:cxn>
                <a:cxn ang="0">
                  <a:pos x="75" y="26"/>
                </a:cxn>
                <a:cxn ang="0">
                  <a:pos x="80" y="33"/>
                </a:cxn>
                <a:cxn ang="0">
                  <a:pos x="92" y="36"/>
                </a:cxn>
                <a:cxn ang="0">
                  <a:pos x="101" y="38"/>
                </a:cxn>
                <a:cxn ang="0">
                  <a:pos x="113" y="38"/>
                </a:cxn>
                <a:cxn ang="0">
                  <a:pos x="118" y="28"/>
                </a:cxn>
                <a:cxn ang="0">
                  <a:pos x="127" y="24"/>
                </a:cxn>
                <a:cxn ang="0">
                  <a:pos x="137" y="28"/>
                </a:cxn>
                <a:cxn ang="0">
                  <a:pos x="146" y="33"/>
                </a:cxn>
                <a:cxn ang="0">
                  <a:pos x="158" y="36"/>
                </a:cxn>
                <a:cxn ang="0">
                  <a:pos x="165" y="36"/>
                </a:cxn>
                <a:cxn ang="0">
                  <a:pos x="180" y="36"/>
                </a:cxn>
                <a:cxn ang="0">
                  <a:pos x="194" y="38"/>
                </a:cxn>
                <a:cxn ang="0">
                  <a:pos x="189" y="43"/>
                </a:cxn>
                <a:cxn ang="0">
                  <a:pos x="184" y="47"/>
                </a:cxn>
                <a:cxn ang="0">
                  <a:pos x="177" y="45"/>
                </a:cxn>
                <a:cxn ang="0">
                  <a:pos x="168" y="47"/>
                </a:cxn>
                <a:cxn ang="0">
                  <a:pos x="172" y="57"/>
                </a:cxn>
                <a:cxn ang="0">
                  <a:pos x="180" y="57"/>
                </a:cxn>
                <a:cxn ang="0">
                  <a:pos x="191" y="54"/>
                </a:cxn>
                <a:cxn ang="0">
                  <a:pos x="201" y="59"/>
                </a:cxn>
                <a:cxn ang="0">
                  <a:pos x="208" y="69"/>
                </a:cxn>
                <a:cxn ang="0">
                  <a:pos x="220" y="66"/>
                </a:cxn>
                <a:cxn ang="0">
                  <a:pos x="227" y="73"/>
                </a:cxn>
                <a:cxn ang="0">
                  <a:pos x="220" y="81"/>
                </a:cxn>
                <a:cxn ang="0">
                  <a:pos x="215" y="85"/>
                </a:cxn>
                <a:cxn ang="0">
                  <a:pos x="208" y="76"/>
                </a:cxn>
                <a:cxn ang="0">
                  <a:pos x="198" y="73"/>
                </a:cxn>
                <a:cxn ang="0">
                  <a:pos x="206" y="85"/>
                </a:cxn>
                <a:cxn ang="0">
                  <a:pos x="194" y="83"/>
                </a:cxn>
                <a:cxn ang="0">
                  <a:pos x="184" y="78"/>
                </a:cxn>
                <a:cxn ang="0">
                  <a:pos x="175" y="76"/>
                </a:cxn>
                <a:cxn ang="0">
                  <a:pos x="168" y="73"/>
                </a:cxn>
                <a:cxn ang="0">
                  <a:pos x="158" y="76"/>
                </a:cxn>
                <a:cxn ang="0">
                  <a:pos x="144" y="73"/>
                </a:cxn>
                <a:cxn ang="0">
                  <a:pos x="135" y="73"/>
                </a:cxn>
                <a:cxn ang="0">
                  <a:pos x="123" y="71"/>
                </a:cxn>
                <a:cxn ang="0">
                  <a:pos x="111" y="66"/>
                </a:cxn>
                <a:cxn ang="0">
                  <a:pos x="99" y="62"/>
                </a:cxn>
                <a:cxn ang="0">
                  <a:pos x="87" y="57"/>
                </a:cxn>
                <a:cxn ang="0">
                  <a:pos x="78" y="57"/>
                </a:cxn>
                <a:cxn ang="0">
                  <a:pos x="66" y="62"/>
                </a:cxn>
                <a:cxn ang="0">
                  <a:pos x="54" y="57"/>
                </a:cxn>
                <a:cxn ang="0">
                  <a:pos x="45" y="52"/>
                </a:cxn>
                <a:cxn ang="0">
                  <a:pos x="30" y="52"/>
                </a:cxn>
                <a:cxn ang="0">
                  <a:pos x="28" y="43"/>
                </a:cxn>
                <a:cxn ang="0">
                  <a:pos x="21" y="38"/>
                </a:cxn>
                <a:cxn ang="0">
                  <a:pos x="9" y="36"/>
                </a:cxn>
                <a:cxn ang="0">
                  <a:pos x="0" y="31"/>
                </a:cxn>
                <a:cxn ang="0">
                  <a:pos x="7" y="33"/>
                </a:cxn>
                <a:cxn ang="0">
                  <a:pos x="14" y="26"/>
                </a:cxn>
                <a:cxn ang="0">
                  <a:pos x="19" y="12"/>
                </a:cxn>
                <a:cxn ang="0">
                  <a:pos x="30" y="14"/>
                </a:cxn>
                <a:cxn ang="0">
                  <a:pos x="30" y="9"/>
                </a:cxn>
                <a:cxn ang="0">
                  <a:pos x="28" y="0"/>
                </a:cxn>
              </a:cxnLst>
              <a:rect l="0" t="0" r="r" b="b"/>
              <a:pathLst>
                <a:path w="229" h="88">
                  <a:moveTo>
                    <a:pt x="33" y="0"/>
                  </a:moveTo>
                  <a:lnTo>
                    <a:pt x="33" y="2"/>
                  </a:lnTo>
                  <a:lnTo>
                    <a:pt x="33" y="2"/>
                  </a:lnTo>
                  <a:lnTo>
                    <a:pt x="33" y="2"/>
                  </a:lnTo>
                  <a:lnTo>
                    <a:pt x="33" y="2"/>
                  </a:lnTo>
                  <a:lnTo>
                    <a:pt x="33" y="5"/>
                  </a:lnTo>
                  <a:lnTo>
                    <a:pt x="33" y="5"/>
                  </a:lnTo>
                  <a:lnTo>
                    <a:pt x="33" y="7"/>
                  </a:lnTo>
                  <a:lnTo>
                    <a:pt x="33" y="7"/>
                  </a:lnTo>
                  <a:lnTo>
                    <a:pt x="33" y="7"/>
                  </a:lnTo>
                  <a:lnTo>
                    <a:pt x="33" y="9"/>
                  </a:lnTo>
                  <a:lnTo>
                    <a:pt x="33" y="9"/>
                  </a:lnTo>
                  <a:lnTo>
                    <a:pt x="33" y="9"/>
                  </a:lnTo>
                  <a:lnTo>
                    <a:pt x="33" y="9"/>
                  </a:lnTo>
                  <a:lnTo>
                    <a:pt x="33" y="12"/>
                  </a:lnTo>
                  <a:lnTo>
                    <a:pt x="33" y="12"/>
                  </a:lnTo>
                  <a:lnTo>
                    <a:pt x="35" y="12"/>
                  </a:lnTo>
                  <a:lnTo>
                    <a:pt x="35" y="12"/>
                  </a:lnTo>
                  <a:lnTo>
                    <a:pt x="38" y="12"/>
                  </a:lnTo>
                  <a:lnTo>
                    <a:pt x="38" y="14"/>
                  </a:lnTo>
                  <a:lnTo>
                    <a:pt x="38" y="14"/>
                  </a:lnTo>
                  <a:lnTo>
                    <a:pt x="38" y="12"/>
                  </a:lnTo>
                  <a:lnTo>
                    <a:pt x="38" y="12"/>
                  </a:lnTo>
                  <a:lnTo>
                    <a:pt x="38" y="14"/>
                  </a:lnTo>
                  <a:lnTo>
                    <a:pt x="38" y="14"/>
                  </a:lnTo>
                  <a:lnTo>
                    <a:pt x="38" y="14"/>
                  </a:lnTo>
                  <a:lnTo>
                    <a:pt x="38" y="14"/>
                  </a:lnTo>
                  <a:lnTo>
                    <a:pt x="38" y="14"/>
                  </a:lnTo>
                  <a:lnTo>
                    <a:pt x="35" y="14"/>
                  </a:lnTo>
                  <a:lnTo>
                    <a:pt x="35" y="17"/>
                  </a:lnTo>
                  <a:lnTo>
                    <a:pt x="38" y="17"/>
                  </a:lnTo>
                  <a:lnTo>
                    <a:pt x="38" y="17"/>
                  </a:lnTo>
                  <a:lnTo>
                    <a:pt x="38" y="17"/>
                  </a:lnTo>
                  <a:lnTo>
                    <a:pt x="40" y="17"/>
                  </a:lnTo>
                  <a:lnTo>
                    <a:pt x="40" y="17"/>
                  </a:lnTo>
                  <a:lnTo>
                    <a:pt x="40" y="14"/>
                  </a:lnTo>
                  <a:lnTo>
                    <a:pt x="40" y="14"/>
                  </a:lnTo>
                  <a:lnTo>
                    <a:pt x="40" y="14"/>
                  </a:lnTo>
                  <a:lnTo>
                    <a:pt x="40" y="12"/>
                  </a:lnTo>
                  <a:lnTo>
                    <a:pt x="40" y="12"/>
                  </a:lnTo>
                  <a:lnTo>
                    <a:pt x="40" y="12"/>
                  </a:lnTo>
                  <a:lnTo>
                    <a:pt x="42" y="12"/>
                  </a:lnTo>
                  <a:lnTo>
                    <a:pt x="42" y="12"/>
                  </a:lnTo>
                  <a:lnTo>
                    <a:pt x="42" y="12"/>
                  </a:lnTo>
                  <a:lnTo>
                    <a:pt x="45" y="12"/>
                  </a:lnTo>
                  <a:lnTo>
                    <a:pt x="45" y="14"/>
                  </a:lnTo>
                  <a:lnTo>
                    <a:pt x="45" y="14"/>
                  </a:lnTo>
                  <a:lnTo>
                    <a:pt x="45" y="14"/>
                  </a:lnTo>
                  <a:lnTo>
                    <a:pt x="47" y="14"/>
                  </a:lnTo>
                  <a:lnTo>
                    <a:pt x="47" y="12"/>
                  </a:lnTo>
                  <a:lnTo>
                    <a:pt x="47" y="12"/>
                  </a:lnTo>
                  <a:lnTo>
                    <a:pt x="47" y="12"/>
                  </a:lnTo>
                  <a:lnTo>
                    <a:pt x="47" y="14"/>
                  </a:lnTo>
                  <a:lnTo>
                    <a:pt x="49" y="14"/>
                  </a:lnTo>
                  <a:lnTo>
                    <a:pt x="49" y="14"/>
                  </a:lnTo>
                  <a:lnTo>
                    <a:pt x="49" y="14"/>
                  </a:lnTo>
                  <a:lnTo>
                    <a:pt x="49" y="14"/>
                  </a:lnTo>
                  <a:lnTo>
                    <a:pt x="52" y="14"/>
                  </a:lnTo>
                  <a:lnTo>
                    <a:pt x="52" y="17"/>
                  </a:lnTo>
                  <a:lnTo>
                    <a:pt x="52" y="17"/>
                  </a:lnTo>
                  <a:lnTo>
                    <a:pt x="52" y="17"/>
                  </a:lnTo>
                  <a:lnTo>
                    <a:pt x="52" y="17"/>
                  </a:lnTo>
                  <a:lnTo>
                    <a:pt x="52" y="19"/>
                  </a:lnTo>
                  <a:lnTo>
                    <a:pt x="54" y="19"/>
                  </a:lnTo>
                  <a:lnTo>
                    <a:pt x="54" y="19"/>
                  </a:lnTo>
                  <a:lnTo>
                    <a:pt x="54" y="19"/>
                  </a:lnTo>
                  <a:lnTo>
                    <a:pt x="54" y="19"/>
                  </a:lnTo>
                  <a:lnTo>
                    <a:pt x="56" y="19"/>
                  </a:lnTo>
                  <a:lnTo>
                    <a:pt x="56" y="19"/>
                  </a:lnTo>
                  <a:lnTo>
                    <a:pt x="56" y="19"/>
                  </a:lnTo>
                  <a:lnTo>
                    <a:pt x="59" y="19"/>
                  </a:lnTo>
                  <a:lnTo>
                    <a:pt x="59" y="19"/>
                  </a:lnTo>
                  <a:lnTo>
                    <a:pt x="59" y="19"/>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19"/>
                  </a:lnTo>
                  <a:lnTo>
                    <a:pt x="66" y="19"/>
                  </a:lnTo>
                  <a:lnTo>
                    <a:pt x="68" y="19"/>
                  </a:lnTo>
                  <a:lnTo>
                    <a:pt x="68" y="19"/>
                  </a:lnTo>
                  <a:lnTo>
                    <a:pt x="68" y="19"/>
                  </a:lnTo>
                  <a:lnTo>
                    <a:pt x="71" y="19"/>
                  </a:lnTo>
                  <a:lnTo>
                    <a:pt x="71" y="21"/>
                  </a:lnTo>
                  <a:lnTo>
                    <a:pt x="71" y="21"/>
                  </a:lnTo>
                  <a:lnTo>
                    <a:pt x="71" y="21"/>
                  </a:lnTo>
                  <a:lnTo>
                    <a:pt x="71" y="24"/>
                  </a:lnTo>
                  <a:lnTo>
                    <a:pt x="71" y="24"/>
                  </a:lnTo>
                  <a:lnTo>
                    <a:pt x="73" y="24"/>
                  </a:lnTo>
                  <a:lnTo>
                    <a:pt x="73" y="24"/>
                  </a:lnTo>
                  <a:lnTo>
                    <a:pt x="73" y="24"/>
                  </a:lnTo>
                  <a:lnTo>
                    <a:pt x="73" y="26"/>
                  </a:lnTo>
                  <a:lnTo>
                    <a:pt x="73" y="26"/>
                  </a:lnTo>
                  <a:lnTo>
                    <a:pt x="73" y="26"/>
                  </a:lnTo>
                  <a:lnTo>
                    <a:pt x="75" y="26"/>
                  </a:lnTo>
                  <a:lnTo>
                    <a:pt x="75" y="28"/>
                  </a:lnTo>
                  <a:lnTo>
                    <a:pt x="75" y="28"/>
                  </a:lnTo>
                  <a:lnTo>
                    <a:pt x="75" y="31"/>
                  </a:lnTo>
                  <a:lnTo>
                    <a:pt x="75" y="31"/>
                  </a:lnTo>
                  <a:lnTo>
                    <a:pt x="75" y="33"/>
                  </a:lnTo>
                  <a:lnTo>
                    <a:pt x="75" y="33"/>
                  </a:lnTo>
                  <a:lnTo>
                    <a:pt x="75" y="33"/>
                  </a:lnTo>
                  <a:lnTo>
                    <a:pt x="78" y="33"/>
                  </a:lnTo>
                  <a:lnTo>
                    <a:pt x="78" y="33"/>
                  </a:lnTo>
                  <a:lnTo>
                    <a:pt x="78" y="33"/>
                  </a:lnTo>
                  <a:lnTo>
                    <a:pt x="78" y="33"/>
                  </a:lnTo>
                  <a:lnTo>
                    <a:pt x="80" y="33"/>
                  </a:lnTo>
                  <a:lnTo>
                    <a:pt x="80" y="33"/>
                  </a:lnTo>
                  <a:lnTo>
                    <a:pt x="80" y="33"/>
                  </a:lnTo>
                  <a:lnTo>
                    <a:pt x="80" y="33"/>
                  </a:lnTo>
                  <a:lnTo>
                    <a:pt x="80" y="33"/>
                  </a:lnTo>
                  <a:lnTo>
                    <a:pt x="80" y="33"/>
                  </a:lnTo>
                  <a:lnTo>
                    <a:pt x="80" y="33"/>
                  </a:lnTo>
                  <a:lnTo>
                    <a:pt x="82" y="33"/>
                  </a:lnTo>
                  <a:lnTo>
                    <a:pt x="82" y="33"/>
                  </a:lnTo>
                  <a:lnTo>
                    <a:pt x="85" y="33"/>
                  </a:lnTo>
                  <a:lnTo>
                    <a:pt x="85" y="33"/>
                  </a:lnTo>
                  <a:lnTo>
                    <a:pt x="85" y="33"/>
                  </a:lnTo>
                  <a:lnTo>
                    <a:pt x="85" y="33"/>
                  </a:lnTo>
                  <a:lnTo>
                    <a:pt x="85" y="33"/>
                  </a:lnTo>
                  <a:lnTo>
                    <a:pt x="87" y="33"/>
                  </a:lnTo>
                  <a:lnTo>
                    <a:pt x="87" y="36"/>
                  </a:lnTo>
                  <a:lnTo>
                    <a:pt x="87" y="36"/>
                  </a:lnTo>
                  <a:lnTo>
                    <a:pt x="87" y="36"/>
                  </a:lnTo>
                  <a:lnTo>
                    <a:pt x="90" y="36"/>
                  </a:lnTo>
                  <a:lnTo>
                    <a:pt x="90" y="36"/>
                  </a:lnTo>
                  <a:lnTo>
                    <a:pt x="92" y="36"/>
                  </a:lnTo>
                  <a:lnTo>
                    <a:pt x="92" y="36"/>
                  </a:lnTo>
                  <a:lnTo>
                    <a:pt x="92" y="36"/>
                  </a:lnTo>
                  <a:lnTo>
                    <a:pt x="92" y="33"/>
                  </a:lnTo>
                  <a:lnTo>
                    <a:pt x="94" y="33"/>
                  </a:lnTo>
                  <a:lnTo>
                    <a:pt x="94" y="33"/>
                  </a:lnTo>
                  <a:lnTo>
                    <a:pt x="94" y="33"/>
                  </a:lnTo>
                  <a:lnTo>
                    <a:pt x="94" y="33"/>
                  </a:lnTo>
                  <a:lnTo>
                    <a:pt x="94" y="33"/>
                  </a:lnTo>
                  <a:lnTo>
                    <a:pt x="97" y="33"/>
                  </a:lnTo>
                  <a:lnTo>
                    <a:pt x="97" y="36"/>
                  </a:lnTo>
                  <a:lnTo>
                    <a:pt x="97" y="36"/>
                  </a:lnTo>
                  <a:lnTo>
                    <a:pt x="99" y="36"/>
                  </a:lnTo>
                  <a:lnTo>
                    <a:pt x="99" y="36"/>
                  </a:lnTo>
                  <a:lnTo>
                    <a:pt x="99" y="36"/>
                  </a:lnTo>
                  <a:lnTo>
                    <a:pt x="99" y="36"/>
                  </a:lnTo>
                  <a:lnTo>
                    <a:pt x="101" y="36"/>
                  </a:lnTo>
                  <a:lnTo>
                    <a:pt x="101" y="36"/>
                  </a:lnTo>
                  <a:lnTo>
                    <a:pt x="101" y="36"/>
                  </a:lnTo>
                  <a:lnTo>
                    <a:pt x="101" y="38"/>
                  </a:lnTo>
                  <a:lnTo>
                    <a:pt x="104" y="38"/>
                  </a:lnTo>
                  <a:lnTo>
                    <a:pt x="104" y="36"/>
                  </a:lnTo>
                  <a:lnTo>
                    <a:pt x="104" y="36"/>
                  </a:lnTo>
                  <a:lnTo>
                    <a:pt x="104" y="38"/>
                  </a:lnTo>
                  <a:lnTo>
                    <a:pt x="106" y="38"/>
                  </a:lnTo>
                  <a:lnTo>
                    <a:pt x="106" y="36"/>
                  </a:lnTo>
                  <a:lnTo>
                    <a:pt x="106" y="36"/>
                  </a:lnTo>
                  <a:lnTo>
                    <a:pt x="106" y="36"/>
                  </a:lnTo>
                  <a:lnTo>
                    <a:pt x="109" y="36"/>
                  </a:lnTo>
                  <a:lnTo>
                    <a:pt x="109" y="36"/>
                  </a:lnTo>
                  <a:lnTo>
                    <a:pt x="109" y="36"/>
                  </a:lnTo>
                  <a:lnTo>
                    <a:pt x="111" y="36"/>
                  </a:lnTo>
                  <a:lnTo>
                    <a:pt x="111" y="36"/>
                  </a:lnTo>
                  <a:lnTo>
                    <a:pt x="111" y="36"/>
                  </a:lnTo>
                  <a:lnTo>
                    <a:pt x="111" y="36"/>
                  </a:lnTo>
                  <a:lnTo>
                    <a:pt x="111" y="38"/>
                  </a:lnTo>
                  <a:lnTo>
                    <a:pt x="113" y="38"/>
                  </a:lnTo>
                  <a:lnTo>
                    <a:pt x="113" y="38"/>
                  </a:lnTo>
                  <a:lnTo>
                    <a:pt x="113" y="38"/>
                  </a:lnTo>
                  <a:lnTo>
                    <a:pt x="116" y="38"/>
                  </a:lnTo>
                  <a:lnTo>
                    <a:pt x="116" y="36"/>
                  </a:lnTo>
                  <a:lnTo>
                    <a:pt x="116" y="36"/>
                  </a:lnTo>
                  <a:lnTo>
                    <a:pt x="116" y="36"/>
                  </a:lnTo>
                  <a:lnTo>
                    <a:pt x="116" y="33"/>
                  </a:lnTo>
                  <a:lnTo>
                    <a:pt x="118" y="33"/>
                  </a:lnTo>
                  <a:lnTo>
                    <a:pt x="118" y="33"/>
                  </a:lnTo>
                  <a:lnTo>
                    <a:pt x="116" y="33"/>
                  </a:lnTo>
                  <a:lnTo>
                    <a:pt x="116" y="33"/>
                  </a:lnTo>
                  <a:lnTo>
                    <a:pt x="118" y="33"/>
                  </a:lnTo>
                  <a:lnTo>
                    <a:pt x="118" y="33"/>
                  </a:lnTo>
                  <a:lnTo>
                    <a:pt x="118" y="31"/>
                  </a:lnTo>
                  <a:lnTo>
                    <a:pt x="118" y="31"/>
                  </a:lnTo>
                  <a:lnTo>
                    <a:pt x="118" y="31"/>
                  </a:lnTo>
                  <a:lnTo>
                    <a:pt x="118" y="28"/>
                  </a:lnTo>
                  <a:lnTo>
                    <a:pt x="118" y="28"/>
                  </a:lnTo>
                  <a:lnTo>
                    <a:pt x="118" y="26"/>
                  </a:lnTo>
                  <a:lnTo>
                    <a:pt x="120" y="26"/>
                  </a:lnTo>
                  <a:lnTo>
                    <a:pt x="120" y="26"/>
                  </a:lnTo>
                  <a:lnTo>
                    <a:pt x="120" y="26"/>
                  </a:lnTo>
                  <a:lnTo>
                    <a:pt x="120" y="24"/>
                  </a:lnTo>
                  <a:lnTo>
                    <a:pt x="120" y="24"/>
                  </a:lnTo>
                  <a:lnTo>
                    <a:pt x="123" y="24"/>
                  </a:lnTo>
                  <a:lnTo>
                    <a:pt x="123" y="24"/>
                  </a:lnTo>
                  <a:lnTo>
                    <a:pt x="123" y="24"/>
                  </a:lnTo>
                  <a:lnTo>
                    <a:pt x="125" y="24"/>
                  </a:lnTo>
                  <a:lnTo>
                    <a:pt x="125" y="24"/>
                  </a:lnTo>
                  <a:lnTo>
                    <a:pt x="125" y="24"/>
                  </a:lnTo>
                  <a:lnTo>
                    <a:pt x="127" y="24"/>
                  </a:lnTo>
                  <a:lnTo>
                    <a:pt x="127" y="24"/>
                  </a:lnTo>
                  <a:lnTo>
                    <a:pt x="127" y="24"/>
                  </a:lnTo>
                  <a:lnTo>
                    <a:pt x="127" y="24"/>
                  </a:lnTo>
                  <a:lnTo>
                    <a:pt x="127" y="26"/>
                  </a:lnTo>
                  <a:lnTo>
                    <a:pt x="127" y="26"/>
                  </a:lnTo>
                  <a:lnTo>
                    <a:pt x="127" y="28"/>
                  </a:lnTo>
                  <a:lnTo>
                    <a:pt x="130" y="28"/>
                  </a:lnTo>
                  <a:lnTo>
                    <a:pt x="130" y="28"/>
                  </a:lnTo>
                  <a:lnTo>
                    <a:pt x="130" y="31"/>
                  </a:lnTo>
                  <a:lnTo>
                    <a:pt x="130" y="31"/>
                  </a:lnTo>
                  <a:lnTo>
                    <a:pt x="132" y="31"/>
                  </a:lnTo>
                  <a:lnTo>
                    <a:pt x="132" y="31"/>
                  </a:lnTo>
                  <a:lnTo>
                    <a:pt x="132" y="31"/>
                  </a:lnTo>
                  <a:lnTo>
                    <a:pt x="132" y="31"/>
                  </a:lnTo>
                  <a:lnTo>
                    <a:pt x="135" y="31"/>
                  </a:lnTo>
                  <a:lnTo>
                    <a:pt x="135" y="31"/>
                  </a:lnTo>
                  <a:lnTo>
                    <a:pt x="135" y="31"/>
                  </a:lnTo>
                  <a:lnTo>
                    <a:pt x="135" y="31"/>
                  </a:lnTo>
                  <a:lnTo>
                    <a:pt x="137" y="31"/>
                  </a:lnTo>
                  <a:lnTo>
                    <a:pt x="137" y="28"/>
                  </a:lnTo>
                  <a:lnTo>
                    <a:pt x="137" y="28"/>
                  </a:lnTo>
                  <a:lnTo>
                    <a:pt x="139" y="28"/>
                  </a:lnTo>
                  <a:lnTo>
                    <a:pt x="139" y="31"/>
                  </a:lnTo>
                  <a:lnTo>
                    <a:pt x="139" y="31"/>
                  </a:lnTo>
                  <a:lnTo>
                    <a:pt x="139" y="31"/>
                  </a:lnTo>
                  <a:lnTo>
                    <a:pt x="139" y="31"/>
                  </a:lnTo>
                  <a:lnTo>
                    <a:pt x="142" y="31"/>
                  </a:lnTo>
                  <a:lnTo>
                    <a:pt x="142" y="33"/>
                  </a:lnTo>
                  <a:lnTo>
                    <a:pt x="142" y="33"/>
                  </a:lnTo>
                  <a:lnTo>
                    <a:pt x="142" y="33"/>
                  </a:lnTo>
                  <a:lnTo>
                    <a:pt x="144" y="33"/>
                  </a:lnTo>
                  <a:lnTo>
                    <a:pt x="144" y="33"/>
                  </a:lnTo>
                  <a:lnTo>
                    <a:pt x="144" y="33"/>
                  </a:lnTo>
                  <a:lnTo>
                    <a:pt x="144" y="33"/>
                  </a:lnTo>
                  <a:lnTo>
                    <a:pt x="146" y="33"/>
                  </a:lnTo>
                  <a:lnTo>
                    <a:pt x="146" y="33"/>
                  </a:lnTo>
                  <a:lnTo>
                    <a:pt x="146" y="33"/>
                  </a:lnTo>
                  <a:lnTo>
                    <a:pt x="146" y="33"/>
                  </a:lnTo>
                  <a:lnTo>
                    <a:pt x="149" y="33"/>
                  </a:lnTo>
                  <a:lnTo>
                    <a:pt x="149" y="33"/>
                  </a:lnTo>
                  <a:lnTo>
                    <a:pt x="149" y="33"/>
                  </a:lnTo>
                  <a:lnTo>
                    <a:pt x="149" y="36"/>
                  </a:lnTo>
                  <a:lnTo>
                    <a:pt x="149" y="36"/>
                  </a:lnTo>
                  <a:lnTo>
                    <a:pt x="151" y="36"/>
                  </a:lnTo>
                  <a:lnTo>
                    <a:pt x="151" y="36"/>
                  </a:lnTo>
                  <a:lnTo>
                    <a:pt x="151" y="36"/>
                  </a:lnTo>
                  <a:lnTo>
                    <a:pt x="153" y="36"/>
                  </a:lnTo>
                  <a:lnTo>
                    <a:pt x="153" y="36"/>
                  </a:lnTo>
                  <a:lnTo>
                    <a:pt x="153" y="36"/>
                  </a:lnTo>
                  <a:lnTo>
                    <a:pt x="153" y="36"/>
                  </a:lnTo>
                  <a:lnTo>
                    <a:pt x="156" y="36"/>
                  </a:lnTo>
                  <a:lnTo>
                    <a:pt x="156" y="36"/>
                  </a:lnTo>
                  <a:lnTo>
                    <a:pt x="158" y="36"/>
                  </a:lnTo>
                  <a:lnTo>
                    <a:pt x="158" y="36"/>
                  </a:lnTo>
                  <a:lnTo>
                    <a:pt x="158" y="36"/>
                  </a:lnTo>
                  <a:lnTo>
                    <a:pt x="158" y="36"/>
                  </a:lnTo>
                  <a:lnTo>
                    <a:pt x="158" y="36"/>
                  </a:lnTo>
                  <a:lnTo>
                    <a:pt x="161" y="36"/>
                  </a:lnTo>
                  <a:lnTo>
                    <a:pt x="161" y="36"/>
                  </a:lnTo>
                  <a:lnTo>
                    <a:pt x="161" y="36"/>
                  </a:lnTo>
                  <a:lnTo>
                    <a:pt x="161" y="36"/>
                  </a:lnTo>
                  <a:lnTo>
                    <a:pt x="161" y="38"/>
                  </a:lnTo>
                  <a:lnTo>
                    <a:pt x="161" y="38"/>
                  </a:lnTo>
                  <a:lnTo>
                    <a:pt x="163" y="38"/>
                  </a:lnTo>
                  <a:lnTo>
                    <a:pt x="163" y="40"/>
                  </a:lnTo>
                  <a:lnTo>
                    <a:pt x="163" y="40"/>
                  </a:lnTo>
                  <a:lnTo>
                    <a:pt x="165" y="40"/>
                  </a:lnTo>
                  <a:lnTo>
                    <a:pt x="165" y="38"/>
                  </a:lnTo>
                  <a:lnTo>
                    <a:pt x="165" y="38"/>
                  </a:lnTo>
                  <a:lnTo>
                    <a:pt x="165" y="38"/>
                  </a:lnTo>
                  <a:lnTo>
                    <a:pt x="165" y="36"/>
                  </a:lnTo>
                  <a:lnTo>
                    <a:pt x="165" y="36"/>
                  </a:lnTo>
                  <a:lnTo>
                    <a:pt x="168" y="36"/>
                  </a:lnTo>
                  <a:lnTo>
                    <a:pt x="168" y="36"/>
                  </a:lnTo>
                  <a:lnTo>
                    <a:pt x="168" y="36"/>
                  </a:lnTo>
                  <a:lnTo>
                    <a:pt x="170" y="36"/>
                  </a:lnTo>
                  <a:lnTo>
                    <a:pt x="170" y="36"/>
                  </a:lnTo>
                  <a:lnTo>
                    <a:pt x="172" y="36"/>
                  </a:lnTo>
                  <a:lnTo>
                    <a:pt x="172" y="36"/>
                  </a:lnTo>
                  <a:lnTo>
                    <a:pt x="172" y="36"/>
                  </a:lnTo>
                  <a:lnTo>
                    <a:pt x="175" y="36"/>
                  </a:lnTo>
                  <a:lnTo>
                    <a:pt x="175" y="36"/>
                  </a:lnTo>
                  <a:lnTo>
                    <a:pt x="175" y="36"/>
                  </a:lnTo>
                  <a:lnTo>
                    <a:pt x="177" y="36"/>
                  </a:lnTo>
                  <a:lnTo>
                    <a:pt x="177" y="36"/>
                  </a:lnTo>
                  <a:lnTo>
                    <a:pt x="180" y="36"/>
                  </a:lnTo>
                  <a:lnTo>
                    <a:pt x="180" y="36"/>
                  </a:lnTo>
                  <a:lnTo>
                    <a:pt x="180" y="36"/>
                  </a:lnTo>
                  <a:lnTo>
                    <a:pt x="182" y="36"/>
                  </a:lnTo>
                  <a:lnTo>
                    <a:pt x="182" y="36"/>
                  </a:lnTo>
                  <a:lnTo>
                    <a:pt x="184" y="36"/>
                  </a:lnTo>
                  <a:lnTo>
                    <a:pt x="184" y="36"/>
                  </a:lnTo>
                  <a:lnTo>
                    <a:pt x="184" y="36"/>
                  </a:lnTo>
                  <a:lnTo>
                    <a:pt x="187" y="36"/>
                  </a:lnTo>
                  <a:lnTo>
                    <a:pt x="187" y="36"/>
                  </a:lnTo>
                  <a:lnTo>
                    <a:pt x="187" y="36"/>
                  </a:lnTo>
                  <a:lnTo>
                    <a:pt x="187" y="36"/>
                  </a:lnTo>
                  <a:lnTo>
                    <a:pt x="189" y="36"/>
                  </a:lnTo>
                  <a:lnTo>
                    <a:pt x="189" y="36"/>
                  </a:lnTo>
                  <a:lnTo>
                    <a:pt x="191" y="36"/>
                  </a:lnTo>
                  <a:lnTo>
                    <a:pt x="191" y="36"/>
                  </a:lnTo>
                  <a:lnTo>
                    <a:pt x="191" y="36"/>
                  </a:lnTo>
                  <a:lnTo>
                    <a:pt x="191" y="36"/>
                  </a:lnTo>
                  <a:lnTo>
                    <a:pt x="194" y="36"/>
                  </a:lnTo>
                  <a:lnTo>
                    <a:pt x="194" y="38"/>
                  </a:lnTo>
                  <a:lnTo>
                    <a:pt x="194" y="38"/>
                  </a:lnTo>
                  <a:lnTo>
                    <a:pt x="194" y="38"/>
                  </a:lnTo>
                  <a:lnTo>
                    <a:pt x="194" y="38"/>
                  </a:lnTo>
                  <a:lnTo>
                    <a:pt x="196" y="38"/>
                  </a:lnTo>
                  <a:lnTo>
                    <a:pt x="196" y="40"/>
                  </a:lnTo>
                  <a:lnTo>
                    <a:pt x="196" y="40"/>
                  </a:lnTo>
                  <a:lnTo>
                    <a:pt x="194" y="40"/>
                  </a:lnTo>
                  <a:lnTo>
                    <a:pt x="194" y="40"/>
                  </a:lnTo>
                  <a:lnTo>
                    <a:pt x="194" y="40"/>
                  </a:lnTo>
                  <a:lnTo>
                    <a:pt x="194" y="40"/>
                  </a:lnTo>
                  <a:lnTo>
                    <a:pt x="194" y="40"/>
                  </a:lnTo>
                  <a:lnTo>
                    <a:pt x="194" y="43"/>
                  </a:lnTo>
                  <a:lnTo>
                    <a:pt x="194" y="43"/>
                  </a:lnTo>
                  <a:lnTo>
                    <a:pt x="191" y="43"/>
                  </a:lnTo>
                  <a:lnTo>
                    <a:pt x="191" y="43"/>
                  </a:lnTo>
                  <a:lnTo>
                    <a:pt x="191" y="43"/>
                  </a:lnTo>
                  <a:lnTo>
                    <a:pt x="189" y="43"/>
                  </a:lnTo>
                  <a:lnTo>
                    <a:pt x="189" y="43"/>
                  </a:lnTo>
                  <a:lnTo>
                    <a:pt x="191" y="43"/>
                  </a:lnTo>
                  <a:lnTo>
                    <a:pt x="191" y="45"/>
                  </a:lnTo>
                  <a:lnTo>
                    <a:pt x="191" y="45"/>
                  </a:lnTo>
                  <a:lnTo>
                    <a:pt x="189" y="45"/>
                  </a:lnTo>
                  <a:lnTo>
                    <a:pt x="189" y="45"/>
                  </a:lnTo>
                  <a:lnTo>
                    <a:pt x="189" y="45"/>
                  </a:lnTo>
                  <a:lnTo>
                    <a:pt x="189" y="43"/>
                  </a:lnTo>
                  <a:lnTo>
                    <a:pt x="187" y="43"/>
                  </a:lnTo>
                  <a:lnTo>
                    <a:pt x="187" y="43"/>
                  </a:lnTo>
                  <a:lnTo>
                    <a:pt x="187" y="45"/>
                  </a:lnTo>
                  <a:lnTo>
                    <a:pt x="187" y="45"/>
                  </a:lnTo>
                  <a:lnTo>
                    <a:pt x="187" y="45"/>
                  </a:lnTo>
                  <a:lnTo>
                    <a:pt x="187" y="45"/>
                  </a:lnTo>
                  <a:lnTo>
                    <a:pt x="187" y="45"/>
                  </a:lnTo>
                  <a:lnTo>
                    <a:pt x="187" y="47"/>
                  </a:lnTo>
                  <a:lnTo>
                    <a:pt x="184" y="47"/>
                  </a:lnTo>
                  <a:lnTo>
                    <a:pt x="184" y="47"/>
                  </a:lnTo>
                  <a:lnTo>
                    <a:pt x="184" y="45"/>
                  </a:lnTo>
                  <a:lnTo>
                    <a:pt x="184" y="45"/>
                  </a:lnTo>
                  <a:lnTo>
                    <a:pt x="184" y="45"/>
                  </a:lnTo>
                  <a:lnTo>
                    <a:pt x="184" y="45"/>
                  </a:lnTo>
                  <a:lnTo>
                    <a:pt x="184" y="45"/>
                  </a:lnTo>
                  <a:lnTo>
                    <a:pt x="184" y="43"/>
                  </a:lnTo>
                  <a:lnTo>
                    <a:pt x="182" y="43"/>
                  </a:lnTo>
                  <a:lnTo>
                    <a:pt x="182" y="45"/>
                  </a:lnTo>
                  <a:lnTo>
                    <a:pt x="182" y="45"/>
                  </a:lnTo>
                  <a:lnTo>
                    <a:pt x="182" y="45"/>
                  </a:lnTo>
                  <a:lnTo>
                    <a:pt x="182" y="47"/>
                  </a:lnTo>
                  <a:lnTo>
                    <a:pt x="180" y="47"/>
                  </a:lnTo>
                  <a:lnTo>
                    <a:pt x="180" y="45"/>
                  </a:lnTo>
                  <a:lnTo>
                    <a:pt x="180" y="45"/>
                  </a:lnTo>
                  <a:lnTo>
                    <a:pt x="180" y="45"/>
                  </a:lnTo>
                  <a:lnTo>
                    <a:pt x="177" y="45"/>
                  </a:lnTo>
                  <a:lnTo>
                    <a:pt x="177" y="45"/>
                  </a:lnTo>
                  <a:lnTo>
                    <a:pt x="175" y="45"/>
                  </a:lnTo>
                  <a:lnTo>
                    <a:pt x="175" y="45"/>
                  </a:lnTo>
                  <a:lnTo>
                    <a:pt x="175" y="45"/>
                  </a:lnTo>
                  <a:lnTo>
                    <a:pt x="172" y="45"/>
                  </a:lnTo>
                  <a:lnTo>
                    <a:pt x="172" y="45"/>
                  </a:lnTo>
                  <a:lnTo>
                    <a:pt x="172" y="45"/>
                  </a:lnTo>
                  <a:lnTo>
                    <a:pt x="170" y="45"/>
                  </a:lnTo>
                  <a:lnTo>
                    <a:pt x="170" y="45"/>
                  </a:lnTo>
                  <a:lnTo>
                    <a:pt x="168" y="45"/>
                  </a:lnTo>
                  <a:lnTo>
                    <a:pt x="168" y="45"/>
                  </a:lnTo>
                  <a:lnTo>
                    <a:pt x="168" y="45"/>
                  </a:lnTo>
                  <a:lnTo>
                    <a:pt x="168" y="45"/>
                  </a:lnTo>
                  <a:lnTo>
                    <a:pt x="165" y="45"/>
                  </a:lnTo>
                  <a:lnTo>
                    <a:pt x="165" y="45"/>
                  </a:lnTo>
                  <a:lnTo>
                    <a:pt x="168" y="45"/>
                  </a:lnTo>
                  <a:lnTo>
                    <a:pt x="168" y="47"/>
                  </a:lnTo>
                  <a:lnTo>
                    <a:pt x="168" y="47"/>
                  </a:lnTo>
                  <a:lnTo>
                    <a:pt x="165" y="47"/>
                  </a:lnTo>
                  <a:lnTo>
                    <a:pt x="165" y="50"/>
                  </a:lnTo>
                  <a:lnTo>
                    <a:pt x="165" y="50"/>
                  </a:lnTo>
                  <a:lnTo>
                    <a:pt x="165" y="52"/>
                  </a:lnTo>
                  <a:lnTo>
                    <a:pt x="165" y="52"/>
                  </a:lnTo>
                  <a:lnTo>
                    <a:pt x="168" y="52"/>
                  </a:lnTo>
                  <a:lnTo>
                    <a:pt x="168" y="52"/>
                  </a:lnTo>
                  <a:lnTo>
                    <a:pt x="168" y="54"/>
                  </a:lnTo>
                  <a:lnTo>
                    <a:pt x="168" y="54"/>
                  </a:lnTo>
                  <a:lnTo>
                    <a:pt x="168" y="54"/>
                  </a:lnTo>
                  <a:lnTo>
                    <a:pt x="168" y="54"/>
                  </a:lnTo>
                  <a:lnTo>
                    <a:pt x="170" y="54"/>
                  </a:lnTo>
                  <a:lnTo>
                    <a:pt x="170" y="54"/>
                  </a:lnTo>
                  <a:lnTo>
                    <a:pt x="172" y="54"/>
                  </a:lnTo>
                  <a:lnTo>
                    <a:pt x="172" y="57"/>
                  </a:lnTo>
                  <a:lnTo>
                    <a:pt x="172" y="57"/>
                  </a:lnTo>
                  <a:lnTo>
                    <a:pt x="172" y="57"/>
                  </a:lnTo>
                  <a:lnTo>
                    <a:pt x="172" y="57"/>
                  </a:lnTo>
                  <a:lnTo>
                    <a:pt x="175" y="57"/>
                  </a:lnTo>
                  <a:lnTo>
                    <a:pt x="175" y="57"/>
                  </a:lnTo>
                  <a:lnTo>
                    <a:pt x="175" y="57"/>
                  </a:lnTo>
                  <a:lnTo>
                    <a:pt x="175" y="57"/>
                  </a:lnTo>
                  <a:lnTo>
                    <a:pt x="175" y="57"/>
                  </a:lnTo>
                  <a:lnTo>
                    <a:pt x="175" y="57"/>
                  </a:lnTo>
                  <a:lnTo>
                    <a:pt x="175" y="59"/>
                  </a:lnTo>
                  <a:lnTo>
                    <a:pt x="175" y="59"/>
                  </a:lnTo>
                  <a:lnTo>
                    <a:pt x="177" y="59"/>
                  </a:lnTo>
                  <a:lnTo>
                    <a:pt x="177" y="57"/>
                  </a:lnTo>
                  <a:lnTo>
                    <a:pt x="177" y="57"/>
                  </a:lnTo>
                  <a:lnTo>
                    <a:pt x="180" y="57"/>
                  </a:lnTo>
                  <a:lnTo>
                    <a:pt x="180" y="57"/>
                  </a:lnTo>
                  <a:lnTo>
                    <a:pt x="180" y="57"/>
                  </a:lnTo>
                  <a:lnTo>
                    <a:pt x="180" y="57"/>
                  </a:lnTo>
                  <a:lnTo>
                    <a:pt x="182" y="57"/>
                  </a:lnTo>
                  <a:lnTo>
                    <a:pt x="182" y="57"/>
                  </a:lnTo>
                  <a:lnTo>
                    <a:pt x="182" y="57"/>
                  </a:lnTo>
                  <a:lnTo>
                    <a:pt x="184" y="57"/>
                  </a:lnTo>
                  <a:lnTo>
                    <a:pt x="184" y="57"/>
                  </a:lnTo>
                  <a:lnTo>
                    <a:pt x="184" y="57"/>
                  </a:lnTo>
                  <a:lnTo>
                    <a:pt x="187" y="57"/>
                  </a:lnTo>
                  <a:lnTo>
                    <a:pt x="187" y="57"/>
                  </a:lnTo>
                  <a:lnTo>
                    <a:pt x="187" y="57"/>
                  </a:lnTo>
                  <a:lnTo>
                    <a:pt x="187" y="57"/>
                  </a:lnTo>
                  <a:lnTo>
                    <a:pt x="189" y="57"/>
                  </a:lnTo>
                  <a:lnTo>
                    <a:pt x="189" y="57"/>
                  </a:lnTo>
                  <a:lnTo>
                    <a:pt x="191" y="57"/>
                  </a:lnTo>
                  <a:lnTo>
                    <a:pt x="191" y="54"/>
                  </a:lnTo>
                  <a:lnTo>
                    <a:pt x="191" y="54"/>
                  </a:lnTo>
                  <a:lnTo>
                    <a:pt x="191" y="54"/>
                  </a:lnTo>
                  <a:lnTo>
                    <a:pt x="191" y="54"/>
                  </a:lnTo>
                  <a:lnTo>
                    <a:pt x="194" y="54"/>
                  </a:lnTo>
                  <a:lnTo>
                    <a:pt x="194" y="54"/>
                  </a:lnTo>
                  <a:lnTo>
                    <a:pt x="194" y="57"/>
                  </a:lnTo>
                  <a:lnTo>
                    <a:pt x="194" y="57"/>
                  </a:lnTo>
                  <a:lnTo>
                    <a:pt x="194" y="57"/>
                  </a:lnTo>
                  <a:lnTo>
                    <a:pt x="194" y="57"/>
                  </a:lnTo>
                  <a:lnTo>
                    <a:pt x="196" y="57"/>
                  </a:lnTo>
                  <a:lnTo>
                    <a:pt x="196" y="57"/>
                  </a:lnTo>
                  <a:lnTo>
                    <a:pt x="196" y="57"/>
                  </a:lnTo>
                  <a:lnTo>
                    <a:pt x="196" y="57"/>
                  </a:lnTo>
                  <a:lnTo>
                    <a:pt x="198" y="57"/>
                  </a:lnTo>
                  <a:lnTo>
                    <a:pt x="198" y="57"/>
                  </a:lnTo>
                  <a:lnTo>
                    <a:pt x="198" y="57"/>
                  </a:lnTo>
                  <a:lnTo>
                    <a:pt x="198" y="59"/>
                  </a:lnTo>
                  <a:lnTo>
                    <a:pt x="201" y="59"/>
                  </a:lnTo>
                  <a:lnTo>
                    <a:pt x="201" y="59"/>
                  </a:lnTo>
                  <a:lnTo>
                    <a:pt x="201" y="59"/>
                  </a:lnTo>
                  <a:lnTo>
                    <a:pt x="201" y="59"/>
                  </a:lnTo>
                  <a:lnTo>
                    <a:pt x="201" y="62"/>
                  </a:lnTo>
                  <a:lnTo>
                    <a:pt x="201" y="62"/>
                  </a:lnTo>
                  <a:lnTo>
                    <a:pt x="201" y="62"/>
                  </a:lnTo>
                  <a:lnTo>
                    <a:pt x="201" y="62"/>
                  </a:lnTo>
                  <a:lnTo>
                    <a:pt x="201" y="64"/>
                  </a:lnTo>
                  <a:lnTo>
                    <a:pt x="201" y="64"/>
                  </a:lnTo>
                  <a:lnTo>
                    <a:pt x="201" y="66"/>
                  </a:lnTo>
                  <a:lnTo>
                    <a:pt x="201" y="66"/>
                  </a:lnTo>
                  <a:lnTo>
                    <a:pt x="201" y="66"/>
                  </a:lnTo>
                  <a:lnTo>
                    <a:pt x="203" y="66"/>
                  </a:lnTo>
                  <a:lnTo>
                    <a:pt x="203" y="66"/>
                  </a:lnTo>
                  <a:lnTo>
                    <a:pt x="206" y="66"/>
                  </a:lnTo>
                  <a:lnTo>
                    <a:pt x="206" y="69"/>
                  </a:lnTo>
                  <a:lnTo>
                    <a:pt x="206" y="69"/>
                  </a:lnTo>
                  <a:lnTo>
                    <a:pt x="206" y="69"/>
                  </a:lnTo>
                  <a:lnTo>
                    <a:pt x="208" y="69"/>
                  </a:lnTo>
                  <a:lnTo>
                    <a:pt x="208" y="69"/>
                  </a:lnTo>
                  <a:lnTo>
                    <a:pt x="208" y="69"/>
                  </a:lnTo>
                  <a:lnTo>
                    <a:pt x="208" y="69"/>
                  </a:lnTo>
                  <a:lnTo>
                    <a:pt x="210" y="69"/>
                  </a:lnTo>
                  <a:lnTo>
                    <a:pt x="210" y="69"/>
                  </a:lnTo>
                  <a:lnTo>
                    <a:pt x="213" y="69"/>
                  </a:lnTo>
                  <a:lnTo>
                    <a:pt x="213" y="69"/>
                  </a:lnTo>
                  <a:lnTo>
                    <a:pt x="213" y="69"/>
                  </a:lnTo>
                  <a:lnTo>
                    <a:pt x="213" y="69"/>
                  </a:lnTo>
                  <a:lnTo>
                    <a:pt x="213" y="66"/>
                  </a:lnTo>
                  <a:lnTo>
                    <a:pt x="215" y="66"/>
                  </a:lnTo>
                  <a:lnTo>
                    <a:pt x="215" y="66"/>
                  </a:lnTo>
                  <a:lnTo>
                    <a:pt x="215" y="66"/>
                  </a:lnTo>
                  <a:lnTo>
                    <a:pt x="217" y="66"/>
                  </a:lnTo>
                  <a:lnTo>
                    <a:pt x="217" y="66"/>
                  </a:lnTo>
                  <a:lnTo>
                    <a:pt x="217" y="66"/>
                  </a:lnTo>
                  <a:lnTo>
                    <a:pt x="220" y="66"/>
                  </a:lnTo>
                  <a:lnTo>
                    <a:pt x="220" y="66"/>
                  </a:lnTo>
                  <a:lnTo>
                    <a:pt x="220" y="66"/>
                  </a:lnTo>
                  <a:lnTo>
                    <a:pt x="220" y="66"/>
                  </a:lnTo>
                  <a:lnTo>
                    <a:pt x="220" y="69"/>
                  </a:lnTo>
                  <a:lnTo>
                    <a:pt x="222" y="69"/>
                  </a:lnTo>
                  <a:lnTo>
                    <a:pt x="222" y="69"/>
                  </a:lnTo>
                  <a:lnTo>
                    <a:pt x="222" y="69"/>
                  </a:lnTo>
                  <a:lnTo>
                    <a:pt x="224" y="69"/>
                  </a:lnTo>
                  <a:lnTo>
                    <a:pt x="224" y="69"/>
                  </a:lnTo>
                  <a:lnTo>
                    <a:pt x="224" y="71"/>
                  </a:lnTo>
                  <a:lnTo>
                    <a:pt x="224" y="71"/>
                  </a:lnTo>
                  <a:lnTo>
                    <a:pt x="224" y="71"/>
                  </a:lnTo>
                  <a:lnTo>
                    <a:pt x="227" y="71"/>
                  </a:lnTo>
                  <a:lnTo>
                    <a:pt x="227" y="73"/>
                  </a:lnTo>
                  <a:lnTo>
                    <a:pt x="227" y="73"/>
                  </a:lnTo>
                  <a:lnTo>
                    <a:pt x="227" y="73"/>
                  </a:lnTo>
                  <a:lnTo>
                    <a:pt x="227" y="73"/>
                  </a:lnTo>
                  <a:lnTo>
                    <a:pt x="229" y="73"/>
                  </a:lnTo>
                  <a:lnTo>
                    <a:pt x="229" y="73"/>
                  </a:lnTo>
                  <a:lnTo>
                    <a:pt x="229" y="76"/>
                  </a:lnTo>
                  <a:lnTo>
                    <a:pt x="227" y="76"/>
                  </a:lnTo>
                  <a:lnTo>
                    <a:pt x="227" y="76"/>
                  </a:lnTo>
                  <a:lnTo>
                    <a:pt x="227" y="76"/>
                  </a:lnTo>
                  <a:lnTo>
                    <a:pt x="227" y="78"/>
                  </a:lnTo>
                  <a:lnTo>
                    <a:pt x="227" y="78"/>
                  </a:lnTo>
                  <a:lnTo>
                    <a:pt x="227" y="78"/>
                  </a:lnTo>
                  <a:lnTo>
                    <a:pt x="224" y="78"/>
                  </a:lnTo>
                  <a:lnTo>
                    <a:pt x="224" y="78"/>
                  </a:lnTo>
                  <a:lnTo>
                    <a:pt x="224" y="81"/>
                  </a:lnTo>
                  <a:lnTo>
                    <a:pt x="224" y="81"/>
                  </a:lnTo>
                  <a:lnTo>
                    <a:pt x="222" y="81"/>
                  </a:lnTo>
                  <a:lnTo>
                    <a:pt x="222" y="81"/>
                  </a:lnTo>
                  <a:lnTo>
                    <a:pt x="220" y="81"/>
                  </a:lnTo>
                  <a:lnTo>
                    <a:pt x="220" y="81"/>
                  </a:lnTo>
                  <a:lnTo>
                    <a:pt x="220" y="81"/>
                  </a:lnTo>
                  <a:lnTo>
                    <a:pt x="220" y="83"/>
                  </a:lnTo>
                  <a:lnTo>
                    <a:pt x="220" y="83"/>
                  </a:lnTo>
                  <a:lnTo>
                    <a:pt x="220" y="83"/>
                  </a:lnTo>
                  <a:lnTo>
                    <a:pt x="220" y="83"/>
                  </a:lnTo>
                  <a:lnTo>
                    <a:pt x="217" y="83"/>
                  </a:lnTo>
                  <a:lnTo>
                    <a:pt x="217" y="85"/>
                  </a:lnTo>
                  <a:lnTo>
                    <a:pt x="217" y="85"/>
                  </a:lnTo>
                  <a:lnTo>
                    <a:pt x="217" y="85"/>
                  </a:lnTo>
                  <a:lnTo>
                    <a:pt x="217" y="88"/>
                  </a:lnTo>
                  <a:lnTo>
                    <a:pt x="217" y="88"/>
                  </a:lnTo>
                  <a:lnTo>
                    <a:pt x="215" y="88"/>
                  </a:lnTo>
                  <a:lnTo>
                    <a:pt x="215" y="88"/>
                  </a:lnTo>
                  <a:lnTo>
                    <a:pt x="215" y="85"/>
                  </a:lnTo>
                  <a:lnTo>
                    <a:pt x="213" y="85"/>
                  </a:lnTo>
                  <a:lnTo>
                    <a:pt x="213" y="85"/>
                  </a:lnTo>
                  <a:lnTo>
                    <a:pt x="215" y="85"/>
                  </a:lnTo>
                  <a:lnTo>
                    <a:pt x="215" y="83"/>
                  </a:lnTo>
                  <a:lnTo>
                    <a:pt x="215" y="83"/>
                  </a:lnTo>
                  <a:lnTo>
                    <a:pt x="215" y="83"/>
                  </a:lnTo>
                  <a:lnTo>
                    <a:pt x="215" y="83"/>
                  </a:lnTo>
                  <a:lnTo>
                    <a:pt x="215" y="83"/>
                  </a:lnTo>
                  <a:lnTo>
                    <a:pt x="215" y="81"/>
                  </a:lnTo>
                  <a:lnTo>
                    <a:pt x="213" y="81"/>
                  </a:lnTo>
                  <a:lnTo>
                    <a:pt x="213" y="81"/>
                  </a:lnTo>
                  <a:lnTo>
                    <a:pt x="213" y="81"/>
                  </a:lnTo>
                  <a:lnTo>
                    <a:pt x="213" y="78"/>
                  </a:lnTo>
                  <a:lnTo>
                    <a:pt x="213" y="78"/>
                  </a:lnTo>
                  <a:lnTo>
                    <a:pt x="210" y="78"/>
                  </a:lnTo>
                  <a:lnTo>
                    <a:pt x="210" y="78"/>
                  </a:lnTo>
                  <a:lnTo>
                    <a:pt x="210" y="78"/>
                  </a:lnTo>
                  <a:lnTo>
                    <a:pt x="210" y="76"/>
                  </a:lnTo>
                  <a:lnTo>
                    <a:pt x="208" y="76"/>
                  </a:lnTo>
                  <a:lnTo>
                    <a:pt x="208" y="76"/>
                  </a:lnTo>
                  <a:lnTo>
                    <a:pt x="208" y="76"/>
                  </a:lnTo>
                  <a:lnTo>
                    <a:pt x="208" y="76"/>
                  </a:lnTo>
                  <a:lnTo>
                    <a:pt x="206" y="76"/>
                  </a:lnTo>
                  <a:lnTo>
                    <a:pt x="206" y="76"/>
                  </a:lnTo>
                  <a:lnTo>
                    <a:pt x="206" y="76"/>
                  </a:lnTo>
                  <a:lnTo>
                    <a:pt x="203" y="76"/>
                  </a:lnTo>
                  <a:lnTo>
                    <a:pt x="203" y="76"/>
                  </a:lnTo>
                  <a:lnTo>
                    <a:pt x="203" y="73"/>
                  </a:lnTo>
                  <a:lnTo>
                    <a:pt x="201" y="73"/>
                  </a:lnTo>
                  <a:lnTo>
                    <a:pt x="201" y="73"/>
                  </a:lnTo>
                  <a:lnTo>
                    <a:pt x="201" y="73"/>
                  </a:lnTo>
                  <a:lnTo>
                    <a:pt x="201" y="73"/>
                  </a:lnTo>
                  <a:lnTo>
                    <a:pt x="201" y="71"/>
                  </a:lnTo>
                  <a:lnTo>
                    <a:pt x="201" y="71"/>
                  </a:lnTo>
                  <a:lnTo>
                    <a:pt x="201" y="73"/>
                  </a:lnTo>
                  <a:lnTo>
                    <a:pt x="198" y="73"/>
                  </a:lnTo>
                  <a:lnTo>
                    <a:pt x="198" y="73"/>
                  </a:lnTo>
                  <a:lnTo>
                    <a:pt x="198" y="73"/>
                  </a:lnTo>
                  <a:lnTo>
                    <a:pt x="198" y="76"/>
                  </a:lnTo>
                  <a:lnTo>
                    <a:pt x="201" y="76"/>
                  </a:lnTo>
                  <a:lnTo>
                    <a:pt x="201" y="76"/>
                  </a:lnTo>
                  <a:lnTo>
                    <a:pt x="201" y="78"/>
                  </a:lnTo>
                  <a:lnTo>
                    <a:pt x="201" y="78"/>
                  </a:lnTo>
                  <a:lnTo>
                    <a:pt x="201" y="81"/>
                  </a:lnTo>
                  <a:lnTo>
                    <a:pt x="201" y="81"/>
                  </a:lnTo>
                  <a:lnTo>
                    <a:pt x="201" y="81"/>
                  </a:lnTo>
                  <a:lnTo>
                    <a:pt x="201" y="81"/>
                  </a:lnTo>
                  <a:lnTo>
                    <a:pt x="203" y="81"/>
                  </a:lnTo>
                  <a:lnTo>
                    <a:pt x="203" y="81"/>
                  </a:lnTo>
                  <a:lnTo>
                    <a:pt x="203" y="83"/>
                  </a:lnTo>
                  <a:lnTo>
                    <a:pt x="206" y="83"/>
                  </a:lnTo>
                  <a:lnTo>
                    <a:pt x="206" y="83"/>
                  </a:lnTo>
                  <a:lnTo>
                    <a:pt x="206" y="83"/>
                  </a:lnTo>
                  <a:lnTo>
                    <a:pt x="206" y="85"/>
                  </a:lnTo>
                  <a:lnTo>
                    <a:pt x="203" y="85"/>
                  </a:lnTo>
                  <a:lnTo>
                    <a:pt x="203" y="85"/>
                  </a:lnTo>
                  <a:lnTo>
                    <a:pt x="201" y="85"/>
                  </a:lnTo>
                  <a:lnTo>
                    <a:pt x="201" y="85"/>
                  </a:lnTo>
                  <a:lnTo>
                    <a:pt x="201" y="85"/>
                  </a:lnTo>
                  <a:lnTo>
                    <a:pt x="198" y="85"/>
                  </a:lnTo>
                  <a:lnTo>
                    <a:pt x="198" y="83"/>
                  </a:lnTo>
                  <a:lnTo>
                    <a:pt x="198" y="83"/>
                  </a:lnTo>
                  <a:lnTo>
                    <a:pt x="198" y="83"/>
                  </a:lnTo>
                  <a:lnTo>
                    <a:pt x="198" y="83"/>
                  </a:lnTo>
                  <a:lnTo>
                    <a:pt x="198" y="83"/>
                  </a:lnTo>
                  <a:lnTo>
                    <a:pt x="198" y="81"/>
                  </a:lnTo>
                  <a:lnTo>
                    <a:pt x="196" y="81"/>
                  </a:lnTo>
                  <a:lnTo>
                    <a:pt x="196" y="83"/>
                  </a:lnTo>
                  <a:lnTo>
                    <a:pt x="196" y="83"/>
                  </a:lnTo>
                  <a:lnTo>
                    <a:pt x="194" y="83"/>
                  </a:lnTo>
                  <a:lnTo>
                    <a:pt x="194" y="83"/>
                  </a:lnTo>
                  <a:lnTo>
                    <a:pt x="194" y="81"/>
                  </a:lnTo>
                  <a:lnTo>
                    <a:pt x="194" y="81"/>
                  </a:lnTo>
                  <a:lnTo>
                    <a:pt x="194" y="83"/>
                  </a:lnTo>
                  <a:lnTo>
                    <a:pt x="191" y="83"/>
                  </a:lnTo>
                  <a:lnTo>
                    <a:pt x="191" y="83"/>
                  </a:lnTo>
                  <a:lnTo>
                    <a:pt x="191" y="81"/>
                  </a:lnTo>
                  <a:lnTo>
                    <a:pt x="191" y="81"/>
                  </a:lnTo>
                  <a:lnTo>
                    <a:pt x="189" y="81"/>
                  </a:lnTo>
                  <a:lnTo>
                    <a:pt x="189" y="81"/>
                  </a:lnTo>
                  <a:lnTo>
                    <a:pt x="189" y="81"/>
                  </a:lnTo>
                  <a:lnTo>
                    <a:pt x="187" y="81"/>
                  </a:lnTo>
                  <a:lnTo>
                    <a:pt x="187" y="81"/>
                  </a:lnTo>
                  <a:lnTo>
                    <a:pt x="187" y="78"/>
                  </a:lnTo>
                  <a:lnTo>
                    <a:pt x="187" y="78"/>
                  </a:lnTo>
                  <a:lnTo>
                    <a:pt x="184" y="78"/>
                  </a:lnTo>
                  <a:lnTo>
                    <a:pt x="184" y="78"/>
                  </a:lnTo>
                  <a:lnTo>
                    <a:pt x="184" y="78"/>
                  </a:lnTo>
                  <a:lnTo>
                    <a:pt x="184" y="78"/>
                  </a:lnTo>
                  <a:lnTo>
                    <a:pt x="184" y="76"/>
                  </a:lnTo>
                  <a:lnTo>
                    <a:pt x="182" y="76"/>
                  </a:lnTo>
                  <a:lnTo>
                    <a:pt x="182" y="76"/>
                  </a:lnTo>
                  <a:lnTo>
                    <a:pt x="180" y="76"/>
                  </a:lnTo>
                  <a:lnTo>
                    <a:pt x="180" y="76"/>
                  </a:lnTo>
                  <a:lnTo>
                    <a:pt x="180" y="78"/>
                  </a:lnTo>
                  <a:lnTo>
                    <a:pt x="180" y="78"/>
                  </a:lnTo>
                  <a:lnTo>
                    <a:pt x="177" y="78"/>
                  </a:lnTo>
                  <a:lnTo>
                    <a:pt x="177" y="78"/>
                  </a:lnTo>
                  <a:lnTo>
                    <a:pt x="177" y="78"/>
                  </a:lnTo>
                  <a:lnTo>
                    <a:pt x="175" y="78"/>
                  </a:lnTo>
                  <a:lnTo>
                    <a:pt x="175" y="78"/>
                  </a:lnTo>
                  <a:lnTo>
                    <a:pt x="175" y="78"/>
                  </a:lnTo>
                  <a:lnTo>
                    <a:pt x="175" y="76"/>
                  </a:lnTo>
                  <a:lnTo>
                    <a:pt x="175" y="76"/>
                  </a:lnTo>
                  <a:lnTo>
                    <a:pt x="175" y="76"/>
                  </a:lnTo>
                  <a:lnTo>
                    <a:pt x="177" y="76"/>
                  </a:lnTo>
                  <a:lnTo>
                    <a:pt x="177" y="76"/>
                  </a:lnTo>
                  <a:lnTo>
                    <a:pt x="177" y="73"/>
                  </a:lnTo>
                  <a:lnTo>
                    <a:pt x="177" y="73"/>
                  </a:lnTo>
                  <a:lnTo>
                    <a:pt x="177" y="73"/>
                  </a:lnTo>
                  <a:lnTo>
                    <a:pt x="175" y="73"/>
                  </a:lnTo>
                  <a:lnTo>
                    <a:pt x="175" y="73"/>
                  </a:lnTo>
                  <a:lnTo>
                    <a:pt x="175" y="73"/>
                  </a:lnTo>
                  <a:lnTo>
                    <a:pt x="175" y="73"/>
                  </a:lnTo>
                  <a:lnTo>
                    <a:pt x="172" y="73"/>
                  </a:lnTo>
                  <a:lnTo>
                    <a:pt x="172" y="73"/>
                  </a:lnTo>
                  <a:lnTo>
                    <a:pt x="172" y="73"/>
                  </a:lnTo>
                  <a:lnTo>
                    <a:pt x="172" y="73"/>
                  </a:lnTo>
                  <a:lnTo>
                    <a:pt x="170" y="73"/>
                  </a:lnTo>
                  <a:lnTo>
                    <a:pt x="170" y="73"/>
                  </a:lnTo>
                  <a:lnTo>
                    <a:pt x="170" y="73"/>
                  </a:lnTo>
                  <a:lnTo>
                    <a:pt x="168" y="73"/>
                  </a:lnTo>
                  <a:lnTo>
                    <a:pt x="168" y="76"/>
                  </a:lnTo>
                  <a:lnTo>
                    <a:pt x="168" y="76"/>
                  </a:lnTo>
                  <a:lnTo>
                    <a:pt x="168" y="76"/>
                  </a:lnTo>
                  <a:lnTo>
                    <a:pt x="165" y="76"/>
                  </a:lnTo>
                  <a:lnTo>
                    <a:pt x="165" y="76"/>
                  </a:lnTo>
                  <a:lnTo>
                    <a:pt x="165" y="76"/>
                  </a:lnTo>
                  <a:lnTo>
                    <a:pt x="165" y="76"/>
                  </a:lnTo>
                  <a:lnTo>
                    <a:pt x="165" y="78"/>
                  </a:lnTo>
                  <a:lnTo>
                    <a:pt x="163" y="78"/>
                  </a:lnTo>
                  <a:lnTo>
                    <a:pt x="163" y="78"/>
                  </a:lnTo>
                  <a:lnTo>
                    <a:pt x="163" y="76"/>
                  </a:lnTo>
                  <a:lnTo>
                    <a:pt x="161" y="76"/>
                  </a:lnTo>
                  <a:lnTo>
                    <a:pt x="161" y="76"/>
                  </a:lnTo>
                  <a:lnTo>
                    <a:pt x="161" y="76"/>
                  </a:lnTo>
                  <a:lnTo>
                    <a:pt x="161" y="76"/>
                  </a:lnTo>
                  <a:lnTo>
                    <a:pt x="158" y="76"/>
                  </a:lnTo>
                  <a:lnTo>
                    <a:pt x="158" y="76"/>
                  </a:lnTo>
                  <a:lnTo>
                    <a:pt x="158" y="76"/>
                  </a:lnTo>
                  <a:lnTo>
                    <a:pt x="156" y="76"/>
                  </a:lnTo>
                  <a:lnTo>
                    <a:pt x="156" y="76"/>
                  </a:lnTo>
                  <a:lnTo>
                    <a:pt x="156" y="73"/>
                  </a:lnTo>
                  <a:lnTo>
                    <a:pt x="153" y="73"/>
                  </a:lnTo>
                  <a:lnTo>
                    <a:pt x="153" y="73"/>
                  </a:lnTo>
                  <a:lnTo>
                    <a:pt x="153" y="73"/>
                  </a:lnTo>
                  <a:lnTo>
                    <a:pt x="153" y="73"/>
                  </a:lnTo>
                  <a:lnTo>
                    <a:pt x="151" y="73"/>
                  </a:lnTo>
                  <a:lnTo>
                    <a:pt x="151" y="73"/>
                  </a:lnTo>
                  <a:lnTo>
                    <a:pt x="151" y="73"/>
                  </a:lnTo>
                  <a:lnTo>
                    <a:pt x="149" y="73"/>
                  </a:lnTo>
                  <a:lnTo>
                    <a:pt x="149" y="73"/>
                  </a:lnTo>
                  <a:lnTo>
                    <a:pt x="146" y="73"/>
                  </a:lnTo>
                  <a:lnTo>
                    <a:pt x="146" y="73"/>
                  </a:lnTo>
                  <a:lnTo>
                    <a:pt x="146" y="73"/>
                  </a:lnTo>
                  <a:lnTo>
                    <a:pt x="144" y="73"/>
                  </a:lnTo>
                  <a:lnTo>
                    <a:pt x="144" y="73"/>
                  </a:lnTo>
                  <a:lnTo>
                    <a:pt x="144" y="73"/>
                  </a:lnTo>
                  <a:lnTo>
                    <a:pt x="144" y="73"/>
                  </a:lnTo>
                  <a:lnTo>
                    <a:pt x="144" y="73"/>
                  </a:lnTo>
                  <a:lnTo>
                    <a:pt x="144" y="73"/>
                  </a:lnTo>
                  <a:lnTo>
                    <a:pt x="144" y="76"/>
                  </a:lnTo>
                  <a:lnTo>
                    <a:pt x="142" y="76"/>
                  </a:lnTo>
                  <a:lnTo>
                    <a:pt x="142" y="76"/>
                  </a:lnTo>
                  <a:lnTo>
                    <a:pt x="142" y="73"/>
                  </a:lnTo>
                  <a:lnTo>
                    <a:pt x="139" y="73"/>
                  </a:lnTo>
                  <a:lnTo>
                    <a:pt x="139" y="73"/>
                  </a:lnTo>
                  <a:lnTo>
                    <a:pt x="139" y="73"/>
                  </a:lnTo>
                  <a:lnTo>
                    <a:pt x="137" y="73"/>
                  </a:lnTo>
                  <a:lnTo>
                    <a:pt x="137" y="73"/>
                  </a:lnTo>
                  <a:lnTo>
                    <a:pt x="137" y="73"/>
                  </a:lnTo>
                  <a:lnTo>
                    <a:pt x="135" y="73"/>
                  </a:lnTo>
                  <a:lnTo>
                    <a:pt x="135" y="73"/>
                  </a:lnTo>
                  <a:lnTo>
                    <a:pt x="135" y="73"/>
                  </a:lnTo>
                  <a:lnTo>
                    <a:pt x="135" y="73"/>
                  </a:lnTo>
                  <a:lnTo>
                    <a:pt x="132" y="73"/>
                  </a:lnTo>
                  <a:lnTo>
                    <a:pt x="132" y="73"/>
                  </a:lnTo>
                  <a:lnTo>
                    <a:pt x="132" y="73"/>
                  </a:lnTo>
                  <a:lnTo>
                    <a:pt x="130" y="73"/>
                  </a:lnTo>
                  <a:lnTo>
                    <a:pt x="130" y="73"/>
                  </a:lnTo>
                  <a:lnTo>
                    <a:pt x="127" y="73"/>
                  </a:lnTo>
                  <a:lnTo>
                    <a:pt x="127" y="73"/>
                  </a:lnTo>
                  <a:lnTo>
                    <a:pt x="127" y="73"/>
                  </a:lnTo>
                  <a:lnTo>
                    <a:pt x="125" y="73"/>
                  </a:lnTo>
                  <a:lnTo>
                    <a:pt x="125" y="71"/>
                  </a:lnTo>
                  <a:lnTo>
                    <a:pt x="125" y="71"/>
                  </a:lnTo>
                  <a:lnTo>
                    <a:pt x="125" y="71"/>
                  </a:lnTo>
                  <a:lnTo>
                    <a:pt x="123" y="71"/>
                  </a:lnTo>
                  <a:lnTo>
                    <a:pt x="123" y="71"/>
                  </a:lnTo>
                  <a:lnTo>
                    <a:pt x="123" y="71"/>
                  </a:lnTo>
                  <a:lnTo>
                    <a:pt x="120" y="71"/>
                  </a:lnTo>
                  <a:lnTo>
                    <a:pt x="120" y="71"/>
                  </a:lnTo>
                  <a:lnTo>
                    <a:pt x="120" y="71"/>
                  </a:lnTo>
                  <a:lnTo>
                    <a:pt x="118" y="71"/>
                  </a:lnTo>
                  <a:lnTo>
                    <a:pt x="118" y="69"/>
                  </a:lnTo>
                  <a:lnTo>
                    <a:pt x="118" y="69"/>
                  </a:lnTo>
                  <a:lnTo>
                    <a:pt x="118" y="69"/>
                  </a:lnTo>
                  <a:lnTo>
                    <a:pt x="116" y="69"/>
                  </a:lnTo>
                  <a:lnTo>
                    <a:pt x="116" y="69"/>
                  </a:lnTo>
                  <a:lnTo>
                    <a:pt x="116" y="69"/>
                  </a:lnTo>
                  <a:lnTo>
                    <a:pt x="113" y="69"/>
                  </a:lnTo>
                  <a:lnTo>
                    <a:pt x="113" y="66"/>
                  </a:lnTo>
                  <a:lnTo>
                    <a:pt x="113" y="66"/>
                  </a:lnTo>
                  <a:lnTo>
                    <a:pt x="113" y="66"/>
                  </a:lnTo>
                  <a:lnTo>
                    <a:pt x="113" y="66"/>
                  </a:lnTo>
                  <a:lnTo>
                    <a:pt x="111" y="66"/>
                  </a:lnTo>
                  <a:lnTo>
                    <a:pt x="111" y="66"/>
                  </a:lnTo>
                  <a:lnTo>
                    <a:pt x="111" y="64"/>
                  </a:lnTo>
                  <a:lnTo>
                    <a:pt x="111" y="64"/>
                  </a:lnTo>
                  <a:lnTo>
                    <a:pt x="109" y="64"/>
                  </a:lnTo>
                  <a:lnTo>
                    <a:pt x="109" y="64"/>
                  </a:lnTo>
                  <a:lnTo>
                    <a:pt x="109" y="64"/>
                  </a:lnTo>
                  <a:lnTo>
                    <a:pt x="106" y="64"/>
                  </a:lnTo>
                  <a:lnTo>
                    <a:pt x="106" y="62"/>
                  </a:lnTo>
                  <a:lnTo>
                    <a:pt x="106" y="62"/>
                  </a:lnTo>
                  <a:lnTo>
                    <a:pt x="106" y="62"/>
                  </a:lnTo>
                  <a:lnTo>
                    <a:pt x="104" y="62"/>
                  </a:lnTo>
                  <a:lnTo>
                    <a:pt x="104" y="62"/>
                  </a:lnTo>
                  <a:lnTo>
                    <a:pt x="104" y="62"/>
                  </a:lnTo>
                  <a:lnTo>
                    <a:pt x="101" y="62"/>
                  </a:lnTo>
                  <a:lnTo>
                    <a:pt x="101" y="62"/>
                  </a:lnTo>
                  <a:lnTo>
                    <a:pt x="101" y="62"/>
                  </a:lnTo>
                  <a:lnTo>
                    <a:pt x="101" y="62"/>
                  </a:lnTo>
                  <a:lnTo>
                    <a:pt x="99" y="62"/>
                  </a:lnTo>
                  <a:lnTo>
                    <a:pt x="99" y="62"/>
                  </a:lnTo>
                  <a:lnTo>
                    <a:pt x="99" y="62"/>
                  </a:lnTo>
                  <a:lnTo>
                    <a:pt x="99" y="59"/>
                  </a:lnTo>
                  <a:lnTo>
                    <a:pt x="97" y="59"/>
                  </a:lnTo>
                  <a:lnTo>
                    <a:pt x="97" y="59"/>
                  </a:lnTo>
                  <a:lnTo>
                    <a:pt x="94" y="59"/>
                  </a:lnTo>
                  <a:lnTo>
                    <a:pt x="94" y="59"/>
                  </a:lnTo>
                  <a:lnTo>
                    <a:pt x="94" y="59"/>
                  </a:lnTo>
                  <a:lnTo>
                    <a:pt x="92" y="59"/>
                  </a:lnTo>
                  <a:lnTo>
                    <a:pt x="92" y="59"/>
                  </a:lnTo>
                  <a:lnTo>
                    <a:pt x="92" y="59"/>
                  </a:lnTo>
                  <a:lnTo>
                    <a:pt x="92" y="59"/>
                  </a:lnTo>
                  <a:lnTo>
                    <a:pt x="90" y="59"/>
                  </a:lnTo>
                  <a:lnTo>
                    <a:pt x="90" y="57"/>
                  </a:lnTo>
                  <a:lnTo>
                    <a:pt x="90" y="57"/>
                  </a:lnTo>
                  <a:lnTo>
                    <a:pt x="87" y="57"/>
                  </a:lnTo>
                  <a:lnTo>
                    <a:pt x="87" y="57"/>
                  </a:lnTo>
                  <a:lnTo>
                    <a:pt x="87" y="57"/>
                  </a:lnTo>
                  <a:lnTo>
                    <a:pt x="85" y="57"/>
                  </a:lnTo>
                  <a:lnTo>
                    <a:pt x="85" y="57"/>
                  </a:lnTo>
                  <a:lnTo>
                    <a:pt x="85" y="59"/>
                  </a:lnTo>
                  <a:lnTo>
                    <a:pt x="85" y="59"/>
                  </a:lnTo>
                  <a:lnTo>
                    <a:pt x="85" y="59"/>
                  </a:lnTo>
                  <a:lnTo>
                    <a:pt x="85" y="59"/>
                  </a:lnTo>
                  <a:lnTo>
                    <a:pt x="85" y="59"/>
                  </a:lnTo>
                  <a:lnTo>
                    <a:pt x="82" y="59"/>
                  </a:lnTo>
                  <a:lnTo>
                    <a:pt x="82" y="59"/>
                  </a:lnTo>
                  <a:lnTo>
                    <a:pt x="80" y="59"/>
                  </a:lnTo>
                  <a:lnTo>
                    <a:pt x="80" y="59"/>
                  </a:lnTo>
                  <a:lnTo>
                    <a:pt x="80" y="59"/>
                  </a:lnTo>
                  <a:lnTo>
                    <a:pt x="80" y="59"/>
                  </a:lnTo>
                  <a:lnTo>
                    <a:pt x="78" y="59"/>
                  </a:lnTo>
                  <a:lnTo>
                    <a:pt x="78" y="57"/>
                  </a:lnTo>
                  <a:lnTo>
                    <a:pt x="78" y="57"/>
                  </a:lnTo>
                  <a:lnTo>
                    <a:pt x="78" y="59"/>
                  </a:lnTo>
                  <a:lnTo>
                    <a:pt x="78" y="59"/>
                  </a:lnTo>
                  <a:lnTo>
                    <a:pt x="75" y="59"/>
                  </a:lnTo>
                  <a:lnTo>
                    <a:pt x="75" y="57"/>
                  </a:lnTo>
                  <a:lnTo>
                    <a:pt x="75" y="57"/>
                  </a:lnTo>
                  <a:lnTo>
                    <a:pt x="73" y="57"/>
                  </a:lnTo>
                  <a:lnTo>
                    <a:pt x="73" y="59"/>
                  </a:lnTo>
                  <a:lnTo>
                    <a:pt x="73" y="59"/>
                  </a:lnTo>
                  <a:lnTo>
                    <a:pt x="73" y="59"/>
                  </a:lnTo>
                  <a:lnTo>
                    <a:pt x="73" y="62"/>
                  </a:lnTo>
                  <a:lnTo>
                    <a:pt x="73" y="62"/>
                  </a:lnTo>
                  <a:lnTo>
                    <a:pt x="71" y="62"/>
                  </a:lnTo>
                  <a:lnTo>
                    <a:pt x="71" y="62"/>
                  </a:lnTo>
                  <a:lnTo>
                    <a:pt x="68" y="62"/>
                  </a:lnTo>
                  <a:lnTo>
                    <a:pt x="68" y="62"/>
                  </a:lnTo>
                  <a:lnTo>
                    <a:pt x="68" y="62"/>
                  </a:lnTo>
                  <a:lnTo>
                    <a:pt x="66" y="62"/>
                  </a:lnTo>
                  <a:lnTo>
                    <a:pt x="66" y="62"/>
                  </a:lnTo>
                  <a:lnTo>
                    <a:pt x="66" y="59"/>
                  </a:lnTo>
                  <a:lnTo>
                    <a:pt x="66" y="59"/>
                  </a:lnTo>
                  <a:lnTo>
                    <a:pt x="64" y="59"/>
                  </a:lnTo>
                  <a:lnTo>
                    <a:pt x="64" y="59"/>
                  </a:lnTo>
                  <a:lnTo>
                    <a:pt x="61" y="59"/>
                  </a:lnTo>
                  <a:lnTo>
                    <a:pt x="61" y="59"/>
                  </a:lnTo>
                  <a:lnTo>
                    <a:pt x="61" y="59"/>
                  </a:lnTo>
                  <a:lnTo>
                    <a:pt x="61" y="59"/>
                  </a:lnTo>
                  <a:lnTo>
                    <a:pt x="59" y="59"/>
                  </a:lnTo>
                  <a:lnTo>
                    <a:pt x="59" y="59"/>
                  </a:lnTo>
                  <a:lnTo>
                    <a:pt x="59" y="59"/>
                  </a:lnTo>
                  <a:lnTo>
                    <a:pt x="59" y="57"/>
                  </a:lnTo>
                  <a:lnTo>
                    <a:pt x="56" y="57"/>
                  </a:lnTo>
                  <a:lnTo>
                    <a:pt x="56" y="57"/>
                  </a:lnTo>
                  <a:lnTo>
                    <a:pt x="54" y="57"/>
                  </a:lnTo>
                  <a:lnTo>
                    <a:pt x="54" y="57"/>
                  </a:lnTo>
                  <a:lnTo>
                    <a:pt x="54" y="54"/>
                  </a:lnTo>
                  <a:lnTo>
                    <a:pt x="54" y="54"/>
                  </a:lnTo>
                  <a:lnTo>
                    <a:pt x="54" y="54"/>
                  </a:lnTo>
                  <a:lnTo>
                    <a:pt x="54" y="54"/>
                  </a:lnTo>
                  <a:lnTo>
                    <a:pt x="52" y="54"/>
                  </a:lnTo>
                  <a:lnTo>
                    <a:pt x="52" y="54"/>
                  </a:lnTo>
                  <a:lnTo>
                    <a:pt x="52" y="52"/>
                  </a:lnTo>
                  <a:lnTo>
                    <a:pt x="52" y="52"/>
                  </a:lnTo>
                  <a:lnTo>
                    <a:pt x="49" y="52"/>
                  </a:lnTo>
                  <a:lnTo>
                    <a:pt x="49" y="52"/>
                  </a:lnTo>
                  <a:lnTo>
                    <a:pt x="49" y="52"/>
                  </a:lnTo>
                  <a:lnTo>
                    <a:pt x="47" y="52"/>
                  </a:lnTo>
                  <a:lnTo>
                    <a:pt x="47" y="52"/>
                  </a:lnTo>
                  <a:lnTo>
                    <a:pt x="47" y="52"/>
                  </a:lnTo>
                  <a:lnTo>
                    <a:pt x="45" y="52"/>
                  </a:lnTo>
                  <a:lnTo>
                    <a:pt x="45" y="52"/>
                  </a:lnTo>
                  <a:lnTo>
                    <a:pt x="45" y="52"/>
                  </a:lnTo>
                  <a:lnTo>
                    <a:pt x="45" y="52"/>
                  </a:lnTo>
                  <a:lnTo>
                    <a:pt x="42" y="52"/>
                  </a:lnTo>
                  <a:lnTo>
                    <a:pt x="42" y="52"/>
                  </a:lnTo>
                  <a:lnTo>
                    <a:pt x="40" y="52"/>
                  </a:lnTo>
                  <a:lnTo>
                    <a:pt x="40" y="52"/>
                  </a:lnTo>
                  <a:lnTo>
                    <a:pt x="40" y="52"/>
                  </a:lnTo>
                  <a:lnTo>
                    <a:pt x="38" y="52"/>
                  </a:lnTo>
                  <a:lnTo>
                    <a:pt x="38" y="52"/>
                  </a:lnTo>
                  <a:lnTo>
                    <a:pt x="38" y="52"/>
                  </a:lnTo>
                  <a:lnTo>
                    <a:pt x="35" y="52"/>
                  </a:lnTo>
                  <a:lnTo>
                    <a:pt x="35" y="52"/>
                  </a:lnTo>
                  <a:lnTo>
                    <a:pt x="33" y="52"/>
                  </a:lnTo>
                  <a:lnTo>
                    <a:pt x="33" y="52"/>
                  </a:lnTo>
                  <a:lnTo>
                    <a:pt x="33" y="50"/>
                  </a:lnTo>
                  <a:lnTo>
                    <a:pt x="33" y="50"/>
                  </a:lnTo>
                  <a:lnTo>
                    <a:pt x="33" y="52"/>
                  </a:lnTo>
                  <a:lnTo>
                    <a:pt x="30" y="52"/>
                  </a:lnTo>
                  <a:lnTo>
                    <a:pt x="30" y="50"/>
                  </a:lnTo>
                  <a:lnTo>
                    <a:pt x="30" y="50"/>
                  </a:lnTo>
                  <a:lnTo>
                    <a:pt x="28" y="50"/>
                  </a:lnTo>
                  <a:lnTo>
                    <a:pt x="28" y="50"/>
                  </a:lnTo>
                  <a:lnTo>
                    <a:pt x="28" y="50"/>
                  </a:lnTo>
                  <a:lnTo>
                    <a:pt x="28" y="50"/>
                  </a:lnTo>
                  <a:lnTo>
                    <a:pt x="28" y="50"/>
                  </a:lnTo>
                  <a:lnTo>
                    <a:pt x="28" y="50"/>
                  </a:lnTo>
                  <a:lnTo>
                    <a:pt x="28" y="47"/>
                  </a:lnTo>
                  <a:lnTo>
                    <a:pt x="26" y="47"/>
                  </a:lnTo>
                  <a:lnTo>
                    <a:pt x="26" y="47"/>
                  </a:lnTo>
                  <a:lnTo>
                    <a:pt x="26" y="45"/>
                  </a:lnTo>
                  <a:lnTo>
                    <a:pt x="26" y="45"/>
                  </a:lnTo>
                  <a:lnTo>
                    <a:pt x="28" y="45"/>
                  </a:lnTo>
                  <a:lnTo>
                    <a:pt x="28" y="43"/>
                  </a:lnTo>
                  <a:lnTo>
                    <a:pt x="28" y="43"/>
                  </a:lnTo>
                  <a:lnTo>
                    <a:pt x="28" y="43"/>
                  </a:lnTo>
                  <a:lnTo>
                    <a:pt x="28" y="43"/>
                  </a:lnTo>
                  <a:lnTo>
                    <a:pt x="28" y="43"/>
                  </a:lnTo>
                  <a:lnTo>
                    <a:pt x="30" y="43"/>
                  </a:lnTo>
                  <a:lnTo>
                    <a:pt x="30" y="40"/>
                  </a:lnTo>
                  <a:lnTo>
                    <a:pt x="30" y="40"/>
                  </a:lnTo>
                  <a:lnTo>
                    <a:pt x="28" y="40"/>
                  </a:lnTo>
                  <a:lnTo>
                    <a:pt x="28" y="40"/>
                  </a:lnTo>
                  <a:lnTo>
                    <a:pt x="28" y="40"/>
                  </a:lnTo>
                  <a:lnTo>
                    <a:pt x="26" y="40"/>
                  </a:lnTo>
                  <a:lnTo>
                    <a:pt x="26" y="40"/>
                  </a:lnTo>
                  <a:lnTo>
                    <a:pt x="26" y="40"/>
                  </a:lnTo>
                  <a:lnTo>
                    <a:pt x="23" y="40"/>
                  </a:lnTo>
                  <a:lnTo>
                    <a:pt x="23" y="38"/>
                  </a:lnTo>
                  <a:lnTo>
                    <a:pt x="23" y="38"/>
                  </a:lnTo>
                  <a:lnTo>
                    <a:pt x="23" y="38"/>
                  </a:lnTo>
                  <a:lnTo>
                    <a:pt x="21" y="38"/>
                  </a:lnTo>
                  <a:lnTo>
                    <a:pt x="21" y="38"/>
                  </a:lnTo>
                  <a:lnTo>
                    <a:pt x="21" y="36"/>
                  </a:lnTo>
                  <a:lnTo>
                    <a:pt x="21" y="36"/>
                  </a:lnTo>
                  <a:lnTo>
                    <a:pt x="21" y="36"/>
                  </a:lnTo>
                  <a:lnTo>
                    <a:pt x="19" y="36"/>
                  </a:lnTo>
                  <a:lnTo>
                    <a:pt x="19" y="36"/>
                  </a:lnTo>
                  <a:lnTo>
                    <a:pt x="19" y="36"/>
                  </a:lnTo>
                  <a:lnTo>
                    <a:pt x="19" y="36"/>
                  </a:lnTo>
                  <a:lnTo>
                    <a:pt x="16" y="36"/>
                  </a:lnTo>
                  <a:lnTo>
                    <a:pt x="16" y="36"/>
                  </a:lnTo>
                  <a:lnTo>
                    <a:pt x="14" y="36"/>
                  </a:lnTo>
                  <a:lnTo>
                    <a:pt x="14" y="36"/>
                  </a:lnTo>
                  <a:lnTo>
                    <a:pt x="14" y="36"/>
                  </a:lnTo>
                  <a:lnTo>
                    <a:pt x="11" y="36"/>
                  </a:lnTo>
                  <a:lnTo>
                    <a:pt x="11" y="36"/>
                  </a:lnTo>
                  <a:lnTo>
                    <a:pt x="11" y="36"/>
                  </a:lnTo>
                  <a:lnTo>
                    <a:pt x="9" y="36"/>
                  </a:lnTo>
                  <a:lnTo>
                    <a:pt x="9" y="36"/>
                  </a:lnTo>
                  <a:lnTo>
                    <a:pt x="7" y="36"/>
                  </a:lnTo>
                  <a:lnTo>
                    <a:pt x="7" y="36"/>
                  </a:lnTo>
                  <a:lnTo>
                    <a:pt x="7" y="36"/>
                  </a:lnTo>
                  <a:lnTo>
                    <a:pt x="7" y="36"/>
                  </a:lnTo>
                  <a:lnTo>
                    <a:pt x="4" y="36"/>
                  </a:lnTo>
                  <a:lnTo>
                    <a:pt x="4" y="36"/>
                  </a:lnTo>
                  <a:lnTo>
                    <a:pt x="4" y="36"/>
                  </a:lnTo>
                  <a:lnTo>
                    <a:pt x="4" y="36"/>
                  </a:lnTo>
                  <a:lnTo>
                    <a:pt x="2" y="36"/>
                  </a:lnTo>
                  <a:lnTo>
                    <a:pt x="2" y="36"/>
                  </a:lnTo>
                  <a:lnTo>
                    <a:pt x="2" y="33"/>
                  </a:lnTo>
                  <a:lnTo>
                    <a:pt x="2" y="33"/>
                  </a:lnTo>
                  <a:lnTo>
                    <a:pt x="2" y="33"/>
                  </a:lnTo>
                  <a:lnTo>
                    <a:pt x="2" y="33"/>
                  </a:lnTo>
                  <a:lnTo>
                    <a:pt x="2" y="31"/>
                  </a:lnTo>
                  <a:lnTo>
                    <a:pt x="0" y="31"/>
                  </a:lnTo>
                  <a:lnTo>
                    <a:pt x="0" y="31"/>
                  </a:lnTo>
                  <a:lnTo>
                    <a:pt x="0" y="31"/>
                  </a:lnTo>
                  <a:lnTo>
                    <a:pt x="0" y="28"/>
                  </a:lnTo>
                  <a:lnTo>
                    <a:pt x="0" y="28"/>
                  </a:lnTo>
                  <a:lnTo>
                    <a:pt x="0" y="28"/>
                  </a:lnTo>
                  <a:lnTo>
                    <a:pt x="2" y="28"/>
                  </a:lnTo>
                  <a:lnTo>
                    <a:pt x="2" y="28"/>
                  </a:lnTo>
                  <a:lnTo>
                    <a:pt x="2" y="26"/>
                  </a:lnTo>
                  <a:lnTo>
                    <a:pt x="4" y="26"/>
                  </a:lnTo>
                  <a:lnTo>
                    <a:pt x="4" y="26"/>
                  </a:lnTo>
                  <a:lnTo>
                    <a:pt x="4" y="28"/>
                  </a:lnTo>
                  <a:lnTo>
                    <a:pt x="4" y="28"/>
                  </a:lnTo>
                  <a:lnTo>
                    <a:pt x="4" y="31"/>
                  </a:lnTo>
                  <a:lnTo>
                    <a:pt x="4" y="31"/>
                  </a:lnTo>
                  <a:lnTo>
                    <a:pt x="7" y="31"/>
                  </a:lnTo>
                  <a:lnTo>
                    <a:pt x="7" y="31"/>
                  </a:lnTo>
                  <a:lnTo>
                    <a:pt x="7" y="31"/>
                  </a:lnTo>
                  <a:lnTo>
                    <a:pt x="7" y="33"/>
                  </a:lnTo>
                  <a:lnTo>
                    <a:pt x="7" y="33"/>
                  </a:lnTo>
                  <a:lnTo>
                    <a:pt x="7" y="33"/>
                  </a:lnTo>
                  <a:lnTo>
                    <a:pt x="9" y="33"/>
                  </a:lnTo>
                  <a:lnTo>
                    <a:pt x="9" y="33"/>
                  </a:lnTo>
                  <a:lnTo>
                    <a:pt x="9" y="31"/>
                  </a:lnTo>
                  <a:lnTo>
                    <a:pt x="9" y="31"/>
                  </a:lnTo>
                  <a:lnTo>
                    <a:pt x="9" y="31"/>
                  </a:lnTo>
                  <a:lnTo>
                    <a:pt x="11" y="31"/>
                  </a:lnTo>
                  <a:lnTo>
                    <a:pt x="11" y="28"/>
                  </a:lnTo>
                  <a:lnTo>
                    <a:pt x="11" y="28"/>
                  </a:lnTo>
                  <a:lnTo>
                    <a:pt x="11" y="26"/>
                  </a:lnTo>
                  <a:lnTo>
                    <a:pt x="11" y="26"/>
                  </a:lnTo>
                  <a:lnTo>
                    <a:pt x="11" y="26"/>
                  </a:lnTo>
                  <a:lnTo>
                    <a:pt x="11" y="26"/>
                  </a:lnTo>
                  <a:lnTo>
                    <a:pt x="14" y="26"/>
                  </a:lnTo>
                  <a:lnTo>
                    <a:pt x="14" y="26"/>
                  </a:lnTo>
                  <a:lnTo>
                    <a:pt x="14" y="26"/>
                  </a:lnTo>
                  <a:lnTo>
                    <a:pt x="14" y="24"/>
                  </a:lnTo>
                  <a:lnTo>
                    <a:pt x="14" y="24"/>
                  </a:lnTo>
                  <a:lnTo>
                    <a:pt x="14" y="24"/>
                  </a:lnTo>
                  <a:lnTo>
                    <a:pt x="14" y="21"/>
                  </a:lnTo>
                  <a:lnTo>
                    <a:pt x="14" y="21"/>
                  </a:lnTo>
                  <a:lnTo>
                    <a:pt x="14" y="19"/>
                  </a:lnTo>
                  <a:lnTo>
                    <a:pt x="14" y="19"/>
                  </a:lnTo>
                  <a:lnTo>
                    <a:pt x="16" y="19"/>
                  </a:lnTo>
                  <a:lnTo>
                    <a:pt x="16" y="17"/>
                  </a:lnTo>
                  <a:lnTo>
                    <a:pt x="16" y="17"/>
                  </a:lnTo>
                  <a:lnTo>
                    <a:pt x="16" y="17"/>
                  </a:lnTo>
                  <a:lnTo>
                    <a:pt x="16" y="14"/>
                  </a:lnTo>
                  <a:lnTo>
                    <a:pt x="19" y="14"/>
                  </a:lnTo>
                  <a:lnTo>
                    <a:pt x="19" y="14"/>
                  </a:lnTo>
                  <a:lnTo>
                    <a:pt x="19" y="14"/>
                  </a:lnTo>
                  <a:lnTo>
                    <a:pt x="19" y="14"/>
                  </a:lnTo>
                  <a:lnTo>
                    <a:pt x="19" y="12"/>
                  </a:lnTo>
                  <a:lnTo>
                    <a:pt x="19" y="12"/>
                  </a:lnTo>
                  <a:lnTo>
                    <a:pt x="19" y="12"/>
                  </a:lnTo>
                  <a:lnTo>
                    <a:pt x="21" y="12"/>
                  </a:lnTo>
                  <a:lnTo>
                    <a:pt x="21" y="12"/>
                  </a:lnTo>
                  <a:lnTo>
                    <a:pt x="21" y="12"/>
                  </a:lnTo>
                  <a:lnTo>
                    <a:pt x="21" y="12"/>
                  </a:lnTo>
                  <a:lnTo>
                    <a:pt x="23" y="12"/>
                  </a:lnTo>
                  <a:lnTo>
                    <a:pt x="23" y="12"/>
                  </a:lnTo>
                  <a:lnTo>
                    <a:pt x="26" y="12"/>
                  </a:lnTo>
                  <a:lnTo>
                    <a:pt x="26" y="12"/>
                  </a:lnTo>
                  <a:lnTo>
                    <a:pt x="26" y="12"/>
                  </a:lnTo>
                  <a:lnTo>
                    <a:pt x="28" y="12"/>
                  </a:lnTo>
                  <a:lnTo>
                    <a:pt x="28" y="14"/>
                  </a:lnTo>
                  <a:lnTo>
                    <a:pt x="28" y="14"/>
                  </a:lnTo>
                  <a:lnTo>
                    <a:pt x="28" y="14"/>
                  </a:lnTo>
                  <a:lnTo>
                    <a:pt x="28" y="14"/>
                  </a:lnTo>
                  <a:lnTo>
                    <a:pt x="30" y="14"/>
                  </a:lnTo>
                  <a:lnTo>
                    <a:pt x="30" y="14"/>
                  </a:lnTo>
                  <a:lnTo>
                    <a:pt x="33" y="14"/>
                  </a:lnTo>
                  <a:lnTo>
                    <a:pt x="33" y="14"/>
                  </a:lnTo>
                  <a:lnTo>
                    <a:pt x="33" y="14"/>
                  </a:lnTo>
                  <a:lnTo>
                    <a:pt x="35" y="14"/>
                  </a:lnTo>
                  <a:lnTo>
                    <a:pt x="35" y="14"/>
                  </a:lnTo>
                  <a:lnTo>
                    <a:pt x="33" y="14"/>
                  </a:lnTo>
                  <a:lnTo>
                    <a:pt x="33" y="14"/>
                  </a:lnTo>
                  <a:lnTo>
                    <a:pt x="33" y="12"/>
                  </a:lnTo>
                  <a:lnTo>
                    <a:pt x="33" y="12"/>
                  </a:lnTo>
                  <a:lnTo>
                    <a:pt x="30" y="12"/>
                  </a:lnTo>
                  <a:lnTo>
                    <a:pt x="30" y="14"/>
                  </a:lnTo>
                  <a:lnTo>
                    <a:pt x="30" y="14"/>
                  </a:lnTo>
                  <a:lnTo>
                    <a:pt x="30" y="12"/>
                  </a:lnTo>
                  <a:lnTo>
                    <a:pt x="30" y="12"/>
                  </a:lnTo>
                  <a:lnTo>
                    <a:pt x="30" y="9"/>
                  </a:lnTo>
                  <a:lnTo>
                    <a:pt x="30" y="9"/>
                  </a:lnTo>
                  <a:lnTo>
                    <a:pt x="30" y="9"/>
                  </a:lnTo>
                  <a:lnTo>
                    <a:pt x="30" y="9"/>
                  </a:lnTo>
                  <a:lnTo>
                    <a:pt x="28" y="9"/>
                  </a:lnTo>
                  <a:lnTo>
                    <a:pt x="28" y="7"/>
                  </a:lnTo>
                  <a:lnTo>
                    <a:pt x="30" y="7"/>
                  </a:lnTo>
                  <a:lnTo>
                    <a:pt x="30" y="7"/>
                  </a:lnTo>
                  <a:lnTo>
                    <a:pt x="30" y="7"/>
                  </a:lnTo>
                  <a:lnTo>
                    <a:pt x="30" y="7"/>
                  </a:lnTo>
                  <a:lnTo>
                    <a:pt x="30" y="5"/>
                  </a:lnTo>
                  <a:lnTo>
                    <a:pt x="28" y="5"/>
                  </a:lnTo>
                  <a:lnTo>
                    <a:pt x="28" y="5"/>
                  </a:lnTo>
                  <a:lnTo>
                    <a:pt x="30" y="5"/>
                  </a:lnTo>
                  <a:lnTo>
                    <a:pt x="30" y="2"/>
                  </a:lnTo>
                  <a:lnTo>
                    <a:pt x="30" y="2"/>
                  </a:lnTo>
                  <a:lnTo>
                    <a:pt x="28" y="2"/>
                  </a:lnTo>
                  <a:lnTo>
                    <a:pt x="28" y="2"/>
                  </a:lnTo>
                  <a:lnTo>
                    <a:pt x="28" y="0"/>
                  </a:lnTo>
                  <a:lnTo>
                    <a:pt x="28" y="0"/>
                  </a:lnTo>
                  <a:lnTo>
                    <a:pt x="28" y="0"/>
                  </a:lnTo>
                  <a:lnTo>
                    <a:pt x="28" y="0"/>
                  </a:lnTo>
                  <a:lnTo>
                    <a:pt x="30" y="0"/>
                  </a:lnTo>
                  <a:lnTo>
                    <a:pt x="30" y="0"/>
                  </a:lnTo>
                  <a:lnTo>
                    <a:pt x="33" y="0"/>
                  </a:lnTo>
                  <a:lnTo>
                    <a:pt x="3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9" name="Freeform 217"/>
            <p:cNvSpPr>
              <a:spLocks/>
            </p:cNvSpPr>
            <p:nvPr/>
          </p:nvSpPr>
          <p:spPr bwMode="auto">
            <a:xfrm>
              <a:off x="4900613" y="4592638"/>
              <a:ext cx="363538" cy="139700"/>
            </a:xfrm>
            <a:custGeom>
              <a:avLst/>
              <a:gdLst/>
              <a:ahLst/>
              <a:cxnLst>
                <a:cxn ang="0">
                  <a:pos x="35" y="12"/>
                </a:cxn>
                <a:cxn ang="0">
                  <a:pos x="40" y="17"/>
                </a:cxn>
                <a:cxn ang="0">
                  <a:pos x="47" y="12"/>
                </a:cxn>
                <a:cxn ang="0">
                  <a:pos x="56" y="19"/>
                </a:cxn>
                <a:cxn ang="0">
                  <a:pos x="66" y="19"/>
                </a:cxn>
                <a:cxn ang="0">
                  <a:pos x="75" y="26"/>
                </a:cxn>
                <a:cxn ang="0">
                  <a:pos x="80" y="33"/>
                </a:cxn>
                <a:cxn ang="0">
                  <a:pos x="92" y="36"/>
                </a:cxn>
                <a:cxn ang="0">
                  <a:pos x="101" y="38"/>
                </a:cxn>
                <a:cxn ang="0">
                  <a:pos x="113" y="38"/>
                </a:cxn>
                <a:cxn ang="0">
                  <a:pos x="118" y="28"/>
                </a:cxn>
                <a:cxn ang="0">
                  <a:pos x="127" y="24"/>
                </a:cxn>
                <a:cxn ang="0">
                  <a:pos x="137" y="28"/>
                </a:cxn>
                <a:cxn ang="0">
                  <a:pos x="146" y="33"/>
                </a:cxn>
                <a:cxn ang="0">
                  <a:pos x="158" y="36"/>
                </a:cxn>
                <a:cxn ang="0">
                  <a:pos x="165" y="36"/>
                </a:cxn>
                <a:cxn ang="0">
                  <a:pos x="180" y="36"/>
                </a:cxn>
                <a:cxn ang="0">
                  <a:pos x="194" y="38"/>
                </a:cxn>
                <a:cxn ang="0">
                  <a:pos x="189" y="43"/>
                </a:cxn>
                <a:cxn ang="0">
                  <a:pos x="184" y="47"/>
                </a:cxn>
                <a:cxn ang="0">
                  <a:pos x="177" y="45"/>
                </a:cxn>
                <a:cxn ang="0">
                  <a:pos x="168" y="47"/>
                </a:cxn>
                <a:cxn ang="0">
                  <a:pos x="172" y="57"/>
                </a:cxn>
                <a:cxn ang="0">
                  <a:pos x="180" y="57"/>
                </a:cxn>
                <a:cxn ang="0">
                  <a:pos x="191" y="54"/>
                </a:cxn>
                <a:cxn ang="0">
                  <a:pos x="201" y="59"/>
                </a:cxn>
                <a:cxn ang="0">
                  <a:pos x="208" y="69"/>
                </a:cxn>
                <a:cxn ang="0">
                  <a:pos x="220" y="66"/>
                </a:cxn>
                <a:cxn ang="0">
                  <a:pos x="227" y="73"/>
                </a:cxn>
                <a:cxn ang="0">
                  <a:pos x="220" y="81"/>
                </a:cxn>
                <a:cxn ang="0">
                  <a:pos x="215" y="85"/>
                </a:cxn>
                <a:cxn ang="0">
                  <a:pos x="208" y="76"/>
                </a:cxn>
                <a:cxn ang="0">
                  <a:pos x="198" y="73"/>
                </a:cxn>
                <a:cxn ang="0">
                  <a:pos x="206" y="85"/>
                </a:cxn>
                <a:cxn ang="0">
                  <a:pos x="194" y="83"/>
                </a:cxn>
                <a:cxn ang="0">
                  <a:pos x="184" y="78"/>
                </a:cxn>
                <a:cxn ang="0">
                  <a:pos x="175" y="76"/>
                </a:cxn>
                <a:cxn ang="0">
                  <a:pos x="168" y="73"/>
                </a:cxn>
                <a:cxn ang="0">
                  <a:pos x="158" y="76"/>
                </a:cxn>
                <a:cxn ang="0">
                  <a:pos x="144" y="73"/>
                </a:cxn>
                <a:cxn ang="0">
                  <a:pos x="135" y="73"/>
                </a:cxn>
                <a:cxn ang="0">
                  <a:pos x="123" y="71"/>
                </a:cxn>
                <a:cxn ang="0">
                  <a:pos x="111" y="66"/>
                </a:cxn>
                <a:cxn ang="0">
                  <a:pos x="99" y="62"/>
                </a:cxn>
                <a:cxn ang="0">
                  <a:pos x="87" y="57"/>
                </a:cxn>
                <a:cxn ang="0">
                  <a:pos x="78" y="57"/>
                </a:cxn>
                <a:cxn ang="0">
                  <a:pos x="66" y="62"/>
                </a:cxn>
                <a:cxn ang="0">
                  <a:pos x="54" y="57"/>
                </a:cxn>
                <a:cxn ang="0">
                  <a:pos x="45" y="52"/>
                </a:cxn>
                <a:cxn ang="0">
                  <a:pos x="30" y="52"/>
                </a:cxn>
                <a:cxn ang="0">
                  <a:pos x="28" y="43"/>
                </a:cxn>
                <a:cxn ang="0">
                  <a:pos x="21" y="38"/>
                </a:cxn>
                <a:cxn ang="0">
                  <a:pos x="9" y="36"/>
                </a:cxn>
                <a:cxn ang="0">
                  <a:pos x="0" y="31"/>
                </a:cxn>
                <a:cxn ang="0">
                  <a:pos x="7" y="33"/>
                </a:cxn>
                <a:cxn ang="0">
                  <a:pos x="14" y="26"/>
                </a:cxn>
                <a:cxn ang="0">
                  <a:pos x="19" y="12"/>
                </a:cxn>
                <a:cxn ang="0">
                  <a:pos x="30" y="14"/>
                </a:cxn>
                <a:cxn ang="0">
                  <a:pos x="30" y="9"/>
                </a:cxn>
                <a:cxn ang="0">
                  <a:pos x="28" y="0"/>
                </a:cxn>
              </a:cxnLst>
              <a:rect l="0" t="0" r="r" b="b"/>
              <a:pathLst>
                <a:path w="229" h="88">
                  <a:moveTo>
                    <a:pt x="33" y="0"/>
                  </a:moveTo>
                  <a:lnTo>
                    <a:pt x="33" y="2"/>
                  </a:lnTo>
                  <a:lnTo>
                    <a:pt x="33" y="2"/>
                  </a:lnTo>
                  <a:lnTo>
                    <a:pt x="33" y="2"/>
                  </a:lnTo>
                  <a:lnTo>
                    <a:pt x="33" y="2"/>
                  </a:lnTo>
                  <a:lnTo>
                    <a:pt x="33" y="5"/>
                  </a:lnTo>
                  <a:lnTo>
                    <a:pt x="33" y="5"/>
                  </a:lnTo>
                  <a:lnTo>
                    <a:pt x="33" y="7"/>
                  </a:lnTo>
                  <a:lnTo>
                    <a:pt x="33" y="7"/>
                  </a:lnTo>
                  <a:lnTo>
                    <a:pt x="33" y="7"/>
                  </a:lnTo>
                  <a:lnTo>
                    <a:pt x="33" y="9"/>
                  </a:lnTo>
                  <a:lnTo>
                    <a:pt x="33" y="9"/>
                  </a:lnTo>
                  <a:lnTo>
                    <a:pt x="33" y="9"/>
                  </a:lnTo>
                  <a:lnTo>
                    <a:pt x="33" y="9"/>
                  </a:lnTo>
                  <a:lnTo>
                    <a:pt x="33" y="12"/>
                  </a:lnTo>
                  <a:lnTo>
                    <a:pt x="33" y="12"/>
                  </a:lnTo>
                  <a:lnTo>
                    <a:pt x="35" y="12"/>
                  </a:lnTo>
                  <a:lnTo>
                    <a:pt x="35" y="12"/>
                  </a:lnTo>
                  <a:lnTo>
                    <a:pt x="38" y="12"/>
                  </a:lnTo>
                  <a:lnTo>
                    <a:pt x="38" y="14"/>
                  </a:lnTo>
                  <a:lnTo>
                    <a:pt x="38" y="14"/>
                  </a:lnTo>
                  <a:lnTo>
                    <a:pt x="38" y="12"/>
                  </a:lnTo>
                  <a:lnTo>
                    <a:pt x="38" y="12"/>
                  </a:lnTo>
                  <a:lnTo>
                    <a:pt x="38" y="14"/>
                  </a:lnTo>
                  <a:lnTo>
                    <a:pt x="38" y="14"/>
                  </a:lnTo>
                  <a:lnTo>
                    <a:pt x="38" y="14"/>
                  </a:lnTo>
                  <a:lnTo>
                    <a:pt x="38" y="14"/>
                  </a:lnTo>
                  <a:lnTo>
                    <a:pt x="38" y="14"/>
                  </a:lnTo>
                  <a:lnTo>
                    <a:pt x="35" y="14"/>
                  </a:lnTo>
                  <a:lnTo>
                    <a:pt x="35" y="17"/>
                  </a:lnTo>
                  <a:lnTo>
                    <a:pt x="38" y="17"/>
                  </a:lnTo>
                  <a:lnTo>
                    <a:pt x="38" y="17"/>
                  </a:lnTo>
                  <a:lnTo>
                    <a:pt x="38" y="17"/>
                  </a:lnTo>
                  <a:lnTo>
                    <a:pt x="40" y="17"/>
                  </a:lnTo>
                  <a:lnTo>
                    <a:pt x="40" y="17"/>
                  </a:lnTo>
                  <a:lnTo>
                    <a:pt x="40" y="14"/>
                  </a:lnTo>
                  <a:lnTo>
                    <a:pt x="40" y="14"/>
                  </a:lnTo>
                  <a:lnTo>
                    <a:pt x="40" y="14"/>
                  </a:lnTo>
                  <a:lnTo>
                    <a:pt x="40" y="12"/>
                  </a:lnTo>
                  <a:lnTo>
                    <a:pt x="40" y="12"/>
                  </a:lnTo>
                  <a:lnTo>
                    <a:pt x="40" y="12"/>
                  </a:lnTo>
                  <a:lnTo>
                    <a:pt x="42" y="12"/>
                  </a:lnTo>
                  <a:lnTo>
                    <a:pt x="42" y="12"/>
                  </a:lnTo>
                  <a:lnTo>
                    <a:pt x="42" y="12"/>
                  </a:lnTo>
                  <a:lnTo>
                    <a:pt x="45" y="12"/>
                  </a:lnTo>
                  <a:lnTo>
                    <a:pt x="45" y="14"/>
                  </a:lnTo>
                  <a:lnTo>
                    <a:pt x="45" y="14"/>
                  </a:lnTo>
                  <a:lnTo>
                    <a:pt x="45" y="14"/>
                  </a:lnTo>
                  <a:lnTo>
                    <a:pt x="47" y="14"/>
                  </a:lnTo>
                  <a:lnTo>
                    <a:pt x="47" y="12"/>
                  </a:lnTo>
                  <a:lnTo>
                    <a:pt x="47" y="12"/>
                  </a:lnTo>
                  <a:lnTo>
                    <a:pt x="47" y="12"/>
                  </a:lnTo>
                  <a:lnTo>
                    <a:pt x="47" y="14"/>
                  </a:lnTo>
                  <a:lnTo>
                    <a:pt x="49" y="14"/>
                  </a:lnTo>
                  <a:lnTo>
                    <a:pt x="49" y="14"/>
                  </a:lnTo>
                  <a:lnTo>
                    <a:pt x="49" y="14"/>
                  </a:lnTo>
                  <a:lnTo>
                    <a:pt x="49" y="14"/>
                  </a:lnTo>
                  <a:lnTo>
                    <a:pt x="52" y="14"/>
                  </a:lnTo>
                  <a:lnTo>
                    <a:pt x="52" y="17"/>
                  </a:lnTo>
                  <a:lnTo>
                    <a:pt x="52" y="17"/>
                  </a:lnTo>
                  <a:lnTo>
                    <a:pt x="52" y="17"/>
                  </a:lnTo>
                  <a:lnTo>
                    <a:pt x="52" y="17"/>
                  </a:lnTo>
                  <a:lnTo>
                    <a:pt x="52" y="19"/>
                  </a:lnTo>
                  <a:lnTo>
                    <a:pt x="54" y="19"/>
                  </a:lnTo>
                  <a:lnTo>
                    <a:pt x="54" y="19"/>
                  </a:lnTo>
                  <a:lnTo>
                    <a:pt x="54" y="19"/>
                  </a:lnTo>
                  <a:lnTo>
                    <a:pt x="54" y="19"/>
                  </a:lnTo>
                  <a:lnTo>
                    <a:pt x="56" y="19"/>
                  </a:lnTo>
                  <a:lnTo>
                    <a:pt x="56" y="19"/>
                  </a:lnTo>
                  <a:lnTo>
                    <a:pt x="56" y="19"/>
                  </a:lnTo>
                  <a:lnTo>
                    <a:pt x="59" y="19"/>
                  </a:lnTo>
                  <a:lnTo>
                    <a:pt x="59" y="19"/>
                  </a:lnTo>
                  <a:lnTo>
                    <a:pt x="59" y="19"/>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19"/>
                  </a:lnTo>
                  <a:lnTo>
                    <a:pt x="66" y="19"/>
                  </a:lnTo>
                  <a:lnTo>
                    <a:pt x="68" y="19"/>
                  </a:lnTo>
                  <a:lnTo>
                    <a:pt x="68" y="19"/>
                  </a:lnTo>
                  <a:lnTo>
                    <a:pt x="68" y="19"/>
                  </a:lnTo>
                  <a:lnTo>
                    <a:pt x="71" y="19"/>
                  </a:lnTo>
                  <a:lnTo>
                    <a:pt x="71" y="21"/>
                  </a:lnTo>
                  <a:lnTo>
                    <a:pt x="71" y="21"/>
                  </a:lnTo>
                  <a:lnTo>
                    <a:pt x="71" y="21"/>
                  </a:lnTo>
                  <a:lnTo>
                    <a:pt x="71" y="24"/>
                  </a:lnTo>
                  <a:lnTo>
                    <a:pt x="71" y="24"/>
                  </a:lnTo>
                  <a:lnTo>
                    <a:pt x="73" y="24"/>
                  </a:lnTo>
                  <a:lnTo>
                    <a:pt x="73" y="24"/>
                  </a:lnTo>
                  <a:lnTo>
                    <a:pt x="73" y="24"/>
                  </a:lnTo>
                  <a:lnTo>
                    <a:pt x="73" y="26"/>
                  </a:lnTo>
                  <a:lnTo>
                    <a:pt x="73" y="26"/>
                  </a:lnTo>
                  <a:lnTo>
                    <a:pt x="73" y="26"/>
                  </a:lnTo>
                  <a:lnTo>
                    <a:pt x="75" y="26"/>
                  </a:lnTo>
                  <a:lnTo>
                    <a:pt x="75" y="28"/>
                  </a:lnTo>
                  <a:lnTo>
                    <a:pt x="75" y="28"/>
                  </a:lnTo>
                  <a:lnTo>
                    <a:pt x="75" y="31"/>
                  </a:lnTo>
                  <a:lnTo>
                    <a:pt x="75" y="31"/>
                  </a:lnTo>
                  <a:lnTo>
                    <a:pt x="75" y="33"/>
                  </a:lnTo>
                  <a:lnTo>
                    <a:pt x="75" y="33"/>
                  </a:lnTo>
                  <a:lnTo>
                    <a:pt x="75" y="33"/>
                  </a:lnTo>
                  <a:lnTo>
                    <a:pt x="78" y="33"/>
                  </a:lnTo>
                  <a:lnTo>
                    <a:pt x="78" y="33"/>
                  </a:lnTo>
                  <a:lnTo>
                    <a:pt x="78" y="33"/>
                  </a:lnTo>
                  <a:lnTo>
                    <a:pt x="78" y="33"/>
                  </a:lnTo>
                  <a:lnTo>
                    <a:pt x="80" y="33"/>
                  </a:lnTo>
                  <a:lnTo>
                    <a:pt x="80" y="33"/>
                  </a:lnTo>
                  <a:lnTo>
                    <a:pt x="80" y="33"/>
                  </a:lnTo>
                  <a:lnTo>
                    <a:pt x="80" y="33"/>
                  </a:lnTo>
                  <a:lnTo>
                    <a:pt x="80" y="33"/>
                  </a:lnTo>
                  <a:lnTo>
                    <a:pt x="80" y="33"/>
                  </a:lnTo>
                  <a:lnTo>
                    <a:pt x="80" y="33"/>
                  </a:lnTo>
                  <a:lnTo>
                    <a:pt x="82" y="33"/>
                  </a:lnTo>
                  <a:lnTo>
                    <a:pt x="82" y="33"/>
                  </a:lnTo>
                  <a:lnTo>
                    <a:pt x="85" y="33"/>
                  </a:lnTo>
                  <a:lnTo>
                    <a:pt x="85" y="33"/>
                  </a:lnTo>
                  <a:lnTo>
                    <a:pt x="85" y="33"/>
                  </a:lnTo>
                  <a:lnTo>
                    <a:pt x="85" y="33"/>
                  </a:lnTo>
                  <a:lnTo>
                    <a:pt x="85" y="33"/>
                  </a:lnTo>
                  <a:lnTo>
                    <a:pt x="87" y="33"/>
                  </a:lnTo>
                  <a:lnTo>
                    <a:pt x="87" y="36"/>
                  </a:lnTo>
                  <a:lnTo>
                    <a:pt x="87" y="36"/>
                  </a:lnTo>
                  <a:lnTo>
                    <a:pt x="87" y="36"/>
                  </a:lnTo>
                  <a:lnTo>
                    <a:pt x="90" y="36"/>
                  </a:lnTo>
                  <a:lnTo>
                    <a:pt x="90" y="36"/>
                  </a:lnTo>
                  <a:lnTo>
                    <a:pt x="92" y="36"/>
                  </a:lnTo>
                  <a:lnTo>
                    <a:pt x="92" y="36"/>
                  </a:lnTo>
                  <a:lnTo>
                    <a:pt x="92" y="36"/>
                  </a:lnTo>
                  <a:lnTo>
                    <a:pt x="92" y="33"/>
                  </a:lnTo>
                  <a:lnTo>
                    <a:pt x="94" y="33"/>
                  </a:lnTo>
                  <a:lnTo>
                    <a:pt x="94" y="33"/>
                  </a:lnTo>
                  <a:lnTo>
                    <a:pt x="94" y="33"/>
                  </a:lnTo>
                  <a:lnTo>
                    <a:pt x="94" y="33"/>
                  </a:lnTo>
                  <a:lnTo>
                    <a:pt x="94" y="33"/>
                  </a:lnTo>
                  <a:lnTo>
                    <a:pt x="97" y="33"/>
                  </a:lnTo>
                  <a:lnTo>
                    <a:pt x="97" y="36"/>
                  </a:lnTo>
                  <a:lnTo>
                    <a:pt x="97" y="36"/>
                  </a:lnTo>
                  <a:lnTo>
                    <a:pt x="99" y="36"/>
                  </a:lnTo>
                  <a:lnTo>
                    <a:pt x="99" y="36"/>
                  </a:lnTo>
                  <a:lnTo>
                    <a:pt x="99" y="36"/>
                  </a:lnTo>
                  <a:lnTo>
                    <a:pt x="99" y="36"/>
                  </a:lnTo>
                  <a:lnTo>
                    <a:pt x="101" y="36"/>
                  </a:lnTo>
                  <a:lnTo>
                    <a:pt x="101" y="36"/>
                  </a:lnTo>
                  <a:lnTo>
                    <a:pt x="101" y="36"/>
                  </a:lnTo>
                  <a:lnTo>
                    <a:pt x="101" y="38"/>
                  </a:lnTo>
                  <a:lnTo>
                    <a:pt x="104" y="38"/>
                  </a:lnTo>
                  <a:lnTo>
                    <a:pt x="104" y="36"/>
                  </a:lnTo>
                  <a:lnTo>
                    <a:pt x="104" y="36"/>
                  </a:lnTo>
                  <a:lnTo>
                    <a:pt x="104" y="38"/>
                  </a:lnTo>
                  <a:lnTo>
                    <a:pt x="106" y="38"/>
                  </a:lnTo>
                  <a:lnTo>
                    <a:pt x="106" y="36"/>
                  </a:lnTo>
                  <a:lnTo>
                    <a:pt x="106" y="36"/>
                  </a:lnTo>
                  <a:lnTo>
                    <a:pt x="106" y="36"/>
                  </a:lnTo>
                  <a:lnTo>
                    <a:pt x="109" y="36"/>
                  </a:lnTo>
                  <a:lnTo>
                    <a:pt x="109" y="36"/>
                  </a:lnTo>
                  <a:lnTo>
                    <a:pt x="109" y="36"/>
                  </a:lnTo>
                  <a:lnTo>
                    <a:pt x="111" y="36"/>
                  </a:lnTo>
                  <a:lnTo>
                    <a:pt x="111" y="36"/>
                  </a:lnTo>
                  <a:lnTo>
                    <a:pt x="111" y="36"/>
                  </a:lnTo>
                  <a:lnTo>
                    <a:pt x="111" y="36"/>
                  </a:lnTo>
                  <a:lnTo>
                    <a:pt x="111" y="38"/>
                  </a:lnTo>
                  <a:lnTo>
                    <a:pt x="113" y="38"/>
                  </a:lnTo>
                  <a:lnTo>
                    <a:pt x="113" y="38"/>
                  </a:lnTo>
                  <a:lnTo>
                    <a:pt x="113" y="38"/>
                  </a:lnTo>
                  <a:lnTo>
                    <a:pt x="116" y="38"/>
                  </a:lnTo>
                  <a:lnTo>
                    <a:pt x="116" y="36"/>
                  </a:lnTo>
                  <a:lnTo>
                    <a:pt x="116" y="36"/>
                  </a:lnTo>
                  <a:lnTo>
                    <a:pt x="116" y="36"/>
                  </a:lnTo>
                  <a:lnTo>
                    <a:pt x="116" y="33"/>
                  </a:lnTo>
                  <a:lnTo>
                    <a:pt x="118" y="33"/>
                  </a:lnTo>
                  <a:lnTo>
                    <a:pt x="118" y="33"/>
                  </a:lnTo>
                  <a:lnTo>
                    <a:pt x="116" y="33"/>
                  </a:lnTo>
                  <a:lnTo>
                    <a:pt x="116" y="33"/>
                  </a:lnTo>
                  <a:lnTo>
                    <a:pt x="118" y="33"/>
                  </a:lnTo>
                  <a:lnTo>
                    <a:pt x="118" y="33"/>
                  </a:lnTo>
                  <a:lnTo>
                    <a:pt x="118" y="31"/>
                  </a:lnTo>
                  <a:lnTo>
                    <a:pt x="118" y="31"/>
                  </a:lnTo>
                  <a:lnTo>
                    <a:pt x="118" y="31"/>
                  </a:lnTo>
                  <a:lnTo>
                    <a:pt x="118" y="28"/>
                  </a:lnTo>
                  <a:lnTo>
                    <a:pt x="118" y="28"/>
                  </a:lnTo>
                  <a:lnTo>
                    <a:pt x="118" y="26"/>
                  </a:lnTo>
                  <a:lnTo>
                    <a:pt x="120" y="26"/>
                  </a:lnTo>
                  <a:lnTo>
                    <a:pt x="120" y="26"/>
                  </a:lnTo>
                  <a:lnTo>
                    <a:pt x="120" y="26"/>
                  </a:lnTo>
                  <a:lnTo>
                    <a:pt x="120" y="24"/>
                  </a:lnTo>
                  <a:lnTo>
                    <a:pt x="120" y="24"/>
                  </a:lnTo>
                  <a:lnTo>
                    <a:pt x="123" y="24"/>
                  </a:lnTo>
                  <a:lnTo>
                    <a:pt x="123" y="24"/>
                  </a:lnTo>
                  <a:lnTo>
                    <a:pt x="123" y="24"/>
                  </a:lnTo>
                  <a:lnTo>
                    <a:pt x="125" y="24"/>
                  </a:lnTo>
                  <a:lnTo>
                    <a:pt x="125" y="24"/>
                  </a:lnTo>
                  <a:lnTo>
                    <a:pt x="125" y="24"/>
                  </a:lnTo>
                  <a:lnTo>
                    <a:pt x="127" y="24"/>
                  </a:lnTo>
                  <a:lnTo>
                    <a:pt x="127" y="24"/>
                  </a:lnTo>
                  <a:lnTo>
                    <a:pt x="127" y="24"/>
                  </a:lnTo>
                  <a:lnTo>
                    <a:pt x="127" y="24"/>
                  </a:lnTo>
                  <a:lnTo>
                    <a:pt x="127" y="26"/>
                  </a:lnTo>
                  <a:lnTo>
                    <a:pt x="127" y="26"/>
                  </a:lnTo>
                  <a:lnTo>
                    <a:pt x="127" y="28"/>
                  </a:lnTo>
                  <a:lnTo>
                    <a:pt x="130" y="28"/>
                  </a:lnTo>
                  <a:lnTo>
                    <a:pt x="130" y="28"/>
                  </a:lnTo>
                  <a:lnTo>
                    <a:pt x="130" y="31"/>
                  </a:lnTo>
                  <a:lnTo>
                    <a:pt x="130" y="31"/>
                  </a:lnTo>
                  <a:lnTo>
                    <a:pt x="132" y="31"/>
                  </a:lnTo>
                  <a:lnTo>
                    <a:pt x="132" y="31"/>
                  </a:lnTo>
                  <a:lnTo>
                    <a:pt x="132" y="31"/>
                  </a:lnTo>
                  <a:lnTo>
                    <a:pt x="132" y="31"/>
                  </a:lnTo>
                  <a:lnTo>
                    <a:pt x="135" y="31"/>
                  </a:lnTo>
                  <a:lnTo>
                    <a:pt x="135" y="31"/>
                  </a:lnTo>
                  <a:lnTo>
                    <a:pt x="135" y="31"/>
                  </a:lnTo>
                  <a:lnTo>
                    <a:pt x="135" y="31"/>
                  </a:lnTo>
                  <a:lnTo>
                    <a:pt x="137" y="31"/>
                  </a:lnTo>
                  <a:lnTo>
                    <a:pt x="137" y="28"/>
                  </a:lnTo>
                  <a:lnTo>
                    <a:pt x="137" y="28"/>
                  </a:lnTo>
                  <a:lnTo>
                    <a:pt x="139" y="28"/>
                  </a:lnTo>
                  <a:lnTo>
                    <a:pt x="139" y="31"/>
                  </a:lnTo>
                  <a:lnTo>
                    <a:pt x="139" y="31"/>
                  </a:lnTo>
                  <a:lnTo>
                    <a:pt x="139" y="31"/>
                  </a:lnTo>
                  <a:lnTo>
                    <a:pt x="139" y="31"/>
                  </a:lnTo>
                  <a:lnTo>
                    <a:pt x="142" y="31"/>
                  </a:lnTo>
                  <a:lnTo>
                    <a:pt x="142" y="33"/>
                  </a:lnTo>
                  <a:lnTo>
                    <a:pt x="142" y="33"/>
                  </a:lnTo>
                  <a:lnTo>
                    <a:pt x="142" y="33"/>
                  </a:lnTo>
                  <a:lnTo>
                    <a:pt x="144" y="33"/>
                  </a:lnTo>
                  <a:lnTo>
                    <a:pt x="144" y="33"/>
                  </a:lnTo>
                  <a:lnTo>
                    <a:pt x="144" y="33"/>
                  </a:lnTo>
                  <a:lnTo>
                    <a:pt x="144" y="33"/>
                  </a:lnTo>
                  <a:lnTo>
                    <a:pt x="146" y="33"/>
                  </a:lnTo>
                  <a:lnTo>
                    <a:pt x="146" y="33"/>
                  </a:lnTo>
                  <a:lnTo>
                    <a:pt x="146" y="33"/>
                  </a:lnTo>
                  <a:lnTo>
                    <a:pt x="146" y="33"/>
                  </a:lnTo>
                  <a:lnTo>
                    <a:pt x="149" y="33"/>
                  </a:lnTo>
                  <a:lnTo>
                    <a:pt x="149" y="33"/>
                  </a:lnTo>
                  <a:lnTo>
                    <a:pt x="149" y="33"/>
                  </a:lnTo>
                  <a:lnTo>
                    <a:pt x="149" y="36"/>
                  </a:lnTo>
                  <a:lnTo>
                    <a:pt x="149" y="36"/>
                  </a:lnTo>
                  <a:lnTo>
                    <a:pt x="151" y="36"/>
                  </a:lnTo>
                  <a:lnTo>
                    <a:pt x="151" y="36"/>
                  </a:lnTo>
                  <a:lnTo>
                    <a:pt x="151" y="36"/>
                  </a:lnTo>
                  <a:lnTo>
                    <a:pt x="153" y="36"/>
                  </a:lnTo>
                  <a:lnTo>
                    <a:pt x="153" y="36"/>
                  </a:lnTo>
                  <a:lnTo>
                    <a:pt x="153" y="36"/>
                  </a:lnTo>
                  <a:lnTo>
                    <a:pt x="153" y="36"/>
                  </a:lnTo>
                  <a:lnTo>
                    <a:pt x="156" y="36"/>
                  </a:lnTo>
                  <a:lnTo>
                    <a:pt x="156" y="36"/>
                  </a:lnTo>
                  <a:lnTo>
                    <a:pt x="158" y="36"/>
                  </a:lnTo>
                  <a:lnTo>
                    <a:pt x="158" y="36"/>
                  </a:lnTo>
                  <a:lnTo>
                    <a:pt x="158" y="36"/>
                  </a:lnTo>
                  <a:lnTo>
                    <a:pt x="158" y="36"/>
                  </a:lnTo>
                  <a:lnTo>
                    <a:pt x="158" y="36"/>
                  </a:lnTo>
                  <a:lnTo>
                    <a:pt x="161" y="36"/>
                  </a:lnTo>
                  <a:lnTo>
                    <a:pt x="161" y="36"/>
                  </a:lnTo>
                  <a:lnTo>
                    <a:pt x="161" y="36"/>
                  </a:lnTo>
                  <a:lnTo>
                    <a:pt x="161" y="36"/>
                  </a:lnTo>
                  <a:lnTo>
                    <a:pt x="161" y="38"/>
                  </a:lnTo>
                  <a:lnTo>
                    <a:pt x="161" y="38"/>
                  </a:lnTo>
                  <a:lnTo>
                    <a:pt x="163" y="38"/>
                  </a:lnTo>
                  <a:lnTo>
                    <a:pt x="163" y="40"/>
                  </a:lnTo>
                  <a:lnTo>
                    <a:pt x="163" y="40"/>
                  </a:lnTo>
                  <a:lnTo>
                    <a:pt x="165" y="40"/>
                  </a:lnTo>
                  <a:lnTo>
                    <a:pt x="165" y="38"/>
                  </a:lnTo>
                  <a:lnTo>
                    <a:pt x="165" y="38"/>
                  </a:lnTo>
                  <a:lnTo>
                    <a:pt x="165" y="38"/>
                  </a:lnTo>
                  <a:lnTo>
                    <a:pt x="165" y="36"/>
                  </a:lnTo>
                  <a:lnTo>
                    <a:pt x="165" y="36"/>
                  </a:lnTo>
                  <a:lnTo>
                    <a:pt x="168" y="36"/>
                  </a:lnTo>
                  <a:lnTo>
                    <a:pt x="168" y="36"/>
                  </a:lnTo>
                  <a:lnTo>
                    <a:pt x="168" y="36"/>
                  </a:lnTo>
                  <a:lnTo>
                    <a:pt x="170" y="36"/>
                  </a:lnTo>
                  <a:lnTo>
                    <a:pt x="170" y="36"/>
                  </a:lnTo>
                  <a:lnTo>
                    <a:pt x="172" y="36"/>
                  </a:lnTo>
                  <a:lnTo>
                    <a:pt x="172" y="36"/>
                  </a:lnTo>
                  <a:lnTo>
                    <a:pt x="172" y="36"/>
                  </a:lnTo>
                  <a:lnTo>
                    <a:pt x="175" y="36"/>
                  </a:lnTo>
                  <a:lnTo>
                    <a:pt x="175" y="36"/>
                  </a:lnTo>
                  <a:lnTo>
                    <a:pt x="175" y="36"/>
                  </a:lnTo>
                  <a:lnTo>
                    <a:pt x="177" y="36"/>
                  </a:lnTo>
                  <a:lnTo>
                    <a:pt x="177" y="36"/>
                  </a:lnTo>
                  <a:lnTo>
                    <a:pt x="180" y="36"/>
                  </a:lnTo>
                  <a:lnTo>
                    <a:pt x="180" y="36"/>
                  </a:lnTo>
                  <a:lnTo>
                    <a:pt x="180" y="36"/>
                  </a:lnTo>
                  <a:lnTo>
                    <a:pt x="182" y="36"/>
                  </a:lnTo>
                  <a:lnTo>
                    <a:pt x="182" y="36"/>
                  </a:lnTo>
                  <a:lnTo>
                    <a:pt x="184" y="36"/>
                  </a:lnTo>
                  <a:lnTo>
                    <a:pt x="184" y="36"/>
                  </a:lnTo>
                  <a:lnTo>
                    <a:pt x="184" y="36"/>
                  </a:lnTo>
                  <a:lnTo>
                    <a:pt x="187" y="36"/>
                  </a:lnTo>
                  <a:lnTo>
                    <a:pt x="187" y="36"/>
                  </a:lnTo>
                  <a:lnTo>
                    <a:pt x="187" y="36"/>
                  </a:lnTo>
                  <a:lnTo>
                    <a:pt x="187" y="36"/>
                  </a:lnTo>
                  <a:lnTo>
                    <a:pt x="189" y="36"/>
                  </a:lnTo>
                  <a:lnTo>
                    <a:pt x="189" y="36"/>
                  </a:lnTo>
                  <a:lnTo>
                    <a:pt x="191" y="36"/>
                  </a:lnTo>
                  <a:lnTo>
                    <a:pt x="191" y="36"/>
                  </a:lnTo>
                  <a:lnTo>
                    <a:pt x="191" y="36"/>
                  </a:lnTo>
                  <a:lnTo>
                    <a:pt x="191" y="36"/>
                  </a:lnTo>
                  <a:lnTo>
                    <a:pt x="194" y="36"/>
                  </a:lnTo>
                  <a:lnTo>
                    <a:pt x="194" y="38"/>
                  </a:lnTo>
                  <a:lnTo>
                    <a:pt x="194" y="38"/>
                  </a:lnTo>
                  <a:lnTo>
                    <a:pt x="194" y="38"/>
                  </a:lnTo>
                  <a:lnTo>
                    <a:pt x="194" y="38"/>
                  </a:lnTo>
                  <a:lnTo>
                    <a:pt x="196" y="38"/>
                  </a:lnTo>
                  <a:lnTo>
                    <a:pt x="196" y="40"/>
                  </a:lnTo>
                  <a:lnTo>
                    <a:pt x="196" y="40"/>
                  </a:lnTo>
                  <a:lnTo>
                    <a:pt x="194" y="40"/>
                  </a:lnTo>
                  <a:lnTo>
                    <a:pt x="194" y="40"/>
                  </a:lnTo>
                  <a:lnTo>
                    <a:pt x="194" y="40"/>
                  </a:lnTo>
                  <a:lnTo>
                    <a:pt x="194" y="40"/>
                  </a:lnTo>
                  <a:lnTo>
                    <a:pt x="194" y="40"/>
                  </a:lnTo>
                  <a:lnTo>
                    <a:pt x="194" y="43"/>
                  </a:lnTo>
                  <a:lnTo>
                    <a:pt x="194" y="43"/>
                  </a:lnTo>
                  <a:lnTo>
                    <a:pt x="191" y="43"/>
                  </a:lnTo>
                  <a:lnTo>
                    <a:pt x="191" y="43"/>
                  </a:lnTo>
                  <a:lnTo>
                    <a:pt x="191" y="43"/>
                  </a:lnTo>
                  <a:lnTo>
                    <a:pt x="189" y="43"/>
                  </a:lnTo>
                  <a:lnTo>
                    <a:pt x="189" y="43"/>
                  </a:lnTo>
                  <a:lnTo>
                    <a:pt x="191" y="43"/>
                  </a:lnTo>
                  <a:lnTo>
                    <a:pt x="191" y="45"/>
                  </a:lnTo>
                  <a:lnTo>
                    <a:pt x="191" y="45"/>
                  </a:lnTo>
                  <a:lnTo>
                    <a:pt x="189" y="45"/>
                  </a:lnTo>
                  <a:lnTo>
                    <a:pt x="189" y="45"/>
                  </a:lnTo>
                  <a:lnTo>
                    <a:pt x="189" y="45"/>
                  </a:lnTo>
                  <a:lnTo>
                    <a:pt x="189" y="43"/>
                  </a:lnTo>
                  <a:lnTo>
                    <a:pt x="187" y="43"/>
                  </a:lnTo>
                  <a:lnTo>
                    <a:pt x="187" y="43"/>
                  </a:lnTo>
                  <a:lnTo>
                    <a:pt x="187" y="45"/>
                  </a:lnTo>
                  <a:lnTo>
                    <a:pt x="187" y="45"/>
                  </a:lnTo>
                  <a:lnTo>
                    <a:pt x="187" y="45"/>
                  </a:lnTo>
                  <a:lnTo>
                    <a:pt x="187" y="45"/>
                  </a:lnTo>
                  <a:lnTo>
                    <a:pt x="187" y="45"/>
                  </a:lnTo>
                  <a:lnTo>
                    <a:pt x="187" y="47"/>
                  </a:lnTo>
                  <a:lnTo>
                    <a:pt x="184" y="47"/>
                  </a:lnTo>
                  <a:lnTo>
                    <a:pt x="184" y="47"/>
                  </a:lnTo>
                  <a:lnTo>
                    <a:pt x="184" y="45"/>
                  </a:lnTo>
                  <a:lnTo>
                    <a:pt x="184" y="45"/>
                  </a:lnTo>
                  <a:lnTo>
                    <a:pt x="184" y="45"/>
                  </a:lnTo>
                  <a:lnTo>
                    <a:pt x="184" y="45"/>
                  </a:lnTo>
                  <a:lnTo>
                    <a:pt x="184" y="45"/>
                  </a:lnTo>
                  <a:lnTo>
                    <a:pt x="184" y="43"/>
                  </a:lnTo>
                  <a:lnTo>
                    <a:pt x="182" y="43"/>
                  </a:lnTo>
                  <a:lnTo>
                    <a:pt x="182" y="45"/>
                  </a:lnTo>
                  <a:lnTo>
                    <a:pt x="182" y="45"/>
                  </a:lnTo>
                  <a:lnTo>
                    <a:pt x="182" y="45"/>
                  </a:lnTo>
                  <a:lnTo>
                    <a:pt x="182" y="47"/>
                  </a:lnTo>
                  <a:lnTo>
                    <a:pt x="180" y="47"/>
                  </a:lnTo>
                  <a:lnTo>
                    <a:pt x="180" y="45"/>
                  </a:lnTo>
                  <a:lnTo>
                    <a:pt x="180" y="45"/>
                  </a:lnTo>
                  <a:lnTo>
                    <a:pt x="180" y="45"/>
                  </a:lnTo>
                  <a:lnTo>
                    <a:pt x="177" y="45"/>
                  </a:lnTo>
                  <a:lnTo>
                    <a:pt x="177" y="45"/>
                  </a:lnTo>
                  <a:lnTo>
                    <a:pt x="175" y="45"/>
                  </a:lnTo>
                  <a:lnTo>
                    <a:pt x="175" y="45"/>
                  </a:lnTo>
                  <a:lnTo>
                    <a:pt x="175" y="45"/>
                  </a:lnTo>
                  <a:lnTo>
                    <a:pt x="172" y="45"/>
                  </a:lnTo>
                  <a:lnTo>
                    <a:pt x="172" y="45"/>
                  </a:lnTo>
                  <a:lnTo>
                    <a:pt x="172" y="45"/>
                  </a:lnTo>
                  <a:lnTo>
                    <a:pt x="170" y="45"/>
                  </a:lnTo>
                  <a:lnTo>
                    <a:pt x="170" y="45"/>
                  </a:lnTo>
                  <a:lnTo>
                    <a:pt x="168" y="45"/>
                  </a:lnTo>
                  <a:lnTo>
                    <a:pt x="168" y="45"/>
                  </a:lnTo>
                  <a:lnTo>
                    <a:pt x="168" y="45"/>
                  </a:lnTo>
                  <a:lnTo>
                    <a:pt x="168" y="45"/>
                  </a:lnTo>
                  <a:lnTo>
                    <a:pt x="165" y="45"/>
                  </a:lnTo>
                  <a:lnTo>
                    <a:pt x="165" y="45"/>
                  </a:lnTo>
                  <a:lnTo>
                    <a:pt x="168" y="45"/>
                  </a:lnTo>
                  <a:lnTo>
                    <a:pt x="168" y="47"/>
                  </a:lnTo>
                  <a:lnTo>
                    <a:pt x="168" y="47"/>
                  </a:lnTo>
                  <a:lnTo>
                    <a:pt x="165" y="47"/>
                  </a:lnTo>
                  <a:lnTo>
                    <a:pt x="165" y="50"/>
                  </a:lnTo>
                  <a:lnTo>
                    <a:pt x="165" y="50"/>
                  </a:lnTo>
                  <a:lnTo>
                    <a:pt x="165" y="52"/>
                  </a:lnTo>
                  <a:lnTo>
                    <a:pt x="165" y="52"/>
                  </a:lnTo>
                  <a:lnTo>
                    <a:pt x="168" y="52"/>
                  </a:lnTo>
                  <a:lnTo>
                    <a:pt x="168" y="52"/>
                  </a:lnTo>
                  <a:lnTo>
                    <a:pt x="168" y="54"/>
                  </a:lnTo>
                  <a:lnTo>
                    <a:pt x="168" y="54"/>
                  </a:lnTo>
                  <a:lnTo>
                    <a:pt x="168" y="54"/>
                  </a:lnTo>
                  <a:lnTo>
                    <a:pt x="168" y="54"/>
                  </a:lnTo>
                  <a:lnTo>
                    <a:pt x="170" y="54"/>
                  </a:lnTo>
                  <a:lnTo>
                    <a:pt x="170" y="54"/>
                  </a:lnTo>
                  <a:lnTo>
                    <a:pt x="172" y="54"/>
                  </a:lnTo>
                  <a:lnTo>
                    <a:pt x="172" y="57"/>
                  </a:lnTo>
                  <a:lnTo>
                    <a:pt x="172" y="57"/>
                  </a:lnTo>
                  <a:lnTo>
                    <a:pt x="172" y="57"/>
                  </a:lnTo>
                  <a:lnTo>
                    <a:pt x="172" y="57"/>
                  </a:lnTo>
                  <a:lnTo>
                    <a:pt x="175" y="57"/>
                  </a:lnTo>
                  <a:lnTo>
                    <a:pt x="175" y="57"/>
                  </a:lnTo>
                  <a:lnTo>
                    <a:pt x="175" y="57"/>
                  </a:lnTo>
                  <a:lnTo>
                    <a:pt x="175" y="57"/>
                  </a:lnTo>
                  <a:lnTo>
                    <a:pt x="175" y="57"/>
                  </a:lnTo>
                  <a:lnTo>
                    <a:pt x="175" y="57"/>
                  </a:lnTo>
                  <a:lnTo>
                    <a:pt x="175" y="59"/>
                  </a:lnTo>
                  <a:lnTo>
                    <a:pt x="175" y="59"/>
                  </a:lnTo>
                  <a:lnTo>
                    <a:pt x="177" y="59"/>
                  </a:lnTo>
                  <a:lnTo>
                    <a:pt x="177" y="57"/>
                  </a:lnTo>
                  <a:lnTo>
                    <a:pt x="177" y="57"/>
                  </a:lnTo>
                  <a:lnTo>
                    <a:pt x="180" y="57"/>
                  </a:lnTo>
                  <a:lnTo>
                    <a:pt x="180" y="57"/>
                  </a:lnTo>
                  <a:lnTo>
                    <a:pt x="180" y="57"/>
                  </a:lnTo>
                  <a:lnTo>
                    <a:pt x="180" y="57"/>
                  </a:lnTo>
                  <a:lnTo>
                    <a:pt x="182" y="57"/>
                  </a:lnTo>
                  <a:lnTo>
                    <a:pt x="182" y="57"/>
                  </a:lnTo>
                  <a:lnTo>
                    <a:pt x="182" y="57"/>
                  </a:lnTo>
                  <a:lnTo>
                    <a:pt x="184" y="57"/>
                  </a:lnTo>
                  <a:lnTo>
                    <a:pt x="184" y="57"/>
                  </a:lnTo>
                  <a:lnTo>
                    <a:pt x="184" y="57"/>
                  </a:lnTo>
                  <a:lnTo>
                    <a:pt x="187" y="57"/>
                  </a:lnTo>
                  <a:lnTo>
                    <a:pt x="187" y="57"/>
                  </a:lnTo>
                  <a:lnTo>
                    <a:pt x="187" y="57"/>
                  </a:lnTo>
                  <a:lnTo>
                    <a:pt x="187" y="57"/>
                  </a:lnTo>
                  <a:lnTo>
                    <a:pt x="189" y="57"/>
                  </a:lnTo>
                  <a:lnTo>
                    <a:pt x="189" y="57"/>
                  </a:lnTo>
                  <a:lnTo>
                    <a:pt x="191" y="57"/>
                  </a:lnTo>
                  <a:lnTo>
                    <a:pt x="191" y="54"/>
                  </a:lnTo>
                  <a:lnTo>
                    <a:pt x="191" y="54"/>
                  </a:lnTo>
                  <a:lnTo>
                    <a:pt x="191" y="54"/>
                  </a:lnTo>
                  <a:lnTo>
                    <a:pt x="191" y="54"/>
                  </a:lnTo>
                  <a:lnTo>
                    <a:pt x="194" y="54"/>
                  </a:lnTo>
                  <a:lnTo>
                    <a:pt x="194" y="54"/>
                  </a:lnTo>
                  <a:lnTo>
                    <a:pt x="194" y="57"/>
                  </a:lnTo>
                  <a:lnTo>
                    <a:pt x="194" y="57"/>
                  </a:lnTo>
                  <a:lnTo>
                    <a:pt x="194" y="57"/>
                  </a:lnTo>
                  <a:lnTo>
                    <a:pt x="194" y="57"/>
                  </a:lnTo>
                  <a:lnTo>
                    <a:pt x="196" y="57"/>
                  </a:lnTo>
                  <a:lnTo>
                    <a:pt x="196" y="57"/>
                  </a:lnTo>
                  <a:lnTo>
                    <a:pt x="196" y="57"/>
                  </a:lnTo>
                  <a:lnTo>
                    <a:pt x="196" y="57"/>
                  </a:lnTo>
                  <a:lnTo>
                    <a:pt x="198" y="57"/>
                  </a:lnTo>
                  <a:lnTo>
                    <a:pt x="198" y="57"/>
                  </a:lnTo>
                  <a:lnTo>
                    <a:pt x="198" y="57"/>
                  </a:lnTo>
                  <a:lnTo>
                    <a:pt x="198" y="59"/>
                  </a:lnTo>
                  <a:lnTo>
                    <a:pt x="201" y="59"/>
                  </a:lnTo>
                  <a:lnTo>
                    <a:pt x="201" y="59"/>
                  </a:lnTo>
                  <a:lnTo>
                    <a:pt x="201" y="59"/>
                  </a:lnTo>
                  <a:lnTo>
                    <a:pt x="201" y="59"/>
                  </a:lnTo>
                  <a:lnTo>
                    <a:pt x="201" y="62"/>
                  </a:lnTo>
                  <a:lnTo>
                    <a:pt x="201" y="62"/>
                  </a:lnTo>
                  <a:lnTo>
                    <a:pt x="201" y="62"/>
                  </a:lnTo>
                  <a:lnTo>
                    <a:pt x="201" y="62"/>
                  </a:lnTo>
                  <a:lnTo>
                    <a:pt x="201" y="64"/>
                  </a:lnTo>
                  <a:lnTo>
                    <a:pt x="201" y="64"/>
                  </a:lnTo>
                  <a:lnTo>
                    <a:pt x="201" y="66"/>
                  </a:lnTo>
                  <a:lnTo>
                    <a:pt x="201" y="66"/>
                  </a:lnTo>
                  <a:lnTo>
                    <a:pt x="201" y="66"/>
                  </a:lnTo>
                  <a:lnTo>
                    <a:pt x="203" y="66"/>
                  </a:lnTo>
                  <a:lnTo>
                    <a:pt x="203" y="66"/>
                  </a:lnTo>
                  <a:lnTo>
                    <a:pt x="206" y="66"/>
                  </a:lnTo>
                  <a:lnTo>
                    <a:pt x="206" y="69"/>
                  </a:lnTo>
                  <a:lnTo>
                    <a:pt x="206" y="69"/>
                  </a:lnTo>
                  <a:lnTo>
                    <a:pt x="206" y="69"/>
                  </a:lnTo>
                  <a:lnTo>
                    <a:pt x="208" y="69"/>
                  </a:lnTo>
                  <a:lnTo>
                    <a:pt x="208" y="69"/>
                  </a:lnTo>
                  <a:lnTo>
                    <a:pt x="208" y="69"/>
                  </a:lnTo>
                  <a:lnTo>
                    <a:pt x="208" y="69"/>
                  </a:lnTo>
                  <a:lnTo>
                    <a:pt x="210" y="69"/>
                  </a:lnTo>
                  <a:lnTo>
                    <a:pt x="210" y="69"/>
                  </a:lnTo>
                  <a:lnTo>
                    <a:pt x="213" y="69"/>
                  </a:lnTo>
                  <a:lnTo>
                    <a:pt x="213" y="69"/>
                  </a:lnTo>
                  <a:lnTo>
                    <a:pt x="213" y="69"/>
                  </a:lnTo>
                  <a:lnTo>
                    <a:pt x="213" y="69"/>
                  </a:lnTo>
                  <a:lnTo>
                    <a:pt x="213" y="66"/>
                  </a:lnTo>
                  <a:lnTo>
                    <a:pt x="215" y="66"/>
                  </a:lnTo>
                  <a:lnTo>
                    <a:pt x="215" y="66"/>
                  </a:lnTo>
                  <a:lnTo>
                    <a:pt x="215" y="66"/>
                  </a:lnTo>
                  <a:lnTo>
                    <a:pt x="217" y="66"/>
                  </a:lnTo>
                  <a:lnTo>
                    <a:pt x="217" y="66"/>
                  </a:lnTo>
                  <a:lnTo>
                    <a:pt x="217" y="66"/>
                  </a:lnTo>
                  <a:lnTo>
                    <a:pt x="220" y="66"/>
                  </a:lnTo>
                  <a:lnTo>
                    <a:pt x="220" y="66"/>
                  </a:lnTo>
                  <a:lnTo>
                    <a:pt x="220" y="66"/>
                  </a:lnTo>
                  <a:lnTo>
                    <a:pt x="220" y="66"/>
                  </a:lnTo>
                  <a:lnTo>
                    <a:pt x="220" y="69"/>
                  </a:lnTo>
                  <a:lnTo>
                    <a:pt x="222" y="69"/>
                  </a:lnTo>
                  <a:lnTo>
                    <a:pt x="222" y="69"/>
                  </a:lnTo>
                  <a:lnTo>
                    <a:pt x="222" y="69"/>
                  </a:lnTo>
                  <a:lnTo>
                    <a:pt x="224" y="69"/>
                  </a:lnTo>
                  <a:lnTo>
                    <a:pt x="224" y="69"/>
                  </a:lnTo>
                  <a:lnTo>
                    <a:pt x="224" y="71"/>
                  </a:lnTo>
                  <a:lnTo>
                    <a:pt x="224" y="71"/>
                  </a:lnTo>
                  <a:lnTo>
                    <a:pt x="224" y="71"/>
                  </a:lnTo>
                  <a:lnTo>
                    <a:pt x="227" y="71"/>
                  </a:lnTo>
                  <a:lnTo>
                    <a:pt x="227" y="73"/>
                  </a:lnTo>
                  <a:lnTo>
                    <a:pt x="227" y="73"/>
                  </a:lnTo>
                  <a:lnTo>
                    <a:pt x="227" y="73"/>
                  </a:lnTo>
                  <a:lnTo>
                    <a:pt x="227" y="73"/>
                  </a:lnTo>
                  <a:lnTo>
                    <a:pt x="229" y="73"/>
                  </a:lnTo>
                  <a:lnTo>
                    <a:pt x="229" y="73"/>
                  </a:lnTo>
                  <a:lnTo>
                    <a:pt x="229" y="76"/>
                  </a:lnTo>
                  <a:lnTo>
                    <a:pt x="227" y="76"/>
                  </a:lnTo>
                  <a:lnTo>
                    <a:pt x="227" y="76"/>
                  </a:lnTo>
                  <a:lnTo>
                    <a:pt x="227" y="76"/>
                  </a:lnTo>
                  <a:lnTo>
                    <a:pt x="227" y="78"/>
                  </a:lnTo>
                  <a:lnTo>
                    <a:pt x="227" y="78"/>
                  </a:lnTo>
                  <a:lnTo>
                    <a:pt x="227" y="78"/>
                  </a:lnTo>
                  <a:lnTo>
                    <a:pt x="224" y="78"/>
                  </a:lnTo>
                  <a:lnTo>
                    <a:pt x="224" y="78"/>
                  </a:lnTo>
                  <a:lnTo>
                    <a:pt x="224" y="81"/>
                  </a:lnTo>
                  <a:lnTo>
                    <a:pt x="224" y="81"/>
                  </a:lnTo>
                  <a:lnTo>
                    <a:pt x="222" y="81"/>
                  </a:lnTo>
                  <a:lnTo>
                    <a:pt x="222" y="81"/>
                  </a:lnTo>
                  <a:lnTo>
                    <a:pt x="220" y="81"/>
                  </a:lnTo>
                  <a:lnTo>
                    <a:pt x="220" y="81"/>
                  </a:lnTo>
                  <a:lnTo>
                    <a:pt x="220" y="81"/>
                  </a:lnTo>
                  <a:lnTo>
                    <a:pt x="220" y="83"/>
                  </a:lnTo>
                  <a:lnTo>
                    <a:pt x="220" y="83"/>
                  </a:lnTo>
                  <a:lnTo>
                    <a:pt x="220" y="83"/>
                  </a:lnTo>
                  <a:lnTo>
                    <a:pt x="220" y="83"/>
                  </a:lnTo>
                  <a:lnTo>
                    <a:pt x="217" y="83"/>
                  </a:lnTo>
                  <a:lnTo>
                    <a:pt x="217" y="85"/>
                  </a:lnTo>
                  <a:lnTo>
                    <a:pt x="217" y="85"/>
                  </a:lnTo>
                  <a:lnTo>
                    <a:pt x="217" y="85"/>
                  </a:lnTo>
                  <a:lnTo>
                    <a:pt x="217" y="88"/>
                  </a:lnTo>
                  <a:lnTo>
                    <a:pt x="217" y="88"/>
                  </a:lnTo>
                  <a:lnTo>
                    <a:pt x="215" y="88"/>
                  </a:lnTo>
                  <a:lnTo>
                    <a:pt x="215" y="88"/>
                  </a:lnTo>
                  <a:lnTo>
                    <a:pt x="215" y="85"/>
                  </a:lnTo>
                  <a:lnTo>
                    <a:pt x="213" y="85"/>
                  </a:lnTo>
                  <a:lnTo>
                    <a:pt x="213" y="85"/>
                  </a:lnTo>
                  <a:lnTo>
                    <a:pt x="215" y="85"/>
                  </a:lnTo>
                  <a:lnTo>
                    <a:pt x="215" y="83"/>
                  </a:lnTo>
                  <a:lnTo>
                    <a:pt x="215" y="83"/>
                  </a:lnTo>
                  <a:lnTo>
                    <a:pt x="215" y="83"/>
                  </a:lnTo>
                  <a:lnTo>
                    <a:pt x="215" y="83"/>
                  </a:lnTo>
                  <a:lnTo>
                    <a:pt x="215" y="83"/>
                  </a:lnTo>
                  <a:lnTo>
                    <a:pt x="215" y="81"/>
                  </a:lnTo>
                  <a:lnTo>
                    <a:pt x="213" y="81"/>
                  </a:lnTo>
                  <a:lnTo>
                    <a:pt x="213" y="81"/>
                  </a:lnTo>
                  <a:lnTo>
                    <a:pt x="213" y="81"/>
                  </a:lnTo>
                  <a:lnTo>
                    <a:pt x="213" y="78"/>
                  </a:lnTo>
                  <a:lnTo>
                    <a:pt x="213" y="78"/>
                  </a:lnTo>
                  <a:lnTo>
                    <a:pt x="210" y="78"/>
                  </a:lnTo>
                  <a:lnTo>
                    <a:pt x="210" y="78"/>
                  </a:lnTo>
                  <a:lnTo>
                    <a:pt x="210" y="78"/>
                  </a:lnTo>
                  <a:lnTo>
                    <a:pt x="210" y="76"/>
                  </a:lnTo>
                  <a:lnTo>
                    <a:pt x="208" y="76"/>
                  </a:lnTo>
                  <a:lnTo>
                    <a:pt x="208" y="76"/>
                  </a:lnTo>
                  <a:lnTo>
                    <a:pt x="208" y="76"/>
                  </a:lnTo>
                  <a:lnTo>
                    <a:pt x="208" y="76"/>
                  </a:lnTo>
                  <a:lnTo>
                    <a:pt x="206" y="76"/>
                  </a:lnTo>
                  <a:lnTo>
                    <a:pt x="206" y="76"/>
                  </a:lnTo>
                  <a:lnTo>
                    <a:pt x="206" y="76"/>
                  </a:lnTo>
                  <a:lnTo>
                    <a:pt x="203" y="76"/>
                  </a:lnTo>
                  <a:lnTo>
                    <a:pt x="203" y="76"/>
                  </a:lnTo>
                  <a:lnTo>
                    <a:pt x="203" y="73"/>
                  </a:lnTo>
                  <a:lnTo>
                    <a:pt x="201" y="73"/>
                  </a:lnTo>
                  <a:lnTo>
                    <a:pt x="201" y="73"/>
                  </a:lnTo>
                  <a:lnTo>
                    <a:pt x="201" y="73"/>
                  </a:lnTo>
                  <a:lnTo>
                    <a:pt x="201" y="73"/>
                  </a:lnTo>
                  <a:lnTo>
                    <a:pt x="201" y="71"/>
                  </a:lnTo>
                  <a:lnTo>
                    <a:pt x="201" y="71"/>
                  </a:lnTo>
                  <a:lnTo>
                    <a:pt x="201" y="73"/>
                  </a:lnTo>
                  <a:lnTo>
                    <a:pt x="198" y="73"/>
                  </a:lnTo>
                  <a:lnTo>
                    <a:pt x="198" y="73"/>
                  </a:lnTo>
                  <a:lnTo>
                    <a:pt x="198" y="73"/>
                  </a:lnTo>
                  <a:lnTo>
                    <a:pt x="198" y="76"/>
                  </a:lnTo>
                  <a:lnTo>
                    <a:pt x="201" y="76"/>
                  </a:lnTo>
                  <a:lnTo>
                    <a:pt x="201" y="76"/>
                  </a:lnTo>
                  <a:lnTo>
                    <a:pt x="201" y="78"/>
                  </a:lnTo>
                  <a:lnTo>
                    <a:pt x="201" y="78"/>
                  </a:lnTo>
                  <a:lnTo>
                    <a:pt x="201" y="81"/>
                  </a:lnTo>
                  <a:lnTo>
                    <a:pt x="201" y="81"/>
                  </a:lnTo>
                  <a:lnTo>
                    <a:pt x="201" y="81"/>
                  </a:lnTo>
                  <a:lnTo>
                    <a:pt x="201" y="81"/>
                  </a:lnTo>
                  <a:lnTo>
                    <a:pt x="203" y="81"/>
                  </a:lnTo>
                  <a:lnTo>
                    <a:pt x="203" y="81"/>
                  </a:lnTo>
                  <a:lnTo>
                    <a:pt x="203" y="83"/>
                  </a:lnTo>
                  <a:lnTo>
                    <a:pt x="206" y="83"/>
                  </a:lnTo>
                  <a:lnTo>
                    <a:pt x="206" y="83"/>
                  </a:lnTo>
                  <a:lnTo>
                    <a:pt x="206" y="83"/>
                  </a:lnTo>
                  <a:lnTo>
                    <a:pt x="206" y="85"/>
                  </a:lnTo>
                  <a:lnTo>
                    <a:pt x="203" y="85"/>
                  </a:lnTo>
                  <a:lnTo>
                    <a:pt x="203" y="85"/>
                  </a:lnTo>
                  <a:lnTo>
                    <a:pt x="201" y="85"/>
                  </a:lnTo>
                  <a:lnTo>
                    <a:pt x="201" y="85"/>
                  </a:lnTo>
                  <a:lnTo>
                    <a:pt x="201" y="85"/>
                  </a:lnTo>
                  <a:lnTo>
                    <a:pt x="198" y="85"/>
                  </a:lnTo>
                  <a:lnTo>
                    <a:pt x="198" y="83"/>
                  </a:lnTo>
                  <a:lnTo>
                    <a:pt x="198" y="83"/>
                  </a:lnTo>
                  <a:lnTo>
                    <a:pt x="198" y="83"/>
                  </a:lnTo>
                  <a:lnTo>
                    <a:pt x="198" y="83"/>
                  </a:lnTo>
                  <a:lnTo>
                    <a:pt x="198" y="83"/>
                  </a:lnTo>
                  <a:lnTo>
                    <a:pt x="198" y="81"/>
                  </a:lnTo>
                  <a:lnTo>
                    <a:pt x="196" y="81"/>
                  </a:lnTo>
                  <a:lnTo>
                    <a:pt x="196" y="83"/>
                  </a:lnTo>
                  <a:lnTo>
                    <a:pt x="196" y="83"/>
                  </a:lnTo>
                  <a:lnTo>
                    <a:pt x="194" y="83"/>
                  </a:lnTo>
                  <a:lnTo>
                    <a:pt x="194" y="83"/>
                  </a:lnTo>
                  <a:lnTo>
                    <a:pt x="194" y="81"/>
                  </a:lnTo>
                  <a:lnTo>
                    <a:pt x="194" y="81"/>
                  </a:lnTo>
                  <a:lnTo>
                    <a:pt x="194" y="83"/>
                  </a:lnTo>
                  <a:lnTo>
                    <a:pt x="191" y="83"/>
                  </a:lnTo>
                  <a:lnTo>
                    <a:pt x="191" y="83"/>
                  </a:lnTo>
                  <a:lnTo>
                    <a:pt x="191" y="81"/>
                  </a:lnTo>
                  <a:lnTo>
                    <a:pt x="191" y="81"/>
                  </a:lnTo>
                  <a:lnTo>
                    <a:pt x="189" y="81"/>
                  </a:lnTo>
                  <a:lnTo>
                    <a:pt x="189" y="81"/>
                  </a:lnTo>
                  <a:lnTo>
                    <a:pt x="189" y="81"/>
                  </a:lnTo>
                  <a:lnTo>
                    <a:pt x="187" y="81"/>
                  </a:lnTo>
                  <a:lnTo>
                    <a:pt x="187" y="81"/>
                  </a:lnTo>
                  <a:lnTo>
                    <a:pt x="187" y="78"/>
                  </a:lnTo>
                  <a:lnTo>
                    <a:pt x="187" y="78"/>
                  </a:lnTo>
                  <a:lnTo>
                    <a:pt x="184" y="78"/>
                  </a:lnTo>
                  <a:lnTo>
                    <a:pt x="184" y="78"/>
                  </a:lnTo>
                  <a:lnTo>
                    <a:pt x="184" y="78"/>
                  </a:lnTo>
                  <a:lnTo>
                    <a:pt x="184" y="78"/>
                  </a:lnTo>
                  <a:lnTo>
                    <a:pt x="184" y="76"/>
                  </a:lnTo>
                  <a:lnTo>
                    <a:pt x="182" y="76"/>
                  </a:lnTo>
                  <a:lnTo>
                    <a:pt x="182" y="76"/>
                  </a:lnTo>
                  <a:lnTo>
                    <a:pt x="180" y="76"/>
                  </a:lnTo>
                  <a:lnTo>
                    <a:pt x="180" y="76"/>
                  </a:lnTo>
                  <a:lnTo>
                    <a:pt x="180" y="78"/>
                  </a:lnTo>
                  <a:lnTo>
                    <a:pt x="180" y="78"/>
                  </a:lnTo>
                  <a:lnTo>
                    <a:pt x="177" y="78"/>
                  </a:lnTo>
                  <a:lnTo>
                    <a:pt x="177" y="78"/>
                  </a:lnTo>
                  <a:lnTo>
                    <a:pt x="177" y="78"/>
                  </a:lnTo>
                  <a:lnTo>
                    <a:pt x="175" y="78"/>
                  </a:lnTo>
                  <a:lnTo>
                    <a:pt x="175" y="78"/>
                  </a:lnTo>
                  <a:lnTo>
                    <a:pt x="175" y="78"/>
                  </a:lnTo>
                  <a:lnTo>
                    <a:pt x="175" y="76"/>
                  </a:lnTo>
                  <a:lnTo>
                    <a:pt x="175" y="76"/>
                  </a:lnTo>
                  <a:lnTo>
                    <a:pt x="175" y="76"/>
                  </a:lnTo>
                  <a:lnTo>
                    <a:pt x="177" y="76"/>
                  </a:lnTo>
                  <a:lnTo>
                    <a:pt x="177" y="76"/>
                  </a:lnTo>
                  <a:lnTo>
                    <a:pt x="177" y="73"/>
                  </a:lnTo>
                  <a:lnTo>
                    <a:pt x="177" y="73"/>
                  </a:lnTo>
                  <a:lnTo>
                    <a:pt x="177" y="73"/>
                  </a:lnTo>
                  <a:lnTo>
                    <a:pt x="175" y="73"/>
                  </a:lnTo>
                  <a:lnTo>
                    <a:pt x="175" y="73"/>
                  </a:lnTo>
                  <a:lnTo>
                    <a:pt x="175" y="73"/>
                  </a:lnTo>
                  <a:lnTo>
                    <a:pt x="175" y="73"/>
                  </a:lnTo>
                  <a:lnTo>
                    <a:pt x="172" y="73"/>
                  </a:lnTo>
                  <a:lnTo>
                    <a:pt x="172" y="73"/>
                  </a:lnTo>
                  <a:lnTo>
                    <a:pt x="172" y="73"/>
                  </a:lnTo>
                  <a:lnTo>
                    <a:pt x="172" y="73"/>
                  </a:lnTo>
                  <a:lnTo>
                    <a:pt x="170" y="73"/>
                  </a:lnTo>
                  <a:lnTo>
                    <a:pt x="170" y="73"/>
                  </a:lnTo>
                  <a:lnTo>
                    <a:pt x="170" y="73"/>
                  </a:lnTo>
                  <a:lnTo>
                    <a:pt x="168" y="73"/>
                  </a:lnTo>
                  <a:lnTo>
                    <a:pt x="168" y="76"/>
                  </a:lnTo>
                  <a:lnTo>
                    <a:pt x="168" y="76"/>
                  </a:lnTo>
                  <a:lnTo>
                    <a:pt x="168" y="76"/>
                  </a:lnTo>
                  <a:lnTo>
                    <a:pt x="165" y="76"/>
                  </a:lnTo>
                  <a:lnTo>
                    <a:pt x="165" y="76"/>
                  </a:lnTo>
                  <a:lnTo>
                    <a:pt x="165" y="76"/>
                  </a:lnTo>
                  <a:lnTo>
                    <a:pt x="165" y="76"/>
                  </a:lnTo>
                  <a:lnTo>
                    <a:pt x="165" y="78"/>
                  </a:lnTo>
                  <a:lnTo>
                    <a:pt x="163" y="78"/>
                  </a:lnTo>
                  <a:lnTo>
                    <a:pt x="163" y="78"/>
                  </a:lnTo>
                  <a:lnTo>
                    <a:pt x="163" y="76"/>
                  </a:lnTo>
                  <a:lnTo>
                    <a:pt x="161" y="76"/>
                  </a:lnTo>
                  <a:lnTo>
                    <a:pt x="161" y="76"/>
                  </a:lnTo>
                  <a:lnTo>
                    <a:pt x="161" y="76"/>
                  </a:lnTo>
                  <a:lnTo>
                    <a:pt x="161" y="76"/>
                  </a:lnTo>
                  <a:lnTo>
                    <a:pt x="158" y="76"/>
                  </a:lnTo>
                  <a:lnTo>
                    <a:pt x="158" y="76"/>
                  </a:lnTo>
                  <a:lnTo>
                    <a:pt x="158" y="76"/>
                  </a:lnTo>
                  <a:lnTo>
                    <a:pt x="156" y="76"/>
                  </a:lnTo>
                  <a:lnTo>
                    <a:pt x="156" y="76"/>
                  </a:lnTo>
                  <a:lnTo>
                    <a:pt x="156" y="73"/>
                  </a:lnTo>
                  <a:lnTo>
                    <a:pt x="153" y="73"/>
                  </a:lnTo>
                  <a:lnTo>
                    <a:pt x="153" y="73"/>
                  </a:lnTo>
                  <a:lnTo>
                    <a:pt x="153" y="73"/>
                  </a:lnTo>
                  <a:lnTo>
                    <a:pt x="153" y="73"/>
                  </a:lnTo>
                  <a:lnTo>
                    <a:pt x="151" y="73"/>
                  </a:lnTo>
                  <a:lnTo>
                    <a:pt x="151" y="73"/>
                  </a:lnTo>
                  <a:lnTo>
                    <a:pt x="151" y="73"/>
                  </a:lnTo>
                  <a:lnTo>
                    <a:pt x="149" y="73"/>
                  </a:lnTo>
                  <a:lnTo>
                    <a:pt x="149" y="73"/>
                  </a:lnTo>
                  <a:lnTo>
                    <a:pt x="146" y="73"/>
                  </a:lnTo>
                  <a:lnTo>
                    <a:pt x="146" y="73"/>
                  </a:lnTo>
                  <a:lnTo>
                    <a:pt x="146" y="73"/>
                  </a:lnTo>
                  <a:lnTo>
                    <a:pt x="144" y="73"/>
                  </a:lnTo>
                  <a:lnTo>
                    <a:pt x="144" y="73"/>
                  </a:lnTo>
                  <a:lnTo>
                    <a:pt x="144" y="73"/>
                  </a:lnTo>
                  <a:lnTo>
                    <a:pt x="144" y="73"/>
                  </a:lnTo>
                  <a:lnTo>
                    <a:pt x="144" y="73"/>
                  </a:lnTo>
                  <a:lnTo>
                    <a:pt x="144" y="73"/>
                  </a:lnTo>
                  <a:lnTo>
                    <a:pt x="144" y="76"/>
                  </a:lnTo>
                  <a:lnTo>
                    <a:pt x="142" y="76"/>
                  </a:lnTo>
                  <a:lnTo>
                    <a:pt x="142" y="76"/>
                  </a:lnTo>
                  <a:lnTo>
                    <a:pt x="142" y="73"/>
                  </a:lnTo>
                  <a:lnTo>
                    <a:pt x="139" y="73"/>
                  </a:lnTo>
                  <a:lnTo>
                    <a:pt x="139" y="73"/>
                  </a:lnTo>
                  <a:lnTo>
                    <a:pt x="139" y="73"/>
                  </a:lnTo>
                  <a:lnTo>
                    <a:pt x="137" y="73"/>
                  </a:lnTo>
                  <a:lnTo>
                    <a:pt x="137" y="73"/>
                  </a:lnTo>
                  <a:lnTo>
                    <a:pt x="137" y="73"/>
                  </a:lnTo>
                  <a:lnTo>
                    <a:pt x="135" y="73"/>
                  </a:lnTo>
                  <a:lnTo>
                    <a:pt x="135" y="73"/>
                  </a:lnTo>
                  <a:lnTo>
                    <a:pt x="135" y="73"/>
                  </a:lnTo>
                  <a:lnTo>
                    <a:pt x="135" y="73"/>
                  </a:lnTo>
                  <a:lnTo>
                    <a:pt x="132" y="73"/>
                  </a:lnTo>
                  <a:lnTo>
                    <a:pt x="132" y="73"/>
                  </a:lnTo>
                  <a:lnTo>
                    <a:pt x="132" y="73"/>
                  </a:lnTo>
                  <a:lnTo>
                    <a:pt x="130" y="73"/>
                  </a:lnTo>
                  <a:lnTo>
                    <a:pt x="130" y="73"/>
                  </a:lnTo>
                  <a:lnTo>
                    <a:pt x="127" y="73"/>
                  </a:lnTo>
                  <a:lnTo>
                    <a:pt x="127" y="73"/>
                  </a:lnTo>
                  <a:lnTo>
                    <a:pt x="127" y="73"/>
                  </a:lnTo>
                  <a:lnTo>
                    <a:pt x="125" y="73"/>
                  </a:lnTo>
                  <a:lnTo>
                    <a:pt x="125" y="71"/>
                  </a:lnTo>
                  <a:lnTo>
                    <a:pt x="125" y="71"/>
                  </a:lnTo>
                  <a:lnTo>
                    <a:pt x="125" y="71"/>
                  </a:lnTo>
                  <a:lnTo>
                    <a:pt x="123" y="71"/>
                  </a:lnTo>
                  <a:lnTo>
                    <a:pt x="123" y="71"/>
                  </a:lnTo>
                  <a:lnTo>
                    <a:pt x="123" y="71"/>
                  </a:lnTo>
                  <a:lnTo>
                    <a:pt x="120" y="71"/>
                  </a:lnTo>
                  <a:lnTo>
                    <a:pt x="120" y="71"/>
                  </a:lnTo>
                  <a:lnTo>
                    <a:pt x="120" y="71"/>
                  </a:lnTo>
                  <a:lnTo>
                    <a:pt x="118" y="71"/>
                  </a:lnTo>
                  <a:lnTo>
                    <a:pt x="118" y="69"/>
                  </a:lnTo>
                  <a:lnTo>
                    <a:pt x="118" y="69"/>
                  </a:lnTo>
                  <a:lnTo>
                    <a:pt x="118" y="69"/>
                  </a:lnTo>
                  <a:lnTo>
                    <a:pt x="116" y="69"/>
                  </a:lnTo>
                  <a:lnTo>
                    <a:pt x="116" y="69"/>
                  </a:lnTo>
                  <a:lnTo>
                    <a:pt x="116" y="69"/>
                  </a:lnTo>
                  <a:lnTo>
                    <a:pt x="113" y="69"/>
                  </a:lnTo>
                  <a:lnTo>
                    <a:pt x="113" y="66"/>
                  </a:lnTo>
                  <a:lnTo>
                    <a:pt x="113" y="66"/>
                  </a:lnTo>
                  <a:lnTo>
                    <a:pt x="113" y="66"/>
                  </a:lnTo>
                  <a:lnTo>
                    <a:pt x="113" y="66"/>
                  </a:lnTo>
                  <a:lnTo>
                    <a:pt x="111" y="66"/>
                  </a:lnTo>
                  <a:lnTo>
                    <a:pt x="111" y="66"/>
                  </a:lnTo>
                  <a:lnTo>
                    <a:pt x="111" y="64"/>
                  </a:lnTo>
                  <a:lnTo>
                    <a:pt x="111" y="64"/>
                  </a:lnTo>
                  <a:lnTo>
                    <a:pt x="109" y="64"/>
                  </a:lnTo>
                  <a:lnTo>
                    <a:pt x="109" y="64"/>
                  </a:lnTo>
                  <a:lnTo>
                    <a:pt x="109" y="64"/>
                  </a:lnTo>
                  <a:lnTo>
                    <a:pt x="106" y="64"/>
                  </a:lnTo>
                  <a:lnTo>
                    <a:pt x="106" y="62"/>
                  </a:lnTo>
                  <a:lnTo>
                    <a:pt x="106" y="62"/>
                  </a:lnTo>
                  <a:lnTo>
                    <a:pt x="106" y="62"/>
                  </a:lnTo>
                  <a:lnTo>
                    <a:pt x="104" y="62"/>
                  </a:lnTo>
                  <a:lnTo>
                    <a:pt x="104" y="62"/>
                  </a:lnTo>
                  <a:lnTo>
                    <a:pt x="104" y="62"/>
                  </a:lnTo>
                  <a:lnTo>
                    <a:pt x="101" y="62"/>
                  </a:lnTo>
                  <a:lnTo>
                    <a:pt x="101" y="62"/>
                  </a:lnTo>
                  <a:lnTo>
                    <a:pt x="101" y="62"/>
                  </a:lnTo>
                  <a:lnTo>
                    <a:pt x="101" y="62"/>
                  </a:lnTo>
                  <a:lnTo>
                    <a:pt x="99" y="62"/>
                  </a:lnTo>
                  <a:lnTo>
                    <a:pt x="99" y="62"/>
                  </a:lnTo>
                  <a:lnTo>
                    <a:pt x="99" y="62"/>
                  </a:lnTo>
                  <a:lnTo>
                    <a:pt x="99" y="59"/>
                  </a:lnTo>
                  <a:lnTo>
                    <a:pt x="97" y="59"/>
                  </a:lnTo>
                  <a:lnTo>
                    <a:pt x="97" y="59"/>
                  </a:lnTo>
                  <a:lnTo>
                    <a:pt x="94" y="59"/>
                  </a:lnTo>
                  <a:lnTo>
                    <a:pt x="94" y="59"/>
                  </a:lnTo>
                  <a:lnTo>
                    <a:pt x="94" y="59"/>
                  </a:lnTo>
                  <a:lnTo>
                    <a:pt x="92" y="59"/>
                  </a:lnTo>
                  <a:lnTo>
                    <a:pt x="92" y="59"/>
                  </a:lnTo>
                  <a:lnTo>
                    <a:pt x="92" y="59"/>
                  </a:lnTo>
                  <a:lnTo>
                    <a:pt x="92" y="59"/>
                  </a:lnTo>
                  <a:lnTo>
                    <a:pt x="90" y="59"/>
                  </a:lnTo>
                  <a:lnTo>
                    <a:pt x="90" y="57"/>
                  </a:lnTo>
                  <a:lnTo>
                    <a:pt x="90" y="57"/>
                  </a:lnTo>
                  <a:lnTo>
                    <a:pt x="87" y="57"/>
                  </a:lnTo>
                  <a:lnTo>
                    <a:pt x="87" y="57"/>
                  </a:lnTo>
                  <a:lnTo>
                    <a:pt x="87" y="57"/>
                  </a:lnTo>
                  <a:lnTo>
                    <a:pt x="85" y="57"/>
                  </a:lnTo>
                  <a:lnTo>
                    <a:pt x="85" y="57"/>
                  </a:lnTo>
                  <a:lnTo>
                    <a:pt x="85" y="59"/>
                  </a:lnTo>
                  <a:lnTo>
                    <a:pt x="85" y="59"/>
                  </a:lnTo>
                  <a:lnTo>
                    <a:pt x="85" y="59"/>
                  </a:lnTo>
                  <a:lnTo>
                    <a:pt x="85" y="59"/>
                  </a:lnTo>
                  <a:lnTo>
                    <a:pt x="85" y="59"/>
                  </a:lnTo>
                  <a:lnTo>
                    <a:pt x="82" y="59"/>
                  </a:lnTo>
                  <a:lnTo>
                    <a:pt x="82" y="59"/>
                  </a:lnTo>
                  <a:lnTo>
                    <a:pt x="80" y="59"/>
                  </a:lnTo>
                  <a:lnTo>
                    <a:pt x="80" y="59"/>
                  </a:lnTo>
                  <a:lnTo>
                    <a:pt x="80" y="59"/>
                  </a:lnTo>
                  <a:lnTo>
                    <a:pt x="80" y="59"/>
                  </a:lnTo>
                  <a:lnTo>
                    <a:pt x="78" y="59"/>
                  </a:lnTo>
                  <a:lnTo>
                    <a:pt x="78" y="57"/>
                  </a:lnTo>
                  <a:lnTo>
                    <a:pt x="78" y="57"/>
                  </a:lnTo>
                  <a:lnTo>
                    <a:pt x="78" y="59"/>
                  </a:lnTo>
                  <a:lnTo>
                    <a:pt x="78" y="59"/>
                  </a:lnTo>
                  <a:lnTo>
                    <a:pt x="75" y="59"/>
                  </a:lnTo>
                  <a:lnTo>
                    <a:pt x="75" y="57"/>
                  </a:lnTo>
                  <a:lnTo>
                    <a:pt x="75" y="57"/>
                  </a:lnTo>
                  <a:lnTo>
                    <a:pt x="73" y="57"/>
                  </a:lnTo>
                  <a:lnTo>
                    <a:pt x="73" y="59"/>
                  </a:lnTo>
                  <a:lnTo>
                    <a:pt x="73" y="59"/>
                  </a:lnTo>
                  <a:lnTo>
                    <a:pt x="73" y="59"/>
                  </a:lnTo>
                  <a:lnTo>
                    <a:pt x="73" y="62"/>
                  </a:lnTo>
                  <a:lnTo>
                    <a:pt x="73" y="62"/>
                  </a:lnTo>
                  <a:lnTo>
                    <a:pt x="71" y="62"/>
                  </a:lnTo>
                  <a:lnTo>
                    <a:pt x="71" y="62"/>
                  </a:lnTo>
                  <a:lnTo>
                    <a:pt x="68" y="62"/>
                  </a:lnTo>
                  <a:lnTo>
                    <a:pt x="68" y="62"/>
                  </a:lnTo>
                  <a:lnTo>
                    <a:pt x="68" y="62"/>
                  </a:lnTo>
                  <a:lnTo>
                    <a:pt x="66" y="62"/>
                  </a:lnTo>
                  <a:lnTo>
                    <a:pt x="66" y="62"/>
                  </a:lnTo>
                  <a:lnTo>
                    <a:pt x="66" y="59"/>
                  </a:lnTo>
                  <a:lnTo>
                    <a:pt x="66" y="59"/>
                  </a:lnTo>
                  <a:lnTo>
                    <a:pt x="64" y="59"/>
                  </a:lnTo>
                  <a:lnTo>
                    <a:pt x="64" y="59"/>
                  </a:lnTo>
                  <a:lnTo>
                    <a:pt x="61" y="59"/>
                  </a:lnTo>
                  <a:lnTo>
                    <a:pt x="61" y="59"/>
                  </a:lnTo>
                  <a:lnTo>
                    <a:pt x="61" y="59"/>
                  </a:lnTo>
                  <a:lnTo>
                    <a:pt x="61" y="59"/>
                  </a:lnTo>
                  <a:lnTo>
                    <a:pt x="59" y="59"/>
                  </a:lnTo>
                  <a:lnTo>
                    <a:pt x="59" y="59"/>
                  </a:lnTo>
                  <a:lnTo>
                    <a:pt x="59" y="59"/>
                  </a:lnTo>
                  <a:lnTo>
                    <a:pt x="59" y="57"/>
                  </a:lnTo>
                  <a:lnTo>
                    <a:pt x="56" y="57"/>
                  </a:lnTo>
                  <a:lnTo>
                    <a:pt x="56" y="57"/>
                  </a:lnTo>
                  <a:lnTo>
                    <a:pt x="54" y="57"/>
                  </a:lnTo>
                  <a:lnTo>
                    <a:pt x="54" y="57"/>
                  </a:lnTo>
                  <a:lnTo>
                    <a:pt x="54" y="54"/>
                  </a:lnTo>
                  <a:lnTo>
                    <a:pt x="54" y="54"/>
                  </a:lnTo>
                  <a:lnTo>
                    <a:pt x="54" y="54"/>
                  </a:lnTo>
                  <a:lnTo>
                    <a:pt x="54" y="54"/>
                  </a:lnTo>
                  <a:lnTo>
                    <a:pt x="52" y="54"/>
                  </a:lnTo>
                  <a:lnTo>
                    <a:pt x="52" y="54"/>
                  </a:lnTo>
                  <a:lnTo>
                    <a:pt x="52" y="52"/>
                  </a:lnTo>
                  <a:lnTo>
                    <a:pt x="52" y="52"/>
                  </a:lnTo>
                  <a:lnTo>
                    <a:pt x="49" y="52"/>
                  </a:lnTo>
                  <a:lnTo>
                    <a:pt x="49" y="52"/>
                  </a:lnTo>
                  <a:lnTo>
                    <a:pt x="49" y="52"/>
                  </a:lnTo>
                  <a:lnTo>
                    <a:pt x="47" y="52"/>
                  </a:lnTo>
                  <a:lnTo>
                    <a:pt x="47" y="52"/>
                  </a:lnTo>
                  <a:lnTo>
                    <a:pt x="47" y="52"/>
                  </a:lnTo>
                  <a:lnTo>
                    <a:pt x="45" y="52"/>
                  </a:lnTo>
                  <a:lnTo>
                    <a:pt x="45" y="52"/>
                  </a:lnTo>
                  <a:lnTo>
                    <a:pt x="45" y="52"/>
                  </a:lnTo>
                  <a:lnTo>
                    <a:pt x="45" y="52"/>
                  </a:lnTo>
                  <a:lnTo>
                    <a:pt x="42" y="52"/>
                  </a:lnTo>
                  <a:lnTo>
                    <a:pt x="42" y="52"/>
                  </a:lnTo>
                  <a:lnTo>
                    <a:pt x="40" y="52"/>
                  </a:lnTo>
                  <a:lnTo>
                    <a:pt x="40" y="52"/>
                  </a:lnTo>
                  <a:lnTo>
                    <a:pt x="40" y="52"/>
                  </a:lnTo>
                  <a:lnTo>
                    <a:pt x="38" y="52"/>
                  </a:lnTo>
                  <a:lnTo>
                    <a:pt x="38" y="52"/>
                  </a:lnTo>
                  <a:lnTo>
                    <a:pt x="38" y="52"/>
                  </a:lnTo>
                  <a:lnTo>
                    <a:pt x="35" y="52"/>
                  </a:lnTo>
                  <a:lnTo>
                    <a:pt x="35" y="52"/>
                  </a:lnTo>
                  <a:lnTo>
                    <a:pt x="33" y="52"/>
                  </a:lnTo>
                  <a:lnTo>
                    <a:pt x="33" y="52"/>
                  </a:lnTo>
                  <a:lnTo>
                    <a:pt x="33" y="50"/>
                  </a:lnTo>
                  <a:lnTo>
                    <a:pt x="33" y="50"/>
                  </a:lnTo>
                  <a:lnTo>
                    <a:pt x="33" y="52"/>
                  </a:lnTo>
                  <a:lnTo>
                    <a:pt x="30" y="52"/>
                  </a:lnTo>
                  <a:lnTo>
                    <a:pt x="30" y="50"/>
                  </a:lnTo>
                  <a:lnTo>
                    <a:pt x="30" y="50"/>
                  </a:lnTo>
                  <a:lnTo>
                    <a:pt x="28" y="50"/>
                  </a:lnTo>
                  <a:lnTo>
                    <a:pt x="28" y="50"/>
                  </a:lnTo>
                  <a:lnTo>
                    <a:pt x="28" y="50"/>
                  </a:lnTo>
                  <a:lnTo>
                    <a:pt x="28" y="50"/>
                  </a:lnTo>
                  <a:lnTo>
                    <a:pt x="28" y="50"/>
                  </a:lnTo>
                  <a:lnTo>
                    <a:pt x="28" y="50"/>
                  </a:lnTo>
                  <a:lnTo>
                    <a:pt x="28" y="47"/>
                  </a:lnTo>
                  <a:lnTo>
                    <a:pt x="26" y="47"/>
                  </a:lnTo>
                  <a:lnTo>
                    <a:pt x="26" y="47"/>
                  </a:lnTo>
                  <a:lnTo>
                    <a:pt x="26" y="45"/>
                  </a:lnTo>
                  <a:lnTo>
                    <a:pt x="26" y="45"/>
                  </a:lnTo>
                  <a:lnTo>
                    <a:pt x="28" y="45"/>
                  </a:lnTo>
                  <a:lnTo>
                    <a:pt x="28" y="43"/>
                  </a:lnTo>
                  <a:lnTo>
                    <a:pt x="28" y="43"/>
                  </a:lnTo>
                  <a:lnTo>
                    <a:pt x="28" y="43"/>
                  </a:lnTo>
                  <a:lnTo>
                    <a:pt x="28" y="43"/>
                  </a:lnTo>
                  <a:lnTo>
                    <a:pt x="28" y="43"/>
                  </a:lnTo>
                  <a:lnTo>
                    <a:pt x="30" y="43"/>
                  </a:lnTo>
                  <a:lnTo>
                    <a:pt x="30" y="40"/>
                  </a:lnTo>
                  <a:lnTo>
                    <a:pt x="30" y="40"/>
                  </a:lnTo>
                  <a:lnTo>
                    <a:pt x="28" y="40"/>
                  </a:lnTo>
                  <a:lnTo>
                    <a:pt x="28" y="40"/>
                  </a:lnTo>
                  <a:lnTo>
                    <a:pt x="28" y="40"/>
                  </a:lnTo>
                  <a:lnTo>
                    <a:pt x="26" y="40"/>
                  </a:lnTo>
                  <a:lnTo>
                    <a:pt x="26" y="40"/>
                  </a:lnTo>
                  <a:lnTo>
                    <a:pt x="26" y="40"/>
                  </a:lnTo>
                  <a:lnTo>
                    <a:pt x="23" y="40"/>
                  </a:lnTo>
                  <a:lnTo>
                    <a:pt x="23" y="38"/>
                  </a:lnTo>
                  <a:lnTo>
                    <a:pt x="23" y="38"/>
                  </a:lnTo>
                  <a:lnTo>
                    <a:pt x="23" y="38"/>
                  </a:lnTo>
                  <a:lnTo>
                    <a:pt x="21" y="38"/>
                  </a:lnTo>
                  <a:lnTo>
                    <a:pt x="21" y="38"/>
                  </a:lnTo>
                  <a:lnTo>
                    <a:pt x="21" y="36"/>
                  </a:lnTo>
                  <a:lnTo>
                    <a:pt x="21" y="36"/>
                  </a:lnTo>
                  <a:lnTo>
                    <a:pt x="21" y="36"/>
                  </a:lnTo>
                  <a:lnTo>
                    <a:pt x="19" y="36"/>
                  </a:lnTo>
                  <a:lnTo>
                    <a:pt x="19" y="36"/>
                  </a:lnTo>
                  <a:lnTo>
                    <a:pt x="19" y="36"/>
                  </a:lnTo>
                  <a:lnTo>
                    <a:pt x="19" y="36"/>
                  </a:lnTo>
                  <a:lnTo>
                    <a:pt x="16" y="36"/>
                  </a:lnTo>
                  <a:lnTo>
                    <a:pt x="16" y="36"/>
                  </a:lnTo>
                  <a:lnTo>
                    <a:pt x="14" y="36"/>
                  </a:lnTo>
                  <a:lnTo>
                    <a:pt x="14" y="36"/>
                  </a:lnTo>
                  <a:lnTo>
                    <a:pt x="14" y="36"/>
                  </a:lnTo>
                  <a:lnTo>
                    <a:pt x="11" y="36"/>
                  </a:lnTo>
                  <a:lnTo>
                    <a:pt x="11" y="36"/>
                  </a:lnTo>
                  <a:lnTo>
                    <a:pt x="11" y="36"/>
                  </a:lnTo>
                  <a:lnTo>
                    <a:pt x="9" y="36"/>
                  </a:lnTo>
                  <a:lnTo>
                    <a:pt x="9" y="36"/>
                  </a:lnTo>
                  <a:lnTo>
                    <a:pt x="7" y="36"/>
                  </a:lnTo>
                  <a:lnTo>
                    <a:pt x="7" y="36"/>
                  </a:lnTo>
                  <a:lnTo>
                    <a:pt x="7" y="36"/>
                  </a:lnTo>
                  <a:lnTo>
                    <a:pt x="7" y="36"/>
                  </a:lnTo>
                  <a:lnTo>
                    <a:pt x="4" y="36"/>
                  </a:lnTo>
                  <a:lnTo>
                    <a:pt x="4" y="36"/>
                  </a:lnTo>
                  <a:lnTo>
                    <a:pt x="4" y="36"/>
                  </a:lnTo>
                  <a:lnTo>
                    <a:pt x="4" y="36"/>
                  </a:lnTo>
                  <a:lnTo>
                    <a:pt x="2" y="36"/>
                  </a:lnTo>
                  <a:lnTo>
                    <a:pt x="2" y="36"/>
                  </a:lnTo>
                  <a:lnTo>
                    <a:pt x="2" y="33"/>
                  </a:lnTo>
                  <a:lnTo>
                    <a:pt x="2" y="33"/>
                  </a:lnTo>
                  <a:lnTo>
                    <a:pt x="2" y="33"/>
                  </a:lnTo>
                  <a:lnTo>
                    <a:pt x="2" y="33"/>
                  </a:lnTo>
                  <a:lnTo>
                    <a:pt x="2" y="31"/>
                  </a:lnTo>
                  <a:lnTo>
                    <a:pt x="0" y="31"/>
                  </a:lnTo>
                  <a:lnTo>
                    <a:pt x="0" y="31"/>
                  </a:lnTo>
                  <a:lnTo>
                    <a:pt x="0" y="31"/>
                  </a:lnTo>
                  <a:lnTo>
                    <a:pt x="0" y="28"/>
                  </a:lnTo>
                  <a:lnTo>
                    <a:pt x="0" y="28"/>
                  </a:lnTo>
                  <a:lnTo>
                    <a:pt x="0" y="28"/>
                  </a:lnTo>
                  <a:lnTo>
                    <a:pt x="2" y="28"/>
                  </a:lnTo>
                  <a:lnTo>
                    <a:pt x="2" y="28"/>
                  </a:lnTo>
                  <a:lnTo>
                    <a:pt x="2" y="26"/>
                  </a:lnTo>
                  <a:lnTo>
                    <a:pt x="4" y="26"/>
                  </a:lnTo>
                  <a:lnTo>
                    <a:pt x="4" y="26"/>
                  </a:lnTo>
                  <a:lnTo>
                    <a:pt x="4" y="28"/>
                  </a:lnTo>
                  <a:lnTo>
                    <a:pt x="4" y="28"/>
                  </a:lnTo>
                  <a:lnTo>
                    <a:pt x="4" y="31"/>
                  </a:lnTo>
                  <a:lnTo>
                    <a:pt x="4" y="31"/>
                  </a:lnTo>
                  <a:lnTo>
                    <a:pt x="7" y="31"/>
                  </a:lnTo>
                  <a:lnTo>
                    <a:pt x="7" y="31"/>
                  </a:lnTo>
                  <a:lnTo>
                    <a:pt x="7" y="31"/>
                  </a:lnTo>
                  <a:lnTo>
                    <a:pt x="7" y="33"/>
                  </a:lnTo>
                  <a:lnTo>
                    <a:pt x="7" y="33"/>
                  </a:lnTo>
                  <a:lnTo>
                    <a:pt x="7" y="33"/>
                  </a:lnTo>
                  <a:lnTo>
                    <a:pt x="9" y="33"/>
                  </a:lnTo>
                  <a:lnTo>
                    <a:pt x="9" y="33"/>
                  </a:lnTo>
                  <a:lnTo>
                    <a:pt x="9" y="31"/>
                  </a:lnTo>
                  <a:lnTo>
                    <a:pt x="9" y="31"/>
                  </a:lnTo>
                  <a:lnTo>
                    <a:pt x="9" y="31"/>
                  </a:lnTo>
                  <a:lnTo>
                    <a:pt x="11" y="31"/>
                  </a:lnTo>
                  <a:lnTo>
                    <a:pt x="11" y="28"/>
                  </a:lnTo>
                  <a:lnTo>
                    <a:pt x="11" y="28"/>
                  </a:lnTo>
                  <a:lnTo>
                    <a:pt x="11" y="26"/>
                  </a:lnTo>
                  <a:lnTo>
                    <a:pt x="11" y="26"/>
                  </a:lnTo>
                  <a:lnTo>
                    <a:pt x="11" y="26"/>
                  </a:lnTo>
                  <a:lnTo>
                    <a:pt x="11" y="26"/>
                  </a:lnTo>
                  <a:lnTo>
                    <a:pt x="14" y="26"/>
                  </a:lnTo>
                  <a:lnTo>
                    <a:pt x="14" y="26"/>
                  </a:lnTo>
                  <a:lnTo>
                    <a:pt x="14" y="26"/>
                  </a:lnTo>
                  <a:lnTo>
                    <a:pt x="14" y="24"/>
                  </a:lnTo>
                  <a:lnTo>
                    <a:pt x="14" y="24"/>
                  </a:lnTo>
                  <a:lnTo>
                    <a:pt x="14" y="24"/>
                  </a:lnTo>
                  <a:lnTo>
                    <a:pt x="14" y="21"/>
                  </a:lnTo>
                  <a:lnTo>
                    <a:pt x="14" y="21"/>
                  </a:lnTo>
                  <a:lnTo>
                    <a:pt x="14" y="19"/>
                  </a:lnTo>
                  <a:lnTo>
                    <a:pt x="14" y="19"/>
                  </a:lnTo>
                  <a:lnTo>
                    <a:pt x="16" y="19"/>
                  </a:lnTo>
                  <a:lnTo>
                    <a:pt x="16" y="17"/>
                  </a:lnTo>
                  <a:lnTo>
                    <a:pt x="16" y="17"/>
                  </a:lnTo>
                  <a:lnTo>
                    <a:pt x="16" y="17"/>
                  </a:lnTo>
                  <a:lnTo>
                    <a:pt x="16" y="14"/>
                  </a:lnTo>
                  <a:lnTo>
                    <a:pt x="19" y="14"/>
                  </a:lnTo>
                  <a:lnTo>
                    <a:pt x="19" y="14"/>
                  </a:lnTo>
                  <a:lnTo>
                    <a:pt x="19" y="14"/>
                  </a:lnTo>
                  <a:lnTo>
                    <a:pt x="19" y="14"/>
                  </a:lnTo>
                  <a:lnTo>
                    <a:pt x="19" y="12"/>
                  </a:lnTo>
                  <a:lnTo>
                    <a:pt x="19" y="12"/>
                  </a:lnTo>
                  <a:lnTo>
                    <a:pt x="19" y="12"/>
                  </a:lnTo>
                  <a:lnTo>
                    <a:pt x="21" y="12"/>
                  </a:lnTo>
                  <a:lnTo>
                    <a:pt x="21" y="12"/>
                  </a:lnTo>
                  <a:lnTo>
                    <a:pt x="21" y="12"/>
                  </a:lnTo>
                  <a:lnTo>
                    <a:pt x="21" y="12"/>
                  </a:lnTo>
                  <a:lnTo>
                    <a:pt x="23" y="12"/>
                  </a:lnTo>
                  <a:lnTo>
                    <a:pt x="23" y="12"/>
                  </a:lnTo>
                  <a:lnTo>
                    <a:pt x="26" y="12"/>
                  </a:lnTo>
                  <a:lnTo>
                    <a:pt x="26" y="12"/>
                  </a:lnTo>
                  <a:lnTo>
                    <a:pt x="26" y="12"/>
                  </a:lnTo>
                  <a:lnTo>
                    <a:pt x="28" y="12"/>
                  </a:lnTo>
                  <a:lnTo>
                    <a:pt x="28" y="14"/>
                  </a:lnTo>
                  <a:lnTo>
                    <a:pt x="28" y="14"/>
                  </a:lnTo>
                  <a:lnTo>
                    <a:pt x="28" y="14"/>
                  </a:lnTo>
                  <a:lnTo>
                    <a:pt x="28" y="14"/>
                  </a:lnTo>
                  <a:lnTo>
                    <a:pt x="30" y="14"/>
                  </a:lnTo>
                  <a:lnTo>
                    <a:pt x="30" y="14"/>
                  </a:lnTo>
                  <a:lnTo>
                    <a:pt x="33" y="14"/>
                  </a:lnTo>
                  <a:lnTo>
                    <a:pt x="33" y="14"/>
                  </a:lnTo>
                  <a:lnTo>
                    <a:pt x="33" y="14"/>
                  </a:lnTo>
                  <a:lnTo>
                    <a:pt x="35" y="14"/>
                  </a:lnTo>
                  <a:lnTo>
                    <a:pt x="35" y="14"/>
                  </a:lnTo>
                  <a:lnTo>
                    <a:pt x="33" y="14"/>
                  </a:lnTo>
                  <a:lnTo>
                    <a:pt x="33" y="14"/>
                  </a:lnTo>
                  <a:lnTo>
                    <a:pt x="33" y="12"/>
                  </a:lnTo>
                  <a:lnTo>
                    <a:pt x="33" y="12"/>
                  </a:lnTo>
                  <a:lnTo>
                    <a:pt x="30" y="12"/>
                  </a:lnTo>
                  <a:lnTo>
                    <a:pt x="30" y="14"/>
                  </a:lnTo>
                  <a:lnTo>
                    <a:pt x="30" y="14"/>
                  </a:lnTo>
                  <a:lnTo>
                    <a:pt x="30" y="12"/>
                  </a:lnTo>
                  <a:lnTo>
                    <a:pt x="30" y="12"/>
                  </a:lnTo>
                  <a:lnTo>
                    <a:pt x="30" y="9"/>
                  </a:lnTo>
                  <a:lnTo>
                    <a:pt x="30" y="9"/>
                  </a:lnTo>
                  <a:lnTo>
                    <a:pt x="30" y="9"/>
                  </a:lnTo>
                  <a:lnTo>
                    <a:pt x="30" y="9"/>
                  </a:lnTo>
                  <a:lnTo>
                    <a:pt x="28" y="9"/>
                  </a:lnTo>
                  <a:lnTo>
                    <a:pt x="28" y="7"/>
                  </a:lnTo>
                  <a:lnTo>
                    <a:pt x="30" y="7"/>
                  </a:lnTo>
                  <a:lnTo>
                    <a:pt x="30" y="7"/>
                  </a:lnTo>
                  <a:lnTo>
                    <a:pt x="30" y="7"/>
                  </a:lnTo>
                  <a:lnTo>
                    <a:pt x="30" y="7"/>
                  </a:lnTo>
                  <a:lnTo>
                    <a:pt x="30" y="5"/>
                  </a:lnTo>
                  <a:lnTo>
                    <a:pt x="28" y="5"/>
                  </a:lnTo>
                  <a:lnTo>
                    <a:pt x="28" y="5"/>
                  </a:lnTo>
                  <a:lnTo>
                    <a:pt x="30" y="5"/>
                  </a:lnTo>
                  <a:lnTo>
                    <a:pt x="30" y="2"/>
                  </a:lnTo>
                  <a:lnTo>
                    <a:pt x="30" y="2"/>
                  </a:lnTo>
                  <a:lnTo>
                    <a:pt x="28" y="2"/>
                  </a:lnTo>
                  <a:lnTo>
                    <a:pt x="28" y="2"/>
                  </a:lnTo>
                  <a:lnTo>
                    <a:pt x="28" y="0"/>
                  </a:lnTo>
                  <a:lnTo>
                    <a:pt x="28" y="0"/>
                  </a:lnTo>
                  <a:lnTo>
                    <a:pt x="28" y="0"/>
                  </a:lnTo>
                  <a:lnTo>
                    <a:pt x="28" y="0"/>
                  </a:lnTo>
                  <a:lnTo>
                    <a:pt x="30" y="0"/>
                  </a:lnTo>
                  <a:lnTo>
                    <a:pt x="30" y="0"/>
                  </a:lnTo>
                  <a:lnTo>
                    <a:pt x="33" y="0"/>
                  </a:lnTo>
                  <a:lnTo>
                    <a:pt x="3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0" name="Freeform 218"/>
            <p:cNvSpPr>
              <a:spLocks/>
            </p:cNvSpPr>
            <p:nvPr/>
          </p:nvSpPr>
          <p:spPr bwMode="auto">
            <a:xfrm>
              <a:off x="5362575" y="4295775"/>
              <a:ext cx="228600" cy="311150"/>
            </a:xfrm>
            <a:custGeom>
              <a:avLst/>
              <a:gdLst/>
              <a:ahLst/>
              <a:cxnLst>
                <a:cxn ang="0">
                  <a:pos x="68" y="95"/>
                </a:cxn>
                <a:cxn ang="0">
                  <a:pos x="68" y="106"/>
                </a:cxn>
                <a:cxn ang="0">
                  <a:pos x="80" y="121"/>
                </a:cxn>
                <a:cxn ang="0">
                  <a:pos x="80" y="135"/>
                </a:cxn>
                <a:cxn ang="0">
                  <a:pos x="83" y="147"/>
                </a:cxn>
                <a:cxn ang="0">
                  <a:pos x="90" y="151"/>
                </a:cxn>
                <a:cxn ang="0">
                  <a:pos x="97" y="159"/>
                </a:cxn>
                <a:cxn ang="0">
                  <a:pos x="94" y="161"/>
                </a:cxn>
                <a:cxn ang="0">
                  <a:pos x="94" y="173"/>
                </a:cxn>
                <a:cxn ang="0">
                  <a:pos x="94" y="187"/>
                </a:cxn>
                <a:cxn ang="0">
                  <a:pos x="85" y="194"/>
                </a:cxn>
                <a:cxn ang="0">
                  <a:pos x="78" y="180"/>
                </a:cxn>
                <a:cxn ang="0">
                  <a:pos x="71" y="175"/>
                </a:cxn>
                <a:cxn ang="0">
                  <a:pos x="61" y="163"/>
                </a:cxn>
                <a:cxn ang="0">
                  <a:pos x="57" y="151"/>
                </a:cxn>
                <a:cxn ang="0">
                  <a:pos x="47" y="135"/>
                </a:cxn>
                <a:cxn ang="0">
                  <a:pos x="52" y="118"/>
                </a:cxn>
                <a:cxn ang="0">
                  <a:pos x="35" y="123"/>
                </a:cxn>
                <a:cxn ang="0">
                  <a:pos x="40" y="142"/>
                </a:cxn>
                <a:cxn ang="0">
                  <a:pos x="38" y="163"/>
                </a:cxn>
                <a:cxn ang="0">
                  <a:pos x="38" y="185"/>
                </a:cxn>
                <a:cxn ang="0">
                  <a:pos x="31" y="192"/>
                </a:cxn>
                <a:cxn ang="0">
                  <a:pos x="16" y="189"/>
                </a:cxn>
                <a:cxn ang="0">
                  <a:pos x="16" y="180"/>
                </a:cxn>
                <a:cxn ang="0">
                  <a:pos x="9" y="170"/>
                </a:cxn>
                <a:cxn ang="0">
                  <a:pos x="9" y="168"/>
                </a:cxn>
                <a:cxn ang="0">
                  <a:pos x="16" y="161"/>
                </a:cxn>
                <a:cxn ang="0">
                  <a:pos x="16" y="144"/>
                </a:cxn>
                <a:cxn ang="0">
                  <a:pos x="7" y="140"/>
                </a:cxn>
                <a:cxn ang="0">
                  <a:pos x="5" y="121"/>
                </a:cxn>
                <a:cxn ang="0">
                  <a:pos x="7" y="114"/>
                </a:cxn>
                <a:cxn ang="0">
                  <a:pos x="14" y="97"/>
                </a:cxn>
                <a:cxn ang="0">
                  <a:pos x="16" y="76"/>
                </a:cxn>
                <a:cxn ang="0">
                  <a:pos x="23" y="59"/>
                </a:cxn>
                <a:cxn ang="0">
                  <a:pos x="26" y="50"/>
                </a:cxn>
                <a:cxn ang="0">
                  <a:pos x="28" y="35"/>
                </a:cxn>
                <a:cxn ang="0">
                  <a:pos x="38" y="21"/>
                </a:cxn>
                <a:cxn ang="0">
                  <a:pos x="42" y="23"/>
                </a:cxn>
                <a:cxn ang="0">
                  <a:pos x="54" y="14"/>
                </a:cxn>
                <a:cxn ang="0">
                  <a:pos x="66" y="21"/>
                </a:cxn>
                <a:cxn ang="0">
                  <a:pos x="80" y="21"/>
                </a:cxn>
                <a:cxn ang="0">
                  <a:pos x="94" y="23"/>
                </a:cxn>
                <a:cxn ang="0">
                  <a:pos x="113" y="26"/>
                </a:cxn>
                <a:cxn ang="0">
                  <a:pos x="125" y="14"/>
                </a:cxn>
                <a:cxn ang="0">
                  <a:pos x="132" y="2"/>
                </a:cxn>
                <a:cxn ang="0">
                  <a:pos x="139" y="5"/>
                </a:cxn>
                <a:cxn ang="0">
                  <a:pos x="137" y="19"/>
                </a:cxn>
                <a:cxn ang="0">
                  <a:pos x="128" y="33"/>
                </a:cxn>
                <a:cxn ang="0">
                  <a:pos x="111" y="42"/>
                </a:cxn>
                <a:cxn ang="0">
                  <a:pos x="92" y="38"/>
                </a:cxn>
                <a:cxn ang="0">
                  <a:pos x="73" y="38"/>
                </a:cxn>
                <a:cxn ang="0">
                  <a:pos x="57" y="38"/>
                </a:cxn>
                <a:cxn ang="0">
                  <a:pos x="40" y="38"/>
                </a:cxn>
                <a:cxn ang="0">
                  <a:pos x="31" y="52"/>
                </a:cxn>
                <a:cxn ang="0">
                  <a:pos x="38" y="71"/>
                </a:cxn>
                <a:cxn ang="0">
                  <a:pos x="47" y="83"/>
                </a:cxn>
                <a:cxn ang="0">
                  <a:pos x="59" y="73"/>
                </a:cxn>
                <a:cxn ang="0">
                  <a:pos x="71" y="71"/>
                </a:cxn>
                <a:cxn ang="0">
                  <a:pos x="87" y="64"/>
                </a:cxn>
                <a:cxn ang="0">
                  <a:pos x="104" y="68"/>
                </a:cxn>
                <a:cxn ang="0">
                  <a:pos x="92" y="71"/>
                </a:cxn>
                <a:cxn ang="0">
                  <a:pos x="80" y="85"/>
                </a:cxn>
              </a:cxnLst>
              <a:rect l="0" t="0" r="r" b="b"/>
              <a:pathLst>
                <a:path w="144" h="196">
                  <a:moveTo>
                    <a:pt x="71" y="97"/>
                  </a:moveTo>
                  <a:lnTo>
                    <a:pt x="71" y="95"/>
                  </a:lnTo>
                  <a:lnTo>
                    <a:pt x="71" y="95"/>
                  </a:lnTo>
                  <a:lnTo>
                    <a:pt x="73" y="95"/>
                  </a:lnTo>
                  <a:lnTo>
                    <a:pt x="73" y="95"/>
                  </a:lnTo>
                  <a:lnTo>
                    <a:pt x="73" y="92"/>
                  </a:lnTo>
                  <a:lnTo>
                    <a:pt x="73" y="92"/>
                  </a:lnTo>
                  <a:lnTo>
                    <a:pt x="73" y="92"/>
                  </a:lnTo>
                  <a:lnTo>
                    <a:pt x="76" y="92"/>
                  </a:lnTo>
                  <a:lnTo>
                    <a:pt x="76" y="92"/>
                  </a:lnTo>
                  <a:lnTo>
                    <a:pt x="76" y="92"/>
                  </a:lnTo>
                  <a:lnTo>
                    <a:pt x="76" y="90"/>
                  </a:lnTo>
                  <a:lnTo>
                    <a:pt x="76" y="90"/>
                  </a:lnTo>
                  <a:lnTo>
                    <a:pt x="73" y="90"/>
                  </a:lnTo>
                  <a:lnTo>
                    <a:pt x="73" y="90"/>
                  </a:lnTo>
                  <a:lnTo>
                    <a:pt x="73" y="92"/>
                  </a:lnTo>
                  <a:lnTo>
                    <a:pt x="73" y="92"/>
                  </a:lnTo>
                  <a:lnTo>
                    <a:pt x="73" y="92"/>
                  </a:lnTo>
                  <a:lnTo>
                    <a:pt x="71" y="92"/>
                  </a:lnTo>
                  <a:lnTo>
                    <a:pt x="71" y="92"/>
                  </a:lnTo>
                  <a:lnTo>
                    <a:pt x="68" y="92"/>
                  </a:lnTo>
                  <a:lnTo>
                    <a:pt x="68" y="92"/>
                  </a:lnTo>
                  <a:lnTo>
                    <a:pt x="68" y="92"/>
                  </a:lnTo>
                  <a:lnTo>
                    <a:pt x="68" y="95"/>
                  </a:lnTo>
                  <a:lnTo>
                    <a:pt x="68" y="95"/>
                  </a:lnTo>
                  <a:lnTo>
                    <a:pt x="68" y="95"/>
                  </a:lnTo>
                  <a:lnTo>
                    <a:pt x="68" y="97"/>
                  </a:lnTo>
                  <a:lnTo>
                    <a:pt x="68" y="97"/>
                  </a:lnTo>
                  <a:lnTo>
                    <a:pt x="66" y="97"/>
                  </a:lnTo>
                  <a:lnTo>
                    <a:pt x="66" y="99"/>
                  </a:lnTo>
                  <a:lnTo>
                    <a:pt x="66" y="99"/>
                  </a:lnTo>
                  <a:lnTo>
                    <a:pt x="66" y="99"/>
                  </a:lnTo>
                  <a:lnTo>
                    <a:pt x="64" y="99"/>
                  </a:lnTo>
                  <a:lnTo>
                    <a:pt x="64" y="99"/>
                  </a:lnTo>
                  <a:lnTo>
                    <a:pt x="61" y="99"/>
                  </a:lnTo>
                  <a:lnTo>
                    <a:pt x="61" y="99"/>
                  </a:lnTo>
                  <a:lnTo>
                    <a:pt x="61" y="99"/>
                  </a:lnTo>
                  <a:lnTo>
                    <a:pt x="61" y="102"/>
                  </a:lnTo>
                  <a:lnTo>
                    <a:pt x="61" y="102"/>
                  </a:lnTo>
                  <a:lnTo>
                    <a:pt x="61" y="102"/>
                  </a:lnTo>
                  <a:lnTo>
                    <a:pt x="61" y="102"/>
                  </a:lnTo>
                  <a:lnTo>
                    <a:pt x="64" y="102"/>
                  </a:lnTo>
                  <a:lnTo>
                    <a:pt x="64" y="104"/>
                  </a:lnTo>
                  <a:lnTo>
                    <a:pt x="64" y="104"/>
                  </a:lnTo>
                  <a:lnTo>
                    <a:pt x="66" y="104"/>
                  </a:lnTo>
                  <a:lnTo>
                    <a:pt x="66" y="104"/>
                  </a:lnTo>
                  <a:lnTo>
                    <a:pt x="66" y="104"/>
                  </a:lnTo>
                  <a:lnTo>
                    <a:pt x="66" y="104"/>
                  </a:lnTo>
                  <a:lnTo>
                    <a:pt x="68" y="104"/>
                  </a:lnTo>
                  <a:lnTo>
                    <a:pt x="68" y="106"/>
                  </a:lnTo>
                  <a:lnTo>
                    <a:pt x="68" y="106"/>
                  </a:lnTo>
                  <a:lnTo>
                    <a:pt x="68" y="106"/>
                  </a:lnTo>
                  <a:lnTo>
                    <a:pt x="68" y="106"/>
                  </a:lnTo>
                  <a:lnTo>
                    <a:pt x="68" y="109"/>
                  </a:lnTo>
                  <a:lnTo>
                    <a:pt x="68" y="109"/>
                  </a:lnTo>
                  <a:lnTo>
                    <a:pt x="71" y="109"/>
                  </a:lnTo>
                  <a:lnTo>
                    <a:pt x="71" y="111"/>
                  </a:lnTo>
                  <a:lnTo>
                    <a:pt x="71" y="111"/>
                  </a:lnTo>
                  <a:lnTo>
                    <a:pt x="71" y="111"/>
                  </a:lnTo>
                  <a:lnTo>
                    <a:pt x="71" y="111"/>
                  </a:lnTo>
                  <a:lnTo>
                    <a:pt x="73" y="111"/>
                  </a:lnTo>
                  <a:lnTo>
                    <a:pt x="73" y="114"/>
                  </a:lnTo>
                  <a:lnTo>
                    <a:pt x="73" y="114"/>
                  </a:lnTo>
                  <a:lnTo>
                    <a:pt x="73" y="114"/>
                  </a:lnTo>
                  <a:lnTo>
                    <a:pt x="73" y="116"/>
                  </a:lnTo>
                  <a:lnTo>
                    <a:pt x="73" y="116"/>
                  </a:lnTo>
                  <a:lnTo>
                    <a:pt x="73" y="118"/>
                  </a:lnTo>
                  <a:lnTo>
                    <a:pt x="73" y="118"/>
                  </a:lnTo>
                  <a:lnTo>
                    <a:pt x="73" y="118"/>
                  </a:lnTo>
                  <a:lnTo>
                    <a:pt x="76" y="118"/>
                  </a:lnTo>
                  <a:lnTo>
                    <a:pt x="76" y="118"/>
                  </a:lnTo>
                  <a:lnTo>
                    <a:pt x="76" y="121"/>
                  </a:lnTo>
                  <a:lnTo>
                    <a:pt x="76" y="121"/>
                  </a:lnTo>
                  <a:lnTo>
                    <a:pt x="76" y="121"/>
                  </a:lnTo>
                  <a:lnTo>
                    <a:pt x="76" y="121"/>
                  </a:lnTo>
                  <a:lnTo>
                    <a:pt x="78" y="121"/>
                  </a:lnTo>
                  <a:lnTo>
                    <a:pt x="78" y="121"/>
                  </a:lnTo>
                  <a:lnTo>
                    <a:pt x="80" y="121"/>
                  </a:lnTo>
                  <a:lnTo>
                    <a:pt x="80" y="123"/>
                  </a:lnTo>
                  <a:lnTo>
                    <a:pt x="80" y="123"/>
                  </a:lnTo>
                  <a:lnTo>
                    <a:pt x="80" y="123"/>
                  </a:lnTo>
                  <a:lnTo>
                    <a:pt x="80" y="125"/>
                  </a:lnTo>
                  <a:lnTo>
                    <a:pt x="80" y="125"/>
                  </a:lnTo>
                  <a:lnTo>
                    <a:pt x="83" y="125"/>
                  </a:lnTo>
                  <a:lnTo>
                    <a:pt x="83" y="125"/>
                  </a:lnTo>
                  <a:lnTo>
                    <a:pt x="83" y="125"/>
                  </a:lnTo>
                  <a:lnTo>
                    <a:pt x="83" y="125"/>
                  </a:lnTo>
                  <a:lnTo>
                    <a:pt x="83" y="128"/>
                  </a:lnTo>
                  <a:lnTo>
                    <a:pt x="85" y="128"/>
                  </a:lnTo>
                  <a:lnTo>
                    <a:pt x="85" y="128"/>
                  </a:lnTo>
                  <a:lnTo>
                    <a:pt x="85" y="128"/>
                  </a:lnTo>
                  <a:lnTo>
                    <a:pt x="85" y="130"/>
                  </a:lnTo>
                  <a:lnTo>
                    <a:pt x="85" y="130"/>
                  </a:lnTo>
                  <a:lnTo>
                    <a:pt x="85" y="128"/>
                  </a:lnTo>
                  <a:lnTo>
                    <a:pt x="83" y="128"/>
                  </a:lnTo>
                  <a:lnTo>
                    <a:pt x="83" y="128"/>
                  </a:lnTo>
                  <a:lnTo>
                    <a:pt x="83" y="130"/>
                  </a:lnTo>
                  <a:lnTo>
                    <a:pt x="83" y="130"/>
                  </a:lnTo>
                  <a:lnTo>
                    <a:pt x="83" y="130"/>
                  </a:lnTo>
                  <a:lnTo>
                    <a:pt x="83" y="130"/>
                  </a:lnTo>
                  <a:lnTo>
                    <a:pt x="83" y="132"/>
                  </a:lnTo>
                  <a:lnTo>
                    <a:pt x="80" y="132"/>
                  </a:lnTo>
                  <a:lnTo>
                    <a:pt x="80" y="132"/>
                  </a:lnTo>
                  <a:lnTo>
                    <a:pt x="80" y="135"/>
                  </a:lnTo>
                  <a:lnTo>
                    <a:pt x="83" y="135"/>
                  </a:lnTo>
                  <a:lnTo>
                    <a:pt x="83" y="135"/>
                  </a:lnTo>
                  <a:lnTo>
                    <a:pt x="83" y="137"/>
                  </a:lnTo>
                  <a:lnTo>
                    <a:pt x="83" y="137"/>
                  </a:lnTo>
                  <a:lnTo>
                    <a:pt x="83" y="137"/>
                  </a:lnTo>
                  <a:lnTo>
                    <a:pt x="83" y="137"/>
                  </a:lnTo>
                  <a:lnTo>
                    <a:pt x="83" y="140"/>
                  </a:lnTo>
                  <a:lnTo>
                    <a:pt x="80" y="140"/>
                  </a:lnTo>
                  <a:lnTo>
                    <a:pt x="80" y="137"/>
                  </a:lnTo>
                  <a:lnTo>
                    <a:pt x="80" y="137"/>
                  </a:lnTo>
                  <a:lnTo>
                    <a:pt x="80" y="140"/>
                  </a:lnTo>
                  <a:lnTo>
                    <a:pt x="80" y="140"/>
                  </a:lnTo>
                  <a:lnTo>
                    <a:pt x="80" y="142"/>
                  </a:lnTo>
                  <a:lnTo>
                    <a:pt x="80" y="142"/>
                  </a:lnTo>
                  <a:lnTo>
                    <a:pt x="78" y="142"/>
                  </a:lnTo>
                  <a:lnTo>
                    <a:pt x="78" y="142"/>
                  </a:lnTo>
                  <a:lnTo>
                    <a:pt x="80" y="142"/>
                  </a:lnTo>
                  <a:lnTo>
                    <a:pt x="80" y="142"/>
                  </a:lnTo>
                  <a:lnTo>
                    <a:pt x="80" y="142"/>
                  </a:lnTo>
                  <a:lnTo>
                    <a:pt x="80" y="142"/>
                  </a:lnTo>
                  <a:lnTo>
                    <a:pt x="83" y="142"/>
                  </a:lnTo>
                  <a:lnTo>
                    <a:pt x="83" y="144"/>
                  </a:lnTo>
                  <a:lnTo>
                    <a:pt x="83" y="144"/>
                  </a:lnTo>
                  <a:lnTo>
                    <a:pt x="83" y="144"/>
                  </a:lnTo>
                  <a:lnTo>
                    <a:pt x="83" y="147"/>
                  </a:lnTo>
                  <a:lnTo>
                    <a:pt x="83" y="147"/>
                  </a:lnTo>
                  <a:lnTo>
                    <a:pt x="83" y="147"/>
                  </a:lnTo>
                  <a:lnTo>
                    <a:pt x="85" y="147"/>
                  </a:lnTo>
                  <a:lnTo>
                    <a:pt x="85" y="147"/>
                  </a:lnTo>
                  <a:lnTo>
                    <a:pt x="87" y="147"/>
                  </a:lnTo>
                  <a:lnTo>
                    <a:pt x="87" y="147"/>
                  </a:lnTo>
                  <a:lnTo>
                    <a:pt x="87" y="147"/>
                  </a:lnTo>
                  <a:lnTo>
                    <a:pt x="87" y="149"/>
                  </a:lnTo>
                  <a:lnTo>
                    <a:pt x="87" y="149"/>
                  </a:lnTo>
                  <a:lnTo>
                    <a:pt x="87" y="149"/>
                  </a:lnTo>
                  <a:lnTo>
                    <a:pt x="87" y="149"/>
                  </a:lnTo>
                  <a:lnTo>
                    <a:pt x="87" y="151"/>
                  </a:lnTo>
                  <a:lnTo>
                    <a:pt x="87" y="151"/>
                  </a:lnTo>
                  <a:lnTo>
                    <a:pt x="87" y="151"/>
                  </a:lnTo>
                  <a:lnTo>
                    <a:pt x="87" y="151"/>
                  </a:lnTo>
                  <a:lnTo>
                    <a:pt x="87" y="154"/>
                  </a:lnTo>
                  <a:lnTo>
                    <a:pt x="87" y="154"/>
                  </a:lnTo>
                  <a:lnTo>
                    <a:pt x="87" y="151"/>
                  </a:lnTo>
                  <a:lnTo>
                    <a:pt x="87" y="151"/>
                  </a:lnTo>
                  <a:lnTo>
                    <a:pt x="87" y="151"/>
                  </a:lnTo>
                  <a:lnTo>
                    <a:pt x="87" y="149"/>
                  </a:lnTo>
                  <a:lnTo>
                    <a:pt x="90" y="149"/>
                  </a:lnTo>
                  <a:lnTo>
                    <a:pt x="90" y="149"/>
                  </a:lnTo>
                  <a:lnTo>
                    <a:pt x="90" y="151"/>
                  </a:lnTo>
                  <a:lnTo>
                    <a:pt x="90" y="151"/>
                  </a:lnTo>
                  <a:lnTo>
                    <a:pt x="90" y="151"/>
                  </a:lnTo>
                  <a:lnTo>
                    <a:pt x="90" y="151"/>
                  </a:lnTo>
                  <a:lnTo>
                    <a:pt x="90" y="151"/>
                  </a:lnTo>
                  <a:lnTo>
                    <a:pt x="90" y="151"/>
                  </a:lnTo>
                  <a:lnTo>
                    <a:pt x="92" y="151"/>
                  </a:lnTo>
                  <a:lnTo>
                    <a:pt x="92" y="151"/>
                  </a:lnTo>
                  <a:lnTo>
                    <a:pt x="92" y="151"/>
                  </a:lnTo>
                  <a:lnTo>
                    <a:pt x="92" y="151"/>
                  </a:lnTo>
                  <a:lnTo>
                    <a:pt x="94" y="151"/>
                  </a:lnTo>
                  <a:lnTo>
                    <a:pt x="94" y="149"/>
                  </a:lnTo>
                  <a:lnTo>
                    <a:pt x="94" y="149"/>
                  </a:lnTo>
                  <a:lnTo>
                    <a:pt x="94" y="149"/>
                  </a:lnTo>
                  <a:lnTo>
                    <a:pt x="94" y="151"/>
                  </a:lnTo>
                  <a:lnTo>
                    <a:pt x="97" y="151"/>
                  </a:lnTo>
                  <a:lnTo>
                    <a:pt x="97" y="151"/>
                  </a:lnTo>
                  <a:lnTo>
                    <a:pt x="97" y="151"/>
                  </a:lnTo>
                  <a:lnTo>
                    <a:pt x="99" y="151"/>
                  </a:lnTo>
                  <a:lnTo>
                    <a:pt x="99" y="151"/>
                  </a:lnTo>
                  <a:lnTo>
                    <a:pt x="99" y="151"/>
                  </a:lnTo>
                  <a:lnTo>
                    <a:pt x="99" y="151"/>
                  </a:lnTo>
                  <a:lnTo>
                    <a:pt x="99" y="154"/>
                  </a:lnTo>
                  <a:lnTo>
                    <a:pt x="99" y="154"/>
                  </a:lnTo>
                  <a:lnTo>
                    <a:pt x="99" y="154"/>
                  </a:lnTo>
                  <a:lnTo>
                    <a:pt x="99" y="156"/>
                  </a:lnTo>
                  <a:lnTo>
                    <a:pt x="97" y="156"/>
                  </a:lnTo>
                  <a:lnTo>
                    <a:pt x="97" y="156"/>
                  </a:lnTo>
                  <a:lnTo>
                    <a:pt x="97" y="156"/>
                  </a:lnTo>
                  <a:lnTo>
                    <a:pt x="97" y="159"/>
                  </a:lnTo>
                  <a:lnTo>
                    <a:pt x="97" y="159"/>
                  </a:lnTo>
                  <a:lnTo>
                    <a:pt x="94" y="159"/>
                  </a:lnTo>
                  <a:lnTo>
                    <a:pt x="94" y="156"/>
                  </a:lnTo>
                  <a:lnTo>
                    <a:pt x="94" y="156"/>
                  </a:lnTo>
                  <a:lnTo>
                    <a:pt x="94" y="156"/>
                  </a:lnTo>
                  <a:lnTo>
                    <a:pt x="94" y="156"/>
                  </a:lnTo>
                  <a:lnTo>
                    <a:pt x="92" y="156"/>
                  </a:lnTo>
                  <a:lnTo>
                    <a:pt x="92" y="154"/>
                  </a:lnTo>
                  <a:lnTo>
                    <a:pt x="92" y="154"/>
                  </a:lnTo>
                  <a:lnTo>
                    <a:pt x="92" y="156"/>
                  </a:lnTo>
                  <a:lnTo>
                    <a:pt x="92" y="156"/>
                  </a:lnTo>
                  <a:lnTo>
                    <a:pt x="92" y="159"/>
                  </a:lnTo>
                  <a:lnTo>
                    <a:pt x="92" y="159"/>
                  </a:lnTo>
                  <a:lnTo>
                    <a:pt x="92" y="161"/>
                  </a:lnTo>
                  <a:lnTo>
                    <a:pt x="92" y="161"/>
                  </a:lnTo>
                  <a:lnTo>
                    <a:pt x="92" y="161"/>
                  </a:lnTo>
                  <a:lnTo>
                    <a:pt x="92" y="161"/>
                  </a:lnTo>
                  <a:lnTo>
                    <a:pt x="94" y="161"/>
                  </a:lnTo>
                  <a:lnTo>
                    <a:pt x="94" y="159"/>
                  </a:lnTo>
                  <a:lnTo>
                    <a:pt x="94" y="159"/>
                  </a:lnTo>
                  <a:lnTo>
                    <a:pt x="94" y="159"/>
                  </a:lnTo>
                  <a:lnTo>
                    <a:pt x="94" y="161"/>
                  </a:lnTo>
                  <a:lnTo>
                    <a:pt x="97" y="161"/>
                  </a:lnTo>
                  <a:lnTo>
                    <a:pt x="97" y="161"/>
                  </a:lnTo>
                  <a:lnTo>
                    <a:pt x="94" y="161"/>
                  </a:lnTo>
                  <a:lnTo>
                    <a:pt x="94" y="161"/>
                  </a:lnTo>
                  <a:lnTo>
                    <a:pt x="97" y="161"/>
                  </a:lnTo>
                  <a:lnTo>
                    <a:pt x="97" y="161"/>
                  </a:lnTo>
                  <a:lnTo>
                    <a:pt x="97" y="163"/>
                  </a:lnTo>
                  <a:lnTo>
                    <a:pt x="97" y="163"/>
                  </a:lnTo>
                  <a:lnTo>
                    <a:pt x="97" y="163"/>
                  </a:lnTo>
                  <a:lnTo>
                    <a:pt x="97" y="166"/>
                  </a:lnTo>
                  <a:lnTo>
                    <a:pt x="97" y="166"/>
                  </a:lnTo>
                  <a:lnTo>
                    <a:pt x="97" y="168"/>
                  </a:lnTo>
                  <a:lnTo>
                    <a:pt x="99" y="168"/>
                  </a:lnTo>
                  <a:lnTo>
                    <a:pt x="99" y="168"/>
                  </a:lnTo>
                  <a:lnTo>
                    <a:pt x="99" y="170"/>
                  </a:lnTo>
                  <a:lnTo>
                    <a:pt x="97" y="170"/>
                  </a:lnTo>
                  <a:lnTo>
                    <a:pt x="97" y="170"/>
                  </a:lnTo>
                  <a:lnTo>
                    <a:pt x="99" y="170"/>
                  </a:lnTo>
                  <a:lnTo>
                    <a:pt x="99" y="170"/>
                  </a:lnTo>
                  <a:lnTo>
                    <a:pt x="99" y="173"/>
                  </a:lnTo>
                  <a:lnTo>
                    <a:pt x="97" y="173"/>
                  </a:lnTo>
                  <a:lnTo>
                    <a:pt x="97" y="173"/>
                  </a:lnTo>
                  <a:lnTo>
                    <a:pt x="97" y="170"/>
                  </a:lnTo>
                  <a:lnTo>
                    <a:pt x="97" y="170"/>
                  </a:lnTo>
                  <a:lnTo>
                    <a:pt x="97" y="170"/>
                  </a:lnTo>
                  <a:lnTo>
                    <a:pt x="97" y="170"/>
                  </a:lnTo>
                  <a:lnTo>
                    <a:pt x="97" y="173"/>
                  </a:lnTo>
                  <a:lnTo>
                    <a:pt x="94" y="173"/>
                  </a:lnTo>
                  <a:lnTo>
                    <a:pt x="94" y="173"/>
                  </a:lnTo>
                  <a:lnTo>
                    <a:pt x="94" y="173"/>
                  </a:lnTo>
                  <a:lnTo>
                    <a:pt x="94" y="175"/>
                  </a:lnTo>
                  <a:lnTo>
                    <a:pt x="94" y="175"/>
                  </a:lnTo>
                  <a:lnTo>
                    <a:pt x="94" y="175"/>
                  </a:lnTo>
                  <a:lnTo>
                    <a:pt x="94" y="178"/>
                  </a:lnTo>
                  <a:lnTo>
                    <a:pt x="94" y="178"/>
                  </a:lnTo>
                  <a:lnTo>
                    <a:pt x="94" y="180"/>
                  </a:lnTo>
                  <a:lnTo>
                    <a:pt x="94" y="180"/>
                  </a:lnTo>
                  <a:lnTo>
                    <a:pt x="94" y="180"/>
                  </a:lnTo>
                  <a:lnTo>
                    <a:pt x="94" y="180"/>
                  </a:lnTo>
                  <a:lnTo>
                    <a:pt x="97" y="180"/>
                  </a:lnTo>
                  <a:lnTo>
                    <a:pt x="97" y="180"/>
                  </a:lnTo>
                  <a:lnTo>
                    <a:pt x="97" y="180"/>
                  </a:lnTo>
                  <a:lnTo>
                    <a:pt x="97" y="180"/>
                  </a:lnTo>
                  <a:lnTo>
                    <a:pt x="97" y="182"/>
                  </a:lnTo>
                  <a:lnTo>
                    <a:pt x="99" y="182"/>
                  </a:lnTo>
                  <a:lnTo>
                    <a:pt x="99" y="182"/>
                  </a:lnTo>
                  <a:lnTo>
                    <a:pt x="99" y="185"/>
                  </a:lnTo>
                  <a:lnTo>
                    <a:pt x="97" y="185"/>
                  </a:lnTo>
                  <a:lnTo>
                    <a:pt x="97" y="185"/>
                  </a:lnTo>
                  <a:lnTo>
                    <a:pt x="97" y="185"/>
                  </a:lnTo>
                  <a:lnTo>
                    <a:pt x="97" y="187"/>
                  </a:lnTo>
                  <a:lnTo>
                    <a:pt x="97" y="187"/>
                  </a:lnTo>
                  <a:lnTo>
                    <a:pt x="94" y="187"/>
                  </a:lnTo>
                  <a:lnTo>
                    <a:pt x="94" y="187"/>
                  </a:lnTo>
                  <a:lnTo>
                    <a:pt x="94" y="187"/>
                  </a:lnTo>
                  <a:lnTo>
                    <a:pt x="94" y="187"/>
                  </a:lnTo>
                  <a:lnTo>
                    <a:pt x="94" y="187"/>
                  </a:lnTo>
                  <a:lnTo>
                    <a:pt x="92" y="187"/>
                  </a:lnTo>
                  <a:lnTo>
                    <a:pt x="92" y="187"/>
                  </a:lnTo>
                  <a:lnTo>
                    <a:pt x="92" y="187"/>
                  </a:lnTo>
                  <a:lnTo>
                    <a:pt x="90" y="187"/>
                  </a:lnTo>
                  <a:lnTo>
                    <a:pt x="90" y="189"/>
                  </a:lnTo>
                  <a:lnTo>
                    <a:pt x="92" y="189"/>
                  </a:lnTo>
                  <a:lnTo>
                    <a:pt x="92" y="189"/>
                  </a:lnTo>
                  <a:lnTo>
                    <a:pt x="92" y="189"/>
                  </a:lnTo>
                  <a:lnTo>
                    <a:pt x="92" y="192"/>
                  </a:lnTo>
                  <a:lnTo>
                    <a:pt x="90" y="192"/>
                  </a:lnTo>
                  <a:lnTo>
                    <a:pt x="90" y="192"/>
                  </a:lnTo>
                  <a:lnTo>
                    <a:pt x="90" y="192"/>
                  </a:lnTo>
                  <a:lnTo>
                    <a:pt x="90" y="194"/>
                  </a:lnTo>
                  <a:lnTo>
                    <a:pt x="90" y="194"/>
                  </a:lnTo>
                  <a:lnTo>
                    <a:pt x="90" y="194"/>
                  </a:lnTo>
                  <a:lnTo>
                    <a:pt x="90" y="194"/>
                  </a:lnTo>
                  <a:lnTo>
                    <a:pt x="90" y="196"/>
                  </a:lnTo>
                  <a:lnTo>
                    <a:pt x="90" y="196"/>
                  </a:lnTo>
                  <a:lnTo>
                    <a:pt x="87" y="196"/>
                  </a:lnTo>
                  <a:lnTo>
                    <a:pt x="87" y="196"/>
                  </a:lnTo>
                  <a:lnTo>
                    <a:pt x="87" y="194"/>
                  </a:lnTo>
                  <a:lnTo>
                    <a:pt x="87" y="194"/>
                  </a:lnTo>
                  <a:lnTo>
                    <a:pt x="87" y="194"/>
                  </a:lnTo>
                  <a:lnTo>
                    <a:pt x="85" y="194"/>
                  </a:lnTo>
                  <a:lnTo>
                    <a:pt x="85" y="194"/>
                  </a:lnTo>
                  <a:lnTo>
                    <a:pt x="83" y="194"/>
                  </a:lnTo>
                  <a:lnTo>
                    <a:pt x="83" y="194"/>
                  </a:lnTo>
                  <a:lnTo>
                    <a:pt x="83" y="194"/>
                  </a:lnTo>
                  <a:lnTo>
                    <a:pt x="80" y="194"/>
                  </a:lnTo>
                  <a:lnTo>
                    <a:pt x="80" y="192"/>
                  </a:lnTo>
                  <a:lnTo>
                    <a:pt x="83" y="192"/>
                  </a:lnTo>
                  <a:lnTo>
                    <a:pt x="83" y="192"/>
                  </a:lnTo>
                  <a:lnTo>
                    <a:pt x="83" y="189"/>
                  </a:lnTo>
                  <a:lnTo>
                    <a:pt x="83" y="189"/>
                  </a:lnTo>
                  <a:lnTo>
                    <a:pt x="83" y="189"/>
                  </a:lnTo>
                  <a:lnTo>
                    <a:pt x="83" y="189"/>
                  </a:lnTo>
                  <a:lnTo>
                    <a:pt x="83" y="187"/>
                  </a:lnTo>
                  <a:lnTo>
                    <a:pt x="83" y="187"/>
                  </a:lnTo>
                  <a:lnTo>
                    <a:pt x="83" y="187"/>
                  </a:lnTo>
                  <a:lnTo>
                    <a:pt x="80" y="187"/>
                  </a:lnTo>
                  <a:lnTo>
                    <a:pt x="80" y="187"/>
                  </a:lnTo>
                  <a:lnTo>
                    <a:pt x="80" y="187"/>
                  </a:lnTo>
                  <a:lnTo>
                    <a:pt x="78" y="187"/>
                  </a:lnTo>
                  <a:lnTo>
                    <a:pt x="78" y="187"/>
                  </a:lnTo>
                  <a:lnTo>
                    <a:pt x="78" y="185"/>
                  </a:lnTo>
                  <a:lnTo>
                    <a:pt x="78" y="185"/>
                  </a:lnTo>
                  <a:lnTo>
                    <a:pt x="78" y="182"/>
                  </a:lnTo>
                  <a:lnTo>
                    <a:pt x="78" y="182"/>
                  </a:lnTo>
                  <a:lnTo>
                    <a:pt x="78" y="182"/>
                  </a:lnTo>
                  <a:lnTo>
                    <a:pt x="78" y="180"/>
                  </a:lnTo>
                  <a:lnTo>
                    <a:pt x="78" y="180"/>
                  </a:lnTo>
                  <a:lnTo>
                    <a:pt x="78" y="180"/>
                  </a:lnTo>
                  <a:lnTo>
                    <a:pt x="78" y="180"/>
                  </a:lnTo>
                  <a:lnTo>
                    <a:pt x="78" y="180"/>
                  </a:lnTo>
                  <a:lnTo>
                    <a:pt x="78" y="178"/>
                  </a:lnTo>
                  <a:lnTo>
                    <a:pt x="80" y="178"/>
                  </a:lnTo>
                  <a:lnTo>
                    <a:pt x="80" y="178"/>
                  </a:lnTo>
                  <a:lnTo>
                    <a:pt x="80" y="178"/>
                  </a:lnTo>
                  <a:lnTo>
                    <a:pt x="80" y="178"/>
                  </a:lnTo>
                  <a:lnTo>
                    <a:pt x="80" y="175"/>
                  </a:lnTo>
                  <a:lnTo>
                    <a:pt x="80" y="175"/>
                  </a:lnTo>
                  <a:lnTo>
                    <a:pt x="78" y="175"/>
                  </a:lnTo>
                  <a:lnTo>
                    <a:pt x="78" y="173"/>
                  </a:lnTo>
                  <a:lnTo>
                    <a:pt x="78" y="173"/>
                  </a:lnTo>
                  <a:lnTo>
                    <a:pt x="76" y="173"/>
                  </a:lnTo>
                  <a:lnTo>
                    <a:pt x="76" y="175"/>
                  </a:lnTo>
                  <a:lnTo>
                    <a:pt x="76" y="175"/>
                  </a:lnTo>
                  <a:lnTo>
                    <a:pt x="76" y="173"/>
                  </a:lnTo>
                  <a:lnTo>
                    <a:pt x="76" y="173"/>
                  </a:lnTo>
                  <a:lnTo>
                    <a:pt x="76" y="173"/>
                  </a:lnTo>
                  <a:lnTo>
                    <a:pt x="73" y="173"/>
                  </a:lnTo>
                  <a:lnTo>
                    <a:pt x="73" y="173"/>
                  </a:lnTo>
                  <a:lnTo>
                    <a:pt x="73" y="173"/>
                  </a:lnTo>
                  <a:lnTo>
                    <a:pt x="73" y="173"/>
                  </a:lnTo>
                  <a:lnTo>
                    <a:pt x="73" y="175"/>
                  </a:lnTo>
                  <a:lnTo>
                    <a:pt x="71" y="175"/>
                  </a:lnTo>
                  <a:lnTo>
                    <a:pt x="71" y="175"/>
                  </a:lnTo>
                  <a:lnTo>
                    <a:pt x="71" y="173"/>
                  </a:lnTo>
                  <a:lnTo>
                    <a:pt x="68" y="173"/>
                  </a:lnTo>
                  <a:lnTo>
                    <a:pt x="68" y="173"/>
                  </a:lnTo>
                  <a:lnTo>
                    <a:pt x="68" y="173"/>
                  </a:lnTo>
                  <a:lnTo>
                    <a:pt x="68" y="173"/>
                  </a:lnTo>
                  <a:lnTo>
                    <a:pt x="66" y="173"/>
                  </a:lnTo>
                  <a:lnTo>
                    <a:pt x="66" y="173"/>
                  </a:lnTo>
                  <a:lnTo>
                    <a:pt x="66" y="173"/>
                  </a:lnTo>
                  <a:lnTo>
                    <a:pt x="64" y="173"/>
                  </a:lnTo>
                  <a:lnTo>
                    <a:pt x="64" y="170"/>
                  </a:lnTo>
                  <a:lnTo>
                    <a:pt x="64" y="170"/>
                  </a:lnTo>
                  <a:lnTo>
                    <a:pt x="64" y="170"/>
                  </a:lnTo>
                  <a:lnTo>
                    <a:pt x="61" y="170"/>
                  </a:lnTo>
                  <a:lnTo>
                    <a:pt x="61" y="170"/>
                  </a:lnTo>
                  <a:lnTo>
                    <a:pt x="61" y="170"/>
                  </a:lnTo>
                  <a:lnTo>
                    <a:pt x="61" y="170"/>
                  </a:lnTo>
                  <a:lnTo>
                    <a:pt x="61" y="170"/>
                  </a:lnTo>
                  <a:lnTo>
                    <a:pt x="59" y="170"/>
                  </a:lnTo>
                  <a:lnTo>
                    <a:pt x="59" y="170"/>
                  </a:lnTo>
                  <a:lnTo>
                    <a:pt x="59" y="168"/>
                  </a:lnTo>
                  <a:lnTo>
                    <a:pt x="59" y="168"/>
                  </a:lnTo>
                  <a:lnTo>
                    <a:pt x="59" y="166"/>
                  </a:lnTo>
                  <a:lnTo>
                    <a:pt x="59" y="166"/>
                  </a:lnTo>
                  <a:lnTo>
                    <a:pt x="61" y="166"/>
                  </a:lnTo>
                  <a:lnTo>
                    <a:pt x="61" y="163"/>
                  </a:lnTo>
                  <a:lnTo>
                    <a:pt x="61" y="163"/>
                  </a:lnTo>
                  <a:lnTo>
                    <a:pt x="61" y="161"/>
                  </a:lnTo>
                  <a:lnTo>
                    <a:pt x="61" y="161"/>
                  </a:lnTo>
                  <a:lnTo>
                    <a:pt x="61" y="161"/>
                  </a:lnTo>
                  <a:lnTo>
                    <a:pt x="61" y="159"/>
                  </a:lnTo>
                  <a:lnTo>
                    <a:pt x="61" y="159"/>
                  </a:lnTo>
                  <a:lnTo>
                    <a:pt x="61" y="159"/>
                  </a:lnTo>
                  <a:lnTo>
                    <a:pt x="61" y="156"/>
                  </a:lnTo>
                  <a:lnTo>
                    <a:pt x="61" y="156"/>
                  </a:lnTo>
                  <a:lnTo>
                    <a:pt x="61" y="156"/>
                  </a:lnTo>
                  <a:lnTo>
                    <a:pt x="61" y="154"/>
                  </a:lnTo>
                  <a:lnTo>
                    <a:pt x="59" y="154"/>
                  </a:lnTo>
                  <a:lnTo>
                    <a:pt x="59" y="156"/>
                  </a:lnTo>
                  <a:lnTo>
                    <a:pt x="59" y="156"/>
                  </a:lnTo>
                  <a:lnTo>
                    <a:pt x="59" y="154"/>
                  </a:lnTo>
                  <a:lnTo>
                    <a:pt x="59" y="154"/>
                  </a:lnTo>
                  <a:lnTo>
                    <a:pt x="57" y="154"/>
                  </a:lnTo>
                  <a:lnTo>
                    <a:pt x="57" y="154"/>
                  </a:lnTo>
                  <a:lnTo>
                    <a:pt x="57" y="151"/>
                  </a:lnTo>
                  <a:lnTo>
                    <a:pt x="57" y="151"/>
                  </a:lnTo>
                  <a:lnTo>
                    <a:pt x="57" y="151"/>
                  </a:lnTo>
                  <a:lnTo>
                    <a:pt x="59" y="151"/>
                  </a:lnTo>
                  <a:lnTo>
                    <a:pt x="59" y="151"/>
                  </a:lnTo>
                  <a:lnTo>
                    <a:pt x="59" y="151"/>
                  </a:lnTo>
                  <a:lnTo>
                    <a:pt x="59" y="151"/>
                  </a:lnTo>
                  <a:lnTo>
                    <a:pt x="57" y="151"/>
                  </a:lnTo>
                  <a:lnTo>
                    <a:pt x="57" y="151"/>
                  </a:lnTo>
                  <a:lnTo>
                    <a:pt x="57" y="149"/>
                  </a:lnTo>
                  <a:lnTo>
                    <a:pt x="57" y="149"/>
                  </a:lnTo>
                  <a:lnTo>
                    <a:pt x="54" y="149"/>
                  </a:lnTo>
                  <a:lnTo>
                    <a:pt x="54" y="149"/>
                  </a:lnTo>
                  <a:lnTo>
                    <a:pt x="54" y="147"/>
                  </a:lnTo>
                  <a:lnTo>
                    <a:pt x="54" y="147"/>
                  </a:lnTo>
                  <a:lnTo>
                    <a:pt x="54" y="147"/>
                  </a:lnTo>
                  <a:lnTo>
                    <a:pt x="54" y="147"/>
                  </a:lnTo>
                  <a:lnTo>
                    <a:pt x="54" y="144"/>
                  </a:lnTo>
                  <a:lnTo>
                    <a:pt x="52" y="144"/>
                  </a:lnTo>
                  <a:lnTo>
                    <a:pt x="52" y="144"/>
                  </a:lnTo>
                  <a:lnTo>
                    <a:pt x="52" y="144"/>
                  </a:lnTo>
                  <a:lnTo>
                    <a:pt x="52" y="142"/>
                  </a:lnTo>
                  <a:lnTo>
                    <a:pt x="49" y="142"/>
                  </a:lnTo>
                  <a:lnTo>
                    <a:pt x="49" y="142"/>
                  </a:lnTo>
                  <a:lnTo>
                    <a:pt x="49" y="142"/>
                  </a:lnTo>
                  <a:lnTo>
                    <a:pt x="49" y="142"/>
                  </a:lnTo>
                  <a:lnTo>
                    <a:pt x="49" y="142"/>
                  </a:lnTo>
                  <a:lnTo>
                    <a:pt x="47" y="142"/>
                  </a:lnTo>
                  <a:lnTo>
                    <a:pt x="47" y="140"/>
                  </a:lnTo>
                  <a:lnTo>
                    <a:pt x="47" y="140"/>
                  </a:lnTo>
                  <a:lnTo>
                    <a:pt x="47" y="140"/>
                  </a:lnTo>
                  <a:lnTo>
                    <a:pt x="47" y="137"/>
                  </a:lnTo>
                  <a:lnTo>
                    <a:pt x="47" y="137"/>
                  </a:lnTo>
                  <a:lnTo>
                    <a:pt x="47" y="135"/>
                  </a:lnTo>
                  <a:lnTo>
                    <a:pt x="47" y="135"/>
                  </a:lnTo>
                  <a:lnTo>
                    <a:pt x="47" y="135"/>
                  </a:lnTo>
                  <a:lnTo>
                    <a:pt x="47" y="132"/>
                  </a:lnTo>
                  <a:lnTo>
                    <a:pt x="49" y="132"/>
                  </a:lnTo>
                  <a:lnTo>
                    <a:pt x="49" y="132"/>
                  </a:lnTo>
                  <a:lnTo>
                    <a:pt x="49" y="130"/>
                  </a:lnTo>
                  <a:lnTo>
                    <a:pt x="49" y="130"/>
                  </a:lnTo>
                  <a:lnTo>
                    <a:pt x="49" y="130"/>
                  </a:lnTo>
                  <a:lnTo>
                    <a:pt x="49" y="130"/>
                  </a:lnTo>
                  <a:lnTo>
                    <a:pt x="49" y="130"/>
                  </a:lnTo>
                  <a:lnTo>
                    <a:pt x="52" y="130"/>
                  </a:lnTo>
                  <a:lnTo>
                    <a:pt x="52" y="128"/>
                  </a:lnTo>
                  <a:lnTo>
                    <a:pt x="52" y="128"/>
                  </a:lnTo>
                  <a:lnTo>
                    <a:pt x="52" y="125"/>
                  </a:lnTo>
                  <a:lnTo>
                    <a:pt x="49" y="125"/>
                  </a:lnTo>
                  <a:lnTo>
                    <a:pt x="49" y="125"/>
                  </a:lnTo>
                  <a:lnTo>
                    <a:pt x="52" y="125"/>
                  </a:lnTo>
                  <a:lnTo>
                    <a:pt x="52" y="123"/>
                  </a:lnTo>
                  <a:lnTo>
                    <a:pt x="52" y="123"/>
                  </a:lnTo>
                  <a:lnTo>
                    <a:pt x="49" y="123"/>
                  </a:lnTo>
                  <a:lnTo>
                    <a:pt x="49" y="123"/>
                  </a:lnTo>
                  <a:lnTo>
                    <a:pt x="49" y="121"/>
                  </a:lnTo>
                  <a:lnTo>
                    <a:pt x="49" y="121"/>
                  </a:lnTo>
                  <a:lnTo>
                    <a:pt x="49" y="121"/>
                  </a:lnTo>
                  <a:lnTo>
                    <a:pt x="49" y="121"/>
                  </a:lnTo>
                  <a:lnTo>
                    <a:pt x="49" y="118"/>
                  </a:lnTo>
                  <a:lnTo>
                    <a:pt x="52" y="118"/>
                  </a:lnTo>
                  <a:lnTo>
                    <a:pt x="52" y="118"/>
                  </a:lnTo>
                  <a:lnTo>
                    <a:pt x="49" y="118"/>
                  </a:lnTo>
                  <a:lnTo>
                    <a:pt x="49" y="118"/>
                  </a:lnTo>
                  <a:lnTo>
                    <a:pt x="49" y="118"/>
                  </a:lnTo>
                  <a:lnTo>
                    <a:pt x="49" y="116"/>
                  </a:lnTo>
                  <a:lnTo>
                    <a:pt x="47" y="116"/>
                  </a:lnTo>
                  <a:lnTo>
                    <a:pt x="47" y="116"/>
                  </a:lnTo>
                  <a:lnTo>
                    <a:pt x="47" y="116"/>
                  </a:lnTo>
                  <a:lnTo>
                    <a:pt x="45" y="116"/>
                  </a:lnTo>
                  <a:lnTo>
                    <a:pt x="45" y="116"/>
                  </a:lnTo>
                  <a:lnTo>
                    <a:pt x="42" y="116"/>
                  </a:lnTo>
                  <a:lnTo>
                    <a:pt x="42" y="118"/>
                  </a:lnTo>
                  <a:lnTo>
                    <a:pt x="42" y="118"/>
                  </a:lnTo>
                  <a:lnTo>
                    <a:pt x="42" y="118"/>
                  </a:lnTo>
                  <a:lnTo>
                    <a:pt x="42" y="118"/>
                  </a:lnTo>
                  <a:lnTo>
                    <a:pt x="40" y="118"/>
                  </a:lnTo>
                  <a:lnTo>
                    <a:pt x="40" y="121"/>
                  </a:lnTo>
                  <a:lnTo>
                    <a:pt x="40" y="121"/>
                  </a:lnTo>
                  <a:lnTo>
                    <a:pt x="40" y="121"/>
                  </a:lnTo>
                  <a:lnTo>
                    <a:pt x="40" y="121"/>
                  </a:lnTo>
                  <a:lnTo>
                    <a:pt x="40" y="121"/>
                  </a:lnTo>
                  <a:lnTo>
                    <a:pt x="38" y="121"/>
                  </a:lnTo>
                  <a:lnTo>
                    <a:pt x="38" y="121"/>
                  </a:lnTo>
                  <a:lnTo>
                    <a:pt x="38" y="123"/>
                  </a:lnTo>
                  <a:lnTo>
                    <a:pt x="35" y="123"/>
                  </a:lnTo>
                  <a:lnTo>
                    <a:pt x="35" y="123"/>
                  </a:lnTo>
                  <a:lnTo>
                    <a:pt x="35" y="123"/>
                  </a:lnTo>
                  <a:lnTo>
                    <a:pt x="35" y="123"/>
                  </a:lnTo>
                  <a:lnTo>
                    <a:pt x="35" y="125"/>
                  </a:lnTo>
                  <a:lnTo>
                    <a:pt x="35" y="125"/>
                  </a:lnTo>
                  <a:lnTo>
                    <a:pt x="35" y="125"/>
                  </a:lnTo>
                  <a:lnTo>
                    <a:pt x="35" y="128"/>
                  </a:lnTo>
                  <a:lnTo>
                    <a:pt x="35" y="128"/>
                  </a:lnTo>
                  <a:lnTo>
                    <a:pt x="35" y="130"/>
                  </a:lnTo>
                  <a:lnTo>
                    <a:pt x="35" y="130"/>
                  </a:lnTo>
                  <a:lnTo>
                    <a:pt x="38" y="130"/>
                  </a:lnTo>
                  <a:lnTo>
                    <a:pt x="38" y="130"/>
                  </a:lnTo>
                  <a:lnTo>
                    <a:pt x="38" y="130"/>
                  </a:lnTo>
                  <a:lnTo>
                    <a:pt x="38" y="130"/>
                  </a:lnTo>
                  <a:lnTo>
                    <a:pt x="40" y="130"/>
                  </a:lnTo>
                  <a:lnTo>
                    <a:pt x="40" y="132"/>
                  </a:lnTo>
                  <a:lnTo>
                    <a:pt x="38" y="132"/>
                  </a:lnTo>
                  <a:lnTo>
                    <a:pt x="38" y="132"/>
                  </a:lnTo>
                  <a:lnTo>
                    <a:pt x="38" y="135"/>
                  </a:lnTo>
                  <a:lnTo>
                    <a:pt x="38" y="135"/>
                  </a:lnTo>
                  <a:lnTo>
                    <a:pt x="38" y="137"/>
                  </a:lnTo>
                  <a:lnTo>
                    <a:pt x="38" y="137"/>
                  </a:lnTo>
                  <a:lnTo>
                    <a:pt x="38" y="140"/>
                  </a:lnTo>
                  <a:lnTo>
                    <a:pt x="40" y="140"/>
                  </a:lnTo>
                  <a:lnTo>
                    <a:pt x="40" y="140"/>
                  </a:lnTo>
                  <a:lnTo>
                    <a:pt x="40" y="142"/>
                  </a:lnTo>
                  <a:lnTo>
                    <a:pt x="40" y="142"/>
                  </a:lnTo>
                  <a:lnTo>
                    <a:pt x="40" y="142"/>
                  </a:lnTo>
                  <a:lnTo>
                    <a:pt x="40" y="144"/>
                  </a:lnTo>
                  <a:lnTo>
                    <a:pt x="40" y="144"/>
                  </a:lnTo>
                  <a:lnTo>
                    <a:pt x="38" y="144"/>
                  </a:lnTo>
                  <a:lnTo>
                    <a:pt x="38" y="147"/>
                  </a:lnTo>
                  <a:lnTo>
                    <a:pt x="38" y="147"/>
                  </a:lnTo>
                  <a:lnTo>
                    <a:pt x="38" y="147"/>
                  </a:lnTo>
                  <a:lnTo>
                    <a:pt x="38" y="149"/>
                  </a:lnTo>
                  <a:lnTo>
                    <a:pt x="38" y="149"/>
                  </a:lnTo>
                  <a:lnTo>
                    <a:pt x="38" y="151"/>
                  </a:lnTo>
                  <a:lnTo>
                    <a:pt x="38" y="151"/>
                  </a:lnTo>
                  <a:lnTo>
                    <a:pt x="38" y="151"/>
                  </a:lnTo>
                  <a:lnTo>
                    <a:pt x="38" y="154"/>
                  </a:lnTo>
                  <a:lnTo>
                    <a:pt x="38" y="154"/>
                  </a:lnTo>
                  <a:lnTo>
                    <a:pt x="38" y="156"/>
                  </a:lnTo>
                  <a:lnTo>
                    <a:pt x="38" y="156"/>
                  </a:lnTo>
                  <a:lnTo>
                    <a:pt x="38" y="159"/>
                  </a:lnTo>
                  <a:lnTo>
                    <a:pt x="38" y="159"/>
                  </a:lnTo>
                  <a:lnTo>
                    <a:pt x="38" y="159"/>
                  </a:lnTo>
                  <a:lnTo>
                    <a:pt x="38" y="161"/>
                  </a:lnTo>
                  <a:lnTo>
                    <a:pt x="38" y="161"/>
                  </a:lnTo>
                  <a:lnTo>
                    <a:pt x="38" y="161"/>
                  </a:lnTo>
                  <a:lnTo>
                    <a:pt x="38" y="161"/>
                  </a:lnTo>
                  <a:lnTo>
                    <a:pt x="38" y="161"/>
                  </a:lnTo>
                  <a:lnTo>
                    <a:pt x="38" y="163"/>
                  </a:lnTo>
                  <a:lnTo>
                    <a:pt x="38" y="163"/>
                  </a:lnTo>
                  <a:lnTo>
                    <a:pt x="38" y="166"/>
                  </a:lnTo>
                  <a:lnTo>
                    <a:pt x="40" y="166"/>
                  </a:lnTo>
                  <a:lnTo>
                    <a:pt x="40" y="166"/>
                  </a:lnTo>
                  <a:lnTo>
                    <a:pt x="40" y="168"/>
                  </a:lnTo>
                  <a:lnTo>
                    <a:pt x="40" y="168"/>
                  </a:lnTo>
                  <a:lnTo>
                    <a:pt x="38" y="168"/>
                  </a:lnTo>
                  <a:lnTo>
                    <a:pt x="38" y="170"/>
                  </a:lnTo>
                  <a:lnTo>
                    <a:pt x="38" y="170"/>
                  </a:lnTo>
                  <a:lnTo>
                    <a:pt x="38" y="170"/>
                  </a:lnTo>
                  <a:lnTo>
                    <a:pt x="38" y="173"/>
                  </a:lnTo>
                  <a:lnTo>
                    <a:pt x="38" y="173"/>
                  </a:lnTo>
                  <a:lnTo>
                    <a:pt x="35" y="173"/>
                  </a:lnTo>
                  <a:lnTo>
                    <a:pt x="35" y="173"/>
                  </a:lnTo>
                  <a:lnTo>
                    <a:pt x="35" y="175"/>
                  </a:lnTo>
                  <a:lnTo>
                    <a:pt x="35" y="175"/>
                  </a:lnTo>
                  <a:lnTo>
                    <a:pt x="35" y="178"/>
                  </a:lnTo>
                  <a:lnTo>
                    <a:pt x="35" y="178"/>
                  </a:lnTo>
                  <a:lnTo>
                    <a:pt x="35" y="178"/>
                  </a:lnTo>
                  <a:lnTo>
                    <a:pt x="35" y="180"/>
                  </a:lnTo>
                  <a:lnTo>
                    <a:pt x="35" y="180"/>
                  </a:lnTo>
                  <a:lnTo>
                    <a:pt x="35" y="180"/>
                  </a:lnTo>
                  <a:lnTo>
                    <a:pt x="35" y="180"/>
                  </a:lnTo>
                  <a:lnTo>
                    <a:pt x="35" y="182"/>
                  </a:lnTo>
                  <a:lnTo>
                    <a:pt x="35" y="182"/>
                  </a:lnTo>
                  <a:lnTo>
                    <a:pt x="38" y="182"/>
                  </a:lnTo>
                  <a:lnTo>
                    <a:pt x="38" y="185"/>
                  </a:lnTo>
                  <a:lnTo>
                    <a:pt x="38" y="185"/>
                  </a:lnTo>
                  <a:lnTo>
                    <a:pt x="38" y="185"/>
                  </a:lnTo>
                  <a:lnTo>
                    <a:pt x="38" y="187"/>
                  </a:lnTo>
                  <a:lnTo>
                    <a:pt x="40" y="187"/>
                  </a:lnTo>
                  <a:lnTo>
                    <a:pt x="40" y="187"/>
                  </a:lnTo>
                  <a:lnTo>
                    <a:pt x="40" y="189"/>
                  </a:lnTo>
                  <a:lnTo>
                    <a:pt x="40" y="189"/>
                  </a:lnTo>
                  <a:lnTo>
                    <a:pt x="40" y="189"/>
                  </a:lnTo>
                  <a:lnTo>
                    <a:pt x="40" y="192"/>
                  </a:lnTo>
                  <a:lnTo>
                    <a:pt x="40" y="192"/>
                  </a:lnTo>
                  <a:lnTo>
                    <a:pt x="40" y="194"/>
                  </a:lnTo>
                  <a:lnTo>
                    <a:pt x="38" y="194"/>
                  </a:lnTo>
                  <a:lnTo>
                    <a:pt x="38" y="194"/>
                  </a:lnTo>
                  <a:lnTo>
                    <a:pt x="38" y="192"/>
                  </a:lnTo>
                  <a:lnTo>
                    <a:pt x="38" y="192"/>
                  </a:lnTo>
                  <a:lnTo>
                    <a:pt x="35" y="192"/>
                  </a:lnTo>
                  <a:lnTo>
                    <a:pt x="35" y="189"/>
                  </a:lnTo>
                  <a:lnTo>
                    <a:pt x="35" y="189"/>
                  </a:lnTo>
                  <a:lnTo>
                    <a:pt x="35" y="189"/>
                  </a:lnTo>
                  <a:lnTo>
                    <a:pt x="35" y="189"/>
                  </a:lnTo>
                  <a:lnTo>
                    <a:pt x="35" y="189"/>
                  </a:lnTo>
                  <a:lnTo>
                    <a:pt x="33" y="189"/>
                  </a:lnTo>
                  <a:lnTo>
                    <a:pt x="33" y="189"/>
                  </a:lnTo>
                  <a:lnTo>
                    <a:pt x="33" y="192"/>
                  </a:lnTo>
                  <a:lnTo>
                    <a:pt x="33" y="192"/>
                  </a:lnTo>
                  <a:lnTo>
                    <a:pt x="31" y="192"/>
                  </a:lnTo>
                  <a:lnTo>
                    <a:pt x="31" y="192"/>
                  </a:lnTo>
                  <a:lnTo>
                    <a:pt x="28" y="192"/>
                  </a:lnTo>
                  <a:lnTo>
                    <a:pt x="28" y="189"/>
                  </a:lnTo>
                  <a:lnTo>
                    <a:pt x="28" y="189"/>
                  </a:lnTo>
                  <a:lnTo>
                    <a:pt x="28" y="189"/>
                  </a:lnTo>
                  <a:lnTo>
                    <a:pt x="28" y="192"/>
                  </a:lnTo>
                  <a:lnTo>
                    <a:pt x="26" y="192"/>
                  </a:lnTo>
                  <a:lnTo>
                    <a:pt x="26" y="192"/>
                  </a:lnTo>
                  <a:lnTo>
                    <a:pt x="26" y="194"/>
                  </a:lnTo>
                  <a:lnTo>
                    <a:pt x="26" y="194"/>
                  </a:lnTo>
                  <a:lnTo>
                    <a:pt x="23" y="194"/>
                  </a:lnTo>
                  <a:lnTo>
                    <a:pt x="23" y="194"/>
                  </a:lnTo>
                  <a:lnTo>
                    <a:pt x="23" y="194"/>
                  </a:lnTo>
                  <a:lnTo>
                    <a:pt x="23" y="194"/>
                  </a:lnTo>
                  <a:lnTo>
                    <a:pt x="23" y="194"/>
                  </a:lnTo>
                  <a:lnTo>
                    <a:pt x="21" y="194"/>
                  </a:lnTo>
                  <a:lnTo>
                    <a:pt x="21" y="194"/>
                  </a:lnTo>
                  <a:lnTo>
                    <a:pt x="21" y="192"/>
                  </a:lnTo>
                  <a:lnTo>
                    <a:pt x="21" y="192"/>
                  </a:lnTo>
                  <a:lnTo>
                    <a:pt x="19" y="192"/>
                  </a:lnTo>
                  <a:lnTo>
                    <a:pt x="19" y="192"/>
                  </a:lnTo>
                  <a:lnTo>
                    <a:pt x="19" y="192"/>
                  </a:lnTo>
                  <a:lnTo>
                    <a:pt x="16" y="192"/>
                  </a:lnTo>
                  <a:lnTo>
                    <a:pt x="16" y="192"/>
                  </a:lnTo>
                  <a:lnTo>
                    <a:pt x="16" y="189"/>
                  </a:lnTo>
                  <a:lnTo>
                    <a:pt x="16" y="189"/>
                  </a:lnTo>
                  <a:lnTo>
                    <a:pt x="16" y="189"/>
                  </a:lnTo>
                  <a:lnTo>
                    <a:pt x="16" y="189"/>
                  </a:lnTo>
                  <a:lnTo>
                    <a:pt x="16" y="187"/>
                  </a:lnTo>
                  <a:lnTo>
                    <a:pt x="14" y="187"/>
                  </a:lnTo>
                  <a:lnTo>
                    <a:pt x="14" y="189"/>
                  </a:lnTo>
                  <a:lnTo>
                    <a:pt x="14" y="189"/>
                  </a:lnTo>
                  <a:lnTo>
                    <a:pt x="14" y="189"/>
                  </a:lnTo>
                  <a:lnTo>
                    <a:pt x="14" y="189"/>
                  </a:lnTo>
                  <a:lnTo>
                    <a:pt x="12" y="189"/>
                  </a:lnTo>
                  <a:lnTo>
                    <a:pt x="12" y="189"/>
                  </a:lnTo>
                  <a:lnTo>
                    <a:pt x="12" y="187"/>
                  </a:lnTo>
                  <a:lnTo>
                    <a:pt x="12" y="187"/>
                  </a:lnTo>
                  <a:lnTo>
                    <a:pt x="12" y="187"/>
                  </a:lnTo>
                  <a:lnTo>
                    <a:pt x="12" y="185"/>
                  </a:lnTo>
                  <a:lnTo>
                    <a:pt x="12" y="185"/>
                  </a:lnTo>
                  <a:lnTo>
                    <a:pt x="12" y="187"/>
                  </a:lnTo>
                  <a:lnTo>
                    <a:pt x="14" y="187"/>
                  </a:lnTo>
                  <a:lnTo>
                    <a:pt x="14" y="185"/>
                  </a:lnTo>
                  <a:lnTo>
                    <a:pt x="14" y="185"/>
                  </a:lnTo>
                  <a:lnTo>
                    <a:pt x="14" y="185"/>
                  </a:lnTo>
                  <a:lnTo>
                    <a:pt x="14" y="185"/>
                  </a:lnTo>
                  <a:lnTo>
                    <a:pt x="14" y="182"/>
                  </a:lnTo>
                  <a:lnTo>
                    <a:pt x="14" y="182"/>
                  </a:lnTo>
                  <a:lnTo>
                    <a:pt x="16" y="182"/>
                  </a:lnTo>
                  <a:lnTo>
                    <a:pt x="16" y="180"/>
                  </a:lnTo>
                  <a:lnTo>
                    <a:pt x="16" y="180"/>
                  </a:lnTo>
                  <a:lnTo>
                    <a:pt x="16" y="180"/>
                  </a:lnTo>
                  <a:lnTo>
                    <a:pt x="16" y="178"/>
                  </a:lnTo>
                  <a:lnTo>
                    <a:pt x="16" y="178"/>
                  </a:lnTo>
                  <a:lnTo>
                    <a:pt x="16" y="178"/>
                  </a:lnTo>
                  <a:lnTo>
                    <a:pt x="16" y="178"/>
                  </a:lnTo>
                  <a:lnTo>
                    <a:pt x="16" y="175"/>
                  </a:lnTo>
                  <a:lnTo>
                    <a:pt x="16" y="175"/>
                  </a:lnTo>
                  <a:lnTo>
                    <a:pt x="19" y="175"/>
                  </a:lnTo>
                  <a:lnTo>
                    <a:pt x="19" y="173"/>
                  </a:lnTo>
                  <a:lnTo>
                    <a:pt x="19" y="173"/>
                  </a:lnTo>
                  <a:lnTo>
                    <a:pt x="16" y="173"/>
                  </a:lnTo>
                  <a:lnTo>
                    <a:pt x="16" y="173"/>
                  </a:lnTo>
                  <a:lnTo>
                    <a:pt x="16" y="173"/>
                  </a:lnTo>
                  <a:lnTo>
                    <a:pt x="16" y="173"/>
                  </a:lnTo>
                  <a:lnTo>
                    <a:pt x="14" y="173"/>
                  </a:lnTo>
                  <a:lnTo>
                    <a:pt x="14" y="173"/>
                  </a:lnTo>
                  <a:lnTo>
                    <a:pt x="14" y="173"/>
                  </a:lnTo>
                  <a:lnTo>
                    <a:pt x="12" y="173"/>
                  </a:lnTo>
                  <a:lnTo>
                    <a:pt x="12" y="173"/>
                  </a:lnTo>
                  <a:lnTo>
                    <a:pt x="12" y="173"/>
                  </a:lnTo>
                  <a:lnTo>
                    <a:pt x="9" y="173"/>
                  </a:lnTo>
                  <a:lnTo>
                    <a:pt x="9" y="173"/>
                  </a:lnTo>
                  <a:lnTo>
                    <a:pt x="9" y="170"/>
                  </a:lnTo>
                  <a:lnTo>
                    <a:pt x="9" y="170"/>
                  </a:lnTo>
                  <a:lnTo>
                    <a:pt x="9" y="170"/>
                  </a:lnTo>
                  <a:lnTo>
                    <a:pt x="9" y="170"/>
                  </a:lnTo>
                  <a:lnTo>
                    <a:pt x="9" y="170"/>
                  </a:lnTo>
                  <a:lnTo>
                    <a:pt x="12" y="170"/>
                  </a:lnTo>
                  <a:lnTo>
                    <a:pt x="12" y="170"/>
                  </a:lnTo>
                  <a:lnTo>
                    <a:pt x="14" y="170"/>
                  </a:lnTo>
                  <a:lnTo>
                    <a:pt x="14" y="170"/>
                  </a:lnTo>
                  <a:lnTo>
                    <a:pt x="14" y="170"/>
                  </a:lnTo>
                  <a:lnTo>
                    <a:pt x="14" y="170"/>
                  </a:lnTo>
                  <a:lnTo>
                    <a:pt x="14" y="170"/>
                  </a:lnTo>
                  <a:lnTo>
                    <a:pt x="14" y="170"/>
                  </a:lnTo>
                  <a:lnTo>
                    <a:pt x="16" y="170"/>
                  </a:lnTo>
                  <a:lnTo>
                    <a:pt x="16" y="170"/>
                  </a:lnTo>
                  <a:lnTo>
                    <a:pt x="16" y="170"/>
                  </a:lnTo>
                  <a:lnTo>
                    <a:pt x="16" y="168"/>
                  </a:lnTo>
                  <a:lnTo>
                    <a:pt x="16" y="168"/>
                  </a:lnTo>
                  <a:lnTo>
                    <a:pt x="16" y="168"/>
                  </a:lnTo>
                  <a:lnTo>
                    <a:pt x="16" y="168"/>
                  </a:lnTo>
                  <a:lnTo>
                    <a:pt x="16" y="166"/>
                  </a:lnTo>
                  <a:lnTo>
                    <a:pt x="14" y="166"/>
                  </a:lnTo>
                  <a:lnTo>
                    <a:pt x="14" y="166"/>
                  </a:lnTo>
                  <a:lnTo>
                    <a:pt x="14" y="166"/>
                  </a:lnTo>
                  <a:lnTo>
                    <a:pt x="14" y="166"/>
                  </a:lnTo>
                  <a:lnTo>
                    <a:pt x="14" y="166"/>
                  </a:lnTo>
                  <a:lnTo>
                    <a:pt x="14" y="168"/>
                  </a:lnTo>
                  <a:lnTo>
                    <a:pt x="12" y="168"/>
                  </a:lnTo>
                  <a:lnTo>
                    <a:pt x="12" y="168"/>
                  </a:lnTo>
                  <a:lnTo>
                    <a:pt x="9" y="168"/>
                  </a:lnTo>
                  <a:lnTo>
                    <a:pt x="9" y="166"/>
                  </a:lnTo>
                  <a:lnTo>
                    <a:pt x="9" y="166"/>
                  </a:lnTo>
                  <a:lnTo>
                    <a:pt x="9" y="166"/>
                  </a:lnTo>
                  <a:lnTo>
                    <a:pt x="7" y="166"/>
                  </a:lnTo>
                  <a:lnTo>
                    <a:pt x="7" y="166"/>
                  </a:lnTo>
                  <a:lnTo>
                    <a:pt x="7" y="163"/>
                  </a:lnTo>
                  <a:lnTo>
                    <a:pt x="7" y="163"/>
                  </a:lnTo>
                  <a:lnTo>
                    <a:pt x="9" y="163"/>
                  </a:lnTo>
                  <a:lnTo>
                    <a:pt x="9" y="161"/>
                  </a:lnTo>
                  <a:lnTo>
                    <a:pt x="9" y="161"/>
                  </a:lnTo>
                  <a:lnTo>
                    <a:pt x="9" y="163"/>
                  </a:lnTo>
                  <a:lnTo>
                    <a:pt x="9" y="163"/>
                  </a:lnTo>
                  <a:lnTo>
                    <a:pt x="9" y="163"/>
                  </a:lnTo>
                  <a:lnTo>
                    <a:pt x="9" y="163"/>
                  </a:lnTo>
                  <a:lnTo>
                    <a:pt x="12" y="163"/>
                  </a:lnTo>
                  <a:lnTo>
                    <a:pt x="12" y="163"/>
                  </a:lnTo>
                  <a:lnTo>
                    <a:pt x="12" y="163"/>
                  </a:lnTo>
                  <a:lnTo>
                    <a:pt x="14" y="163"/>
                  </a:lnTo>
                  <a:lnTo>
                    <a:pt x="14" y="163"/>
                  </a:lnTo>
                  <a:lnTo>
                    <a:pt x="14" y="161"/>
                  </a:lnTo>
                  <a:lnTo>
                    <a:pt x="14" y="161"/>
                  </a:lnTo>
                  <a:lnTo>
                    <a:pt x="14" y="161"/>
                  </a:lnTo>
                  <a:lnTo>
                    <a:pt x="14" y="163"/>
                  </a:lnTo>
                  <a:lnTo>
                    <a:pt x="16" y="163"/>
                  </a:lnTo>
                  <a:lnTo>
                    <a:pt x="16" y="161"/>
                  </a:lnTo>
                  <a:lnTo>
                    <a:pt x="16" y="161"/>
                  </a:lnTo>
                  <a:lnTo>
                    <a:pt x="16" y="161"/>
                  </a:lnTo>
                  <a:lnTo>
                    <a:pt x="19" y="161"/>
                  </a:lnTo>
                  <a:lnTo>
                    <a:pt x="19" y="163"/>
                  </a:lnTo>
                  <a:lnTo>
                    <a:pt x="19" y="163"/>
                  </a:lnTo>
                  <a:lnTo>
                    <a:pt x="21" y="163"/>
                  </a:lnTo>
                  <a:lnTo>
                    <a:pt x="21" y="161"/>
                  </a:lnTo>
                  <a:lnTo>
                    <a:pt x="21" y="161"/>
                  </a:lnTo>
                  <a:lnTo>
                    <a:pt x="21" y="161"/>
                  </a:lnTo>
                  <a:lnTo>
                    <a:pt x="21" y="159"/>
                  </a:lnTo>
                  <a:lnTo>
                    <a:pt x="21" y="159"/>
                  </a:lnTo>
                  <a:lnTo>
                    <a:pt x="21" y="156"/>
                  </a:lnTo>
                  <a:lnTo>
                    <a:pt x="21" y="156"/>
                  </a:lnTo>
                  <a:lnTo>
                    <a:pt x="21" y="154"/>
                  </a:lnTo>
                  <a:lnTo>
                    <a:pt x="21" y="154"/>
                  </a:lnTo>
                  <a:lnTo>
                    <a:pt x="21" y="151"/>
                  </a:lnTo>
                  <a:lnTo>
                    <a:pt x="21" y="151"/>
                  </a:lnTo>
                  <a:lnTo>
                    <a:pt x="19" y="151"/>
                  </a:lnTo>
                  <a:lnTo>
                    <a:pt x="19" y="151"/>
                  </a:lnTo>
                  <a:lnTo>
                    <a:pt x="19" y="149"/>
                  </a:lnTo>
                  <a:lnTo>
                    <a:pt x="19" y="149"/>
                  </a:lnTo>
                  <a:lnTo>
                    <a:pt x="19" y="149"/>
                  </a:lnTo>
                  <a:lnTo>
                    <a:pt x="19" y="147"/>
                  </a:lnTo>
                  <a:lnTo>
                    <a:pt x="19" y="147"/>
                  </a:lnTo>
                  <a:lnTo>
                    <a:pt x="16" y="147"/>
                  </a:lnTo>
                  <a:lnTo>
                    <a:pt x="16" y="144"/>
                  </a:lnTo>
                  <a:lnTo>
                    <a:pt x="16" y="144"/>
                  </a:lnTo>
                  <a:lnTo>
                    <a:pt x="16" y="144"/>
                  </a:lnTo>
                  <a:lnTo>
                    <a:pt x="16" y="142"/>
                  </a:lnTo>
                  <a:lnTo>
                    <a:pt x="16" y="142"/>
                  </a:lnTo>
                  <a:lnTo>
                    <a:pt x="16" y="142"/>
                  </a:lnTo>
                  <a:lnTo>
                    <a:pt x="16" y="142"/>
                  </a:lnTo>
                  <a:lnTo>
                    <a:pt x="16" y="140"/>
                  </a:lnTo>
                  <a:lnTo>
                    <a:pt x="19" y="140"/>
                  </a:lnTo>
                  <a:lnTo>
                    <a:pt x="19" y="140"/>
                  </a:lnTo>
                  <a:lnTo>
                    <a:pt x="16" y="140"/>
                  </a:lnTo>
                  <a:lnTo>
                    <a:pt x="16" y="137"/>
                  </a:lnTo>
                  <a:lnTo>
                    <a:pt x="16" y="137"/>
                  </a:lnTo>
                  <a:lnTo>
                    <a:pt x="16" y="137"/>
                  </a:lnTo>
                  <a:lnTo>
                    <a:pt x="14" y="137"/>
                  </a:lnTo>
                  <a:lnTo>
                    <a:pt x="14" y="137"/>
                  </a:lnTo>
                  <a:lnTo>
                    <a:pt x="14" y="137"/>
                  </a:lnTo>
                  <a:lnTo>
                    <a:pt x="14" y="137"/>
                  </a:lnTo>
                  <a:lnTo>
                    <a:pt x="14" y="137"/>
                  </a:lnTo>
                  <a:lnTo>
                    <a:pt x="12" y="137"/>
                  </a:lnTo>
                  <a:lnTo>
                    <a:pt x="12" y="137"/>
                  </a:lnTo>
                  <a:lnTo>
                    <a:pt x="9" y="137"/>
                  </a:lnTo>
                  <a:lnTo>
                    <a:pt x="9" y="140"/>
                  </a:lnTo>
                  <a:lnTo>
                    <a:pt x="9" y="140"/>
                  </a:lnTo>
                  <a:lnTo>
                    <a:pt x="9" y="140"/>
                  </a:lnTo>
                  <a:lnTo>
                    <a:pt x="9" y="140"/>
                  </a:lnTo>
                  <a:lnTo>
                    <a:pt x="7" y="140"/>
                  </a:lnTo>
                  <a:lnTo>
                    <a:pt x="7" y="140"/>
                  </a:lnTo>
                  <a:lnTo>
                    <a:pt x="7" y="140"/>
                  </a:lnTo>
                  <a:lnTo>
                    <a:pt x="7" y="140"/>
                  </a:lnTo>
                  <a:lnTo>
                    <a:pt x="5" y="140"/>
                  </a:lnTo>
                  <a:lnTo>
                    <a:pt x="5" y="137"/>
                  </a:lnTo>
                  <a:lnTo>
                    <a:pt x="5" y="137"/>
                  </a:lnTo>
                  <a:lnTo>
                    <a:pt x="5" y="137"/>
                  </a:lnTo>
                  <a:lnTo>
                    <a:pt x="5" y="135"/>
                  </a:lnTo>
                  <a:lnTo>
                    <a:pt x="5" y="135"/>
                  </a:lnTo>
                  <a:lnTo>
                    <a:pt x="5" y="132"/>
                  </a:lnTo>
                  <a:lnTo>
                    <a:pt x="5" y="132"/>
                  </a:lnTo>
                  <a:lnTo>
                    <a:pt x="5" y="130"/>
                  </a:lnTo>
                  <a:lnTo>
                    <a:pt x="2" y="130"/>
                  </a:lnTo>
                  <a:lnTo>
                    <a:pt x="2" y="130"/>
                  </a:lnTo>
                  <a:lnTo>
                    <a:pt x="2" y="130"/>
                  </a:lnTo>
                  <a:lnTo>
                    <a:pt x="2" y="130"/>
                  </a:lnTo>
                  <a:lnTo>
                    <a:pt x="2" y="128"/>
                  </a:lnTo>
                  <a:lnTo>
                    <a:pt x="2" y="128"/>
                  </a:lnTo>
                  <a:lnTo>
                    <a:pt x="2" y="125"/>
                  </a:lnTo>
                  <a:lnTo>
                    <a:pt x="2" y="125"/>
                  </a:lnTo>
                  <a:lnTo>
                    <a:pt x="5" y="125"/>
                  </a:lnTo>
                  <a:lnTo>
                    <a:pt x="5" y="125"/>
                  </a:lnTo>
                  <a:lnTo>
                    <a:pt x="5" y="123"/>
                  </a:lnTo>
                  <a:lnTo>
                    <a:pt x="5" y="123"/>
                  </a:lnTo>
                  <a:lnTo>
                    <a:pt x="5" y="123"/>
                  </a:lnTo>
                  <a:lnTo>
                    <a:pt x="5" y="121"/>
                  </a:lnTo>
                  <a:lnTo>
                    <a:pt x="5" y="121"/>
                  </a:lnTo>
                  <a:lnTo>
                    <a:pt x="2" y="121"/>
                  </a:lnTo>
                  <a:lnTo>
                    <a:pt x="2" y="121"/>
                  </a:lnTo>
                  <a:lnTo>
                    <a:pt x="2" y="121"/>
                  </a:lnTo>
                  <a:lnTo>
                    <a:pt x="2" y="121"/>
                  </a:lnTo>
                  <a:lnTo>
                    <a:pt x="2" y="118"/>
                  </a:lnTo>
                  <a:lnTo>
                    <a:pt x="2" y="118"/>
                  </a:lnTo>
                  <a:lnTo>
                    <a:pt x="2" y="118"/>
                  </a:lnTo>
                  <a:lnTo>
                    <a:pt x="2" y="116"/>
                  </a:lnTo>
                  <a:lnTo>
                    <a:pt x="0" y="116"/>
                  </a:lnTo>
                  <a:lnTo>
                    <a:pt x="0" y="116"/>
                  </a:lnTo>
                  <a:lnTo>
                    <a:pt x="2" y="116"/>
                  </a:lnTo>
                  <a:lnTo>
                    <a:pt x="2" y="114"/>
                  </a:lnTo>
                  <a:lnTo>
                    <a:pt x="2" y="114"/>
                  </a:lnTo>
                  <a:lnTo>
                    <a:pt x="2" y="114"/>
                  </a:lnTo>
                  <a:lnTo>
                    <a:pt x="2" y="114"/>
                  </a:lnTo>
                  <a:lnTo>
                    <a:pt x="2" y="114"/>
                  </a:lnTo>
                  <a:lnTo>
                    <a:pt x="5" y="114"/>
                  </a:lnTo>
                  <a:lnTo>
                    <a:pt x="5" y="116"/>
                  </a:lnTo>
                  <a:lnTo>
                    <a:pt x="5" y="116"/>
                  </a:lnTo>
                  <a:lnTo>
                    <a:pt x="5" y="114"/>
                  </a:lnTo>
                  <a:lnTo>
                    <a:pt x="7" y="114"/>
                  </a:lnTo>
                  <a:lnTo>
                    <a:pt x="7" y="116"/>
                  </a:lnTo>
                  <a:lnTo>
                    <a:pt x="7" y="116"/>
                  </a:lnTo>
                  <a:lnTo>
                    <a:pt x="7" y="114"/>
                  </a:lnTo>
                  <a:lnTo>
                    <a:pt x="7" y="114"/>
                  </a:lnTo>
                  <a:lnTo>
                    <a:pt x="7" y="114"/>
                  </a:lnTo>
                  <a:lnTo>
                    <a:pt x="7" y="111"/>
                  </a:lnTo>
                  <a:lnTo>
                    <a:pt x="9" y="111"/>
                  </a:lnTo>
                  <a:lnTo>
                    <a:pt x="9" y="111"/>
                  </a:lnTo>
                  <a:lnTo>
                    <a:pt x="9" y="111"/>
                  </a:lnTo>
                  <a:lnTo>
                    <a:pt x="9" y="111"/>
                  </a:lnTo>
                  <a:lnTo>
                    <a:pt x="9" y="111"/>
                  </a:lnTo>
                  <a:lnTo>
                    <a:pt x="9" y="109"/>
                  </a:lnTo>
                  <a:lnTo>
                    <a:pt x="9" y="109"/>
                  </a:lnTo>
                  <a:lnTo>
                    <a:pt x="9" y="109"/>
                  </a:lnTo>
                  <a:lnTo>
                    <a:pt x="9" y="106"/>
                  </a:lnTo>
                  <a:lnTo>
                    <a:pt x="9" y="106"/>
                  </a:lnTo>
                  <a:lnTo>
                    <a:pt x="9" y="106"/>
                  </a:lnTo>
                  <a:lnTo>
                    <a:pt x="9" y="104"/>
                  </a:lnTo>
                  <a:lnTo>
                    <a:pt x="9" y="104"/>
                  </a:lnTo>
                  <a:lnTo>
                    <a:pt x="9" y="102"/>
                  </a:lnTo>
                  <a:lnTo>
                    <a:pt x="12" y="102"/>
                  </a:lnTo>
                  <a:lnTo>
                    <a:pt x="12" y="102"/>
                  </a:lnTo>
                  <a:lnTo>
                    <a:pt x="12" y="102"/>
                  </a:lnTo>
                  <a:lnTo>
                    <a:pt x="12" y="99"/>
                  </a:lnTo>
                  <a:lnTo>
                    <a:pt x="12" y="99"/>
                  </a:lnTo>
                  <a:lnTo>
                    <a:pt x="12" y="99"/>
                  </a:lnTo>
                  <a:lnTo>
                    <a:pt x="14" y="99"/>
                  </a:lnTo>
                  <a:lnTo>
                    <a:pt x="14" y="97"/>
                  </a:lnTo>
                  <a:lnTo>
                    <a:pt x="14" y="97"/>
                  </a:lnTo>
                  <a:lnTo>
                    <a:pt x="14" y="97"/>
                  </a:lnTo>
                  <a:lnTo>
                    <a:pt x="14" y="97"/>
                  </a:lnTo>
                  <a:lnTo>
                    <a:pt x="14" y="95"/>
                  </a:lnTo>
                  <a:lnTo>
                    <a:pt x="14" y="95"/>
                  </a:lnTo>
                  <a:lnTo>
                    <a:pt x="14" y="95"/>
                  </a:lnTo>
                  <a:lnTo>
                    <a:pt x="14" y="92"/>
                  </a:lnTo>
                  <a:lnTo>
                    <a:pt x="14" y="92"/>
                  </a:lnTo>
                  <a:lnTo>
                    <a:pt x="14" y="92"/>
                  </a:lnTo>
                  <a:lnTo>
                    <a:pt x="14" y="92"/>
                  </a:lnTo>
                  <a:lnTo>
                    <a:pt x="14" y="90"/>
                  </a:lnTo>
                  <a:lnTo>
                    <a:pt x="14" y="90"/>
                  </a:lnTo>
                  <a:lnTo>
                    <a:pt x="14" y="90"/>
                  </a:lnTo>
                  <a:lnTo>
                    <a:pt x="14" y="87"/>
                  </a:lnTo>
                  <a:lnTo>
                    <a:pt x="14" y="87"/>
                  </a:lnTo>
                  <a:lnTo>
                    <a:pt x="14" y="87"/>
                  </a:lnTo>
                  <a:lnTo>
                    <a:pt x="14" y="85"/>
                  </a:lnTo>
                  <a:lnTo>
                    <a:pt x="14" y="85"/>
                  </a:lnTo>
                  <a:lnTo>
                    <a:pt x="14" y="83"/>
                  </a:lnTo>
                  <a:lnTo>
                    <a:pt x="14" y="83"/>
                  </a:lnTo>
                  <a:lnTo>
                    <a:pt x="14" y="83"/>
                  </a:lnTo>
                  <a:lnTo>
                    <a:pt x="14" y="83"/>
                  </a:lnTo>
                  <a:lnTo>
                    <a:pt x="14" y="80"/>
                  </a:lnTo>
                  <a:lnTo>
                    <a:pt x="14" y="80"/>
                  </a:lnTo>
                  <a:lnTo>
                    <a:pt x="14" y="78"/>
                  </a:lnTo>
                  <a:lnTo>
                    <a:pt x="14" y="78"/>
                  </a:lnTo>
                  <a:lnTo>
                    <a:pt x="14" y="78"/>
                  </a:lnTo>
                  <a:lnTo>
                    <a:pt x="16" y="78"/>
                  </a:lnTo>
                  <a:lnTo>
                    <a:pt x="16" y="76"/>
                  </a:lnTo>
                  <a:lnTo>
                    <a:pt x="16" y="76"/>
                  </a:lnTo>
                  <a:lnTo>
                    <a:pt x="16" y="76"/>
                  </a:lnTo>
                  <a:lnTo>
                    <a:pt x="16" y="76"/>
                  </a:lnTo>
                  <a:lnTo>
                    <a:pt x="16" y="73"/>
                  </a:lnTo>
                  <a:lnTo>
                    <a:pt x="16" y="73"/>
                  </a:lnTo>
                  <a:lnTo>
                    <a:pt x="19" y="73"/>
                  </a:lnTo>
                  <a:lnTo>
                    <a:pt x="19" y="71"/>
                  </a:lnTo>
                  <a:lnTo>
                    <a:pt x="19" y="71"/>
                  </a:lnTo>
                  <a:lnTo>
                    <a:pt x="19" y="71"/>
                  </a:lnTo>
                  <a:lnTo>
                    <a:pt x="19" y="71"/>
                  </a:lnTo>
                  <a:lnTo>
                    <a:pt x="21" y="71"/>
                  </a:lnTo>
                  <a:lnTo>
                    <a:pt x="21" y="68"/>
                  </a:lnTo>
                  <a:lnTo>
                    <a:pt x="21" y="68"/>
                  </a:lnTo>
                  <a:lnTo>
                    <a:pt x="21" y="68"/>
                  </a:lnTo>
                  <a:lnTo>
                    <a:pt x="21" y="66"/>
                  </a:lnTo>
                  <a:lnTo>
                    <a:pt x="21" y="66"/>
                  </a:lnTo>
                  <a:lnTo>
                    <a:pt x="21" y="66"/>
                  </a:lnTo>
                  <a:lnTo>
                    <a:pt x="23" y="66"/>
                  </a:lnTo>
                  <a:lnTo>
                    <a:pt x="23" y="64"/>
                  </a:lnTo>
                  <a:lnTo>
                    <a:pt x="23" y="64"/>
                  </a:lnTo>
                  <a:lnTo>
                    <a:pt x="23" y="64"/>
                  </a:lnTo>
                  <a:lnTo>
                    <a:pt x="23" y="61"/>
                  </a:lnTo>
                  <a:lnTo>
                    <a:pt x="23" y="61"/>
                  </a:lnTo>
                  <a:lnTo>
                    <a:pt x="23" y="61"/>
                  </a:lnTo>
                  <a:lnTo>
                    <a:pt x="23" y="59"/>
                  </a:lnTo>
                  <a:lnTo>
                    <a:pt x="23" y="59"/>
                  </a:lnTo>
                  <a:lnTo>
                    <a:pt x="23" y="57"/>
                  </a:lnTo>
                  <a:lnTo>
                    <a:pt x="23" y="57"/>
                  </a:lnTo>
                  <a:lnTo>
                    <a:pt x="23" y="54"/>
                  </a:lnTo>
                  <a:lnTo>
                    <a:pt x="23" y="54"/>
                  </a:lnTo>
                  <a:lnTo>
                    <a:pt x="23" y="54"/>
                  </a:lnTo>
                  <a:lnTo>
                    <a:pt x="23" y="52"/>
                  </a:lnTo>
                  <a:lnTo>
                    <a:pt x="23" y="52"/>
                  </a:lnTo>
                  <a:lnTo>
                    <a:pt x="23" y="52"/>
                  </a:lnTo>
                  <a:lnTo>
                    <a:pt x="21" y="52"/>
                  </a:lnTo>
                  <a:lnTo>
                    <a:pt x="21" y="52"/>
                  </a:lnTo>
                  <a:lnTo>
                    <a:pt x="21" y="52"/>
                  </a:lnTo>
                  <a:lnTo>
                    <a:pt x="21" y="52"/>
                  </a:lnTo>
                  <a:lnTo>
                    <a:pt x="21" y="52"/>
                  </a:lnTo>
                  <a:lnTo>
                    <a:pt x="21" y="50"/>
                  </a:lnTo>
                  <a:lnTo>
                    <a:pt x="21" y="50"/>
                  </a:lnTo>
                  <a:lnTo>
                    <a:pt x="21" y="50"/>
                  </a:lnTo>
                  <a:lnTo>
                    <a:pt x="21" y="47"/>
                  </a:lnTo>
                  <a:lnTo>
                    <a:pt x="21" y="47"/>
                  </a:lnTo>
                  <a:lnTo>
                    <a:pt x="23" y="47"/>
                  </a:lnTo>
                  <a:lnTo>
                    <a:pt x="23" y="50"/>
                  </a:lnTo>
                  <a:lnTo>
                    <a:pt x="23" y="50"/>
                  </a:lnTo>
                  <a:lnTo>
                    <a:pt x="23" y="50"/>
                  </a:lnTo>
                  <a:lnTo>
                    <a:pt x="23" y="50"/>
                  </a:lnTo>
                  <a:lnTo>
                    <a:pt x="23" y="52"/>
                  </a:lnTo>
                  <a:lnTo>
                    <a:pt x="26" y="52"/>
                  </a:lnTo>
                  <a:lnTo>
                    <a:pt x="26" y="50"/>
                  </a:lnTo>
                  <a:lnTo>
                    <a:pt x="26" y="50"/>
                  </a:lnTo>
                  <a:lnTo>
                    <a:pt x="26" y="50"/>
                  </a:lnTo>
                  <a:lnTo>
                    <a:pt x="26" y="47"/>
                  </a:lnTo>
                  <a:lnTo>
                    <a:pt x="26" y="47"/>
                  </a:lnTo>
                  <a:lnTo>
                    <a:pt x="26" y="47"/>
                  </a:lnTo>
                  <a:lnTo>
                    <a:pt x="26" y="45"/>
                  </a:lnTo>
                  <a:lnTo>
                    <a:pt x="23" y="45"/>
                  </a:lnTo>
                  <a:lnTo>
                    <a:pt x="23" y="45"/>
                  </a:lnTo>
                  <a:lnTo>
                    <a:pt x="23" y="45"/>
                  </a:lnTo>
                  <a:lnTo>
                    <a:pt x="23" y="42"/>
                  </a:lnTo>
                  <a:lnTo>
                    <a:pt x="23" y="42"/>
                  </a:lnTo>
                  <a:lnTo>
                    <a:pt x="23" y="42"/>
                  </a:lnTo>
                  <a:lnTo>
                    <a:pt x="26" y="42"/>
                  </a:lnTo>
                  <a:lnTo>
                    <a:pt x="26" y="42"/>
                  </a:lnTo>
                  <a:lnTo>
                    <a:pt x="26" y="40"/>
                  </a:lnTo>
                  <a:lnTo>
                    <a:pt x="26" y="40"/>
                  </a:lnTo>
                  <a:lnTo>
                    <a:pt x="26" y="38"/>
                  </a:lnTo>
                  <a:lnTo>
                    <a:pt x="26" y="38"/>
                  </a:lnTo>
                  <a:lnTo>
                    <a:pt x="26" y="38"/>
                  </a:lnTo>
                  <a:lnTo>
                    <a:pt x="26" y="35"/>
                  </a:lnTo>
                  <a:lnTo>
                    <a:pt x="26" y="35"/>
                  </a:lnTo>
                  <a:lnTo>
                    <a:pt x="26" y="35"/>
                  </a:lnTo>
                  <a:lnTo>
                    <a:pt x="26" y="35"/>
                  </a:lnTo>
                  <a:lnTo>
                    <a:pt x="28" y="35"/>
                  </a:lnTo>
                  <a:lnTo>
                    <a:pt x="28" y="35"/>
                  </a:lnTo>
                  <a:lnTo>
                    <a:pt x="28" y="35"/>
                  </a:lnTo>
                  <a:lnTo>
                    <a:pt x="28" y="35"/>
                  </a:lnTo>
                  <a:lnTo>
                    <a:pt x="28" y="35"/>
                  </a:lnTo>
                  <a:lnTo>
                    <a:pt x="28" y="33"/>
                  </a:lnTo>
                  <a:lnTo>
                    <a:pt x="28" y="33"/>
                  </a:lnTo>
                  <a:lnTo>
                    <a:pt x="28" y="33"/>
                  </a:lnTo>
                  <a:lnTo>
                    <a:pt x="28" y="31"/>
                  </a:lnTo>
                  <a:lnTo>
                    <a:pt x="28" y="31"/>
                  </a:lnTo>
                  <a:lnTo>
                    <a:pt x="31" y="31"/>
                  </a:lnTo>
                  <a:lnTo>
                    <a:pt x="31" y="28"/>
                  </a:lnTo>
                  <a:lnTo>
                    <a:pt x="31" y="28"/>
                  </a:lnTo>
                  <a:lnTo>
                    <a:pt x="31" y="31"/>
                  </a:lnTo>
                  <a:lnTo>
                    <a:pt x="33" y="31"/>
                  </a:lnTo>
                  <a:lnTo>
                    <a:pt x="33" y="28"/>
                  </a:lnTo>
                  <a:lnTo>
                    <a:pt x="33" y="28"/>
                  </a:lnTo>
                  <a:lnTo>
                    <a:pt x="33" y="28"/>
                  </a:lnTo>
                  <a:lnTo>
                    <a:pt x="33" y="28"/>
                  </a:lnTo>
                  <a:lnTo>
                    <a:pt x="33" y="26"/>
                  </a:lnTo>
                  <a:lnTo>
                    <a:pt x="33" y="26"/>
                  </a:lnTo>
                  <a:lnTo>
                    <a:pt x="33" y="23"/>
                  </a:lnTo>
                  <a:lnTo>
                    <a:pt x="33" y="23"/>
                  </a:lnTo>
                  <a:lnTo>
                    <a:pt x="35" y="23"/>
                  </a:lnTo>
                  <a:lnTo>
                    <a:pt x="35" y="23"/>
                  </a:lnTo>
                  <a:lnTo>
                    <a:pt x="35" y="23"/>
                  </a:lnTo>
                  <a:lnTo>
                    <a:pt x="35" y="23"/>
                  </a:lnTo>
                  <a:lnTo>
                    <a:pt x="35" y="21"/>
                  </a:lnTo>
                  <a:lnTo>
                    <a:pt x="38" y="21"/>
                  </a:lnTo>
                  <a:lnTo>
                    <a:pt x="38" y="21"/>
                  </a:lnTo>
                  <a:lnTo>
                    <a:pt x="38" y="23"/>
                  </a:lnTo>
                  <a:lnTo>
                    <a:pt x="38" y="23"/>
                  </a:lnTo>
                  <a:lnTo>
                    <a:pt x="38" y="23"/>
                  </a:lnTo>
                  <a:lnTo>
                    <a:pt x="38" y="23"/>
                  </a:lnTo>
                  <a:lnTo>
                    <a:pt x="38" y="26"/>
                  </a:lnTo>
                  <a:lnTo>
                    <a:pt x="38" y="26"/>
                  </a:lnTo>
                  <a:lnTo>
                    <a:pt x="38" y="26"/>
                  </a:lnTo>
                  <a:lnTo>
                    <a:pt x="38" y="28"/>
                  </a:lnTo>
                  <a:lnTo>
                    <a:pt x="38" y="28"/>
                  </a:lnTo>
                  <a:lnTo>
                    <a:pt x="40" y="28"/>
                  </a:lnTo>
                  <a:lnTo>
                    <a:pt x="40" y="28"/>
                  </a:lnTo>
                  <a:lnTo>
                    <a:pt x="40" y="28"/>
                  </a:lnTo>
                  <a:lnTo>
                    <a:pt x="40" y="28"/>
                  </a:lnTo>
                  <a:lnTo>
                    <a:pt x="40" y="28"/>
                  </a:lnTo>
                  <a:lnTo>
                    <a:pt x="42" y="28"/>
                  </a:lnTo>
                  <a:lnTo>
                    <a:pt x="42" y="28"/>
                  </a:lnTo>
                  <a:lnTo>
                    <a:pt x="42" y="26"/>
                  </a:lnTo>
                  <a:lnTo>
                    <a:pt x="42" y="26"/>
                  </a:lnTo>
                  <a:lnTo>
                    <a:pt x="42" y="26"/>
                  </a:lnTo>
                  <a:lnTo>
                    <a:pt x="42" y="23"/>
                  </a:lnTo>
                  <a:lnTo>
                    <a:pt x="42" y="23"/>
                  </a:lnTo>
                  <a:lnTo>
                    <a:pt x="42" y="23"/>
                  </a:lnTo>
                  <a:lnTo>
                    <a:pt x="42" y="23"/>
                  </a:lnTo>
                  <a:lnTo>
                    <a:pt x="42" y="23"/>
                  </a:lnTo>
                  <a:lnTo>
                    <a:pt x="42" y="23"/>
                  </a:lnTo>
                  <a:lnTo>
                    <a:pt x="42" y="21"/>
                  </a:lnTo>
                  <a:lnTo>
                    <a:pt x="42" y="21"/>
                  </a:lnTo>
                  <a:lnTo>
                    <a:pt x="42" y="21"/>
                  </a:lnTo>
                  <a:lnTo>
                    <a:pt x="45" y="21"/>
                  </a:lnTo>
                  <a:lnTo>
                    <a:pt x="45" y="23"/>
                  </a:lnTo>
                  <a:lnTo>
                    <a:pt x="45" y="23"/>
                  </a:lnTo>
                  <a:lnTo>
                    <a:pt x="45" y="21"/>
                  </a:lnTo>
                  <a:lnTo>
                    <a:pt x="45" y="21"/>
                  </a:lnTo>
                  <a:lnTo>
                    <a:pt x="45" y="19"/>
                  </a:lnTo>
                  <a:lnTo>
                    <a:pt x="45" y="19"/>
                  </a:lnTo>
                  <a:lnTo>
                    <a:pt x="45" y="19"/>
                  </a:lnTo>
                  <a:lnTo>
                    <a:pt x="45" y="16"/>
                  </a:lnTo>
                  <a:lnTo>
                    <a:pt x="45" y="16"/>
                  </a:lnTo>
                  <a:lnTo>
                    <a:pt x="45" y="16"/>
                  </a:lnTo>
                  <a:lnTo>
                    <a:pt x="47" y="16"/>
                  </a:lnTo>
                  <a:lnTo>
                    <a:pt x="47" y="14"/>
                  </a:lnTo>
                  <a:lnTo>
                    <a:pt x="47" y="14"/>
                  </a:lnTo>
                  <a:lnTo>
                    <a:pt x="47" y="14"/>
                  </a:lnTo>
                  <a:lnTo>
                    <a:pt x="47" y="14"/>
                  </a:lnTo>
                  <a:lnTo>
                    <a:pt x="49" y="14"/>
                  </a:lnTo>
                  <a:lnTo>
                    <a:pt x="49" y="14"/>
                  </a:lnTo>
                  <a:lnTo>
                    <a:pt x="49" y="14"/>
                  </a:lnTo>
                  <a:lnTo>
                    <a:pt x="52" y="14"/>
                  </a:lnTo>
                  <a:lnTo>
                    <a:pt x="52" y="14"/>
                  </a:lnTo>
                  <a:lnTo>
                    <a:pt x="52" y="14"/>
                  </a:lnTo>
                  <a:lnTo>
                    <a:pt x="54" y="14"/>
                  </a:lnTo>
                  <a:lnTo>
                    <a:pt x="54" y="14"/>
                  </a:lnTo>
                  <a:lnTo>
                    <a:pt x="54" y="16"/>
                  </a:lnTo>
                  <a:lnTo>
                    <a:pt x="54" y="16"/>
                  </a:lnTo>
                  <a:lnTo>
                    <a:pt x="57" y="16"/>
                  </a:lnTo>
                  <a:lnTo>
                    <a:pt x="57" y="16"/>
                  </a:lnTo>
                  <a:lnTo>
                    <a:pt x="57" y="16"/>
                  </a:lnTo>
                  <a:lnTo>
                    <a:pt x="57" y="16"/>
                  </a:lnTo>
                  <a:lnTo>
                    <a:pt x="57" y="16"/>
                  </a:lnTo>
                  <a:lnTo>
                    <a:pt x="57" y="14"/>
                  </a:lnTo>
                  <a:lnTo>
                    <a:pt x="59" y="14"/>
                  </a:lnTo>
                  <a:lnTo>
                    <a:pt x="59" y="14"/>
                  </a:lnTo>
                  <a:lnTo>
                    <a:pt x="61" y="14"/>
                  </a:lnTo>
                  <a:lnTo>
                    <a:pt x="61" y="14"/>
                  </a:lnTo>
                  <a:lnTo>
                    <a:pt x="61" y="16"/>
                  </a:lnTo>
                  <a:lnTo>
                    <a:pt x="61" y="16"/>
                  </a:lnTo>
                  <a:lnTo>
                    <a:pt x="61" y="16"/>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21"/>
                  </a:lnTo>
                  <a:lnTo>
                    <a:pt x="68" y="21"/>
                  </a:lnTo>
                  <a:lnTo>
                    <a:pt x="68" y="21"/>
                  </a:lnTo>
                  <a:lnTo>
                    <a:pt x="68" y="19"/>
                  </a:lnTo>
                  <a:lnTo>
                    <a:pt x="68" y="19"/>
                  </a:lnTo>
                  <a:lnTo>
                    <a:pt x="68" y="19"/>
                  </a:lnTo>
                  <a:lnTo>
                    <a:pt x="71" y="19"/>
                  </a:lnTo>
                  <a:lnTo>
                    <a:pt x="71" y="19"/>
                  </a:lnTo>
                  <a:lnTo>
                    <a:pt x="71" y="21"/>
                  </a:lnTo>
                  <a:lnTo>
                    <a:pt x="71" y="21"/>
                  </a:lnTo>
                  <a:lnTo>
                    <a:pt x="73" y="21"/>
                  </a:lnTo>
                  <a:lnTo>
                    <a:pt x="73" y="19"/>
                  </a:lnTo>
                  <a:lnTo>
                    <a:pt x="73" y="19"/>
                  </a:lnTo>
                  <a:lnTo>
                    <a:pt x="73" y="21"/>
                  </a:lnTo>
                  <a:lnTo>
                    <a:pt x="73" y="21"/>
                  </a:lnTo>
                  <a:lnTo>
                    <a:pt x="76" y="21"/>
                  </a:lnTo>
                  <a:lnTo>
                    <a:pt x="76" y="21"/>
                  </a:lnTo>
                  <a:lnTo>
                    <a:pt x="76" y="21"/>
                  </a:lnTo>
                  <a:lnTo>
                    <a:pt x="76" y="21"/>
                  </a:lnTo>
                  <a:lnTo>
                    <a:pt x="76" y="23"/>
                  </a:lnTo>
                  <a:lnTo>
                    <a:pt x="78" y="23"/>
                  </a:lnTo>
                  <a:lnTo>
                    <a:pt x="78" y="23"/>
                  </a:lnTo>
                  <a:lnTo>
                    <a:pt x="80" y="23"/>
                  </a:lnTo>
                  <a:lnTo>
                    <a:pt x="80" y="21"/>
                  </a:lnTo>
                  <a:lnTo>
                    <a:pt x="80" y="21"/>
                  </a:lnTo>
                  <a:lnTo>
                    <a:pt x="80" y="23"/>
                  </a:lnTo>
                  <a:lnTo>
                    <a:pt x="80" y="23"/>
                  </a:lnTo>
                  <a:lnTo>
                    <a:pt x="83" y="23"/>
                  </a:lnTo>
                  <a:lnTo>
                    <a:pt x="83" y="23"/>
                  </a:lnTo>
                  <a:lnTo>
                    <a:pt x="83" y="23"/>
                  </a:lnTo>
                  <a:lnTo>
                    <a:pt x="83" y="23"/>
                  </a:lnTo>
                  <a:lnTo>
                    <a:pt x="85" y="23"/>
                  </a:lnTo>
                  <a:lnTo>
                    <a:pt x="85" y="23"/>
                  </a:lnTo>
                  <a:lnTo>
                    <a:pt x="85" y="23"/>
                  </a:lnTo>
                  <a:lnTo>
                    <a:pt x="87" y="23"/>
                  </a:lnTo>
                  <a:lnTo>
                    <a:pt x="87" y="23"/>
                  </a:lnTo>
                  <a:lnTo>
                    <a:pt x="87" y="23"/>
                  </a:lnTo>
                  <a:lnTo>
                    <a:pt x="87" y="23"/>
                  </a:lnTo>
                  <a:lnTo>
                    <a:pt x="87" y="26"/>
                  </a:lnTo>
                  <a:lnTo>
                    <a:pt x="87" y="26"/>
                  </a:lnTo>
                  <a:lnTo>
                    <a:pt x="90" y="26"/>
                  </a:lnTo>
                  <a:lnTo>
                    <a:pt x="90" y="26"/>
                  </a:lnTo>
                  <a:lnTo>
                    <a:pt x="90" y="26"/>
                  </a:lnTo>
                  <a:lnTo>
                    <a:pt x="92" y="26"/>
                  </a:lnTo>
                  <a:lnTo>
                    <a:pt x="92" y="23"/>
                  </a:lnTo>
                  <a:lnTo>
                    <a:pt x="92" y="23"/>
                  </a:lnTo>
                  <a:lnTo>
                    <a:pt x="92" y="23"/>
                  </a:lnTo>
                  <a:lnTo>
                    <a:pt x="94" y="23"/>
                  </a:lnTo>
                  <a:lnTo>
                    <a:pt x="94" y="23"/>
                  </a:lnTo>
                  <a:lnTo>
                    <a:pt x="94" y="23"/>
                  </a:lnTo>
                  <a:lnTo>
                    <a:pt x="94" y="23"/>
                  </a:lnTo>
                  <a:lnTo>
                    <a:pt x="97" y="23"/>
                  </a:lnTo>
                  <a:lnTo>
                    <a:pt x="97" y="23"/>
                  </a:lnTo>
                  <a:lnTo>
                    <a:pt x="97" y="23"/>
                  </a:lnTo>
                  <a:lnTo>
                    <a:pt x="97" y="23"/>
                  </a:lnTo>
                  <a:lnTo>
                    <a:pt x="99" y="23"/>
                  </a:lnTo>
                  <a:lnTo>
                    <a:pt x="99" y="23"/>
                  </a:lnTo>
                  <a:lnTo>
                    <a:pt x="99" y="23"/>
                  </a:lnTo>
                  <a:lnTo>
                    <a:pt x="99" y="26"/>
                  </a:lnTo>
                  <a:lnTo>
                    <a:pt x="102" y="26"/>
                  </a:lnTo>
                  <a:lnTo>
                    <a:pt x="102" y="23"/>
                  </a:lnTo>
                  <a:lnTo>
                    <a:pt x="102" y="23"/>
                  </a:lnTo>
                  <a:lnTo>
                    <a:pt x="102" y="23"/>
                  </a:lnTo>
                  <a:lnTo>
                    <a:pt x="102" y="26"/>
                  </a:lnTo>
                  <a:lnTo>
                    <a:pt x="104" y="26"/>
                  </a:lnTo>
                  <a:lnTo>
                    <a:pt x="104" y="26"/>
                  </a:lnTo>
                  <a:lnTo>
                    <a:pt x="106" y="26"/>
                  </a:lnTo>
                  <a:lnTo>
                    <a:pt x="106" y="26"/>
                  </a:lnTo>
                  <a:lnTo>
                    <a:pt x="106" y="26"/>
                  </a:lnTo>
                  <a:lnTo>
                    <a:pt x="109" y="26"/>
                  </a:lnTo>
                  <a:lnTo>
                    <a:pt x="109" y="26"/>
                  </a:lnTo>
                  <a:lnTo>
                    <a:pt x="109" y="26"/>
                  </a:lnTo>
                  <a:lnTo>
                    <a:pt x="111" y="26"/>
                  </a:lnTo>
                  <a:lnTo>
                    <a:pt x="111" y="26"/>
                  </a:lnTo>
                  <a:lnTo>
                    <a:pt x="111" y="26"/>
                  </a:lnTo>
                  <a:lnTo>
                    <a:pt x="113" y="26"/>
                  </a:lnTo>
                  <a:lnTo>
                    <a:pt x="113" y="26"/>
                  </a:lnTo>
                  <a:lnTo>
                    <a:pt x="113" y="26"/>
                  </a:lnTo>
                  <a:lnTo>
                    <a:pt x="113" y="26"/>
                  </a:lnTo>
                  <a:lnTo>
                    <a:pt x="116" y="26"/>
                  </a:lnTo>
                  <a:lnTo>
                    <a:pt x="116" y="26"/>
                  </a:lnTo>
                  <a:lnTo>
                    <a:pt x="116" y="23"/>
                  </a:lnTo>
                  <a:lnTo>
                    <a:pt x="116" y="23"/>
                  </a:lnTo>
                  <a:lnTo>
                    <a:pt x="118" y="23"/>
                  </a:lnTo>
                  <a:lnTo>
                    <a:pt x="118" y="23"/>
                  </a:lnTo>
                  <a:lnTo>
                    <a:pt x="118" y="23"/>
                  </a:lnTo>
                  <a:lnTo>
                    <a:pt x="120" y="23"/>
                  </a:lnTo>
                  <a:lnTo>
                    <a:pt x="120" y="23"/>
                  </a:lnTo>
                  <a:lnTo>
                    <a:pt x="120" y="23"/>
                  </a:lnTo>
                  <a:lnTo>
                    <a:pt x="120" y="23"/>
                  </a:lnTo>
                  <a:lnTo>
                    <a:pt x="120" y="21"/>
                  </a:lnTo>
                  <a:lnTo>
                    <a:pt x="120" y="21"/>
                  </a:lnTo>
                  <a:lnTo>
                    <a:pt x="123" y="21"/>
                  </a:lnTo>
                  <a:lnTo>
                    <a:pt x="123" y="19"/>
                  </a:lnTo>
                  <a:lnTo>
                    <a:pt x="123" y="19"/>
                  </a:lnTo>
                  <a:lnTo>
                    <a:pt x="123" y="19"/>
                  </a:lnTo>
                  <a:lnTo>
                    <a:pt x="123" y="19"/>
                  </a:lnTo>
                  <a:lnTo>
                    <a:pt x="125" y="19"/>
                  </a:lnTo>
                  <a:lnTo>
                    <a:pt x="125" y="19"/>
                  </a:lnTo>
                  <a:lnTo>
                    <a:pt x="125" y="16"/>
                  </a:lnTo>
                  <a:lnTo>
                    <a:pt x="125" y="16"/>
                  </a:lnTo>
                  <a:lnTo>
                    <a:pt x="125" y="14"/>
                  </a:lnTo>
                  <a:lnTo>
                    <a:pt x="125" y="14"/>
                  </a:lnTo>
                  <a:lnTo>
                    <a:pt x="128" y="14"/>
                  </a:lnTo>
                  <a:lnTo>
                    <a:pt x="128" y="12"/>
                  </a:lnTo>
                  <a:lnTo>
                    <a:pt x="128" y="12"/>
                  </a:lnTo>
                  <a:lnTo>
                    <a:pt x="128" y="12"/>
                  </a:lnTo>
                  <a:lnTo>
                    <a:pt x="128" y="12"/>
                  </a:lnTo>
                  <a:lnTo>
                    <a:pt x="130" y="12"/>
                  </a:lnTo>
                  <a:lnTo>
                    <a:pt x="130" y="12"/>
                  </a:lnTo>
                  <a:lnTo>
                    <a:pt x="130" y="12"/>
                  </a:lnTo>
                  <a:lnTo>
                    <a:pt x="130" y="12"/>
                  </a:lnTo>
                  <a:lnTo>
                    <a:pt x="132" y="12"/>
                  </a:lnTo>
                  <a:lnTo>
                    <a:pt x="132" y="9"/>
                  </a:lnTo>
                  <a:lnTo>
                    <a:pt x="132" y="9"/>
                  </a:lnTo>
                  <a:lnTo>
                    <a:pt x="130" y="9"/>
                  </a:lnTo>
                  <a:lnTo>
                    <a:pt x="130" y="9"/>
                  </a:lnTo>
                  <a:lnTo>
                    <a:pt x="130" y="9"/>
                  </a:lnTo>
                  <a:lnTo>
                    <a:pt x="130" y="7"/>
                  </a:lnTo>
                  <a:lnTo>
                    <a:pt x="130" y="7"/>
                  </a:lnTo>
                  <a:lnTo>
                    <a:pt x="130" y="7"/>
                  </a:lnTo>
                  <a:lnTo>
                    <a:pt x="130" y="5"/>
                  </a:lnTo>
                  <a:lnTo>
                    <a:pt x="130" y="5"/>
                  </a:lnTo>
                  <a:lnTo>
                    <a:pt x="130" y="2"/>
                  </a:lnTo>
                  <a:lnTo>
                    <a:pt x="130" y="2"/>
                  </a:lnTo>
                  <a:lnTo>
                    <a:pt x="130" y="2"/>
                  </a:lnTo>
                  <a:lnTo>
                    <a:pt x="132" y="2"/>
                  </a:lnTo>
                  <a:lnTo>
                    <a:pt x="132" y="2"/>
                  </a:lnTo>
                  <a:lnTo>
                    <a:pt x="132" y="2"/>
                  </a:lnTo>
                  <a:lnTo>
                    <a:pt x="132" y="5"/>
                  </a:lnTo>
                  <a:lnTo>
                    <a:pt x="132" y="5"/>
                  </a:lnTo>
                  <a:lnTo>
                    <a:pt x="132" y="5"/>
                  </a:lnTo>
                  <a:lnTo>
                    <a:pt x="132" y="7"/>
                  </a:lnTo>
                  <a:lnTo>
                    <a:pt x="132" y="7"/>
                  </a:lnTo>
                  <a:lnTo>
                    <a:pt x="135" y="7"/>
                  </a:lnTo>
                  <a:lnTo>
                    <a:pt x="135" y="7"/>
                  </a:lnTo>
                  <a:lnTo>
                    <a:pt x="135" y="5"/>
                  </a:lnTo>
                  <a:lnTo>
                    <a:pt x="135" y="5"/>
                  </a:lnTo>
                  <a:lnTo>
                    <a:pt x="135" y="5"/>
                  </a:lnTo>
                  <a:lnTo>
                    <a:pt x="135" y="2"/>
                  </a:lnTo>
                  <a:lnTo>
                    <a:pt x="137" y="2"/>
                  </a:lnTo>
                  <a:lnTo>
                    <a:pt x="137" y="2"/>
                  </a:lnTo>
                  <a:lnTo>
                    <a:pt x="137" y="2"/>
                  </a:lnTo>
                  <a:lnTo>
                    <a:pt x="137" y="2"/>
                  </a:lnTo>
                  <a:lnTo>
                    <a:pt x="139" y="2"/>
                  </a:lnTo>
                  <a:lnTo>
                    <a:pt x="139" y="0"/>
                  </a:lnTo>
                  <a:lnTo>
                    <a:pt x="139" y="0"/>
                  </a:lnTo>
                  <a:lnTo>
                    <a:pt x="139" y="2"/>
                  </a:lnTo>
                  <a:lnTo>
                    <a:pt x="139" y="2"/>
                  </a:lnTo>
                  <a:lnTo>
                    <a:pt x="139" y="2"/>
                  </a:lnTo>
                  <a:lnTo>
                    <a:pt x="142" y="2"/>
                  </a:lnTo>
                  <a:lnTo>
                    <a:pt x="142" y="2"/>
                  </a:lnTo>
                  <a:lnTo>
                    <a:pt x="142" y="5"/>
                  </a:lnTo>
                  <a:lnTo>
                    <a:pt x="139" y="5"/>
                  </a:lnTo>
                  <a:lnTo>
                    <a:pt x="139" y="5"/>
                  </a:lnTo>
                  <a:lnTo>
                    <a:pt x="142" y="5"/>
                  </a:lnTo>
                  <a:lnTo>
                    <a:pt x="142" y="7"/>
                  </a:lnTo>
                  <a:lnTo>
                    <a:pt x="142" y="7"/>
                  </a:lnTo>
                  <a:lnTo>
                    <a:pt x="139" y="7"/>
                  </a:lnTo>
                  <a:lnTo>
                    <a:pt x="139" y="9"/>
                  </a:lnTo>
                  <a:lnTo>
                    <a:pt x="142" y="9"/>
                  </a:lnTo>
                  <a:lnTo>
                    <a:pt x="142" y="9"/>
                  </a:lnTo>
                  <a:lnTo>
                    <a:pt x="142" y="9"/>
                  </a:lnTo>
                  <a:lnTo>
                    <a:pt x="144" y="9"/>
                  </a:lnTo>
                  <a:lnTo>
                    <a:pt x="144" y="9"/>
                  </a:lnTo>
                  <a:lnTo>
                    <a:pt x="144" y="12"/>
                  </a:lnTo>
                  <a:lnTo>
                    <a:pt x="142" y="12"/>
                  </a:lnTo>
                  <a:lnTo>
                    <a:pt x="142" y="12"/>
                  </a:lnTo>
                  <a:lnTo>
                    <a:pt x="142" y="12"/>
                  </a:lnTo>
                  <a:lnTo>
                    <a:pt x="142" y="14"/>
                  </a:lnTo>
                  <a:lnTo>
                    <a:pt x="142" y="14"/>
                  </a:lnTo>
                  <a:lnTo>
                    <a:pt x="142" y="14"/>
                  </a:lnTo>
                  <a:lnTo>
                    <a:pt x="139" y="14"/>
                  </a:lnTo>
                  <a:lnTo>
                    <a:pt x="139" y="14"/>
                  </a:lnTo>
                  <a:lnTo>
                    <a:pt x="139" y="14"/>
                  </a:lnTo>
                  <a:lnTo>
                    <a:pt x="139" y="14"/>
                  </a:lnTo>
                  <a:lnTo>
                    <a:pt x="139" y="16"/>
                  </a:lnTo>
                  <a:lnTo>
                    <a:pt x="139" y="16"/>
                  </a:lnTo>
                  <a:lnTo>
                    <a:pt x="139" y="19"/>
                  </a:lnTo>
                  <a:lnTo>
                    <a:pt x="137" y="19"/>
                  </a:lnTo>
                  <a:lnTo>
                    <a:pt x="137" y="19"/>
                  </a:lnTo>
                  <a:lnTo>
                    <a:pt x="137" y="21"/>
                  </a:lnTo>
                  <a:lnTo>
                    <a:pt x="137" y="21"/>
                  </a:lnTo>
                  <a:lnTo>
                    <a:pt x="137" y="21"/>
                  </a:lnTo>
                  <a:lnTo>
                    <a:pt x="137" y="23"/>
                  </a:lnTo>
                  <a:lnTo>
                    <a:pt x="135" y="23"/>
                  </a:lnTo>
                  <a:lnTo>
                    <a:pt x="135" y="23"/>
                  </a:lnTo>
                  <a:lnTo>
                    <a:pt x="135" y="23"/>
                  </a:lnTo>
                  <a:lnTo>
                    <a:pt x="135" y="26"/>
                  </a:lnTo>
                  <a:lnTo>
                    <a:pt x="135" y="26"/>
                  </a:lnTo>
                  <a:lnTo>
                    <a:pt x="135" y="26"/>
                  </a:lnTo>
                  <a:lnTo>
                    <a:pt x="135" y="23"/>
                  </a:lnTo>
                  <a:lnTo>
                    <a:pt x="132" y="23"/>
                  </a:lnTo>
                  <a:lnTo>
                    <a:pt x="132" y="26"/>
                  </a:lnTo>
                  <a:lnTo>
                    <a:pt x="132" y="26"/>
                  </a:lnTo>
                  <a:lnTo>
                    <a:pt x="132" y="26"/>
                  </a:lnTo>
                  <a:lnTo>
                    <a:pt x="132" y="28"/>
                  </a:lnTo>
                  <a:lnTo>
                    <a:pt x="130" y="28"/>
                  </a:lnTo>
                  <a:lnTo>
                    <a:pt x="130" y="28"/>
                  </a:lnTo>
                  <a:lnTo>
                    <a:pt x="130" y="28"/>
                  </a:lnTo>
                  <a:lnTo>
                    <a:pt x="130" y="28"/>
                  </a:lnTo>
                  <a:lnTo>
                    <a:pt x="130" y="31"/>
                  </a:lnTo>
                  <a:lnTo>
                    <a:pt x="130" y="31"/>
                  </a:lnTo>
                  <a:lnTo>
                    <a:pt x="130" y="33"/>
                  </a:lnTo>
                  <a:lnTo>
                    <a:pt x="128" y="33"/>
                  </a:lnTo>
                  <a:lnTo>
                    <a:pt x="128" y="33"/>
                  </a:lnTo>
                  <a:lnTo>
                    <a:pt x="128" y="33"/>
                  </a:lnTo>
                  <a:lnTo>
                    <a:pt x="128" y="33"/>
                  </a:lnTo>
                  <a:lnTo>
                    <a:pt x="128" y="35"/>
                  </a:lnTo>
                  <a:lnTo>
                    <a:pt x="128" y="35"/>
                  </a:lnTo>
                  <a:lnTo>
                    <a:pt x="128" y="35"/>
                  </a:lnTo>
                  <a:lnTo>
                    <a:pt x="128" y="38"/>
                  </a:lnTo>
                  <a:lnTo>
                    <a:pt x="125" y="38"/>
                  </a:lnTo>
                  <a:lnTo>
                    <a:pt x="125" y="38"/>
                  </a:lnTo>
                  <a:lnTo>
                    <a:pt x="125" y="38"/>
                  </a:lnTo>
                  <a:lnTo>
                    <a:pt x="123" y="38"/>
                  </a:lnTo>
                  <a:lnTo>
                    <a:pt x="123" y="38"/>
                  </a:lnTo>
                  <a:lnTo>
                    <a:pt x="123" y="40"/>
                  </a:lnTo>
                  <a:lnTo>
                    <a:pt x="123" y="40"/>
                  </a:lnTo>
                  <a:lnTo>
                    <a:pt x="120" y="40"/>
                  </a:lnTo>
                  <a:lnTo>
                    <a:pt x="120" y="40"/>
                  </a:lnTo>
                  <a:lnTo>
                    <a:pt x="120" y="40"/>
                  </a:lnTo>
                  <a:lnTo>
                    <a:pt x="118" y="40"/>
                  </a:lnTo>
                  <a:lnTo>
                    <a:pt x="118" y="40"/>
                  </a:lnTo>
                  <a:lnTo>
                    <a:pt x="116" y="40"/>
                  </a:lnTo>
                  <a:lnTo>
                    <a:pt x="116" y="40"/>
                  </a:lnTo>
                  <a:lnTo>
                    <a:pt x="116" y="40"/>
                  </a:lnTo>
                  <a:lnTo>
                    <a:pt x="116" y="40"/>
                  </a:lnTo>
                  <a:lnTo>
                    <a:pt x="113" y="40"/>
                  </a:lnTo>
                  <a:lnTo>
                    <a:pt x="113" y="40"/>
                  </a:lnTo>
                  <a:lnTo>
                    <a:pt x="113" y="42"/>
                  </a:lnTo>
                  <a:lnTo>
                    <a:pt x="113" y="42"/>
                  </a:lnTo>
                  <a:lnTo>
                    <a:pt x="111" y="42"/>
                  </a:lnTo>
                  <a:lnTo>
                    <a:pt x="111" y="42"/>
                  </a:lnTo>
                  <a:lnTo>
                    <a:pt x="109" y="42"/>
                  </a:lnTo>
                  <a:lnTo>
                    <a:pt x="109" y="42"/>
                  </a:lnTo>
                  <a:lnTo>
                    <a:pt x="109" y="42"/>
                  </a:lnTo>
                  <a:lnTo>
                    <a:pt x="106" y="42"/>
                  </a:lnTo>
                  <a:lnTo>
                    <a:pt x="106" y="42"/>
                  </a:lnTo>
                  <a:lnTo>
                    <a:pt x="106" y="42"/>
                  </a:lnTo>
                  <a:lnTo>
                    <a:pt x="104" y="42"/>
                  </a:lnTo>
                  <a:lnTo>
                    <a:pt x="104" y="42"/>
                  </a:lnTo>
                  <a:lnTo>
                    <a:pt x="102" y="42"/>
                  </a:lnTo>
                  <a:lnTo>
                    <a:pt x="102" y="42"/>
                  </a:lnTo>
                  <a:lnTo>
                    <a:pt x="102" y="42"/>
                  </a:lnTo>
                  <a:lnTo>
                    <a:pt x="99" y="42"/>
                  </a:lnTo>
                  <a:lnTo>
                    <a:pt x="99" y="42"/>
                  </a:lnTo>
                  <a:lnTo>
                    <a:pt x="99" y="40"/>
                  </a:lnTo>
                  <a:lnTo>
                    <a:pt x="97" y="40"/>
                  </a:lnTo>
                  <a:lnTo>
                    <a:pt x="97" y="40"/>
                  </a:lnTo>
                  <a:lnTo>
                    <a:pt x="97" y="40"/>
                  </a:lnTo>
                  <a:lnTo>
                    <a:pt x="97" y="40"/>
                  </a:lnTo>
                  <a:lnTo>
                    <a:pt x="97" y="38"/>
                  </a:lnTo>
                  <a:lnTo>
                    <a:pt x="94" y="38"/>
                  </a:lnTo>
                  <a:lnTo>
                    <a:pt x="94" y="38"/>
                  </a:lnTo>
                  <a:lnTo>
                    <a:pt x="94" y="38"/>
                  </a:lnTo>
                  <a:lnTo>
                    <a:pt x="94" y="38"/>
                  </a:lnTo>
                  <a:lnTo>
                    <a:pt x="92" y="38"/>
                  </a:lnTo>
                  <a:lnTo>
                    <a:pt x="92" y="38"/>
                  </a:lnTo>
                  <a:lnTo>
                    <a:pt x="90" y="38"/>
                  </a:lnTo>
                  <a:lnTo>
                    <a:pt x="90" y="38"/>
                  </a:lnTo>
                  <a:lnTo>
                    <a:pt x="90" y="38"/>
                  </a:lnTo>
                  <a:lnTo>
                    <a:pt x="87" y="38"/>
                  </a:lnTo>
                  <a:lnTo>
                    <a:pt x="87" y="38"/>
                  </a:lnTo>
                  <a:lnTo>
                    <a:pt x="87" y="38"/>
                  </a:lnTo>
                  <a:lnTo>
                    <a:pt x="85" y="38"/>
                  </a:lnTo>
                  <a:lnTo>
                    <a:pt x="85" y="38"/>
                  </a:lnTo>
                  <a:lnTo>
                    <a:pt x="83" y="38"/>
                  </a:lnTo>
                  <a:lnTo>
                    <a:pt x="83" y="38"/>
                  </a:lnTo>
                  <a:lnTo>
                    <a:pt x="83" y="38"/>
                  </a:lnTo>
                  <a:lnTo>
                    <a:pt x="80" y="38"/>
                  </a:lnTo>
                  <a:lnTo>
                    <a:pt x="80" y="35"/>
                  </a:lnTo>
                  <a:lnTo>
                    <a:pt x="80" y="35"/>
                  </a:lnTo>
                  <a:lnTo>
                    <a:pt x="80" y="38"/>
                  </a:lnTo>
                  <a:lnTo>
                    <a:pt x="80" y="38"/>
                  </a:lnTo>
                  <a:lnTo>
                    <a:pt x="80" y="38"/>
                  </a:lnTo>
                  <a:lnTo>
                    <a:pt x="80" y="38"/>
                  </a:lnTo>
                  <a:lnTo>
                    <a:pt x="78" y="38"/>
                  </a:lnTo>
                  <a:lnTo>
                    <a:pt x="78" y="38"/>
                  </a:lnTo>
                  <a:lnTo>
                    <a:pt x="78" y="38"/>
                  </a:lnTo>
                  <a:lnTo>
                    <a:pt x="76" y="38"/>
                  </a:lnTo>
                  <a:lnTo>
                    <a:pt x="76" y="38"/>
                  </a:lnTo>
                  <a:lnTo>
                    <a:pt x="76" y="38"/>
                  </a:lnTo>
                  <a:lnTo>
                    <a:pt x="76" y="38"/>
                  </a:lnTo>
                  <a:lnTo>
                    <a:pt x="73" y="38"/>
                  </a:lnTo>
                  <a:lnTo>
                    <a:pt x="73" y="38"/>
                  </a:lnTo>
                  <a:lnTo>
                    <a:pt x="73" y="38"/>
                  </a:lnTo>
                  <a:lnTo>
                    <a:pt x="73" y="38"/>
                  </a:lnTo>
                  <a:lnTo>
                    <a:pt x="71" y="38"/>
                  </a:lnTo>
                  <a:lnTo>
                    <a:pt x="71" y="38"/>
                  </a:lnTo>
                  <a:lnTo>
                    <a:pt x="68" y="38"/>
                  </a:lnTo>
                  <a:lnTo>
                    <a:pt x="68" y="38"/>
                  </a:lnTo>
                  <a:lnTo>
                    <a:pt x="68" y="40"/>
                  </a:lnTo>
                  <a:lnTo>
                    <a:pt x="68" y="40"/>
                  </a:lnTo>
                  <a:lnTo>
                    <a:pt x="68" y="38"/>
                  </a:lnTo>
                  <a:lnTo>
                    <a:pt x="66" y="38"/>
                  </a:lnTo>
                  <a:lnTo>
                    <a:pt x="66" y="38"/>
                  </a:lnTo>
                  <a:lnTo>
                    <a:pt x="66" y="38"/>
                  </a:lnTo>
                  <a:lnTo>
                    <a:pt x="66" y="38"/>
                  </a:lnTo>
                  <a:lnTo>
                    <a:pt x="66" y="35"/>
                  </a:lnTo>
                  <a:lnTo>
                    <a:pt x="64" y="35"/>
                  </a:lnTo>
                  <a:lnTo>
                    <a:pt x="64" y="35"/>
                  </a:lnTo>
                  <a:lnTo>
                    <a:pt x="64" y="38"/>
                  </a:lnTo>
                  <a:lnTo>
                    <a:pt x="61" y="38"/>
                  </a:lnTo>
                  <a:lnTo>
                    <a:pt x="61" y="38"/>
                  </a:lnTo>
                  <a:lnTo>
                    <a:pt x="61" y="38"/>
                  </a:lnTo>
                  <a:lnTo>
                    <a:pt x="61" y="38"/>
                  </a:lnTo>
                  <a:lnTo>
                    <a:pt x="61" y="38"/>
                  </a:lnTo>
                  <a:lnTo>
                    <a:pt x="59" y="38"/>
                  </a:lnTo>
                  <a:lnTo>
                    <a:pt x="59" y="38"/>
                  </a:lnTo>
                  <a:lnTo>
                    <a:pt x="57" y="38"/>
                  </a:lnTo>
                  <a:lnTo>
                    <a:pt x="57" y="38"/>
                  </a:lnTo>
                  <a:lnTo>
                    <a:pt x="57" y="38"/>
                  </a:lnTo>
                  <a:lnTo>
                    <a:pt x="57" y="38"/>
                  </a:lnTo>
                  <a:lnTo>
                    <a:pt x="54" y="38"/>
                  </a:lnTo>
                  <a:lnTo>
                    <a:pt x="54" y="38"/>
                  </a:lnTo>
                  <a:lnTo>
                    <a:pt x="54" y="40"/>
                  </a:lnTo>
                  <a:lnTo>
                    <a:pt x="54" y="40"/>
                  </a:lnTo>
                  <a:lnTo>
                    <a:pt x="52" y="40"/>
                  </a:lnTo>
                  <a:lnTo>
                    <a:pt x="52" y="40"/>
                  </a:lnTo>
                  <a:lnTo>
                    <a:pt x="52" y="38"/>
                  </a:lnTo>
                  <a:lnTo>
                    <a:pt x="49" y="38"/>
                  </a:lnTo>
                  <a:lnTo>
                    <a:pt x="49" y="40"/>
                  </a:lnTo>
                  <a:lnTo>
                    <a:pt x="49" y="40"/>
                  </a:lnTo>
                  <a:lnTo>
                    <a:pt x="49" y="40"/>
                  </a:lnTo>
                  <a:lnTo>
                    <a:pt x="47" y="40"/>
                  </a:lnTo>
                  <a:lnTo>
                    <a:pt x="47" y="38"/>
                  </a:lnTo>
                  <a:lnTo>
                    <a:pt x="47" y="38"/>
                  </a:lnTo>
                  <a:lnTo>
                    <a:pt x="47" y="38"/>
                  </a:lnTo>
                  <a:lnTo>
                    <a:pt x="45" y="38"/>
                  </a:lnTo>
                  <a:lnTo>
                    <a:pt x="45" y="38"/>
                  </a:lnTo>
                  <a:lnTo>
                    <a:pt x="45" y="38"/>
                  </a:lnTo>
                  <a:lnTo>
                    <a:pt x="42" y="38"/>
                  </a:lnTo>
                  <a:lnTo>
                    <a:pt x="42" y="38"/>
                  </a:lnTo>
                  <a:lnTo>
                    <a:pt x="42" y="38"/>
                  </a:lnTo>
                  <a:lnTo>
                    <a:pt x="42" y="38"/>
                  </a:lnTo>
                  <a:lnTo>
                    <a:pt x="40" y="38"/>
                  </a:lnTo>
                  <a:lnTo>
                    <a:pt x="40" y="38"/>
                  </a:lnTo>
                  <a:lnTo>
                    <a:pt x="40" y="38"/>
                  </a:lnTo>
                  <a:lnTo>
                    <a:pt x="38" y="38"/>
                  </a:lnTo>
                  <a:lnTo>
                    <a:pt x="38" y="38"/>
                  </a:lnTo>
                  <a:lnTo>
                    <a:pt x="35" y="38"/>
                  </a:lnTo>
                  <a:lnTo>
                    <a:pt x="35" y="40"/>
                  </a:lnTo>
                  <a:lnTo>
                    <a:pt x="35" y="40"/>
                  </a:lnTo>
                  <a:lnTo>
                    <a:pt x="35" y="40"/>
                  </a:lnTo>
                  <a:lnTo>
                    <a:pt x="35" y="40"/>
                  </a:lnTo>
                  <a:lnTo>
                    <a:pt x="35" y="42"/>
                  </a:lnTo>
                  <a:lnTo>
                    <a:pt x="35" y="42"/>
                  </a:lnTo>
                  <a:lnTo>
                    <a:pt x="33" y="42"/>
                  </a:lnTo>
                  <a:lnTo>
                    <a:pt x="33" y="42"/>
                  </a:lnTo>
                  <a:lnTo>
                    <a:pt x="33" y="42"/>
                  </a:lnTo>
                  <a:lnTo>
                    <a:pt x="33" y="45"/>
                  </a:lnTo>
                  <a:lnTo>
                    <a:pt x="33" y="45"/>
                  </a:lnTo>
                  <a:lnTo>
                    <a:pt x="33" y="47"/>
                  </a:lnTo>
                  <a:lnTo>
                    <a:pt x="33" y="47"/>
                  </a:lnTo>
                  <a:lnTo>
                    <a:pt x="33" y="47"/>
                  </a:lnTo>
                  <a:lnTo>
                    <a:pt x="33" y="50"/>
                  </a:lnTo>
                  <a:lnTo>
                    <a:pt x="33" y="50"/>
                  </a:lnTo>
                  <a:lnTo>
                    <a:pt x="33" y="52"/>
                  </a:lnTo>
                  <a:lnTo>
                    <a:pt x="31" y="52"/>
                  </a:lnTo>
                  <a:lnTo>
                    <a:pt x="31" y="52"/>
                  </a:lnTo>
                  <a:lnTo>
                    <a:pt x="31" y="52"/>
                  </a:lnTo>
                  <a:lnTo>
                    <a:pt x="31" y="52"/>
                  </a:lnTo>
                  <a:lnTo>
                    <a:pt x="31" y="54"/>
                  </a:lnTo>
                  <a:lnTo>
                    <a:pt x="31" y="54"/>
                  </a:lnTo>
                  <a:lnTo>
                    <a:pt x="31" y="57"/>
                  </a:lnTo>
                  <a:lnTo>
                    <a:pt x="31" y="57"/>
                  </a:lnTo>
                  <a:lnTo>
                    <a:pt x="31" y="59"/>
                  </a:lnTo>
                  <a:lnTo>
                    <a:pt x="31" y="59"/>
                  </a:lnTo>
                  <a:lnTo>
                    <a:pt x="31" y="59"/>
                  </a:lnTo>
                  <a:lnTo>
                    <a:pt x="31" y="61"/>
                  </a:lnTo>
                  <a:lnTo>
                    <a:pt x="31" y="61"/>
                  </a:lnTo>
                  <a:lnTo>
                    <a:pt x="31" y="61"/>
                  </a:lnTo>
                  <a:lnTo>
                    <a:pt x="31" y="64"/>
                  </a:lnTo>
                  <a:lnTo>
                    <a:pt x="31" y="64"/>
                  </a:lnTo>
                  <a:lnTo>
                    <a:pt x="31" y="66"/>
                  </a:lnTo>
                  <a:lnTo>
                    <a:pt x="33" y="66"/>
                  </a:lnTo>
                  <a:lnTo>
                    <a:pt x="33" y="66"/>
                  </a:lnTo>
                  <a:lnTo>
                    <a:pt x="33" y="68"/>
                  </a:lnTo>
                  <a:lnTo>
                    <a:pt x="33" y="68"/>
                  </a:lnTo>
                  <a:lnTo>
                    <a:pt x="33" y="68"/>
                  </a:lnTo>
                  <a:lnTo>
                    <a:pt x="33" y="68"/>
                  </a:lnTo>
                  <a:lnTo>
                    <a:pt x="33" y="71"/>
                  </a:lnTo>
                  <a:lnTo>
                    <a:pt x="35" y="71"/>
                  </a:lnTo>
                  <a:lnTo>
                    <a:pt x="35" y="71"/>
                  </a:lnTo>
                  <a:lnTo>
                    <a:pt x="35" y="71"/>
                  </a:lnTo>
                  <a:lnTo>
                    <a:pt x="35" y="71"/>
                  </a:lnTo>
                  <a:lnTo>
                    <a:pt x="35" y="71"/>
                  </a:lnTo>
                  <a:lnTo>
                    <a:pt x="38" y="71"/>
                  </a:lnTo>
                  <a:lnTo>
                    <a:pt x="38" y="71"/>
                  </a:lnTo>
                  <a:lnTo>
                    <a:pt x="40" y="71"/>
                  </a:lnTo>
                  <a:lnTo>
                    <a:pt x="40" y="73"/>
                  </a:lnTo>
                  <a:lnTo>
                    <a:pt x="40" y="73"/>
                  </a:lnTo>
                  <a:lnTo>
                    <a:pt x="40" y="73"/>
                  </a:lnTo>
                  <a:lnTo>
                    <a:pt x="40" y="73"/>
                  </a:lnTo>
                  <a:lnTo>
                    <a:pt x="40" y="76"/>
                  </a:lnTo>
                  <a:lnTo>
                    <a:pt x="42" y="76"/>
                  </a:lnTo>
                  <a:lnTo>
                    <a:pt x="42" y="76"/>
                  </a:lnTo>
                  <a:lnTo>
                    <a:pt x="42" y="76"/>
                  </a:lnTo>
                  <a:lnTo>
                    <a:pt x="42" y="78"/>
                  </a:lnTo>
                  <a:lnTo>
                    <a:pt x="42" y="78"/>
                  </a:lnTo>
                  <a:lnTo>
                    <a:pt x="42" y="80"/>
                  </a:lnTo>
                  <a:lnTo>
                    <a:pt x="42" y="80"/>
                  </a:lnTo>
                  <a:lnTo>
                    <a:pt x="42" y="80"/>
                  </a:lnTo>
                  <a:lnTo>
                    <a:pt x="42" y="80"/>
                  </a:lnTo>
                  <a:lnTo>
                    <a:pt x="42" y="83"/>
                  </a:lnTo>
                  <a:lnTo>
                    <a:pt x="42" y="83"/>
                  </a:lnTo>
                  <a:lnTo>
                    <a:pt x="42" y="83"/>
                  </a:lnTo>
                  <a:lnTo>
                    <a:pt x="42" y="83"/>
                  </a:lnTo>
                  <a:lnTo>
                    <a:pt x="45" y="83"/>
                  </a:lnTo>
                  <a:lnTo>
                    <a:pt x="45" y="83"/>
                  </a:lnTo>
                  <a:lnTo>
                    <a:pt x="45" y="83"/>
                  </a:lnTo>
                  <a:lnTo>
                    <a:pt x="47" y="83"/>
                  </a:lnTo>
                  <a:lnTo>
                    <a:pt x="47" y="83"/>
                  </a:lnTo>
                  <a:lnTo>
                    <a:pt x="47" y="83"/>
                  </a:lnTo>
                  <a:lnTo>
                    <a:pt x="47" y="83"/>
                  </a:lnTo>
                  <a:lnTo>
                    <a:pt x="49" y="83"/>
                  </a:lnTo>
                  <a:lnTo>
                    <a:pt x="49" y="83"/>
                  </a:lnTo>
                  <a:lnTo>
                    <a:pt x="49" y="83"/>
                  </a:lnTo>
                  <a:lnTo>
                    <a:pt x="49" y="85"/>
                  </a:lnTo>
                  <a:lnTo>
                    <a:pt x="52" y="85"/>
                  </a:lnTo>
                  <a:lnTo>
                    <a:pt x="52" y="85"/>
                  </a:lnTo>
                  <a:lnTo>
                    <a:pt x="52" y="83"/>
                  </a:lnTo>
                  <a:lnTo>
                    <a:pt x="54" y="83"/>
                  </a:lnTo>
                  <a:lnTo>
                    <a:pt x="54" y="83"/>
                  </a:lnTo>
                  <a:lnTo>
                    <a:pt x="54" y="83"/>
                  </a:lnTo>
                  <a:lnTo>
                    <a:pt x="54" y="83"/>
                  </a:lnTo>
                  <a:lnTo>
                    <a:pt x="54" y="80"/>
                  </a:lnTo>
                  <a:lnTo>
                    <a:pt x="54" y="80"/>
                  </a:lnTo>
                  <a:lnTo>
                    <a:pt x="54" y="80"/>
                  </a:lnTo>
                  <a:lnTo>
                    <a:pt x="54" y="78"/>
                  </a:lnTo>
                  <a:lnTo>
                    <a:pt x="57" y="78"/>
                  </a:lnTo>
                  <a:lnTo>
                    <a:pt x="57" y="78"/>
                  </a:lnTo>
                  <a:lnTo>
                    <a:pt x="57" y="76"/>
                  </a:lnTo>
                  <a:lnTo>
                    <a:pt x="57" y="76"/>
                  </a:lnTo>
                  <a:lnTo>
                    <a:pt x="57" y="76"/>
                  </a:lnTo>
                  <a:lnTo>
                    <a:pt x="57" y="76"/>
                  </a:lnTo>
                  <a:lnTo>
                    <a:pt x="57" y="73"/>
                  </a:lnTo>
                  <a:lnTo>
                    <a:pt x="59" y="73"/>
                  </a:lnTo>
                  <a:lnTo>
                    <a:pt x="59" y="73"/>
                  </a:lnTo>
                  <a:lnTo>
                    <a:pt x="59" y="73"/>
                  </a:lnTo>
                  <a:lnTo>
                    <a:pt x="59" y="71"/>
                  </a:lnTo>
                  <a:lnTo>
                    <a:pt x="61" y="71"/>
                  </a:lnTo>
                  <a:lnTo>
                    <a:pt x="61" y="71"/>
                  </a:lnTo>
                  <a:lnTo>
                    <a:pt x="61" y="71"/>
                  </a:lnTo>
                  <a:lnTo>
                    <a:pt x="61" y="71"/>
                  </a:lnTo>
                  <a:lnTo>
                    <a:pt x="61" y="71"/>
                  </a:lnTo>
                  <a:lnTo>
                    <a:pt x="64" y="71"/>
                  </a:lnTo>
                  <a:lnTo>
                    <a:pt x="64" y="68"/>
                  </a:lnTo>
                  <a:lnTo>
                    <a:pt x="64" y="68"/>
                  </a:lnTo>
                  <a:lnTo>
                    <a:pt x="66" y="68"/>
                  </a:lnTo>
                  <a:lnTo>
                    <a:pt x="66" y="71"/>
                  </a:lnTo>
                  <a:lnTo>
                    <a:pt x="66" y="71"/>
                  </a:lnTo>
                  <a:lnTo>
                    <a:pt x="66" y="71"/>
                  </a:lnTo>
                  <a:lnTo>
                    <a:pt x="66" y="71"/>
                  </a:lnTo>
                  <a:lnTo>
                    <a:pt x="66" y="71"/>
                  </a:lnTo>
                  <a:lnTo>
                    <a:pt x="66" y="71"/>
                  </a:lnTo>
                  <a:lnTo>
                    <a:pt x="66" y="71"/>
                  </a:lnTo>
                  <a:lnTo>
                    <a:pt x="66" y="73"/>
                  </a:lnTo>
                  <a:lnTo>
                    <a:pt x="68" y="73"/>
                  </a:lnTo>
                  <a:lnTo>
                    <a:pt x="68" y="71"/>
                  </a:lnTo>
                  <a:lnTo>
                    <a:pt x="68" y="71"/>
                  </a:lnTo>
                  <a:lnTo>
                    <a:pt x="68" y="73"/>
                  </a:lnTo>
                  <a:lnTo>
                    <a:pt x="68" y="73"/>
                  </a:lnTo>
                  <a:lnTo>
                    <a:pt x="71" y="73"/>
                  </a:lnTo>
                  <a:lnTo>
                    <a:pt x="71" y="73"/>
                  </a:lnTo>
                  <a:lnTo>
                    <a:pt x="71" y="71"/>
                  </a:lnTo>
                  <a:lnTo>
                    <a:pt x="73" y="71"/>
                  </a:lnTo>
                  <a:lnTo>
                    <a:pt x="73" y="71"/>
                  </a:lnTo>
                  <a:lnTo>
                    <a:pt x="73" y="71"/>
                  </a:lnTo>
                  <a:lnTo>
                    <a:pt x="76" y="71"/>
                  </a:lnTo>
                  <a:lnTo>
                    <a:pt x="76" y="71"/>
                  </a:lnTo>
                  <a:lnTo>
                    <a:pt x="76" y="71"/>
                  </a:lnTo>
                  <a:lnTo>
                    <a:pt x="76" y="68"/>
                  </a:lnTo>
                  <a:lnTo>
                    <a:pt x="76" y="68"/>
                  </a:lnTo>
                  <a:lnTo>
                    <a:pt x="76" y="68"/>
                  </a:lnTo>
                  <a:lnTo>
                    <a:pt x="76" y="68"/>
                  </a:lnTo>
                  <a:lnTo>
                    <a:pt x="78" y="68"/>
                  </a:lnTo>
                  <a:lnTo>
                    <a:pt x="78" y="68"/>
                  </a:lnTo>
                  <a:lnTo>
                    <a:pt x="80" y="68"/>
                  </a:lnTo>
                  <a:lnTo>
                    <a:pt x="80" y="68"/>
                  </a:lnTo>
                  <a:lnTo>
                    <a:pt x="80" y="68"/>
                  </a:lnTo>
                  <a:lnTo>
                    <a:pt x="83" y="68"/>
                  </a:lnTo>
                  <a:lnTo>
                    <a:pt x="83" y="68"/>
                  </a:lnTo>
                  <a:lnTo>
                    <a:pt x="83" y="68"/>
                  </a:lnTo>
                  <a:lnTo>
                    <a:pt x="85" y="68"/>
                  </a:lnTo>
                  <a:lnTo>
                    <a:pt x="85" y="66"/>
                  </a:lnTo>
                  <a:lnTo>
                    <a:pt x="85" y="66"/>
                  </a:lnTo>
                  <a:lnTo>
                    <a:pt x="87" y="66"/>
                  </a:lnTo>
                  <a:lnTo>
                    <a:pt x="87" y="66"/>
                  </a:lnTo>
                  <a:lnTo>
                    <a:pt x="87" y="66"/>
                  </a:lnTo>
                  <a:lnTo>
                    <a:pt x="87" y="64"/>
                  </a:lnTo>
                  <a:lnTo>
                    <a:pt x="87" y="64"/>
                  </a:lnTo>
                  <a:lnTo>
                    <a:pt x="90" y="64"/>
                  </a:lnTo>
                  <a:lnTo>
                    <a:pt x="90" y="64"/>
                  </a:lnTo>
                  <a:lnTo>
                    <a:pt x="90" y="64"/>
                  </a:lnTo>
                  <a:lnTo>
                    <a:pt x="90" y="64"/>
                  </a:lnTo>
                  <a:lnTo>
                    <a:pt x="92" y="64"/>
                  </a:lnTo>
                  <a:lnTo>
                    <a:pt x="92" y="64"/>
                  </a:lnTo>
                  <a:lnTo>
                    <a:pt x="94" y="64"/>
                  </a:lnTo>
                  <a:lnTo>
                    <a:pt x="94" y="64"/>
                  </a:lnTo>
                  <a:lnTo>
                    <a:pt x="94" y="61"/>
                  </a:lnTo>
                  <a:lnTo>
                    <a:pt x="94" y="61"/>
                  </a:lnTo>
                  <a:lnTo>
                    <a:pt x="94" y="61"/>
                  </a:lnTo>
                  <a:lnTo>
                    <a:pt x="97" y="61"/>
                  </a:lnTo>
                  <a:lnTo>
                    <a:pt x="97" y="61"/>
                  </a:lnTo>
                  <a:lnTo>
                    <a:pt x="97" y="61"/>
                  </a:lnTo>
                  <a:lnTo>
                    <a:pt x="97" y="61"/>
                  </a:lnTo>
                  <a:lnTo>
                    <a:pt x="99" y="61"/>
                  </a:lnTo>
                  <a:lnTo>
                    <a:pt x="99" y="64"/>
                  </a:lnTo>
                  <a:lnTo>
                    <a:pt x="99" y="64"/>
                  </a:lnTo>
                  <a:lnTo>
                    <a:pt x="102" y="64"/>
                  </a:lnTo>
                  <a:lnTo>
                    <a:pt x="102" y="64"/>
                  </a:lnTo>
                  <a:lnTo>
                    <a:pt x="102" y="64"/>
                  </a:lnTo>
                  <a:lnTo>
                    <a:pt x="102" y="64"/>
                  </a:lnTo>
                  <a:lnTo>
                    <a:pt x="102" y="66"/>
                  </a:lnTo>
                  <a:lnTo>
                    <a:pt x="102" y="66"/>
                  </a:lnTo>
                  <a:lnTo>
                    <a:pt x="104" y="66"/>
                  </a:lnTo>
                  <a:lnTo>
                    <a:pt x="104" y="68"/>
                  </a:lnTo>
                  <a:lnTo>
                    <a:pt x="104" y="68"/>
                  </a:lnTo>
                  <a:lnTo>
                    <a:pt x="104" y="71"/>
                  </a:lnTo>
                  <a:lnTo>
                    <a:pt x="104" y="71"/>
                  </a:lnTo>
                  <a:lnTo>
                    <a:pt x="102" y="71"/>
                  </a:lnTo>
                  <a:lnTo>
                    <a:pt x="102" y="71"/>
                  </a:lnTo>
                  <a:lnTo>
                    <a:pt x="102" y="73"/>
                  </a:lnTo>
                  <a:lnTo>
                    <a:pt x="102" y="73"/>
                  </a:lnTo>
                  <a:lnTo>
                    <a:pt x="102" y="73"/>
                  </a:lnTo>
                  <a:lnTo>
                    <a:pt x="102" y="76"/>
                  </a:lnTo>
                  <a:lnTo>
                    <a:pt x="102" y="76"/>
                  </a:lnTo>
                  <a:lnTo>
                    <a:pt x="102" y="76"/>
                  </a:lnTo>
                  <a:lnTo>
                    <a:pt x="99" y="76"/>
                  </a:lnTo>
                  <a:lnTo>
                    <a:pt x="99" y="76"/>
                  </a:lnTo>
                  <a:lnTo>
                    <a:pt x="99" y="76"/>
                  </a:lnTo>
                  <a:lnTo>
                    <a:pt x="97" y="76"/>
                  </a:lnTo>
                  <a:lnTo>
                    <a:pt x="97" y="76"/>
                  </a:lnTo>
                  <a:lnTo>
                    <a:pt x="97" y="73"/>
                  </a:lnTo>
                  <a:lnTo>
                    <a:pt x="97" y="73"/>
                  </a:lnTo>
                  <a:lnTo>
                    <a:pt x="97" y="73"/>
                  </a:lnTo>
                  <a:lnTo>
                    <a:pt x="97" y="71"/>
                  </a:lnTo>
                  <a:lnTo>
                    <a:pt x="97" y="71"/>
                  </a:lnTo>
                  <a:lnTo>
                    <a:pt x="94" y="71"/>
                  </a:lnTo>
                  <a:lnTo>
                    <a:pt x="94" y="71"/>
                  </a:lnTo>
                  <a:lnTo>
                    <a:pt x="94" y="71"/>
                  </a:lnTo>
                  <a:lnTo>
                    <a:pt x="94" y="71"/>
                  </a:lnTo>
                  <a:lnTo>
                    <a:pt x="92" y="71"/>
                  </a:lnTo>
                  <a:lnTo>
                    <a:pt x="92" y="73"/>
                  </a:lnTo>
                  <a:lnTo>
                    <a:pt x="92" y="73"/>
                  </a:lnTo>
                  <a:lnTo>
                    <a:pt x="90" y="73"/>
                  </a:lnTo>
                  <a:lnTo>
                    <a:pt x="90" y="73"/>
                  </a:lnTo>
                  <a:lnTo>
                    <a:pt x="90" y="73"/>
                  </a:lnTo>
                  <a:lnTo>
                    <a:pt x="90" y="76"/>
                  </a:lnTo>
                  <a:lnTo>
                    <a:pt x="90" y="76"/>
                  </a:lnTo>
                  <a:lnTo>
                    <a:pt x="90" y="76"/>
                  </a:lnTo>
                  <a:lnTo>
                    <a:pt x="87" y="76"/>
                  </a:lnTo>
                  <a:lnTo>
                    <a:pt x="87" y="78"/>
                  </a:lnTo>
                  <a:lnTo>
                    <a:pt x="87" y="78"/>
                  </a:lnTo>
                  <a:lnTo>
                    <a:pt x="87" y="78"/>
                  </a:lnTo>
                  <a:lnTo>
                    <a:pt x="87" y="78"/>
                  </a:lnTo>
                  <a:lnTo>
                    <a:pt x="87" y="80"/>
                  </a:lnTo>
                  <a:lnTo>
                    <a:pt x="87" y="80"/>
                  </a:lnTo>
                  <a:lnTo>
                    <a:pt x="85" y="80"/>
                  </a:lnTo>
                  <a:lnTo>
                    <a:pt x="85" y="83"/>
                  </a:lnTo>
                  <a:lnTo>
                    <a:pt x="85" y="83"/>
                  </a:lnTo>
                  <a:lnTo>
                    <a:pt x="85" y="83"/>
                  </a:lnTo>
                  <a:lnTo>
                    <a:pt x="83" y="83"/>
                  </a:lnTo>
                  <a:lnTo>
                    <a:pt x="83" y="83"/>
                  </a:lnTo>
                  <a:lnTo>
                    <a:pt x="83" y="83"/>
                  </a:lnTo>
                  <a:lnTo>
                    <a:pt x="83" y="85"/>
                  </a:lnTo>
                  <a:lnTo>
                    <a:pt x="83" y="85"/>
                  </a:lnTo>
                  <a:lnTo>
                    <a:pt x="83" y="85"/>
                  </a:lnTo>
                  <a:lnTo>
                    <a:pt x="80" y="85"/>
                  </a:lnTo>
                  <a:lnTo>
                    <a:pt x="80" y="87"/>
                  </a:lnTo>
                  <a:lnTo>
                    <a:pt x="80" y="87"/>
                  </a:lnTo>
                  <a:lnTo>
                    <a:pt x="80" y="87"/>
                  </a:lnTo>
                  <a:lnTo>
                    <a:pt x="80" y="87"/>
                  </a:lnTo>
                  <a:lnTo>
                    <a:pt x="78" y="87"/>
                  </a:lnTo>
                  <a:lnTo>
                    <a:pt x="78" y="90"/>
                  </a:lnTo>
                  <a:lnTo>
                    <a:pt x="78" y="90"/>
                  </a:lnTo>
                  <a:lnTo>
                    <a:pt x="78" y="90"/>
                  </a:lnTo>
                  <a:lnTo>
                    <a:pt x="76" y="90"/>
                  </a:lnTo>
                  <a:lnTo>
                    <a:pt x="76" y="92"/>
                  </a:lnTo>
                  <a:lnTo>
                    <a:pt x="76" y="92"/>
                  </a:lnTo>
                  <a:lnTo>
                    <a:pt x="76" y="92"/>
                  </a:lnTo>
                  <a:lnTo>
                    <a:pt x="76" y="92"/>
                  </a:lnTo>
                  <a:lnTo>
                    <a:pt x="76" y="92"/>
                  </a:lnTo>
                  <a:lnTo>
                    <a:pt x="76" y="95"/>
                  </a:lnTo>
                  <a:lnTo>
                    <a:pt x="73" y="95"/>
                  </a:lnTo>
                  <a:lnTo>
                    <a:pt x="73" y="95"/>
                  </a:lnTo>
                  <a:lnTo>
                    <a:pt x="73" y="95"/>
                  </a:lnTo>
                  <a:lnTo>
                    <a:pt x="73" y="95"/>
                  </a:lnTo>
                  <a:lnTo>
                    <a:pt x="73" y="97"/>
                  </a:lnTo>
                  <a:lnTo>
                    <a:pt x="71" y="9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1" name="Freeform 219"/>
            <p:cNvSpPr>
              <a:spLocks/>
            </p:cNvSpPr>
            <p:nvPr/>
          </p:nvSpPr>
          <p:spPr bwMode="auto">
            <a:xfrm>
              <a:off x="5362575" y="4295775"/>
              <a:ext cx="228600" cy="311150"/>
            </a:xfrm>
            <a:custGeom>
              <a:avLst/>
              <a:gdLst/>
              <a:ahLst/>
              <a:cxnLst>
                <a:cxn ang="0">
                  <a:pos x="68" y="95"/>
                </a:cxn>
                <a:cxn ang="0">
                  <a:pos x="68" y="106"/>
                </a:cxn>
                <a:cxn ang="0">
                  <a:pos x="80" y="121"/>
                </a:cxn>
                <a:cxn ang="0">
                  <a:pos x="80" y="135"/>
                </a:cxn>
                <a:cxn ang="0">
                  <a:pos x="83" y="147"/>
                </a:cxn>
                <a:cxn ang="0">
                  <a:pos x="90" y="151"/>
                </a:cxn>
                <a:cxn ang="0">
                  <a:pos x="97" y="159"/>
                </a:cxn>
                <a:cxn ang="0">
                  <a:pos x="94" y="161"/>
                </a:cxn>
                <a:cxn ang="0">
                  <a:pos x="94" y="173"/>
                </a:cxn>
                <a:cxn ang="0">
                  <a:pos x="94" y="187"/>
                </a:cxn>
                <a:cxn ang="0">
                  <a:pos x="85" y="194"/>
                </a:cxn>
                <a:cxn ang="0">
                  <a:pos x="78" y="180"/>
                </a:cxn>
                <a:cxn ang="0">
                  <a:pos x="71" y="175"/>
                </a:cxn>
                <a:cxn ang="0">
                  <a:pos x="61" y="163"/>
                </a:cxn>
                <a:cxn ang="0">
                  <a:pos x="57" y="151"/>
                </a:cxn>
                <a:cxn ang="0">
                  <a:pos x="47" y="135"/>
                </a:cxn>
                <a:cxn ang="0">
                  <a:pos x="52" y="118"/>
                </a:cxn>
                <a:cxn ang="0">
                  <a:pos x="35" y="123"/>
                </a:cxn>
                <a:cxn ang="0">
                  <a:pos x="40" y="142"/>
                </a:cxn>
                <a:cxn ang="0">
                  <a:pos x="38" y="163"/>
                </a:cxn>
                <a:cxn ang="0">
                  <a:pos x="38" y="185"/>
                </a:cxn>
                <a:cxn ang="0">
                  <a:pos x="31" y="192"/>
                </a:cxn>
                <a:cxn ang="0">
                  <a:pos x="16" y="189"/>
                </a:cxn>
                <a:cxn ang="0">
                  <a:pos x="16" y="180"/>
                </a:cxn>
                <a:cxn ang="0">
                  <a:pos x="9" y="170"/>
                </a:cxn>
                <a:cxn ang="0">
                  <a:pos x="9" y="168"/>
                </a:cxn>
                <a:cxn ang="0">
                  <a:pos x="16" y="161"/>
                </a:cxn>
                <a:cxn ang="0">
                  <a:pos x="16" y="144"/>
                </a:cxn>
                <a:cxn ang="0">
                  <a:pos x="7" y="140"/>
                </a:cxn>
                <a:cxn ang="0">
                  <a:pos x="5" y="121"/>
                </a:cxn>
                <a:cxn ang="0">
                  <a:pos x="7" y="114"/>
                </a:cxn>
                <a:cxn ang="0">
                  <a:pos x="14" y="97"/>
                </a:cxn>
                <a:cxn ang="0">
                  <a:pos x="16" y="76"/>
                </a:cxn>
                <a:cxn ang="0">
                  <a:pos x="23" y="59"/>
                </a:cxn>
                <a:cxn ang="0">
                  <a:pos x="26" y="50"/>
                </a:cxn>
                <a:cxn ang="0">
                  <a:pos x="28" y="35"/>
                </a:cxn>
                <a:cxn ang="0">
                  <a:pos x="38" y="21"/>
                </a:cxn>
                <a:cxn ang="0">
                  <a:pos x="42" y="23"/>
                </a:cxn>
                <a:cxn ang="0">
                  <a:pos x="54" y="14"/>
                </a:cxn>
                <a:cxn ang="0">
                  <a:pos x="66" y="21"/>
                </a:cxn>
                <a:cxn ang="0">
                  <a:pos x="80" y="21"/>
                </a:cxn>
                <a:cxn ang="0">
                  <a:pos x="94" y="23"/>
                </a:cxn>
                <a:cxn ang="0">
                  <a:pos x="113" y="26"/>
                </a:cxn>
                <a:cxn ang="0">
                  <a:pos x="125" y="14"/>
                </a:cxn>
                <a:cxn ang="0">
                  <a:pos x="132" y="2"/>
                </a:cxn>
                <a:cxn ang="0">
                  <a:pos x="139" y="5"/>
                </a:cxn>
                <a:cxn ang="0">
                  <a:pos x="137" y="19"/>
                </a:cxn>
                <a:cxn ang="0">
                  <a:pos x="128" y="33"/>
                </a:cxn>
                <a:cxn ang="0">
                  <a:pos x="111" y="42"/>
                </a:cxn>
                <a:cxn ang="0">
                  <a:pos x="92" y="38"/>
                </a:cxn>
                <a:cxn ang="0">
                  <a:pos x="73" y="38"/>
                </a:cxn>
                <a:cxn ang="0">
                  <a:pos x="57" y="38"/>
                </a:cxn>
                <a:cxn ang="0">
                  <a:pos x="40" y="38"/>
                </a:cxn>
                <a:cxn ang="0">
                  <a:pos x="31" y="52"/>
                </a:cxn>
                <a:cxn ang="0">
                  <a:pos x="38" y="71"/>
                </a:cxn>
                <a:cxn ang="0">
                  <a:pos x="47" y="83"/>
                </a:cxn>
                <a:cxn ang="0">
                  <a:pos x="59" y="73"/>
                </a:cxn>
                <a:cxn ang="0">
                  <a:pos x="71" y="71"/>
                </a:cxn>
                <a:cxn ang="0">
                  <a:pos x="87" y="64"/>
                </a:cxn>
                <a:cxn ang="0">
                  <a:pos x="104" y="68"/>
                </a:cxn>
                <a:cxn ang="0">
                  <a:pos x="92" y="71"/>
                </a:cxn>
                <a:cxn ang="0">
                  <a:pos x="80" y="85"/>
                </a:cxn>
              </a:cxnLst>
              <a:rect l="0" t="0" r="r" b="b"/>
              <a:pathLst>
                <a:path w="144" h="196">
                  <a:moveTo>
                    <a:pt x="71" y="97"/>
                  </a:moveTo>
                  <a:lnTo>
                    <a:pt x="71" y="95"/>
                  </a:lnTo>
                  <a:lnTo>
                    <a:pt x="71" y="95"/>
                  </a:lnTo>
                  <a:lnTo>
                    <a:pt x="73" y="95"/>
                  </a:lnTo>
                  <a:lnTo>
                    <a:pt x="73" y="95"/>
                  </a:lnTo>
                  <a:lnTo>
                    <a:pt x="73" y="92"/>
                  </a:lnTo>
                  <a:lnTo>
                    <a:pt x="73" y="92"/>
                  </a:lnTo>
                  <a:lnTo>
                    <a:pt x="73" y="92"/>
                  </a:lnTo>
                  <a:lnTo>
                    <a:pt x="76" y="92"/>
                  </a:lnTo>
                  <a:lnTo>
                    <a:pt x="76" y="92"/>
                  </a:lnTo>
                  <a:lnTo>
                    <a:pt x="76" y="92"/>
                  </a:lnTo>
                  <a:lnTo>
                    <a:pt x="76" y="90"/>
                  </a:lnTo>
                  <a:lnTo>
                    <a:pt x="76" y="90"/>
                  </a:lnTo>
                  <a:lnTo>
                    <a:pt x="73" y="90"/>
                  </a:lnTo>
                  <a:lnTo>
                    <a:pt x="73" y="90"/>
                  </a:lnTo>
                  <a:lnTo>
                    <a:pt x="73" y="92"/>
                  </a:lnTo>
                  <a:lnTo>
                    <a:pt x="73" y="92"/>
                  </a:lnTo>
                  <a:lnTo>
                    <a:pt x="73" y="92"/>
                  </a:lnTo>
                  <a:lnTo>
                    <a:pt x="71" y="92"/>
                  </a:lnTo>
                  <a:lnTo>
                    <a:pt x="71" y="92"/>
                  </a:lnTo>
                  <a:lnTo>
                    <a:pt x="68" y="92"/>
                  </a:lnTo>
                  <a:lnTo>
                    <a:pt x="68" y="92"/>
                  </a:lnTo>
                  <a:lnTo>
                    <a:pt x="68" y="92"/>
                  </a:lnTo>
                  <a:lnTo>
                    <a:pt x="68" y="95"/>
                  </a:lnTo>
                  <a:lnTo>
                    <a:pt x="68" y="95"/>
                  </a:lnTo>
                  <a:lnTo>
                    <a:pt x="68" y="95"/>
                  </a:lnTo>
                  <a:lnTo>
                    <a:pt x="68" y="97"/>
                  </a:lnTo>
                  <a:lnTo>
                    <a:pt x="68" y="97"/>
                  </a:lnTo>
                  <a:lnTo>
                    <a:pt x="66" y="97"/>
                  </a:lnTo>
                  <a:lnTo>
                    <a:pt x="66" y="99"/>
                  </a:lnTo>
                  <a:lnTo>
                    <a:pt x="66" y="99"/>
                  </a:lnTo>
                  <a:lnTo>
                    <a:pt x="66" y="99"/>
                  </a:lnTo>
                  <a:lnTo>
                    <a:pt x="64" y="99"/>
                  </a:lnTo>
                  <a:lnTo>
                    <a:pt x="64" y="99"/>
                  </a:lnTo>
                  <a:lnTo>
                    <a:pt x="61" y="99"/>
                  </a:lnTo>
                  <a:lnTo>
                    <a:pt x="61" y="99"/>
                  </a:lnTo>
                  <a:lnTo>
                    <a:pt x="61" y="99"/>
                  </a:lnTo>
                  <a:lnTo>
                    <a:pt x="61" y="102"/>
                  </a:lnTo>
                  <a:lnTo>
                    <a:pt x="61" y="102"/>
                  </a:lnTo>
                  <a:lnTo>
                    <a:pt x="61" y="102"/>
                  </a:lnTo>
                  <a:lnTo>
                    <a:pt x="61" y="102"/>
                  </a:lnTo>
                  <a:lnTo>
                    <a:pt x="64" y="102"/>
                  </a:lnTo>
                  <a:lnTo>
                    <a:pt x="64" y="104"/>
                  </a:lnTo>
                  <a:lnTo>
                    <a:pt x="64" y="104"/>
                  </a:lnTo>
                  <a:lnTo>
                    <a:pt x="66" y="104"/>
                  </a:lnTo>
                  <a:lnTo>
                    <a:pt x="66" y="104"/>
                  </a:lnTo>
                  <a:lnTo>
                    <a:pt x="66" y="104"/>
                  </a:lnTo>
                  <a:lnTo>
                    <a:pt x="66" y="104"/>
                  </a:lnTo>
                  <a:lnTo>
                    <a:pt x="68" y="104"/>
                  </a:lnTo>
                  <a:lnTo>
                    <a:pt x="68" y="106"/>
                  </a:lnTo>
                  <a:lnTo>
                    <a:pt x="68" y="106"/>
                  </a:lnTo>
                  <a:lnTo>
                    <a:pt x="68" y="106"/>
                  </a:lnTo>
                  <a:lnTo>
                    <a:pt x="68" y="106"/>
                  </a:lnTo>
                  <a:lnTo>
                    <a:pt x="68" y="109"/>
                  </a:lnTo>
                  <a:lnTo>
                    <a:pt x="68" y="109"/>
                  </a:lnTo>
                  <a:lnTo>
                    <a:pt x="71" y="109"/>
                  </a:lnTo>
                  <a:lnTo>
                    <a:pt x="71" y="111"/>
                  </a:lnTo>
                  <a:lnTo>
                    <a:pt x="71" y="111"/>
                  </a:lnTo>
                  <a:lnTo>
                    <a:pt x="71" y="111"/>
                  </a:lnTo>
                  <a:lnTo>
                    <a:pt x="71" y="111"/>
                  </a:lnTo>
                  <a:lnTo>
                    <a:pt x="73" y="111"/>
                  </a:lnTo>
                  <a:lnTo>
                    <a:pt x="73" y="114"/>
                  </a:lnTo>
                  <a:lnTo>
                    <a:pt x="73" y="114"/>
                  </a:lnTo>
                  <a:lnTo>
                    <a:pt x="73" y="114"/>
                  </a:lnTo>
                  <a:lnTo>
                    <a:pt x="73" y="116"/>
                  </a:lnTo>
                  <a:lnTo>
                    <a:pt x="73" y="116"/>
                  </a:lnTo>
                  <a:lnTo>
                    <a:pt x="73" y="118"/>
                  </a:lnTo>
                  <a:lnTo>
                    <a:pt x="73" y="118"/>
                  </a:lnTo>
                  <a:lnTo>
                    <a:pt x="73" y="118"/>
                  </a:lnTo>
                  <a:lnTo>
                    <a:pt x="76" y="118"/>
                  </a:lnTo>
                  <a:lnTo>
                    <a:pt x="76" y="118"/>
                  </a:lnTo>
                  <a:lnTo>
                    <a:pt x="76" y="121"/>
                  </a:lnTo>
                  <a:lnTo>
                    <a:pt x="76" y="121"/>
                  </a:lnTo>
                  <a:lnTo>
                    <a:pt x="76" y="121"/>
                  </a:lnTo>
                  <a:lnTo>
                    <a:pt x="76" y="121"/>
                  </a:lnTo>
                  <a:lnTo>
                    <a:pt x="78" y="121"/>
                  </a:lnTo>
                  <a:lnTo>
                    <a:pt x="78" y="121"/>
                  </a:lnTo>
                  <a:lnTo>
                    <a:pt x="80" y="121"/>
                  </a:lnTo>
                  <a:lnTo>
                    <a:pt x="80" y="123"/>
                  </a:lnTo>
                  <a:lnTo>
                    <a:pt x="80" y="123"/>
                  </a:lnTo>
                  <a:lnTo>
                    <a:pt x="80" y="123"/>
                  </a:lnTo>
                  <a:lnTo>
                    <a:pt x="80" y="125"/>
                  </a:lnTo>
                  <a:lnTo>
                    <a:pt x="80" y="125"/>
                  </a:lnTo>
                  <a:lnTo>
                    <a:pt x="83" y="125"/>
                  </a:lnTo>
                  <a:lnTo>
                    <a:pt x="83" y="125"/>
                  </a:lnTo>
                  <a:lnTo>
                    <a:pt x="83" y="125"/>
                  </a:lnTo>
                  <a:lnTo>
                    <a:pt x="83" y="125"/>
                  </a:lnTo>
                  <a:lnTo>
                    <a:pt x="83" y="128"/>
                  </a:lnTo>
                  <a:lnTo>
                    <a:pt x="85" y="128"/>
                  </a:lnTo>
                  <a:lnTo>
                    <a:pt x="85" y="128"/>
                  </a:lnTo>
                  <a:lnTo>
                    <a:pt x="85" y="128"/>
                  </a:lnTo>
                  <a:lnTo>
                    <a:pt x="85" y="130"/>
                  </a:lnTo>
                  <a:lnTo>
                    <a:pt x="85" y="130"/>
                  </a:lnTo>
                  <a:lnTo>
                    <a:pt x="85" y="128"/>
                  </a:lnTo>
                  <a:lnTo>
                    <a:pt x="83" y="128"/>
                  </a:lnTo>
                  <a:lnTo>
                    <a:pt x="83" y="128"/>
                  </a:lnTo>
                  <a:lnTo>
                    <a:pt x="83" y="130"/>
                  </a:lnTo>
                  <a:lnTo>
                    <a:pt x="83" y="130"/>
                  </a:lnTo>
                  <a:lnTo>
                    <a:pt x="83" y="130"/>
                  </a:lnTo>
                  <a:lnTo>
                    <a:pt x="83" y="130"/>
                  </a:lnTo>
                  <a:lnTo>
                    <a:pt x="83" y="132"/>
                  </a:lnTo>
                  <a:lnTo>
                    <a:pt x="80" y="132"/>
                  </a:lnTo>
                  <a:lnTo>
                    <a:pt x="80" y="132"/>
                  </a:lnTo>
                  <a:lnTo>
                    <a:pt x="80" y="135"/>
                  </a:lnTo>
                  <a:lnTo>
                    <a:pt x="83" y="135"/>
                  </a:lnTo>
                  <a:lnTo>
                    <a:pt x="83" y="135"/>
                  </a:lnTo>
                  <a:lnTo>
                    <a:pt x="83" y="137"/>
                  </a:lnTo>
                  <a:lnTo>
                    <a:pt x="83" y="137"/>
                  </a:lnTo>
                  <a:lnTo>
                    <a:pt x="83" y="137"/>
                  </a:lnTo>
                  <a:lnTo>
                    <a:pt x="83" y="137"/>
                  </a:lnTo>
                  <a:lnTo>
                    <a:pt x="83" y="140"/>
                  </a:lnTo>
                  <a:lnTo>
                    <a:pt x="80" y="140"/>
                  </a:lnTo>
                  <a:lnTo>
                    <a:pt x="80" y="137"/>
                  </a:lnTo>
                  <a:lnTo>
                    <a:pt x="80" y="137"/>
                  </a:lnTo>
                  <a:lnTo>
                    <a:pt x="80" y="140"/>
                  </a:lnTo>
                  <a:lnTo>
                    <a:pt x="80" y="140"/>
                  </a:lnTo>
                  <a:lnTo>
                    <a:pt x="80" y="142"/>
                  </a:lnTo>
                  <a:lnTo>
                    <a:pt x="80" y="142"/>
                  </a:lnTo>
                  <a:lnTo>
                    <a:pt x="78" y="142"/>
                  </a:lnTo>
                  <a:lnTo>
                    <a:pt x="78" y="142"/>
                  </a:lnTo>
                  <a:lnTo>
                    <a:pt x="80" y="142"/>
                  </a:lnTo>
                  <a:lnTo>
                    <a:pt x="80" y="142"/>
                  </a:lnTo>
                  <a:lnTo>
                    <a:pt x="80" y="142"/>
                  </a:lnTo>
                  <a:lnTo>
                    <a:pt x="80" y="142"/>
                  </a:lnTo>
                  <a:lnTo>
                    <a:pt x="83" y="142"/>
                  </a:lnTo>
                  <a:lnTo>
                    <a:pt x="83" y="144"/>
                  </a:lnTo>
                  <a:lnTo>
                    <a:pt x="83" y="144"/>
                  </a:lnTo>
                  <a:lnTo>
                    <a:pt x="83" y="144"/>
                  </a:lnTo>
                  <a:lnTo>
                    <a:pt x="83" y="147"/>
                  </a:lnTo>
                  <a:lnTo>
                    <a:pt x="83" y="147"/>
                  </a:lnTo>
                  <a:lnTo>
                    <a:pt x="83" y="147"/>
                  </a:lnTo>
                  <a:lnTo>
                    <a:pt x="85" y="147"/>
                  </a:lnTo>
                  <a:lnTo>
                    <a:pt x="85" y="147"/>
                  </a:lnTo>
                  <a:lnTo>
                    <a:pt x="87" y="147"/>
                  </a:lnTo>
                  <a:lnTo>
                    <a:pt x="87" y="147"/>
                  </a:lnTo>
                  <a:lnTo>
                    <a:pt x="87" y="147"/>
                  </a:lnTo>
                  <a:lnTo>
                    <a:pt x="87" y="149"/>
                  </a:lnTo>
                  <a:lnTo>
                    <a:pt x="87" y="149"/>
                  </a:lnTo>
                  <a:lnTo>
                    <a:pt x="87" y="149"/>
                  </a:lnTo>
                  <a:lnTo>
                    <a:pt x="87" y="149"/>
                  </a:lnTo>
                  <a:lnTo>
                    <a:pt x="87" y="151"/>
                  </a:lnTo>
                  <a:lnTo>
                    <a:pt x="87" y="151"/>
                  </a:lnTo>
                  <a:lnTo>
                    <a:pt x="87" y="151"/>
                  </a:lnTo>
                  <a:lnTo>
                    <a:pt x="87" y="151"/>
                  </a:lnTo>
                  <a:lnTo>
                    <a:pt x="87" y="154"/>
                  </a:lnTo>
                  <a:lnTo>
                    <a:pt x="87" y="154"/>
                  </a:lnTo>
                  <a:lnTo>
                    <a:pt x="87" y="151"/>
                  </a:lnTo>
                  <a:lnTo>
                    <a:pt x="87" y="151"/>
                  </a:lnTo>
                  <a:lnTo>
                    <a:pt x="87" y="151"/>
                  </a:lnTo>
                  <a:lnTo>
                    <a:pt x="87" y="149"/>
                  </a:lnTo>
                  <a:lnTo>
                    <a:pt x="90" y="149"/>
                  </a:lnTo>
                  <a:lnTo>
                    <a:pt x="90" y="149"/>
                  </a:lnTo>
                  <a:lnTo>
                    <a:pt x="90" y="151"/>
                  </a:lnTo>
                  <a:lnTo>
                    <a:pt x="90" y="151"/>
                  </a:lnTo>
                  <a:lnTo>
                    <a:pt x="90" y="151"/>
                  </a:lnTo>
                  <a:lnTo>
                    <a:pt x="90" y="151"/>
                  </a:lnTo>
                  <a:lnTo>
                    <a:pt x="90" y="151"/>
                  </a:lnTo>
                  <a:lnTo>
                    <a:pt x="90" y="151"/>
                  </a:lnTo>
                  <a:lnTo>
                    <a:pt x="92" y="151"/>
                  </a:lnTo>
                  <a:lnTo>
                    <a:pt x="92" y="151"/>
                  </a:lnTo>
                  <a:lnTo>
                    <a:pt x="92" y="151"/>
                  </a:lnTo>
                  <a:lnTo>
                    <a:pt x="92" y="151"/>
                  </a:lnTo>
                  <a:lnTo>
                    <a:pt x="94" y="151"/>
                  </a:lnTo>
                  <a:lnTo>
                    <a:pt x="94" y="149"/>
                  </a:lnTo>
                  <a:lnTo>
                    <a:pt x="94" y="149"/>
                  </a:lnTo>
                  <a:lnTo>
                    <a:pt x="94" y="149"/>
                  </a:lnTo>
                  <a:lnTo>
                    <a:pt x="94" y="151"/>
                  </a:lnTo>
                  <a:lnTo>
                    <a:pt x="97" y="151"/>
                  </a:lnTo>
                  <a:lnTo>
                    <a:pt x="97" y="151"/>
                  </a:lnTo>
                  <a:lnTo>
                    <a:pt x="97" y="151"/>
                  </a:lnTo>
                  <a:lnTo>
                    <a:pt x="99" y="151"/>
                  </a:lnTo>
                  <a:lnTo>
                    <a:pt x="99" y="151"/>
                  </a:lnTo>
                  <a:lnTo>
                    <a:pt x="99" y="151"/>
                  </a:lnTo>
                  <a:lnTo>
                    <a:pt x="99" y="151"/>
                  </a:lnTo>
                  <a:lnTo>
                    <a:pt x="99" y="154"/>
                  </a:lnTo>
                  <a:lnTo>
                    <a:pt x="99" y="154"/>
                  </a:lnTo>
                  <a:lnTo>
                    <a:pt x="99" y="154"/>
                  </a:lnTo>
                  <a:lnTo>
                    <a:pt x="99" y="156"/>
                  </a:lnTo>
                  <a:lnTo>
                    <a:pt x="97" y="156"/>
                  </a:lnTo>
                  <a:lnTo>
                    <a:pt x="97" y="156"/>
                  </a:lnTo>
                  <a:lnTo>
                    <a:pt x="97" y="156"/>
                  </a:lnTo>
                  <a:lnTo>
                    <a:pt x="97" y="159"/>
                  </a:lnTo>
                  <a:lnTo>
                    <a:pt x="97" y="159"/>
                  </a:lnTo>
                  <a:lnTo>
                    <a:pt x="94" y="159"/>
                  </a:lnTo>
                  <a:lnTo>
                    <a:pt x="94" y="156"/>
                  </a:lnTo>
                  <a:lnTo>
                    <a:pt x="94" y="156"/>
                  </a:lnTo>
                  <a:lnTo>
                    <a:pt x="94" y="156"/>
                  </a:lnTo>
                  <a:lnTo>
                    <a:pt x="94" y="156"/>
                  </a:lnTo>
                  <a:lnTo>
                    <a:pt x="92" y="156"/>
                  </a:lnTo>
                  <a:lnTo>
                    <a:pt x="92" y="154"/>
                  </a:lnTo>
                  <a:lnTo>
                    <a:pt x="92" y="154"/>
                  </a:lnTo>
                  <a:lnTo>
                    <a:pt x="92" y="156"/>
                  </a:lnTo>
                  <a:lnTo>
                    <a:pt x="92" y="156"/>
                  </a:lnTo>
                  <a:lnTo>
                    <a:pt x="92" y="159"/>
                  </a:lnTo>
                  <a:lnTo>
                    <a:pt x="92" y="159"/>
                  </a:lnTo>
                  <a:lnTo>
                    <a:pt x="92" y="161"/>
                  </a:lnTo>
                  <a:lnTo>
                    <a:pt x="92" y="161"/>
                  </a:lnTo>
                  <a:lnTo>
                    <a:pt x="92" y="161"/>
                  </a:lnTo>
                  <a:lnTo>
                    <a:pt x="92" y="161"/>
                  </a:lnTo>
                  <a:lnTo>
                    <a:pt x="94" y="161"/>
                  </a:lnTo>
                  <a:lnTo>
                    <a:pt x="94" y="159"/>
                  </a:lnTo>
                  <a:lnTo>
                    <a:pt x="94" y="159"/>
                  </a:lnTo>
                  <a:lnTo>
                    <a:pt x="94" y="159"/>
                  </a:lnTo>
                  <a:lnTo>
                    <a:pt x="94" y="161"/>
                  </a:lnTo>
                  <a:lnTo>
                    <a:pt x="97" y="161"/>
                  </a:lnTo>
                  <a:lnTo>
                    <a:pt x="97" y="161"/>
                  </a:lnTo>
                  <a:lnTo>
                    <a:pt x="94" y="161"/>
                  </a:lnTo>
                  <a:lnTo>
                    <a:pt x="94" y="161"/>
                  </a:lnTo>
                  <a:lnTo>
                    <a:pt x="97" y="161"/>
                  </a:lnTo>
                  <a:lnTo>
                    <a:pt x="97" y="161"/>
                  </a:lnTo>
                  <a:lnTo>
                    <a:pt x="97" y="163"/>
                  </a:lnTo>
                  <a:lnTo>
                    <a:pt x="97" y="163"/>
                  </a:lnTo>
                  <a:lnTo>
                    <a:pt x="97" y="163"/>
                  </a:lnTo>
                  <a:lnTo>
                    <a:pt x="97" y="166"/>
                  </a:lnTo>
                  <a:lnTo>
                    <a:pt x="97" y="166"/>
                  </a:lnTo>
                  <a:lnTo>
                    <a:pt x="97" y="168"/>
                  </a:lnTo>
                  <a:lnTo>
                    <a:pt x="99" y="168"/>
                  </a:lnTo>
                  <a:lnTo>
                    <a:pt x="99" y="168"/>
                  </a:lnTo>
                  <a:lnTo>
                    <a:pt x="99" y="170"/>
                  </a:lnTo>
                  <a:lnTo>
                    <a:pt x="97" y="170"/>
                  </a:lnTo>
                  <a:lnTo>
                    <a:pt x="97" y="170"/>
                  </a:lnTo>
                  <a:lnTo>
                    <a:pt x="99" y="170"/>
                  </a:lnTo>
                  <a:lnTo>
                    <a:pt x="99" y="170"/>
                  </a:lnTo>
                  <a:lnTo>
                    <a:pt x="99" y="173"/>
                  </a:lnTo>
                  <a:lnTo>
                    <a:pt x="97" y="173"/>
                  </a:lnTo>
                  <a:lnTo>
                    <a:pt x="97" y="173"/>
                  </a:lnTo>
                  <a:lnTo>
                    <a:pt x="97" y="170"/>
                  </a:lnTo>
                  <a:lnTo>
                    <a:pt x="97" y="170"/>
                  </a:lnTo>
                  <a:lnTo>
                    <a:pt x="97" y="170"/>
                  </a:lnTo>
                  <a:lnTo>
                    <a:pt x="97" y="170"/>
                  </a:lnTo>
                  <a:lnTo>
                    <a:pt x="97" y="173"/>
                  </a:lnTo>
                  <a:lnTo>
                    <a:pt x="94" y="173"/>
                  </a:lnTo>
                  <a:lnTo>
                    <a:pt x="94" y="173"/>
                  </a:lnTo>
                  <a:lnTo>
                    <a:pt x="94" y="173"/>
                  </a:lnTo>
                  <a:lnTo>
                    <a:pt x="94" y="175"/>
                  </a:lnTo>
                  <a:lnTo>
                    <a:pt x="94" y="175"/>
                  </a:lnTo>
                  <a:lnTo>
                    <a:pt x="94" y="175"/>
                  </a:lnTo>
                  <a:lnTo>
                    <a:pt x="94" y="178"/>
                  </a:lnTo>
                  <a:lnTo>
                    <a:pt x="94" y="178"/>
                  </a:lnTo>
                  <a:lnTo>
                    <a:pt x="94" y="180"/>
                  </a:lnTo>
                  <a:lnTo>
                    <a:pt x="94" y="180"/>
                  </a:lnTo>
                  <a:lnTo>
                    <a:pt x="94" y="180"/>
                  </a:lnTo>
                  <a:lnTo>
                    <a:pt x="94" y="180"/>
                  </a:lnTo>
                  <a:lnTo>
                    <a:pt x="97" y="180"/>
                  </a:lnTo>
                  <a:lnTo>
                    <a:pt x="97" y="180"/>
                  </a:lnTo>
                  <a:lnTo>
                    <a:pt x="97" y="180"/>
                  </a:lnTo>
                  <a:lnTo>
                    <a:pt x="97" y="180"/>
                  </a:lnTo>
                  <a:lnTo>
                    <a:pt x="97" y="182"/>
                  </a:lnTo>
                  <a:lnTo>
                    <a:pt x="99" y="182"/>
                  </a:lnTo>
                  <a:lnTo>
                    <a:pt x="99" y="182"/>
                  </a:lnTo>
                  <a:lnTo>
                    <a:pt x="99" y="185"/>
                  </a:lnTo>
                  <a:lnTo>
                    <a:pt x="97" y="185"/>
                  </a:lnTo>
                  <a:lnTo>
                    <a:pt x="97" y="185"/>
                  </a:lnTo>
                  <a:lnTo>
                    <a:pt x="97" y="185"/>
                  </a:lnTo>
                  <a:lnTo>
                    <a:pt x="97" y="187"/>
                  </a:lnTo>
                  <a:lnTo>
                    <a:pt x="97" y="187"/>
                  </a:lnTo>
                  <a:lnTo>
                    <a:pt x="94" y="187"/>
                  </a:lnTo>
                  <a:lnTo>
                    <a:pt x="94" y="187"/>
                  </a:lnTo>
                  <a:lnTo>
                    <a:pt x="94" y="187"/>
                  </a:lnTo>
                  <a:lnTo>
                    <a:pt x="94" y="187"/>
                  </a:lnTo>
                  <a:lnTo>
                    <a:pt x="94" y="187"/>
                  </a:lnTo>
                  <a:lnTo>
                    <a:pt x="92" y="187"/>
                  </a:lnTo>
                  <a:lnTo>
                    <a:pt x="92" y="187"/>
                  </a:lnTo>
                  <a:lnTo>
                    <a:pt x="92" y="187"/>
                  </a:lnTo>
                  <a:lnTo>
                    <a:pt x="90" y="187"/>
                  </a:lnTo>
                  <a:lnTo>
                    <a:pt x="90" y="189"/>
                  </a:lnTo>
                  <a:lnTo>
                    <a:pt x="92" y="189"/>
                  </a:lnTo>
                  <a:lnTo>
                    <a:pt x="92" y="189"/>
                  </a:lnTo>
                  <a:lnTo>
                    <a:pt x="92" y="189"/>
                  </a:lnTo>
                  <a:lnTo>
                    <a:pt x="92" y="192"/>
                  </a:lnTo>
                  <a:lnTo>
                    <a:pt x="90" y="192"/>
                  </a:lnTo>
                  <a:lnTo>
                    <a:pt x="90" y="192"/>
                  </a:lnTo>
                  <a:lnTo>
                    <a:pt x="90" y="192"/>
                  </a:lnTo>
                  <a:lnTo>
                    <a:pt x="90" y="194"/>
                  </a:lnTo>
                  <a:lnTo>
                    <a:pt x="90" y="194"/>
                  </a:lnTo>
                  <a:lnTo>
                    <a:pt x="90" y="194"/>
                  </a:lnTo>
                  <a:lnTo>
                    <a:pt x="90" y="194"/>
                  </a:lnTo>
                  <a:lnTo>
                    <a:pt x="90" y="196"/>
                  </a:lnTo>
                  <a:lnTo>
                    <a:pt x="90" y="196"/>
                  </a:lnTo>
                  <a:lnTo>
                    <a:pt x="87" y="196"/>
                  </a:lnTo>
                  <a:lnTo>
                    <a:pt x="87" y="196"/>
                  </a:lnTo>
                  <a:lnTo>
                    <a:pt x="87" y="194"/>
                  </a:lnTo>
                  <a:lnTo>
                    <a:pt x="87" y="194"/>
                  </a:lnTo>
                  <a:lnTo>
                    <a:pt x="87" y="194"/>
                  </a:lnTo>
                  <a:lnTo>
                    <a:pt x="85" y="194"/>
                  </a:lnTo>
                  <a:lnTo>
                    <a:pt x="85" y="194"/>
                  </a:lnTo>
                  <a:lnTo>
                    <a:pt x="83" y="194"/>
                  </a:lnTo>
                  <a:lnTo>
                    <a:pt x="83" y="194"/>
                  </a:lnTo>
                  <a:lnTo>
                    <a:pt x="83" y="194"/>
                  </a:lnTo>
                  <a:lnTo>
                    <a:pt x="80" y="194"/>
                  </a:lnTo>
                  <a:lnTo>
                    <a:pt x="80" y="192"/>
                  </a:lnTo>
                  <a:lnTo>
                    <a:pt x="83" y="192"/>
                  </a:lnTo>
                  <a:lnTo>
                    <a:pt x="83" y="192"/>
                  </a:lnTo>
                  <a:lnTo>
                    <a:pt x="83" y="189"/>
                  </a:lnTo>
                  <a:lnTo>
                    <a:pt x="83" y="189"/>
                  </a:lnTo>
                  <a:lnTo>
                    <a:pt x="83" y="189"/>
                  </a:lnTo>
                  <a:lnTo>
                    <a:pt x="83" y="189"/>
                  </a:lnTo>
                  <a:lnTo>
                    <a:pt x="83" y="187"/>
                  </a:lnTo>
                  <a:lnTo>
                    <a:pt x="83" y="187"/>
                  </a:lnTo>
                  <a:lnTo>
                    <a:pt x="83" y="187"/>
                  </a:lnTo>
                  <a:lnTo>
                    <a:pt x="80" y="187"/>
                  </a:lnTo>
                  <a:lnTo>
                    <a:pt x="80" y="187"/>
                  </a:lnTo>
                  <a:lnTo>
                    <a:pt x="80" y="187"/>
                  </a:lnTo>
                  <a:lnTo>
                    <a:pt x="78" y="187"/>
                  </a:lnTo>
                  <a:lnTo>
                    <a:pt x="78" y="187"/>
                  </a:lnTo>
                  <a:lnTo>
                    <a:pt x="78" y="185"/>
                  </a:lnTo>
                  <a:lnTo>
                    <a:pt x="78" y="185"/>
                  </a:lnTo>
                  <a:lnTo>
                    <a:pt x="78" y="182"/>
                  </a:lnTo>
                  <a:lnTo>
                    <a:pt x="78" y="182"/>
                  </a:lnTo>
                  <a:lnTo>
                    <a:pt x="78" y="182"/>
                  </a:lnTo>
                  <a:lnTo>
                    <a:pt x="78" y="180"/>
                  </a:lnTo>
                  <a:lnTo>
                    <a:pt x="78" y="180"/>
                  </a:lnTo>
                  <a:lnTo>
                    <a:pt x="78" y="180"/>
                  </a:lnTo>
                  <a:lnTo>
                    <a:pt x="78" y="180"/>
                  </a:lnTo>
                  <a:lnTo>
                    <a:pt x="78" y="180"/>
                  </a:lnTo>
                  <a:lnTo>
                    <a:pt x="78" y="178"/>
                  </a:lnTo>
                  <a:lnTo>
                    <a:pt x="80" y="178"/>
                  </a:lnTo>
                  <a:lnTo>
                    <a:pt x="80" y="178"/>
                  </a:lnTo>
                  <a:lnTo>
                    <a:pt x="80" y="178"/>
                  </a:lnTo>
                  <a:lnTo>
                    <a:pt x="80" y="178"/>
                  </a:lnTo>
                  <a:lnTo>
                    <a:pt x="80" y="175"/>
                  </a:lnTo>
                  <a:lnTo>
                    <a:pt x="80" y="175"/>
                  </a:lnTo>
                  <a:lnTo>
                    <a:pt x="78" y="175"/>
                  </a:lnTo>
                  <a:lnTo>
                    <a:pt x="78" y="173"/>
                  </a:lnTo>
                  <a:lnTo>
                    <a:pt x="78" y="173"/>
                  </a:lnTo>
                  <a:lnTo>
                    <a:pt x="76" y="173"/>
                  </a:lnTo>
                  <a:lnTo>
                    <a:pt x="76" y="175"/>
                  </a:lnTo>
                  <a:lnTo>
                    <a:pt x="76" y="175"/>
                  </a:lnTo>
                  <a:lnTo>
                    <a:pt x="76" y="173"/>
                  </a:lnTo>
                  <a:lnTo>
                    <a:pt x="76" y="173"/>
                  </a:lnTo>
                  <a:lnTo>
                    <a:pt x="76" y="173"/>
                  </a:lnTo>
                  <a:lnTo>
                    <a:pt x="73" y="173"/>
                  </a:lnTo>
                  <a:lnTo>
                    <a:pt x="73" y="173"/>
                  </a:lnTo>
                  <a:lnTo>
                    <a:pt x="73" y="173"/>
                  </a:lnTo>
                  <a:lnTo>
                    <a:pt x="73" y="173"/>
                  </a:lnTo>
                  <a:lnTo>
                    <a:pt x="73" y="175"/>
                  </a:lnTo>
                  <a:lnTo>
                    <a:pt x="71" y="175"/>
                  </a:lnTo>
                  <a:lnTo>
                    <a:pt x="71" y="175"/>
                  </a:lnTo>
                  <a:lnTo>
                    <a:pt x="71" y="173"/>
                  </a:lnTo>
                  <a:lnTo>
                    <a:pt x="68" y="173"/>
                  </a:lnTo>
                  <a:lnTo>
                    <a:pt x="68" y="173"/>
                  </a:lnTo>
                  <a:lnTo>
                    <a:pt x="68" y="173"/>
                  </a:lnTo>
                  <a:lnTo>
                    <a:pt x="68" y="173"/>
                  </a:lnTo>
                  <a:lnTo>
                    <a:pt x="66" y="173"/>
                  </a:lnTo>
                  <a:lnTo>
                    <a:pt x="66" y="173"/>
                  </a:lnTo>
                  <a:lnTo>
                    <a:pt x="66" y="173"/>
                  </a:lnTo>
                  <a:lnTo>
                    <a:pt x="64" y="173"/>
                  </a:lnTo>
                  <a:lnTo>
                    <a:pt x="64" y="170"/>
                  </a:lnTo>
                  <a:lnTo>
                    <a:pt x="64" y="170"/>
                  </a:lnTo>
                  <a:lnTo>
                    <a:pt x="64" y="170"/>
                  </a:lnTo>
                  <a:lnTo>
                    <a:pt x="61" y="170"/>
                  </a:lnTo>
                  <a:lnTo>
                    <a:pt x="61" y="170"/>
                  </a:lnTo>
                  <a:lnTo>
                    <a:pt x="61" y="170"/>
                  </a:lnTo>
                  <a:lnTo>
                    <a:pt x="61" y="170"/>
                  </a:lnTo>
                  <a:lnTo>
                    <a:pt x="61" y="170"/>
                  </a:lnTo>
                  <a:lnTo>
                    <a:pt x="59" y="170"/>
                  </a:lnTo>
                  <a:lnTo>
                    <a:pt x="59" y="170"/>
                  </a:lnTo>
                  <a:lnTo>
                    <a:pt x="59" y="168"/>
                  </a:lnTo>
                  <a:lnTo>
                    <a:pt x="59" y="168"/>
                  </a:lnTo>
                  <a:lnTo>
                    <a:pt x="59" y="166"/>
                  </a:lnTo>
                  <a:lnTo>
                    <a:pt x="59" y="166"/>
                  </a:lnTo>
                  <a:lnTo>
                    <a:pt x="61" y="166"/>
                  </a:lnTo>
                  <a:lnTo>
                    <a:pt x="61" y="163"/>
                  </a:lnTo>
                  <a:lnTo>
                    <a:pt x="61" y="163"/>
                  </a:lnTo>
                  <a:lnTo>
                    <a:pt x="61" y="161"/>
                  </a:lnTo>
                  <a:lnTo>
                    <a:pt x="61" y="161"/>
                  </a:lnTo>
                  <a:lnTo>
                    <a:pt x="61" y="161"/>
                  </a:lnTo>
                  <a:lnTo>
                    <a:pt x="61" y="159"/>
                  </a:lnTo>
                  <a:lnTo>
                    <a:pt x="61" y="159"/>
                  </a:lnTo>
                  <a:lnTo>
                    <a:pt x="61" y="159"/>
                  </a:lnTo>
                  <a:lnTo>
                    <a:pt x="61" y="156"/>
                  </a:lnTo>
                  <a:lnTo>
                    <a:pt x="61" y="156"/>
                  </a:lnTo>
                  <a:lnTo>
                    <a:pt x="61" y="156"/>
                  </a:lnTo>
                  <a:lnTo>
                    <a:pt x="61" y="154"/>
                  </a:lnTo>
                  <a:lnTo>
                    <a:pt x="59" y="154"/>
                  </a:lnTo>
                  <a:lnTo>
                    <a:pt x="59" y="156"/>
                  </a:lnTo>
                  <a:lnTo>
                    <a:pt x="59" y="156"/>
                  </a:lnTo>
                  <a:lnTo>
                    <a:pt x="59" y="154"/>
                  </a:lnTo>
                  <a:lnTo>
                    <a:pt x="59" y="154"/>
                  </a:lnTo>
                  <a:lnTo>
                    <a:pt x="57" y="154"/>
                  </a:lnTo>
                  <a:lnTo>
                    <a:pt x="57" y="154"/>
                  </a:lnTo>
                  <a:lnTo>
                    <a:pt x="57" y="151"/>
                  </a:lnTo>
                  <a:lnTo>
                    <a:pt x="57" y="151"/>
                  </a:lnTo>
                  <a:lnTo>
                    <a:pt x="57" y="151"/>
                  </a:lnTo>
                  <a:lnTo>
                    <a:pt x="59" y="151"/>
                  </a:lnTo>
                  <a:lnTo>
                    <a:pt x="59" y="151"/>
                  </a:lnTo>
                  <a:lnTo>
                    <a:pt x="59" y="151"/>
                  </a:lnTo>
                  <a:lnTo>
                    <a:pt x="59" y="151"/>
                  </a:lnTo>
                  <a:lnTo>
                    <a:pt x="57" y="151"/>
                  </a:lnTo>
                  <a:lnTo>
                    <a:pt x="57" y="151"/>
                  </a:lnTo>
                  <a:lnTo>
                    <a:pt x="57" y="149"/>
                  </a:lnTo>
                  <a:lnTo>
                    <a:pt x="57" y="149"/>
                  </a:lnTo>
                  <a:lnTo>
                    <a:pt x="54" y="149"/>
                  </a:lnTo>
                  <a:lnTo>
                    <a:pt x="54" y="149"/>
                  </a:lnTo>
                  <a:lnTo>
                    <a:pt x="54" y="147"/>
                  </a:lnTo>
                  <a:lnTo>
                    <a:pt x="54" y="147"/>
                  </a:lnTo>
                  <a:lnTo>
                    <a:pt x="54" y="147"/>
                  </a:lnTo>
                  <a:lnTo>
                    <a:pt x="54" y="147"/>
                  </a:lnTo>
                  <a:lnTo>
                    <a:pt x="54" y="144"/>
                  </a:lnTo>
                  <a:lnTo>
                    <a:pt x="52" y="144"/>
                  </a:lnTo>
                  <a:lnTo>
                    <a:pt x="52" y="144"/>
                  </a:lnTo>
                  <a:lnTo>
                    <a:pt x="52" y="144"/>
                  </a:lnTo>
                  <a:lnTo>
                    <a:pt x="52" y="142"/>
                  </a:lnTo>
                  <a:lnTo>
                    <a:pt x="49" y="142"/>
                  </a:lnTo>
                  <a:lnTo>
                    <a:pt x="49" y="142"/>
                  </a:lnTo>
                  <a:lnTo>
                    <a:pt x="49" y="142"/>
                  </a:lnTo>
                  <a:lnTo>
                    <a:pt x="49" y="142"/>
                  </a:lnTo>
                  <a:lnTo>
                    <a:pt x="49" y="142"/>
                  </a:lnTo>
                  <a:lnTo>
                    <a:pt x="47" y="142"/>
                  </a:lnTo>
                  <a:lnTo>
                    <a:pt x="47" y="140"/>
                  </a:lnTo>
                  <a:lnTo>
                    <a:pt x="47" y="140"/>
                  </a:lnTo>
                  <a:lnTo>
                    <a:pt x="47" y="140"/>
                  </a:lnTo>
                  <a:lnTo>
                    <a:pt x="47" y="137"/>
                  </a:lnTo>
                  <a:lnTo>
                    <a:pt x="47" y="137"/>
                  </a:lnTo>
                  <a:lnTo>
                    <a:pt x="47" y="135"/>
                  </a:lnTo>
                  <a:lnTo>
                    <a:pt x="47" y="135"/>
                  </a:lnTo>
                  <a:lnTo>
                    <a:pt x="47" y="135"/>
                  </a:lnTo>
                  <a:lnTo>
                    <a:pt x="47" y="132"/>
                  </a:lnTo>
                  <a:lnTo>
                    <a:pt x="49" y="132"/>
                  </a:lnTo>
                  <a:lnTo>
                    <a:pt x="49" y="132"/>
                  </a:lnTo>
                  <a:lnTo>
                    <a:pt x="49" y="130"/>
                  </a:lnTo>
                  <a:lnTo>
                    <a:pt x="49" y="130"/>
                  </a:lnTo>
                  <a:lnTo>
                    <a:pt x="49" y="130"/>
                  </a:lnTo>
                  <a:lnTo>
                    <a:pt x="49" y="130"/>
                  </a:lnTo>
                  <a:lnTo>
                    <a:pt x="49" y="130"/>
                  </a:lnTo>
                  <a:lnTo>
                    <a:pt x="52" y="130"/>
                  </a:lnTo>
                  <a:lnTo>
                    <a:pt x="52" y="128"/>
                  </a:lnTo>
                  <a:lnTo>
                    <a:pt x="52" y="128"/>
                  </a:lnTo>
                  <a:lnTo>
                    <a:pt x="52" y="125"/>
                  </a:lnTo>
                  <a:lnTo>
                    <a:pt x="49" y="125"/>
                  </a:lnTo>
                  <a:lnTo>
                    <a:pt x="49" y="125"/>
                  </a:lnTo>
                  <a:lnTo>
                    <a:pt x="52" y="125"/>
                  </a:lnTo>
                  <a:lnTo>
                    <a:pt x="52" y="123"/>
                  </a:lnTo>
                  <a:lnTo>
                    <a:pt x="52" y="123"/>
                  </a:lnTo>
                  <a:lnTo>
                    <a:pt x="49" y="123"/>
                  </a:lnTo>
                  <a:lnTo>
                    <a:pt x="49" y="123"/>
                  </a:lnTo>
                  <a:lnTo>
                    <a:pt x="49" y="121"/>
                  </a:lnTo>
                  <a:lnTo>
                    <a:pt x="49" y="121"/>
                  </a:lnTo>
                  <a:lnTo>
                    <a:pt x="49" y="121"/>
                  </a:lnTo>
                  <a:lnTo>
                    <a:pt x="49" y="121"/>
                  </a:lnTo>
                  <a:lnTo>
                    <a:pt x="49" y="118"/>
                  </a:lnTo>
                  <a:lnTo>
                    <a:pt x="52" y="118"/>
                  </a:lnTo>
                  <a:lnTo>
                    <a:pt x="52" y="118"/>
                  </a:lnTo>
                  <a:lnTo>
                    <a:pt x="49" y="118"/>
                  </a:lnTo>
                  <a:lnTo>
                    <a:pt x="49" y="118"/>
                  </a:lnTo>
                  <a:lnTo>
                    <a:pt x="49" y="118"/>
                  </a:lnTo>
                  <a:lnTo>
                    <a:pt x="49" y="116"/>
                  </a:lnTo>
                  <a:lnTo>
                    <a:pt x="47" y="116"/>
                  </a:lnTo>
                  <a:lnTo>
                    <a:pt x="47" y="116"/>
                  </a:lnTo>
                  <a:lnTo>
                    <a:pt x="47" y="116"/>
                  </a:lnTo>
                  <a:lnTo>
                    <a:pt x="45" y="116"/>
                  </a:lnTo>
                  <a:lnTo>
                    <a:pt x="45" y="116"/>
                  </a:lnTo>
                  <a:lnTo>
                    <a:pt x="42" y="116"/>
                  </a:lnTo>
                  <a:lnTo>
                    <a:pt x="42" y="118"/>
                  </a:lnTo>
                  <a:lnTo>
                    <a:pt x="42" y="118"/>
                  </a:lnTo>
                  <a:lnTo>
                    <a:pt x="42" y="118"/>
                  </a:lnTo>
                  <a:lnTo>
                    <a:pt x="42" y="118"/>
                  </a:lnTo>
                  <a:lnTo>
                    <a:pt x="40" y="118"/>
                  </a:lnTo>
                  <a:lnTo>
                    <a:pt x="40" y="121"/>
                  </a:lnTo>
                  <a:lnTo>
                    <a:pt x="40" y="121"/>
                  </a:lnTo>
                  <a:lnTo>
                    <a:pt x="40" y="121"/>
                  </a:lnTo>
                  <a:lnTo>
                    <a:pt x="40" y="121"/>
                  </a:lnTo>
                  <a:lnTo>
                    <a:pt x="40" y="121"/>
                  </a:lnTo>
                  <a:lnTo>
                    <a:pt x="38" y="121"/>
                  </a:lnTo>
                  <a:lnTo>
                    <a:pt x="38" y="121"/>
                  </a:lnTo>
                  <a:lnTo>
                    <a:pt x="38" y="123"/>
                  </a:lnTo>
                  <a:lnTo>
                    <a:pt x="35" y="123"/>
                  </a:lnTo>
                  <a:lnTo>
                    <a:pt x="35" y="123"/>
                  </a:lnTo>
                  <a:lnTo>
                    <a:pt x="35" y="123"/>
                  </a:lnTo>
                  <a:lnTo>
                    <a:pt x="35" y="123"/>
                  </a:lnTo>
                  <a:lnTo>
                    <a:pt x="35" y="125"/>
                  </a:lnTo>
                  <a:lnTo>
                    <a:pt x="35" y="125"/>
                  </a:lnTo>
                  <a:lnTo>
                    <a:pt x="35" y="125"/>
                  </a:lnTo>
                  <a:lnTo>
                    <a:pt x="35" y="128"/>
                  </a:lnTo>
                  <a:lnTo>
                    <a:pt x="35" y="128"/>
                  </a:lnTo>
                  <a:lnTo>
                    <a:pt x="35" y="130"/>
                  </a:lnTo>
                  <a:lnTo>
                    <a:pt x="35" y="130"/>
                  </a:lnTo>
                  <a:lnTo>
                    <a:pt x="38" y="130"/>
                  </a:lnTo>
                  <a:lnTo>
                    <a:pt x="38" y="130"/>
                  </a:lnTo>
                  <a:lnTo>
                    <a:pt x="38" y="130"/>
                  </a:lnTo>
                  <a:lnTo>
                    <a:pt x="38" y="130"/>
                  </a:lnTo>
                  <a:lnTo>
                    <a:pt x="40" y="130"/>
                  </a:lnTo>
                  <a:lnTo>
                    <a:pt x="40" y="132"/>
                  </a:lnTo>
                  <a:lnTo>
                    <a:pt x="38" y="132"/>
                  </a:lnTo>
                  <a:lnTo>
                    <a:pt x="38" y="132"/>
                  </a:lnTo>
                  <a:lnTo>
                    <a:pt x="38" y="135"/>
                  </a:lnTo>
                  <a:lnTo>
                    <a:pt x="38" y="135"/>
                  </a:lnTo>
                  <a:lnTo>
                    <a:pt x="38" y="137"/>
                  </a:lnTo>
                  <a:lnTo>
                    <a:pt x="38" y="137"/>
                  </a:lnTo>
                  <a:lnTo>
                    <a:pt x="38" y="140"/>
                  </a:lnTo>
                  <a:lnTo>
                    <a:pt x="40" y="140"/>
                  </a:lnTo>
                  <a:lnTo>
                    <a:pt x="40" y="140"/>
                  </a:lnTo>
                  <a:lnTo>
                    <a:pt x="40" y="142"/>
                  </a:lnTo>
                  <a:lnTo>
                    <a:pt x="40" y="142"/>
                  </a:lnTo>
                  <a:lnTo>
                    <a:pt x="40" y="142"/>
                  </a:lnTo>
                  <a:lnTo>
                    <a:pt x="40" y="144"/>
                  </a:lnTo>
                  <a:lnTo>
                    <a:pt x="40" y="144"/>
                  </a:lnTo>
                  <a:lnTo>
                    <a:pt x="38" y="144"/>
                  </a:lnTo>
                  <a:lnTo>
                    <a:pt x="38" y="147"/>
                  </a:lnTo>
                  <a:lnTo>
                    <a:pt x="38" y="147"/>
                  </a:lnTo>
                  <a:lnTo>
                    <a:pt x="38" y="147"/>
                  </a:lnTo>
                  <a:lnTo>
                    <a:pt x="38" y="149"/>
                  </a:lnTo>
                  <a:lnTo>
                    <a:pt x="38" y="149"/>
                  </a:lnTo>
                  <a:lnTo>
                    <a:pt x="38" y="151"/>
                  </a:lnTo>
                  <a:lnTo>
                    <a:pt x="38" y="151"/>
                  </a:lnTo>
                  <a:lnTo>
                    <a:pt x="38" y="151"/>
                  </a:lnTo>
                  <a:lnTo>
                    <a:pt x="38" y="154"/>
                  </a:lnTo>
                  <a:lnTo>
                    <a:pt x="38" y="154"/>
                  </a:lnTo>
                  <a:lnTo>
                    <a:pt x="38" y="156"/>
                  </a:lnTo>
                  <a:lnTo>
                    <a:pt x="38" y="156"/>
                  </a:lnTo>
                  <a:lnTo>
                    <a:pt x="38" y="159"/>
                  </a:lnTo>
                  <a:lnTo>
                    <a:pt x="38" y="159"/>
                  </a:lnTo>
                  <a:lnTo>
                    <a:pt x="38" y="159"/>
                  </a:lnTo>
                  <a:lnTo>
                    <a:pt x="38" y="161"/>
                  </a:lnTo>
                  <a:lnTo>
                    <a:pt x="38" y="161"/>
                  </a:lnTo>
                  <a:lnTo>
                    <a:pt x="38" y="161"/>
                  </a:lnTo>
                  <a:lnTo>
                    <a:pt x="38" y="161"/>
                  </a:lnTo>
                  <a:lnTo>
                    <a:pt x="38" y="161"/>
                  </a:lnTo>
                  <a:lnTo>
                    <a:pt x="38" y="163"/>
                  </a:lnTo>
                  <a:lnTo>
                    <a:pt x="38" y="163"/>
                  </a:lnTo>
                  <a:lnTo>
                    <a:pt x="38" y="166"/>
                  </a:lnTo>
                  <a:lnTo>
                    <a:pt x="40" y="166"/>
                  </a:lnTo>
                  <a:lnTo>
                    <a:pt x="40" y="166"/>
                  </a:lnTo>
                  <a:lnTo>
                    <a:pt x="40" y="168"/>
                  </a:lnTo>
                  <a:lnTo>
                    <a:pt x="40" y="168"/>
                  </a:lnTo>
                  <a:lnTo>
                    <a:pt x="38" y="168"/>
                  </a:lnTo>
                  <a:lnTo>
                    <a:pt x="38" y="170"/>
                  </a:lnTo>
                  <a:lnTo>
                    <a:pt x="38" y="170"/>
                  </a:lnTo>
                  <a:lnTo>
                    <a:pt x="38" y="170"/>
                  </a:lnTo>
                  <a:lnTo>
                    <a:pt x="38" y="173"/>
                  </a:lnTo>
                  <a:lnTo>
                    <a:pt x="38" y="173"/>
                  </a:lnTo>
                  <a:lnTo>
                    <a:pt x="35" y="173"/>
                  </a:lnTo>
                  <a:lnTo>
                    <a:pt x="35" y="173"/>
                  </a:lnTo>
                  <a:lnTo>
                    <a:pt x="35" y="175"/>
                  </a:lnTo>
                  <a:lnTo>
                    <a:pt x="35" y="175"/>
                  </a:lnTo>
                  <a:lnTo>
                    <a:pt x="35" y="178"/>
                  </a:lnTo>
                  <a:lnTo>
                    <a:pt x="35" y="178"/>
                  </a:lnTo>
                  <a:lnTo>
                    <a:pt x="35" y="178"/>
                  </a:lnTo>
                  <a:lnTo>
                    <a:pt x="35" y="180"/>
                  </a:lnTo>
                  <a:lnTo>
                    <a:pt x="35" y="180"/>
                  </a:lnTo>
                  <a:lnTo>
                    <a:pt x="35" y="180"/>
                  </a:lnTo>
                  <a:lnTo>
                    <a:pt x="35" y="180"/>
                  </a:lnTo>
                  <a:lnTo>
                    <a:pt x="35" y="182"/>
                  </a:lnTo>
                  <a:lnTo>
                    <a:pt x="35" y="182"/>
                  </a:lnTo>
                  <a:lnTo>
                    <a:pt x="38" y="182"/>
                  </a:lnTo>
                  <a:lnTo>
                    <a:pt x="38" y="185"/>
                  </a:lnTo>
                  <a:lnTo>
                    <a:pt x="38" y="185"/>
                  </a:lnTo>
                  <a:lnTo>
                    <a:pt x="38" y="185"/>
                  </a:lnTo>
                  <a:lnTo>
                    <a:pt x="38" y="187"/>
                  </a:lnTo>
                  <a:lnTo>
                    <a:pt x="40" y="187"/>
                  </a:lnTo>
                  <a:lnTo>
                    <a:pt x="40" y="187"/>
                  </a:lnTo>
                  <a:lnTo>
                    <a:pt x="40" y="189"/>
                  </a:lnTo>
                  <a:lnTo>
                    <a:pt x="40" y="189"/>
                  </a:lnTo>
                  <a:lnTo>
                    <a:pt x="40" y="189"/>
                  </a:lnTo>
                  <a:lnTo>
                    <a:pt x="40" y="192"/>
                  </a:lnTo>
                  <a:lnTo>
                    <a:pt x="40" y="192"/>
                  </a:lnTo>
                  <a:lnTo>
                    <a:pt x="40" y="194"/>
                  </a:lnTo>
                  <a:lnTo>
                    <a:pt x="38" y="194"/>
                  </a:lnTo>
                  <a:lnTo>
                    <a:pt x="38" y="194"/>
                  </a:lnTo>
                  <a:lnTo>
                    <a:pt x="38" y="192"/>
                  </a:lnTo>
                  <a:lnTo>
                    <a:pt x="38" y="192"/>
                  </a:lnTo>
                  <a:lnTo>
                    <a:pt x="35" y="192"/>
                  </a:lnTo>
                  <a:lnTo>
                    <a:pt x="35" y="189"/>
                  </a:lnTo>
                  <a:lnTo>
                    <a:pt x="35" y="189"/>
                  </a:lnTo>
                  <a:lnTo>
                    <a:pt x="35" y="189"/>
                  </a:lnTo>
                  <a:lnTo>
                    <a:pt x="35" y="189"/>
                  </a:lnTo>
                  <a:lnTo>
                    <a:pt x="35" y="189"/>
                  </a:lnTo>
                  <a:lnTo>
                    <a:pt x="33" y="189"/>
                  </a:lnTo>
                  <a:lnTo>
                    <a:pt x="33" y="189"/>
                  </a:lnTo>
                  <a:lnTo>
                    <a:pt x="33" y="192"/>
                  </a:lnTo>
                  <a:lnTo>
                    <a:pt x="33" y="192"/>
                  </a:lnTo>
                  <a:lnTo>
                    <a:pt x="31" y="192"/>
                  </a:lnTo>
                  <a:lnTo>
                    <a:pt x="31" y="192"/>
                  </a:lnTo>
                  <a:lnTo>
                    <a:pt x="28" y="192"/>
                  </a:lnTo>
                  <a:lnTo>
                    <a:pt x="28" y="189"/>
                  </a:lnTo>
                  <a:lnTo>
                    <a:pt x="28" y="189"/>
                  </a:lnTo>
                  <a:lnTo>
                    <a:pt x="28" y="189"/>
                  </a:lnTo>
                  <a:lnTo>
                    <a:pt x="28" y="192"/>
                  </a:lnTo>
                  <a:lnTo>
                    <a:pt x="26" y="192"/>
                  </a:lnTo>
                  <a:lnTo>
                    <a:pt x="26" y="192"/>
                  </a:lnTo>
                  <a:lnTo>
                    <a:pt x="26" y="194"/>
                  </a:lnTo>
                  <a:lnTo>
                    <a:pt x="26" y="194"/>
                  </a:lnTo>
                  <a:lnTo>
                    <a:pt x="23" y="194"/>
                  </a:lnTo>
                  <a:lnTo>
                    <a:pt x="23" y="194"/>
                  </a:lnTo>
                  <a:lnTo>
                    <a:pt x="23" y="194"/>
                  </a:lnTo>
                  <a:lnTo>
                    <a:pt x="23" y="194"/>
                  </a:lnTo>
                  <a:lnTo>
                    <a:pt x="23" y="194"/>
                  </a:lnTo>
                  <a:lnTo>
                    <a:pt x="21" y="194"/>
                  </a:lnTo>
                  <a:lnTo>
                    <a:pt x="21" y="194"/>
                  </a:lnTo>
                  <a:lnTo>
                    <a:pt x="21" y="192"/>
                  </a:lnTo>
                  <a:lnTo>
                    <a:pt x="21" y="192"/>
                  </a:lnTo>
                  <a:lnTo>
                    <a:pt x="19" y="192"/>
                  </a:lnTo>
                  <a:lnTo>
                    <a:pt x="19" y="192"/>
                  </a:lnTo>
                  <a:lnTo>
                    <a:pt x="19" y="192"/>
                  </a:lnTo>
                  <a:lnTo>
                    <a:pt x="16" y="192"/>
                  </a:lnTo>
                  <a:lnTo>
                    <a:pt x="16" y="192"/>
                  </a:lnTo>
                  <a:lnTo>
                    <a:pt x="16" y="189"/>
                  </a:lnTo>
                  <a:lnTo>
                    <a:pt x="16" y="189"/>
                  </a:lnTo>
                  <a:lnTo>
                    <a:pt x="16" y="189"/>
                  </a:lnTo>
                  <a:lnTo>
                    <a:pt x="16" y="189"/>
                  </a:lnTo>
                  <a:lnTo>
                    <a:pt x="16" y="187"/>
                  </a:lnTo>
                  <a:lnTo>
                    <a:pt x="14" y="187"/>
                  </a:lnTo>
                  <a:lnTo>
                    <a:pt x="14" y="189"/>
                  </a:lnTo>
                  <a:lnTo>
                    <a:pt x="14" y="189"/>
                  </a:lnTo>
                  <a:lnTo>
                    <a:pt x="14" y="189"/>
                  </a:lnTo>
                  <a:lnTo>
                    <a:pt x="14" y="189"/>
                  </a:lnTo>
                  <a:lnTo>
                    <a:pt x="12" y="189"/>
                  </a:lnTo>
                  <a:lnTo>
                    <a:pt x="12" y="189"/>
                  </a:lnTo>
                  <a:lnTo>
                    <a:pt x="12" y="187"/>
                  </a:lnTo>
                  <a:lnTo>
                    <a:pt x="12" y="187"/>
                  </a:lnTo>
                  <a:lnTo>
                    <a:pt x="12" y="187"/>
                  </a:lnTo>
                  <a:lnTo>
                    <a:pt x="12" y="185"/>
                  </a:lnTo>
                  <a:lnTo>
                    <a:pt x="12" y="185"/>
                  </a:lnTo>
                  <a:lnTo>
                    <a:pt x="12" y="187"/>
                  </a:lnTo>
                  <a:lnTo>
                    <a:pt x="14" y="187"/>
                  </a:lnTo>
                  <a:lnTo>
                    <a:pt x="14" y="185"/>
                  </a:lnTo>
                  <a:lnTo>
                    <a:pt x="14" y="185"/>
                  </a:lnTo>
                  <a:lnTo>
                    <a:pt x="14" y="185"/>
                  </a:lnTo>
                  <a:lnTo>
                    <a:pt x="14" y="185"/>
                  </a:lnTo>
                  <a:lnTo>
                    <a:pt x="14" y="182"/>
                  </a:lnTo>
                  <a:lnTo>
                    <a:pt x="14" y="182"/>
                  </a:lnTo>
                  <a:lnTo>
                    <a:pt x="16" y="182"/>
                  </a:lnTo>
                  <a:lnTo>
                    <a:pt x="16" y="180"/>
                  </a:lnTo>
                  <a:lnTo>
                    <a:pt x="16" y="180"/>
                  </a:lnTo>
                  <a:lnTo>
                    <a:pt x="16" y="180"/>
                  </a:lnTo>
                  <a:lnTo>
                    <a:pt x="16" y="178"/>
                  </a:lnTo>
                  <a:lnTo>
                    <a:pt x="16" y="178"/>
                  </a:lnTo>
                  <a:lnTo>
                    <a:pt x="16" y="178"/>
                  </a:lnTo>
                  <a:lnTo>
                    <a:pt x="16" y="178"/>
                  </a:lnTo>
                  <a:lnTo>
                    <a:pt x="16" y="175"/>
                  </a:lnTo>
                  <a:lnTo>
                    <a:pt x="16" y="175"/>
                  </a:lnTo>
                  <a:lnTo>
                    <a:pt x="19" y="175"/>
                  </a:lnTo>
                  <a:lnTo>
                    <a:pt x="19" y="173"/>
                  </a:lnTo>
                  <a:lnTo>
                    <a:pt x="19" y="173"/>
                  </a:lnTo>
                  <a:lnTo>
                    <a:pt x="16" y="173"/>
                  </a:lnTo>
                  <a:lnTo>
                    <a:pt x="16" y="173"/>
                  </a:lnTo>
                  <a:lnTo>
                    <a:pt x="16" y="173"/>
                  </a:lnTo>
                  <a:lnTo>
                    <a:pt x="16" y="173"/>
                  </a:lnTo>
                  <a:lnTo>
                    <a:pt x="14" y="173"/>
                  </a:lnTo>
                  <a:lnTo>
                    <a:pt x="14" y="173"/>
                  </a:lnTo>
                  <a:lnTo>
                    <a:pt x="14" y="173"/>
                  </a:lnTo>
                  <a:lnTo>
                    <a:pt x="12" y="173"/>
                  </a:lnTo>
                  <a:lnTo>
                    <a:pt x="12" y="173"/>
                  </a:lnTo>
                  <a:lnTo>
                    <a:pt x="12" y="173"/>
                  </a:lnTo>
                  <a:lnTo>
                    <a:pt x="9" y="173"/>
                  </a:lnTo>
                  <a:lnTo>
                    <a:pt x="9" y="173"/>
                  </a:lnTo>
                  <a:lnTo>
                    <a:pt x="9" y="170"/>
                  </a:lnTo>
                  <a:lnTo>
                    <a:pt x="9" y="170"/>
                  </a:lnTo>
                  <a:lnTo>
                    <a:pt x="9" y="170"/>
                  </a:lnTo>
                  <a:lnTo>
                    <a:pt x="9" y="170"/>
                  </a:lnTo>
                  <a:lnTo>
                    <a:pt x="9" y="170"/>
                  </a:lnTo>
                  <a:lnTo>
                    <a:pt x="12" y="170"/>
                  </a:lnTo>
                  <a:lnTo>
                    <a:pt x="12" y="170"/>
                  </a:lnTo>
                  <a:lnTo>
                    <a:pt x="14" y="170"/>
                  </a:lnTo>
                  <a:lnTo>
                    <a:pt x="14" y="170"/>
                  </a:lnTo>
                  <a:lnTo>
                    <a:pt x="14" y="170"/>
                  </a:lnTo>
                  <a:lnTo>
                    <a:pt x="14" y="170"/>
                  </a:lnTo>
                  <a:lnTo>
                    <a:pt x="14" y="170"/>
                  </a:lnTo>
                  <a:lnTo>
                    <a:pt x="14" y="170"/>
                  </a:lnTo>
                  <a:lnTo>
                    <a:pt x="16" y="170"/>
                  </a:lnTo>
                  <a:lnTo>
                    <a:pt x="16" y="170"/>
                  </a:lnTo>
                  <a:lnTo>
                    <a:pt x="16" y="170"/>
                  </a:lnTo>
                  <a:lnTo>
                    <a:pt x="16" y="168"/>
                  </a:lnTo>
                  <a:lnTo>
                    <a:pt x="16" y="168"/>
                  </a:lnTo>
                  <a:lnTo>
                    <a:pt x="16" y="168"/>
                  </a:lnTo>
                  <a:lnTo>
                    <a:pt x="16" y="168"/>
                  </a:lnTo>
                  <a:lnTo>
                    <a:pt x="16" y="166"/>
                  </a:lnTo>
                  <a:lnTo>
                    <a:pt x="14" y="166"/>
                  </a:lnTo>
                  <a:lnTo>
                    <a:pt x="14" y="166"/>
                  </a:lnTo>
                  <a:lnTo>
                    <a:pt x="14" y="166"/>
                  </a:lnTo>
                  <a:lnTo>
                    <a:pt x="14" y="166"/>
                  </a:lnTo>
                  <a:lnTo>
                    <a:pt x="14" y="166"/>
                  </a:lnTo>
                  <a:lnTo>
                    <a:pt x="14" y="168"/>
                  </a:lnTo>
                  <a:lnTo>
                    <a:pt x="12" y="168"/>
                  </a:lnTo>
                  <a:lnTo>
                    <a:pt x="12" y="168"/>
                  </a:lnTo>
                  <a:lnTo>
                    <a:pt x="9" y="168"/>
                  </a:lnTo>
                  <a:lnTo>
                    <a:pt x="9" y="166"/>
                  </a:lnTo>
                  <a:lnTo>
                    <a:pt x="9" y="166"/>
                  </a:lnTo>
                  <a:lnTo>
                    <a:pt x="9" y="166"/>
                  </a:lnTo>
                  <a:lnTo>
                    <a:pt x="7" y="166"/>
                  </a:lnTo>
                  <a:lnTo>
                    <a:pt x="7" y="166"/>
                  </a:lnTo>
                  <a:lnTo>
                    <a:pt x="7" y="163"/>
                  </a:lnTo>
                  <a:lnTo>
                    <a:pt x="7" y="163"/>
                  </a:lnTo>
                  <a:lnTo>
                    <a:pt x="9" y="163"/>
                  </a:lnTo>
                  <a:lnTo>
                    <a:pt x="9" y="161"/>
                  </a:lnTo>
                  <a:lnTo>
                    <a:pt x="9" y="161"/>
                  </a:lnTo>
                  <a:lnTo>
                    <a:pt x="9" y="163"/>
                  </a:lnTo>
                  <a:lnTo>
                    <a:pt x="9" y="163"/>
                  </a:lnTo>
                  <a:lnTo>
                    <a:pt x="9" y="163"/>
                  </a:lnTo>
                  <a:lnTo>
                    <a:pt x="9" y="163"/>
                  </a:lnTo>
                  <a:lnTo>
                    <a:pt x="12" y="163"/>
                  </a:lnTo>
                  <a:lnTo>
                    <a:pt x="12" y="163"/>
                  </a:lnTo>
                  <a:lnTo>
                    <a:pt x="12" y="163"/>
                  </a:lnTo>
                  <a:lnTo>
                    <a:pt x="14" y="163"/>
                  </a:lnTo>
                  <a:lnTo>
                    <a:pt x="14" y="163"/>
                  </a:lnTo>
                  <a:lnTo>
                    <a:pt x="14" y="161"/>
                  </a:lnTo>
                  <a:lnTo>
                    <a:pt x="14" y="161"/>
                  </a:lnTo>
                  <a:lnTo>
                    <a:pt x="14" y="161"/>
                  </a:lnTo>
                  <a:lnTo>
                    <a:pt x="14" y="163"/>
                  </a:lnTo>
                  <a:lnTo>
                    <a:pt x="16" y="163"/>
                  </a:lnTo>
                  <a:lnTo>
                    <a:pt x="16" y="161"/>
                  </a:lnTo>
                  <a:lnTo>
                    <a:pt x="16" y="161"/>
                  </a:lnTo>
                  <a:lnTo>
                    <a:pt x="16" y="161"/>
                  </a:lnTo>
                  <a:lnTo>
                    <a:pt x="19" y="161"/>
                  </a:lnTo>
                  <a:lnTo>
                    <a:pt x="19" y="163"/>
                  </a:lnTo>
                  <a:lnTo>
                    <a:pt x="19" y="163"/>
                  </a:lnTo>
                  <a:lnTo>
                    <a:pt x="21" y="163"/>
                  </a:lnTo>
                  <a:lnTo>
                    <a:pt x="21" y="161"/>
                  </a:lnTo>
                  <a:lnTo>
                    <a:pt x="21" y="161"/>
                  </a:lnTo>
                  <a:lnTo>
                    <a:pt x="21" y="161"/>
                  </a:lnTo>
                  <a:lnTo>
                    <a:pt x="21" y="159"/>
                  </a:lnTo>
                  <a:lnTo>
                    <a:pt x="21" y="159"/>
                  </a:lnTo>
                  <a:lnTo>
                    <a:pt x="21" y="156"/>
                  </a:lnTo>
                  <a:lnTo>
                    <a:pt x="21" y="156"/>
                  </a:lnTo>
                  <a:lnTo>
                    <a:pt x="21" y="154"/>
                  </a:lnTo>
                  <a:lnTo>
                    <a:pt x="21" y="154"/>
                  </a:lnTo>
                  <a:lnTo>
                    <a:pt x="21" y="151"/>
                  </a:lnTo>
                  <a:lnTo>
                    <a:pt x="21" y="151"/>
                  </a:lnTo>
                  <a:lnTo>
                    <a:pt x="19" y="151"/>
                  </a:lnTo>
                  <a:lnTo>
                    <a:pt x="19" y="151"/>
                  </a:lnTo>
                  <a:lnTo>
                    <a:pt x="19" y="149"/>
                  </a:lnTo>
                  <a:lnTo>
                    <a:pt x="19" y="149"/>
                  </a:lnTo>
                  <a:lnTo>
                    <a:pt x="19" y="149"/>
                  </a:lnTo>
                  <a:lnTo>
                    <a:pt x="19" y="147"/>
                  </a:lnTo>
                  <a:lnTo>
                    <a:pt x="19" y="147"/>
                  </a:lnTo>
                  <a:lnTo>
                    <a:pt x="16" y="147"/>
                  </a:lnTo>
                  <a:lnTo>
                    <a:pt x="16" y="144"/>
                  </a:lnTo>
                  <a:lnTo>
                    <a:pt x="16" y="144"/>
                  </a:lnTo>
                  <a:lnTo>
                    <a:pt x="16" y="144"/>
                  </a:lnTo>
                  <a:lnTo>
                    <a:pt x="16" y="142"/>
                  </a:lnTo>
                  <a:lnTo>
                    <a:pt x="16" y="142"/>
                  </a:lnTo>
                  <a:lnTo>
                    <a:pt x="16" y="142"/>
                  </a:lnTo>
                  <a:lnTo>
                    <a:pt x="16" y="142"/>
                  </a:lnTo>
                  <a:lnTo>
                    <a:pt x="16" y="140"/>
                  </a:lnTo>
                  <a:lnTo>
                    <a:pt x="19" y="140"/>
                  </a:lnTo>
                  <a:lnTo>
                    <a:pt x="19" y="140"/>
                  </a:lnTo>
                  <a:lnTo>
                    <a:pt x="16" y="140"/>
                  </a:lnTo>
                  <a:lnTo>
                    <a:pt x="16" y="137"/>
                  </a:lnTo>
                  <a:lnTo>
                    <a:pt x="16" y="137"/>
                  </a:lnTo>
                  <a:lnTo>
                    <a:pt x="16" y="137"/>
                  </a:lnTo>
                  <a:lnTo>
                    <a:pt x="14" y="137"/>
                  </a:lnTo>
                  <a:lnTo>
                    <a:pt x="14" y="137"/>
                  </a:lnTo>
                  <a:lnTo>
                    <a:pt x="14" y="137"/>
                  </a:lnTo>
                  <a:lnTo>
                    <a:pt x="14" y="137"/>
                  </a:lnTo>
                  <a:lnTo>
                    <a:pt x="14" y="137"/>
                  </a:lnTo>
                  <a:lnTo>
                    <a:pt x="12" y="137"/>
                  </a:lnTo>
                  <a:lnTo>
                    <a:pt x="12" y="137"/>
                  </a:lnTo>
                  <a:lnTo>
                    <a:pt x="9" y="137"/>
                  </a:lnTo>
                  <a:lnTo>
                    <a:pt x="9" y="140"/>
                  </a:lnTo>
                  <a:lnTo>
                    <a:pt x="9" y="140"/>
                  </a:lnTo>
                  <a:lnTo>
                    <a:pt x="9" y="140"/>
                  </a:lnTo>
                  <a:lnTo>
                    <a:pt x="9" y="140"/>
                  </a:lnTo>
                  <a:lnTo>
                    <a:pt x="7" y="140"/>
                  </a:lnTo>
                  <a:lnTo>
                    <a:pt x="7" y="140"/>
                  </a:lnTo>
                  <a:lnTo>
                    <a:pt x="7" y="140"/>
                  </a:lnTo>
                  <a:lnTo>
                    <a:pt x="7" y="140"/>
                  </a:lnTo>
                  <a:lnTo>
                    <a:pt x="5" y="140"/>
                  </a:lnTo>
                  <a:lnTo>
                    <a:pt x="5" y="137"/>
                  </a:lnTo>
                  <a:lnTo>
                    <a:pt x="5" y="137"/>
                  </a:lnTo>
                  <a:lnTo>
                    <a:pt x="5" y="137"/>
                  </a:lnTo>
                  <a:lnTo>
                    <a:pt x="5" y="135"/>
                  </a:lnTo>
                  <a:lnTo>
                    <a:pt x="5" y="135"/>
                  </a:lnTo>
                  <a:lnTo>
                    <a:pt x="5" y="132"/>
                  </a:lnTo>
                  <a:lnTo>
                    <a:pt x="5" y="132"/>
                  </a:lnTo>
                  <a:lnTo>
                    <a:pt x="5" y="130"/>
                  </a:lnTo>
                  <a:lnTo>
                    <a:pt x="2" y="130"/>
                  </a:lnTo>
                  <a:lnTo>
                    <a:pt x="2" y="130"/>
                  </a:lnTo>
                  <a:lnTo>
                    <a:pt x="2" y="130"/>
                  </a:lnTo>
                  <a:lnTo>
                    <a:pt x="2" y="130"/>
                  </a:lnTo>
                  <a:lnTo>
                    <a:pt x="2" y="128"/>
                  </a:lnTo>
                  <a:lnTo>
                    <a:pt x="2" y="128"/>
                  </a:lnTo>
                  <a:lnTo>
                    <a:pt x="2" y="125"/>
                  </a:lnTo>
                  <a:lnTo>
                    <a:pt x="2" y="125"/>
                  </a:lnTo>
                  <a:lnTo>
                    <a:pt x="5" y="125"/>
                  </a:lnTo>
                  <a:lnTo>
                    <a:pt x="5" y="125"/>
                  </a:lnTo>
                  <a:lnTo>
                    <a:pt x="5" y="123"/>
                  </a:lnTo>
                  <a:lnTo>
                    <a:pt x="5" y="123"/>
                  </a:lnTo>
                  <a:lnTo>
                    <a:pt x="5" y="123"/>
                  </a:lnTo>
                  <a:lnTo>
                    <a:pt x="5" y="121"/>
                  </a:lnTo>
                  <a:lnTo>
                    <a:pt x="5" y="121"/>
                  </a:lnTo>
                  <a:lnTo>
                    <a:pt x="2" y="121"/>
                  </a:lnTo>
                  <a:lnTo>
                    <a:pt x="2" y="121"/>
                  </a:lnTo>
                  <a:lnTo>
                    <a:pt x="2" y="121"/>
                  </a:lnTo>
                  <a:lnTo>
                    <a:pt x="2" y="121"/>
                  </a:lnTo>
                  <a:lnTo>
                    <a:pt x="2" y="118"/>
                  </a:lnTo>
                  <a:lnTo>
                    <a:pt x="2" y="118"/>
                  </a:lnTo>
                  <a:lnTo>
                    <a:pt x="2" y="118"/>
                  </a:lnTo>
                  <a:lnTo>
                    <a:pt x="2" y="116"/>
                  </a:lnTo>
                  <a:lnTo>
                    <a:pt x="0" y="116"/>
                  </a:lnTo>
                  <a:lnTo>
                    <a:pt x="0" y="116"/>
                  </a:lnTo>
                  <a:lnTo>
                    <a:pt x="2" y="116"/>
                  </a:lnTo>
                  <a:lnTo>
                    <a:pt x="2" y="114"/>
                  </a:lnTo>
                  <a:lnTo>
                    <a:pt x="2" y="114"/>
                  </a:lnTo>
                  <a:lnTo>
                    <a:pt x="2" y="114"/>
                  </a:lnTo>
                  <a:lnTo>
                    <a:pt x="2" y="114"/>
                  </a:lnTo>
                  <a:lnTo>
                    <a:pt x="2" y="114"/>
                  </a:lnTo>
                  <a:lnTo>
                    <a:pt x="5" y="114"/>
                  </a:lnTo>
                  <a:lnTo>
                    <a:pt x="5" y="116"/>
                  </a:lnTo>
                  <a:lnTo>
                    <a:pt x="5" y="116"/>
                  </a:lnTo>
                  <a:lnTo>
                    <a:pt x="5" y="114"/>
                  </a:lnTo>
                  <a:lnTo>
                    <a:pt x="7" y="114"/>
                  </a:lnTo>
                  <a:lnTo>
                    <a:pt x="7" y="116"/>
                  </a:lnTo>
                  <a:lnTo>
                    <a:pt x="7" y="116"/>
                  </a:lnTo>
                  <a:lnTo>
                    <a:pt x="7" y="114"/>
                  </a:lnTo>
                  <a:lnTo>
                    <a:pt x="7" y="114"/>
                  </a:lnTo>
                  <a:lnTo>
                    <a:pt x="7" y="114"/>
                  </a:lnTo>
                  <a:lnTo>
                    <a:pt x="7" y="111"/>
                  </a:lnTo>
                  <a:lnTo>
                    <a:pt x="9" y="111"/>
                  </a:lnTo>
                  <a:lnTo>
                    <a:pt x="9" y="111"/>
                  </a:lnTo>
                  <a:lnTo>
                    <a:pt x="9" y="111"/>
                  </a:lnTo>
                  <a:lnTo>
                    <a:pt x="9" y="111"/>
                  </a:lnTo>
                  <a:lnTo>
                    <a:pt x="9" y="111"/>
                  </a:lnTo>
                  <a:lnTo>
                    <a:pt x="9" y="109"/>
                  </a:lnTo>
                  <a:lnTo>
                    <a:pt x="9" y="109"/>
                  </a:lnTo>
                  <a:lnTo>
                    <a:pt x="9" y="109"/>
                  </a:lnTo>
                  <a:lnTo>
                    <a:pt x="9" y="106"/>
                  </a:lnTo>
                  <a:lnTo>
                    <a:pt x="9" y="106"/>
                  </a:lnTo>
                  <a:lnTo>
                    <a:pt x="9" y="106"/>
                  </a:lnTo>
                  <a:lnTo>
                    <a:pt x="9" y="104"/>
                  </a:lnTo>
                  <a:lnTo>
                    <a:pt x="9" y="104"/>
                  </a:lnTo>
                  <a:lnTo>
                    <a:pt x="9" y="102"/>
                  </a:lnTo>
                  <a:lnTo>
                    <a:pt x="12" y="102"/>
                  </a:lnTo>
                  <a:lnTo>
                    <a:pt x="12" y="102"/>
                  </a:lnTo>
                  <a:lnTo>
                    <a:pt x="12" y="102"/>
                  </a:lnTo>
                  <a:lnTo>
                    <a:pt x="12" y="99"/>
                  </a:lnTo>
                  <a:lnTo>
                    <a:pt x="12" y="99"/>
                  </a:lnTo>
                  <a:lnTo>
                    <a:pt x="12" y="99"/>
                  </a:lnTo>
                  <a:lnTo>
                    <a:pt x="14" y="99"/>
                  </a:lnTo>
                  <a:lnTo>
                    <a:pt x="14" y="97"/>
                  </a:lnTo>
                  <a:lnTo>
                    <a:pt x="14" y="97"/>
                  </a:lnTo>
                  <a:lnTo>
                    <a:pt x="14" y="97"/>
                  </a:lnTo>
                  <a:lnTo>
                    <a:pt x="14" y="97"/>
                  </a:lnTo>
                  <a:lnTo>
                    <a:pt x="14" y="95"/>
                  </a:lnTo>
                  <a:lnTo>
                    <a:pt x="14" y="95"/>
                  </a:lnTo>
                  <a:lnTo>
                    <a:pt x="14" y="95"/>
                  </a:lnTo>
                  <a:lnTo>
                    <a:pt x="14" y="92"/>
                  </a:lnTo>
                  <a:lnTo>
                    <a:pt x="14" y="92"/>
                  </a:lnTo>
                  <a:lnTo>
                    <a:pt x="14" y="92"/>
                  </a:lnTo>
                  <a:lnTo>
                    <a:pt x="14" y="92"/>
                  </a:lnTo>
                  <a:lnTo>
                    <a:pt x="14" y="90"/>
                  </a:lnTo>
                  <a:lnTo>
                    <a:pt x="14" y="90"/>
                  </a:lnTo>
                  <a:lnTo>
                    <a:pt x="14" y="90"/>
                  </a:lnTo>
                  <a:lnTo>
                    <a:pt x="14" y="87"/>
                  </a:lnTo>
                  <a:lnTo>
                    <a:pt x="14" y="87"/>
                  </a:lnTo>
                  <a:lnTo>
                    <a:pt x="14" y="87"/>
                  </a:lnTo>
                  <a:lnTo>
                    <a:pt x="14" y="85"/>
                  </a:lnTo>
                  <a:lnTo>
                    <a:pt x="14" y="85"/>
                  </a:lnTo>
                  <a:lnTo>
                    <a:pt x="14" y="83"/>
                  </a:lnTo>
                  <a:lnTo>
                    <a:pt x="14" y="83"/>
                  </a:lnTo>
                  <a:lnTo>
                    <a:pt x="14" y="83"/>
                  </a:lnTo>
                  <a:lnTo>
                    <a:pt x="14" y="83"/>
                  </a:lnTo>
                  <a:lnTo>
                    <a:pt x="14" y="80"/>
                  </a:lnTo>
                  <a:lnTo>
                    <a:pt x="14" y="80"/>
                  </a:lnTo>
                  <a:lnTo>
                    <a:pt x="14" y="78"/>
                  </a:lnTo>
                  <a:lnTo>
                    <a:pt x="14" y="78"/>
                  </a:lnTo>
                  <a:lnTo>
                    <a:pt x="14" y="78"/>
                  </a:lnTo>
                  <a:lnTo>
                    <a:pt x="16" y="78"/>
                  </a:lnTo>
                  <a:lnTo>
                    <a:pt x="16" y="76"/>
                  </a:lnTo>
                  <a:lnTo>
                    <a:pt x="16" y="76"/>
                  </a:lnTo>
                  <a:lnTo>
                    <a:pt x="16" y="76"/>
                  </a:lnTo>
                  <a:lnTo>
                    <a:pt x="16" y="76"/>
                  </a:lnTo>
                  <a:lnTo>
                    <a:pt x="16" y="73"/>
                  </a:lnTo>
                  <a:lnTo>
                    <a:pt x="16" y="73"/>
                  </a:lnTo>
                  <a:lnTo>
                    <a:pt x="19" y="73"/>
                  </a:lnTo>
                  <a:lnTo>
                    <a:pt x="19" y="71"/>
                  </a:lnTo>
                  <a:lnTo>
                    <a:pt x="19" y="71"/>
                  </a:lnTo>
                  <a:lnTo>
                    <a:pt x="19" y="71"/>
                  </a:lnTo>
                  <a:lnTo>
                    <a:pt x="19" y="71"/>
                  </a:lnTo>
                  <a:lnTo>
                    <a:pt x="21" y="71"/>
                  </a:lnTo>
                  <a:lnTo>
                    <a:pt x="21" y="68"/>
                  </a:lnTo>
                  <a:lnTo>
                    <a:pt x="21" y="68"/>
                  </a:lnTo>
                  <a:lnTo>
                    <a:pt x="21" y="68"/>
                  </a:lnTo>
                  <a:lnTo>
                    <a:pt x="21" y="66"/>
                  </a:lnTo>
                  <a:lnTo>
                    <a:pt x="21" y="66"/>
                  </a:lnTo>
                  <a:lnTo>
                    <a:pt x="21" y="66"/>
                  </a:lnTo>
                  <a:lnTo>
                    <a:pt x="23" y="66"/>
                  </a:lnTo>
                  <a:lnTo>
                    <a:pt x="23" y="64"/>
                  </a:lnTo>
                  <a:lnTo>
                    <a:pt x="23" y="64"/>
                  </a:lnTo>
                  <a:lnTo>
                    <a:pt x="23" y="64"/>
                  </a:lnTo>
                  <a:lnTo>
                    <a:pt x="23" y="61"/>
                  </a:lnTo>
                  <a:lnTo>
                    <a:pt x="23" y="61"/>
                  </a:lnTo>
                  <a:lnTo>
                    <a:pt x="23" y="61"/>
                  </a:lnTo>
                  <a:lnTo>
                    <a:pt x="23" y="59"/>
                  </a:lnTo>
                  <a:lnTo>
                    <a:pt x="23" y="59"/>
                  </a:lnTo>
                  <a:lnTo>
                    <a:pt x="23" y="57"/>
                  </a:lnTo>
                  <a:lnTo>
                    <a:pt x="23" y="57"/>
                  </a:lnTo>
                  <a:lnTo>
                    <a:pt x="23" y="54"/>
                  </a:lnTo>
                  <a:lnTo>
                    <a:pt x="23" y="54"/>
                  </a:lnTo>
                  <a:lnTo>
                    <a:pt x="23" y="54"/>
                  </a:lnTo>
                  <a:lnTo>
                    <a:pt x="23" y="52"/>
                  </a:lnTo>
                  <a:lnTo>
                    <a:pt x="23" y="52"/>
                  </a:lnTo>
                  <a:lnTo>
                    <a:pt x="23" y="52"/>
                  </a:lnTo>
                  <a:lnTo>
                    <a:pt x="21" y="52"/>
                  </a:lnTo>
                  <a:lnTo>
                    <a:pt x="21" y="52"/>
                  </a:lnTo>
                  <a:lnTo>
                    <a:pt x="21" y="52"/>
                  </a:lnTo>
                  <a:lnTo>
                    <a:pt x="21" y="52"/>
                  </a:lnTo>
                  <a:lnTo>
                    <a:pt x="21" y="52"/>
                  </a:lnTo>
                  <a:lnTo>
                    <a:pt x="21" y="50"/>
                  </a:lnTo>
                  <a:lnTo>
                    <a:pt x="21" y="50"/>
                  </a:lnTo>
                  <a:lnTo>
                    <a:pt x="21" y="50"/>
                  </a:lnTo>
                  <a:lnTo>
                    <a:pt x="21" y="47"/>
                  </a:lnTo>
                  <a:lnTo>
                    <a:pt x="21" y="47"/>
                  </a:lnTo>
                  <a:lnTo>
                    <a:pt x="23" y="47"/>
                  </a:lnTo>
                  <a:lnTo>
                    <a:pt x="23" y="50"/>
                  </a:lnTo>
                  <a:lnTo>
                    <a:pt x="23" y="50"/>
                  </a:lnTo>
                  <a:lnTo>
                    <a:pt x="23" y="50"/>
                  </a:lnTo>
                  <a:lnTo>
                    <a:pt x="23" y="50"/>
                  </a:lnTo>
                  <a:lnTo>
                    <a:pt x="23" y="52"/>
                  </a:lnTo>
                  <a:lnTo>
                    <a:pt x="26" y="52"/>
                  </a:lnTo>
                  <a:lnTo>
                    <a:pt x="26" y="50"/>
                  </a:lnTo>
                  <a:lnTo>
                    <a:pt x="26" y="50"/>
                  </a:lnTo>
                  <a:lnTo>
                    <a:pt x="26" y="50"/>
                  </a:lnTo>
                  <a:lnTo>
                    <a:pt x="26" y="47"/>
                  </a:lnTo>
                  <a:lnTo>
                    <a:pt x="26" y="47"/>
                  </a:lnTo>
                  <a:lnTo>
                    <a:pt x="26" y="47"/>
                  </a:lnTo>
                  <a:lnTo>
                    <a:pt x="26" y="45"/>
                  </a:lnTo>
                  <a:lnTo>
                    <a:pt x="23" y="45"/>
                  </a:lnTo>
                  <a:lnTo>
                    <a:pt x="23" y="45"/>
                  </a:lnTo>
                  <a:lnTo>
                    <a:pt x="23" y="45"/>
                  </a:lnTo>
                  <a:lnTo>
                    <a:pt x="23" y="42"/>
                  </a:lnTo>
                  <a:lnTo>
                    <a:pt x="23" y="42"/>
                  </a:lnTo>
                  <a:lnTo>
                    <a:pt x="23" y="42"/>
                  </a:lnTo>
                  <a:lnTo>
                    <a:pt x="26" y="42"/>
                  </a:lnTo>
                  <a:lnTo>
                    <a:pt x="26" y="42"/>
                  </a:lnTo>
                  <a:lnTo>
                    <a:pt x="26" y="40"/>
                  </a:lnTo>
                  <a:lnTo>
                    <a:pt x="26" y="40"/>
                  </a:lnTo>
                  <a:lnTo>
                    <a:pt x="26" y="38"/>
                  </a:lnTo>
                  <a:lnTo>
                    <a:pt x="26" y="38"/>
                  </a:lnTo>
                  <a:lnTo>
                    <a:pt x="26" y="38"/>
                  </a:lnTo>
                  <a:lnTo>
                    <a:pt x="26" y="35"/>
                  </a:lnTo>
                  <a:lnTo>
                    <a:pt x="26" y="35"/>
                  </a:lnTo>
                  <a:lnTo>
                    <a:pt x="26" y="35"/>
                  </a:lnTo>
                  <a:lnTo>
                    <a:pt x="26" y="35"/>
                  </a:lnTo>
                  <a:lnTo>
                    <a:pt x="28" y="35"/>
                  </a:lnTo>
                  <a:lnTo>
                    <a:pt x="28" y="35"/>
                  </a:lnTo>
                  <a:lnTo>
                    <a:pt x="28" y="35"/>
                  </a:lnTo>
                  <a:lnTo>
                    <a:pt x="28" y="35"/>
                  </a:lnTo>
                  <a:lnTo>
                    <a:pt x="28" y="35"/>
                  </a:lnTo>
                  <a:lnTo>
                    <a:pt x="28" y="33"/>
                  </a:lnTo>
                  <a:lnTo>
                    <a:pt x="28" y="33"/>
                  </a:lnTo>
                  <a:lnTo>
                    <a:pt x="28" y="33"/>
                  </a:lnTo>
                  <a:lnTo>
                    <a:pt x="28" y="31"/>
                  </a:lnTo>
                  <a:lnTo>
                    <a:pt x="28" y="31"/>
                  </a:lnTo>
                  <a:lnTo>
                    <a:pt x="31" y="31"/>
                  </a:lnTo>
                  <a:lnTo>
                    <a:pt x="31" y="28"/>
                  </a:lnTo>
                  <a:lnTo>
                    <a:pt x="31" y="28"/>
                  </a:lnTo>
                  <a:lnTo>
                    <a:pt x="31" y="31"/>
                  </a:lnTo>
                  <a:lnTo>
                    <a:pt x="33" y="31"/>
                  </a:lnTo>
                  <a:lnTo>
                    <a:pt x="33" y="28"/>
                  </a:lnTo>
                  <a:lnTo>
                    <a:pt x="33" y="28"/>
                  </a:lnTo>
                  <a:lnTo>
                    <a:pt x="33" y="28"/>
                  </a:lnTo>
                  <a:lnTo>
                    <a:pt x="33" y="28"/>
                  </a:lnTo>
                  <a:lnTo>
                    <a:pt x="33" y="26"/>
                  </a:lnTo>
                  <a:lnTo>
                    <a:pt x="33" y="26"/>
                  </a:lnTo>
                  <a:lnTo>
                    <a:pt x="33" y="23"/>
                  </a:lnTo>
                  <a:lnTo>
                    <a:pt x="33" y="23"/>
                  </a:lnTo>
                  <a:lnTo>
                    <a:pt x="35" y="23"/>
                  </a:lnTo>
                  <a:lnTo>
                    <a:pt x="35" y="23"/>
                  </a:lnTo>
                  <a:lnTo>
                    <a:pt x="35" y="23"/>
                  </a:lnTo>
                  <a:lnTo>
                    <a:pt x="35" y="23"/>
                  </a:lnTo>
                  <a:lnTo>
                    <a:pt x="35" y="21"/>
                  </a:lnTo>
                  <a:lnTo>
                    <a:pt x="38" y="21"/>
                  </a:lnTo>
                  <a:lnTo>
                    <a:pt x="38" y="21"/>
                  </a:lnTo>
                  <a:lnTo>
                    <a:pt x="38" y="23"/>
                  </a:lnTo>
                  <a:lnTo>
                    <a:pt x="38" y="23"/>
                  </a:lnTo>
                  <a:lnTo>
                    <a:pt x="38" y="23"/>
                  </a:lnTo>
                  <a:lnTo>
                    <a:pt x="38" y="23"/>
                  </a:lnTo>
                  <a:lnTo>
                    <a:pt x="38" y="26"/>
                  </a:lnTo>
                  <a:lnTo>
                    <a:pt x="38" y="26"/>
                  </a:lnTo>
                  <a:lnTo>
                    <a:pt x="38" y="26"/>
                  </a:lnTo>
                  <a:lnTo>
                    <a:pt x="38" y="28"/>
                  </a:lnTo>
                  <a:lnTo>
                    <a:pt x="38" y="28"/>
                  </a:lnTo>
                  <a:lnTo>
                    <a:pt x="40" y="28"/>
                  </a:lnTo>
                  <a:lnTo>
                    <a:pt x="40" y="28"/>
                  </a:lnTo>
                  <a:lnTo>
                    <a:pt x="40" y="28"/>
                  </a:lnTo>
                  <a:lnTo>
                    <a:pt x="40" y="28"/>
                  </a:lnTo>
                  <a:lnTo>
                    <a:pt x="40" y="28"/>
                  </a:lnTo>
                  <a:lnTo>
                    <a:pt x="42" y="28"/>
                  </a:lnTo>
                  <a:lnTo>
                    <a:pt x="42" y="28"/>
                  </a:lnTo>
                  <a:lnTo>
                    <a:pt x="42" y="26"/>
                  </a:lnTo>
                  <a:lnTo>
                    <a:pt x="42" y="26"/>
                  </a:lnTo>
                  <a:lnTo>
                    <a:pt x="42" y="26"/>
                  </a:lnTo>
                  <a:lnTo>
                    <a:pt x="42" y="23"/>
                  </a:lnTo>
                  <a:lnTo>
                    <a:pt x="42" y="23"/>
                  </a:lnTo>
                  <a:lnTo>
                    <a:pt x="42" y="23"/>
                  </a:lnTo>
                  <a:lnTo>
                    <a:pt x="42" y="23"/>
                  </a:lnTo>
                  <a:lnTo>
                    <a:pt x="42" y="23"/>
                  </a:lnTo>
                  <a:lnTo>
                    <a:pt x="42" y="23"/>
                  </a:lnTo>
                  <a:lnTo>
                    <a:pt x="42" y="21"/>
                  </a:lnTo>
                  <a:lnTo>
                    <a:pt x="42" y="21"/>
                  </a:lnTo>
                  <a:lnTo>
                    <a:pt x="42" y="21"/>
                  </a:lnTo>
                  <a:lnTo>
                    <a:pt x="45" y="21"/>
                  </a:lnTo>
                  <a:lnTo>
                    <a:pt x="45" y="23"/>
                  </a:lnTo>
                  <a:lnTo>
                    <a:pt x="45" y="23"/>
                  </a:lnTo>
                  <a:lnTo>
                    <a:pt x="45" y="21"/>
                  </a:lnTo>
                  <a:lnTo>
                    <a:pt x="45" y="21"/>
                  </a:lnTo>
                  <a:lnTo>
                    <a:pt x="45" y="19"/>
                  </a:lnTo>
                  <a:lnTo>
                    <a:pt x="45" y="19"/>
                  </a:lnTo>
                  <a:lnTo>
                    <a:pt x="45" y="19"/>
                  </a:lnTo>
                  <a:lnTo>
                    <a:pt x="45" y="16"/>
                  </a:lnTo>
                  <a:lnTo>
                    <a:pt x="45" y="16"/>
                  </a:lnTo>
                  <a:lnTo>
                    <a:pt x="45" y="16"/>
                  </a:lnTo>
                  <a:lnTo>
                    <a:pt x="47" y="16"/>
                  </a:lnTo>
                  <a:lnTo>
                    <a:pt x="47" y="14"/>
                  </a:lnTo>
                  <a:lnTo>
                    <a:pt x="47" y="14"/>
                  </a:lnTo>
                  <a:lnTo>
                    <a:pt x="47" y="14"/>
                  </a:lnTo>
                  <a:lnTo>
                    <a:pt x="47" y="14"/>
                  </a:lnTo>
                  <a:lnTo>
                    <a:pt x="49" y="14"/>
                  </a:lnTo>
                  <a:lnTo>
                    <a:pt x="49" y="14"/>
                  </a:lnTo>
                  <a:lnTo>
                    <a:pt x="49" y="14"/>
                  </a:lnTo>
                  <a:lnTo>
                    <a:pt x="52" y="14"/>
                  </a:lnTo>
                  <a:lnTo>
                    <a:pt x="52" y="14"/>
                  </a:lnTo>
                  <a:lnTo>
                    <a:pt x="52" y="14"/>
                  </a:lnTo>
                  <a:lnTo>
                    <a:pt x="54" y="14"/>
                  </a:lnTo>
                  <a:lnTo>
                    <a:pt x="54" y="14"/>
                  </a:lnTo>
                  <a:lnTo>
                    <a:pt x="54" y="16"/>
                  </a:lnTo>
                  <a:lnTo>
                    <a:pt x="54" y="16"/>
                  </a:lnTo>
                  <a:lnTo>
                    <a:pt x="57" y="16"/>
                  </a:lnTo>
                  <a:lnTo>
                    <a:pt x="57" y="16"/>
                  </a:lnTo>
                  <a:lnTo>
                    <a:pt x="57" y="16"/>
                  </a:lnTo>
                  <a:lnTo>
                    <a:pt x="57" y="16"/>
                  </a:lnTo>
                  <a:lnTo>
                    <a:pt x="57" y="16"/>
                  </a:lnTo>
                  <a:lnTo>
                    <a:pt x="57" y="14"/>
                  </a:lnTo>
                  <a:lnTo>
                    <a:pt x="59" y="14"/>
                  </a:lnTo>
                  <a:lnTo>
                    <a:pt x="59" y="14"/>
                  </a:lnTo>
                  <a:lnTo>
                    <a:pt x="61" y="14"/>
                  </a:lnTo>
                  <a:lnTo>
                    <a:pt x="61" y="14"/>
                  </a:lnTo>
                  <a:lnTo>
                    <a:pt x="61" y="16"/>
                  </a:lnTo>
                  <a:lnTo>
                    <a:pt x="61" y="16"/>
                  </a:lnTo>
                  <a:lnTo>
                    <a:pt x="61" y="16"/>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21"/>
                  </a:lnTo>
                  <a:lnTo>
                    <a:pt x="68" y="21"/>
                  </a:lnTo>
                  <a:lnTo>
                    <a:pt x="68" y="21"/>
                  </a:lnTo>
                  <a:lnTo>
                    <a:pt x="68" y="19"/>
                  </a:lnTo>
                  <a:lnTo>
                    <a:pt x="68" y="19"/>
                  </a:lnTo>
                  <a:lnTo>
                    <a:pt x="68" y="19"/>
                  </a:lnTo>
                  <a:lnTo>
                    <a:pt x="71" y="19"/>
                  </a:lnTo>
                  <a:lnTo>
                    <a:pt x="71" y="19"/>
                  </a:lnTo>
                  <a:lnTo>
                    <a:pt x="71" y="21"/>
                  </a:lnTo>
                  <a:lnTo>
                    <a:pt x="71" y="21"/>
                  </a:lnTo>
                  <a:lnTo>
                    <a:pt x="73" y="21"/>
                  </a:lnTo>
                  <a:lnTo>
                    <a:pt x="73" y="19"/>
                  </a:lnTo>
                  <a:lnTo>
                    <a:pt x="73" y="19"/>
                  </a:lnTo>
                  <a:lnTo>
                    <a:pt x="73" y="21"/>
                  </a:lnTo>
                  <a:lnTo>
                    <a:pt x="73" y="21"/>
                  </a:lnTo>
                  <a:lnTo>
                    <a:pt x="76" y="21"/>
                  </a:lnTo>
                  <a:lnTo>
                    <a:pt x="76" y="21"/>
                  </a:lnTo>
                  <a:lnTo>
                    <a:pt x="76" y="21"/>
                  </a:lnTo>
                  <a:lnTo>
                    <a:pt x="76" y="21"/>
                  </a:lnTo>
                  <a:lnTo>
                    <a:pt x="76" y="23"/>
                  </a:lnTo>
                  <a:lnTo>
                    <a:pt x="78" y="23"/>
                  </a:lnTo>
                  <a:lnTo>
                    <a:pt x="78" y="23"/>
                  </a:lnTo>
                  <a:lnTo>
                    <a:pt x="80" y="23"/>
                  </a:lnTo>
                  <a:lnTo>
                    <a:pt x="80" y="21"/>
                  </a:lnTo>
                  <a:lnTo>
                    <a:pt x="80" y="21"/>
                  </a:lnTo>
                  <a:lnTo>
                    <a:pt x="80" y="23"/>
                  </a:lnTo>
                  <a:lnTo>
                    <a:pt x="80" y="23"/>
                  </a:lnTo>
                  <a:lnTo>
                    <a:pt x="83" y="23"/>
                  </a:lnTo>
                  <a:lnTo>
                    <a:pt x="83" y="23"/>
                  </a:lnTo>
                  <a:lnTo>
                    <a:pt x="83" y="23"/>
                  </a:lnTo>
                  <a:lnTo>
                    <a:pt x="83" y="23"/>
                  </a:lnTo>
                  <a:lnTo>
                    <a:pt x="85" y="23"/>
                  </a:lnTo>
                  <a:lnTo>
                    <a:pt x="85" y="23"/>
                  </a:lnTo>
                  <a:lnTo>
                    <a:pt x="85" y="23"/>
                  </a:lnTo>
                  <a:lnTo>
                    <a:pt x="87" y="23"/>
                  </a:lnTo>
                  <a:lnTo>
                    <a:pt x="87" y="23"/>
                  </a:lnTo>
                  <a:lnTo>
                    <a:pt x="87" y="23"/>
                  </a:lnTo>
                  <a:lnTo>
                    <a:pt x="87" y="23"/>
                  </a:lnTo>
                  <a:lnTo>
                    <a:pt x="87" y="26"/>
                  </a:lnTo>
                  <a:lnTo>
                    <a:pt x="87" y="26"/>
                  </a:lnTo>
                  <a:lnTo>
                    <a:pt x="90" y="26"/>
                  </a:lnTo>
                  <a:lnTo>
                    <a:pt x="90" y="26"/>
                  </a:lnTo>
                  <a:lnTo>
                    <a:pt x="90" y="26"/>
                  </a:lnTo>
                  <a:lnTo>
                    <a:pt x="92" y="26"/>
                  </a:lnTo>
                  <a:lnTo>
                    <a:pt x="92" y="23"/>
                  </a:lnTo>
                  <a:lnTo>
                    <a:pt x="92" y="23"/>
                  </a:lnTo>
                  <a:lnTo>
                    <a:pt x="92" y="23"/>
                  </a:lnTo>
                  <a:lnTo>
                    <a:pt x="94" y="23"/>
                  </a:lnTo>
                  <a:lnTo>
                    <a:pt x="94" y="23"/>
                  </a:lnTo>
                  <a:lnTo>
                    <a:pt x="94" y="23"/>
                  </a:lnTo>
                  <a:lnTo>
                    <a:pt x="94" y="23"/>
                  </a:lnTo>
                  <a:lnTo>
                    <a:pt x="97" y="23"/>
                  </a:lnTo>
                  <a:lnTo>
                    <a:pt x="97" y="23"/>
                  </a:lnTo>
                  <a:lnTo>
                    <a:pt x="97" y="23"/>
                  </a:lnTo>
                  <a:lnTo>
                    <a:pt x="97" y="23"/>
                  </a:lnTo>
                  <a:lnTo>
                    <a:pt x="99" y="23"/>
                  </a:lnTo>
                  <a:lnTo>
                    <a:pt x="99" y="23"/>
                  </a:lnTo>
                  <a:lnTo>
                    <a:pt x="99" y="23"/>
                  </a:lnTo>
                  <a:lnTo>
                    <a:pt x="99" y="26"/>
                  </a:lnTo>
                  <a:lnTo>
                    <a:pt x="102" y="26"/>
                  </a:lnTo>
                  <a:lnTo>
                    <a:pt x="102" y="23"/>
                  </a:lnTo>
                  <a:lnTo>
                    <a:pt x="102" y="23"/>
                  </a:lnTo>
                  <a:lnTo>
                    <a:pt x="102" y="23"/>
                  </a:lnTo>
                  <a:lnTo>
                    <a:pt x="102" y="26"/>
                  </a:lnTo>
                  <a:lnTo>
                    <a:pt x="104" y="26"/>
                  </a:lnTo>
                  <a:lnTo>
                    <a:pt x="104" y="26"/>
                  </a:lnTo>
                  <a:lnTo>
                    <a:pt x="106" y="26"/>
                  </a:lnTo>
                  <a:lnTo>
                    <a:pt x="106" y="26"/>
                  </a:lnTo>
                  <a:lnTo>
                    <a:pt x="106" y="26"/>
                  </a:lnTo>
                  <a:lnTo>
                    <a:pt x="109" y="26"/>
                  </a:lnTo>
                  <a:lnTo>
                    <a:pt x="109" y="26"/>
                  </a:lnTo>
                  <a:lnTo>
                    <a:pt x="109" y="26"/>
                  </a:lnTo>
                  <a:lnTo>
                    <a:pt x="111" y="26"/>
                  </a:lnTo>
                  <a:lnTo>
                    <a:pt x="111" y="26"/>
                  </a:lnTo>
                  <a:lnTo>
                    <a:pt x="111" y="26"/>
                  </a:lnTo>
                  <a:lnTo>
                    <a:pt x="113" y="26"/>
                  </a:lnTo>
                  <a:lnTo>
                    <a:pt x="113" y="26"/>
                  </a:lnTo>
                  <a:lnTo>
                    <a:pt x="113" y="26"/>
                  </a:lnTo>
                  <a:lnTo>
                    <a:pt x="113" y="26"/>
                  </a:lnTo>
                  <a:lnTo>
                    <a:pt x="116" y="26"/>
                  </a:lnTo>
                  <a:lnTo>
                    <a:pt x="116" y="26"/>
                  </a:lnTo>
                  <a:lnTo>
                    <a:pt x="116" y="23"/>
                  </a:lnTo>
                  <a:lnTo>
                    <a:pt x="116" y="23"/>
                  </a:lnTo>
                  <a:lnTo>
                    <a:pt x="118" y="23"/>
                  </a:lnTo>
                  <a:lnTo>
                    <a:pt x="118" y="23"/>
                  </a:lnTo>
                  <a:lnTo>
                    <a:pt x="118" y="23"/>
                  </a:lnTo>
                  <a:lnTo>
                    <a:pt x="120" y="23"/>
                  </a:lnTo>
                  <a:lnTo>
                    <a:pt x="120" y="23"/>
                  </a:lnTo>
                  <a:lnTo>
                    <a:pt x="120" y="23"/>
                  </a:lnTo>
                  <a:lnTo>
                    <a:pt x="120" y="23"/>
                  </a:lnTo>
                  <a:lnTo>
                    <a:pt x="120" y="21"/>
                  </a:lnTo>
                  <a:lnTo>
                    <a:pt x="120" y="21"/>
                  </a:lnTo>
                  <a:lnTo>
                    <a:pt x="123" y="21"/>
                  </a:lnTo>
                  <a:lnTo>
                    <a:pt x="123" y="19"/>
                  </a:lnTo>
                  <a:lnTo>
                    <a:pt x="123" y="19"/>
                  </a:lnTo>
                  <a:lnTo>
                    <a:pt x="123" y="19"/>
                  </a:lnTo>
                  <a:lnTo>
                    <a:pt x="123" y="19"/>
                  </a:lnTo>
                  <a:lnTo>
                    <a:pt x="125" y="19"/>
                  </a:lnTo>
                  <a:lnTo>
                    <a:pt x="125" y="19"/>
                  </a:lnTo>
                  <a:lnTo>
                    <a:pt x="125" y="16"/>
                  </a:lnTo>
                  <a:lnTo>
                    <a:pt x="125" y="16"/>
                  </a:lnTo>
                  <a:lnTo>
                    <a:pt x="125" y="14"/>
                  </a:lnTo>
                  <a:lnTo>
                    <a:pt x="125" y="14"/>
                  </a:lnTo>
                  <a:lnTo>
                    <a:pt x="128" y="14"/>
                  </a:lnTo>
                  <a:lnTo>
                    <a:pt x="128" y="12"/>
                  </a:lnTo>
                  <a:lnTo>
                    <a:pt x="128" y="12"/>
                  </a:lnTo>
                  <a:lnTo>
                    <a:pt x="128" y="12"/>
                  </a:lnTo>
                  <a:lnTo>
                    <a:pt x="128" y="12"/>
                  </a:lnTo>
                  <a:lnTo>
                    <a:pt x="130" y="12"/>
                  </a:lnTo>
                  <a:lnTo>
                    <a:pt x="130" y="12"/>
                  </a:lnTo>
                  <a:lnTo>
                    <a:pt x="130" y="12"/>
                  </a:lnTo>
                  <a:lnTo>
                    <a:pt x="130" y="12"/>
                  </a:lnTo>
                  <a:lnTo>
                    <a:pt x="132" y="12"/>
                  </a:lnTo>
                  <a:lnTo>
                    <a:pt x="132" y="9"/>
                  </a:lnTo>
                  <a:lnTo>
                    <a:pt x="132" y="9"/>
                  </a:lnTo>
                  <a:lnTo>
                    <a:pt x="130" y="9"/>
                  </a:lnTo>
                  <a:lnTo>
                    <a:pt x="130" y="9"/>
                  </a:lnTo>
                  <a:lnTo>
                    <a:pt x="130" y="9"/>
                  </a:lnTo>
                  <a:lnTo>
                    <a:pt x="130" y="7"/>
                  </a:lnTo>
                  <a:lnTo>
                    <a:pt x="130" y="7"/>
                  </a:lnTo>
                  <a:lnTo>
                    <a:pt x="130" y="7"/>
                  </a:lnTo>
                  <a:lnTo>
                    <a:pt x="130" y="5"/>
                  </a:lnTo>
                  <a:lnTo>
                    <a:pt x="130" y="5"/>
                  </a:lnTo>
                  <a:lnTo>
                    <a:pt x="130" y="2"/>
                  </a:lnTo>
                  <a:lnTo>
                    <a:pt x="130" y="2"/>
                  </a:lnTo>
                  <a:lnTo>
                    <a:pt x="130" y="2"/>
                  </a:lnTo>
                  <a:lnTo>
                    <a:pt x="132" y="2"/>
                  </a:lnTo>
                  <a:lnTo>
                    <a:pt x="132" y="2"/>
                  </a:lnTo>
                  <a:lnTo>
                    <a:pt x="132" y="2"/>
                  </a:lnTo>
                  <a:lnTo>
                    <a:pt x="132" y="5"/>
                  </a:lnTo>
                  <a:lnTo>
                    <a:pt x="132" y="5"/>
                  </a:lnTo>
                  <a:lnTo>
                    <a:pt x="132" y="5"/>
                  </a:lnTo>
                  <a:lnTo>
                    <a:pt x="132" y="7"/>
                  </a:lnTo>
                  <a:lnTo>
                    <a:pt x="132" y="7"/>
                  </a:lnTo>
                  <a:lnTo>
                    <a:pt x="135" y="7"/>
                  </a:lnTo>
                  <a:lnTo>
                    <a:pt x="135" y="7"/>
                  </a:lnTo>
                  <a:lnTo>
                    <a:pt x="135" y="5"/>
                  </a:lnTo>
                  <a:lnTo>
                    <a:pt x="135" y="5"/>
                  </a:lnTo>
                  <a:lnTo>
                    <a:pt x="135" y="5"/>
                  </a:lnTo>
                  <a:lnTo>
                    <a:pt x="135" y="2"/>
                  </a:lnTo>
                  <a:lnTo>
                    <a:pt x="137" y="2"/>
                  </a:lnTo>
                  <a:lnTo>
                    <a:pt x="137" y="2"/>
                  </a:lnTo>
                  <a:lnTo>
                    <a:pt x="137" y="2"/>
                  </a:lnTo>
                  <a:lnTo>
                    <a:pt x="137" y="2"/>
                  </a:lnTo>
                  <a:lnTo>
                    <a:pt x="139" y="2"/>
                  </a:lnTo>
                  <a:lnTo>
                    <a:pt x="139" y="0"/>
                  </a:lnTo>
                  <a:lnTo>
                    <a:pt x="139" y="0"/>
                  </a:lnTo>
                  <a:lnTo>
                    <a:pt x="139" y="2"/>
                  </a:lnTo>
                  <a:lnTo>
                    <a:pt x="139" y="2"/>
                  </a:lnTo>
                  <a:lnTo>
                    <a:pt x="139" y="2"/>
                  </a:lnTo>
                  <a:lnTo>
                    <a:pt x="142" y="2"/>
                  </a:lnTo>
                  <a:lnTo>
                    <a:pt x="142" y="2"/>
                  </a:lnTo>
                  <a:lnTo>
                    <a:pt x="142" y="5"/>
                  </a:lnTo>
                  <a:lnTo>
                    <a:pt x="139" y="5"/>
                  </a:lnTo>
                  <a:lnTo>
                    <a:pt x="139" y="5"/>
                  </a:lnTo>
                  <a:lnTo>
                    <a:pt x="142" y="5"/>
                  </a:lnTo>
                  <a:lnTo>
                    <a:pt x="142" y="7"/>
                  </a:lnTo>
                  <a:lnTo>
                    <a:pt x="142" y="7"/>
                  </a:lnTo>
                  <a:lnTo>
                    <a:pt x="139" y="7"/>
                  </a:lnTo>
                  <a:lnTo>
                    <a:pt x="139" y="9"/>
                  </a:lnTo>
                  <a:lnTo>
                    <a:pt x="142" y="9"/>
                  </a:lnTo>
                  <a:lnTo>
                    <a:pt x="142" y="9"/>
                  </a:lnTo>
                  <a:lnTo>
                    <a:pt x="142" y="9"/>
                  </a:lnTo>
                  <a:lnTo>
                    <a:pt x="144" y="9"/>
                  </a:lnTo>
                  <a:lnTo>
                    <a:pt x="144" y="9"/>
                  </a:lnTo>
                  <a:lnTo>
                    <a:pt x="144" y="12"/>
                  </a:lnTo>
                  <a:lnTo>
                    <a:pt x="142" y="12"/>
                  </a:lnTo>
                  <a:lnTo>
                    <a:pt x="142" y="12"/>
                  </a:lnTo>
                  <a:lnTo>
                    <a:pt x="142" y="12"/>
                  </a:lnTo>
                  <a:lnTo>
                    <a:pt x="142" y="14"/>
                  </a:lnTo>
                  <a:lnTo>
                    <a:pt x="142" y="14"/>
                  </a:lnTo>
                  <a:lnTo>
                    <a:pt x="142" y="14"/>
                  </a:lnTo>
                  <a:lnTo>
                    <a:pt x="139" y="14"/>
                  </a:lnTo>
                  <a:lnTo>
                    <a:pt x="139" y="14"/>
                  </a:lnTo>
                  <a:lnTo>
                    <a:pt x="139" y="14"/>
                  </a:lnTo>
                  <a:lnTo>
                    <a:pt x="139" y="14"/>
                  </a:lnTo>
                  <a:lnTo>
                    <a:pt x="139" y="16"/>
                  </a:lnTo>
                  <a:lnTo>
                    <a:pt x="139" y="16"/>
                  </a:lnTo>
                  <a:lnTo>
                    <a:pt x="139" y="19"/>
                  </a:lnTo>
                  <a:lnTo>
                    <a:pt x="137" y="19"/>
                  </a:lnTo>
                  <a:lnTo>
                    <a:pt x="137" y="19"/>
                  </a:lnTo>
                  <a:lnTo>
                    <a:pt x="137" y="21"/>
                  </a:lnTo>
                  <a:lnTo>
                    <a:pt x="137" y="21"/>
                  </a:lnTo>
                  <a:lnTo>
                    <a:pt x="137" y="21"/>
                  </a:lnTo>
                  <a:lnTo>
                    <a:pt x="137" y="23"/>
                  </a:lnTo>
                  <a:lnTo>
                    <a:pt x="135" y="23"/>
                  </a:lnTo>
                  <a:lnTo>
                    <a:pt x="135" y="23"/>
                  </a:lnTo>
                  <a:lnTo>
                    <a:pt x="135" y="23"/>
                  </a:lnTo>
                  <a:lnTo>
                    <a:pt x="135" y="26"/>
                  </a:lnTo>
                  <a:lnTo>
                    <a:pt x="135" y="26"/>
                  </a:lnTo>
                  <a:lnTo>
                    <a:pt x="135" y="26"/>
                  </a:lnTo>
                  <a:lnTo>
                    <a:pt x="135" y="23"/>
                  </a:lnTo>
                  <a:lnTo>
                    <a:pt x="132" y="23"/>
                  </a:lnTo>
                  <a:lnTo>
                    <a:pt x="132" y="26"/>
                  </a:lnTo>
                  <a:lnTo>
                    <a:pt x="132" y="26"/>
                  </a:lnTo>
                  <a:lnTo>
                    <a:pt x="132" y="26"/>
                  </a:lnTo>
                  <a:lnTo>
                    <a:pt x="132" y="28"/>
                  </a:lnTo>
                  <a:lnTo>
                    <a:pt x="130" y="28"/>
                  </a:lnTo>
                  <a:lnTo>
                    <a:pt x="130" y="28"/>
                  </a:lnTo>
                  <a:lnTo>
                    <a:pt x="130" y="28"/>
                  </a:lnTo>
                  <a:lnTo>
                    <a:pt x="130" y="28"/>
                  </a:lnTo>
                  <a:lnTo>
                    <a:pt x="130" y="31"/>
                  </a:lnTo>
                  <a:lnTo>
                    <a:pt x="130" y="31"/>
                  </a:lnTo>
                  <a:lnTo>
                    <a:pt x="130" y="33"/>
                  </a:lnTo>
                  <a:lnTo>
                    <a:pt x="128" y="33"/>
                  </a:lnTo>
                  <a:lnTo>
                    <a:pt x="128" y="33"/>
                  </a:lnTo>
                  <a:lnTo>
                    <a:pt x="128" y="33"/>
                  </a:lnTo>
                  <a:lnTo>
                    <a:pt x="128" y="33"/>
                  </a:lnTo>
                  <a:lnTo>
                    <a:pt x="128" y="35"/>
                  </a:lnTo>
                  <a:lnTo>
                    <a:pt x="128" y="35"/>
                  </a:lnTo>
                  <a:lnTo>
                    <a:pt x="128" y="35"/>
                  </a:lnTo>
                  <a:lnTo>
                    <a:pt x="128" y="38"/>
                  </a:lnTo>
                  <a:lnTo>
                    <a:pt x="125" y="38"/>
                  </a:lnTo>
                  <a:lnTo>
                    <a:pt x="125" y="38"/>
                  </a:lnTo>
                  <a:lnTo>
                    <a:pt x="125" y="38"/>
                  </a:lnTo>
                  <a:lnTo>
                    <a:pt x="123" y="38"/>
                  </a:lnTo>
                  <a:lnTo>
                    <a:pt x="123" y="38"/>
                  </a:lnTo>
                  <a:lnTo>
                    <a:pt x="123" y="40"/>
                  </a:lnTo>
                  <a:lnTo>
                    <a:pt x="123" y="40"/>
                  </a:lnTo>
                  <a:lnTo>
                    <a:pt x="120" y="40"/>
                  </a:lnTo>
                  <a:lnTo>
                    <a:pt x="120" y="40"/>
                  </a:lnTo>
                  <a:lnTo>
                    <a:pt x="120" y="40"/>
                  </a:lnTo>
                  <a:lnTo>
                    <a:pt x="118" y="40"/>
                  </a:lnTo>
                  <a:lnTo>
                    <a:pt x="118" y="40"/>
                  </a:lnTo>
                  <a:lnTo>
                    <a:pt x="116" y="40"/>
                  </a:lnTo>
                  <a:lnTo>
                    <a:pt x="116" y="40"/>
                  </a:lnTo>
                  <a:lnTo>
                    <a:pt x="116" y="40"/>
                  </a:lnTo>
                  <a:lnTo>
                    <a:pt x="116" y="40"/>
                  </a:lnTo>
                  <a:lnTo>
                    <a:pt x="113" y="40"/>
                  </a:lnTo>
                  <a:lnTo>
                    <a:pt x="113" y="40"/>
                  </a:lnTo>
                  <a:lnTo>
                    <a:pt x="113" y="42"/>
                  </a:lnTo>
                  <a:lnTo>
                    <a:pt x="113" y="42"/>
                  </a:lnTo>
                  <a:lnTo>
                    <a:pt x="111" y="42"/>
                  </a:lnTo>
                  <a:lnTo>
                    <a:pt x="111" y="42"/>
                  </a:lnTo>
                  <a:lnTo>
                    <a:pt x="109" y="42"/>
                  </a:lnTo>
                  <a:lnTo>
                    <a:pt x="109" y="42"/>
                  </a:lnTo>
                  <a:lnTo>
                    <a:pt x="109" y="42"/>
                  </a:lnTo>
                  <a:lnTo>
                    <a:pt x="106" y="42"/>
                  </a:lnTo>
                  <a:lnTo>
                    <a:pt x="106" y="42"/>
                  </a:lnTo>
                  <a:lnTo>
                    <a:pt x="106" y="42"/>
                  </a:lnTo>
                  <a:lnTo>
                    <a:pt x="104" y="42"/>
                  </a:lnTo>
                  <a:lnTo>
                    <a:pt x="104" y="42"/>
                  </a:lnTo>
                  <a:lnTo>
                    <a:pt x="102" y="42"/>
                  </a:lnTo>
                  <a:lnTo>
                    <a:pt x="102" y="42"/>
                  </a:lnTo>
                  <a:lnTo>
                    <a:pt x="102" y="42"/>
                  </a:lnTo>
                  <a:lnTo>
                    <a:pt x="99" y="42"/>
                  </a:lnTo>
                  <a:lnTo>
                    <a:pt x="99" y="42"/>
                  </a:lnTo>
                  <a:lnTo>
                    <a:pt x="99" y="40"/>
                  </a:lnTo>
                  <a:lnTo>
                    <a:pt x="97" y="40"/>
                  </a:lnTo>
                  <a:lnTo>
                    <a:pt x="97" y="40"/>
                  </a:lnTo>
                  <a:lnTo>
                    <a:pt x="97" y="40"/>
                  </a:lnTo>
                  <a:lnTo>
                    <a:pt x="97" y="40"/>
                  </a:lnTo>
                  <a:lnTo>
                    <a:pt x="97" y="38"/>
                  </a:lnTo>
                  <a:lnTo>
                    <a:pt x="94" y="38"/>
                  </a:lnTo>
                  <a:lnTo>
                    <a:pt x="94" y="38"/>
                  </a:lnTo>
                  <a:lnTo>
                    <a:pt x="94" y="38"/>
                  </a:lnTo>
                  <a:lnTo>
                    <a:pt x="94" y="38"/>
                  </a:lnTo>
                  <a:lnTo>
                    <a:pt x="92" y="38"/>
                  </a:lnTo>
                  <a:lnTo>
                    <a:pt x="92" y="38"/>
                  </a:lnTo>
                  <a:lnTo>
                    <a:pt x="90" y="38"/>
                  </a:lnTo>
                  <a:lnTo>
                    <a:pt x="90" y="38"/>
                  </a:lnTo>
                  <a:lnTo>
                    <a:pt x="90" y="38"/>
                  </a:lnTo>
                  <a:lnTo>
                    <a:pt x="87" y="38"/>
                  </a:lnTo>
                  <a:lnTo>
                    <a:pt x="87" y="38"/>
                  </a:lnTo>
                  <a:lnTo>
                    <a:pt x="87" y="38"/>
                  </a:lnTo>
                  <a:lnTo>
                    <a:pt x="85" y="38"/>
                  </a:lnTo>
                  <a:lnTo>
                    <a:pt x="85" y="38"/>
                  </a:lnTo>
                  <a:lnTo>
                    <a:pt x="83" y="38"/>
                  </a:lnTo>
                  <a:lnTo>
                    <a:pt x="83" y="38"/>
                  </a:lnTo>
                  <a:lnTo>
                    <a:pt x="83" y="38"/>
                  </a:lnTo>
                  <a:lnTo>
                    <a:pt x="80" y="38"/>
                  </a:lnTo>
                  <a:lnTo>
                    <a:pt x="80" y="35"/>
                  </a:lnTo>
                  <a:lnTo>
                    <a:pt x="80" y="35"/>
                  </a:lnTo>
                  <a:lnTo>
                    <a:pt x="80" y="38"/>
                  </a:lnTo>
                  <a:lnTo>
                    <a:pt x="80" y="38"/>
                  </a:lnTo>
                  <a:lnTo>
                    <a:pt x="80" y="38"/>
                  </a:lnTo>
                  <a:lnTo>
                    <a:pt x="80" y="38"/>
                  </a:lnTo>
                  <a:lnTo>
                    <a:pt x="78" y="38"/>
                  </a:lnTo>
                  <a:lnTo>
                    <a:pt x="78" y="38"/>
                  </a:lnTo>
                  <a:lnTo>
                    <a:pt x="78" y="38"/>
                  </a:lnTo>
                  <a:lnTo>
                    <a:pt x="76" y="38"/>
                  </a:lnTo>
                  <a:lnTo>
                    <a:pt x="76" y="38"/>
                  </a:lnTo>
                  <a:lnTo>
                    <a:pt x="76" y="38"/>
                  </a:lnTo>
                  <a:lnTo>
                    <a:pt x="76" y="38"/>
                  </a:lnTo>
                  <a:lnTo>
                    <a:pt x="73" y="38"/>
                  </a:lnTo>
                  <a:lnTo>
                    <a:pt x="73" y="38"/>
                  </a:lnTo>
                  <a:lnTo>
                    <a:pt x="73" y="38"/>
                  </a:lnTo>
                  <a:lnTo>
                    <a:pt x="73" y="38"/>
                  </a:lnTo>
                  <a:lnTo>
                    <a:pt x="71" y="38"/>
                  </a:lnTo>
                  <a:lnTo>
                    <a:pt x="71" y="38"/>
                  </a:lnTo>
                  <a:lnTo>
                    <a:pt x="68" y="38"/>
                  </a:lnTo>
                  <a:lnTo>
                    <a:pt x="68" y="38"/>
                  </a:lnTo>
                  <a:lnTo>
                    <a:pt x="68" y="40"/>
                  </a:lnTo>
                  <a:lnTo>
                    <a:pt x="68" y="40"/>
                  </a:lnTo>
                  <a:lnTo>
                    <a:pt x="68" y="38"/>
                  </a:lnTo>
                  <a:lnTo>
                    <a:pt x="66" y="38"/>
                  </a:lnTo>
                  <a:lnTo>
                    <a:pt x="66" y="38"/>
                  </a:lnTo>
                  <a:lnTo>
                    <a:pt x="66" y="38"/>
                  </a:lnTo>
                  <a:lnTo>
                    <a:pt x="66" y="38"/>
                  </a:lnTo>
                  <a:lnTo>
                    <a:pt x="66" y="35"/>
                  </a:lnTo>
                  <a:lnTo>
                    <a:pt x="64" y="35"/>
                  </a:lnTo>
                  <a:lnTo>
                    <a:pt x="64" y="35"/>
                  </a:lnTo>
                  <a:lnTo>
                    <a:pt x="64" y="38"/>
                  </a:lnTo>
                  <a:lnTo>
                    <a:pt x="61" y="38"/>
                  </a:lnTo>
                  <a:lnTo>
                    <a:pt x="61" y="38"/>
                  </a:lnTo>
                  <a:lnTo>
                    <a:pt x="61" y="38"/>
                  </a:lnTo>
                  <a:lnTo>
                    <a:pt x="61" y="38"/>
                  </a:lnTo>
                  <a:lnTo>
                    <a:pt x="61" y="38"/>
                  </a:lnTo>
                  <a:lnTo>
                    <a:pt x="59" y="38"/>
                  </a:lnTo>
                  <a:lnTo>
                    <a:pt x="59" y="38"/>
                  </a:lnTo>
                  <a:lnTo>
                    <a:pt x="57" y="38"/>
                  </a:lnTo>
                  <a:lnTo>
                    <a:pt x="57" y="38"/>
                  </a:lnTo>
                  <a:lnTo>
                    <a:pt x="57" y="38"/>
                  </a:lnTo>
                  <a:lnTo>
                    <a:pt x="57" y="38"/>
                  </a:lnTo>
                  <a:lnTo>
                    <a:pt x="54" y="38"/>
                  </a:lnTo>
                  <a:lnTo>
                    <a:pt x="54" y="38"/>
                  </a:lnTo>
                  <a:lnTo>
                    <a:pt x="54" y="40"/>
                  </a:lnTo>
                  <a:lnTo>
                    <a:pt x="54" y="40"/>
                  </a:lnTo>
                  <a:lnTo>
                    <a:pt x="52" y="40"/>
                  </a:lnTo>
                  <a:lnTo>
                    <a:pt x="52" y="40"/>
                  </a:lnTo>
                  <a:lnTo>
                    <a:pt x="52" y="38"/>
                  </a:lnTo>
                  <a:lnTo>
                    <a:pt x="49" y="38"/>
                  </a:lnTo>
                  <a:lnTo>
                    <a:pt x="49" y="40"/>
                  </a:lnTo>
                  <a:lnTo>
                    <a:pt x="49" y="40"/>
                  </a:lnTo>
                  <a:lnTo>
                    <a:pt x="49" y="40"/>
                  </a:lnTo>
                  <a:lnTo>
                    <a:pt x="47" y="40"/>
                  </a:lnTo>
                  <a:lnTo>
                    <a:pt x="47" y="38"/>
                  </a:lnTo>
                  <a:lnTo>
                    <a:pt x="47" y="38"/>
                  </a:lnTo>
                  <a:lnTo>
                    <a:pt x="47" y="38"/>
                  </a:lnTo>
                  <a:lnTo>
                    <a:pt x="45" y="38"/>
                  </a:lnTo>
                  <a:lnTo>
                    <a:pt x="45" y="38"/>
                  </a:lnTo>
                  <a:lnTo>
                    <a:pt x="45" y="38"/>
                  </a:lnTo>
                  <a:lnTo>
                    <a:pt x="42" y="38"/>
                  </a:lnTo>
                  <a:lnTo>
                    <a:pt x="42" y="38"/>
                  </a:lnTo>
                  <a:lnTo>
                    <a:pt x="42" y="38"/>
                  </a:lnTo>
                  <a:lnTo>
                    <a:pt x="42" y="38"/>
                  </a:lnTo>
                  <a:lnTo>
                    <a:pt x="40" y="38"/>
                  </a:lnTo>
                  <a:lnTo>
                    <a:pt x="40" y="38"/>
                  </a:lnTo>
                  <a:lnTo>
                    <a:pt x="40" y="38"/>
                  </a:lnTo>
                  <a:lnTo>
                    <a:pt x="38" y="38"/>
                  </a:lnTo>
                  <a:lnTo>
                    <a:pt x="38" y="38"/>
                  </a:lnTo>
                  <a:lnTo>
                    <a:pt x="35" y="38"/>
                  </a:lnTo>
                  <a:lnTo>
                    <a:pt x="35" y="40"/>
                  </a:lnTo>
                  <a:lnTo>
                    <a:pt x="35" y="40"/>
                  </a:lnTo>
                  <a:lnTo>
                    <a:pt x="35" y="40"/>
                  </a:lnTo>
                  <a:lnTo>
                    <a:pt x="35" y="40"/>
                  </a:lnTo>
                  <a:lnTo>
                    <a:pt x="35" y="42"/>
                  </a:lnTo>
                  <a:lnTo>
                    <a:pt x="35" y="42"/>
                  </a:lnTo>
                  <a:lnTo>
                    <a:pt x="33" y="42"/>
                  </a:lnTo>
                  <a:lnTo>
                    <a:pt x="33" y="42"/>
                  </a:lnTo>
                  <a:lnTo>
                    <a:pt x="33" y="42"/>
                  </a:lnTo>
                  <a:lnTo>
                    <a:pt x="33" y="45"/>
                  </a:lnTo>
                  <a:lnTo>
                    <a:pt x="33" y="45"/>
                  </a:lnTo>
                  <a:lnTo>
                    <a:pt x="33" y="47"/>
                  </a:lnTo>
                  <a:lnTo>
                    <a:pt x="33" y="47"/>
                  </a:lnTo>
                  <a:lnTo>
                    <a:pt x="33" y="47"/>
                  </a:lnTo>
                  <a:lnTo>
                    <a:pt x="33" y="50"/>
                  </a:lnTo>
                  <a:lnTo>
                    <a:pt x="33" y="50"/>
                  </a:lnTo>
                  <a:lnTo>
                    <a:pt x="33" y="52"/>
                  </a:lnTo>
                  <a:lnTo>
                    <a:pt x="31" y="52"/>
                  </a:lnTo>
                  <a:lnTo>
                    <a:pt x="31" y="52"/>
                  </a:lnTo>
                  <a:lnTo>
                    <a:pt x="31" y="52"/>
                  </a:lnTo>
                  <a:lnTo>
                    <a:pt x="31" y="52"/>
                  </a:lnTo>
                  <a:lnTo>
                    <a:pt x="31" y="54"/>
                  </a:lnTo>
                  <a:lnTo>
                    <a:pt x="31" y="54"/>
                  </a:lnTo>
                  <a:lnTo>
                    <a:pt x="31" y="57"/>
                  </a:lnTo>
                  <a:lnTo>
                    <a:pt x="31" y="57"/>
                  </a:lnTo>
                  <a:lnTo>
                    <a:pt x="31" y="59"/>
                  </a:lnTo>
                  <a:lnTo>
                    <a:pt x="31" y="59"/>
                  </a:lnTo>
                  <a:lnTo>
                    <a:pt x="31" y="59"/>
                  </a:lnTo>
                  <a:lnTo>
                    <a:pt x="31" y="61"/>
                  </a:lnTo>
                  <a:lnTo>
                    <a:pt x="31" y="61"/>
                  </a:lnTo>
                  <a:lnTo>
                    <a:pt x="31" y="61"/>
                  </a:lnTo>
                  <a:lnTo>
                    <a:pt x="31" y="64"/>
                  </a:lnTo>
                  <a:lnTo>
                    <a:pt x="31" y="64"/>
                  </a:lnTo>
                  <a:lnTo>
                    <a:pt x="31" y="66"/>
                  </a:lnTo>
                  <a:lnTo>
                    <a:pt x="33" y="66"/>
                  </a:lnTo>
                  <a:lnTo>
                    <a:pt x="33" y="66"/>
                  </a:lnTo>
                  <a:lnTo>
                    <a:pt x="33" y="68"/>
                  </a:lnTo>
                  <a:lnTo>
                    <a:pt x="33" y="68"/>
                  </a:lnTo>
                  <a:lnTo>
                    <a:pt x="33" y="68"/>
                  </a:lnTo>
                  <a:lnTo>
                    <a:pt x="33" y="68"/>
                  </a:lnTo>
                  <a:lnTo>
                    <a:pt x="33" y="71"/>
                  </a:lnTo>
                  <a:lnTo>
                    <a:pt x="35" y="71"/>
                  </a:lnTo>
                  <a:lnTo>
                    <a:pt x="35" y="71"/>
                  </a:lnTo>
                  <a:lnTo>
                    <a:pt x="35" y="71"/>
                  </a:lnTo>
                  <a:lnTo>
                    <a:pt x="35" y="71"/>
                  </a:lnTo>
                  <a:lnTo>
                    <a:pt x="35" y="71"/>
                  </a:lnTo>
                  <a:lnTo>
                    <a:pt x="38" y="71"/>
                  </a:lnTo>
                  <a:lnTo>
                    <a:pt x="38" y="71"/>
                  </a:lnTo>
                  <a:lnTo>
                    <a:pt x="40" y="71"/>
                  </a:lnTo>
                  <a:lnTo>
                    <a:pt x="40" y="73"/>
                  </a:lnTo>
                  <a:lnTo>
                    <a:pt x="40" y="73"/>
                  </a:lnTo>
                  <a:lnTo>
                    <a:pt x="40" y="73"/>
                  </a:lnTo>
                  <a:lnTo>
                    <a:pt x="40" y="73"/>
                  </a:lnTo>
                  <a:lnTo>
                    <a:pt x="40" y="76"/>
                  </a:lnTo>
                  <a:lnTo>
                    <a:pt x="42" y="76"/>
                  </a:lnTo>
                  <a:lnTo>
                    <a:pt x="42" y="76"/>
                  </a:lnTo>
                  <a:lnTo>
                    <a:pt x="42" y="76"/>
                  </a:lnTo>
                  <a:lnTo>
                    <a:pt x="42" y="78"/>
                  </a:lnTo>
                  <a:lnTo>
                    <a:pt x="42" y="78"/>
                  </a:lnTo>
                  <a:lnTo>
                    <a:pt x="42" y="80"/>
                  </a:lnTo>
                  <a:lnTo>
                    <a:pt x="42" y="80"/>
                  </a:lnTo>
                  <a:lnTo>
                    <a:pt x="42" y="80"/>
                  </a:lnTo>
                  <a:lnTo>
                    <a:pt x="42" y="80"/>
                  </a:lnTo>
                  <a:lnTo>
                    <a:pt x="42" y="83"/>
                  </a:lnTo>
                  <a:lnTo>
                    <a:pt x="42" y="83"/>
                  </a:lnTo>
                  <a:lnTo>
                    <a:pt x="42" y="83"/>
                  </a:lnTo>
                  <a:lnTo>
                    <a:pt x="42" y="83"/>
                  </a:lnTo>
                  <a:lnTo>
                    <a:pt x="45" y="83"/>
                  </a:lnTo>
                  <a:lnTo>
                    <a:pt x="45" y="83"/>
                  </a:lnTo>
                  <a:lnTo>
                    <a:pt x="45" y="83"/>
                  </a:lnTo>
                  <a:lnTo>
                    <a:pt x="47" y="83"/>
                  </a:lnTo>
                  <a:lnTo>
                    <a:pt x="47" y="83"/>
                  </a:lnTo>
                  <a:lnTo>
                    <a:pt x="47" y="83"/>
                  </a:lnTo>
                  <a:lnTo>
                    <a:pt x="47" y="83"/>
                  </a:lnTo>
                  <a:lnTo>
                    <a:pt x="49" y="83"/>
                  </a:lnTo>
                  <a:lnTo>
                    <a:pt x="49" y="83"/>
                  </a:lnTo>
                  <a:lnTo>
                    <a:pt x="49" y="83"/>
                  </a:lnTo>
                  <a:lnTo>
                    <a:pt x="49" y="85"/>
                  </a:lnTo>
                  <a:lnTo>
                    <a:pt x="52" y="85"/>
                  </a:lnTo>
                  <a:lnTo>
                    <a:pt x="52" y="85"/>
                  </a:lnTo>
                  <a:lnTo>
                    <a:pt x="52" y="83"/>
                  </a:lnTo>
                  <a:lnTo>
                    <a:pt x="54" y="83"/>
                  </a:lnTo>
                  <a:lnTo>
                    <a:pt x="54" y="83"/>
                  </a:lnTo>
                  <a:lnTo>
                    <a:pt x="54" y="83"/>
                  </a:lnTo>
                  <a:lnTo>
                    <a:pt x="54" y="83"/>
                  </a:lnTo>
                  <a:lnTo>
                    <a:pt x="54" y="80"/>
                  </a:lnTo>
                  <a:lnTo>
                    <a:pt x="54" y="80"/>
                  </a:lnTo>
                  <a:lnTo>
                    <a:pt x="54" y="80"/>
                  </a:lnTo>
                  <a:lnTo>
                    <a:pt x="54" y="78"/>
                  </a:lnTo>
                  <a:lnTo>
                    <a:pt x="57" y="78"/>
                  </a:lnTo>
                  <a:lnTo>
                    <a:pt x="57" y="78"/>
                  </a:lnTo>
                  <a:lnTo>
                    <a:pt x="57" y="76"/>
                  </a:lnTo>
                  <a:lnTo>
                    <a:pt x="57" y="76"/>
                  </a:lnTo>
                  <a:lnTo>
                    <a:pt x="57" y="76"/>
                  </a:lnTo>
                  <a:lnTo>
                    <a:pt x="57" y="76"/>
                  </a:lnTo>
                  <a:lnTo>
                    <a:pt x="57" y="73"/>
                  </a:lnTo>
                  <a:lnTo>
                    <a:pt x="59" y="73"/>
                  </a:lnTo>
                  <a:lnTo>
                    <a:pt x="59" y="73"/>
                  </a:lnTo>
                  <a:lnTo>
                    <a:pt x="59" y="73"/>
                  </a:lnTo>
                  <a:lnTo>
                    <a:pt x="59" y="71"/>
                  </a:lnTo>
                  <a:lnTo>
                    <a:pt x="61" y="71"/>
                  </a:lnTo>
                  <a:lnTo>
                    <a:pt x="61" y="71"/>
                  </a:lnTo>
                  <a:lnTo>
                    <a:pt x="61" y="71"/>
                  </a:lnTo>
                  <a:lnTo>
                    <a:pt x="61" y="71"/>
                  </a:lnTo>
                  <a:lnTo>
                    <a:pt x="61" y="71"/>
                  </a:lnTo>
                  <a:lnTo>
                    <a:pt x="64" y="71"/>
                  </a:lnTo>
                  <a:lnTo>
                    <a:pt x="64" y="68"/>
                  </a:lnTo>
                  <a:lnTo>
                    <a:pt x="64" y="68"/>
                  </a:lnTo>
                  <a:lnTo>
                    <a:pt x="66" y="68"/>
                  </a:lnTo>
                  <a:lnTo>
                    <a:pt x="66" y="71"/>
                  </a:lnTo>
                  <a:lnTo>
                    <a:pt x="66" y="71"/>
                  </a:lnTo>
                  <a:lnTo>
                    <a:pt x="66" y="71"/>
                  </a:lnTo>
                  <a:lnTo>
                    <a:pt x="66" y="71"/>
                  </a:lnTo>
                  <a:lnTo>
                    <a:pt x="66" y="71"/>
                  </a:lnTo>
                  <a:lnTo>
                    <a:pt x="66" y="71"/>
                  </a:lnTo>
                  <a:lnTo>
                    <a:pt x="66" y="71"/>
                  </a:lnTo>
                  <a:lnTo>
                    <a:pt x="66" y="73"/>
                  </a:lnTo>
                  <a:lnTo>
                    <a:pt x="68" y="73"/>
                  </a:lnTo>
                  <a:lnTo>
                    <a:pt x="68" y="71"/>
                  </a:lnTo>
                  <a:lnTo>
                    <a:pt x="68" y="71"/>
                  </a:lnTo>
                  <a:lnTo>
                    <a:pt x="68" y="73"/>
                  </a:lnTo>
                  <a:lnTo>
                    <a:pt x="68" y="73"/>
                  </a:lnTo>
                  <a:lnTo>
                    <a:pt x="71" y="73"/>
                  </a:lnTo>
                  <a:lnTo>
                    <a:pt x="71" y="73"/>
                  </a:lnTo>
                  <a:lnTo>
                    <a:pt x="71" y="71"/>
                  </a:lnTo>
                  <a:lnTo>
                    <a:pt x="73" y="71"/>
                  </a:lnTo>
                  <a:lnTo>
                    <a:pt x="73" y="71"/>
                  </a:lnTo>
                  <a:lnTo>
                    <a:pt x="73" y="71"/>
                  </a:lnTo>
                  <a:lnTo>
                    <a:pt x="76" y="71"/>
                  </a:lnTo>
                  <a:lnTo>
                    <a:pt x="76" y="71"/>
                  </a:lnTo>
                  <a:lnTo>
                    <a:pt x="76" y="71"/>
                  </a:lnTo>
                  <a:lnTo>
                    <a:pt x="76" y="68"/>
                  </a:lnTo>
                  <a:lnTo>
                    <a:pt x="76" y="68"/>
                  </a:lnTo>
                  <a:lnTo>
                    <a:pt x="76" y="68"/>
                  </a:lnTo>
                  <a:lnTo>
                    <a:pt x="76" y="68"/>
                  </a:lnTo>
                  <a:lnTo>
                    <a:pt x="78" y="68"/>
                  </a:lnTo>
                  <a:lnTo>
                    <a:pt x="78" y="68"/>
                  </a:lnTo>
                  <a:lnTo>
                    <a:pt x="80" y="68"/>
                  </a:lnTo>
                  <a:lnTo>
                    <a:pt x="80" y="68"/>
                  </a:lnTo>
                  <a:lnTo>
                    <a:pt x="80" y="68"/>
                  </a:lnTo>
                  <a:lnTo>
                    <a:pt x="83" y="68"/>
                  </a:lnTo>
                  <a:lnTo>
                    <a:pt x="83" y="68"/>
                  </a:lnTo>
                  <a:lnTo>
                    <a:pt x="83" y="68"/>
                  </a:lnTo>
                  <a:lnTo>
                    <a:pt x="85" y="68"/>
                  </a:lnTo>
                  <a:lnTo>
                    <a:pt x="85" y="66"/>
                  </a:lnTo>
                  <a:lnTo>
                    <a:pt x="85" y="66"/>
                  </a:lnTo>
                  <a:lnTo>
                    <a:pt x="87" y="66"/>
                  </a:lnTo>
                  <a:lnTo>
                    <a:pt x="87" y="66"/>
                  </a:lnTo>
                  <a:lnTo>
                    <a:pt x="87" y="66"/>
                  </a:lnTo>
                  <a:lnTo>
                    <a:pt x="87" y="64"/>
                  </a:lnTo>
                  <a:lnTo>
                    <a:pt x="87" y="64"/>
                  </a:lnTo>
                  <a:lnTo>
                    <a:pt x="90" y="64"/>
                  </a:lnTo>
                  <a:lnTo>
                    <a:pt x="90" y="64"/>
                  </a:lnTo>
                  <a:lnTo>
                    <a:pt x="90" y="64"/>
                  </a:lnTo>
                  <a:lnTo>
                    <a:pt x="90" y="64"/>
                  </a:lnTo>
                  <a:lnTo>
                    <a:pt x="92" y="64"/>
                  </a:lnTo>
                  <a:lnTo>
                    <a:pt x="92" y="64"/>
                  </a:lnTo>
                  <a:lnTo>
                    <a:pt x="94" y="64"/>
                  </a:lnTo>
                  <a:lnTo>
                    <a:pt x="94" y="64"/>
                  </a:lnTo>
                  <a:lnTo>
                    <a:pt x="94" y="61"/>
                  </a:lnTo>
                  <a:lnTo>
                    <a:pt x="94" y="61"/>
                  </a:lnTo>
                  <a:lnTo>
                    <a:pt x="94" y="61"/>
                  </a:lnTo>
                  <a:lnTo>
                    <a:pt x="97" y="61"/>
                  </a:lnTo>
                  <a:lnTo>
                    <a:pt x="97" y="61"/>
                  </a:lnTo>
                  <a:lnTo>
                    <a:pt x="97" y="61"/>
                  </a:lnTo>
                  <a:lnTo>
                    <a:pt x="97" y="61"/>
                  </a:lnTo>
                  <a:lnTo>
                    <a:pt x="99" y="61"/>
                  </a:lnTo>
                  <a:lnTo>
                    <a:pt x="99" y="64"/>
                  </a:lnTo>
                  <a:lnTo>
                    <a:pt x="99" y="64"/>
                  </a:lnTo>
                  <a:lnTo>
                    <a:pt x="102" y="64"/>
                  </a:lnTo>
                  <a:lnTo>
                    <a:pt x="102" y="64"/>
                  </a:lnTo>
                  <a:lnTo>
                    <a:pt x="102" y="64"/>
                  </a:lnTo>
                  <a:lnTo>
                    <a:pt x="102" y="64"/>
                  </a:lnTo>
                  <a:lnTo>
                    <a:pt x="102" y="66"/>
                  </a:lnTo>
                  <a:lnTo>
                    <a:pt x="102" y="66"/>
                  </a:lnTo>
                  <a:lnTo>
                    <a:pt x="104" y="66"/>
                  </a:lnTo>
                  <a:lnTo>
                    <a:pt x="104" y="68"/>
                  </a:lnTo>
                  <a:lnTo>
                    <a:pt x="104" y="68"/>
                  </a:lnTo>
                  <a:lnTo>
                    <a:pt x="104" y="71"/>
                  </a:lnTo>
                  <a:lnTo>
                    <a:pt x="104" y="71"/>
                  </a:lnTo>
                  <a:lnTo>
                    <a:pt x="102" y="71"/>
                  </a:lnTo>
                  <a:lnTo>
                    <a:pt x="102" y="71"/>
                  </a:lnTo>
                  <a:lnTo>
                    <a:pt x="102" y="73"/>
                  </a:lnTo>
                  <a:lnTo>
                    <a:pt x="102" y="73"/>
                  </a:lnTo>
                  <a:lnTo>
                    <a:pt x="102" y="73"/>
                  </a:lnTo>
                  <a:lnTo>
                    <a:pt x="102" y="76"/>
                  </a:lnTo>
                  <a:lnTo>
                    <a:pt x="102" y="76"/>
                  </a:lnTo>
                  <a:lnTo>
                    <a:pt x="102" y="76"/>
                  </a:lnTo>
                  <a:lnTo>
                    <a:pt x="99" y="76"/>
                  </a:lnTo>
                  <a:lnTo>
                    <a:pt x="99" y="76"/>
                  </a:lnTo>
                  <a:lnTo>
                    <a:pt x="99" y="76"/>
                  </a:lnTo>
                  <a:lnTo>
                    <a:pt x="97" y="76"/>
                  </a:lnTo>
                  <a:lnTo>
                    <a:pt x="97" y="76"/>
                  </a:lnTo>
                  <a:lnTo>
                    <a:pt x="97" y="73"/>
                  </a:lnTo>
                  <a:lnTo>
                    <a:pt x="97" y="73"/>
                  </a:lnTo>
                  <a:lnTo>
                    <a:pt x="97" y="73"/>
                  </a:lnTo>
                  <a:lnTo>
                    <a:pt x="97" y="71"/>
                  </a:lnTo>
                  <a:lnTo>
                    <a:pt x="97" y="71"/>
                  </a:lnTo>
                  <a:lnTo>
                    <a:pt x="94" y="71"/>
                  </a:lnTo>
                  <a:lnTo>
                    <a:pt x="94" y="71"/>
                  </a:lnTo>
                  <a:lnTo>
                    <a:pt x="94" y="71"/>
                  </a:lnTo>
                  <a:lnTo>
                    <a:pt x="94" y="71"/>
                  </a:lnTo>
                  <a:lnTo>
                    <a:pt x="92" y="71"/>
                  </a:lnTo>
                  <a:lnTo>
                    <a:pt x="92" y="73"/>
                  </a:lnTo>
                  <a:lnTo>
                    <a:pt x="92" y="73"/>
                  </a:lnTo>
                  <a:lnTo>
                    <a:pt x="90" y="73"/>
                  </a:lnTo>
                  <a:lnTo>
                    <a:pt x="90" y="73"/>
                  </a:lnTo>
                  <a:lnTo>
                    <a:pt x="90" y="73"/>
                  </a:lnTo>
                  <a:lnTo>
                    <a:pt x="90" y="76"/>
                  </a:lnTo>
                  <a:lnTo>
                    <a:pt x="90" y="76"/>
                  </a:lnTo>
                  <a:lnTo>
                    <a:pt x="90" y="76"/>
                  </a:lnTo>
                  <a:lnTo>
                    <a:pt x="87" y="76"/>
                  </a:lnTo>
                  <a:lnTo>
                    <a:pt x="87" y="78"/>
                  </a:lnTo>
                  <a:lnTo>
                    <a:pt x="87" y="78"/>
                  </a:lnTo>
                  <a:lnTo>
                    <a:pt x="87" y="78"/>
                  </a:lnTo>
                  <a:lnTo>
                    <a:pt x="87" y="78"/>
                  </a:lnTo>
                  <a:lnTo>
                    <a:pt x="87" y="80"/>
                  </a:lnTo>
                  <a:lnTo>
                    <a:pt x="87" y="80"/>
                  </a:lnTo>
                  <a:lnTo>
                    <a:pt x="85" y="80"/>
                  </a:lnTo>
                  <a:lnTo>
                    <a:pt x="85" y="83"/>
                  </a:lnTo>
                  <a:lnTo>
                    <a:pt x="85" y="83"/>
                  </a:lnTo>
                  <a:lnTo>
                    <a:pt x="85" y="83"/>
                  </a:lnTo>
                  <a:lnTo>
                    <a:pt x="83" y="83"/>
                  </a:lnTo>
                  <a:lnTo>
                    <a:pt x="83" y="83"/>
                  </a:lnTo>
                  <a:lnTo>
                    <a:pt x="83" y="83"/>
                  </a:lnTo>
                  <a:lnTo>
                    <a:pt x="83" y="85"/>
                  </a:lnTo>
                  <a:lnTo>
                    <a:pt x="83" y="85"/>
                  </a:lnTo>
                  <a:lnTo>
                    <a:pt x="83" y="85"/>
                  </a:lnTo>
                  <a:lnTo>
                    <a:pt x="80" y="85"/>
                  </a:lnTo>
                  <a:lnTo>
                    <a:pt x="80" y="87"/>
                  </a:lnTo>
                  <a:lnTo>
                    <a:pt x="80" y="87"/>
                  </a:lnTo>
                  <a:lnTo>
                    <a:pt x="80" y="87"/>
                  </a:lnTo>
                  <a:lnTo>
                    <a:pt x="80" y="87"/>
                  </a:lnTo>
                  <a:lnTo>
                    <a:pt x="78" y="87"/>
                  </a:lnTo>
                  <a:lnTo>
                    <a:pt x="78" y="90"/>
                  </a:lnTo>
                  <a:lnTo>
                    <a:pt x="78" y="90"/>
                  </a:lnTo>
                  <a:lnTo>
                    <a:pt x="78" y="90"/>
                  </a:lnTo>
                  <a:lnTo>
                    <a:pt x="76" y="90"/>
                  </a:lnTo>
                  <a:lnTo>
                    <a:pt x="76" y="92"/>
                  </a:lnTo>
                  <a:lnTo>
                    <a:pt x="76" y="92"/>
                  </a:lnTo>
                  <a:lnTo>
                    <a:pt x="76" y="92"/>
                  </a:lnTo>
                  <a:lnTo>
                    <a:pt x="76" y="92"/>
                  </a:lnTo>
                  <a:lnTo>
                    <a:pt x="76" y="92"/>
                  </a:lnTo>
                  <a:lnTo>
                    <a:pt x="76" y="95"/>
                  </a:lnTo>
                  <a:lnTo>
                    <a:pt x="73" y="95"/>
                  </a:lnTo>
                  <a:lnTo>
                    <a:pt x="73" y="95"/>
                  </a:lnTo>
                  <a:lnTo>
                    <a:pt x="73" y="95"/>
                  </a:lnTo>
                  <a:lnTo>
                    <a:pt x="73" y="95"/>
                  </a:lnTo>
                  <a:lnTo>
                    <a:pt x="73" y="97"/>
                  </a:lnTo>
                  <a:lnTo>
                    <a:pt x="71" y="9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2" name="Freeform 220"/>
            <p:cNvSpPr>
              <a:spLocks/>
            </p:cNvSpPr>
            <p:nvPr/>
          </p:nvSpPr>
          <p:spPr bwMode="auto">
            <a:xfrm>
              <a:off x="5764213" y="4386263"/>
              <a:ext cx="360363" cy="357187"/>
            </a:xfrm>
            <a:custGeom>
              <a:avLst/>
              <a:gdLst/>
              <a:ahLst/>
              <a:cxnLst>
                <a:cxn ang="0">
                  <a:pos x="152" y="30"/>
                </a:cxn>
                <a:cxn ang="0">
                  <a:pos x="168" y="33"/>
                </a:cxn>
                <a:cxn ang="0">
                  <a:pos x="182" y="42"/>
                </a:cxn>
                <a:cxn ang="0">
                  <a:pos x="194" y="47"/>
                </a:cxn>
                <a:cxn ang="0">
                  <a:pos x="208" y="49"/>
                </a:cxn>
                <a:cxn ang="0">
                  <a:pos x="223" y="57"/>
                </a:cxn>
                <a:cxn ang="0">
                  <a:pos x="227" y="78"/>
                </a:cxn>
                <a:cxn ang="0">
                  <a:pos x="227" y="104"/>
                </a:cxn>
                <a:cxn ang="0">
                  <a:pos x="227" y="128"/>
                </a:cxn>
                <a:cxn ang="0">
                  <a:pos x="227" y="154"/>
                </a:cxn>
                <a:cxn ang="0">
                  <a:pos x="227" y="170"/>
                </a:cxn>
                <a:cxn ang="0">
                  <a:pos x="227" y="196"/>
                </a:cxn>
                <a:cxn ang="0">
                  <a:pos x="227" y="222"/>
                </a:cxn>
                <a:cxn ang="0">
                  <a:pos x="218" y="213"/>
                </a:cxn>
                <a:cxn ang="0">
                  <a:pos x="206" y="203"/>
                </a:cxn>
                <a:cxn ang="0">
                  <a:pos x="189" y="201"/>
                </a:cxn>
                <a:cxn ang="0">
                  <a:pos x="178" y="206"/>
                </a:cxn>
                <a:cxn ang="0">
                  <a:pos x="161" y="206"/>
                </a:cxn>
                <a:cxn ang="0">
                  <a:pos x="159" y="194"/>
                </a:cxn>
                <a:cxn ang="0">
                  <a:pos x="168" y="182"/>
                </a:cxn>
                <a:cxn ang="0">
                  <a:pos x="178" y="173"/>
                </a:cxn>
                <a:cxn ang="0">
                  <a:pos x="175" y="158"/>
                </a:cxn>
                <a:cxn ang="0">
                  <a:pos x="168" y="142"/>
                </a:cxn>
                <a:cxn ang="0">
                  <a:pos x="159" y="130"/>
                </a:cxn>
                <a:cxn ang="0">
                  <a:pos x="149" y="121"/>
                </a:cxn>
                <a:cxn ang="0">
                  <a:pos x="133" y="113"/>
                </a:cxn>
                <a:cxn ang="0">
                  <a:pos x="116" y="106"/>
                </a:cxn>
                <a:cxn ang="0">
                  <a:pos x="99" y="104"/>
                </a:cxn>
                <a:cxn ang="0">
                  <a:pos x="90" y="94"/>
                </a:cxn>
                <a:cxn ang="0">
                  <a:pos x="76" y="90"/>
                </a:cxn>
                <a:cxn ang="0">
                  <a:pos x="64" y="85"/>
                </a:cxn>
                <a:cxn ang="0">
                  <a:pos x="64" y="97"/>
                </a:cxn>
                <a:cxn ang="0">
                  <a:pos x="52" y="97"/>
                </a:cxn>
                <a:cxn ang="0">
                  <a:pos x="50" y="80"/>
                </a:cxn>
                <a:cxn ang="0">
                  <a:pos x="43" y="71"/>
                </a:cxn>
                <a:cxn ang="0">
                  <a:pos x="33" y="61"/>
                </a:cxn>
                <a:cxn ang="0">
                  <a:pos x="50" y="61"/>
                </a:cxn>
                <a:cxn ang="0">
                  <a:pos x="62" y="52"/>
                </a:cxn>
                <a:cxn ang="0">
                  <a:pos x="73" y="52"/>
                </a:cxn>
                <a:cxn ang="0">
                  <a:pos x="57" y="49"/>
                </a:cxn>
                <a:cxn ang="0">
                  <a:pos x="43" y="49"/>
                </a:cxn>
                <a:cxn ang="0">
                  <a:pos x="33" y="40"/>
                </a:cxn>
                <a:cxn ang="0">
                  <a:pos x="19" y="30"/>
                </a:cxn>
                <a:cxn ang="0">
                  <a:pos x="7" y="26"/>
                </a:cxn>
                <a:cxn ang="0">
                  <a:pos x="0" y="11"/>
                </a:cxn>
                <a:cxn ang="0">
                  <a:pos x="12" y="14"/>
                </a:cxn>
                <a:cxn ang="0">
                  <a:pos x="28" y="9"/>
                </a:cxn>
                <a:cxn ang="0">
                  <a:pos x="40" y="2"/>
                </a:cxn>
                <a:cxn ang="0">
                  <a:pos x="57" y="4"/>
                </a:cxn>
                <a:cxn ang="0">
                  <a:pos x="73" y="9"/>
                </a:cxn>
                <a:cxn ang="0">
                  <a:pos x="81" y="21"/>
                </a:cxn>
                <a:cxn ang="0">
                  <a:pos x="81" y="35"/>
                </a:cxn>
                <a:cxn ang="0">
                  <a:pos x="83" y="54"/>
                </a:cxn>
                <a:cxn ang="0">
                  <a:pos x="88" y="52"/>
                </a:cxn>
                <a:cxn ang="0">
                  <a:pos x="95" y="57"/>
                </a:cxn>
                <a:cxn ang="0">
                  <a:pos x="95" y="71"/>
                </a:cxn>
                <a:cxn ang="0">
                  <a:pos x="104" y="75"/>
                </a:cxn>
                <a:cxn ang="0">
                  <a:pos x="114" y="68"/>
                </a:cxn>
                <a:cxn ang="0">
                  <a:pos x="121" y="61"/>
                </a:cxn>
                <a:cxn ang="0">
                  <a:pos x="123" y="47"/>
                </a:cxn>
                <a:cxn ang="0">
                  <a:pos x="140" y="47"/>
                </a:cxn>
              </a:cxnLst>
              <a:rect l="0" t="0" r="r" b="b"/>
              <a:pathLst>
                <a:path w="227" h="225">
                  <a:moveTo>
                    <a:pt x="140" y="38"/>
                  </a:moveTo>
                  <a:lnTo>
                    <a:pt x="140" y="38"/>
                  </a:lnTo>
                  <a:lnTo>
                    <a:pt x="142" y="38"/>
                  </a:lnTo>
                  <a:lnTo>
                    <a:pt x="142" y="38"/>
                  </a:lnTo>
                  <a:lnTo>
                    <a:pt x="142" y="38"/>
                  </a:lnTo>
                  <a:lnTo>
                    <a:pt x="142" y="38"/>
                  </a:lnTo>
                  <a:lnTo>
                    <a:pt x="142" y="38"/>
                  </a:lnTo>
                  <a:lnTo>
                    <a:pt x="142" y="38"/>
                  </a:lnTo>
                  <a:lnTo>
                    <a:pt x="142" y="35"/>
                  </a:lnTo>
                  <a:lnTo>
                    <a:pt x="144" y="35"/>
                  </a:lnTo>
                  <a:lnTo>
                    <a:pt x="144" y="35"/>
                  </a:lnTo>
                  <a:lnTo>
                    <a:pt x="144" y="35"/>
                  </a:lnTo>
                  <a:lnTo>
                    <a:pt x="147" y="35"/>
                  </a:lnTo>
                  <a:lnTo>
                    <a:pt x="147" y="35"/>
                  </a:lnTo>
                  <a:lnTo>
                    <a:pt x="147" y="35"/>
                  </a:lnTo>
                  <a:lnTo>
                    <a:pt x="147" y="35"/>
                  </a:lnTo>
                  <a:lnTo>
                    <a:pt x="149" y="35"/>
                  </a:lnTo>
                  <a:lnTo>
                    <a:pt x="149" y="35"/>
                  </a:lnTo>
                  <a:lnTo>
                    <a:pt x="149" y="33"/>
                  </a:lnTo>
                  <a:lnTo>
                    <a:pt x="149" y="33"/>
                  </a:lnTo>
                  <a:lnTo>
                    <a:pt x="149" y="33"/>
                  </a:lnTo>
                  <a:lnTo>
                    <a:pt x="152" y="33"/>
                  </a:lnTo>
                  <a:lnTo>
                    <a:pt x="152" y="33"/>
                  </a:lnTo>
                  <a:lnTo>
                    <a:pt x="152" y="30"/>
                  </a:lnTo>
                  <a:lnTo>
                    <a:pt x="154" y="30"/>
                  </a:lnTo>
                  <a:lnTo>
                    <a:pt x="154" y="30"/>
                  </a:lnTo>
                  <a:lnTo>
                    <a:pt x="154" y="30"/>
                  </a:lnTo>
                  <a:lnTo>
                    <a:pt x="154" y="30"/>
                  </a:lnTo>
                  <a:lnTo>
                    <a:pt x="156" y="30"/>
                  </a:lnTo>
                  <a:lnTo>
                    <a:pt x="156" y="28"/>
                  </a:lnTo>
                  <a:lnTo>
                    <a:pt x="156" y="28"/>
                  </a:lnTo>
                  <a:lnTo>
                    <a:pt x="156" y="28"/>
                  </a:lnTo>
                  <a:lnTo>
                    <a:pt x="159" y="28"/>
                  </a:lnTo>
                  <a:lnTo>
                    <a:pt x="159" y="28"/>
                  </a:lnTo>
                  <a:lnTo>
                    <a:pt x="161" y="28"/>
                  </a:lnTo>
                  <a:lnTo>
                    <a:pt x="161" y="28"/>
                  </a:lnTo>
                  <a:lnTo>
                    <a:pt x="161" y="28"/>
                  </a:lnTo>
                  <a:lnTo>
                    <a:pt x="161" y="30"/>
                  </a:lnTo>
                  <a:lnTo>
                    <a:pt x="163" y="30"/>
                  </a:lnTo>
                  <a:lnTo>
                    <a:pt x="163" y="30"/>
                  </a:lnTo>
                  <a:lnTo>
                    <a:pt x="163" y="30"/>
                  </a:lnTo>
                  <a:lnTo>
                    <a:pt x="163" y="33"/>
                  </a:lnTo>
                  <a:lnTo>
                    <a:pt x="163" y="33"/>
                  </a:lnTo>
                  <a:lnTo>
                    <a:pt x="166" y="33"/>
                  </a:lnTo>
                  <a:lnTo>
                    <a:pt x="166" y="33"/>
                  </a:lnTo>
                  <a:lnTo>
                    <a:pt x="166" y="33"/>
                  </a:lnTo>
                  <a:lnTo>
                    <a:pt x="168" y="33"/>
                  </a:lnTo>
                  <a:lnTo>
                    <a:pt x="168" y="33"/>
                  </a:lnTo>
                  <a:lnTo>
                    <a:pt x="168" y="35"/>
                  </a:lnTo>
                  <a:lnTo>
                    <a:pt x="168" y="35"/>
                  </a:lnTo>
                  <a:lnTo>
                    <a:pt x="170" y="35"/>
                  </a:lnTo>
                  <a:lnTo>
                    <a:pt x="170" y="35"/>
                  </a:lnTo>
                  <a:lnTo>
                    <a:pt x="170" y="35"/>
                  </a:lnTo>
                  <a:lnTo>
                    <a:pt x="173" y="35"/>
                  </a:lnTo>
                  <a:lnTo>
                    <a:pt x="173" y="35"/>
                  </a:lnTo>
                  <a:lnTo>
                    <a:pt x="173" y="35"/>
                  </a:lnTo>
                  <a:lnTo>
                    <a:pt x="173" y="35"/>
                  </a:lnTo>
                  <a:lnTo>
                    <a:pt x="175" y="35"/>
                  </a:lnTo>
                  <a:lnTo>
                    <a:pt x="175" y="35"/>
                  </a:lnTo>
                  <a:lnTo>
                    <a:pt x="175" y="35"/>
                  </a:lnTo>
                  <a:lnTo>
                    <a:pt x="178" y="35"/>
                  </a:lnTo>
                  <a:lnTo>
                    <a:pt x="178" y="38"/>
                  </a:lnTo>
                  <a:lnTo>
                    <a:pt x="178" y="38"/>
                  </a:lnTo>
                  <a:lnTo>
                    <a:pt x="180" y="38"/>
                  </a:lnTo>
                  <a:lnTo>
                    <a:pt x="180" y="38"/>
                  </a:lnTo>
                  <a:lnTo>
                    <a:pt x="180" y="38"/>
                  </a:lnTo>
                  <a:lnTo>
                    <a:pt x="180" y="40"/>
                  </a:lnTo>
                  <a:lnTo>
                    <a:pt x="180" y="40"/>
                  </a:lnTo>
                  <a:lnTo>
                    <a:pt x="180" y="40"/>
                  </a:lnTo>
                  <a:lnTo>
                    <a:pt x="182" y="40"/>
                  </a:lnTo>
                  <a:lnTo>
                    <a:pt x="182" y="40"/>
                  </a:lnTo>
                  <a:lnTo>
                    <a:pt x="182" y="42"/>
                  </a:lnTo>
                  <a:lnTo>
                    <a:pt x="182" y="42"/>
                  </a:lnTo>
                  <a:lnTo>
                    <a:pt x="185" y="42"/>
                  </a:lnTo>
                  <a:lnTo>
                    <a:pt x="185" y="42"/>
                  </a:lnTo>
                  <a:lnTo>
                    <a:pt x="185" y="42"/>
                  </a:lnTo>
                  <a:lnTo>
                    <a:pt x="187" y="42"/>
                  </a:lnTo>
                  <a:lnTo>
                    <a:pt x="187" y="42"/>
                  </a:lnTo>
                  <a:lnTo>
                    <a:pt x="187" y="42"/>
                  </a:lnTo>
                  <a:lnTo>
                    <a:pt x="187" y="45"/>
                  </a:lnTo>
                  <a:lnTo>
                    <a:pt x="189" y="45"/>
                  </a:lnTo>
                  <a:lnTo>
                    <a:pt x="189" y="42"/>
                  </a:lnTo>
                  <a:lnTo>
                    <a:pt x="189" y="42"/>
                  </a:lnTo>
                  <a:lnTo>
                    <a:pt x="189" y="42"/>
                  </a:lnTo>
                  <a:lnTo>
                    <a:pt x="189" y="42"/>
                  </a:lnTo>
                  <a:lnTo>
                    <a:pt x="192" y="42"/>
                  </a:lnTo>
                  <a:lnTo>
                    <a:pt x="192" y="42"/>
                  </a:lnTo>
                  <a:lnTo>
                    <a:pt x="192" y="42"/>
                  </a:lnTo>
                  <a:lnTo>
                    <a:pt x="192" y="45"/>
                  </a:lnTo>
                  <a:lnTo>
                    <a:pt x="194" y="45"/>
                  </a:lnTo>
                  <a:lnTo>
                    <a:pt x="194" y="45"/>
                  </a:lnTo>
                  <a:lnTo>
                    <a:pt x="194" y="45"/>
                  </a:lnTo>
                  <a:lnTo>
                    <a:pt x="194" y="45"/>
                  </a:lnTo>
                  <a:lnTo>
                    <a:pt x="194" y="47"/>
                  </a:lnTo>
                  <a:lnTo>
                    <a:pt x="194" y="47"/>
                  </a:lnTo>
                  <a:lnTo>
                    <a:pt x="194" y="47"/>
                  </a:lnTo>
                  <a:lnTo>
                    <a:pt x="196" y="47"/>
                  </a:lnTo>
                  <a:lnTo>
                    <a:pt x="196" y="49"/>
                  </a:lnTo>
                  <a:lnTo>
                    <a:pt x="196" y="49"/>
                  </a:lnTo>
                  <a:lnTo>
                    <a:pt x="196" y="49"/>
                  </a:lnTo>
                  <a:lnTo>
                    <a:pt x="199" y="49"/>
                  </a:lnTo>
                  <a:lnTo>
                    <a:pt x="199" y="49"/>
                  </a:lnTo>
                  <a:lnTo>
                    <a:pt x="199" y="49"/>
                  </a:lnTo>
                  <a:lnTo>
                    <a:pt x="199" y="52"/>
                  </a:lnTo>
                  <a:lnTo>
                    <a:pt x="201" y="52"/>
                  </a:lnTo>
                  <a:lnTo>
                    <a:pt x="201" y="52"/>
                  </a:lnTo>
                  <a:lnTo>
                    <a:pt x="201" y="49"/>
                  </a:lnTo>
                  <a:lnTo>
                    <a:pt x="201" y="49"/>
                  </a:lnTo>
                  <a:lnTo>
                    <a:pt x="201" y="49"/>
                  </a:lnTo>
                  <a:lnTo>
                    <a:pt x="204" y="49"/>
                  </a:lnTo>
                  <a:lnTo>
                    <a:pt x="204" y="49"/>
                  </a:lnTo>
                  <a:lnTo>
                    <a:pt x="206" y="49"/>
                  </a:lnTo>
                  <a:lnTo>
                    <a:pt x="206" y="47"/>
                  </a:lnTo>
                  <a:lnTo>
                    <a:pt x="206" y="47"/>
                  </a:lnTo>
                  <a:lnTo>
                    <a:pt x="206" y="49"/>
                  </a:lnTo>
                  <a:lnTo>
                    <a:pt x="206" y="49"/>
                  </a:lnTo>
                  <a:lnTo>
                    <a:pt x="208" y="49"/>
                  </a:lnTo>
                  <a:lnTo>
                    <a:pt x="208" y="49"/>
                  </a:lnTo>
                  <a:lnTo>
                    <a:pt x="208" y="49"/>
                  </a:lnTo>
                  <a:lnTo>
                    <a:pt x="208" y="49"/>
                  </a:lnTo>
                  <a:lnTo>
                    <a:pt x="208" y="52"/>
                  </a:lnTo>
                  <a:lnTo>
                    <a:pt x="208" y="52"/>
                  </a:lnTo>
                  <a:lnTo>
                    <a:pt x="211" y="52"/>
                  </a:lnTo>
                  <a:lnTo>
                    <a:pt x="211" y="52"/>
                  </a:lnTo>
                  <a:lnTo>
                    <a:pt x="213" y="52"/>
                  </a:lnTo>
                  <a:lnTo>
                    <a:pt x="213" y="54"/>
                  </a:lnTo>
                  <a:lnTo>
                    <a:pt x="213" y="54"/>
                  </a:lnTo>
                  <a:lnTo>
                    <a:pt x="213" y="52"/>
                  </a:lnTo>
                  <a:lnTo>
                    <a:pt x="213" y="52"/>
                  </a:lnTo>
                  <a:lnTo>
                    <a:pt x="215" y="52"/>
                  </a:lnTo>
                  <a:lnTo>
                    <a:pt x="215" y="52"/>
                  </a:lnTo>
                  <a:lnTo>
                    <a:pt x="215" y="54"/>
                  </a:lnTo>
                  <a:lnTo>
                    <a:pt x="215" y="54"/>
                  </a:lnTo>
                  <a:lnTo>
                    <a:pt x="218" y="54"/>
                  </a:lnTo>
                  <a:lnTo>
                    <a:pt x="218" y="54"/>
                  </a:lnTo>
                  <a:lnTo>
                    <a:pt x="220" y="54"/>
                  </a:lnTo>
                  <a:lnTo>
                    <a:pt x="220" y="54"/>
                  </a:lnTo>
                  <a:lnTo>
                    <a:pt x="220" y="54"/>
                  </a:lnTo>
                  <a:lnTo>
                    <a:pt x="220" y="54"/>
                  </a:lnTo>
                  <a:lnTo>
                    <a:pt x="223" y="54"/>
                  </a:lnTo>
                  <a:lnTo>
                    <a:pt x="223" y="54"/>
                  </a:lnTo>
                  <a:lnTo>
                    <a:pt x="223" y="57"/>
                  </a:lnTo>
                  <a:lnTo>
                    <a:pt x="223" y="57"/>
                  </a:lnTo>
                  <a:lnTo>
                    <a:pt x="223" y="57"/>
                  </a:lnTo>
                  <a:lnTo>
                    <a:pt x="223" y="57"/>
                  </a:lnTo>
                  <a:lnTo>
                    <a:pt x="225" y="57"/>
                  </a:lnTo>
                  <a:lnTo>
                    <a:pt x="225" y="57"/>
                  </a:lnTo>
                  <a:lnTo>
                    <a:pt x="227" y="57"/>
                  </a:lnTo>
                  <a:lnTo>
                    <a:pt x="227" y="57"/>
                  </a:lnTo>
                  <a:lnTo>
                    <a:pt x="227" y="59"/>
                  </a:lnTo>
                  <a:lnTo>
                    <a:pt x="227" y="59"/>
                  </a:lnTo>
                  <a:lnTo>
                    <a:pt x="227" y="61"/>
                  </a:lnTo>
                  <a:lnTo>
                    <a:pt x="227" y="61"/>
                  </a:lnTo>
                  <a:lnTo>
                    <a:pt x="227" y="64"/>
                  </a:lnTo>
                  <a:lnTo>
                    <a:pt x="227" y="64"/>
                  </a:lnTo>
                  <a:lnTo>
                    <a:pt x="227" y="64"/>
                  </a:lnTo>
                  <a:lnTo>
                    <a:pt x="227" y="66"/>
                  </a:lnTo>
                  <a:lnTo>
                    <a:pt x="227" y="66"/>
                  </a:lnTo>
                  <a:lnTo>
                    <a:pt x="227" y="68"/>
                  </a:lnTo>
                  <a:lnTo>
                    <a:pt x="227" y="68"/>
                  </a:lnTo>
                  <a:lnTo>
                    <a:pt x="227" y="71"/>
                  </a:lnTo>
                  <a:lnTo>
                    <a:pt x="227" y="71"/>
                  </a:lnTo>
                  <a:lnTo>
                    <a:pt x="227" y="73"/>
                  </a:lnTo>
                  <a:lnTo>
                    <a:pt x="227" y="73"/>
                  </a:lnTo>
                  <a:lnTo>
                    <a:pt x="227" y="73"/>
                  </a:lnTo>
                  <a:lnTo>
                    <a:pt x="227" y="75"/>
                  </a:lnTo>
                  <a:lnTo>
                    <a:pt x="227" y="75"/>
                  </a:lnTo>
                  <a:lnTo>
                    <a:pt x="227" y="78"/>
                  </a:lnTo>
                  <a:lnTo>
                    <a:pt x="227" y="78"/>
                  </a:lnTo>
                  <a:lnTo>
                    <a:pt x="227" y="80"/>
                  </a:lnTo>
                  <a:lnTo>
                    <a:pt x="227" y="80"/>
                  </a:lnTo>
                  <a:lnTo>
                    <a:pt x="227" y="83"/>
                  </a:lnTo>
                  <a:lnTo>
                    <a:pt x="227" y="83"/>
                  </a:lnTo>
                  <a:lnTo>
                    <a:pt x="227" y="85"/>
                  </a:lnTo>
                  <a:lnTo>
                    <a:pt x="227" y="85"/>
                  </a:lnTo>
                  <a:lnTo>
                    <a:pt x="227" y="85"/>
                  </a:lnTo>
                  <a:lnTo>
                    <a:pt x="227" y="87"/>
                  </a:lnTo>
                  <a:lnTo>
                    <a:pt x="227" y="87"/>
                  </a:lnTo>
                  <a:lnTo>
                    <a:pt x="227" y="90"/>
                  </a:lnTo>
                  <a:lnTo>
                    <a:pt x="227" y="90"/>
                  </a:lnTo>
                  <a:lnTo>
                    <a:pt x="227" y="92"/>
                  </a:lnTo>
                  <a:lnTo>
                    <a:pt x="227" y="92"/>
                  </a:lnTo>
                  <a:lnTo>
                    <a:pt x="227" y="94"/>
                  </a:lnTo>
                  <a:lnTo>
                    <a:pt x="227" y="94"/>
                  </a:lnTo>
                  <a:lnTo>
                    <a:pt x="227" y="94"/>
                  </a:lnTo>
                  <a:lnTo>
                    <a:pt x="227" y="97"/>
                  </a:lnTo>
                  <a:lnTo>
                    <a:pt x="227" y="97"/>
                  </a:lnTo>
                  <a:lnTo>
                    <a:pt x="227" y="99"/>
                  </a:lnTo>
                  <a:lnTo>
                    <a:pt x="227" y="99"/>
                  </a:lnTo>
                  <a:lnTo>
                    <a:pt x="227" y="102"/>
                  </a:lnTo>
                  <a:lnTo>
                    <a:pt x="227" y="102"/>
                  </a:lnTo>
                  <a:lnTo>
                    <a:pt x="227" y="104"/>
                  </a:lnTo>
                  <a:lnTo>
                    <a:pt x="227" y="104"/>
                  </a:lnTo>
                  <a:lnTo>
                    <a:pt x="227" y="104"/>
                  </a:lnTo>
                  <a:lnTo>
                    <a:pt x="227" y="106"/>
                  </a:lnTo>
                  <a:lnTo>
                    <a:pt x="227" y="106"/>
                  </a:lnTo>
                  <a:lnTo>
                    <a:pt x="227" y="109"/>
                  </a:lnTo>
                  <a:lnTo>
                    <a:pt x="227" y="109"/>
                  </a:lnTo>
                  <a:lnTo>
                    <a:pt x="227" y="111"/>
                  </a:lnTo>
                  <a:lnTo>
                    <a:pt x="227" y="111"/>
                  </a:lnTo>
                  <a:lnTo>
                    <a:pt x="227" y="113"/>
                  </a:lnTo>
                  <a:lnTo>
                    <a:pt x="227" y="113"/>
                  </a:lnTo>
                  <a:lnTo>
                    <a:pt x="227" y="113"/>
                  </a:lnTo>
                  <a:lnTo>
                    <a:pt x="227" y="116"/>
                  </a:lnTo>
                  <a:lnTo>
                    <a:pt x="227" y="116"/>
                  </a:lnTo>
                  <a:lnTo>
                    <a:pt x="227" y="118"/>
                  </a:lnTo>
                  <a:lnTo>
                    <a:pt x="227" y="118"/>
                  </a:lnTo>
                  <a:lnTo>
                    <a:pt x="227" y="121"/>
                  </a:lnTo>
                  <a:lnTo>
                    <a:pt x="227" y="121"/>
                  </a:lnTo>
                  <a:lnTo>
                    <a:pt x="227" y="123"/>
                  </a:lnTo>
                  <a:lnTo>
                    <a:pt x="227" y="123"/>
                  </a:lnTo>
                  <a:lnTo>
                    <a:pt x="227" y="123"/>
                  </a:lnTo>
                  <a:lnTo>
                    <a:pt x="227" y="125"/>
                  </a:lnTo>
                  <a:lnTo>
                    <a:pt x="227" y="125"/>
                  </a:lnTo>
                  <a:lnTo>
                    <a:pt x="227" y="128"/>
                  </a:lnTo>
                  <a:lnTo>
                    <a:pt x="227" y="128"/>
                  </a:lnTo>
                  <a:lnTo>
                    <a:pt x="227" y="130"/>
                  </a:lnTo>
                  <a:lnTo>
                    <a:pt x="227" y="130"/>
                  </a:lnTo>
                  <a:lnTo>
                    <a:pt x="227" y="132"/>
                  </a:lnTo>
                  <a:lnTo>
                    <a:pt x="227" y="132"/>
                  </a:lnTo>
                  <a:lnTo>
                    <a:pt x="227" y="132"/>
                  </a:lnTo>
                  <a:lnTo>
                    <a:pt x="227" y="135"/>
                  </a:lnTo>
                  <a:lnTo>
                    <a:pt x="227" y="135"/>
                  </a:lnTo>
                  <a:lnTo>
                    <a:pt x="227" y="137"/>
                  </a:lnTo>
                  <a:lnTo>
                    <a:pt x="227" y="137"/>
                  </a:lnTo>
                  <a:lnTo>
                    <a:pt x="227" y="139"/>
                  </a:lnTo>
                  <a:lnTo>
                    <a:pt x="227" y="139"/>
                  </a:lnTo>
                  <a:lnTo>
                    <a:pt x="227" y="142"/>
                  </a:lnTo>
                  <a:lnTo>
                    <a:pt x="227" y="142"/>
                  </a:lnTo>
                  <a:lnTo>
                    <a:pt x="227" y="144"/>
                  </a:lnTo>
                  <a:lnTo>
                    <a:pt x="227" y="144"/>
                  </a:lnTo>
                  <a:lnTo>
                    <a:pt x="227" y="144"/>
                  </a:lnTo>
                  <a:lnTo>
                    <a:pt x="227" y="144"/>
                  </a:lnTo>
                  <a:lnTo>
                    <a:pt x="227" y="147"/>
                  </a:lnTo>
                  <a:lnTo>
                    <a:pt x="227" y="147"/>
                  </a:lnTo>
                  <a:lnTo>
                    <a:pt x="227" y="149"/>
                  </a:lnTo>
                  <a:lnTo>
                    <a:pt x="227" y="149"/>
                  </a:lnTo>
                  <a:lnTo>
                    <a:pt x="227" y="151"/>
                  </a:lnTo>
                  <a:lnTo>
                    <a:pt x="227" y="151"/>
                  </a:lnTo>
                  <a:lnTo>
                    <a:pt x="227" y="154"/>
                  </a:lnTo>
                  <a:lnTo>
                    <a:pt x="227" y="154"/>
                  </a:lnTo>
                  <a:lnTo>
                    <a:pt x="227" y="154"/>
                  </a:lnTo>
                  <a:lnTo>
                    <a:pt x="225" y="154"/>
                  </a:lnTo>
                  <a:lnTo>
                    <a:pt x="225" y="156"/>
                  </a:lnTo>
                  <a:lnTo>
                    <a:pt x="225" y="156"/>
                  </a:lnTo>
                  <a:lnTo>
                    <a:pt x="225" y="158"/>
                  </a:lnTo>
                  <a:lnTo>
                    <a:pt x="225" y="158"/>
                  </a:lnTo>
                  <a:lnTo>
                    <a:pt x="225" y="158"/>
                  </a:lnTo>
                  <a:lnTo>
                    <a:pt x="225" y="161"/>
                  </a:lnTo>
                  <a:lnTo>
                    <a:pt x="223" y="161"/>
                  </a:lnTo>
                  <a:lnTo>
                    <a:pt x="223" y="161"/>
                  </a:lnTo>
                  <a:lnTo>
                    <a:pt x="223" y="163"/>
                  </a:lnTo>
                  <a:lnTo>
                    <a:pt x="225" y="163"/>
                  </a:lnTo>
                  <a:lnTo>
                    <a:pt x="225" y="163"/>
                  </a:lnTo>
                  <a:lnTo>
                    <a:pt x="225" y="163"/>
                  </a:lnTo>
                  <a:lnTo>
                    <a:pt x="225" y="166"/>
                  </a:lnTo>
                  <a:lnTo>
                    <a:pt x="225" y="166"/>
                  </a:lnTo>
                  <a:lnTo>
                    <a:pt x="225" y="166"/>
                  </a:lnTo>
                  <a:lnTo>
                    <a:pt x="227" y="166"/>
                  </a:lnTo>
                  <a:lnTo>
                    <a:pt x="227" y="168"/>
                  </a:lnTo>
                  <a:lnTo>
                    <a:pt x="227" y="168"/>
                  </a:lnTo>
                  <a:lnTo>
                    <a:pt x="227" y="168"/>
                  </a:lnTo>
                  <a:lnTo>
                    <a:pt x="227" y="170"/>
                  </a:lnTo>
                  <a:lnTo>
                    <a:pt x="227" y="170"/>
                  </a:lnTo>
                  <a:lnTo>
                    <a:pt x="227" y="173"/>
                  </a:lnTo>
                  <a:lnTo>
                    <a:pt x="227" y="173"/>
                  </a:lnTo>
                  <a:lnTo>
                    <a:pt x="227" y="173"/>
                  </a:lnTo>
                  <a:lnTo>
                    <a:pt x="227" y="175"/>
                  </a:lnTo>
                  <a:lnTo>
                    <a:pt x="227" y="175"/>
                  </a:lnTo>
                  <a:lnTo>
                    <a:pt x="227" y="177"/>
                  </a:lnTo>
                  <a:lnTo>
                    <a:pt x="227" y="177"/>
                  </a:lnTo>
                  <a:lnTo>
                    <a:pt x="227" y="180"/>
                  </a:lnTo>
                  <a:lnTo>
                    <a:pt x="227" y="180"/>
                  </a:lnTo>
                  <a:lnTo>
                    <a:pt x="227" y="182"/>
                  </a:lnTo>
                  <a:lnTo>
                    <a:pt x="227" y="182"/>
                  </a:lnTo>
                  <a:lnTo>
                    <a:pt x="227" y="182"/>
                  </a:lnTo>
                  <a:lnTo>
                    <a:pt x="227" y="184"/>
                  </a:lnTo>
                  <a:lnTo>
                    <a:pt x="227" y="184"/>
                  </a:lnTo>
                  <a:lnTo>
                    <a:pt x="227" y="187"/>
                  </a:lnTo>
                  <a:lnTo>
                    <a:pt x="227" y="187"/>
                  </a:lnTo>
                  <a:lnTo>
                    <a:pt x="227" y="189"/>
                  </a:lnTo>
                  <a:lnTo>
                    <a:pt x="227" y="189"/>
                  </a:lnTo>
                  <a:lnTo>
                    <a:pt x="227" y="192"/>
                  </a:lnTo>
                  <a:lnTo>
                    <a:pt x="227" y="192"/>
                  </a:lnTo>
                  <a:lnTo>
                    <a:pt x="227" y="192"/>
                  </a:lnTo>
                  <a:lnTo>
                    <a:pt x="227" y="194"/>
                  </a:lnTo>
                  <a:lnTo>
                    <a:pt x="227" y="194"/>
                  </a:lnTo>
                  <a:lnTo>
                    <a:pt x="227" y="196"/>
                  </a:lnTo>
                  <a:lnTo>
                    <a:pt x="227" y="196"/>
                  </a:lnTo>
                  <a:lnTo>
                    <a:pt x="227" y="199"/>
                  </a:lnTo>
                  <a:lnTo>
                    <a:pt x="227" y="199"/>
                  </a:lnTo>
                  <a:lnTo>
                    <a:pt x="227" y="201"/>
                  </a:lnTo>
                  <a:lnTo>
                    <a:pt x="227" y="201"/>
                  </a:lnTo>
                  <a:lnTo>
                    <a:pt x="227" y="203"/>
                  </a:lnTo>
                  <a:lnTo>
                    <a:pt x="227" y="203"/>
                  </a:lnTo>
                  <a:lnTo>
                    <a:pt x="227" y="203"/>
                  </a:lnTo>
                  <a:lnTo>
                    <a:pt x="227" y="206"/>
                  </a:lnTo>
                  <a:lnTo>
                    <a:pt x="227" y="206"/>
                  </a:lnTo>
                  <a:lnTo>
                    <a:pt x="227" y="208"/>
                  </a:lnTo>
                  <a:lnTo>
                    <a:pt x="227" y="208"/>
                  </a:lnTo>
                  <a:lnTo>
                    <a:pt x="227" y="211"/>
                  </a:lnTo>
                  <a:lnTo>
                    <a:pt x="227" y="211"/>
                  </a:lnTo>
                  <a:lnTo>
                    <a:pt x="227" y="213"/>
                  </a:lnTo>
                  <a:lnTo>
                    <a:pt x="227" y="213"/>
                  </a:lnTo>
                  <a:lnTo>
                    <a:pt x="227" y="213"/>
                  </a:lnTo>
                  <a:lnTo>
                    <a:pt x="227" y="215"/>
                  </a:lnTo>
                  <a:lnTo>
                    <a:pt x="227" y="215"/>
                  </a:lnTo>
                  <a:lnTo>
                    <a:pt x="227" y="218"/>
                  </a:lnTo>
                  <a:lnTo>
                    <a:pt x="227" y="218"/>
                  </a:lnTo>
                  <a:lnTo>
                    <a:pt x="227" y="220"/>
                  </a:lnTo>
                  <a:lnTo>
                    <a:pt x="227" y="220"/>
                  </a:lnTo>
                  <a:lnTo>
                    <a:pt x="227" y="222"/>
                  </a:lnTo>
                  <a:lnTo>
                    <a:pt x="227" y="222"/>
                  </a:lnTo>
                  <a:lnTo>
                    <a:pt x="227" y="222"/>
                  </a:lnTo>
                  <a:lnTo>
                    <a:pt x="227" y="225"/>
                  </a:lnTo>
                  <a:lnTo>
                    <a:pt x="227" y="225"/>
                  </a:lnTo>
                  <a:lnTo>
                    <a:pt x="227" y="222"/>
                  </a:lnTo>
                  <a:lnTo>
                    <a:pt x="225" y="222"/>
                  </a:lnTo>
                  <a:lnTo>
                    <a:pt x="225" y="222"/>
                  </a:lnTo>
                  <a:lnTo>
                    <a:pt x="223" y="222"/>
                  </a:lnTo>
                  <a:lnTo>
                    <a:pt x="223" y="222"/>
                  </a:lnTo>
                  <a:lnTo>
                    <a:pt x="223" y="222"/>
                  </a:lnTo>
                  <a:lnTo>
                    <a:pt x="223" y="222"/>
                  </a:lnTo>
                  <a:lnTo>
                    <a:pt x="223" y="222"/>
                  </a:lnTo>
                  <a:lnTo>
                    <a:pt x="223" y="220"/>
                  </a:lnTo>
                  <a:lnTo>
                    <a:pt x="223" y="220"/>
                  </a:lnTo>
                  <a:lnTo>
                    <a:pt x="220" y="220"/>
                  </a:lnTo>
                  <a:lnTo>
                    <a:pt x="220" y="220"/>
                  </a:lnTo>
                  <a:lnTo>
                    <a:pt x="220" y="218"/>
                  </a:lnTo>
                  <a:lnTo>
                    <a:pt x="220" y="218"/>
                  </a:lnTo>
                  <a:lnTo>
                    <a:pt x="220" y="218"/>
                  </a:lnTo>
                  <a:lnTo>
                    <a:pt x="218" y="218"/>
                  </a:lnTo>
                  <a:lnTo>
                    <a:pt x="218" y="215"/>
                  </a:lnTo>
                  <a:lnTo>
                    <a:pt x="218" y="215"/>
                  </a:lnTo>
                  <a:lnTo>
                    <a:pt x="218" y="215"/>
                  </a:lnTo>
                  <a:lnTo>
                    <a:pt x="218" y="213"/>
                  </a:lnTo>
                  <a:lnTo>
                    <a:pt x="215" y="213"/>
                  </a:lnTo>
                  <a:lnTo>
                    <a:pt x="215" y="213"/>
                  </a:lnTo>
                  <a:lnTo>
                    <a:pt x="215" y="213"/>
                  </a:lnTo>
                  <a:lnTo>
                    <a:pt x="215" y="213"/>
                  </a:lnTo>
                  <a:lnTo>
                    <a:pt x="215" y="211"/>
                  </a:lnTo>
                  <a:lnTo>
                    <a:pt x="215" y="211"/>
                  </a:lnTo>
                  <a:lnTo>
                    <a:pt x="215" y="211"/>
                  </a:lnTo>
                  <a:lnTo>
                    <a:pt x="213" y="211"/>
                  </a:lnTo>
                  <a:lnTo>
                    <a:pt x="213" y="208"/>
                  </a:lnTo>
                  <a:lnTo>
                    <a:pt x="213" y="208"/>
                  </a:lnTo>
                  <a:lnTo>
                    <a:pt x="213" y="208"/>
                  </a:lnTo>
                  <a:lnTo>
                    <a:pt x="213" y="208"/>
                  </a:lnTo>
                  <a:lnTo>
                    <a:pt x="213" y="206"/>
                  </a:lnTo>
                  <a:lnTo>
                    <a:pt x="211" y="206"/>
                  </a:lnTo>
                  <a:lnTo>
                    <a:pt x="211" y="206"/>
                  </a:lnTo>
                  <a:lnTo>
                    <a:pt x="211" y="206"/>
                  </a:lnTo>
                  <a:lnTo>
                    <a:pt x="211" y="203"/>
                  </a:lnTo>
                  <a:lnTo>
                    <a:pt x="208" y="203"/>
                  </a:lnTo>
                  <a:lnTo>
                    <a:pt x="208" y="203"/>
                  </a:lnTo>
                  <a:lnTo>
                    <a:pt x="208" y="203"/>
                  </a:lnTo>
                  <a:lnTo>
                    <a:pt x="208" y="203"/>
                  </a:lnTo>
                  <a:lnTo>
                    <a:pt x="208" y="203"/>
                  </a:lnTo>
                  <a:lnTo>
                    <a:pt x="206" y="203"/>
                  </a:lnTo>
                  <a:lnTo>
                    <a:pt x="206" y="203"/>
                  </a:lnTo>
                  <a:lnTo>
                    <a:pt x="206" y="201"/>
                  </a:lnTo>
                  <a:lnTo>
                    <a:pt x="206" y="201"/>
                  </a:lnTo>
                  <a:lnTo>
                    <a:pt x="206" y="201"/>
                  </a:lnTo>
                  <a:lnTo>
                    <a:pt x="204" y="201"/>
                  </a:lnTo>
                  <a:lnTo>
                    <a:pt x="204" y="199"/>
                  </a:lnTo>
                  <a:lnTo>
                    <a:pt x="204" y="199"/>
                  </a:lnTo>
                  <a:lnTo>
                    <a:pt x="204" y="199"/>
                  </a:lnTo>
                  <a:lnTo>
                    <a:pt x="201" y="199"/>
                  </a:lnTo>
                  <a:lnTo>
                    <a:pt x="201" y="199"/>
                  </a:lnTo>
                  <a:lnTo>
                    <a:pt x="201" y="199"/>
                  </a:lnTo>
                  <a:lnTo>
                    <a:pt x="199" y="199"/>
                  </a:lnTo>
                  <a:lnTo>
                    <a:pt x="199" y="199"/>
                  </a:lnTo>
                  <a:lnTo>
                    <a:pt x="196" y="199"/>
                  </a:lnTo>
                  <a:lnTo>
                    <a:pt x="196" y="199"/>
                  </a:lnTo>
                  <a:lnTo>
                    <a:pt x="196" y="199"/>
                  </a:lnTo>
                  <a:lnTo>
                    <a:pt x="196" y="199"/>
                  </a:lnTo>
                  <a:lnTo>
                    <a:pt x="196" y="201"/>
                  </a:lnTo>
                  <a:lnTo>
                    <a:pt x="194" y="201"/>
                  </a:lnTo>
                  <a:lnTo>
                    <a:pt x="194" y="201"/>
                  </a:lnTo>
                  <a:lnTo>
                    <a:pt x="194" y="201"/>
                  </a:lnTo>
                  <a:lnTo>
                    <a:pt x="192" y="201"/>
                  </a:lnTo>
                  <a:lnTo>
                    <a:pt x="192" y="201"/>
                  </a:lnTo>
                  <a:lnTo>
                    <a:pt x="189" y="201"/>
                  </a:lnTo>
                  <a:lnTo>
                    <a:pt x="189" y="201"/>
                  </a:lnTo>
                  <a:lnTo>
                    <a:pt x="189" y="199"/>
                  </a:lnTo>
                  <a:lnTo>
                    <a:pt x="189" y="199"/>
                  </a:lnTo>
                  <a:lnTo>
                    <a:pt x="189" y="199"/>
                  </a:lnTo>
                  <a:lnTo>
                    <a:pt x="187" y="199"/>
                  </a:lnTo>
                  <a:lnTo>
                    <a:pt x="187" y="199"/>
                  </a:lnTo>
                  <a:lnTo>
                    <a:pt x="187" y="199"/>
                  </a:lnTo>
                  <a:lnTo>
                    <a:pt x="187" y="199"/>
                  </a:lnTo>
                  <a:lnTo>
                    <a:pt x="187" y="201"/>
                  </a:lnTo>
                  <a:lnTo>
                    <a:pt x="185" y="201"/>
                  </a:lnTo>
                  <a:lnTo>
                    <a:pt x="185" y="201"/>
                  </a:lnTo>
                  <a:lnTo>
                    <a:pt x="185" y="201"/>
                  </a:lnTo>
                  <a:lnTo>
                    <a:pt x="185" y="201"/>
                  </a:lnTo>
                  <a:lnTo>
                    <a:pt x="185" y="203"/>
                  </a:lnTo>
                  <a:lnTo>
                    <a:pt x="185" y="203"/>
                  </a:lnTo>
                  <a:lnTo>
                    <a:pt x="185" y="203"/>
                  </a:lnTo>
                  <a:lnTo>
                    <a:pt x="185" y="203"/>
                  </a:lnTo>
                  <a:lnTo>
                    <a:pt x="182" y="203"/>
                  </a:lnTo>
                  <a:lnTo>
                    <a:pt x="182" y="206"/>
                  </a:lnTo>
                  <a:lnTo>
                    <a:pt x="182" y="206"/>
                  </a:lnTo>
                  <a:lnTo>
                    <a:pt x="182" y="206"/>
                  </a:lnTo>
                  <a:lnTo>
                    <a:pt x="180" y="206"/>
                  </a:lnTo>
                  <a:lnTo>
                    <a:pt x="180" y="206"/>
                  </a:lnTo>
                  <a:lnTo>
                    <a:pt x="180" y="206"/>
                  </a:lnTo>
                  <a:lnTo>
                    <a:pt x="178" y="206"/>
                  </a:lnTo>
                  <a:lnTo>
                    <a:pt x="178" y="206"/>
                  </a:lnTo>
                  <a:lnTo>
                    <a:pt x="178" y="203"/>
                  </a:lnTo>
                  <a:lnTo>
                    <a:pt x="175" y="203"/>
                  </a:lnTo>
                  <a:lnTo>
                    <a:pt x="175" y="203"/>
                  </a:lnTo>
                  <a:lnTo>
                    <a:pt x="175" y="203"/>
                  </a:lnTo>
                  <a:lnTo>
                    <a:pt x="175" y="203"/>
                  </a:lnTo>
                  <a:lnTo>
                    <a:pt x="173" y="203"/>
                  </a:lnTo>
                  <a:lnTo>
                    <a:pt x="173" y="203"/>
                  </a:lnTo>
                  <a:lnTo>
                    <a:pt x="173" y="203"/>
                  </a:lnTo>
                  <a:lnTo>
                    <a:pt x="173" y="206"/>
                  </a:lnTo>
                  <a:lnTo>
                    <a:pt x="173" y="206"/>
                  </a:lnTo>
                  <a:lnTo>
                    <a:pt x="170" y="206"/>
                  </a:lnTo>
                  <a:lnTo>
                    <a:pt x="170" y="206"/>
                  </a:lnTo>
                  <a:lnTo>
                    <a:pt x="170" y="206"/>
                  </a:lnTo>
                  <a:lnTo>
                    <a:pt x="168" y="206"/>
                  </a:lnTo>
                  <a:lnTo>
                    <a:pt x="168" y="206"/>
                  </a:lnTo>
                  <a:lnTo>
                    <a:pt x="168" y="206"/>
                  </a:lnTo>
                  <a:lnTo>
                    <a:pt x="168" y="206"/>
                  </a:lnTo>
                  <a:lnTo>
                    <a:pt x="166" y="206"/>
                  </a:lnTo>
                  <a:lnTo>
                    <a:pt x="166" y="206"/>
                  </a:lnTo>
                  <a:lnTo>
                    <a:pt x="163" y="206"/>
                  </a:lnTo>
                  <a:lnTo>
                    <a:pt x="163" y="206"/>
                  </a:lnTo>
                  <a:lnTo>
                    <a:pt x="163" y="206"/>
                  </a:lnTo>
                  <a:lnTo>
                    <a:pt x="161" y="206"/>
                  </a:lnTo>
                  <a:lnTo>
                    <a:pt x="161" y="206"/>
                  </a:lnTo>
                  <a:lnTo>
                    <a:pt x="161" y="206"/>
                  </a:lnTo>
                  <a:lnTo>
                    <a:pt x="159" y="206"/>
                  </a:lnTo>
                  <a:lnTo>
                    <a:pt x="159" y="206"/>
                  </a:lnTo>
                  <a:lnTo>
                    <a:pt x="156" y="206"/>
                  </a:lnTo>
                  <a:lnTo>
                    <a:pt x="156" y="206"/>
                  </a:lnTo>
                  <a:lnTo>
                    <a:pt x="156" y="206"/>
                  </a:lnTo>
                  <a:lnTo>
                    <a:pt x="156" y="206"/>
                  </a:lnTo>
                  <a:lnTo>
                    <a:pt x="154" y="206"/>
                  </a:lnTo>
                  <a:lnTo>
                    <a:pt x="154" y="206"/>
                  </a:lnTo>
                  <a:lnTo>
                    <a:pt x="154" y="203"/>
                  </a:lnTo>
                  <a:lnTo>
                    <a:pt x="154" y="203"/>
                  </a:lnTo>
                  <a:lnTo>
                    <a:pt x="156" y="203"/>
                  </a:lnTo>
                  <a:lnTo>
                    <a:pt x="156" y="203"/>
                  </a:lnTo>
                  <a:lnTo>
                    <a:pt x="156" y="201"/>
                  </a:lnTo>
                  <a:lnTo>
                    <a:pt x="156" y="201"/>
                  </a:lnTo>
                  <a:lnTo>
                    <a:pt x="156" y="199"/>
                  </a:lnTo>
                  <a:lnTo>
                    <a:pt x="156" y="199"/>
                  </a:lnTo>
                  <a:lnTo>
                    <a:pt x="156" y="199"/>
                  </a:lnTo>
                  <a:lnTo>
                    <a:pt x="156" y="196"/>
                  </a:lnTo>
                  <a:lnTo>
                    <a:pt x="156" y="196"/>
                  </a:lnTo>
                  <a:lnTo>
                    <a:pt x="156" y="196"/>
                  </a:lnTo>
                  <a:lnTo>
                    <a:pt x="159" y="196"/>
                  </a:lnTo>
                  <a:lnTo>
                    <a:pt x="159" y="194"/>
                  </a:lnTo>
                  <a:lnTo>
                    <a:pt x="159" y="194"/>
                  </a:lnTo>
                  <a:lnTo>
                    <a:pt x="159" y="192"/>
                  </a:lnTo>
                  <a:lnTo>
                    <a:pt x="159" y="192"/>
                  </a:lnTo>
                  <a:lnTo>
                    <a:pt x="159" y="192"/>
                  </a:lnTo>
                  <a:lnTo>
                    <a:pt x="159" y="192"/>
                  </a:lnTo>
                  <a:lnTo>
                    <a:pt x="161" y="192"/>
                  </a:lnTo>
                  <a:lnTo>
                    <a:pt x="161" y="189"/>
                  </a:lnTo>
                  <a:lnTo>
                    <a:pt x="161" y="189"/>
                  </a:lnTo>
                  <a:lnTo>
                    <a:pt x="161" y="189"/>
                  </a:lnTo>
                  <a:lnTo>
                    <a:pt x="161" y="187"/>
                  </a:lnTo>
                  <a:lnTo>
                    <a:pt x="161" y="187"/>
                  </a:lnTo>
                  <a:lnTo>
                    <a:pt x="161" y="187"/>
                  </a:lnTo>
                  <a:lnTo>
                    <a:pt x="163" y="187"/>
                  </a:lnTo>
                  <a:lnTo>
                    <a:pt x="163" y="184"/>
                  </a:lnTo>
                  <a:lnTo>
                    <a:pt x="163" y="184"/>
                  </a:lnTo>
                  <a:lnTo>
                    <a:pt x="163" y="184"/>
                  </a:lnTo>
                  <a:lnTo>
                    <a:pt x="163" y="182"/>
                  </a:lnTo>
                  <a:lnTo>
                    <a:pt x="163" y="182"/>
                  </a:lnTo>
                  <a:lnTo>
                    <a:pt x="166" y="182"/>
                  </a:lnTo>
                  <a:lnTo>
                    <a:pt x="166" y="182"/>
                  </a:lnTo>
                  <a:lnTo>
                    <a:pt x="166" y="182"/>
                  </a:lnTo>
                  <a:lnTo>
                    <a:pt x="166" y="182"/>
                  </a:lnTo>
                  <a:lnTo>
                    <a:pt x="168" y="182"/>
                  </a:lnTo>
                  <a:lnTo>
                    <a:pt x="168" y="182"/>
                  </a:lnTo>
                  <a:lnTo>
                    <a:pt x="168" y="180"/>
                  </a:lnTo>
                  <a:lnTo>
                    <a:pt x="168" y="180"/>
                  </a:lnTo>
                  <a:lnTo>
                    <a:pt x="170" y="180"/>
                  </a:lnTo>
                  <a:lnTo>
                    <a:pt x="170" y="180"/>
                  </a:lnTo>
                  <a:lnTo>
                    <a:pt x="170" y="180"/>
                  </a:lnTo>
                  <a:lnTo>
                    <a:pt x="173" y="180"/>
                  </a:lnTo>
                  <a:lnTo>
                    <a:pt x="173" y="180"/>
                  </a:lnTo>
                  <a:lnTo>
                    <a:pt x="173" y="180"/>
                  </a:lnTo>
                  <a:lnTo>
                    <a:pt x="175" y="180"/>
                  </a:lnTo>
                  <a:lnTo>
                    <a:pt x="175" y="180"/>
                  </a:lnTo>
                  <a:lnTo>
                    <a:pt x="175" y="177"/>
                  </a:lnTo>
                  <a:lnTo>
                    <a:pt x="175" y="177"/>
                  </a:lnTo>
                  <a:lnTo>
                    <a:pt x="178" y="177"/>
                  </a:lnTo>
                  <a:lnTo>
                    <a:pt x="178" y="177"/>
                  </a:lnTo>
                  <a:lnTo>
                    <a:pt x="180" y="177"/>
                  </a:lnTo>
                  <a:lnTo>
                    <a:pt x="180" y="177"/>
                  </a:lnTo>
                  <a:lnTo>
                    <a:pt x="180" y="177"/>
                  </a:lnTo>
                  <a:lnTo>
                    <a:pt x="180" y="177"/>
                  </a:lnTo>
                  <a:lnTo>
                    <a:pt x="178" y="177"/>
                  </a:lnTo>
                  <a:lnTo>
                    <a:pt x="178" y="175"/>
                  </a:lnTo>
                  <a:lnTo>
                    <a:pt x="178" y="175"/>
                  </a:lnTo>
                  <a:lnTo>
                    <a:pt x="178" y="175"/>
                  </a:lnTo>
                  <a:lnTo>
                    <a:pt x="178" y="173"/>
                  </a:lnTo>
                  <a:lnTo>
                    <a:pt x="178" y="173"/>
                  </a:lnTo>
                  <a:lnTo>
                    <a:pt x="178" y="173"/>
                  </a:lnTo>
                  <a:lnTo>
                    <a:pt x="178" y="173"/>
                  </a:lnTo>
                  <a:lnTo>
                    <a:pt x="178" y="173"/>
                  </a:lnTo>
                  <a:lnTo>
                    <a:pt x="175" y="173"/>
                  </a:lnTo>
                  <a:lnTo>
                    <a:pt x="175" y="170"/>
                  </a:lnTo>
                  <a:lnTo>
                    <a:pt x="175" y="170"/>
                  </a:lnTo>
                  <a:lnTo>
                    <a:pt x="175" y="170"/>
                  </a:lnTo>
                  <a:lnTo>
                    <a:pt x="175" y="170"/>
                  </a:lnTo>
                  <a:lnTo>
                    <a:pt x="175" y="168"/>
                  </a:lnTo>
                  <a:lnTo>
                    <a:pt x="175" y="168"/>
                  </a:lnTo>
                  <a:lnTo>
                    <a:pt x="175" y="166"/>
                  </a:lnTo>
                  <a:lnTo>
                    <a:pt x="175" y="166"/>
                  </a:lnTo>
                  <a:lnTo>
                    <a:pt x="175" y="166"/>
                  </a:lnTo>
                  <a:lnTo>
                    <a:pt x="175" y="166"/>
                  </a:lnTo>
                  <a:lnTo>
                    <a:pt x="175" y="163"/>
                  </a:lnTo>
                  <a:lnTo>
                    <a:pt x="175" y="163"/>
                  </a:lnTo>
                  <a:lnTo>
                    <a:pt x="175" y="163"/>
                  </a:lnTo>
                  <a:lnTo>
                    <a:pt x="175" y="163"/>
                  </a:lnTo>
                  <a:lnTo>
                    <a:pt x="175" y="163"/>
                  </a:lnTo>
                  <a:lnTo>
                    <a:pt x="175" y="161"/>
                  </a:lnTo>
                  <a:lnTo>
                    <a:pt x="175" y="161"/>
                  </a:lnTo>
                  <a:lnTo>
                    <a:pt x="175" y="158"/>
                  </a:lnTo>
                  <a:lnTo>
                    <a:pt x="175" y="158"/>
                  </a:lnTo>
                  <a:lnTo>
                    <a:pt x="175" y="158"/>
                  </a:lnTo>
                  <a:lnTo>
                    <a:pt x="175" y="158"/>
                  </a:lnTo>
                  <a:lnTo>
                    <a:pt x="175" y="156"/>
                  </a:lnTo>
                  <a:lnTo>
                    <a:pt x="175" y="156"/>
                  </a:lnTo>
                  <a:lnTo>
                    <a:pt x="173" y="156"/>
                  </a:lnTo>
                  <a:lnTo>
                    <a:pt x="173" y="156"/>
                  </a:lnTo>
                  <a:lnTo>
                    <a:pt x="173" y="154"/>
                  </a:lnTo>
                  <a:lnTo>
                    <a:pt x="173" y="154"/>
                  </a:lnTo>
                  <a:lnTo>
                    <a:pt x="173" y="154"/>
                  </a:lnTo>
                  <a:lnTo>
                    <a:pt x="173" y="154"/>
                  </a:lnTo>
                  <a:lnTo>
                    <a:pt x="170" y="154"/>
                  </a:lnTo>
                  <a:lnTo>
                    <a:pt x="170" y="151"/>
                  </a:lnTo>
                  <a:lnTo>
                    <a:pt x="170" y="151"/>
                  </a:lnTo>
                  <a:lnTo>
                    <a:pt x="170" y="149"/>
                  </a:lnTo>
                  <a:lnTo>
                    <a:pt x="170" y="149"/>
                  </a:lnTo>
                  <a:lnTo>
                    <a:pt x="170" y="149"/>
                  </a:lnTo>
                  <a:lnTo>
                    <a:pt x="170" y="147"/>
                  </a:lnTo>
                  <a:lnTo>
                    <a:pt x="170" y="147"/>
                  </a:lnTo>
                  <a:lnTo>
                    <a:pt x="168" y="147"/>
                  </a:lnTo>
                  <a:lnTo>
                    <a:pt x="168" y="144"/>
                  </a:lnTo>
                  <a:lnTo>
                    <a:pt x="168" y="144"/>
                  </a:lnTo>
                  <a:lnTo>
                    <a:pt x="168" y="144"/>
                  </a:lnTo>
                  <a:lnTo>
                    <a:pt x="168" y="144"/>
                  </a:lnTo>
                  <a:lnTo>
                    <a:pt x="168" y="142"/>
                  </a:lnTo>
                  <a:lnTo>
                    <a:pt x="168" y="142"/>
                  </a:lnTo>
                  <a:lnTo>
                    <a:pt x="168" y="139"/>
                  </a:lnTo>
                  <a:lnTo>
                    <a:pt x="168" y="139"/>
                  </a:lnTo>
                  <a:lnTo>
                    <a:pt x="166" y="139"/>
                  </a:lnTo>
                  <a:lnTo>
                    <a:pt x="166" y="139"/>
                  </a:lnTo>
                  <a:lnTo>
                    <a:pt x="166" y="139"/>
                  </a:lnTo>
                  <a:lnTo>
                    <a:pt x="166" y="137"/>
                  </a:lnTo>
                  <a:lnTo>
                    <a:pt x="163" y="137"/>
                  </a:lnTo>
                  <a:lnTo>
                    <a:pt x="163" y="137"/>
                  </a:lnTo>
                  <a:lnTo>
                    <a:pt x="163" y="137"/>
                  </a:lnTo>
                  <a:lnTo>
                    <a:pt x="163" y="135"/>
                  </a:lnTo>
                  <a:lnTo>
                    <a:pt x="163" y="135"/>
                  </a:lnTo>
                  <a:lnTo>
                    <a:pt x="163" y="132"/>
                  </a:lnTo>
                  <a:lnTo>
                    <a:pt x="163" y="132"/>
                  </a:lnTo>
                  <a:lnTo>
                    <a:pt x="163" y="132"/>
                  </a:lnTo>
                  <a:lnTo>
                    <a:pt x="163" y="132"/>
                  </a:lnTo>
                  <a:lnTo>
                    <a:pt x="161" y="132"/>
                  </a:lnTo>
                  <a:lnTo>
                    <a:pt x="161" y="132"/>
                  </a:lnTo>
                  <a:lnTo>
                    <a:pt x="161" y="130"/>
                  </a:lnTo>
                  <a:lnTo>
                    <a:pt x="161" y="130"/>
                  </a:lnTo>
                  <a:lnTo>
                    <a:pt x="161" y="130"/>
                  </a:lnTo>
                  <a:lnTo>
                    <a:pt x="161" y="128"/>
                  </a:lnTo>
                  <a:lnTo>
                    <a:pt x="159" y="128"/>
                  </a:lnTo>
                  <a:lnTo>
                    <a:pt x="159" y="130"/>
                  </a:lnTo>
                  <a:lnTo>
                    <a:pt x="159" y="130"/>
                  </a:lnTo>
                  <a:lnTo>
                    <a:pt x="159" y="128"/>
                  </a:lnTo>
                  <a:lnTo>
                    <a:pt x="156" y="128"/>
                  </a:lnTo>
                  <a:lnTo>
                    <a:pt x="156" y="130"/>
                  </a:lnTo>
                  <a:lnTo>
                    <a:pt x="156" y="130"/>
                  </a:lnTo>
                  <a:lnTo>
                    <a:pt x="156" y="128"/>
                  </a:lnTo>
                  <a:lnTo>
                    <a:pt x="156" y="128"/>
                  </a:lnTo>
                  <a:lnTo>
                    <a:pt x="156" y="125"/>
                  </a:lnTo>
                  <a:lnTo>
                    <a:pt x="156" y="125"/>
                  </a:lnTo>
                  <a:lnTo>
                    <a:pt x="156" y="125"/>
                  </a:lnTo>
                  <a:lnTo>
                    <a:pt x="154" y="125"/>
                  </a:lnTo>
                  <a:lnTo>
                    <a:pt x="154" y="125"/>
                  </a:lnTo>
                  <a:lnTo>
                    <a:pt x="154" y="123"/>
                  </a:lnTo>
                  <a:lnTo>
                    <a:pt x="154" y="123"/>
                  </a:lnTo>
                  <a:lnTo>
                    <a:pt x="154" y="125"/>
                  </a:lnTo>
                  <a:lnTo>
                    <a:pt x="152" y="125"/>
                  </a:lnTo>
                  <a:lnTo>
                    <a:pt x="152" y="123"/>
                  </a:lnTo>
                  <a:lnTo>
                    <a:pt x="152" y="123"/>
                  </a:lnTo>
                  <a:lnTo>
                    <a:pt x="152" y="123"/>
                  </a:lnTo>
                  <a:lnTo>
                    <a:pt x="149" y="123"/>
                  </a:lnTo>
                  <a:lnTo>
                    <a:pt x="149" y="123"/>
                  </a:lnTo>
                  <a:lnTo>
                    <a:pt x="149" y="123"/>
                  </a:lnTo>
                  <a:lnTo>
                    <a:pt x="149" y="123"/>
                  </a:lnTo>
                  <a:lnTo>
                    <a:pt x="149" y="121"/>
                  </a:lnTo>
                  <a:lnTo>
                    <a:pt x="149" y="121"/>
                  </a:lnTo>
                  <a:lnTo>
                    <a:pt x="147" y="121"/>
                  </a:lnTo>
                  <a:lnTo>
                    <a:pt x="147" y="121"/>
                  </a:lnTo>
                  <a:lnTo>
                    <a:pt x="147" y="121"/>
                  </a:lnTo>
                  <a:lnTo>
                    <a:pt x="147" y="118"/>
                  </a:lnTo>
                  <a:lnTo>
                    <a:pt x="144" y="118"/>
                  </a:lnTo>
                  <a:lnTo>
                    <a:pt x="144" y="118"/>
                  </a:lnTo>
                  <a:lnTo>
                    <a:pt x="142" y="118"/>
                  </a:lnTo>
                  <a:lnTo>
                    <a:pt x="142" y="118"/>
                  </a:lnTo>
                  <a:lnTo>
                    <a:pt x="142" y="118"/>
                  </a:lnTo>
                  <a:lnTo>
                    <a:pt x="142" y="118"/>
                  </a:lnTo>
                  <a:lnTo>
                    <a:pt x="140" y="118"/>
                  </a:lnTo>
                  <a:lnTo>
                    <a:pt x="140" y="118"/>
                  </a:lnTo>
                  <a:lnTo>
                    <a:pt x="140" y="116"/>
                  </a:lnTo>
                  <a:lnTo>
                    <a:pt x="140" y="116"/>
                  </a:lnTo>
                  <a:lnTo>
                    <a:pt x="137" y="116"/>
                  </a:lnTo>
                  <a:lnTo>
                    <a:pt x="137" y="116"/>
                  </a:lnTo>
                  <a:lnTo>
                    <a:pt x="135" y="116"/>
                  </a:lnTo>
                  <a:lnTo>
                    <a:pt x="135" y="116"/>
                  </a:lnTo>
                  <a:lnTo>
                    <a:pt x="135" y="116"/>
                  </a:lnTo>
                  <a:lnTo>
                    <a:pt x="135" y="116"/>
                  </a:lnTo>
                  <a:lnTo>
                    <a:pt x="135" y="113"/>
                  </a:lnTo>
                  <a:lnTo>
                    <a:pt x="133" y="113"/>
                  </a:lnTo>
                  <a:lnTo>
                    <a:pt x="133" y="113"/>
                  </a:lnTo>
                  <a:lnTo>
                    <a:pt x="133" y="113"/>
                  </a:lnTo>
                  <a:lnTo>
                    <a:pt x="133" y="113"/>
                  </a:lnTo>
                  <a:lnTo>
                    <a:pt x="130" y="113"/>
                  </a:lnTo>
                  <a:lnTo>
                    <a:pt x="130" y="113"/>
                  </a:lnTo>
                  <a:lnTo>
                    <a:pt x="130" y="113"/>
                  </a:lnTo>
                  <a:lnTo>
                    <a:pt x="128" y="113"/>
                  </a:lnTo>
                  <a:lnTo>
                    <a:pt x="128" y="113"/>
                  </a:lnTo>
                  <a:lnTo>
                    <a:pt x="128" y="111"/>
                  </a:lnTo>
                  <a:lnTo>
                    <a:pt x="128" y="111"/>
                  </a:lnTo>
                  <a:lnTo>
                    <a:pt x="125" y="111"/>
                  </a:lnTo>
                  <a:lnTo>
                    <a:pt x="125" y="111"/>
                  </a:lnTo>
                  <a:lnTo>
                    <a:pt x="125" y="111"/>
                  </a:lnTo>
                  <a:lnTo>
                    <a:pt x="123" y="111"/>
                  </a:lnTo>
                  <a:lnTo>
                    <a:pt x="123" y="111"/>
                  </a:lnTo>
                  <a:lnTo>
                    <a:pt x="123" y="111"/>
                  </a:lnTo>
                  <a:lnTo>
                    <a:pt x="123" y="109"/>
                  </a:lnTo>
                  <a:lnTo>
                    <a:pt x="121" y="109"/>
                  </a:lnTo>
                  <a:lnTo>
                    <a:pt x="121" y="109"/>
                  </a:lnTo>
                  <a:lnTo>
                    <a:pt x="121" y="109"/>
                  </a:lnTo>
                  <a:lnTo>
                    <a:pt x="121" y="109"/>
                  </a:lnTo>
                  <a:lnTo>
                    <a:pt x="118" y="109"/>
                  </a:lnTo>
                  <a:lnTo>
                    <a:pt x="118" y="106"/>
                  </a:lnTo>
                  <a:lnTo>
                    <a:pt x="118" y="106"/>
                  </a:lnTo>
                  <a:lnTo>
                    <a:pt x="118" y="106"/>
                  </a:lnTo>
                  <a:lnTo>
                    <a:pt x="116" y="106"/>
                  </a:lnTo>
                  <a:lnTo>
                    <a:pt x="116" y="106"/>
                  </a:lnTo>
                  <a:lnTo>
                    <a:pt x="116" y="106"/>
                  </a:lnTo>
                  <a:lnTo>
                    <a:pt x="114" y="106"/>
                  </a:lnTo>
                  <a:lnTo>
                    <a:pt x="114" y="106"/>
                  </a:lnTo>
                  <a:lnTo>
                    <a:pt x="114" y="106"/>
                  </a:lnTo>
                  <a:lnTo>
                    <a:pt x="111" y="106"/>
                  </a:lnTo>
                  <a:lnTo>
                    <a:pt x="111" y="106"/>
                  </a:lnTo>
                  <a:lnTo>
                    <a:pt x="109" y="106"/>
                  </a:lnTo>
                  <a:lnTo>
                    <a:pt x="109" y="104"/>
                  </a:lnTo>
                  <a:lnTo>
                    <a:pt x="109" y="104"/>
                  </a:lnTo>
                  <a:lnTo>
                    <a:pt x="109" y="104"/>
                  </a:lnTo>
                  <a:lnTo>
                    <a:pt x="107" y="104"/>
                  </a:lnTo>
                  <a:lnTo>
                    <a:pt x="107" y="104"/>
                  </a:lnTo>
                  <a:lnTo>
                    <a:pt x="107" y="104"/>
                  </a:lnTo>
                  <a:lnTo>
                    <a:pt x="104" y="104"/>
                  </a:lnTo>
                  <a:lnTo>
                    <a:pt x="104" y="104"/>
                  </a:lnTo>
                  <a:lnTo>
                    <a:pt x="104" y="106"/>
                  </a:lnTo>
                  <a:lnTo>
                    <a:pt x="102" y="106"/>
                  </a:lnTo>
                  <a:lnTo>
                    <a:pt x="102" y="106"/>
                  </a:lnTo>
                  <a:lnTo>
                    <a:pt x="102" y="104"/>
                  </a:lnTo>
                  <a:lnTo>
                    <a:pt x="102" y="104"/>
                  </a:lnTo>
                  <a:lnTo>
                    <a:pt x="99" y="104"/>
                  </a:lnTo>
                  <a:lnTo>
                    <a:pt x="99" y="104"/>
                  </a:lnTo>
                  <a:lnTo>
                    <a:pt x="99" y="104"/>
                  </a:lnTo>
                  <a:lnTo>
                    <a:pt x="99" y="104"/>
                  </a:lnTo>
                  <a:lnTo>
                    <a:pt x="99" y="104"/>
                  </a:lnTo>
                  <a:lnTo>
                    <a:pt x="97" y="104"/>
                  </a:lnTo>
                  <a:lnTo>
                    <a:pt x="97" y="102"/>
                  </a:lnTo>
                  <a:lnTo>
                    <a:pt x="97" y="102"/>
                  </a:lnTo>
                  <a:lnTo>
                    <a:pt x="97" y="102"/>
                  </a:lnTo>
                  <a:lnTo>
                    <a:pt x="95" y="102"/>
                  </a:lnTo>
                  <a:lnTo>
                    <a:pt x="95" y="102"/>
                  </a:lnTo>
                  <a:lnTo>
                    <a:pt x="95" y="102"/>
                  </a:lnTo>
                  <a:lnTo>
                    <a:pt x="95" y="99"/>
                  </a:lnTo>
                  <a:lnTo>
                    <a:pt x="92" y="99"/>
                  </a:lnTo>
                  <a:lnTo>
                    <a:pt x="92" y="99"/>
                  </a:lnTo>
                  <a:lnTo>
                    <a:pt x="92" y="99"/>
                  </a:lnTo>
                  <a:lnTo>
                    <a:pt x="92" y="97"/>
                  </a:lnTo>
                  <a:lnTo>
                    <a:pt x="90" y="97"/>
                  </a:lnTo>
                  <a:lnTo>
                    <a:pt x="90" y="97"/>
                  </a:lnTo>
                  <a:lnTo>
                    <a:pt x="90" y="97"/>
                  </a:lnTo>
                  <a:lnTo>
                    <a:pt x="90" y="97"/>
                  </a:lnTo>
                  <a:lnTo>
                    <a:pt x="90" y="94"/>
                  </a:lnTo>
                  <a:lnTo>
                    <a:pt x="90" y="94"/>
                  </a:lnTo>
                  <a:lnTo>
                    <a:pt x="90" y="94"/>
                  </a:lnTo>
                  <a:lnTo>
                    <a:pt x="90" y="94"/>
                  </a:lnTo>
                  <a:lnTo>
                    <a:pt x="90" y="94"/>
                  </a:lnTo>
                  <a:lnTo>
                    <a:pt x="90" y="94"/>
                  </a:lnTo>
                  <a:lnTo>
                    <a:pt x="88" y="94"/>
                  </a:lnTo>
                  <a:lnTo>
                    <a:pt x="88" y="94"/>
                  </a:lnTo>
                  <a:lnTo>
                    <a:pt x="88" y="94"/>
                  </a:lnTo>
                  <a:lnTo>
                    <a:pt x="85" y="94"/>
                  </a:lnTo>
                  <a:lnTo>
                    <a:pt x="85" y="94"/>
                  </a:lnTo>
                  <a:lnTo>
                    <a:pt x="83" y="94"/>
                  </a:lnTo>
                  <a:lnTo>
                    <a:pt x="83" y="94"/>
                  </a:lnTo>
                  <a:lnTo>
                    <a:pt x="83" y="94"/>
                  </a:lnTo>
                  <a:lnTo>
                    <a:pt x="83" y="94"/>
                  </a:lnTo>
                  <a:lnTo>
                    <a:pt x="83" y="94"/>
                  </a:lnTo>
                  <a:lnTo>
                    <a:pt x="81" y="94"/>
                  </a:lnTo>
                  <a:lnTo>
                    <a:pt x="81" y="94"/>
                  </a:lnTo>
                  <a:lnTo>
                    <a:pt x="81" y="94"/>
                  </a:lnTo>
                  <a:lnTo>
                    <a:pt x="81" y="94"/>
                  </a:lnTo>
                  <a:lnTo>
                    <a:pt x="78" y="94"/>
                  </a:lnTo>
                  <a:lnTo>
                    <a:pt x="78" y="94"/>
                  </a:lnTo>
                  <a:lnTo>
                    <a:pt x="78" y="92"/>
                  </a:lnTo>
                  <a:lnTo>
                    <a:pt x="78" y="92"/>
                  </a:lnTo>
                  <a:lnTo>
                    <a:pt x="76" y="92"/>
                  </a:lnTo>
                  <a:lnTo>
                    <a:pt x="76" y="90"/>
                  </a:lnTo>
                  <a:lnTo>
                    <a:pt x="76" y="90"/>
                  </a:lnTo>
                  <a:lnTo>
                    <a:pt x="76" y="92"/>
                  </a:lnTo>
                  <a:lnTo>
                    <a:pt x="76" y="92"/>
                  </a:lnTo>
                  <a:lnTo>
                    <a:pt x="76" y="90"/>
                  </a:lnTo>
                  <a:lnTo>
                    <a:pt x="73" y="90"/>
                  </a:lnTo>
                  <a:lnTo>
                    <a:pt x="73" y="90"/>
                  </a:lnTo>
                  <a:lnTo>
                    <a:pt x="73" y="87"/>
                  </a:lnTo>
                  <a:lnTo>
                    <a:pt x="73" y="87"/>
                  </a:lnTo>
                  <a:lnTo>
                    <a:pt x="73" y="87"/>
                  </a:lnTo>
                  <a:lnTo>
                    <a:pt x="73" y="87"/>
                  </a:lnTo>
                  <a:lnTo>
                    <a:pt x="73" y="85"/>
                  </a:lnTo>
                  <a:lnTo>
                    <a:pt x="71" y="85"/>
                  </a:lnTo>
                  <a:lnTo>
                    <a:pt x="71" y="85"/>
                  </a:lnTo>
                  <a:lnTo>
                    <a:pt x="69" y="85"/>
                  </a:lnTo>
                  <a:lnTo>
                    <a:pt x="69" y="85"/>
                  </a:lnTo>
                  <a:lnTo>
                    <a:pt x="69" y="85"/>
                  </a:lnTo>
                  <a:lnTo>
                    <a:pt x="69" y="83"/>
                  </a:lnTo>
                  <a:lnTo>
                    <a:pt x="69" y="83"/>
                  </a:lnTo>
                  <a:lnTo>
                    <a:pt x="69" y="83"/>
                  </a:lnTo>
                  <a:lnTo>
                    <a:pt x="69" y="83"/>
                  </a:lnTo>
                  <a:lnTo>
                    <a:pt x="69" y="83"/>
                  </a:lnTo>
                  <a:lnTo>
                    <a:pt x="69" y="85"/>
                  </a:lnTo>
                  <a:lnTo>
                    <a:pt x="66" y="85"/>
                  </a:lnTo>
                  <a:lnTo>
                    <a:pt x="66" y="85"/>
                  </a:lnTo>
                  <a:lnTo>
                    <a:pt x="66" y="85"/>
                  </a:lnTo>
                  <a:lnTo>
                    <a:pt x="66" y="85"/>
                  </a:lnTo>
                  <a:lnTo>
                    <a:pt x="66" y="85"/>
                  </a:lnTo>
                  <a:lnTo>
                    <a:pt x="64" y="85"/>
                  </a:lnTo>
                  <a:lnTo>
                    <a:pt x="64" y="87"/>
                  </a:lnTo>
                  <a:lnTo>
                    <a:pt x="64" y="87"/>
                  </a:lnTo>
                  <a:lnTo>
                    <a:pt x="66" y="87"/>
                  </a:lnTo>
                  <a:lnTo>
                    <a:pt x="66" y="87"/>
                  </a:lnTo>
                  <a:lnTo>
                    <a:pt x="66" y="90"/>
                  </a:lnTo>
                  <a:lnTo>
                    <a:pt x="66" y="90"/>
                  </a:lnTo>
                  <a:lnTo>
                    <a:pt x="66" y="90"/>
                  </a:lnTo>
                  <a:lnTo>
                    <a:pt x="66" y="92"/>
                  </a:lnTo>
                  <a:lnTo>
                    <a:pt x="64" y="92"/>
                  </a:lnTo>
                  <a:lnTo>
                    <a:pt x="64" y="92"/>
                  </a:lnTo>
                  <a:lnTo>
                    <a:pt x="64" y="92"/>
                  </a:lnTo>
                  <a:lnTo>
                    <a:pt x="64" y="94"/>
                  </a:lnTo>
                  <a:lnTo>
                    <a:pt x="64" y="94"/>
                  </a:lnTo>
                  <a:lnTo>
                    <a:pt x="62" y="94"/>
                  </a:lnTo>
                  <a:lnTo>
                    <a:pt x="62" y="94"/>
                  </a:lnTo>
                  <a:lnTo>
                    <a:pt x="62" y="94"/>
                  </a:lnTo>
                  <a:lnTo>
                    <a:pt x="59" y="94"/>
                  </a:lnTo>
                  <a:lnTo>
                    <a:pt x="59" y="94"/>
                  </a:lnTo>
                  <a:lnTo>
                    <a:pt x="62" y="94"/>
                  </a:lnTo>
                  <a:lnTo>
                    <a:pt x="62" y="97"/>
                  </a:lnTo>
                  <a:lnTo>
                    <a:pt x="62" y="97"/>
                  </a:lnTo>
                  <a:lnTo>
                    <a:pt x="62" y="97"/>
                  </a:lnTo>
                  <a:lnTo>
                    <a:pt x="62" y="97"/>
                  </a:lnTo>
                  <a:lnTo>
                    <a:pt x="64" y="97"/>
                  </a:lnTo>
                  <a:lnTo>
                    <a:pt x="64" y="99"/>
                  </a:lnTo>
                  <a:lnTo>
                    <a:pt x="64" y="99"/>
                  </a:lnTo>
                  <a:lnTo>
                    <a:pt x="62" y="99"/>
                  </a:lnTo>
                  <a:lnTo>
                    <a:pt x="62" y="102"/>
                  </a:lnTo>
                  <a:lnTo>
                    <a:pt x="62" y="102"/>
                  </a:lnTo>
                  <a:lnTo>
                    <a:pt x="62" y="102"/>
                  </a:lnTo>
                  <a:lnTo>
                    <a:pt x="62" y="99"/>
                  </a:lnTo>
                  <a:lnTo>
                    <a:pt x="59" y="99"/>
                  </a:lnTo>
                  <a:lnTo>
                    <a:pt x="59" y="99"/>
                  </a:lnTo>
                  <a:lnTo>
                    <a:pt x="59" y="99"/>
                  </a:lnTo>
                  <a:lnTo>
                    <a:pt x="59" y="97"/>
                  </a:lnTo>
                  <a:lnTo>
                    <a:pt x="59" y="97"/>
                  </a:lnTo>
                  <a:lnTo>
                    <a:pt x="59" y="94"/>
                  </a:lnTo>
                  <a:lnTo>
                    <a:pt x="59" y="94"/>
                  </a:lnTo>
                  <a:lnTo>
                    <a:pt x="57" y="94"/>
                  </a:lnTo>
                  <a:lnTo>
                    <a:pt x="57" y="94"/>
                  </a:lnTo>
                  <a:lnTo>
                    <a:pt x="54" y="94"/>
                  </a:lnTo>
                  <a:lnTo>
                    <a:pt x="54" y="97"/>
                  </a:lnTo>
                  <a:lnTo>
                    <a:pt x="54" y="97"/>
                  </a:lnTo>
                  <a:lnTo>
                    <a:pt x="54" y="97"/>
                  </a:lnTo>
                  <a:lnTo>
                    <a:pt x="54" y="97"/>
                  </a:lnTo>
                  <a:lnTo>
                    <a:pt x="52" y="97"/>
                  </a:lnTo>
                  <a:lnTo>
                    <a:pt x="52" y="97"/>
                  </a:lnTo>
                  <a:lnTo>
                    <a:pt x="52" y="97"/>
                  </a:lnTo>
                  <a:lnTo>
                    <a:pt x="52" y="94"/>
                  </a:lnTo>
                  <a:lnTo>
                    <a:pt x="52" y="94"/>
                  </a:lnTo>
                  <a:lnTo>
                    <a:pt x="52" y="94"/>
                  </a:lnTo>
                  <a:lnTo>
                    <a:pt x="50" y="94"/>
                  </a:lnTo>
                  <a:lnTo>
                    <a:pt x="50" y="92"/>
                  </a:lnTo>
                  <a:lnTo>
                    <a:pt x="50" y="92"/>
                  </a:lnTo>
                  <a:lnTo>
                    <a:pt x="50" y="90"/>
                  </a:lnTo>
                  <a:lnTo>
                    <a:pt x="50" y="90"/>
                  </a:lnTo>
                  <a:lnTo>
                    <a:pt x="50" y="90"/>
                  </a:lnTo>
                  <a:lnTo>
                    <a:pt x="50" y="87"/>
                  </a:lnTo>
                  <a:lnTo>
                    <a:pt x="50" y="87"/>
                  </a:lnTo>
                  <a:lnTo>
                    <a:pt x="50" y="87"/>
                  </a:lnTo>
                  <a:lnTo>
                    <a:pt x="50" y="85"/>
                  </a:lnTo>
                  <a:lnTo>
                    <a:pt x="50" y="85"/>
                  </a:lnTo>
                  <a:lnTo>
                    <a:pt x="50" y="85"/>
                  </a:lnTo>
                  <a:lnTo>
                    <a:pt x="50" y="85"/>
                  </a:lnTo>
                  <a:lnTo>
                    <a:pt x="50" y="85"/>
                  </a:lnTo>
                  <a:lnTo>
                    <a:pt x="52" y="85"/>
                  </a:lnTo>
                  <a:lnTo>
                    <a:pt x="52" y="85"/>
                  </a:lnTo>
                  <a:lnTo>
                    <a:pt x="52" y="83"/>
                  </a:lnTo>
                  <a:lnTo>
                    <a:pt x="52" y="83"/>
                  </a:lnTo>
                  <a:lnTo>
                    <a:pt x="52" y="80"/>
                  </a:lnTo>
                  <a:lnTo>
                    <a:pt x="52" y="80"/>
                  </a:lnTo>
                  <a:lnTo>
                    <a:pt x="50" y="80"/>
                  </a:lnTo>
                  <a:lnTo>
                    <a:pt x="50" y="83"/>
                  </a:lnTo>
                  <a:lnTo>
                    <a:pt x="50" y="83"/>
                  </a:lnTo>
                  <a:lnTo>
                    <a:pt x="50" y="83"/>
                  </a:lnTo>
                  <a:lnTo>
                    <a:pt x="47" y="83"/>
                  </a:lnTo>
                  <a:lnTo>
                    <a:pt x="47" y="80"/>
                  </a:lnTo>
                  <a:lnTo>
                    <a:pt x="47" y="80"/>
                  </a:lnTo>
                  <a:lnTo>
                    <a:pt x="47" y="80"/>
                  </a:lnTo>
                  <a:lnTo>
                    <a:pt x="47" y="78"/>
                  </a:lnTo>
                  <a:lnTo>
                    <a:pt x="47" y="78"/>
                  </a:lnTo>
                  <a:lnTo>
                    <a:pt x="47" y="78"/>
                  </a:lnTo>
                  <a:lnTo>
                    <a:pt x="47" y="75"/>
                  </a:lnTo>
                  <a:lnTo>
                    <a:pt x="47" y="75"/>
                  </a:lnTo>
                  <a:lnTo>
                    <a:pt x="47" y="75"/>
                  </a:lnTo>
                  <a:lnTo>
                    <a:pt x="47" y="75"/>
                  </a:lnTo>
                  <a:lnTo>
                    <a:pt x="47" y="73"/>
                  </a:lnTo>
                  <a:lnTo>
                    <a:pt x="47" y="73"/>
                  </a:lnTo>
                  <a:lnTo>
                    <a:pt x="47" y="73"/>
                  </a:lnTo>
                  <a:lnTo>
                    <a:pt x="45" y="73"/>
                  </a:lnTo>
                  <a:lnTo>
                    <a:pt x="45" y="73"/>
                  </a:lnTo>
                  <a:lnTo>
                    <a:pt x="43" y="73"/>
                  </a:lnTo>
                  <a:lnTo>
                    <a:pt x="43" y="71"/>
                  </a:lnTo>
                  <a:lnTo>
                    <a:pt x="43" y="71"/>
                  </a:lnTo>
                  <a:lnTo>
                    <a:pt x="43" y="71"/>
                  </a:lnTo>
                  <a:lnTo>
                    <a:pt x="43" y="71"/>
                  </a:lnTo>
                  <a:lnTo>
                    <a:pt x="43" y="68"/>
                  </a:lnTo>
                  <a:lnTo>
                    <a:pt x="43" y="68"/>
                  </a:lnTo>
                  <a:lnTo>
                    <a:pt x="43" y="68"/>
                  </a:lnTo>
                  <a:lnTo>
                    <a:pt x="43" y="68"/>
                  </a:lnTo>
                  <a:lnTo>
                    <a:pt x="40" y="68"/>
                  </a:lnTo>
                  <a:lnTo>
                    <a:pt x="40" y="68"/>
                  </a:lnTo>
                  <a:lnTo>
                    <a:pt x="40" y="68"/>
                  </a:lnTo>
                  <a:lnTo>
                    <a:pt x="38" y="68"/>
                  </a:lnTo>
                  <a:lnTo>
                    <a:pt x="38" y="68"/>
                  </a:lnTo>
                  <a:lnTo>
                    <a:pt x="36" y="68"/>
                  </a:lnTo>
                  <a:lnTo>
                    <a:pt x="36" y="68"/>
                  </a:lnTo>
                  <a:lnTo>
                    <a:pt x="36" y="66"/>
                  </a:lnTo>
                  <a:lnTo>
                    <a:pt x="36" y="66"/>
                  </a:lnTo>
                  <a:lnTo>
                    <a:pt x="33" y="66"/>
                  </a:lnTo>
                  <a:lnTo>
                    <a:pt x="33" y="66"/>
                  </a:lnTo>
                  <a:lnTo>
                    <a:pt x="33" y="66"/>
                  </a:lnTo>
                  <a:lnTo>
                    <a:pt x="33" y="64"/>
                  </a:lnTo>
                  <a:lnTo>
                    <a:pt x="33" y="64"/>
                  </a:lnTo>
                  <a:lnTo>
                    <a:pt x="33" y="64"/>
                  </a:lnTo>
                  <a:lnTo>
                    <a:pt x="33" y="64"/>
                  </a:lnTo>
                  <a:lnTo>
                    <a:pt x="33" y="64"/>
                  </a:lnTo>
                  <a:lnTo>
                    <a:pt x="33" y="61"/>
                  </a:lnTo>
                  <a:lnTo>
                    <a:pt x="33" y="61"/>
                  </a:lnTo>
                  <a:lnTo>
                    <a:pt x="33" y="61"/>
                  </a:lnTo>
                  <a:lnTo>
                    <a:pt x="36" y="61"/>
                  </a:lnTo>
                  <a:lnTo>
                    <a:pt x="36" y="59"/>
                  </a:lnTo>
                  <a:lnTo>
                    <a:pt x="36" y="59"/>
                  </a:lnTo>
                  <a:lnTo>
                    <a:pt x="36" y="59"/>
                  </a:lnTo>
                  <a:lnTo>
                    <a:pt x="36" y="59"/>
                  </a:lnTo>
                  <a:lnTo>
                    <a:pt x="38" y="59"/>
                  </a:lnTo>
                  <a:lnTo>
                    <a:pt x="38" y="59"/>
                  </a:lnTo>
                  <a:lnTo>
                    <a:pt x="40" y="59"/>
                  </a:lnTo>
                  <a:lnTo>
                    <a:pt x="40" y="59"/>
                  </a:lnTo>
                  <a:lnTo>
                    <a:pt x="40" y="59"/>
                  </a:lnTo>
                  <a:lnTo>
                    <a:pt x="43" y="59"/>
                  </a:lnTo>
                  <a:lnTo>
                    <a:pt x="43" y="57"/>
                  </a:lnTo>
                  <a:lnTo>
                    <a:pt x="43" y="57"/>
                  </a:lnTo>
                  <a:lnTo>
                    <a:pt x="43" y="57"/>
                  </a:lnTo>
                  <a:lnTo>
                    <a:pt x="45" y="57"/>
                  </a:lnTo>
                  <a:lnTo>
                    <a:pt x="45" y="59"/>
                  </a:lnTo>
                  <a:lnTo>
                    <a:pt x="45" y="59"/>
                  </a:lnTo>
                  <a:lnTo>
                    <a:pt x="47" y="59"/>
                  </a:lnTo>
                  <a:lnTo>
                    <a:pt x="47" y="59"/>
                  </a:lnTo>
                  <a:lnTo>
                    <a:pt x="47" y="59"/>
                  </a:lnTo>
                  <a:lnTo>
                    <a:pt x="47" y="61"/>
                  </a:lnTo>
                  <a:lnTo>
                    <a:pt x="47" y="61"/>
                  </a:lnTo>
                  <a:lnTo>
                    <a:pt x="47" y="61"/>
                  </a:lnTo>
                  <a:lnTo>
                    <a:pt x="50" y="61"/>
                  </a:lnTo>
                  <a:lnTo>
                    <a:pt x="50" y="64"/>
                  </a:lnTo>
                  <a:lnTo>
                    <a:pt x="50" y="64"/>
                  </a:lnTo>
                  <a:lnTo>
                    <a:pt x="50" y="61"/>
                  </a:lnTo>
                  <a:lnTo>
                    <a:pt x="50" y="61"/>
                  </a:lnTo>
                  <a:lnTo>
                    <a:pt x="50" y="61"/>
                  </a:lnTo>
                  <a:lnTo>
                    <a:pt x="52" y="61"/>
                  </a:lnTo>
                  <a:lnTo>
                    <a:pt x="52" y="59"/>
                  </a:lnTo>
                  <a:lnTo>
                    <a:pt x="52" y="59"/>
                  </a:lnTo>
                  <a:lnTo>
                    <a:pt x="52" y="59"/>
                  </a:lnTo>
                  <a:lnTo>
                    <a:pt x="54" y="59"/>
                  </a:lnTo>
                  <a:lnTo>
                    <a:pt x="54" y="57"/>
                  </a:lnTo>
                  <a:lnTo>
                    <a:pt x="54" y="57"/>
                  </a:lnTo>
                  <a:lnTo>
                    <a:pt x="54" y="57"/>
                  </a:lnTo>
                  <a:lnTo>
                    <a:pt x="54" y="57"/>
                  </a:lnTo>
                  <a:lnTo>
                    <a:pt x="54" y="54"/>
                  </a:lnTo>
                  <a:lnTo>
                    <a:pt x="57" y="54"/>
                  </a:lnTo>
                  <a:lnTo>
                    <a:pt x="57" y="54"/>
                  </a:lnTo>
                  <a:lnTo>
                    <a:pt x="57" y="54"/>
                  </a:lnTo>
                  <a:lnTo>
                    <a:pt x="57" y="54"/>
                  </a:lnTo>
                  <a:lnTo>
                    <a:pt x="59" y="54"/>
                  </a:lnTo>
                  <a:lnTo>
                    <a:pt x="59" y="54"/>
                  </a:lnTo>
                  <a:lnTo>
                    <a:pt x="59" y="54"/>
                  </a:lnTo>
                  <a:lnTo>
                    <a:pt x="59" y="52"/>
                  </a:lnTo>
                  <a:lnTo>
                    <a:pt x="62" y="52"/>
                  </a:lnTo>
                  <a:lnTo>
                    <a:pt x="62" y="54"/>
                  </a:lnTo>
                  <a:lnTo>
                    <a:pt x="62" y="54"/>
                  </a:lnTo>
                  <a:lnTo>
                    <a:pt x="62" y="54"/>
                  </a:lnTo>
                  <a:lnTo>
                    <a:pt x="64" y="54"/>
                  </a:lnTo>
                  <a:lnTo>
                    <a:pt x="64" y="54"/>
                  </a:lnTo>
                  <a:lnTo>
                    <a:pt x="64" y="54"/>
                  </a:lnTo>
                  <a:lnTo>
                    <a:pt x="66" y="54"/>
                  </a:lnTo>
                  <a:lnTo>
                    <a:pt x="66" y="54"/>
                  </a:lnTo>
                  <a:lnTo>
                    <a:pt x="66" y="52"/>
                  </a:lnTo>
                  <a:lnTo>
                    <a:pt x="66" y="52"/>
                  </a:lnTo>
                  <a:lnTo>
                    <a:pt x="66" y="52"/>
                  </a:lnTo>
                  <a:lnTo>
                    <a:pt x="66" y="54"/>
                  </a:lnTo>
                  <a:lnTo>
                    <a:pt x="69" y="54"/>
                  </a:lnTo>
                  <a:lnTo>
                    <a:pt x="69" y="54"/>
                  </a:lnTo>
                  <a:lnTo>
                    <a:pt x="69" y="54"/>
                  </a:lnTo>
                  <a:lnTo>
                    <a:pt x="69" y="54"/>
                  </a:lnTo>
                  <a:lnTo>
                    <a:pt x="71" y="54"/>
                  </a:lnTo>
                  <a:lnTo>
                    <a:pt x="71" y="54"/>
                  </a:lnTo>
                  <a:lnTo>
                    <a:pt x="71" y="54"/>
                  </a:lnTo>
                  <a:lnTo>
                    <a:pt x="73" y="54"/>
                  </a:lnTo>
                  <a:lnTo>
                    <a:pt x="73" y="52"/>
                  </a:lnTo>
                  <a:lnTo>
                    <a:pt x="73" y="52"/>
                  </a:lnTo>
                  <a:lnTo>
                    <a:pt x="73" y="52"/>
                  </a:lnTo>
                  <a:lnTo>
                    <a:pt x="73" y="52"/>
                  </a:lnTo>
                  <a:lnTo>
                    <a:pt x="73" y="49"/>
                  </a:lnTo>
                  <a:lnTo>
                    <a:pt x="71" y="49"/>
                  </a:lnTo>
                  <a:lnTo>
                    <a:pt x="71" y="49"/>
                  </a:lnTo>
                  <a:lnTo>
                    <a:pt x="69" y="49"/>
                  </a:lnTo>
                  <a:lnTo>
                    <a:pt x="69" y="49"/>
                  </a:lnTo>
                  <a:lnTo>
                    <a:pt x="69" y="49"/>
                  </a:lnTo>
                  <a:lnTo>
                    <a:pt x="69" y="49"/>
                  </a:lnTo>
                  <a:lnTo>
                    <a:pt x="66" y="49"/>
                  </a:lnTo>
                  <a:lnTo>
                    <a:pt x="66" y="49"/>
                  </a:lnTo>
                  <a:lnTo>
                    <a:pt x="66" y="49"/>
                  </a:lnTo>
                  <a:lnTo>
                    <a:pt x="64" y="49"/>
                  </a:lnTo>
                  <a:lnTo>
                    <a:pt x="64" y="49"/>
                  </a:lnTo>
                  <a:lnTo>
                    <a:pt x="62" y="49"/>
                  </a:lnTo>
                  <a:lnTo>
                    <a:pt x="62" y="49"/>
                  </a:lnTo>
                  <a:lnTo>
                    <a:pt x="62" y="47"/>
                  </a:lnTo>
                  <a:lnTo>
                    <a:pt x="62" y="47"/>
                  </a:lnTo>
                  <a:lnTo>
                    <a:pt x="62" y="49"/>
                  </a:lnTo>
                  <a:lnTo>
                    <a:pt x="59" y="49"/>
                  </a:lnTo>
                  <a:lnTo>
                    <a:pt x="59" y="47"/>
                  </a:lnTo>
                  <a:lnTo>
                    <a:pt x="59" y="47"/>
                  </a:lnTo>
                  <a:lnTo>
                    <a:pt x="59" y="49"/>
                  </a:lnTo>
                  <a:lnTo>
                    <a:pt x="59" y="49"/>
                  </a:lnTo>
                  <a:lnTo>
                    <a:pt x="57" y="49"/>
                  </a:lnTo>
                  <a:lnTo>
                    <a:pt x="57" y="49"/>
                  </a:lnTo>
                  <a:lnTo>
                    <a:pt x="57" y="49"/>
                  </a:lnTo>
                  <a:lnTo>
                    <a:pt x="54" y="49"/>
                  </a:lnTo>
                  <a:lnTo>
                    <a:pt x="54" y="52"/>
                  </a:lnTo>
                  <a:lnTo>
                    <a:pt x="54" y="52"/>
                  </a:lnTo>
                  <a:lnTo>
                    <a:pt x="54" y="49"/>
                  </a:lnTo>
                  <a:lnTo>
                    <a:pt x="54" y="49"/>
                  </a:lnTo>
                  <a:lnTo>
                    <a:pt x="52" y="49"/>
                  </a:lnTo>
                  <a:lnTo>
                    <a:pt x="52" y="49"/>
                  </a:lnTo>
                  <a:lnTo>
                    <a:pt x="52" y="49"/>
                  </a:lnTo>
                  <a:lnTo>
                    <a:pt x="50" y="49"/>
                  </a:lnTo>
                  <a:lnTo>
                    <a:pt x="50" y="49"/>
                  </a:lnTo>
                  <a:lnTo>
                    <a:pt x="50" y="49"/>
                  </a:lnTo>
                  <a:lnTo>
                    <a:pt x="50" y="52"/>
                  </a:lnTo>
                  <a:lnTo>
                    <a:pt x="50" y="52"/>
                  </a:lnTo>
                  <a:lnTo>
                    <a:pt x="47" y="52"/>
                  </a:lnTo>
                  <a:lnTo>
                    <a:pt x="47" y="49"/>
                  </a:lnTo>
                  <a:lnTo>
                    <a:pt x="47" y="49"/>
                  </a:lnTo>
                  <a:lnTo>
                    <a:pt x="47" y="49"/>
                  </a:lnTo>
                  <a:lnTo>
                    <a:pt x="47" y="49"/>
                  </a:lnTo>
                  <a:lnTo>
                    <a:pt x="47" y="47"/>
                  </a:lnTo>
                  <a:lnTo>
                    <a:pt x="45" y="47"/>
                  </a:lnTo>
                  <a:lnTo>
                    <a:pt x="45" y="47"/>
                  </a:lnTo>
                  <a:lnTo>
                    <a:pt x="45" y="49"/>
                  </a:lnTo>
                  <a:lnTo>
                    <a:pt x="43" y="49"/>
                  </a:lnTo>
                  <a:lnTo>
                    <a:pt x="43" y="49"/>
                  </a:lnTo>
                  <a:lnTo>
                    <a:pt x="43" y="49"/>
                  </a:lnTo>
                  <a:lnTo>
                    <a:pt x="43" y="49"/>
                  </a:lnTo>
                  <a:lnTo>
                    <a:pt x="40" y="49"/>
                  </a:lnTo>
                  <a:lnTo>
                    <a:pt x="40" y="49"/>
                  </a:lnTo>
                  <a:lnTo>
                    <a:pt x="40" y="49"/>
                  </a:lnTo>
                  <a:lnTo>
                    <a:pt x="40" y="49"/>
                  </a:lnTo>
                  <a:lnTo>
                    <a:pt x="40" y="47"/>
                  </a:lnTo>
                  <a:lnTo>
                    <a:pt x="38" y="47"/>
                  </a:lnTo>
                  <a:lnTo>
                    <a:pt x="38" y="47"/>
                  </a:lnTo>
                  <a:lnTo>
                    <a:pt x="38" y="47"/>
                  </a:lnTo>
                  <a:lnTo>
                    <a:pt x="36" y="47"/>
                  </a:lnTo>
                  <a:lnTo>
                    <a:pt x="36" y="47"/>
                  </a:lnTo>
                  <a:lnTo>
                    <a:pt x="36" y="45"/>
                  </a:lnTo>
                  <a:lnTo>
                    <a:pt x="36" y="45"/>
                  </a:lnTo>
                  <a:lnTo>
                    <a:pt x="36" y="45"/>
                  </a:lnTo>
                  <a:lnTo>
                    <a:pt x="33" y="45"/>
                  </a:lnTo>
                  <a:lnTo>
                    <a:pt x="33" y="45"/>
                  </a:lnTo>
                  <a:lnTo>
                    <a:pt x="33" y="42"/>
                  </a:lnTo>
                  <a:lnTo>
                    <a:pt x="33" y="42"/>
                  </a:lnTo>
                  <a:lnTo>
                    <a:pt x="33" y="42"/>
                  </a:lnTo>
                  <a:lnTo>
                    <a:pt x="33" y="42"/>
                  </a:lnTo>
                  <a:lnTo>
                    <a:pt x="33" y="40"/>
                  </a:lnTo>
                  <a:lnTo>
                    <a:pt x="33" y="40"/>
                  </a:lnTo>
                  <a:lnTo>
                    <a:pt x="33" y="38"/>
                  </a:lnTo>
                  <a:lnTo>
                    <a:pt x="33" y="38"/>
                  </a:lnTo>
                  <a:lnTo>
                    <a:pt x="33" y="35"/>
                  </a:lnTo>
                  <a:lnTo>
                    <a:pt x="31" y="35"/>
                  </a:lnTo>
                  <a:lnTo>
                    <a:pt x="31" y="35"/>
                  </a:lnTo>
                  <a:lnTo>
                    <a:pt x="31" y="35"/>
                  </a:lnTo>
                  <a:lnTo>
                    <a:pt x="31" y="33"/>
                  </a:lnTo>
                  <a:lnTo>
                    <a:pt x="31" y="33"/>
                  </a:lnTo>
                  <a:lnTo>
                    <a:pt x="28" y="33"/>
                  </a:lnTo>
                  <a:lnTo>
                    <a:pt x="28" y="33"/>
                  </a:lnTo>
                  <a:lnTo>
                    <a:pt x="28" y="33"/>
                  </a:lnTo>
                  <a:lnTo>
                    <a:pt x="28" y="33"/>
                  </a:lnTo>
                  <a:lnTo>
                    <a:pt x="26" y="33"/>
                  </a:lnTo>
                  <a:lnTo>
                    <a:pt x="26" y="33"/>
                  </a:lnTo>
                  <a:lnTo>
                    <a:pt x="26" y="30"/>
                  </a:lnTo>
                  <a:lnTo>
                    <a:pt x="26" y="30"/>
                  </a:lnTo>
                  <a:lnTo>
                    <a:pt x="24" y="30"/>
                  </a:lnTo>
                  <a:lnTo>
                    <a:pt x="24" y="30"/>
                  </a:lnTo>
                  <a:lnTo>
                    <a:pt x="21" y="30"/>
                  </a:lnTo>
                  <a:lnTo>
                    <a:pt x="21" y="30"/>
                  </a:lnTo>
                  <a:lnTo>
                    <a:pt x="21" y="30"/>
                  </a:lnTo>
                  <a:lnTo>
                    <a:pt x="21" y="30"/>
                  </a:lnTo>
                  <a:lnTo>
                    <a:pt x="19" y="30"/>
                  </a:lnTo>
                  <a:lnTo>
                    <a:pt x="19" y="30"/>
                  </a:lnTo>
                  <a:lnTo>
                    <a:pt x="19" y="30"/>
                  </a:lnTo>
                  <a:lnTo>
                    <a:pt x="17" y="30"/>
                  </a:lnTo>
                  <a:lnTo>
                    <a:pt x="17" y="30"/>
                  </a:lnTo>
                  <a:lnTo>
                    <a:pt x="17" y="30"/>
                  </a:lnTo>
                  <a:lnTo>
                    <a:pt x="17" y="30"/>
                  </a:lnTo>
                  <a:lnTo>
                    <a:pt x="14" y="30"/>
                  </a:lnTo>
                  <a:lnTo>
                    <a:pt x="14" y="30"/>
                  </a:lnTo>
                  <a:lnTo>
                    <a:pt x="14" y="28"/>
                  </a:lnTo>
                  <a:lnTo>
                    <a:pt x="14" y="28"/>
                  </a:lnTo>
                  <a:lnTo>
                    <a:pt x="12" y="28"/>
                  </a:lnTo>
                  <a:lnTo>
                    <a:pt x="12" y="28"/>
                  </a:lnTo>
                  <a:lnTo>
                    <a:pt x="10" y="28"/>
                  </a:lnTo>
                  <a:lnTo>
                    <a:pt x="10" y="28"/>
                  </a:lnTo>
                  <a:lnTo>
                    <a:pt x="10" y="28"/>
                  </a:lnTo>
                  <a:lnTo>
                    <a:pt x="10" y="28"/>
                  </a:lnTo>
                  <a:lnTo>
                    <a:pt x="10" y="26"/>
                  </a:lnTo>
                  <a:lnTo>
                    <a:pt x="10" y="26"/>
                  </a:lnTo>
                  <a:lnTo>
                    <a:pt x="7" y="26"/>
                  </a:lnTo>
                  <a:lnTo>
                    <a:pt x="7" y="26"/>
                  </a:lnTo>
                  <a:lnTo>
                    <a:pt x="7" y="26"/>
                  </a:lnTo>
                  <a:lnTo>
                    <a:pt x="7" y="26"/>
                  </a:lnTo>
                  <a:lnTo>
                    <a:pt x="7" y="26"/>
                  </a:lnTo>
                  <a:lnTo>
                    <a:pt x="7" y="26"/>
                  </a:lnTo>
                  <a:lnTo>
                    <a:pt x="7" y="26"/>
                  </a:lnTo>
                  <a:lnTo>
                    <a:pt x="7" y="26"/>
                  </a:lnTo>
                  <a:lnTo>
                    <a:pt x="7" y="23"/>
                  </a:lnTo>
                  <a:lnTo>
                    <a:pt x="7" y="23"/>
                  </a:lnTo>
                  <a:lnTo>
                    <a:pt x="7" y="21"/>
                  </a:lnTo>
                  <a:lnTo>
                    <a:pt x="5" y="21"/>
                  </a:lnTo>
                  <a:lnTo>
                    <a:pt x="5" y="21"/>
                  </a:lnTo>
                  <a:lnTo>
                    <a:pt x="5" y="19"/>
                  </a:lnTo>
                  <a:lnTo>
                    <a:pt x="5" y="19"/>
                  </a:lnTo>
                  <a:lnTo>
                    <a:pt x="5" y="19"/>
                  </a:lnTo>
                  <a:lnTo>
                    <a:pt x="5" y="16"/>
                  </a:lnTo>
                  <a:lnTo>
                    <a:pt x="5" y="16"/>
                  </a:lnTo>
                  <a:lnTo>
                    <a:pt x="5" y="14"/>
                  </a:lnTo>
                  <a:lnTo>
                    <a:pt x="2" y="14"/>
                  </a:lnTo>
                  <a:lnTo>
                    <a:pt x="2" y="14"/>
                  </a:lnTo>
                  <a:lnTo>
                    <a:pt x="2" y="16"/>
                  </a:lnTo>
                  <a:lnTo>
                    <a:pt x="2" y="16"/>
                  </a:lnTo>
                  <a:lnTo>
                    <a:pt x="0" y="16"/>
                  </a:lnTo>
                  <a:lnTo>
                    <a:pt x="0" y="16"/>
                  </a:lnTo>
                  <a:lnTo>
                    <a:pt x="0" y="16"/>
                  </a:lnTo>
                  <a:lnTo>
                    <a:pt x="0" y="14"/>
                  </a:lnTo>
                  <a:lnTo>
                    <a:pt x="0" y="14"/>
                  </a:lnTo>
                  <a:lnTo>
                    <a:pt x="0" y="14"/>
                  </a:lnTo>
                  <a:lnTo>
                    <a:pt x="0" y="14"/>
                  </a:lnTo>
                  <a:lnTo>
                    <a:pt x="0" y="11"/>
                  </a:lnTo>
                  <a:lnTo>
                    <a:pt x="0" y="11"/>
                  </a:lnTo>
                  <a:lnTo>
                    <a:pt x="0" y="11"/>
                  </a:lnTo>
                  <a:lnTo>
                    <a:pt x="2" y="11"/>
                  </a:lnTo>
                  <a:lnTo>
                    <a:pt x="2" y="11"/>
                  </a:lnTo>
                  <a:lnTo>
                    <a:pt x="2" y="11"/>
                  </a:lnTo>
                  <a:lnTo>
                    <a:pt x="2" y="11"/>
                  </a:lnTo>
                  <a:lnTo>
                    <a:pt x="5" y="11"/>
                  </a:lnTo>
                  <a:lnTo>
                    <a:pt x="5" y="11"/>
                  </a:lnTo>
                  <a:lnTo>
                    <a:pt x="5" y="11"/>
                  </a:lnTo>
                  <a:lnTo>
                    <a:pt x="7" y="11"/>
                  </a:lnTo>
                  <a:lnTo>
                    <a:pt x="7" y="11"/>
                  </a:lnTo>
                  <a:lnTo>
                    <a:pt x="7" y="11"/>
                  </a:lnTo>
                  <a:lnTo>
                    <a:pt x="10" y="11"/>
                  </a:lnTo>
                  <a:lnTo>
                    <a:pt x="10" y="11"/>
                  </a:lnTo>
                  <a:lnTo>
                    <a:pt x="10" y="11"/>
                  </a:lnTo>
                  <a:lnTo>
                    <a:pt x="12" y="11"/>
                  </a:lnTo>
                  <a:lnTo>
                    <a:pt x="12" y="11"/>
                  </a:lnTo>
                  <a:lnTo>
                    <a:pt x="12" y="14"/>
                  </a:lnTo>
                  <a:lnTo>
                    <a:pt x="10" y="14"/>
                  </a:lnTo>
                  <a:lnTo>
                    <a:pt x="10" y="14"/>
                  </a:lnTo>
                  <a:lnTo>
                    <a:pt x="12" y="14"/>
                  </a:lnTo>
                  <a:lnTo>
                    <a:pt x="12" y="14"/>
                  </a:lnTo>
                  <a:lnTo>
                    <a:pt x="12" y="14"/>
                  </a:lnTo>
                  <a:lnTo>
                    <a:pt x="12" y="14"/>
                  </a:lnTo>
                  <a:lnTo>
                    <a:pt x="14" y="14"/>
                  </a:lnTo>
                  <a:lnTo>
                    <a:pt x="14" y="14"/>
                  </a:lnTo>
                  <a:lnTo>
                    <a:pt x="14" y="14"/>
                  </a:lnTo>
                  <a:lnTo>
                    <a:pt x="14" y="14"/>
                  </a:lnTo>
                  <a:lnTo>
                    <a:pt x="14" y="14"/>
                  </a:lnTo>
                  <a:lnTo>
                    <a:pt x="17" y="14"/>
                  </a:lnTo>
                  <a:lnTo>
                    <a:pt x="17" y="14"/>
                  </a:lnTo>
                  <a:lnTo>
                    <a:pt x="17" y="11"/>
                  </a:lnTo>
                  <a:lnTo>
                    <a:pt x="17" y="11"/>
                  </a:lnTo>
                  <a:lnTo>
                    <a:pt x="17" y="11"/>
                  </a:lnTo>
                  <a:lnTo>
                    <a:pt x="19" y="11"/>
                  </a:lnTo>
                  <a:lnTo>
                    <a:pt x="19" y="11"/>
                  </a:lnTo>
                  <a:lnTo>
                    <a:pt x="19" y="11"/>
                  </a:lnTo>
                  <a:lnTo>
                    <a:pt x="21" y="11"/>
                  </a:lnTo>
                  <a:lnTo>
                    <a:pt x="21" y="11"/>
                  </a:lnTo>
                  <a:lnTo>
                    <a:pt x="21" y="9"/>
                  </a:lnTo>
                  <a:lnTo>
                    <a:pt x="21" y="9"/>
                  </a:lnTo>
                  <a:lnTo>
                    <a:pt x="24" y="9"/>
                  </a:lnTo>
                  <a:lnTo>
                    <a:pt x="24" y="9"/>
                  </a:lnTo>
                  <a:lnTo>
                    <a:pt x="26" y="9"/>
                  </a:lnTo>
                  <a:lnTo>
                    <a:pt x="26" y="9"/>
                  </a:lnTo>
                  <a:lnTo>
                    <a:pt x="26" y="9"/>
                  </a:lnTo>
                  <a:lnTo>
                    <a:pt x="28" y="9"/>
                  </a:lnTo>
                  <a:lnTo>
                    <a:pt x="28" y="9"/>
                  </a:lnTo>
                  <a:lnTo>
                    <a:pt x="28" y="9"/>
                  </a:lnTo>
                  <a:lnTo>
                    <a:pt x="31" y="9"/>
                  </a:lnTo>
                  <a:lnTo>
                    <a:pt x="31" y="9"/>
                  </a:lnTo>
                  <a:lnTo>
                    <a:pt x="31" y="9"/>
                  </a:lnTo>
                  <a:lnTo>
                    <a:pt x="31" y="7"/>
                  </a:lnTo>
                  <a:lnTo>
                    <a:pt x="33" y="7"/>
                  </a:lnTo>
                  <a:lnTo>
                    <a:pt x="33" y="7"/>
                  </a:lnTo>
                  <a:lnTo>
                    <a:pt x="33" y="7"/>
                  </a:lnTo>
                  <a:lnTo>
                    <a:pt x="33" y="4"/>
                  </a:lnTo>
                  <a:lnTo>
                    <a:pt x="33" y="4"/>
                  </a:lnTo>
                  <a:lnTo>
                    <a:pt x="36" y="4"/>
                  </a:lnTo>
                  <a:lnTo>
                    <a:pt x="36" y="4"/>
                  </a:lnTo>
                  <a:lnTo>
                    <a:pt x="36" y="4"/>
                  </a:lnTo>
                  <a:lnTo>
                    <a:pt x="36" y="4"/>
                  </a:lnTo>
                  <a:lnTo>
                    <a:pt x="36" y="4"/>
                  </a:lnTo>
                  <a:lnTo>
                    <a:pt x="36" y="2"/>
                  </a:lnTo>
                  <a:lnTo>
                    <a:pt x="38" y="2"/>
                  </a:lnTo>
                  <a:lnTo>
                    <a:pt x="38" y="2"/>
                  </a:lnTo>
                  <a:lnTo>
                    <a:pt x="36" y="2"/>
                  </a:lnTo>
                  <a:lnTo>
                    <a:pt x="36" y="0"/>
                  </a:lnTo>
                  <a:lnTo>
                    <a:pt x="38" y="0"/>
                  </a:lnTo>
                  <a:lnTo>
                    <a:pt x="38" y="0"/>
                  </a:lnTo>
                  <a:lnTo>
                    <a:pt x="38" y="2"/>
                  </a:lnTo>
                  <a:lnTo>
                    <a:pt x="40" y="2"/>
                  </a:lnTo>
                  <a:lnTo>
                    <a:pt x="40" y="2"/>
                  </a:lnTo>
                  <a:lnTo>
                    <a:pt x="40" y="2"/>
                  </a:lnTo>
                  <a:lnTo>
                    <a:pt x="40" y="0"/>
                  </a:lnTo>
                  <a:lnTo>
                    <a:pt x="43" y="0"/>
                  </a:lnTo>
                  <a:lnTo>
                    <a:pt x="43" y="0"/>
                  </a:lnTo>
                  <a:lnTo>
                    <a:pt x="43" y="0"/>
                  </a:lnTo>
                  <a:lnTo>
                    <a:pt x="45" y="0"/>
                  </a:lnTo>
                  <a:lnTo>
                    <a:pt x="45" y="0"/>
                  </a:lnTo>
                  <a:lnTo>
                    <a:pt x="47" y="0"/>
                  </a:lnTo>
                  <a:lnTo>
                    <a:pt x="47" y="0"/>
                  </a:lnTo>
                  <a:lnTo>
                    <a:pt x="47" y="0"/>
                  </a:lnTo>
                  <a:lnTo>
                    <a:pt x="50" y="0"/>
                  </a:lnTo>
                  <a:lnTo>
                    <a:pt x="50" y="0"/>
                  </a:lnTo>
                  <a:lnTo>
                    <a:pt x="50" y="2"/>
                  </a:lnTo>
                  <a:lnTo>
                    <a:pt x="50" y="2"/>
                  </a:lnTo>
                  <a:lnTo>
                    <a:pt x="50" y="2"/>
                  </a:lnTo>
                  <a:lnTo>
                    <a:pt x="52" y="2"/>
                  </a:lnTo>
                  <a:lnTo>
                    <a:pt x="52" y="2"/>
                  </a:lnTo>
                  <a:lnTo>
                    <a:pt x="54" y="2"/>
                  </a:lnTo>
                  <a:lnTo>
                    <a:pt x="54" y="2"/>
                  </a:lnTo>
                  <a:lnTo>
                    <a:pt x="54" y="4"/>
                  </a:lnTo>
                  <a:lnTo>
                    <a:pt x="54" y="4"/>
                  </a:lnTo>
                  <a:lnTo>
                    <a:pt x="57" y="4"/>
                  </a:lnTo>
                  <a:lnTo>
                    <a:pt x="57" y="4"/>
                  </a:lnTo>
                  <a:lnTo>
                    <a:pt x="57" y="4"/>
                  </a:lnTo>
                  <a:lnTo>
                    <a:pt x="59" y="4"/>
                  </a:lnTo>
                  <a:lnTo>
                    <a:pt x="59" y="4"/>
                  </a:lnTo>
                  <a:lnTo>
                    <a:pt x="59" y="4"/>
                  </a:lnTo>
                  <a:lnTo>
                    <a:pt x="59" y="4"/>
                  </a:lnTo>
                  <a:lnTo>
                    <a:pt x="59" y="7"/>
                  </a:lnTo>
                  <a:lnTo>
                    <a:pt x="62" y="7"/>
                  </a:lnTo>
                  <a:lnTo>
                    <a:pt x="62" y="7"/>
                  </a:lnTo>
                  <a:lnTo>
                    <a:pt x="62" y="7"/>
                  </a:lnTo>
                  <a:lnTo>
                    <a:pt x="62" y="7"/>
                  </a:lnTo>
                  <a:lnTo>
                    <a:pt x="62" y="9"/>
                  </a:lnTo>
                  <a:lnTo>
                    <a:pt x="64" y="9"/>
                  </a:lnTo>
                  <a:lnTo>
                    <a:pt x="64" y="9"/>
                  </a:lnTo>
                  <a:lnTo>
                    <a:pt x="64" y="9"/>
                  </a:lnTo>
                  <a:lnTo>
                    <a:pt x="66" y="9"/>
                  </a:lnTo>
                  <a:lnTo>
                    <a:pt x="66" y="9"/>
                  </a:lnTo>
                  <a:lnTo>
                    <a:pt x="66" y="9"/>
                  </a:lnTo>
                  <a:lnTo>
                    <a:pt x="69" y="9"/>
                  </a:lnTo>
                  <a:lnTo>
                    <a:pt x="69" y="9"/>
                  </a:lnTo>
                  <a:lnTo>
                    <a:pt x="69" y="9"/>
                  </a:lnTo>
                  <a:lnTo>
                    <a:pt x="71" y="9"/>
                  </a:lnTo>
                  <a:lnTo>
                    <a:pt x="71" y="9"/>
                  </a:lnTo>
                  <a:lnTo>
                    <a:pt x="73" y="9"/>
                  </a:lnTo>
                  <a:lnTo>
                    <a:pt x="73" y="9"/>
                  </a:lnTo>
                  <a:lnTo>
                    <a:pt x="73" y="9"/>
                  </a:lnTo>
                  <a:lnTo>
                    <a:pt x="76" y="9"/>
                  </a:lnTo>
                  <a:lnTo>
                    <a:pt x="76" y="9"/>
                  </a:lnTo>
                  <a:lnTo>
                    <a:pt x="76" y="9"/>
                  </a:lnTo>
                  <a:lnTo>
                    <a:pt x="76" y="11"/>
                  </a:lnTo>
                  <a:lnTo>
                    <a:pt x="78" y="11"/>
                  </a:lnTo>
                  <a:lnTo>
                    <a:pt x="78" y="11"/>
                  </a:lnTo>
                  <a:lnTo>
                    <a:pt x="78" y="11"/>
                  </a:lnTo>
                  <a:lnTo>
                    <a:pt x="81" y="11"/>
                  </a:lnTo>
                  <a:lnTo>
                    <a:pt x="81" y="14"/>
                  </a:lnTo>
                  <a:lnTo>
                    <a:pt x="81" y="14"/>
                  </a:lnTo>
                  <a:lnTo>
                    <a:pt x="81" y="14"/>
                  </a:lnTo>
                  <a:lnTo>
                    <a:pt x="81" y="14"/>
                  </a:lnTo>
                  <a:lnTo>
                    <a:pt x="81" y="14"/>
                  </a:lnTo>
                  <a:lnTo>
                    <a:pt x="81" y="16"/>
                  </a:lnTo>
                  <a:lnTo>
                    <a:pt x="78" y="16"/>
                  </a:lnTo>
                  <a:lnTo>
                    <a:pt x="78" y="16"/>
                  </a:lnTo>
                  <a:lnTo>
                    <a:pt x="78" y="19"/>
                  </a:lnTo>
                  <a:lnTo>
                    <a:pt x="78" y="19"/>
                  </a:lnTo>
                  <a:lnTo>
                    <a:pt x="81" y="19"/>
                  </a:lnTo>
                  <a:lnTo>
                    <a:pt x="81" y="21"/>
                  </a:lnTo>
                  <a:lnTo>
                    <a:pt x="81" y="21"/>
                  </a:lnTo>
                  <a:lnTo>
                    <a:pt x="81" y="21"/>
                  </a:lnTo>
                  <a:lnTo>
                    <a:pt x="81" y="21"/>
                  </a:lnTo>
                  <a:lnTo>
                    <a:pt x="81" y="23"/>
                  </a:lnTo>
                  <a:lnTo>
                    <a:pt x="83" y="23"/>
                  </a:lnTo>
                  <a:lnTo>
                    <a:pt x="83" y="23"/>
                  </a:lnTo>
                  <a:lnTo>
                    <a:pt x="83" y="26"/>
                  </a:lnTo>
                  <a:lnTo>
                    <a:pt x="83" y="26"/>
                  </a:lnTo>
                  <a:lnTo>
                    <a:pt x="83" y="26"/>
                  </a:lnTo>
                  <a:lnTo>
                    <a:pt x="83" y="26"/>
                  </a:lnTo>
                  <a:lnTo>
                    <a:pt x="83" y="26"/>
                  </a:lnTo>
                  <a:lnTo>
                    <a:pt x="83" y="28"/>
                  </a:lnTo>
                  <a:lnTo>
                    <a:pt x="83" y="28"/>
                  </a:lnTo>
                  <a:lnTo>
                    <a:pt x="83" y="30"/>
                  </a:lnTo>
                  <a:lnTo>
                    <a:pt x="83" y="30"/>
                  </a:lnTo>
                  <a:lnTo>
                    <a:pt x="81" y="30"/>
                  </a:lnTo>
                  <a:lnTo>
                    <a:pt x="81" y="33"/>
                  </a:lnTo>
                  <a:lnTo>
                    <a:pt x="81" y="33"/>
                  </a:lnTo>
                  <a:lnTo>
                    <a:pt x="81" y="33"/>
                  </a:lnTo>
                  <a:lnTo>
                    <a:pt x="81" y="35"/>
                  </a:lnTo>
                  <a:lnTo>
                    <a:pt x="81" y="35"/>
                  </a:lnTo>
                  <a:lnTo>
                    <a:pt x="81" y="35"/>
                  </a:lnTo>
                  <a:lnTo>
                    <a:pt x="81" y="35"/>
                  </a:lnTo>
                  <a:lnTo>
                    <a:pt x="81" y="38"/>
                  </a:lnTo>
                  <a:lnTo>
                    <a:pt x="81" y="38"/>
                  </a:lnTo>
                  <a:lnTo>
                    <a:pt x="81" y="35"/>
                  </a:lnTo>
                  <a:lnTo>
                    <a:pt x="81" y="35"/>
                  </a:lnTo>
                  <a:lnTo>
                    <a:pt x="81" y="35"/>
                  </a:lnTo>
                  <a:lnTo>
                    <a:pt x="83" y="35"/>
                  </a:lnTo>
                  <a:lnTo>
                    <a:pt x="83" y="35"/>
                  </a:lnTo>
                  <a:lnTo>
                    <a:pt x="83" y="38"/>
                  </a:lnTo>
                  <a:lnTo>
                    <a:pt x="83" y="38"/>
                  </a:lnTo>
                  <a:lnTo>
                    <a:pt x="83" y="40"/>
                  </a:lnTo>
                  <a:lnTo>
                    <a:pt x="81" y="40"/>
                  </a:lnTo>
                  <a:lnTo>
                    <a:pt x="81" y="40"/>
                  </a:lnTo>
                  <a:lnTo>
                    <a:pt x="81" y="42"/>
                  </a:lnTo>
                  <a:lnTo>
                    <a:pt x="81" y="42"/>
                  </a:lnTo>
                  <a:lnTo>
                    <a:pt x="81" y="42"/>
                  </a:lnTo>
                  <a:lnTo>
                    <a:pt x="81" y="45"/>
                  </a:lnTo>
                  <a:lnTo>
                    <a:pt x="81" y="45"/>
                  </a:lnTo>
                  <a:lnTo>
                    <a:pt x="81" y="45"/>
                  </a:lnTo>
                  <a:lnTo>
                    <a:pt x="81" y="47"/>
                  </a:lnTo>
                  <a:lnTo>
                    <a:pt x="81" y="47"/>
                  </a:lnTo>
                  <a:lnTo>
                    <a:pt x="81" y="49"/>
                  </a:lnTo>
                  <a:lnTo>
                    <a:pt x="81" y="49"/>
                  </a:lnTo>
                  <a:lnTo>
                    <a:pt x="81" y="49"/>
                  </a:lnTo>
                  <a:lnTo>
                    <a:pt x="81" y="52"/>
                  </a:lnTo>
                  <a:lnTo>
                    <a:pt x="81" y="52"/>
                  </a:lnTo>
                  <a:lnTo>
                    <a:pt x="83" y="52"/>
                  </a:lnTo>
                  <a:lnTo>
                    <a:pt x="83" y="54"/>
                  </a:lnTo>
                  <a:lnTo>
                    <a:pt x="83" y="54"/>
                  </a:lnTo>
                  <a:lnTo>
                    <a:pt x="83" y="54"/>
                  </a:lnTo>
                  <a:lnTo>
                    <a:pt x="83" y="54"/>
                  </a:lnTo>
                  <a:lnTo>
                    <a:pt x="83" y="54"/>
                  </a:lnTo>
                  <a:lnTo>
                    <a:pt x="85" y="54"/>
                  </a:lnTo>
                  <a:lnTo>
                    <a:pt x="85" y="54"/>
                  </a:lnTo>
                  <a:lnTo>
                    <a:pt x="85" y="57"/>
                  </a:lnTo>
                  <a:lnTo>
                    <a:pt x="85" y="57"/>
                  </a:lnTo>
                  <a:lnTo>
                    <a:pt x="85" y="57"/>
                  </a:lnTo>
                  <a:lnTo>
                    <a:pt x="85" y="59"/>
                  </a:lnTo>
                  <a:lnTo>
                    <a:pt x="85" y="59"/>
                  </a:lnTo>
                  <a:lnTo>
                    <a:pt x="85" y="59"/>
                  </a:lnTo>
                  <a:lnTo>
                    <a:pt x="85" y="61"/>
                  </a:lnTo>
                  <a:lnTo>
                    <a:pt x="85" y="61"/>
                  </a:lnTo>
                  <a:lnTo>
                    <a:pt x="88" y="61"/>
                  </a:lnTo>
                  <a:lnTo>
                    <a:pt x="88" y="61"/>
                  </a:lnTo>
                  <a:lnTo>
                    <a:pt x="88" y="59"/>
                  </a:lnTo>
                  <a:lnTo>
                    <a:pt x="88" y="59"/>
                  </a:lnTo>
                  <a:lnTo>
                    <a:pt x="88" y="57"/>
                  </a:lnTo>
                  <a:lnTo>
                    <a:pt x="88" y="57"/>
                  </a:lnTo>
                  <a:lnTo>
                    <a:pt x="88" y="54"/>
                  </a:lnTo>
                  <a:lnTo>
                    <a:pt x="88" y="54"/>
                  </a:lnTo>
                  <a:lnTo>
                    <a:pt x="88" y="54"/>
                  </a:lnTo>
                  <a:lnTo>
                    <a:pt x="88" y="54"/>
                  </a:lnTo>
                  <a:lnTo>
                    <a:pt x="88" y="52"/>
                  </a:lnTo>
                  <a:lnTo>
                    <a:pt x="88" y="52"/>
                  </a:lnTo>
                  <a:lnTo>
                    <a:pt x="88" y="52"/>
                  </a:lnTo>
                  <a:lnTo>
                    <a:pt x="88" y="49"/>
                  </a:lnTo>
                  <a:lnTo>
                    <a:pt x="88" y="49"/>
                  </a:lnTo>
                  <a:lnTo>
                    <a:pt x="88" y="49"/>
                  </a:lnTo>
                  <a:lnTo>
                    <a:pt x="88" y="49"/>
                  </a:lnTo>
                  <a:lnTo>
                    <a:pt x="90" y="49"/>
                  </a:lnTo>
                  <a:lnTo>
                    <a:pt x="90" y="49"/>
                  </a:lnTo>
                  <a:lnTo>
                    <a:pt x="90" y="52"/>
                  </a:lnTo>
                  <a:lnTo>
                    <a:pt x="90" y="52"/>
                  </a:lnTo>
                  <a:lnTo>
                    <a:pt x="90" y="52"/>
                  </a:lnTo>
                  <a:lnTo>
                    <a:pt x="90" y="54"/>
                  </a:lnTo>
                  <a:lnTo>
                    <a:pt x="90" y="54"/>
                  </a:lnTo>
                  <a:lnTo>
                    <a:pt x="90" y="54"/>
                  </a:lnTo>
                  <a:lnTo>
                    <a:pt x="90" y="54"/>
                  </a:lnTo>
                  <a:lnTo>
                    <a:pt x="90" y="54"/>
                  </a:lnTo>
                  <a:lnTo>
                    <a:pt x="90" y="54"/>
                  </a:lnTo>
                  <a:lnTo>
                    <a:pt x="92" y="54"/>
                  </a:lnTo>
                  <a:lnTo>
                    <a:pt x="92" y="54"/>
                  </a:lnTo>
                  <a:lnTo>
                    <a:pt x="92" y="54"/>
                  </a:lnTo>
                  <a:lnTo>
                    <a:pt x="95" y="54"/>
                  </a:lnTo>
                  <a:lnTo>
                    <a:pt x="95" y="54"/>
                  </a:lnTo>
                  <a:lnTo>
                    <a:pt x="95" y="57"/>
                  </a:lnTo>
                  <a:lnTo>
                    <a:pt x="95" y="57"/>
                  </a:lnTo>
                  <a:lnTo>
                    <a:pt x="95" y="59"/>
                  </a:lnTo>
                  <a:lnTo>
                    <a:pt x="92" y="59"/>
                  </a:lnTo>
                  <a:lnTo>
                    <a:pt x="92" y="59"/>
                  </a:lnTo>
                  <a:lnTo>
                    <a:pt x="90" y="59"/>
                  </a:lnTo>
                  <a:lnTo>
                    <a:pt x="90" y="59"/>
                  </a:lnTo>
                  <a:lnTo>
                    <a:pt x="90" y="61"/>
                  </a:lnTo>
                  <a:lnTo>
                    <a:pt x="90" y="61"/>
                  </a:lnTo>
                  <a:lnTo>
                    <a:pt x="90" y="64"/>
                  </a:lnTo>
                  <a:lnTo>
                    <a:pt x="92" y="64"/>
                  </a:lnTo>
                  <a:lnTo>
                    <a:pt x="92" y="64"/>
                  </a:lnTo>
                  <a:lnTo>
                    <a:pt x="92" y="64"/>
                  </a:lnTo>
                  <a:lnTo>
                    <a:pt x="92" y="66"/>
                  </a:lnTo>
                  <a:lnTo>
                    <a:pt x="92" y="66"/>
                  </a:lnTo>
                  <a:lnTo>
                    <a:pt x="92" y="66"/>
                  </a:lnTo>
                  <a:lnTo>
                    <a:pt x="92" y="66"/>
                  </a:lnTo>
                  <a:lnTo>
                    <a:pt x="95" y="66"/>
                  </a:lnTo>
                  <a:lnTo>
                    <a:pt x="95" y="64"/>
                  </a:lnTo>
                  <a:lnTo>
                    <a:pt x="95" y="64"/>
                  </a:lnTo>
                  <a:lnTo>
                    <a:pt x="95" y="64"/>
                  </a:lnTo>
                  <a:lnTo>
                    <a:pt x="95" y="66"/>
                  </a:lnTo>
                  <a:lnTo>
                    <a:pt x="95" y="66"/>
                  </a:lnTo>
                  <a:lnTo>
                    <a:pt x="95" y="68"/>
                  </a:lnTo>
                  <a:lnTo>
                    <a:pt x="95" y="68"/>
                  </a:lnTo>
                  <a:lnTo>
                    <a:pt x="95" y="71"/>
                  </a:lnTo>
                  <a:lnTo>
                    <a:pt x="95" y="71"/>
                  </a:lnTo>
                  <a:lnTo>
                    <a:pt x="95" y="73"/>
                  </a:lnTo>
                  <a:lnTo>
                    <a:pt x="95" y="73"/>
                  </a:lnTo>
                  <a:lnTo>
                    <a:pt x="97" y="73"/>
                  </a:lnTo>
                  <a:lnTo>
                    <a:pt x="97" y="73"/>
                  </a:lnTo>
                  <a:lnTo>
                    <a:pt x="99" y="73"/>
                  </a:lnTo>
                  <a:lnTo>
                    <a:pt x="99" y="73"/>
                  </a:lnTo>
                  <a:lnTo>
                    <a:pt x="97" y="73"/>
                  </a:lnTo>
                  <a:lnTo>
                    <a:pt x="97" y="75"/>
                  </a:lnTo>
                  <a:lnTo>
                    <a:pt x="99" y="75"/>
                  </a:lnTo>
                  <a:lnTo>
                    <a:pt x="99" y="75"/>
                  </a:lnTo>
                  <a:lnTo>
                    <a:pt x="99" y="75"/>
                  </a:lnTo>
                  <a:lnTo>
                    <a:pt x="99" y="75"/>
                  </a:lnTo>
                  <a:lnTo>
                    <a:pt x="102" y="75"/>
                  </a:lnTo>
                  <a:lnTo>
                    <a:pt x="102" y="75"/>
                  </a:lnTo>
                  <a:lnTo>
                    <a:pt x="102" y="75"/>
                  </a:lnTo>
                  <a:lnTo>
                    <a:pt x="102" y="73"/>
                  </a:lnTo>
                  <a:lnTo>
                    <a:pt x="102" y="73"/>
                  </a:lnTo>
                  <a:lnTo>
                    <a:pt x="102" y="73"/>
                  </a:lnTo>
                  <a:lnTo>
                    <a:pt x="102" y="73"/>
                  </a:lnTo>
                  <a:lnTo>
                    <a:pt x="102" y="73"/>
                  </a:lnTo>
                  <a:lnTo>
                    <a:pt x="102" y="73"/>
                  </a:lnTo>
                  <a:lnTo>
                    <a:pt x="102" y="75"/>
                  </a:lnTo>
                  <a:lnTo>
                    <a:pt x="104" y="75"/>
                  </a:lnTo>
                  <a:lnTo>
                    <a:pt x="104" y="75"/>
                  </a:lnTo>
                  <a:lnTo>
                    <a:pt x="104" y="78"/>
                  </a:lnTo>
                  <a:lnTo>
                    <a:pt x="104" y="78"/>
                  </a:lnTo>
                  <a:lnTo>
                    <a:pt x="107" y="78"/>
                  </a:lnTo>
                  <a:lnTo>
                    <a:pt x="107" y="78"/>
                  </a:lnTo>
                  <a:lnTo>
                    <a:pt x="107" y="75"/>
                  </a:lnTo>
                  <a:lnTo>
                    <a:pt x="107" y="75"/>
                  </a:lnTo>
                  <a:lnTo>
                    <a:pt x="109" y="75"/>
                  </a:lnTo>
                  <a:lnTo>
                    <a:pt x="109" y="75"/>
                  </a:lnTo>
                  <a:lnTo>
                    <a:pt x="109" y="75"/>
                  </a:lnTo>
                  <a:lnTo>
                    <a:pt x="109" y="75"/>
                  </a:lnTo>
                  <a:lnTo>
                    <a:pt x="109" y="73"/>
                  </a:lnTo>
                  <a:lnTo>
                    <a:pt x="109" y="73"/>
                  </a:lnTo>
                  <a:lnTo>
                    <a:pt x="109" y="73"/>
                  </a:lnTo>
                  <a:lnTo>
                    <a:pt x="111" y="73"/>
                  </a:lnTo>
                  <a:lnTo>
                    <a:pt x="111" y="73"/>
                  </a:lnTo>
                  <a:lnTo>
                    <a:pt x="111" y="71"/>
                  </a:lnTo>
                  <a:lnTo>
                    <a:pt x="111" y="71"/>
                  </a:lnTo>
                  <a:lnTo>
                    <a:pt x="109" y="71"/>
                  </a:lnTo>
                  <a:lnTo>
                    <a:pt x="109" y="71"/>
                  </a:lnTo>
                  <a:lnTo>
                    <a:pt x="109" y="68"/>
                  </a:lnTo>
                  <a:lnTo>
                    <a:pt x="111" y="68"/>
                  </a:lnTo>
                  <a:lnTo>
                    <a:pt x="111" y="68"/>
                  </a:lnTo>
                  <a:lnTo>
                    <a:pt x="114" y="68"/>
                  </a:lnTo>
                  <a:lnTo>
                    <a:pt x="114" y="68"/>
                  </a:lnTo>
                  <a:lnTo>
                    <a:pt x="114" y="68"/>
                  </a:lnTo>
                  <a:lnTo>
                    <a:pt x="114" y="68"/>
                  </a:lnTo>
                  <a:lnTo>
                    <a:pt x="114" y="68"/>
                  </a:lnTo>
                  <a:lnTo>
                    <a:pt x="114" y="68"/>
                  </a:lnTo>
                  <a:lnTo>
                    <a:pt x="114" y="66"/>
                  </a:lnTo>
                  <a:lnTo>
                    <a:pt x="114" y="66"/>
                  </a:lnTo>
                  <a:lnTo>
                    <a:pt x="114" y="64"/>
                  </a:lnTo>
                  <a:lnTo>
                    <a:pt x="114" y="64"/>
                  </a:lnTo>
                  <a:lnTo>
                    <a:pt x="114" y="64"/>
                  </a:lnTo>
                  <a:lnTo>
                    <a:pt x="114" y="66"/>
                  </a:lnTo>
                  <a:lnTo>
                    <a:pt x="116" y="66"/>
                  </a:lnTo>
                  <a:lnTo>
                    <a:pt x="116" y="66"/>
                  </a:lnTo>
                  <a:lnTo>
                    <a:pt x="116" y="66"/>
                  </a:lnTo>
                  <a:lnTo>
                    <a:pt x="116" y="66"/>
                  </a:lnTo>
                  <a:lnTo>
                    <a:pt x="116" y="66"/>
                  </a:lnTo>
                  <a:lnTo>
                    <a:pt x="116" y="64"/>
                  </a:lnTo>
                  <a:lnTo>
                    <a:pt x="116" y="64"/>
                  </a:lnTo>
                  <a:lnTo>
                    <a:pt x="116" y="64"/>
                  </a:lnTo>
                  <a:lnTo>
                    <a:pt x="118" y="64"/>
                  </a:lnTo>
                  <a:lnTo>
                    <a:pt x="118" y="61"/>
                  </a:lnTo>
                  <a:lnTo>
                    <a:pt x="118" y="61"/>
                  </a:lnTo>
                  <a:lnTo>
                    <a:pt x="118" y="61"/>
                  </a:lnTo>
                  <a:lnTo>
                    <a:pt x="121" y="61"/>
                  </a:lnTo>
                  <a:lnTo>
                    <a:pt x="121" y="59"/>
                  </a:lnTo>
                  <a:lnTo>
                    <a:pt x="121" y="59"/>
                  </a:lnTo>
                  <a:lnTo>
                    <a:pt x="121" y="59"/>
                  </a:lnTo>
                  <a:lnTo>
                    <a:pt x="121" y="59"/>
                  </a:lnTo>
                  <a:lnTo>
                    <a:pt x="123" y="59"/>
                  </a:lnTo>
                  <a:lnTo>
                    <a:pt x="123" y="59"/>
                  </a:lnTo>
                  <a:lnTo>
                    <a:pt x="123" y="57"/>
                  </a:lnTo>
                  <a:lnTo>
                    <a:pt x="123" y="57"/>
                  </a:lnTo>
                  <a:lnTo>
                    <a:pt x="123" y="57"/>
                  </a:lnTo>
                  <a:lnTo>
                    <a:pt x="125" y="57"/>
                  </a:lnTo>
                  <a:lnTo>
                    <a:pt x="125" y="54"/>
                  </a:lnTo>
                  <a:lnTo>
                    <a:pt x="125" y="54"/>
                  </a:lnTo>
                  <a:lnTo>
                    <a:pt x="125" y="54"/>
                  </a:lnTo>
                  <a:lnTo>
                    <a:pt x="125" y="54"/>
                  </a:lnTo>
                  <a:lnTo>
                    <a:pt x="125" y="52"/>
                  </a:lnTo>
                  <a:lnTo>
                    <a:pt x="128" y="52"/>
                  </a:lnTo>
                  <a:lnTo>
                    <a:pt x="128" y="52"/>
                  </a:lnTo>
                  <a:lnTo>
                    <a:pt x="125" y="52"/>
                  </a:lnTo>
                  <a:lnTo>
                    <a:pt x="125" y="49"/>
                  </a:lnTo>
                  <a:lnTo>
                    <a:pt x="125" y="49"/>
                  </a:lnTo>
                  <a:lnTo>
                    <a:pt x="125" y="49"/>
                  </a:lnTo>
                  <a:lnTo>
                    <a:pt x="123" y="49"/>
                  </a:lnTo>
                  <a:lnTo>
                    <a:pt x="123" y="49"/>
                  </a:lnTo>
                  <a:lnTo>
                    <a:pt x="123" y="47"/>
                  </a:lnTo>
                  <a:lnTo>
                    <a:pt x="123" y="47"/>
                  </a:lnTo>
                  <a:lnTo>
                    <a:pt x="123" y="47"/>
                  </a:lnTo>
                  <a:lnTo>
                    <a:pt x="123" y="45"/>
                  </a:lnTo>
                  <a:lnTo>
                    <a:pt x="125" y="45"/>
                  </a:lnTo>
                  <a:lnTo>
                    <a:pt x="125" y="45"/>
                  </a:lnTo>
                  <a:lnTo>
                    <a:pt x="125" y="47"/>
                  </a:lnTo>
                  <a:lnTo>
                    <a:pt x="128" y="47"/>
                  </a:lnTo>
                  <a:lnTo>
                    <a:pt x="128" y="47"/>
                  </a:lnTo>
                  <a:lnTo>
                    <a:pt x="128" y="47"/>
                  </a:lnTo>
                  <a:lnTo>
                    <a:pt x="128" y="47"/>
                  </a:lnTo>
                  <a:lnTo>
                    <a:pt x="128" y="47"/>
                  </a:lnTo>
                  <a:lnTo>
                    <a:pt x="130" y="47"/>
                  </a:lnTo>
                  <a:lnTo>
                    <a:pt x="130" y="47"/>
                  </a:lnTo>
                  <a:lnTo>
                    <a:pt x="133" y="47"/>
                  </a:lnTo>
                  <a:lnTo>
                    <a:pt x="133" y="47"/>
                  </a:lnTo>
                  <a:lnTo>
                    <a:pt x="133" y="47"/>
                  </a:lnTo>
                  <a:lnTo>
                    <a:pt x="133" y="47"/>
                  </a:lnTo>
                  <a:lnTo>
                    <a:pt x="135" y="47"/>
                  </a:lnTo>
                  <a:lnTo>
                    <a:pt x="135" y="47"/>
                  </a:lnTo>
                  <a:lnTo>
                    <a:pt x="135" y="47"/>
                  </a:lnTo>
                  <a:lnTo>
                    <a:pt x="137" y="47"/>
                  </a:lnTo>
                  <a:lnTo>
                    <a:pt x="137" y="47"/>
                  </a:lnTo>
                  <a:lnTo>
                    <a:pt x="137" y="47"/>
                  </a:lnTo>
                  <a:lnTo>
                    <a:pt x="140" y="47"/>
                  </a:lnTo>
                  <a:lnTo>
                    <a:pt x="140" y="45"/>
                  </a:lnTo>
                  <a:lnTo>
                    <a:pt x="140" y="45"/>
                  </a:lnTo>
                  <a:lnTo>
                    <a:pt x="140" y="45"/>
                  </a:lnTo>
                  <a:lnTo>
                    <a:pt x="140" y="45"/>
                  </a:lnTo>
                  <a:lnTo>
                    <a:pt x="142" y="45"/>
                  </a:lnTo>
                  <a:lnTo>
                    <a:pt x="142" y="45"/>
                  </a:lnTo>
                  <a:lnTo>
                    <a:pt x="142" y="45"/>
                  </a:lnTo>
                  <a:lnTo>
                    <a:pt x="144" y="45"/>
                  </a:lnTo>
                  <a:lnTo>
                    <a:pt x="144" y="45"/>
                  </a:lnTo>
                  <a:lnTo>
                    <a:pt x="144" y="45"/>
                  </a:lnTo>
                  <a:lnTo>
                    <a:pt x="144" y="42"/>
                  </a:lnTo>
                  <a:lnTo>
                    <a:pt x="144" y="42"/>
                  </a:lnTo>
                  <a:lnTo>
                    <a:pt x="144" y="42"/>
                  </a:lnTo>
                  <a:lnTo>
                    <a:pt x="144" y="40"/>
                  </a:lnTo>
                  <a:lnTo>
                    <a:pt x="142" y="40"/>
                  </a:lnTo>
                  <a:lnTo>
                    <a:pt x="142" y="40"/>
                  </a:lnTo>
                  <a:lnTo>
                    <a:pt x="142" y="40"/>
                  </a:lnTo>
                  <a:lnTo>
                    <a:pt x="142" y="40"/>
                  </a:lnTo>
                  <a:lnTo>
                    <a:pt x="140" y="40"/>
                  </a:lnTo>
                  <a:lnTo>
                    <a:pt x="140" y="40"/>
                  </a:lnTo>
                  <a:lnTo>
                    <a:pt x="140" y="3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3" name="Freeform 221"/>
            <p:cNvSpPr>
              <a:spLocks/>
            </p:cNvSpPr>
            <p:nvPr/>
          </p:nvSpPr>
          <p:spPr bwMode="auto">
            <a:xfrm>
              <a:off x="5764213" y="4386263"/>
              <a:ext cx="360363" cy="357187"/>
            </a:xfrm>
            <a:custGeom>
              <a:avLst/>
              <a:gdLst/>
              <a:ahLst/>
              <a:cxnLst>
                <a:cxn ang="0">
                  <a:pos x="152" y="30"/>
                </a:cxn>
                <a:cxn ang="0">
                  <a:pos x="168" y="33"/>
                </a:cxn>
                <a:cxn ang="0">
                  <a:pos x="182" y="42"/>
                </a:cxn>
                <a:cxn ang="0">
                  <a:pos x="194" y="47"/>
                </a:cxn>
                <a:cxn ang="0">
                  <a:pos x="208" y="49"/>
                </a:cxn>
                <a:cxn ang="0">
                  <a:pos x="223" y="57"/>
                </a:cxn>
                <a:cxn ang="0">
                  <a:pos x="227" y="78"/>
                </a:cxn>
                <a:cxn ang="0">
                  <a:pos x="227" y="104"/>
                </a:cxn>
                <a:cxn ang="0">
                  <a:pos x="227" y="128"/>
                </a:cxn>
                <a:cxn ang="0">
                  <a:pos x="227" y="154"/>
                </a:cxn>
                <a:cxn ang="0">
                  <a:pos x="227" y="170"/>
                </a:cxn>
                <a:cxn ang="0">
                  <a:pos x="227" y="196"/>
                </a:cxn>
                <a:cxn ang="0">
                  <a:pos x="227" y="222"/>
                </a:cxn>
                <a:cxn ang="0">
                  <a:pos x="218" y="213"/>
                </a:cxn>
                <a:cxn ang="0">
                  <a:pos x="206" y="203"/>
                </a:cxn>
                <a:cxn ang="0">
                  <a:pos x="189" y="201"/>
                </a:cxn>
                <a:cxn ang="0">
                  <a:pos x="178" y="206"/>
                </a:cxn>
                <a:cxn ang="0">
                  <a:pos x="161" y="206"/>
                </a:cxn>
                <a:cxn ang="0">
                  <a:pos x="159" y="194"/>
                </a:cxn>
                <a:cxn ang="0">
                  <a:pos x="168" y="182"/>
                </a:cxn>
                <a:cxn ang="0">
                  <a:pos x="178" y="173"/>
                </a:cxn>
                <a:cxn ang="0">
                  <a:pos x="175" y="158"/>
                </a:cxn>
                <a:cxn ang="0">
                  <a:pos x="168" y="142"/>
                </a:cxn>
                <a:cxn ang="0">
                  <a:pos x="159" y="130"/>
                </a:cxn>
                <a:cxn ang="0">
                  <a:pos x="149" y="121"/>
                </a:cxn>
                <a:cxn ang="0">
                  <a:pos x="133" y="113"/>
                </a:cxn>
                <a:cxn ang="0">
                  <a:pos x="116" y="106"/>
                </a:cxn>
                <a:cxn ang="0">
                  <a:pos x="99" y="104"/>
                </a:cxn>
                <a:cxn ang="0">
                  <a:pos x="90" y="94"/>
                </a:cxn>
                <a:cxn ang="0">
                  <a:pos x="76" y="90"/>
                </a:cxn>
                <a:cxn ang="0">
                  <a:pos x="64" y="85"/>
                </a:cxn>
                <a:cxn ang="0">
                  <a:pos x="64" y="97"/>
                </a:cxn>
                <a:cxn ang="0">
                  <a:pos x="52" y="97"/>
                </a:cxn>
                <a:cxn ang="0">
                  <a:pos x="50" y="80"/>
                </a:cxn>
                <a:cxn ang="0">
                  <a:pos x="43" y="71"/>
                </a:cxn>
                <a:cxn ang="0">
                  <a:pos x="33" y="61"/>
                </a:cxn>
                <a:cxn ang="0">
                  <a:pos x="50" y="61"/>
                </a:cxn>
                <a:cxn ang="0">
                  <a:pos x="62" y="52"/>
                </a:cxn>
                <a:cxn ang="0">
                  <a:pos x="73" y="52"/>
                </a:cxn>
                <a:cxn ang="0">
                  <a:pos x="57" y="49"/>
                </a:cxn>
                <a:cxn ang="0">
                  <a:pos x="43" y="49"/>
                </a:cxn>
                <a:cxn ang="0">
                  <a:pos x="33" y="40"/>
                </a:cxn>
                <a:cxn ang="0">
                  <a:pos x="19" y="30"/>
                </a:cxn>
                <a:cxn ang="0">
                  <a:pos x="7" y="26"/>
                </a:cxn>
                <a:cxn ang="0">
                  <a:pos x="0" y="11"/>
                </a:cxn>
                <a:cxn ang="0">
                  <a:pos x="12" y="14"/>
                </a:cxn>
                <a:cxn ang="0">
                  <a:pos x="28" y="9"/>
                </a:cxn>
                <a:cxn ang="0">
                  <a:pos x="40" y="2"/>
                </a:cxn>
                <a:cxn ang="0">
                  <a:pos x="57" y="4"/>
                </a:cxn>
                <a:cxn ang="0">
                  <a:pos x="73" y="9"/>
                </a:cxn>
                <a:cxn ang="0">
                  <a:pos x="81" y="21"/>
                </a:cxn>
                <a:cxn ang="0">
                  <a:pos x="81" y="35"/>
                </a:cxn>
                <a:cxn ang="0">
                  <a:pos x="83" y="54"/>
                </a:cxn>
                <a:cxn ang="0">
                  <a:pos x="88" y="52"/>
                </a:cxn>
                <a:cxn ang="0">
                  <a:pos x="95" y="57"/>
                </a:cxn>
                <a:cxn ang="0">
                  <a:pos x="95" y="71"/>
                </a:cxn>
                <a:cxn ang="0">
                  <a:pos x="104" y="75"/>
                </a:cxn>
                <a:cxn ang="0">
                  <a:pos x="114" y="68"/>
                </a:cxn>
                <a:cxn ang="0">
                  <a:pos x="121" y="61"/>
                </a:cxn>
                <a:cxn ang="0">
                  <a:pos x="123" y="47"/>
                </a:cxn>
                <a:cxn ang="0">
                  <a:pos x="140" y="47"/>
                </a:cxn>
              </a:cxnLst>
              <a:rect l="0" t="0" r="r" b="b"/>
              <a:pathLst>
                <a:path w="227" h="225">
                  <a:moveTo>
                    <a:pt x="140" y="38"/>
                  </a:moveTo>
                  <a:lnTo>
                    <a:pt x="140" y="38"/>
                  </a:lnTo>
                  <a:lnTo>
                    <a:pt x="142" y="38"/>
                  </a:lnTo>
                  <a:lnTo>
                    <a:pt x="142" y="38"/>
                  </a:lnTo>
                  <a:lnTo>
                    <a:pt x="142" y="38"/>
                  </a:lnTo>
                  <a:lnTo>
                    <a:pt x="142" y="38"/>
                  </a:lnTo>
                  <a:lnTo>
                    <a:pt x="142" y="38"/>
                  </a:lnTo>
                  <a:lnTo>
                    <a:pt x="142" y="38"/>
                  </a:lnTo>
                  <a:lnTo>
                    <a:pt x="142" y="35"/>
                  </a:lnTo>
                  <a:lnTo>
                    <a:pt x="144" y="35"/>
                  </a:lnTo>
                  <a:lnTo>
                    <a:pt x="144" y="35"/>
                  </a:lnTo>
                  <a:lnTo>
                    <a:pt x="144" y="35"/>
                  </a:lnTo>
                  <a:lnTo>
                    <a:pt x="147" y="35"/>
                  </a:lnTo>
                  <a:lnTo>
                    <a:pt x="147" y="35"/>
                  </a:lnTo>
                  <a:lnTo>
                    <a:pt x="147" y="35"/>
                  </a:lnTo>
                  <a:lnTo>
                    <a:pt x="147" y="35"/>
                  </a:lnTo>
                  <a:lnTo>
                    <a:pt x="149" y="35"/>
                  </a:lnTo>
                  <a:lnTo>
                    <a:pt x="149" y="35"/>
                  </a:lnTo>
                  <a:lnTo>
                    <a:pt x="149" y="33"/>
                  </a:lnTo>
                  <a:lnTo>
                    <a:pt x="149" y="33"/>
                  </a:lnTo>
                  <a:lnTo>
                    <a:pt x="149" y="33"/>
                  </a:lnTo>
                  <a:lnTo>
                    <a:pt x="152" y="33"/>
                  </a:lnTo>
                  <a:lnTo>
                    <a:pt x="152" y="33"/>
                  </a:lnTo>
                  <a:lnTo>
                    <a:pt x="152" y="30"/>
                  </a:lnTo>
                  <a:lnTo>
                    <a:pt x="154" y="30"/>
                  </a:lnTo>
                  <a:lnTo>
                    <a:pt x="154" y="30"/>
                  </a:lnTo>
                  <a:lnTo>
                    <a:pt x="154" y="30"/>
                  </a:lnTo>
                  <a:lnTo>
                    <a:pt x="154" y="30"/>
                  </a:lnTo>
                  <a:lnTo>
                    <a:pt x="156" y="30"/>
                  </a:lnTo>
                  <a:lnTo>
                    <a:pt x="156" y="28"/>
                  </a:lnTo>
                  <a:lnTo>
                    <a:pt x="156" y="28"/>
                  </a:lnTo>
                  <a:lnTo>
                    <a:pt x="156" y="28"/>
                  </a:lnTo>
                  <a:lnTo>
                    <a:pt x="159" y="28"/>
                  </a:lnTo>
                  <a:lnTo>
                    <a:pt x="159" y="28"/>
                  </a:lnTo>
                  <a:lnTo>
                    <a:pt x="161" y="28"/>
                  </a:lnTo>
                  <a:lnTo>
                    <a:pt x="161" y="28"/>
                  </a:lnTo>
                  <a:lnTo>
                    <a:pt x="161" y="28"/>
                  </a:lnTo>
                  <a:lnTo>
                    <a:pt x="161" y="30"/>
                  </a:lnTo>
                  <a:lnTo>
                    <a:pt x="163" y="30"/>
                  </a:lnTo>
                  <a:lnTo>
                    <a:pt x="163" y="30"/>
                  </a:lnTo>
                  <a:lnTo>
                    <a:pt x="163" y="30"/>
                  </a:lnTo>
                  <a:lnTo>
                    <a:pt x="163" y="33"/>
                  </a:lnTo>
                  <a:lnTo>
                    <a:pt x="163" y="33"/>
                  </a:lnTo>
                  <a:lnTo>
                    <a:pt x="166" y="33"/>
                  </a:lnTo>
                  <a:lnTo>
                    <a:pt x="166" y="33"/>
                  </a:lnTo>
                  <a:lnTo>
                    <a:pt x="166" y="33"/>
                  </a:lnTo>
                  <a:lnTo>
                    <a:pt x="168" y="33"/>
                  </a:lnTo>
                  <a:lnTo>
                    <a:pt x="168" y="33"/>
                  </a:lnTo>
                  <a:lnTo>
                    <a:pt x="168" y="35"/>
                  </a:lnTo>
                  <a:lnTo>
                    <a:pt x="168" y="35"/>
                  </a:lnTo>
                  <a:lnTo>
                    <a:pt x="170" y="35"/>
                  </a:lnTo>
                  <a:lnTo>
                    <a:pt x="170" y="35"/>
                  </a:lnTo>
                  <a:lnTo>
                    <a:pt x="170" y="35"/>
                  </a:lnTo>
                  <a:lnTo>
                    <a:pt x="173" y="35"/>
                  </a:lnTo>
                  <a:lnTo>
                    <a:pt x="173" y="35"/>
                  </a:lnTo>
                  <a:lnTo>
                    <a:pt x="173" y="35"/>
                  </a:lnTo>
                  <a:lnTo>
                    <a:pt x="173" y="35"/>
                  </a:lnTo>
                  <a:lnTo>
                    <a:pt x="175" y="35"/>
                  </a:lnTo>
                  <a:lnTo>
                    <a:pt x="175" y="35"/>
                  </a:lnTo>
                  <a:lnTo>
                    <a:pt x="175" y="35"/>
                  </a:lnTo>
                  <a:lnTo>
                    <a:pt x="178" y="35"/>
                  </a:lnTo>
                  <a:lnTo>
                    <a:pt x="178" y="38"/>
                  </a:lnTo>
                  <a:lnTo>
                    <a:pt x="178" y="38"/>
                  </a:lnTo>
                  <a:lnTo>
                    <a:pt x="180" y="38"/>
                  </a:lnTo>
                  <a:lnTo>
                    <a:pt x="180" y="38"/>
                  </a:lnTo>
                  <a:lnTo>
                    <a:pt x="180" y="38"/>
                  </a:lnTo>
                  <a:lnTo>
                    <a:pt x="180" y="40"/>
                  </a:lnTo>
                  <a:lnTo>
                    <a:pt x="180" y="40"/>
                  </a:lnTo>
                  <a:lnTo>
                    <a:pt x="180" y="40"/>
                  </a:lnTo>
                  <a:lnTo>
                    <a:pt x="182" y="40"/>
                  </a:lnTo>
                  <a:lnTo>
                    <a:pt x="182" y="40"/>
                  </a:lnTo>
                  <a:lnTo>
                    <a:pt x="182" y="42"/>
                  </a:lnTo>
                  <a:lnTo>
                    <a:pt x="182" y="42"/>
                  </a:lnTo>
                  <a:lnTo>
                    <a:pt x="185" y="42"/>
                  </a:lnTo>
                  <a:lnTo>
                    <a:pt x="185" y="42"/>
                  </a:lnTo>
                  <a:lnTo>
                    <a:pt x="185" y="42"/>
                  </a:lnTo>
                  <a:lnTo>
                    <a:pt x="187" y="42"/>
                  </a:lnTo>
                  <a:lnTo>
                    <a:pt x="187" y="42"/>
                  </a:lnTo>
                  <a:lnTo>
                    <a:pt x="187" y="42"/>
                  </a:lnTo>
                  <a:lnTo>
                    <a:pt x="187" y="45"/>
                  </a:lnTo>
                  <a:lnTo>
                    <a:pt x="189" y="45"/>
                  </a:lnTo>
                  <a:lnTo>
                    <a:pt x="189" y="42"/>
                  </a:lnTo>
                  <a:lnTo>
                    <a:pt x="189" y="42"/>
                  </a:lnTo>
                  <a:lnTo>
                    <a:pt x="189" y="42"/>
                  </a:lnTo>
                  <a:lnTo>
                    <a:pt x="189" y="42"/>
                  </a:lnTo>
                  <a:lnTo>
                    <a:pt x="192" y="42"/>
                  </a:lnTo>
                  <a:lnTo>
                    <a:pt x="192" y="42"/>
                  </a:lnTo>
                  <a:lnTo>
                    <a:pt x="192" y="42"/>
                  </a:lnTo>
                  <a:lnTo>
                    <a:pt x="192" y="45"/>
                  </a:lnTo>
                  <a:lnTo>
                    <a:pt x="194" y="45"/>
                  </a:lnTo>
                  <a:lnTo>
                    <a:pt x="194" y="45"/>
                  </a:lnTo>
                  <a:lnTo>
                    <a:pt x="194" y="45"/>
                  </a:lnTo>
                  <a:lnTo>
                    <a:pt x="194" y="45"/>
                  </a:lnTo>
                  <a:lnTo>
                    <a:pt x="194" y="47"/>
                  </a:lnTo>
                  <a:lnTo>
                    <a:pt x="194" y="47"/>
                  </a:lnTo>
                  <a:lnTo>
                    <a:pt x="194" y="47"/>
                  </a:lnTo>
                  <a:lnTo>
                    <a:pt x="196" y="47"/>
                  </a:lnTo>
                  <a:lnTo>
                    <a:pt x="196" y="49"/>
                  </a:lnTo>
                  <a:lnTo>
                    <a:pt x="196" y="49"/>
                  </a:lnTo>
                  <a:lnTo>
                    <a:pt x="196" y="49"/>
                  </a:lnTo>
                  <a:lnTo>
                    <a:pt x="199" y="49"/>
                  </a:lnTo>
                  <a:lnTo>
                    <a:pt x="199" y="49"/>
                  </a:lnTo>
                  <a:lnTo>
                    <a:pt x="199" y="49"/>
                  </a:lnTo>
                  <a:lnTo>
                    <a:pt x="199" y="52"/>
                  </a:lnTo>
                  <a:lnTo>
                    <a:pt x="201" y="52"/>
                  </a:lnTo>
                  <a:lnTo>
                    <a:pt x="201" y="52"/>
                  </a:lnTo>
                  <a:lnTo>
                    <a:pt x="201" y="49"/>
                  </a:lnTo>
                  <a:lnTo>
                    <a:pt x="201" y="49"/>
                  </a:lnTo>
                  <a:lnTo>
                    <a:pt x="201" y="49"/>
                  </a:lnTo>
                  <a:lnTo>
                    <a:pt x="204" y="49"/>
                  </a:lnTo>
                  <a:lnTo>
                    <a:pt x="204" y="49"/>
                  </a:lnTo>
                  <a:lnTo>
                    <a:pt x="206" y="49"/>
                  </a:lnTo>
                  <a:lnTo>
                    <a:pt x="206" y="47"/>
                  </a:lnTo>
                  <a:lnTo>
                    <a:pt x="206" y="47"/>
                  </a:lnTo>
                  <a:lnTo>
                    <a:pt x="206" y="49"/>
                  </a:lnTo>
                  <a:lnTo>
                    <a:pt x="206" y="49"/>
                  </a:lnTo>
                  <a:lnTo>
                    <a:pt x="208" y="49"/>
                  </a:lnTo>
                  <a:lnTo>
                    <a:pt x="208" y="49"/>
                  </a:lnTo>
                  <a:lnTo>
                    <a:pt x="208" y="49"/>
                  </a:lnTo>
                  <a:lnTo>
                    <a:pt x="208" y="49"/>
                  </a:lnTo>
                  <a:lnTo>
                    <a:pt x="208" y="52"/>
                  </a:lnTo>
                  <a:lnTo>
                    <a:pt x="208" y="52"/>
                  </a:lnTo>
                  <a:lnTo>
                    <a:pt x="211" y="52"/>
                  </a:lnTo>
                  <a:lnTo>
                    <a:pt x="211" y="52"/>
                  </a:lnTo>
                  <a:lnTo>
                    <a:pt x="213" y="52"/>
                  </a:lnTo>
                  <a:lnTo>
                    <a:pt x="213" y="54"/>
                  </a:lnTo>
                  <a:lnTo>
                    <a:pt x="213" y="54"/>
                  </a:lnTo>
                  <a:lnTo>
                    <a:pt x="213" y="52"/>
                  </a:lnTo>
                  <a:lnTo>
                    <a:pt x="213" y="52"/>
                  </a:lnTo>
                  <a:lnTo>
                    <a:pt x="215" y="52"/>
                  </a:lnTo>
                  <a:lnTo>
                    <a:pt x="215" y="52"/>
                  </a:lnTo>
                  <a:lnTo>
                    <a:pt x="215" y="54"/>
                  </a:lnTo>
                  <a:lnTo>
                    <a:pt x="215" y="54"/>
                  </a:lnTo>
                  <a:lnTo>
                    <a:pt x="218" y="54"/>
                  </a:lnTo>
                  <a:lnTo>
                    <a:pt x="218" y="54"/>
                  </a:lnTo>
                  <a:lnTo>
                    <a:pt x="220" y="54"/>
                  </a:lnTo>
                  <a:lnTo>
                    <a:pt x="220" y="54"/>
                  </a:lnTo>
                  <a:lnTo>
                    <a:pt x="220" y="54"/>
                  </a:lnTo>
                  <a:lnTo>
                    <a:pt x="220" y="54"/>
                  </a:lnTo>
                  <a:lnTo>
                    <a:pt x="223" y="54"/>
                  </a:lnTo>
                  <a:lnTo>
                    <a:pt x="223" y="54"/>
                  </a:lnTo>
                  <a:lnTo>
                    <a:pt x="223" y="57"/>
                  </a:lnTo>
                  <a:lnTo>
                    <a:pt x="223" y="57"/>
                  </a:lnTo>
                  <a:lnTo>
                    <a:pt x="223" y="57"/>
                  </a:lnTo>
                  <a:lnTo>
                    <a:pt x="223" y="57"/>
                  </a:lnTo>
                  <a:lnTo>
                    <a:pt x="225" y="57"/>
                  </a:lnTo>
                  <a:lnTo>
                    <a:pt x="225" y="57"/>
                  </a:lnTo>
                  <a:lnTo>
                    <a:pt x="227" y="57"/>
                  </a:lnTo>
                  <a:lnTo>
                    <a:pt x="227" y="57"/>
                  </a:lnTo>
                  <a:lnTo>
                    <a:pt x="227" y="59"/>
                  </a:lnTo>
                  <a:lnTo>
                    <a:pt x="227" y="59"/>
                  </a:lnTo>
                  <a:lnTo>
                    <a:pt x="227" y="61"/>
                  </a:lnTo>
                  <a:lnTo>
                    <a:pt x="227" y="61"/>
                  </a:lnTo>
                  <a:lnTo>
                    <a:pt x="227" y="64"/>
                  </a:lnTo>
                  <a:lnTo>
                    <a:pt x="227" y="64"/>
                  </a:lnTo>
                  <a:lnTo>
                    <a:pt x="227" y="64"/>
                  </a:lnTo>
                  <a:lnTo>
                    <a:pt x="227" y="66"/>
                  </a:lnTo>
                  <a:lnTo>
                    <a:pt x="227" y="66"/>
                  </a:lnTo>
                  <a:lnTo>
                    <a:pt x="227" y="68"/>
                  </a:lnTo>
                  <a:lnTo>
                    <a:pt x="227" y="68"/>
                  </a:lnTo>
                  <a:lnTo>
                    <a:pt x="227" y="71"/>
                  </a:lnTo>
                  <a:lnTo>
                    <a:pt x="227" y="71"/>
                  </a:lnTo>
                  <a:lnTo>
                    <a:pt x="227" y="73"/>
                  </a:lnTo>
                  <a:lnTo>
                    <a:pt x="227" y="73"/>
                  </a:lnTo>
                  <a:lnTo>
                    <a:pt x="227" y="73"/>
                  </a:lnTo>
                  <a:lnTo>
                    <a:pt x="227" y="75"/>
                  </a:lnTo>
                  <a:lnTo>
                    <a:pt x="227" y="75"/>
                  </a:lnTo>
                  <a:lnTo>
                    <a:pt x="227" y="78"/>
                  </a:lnTo>
                  <a:lnTo>
                    <a:pt x="227" y="78"/>
                  </a:lnTo>
                  <a:lnTo>
                    <a:pt x="227" y="80"/>
                  </a:lnTo>
                  <a:lnTo>
                    <a:pt x="227" y="80"/>
                  </a:lnTo>
                  <a:lnTo>
                    <a:pt x="227" y="83"/>
                  </a:lnTo>
                  <a:lnTo>
                    <a:pt x="227" y="83"/>
                  </a:lnTo>
                  <a:lnTo>
                    <a:pt x="227" y="85"/>
                  </a:lnTo>
                  <a:lnTo>
                    <a:pt x="227" y="85"/>
                  </a:lnTo>
                  <a:lnTo>
                    <a:pt x="227" y="85"/>
                  </a:lnTo>
                  <a:lnTo>
                    <a:pt x="227" y="87"/>
                  </a:lnTo>
                  <a:lnTo>
                    <a:pt x="227" y="87"/>
                  </a:lnTo>
                  <a:lnTo>
                    <a:pt x="227" y="90"/>
                  </a:lnTo>
                  <a:lnTo>
                    <a:pt x="227" y="90"/>
                  </a:lnTo>
                  <a:lnTo>
                    <a:pt x="227" y="92"/>
                  </a:lnTo>
                  <a:lnTo>
                    <a:pt x="227" y="92"/>
                  </a:lnTo>
                  <a:lnTo>
                    <a:pt x="227" y="94"/>
                  </a:lnTo>
                  <a:lnTo>
                    <a:pt x="227" y="94"/>
                  </a:lnTo>
                  <a:lnTo>
                    <a:pt x="227" y="94"/>
                  </a:lnTo>
                  <a:lnTo>
                    <a:pt x="227" y="97"/>
                  </a:lnTo>
                  <a:lnTo>
                    <a:pt x="227" y="97"/>
                  </a:lnTo>
                  <a:lnTo>
                    <a:pt x="227" y="99"/>
                  </a:lnTo>
                  <a:lnTo>
                    <a:pt x="227" y="99"/>
                  </a:lnTo>
                  <a:lnTo>
                    <a:pt x="227" y="102"/>
                  </a:lnTo>
                  <a:lnTo>
                    <a:pt x="227" y="102"/>
                  </a:lnTo>
                  <a:lnTo>
                    <a:pt x="227" y="104"/>
                  </a:lnTo>
                  <a:lnTo>
                    <a:pt x="227" y="104"/>
                  </a:lnTo>
                  <a:lnTo>
                    <a:pt x="227" y="104"/>
                  </a:lnTo>
                  <a:lnTo>
                    <a:pt x="227" y="106"/>
                  </a:lnTo>
                  <a:lnTo>
                    <a:pt x="227" y="106"/>
                  </a:lnTo>
                  <a:lnTo>
                    <a:pt x="227" y="109"/>
                  </a:lnTo>
                  <a:lnTo>
                    <a:pt x="227" y="109"/>
                  </a:lnTo>
                  <a:lnTo>
                    <a:pt x="227" y="111"/>
                  </a:lnTo>
                  <a:lnTo>
                    <a:pt x="227" y="111"/>
                  </a:lnTo>
                  <a:lnTo>
                    <a:pt x="227" y="113"/>
                  </a:lnTo>
                  <a:lnTo>
                    <a:pt x="227" y="113"/>
                  </a:lnTo>
                  <a:lnTo>
                    <a:pt x="227" y="113"/>
                  </a:lnTo>
                  <a:lnTo>
                    <a:pt x="227" y="116"/>
                  </a:lnTo>
                  <a:lnTo>
                    <a:pt x="227" y="116"/>
                  </a:lnTo>
                  <a:lnTo>
                    <a:pt x="227" y="118"/>
                  </a:lnTo>
                  <a:lnTo>
                    <a:pt x="227" y="118"/>
                  </a:lnTo>
                  <a:lnTo>
                    <a:pt x="227" y="121"/>
                  </a:lnTo>
                  <a:lnTo>
                    <a:pt x="227" y="121"/>
                  </a:lnTo>
                  <a:lnTo>
                    <a:pt x="227" y="123"/>
                  </a:lnTo>
                  <a:lnTo>
                    <a:pt x="227" y="123"/>
                  </a:lnTo>
                  <a:lnTo>
                    <a:pt x="227" y="123"/>
                  </a:lnTo>
                  <a:lnTo>
                    <a:pt x="227" y="125"/>
                  </a:lnTo>
                  <a:lnTo>
                    <a:pt x="227" y="125"/>
                  </a:lnTo>
                  <a:lnTo>
                    <a:pt x="227" y="128"/>
                  </a:lnTo>
                  <a:lnTo>
                    <a:pt x="227" y="128"/>
                  </a:lnTo>
                  <a:lnTo>
                    <a:pt x="227" y="130"/>
                  </a:lnTo>
                  <a:lnTo>
                    <a:pt x="227" y="130"/>
                  </a:lnTo>
                  <a:lnTo>
                    <a:pt x="227" y="132"/>
                  </a:lnTo>
                  <a:lnTo>
                    <a:pt x="227" y="132"/>
                  </a:lnTo>
                  <a:lnTo>
                    <a:pt x="227" y="132"/>
                  </a:lnTo>
                  <a:lnTo>
                    <a:pt x="227" y="135"/>
                  </a:lnTo>
                  <a:lnTo>
                    <a:pt x="227" y="135"/>
                  </a:lnTo>
                  <a:lnTo>
                    <a:pt x="227" y="137"/>
                  </a:lnTo>
                  <a:lnTo>
                    <a:pt x="227" y="137"/>
                  </a:lnTo>
                  <a:lnTo>
                    <a:pt x="227" y="139"/>
                  </a:lnTo>
                  <a:lnTo>
                    <a:pt x="227" y="139"/>
                  </a:lnTo>
                  <a:lnTo>
                    <a:pt x="227" y="142"/>
                  </a:lnTo>
                  <a:lnTo>
                    <a:pt x="227" y="142"/>
                  </a:lnTo>
                  <a:lnTo>
                    <a:pt x="227" y="144"/>
                  </a:lnTo>
                  <a:lnTo>
                    <a:pt x="227" y="144"/>
                  </a:lnTo>
                  <a:lnTo>
                    <a:pt x="227" y="144"/>
                  </a:lnTo>
                  <a:lnTo>
                    <a:pt x="227" y="144"/>
                  </a:lnTo>
                  <a:lnTo>
                    <a:pt x="227" y="147"/>
                  </a:lnTo>
                  <a:lnTo>
                    <a:pt x="227" y="147"/>
                  </a:lnTo>
                  <a:lnTo>
                    <a:pt x="227" y="149"/>
                  </a:lnTo>
                  <a:lnTo>
                    <a:pt x="227" y="149"/>
                  </a:lnTo>
                  <a:lnTo>
                    <a:pt x="227" y="151"/>
                  </a:lnTo>
                  <a:lnTo>
                    <a:pt x="227" y="151"/>
                  </a:lnTo>
                  <a:lnTo>
                    <a:pt x="227" y="154"/>
                  </a:lnTo>
                  <a:lnTo>
                    <a:pt x="227" y="154"/>
                  </a:lnTo>
                  <a:lnTo>
                    <a:pt x="227" y="154"/>
                  </a:lnTo>
                  <a:lnTo>
                    <a:pt x="225" y="154"/>
                  </a:lnTo>
                  <a:lnTo>
                    <a:pt x="225" y="156"/>
                  </a:lnTo>
                  <a:lnTo>
                    <a:pt x="225" y="156"/>
                  </a:lnTo>
                  <a:lnTo>
                    <a:pt x="225" y="158"/>
                  </a:lnTo>
                  <a:lnTo>
                    <a:pt x="225" y="158"/>
                  </a:lnTo>
                  <a:lnTo>
                    <a:pt x="225" y="158"/>
                  </a:lnTo>
                  <a:lnTo>
                    <a:pt x="225" y="161"/>
                  </a:lnTo>
                  <a:lnTo>
                    <a:pt x="223" y="161"/>
                  </a:lnTo>
                  <a:lnTo>
                    <a:pt x="223" y="161"/>
                  </a:lnTo>
                  <a:lnTo>
                    <a:pt x="223" y="163"/>
                  </a:lnTo>
                  <a:lnTo>
                    <a:pt x="225" y="163"/>
                  </a:lnTo>
                  <a:lnTo>
                    <a:pt x="225" y="163"/>
                  </a:lnTo>
                  <a:lnTo>
                    <a:pt x="225" y="163"/>
                  </a:lnTo>
                  <a:lnTo>
                    <a:pt x="225" y="166"/>
                  </a:lnTo>
                  <a:lnTo>
                    <a:pt x="225" y="166"/>
                  </a:lnTo>
                  <a:lnTo>
                    <a:pt x="225" y="166"/>
                  </a:lnTo>
                  <a:lnTo>
                    <a:pt x="227" y="166"/>
                  </a:lnTo>
                  <a:lnTo>
                    <a:pt x="227" y="168"/>
                  </a:lnTo>
                  <a:lnTo>
                    <a:pt x="227" y="168"/>
                  </a:lnTo>
                  <a:lnTo>
                    <a:pt x="227" y="168"/>
                  </a:lnTo>
                  <a:lnTo>
                    <a:pt x="227" y="170"/>
                  </a:lnTo>
                  <a:lnTo>
                    <a:pt x="227" y="170"/>
                  </a:lnTo>
                  <a:lnTo>
                    <a:pt x="227" y="173"/>
                  </a:lnTo>
                  <a:lnTo>
                    <a:pt x="227" y="173"/>
                  </a:lnTo>
                  <a:lnTo>
                    <a:pt x="227" y="173"/>
                  </a:lnTo>
                  <a:lnTo>
                    <a:pt x="227" y="175"/>
                  </a:lnTo>
                  <a:lnTo>
                    <a:pt x="227" y="175"/>
                  </a:lnTo>
                  <a:lnTo>
                    <a:pt x="227" y="177"/>
                  </a:lnTo>
                  <a:lnTo>
                    <a:pt x="227" y="177"/>
                  </a:lnTo>
                  <a:lnTo>
                    <a:pt x="227" y="180"/>
                  </a:lnTo>
                  <a:lnTo>
                    <a:pt x="227" y="180"/>
                  </a:lnTo>
                  <a:lnTo>
                    <a:pt x="227" y="182"/>
                  </a:lnTo>
                  <a:lnTo>
                    <a:pt x="227" y="182"/>
                  </a:lnTo>
                  <a:lnTo>
                    <a:pt x="227" y="182"/>
                  </a:lnTo>
                  <a:lnTo>
                    <a:pt x="227" y="184"/>
                  </a:lnTo>
                  <a:lnTo>
                    <a:pt x="227" y="184"/>
                  </a:lnTo>
                  <a:lnTo>
                    <a:pt x="227" y="187"/>
                  </a:lnTo>
                  <a:lnTo>
                    <a:pt x="227" y="187"/>
                  </a:lnTo>
                  <a:lnTo>
                    <a:pt x="227" y="189"/>
                  </a:lnTo>
                  <a:lnTo>
                    <a:pt x="227" y="189"/>
                  </a:lnTo>
                  <a:lnTo>
                    <a:pt x="227" y="192"/>
                  </a:lnTo>
                  <a:lnTo>
                    <a:pt x="227" y="192"/>
                  </a:lnTo>
                  <a:lnTo>
                    <a:pt x="227" y="192"/>
                  </a:lnTo>
                  <a:lnTo>
                    <a:pt x="227" y="194"/>
                  </a:lnTo>
                  <a:lnTo>
                    <a:pt x="227" y="194"/>
                  </a:lnTo>
                  <a:lnTo>
                    <a:pt x="227" y="196"/>
                  </a:lnTo>
                  <a:lnTo>
                    <a:pt x="227" y="196"/>
                  </a:lnTo>
                  <a:lnTo>
                    <a:pt x="227" y="199"/>
                  </a:lnTo>
                  <a:lnTo>
                    <a:pt x="227" y="199"/>
                  </a:lnTo>
                  <a:lnTo>
                    <a:pt x="227" y="201"/>
                  </a:lnTo>
                  <a:lnTo>
                    <a:pt x="227" y="201"/>
                  </a:lnTo>
                  <a:lnTo>
                    <a:pt x="227" y="203"/>
                  </a:lnTo>
                  <a:lnTo>
                    <a:pt x="227" y="203"/>
                  </a:lnTo>
                  <a:lnTo>
                    <a:pt x="227" y="203"/>
                  </a:lnTo>
                  <a:lnTo>
                    <a:pt x="227" y="206"/>
                  </a:lnTo>
                  <a:lnTo>
                    <a:pt x="227" y="206"/>
                  </a:lnTo>
                  <a:lnTo>
                    <a:pt x="227" y="208"/>
                  </a:lnTo>
                  <a:lnTo>
                    <a:pt x="227" y="208"/>
                  </a:lnTo>
                  <a:lnTo>
                    <a:pt x="227" y="211"/>
                  </a:lnTo>
                  <a:lnTo>
                    <a:pt x="227" y="211"/>
                  </a:lnTo>
                  <a:lnTo>
                    <a:pt x="227" y="213"/>
                  </a:lnTo>
                  <a:lnTo>
                    <a:pt x="227" y="213"/>
                  </a:lnTo>
                  <a:lnTo>
                    <a:pt x="227" y="213"/>
                  </a:lnTo>
                  <a:lnTo>
                    <a:pt x="227" y="215"/>
                  </a:lnTo>
                  <a:lnTo>
                    <a:pt x="227" y="215"/>
                  </a:lnTo>
                  <a:lnTo>
                    <a:pt x="227" y="218"/>
                  </a:lnTo>
                  <a:lnTo>
                    <a:pt x="227" y="218"/>
                  </a:lnTo>
                  <a:lnTo>
                    <a:pt x="227" y="220"/>
                  </a:lnTo>
                  <a:lnTo>
                    <a:pt x="227" y="220"/>
                  </a:lnTo>
                  <a:lnTo>
                    <a:pt x="227" y="222"/>
                  </a:lnTo>
                  <a:lnTo>
                    <a:pt x="227" y="222"/>
                  </a:lnTo>
                  <a:lnTo>
                    <a:pt x="227" y="222"/>
                  </a:lnTo>
                  <a:lnTo>
                    <a:pt x="227" y="225"/>
                  </a:lnTo>
                  <a:lnTo>
                    <a:pt x="227" y="225"/>
                  </a:lnTo>
                  <a:lnTo>
                    <a:pt x="227" y="222"/>
                  </a:lnTo>
                  <a:lnTo>
                    <a:pt x="225" y="222"/>
                  </a:lnTo>
                  <a:lnTo>
                    <a:pt x="225" y="222"/>
                  </a:lnTo>
                  <a:lnTo>
                    <a:pt x="223" y="222"/>
                  </a:lnTo>
                  <a:lnTo>
                    <a:pt x="223" y="222"/>
                  </a:lnTo>
                  <a:lnTo>
                    <a:pt x="223" y="222"/>
                  </a:lnTo>
                  <a:lnTo>
                    <a:pt x="223" y="222"/>
                  </a:lnTo>
                  <a:lnTo>
                    <a:pt x="223" y="222"/>
                  </a:lnTo>
                  <a:lnTo>
                    <a:pt x="223" y="220"/>
                  </a:lnTo>
                  <a:lnTo>
                    <a:pt x="223" y="220"/>
                  </a:lnTo>
                  <a:lnTo>
                    <a:pt x="220" y="220"/>
                  </a:lnTo>
                  <a:lnTo>
                    <a:pt x="220" y="220"/>
                  </a:lnTo>
                  <a:lnTo>
                    <a:pt x="220" y="218"/>
                  </a:lnTo>
                  <a:lnTo>
                    <a:pt x="220" y="218"/>
                  </a:lnTo>
                  <a:lnTo>
                    <a:pt x="220" y="218"/>
                  </a:lnTo>
                  <a:lnTo>
                    <a:pt x="218" y="218"/>
                  </a:lnTo>
                  <a:lnTo>
                    <a:pt x="218" y="215"/>
                  </a:lnTo>
                  <a:lnTo>
                    <a:pt x="218" y="215"/>
                  </a:lnTo>
                  <a:lnTo>
                    <a:pt x="218" y="215"/>
                  </a:lnTo>
                  <a:lnTo>
                    <a:pt x="218" y="213"/>
                  </a:lnTo>
                  <a:lnTo>
                    <a:pt x="215" y="213"/>
                  </a:lnTo>
                  <a:lnTo>
                    <a:pt x="215" y="213"/>
                  </a:lnTo>
                  <a:lnTo>
                    <a:pt x="215" y="213"/>
                  </a:lnTo>
                  <a:lnTo>
                    <a:pt x="215" y="213"/>
                  </a:lnTo>
                  <a:lnTo>
                    <a:pt x="215" y="211"/>
                  </a:lnTo>
                  <a:lnTo>
                    <a:pt x="215" y="211"/>
                  </a:lnTo>
                  <a:lnTo>
                    <a:pt x="215" y="211"/>
                  </a:lnTo>
                  <a:lnTo>
                    <a:pt x="213" y="211"/>
                  </a:lnTo>
                  <a:lnTo>
                    <a:pt x="213" y="208"/>
                  </a:lnTo>
                  <a:lnTo>
                    <a:pt x="213" y="208"/>
                  </a:lnTo>
                  <a:lnTo>
                    <a:pt x="213" y="208"/>
                  </a:lnTo>
                  <a:lnTo>
                    <a:pt x="213" y="208"/>
                  </a:lnTo>
                  <a:lnTo>
                    <a:pt x="213" y="206"/>
                  </a:lnTo>
                  <a:lnTo>
                    <a:pt x="211" y="206"/>
                  </a:lnTo>
                  <a:lnTo>
                    <a:pt x="211" y="206"/>
                  </a:lnTo>
                  <a:lnTo>
                    <a:pt x="211" y="206"/>
                  </a:lnTo>
                  <a:lnTo>
                    <a:pt x="211" y="203"/>
                  </a:lnTo>
                  <a:lnTo>
                    <a:pt x="208" y="203"/>
                  </a:lnTo>
                  <a:lnTo>
                    <a:pt x="208" y="203"/>
                  </a:lnTo>
                  <a:lnTo>
                    <a:pt x="208" y="203"/>
                  </a:lnTo>
                  <a:lnTo>
                    <a:pt x="208" y="203"/>
                  </a:lnTo>
                  <a:lnTo>
                    <a:pt x="208" y="203"/>
                  </a:lnTo>
                  <a:lnTo>
                    <a:pt x="206" y="203"/>
                  </a:lnTo>
                  <a:lnTo>
                    <a:pt x="206" y="203"/>
                  </a:lnTo>
                  <a:lnTo>
                    <a:pt x="206" y="201"/>
                  </a:lnTo>
                  <a:lnTo>
                    <a:pt x="206" y="201"/>
                  </a:lnTo>
                  <a:lnTo>
                    <a:pt x="206" y="201"/>
                  </a:lnTo>
                  <a:lnTo>
                    <a:pt x="204" y="201"/>
                  </a:lnTo>
                  <a:lnTo>
                    <a:pt x="204" y="199"/>
                  </a:lnTo>
                  <a:lnTo>
                    <a:pt x="204" y="199"/>
                  </a:lnTo>
                  <a:lnTo>
                    <a:pt x="204" y="199"/>
                  </a:lnTo>
                  <a:lnTo>
                    <a:pt x="201" y="199"/>
                  </a:lnTo>
                  <a:lnTo>
                    <a:pt x="201" y="199"/>
                  </a:lnTo>
                  <a:lnTo>
                    <a:pt x="201" y="199"/>
                  </a:lnTo>
                  <a:lnTo>
                    <a:pt x="199" y="199"/>
                  </a:lnTo>
                  <a:lnTo>
                    <a:pt x="199" y="199"/>
                  </a:lnTo>
                  <a:lnTo>
                    <a:pt x="196" y="199"/>
                  </a:lnTo>
                  <a:lnTo>
                    <a:pt x="196" y="199"/>
                  </a:lnTo>
                  <a:lnTo>
                    <a:pt x="196" y="199"/>
                  </a:lnTo>
                  <a:lnTo>
                    <a:pt x="196" y="199"/>
                  </a:lnTo>
                  <a:lnTo>
                    <a:pt x="196" y="201"/>
                  </a:lnTo>
                  <a:lnTo>
                    <a:pt x="194" y="201"/>
                  </a:lnTo>
                  <a:lnTo>
                    <a:pt x="194" y="201"/>
                  </a:lnTo>
                  <a:lnTo>
                    <a:pt x="194" y="201"/>
                  </a:lnTo>
                  <a:lnTo>
                    <a:pt x="192" y="201"/>
                  </a:lnTo>
                  <a:lnTo>
                    <a:pt x="192" y="201"/>
                  </a:lnTo>
                  <a:lnTo>
                    <a:pt x="189" y="201"/>
                  </a:lnTo>
                  <a:lnTo>
                    <a:pt x="189" y="201"/>
                  </a:lnTo>
                  <a:lnTo>
                    <a:pt x="189" y="199"/>
                  </a:lnTo>
                  <a:lnTo>
                    <a:pt x="189" y="199"/>
                  </a:lnTo>
                  <a:lnTo>
                    <a:pt x="189" y="199"/>
                  </a:lnTo>
                  <a:lnTo>
                    <a:pt x="187" y="199"/>
                  </a:lnTo>
                  <a:lnTo>
                    <a:pt x="187" y="199"/>
                  </a:lnTo>
                  <a:lnTo>
                    <a:pt x="187" y="199"/>
                  </a:lnTo>
                  <a:lnTo>
                    <a:pt x="187" y="199"/>
                  </a:lnTo>
                  <a:lnTo>
                    <a:pt x="187" y="201"/>
                  </a:lnTo>
                  <a:lnTo>
                    <a:pt x="185" y="201"/>
                  </a:lnTo>
                  <a:lnTo>
                    <a:pt x="185" y="201"/>
                  </a:lnTo>
                  <a:lnTo>
                    <a:pt x="185" y="201"/>
                  </a:lnTo>
                  <a:lnTo>
                    <a:pt x="185" y="201"/>
                  </a:lnTo>
                  <a:lnTo>
                    <a:pt x="185" y="203"/>
                  </a:lnTo>
                  <a:lnTo>
                    <a:pt x="185" y="203"/>
                  </a:lnTo>
                  <a:lnTo>
                    <a:pt x="185" y="203"/>
                  </a:lnTo>
                  <a:lnTo>
                    <a:pt x="185" y="203"/>
                  </a:lnTo>
                  <a:lnTo>
                    <a:pt x="182" y="203"/>
                  </a:lnTo>
                  <a:lnTo>
                    <a:pt x="182" y="206"/>
                  </a:lnTo>
                  <a:lnTo>
                    <a:pt x="182" y="206"/>
                  </a:lnTo>
                  <a:lnTo>
                    <a:pt x="182" y="206"/>
                  </a:lnTo>
                  <a:lnTo>
                    <a:pt x="180" y="206"/>
                  </a:lnTo>
                  <a:lnTo>
                    <a:pt x="180" y="206"/>
                  </a:lnTo>
                  <a:lnTo>
                    <a:pt x="180" y="206"/>
                  </a:lnTo>
                  <a:lnTo>
                    <a:pt x="178" y="206"/>
                  </a:lnTo>
                  <a:lnTo>
                    <a:pt x="178" y="206"/>
                  </a:lnTo>
                  <a:lnTo>
                    <a:pt x="178" y="203"/>
                  </a:lnTo>
                  <a:lnTo>
                    <a:pt x="175" y="203"/>
                  </a:lnTo>
                  <a:lnTo>
                    <a:pt x="175" y="203"/>
                  </a:lnTo>
                  <a:lnTo>
                    <a:pt x="175" y="203"/>
                  </a:lnTo>
                  <a:lnTo>
                    <a:pt x="175" y="203"/>
                  </a:lnTo>
                  <a:lnTo>
                    <a:pt x="173" y="203"/>
                  </a:lnTo>
                  <a:lnTo>
                    <a:pt x="173" y="203"/>
                  </a:lnTo>
                  <a:lnTo>
                    <a:pt x="173" y="203"/>
                  </a:lnTo>
                  <a:lnTo>
                    <a:pt x="173" y="206"/>
                  </a:lnTo>
                  <a:lnTo>
                    <a:pt x="173" y="206"/>
                  </a:lnTo>
                  <a:lnTo>
                    <a:pt x="170" y="206"/>
                  </a:lnTo>
                  <a:lnTo>
                    <a:pt x="170" y="206"/>
                  </a:lnTo>
                  <a:lnTo>
                    <a:pt x="170" y="206"/>
                  </a:lnTo>
                  <a:lnTo>
                    <a:pt x="168" y="206"/>
                  </a:lnTo>
                  <a:lnTo>
                    <a:pt x="168" y="206"/>
                  </a:lnTo>
                  <a:lnTo>
                    <a:pt x="168" y="206"/>
                  </a:lnTo>
                  <a:lnTo>
                    <a:pt x="168" y="206"/>
                  </a:lnTo>
                  <a:lnTo>
                    <a:pt x="166" y="206"/>
                  </a:lnTo>
                  <a:lnTo>
                    <a:pt x="166" y="206"/>
                  </a:lnTo>
                  <a:lnTo>
                    <a:pt x="163" y="206"/>
                  </a:lnTo>
                  <a:lnTo>
                    <a:pt x="163" y="206"/>
                  </a:lnTo>
                  <a:lnTo>
                    <a:pt x="163" y="206"/>
                  </a:lnTo>
                  <a:lnTo>
                    <a:pt x="161" y="206"/>
                  </a:lnTo>
                  <a:lnTo>
                    <a:pt x="161" y="206"/>
                  </a:lnTo>
                  <a:lnTo>
                    <a:pt x="161" y="206"/>
                  </a:lnTo>
                  <a:lnTo>
                    <a:pt x="159" y="206"/>
                  </a:lnTo>
                  <a:lnTo>
                    <a:pt x="159" y="206"/>
                  </a:lnTo>
                  <a:lnTo>
                    <a:pt x="156" y="206"/>
                  </a:lnTo>
                  <a:lnTo>
                    <a:pt x="156" y="206"/>
                  </a:lnTo>
                  <a:lnTo>
                    <a:pt x="156" y="206"/>
                  </a:lnTo>
                  <a:lnTo>
                    <a:pt x="156" y="206"/>
                  </a:lnTo>
                  <a:lnTo>
                    <a:pt x="154" y="206"/>
                  </a:lnTo>
                  <a:lnTo>
                    <a:pt x="154" y="206"/>
                  </a:lnTo>
                  <a:lnTo>
                    <a:pt x="154" y="203"/>
                  </a:lnTo>
                  <a:lnTo>
                    <a:pt x="154" y="203"/>
                  </a:lnTo>
                  <a:lnTo>
                    <a:pt x="156" y="203"/>
                  </a:lnTo>
                  <a:lnTo>
                    <a:pt x="156" y="203"/>
                  </a:lnTo>
                  <a:lnTo>
                    <a:pt x="156" y="201"/>
                  </a:lnTo>
                  <a:lnTo>
                    <a:pt x="156" y="201"/>
                  </a:lnTo>
                  <a:lnTo>
                    <a:pt x="156" y="199"/>
                  </a:lnTo>
                  <a:lnTo>
                    <a:pt x="156" y="199"/>
                  </a:lnTo>
                  <a:lnTo>
                    <a:pt x="156" y="199"/>
                  </a:lnTo>
                  <a:lnTo>
                    <a:pt x="156" y="196"/>
                  </a:lnTo>
                  <a:lnTo>
                    <a:pt x="156" y="196"/>
                  </a:lnTo>
                  <a:lnTo>
                    <a:pt x="156" y="196"/>
                  </a:lnTo>
                  <a:lnTo>
                    <a:pt x="159" y="196"/>
                  </a:lnTo>
                  <a:lnTo>
                    <a:pt x="159" y="194"/>
                  </a:lnTo>
                  <a:lnTo>
                    <a:pt x="159" y="194"/>
                  </a:lnTo>
                  <a:lnTo>
                    <a:pt x="159" y="192"/>
                  </a:lnTo>
                  <a:lnTo>
                    <a:pt x="159" y="192"/>
                  </a:lnTo>
                  <a:lnTo>
                    <a:pt x="159" y="192"/>
                  </a:lnTo>
                  <a:lnTo>
                    <a:pt x="159" y="192"/>
                  </a:lnTo>
                  <a:lnTo>
                    <a:pt x="161" y="192"/>
                  </a:lnTo>
                  <a:lnTo>
                    <a:pt x="161" y="189"/>
                  </a:lnTo>
                  <a:lnTo>
                    <a:pt x="161" y="189"/>
                  </a:lnTo>
                  <a:lnTo>
                    <a:pt x="161" y="189"/>
                  </a:lnTo>
                  <a:lnTo>
                    <a:pt x="161" y="187"/>
                  </a:lnTo>
                  <a:lnTo>
                    <a:pt x="161" y="187"/>
                  </a:lnTo>
                  <a:lnTo>
                    <a:pt x="161" y="187"/>
                  </a:lnTo>
                  <a:lnTo>
                    <a:pt x="163" y="187"/>
                  </a:lnTo>
                  <a:lnTo>
                    <a:pt x="163" y="184"/>
                  </a:lnTo>
                  <a:lnTo>
                    <a:pt x="163" y="184"/>
                  </a:lnTo>
                  <a:lnTo>
                    <a:pt x="163" y="184"/>
                  </a:lnTo>
                  <a:lnTo>
                    <a:pt x="163" y="182"/>
                  </a:lnTo>
                  <a:lnTo>
                    <a:pt x="163" y="182"/>
                  </a:lnTo>
                  <a:lnTo>
                    <a:pt x="166" y="182"/>
                  </a:lnTo>
                  <a:lnTo>
                    <a:pt x="166" y="182"/>
                  </a:lnTo>
                  <a:lnTo>
                    <a:pt x="166" y="182"/>
                  </a:lnTo>
                  <a:lnTo>
                    <a:pt x="166" y="182"/>
                  </a:lnTo>
                  <a:lnTo>
                    <a:pt x="168" y="182"/>
                  </a:lnTo>
                  <a:lnTo>
                    <a:pt x="168" y="182"/>
                  </a:lnTo>
                  <a:lnTo>
                    <a:pt x="168" y="180"/>
                  </a:lnTo>
                  <a:lnTo>
                    <a:pt x="168" y="180"/>
                  </a:lnTo>
                  <a:lnTo>
                    <a:pt x="170" y="180"/>
                  </a:lnTo>
                  <a:lnTo>
                    <a:pt x="170" y="180"/>
                  </a:lnTo>
                  <a:lnTo>
                    <a:pt x="170" y="180"/>
                  </a:lnTo>
                  <a:lnTo>
                    <a:pt x="173" y="180"/>
                  </a:lnTo>
                  <a:lnTo>
                    <a:pt x="173" y="180"/>
                  </a:lnTo>
                  <a:lnTo>
                    <a:pt x="173" y="180"/>
                  </a:lnTo>
                  <a:lnTo>
                    <a:pt x="175" y="180"/>
                  </a:lnTo>
                  <a:lnTo>
                    <a:pt x="175" y="180"/>
                  </a:lnTo>
                  <a:lnTo>
                    <a:pt x="175" y="177"/>
                  </a:lnTo>
                  <a:lnTo>
                    <a:pt x="175" y="177"/>
                  </a:lnTo>
                  <a:lnTo>
                    <a:pt x="178" y="177"/>
                  </a:lnTo>
                  <a:lnTo>
                    <a:pt x="178" y="177"/>
                  </a:lnTo>
                  <a:lnTo>
                    <a:pt x="180" y="177"/>
                  </a:lnTo>
                  <a:lnTo>
                    <a:pt x="180" y="177"/>
                  </a:lnTo>
                  <a:lnTo>
                    <a:pt x="180" y="177"/>
                  </a:lnTo>
                  <a:lnTo>
                    <a:pt x="180" y="177"/>
                  </a:lnTo>
                  <a:lnTo>
                    <a:pt x="178" y="177"/>
                  </a:lnTo>
                  <a:lnTo>
                    <a:pt x="178" y="175"/>
                  </a:lnTo>
                  <a:lnTo>
                    <a:pt x="178" y="175"/>
                  </a:lnTo>
                  <a:lnTo>
                    <a:pt x="178" y="175"/>
                  </a:lnTo>
                  <a:lnTo>
                    <a:pt x="178" y="173"/>
                  </a:lnTo>
                  <a:lnTo>
                    <a:pt x="178" y="173"/>
                  </a:lnTo>
                  <a:lnTo>
                    <a:pt x="178" y="173"/>
                  </a:lnTo>
                  <a:lnTo>
                    <a:pt x="178" y="173"/>
                  </a:lnTo>
                  <a:lnTo>
                    <a:pt x="178" y="173"/>
                  </a:lnTo>
                  <a:lnTo>
                    <a:pt x="175" y="173"/>
                  </a:lnTo>
                  <a:lnTo>
                    <a:pt x="175" y="170"/>
                  </a:lnTo>
                  <a:lnTo>
                    <a:pt x="175" y="170"/>
                  </a:lnTo>
                  <a:lnTo>
                    <a:pt x="175" y="170"/>
                  </a:lnTo>
                  <a:lnTo>
                    <a:pt x="175" y="170"/>
                  </a:lnTo>
                  <a:lnTo>
                    <a:pt x="175" y="168"/>
                  </a:lnTo>
                  <a:lnTo>
                    <a:pt x="175" y="168"/>
                  </a:lnTo>
                  <a:lnTo>
                    <a:pt x="175" y="166"/>
                  </a:lnTo>
                  <a:lnTo>
                    <a:pt x="175" y="166"/>
                  </a:lnTo>
                  <a:lnTo>
                    <a:pt x="175" y="166"/>
                  </a:lnTo>
                  <a:lnTo>
                    <a:pt x="175" y="166"/>
                  </a:lnTo>
                  <a:lnTo>
                    <a:pt x="175" y="163"/>
                  </a:lnTo>
                  <a:lnTo>
                    <a:pt x="175" y="163"/>
                  </a:lnTo>
                  <a:lnTo>
                    <a:pt x="175" y="163"/>
                  </a:lnTo>
                  <a:lnTo>
                    <a:pt x="175" y="163"/>
                  </a:lnTo>
                  <a:lnTo>
                    <a:pt x="175" y="163"/>
                  </a:lnTo>
                  <a:lnTo>
                    <a:pt x="175" y="161"/>
                  </a:lnTo>
                  <a:lnTo>
                    <a:pt x="175" y="161"/>
                  </a:lnTo>
                  <a:lnTo>
                    <a:pt x="175" y="158"/>
                  </a:lnTo>
                  <a:lnTo>
                    <a:pt x="175" y="158"/>
                  </a:lnTo>
                  <a:lnTo>
                    <a:pt x="175" y="158"/>
                  </a:lnTo>
                  <a:lnTo>
                    <a:pt x="175" y="158"/>
                  </a:lnTo>
                  <a:lnTo>
                    <a:pt x="175" y="156"/>
                  </a:lnTo>
                  <a:lnTo>
                    <a:pt x="175" y="156"/>
                  </a:lnTo>
                  <a:lnTo>
                    <a:pt x="173" y="156"/>
                  </a:lnTo>
                  <a:lnTo>
                    <a:pt x="173" y="156"/>
                  </a:lnTo>
                  <a:lnTo>
                    <a:pt x="173" y="154"/>
                  </a:lnTo>
                  <a:lnTo>
                    <a:pt x="173" y="154"/>
                  </a:lnTo>
                  <a:lnTo>
                    <a:pt x="173" y="154"/>
                  </a:lnTo>
                  <a:lnTo>
                    <a:pt x="173" y="154"/>
                  </a:lnTo>
                  <a:lnTo>
                    <a:pt x="170" y="154"/>
                  </a:lnTo>
                  <a:lnTo>
                    <a:pt x="170" y="151"/>
                  </a:lnTo>
                  <a:lnTo>
                    <a:pt x="170" y="151"/>
                  </a:lnTo>
                  <a:lnTo>
                    <a:pt x="170" y="149"/>
                  </a:lnTo>
                  <a:lnTo>
                    <a:pt x="170" y="149"/>
                  </a:lnTo>
                  <a:lnTo>
                    <a:pt x="170" y="149"/>
                  </a:lnTo>
                  <a:lnTo>
                    <a:pt x="170" y="147"/>
                  </a:lnTo>
                  <a:lnTo>
                    <a:pt x="170" y="147"/>
                  </a:lnTo>
                  <a:lnTo>
                    <a:pt x="168" y="147"/>
                  </a:lnTo>
                  <a:lnTo>
                    <a:pt x="168" y="144"/>
                  </a:lnTo>
                  <a:lnTo>
                    <a:pt x="168" y="144"/>
                  </a:lnTo>
                  <a:lnTo>
                    <a:pt x="168" y="144"/>
                  </a:lnTo>
                  <a:lnTo>
                    <a:pt x="168" y="144"/>
                  </a:lnTo>
                  <a:lnTo>
                    <a:pt x="168" y="142"/>
                  </a:lnTo>
                  <a:lnTo>
                    <a:pt x="168" y="142"/>
                  </a:lnTo>
                  <a:lnTo>
                    <a:pt x="168" y="139"/>
                  </a:lnTo>
                  <a:lnTo>
                    <a:pt x="168" y="139"/>
                  </a:lnTo>
                  <a:lnTo>
                    <a:pt x="166" y="139"/>
                  </a:lnTo>
                  <a:lnTo>
                    <a:pt x="166" y="139"/>
                  </a:lnTo>
                  <a:lnTo>
                    <a:pt x="166" y="139"/>
                  </a:lnTo>
                  <a:lnTo>
                    <a:pt x="166" y="137"/>
                  </a:lnTo>
                  <a:lnTo>
                    <a:pt x="163" y="137"/>
                  </a:lnTo>
                  <a:lnTo>
                    <a:pt x="163" y="137"/>
                  </a:lnTo>
                  <a:lnTo>
                    <a:pt x="163" y="137"/>
                  </a:lnTo>
                  <a:lnTo>
                    <a:pt x="163" y="135"/>
                  </a:lnTo>
                  <a:lnTo>
                    <a:pt x="163" y="135"/>
                  </a:lnTo>
                  <a:lnTo>
                    <a:pt x="163" y="132"/>
                  </a:lnTo>
                  <a:lnTo>
                    <a:pt x="163" y="132"/>
                  </a:lnTo>
                  <a:lnTo>
                    <a:pt x="163" y="132"/>
                  </a:lnTo>
                  <a:lnTo>
                    <a:pt x="163" y="132"/>
                  </a:lnTo>
                  <a:lnTo>
                    <a:pt x="161" y="132"/>
                  </a:lnTo>
                  <a:lnTo>
                    <a:pt x="161" y="132"/>
                  </a:lnTo>
                  <a:lnTo>
                    <a:pt x="161" y="130"/>
                  </a:lnTo>
                  <a:lnTo>
                    <a:pt x="161" y="130"/>
                  </a:lnTo>
                  <a:lnTo>
                    <a:pt x="161" y="130"/>
                  </a:lnTo>
                  <a:lnTo>
                    <a:pt x="161" y="128"/>
                  </a:lnTo>
                  <a:lnTo>
                    <a:pt x="159" y="128"/>
                  </a:lnTo>
                  <a:lnTo>
                    <a:pt x="159" y="130"/>
                  </a:lnTo>
                  <a:lnTo>
                    <a:pt x="159" y="130"/>
                  </a:lnTo>
                  <a:lnTo>
                    <a:pt x="159" y="128"/>
                  </a:lnTo>
                  <a:lnTo>
                    <a:pt x="156" y="128"/>
                  </a:lnTo>
                  <a:lnTo>
                    <a:pt x="156" y="130"/>
                  </a:lnTo>
                  <a:lnTo>
                    <a:pt x="156" y="130"/>
                  </a:lnTo>
                  <a:lnTo>
                    <a:pt x="156" y="128"/>
                  </a:lnTo>
                  <a:lnTo>
                    <a:pt x="156" y="128"/>
                  </a:lnTo>
                  <a:lnTo>
                    <a:pt x="156" y="125"/>
                  </a:lnTo>
                  <a:lnTo>
                    <a:pt x="156" y="125"/>
                  </a:lnTo>
                  <a:lnTo>
                    <a:pt x="156" y="125"/>
                  </a:lnTo>
                  <a:lnTo>
                    <a:pt x="154" y="125"/>
                  </a:lnTo>
                  <a:lnTo>
                    <a:pt x="154" y="125"/>
                  </a:lnTo>
                  <a:lnTo>
                    <a:pt x="154" y="123"/>
                  </a:lnTo>
                  <a:lnTo>
                    <a:pt x="154" y="123"/>
                  </a:lnTo>
                  <a:lnTo>
                    <a:pt x="154" y="125"/>
                  </a:lnTo>
                  <a:lnTo>
                    <a:pt x="152" y="125"/>
                  </a:lnTo>
                  <a:lnTo>
                    <a:pt x="152" y="123"/>
                  </a:lnTo>
                  <a:lnTo>
                    <a:pt x="152" y="123"/>
                  </a:lnTo>
                  <a:lnTo>
                    <a:pt x="152" y="123"/>
                  </a:lnTo>
                  <a:lnTo>
                    <a:pt x="149" y="123"/>
                  </a:lnTo>
                  <a:lnTo>
                    <a:pt x="149" y="123"/>
                  </a:lnTo>
                  <a:lnTo>
                    <a:pt x="149" y="123"/>
                  </a:lnTo>
                  <a:lnTo>
                    <a:pt x="149" y="123"/>
                  </a:lnTo>
                  <a:lnTo>
                    <a:pt x="149" y="121"/>
                  </a:lnTo>
                  <a:lnTo>
                    <a:pt x="149" y="121"/>
                  </a:lnTo>
                  <a:lnTo>
                    <a:pt x="147" y="121"/>
                  </a:lnTo>
                  <a:lnTo>
                    <a:pt x="147" y="121"/>
                  </a:lnTo>
                  <a:lnTo>
                    <a:pt x="147" y="121"/>
                  </a:lnTo>
                  <a:lnTo>
                    <a:pt x="147" y="118"/>
                  </a:lnTo>
                  <a:lnTo>
                    <a:pt x="144" y="118"/>
                  </a:lnTo>
                  <a:lnTo>
                    <a:pt x="144" y="118"/>
                  </a:lnTo>
                  <a:lnTo>
                    <a:pt x="142" y="118"/>
                  </a:lnTo>
                  <a:lnTo>
                    <a:pt x="142" y="118"/>
                  </a:lnTo>
                  <a:lnTo>
                    <a:pt x="142" y="118"/>
                  </a:lnTo>
                  <a:lnTo>
                    <a:pt x="142" y="118"/>
                  </a:lnTo>
                  <a:lnTo>
                    <a:pt x="140" y="118"/>
                  </a:lnTo>
                  <a:lnTo>
                    <a:pt x="140" y="118"/>
                  </a:lnTo>
                  <a:lnTo>
                    <a:pt x="140" y="116"/>
                  </a:lnTo>
                  <a:lnTo>
                    <a:pt x="140" y="116"/>
                  </a:lnTo>
                  <a:lnTo>
                    <a:pt x="137" y="116"/>
                  </a:lnTo>
                  <a:lnTo>
                    <a:pt x="137" y="116"/>
                  </a:lnTo>
                  <a:lnTo>
                    <a:pt x="135" y="116"/>
                  </a:lnTo>
                  <a:lnTo>
                    <a:pt x="135" y="116"/>
                  </a:lnTo>
                  <a:lnTo>
                    <a:pt x="135" y="116"/>
                  </a:lnTo>
                  <a:lnTo>
                    <a:pt x="135" y="116"/>
                  </a:lnTo>
                  <a:lnTo>
                    <a:pt x="135" y="113"/>
                  </a:lnTo>
                  <a:lnTo>
                    <a:pt x="133" y="113"/>
                  </a:lnTo>
                  <a:lnTo>
                    <a:pt x="133" y="113"/>
                  </a:lnTo>
                  <a:lnTo>
                    <a:pt x="133" y="113"/>
                  </a:lnTo>
                  <a:lnTo>
                    <a:pt x="133" y="113"/>
                  </a:lnTo>
                  <a:lnTo>
                    <a:pt x="130" y="113"/>
                  </a:lnTo>
                  <a:lnTo>
                    <a:pt x="130" y="113"/>
                  </a:lnTo>
                  <a:lnTo>
                    <a:pt x="130" y="113"/>
                  </a:lnTo>
                  <a:lnTo>
                    <a:pt x="128" y="113"/>
                  </a:lnTo>
                  <a:lnTo>
                    <a:pt x="128" y="113"/>
                  </a:lnTo>
                  <a:lnTo>
                    <a:pt x="128" y="111"/>
                  </a:lnTo>
                  <a:lnTo>
                    <a:pt x="128" y="111"/>
                  </a:lnTo>
                  <a:lnTo>
                    <a:pt x="125" y="111"/>
                  </a:lnTo>
                  <a:lnTo>
                    <a:pt x="125" y="111"/>
                  </a:lnTo>
                  <a:lnTo>
                    <a:pt x="125" y="111"/>
                  </a:lnTo>
                  <a:lnTo>
                    <a:pt x="123" y="111"/>
                  </a:lnTo>
                  <a:lnTo>
                    <a:pt x="123" y="111"/>
                  </a:lnTo>
                  <a:lnTo>
                    <a:pt x="123" y="111"/>
                  </a:lnTo>
                  <a:lnTo>
                    <a:pt x="123" y="109"/>
                  </a:lnTo>
                  <a:lnTo>
                    <a:pt x="121" y="109"/>
                  </a:lnTo>
                  <a:lnTo>
                    <a:pt x="121" y="109"/>
                  </a:lnTo>
                  <a:lnTo>
                    <a:pt x="121" y="109"/>
                  </a:lnTo>
                  <a:lnTo>
                    <a:pt x="121" y="109"/>
                  </a:lnTo>
                  <a:lnTo>
                    <a:pt x="118" y="109"/>
                  </a:lnTo>
                  <a:lnTo>
                    <a:pt x="118" y="106"/>
                  </a:lnTo>
                  <a:lnTo>
                    <a:pt x="118" y="106"/>
                  </a:lnTo>
                  <a:lnTo>
                    <a:pt x="118" y="106"/>
                  </a:lnTo>
                  <a:lnTo>
                    <a:pt x="116" y="106"/>
                  </a:lnTo>
                  <a:lnTo>
                    <a:pt x="116" y="106"/>
                  </a:lnTo>
                  <a:lnTo>
                    <a:pt x="116" y="106"/>
                  </a:lnTo>
                  <a:lnTo>
                    <a:pt x="114" y="106"/>
                  </a:lnTo>
                  <a:lnTo>
                    <a:pt x="114" y="106"/>
                  </a:lnTo>
                  <a:lnTo>
                    <a:pt x="114" y="106"/>
                  </a:lnTo>
                  <a:lnTo>
                    <a:pt x="111" y="106"/>
                  </a:lnTo>
                  <a:lnTo>
                    <a:pt x="111" y="106"/>
                  </a:lnTo>
                  <a:lnTo>
                    <a:pt x="109" y="106"/>
                  </a:lnTo>
                  <a:lnTo>
                    <a:pt x="109" y="104"/>
                  </a:lnTo>
                  <a:lnTo>
                    <a:pt x="109" y="104"/>
                  </a:lnTo>
                  <a:lnTo>
                    <a:pt x="109" y="104"/>
                  </a:lnTo>
                  <a:lnTo>
                    <a:pt x="107" y="104"/>
                  </a:lnTo>
                  <a:lnTo>
                    <a:pt x="107" y="104"/>
                  </a:lnTo>
                  <a:lnTo>
                    <a:pt x="107" y="104"/>
                  </a:lnTo>
                  <a:lnTo>
                    <a:pt x="104" y="104"/>
                  </a:lnTo>
                  <a:lnTo>
                    <a:pt x="104" y="104"/>
                  </a:lnTo>
                  <a:lnTo>
                    <a:pt x="104" y="106"/>
                  </a:lnTo>
                  <a:lnTo>
                    <a:pt x="102" y="106"/>
                  </a:lnTo>
                  <a:lnTo>
                    <a:pt x="102" y="106"/>
                  </a:lnTo>
                  <a:lnTo>
                    <a:pt x="102" y="104"/>
                  </a:lnTo>
                  <a:lnTo>
                    <a:pt x="102" y="104"/>
                  </a:lnTo>
                  <a:lnTo>
                    <a:pt x="99" y="104"/>
                  </a:lnTo>
                  <a:lnTo>
                    <a:pt x="99" y="104"/>
                  </a:lnTo>
                  <a:lnTo>
                    <a:pt x="99" y="104"/>
                  </a:lnTo>
                  <a:lnTo>
                    <a:pt x="99" y="104"/>
                  </a:lnTo>
                  <a:lnTo>
                    <a:pt x="99" y="104"/>
                  </a:lnTo>
                  <a:lnTo>
                    <a:pt x="97" y="104"/>
                  </a:lnTo>
                  <a:lnTo>
                    <a:pt x="97" y="102"/>
                  </a:lnTo>
                  <a:lnTo>
                    <a:pt x="97" y="102"/>
                  </a:lnTo>
                  <a:lnTo>
                    <a:pt x="97" y="102"/>
                  </a:lnTo>
                  <a:lnTo>
                    <a:pt x="95" y="102"/>
                  </a:lnTo>
                  <a:lnTo>
                    <a:pt x="95" y="102"/>
                  </a:lnTo>
                  <a:lnTo>
                    <a:pt x="95" y="102"/>
                  </a:lnTo>
                  <a:lnTo>
                    <a:pt x="95" y="99"/>
                  </a:lnTo>
                  <a:lnTo>
                    <a:pt x="92" y="99"/>
                  </a:lnTo>
                  <a:lnTo>
                    <a:pt x="92" y="99"/>
                  </a:lnTo>
                  <a:lnTo>
                    <a:pt x="92" y="99"/>
                  </a:lnTo>
                  <a:lnTo>
                    <a:pt x="92" y="97"/>
                  </a:lnTo>
                  <a:lnTo>
                    <a:pt x="90" y="97"/>
                  </a:lnTo>
                  <a:lnTo>
                    <a:pt x="90" y="97"/>
                  </a:lnTo>
                  <a:lnTo>
                    <a:pt x="90" y="97"/>
                  </a:lnTo>
                  <a:lnTo>
                    <a:pt x="90" y="97"/>
                  </a:lnTo>
                  <a:lnTo>
                    <a:pt x="90" y="94"/>
                  </a:lnTo>
                  <a:lnTo>
                    <a:pt x="90" y="94"/>
                  </a:lnTo>
                  <a:lnTo>
                    <a:pt x="90" y="94"/>
                  </a:lnTo>
                  <a:lnTo>
                    <a:pt x="90" y="94"/>
                  </a:lnTo>
                  <a:lnTo>
                    <a:pt x="90" y="94"/>
                  </a:lnTo>
                  <a:lnTo>
                    <a:pt x="90" y="94"/>
                  </a:lnTo>
                  <a:lnTo>
                    <a:pt x="88" y="94"/>
                  </a:lnTo>
                  <a:lnTo>
                    <a:pt x="88" y="94"/>
                  </a:lnTo>
                  <a:lnTo>
                    <a:pt x="88" y="94"/>
                  </a:lnTo>
                  <a:lnTo>
                    <a:pt x="85" y="94"/>
                  </a:lnTo>
                  <a:lnTo>
                    <a:pt x="85" y="94"/>
                  </a:lnTo>
                  <a:lnTo>
                    <a:pt x="83" y="94"/>
                  </a:lnTo>
                  <a:lnTo>
                    <a:pt x="83" y="94"/>
                  </a:lnTo>
                  <a:lnTo>
                    <a:pt x="83" y="94"/>
                  </a:lnTo>
                  <a:lnTo>
                    <a:pt x="83" y="94"/>
                  </a:lnTo>
                  <a:lnTo>
                    <a:pt x="83" y="94"/>
                  </a:lnTo>
                  <a:lnTo>
                    <a:pt x="81" y="94"/>
                  </a:lnTo>
                  <a:lnTo>
                    <a:pt x="81" y="94"/>
                  </a:lnTo>
                  <a:lnTo>
                    <a:pt x="81" y="94"/>
                  </a:lnTo>
                  <a:lnTo>
                    <a:pt x="81" y="94"/>
                  </a:lnTo>
                  <a:lnTo>
                    <a:pt x="78" y="94"/>
                  </a:lnTo>
                  <a:lnTo>
                    <a:pt x="78" y="94"/>
                  </a:lnTo>
                  <a:lnTo>
                    <a:pt x="78" y="92"/>
                  </a:lnTo>
                  <a:lnTo>
                    <a:pt x="78" y="92"/>
                  </a:lnTo>
                  <a:lnTo>
                    <a:pt x="76" y="92"/>
                  </a:lnTo>
                  <a:lnTo>
                    <a:pt x="76" y="90"/>
                  </a:lnTo>
                  <a:lnTo>
                    <a:pt x="76" y="90"/>
                  </a:lnTo>
                  <a:lnTo>
                    <a:pt x="76" y="92"/>
                  </a:lnTo>
                  <a:lnTo>
                    <a:pt x="76" y="92"/>
                  </a:lnTo>
                  <a:lnTo>
                    <a:pt x="76" y="90"/>
                  </a:lnTo>
                  <a:lnTo>
                    <a:pt x="73" y="90"/>
                  </a:lnTo>
                  <a:lnTo>
                    <a:pt x="73" y="90"/>
                  </a:lnTo>
                  <a:lnTo>
                    <a:pt x="73" y="87"/>
                  </a:lnTo>
                  <a:lnTo>
                    <a:pt x="73" y="87"/>
                  </a:lnTo>
                  <a:lnTo>
                    <a:pt x="73" y="87"/>
                  </a:lnTo>
                  <a:lnTo>
                    <a:pt x="73" y="87"/>
                  </a:lnTo>
                  <a:lnTo>
                    <a:pt x="73" y="85"/>
                  </a:lnTo>
                  <a:lnTo>
                    <a:pt x="71" y="85"/>
                  </a:lnTo>
                  <a:lnTo>
                    <a:pt x="71" y="85"/>
                  </a:lnTo>
                  <a:lnTo>
                    <a:pt x="69" y="85"/>
                  </a:lnTo>
                  <a:lnTo>
                    <a:pt x="69" y="85"/>
                  </a:lnTo>
                  <a:lnTo>
                    <a:pt x="69" y="85"/>
                  </a:lnTo>
                  <a:lnTo>
                    <a:pt x="69" y="83"/>
                  </a:lnTo>
                  <a:lnTo>
                    <a:pt x="69" y="83"/>
                  </a:lnTo>
                  <a:lnTo>
                    <a:pt x="69" y="83"/>
                  </a:lnTo>
                  <a:lnTo>
                    <a:pt x="69" y="83"/>
                  </a:lnTo>
                  <a:lnTo>
                    <a:pt x="69" y="83"/>
                  </a:lnTo>
                  <a:lnTo>
                    <a:pt x="69" y="85"/>
                  </a:lnTo>
                  <a:lnTo>
                    <a:pt x="66" y="85"/>
                  </a:lnTo>
                  <a:lnTo>
                    <a:pt x="66" y="85"/>
                  </a:lnTo>
                  <a:lnTo>
                    <a:pt x="66" y="85"/>
                  </a:lnTo>
                  <a:lnTo>
                    <a:pt x="66" y="85"/>
                  </a:lnTo>
                  <a:lnTo>
                    <a:pt x="66" y="85"/>
                  </a:lnTo>
                  <a:lnTo>
                    <a:pt x="64" y="85"/>
                  </a:lnTo>
                  <a:lnTo>
                    <a:pt x="64" y="87"/>
                  </a:lnTo>
                  <a:lnTo>
                    <a:pt x="64" y="87"/>
                  </a:lnTo>
                  <a:lnTo>
                    <a:pt x="66" y="87"/>
                  </a:lnTo>
                  <a:lnTo>
                    <a:pt x="66" y="87"/>
                  </a:lnTo>
                  <a:lnTo>
                    <a:pt x="66" y="90"/>
                  </a:lnTo>
                  <a:lnTo>
                    <a:pt x="66" y="90"/>
                  </a:lnTo>
                  <a:lnTo>
                    <a:pt x="66" y="90"/>
                  </a:lnTo>
                  <a:lnTo>
                    <a:pt x="66" y="92"/>
                  </a:lnTo>
                  <a:lnTo>
                    <a:pt x="64" y="92"/>
                  </a:lnTo>
                  <a:lnTo>
                    <a:pt x="64" y="92"/>
                  </a:lnTo>
                  <a:lnTo>
                    <a:pt x="64" y="92"/>
                  </a:lnTo>
                  <a:lnTo>
                    <a:pt x="64" y="94"/>
                  </a:lnTo>
                  <a:lnTo>
                    <a:pt x="64" y="94"/>
                  </a:lnTo>
                  <a:lnTo>
                    <a:pt x="62" y="94"/>
                  </a:lnTo>
                  <a:lnTo>
                    <a:pt x="62" y="94"/>
                  </a:lnTo>
                  <a:lnTo>
                    <a:pt x="62" y="94"/>
                  </a:lnTo>
                  <a:lnTo>
                    <a:pt x="59" y="94"/>
                  </a:lnTo>
                  <a:lnTo>
                    <a:pt x="59" y="94"/>
                  </a:lnTo>
                  <a:lnTo>
                    <a:pt x="62" y="94"/>
                  </a:lnTo>
                  <a:lnTo>
                    <a:pt x="62" y="97"/>
                  </a:lnTo>
                  <a:lnTo>
                    <a:pt x="62" y="97"/>
                  </a:lnTo>
                  <a:lnTo>
                    <a:pt x="62" y="97"/>
                  </a:lnTo>
                  <a:lnTo>
                    <a:pt x="62" y="97"/>
                  </a:lnTo>
                  <a:lnTo>
                    <a:pt x="64" y="97"/>
                  </a:lnTo>
                  <a:lnTo>
                    <a:pt x="64" y="99"/>
                  </a:lnTo>
                  <a:lnTo>
                    <a:pt x="64" y="99"/>
                  </a:lnTo>
                  <a:lnTo>
                    <a:pt x="62" y="99"/>
                  </a:lnTo>
                  <a:lnTo>
                    <a:pt x="62" y="102"/>
                  </a:lnTo>
                  <a:lnTo>
                    <a:pt x="62" y="102"/>
                  </a:lnTo>
                  <a:lnTo>
                    <a:pt x="62" y="102"/>
                  </a:lnTo>
                  <a:lnTo>
                    <a:pt x="62" y="99"/>
                  </a:lnTo>
                  <a:lnTo>
                    <a:pt x="59" y="99"/>
                  </a:lnTo>
                  <a:lnTo>
                    <a:pt x="59" y="99"/>
                  </a:lnTo>
                  <a:lnTo>
                    <a:pt x="59" y="99"/>
                  </a:lnTo>
                  <a:lnTo>
                    <a:pt x="59" y="97"/>
                  </a:lnTo>
                  <a:lnTo>
                    <a:pt x="59" y="97"/>
                  </a:lnTo>
                  <a:lnTo>
                    <a:pt x="59" y="94"/>
                  </a:lnTo>
                  <a:lnTo>
                    <a:pt x="59" y="94"/>
                  </a:lnTo>
                  <a:lnTo>
                    <a:pt x="57" y="94"/>
                  </a:lnTo>
                  <a:lnTo>
                    <a:pt x="57" y="94"/>
                  </a:lnTo>
                  <a:lnTo>
                    <a:pt x="54" y="94"/>
                  </a:lnTo>
                  <a:lnTo>
                    <a:pt x="54" y="97"/>
                  </a:lnTo>
                  <a:lnTo>
                    <a:pt x="54" y="97"/>
                  </a:lnTo>
                  <a:lnTo>
                    <a:pt x="54" y="97"/>
                  </a:lnTo>
                  <a:lnTo>
                    <a:pt x="54" y="97"/>
                  </a:lnTo>
                  <a:lnTo>
                    <a:pt x="52" y="97"/>
                  </a:lnTo>
                  <a:lnTo>
                    <a:pt x="52" y="97"/>
                  </a:lnTo>
                  <a:lnTo>
                    <a:pt x="52" y="97"/>
                  </a:lnTo>
                  <a:lnTo>
                    <a:pt x="52" y="94"/>
                  </a:lnTo>
                  <a:lnTo>
                    <a:pt x="52" y="94"/>
                  </a:lnTo>
                  <a:lnTo>
                    <a:pt x="52" y="94"/>
                  </a:lnTo>
                  <a:lnTo>
                    <a:pt x="50" y="94"/>
                  </a:lnTo>
                  <a:lnTo>
                    <a:pt x="50" y="92"/>
                  </a:lnTo>
                  <a:lnTo>
                    <a:pt x="50" y="92"/>
                  </a:lnTo>
                  <a:lnTo>
                    <a:pt x="50" y="90"/>
                  </a:lnTo>
                  <a:lnTo>
                    <a:pt x="50" y="90"/>
                  </a:lnTo>
                  <a:lnTo>
                    <a:pt x="50" y="90"/>
                  </a:lnTo>
                  <a:lnTo>
                    <a:pt x="50" y="87"/>
                  </a:lnTo>
                  <a:lnTo>
                    <a:pt x="50" y="87"/>
                  </a:lnTo>
                  <a:lnTo>
                    <a:pt x="50" y="87"/>
                  </a:lnTo>
                  <a:lnTo>
                    <a:pt x="50" y="85"/>
                  </a:lnTo>
                  <a:lnTo>
                    <a:pt x="50" y="85"/>
                  </a:lnTo>
                  <a:lnTo>
                    <a:pt x="50" y="85"/>
                  </a:lnTo>
                  <a:lnTo>
                    <a:pt x="50" y="85"/>
                  </a:lnTo>
                  <a:lnTo>
                    <a:pt x="50" y="85"/>
                  </a:lnTo>
                  <a:lnTo>
                    <a:pt x="52" y="85"/>
                  </a:lnTo>
                  <a:lnTo>
                    <a:pt x="52" y="85"/>
                  </a:lnTo>
                  <a:lnTo>
                    <a:pt x="52" y="83"/>
                  </a:lnTo>
                  <a:lnTo>
                    <a:pt x="52" y="83"/>
                  </a:lnTo>
                  <a:lnTo>
                    <a:pt x="52" y="80"/>
                  </a:lnTo>
                  <a:lnTo>
                    <a:pt x="52" y="80"/>
                  </a:lnTo>
                  <a:lnTo>
                    <a:pt x="50" y="80"/>
                  </a:lnTo>
                  <a:lnTo>
                    <a:pt x="50" y="83"/>
                  </a:lnTo>
                  <a:lnTo>
                    <a:pt x="50" y="83"/>
                  </a:lnTo>
                  <a:lnTo>
                    <a:pt x="50" y="83"/>
                  </a:lnTo>
                  <a:lnTo>
                    <a:pt x="47" y="83"/>
                  </a:lnTo>
                  <a:lnTo>
                    <a:pt x="47" y="80"/>
                  </a:lnTo>
                  <a:lnTo>
                    <a:pt x="47" y="80"/>
                  </a:lnTo>
                  <a:lnTo>
                    <a:pt x="47" y="80"/>
                  </a:lnTo>
                  <a:lnTo>
                    <a:pt x="47" y="78"/>
                  </a:lnTo>
                  <a:lnTo>
                    <a:pt x="47" y="78"/>
                  </a:lnTo>
                  <a:lnTo>
                    <a:pt x="47" y="78"/>
                  </a:lnTo>
                  <a:lnTo>
                    <a:pt x="47" y="75"/>
                  </a:lnTo>
                  <a:lnTo>
                    <a:pt x="47" y="75"/>
                  </a:lnTo>
                  <a:lnTo>
                    <a:pt x="47" y="75"/>
                  </a:lnTo>
                  <a:lnTo>
                    <a:pt x="47" y="75"/>
                  </a:lnTo>
                  <a:lnTo>
                    <a:pt x="47" y="73"/>
                  </a:lnTo>
                  <a:lnTo>
                    <a:pt x="47" y="73"/>
                  </a:lnTo>
                  <a:lnTo>
                    <a:pt x="47" y="73"/>
                  </a:lnTo>
                  <a:lnTo>
                    <a:pt x="45" y="73"/>
                  </a:lnTo>
                  <a:lnTo>
                    <a:pt x="45" y="73"/>
                  </a:lnTo>
                  <a:lnTo>
                    <a:pt x="43" y="73"/>
                  </a:lnTo>
                  <a:lnTo>
                    <a:pt x="43" y="71"/>
                  </a:lnTo>
                  <a:lnTo>
                    <a:pt x="43" y="71"/>
                  </a:lnTo>
                  <a:lnTo>
                    <a:pt x="43" y="71"/>
                  </a:lnTo>
                  <a:lnTo>
                    <a:pt x="43" y="71"/>
                  </a:lnTo>
                  <a:lnTo>
                    <a:pt x="43" y="68"/>
                  </a:lnTo>
                  <a:lnTo>
                    <a:pt x="43" y="68"/>
                  </a:lnTo>
                  <a:lnTo>
                    <a:pt x="43" y="68"/>
                  </a:lnTo>
                  <a:lnTo>
                    <a:pt x="43" y="68"/>
                  </a:lnTo>
                  <a:lnTo>
                    <a:pt x="40" y="68"/>
                  </a:lnTo>
                  <a:lnTo>
                    <a:pt x="40" y="68"/>
                  </a:lnTo>
                  <a:lnTo>
                    <a:pt x="40" y="68"/>
                  </a:lnTo>
                  <a:lnTo>
                    <a:pt x="38" y="68"/>
                  </a:lnTo>
                  <a:lnTo>
                    <a:pt x="38" y="68"/>
                  </a:lnTo>
                  <a:lnTo>
                    <a:pt x="36" y="68"/>
                  </a:lnTo>
                  <a:lnTo>
                    <a:pt x="36" y="68"/>
                  </a:lnTo>
                  <a:lnTo>
                    <a:pt x="36" y="66"/>
                  </a:lnTo>
                  <a:lnTo>
                    <a:pt x="36" y="66"/>
                  </a:lnTo>
                  <a:lnTo>
                    <a:pt x="33" y="66"/>
                  </a:lnTo>
                  <a:lnTo>
                    <a:pt x="33" y="66"/>
                  </a:lnTo>
                  <a:lnTo>
                    <a:pt x="33" y="66"/>
                  </a:lnTo>
                  <a:lnTo>
                    <a:pt x="33" y="64"/>
                  </a:lnTo>
                  <a:lnTo>
                    <a:pt x="33" y="64"/>
                  </a:lnTo>
                  <a:lnTo>
                    <a:pt x="33" y="64"/>
                  </a:lnTo>
                  <a:lnTo>
                    <a:pt x="33" y="64"/>
                  </a:lnTo>
                  <a:lnTo>
                    <a:pt x="33" y="64"/>
                  </a:lnTo>
                  <a:lnTo>
                    <a:pt x="33" y="61"/>
                  </a:lnTo>
                  <a:lnTo>
                    <a:pt x="33" y="61"/>
                  </a:lnTo>
                  <a:lnTo>
                    <a:pt x="33" y="61"/>
                  </a:lnTo>
                  <a:lnTo>
                    <a:pt x="36" y="61"/>
                  </a:lnTo>
                  <a:lnTo>
                    <a:pt x="36" y="59"/>
                  </a:lnTo>
                  <a:lnTo>
                    <a:pt x="36" y="59"/>
                  </a:lnTo>
                  <a:lnTo>
                    <a:pt x="36" y="59"/>
                  </a:lnTo>
                  <a:lnTo>
                    <a:pt x="36" y="59"/>
                  </a:lnTo>
                  <a:lnTo>
                    <a:pt x="38" y="59"/>
                  </a:lnTo>
                  <a:lnTo>
                    <a:pt x="38" y="59"/>
                  </a:lnTo>
                  <a:lnTo>
                    <a:pt x="40" y="59"/>
                  </a:lnTo>
                  <a:lnTo>
                    <a:pt x="40" y="59"/>
                  </a:lnTo>
                  <a:lnTo>
                    <a:pt x="40" y="59"/>
                  </a:lnTo>
                  <a:lnTo>
                    <a:pt x="43" y="59"/>
                  </a:lnTo>
                  <a:lnTo>
                    <a:pt x="43" y="57"/>
                  </a:lnTo>
                  <a:lnTo>
                    <a:pt x="43" y="57"/>
                  </a:lnTo>
                  <a:lnTo>
                    <a:pt x="43" y="57"/>
                  </a:lnTo>
                  <a:lnTo>
                    <a:pt x="45" y="57"/>
                  </a:lnTo>
                  <a:lnTo>
                    <a:pt x="45" y="59"/>
                  </a:lnTo>
                  <a:lnTo>
                    <a:pt x="45" y="59"/>
                  </a:lnTo>
                  <a:lnTo>
                    <a:pt x="47" y="59"/>
                  </a:lnTo>
                  <a:lnTo>
                    <a:pt x="47" y="59"/>
                  </a:lnTo>
                  <a:lnTo>
                    <a:pt x="47" y="59"/>
                  </a:lnTo>
                  <a:lnTo>
                    <a:pt x="47" y="61"/>
                  </a:lnTo>
                  <a:lnTo>
                    <a:pt x="47" y="61"/>
                  </a:lnTo>
                  <a:lnTo>
                    <a:pt x="47" y="61"/>
                  </a:lnTo>
                  <a:lnTo>
                    <a:pt x="50" y="61"/>
                  </a:lnTo>
                  <a:lnTo>
                    <a:pt x="50" y="64"/>
                  </a:lnTo>
                  <a:lnTo>
                    <a:pt x="50" y="64"/>
                  </a:lnTo>
                  <a:lnTo>
                    <a:pt x="50" y="61"/>
                  </a:lnTo>
                  <a:lnTo>
                    <a:pt x="50" y="61"/>
                  </a:lnTo>
                  <a:lnTo>
                    <a:pt x="50" y="61"/>
                  </a:lnTo>
                  <a:lnTo>
                    <a:pt x="52" y="61"/>
                  </a:lnTo>
                  <a:lnTo>
                    <a:pt x="52" y="59"/>
                  </a:lnTo>
                  <a:lnTo>
                    <a:pt x="52" y="59"/>
                  </a:lnTo>
                  <a:lnTo>
                    <a:pt x="52" y="59"/>
                  </a:lnTo>
                  <a:lnTo>
                    <a:pt x="54" y="59"/>
                  </a:lnTo>
                  <a:lnTo>
                    <a:pt x="54" y="57"/>
                  </a:lnTo>
                  <a:lnTo>
                    <a:pt x="54" y="57"/>
                  </a:lnTo>
                  <a:lnTo>
                    <a:pt x="54" y="57"/>
                  </a:lnTo>
                  <a:lnTo>
                    <a:pt x="54" y="57"/>
                  </a:lnTo>
                  <a:lnTo>
                    <a:pt x="54" y="54"/>
                  </a:lnTo>
                  <a:lnTo>
                    <a:pt x="57" y="54"/>
                  </a:lnTo>
                  <a:lnTo>
                    <a:pt x="57" y="54"/>
                  </a:lnTo>
                  <a:lnTo>
                    <a:pt x="57" y="54"/>
                  </a:lnTo>
                  <a:lnTo>
                    <a:pt x="57" y="54"/>
                  </a:lnTo>
                  <a:lnTo>
                    <a:pt x="59" y="54"/>
                  </a:lnTo>
                  <a:lnTo>
                    <a:pt x="59" y="54"/>
                  </a:lnTo>
                  <a:lnTo>
                    <a:pt x="59" y="54"/>
                  </a:lnTo>
                  <a:lnTo>
                    <a:pt x="59" y="52"/>
                  </a:lnTo>
                  <a:lnTo>
                    <a:pt x="62" y="52"/>
                  </a:lnTo>
                  <a:lnTo>
                    <a:pt x="62" y="54"/>
                  </a:lnTo>
                  <a:lnTo>
                    <a:pt x="62" y="54"/>
                  </a:lnTo>
                  <a:lnTo>
                    <a:pt x="62" y="54"/>
                  </a:lnTo>
                  <a:lnTo>
                    <a:pt x="64" y="54"/>
                  </a:lnTo>
                  <a:lnTo>
                    <a:pt x="64" y="54"/>
                  </a:lnTo>
                  <a:lnTo>
                    <a:pt x="64" y="54"/>
                  </a:lnTo>
                  <a:lnTo>
                    <a:pt x="66" y="54"/>
                  </a:lnTo>
                  <a:lnTo>
                    <a:pt x="66" y="54"/>
                  </a:lnTo>
                  <a:lnTo>
                    <a:pt x="66" y="52"/>
                  </a:lnTo>
                  <a:lnTo>
                    <a:pt x="66" y="52"/>
                  </a:lnTo>
                  <a:lnTo>
                    <a:pt x="66" y="52"/>
                  </a:lnTo>
                  <a:lnTo>
                    <a:pt x="66" y="54"/>
                  </a:lnTo>
                  <a:lnTo>
                    <a:pt x="69" y="54"/>
                  </a:lnTo>
                  <a:lnTo>
                    <a:pt x="69" y="54"/>
                  </a:lnTo>
                  <a:lnTo>
                    <a:pt x="69" y="54"/>
                  </a:lnTo>
                  <a:lnTo>
                    <a:pt x="69" y="54"/>
                  </a:lnTo>
                  <a:lnTo>
                    <a:pt x="71" y="54"/>
                  </a:lnTo>
                  <a:lnTo>
                    <a:pt x="71" y="54"/>
                  </a:lnTo>
                  <a:lnTo>
                    <a:pt x="71" y="54"/>
                  </a:lnTo>
                  <a:lnTo>
                    <a:pt x="73" y="54"/>
                  </a:lnTo>
                  <a:lnTo>
                    <a:pt x="73" y="52"/>
                  </a:lnTo>
                  <a:lnTo>
                    <a:pt x="73" y="52"/>
                  </a:lnTo>
                  <a:lnTo>
                    <a:pt x="73" y="52"/>
                  </a:lnTo>
                  <a:lnTo>
                    <a:pt x="73" y="52"/>
                  </a:lnTo>
                  <a:lnTo>
                    <a:pt x="73" y="49"/>
                  </a:lnTo>
                  <a:lnTo>
                    <a:pt x="71" y="49"/>
                  </a:lnTo>
                  <a:lnTo>
                    <a:pt x="71" y="49"/>
                  </a:lnTo>
                  <a:lnTo>
                    <a:pt x="69" y="49"/>
                  </a:lnTo>
                  <a:lnTo>
                    <a:pt x="69" y="49"/>
                  </a:lnTo>
                  <a:lnTo>
                    <a:pt x="69" y="49"/>
                  </a:lnTo>
                  <a:lnTo>
                    <a:pt x="69" y="49"/>
                  </a:lnTo>
                  <a:lnTo>
                    <a:pt x="66" y="49"/>
                  </a:lnTo>
                  <a:lnTo>
                    <a:pt x="66" y="49"/>
                  </a:lnTo>
                  <a:lnTo>
                    <a:pt x="66" y="49"/>
                  </a:lnTo>
                  <a:lnTo>
                    <a:pt x="64" y="49"/>
                  </a:lnTo>
                  <a:lnTo>
                    <a:pt x="64" y="49"/>
                  </a:lnTo>
                  <a:lnTo>
                    <a:pt x="62" y="49"/>
                  </a:lnTo>
                  <a:lnTo>
                    <a:pt x="62" y="49"/>
                  </a:lnTo>
                  <a:lnTo>
                    <a:pt x="62" y="47"/>
                  </a:lnTo>
                  <a:lnTo>
                    <a:pt x="62" y="47"/>
                  </a:lnTo>
                  <a:lnTo>
                    <a:pt x="62" y="49"/>
                  </a:lnTo>
                  <a:lnTo>
                    <a:pt x="59" y="49"/>
                  </a:lnTo>
                  <a:lnTo>
                    <a:pt x="59" y="47"/>
                  </a:lnTo>
                  <a:lnTo>
                    <a:pt x="59" y="47"/>
                  </a:lnTo>
                  <a:lnTo>
                    <a:pt x="59" y="49"/>
                  </a:lnTo>
                  <a:lnTo>
                    <a:pt x="59" y="49"/>
                  </a:lnTo>
                  <a:lnTo>
                    <a:pt x="57" y="49"/>
                  </a:lnTo>
                  <a:lnTo>
                    <a:pt x="57" y="49"/>
                  </a:lnTo>
                  <a:lnTo>
                    <a:pt x="57" y="49"/>
                  </a:lnTo>
                  <a:lnTo>
                    <a:pt x="54" y="49"/>
                  </a:lnTo>
                  <a:lnTo>
                    <a:pt x="54" y="52"/>
                  </a:lnTo>
                  <a:lnTo>
                    <a:pt x="54" y="52"/>
                  </a:lnTo>
                  <a:lnTo>
                    <a:pt x="54" y="49"/>
                  </a:lnTo>
                  <a:lnTo>
                    <a:pt x="54" y="49"/>
                  </a:lnTo>
                  <a:lnTo>
                    <a:pt x="52" y="49"/>
                  </a:lnTo>
                  <a:lnTo>
                    <a:pt x="52" y="49"/>
                  </a:lnTo>
                  <a:lnTo>
                    <a:pt x="52" y="49"/>
                  </a:lnTo>
                  <a:lnTo>
                    <a:pt x="50" y="49"/>
                  </a:lnTo>
                  <a:lnTo>
                    <a:pt x="50" y="49"/>
                  </a:lnTo>
                  <a:lnTo>
                    <a:pt x="50" y="49"/>
                  </a:lnTo>
                  <a:lnTo>
                    <a:pt x="50" y="52"/>
                  </a:lnTo>
                  <a:lnTo>
                    <a:pt x="50" y="52"/>
                  </a:lnTo>
                  <a:lnTo>
                    <a:pt x="47" y="52"/>
                  </a:lnTo>
                  <a:lnTo>
                    <a:pt x="47" y="49"/>
                  </a:lnTo>
                  <a:lnTo>
                    <a:pt x="47" y="49"/>
                  </a:lnTo>
                  <a:lnTo>
                    <a:pt x="47" y="49"/>
                  </a:lnTo>
                  <a:lnTo>
                    <a:pt x="47" y="49"/>
                  </a:lnTo>
                  <a:lnTo>
                    <a:pt x="47" y="47"/>
                  </a:lnTo>
                  <a:lnTo>
                    <a:pt x="45" y="47"/>
                  </a:lnTo>
                  <a:lnTo>
                    <a:pt x="45" y="47"/>
                  </a:lnTo>
                  <a:lnTo>
                    <a:pt x="45" y="49"/>
                  </a:lnTo>
                  <a:lnTo>
                    <a:pt x="43" y="49"/>
                  </a:lnTo>
                  <a:lnTo>
                    <a:pt x="43" y="49"/>
                  </a:lnTo>
                  <a:lnTo>
                    <a:pt x="43" y="49"/>
                  </a:lnTo>
                  <a:lnTo>
                    <a:pt x="43" y="49"/>
                  </a:lnTo>
                  <a:lnTo>
                    <a:pt x="40" y="49"/>
                  </a:lnTo>
                  <a:lnTo>
                    <a:pt x="40" y="49"/>
                  </a:lnTo>
                  <a:lnTo>
                    <a:pt x="40" y="49"/>
                  </a:lnTo>
                  <a:lnTo>
                    <a:pt x="40" y="49"/>
                  </a:lnTo>
                  <a:lnTo>
                    <a:pt x="40" y="47"/>
                  </a:lnTo>
                  <a:lnTo>
                    <a:pt x="38" y="47"/>
                  </a:lnTo>
                  <a:lnTo>
                    <a:pt x="38" y="47"/>
                  </a:lnTo>
                  <a:lnTo>
                    <a:pt x="38" y="47"/>
                  </a:lnTo>
                  <a:lnTo>
                    <a:pt x="36" y="47"/>
                  </a:lnTo>
                  <a:lnTo>
                    <a:pt x="36" y="47"/>
                  </a:lnTo>
                  <a:lnTo>
                    <a:pt x="36" y="45"/>
                  </a:lnTo>
                  <a:lnTo>
                    <a:pt x="36" y="45"/>
                  </a:lnTo>
                  <a:lnTo>
                    <a:pt x="36" y="45"/>
                  </a:lnTo>
                  <a:lnTo>
                    <a:pt x="33" y="45"/>
                  </a:lnTo>
                  <a:lnTo>
                    <a:pt x="33" y="45"/>
                  </a:lnTo>
                  <a:lnTo>
                    <a:pt x="33" y="42"/>
                  </a:lnTo>
                  <a:lnTo>
                    <a:pt x="33" y="42"/>
                  </a:lnTo>
                  <a:lnTo>
                    <a:pt x="33" y="42"/>
                  </a:lnTo>
                  <a:lnTo>
                    <a:pt x="33" y="42"/>
                  </a:lnTo>
                  <a:lnTo>
                    <a:pt x="33" y="40"/>
                  </a:lnTo>
                  <a:lnTo>
                    <a:pt x="33" y="40"/>
                  </a:lnTo>
                  <a:lnTo>
                    <a:pt x="33" y="38"/>
                  </a:lnTo>
                  <a:lnTo>
                    <a:pt x="33" y="38"/>
                  </a:lnTo>
                  <a:lnTo>
                    <a:pt x="33" y="35"/>
                  </a:lnTo>
                  <a:lnTo>
                    <a:pt x="31" y="35"/>
                  </a:lnTo>
                  <a:lnTo>
                    <a:pt x="31" y="35"/>
                  </a:lnTo>
                  <a:lnTo>
                    <a:pt x="31" y="35"/>
                  </a:lnTo>
                  <a:lnTo>
                    <a:pt x="31" y="33"/>
                  </a:lnTo>
                  <a:lnTo>
                    <a:pt x="31" y="33"/>
                  </a:lnTo>
                  <a:lnTo>
                    <a:pt x="28" y="33"/>
                  </a:lnTo>
                  <a:lnTo>
                    <a:pt x="28" y="33"/>
                  </a:lnTo>
                  <a:lnTo>
                    <a:pt x="28" y="33"/>
                  </a:lnTo>
                  <a:lnTo>
                    <a:pt x="28" y="33"/>
                  </a:lnTo>
                  <a:lnTo>
                    <a:pt x="26" y="33"/>
                  </a:lnTo>
                  <a:lnTo>
                    <a:pt x="26" y="33"/>
                  </a:lnTo>
                  <a:lnTo>
                    <a:pt x="26" y="30"/>
                  </a:lnTo>
                  <a:lnTo>
                    <a:pt x="26" y="30"/>
                  </a:lnTo>
                  <a:lnTo>
                    <a:pt x="24" y="30"/>
                  </a:lnTo>
                  <a:lnTo>
                    <a:pt x="24" y="30"/>
                  </a:lnTo>
                  <a:lnTo>
                    <a:pt x="21" y="30"/>
                  </a:lnTo>
                  <a:lnTo>
                    <a:pt x="21" y="30"/>
                  </a:lnTo>
                  <a:lnTo>
                    <a:pt x="21" y="30"/>
                  </a:lnTo>
                  <a:lnTo>
                    <a:pt x="21" y="30"/>
                  </a:lnTo>
                  <a:lnTo>
                    <a:pt x="19" y="30"/>
                  </a:lnTo>
                  <a:lnTo>
                    <a:pt x="19" y="30"/>
                  </a:lnTo>
                  <a:lnTo>
                    <a:pt x="19" y="30"/>
                  </a:lnTo>
                  <a:lnTo>
                    <a:pt x="17" y="30"/>
                  </a:lnTo>
                  <a:lnTo>
                    <a:pt x="17" y="30"/>
                  </a:lnTo>
                  <a:lnTo>
                    <a:pt x="17" y="30"/>
                  </a:lnTo>
                  <a:lnTo>
                    <a:pt x="17" y="30"/>
                  </a:lnTo>
                  <a:lnTo>
                    <a:pt x="14" y="30"/>
                  </a:lnTo>
                  <a:lnTo>
                    <a:pt x="14" y="30"/>
                  </a:lnTo>
                  <a:lnTo>
                    <a:pt x="14" y="28"/>
                  </a:lnTo>
                  <a:lnTo>
                    <a:pt x="14" y="28"/>
                  </a:lnTo>
                  <a:lnTo>
                    <a:pt x="12" y="28"/>
                  </a:lnTo>
                  <a:lnTo>
                    <a:pt x="12" y="28"/>
                  </a:lnTo>
                  <a:lnTo>
                    <a:pt x="10" y="28"/>
                  </a:lnTo>
                  <a:lnTo>
                    <a:pt x="10" y="28"/>
                  </a:lnTo>
                  <a:lnTo>
                    <a:pt x="10" y="28"/>
                  </a:lnTo>
                  <a:lnTo>
                    <a:pt x="10" y="28"/>
                  </a:lnTo>
                  <a:lnTo>
                    <a:pt x="10" y="26"/>
                  </a:lnTo>
                  <a:lnTo>
                    <a:pt x="10" y="26"/>
                  </a:lnTo>
                  <a:lnTo>
                    <a:pt x="7" y="26"/>
                  </a:lnTo>
                  <a:lnTo>
                    <a:pt x="7" y="26"/>
                  </a:lnTo>
                  <a:lnTo>
                    <a:pt x="7" y="26"/>
                  </a:lnTo>
                  <a:lnTo>
                    <a:pt x="7" y="26"/>
                  </a:lnTo>
                  <a:lnTo>
                    <a:pt x="7" y="26"/>
                  </a:lnTo>
                  <a:lnTo>
                    <a:pt x="7" y="26"/>
                  </a:lnTo>
                  <a:lnTo>
                    <a:pt x="7" y="26"/>
                  </a:lnTo>
                  <a:lnTo>
                    <a:pt x="7" y="26"/>
                  </a:lnTo>
                  <a:lnTo>
                    <a:pt x="7" y="23"/>
                  </a:lnTo>
                  <a:lnTo>
                    <a:pt x="7" y="23"/>
                  </a:lnTo>
                  <a:lnTo>
                    <a:pt x="7" y="21"/>
                  </a:lnTo>
                  <a:lnTo>
                    <a:pt x="5" y="21"/>
                  </a:lnTo>
                  <a:lnTo>
                    <a:pt x="5" y="21"/>
                  </a:lnTo>
                  <a:lnTo>
                    <a:pt x="5" y="19"/>
                  </a:lnTo>
                  <a:lnTo>
                    <a:pt x="5" y="19"/>
                  </a:lnTo>
                  <a:lnTo>
                    <a:pt x="5" y="19"/>
                  </a:lnTo>
                  <a:lnTo>
                    <a:pt x="5" y="16"/>
                  </a:lnTo>
                  <a:lnTo>
                    <a:pt x="5" y="16"/>
                  </a:lnTo>
                  <a:lnTo>
                    <a:pt x="5" y="14"/>
                  </a:lnTo>
                  <a:lnTo>
                    <a:pt x="2" y="14"/>
                  </a:lnTo>
                  <a:lnTo>
                    <a:pt x="2" y="14"/>
                  </a:lnTo>
                  <a:lnTo>
                    <a:pt x="2" y="16"/>
                  </a:lnTo>
                  <a:lnTo>
                    <a:pt x="2" y="16"/>
                  </a:lnTo>
                  <a:lnTo>
                    <a:pt x="0" y="16"/>
                  </a:lnTo>
                  <a:lnTo>
                    <a:pt x="0" y="16"/>
                  </a:lnTo>
                  <a:lnTo>
                    <a:pt x="0" y="16"/>
                  </a:lnTo>
                  <a:lnTo>
                    <a:pt x="0" y="14"/>
                  </a:lnTo>
                  <a:lnTo>
                    <a:pt x="0" y="14"/>
                  </a:lnTo>
                  <a:lnTo>
                    <a:pt x="0" y="14"/>
                  </a:lnTo>
                  <a:lnTo>
                    <a:pt x="0" y="14"/>
                  </a:lnTo>
                  <a:lnTo>
                    <a:pt x="0" y="11"/>
                  </a:lnTo>
                  <a:lnTo>
                    <a:pt x="0" y="11"/>
                  </a:lnTo>
                  <a:lnTo>
                    <a:pt x="0" y="11"/>
                  </a:lnTo>
                  <a:lnTo>
                    <a:pt x="2" y="11"/>
                  </a:lnTo>
                  <a:lnTo>
                    <a:pt x="2" y="11"/>
                  </a:lnTo>
                  <a:lnTo>
                    <a:pt x="2" y="11"/>
                  </a:lnTo>
                  <a:lnTo>
                    <a:pt x="2" y="11"/>
                  </a:lnTo>
                  <a:lnTo>
                    <a:pt x="5" y="11"/>
                  </a:lnTo>
                  <a:lnTo>
                    <a:pt x="5" y="11"/>
                  </a:lnTo>
                  <a:lnTo>
                    <a:pt x="5" y="11"/>
                  </a:lnTo>
                  <a:lnTo>
                    <a:pt x="7" y="11"/>
                  </a:lnTo>
                  <a:lnTo>
                    <a:pt x="7" y="11"/>
                  </a:lnTo>
                  <a:lnTo>
                    <a:pt x="7" y="11"/>
                  </a:lnTo>
                  <a:lnTo>
                    <a:pt x="10" y="11"/>
                  </a:lnTo>
                  <a:lnTo>
                    <a:pt x="10" y="11"/>
                  </a:lnTo>
                  <a:lnTo>
                    <a:pt x="10" y="11"/>
                  </a:lnTo>
                  <a:lnTo>
                    <a:pt x="12" y="11"/>
                  </a:lnTo>
                  <a:lnTo>
                    <a:pt x="12" y="11"/>
                  </a:lnTo>
                  <a:lnTo>
                    <a:pt x="12" y="14"/>
                  </a:lnTo>
                  <a:lnTo>
                    <a:pt x="10" y="14"/>
                  </a:lnTo>
                  <a:lnTo>
                    <a:pt x="10" y="14"/>
                  </a:lnTo>
                  <a:lnTo>
                    <a:pt x="12" y="14"/>
                  </a:lnTo>
                  <a:lnTo>
                    <a:pt x="12" y="14"/>
                  </a:lnTo>
                  <a:lnTo>
                    <a:pt x="12" y="14"/>
                  </a:lnTo>
                  <a:lnTo>
                    <a:pt x="12" y="14"/>
                  </a:lnTo>
                  <a:lnTo>
                    <a:pt x="14" y="14"/>
                  </a:lnTo>
                  <a:lnTo>
                    <a:pt x="14" y="14"/>
                  </a:lnTo>
                  <a:lnTo>
                    <a:pt x="14" y="14"/>
                  </a:lnTo>
                  <a:lnTo>
                    <a:pt x="14" y="14"/>
                  </a:lnTo>
                  <a:lnTo>
                    <a:pt x="14" y="14"/>
                  </a:lnTo>
                  <a:lnTo>
                    <a:pt x="17" y="14"/>
                  </a:lnTo>
                  <a:lnTo>
                    <a:pt x="17" y="14"/>
                  </a:lnTo>
                  <a:lnTo>
                    <a:pt x="17" y="11"/>
                  </a:lnTo>
                  <a:lnTo>
                    <a:pt x="17" y="11"/>
                  </a:lnTo>
                  <a:lnTo>
                    <a:pt x="17" y="11"/>
                  </a:lnTo>
                  <a:lnTo>
                    <a:pt x="19" y="11"/>
                  </a:lnTo>
                  <a:lnTo>
                    <a:pt x="19" y="11"/>
                  </a:lnTo>
                  <a:lnTo>
                    <a:pt x="19" y="11"/>
                  </a:lnTo>
                  <a:lnTo>
                    <a:pt x="21" y="11"/>
                  </a:lnTo>
                  <a:lnTo>
                    <a:pt x="21" y="11"/>
                  </a:lnTo>
                  <a:lnTo>
                    <a:pt x="21" y="9"/>
                  </a:lnTo>
                  <a:lnTo>
                    <a:pt x="21" y="9"/>
                  </a:lnTo>
                  <a:lnTo>
                    <a:pt x="24" y="9"/>
                  </a:lnTo>
                  <a:lnTo>
                    <a:pt x="24" y="9"/>
                  </a:lnTo>
                  <a:lnTo>
                    <a:pt x="26" y="9"/>
                  </a:lnTo>
                  <a:lnTo>
                    <a:pt x="26" y="9"/>
                  </a:lnTo>
                  <a:lnTo>
                    <a:pt x="26" y="9"/>
                  </a:lnTo>
                  <a:lnTo>
                    <a:pt x="28" y="9"/>
                  </a:lnTo>
                  <a:lnTo>
                    <a:pt x="28" y="9"/>
                  </a:lnTo>
                  <a:lnTo>
                    <a:pt x="28" y="9"/>
                  </a:lnTo>
                  <a:lnTo>
                    <a:pt x="31" y="9"/>
                  </a:lnTo>
                  <a:lnTo>
                    <a:pt x="31" y="9"/>
                  </a:lnTo>
                  <a:lnTo>
                    <a:pt x="31" y="9"/>
                  </a:lnTo>
                  <a:lnTo>
                    <a:pt x="31" y="7"/>
                  </a:lnTo>
                  <a:lnTo>
                    <a:pt x="33" y="7"/>
                  </a:lnTo>
                  <a:lnTo>
                    <a:pt x="33" y="7"/>
                  </a:lnTo>
                  <a:lnTo>
                    <a:pt x="33" y="7"/>
                  </a:lnTo>
                  <a:lnTo>
                    <a:pt x="33" y="4"/>
                  </a:lnTo>
                  <a:lnTo>
                    <a:pt x="33" y="4"/>
                  </a:lnTo>
                  <a:lnTo>
                    <a:pt x="36" y="4"/>
                  </a:lnTo>
                  <a:lnTo>
                    <a:pt x="36" y="4"/>
                  </a:lnTo>
                  <a:lnTo>
                    <a:pt x="36" y="4"/>
                  </a:lnTo>
                  <a:lnTo>
                    <a:pt x="36" y="4"/>
                  </a:lnTo>
                  <a:lnTo>
                    <a:pt x="36" y="4"/>
                  </a:lnTo>
                  <a:lnTo>
                    <a:pt x="36" y="2"/>
                  </a:lnTo>
                  <a:lnTo>
                    <a:pt x="38" y="2"/>
                  </a:lnTo>
                  <a:lnTo>
                    <a:pt x="38" y="2"/>
                  </a:lnTo>
                  <a:lnTo>
                    <a:pt x="36" y="2"/>
                  </a:lnTo>
                  <a:lnTo>
                    <a:pt x="36" y="0"/>
                  </a:lnTo>
                  <a:lnTo>
                    <a:pt x="38" y="0"/>
                  </a:lnTo>
                  <a:lnTo>
                    <a:pt x="38" y="0"/>
                  </a:lnTo>
                  <a:lnTo>
                    <a:pt x="38" y="2"/>
                  </a:lnTo>
                  <a:lnTo>
                    <a:pt x="40" y="2"/>
                  </a:lnTo>
                  <a:lnTo>
                    <a:pt x="40" y="2"/>
                  </a:lnTo>
                  <a:lnTo>
                    <a:pt x="40" y="2"/>
                  </a:lnTo>
                  <a:lnTo>
                    <a:pt x="40" y="0"/>
                  </a:lnTo>
                  <a:lnTo>
                    <a:pt x="43" y="0"/>
                  </a:lnTo>
                  <a:lnTo>
                    <a:pt x="43" y="0"/>
                  </a:lnTo>
                  <a:lnTo>
                    <a:pt x="43" y="0"/>
                  </a:lnTo>
                  <a:lnTo>
                    <a:pt x="45" y="0"/>
                  </a:lnTo>
                  <a:lnTo>
                    <a:pt x="45" y="0"/>
                  </a:lnTo>
                  <a:lnTo>
                    <a:pt x="47" y="0"/>
                  </a:lnTo>
                  <a:lnTo>
                    <a:pt x="47" y="0"/>
                  </a:lnTo>
                  <a:lnTo>
                    <a:pt x="47" y="0"/>
                  </a:lnTo>
                  <a:lnTo>
                    <a:pt x="50" y="0"/>
                  </a:lnTo>
                  <a:lnTo>
                    <a:pt x="50" y="0"/>
                  </a:lnTo>
                  <a:lnTo>
                    <a:pt x="50" y="2"/>
                  </a:lnTo>
                  <a:lnTo>
                    <a:pt x="50" y="2"/>
                  </a:lnTo>
                  <a:lnTo>
                    <a:pt x="50" y="2"/>
                  </a:lnTo>
                  <a:lnTo>
                    <a:pt x="52" y="2"/>
                  </a:lnTo>
                  <a:lnTo>
                    <a:pt x="52" y="2"/>
                  </a:lnTo>
                  <a:lnTo>
                    <a:pt x="54" y="2"/>
                  </a:lnTo>
                  <a:lnTo>
                    <a:pt x="54" y="2"/>
                  </a:lnTo>
                  <a:lnTo>
                    <a:pt x="54" y="4"/>
                  </a:lnTo>
                  <a:lnTo>
                    <a:pt x="54" y="4"/>
                  </a:lnTo>
                  <a:lnTo>
                    <a:pt x="57" y="4"/>
                  </a:lnTo>
                  <a:lnTo>
                    <a:pt x="57" y="4"/>
                  </a:lnTo>
                  <a:lnTo>
                    <a:pt x="57" y="4"/>
                  </a:lnTo>
                  <a:lnTo>
                    <a:pt x="59" y="4"/>
                  </a:lnTo>
                  <a:lnTo>
                    <a:pt x="59" y="4"/>
                  </a:lnTo>
                  <a:lnTo>
                    <a:pt x="59" y="4"/>
                  </a:lnTo>
                  <a:lnTo>
                    <a:pt x="59" y="4"/>
                  </a:lnTo>
                  <a:lnTo>
                    <a:pt x="59" y="7"/>
                  </a:lnTo>
                  <a:lnTo>
                    <a:pt x="62" y="7"/>
                  </a:lnTo>
                  <a:lnTo>
                    <a:pt x="62" y="7"/>
                  </a:lnTo>
                  <a:lnTo>
                    <a:pt x="62" y="7"/>
                  </a:lnTo>
                  <a:lnTo>
                    <a:pt x="62" y="7"/>
                  </a:lnTo>
                  <a:lnTo>
                    <a:pt x="62" y="9"/>
                  </a:lnTo>
                  <a:lnTo>
                    <a:pt x="64" y="9"/>
                  </a:lnTo>
                  <a:lnTo>
                    <a:pt x="64" y="9"/>
                  </a:lnTo>
                  <a:lnTo>
                    <a:pt x="64" y="9"/>
                  </a:lnTo>
                  <a:lnTo>
                    <a:pt x="66" y="9"/>
                  </a:lnTo>
                  <a:lnTo>
                    <a:pt x="66" y="9"/>
                  </a:lnTo>
                  <a:lnTo>
                    <a:pt x="66" y="9"/>
                  </a:lnTo>
                  <a:lnTo>
                    <a:pt x="69" y="9"/>
                  </a:lnTo>
                  <a:lnTo>
                    <a:pt x="69" y="9"/>
                  </a:lnTo>
                  <a:lnTo>
                    <a:pt x="69" y="9"/>
                  </a:lnTo>
                  <a:lnTo>
                    <a:pt x="71" y="9"/>
                  </a:lnTo>
                  <a:lnTo>
                    <a:pt x="71" y="9"/>
                  </a:lnTo>
                  <a:lnTo>
                    <a:pt x="73" y="9"/>
                  </a:lnTo>
                  <a:lnTo>
                    <a:pt x="73" y="9"/>
                  </a:lnTo>
                  <a:lnTo>
                    <a:pt x="73" y="9"/>
                  </a:lnTo>
                  <a:lnTo>
                    <a:pt x="76" y="9"/>
                  </a:lnTo>
                  <a:lnTo>
                    <a:pt x="76" y="9"/>
                  </a:lnTo>
                  <a:lnTo>
                    <a:pt x="76" y="9"/>
                  </a:lnTo>
                  <a:lnTo>
                    <a:pt x="76" y="11"/>
                  </a:lnTo>
                  <a:lnTo>
                    <a:pt x="78" y="11"/>
                  </a:lnTo>
                  <a:lnTo>
                    <a:pt x="78" y="11"/>
                  </a:lnTo>
                  <a:lnTo>
                    <a:pt x="78" y="11"/>
                  </a:lnTo>
                  <a:lnTo>
                    <a:pt x="81" y="11"/>
                  </a:lnTo>
                  <a:lnTo>
                    <a:pt x="81" y="14"/>
                  </a:lnTo>
                  <a:lnTo>
                    <a:pt x="81" y="14"/>
                  </a:lnTo>
                  <a:lnTo>
                    <a:pt x="81" y="14"/>
                  </a:lnTo>
                  <a:lnTo>
                    <a:pt x="81" y="14"/>
                  </a:lnTo>
                  <a:lnTo>
                    <a:pt x="81" y="14"/>
                  </a:lnTo>
                  <a:lnTo>
                    <a:pt x="81" y="16"/>
                  </a:lnTo>
                  <a:lnTo>
                    <a:pt x="78" y="16"/>
                  </a:lnTo>
                  <a:lnTo>
                    <a:pt x="78" y="16"/>
                  </a:lnTo>
                  <a:lnTo>
                    <a:pt x="78" y="19"/>
                  </a:lnTo>
                  <a:lnTo>
                    <a:pt x="78" y="19"/>
                  </a:lnTo>
                  <a:lnTo>
                    <a:pt x="81" y="19"/>
                  </a:lnTo>
                  <a:lnTo>
                    <a:pt x="81" y="21"/>
                  </a:lnTo>
                  <a:lnTo>
                    <a:pt x="81" y="21"/>
                  </a:lnTo>
                  <a:lnTo>
                    <a:pt x="81" y="21"/>
                  </a:lnTo>
                  <a:lnTo>
                    <a:pt x="81" y="21"/>
                  </a:lnTo>
                  <a:lnTo>
                    <a:pt x="81" y="23"/>
                  </a:lnTo>
                  <a:lnTo>
                    <a:pt x="83" y="23"/>
                  </a:lnTo>
                  <a:lnTo>
                    <a:pt x="83" y="23"/>
                  </a:lnTo>
                  <a:lnTo>
                    <a:pt x="83" y="26"/>
                  </a:lnTo>
                  <a:lnTo>
                    <a:pt x="83" y="26"/>
                  </a:lnTo>
                  <a:lnTo>
                    <a:pt x="83" y="26"/>
                  </a:lnTo>
                  <a:lnTo>
                    <a:pt x="83" y="26"/>
                  </a:lnTo>
                  <a:lnTo>
                    <a:pt x="83" y="26"/>
                  </a:lnTo>
                  <a:lnTo>
                    <a:pt x="83" y="28"/>
                  </a:lnTo>
                  <a:lnTo>
                    <a:pt x="83" y="28"/>
                  </a:lnTo>
                  <a:lnTo>
                    <a:pt x="83" y="30"/>
                  </a:lnTo>
                  <a:lnTo>
                    <a:pt x="83" y="30"/>
                  </a:lnTo>
                  <a:lnTo>
                    <a:pt x="81" y="30"/>
                  </a:lnTo>
                  <a:lnTo>
                    <a:pt x="81" y="33"/>
                  </a:lnTo>
                  <a:lnTo>
                    <a:pt x="81" y="33"/>
                  </a:lnTo>
                  <a:lnTo>
                    <a:pt x="81" y="33"/>
                  </a:lnTo>
                  <a:lnTo>
                    <a:pt x="81" y="35"/>
                  </a:lnTo>
                  <a:lnTo>
                    <a:pt x="81" y="35"/>
                  </a:lnTo>
                  <a:lnTo>
                    <a:pt x="81" y="35"/>
                  </a:lnTo>
                  <a:lnTo>
                    <a:pt x="81" y="35"/>
                  </a:lnTo>
                  <a:lnTo>
                    <a:pt x="81" y="38"/>
                  </a:lnTo>
                  <a:lnTo>
                    <a:pt x="81" y="38"/>
                  </a:lnTo>
                  <a:lnTo>
                    <a:pt x="81" y="35"/>
                  </a:lnTo>
                  <a:lnTo>
                    <a:pt x="81" y="35"/>
                  </a:lnTo>
                  <a:lnTo>
                    <a:pt x="81" y="35"/>
                  </a:lnTo>
                  <a:lnTo>
                    <a:pt x="83" y="35"/>
                  </a:lnTo>
                  <a:lnTo>
                    <a:pt x="83" y="35"/>
                  </a:lnTo>
                  <a:lnTo>
                    <a:pt x="83" y="38"/>
                  </a:lnTo>
                  <a:lnTo>
                    <a:pt x="83" y="38"/>
                  </a:lnTo>
                  <a:lnTo>
                    <a:pt x="83" y="40"/>
                  </a:lnTo>
                  <a:lnTo>
                    <a:pt x="81" y="40"/>
                  </a:lnTo>
                  <a:lnTo>
                    <a:pt x="81" y="40"/>
                  </a:lnTo>
                  <a:lnTo>
                    <a:pt x="81" y="42"/>
                  </a:lnTo>
                  <a:lnTo>
                    <a:pt x="81" y="42"/>
                  </a:lnTo>
                  <a:lnTo>
                    <a:pt x="81" y="42"/>
                  </a:lnTo>
                  <a:lnTo>
                    <a:pt x="81" y="45"/>
                  </a:lnTo>
                  <a:lnTo>
                    <a:pt x="81" y="45"/>
                  </a:lnTo>
                  <a:lnTo>
                    <a:pt x="81" y="45"/>
                  </a:lnTo>
                  <a:lnTo>
                    <a:pt x="81" y="47"/>
                  </a:lnTo>
                  <a:lnTo>
                    <a:pt x="81" y="47"/>
                  </a:lnTo>
                  <a:lnTo>
                    <a:pt x="81" y="49"/>
                  </a:lnTo>
                  <a:lnTo>
                    <a:pt x="81" y="49"/>
                  </a:lnTo>
                  <a:lnTo>
                    <a:pt x="81" y="49"/>
                  </a:lnTo>
                  <a:lnTo>
                    <a:pt x="81" y="52"/>
                  </a:lnTo>
                  <a:lnTo>
                    <a:pt x="81" y="52"/>
                  </a:lnTo>
                  <a:lnTo>
                    <a:pt x="83" y="52"/>
                  </a:lnTo>
                  <a:lnTo>
                    <a:pt x="83" y="54"/>
                  </a:lnTo>
                  <a:lnTo>
                    <a:pt x="83" y="54"/>
                  </a:lnTo>
                  <a:lnTo>
                    <a:pt x="83" y="54"/>
                  </a:lnTo>
                  <a:lnTo>
                    <a:pt x="83" y="54"/>
                  </a:lnTo>
                  <a:lnTo>
                    <a:pt x="83" y="54"/>
                  </a:lnTo>
                  <a:lnTo>
                    <a:pt x="85" y="54"/>
                  </a:lnTo>
                  <a:lnTo>
                    <a:pt x="85" y="54"/>
                  </a:lnTo>
                  <a:lnTo>
                    <a:pt x="85" y="57"/>
                  </a:lnTo>
                  <a:lnTo>
                    <a:pt x="85" y="57"/>
                  </a:lnTo>
                  <a:lnTo>
                    <a:pt x="85" y="57"/>
                  </a:lnTo>
                  <a:lnTo>
                    <a:pt x="85" y="59"/>
                  </a:lnTo>
                  <a:lnTo>
                    <a:pt x="85" y="59"/>
                  </a:lnTo>
                  <a:lnTo>
                    <a:pt x="85" y="59"/>
                  </a:lnTo>
                  <a:lnTo>
                    <a:pt x="85" y="61"/>
                  </a:lnTo>
                  <a:lnTo>
                    <a:pt x="85" y="61"/>
                  </a:lnTo>
                  <a:lnTo>
                    <a:pt x="88" y="61"/>
                  </a:lnTo>
                  <a:lnTo>
                    <a:pt x="88" y="61"/>
                  </a:lnTo>
                  <a:lnTo>
                    <a:pt x="88" y="59"/>
                  </a:lnTo>
                  <a:lnTo>
                    <a:pt x="88" y="59"/>
                  </a:lnTo>
                  <a:lnTo>
                    <a:pt x="88" y="57"/>
                  </a:lnTo>
                  <a:lnTo>
                    <a:pt x="88" y="57"/>
                  </a:lnTo>
                  <a:lnTo>
                    <a:pt x="88" y="54"/>
                  </a:lnTo>
                  <a:lnTo>
                    <a:pt x="88" y="54"/>
                  </a:lnTo>
                  <a:lnTo>
                    <a:pt x="88" y="54"/>
                  </a:lnTo>
                  <a:lnTo>
                    <a:pt x="88" y="54"/>
                  </a:lnTo>
                  <a:lnTo>
                    <a:pt x="88" y="52"/>
                  </a:lnTo>
                  <a:lnTo>
                    <a:pt x="88" y="52"/>
                  </a:lnTo>
                  <a:lnTo>
                    <a:pt x="88" y="52"/>
                  </a:lnTo>
                  <a:lnTo>
                    <a:pt x="88" y="49"/>
                  </a:lnTo>
                  <a:lnTo>
                    <a:pt x="88" y="49"/>
                  </a:lnTo>
                  <a:lnTo>
                    <a:pt x="88" y="49"/>
                  </a:lnTo>
                  <a:lnTo>
                    <a:pt x="88" y="49"/>
                  </a:lnTo>
                  <a:lnTo>
                    <a:pt x="90" y="49"/>
                  </a:lnTo>
                  <a:lnTo>
                    <a:pt x="90" y="49"/>
                  </a:lnTo>
                  <a:lnTo>
                    <a:pt x="90" y="52"/>
                  </a:lnTo>
                  <a:lnTo>
                    <a:pt x="90" y="52"/>
                  </a:lnTo>
                  <a:lnTo>
                    <a:pt x="90" y="52"/>
                  </a:lnTo>
                  <a:lnTo>
                    <a:pt x="90" y="54"/>
                  </a:lnTo>
                  <a:lnTo>
                    <a:pt x="90" y="54"/>
                  </a:lnTo>
                  <a:lnTo>
                    <a:pt x="90" y="54"/>
                  </a:lnTo>
                  <a:lnTo>
                    <a:pt x="90" y="54"/>
                  </a:lnTo>
                  <a:lnTo>
                    <a:pt x="90" y="54"/>
                  </a:lnTo>
                  <a:lnTo>
                    <a:pt x="90" y="54"/>
                  </a:lnTo>
                  <a:lnTo>
                    <a:pt x="92" y="54"/>
                  </a:lnTo>
                  <a:lnTo>
                    <a:pt x="92" y="54"/>
                  </a:lnTo>
                  <a:lnTo>
                    <a:pt x="92" y="54"/>
                  </a:lnTo>
                  <a:lnTo>
                    <a:pt x="95" y="54"/>
                  </a:lnTo>
                  <a:lnTo>
                    <a:pt x="95" y="54"/>
                  </a:lnTo>
                  <a:lnTo>
                    <a:pt x="95" y="57"/>
                  </a:lnTo>
                  <a:lnTo>
                    <a:pt x="95" y="57"/>
                  </a:lnTo>
                  <a:lnTo>
                    <a:pt x="95" y="59"/>
                  </a:lnTo>
                  <a:lnTo>
                    <a:pt x="92" y="59"/>
                  </a:lnTo>
                  <a:lnTo>
                    <a:pt x="92" y="59"/>
                  </a:lnTo>
                  <a:lnTo>
                    <a:pt x="90" y="59"/>
                  </a:lnTo>
                  <a:lnTo>
                    <a:pt x="90" y="59"/>
                  </a:lnTo>
                  <a:lnTo>
                    <a:pt x="90" y="61"/>
                  </a:lnTo>
                  <a:lnTo>
                    <a:pt x="90" y="61"/>
                  </a:lnTo>
                  <a:lnTo>
                    <a:pt x="90" y="64"/>
                  </a:lnTo>
                  <a:lnTo>
                    <a:pt x="92" y="64"/>
                  </a:lnTo>
                  <a:lnTo>
                    <a:pt x="92" y="64"/>
                  </a:lnTo>
                  <a:lnTo>
                    <a:pt x="92" y="64"/>
                  </a:lnTo>
                  <a:lnTo>
                    <a:pt x="92" y="66"/>
                  </a:lnTo>
                  <a:lnTo>
                    <a:pt x="92" y="66"/>
                  </a:lnTo>
                  <a:lnTo>
                    <a:pt x="92" y="66"/>
                  </a:lnTo>
                  <a:lnTo>
                    <a:pt x="92" y="66"/>
                  </a:lnTo>
                  <a:lnTo>
                    <a:pt x="95" y="66"/>
                  </a:lnTo>
                  <a:lnTo>
                    <a:pt x="95" y="64"/>
                  </a:lnTo>
                  <a:lnTo>
                    <a:pt x="95" y="64"/>
                  </a:lnTo>
                  <a:lnTo>
                    <a:pt x="95" y="64"/>
                  </a:lnTo>
                  <a:lnTo>
                    <a:pt x="95" y="66"/>
                  </a:lnTo>
                  <a:lnTo>
                    <a:pt x="95" y="66"/>
                  </a:lnTo>
                  <a:lnTo>
                    <a:pt x="95" y="68"/>
                  </a:lnTo>
                  <a:lnTo>
                    <a:pt x="95" y="68"/>
                  </a:lnTo>
                  <a:lnTo>
                    <a:pt x="95" y="71"/>
                  </a:lnTo>
                  <a:lnTo>
                    <a:pt x="95" y="71"/>
                  </a:lnTo>
                  <a:lnTo>
                    <a:pt x="95" y="73"/>
                  </a:lnTo>
                  <a:lnTo>
                    <a:pt x="95" y="73"/>
                  </a:lnTo>
                  <a:lnTo>
                    <a:pt x="97" y="73"/>
                  </a:lnTo>
                  <a:lnTo>
                    <a:pt x="97" y="73"/>
                  </a:lnTo>
                  <a:lnTo>
                    <a:pt x="99" y="73"/>
                  </a:lnTo>
                  <a:lnTo>
                    <a:pt x="99" y="73"/>
                  </a:lnTo>
                  <a:lnTo>
                    <a:pt x="97" y="73"/>
                  </a:lnTo>
                  <a:lnTo>
                    <a:pt x="97" y="75"/>
                  </a:lnTo>
                  <a:lnTo>
                    <a:pt x="99" y="75"/>
                  </a:lnTo>
                  <a:lnTo>
                    <a:pt x="99" y="75"/>
                  </a:lnTo>
                  <a:lnTo>
                    <a:pt x="99" y="75"/>
                  </a:lnTo>
                  <a:lnTo>
                    <a:pt x="99" y="75"/>
                  </a:lnTo>
                  <a:lnTo>
                    <a:pt x="102" y="75"/>
                  </a:lnTo>
                  <a:lnTo>
                    <a:pt x="102" y="75"/>
                  </a:lnTo>
                  <a:lnTo>
                    <a:pt x="102" y="75"/>
                  </a:lnTo>
                  <a:lnTo>
                    <a:pt x="102" y="73"/>
                  </a:lnTo>
                  <a:lnTo>
                    <a:pt x="102" y="73"/>
                  </a:lnTo>
                  <a:lnTo>
                    <a:pt x="102" y="73"/>
                  </a:lnTo>
                  <a:lnTo>
                    <a:pt x="102" y="73"/>
                  </a:lnTo>
                  <a:lnTo>
                    <a:pt x="102" y="73"/>
                  </a:lnTo>
                  <a:lnTo>
                    <a:pt x="102" y="73"/>
                  </a:lnTo>
                  <a:lnTo>
                    <a:pt x="102" y="75"/>
                  </a:lnTo>
                  <a:lnTo>
                    <a:pt x="104" y="75"/>
                  </a:lnTo>
                  <a:lnTo>
                    <a:pt x="104" y="75"/>
                  </a:lnTo>
                  <a:lnTo>
                    <a:pt x="104" y="78"/>
                  </a:lnTo>
                  <a:lnTo>
                    <a:pt x="104" y="78"/>
                  </a:lnTo>
                  <a:lnTo>
                    <a:pt x="107" y="78"/>
                  </a:lnTo>
                  <a:lnTo>
                    <a:pt x="107" y="78"/>
                  </a:lnTo>
                  <a:lnTo>
                    <a:pt x="107" y="75"/>
                  </a:lnTo>
                  <a:lnTo>
                    <a:pt x="107" y="75"/>
                  </a:lnTo>
                  <a:lnTo>
                    <a:pt x="109" y="75"/>
                  </a:lnTo>
                  <a:lnTo>
                    <a:pt x="109" y="75"/>
                  </a:lnTo>
                  <a:lnTo>
                    <a:pt x="109" y="75"/>
                  </a:lnTo>
                  <a:lnTo>
                    <a:pt x="109" y="75"/>
                  </a:lnTo>
                  <a:lnTo>
                    <a:pt x="109" y="73"/>
                  </a:lnTo>
                  <a:lnTo>
                    <a:pt x="109" y="73"/>
                  </a:lnTo>
                  <a:lnTo>
                    <a:pt x="109" y="73"/>
                  </a:lnTo>
                  <a:lnTo>
                    <a:pt x="111" y="73"/>
                  </a:lnTo>
                  <a:lnTo>
                    <a:pt x="111" y="73"/>
                  </a:lnTo>
                  <a:lnTo>
                    <a:pt x="111" y="71"/>
                  </a:lnTo>
                  <a:lnTo>
                    <a:pt x="111" y="71"/>
                  </a:lnTo>
                  <a:lnTo>
                    <a:pt x="109" y="71"/>
                  </a:lnTo>
                  <a:lnTo>
                    <a:pt x="109" y="71"/>
                  </a:lnTo>
                  <a:lnTo>
                    <a:pt x="109" y="68"/>
                  </a:lnTo>
                  <a:lnTo>
                    <a:pt x="111" y="68"/>
                  </a:lnTo>
                  <a:lnTo>
                    <a:pt x="111" y="68"/>
                  </a:lnTo>
                  <a:lnTo>
                    <a:pt x="114" y="68"/>
                  </a:lnTo>
                  <a:lnTo>
                    <a:pt x="114" y="68"/>
                  </a:lnTo>
                  <a:lnTo>
                    <a:pt x="114" y="68"/>
                  </a:lnTo>
                  <a:lnTo>
                    <a:pt x="114" y="68"/>
                  </a:lnTo>
                  <a:lnTo>
                    <a:pt x="114" y="68"/>
                  </a:lnTo>
                  <a:lnTo>
                    <a:pt x="114" y="68"/>
                  </a:lnTo>
                  <a:lnTo>
                    <a:pt x="114" y="66"/>
                  </a:lnTo>
                  <a:lnTo>
                    <a:pt x="114" y="66"/>
                  </a:lnTo>
                  <a:lnTo>
                    <a:pt x="114" y="64"/>
                  </a:lnTo>
                  <a:lnTo>
                    <a:pt x="114" y="64"/>
                  </a:lnTo>
                  <a:lnTo>
                    <a:pt x="114" y="64"/>
                  </a:lnTo>
                  <a:lnTo>
                    <a:pt x="114" y="66"/>
                  </a:lnTo>
                  <a:lnTo>
                    <a:pt x="116" y="66"/>
                  </a:lnTo>
                  <a:lnTo>
                    <a:pt x="116" y="66"/>
                  </a:lnTo>
                  <a:lnTo>
                    <a:pt x="116" y="66"/>
                  </a:lnTo>
                  <a:lnTo>
                    <a:pt x="116" y="66"/>
                  </a:lnTo>
                  <a:lnTo>
                    <a:pt x="116" y="66"/>
                  </a:lnTo>
                  <a:lnTo>
                    <a:pt x="116" y="64"/>
                  </a:lnTo>
                  <a:lnTo>
                    <a:pt x="116" y="64"/>
                  </a:lnTo>
                  <a:lnTo>
                    <a:pt x="116" y="64"/>
                  </a:lnTo>
                  <a:lnTo>
                    <a:pt x="118" y="64"/>
                  </a:lnTo>
                  <a:lnTo>
                    <a:pt x="118" y="61"/>
                  </a:lnTo>
                  <a:lnTo>
                    <a:pt x="118" y="61"/>
                  </a:lnTo>
                  <a:lnTo>
                    <a:pt x="118" y="61"/>
                  </a:lnTo>
                  <a:lnTo>
                    <a:pt x="121" y="61"/>
                  </a:lnTo>
                  <a:lnTo>
                    <a:pt x="121" y="59"/>
                  </a:lnTo>
                  <a:lnTo>
                    <a:pt x="121" y="59"/>
                  </a:lnTo>
                  <a:lnTo>
                    <a:pt x="121" y="59"/>
                  </a:lnTo>
                  <a:lnTo>
                    <a:pt x="121" y="59"/>
                  </a:lnTo>
                  <a:lnTo>
                    <a:pt x="123" y="59"/>
                  </a:lnTo>
                  <a:lnTo>
                    <a:pt x="123" y="59"/>
                  </a:lnTo>
                  <a:lnTo>
                    <a:pt x="123" y="57"/>
                  </a:lnTo>
                  <a:lnTo>
                    <a:pt x="123" y="57"/>
                  </a:lnTo>
                  <a:lnTo>
                    <a:pt x="123" y="57"/>
                  </a:lnTo>
                  <a:lnTo>
                    <a:pt x="125" y="57"/>
                  </a:lnTo>
                  <a:lnTo>
                    <a:pt x="125" y="54"/>
                  </a:lnTo>
                  <a:lnTo>
                    <a:pt x="125" y="54"/>
                  </a:lnTo>
                  <a:lnTo>
                    <a:pt x="125" y="54"/>
                  </a:lnTo>
                  <a:lnTo>
                    <a:pt x="125" y="54"/>
                  </a:lnTo>
                  <a:lnTo>
                    <a:pt x="125" y="52"/>
                  </a:lnTo>
                  <a:lnTo>
                    <a:pt x="128" y="52"/>
                  </a:lnTo>
                  <a:lnTo>
                    <a:pt x="128" y="52"/>
                  </a:lnTo>
                  <a:lnTo>
                    <a:pt x="125" y="52"/>
                  </a:lnTo>
                  <a:lnTo>
                    <a:pt x="125" y="49"/>
                  </a:lnTo>
                  <a:lnTo>
                    <a:pt x="125" y="49"/>
                  </a:lnTo>
                  <a:lnTo>
                    <a:pt x="125" y="49"/>
                  </a:lnTo>
                  <a:lnTo>
                    <a:pt x="123" y="49"/>
                  </a:lnTo>
                  <a:lnTo>
                    <a:pt x="123" y="49"/>
                  </a:lnTo>
                  <a:lnTo>
                    <a:pt x="123" y="47"/>
                  </a:lnTo>
                  <a:lnTo>
                    <a:pt x="123" y="47"/>
                  </a:lnTo>
                  <a:lnTo>
                    <a:pt x="123" y="47"/>
                  </a:lnTo>
                  <a:lnTo>
                    <a:pt x="123" y="45"/>
                  </a:lnTo>
                  <a:lnTo>
                    <a:pt x="125" y="45"/>
                  </a:lnTo>
                  <a:lnTo>
                    <a:pt x="125" y="45"/>
                  </a:lnTo>
                  <a:lnTo>
                    <a:pt x="125" y="47"/>
                  </a:lnTo>
                  <a:lnTo>
                    <a:pt x="128" y="47"/>
                  </a:lnTo>
                  <a:lnTo>
                    <a:pt x="128" y="47"/>
                  </a:lnTo>
                  <a:lnTo>
                    <a:pt x="128" y="47"/>
                  </a:lnTo>
                  <a:lnTo>
                    <a:pt x="128" y="47"/>
                  </a:lnTo>
                  <a:lnTo>
                    <a:pt x="128" y="47"/>
                  </a:lnTo>
                  <a:lnTo>
                    <a:pt x="130" y="47"/>
                  </a:lnTo>
                  <a:lnTo>
                    <a:pt x="130" y="47"/>
                  </a:lnTo>
                  <a:lnTo>
                    <a:pt x="133" y="47"/>
                  </a:lnTo>
                  <a:lnTo>
                    <a:pt x="133" y="47"/>
                  </a:lnTo>
                  <a:lnTo>
                    <a:pt x="133" y="47"/>
                  </a:lnTo>
                  <a:lnTo>
                    <a:pt x="133" y="47"/>
                  </a:lnTo>
                  <a:lnTo>
                    <a:pt x="135" y="47"/>
                  </a:lnTo>
                  <a:lnTo>
                    <a:pt x="135" y="47"/>
                  </a:lnTo>
                  <a:lnTo>
                    <a:pt x="135" y="47"/>
                  </a:lnTo>
                  <a:lnTo>
                    <a:pt x="137" y="47"/>
                  </a:lnTo>
                  <a:lnTo>
                    <a:pt x="137" y="47"/>
                  </a:lnTo>
                  <a:lnTo>
                    <a:pt x="137" y="47"/>
                  </a:lnTo>
                  <a:lnTo>
                    <a:pt x="140" y="47"/>
                  </a:lnTo>
                  <a:lnTo>
                    <a:pt x="140" y="45"/>
                  </a:lnTo>
                  <a:lnTo>
                    <a:pt x="140" y="45"/>
                  </a:lnTo>
                  <a:lnTo>
                    <a:pt x="140" y="45"/>
                  </a:lnTo>
                  <a:lnTo>
                    <a:pt x="140" y="45"/>
                  </a:lnTo>
                  <a:lnTo>
                    <a:pt x="142" y="45"/>
                  </a:lnTo>
                  <a:lnTo>
                    <a:pt x="142" y="45"/>
                  </a:lnTo>
                  <a:lnTo>
                    <a:pt x="142" y="45"/>
                  </a:lnTo>
                  <a:lnTo>
                    <a:pt x="144" y="45"/>
                  </a:lnTo>
                  <a:lnTo>
                    <a:pt x="144" y="45"/>
                  </a:lnTo>
                  <a:lnTo>
                    <a:pt x="144" y="45"/>
                  </a:lnTo>
                  <a:lnTo>
                    <a:pt x="144" y="42"/>
                  </a:lnTo>
                  <a:lnTo>
                    <a:pt x="144" y="42"/>
                  </a:lnTo>
                  <a:lnTo>
                    <a:pt x="144" y="42"/>
                  </a:lnTo>
                  <a:lnTo>
                    <a:pt x="144" y="40"/>
                  </a:lnTo>
                  <a:lnTo>
                    <a:pt x="142" y="40"/>
                  </a:lnTo>
                  <a:lnTo>
                    <a:pt x="142" y="40"/>
                  </a:lnTo>
                  <a:lnTo>
                    <a:pt x="142" y="40"/>
                  </a:lnTo>
                  <a:lnTo>
                    <a:pt x="142" y="40"/>
                  </a:lnTo>
                  <a:lnTo>
                    <a:pt x="140" y="40"/>
                  </a:lnTo>
                  <a:lnTo>
                    <a:pt x="140" y="40"/>
                  </a:lnTo>
                  <a:lnTo>
                    <a:pt x="140" y="3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4" name="Freeform 222"/>
            <p:cNvSpPr>
              <a:spLocks/>
            </p:cNvSpPr>
            <p:nvPr/>
          </p:nvSpPr>
          <p:spPr bwMode="auto">
            <a:xfrm>
              <a:off x="4557713" y="4144963"/>
              <a:ext cx="376238" cy="469900"/>
            </a:xfrm>
            <a:custGeom>
              <a:avLst/>
              <a:gdLst/>
              <a:ahLst/>
              <a:cxnLst>
                <a:cxn ang="0">
                  <a:pos x="199" y="140"/>
                </a:cxn>
                <a:cxn ang="0">
                  <a:pos x="197" y="128"/>
                </a:cxn>
                <a:cxn ang="0">
                  <a:pos x="190" y="126"/>
                </a:cxn>
                <a:cxn ang="0">
                  <a:pos x="187" y="140"/>
                </a:cxn>
                <a:cxn ang="0">
                  <a:pos x="187" y="154"/>
                </a:cxn>
                <a:cxn ang="0">
                  <a:pos x="185" y="166"/>
                </a:cxn>
                <a:cxn ang="0">
                  <a:pos x="201" y="173"/>
                </a:cxn>
                <a:cxn ang="0">
                  <a:pos x="206" y="192"/>
                </a:cxn>
                <a:cxn ang="0">
                  <a:pos x="220" y="204"/>
                </a:cxn>
                <a:cxn ang="0">
                  <a:pos x="230" y="216"/>
                </a:cxn>
                <a:cxn ang="0">
                  <a:pos x="235" y="230"/>
                </a:cxn>
                <a:cxn ang="0">
                  <a:pos x="232" y="246"/>
                </a:cxn>
                <a:cxn ang="0">
                  <a:pos x="235" y="268"/>
                </a:cxn>
                <a:cxn ang="0">
                  <a:pos x="232" y="291"/>
                </a:cxn>
                <a:cxn ang="0">
                  <a:pos x="223" y="289"/>
                </a:cxn>
                <a:cxn ang="0">
                  <a:pos x="218" y="291"/>
                </a:cxn>
                <a:cxn ang="0">
                  <a:pos x="206" y="287"/>
                </a:cxn>
                <a:cxn ang="0">
                  <a:pos x="204" y="294"/>
                </a:cxn>
                <a:cxn ang="0">
                  <a:pos x="192" y="280"/>
                </a:cxn>
                <a:cxn ang="0">
                  <a:pos x="178" y="268"/>
                </a:cxn>
                <a:cxn ang="0">
                  <a:pos x="166" y="256"/>
                </a:cxn>
                <a:cxn ang="0">
                  <a:pos x="154" y="242"/>
                </a:cxn>
                <a:cxn ang="0">
                  <a:pos x="142" y="227"/>
                </a:cxn>
                <a:cxn ang="0">
                  <a:pos x="133" y="213"/>
                </a:cxn>
                <a:cxn ang="0">
                  <a:pos x="123" y="197"/>
                </a:cxn>
                <a:cxn ang="0">
                  <a:pos x="119" y="178"/>
                </a:cxn>
                <a:cxn ang="0">
                  <a:pos x="109" y="163"/>
                </a:cxn>
                <a:cxn ang="0">
                  <a:pos x="100" y="147"/>
                </a:cxn>
                <a:cxn ang="0">
                  <a:pos x="88" y="137"/>
                </a:cxn>
                <a:cxn ang="0">
                  <a:pos x="83" y="118"/>
                </a:cxn>
                <a:cxn ang="0">
                  <a:pos x="81" y="102"/>
                </a:cxn>
                <a:cxn ang="0">
                  <a:pos x="67" y="90"/>
                </a:cxn>
                <a:cxn ang="0">
                  <a:pos x="55" y="81"/>
                </a:cxn>
                <a:cxn ang="0">
                  <a:pos x="48" y="64"/>
                </a:cxn>
                <a:cxn ang="0">
                  <a:pos x="36" y="50"/>
                </a:cxn>
                <a:cxn ang="0">
                  <a:pos x="22" y="38"/>
                </a:cxn>
                <a:cxn ang="0">
                  <a:pos x="10" y="26"/>
                </a:cxn>
                <a:cxn ang="0">
                  <a:pos x="3" y="7"/>
                </a:cxn>
                <a:cxn ang="0">
                  <a:pos x="7" y="0"/>
                </a:cxn>
                <a:cxn ang="0">
                  <a:pos x="22" y="9"/>
                </a:cxn>
                <a:cxn ang="0">
                  <a:pos x="40" y="9"/>
                </a:cxn>
                <a:cxn ang="0">
                  <a:pos x="57" y="14"/>
                </a:cxn>
                <a:cxn ang="0">
                  <a:pos x="69" y="28"/>
                </a:cxn>
                <a:cxn ang="0">
                  <a:pos x="76" y="43"/>
                </a:cxn>
                <a:cxn ang="0">
                  <a:pos x="90" y="54"/>
                </a:cxn>
                <a:cxn ang="0">
                  <a:pos x="104" y="66"/>
                </a:cxn>
                <a:cxn ang="0">
                  <a:pos x="114" y="81"/>
                </a:cxn>
                <a:cxn ang="0">
                  <a:pos x="126" y="85"/>
                </a:cxn>
                <a:cxn ang="0">
                  <a:pos x="138" y="90"/>
                </a:cxn>
                <a:cxn ang="0">
                  <a:pos x="145" y="100"/>
                </a:cxn>
                <a:cxn ang="0">
                  <a:pos x="159" y="104"/>
                </a:cxn>
                <a:cxn ang="0">
                  <a:pos x="168" y="114"/>
                </a:cxn>
                <a:cxn ang="0">
                  <a:pos x="178" y="128"/>
                </a:cxn>
                <a:cxn ang="0">
                  <a:pos x="183" y="118"/>
                </a:cxn>
                <a:cxn ang="0">
                  <a:pos x="194" y="114"/>
                </a:cxn>
                <a:cxn ang="0">
                  <a:pos x="209" y="116"/>
                </a:cxn>
                <a:cxn ang="0">
                  <a:pos x="206" y="128"/>
                </a:cxn>
                <a:cxn ang="0">
                  <a:pos x="199" y="130"/>
                </a:cxn>
                <a:cxn ang="0">
                  <a:pos x="206" y="140"/>
                </a:cxn>
                <a:cxn ang="0">
                  <a:pos x="213" y="149"/>
                </a:cxn>
                <a:cxn ang="0">
                  <a:pos x="204" y="154"/>
                </a:cxn>
                <a:cxn ang="0">
                  <a:pos x="199" y="159"/>
                </a:cxn>
              </a:cxnLst>
              <a:rect l="0" t="0" r="r" b="b"/>
              <a:pathLst>
                <a:path w="237" h="296">
                  <a:moveTo>
                    <a:pt x="194" y="152"/>
                  </a:moveTo>
                  <a:lnTo>
                    <a:pt x="197" y="152"/>
                  </a:lnTo>
                  <a:lnTo>
                    <a:pt x="197" y="152"/>
                  </a:lnTo>
                  <a:lnTo>
                    <a:pt x="197" y="152"/>
                  </a:lnTo>
                  <a:lnTo>
                    <a:pt x="199" y="152"/>
                  </a:lnTo>
                  <a:lnTo>
                    <a:pt x="199" y="152"/>
                  </a:lnTo>
                  <a:lnTo>
                    <a:pt x="201" y="152"/>
                  </a:lnTo>
                  <a:lnTo>
                    <a:pt x="201" y="152"/>
                  </a:lnTo>
                  <a:lnTo>
                    <a:pt x="201" y="149"/>
                  </a:lnTo>
                  <a:lnTo>
                    <a:pt x="201" y="149"/>
                  </a:lnTo>
                  <a:lnTo>
                    <a:pt x="201" y="149"/>
                  </a:lnTo>
                  <a:lnTo>
                    <a:pt x="201" y="147"/>
                  </a:lnTo>
                  <a:lnTo>
                    <a:pt x="201" y="147"/>
                  </a:lnTo>
                  <a:lnTo>
                    <a:pt x="201" y="147"/>
                  </a:lnTo>
                  <a:lnTo>
                    <a:pt x="204" y="147"/>
                  </a:lnTo>
                  <a:lnTo>
                    <a:pt x="204" y="147"/>
                  </a:lnTo>
                  <a:lnTo>
                    <a:pt x="201" y="147"/>
                  </a:lnTo>
                  <a:lnTo>
                    <a:pt x="201" y="145"/>
                  </a:lnTo>
                  <a:lnTo>
                    <a:pt x="201" y="145"/>
                  </a:lnTo>
                  <a:lnTo>
                    <a:pt x="201" y="145"/>
                  </a:lnTo>
                  <a:lnTo>
                    <a:pt x="201" y="142"/>
                  </a:lnTo>
                  <a:lnTo>
                    <a:pt x="201" y="142"/>
                  </a:lnTo>
                  <a:lnTo>
                    <a:pt x="201" y="142"/>
                  </a:lnTo>
                  <a:lnTo>
                    <a:pt x="199" y="142"/>
                  </a:lnTo>
                  <a:lnTo>
                    <a:pt x="199" y="142"/>
                  </a:lnTo>
                  <a:lnTo>
                    <a:pt x="199" y="140"/>
                  </a:lnTo>
                  <a:lnTo>
                    <a:pt x="197" y="140"/>
                  </a:lnTo>
                  <a:lnTo>
                    <a:pt x="197" y="140"/>
                  </a:lnTo>
                  <a:lnTo>
                    <a:pt x="197" y="140"/>
                  </a:lnTo>
                  <a:lnTo>
                    <a:pt x="197" y="140"/>
                  </a:lnTo>
                  <a:lnTo>
                    <a:pt x="197" y="137"/>
                  </a:lnTo>
                  <a:lnTo>
                    <a:pt x="197" y="137"/>
                  </a:lnTo>
                  <a:lnTo>
                    <a:pt x="197" y="137"/>
                  </a:lnTo>
                  <a:lnTo>
                    <a:pt x="199" y="137"/>
                  </a:lnTo>
                  <a:lnTo>
                    <a:pt x="199" y="137"/>
                  </a:lnTo>
                  <a:lnTo>
                    <a:pt x="199" y="137"/>
                  </a:lnTo>
                  <a:lnTo>
                    <a:pt x="199" y="135"/>
                  </a:lnTo>
                  <a:lnTo>
                    <a:pt x="197" y="135"/>
                  </a:lnTo>
                  <a:lnTo>
                    <a:pt x="197" y="135"/>
                  </a:lnTo>
                  <a:lnTo>
                    <a:pt x="197" y="135"/>
                  </a:lnTo>
                  <a:lnTo>
                    <a:pt x="197" y="133"/>
                  </a:lnTo>
                  <a:lnTo>
                    <a:pt x="197" y="133"/>
                  </a:lnTo>
                  <a:lnTo>
                    <a:pt x="199" y="133"/>
                  </a:lnTo>
                  <a:lnTo>
                    <a:pt x="199" y="133"/>
                  </a:lnTo>
                  <a:lnTo>
                    <a:pt x="199" y="133"/>
                  </a:lnTo>
                  <a:lnTo>
                    <a:pt x="199" y="133"/>
                  </a:lnTo>
                  <a:lnTo>
                    <a:pt x="197" y="133"/>
                  </a:lnTo>
                  <a:lnTo>
                    <a:pt x="197" y="130"/>
                  </a:lnTo>
                  <a:lnTo>
                    <a:pt x="197" y="130"/>
                  </a:lnTo>
                  <a:lnTo>
                    <a:pt x="197" y="130"/>
                  </a:lnTo>
                  <a:lnTo>
                    <a:pt x="197" y="130"/>
                  </a:lnTo>
                  <a:lnTo>
                    <a:pt x="197" y="128"/>
                  </a:lnTo>
                  <a:lnTo>
                    <a:pt x="197" y="128"/>
                  </a:lnTo>
                  <a:lnTo>
                    <a:pt x="197" y="128"/>
                  </a:lnTo>
                  <a:lnTo>
                    <a:pt x="197" y="128"/>
                  </a:lnTo>
                  <a:lnTo>
                    <a:pt x="197" y="126"/>
                  </a:lnTo>
                  <a:lnTo>
                    <a:pt x="197" y="126"/>
                  </a:lnTo>
                  <a:lnTo>
                    <a:pt x="197" y="126"/>
                  </a:lnTo>
                  <a:lnTo>
                    <a:pt x="194" y="126"/>
                  </a:lnTo>
                  <a:lnTo>
                    <a:pt x="194" y="123"/>
                  </a:lnTo>
                  <a:lnTo>
                    <a:pt x="194" y="123"/>
                  </a:lnTo>
                  <a:lnTo>
                    <a:pt x="194" y="123"/>
                  </a:lnTo>
                  <a:lnTo>
                    <a:pt x="194" y="121"/>
                  </a:lnTo>
                  <a:lnTo>
                    <a:pt x="194" y="121"/>
                  </a:lnTo>
                  <a:lnTo>
                    <a:pt x="192" y="121"/>
                  </a:lnTo>
                  <a:lnTo>
                    <a:pt x="192" y="121"/>
                  </a:lnTo>
                  <a:lnTo>
                    <a:pt x="190" y="121"/>
                  </a:lnTo>
                  <a:lnTo>
                    <a:pt x="190" y="123"/>
                  </a:lnTo>
                  <a:lnTo>
                    <a:pt x="192" y="123"/>
                  </a:lnTo>
                  <a:lnTo>
                    <a:pt x="192" y="123"/>
                  </a:lnTo>
                  <a:lnTo>
                    <a:pt x="192" y="123"/>
                  </a:lnTo>
                  <a:lnTo>
                    <a:pt x="192" y="126"/>
                  </a:lnTo>
                  <a:lnTo>
                    <a:pt x="192" y="126"/>
                  </a:lnTo>
                  <a:lnTo>
                    <a:pt x="192" y="126"/>
                  </a:lnTo>
                  <a:lnTo>
                    <a:pt x="190" y="126"/>
                  </a:lnTo>
                  <a:lnTo>
                    <a:pt x="190" y="126"/>
                  </a:lnTo>
                  <a:lnTo>
                    <a:pt x="190" y="126"/>
                  </a:lnTo>
                  <a:lnTo>
                    <a:pt x="190" y="126"/>
                  </a:lnTo>
                  <a:lnTo>
                    <a:pt x="187" y="126"/>
                  </a:lnTo>
                  <a:lnTo>
                    <a:pt x="187" y="126"/>
                  </a:lnTo>
                  <a:lnTo>
                    <a:pt x="187" y="126"/>
                  </a:lnTo>
                  <a:lnTo>
                    <a:pt x="187" y="128"/>
                  </a:lnTo>
                  <a:lnTo>
                    <a:pt x="187" y="128"/>
                  </a:lnTo>
                  <a:lnTo>
                    <a:pt x="187" y="128"/>
                  </a:lnTo>
                  <a:lnTo>
                    <a:pt x="187" y="128"/>
                  </a:lnTo>
                  <a:lnTo>
                    <a:pt x="187" y="128"/>
                  </a:lnTo>
                  <a:lnTo>
                    <a:pt x="187" y="128"/>
                  </a:lnTo>
                  <a:lnTo>
                    <a:pt x="185" y="128"/>
                  </a:lnTo>
                  <a:lnTo>
                    <a:pt x="185" y="130"/>
                  </a:lnTo>
                  <a:lnTo>
                    <a:pt x="185" y="130"/>
                  </a:lnTo>
                  <a:lnTo>
                    <a:pt x="185" y="133"/>
                  </a:lnTo>
                  <a:lnTo>
                    <a:pt x="185" y="133"/>
                  </a:lnTo>
                  <a:lnTo>
                    <a:pt x="185" y="133"/>
                  </a:lnTo>
                  <a:lnTo>
                    <a:pt x="185" y="135"/>
                  </a:lnTo>
                  <a:lnTo>
                    <a:pt x="185" y="135"/>
                  </a:lnTo>
                  <a:lnTo>
                    <a:pt x="185" y="135"/>
                  </a:lnTo>
                  <a:lnTo>
                    <a:pt x="187" y="135"/>
                  </a:lnTo>
                  <a:lnTo>
                    <a:pt x="187" y="135"/>
                  </a:lnTo>
                  <a:lnTo>
                    <a:pt x="187" y="137"/>
                  </a:lnTo>
                  <a:lnTo>
                    <a:pt x="187" y="137"/>
                  </a:lnTo>
                  <a:lnTo>
                    <a:pt x="187" y="137"/>
                  </a:lnTo>
                  <a:lnTo>
                    <a:pt x="187" y="137"/>
                  </a:lnTo>
                  <a:lnTo>
                    <a:pt x="187" y="140"/>
                  </a:lnTo>
                  <a:lnTo>
                    <a:pt x="187" y="140"/>
                  </a:lnTo>
                  <a:lnTo>
                    <a:pt x="187" y="142"/>
                  </a:lnTo>
                  <a:lnTo>
                    <a:pt x="187" y="142"/>
                  </a:lnTo>
                  <a:lnTo>
                    <a:pt x="190" y="142"/>
                  </a:lnTo>
                  <a:lnTo>
                    <a:pt x="190" y="145"/>
                  </a:lnTo>
                  <a:lnTo>
                    <a:pt x="190" y="145"/>
                  </a:lnTo>
                  <a:lnTo>
                    <a:pt x="187" y="145"/>
                  </a:lnTo>
                  <a:lnTo>
                    <a:pt x="187" y="145"/>
                  </a:lnTo>
                  <a:lnTo>
                    <a:pt x="187" y="145"/>
                  </a:lnTo>
                  <a:lnTo>
                    <a:pt x="187" y="147"/>
                  </a:lnTo>
                  <a:lnTo>
                    <a:pt x="185" y="147"/>
                  </a:lnTo>
                  <a:lnTo>
                    <a:pt x="185" y="147"/>
                  </a:lnTo>
                  <a:lnTo>
                    <a:pt x="185" y="147"/>
                  </a:lnTo>
                  <a:lnTo>
                    <a:pt x="183" y="147"/>
                  </a:lnTo>
                  <a:lnTo>
                    <a:pt x="183" y="147"/>
                  </a:lnTo>
                  <a:lnTo>
                    <a:pt x="183" y="147"/>
                  </a:lnTo>
                  <a:lnTo>
                    <a:pt x="183" y="147"/>
                  </a:lnTo>
                  <a:lnTo>
                    <a:pt x="183" y="149"/>
                  </a:lnTo>
                  <a:lnTo>
                    <a:pt x="185" y="149"/>
                  </a:lnTo>
                  <a:lnTo>
                    <a:pt x="185" y="149"/>
                  </a:lnTo>
                  <a:lnTo>
                    <a:pt x="185" y="149"/>
                  </a:lnTo>
                  <a:lnTo>
                    <a:pt x="187" y="149"/>
                  </a:lnTo>
                  <a:lnTo>
                    <a:pt x="187" y="149"/>
                  </a:lnTo>
                  <a:lnTo>
                    <a:pt x="187" y="152"/>
                  </a:lnTo>
                  <a:lnTo>
                    <a:pt x="187" y="152"/>
                  </a:lnTo>
                  <a:lnTo>
                    <a:pt x="187" y="152"/>
                  </a:lnTo>
                  <a:lnTo>
                    <a:pt x="187" y="154"/>
                  </a:lnTo>
                  <a:lnTo>
                    <a:pt x="187" y="154"/>
                  </a:lnTo>
                  <a:lnTo>
                    <a:pt x="187" y="154"/>
                  </a:lnTo>
                  <a:lnTo>
                    <a:pt x="185" y="154"/>
                  </a:lnTo>
                  <a:lnTo>
                    <a:pt x="185" y="154"/>
                  </a:lnTo>
                  <a:lnTo>
                    <a:pt x="185" y="154"/>
                  </a:lnTo>
                  <a:lnTo>
                    <a:pt x="185" y="156"/>
                  </a:lnTo>
                  <a:lnTo>
                    <a:pt x="183" y="156"/>
                  </a:lnTo>
                  <a:lnTo>
                    <a:pt x="183" y="156"/>
                  </a:lnTo>
                  <a:lnTo>
                    <a:pt x="183" y="156"/>
                  </a:lnTo>
                  <a:lnTo>
                    <a:pt x="183" y="156"/>
                  </a:lnTo>
                  <a:lnTo>
                    <a:pt x="183" y="156"/>
                  </a:lnTo>
                  <a:lnTo>
                    <a:pt x="180" y="156"/>
                  </a:lnTo>
                  <a:lnTo>
                    <a:pt x="180" y="159"/>
                  </a:lnTo>
                  <a:lnTo>
                    <a:pt x="180" y="159"/>
                  </a:lnTo>
                  <a:lnTo>
                    <a:pt x="180" y="159"/>
                  </a:lnTo>
                  <a:lnTo>
                    <a:pt x="180" y="161"/>
                  </a:lnTo>
                  <a:lnTo>
                    <a:pt x="180" y="161"/>
                  </a:lnTo>
                  <a:lnTo>
                    <a:pt x="180" y="161"/>
                  </a:lnTo>
                  <a:lnTo>
                    <a:pt x="183" y="161"/>
                  </a:lnTo>
                  <a:lnTo>
                    <a:pt x="183" y="163"/>
                  </a:lnTo>
                  <a:lnTo>
                    <a:pt x="183" y="163"/>
                  </a:lnTo>
                  <a:lnTo>
                    <a:pt x="183" y="163"/>
                  </a:lnTo>
                  <a:lnTo>
                    <a:pt x="183" y="163"/>
                  </a:lnTo>
                  <a:lnTo>
                    <a:pt x="183" y="166"/>
                  </a:lnTo>
                  <a:lnTo>
                    <a:pt x="185" y="166"/>
                  </a:lnTo>
                  <a:lnTo>
                    <a:pt x="185" y="166"/>
                  </a:lnTo>
                  <a:lnTo>
                    <a:pt x="185" y="166"/>
                  </a:lnTo>
                  <a:lnTo>
                    <a:pt x="185" y="166"/>
                  </a:lnTo>
                  <a:lnTo>
                    <a:pt x="187" y="166"/>
                  </a:lnTo>
                  <a:lnTo>
                    <a:pt x="187" y="166"/>
                  </a:lnTo>
                  <a:lnTo>
                    <a:pt x="187" y="168"/>
                  </a:lnTo>
                  <a:lnTo>
                    <a:pt x="187" y="168"/>
                  </a:lnTo>
                  <a:lnTo>
                    <a:pt x="190" y="168"/>
                  </a:lnTo>
                  <a:lnTo>
                    <a:pt x="190" y="168"/>
                  </a:lnTo>
                  <a:lnTo>
                    <a:pt x="190" y="168"/>
                  </a:lnTo>
                  <a:lnTo>
                    <a:pt x="192" y="168"/>
                  </a:lnTo>
                  <a:lnTo>
                    <a:pt x="192" y="168"/>
                  </a:lnTo>
                  <a:lnTo>
                    <a:pt x="192" y="168"/>
                  </a:lnTo>
                  <a:lnTo>
                    <a:pt x="194" y="168"/>
                  </a:lnTo>
                  <a:lnTo>
                    <a:pt x="194" y="168"/>
                  </a:lnTo>
                  <a:lnTo>
                    <a:pt x="194" y="168"/>
                  </a:lnTo>
                  <a:lnTo>
                    <a:pt x="197" y="168"/>
                  </a:lnTo>
                  <a:lnTo>
                    <a:pt x="197" y="168"/>
                  </a:lnTo>
                  <a:lnTo>
                    <a:pt x="197" y="168"/>
                  </a:lnTo>
                  <a:lnTo>
                    <a:pt x="199" y="168"/>
                  </a:lnTo>
                  <a:lnTo>
                    <a:pt x="199" y="168"/>
                  </a:lnTo>
                  <a:lnTo>
                    <a:pt x="201" y="168"/>
                  </a:lnTo>
                  <a:lnTo>
                    <a:pt x="201" y="168"/>
                  </a:lnTo>
                  <a:lnTo>
                    <a:pt x="201" y="171"/>
                  </a:lnTo>
                  <a:lnTo>
                    <a:pt x="201" y="171"/>
                  </a:lnTo>
                  <a:lnTo>
                    <a:pt x="201" y="173"/>
                  </a:lnTo>
                  <a:lnTo>
                    <a:pt x="201" y="173"/>
                  </a:lnTo>
                  <a:lnTo>
                    <a:pt x="201" y="175"/>
                  </a:lnTo>
                  <a:lnTo>
                    <a:pt x="201" y="175"/>
                  </a:lnTo>
                  <a:lnTo>
                    <a:pt x="201" y="175"/>
                  </a:lnTo>
                  <a:lnTo>
                    <a:pt x="201" y="178"/>
                  </a:lnTo>
                  <a:lnTo>
                    <a:pt x="204" y="178"/>
                  </a:lnTo>
                  <a:lnTo>
                    <a:pt x="204" y="178"/>
                  </a:lnTo>
                  <a:lnTo>
                    <a:pt x="204" y="178"/>
                  </a:lnTo>
                  <a:lnTo>
                    <a:pt x="204" y="180"/>
                  </a:lnTo>
                  <a:lnTo>
                    <a:pt x="204" y="180"/>
                  </a:lnTo>
                  <a:lnTo>
                    <a:pt x="201" y="180"/>
                  </a:lnTo>
                  <a:lnTo>
                    <a:pt x="201" y="182"/>
                  </a:lnTo>
                  <a:lnTo>
                    <a:pt x="201" y="182"/>
                  </a:lnTo>
                  <a:lnTo>
                    <a:pt x="204" y="182"/>
                  </a:lnTo>
                  <a:lnTo>
                    <a:pt x="204" y="185"/>
                  </a:lnTo>
                  <a:lnTo>
                    <a:pt x="204" y="185"/>
                  </a:lnTo>
                  <a:lnTo>
                    <a:pt x="204" y="185"/>
                  </a:lnTo>
                  <a:lnTo>
                    <a:pt x="204" y="187"/>
                  </a:lnTo>
                  <a:lnTo>
                    <a:pt x="204" y="187"/>
                  </a:lnTo>
                  <a:lnTo>
                    <a:pt x="204" y="187"/>
                  </a:lnTo>
                  <a:lnTo>
                    <a:pt x="206" y="187"/>
                  </a:lnTo>
                  <a:lnTo>
                    <a:pt x="206" y="187"/>
                  </a:lnTo>
                  <a:lnTo>
                    <a:pt x="206" y="190"/>
                  </a:lnTo>
                  <a:lnTo>
                    <a:pt x="206" y="190"/>
                  </a:lnTo>
                  <a:lnTo>
                    <a:pt x="206" y="192"/>
                  </a:lnTo>
                  <a:lnTo>
                    <a:pt x="206" y="192"/>
                  </a:lnTo>
                  <a:lnTo>
                    <a:pt x="206" y="192"/>
                  </a:lnTo>
                  <a:lnTo>
                    <a:pt x="206" y="194"/>
                  </a:lnTo>
                  <a:lnTo>
                    <a:pt x="209" y="194"/>
                  </a:lnTo>
                  <a:lnTo>
                    <a:pt x="209" y="194"/>
                  </a:lnTo>
                  <a:lnTo>
                    <a:pt x="209" y="194"/>
                  </a:lnTo>
                  <a:lnTo>
                    <a:pt x="211" y="194"/>
                  </a:lnTo>
                  <a:lnTo>
                    <a:pt x="211" y="194"/>
                  </a:lnTo>
                  <a:lnTo>
                    <a:pt x="211" y="194"/>
                  </a:lnTo>
                  <a:lnTo>
                    <a:pt x="211" y="194"/>
                  </a:lnTo>
                  <a:lnTo>
                    <a:pt x="211" y="197"/>
                  </a:lnTo>
                  <a:lnTo>
                    <a:pt x="211" y="197"/>
                  </a:lnTo>
                  <a:lnTo>
                    <a:pt x="211" y="197"/>
                  </a:lnTo>
                  <a:lnTo>
                    <a:pt x="211" y="199"/>
                  </a:lnTo>
                  <a:lnTo>
                    <a:pt x="211" y="199"/>
                  </a:lnTo>
                  <a:lnTo>
                    <a:pt x="211" y="199"/>
                  </a:lnTo>
                  <a:lnTo>
                    <a:pt x="211" y="201"/>
                  </a:lnTo>
                  <a:lnTo>
                    <a:pt x="211" y="201"/>
                  </a:lnTo>
                  <a:lnTo>
                    <a:pt x="213" y="201"/>
                  </a:lnTo>
                  <a:lnTo>
                    <a:pt x="213" y="201"/>
                  </a:lnTo>
                  <a:lnTo>
                    <a:pt x="213" y="204"/>
                  </a:lnTo>
                  <a:lnTo>
                    <a:pt x="213" y="204"/>
                  </a:lnTo>
                  <a:lnTo>
                    <a:pt x="216" y="204"/>
                  </a:lnTo>
                  <a:lnTo>
                    <a:pt x="216" y="204"/>
                  </a:lnTo>
                  <a:lnTo>
                    <a:pt x="216" y="204"/>
                  </a:lnTo>
                  <a:lnTo>
                    <a:pt x="218" y="204"/>
                  </a:lnTo>
                  <a:lnTo>
                    <a:pt x="218" y="204"/>
                  </a:lnTo>
                  <a:lnTo>
                    <a:pt x="220" y="204"/>
                  </a:lnTo>
                  <a:lnTo>
                    <a:pt x="220" y="204"/>
                  </a:lnTo>
                  <a:lnTo>
                    <a:pt x="220" y="204"/>
                  </a:lnTo>
                  <a:lnTo>
                    <a:pt x="220" y="204"/>
                  </a:lnTo>
                  <a:lnTo>
                    <a:pt x="223" y="204"/>
                  </a:lnTo>
                  <a:lnTo>
                    <a:pt x="223" y="204"/>
                  </a:lnTo>
                  <a:lnTo>
                    <a:pt x="223" y="204"/>
                  </a:lnTo>
                  <a:lnTo>
                    <a:pt x="225" y="204"/>
                  </a:lnTo>
                  <a:lnTo>
                    <a:pt x="225" y="204"/>
                  </a:lnTo>
                  <a:lnTo>
                    <a:pt x="227" y="204"/>
                  </a:lnTo>
                  <a:lnTo>
                    <a:pt x="227" y="204"/>
                  </a:lnTo>
                  <a:lnTo>
                    <a:pt x="227" y="204"/>
                  </a:lnTo>
                  <a:lnTo>
                    <a:pt x="227" y="206"/>
                  </a:lnTo>
                  <a:lnTo>
                    <a:pt x="227" y="206"/>
                  </a:lnTo>
                  <a:lnTo>
                    <a:pt x="227" y="206"/>
                  </a:lnTo>
                  <a:lnTo>
                    <a:pt x="227" y="206"/>
                  </a:lnTo>
                  <a:lnTo>
                    <a:pt x="227" y="209"/>
                  </a:lnTo>
                  <a:lnTo>
                    <a:pt x="227" y="209"/>
                  </a:lnTo>
                  <a:lnTo>
                    <a:pt x="227" y="211"/>
                  </a:lnTo>
                  <a:lnTo>
                    <a:pt x="227" y="211"/>
                  </a:lnTo>
                  <a:lnTo>
                    <a:pt x="227" y="211"/>
                  </a:lnTo>
                  <a:lnTo>
                    <a:pt x="230" y="211"/>
                  </a:lnTo>
                  <a:lnTo>
                    <a:pt x="230" y="211"/>
                  </a:lnTo>
                  <a:lnTo>
                    <a:pt x="230" y="211"/>
                  </a:lnTo>
                  <a:lnTo>
                    <a:pt x="230" y="213"/>
                  </a:lnTo>
                  <a:lnTo>
                    <a:pt x="230" y="213"/>
                  </a:lnTo>
                  <a:lnTo>
                    <a:pt x="230" y="216"/>
                  </a:lnTo>
                  <a:lnTo>
                    <a:pt x="230" y="216"/>
                  </a:lnTo>
                  <a:lnTo>
                    <a:pt x="230" y="216"/>
                  </a:lnTo>
                  <a:lnTo>
                    <a:pt x="232" y="216"/>
                  </a:lnTo>
                  <a:lnTo>
                    <a:pt x="232" y="218"/>
                  </a:lnTo>
                  <a:lnTo>
                    <a:pt x="232" y="218"/>
                  </a:lnTo>
                  <a:lnTo>
                    <a:pt x="235" y="218"/>
                  </a:lnTo>
                  <a:lnTo>
                    <a:pt x="235" y="218"/>
                  </a:lnTo>
                  <a:lnTo>
                    <a:pt x="235" y="218"/>
                  </a:lnTo>
                  <a:lnTo>
                    <a:pt x="235" y="218"/>
                  </a:lnTo>
                  <a:lnTo>
                    <a:pt x="237" y="218"/>
                  </a:lnTo>
                  <a:lnTo>
                    <a:pt x="237" y="218"/>
                  </a:lnTo>
                  <a:lnTo>
                    <a:pt x="237" y="220"/>
                  </a:lnTo>
                  <a:lnTo>
                    <a:pt x="237" y="220"/>
                  </a:lnTo>
                  <a:lnTo>
                    <a:pt x="237" y="223"/>
                  </a:lnTo>
                  <a:lnTo>
                    <a:pt x="237" y="223"/>
                  </a:lnTo>
                  <a:lnTo>
                    <a:pt x="237" y="225"/>
                  </a:lnTo>
                  <a:lnTo>
                    <a:pt x="237" y="225"/>
                  </a:lnTo>
                  <a:lnTo>
                    <a:pt x="237" y="225"/>
                  </a:lnTo>
                  <a:lnTo>
                    <a:pt x="237" y="225"/>
                  </a:lnTo>
                  <a:lnTo>
                    <a:pt x="237" y="225"/>
                  </a:lnTo>
                  <a:lnTo>
                    <a:pt x="237" y="227"/>
                  </a:lnTo>
                  <a:lnTo>
                    <a:pt x="237" y="227"/>
                  </a:lnTo>
                  <a:lnTo>
                    <a:pt x="237" y="227"/>
                  </a:lnTo>
                  <a:lnTo>
                    <a:pt x="235" y="227"/>
                  </a:lnTo>
                  <a:lnTo>
                    <a:pt x="235" y="227"/>
                  </a:lnTo>
                  <a:lnTo>
                    <a:pt x="235" y="230"/>
                  </a:lnTo>
                  <a:lnTo>
                    <a:pt x="235" y="230"/>
                  </a:lnTo>
                  <a:lnTo>
                    <a:pt x="235" y="230"/>
                  </a:lnTo>
                  <a:lnTo>
                    <a:pt x="235" y="232"/>
                  </a:lnTo>
                  <a:lnTo>
                    <a:pt x="232" y="232"/>
                  </a:lnTo>
                  <a:lnTo>
                    <a:pt x="232" y="232"/>
                  </a:lnTo>
                  <a:lnTo>
                    <a:pt x="232" y="235"/>
                  </a:lnTo>
                  <a:lnTo>
                    <a:pt x="232" y="235"/>
                  </a:lnTo>
                  <a:lnTo>
                    <a:pt x="232" y="235"/>
                  </a:lnTo>
                  <a:lnTo>
                    <a:pt x="232" y="237"/>
                  </a:lnTo>
                  <a:lnTo>
                    <a:pt x="232" y="237"/>
                  </a:lnTo>
                  <a:lnTo>
                    <a:pt x="232" y="237"/>
                  </a:lnTo>
                  <a:lnTo>
                    <a:pt x="232" y="237"/>
                  </a:lnTo>
                  <a:lnTo>
                    <a:pt x="232" y="239"/>
                  </a:lnTo>
                  <a:lnTo>
                    <a:pt x="235" y="239"/>
                  </a:lnTo>
                  <a:lnTo>
                    <a:pt x="235" y="239"/>
                  </a:lnTo>
                  <a:lnTo>
                    <a:pt x="235" y="239"/>
                  </a:lnTo>
                  <a:lnTo>
                    <a:pt x="235" y="239"/>
                  </a:lnTo>
                  <a:lnTo>
                    <a:pt x="235" y="242"/>
                  </a:lnTo>
                  <a:lnTo>
                    <a:pt x="235" y="242"/>
                  </a:lnTo>
                  <a:lnTo>
                    <a:pt x="235" y="242"/>
                  </a:lnTo>
                  <a:lnTo>
                    <a:pt x="235" y="244"/>
                  </a:lnTo>
                  <a:lnTo>
                    <a:pt x="235" y="244"/>
                  </a:lnTo>
                  <a:lnTo>
                    <a:pt x="235" y="244"/>
                  </a:lnTo>
                  <a:lnTo>
                    <a:pt x="235" y="246"/>
                  </a:lnTo>
                  <a:lnTo>
                    <a:pt x="232" y="246"/>
                  </a:lnTo>
                  <a:lnTo>
                    <a:pt x="232" y="246"/>
                  </a:lnTo>
                  <a:lnTo>
                    <a:pt x="232" y="246"/>
                  </a:lnTo>
                  <a:lnTo>
                    <a:pt x="232" y="249"/>
                  </a:lnTo>
                  <a:lnTo>
                    <a:pt x="232" y="249"/>
                  </a:lnTo>
                  <a:lnTo>
                    <a:pt x="232" y="249"/>
                  </a:lnTo>
                  <a:lnTo>
                    <a:pt x="232" y="251"/>
                  </a:lnTo>
                  <a:lnTo>
                    <a:pt x="232" y="251"/>
                  </a:lnTo>
                  <a:lnTo>
                    <a:pt x="232" y="254"/>
                  </a:lnTo>
                  <a:lnTo>
                    <a:pt x="232" y="254"/>
                  </a:lnTo>
                  <a:lnTo>
                    <a:pt x="232" y="254"/>
                  </a:lnTo>
                  <a:lnTo>
                    <a:pt x="232" y="256"/>
                  </a:lnTo>
                  <a:lnTo>
                    <a:pt x="232" y="256"/>
                  </a:lnTo>
                  <a:lnTo>
                    <a:pt x="235" y="256"/>
                  </a:lnTo>
                  <a:lnTo>
                    <a:pt x="235" y="256"/>
                  </a:lnTo>
                  <a:lnTo>
                    <a:pt x="235" y="258"/>
                  </a:lnTo>
                  <a:lnTo>
                    <a:pt x="235" y="258"/>
                  </a:lnTo>
                  <a:lnTo>
                    <a:pt x="235" y="261"/>
                  </a:lnTo>
                  <a:lnTo>
                    <a:pt x="235" y="261"/>
                  </a:lnTo>
                  <a:lnTo>
                    <a:pt x="235" y="263"/>
                  </a:lnTo>
                  <a:lnTo>
                    <a:pt x="235" y="263"/>
                  </a:lnTo>
                  <a:lnTo>
                    <a:pt x="235" y="265"/>
                  </a:lnTo>
                  <a:lnTo>
                    <a:pt x="232" y="265"/>
                  </a:lnTo>
                  <a:lnTo>
                    <a:pt x="232" y="265"/>
                  </a:lnTo>
                  <a:lnTo>
                    <a:pt x="232" y="265"/>
                  </a:lnTo>
                  <a:lnTo>
                    <a:pt x="232" y="268"/>
                  </a:lnTo>
                  <a:lnTo>
                    <a:pt x="235" y="268"/>
                  </a:lnTo>
                  <a:lnTo>
                    <a:pt x="235" y="268"/>
                  </a:lnTo>
                  <a:lnTo>
                    <a:pt x="235" y="270"/>
                  </a:lnTo>
                  <a:lnTo>
                    <a:pt x="235" y="270"/>
                  </a:lnTo>
                  <a:lnTo>
                    <a:pt x="232" y="270"/>
                  </a:lnTo>
                  <a:lnTo>
                    <a:pt x="232" y="273"/>
                  </a:lnTo>
                  <a:lnTo>
                    <a:pt x="232" y="273"/>
                  </a:lnTo>
                  <a:lnTo>
                    <a:pt x="232" y="275"/>
                  </a:lnTo>
                  <a:lnTo>
                    <a:pt x="232" y="275"/>
                  </a:lnTo>
                  <a:lnTo>
                    <a:pt x="232" y="275"/>
                  </a:lnTo>
                  <a:lnTo>
                    <a:pt x="232" y="277"/>
                  </a:lnTo>
                  <a:lnTo>
                    <a:pt x="232" y="277"/>
                  </a:lnTo>
                  <a:lnTo>
                    <a:pt x="232" y="280"/>
                  </a:lnTo>
                  <a:lnTo>
                    <a:pt x="232" y="280"/>
                  </a:lnTo>
                  <a:lnTo>
                    <a:pt x="232" y="280"/>
                  </a:lnTo>
                  <a:lnTo>
                    <a:pt x="232" y="282"/>
                  </a:lnTo>
                  <a:lnTo>
                    <a:pt x="232" y="282"/>
                  </a:lnTo>
                  <a:lnTo>
                    <a:pt x="232" y="284"/>
                  </a:lnTo>
                  <a:lnTo>
                    <a:pt x="232" y="284"/>
                  </a:lnTo>
                  <a:lnTo>
                    <a:pt x="232" y="284"/>
                  </a:lnTo>
                  <a:lnTo>
                    <a:pt x="232" y="287"/>
                  </a:lnTo>
                  <a:lnTo>
                    <a:pt x="232" y="287"/>
                  </a:lnTo>
                  <a:lnTo>
                    <a:pt x="232" y="287"/>
                  </a:lnTo>
                  <a:lnTo>
                    <a:pt x="232" y="289"/>
                  </a:lnTo>
                  <a:lnTo>
                    <a:pt x="232" y="289"/>
                  </a:lnTo>
                  <a:lnTo>
                    <a:pt x="232" y="289"/>
                  </a:lnTo>
                  <a:lnTo>
                    <a:pt x="232" y="291"/>
                  </a:lnTo>
                  <a:lnTo>
                    <a:pt x="232" y="291"/>
                  </a:lnTo>
                  <a:lnTo>
                    <a:pt x="232" y="294"/>
                  </a:lnTo>
                  <a:lnTo>
                    <a:pt x="230" y="294"/>
                  </a:lnTo>
                  <a:lnTo>
                    <a:pt x="230" y="294"/>
                  </a:lnTo>
                  <a:lnTo>
                    <a:pt x="230" y="294"/>
                  </a:lnTo>
                  <a:lnTo>
                    <a:pt x="230" y="294"/>
                  </a:lnTo>
                  <a:lnTo>
                    <a:pt x="230" y="294"/>
                  </a:lnTo>
                  <a:lnTo>
                    <a:pt x="227" y="294"/>
                  </a:lnTo>
                  <a:lnTo>
                    <a:pt x="227" y="294"/>
                  </a:lnTo>
                  <a:lnTo>
                    <a:pt x="227" y="294"/>
                  </a:lnTo>
                  <a:lnTo>
                    <a:pt x="227" y="294"/>
                  </a:lnTo>
                  <a:lnTo>
                    <a:pt x="225" y="294"/>
                  </a:lnTo>
                  <a:lnTo>
                    <a:pt x="225" y="296"/>
                  </a:lnTo>
                  <a:lnTo>
                    <a:pt x="225" y="296"/>
                  </a:lnTo>
                  <a:lnTo>
                    <a:pt x="225" y="296"/>
                  </a:lnTo>
                  <a:lnTo>
                    <a:pt x="223" y="296"/>
                  </a:lnTo>
                  <a:lnTo>
                    <a:pt x="223" y="296"/>
                  </a:lnTo>
                  <a:lnTo>
                    <a:pt x="223" y="294"/>
                  </a:lnTo>
                  <a:lnTo>
                    <a:pt x="223" y="294"/>
                  </a:lnTo>
                  <a:lnTo>
                    <a:pt x="223" y="291"/>
                  </a:lnTo>
                  <a:lnTo>
                    <a:pt x="225" y="291"/>
                  </a:lnTo>
                  <a:lnTo>
                    <a:pt x="225" y="291"/>
                  </a:lnTo>
                  <a:lnTo>
                    <a:pt x="225" y="291"/>
                  </a:lnTo>
                  <a:lnTo>
                    <a:pt x="225" y="289"/>
                  </a:lnTo>
                  <a:lnTo>
                    <a:pt x="225" y="289"/>
                  </a:lnTo>
                  <a:lnTo>
                    <a:pt x="225" y="289"/>
                  </a:lnTo>
                  <a:lnTo>
                    <a:pt x="223" y="289"/>
                  </a:lnTo>
                  <a:lnTo>
                    <a:pt x="223" y="287"/>
                  </a:lnTo>
                  <a:lnTo>
                    <a:pt x="223" y="287"/>
                  </a:lnTo>
                  <a:lnTo>
                    <a:pt x="223" y="287"/>
                  </a:lnTo>
                  <a:lnTo>
                    <a:pt x="223" y="287"/>
                  </a:lnTo>
                  <a:lnTo>
                    <a:pt x="223" y="284"/>
                  </a:lnTo>
                  <a:lnTo>
                    <a:pt x="220" y="284"/>
                  </a:lnTo>
                  <a:lnTo>
                    <a:pt x="220" y="284"/>
                  </a:lnTo>
                  <a:lnTo>
                    <a:pt x="220" y="284"/>
                  </a:lnTo>
                  <a:lnTo>
                    <a:pt x="220" y="284"/>
                  </a:lnTo>
                  <a:lnTo>
                    <a:pt x="220" y="287"/>
                  </a:lnTo>
                  <a:lnTo>
                    <a:pt x="220" y="287"/>
                  </a:lnTo>
                  <a:lnTo>
                    <a:pt x="220" y="287"/>
                  </a:lnTo>
                  <a:lnTo>
                    <a:pt x="220" y="289"/>
                  </a:lnTo>
                  <a:lnTo>
                    <a:pt x="220" y="289"/>
                  </a:lnTo>
                  <a:lnTo>
                    <a:pt x="220" y="289"/>
                  </a:lnTo>
                  <a:lnTo>
                    <a:pt x="220" y="289"/>
                  </a:lnTo>
                  <a:lnTo>
                    <a:pt x="220" y="291"/>
                  </a:lnTo>
                  <a:lnTo>
                    <a:pt x="223" y="291"/>
                  </a:lnTo>
                  <a:lnTo>
                    <a:pt x="223" y="291"/>
                  </a:lnTo>
                  <a:lnTo>
                    <a:pt x="220" y="291"/>
                  </a:lnTo>
                  <a:lnTo>
                    <a:pt x="220" y="291"/>
                  </a:lnTo>
                  <a:lnTo>
                    <a:pt x="220" y="294"/>
                  </a:lnTo>
                  <a:lnTo>
                    <a:pt x="220" y="294"/>
                  </a:lnTo>
                  <a:lnTo>
                    <a:pt x="218" y="294"/>
                  </a:lnTo>
                  <a:lnTo>
                    <a:pt x="218" y="291"/>
                  </a:lnTo>
                  <a:lnTo>
                    <a:pt x="218" y="291"/>
                  </a:lnTo>
                  <a:lnTo>
                    <a:pt x="216" y="291"/>
                  </a:lnTo>
                  <a:lnTo>
                    <a:pt x="216" y="291"/>
                  </a:lnTo>
                  <a:lnTo>
                    <a:pt x="216" y="291"/>
                  </a:lnTo>
                  <a:lnTo>
                    <a:pt x="216" y="291"/>
                  </a:lnTo>
                  <a:lnTo>
                    <a:pt x="213" y="291"/>
                  </a:lnTo>
                  <a:lnTo>
                    <a:pt x="213" y="289"/>
                  </a:lnTo>
                  <a:lnTo>
                    <a:pt x="213" y="289"/>
                  </a:lnTo>
                  <a:lnTo>
                    <a:pt x="211" y="289"/>
                  </a:lnTo>
                  <a:lnTo>
                    <a:pt x="211" y="289"/>
                  </a:lnTo>
                  <a:lnTo>
                    <a:pt x="211" y="289"/>
                  </a:lnTo>
                  <a:lnTo>
                    <a:pt x="211" y="287"/>
                  </a:lnTo>
                  <a:lnTo>
                    <a:pt x="211" y="287"/>
                  </a:lnTo>
                  <a:lnTo>
                    <a:pt x="209" y="287"/>
                  </a:lnTo>
                  <a:lnTo>
                    <a:pt x="209" y="287"/>
                  </a:lnTo>
                  <a:lnTo>
                    <a:pt x="209" y="287"/>
                  </a:lnTo>
                  <a:lnTo>
                    <a:pt x="209" y="284"/>
                  </a:lnTo>
                  <a:lnTo>
                    <a:pt x="209" y="284"/>
                  </a:lnTo>
                  <a:lnTo>
                    <a:pt x="209" y="284"/>
                  </a:lnTo>
                  <a:lnTo>
                    <a:pt x="206" y="284"/>
                  </a:lnTo>
                  <a:lnTo>
                    <a:pt x="206" y="284"/>
                  </a:lnTo>
                  <a:lnTo>
                    <a:pt x="204" y="284"/>
                  </a:lnTo>
                  <a:lnTo>
                    <a:pt x="204" y="284"/>
                  </a:lnTo>
                  <a:lnTo>
                    <a:pt x="206" y="284"/>
                  </a:lnTo>
                  <a:lnTo>
                    <a:pt x="206" y="287"/>
                  </a:lnTo>
                  <a:lnTo>
                    <a:pt x="206" y="287"/>
                  </a:lnTo>
                  <a:lnTo>
                    <a:pt x="206" y="287"/>
                  </a:lnTo>
                  <a:lnTo>
                    <a:pt x="206" y="289"/>
                  </a:lnTo>
                  <a:lnTo>
                    <a:pt x="206" y="289"/>
                  </a:lnTo>
                  <a:lnTo>
                    <a:pt x="209" y="289"/>
                  </a:lnTo>
                  <a:lnTo>
                    <a:pt x="209" y="291"/>
                  </a:lnTo>
                  <a:lnTo>
                    <a:pt x="209" y="291"/>
                  </a:lnTo>
                  <a:lnTo>
                    <a:pt x="209" y="289"/>
                  </a:lnTo>
                  <a:lnTo>
                    <a:pt x="209" y="289"/>
                  </a:lnTo>
                  <a:lnTo>
                    <a:pt x="211" y="289"/>
                  </a:lnTo>
                  <a:lnTo>
                    <a:pt x="211" y="289"/>
                  </a:lnTo>
                  <a:lnTo>
                    <a:pt x="211" y="291"/>
                  </a:lnTo>
                  <a:lnTo>
                    <a:pt x="211" y="291"/>
                  </a:lnTo>
                  <a:lnTo>
                    <a:pt x="211" y="294"/>
                  </a:lnTo>
                  <a:lnTo>
                    <a:pt x="211" y="294"/>
                  </a:lnTo>
                  <a:lnTo>
                    <a:pt x="211" y="291"/>
                  </a:lnTo>
                  <a:lnTo>
                    <a:pt x="209" y="291"/>
                  </a:lnTo>
                  <a:lnTo>
                    <a:pt x="209" y="291"/>
                  </a:lnTo>
                  <a:lnTo>
                    <a:pt x="209" y="294"/>
                  </a:lnTo>
                  <a:lnTo>
                    <a:pt x="209" y="294"/>
                  </a:lnTo>
                  <a:lnTo>
                    <a:pt x="209" y="296"/>
                  </a:lnTo>
                  <a:lnTo>
                    <a:pt x="209" y="296"/>
                  </a:lnTo>
                  <a:lnTo>
                    <a:pt x="206" y="296"/>
                  </a:lnTo>
                  <a:lnTo>
                    <a:pt x="206" y="296"/>
                  </a:lnTo>
                  <a:lnTo>
                    <a:pt x="204" y="296"/>
                  </a:lnTo>
                  <a:lnTo>
                    <a:pt x="204" y="296"/>
                  </a:lnTo>
                  <a:lnTo>
                    <a:pt x="204" y="294"/>
                  </a:lnTo>
                  <a:lnTo>
                    <a:pt x="204" y="294"/>
                  </a:lnTo>
                  <a:lnTo>
                    <a:pt x="204" y="294"/>
                  </a:lnTo>
                  <a:lnTo>
                    <a:pt x="204" y="291"/>
                  </a:lnTo>
                  <a:lnTo>
                    <a:pt x="201" y="291"/>
                  </a:lnTo>
                  <a:lnTo>
                    <a:pt x="201" y="291"/>
                  </a:lnTo>
                  <a:lnTo>
                    <a:pt x="201" y="291"/>
                  </a:lnTo>
                  <a:lnTo>
                    <a:pt x="201" y="289"/>
                  </a:lnTo>
                  <a:lnTo>
                    <a:pt x="201" y="289"/>
                  </a:lnTo>
                  <a:lnTo>
                    <a:pt x="201" y="289"/>
                  </a:lnTo>
                  <a:lnTo>
                    <a:pt x="199" y="289"/>
                  </a:lnTo>
                  <a:lnTo>
                    <a:pt x="199" y="287"/>
                  </a:lnTo>
                  <a:lnTo>
                    <a:pt x="199" y="287"/>
                  </a:lnTo>
                  <a:lnTo>
                    <a:pt x="199" y="287"/>
                  </a:lnTo>
                  <a:lnTo>
                    <a:pt x="199" y="284"/>
                  </a:lnTo>
                  <a:lnTo>
                    <a:pt x="197" y="284"/>
                  </a:lnTo>
                  <a:lnTo>
                    <a:pt x="197" y="284"/>
                  </a:lnTo>
                  <a:lnTo>
                    <a:pt x="197" y="284"/>
                  </a:lnTo>
                  <a:lnTo>
                    <a:pt x="197" y="284"/>
                  </a:lnTo>
                  <a:lnTo>
                    <a:pt x="197" y="284"/>
                  </a:lnTo>
                  <a:lnTo>
                    <a:pt x="194" y="284"/>
                  </a:lnTo>
                  <a:lnTo>
                    <a:pt x="194" y="284"/>
                  </a:lnTo>
                  <a:lnTo>
                    <a:pt x="194" y="282"/>
                  </a:lnTo>
                  <a:lnTo>
                    <a:pt x="194" y="282"/>
                  </a:lnTo>
                  <a:lnTo>
                    <a:pt x="194" y="282"/>
                  </a:lnTo>
                  <a:lnTo>
                    <a:pt x="194" y="280"/>
                  </a:lnTo>
                  <a:lnTo>
                    <a:pt x="192" y="280"/>
                  </a:lnTo>
                  <a:lnTo>
                    <a:pt x="192" y="280"/>
                  </a:lnTo>
                  <a:lnTo>
                    <a:pt x="192" y="280"/>
                  </a:lnTo>
                  <a:lnTo>
                    <a:pt x="192" y="277"/>
                  </a:lnTo>
                  <a:lnTo>
                    <a:pt x="192" y="277"/>
                  </a:lnTo>
                  <a:lnTo>
                    <a:pt x="190" y="277"/>
                  </a:lnTo>
                  <a:lnTo>
                    <a:pt x="190" y="277"/>
                  </a:lnTo>
                  <a:lnTo>
                    <a:pt x="190" y="275"/>
                  </a:lnTo>
                  <a:lnTo>
                    <a:pt x="190" y="275"/>
                  </a:lnTo>
                  <a:lnTo>
                    <a:pt x="190" y="275"/>
                  </a:lnTo>
                  <a:lnTo>
                    <a:pt x="190" y="275"/>
                  </a:lnTo>
                  <a:lnTo>
                    <a:pt x="187" y="275"/>
                  </a:lnTo>
                  <a:lnTo>
                    <a:pt x="187" y="275"/>
                  </a:lnTo>
                  <a:lnTo>
                    <a:pt x="187" y="273"/>
                  </a:lnTo>
                  <a:lnTo>
                    <a:pt x="187" y="273"/>
                  </a:lnTo>
                  <a:lnTo>
                    <a:pt x="187" y="273"/>
                  </a:lnTo>
                  <a:lnTo>
                    <a:pt x="187" y="270"/>
                  </a:lnTo>
                  <a:lnTo>
                    <a:pt x="185" y="270"/>
                  </a:lnTo>
                  <a:lnTo>
                    <a:pt x="185" y="270"/>
                  </a:lnTo>
                  <a:lnTo>
                    <a:pt x="185" y="270"/>
                  </a:lnTo>
                  <a:lnTo>
                    <a:pt x="183" y="270"/>
                  </a:lnTo>
                  <a:lnTo>
                    <a:pt x="183" y="270"/>
                  </a:lnTo>
                  <a:lnTo>
                    <a:pt x="183" y="268"/>
                  </a:lnTo>
                  <a:lnTo>
                    <a:pt x="183" y="268"/>
                  </a:lnTo>
                  <a:lnTo>
                    <a:pt x="180" y="268"/>
                  </a:lnTo>
                  <a:lnTo>
                    <a:pt x="180" y="268"/>
                  </a:lnTo>
                  <a:lnTo>
                    <a:pt x="180" y="268"/>
                  </a:lnTo>
                  <a:lnTo>
                    <a:pt x="178" y="268"/>
                  </a:lnTo>
                  <a:lnTo>
                    <a:pt x="178" y="265"/>
                  </a:lnTo>
                  <a:lnTo>
                    <a:pt x="178" y="265"/>
                  </a:lnTo>
                  <a:lnTo>
                    <a:pt x="178" y="265"/>
                  </a:lnTo>
                  <a:lnTo>
                    <a:pt x="178" y="265"/>
                  </a:lnTo>
                  <a:lnTo>
                    <a:pt x="178" y="265"/>
                  </a:lnTo>
                  <a:lnTo>
                    <a:pt x="175" y="265"/>
                  </a:lnTo>
                  <a:lnTo>
                    <a:pt x="175" y="263"/>
                  </a:lnTo>
                  <a:lnTo>
                    <a:pt x="175" y="263"/>
                  </a:lnTo>
                  <a:lnTo>
                    <a:pt x="175" y="263"/>
                  </a:lnTo>
                  <a:lnTo>
                    <a:pt x="175" y="263"/>
                  </a:lnTo>
                  <a:lnTo>
                    <a:pt x="175" y="261"/>
                  </a:lnTo>
                  <a:lnTo>
                    <a:pt x="173" y="261"/>
                  </a:lnTo>
                  <a:lnTo>
                    <a:pt x="173" y="261"/>
                  </a:lnTo>
                  <a:lnTo>
                    <a:pt x="173" y="261"/>
                  </a:lnTo>
                  <a:lnTo>
                    <a:pt x="171" y="261"/>
                  </a:lnTo>
                  <a:lnTo>
                    <a:pt x="171" y="258"/>
                  </a:lnTo>
                  <a:lnTo>
                    <a:pt x="171" y="258"/>
                  </a:lnTo>
                  <a:lnTo>
                    <a:pt x="171" y="258"/>
                  </a:lnTo>
                  <a:lnTo>
                    <a:pt x="168" y="258"/>
                  </a:lnTo>
                  <a:lnTo>
                    <a:pt x="168" y="258"/>
                  </a:lnTo>
                  <a:lnTo>
                    <a:pt x="168" y="258"/>
                  </a:lnTo>
                  <a:lnTo>
                    <a:pt x="168" y="256"/>
                  </a:lnTo>
                  <a:lnTo>
                    <a:pt x="168" y="256"/>
                  </a:lnTo>
                  <a:lnTo>
                    <a:pt x="168" y="256"/>
                  </a:lnTo>
                  <a:lnTo>
                    <a:pt x="166" y="256"/>
                  </a:lnTo>
                  <a:lnTo>
                    <a:pt x="166" y="256"/>
                  </a:lnTo>
                  <a:lnTo>
                    <a:pt x="166" y="256"/>
                  </a:lnTo>
                  <a:lnTo>
                    <a:pt x="166" y="254"/>
                  </a:lnTo>
                  <a:lnTo>
                    <a:pt x="164" y="254"/>
                  </a:lnTo>
                  <a:lnTo>
                    <a:pt x="164" y="254"/>
                  </a:lnTo>
                  <a:lnTo>
                    <a:pt x="164" y="254"/>
                  </a:lnTo>
                  <a:lnTo>
                    <a:pt x="164" y="254"/>
                  </a:lnTo>
                  <a:lnTo>
                    <a:pt x="164" y="251"/>
                  </a:lnTo>
                  <a:lnTo>
                    <a:pt x="161" y="251"/>
                  </a:lnTo>
                  <a:lnTo>
                    <a:pt x="161" y="251"/>
                  </a:lnTo>
                  <a:lnTo>
                    <a:pt x="161" y="251"/>
                  </a:lnTo>
                  <a:lnTo>
                    <a:pt x="161" y="249"/>
                  </a:lnTo>
                  <a:lnTo>
                    <a:pt x="161" y="249"/>
                  </a:lnTo>
                  <a:lnTo>
                    <a:pt x="159" y="249"/>
                  </a:lnTo>
                  <a:lnTo>
                    <a:pt x="159" y="249"/>
                  </a:lnTo>
                  <a:lnTo>
                    <a:pt x="159" y="249"/>
                  </a:lnTo>
                  <a:lnTo>
                    <a:pt x="159" y="246"/>
                  </a:lnTo>
                  <a:lnTo>
                    <a:pt x="156" y="246"/>
                  </a:lnTo>
                  <a:lnTo>
                    <a:pt x="156" y="246"/>
                  </a:lnTo>
                  <a:lnTo>
                    <a:pt x="156" y="246"/>
                  </a:lnTo>
                  <a:lnTo>
                    <a:pt x="156" y="246"/>
                  </a:lnTo>
                  <a:lnTo>
                    <a:pt x="156" y="246"/>
                  </a:lnTo>
                  <a:lnTo>
                    <a:pt x="154" y="246"/>
                  </a:lnTo>
                  <a:lnTo>
                    <a:pt x="154" y="244"/>
                  </a:lnTo>
                  <a:lnTo>
                    <a:pt x="154" y="244"/>
                  </a:lnTo>
                  <a:lnTo>
                    <a:pt x="154" y="242"/>
                  </a:lnTo>
                  <a:lnTo>
                    <a:pt x="154" y="242"/>
                  </a:lnTo>
                  <a:lnTo>
                    <a:pt x="154" y="242"/>
                  </a:lnTo>
                  <a:lnTo>
                    <a:pt x="154" y="239"/>
                  </a:lnTo>
                  <a:lnTo>
                    <a:pt x="154" y="239"/>
                  </a:lnTo>
                  <a:lnTo>
                    <a:pt x="154" y="237"/>
                  </a:lnTo>
                  <a:lnTo>
                    <a:pt x="154" y="237"/>
                  </a:lnTo>
                  <a:lnTo>
                    <a:pt x="154" y="237"/>
                  </a:lnTo>
                  <a:lnTo>
                    <a:pt x="154" y="237"/>
                  </a:lnTo>
                  <a:lnTo>
                    <a:pt x="152" y="237"/>
                  </a:lnTo>
                  <a:lnTo>
                    <a:pt x="152" y="235"/>
                  </a:lnTo>
                  <a:lnTo>
                    <a:pt x="152" y="235"/>
                  </a:lnTo>
                  <a:lnTo>
                    <a:pt x="149" y="235"/>
                  </a:lnTo>
                  <a:lnTo>
                    <a:pt x="149" y="235"/>
                  </a:lnTo>
                  <a:lnTo>
                    <a:pt x="149" y="235"/>
                  </a:lnTo>
                  <a:lnTo>
                    <a:pt x="149" y="235"/>
                  </a:lnTo>
                  <a:lnTo>
                    <a:pt x="149" y="232"/>
                  </a:lnTo>
                  <a:lnTo>
                    <a:pt x="147" y="232"/>
                  </a:lnTo>
                  <a:lnTo>
                    <a:pt x="147" y="232"/>
                  </a:lnTo>
                  <a:lnTo>
                    <a:pt x="147" y="232"/>
                  </a:lnTo>
                  <a:lnTo>
                    <a:pt x="147" y="230"/>
                  </a:lnTo>
                  <a:lnTo>
                    <a:pt x="147" y="230"/>
                  </a:lnTo>
                  <a:lnTo>
                    <a:pt x="145" y="230"/>
                  </a:lnTo>
                  <a:lnTo>
                    <a:pt x="145" y="230"/>
                  </a:lnTo>
                  <a:lnTo>
                    <a:pt x="145" y="230"/>
                  </a:lnTo>
                  <a:lnTo>
                    <a:pt x="145" y="227"/>
                  </a:lnTo>
                  <a:lnTo>
                    <a:pt x="142" y="227"/>
                  </a:lnTo>
                  <a:lnTo>
                    <a:pt x="142" y="227"/>
                  </a:lnTo>
                  <a:lnTo>
                    <a:pt x="142" y="227"/>
                  </a:lnTo>
                  <a:lnTo>
                    <a:pt x="142" y="227"/>
                  </a:lnTo>
                  <a:lnTo>
                    <a:pt x="142" y="225"/>
                  </a:lnTo>
                  <a:lnTo>
                    <a:pt x="140" y="225"/>
                  </a:lnTo>
                  <a:lnTo>
                    <a:pt x="140" y="225"/>
                  </a:lnTo>
                  <a:lnTo>
                    <a:pt x="140" y="225"/>
                  </a:lnTo>
                  <a:lnTo>
                    <a:pt x="140" y="225"/>
                  </a:lnTo>
                  <a:lnTo>
                    <a:pt x="138" y="225"/>
                  </a:lnTo>
                  <a:lnTo>
                    <a:pt x="138" y="223"/>
                  </a:lnTo>
                  <a:lnTo>
                    <a:pt x="138" y="223"/>
                  </a:lnTo>
                  <a:lnTo>
                    <a:pt x="138" y="223"/>
                  </a:lnTo>
                  <a:lnTo>
                    <a:pt x="138" y="220"/>
                  </a:lnTo>
                  <a:lnTo>
                    <a:pt x="138" y="220"/>
                  </a:lnTo>
                  <a:lnTo>
                    <a:pt x="138" y="220"/>
                  </a:lnTo>
                  <a:lnTo>
                    <a:pt x="138" y="218"/>
                  </a:lnTo>
                  <a:lnTo>
                    <a:pt x="135" y="218"/>
                  </a:lnTo>
                  <a:lnTo>
                    <a:pt x="135" y="218"/>
                  </a:lnTo>
                  <a:lnTo>
                    <a:pt x="135" y="216"/>
                  </a:lnTo>
                  <a:lnTo>
                    <a:pt x="135" y="216"/>
                  </a:lnTo>
                  <a:lnTo>
                    <a:pt x="135" y="216"/>
                  </a:lnTo>
                  <a:lnTo>
                    <a:pt x="135" y="216"/>
                  </a:lnTo>
                  <a:lnTo>
                    <a:pt x="135" y="216"/>
                  </a:lnTo>
                  <a:lnTo>
                    <a:pt x="135" y="213"/>
                  </a:lnTo>
                  <a:lnTo>
                    <a:pt x="133" y="213"/>
                  </a:lnTo>
                  <a:lnTo>
                    <a:pt x="133" y="213"/>
                  </a:lnTo>
                  <a:lnTo>
                    <a:pt x="133" y="213"/>
                  </a:lnTo>
                  <a:lnTo>
                    <a:pt x="133" y="211"/>
                  </a:lnTo>
                  <a:lnTo>
                    <a:pt x="130" y="211"/>
                  </a:lnTo>
                  <a:lnTo>
                    <a:pt x="130" y="211"/>
                  </a:lnTo>
                  <a:lnTo>
                    <a:pt x="130" y="211"/>
                  </a:lnTo>
                  <a:lnTo>
                    <a:pt x="130" y="211"/>
                  </a:lnTo>
                  <a:lnTo>
                    <a:pt x="130" y="209"/>
                  </a:lnTo>
                  <a:lnTo>
                    <a:pt x="128" y="209"/>
                  </a:lnTo>
                  <a:lnTo>
                    <a:pt x="128" y="209"/>
                  </a:lnTo>
                  <a:lnTo>
                    <a:pt x="128" y="209"/>
                  </a:lnTo>
                  <a:lnTo>
                    <a:pt x="128" y="206"/>
                  </a:lnTo>
                  <a:lnTo>
                    <a:pt x="128" y="206"/>
                  </a:lnTo>
                  <a:lnTo>
                    <a:pt x="128" y="206"/>
                  </a:lnTo>
                  <a:lnTo>
                    <a:pt x="128" y="206"/>
                  </a:lnTo>
                  <a:lnTo>
                    <a:pt x="126" y="206"/>
                  </a:lnTo>
                  <a:lnTo>
                    <a:pt x="126" y="204"/>
                  </a:lnTo>
                  <a:lnTo>
                    <a:pt x="126" y="204"/>
                  </a:lnTo>
                  <a:lnTo>
                    <a:pt x="126" y="204"/>
                  </a:lnTo>
                  <a:lnTo>
                    <a:pt x="126" y="201"/>
                  </a:lnTo>
                  <a:lnTo>
                    <a:pt x="126" y="201"/>
                  </a:lnTo>
                  <a:lnTo>
                    <a:pt x="123" y="201"/>
                  </a:lnTo>
                  <a:lnTo>
                    <a:pt x="123" y="199"/>
                  </a:lnTo>
                  <a:lnTo>
                    <a:pt x="123" y="199"/>
                  </a:lnTo>
                  <a:lnTo>
                    <a:pt x="123" y="199"/>
                  </a:lnTo>
                  <a:lnTo>
                    <a:pt x="123" y="197"/>
                  </a:lnTo>
                  <a:lnTo>
                    <a:pt x="123" y="197"/>
                  </a:lnTo>
                  <a:lnTo>
                    <a:pt x="123" y="197"/>
                  </a:lnTo>
                  <a:lnTo>
                    <a:pt x="126" y="197"/>
                  </a:lnTo>
                  <a:lnTo>
                    <a:pt x="126" y="197"/>
                  </a:lnTo>
                  <a:lnTo>
                    <a:pt x="123" y="197"/>
                  </a:lnTo>
                  <a:lnTo>
                    <a:pt x="123" y="194"/>
                  </a:lnTo>
                  <a:lnTo>
                    <a:pt x="123" y="194"/>
                  </a:lnTo>
                  <a:lnTo>
                    <a:pt x="123" y="192"/>
                  </a:lnTo>
                  <a:lnTo>
                    <a:pt x="123" y="192"/>
                  </a:lnTo>
                  <a:lnTo>
                    <a:pt x="123" y="192"/>
                  </a:lnTo>
                  <a:lnTo>
                    <a:pt x="123" y="190"/>
                  </a:lnTo>
                  <a:lnTo>
                    <a:pt x="123" y="190"/>
                  </a:lnTo>
                  <a:lnTo>
                    <a:pt x="123" y="190"/>
                  </a:lnTo>
                  <a:lnTo>
                    <a:pt x="121" y="190"/>
                  </a:lnTo>
                  <a:lnTo>
                    <a:pt x="121" y="187"/>
                  </a:lnTo>
                  <a:lnTo>
                    <a:pt x="121" y="187"/>
                  </a:lnTo>
                  <a:lnTo>
                    <a:pt x="121" y="187"/>
                  </a:lnTo>
                  <a:lnTo>
                    <a:pt x="121" y="187"/>
                  </a:lnTo>
                  <a:lnTo>
                    <a:pt x="121" y="187"/>
                  </a:lnTo>
                  <a:lnTo>
                    <a:pt x="121" y="185"/>
                  </a:lnTo>
                  <a:lnTo>
                    <a:pt x="121" y="185"/>
                  </a:lnTo>
                  <a:lnTo>
                    <a:pt x="119" y="185"/>
                  </a:lnTo>
                  <a:lnTo>
                    <a:pt x="119" y="182"/>
                  </a:lnTo>
                  <a:lnTo>
                    <a:pt x="119" y="182"/>
                  </a:lnTo>
                  <a:lnTo>
                    <a:pt x="119" y="182"/>
                  </a:lnTo>
                  <a:lnTo>
                    <a:pt x="119" y="180"/>
                  </a:lnTo>
                  <a:lnTo>
                    <a:pt x="119" y="180"/>
                  </a:lnTo>
                  <a:lnTo>
                    <a:pt x="119" y="178"/>
                  </a:lnTo>
                  <a:lnTo>
                    <a:pt x="119" y="178"/>
                  </a:lnTo>
                  <a:lnTo>
                    <a:pt x="116" y="178"/>
                  </a:lnTo>
                  <a:lnTo>
                    <a:pt x="116" y="178"/>
                  </a:lnTo>
                  <a:lnTo>
                    <a:pt x="116" y="178"/>
                  </a:lnTo>
                  <a:lnTo>
                    <a:pt x="116" y="178"/>
                  </a:lnTo>
                  <a:lnTo>
                    <a:pt x="114" y="178"/>
                  </a:lnTo>
                  <a:lnTo>
                    <a:pt x="114" y="175"/>
                  </a:lnTo>
                  <a:lnTo>
                    <a:pt x="114" y="175"/>
                  </a:lnTo>
                  <a:lnTo>
                    <a:pt x="114" y="175"/>
                  </a:lnTo>
                  <a:lnTo>
                    <a:pt x="114" y="175"/>
                  </a:lnTo>
                  <a:lnTo>
                    <a:pt x="114" y="173"/>
                  </a:lnTo>
                  <a:lnTo>
                    <a:pt x="114" y="173"/>
                  </a:lnTo>
                  <a:lnTo>
                    <a:pt x="114" y="173"/>
                  </a:lnTo>
                  <a:lnTo>
                    <a:pt x="114" y="171"/>
                  </a:lnTo>
                  <a:lnTo>
                    <a:pt x="114" y="171"/>
                  </a:lnTo>
                  <a:lnTo>
                    <a:pt x="114" y="168"/>
                  </a:lnTo>
                  <a:lnTo>
                    <a:pt x="114" y="168"/>
                  </a:lnTo>
                  <a:lnTo>
                    <a:pt x="114" y="166"/>
                  </a:lnTo>
                  <a:lnTo>
                    <a:pt x="114" y="166"/>
                  </a:lnTo>
                  <a:lnTo>
                    <a:pt x="114" y="166"/>
                  </a:lnTo>
                  <a:lnTo>
                    <a:pt x="114" y="166"/>
                  </a:lnTo>
                  <a:lnTo>
                    <a:pt x="111" y="166"/>
                  </a:lnTo>
                  <a:lnTo>
                    <a:pt x="111" y="163"/>
                  </a:lnTo>
                  <a:lnTo>
                    <a:pt x="111" y="163"/>
                  </a:lnTo>
                  <a:lnTo>
                    <a:pt x="111" y="163"/>
                  </a:lnTo>
                  <a:lnTo>
                    <a:pt x="109" y="163"/>
                  </a:lnTo>
                  <a:lnTo>
                    <a:pt x="109" y="161"/>
                  </a:lnTo>
                  <a:lnTo>
                    <a:pt x="109" y="161"/>
                  </a:lnTo>
                  <a:lnTo>
                    <a:pt x="109" y="161"/>
                  </a:lnTo>
                  <a:lnTo>
                    <a:pt x="109" y="161"/>
                  </a:lnTo>
                  <a:lnTo>
                    <a:pt x="109" y="159"/>
                  </a:lnTo>
                  <a:lnTo>
                    <a:pt x="109" y="159"/>
                  </a:lnTo>
                  <a:lnTo>
                    <a:pt x="107" y="159"/>
                  </a:lnTo>
                  <a:lnTo>
                    <a:pt x="107" y="156"/>
                  </a:lnTo>
                  <a:lnTo>
                    <a:pt x="107" y="156"/>
                  </a:lnTo>
                  <a:lnTo>
                    <a:pt x="107" y="156"/>
                  </a:lnTo>
                  <a:lnTo>
                    <a:pt x="104" y="156"/>
                  </a:lnTo>
                  <a:lnTo>
                    <a:pt x="104" y="156"/>
                  </a:lnTo>
                  <a:lnTo>
                    <a:pt x="104" y="156"/>
                  </a:lnTo>
                  <a:lnTo>
                    <a:pt x="104" y="154"/>
                  </a:lnTo>
                  <a:lnTo>
                    <a:pt x="104" y="154"/>
                  </a:lnTo>
                  <a:lnTo>
                    <a:pt x="104" y="154"/>
                  </a:lnTo>
                  <a:lnTo>
                    <a:pt x="102" y="154"/>
                  </a:lnTo>
                  <a:lnTo>
                    <a:pt x="102" y="152"/>
                  </a:lnTo>
                  <a:lnTo>
                    <a:pt x="102" y="152"/>
                  </a:lnTo>
                  <a:lnTo>
                    <a:pt x="102" y="152"/>
                  </a:lnTo>
                  <a:lnTo>
                    <a:pt x="102" y="149"/>
                  </a:lnTo>
                  <a:lnTo>
                    <a:pt x="102" y="149"/>
                  </a:lnTo>
                  <a:lnTo>
                    <a:pt x="102" y="149"/>
                  </a:lnTo>
                  <a:lnTo>
                    <a:pt x="102" y="147"/>
                  </a:lnTo>
                  <a:lnTo>
                    <a:pt x="100" y="147"/>
                  </a:lnTo>
                  <a:lnTo>
                    <a:pt x="100" y="147"/>
                  </a:lnTo>
                  <a:lnTo>
                    <a:pt x="102" y="147"/>
                  </a:lnTo>
                  <a:lnTo>
                    <a:pt x="102" y="147"/>
                  </a:lnTo>
                  <a:lnTo>
                    <a:pt x="100" y="147"/>
                  </a:lnTo>
                  <a:lnTo>
                    <a:pt x="100" y="145"/>
                  </a:lnTo>
                  <a:lnTo>
                    <a:pt x="100" y="145"/>
                  </a:lnTo>
                  <a:lnTo>
                    <a:pt x="100" y="145"/>
                  </a:lnTo>
                  <a:lnTo>
                    <a:pt x="97" y="145"/>
                  </a:lnTo>
                  <a:lnTo>
                    <a:pt x="97" y="142"/>
                  </a:lnTo>
                  <a:lnTo>
                    <a:pt x="97" y="142"/>
                  </a:lnTo>
                  <a:lnTo>
                    <a:pt x="97" y="142"/>
                  </a:lnTo>
                  <a:lnTo>
                    <a:pt x="97" y="142"/>
                  </a:lnTo>
                  <a:lnTo>
                    <a:pt x="95" y="142"/>
                  </a:lnTo>
                  <a:lnTo>
                    <a:pt x="95" y="142"/>
                  </a:lnTo>
                  <a:lnTo>
                    <a:pt x="95" y="140"/>
                  </a:lnTo>
                  <a:lnTo>
                    <a:pt x="95" y="140"/>
                  </a:lnTo>
                  <a:lnTo>
                    <a:pt x="93" y="140"/>
                  </a:lnTo>
                  <a:lnTo>
                    <a:pt x="93" y="140"/>
                  </a:lnTo>
                  <a:lnTo>
                    <a:pt x="93" y="140"/>
                  </a:lnTo>
                  <a:lnTo>
                    <a:pt x="90" y="140"/>
                  </a:lnTo>
                  <a:lnTo>
                    <a:pt x="90" y="140"/>
                  </a:lnTo>
                  <a:lnTo>
                    <a:pt x="90" y="140"/>
                  </a:lnTo>
                  <a:lnTo>
                    <a:pt x="90" y="140"/>
                  </a:lnTo>
                  <a:lnTo>
                    <a:pt x="90" y="137"/>
                  </a:lnTo>
                  <a:lnTo>
                    <a:pt x="90" y="137"/>
                  </a:lnTo>
                  <a:lnTo>
                    <a:pt x="88" y="137"/>
                  </a:lnTo>
                  <a:lnTo>
                    <a:pt x="88" y="137"/>
                  </a:lnTo>
                  <a:lnTo>
                    <a:pt x="88" y="137"/>
                  </a:lnTo>
                  <a:lnTo>
                    <a:pt x="88" y="137"/>
                  </a:lnTo>
                  <a:lnTo>
                    <a:pt x="88" y="137"/>
                  </a:lnTo>
                  <a:lnTo>
                    <a:pt x="88" y="135"/>
                  </a:lnTo>
                  <a:lnTo>
                    <a:pt x="88" y="135"/>
                  </a:lnTo>
                  <a:lnTo>
                    <a:pt x="88" y="135"/>
                  </a:lnTo>
                  <a:lnTo>
                    <a:pt x="88" y="133"/>
                  </a:lnTo>
                  <a:lnTo>
                    <a:pt x="88" y="133"/>
                  </a:lnTo>
                  <a:lnTo>
                    <a:pt x="88" y="133"/>
                  </a:lnTo>
                  <a:lnTo>
                    <a:pt x="88" y="130"/>
                  </a:lnTo>
                  <a:lnTo>
                    <a:pt x="88" y="130"/>
                  </a:lnTo>
                  <a:lnTo>
                    <a:pt x="88" y="128"/>
                  </a:lnTo>
                  <a:lnTo>
                    <a:pt x="85" y="128"/>
                  </a:lnTo>
                  <a:lnTo>
                    <a:pt x="85" y="128"/>
                  </a:lnTo>
                  <a:lnTo>
                    <a:pt x="85" y="128"/>
                  </a:lnTo>
                  <a:lnTo>
                    <a:pt x="85" y="126"/>
                  </a:lnTo>
                  <a:lnTo>
                    <a:pt x="85" y="126"/>
                  </a:lnTo>
                  <a:lnTo>
                    <a:pt x="85" y="126"/>
                  </a:lnTo>
                  <a:lnTo>
                    <a:pt x="85" y="123"/>
                  </a:lnTo>
                  <a:lnTo>
                    <a:pt x="83" y="123"/>
                  </a:lnTo>
                  <a:lnTo>
                    <a:pt x="83" y="123"/>
                  </a:lnTo>
                  <a:lnTo>
                    <a:pt x="83" y="123"/>
                  </a:lnTo>
                  <a:lnTo>
                    <a:pt x="83" y="121"/>
                  </a:lnTo>
                  <a:lnTo>
                    <a:pt x="83" y="121"/>
                  </a:lnTo>
                  <a:lnTo>
                    <a:pt x="83" y="118"/>
                  </a:lnTo>
                  <a:lnTo>
                    <a:pt x="83" y="118"/>
                  </a:lnTo>
                  <a:lnTo>
                    <a:pt x="83" y="118"/>
                  </a:lnTo>
                  <a:lnTo>
                    <a:pt x="83" y="116"/>
                  </a:lnTo>
                  <a:lnTo>
                    <a:pt x="83" y="116"/>
                  </a:lnTo>
                  <a:lnTo>
                    <a:pt x="83" y="116"/>
                  </a:lnTo>
                  <a:lnTo>
                    <a:pt x="83" y="114"/>
                  </a:lnTo>
                  <a:lnTo>
                    <a:pt x="81" y="114"/>
                  </a:lnTo>
                  <a:lnTo>
                    <a:pt x="81" y="114"/>
                  </a:lnTo>
                  <a:lnTo>
                    <a:pt x="81" y="111"/>
                  </a:lnTo>
                  <a:lnTo>
                    <a:pt x="81" y="111"/>
                  </a:lnTo>
                  <a:lnTo>
                    <a:pt x="81" y="111"/>
                  </a:lnTo>
                  <a:lnTo>
                    <a:pt x="81" y="111"/>
                  </a:lnTo>
                  <a:lnTo>
                    <a:pt x="81" y="109"/>
                  </a:lnTo>
                  <a:lnTo>
                    <a:pt x="81" y="109"/>
                  </a:lnTo>
                  <a:lnTo>
                    <a:pt x="81" y="109"/>
                  </a:lnTo>
                  <a:lnTo>
                    <a:pt x="81" y="109"/>
                  </a:lnTo>
                  <a:lnTo>
                    <a:pt x="81" y="107"/>
                  </a:lnTo>
                  <a:lnTo>
                    <a:pt x="81" y="107"/>
                  </a:lnTo>
                  <a:lnTo>
                    <a:pt x="81" y="107"/>
                  </a:lnTo>
                  <a:lnTo>
                    <a:pt x="78" y="107"/>
                  </a:lnTo>
                  <a:lnTo>
                    <a:pt x="78" y="104"/>
                  </a:lnTo>
                  <a:lnTo>
                    <a:pt x="78" y="104"/>
                  </a:lnTo>
                  <a:lnTo>
                    <a:pt x="81" y="104"/>
                  </a:lnTo>
                  <a:lnTo>
                    <a:pt x="81" y="104"/>
                  </a:lnTo>
                  <a:lnTo>
                    <a:pt x="81" y="102"/>
                  </a:lnTo>
                  <a:lnTo>
                    <a:pt x="81" y="102"/>
                  </a:lnTo>
                  <a:lnTo>
                    <a:pt x="81" y="102"/>
                  </a:lnTo>
                  <a:lnTo>
                    <a:pt x="81" y="100"/>
                  </a:lnTo>
                  <a:lnTo>
                    <a:pt x="78" y="100"/>
                  </a:lnTo>
                  <a:lnTo>
                    <a:pt x="78" y="100"/>
                  </a:lnTo>
                  <a:lnTo>
                    <a:pt x="78" y="100"/>
                  </a:lnTo>
                  <a:lnTo>
                    <a:pt x="76" y="100"/>
                  </a:lnTo>
                  <a:lnTo>
                    <a:pt x="76" y="97"/>
                  </a:lnTo>
                  <a:lnTo>
                    <a:pt x="76" y="97"/>
                  </a:lnTo>
                  <a:lnTo>
                    <a:pt x="76" y="97"/>
                  </a:lnTo>
                  <a:lnTo>
                    <a:pt x="76" y="97"/>
                  </a:lnTo>
                  <a:lnTo>
                    <a:pt x="76" y="97"/>
                  </a:lnTo>
                  <a:lnTo>
                    <a:pt x="74" y="97"/>
                  </a:lnTo>
                  <a:lnTo>
                    <a:pt x="74" y="95"/>
                  </a:lnTo>
                  <a:lnTo>
                    <a:pt x="74" y="95"/>
                  </a:lnTo>
                  <a:lnTo>
                    <a:pt x="74" y="95"/>
                  </a:lnTo>
                  <a:lnTo>
                    <a:pt x="71" y="95"/>
                  </a:lnTo>
                  <a:lnTo>
                    <a:pt x="71" y="92"/>
                  </a:lnTo>
                  <a:lnTo>
                    <a:pt x="71" y="92"/>
                  </a:lnTo>
                  <a:lnTo>
                    <a:pt x="71" y="95"/>
                  </a:lnTo>
                  <a:lnTo>
                    <a:pt x="71" y="95"/>
                  </a:lnTo>
                  <a:lnTo>
                    <a:pt x="71" y="92"/>
                  </a:lnTo>
                  <a:lnTo>
                    <a:pt x="69" y="92"/>
                  </a:lnTo>
                  <a:lnTo>
                    <a:pt x="69" y="92"/>
                  </a:lnTo>
                  <a:lnTo>
                    <a:pt x="69" y="92"/>
                  </a:lnTo>
                  <a:lnTo>
                    <a:pt x="69" y="92"/>
                  </a:lnTo>
                  <a:lnTo>
                    <a:pt x="69" y="90"/>
                  </a:lnTo>
                  <a:lnTo>
                    <a:pt x="67" y="90"/>
                  </a:lnTo>
                  <a:lnTo>
                    <a:pt x="67" y="90"/>
                  </a:lnTo>
                  <a:lnTo>
                    <a:pt x="67" y="90"/>
                  </a:lnTo>
                  <a:lnTo>
                    <a:pt x="67" y="88"/>
                  </a:lnTo>
                  <a:lnTo>
                    <a:pt x="64" y="88"/>
                  </a:lnTo>
                  <a:lnTo>
                    <a:pt x="64" y="88"/>
                  </a:lnTo>
                  <a:lnTo>
                    <a:pt x="64" y="88"/>
                  </a:lnTo>
                  <a:lnTo>
                    <a:pt x="64" y="88"/>
                  </a:lnTo>
                  <a:lnTo>
                    <a:pt x="62" y="88"/>
                  </a:lnTo>
                  <a:lnTo>
                    <a:pt x="62" y="88"/>
                  </a:lnTo>
                  <a:lnTo>
                    <a:pt x="62" y="88"/>
                  </a:lnTo>
                  <a:lnTo>
                    <a:pt x="62" y="88"/>
                  </a:lnTo>
                  <a:lnTo>
                    <a:pt x="62" y="88"/>
                  </a:lnTo>
                  <a:lnTo>
                    <a:pt x="59" y="88"/>
                  </a:lnTo>
                  <a:lnTo>
                    <a:pt x="59" y="88"/>
                  </a:lnTo>
                  <a:lnTo>
                    <a:pt x="59" y="88"/>
                  </a:lnTo>
                  <a:lnTo>
                    <a:pt x="59" y="88"/>
                  </a:lnTo>
                  <a:lnTo>
                    <a:pt x="57" y="88"/>
                  </a:lnTo>
                  <a:lnTo>
                    <a:pt x="57" y="88"/>
                  </a:lnTo>
                  <a:lnTo>
                    <a:pt x="57" y="88"/>
                  </a:lnTo>
                  <a:lnTo>
                    <a:pt x="57" y="85"/>
                  </a:lnTo>
                  <a:lnTo>
                    <a:pt x="57" y="85"/>
                  </a:lnTo>
                  <a:lnTo>
                    <a:pt x="57" y="85"/>
                  </a:lnTo>
                  <a:lnTo>
                    <a:pt x="57" y="83"/>
                  </a:lnTo>
                  <a:lnTo>
                    <a:pt x="55" y="83"/>
                  </a:lnTo>
                  <a:lnTo>
                    <a:pt x="55" y="83"/>
                  </a:lnTo>
                  <a:lnTo>
                    <a:pt x="55" y="81"/>
                  </a:lnTo>
                  <a:lnTo>
                    <a:pt x="55" y="81"/>
                  </a:lnTo>
                  <a:lnTo>
                    <a:pt x="55" y="78"/>
                  </a:lnTo>
                  <a:lnTo>
                    <a:pt x="55" y="78"/>
                  </a:lnTo>
                  <a:lnTo>
                    <a:pt x="55" y="78"/>
                  </a:lnTo>
                  <a:lnTo>
                    <a:pt x="55" y="76"/>
                  </a:lnTo>
                  <a:lnTo>
                    <a:pt x="55" y="76"/>
                  </a:lnTo>
                  <a:lnTo>
                    <a:pt x="55" y="73"/>
                  </a:lnTo>
                  <a:lnTo>
                    <a:pt x="55" y="73"/>
                  </a:lnTo>
                  <a:lnTo>
                    <a:pt x="55" y="73"/>
                  </a:lnTo>
                  <a:lnTo>
                    <a:pt x="55" y="71"/>
                  </a:lnTo>
                  <a:lnTo>
                    <a:pt x="55" y="71"/>
                  </a:lnTo>
                  <a:lnTo>
                    <a:pt x="55" y="71"/>
                  </a:lnTo>
                  <a:lnTo>
                    <a:pt x="52" y="71"/>
                  </a:lnTo>
                  <a:lnTo>
                    <a:pt x="52" y="71"/>
                  </a:lnTo>
                  <a:lnTo>
                    <a:pt x="52" y="69"/>
                  </a:lnTo>
                  <a:lnTo>
                    <a:pt x="50" y="69"/>
                  </a:lnTo>
                  <a:lnTo>
                    <a:pt x="50" y="69"/>
                  </a:lnTo>
                  <a:lnTo>
                    <a:pt x="50" y="69"/>
                  </a:lnTo>
                  <a:lnTo>
                    <a:pt x="50" y="69"/>
                  </a:lnTo>
                  <a:lnTo>
                    <a:pt x="50" y="69"/>
                  </a:lnTo>
                  <a:lnTo>
                    <a:pt x="48" y="69"/>
                  </a:lnTo>
                  <a:lnTo>
                    <a:pt x="48" y="66"/>
                  </a:lnTo>
                  <a:lnTo>
                    <a:pt x="48" y="66"/>
                  </a:lnTo>
                  <a:lnTo>
                    <a:pt x="48" y="64"/>
                  </a:lnTo>
                  <a:lnTo>
                    <a:pt x="48" y="64"/>
                  </a:lnTo>
                  <a:lnTo>
                    <a:pt x="48" y="64"/>
                  </a:lnTo>
                  <a:lnTo>
                    <a:pt x="48" y="62"/>
                  </a:lnTo>
                  <a:lnTo>
                    <a:pt x="48" y="62"/>
                  </a:lnTo>
                  <a:lnTo>
                    <a:pt x="45" y="62"/>
                  </a:lnTo>
                  <a:lnTo>
                    <a:pt x="45" y="62"/>
                  </a:lnTo>
                  <a:lnTo>
                    <a:pt x="45" y="62"/>
                  </a:lnTo>
                  <a:lnTo>
                    <a:pt x="45" y="59"/>
                  </a:lnTo>
                  <a:lnTo>
                    <a:pt x="43" y="59"/>
                  </a:lnTo>
                  <a:lnTo>
                    <a:pt x="43" y="59"/>
                  </a:lnTo>
                  <a:lnTo>
                    <a:pt x="43" y="59"/>
                  </a:lnTo>
                  <a:lnTo>
                    <a:pt x="43" y="59"/>
                  </a:lnTo>
                  <a:lnTo>
                    <a:pt x="43" y="57"/>
                  </a:lnTo>
                  <a:lnTo>
                    <a:pt x="43" y="57"/>
                  </a:lnTo>
                  <a:lnTo>
                    <a:pt x="43" y="57"/>
                  </a:lnTo>
                  <a:lnTo>
                    <a:pt x="43" y="54"/>
                  </a:lnTo>
                  <a:lnTo>
                    <a:pt x="43" y="54"/>
                  </a:lnTo>
                  <a:lnTo>
                    <a:pt x="40" y="54"/>
                  </a:lnTo>
                  <a:lnTo>
                    <a:pt x="40" y="54"/>
                  </a:lnTo>
                  <a:lnTo>
                    <a:pt x="40" y="52"/>
                  </a:lnTo>
                  <a:lnTo>
                    <a:pt x="40" y="52"/>
                  </a:lnTo>
                  <a:lnTo>
                    <a:pt x="40" y="52"/>
                  </a:lnTo>
                  <a:lnTo>
                    <a:pt x="40" y="50"/>
                  </a:lnTo>
                  <a:lnTo>
                    <a:pt x="38" y="50"/>
                  </a:lnTo>
                  <a:lnTo>
                    <a:pt x="38" y="50"/>
                  </a:lnTo>
                  <a:lnTo>
                    <a:pt x="38" y="50"/>
                  </a:lnTo>
                  <a:lnTo>
                    <a:pt x="36" y="50"/>
                  </a:lnTo>
                  <a:lnTo>
                    <a:pt x="36" y="50"/>
                  </a:lnTo>
                  <a:lnTo>
                    <a:pt x="36" y="50"/>
                  </a:lnTo>
                  <a:lnTo>
                    <a:pt x="33" y="50"/>
                  </a:lnTo>
                  <a:lnTo>
                    <a:pt x="33" y="50"/>
                  </a:lnTo>
                  <a:lnTo>
                    <a:pt x="31" y="50"/>
                  </a:lnTo>
                  <a:lnTo>
                    <a:pt x="31" y="50"/>
                  </a:lnTo>
                  <a:lnTo>
                    <a:pt x="31" y="50"/>
                  </a:lnTo>
                  <a:lnTo>
                    <a:pt x="31" y="47"/>
                  </a:lnTo>
                  <a:lnTo>
                    <a:pt x="29" y="47"/>
                  </a:lnTo>
                  <a:lnTo>
                    <a:pt x="29" y="47"/>
                  </a:lnTo>
                  <a:lnTo>
                    <a:pt x="29" y="47"/>
                  </a:lnTo>
                  <a:lnTo>
                    <a:pt x="29" y="47"/>
                  </a:lnTo>
                  <a:lnTo>
                    <a:pt x="29" y="47"/>
                  </a:lnTo>
                  <a:lnTo>
                    <a:pt x="29" y="45"/>
                  </a:lnTo>
                  <a:lnTo>
                    <a:pt x="29" y="45"/>
                  </a:lnTo>
                  <a:lnTo>
                    <a:pt x="26" y="45"/>
                  </a:lnTo>
                  <a:lnTo>
                    <a:pt x="26" y="43"/>
                  </a:lnTo>
                  <a:lnTo>
                    <a:pt x="26" y="43"/>
                  </a:lnTo>
                  <a:lnTo>
                    <a:pt x="26" y="43"/>
                  </a:lnTo>
                  <a:lnTo>
                    <a:pt x="24" y="43"/>
                  </a:lnTo>
                  <a:lnTo>
                    <a:pt x="24" y="40"/>
                  </a:lnTo>
                  <a:lnTo>
                    <a:pt x="24" y="40"/>
                  </a:lnTo>
                  <a:lnTo>
                    <a:pt x="24" y="40"/>
                  </a:lnTo>
                  <a:lnTo>
                    <a:pt x="24" y="40"/>
                  </a:lnTo>
                  <a:lnTo>
                    <a:pt x="24" y="38"/>
                  </a:lnTo>
                  <a:lnTo>
                    <a:pt x="22" y="38"/>
                  </a:lnTo>
                  <a:lnTo>
                    <a:pt x="22" y="38"/>
                  </a:lnTo>
                  <a:lnTo>
                    <a:pt x="22" y="38"/>
                  </a:lnTo>
                  <a:lnTo>
                    <a:pt x="22" y="38"/>
                  </a:lnTo>
                  <a:lnTo>
                    <a:pt x="22" y="38"/>
                  </a:lnTo>
                  <a:lnTo>
                    <a:pt x="19" y="38"/>
                  </a:lnTo>
                  <a:lnTo>
                    <a:pt x="19" y="36"/>
                  </a:lnTo>
                  <a:lnTo>
                    <a:pt x="19" y="36"/>
                  </a:lnTo>
                  <a:lnTo>
                    <a:pt x="19" y="36"/>
                  </a:lnTo>
                  <a:lnTo>
                    <a:pt x="17" y="36"/>
                  </a:lnTo>
                  <a:lnTo>
                    <a:pt x="17" y="33"/>
                  </a:lnTo>
                  <a:lnTo>
                    <a:pt x="17" y="33"/>
                  </a:lnTo>
                  <a:lnTo>
                    <a:pt x="17" y="33"/>
                  </a:lnTo>
                  <a:lnTo>
                    <a:pt x="17" y="33"/>
                  </a:lnTo>
                  <a:lnTo>
                    <a:pt x="17" y="31"/>
                  </a:lnTo>
                  <a:lnTo>
                    <a:pt x="14" y="31"/>
                  </a:lnTo>
                  <a:lnTo>
                    <a:pt x="14" y="31"/>
                  </a:lnTo>
                  <a:lnTo>
                    <a:pt x="14" y="31"/>
                  </a:lnTo>
                  <a:lnTo>
                    <a:pt x="14" y="28"/>
                  </a:lnTo>
                  <a:lnTo>
                    <a:pt x="14" y="28"/>
                  </a:lnTo>
                  <a:lnTo>
                    <a:pt x="14" y="28"/>
                  </a:lnTo>
                  <a:lnTo>
                    <a:pt x="12" y="28"/>
                  </a:lnTo>
                  <a:lnTo>
                    <a:pt x="12" y="28"/>
                  </a:lnTo>
                  <a:lnTo>
                    <a:pt x="12" y="28"/>
                  </a:lnTo>
                  <a:lnTo>
                    <a:pt x="10" y="28"/>
                  </a:lnTo>
                  <a:lnTo>
                    <a:pt x="10" y="26"/>
                  </a:lnTo>
                  <a:lnTo>
                    <a:pt x="10" y="26"/>
                  </a:lnTo>
                  <a:lnTo>
                    <a:pt x="10" y="26"/>
                  </a:lnTo>
                  <a:lnTo>
                    <a:pt x="10" y="24"/>
                  </a:lnTo>
                  <a:lnTo>
                    <a:pt x="10" y="24"/>
                  </a:lnTo>
                  <a:lnTo>
                    <a:pt x="10" y="24"/>
                  </a:lnTo>
                  <a:lnTo>
                    <a:pt x="7" y="24"/>
                  </a:lnTo>
                  <a:lnTo>
                    <a:pt x="7" y="21"/>
                  </a:lnTo>
                  <a:lnTo>
                    <a:pt x="7" y="21"/>
                  </a:lnTo>
                  <a:lnTo>
                    <a:pt x="7" y="21"/>
                  </a:lnTo>
                  <a:lnTo>
                    <a:pt x="7" y="19"/>
                  </a:lnTo>
                  <a:lnTo>
                    <a:pt x="7" y="19"/>
                  </a:lnTo>
                  <a:lnTo>
                    <a:pt x="7" y="19"/>
                  </a:lnTo>
                  <a:lnTo>
                    <a:pt x="7" y="19"/>
                  </a:lnTo>
                  <a:lnTo>
                    <a:pt x="7" y="17"/>
                  </a:lnTo>
                  <a:lnTo>
                    <a:pt x="7" y="17"/>
                  </a:lnTo>
                  <a:lnTo>
                    <a:pt x="5" y="17"/>
                  </a:lnTo>
                  <a:lnTo>
                    <a:pt x="5" y="14"/>
                  </a:lnTo>
                  <a:lnTo>
                    <a:pt x="5" y="14"/>
                  </a:lnTo>
                  <a:lnTo>
                    <a:pt x="5" y="14"/>
                  </a:lnTo>
                  <a:lnTo>
                    <a:pt x="5" y="12"/>
                  </a:lnTo>
                  <a:lnTo>
                    <a:pt x="5" y="12"/>
                  </a:lnTo>
                  <a:lnTo>
                    <a:pt x="3" y="12"/>
                  </a:lnTo>
                  <a:lnTo>
                    <a:pt x="3" y="9"/>
                  </a:lnTo>
                  <a:lnTo>
                    <a:pt x="3" y="9"/>
                  </a:lnTo>
                  <a:lnTo>
                    <a:pt x="3" y="9"/>
                  </a:lnTo>
                  <a:lnTo>
                    <a:pt x="3" y="9"/>
                  </a:lnTo>
                  <a:lnTo>
                    <a:pt x="3" y="9"/>
                  </a:lnTo>
                  <a:lnTo>
                    <a:pt x="3" y="7"/>
                  </a:lnTo>
                  <a:lnTo>
                    <a:pt x="3" y="7"/>
                  </a:lnTo>
                  <a:lnTo>
                    <a:pt x="3" y="5"/>
                  </a:lnTo>
                  <a:lnTo>
                    <a:pt x="3" y="5"/>
                  </a:lnTo>
                  <a:lnTo>
                    <a:pt x="3" y="5"/>
                  </a:lnTo>
                  <a:lnTo>
                    <a:pt x="3" y="2"/>
                  </a:lnTo>
                  <a:lnTo>
                    <a:pt x="3" y="2"/>
                  </a:lnTo>
                  <a:lnTo>
                    <a:pt x="0" y="2"/>
                  </a:lnTo>
                  <a:lnTo>
                    <a:pt x="0" y="2"/>
                  </a:lnTo>
                  <a:lnTo>
                    <a:pt x="0" y="0"/>
                  </a:lnTo>
                  <a:lnTo>
                    <a:pt x="0" y="0"/>
                  </a:lnTo>
                  <a:lnTo>
                    <a:pt x="0" y="0"/>
                  </a:lnTo>
                  <a:lnTo>
                    <a:pt x="0" y="0"/>
                  </a:lnTo>
                  <a:lnTo>
                    <a:pt x="0" y="0"/>
                  </a:lnTo>
                  <a:lnTo>
                    <a:pt x="3" y="0"/>
                  </a:lnTo>
                  <a:lnTo>
                    <a:pt x="3" y="0"/>
                  </a:lnTo>
                  <a:lnTo>
                    <a:pt x="3" y="0"/>
                  </a:lnTo>
                  <a:lnTo>
                    <a:pt x="3" y="0"/>
                  </a:lnTo>
                  <a:lnTo>
                    <a:pt x="3" y="0"/>
                  </a:lnTo>
                  <a:lnTo>
                    <a:pt x="3" y="2"/>
                  </a:lnTo>
                  <a:lnTo>
                    <a:pt x="5" y="2"/>
                  </a:lnTo>
                  <a:lnTo>
                    <a:pt x="5" y="2"/>
                  </a:lnTo>
                  <a:lnTo>
                    <a:pt x="5" y="0"/>
                  </a:lnTo>
                  <a:lnTo>
                    <a:pt x="7" y="0"/>
                  </a:lnTo>
                  <a:lnTo>
                    <a:pt x="7" y="0"/>
                  </a:lnTo>
                  <a:lnTo>
                    <a:pt x="7" y="0"/>
                  </a:lnTo>
                  <a:lnTo>
                    <a:pt x="7" y="0"/>
                  </a:lnTo>
                  <a:lnTo>
                    <a:pt x="10" y="0"/>
                  </a:lnTo>
                  <a:lnTo>
                    <a:pt x="10" y="0"/>
                  </a:lnTo>
                  <a:lnTo>
                    <a:pt x="10" y="0"/>
                  </a:lnTo>
                  <a:lnTo>
                    <a:pt x="10" y="0"/>
                  </a:lnTo>
                  <a:lnTo>
                    <a:pt x="12" y="0"/>
                  </a:lnTo>
                  <a:lnTo>
                    <a:pt x="12" y="0"/>
                  </a:lnTo>
                  <a:lnTo>
                    <a:pt x="12" y="0"/>
                  </a:lnTo>
                  <a:lnTo>
                    <a:pt x="12" y="0"/>
                  </a:lnTo>
                  <a:lnTo>
                    <a:pt x="14" y="0"/>
                  </a:lnTo>
                  <a:lnTo>
                    <a:pt x="14" y="0"/>
                  </a:lnTo>
                  <a:lnTo>
                    <a:pt x="14" y="2"/>
                  </a:lnTo>
                  <a:lnTo>
                    <a:pt x="14" y="2"/>
                  </a:lnTo>
                  <a:lnTo>
                    <a:pt x="17" y="2"/>
                  </a:lnTo>
                  <a:lnTo>
                    <a:pt x="17" y="2"/>
                  </a:lnTo>
                  <a:lnTo>
                    <a:pt x="17" y="2"/>
                  </a:lnTo>
                  <a:lnTo>
                    <a:pt x="17" y="2"/>
                  </a:lnTo>
                  <a:lnTo>
                    <a:pt x="19" y="2"/>
                  </a:lnTo>
                  <a:lnTo>
                    <a:pt x="19" y="5"/>
                  </a:lnTo>
                  <a:lnTo>
                    <a:pt x="19" y="5"/>
                  </a:lnTo>
                  <a:lnTo>
                    <a:pt x="19" y="5"/>
                  </a:lnTo>
                  <a:lnTo>
                    <a:pt x="19" y="7"/>
                  </a:lnTo>
                  <a:lnTo>
                    <a:pt x="22" y="7"/>
                  </a:lnTo>
                  <a:lnTo>
                    <a:pt x="22" y="7"/>
                  </a:lnTo>
                  <a:lnTo>
                    <a:pt x="22" y="7"/>
                  </a:lnTo>
                  <a:lnTo>
                    <a:pt x="22" y="7"/>
                  </a:lnTo>
                  <a:lnTo>
                    <a:pt x="22" y="9"/>
                  </a:lnTo>
                  <a:lnTo>
                    <a:pt x="24" y="9"/>
                  </a:lnTo>
                  <a:lnTo>
                    <a:pt x="24" y="9"/>
                  </a:lnTo>
                  <a:lnTo>
                    <a:pt x="24" y="9"/>
                  </a:lnTo>
                  <a:lnTo>
                    <a:pt x="24" y="9"/>
                  </a:lnTo>
                  <a:lnTo>
                    <a:pt x="26" y="9"/>
                  </a:lnTo>
                  <a:lnTo>
                    <a:pt x="26" y="9"/>
                  </a:lnTo>
                  <a:lnTo>
                    <a:pt x="26" y="9"/>
                  </a:lnTo>
                  <a:lnTo>
                    <a:pt x="29" y="9"/>
                  </a:lnTo>
                  <a:lnTo>
                    <a:pt x="29" y="9"/>
                  </a:lnTo>
                  <a:lnTo>
                    <a:pt x="29" y="9"/>
                  </a:lnTo>
                  <a:lnTo>
                    <a:pt x="31" y="9"/>
                  </a:lnTo>
                  <a:lnTo>
                    <a:pt x="31" y="9"/>
                  </a:lnTo>
                  <a:lnTo>
                    <a:pt x="31" y="12"/>
                  </a:lnTo>
                  <a:lnTo>
                    <a:pt x="31" y="12"/>
                  </a:lnTo>
                  <a:lnTo>
                    <a:pt x="31" y="9"/>
                  </a:lnTo>
                  <a:lnTo>
                    <a:pt x="33" y="9"/>
                  </a:lnTo>
                  <a:lnTo>
                    <a:pt x="33" y="9"/>
                  </a:lnTo>
                  <a:lnTo>
                    <a:pt x="36" y="9"/>
                  </a:lnTo>
                  <a:lnTo>
                    <a:pt x="36" y="9"/>
                  </a:lnTo>
                  <a:lnTo>
                    <a:pt x="36" y="9"/>
                  </a:lnTo>
                  <a:lnTo>
                    <a:pt x="36" y="9"/>
                  </a:lnTo>
                  <a:lnTo>
                    <a:pt x="38" y="9"/>
                  </a:lnTo>
                  <a:lnTo>
                    <a:pt x="38" y="9"/>
                  </a:lnTo>
                  <a:lnTo>
                    <a:pt x="40" y="9"/>
                  </a:lnTo>
                  <a:lnTo>
                    <a:pt x="40" y="9"/>
                  </a:lnTo>
                  <a:lnTo>
                    <a:pt x="40" y="9"/>
                  </a:lnTo>
                  <a:lnTo>
                    <a:pt x="43" y="9"/>
                  </a:lnTo>
                  <a:lnTo>
                    <a:pt x="43" y="9"/>
                  </a:lnTo>
                  <a:lnTo>
                    <a:pt x="43" y="9"/>
                  </a:lnTo>
                  <a:lnTo>
                    <a:pt x="43" y="9"/>
                  </a:lnTo>
                  <a:lnTo>
                    <a:pt x="45" y="9"/>
                  </a:lnTo>
                  <a:lnTo>
                    <a:pt x="45" y="9"/>
                  </a:lnTo>
                  <a:lnTo>
                    <a:pt x="45" y="12"/>
                  </a:lnTo>
                  <a:lnTo>
                    <a:pt x="45" y="12"/>
                  </a:lnTo>
                  <a:lnTo>
                    <a:pt x="48" y="12"/>
                  </a:lnTo>
                  <a:lnTo>
                    <a:pt x="48" y="12"/>
                  </a:lnTo>
                  <a:lnTo>
                    <a:pt x="48" y="12"/>
                  </a:lnTo>
                  <a:lnTo>
                    <a:pt x="48" y="12"/>
                  </a:lnTo>
                  <a:lnTo>
                    <a:pt x="50" y="12"/>
                  </a:lnTo>
                  <a:lnTo>
                    <a:pt x="50" y="12"/>
                  </a:lnTo>
                  <a:lnTo>
                    <a:pt x="50" y="9"/>
                  </a:lnTo>
                  <a:lnTo>
                    <a:pt x="50" y="9"/>
                  </a:lnTo>
                  <a:lnTo>
                    <a:pt x="52" y="9"/>
                  </a:lnTo>
                  <a:lnTo>
                    <a:pt x="52" y="9"/>
                  </a:lnTo>
                  <a:lnTo>
                    <a:pt x="55" y="9"/>
                  </a:lnTo>
                  <a:lnTo>
                    <a:pt x="55" y="9"/>
                  </a:lnTo>
                  <a:lnTo>
                    <a:pt x="55" y="12"/>
                  </a:lnTo>
                  <a:lnTo>
                    <a:pt x="55" y="12"/>
                  </a:lnTo>
                  <a:lnTo>
                    <a:pt x="55" y="12"/>
                  </a:lnTo>
                  <a:lnTo>
                    <a:pt x="55" y="14"/>
                  </a:lnTo>
                  <a:lnTo>
                    <a:pt x="57" y="14"/>
                  </a:lnTo>
                  <a:lnTo>
                    <a:pt x="57" y="14"/>
                  </a:lnTo>
                  <a:lnTo>
                    <a:pt x="57" y="14"/>
                  </a:lnTo>
                  <a:lnTo>
                    <a:pt x="57" y="17"/>
                  </a:lnTo>
                  <a:lnTo>
                    <a:pt x="57" y="17"/>
                  </a:lnTo>
                  <a:lnTo>
                    <a:pt x="57" y="17"/>
                  </a:lnTo>
                  <a:lnTo>
                    <a:pt x="59" y="17"/>
                  </a:lnTo>
                  <a:lnTo>
                    <a:pt x="59" y="19"/>
                  </a:lnTo>
                  <a:lnTo>
                    <a:pt x="59" y="19"/>
                  </a:lnTo>
                  <a:lnTo>
                    <a:pt x="59" y="19"/>
                  </a:lnTo>
                  <a:lnTo>
                    <a:pt x="62" y="19"/>
                  </a:lnTo>
                  <a:lnTo>
                    <a:pt x="62" y="19"/>
                  </a:lnTo>
                  <a:lnTo>
                    <a:pt x="62" y="19"/>
                  </a:lnTo>
                  <a:lnTo>
                    <a:pt x="62" y="19"/>
                  </a:lnTo>
                  <a:lnTo>
                    <a:pt x="62" y="21"/>
                  </a:lnTo>
                  <a:lnTo>
                    <a:pt x="62" y="21"/>
                  </a:lnTo>
                  <a:lnTo>
                    <a:pt x="62" y="24"/>
                  </a:lnTo>
                  <a:lnTo>
                    <a:pt x="64" y="24"/>
                  </a:lnTo>
                  <a:lnTo>
                    <a:pt x="64" y="24"/>
                  </a:lnTo>
                  <a:lnTo>
                    <a:pt x="64" y="26"/>
                  </a:lnTo>
                  <a:lnTo>
                    <a:pt x="64" y="26"/>
                  </a:lnTo>
                  <a:lnTo>
                    <a:pt x="64" y="26"/>
                  </a:lnTo>
                  <a:lnTo>
                    <a:pt x="64" y="28"/>
                  </a:lnTo>
                  <a:lnTo>
                    <a:pt x="64" y="28"/>
                  </a:lnTo>
                  <a:lnTo>
                    <a:pt x="64" y="28"/>
                  </a:lnTo>
                  <a:lnTo>
                    <a:pt x="67" y="28"/>
                  </a:lnTo>
                  <a:lnTo>
                    <a:pt x="67" y="28"/>
                  </a:lnTo>
                  <a:lnTo>
                    <a:pt x="69" y="28"/>
                  </a:lnTo>
                  <a:lnTo>
                    <a:pt x="69" y="28"/>
                  </a:lnTo>
                  <a:lnTo>
                    <a:pt x="69" y="28"/>
                  </a:lnTo>
                  <a:lnTo>
                    <a:pt x="69" y="31"/>
                  </a:lnTo>
                  <a:lnTo>
                    <a:pt x="69" y="31"/>
                  </a:lnTo>
                  <a:lnTo>
                    <a:pt x="69" y="31"/>
                  </a:lnTo>
                  <a:lnTo>
                    <a:pt x="69" y="33"/>
                  </a:lnTo>
                  <a:lnTo>
                    <a:pt x="69" y="33"/>
                  </a:lnTo>
                  <a:lnTo>
                    <a:pt x="69" y="36"/>
                  </a:lnTo>
                  <a:lnTo>
                    <a:pt x="69" y="36"/>
                  </a:lnTo>
                  <a:lnTo>
                    <a:pt x="69" y="36"/>
                  </a:lnTo>
                  <a:lnTo>
                    <a:pt x="69" y="38"/>
                  </a:lnTo>
                  <a:lnTo>
                    <a:pt x="69" y="38"/>
                  </a:lnTo>
                  <a:lnTo>
                    <a:pt x="69" y="38"/>
                  </a:lnTo>
                  <a:lnTo>
                    <a:pt x="69" y="38"/>
                  </a:lnTo>
                  <a:lnTo>
                    <a:pt x="71" y="38"/>
                  </a:lnTo>
                  <a:lnTo>
                    <a:pt x="71" y="40"/>
                  </a:lnTo>
                  <a:lnTo>
                    <a:pt x="71" y="40"/>
                  </a:lnTo>
                  <a:lnTo>
                    <a:pt x="71" y="40"/>
                  </a:lnTo>
                  <a:lnTo>
                    <a:pt x="74" y="40"/>
                  </a:lnTo>
                  <a:lnTo>
                    <a:pt x="74" y="40"/>
                  </a:lnTo>
                  <a:lnTo>
                    <a:pt x="74" y="40"/>
                  </a:lnTo>
                  <a:lnTo>
                    <a:pt x="76" y="40"/>
                  </a:lnTo>
                  <a:lnTo>
                    <a:pt x="76" y="43"/>
                  </a:lnTo>
                  <a:lnTo>
                    <a:pt x="76" y="43"/>
                  </a:lnTo>
                  <a:lnTo>
                    <a:pt x="76" y="43"/>
                  </a:lnTo>
                  <a:lnTo>
                    <a:pt x="76" y="43"/>
                  </a:lnTo>
                  <a:lnTo>
                    <a:pt x="78" y="43"/>
                  </a:lnTo>
                  <a:lnTo>
                    <a:pt x="78" y="45"/>
                  </a:lnTo>
                  <a:lnTo>
                    <a:pt x="78" y="45"/>
                  </a:lnTo>
                  <a:lnTo>
                    <a:pt x="78" y="45"/>
                  </a:lnTo>
                  <a:lnTo>
                    <a:pt x="78" y="47"/>
                  </a:lnTo>
                  <a:lnTo>
                    <a:pt x="81" y="47"/>
                  </a:lnTo>
                  <a:lnTo>
                    <a:pt x="81" y="47"/>
                  </a:lnTo>
                  <a:lnTo>
                    <a:pt x="81" y="47"/>
                  </a:lnTo>
                  <a:lnTo>
                    <a:pt x="81" y="47"/>
                  </a:lnTo>
                  <a:lnTo>
                    <a:pt x="81" y="47"/>
                  </a:lnTo>
                  <a:lnTo>
                    <a:pt x="81" y="50"/>
                  </a:lnTo>
                  <a:lnTo>
                    <a:pt x="83" y="50"/>
                  </a:lnTo>
                  <a:lnTo>
                    <a:pt x="83" y="50"/>
                  </a:lnTo>
                  <a:lnTo>
                    <a:pt x="83" y="50"/>
                  </a:lnTo>
                  <a:lnTo>
                    <a:pt x="85" y="50"/>
                  </a:lnTo>
                  <a:lnTo>
                    <a:pt x="85" y="50"/>
                  </a:lnTo>
                  <a:lnTo>
                    <a:pt x="85" y="50"/>
                  </a:lnTo>
                  <a:lnTo>
                    <a:pt x="88" y="50"/>
                  </a:lnTo>
                  <a:lnTo>
                    <a:pt x="88" y="52"/>
                  </a:lnTo>
                  <a:lnTo>
                    <a:pt x="88" y="52"/>
                  </a:lnTo>
                  <a:lnTo>
                    <a:pt x="88" y="52"/>
                  </a:lnTo>
                  <a:lnTo>
                    <a:pt x="88" y="52"/>
                  </a:lnTo>
                  <a:lnTo>
                    <a:pt x="90" y="52"/>
                  </a:lnTo>
                  <a:lnTo>
                    <a:pt x="90" y="54"/>
                  </a:lnTo>
                  <a:lnTo>
                    <a:pt x="90" y="54"/>
                  </a:lnTo>
                  <a:lnTo>
                    <a:pt x="90" y="54"/>
                  </a:lnTo>
                  <a:lnTo>
                    <a:pt x="90" y="54"/>
                  </a:lnTo>
                  <a:lnTo>
                    <a:pt x="93" y="54"/>
                  </a:lnTo>
                  <a:lnTo>
                    <a:pt x="93" y="57"/>
                  </a:lnTo>
                  <a:lnTo>
                    <a:pt x="93" y="57"/>
                  </a:lnTo>
                  <a:lnTo>
                    <a:pt x="93" y="57"/>
                  </a:lnTo>
                  <a:lnTo>
                    <a:pt x="95" y="57"/>
                  </a:lnTo>
                  <a:lnTo>
                    <a:pt x="95" y="57"/>
                  </a:lnTo>
                  <a:lnTo>
                    <a:pt x="95" y="59"/>
                  </a:lnTo>
                  <a:lnTo>
                    <a:pt x="95" y="59"/>
                  </a:lnTo>
                  <a:lnTo>
                    <a:pt x="95" y="59"/>
                  </a:lnTo>
                  <a:lnTo>
                    <a:pt x="97" y="59"/>
                  </a:lnTo>
                  <a:lnTo>
                    <a:pt x="97" y="59"/>
                  </a:lnTo>
                  <a:lnTo>
                    <a:pt x="97" y="59"/>
                  </a:lnTo>
                  <a:lnTo>
                    <a:pt x="97" y="62"/>
                  </a:lnTo>
                  <a:lnTo>
                    <a:pt x="97" y="62"/>
                  </a:lnTo>
                  <a:lnTo>
                    <a:pt x="100" y="62"/>
                  </a:lnTo>
                  <a:lnTo>
                    <a:pt x="100" y="62"/>
                  </a:lnTo>
                  <a:lnTo>
                    <a:pt x="100" y="62"/>
                  </a:lnTo>
                  <a:lnTo>
                    <a:pt x="102" y="62"/>
                  </a:lnTo>
                  <a:lnTo>
                    <a:pt x="102" y="62"/>
                  </a:lnTo>
                  <a:lnTo>
                    <a:pt x="102" y="64"/>
                  </a:lnTo>
                  <a:lnTo>
                    <a:pt x="102" y="64"/>
                  </a:lnTo>
                  <a:lnTo>
                    <a:pt x="102" y="64"/>
                  </a:lnTo>
                  <a:lnTo>
                    <a:pt x="102" y="66"/>
                  </a:lnTo>
                  <a:lnTo>
                    <a:pt x="104" y="66"/>
                  </a:lnTo>
                  <a:lnTo>
                    <a:pt x="104" y="66"/>
                  </a:lnTo>
                  <a:lnTo>
                    <a:pt x="104" y="66"/>
                  </a:lnTo>
                  <a:lnTo>
                    <a:pt x="104" y="69"/>
                  </a:lnTo>
                  <a:lnTo>
                    <a:pt x="104" y="69"/>
                  </a:lnTo>
                  <a:lnTo>
                    <a:pt x="104" y="69"/>
                  </a:lnTo>
                  <a:lnTo>
                    <a:pt x="107" y="69"/>
                  </a:lnTo>
                  <a:lnTo>
                    <a:pt x="107" y="69"/>
                  </a:lnTo>
                  <a:lnTo>
                    <a:pt x="107" y="71"/>
                  </a:lnTo>
                  <a:lnTo>
                    <a:pt x="107" y="71"/>
                  </a:lnTo>
                  <a:lnTo>
                    <a:pt x="107" y="73"/>
                  </a:lnTo>
                  <a:lnTo>
                    <a:pt x="107" y="73"/>
                  </a:lnTo>
                  <a:lnTo>
                    <a:pt x="107" y="73"/>
                  </a:lnTo>
                  <a:lnTo>
                    <a:pt x="109" y="73"/>
                  </a:lnTo>
                  <a:lnTo>
                    <a:pt x="109" y="76"/>
                  </a:lnTo>
                  <a:lnTo>
                    <a:pt x="109" y="76"/>
                  </a:lnTo>
                  <a:lnTo>
                    <a:pt x="109" y="76"/>
                  </a:lnTo>
                  <a:lnTo>
                    <a:pt x="111" y="76"/>
                  </a:lnTo>
                  <a:lnTo>
                    <a:pt x="111" y="76"/>
                  </a:lnTo>
                  <a:lnTo>
                    <a:pt x="111" y="76"/>
                  </a:lnTo>
                  <a:lnTo>
                    <a:pt x="114" y="76"/>
                  </a:lnTo>
                  <a:lnTo>
                    <a:pt x="114" y="78"/>
                  </a:lnTo>
                  <a:lnTo>
                    <a:pt x="114" y="78"/>
                  </a:lnTo>
                  <a:lnTo>
                    <a:pt x="114" y="78"/>
                  </a:lnTo>
                  <a:lnTo>
                    <a:pt x="114" y="78"/>
                  </a:lnTo>
                  <a:lnTo>
                    <a:pt x="114" y="81"/>
                  </a:lnTo>
                  <a:lnTo>
                    <a:pt x="114" y="81"/>
                  </a:lnTo>
                  <a:lnTo>
                    <a:pt x="114" y="81"/>
                  </a:lnTo>
                  <a:lnTo>
                    <a:pt x="114" y="83"/>
                  </a:lnTo>
                  <a:lnTo>
                    <a:pt x="114" y="83"/>
                  </a:lnTo>
                  <a:lnTo>
                    <a:pt x="116" y="83"/>
                  </a:lnTo>
                  <a:lnTo>
                    <a:pt x="116" y="85"/>
                  </a:lnTo>
                  <a:lnTo>
                    <a:pt x="116" y="85"/>
                  </a:lnTo>
                  <a:lnTo>
                    <a:pt x="116" y="85"/>
                  </a:lnTo>
                  <a:lnTo>
                    <a:pt x="116" y="85"/>
                  </a:lnTo>
                  <a:lnTo>
                    <a:pt x="116" y="88"/>
                  </a:lnTo>
                  <a:lnTo>
                    <a:pt x="119" y="88"/>
                  </a:lnTo>
                  <a:lnTo>
                    <a:pt x="119" y="88"/>
                  </a:lnTo>
                  <a:lnTo>
                    <a:pt x="119" y="88"/>
                  </a:lnTo>
                  <a:lnTo>
                    <a:pt x="119" y="88"/>
                  </a:lnTo>
                  <a:lnTo>
                    <a:pt x="121" y="88"/>
                  </a:lnTo>
                  <a:lnTo>
                    <a:pt x="121" y="88"/>
                  </a:lnTo>
                  <a:lnTo>
                    <a:pt x="121" y="88"/>
                  </a:lnTo>
                  <a:lnTo>
                    <a:pt x="121" y="88"/>
                  </a:lnTo>
                  <a:lnTo>
                    <a:pt x="121" y="88"/>
                  </a:lnTo>
                  <a:lnTo>
                    <a:pt x="121" y="88"/>
                  </a:lnTo>
                  <a:lnTo>
                    <a:pt x="121" y="88"/>
                  </a:lnTo>
                  <a:lnTo>
                    <a:pt x="121" y="85"/>
                  </a:lnTo>
                  <a:lnTo>
                    <a:pt x="123" y="85"/>
                  </a:lnTo>
                  <a:lnTo>
                    <a:pt x="123" y="85"/>
                  </a:lnTo>
                  <a:lnTo>
                    <a:pt x="123" y="85"/>
                  </a:lnTo>
                  <a:lnTo>
                    <a:pt x="126" y="85"/>
                  </a:lnTo>
                  <a:lnTo>
                    <a:pt x="126" y="85"/>
                  </a:lnTo>
                  <a:lnTo>
                    <a:pt x="126" y="85"/>
                  </a:lnTo>
                  <a:lnTo>
                    <a:pt x="128" y="85"/>
                  </a:lnTo>
                  <a:lnTo>
                    <a:pt x="128" y="85"/>
                  </a:lnTo>
                  <a:lnTo>
                    <a:pt x="128" y="85"/>
                  </a:lnTo>
                  <a:lnTo>
                    <a:pt x="130" y="85"/>
                  </a:lnTo>
                  <a:lnTo>
                    <a:pt x="130" y="85"/>
                  </a:lnTo>
                  <a:lnTo>
                    <a:pt x="130" y="88"/>
                  </a:lnTo>
                  <a:lnTo>
                    <a:pt x="130" y="88"/>
                  </a:lnTo>
                  <a:lnTo>
                    <a:pt x="130" y="88"/>
                  </a:lnTo>
                  <a:lnTo>
                    <a:pt x="130" y="88"/>
                  </a:lnTo>
                  <a:lnTo>
                    <a:pt x="130" y="88"/>
                  </a:lnTo>
                  <a:lnTo>
                    <a:pt x="133" y="88"/>
                  </a:lnTo>
                  <a:lnTo>
                    <a:pt x="133" y="90"/>
                  </a:lnTo>
                  <a:lnTo>
                    <a:pt x="133" y="90"/>
                  </a:lnTo>
                  <a:lnTo>
                    <a:pt x="135" y="90"/>
                  </a:lnTo>
                  <a:lnTo>
                    <a:pt x="135" y="90"/>
                  </a:lnTo>
                  <a:lnTo>
                    <a:pt x="135" y="90"/>
                  </a:lnTo>
                  <a:lnTo>
                    <a:pt x="135" y="92"/>
                  </a:lnTo>
                  <a:lnTo>
                    <a:pt x="135" y="92"/>
                  </a:lnTo>
                  <a:lnTo>
                    <a:pt x="135" y="95"/>
                  </a:lnTo>
                  <a:lnTo>
                    <a:pt x="135" y="95"/>
                  </a:lnTo>
                  <a:lnTo>
                    <a:pt x="135" y="95"/>
                  </a:lnTo>
                  <a:lnTo>
                    <a:pt x="135" y="95"/>
                  </a:lnTo>
                  <a:lnTo>
                    <a:pt x="135" y="92"/>
                  </a:lnTo>
                  <a:lnTo>
                    <a:pt x="135" y="92"/>
                  </a:lnTo>
                  <a:lnTo>
                    <a:pt x="135" y="90"/>
                  </a:lnTo>
                  <a:lnTo>
                    <a:pt x="138" y="90"/>
                  </a:lnTo>
                  <a:lnTo>
                    <a:pt x="138" y="90"/>
                  </a:lnTo>
                  <a:lnTo>
                    <a:pt x="138" y="90"/>
                  </a:lnTo>
                  <a:lnTo>
                    <a:pt x="138" y="90"/>
                  </a:lnTo>
                  <a:lnTo>
                    <a:pt x="140" y="90"/>
                  </a:lnTo>
                  <a:lnTo>
                    <a:pt x="140" y="90"/>
                  </a:lnTo>
                  <a:lnTo>
                    <a:pt x="140" y="88"/>
                  </a:lnTo>
                  <a:lnTo>
                    <a:pt x="142" y="88"/>
                  </a:lnTo>
                  <a:lnTo>
                    <a:pt x="142" y="88"/>
                  </a:lnTo>
                  <a:lnTo>
                    <a:pt x="142" y="90"/>
                  </a:lnTo>
                  <a:lnTo>
                    <a:pt x="142" y="90"/>
                  </a:lnTo>
                  <a:lnTo>
                    <a:pt x="145" y="90"/>
                  </a:lnTo>
                  <a:lnTo>
                    <a:pt x="145" y="90"/>
                  </a:lnTo>
                  <a:lnTo>
                    <a:pt x="145" y="92"/>
                  </a:lnTo>
                  <a:lnTo>
                    <a:pt x="145" y="92"/>
                  </a:lnTo>
                  <a:lnTo>
                    <a:pt x="145" y="92"/>
                  </a:lnTo>
                  <a:lnTo>
                    <a:pt x="145" y="95"/>
                  </a:lnTo>
                  <a:lnTo>
                    <a:pt x="145" y="95"/>
                  </a:lnTo>
                  <a:lnTo>
                    <a:pt x="145" y="97"/>
                  </a:lnTo>
                  <a:lnTo>
                    <a:pt x="145" y="97"/>
                  </a:lnTo>
                  <a:lnTo>
                    <a:pt x="145" y="97"/>
                  </a:lnTo>
                  <a:lnTo>
                    <a:pt x="145" y="97"/>
                  </a:lnTo>
                  <a:lnTo>
                    <a:pt x="145" y="100"/>
                  </a:lnTo>
                  <a:lnTo>
                    <a:pt x="142" y="100"/>
                  </a:lnTo>
                  <a:lnTo>
                    <a:pt x="142" y="100"/>
                  </a:lnTo>
                  <a:lnTo>
                    <a:pt x="145" y="100"/>
                  </a:lnTo>
                  <a:lnTo>
                    <a:pt x="145" y="100"/>
                  </a:lnTo>
                  <a:lnTo>
                    <a:pt x="145" y="102"/>
                  </a:lnTo>
                  <a:lnTo>
                    <a:pt x="147" y="102"/>
                  </a:lnTo>
                  <a:lnTo>
                    <a:pt x="147" y="102"/>
                  </a:lnTo>
                  <a:lnTo>
                    <a:pt x="147" y="102"/>
                  </a:lnTo>
                  <a:lnTo>
                    <a:pt x="147" y="104"/>
                  </a:lnTo>
                  <a:lnTo>
                    <a:pt x="147" y="104"/>
                  </a:lnTo>
                  <a:lnTo>
                    <a:pt x="147" y="104"/>
                  </a:lnTo>
                  <a:lnTo>
                    <a:pt x="149" y="104"/>
                  </a:lnTo>
                  <a:lnTo>
                    <a:pt x="149" y="104"/>
                  </a:lnTo>
                  <a:lnTo>
                    <a:pt x="149" y="104"/>
                  </a:lnTo>
                  <a:lnTo>
                    <a:pt x="149" y="104"/>
                  </a:lnTo>
                  <a:lnTo>
                    <a:pt x="149" y="102"/>
                  </a:lnTo>
                  <a:lnTo>
                    <a:pt x="149" y="102"/>
                  </a:lnTo>
                  <a:lnTo>
                    <a:pt x="149" y="102"/>
                  </a:lnTo>
                  <a:lnTo>
                    <a:pt x="152" y="102"/>
                  </a:lnTo>
                  <a:lnTo>
                    <a:pt x="152" y="102"/>
                  </a:lnTo>
                  <a:lnTo>
                    <a:pt x="154" y="102"/>
                  </a:lnTo>
                  <a:lnTo>
                    <a:pt x="154" y="104"/>
                  </a:lnTo>
                  <a:lnTo>
                    <a:pt x="154" y="104"/>
                  </a:lnTo>
                  <a:lnTo>
                    <a:pt x="154" y="104"/>
                  </a:lnTo>
                  <a:lnTo>
                    <a:pt x="156" y="104"/>
                  </a:lnTo>
                  <a:lnTo>
                    <a:pt x="156" y="104"/>
                  </a:lnTo>
                  <a:lnTo>
                    <a:pt x="156" y="104"/>
                  </a:lnTo>
                  <a:lnTo>
                    <a:pt x="159" y="104"/>
                  </a:lnTo>
                  <a:lnTo>
                    <a:pt x="159" y="104"/>
                  </a:lnTo>
                  <a:lnTo>
                    <a:pt x="159" y="104"/>
                  </a:lnTo>
                  <a:lnTo>
                    <a:pt x="161" y="104"/>
                  </a:lnTo>
                  <a:lnTo>
                    <a:pt x="161" y="107"/>
                  </a:lnTo>
                  <a:lnTo>
                    <a:pt x="161" y="107"/>
                  </a:lnTo>
                  <a:lnTo>
                    <a:pt x="161" y="107"/>
                  </a:lnTo>
                  <a:lnTo>
                    <a:pt x="161" y="109"/>
                  </a:lnTo>
                  <a:lnTo>
                    <a:pt x="161" y="109"/>
                  </a:lnTo>
                  <a:lnTo>
                    <a:pt x="161" y="111"/>
                  </a:lnTo>
                  <a:lnTo>
                    <a:pt x="161" y="111"/>
                  </a:lnTo>
                  <a:lnTo>
                    <a:pt x="161" y="111"/>
                  </a:lnTo>
                  <a:lnTo>
                    <a:pt x="161" y="111"/>
                  </a:lnTo>
                  <a:lnTo>
                    <a:pt x="161" y="114"/>
                  </a:lnTo>
                  <a:lnTo>
                    <a:pt x="161" y="114"/>
                  </a:lnTo>
                  <a:lnTo>
                    <a:pt x="161" y="114"/>
                  </a:lnTo>
                  <a:lnTo>
                    <a:pt x="161" y="116"/>
                  </a:lnTo>
                  <a:lnTo>
                    <a:pt x="161" y="116"/>
                  </a:lnTo>
                  <a:lnTo>
                    <a:pt x="161" y="116"/>
                  </a:lnTo>
                  <a:lnTo>
                    <a:pt x="164" y="116"/>
                  </a:lnTo>
                  <a:lnTo>
                    <a:pt x="164" y="116"/>
                  </a:lnTo>
                  <a:lnTo>
                    <a:pt x="164" y="116"/>
                  </a:lnTo>
                  <a:lnTo>
                    <a:pt x="164" y="114"/>
                  </a:lnTo>
                  <a:lnTo>
                    <a:pt x="164" y="114"/>
                  </a:lnTo>
                  <a:lnTo>
                    <a:pt x="166" y="114"/>
                  </a:lnTo>
                  <a:lnTo>
                    <a:pt x="166" y="114"/>
                  </a:lnTo>
                  <a:lnTo>
                    <a:pt x="168" y="114"/>
                  </a:lnTo>
                  <a:lnTo>
                    <a:pt x="168" y="114"/>
                  </a:lnTo>
                  <a:lnTo>
                    <a:pt x="168" y="114"/>
                  </a:lnTo>
                  <a:lnTo>
                    <a:pt x="168" y="116"/>
                  </a:lnTo>
                  <a:lnTo>
                    <a:pt x="171" y="116"/>
                  </a:lnTo>
                  <a:lnTo>
                    <a:pt x="171" y="116"/>
                  </a:lnTo>
                  <a:lnTo>
                    <a:pt x="171" y="116"/>
                  </a:lnTo>
                  <a:lnTo>
                    <a:pt x="171" y="116"/>
                  </a:lnTo>
                  <a:lnTo>
                    <a:pt x="171" y="118"/>
                  </a:lnTo>
                  <a:lnTo>
                    <a:pt x="173" y="118"/>
                  </a:lnTo>
                  <a:lnTo>
                    <a:pt x="173" y="118"/>
                  </a:lnTo>
                  <a:lnTo>
                    <a:pt x="173" y="118"/>
                  </a:lnTo>
                  <a:lnTo>
                    <a:pt x="173" y="118"/>
                  </a:lnTo>
                  <a:lnTo>
                    <a:pt x="175" y="118"/>
                  </a:lnTo>
                  <a:lnTo>
                    <a:pt x="175" y="121"/>
                  </a:lnTo>
                  <a:lnTo>
                    <a:pt x="175" y="121"/>
                  </a:lnTo>
                  <a:lnTo>
                    <a:pt x="175" y="123"/>
                  </a:lnTo>
                  <a:lnTo>
                    <a:pt x="175" y="123"/>
                  </a:lnTo>
                  <a:lnTo>
                    <a:pt x="173" y="123"/>
                  </a:lnTo>
                  <a:lnTo>
                    <a:pt x="173" y="126"/>
                  </a:lnTo>
                  <a:lnTo>
                    <a:pt x="173" y="126"/>
                  </a:lnTo>
                  <a:lnTo>
                    <a:pt x="175" y="126"/>
                  </a:lnTo>
                  <a:lnTo>
                    <a:pt x="175" y="126"/>
                  </a:lnTo>
                  <a:lnTo>
                    <a:pt x="175" y="126"/>
                  </a:lnTo>
                  <a:lnTo>
                    <a:pt x="175" y="126"/>
                  </a:lnTo>
                  <a:lnTo>
                    <a:pt x="175" y="126"/>
                  </a:lnTo>
                  <a:lnTo>
                    <a:pt x="178" y="126"/>
                  </a:lnTo>
                  <a:lnTo>
                    <a:pt x="178" y="128"/>
                  </a:lnTo>
                  <a:lnTo>
                    <a:pt x="178" y="128"/>
                  </a:lnTo>
                  <a:lnTo>
                    <a:pt x="178" y="126"/>
                  </a:lnTo>
                  <a:lnTo>
                    <a:pt x="178" y="126"/>
                  </a:lnTo>
                  <a:lnTo>
                    <a:pt x="178" y="123"/>
                  </a:lnTo>
                  <a:lnTo>
                    <a:pt x="178" y="123"/>
                  </a:lnTo>
                  <a:lnTo>
                    <a:pt x="178" y="121"/>
                  </a:lnTo>
                  <a:lnTo>
                    <a:pt x="178" y="121"/>
                  </a:lnTo>
                  <a:lnTo>
                    <a:pt x="178" y="121"/>
                  </a:lnTo>
                  <a:lnTo>
                    <a:pt x="178" y="118"/>
                  </a:lnTo>
                  <a:lnTo>
                    <a:pt x="178" y="118"/>
                  </a:lnTo>
                  <a:lnTo>
                    <a:pt x="178" y="118"/>
                  </a:lnTo>
                  <a:lnTo>
                    <a:pt x="178" y="116"/>
                  </a:lnTo>
                  <a:lnTo>
                    <a:pt x="175" y="116"/>
                  </a:lnTo>
                  <a:lnTo>
                    <a:pt x="175" y="116"/>
                  </a:lnTo>
                  <a:lnTo>
                    <a:pt x="175" y="114"/>
                  </a:lnTo>
                  <a:lnTo>
                    <a:pt x="178" y="114"/>
                  </a:lnTo>
                  <a:lnTo>
                    <a:pt x="178" y="114"/>
                  </a:lnTo>
                  <a:lnTo>
                    <a:pt x="178" y="114"/>
                  </a:lnTo>
                  <a:lnTo>
                    <a:pt x="180" y="114"/>
                  </a:lnTo>
                  <a:lnTo>
                    <a:pt x="180" y="116"/>
                  </a:lnTo>
                  <a:lnTo>
                    <a:pt x="180" y="116"/>
                  </a:lnTo>
                  <a:lnTo>
                    <a:pt x="180" y="116"/>
                  </a:lnTo>
                  <a:lnTo>
                    <a:pt x="180" y="118"/>
                  </a:lnTo>
                  <a:lnTo>
                    <a:pt x="180" y="118"/>
                  </a:lnTo>
                  <a:lnTo>
                    <a:pt x="183" y="118"/>
                  </a:lnTo>
                  <a:lnTo>
                    <a:pt x="183" y="118"/>
                  </a:lnTo>
                  <a:lnTo>
                    <a:pt x="183" y="118"/>
                  </a:lnTo>
                  <a:lnTo>
                    <a:pt x="183" y="121"/>
                  </a:lnTo>
                  <a:lnTo>
                    <a:pt x="183" y="121"/>
                  </a:lnTo>
                  <a:lnTo>
                    <a:pt x="183" y="123"/>
                  </a:lnTo>
                  <a:lnTo>
                    <a:pt x="183" y="123"/>
                  </a:lnTo>
                  <a:lnTo>
                    <a:pt x="183" y="121"/>
                  </a:lnTo>
                  <a:lnTo>
                    <a:pt x="185" y="121"/>
                  </a:lnTo>
                  <a:lnTo>
                    <a:pt x="185" y="121"/>
                  </a:lnTo>
                  <a:lnTo>
                    <a:pt x="185" y="121"/>
                  </a:lnTo>
                  <a:lnTo>
                    <a:pt x="187" y="121"/>
                  </a:lnTo>
                  <a:lnTo>
                    <a:pt x="187" y="121"/>
                  </a:lnTo>
                  <a:lnTo>
                    <a:pt x="187" y="118"/>
                  </a:lnTo>
                  <a:lnTo>
                    <a:pt x="187" y="118"/>
                  </a:lnTo>
                  <a:lnTo>
                    <a:pt x="187" y="118"/>
                  </a:lnTo>
                  <a:lnTo>
                    <a:pt x="187" y="116"/>
                  </a:lnTo>
                  <a:lnTo>
                    <a:pt x="187" y="116"/>
                  </a:lnTo>
                  <a:lnTo>
                    <a:pt x="187" y="116"/>
                  </a:lnTo>
                  <a:lnTo>
                    <a:pt x="190" y="116"/>
                  </a:lnTo>
                  <a:lnTo>
                    <a:pt x="190" y="114"/>
                  </a:lnTo>
                  <a:lnTo>
                    <a:pt x="190" y="114"/>
                  </a:lnTo>
                  <a:lnTo>
                    <a:pt x="190" y="114"/>
                  </a:lnTo>
                  <a:lnTo>
                    <a:pt x="192" y="114"/>
                  </a:lnTo>
                  <a:lnTo>
                    <a:pt x="192" y="114"/>
                  </a:lnTo>
                  <a:lnTo>
                    <a:pt x="192" y="114"/>
                  </a:lnTo>
                  <a:lnTo>
                    <a:pt x="194" y="114"/>
                  </a:lnTo>
                  <a:lnTo>
                    <a:pt x="194" y="114"/>
                  </a:lnTo>
                  <a:lnTo>
                    <a:pt x="194" y="114"/>
                  </a:lnTo>
                  <a:lnTo>
                    <a:pt x="197" y="114"/>
                  </a:lnTo>
                  <a:lnTo>
                    <a:pt x="197" y="114"/>
                  </a:lnTo>
                  <a:lnTo>
                    <a:pt x="197" y="116"/>
                  </a:lnTo>
                  <a:lnTo>
                    <a:pt x="197" y="116"/>
                  </a:lnTo>
                  <a:lnTo>
                    <a:pt x="197" y="116"/>
                  </a:lnTo>
                  <a:lnTo>
                    <a:pt x="197" y="116"/>
                  </a:lnTo>
                  <a:lnTo>
                    <a:pt x="197" y="116"/>
                  </a:lnTo>
                  <a:lnTo>
                    <a:pt x="197" y="114"/>
                  </a:lnTo>
                  <a:lnTo>
                    <a:pt x="199" y="114"/>
                  </a:lnTo>
                  <a:lnTo>
                    <a:pt x="199" y="114"/>
                  </a:lnTo>
                  <a:lnTo>
                    <a:pt x="199" y="114"/>
                  </a:lnTo>
                  <a:lnTo>
                    <a:pt x="201" y="114"/>
                  </a:lnTo>
                  <a:lnTo>
                    <a:pt x="201" y="114"/>
                  </a:lnTo>
                  <a:lnTo>
                    <a:pt x="201" y="114"/>
                  </a:lnTo>
                  <a:lnTo>
                    <a:pt x="204" y="114"/>
                  </a:lnTo>
                  <a:lnTo>
                    <a:pt x="204" y="114"/>
                  </a:lnTo>
                  <a:lnTo>
                    <a:pt x="204" y="111"/>
                  </a:lnTo>
                  <a:lnTo>
                    <a:pt x="204" y="111"/>
                  </a:lnTo>
                  <a:lnTo>
                    <a:pt x="206" y="111"/>
                  </a:lnTo>
                  <a:lnTo>
                    <a:pt x="206" y="114"/>
                  </a:lnTo>
                  <a:lnTo>
                    <a:pt x="206" y="114"/>
                  </a:lnTo>
                  <a:lnTo>
                    <a:pt x="206" y="116"/>
                  </a:lnTo>
                  <a:lnTo>
                    <a:pt x="206" y="116"/>
                  </a:lnTo>
                  <a:lnTo>
                    <a:pt x="206" y="116"/>
                  </a:lnTo>
                  <a:lnTo>
                    <a:pt x="209" y="116"/>
                  </a:lnTo>
                  <a:lnTo>
                    <a:pt x="209" y="116"/>
                  </a:lnTo>
                  <a:lnTo>
                    <a:pt x="209" y="118"/>
                  </a:lnTo>
                  <a:lnTo>
                    <a:pt x="209" y="118"/>
                  </a:lnTo>
                  <a:lnTo>
                    <a:pt x="211" y="118"/>
                  </a:lnTo>
                  <a:lnTo>
                    <a:pt x="211" y="118"/>
                  </a:lnTo>
                  <a:lnTo>
                    <a:pt x="211" y="118"/>
                  </a:lnTo>
                  <a:lnTo>
                    <a:pt x="211" y="118"/>
                  </a:lnTo>
                  <a:lnTo>
                    <a:pt x="211" y="118"/>
                  </a:lnTo>
                  <a:lnTo>
                    <a:pt x="211" y="121"/>
                  </a:lnTo>
                  <a:lnTo>
                    <a:pt x="209" y="121"/>
                  </a:lnTo>
                  <a:lnTo>
                    <a:pt x="209" y="121"/>
                  </a:lnTo>
                  <a:lnTo>
                    <a:pt x="209" y="121"/>
                  </a:lnTo>
                  <a:lnTo>
                    <a:pt x="209" y="121"/>
                  </a:lnTo>
                  <a:lnTo>
                    <a:pt x="209" y="123"/>
                  </a:lnTo>
                  <a:lnTo>
                    <a:pt x="209" y="123"/>
                  </a:lnTo>
                  <a:lnTo>
                    <a:pt x="209" y="123"/>
                  </a:lnTo>
                  <a:lnTo>
                    <a:pt x="209" y="123"/>
                  </a:lnTo>
                  <a:lnTo>
                    <a:pt x="209" y="123"/>
                  </a:lnTo>
                  <a:lnTo>
                    <a:pt x="211" y="123"/>
                  </a:lnTo>
                  <a:lnTo>
                    <a:pt x="211" y="123"/>
                  </a:lnTo>
                  <a:lnTo>
                    <a:pt x="211" y="126"/>
                  </a:lnTo>
                  <a:lnTo>
                    <a:pt x="209" y="126"/>
                  </a:lnTo>
                  <a:lnTo>
                    <a:pt x="209" y="126"/>
                  </a:lnTo>
                  <a:lnTo>
                    <a:pt x="209" y="126"/>
                  </a:lnTo>
                  <a:lnTo>
                    <a:pt x="209" y="126"/>
                  </a:lnTo>
                  <a:lnTo>
                    <a:pt x="206" y="126"/>
                  </a:lnTo>
                  <a:lnTo>
                    <a:pt x="206" y="128"/>
                  </a:lnTo>
                  <a:lnTo>
                    <a:pt x="206" y="128"/>
                  </a:lnTo>
                  <a:lnTo>
                    <a:pt x="204" y="128"/>
                  </a:lnTo>
                  <a:lnTo>
                    <a:pt x="204" y="126"/>
                  </a:lnTo>
                  <a:lnTo>
                    <a:pt x="204" y="126"/>
                  </a:lnTo>
                  <a:lnTo>
                    <a:pt x="204" y="126"/>
                  </a:lnTo>
                  <a:lnTo>
                    <a:pt x="204" y="126"/>
                  </a:lnTo>
                  <a:lnTo>
                    <a:pt x="204" y="126"/>
                  </a:lnTo>
                  <a:lnTo>
                    <a:pt x="204" y="126"/>
                  </a:lnTo>
                  <a:lnTo>
                    <a:pt x="201" y="126"/>
                  </a:lnTo>
                  <a:lnTo>
                    <a:pt x="201" y="123"/>
                  </a:lnTo>
                  <a:lnTo>
                    <a:pt x="204" y="123"/>
                  </a:lnTo>
                  <a:lnTo>
                    <a:pt x="204" y="123"/>
                  </a:lnTo>
                  <a:lnTo>
                    <a:pt x="201" y="123"/>
                  </a:lnTo>
                  <a:lnTo>
                    <a:pt x="201" y="123"/>
                  </a:lnTo>
                  <a:lnTo>
                    <a:pt x="201" y="123"/>
                  </a:lnTo>
                  <a:lnTo>
                    <a:pt x="201" y="123"/>
                  </a:lnTo>
                  <a:lnTo>
                    <a:pt x="201" y="126"/>
                  </a:lnTo>
                  <a:lnTo>
                    <a:pt x="201" y="126"/>
                  </a:lnTo>
                  <a:lnTo>
                    <a:pt x="201" y="128"/>
                  </a:lnTo>
                  <a:lnTo>
                    <a:pt x="199" y="128"/>
                  </a:lnTo>
                  <a:lnTo>
                    <a:pt x="199" y="128"/>
                  </a:lnTo>
                  <a:lnTo>
                    <a:pt x="199" y="128"/>
                  </a:lnTo>
                  <a:lnTo>
                    <a:pt x="199" y="128"/>
                  </a:lnTo>
                  <a:lnTo>
                    <a:pt x="197" y="128"/>
                  </a:lnTo>
                  <a:lnTo>
                    <a:pt x="197" y="130"/>
                  </a:lnTo>
                  <a:lnTo>
                    <a:pt x="199" y="130"/>
                  </a:lnTo>
                  <a:lnTo>
                    <a:pt x="199" y="130"/>
                  </a:lnTo>
                  <a:lnTo>
                    <a:pt x="199" y="130"/>
                  </a:lnTo>
                  <a:lnTo>
                    <a:pt x="201" y="130"/>
                  </a:lnTo>
                  <a:lnTo>
                    <a:pt x="201" y="130"/>
                  </a:lnTo>
                  <a:lnTo>
                    <a:pt x="201" y="130"/>
                  </a:lnTo>
                  <a:lnTo>
                    <a:pt x="201" y="130"/>
                  </a:lnTo>
                  <a:lnTo>
                    <a:pt x="201" y="130"/>
                  </a:lnTo>
                  <a:lnTo>
                    <a:pt x="204" y="130"/>
                  </a:lnTo>
                  <a:lnTo>
                    <a:pt x="204" y="133"/>
                  </a:lnTo>
                  <a:lnTo>
                    <a:pt x="204" y="133"/>
                  </a:lnTo>
                  <a:lnTo>
                    <a:pt x="204" y="133"/>
                  </a:lnTo>
                  <a:lnTo>
                    <a:pt x="204" y="133"/>
                  </a:lnTo>
                  <a:lnTo>
                    <a:pt x="204" y="135"/>
                  </a:lnTo>
                  <a:lnTo>
                    <a:pt x="204" y="135"/>
                  </a:lnTo>
                  <a:lnTo>
                    <a:pt x="204" y="135"/>
                  </a:lnTo>
                  <a:lnTo>
                    <a:pt x="204" y="135"/>
                  </a:lnTo>
                  <a:lnTo>
                    <a:pt x="201" y="135"/>
                  </a:lnTo>
                  <a:lnTo>
                    <a:pt x="201" y="137"/>
                  </a:lnTo>
                  <a:lnTo>
                    <a:pt x="204" y="137"/>
                  </a:lnTo>
                  <a:lnTo>
                    <a:pt x="204" y="137"/>
                  </a:lnTo>
                  <a:lnTo>
                    <a:pt x="204" y="137"/>
                  </a:lnTo>
                  <a:lnTo>
                    <a:pt x="204" y="137"/>
                  </a:lnTo>
                  <a:lnTo>
                    <a:pt x="204" y="137"/>
                  </a:lnTo>
                  <a:lnTo>
                    <a:pt x="206" y="137"/>
                  </a:lnTo>
                  <a:lnTo>
                    <a:pt x="206" y="140"/>
                  </a:lnTo>
                  <a:lnTo>
                    <a:pt x="206" y="140"/>
                  </a:lnTo>
                  <a:lnTo>
                    <a:pt x="206" y="140"/>
                  </a:lnTo>
                  <a:lnTo>
                    <a:pt x="206" y="142"/>
                  </a:lnTo>
                  <a:lnTo>
                    <a:pt x="209" y="142"/>
                  </a:lnTo>
                  <a:lnTo>
                    <a:pt x="209" y="140"/>
                  </a:lnTo>
                  <a:lnTo>
                    <a:pt x="209" y="140"/>
                  </a:lnTo>
                  <a:lnTo>
                    <a:pt x="209" y="142"/>
                  </a:lnTo>
                  <a:lnTo>
                    <a:pt x="209" y="142"/>
                  </a:lnTo>
                  <a:lnTo>
                    <a:pt x="209" y="142"/>
                  </a:lnTo>
                  <a:lnTo>
                    <a:pt x="209" y="145"/>
                  </a:lnTo>
                  <a:lnTo>
                    <a:pt x="211" y="145"/>
                  </a:lnTo>
                  <a:lnTo>
                    <a:pt x="211" y="145"/>
                  </a:lnTo>
                  <a:lnTo>
                    <a:pt x="211" y="145"/>
                  </a:lnTo>
                  <a:lnTo>
                    <a:pt x="211" y="145"/>
                  </a:lnTo>
                  <a:lnTo>
                    <a:pt x="211" y="147"/>
                  </a:lnTo>
                  <a:lnTo>
                    <a:pt x="211" y="147"/>
                  </a:lnTo>
                  <a:lnTo>
                    <a:pt x="211" y="147"/>
                  </a:lnTo>
                  <a:lnTo>
                    <a:pt x="211" y="147"/>
                  </a:lnTo>
                  <a:lnTo>
                    <a:pt x="211" y="147"/>
                  </a:lnTo>
                  <a:lnTo>
                    <a:pt x="211" y="147"/>
                  </a:lnTo>
                  <a:lnTo>
                    <a:pt x="213" y="147"/>
                  </a:lnTo>
                  <a:lnTo>
                    <a:pt x="213" y="147"/>
                  </a:lnTo>
                  <a:lnTo>
                    <a:pt x="211" y="147"/>
                  </a:lnTo>
                  <a:lnTo>
                    <a:pt x="211" y="149"/>
                  </a:lnTo>
                  <a:lnTo>
                    <a:pt x="213" y="149"/>
                  </a:lnTo>
                  <a:lnTo>
                    <a:pt x="213" y="149"/>
                  </a:lnTo>
                  <a:lnTo>
                    <a:pt x="213" y="149"/>
                  </a:lnTo>
                  <a:lnTo>
                    <a:pt x="213" y="152"/>
                  </a:lnTo>
                  <a:lnTo>
                    <a:pt x="216" y="152"/>
                  </a:lnTo>
                  <a:lnTo>
                    <a:pt x="216" y="152"/>
                  </a:lnTo>
                  <a:lnTo>
                    <a:pt x="213" y="152"/>
                  </a:lnTo>
                  <a:lnTo>
                    <a:pt x="213" y="152"/>
                  </a:lnTo>
                  <a:lnTo>
                    <a:pt x="213" y="154"/>
                  </a:lnTo>
                  <a:lnTo>
                    <a:pt x="211" y="154"/>
                  </a:lnTo>
                  <a:lnTo>
                    <a:pt x="211" y="154"/>
                  </a:lnTo>
                  <a:lnTo>
                    <a:pt x="211" y="152"/>
                  </a:lnTo>
                  <a:lnTo>
                    <a:pt x="211" y="152"/>
                  </a:lnTo>
                  <a:lnTo>
                    <a:pt x="209" y="152"/>
                  </a:lnTo>
                  <a:lnTo>
                    <a:pt x="209" y="152"/>
                  </a:lnTo>
                  <a:lnTo>
                    <a:pt x="209" y="152"/>
                  </a:lnTo>
                  <a:lnTo>
                    <a:pt x="209" y="152"/>
                  </a:lnTo>
                  <a:lnTo>
                    <a:pt x="209" y="154"/>
                  </a:lnTo>
                  <a:lnTo>
                    <a:pt x="209" y="154"/>
                  </a:lnTo>
                  <a:lnTo>
                    <a:pt x="209" y="152"/>
                  </a:lnTo>
                  <a:lnTo>
                    <a:pt x="206" y="152"/>
                  </a:lnTo>
                  <a:lnTo>
                    <a:pt x="206" y="152"/>
                  </a:lnTo>
                  <a:lnTo>
                    <a:pt x="206" y="152"/>
                  </a:lnTo>
                  <a:lnTo>
                    <a:pt x="204" y="152"/>
                  </a:lnTo>
                  <a:lnTo>
                    <a:pt x="204" y="152"/>
                  </a:lnTo>
                  <a:lnTo>
                    <a:pt x="204" y="152"/>
                  </a:lnTo>
                  <a:lnTo>
                    <a:pt x="204" y="152"/>
                  </a:lnTo>
                  <a:lnTo>
                    <a:pt x="204" y="152"/>
                  </a:lnTo>
                  <a:lnTo>
                    <a:pt x="204" y="154"/>
                  </a:lnTo>
                  <a:lnTo>
                    <a:pt x="204" y="154"/>
                  </a:lnTo>
                  <a:lnTo>
                    <a:pt x="204" y="154"/>
                  </a:lnTo>
                  <a:lnTo>
                    <a:pt x="206" y="154"/>
                  </a:lnTo>
                  <a:lnTo>
                    <a:pt x="206" y="156"/>
                  </a:lnTo>
                  <a:lnTo>
                    <a:pt x="206" y="156"/>
                  </a:lnTo>
                  <a:lnTo>
                    <a:pt x="204" y="156"/>
                  </a:lnTo>
                  <a:lnTo>
                    <a:pt x="204" y="156"/>
                  </a:lnTo>
                  <a:lnTo>
                    <a:pt x="204" y="156"/>
                  </a:lnTo>
                  <a:lnTo>
                    <a:pt x="204" y="159"/>
                  </a:lnTo>
                  <a:lnTo>
                    <a:pt x="204" y="159"/>
                  </a:lnTo>
                  <a:lnTo>
                    <a:pt x="204" y="161"/>
                  </a:lnTo>
                  <a:lnTo>
                    <a:pt x="204" y="161"/>
                  </a:lnTo>
                  <a:lnTo>
                    <a:pt x="204" y="163"/>
                  </a:lnTo>
                  <a:lnTo>
                    <a:pt x="204" y="163"/>
                  </a:lnTo>
                  <a:lnTo>
                    <a:pt x="201" y="163"/>
                  </a:lnTo>
                  <a:lnTo>
                    <a:pt x="201" y="161"/>
                  </a:lnTo>
                  <a:lnTo>
                    <a:pt x="201" y="161"/>
                  </a:lnTo>
                  <a:lnTo>
                    <a:pt x="201" y="159"/>
                  </a:lnTo>
                  <a:lnTo>
                    <a:pt x="201" y="159"/>
                  </a:lnTo>
                  <a:lnTo>
                    <a:pt x="201" y="161"/>
                  </a:lnTo>
                  <a:lnTo>
                    <a:pt x="201" y="161"/>
                  </a:lnTo>
                  <a:lnTo>
                    <a:pt x="201" y="161"/>
                  </a:lnTo>
                  <a:lnTo>
                    <a:pt x="199" y="161"/>
                  </a:lnTo>
                  <a:lnTo>
                    <a:pt x="199" y="161"/>
                  </a:lnTo>
                  <a:lnTo>
                    <a:pt x="199" y="161"/>
                  </a:lnTo>
                  <a:lnTo>
                    <a:pt x="199" y="159"/>
                  </a:lnTo>
                  <a:lnTo>
                    <a:pt x="199" y="159"/>
                  </a:lnTo>
                  <a:lnTo>
                    <a:pt x="199" y="159"/>
                  </a:lnTo>
                  <a:lnTo>
                    <a:pt x="199" y="159"/>
                  </a:lnTo>
                  <a:lnTo>
                    <a:pt x="199" y="156"/>
                  </a:lnTo>
                  <a:lnTo>
                    <a:pt x="197" y="156"/>
                  </a:lnTo>
                  <a:lnTo>
                    <a:pt x="197" y="156"/>
                  </a:lnTo>
                  <a:lnTo>
                    <a:pt x="197" y="156"/>
                  </a:lnTo>
                  <a:lnTo>
                    <a:pt x="197" y="156"/>
                  </a:lnTo>
                  <a:lnTo>
                    <a:pt x="197" y="156"/>
                  </a:lnTo>
                  <a:lnTo>
                    <a:pt x="197" y="154"/>
                  </a:lnTo>
                  <a:lnTo>
                    <a:pt x="194" y="154"/>
                  </a:lnTo>
                  <a:lnTo>
                    <a:pt x="194" y="154"/>
                  </a:lnTo>
                  <a:lnTo>
                    <a:pt x="194" y="15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5" name="Freeform 223"/>
            <p:cNvSpPr>
              <a:spLocks/>
            </p:cNvSpPr>
            <p:nvPr/>
          </p:nvSpPr>
          <p:spPr bwMode="auto">
            <a:xfrm>
              <a:off x="4557713" y="4144963"/>
              <a:ext cx="376238" cy="469900"/>
            </a:xfrm>
            <a:custGeom>
              <a:avLst/>
              <a:gdLst/>
              <a:ahLst/>
              <a:cxnLst>
                <a:cxn ang="0">
                  <a:pos x="199" y="140"/>
                </a:cxn>
                <a:cxn ang="0">
                  <a:pos x="197" y="128"/>
                </a:cxn>
                <a:cxn ang="0">
                  <a:pos x="190" y="126"/>
                </a:cxn>
                <a:cxn ang="0">
                  <a:pos x="187" y="140"/>
                </a:cxn>
                <a:cxn ang="0">
                  <a:pos x="187" y="154"/>
                </a:cxn>
                <a:cxn ang="0">
                  <a:pos x="185" y="166"/>
                </a:cxn>
                <a:cxn ang="0">
                  <a:pos x="201" y="173"/>
                </a:cxn>
                <a:cxn ang="0">
                  <a:pos x="206" y="192"/>
                </a:cxn>
                <a:cxn ang="0">
                  <a:pos x="220" y="204"/>
                </a:cxn>
                <a:cxn ang="0">
                  <a:pos x="230" y="216"/>
                </a:cxn>
                <a:cxn ang="0">
                  <a:pos x="235" y="230"/>
                </a:cxn>
                <a:cxn ang="0">
                  <a:pos x="232" y="246"/>
                </a:cxn>
                <a:cxn ang="0">
                  <a:pos x="235" y="268"/>
                </a:cxn>
                <a:cxn ang="0">
                  <a:pos x="232" y="291"/>
                </a:cxn>
                <a:cxn ang="0">
                  <a:pos x="223" y="289"/>
                </a:cxn>
                <a:cxn ang="0">
                  <a:pos x="218" y="291"/>
                </a:cxn>
                <a:cxn ang="0">
                  <a:pos x="206" y="287"/>
                </a:cxn>
                <a:cxn ang="0">
                  <a:pos x="204" y="294"/>
                </a:cxn>
                <a:cxn ang="0">
                  <a:pos x="192" y="280"/>
                </a:cxn>
                <a:cxn ang="0">
                  <a:pos x="178" y="268"/>
                </a:cxn>
                <a:cxn ang="0">
                  <a:pos x="166" y="256"/>
                </a:cxn>
                <a:cxn ang="0">
                  <a:pos x="154" y="242"/>
                </a:cxn>
                <a:cxn ang="0">
                  <a:pos x="142" y="227"/>
                </a:cxn>
                <a:cxn ang="0">
                  <a:pos x="133" y="213"/>
                </a:cxn>
                <a:cxn ang="0">
                  <a:pos x="123" y="197"/>
                </a:cxn>
                <a:cxn ang="0">
                  <a:pos x="119" y="178"/>
                </a:cxn>
                <a:cxn ang="0">
                  <a:pos x="109" y="163"/>
                </a:cxn>
                <a:cxn ang="0">
                  <a:pos x="100" y="147"/>
                </a:cxn>
                <a:cxn ang="0">
                  <a:pos x="88" y="137"/>
                </a:cxn>
                <a:cxn ang="0">
                  <a:pos x="83" y="118"/>
                </a:cxn>
                <a:cxn ang="0">
                  <a:pos x="81" y="102"/>
                </a:cxn>
                <a:cxn ang="0">
                  <a:pos x="67" y="90"/>
                </a:cxn>
                <a:cxn ang="0">
                  <a:pos x="55" y="81"/>
                </a:cxn>
                <a:cxn ang="0">
                  <a:pos x="48" y="64"/>
                </a:cxn>
                <a:cxn ang="0">
                  <a:pos x="36" y="50"/>
                </a:cxn>
                <a:cxn ang="0">
                  <a:pos x="22" y="38"/>
                </a:cxn>
                <a:cxn ang="0">
                  <a:pos x="10" y="26"/>
                </a:cxn>
                <a:cxn ang="0">
                  <a:pos x="3" y="7"/>
                </a:cxn>
                <a:cxn ang="0">
                  <a:pos x="7" y="0"/>
                </a:cxn>
                <a:cxn ang="0">
                  <a:pos x="22" y="9"/>
                </a:cxn>
                <a:cxn ang="0">
                  <a:pos x="40" y="9"/>
                </a:cxn>
                <a:cxn ang="0">
                  <a:pos x="57" y="14"/>
                </a:cxn>
                <a:cxn ang="0">
                  <a:pos x="69" y="28"/>
                </a:cxn>
                <a:cxn ang="0">
                  <a:pos x="76" y="43"/>
                </a:cxn>
                <a:cxn ang="0">
                  <a:pos x="90" y="54"/>
                </a:cxn>
                <a:cxn ang="0">
                  <a:pos x="104" y="66"/>
                </a:cxn>
                <a:cxn ang="0">
                  <a:pos x="114" y="81"/>
                </a:cxn>
                <a:cxn ang="0">
                  <a:pos x="126" y="85"/>
                </a:cxn>
                <a:cxn ang="0">
                  <a:pos x="138" y="90"/>
                </a:cxn>
                <a:cxn ang="0">
                  <a:pos x="145" y="100"/>
                </a:cxn>
                <a:cxn ang="0">
                  <a:pos x="159" y="104"/>
                </a:cxn>
                <a:cxn ang="0">
                  <a:pos x="168" y="114"/>
                </a:cxn>
                <a:cxn ang="0">
                  <a:pos x="178" y="128"/>
                </a:cxn>
                <a:cxn ang="0">
                  <a:pos x="183" y="118"/>
                </a:cxn>
                <a:cxn ang="0">
                  <a:pos x="194" y="114"/>
                </a:cxn>
                <a:cxn ang="0">
                  <a:pos x="209" y="116"/>
                </a:cxn>
                <a:cxn ang="0">
                  <a:pos x="206" y="128"/>
                </a:cxn>
                <a:cxn ang="0">
                  <a:pos x="199" y="130"/>
                </a:cxn>
                <a:cxn ang="0">
                  <a:pos x="206" y="140"/>
                </a:cxn>
                <a:cxn ang="0">
                  <a:pos x="213" y="149"/>
                </a:cxn>
                <a:cxn ang="0">
                  <a:pos x="204" y="154"/>
                </a:cxn>
                <a:cxn ang="0">
                  <a:pos x="199" y="159"/>
                </a:cxn>
              </a:cxnLst>
              <a:rect l="0" t="0" r="r" b="b"/>
              <a:pathLst>
                <a:path w="237" h="296">
                  <a:moveTo>
                    <a:pt x="194" y="152"/>
                  </a:moveTo>
                  <a:lnTo>
                    <a:pt x="197" y="152"/>
                  </a:lnTo>
                  <a:lnTo>
                    <a:pt x="197" y="152"/>
                  </a:lnTo>
                  <a:lnTo>
                    <a:pt x="197" y="152"/>
                  </a:lnTo>
                  <a:lnTo>
                    <a:pt x="199" y="152"/>
                  </a:lnTo>
                  <a:lnTo>
                    <a:pt x="199" y="152"/>
                  </a:lnTo>
                  <a:lnTo>
                    <a:pt x="201" y="152"/>
                  </a:lnTo>
                  <a:lnTo>
                    <a:pt x="201" y="152"/>
                  </a:lnTo>
                  <a:lnTo>
                    <a:pt x="201" y="149"/>
                  </a:lnTo>
                  <a:lnTo>
                    <a:pt x="201" y="149"/>
                  </a:lnTo>
                  <a:lnTo>
                    <a:pt x="201" y="149"/>
                  </a:lnTo>
                  <a:lnTo>
                    <a:pt x="201" y="147"/>
                  </a:lnTo>
                  <a:lnTo>
                    <a:pt x="201" y="147"/>
                  </a:lnTo>
                  <a:lnTo>
                    <a:pt x="201" y="147"/>
                  </a:lnTo>
                  <a:lnTo>
                    <a:pt x="204" y="147"/>
                  </a:lnTo>
                  <a:lnTo>
                    <a:pt x="204" y="147"/>
                  </a:lnTo>
                  <a:lnTo>
                    <a:pt x="201" y="147"/>
                  </a:lnTo>
                  <a:lnTo>
                    <a:pt x="201" y="145"/>
                  </a:lnTo>
                  <a:lnTo>
                    <a:pt x="201" y="145"/>
                  </a:lnTo>
                  <a:lnTo>
                    <a:pt x="201" y="145"/>
                  </a:lnTo>
                  <a:lnTo>
                    <a:pt x="201" y="142"/>
                  </a:lnTo>
                  <a:lnTo>
                    <a:pt x="201" y="142"/>
                  </a:lnTo>
                  <a:lnTo>
                    <a:pt x="201" y="142"/>
                  </a:lnTo>
                  <a:lnTo>
                    <a:pt x="199" y="142"/>
                  </a:lnTo>
                  <a:lnTo>
                    <a:pt x="199" y="142"/>
                  </a:lnTo>
                  <a:lnTo>
                    <a:pt x="199" y="140"/>
                  </a:lnTo>
                  <a:lnTo>
                    <a:pt x="197" y="140"/>
                  </a:lnTo>
                  <a:lnTo>
                    <a:pt x="197" y="140"/>
                  </a:lnTo>
                  <a:lnTo>
                    <a:pt x="197" y="140"/>
                  </a:lnTo>
                  <a:lnTo>
                    <a:pt x="197" y="140"/>
                  </a:lnTo>
                  <a:lnTo>
                    <a:pt x="197" y="137"/>
                  </a:lnTo>
                  <a:lnTo>
                    <a:pt x="197" y="137"/>
                  </a:lnTo>
                  <a:lnTo>
                    <a:pt x="197" y="137"/>
                  </a:lnTo>
                  <a:lnTo>
                    <a:pt x="199" y="137"/>
                  </a:lnTo>
                  <a:lnTo>
                    <a:pt x="199" y="137"/>
                  </a:lnTo>
                  <a:lnTo>
                    <a:pt x="199" y="137"/>
                  </a:lnTo>
                  <a:lnTo>
                    <a:pt x="199" y="135"/>
                  </a:lnTo>
                  <a:lnTo>
                    <a:pt x="197" y="135"/>
                  </a:lnTo>
                  <a:lnTo>
                    <a:pt x="197" y="135"/>
                  </a:lnTo>
                  <a:lnTo>
                    <a:pt x="197" y="135"/>
                  </a:lnTo>
                  <a:lnTo>
                    <a:pt x="197" y="133"/>
                  </a:lnTo>
                  <a:lnTo>
                    <a:pt x="197" y="133"/>
                  </a:lnTo>
                  <a:lnTo>
                    <a:pt x="199" y="133"/>
                  </a:lnTo>
                  <a:lnTo>
                    <a:pt x="199" y="133"/>
                  </a:lnTo>
                  <a:lnTo>
                    <a:pt x="199" y="133"/>
                  </a:lnTo>
                  <a:lnTo>
                    <a:pt x="199" y="133"/>
                  </a:lnTo>
                  <a:lnTo>
                    <a:pt x="197" y="133"/>
                  </a:lnTo>
                  <a:lnTo>
                    <a:pt x="197" y="130"/>
                  </a:lnTo>
                  <a:lnTo>
                    <a:pt x="197" y="130"/>
                  </a:lnTo>
                  <a:lnTo>
                    <a:pt x="197" y="130"/>
                  </a:lnTo>
                  <a:lnTo>
                    <a:pt x="197" y="130"/>
                  </a:lnTo>
                  <a:lnTo>
                    <a:pt x="197" y="128"/>
                  </a:lnTo>
                  <a:lnTo>
                    <a:pt x="197" y="128"/>
                  </a:lnTo>
                  <a:lnTo>
                    <a:pt x="197" y="128"/>
                  </a:lnTo>
                  <a:lnTo>
                    <a:pt x="197" y="128"/>
                  </a:lnTo>
                  <a:lnTo>
                    <a:pt x="197" y="126"/>
                  </a:lnTo>
                  <a:lnTo>
                    <a:pt x="197" y="126"/>
                  </a:lnTo>
                  <a:lnTo>
                    <a:pt x="197" y="126"/>
                  </a:lnTo>
                  <a:lnTo>
                    <a:pt x="194" y="126"/>
                  </a:lnTo>
                  <a:lnTo>
                    <a:pt x="194" y="123"/>
                  </a:lnTo>
                  <a:lnTo>
                    <a:pt x="194" y="123"/>
                  </a:lnTo>
                  <a:lnTo>
                    <a:pt x="194" y="123"/>
                  </a:lnTo>
                  <a:lnTo>
                    <a:pt x="194" y="121"/>
                  </a:lnTo>
                  <a:lnTo>
                    <a:pt x="194" y="121"/>
                  </a:lnTo>
                  <a:lnTo>
                    <a:pt x="192" y="121"/>
                  </a:lnTo>
                  <a:lnTo>
                    <a:pt x="192" y="121"/>
                  </a:lnTo>
                  <a:lnTo>
                    <a:pt x="190" y="121"/>
                  </a:lnTo>
                  <a:lnTo>
                    <a:pt x="190" y="123"/>
                  </a:lnTo>
                  <a:lnTo>
                    <a:pt x="192" y="123"/>
                  </a:lnTo>
                  <a:lnTo>
                    <a:pt x="192" y="123"/>
                  </a:lnTo>
                  <a:lnTo>
                    <a:pt x="192" y="123"/>
                  </a:lnTo>
                  <a:lnTo>
                    <a:pt x="192" y="126"/>
                  </a:lnTo>
                  <a:lnTo>
                    <a:pt x="192" y="126"/>
                  </a:lnTo>
                  <a:lnTo>
                    <a:pt x="192" y="126"/>
                  </a:lnTo>
                  <a:lnTo>
                    <a:pt x="190" y="126"/>
                  </a:lnTo>
                  <a:lnTo>
                    <a:pt x="190" y="126"/>
                  </a:lnTo>
                  <a:lnTo>
                    <a:pt x="190" y="126"/>
                  </a:lnTo>
                  <a:lnTo>
                    <a:pt x="190" y="126"/>
                  </a:lnTo>
                  <a:lnTo>
                    <a:pt x="187" y="126"/>
                  </a:lnTo>
                  <a:lnTo>
                    <a:pt x="187" y="126"/>
                  </a:lnTo>
                  <a:lnTo>
                    <a:pt x="187" y="126"/>
                  </a:lnTo>
                  <a:lnTo>
                    <a:pt x="187" y="128"/>
                  </a:lnTo>
                  <a:lnTo>
                    <a:pt x="187" y="128"/>
                  </a:lnTo>
                  <a:lnTo>
                    <a:pt x="187" y="128"/>
                  </a:lnTo>
                  <a:lnTo>
                    <a:pt x="187" y="128"/>
                  </a:lnTo>
                  <a:lnTo>
                    <a:pt x="187" y="128"/>
                  </a:lnTo>
                  <a:lnTo>
                    <a:pt x="187" y="128"/>
                  </a:lnTo>
                  <a:lnTo>
                    <a:pt x="185" y="128"/>
                  </a:lnTo>
                  <a:lnTo>
                    <a:pt x="185" y="130"/>
                  </a:lnTo>
                  <a:lnTo>
                    <a:pt x="185" y="130"/>
                  </a:lnTo>
                  <a:lnTo>
                    <a:pt x="185" y="133"/>
                  </a:lnTo>
                  <a:lnTo>
                    <a:pt x="185" y="133"/>
                  </a:lnTo>
                  <a:lnTo>
                    <a:pt x="185" y="133"/>
                  </a:lnTo>
                  <a:lnTo>
                    <a:pt x="185" y="135"/>
                  </a:lnTo>
                  <a:lnTo>
                    <a:pt x="185" y="135"/>
                  </a:lnTo>
                  <a:lnTo>
                    <a:pt x="185" y="135"/>
                  </a:lnTo>
                  <a:lnTo>
                    <a:pt x="187" y="135"/>
                  </a:lnTo>
                  <a:lnTo>
                    <a:pt x="187" y="135"/>
                  </a:lnTo>
                  <a:lnTo>
                    <a:pt x="187" y="137"/>
                  </a:lnTo>
                  <a:lnTo>
                    <a:pt x="187" y="137"/>
                  </a:lnTo>
                  <a:lnTo>
                    <a:pt x="187" y="137"/>
                  </a:lnTo>
                  <a:lnTo>
                    <a:pt x="187" y="137"/>
                  </a:lnTo>
                  <a:lnTo>
                    <a:pt x="187" y="140"/>
                  </a:lnTo>
                  <a:lnTo>
                    <a:pt x="187" y="140"/>
                  </a:lnTo>
                  <a:lnTo>
                    <a:pt x="187" y="142"/>
                  </a:lnTo>
                  <a:lnTo>
                    <a:pt x="187" y="142"/>
                  </a:lnTo>
                  <a:lnTo>
                    <a:pt x="190" y="142"/>
                  </a:lnTo>
                  <a:lnTo>
                    <a:pt x="190" y="145"/>
                  </a:lnTo>
                  <a:lnTo>
                    <a:pt x="190" y="145"/>
                  </a:lnTo>
                  <a:lnTo>
                    <a:pt x="187" y="145"/>
                  </a:lnTo>
                  <a:lnTo>
                    <a:pt x="187" y="145"/>
                  </a:lnTo>
                  <a:lnTo>
                    <a:pt x="187" y="145"/>
                  </a:lnTo>
                  <a:lnTo>
                    <a:pt x="187" y="147"/>
                  </a:lnTo>
                  <a:lnTo>
                    <a:pt x="185" y="147"/>
                  </a:lnTo>
                  <a:lnTo>
                    <a:pt x="185" y="147"/>
                  </a:lnTo>
                  <a:lnTo>
                    <a:pt x="185" y="147"/>
                  </a:lnTo>
                  <a:lnTo>
                    <a:pt x="183" y="147"/>
                  </a:lnTo>
                  <a:lnTo>
                    <a:pt x="183" y="147"/>
                  </a:lnTo>
                  <a:lnTo>
                    <a:pt x="183" y="147"/>
                  </a:lnTo>
                  <a:lnTo>
                    <a:pt x="183" y="147"/>
                  </a:lnTo>
                  <a:lnTo>
                    <a:pt x="183" y="149"/>
                  </a:lnTo>
                  <a:lnTo>
                    <a:pt x="185" y="149"/>
                  </a:lnTo>
                  <a:lnTo>
                    <a:pt x="185" y="149"/>
                  </a:lnTo>
                  <a:lnTo>
                    <a:pt x="185" y="149"/>
                  </a:lnTo>
                  <a:lnTo>
                    <a:pt x="187" y="149"/>
                  </a:lnTo>
                  <a:lnTo>
                    <a:pt x="187" y="149"/>
                  </a:lnTo>
                  <a:lnTo>
                    <a:pt x="187" y="152"/>
                  </a:lnTo>
                  <a:lnTo>
                    <a:pt x="187" y="152"/>
                  </a:lnTo>
                  <a:lnTo>
                    <a:pt x="187" y="152"/>
                  </a:lnTo>
                  <a:lnTo>
                    <a:pt x="187" y="154"/>
                  </a:lnTo>
                  <a:lnTo>
                    <a:pt x="187" y="154"/>
                  </a:lnTo>
                  <a:lnTo>
                    <a:pt x="187" y="154"/>
                  </a:lnTo>
                  <a:lnTo>
                    <a:pt x="185" y="154"/>
                  </a:lnTo>
                  <a:lnTo>
                    <a:pt x="185" y="154"/>
                  </a:lnTo>
                  <a:lnTo>
                    <a:pt x="185" y="154"/>
                  </a:lnTo>
                  <a:lnTo>
                    <a:pt x="185" y="156"/>
                  </a:lnTo>
                  <a:lnTo>
                    <a:pt x="183" y="156"/>
                  </a:lnTo>
                  <a:lnTo>
                    <a:pt x="183" y="156"/>
                  </a:lnTo>
                  <a:lnTo>
                    <a:pt x="183" y="156"/>
                  </a:lnTo>
                  <a:lnTo>
                    <a:pt x="183" y="156"/>
                  </a:lnTo>
                  <a:lnTo>
                    <a:pt x="183" y="156"/>
                  </a:lnTo>
                  <a:lnTo>
                    <a:pt x="180" y="156"/>
                  </a:lnTo>
                  <a:lnTo>
                    <a:pt x="180" y="159"/>
                  </a:lnTo>
                  <a:lnTo>
                    <a:pt x="180" y="159"/>
                  </a:lnTo>
                  <a:lnTo>
                    <a:pt x="180" y="159"/>
                  </a:lnTo>
                  <a:lnTo>
                    <a:pt x="180" y="161"/>
                  </a:lnTo>
                  <a:lnTo>
                    <a:pt x="180" y="161"/>
                  </a:lnTo>
                  <a:lnTo>
                    <a:pt x="180" y="161"/>
                  </a:lnTo>
                  <a:lnTo>
                    <a:pt x="183" y="161"/>
                  </a:lnTo>
                  <a:lnTo>
                    <a:pt x="183" y="163"/>
                  </a:lnTo>
                  <a:lnTo>
                    <a:pt x="183" y="163"/>
                  </a:lnTo>
                  <a:lnTo>
                    <a:pt x="183" y="163"/>
                  </a:lnTo>
                  <a:lnTo>
                    <a:pt x="183" y="163"/>
                  </a:lnTo>
                  <a:lnTo>
                    <a:pt x="183" y="166"/>
                  </a:lnTo>
                  <a:lnTo>
                    <a:pt x="185" y="166"/>
                  </a:lnTo>
                  <a:lnTo>
                    <a:pt x="185" y="166"/>
                  </a:lnTo>
                  <a:lnTo>
                    <a:pt x="185" y="166"/>
                  </a:lnTo>
                  <a:lnTo>
                    <a:pt x="185" y="166"/>
                  </a:lnTo>
                  <a:lnTo>
                    <a:pt x="187" y="166"/>
                  </a:lnTo>
                  <a:lnTo>
                    <a:pt x="187" y="166"/>
                  </a:lnTo>
                  <a:lnTo>
                    <a:pt x="187" y="168"/>
                  </a:lnTo>
                  <a:lnTo>
                    <a:pt x="187" y="168"/>
                  </a:lnTo>
                  <a:lnTo>
                    <a:pt x="190" y="168"/>
                  </a:lnTo>
                  <a:lnTo>
                    <a:pt x="190" y="168"/>
                  </a:lnTo>
                  <a:lnTo>
                    <a:pt x="190" y="168"/>
                  </a:lnTo>
                  <a:lnTo>
                    <a:pt x="192" y="168"/>
                  </a:lnTo>
                  <a:lnTo>
                    <a:pt x="192" y="168"/>
                  </a:lnTo>
                  <a:lnTo>
                    <a:pt x="192" y="168"/>
                  </a:lnTo>
                  <a:lnTo>
                    <a:pt x="194" y="168"/>
                  </a:lnTo>
                  <a:lnTo>
                    <a:pt x="194" y="168"/>
                  </a:lnTo>
                  <a:lnTo>
                    <a:pt x="194" y="168"/>
                  </a:lnTo>
                  <a:lnTo>
                    <a:pt x="197" y="168"/>
                  </a:lnTo>
                  <a:lnTo>
                    <a:pt x="197" y="168"/>
                  </a:lnTo>
                  <a:lnTo>
                    <a:pt x="197" y="168"/>
                  </a:lnTo>
                  <a:lnTo>
                    <a:pt x="199" y="168"/>
                  </a:lnTo>
                  <a:lnTo>
                    <a:pt x="199" y="168"/>
                  </a:lnTo>
                  <a:lnTo>
                    <a:pt x="201" y="168"/>
                  </a:lnTo>
                  <a:lnTo>
                    <a:pt x="201" y="168"/>
                  </a:lnTo>
                  <a:lnTo>
                    <a:pt x="201" y="171"/>
                  </a:lnTo>
                  <a:lnTo>
                    <a:pt x="201" y="171"/>
                  </a:lnTo>
                  <a:lnTo>
                    <a:pt x="201" y="173"/>
                  </a:lnTo>
                  <a:lnTo>
                    <a:pt x="201" y="173"/>
                  </a:lnTo>
                  <a:lnTo>
                    <a:pt x="201" y="175"/>
                  </a:lnTo>
                  <a:lnTo>
                    <a:pt x="201" y="175"/>
                  </a:lnTo>
                  <a:lnTo>
                    <a:pt x="201" y="175"/>
                  </a:lnTo>
                  <a:lnTo>
                    <a:pt x="201" y="178"/>
                  </a:lnTo>
                  <a:lnTo>
                    <a:pt x="204" y="178"/>
                  </a:lnTo>
                  <a:lnTo>
                    <a:pt x="204" y="178"/>
                  </a:lnTo>
                  <a:lnTo>
                    <a:pt x="204" y="178"/>
                  </a:lnTo>
                  <a:lnTo>
                    <a:pt x="204" y="180"/>
                  </a:lnTo>
                  <a:lnTo>
                    <a:pt x="204" y="180"/>
                  </a:lnTo>
                  <a:lnTo>
                    <a:pt x="201" y="180"/>
                  </a:lnTo>
                  <a:lnTo>
                    <a:pt x="201" y="182"/>
                  </a:lnTo>
                  <a:lnTo>
                    <a:pt x="201" y="182"/>
                  </a:lnTo>
                  <a:lnTo>
                    <a:pt x="204" y="182"/>
                  </a:lnTo>
                  <a:lnTo>
                    <a:pt x="204" y="185"/>
                  </a:lnTo>
                  <a:lnTo>
                    <a:pt x="204" y="185"/>
                  </a:lnTo>
                  <a:lnTo>
                    <a:pt x="204" y="185"/>
                  </a:lnTo>
                  <a:lnTo>
                    <a:pt x="204" y="187"/>
                  </a:lnTo>
                  <a:lnTo>
                    <a:pt x="204" y="187"/>
                  </a:lnTo>
                  <a:lnTo>
                    <a:pt x="204" y="187"/>
                  </a:lnTo>
                  <a:lnTo>
                    <a:pt x="206" y="187"/>
                  </a:lnTo>
                  <a:lnTo>
                    <a:pt x="206" y="187"/>
                  </a:lnTo>
                  <a:lnTo>
                    <a:pt x="206" y="190"/>
                  </a:lnTo>
                  <a:lnTo>
                    <a:pt x="206" y="190"/>
                  </a:lnTo>
                  <a:lnTo>
                    <a:pt x="206" y="192"/>
                  </a:lnTo>
                  <a:lnTo>
                    <a:pt x="206" y="192"/>
                  </a:lnTo>
                  <a:lnTo>
                    <a:pt x="206" y="192"/>
                  </a:lnTo>
                  <a:lnTo>
                    <a:pt x="206" y="194"/>
                  </a:lnTo>
                  <a:lnTo>
                    <a:pt x="209" y="194"/>
                  </a:lnTo>
                  <a:lnTo>
                    <a:pt x="209" y="194"/>
                  </a:lnTo>
                  <a:lnTo>
                    <a:pt x="209" y="194"/>
                  </a:lnTo>
                  <a:lnTo>
                    <a:pt x="211" y="194"/>
                  </a:lnTo>
                  <a:lnTo>
                    <a:pt x="211" y="194"/>
                  </a:lnTo>
                  <a:lnTo>
                    <a:pt x="211" y="194"/>
                  </a:lnTo>
                  <a:lnTo>
                    <a:pt x="211" y="194"/>
                  </a:lnTo>
                  <a:lnTo>
                    <a:pt x="211" y="197"/>
                  </a:lnTo>
                  <a:lnTo>
                    <a:pt x="211" y="197"/>
                  </a:lnTo>
                  <a:lnTo>
                    <a:pt x="211" y="197"/>
                  </a:lnTo>
                  <a:lnTo>
                    <a:pt x="211" y="199"/>
                  </a:lnTo>
                  <a:lnTo>
                    <a:pt x="211" y="199"/>
                  </a:lnTo>
                  <a:lnTo>
                    <a:pt x="211" y="199"/>
                  </a:lnTo>
                  <a:lnTo>
                    <a:pt x="211" y="201"/>
                  </a:lnTo>
                  <a:lnTo>
                    <a:pt x="211" y="201"/>
                  </a:lnTo>
                  <a:lnTo>
                    <a:pt x="213" y="201"/>
                  </a:lnTo>
                  <a:lnTo>
                    <a:pt x="213" y="201"/>
                  </a:lnTo>
                  <a:lnTo>
                    <a:pt x="213" y="204"/>
                  </a:lnTo>
                  <a:lnTo>
                    <a:pt x="213" y="204"/>
                  </a:lnTo>
                  <a:lnTo>
                    <a:pt x="216" y="204"/>
                  </a:lnTo>
                  <a:lnTo>
                    <a:pt x="216" y="204"/>
                  </a:lnTo>
                  <a:lnTo>
                    <a:pt x="216" y="204"/>
                  </a:lnTo>
                  <a:lnTo>
                    <a:pt x="218" y="204"/>
                  </a:lnTo>
                  <a:lnTo>
                    <a:pt x="218" y="204"/>
                  </a:lnTo>
                  <a:lnTo>
                    <a:pt x="220" y="204"/>
                  </a:lnTo>
                  <a:lnTo>
                    <a:pt x="220" y="204"/>
                  </a:lnTo>
                  <a:lnTo>
                    <a:pt x="220" y="204"/>
                  </a:lnTo>
                  <a:lnTo>
                    <a:pt x="220" y="204"/>
                  </a:lnTo>
                  <a:lnTo>
                    <a:pt x="223" y="204"/>
                  </a:lnTo>
                  <a:lnTo>
                    <a:pt x="223" y="204"/>
                  </a:lnTo>
                  <a:lnTo>
                    <a:pt x="223" y="204"/>
                  </a:lnTo>
                  <a:lnTo>
                    <a:pt x="225" y="204"/>
                  </a:lnTo>
                  <a:lnTo>
                    <a:pt x="225" y="204"/>
                  </a:lnTo>
                  <a:lnTo>
                    <a:pt x="227" y="204"/>
                  </a:lnTo>
                  <a:lnTo>
                    <a:pt x="227" y="204"/>
                  </a:lnTo>
                  <a:lnTo>
                    <a:pt x="227" y="204"/>
                  </a:lnTo>
                  <a:lnTo>
                    <a:pt x="227" y="206"/>
                  </a:lnTo>
                  <a:lnTo>
                    <a:pt x="227" y="206"/>
                  </a:lnTo>
                  <a:lnTo>
                    <a:pt x="227" y="206"/>
                  </a:lnTo>
                  <a:lnTo>
                    <a:pt x="227" y="206"/>
                  </a:lnTo>
                  <a:lnTo>
                    <a:pt x="227" y="209"/>
                  </a:lnTo>
                  <a:lnTo>
                    <a:pt x="227" y="209"/>
                  </a:lnTo>
                  <a:lnTo>
                    <a:pt x="227" y="211"/>
                  </a:lnTo>
                  <a:lnTo>
                    <a:pt x="227" y="211"/>
                  </a:lnTo>
                  <a:lnTo>
                    <a:pt x="227" y="211"/>
                  </a:lnTo>
                  <a:lnTo>
                    <a:pt x="230" y="211"/>
                  </a:lnTo>
                  <a:lnTo>
                    <a:pt x="230" y="211"/>
                  </a:lnTo>
                  <a:lnTo>
                    <a:pt x="230" y="211"/>
                  </a:lnTo>
                  <a:lnTo>
                    <a:pt x="230" y="213"/>
                  </a:lnTo>
                  <a:lnTo>
                    <a:pt x="230" y="213"/>
                  </a:lnTo>
                  <a:lnTo>
                    <a:pt x="230" y="216"/>
                  </a:lnTo>
                  <a:lnTo>
                    <a:pt x="230" y="216"/>
                  </a:lnTo>
                  <a:lnTo>
                    <a:pt x="230" y="216"/>
                  </a:lnTo>
                  <a:lnTo>
                    <a:pt x="232" y="216"/>
                  </a:lnTo>
                  <a:lnTo>
                    <a:pt x="232" y="218"/>
                  </a:lnTo>
                  <a:lnTo>
                    <a:pt x="232" y="218"/>
                  </a:lnTo>
                  <a:lnTo>
                    <a:pt x="235" y="218"/>
                  </a:lnTo>
                  <a:lnTo>
                    <a:pt x="235" y="218"/>
                  </a:lnTo>
                  <a:lnTo>
                    <a:pt x="235" y="218"/>
                  </a:lnTo>
                  <a:lnTo>
                    <a:pt x="235" y="218"/>
                  </a:lnTo>
                  <a:lnTo>
                    <a:pt x="237" y="218"/>
                  </a:lnTo>
                  <a:lnTo>
                    <a:pt x="237" y="218"/>
                  </a:lnTo>
                  <a:lnTo>
                    <a:pt x="237" y="220"/>
                  </a:lnTo>
                  <a:lnTo>
                    <a:pt x="237" y="220"/>
                  </a:lnTo>
                  <a:lnTo>
                    <a:pt x="237" y="223"/>
                  </a:lnTo>
                  <a:lnTo>
                    <a:pt x="237" y="223"/>
                  </a:lnTo>
                  <a:lnTo>
                    <a:pt x="237" y="225"/>
                  </a:lnTo>
                  <a:lnTo>
                    <a:pt x="237" y="225"/>
                  </a:lnTo>
                  <a:lnTo>
                    <a:pt x="237" y="225"/>
                  </a:lnTo>
                  <a:lnTo>
                    <a:pt x="237" y="225"/>
                  </a:lnTo>
                  <a:lnTo>
                    <a:pt x="237" y="225"/>
                  </a:lnTo>
                  <a:lnTo>
                    <a:pt x="237" y="227"/>
                  </a:lnTo>
                  <a:lnTo>
                    <a:pt x="237" y="227"/>
                  </a:lnTo>
                  <a:lnTo>
                    <a:pt x="237" y="227"/>
                  </a:lnTo>
                  <a:lnTo>
                    <a:pt x="235" y="227"/>
                  </a:lnTo>
                  <a:lnTo>
                    <a:pt x="235" y="227"/>
                  </a:lnTo>
                  <a:lnTo>
                    <a:pt x="235" y="230"/>
                  </a:lnTo>
                  <a:lnTo>
                    <a:pt x="235" y="230"/>
                  </a:lnTo>
                  <a:lnTo>
                    <a:pt x="235" y="230"/>
                  </a:lnTo>
                  <a:lnTo>
                    <a:pt x="235" y="232"/>
                  </a:lnTo>
                  <a:lnTo>
                    <a:pt x="232" y="232"/>
                  </a:lnTo>
                  <a:lnTo>
                    <a:pt x="232" y="232"/>
                  </a:lnTo>
                  <a:lnTo>
                    <a:pt x="232" y="235"/>
                  </a:lnTo>
                  <a:lnTo>
                    <a:pt x="232" y="235"/>
                  </a:lnTo>
                  <a:lnTo>
                    <a:pt x="232" y="235"/>
                  </a:lnTo>
                  <a:lnTo>
                    <a:pt x="232" y="237"/>
                  </a:lnTo>
                  <a:lnTo>
                    <a:pt x="232" y="237"/>
                  </a:lnTo>
                  <a:lnTo>
                    <a:pt x="232" y="237"/>
                  </a:lnTo>
                  <a:lnTo>
                    <a:pt x="232" y="237"/>
                  </a:lnTo>
                  <a:lnTo>
                    <a:pt x="232" y="239"/>
                  </a:lnTo>
                  <a:lnTo>
                    <a:pt x="235" y="239"/>
                  </a:lnTo>
                  <a:lnTo>
                    <a:pt x="235" y="239"/>
                  </a:lnTo>
                  <a:lnTo>
                    <a:pt x="235" y="239"/>
                  </a:lnTo>
                  <a:lnTo>
                    <a:pt x="235" y="239"/>
                  </a:lnTo>
                  <a:lnTo>
                    <a:pt x="235" y="242"/>
                  </a:lnTo>
                  <a:lnTo>
                    <a:pt x="235" y="242"/>
                  </a:lnTo>
                  <a:lnTo>
                    <a:pt x="235" y="242"/>
                  </a:lnTo>
                  <a:lnTo>
                    <a:pt x="235" y="244"/>
                  </a:lnTo>
                  <a:lnTo>
                    <a:pt x="235" y="244"/>
                  </a:lnTo>
                  <a:lnTo>
                    <a:pt x="235" y="244"/>
                  </a:lnTo>
                  <a:lnTo>
                    <a:pt x="235" y="246"/>
                  </a:lnTo>
                  <a:lnTo>
                    <a:pt x="232" y="246"/>
                  </a:lnTo>
                  <a:lnTo>
                    <a:pt x="232" y="246"/>
                  </a:lnTo>
                  <a:lnTo>
                    <a:pt x="232" y="246"/>
                  </a:lnTo>
                  <a:lnTo>
                    <a:pt x="232" y="249"/>
                  </a:lnTo>
                  <a:lnTo>
                    <a:pt x="232" y="249"/>
                  </a:lnTo>
                  <a:lnTo>
                    <a:pt x="232" y="249"/>
                  </a:lnTo>
                  <a:lnTo>
                    <a:pt x="232" y="251"/>
                  </a:lnTo>
                  <a:lnTo>
                    <a:pt x="232" y="251"/>
                  </a:lnTo>
                  <a:lnTo>
                    <a:pt x="232" y="254"/>
                  </a:lnTo>
                  <a:lnTo>
                    <a:pt x="232" y="254"/>
                  </a:lnTo>
                  <a:lnTo>
                    <a:pt x="232" y="254"/>
                  </a:lnTo>
                  <a:lnTo>
                    <a:pt x="232" y="256"/>
                  </a:lnTo>
                  <a:lnTo>
                    <a:pt x="232" y="256"/>
                  </a:lnTo>
                  <a:lnTo>
                    <a:pt x="235" y="256"/>
                  </a:lnTo>
                  <a:lnTo>
                    <a:pt x="235" y="256"/>
                  </a:lnTo>
                  <a:lnTo>
                    <a:pt x="235" y="258"/>
                  </a:lnTo>
                  <a:lnTo>
                    <a:pt x="235" y="258"/>
                  </a:lnTo>
                  <a:lnTo>
                    <a:pt x="235" y="261"/>
                  </a:lnTo>
                  <a:lnTo>
                    <a:pt x="235" y="261"/>
                  </a:lnTo>
                  <a:lnTo>
                    <a:pt x="235" y="263"/>
                  </a:lnTo>
                  <a:lnTo>
                    <a:pt x="235" y="263"/>
                  </a:lnTo>
                  <a:lnTo>
                    <a:pt x="235" y="265"/>
                  </a:lnTo>
                  <a:lnTo>
                    <a:pt x="232" y="265"/>
                  </a:lnTo>
                  <a:lnTo>
                    <a:pt x="232" y="265"/>
                  </a:lnTo>
                  <a:lnTo>
                    <a:pt x="232" y="265"/>
                  </a:lnTo>
                  <a:lnTo>
                    <a:pt x="232" y="268"/>
                  </a:lnTo>
                  <a:lnTo>
                    <a:pt x="235" y="268"/>
                  </a:lnTo>
                  <a:lnTo>
                    <a:pt x="235" y="268"/>
                  </a:lnTo>
                  <a:lnTo>
                    <a:pt x="235" y="270"/>
                  </a:lnTo>
                  <a:lnTo>
                    <a:pt x="235" y="270"/>
                  </a:lnTo>
                  <a:lnTo>
                    <a:pt x="232" y="270"/>
                  </a:lnTo>
                  <a:lnTo>
                    <a:pt x="232" y="273"/>
                  </a:lnTo>
                  <a:lnTo>
                    <a:pt x="232" y="273"/>
                  </a:lnTo>
                  <a:lnTo>
                    <a:pt x="232" y="275"/>
                  </a:lnTo>
                  <a:lnTo>
                    <a:pt x="232" y="275"/>
                  </a:lnTo>
                  <a:lnTo>
                    <a:pt x="232" y="275"/>
                  </a:lnTo>
                  <a:lnTo>
                    <a:pt x="232" y="277"/>
                  </a:lnTo>
                  <a:lnTo>
                    <a:pt x="232" y="277"/>
                  </a:lnTo>
                  <a:lnTo>
                    <a:pt x="232" y="280"/>
                  </a:lnTo>
                  <a:lnTo>
                    <a:pt x="232" y="280"/>
                  </a:lnTo>
                  <a:lnTo>
                    <a:pt x="232" y="280"/>
                  </a:lnTo>
                  <a:lnTo>
                    <a:pt x="232" y="282"/>
                  </a:lnTo>
                  <a:lnTo>
                    <a:pt x="232" y="282"/>
                  </a:lnTo>
                  <a:lnTo>
                    <a:pt x="232" y="284"/>
                  </a:lnTo>
                  <a:lnTo>
                    <a:pt x="232" y="284"/>
                  </a:lnTo>
                  <a:lnTo>
                    <a:pt x="232" y="284"/>
                  </a:lnTo>
                  <a:lnTo>
                    <a:pt x="232" y="287"/>
                  </a:lnTo>
                  <a:lnTo>
                    <a:pt x="232" y="287"/>
                  </a:lnTo>
                  <a:lnTo>
                    <a:pt x="232" y="287"/>
                  </a:lnTo>
                  <a:lnTo>
                    <a:pt x="232" y="289"/>
                  </a:lnTo>
                  <a:lnTo>
                    <a:pt x="232" y="289"/>
                  </a:lnTo>
                  <a:lnTo>
                    <a:pt x="232" y="289"/>
                  </a:lnTo>
                  <a:lnTo>
                    <a:pt x="232" y="291"/>
                  </a:lnTo>
                  <a:lnTo>
                    <a:pt x="232" y="291"/>
                  </a:lnTo>
                  <a:lnTo>
                    <a:pt x="232" y="294"/>
                  </a:lnTo>
                  <a:lnTo>
                    <a:pt x="230" y="294"/>
                  </a:lnTo>
                  <a:lnTo>
                    <a:pt x="230" y="294"/>
                  </a:lnTo>
                  <a:lnTo>
                    <a:pt x="230" y="294"/>
                  </a:lnTo>
                  <a:lnTo>
                    <a:pt x="230" y="294"/>
                  </a:lnTo>
                  <a:lnTo>
                    <a:pt x="230" y="294"/>
                  </a:lnTo>
                  <a:lnTo>
                    <a:pt x="227" y="294"/>
                  </a:lnTo>
                  <a:lnTo>
                    <a:pt x="227" y="294"/>
                  </a:lnTo>
                  <a:lnTo>
                    <a:pt x="227" y="294"/>
                  </a:lnTo>
                  <a:lnTo>
                    <a:pt x="227" y="294"/>
                  </a:lnTo>
                  <a:lnTo>
                    <a:pt x="225" y="294"/>
                  </a:lnTo>
                  <a:lnTo>
                    <a:pt x="225" y="296"/>
                  </a:lnTo>
                  <a:lnTo>
                    <a:pt x="225" y="296"/>
                  </a:lnTo>
                  <a:lnTo>
                    <a:pt x="225" y="296"/>
                  </a:lnTo>
                  <a:lnTo>
                    <a:pt x="223" y="296"/>
                  </a:lnTo>
                  <a:lnTo>
                    <a:pt x="223" y="296"/>
                  </a:lnTo>
                  <a:lnTo>
                    <a:pt x="223" y="294"/>
                  </a:lnTo>
                  <a:lnTo>
                    <a:pt x="223" y="294"/>
                  </a:lnTo>
                  <a:lnTo>
                    <a:pt x="223" y="291"/>
                  </a:lnTo>
                  <a:lnTo>
                    <a:pt x="225" y="291"/>
                  </a:lnTo>
                  <a:lnTo>
                    <a:pt x="225" y="291"/>
                  </a:lnTo>
                  <a:lnTo>
                    <a:pt x="225" y="291"/>
                  </a:lnTo>
                  <a:lnTo>
                    <a:pt x="225" y="289"/>
                  </a:lnTo>
                  <a:lnTo>
                    <a:pt x="225" y="289"/>
                  </a:lnTo>
                  <a:lnTo>
                    <a:pt x="225" y="289"/>
                  </a:lnTo>
                  <a:lnTo>
                    <a:pt x="223" y="289"/>
                  </a:lnTo>
                  <a:lnTo>
                    <a:pt x="223" y="287"/>
                  </a:lnTo>
                  <a:lnTo>
                    <a:pt x="223" y="287"/>
                  </a:lnTo>
                  <a:lnTo>
                    <a:pt x="223" y="287"/>
                  </a:lnTo>
                  <a:lnTo>
                    <a:pt x="223" y="287"/>
                  </a:lnTo>
                  <a:lnTo>
                    <a:pt x="223" y="284"/>
                  </a:lnTo>
                  <a:lnTo>
                    <a:pt x="220" y="284"/>
                  </a:lnTo>
                  <a:lnTo>
                    <a:pt x="220" y="284"/>
                  </a:lnTo>
                  <a:lnTo>
                    <a:pt x="220" y="284"/>
                  </a:lnTo>
                  <a:lnTo>
                    <a:pt x="220" y="284"/>
                  </a:lnTo>
                  <a:lnTo>
                    <a:pt x="220" y="287"/>
                  </a:lnTo>
                  <a:lnTo>
                    <a:pt x="220" y="287"/>
                  </a:lnTo>
                  <a:lnTo>
                    <a:pt x="220" y="287"/>
                  </a:lnTo>
                  <a:lnTo>
                    <a:pt x="220" y="289"/>
                  </a:lnTo>
                  <a:lnTo>
                    <a:pt x="220" y="289"/>
                  </a:lnTo>
                  <a:lnTo>
                    <a:pt x="220" y="289"/>
                  </a:lnTo>
                  <a:lnTo>
                    <a:pt x="220" y="289"/>
                  </a:lnTo>
                  <a:lnTo>
                    <a:pt x="220" y="291"/>
                  </a:lnTo>
                  <a:lnTo>
                    <a:pt x="223" y="291"/>
                  </a:lnTo>
                  <a:lnTo>
                    <a:pt x="223" y="291"/>
                  </a:lnTo>
                  <a:lnTo>
                    <a:pt x="220" y="291"/>
                  </a:lnTo>
                  <a:lnTo>
                    <a:pt x="220" y="291"/>
                  </a:lnTo>
                  <a:lnTo>
                    <a:pt x="220" y="294"/>
                  </a:lnTo>
                  <a:lnTo>
                    <a:pt x="220" y="294"/>
                  </a:lnTo>
                  <a:lnTo>
                    <a:pt x="218" y="294"/>
                  </a:lnTo>
                  <a:lnTo>
                    <a:pt x="218" y="291"/>
                  </a:lnTo>
                  <a:lnTo>
                    <a:pt x="218" y="291"/>
                  </a:lnTo>
                  <a:lnTo>
                    <a:pt x="216" y="291"/>
                  </a:lnTo>
                  <a:lnTo>
                    <a:pt x="216" y="291"/>
                  </a:lnTo>
                  <a:lnTo>
                    <a:pt x="216" y="291"/>
                  </a:lnTo>
                  <a:lnTo>
                    <a:pt x="216" y="291"/>
                  </a:lnTo>
                  <a:lnTo>
                    <a:pt x="213" y="291"/>
                  </a:lnTo>
                  <a:lnTo>
                    <a:pt x="213" y="289"/>
                  </a:lnTo>
                  <a:lnTo>
                    <a:pt x="213" y="289"/>
                  </a:lnTo>
                  <a:lnTo>
                    <a:pt x="211" y="289"/>
                  </a:lnTo>
                  <a:lnTo>
                    <a:pt x="211" y="289"/>
                  </a:lnTo>
                  <a:lnTo>
                    <a:pt x="211" y="289"/>
                  </a:lnTo>
                  <a:lnTo>
                    <a:pt x="211" y="287"/>
                  </a:lnTo>
                  <a:lnTo>
                    <a:pt x="211" y="287"/>
                  </a:lnTo>
                  <a:lnTo>
                    <a:pt x="209" y="287"/>
                  </a:lnTo>
                  <a:lnTo>
                    <a:pt x="209" y="287"/>
                  </a:lnTo>
                  <a:lnTo>
                    <a:pt x="209" y="287"/>
                  </a:lnTo>
                  <a:lnTo>
                    <a:pt x="209" y="284"/>
                  </a:lnTo>
                  <a:lnTo>
                    <a:pt x="209" y="284"/>
                  </a:lnTo>
                  <a:lnTo>
                    <a:pt x="209" y="284"/>
                  </a:lnTo>
                  <a:lnTo>
                    <a:pt x="206" y="284"/>
                  </a:lnTo>
                  <a:lnTo>
                    <a:pt x="206" y="284"/>
                  </a:lnTo>
                  <a:lnTo>
                    <a:pt x="204" y="284"/>
                  </a:lnTo>
                  <a:lnTo>
                    <a:pt x="204" y="284"/>
                  </a:lnTo>
                  <a:lnTo>
                    <a:pt x="206" y="284"/>
                  </a:lnTo>
                  <a:lnTo>
                    <a:pt x="206" y="287"/>
                  </a:lnTo>
                  <a:lnTo>
                    <a:pt x="206" y="287"/>
                  </a:lnTo>
                  <a:lnTo>
                    <a:pt x="206" y="287"/>
                  </a:lnTo>
                  <a:lnTo>
                    <a:pt x="206" y="289"/>
                  </a:lnTo>
                  <a:lnTo>
                    <a:pt x="206" y="289"/>
                  </a:lnTo>
                  <a:lnTo>
                    <a:pt x="209" y="289"/>
                  </a:lnTo>
                  <a:lnTo>
                    <a:pt x="209" y="291"/>
                  </a:lnTo>
                  <a:lnTo>
                    <a:pt x="209" y="291"/>
                  </a:lnTo>
                  <a:lnTo>
                    <a:pt x="209" y="289"/>
                  </a:lnTo>
                  <a:lnTo>
                    <a:pt x="209" y="289"/>
                  </a:lnTo>
                  <a:lnTo>
                    <a:pt x="211" y="289"/>
                  </a:lnTo>
                  <a:lnTo>
                    <a:pt x="211" y="289"/>
                  </a:lnTo>
                  <a:lnTo>
                    <a:pt x="211" y="291"/>
                  </a:lnTo>
                  <a:lnTo>
                    <a:pt x="211" y="291"/>
                  </a:lnTo>
                  <a:lnTo>
                    <a:pt x="211" y="294"/>
                  </a:lnTo>
                  <a:lnTo>
                    <a:pt x="211" y="294"/>
                  </a:lnTo>
                  <a:lnTo>
                    <a:pt x="211" y="291"/>
                  </a:lnTo>
                  <a:lnTo>
                    <a:pt x="209" y="291"/>
                  </a:lnTo>
                  <a:lnTo>
                    <a:pt x="209" y="291"/>
                  </a:lnTo>
                  <a:lnTo>
                    <a:pt x="209" y="294"/>
                  </a:lnTo>
                  <a:lnTo>
                    <a:pt x="209" y="294"/>
                  </a:lnTo>
                  <a:lnTo>
                    <a:pt x="209" y="296"/>
                  </a:lnTo>
                  <a:lnTo>
                    <a:pt x="209" y="296"/>
                  </a:lnTo>
                  <a:lnTo>
                    <a:pt x="206" y="296"/>
                  </a:lnTo>
                  <a:lnTo>
                    <a:pt x="206" y="296"/>
                  </a:lnTo>
                  <a:lnTo>
                    <a:pt x="204" y="296"/>
                  </a:lnTo>
                  <a:lnTo>
                    <a:pt x="204" y="296"/>
                  </a:lnTo>
                  <a:lnTo>
                    <a:pt x="204" y="294"/>
                  </a:lnTo>
                  <a:lnTo>
                    <a:pt x="204" y="294"/>
                  </a:lnTo>
                  <a:lnTo>
                    <a:pt x="204" y="294"/>
                  </a:lnTo>
                  <a:lnTo>
                    <a:pt x="204" y="291"/>
                  </a:lnTo>
                  <a:lnTo>
                    <a:pt x="201" y="291"/>
                  </a:lnTo>
                  <a:lnTo>
                    <a:pt x="201" y="291"/>
                  </a:lnTo>
                  <a:lnTo>
                    <a:pt x="201" y="291"/>
                  </a:lnTo>
                  <a:lnTo>
                    <a:pt x="201" y="289"/>
                  </a:lnTo>
                  <a:lnTo>
                    <a:pt x="201" y="289"/>
                  </a:lnTo>
                  <a:lnTo>
                    <a:pt x="201" y="289"/>
                  </a:lnTo>
                  <a:lnTo>
                    <a:pt x="199" y="289"/>
                  </a:lnTo>
                  <a:lnTo>
                    <a:pt x="199" y="287"/>
                  </a:lnTo>
                  <a:lnTo>
                    <a:pt x="199" y="287"/>
                  </a:lnTo>
                  <a:lnTo>
                    <a:pt x="199" y="287"/>
                  </a:lnTo>
                  <a:lnTo>
                    <a:pt x="199" y="284"/>
                  </a:lnTo>
                  <a:lnTo>
                    <a:pt x="197" y="284"/>
                  </a:lnTo>
                  <a:lnTo>
                    <a:pt x="197" y="284"/>
                  </a:lnTo>
                  <a:lnTo>
                    <a:pt x="197" y="284"/>
                  </a:lnTo>
                  <a:lnTo>
                    <a:pt x="197" y="284"/>
                  </a:lnTo>
                  <a:lnTo>
                    <a:pt x="197" y="284"/>
                  </a:lnTo>
                  <a:lnTo>
                    <a:pt x="194" y="284"/>
                  </a:lnTo>
                  <a:lnTo>
                    <a:pt x="194" y="284"/>
                  </a:lnTo>
                  <a:lnTo>
                    <a:pt x="194" y="282"/>
                  </a:lnTo>
                  <a:lnTo>
                    <a:pt x="194" y="282"/>
                  </a:lnTo>
                  <a:lnTo>
                    <a:pt x="194" y="282"/>
                  </a:lnTo>
                  <a:lnTo>
                    <a:pt x="194" y="280"/>
                  </a:lnTo>
                  <a:lnTo>
                    <a:pt x="192" y="280"/>
                  </a:lnTo>
                  <a:lnTo>
                    <a:pt x="192" y="280"/>
                  </a:lnTo>
                  <a:lnTo>
                    <a:pt x="192" y="280"/>
                  </a:lnTo>
                  <a:lnTo>
                    <a:pt x="192" y="277"/>
                  </a:lnTo>
                  <a:lnTo>
                    <a:pt x="192" y="277"/>
                  </a:lnTo>
                  <a:lnTo>
                    <a:pt x="190" y="277"/>
                  </a:lnTo>
                  <a:lnTo>
                    <a:pt x="190" y="277"/>
                  </a:lnTo>
                  <a:lnTo>
                    <a:pt x="190" y="275"/>
                  </a:lnTo>
                  <a:lnTo>
                    <a:pt x="190" y="275"/>
                  </a:lnTo>
                  <a:lnTo>
                    <a:pt x="190" y="275"/>
                  </a:lnTo>
                  <a:lnTo>
                    <a:pt x="190" y="275"/>
                  </a:lnTo>
                  <a:lnTo>
                    <a:pt x="187" y="275"/>
                  </a:lnTo>
                  <a:lnTo>
                    <a:pt x="187" y="275"/>
                  </a:lnTo>
                  <a:lnTo>
                    <a:pt x="187" y="273"/>
                  </a:lnTo>
                  <a:lnTo>
                    <a:pt x="187" y="273"/>
                  </a:lnTo>
                  <a:lnTo>
                    <a:pt x="187" y="273"/>
                  </a:lnTo>
                  <a:lnTo>
                    <a:pt x="187" y="270"/>
                  </a:lnTo>
                  <a:lnTo>
                    <a:pt x="185" y="270"/>
                  </a:lnTo>
                  <a:lnTo>
                    <a:pt x="185" y="270"/>
                  </a:lnTo>
                  <a:lnTo>
                    <a:pt x="185" y="270"/>
                  </a:lnTo>
                  <a:lnTo>
                    <a:pt x="183" y="270"/>
                  </a:lnTo>
                  <a:lnTo>
                    <a:pt x="183" y="270"/>
                  </a:lnTo>
                  <a:lnTo>
                    <a:pt x="183" y="268"/>
                  </a:lnTo>
                  <a:lnTo>
                    <a:pt x="183" y="268"/>
                  </a:lnTo>
                  <a:lnTo>
                    <a:pt x="180" y="268"/>
                  </a:lnTo>
                  <a:lnTo>
                    <a:pt x="180" y="268"/>
                  </a:lnTo>
                  <a:lnTo>
                    <a:pt x="180" y="268"/>
                  </a:lnTo>
                  <a:lnTo>
                    <a:pt x="178" y="268"/>
                  </a:lnTo>
                  <a:lnTo>
                    <a:pt x="178" y="265"/>
                  </a:lnTo>
                  <a:lnTo>
                    <a:pt x="178" y="265"/>
                  </a:lnTo>
                  <a:lnTo>
                    <a:pt x="178" y="265"/>
                  </a:lnTo>
                  <a:lnTo>
                    <a:pt x="178" y="265"/>
                  </a:lnTo>
                  <a:lnTo>
                    <a:pt x="178" y="265"/>
                  </a:lnTo>
                  <a:lnTo>
                    <a:pt x="175" y="265"/>
                  </a:lnTo>
                  <a:lnTo>
                    <a:pt x="175" y="263"/>
                  </a:lnTo>
                  <a:lnTo>
                    <a:pt x="175" y="263"/>
                  </a:lnTo>
                  <a:lnTo>
                    <a:pt x="175" y="263"/>
                  </a:lnTo>
                  <a:lnTo>
                    <a:pt x="175" y="263"/>
                  </a:lnTo>
                  <a:lnTo>
                    <a:pt x="175" y="261"/>
                  </a:lnTo>
                  <a:lnTo>
                    <a:pt x="173" y="261"/>
                  </a:lnTo>
                  <a:lnTo>
                    <a:pt x="173" y="261"/>
                  </a:lnTo>
                  <a:lnTo>
                    <a:pt x="173" y="261"/>
                  </a:lnTo>
                  <a:lnTo>
                    <a:pt x="171" y="261"/>
                  </a:lnTo>
                  <a:lnTo>
                    <a:pt x="171" y="258"/>
                  </a:lnTo>
                  <a:lnTo>
                    <a:pt x="171" y="258"/>
                  </a:lnTo>
                  <a:lnTo>
                    <a:pt x="171" y="258"/>
                  </a:lnTo>
                  <a:lnTo>
                    <a:pt x="168" y="258"/>
                  </a:lnTo>
                  <a:lnTo>
                    <a:pt x="168" y="258"/>
                  </a:lnTo>
                  <a:lnTo>
                    <a:pt x="168" y="258"/>
                  </a:lnTo>
                  <a:lnTo>
                    <a:pt x="168" y="256"/>
                  </a:lnTo>
                  <a:lnTo>
                    <a:pt x="168" y="256"/>
                  </a:lnTo>
                  <a:lnTo>
                    <a:pt x="168" y="256"/>
                  </a:lnTo>
                  <a:lnTo>
                    <a:pt x="166" y="256"/>
                  </a:lnTo>
                  <a:lnTo>
                    <a:pt x="166" y="256"/>
                  </a:lnTo>
                  <a:lnTo>
                    <a:pt x="166" y="256"/>
                  </a:lnTo>
                  <a:lnTo>
                    <a:pt x="166" y="254"/>
                  </a:lnTo>
                  <a:lnTo>
                    <a:pt x="164" y="254"/>
                  </a:lnTo>
                  <a:lnTo>
                    <a:pt x="164" y="254"/>
                  </a:lnTo>
                  <a:lnTo>
                    <a:pt x="164" y="254"/>
                  </a:lnTo>
                  <a:lnTo>
                    <a:pt x="164" y="254"/>
                  </a:lnTo>
                  <a:lnTo>
                    <a:pt x="164" y="251"/>
                  </a:lnTo>
                  <a:lnTo>
                    <a:pt x="161" y="251"/>
                  </a:lnTo>
                  <a:lnTo>
                    <a:pt x="161" y="251"/>
                  </a:lnTo>
                  <a:lnTo>
                    <a:pt x="161" y="251"/>
                  </a:lnTo>
                  <a:lnTo>
                    <a:pt x="161" y="249"/>
                  </a:lnTo>
                  <a:lnTo>
                    <a:pt x="161" y="249"/>
                  </a:lnTo>
                  <a:lnTo>
                    <a:pt x="159" y="249"/>
                  </a:lnTo>
                  <a:lnTo>
                    <a:pt x="159" y="249"/>
                  </a:lnTo>
                  <a:lnTo>
                    <a:pt x="159" y="249"/>
                  </a:lnTo>
                  <a:lnTo>
                    <a:pt x="159" y="246"/>
                  </a:lnTo>
                  <a:lnTo>
                    <a:pt x="156" y="246"/>
                  </a:lnTo>
                  <a:lnTo>
                    <a:pt x="156" y="246"/>
                  </a:lnTo>
                  <a:lnTo>
                    <a:pt x="156" y="246"/>
                  </a:lnTo>
                  <a:lnTo>
                    <a:pt x="156" y="246"/>
                  </a:lnTo>
                  <a:lnTo>
                    <a:pt x="156" y="246"/>
                  </a:lnTo>
                  <a:lnTo>
                    <a:pt x="154" y="246"/>
                  </a:lnTo>
                  <a:lnTo>
                    <a:pt x="154" y="244"/>
                  </a:lnTo>
                  <a:lnTo>
                    <a:pt x="154" y="244"/>
                  </a:lnTo>
                  <a:lnTo>
                    <a:pt x="154" y="242"/>
                  </a:lnTo>
                  <a:lnTo>
                    <a:pt x="154" y="242"/>
                  </a:lnTo>
                  <a:lnTo>
                    <a:pt x="154" y="242"/>
                  </a:lnTo>
                  <a:lnTo>
                    <a:pt x="154" y="239"/>
                  </a:lnTo>
                  <a:lnTo>
                    <a:pt x="154" y="239"/>
                  </a:lnTo>
                  <a:lnTo>
                    <a:pt x="154" y="237"/>
                  </a:lnTo>
                  <a:lnTo>
                    <a:pt x="154" y="237"/>
                  </a:lnTo>
                  <a:lnTo>
                    <a:pt x="154" y="237"/>
                  </a:lnTo>
                  <a:lnTo>
                    <a:pt x="154" y="237"/>
                  </a:lnTo>
                  <a:lnTo>
                    <a:pt x="152" y="237"/>
                  </a:lnTo>
                  <a:lnTo>
                    <a:pt x="152" y="235"/>
                  </a:lnTo>
                  <a:lnTo>
                    <a:pt x="152" y="235"/>
                  </a:lnTo>
                  <a:lnTo>
                    <a:pt x="149" y="235"/>
                  </a:lnTo>
                  <a:lnTo>
                    <a:pt x="149" y="235"/>
                  </a:lnTo>
                  <a:lnTo>
                    <a:pt x="149" y="235"/>
                  </a:lnTo>
                  <a:lnTo>
                    <a:pt x="149" y="235"/>
                  </a:lnTo>
                  <a:lnTo>
                    <a:pt x="149" y="232"/>
                  </a:lnTo>
                  <a:lnTo>
                    <a:pt x="147" y="232"/>
                  </a:lnTo>
                  <a:lnTo>
                    <a:pt x="147" y="232"/>
                  </a:lnTo>
                  <a:lnTo>
                    <a:pt x="147" y="232"/>
                  </a:lnTo>
                  <a:lnTo>
                    <a:pt x="147" y="230"/>
                  </a:lnTo>
                  <a:lnTo>
                    <a:pt x="147" y="230"/>
                  </a:lnTo>
                  <a:lnTo>
                    <a:pt x="145" y="230"/>
                  </a:lnTo>
                  <a:lnTo>
                    <a:pt x="145" y="230"/>
                  </a:lnTo>
                  <a:lnTo>
                    <a:pt x="145" y="230"/>
                  </a:lnTo>
                  <a:lnTo>
                    <a:pt x="145" y="227"/>
                  </a:lnTo>
                  <a:lnTo>
                    <a:pt x="142" y="227"/>
                  </a:lnTo>
                  <a:lnTo>
                    <a:pt x="142" y="227"/>
                  </a:lnTo>
                  <a:lnTo>
                    <a:pt x="142" y="227"/>
                  </a:lnTo>
                  <a:lnTo>
                    <a:pt x="142" y="227"/>
                  </a:lnTo>
                  <a:lnTo>
                    <a:pt x="142" y="225"/>
                  </a:lnTo>
                  <a:lnTo>
                    <a:pt x="140" y="225"/>
                  </a:lnTo>
                  <a:lnTo>
                    <a:pt x="140" y="225"/>
                  </a:lnTo>
                  <a:lnTo>
                    <a:pt x="140" y="225"/>
                  </a:lnTo>
                  <a:lnTo>
                    <a:pt x="140" y="225"/>
                  </a:lnTo>
                  <a:lnTo>
                    <a:pt x="138" y="225"/>
                  </a:lnTo>
                  <a:lnTo>
                    <a:pt x="138" y="223"/>
                  </a:lnTo>
                  <a:lnTo>
                    <a:pt x="138" y="223"/>
                  </a:lnTo>
                  <a:lnTo>
                    <a:pt x="138" y="223"/>
                  </a:lnTo>
                  <a:lnTo>
                    <a:pt x="138" y="220"/>
                  </a:lnTo>
                  <a:lnTo>
                    <a:pt x="138" y="220"/>
                  </a:lnTo>
                  <a:lnTo>
                    <a:pt x="138" y="220"/>
                  </a:lnTo>
                  <a:lnTo>
                    <a:pt x="138" y="218"/>
                  </a:lnTo>
                  <a:lnTo>
                    <a:pt x="135" y="218"/>
                  </a:lnTo>
                  <a:lnTo>
                    <a:pt x="135" y="218"/>
                  </a:lnTo>
                  <a:lnTo>
                    <a:pt x="135" y="216"/>
                  </a:lnTo>
                  <a:lnTo>
                    <a:pt x="135" y="216"/>
                  </a:lnTo>
                  <a:lnTo>
                    <a:pt x="135" y="216"/>
                  </a:lnTo>
                  <a:lnTo>
                    <a:pt x="135" y="216"/>
                  </a:lnTo>
                  <a:lnTo>
                    <a:pt x="135" y="216"/>
                  </a:lnTo>
                  <a:lnTo>
                    <a:pt x="135" y="213"/>
                  </a:lnTo>
                  <a:lnTo>
                    <a:pt x="133" y="213"/>
                  </a:lnTo>
                  <a:lnTo>
                    <a:pt x="133" y="213"/>
                  </a:lnTo>
                  <a:lnTo>
                    <a:pt x="133" y="213"/>
                  </a:lnTo>
                  <a:lnTo>
                    <a:pt x="133" y="211"/>
                  </a:lnTo>
                  <a:lnTo>
                    <a:pt x="130" y="211"/>
                  </a:lnTo>
                  <a:lnTo>
                    <a:pt x="130" y="211"/>
                  </a:lnTo>
                  <a:lnTo>
                    <a:pt x="130" y="211"/>
                  </a:lnTo>
                  <a:lnTo>
                    <a:pt x="130" y="211"/>
                  </a:lnTo>
                  <a:lnTo>
                    <a:pt x="130" y="209"/>
                  </a:lnTo>
                  <a:lnTo>
                    <a:pt x="128" y="209"/>
                  </a:lnTo>
                  <a:lnTo>
                    <a:pt x="128" y="209"/>
                  </a:lnTo>
                  <a:lnTo>
                    <a:pt x="128" y="209"/>
                  </a:lnTo>
                  <a:lnTo>
                    <a:pt x="128" y="206"/>
                  </a:lnTo>
                  <a:lnTo>
                    <a:pt x="128" y="206"/>
                  </a:lnTo>
                  <a:lnTo>
                    <a:pt x="128" y="206"/>
                  </a:lnTo>
                  <a:lnTo>
                    <a:pt x="128" y="206"/>
                  </a:lnTo>
                  <a:lnTo>
                    <a:pt x="126" y="206"/>
                  </a:lnTo>
                  <a:lnTo>
                    <a:pt x="126" y="204"/>
                  </a:lnTo>
                  <a:lnTo>
                    <a:pt x="126" y="204"/>
                  </a:lnTo>
                  <a:lnTo>
                    <a:pt x="126" y="204"/>
                  </a:lnTo>
                  <a:lnTo>
                    <a:pt x="126" y="201"/>
                  </a:lnTo>
                  <a:lnTo>
                    <a:pt x="126" y="201"/>
                  </a:lnTo>
                  <a:lnTo>
                    <a:pt x="123" y="201"/>
                  </a:lnTo>
                  <a:lnTo>
                    <a:pt x="123" y="199"/>
                  </a:lnTo>
                  <a:lnTo>
                    <a:pt x="123" y="199"/>
                  </a:lnTo>
                  <a:lnTo>
                    <a:pt x="123" y="199"/>
                  </a:lnTo>
                  <a:lnTo>
                    <a:pt x="123" y="197"/>
                  </a:lnTo>
                  <a:lnTo>
                    <a:pt x="123" y="197"/>
                  </a:lnTo>
                  <a:lnTo>
                    <a:pt x="123" y="197"/>
                  </a:lnTo>
                  <a:lnTo>
                    <a:pt x="126" y="197"/>
                  </a:lnTo>
                  <a:lnTo>
                    <a:pt x="126" y="197"/>
                  </a:lnTo>
                  <a:lnTo>
                    <a:pt x="123" y="197"/>
                  </a:lnTo>
                  <a:lnTo>
                    <a:pt x="123" y="194"/>
                  </a:lnTo>
                  <a:lnTo>
                    <a:pt x="123" y="194"/>
                  </a:lnTo>
                  <a:lnTo>
                    <a:pt x="123" y="192"/>
                  </a:lnTo>
                  <a:lnTo>
                    <a:pt x="123" y="192"/>
                  </a:lnTo>
                  <a:lnTo>
                    <a:pt x="123" y="192"/>
                  </a:lnTo>
                  <a:lnTo>
                    <a:pt x="123" y="190"/>
                  </a:lnTo>
                  <a:lnTo>
                    <a:pt x="123" y="190"/>
                  </a:lnTo>
                  <a:lnTo>
                    <a:pt x="123" y="190"/>
                  </a:lnTo>
                  <a:lnTo>
                    <a:pt x="121" y="190"/>
                  </a:lnTo>
                  <a:lnTo>
                    <a:pt x="121" y="187"/>
                  </a:lnTo>
                  <a:lnTo>
                    <a:pt x="121" y="187"/>
                  </a:lnTo>
                  <a:lnTo>
                    <a:pt x="121" y="187"/>
                  </a:lnTo>
                  <a:lnTo>
                    <a:pt x="121" y="187"/>
                  </a:lnTo>
                  <a:lnTo>
                    <a:pt x="121" y="187"/>
                  </a:lnTo>
                  <a:lnTo>
                    <a:pt x="121" y="185"/>
                  </a:lnTo>
                  <a:lnTo>
                    <a:pt x="121" y="185"/>
                  </a:lnTo>
                  <a:lnTo>
                    <a:pt x="119" y="185"/>
                  </a:lnTo>
                  <a:lnTo>
                    <a:pt x="119" y="182"/>
                  </a:lnTo>
                  <a:lnTo>
                    <a:pt x="119" y="182"/>
                  </a:lnTo>
                  <a:lnTo>
                    <a:pt x="119" y="182"/>
                  </a:lnTo>
                  <a:lnTo>
                    <a:pt x="119" y="180"/>
                  </a:lnTo>
                  <a:lnTo>
                    <a:pt x="119" y="180"/>
                  </a:lnTo>
                  <a:lnTo>
                    <a:pt x="119" y="178"/>
                  </a:lnTo>
                  <a:lnTo>
                    <a:pt x="119" y="178"/>
                  </a:lnTo>
                  <a:lnTo>
                    <a:pt x="116" y="178"/>
                  </a:lnTo>
                  <a:lnTo>
                    <a:pt x="116" y="178"/>
                  </a:lnTo>
                  <a:lnTo>
                    <a:pt x="116" y="178"/>
                  </a:lnTo>
                  <a:lnTo>
                    <a:pt x="116" y="178"/>
                  </a:lnTo>
                  <a:lnTo>
                    <a:pt x="114" y="178"/>
                  </a:lnTo>
                  <a:lnTo>
                    <a:pt x="114" y="175"/>
                  </a:lnTo>
                  <a:lnTo>
                    <a:pt x="114" y="175"/>
                  </a:lnTo>
                  <a:lnTo>
                    <a:pt x="114" y="175"/>
                  </a:lnTo>
                  <a:lnTo>
                    <a:pt x="114" y="175"/>
                  </a:lnTo>
                  <a:lnTo>
                    <a:pt x="114" y="173"/>
                  </a:lnTo>
                  <a:lnTo>
                    <a:pt x="114" y="173"/>
                  </a:lnTo>
                  <a:lnTo>
                    <a:pt x="114" y="173"/>
                  </a:lnTo>
                  <a:lnTo>
                    <a:pt x="114" y="171"/>
                  </a:lnTo>
                  <a:lnTo>
                    <a:pt x="114" y="171"/>
                  </a:lnTo>
                  <a:lnTo>
                    <a:pt x="114" y="168"/>
                  </a:lnTo>
                  <a:lnTo>
                    <a:pt x="114" y="168"/>
                  </a:lnTo>
                  <a:lnTo>
                    <a:pt x="114" y="166"/>
                  </a:lnTo>
                  <a:lnTo>
                    <a:pt x="114" y="166"/>
                  </a:lnTo>
                  <a:lnTo>
                    <a:pt x="114" y="166"/>
                  </a:lnTo>
                  <a:lnTo>
                    <a:pt x="114" y="166"/>
                  </a:lnTo>
                  <a:lnTo>
                    <a:pt x="111" y="166"/>
                  </a:lnTo>
                  <a:lnTo>
                    <a:pt x="111" y="163"/>
                  </a:lnTo>
                  <a:lnTo>
                    <a:pt x="111" y="163"/>
                  </a:lnTo>
                  <a:lnTo>
                    <a:pt x="111" y="163"/>
                  </a:lnTo>
                  <a:lnTo>
                    <a:pt x="109" y="163"/>
                  </a:lnTo>
                  <a:lnTo>
                    <a:pt x="109" y="161"/>
                  </a:lnTo>
                  <a:lnTo>
                    <a:pt x="109" y="161"/>
                  </a:lnTo>
                  <a:lnTo>
                    <a:pt x="109" y="161"/>
                  </a:lnTo>
                  <a:lnTo>
                    <a:pt x="109" y="161"/>
                  </a:lnTo>
                  <a:lnTo>
                    <a:pt x="109" y="159"/>
                  </a:lnTo>
                  <a:lnTo>
                    <a:pt x="109" y="159"/>
                  </a:lnTo>
                  <a:lnTo>
                    <a:pt x="107" y="159"/>
                  </a:lnTo>
                  <a:lnTo>
                    <a:pt x="107" y="156"/>
                  </a:lnTo>
                  <a:lnTo>
                    <a:pt x="107" y="156"/>
                  </a:lnTo>
                  <a:lnTo>
                    <a:pt x="107" y="156"/>
                  </a:lnTo>
                  <a:lnTo>
                    <a:pt x="104" y="156"/>
                  </a:lnTo>
                  <a:lnTo>
                    <a:pt x="104" y="156"/>
                  </a:lnTo>
                  <a:lnTo>
                    <a:pt x="104" y="156"/>
                  </a:lnTo>
                  <a:lnTo>
                    <a:pt x="104" y="154"/>
                  </a:lnTo>
                  <a:lnTo>
                    <a:pt x="104" y="154"/>
                  </a:lnTo>
                  <a:lnTo>
                    <a:pt x="104" y="154"/>
                  </a:lnTo>
                  <a:lnTo>
                    <a:pt x="102" y="154"/>
                  </a:lnTo>
                  <a:lnTo>
                    <a:pt x="102" y="152"/>
                  </a:lnTo>
                  <a:lnTo>
                    <a:pt x="102" y="152"/>
                  </a:lnTo>
                  <a:lnTo>
                    <a:pt x="102" y="152"/>
                  </a:lnTo>
                  <a:lnTo>
                    <a:pt x="102" y="149"/>
                  </a:lnTo>
                  <a:lnTo>
                    <a:pt x="102" y="149"/>
                  </a:lnTo>
                  <a:lnTo>
                    <a:pt x="102" y="149"/>
                  </a:lnTo>
                  <a:lnTo>
                    <a:pt x="102" y="147"/>
                  </a:lnTo>
                  <a:lnTo>
                    <a:pt x="100" y="147"/>
                  </a:lnTo>
                  <a:lnTo>
                    <a:pt x="100" y="147"/>
                  </a:lnTo>
                  <a:lnTo>
                    <a:pt x="102" y="147"/>
                  </a:lnTo>
                  <a:lnTo>
                    <a:pt x="102" y="147"/>
                  </a:lnTo>
                  <a:lnTo>
                    <a:pt x="100" y="147"/>
                  </a:lnTo>
                  <a:lnTo>
                    <a:pt x="100" y="145"/>
                  </a:lnTo>
                  <a:lnTo>
                    <a:pt x="100" y="145"/>
                  </a:lnTo>
                  <a:lnTo>
                    <a:pt x="100" y="145"/>
                  </a:lnTo>
                  <a:lnTo>
                    <a:pt x="97" y="145"/>
                  </a:lnTo>
                  <a:lnTo>
                    <a:pt x="97" y="142"/>
                  </a:lnTo>
                  <a:lnTo>
                    <a:pt x="97" y="142"/>
                  </a:lnTo>
                  <a:lnTo>
                    <a:pt x="97" y="142"/>
                  </a:lnTo>
                  <a:lnTo>
                    <a:pt x="97" y="142"/>
                  </a:lnTo>
                  <a:lnTo>
                    <a:pt x="95" y="142"/>
                  </a:lnTo>
                  <a:lnTo>
                    <a:pt x="95" y="142"/>
                  </a:lnTo>
                  <a:lnTo>
                    <a:pt x="95" y="140"/>
                  </a:lnTo>
                  <a:lnTo>
                    <a:pt x="95" y="140"/>
                  </a:lnTo>
                  <a:lnTo>
                    <a:pt x="93" y="140"/>
                  </a:lnTo>
                  <a:lnTo>
                    <a:pt x="93" y="140"/>
                  </a:lnTo>
                  <a:lnTo>
                    <a:pt x="93" y="140"/>
                  </a:lnTo>
                  <a:lnTo>
                    <a:pt x="90" y="140"/>
                  </a:lnTo>
                  <a:lnTo>
                    <a:pt x="90" y="140"/>
                  </a:lnTo>
                  <a:lnTo>
                    <a:pt x="90" y="140"/>
                  </a:lnTo>
                  <a:lnTo>
                    <a:pt x="90" y="140"/>
                  </a:lnTo>
                  <a:lnTo>
                    <a:pt x="90" y="137"/>
                  </a:lnTo>
                  <a:lnTo>
                    <a:pt x="90" y="137"/>
                  </a:lnTo>
                  <a:lnTo>
                    <a:pt x="88" y="137"/>
                  </a:lnTo>
                  <a:lnTo>
                    <a:pt x="88" y="137"/>
                  </a:lnTo>
                  <a:lnTo>
                    <a:pt x="88" y="137"/>
                  </a:lnTo>
                  <a:lnTo>
                    <a:pt x="88" y="137"/>
                  </a:lnTo>
                  <a:lnTo>
                    <a:pt x="88" y="137"/>
                  </a:lnTo>
                  <a:lnTo>
                    <a:pt x="88" y="135"/>
                  </a:lnTo>
                  <a:lnTo>
                    <a:pt x="88" y="135"/>
                  </a:lnTo>
                  <a:lnTo>
                    <a:pt x="88" y="135"/>
                  </a:lnTo>
                  <a:lnTo>
                    <a:pt x="88" y="133"/>
                  </a:lnTo>
                  <a:lnTo>
                    <a:pt x="88" y="133"/>
                  </a:lnTo>
                  <a:lnTo>
                    <a:pt x="88" y="133"/>
                  </a:lnTo>
                  <a:lnTo>
                    <a:pt x="88" y="130"/>
                  </a:lnTo>
                  <a:lnTo>
                    <a:pt x="88" y="130"/>
                  </a:lnTo>
                  <a:lnTo>
                    <a:pt x="88" y="128"/>
                  </a:lnTo>
                  <a:lnTo>
                    <a:pt x="85" y="128"/>
                  </a:lnTo>
                  <a:lnTo>
                    <a:pt x="85" y="128"/>
                  </a:lnTo>
                  <a:lnTo>
                    <a:pt x="85" y="128"/>
                  </a:lnTo>
                  <a:lnTo>
                    <a:pt x="85" y="126"/>
                  </a:lnTo>
                  <a:lnTo>
                    <a:pt x="85" y="126"/>
                  </a:lnTo>
                  <a:lnTo>
                    <a:pt x="85" y="126"/>
                  </a:lnTo>
                  <a:lnTo>
                    <a:pt x="85" y="123"/>
                  </a:lnTo>
                  <a:lnTo>
                    <a:pt x="83" y="123"/>
                  </a:lnTo>
                  <a:lnTo>
                    <a:pt x="83" y="123"/>
                  </a:lnTo>
                  <a:lnTo>
                    <a:pt x="83" y="123"/>
                  </a:lnTo>
                  <a:lnTo>
                    <a:pt x="83" y="121"/>
                  </a:lnTo>
                  <a:lnTo>
                    <a:pt x="83" y="121"/>
                  </a:lnTo>
                  <a:lnTo>
                    <a:pt x="83" y="118"/>
                  </a:lnTo>
                  <a:lnTo>
                    <a:pt x="83" y="118"/>
                  </a:lnTo>
                  <a:lnTo>
                    <a:pt x="83" y="118"/>
                  </a:lnTo>
                  <a:lnTo>
                    <a:pt x="83" y="116"/>
                  </a:lnTo>
                  <a:lnTo>
                    <a:pt x="83" y="116"/>
                  </a:lnTo>
                  <a:lnTo>
                    <a:pt x="83" y="116"/>
                  </a:lnTo>
                  <a:lnTo>
                    <a:pt x="83" y="114"/>
                  </a:lnTo>
                  <a:lnTo>
                    <a:pt x="81" y="114"/>
                  </a:lnTo>
                  <a:lnTo>
                    <a:pt x="81" y="114"/>
                  </a:lnTo>
                  <a:lnTo>
                    <a:pt x="81" y="111"/>
                  </a:lnTo>
                  <a:lnTo>
                    <a:pt x="81" y="111"/>
                  </a:lnTo>
                  <a:lnTo>
                    <a:pt x="81" y="111"/>
                  </a:lnTo>
                  <a:lnTo>
                    <a:pt x="81" y="111"/>
                  </a:lnTo>
                  <a:lnTo>
                    <a:pt x="81" y="109"/>
                  </a:lnTo>
                  <a:lnTo>
                    <a:pt x="81" y="109"/>
                  </a:lnTo>
                  <a:lnTo>
                    <a:pt x="81" y="109"/>
                  </a:lnTo>
                  <a:lnTo>
                    <a:pt x="81" y="109"/>
                  </a:lnTo>
                  <a:lnTo>
                    <a:pt x="81" y="107"/>
                  </a:lnTo>
                  <a:lnTo>
                    <a:pt x="81" y="107"/>
                  </a:lnTo>
                  <a:lnTo>
                    <a:pt x="81" y="107"/>
                  </a:lnTo>
                  <a:lnTo>
                    <a:pt x="78" y="107"/>
                  </a:lnTo>
                  <a:lnTo>
                    <a:pt x="78" y="104"/>
                  </a:lnTo>
                  <a:lnTo>
                    <a:pt x="78" y="104"/>
                  </a:lnTo>
                  <a:lnTo>
                    <a:pt x="81" y="104"/>
                  </a:lnTo>
                  <a:lnTo>
                    <a:pt x="81" y="104"/>
                  </a:lnTo>
                  <a:lnTo>
                    <a:pt x="81" y="102"/>
                  </a:lnTo>
                  <a:lnTo>
                    <a:pt x="81" y="102"/>
                  </a:lnTo>
                  <a:lnTo>
                    <a:pt x="81" y="102"/>
                  </a:lnTo>
                  <a:lnTo>
                    <a:pt x="81" y="100"/>
                  </a:lnTo>
                  <a:lnTo>
                    <a:pt x="78" y="100"/>
                  </a:lnTo>
                  <a:lnTo>
                    <a:pt x="78" y="100"/>
                  </a:lnTo>
                  <a:lnTo>
                    <a:pt x="78" y="100"/>
                  </a:lnTo>
                  <a:lnTo>
                    <a:pt x="76" y="100"/>
                  </a:lnTo>
                  <a:lnTo>
                    <a:pt x="76" y="97"/>
                  </a:lnTo>
                  <a:lnTo>
                    <a:pt x="76" y="97"/>
                  </a:lnTo>
                  <a:lnTo>
                    <a:pt x="76" y="97"/>
                  </a:lnTo>
                  <a:lnTo>
                    <a:pt x="76" y="97"/>
                  </a:lnTo>
                  <a:lnTo>
                    <a:pt x="76" y="97"/>
                  </a:lnTo>
                  <a:lnTo>
                    <a:pt x="74" y="97"/>
                  </a:lnTo>
                  <a:lnTo>
                    <a:pt x="74" y="95"/>
                  </a:lnTo>
                  <a:lnTo>
                    <a:pt x="74" y="95"/>
                  </a:lnTo>
                  <a:lnTo>
                    <a:pt x="74" y="95"/>
                  </a:lnTo>
                  <a:lnTo>
                    <a:pt x="71" y="95"/>
                  </a:lnTo>
                  <a:lnTo>
                    <a:pt x="71" y="92"/>
                  </a:lnTo>
                  <a:lnTo>
                    <a:pt x="71" y="92"/>
                  </a:lnTo>
                  <a:lnTo>
                    <a:pt x="71" y="95"/>
                  </a:lnTo>
                  <a:lnTo>
                    <a:pt x="71" y="95"/>
                  </a:lnTo>
                  <a:lnTo>
                    <a:pt x="71" y="92"/>
                  </a:lnTo>
                  <a:lnTo>
                    <a:pt x="69" y="92"/>
                  </a:lnTo>
                  <a:lnTo>
                    <a:pt x="69" y="92"/>
                  </a:lnTo>
                  <a:lnTo>
                    <a:pt x="69" y="92"/>
                  </a:lnTo>
                  <a:lnTo>
                    <a:pt x="69" y="92"/>
                  </a:lnTo>
                  <a:lnTo>
                    <a:pt x="69" y="90"/>
                  </a:lnTo>
                  <a:lnTo>
                    <a:pt x="67" y="90"/>
                  </a:lnTo>
                  <a:lnTo>
                    <a:pt x="67" y="90"/>
                  </a:lnTo>
                  <a:lnTo>
                    <a:pt x="67" y="90"/>
                  </a:lnTo>
                  <a:lnTo>
                    <a:pt x="67" y="88"/>
                  </a:lnTo>
                  <a:lnTo>
                    <a:pt x="64" y="88"/>
                  </a:lnTo>
                  <a:lnTo>
                    <a:pt x="64" y="88"/>
                  </a:lnTo>
                  <a:lnTo>
                    <a:pt x="64" y="88"/>
                  </a:lnTo>
                  <a:lnTo>
                    <a:pt x="64" y="88"/>
                  </a:lnTo>
                  <a:lnTo>
                    <a:pt x="62" y="88"/>
                  </a:lnTo>
                  <a:lnTo>
                    <a:pt x="62" y="88"/>
                  </a:lnTo>
                  <a:lnTo>
                    <a:pt x="62" y="88"/>
                  </a:lnTo>
                  <a:lnTo>
                    <a:pt x="62" y="88"/>
                  </a:lnTo>
                  <a:lnTo>
                    <a:pt x="62" y="88"/>
                  </a:lnTo>
                  <a:lnTo>
                    <a:pt x="59" y="88"/>
                  </a:lnTo>
                  <a:lnTo>
                    <a:pt x="59" y="88"/>
                  </a:lnTo>
                  <a:lnTo>
                    <a:pt x="59" y="88"/>
                  </a:lnTo>
                  <a:lnTo>
                    <a:pt x="59" y="88"/>
                  </a:lnTo>
                  <a:lnTo>
                    <a:pt x="57" y="88"/>
                  </a:lnTo>
                  <a:lnTo>
                    <a:pt x="57" y="88"/>
                  </a:lnTo>
                  <a:lnTo>
                    <a:pt x="57" y="88"/>
                  </a:lnTo>
                  <a:lnTo>
                    <a:pt x="57" y="85"/>
                  </a:lnTo>
                  <a:lnTo>
                    <a:pt x="57" y="85"/>
                  </a:lnTo>
                  <a:lnTo>
                    <a:pt x="57" y="85"/>
                  </a:lnTo>
                  <a:lnTo>
                    <a:pt x="57" y="83"/>
                  </a:lnTo>
                  <a:lnTo>
                    <a:pt x="55" y="83"/>
                  </a:lnTo>
                  <a:lnTo>
                    <a:pt x="55" y="83"/>
                  </a:lnTo>
                  <a:lnTo>
                    <a:pt x="55" y="81"/>
                  </a:lnTo>
                  <a:lnTo>
                    <a:pt x="55" y="81"/>
                  </a:lnTo>
                  <a:lnTo>
                    <a:pt x="55" y="78"/>
                  </a:lnTo>
                  <a:lnTo>
                    <a:pt x="55" y="78"/>
                  </a:lnTo>
                  <a:lnTo>
                    <a:pt x="55" y="78"/>
                  </a:lnTo>
                  <a:lnTo>
                    <a:pt x="55" y="76"/>
                  </a:lnTo>
                  <a:lnTo>
                    <a:pt x="55" y="76"/>
                  </a:lnTo>
                  <a:lnTo>
                    <a:pt x="55" y="73"/>
                  </a:lnTo>
                  <a:lnTo>
                    <a:pt x="55" y="73"/>
                  </a:lnTo>
                  <a:lnTo>
                    <a:pt x="55" y="73"/>
                  </a:lnTo>
                  <a:lnTo>
                    <a:pt x="55" y="71"/>
                  </a:lnTo>
                  <a:lnTo>
                    <a:pt x="55" y="71"/>
                  </a:lnTo>
                  <a:lnTo>
                    <a:pt x="55" y="71"/>
                  </a:lnTo>
                  <a:lnTo>
                    <a:pt x="52" y="71"/>
                  </a:lnTo>
                  <a:lnTo>
                    <a:pt x="52" y="71"/>
                  </a:lnTo>
                  <a:lnTo>
                    <a:pt x="52" y="69"/>
                  </a:lnTo>
                  <a:lnTo>
                    <a:pt x="50" y="69"/>
                  </a:lnTo>
                  <a:lnTo>
                    <a:pt x="50" y="69"/>
                  </a:lnTo>
                  <a:lnTo>
                    <a:pt x="50" y="69"/>
                  </a:lnTo>
                  <a:lnTo>
                    <a:pt x="50" y="69"/>
                  </a:lnTo>
                  <a:lnTo>
                    <a:pt x="50" y="69"/>
                  </a:lnTo>
                  <a:lnTo>
                    <a:pt x="48" y="69"/>
                  </a:lnTo>
                  <a:lnTo>
                    <a:pt x="48" y="66"/>
                  </a:lnTo>
                  <a:lnTo>
                    <a:pt x="48" y="66"/>
                  </a:lnTo>
                  <a:lnTo>
                    <a:pt x="48" y="64"/>
                  </a:lnTo>
                  <a:lnTo>
                    <a:pt x="48" y="64"/>
                  </a:lnTo>
                  <a:lnTo>
                    <a:pt x="48" y="64"/>
                  </a:lnTo>
                  <a:lnTo>
                    <a:pt x="48" y="62"/>
                  </a:lnTo>
                  <a:lnTo>
                    <a:pt x="48" y="62"/>
                  </a:lnTo>
                  <a:lnTo>
                    <a:pt x="45" y="62"/>
                  </a:lnTo>
                  <a:lnTo>
                    <a:pt x="45" y="62"/>
                  </a:lnTo>
                  <a:lnTo>
                    <a:pt x="45" y="62"/>
                  </a:lnTo>
                  <a:lnTo>
                    <a:pt x="45" y="59"/>
                  </a:lnTo>
                  <a:lnTo>
                    <a:pt x="43" y="59"/>
                  </a:lnTo>
                  <a:lnTo>
                    <a:pt x="43" y="59"/>
                  </a:lnTo>
                  <a:lnTo>
                    <a:pt x="43" y="59"/>
                  </a:lnTo>
                  <a:lnTo>
                    <a:pt x="43" y="59"/>
                  </a:lnTo>
                  <a:lnTo>
                    <a:pt x="43" y="57"/>
                  </a:lnTo>
                  <a:lnTo>
                    <a:pt x="43" y="57"/>
                  </a:lnTo>
                  <a:lnTo>
                    <a:pt x="43" y="57"/>
                  </a:lnTo>
                  <a:lnTo>
                    <a:pt x="43" y="54"/>
                  </a:lnTo>
                  <a:lnTo>
                    <a:pt x="43" y="54"/>
                  </a:lnTo>
                  <a:lnTo>
                    <a:pt x="40" y="54"/>
                  </a:lnTo>
                  <a:lnTo>
                    <a:pt x="40" y="54"/>
                  </a:lnTo>
                  <a:lnTo>
                    <a:pt x="40" y="52"/>
                  </a:lnTo>
                  <a:lnTo>
                    <a:pt x="40" y="52"/>
                  </a:lnTo>
                  <a:lnTo>
                    <a:pt x="40" y="52"/>
                  </a:lnTo>
                  <a:lnTo>
                    <a:pt x="40" y="50"/>
                  </a:lnTo>
                  <a:lnTo>
                    <a:pt x="38" y="50"/>
                  </a:lnTo>
                  <a:lnTo>
                    <a:pt x="38" y="50"/>
                  </a:lnTo>
                  <a:lnTo>
                    <a:pt x="38" y="50"/>
                  </a:lnTo>
                  <a:lnTo>
                    <a:pt x="36" y="50"/>
                  </a:lnTo>
                  <a:lnTo>
                    <a:pt x="36" y="50"/>
                  </a:lnTo>
                  <a:lnTo>
                    <a:pt x="36" y="50"/>
                  </a:lnTo>
                  <a:lnTo>
                    <a:pt x="33" y="50"/>
                  </a:lnTo>
                  <a:lnTo>
                    <a:pt x="33" y="50"/>
                  </a:lnTo>
                  <a:lnTo>
                    <a:pt x="31" y="50"/>
                  </a:lnTo>
                  <a:lnTo>
                    <a:pt x="31" y="50"/>
                  </a:lnTo>
                  <a:lnTo>
                    <a:pt x="31" y="50"/>
                  </a:lnTo>
                  <a:lnTo>
                    <a:pt x="31" y="47"/>
                  </a:lnTo>
                  <a:lnTo>
                    <a:pt x="29" y="47"/>
                  </a:lnTo>
                  <a:lnTo>
                    <a:pt x="29" y="47"/>
                  </a:lnTo>
                  <a:lnTo>
                    <a:pt x="29" y="47"/>
                  </a:lnTo>
                  <a:lnTo>
                    <a:pt x="29" y="47"/>
                  </a:lnTo>
                  <a:lnTo>
                    <a:pt x="29" y="47"/>
                  </a:lnTo>
                  <a:lnTo>
                    <a:pt x="29" y="45"/>
                  </a:lnTo>
                  <a:lnTo>
                    <a:pt x="29" y="45"/>
                  </a:lnTo>
                  <a:lnTo>
                    <a:pt x="26" y="45"/>
                  </a:lnTo>
                  <a:lnTo>
                    <a:pt x="26" y="43"/>
                  </a:lnTo>
                  <a:lnTo>
                    <a:pt x="26" y="43"/>
                  </a:lnTo>
                  <a:lnTo>
                    <a:pt x="26" y="43"/>
                  </a:lnTo>
                  <a:lnTo>
                    <a:pt x="24" y="43"/>
                  </a:lnTo>
                  <a:lnTo>
                    <a:pt x="24" y="40"/>
                  </a:lnTo>
                  <a:lnTo>
                    <a:pt x="24" y="40"/>
                  </a:lnTo>
                  <a:lnTo>
                    <a:pt x="24" y="40"/>
                  </a:lnTo>
                  <a:lnTo>
                    <a:pt x="24" y="40"/>
                  </a:lnTo>
                  <a:lnTo>
                    <a:pt x="24" y="38"/>
                  </a:lnTo>
                  <a:lnTo>
                    <a:pt x="22" y="38"/>
                  </a:lnTo>
                  <a:lnTo>
                    <a:pt x="22" y="38"/>
                  </a:lnTo>
                  <a:lnTo>
                    <a:pt x="22" y="38"/>
                  </a:lnTo>
                  <a:lnTo>
                    <a:pt x="22" y="38"/>
                  </a:lnTo>
                  <a:lnTo>
                    <a:pt x="22" y="38"/>
                  </a:lnTo>
                  <a:lnTo>
                    <a:pt x="19" y="38"/>
                  </a:lnTo>
                  <a:lnTo>
                    <a:pt x="19" y="36"/>
                  </a:lnTo>
                  <a:lnTo>
                    <a:pt x="19" y="36"/>
                  </a:lnTo>
                  <a:lnTo>
                    <a:pt x="19" y="36"/>
                  </a:lnTo>
                  <a:lnTo>
                    <a:pt x="17" y="36"/>
                  </a:lnTo>
                  <a:lnTo>
                    <a:pt x="17" y="33"/>
                  </a:lnTo>
                  <a:lnTo>
                    <a:pt x="17" y="33"/>
                  </a:lnTo>
                  <a:lnTo>
                    <a:pt x="17" y="33"/>
                  </a:lnTo>
                  <a:lnTo>
                    <a:pt x="17" y="33"/>
                  </a:lnTo>
                  <a:lnTo>
                    <a:pt x="17" y="31"/>
                  </a:lnTo>
                  <a:lnTo>
                    <a:pt x="14" y="31"/>
                  </a:lnTo>
                  <a:lnTo>
                    <a:pt x="14" y="31"/>
                  </a:lnTo>
                  <a:lnTo>
                    <a:pt x="14" y="31"/>
                  </a:lnTo>
                  <a:lnTo>
                    <a:pt x="14" y="28"/>
                  </a:lnTo>
                  <a:lnTo>
                    <a:pt x="14" y="28"/>
                  </a:lnTo>
                  <a:lnTo>
                    <a:pt x="14" y="28"/>
                  </a:lnTo>
                  <a:lnTo>
                    <a:pt x="12" y="28"/>
                  </a:lnTo>
                  <a:lnTo>
                    <a:pt x="12" y="28"/>
                  </a:lnTo>
                  <a:lnTo>
                    <a:pt x="12" y="28"/>
                  </a:lnTo>
                  <a:lnTo>
                    <a:pt x="10" y="28"/>
                  </a:lnTo>
                  <a:lnTo>
                    <a:pt x="10" y="26"/>
                  </a:lnTo>
                  <a:lnTo>
                    <a:pt x="10" y="26"/>
                  </a:lnTo>
                  <a:lnTo>
                    <a:pt x="10" y="26"/>
                  </a:lnTo>
                  <a:lnTo>
                    <a:pt x="10" y="24"/>
                  </a:lnTo>
                  <a:lnTo>
                    <a:pt x="10" y="24"/>
                  </a:lnTo>
                  <a:lnTo>
                    <a:pt x="10" y="24"/>
                  </a:lnTo>
                  <a:lnTo>
                    <a:pt x="7" y="24"/>
                  </a:lnTo>
                  <a:lnTo>
                    <a:pt x="7" y="21"/>
                  </a:lnTo>
                  <a:lnTo>
                    <a:pt x="7" y="21"/>
                  </a:lnTo>
                  <a:lnTo>
                    <a:pt x="7" y="21"/>
                  </a:lnTo>
                  <a:lnTo>
                    <a:pt x="7" y="19"/>
                  </a:lnTo>
                  <a:lnTo>
                    <a:pt x="7" y="19"/>
                  </a:lnTo>
                  <a:lnTo>
                    <a:pt x="7" y="19"/>
                  </a:lnTo>
                  <a:lnTo>
                    <a:pt x="7" y="19"/>
                  </a:lnTo>
                  <a:lnTo>
                    <a:pt x="7" y="17"/>
                  </a:lnTo>
                  <a:lnTo>
                    <a:pt x="7" y="17"/>
                  </a:lnTo>
                  <a:lnTo>
                    <a:pt x="5" y="17"/>
                  </a:lnTo>
                  <a:lnTo>
                    <a:pt x="5" y="14"/>
                  </a:lnTo>
                  <a:lnTo>
                    <a:pt x="5" y="14"/>
                  </a:lnTo>
                  <a:lnTo>
                    <a:pt x="5" y="14"/>
                  </a:lnTo>
                  <a:lnTo>
                    <a:pt x="5" y="12"/>
                  </a:lnTo>
                  <a:lnTo>
                    <a:pt x="5" y="12"/>
                  </a:lnTo>
                  <a:lnTo>
                    <a:pt x="3" y="12"/>
                  </a:lnTo>
                  <a:lnTo>
                    <a:pt x="3" y="9"/>
                  </a:lnTo>
                  <a:lnTo>
                    <a:pt x="3" y="9"/>
                  </a:lnTo>
                  <a:lnTo>
                    <a:pt x="3" y="9"/>
                  </a:lnTo>
                  <a:lnTo>
                    <a:pt x="3" y="9"/>
                  </a:lnTo>
                  <a:lnTo>
                    <a:pt x="3" y="9"/>
                  </a:lnTo>
                  <a:lnTo>
                    <a:pt x="3" y="7"/>
                  </a:lnTo>
                  <a:lnTo>
                    <a:pt x="3" y="7"/>
                  </a:lnTo>
                  <a:lnTo>
                    <a:pt x="3" y="5"/>
                  </a:lnTo>
                  <a:lnTo>
                    <a:pt x="3" y="5"/>
                  </a:lnTo>
                  <a:lnTo>
                    <a:pt x="3" y="5"/>
                  </a:lnTo>
                  <a:lnTo>
                    <a:pt x="3" y="2"/>
                  </a:lnTo>
                  <a:lnTo>
                    <a:pt x="3" y="2"/>
                  </a:lnTo>
                  <a:lnTo>
                    <a:pt x="0" y="2"/>
                  </a:lnTo>
                  <a:lnTo>
                    <a:pt x="0" y="2"/>
                  </a:lnTo>
                  <a:lnTo>
                    <a:pt x="0" y="0"/>
                  </a:lnTo>
                  <a:lnTo>
                    <a:pt x="0" y="0"/>
                  </a:lnTo>
                  <a:lnTo>
                    <a:pt x="0" y="0"/>
                  </a:lnTo>
                  <a:lnTo>
                    <a:pt x="0" y="0"/>
                  </a:lnTo>
                  <a:lnTo>
                    <a:pt x="0" y="0"/>
                  </a:lnTo>
                  <a:lnTo>
                    <a:pt x="3" y="0"/>
                  </a:lnTo>
                  <a:lnTo>
                    <a:pt x="3" y="0"/>
                  </a:lnTo>
                  <a:lnTo>
                    <a:pt x="3" y="0"/>
                  </a:lnTo>
                  <a:lnTo>
                    <a:pt x="3" y="0"/>
                  </a:lnTo>
                  <a:lnTo>
                    <a:pt x="3" y="0"/>
                  </a:lnTo>
                  <a:lnTo>
                    <a:pt x="3" y="2"/>
                  </a:lnTo>
                  <a:lnTo>
                    <a:pt x="5" y="2"/>
                  </a:lnTo>
                  <a:lnTo>
                    <a:pt x="5" y="2"/>
                  </a:lnTo>
                  <a:lnTo>
                    <a:pt x="5" y="0"/>
                  </a:lnTo>
                  <a:lnTo>
                    <a:pt x="7" y="0"/>
                  </a:lnTo>
                  <a:lnTo>
                    <a:pt x="7" y="0"/>
                  </a:lnTo>
                  <a:lnTo>
                    <a:pt x="7" y="0"/>
                  </a:lnTo>
                  <a:lnTo>
                    <a:pt x="7" y="0"/>
                  </a:lnTo>
                  <a:lnTo>
                    <a:pt x="10" y="0"/>
                  </a:lnTo>
                  <a:lnTo>
                    <a:pt x="10" y="0"/>
                  </a:lnTo>
                  <a:lnTo>
                    <a:pt x="10" y="0"/>
                  </a:lnTo>
                  <a:lnTo>
                    <a:pt x="10" y="0"/>
                  </a:lnTo>
                  <a:lnTo>
                    <a:pt x="12" y="0"/>
                  </a:lnTo>
                  <a:lnTo>
                    <a:pt x="12" y="0"/>
                  </a:lnTo>
                  <a:lnTo>
                    <a:pt x="12" y="0"/>
                  </a:lnTo>
                  <a:lnTo>
                    <a:pt x="12" y="0"/>
                  </a:lnTo>
                  <a:lnTo>
                    <a:pt x="14" y="0"/>
                  </a:lnTo>
                  <a:lnTo>
                    <a:pt x="14" y="0"/>
                  </a:lnTo>
                  <a:lnTo>
                    <a:pt x="14" y="2"/>
                  </a:lnTo>
                  <a:lnTo>
                    <a:pt x="14" y="2"/>
                  </a:lnTo>
                  <a:lnTo>
                    <a:pt x="17" y="2"/>
                  </a:lnTo>
                  <a:lnTo>
                    <a:pt x="17" y="2"/>
                  </a:lnTo>
                  <a:lnTo>
                    <a:pt x="17" y="2"/>
                  </a:lnTo>
                  <a:lnTo>
                    <a:pt x="17" y="2"/>
                  </a:lnTo>
                  <a:lnTo>
                    <a:pt x="19" y="2"/>
                  </a:lnTo>
                  <a:lnTo>
                    <a:pt x="19" y="5"/>
                  </a:lnTo>
                  <a:lnTo>
                    <a:pt x="19" y="5"/>
                  </a:lnTo>
                  <a:lnTo>
                    <a:pt x="19" y="5"/>
                  </a:lnTo>
                  <a:lnTo>
                    <a:pt x="19" y="7"/>
                  </a:lnTo>
                  <a:lnTo>
                    <a:pt x="22" y="7"/>
                  </a:lnTo>
                  <a:lnTo>
                    <a:pt x="22" y="7"/>
                  </a:lnTo>
                  <a:lnTo>
                    <a:pt x="22" y="7"/>
                  </a:lnTo>
                  <a:lnTo>
                    <a:pt x="22" y="7"/>
                  </a:lnTo>
                  <a:lnTo>
                    <a:pt x="22" y="9"/>
                  </a:lnTo>
                  <a:lnTo>
                    <a:pt x="24" y="9"/>
                  </a:lnTo>
                  <a:lnTo>
                    <a:pt x="24" y="9"/>
                  </a:lnTo>
                  <a:lnTo>
                    <a:pt x="24" y="9"/>
                  </a:lnTo>
                  <a:lnTo>
                    <a:pt x="24" y="9"/>
                  </a:lnTo>
                  <a:lnTo>
                    <a:pt x="26" y="9"/>
                  </a:lnTo>
                  <a:lnTo>
                    <a:pt x="26" y="9"/>
                  </a:lnTo>
                  <a:lnTo>
                    <a:pt x="26" y="9"/>
                  </a:lnTo>
                  <a:lnTo>
                    <a:pt x="29" y="9"/>
                  </a:lnTo>
                  <a:lnTo>
                    <a:pt x="29" y="9"/>
                  </a:lnTo>
                  <a:lnTo>
                    <a:pt x="29" y="9"/>
                  </a:lnTo>
                  <a:lnTo>
                    <a:pt x="31" y="9"/>
                  </a:lnTo>
                  <a:lnTo>
                    <a:pt x="31" y="9"/>
                  </a:lnTo>
                  <a:lnTo>
                    <a:pt x="31" y="12"/>
                  </a:lnTo>
                  <a:lnTo>
                    <a:pt x="31" y="12"/>
                  </a:lnTo>
                  <a:lnTo>
                    <a:pt x="31" y="9"/>
                  </a:lnTo>
                  <a:lnTo>
                    <a:pt x="33" y="9"/>
                  </a:lnTo>
                  <a:lnTo>
                    <a:pt x="33" y="9"/>
                  </a:lnTo>
                  <a:lnTo>
                    <a:pt x="36" y="9"/>
                  </a:lnTo>
                  <a:lnTo>
                    <a:pt x="36" y="9"/>
                  </a:lnTo>
                  <a:lnTo>
                    <a:pt x="36" y="9"/>
                  </a:lnTo>
                  <a:lnTo>
                    <a:pt x="36" y="9"/>
                  </a:lnTo>
                  <a:lnTo>
                    <a:pt x="38" y="9"/>
                  </a:lnTo>
                  <a:lnTo>
                    <a:pt x="38" y="9"/>
                  </a:lnTo>
                  <a:lnTo>
                    <a:pt x="40" y="9"/>
                  </a:lnTo>
                  <a:lnTo>
                    <a:pt x="40" y="9"/>
                  </a:lnTo>
                  <a:lnTo>
                    <a:pt x="40" y="9"/>
                  </a:lnTo>
                  <a:lnTo>
                    <a:pt x="43" y="9"/>
                  </a:lnTo>
                  <a:lnTo>
                    <a:pt x="43" y="9"/>
                  </a:lnTo>
                  <a:lnTo>
                    <a:pt x="43" y="9"/>
                  </a:lnTo>
                  <a:lnTo>
                    <a:pt x="43" y="9"/>
                  </a:lnTo>
                  <a:lnTo>
                    <a:pt x="45" y="9"/>
                  </a:lnTo>
                  <a:lnTo>
                    <a:pt x="45" y="9"/>
                  </a:lnTo>
                  <a:lnTo>
                    <a:pt x="45" y="12"/>
                  </a:lnTo>
                  <a:lnTo>
                    <a:pt x="45" y="12"/>
                  </a:lnTo>
                  <a:lnTo>
                    <a:pt x="48" y="12"/>
                  </a:lnTo>
                  <a:lnTo>
                    <a:pt x="48" y="12"/>
                  </a:lnTo>
                  <a:lnTo>
                    <a:pt x="48" y="12"/>
                  </a:lnTo>
                  <a:lnTo>
                    <a:pt x="48" y="12"/>
                  </a:lnTo>
                  <a:lnTo>
                    <a:pt x="50" y="12"/>
                  </a:lnTo>
                  <a:lnTo>
                    <a:pt x="50" y="12"/>
                  </a:lnTo>
                  <a:lnTo>
                    <a:pt x="50" y="9"/>
                  </a:lnTo>
                  <a:lnTo>
                    <a:pt x="50" y="9"/>
                  </a:lnTo>
                  <a:lnTo>
                    <a:pt x="52" y="9"/>
                  </a:lnTo>
                  <a:lnTo>
                    <a:pt x="52" y="9"/>
                  </a:lnTo>
                  <a:lnTo>
                    <a:pt x="55" y="9"/>
                  </a:lnTo>
                  <a:lnTo>
                    <a:pt x="55" y="9"/>
                  </a:lnTo>
                  <a:lnTo>
                    <a:pt x="55" y="12"/>
                  </a:lnTo>
                  <a:lnTo>
                    <a:pt x="55" y="12"/>
                  </a:lnTo>
                  <a:lnTo>
                    <a:pt x="55" y="12"/>
                  </a:lnTo>
                  <a:lnTo>
                    <a:pt x="55" y="14"/>
                  </a:lnTo>
                  <a:lnTo>
                    <a:pt x="57" y="14"/>
                  </a:lnTo>
                  <a:lnTo>
                    <a:pt x="57" y="14"/>
                  </a:lnTo>
                  <a:lnTo>
                    <a:pt x="57" y="14"/>
                  </a:lnTo>
                  <a:lnTo>
                    <a:pt x="57" y="17"/>
                  </a:lnTo>
                  <a:lnTo>
                    <a:pt x="57" y="17"/>
                  </a:lnTo>
                  <a:lnTo>
                    <a:pt x="57" y="17"/>
                  </a:lnTo>
                  <a:lnTo>
                    <a:pt x="59" y="17"/>
                  </a:lnTo>
                  <a:lnTo>
                    <a:pt x="59" y="19"/>
                  </a:lnTo>
                  <a:lnTo>
                    <a:pt x="59" y="19"/>
                  </a:lnTo>
                  <a:lnTo>
                    <a:pt x="59" y="19"/>
                  </a:lnTo>
                  <a:lnTo>
                    <a:pt x="62" y="19"/>
                  </a:lnTo>
                  <a:lnTo>
                    <a:pt x="62" y="19"/>
                  </a:lnTo>
                  <a:lnTo>
                    <a:pt x="62" y="19"/>
                  </a:lnTo>
                  <a:lnTo>
                    <a:pt x="62" y="19"/>
                  </a:lnTo>
                  <a:lnTo>
                    <a:pt x="62" y="21"/>
                  </a:lnTo>
                  <a:lnTo>
                    <a:pt x="62" y="21"/>
                  </a:lnTo>
                  <a:lnTo>
                    <a:pt x="62" y="24"/>
                  </a:lnTo>
                  <a:lnTo>
                    <a:pt x="64" y="24"/>
                  </a:lnTo>
                  <a:lnTo>
                    <a:pt x="64" y="24"/>
                  </a:lnTo>
                  <a:lnTo>
                    <a:pt x="64" y="26"/>
                  </a:lnTo>
                  <a:lnTo>
                    <a:pt x="64" y="26"/>
                  </a:lnTo>
                  <a:lnTo>
                    <a:pt x="64" y="26"/>
                  </a:lnTo>
                  <a:lnTo>
                    <a:pt x="64" y="28"/>
                  </a:lnTo>
                  <a:lnTo>
                    <a:pt x="64" y="28"/>
                  </a:lnTo>
                  <a:lnTo>
                    <a:pt x="64" y="28"/>
                  </a:lnTo>
                  <a:lnTo>
                    <a:pt x="67" y="28"/>
                  </a:lnTo>
                  <a:lnTo>
                    <a:pt x="67" y="28"/>
                  </a:lnTo>
                  <a:lnTo>
                    <a:pt x="69" y="28"/>
                  </a:lnTo>
                  <a:lnTo>
                    <a:pt x="69" y="28"/>
                  </a:lnTo>
                  <a:lnTo>
                    <a:pt x="69" y="28"/>
                  </a:lnTo>
                  <a:lnTo>
                    <a:pt x="69" y="31"/>
                  </a:lnTo>
                  <a:lnTo>
                    <a:pt x="69" y="31"/>
                  </a:lnTo>
                  <a:lnTo>
                    <a:pt x="69" y="31"/>
                  </a:lnTo>
                  <a:lnTo>
                    <a:pt x="69" y="33"/>
                  </a:lnTo>
                  <a:lnTo>
                    <a:pt x="69" y="33"/>
                  </a:lnTo>
                  <a:lnTo>
                    <a:pt x="69" y="36"/>
                  </a:lnTo>
                  <a:lnTo>
                    <a:pt x="69" y="36"/>
                  </a:lnTo>
                  <a:lnTo>
                    <a:pt x="69" y="36"/>
                  </a:lnTo>
                  <a:lnTo>
                    <a:pt x="69" y="38"/>
                  </a:lnTo>
                  <a:lnTo>
                    <a:pt x="69" y="38"/>
                  </a:lnTo>
                  <a:lnTo>
                    <a:pt x="69" y="38"/>
                  </a:lnTo>
                  <a:lnTo>
                    <a:pt x="69" y="38"/>
                  </a:lnTo>
                  <a:lnTo>
                    <a:pt x="71" y="38"/>
                  </a:lnTo>
                  <a:lnTo>
                    <a:pt x="71" y="40"/>
                  </a:lnTo>
                  <a:lnTo>
                    <a:pt x="71" y="40"/>
                  </a:lnTo>
                  <a:lnTo>
                    <a:pt x="71" y="40"/>
                  </a:lnTo>
                  <a:lnTo>
                    <a:pt x="74" y="40"/>
                  </a:lnTo>
                  <a:lnTo>
                    <a:pt x="74" y="40"/>
                  </a:lnTo>
                  <a:lnTo>
                    <a:pt x="74" y="40"/>
                  </a:lnTo>
                  <a:lnTo>
                    <a:pt x="76" y="40"/>
                  </a:lnTo>
                  <a:lnTo>
                    <a:pt x="76" y="43"/>
                  </a:lnTo>
                  <a:lnTo>
                    <a:pt x="76" y="43"/>
                  </a:lnTo>
                  <a:lnTo>
                    <a:pt x="76" y="43"/>
                  </a:lnTo>
                  <a:lnTo>
                    <a:pt x="76" y="43"/>
                  </a:lnTo>
                  <a:lnTo>
                    <a:pt x="78" y="43"/>
                  </a:lnTo>
                  <a:lnTo>
                    <a:pt x="78" y="45"/>
                  </a:lnTo>
                  <a:lnTo>
                    <a:pt x="78" y="45"/>
                  </a:lnTo>
                  <a:lnTo>
                    <a:pt x="78" y="45"/>
                  </a:lnTo>
                  <a:lnTo>
                    <a:pt x="78" y="47"/>
                  </a:lnTo>
                  <a:lnTo>
                    <a:pt x="81" y="47"/>
                  </a:lnTo>
                  <a:lnTo>
                    <a:pt x="81" y="47"/>
                  </a:lnTo>
                  <a:lnTo>
                    <a:pt x="81" y="47"/>
                  </a:lnTo>
                  <a:lnTo>
                    <a:pt x="81" y="47"/>
                  </a:lnTo>
                  <a:lnTo>
                    <a:pt x="81" y="47"/>
                  </a:lnTo>
                  <a:lnTo>
                    <a:pt x="81" y="50"/>
                  </a:lnTo>
                  <a:lnTo>
                    <a:pt x="83" y="50"/>
                  </a:lnTo>
                  <a:lnTo>
                    <a:pt x="83" y="50"/>
                  </a:lnTo>
                  <a:lnTo>
                    <a:pt x="83" y="50"/>
                  </a:lnTo>
                  <a:lnTo>
                    <a:pt x="85" y="50"/>
                  </a:lnTo>
                  <a:lnTo>
                    <a:pt x="85" y="50"/>
                  </a:lnTo>
                  <a:lnTo>
                    <a:pt x="85" y="50"/>
                  </a:lnTo>
                  <a:lnTo>
                    <a:pt x="88" y="50"/>
                  </a:lnTo>
                  <a:lnTo>
                    <a:pt x="88" y="52"/>
                  </a:lnTo>
                  <a:lnTo>
                    <a:pt x="88" y="52"/>
                  </a:lnTo>
                  <a:lnTo>
                    <a:pt x="88" y="52"/>
                  </a:lnTo>
                  <a:lnTo>
                    <a:pt x="88" y="52"/>
                  </a:lnTo>
                  <a:lnTo>
                    <a:pt x="90" y="52"/>
                  </a:lnTo>
                  <a:lnTo>
                    <a:pt x="90" y="54"/>
                  </a:lnTo>
                  <a:lnTo>
                    <a:pt x="90" y="54"/>
                  </a:lnTo>
                  <a:lnTo>
                    <a:pt x="90" y="54"/>
                  </a:lnTo>
                  <a:lnTo>
                    <a:pt x="90" y="54"/>
                  </a:lnTo>
                  <a:lnTo>
                    <a:pt x="93" y="54"/>
                  </a:lnTo>
                  <a:lnTo>
                    <a:pt x="93" y="57"/>
                  </a:lnTo>
                  <a:lnTo>
                    <a:pt x="93" y="57"/>
                  </a:lnTo>
                  <a:lnTo>
                    <a:pt x="93" y="57"/>
                  </a:lnTo>
                  <a:lnTo>
                    <a:pt x="95" y="57"/>
                  </a:lnTo>
                  <a:lnTo>
                    <a:pt x="95" y="57"/>
                  </a:lnTo>
                  <a:lnTo>
                    <a:pt x="95" y="59"/>
                  </a:lnTo>
                  <a:lnTo>
                    <a:pt x="95" y="59"/>
                  </a:lnTo>
                  <a:lnTo>
                    <a:pt x="95" y="59"/>
                  </a:lnTo>
                  <a:lnTo>
                    <a:pt x="97" y="59"/>
                  </a:lnTo>
                  <a:lnTo>
                    <a:pt x="97" y="59"/>
                  </a:lnTo>
                  <a:lnTo>
                    <a:pt x="97" y="59"/>
                  </a:lnTo>
                  <a:lnTo>
                    <a:pt x="97" y="62"/>
                  </a:lnTo>
                  <a:lnTo>
                    <a:pt x="97" y="62"/>
                  </a:lnTo>
                  <a:lnTo>
                    <a:pt x="100" y="62"/>
                  </a:lnTo>
                  <a:lnTo>
                    <a:pt x="100" y="62"/>
                  </a:lnTo>
                  <a:lnTo>
                    <a:pt x="100" y="62"/>
                  </a:lnTo>
                  <a:lnTo>
                    <a:pt x="102" y="62"/>
                  </a:lnTo>
                  <a:lnTo>
                    <a:pt x="102" y="62"/>
                  </a:lnTo>
                  <a:lnTo>
                    <a:pt x="102" y="64"/>
                  </a:lnTo>
                  <a:lnTo>
                    <a:pt x="102" y="64"/>
                  </a:lnTo>
                  <a:lnTo>
                    <a:pt x="102" y="64"/>
                  </a:lnTo>
                  <a:lnTo>
                    <a:pt x="102" y="66"/>
                  </a:lnTo>
                  <a:lnTo>
                    <a:pt x="104" y="66"/>
                  </a:lnTo>
                  <a:lnTo>
                    <a:pt x="104" y="66"/>
                  </a:lnTo>
                  <a:lnTo>
                    <a:pt x="104" y="66"/>
                  </a:lnTo>
                  <a:lnTo>
                    <a:pt x="104" y="69"/>
                  </a:lnTo>
                  <a:lnTo>
                    <a:pt x="104" y="69"/>
                  </a:lnTo>
                  <a:lnTo>
                    <a:pt x="104" y="69"/>
                  </a:lnTo>
                  <a:lnTo>
                    <a:pt x="107" y="69"/>
                  </a:lnTo>
                  <a:lnTo>
                    <a:pt x="107" y="69"/>
                  </a:lnTo>
                  <a:lnTo>
                    <a:pt x="107" y="71"/>
                  </a:lnTo>
                  <a:lnTo>
                    <a:pt x="107" y="71"/>
                  </a:lnTo>
                  <a:lnTo>
                    <a:pt x="107" y="73"/>
                  </a:lnTo>
                  <a:lnTo>
                    <a:pt x="107" y="73"/>
                  </a:lnTo>
                  <a:lnTo>
                    <a:pt x="107" y="73"/>
                  </a:lnTo>
                  <a:lnTo>
                    <a:pt x="109" y="73"/>
                  </a:lnTo>
                  <a:lnTo>
                    <a:pt x="109" y="76"/>
                  </a:lnTo>
                  <a:lnTo>
                    <a:pt x="109" y="76"/>
                  </a:lnTo>
                  <a:lnTo>
                    <a:pt x="109" y="76"/>
                  </a:lnTo>
                  <a:lnTo>
                    <a:pt x="111" y="76"/>
                  </a:lnTo>
                  <a:lnTo>
                    <a:pt x="111" y="76"/>
                  </a:lnTo>
                  <a:lnTo>
                    <a:pt x="111" y="76"/>
                  </a:lnTo>
                  <a:lnTo>
                    <a:pt x="114" y="76"/>
                  </a:lnTo>
                  <a:lnTo>
                    <a:pt x="114" y="78"/>
                  </a:lnTo>
                  <a:lnTo>
                    <a:pt x="114" y="78"/>
                  </a:lnTo>
                  <a:lnTo>
                    <a:pt x="114" y="78"/>
                  </a:lnTo>
                  <a:lnTo>
                    <a:pt x="114" y="78"/>
                  </a:lnTo>
                  <a:lnTo>
                    <a:pt x="114" y="81"/>
                  </a:lnTo>
                  <a:lnTo>
                    <a:pt x="114" y="81"/>
                  </a:lnTo>
                  <a:lnTo>
                    <a:pt x="114" y="81"/>
                  </a:lnTo>
                  <a:lnTo>
                    <a:pt x="114" y="83"/>
                  </a:lnTo>
                  <a:lnTo>
                    <a:pt x="114" y="83"/>
                  </a:lnTo>
                  <a:lnTo>
                    <a:pt x="116" y="83"/>
                  </a:lnTo>
                  <a:lnTo>
                    <a:pt x="116" y="85"/>
                  </a:lnTo>
                  <a:lnTo>
                    <a:pt x="116" y="85"/>
                  </a:lnTo>
                  <a:lnTo>
                    <a:pt x="116" y="85"/>
                  </a:lnTo>
                  <a:lnTo>
                    <a:pt x="116" y="85"/>
                  </a:lnTo>
                  <a:lnTo>
                    <a:pt x="116" y="88"/>
                  </a:lnTo>
                  <a:lnTo>
                    <a:pt x="119" y="88"/>
                  </a:lnTo>
                  <a:lnTo>
                    <a:pt x="119" y="88"/>
                  </a:lnTo>
                  <a:lnTo>
                    <a:pt x="119" y="88"/>
                  </a:lnTo>
                  <a:lnTo>
                    <a:pt x="119" y="88"/>
                  </a:lnTo>
                  <a:lnTo>
                    <a:pt x="121" y="88"/>
                  </a:lnTo>
                  <a:lnTo>
                    <a:pt x="121" y="88"/>
                  </a:lnTo>
                  <a:lnTo>
                    <a:pt x="121" y="88"/>
                  </a:lnTo>
                  <a:lnTo>
                    <a:pt x="121" y="88"/>
                  </a:lnTo>
                  <a:lnTo>
                    <a:pt x="121" y="88"/>
                  </a:lnTo>
                  <a:lnTo>
                    <a:pt x="121" y="88"/>
                  </a:lnTo>
                  <a:lnTo>
                    <a:pt x="121" y="88"/>
                  </a:lnTo>
                  <a:lnTo>
                    <a:pt x="121" y="85"/>
                  </a:lnTo>
                  <a:lnTo>
                    <a:pt x="123" y="85"/>
                  </a:lnTo>
                  <a:lnTo>
                    <a:pt x="123" y="85"/>
                  </a:lnTo>
                  <a:lnTo>
                    <a:pt x="123" y="85"/>
                  </a:lnTo>
                  <a:lnTo>
                    <a:pt x="126" y="85"/>
                  </a:lnTo>
                  <a:lnTo>
                    <a:pt x="126" y="85"/>
                  </a:lnTo>
                  <a:lnTo>
                    <a:pt x="126" y="85"/>
                  </a:lnTo>
                  <a:lnTo>
                    <a:pt x="128" y="85"/>
                  </a:lnTo>
                  <a:lnTo>
                    <a:pt x="128" y="85"/>
                  </a:lnTo>
                  <a:lnTo>
                    <a:pt x="128" y="85"/>
                  </a:lnTo>
                  <a:lnTo>
                    <a:pt x="130" y="85"/>
                  </a:lnTo>
                  <a:lnTo>
                    <a:pt x="130" y="85"/>
                  </a:lnTo>
                  <a:lnTo>
                    <a:pt x="130" y="88"/>
                  </a:lnTo>
                  <a:lnTo>
                    <a:pt x="130" y="88"/>
                  </a:lnTo>
                  <a:lnTo>
                    <a:pt x="130" y="88"/>
                  </a:lnTo>
                  <a:lnTo>
                    <a:pt x="130" y="88"/>
                  </a:lnTo>
                  <a:lnTo>
                    <a:pt x="130" y="88"/>
                  </a:lnTo>
                  <a:lnTo>
                    <a:pt x="133" y="88"/>
                  </a:lnTo>
                  <a:lnTo>
                    <a:pt x="133" y="90"/>
                  </a:lnTo>
                  <a:lnTo>
                    <a:pt x="133" y="90"/>
                  </a:lnTo>
                  <a:lnTo>
                    <a:pt x="135" y="90"/>
                  </a:lnTo>
                  <a:lnTo>
                    <a:pt x="135" y="90"/>
                  </a:lnTo>
                  <a:lnTo>
                    <a:pt x="135" y="90"/>
                  </a:lnTo>
                  <a:lnTo>
                    <a:pt x="135" y="92"/>
                  </a:lnTo>
                  <a:lnTo>
                    <a:pt x="135" y="92"/>
                  </a:lnTo>
                  <a:lnTo>
                    <a:pt x="135" y="95"/>
                  </a:lnTo>
                  <a:lnTo>
                    <a:pt x="135" y="95"/>
                  </a:lnTo>
                  <a:lnTo>
                    <a:pt x="135" y="95"/>
                  </a:lnTo>
                  <a:lnTo>
                    <a:pt x="135" y="95"/>
                  </a:lnTo>
                  <a:lnTo>
                    <a:pt x="135" y="92"/>
                  </a:lnTo>
                  <a:lnTo>
                    <a:pt x="135" y="92"/>
                  </a:lnTo>
                  <a:lnTo>
                    <a:pt x="135" y="90"/>
                  </a:lnTo>
                  <a:lnTo>
                    <a:pt x="138" y="90"/>
                  </a:lnTo>
                  <a:lnTo>
                    <a:pt x="138" y="90"/>
                  </a:lnTo>
                  <a:lnTo>
                    <a:pt x="138" y="90"/>
                  </a:lnTo>
                  <a:lnTo>
                    <a:pt x="138" y="90"/>
                  </a:lnTo>
                  <a:lnTo>
                    <a:pt x="140" y="90"/>
                  </a:lnTo>
                  <a:lnTo>
                    <a:pt x="140" y="90"/>
                  </a:lnTo>
                  <a:lnTo>
                    <a:pt x="140" y="88"/>
                  </a:lnTo>
                  <a:lnTo>
                    <a:pt x="142" y="88"/>
                  </a:lnTo>
                  <a:lnTo>
                    <a:pt x="142" y="88"/>
                  </a:lnTo>
                  <a:lnTo>
                    <a:pt x="142" y="90"/>
                  </a:lnTo>
                  <a:lnTo>
                    <a:pt x="142" y="90"/>
                  </a:lnTo>
                  <a:lnTo>
                    <a:pt x="145" y="90"/>
                  </a:lnTo>
                  <a:lnTo>
                    <a:pt x="145" y="90"/>
                  </a:lnTo>
                  <a:lnTo>
                    <a:pt x="145" y="92"/>
                  </a:lnTo>
                  <a:lnTo>
                    <a:pt x="145" y="92"/>
                  </a:lnTo>
                  <a:lnTo>
                    <a:pt x="145" y="92"/>
                  </a:lnTo>
                  <a:lnTo>
                    <a:pt x="145" y="95"/>
                  </a:lnTo>
                  <a:lnTo>
                    <a:pt x="145" y="95"/>
                  </a:lnTo>
                  <a:lnTo>
                    <a:pt x="145" y="97"/>
                  </a:lnTo>
                  <a:lnTo>
                    <a:pt x="145" y="97"/>
                  </a:lnTo>
                  <a:lnTo>
                    <a:pt x="145" y="97"/>
                  </a:lnTo>
                  <a:lnTo>
                    <a:pt x="145" y="97"/>
                  </a:lnTo>
                  <a:lnTo>
                    <a:pt x="145" y="100"/>
                  </a:lnTo>
                  <a:lnTo>
                    <a:pt x="142" y="100"/>
                  </a:lnTo>
                  <a:lnTo>
                    <a:pt x="142" y="100"/>
                  </a:lnTo>
                  <a:lnTo>
                    <a:pt x="145" y="100"/>
                  </a:lnTo>
                  <a:lnTo>
                    <a:pt x="145" y="100"/>
                  </a:lnTo>
                  <a:lnTo>
                    <a:pt x="145" y="102"/>
                  </a:lnTo>
                  <a:lnTo>
                    <a:pt x="147" y="102"/>
                  </a:lnTo>
                  <a:lnTo>
                    <a:pt x="147" y="102"/>
                  </a:lnTo>
                  <a:lnTo>
                    <a:pt x="147" y="102"/>
                  </a:lnTo>
                  <a:lnTo>
                    <a:pt x="147" y="104"/>
                  </a:lnTo>
                  <a:lnTo>
                    <a:pt x="147" y="104"/>
                  </a:lnTo>
                  <a:lnTo>
                    <a:pt x="147" y="104"/>
                  </a:lnTo>
                  <a:lnTo>
                    <a:pt x="149" y="104"/>
                  </a:lnTo>
                  <a:lnTo>
                    <a:pt x="149" y="104"/>
                  </a:lnTo>
                  <a:lnTo>
                    <a:pt x="149" y="104"/>
                  </a:lnTo>
                  <a:lnTo>
                    <a:pt x="149" y="104"/>
                  </a:lnTo>
                  <a:lnTo>
                    <a:pt x="149" y="102"/>
                  </a:lnTo>
                  <a:lnTo>
                    <a:pt x="149" y="102"/>
                  </a:lnTo>
                  <a:lnTo>
                    <a:pt x="149" y="102"/>
                  </a:lnTo>
                  <a:lnTo>
                    <a:pt x="152" y="102"/>
                  </a:lnTo>
                  <a:lnTo>
                    <a:pt x="152" y="102"/>
                  </a:lnTo>
                  <a:lnTo>
                    <a:pt x="154" y="102"/>
                  </a:lnTo>
                  <a:lnTo>
                    <a:pt x="154" y="104"/>
                  </a:lnTo>
                  <a:lnTo>
                    <a:pt x="154" y="104"/>
                  </a:lnTo>
                  <a:lnTo>
                    <a:pt x="154" y="104"/>
                  </a:lnTo>
                  <a:lnTo>
                    <a:pt x="156" y="104"/>
                  </a:lnTo>
                  <a:lnTo>
                    <a:pt x="156" y="104"/>
                  </a:lnTo>
                  <a:lnTo>
                    <a:pt x="156" y="104"/>
                  </a:lnTo>
                  <a:lnTo>
                    <a:pt x="159" y="104"/>
                  </a:lnTo>
                  <a:lnTo>
                    <a:pt x="159" y="104"/>
                  </a:lnTo>
                  <a:lnTo>
                    <a:pt x="159" y="104"/>
                  </a:lnTo>
                  <a:lnTo>
                    <a:pt x="161" y="104"/>
                  </a:lnTo>
                  <a:lnTo>
                    <a:pt x="161" y="107"/>
                  </a:lnTo>
                  <a:lnTo>
                    <a:pt x="161" y="107"/>
                  </a:lnTo>
                  <a:lnTo>
                    <a:pt x="161" y="107"/>
                  </a:lnTo>
                  <a:lnTo>
                    <a:pt x="161" y="109"/>
                  </a:lnTo>
                  <a:lnTo>
                    <a:pt x="161" y="109"/>
                  </a:lnTo>
                  <a:lnTo>
                    <a:pt x="161" y="111"/>
                  </a:lnTo>
                  <a:lnTo>
                    <a:pt x="161" y="111"/>
                  </a:lnTo>
                  <a:lnTo>
                    <a:pt x="161" y="111"/>
                  </a:lnTo>
                  <a:lnTo>
                    <a:pt x="161" y="111"/>
                  </a:lnTo>
                  <a:lnTo>
                    <a:pt x="161" y="114"/>
                  </a:lnTo>
                  <a:lnTo>
                    <a:pt x="161" y="114"/>
                  </a:lnTo>
                  <a:lnTo>
                    <a:pt x="161" y="114"/>
                  </a:lnTo>
                  <a:lnTo>
                    <a:pt x="161" y="116"/>
                  </a:lnTo>
                  <a:lnTo>
                    <a:pt x="161" y="116"/>
                  </a:lnTo>
                  <a:lnTo>
                    <a:pt x="161" y="116"/>
                  </a:lnTo>
                  <a:lnTo>
                    <a:pt x="164" y="116"/>
                  </a:lnTo>
                  <a:lnTo>
                    <a:pt x="164" y="116"/>
                  </a:lnTo>
                  <a:lnTo>
                    <a:pt x="164" y="116"/>
                  </a:lnTo>
                  <a:lnTo>
                    <a:pt x="164" y="114"/>
                  </a:lnTo>
                  <a:lnTo>
                    <a:pt x="164" y="114"/>
                  </a:lnTo>
                  <a:lnTo>
                    <a:pt x="166" y="114"/>
                  </a:lnTo>
                  <a:lnTo>
                    <a:pt x="166" y="114"/>
                  </a:lnTo>
                  <a:lnTo>
                    <a:pt x="168" y="114"/>
                  </a:lnTo>
                  <a:lnTo>
                    <a:pt x="168" y="114"/>
                  </a:lnTo>
                  <a:lnTo>
                    <a:pt x="168" y="114"/>
                  </a:lnTo>
                  <a:lnTo>
                    <a:pt x="168" y="116"/>
                  </a:lnTo>
                  <a:lnTo>
                    <a:pt x="171" y="116"/>
                  </a:lnTo>
                  <a:lnTo>
                    <a:pt x="171" y="116"/>
                  </a:lnTo>
                  <a:lnTo>
                    <a:pt x="171" y="116"/>
                  </a:lnTo>
                  <a:lnTo>
                    <a:pt x="171" y="116"/>
                  </a:lnTo>
                  <a:lnTo>
                    <a:pt x="171" y="118"/>
                  </a:lnTo>
                  <a:lnTo>
                    <a:pt x="173" y="118"/>
                  </a:lnTo>
                  <a:lnTo>
                    <a:pt x="173" y="118"/>
                  </a:lnTo>
                  <a:lnTo>
                    <a:pt x="173" y="118"/>
                  </a:lnTo>
                  <a:lnTo>
                    <a:pt x="173" y="118"/>
                  </a:lnTo>
                  <a:lnTo>
                    <a:pt x="175" y="118"/>
                  </a:lnTo>
                  <a:lnTo>
                    <a:pt x="175" y="121"/>
                  </a:lnTo>
                  <a:lnTo>
                    <a:pt x="175" y="121"/>
                  </a:lnTo>
                  <a:lnTo>
                    <a:pt x="175" y="123"/>
                  </a:lnTo>
                  <a:lnTo>
                    <a:pt x="175" y="123"/>
                  </a:lnTo>
                  <a:lnTo>
                    <a:pt x="173" y="123"/>
                  </a:lnTo>
                  <a:lnTo>
                    <a:pt x="173" y="126"/>
                  </a:lnTo>
                  <a:lnTo>
                    <a:pt x="173" y="126"/>
                  </a:lnTo>
                  <a:lnTo>
                    <a:pt x="175" y="126"/>
                  </a:lnTo>
                  <a:lnTo>
                    <a:pt x="175" y="126"/>
                  </a:lnTo>
                  <a:lnTo>
                    <a:pt x="175" y="126"/>
                  </a:lnTo>
                  <a:lnTo>
                    <a:pt x="175" y="126"/>
                  </a:lnTo>
                  <a:lnTo>
                    <a:pt x="175" y="126"/>
                  </a:lnTo>
                  <a:lnTo>
                    <a:pt x="178" y="126"/>
                  </a:lnTo>
                  <a:lnTo>
                    <a:pt x="178" y="128"/>
                  </a:lnTo>
                  <a:lnTo>
                    <a:pt x="178" y="128"/>
                  </a:lnTo>
                  <a:lnTo>
                    <a:pt x="178" y="126"/>
                  </a:lnTo>
                  <a:lnTo>
                    <a:pt x="178" y="126"/>
                  </a:lnTo>
                  <a:lnTo>
                    <a:pt x="178" y="123"/>
                  </a:lnTo>
                  <a:lnTo>
                    <a:pt x="178" y="123"/>
                  </a:lnTo>
                  <a:lnTo>
                    <a:pt x="178" y="121"/>
                  </a:lnTo>
                  <a:lnTo>
                    <a:pt x="178" y="121"/>
                  </a:lnTo>
                  <a:lnTo>
                    <a:pt x="178" y="121"/>
                  </a:lnTo>
                  <a:lnTo>
                    <a:pt x="178" y="118"/>
                  </a:lnTo>
                  <a:lnTo>
                    <a:pt x="178" y="118"/>
                  </a:lnTo>
                  <a:lnTo>
                    <a:pt x="178" y="118"/>
                  </a:lnTo>
                  <a:lnTo>
                    <a:pt x="178" y="116"/>
                  </a:lnTo>
                  <a:lnTo>
                    <a:pt x="175" y="116"/>
                  </a:lnTo>
                  <a:lnTo>
                    <a:pt x="175" y="116"/>
                  </a:lnTo>
                  <a:lnTo>
                    <a:pt x="175" y="114"/>
                  </a:lnTo>
                  <a:lnTo>
                    <a:pt x="178" y="114"/>
                  </a:lnTo>
                  <a:lnTo>
                    <a:pt x="178" y="114"/>
                  </a:lnTo>
                  <a:lnTo>
                    <a:pt x="178" y="114"/>
                  </a:lnTo>
                  <a:lnTo>
                    <a:pt x="180" y="114"/>
                  </a:lnTo>
                  <a:lnTo>
                    <a:pt x="180" y="116"/>
                  </a:lnTo>
                  <a:lnTo>
                    <a:pt x="180" y="116"/>
                  </a:lnTo>
                  <a:lnTo>
                    <a:pt x="180" y="116"/>
                  </a:lnTo>
                  <a:lnTo>
                    <a:pt x="180" y="118"/>
                  </a:lnTo>
                  <a:lnTo>
                    <a:pt x="180" y="118"/>
                  </a:lnTo>
                  <a:lnTo>
                    <a:pt x="183" y="118"/>
                  </a:lnTo>
                  <a:lnTo>
                    <a:pt x="183" y="118"/>
                  </a:lnTo>
                  <a:lnTo>
                    <a:pt x="183" y="118"/>
                  </a:lnTo>
                  <a:lnTo>
                    <a:pt x="183" y="121"/>
                  </a:lnTo>
                  <a:lnTo>
                    <a:pt x="183" y="121"/>
                  </a:lnTo>
                  <a:lnTo>
                    <a:pt x="183" y="123"/>
                  </a:lnTo>
                  <a:lnTo>
                    <a:pt x="183" y="123"/>
                  </a:lnTo>
                  <a:lnTo>
                    <a:pt x="183" y="121"/>
                  </a:lnTo>
                  <a:lnTo>
                    <a:pt x="185" y="121"/>
                  </a:lnTo>
                  <a:lnTo>
                    <a:pt x="185" y="121"/>
                  </a:lnTo>
                  <a:lnTo>
                    <a:pt x="185" y="121"/>
                  </a:lnTo>
                  <a:lnTo>
                    <a:pt x="187" y="121"/>
                  </a:lnTo>
                  <a:lnTo>
                    <a:pt x="187" y="121"/>
                  </a:lnTo>
                  <a:lnTo>
                    <a:pt x="187" y="118"/>
                  </a:lnTo>
                  <a:lnTo>
                    <a:pt x="187" y="118"/>
                  </a:lnTo>
                  <a:lnTo>
                    <a:pt x="187" y="118"/>
                  </a:lnTo>
                  <a:lnTo>
                    <a:pt x="187" y="116"/>
                  </a:lnTo>
                  <a:lnTo>
                    <a:pt x="187" y="116"/>
                  </a:lnTo>
                  <a:lnTo>
                    <a:pt x="187" y="116"/>
                  </a:lnTo>
                  <a:lnTo>
                    <a:pt x="190" y="116"/>
                  </a:lnTo>
                  <a:lnTo>
                    <a:pt x="190" y="114"/>
                  </a:lnTo>
                  <a:lnTo>
                    <a:pt x="190" y="114"/>
                  </a:lnTo>
                  <a:lnTo>
                    <a:pt x="190" y="114"/>
                  </a:lnTo>
                  <a:lnTo>
                    <a:pt x="192" y="114"/>
                  </a:lnTo>
                  <a:lnTo>
                    <a:pt x="192" y="114"/>
                  </a:lnTo>
                  <a:lnTo>
                    <a:pt x="192" y="114"/>
                  </a:lnTo>
                  <a:lnTo>
                    <a:pt x="194" y="114"/>
                  </a:lnTo>
                  <a:lnTo>
                    <a:pt x="194" y="114"/>
                  </a:lnTo>
                  <a:lnTo>
                    <a:pt x="194" y="114"/>
                  </a:lnTo>
                  <a:lnTo>
                    <a:pt x="197" y="114"/>
                  </a:lnTo>
                  <a:lnTo>
                    <a:pt x="197" y="114"/>
                  </a:lnTo>
                  <a:lnTo>
                    <a:pt x="197" y="116"/>
                  </a:lnTo>
                  <a:lnTo>
                    <a:pt x="197" y="116"/>
                  </a:lnTo>
                  <a:lnTo>
                    <a:pt x="197" y="116"/>
                  </a:lnTo>
                  <a:lnTo>
                    <a:pt x="197" y="116"/>
                  </a:lnTo>
                  <a:lnTo>
                    <a:pt x="197" y="116"/>
                  </a:lnTo>
                  <a:lnTo>
                    <a:pt x="197" y="114"/>
                  </a:lnTo>
                  <a:lnTo>
                    <a:pt x="199" y="114"/>
                  </a:lnTo>
                  <a:lnTo>
                    <a:pt x="199" y="114"/>
                  </a:lnTo>
                  <a:lnTo>
                    <a:pt x="199" y="114"/>
                  </a:lnTo>
                  <a:lnTo>
                    <a:pt x="201" y="114"/>
                  </a:lnTo>
                  <a:lnTo>
                    <a:pt x="201" y="114"/>
                  </a:lnTo>
                  <a:lnTo>
                    <a:pt x="201" y="114"/>
                  </a:lnTo>
                  <a:lnTo>
                    <a:pt x="204" y="114"/>
                  </a:lnTo>
                  <a:lnTo>
                    <a:pt x="204" y="114"/>
                  </a:lnTo>
                  <a:lnTo>
                    <a:pt x="204" y="111"/>
                  </a:lnTo>
                  <a:lnTo>
                    <a:pt x="204" y="111"/>
                  </a:lnTo>
                  <a:lnTo>
                    <a:pt x="206" y="111"/>
                  </a:lnTo>
                  <a:lnTo>
                    <a:pt x="206" y="114"/>
                  </a:lnTo>
                  <a:lnTo>
                    <a:pt x="206" y="114"/>
                  </a:lnTo>
                  <a:lnTo>
                    <a:pt x="206" y="116"/>
                  </a:lnTo>
                  <a:lnTo>
                    <a:pt x="206" y="116"/>
                  </a:lnTo>
                  <a:lnTo>
                    <a:pt x="206" y="116"/>
                  </a:lnTo>
                  <a:lnTo>
                    <a:pt x="209" y="116"/>
                  </a:lnTo>
                  <a:lnTo>
                    <a:pt x="209" y="116"/>
                  </a:lnTo>
                  <a:lnTo>
                    <a:pt x="209" y="118"/>
                  </a:lnTo>
                  <a:lnTo>
                    <a:pt x="209" y="118"/>
                  </a:lnTo>
                  <a:lnTo>
                    <a:pt x="211" y="118"/>
                  </a:lnTo>
                  <a:lnTo>
                    <a:pt x="211" y="118"/>
                  </a:lnTo>
                  <a:lnTo>
                    <a:pt x="211" y="118"/>
                  </a:lnTo>
                  <a:lnTo>
                    <a:pt x="211" y="118"/>
                  </a:lnTo>
                  <a:lnTo>
                    <a:pt x="211" y="118"/>
                  </a:lnTo>
                  <a:lnTo>
                    <a:pt x="211" y="121"/>
                  </a:lnTo>
                  <a:lnTo>
                    <a:pt x="209" y="121"/>
                  </a:lnTo>
                  <a:lnTo>
                    <a:pt x="209" y="121"/>
                  </a:lnTo>
                  <a:lnTo>
                    <a:pt x="209" y="121"/>
                  </a:lnTo>
                  <a:lnTo>
                    <a:pt x="209" y="121"/>
                  </a:lnTo>
                  <a:lnTo>
                    <a:pt x="209" y="123"/>
                  </a:lnTo>
                  <a:lnTo>
                    <a:pt x="209" y="123"/>
                  </a:lnTo>
                  <a:lnTo>
                    <a:pt x="209" y="123"/>
                  </a:lnTo>
                  <a:lnTo>
                    <a:pt x="209" y="123"/>
                  </a:lnTo>
                  <a:lnTo>
                    <a:pt x="209" y="123"/>
                  </a:lnTo>
                  <a:lnTo>
                    <a:pt x="211" y="123"/>
                  </a:lnTo>
                  <a:lnTo>
                    <a:pt x="211" y="123"/>
                  </a:lnTo>
                  <a:lnTo>
                    <a:pt x="211" y="126"/>
                  </a:lnTo>
                  <a:lnTo>
                    <a:pt x="209" y="126"/>
                  </a:lnTo>
                  <a:lnTo>
                    <a:pt x="209" y="126"/>
                  </a:lnTo>
                  <a:lnTo>
                    <a:pt x="209" y="126"/>
                  </a:lnTo>
                  <a:lnTo>
                    <a:pt x="209" y="126"/>
                  </a:lnTo>
                  <a:lnTo>
                    <a:pt x="206" y="126"/>
                  </a:lnTo>
                  <a:lnTo>
                    <a:pt x="206" y="128"/>
                  </a:lnTo>
                  <a:lnTo>
                    <a:pt x="206" y="128"/>
                  </a:lnTo>
                  <a:lnTo>
                    <a:pt x="204" y="128"/>
                  </a:lnTo>
                  <a:lnTo>
                    <a:pt x="204" y="126"/>
                  </a:lnTo>
                  <a:lnTo>
                    <a:pt x="204" y="126"/>
                  </a:lnTo>
                  <a:lnTo>
                    <a:pt x="204" y="126"/>
                  </a:lnTo>
                  <a:lnTo>
                    <a:pt x="204" y="126"/>
                  </a:lnTo>
                  <a:lnTo>
                    <a:pt x="204" y="126"/>
                  </a:lnTo>
                  <a:lnTo>
                    <a:pt x="204" y="126"/>
                  </a:lnTo>
                  <a:lnTo>
                    <a:pt x="201" y="126"/>
                  </a:lnTo>
                  <a:lnTo>
                    <a:pt x="201" y="123"/>
                  </a:lnTo>
                  <a:lnTo>
                    <a:pt x="204" y="123"/>
                  </a:lnTo>
                  <a:lnTo>
                    <a:pt x="204" y="123"/>
                  </a:lnTo>
                  <a:lnTo>
                    <a:pt x="201" y="123"/>
                  </a:lnTo>
                  <a:lnTo>
                    <a:pt x="201" y="123"/>
                  </a:lnTo>
                  <a:lnTo>
                    <a:pt x="201" y="123"/>
                  </a:lnTo>
                  <a:lnTo>
                    <a:pt x="201" y="123"/>
                  </a:lnTo>
                  <a:lnTo>
                    <a:pt x="201" y="126"/>
                  </a:lnTo>
                  <a:lnTo>
                    <a:pt x="201" y="126"/>
                  </a:lnTo>
                  <a:lnTo>
                    <a:pt x="201" y="128"/>
                  </a:lnTo>
                  <a:lnTo>
                    <a:pt x="199" y="128"/>
                  </a:lnTo>
                  <a:lnTo>
                    <a:pt x="199" y="128"/>
                  </a:lnTo>
                  <a:lnTo>
                    <a:pt x="199" y="128"/>
                  </a:lnTo>
                  <a:lnTo>
                    <a:pt x="199" y="128"/>
                  </a:lnTo>
                  <a:lnTo>
                    <a:pt x="197" y="128"/>
                  </a:lnTo>
                  <a:lnTo>
                    <a:pt x="197" y="130"/>
                  </a:lnTo>
                  <a:lnTo>
                    <a:pt x="199" y="130"/>
                  </a:lnTo>
                  <a:lnTo>
                    <a:pt x="199" y="130"/>
                  </a:lnTo>
                  <a:lnTo>
                    <a:pt x="199" y="130"/>
                  </a:lnTo>
                  <a:lnTo>
                    <a:pt x="201" y="130"/>
                  </a:lnTo>
                  <a:lnTo>
                    <a:pt x="201" y="130"/>
                  </a:lnTo>
                  <a:lnTo>
                    <a:pt x="201" y="130"/>
                  </a:lnTo>
                  <a:lnTo>
                    <a:pt x="201" y="130"/>
                  </a:lnTo>
                  <a:lnTo>
                    <a:pt x="201" y="130"/>
                  </a:lnTo>
                  <a:lnTo>
                    <a:pt x="204" y="130"/>
                  </a:lnTo>
                  <a:lnTo>
                    <a:pt x="204" y="133"/>
                  </a:lnTo>
                  <a:lnTo>
                    <a:pt x="204" y="133"/>
                  </a:lnTo>
                  <a:lnTo>
                    <a:pt x="204" y="133"/>
                  </a:lnTo>
                  <a:lnTo>
                    <a:pt x="204" y="133"/>
                  </a:lnTo>
                  <a:lnTo>
                    <a:pt x="204" y="135"/>
                  </a:lnTo>
                  <a:lnTo>
                    <a:pt x="204" y="135"/>
                  </a:lnTo>
                  <a:lnTo>
                    <a:pt x="204" y="135"/>
                  </a:lnTo>
                  <a:lnTo>
                    <a:pt x="204" y="135"/>
                  </a:lnTo>
                  <a:lnTo>
                    <a:pt x="201" y="135"/>
                  </a:lnTo>
                  <a:lnTo>
                    <a:pt x="201" y="137"/>
                  </a:lnTo>
                  <a:lnTo>
                    <a:pt x="204" y="137"/>
                  </a:lnTo>
                  <a:lnTo>
                    <a:pt x="204" y="137"/>
                  </a:lnTo>
                  <a:lnTo>
                    <a:pt x="204" y="137"/>
                  </a:lnTo>
                  <a:lnTo>
                    <a:pt x="204" y="137"/>
                  </a:lnTo>
                  <a:lnTo>
                    <a:pt x="204" y="137"/>
                  </a:lnTo>
                  <a:lnTo>
                    <a:pt x="206" y="137"/>
                  </a:lnTo>
                  <a:lnTo>
                    <a:pt x="206" y="140"/>
                  </a:lnTo>
                  <a:lnTo>
                    <a:pt x="206" y="140"/>
                  </a:lnTo>
                  <a:lnTo>
                    <a:pt x="206" y="140"/>
                  </a:lnTo>
                  <a:lnTo>
                    <a:pt x="206" y="142"/>
                  </a:lnTo>
                  <a:lnTo>
                    <a:pt x="209" y="142"/>
                  </a:lnTo>
                  <a:lnTo>
                    <a:pt x="209" y="140"/>
                  </a:lnTo>
                  <a:lnTo>
                    <a:pt x="209" y="140"/>
                  </a:lnTo>
                  <a:lnTo>
                    <a:pt x="209" y="142"/>
                  </a:lnTo>
                  <a:lnTo>
                    <a:pt x="209" y="142"/>
                  </a:lnTo>
                  <a:lnTo>
                    <a:pt x="209" y="142"/>
                  </a:lnTo>
                  <a:lnTo>
                    <a:pt x="209" y="145"/>
                  </a:lnTo>
                  <a:lnTo>
                    <a:pt x="211" y="145"/>
                  </a:lnTo>
                  <a:lnTo>
                    <a:pt x="211" y="145"/>
                  </a:lnTo>
                  <a:lnTo>
                    <a:pt x="211" y="145"/>
                  </a:lnTo>
                  <a:lnTo>
                    <a:pt x="211" y="145"/>
                  </a:lnTo>
                  <a:lnTo>
                    <a:pt x="211" y="147"/>
                  </a:lnTo>
                  <a:lnTo>
                    <a:pt x="211" y="147"/>
                  </a:lnTo>
                  <a:lnTo>
                    <a:pt x="211" y="147"/>
                  </a:lnTo>
                  <a:lnTo>
                    <a:pt x="211" y="147"/>
                  </a:lnTo>
                  <a:lnTo>
                    <a:pt x="211" y="147"/>
                  </a:lnTo>
                  <a:lnTo>
                    <a:pt x="211" y="147"/>
                  </a:lnTo>
                  <a:lnTo>
                    <a:pt x="213" y="147"/>
                  </a:lnTo>
                  <a:lnTo>
                    <a:pt x="213" y="147"/>
                  </a:lnTo>
                  <a:lnTo>
                    <a:pt x="211" y="147"/>
                  </a:lnTo>
                  <a:lnTo>
                    <a:pt x="211" y="149"/>
                  </a:lnTo>
                  <a:lnTo>
                    <a:pt x="213" y="149"/>
                  </a:lnTo>
                  <a:lnTo>
                    <a:pt x="213" y="149"/>
                  </a:lnTo>
                  <a:lnTo>
                    <a:pt x="213" y="149"/>
                  </a:lnTo>
                  <a:lnTo>
                    <a:pt x="213" y="152"/>
                  </a:lnTo>
                  <a:lnTo>
                    <a:pt x="216" y="152"/>
                  </a:lnTo>
                  <a:lnTo>
                    <a:pt x="216" y="152"/>
                  </a:lnTo>
                  <a:lnTo>
                    <a:pt x="213" y="152"/>
                  </a:lnTo>
                  <a:lnTo>
                    <a:pt x="213" y="152"/>
                  </a:lnTo>
                  <a:lnTo>
                    <a:pt x="213" y="154"/>
                  </a:lnTo>
                  <a:lnTo>
                    <a:pt x="211" y="154"/>
                  </a:lnTo>
                  <a:lnTo>
                    <a:pt x="211" y="154"/>
                  </a:lnTo>
                  <a:lnTo>
                    <a:pt x="211" y="152"/>
                  </a:lnTo>
                  <a:lnTo>
                    <a:pt x="211" y="152"/>
                  </a:lnTo>
                  <a:lnTo>
                    <a:pt x="209" y="152"/>
                  </a:lnTo>
                  <a:lnTo>
                    <a:pt x="209" y="152"/>
                  </a:lnTo>
                  <a:lnTo>
                    <a:pt x="209" y="152"/>
                  </a:lnTo>
                  <a:lnTo>
                    <a:pt x="209" y="152"/>
                  </a:lnTo>
                  <a:lnTo>
                    <a:pt x="209" y="154"/>
                  </a:lnTo>
                  <a:lnTo>
                    <a:pt x="209" y="154"/>
                  </a:lnTo>
                  <a:lnTo>
                    <a:pt x="209" y="152"/>
                  </a:lnTo>
                  <a:lnTo>
                    <a:pt x="206" y="152"/>
                  </a:lnTo>
                  <a:lnTo>
                    <a:pt x="206" y="152"/>
                  </a:lnTo>
                  <a:lnTo>
                    <a:pt x="206" y="152"/>
                  </a:lnTo>
                  <a:lnTo>
                    <a:pt x="204" y="152"/>
                  </a:lnTo>
                  <a:lnTo>
                    <a:pt x="204" y="152"/>
                  </a:lnTo>
                  <a:lnTo>
                    <a:pt x="204" y="152"/>
                  </a:lnTo>
                  <a:lnTo>
                    <a:pt x="204" y="152"/>
                  </a:lnTo>
                  <a:lnTo>
                    <a:pt x="204" y="152"/>
                  </a:lnTo>
                  <a:lnTo>
                    <a:pt x="204" y="154"/>
                  </a:lnTo>
                  <a:lnTo>
                    <a:pt x="204" y="154"/>
                  </a:lnTo>
                  <a:lnTo>
                    <a:pt x="204" y="154"/>
                  </a:lnTo>
                  <a:lnTo>
                    <a:pt x="206" y="154"/>
                  </a:lnTo>
                  <a:lnTo>
                    <a:pt x="206" y="156"/>
                  </a:lnTo>
                  <a:lnTo>
                    <a:pt x="206" y="156"/>
                  </a:lnTo>
                  <a:lnTo>
                    <a:pt x="204" y="156"/>
                  </a:lnTo>
                  <a:lnTo>
                    <a:pt x="204" y="156"/>
                  </a:lnTo>
                  <a:lnTo>
                    <a:pt x="204" y="156"/>
                  </a:lnTo>
                  <a:lnTo>
                    <a:pt x="204" y="159"/>
                  </a:lnTo>
                  <a:lnTo>
                    <a:pt x="204" y="159"/>
                  </a:lnTo>
                  <a:lnTo>
                    <a:pt x="204" y="161"/>
                  </a:lnTo>
                  <a:lnTo>
                    <a:pt x="204" y="161"/>
                  </a:lnTo>
                  <a:lnTo>
                    <a:pt x="204" y="163"/>
                  </a:lnTo>
                  <a:lnTo>
                    <a:pt x="204" y="163"/>
                  </a:lnTo>
                  <a:lnTo>
                    <a:pt x="201" y="163"/>
                  </a:lnTo>
                  <a:lnTo>
                    <a:pt x="201" y="161"/>
                  </a:lnTo>
                  <a:lnTo>
                    <a:pt x="201" y="161"/>
                  </a:lnTo>
                  <a:lnTo>
                    <a:pt x="201" y="159"/>
                  </a:lnTo>
                  <a:lnTo>
                    <a:pt x="201" y="159"/>
                  </a:lnTo>
                  <a:lnTo>
                    <a:pt x="201" y="161"/>
                  </a:lnTo>
                  <a:lnTo>
                    <a:pt x="201" y="161"/>
                  </a:lnTo>
                  <a:lnTo>
                    <a:pt x="201" y="161"/>
                  </a:lnTo>
                  <a:lnTo>
                    <a:pt x="199" y="161"/>
                  </a:lnTo>
                  <a:lnTo>
                    <a:pt x="199" y="161"/>
                  </a:lnTo>
                  <a:lnTo>
                    <a:pt x="199" y="161"/>
                  </a:lnTo>
                  <a:lnTo>
                    <a:pt x="199" y="159"/>
                  </a:lnTo>
                  <a:lnTo>
                    <a:pt x="199" y="159"/>
                  </a:lnTo>
                  <a:lnTo>
                    <a:pt x="199" y="159"/>
                  </a:lnTo>
                  <a:lnTo>
                    <a:pt x="199" y="159"/>
                  </a:lnTo>
                  <a:lnTo>
                    <a:pt x="199" y="156"/>
                  </a:lnTo>
                  <a:lnTo>
                    <a:pt x="197" y="156"/>
                  </a:lnTo>
                  <a:lnTo>
                    <a:pt x="197" y="156"/>
                  </a:lnTo>
                  <a:lnTo>
                    <a:pt x="197" y="156"/>
                  </a:lnTo>
                  <a:lnTo>
                    <a:pt x="197" y="156"/>
                  </a:lnTo>
                  <a:lnTo>
                    <a:pt x="197" y="156"/>
                  </a:lnTo>
                  <a:lnTo>
                    <a:pt x="197" y="154"/>
                  </a:lnTo>
                  <a:lnTo>
                    <a:pt x="194" y="154"/>
                  </a:lnTo>
                  <a:lnTo>
                    <a:pt x="194" y="154"/>
                  </a:lnTo>
                  <a:lnTo>
                    <a:pt x="194" y="152"/>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6" name="Freeform 224"/>
            <p:cNvSpPr>
              <a:spLocks/>
            </p:cNvSpPr>
            <p:nvPr/>
          </p:nvSpPr>
          <p:spPr bwMode="auto">
            <a:xfrm>
              <a:off x="5027613" y="4197350"/>
              <a:ext cx="346075" cy="346075"/>
            </a:xfrm>
            <a:custGeom>
              <a:avLst/>
              <a:gdLst/>
              <a:ahLst/>
              <a:cxnLst>
                <a:cxn ang="0">
                  <a:pos x="197" y="64"/>
                </a:cxn>
                <a:cxn ang="0">
                  <a:pos x="208" y="74"/>
                </a:cxn>
                <a:cxn ang="0">
                  <a:pos x="218" y="85"/>
                </a:cxn>
                <a:cxn ang="0">
                  <a:pos x="206" y="90"/>
                </a:cxn>
                <a:cxn ang="0">
                  <a:pos x="194" y="90"/>
                </a:cxn>
                <a:cxn ang="0">
                  <a:pos x="187" y="104"/>
                </a:cxn>
                <a:cxn ang="0">
                  <a:pos x="187" y="121"/>
                </a:cxn>
                <a:cxn ang="0">
                  <a:pos x="187" y="133"/>
                </a:cxn>
                <a:cxn ang="0">
                  <a:pos x="175" y="142"/>
                </a:cxn>
                <a:cxn ang="0">
                  <a:pos x="163" y="154"/>
                </a:cxn>
                <a:cxn ang="0">
                  <a:pos x="166" y="164"/>
                </a:cxn>
                <a:cxn ang="0">
                  <a:pos x="161" y="178"/>
                </a:cxn>
                <a:cxn ang="0">
                  <a:pos x="161" y="194"/>
                </a:cxn>
                <a:cxn ang="0">
                  <a:pos x="161" y="206"/>
                </a:cxn>
                <a:cxn ang="0">
                  <a:pos x="154" y="216"/>
                </a:cxn>
                <a:cxn ang="0">
                  <a:pos x="149" y="204"/>
                </a:cxn>
                <a:cxn ang="0">
                  <a:pos x="135" y="213"/>
                </a:cxn>
                <a:cxn ang="0">
                  <a:pos x="126" y="213"/>
                </a:cxn>
                <a:cxn ang="0">
                  <a:pos x="118" y="199"/>
                </a:cxn>
                <a:cxn ang="0">
                  <a:pos x="104" y="199"/>
                </a:cxn>
                <a:cxn ang="0">
                  <a:pos x="97" y="194"/>
                </a:cxn>
                <a:cxn ang="0">
                  <a:pos x="90" y="192"/>
                </a:cxn>
                <a:cxn ang="0">
                  <a:pos x="78" y="199"/>
                </a:cxn>
                <a:cxn ang="0">
                  <a:pos x="66" y="202"/>
                </a:cxn>
                <a:cxn ang="0">
                  <a:pos x="64" y="187"/>
                </a:cxn>
                <a:cxn ang="0">
                  <a:pos x="55" y="185"/>
                </a:cxn>
                <a:cxn ang="0">
                  <a:pos x="40" y="187"/>
                </a:cxn>
                <a:cxn ang="0">
                  <a:pos x="29" y="185"/>
                </a:cxn>
                <a:cxn ang="0">
                  <a:pos x="26" y="183"/>
                </a:cxn>
                <a:cxn ang="0">
                  <a:pos x="26" y="166"/>
                </a:cxn>
                <a:cxn ang="0">
                  <a:pos x="26" y="152"/>
                </a:cxn>
                <a:cxn ang="0">
                  <a:pos x="21" y="140"/>
                </a:cxn>
                <a:cxn ang="0">
                  <a:pos x="12" y="138"/>
                </a:cxn>
                <a:cxn ang="0">
                  <a:pos x="7" y="126"/>
                </a:cxn>
                <a:cxn ang="0">
                  <a:pos x="7" y="109"/>
                </a:cxn>
                <a:cxn ang="0">
                  <a:pos x="2" y="95"/>
                </a:cxn>
                <a:cxn ang="0">
                  <a:pos x="2" y="81"/>
                </a:cxn>
                <a:cxn ang="0">
                  <a:pos x="10" y="67"/>
                </a:cxn>
                <a:cxn ang="0">
                  <a:pos x="17" y="64"/>
                </a:cxn>
                <a:cxn ang="0">
                  <a:pos x="24" y="76"/>
                </a:cxn>
                <a:cxn ang="0">
                  <a:pos x="36" y="88"/>
                </a:cxn>
                <a:cxn ang="0">
                  <a:pos x="50" y="85"/>
                </a:cxn>
                <a:cxn ang="0">
                  <a:pos x="64" y="85"/>
                </a:cxn>
                <a:cxn ang="0">
                  <a:pos x="73" y="74"/>
                </a:cxn>
                <a:cxn ang="0">
                  <a:pos x="88" y="71"/>
                </a:cxn>
                <a:cxn ang="0">
                  <a:pos x="100" y="78"/>
                </a:cxn>
                <a:cxn ang="0">
                  <a:pos x="111" y="74"/>
                </a:cxn>
                <a:cxn ang="0">
                  <a:pos x="123" y="74"/>
                </a:cxn>
                <a:cxn ang="0">
                  <a:pos x="128" y="59"/>
                </a:cxn>
                <a:cxn ang="0">
                  <a:pos x="137" y="48"/>
                </a:cxn>
                <a:cxn ang="0">
                  <a:pos x="140" y="33"/>
                </a:cxn>
                <a:cxn ang="0">
                  <a:pos x="147" y="24"/>
                </a:cxn>
                <a:cxn ang="0">
                  <a:pos x="147" y="5"/>
                </a:cxn>
                <a:cxn ang="0">
                  <a:pos x="156" y="0"/>
                </a:cxn>
                <a:cxn ang="0">
                  <a:pos x="171" y="0"/>
                </a:cxn>
                <a:cxn ang="0">
                  <a:pos x="185" y="3"/>
                </a:cxn>
                <a:cxn ang="0">
                  <a:pos x="197" y="7"/>
                </a:cxn>
                <a:cxn ang="0">
                  <a:pos x="194" y="14"/>
                </a:cxn>
                <a:cxn ang="0">
                  <a:pos x="189" y="29"/>
                </a:cxn>
                <a:cxn ang="0">
                  <a:pos x="192" y="36"/>
                </a:cxn>
                <a:cxn ang="0">
                  <a:pos x="199" y="50"/>
                </a:cxn>
              </a:cxnLst>
              <a:rect l="0" t="0" r="r" b="b"/>
              <a:pathLst>
                <a:path w="218" h="218">
                  <a:moveTo>
                    <a:pt x="201" y="52"/>
                  </a:moveTo>
                  <a:lnTo>
                    <a:pt x="201" y="52"/>
                  </a:lnTo>
                  <a:lnTo>
                    <a:pt x="199" y="52"/>
                  </a:lnTo>
                  <a:lnTo>
                    <a:pt x="199" y="55"/>
                  </a:lnTo>
                  <a:lnTo>
                    <a:pt x="199" y="55"/>
                  </a:lnTo>
                  <a:lnTo>
                    <a:pt x="199" y="55"/>
                  </a:lnTo>
                  <a:lnTo>
                    <a:pt x="199" y="55"/>
                  </a:lnTo>
                  <a:lnTo>
                    <a:pt x="199" y="55"/>
                  </a:lnTo>
                  <a:lnTo>
                    <a:pt x="197" y="55"/>
                  </a:lnTo>
                  <a:lnTo>
                    <a:pt x="197" y="55"/>
                  </a:lnTo>
                  <a:lnTo>
                    <a:pt x="197" y="57"/>
                  </a:lnTo>
                  <a:lnTo>
                    <a:pt x="197" y="57"/>
                  </a:lnTo>
                  <a:lnTo>
                    <a:pt x="194" y="57"/>
                  </a:lnTo>
                  <a:lnTo>
                    <a:pt x="194" y="59"/>
                  </a:lnTo>
                  <a:lnTo>
                    <a:pt x="194" y="59"/>
                  </a:lnTo>
                  <a:lnTo>
                    <a:pt x="194" y="62"/>
                  </a:lnTo>
                  <a:lnTo>
                    <a:pt x="197" y="62"/>
                  </a:lnTo>
                  <a:lnTo>
                    <a:pt x="197" y="62"/>
                  </a:lnTo>
                  <a:lnTo>
                    <a:pt x="197" y="64"/>
                  </a:lnTo>
                  <a:lnTo>
                    <a:pt x="194" y="64"/>
                  </a:lnTo>
                  <a:lnTo>
                    <a:pt x="194" y="64"/>
                  </a:lnTo>
                  <a:lnTo>
                    <a:pt x="197" y="64"/>
                  </a:lnTo>
                  <a:lnTo>
                    <a:pt x="197" y="64"/>
                  </a:lnTo>
                  <a:lnTo>
                    <a:pt x="197" y="64"/>
                  </a:lnTo>
                  <a:lnTo>
                    <a:pt x="199" y="64"/>
                  </a:lnTo>
                  <a:lnTo>
                    <a:pt x="199" y="64"/>
                  </a:lnTo>
                  <a:lnTo>
                    <a:pt x="199" y="67"/>
                  </a:lnTo>
                  <a:lnTo>
                    <a:pt x="199" y="67"/>
                  </a:lnTo>
                  <a:lnTo>
                    <a:pt x="199" y="67"/>
                  </a:lnTo>
                  <a:lnTo>
                    <a:pt x="199" y="69"/>
                  </a:lnTo>
                  <a:lnTo>
                    <a:pt x="201" y="69"/>
                  </a:lnTo>
                  <a:lnTo>
                    <a:pt x="201" y="69"/>
                  </a:lnTo>
                  <a:lnTo>
                    <a:pt x="201" y="69"/>
                  </a:lnTo>
                  <a:lnTo>
                    <a:pt x="201" y="69"/>
                  </a:lnTo>
                  <a:lnTo>
                    <a:pt x="201" y="71"/>
                  </a:lnTo>
                  <a:lnTo>
                    <a:pt x="204" y="71"/>
                  </a:lnTo>
                  <a:lnTo>
                    <a:pt x="204" y="71"/>
                  </a:lnTo>
                  <a:lnTo>
                    <a:pt x="204" y="71"/>
                  </a:lnTo>
                  <a:lnTo>
                    <a:pt x="206" y="71"/>
                  </a:lnTo>
                  <a:lnTo>
                    <a:pt x="206" y="71"/>
                  </a:lnTo>
                  <a:lnTo>
                    <a:pt x="206" y="74"/>
                  </a:lnTo>
                  <a:lnTo>
                    <a:pt x="206" y="74"/>
                  </a:lnTo>
                  <a:lnTo>
                    <a:pt x="208" y="74"/>
                  </a:lnTo>
                  <a:lnTo>
                    <a:pt x="208" y="74"/>
                  </a:lnTo>
                  <a:lnTo>
                    <a:pt x="208" y="74"/>
                  </a:lnTo>
                  <a:lnTo>
                    <a:pt x="208" y="74"/>
                  </a:lnTo>
                  <a:lnTo>
                    <a:pt x="211" y="74"/>
                  </a:lnTo>
                  <a:lnTo>
                    <a:pt x="211" y="76"/>
                  </a:lnTo>
                  <a:lnTo>
                    <a:pt x="211" y="76"/>
                  </a:lnTo>
                  <a:lnTo>
                    <a:pt x="211" y="76"/>
                  </a:lnTo>
                  <a:lnTo>
                    <a:pt x="211" y="76"/>
                  </a:lnTo>
                  <a:lnTo>
                    <a:pt x="211" y="78"/>
                  </a:lnTo>
                  <a:lnTo>
                    <a:pt x="213" y="78"/>
                  </a:lnTo>
                  <a:lnTo>
                    <a:pt x="213" y="78"/>
                  </a:lnTo>
                  <a:lnTo>
                    <a:pt x="213" y="78"/>
                  </a:lnTo>
                  <a:lnTo>
                    <a:pt x="213" y="78"/>
                  </a:lnTo>
                  <a:lnTo>
                    <a:pt x="213" y="81"/>
                  </a:lnTo>
                  <a:lnTo>
                    <a:pt x="213" y="81"/>
                  </a:lnTo>
                  <a:lnTo>
                    <a:pt x="216" y="81"/>
                  </a:lnTo>
                  <a:lnTo>
                    <a:pt x="216" y="83"/>
                  </a:lnTo>
                  <a:lnTo>
                    <a:pt x="216" y="83"/>
                  </a:lnTo>
                  <a:lnTo>
                    <a:pt x="216" y="83"/>
                  </a:lnTo>
                  <a:lnTo>
                    <a:pt x="218" y="83"/>
                  </a:lnTo>
                  <a:lnTo>
                    <a:pt x="218" y="83"/>
                  </a:lnTo>
                  <a:lnTo>
                    <a:pt x="218" y="83"/>
                  </a:lnTo>
                  <a:lnTo>
                    <a:pt x="218" y="85"/>
                  </a:lnTo>
                  <a:lnTo>
                    <a:pt x="218" y="85"/>
                  </a:lnTo>
                  <a:lnTo>
                    <a:pt x="218" y="85"/>
                  </a:lnTo>
                  <a:lnTo>
                    <a:pt x="218" y="88"/>
                  </a:lnTo>
                  <a:lnTo>
                    <a:pt x="218" y="88"/>
                  </a:lnTo>
                  <a:lnTo>
                    <a:pt x="218" y="88"/>
                  </a:lnTo>
                  <a:lnTo>
                    <a:pt x="218" y="88"/>
                  </a:lnTo>
                  <a:lnTo>
                    <a:pt x="216" y="88"/>
                  </a:lnTo>
                  <a:lnTo>
                    <a:pt x="216" y="90"/>
                  </a:lnTo>
                  <a:lnTo>
                    <a:pt x="216" y="90"/>
                  </a:lnTo>
                  <a:lnTo>
                    <a:pt x="216" y="90"/>
                  </a:lnTo>
                  <a:lnTo>
                    <a:pt x="213" y="90"/>
                  </a:lnTo>
                  <a:lnTo>
                    <a:pt x="213" y="90"/>
                  </a:lnTo>
                  <a:lnTo>
                    <a:pt x="213" y="90"/>
                  </a:lnTo>
                  <a:lnTo>
                    <a:pt x="211" y="90"/>
                  </a:lnTo>
                  <a:lnTo>
                    <a:pt x="211" y="90"/>
                  </a:lnTo>
                  <a:lnTo>
                    <a:pt x="211" y="90"/>
                  </a:lnTo>
                  <a:lnTo>
                    <a:pt x="211" y="90"/>
                  </a:lnTo>
                  <a:lnTo>
                    <a:pt x="211" y="90"/>
                  </a:lnTo>
                  <a:lnTo>
                    <a:pt x="208" y="90"/>
                  </a:lnTo>
                  <a:lnTo>
                    <a:pt x="208" y="90"/>
                  </a:lnTo>
                  <a:lnTo>
                    <a:pt x="206" y="90"/>
                  </a:lnTo>
                  <a:lnTo>
                    <a:pt x="206" y="90"/>
                  </a:lnTo>
                  <a:lnTo>
                    <a:pt x="206" y="90"/>
                  </a:lnTo>
                  <a:lnTo>
                    <a:pt x="204" y="90"/>
                  </a:lnTo>
                  <a:lnTo>
                    <a:pt x="204" y="90"/>
                  </a:lnTo>
                  <a:lnTo>
                    <a:pt x="204" y="90"/>
                  </a:lnTo>
                  <a:lnTo>
                    <a:pt x="201" y="90"/>
                  </a:lnTo>
                  <a:lnTo>
                    <a:pt x="201" y="90"/>
                  </a:lnTo>
                  <a:lnTo>
                    <a:pt x="201" y="90"/>
                  </a:lnTo>
                  <a:lnTo>
                    <a:pt x="201" y="88"/>
                  </a:lnTo>
                  <a:lnTo>
                    <a:pt x="199" y="88"/>
                  </a:lnTo>
                  <a:lnTo>
                    <a:pt x="199" y="88"/>
                  </a:lnTo>
                  <a:lnTo>
                    <a:pt x="199" y="88"/>
                  </a:lnTo>
                  <a:lnTo>
                    <a:pt x="199" y="90"/>
                  </a:lnTo>
                  <a:lnTo>
                    <a:pt x="199" y="90"/>
                  </a:lnTo>
                  <a:lnTo>
                    <a:pt x="199" y="90"/>
                  </a:lnTo>
                  <a:lnTo>
                    <a:pt x="199" y="93"/>
                  </a:lnTo>
                  <a:lnTo>
                    <a:pt x="199" y="93"/>
                  </a:lnTo>
                  <a:lnTo>
                    <a:pt x="199" y="93"/>
                  </a:lnTo>
                  <a:lnTo>
                    <a:pt x="197" y="93"/>
                  </a:lnTo>
                  <a:lnTo>
                    <a:pt x="197" y="93"/>
                  </a:lnTo>
                  <a:lnTo>
                    <a:pt x="197" y="93"/>
                  </a:lnTo>
                  <a:lnTo>
                    <a:pt x="197" y="90"/>
                  </a:lnTo>
                  <a:lnTo>
                    <a:pt x="194" y="90"/>
                  </a:lnTo>
                  <a:lnTo>
                    <a:pt x="194" y="90"/>
                  </a:lnTo>
                  <a:lnTo>
                    <a:pt x="194" y="90"/>
                  </a:lnTo>
                  <a:lnTo>
                    <a:pt x="194" y="93"/>
                  </a:lnTo>
                  <a:lnTo>
                    <a:pt x="192" y="93"/>
                  </a:lnTo>
                  <a:lnTo>
                    <a:pt x="192" y="93"/>
                  </a:lnTo>
                  <a:lnTo>
                    <a:pt x="192" y="93"/>
                  </a:lnTo>
                  <a:lnTo>
                    <a:pt x="192" y="95"/>
                  </a:lnTo>
                  <a:lnTo>
                    <a:pt x="192" y="95"/>
                  </a:lnTo>
                  <a:lnTo>
                    <a:pt x="192" y="95"/>
                  </a:lnTo>
                  <a:lnTo>
                    <a:pt x="192" y="95"/>
                  </a:lnTo>
                  <a:lnTo>
                    <a:pt x="189" y="95"/>
                  </a:lnTo>
                  <a:lnTo>
                    <a:pt x="189" y="97"/>
                  </a:lnTo>
                  <a:lnTo>
                    <a:pt x="189" y="97"/>
                  </a:lnTo>
                  <a:lnTo>
                    <a:pt x="189" y="97"/>
                  </a:lnTo>
                  <a:lnTo>
                    <a:pt x="189" y="100"/>
                  </a:lnTo>
                  <a:lnTo>
                    <a:pt x="189" y="100"/>
                  </a:lnTo>
                  <a:lnTo>
                    <a:pt x="189" y="102"/>
                  </a:lnTo>
                  <a:lnTo>
                    <a:pt x="187" y="102"/>
                  </a:lnTo>
                  <a:lnTo>
                    <a:pt x="187" y="102"/>
                  </a:lnTo>
                  <a:lnTo>
                    <a:pt x="187" y="104"/>
                  </a:lnTo>
                  <a:lnTo>
                    <a:pt x="187" y="104"/>
                  </a:lnTo>
                  <a:lnTo>
                    <a:pt x="187" y="104"/>
                  </a:lnTo>
                  <a:lnTo>
                    <a:pt x="187" y="104"/>
                  </a:lnTo>
                  <a:lnTo>
                    <a:pt x="187" y="107"/>
                  </a:lnTo>
                  <a:lnTo>
                    <a:pt x="187" y="107"/>
                  </a:lnTo>
                  <a:lnTo>
                    <a:pt x="187" y="107"/>
                  </a:lnTo>
                  <a:lnTo>
                    <a:pt x="187" y="109"/>
                  </a:lnTo>
                  <a:lnTo>
                    <a:pt x="187" y="109"/>
                  </a:lnTo>
                  <a:lnTo>
                    <a:pt x="187" y="109"/>
                  </a:lnTo>
                  <a:lnTo>
                    <a:pt x="187" y="112"/>
                  </a:lnTo>
                  <a:lnTo>
                    <a:pt x="187" y="112"/>
                  </a:lnTo>
                  <a:lnTo>
                    <a:pt x="187" y="114"/>
                  </a:lnTo>
                  <a:lnTo>
                    <a:pt x="187" y="114"/>
                  </a:lnTo>
                  <a:lnTo>
                    <a:pt x="187" y="114"/>
                  </a:lnTo>
                  <a:lnTo>
                    <a:pt x="187" y="114"/>
                  </a:lnTo>
                  <a:lnTo>
                    <a:pt x="185" y="114"/>
                  </a:lnTo>
                  <a:lnTo>
                    <a:pt x="185" y="116"/>
                  </a:lnTo>
                  <a:lnTo>
                    <a:pt x="185" y="116"/>
                  </a:lnTo>
                  <a:lnTo>
                    <a:pt x="185" y="119"/>
                  </a:lnTo>
                  <a:lnTo>
                    <a:pt x="187" y="119"/>
                  </a:lnTo>
                  <a:lnTo>
                    <a:pt x="187" y="119"/>
                  </a:lnTo>
                  <a:lnTo>
                    <a:pt x="187" y="119"/>
                  </a:lnTo>
                  <a:lnTo>
                    <a:pt x="187" y="119"/>
                  </a:lnTo>
                  <a:lnTo>
                    <a:pt x="187" y="121"/>
                  </a:lnTo>
                  <a:lnTo>
                    <a:pt x="189" y="121"/>
                  </a:lnTo>
                  <a:lnTo>
                    <a:pt x="189" y="121"/>
                  </a:lnTo>
                  <a:lnTo>
                    <a:pt x="189" y="121"/>
                  </a:lnTo>
                  <a:lnTo>
                    <a:pt x="189" y="123"/>
                  </a:lnTo>
                  <a:lnTo>
                    <a:pt x="189" y="123"/>
                  </a:lnTo>
                  <a:lnTo>
                    <a:pt x="189" y="123"/>
                  </a:lnTo>
                  <a:lnTo>
                    <a:pt x="189" y="123"/>
                  </a:lnTo>
                  <a:lnTo>
                    <a:pt x="189" y="126"/>
                  </a:lnTo>
                  <a:lnTo>
                    <a:pt x="187" y="126"/>
                  </a:lnTo>
                  <a:lnTo>
                    <a:pt x="187" y="126"/>
                  </a:lnTo>
                  <a:lnTo>
                    <a:pt x="187" y="128"/>
                  </a:lnTo>
                  <a:lnTo>
                    <a:pt x="187" y="128"/>
                  </a:lnTo>
                  <a:lnTo>
                    <a:pt x="187" y="128"/>
                  </a:lnTo>
                  <a:lnTo>
                    <a:pt x="187" y="128"/>
                  </a:lnTo>
                  <a:lnTo>
                    <a:pt x="189" y="128"/>
                  </a:lnTo>
                  <a:lnTo>
                    <a:pt x="189" y="130"/>
                  </a:lnTo>
                  <a:lnTo>
                    <a:pt x="189" y="130"/>
                  </a:lnTo>
                  <a:lnTo>
                    <a:pt x="187" y="130"/>
                  </a:lnTo>
                  <a:lnTo>
                    <a:pt x="187" y="133"/>
                  </a:lnTo>
                  <a:lnTo>
                    <a:pt x="187" y="133"/>
                  </a:lnTo>
                  <a:lnTo>
                    <a:pt x="187" y="133"/>
                  </a:lnTo>
                  <a:lnTo>
                    <a:pt x="187" y="133"/>
                  </a:lnTo>
                  <a:lnTo>
                    <a:pt x="185" y="133"/>
                  </a:lnTo>
                  <a:lnTo>
                    <a:pt x="185" y="133"/>
                  </a:lnTo>
                  <a:lnTo>
                    <a:pt x="185" y="133"/>
                  </a:lnTo>
                  <a:lnTo>
                    <a:pt x="185" y="133"/>
                  </a:lnTo>
                  <a:lnTo>
                    <a:pt x="182" y="133"/>
                  </a:lnTo>
                  <a:lnTo>
                    <a:pt x="182" y="133"/>
                  </a:lnTo>
                  <a:lnTo>
                    <a:pt x="180" y="133"/>
                  </a:lnTo>
                  <a:lnTo>
                    <a:pt x="180" y="135"/>
                  </a:lnTo>
                  <a:lnTo>
                    <a:pt x="180" y="135"/>
                  </a:lnTo>
                  <a:lnTo>
                    <a:pt x="180" y="135"/>
                  </a:lnTo>
                  <a:lnTo>
                    <a:pt x="180" y="135"/>
                  </a:lnTo>
                  <a:lnTo>
                    <a:pt x="180" y="138"/>
                  </a:lnTo>
                  <a:lnTo>
                    <a:pt x="178" y="138"/>
                  </a:lnTo>
                  <a:lnTo>
                    <a:pt x="178" y="138"/>
                  </a:lnTo>
                  <a:lnTo>
                    <a:pt x="178" y="138"/>
                  </a:lnTo>
                  <a:lnTo>
                    <a:pt x="178" y="140"/>
                  </a:lnTo>
                  <a:lnTo>
                    <a:pt x="178" y="140"/>
                  </a:lnTo>
                  <a:lnTo>
                    <a:pt x="178" y="140"/>
                  </a:lnTo>
                  <a:lnTo>
                    <a:pt x="178" y="142"/>
                  </a:lnTo>
                  <a:lnTo>
                    <a:pt x="175" y="142"/>
                  </a:lnTo>
                  <a:lnTo>
                    <a:pt x="175" y="142"/>
                  </a:lnTo>
                  <a:lnTo>
                    <a:pt x="175" y="142"/>
                  </a:lnTo>
                  <a:lnTo>
                    <a:pt x="175" y="145"/>
                  </a:lnTo>
                  <a:lnTo>
                    <a:pt x="173" y="145"/>
                  </a:lnTo>
                  <a:lnTo>
                    <a:pt x="173" y="145"/>
                  </a:lnTo>
                  <a:lnTo>
                    <a:pt x="173" y="145"/>
                  </a:lnTo>
                  <a:lnTo>
                    <a:pt x="171" y="145"/>
                  </a:lnTo>
                  <a:lnTo>
                    <a:pt x="171" y="145"/>
                  </a:lnTo>
                  <a:lnTo>
                    <a:pt x="171" y="145"/>
                  </a:lnTo>
                  <a:lnTo>
                    <a:pt x="171" y="145"/>
                  </a:lnTo>
                  <a:lnTo>
                    <a:pt x="171" y="147"/>
                  </a:lnTo>
                  <a:lnTo>
                    <a:pt x="171" y="147"/>
                  </a:lnTo>
                  <a:lnTo>
                    <a:pt x="168" y="147"/>
                  </a:lnTo>
                  <a:lnTo>
                    <a:pt x="168" y="147"/>
                  </a:lnTo>
                  <a:lnTo>
                    <a:pt x="168" y="147"/>
                  </a:lnTo>
                  <a:lnTo>
                    <a:pt x="166" y="147"/>
                  </a:lnTo>
                  <a:lnTo>
                    <a:pt x="166" y="149"/>
                  </a:lnTo>
                  <a:lnTo>
                    <a:pt x="166" y="149"/>
                  </a:lnTo>
                  <a:lnTo>
                    <a:pt x="166" y="152"/>
                  </a:lnTo>
                  <a:lnTo>
                    <a:pt x="166" y="152"/>
                  </a:lnTo>
                  <a:lnTo>
                    <a:pt x="166" y="152"/>
                  </a:lnTo>
                  <a:lnTo>
                    <a:pt x="166" y="154"/>
                  </a:lnTo>
                  <a:lnTo>
                    <a:pt x="166" y="154"/>
                  </a:lnTo>
                  <a:lnTo>
                    <a:pt x="163" y="154"/>
                  </a:lnTo>
                  <a:lnTo>
                    <a:pt x="163" y="154"/>
                  </a:lnTo>
                  <a:lnTo>
                    <a:pt x="163" y="154"/>
                  </a:lnTo>
                  <a:lnTo>
                    <a:pt x="161" y="154"/>
                  </a:lnTo>
                  <a:lnTo>
                    <a:pt x="161" y="154"/>
                  </a:lnTo>
                  <a:lnTo>
                    <a:pt x="161" y="154"/>
                  </a:lnTo>
                  <a:lnTo>
                    <a:pt x="161" y="154"/>
                  </a:lnTo>
                  <a:lnTo>
                    <a:pt x="163" y="154"/>
                  </a:lnTo>
                  <a:lnTo>
                    <a:pt x="163" y="154"/>
                  </a:lnTo>
                  <a:lnTo>
                    <a:pt x="163" y="157"/>
                  </a:lnTo>
                  <a:lnTo>
                    <a:pt x="163" y="157"/>
                  </a:lnTo>
                  <a:lnTo>
                    <a:pt x="163" y="159"/>
                  </a:lnTo>
                  <a:lnTo>
                    <a:pt x="166" y="159"/>
                  </a:lnTo>
                  <a:lnTo>
                    <a:pt x="166" y="159"/>
                  </a:lnTo>
                  <a:lnTo>
                    <a:pt x="166" y="161"/>
                  </a:lnTo>
                  <a:lnTo>
                    <a:pt x="163" y="161"/>
                  </a:lnTo>
                  <a:lnTo>
                    <a:pt x="163" y="161"/>
                  </a:lnTo>
                  <a:lnTo>
                    <a:pt x="166" y="161"/>
                  </a:lnTo>
                  <a:lnTo>
                    <a:pt x="166" y="164"/>
                  </a:lnTo>
                  <a:lnTo>
                    <a:pt x="166" y="164"/>
                  </a:lnTo>
                  <a:lnTo>
                    <a:pt x="166" y="164"/>
                  </a:lnTo>
                  <a:lnTo>
                    <a:pt x="166" y="164"/>
                  </a:lnTo>
                  <a:lnTo>
                    <a:pt x="166" y="164"/>
                  </a:lnTo>
                  <a:lnTo>
                    <a:pt x="166" y="166"/>
                  </a:lnTo>
                  <a:lnTo>
                    <a:pt x="168" y="166"/>
                  </a:lnTo>
                  <a:lnTo>
                    <a:pt x="168" y="166"/>
                  </a:lnTo>
                  <a:lnTo>
                    <a:pt x="168" y="168"/>
                  </a:lnTo>
                  <a:lnTo>
                    <a:pt x="168" y="168"/>
                  </a:lnTo>
                  <a:lnTo>
                    <a:pt x="166" y="168"/>
                  </a:lnTo>
                  <a:lnTo>
                    <a:pt x="166" y="171"/>
                  </a:lnTo>
                  <a:lnTo>
                    <a:pt x="166" y="171"/>
                  </a:lnTo>
                  <a:lnTo>
                    <a:pt x="166" y="173"/>
                  </a:lnTo>
                  <a:lnTo>
                    <a:pt x="166" y="173"/>
                  </a:lnTo>
                  <a:lnTo>
                    <a:pt x="166" y="173"/>
                  </a:lnTo>
                  <a:lnTo>
                    <a:pt x="166" y="173"/>
                  </a:lnTo>
                  <a:lnTo>
                    <a:pt x="166" y="176"/>
                  </a:lnTo>
                  <a:lnTo>
                    <a:pt x="166" y="176"/>
                  </a:lnTo>
                  <a:lnTo>
                    <a:pt x="166" y="176"/>
                  </a:lnTo>
                  <a:lnTo>
                    <a:pt x="163" y="176"/>
                  </a:lnTo>
                  <a:lnTo>
                    <a:pt x="163" y="176"/>
                  </a:lnTo>
                  <a:lnTo>
                    <a:pt x="163" y="176"/>
                  </a:lnTo>
                  <a:lnTo>
                    <a:pt x="163" y="176"/>
                  </a:lnTo>
                  <a:lnTo>
                    <a:pt x="163" y="178"/>
                  </a:lnTo>
                  <a:lnTo>
                    <a:pt x="163" y="178"/>
                  </a:lnTo>
                  <a:lnTo>
                    <a:pt x="161" y="178"/>
                  </a:lnTo>
                  <a:lnTo>
                    <a:pt x="161" y="180"/>
                  </a:lnTo>
                  <a:lnTo>
                    <a:pt x="161" y="180"/>
                  </a:lnTo>
                  <a:lnTo>
                    <a:pt x="161" y="183"/>
                  </a:lnTo>
                  <a:lnTo>
                    <a:pt x="161" y="183"/>
                  </a:lnTo>
                  <a:lnTo>
                    <a:pt x="161" y="183"/>
                  </a:lnTo>
                  <a:lnTo>
                    <a:pt x="161" y="185"/>
                  </a:lnTo>
                  <a:lnTo>
                    <a:pt x="161" y="185"/>
                  </a:lnTo>
                  <a:lnTo>
                    <a:pt x="161" y="185"/>
                  </a:lnTo>
                  <a:lnTo>
                    <a:pt x="161" y="187"/>
                  </a:lnTo>
                  <a:lnTo>
                    <a:pt x="161" y="187"/>
                  </a:lnTo>
                  <a:lnTo>
                    <a:pt x="161" y="187"/>
                  </a:lnTo>
                  <a:lnTo>
                    <a:pt x="161" y="190"/>
                  </a:lnTo>
                  <a:lnTo>
                    <a:pt x="161" y="190"/>
                  </a:lnTo>
                  <a:lnTo>
                    <a:pt x="161" y="192"/>
                  </a:lnTo>
                  <a:lnTo>
                    <a:pt x="159" y="192"/>
                  </a:lnTo>
                  <a:lnTo>
                    <a:pt x="159" y="192"/>
                  </a:lnTo>
                  <a:lnTo>
                    <a:pt x="159" y="192"/>
                  </a:lnTo>
                  <a:lnTo>
                    <a:pt x="159" y="192"/>
                  </a:lnTo>
                  <a:lnTo>
                    <a:pt x="161" y="192"/>
                  </a:lnTo>
                  <a:lnTo>
                    <a:pt x="161" y="192"/>
                  </a:lnTo>
                  <a:lnTo>
                    <a:pt x="161" y="194"/>
                  </a:lnTo>
                  <a:lnTo>
                    <a:pt x="161" y="194"/>
                  </a:lnTo>
                  <a:lnTo>
                    <a:pt x="161" y="197"/>
                  </a:lnTo>
                  <a:lnTo>
                    <a:pt x="161" y="197"/>
                  </a:lnTo>
                  <a:lnTo>
                    <a:pt x="161" y="197"/>
                  </a:lnTo>
                  <a:lnTo>
                    <a:pt x="161" y="197"/>
                  </a:lnTo>
                  <a:lnTo>
                    <a:pt x="161" y="197"/>
                  </a:lnTo>
                  <a:lnTo>
                    <a:pt x="161" y="194"/>
                  </a:lnTo>
                  <a:lnTo>
                    <a:pt x="163" y="194"/>
                  </a:lnTo>
                  <a:lnTo>
                    <a:pt x="163" y="194"/>
                  </a:lnTo>
                  <a:lnTo>
                    <a:pt x="163" y="197"/>
                  </a:lnTo>
                  <a:lnTo>
                    <a:pt x="163" y="197"/>
                  </a:lnTo>
                  <a:lnTo>
                    <a:pt x="163" y="199"/>
                  </a:lnTo>
                  <a:lnTo>
                    <a:pt x="163" y="199"/>
                  </a:lnTo>
                  <a:lnTo>
                    <a:pt x="163" y="199"/>
                  </a:lnTo>
                  <a:lnTo>
                    <a:pt x="163" y="202"/>
                  </a:lnTo>
                  <a:lnTo>
                    <a:pt x="163" y="202"/>
                  </a:lnTo>
                  <a:lnTo>
                    <a:pt x="163" y="204"/>
                  </a:lnTo>
                  <a:lnTo>
                    <a:pt x="163" y="204"/>
                  </a:lnTo>
                  <a:lnTo>
                    <a:pt x="161" y="204"/>
                  </a:lnTo>
                  <a:lnTo>
                    <a:pt x="161" y="204"/>
                  </a:lnTo>
                  <a:lnTo>
                    <a:pt x="161" y="206"/>
                  </a:lnTo>
                  <a:lnTo>
                    <a:pt x="161" y="206"/>
                  </a:lnTo>
                  <a:lnTo>
                    <a:pt x="161" y="206"/>
                  </a:lnTo>
                  <a:lnTo>
                    <a:pt x="161" y="206"/>
                  </a:lnTo>
                  <a:lnTo>
                    <a:pt x="161" y="209"/>
                  </a:lnTo>
                  <a:lnTo>
                    <a:pt x="161" y="209"/>
                  </a:lnTo>
                  <a:lnTo>
                    <a:pt x="161" y="209"/>
                  </a:lnTo>
                  <a:lnTo>
                    <a:pt x="161" y="211"/>
                  </a:lnTo>
                  <a:lnTo>
                    <a:pt x="161" y="211"/>
                  </a:lnTo>
                  <a:lnTo>
                    <a:pt x="161" y="211"/>
                  </a:lnTo>
                  <a:lnTo>
                    <a:pt x="159" y="211"/>
                  </a:lnTo>
                  <a:lnTo>
                    <a:pt x="159" y="213"/>
                  </a:lnTo>
                  <a:lnTo>
                    <a:pt x="159" y="213"/>
                  </a:lnTo>
                  <a:lnTo>
                    <a:pt x="159" y="213"/>
                  </a:lnTo>
                  <a:lnTo>
                    <a:pt x="159" y="213"/>
                  </a:lnTo>
                  <a:lnTo>
                    <a:pt x="159" y="213"/>
                  </a:lnTo>
                  <a:lnTo>
                    <a:pt x="159" y="216"/>
                  </a:lnTo>
                  <a:lnTo>
                    <a:pt x="159" y="216"/>
                  </a:lnTo>
                  <a:lnTo>
                    <a:pt x="159" y="216"/>
                  </a:lnTo>
                  <a:lnTo>
                    <a:pt x="159" y="213"/>
                  </a:lnTo>
                  <a:lnTo>
                    <a:pt x="156" y="213"/>
                  </a:lnTo>
                  <a:lnTo>
                    <a:pt x="156" y="216"/>
                  </a:lnTo>
                  <a:lnTo>
                    <a:pt x="156" y="216"/>
                  </a:lnTo>
                  <a:lnTo>
                    <a:pt x="154" y="216"/>
                  </a:lnTo>
                  <a:lnTo>
                    <a:pt x="154" y="216"/>
                  </a:lnTo>
                  <a:lnTo>
                    <a:pt x="154" y="213"/>
                  </a:lnTo>
                  <a:lnTo>
                    <a:pt x="154" y="213"/>
                  </a:lnTo>
                  <a:lnTo>
                    <a:pt x="154" y="213"/>
                  </a:lnTo>
                  <a:lnTo>
                    <a:pt x="154" y="213"/>
                  </a:lnTo>
                  <a:lnTo>
                    <a:pt x="154" y="211"/>
                  </a:lnTo>
                  <a:lnTo>
                    <a:pt x="154" y="211"/>
                  </a:lnTo>
                  <a:lnTo>
                    <a:pt x="154" y="209"/>
                  </a:lnTo>
                  <a:lnTo>
                    <a:pt x="154" y="209"/>
                  </a:lnTo>
                  <a:lnTo>
                    <a:pt x="154" y="206"/>
                  </a:lnTo>
                  <a:lnTo>
                    <a:pt x="154" y="206"/>
                  </a:lnTo>
                  <a:lnTo>
                    <a:pt x="154" y="206"/>
                  </a:lnTo>
                  <a:lnTo>
                    <a:pt x="154" y="204"/>
                  </a:lnTo>
                  <a:lnTo>
                    <a:pt x="154" y="204"/>
                  </a:lnTo>
                  <a:lnTo>
                    <a:pt x="154" y="204"/>
                  </a:lnTo>
                  <a:lnTo>
                    <a:pt x="154" y="204"/>
                  </a:lnTo>
                  <a:lnTo>
                    <a:pt x="152" y="204"/>
                  </a:lnTo>
                  <a:lnTo>
                    <a:pt x="152" y="204"/>
                  </a:lnTo>
                  <a:lnTo>
                    <a:pt x="152" y="204"/>
                  </a:lnTo>
                  <a:lnTo>
                    <a:pt x="152" y="204"/>
                  </a:lnTo>
                  <a:lnTo>
                    <a:pt x="152" y="204"/>
                  </a:lnTo>
                  <a:lnTo>
                    <a:pt x="149" y="204"/>
                  </a:lnTo>
                  <a:lnTo>
                    <a:pt x="149" y="204"/>
                  </a:lnTo>
                  <a:lnTo>
                    <a:pt x="149" y="206"/>
                  </a:lnTo>
                  <a:lnTo>
                    <a:pt x="147" y="206"/>
                  </a:lnTo>
                  <a:lnTo>
                    <a:pt x="147" y="206"/>
                  </a:lnTo>
                  <a:lnTo>
                    <a:pt x="147" y="206"/>
                  </a:lnTo>
                  <a:lnTo>
                    <a:pt x="147" y="206"/>
                  </a:lnTo>
                  <a:lnTo>
                    <a:pt x="144" y="206"/>
                  </a:lnTo>
                  <a:lnTo>
                    <a:pt x="144" y="209"/>
                  </a:lnTo>
                  <a:lnTo>
                    <a:pt x="144" y="209"/>
                  </a:lnTo>
                  <a:lnTo>
                    <a:pt x="144" y="209"/>
                  </a:lnTo>
                  <a:lnTo>
                    <a:pt x="142" y="209"/>
                  </a:lnTo>
                  <a:lnTo>
                    <a:pt x="142" y="209"/>
                  </a:lnTo>
                  <a:lnTo>
                    <a:pt x="142" y="209"/>
                  </a:lnTo>
                  <a:lnTo>
                    <a:pt x="140" y="209"/>
                  </a:lnTo>
                  <a:lnTo>
                    <a:pt x="140" y="211"/>
                  </a:lnTo>
                  <a:lnTo>
                    <a:pt x="140" y="211"/>
                  </a:lnTo>
                  <a:lnTo>
                    <a:pt x="140" y="211"/>
                  </a:lnTo>
                  <a:lnTo>
                    <a:pt x="137" y="211"/>
                  </a:lnTo>
                  <a:lnTo>
                    <a:pt x="137" y="211"/>
                  </a:lnTo>
                  <a:lnTo>
                    <a:pt x="137" y="211"/>
                  </a:lnTo>
                  <a:lnTo>
                    <a:pt x="137" y="211"/>
                  </a:lnTo>
                  <a:lnTo>
                    <a:pt x="137" y="213"/>
                  </a:lnTo>
                  <a:lnTo>
                    <a:pt x="135" y="213"/>
                  </a:lnTo>
                  <a:lnTo>
                    <a:pt x="135" y="213"/>
                  </a:lnTo>
                  <a:lnTo>
                    <a:pt x="133" y="213"/>
                  </a:lnTo>
                  <a:lnTo>
                    <a:pt x="133" y="213"/>
                  </a:lnTo>
                  <a:lnTo>
                    <a:pt x="133" y="213"/>
                  </a:lnTo>
                  <a:lnTo>
                    <a:pt x="133" y="213"/>
                  </a:lnTo>
                  <a:lnTo>
                    <a:pt x="133" y="213"/>
                  </a:lnTo>
                  <a:lnTo>
                    <a:pt x="130" y="213"/>
                  </a:lnTo>
                  <a:lnTo>
                    <a:pt x="130" y="213"/>
                  </a:lnTo>
                  <a:lnTo>
                    <a:pt x="130" y="216"/>
                  </a:lnTo>
                  <a:lnTo>
                    <a:pt x="128" y="216"/>
                  </a:lnTo>
                  <a:lnTo>
                    <a:pt x="128" y="216"/>
                  </a:lnTo>
                  <a:lnTo>
                    <a:pt x="128" y="216"/>
                  </a:lnTo>
                  <a:lnTo>
                    <a:pt x="128" y="216"/>
                  </a:lnTo>
                  <a:lnTo>
                    <a:pt x="128" y="218"/>
                  </a:lnTo>
                  <a:lnTo>
                    <a:pt x="126" y="218"/>
                  </a:lnTo>
                  <a:lnTo>
                    <a:pt x="126" y="218"/>
                  </a:lnTo>
                  <a:lnTo>
                    <a:pt x="126" y="218"/>
                  </a:lnTo>
                  <a:lnTo>
                    <a:pt x="126" y="216"/>
                  </a:lnTo>
                  <a:lnTo>
                    <a:pt x="123" y="216"/>
                  </a:lnTo>
                  <a:lnTo>
                    <a:pt x="123" y="216"/>
                  </a:lnTo>
                  <a:lnTo>
                    <a:pt x="126" y="216"/>
                  </a:lnTo>
                  <a:lnTo>
                    <a:pt x="126" y="213"/>
                  </a:lnTo>
                  <a:lnTo>
                    <a:pt x="126" y="213"/>
                  </a:lnTo>
                  <a:lnTo>
                    <a:pt x="126" y="213"/>
                  </a:lnTo>
                  <a:lnTo>
                    <a:pt x="126" y="211"/>
                  </a:lnTo>
                  <a:lnTo>
                    <a:pt x="123" y="211"/>
                  </a:lnTo>
                  <a:lnTo>
                    <a:pt x="123" y="211"/>
                  </a:lnTo>
                  <a:lnTo>
                    <a:pt x="123" y="209"/>
                  </a:lnTo>
                  <a:lnTo>
                    <a:pt x="123" y="209"/>
                  </a:lnTo>
                  <a:lnTo>
                    <a:pt x="123" y="206"/>
                  </a:lnTo>
                  <a:lnTo>
                    <a:pt x="123" y="206"/>
                  </a:lnTo>
                  <a:lnTo>
                    <a:pt x="123" y="204"/>
                  </a:lnTo>
                  <a:lnTo>
                    <a:pt x="123" y="204"/>
                  </a:lnTo>
                  <a:lnTo>
                    <a:pt x="123" y="204"/>
                  </a:lnTo>
                  <a:lnTo>
                    <a:pt x="123" y="204"/>
                  </a:lnTo>
                  <a:lnTo>
                    <a:pt x="123" y="202"/>
                  </a:lnTo>
                  <a:lnTo>
                    <a:pt x="121" y="202"/>
                  </a:lnTo>
                  <a:lnTo>
                    <a:pt x="121" y="202"/>
                  </a:lnTo>
                  <a:lnTo>
                    <a:pt x="121" y="202"/>
                  </a:lnTo>
                  <a:lnTo>
                    <a:pt x="121" y="202"/>
                  </a:lnTo>
                  <a:lnTo>
                    <a:pt x="121" y="199"/>
                  </a:lnTo>
                  <a:lnTo>
                    <a:pt x="118" y="199"/>
                  </a:lnTo>
                  <a:lnTo>
                    <a:pt x="118" y="199"/>
                  </a:lnTo>
                  <a:lnTo>
                    <a:pt x="118" y="199"/>
                  </a:lnTo>
                  <a:lnTo>
                    <a:pt x="118" y="199"/>
                  </a:lnTo>
                  <a:lnTo>
                    <a:pt x="116" y="199"/>
                  </a:lnTo>
                  <a:lnTo>
                    <a:pt x="116" y="197"/>
                  </a:lnTo>
                  <a:lnTo>
                    <a:pt x="116" y="197"/>
                  </a:lnTo>
                  <a:lnTo>
                    <a:pt x="114" y="197"/>
                  </a:lnTo>
                  <a:lnTo>
                    <a:pt x="114" y="197"/>
                  </a:lnTo>
                  <a:lnTo>
                    <a:pt x="114" y="197"/>
                  </a:lnTo>
                  <a:lnTo>
                    <a:pt x="114" y="197"/>
                  </a:lnTo>
                  <a:lnTo>
                    <a:pt x="111" y="197"/>
                  </a:lnTo>
                  <a:lnTo>
                    <a:pt x="111" y="197"/>
                  </a:lnTo>
                  <a:lnTo>
                    <a:pt x="111" y="197"/>
                  </a:lnTo>
                  <a:lnTo>
                    <a:pt x="111" y="197"/>
                  </a:lnTo>
                  <a:lnTo>
                    <a:pt x="109" y="197"/>
                  </a:lnTo>
                  <a:lnTo>
                    <a:pt x="109" y="197"/>
                  </a:lnTo>
                  <a:lnTo>
                    <a:pt x="109" y="199"/>
                  </a:lnTo>
                  <a:lnTo>
                    <a:pt x="107" y="199"/>
                  </a:lnTo>
                  <a:lnTo>
                    <a:pt x="107" y="199"/>
                  </a:lnTo>
                  <a:lnTo>
                    <a:pt x="107" y="199"/>
                  </a:lnTo>
                  <a:lnTo>
                    <a:pt x="107" y="199"/>
                  </a:lnTo>
                  <a:lnTo>
                    <a:pt x="104" y="199"/>
                  </a:lnTo>
                  <a:lnTo>
                    <a:pt x="104" y="199"/>
                  </a:lnTo>
                  <a:lnTo>
                    <a:pt x="104" y="199"/>
                  </a:lnTo>
                  <a:lnTo>
                    <a:pt x="102" y="199"/>
                  </a:lnTo>
                  <a:lnTo>
                    <a:pt x="102" y="199"/>
                  </a:lnTo>
                  <a:lnTo>
                    <a:pt x="102" y="199"/>
                  </a:lnTo>
                  <a:lnTo>
                    <a:pt x="102" y="197"/>
                  </a:lnTo>
                  <a:lnTo>
                    <a:pt x="102" y="197"/>
                  </a:lnTo>
                  <a:lnTo>
                    <a:pt x="102" y="197"/>
                  </a:lnTo>
                  <a:lnTo>
                    <a:pt x="102" y="194"/>
                  </a:lnTo>
                  <a:lnTo>
                    <a:pt x="104" y="194"/>
                  </a:lnTo>
                  <a:lnTo>
                    <a:pt x="104" y="194"/>
                  </a:lnTo>
                  <a:lnTo>
                    <a:pt x="102" y="194"/>
                  </a:lnTo>
                  <a:lnTo>
                    <a:pt x="102" y="192"/>
                  </a:lnTo>
                  <a:lnTo>
                    <a:pt x="102" y="192"/>
                  </a:lnTo>
                  <a:lnTo>
                    <a:pt x="102" y="192"/>
                  </a:lnTo>
                  <a:lnTo>
                    <a:pt x="102" y="192"/>
                  </a:lnTo>
                  <a:lnTo>
                    <a:pt x="100" y="192"/>
                  </a:lnTo>
                  <a:lnTo>
                    <a:pt x="100" y="192"/>
                  </a:lnTo>
                  <a:lnTo>
                    <a:pt x="100" y="192"/>
                  </a:lnTo>
                  <a:lnTo>
                    <a:pt x="100" y="192"/>
                  </a:lnTo>
                  <a:lnTo>
                    <a:pt x="100" y="192"/>
                  </a:lnTo>
                  <a:lnTo>
                    <a:pt x="100" y="194"/>
                  </a:lnTo>
                  <a:lnTo>
                    <a:pt x="100" y="194"/>
                  </a:lnTo>
                  <a:lnTo>
                    <a:pt x="97" y="194"/>
                  </a:lnTo>
                  <a:lnTo>
                    <a:pt x="97" y="194"/>
                  </a:lnTo>
                  <a:lnTo>
                    <a:pt x="97" y="194"/>
                  </a:lnTo>
                  <a:lnTo>
                    <a:pt x="95" y="194"/>
                  </a:lnTo>
                  <a:lnTo>
                    <a:pt x="95" y="192"/>
                  </a:lnTo>
                  <a:lnTo>
                    <a:pt x="95" y="192"/>
                  </a:lnTo>
                  <a:lnTo>
                    <a:pt x="95" y="192"/>
                  </a:lnTo>
                  <a:lnTo>
                    <a:pt x="95" y="192"/>
                  </a:lnTo>
                  <a:lnTo>
                    <a:pt x="95" y="192"/>
                  </a:lnTo>
                  <a:lnTo>
                    <a:pt x="92" y="192"/>
                  </a:lnTo>
                  <a:lnTo>
                    <a:pt x="92" y="190"/>
                  </a:lnTo>
                  <a:lnTo>
                    <a:pt x="92" y="190"/>
                  </a:lnTo>
                  <a:lnTo>
                    <a:pt x="92" y="190"/>
                  </a:lnTo>
                  <a:lnTo>
                    <a:pt x="92" y="190"/>
                  </a:lnTo>
                  <a:lnTo>
                    <a:pt x="92" y="187"/>
                  </a:lnTo>
                  <a:lnTo>
                    <a:pt x="90" y="187"/>
                  </a:lnTo>
                  <a:lnTo>
                    <a:pt x="90" y="190"/>
                  </a:lnTo>
                  <a:lnTo>
                    <a:pt x="90" y="190"/>
                  </a:lnTo>
                  <a:lnTo>
                    <a:pt x="90" y="190"/>
                  </a:lnTo>
                  <a:lnTo>
                    <a:pt x="90" y="190"/>
                  </a:lnTo>
                  <a:lnTo>
                    <a:pt x="90" y="192"/>
                  </a:lnTo>
                  <a:lnTo>
                    <a:pt x="90" y="192"/>
                  </a:lnTo>
                  <a:lnTo>
                    <a:pt x="90" y="192"/>
                  </a:lnTo>
                  <a:lnTo>
                    <a:pt x="90" y="192"/>
                  </a:lnTo>
                  <a:lnTo>
                    <a:pt x="88" y="192"/>
                  </a:lnTo>
                  <a:lnTo>
                    <a:pt x="88" y="192"/>
                  </a:lnTo>
                  <a:lnTo>
                    <a:pt x="88" y="194"/>
                  </a:lnTo>
                  <a:lnTo>
                    <a:pt x="88" y="194"/>
                  </a:lnTo>
                  <a:lnTo>
                    <a:pt x="85" y="194"/>
                  </a:lnTo>
                  <a:lnTo>
                    <a:pt x="85" y="194"/>
                  </a:lnTo>
                  <a:lnTo>
                    <a:pt x="85" y="194"/>
                  </a:lnTo>
                  <a:lnTo>
                    <a:pt x="85" y="194"/>
                  </a:lnTo>
                  <a:lnTo>
                    <a:pt x="85" y="197"/>
                  </a:lnTo>
                  <a:lnTo>
                    <a:pt x="83" y="197"/>
                  </a:lnTo>
                  <a:lnTo>
                    <a:pt x="83" y="197"/>
                  </a:lnTo>
                  <a:lnTo>
                    <a:pt x="83" y="197"/>
                  </a:lnTo>
                  <a:lnTo>
                    <a:pt x="81" y="197"/>
                  </a:lnTo>
                  <a:lnTo>
                    <a:pt x="81" y="199"/>
                  </a:lnTo>
                  <a:lnTo>
                    <a:pt x="81" y="199"/>
                  </a:lnTo>
                  <a:lnTo>
                    <a:pt x="81" y="199"/>
                  </a:lnTo>
                  <a:lnTo>
                    <a:pt x="81" y="202"/>
                  </a:lnTo>
                  <a:lnTo>
                    <a:pt x="81" y="202"/>
                  </a:lnTo>
                  <a:lnTo>
                    <a:pt x="81" y="199"/>
                  </a:lnTo>
                  <a:lnTo>
                    <a:pt x="81" y="199"/>
                  </a:lnTo>
                  <a:lnTo>
                    <a:pt x="78" y="199"/>
                  </a:lnTo>
                  <a:lnTo>
                    <a:pt x="78" y="199"/>
                  </a:lnTo>
                  <a:lnTo>
                    <a:pt x="78" y="197"/>
                  </a:lnTo>
                  <a:lnTo>
                    <a:pt x="78" y="197"/>
                  </a:lnTo>
                  <a:lnTo>
                    <a:pt x="78" y="197"/>
                  </a:lnTo>
                  <a:lnTo>
                    <a:pt x="76" y="197"/>
                  </a:lnTo>
                  <a:lnTo>
                    <a:pt x="76" y="197"/>
                  </a:lnTo>
                  <a:lnTo>
                    <a:pt x="76" y="194"/>
                  </a:lnTo>
                  <a:lnTo>
                    <a:pt x="73" y="194"/>
                  </a:lnTo>
                  <a:lnTo>
                    <a:pt x="73" y="194"/>
                  </a:lnTo>
                  <a:lnTo>
                    <a:pt x="73" y="194"/>
                  </a:lnTo>
                  <a:lnTo>
                    <a:pt x="73" y="197"/>
                  </a:lnTo>
                  <a:lnTo>
                    <a:pt x="71" y="197"/>
                  </a:lnTo>
                  <a:lnTo>
                    <a:pt x="71" y="197"/>
                  </a:lnTo>
                  <a:lnTo>
                    <a:pt x="71" y="197"/>
                  </a:lnTo>
                  <a:lnTo>
                    <a:pt x="71" y="197"/>
                  </a:lnTo>
                  <a:lnTo>
                    <a:pt x="71" y="199"/>
                  </a:lnTo>
                  <a:lnTo>
                    <a:pt x="69" y="199"/>
                  </a:lnTo>
                  <a:lnTo>
                    <a:pt x="69" y="199"/>
                  </a:lnTo>
                  <a:lnTo>
                    <a:pt x="69" y="199"/>
                  </a:lnTo>
                  <a:lnTo>
                    <a:pt x="69" y="202"/>
                  </a:lnTo>
                  <a:lnTo>
                    <a:pt x="66" y="202"/>
                  </a:lnTo>
                  <a:lnTo>
                    <a:pt x="66" y="202"/>
                  </a:lnTo>
                  <a:lnTo>
                    <a:pt x="66" y="202"/>
                  </a:lnTo>
                  <a:lnTo>
                    <a:pt x="66" y="202"/>
                  </a:lnTo>
                  <a:lnTo>
                    <a:pt x="64" y="202"/>
                  </a:lnTo>
                  <a:lnTo>
                    <a:pt x="64" y="202"/>
                  </a:lnTo>
                  <a:lnTo>
                    <a:pt x="64" y="202"/>
                  </a:lnTo>
                  <a:lnTo>
                    <a:pt x="64" y="202"/>
                  </a:lnTo>
                  <a:lnTo>
                    <a:pt x="64" y="199"/>
                  </a:lnTo>
                  <a:lnTo>
                    <a:pt x="64" y="199"/>
                  </a:lnTo>
                  <a:lnTo>
                    <a:pt x="64" y="197"/>
                  </a:lnTo>
                  <a:lnTo>
                    <a:pt x="62" y="197"/>
                  </a:lnTo>
                  <a:lnTo>
                    <a:pt x="62" y="197"/>
                  </a:lnTo>
                  <a:lnTo>
                    <a:pt x="64" y="197"/>
                  </a:lnTo>
                  <a:lnTo>
                    <a:pt x="64" y="194"/>
                  </a:lnTo>
                  <a:lnTo>
                    <a:pt x="64" y="194"/>
                  </a:lnTo>
                  <a:lnTo>
                    <a:pt x="64" y="194"/>
                  </a:lnTo>
                  <a:lnTo>
                    <a:pt x="64" y="192"/>
                  </a:lnTo>
                  <a:lnTo>
                    <a:pt x="64" y="192"/>
                  </a:lnTo>
                  <a:lnTo>
                    <a:pt x="64" y="192"/>
                  </a:lnTo>
                  <a:lnTo>
                    <a:pt x="64" y="190"/>
                  </a:lnTo>
                  <a:lnTo>
                    <a:pt x="64" y="190"/>
                  </a:lnTo>
                  <a:lnTo>
                    <a:pt x="64" y="187"/>
                  </a:lnTo>
                  <a:lnTo>
                    <a:pt x="64" y="187"/>
                  </a:lnTo>
                  <a:lnTo>
                    <a:pt x="64" y="187"/>
                  </a:lnTo>
                  <a:lnTo>
                    <a:pt x="64" y="185"/>
                  </a:lnTo>
                  <a:lnTo>
                    <a:pt x="64" y="185"/>
                  </a:lnTo>
                  <a:lnTo>
                    <a:pt x="62" y="185"/>
                  </a:lnTo>
                  <a:lnTo>
                    <a:pt x="62" y="185"/>
                  </a:lnTo>
                  <a:lnTo>
                    <a:pt x="62" y="185"/>
                  </a:lnTo>
                  <a:lnTo>
                    <a:pt x="62" y="187"/>
                  </a:lnTo>
                  <a:lnTo>
                    <a:pt x="59" y="187"/>
                  </a:lnTo>
                  <a:lnTo>
                    <a:pt x="59" y="187"/>
                  </a:lnTo>
                  <a:lnTo>
                    <a:pt x="59" y="190"/>
                  </a:lnTo>
                  <a:lnTo>
                    <a:pt x="59" y="190"/>
                  </a:lnTo>
                  <a:lnTo>
                    <a:pt x="59" y="190"/>
                  </a:lnTo>
                  <a:lnTo>
                    <a:pt x="59" y="190"/>
                  </a:lnTo>
                  <a:lnTo>
                    <a:pt x="59" y="190"/>
                  </a:lnTo>
                  <a:lnTo>
                    <a:pt x="59" y="187"/>
                  </a:lnTo>
                  <a:lnTo>
                    <a:pt x="57" y="187"/>
                  </a:lnTo>
                  <a:lnTo>
                    <a:pt x="57" y="187"/>
                  </a:lnTo>
                  <a:lnTo>
                    <a:pt x="57" y="187"/>
                  </a:lnTo>
                  <a:lnTo>
                    <a:pt x="57" y="185"/>
                  </a:lnTo>
                  <a:lnTo>
                    <a:pt x="55" y="185"/>
                  </a:lnTo>
                  <a:lnTo>
                    <a:pt x="55" y="185"/>
                  </a:lnTo>
                  <a:lnTo>
                    <a:pt x="55" y="185"/>
                  </a:lnTo>
                  <a:lnTo>
                    <a:pt x="52" y="185"/>
                  </a:lnTo>
                  <a:lnTo>
                    <a:pt x="52" y="187"/>
                  </a:lnTo>
                  <a:lnTo>
                    <a:pt x="52" y="187"/>
                  </a:lnTo>
                  <a:lnTo>
                    <a:pt x="52" y="187"/>
                  </a:lnTo>
                  <a:lnTo>
                    <a:pt x="52" y="187"/>
                  </a:lnTo>
                  <a:lnTo>
                    <a:pt x="50" y="187"/>
                  </a:lnTo>
                  <a:lnTo>
                    <a:pt x="50" y="187"/>
                  </a:lnTo>
                  <a:lnTo>
                    <a:pt x="47" y="187"/>
                  </a:lnTo>
                  <a:lnTo>
                    <a:pt x="47" y="190"/>
                  </a:lnTo>
                  <a:lnTo>
                    <a:pt x="47" y="190"/>
                  </a:lnTo>
                  <a:lnTo>
                    <a:pt x="47" y="190"/>
                  </a:lnTo>
                  <a:lnTo>
                    <a:pt x="45" y="190"/>
                  </a:lnTo>
                  <a:lnTo>
                    <a:pt x="45" y="190"/>
                  </a:lnTo>
                  <a:lnTo>
                    <a:pt x="45" y="190"/>
                  </a:lnTo>
                  <a:lnTo>
                    <a:pt x="45" y="187"/>
                  </a:lnTo>
                  <a:lnTo>
                    <a:pt x="43" y="187"/>
                  </a:lnTo>
                  <a:lnTo>
                    <a:pt x="43" y="187"/>
                  </a:lnTo>
                  <a:lnTo>
                    <a:pt x="43" y="187"/>
                  </a:lnTo>
                  <a:lnTo>
                    <a:pt x="40" y="187"/>
                  </a:lnTo>
                  <a:lnTo>
                    <a:pt x="40" y="187"/>
                  </a:lnTo>
                  <a:lnTo>
                    <a:pt x="40" y="187"/>
                  </a:lnTo>
                  <a:lnTo>
                    <a:pt x="40" y="187"/>
                  </a:lnTo>
                  <a:lnTo>
                    <a:pt x="38" y="187"/>
                  </a:lnTo>
                  <a:lnTo>
                    <a:pt x="38" y="187"/>
                  </a:lnTo>
                  <a:lnTo>
                    <a:pt x="38" y="187"/>
                  </a:lnTo>
                  <a:lnTo>
                    <a:pt x="38" y="185"/>
                  </a:lnTo>
                  <a:lnTo>
                    <a:pt x="38" y="185"/>
                  </a:lnTo>
                  <a:lnTo>
                    <a:pt x="38" y="185"/>
                  </a:lnTo>
                  <a:lnTo>
                    <a:pt x="38" y="185"/>
                  </a:lnTo>
                  <a:lnTo>
                    <a:pt x="38" y="183"/>
                  </a:lnTo>
                  <a:lnTo>
                    <a:pt x="38" y="183"/>
                  </a:lnTo>
                  <a:lnTo>
                    <a:pt x="36" y="183"/>
                  </a:lnTo>
                  <a:lnTo>
                    <a:pt x="36" y="185"/>
                  </a:lnTo>
                  <a:lnTo>
                    <a:pt x="36" y="185"/>
                  </a:lnTo>
                  <a:lnTo>
                    <a:pt x="33" y="185"/>
                  </a:lnTo>
                  <a:lnTo>
                    <a:pt x="33" y="185"/>
                  </a:lnTo>
                  <a:lnTo>
                    <a:pt x="33" y="185"/>
                  </a:lnTo>
                  <a:lnTo>
                    <a:pt x="33" y="187"/>
                  </a:lnTo>
                  <a:lnTo>
                    <a:pt x="33" y="187"/>
                  </a:lnTo>
                  <a:lnTo>
                    <a:pt x="31" y="187"/>
                  </a:lnTo>
                  <a:lnTo>
                    <a:pt x="31" y="187"/>
                  </a:lnTo>
                  <a:lnTo>
                    <a:pt x="31" y="185"/>
                  </a:lnTo>
                  <a:lnTo>
                    <a:pt x="31" y="185"/>
                  </a:lnTo>
                  <a:lnTo>
                    <a:pt x="29" y="185"/>
                  </a:lnTo>
                  <a:lnTo>
                    <a:pt x="29" y="185"/>
                  </a:lnTo>
                  <a:lnTo>
                    <a:pt x="29" y="185"/>
                  </a:lnTo>
                  <a:lnTo>
                    <a:pt x="29" y="183"/>
                  </a:lnTo>
                  <a:lnTo>
                    <a:pt x="29" y="183"/>
                  </a:lnTo>
                  <a:lnTo>
                    <a:pt x="29" y="183"/>
                  </a:lnTo>
                  <a:lnTo>
                    <a:pt x="31" y="183"/>
                  </a:lnTo>
                  <a:lnTo>
                    <a:pt x="31" y="183"/>
                  </a:lnTo>
                  <a:lnTo>
                    <a:pt x="31" y="183"/>
                  </a:lnTo>
                  <a:lnTo>
                    <a:pt x="31" y="183"/>
                  </a:lnTo>
                  <a:lnTo>
                    <a:pt x="31" y="180"/>
                  </a:lnTo>
                  <a:lnTo>
                    <a:pt x="31" y="180"/>
                  </a:lnTo>
                  <a:lnTo>
                    <a:pt x="31" y="178"/>
                  </a:lnTo>
                  <a:lnTo>
                    <a:pt x="29" y="178"/>
                  </a:lnTo>
                  <a:lnTo>
                    <a:pt x="29" y="178"/>
                  </a:lnTo>
                  <a:lnTo>
                    <a:pt x="29" y="180"/>
                  </a:lnTo>
                  <a:lnTo>
                    <a:pt x="29" y="180"/>
                  </a:lnTo>
                  <a:lnTo>
                    <a:pt x="29" y="183"/>
                  </a:lnTo>
                  <a:lnTo>
                    <a:pt x="26" y="183"/>
                  </a:lnTo>
                  <a:lnTo>
                    <a:pt x="26" y="183"/>
                  </a:lnTo>
                  <a:lnTo>
                    <a:pt x="26" y="183"/>
                  </a:lnTo>
                  <a:lnTo>
                    <a:pt x="26" y="183"/>
                  </a:lnTo>
                  <a:lnTo>
                    <a:pt x="26" y="183"/>
                  </a:lnTo>
                  <a:lnTo>
                    <a:pt x="26" y="180"/>
                  </a:lnTo>
                  <a:lnTo>
                    <a:pt x="26" y="180"/>
                  </a:lnTo>
                  <a:lnTo>
                    <a:pt x="26" y="180"/>
                  </a:lnTo>
                  <a:lnTo>
                    <a:pt x="26" y="178"/>
                  </a:lnTo>
                  <a:lnTo>
                    <a:pt x="26" y="178"/>
                  </a:lnTo>
                  <a:lnTo>
                    <a:pt x="26" y="178"/>
                  </a:lnTo>
                  <a:lnTo>
                    <a:pt x="29" y="178"/>
                  </a:lnTo>
                  <a:lnTo>
                    <a:pt x="29" y="176"/>
                  </a:lnTo>
                  <a:lnTo>
                    <a:pt x="29" y="176"/>
                  </a:lnTo>
                  <a:lnTo>
                    <a:pt x="29" y="176"/>
                  </a:lnTo>
                  <a:lnTo>
                    <a:pt x="29" y="173"/>
                  </a:lnTo>
                  <a:lnTo>
                    <a:pt x="29" y="173"/>
                  </a:lnTo>
                  <a:lnTo>
                    <a:pt x="29" y="173"/>
                  </a:lnTo>
                  <a:lnTo>
                    <a:pt x="29" y="173"/>
                  </a:lnTo>
                  <a:lnTo>
                    <a:pt x="29" y="171"/>
                  </a:lnTo>
                  <a:lnTo>
                    <a:pt x="29" y="171"/>
                  </a:lnTo>
                  <a:lnTo>
                    <a:pt x="26" y="171"/>
                  </a:lnTo>
                  <a:lnTo>
                    <a:pt x="26" y="168"/>
                  </a:lnTo>
                  <a:lnTo>
                    <a:pt x="26" y="168"/>
                  </a:lnTo>
                  <a:lnTo>
                    <a:pt x="26" y="168"/>
                  </a:lnTo>
                  <a:lnTo>
                    <a:pt x="26" y="166"/>
                  </a:lnTo>
                  <a:lnTo>
                    <a:pt x="26" y="166"/>
                  </a:lnTo>
                  <a:lnTo>
                    <a:pt x="26" y="166"/>
                  </a:lnTo>
                  <a:lnTo>
                    <a:pt x="26" y="164"/>
                  </a:lnTo>
                  <a:lnTo>
                    <a:pt x="26" y="164"/>
                  </a:lnTo>
                  <a:lnTo>
                    <a:pt x="26" y="164"/>
                  </a:lnTo>
                  <a:lnTo>
                    <a:pt x="26" y="161"/>
                  </a:lnTo>
                  <a:lnTo>
                    <a:pt x="26" y="161"/>
                  </a:lnTo>
                  <a:lnTo>
                    <a:pt x="26" y="161"/>
                  </a:lnTo>
                  <a:lnTo>
                    <a:pt x="26" y="161"/>
                  </a:lnTo>
                  <a:lnTo>
                    <a:pt x="26" y="159"/>
                  </a:lnTo>
                  <a:lnTo>
                    <a:pt x="24" y="159"/>
                  </a:lnTo>
                  <a:lnTo>
                    <a:pt x="24" y="159"/>
                  </a:lnTo>
                  <a:lnTo>
                    <a:pt x="24" y="159"/>
                  </a:lnTo>
                  <a:lnTo>
                    <a:pt x="21" y="159"/>
                  </a:lnTo>
                  <a:lnTo>
                    <a:pt x="21" y="157"/>
                  </a:lnTo>
                  <a:lnTo>
                    <a:pt x="21" y="157"/>
                  </a:lnTo>
                  <a:lnTo>
                    <a:pt x="21" y="154"/>
                  </a:lnTo>
                  <a:lnTo>
                    <a:pt x="24" y="154"/>
                  </a:lnTo>
                  <a:lnTo>
                    <a:pt x="24" y="154"/>
                  </a:lnTo>
                  <a:lnTo>
                    <a:pt x="24" y="154"/>
                  </a:lnTo>
                  <a:lnTo>
                    <a:pt x="26" y="154"/>
                  </a:lnTo>
                  <a:lnTo>
                    <a:pt x="26" y="154"/>
                  </a:lnTo>
                  <a:lnTo>
                    <a:pt x="26" y="152"/>
                  </a:lnTo>
                  <a:lnTo>
                    <a:pt x="26" y="152"/>
                  </a:lnTo>
                  <a:lnTo>
                    <a:pt x="26" y="149"/>
                  </a:lnTo>
                  <a:lnTo>
                    <a:pt x="26" y="149"/>
                  </a:lnTo>
                  <a:lnTo>
                    <a:pt x="26" y="147"/>
                  </a:lnTo>
                  <a:lnTo>
                    <a:pt x="26" y="147"/>
                  </a:lnTo>
                  <a:lnTo>
                    <a:pt x="26" y="147"/>
                  </a:lnTo>
                  <a:lnTo>
                    <a:pt x="26" y="145"/>
                  </a:lnTo>
                  <a:lnTo>
                    <a:pt x="26" y="145"/>
                  </a:lnTo>
                  <a:lnTo>
                    <a:pt x="26" y="145"/>
                  </a:lnTo>
                  <a:lnTo>
                    <a:pt x="26" y="145"/>
                  </a:lnTo>
                  <a:lnTo>
                    <a:pt x="24" y="145"/>
                  </a:lnTo>
                  <a:lnTo>
                    <a:pt x="24" y="145"/>
                  </a:lnTo>
                  <a:lnTo>
                    <a:pt x="24" y="142"/>
                  </a:lnTo>
                  <a:lnTo>
                    <a:pt x="21" y="142"/>
                  </a:lnTo>
                  <a:lnTo>
                    <a:pt x="21" y="142"/>
                  </a:lnTo>
                  <a:lnTo>
                    <a:pt x="21" y="140"/>
                  </a:lnTo>
                  <a:lnTo>
                    <a:pt x="24" y="140"/>
                  </a:lnTo>
                  <a:lnTo>
                    <a:pt x="24" y="140"/>
                  </a:lnTo>
                  <a:lnTo>
                    <a:pt x="21" y="140"/>
                  </a:lnTo>
                  <a:lnTo>
                    <a:pt x="21" y="140"/>
                  </a:lnTo>
                  <a:lnTo>
                    <a:pt x="21" y="140"/>
                  </a:lnTo>
                  <a:lnTo>
                    <a:pt x="21" y="140"/>
                  </a:lnTo>
                  <a:lnTo>
                    <a:pt x="19" y="140"/>
                  </a:lnTo>
                  <a:lnTo>
                    <a:pt x="19" y="142"/>
                  </a:lnTo>
                  <a:lnTo>
                    <a:pt x="19" y="142"/>
                  </a:lnTo>
                  <a:lnTo>
                    <a:pt x="19" y="142"/>
                  </a:lnTo>
                  <a:lnTo>
                    <a:pt x="19" y="142"/>
                  </a:lnTo>
                  <a:lnTo>
                    <a:pt x="17" y="142"/>
                  </a:lnTo>
                  <a:lnTo>
                    <a:pt x="17" y="145"/>
                  </a:lnTo>
                  <a:lnTo>
                    <a:pt x="17" y="145"/>
                  </a:lnTo>
                  <a:lnTo>
                    <a:pt x="14" y="145"/>
                  </a:lnTo>
                  <a:lnTo>
                    <a:pt x="14" y="145"/>
                  </a:lnTo>
                  <a:lnTo>
                    <a:pt x="14" y="145"/>
                  </a:lnTo>
                  <a:lnTo>
                    <a:pt x="14" y="145"/>
                  </a:lnTo>
                  <a:lnTo>
                    <a:pt x="12" y="145"/>
                  </a:lnTo>
                  <a:lnTo>
                    <a:pt x="12" y="145"/>
                  </a:lnTo>
                  <a:lnTo>
                    <a:pt x="12" y="145"/>
                  </a:lnTo>
                  <a:lnTo>
                    <a:pt x="12" y="142"/>
                  </a:lnTo>
                  <a:lnTo>
                    <a:pt x="12" y="142"/>
                  </a:lnTo>
                  <a:lnTo>
                    <a:pt x="12" y="142"/>
                  </a:lnTo>
                  <a:lnTo>
                    <a:pt x="12" y="140"/>
                  </a:lnTo>
                  <a:lnTo>
                    <a:pt x="12" y="140"/>
                  </a:lnTo>
                  <a:lnTo>
                    <a:pt x="12" y="138"/>
                  </a:lnTo>
                  <a:lnTo>
                    <a:pt x="12" y="138"/>
                  </a:lnTo>
                  <a:lnTo>
                    <a:pt x="12" y="135"/>
                  </a:lnTo>
                  <a:lnTo>
                    <a:pt x="12" y="135"/>
                  </a:lnTo>
                  <a:lnTo>
                    <a:pt x="12" y="135"/>
                  </a:lnTo>
                  <a:lnTo>
                    <a:pt x="12" y="135"/>
                  </a:lnTo>
                  <a:lnTo>
                    <a:pt x="12" y="133"/>
                  </a:lnTo>
                  <a:lnTo>
                    <a:pt x="10" y="133"/>
                  </a:lnTo>
                  <a:lnTo>
                    <a:pt x="10" y="135"/>
                  </a:lnTo>
                  <a:lnTo>
                    <a:pt x="10" y="135"/>
                  </a:lnTo>
                  <a:lnTo>
                    <a:pt x="7" y="135"/>
                  </a:lnTo>
                  <a:lnTo>
                    <a:pt x="7" y="133"/>
                  </a:lnTo>
                  <a:lnTo>
                    <a:pt x="10" y="133"/>
                  </a:lnTo>
                  <a:lnTo>
                    <a:pt x="10" y="133"/>
                  </a:lnTo>
                  <a:lnTo>
                    <a:pt x="7" y="133"/>
                  </a:lnTo>
                  <a:lnTo>
                    <a:pt x="7" y="133"/>
                  </a:lnTo>
                  <a:lnTo>
                    <a:pt x="7" y="130"/>
                  </a:lnTo>
                  <a:lnTo>
                    <a:pt x="7" y="130"/>
                  </a:lnTo>
                  <a:lnTo>
                    <a:pt x="7" y="128"/>
                  </a:lnTo>
                  <a:lnTo>
                    <a:pt x="7" y="128"/>
                  </a:lnTo>
                  <a:lnTo>
                    <a:pt x="7" y="126"/>
                  </a:lnTo>
                  <a:lnTo>
                    <a:pt x="7" y="126"/>
                  </a:lnTo>
                  <a:lnTo>
                    <a:pt x="7" y="126"/>
                  </a:lnTo>
                  <a:lnTo>
                    <a:pt x="7" y="126"/>
                  </a:lnTo>
                  <a:lnTo>
                    <a:pt x="7" y="123"/>
                  </a:lnTo>
                  <a:lnTo>
                    <a:pt x="5" y="123"/>
                  </a:lnTo>
                  <a:lnTo>
                    <a:pt x="5" y="123"/>
                  </a:lnTo>
                  <a:lnTo>
                    <a:pt x="5" y="123"/>
                  </a:lnTo>
                  <a:lnTo>
                    <a:pt x="5" y="121"/>
                  </a:lnTo>
                  <a:lnTo>
                    <a:pt x="5" y="121"/>
                  </a:lnTo>
                  <a:lnTo>
                    <a:pt x="5" y="119"/>
                  </a:lnTo>
                  <a:lnTo>
                    <a:pt x="5" y="119"/>
                  </a:lnTo>
                  <a:lnTo>
                    <a:pt x="5" y="119"/>
                  </a:lnTo>
                  <a:lnTo>
                    <a:pt x="5" y="116"/>
                  </a:lnTo>
                  <a:lnTo>
                    <a:pt x="5" y="116"/>
                  </a:lnTo>
                  <a:lnTo>
                    <a:pt x="5" y="116"/>
                  </a:lnTo>
                  <a:lnTo>
                    <a:pt x="5" y="114"/>
                  </a:lnTo>
                  <a:lnTo>
                    <a:pt x="7" y="114"/>
                  </a:lnTo>
                  <a:lnTo>
                    <a:pt x="7" y="114"/>
                  </a:lnTo>
                  <a:lnTo>
                    <a:pt x="7" y="114"/>
                  </a:lnTo>
                  <a:lnTo>
                    <a:pt x="7" y="112"/>
                  </a:lnTo>
                  <a:lnTo>
                    <a:pt x="7" y="112"/>
                  </a:lnTo>
                  <a:lnTo>
                    <a:pt x="7" y="109"/>
                  </a:lnTo>
                  <a:lnTo>
                    <a:pt x="7" y="109"/>
                  </a:lnTo>
                  <a:lnTo>
                    <a:pt x="7" y="109"/>
                  </a:lnTo>
                  <a:lnTo>
                    <a:pt x="7" y="109"/>
                  </a:lnTo>
                  <a:lnTo>
                    <a:pt x="7" y="107"/>
                  </a:lnTo>
                  <a:lnTo>
                    <a:pt x="7" y="107"/>
                  </a:lnTo>
                  <a:lnTo>
                    <a:pt x="5" y="107"/>
                  </a:lnTo>
                  <a:lnTo>
                    <a:pt x="5" y="104"/>
                  </a:lnTo>
                  <a:lnTo>
                    <a:pt x="5" y="104"/>
                  </a:lnTo>
                  <a:lnTo>
                    <a:pt x="5" y="104"/>
                  </a:lnTo>
                  <a:lnTo>
                    <a:pt x="5" y="104"/>
                  </a:lnTo>
                  <a:lnTo>
                    <a:pt x="5" y="104"/>
                  </a:lnTo>
                  <a:lnTo>
                    <a:pt x="2" y="104"/>
                  </a:lnTo>
                  <a:lnTo>
                    <a:pt x="2" y="104"/>
                  </a:lnTo>
                  <a:lnTo>
                    <a:pt x="0" y="104"/>
                  </a:lnTo>
                  <a:lnTo>
                    <a:pt x="0" y="102"/>
                  </a:lnTo>
                  <a:lnTo>
                    <a:pt x="0" y="102"/>
                  </a:lnTo>
                  <a:lnTo>
                    <a:pt x="2" y="102"/>
                  </a:lnTo>
                  <a:lnTo>
                    <a:pt x="2" y="100"/>
                  </a:lnTo>
                  <a:lnTo>
                    <a:pt x="2" y="100"/>
                  </a:lnTo>
                  <a:lnTo>
                    <a:pt x="0" y="100"/>
                  </a:lnTo>
                  <a:lnTo>
                    <a:pt x="0" y="97"/>
                  </a:lnTo>
                  <a:lnTo>
                    <a:pt x="0" y="97"/>
                  </a:lnTo>
                  <a:lnTo>
                    <a:pt x="0" y="95"/>
                  </a:lnTo>
                  <a:lnTo>
                    <a:pt x="2" y="95"/>
                  </a:lnTo>
                  <a:lnTo>
                    <a:pt x="2" y="95"/>
                  </a:lnTo>
                  <a:lnTo>
                    <a:pt x="0" y="95"/>
                  </a:lnTo>
                  <a:lnTo>
                    <a:pt x="0" y="95"/>
                  </a:lnTo>
                  <a:lnTo>
                    <a:pt x="0" y="95"/>
                  </a:lnTo>
                  <a:lnTo>
                    <a:pt x="0" y="93"/>
                  </a:lnTo>
                  <a:lnTo>
                    <a:pt x="0" y="93"/>
                  </a:lnTo>
                  <a:lnTo>
                    <a:pt x="0" y="90"/>
                  </a:lnTo>
                  <a:lnTo>
                    <a:pt x="0" y="90"/>
                  </a:lnTo>
                  <a:lnTo>
                    <a:pt x="0" y="88"/>
                  </a:lnTo>
                  <a:lnTo>
                    <a:pt x="0" y="88"/>
                  </a:lnTo>
                  <a:lnTo>
                    <a:pt x="2" y="88"/>
                  </a:lnTo>
                  <a:lnTo>
                    <a:pt x="2" y="88"/>
                  </a:lnTo>
                  <a:lnTo>
                    <a:pt x="2" y="85"/>
                  </a:lnTo>
                  <a:lnTo>
                    <a:pt x="2" y="85"/>
                  </a:lnTo>
                  <a:lnTo>
                    <a:pt x="2" y="85"/>
                  </a:lnTo>
                  <a:lnTo>
                    <a:pt x="2" y="85"/>
                  </a:lnTo>
                  <a:lnTo>
                    <a:pt x="2" y="85"/>
                  </a:lnTo>
                  <a:lnTo>
                    <a:pt x="2" y="83"/>
                  </a:lnTo>
                  <a:lnTo>
                    <a:pt x="2" y="83"/>
                  </a:lnTo>
                  <a:lnTo>
                    <a:pt x="0" y="83"/>
                  </a:lnTo>
                  <a:lnTo>
                    <a:pt x="0" y="81"/>
                  </a:lnTo>
                  <a:lnTo>
                    <a:pt x="0" y="81"/>
                  </a:lnTo>
                  <a:lnTo>
                    <a:pt x="2" y="81"/>
                  </a:lnTo>
                  <a:lnTo>
                    <a:pt x="2" y="78"/>
                  </a:lnTo>
                  <a:lnTo>
                    <a:pt x="2" y="78"/>
                  </a:lnTo>
                  <a:lnTo>
                    <a:pt x="2" y="78"/>
                  </a:lnTo>
                  <a:lnTo>
                    <a:pt x="5" y="78"/>
                  </a:lnTo>
                  <a:lnTo>
                    <a:pt x="5" y="76"/>
                  </a:lnTo>
                  <a:lnTo>
                    <a:pt x="5" y="76"/>
                  </a:lnTo>
                  <a:lnTo>
                    <a:pt x="5" y="76"/>
                  </a:lnTo>
                  <a:lnTo>
                    <a:pt x="5" y="74"/>
                  </a:lnTo>
                  <a:lnTo>
                    <a:pt x="5" y="74"/>
                  </a:lnTo>
                  <a:lnTo>
                    <a:pt x="5" y="74"/>
                  </a:lnTo>
                  <a:lnTo>
                    <a:pt x="5" y="74"/>
                  </a:lnTo>
                  <a:lnTo>
                    <a:pt x="5" y="74"/>
                  </a:lnTo>
                  <a:lnTo>
                    <a:pt x="5" y="71"/>
                  </a:lnTo>
                  <a:lnTo>
                    <a:pt x="5" y="71"/>
                  </a:lnTo>
                  <a:lnTo>
                    <a:pt x="5" y="71"/>
                  </a:lnTo>
                  <a:lnTo>
                    <a:pt x="7" y="71"/>
                  </a:lnTo>
                  <a:lnTo>
                    <a:pt x="7" y="69"/>
                  </a:lnTo>
                  <a:lnTo>
                    <a:pt x="7" y="69"/>
                  </a:lnTo>
                  <a:lnTo>
                    <a:pt x="7" y="69"/>
                  </a:lnTo>
                  <a:lnTo>
                    <a:pt x="7" y="69"/>
                  </a:lnTo>
                  <a:lnTo>
                    <a:pt x="10" y="69"/>
                  </a:lnTo>
                  <a:lnTo>
                    <a:pt x="10" y="67"/>
                  </a:lnTo>
                  <a:lnTo>
                    <a:pt x="10" y="67"/>
                  </a:lnTo>
                  <a:lnTo>
                    <a:pt x="10" y="64"/>
                  </a:lnTo>
                  <a:lnTo>
                    <a:pt x="10" y="64"/>
                  </a:lnTo>
                  <a:lnTo>
                    <a:pt x="10" y="64"/>
                  </a:lnTo>
                  <a:lnTo>
                    <a:pt x="12" y="64"/>
                  </a:lnTo>
                  <a:lnTo>
                    <a:pt x="12" y="64"/>
                  </a:lnTo>
                  <a:lnTo>
                    <a:pt x="12" y="62"/>
                  </a:lnTo>
                  <a:lnTo>
                    <a:pt x="10" y="62"/>
                  </a:lnTo>
                  <a:lnTo>
                    <a:pt x="10" y="62"/>
                  </a:lnTo>
                  <a:lnTo>
                    <a:pt x="12" y="62"/>
                  </a:lnTo>
                  <a:lnTo>
                    <a:pt x="12" y="62"/>
                  </a:lnTo>
                  <a:lnTo>
                    <a:pt x="12" y="62"/>
                  </a:lnTo>
                  <a:lnTo>
                    <a:pt x="12" y="59"/>
                  </a:lnTo>
                  <a:lnTo>
                    <a:pt x="14" y="59"/>
                  </a:lnTo>
                  <a:lnTo>
                    <a:pt x="14" y="59"/>
                  </a:lnTo>
                  <a:lnTo>
                    <a:pt x="14" y="59"/>
                  </a:lnTo>
                  <a:lnTo>
                    <a:pt x="17" y="59"/>
                  </a:lnTo>
                  <a:lnTo>
                    <a:pt x="17" y="62"/>
                  </a:lnTo>
                  <a:lnTo>
                    <a:pt x="17" y="62"/>
                  </a:lnTo>
                  <a:lnTo>
                    <a:pt x="14" y="62"/>
                  </a:lnTo>
                  <a:lnTo>
                    <a:pt x="14" y="64"/>
                  </a:lnTo>
                  <a:lnTo>
                    <a:pt x="17" y="64"/>
                  </a:lnTo>
                  <a:lnTo>
                    <a:pt x="17" y="64"/>
                  </a:lnTo>
                  <a:lnTo>
                    <a:pt x="17" y="64"/>
                  </a:lnTo>
                  <a:lnTo>
                    <a:pt x="17" y="64"/>
                  </a:lnTo>
                  <a:lnTo>
                    <a:pt x="19" y="64"/>
                  </a:lnTo>
                  <a:lnTo>
                    <a:pt x="19" y="67"/>
                  </a:lnTo>
                  <a:lnTo>
                    <a:pt x="19" y="67"/>
                  </a:lnTo>
                  <a:lnTo>
                    <a:pt x="19" y="69"/>
                  </a:lnTo>
                  <a:lnTo>
                    <a:pt x="19" y="69"/>
                  </a:lnTo>
                  <a:lnTo>
                    <a:pt x="19" y="71"/>
                  </a:lnTo>
                  <a:lnTo>
                    <a:pt x="19" y="71"/>
                  </a:lnTo>
                  <a:lnTo>
                    <a:pt x="19" y="71"/>
                  </a:lnTo>
                  <a:lnTo>
                    <a:pt x="19" y="71"/>
                  </a:lnTo>
                  <a:lnTo>
                    <a:pt x="19" y="74"/>
                  </a:lnTo>
                  <a:lnTo>
                    <a:pt x="21" y="74"/>
                  </a:lnTo>
                  <a:lnTo>
                    <a:pt x="21" y="74"/>
                  </a:lnTo>
                  <a:lnTo>
                    <a:pt x="21" y="74"/>
                  </a:lnTo>
                  <a:lnTo>
                    <a:pt x="21" y="74"/>
                  </a:lnTo>
                  <a:lnTo>
                    <a:pt x="21" y="74"/>
                  </a:lnTo>
                  <a:lnTo>
                    <a:pt x="24" y="74"/>
                  </a:lnTo>
                  <a:lnTo>
                    <a:pt x="24" y="74"/>
                  </a:lnTo>
                  <a:lnTo>
                    <a:pt x="24" y="76"/>
                  </a:lnTo>
                  <a:lnTo>
                    <a:pt x="24" y="76"/>
                  </a:lnTo>
                  <a:lnTo>
                    <a:pt x="24" y="78"/>
                  </a:lnTo>
                  <a:lnTo>
                    <a:pt x="26" y="78"/>
                  </a:lnTo>
                  <a:lnTo>
                    <a:pt x="26" y="78"/>
                  </a:lnTo>
                  <a:lnTo>
                    <a:pt x="26" y="78"/>
                  </a:lnTo>
                  <a:lnTo>
                    <a:pt x="26" y="78"/>
                  </a:lnTo>
                  <a:lnTo>
                    <a:pt x="26" y="81"/>
                  </a:lnTo>
                  <a:lnTo>
                    <a:pt x="29" y="81"/>
                  </a:lnTo>
                  <a:lnTo>
                    <a:pt x="29" y="81"/>
                  </a:lnTo>
                  <a:lnTo>
                    <a:pt x="29" y="81"/>
                  </a:lnTo>
                  <a:lnTo>
                    <a:pt x="31" y="81"/>
                  </a:lnTo>
                  <a:lnTo>
                    <a:pt x="31" y="83"/>
                  </a:lnTo>
                  <a:lnTo>
                    <a:pt x="31" y="83"/>
                  </a:lnTo>
                  <a:lnTo>
                    <a:pt x="31" y="83"/>
                  </a:lnTo>
                  <a:lnTo>
                    <a:pt x="31" y="85"/>
                  </a:lnTo>
                  <a:lnTo>
                    <a:pt x="31" y="85"/>
                  </a:lnTo>
                  <a:lnTo>
                    <a:pt x="31" y="85"/>
                  </a:lnTo>
                  <a:lnTo>
                    <a:pt x="33" y="85"/>
                  </a:lnTo>
                  <a:lnTo>
                    <a:pt x="33" y="85"/>
                  </a:lnTo>
                  <a:lnTo>
                    <a:pt x="33" y="85"/>
                  </a:lnTo>
                  <a:lnTo>
                    <a:pt x="33" y="85"/>
                  </a:lnTo>
                  <a:lnTo>
                    <a:pt x="33" y="88"/>
                  </a:lnTo>
                  <a:lnTo>
                    <a:pt x="36" y="88"/>
                  </a:lnTo>
                  <a:lnTo>
                    <a:pt x="36" y="88"/>
                  </a:lnTo>
                  <a:lnTo>
                    <a:pt x="36" y="88"/>
                  </a:lnTo>
                  <a:lnTo>
                    <a:pt x="38" y="88"/>
                  </a:lnTo>
                  <a:lnTo>
                    <a:pt x="38" y="88"/>
                  </a:lnTo>
                  <a:lnTo>
                    <a:pt x="38" y="88"/>
                  </a:lnTo>
                  <a:lnTo>
                    <a:pt x="40" y="88"/>
                  </a:lnTo>
                  <a:lnTo>
                    <a:pt x="40" y="88"/>
                  </a:lnTo>
                  <a:lnTo>
                    <a:pt x="40" y="88"/>
                  </a:lnTo>
                  <a:lnTo>
                    <a:pt x="40" y="88"/>
                  </a:lnTo>
                  <a:lnTo>
                    <a:pt x="43" y="88"/>
                  </a:lnTo>
                  <a:lnTo>
                    <a:pt x="43" y="85"/>
                  </a:lnTo>
                  <a:lnTo>
                    <a:pt x="43" y="85"/>
                  </a:lnTo>
                  <a:lnTo>
                    <a:pt x="45" y="85"/>
                  </a:lnTo>
                  <a:lnTo>
                    <a:pt x="45" y="85"/>
                  </a:lnTo>
                  <a:lnTo>
                    <a:pt x="45" y="85"/>
                  </a:lnTo>
                  <a:lnTo>
                    <a:pt x="45" y="85"/>
                  </a:lnTo>
                  <a:lnTo>
                    <a:pt x="45" y="85"/>
                  </a:lnTo>
                  <a:lnTo>
                    <a:pt x="47" y="85"/>
                  </a:lnTo>
                  <a:lnTo>
                    <a:pt x="47" y="85"/>
                  </a:lnTo>
                  <a:lnTo>
                    <a:pt x="47" y="85"/>
                  </a:lnTo>
                  <a:lnTo>
                    <a:pt x="50" y="85"/>
                  </a:lnTo>
                  <a:lnTo>
                    <a:pt x="50" y="85"/>
                  </a:lnTo>
                  <a:lnTo>
                    <a:pt x="50" y="83"/>
                  </a:lnTo>
                  <a:lnTo>
                    <a:pt x="52" y="83"/>
                  </a:lnTo>
                  <a:lnTo>
                    <a:pt x="52" y="83"/>
                  </a:lnTo>
                  <a:lnTo>
                    <a:pt x="52" y="83"/>
                  </a:lnTo>
                  <a:lnTo>
                    <a:pt x="52" y="85"/>
                  </a:lnTo>
                  <a:lnTo>
                    <a:pt x="55" y="85"/>
                  </a:lnTo>
                  <a:lnTo>
                    <a:pt x="55" y="85"/>
                  </a:lnTo>
                  <a:lnTo>
                    <a:pt x="55" y="85"/>
                  </a:lnTo>
                  <a:lnTo>
                    <a:pt x="55" y="85"/>
                  </a:lnTo>
                  <a:lnTo>
                    <a:pt x="57" y="85"/>
                  </a:lnTo>
                  <a:lnTo>
                    <a:pt x="57" y="85"/>
                  </a:lnTo>
                  <a:lnTo>
                    <a:pt x="57" y="85"/>
                  </a:lnTo>
                  <a:lnTo>
                    <a:pt x="57" y="85"/>
                  </a:lnTo>
                  <a:lnTo>
                    <a:pt x="59" y="85"/>
                  </a:lnTo>
                  <a:lnTo>
                    <a:pt x="59" y="85"/>
                  </a:lnTo>
                  <a:lnTo>
                    <a:pt x="59" y="85"/>
                  </a:lnTo>
                  <a:lnTo>
                    <a:pt x="59" y="85"/>
                  </a:lnTo>
                  <a:lnTo>
                    <a:pt x="62" y="85"/>
                  </a:lnTo>
                  <a:lnTo>
                    <a:pt x="62" y="85"/>
                  </a:lnTo>
                  <a:lnTo>
                    <a:pt x="62" y="85"/>
                  </a:lnTo>
                  <a:lnTo>
                    <a:pt x="64" y="85"/>
                  </a:lnTo>
                  <a:lnTo>
                    <a:pt x="64" y="85"/>
                  </a:lnTo>
                  <a:lnTo>
                    <a:pt x="64" y="85"/>
                  </a:lnTo>
                  <a:lnTo>
                    <a:pt x="66" y="85"/>
                  </a:lnTo>
                  <a:lnTo>
                    <a:pt x="66" y="85"/>
                  </a:lnTo>
                  <a:lnTo>
                    <a:pt x="66" y="83"/>
                  </a:lnTo>
                  <a:lnTo>
                    <a:pt x="66" y="83"/>
                  </a:lnTo>
                  <a:lnTo>
                    <a:pt x="66" y="83"/>
                  </a:lnTo>
                  <a:lnTo>
                    <a:pt x="66" y="83"/>
                  </a:lnTo>
                  <a:lnTo>
                    <a:pt x="69" y="83"/>
                  </a:lnTo>
                  <a:lnTo>
                    <a:pt x="69" y="83"/>
                  </a:lnTo>
                  <a:lnTo>
                    <a:pt x="71" y="83"/>
                  </a:lnTo>
                  <a:lnTo>
                    <a:pt x="71" y="83"/>
                  </a:lnTo>
                  <a:lnTo>
                    <a:pt x="71" y="81"/>
                  </a:lnTo>
                  <a:lnTo>
                    <a:pt x="71" y="81"/>
                  </a:lnTo>
                  <a:lnTo>
                    <a:pt x="71" y="81"/>
                  </a:lnTo>
                  <a:lnTo>
                    <a:pt x="71" y="78"/>
                  </a:lnTo>
                  <a:lnTo>
                    <a:pt x="71" y="78"/>
                  </a:lnTo>
                  <a:lnTo>
                    <a:pt x="71" y="76"/>
                  </a:lnTo>
                  <a:lnTo>
                    <a:pt x="73" y="76"/>
                  </a:lnTo>
                  <a:lnTo>
                    <a:pt x="73" y="76"/>
                  </a:lnTo>
                  <a:lnTo>
                    <a:pt x="73" y="74"/>
                  </a:lnTo>
                  <a:lnTo>
                    <a:pt x="73" y="74"/>
                  </a:lnTo>
                  <a:lnTo>
                    <a:pt x="73" y="74"/>
                  </a:lnTo>
                  <a:lnTo>
                    <a:pt x="73" y="74"/>
                  </a:lnTo>
                  <a:lnTo>
                    <a:pt x="73" y="74"/>
                  </a:lnTo>
                  <a:lnTo>
                    <a:pt x="76" y="74"/>
                  </a:lnTo>
                  <a:lnTo>
                    <a:pt x="76" y="74"/>
                  </a:lnTo>
                  <a:lnTo>
                    <a:pt x="78" y="74"/>
                  </a:lnTo>
                  <a:lnTo>
                    <a:pt x="78" y="71"/>
                  </a:lnTo>
                  <a:lnTo>
                    <a:pt x="78" y="71"/>
                  </a:lnTo>
                  <a:lnTo>
                    <a:pt x="78" y="71"/>
                  </a:lnTo>
                  <a:lnTo>
                    <a:pt x="78" y="71"/>
                  </a:lnTo>
                  <a:lnTo>
                    <a:pt x="81" y="71"/>
                  </a:lnTo>
                  <a:lnTo>
                    <a:pt x="81" y="71"/>
                  </a:lnTo>
                  <a:lnTo>
                    <a:pt x="81" y="71"/>
                  </a:lnTo>
                  <a:lnTo>
                    <a:pt x="83" y="71"/>
                  </a:lnTo>
                  <a:lnTo>
                    <a:pt x="83" y="71"/>
                  </a:lnTo>
                  <a:lnTo>
                    <a:pt x="83" y="71"/>
                  </a:lnTo>
                  <a:lnTo>
                    <a:pt x="85" y="71"/>
                  </a:lnTo>
                  <a:lnTo>
                    <a:pt x="85" y="71"/>
                  </a:lnTo>
                  <a:lnTo>
                    <a:pt x="85" y="71"/>
                  </a:lnTo>
                  <a:lnTo>
                    <a:pt x="88" y="71"/>
                  </a:lnTo>
                  <a:lnTo>
                    <a:pt x="88" y="71"/>
                  </a:lnTo>
                  <a:lnTo>
                    <a:pt x="88" y="71"/>
                  </a:lnTo>
                  <a:lnTo>
                    <a:pt x="88" y="71"/>
                  </a:lnTo>
                  <a:lnTo>
                    <a:pt x="90" y="71"/>
                  </a:lnTo>
                  <a:lnTo>
                    <a:pt x="90" y="71"/>
                  </a:lnTo>
                  <a:lnTo>
                    <a:pt x="90" y="71"/>
                  </a:lnTo>
                  <a:lnTo>
                    <a:pt x="90" y="74"/>
                  </a:lnTo>
                  <a:lnTo>
                    <a:pt x="90" y="74"/>
                  </a:lnTo>
                  <a:lnTo>
                    <a:pt x="90" y="74"/>
                  </a:lnTo>
                  <a:lnTo>
                    <a:pt x="88" y="74"/>
                  </a:lnTo>
                  <a:lnTo>
                    <a:pt x="88" y="74"/>
                  </a:lnTo>
                  <a:lnTo>
                    <a:pt x="90" y="74"/>
                  </a:lnTo>
                  <a:lnTo>
                    <a:pt x="90" y="74"/>
                  </a:lnTo>
                  <a:lnTo>
                    <a:pt x="92" y="74"/>
                  </a:lnTo>
                  <a:lnTo>
                    <a:pt x="92" y="74"/>
                  </a:lnTo>
                  <a:lnTo>
                    <a:pt x="92" y="76"/>
                  </a:lnTo>
                  <a:lnTo>
                    <a:pt x="92" y="76"/>
                  </a:lnTo>
                  <a:lnTo>
                    <a:pt x="95" y="76"/>
                  </a:lnTo>
                  <a:lnTo>
                    <a:pt x="95" y="76"/>
                  </a:lnTo>
                  <a:lnTo>
                    <a:pt x="95" y="76"/>
                  </a:lnTo>
                  <a:lnTo>
                    <a:pt x="97" y="76"/>
                  </a:lnTo>
                  <a:lnTo>
                    <a:pt x="97" y="76"/>
                  </a:lnTo>
                  <a:lnTo>
                    <a:pt x="97" y="76"/>
                  </a:lnTo>
                  <a:lnTo>
                    <a:pt x="97" y="78"/>
                  </a:lnTo>
                  <a:lnTo>
                    <a:pt x="100" y="78"/>
                  </a:lnTo>
                  <a:lnTo>
                    <a:pt x="100" y="78"/>
                  </a:lnTo>
                  <a:lnTo>
                    <a:pt x="100" y="78"/>
                  </a:lnTo>
                  <a:lnTo>
                    <a:pt x="100" y="76"/>
                  </a:lnTo>
                  <a:lnTo>
                    <a:pt x="102" y="76"/>
                  </a:lnTo>
                  <a:lnTo>
                    <a:pt x="102" y="78"/>
                  </a:lnTo>
                  <a:lnTo>
                    <a:pt x="102" y="78"/>
                  </a:lnTo>
                  <a:lnTo>
                    <a:pt x="102" y="78"/>
                  </a:lnTo>
                  <a:lnTo>
                    <a:pt x="104" y="78"/>
                  </a:lnTo>
                  <a:lnTo>
                    <a:pt x="104" y="81"/>
                  </a:lnTo>
                  <a:lnTo>
                    <a:pt x="104" y="81"/>
                  </a:lnTo>
                  <a:lnTo>
                    <a:pt x="104" y="78"/>
                  </a:lnTo>
                  <a:lnTo>
                    <a:pt x="104" y="78"/>
                  </a:lnTo>
                  <a:lnTo>
                    <a:pt x="107" y="78"/>
                  </a:lnTo>
                  <a:lnTo>
                    <a:pt x="107" y="78"/>
                  </a:lnTo>
                  <a:lnTo>
                    <a:pt x="107" y="78"/>
                  </a:lnTo>
                  <a:lnTo>
                    <a:pt x="107" y="78"/>
                  </a:lnTo>
                  <a:lnTo>
                    <a:pt x="107" y="76"/>
                  </a:lnTo>
                  <a:lnTo>
                    <a:pt x="107" y="76"/>
                  </a:lnTo>
                  <a:lnTo>
                    <a:pt x="109" y="76"/>
                  </a:lnTo>
                  <a:lnTo>
                    <a:pt x="109" y="74"/>
                  </a:lnTo>
                  <a:lnTo>
                    <a:pt x="109" y="74"/>
                  </a:lnTo>
                  <a:lnTo>
                    <a:pt x="111" y="74"/>
                  </a:lnTo>
                  <a:lnTo>
                    <a:pt x="111" y="74"/>
                  </a:lnTo>
                  <a:lnTo>
                    <a:pt x="111" y="74"/>
                  </a:lnTo>
                  <a:lnTo>
                    <a:pt x="111" y="74"/>
                  </a:lnTo>
                  <a:lnTo>
                    <a:pt x="114" y="74"/>
                  </a:lnTo>
                  <a:lnTo>
                    <a:pt x="114" y="74"/>
                  </a:lnTo>
                  <a:lnTo>
                    <a:pt x="114" y="74"/>
                  </a:lnTo>
                  <a:lnTo>
                    <a:pt x="114" y="74"/>
                  </a:lnTo>
                  <a:lnTo>
                    <a:pt x="116" y="74"/>
                  </a:lnTo>
                  <a:lnTo>
                    <a:pt x="116" y="74"/>
                  </a:lnTo>
                  <a:lnTo>
                    <a:pt x="116" y="74"/>
                  </a:lnTo>
                  <a:lnTo>
                    <a:pt x="118" y="74"/>
                  </a:lnTo>
                  <a:lnTo>
                    <a:pt x="118" y="74"/>
                  </a:lnTo>
                  <a:lnTo>
                    <a:pt x="118" y="74"/>
                  </a:lnTo>
                  <a:lnTo>
                    <a:pt x="118" y="74"/>
                  </a:lnTo>
                  <a:lnTo>
                    <a:pt x="121" y="74"/>
                  </a:lnTo>
                  <a:lnTo>
                    <a:pt x="121" y="74"/>
                  </a:lnTo>
                  <a:lnTo>
                    <a:pt x="121" y="74"/>
                  </a:lnTo>
                  <a:lnTo>
                    <a:pt x="121" y="74"/>
                  </a:lnTo>
                  <a:lnTo>
                    <a:pt x="123" y="74"/>
                  </a:lnTo>
                  <a:lnTo>
                    <a:pt x="123" y="74"/>
                  </a:lnTo>
                  <a:lnTo>
                    <a:pt x="123" y="74"/>
                  </a:lnTo>
                  <a:lnTo>
                    <a:pt x="123" y="74"/>
                  </a:lnTo>
                  <a:lnTo>
                    <a:pt x="123" y="74"/>
                  </a:lnTo>
                  <a:lnTo>
                    <a:pt x="126" y="74"/>
                  </a:lnTo>
                  <a:lnTo>
                    <a:pt x="126" y="71"/>
                  </a:lnTo>
                  <a:lnTo>
                    <a:pt x="126" y="71"/>
                  </a:lnTo>
                  <a:lnTo>
                    <a:pt x="126" y="71"/>
                  </a:lnTo>
                  <a:lnTo>
                    <a:pt x="126" y="69"/>
                  </a:lnTo>
                  <a:lnTo>
                    <a:pt x="126" y="69"/>
                  </a:lnTo>
                  <a:lnTo>
                    <a:pt x="126" y="69"/>
                  </a:lnTo>
                  <a:lnTo>
                    <a:pt x="126" y="67"/>
                  </a:lnTo>
                  <a:lnTo>
                    <a:pt x="126" y="67"/>
                  </a:lnTo>
                  <a:lnTo>
                    <a:pt x="126" y="64"/>
                  </a:lnTo>
                  <a:lnTo>
                    <a:pt x="126" y="64"/>
                  </a:lnTo>
                  <a:lnTo>
                    <a:pt x="128" y="64"/>
                  </a:lnTo>
                  <a:lnTo>
                    <a:pt x="128" y="64"/>
                  </a:lnTo>
                  <a:lnTo>
                    <a:pt x="128" y="64"/>
                  </a:lnTo>
                  <a:lnTo>
                    <a:pt x="128" y="64"/>
                  </a:lnTo>
                  <a:lnTo>
                    <a:pt x="128" y="62"/>
                  </a:lnTo>
                  <a:lnTo>
                    <a:pt x="130" y="62"/>
                  </a:lnTo>
                  <a:lnTo>
                    <a:pt x="130" y="62"/>
                  </a:lnTo>
                  <a:lnTo>
                    <a:pt x="130" y="59"/>
                  </a:lnTo>
                  <a:lnTo>
                    <a:pt x="130" y="59"/>
                  </a:lnTo>
                  <a:lnTo>
                    <a:pt x="128" y="59"/>
                  </a:lnTo>
                  <a:lnTo>
                    <a:pt x="128" y="59"/>
                  </a:lnTo>
                  <a:lnTo>
                    <a:pt x="128" y="57"/>
                  </a:lnTo>
                  <a:lnTo>
                    <a:pt x="128" y="57"/>
                  </a:lnTo>
                  <a:lnTo>
                    <a:pt x="128" y="55"/>
                  </a:lnTo>
                  <a:lnTo>
                    <a:pt x="128" y="55"/>
                  </a:lnTo>
                  <a:lnTo>
                    <a:pt x="128" y="55"/>
                  </a:lnTo>
                  <a:lnTo>
                    <a:pt x="128" y="55"/>
                  </a:lnTo>
                  <a:lnTo>
                    <a:pt x="130" y="55"/>
                  </a:lnTo>
                  <a:lnTo>
                    <a:pt x="130" y="55"/>
                  </a:lnTo>
                  <a:lnTo>
                    <a:pt x="130" y="52"/>
                  </a:lnTo>
                  <a:lnTo>
                    <a:pt x="133" y="52"/>
                  </a:lnTo>
                  <a:lnTo>
                    <a:pt x="133" y="52"/>
                  </a:lnTo>
                  <a:lnTo>
                    <a:pt x="133" y="50"/>
                  </a:lnTo>
                  <a:lnTo>
                    <a:pt x="133" y="50"/>
                  </a:lnTo>
                  <a:lnTo>
                    <a:pt x="133" y="50"/>
                  </a:lnTo>
                  <a:lnTo>
                    <a:pt x="133" y="50"/>
                  </a:lnTo>
                  <a:lnTo>
                    <a:pt x="135" y="50"/>
                  </a:lnTo>
                  <a:lnTo>
                    <a:pt x="135" y="48"/>
                  </a:lnTo>
                  <a:lnTo>
                    <a:pt x="135" y="48"/>
                  </a:lnTo>
                  <a:lnTo>
                    <a:pt x="137" y="48"/>
                  </a:lnTo>
                  <a:lnTo>
                    <a:pt x="137" y="48"/>
                  </a:lnTo>
                  <a:lnTo>
                    <a:pt x="137" y="48"/>
                  </a:lnTo>
                  <a:lnTo>
                    <a:pt x="137" y="48"/>
                  </a:lnTo>
                  <a:lnTo>
                    <a:pt x="137" y="45"/>
                  </a:lnTo>
                  <a:lnTo>
                    <a:pt x="137" y="45"/>
                  </a:lnTo>
                  <a:lnTo>
                    <a:pt x="137" y="45"/>
                  </a:lnTo>
                  <a:lnTo>
                    <a:pt x="137" y="45"/>
                  </a:lnTo>
                  <a:lnTo>
                    <a:pt x="135" y="45"/>
                  </a:lnTo>
                  <a:lnTo>
                    <a:pt x="135" y="45"/>
                  </a:lnTo>
                  <a:lnTo>
                    <a:pt x="135" y="43"/>
                  </a:lnTo>
                  <a:lnTo>
                    <a:pt x="135" y="43"/>
                  </a:lnTo>
                  <a:lnTo>
                    <a:pt x="135" y="40"/>
                  </a:lnTo>
                  <a:lnTo>
                    <a:pt x="135" y="40"/>
                  </a:lnTo>
                  <a:lnTo>
                    <a:pt x="135" y="38"/>
                  </a:lnTo>
                  <a:lnTo>
                    <a:pt x="135" y="38"/>
                  </a:lnTo>
                  <a:lnTo>
                    <a:pt x="137" y="38"/>
                  </a:lnTo>
                  <a:lnTo>
                    <a:pt x="137" y="36"/>
                  </a:lnTo>
                  <a:lnTo>
                    <a:pt x="137" y="36"/>
                  </a:lnTo>
                  <a:lnTo>
                    <a:pt x="137" y="36"/>
                  </a:lnTo>
                  <a:lnTo>
                    <a:pt x="137" y="36"/>
                  </a:lnTo>
                  <a:lnTo>
                    <a:pt x="137" y="36"/>
                  </a:lnTo>
                  <a:lnTo>
                    <a:pt x="137" y="33"/>
                  </a:lnTo>
                  <a:lnTo>
                    <a:pt x="140" y="33"/>
                  </a:lnTo>
                  <a:lnTo>
                    <a:pt x="140" y="33"/>
                  </a:lnTo>
                  <a:lnTo>
                    <a:pt x="140" y="36"/>
                  </a:lnTo>
                  <a:lnTo>
                    <a:pt x="140" y="36"/>
                  </a:lnTo>
                  <a:lnTo>
                    <a:pt x="142" y="36"/>
                  </a:lnTo>
                  <a:lnTo>
                    <a:pt x="142" y="33"/>
                  </a:lnTo>
                  <a:lnTo>
                    <a:pt x="142" y="33"/>
                  </a:lnTo>
                  <a:lnTo>
                    <a:pt x="144" y="33"/>
                  </a:lnTo>
                  <a:lnTo>
                    <a:pt x="144" y="33"/>
                  </a:lnTo>
                  <a:lnTo>
                    <a:pt x="144" y="31"/>
                  </a:lnTo>
                  <a:lnTo>
                    <a:pt x="144" y="31"/>
                  </a:lnTo>
                  <a:lnTo>
                    <a:pt x="144" y="31"/>
                  </a:lnTo>
                  <a:lnTo>
                    <a:pt x="144" y="29"/>
                  </a:lnTo>
                  <a:lnTo>
                    <a:pt x="144" y="29"/>
                  </a:lnTo>
                  <a:lnTo>
                    <a:pt x="144" y="26"/>
                  </a:lnTo>
                  <a:lnTo>
                    <a:pt x="144" y="26"/>
                  </a:lnTo>
                  <a:lnTo>
                    <a:pt x="144" y="26"/>
                  </a:lnTo>
                  <a:lnTo>
                    <a:pt x="144" y="24"/>
                  </a:lnTo>
                  <a:lnTo>
                    <a:pt x="144" y="24"/>
                  </a:lnTo>
                  <a:lnTo>
                    <a:pt x="144" y="24"/>
                  </a:lnTo>
                  <a:lnTo>
                    <a:pt x="147" y="24"/>
                  </a:lnTo>
                  <a:lnTo>
                    <a:pt x="147" y="24"/>
                  </a:lnTo>
                  <a:lnTo>
                    <a:pt x="147" y="24"/>
                  </a:lnTo>
                  <a:lnTo>
                    <a:pt x="147" y="24"/>
                  </a:lnTo>
                  <a:lnTo>
                    <a:pt x="147" y="24"/>
                  </a:lnTo>
                  <a:lnTo>
                    <a:pt x="147" y="21"/>
                  </a:lnTo>
                  <a:lnTo>
                    <a:pt x="147" y="21"/>
                  </a:lnTo>
                  <a:lnTo>
                    <a:pt x="147" y="19"/>
                  </a:lnTo>
                  <a:lnTo>
                    <a:pt x="144" y="19"/>
                  </a:lnTo>
                  <a:lnTo>
                    <a:pt x="144" y="19"/>
                  </a:lnTo>
                  <a:lnTo>
                    <a:pt x="144" y="17"/>
                  </a:lnTo>
                  <a:lnTo>
                    <a:pt x="144" y="17"/>
                  </a:lnTo>
                  <a:lnTo>
                    <a:pt x="144" y="14"/>
                  </a:lnTo>
                  <a:lnTo>
                    <a:pt x="144" y="14"/>
                  </a:lnTo>
                  <a:lnTo>
                    <a:pt x="144" y="14"/>
                  </a:lnTo>
                  <a:lnTo>
                    <a:pt x="147" y="14"/>
                  </a:lnTo>
                  <a:lnTo>
                    <a:pt x="147" y="12"/>
                  </a:lnTo>
                  <a:lnTo>
                    <a:pt x="144" y="12"/>
                  </a:lnTo>
                  <a:lnTo>
                    <a:pt x="144" y="12"/>
                  </a:lnTo>
                  <a:lnTo>
                    <a:pt x="144" y="10"/>
                  </a:lnTo>
                  <a:lnTo>
                    <a:pt x="147" y="10"/>
                  </a:lnTo>
                  <a:lnTo>
                    <a:pt x="147" y="10"/>
                  </a:lnTo>
                  <a:lnTo>
                    <a:pt x="147" y="10"/>
                  </a:lnTo>
                  <a:lnTo>
                    <a:pt x="147" y="7"/>
                  </a:lnTo>
                  <a:lnTo>
                    <a:pt x="147" y="7"/>
                  </a:lnTo>
                  <a:lnTo>
                    <a:pt x="147" y="5"/>
                  </a:lnTo>
                  <a:lnTo>
                    <a:pt x="147" y="5"/>
                  </a:lnTo>
                  <a:lnTo>
                    <a:pt x="147" y="5"/>
                  </a:lnTo>
                  <a:lnTo>
                    <a:pt x="147" y="5"/>
                  </a:lnTo>
                  <a:lnTo>
                    <a:pt x="149" y="5"/>
                  </a:lnTo>
                  <a:lnTo>
                    <a:pt x="149" y="3"/>
                  </a:lnTo>
                  <a:lnTo>
                    <a:pt x="149" y="3"/>
                  </a:lnTo>
                  <a:lnTo>
                    <a:pt x="149" y="5"/>
                  </a:lnTo>
                  <a:lnTo>
                    <a:pt x="152" y="5"/>
                  </a:lnTo>
                  <a:lnTo>
                    <a:pt x="152" y="3"/>
                  </a:lnTo>
                  <a:lnTo>
                    <a:pt x="152" y="3"/>
                  </a:lnTo>
                  <a:lnTo>
                    <a:pt x="152" y="3"/>
                  </a:lnTo>
                  <a:lnTo>
                    <a:pt x="152" y="0"/>
                  </a:lnTo>
                  <a:lnTo>
                    <a:pt x="152" y="0"/>
                  </a:lnTo>
                  <a:lnTo>
                    <a:pt x="152" y="0"/>
                  </a:lnTo>
                  <a:lnTo>
                    <a:pt x="154" y="0"/>
                  </a:lnTo>
                  <a:lnTo>
                    <a:pt x="154" y="0"/>
                  </a:lnTo>
                  <a:lnTo>
                    <a:pt x="154" y="0"/>
                  </a:lnTo>
                  <a:lnTo>
                    <a:pt x="154" y="0"/>
                  </a:lnTo>
                  <a:lnTo>
                    <a:pt x="154" y="3"/>
                  </a:lnTo>
                  <a:lnTo>
                    <a:pt x="156" y="3"/>
                  </a:lnTo>
                  <a:lnTo>
                    <a:pt x="156" y="0"/>
                  </a:lnTo>
                  <a:lnTo>
                    <a:pt x="156" y="0"/>
                  </a:lnTo>
                  <a:lnTo>
                    <a:pt x="159" y="0"/>
                  </a:lnTo>
                  <a:lnTo>
                    <a:pt x="159" y="0"/>
                  </a:lnTo>
                  <a:lnTo>
                    <a:pt x="159" y="0"/>
                  </a:lnTo>
                  <a:lnTo>
                    <a:pt x="159" y="0"/>
                  </a:lnTo>
                  <a:lnTo>
                    <a:pt x="161" y="0"/>
                  </a:lnTo>
                  <a:lnTo>
                    <a:pt x="161" y="0"/>
                  </a:lnTo>
                  <a:lnTo>
                    <a:pt x="161" y="0"/>
                  </a:lnTo>
                  <a:lnTo>
                    <a:pt x="163" y="0"/>
                  </a:lnTo>
                  <a:lnTo>
                    <a:pt x="163" y="0"/>
                  </a:lnTo>
                  <a:lnTo>
                    <a:pt x="163" y="3"/>
                  </a:lnTo>
                  <a:lnTo>
                    <a:pt x="163" y="3"/>
                  </a:lnTo>
                  <a:lnTo>
                    <a:pt x="166" y="3"/>
                  </a:lnTo>
                  <a:lnTo>
                    <a:pt x="166" y="0"/>
                  </a:lnTo>
                  <a:lnTo>
                    <a:pt x="166" y="0"/>
                  </a:lnTo>
                  <a:lnTo>
                    <a:pt x="166" y="0"/>
                  </a:lnTo>
                  <a:lnTo>
                    <a:pt x="166" y="0"/>
                  </a:lnTo>
                  <a:lnTo>
                    <a:pt x="168" y="0"/>
                  </a:lnTo>
                  <a:lnTo>
                    <a:pt x="168" y="0"/>
                  </a:lnTo>
                  <a:lnTo>
                    <a:pt x="168" y="0"/>
                  </a:lnTo>
                  <a:lnTo>
                    <a:pt x="171" y="0"/>
                  </a:lnTo>
                  <a:lnTo>
                    <a:pt x="171" y="0"/>
                  </a:lnTo>
                  <a:lnTo>
                    <a:pt x="171" y="0"/>
                  </a:lnTo>
                  <a:lnTo>
                    <a:pt x="171" y="0"/>
                  </a:lnTo>
                  <a:lnTo>
                    <a:pt x="171" y="0"/>
                  </a:lnTo>
                  <a:lnTo>
                    <a:pt x="173" y="0"/>
                  </a:lnTo>
                  <a:lnTo>
                    <a:pt x="173" y="0"/>
                  </a:lnTo>
                  <a:lnTo>
                    <a:pt x="173" y="0"/>
                  </a:lnTo>
                  <a:lnTo>
                    <a:pt x="173" y="0"/>
                  </a:lnTo>
                  <a:lnTo>
                    <a:pt x="173" y="0"/>
                  </a:lnTo>
                  <a:lnTo>
                    <a:pt x="175" y="0"/>
                  </a:lnTo>
                  <a:lnTo>
                    <a:pt x="175" y="0"/>
                  </a:lnTo>
                  <a:lnTo>
                    <a:pt x="178" y="0"/>
                  </a:lnTo>
                  <a:lnTo>
                    <a:pt x="178" y="0"/>
                  </a:lnTo>
                  <a:lnTo>
                    <a:pt x="178" y="0"/>
                  </a:lnTo>
                  <a:lnTo>
                    <a:pt x="180" y="0"/>
                  </a:lnTo>
                  <a:lnTo>
                    <a:pt x="180" y="0"/>
                  </a:lnTo>
                  <a:lnTo>
                    <a:pt x="180" y="0"/>
                  </a:lnTo>
                  <a:lnTo>
                    <a:pt x="180" y="0"/>
                  </a:lnTo>
                  <a:lnTo>
                    <a:pt x="180" y="0"/>
                  </a:lnTo>
                  <a:lnTo>
                    <a:pt x="182" y="0"/>
                  </a:lnTo>
                  <a:lnTo>
                    <a:pt x="182" y="0"/>
                  </a:lnTo>
                  <a:lnTo>
                    <a:pt x="182" y="3"/>
                  </a:lnTo>
                  <a:lnTo>
                    <a:pt x="185" y="3"/>
                  </a:lnTo>
                  <a:lnTo>
                    <a:pt x="185" y="3"/>
                  </a:lnTo>
                  <a:lnTo>
                    <a:pt x="185" y="3"/>
                  </a:lnTo>
                  <a:lnTo>
                    <a:pt x="185" y="5"/>
                  </a:lnTo>
                  <a:lnTo>
                    <a:pt x="185" y="5"/>
                  </a:lnTo>
                  <a:lnTo>
                    <a:pt x="185" y="5"/>
                  </a:lnTo>
                  <a:lnTo>
                    <a:pt x="187" y="5"/>
                  </a:lnTo>
                  <a:lnTo>
                    <a:pt x="187" y="5"/>
                  </a:lnTo>
                  <a:lnTo>
                    <a:pt x="187" y="5"/>
                  </a:lnTo>
                  <a:lnTo>
                    <a:pt x="187" y="5"/>
                  </a:lnTo>
                  <a:lnTo>
                    <a:pt x="189" y="5"/>
                  </a:lnTo>
                  <a:lnTo>
                    <a:pt x="189" y="5"/>
                  </a:lnTo>
                  <a:lnTo>
                    <a:pt x="189" y="5"/>
                  </a:lnTo>
                  <a:lnTo>
                    <a:pt x="192" y="5"/>
                  </a:lnTo>
                  <a:lnTo>
                    <a:pt x="192" y="5"/>
                  </a:lnTo>
                  <a:lnTo>
                    <a:pt x="192" y="5"/>
                  </a:lnTo>
                  <a:lnTo>
                    <a:pt x="192" y="5"/>
                  </a:lnTo>
                  <a:lnTo>
                    <a:pt x="194" y="5"/>
                  </a:lnTo>
                  <a:lnTo>
                    <a:pt x="194" y="5"/>
                  </a:lnTo>
                  <a:lnTo>
                    <a:pt x="194" y="5"/>
                  </a:lnTo>
                  <a:lnTo>
                    <a:pt x="194" y="5"/>
                  </a:lnTo>
                  <a:lnTo>
                    <a:pt x="197" y="5"/>
                  </a:lnTo>
                  <a:lnTo>
                    <a:pt x="197" y="5"/>
                  </a:lnTo>
                  <a:lnTo>
                    <a:pt x="197" y="7"/>
                  </a:lnTo>
                  <a:lnTo>
                    <a:pt x="197" y="7"/>
                  </a:lnTo>
                  <a:lnTo>
                    <a:pt x="194" y="7"/>
                  </a:lnTo>
                  <a:lnTo>
                    <a:pt x="194" y="10"/>
                  </a:lnTo>
                  <a:lnTo>
                    <a:pt x="194" y="10"/>
                  </a:lnTo>
                  <a:lnTo>
                    <a:pt x="194" y="10"/>
                  </a:lnTo>
                  <a:lnTo>
                    <a:pt x="194" y="7"/>
                  </a:lnTo>
                  <a:lnTo>
                    <a:pt x="192" y="7"/>
                  </a:lnTo>
                  <a:lnTo>
                    <a:pt x="192" y="7"/>
                  </a:lnTo>
                  <a:lnTo>
                    <a:pt x="192" y="10"/>
                  </a:lnTo>
                  <a:lnTo>
                    <a:pt x="192" y="10"/>
                  </a:lnTo>
                  <a:lnTo>
                    <a:pt x="192" y="10"/>
                  </a:lnTo>
                  <a:lnTo>
                    <a:pt x="189" y="10"/>
                  </a:lnTo>
                  <a:lnTo>
                    <a:pt x="189" y="12"/>
                  </a:lnTo>
                  <a:lnTo>
                    <a:pt x="192" y="12"/>
                  </a:lnTo>
                  <a:lnTo>
                    <a:pt x="192" y="12"/>
                  </a:lnTo>
                  <a:lnTo>
                    <a:pt x="192" y="12"/>
                  </a:lnTo>
                  <a:lnTo>
                    <a:pt x="192" y="12"/>
                  </a:lnTo>
                  <a:lnTo>
                    <a:pt x="192" y="14"/>
                  </a:lnTo>
                  <a:lnTo>
                    <a:pt x="194" y="14"/>
                  </a:lnTo>
                  <a:lnTo>
                    <a:pt x="194" y="14"/>
                  </a:lnTo>
                  <a:lnTo>
                    <a:pt x="194" y="14"/>
                  </a:lnTo>
                  <a:lnTo>
                    <a:pt x="194" y="14"/>
                  </a:lnTo>
                  <a:lnTo>
                    <a:pt x="194" y="14"/>
                  </a:lnTo>
                  <a:lnTo>
                    <a:pt x="194" y="17"/>
                  </a:lnTo>
                  <a:lnTo>
                    <a:pt x="194" y="17"/>
                  </a:lnTo>
                  <a:lnTo>
                    <a:pt x="192" y="17"/>
                  </a:lnTo>
                  <a:lnTo>
                    <a:pt x="192" y="19"/>
                  </a:lnTo>
                  <a:lnTo>
                    <a:pt x="192" y="19"/>
                  </a:lnTo>
                  <a:lnTo>
                    <a:pt x="192" y="19"/>
                  </a:lnTo>
                  <a:lnTo>
                    <a:pt x="192" y="19"/>
                  </a:lnTo>
                  <a:lnTo>
                    <a:pt x="189" y="19"/>
                  </a:lnTo>
                  <a:lnTo>
                    <a:pt x="189" y="21"/>
                  </a:lnTo>
                  <a:lnTo>
                    <a:pt x="189" y="21"/>
                  </a:lnTo>
                  <a:lnTo>
                    <a:pt x="189" y="21"/>
                  </a:lnTo>
                  <a:lnTo>
                    <a:pt x="189" y="24"/>
                  </a:lnTo>
                  <a:lnTo>
                    <a:pt x="189" y="24"/>
                  </a:lnTo>
                  <a:lnTo>
                    <a:pt x="189" y="24"/>
                  </a:lnTo>
                  <a:lnTo>
                    <a:pt x="192" y="24"/>
                  </a:lnTo>
                  <a:lnTo>
                    <a:pt x="192" y="26"/>
                  </a:lnTo>
                  <a:lnTo>
                    <a:pt x="192" y="26"/>
                  </a:lnTo>
                  <a:lnTo>
                    <a:pt x="189" y="26"/>
                  </a:lnTo>
                  <a:lnTo>
                    <a:pt x="189" y="26"/>
                  </a:lnTo>
                  <a:lnTo>
                    <a:pt x="189" y="29"/>
                  </a:lnTo>
                  <a:lnTo>
                    <a:pt x="189" y="29"/>
                  </a:lnTo>
                  <a:lnTo>
                    <a:pt x="189" y="29"/>
                  </a:lnTo>
                  <a:lnTo>
                    <a:pt x="187" y="29"/>
                  </a:lnTo>
                  <a:lnTo>
                    <a:pt x="187" y="29"/>
                  </a:lnTo>
                  <a:lnTo>
                    <a:pt x="187" y="29"/>
                  </a:lnTo>
                  <a:lnTo>
                    <a:pt x="187" y="29"/>
                  </a:lnTo>
                  <a:lnTo>
                    <a:pt x="185" y="29"/>
                  </a:lnTo>
                  <a:lnTo>
                    <a:pt x="185" y="29"/>
                  </a:lnTo>
                  <a:lnTo>
                    <a:pt x="185" y="31"/>
                  </a:lnTo>
                  <a:lnTo>
                    <a:pt x="187" y="31"/>
                  </a:lnTo>
                  <a:lnTo>
                    <a:pt x="187" y="31"/>
                  </a:lnTo>
                  <a:lnTo>
                    <a:pt x="187" y="31"/>
                  </a:lnTo>
                  <a:lnTo>
                    <a:pt x="187" y="31"/>
                  </a:lnTo>
                  <a:lnTo>
                    <a:pt x="189" y="31"/>
                  </a:lnTo>
                  <a:lnTo>
                    <a:pt x="189" y="33"/>
                  </a:lnTo>
                  <a:lnTo>
                    <a:pt x="189" y="33"/>
                  </a:lnTo>
                  <a:lnTo>
                    <a:pt x="189" y="33"/>
                  </a:lnTo>
                  <a:lnTo>
                    <a:pt x="189" y="33"/>
                  </a:lnTo>
                  <a:lnTo>
                    <a:pt x="189" y="36"/>
                  </a:lnTo>
                  <a:lnTo>
                    <a:pt x="189" y="36"/>
                  </a:lnTo>
                  <a:lnTo>
                    <a:pt x="192" y="36"/>
                  </a:lnTo>
                  <a:lnTo>
                    <a:pt x="192" y="36"/>
                  </a:lnTo>
                  <a:lnTo>
                    <a:pt x="192" y="36"/>
                  </a:lnTo>
                  <a:lnTo>
                    <a:pt x="192" y="36"/>
                  </a:lnTo>
                  <a:lnTo>
                    <a:pt x="192" y="38"/>
                  </a:lnTo>
                  <a:lnTo>
                    <a:pt x="192" y="38"/>
                  </a:lnTo>
                  <a:lnTo>
                    <a:pt x="192" y="40"/>
                  </a:lnTo>
                  <a:lnTo>
                    <a:pt x="192" y="40"/>
                  </a:lnTo>
                  <a:lnTo>
                    <a:pt x="192" y="40"/>
                  </a:lnTo>
                  <a:lnTo>
                    <a:pt x="192" y="43"/>
                  </a:lnTo>
                  <a:lnTo>
                    <a:pt x="192" y="43"/>
                  </a:lnTo>
                  <a:lnTo>
                    <a:pt x="194" y="43"/>
                  </a:lnTo>
                  <a:lnTo>
                    <a:pt x="194" y="45"/>
                  </a:lnTo>
                  <a:lnTo>
                    <a:pt x="194" y="45"/>
                  </a:lnTo>
                  <a:lnTo>
                    <a:pt x="194" y="45"/>
                  </a:lnTo>
                  <a:lnTo>
                    <a:pt x="194" y="45"/>
                  </a:lnTo>
                  <a:lnTo>
                    <a:pt x="194" y="45"/>
                  </a:lnTo>
                  <a:lnTo>
                    <a:pt x="194" y="48"/>
                  </a:lnTo>
                  <a:lnTo>
                    <a:pt x="197" y="48"/>
                  </a:lnTo>
                  <a:lnTo>
                    <a:pt x="197" y="48"/>
                  </a:lnTo>
                  <a:lnTo>
                    <a:pt x="197" y="48"/>
                  </a:lnTo>
                  <a:lnTo>
                    <a:pt x="197" y="50"/>
                  </a:lnTo>
                  <a:lnTo>
                    <a:pt x="199" y="50"/>
                  </a:lnTo>
                  <a:lnTo>
                    <a:pt x="199" y="50"/>
                  </a:lnTo>
                  <a:lnTo>
                    <a:pt x="199" y="50"/>
                  </a:lnTo>
                  <a:lnTo>
                    <a:pt x="199" y="52"/>
                  </a:lnTo>
                  <a:lnTo>
                    <a:pt x="199" y="52"/>
                  </a:lnTo>
                  <a:lnTo>
                    <a:pt x="201" y="5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7" name="Freeform 225"/>
            <p:cNvSpPr>
              <a:spLocks/>
            </p:cNvSpPr>
            <p:nvPr/>
          </p:nvSpPr>
          <p:spPr bwMode="auto">
            <a:xfrm>
              <a:off x="5027613" y="4197350"/>
              <a:ext cx="346075" cy="346075"/>
            </a:xfrm>
            <a:custGeom>
              <a:avLst/>
              <a:gdLst/>
              <a:ahLst/>
              <a:cxnLst>
                <a:cxn ang="0">
                  <a:pos x="197" y="64"/>
                </a:cxn>
                <a:cxn ang="0">
                  <a:pos x="208" y="74"/>
                </a:cxn>
                <a:cxn ang="0">
                  <a:pos x="218" y="85"/>
                </a:cxn>
                <a:cxn ang="0">
                  <a:pos x="206" y="90"/>
                </a:cxn>
                <a:cxn ang="0">
                  <a:pos x="194" y="90"/>
                </a:cxn>
                <a:cxn ang="0">
                  <a:pos x="187" y="104"/>
                </a:cxn>
                <a:cxn ang="0">
                  <a:pos x="187" y="121"/>
                </a:cxn>
                <a:cxn ang="0">
                  <a:pos x="187" y="133"/>
                </a:cxn>
                <a:cxn ang="0">
                  <a:pos x="175" y="142"/>
                </a:cxn>
                <a:cxn ang="0">
                  <a:pos x="163" y="154"/>
                </a:cxn>
                <a:cxn ang="0">
                  <a:pos x="166" y="164"/>
                </a:cxn>
                <a:cxn ang="0">
                  <a:pos x="161" y="178"/>
                </a:cxn>
                <a:cxn ang="0">
                  <a:pos x="161" y="194"/>
                </a:cxn>
                <a:cxn ang="0">
                  <a:pos x="161" y="206"/>
                </a:cxn>
                <a:cxn ang="0">
                  <a:pos x="154" y="216"/>
                </a:cxn>
                <a:cxn ang="0">
                  <a:pos x="149" y="204"/>
                </a:cxn>
                <a:cxn ang="0">
                  <a:pos x="135" y="213"/>
                </a:cxn>
                <a:cxn ang="0">
                  <a:pos x="126" y="213"/>
                </a:cxn>
                <a:cxn ang="0">
                  <a:pos x="118" y="199"/>
                </a:cxn>
                <a:cxn ang="0">
                  <a:pos x="104" y="199"/>
                </a:cxn>
                <a:cxn ang="0">
                  <a:pos x="97" y="194"/>
                </a:cxn>
                <a:cxn ang="0">
                  <a:pos x="90" y="192"/>
                </a:cxn>
                <a:cxn ang="0">
                  <a:pos x="78" y="199"/>
                </a:cxn>
                <a:cxn ang="0">
                  <a:pos x="66" y="202"/>
                </a:cxn>
                <a:cxn ang="0">
                  <a:pos x="64" y="187"/>
                </a:cxn>
                <a:cxn ang="0">
                  <a:pos x="55" y="185"/>
                </a:cxn>
                <a:cxn ang="0">
                  <a:pos x="40" y="187"/>
                </a:cxn>
                <a:cxn ang="0">
                  <a:pos x="29" y="185"/>
                </a:cxn>
                <a:cxn ang="0">
                  <a:pos x="26" y="183"/>
                </a:cxn>
                <a:cxn ang="0">
                  <a:pos x="26" y="166"/>
                </a:cxn>
                <a:cxn ang="0">
                  <a:pos x="26" y="152"/>
                </a:cxn>
                <a:cxn ang="0">
                  <a:pos x="21" y="140"/>
                </a:cxn>
                <a:cxn ang="0">
                  <a:pos x="12" y="138"/>
                </a:cxn>
                <a:cxn ang="0">
                  <a:pos x="7" y="126"/>
                </a:cxn>
                <a:cxn ang="0">
                  <a:pos x="7" y="109"/>
                </a:cxn>
                <a:cxn ang="0">
                  <a:pos x="2" y="95"/>
                </a:cxn>
                <a:cxn ang="0">
                  <a:pos x="2" y="81"/>
                </a:cxn>
                <a:cxn ang="0">
                  <a:pos x="10" y="67"/>
                </a:cxn>
                <a:cxn ang="0">
                  <a:pos x="17" y="64"/>
                </a:cxn>
                <a:cxn ang="0">
                  <a:pos x="24" y="76"/>
                </a:cxn>
                <a:cxn ang="0">
                  <a:pos x="36" y="88"/>
                </a:cxn>
                <a:cxn ang="0">
                  <a:pos x="50" y="85"/>
                </a:cxn>
                <a:cxn ang="0">
                  <a:pos x="64" y="85"/>
                </a:cxn>
                <a:cxn ang="0">
                  <a:pos x="73" y="74"/>
                </a:cxn>
                <a:cxn ang="0">
                  <a:pos x="88" y="71"/>
                </a:cxn>
                <a:cxn ang="0">
                  <a:pos x="100" y="78"/>
                </a:cxn>
                <a:cxn ang="0">
                  <a:pos x="111" y="74"/>
                </a:cxn>
                <a:cxn ang="0">
                  <a:pos x="123" y="74"/>
                </a:cxn>
                <a:cxn ang="0">
                  <a:pos x="128" y="59"/>
                </a:cxn>
                <a:cxn ang="0">
                  <a:pos x="137" y="48"/>
                </a:cxn>
                <a:cxn ang="0">
                  <a:pos x="140" y="33"/>
                </a:cxn>
                <a:cxn ang="0">
                  <a:pos x="147" y="24"/>
                </a:cxn>
                <a:cxn ang="0">
                  <a:pos x="147" y="5"/>
                </a:cxn>
                <a:cxn ang="0">
                  <a:pos x="156" y="0"/>
                </a:cxn>
                <a:cxn ang="0">
                  <a:pos x="171" y="0"/>
                </a:cxn>
                <a:cxn ang="0">
                  <a:pos x="185" y="3"/>
                </a:cxn>
                <a:cxn ang="0">
                  <a:pos x="197" y="7"/>
                </a:cxn>
                <a:cxn ang="0">
                  <a:pos x="194" y="14"/>
                </a:cxn>
                <a:cxn ang="0">
                  <a:pos x="189" y="29"/>
                </a:cxn>
                <a:cxn ang="0">
                  <a:pos x="192" y="36"/>
                </a:cxn>
                <a:cxn ang="0">
                  <a:pos x="199" y="50"/>
                </a:cxn>
              </a:cxnLst>
              <a:rect l="0" t="0" r="r" b="b"/>
              <a:pathLst>
                <a:path w="218" h="218">
                  <a:moveTo>
                    <a:pt x="201" y="52"/>
                  </a:moveTo>
                  <a:lnTo>
                    <a:pt x="201" y="52"/>
                  </a:lnTo>
                  <a:lnTo>
                    <a:pt x="199" y="52"/>
                  </a:lnTo>
                  <a:lnTo>
                    <a:pt x="199" y="55"/>
                  </a:lnTo>
                  <a:lnTo>
                    <a:pt x="199" y="55"/>
                  </a:lnTo>
                  <a:lnTo>
                    <a:pt x="199" y="55"/>
                  </a:lnTo>
                  <a:lnTo>
                    <a:pt x="199" y="55"/>
                  </a:lnTo>
                  <a:lnTo>
                    <a:pt x="199" y="55"/>
                  </a:lnTo>
                  <a:lnTo>
                    <a:pt x="197" y="55"/>
                  </a:lnTo>
                  <a:lnTo>
                    <a:pt x="197" y="55"/>
                  </a:lnTo>
                  <a:lnTo>
                    <a:pt x="197" y="57"/>
                  </a:lnTo>
                  <a:lnTo>
                    <a:pt x="197" y="57"/>
                  </a:lnTo>
                  <a:lnTo>
                    <a:pt x="194" y="57"/>
                  </a:lnTo>
                  <a:lnTo>
                    <a:pt x="194" y="59"/>
                  </a:lnTo>
                  <a:lnTo>
                    <a:pt x="194" y="59"/>
                  </a:lnTo>
                  <a:lnTo>
                    <a:pt x="194" y="62"/>
                  </a:lnTo>
                  <a:lnTo>
                    <a:pt x="197" y="62"/>
                  </a:lnTo>
                  <a:lnTo>
                    <a:pt x="197" y="62"/>
                  </a:lnTo>
                  <a:lnTo>
                    <a:pt x="197" y="64"/>
                  </a:lnTo>
                  <a:lnTo>
                    <a:pt x="194" y="64"/>
                  </a:lnTo>
                  <a:lnTo>
                    <a:pt x="194" y="64"/>
                  </a:lnTo>
                  <a:lnTo>
                    <a:pt x="197" y="64"/>
                  </a:lnTo>
                  <a:lnTo>
                    <a:pt x="197" y="64"/>
                  </a:lnTo>
                  <a:lnTo>
                    <a:pt x="197" y="64"/>
                  </a:lnTo>
                  <a:lnTo>
                    <a:pt x="199" y="64"/>
                  </a:lnTo>
                  <a:lnTo>
                    <a:pt x="199" y="64"/>
                  </a:lnTo>
                  <a:lnTo>
                    <a:pt x="199" y="67"/>
                  </a:lnTo>
                  <a:lnTo>
                    <a:pt x="199" y="67"/>
                  </a:lnTo>
                  <a:lnTo>
                    <a:pt x="199" y="67"/>
                  </a:lnTo>
                  <a:lnTo>
                    <a:pt x="199" y="69"/>
                  </a:lnTo>
                  <a:lnTo>
                    <a:pt x="201" y="69"/>
                  </a:lnTo>
                  <a:lnTo>
                    <a:pt x="201" y="69"/>
                  </a:lnTo>
                  <a:lnTo>
                    <a:pt x="201" y="69"/>
                  </a:lnTo>
                  <a:lnTo>
                    <a:pt x="201" y="69"/>
                  </a:lnTo>
                  <a:lnTo>
                    <a:pt x="201" y="71"/>
                  </a:lnTo>
                  <a:lnTo>
                    <a:pt x="204" y="71"/>
                  </a:lnTo>
                  <a:lnTo>
                    <a:pt x="204" y="71"/>
                  </a:lnTo>
                  <a:lnTo>
                    <a:pt x="204" y="71"/>
                  </a:lnTo>
                  <a:lnTo>
                    <a:pt x="206" y="71"/>
                  </a:lnTo>
                  <a:lnTo>
                    <a:pt x="206" y="71"/>
                  </a:lnTo>
                  <a:lnTo>
                    <a:pt x="206" y="74"/>
                  </a:lnTo>
                  <a:lnTo>
                    <a:pt x="206" y="74"/>
                  </a:lnTo>
                  <a:lnTo>
                    <a:pt x="208" y="74"/>
                  </a:lnTo>
                  <a:lnTo>
                    <a:pt x="208" y="74"/>
                  </a:lnTo>
                  <a:lnTo>
                    <a:pt x="208" y="74"/>
                  </a:lnTo>
                  <a:lnTo>
                    <a:pt x="208" y="74"/>
                  </a:lnTo>
                  <a:lnTo>
                    <a:pt x="211" y="74"/>
                  </a:lnTo>
                  <a:lnTo>
                    <a:pt x="211" y="76"/>
                  </a:lnTo>
                  <a:lnTo>
                    <a:pt x="211" y="76"/>
                  </a:lnTo>
                  <a:lnTo>
                    <a:pt x="211" y="76"/>
                  </a:lnTo>
                  <a:lnTo>
                    <a:pt x="211" y="76"/>
                  </a:lnTo>
                  <a:lnTo>
                    <a:pt x="211" y="78"/>
                  </a:lnTo>
                  <a:lnTo>
                    <a:pt x="213" y="78"/>
                  </a:lnTo>
                  <a:lnTo>
                    <a:pt x="213" y="78"/>
                  </a:lnTo>
                  <a:lnTo>
                    <a:pt x="213" y="78"/>
                  </a:lnTo>
                  <a:lnTo>
                    <a:pt x="213" y="78"/>
                  </a:lnTo>
                  <a:lnTo>
                    <a:pt x="213" y="81"/>
                  </a:lnTo>
                  <a:lnTo>
                    <a:pt x="213" y="81"/>
                  </a:lnTo>
                  <a:lnTo>
                    <a:pt x="216" y="81"/>
                  </a:lnTo>
                  <a:lnTo>
                    <a:pt x="216" y="83"/>
                  </a:lnTo>
                  <a:lnTo>
                    <a:pt x="216" y="83"/>
                  </a:lnTo>
                  <a:lnTo>
                    <a:pt x="216" y="83"/>
                  </a:lnTo>
                  <a:lnTo>
                    <a:pt x="218" y="83"/>
                  </a:lnTo>
                  <a:lnTo>
                    <a:pt x="218" y="83"/>
                  </a:lnTo>
                  <a:lnTo>
                    <a:pt x="218" y="83"/>
                  </a:lnTo>
                  <a:lnTo>
                    <a:pt x="218" y="85"/>
                  </a:lnTo>
                  <a:lnTo>
                    <a:pt x="218" y="85"/>
                  </a:lnTo>
                  <a:lnTo>
                    <a:pt x="218" y="85"/>
                  </a:lnTo>
                  <a:lnTo>
                    <a:pt x="218" y="88"/>
                  </a:lnTo>
                  <a:lnTo>
                    <a:pt x="218" y="88"/>
                  </a:lnTo>
                  <a:lnTo>
                    <a:pt x="218" y="88"/>
                  </a:lnTo>
                  <a:lnTo>
                    <a:pt x="218" y="88"/>
                  </a:lnTo>
                  <a:lnTo>
                    <a:pt x="216" y="88"/>
                  </a:lnTo>
                  <a:lnTo>
                    <a:pt x="216" y="90"/>
                  </a:lnTo>
                  <a:lnTo>
                    <a:pt x="216" y="90"/>
                  </a:lnTo>
                  <a:lnTo>
                    <a:pt x="216" y="90"/>
                  </a:lnTo>
                  <a:lnTo>
                    <a:pt x="213" y="90"/>
                  </a:lnTo>
                  <a:lnTo>
                    <a:pt x="213" y="90"/>
                  </a:lnTo>
                  <a:lnTo>
                    <a:pt x="213" y="90"/>
                  </a:lnTo>
                  <a:lnTo>
                    <a:pt x="211" y="90"/>
                  </a:lnTo>
                  <a:lnTo>
                    <a:pt x="211" y="90"/>
                  </a:lnTo>
                  <a:lnTo>
                    <a:pt x="211" y="90"/>
                  </a:lnTo>
                  <a:lnTo>
                    <a:pt x="211" y="90"/>
                  </a:lnTo>
                  <a:lnTo>
                    <a:pt x="211" y="90"/>
                  </a:lnTo>
                  <a:lnTo>
                    <a:pt x="208" y="90"/>
                  </a:lnTo>
                  <a:lnTo>
                    <a:pt x="208" y="90"/>
                  </a:lnTo>
                  <a:lnTo>
                    <a:pt x="206" y="90"/>
                  </a:lnTo>
                  <a:lnTo>
                    <a:pt x="206" y="90"/>
                  </a:lnTo>
                  <a:lnTo>
                    <a:pt x="206" y="90"/>
                  </a:lnTo>
                  <a:lnTo>
                    <a:pt x="204" y="90"/>
                  </a:lnTo>
                  <a:lnTo>
                    <a:pt x="204" y="90"/>
                  </a:lnTo>
                  <a:lnTo>
                    <a:pt x="204" y="90"/>
                  </a:lnTo>
                  <a:lnTo>
                    <a:pt x="201" y="90"/>
                  </a:lnTo>
                  <a:lnTo>
                    <a:pt x="201" y="90"/>
                  </a:lnTo>
                  <a:lnTo>
                    <a:pt x="201" y="90"/>
                  </a:lnTo>
                  <a:lnTo>
                    <a:pt x="201" y="88"/>
                  </a:lnTo>
                  <a:lnTo>
                    <a:pt x="199" y="88"/>
                  </a:lnTo>
                  <a:lnTo>
                    <a:pt x="199" y="88"/>
                  </a:lnTo>
                  <a:lnTo>
                    <a:pt x="199" y="88"/>
                  </a:lnTo>
                  <a:lnTo>
                    <a:pt x="199" y="90"/>
                  </a:lnTo>
                  <a:lnTo>
                    <a:pt x="199" y="90"/>
                  </a:lnTo>
                  <a:lnTo>
                    <a:pt x="199" y="90"/>
                  </a:lnTo>
                  <a:lnTo>
                    <a:pt x="199" y="93"/>
                  </a:lnTo>
                  <a:lnTo>
                    <a:pt x="199" y="93"/>
                  </a:lnTo>
                  <a:lnTo>
                    <a:pt x="199" y="93"/>
                  </a:lnTo>
                  <a:lnTo>
                    <a:pt x="197" y="93"/>
                  </a:lnTo>
                  <a:lnTo>
                    <a:pt x="197" y="93"/>
                  </a:lnTo>
                  <a:lnTo>
                    <a:pt x="197" y="93"/>
                  </a:lnTo>
                  <a:lnTo>
                    <a:pt x="197" y="90"/>
                  </a:lnTo>
                  <a:lnTo>
                    <a:pt x="194" y="90"/>
                  </a:lnTo>
                  <a:lnTo>
                    <a:pt x="194" y="90"/>
                  </a:lnTo>
                  <a:lnTo>
                    <a:pt x="194" y="90"/>
                  </a:lnTo>
                  <a:lnTo>
                    <a:pt x="194" y="93"/>
                  </a:lnTo>
                  <a:lnTo>
                    <a:pt x="192" y="93"/>
                  </a:lnTo>
                  <a:lnTo>
                    <a:pt x="192" y="93"/>
                  </a:lnTo>
                  <a:lnTo>
                    <a:pt x="192" y="93"/>
                  </a:lnTo>
                  <a:lnTo>
                    <a:pt x="192" y="95"/>
                  </a:lnTo>
                  <a:lnTo>
                    <a:pt x="192" y="95"/>
                  </a:lnTo>
                  <a:lnTo>
                    <a:pt x="192" y="95"/>
                  </a:lnTo>
                  <a:lnTo>
                    <a:pt x="192" y="95"/>
                  </a:lnTo>
                  <a:lnTo>
                    <a:pt x="189" y="95"/>
                  </a:lnTo>
                  <a:lnTo>
                    <a:pt x="189" y="97"/>
                  </a:lnTo>
                  <a:lnTo>
                    <a:pt x="189" y="97"/>
                  </a:lnTo>
                  <a:lnTo>
                    <a:pt x="189" y="97"/>
                  </a:lnTo>
                  <a:lnTo>
                    <a:pt x="189" y="100"/>
                  </a:lnTo>
                  <a:lnTo>
                    <a:pt x="189" y="100"/>
                  </a:lnTo>
                  <a:lnTo>
                    <a:pt x="189" y="102"/>
                  </a:lnTo>
                  <a:lnTo>
                    <a:pt x="187" y="102"/>
                  </a:lnTo>
                  <a:lnTo>
                    <a:pt x="187" y="102"/>
                  </a:lnTo>
                  <a:lnTo>
                    <a:pt x="187" y="104"/>
                  </a:lnTo>
                  <a:lnTo>
                    <a:pt x="187" y="104"/>
                  </a:lnTo>
                  <a:lnTo>
                    <a:pt x="187" y="104"/>
                  </a:lnTo>
                  <a:lnTo>
                    <a:pt x="187" y="104"/>
                  </a:lnTo>
                  <a:lnTo>
                    <a:pt x="187" y="107"/>
                  </a:lnTo>
                  <a:lnTo>
                    <a:pt x="187" y="107"/>
                  </a:lnTo>
                  <a:lnTo>
                    <a:pt x="187" y="107"/>
                  </a:lnTo>
                  <a:lnTo>
                    <a:pt x="187" y="109"/>
                  </a:lnTo>
                  <a:lnTo>
                    <a:pt x="187" y="109"/>
                  </a:lnTo>
                  <a:lnTo>
                    <a:pt x="187" y="109"/>
                  </a:lnTo>
                  <a:lnTo>
                    <a:pt x="187" y="112"/>
                  </a:lnTo>
                  <a:lnTo>
                    <a:pt x="187" y="112"/>
                  </a:lnTo>
                  <a:lnTo>
                    <a:pt x="187" y="114"/>
                  </a:lnTo>
                  <a:lnTo>
                    <a:pt x="187" y="114"/>
                  </a:lnTo>
                  <a:lnTo>
                    <a:pt x="187" y="114"/>
                  </a:lnTo>
                  <a:lnTo>
                    <a:pt x="187" y="114"/>
                  </a:lnTo>
                  <a:lnTo>
                    <a:pt x="185" y="114"/>
                  </a:lnTo>
                  <a:lnTo>
                    <a:pt x="185" y="116"/>
                  </a:lnTo>
                  <a:lnTo>
                    <a:pt x="185" y="116"/>
                  </a:lnTo>
                  <a:lnTo>
                    <a:pt x="185" y="119"/>
                  </a:lnTo>
                  <a:lnTo>
                    <a:pt x="187" y="119"/>
                  </a:lnTo>
                  <a:lnTo>
                    <a:pt x="187" y="119"/>
                  </a:lnTo>
                  <a:lnTo>
                    <a:pt x="187" y="119"/>
                  </a:lnTo>
                  <a:lnTo>
                    <a:pt x="187" y="119"/>
                  </a:lnTo>
                  <a:lnTo>
                    <a:pt x="187" y="121"/>
                  </a:lnTo>
                  <a:lnTo>
                    <a:pt x="189" y="121"/>
                  </a:lnTo>
                  <a:lnTo>
                    <a:pt x="189" y="121"/>
                  </a:lnTo>
                  <a:lnTo>
                    <a:pt x="189" y="121"/>
                  </a:lnTo>
                  <a:lnTo>
                    <a:pt x="189" y="123"/>
                  </a:lnTo>
                  <a:lnTo>
                    <a:pt x="189" y="123"/>
                  </a:lnTo>
                  <a:lnTo>
                    <a:pt x="189" y="123"/>
                  </a:lnTo>
                  <a:lnTo>
                    <a:pt x="189" y="123"/>
                  </a:lnTo>
                  <a:lnTo>
                    <a:pt x="189" y="126"/>
                  </a:lnTo>
                  <a:lnTo>
                    <a:pt x="187" y="126"/>
                  </a:lnTo>
                  <a:lnTo>
                    <a:pt x="187" y="126"/>
                  </a:lnTo>
                  <a:lnTo>
                    <a:pt x="187" y="128"/>
                  </a:lnTo>
                  <a:lnTo>
                    <a:pt x="187" y="128"/>
                  </a:lnTo>
                  <a:lnTo>
                    <a:pt x="187" y="128"/>
                  </a:lnTo>
                  <a:lnTo>
                    <a:pt x="187" y="128"/>
                  </a:lnTo>
                  <a:lnTo>
                    <a:pt x="189" y="128"/>
                  </a:lnTo>
                  <a:lnTo>
                    <a:pt x="189" y="130"/>
                  </a:lnTo>
                  <a:lnTo>
                    <a:pt x="189" y="130"/>
                  </a:lnTo>
                  <a:lnTo>
                    <a:pt x="187" y="130"/>
                  </a:lnTo>
                  <a:lnTo>
                    <a:pt x="187" y="133"/>
                  </a:lnTo>
                  <a:lnTo>
                    <a:pt x="187" y="133"/>
                  </a:lnTo>
                  <a:lnTo>
                    <a:pt x="187" y="133"/>
                  </a:lnTo>
                  <a:lnTo>
                    <a:pt x="187" y="133"/>
                  </a:lnTo>
                  <a:lnTo>
                    <a:pt x="185" y="133"/>
                  </a:lnTo>
                  <a:lnTo>
                    <a:pt x="185" y="133"/>
                  </a:lnTo>
                  <a:lnTo>
                    <a:pt x="185" y="133"/>
                  </a:lnTo>
                  <a:lnTo>
                    <a:pt x="185" y="133"/>
                  </a:lnTo>
                  <a:lnTo>
                    <a:pt x="182" y="133"/>
                  </a:lnTo>
                  <a:lnTo>
                    <a:pt x="182" y="133"/>
                  </a:lnTo>
                  <a:lnTo>
                    <a:pt x="180" y="133"/>
                  </a:lnTo>
                  <a:lnTo>
                    <a:pt x="180" y="135"/>
                  </a:lnTo>
                  <a:lnTo>
                    <a:pt x="180" y="135"/>
                  </a:lnTo>
                  <a:lnTo>
                    <a:pt x="180" y="135"/>
                  </a:lnTo>
                  <a:lnTo>
                    <a:pt x="180" y="135"/>
                  </a:lnTo>
                  <a:lnTo>
                    <a:pt x="180" y="138"/>
                  </a:lnTo>
                  <a:lnTo>
                    <a:pt x="178" y="138"/>
                  </a:lnTo>
                  <a:lnTo>
                    <a:pt x="178" y="138"/>
                  </a:lnTo>
                  <a:lnTo>
                    <a:pt x="178" y="138"/>
                  </a:lnTo>
                  <a:lnTo>
                    <a:pt x="178" y="140"/>
                  </a:lnTo>
                  <a:lnTo>
                    <a:pt x="178" y="140"/>
                  </a:lnTo>
                  <a:lnTo>
                    <a:pt x="178" y="140"/>
                  </a:lnTo>
                  <a:lnTo>
                    <a:pt x="178" y="142"/>
                  </a:lnTo>
                  <a:lnTo>
                    <a:pt x="175" y="142"/>
                  </a:lnTo>
                  <a:lnTo>
                    <a:pt x="175" y="142"/>
                  </a:lnTo>
                  <a:lnTo>
                    <a:pt x="175" y="142"/>
                  </a:lnTo>
                  <a:lnTo>
                    <a:pt x="175" y="145"/>
                  </a:lnTo>
                  <a:lnTo>
                    <a:pt x="173" y="145"/>
                  </a:lnTo>
                  <a:lnTo>
                    <a:pt x="173" y="145"/>
                  </a:lnTo>
                  <a:lnTo>
                    <a:pt x="173" y="145"/>
                  </a:lnTo>
                  <a:lnTo>
                    <a:pt x="171" y="145"/>
                  </a:lnTo>
                  <a:lnTo>
                    <a:pt x="171" y="145"/>
                  </a:lnTo>
                  <a:lnTo>
                    <a:pt x="171" y="145"/>
                  </a:lnTo>
                  <a:lnTo>
                    <a:pt x="171" y="145"/>
                  </a:lnTo>
                  <a:lnTo>
                    <a:pt x="171" y="147"/>
                  </a:lnTo>
                  <a:lnTo>
                    <a:pt x="171" y="147"/>
                  </a:lnTo>
                  <a:lnTo>
                    <a:pt x="168" y="147"/>
                  </a:lnTo>
                  <a:lnTo>
                    <a:pt x="168" y="147"/>
                  </a:lnTo>
                  <a:lnTo>
                    <a:pt x="168" y="147"/>
                  </a:lnTo>
                  <a:lnTo>
                    <a:pt x="166" y="147"/>
                  </a:lnTo>
                  <a:lnTo>
                    <a:pt x="166" y="149"/>
                  </a:lnTo>
                  <a:lnTo>
                    <a:pt x="166" y="149"/>
                  </a:lnTo>
                  <a:lnTo>
                    <a:pt x="166" y="152"/>
                  </a:lnTo>
                  <a:lnTo>
                    <a:pt x="166" y="152"/>
                  </a:lnTo>
                  <a:lnTo>
                    <a:pt x="166" y="152"/>
                  </a:lnTo>
                  <a:lnTo>
                    <a:pt x="166" y="154"/>
                  </a:lnTo>
                  <a:lnTo>
                    <a:pt x="166" y="154"/>
                  </a:lnTo>
                  <a:lnTo>
                    <a:pt x="163" y="154"/>
                  </a:lnTo>
                  <a:lnTo>
                    <a:pt x="163" y="154"/>
                  </a:lnTo>
                  <a:lnTo>
                    <a:pt x="163" y="154"/>
                  </a:lnTo>
                  <a:lnTo>
                    <a:pt x="161" y="154"/>
                  </a:lnTo>
                  <a:lnTo>
                    <a:pt x="161" y="154"/>
                  </a:lnTo>
                  <a:lnTo>
                    <a:pt x="161" y="154"/>
                  </a:lnTo>
                  <a:lnTo>
                    <a:pt x="161" y="154"/>
                  </a:lnTo>
                  <a:lnTo>
                    <a:pt x="163" y="154"/>
                  </a:lnTo>
                  <a:lnTo>
                    <a:pt x="163" y="154"/>
                  </a:lnTo>
                  <a:lnTo>
                    <a:pt x="163" y="157"/>
                  </a:lnTo>
                  <a:lnTo>
                    <a:pt x="163" y="157"/>
                  </a:lnTo>
                  <a:lnTo>
                    <a:pt x="163" y="159"/>
                  </a:lnTo>
                  <a:lnTo>
                    <a:pt x="166" y="159"/>
                  </a:lnTo>
                  <a:lnTo>
                    <a:pt x="166" y="159"/>
                  </a:lnTo>
                  <a:lnTo>
                    <a:pt x="166" y="161"/>
                  </a:lnTo>
                  <a:lnTo>
                    <a:pt x="163" y="161"/>
                  </a:lnTo>
                  <a:lnTo>
                    <a:pt x="163" y="161"/>
                  </a:lnTo>
                  <a:lnTo>
                    <a:pt x="166" y="161"/>
                  </a:lnTo>
                  <a:lnTo>
                    <a:pt x="166" y="164"/>
                  </a:lnTo>
                  <a:lnTo>
                    <a:pt x="166" y="164"/>
                  </a:lnTo>
                  <a:lnTo>
                    <a:pt x="166" y="164"/>
                  </a:lnTo>
                  <a:lnTo>
                    <a:pt x="166" y="164"/>
                  </a:lnTo>
                  <a:lnTo>
                    <a:pt x="166" y="164"/>
                  </a:lnTo>
                  <a:lnTo>
                    <a:pt x="166" y="166"/>
                  </a:lnTo>
                  <a:lnTo>
                    <a:pt x="168" y="166"/>
                  </a:lnTo>
                  <a:lnTo>
                    <a:pt x="168" y="166"/>
                  </a:lnTo>
                  <a:lnTo>
                    <a:pt x="168" y="168"/>
                  </a:lnTo>
                  <a:lnTo>
                    <a:pt x="168" y="168"/>
                  </a:lnTo>
                  <a:lnTo>
                    <a:pt x="166" y="168"/>
                  </a:lnTo>
                  <a:lnTo>
                    <a:pt x="166" y="171"/>
                  </a:lnTo>
                  <a:lnTo>
                    <a:pt x="166" y="171"/>
                  </a:lnTo>
                  <a:lnTo>
                    <a:pt x="166" y="173"/>
                  </a:lnTo>
                  <a:lnTo>
                    <a:pt x="166" y="173"/>
                  </a:lnTo>
                  <a:lnTo>
                    <a:pt x="166" y="173"/>
                  </a:lnTo>
                  <a:lnTo>
                    <a:pt x="166" y="173"/>
                  </a:lnTo>
                  <a:lnTo>
                    <a:pt x="166" y="176"/>
                  </a:lnTo>
                  <a:lnTo>
                    <a:pt x="166" y="176"/>
                  </a:lnTo>
                  <a:lnTo>
                    <a:pt x="166" y="176"/>
                  </a:lnTo>
                  <a:lnTo>
                    <a:pt x="163" y="176"/>
                  </a:lnTo>
                  <a:lnTo>
                    <a:pt x="163" y="176"/>
                  </a:lnTo>
                  <a:lnTo>
                    <a:pt x="163" y="176"/>
                  </a:lnTo>
                  <a:lnTo>
                    <a:pt x="163" y="176"/>
                  </a:lnTo>
                  <a:lnTo>
                    <a:pt x="163" y="178"/>
                  </a:lnTo>
                  <a:lnTo>
                    <a:pt x="163" y="178"/>
                  </a:lnTo>
                  <a:lnTo>
                    <a:pt x="161" y="178"/>
                  </a:lnTo>
                  <a:lnTo>
                    <a:pt x="161" y="180"/>
                  </a:lnTo>
                  <a:lnTo>
                    <a:pt x="161" y="180"/>
                  </a:lnTo>
                  <a:lnTo>
                    <a:pt x="161" y="183"/>
                  </a:lnTo>
                  <a:lnTo>
                    <a:pt x="161" y="183"/>
                  </a:lnTo>
                  <a:lnTo>
                    <a:pt x="161" y="183"/>
                  </a:lnTo>
                  <a:lnTo>
                    <a:pt x="161" y="185"/>
                  </a:lnTo>
                  <a:lnTo>
                    <a:pt x="161" y="185"/>
                  </a:lnTo>
                  <a:lnTo>
                    <a:pt x="161" y="185"/>
                  </a:lnTo>
                  <a:lnTo>
                    <a:pt x="161" y="187"/>
                  </a:lnTo>
                  <a:lnTo>
                    <a:pt x="161" y="187"/>
                  </a:lnTo>
                  <a:lnTo>
                    <a:pt x="161" y="187"/>
                  </a:lnTo>
                  <a:lnTo>
                    <a:pt x="161" y="190"/>
                  </a:lnTo>
                  <a:lnTo>
                    <a:pt x="161" y="190"/>
                  </a:lnTo>
                  <a:lnTo>
                    <a:pt x="161" y="192"/>
                  </a:lnTo>
                  <a:lnTo>
                    <a:pt x="159" y="192"/>
                  </a:lnTo>
                  <a:lnTo>
                    <a:pt x="159" y="192"/>
                  </a:lnTo>
                  <a:lnTo>
                    <a:pt x="159" y="192"/>
                  </a:lnTo>
                  <a:lnTo>
                    <a:pt x="159" y="192"/>
                  </a:lnTo>
                  <a:lnTo>
                    <a:pt x="161" y="192"/>
                  </a:lnTo>
                  <a:lnTo>
                    <a:pt x="161" y="192"/>
                  </a:lnTo>
                  <a:lnTo>
                    <a:pt x="161" y="194"/>
                  </a:lnTo>
                  <a:lnTo>
                    <a:pt x="161" y="194"/>
                  </a:lnTo>
                  <a:lnTo>
                    <a:pt x="161" y="197"/>
                  </a:lnTo>
                  <a:lnTo>
                    <a:pt x="161" y="197"/>
                  </a:lnTo>
                  <a:lnTo>
                    <a:pt x="161" y="197"/>
                  </a:lnTo>
                  <a:lnTo>
                    <a:pt x="161" y="197"/>
                  </a:lnTo>
                  <a:lnTo>
                    <a:pt x="161" y="197"/>
                  </a:lnTo>
                  <a:lnTo>
                    <a:pt x="161" y="194"/>
                  </a:lnTo>
                  <a:lnTo>
                    <a:pt x="163" y="194"/>
                  </a:lnTo>
                  <a:lnTo>
                    <a:pt x="163" y="194"/>
                  </a:lnTo>
                  <a:lnTo>
                    <a:pt x="163" y="197"/>
                  </a:lnTo>
                  <a:lnTo>
                    <a:pt x="163" y="197"/>
                  </a:lnTo>
                  <a:lnTo>
                    <a:pt x="163" y="199"/>
                  </a:lnTo>
                  <a:lnTo>
                    <a:pt x="163" y="199"/>
                  </a:lnTo>
                  <a:lnTo>
                    <a:pt x="163" y="199"/>
                  </a:lnTo>
                  <a:lnTo>
                    <a:pt x="163" y="202"/>
                  </a:lnTo>
                  <a:lnTo>
                    <a:pt x="163" y="202"/>
                  </a:lnTo>
                  <a:lnTo>
                    <a:pt x="163" y="204"/>
                  </a:lnTo>
                  <a:lnTo>
                    <a:pt x="163" y="204"/>
                  </a:lnTo>
                  <a:lnTo>
                    <a:pt x="161" y="204"/>
                  </a:lnTo>
                  <a:lnTo>
                    <a:pt x="161" y="204"/>
                  </a:lnTo>
                  <a:lnTo>
                    <a:pt x="161" y="206"/>
                  </a:lnTo>
                  <a:lnTo>
                    <a:pt x="161" y="206"/>
                  </a:lnTo>
                  <a:lnTo>
                    <a:pt x="161" y="206"/>
                  </a:lnTo>
                  <a:lnTo>
                    <a:pt x="161" y="206"/>
                  </a:lnTo>
                  <a:lnTo>
                    <a:pt x="161" y="209"/>
                  </a:lnTo>
                  <a:lnTo>
                    <a:pt x="161" y="209"/>
                  </a:lnTo>
                  <a:lnTo>
                    <a:pt x="161" y="209"/>
                  </a:lnTo>
                  <a:lnTo>
                    <a:pt x="161" y="211"/>
                  </a:lnTo>
                  <a:lnTo>
                    <a:pt x="161" y="211"/>
                  </a:lnTo>
                  <a:lnTo>
                    <a:pt x="161" y="211"/>
                  </a:lnTo>
                  <a:lnTo>
                    <a:pt x="159" y="211"/>
                  </a:lnTo>
                  <a:lnTo>
                    <a:pt x="159" y="213"/>
                  </a:lnTo>
                  <a:lnTo>
                    <a:pt x="159" y="213"/>
                  </a:lnTo>
                  <a:lnTo>
                    <a:pt x="159" y="213"/>
                  </a:lnTo>
                  <a:lnTo>
                    <a:pt x="159" y="213"/>
                  </a:lnTo>
                  <a:lnTo>
                    <a:pt x="159" y="213"/>
                  </a:lnTo>
                  <a:lnTo>
                    <a:pt x="159" y="216"/>
                  </a:lnTo>
                  <a:lnTo>
                    <a:pt x="159" y="216"/>
                  </a:lnTo>
                  <a:lnTo>
                    <a:pt x="159" y="216"/>
                  </a:lnTo>
                  <a:lnTo>
                    <a:pt x="159" y="213"/>
                  </a:lnTo>
                  <a:lnTo>
                    <a:pt x="156" y="213"/>
                  </a:lnTo>
                  <a:lnTo>
                    <a:pt x="156" y="216"/>
                  </a:lnTo>
                  <a:lnTo>
                    <a:pt x="156" y="216"/>
                  </a:lnTo>
                  <a:lnTo>
                    <a:pt x="154" y="216"/>
                  </a:lnTo>
                  <a:lnTo>
                    <a:pt x="154" y="216"/>
                  </a:lnTo>
                  <a:lnTo>
                    <a:pt x="154" y="213"/>
                  </a:lnTo>
                  <a:lnTo>
                    <a:pt x="154" y="213"/>
                  </a:lnTo>
                  <a:lnTo>
                    <a:pt x="154" y="213"/>
                  </a:lnTo>
                  <a:lnTo>
                    <a:pt x="154" y="213"/>
                  </a:lnTo>
                  <a:lnTo>
                    <a:pt x="154" y="211"/>
                  </a:lnTo>
                  <a:lnTo>
                    <a:pt x="154" y="211"/>
                  </a:lnTo>
                  <a:lnTo>
                    <a:pt x="154" y="209"/>
                  </a:lnTo>
                  <a:lnTo>
                    <a:pt x="154" y="209"/>
                  </a:lnTo>
                  <a:lnTo>
                    <a:pt x="154" y="206"/>
                  </a:lnTo>
                  <a:lnTo>
                    <a:pt x="154" y="206"/>
                  </a:lnTo>
                  <a:lnTo>
                    <a:pt x="154" y="206"/>
                  </a:lnTo>
                  <a:lnTo>
                    <a:pt x="154" y="204"/>
                  </a:lnTo>
                  <a:lnTo>
                    <a:pt x="154" y="204"/>
                  </a:lnTo>
                  <a:lnTo>
                    <a:pt x="154" y="204"/>
                  </a:lnTo>
                  <a:lnTo>
                    <a:pt x="154" y="204"/>
                  </a:lnTo>
                  <a:lnTo>
                    <a:pt x="152" y="204"/>
                  </a:lnTo>
                  <a:lnTo>
                    <a:pt x="152" y="204"/>
                  </a:lnTo>
                  <a:lnTo>
                    <a:pt x="152" y="204"/>
                  </a:lnTo>
                  <a:lnTo>
                    <a:pt x="152" y="204"/>
                  </a:lnTo>
                  <a:lnTo>
                    <a:pt x="152" y="204"/>
                  </a:lnTo>
                  <a:lnTo>
                    <a:pt x="149" y="204"/>
                  </a:lnTo>
                  <a:lnTo>
                    <a:pt x="149" y="204"/>
                  </a:lnTo>
                  <a:lnTo>
                    <a:pt x="149" y="206"/>
                  </a:lnTo>
                  <a:lnTo>
                    <a:pt x="147" y="206"/>
                  </a:lnTo>
                  <a:lnTo>
                    <a:pt x="147" y="206"/>
                  </a:lnTo>
                  <a:lnTo>
                    <a:pt x="147" y="206"/>
                  </a:lnTo>
                  <a:lnTo>
                    <a:pt x="147" y="206"/>
                  </a:lnTo>
                  <a:lnTo>
                    <a:pt x="144" y="206"/>
                  </a:lnTo>
                  <a:lnTo>
                    <a:pt x="144" y="209"/>
                  </a:lnTo>
                  <a:lnTo>
                    <a:pt x="144" y="209"/>
                  </a:lnTo>
                  <a:lnTo>
                    <a:pt x="144" y="209"/>
                  </a:lnTo>
                  <a:lnTo>
                    <a:pt x="142" y="209"/>
                  </a:lnTo>
                  <a:lnTo>
                    <a:pt x="142" y="209"/>
                  </a:lnTo>
                  <a:lnTo>
                    <a:pt x="142" y="209"/>
                  </a:lnTo>
                  <a:lnTo>
                    <a:pt x="140" y="209"/>
                  </a:lnTo>
                  <a:lnTo>
                    <a:pt x="140" y="211"/>
                  </a:lnTo>
                  <a:lnTo>
                    <a:pt x="140" y="211"/>
                  </a:lnTo>
                  <a:lnTo>
                    <a:pt x="140" y="211"/>
                  </a:lnTo>
                  <a:lnTo>
                    <a:pt x="137" y="211"/>
                  </a:lnTo>
                  <a:lnTo>
                    <a:pt x="137" y="211"/>
                  </a:lnTo>
                  <a:lnTo>
                    <a:pt x="137" y="211"/>
                  </a:lnTo>
                  <a:lnTo>
                    <a:pt x="137" y="211"/>
                  </a:lnTo>
                  <a:lnTo>
                    <a:pt x="137" y="213"/>
                  </a:lnTo>
                  <a:lnTo>
                    <a:pt x="135" y="213"/>
                  </a:lnTo>
                  <a:lnTo>
                    <a:pt x="135" y="213"/>
                  </a:lnTo>
                  <a:lnTo>
                    <a:pt x="133" y="213"/>
                  </a:lnTo>
                  <a:lnTo>
                    <a:pt x="133" y="213"/>
                  </a:lnTo>
                  <a:lnTo>
                    <a:pt x="133" y="213"/>
                  </a:lnTo>
                  <a:lnTo>
                    <a:pt x="133" y="213"/>
                  </a:lnTo>
                  <a:lnTo>
                    <a:pt x="133" y="213"/>
                  </a:lnTo>
                  <a:lnTo>
                    <a:pt x="130" y="213"/>
                  </a:lnTo>
                  <a:lnTo>
                    <a:pt x="130" y="213"/>
                  </a:lnTo>
                  <a:lnTo>
                    <a:pt x="130" y="216"/>
                  </a:lnTo>
                  <a:lnTo>
                    <a:pt x="128" y="216"/>
                  </a:lnTo>
                  <a:lnTo>
                    <a:pt x="128" y="216"/>
                  </a:lnTo>
                  <a:lnTo>
                    <a:pt x="128" y="216"/>
                  </a:lnTo>
                  <a:lnTo>
                    <a:pt x="128" y="216"/>
                  </a:lnTo>
                  <a:lnTo>
                    <a:pt x="128" y="218"/>
                  </a:lnTo>
                  <a:lnTo>
                    <a:pt x="126" y="218"/>
                  </a:lnTo>
                  <a:lnTo>
                    <a:pt x="126" y="218"/>
                  </a:lnTo>
                  <a:lnTo>
                    <a:pt x="126" y="218"/>
                  </a:lnTo>
                  <a:lnTo>
                    <a:pt x="126" y="216"/>
                  </a:lnTo>
                  <a:lnTo>
                    <a:pt x="123" y="216"/>
                  </a:lnTo>
                  <a:lnTo>
                    <a:pt x="123" y="216"/>
                  </a:lnTo>
                  <a:lnTo>
                    <a:pt x="126" y="216"/>
                  </a:lnTo>
                  <a:lnTo>
                    <a:pt x="126" y="213"/>
                  </a:lnTo>
                  <a:lnTo>
                    <a:pt x="126" y="213"/>
                  </a:lnTo>
                  <a:lnTo>
                    <a:pt x="126" y="213"/>
                  </a:lnTo>
                  <a:lnTo>
                    <a:pt x="126" y="211"/>
                  </a:lnTo>
                  <a:lnTo>
                    <a:pt x="123" y="211"/>
                  </a:lnTo>
                  <a:lnTo>
                    <a:pt x="123" y="211"/>
                  </a:lnTo>
                  <a:lnTo>
                    <a:pt x="123" y="209"/>
                  </a:lnTo>
                  <a:lnTo>
                    <a:pt x="123" y="209"/>
                  </a:lnTo>
                  <a:lnTo>
                    <a:pt x="123" y="206"/>
                  </a:lnTo>
                  <a:lnTo>
                    <a:pt x="123" y="206"/>
                  </a:lnTo>
                  <a:lnTo>
                    <a:pt x="123" y="204"/>
                  </a:lnTo>
                  <a:lnTo>
                    <a:pt x="123" y="204"/>
                  </a:lnTo>
                  <a:lnTo>
                    <a:pt x="123" y="204"/>
                  </a:lnTo>
                  <a:lnTo>
                    <a:pt x="123" y="204"/>
                  </a:lnTo>
                  <a:lnTo>
                    <a:pt x="123" y="202"/>
                  </a:lnTo>
                  <a:lnTo>
                    <a:pt x="121" y="202"/>
                  </a:lnTo>
                  <a:lnTo>
                    <a:pt x="121" y="202"/>
                  </a:lnTo>
                  <a:lnTo>
                    <a:pt x="121" y="202"/>
                  </a:lnTo>
                  <a:lnTo>
                    <a:pt x="121" y="202"/>
                  </a:lnTo>
                  <a:lnTo>
                    <a:pt x="121" y="199"/>
                  </a:lnTo>
                  <a:lnTo>
                    <a:pt x="118" y="199"/>
                  </a:lnTo>
                  <a:lnTo>
                    <a:pt x="118" y="199"/>
                  </a:lnTo>
                  <a:lnTo>
                    <a:pt x="118" y="199"/>
                  </a:lnTo>
                  <a:lnTo>
                    <a:pt x="118" y="199"/>
                  </a:lnTo>
                  <a:lnTo>
                    <a:pt x="116" y="199"/>
                  </a:lnTo>
                  <a:lnTo>
                    <a:pt x="116" y="197"/>
                  </a:lnTo>
                  <a:lnTo>
                    <a:pt x="116" y="197"/>
                  </a:lnTo>
                  <a:lnTo>
                    <a:pt x="114" y="197"/>
                  </a:lnTo>
                  <a:lnTo>
                    <a:pt x="114" y="197"/>
                  </a:lnTo>
                  <a:lnTo>
                    <a:pt x="114" y="197"/>
                  </a:lnTo>
                  <a:lnTo>
                    <a:pt x="114" y="197"/>
                  </a:lnTo>
                  <a:lnTo>
                    <a:pt x="111" y="197"/>
                  </a:lnTo>
                  <a:lnTo>
                    <a:pt x="111" y="197"/>
                  </a:lnTo>
                  <a:lnTo>
                    <a:pt x="111" y="197"/>
                  </a:lnTo>
                  <a:lnTo>
                    <a:pt x="111" y="197"/>
                  </a:lnTo>
                  <a:lnTo>
                    <a:pt x="109" y="197"/>
                  </a:lnTo>
                  <a:lnTo>
                    <a:pt x="109" y="197"/>
                  </a:lnTo>
                  <a:lnTo>
                    <a:pt x="109" y="199"/>
                  </a:lnTo>
                  <a:lnTo>
                    <a:pt x="107" y="199"/>
                  </a:lnTo>
                  <a:lnTo>
                    <a:pt x="107" y="199"/>
                  </a:lnTo>
                  <a:lnTo>
                    <a:pt x="107" y="199"/>
                  </a:lnTo>
                  <a:lnTo>
                    <a:pt x="107" y="199"/>
                  </a:lnTo>
                  <a:lnTo>
                    <a:pt x="104" y="199"/>
                  </a:lnTo>
                  <a:lnTo>
                    <a:pt x="104" y="199"/>
                  </a:lnTo>
                  <a:lnTo>
                    <a:pt x="104" y="199"/>
                  </a:lnTo>
                  <a:lnTo>
                    <a:pt x="102" y="199"/>
                  </a:lnTo>
                  <a:lnTo>
                    <a:pt x="102" y="199"/>
                  </a:lnTo>
                  <a:lnTo>
                    <a:pt x="102" y="199"/>
                  </a:lnTo>
                  <a:lnTo>
                    <a:pt x="102" y="197"/>
                  </a:lnTo>
                  <a:lnTo>
                    <a:pt x="102" y="197"/>
                  </a:lnTo>
                  <a:lnTo>
                    <a:pt x="102" y="197"/>
                  </a:lnTo>
                  <a:lnTo>
                    <a:pt x="102" y="194"/>
                  </a:lnTo>
                  <a:lnTo>
                    <a:pt x="104" y="194"/>
                  </a:lnTo>
                  <a:lnTo>
                    <a:pt x="104" y="194"/>
                  </a:lnTo>
                  <a:lnTo>
                    <a:pt x="102" y="194"/>
                  </a:lnTo>
                  <a:lnTo>
                    <a:pt x="102" y="192"/>
                  </a:lnTo>
                  <a:lnTo>
                    <a:pt x="102" y="192"/>
                  </a:lnTo>
                  <a:lnTo>
                    <a:pt x="102" y="192"/>
                  </a:lnTo>
                  <a:lnTo>
                    <a:pt x="102" y="192"/>
                  </a:lnTo>
                  <a:lnTo>
                    <a:pt x="100" y="192"/>
                  </a:lnTo>
                  <a:lnTo>
                    <a:pt x="100" y="192"/>
                  </a:lnTo>
                  <a:lnTo>
                    <a:pt x="100" y="192"/>
                  </a:lnTo>
                  <a:lnTo>
                    <a:pt x="100" y="192"/>
                  </a:lnTo>
                  <a:lnTo>
                    <a:pt x="100" y="192"/>
                  </a:lnTo>
                  <a:lnTo>
                    <a:pt x="100" y="194"/>
                  </a:lnTo>
                  <a:lnTo>
                    <a:pt x="100" y="194"/>
                  </a:lnTo>
                  <a:lnTo>
                    <a:pt x="97" y="194"/>
                  </a:lnTo>
                  <a:lnTo>
                    <a:pt x="97" y="194"/>
                  </a:lnTo>
                  <a:lnTo>
                    <a:pt x="97" y="194"/>
                  </a:lnTo>
                  <a:lnTo>
                    <a:pt x="95" y="194"/>
                  </a:lnTo>
                  <a:lnTo>
                    <a:pt x="95" y="192"/>
                  </a:lnTo>
                  <a:lnTo>
                    <a:pt x="95" y="192"/>
                  </a:lnTo>
                  <a:lnTo>
                    <a:pt x="95" y="192"/>
                  </a:lnTo>
                  <a:lnTo>
                    <a:pt x="95" y="192"/>
                  </a:lnTo>
                  <a:lnTo>
                    <a:pt x="95" y="192"/>
                  </a:lnTo>
                  <a:lnTo>
                    <a:pt x="92" y="192"/>
                  </a:lnTo>
                  <a:lnTo>
                    <a:pt x="92" y="190"/>
                  </a:lnTo>
                  <a:lnTo>
                    <a:pt x="92" y="190"/>
                  </a:lnTo>
                  <a:lnTo>
                    <a:pt x="92" y="190"/>
                  </a:lnTo>
                  <a:lnTo>
                    <a:pt x="92" y="190"/>
                  </a:lnTo>
                  <a:lnTo>
                    <a:pt x="92" y="187"/>
                  </a:lnTo>
                  <a:lnTo>
                    <a:pt x="90" y="187"/>
                  </a:lnTo>
                  <a:lnTo>
                    <a:pt x="90" y="190"/>
                  </a:lnTo>
                  <a:lnTo>
                    <a:pt x="90" y="190"/>
                  </a:lnTo>
                  <a:lnTo>
                    <a:pt x="90" y="190"/>
                  </a:lnTo>
                  <a:lnTo>
                    <a:pt x="90" y="190"/>
                  </a:lnTo>
                  <a:lnTo>
                    <a:pt x="90" y="192"/>
                  </a:lnTo>
                  <a:lnTo>
                    <a:pt x="90" y="192"/>
                  </a:lnTo>
                  <a:lnTo>
                    <a:pt x="90" y="192"/>
                  </a:lnTo>
                  <a:lnTo>
                    <a:pt x="90" y="192"/>
                  </a:lnTo>
                  <a:lnTo>
                    <a:pt x="88" y="192"/>
                  </a:lnTo>
                  <a:lnTo>
                    <a:pt x="88" y="192"/>
                  </a:lnTo>
                  <a:lnTo>
                    <a:pt x="88" y="194"/>
                  </a:lnTo>
                  <a:lnTo>
                    <a:pt x="88" y="194"/>
                  </a:lnTo>
                  <a:lnTo>
                    <a:pt x="85" y="194"/>
                  </a:lnTo>
                  <a:lnTo>
                    <a:pt x="85" y="194"/>
                  </a:lnTo>
                  <a:lnTo>
                    <a:pt x="85" y="194"/>
                  </a:lnTo>
                  <a:lnTo>
                    <a:pt x="85" y="194"/>
                  </a:lnTo>
                  <a:lnTo>
                    <a:pt x="85" y="197"/>
                  </a:lnTo>
                  <a:lnTo>
                    <a:pt x="83" y="197"/>
                  </a:lnTo>
                  <a:lnTo>
                    <a:pt x="83" y="197"/>
                  </a:lnTo>
                  <a:lnTo>
                    <a:pt x="83" y="197"/>
                  </a:lnTo>
                  <a:lnTo>
                    <a:pt x="81" y="197"/>
                  </a:lnTo>
                  <a:lnTo>
                    <a:pt x="81" y="199"/>
                  </a:lnTo>
                  <a:lnTo>
                    <a:pt x="81" y="199"/>
                  </a:lnTo>
                  <a:lnTo>
                    <a:pt x="81" y="199"/>
                  </a:lnTo>
                  <a:lnTo>
                    <a:pt x="81" y="202"/>
                  </a:lnTo>
                  <a:lnTo>
                    <a:pt x="81" y="202"/>
                  </a:lnTo>
                  <a:lnTo>
                    <a:pt x="81" y="199"/>
                  </a:lnTo>
                  <a:lnTo>
                    <a:pt x="81" y="199"/>
                  </a:lnTo>
                  <a:lnTo>
                    <a:pt x="78" y="199"/>
                  </a:lnTo>
                  <a:lnTo>
                    <a:pt x="78" y="199"/>
                  </a:lnTo>
                  <a:lnTo>
                    <a:pt x="78" y="197"/>
                  </a:lnTo>
                  <a:lnTo>
                    <a:pt x="78" y="197"/>
                  </a:lnTo>
                  <a:lnTo>
                    <a:pt x="78" y="197"/>
                  </a:lnTo>
                  <a:lnTo>
                    <a:pt x="76" y="197"/>
                  </a:lnTo>
                  <a:lnTo>
                    <a:pt x="76" y="197"/>
                  </a:lnTo>
                  <a:lnTo>
                    <a:pt x="76" y="194"/>
                  </a:lnTo>
                  <a:lnTo>
                    <a:pt x="73" y="194"/>
                  </a:lnTo>
                  <a:lnTo>
                    <a:pt x="73" y="194"/>
                  </a:lnTo>
                  <a:lnTo>
                    <a:pt x="73" y="194"/>
                  </a:lnTo>
                  <a:lnTo>
                    <a:pt x="73" y="197"/>
                  </a:lnTo>
                  <a:lnTo>
                    <a:pt x="71" y="197"/>
                  </a:lnTo>
                  <a:lnTo>
                    <a:pt x="71" y="197"/>
                  </a:lnTo>
                  <a:lnTo>
                    <a:pt x="71" y="197"/>
                  </a:lnTo>
                  <a:lnTo>
                    <a:pt x="71" y="197"/>
                  </a:lnTo>
                  <a:lnTo>
                    <a:pt x="71" y="199"/>
                  </a:lnTo>
                  <a:lnTo>
                    <a:pt x="69" y="199"/>
                  </a:lnTo>
                  <a:lnTo>
                    <a:pt x="69" y="199"/>
                  </a:lnTo>
                  <a:lnTo>
                    <a:pt x="69" y="199"/>
                  </a:lnTo>
                  <a:lnTo>
                    <a:pt x="69" y="202"/>
                  </a:lnTo>
                  <a:lnTo>
                    <a:pt x="66" y="202"/>
                  </a:lnTo>
                  <a:lnTo>
                    <a:pt x="66" y="202"/>
                  </a:lnTo>
                  <a:lnTo>
                    <a:pt x="66" y="202"/>
                  </a:lnTo>
                  <a:lnTo>
                    <a:pt x="66" y="202"/>
                  </a:lnTo>
                  <a:lnTo>
                    <a:pt x="64" y="202"/>
                  </a:lnTo>
                  <a:lnTo>
                    <a:pt x="64" y="202"/>
                  </a:lnTo>
                  <a:lnTo>
                    <a:pt x="64" y="202"/>
                  </a:lnTo>
                  <a:lnTo>
                    <a:pt x="64" y="202"/>
                  </a:lnTo>
                  <a:lnTo>
                    <a:pt x="64" y="199"/>
                  </a:lnTo>
                  <a:lnTo>
                    <a:pt x="64" y="199"/>
                  </a:lnTo>
                  <a:lnTo>
                    <a:pt x="64" y="197"/>
                  </a:lnTo>
                  <a:lnTo>
                    <a:pt x="62" y="197"/>
                  </a:lnTo>
                  <a:lnTo>
                    <a:pt x="62" y="197"/>
                  </a:lnTo>
                  <a:lnTo>
                    <a:pt x="64" y="197"/>
                  </a:lnTo>
                  <a:lnTo>
                    <a:pt x="64" y="194"/>
                  </a:lnTo>
                  <a:lnTo>
                    <a:pt x="64" y="194"/>
                  </a:lnTo>
                  <a:lnTo>
                    <a:pt x="64" y="194"/>
                  </a:lnTo>
                  <a:lnTo>
                    <a:pt x="64" y="192"/>
                  </a:lnTo>
                  <a:lnTo>
                    <a:pt x="64" y="192"/>
                  </a:lnTo>
                  <a:lnTo>
                    <a:pt x="64" y="192"/>
                  </a:lnTo>
                  <a:lnTo>
                    <a:pt x="64" y="190"/>
                  </a:lnTo>
                  <a:lnTo>
                    <a:pt x="64" y="190"/>
                  </a:lnTo>
                  <a:lnTo>
                    <a:pt x="64" y="187"/>
                  </a:lnTo>
                  <a:lnTo>
                    <a:pt x="64" y="187"/>
                  </a:lnTo>
                  <a:lnTo>
                    <a:pt x="64" y="187"/>
                  </a:lnTo>
                  <a:lnTo>
                    <a:pt x="64" y="185"/>
                  </a:lnTo>
                  <a:lnTo>
                    <a:pt x="64" y="185"/>
                  </a:lnTo>
                  <a:lnTo>
                    <a:pt x="62" y="185"/>
                  </a:lnTo>
                  <a:lnTo>
                    <a:pt x="62" y="185"/>
                  </a:lnTo>
                  <a:lnTo>
                    <a:pt x="62" y="185"/>
                  </a:lnTo>
                  <a:lnTo>
                    <a:pt x="62" y="187"/>
                  </a:lnTo>
                  <a:lnTo>
                    <a:pt x="59" y="187"/>
                  </a:lnTo>
                  <a:lnTo>
                    <a:pt x="59" y="187"/>
                  </a:lnTo>
                  <a:lnTo>
                    <a:pt x="59" y="190"/>
                  </a:lnTo>
                  <a:lnTo>
                    <a:pt x="59" y="190"/>
                  </a:lnTo>
                  <a:lnTo>
                    <a:pt x="59" y="190"/>
                  </a:lnTo>
                  <a:lnTo>
                    <a:pt x="59" y="190"/>
                  </a:lnTo>
                  <a:lnTo>
                    <a:pt x="59" y="190"/>
                  </a:lnTo>
                  <a:lnTo>
                    <a:pt x="59" y="187"/>
                  </a:lnTo>
                  <a:lnTo>
                    <a:pt x="57" y="187"/>
                  </a:lnTo>
                  <a:lnTo>
                    <a:pt x="57" y="187"/>
                  </a:lnTo>
                  <a:lnTo>
                    <a:pt x="57" y="187"/>
                  </a:lnTo>
                  <a:lnTo>
                    <a:pt x="57" y="185"/>
                  </a:lnTo>
                  <a:lnTo>
                    <a:pt x="55" y="185"/>
                  </a:lnTo>
                  <a:lnTo>
                    <a:pt x="55" y="185"/>
                  </a:lnTo>
                  <a:lnTo>
                    <a:pt x="55" y="185"/>
                  </a:lnTo>
                  <a:lnTo>
                    <a:pt x="52" y="185"/>
                  </a:lnTo>
                  <a:lnTo>
                    <a:pt x="52" y="187"/>
                  </a:lnTo>
                  <a:lnTo>
                    <a:pt x="52" y="187"/>
                  </a:lnTo>
                  <a:lnTo>
                    <a:pt x="52" y="187"/>
                  </a:lnTo>
                  <a:lnTo>
                    <a:pt x="52" y="187"/>
                  </a:lnTo>
                  <a:lnTo>
                    <a:pt x="50" y="187"/>
                  </a:lnTo>
                  <a:lnTo>
                    <a:pt x="50" y="187"/>
                  </a:lnTo>
                  <a:lnTo>
                    <a:pt x="47" y="187"/>
                  </a:lnTo>
                  <a:lnTo>
                    <a:pt x="47" y="190"/>
                  </a:lnTo>
                  <a:lnTo>
                    <a:pt x="47" y="190"/>
                  </a:lnTo>
                  <a:lnTo>
                    <a:pt x="47" y="190"/>
                  </a:lnTo>
                  <a:lnTo>
                    <a:pt x="45" y="190"/>
                  </a:lnTo>
                  <a:lnTo>
                    <a:pt x="45" y="190"/>
                  </a:lnTo>
                  <a:lnTo>
                    <a:pt x="45" y="190"/>
                  </a:lnTo>
                  <a:lnTo>
                    <a:pt x="45" y="187"/>
                  </a:lnTo>
                  <a:lnTo>
                    <a:pt x="43" y="187"/>
                  </a:lnTo>
                  <a:lnTo>
                    <a:pt x="43" y="187"/>
                  </a:lnTo>
                  <a:lnTo>
                    <a:pt x="43" y="187"/>
                  </a:lnTo>
                  <a:lnTo>
                    <a:pt x="40" y="187"/>
                  </a:lnTo>
                  <a:lnTo>
                    <a:pt x="40" y="187"/>
                  </a:lnTo>
                  <a:lnTo>
                    <a:pt x="40" y="187"/>
                  </a:lnTo>
                  <a:lnTo>
                    <a:pt x="40" y="187"/>
                  </a:lnTo>
                  <a:lnTo>
                    <a:pt x="38" y="187"/>
                  </a:lnTo>
                  <a:lnTo>
                    <a:pt x="38" y="187"/>
                  </a:lnTo>
                  <a:lnTo>
                    <a:pt x="38" y="187"/>
                  </a:lnTo>
                  <a:lnTo>
                    <a:pt x="38" y="185"/>
                  </a:lnTo>
                  <a:lnTo>
                    <a:pt x="38" y="185"/>
                  </a:lnTo>
                  <a:lnTo>
                    <a:pt x="38" y="185"/>
                  </a:lnTo>
                  <a:lnTo>
                    <a:pt x="38" y="185"/>
                  </a:lnTo>
                  <a:lnTo>
                    <a:pt x="38" y="183"/>
                  </a:lnTo>
                  <a:lnTo>
                    <a:pt x="38" y="183"/>
                  </a:lnTo>
                  <a:lnTo>
                    <a:pt x="36" y="183"/>
                  </a:lnTo>
                  <a:lnTo>
                    <a:pt x="36" y="185"/>
                  </a:lnTo>
                  <a:lnTo>
                    <a:pt x="36" y="185"/>
                  </a:lnTo>
                  <a:lnTo>
                    <a:pt x="33" y="185"/>
                  </a:lnTo>
                  <a:lnTo>
                    <a:pt x="33" y="185"/>
                  </a:lnTo>
                  <a:lnTo>
                    <a:pt x="33" y="185"/>
                  </a:lnTo>
                  <a:lnTo>
                    <a:pt x="33" y="187"/>
                  </a:lnTo>
                  <a:lnTo>
                    <a:pt x="33" y="187"/>
                  </a:lnTo>
                  <a:lnTo>
                    <a:pt x="31" y="187"/>
                  </a:lnTo>
                  <a:lnTo>
                    <a:pt x="31" y="187"/>
                  </a:lnTo>
                  <a:lnTo>
                    <a:pt x="31" y="185"/>
                  </a:lnTo>
                  <a:lnTo>
                    <a:pt x="31" y="185"/>
                  </a:lnTo>
                  <a:lnTo>
                    <a:pt x="29" y="185"/>
                  </a:lnTo>
                  <a:lnTo>
                    <a:pt x="29" y="185"/>
                  </a:lnTo>
                  <a:lnTo>
                    <a:pt x="29" y="185"/>
                  </a:lnTo>
                  <a:lnTo>
                    <a:pt x="29" y="183"/>
                  </a:lnTo>
                  <a:lnTo>
                    <a:pt x="29" y="183"/>
                  </a:lnTo>
                  <a:lnTo>
                    <a:pt x="29" y="183"/>
                  </a:lnTo>
                  <a:lnTo>
                    <a:pt x="31" y="183"/>
                  </a:lnTo>
                  <a:lnTo>
                    <a:pt x="31" y="183"/>
                  </a:lnTo>
                  <a:lnTo>
                    <a:pt x="31" y="183"/>
                  </a:lnTo>
                  <a:lnTo>
                    <a:pt x="31" y="183"/>
                  </a:lnTo>
                  <a:lnTo>
                    <a:pt x="31" y="180"/>
                  </a:lnTo>
                  <a:lnTo>
                    <a:pt x="31" y="180"/>
                  </a:lnTo>
                  <a:lnTo>
                    <a:pt x="31" y="178"/>
                  </a:lnTo>
                  <a:lnTo>
                    <a:pt x="29" y="178"/>
                  </a:lnTo>
                  <a:lnTo>
                    <a:pt x="29" y="178"/>
                  </a:lnTo>
                  <a:lnTo>
                    <a:pt x="29" y="180"/>
                  </a:lnTo>
                  <a:lnTo>
                    <a:pt x="29" y="180"/>
                  </a:lnTo>
                  <a:lnTo>
                    <a:pt x="29" y="183"/>
                  </a:lnTo>
                  <a:lnTo>
                    <a:pt x="26" y="183"/>
                  </a:lnTo>
                  <a:lnTo>
                    <a:pt x="26" y="183"/>
                  </a:lnTo>
                  <a:lnTo>
                    <a:pt x="26" y="183"/>
                  </a:lnTo>
                  <a:lnTo>
                    <a:pt x="26" y="183"/>
                  </a:lnTo>
                  <a:lnTo>
                    <a:pt x="26" y="183"/>
                  </a:lnTo>
                  <a:lnTo>
                    <a:pt x="26" y="180"/>
                  </a:lnTo>
                  <a:lnTo>
                    <a:pt x="26" y="180"/>
                  </a:lnTo>
                  <a:lnTo>
                    <a:pt x="26" y="180"/>
                  </a:lnTo>
                  <a:lnTo>
                    <a:pt x="26" y="178"/>
                  </a:lnTo>
                  <a:lnTo>
                    <a:pt x="26" y="178"/>
                  </a:lnTo>
                  <a:lnTo>
                    <a:pt x="26" y="178"/>
                  </a:lnTo>
                  <a:lnTo>
                    <a:pt x="29" y="178"/>
                  </a:lnTo>
                  <a:lnTo>
                    <a:pt x="29" y="176"/>
                  </a:lnTo>
                  <a:lnTo>
                    <a:pt x="29" y="176"/>
                  </a:lnTo>
                  <a:lnTo>
                    <a:pt x="29" y="176"/>
                  </a:lnTo>
                  <a:lnTo>
                    <a:pt x="29" y="173"/>
                  </a:lnTo>
                  <a:lnTo>
                    <a:pt x="29" y="173"/>
                  </a:lnTo>
                  <a:lnTo>
                    <a:pt x="29" y="173"/>
                  </a:lnTo>
                  <a:lnTo>
                    <a:pt x="29" y="173"/>
                  </a:lnTo>
                  <a:lnTo>
                    <a:pt x="29" y="171"/>
                  </a:lnTo>
                  <a:lnTo>
                    <a:pt x="29" y="171"/>
                  </a:lnTo>
                  <a:lnTo>
                    <a:pt x="26" y="171"/>
                  </a:lnTo>
                  <a:lnTo>
                    <a:pt x="26" y="168"/>
                  </a:lnTo>
                  <a:lnTo>
                    <a:pt x="26" y="168"/>
                  </a:lnTo>
                  <a:lnTo>
                    <a:pt x="26" y="168"/>
                  </a:lnTo>
                  <a:lnTo>
                    <a:pt x="26" y="166"/>
                  </a:lnTo>
                  <a:lnTo>
                    <a:pt x="26" y="166"/>
                  </a:lnTo>
                  <a:lnTo>
                    <a:pt x="26" y="166"/>
                  </a:lnTo>
                  <a:lnTo>
                    <a:pt x="26" y="164"/>
                  </a:lnTo>
                  <a:lnTo>
                    <a:pt x="26" y="164"/>
                  </a:lnTo>
                  <a:lnTo>
                    <a:pt x="26" y="164"/>
                  </a:lnTo>
                  <a:lnTo>
                    <a:pt x="26" y="161"/>
                  </a:lnTo>
                  <a:lnTo>
                    <a:pt x="26" y="161"/>
                  </a:lnTo>
                  <a:lnTo>
                    <a:pt x="26" y="161"/>
                  </a:lnTo>
                  <a:lnTo>
                    <a:pt x="26" y="161"/>
                  </a:lnTo>
                  <a:lnTo>
                    <a:pt x="26" y="159"/>
                  </a:lnTo>
                  <a:lnTo>
                    <a:pt x="24" y="159"/>
                  </a:lnTo>
                  <a:lnTo>
                    <a:pt x="24" y="159"/>
                  </a:lnTo>
                  <a:lnTo>
                    <a:pt x="24" y="159"/>
                  </a:lnTo>
                  <a:lnTo>
                    <a:pt x="21" y="159"/>
                  </a:lnTo>
                  <a:lnTo>
                    <a:pt x="21" y="157"/>
                  </a:lnTo>
                  <a:lnTo>
                    <a:pt x="21" y="157"/>
                  </a:lnTo>
                  <a:lnTo>
                    <a:pt x="21" y="154"/>
                  </a:lnTo>
                  <a:lnTo>
                    <a:pt x="24" y="154"/>
                  </a:lnTo>
                  <a:lnTo>
                    <a:pt x="24" y="154"/>
                  </a:lnTo>
                  <a:lnTo>
                    <a:pt x="24" y="154"/>
                  </a:lnTo>
                  <a:lnTo>
                    <a:pt x="26" y="154"/>
                  </a:lnTo>
                  <a:lnTo>
                    <a:pt x="26" y="154"/>
                  </a:lnTo>
                  <a:lnTo>
                    <a:pt x="26" y="152"/>
                  </a:lnTo>
                  <a:lnTo>
                    <a:pt x="26" y="152"/>
                  </a:lnTo>
                  <a:lnTo>
                    <a:pt x="26" y="149"/>
                  </a:lnTo>
                  <a:lnTo>
                    <a:pt x="26" y="149"/>
                  </a:lnTo>
                  <a:lnTo>
                    <a:pt x="26" y="147"/>
                  </a:lnTo>
                  <a:lnTo>
                    <a:pt x="26" y="147"/>
                  </a:lnTo>
                  <a:lnTo>
                    <a:pt x="26" y="147"/>
                  </a:lnTo>
                  <a:lnTo>
                    <a:pt x="26" y="145"/>
                  </a:lnTo>
                  <a:lnTo>
                    <a:pt x="26" y="145"/>
                  </a:lnTo>
                  <a:lnTo>
                    <a:pt x="26" y="145"/>
                  </a:lnTo>
                  <a:lnTo>
                    <a:pt x="26" y="145"/>
                  </a:lnTo>
                  <a:lnTo>
                    <a:pt x="24" y="145"/>
                  </a:lnTo>
                  <a:lnTo>
                    <a:pt x="24" y="145"/>
                  </a:lnTo>
                  <a:lnTo>
                    <a:pt x="24" y="142"/>
                  </a:lnTo>
                  <a:lnTo>
                    <a:pt x="21" y="142"/>
                  </a:lnTo>
                  <a:lnTo>
                    <a:pt x="21" y="142"/>
                  </a:lnTo>
                  <a:lnTo>
                    <a:pt x="21" y="140"/>
                  </a:lnTo>
                  <a:lnTo>
                    <a:pt x="24" y="140"/>
                  </a:lnTo>
                  <a:lnTo>
                    <a:pt x="24" y="140"/>
                  </a:lnTo>
                  <a:lnTo>
                    <a:pt x="21" y="140"/>
                  </a:lnTo>
                  <a:lnTo>
                    <a:pt x="21" y="140"/>
                  </a:lnTo>
                  <a:lnTo>
                    <a:pt x="21" y="140"/>
                  </a:lnTo>
                  <a:lnTo>
                    <a:pt x="21" y="140"/>
                  </a:lnTo>
                  <a:lnTo>
                    <a:pt x="19" y="140"/>
                  </a:lnTo>
                  <a:lnTo>
                    <a:pt x="19" y="142"/>
                  </a:lnTo>
                  <a:lnTo>
                    <a:pt x="19" y="142"/>
                  </a:lnTo>
                  <a:lnTo>
                    <a:pt x="19" y="142"/>
                  </a:lnTo>
                  <a:lnTo>
                    <a:pt x="19" y="142"/>
                  </a:lnTo>
                  <a:lnTo>
                    <a:pt x="17" y="142"/>
                  </a:lnTo>
                  <a:lnTo>
                    <a:pt x="17" y="145"/>
                  </a:lnTo>
                  <a:lnTo>
                    <a:pt x="17" y="145"/>
                  </a:lnTo>
                  <a:lnTo>
                    <a:pt x="14" y="145"/>
                  </a:lnTo>
                  <a:lnTo>
                    <a:pt x="14" y="145"/>
                  </a:lnTo>
                  <a:lnTo>
                    <a:pt x="14" y="145"/>
                  </a:lnTo>
                  <a:lnTo>
                    <a:pt x="14" y="145"/>
                  </a:lnTo>
                  <a:lnTo>
                    <a:pt x="12" y="145"/>
                  </a:lnTo>
                  <a:lnTo>
                    <a:pt x="12" y="145"/>
                  </a:lnTo>
                  <a:lnTo>
                    <a:pt x="12" y="145"/>
                  </a:lnTo>
                  <a:lnTo>
                    <a:pt x="12" y="142"/>
                  </a:lnTo>
                  <a:lnTo>
                    <a:pt x="12" y="142"/>
                  </a:lnTo>
                  <a:lnTo>
                    <a:pt x="12" y="142"/>
                  </a:lnTo>
                  <a:lnTo>
                    <a:pt x="12" y="140"/>
                  </a:lnTo>
                  <a:lnTo>
                    <a:pt x="12" y="140"/>
                  </a:lnTo>
                  <a:lnTo>
                    <a:pt x="12" y="138"/>
                  </a:lnTo>
                  <a:lnTo>
                    <a:pt x="12" y="138"/>
                  </a:lnTo>
                  <a:lnTo>
                    <a:pt x="12" y="135"/>
                  </a:lnTo>
                  <a:lnTo>
                    <a:pt x="12" y="135"/>
                  </a:lnTo>
                  <a:lnTo>
                    <a:pt x="12" y="135"/>
                  </a:lnTo>
                  <a:lnTo>
                    <a:pt x="12" y="135"/>
                  </a:lnTo>
                  <a:lnTo>
                    <a:pt x="12" y="133"/>
                  </a:lnTo>
                  <a:lnTo>
                    <a:pt x="10" y="133"/>
                  </a:lnTo>
                  <a:lnTo>
                    <a:pt x="10" y="135"/>
                  </a:lnTo>
                  <a:lnTo>
                    <a:pt x="10" y="135"/>
                  </a:lnTo>
                  <a:lnTo>
                    <a:pt x="7" y="135"/>
                  </a:lnTo>
                  <a:lnTo>
                    <a:pt x="7" y="133"/>
                  </a:lnTo>
                  <a:lnTo>
                    <a:pt x="10" y="133"/>
                  </a:lnTo>
                  <a:lnTo>
                    <a:pt x="10" y="133"/>
                  </a:lnTo>
                  <a:lnTo>
                    <a:pt x="7" y="133"/>
                  </a:lnTo>
                  <a:lnTo>
                    <a:pt x="7" y="133"/>
                  </a:lnTo>
                  <a:lnTo>
                    <a:pt x="7" y="130"/>
                  </a:lnTo>
                  <a:lnTo>
                    <a:pt x="7" y="130"/>
                  </a:lnTo>
                  <a:lnTo>
                    <a:pt x="7" y="128"/>
                  </a:lnTo>
                  <a:lnTo>
                    <a:pt x="7" y="128"/>
                  </a:lnTo>
                  <a:lnTo>
                    <a:pt x="7" y="126"/>
                  </a:lnTo>
                  <a:lnTo>
                    <a:pt x="7" y="126"/>
                  </a:lnTo>
                  <a:lnTo>
                    <a:pt x="7" y="126"/>
                  </a:lnTo>
                  <a:lnTo>
                    <a:pt x="7" y="126"/>
                  </a:lnTo>
                  <a:lnTo>
                    <a:pt x="7" y="123"/>
                  </a:lnTo>
                  <a:lnTo>
                    <a:pt x="5" y="123"/>
                  </a:lnTo>
                  <a:lnTo>
                    <a:pt x="5" y="123"/>
                  </a:lnTo>
                  <a:lnTo>
                    <a:pt x="5" y="123"/>
                  </a:lnTo>
                  <a:lnTo>
                    <a:pt x="5" y="121"/>
                  </a:lnTo>
                  <a:lnTo>
                    <a:pt x="5" y="121"/>
                  </a:lnTo>
                  <a:lnTo>
                    <a:pt x="5" y="119"/>
                  </a:lnTo>
                  <a:lnTo>
                    <a:pt x="5" y="119"/>
                  </a:lnTo>
                  <a:lnTo>
                    <a:pt x="5" y="119"/>
                  </a:lnTo>
                  <a:lnTo>
                    <a:pt x="5" y="116"/>
                  </a:lnTo>
                  <a:lnTo>
                    <a:pt x="5" y="116"/>
                  </a:lnTo>
                  <a:lnTo>
                    <a:pt x="5" y="116"/>
                  </a:lnTo>
                  <a:lnTo>
                    <a:pt x="5" y="114"/>
                  </a:lnTo>
                  <a:lnTo>
                    <a:pt x="7" y="114"/>
                  </a:lnTo>
                  <a:lnTo>
                    <a:pt x="7" y="114"/>
                  </a:lnTo>
                  <a:lnTo>
                    <a:pt x="7" y="114"/>
                  </a:lnTo>
                  <a:lnTo>
                    <a:pt x="7" y="112"/>
                  </a:lnTo>
                  <a:lnTo>
                    <a:pt x="7" y="112"/>
                  </a:lnTo>
                  <a:lnTo>
                    <a:pt x="7" y="109"/>
                  </a:lnTo>
                  <a:lnTo>
                    <a:pt x="7" y="109"/>
                  </a:lnTo>
                  <a:lnTo>
                    <a:pt x="7" y="109"/>
                  </a:lnTo>
                  <a:lnTo>
                    <a:pt x="7" y="109"/>
                  </a:lnTo>
                  <a:lnTo>
                    <a:pt x="7" y="107"/>
                  </a:lnTo>
                  <a:lnTo>
                    <a:pt x="7" y="107"/>
                  </a:lnTo>
                  <a:lnTo>
                    <a:pt x="5" y="107"/>
                  </a:lnTo>
                  <a:lnTo>
                    <a:pt x="5" y="104"/>
                  </a:lnTo>
                  <a:lnTo>
                    <a:pt x="5" y="104"/>
                  </a:lnTo>
                  <a:lnTo>
                    <a:pt x="5" y="104"/>
                  </a:lnTo>
                  <a:lnTo>
                    <a:pt x="5" y="104"/>
                  </a:lnTo>
                  <a:lnTo>
                    <a:pt x="5" y="104"/>
                  </a:lnTo>
                  <a:lnTo>
                    <a:pt x="2" y="104"/>
                  </a:lnTo>
                  <a:lnTo>
                    <a:pt x="2" y="104"/>
                  </a:lnTo>
                  <a:lnTo>
                    <a:pt x="0" y="104"/>
                  </a:lnTo>
                  <a:lnTo>
                    <a:pt x="0" y="102"/>
                  </a:lnTo>
                  <a:lnTo>
                    <a:pt x="0" y="102"/>
                  </a:lnTo>
                  <a:lnTo>
                    <a:pt x="2" y="102"/>
                  </a:lnTo>
                  <a:lnTo>
                    <a:pt x="2" y="100"/>
                  </a:lnTo>
                  <a:lnTo>
                    <a:pt x="2" y="100"/>
                  </a:lnTo>
                  <a:lnTo>
                    <a:pt x="0" y="100"/>
                  </a:lnTo>
                  <a:lnTo>
                    <a:pt x="0" y="97"/>
                  </a:lnTo>
                  <a:lnTo>
                    <a:pt x="0" y="97"/>
                  </a:lnTo>
                  <a:lnTo>
                    <a:pt x="0" y="95"/>
                  </a:lnTo>
                  <a:lnTo>
                    <a:pt x="2" y="95"/>
                  </a:lnTo>
                  <a:lnTo>
                    <a:pt x="2" y="95"/>
                  </a:lnTo>
                  <a:lnTo>
                    <a:pt x="0" y="95"/>
                  </a:lnTo>
                  <a:lnTo>
                    <a:pt x="0" y="95"/>
                  </a:lnTo>
                  <a:lnTo>
                    <a:pt x="0" y="95"/>
                  </a:lnTo>
                  <a:lnTo>
                    <a:pt x="0" y="93"/>
                  </a:lnTo>
                  <a:lnTo>
                    <a:pt x="0" y="93"/>
                  </a:lnTo>
                  <a:lnTo>
                    <a:pt x="0" y="90"/>
                  </a:lnTo>
                  <a:lnTo>
                    <a:pt x="0" y="90"/>
                  </a:lnTo>
                  <a:lnTo>
                    <a:pt x="0" y="88"/>
                  </a:lnTo>
                  <a:lnTo>
                    <a:pt x="0" y="88"/>
                  </a:lnTo>
                  <a:lnTo>
                    <a:pt x="2" y="88"/>
                  </a:lnTo>
                  <a:lnTo>
                    <a:pt x="2" y="88"/>
                  </a:lnTo>
                  <a:lnTo>
                    <a:pt x="2" y="85"/>
                  </a:lnTo>
                  <a:lnTo>
                    <a:pt x="2" y="85"/>
                  </a:lnTo>
                  <a:lnTo>
                    <a:pt x="2" y="85"/>
                  </a:lnTo>
                  <a:lnTo>
                    <a:pt x="2" y="85"/>
                  </a:lnTo>
                  <a:lnTo>
                    <a:pt x="2" y="85"/>
                  </a:lnTo>
                  <a:lnTo>
                    <a:pt x="2" y="83"/>
                  </a:lnTo>
                  <a:lnTo>
                    <a:pt x="2" y="83"/>
                  </a:lnTo>
                  <a:lnTo>
                    <a:pt x="0" y="83"/>
                  </a:lnTo>
                  <a:lnTo>
                    <a:pt x="0" y="81"/>
                  </a:lnTo>
                  <a:lnTo>
                    <a:pt x="0" y="81"/>
                  </a:lnTo>
                  <a:lnTo>
                    <a:pt x="2" y="81"/>
                  </a:lnTo>
                  <a:lnTo>
                    <a:pt x="2" y="78"/>
                  </a:lnTo>
                  <a:lnTo>
                    <a:pt x="2" y="78"/>
                  </a:lnTo>
                  <a:lnTo>
                    <a:pt x="2" y="78"/>
                  </a:lnTo>
                  <a:lnTo>
                    <a:pt x="5" y="78"/>
                  </a:lnTo>
                  <a:lnTo>
                    <a:pt x="5" y="76"/>
                  </a:lnTo>
                  <a:lnTo>
                    <a:pt x="5" y="76"/>
                  </a:lnTo>
                  <a:lnTo>
                    <a:pt x="5" y="76"/>
                  </a:lnTo>
                  <a:lnTo>
                    <a:pt x="5" y="74"/>
                  </a:lnTo>
                  <a:lnTo>
                    <a:pt x="5" y="74"/>
                  </a:lnTo>
                  <a:lnTo>
                    <a:pt x="5" y="74"/>
                  </a:lnTo>
                  <a:lnTo>
                    <a:pt x="5" y="74"/>
                  </a:lnTo>
                  <a:lnTo>
                    <a:pt x="5" y="74"/>
                  </a:lnTo>
                  <a:lnTo>
                    <a:pt x="5" y="71"/>
                  </a:lnTo>
                  <a:lnTo>
                    <a:pt x="5" y="71"/>
                  </a:lnTo>
                  <a:lnTo>
                    <a:pt x="5" y="71"/>
                  </a:lnTo>
                  <a:lnTo>
                    <a:pt x="7" y="71"/>
                  </a:lnTo>
                  <a:lnTo>
                    <a:pt x="7" y="69"/>
                  </a:lnTo>
                  <a:lnTo>
                    <a:pt x="7" y="69"/>
                  </a:lnTo>
                  <a:lnTo>
                    <a:pt x="7" y="69"/>
                  </a:lnTo>
                  <a:lnTo>
                    <a:pt x="7" y="69"/>
                  </a:lnTo>
                  <a:lnTo>
                    <a:pt x="10" y="69"/>
                  </a:lnTo>
                  <a:lnTo>
                    <a:pt x="10" y="67"/>
                  </a:lnTo>
                  <a:lnTo>
                    <a:pt x="10" y="67"/>
                  </a:lnTo>
                  <a:lnTo>
                    <a:pt x="10" y="64"/>
                  </a:lnTo>
                  <a:lnTo>
                    <a:pt x="10" y="64"/>
                  </a:lnTo>
                  <a:lnTo>
                    <a:pt x="10" y="64"/>
                  </a:lnTo>
                  <a:lnTo>
                    <a:pt x="12" y="64"/>
                  </a:lnTo>
                  <a:lnTo>
                    <a:pt x="12" y="64"/>
                  </a:lnTo>
                  <a:lnTo>
                    <a:pt x="12" y="62"/>
                  </a:lnTo>
                  <a:lnTo>
                    <a:pt x="10" y="62"/>
                  </a:lnTo>
                  <a:lnTo>
                    <a:pt x="10" y="62"/>
                  </a:lnTo>
                  <a:lnTo>
                    <a:pt x="12" y="62"/>
                  </a:lnTo>
                  <a:lnTo>
                    <a:pt x="12" y="62"/>
                  </a:lnTo>
                  <a:lnTo>
                    <a:pt x="12" y="62"/>
                  </a:lnTo>
                  <a:lnTo>
                    <a:pt x="12" y="59"/>
                  </a:lnTo>
                  <a:lnTo>
                    <a:pt x="14" y="59"/>
                  </a:lnTo>
                  <a:lnTo>
                    <a:pt x="14" y="59"/>
                  </a:lnTo>
                  <a:lnTo>
                    <a:pt x="14" y="59"/>
                  </a:lnTo>
                  <a:lnTo>
                    <a:pt x="17" y="59"/>
                  </a:lnTo>
                  <a:lnTo>
                    <a:pt x="17" y="62"/>
                  </a:lnTo>
                  <a:lnTo>
                    <a:pt x="17" y="62"/>
                  </a:lnTo>
                  <a:lnTo>
                    <a:pt x="14" y="62"/>
                  </a:lnTo>
                  <a:lnTo>
                    <a:pt x="14" y="64"/>
                  </a:lnTo>
                  <a:lnTo>
                    <a:pt x="17" y="64"/>
                  </a:lnTo>
                  <a:lnTo>
                    <a:pt x="17" y="64"/>
                  </a:lnTo>
                  <a:lnTo>
                    <a:pt x="17" y="64"/>
                  </a:lnTo>
                  <a:lnTo>
                    <a:pt x="17" y="64"/>
                  </a:lnTo>
                  <a:lnTo>
                    <a:pt x="19" y="64"/>
                  </a:lnTo>
                  <a:lnTo>
                    <a:pt x="19" y="67"/>
                  </a:lnTo>
                  <a:lnTo>
                    <a:pt x="19" y="67"/>
                  </a:lnTo>
                  <a:lnTo>
                    <a:pt x="19" y="69"/>
                  </a:lnTo>
                  <a:lnTo>
                    <a:pt x="19" y="69"/>
                  </a:lnTo>
                  <a:lnTo>
                    <a:pt x="19" y="71"/>
                  </a:lnTo>
                  <a:lnTo>
                    <a:pt x="19" y="71"/>
                  </a:lnTo>
                  <a:lnTo>
                    <a:pt x="19" y="71"/>
                  </a:lnTo>
                  <a:lnTo>
                    <a:pt x="19" y="71"/>
                  </a:lnTo>
                  <a:lnTo>
                    <a:pt x="19" y="74"/>
                  </a:lnTo>
                  <a:lnTo>
                    <a:pt x="21" y="74"/>
                  </a:lnTo>
                  <a:lnTo>
                    <a:pt x="21" y="74"/>
                  </a:lnTo>
                  <a:lnTo>
                    <a:pt x="21" y="74"/>
                  </a:lnTo>
                  <a:lnTo>
                    <a:pt x="21" y="74"/>
                  </a:lnTo>
                  <a:lnTo>
                    <a:pt x="21" y="74"/>
                  </a:lnTo>
                  <a:lnTo>
                    <a:pt x="24" y="74"/>
                  </a:lnTo>
                  <a:lnTo>
                    <a:pt x="24" y="74"/>
                  </a:lnTo>
                  <a:lnTo>
                    <a:pt x="24" y="76"/>
                  </a:lnTo>
                  <a:lnTo>
                    <a:pt x="24" y="76"/>
                  </a:lnTo>
                  <a:lnTo>
                    <a:pt x="24" y="78"/>
                  </a:lnTo>
                  <a:lnTo>
                    <a:pt x="26" y="78"/>
                  </a:lnTo>
                  <a:lnTo>
                    <a:pt x="26" y="78"/>
                  </a:lnTo>
                  <a:lnTo>
                    <a:pt x="26" y="78"/>
                  </a:lnTo>
                  <a:lnTo>
                    <a:pt x="26" y="78"/>
                  </a:lnTo>
                  <a:lnTo>
                    <a:pt x="26" y="81"/>
                  </a:lnTo>
                  <a:lnTo>
                    <a:pt x="29" y="81"/>
                  </a:lnTo>
                  <a:lnTo>
                    <a:pt x="29" y="81"/>
                  </a:lnTo>
                  <a:lnTo>
                    <a:pt x="29" y="81"/>
                  </a:lnTo>
                  <a:lnTo>
                    <a:pt x="31" y="81"/>
                  </a:lnTo>
                  <a:lnTo>
                    <a:pt x="31" y="83"/>
                  </a:lnTo>
                  <a:lnTo>
                    <a:pt x="31" y="83"/>
                  </a:lnTo>
                  <a:lnTo>
                    <a:pt x="31" y="83"/>
                  </a:lnTo>
                  <a:lnTo>
                    <a:pt x="31" y="85"/>
                  </a:lnTo>
                  <a:lnTo>
                    <a:pt x="31" y="85"/>
                  </a:lnTo>
                  <a:lnTo>
                    <a:pt x="31" y="85"/>
                  </a:lnTo>
                  <a:lnTo>
                    <a:pt x="33" y="85"/>
                  </a:lnTo>
                  <a:lnTo>
                    <a:pt x="33" y="85"/>
                  </a:lnTo>
                  <a:lnTo>
                    <a:pt x="33" y="85"/>
                  </a:lnTo>
                  <a:lnTo>
                    <a:pt x="33" y="85"/>
                  </a:lnTo>
                  <a:lnTo>
                    <a:pt x="33" y="88"/>
                  </a:lnTo>
                  <a:lnTo>
                    <a:pt x="36" y="88"/>
                  </a:lnTo>
                  <a:lnTo>
                    <a:pt x="36" y="88"/>
                  </a:lnTo>
                  <a:lnTo>
                    <a:pt x="36" y="88"/>
                  </a:lnTo>
                  <a:lnTo>
                    <a:pt x="38" y="88"/>
                  </a:lnTo>
                  <a:lnTo>
                    <a:pt x="38" y="88"/>
                  </a:lnTo>
                  <a:lnTo>
                    <a:pt x="38" y="88"/>
                  </a:lnTo>
                  <a:lnTo>
                    <a:pt x="40" y="88"/>
                  </a:lnTo>
                  <a:lnTo>
                    <a:pt x="40" y="88"/>
                  </a:lnTo>
                  <a:lnTo>
                    <a:pt x="40" y="88"/>
                  </a:lnTo>
                  <a:lnTo>
                    <a:pt x="40" y="88"/>
                  </a:lnTo>
                  <a:lnTo>
                    <a:pt x="43" y="88"/>
                  </a:lnTo>
                  <a:lnTo>
                    <a:pt x="43" y="85"/>
                  </a:lnTo>
                  <a:lnTo>
                    <a:pt x="43" y="85"/>
                  </a:lnTo>
                  <a:lnTo>
                    <a:pt x="45" y="85"/>
                  </a:lnTo>
                  <a:lnTo>
                    <a:pt x="45" y="85"/>
                  </a:lnTo>
                  <a:lnTo>
                    <a:pt x="45" y="85"/>
                  </a:lnTo>
                  <a:lnTo>
                    <a:pt x="45" y="85"/>
                  </a:lnTo>
                  <a:lnTo>
                    <a:pt x="45" y="85"/>
                  </a:lnTo>
                  <a:lnTo>
                    <a:pt x="47" y="85"/>
                  </a:lnTo>
                  <a:lnTo>
                    <a:pt x="47" y="85"/>
                  </a:lnTo>
                  <a:lnTo>
                    <a:pt x="47" y="85"/>
                  </a:lnTo>
                  <a:lnTo>
                    <a:pt x="50" y="85"/>
                  </a:lnTo>
                  <a:lnTo>
                    <a:pt x="50" y="85"/>
                  </a:lnTo>
                  <a:lnTo>
                    <a:pt x="50" y="83"/>
                  </a:lnTo>
                  <a:lnTo>
                    <a:pt x="52" y="83"/>
                  </a:lnTo>
                  <a:lnTo>
                    <a:pt x="52" y="83"/>
                  </a:lnTo>
                  <a:lnTo>
                    <a:pt x="52" y="83"/>
                  </a:lnTo>
                  <a:lnTo>
                    <a:pt x="52" y="85"/>
                  </a:lnTo>
                  <a:lnTo>
                    <a:pt x="55" y="85"/>
                  </a:lnTo>
                  <a:lnTo>
                    <a:pt x="55" y="85"/>
                  </a:lnTo>
                  <a:lnTo>
                    <a:pt x="55" y="85"/>
                  </a:lnTo>
                  <a:lnTo>
                    <a:pt x="55" y="85"/>
                  </a:lnTo>
                  <a:lnTo>
                    <a:pt x="57" y="85"/>
                  </a:lnTo>
                  <a:lnTo>
                    <a:pt x="57" y="85"/>
                  </a:lnTo>
                  <a:lnTo>
                    <a:pt x="57" y="85"/>
                  </a:lnTo>
                  <a:lnTo>
                    <a:pt x="57" y="85"/>
                  </a:lnTo>
                  <a:lnTo>
                    <a:pt x="59" y="85"/>
                  </a:lnTo>
                  <a:lnTo>
                    <a:pt x="59" y="85"/>
                  </a:lnTo>
                  <a:lnTo>
                    <a:pt x="59" y="85"/>
                  </a:lnTo>
                  <a:lnTo>
                    <a:pt x="59" y="85"/>
                  </a:lnTo>
                  <a:lnTo>
                    <a:pt x="62" y="85"/>
                  </a:lnTo>
                  <a:lnTo>
                    <a:pt x="62" y="85"/>
                  </a:lnTo>
                  <a:lnTo>
                    <a:pt x="62" y="85"/>
                  </a:lnTo>
                  <a:lnTo>
                    <a:pt x="64" y="85"/>
                  </a:lnTo>
                  <a:lnTo>
                    <a:pt x="64" y="85"/>
                  </a:lnTo>
                  <a:lnTo>
                    <a:pt x="64" y="85"/>
                  </a:lnTo>
                  <a:lnTo>
                    <a:pt x="66" y="85"/>
                  </a:lnTo>
                  <a:lnTo>
                    <a:pt x="66" y="85"/>
                  </a:lnTo>
                  <a:lnTo>
                    <a:pt x="66" y="83"/>
                  </a:lnTo>
                  <a:lnTo>
                    <a:pt x="66" y="83"/>
                  </a:lnTo>
                  <a:lnTo>
                    <a:pt x="66" y="83"/>
                  </a:lnTo>
                  <a:lnTo>
                    <a:pt x="66" y="83"/>
                  </a:lnTo>
                  <a:lnTo>
                    <a:pt x="69" y="83"/>
                  </a:lnTo>
                  <a:lnTo>
                    <a:pt x="69" y="83"/>
                  </a:lnTo>
                  <a:lnTo>
                    <a:pt x="71" y="83"/>
                  </a:lnTo>
                  <a:lnTo>
                    <a:pt x="71" y="83"/>
                  </a:lnTo>
                  <a:lnTo>
                    <a:pt x="71" y="81"/>
                  </a:lnTo>
                  <a:lnTo>
                    <a:pt x="71" y="81"/>
                  </a:lnTo>
                  <a:lnTo>
                    <a:pt x="71" y="81"/>
                  </a:lnTo>
                  <a:lnTo>
                    <a:pt x="71" y="78"/>
                  </a:lnTo>
                  <a:lnTo>
                    <a:pt x="71" y="78"/>
                  </a:lnTo>
                  <a:lnTo>
                    <a:pt x="71" y="76"/>
                  </a:lnTo>
                  <a:lnTo>
                    <a:pt x="73" y="76"/>
                  </a:lnTo>
                  <a:lnTo>
                    <a:pt x="73" y="76"/>
                  </a:lnTo>
                  <a:lnTo>
                    <a:pt x="73" y="74"/>
                  </a:lnTo>
                  <a:lnTo>
                    <a:pt x="73" y="74"/>
                  </a:lnTo>
                  <a:lnTo>
                    <a:pt x="73" y="74"/>
                  </a:lnTo>
                  <a:lnTo>
                    <a:pt x="73" y="74"/>
                  </a:lnTo>
                  <a:lnTo>
                    <a:pt x="73" y="74"/>
                  </a:lnTo>
                  <a:lnTo>
                    <a:pt x="76" y="74"/>
                  </a:lnTo>
                  <a:lnTo>
                    <a:pt x="76" y="74"/>
                  </a:lnTo>
                  <a:lnTo>
                    <a:pt x="78" y="74"/>
                  </a:lnTo>
                  <a:lnTo>
                    <a:pt x="78" y="71"/>
                  </a:lnTo>
                  <a:lnTo>
                    <a:pt x="78" y="71"/>
                  </a:lnTo>
                  <a:lnTo>
                    <a:pt x="78" y="71"/>
                  </a:lnTo>
                  <a:lnTo>
                    <a:pt x="78" y="71"/>
                  </a:lnTo>
                  <a:lnTo>
                    <a:pt x="81" y="71"/>
                  </a:lnTo>
                  <a:lnTo>
                    <a:pt x="81" y="71"/>
                  </a:lnTo>
                  <a:lnTo>
                    <a:pt x="81" y="71"/>
                  </a:lnTo>
                  <a:lnTo>
                    <a:pt x="83" y="71"/>
                  </a:lnTo>
                  <a:lnTo>
                    <a:pt x="83" y="71"/>
                  </a:lnTo>
                  <a:lnTo>
                    <a:pt x="83" y="71"/>
                  </a:lnTo>
                  <a:lnTo>
                    <a:pt x="85" y="71"/>
                  </a:lnTo>
                  <a:lnTo>
                    <a:pt x="85" y="71"/>
                  </a:lnTo>
                  <a:lnTo>
                    <a:pt x="85" y="71"/>
                  </a:lnTo>
                  <a:lnTo>
                    <a:pt x="88" y="71"/>
                  </a:lnTo>
                  <a:lnTo>
                    <a:pt x="88" y="71"/>
                  </a:lnTo>
                  <a:lnTo>
                    <a:pt x="88" y="71"/>
                  </a:lnTo>
                  <a:lnTo>
                    <a:pt x="88" y="71"/>
                  </a:lnTo>
                  <a:lnTo>
                    <a:pt x="90" y="71"/>
                  </a:lnTo>
                  <a:lnTo>
                    <a:pt x="90" y="71"/>
                  </a:lnTo>
                  <a:lnTo>
                    <a:pt x="90" y="71"/>
                  </a:lnTo>
                  <a:lnTo>
                    <a:pt x="90" y="74"/>
                  </a:lnTo>
                  <a:lnTo>
                    <a:pt x="90" y="74"/>
                  </a:lnTo>
                  <a:lnTo>
                    <a:pt x="90" y="74"/>
                  </a:lnTo>
                  <a:lnTo>
                    <a:pt x="88" y="74"/>
                  </a:lnTo>
                  <a:lnTo>
                    <a:pt x="88" y="74"/>
                  </a:lnTo>
                  <a:lnTo>
                    <a:pt x="90" y="74"/>
                  </a:lnTo>
                  <a:lnTo>
                    <a:pt x="90" y="74"/>
                  </a:lnTo>
                  <a:lnTo>
                    <a:pt x="92" y="74"/>
                  </a:lnTo>
                  <a:lnTo>
                    <a:pt x="92" y="74"/>
                  </a:lnTo>
                  <a:lnTo>
                    <a:pt x="92" y="76"/>
                  </a:lnTo>
                  <a:lnTo>
                    <a:pt x="92" y="76"/>
                  </a:lnTo>
                  <a:lnTo>
                    <a:pt x="95" y="76"/>
                  </a:lnTo>
                  <a:lnTo>
                    <a:pt x="95" y="76"/>
                  </a:lnTo>
                  <a:lnTo>
                    <a:pt x="95" y="76"/>
                  </a:lnTo>
                  <a:lnTo>
                    <a:pt x="97" y="76"/>
                  </a:lnTo>
                  <a:lnTo>
                    <a:pt x="97" y="76"/>
                  </a:lnTo>
                  <a:lnTo>
                    <a:pt x="97" y="76"/>
                  </a:lnTo>
                  <a:lnTo>
                    <a:pt x="97" y="78"/>
                  </a:lnTo>
                  <a:lnTo>
                    <a:pt x="100" y="78"/>
                  </a:lnTo>
                  <a:lnTo>
                    <a:pt x="100" y="78"/>
                  </a:lnTo>
                  <a:lnTo>
                    <a:pt x="100" y="78"/>
                  </a:lnTo>
                  <a:lnTo>
                    <a:pt x="100" y="76"/>
                  </a:lnTo>
                  <a:lnTo>
                    <a:pt x="102" y="76"/>
                  </a:lnTo>
                  <a:lnTo>
                    <a:pt x="102" y="78"/>
                  </a:lnTo>
                  <a:lnTo>
                    <a:pt x="102" y="78"/>
                  </a:lnTo>
                  <a:lnTo>
                    <a:pt x="102" y="78"/>
                  </a:lnTo>
                  <a:lnTo>
                    <a:pt x="104" y="78"/>
                  </a:lnTo>
                  <a:lnTo>
                    <a:pt x="104" y="81"/>
                  </a:lnTo>
                  <a:lnTo>
                    <a:pt x="104" y="81"/>
                  </a:lnTo>
                  <a:lnTo>
                    <a:pt x="104" y="78"/>
                  </a:lnTo>
                  <a:lnTo>
                    <a:pt x="104" y="78"/>
                  </a:lnTo>
                  <a:lnTo>
                    <a:pt x="107" y="78"/>
                  </a:lnTo>
                  <a:lnTo>
                    <a:pt x="107" y="78"/>
                  </a:lnTo>
                  <a:lnTo>
                    <a:pt x="107" y="78"/>
                  </a:lnTo>
                  <a:lnTo>
                    <a:pt x="107" y="78"/>
                  </a:lnTo>
                  <a:lnTo>
                    <a:pt x="107" y="76"/>
                  </a:lnTo>
                  <a:lnTo>
                    <a:pt x="107" y="76"/>
                  </a:lnTo>
                  <a:lnTo>
                    <a:pt x="109" y="76"/>
                  </a:lnTo>
                  <a:lnTo>
                    <a:pt x="109" y="74"/>
                  </a:lnTo>
                  <a:lnTo>
                    <a:pt x="109" y="74"/>
                  </a:lnTo>
                  <a:lnTo>
                    <a:pt x="111" y="74"/>
                  </a:lnTo>
                  <a:lnTo>
                    <a:pt x="111" y="74"/>
                  </a:lnTo>
                  <a:lnTo>
                    <a:pt x="111" y="74"/>
                  </a:lnTo>
                  <a:lnTo>
                    <a:pt x="111" y="74"/>
                  </a:lnTo>
                  <a:lnTo>
                    <a:pt x="114" y="74"/>
                  </a:lnTo>
                  <a:lnTo>
                    <a:pt x="114" y="74"/>
                  </a:lnTo>
                  <a:lnTo>
                    <a:pt x="114" y="74"/>
                  </a:lnTo>
                  <a:lnTo>
                    <a:pt x="114" y="74"/>
                  </a:lnTo>
                  <a:lnTo>
                    <a:pt x="116" y="74"/>
                  </a:lnTo>
                  <a:lnTo>
                    <a:pt x="116" y="74"/>
                  </a:lnTo>
                  <a:lnTo>
                    <a:pt x="116" y="74"/>
                  </a:lnTo>
                  <a:lnTo>
                    <a:pt x="118" y="74"/>
                  </a:lnTo>
                  <a:lnTo>
                    <a:pt x="118" y="74"/>
                  </a:lnTo>
                  <a:lnTo>
                    <a:pt x="118" y="74"/>
                  </a:lnTo>
                  <a:lnTo>
                    <a:pt x="118" y="74"/>
                  </a:lnTo>
                  <a:lnTo>
                    <a:pt x="121" y="74"/>
                  </a:lnTo>
                  <a:lnTo>
                    <a:pt x="121" y="74"/>
                  </a:lnTo>
                  <a:lnTo>
                    <a:pt x="121" y="74"/>
                  </a:lnTo>
                  <a:lnTo>
                    <a:pt x="121" y="74"/>
                  </a:lnTo>
                  <a:lnTo>
                    <a:pt x="123" y="74"/>
                  </a:lnTo>
                  <a:lnTo>
                    <a:pt x="123" y="74"/>
                  </a:lnTo>
                  <a:lnTo>
                    <a:pt x="123" y="74"/>
                  </a:lnTo>
                  <a:lnTo>
                    <a:pt x="123" y="74"/>
                  </a:lnTo>
                  <a:lnTo>
                    <a:pt x="123" y="74"/>
                  </a:lnTo>
                  <a:lnTo>
                    <a:pt x="126" y="74"/>
                  </a:lnTo>
                  <a:lnTo>
                    <a:pt x="126" y="71"/>
                  </a:lnTo>
                  <a:lnTo>
                    <a:pt x="126" y="71"/>
                  </a:lnTo>
                  <a:lnTo>
                    <a:pt x="126" y="71"/>
                  </a:lnTo>
                  <a:lnTo>
                    <a:pt x="126" y="69"/>
                  </a:lnTo>
                  <a:lnTo>
                    <a:pt x="126" y="69"/>
                  </a:lnTo>
                  <a:lnTo>
                    <a:pt x="126" y="69"/>
                  </a:lnTo>
                  <a:lnTo>
                    <a:pt x="126" y="67"/>
                  </a:lnTo>
                  <a:lnTo>
                    <a:pt x="126" y="67"/>
                  </a:lnTo>
                  <a:lnTo>
                    <a:pt x="126" y="64"/>
                  </a:lnTo>
                  <a:lnTo>
                    <a:pt x="126" y="64"/>
                  </a:lnTo>
                  <a:lnTo>
                    <a:pt x="128" y="64"/>
                  </a:lnTo>
                  <a:lnTo>
                    <a:pt x="128" y="64"/>
                  </a:lnTo>
                  <a:lnTo>
                    <a:pt x="128" y="64"/>
                  </a:lnTo>
                  <a:lnTo>
                    <a:pt x="128" y="64"/>
                  </a:lnTo>
                  <a:lnTo>
                    <a:pt x="128" y="62"/>
                  </a:lnTo>
                  <a:lnTo>
                    <a:pt x="130" y="62"/>
                  </a:lnTo>
                  <a:lnTo>
                    <a:pt x="130" y="62"/>
                  </a:lnTo>
                  <a:lnTo>
                    <a:pt x="130" y="59"/>
                  </a:lnTo>
                  <a:lnTo>
                    <a:pt x="130" y="59"/>
                  </a:lnTo>
                  <a:lnTo>
                    <a:pt x="128" y="59"/>
                  </a:lnTo>
                  <a:lnTo>
                    <a:pt x="128" y="59"/>
                  </a:lnTo>
                  <a:lnTo>
                    <a:pt x="128" y="57"/>
                  </a:lnTo>
                  <a:lnTo>
                    <a:pt x="128" y="57"/>
                  </a:lnTo>
                  <a:lnTo>
                    <a:pt x="128" y="55"/>
                  </a:lnTo>
                  <a:lnTo>
                    <a:pt x="128" y="55"/>
                  </a:lnTo>
                  <a:lnTo>
                    <a:pt x="128" y="55"/>
                  </a:lnTo>
                  <a:lnTo>
                    <a:pt x="128" y="55"/>
                  </a:lnTo>
                  <a:lnTo>
                    <a:pt x="130" y="55"/>
                  </a:lnTo>
                  <a:lnTo>
                    <a:pt x="130" y="55"/>
                  </a:lnTo>
                  <a:lnTo>
                    <a:pt x="130" y="52"/>
                  </a:lnTo>
                  <a:lnTo>
                    <a:pt x="133" y="52"/>
                  </a:lnTo>
                  <a:lnTo>
                    <a:pt x="133" y="52"/>
                  </a:lnTo>
                  <a:lnTo>
                    <a:pt x="133" y="50"/>
                  </a:lnTo>
                  <a:lnTo>
                    <a:pt x="133" y="50"/>
                  </a:lnTo>
                  <a:lnTo>
                    <a:pt x="133" y="50"/>
                  </a:lnTo>
                  <a:lnTo>
                    <a:pt x="133" y="50"/>
                  </a:lnTo>
                  <a:lnTo>
                    <a:pt x="135" y="50"/>
                  </a:lnTo>
                  <a:lnTo>
                    <a:pt x="135" y="48"/>
                  </a:lnTo>
                  <a:lnTo>
                    <a:pt x="135" y="48"/>
                  </a:lnTo>
                  <a:lnTo>
                    <a:pt x="137" y="48"/>
                  </a:lnTo>
                  <a:lnTo>
                    <a:pt x="137" y="48"/>
                  </a:lnTo>
                  <a:lnTo>
                    <a:pt x="137" y="48"/>
                  </a:lnTo>
                  <a:lnTo>
                    <a:pt x="137" y="48"/>
                  </a:lnTo>
                  <a:lnTo>
                    <a:pt x="137" y="45"/>
                  </a:lnTo>
                  <a:lnTo>
                    <a:pt x="137" y="45"/>
                  </a:lnTo>
                  <a:lnTo>
                    <a:pt x="137" y="45"/>
                  </a:lnTo>
                  <a:lnTo>
                    <a:pt x="137" y="45"/>
                  </a:lnTo>
                  <a:lnTo>
                    <a:pt x="135" y="45"/>
                  </a:lnTo>
                  <a:lnTo>
                    <a:pt x="135" y="45"/>
                  </a:lnTo>
                  <a:lnTo>
                    <a:pt x="135" y="43"/>
                  </a:lnTo>
                  <a:lnTo>
                    <a:pt x="135" y="43"/>
                  </a:lnTo>
                  <a:lnTo>
                    <a:pt x="135" y="40"/>
                  </a:lnTo>
                  <a:lnTo>
                    <a:pt x="135" y="40"/>
                  </a:lnTo>
                  <a:lnTo>
                    <a:pt x="135" y="38"/>
                  </a:lnTo>
                  <a:lnTo>
                    <a:pt x="135" y="38"/>
                  </a:lnTo>
                  <a:lnTo>
                    <a:pt x="137" y="38"/>
                  </a:lnTo>
                  <a:lnTo>
                    <a:pt x="137" y="36"/>
                  </a:lnTo>
                  <a:lnTo>
                    <a:pt x="137" y="36"/>
                  </a:lnTo>
                  <a:lnTo>
                    <a:pt x="137" y="36"/>
                  </a:lnTo>
                  <a:lnTo>
                    <a:pt x="137" y="36"/>
                  </a:lnTo>
                  <a:lnTo>
                    <a:pt x="137" y="36"/>
                  </a:lnTo>
                  <a:lnTo>
                    <a:pt x="137" y="33"/>
                  </a:lnTo>
                  <a:lnTo>
                    <a:pt x="140" y="33"/>
                  </a:lnTo>
                  <a:lnTo>
                    <a:pt x="140" y="33"/>
                  </a:lnTo>
                  <a:lnTo>
                    <a:pt x="140" y="36"/>
                  </a:lnTo>
                  <a:lnTo>
                    <a:pt x="140" y="36"/>
                  </a:lnTo>
                  <a:lnTo>
                    <a:pt x="142" y="36"/>
                  </a:lnTo>
                  <a:lnTo>
                    <a:pt x="142" y="33"/>
                  </a:lnTo>
                  <a:lnTo>
                    <a:pt x="142" y="33"/>
                  </a:lnTo>
                  <a:lnTo>
                    <a:pt x="144" y="33"/>
                  </a:lnTo>
                  <a:lnTo>
                    <a:pt x="144" y="33"/>
                  </a:lnTo>
                  <a:lnTo>
                    <a:pt x="144" y="31"/>
                  </a:lnTo>
                  <a:lnTo>
                    <a:pt x="144" y="31"/>
                  </a:lnTo>
                  <a:lnTo>
                    <a:pt x="144" y="31"/>
                  </a:lnTo>
                  <a:lnTo>
                    <a:pt x="144" y="29"/>
                  </a:lnTo>
                  <a:lnTo>
                    <a:pt x="144" y="29"/>
                  </a:lnTo>
                  <a:lnTo>
                    <a:pt x="144" y="26"/>
                  </a:lnTo>
                  <a:lnTo>
                    <a:pt x="144" y="26"/>
                  </a:lnTo>
                  <a:lnTo>
                    <a:pt x="144" y="26"/>
                  </a:lnTo>
                  <a:lnTo>
                    <a:pt x="144" y="24"/>
                  </a:lnTo>
                  <a:lnTo>
                    <a:pt x="144" y="24"/>
                  </a:lnTo>
                  <a:lnTo>
                    <a:pt x="144" y="24"/>
                  </a:lnTo>
                  <a:lnTo>
                    <a:pt x="147" y="24"/>
                  </a:lnTo>
                  <a:lnTo>
                    <a:pt x="147" y="24"/>
                  </a:lnTo>
                  <a:lnTo>
                    <a:pt x="147" y="24"/>
                  </a:lnTo>
                  <a:lnTo>
                    <a:pt x="147" y="24"/>
                  </a:lnTo>
                  <a:lnTo>
                    <a:pt x="147" y="24"/>
                  </a:lnTo>
                  <a:lnTo>
                    <a:pt x="147" y="21"/>
                  </a:lnTo>
                  <a:lnTo>
                    <a:pt x="147" y="21"/>
                  </a:lnTo>
                  <a:lnTo>
                    <a:pt x="147" y="19"/>
                  </a:lnTo>
                  <a:lnTo>
                    <a:pt x="144" y="19"/>
                  </a:lnTo>
                  <a:lnTo>
                    <a:pt x="144" y="19"/>
                  </a:lnTo>
                  <a:lnTo>
                    <a:pt x="144" y="17"/>
                  </a:lnTo>
                  <a:lnTo>
                    <a:pt x="144" y="17"/>
                  </a:lnTo>
                  <a:lnTo>
                    <a:pt x="144" y="14"/>
                  </a:lnTo>
                  <a:lnTo>
                    <a:pt x="144" y="14"/>
                  </a:lnTo>
                  <a:lnTo>
                    <a:pt x="144" y="14"/>
                  </a:lnTo>
                  <a:lnTo>
                    <a:pt x="147" y="14"/>
                  </a:lnTo>
                  <a:lnTo>
                    <a:pt x="147" y="12"/>
                  </a:lnTo>
                  <a:lnTo>
                    <a:pt x="144" y="12"/>
                  </a:lnTo>
                  <a:lnTo>
                    <a:pt x="144" y="12"/>
                  </a:lnTo>
                  <a:lnTo>
                    <a:pt x="144" y="10"/>
                  </a:lnTo>
                  <a:lnTo>
                    <a:pt x="147" y="10"/>
                  </a:lnTo>
                  <a:lnTo>
                    <a:pt x="147" y="10"/>
                  </a:lnTo>
                  <a:lnTo>
                    <a:pt x="147" y="10"/>
                  </a:lnTo>
                  <a:lnTo>
                    <a:pt x="147" y="7"/>
                  </a:lnTo>
                  <a:lnTo>
                    <a:pt x="147" y="7"/>
                  </a:lnTo>
                  <a:lnTo>
                    <a:pt x="147" y="5"/>
                  </a:lnTo>
                  <a:lnTo>
                    <a:pt x="147" y="5"/>
                  </a:lnTo>
                  <a:lnTo>
                    <a:pt x="147" y="5"/>
                  </a:lnTo>
                  <a:lnTo>
                    <a:pt x="147" y="5"/>
                  </a:lnTo>
                  <a:lnTo>
                    <a:pt x="149" y="5"/>
                  </a:lnTo>
                  <a:lnTo>
                    <a:pt x="149" y="3"/>
                  </a:lnTo>
                  <a:lnTo>
                    <a:pt x="149" y="3"/>
                  </a:lnTo>
                  <a:lnTo>
                    <a:pt x="149" y="5"/>
                  </a:lnTo>
                  <a:lnTo>
                    <a:pt x="152" y="5"/>
                  </a:lnTo>
                  <a:lnTo>
                    <a:pt x="152" y="3"/>
                  </a:lnTo>
                  <a:lnTo>
                    <a:pt x="152" y="3"/>
                  </a:lnTo>
                  <a:lnTo>
                    <a:pt x="152" y="3"/>
                  </a:lnTo>
                  <a:lnTo>
                    <a:pt x="152" y="0"/>
                  </a:lnTo>
                  <a:lnTo>
                    <a:pt x="152" y="0"/>
                  </a:lnTo>
                  <a:lnTo>
                    <a:pt x="152" y="0"/>
                  </a:lnTo>
                  <a:lnTo>
                    <a:pt x="154" y="0"/>
                  </a:lnTo>
                  <a:lnTo>
                    <a:pt x="154" y="0"/>
                  </a:lnTo>
                  <a:lnTo>
                    <a:pt x="154" y="0"/>
                  </a:lnTo>
                  <a:lnTo>
                    <a:pt x="154" y="0"/>
                  </a:lnTo>
                  <a:lnTo>
                    <a:pt x="154" y="3"/>
                  </a:lnTo>
                  <a:lnTo>
                    <a:pt x="156" y="3"/>
                  </a:lnTo>
                  <a:lnTo>
                    <a:pt x="156" y="0"/>
                  </a:lnTo>
                  <a:lnTo>
                    <a:pt x="156" y="0"/>
                  </a:lnTo>
                  <a:lnTo>
                    <a:pt x="159" y="0"/>
                  </a:lnTo>
                  <a:lnTo>
                    <a:pt x="159" y="0"/>
                  </a:lnTo>
                  <a:lnTo>
                    <a:pt x="159" y="0"/>
                  </a:lnTo>
                  <a:lnTo>
                    <a:pt x="159" y="0"/>
                  </a:lnTo>
                  <a:lnTo>
                    <a:pt x="161" y="0"/>
                  </a:lnTo>
                  <a:lnTo>
                    <a:pt x="161" y="0"/>
                  </a:lnTo>
                  <a:lnTo>
                    <a:pt x="161" y="0"/>
                  </a:lnTo>
                  <a:lnTo>
                    <a:pt x="163" y="0"/>
                  </a:lnTo>
                  <a:lnTo>
                    <a:pt x="163" y="0"/>
                  </a:lnTo>
                  <a:lnTo>
                    <a:pt x="163" y="3"/>
                  </a:lnTo>
                  <a:lnTo>
                    <a:pt x="163" y="3"/>
                  </a:lnTo>
                  <a:lnTo>
                    <a:pt x="166" y="3"/>
                  </a:lnTo>
                  <a:lnTo>
                    <a:pt x="166" y="0"/>
                  </a:lnTo>
                  <a:lnTo>
                    <a:pt x="166" y="0"/>
                  </a:lnTo>
                  <a:lnTo>
                    <a:pt x="166" y="0"/>
                  </a:lnTo>
                  <a:lnTo>
                    <a:pt x="166" y="0"/>
                  </a:lnTo>
                  <a:lnTo>
                    <a:pt x="168" y="0"/>
                  </a:lnTo>
                  <a:lnTo>
                    <a:pt x="168" y="0"/>
                  </a:lnTo>
                  <a:lnTo>
                    <a:pt x="168" y="0"/>
                  </a:lnTo>
                  <a:lnTo>
                    <a:pt x="171" y="0"/>
                  </a:lnTo>
                  <a:lnTo>
                    <a:pt x="171" y="0"/>
                  </a:lnTo>
                  <a:lnTo>
                    <a:pt x="171" y="0"/>
                  </a:lnTo>
                  <a:lnTo>
                    <a:pt x="171" y="0"/>
                  </a:lnTo>
                  <a:lnTo>
                    <a:pt x="171" y="0"/>
                  </a:lnTo>
                  <a:lnTo>
                    <a:pt x="173" y="0"/>
                  </a:lnTo>
                  <a:lnTo>
                    <a:pt x="173" y="0"/>
                  </a:lnTo>
                  <a:lnTo>
                    <a:pt x="173" y="0"/>
                  </a:lnTo>
                  <a:lnTo>
                    <a:pt x="173" y="0"/>
                  </a:lnTo>
                  <a:lnTo>
                    <a:pt x="173" y="0"/>
                  </a:lnTo>
                  <a:lnTo>
                    <a:pt x="175" y="0"/>
                  </a:lnTo>
                  <a:lnTo>
                    <a:pt x="175" y="0"/>
                  </a:lnTo>
                  <a:lnTo>
                    <a:pt x="178" y="0"/>
                  </a:lnTo>
                  <a:lnTo>
                    <a:pt x="178" y="0"/>
                  </a:lnTo>
                  <a:lnTo>
                    <a:pt x="178" y="0"/>
                  </a:lnTo>
                  <a:lnTo>
                    <a:pt x="180" y="0"/>
                  </a:lnTo>
                  <a:lnTo>
                    <a:pt x="180" y="0"/>
                  </a:lnTo>
                  <a:lnTo>
                    <a:pt x="180" y="0"/>
                  </a:lnTo>
                  <a:lnTo>
                    <a:pt x="180" y="0"/>
                  </a:lnTo>
                  <a:lnTo>
                    <a:pt x="180" y="0"/>
                  </a:lnTo>
                  <a:lnTo>
                    <a:pt x="182" y="0"/>
                  </a:lnTo>
                  <a:lnTo>
                    <a:pt x="182" y="0"/>
                  </a:lnTo>
                  <a:lnTo>
                    <a:pt x="182" y="3"/>
                  </a:lnTo>
                  <a:lnTo>
                    <a:pt x="185" y="3"/>
                  </a:lnTo>
                  <a:lnTo>
                    <a:pt x="185" y="3"/>
                  </a:lnTo>
                  <a:lnTo>
                    <a:pt x="185" y="3"/>
                  </a:lnTo>
                  <a:lnTo>
                    <a:pt x="185" y="5"/>
                  </a:lnTo>
                  <a:lnTo>
                    <a:pt x="185" y="5"/>
                  </a:lnTo>
                  <a:lnTo>
                    <a:pt x="185" y="5"/>
                  </a:lnTo>
                  <a:lnTo>
                    <a:pt x="187" y="5"/>
                  </a:lnTo>
                  <a:lnTo>
                    <a:pt x="187" y="5"/>
                  </a:lnTo>
                  <a:lnTo>
                    <a:pt x="187" y="5"/>
                  </a:lnTo>
                  <a:lnTo>
                    <a:pt x="187" y="5"/>
                  </a:lnTo>
                  <a:lnTo>
                    <a:pt x="189" y="5"/>
                  </a:lnTo>
                  <a:lnTo>
                    <a:pt x="189" y="5"/>
                  </a:lnTo>
                  <a:lnTo>
                    <a:pt x="189" y="5"/>
                  </a:lnTo>
                  <a:lnTo>
                    <a:pt x="192" y="5"/>
                  </a:lnTo>
                  <a:lnTo>
                    <a:pt x="192" y="5"/>
                  </a:lnTo>
                  <a:lnTo>
                    <a:pt x="192" y="5"/>
                  </a:lnTo>
                  <a:lnTo>
                    <a:pt x="192" y="5"/>
                  </a:lnTo>
                  <a:lnTo>
                    <a:pt x="194" y="5"/>
                  </a:lnTo>
                  <a:lnTo>
                    <a:pt x="194" y="5"/>
                  </a:lnTo>
                  <a:lnTo>
                    <a:pt x="194" y="5"/>
                  </a:lnTo>
                  <a:lnTo>
                    <a:pt x="194" y="5"/>
                  </a:lnTo>
                  <a:lnTo>
                    <a:pt x="197" y="5"/>
                  </a:lnTo>
                  <a:lnTo>
                    <a:pt x="197" y="5"/>
                  </a:lnTo>
                  <a:lnTo>
                    <a:pt x="197" y="7"/>
                  </a:lnTo>
                  <a:lnTo>
                    <a:pt x="197" y="7"/>
                  </a:lnTo>
                  <a:lnTo>
                    <a:pt x="194" y="7"/>
                  </a:lnTo>
                  <a:lnTo>
                    <a:pt x="194" y="10"/>
                  </a:lnTo>
                  <a:lnTo>
                    <a:pt x="194" y="10"/>
                  </a:lnTo>
                  <a:lnTo>
                    <a:pt x="194" y="10"/>
                  </a:lnTo>
                  <a:lnTo>
                    <a:pt x="194" y="7"/>
                  </a:lnTo>
                  <a:lnTo>
                    <a:pt x="192" y="7"/>
                  </a:lnTo>
                  <a:lnTo>
                    <a:pt x="192" y="7"/>
                  </a:lnTo>
                  <a:lnTo>
                    <a:pt x="192" y="10"/>
                  </a:lnTo>
                  <a:lnTo>
                    <a:pt x="192" y="10"/>
                  </a:lnTo>
                  <a:lnTo>
                    <a:pt x="192" y="10"/>
                  </a:lnTo>
                  <a:lnTo>
                    <a:pt x="189" y="10"/>
                  </a:lnTo>
                  <a:lnTo>
                    <a:pt x="189" y="12"/>
                  </a:lnTo>
                  <a:lnTo>
                    <a:pt x="192" y="12"/>
                  </a:lnTo>
                  <a:lnTo>
                    <a:pt x="192" y="12"/>
                  </a:lnTo>
                  <a:lnTo>
                    <a:pt x="192" y="12"/>
                  </a:lnTo>
                  <a:lnTo>
                    <a:pt x="192" y="12"/>
                  </a:lnTo>
                  <a:lnTo>
                    <a:pt x="192" y="14"/>
                  </a:lnTo>
                  <a:lnTo>
                    <a:pt x="194" y="14"/>
                  </a:lnTo>
                  <a:lnTo>
                    <a:pt x="194" y="14"/>
                  </a:lnTo>
                  <a:lnTo>
                    <a:pt x="194" y="14"/>
                  </a:lnTo>
                  <a:lnTo>
                    <a:pt x="194" y="14"/>
                  </a:lnTo>
                  <a:lnTo>
                    <a:pt x="194" y="14"/>
                  </a:lnTo>
                  <a:lnTo>
                    <a:pt x="194" y="17"/>
                  </a:lnTo>
                  <a:lnTo>
                    <a:pt x="194" y="17"/>
                  </a:lnTo>
                  <a:lnTo>
                    <a:pt x="192" y="17"/>
                  </a:lnTo>
                  <a:lnTo>
                    <a:pt x="192" y="19"/>
                  </a:lnTo>
                  <a:lnTo>
                    <a:pt x="192" y="19"/>
                  </a:lnTo>
                  <a:lnTo>
                    <a:pt x="192" y="19"/>
                  </a:lnTo>
                  <a:lnTo>
                    <a:pt x="192" y="19"/>
                  </a:lnTo>
                  <a:lnTo>
                    <a:pt x="189" y="19"/>
                  </a:lnTo>
                  <a:lnTo>
                    <a:pt x="189" y="21"/>
                  </a:lnTo>
                  <a:lnTo>
                    <a:pt x="189" y="21"/>
                  </a:lnTo>
                  <a:lnTo>
                    <a:pt x="189" y="21"/>
                  </a:lnTo>
                  <a:lnTo>
                    <a:pt x="189" y="24"/>
                  </a:lnTo>
                  <a:lnTo>
                    <a:pt x="189" y="24"/>
                  </a:lnTo>
                  <a:lnTo>
                    <a:pt x="189" y="24"/>
                  </a:lnTo>
                  <a:lnTo>
                    <a:pt x="192" y="24"/>
                  </a:lnTo>
                  <a:lnTo>
                    <a:pt x="192" y="26"/>
                  </a:lnTo>
                  <a:lnTo>
                    <a:pt x="192" y="26"/>
                  </a:lnTo>
                  <a:lnTo>
                    <a:pt x="189" y="26"/>
                  </a:lnTo>
                  <a:lnTo>
                    <a:pt x="189" y="26"/>
                  </a:lnTo>
                  <a:lnTo>
                    <a:pt x="189" y="29"/>
                  </a:lnTo>
                  <a:lnTo>
                    <a:pt x="189" y="29"/>
                  </a:lnTo>
                  <a:lnTo>
                    <a:pt x="189" y="29"/>
                  </a:lnTo>
                  <a:lnTo>
                    <a:pt x="187" y="29"/>
                  </a:lnTo>
                  <a:lnTo>
                    <a:pt x="187" y="29"/>
                  </a:lnTo>
                  <a:lnTo>
                    <a:pt x="187" y="29"/>
                  </a:lnTo>
                  <a:lnTo>
                    <a:pt x="187" y="29"/>
                  </a:lnTo>
                  <a:lnTo>
                    <a:pt x="185" y="29"/>
                  </a:lnTo>
                  <a:lnTo>
                    <a:pt x="185" y="29"/>
                  </a:lnTo>
                  <a:lnTo>
                    <a:pt x="185" y="31"/>
                  </a:lnTo>
                  <a:lnTo>
                    <a:pt x="187" y="31"/>
                  </a:lnTo>
                  <a:lnTo>
                    <a:pt x="187" y="31"/>
                  </a:lnTo>
                  <a:lnTo>
                    <a:pt x="187" y="31"/>
                  </a:lnTo>
                  <a:lnTo>
                    <a:pt x="187" y="31"/>
                  </a:lnTo>
                  <a:lnTo>
                    <a:pt x="189" y="31"/>
                  </a:lnTo>
                  <a:lnTo>
                    <a:pt x="189" y="33"/>
                  </a:lnTo>
                  <a:lnTo>
                    <a:pt x="189" y="33"/>
                  </a:lnTo>
                  <a:lnTo>
                    <a:pt x="189" y="33"/>
                  </a:lnTo>
                  <a:lnTo>
                    <a:pt x="189" y="33"/>
                  </a:lnTo>
                  <a:lnTo>
                    <a:pt x="189" y="36"/>
                  </a:lnTo>
                  <a:lnTo>
                    <a:pt x="189" y="36"/>
                  </a:lnTo>
                  <a:lnTo>
                    <a:pt x="192" y="36"/>
                  </a:lnTo>
                  <a:lnTo>
                    <a:pt x="192" y="36"/>
                  </a:lnTo>
                  <a:lnTo>
                    <a:pt x="192" y="36"/>
                  </a:lnTo>
                  <a:lnTo>
                    <a:pt x="192" y="36"/>
                  </a:lnTo>
                  <a:lnTo>
                    <a:pt x="192" y="38"/>
                  </a:lnTo>
                  <a:lnTo>
                    <a:pt x="192" y="38"/>
                  </a:lnTo>
                  <a:lnTo>
                    <a:pt x="192" y="40"/>
                  </a:lnTo>
                  <a:lnTo>
                    <a:pt x="192" y="40"/>
                  </a:lnTo>
                  <a:lnTo>
                    <a:pt x="192" y="40"/>
                  </a:lnTo>
                  <a:lnTo>
                    <a:pt x="192" y="43"/>
                  </a:lnTo>
                  <a:lnTo>
                    <a:pt x="192" y="43"/>
                  </a:lnTo>
                  <a:lnTo>
                    <a:pt x="194" y="43"/>
                  </a:lnTo>
                  <a:lnTo>
                    <a:pt x="194" y="45"/>
                  </a:lnTo>
                  <a:lnTo>
                    <a:pt x="194" y="45"/>
                  </a:lnTo>
                  <a:lnTo>
                    <a:pt x="194" y="45"/>
                  </a:lnTo>
                  <a:lnTo>
                    <a:pt x="194" y="45"/>
                  </a:lnTo>
                  <a:lnTo>
                    <a:pt x="194" y="45"/>
                  </a:lnTo>
                  <a:lnTo>
                    <a:pt x="194" y="48"/>
                  </a:lnTo>
                  <a:lnTo>
                    <a:pt x="197" y="48"/>
                  </a:lnTo>
                  <a:lnTo>
                    <a:pt x="197" y="48"/>
                  </a:lnTo>
                  <a:lnTo>
                    <a:pt x="197" y="48"/>
                  </a:lnTo>
                  <a:lnTo>
                    <a:pt x="197" y="50"/>
                  </a:lnTo>
                  <a:lnTo>
                    <a:pt x="199" y="50"/>
                  </a:lnTo>
                  <a:lnTo>
                    <a:pt x="199" y="50"/>
                  </a:lnTo>
                  <a:lnTo>
                    <a:pt x="199" y="50"/>
                  </a:lnTo>
                  <a:lnTo>
                    <a:pt x="199" y="52"/>
                  </a:lnTo>
                  <a:lnTo>
                    <a:pt x="199" y="52"/>
                  </a:lnTo>
                  <a:lnTo>
                    <a:pt x="201" y="5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8" name="Freeform 226"/>
            <p:cNvSpPr>
              <a:spLocks/>
            </p:cNvSpPr>
            <p:nvPr/>
          </p:nvSpPr>
          <p:spPr bwMode="auto">
            <a:xfrm>
              <a:off x="2679700" y="2617788"/>
              <a:ext cx="228600" cy="101600"/>
            </a:xfrm>
            <a:custGeom>
              <a:avLst/>
              <a:gdLst/>
              <a:ahLst/>
              <a:cxnLst>
                <a:cxn ang="0">
                  <a:pos x="2" y="0"/>
                </a:cxn>
                <a:cxn ang="0">
                  <a:pos x="9" y="0"/>
                </a:cxn>
                <a:cxn ang="0">
                  <a:pos x="16" y="0"/>
                </a:cxn>
                <a:cxn ang="0">
                  <a:pos x="21" y="2"/>
                </a:cxn>
                <a:cxn ang="0">
                  <a:pos x="28" y="5"/>
                </a:cxn>
                <a:cxn ang="0">
                  <a:pos x="33" y="7"/>
                </a:cxn>
                <a:cxn ang="0">
                  <a:pos x="40" y="9"/>
                </a:cxn>
                <a:cxn ang="0">
                  <a:pos x="47" y="9"/>
                </a:cxn>
                <a:cxn ang="0">
                  <a:pos x="54" y="7"/>
                </a:cxn>
                <a:cxn ang="0">
                  <a:pos x="59" y="9"/>
                </a:cxn>
                <a:cxn ang="0">
                  <a:pos x="64" y="12"/>
                </a:cxn>
                <a:cxn ang="0">
                  <a:pos x="68" y="14"/>
                </a:cxn>
                <a:cxn ang="0">
                  <a:pos x="76" y="16"/>
                </a:cxn>
                <a:cxn ang="0">
                  <a:pos x="80" y="19"/>
                </a:cxn>
                <a:cxn ang="0">
                  <a:pos x="83" y="24"/>
                </a:cxn>
                <a:cxn ang="0">
                  <a:pos x="87" y="24"/>
                </a:cxn>
                <a:cxn ang="0">
                  <a:pos x="94" y="21"/>
                </a:cxn>
                <a:cxn ang="0">
                  <a:pos x="102" y="21"/>
                </a:cxn>
                <a:cxn ang="0">
                  <a:pos x="104" y="21"/>
                </a:cxn>
                <a:cxn ang="0">
                  <a:pos x="111" y="21"/>
                </a:cxn>
                <a:cxn ang="0">
                  <a:pos x="116" y="26"/>
                </a:cxn>
                <a:cxn ang="0">
                  <a:pos x="123" y="26"/>
                </a:cxn>
                <a:cxn ang="0">
                  <a:pos x="125" y="33"/>
                </a:cxn>
                <a:cxn ang="0">
                  <a:pos x="125" y="35"/>
                </a:cxn>
                <a:cxn ang="0">
                  <a:pos x="130" y="38"/>
                </a:cxn>
                <a:cxn ang="0">
                  <a:pos x="135" y="40"/>
                </a:cxn>
                <a:cxn ang="0">
                  <a:pos x="137" y="45"/>
                </a:cxn>
                <a:cxn ang="0">
                  <a:pos x="135" y="52"/>
                </a:cxn>
                <a:cxn ang="0">
                  <a:pos x="142" y="54"/>
                </a:cxn>
                <a:cxn ang="0">
                  <a:pos x="144" y="59"/>
                </a:cxn>
                <a:cxn ang="0">
                  <a:pos x="139" y="64"/>
                </a:cxn>
                <a:cxn ang="0">
                  <a:pos x="135" y="61"/>
                </a:cxn>
                <a:cxn ang="0">
                  <a:pos x="128" y="61"/>
                </a:cxn>
                <a:cxn ang="0">
                  <a:pos x="123" y="57"/>
                </a:cxn>
                <a:cxn ang="0">
                  <a:pos x="120" y="54"/>
                </a:cxn>
                <a:cxn ang="0">
                  <a:pos x="113" y="52"/>
                </a:cxn>
                <a:cxn ang="0">
                  <a:pos x="109" y="57"/>
                </a:cxn>
                <a:cxn ang="0">
                  <a:pos x="104" y="57"/>
                </a:cxn>
                <a:cxn ang="0">
                  <a:pos x="99" y="59"/>
                </a:cxn>
                <a:cxn ang="0">
                  <a:pos x="94" y="59"/>
                </a:cxn>
                <a:cxn ang="0">
                  <a:pos x="87" y="59"/>
                </a:cxn>
                <a:cxn ang="0">
                  <a:pos x="83" y="61"/>
                </a:cxn>
                <a:cxn ang="0">
                  <a:pos x="76" y="61"/>
                </a:cxn>
                <a:cxn ang="0">
                  <a:pos x="71" y="61"/>
                </a:cxn>
                <a:cxn ang="0">
                  <a:pos x="66" y="54"/>
                </a:cxn>
                <a:cxn ang="0">
                  <a:pos x="61" y="52"/>
                </a:cxn>
                <a:cxn ang="0">
                  <a:pos x="57" y="50"/>
                </a:cxn>
                <a:cxn ang="0">
                  <a:pos x="52" y="52"/>
                </a:cxn>
                <a:cxn ang="0">
                  <a:pos x="45" y="52"/>
                </a:cxn>
                <a:cxn ang="0">
                  <a:pos x="38" y="52"/>
                </a:cxn>
                <a:cxn ang="0">
                  <a:pos x="35" y="50"/>
                </a:cxn>
                <a:cxn ang="0">
                  <a:pos x="38" y="42"/>
                </a:cxn>
                <a:cxn ang="0">
                  <a:pos x="35" y="38"/>
                </a:cxn>
                <a:cxn ang="0">
                  <a:pos x="33" y="31"/>
                </a:cxn>
                <a:cxn ang="0">
                  <a:pos x="33" y="24"/>
                </a:cxn>
                <a:cxn ang="0">
                  <a:pos x="26" y="19"/>
                </a:cxn>
                <a:cxn ang="0">
                  <a:pos x="21" y="14"/>
                </a:cxn>
                <a:cxn ang="0">
                  <a:pos x="16" y="12"/>
                </a:cxn>
                <a:cxn ang="0">
                  <a:pos x="9" y="12"/>
                </a:cxn>
                <a:cxn ang="0">
                  <a:pos x="5" y="7"/>
                </a:cxn>
              </a:cxnLst>
              <a:rect l="0" t="0" r="r" b="b"/>
              <a:pathLst>
                <a:path w="144" h="64">
                  <a:moveTo>
                    <a:pt x="0" y="5"/>
                  </a:moveTo>
                  <a:lnTo>
                    <a:pt x="0" y="2"/>
                  </a:lnTo>
                  <a:lnTo>
                    <a:pt x="2" y="2"/>
                  </a:lnTo>
                  <a:lnTo>
                    <a:pt x="2" y="2"/>
                  </a:lnTo>
                  <a:lnTo>
                    <a:pt x="2" y="2"/>
                  </a:lnTo>
                  <a:lnTo>
                    <a:pt x="2" y="2"/>
                  </a:lnTo>
                  <a:lnTo>
                    <a:pt x="2" y="0"/>
                  </a:lnTo>
                  <a:lnTo>
                    <a:pt x="2" y="0"/>
                  </a:lnTo>
                  <a:lnTo>
                    <a:pt x="2" y="0"/>
                  </a:lnTo>
                  <a:lnTo>
                    <a:pt x="5" y="0"/>
                  </a:lnTo>
                  <a:lnTo>
                    <a:pt x="5" y="0"/>
                  </a:lnTo>
                  <a:lnTo>
                    <a:pt x="7" y="0"/>
                  </a:lnTo>
                  <a:lnTo>
                    <a:pt x="7" y="0"/>
                  </a:lnTo>
                  <a:lnTo>
                    <a:pt x="7" y="0"/>
                  </a:lnTo>
                  <a:lnTo>
                    <a:pt x="7" y="0"/>
                  </a:lnTo>
                  <a:lnTo>
                    <a:pt x="9" y="0"/>
                  </a:lnTo>
                  <a:lnTo>
                    <a:pt x="9" y="0"/>
                  </a:lnTo>
                  <a:lnTo>
                    <a:pt x="9" y="0"/>
                  </a:lnTo>
                  <a:lnTo>
                    <a:pt x="12" y="0"/>
                  </a:lnTo>
                  <a:lnTo>
                    <a:pt x="12" y="0"/>
                  </a:lnTo>
                  <a:lnTo>
                    <a:pt x="12" y="2"/>
                  </a:lnTo>
                  <a:lnTo>
                    <a:pt x="14" y="2"/>
                  </a:lnTo>
                  <a:lnTo>
                    <a:pt x="14" y="0"/>
                  </a:lnTo>
                  <a:lnTo>
                    <a:pt x="14" y="0"/>
                  </a:lnTo>
                  <a:lnTo>
                    <a:pt x="14" y="0"/>
                  </a:lnTo>
                  <a:lnTo>
                    <a:pt x="16" y="0"/>
                  </a:lnTo>
                  <a:lnTo>
                    <a:pt x="16" y="0"/>
                  </a:lnTo>
                  <a:lnTo>
                    <a:pt x="16" y="2"/>
                  </a:lnTo>
                  <a:lnTo>
                    <a:pt x="19" y="2"/>
                  </a:lnTo>
                  <a:lnTo>
                    <a:pt x="19" y="2"/>
                  </a:lnTo>
                  <a:lnTo>
                    <a:pt x="19" y="2"/>
                  </a:lnTo>
                  <a:lnTo>
                    <a:pt x="19" y="2"/>
                  </a:lnTo>
                  <a:lnTo>
                    <a:pt x="21" y="2"/>
                  </a:lnTo>
                  <a:lnTo>
                    <a:pt x="21" y="2"/>
                  </a:lnTo>
                  <a:lnTo>
                    <a:pt x="21" y="2"/>
                  </a:lnTo>
                  <a:lnTo>
                    <a:pt x="21" y="2"/>
                  </a:lnTo>
                  <a:lnTo>
                    <a:pt x="23" y="2"/>
                  </a:lnTo>
                  <a:lnTo>
                    <a:pt x="23" y="5"/>
                  </a:lnTo>
                  <a:lnTo>
                    <a:pt x="23" y="5"/>
                  </a:lnTo>
                  <a:lnTo>
                    <a:pt x="26" y="5"/>
                  </a:lnTo>
                  <a:lnTo>
                    <a:pt x="26" y="5"/>
                  </a:lnTo>
                  <a:lnTo>
                    <a:pt x="26" y="5"/>
                  </a:lnTo>
                  <a:lnTo>
                    <a:pt x="28" y="5"/>
                  </a:lnTo>
                  <a:lnTo>
                    <a:pt x="28" y="5"/>
                  </a:lnTo>
                  <a:lnTo>
                    <a:pt x="28" y="5"/>
                  </a:lnTo>
                  <a:lnTo>
                    <a:pt x="28" y="5"/>
                  </a:lnTo>
                  <a:lnTo>
                    <a:pt x="31" y="5"/>
                  </a:lnTo>
                  <a:lnTo>
                    <a:pt x="31" y="5"/>
                  </a:lnTo>
                  <a:lnTo>
                    <a:pt x="31" y="5"/>
                  </a:lnTo>
                  <a:lnTo>
                    <a:pt x="31" y="5"/>
                  </a:lnTo>
                  <a:lnTo>
                    <a:pt x="31" y="7"/>
                  </a:lnTo>
                  <a:lnTo>
                    <a:pt x="33" y="7"/>
                  </a:lnTo>
                  <a:lnTo>
                    <a:pt x="33" y="7"/>
                  </a:lnTo>
                  <a:lnTo>
                    <a:pt x="33" y="7"/>
                  </a:lnTo>
                  <a:lnTo>
                    <a:pt x="33" y="7"/>
                  </a:lnTo>
                  <a:lnTo>
                    <a:pt x="35" y="7"/>
                  </a:lnTo>
                  <a:lnTo>
                    <a:pt x="35" y="7"/>
                  </a:lnTo>
                  <a:lnTo>
                    <a:pt x="35" y="9"/>
                  </a:lnTo>
                  <a:lnTo>
                    <a:pt x="35" y="9"/>
                  </a:lnTo>
                  <a:lnTo>
                    <a:pt x="38" y="9"/>
                  </a:lnTo>
                  <a:lnTo>
                    <a:pt x="38" y="9"/>
                  </a:lnTo>
                  <a:lnTo>
                    <a:pt x="40" y="9"/>
                  </a:lnTo>
                  <a:lnTo>
                    <a:pt x="40" y="9"/>
                  </a:lnTo>
                  <a:lnTo>
                    <a:pt x="40" y="9"/>
                  </a:lnTo>
                  <a:lnTo>
                    <a:pt x="40" y="7"/>
                  </a:lnTo>
                  <a:lnTo>
                    <a:pt x="42" y="7"/>
                  </a:lnTo>
                  <a:lnTo>
                    <a:pt x="42" y="9"/>
                  </a:lnTo>
                  <a:lnTo>
                    <a:pt x="42" y="9"/>
                  </a:lnTo>
                  <a:lnTo>
                    <a:pt x="42" y="9"/>
                  </a:lnTo>
                  <a:lnTo>
                    <a:pt x="45" y="9"/>
                  </a:lnTo>
                  <a:lnTo>
                    <a:pt x="45" y="9"/>
                  </a:lnTo>
                  <a:lnTo>
                    <a:pt x="47" y="9"/>
                  </a:lnTo>
                  <a:lnTo>
                    <a:pt x="47" y="9"/>
                  </a:lnTo>
                  <a:lnTo>
                    <a:pt x="47" y="9"/>
                  </a:lnTo>
                  <a:lnTo>
                    <a:pt x="49" y="9"/>
                  </a:lnTo>
                  <a:lnTo>
                    <a:pt x="49" y="9"/>
                  </a:lnTo>
                  <a:lnTo>
                    <a:pt x="52" y="9"/>
                  </a:lnTo>
                  <a:lnTo>
                    <a:pt x="52" y="7"/>
                  </a:lnTo>
                  <a:lnTo>
                    <a:pt x="52" y="7"/>
                  </a:lnTo>
                  <a:lnTo>
                    <a:pt x="52" y="7"/>
                  </a:lnTo>
                  <a:lnTo>
                    <a:pt x="54" y="7"/>
                  </a:lnTo>
                  <a:lnTo>
                    <a:pt x="54" y="9"/>
                  </a:lnTo>
                  <a:lnTo>
                    <a:pt x="54" y="9"/>
                  </a:lnTo>
                  <a:lnTo>
                    <a:pt x="54" y="9"/>
                  </a:lnTo>
                  <a:lnTo>
                    <a:pt x="54" y="9"/>
                  </a:lnTo>
                  <a:lnTo>
                    <a:pt x="57" y="9"/>
                  </a:lnTo>
                  <a:lnTo>
                    <a:pt x="57" y="9"/>
                  </a:lnTo>
                  <a:lnTo>
                    <a:pt x="59" y="9"/>
                  </a:lnTo>
                  <a:lnTo>
                    <a:pt x="59" y="9"/>
                  </a:lnTo>
                  <a:lnTo>
                    <a:pt x="59" y="9"/>
                  </a:lnTo>
                  <a:lnTo>
                    <a:pt x="59" y="9"/>
                  </a:lnTo>
                  <a:lnTo>
                    <a:pt x="59" y="9"/>
                  </a:lnTo>
                  <a:lnTo>
                    <a:pt x="61" y="9"/>
                  </a:lnTo>
                  <a:lnTo>
                    <a:pt x="61" y="9"/>
                  </a:lnTo>
                  <a:lnTo>
                    <a:pt x="61" y="9"/>
                  </a:lnTo>
                  <a:lnTo>
                    <a:pt x="64" y="9"/>
                  </a:lnTo>
                  <a:lnTo>
                    <a:pt x="64" y="12"/>
                  </a:lnTo>
                  <a:lnTo>
                    <a:pt x="64" y="12"/>
                  </a:lnTo>
                  <a:lnTo>
                    <a:pt x="64" y="12"/>
                  </a:lnTo>
                  <a:lnTo>
                    <a:pt x="66" y="12"/>
                  </a:lnTo>
                  <a:lnTo>
                    <a:pt x="66" y="12"/>
                  </a:lnTo>
                  <a:lnTo>
                    <a:pt x="66" y="12"/>
                  </a:lnTo>
                  <a:lnTo>
                    <a:pt x="66" y="14"/>
                  </a:lnTo>
                  <a:lnTo>
                    <a:pt x="66" y="14"/>
                  </a:lnTo>
                  <a:lnTo>
                    <a:pt x="68" y="14"/>
                  </a:lnTo>
                  <a:lnTo>
                    <a:pt x="68" y="14"/>
                  </a:lnTo>
                  <a:lnTo>
                    <a:pt x="68" y="14"/>
                  </a:lnTo>
                  <a:lnTo>
                    <a:pt x="68" y="14"/>
                  </a:lnTo>
                  <a:lnTo>
                    <a:pt x="71" y="14"/>
                  </a:lnTo>
                  <a:lnTo>
                    <a:pt x="71" y="16"/>
                  </a:lnTo>
                  <a:lnTo>
                    <a:pt x="71" y="16"/>
                  </a:lnTo>
                  <a:lnTo>
                    <a:pt x="73" y="16"/>
                  </a:lnTo>
                  <a:lnTo>
                    <a:pt x="73" y="16"/>
                  </a:lnTo>
                  <a:lnTo>
                    <a:pt x="73" y="16"/>
                  </a:lnTo>
                  <a:lnTo>
                    <a:pt x="73" y="16"/>
                  </a:lnTo>
                  <a:lnTo>
                    <a:pt x="73" y="16"/>
                  </a:lnTo>
                  <a:lnTo>
                    <a:pt x="76" y="16"/>
                  </a:lnTo>
                  <a:lnTo>
                    <a:pt x="76" y="16"/>
                  </a:lnTo>
                  <a:lnTo>
                    <a:pt x="76" y="16"/>
                  </a:lnTo>
                  <a:lnTo>
                    <a:pt x="76" y="16"/>
                  </a:lnTo>
                  <a:lnTo>
                    <a:pt x="78" y="16"/>
                  </a:lnTo>
                  <a:lnTo>
                    <a:pt x="78" y="19"/>
                  </a:lnTo>
                  <a:lnTo>
                    <a:pt x="78" y="19"/>
                  </a:lnTo>
                  <a:lnTo>
                    <a:pt x="78" y="19"/>
                  </a:lnTo>
                  <a:lnTo>
                    <a:pt x="80" y="19"/>
                  </a:lnTo>
                  <a:lnTo>
                    <a:pt x="80" y="19"/>
                  </a:lnTo>
                  <a:lnTo>
                    <a:pt x="80" y="19"/>
                  </a:lnTo>
                  <a:lnTo>
                    <a:pt x="80" y="21"/>
                  </a:lnTo>
                  <a:lnTo>
                    <a:pt x="83" y="21"/>
                  </a:lnTo>
                  <a:lnTo>
                    <a:pt x="83" y="21"/>
                  </a:lnTo>
                  <a:lnTo>
                    <a:pt x="83" y="24"/>
                  </a:lnTo>
                  <a:lnTo>
                    <a:pt x="80" y="24"/>
                  </a:lnTo>
                  <a:lnTo>
                    <a:pt x="80" y="24"/>
                  </a:lnTo>
                  <a:lnTo>
                    <a:pt x="80" y="24"/>
                  </a:lnTo>
                  <a:lnTo>
                    <a:pt x="83" y="24"/>
                  </a:lnTo>
                  <a:lnTo>
                    <a:pt x="83" y="24"/>
                  </a:lnTo>
                  <a:lnTo>
                    <a:pt x="85" y="24"/>
                  </a:lnTo>
                  <a:lnTo>
                    <a:pt x="85" y="24"/>
                  </a:lnTo>
                  <a:lnTo>
                    <a:pt x="85" y="26"/>
                  </a:lnTo>
                  <a:lnTo>
                    <a:pt x="85" y="26"/>
                  </a:lnTo>
                  <a:lnTo>
                    <a:pt x="85" y="24"/>
                  </a:lnTo>
                  <a:lnTo>
                    <a:pt x="87" y="24"/>
                  </a:lnTo>
                  <a:lnTo>
                    <a:pt x="87" y="24"/>
                  </a:lnTo>
                  <a:lnTo>
                    <a:pt x="87" y="24"/>
                  </a:lnTo>
                  <a:lnTo>
                    <a:pt x="87" y="24"/>
                  </a:lnTo>
                  <a:lnTo>
                    <a:pt x="90" y="24"/>
                  </a:lnTo>
                  <a:lnTo>
                    <a:pt x="90" y="24"/>
                  </a:lnTo>
                  <a:lnTo>
                    <a:pt x="92" y="24"/>
                  </a:lnTo>
                  <a:lnTo>
                    <a:pt x="92" y="24"/>
                  </a:lnTo>
                  <a:lnTo>
                    <a:pt x="92" y="24"/>
                  </a:lnTo>
                  <a:lnTo>
                    <a:pt x="92" y="21"/>
                  </a:lnTo>
                  <a:lnTo>
                    <a:pt x="92" y="21"/>
                  </a:lnTo>
                  <a:lnTo>
                    <a:pt x="94" y="21"/>
                  </a:lnTo>
                  <a:lnTo>
                    <a:pt x="94" y="21"/>
                  </a:lnTo>
                  <a:lnTo>
                    <a:pt x="94" y="21"/>
                  </a:lnTo>
                  <a:lnTo>
                    <a:pt x="97" y="21"/>
                  </a:lnTo>
                  <a:lnTo>
                    <a:pt x="97" y="21"/>
                  </a:lnTo>
                  <a:lnTo>
                    <a:pt x="97" y="21"/>
                  </a:lnTo>
                  <a:lnTo>
                    <a:pt x="99" y="21"/>
                  </a:lnTo>
                  <a:lnTo>
                    <a:pt x="99" y="21"/>
                  </a:lnTo>
                  <a:lnTo>
                    <a:pt x="99" y="21"/>
                  </a:lnTo>
                  <a:lnTo>
                    <a:pt x="102" y="21"/>
                  </a:lnTo>
                  <a:lnTo>
                    <a:pt x="102" y="21"/>
                  </a:lnTo>
                  <a:lnTo>
                    <a:pt x="102" y="21"/>
                  </a:lnTo>
                  <a:lnTo>
                    <a:pt x="102" y="21"/>
                  </a:lnTo>
                  <a:lnTo>
                    <a:pt x="102" y="24"/>
                  </a:lnTo>
                  <a:lnTo>
                    <a:pt x="102" y="24"/>
                  </a:lnTo>
                  <a:lnTo>
                    <a:pt x="104" y="24"/>
                  </a:lnTo>
                  <a:lnTo>
                    <a:pt x="104" y="24"/>
                  </a:lnTo>
                  <a:lnTo>
                    <a:pt x="104" y="24"/>
                  </a:lnTo>
                  <a:lnTo>
                    <a:pt x="104" y="21"/>
                  </a:lnTo>
                  <a:lnTo>
                    <a:pt x="106" y="21"/>
                  </a:lnTo>
                  <a:lnTo>
                    <a:pt x="106" y="21"/>
                  </a:lnTo>
                  <a:lnTo>
                    <a:pt x="106" y="21"/>
                  </a:lnTo>
                  <a:lnTo>
                    <a:pt x="106" y="21"/>
                  </a:lnTo>
                  <a:lnTo>
                    <a:pt x="109" y="21"/>
                  </a:lnTo>
                  <a:lnTo>
                    <a:pt x="109" y="21"/>
                  </a:lnTo>
                  <a:lnTo>
                    <a:pt x="109" y="21"/>
                  </a:lnTo>
                  <a:lnTo>
                    <a:pt x="109" y="21"/>
                  </a:lnTo>
                  <a:lnTo>
                    <a:pt x="111" y="21"/>
                  </a:lnTo>
                  <a:lnTo>
                    <a:pt x="111" y="21"/>
                  </a:lnTo>
                  <a:lnTo>
                    <a:pt x="111" y="24"/>
                  </a:lnTo>
                  <a:lnTo>
                    <a:pt x="113" y="24"/>
                  </a:lnTo>
                  <a:lnTo>
                    <a:pt x="113" y="24"/>
                  </a:lnTo>
                  <a:lnTo>
                    <a:pt x="113" y="24"/>
                  </a:lnTo>
                  <a:lnTo>
                    <a:pt x="113" y="24"/>
                  </a:lnTo>
                  <a:lnTo>
                    <a:pt x="113" y="24"/>
                  </a:lnTo>
                  <a:lnTo>
                    <a:pt x="113" y="26"/>
                  </a:lnTo>
                  <a:lnTo>
                    <a:pt x="116" y="26"/>
                  </a:lnTo>
                  <a:lnTo>
                    <a:pt x="116" y="26"/>
                  </a:lnTo>
                  <a:lnTo>
                    <a:pt x="116" y="26"/>
                  </a:lnTo>
                  <a:lnTo>
                    <a:pt x="118" y="26"/>
                  </a:lnTo>
                  <a:lnTo>
                    <a:pt x="118" y="26"/>
                  </a:lnTo>
                  <a:lnTo>
                    <a:pt x="120" y="26"/>
                  </a:lnTo>
                  <a:lnTo>
                    <a:pt x="120" y="26"/>
                  </a:lnTo>
                  <a:lnTo>
                    <a:pt x="120" y="26"/>
                  </a:lnTo>
                  <a:lnTo>
                    <a:pt x="120" y="26"/>
                  </a:lnTo>
                  <a:lnTo>
                    <a:pt x="123" y="26"/>
                  </a:lnTo>
                  <a:lnTo>
                    <a:pt x="123" y="26"/>
                  </a:lnTo>
                  <a:lnTo>
                    <a:pt x="123" y="28"/>
                  </a:lnTo>
                  <a:lnTo>
                    <a:pt x="125" y="28"/>
                  </a:lnTo>
                  <a:lnTo>
                    <a:pt x="125" y="28"/>
                  </a:lnTo>
                  <a:lnTo>
                    <a:pt x="125" y="31"/>
                  </a:lnTo>
                  <a:lnTo>
                    <a:pt x="123" y="31"/>
                  </a:lnTo>
                  <a:lnTo>
                    <a:pt x="123" y="31"/>
                  </a:lnTo>
                  <a:lnTo>
                    <a:pt x="125" y="31"/>
                  </a:lnTo>
                  <a:lnTo>
                    <a:pt x="125" y="33"/>
                  </a:lnTo>
                  <a:lnTo>
                    <a:pt x="123" y="33"/>
                  </a:lnTo>
                  <a:lnTo>
                    <a:pt x="123" y="33"/>
                  </a:lnTo>
                  <a:lnTo>
                    <a:pt x="120" y="33"/>
                  </a:lnTo>
                  <a:lnTo>
                    <a:pt x="120" y="33"/>
                  </a:lnTo>
                  <a:lnTo>
                    <a:pt x="120" y="33"/>
                  </a:lnTo>
                  <a:lnTo>
                    <a:pt x="123" y="33"/>
                  </a:lnTo>
                  <a:lnTo>
                    <a:pt x="123" y="35"/>
                  </a:lnTo>
                  <a:lnTo>
                    <a:pt x="123" y="35"/>
                  </a:lnTo>
                  <a:lnTo>
                    <a:pt x="125" y="35"/>
                  </a:lnTo>
                  <a:lnTo>
                    <a:pt x="125" y="35"/>
                  </a:lnTo>
                  <a:lnTo>
                    <a:pt x="125" y="35"/>
                  </a:lnTo>
                  <a:lnTo>
                    <a:pt x="125" y="35"/>
                  </a:lnTo>
                  <a:lnTo>
                    <a:pt x="128" y="35"/>
                  </a:lnTo>
                  <a:lnTo>
                    <a:pt x="128" y="38"/>
                  </a:lnTo>
                  <a:lnTo>
                    <a:pt x="128" y="38"/>
                  </a:lnTo>
                  <a:lnTo>
                    <a:pt x="128" y="38"/>
                  </a:lnTo>
                  <a:lnTo>
                    <a:pt x="128" y="38"/>
                  </a:lnTo>
                  <a:lnTo>
                    <a:pt x="130" y="38"/>
                  </a:lnTo>
                  <a:lnTo>
                    <a:pt x="130" y="38"/>
                  </a:lnTo>
                  <a:lnTo>
                    <a:pt x="132" y="38"/>
                  </a:lnTo>
                  <a:lnTo>
                    <a:pt x="132" y="40"/>
                  </a:lnTo>
                  <a:lnTo>
                    <a:pt x="132" y="40"/>
                  </a:lnTo>
                  <a:lnTo>
                    <a:pt x="132" y="40"/>
                  </a:lnTo>
                  <a:lnTo>
                    <a:pt x="135" y="40"/>
                  </a:lnTo>
                  <a:lnTo>
                    <a:pt x="135" y="40"/>
                  </a:lnTo>
                  <a:lnTo>
                    <a:pt x="135" y="40"/>
                  </a:lnTo>
                  <a:lnTo>
                    <a:pt x="135" y="40"/>
                  </a:lnTo>
                  <a:lnTo>
                    <a:pt x="137" y="40"/>
                  </a:lnTo>
                  <a:lnTo>
                    <a:pt x="137" y="40"/>
                  </a:lnTo>
                  <a:lnTo>
                    <a:pt x="137" y="42"/>
                  </a:lnTo>
                  <a:lnTo>
                    <a:pt x="139" y="42"/>
                  </a:lnTo>
                  <a:lnTo>
                    <a:pt x="139" y="42"/>
                  </a:lnTo>
                  <a:lnTo>
                    <a:pt x="139" y="42"/>
                  </a:lnTo>
                  <a:lnTo>
                    <a:pt x="137" y="42"/>
                  </a:lnTo>
                  <a:lnTo>
                    <a:pt x="137" y="42"/>
                  </a:lnTo>
                  <a:lnTo>
                    <a:pt x="137" y="45"/>
                  </a:lnTo>
                  <a:lnTo>
                    <a:pt x="135" y="45"/>
                  </a:lnTo>
                  <a:lnTo>
                    <a:pt x="135" y="45"/>
                  </a:lnTo>
                  <a:lnTo>
                    <a:pt x="135" y="47"/>
                  </a:lnTo>
                  <a:lnTo>
                    <a:pt x="135" y="47"/>
                  </a:lnTo>
                  <a:lnTo>
                    <a:pt x="135" y="47"/>
                  </a:lnTo>
                  <a:lnTo>
                    <a:pt x="135" y="50"/>
                  </a:lnTo>
                  <a:lnTo>
                    <a:pt x="135" y="50"/>
                  </a:lnTo>
                  <a:lnTo>
                    <a:pt x="135" y="50"/>
                  </a:lnTo>
                  <a:lnTo>
                    <a:pt x="135" y="52"/>
                  </a:lnTo>
                  <a:lnTo>
                    <a:pt x="137" y="52"/>
                  </a:lnTo>
                  <a:lnTo>
                    <a:pt x="137" y="52"/>
                  </a:lnTo>
                  <a:lnTo>
                    <a:pt x="137" y="52"/>
                  </a:lnTo>
                  <a:lnTo>
                    <a:pt x="137" y="52"/>
                  </a:lnTo>
                  <a:lnTo>
                    <a:pt x="139" y="52"/>
                  </a:lnTo>
                  <a:lnTo>
                    <a:pt x="139" y="52"/>
                  </a:lnTo>
                  <a:lnTo>
                    <a:pt x="139" y="54"/>
                  </a:lnTo>
                  <a:lnTo>
                    <a:pt x="139" y="54"/>
                  </a:lnTo>
                  <a:lnTo>
                    <a:pt x="142" y="54"/>
                  </a:lnTo>
                  <a:lnTo>
                    <a:pt x="142" y="54"/>
                  </a:lnTo>
                  <a:lnTo>
                    <a:pt x="142" y="54"/>
                  </a:lnTo>
                  <a:lnTo>
                    <a:pt x="142" y="54"/>
                  </a:lnTo>
                  <a:lnTo>
                    <a:pt x="144" y="54"/>
                  </a:lnTo>
                  <a:lnTo>
                    <a:pt x="144" y="57"/>
                  </a:lnTo>
                  <a:lnTo>
                    <a:pt x="144" y="57"/>
                  </a:lnTo>
                  <a:lnTo>
                    <a:pt x="144" y="57"/>
                  </a:lnTo>
                  <a:lnTo>
                    <a:pt x="144" y="59"/>
                  </a:lnTo>
                  <a:lnTo>
                    <a:pt x="144" y="59"/>
                  </a:lnTo>
                  <a:lnTo>
                    <a:pt x="144" y="59"/>
                  </a:lnTo>
                  <a:lnTo>
                    <a:pt x="144" y="61"/>
                  </a:lnTo>
                  <a:lnTo>
                    <a:pt x="144" y="61"/>
                  </a:lnTo>
                  <a:lnTo>
                    <a:pt x="142" y="61"/>
                  </a:lnTo>
                  <a:lnTo>
                    <a:pt x="142" y="61"/>
                  </a:lnTo>
                  <a:lnTo>
                    <a:pt x="142" y="64"/>
                  </a:lnTo>
                  <a:lnTo>
                    <a:pt x="142" y="64"/>
                  </a:lnTo>
                  <a:lnTo>
                    <a:pt x="142" y="64"/>
                  </a:lnTo>
                  <a:lnTo>
                    <a:pt x="139" y="64"/>
                  </a:lnTo>
                  <a:lnTo>
                    <a:pt x="139" y="64"/>
                  </a:lnTo>
                  <a:lnTo>
                    <a:pt x="139" y="64"/>
                  </a:lnTo>
                  <a:lnTo>
                    <a:pt x="139" y="61"/>
                  </a:lnTo>
                  <a:lnTo>
                    <a:pt x="137" y="61"/>
                  </a:lnTo>
                  <a:lnTo>
                    <a:pt x="137" y="61"/>
                  </a:lnTo>
                  <a:lnTo>
                    <a:pt x="137" y="61"/>
                  </a:lnTo>
                  <a:lnTo>
                    <a:pt x="135" y="61"/>
                  </a:lnTo>
                  <a:lnTo>
                    <a:pt x="135" y="61"/>
                  </a:lnTo>
                  <a:lnTo>
                    <a:pt x="135" y="61"/>
                  </a:lnTo>
                  <a:lnTo>
                    <a:pt x="135" y="61"/>
                  </a:lnTo>
                  <a:lnTo>
                    <a:pt x="132" y="61"/>
                  </a:lnTo>
                  <a:lnTo>
                    <a:pt x="132" y="59"/>
                  </a:lnTo>
                  <a:lnTo>
                    <a:pt x="132" y="59"/>
                  </a:lnTo>
                  <a:lnTo>
                    <a:pt x="132" y="59"/>
                  </a:lnTo>
                  <a:lnTo>
                    <a:pt x="132" y="61"/>
                  </a:lnTo>
                  <a:lnTo>
                    <a:pt x="130" y="61"/>
                  </a:lnTo>
                  <a:lnTo>
                    <a:pt x="130" y="61"/>
                  </a:lnTo>
                  <a:lnTo>
                    <a:pt x="128" y="61"/>
                  </a:lnTo>
                  <a:lnTo>
                    <a:pt x="128" y="61"/>
                  </a:lnTo>
                  <a:lnTo>
                    <a:pt x="128" y="59"/>
                  </a:lnTo>
                  <a:lnTo>
                    <a:pt x="128" y="59"/>
                  </a:lnTo>
                  <a:lnTo>
                    <a:pt x="125" y="59"/>
                  </a:lnTo>
                  <a:lnTo>
                    <a:pt x="125" y="59"/>
                  </a:lnTo>
                  <a:lnTo>
                    <a:pt x="125" y="59"/>
                  </a:lnTo>
                  <a:lnTo>
                    <a:pt x="125" y="59"/>
                  </a:lnTo>
                  <a:lnTo>
                    <a:pt x="123" y="59"/>
                  </a:lnTo>
                  <a:lnTo>
                    <a:pt x="123" y="57"/>
                  </a:lnTo>
                  <a:lnTo>
                    <a:pt x="123" y="57"/>
                  </a:lnTo>
                  <a:lnTo>
                    <a:pt x="123" y="57"/>
                  </a:lnTo>
                  <a:lnTo>
                    <a:pt x="123" y="57"/>
                  </a:lnTo>
                  <a:lnTo>
                    <a:pt x="123" y="54"/>
                  </a:lnTo>
                  <a:lnTo>
                    <a:pt x="123" y="54"/>
                  </a:lnTo>
                  <a:lnTo>
                    <a:pt x="120" y="54"/>
                  </a:lnTo>
                  <a:lnTo>
                    <a:pt x="120" y="54"/>
                  </a:lnTo>
                  <a:lnTo>
                    <a:pt x="120" y="54"/>
                  </a:lnTo>
                  <a:lnTo>
                    <a:pt x="120" y="54"/>
                  </a:lnTo>
                  <a:lnTo>
                    <a:pt x="118" y="54"/>
                  </a:lnTo>
                  <a:lnTo>
                    <a:pt x="118" y="54"/>
                  </a:lnTo>
                  <a:lnTo>
                    <a:pt x="118" y="52"/>
                  </a:lnTo>
                  <a:lnTo>
                    <a:pt x="116" y="52"/>
                  </a:lnTo>
                  <a:lnTo>
                    <a:pt x="116" y="54"/>
                  </a:lnTo>
                  <a:lnTo>
                    <a:pt x="116" y="54"/>
                  </a:lnTo>
                  <a:lnTo>
                    <a:pt x="116" y="52"/>
                  </a:lnTo>
                  <a:lnTo>
                    <a:pt x="116" y="52"/>
                  </a:lnTo>
                  <a:lnTo>
                    <a:pt x="113" y="52"/>
                  </a:lnTo>
                  <a:lnTo>
                    <a:pt x="113" y="52"/>
                  </a:lnTo>
                  <a:lnTo>
                    <a:pt x="113" y="54"/>
                  </a:lnTo>
                  <a:lnTo>
                    <a:pt x="113" y="54"/>
                  </a:lnTo>
                  <a:lnTo>
                    <a:pt x="111" y="54"/>
                  </a:lnTo>
                  <a:lnTo>
                    <a:pt x="111" y="54"/>
                  </a:lnTo>
                  <a:lnTo>
                    <a:pt x="111" y="54"/>
                  </a:lnTo>
                  <a:lnTo>
                    <a:pt x="111" y="57"/>
                  </a:lnTo>
                  <a:lnTo>
                    <a:pt x="109" y="57"/>
                  </a:lnTo>
                  <a:lnTo>
                    <a:pt x="109" y="57"/>
                  </a:lnTo>
                  <a:lnTo>
                    <a:pt x="109" y="57"/>
                  </a:lnTo>
                  <a:lnTo>
                    <a:pt x="109" y="57"/>
                  </a:lnTo>
                  <a:lnTo>
                    <a:pt x="106" y="57"/>
                  </a:lnTo>
                  <a:lnTo>
                    <a:pt x="106" y="59"/>
                  </a:lnTo>
                  <a:lnTo>
                    <a:pt x="106" y="59"/>
                  </a:lnTo>
                  <a:lnTo>
                    <a:pt x="106" y="59"/>
                  </a:lnTo>
                  <a:lnTo>
                    <a:pt x="106" y="57"/>
                  </a:lnTo>
                  <a:lnTo>
                    <a:pt x="104" y="57"/>
                  </a:lnTo>
                  <a:lnTo>
                    <a:pt x="104" y="57"/>
                  </a:lnTo>
                  <a:lnTo>
                    <a:pt x="104" y="59"/>
                  </a:lnTo>
                  <a:lnTo>
                    <a:pt x="104" y="59"/>
                  </a:lnTo>
                  <a:lnTo>
                    <a:pt x="104" y="59"/>
                  </a:lnTo>
                  <a:lnTo>
                    <a:pt x="104" y="59"/>
                  </a:lnTo>
                  <a:lnTo>
                    <a:pt x="102" y="59"/>
                  </a:lnTo>
                  <a:lnTo>
                    <a:pt x="102" y="59"/>
                  </a:lnTo>
                  <a:lnTo>
                    <a:pt x="102" y="59"/>
                  </a:lnTo>
                  <a:lnTo>
                    <a:pt x="102" y="59"/>
                  </a:lnTo>
                  <a:lnTo>
                    <a:pt x="99" y="59"/>
                  </a:lnTo>
                  <a:lnTo>
                    <a:pt x="99" y="59"/>
                  </a:lnTo>
                  <a:lnTo>
                    <a:pt x="99" y="59"/>
                  </a:lnTo>
                  <a:lnTo>
                    <a:pt x="99" y="59"/>
                  </a:lnTo>
                  <a:lnTo>
                    <a:pt x="97" y="59"/>
                  </a:lnTo>
                  <a:lnTo>
                    <a:pt x="97" y="59"/>
                  </a:lnTo>
                  <a:lnTo>
                    <a:pt x="94" y="59"/>
                  </a:lnTo>
                  <a:lnTo>
                    <a:pt x="94" y="59"/>
                  </a:lnTo>
                  <a:lnTo>
                    <a:pt x="94" y="59"/>
                  </a:lnTo>
                  <a:lnTo>
                    <a:pt x="94" y="59"/>
                  </a:lnTo>
                  <a:lnTo>
                    <a:pt x="94" y="59"/>
                  </a:lnTo>
                  <a:lnTo>
                    <a:pt x="92" y="59"/>
                  </a:lnTo>
                  <a:lnTo>
                    <a:pt x="92" y="59"/>
                  </a:lnTo>
                  <a:lnTo>
                    <a:pt x="92" y="59"/>
                  </a:lnTo>
                  <a:lnTo>
                    <a:pt x="92" y="59"/>
                  </a:lnTo>
                  <a:lnTo>
                    <a:pt x="90" y="59"/>
                  </a:lnTo>
                  <a:lnTo>
                    <a:pt x="90" y="59"/>
                  </a:lnTo>
                  <a:lnTo>
                    <a:pt x="90" y="59"/>
                  </a:lnTo>
                  <a:lnTo>
                    <a:pt x="87" y="59"/>
                  </a:lnTo>
                  <a:lnTo>
                    <a:pt x="87" y="59"/>
                  </a:lnTo>
                  <a:lnTo>
                    <a:pt x="87" y="61"/>
                  </a:lnTo>
                  <a:lnTo>
                    <a:pt x="87" y="61"/>
                  </a:lnTo>
                  <a:lnTo>
                    <a:pt x="85" y="61"/>
                  </a:lnTo>
                  <a:lnTo>
                    <a:pt x="85" y="61"/>
                  </a:lnTo>
                  <a:lnTo>
                    <a:pt x="85" y="61"/>
                  </a:lnTo>
                  <a:lnTo>
                    <a:pt x="83" y="61"/>
                  </a:lnTo>
                  <a:lnTo>
                    <a:pt x="83" y="61"/>
                  </a:lnTo>
                  <a:lnTo>
                    <a:pt x="83" y="61"/>
                  </a:lnTo>
                  <a:lnTo>
                    <a:pt x="80" y="61"/>
                  </a:lnTo>
                  <a:lnTo>
                    <a:pt x="80" y="61"/>
                  </a:lnTo>
                  <a:lnTo>
                    <a:pt x="80" y="61"/>
                  </a:lnTo>
                  <a:lnTo>
                    <a:pt x="78" y="61"/>
                  </a:lnTo>
                  <a:lnTo>
                    <a:pt x="78" y="61"/>
                  </a:lnTo>
                  <a:lnTo>
                    <a:pt x="78" y="61"/>
                  </a:lnTo>
                  <a:lnTo>
                    <a:pt x="76" y="61"/>
                  </a:lnTo>
                  <a:lnTo>
                    <a:pt x="76" y="61"/>
                  </a:lnTo>
                  <a:lnTo>
                    <a:pt x="76" y="61"/>
                  </a:lnTo>
                  <a:lnTo>
                    <a:pt x="76" y="61"/>
                  </a:lnTo>
                  <a:lnTo>
                    <a:pt x="76" y="61"/>
                  </a:lnTo>
                  <a:lnTo>
                    <a:pt x="73" y="61"/>
                  </a:lnTo>
                  <a:lnTo>
                    <a:pt x="73" y="59"/>
                  </a:lnTo>
                  <a:lnTo>
                    <a:pt x="73" y="59"/>
                  </a:lnTo>
                  <a:lnTo>
                    <a:pt x="73" y="59"/>
                  </a:lnTo>
                  <a:lnTo>
                    <a:pt x="71" y="59"/>
                  </a:lnTo>
                  <a:lnTo>
                    <a:pt x="71" y="61"/>
                  </a:lnTo>
                  <a:lnTo>
                    <a:pt x="71" y="61"/>
                  </a:lnTo>
                  <a:lnTo>
                    <a:pt x="71" y="59"/>
                  </a:lnTo>
                  <a:lnTo>
                    <a:pt x="68" y="59"/>
                  </a:lnTo>
                  <a:lnTo>
                    <a:pt x="68" y="59"/>
                  </a:lnTo>
                  <a:lnTo>
                    <a:pt x="68" y="59"/>
                  </a:lnTo>
                  <a:lnTo>
                    <a:pt x="68" y="57"/>
                  </a:lnTo>
                  <a:lnTo>
                    <a:pt x="68" y="57"/>
                  </a:lnTo>
                  <a:lnTo>
                    <a:pt x="68" y="57"/>
                  </a:lnTo>
                  <a:lnTo>
                    <a:pt x="66" y="57"/>
                  </a:lnTo>
                  <a:lnTo>
                    <a:pt x="66" y="54"/>
                  </a:lnTo>
                  <a:lnTo>
                    <a:pt x="66" y="54"/>
                  </a:lnTo>
                  <a:lnTo>
                    <a:pt x="66" y="54"/>
                  </a:lnTo>
                  <a:lnTo>
                    <a:pt x="66" y="54"/>
                  </a:lnTo>
                  <a:lnTo>
                    <a:pt x="64" y="54"/>
                  </a:lnTo>
                  <a:lnTo>
                    <a:pt x="64" y="52"/>
                  </a:lnTo>
                  <a:lnTo>
                    <a:pt x="64" y="52"/>
                  </a:lnTo>
                  <a:lnTo>
                    <a:pt x="64" y="52"/>
                  </a:lnTo>
                  <a:lnTo>
                    <a:pt x="61" y="52"/>
                  </a:lnTo>
                  <a:lnTo>
                    <a:pt x="61" y="52"/>
                  </a:lnTo>
                  <a:lnTo>
                    <a:pt x="61" y="52"/>
                  </a:lnTo>
                  <a:lnTo>
                    <a:pt x="61" y="52"/>
                  </a:lnTo>
                  <a:lnTo>
                    <a:pt x="61" y="52"/>
                  </a:lnTo>
                  <a:lnTo>
                    <a:pt x="61" y="50"/>
                  </a:lnTo>
                  <a:lnTo>
                    <a:pt x="61" y="50"/>
                  </a:lnTo>
                  <a:lnTo>
                    <a:pt x="59" y="50"/>
                  </a:lnTo>
                  <a:lnTo>
                    <a:pt x="59" y="50"/>
                  </a:lnTo>
                  <a:lnTo>
                    <a:pt x="59" y="50"/>
                  </a:lnTo>
                  <a:lnTo>
                    <a:pt x="57" y="50"/>
                  </a:lnTo>
                  <a:lnTo>
                    <a:pt x="57" y="50"/>
                  </a:lnTo>
                  <a:lnTo>
                    <a:pt x="57" y="52"/>
                  </a:lnTo>
                  <a:lnTo>
                    <a:pt x="57" y="52"/>
                  </a:lnTo>
                  <a:lnTo>
                    <a:pt x="54" y="52"/>
                  </a:lnTo>
                  <a:lnTo>
                    <a:pt x="54" y="52"/>
                  </a:lnTo>
                  <a:lnTo>
                    <a:pt x="54" y="52"/>
                  </a:lnTo>
                  <a:lnTo>
                    <a:pt x="54" y="52"/>
                  </a:lnTo>
                  <a:lnTo>
                    <a:pt x="52" y="52"/>
                  </a:lnTo>
                  <a:lnTo>
                    <a:pt x="52" y="52"/>
                  </a:lnTo>
                  <a:lnTo>
                    <a:pt x="52" y="52"/>
                  </a:lnTo>
                  <a:lnTo>
                    <a:pt x="52" y="52"/>
                  </a:lnTo>
                  <a:lnTo>
                    <a:pt x="49" y="52"/>
                  </a:lnTo>
                  <a:lnTo>
                    <a:pt x="49" y="52"/>
                  </a:lnTo>
                  <a:lnTo>
                    <a:pt x="47" y="52"/>
                  </a:lnTo>
                  <a:lnTo>
                    <a:pt x="47" y="52"/>
                  </a:lnTo>
                  <a:lnTo>
                    <a:pt x="47" y="52"/>
                  </a:lnTo>
                  <a:lnTo>
                    <a:pt x="45" y="52"/>
                  </a:lnTo>
                  <a:lnTo>
                    <a:pt x="45" y="52"/>
                  </a:lnTo>
                  <a:lnTo>
                    <a:pt x="42" y="52"/>
                  </a:lnTo>
                  <a:lnTo>
                    <a:pt x="42" y="52"/>
                  </a:lnTo>
                  <a:lnTo>
                    <a:pt x="42" y="52"/>
                  </a:lnTo>
                  <a:lnTo>
                    <a:pt x="40" y="52"/>
                  </a:lnTo>
                  <a:lnTo>
                    <a:pt x="40" y="52"/>
                  </a:lnTo>
                  <a:lnTo>
                    <a:pt x="40" y="52"/>
                  </a:lnTo>
                  <a:lnTo>
                    <a:pt x="40" y="52"/>
                  </a:lnTo>
                  <a:lnTo>
                    <a:pt x="38" y="52"/>
                  </a:lnTo>
                  <a:lnTo>
                    <a:pt x="38" y="52"/>
                  </a:lnTo>
                  <a:lnTo>
                    <a:pt x="38" y="52"/>
                  </a:lnTo>
                  <a:lnTo>
                    <a:pt x="35" y="52"/>
                  </a:lnTo>
                  <a:lnTo>
                    <a:pt x="35" y="52"/>
                  </a:lnTo>
                  <a:lnTo>
                    <a:pt x="35" y="52"/>
                  </a:lnTo>
                  <a:lnTo>
                    <a:pt x="35" y="52"/>
                  </a:lnTo>
                  <a:lnTo>
                    <a:pt x="33" y="52"/>
                  </a:lnTo>
                  <a:lnTo>
                    <a:pt x="33" y="50"/>
                  </a:lnTo>
                  <a:lnTo>
                    <a:pt x="33" y="50"/>
                  </a:lnTo>
                  <a:lnTo>
                    <a:pt x="35" y="50"/>
                  </a:lnTo>
                  <a:lnTo>
                    <a:pt x="35" y="47"/>
                  </a:lnTo>
                  <a:lnTo>
                    <a:pt x="35" y="47"/>
                  </a:lnTo>
                  <a:lnTo>
                    <a:pt x="35" y="47"/>
                  </a:lnTo>
                  <a:lnTo>
                    <a:pt x="35" y="47"/>
                  </a:lnTo>
                  <a:lnTo>
                    <a:pt x="38" y="47"/>
                  </a:lnTo>
                  <a:lnTo>
                    <a:pt x="38" y="45"/>
                  </a:lnTo>
                  <a:lnTo>
                    <a:pt x="38" y="45"/>
                  </a:lnTo>
                  <a:lnTo>
                    <a:pt x="38" y="45"/>
                  </a:lnTo>
                  <a:lnTo>
                    <a:pt x="38" y="42"/>
                  </a:lnTo>
                  <a:lnTo>
                    <a:pt x="38" y="42"/>
                  </a:lnTo>
                  <a:lnTo>
                    <a:pt x="38" y="42"/>
                  </a:lnTo>
                  <a:lnTo>
                    <a:pt x="38" y="40"/>
                  </a:lnTo>
                  <a:lnTo>
                    <a:pt x="38" y="40"/>
                  </a:lnTo>
                  <a:lnTo>
                    <a:pt x="38" y="40"/>
                  </a:lnTo>
                  <a:lnTo>
                    <a:pt x="38" y="38"/>
                  </a:lnTo>
                  <a:lnTo>
                    <a:pt x="35" y="38"/>
                  </a:lnTo>
                  <a:lnTo>
                    <a:pt x="35" y="38"/>
                  </a:lnTo>
                  <a:lnTo>
                    <a:pt x="35" y="38"/>
                  </a:lnTo>
                  <a:lnTo>
                    <a:pt x="35" y="35"/>
                  </a:lnTo>
                  <a:lnTo>
                    <a:pt x="35" y="35"/>
                  </a:lnTo>
                  <a:lnTo>
                    <a:pt x="35" y="33"/>
                  </a:lnTo>
                  <a:lnTo>
                    <a:pt x="35" y="33"/>
                  </a:lnTo>
                  <a:lnTo>
                    <a:pt x="35" y="33"/>
                  </a:lnTo>
                  <a:lnTo>
                    <a:pt x="35" y="33"/>
                  </a:lnTo>
                  <a:lnTo>
                    <a:pt x="35" y="31"/>
                  </a:lnTo>
                  <a:lnTo>
                    <a:pt x="35" y="31"/>
                  </a:lnTo>
                  <a:lnTo>
                    <a:pt x="33" y="31"/>
                  </a:lnTo>
                  <a:lnTo>
                    <a:pt x="33" y="28"/>
                  </a:lnTo>
                  <a:lnTo>
                    <a:pt x="33" y="28"/>
                  </a:lnTo>
                  <a:lnTo>
                    <a:pt x="33" y="28"/>
                  </a:lnTo>
                  <a:lnTo>
                    <a:pt x="33" y="26"/>
                  </a:lnTo>
                  <a:lnTo>
                    <a:pt x="33" y="26"/>
                  </a:lnTo>
                  <a:lnTo>
                    <a:pt x="33" y="24"/>
                  </a:lnTo>
                  <a:lnTo>
                    <a:pt x="33" y="24"/>
                  </a:lnTo>
                  <a:lnTo>
                    <a:pt x="33" y="24"/>
                  </a:lnTo>
                  <a:lnTo>
                    <a:pt x="33" y="24"/>
                  </a:lnTo>
                  <a:lnTo>
                    <a:pt x="33" y="21"/>
                  </a:lnTo>
                  <a:lnTo>
                    <a:pt x="31" y="21"/>
                  </a:lnTo>
                  <a:lnTo>
                    <a:pt x="31" y="21"/>
                  </a:lnTo>
                  <a:lnTo>
                    <a:pt x="31" y="21"/>
                  </a:lnTo>
                  <a:lnTo>
                    <a:pt x="28" y="21"/>
                  </a:lnTo>
                  <a:lnTo>
                    <a:pt x="28" y="21"/>
                  </a:lnTo>
                  <a:lnTo>
                    <a:pt x="28" y="21"/>
                  </a:lnTo>
                  <a:lnTo>
                    <a:pt x="28" y="19"/>
                  </a:lnTo>
                  <a:lnTo>
                    <a:pt x="26" y="19"/>
                  </a:lnTo>
                  <a:lnTo>
                    <a:pt x="26" y="19"/>
                  </a:lnTo>
                  <a:lnTo>
                    <a:pt x="26" y="19"/>
                  </a:lnTo>
                  <a:lnTo>
                    <a:pt x="23" y="19"/>
                  </a:lnTo>
                  <a:lnTo>
                    <a:pt x="23" y="19"/>
                  </a:lnTo>
                  <a:lnTo>
                    <a:pt x="23" y="16"/>
                  </a:lnTo>
                  <a:lnTo>
                    <a:pt x="23" y="16"/>
                  </a:lnTo>
                  <a:lnTo>
                    <a:pt x="23" y="16"/>
                  </a:lnTo>
                  <a:lnTo>
                    <a:pt x="23" y="14"/>
                  </a:lnTo>
                  <a:lnTo>
                    <a:pt x="21" y="14"/>
                  </a:lnTo>
                  <a:lnTo>
                    <a:pt x="21" y="14"/>
                  </a:lnTo>
                  <a:lnTo>
                    <a:pt x="21" y="14"/>
                  </a:lnTo>
                  <a:lnTo>
                    <a:pt x="21" y="14"/>
                  </a:lnTo>
                  <a:lnTo>
                    <a:pt x="19" y="14"/>
                  </a:lnTo>
                  <a:lnTo>
                    <a:pt x="19" y="12"/>
                  </a:lnTo>
                  <a:lnTo>
                    <a:pt x="19" y="12"/>
                  </a:lnTo>
                  <a:lnTo>
                    <a:pt x="19" y="12"/>
                  </a:lnTo>
                  <a:lnTo>
                    <a:pt x="16" y="12"/>
                  </a:lnTo>
                  <a:lnTo>
                    <a:pt x="16" y="12"/>
                  </a:lnTo>
                  <a:lnTo>
                    <a:pt x="14" y="12"/>
                  </a:lnTo>
                  <a:lnTo>
                    <a:pt x="14" y="12"/>
                  </a:lnTo>
                  <a:lnTo>
                    <a:pt x="14" y="12"/>
                  </a:lnTo>
                  <a:lnTo>
                    <a:pt x="14" y="12"/>
                  </a:lnTo>
                  <a:lnTo>
                    <a:pt x="12" y="12"/>
                  </a:lnTo>
                  <a:lnTo>
                    <a:pt x="12" y="12"/>
                  </a:lnTo>
                  <a:lnTo>
                    <a:pt x="12" y="12"/>
                  </a:lnTo>
                  <a:lnTo>
                    <a:pt x="9" y="12"/>
                  </a:lnTo>
                  <a:lnTo>
                    <a:pt x="9" y="12"/>
                  </a:lnTo>
                  <a:lnTo>
                    <a:pt x="9" y="12"/>
                  </a:lnTo>
                  <a:lnTo>
                    <a:pt x="7" y="12"/>
                  </a:lnTo>
                  <a:lnTo>
                    <a:pt x="7" y="12"/>
                  </a:lnTo>
                  <a:lnTo>
                    <a:pt x="7" y="9"/>
                  </a:lnTo>
                  <a:lnTo>
                    <a:pt x="7" y="9"/>
                  </a:lnTo>
                  <a:lnTo>
                    <a:pt x="7" y="9"/>
                  </a:lnTo>
                  <a:lnTo>
                    <a:pt x="7" y="7"/>
                  </a:lnTo>
                  <a:lnTo>
                    <a:pt x="7" y="7"/>
                  </a:lnTo>
                  <a:lnTo>
                    <a:pt x="5" y="7"/>
                  </a:lnTo>
                  <a:lnTo>
                    <a:pt x="5" y="7"/>
                  </a:lnTo>
                  <a:lnTo>
                    <a:pt x="5" y="5"/>
                  </a:lnTo>
                  <a:lnTo>
                    <a:pt x="2" y="5"/>
                  </a:lnTo>
                  <a:lnTo>
                    <a:pt x="2" y="5"/>
                  </a:lnTo>
                  <a:lnTo>
                    <a:pt x="2" y="5"/>
                  </a:lnTo>
                  <a:lnTo>
                    <a:pt x="2" y="5"/>
                  </a:lnTo>
                  <a:lnTo>
                    <a:pt x="0"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9" name="Freeform 227"/>
            <p:cNvSpPr>
              <a:spLocks/>
            </p:cNvSpPr>
            <p:nvPr/>
          </p:nvSpPr>
          <p:spPr bwMode="auto">
            <a:xfrm>
              <a:off x="2679700" y="2617788"/>
              <a:ext cx="228600" cy="101600"/>
            </a:xfrm>
            <a:custGeom>
              <a:avLst/>
              <a:gdLst/>
              <a:ahLst/>
              <a:cxnLst>
                <a:cxn ang="0">
                  <a:pos x="2" y="0"/>
                </a:cxn>
                <a:cxn ang="0">
                  <a:pos x="9" y="0"/>
                </a:cxn>
                <a:cxn ang="0">
                  <a:pos x="16" y="0"/>
                </a:cxn>
                <a:cxn ang="0">
                  <a:pos x="21" y="2"/>
                </a:cxn>
                <a:cxn ang="0">
                  <a:pos x="28" y="5"/>
                </a:cxn>
                <a:cxn ang="0">
                  <a:pos x="33" y="7"/>
                </a:cxn>
                <a:cxn ang="0">
                  <a:pos x="40" y="9"/>
                </a:cxn>
                <a:cxn ang="0">
                  <a:pos x="47" y="9"/>
                </a:cxn>
                <a:cxn ang="0">
                  <a:pos x="54" y="7"/>
                </a:cxn>
                <a:cxn ang="0">
                  <a:pos x="59" y="9"/>
                </a:cxn>
                <a:cxn ang="0">
                  <a:pos x="64" y="12"/>
                </a:cxn>
                <a:cxn ang="0">
                  <a:pos x="68" y="14"/>
                </a:cxn>
                <a:cxn ang="0">
                  <a:pos x="76" y="16"/>
                </a:cxn>
                <a:cxn ang="0">
                  <a:pos x="80" y="19"/>
                </a:cxn>
                <a:cxn ang="0">
                  <a:pos x="83" y="24"/>
                </a:cxn>
                <a:cxn ang="0">
                  <a:pos x="87" y="24"/>
                </a:cxn>
                <a:cxn ang="0">
                  <a:pos x="94" y="21"/>
                </a:cxn>
                <a:cxn ang="0">
                  <a:pos x="102" y="21"/>
                </a:cxn>
                <a:cxn ang="0">
                  <a:pos x="104" y="21"/>
                </a:cxn>
                <a:cxn ang="0">
                  <a:pos x="111" y="21"/>
                </a:cxn>
                <a:cxn ang="0">
                  <a:pos x="116" y="26"/>
                </a:cxn>
                <a:cxn ang="0">
                  <a:pos x="123" y="26"/>
                </a:cxn>
                <a:cxn ang="0">
                  <a:pos x="125" y="33"/>
                </a:cxn>
                <a:cxn ang="0">
                  <a:pos x="125" y="35"/>
                </a:cxn>
                <a:cxn ang="0">
                  <a:pos x="130" y="38"/>
                </a:cxn>
                <a:cxn ang="0">
                  <a:pos x="135" y="40"/>
                </a:cxn>
                <a:cxn ang="0">
                  <a:pos x="137" y="45"/>
                </a:cxn>
                <a:cxn ang="0">
                  <a:pos x="135" y="52"/>
                </a:cxn>
                <a:cxn ang="0">
                  <a:pos x="142" y="54"/>
                </a:cxn>
                <a:cxn ang="0">
                  <a:pos x="144" y="59"/>
                </a:cxn>
                <a:cxn ang="0">
                  <a:pos x="139" y="64"/>
                </a:cxn>
                <a:cxn ang="0">
                  <a:pos x="135" y="61"/>
                </a:cxn>
                <a:cxn ang="0">
                  <a:pos x="128" y="61"/>
                </a:cxn>
                <a:cxn ang="0">
                  <a:pos x="123" y="57"/>
                </a:cxn>
                <a:cxn ang="0">
                  <a:pos x="120" y="54"/>
                </a:cxn>
                <a:cxn ang="0">
                  <a:pos x="113" y="52"/>
                </a:cxn>
                <a:cxn ang="0">
                  <a:pos x="109" y="57"/>
                </a:cxn>
                <a:cxn ang="0">
                  <a:pos x="104" y="57"/>
                </a:cxn>
                <a:cxn ang="0">
                  <a:pos x="99" y="59"/>
                </a:cxn>
                <a:cxn ang="0">
                  <a:pos x="94" y="59"/>
                </a:cxn>
                <a:cxn ang="0">
                  <a:pos x="87" y="59"/>
                </a:cxn>
                <a:cxn ang="0">
                  <a:pos x="83" y="61"/>
                </a:cxn>
                <a:cxn ang="0">
                  <a:pos x="76" y="61"/>
                </a:cxn>
                <a:cxn ang="0">
                  <a:pos x="71" y="61"/>
                </a:cxn>
                <a:cxn ang="0">
                  <a:pos x="66" y="54"/>
                </a:cxn>
                <a:cxn ang="0">
                  <a:pos x="61" y="52"/>
                </a:cxn>
                <a:cxn ang="0">
                  <a:pos x="57" y="50"/>
                </a:cxn>
                <a:cxn ang="0">
                  <a:pos x="52" y="52"/>
                </a:cxn>
                <a:cxn ang="0">
                  <a:pos x="45" y="52"/>
                </a:cxn>
                <a:cxn ang="0">
                  <a:pos x="38" y="52"/>
                </a:cxn>
                <a:cxn ang="0">
                  <a:pos x="35" y="50"/>
                </a:cxn>
                <a:cxn ang="0">
                  <a:pos x="38" y="42"/>
                </a:cxn>
                <a:cxn ang="0">
                  <a:pos x="35" y="38"/>
                </a:cxn>
                <a:cxn ang="0">
                  <a:pos x="33" y="31"/>
                </a:cxn>
                <a:cxn ang="0">
                  <a:pos x="33" y="24"/>
                </a:cxn>
                <a:cxn ang="0">
                  <a:pos x="26" y="19"/>
                </a:cxn>
                <a:cxn ang="0">
                  <a:pos x="21" y="14"/>
                </a:cxn>
                <a:cxn ang="0">
                  <a:pos x="16" y="12"/>
                </a:cxn>
                <a:cxn ang="0">
                  <a:pos x="9" y="12"/>
                </a:cxn>
                <a:cxn ang="0">
                  <a:pos x="5" y="7"/>
                </a:cxn>
              </a:cxnLst>
              <a:rect l="0" t="0" r="r" b="b"/>
              <a:pathLst>
                <a:path w="144" h="64">
                  <a:moveTo>
                    <a:pt x="0" y="5"/>
                  </a:moveTo>
                  <a:lnTo>
                    <a:pt x="0" y="2"/>
                  </a:lnTo>
                  <a:lnTo>
                    <a:pt x="2" y="2"/>
                  </a:lnTo>
                  <a:lnTo>
                    <a:pt x="2" y="2"/>
                  </a:lnTo>
                  <a:lnTo>
                    <a:pt x="2" y="2"/>
                  </a:lnTo>
                  <a:lnTo>
                    <a:pt x="2" y="2"/>
                  </a:lnTo>
                  <a:lnTo>
                    <a:pt x="2" y="0"/>
                  </a:lnTo>
                  <a:lnTo>
                    <a:pt x="2" y="0"/>
                  </a:lnTo>
                  <a:lnTo>
                    <a:pt x="2" y="0"/>
                  </a:lnTo>
                  <a:lnTo>
                    <a:pt x="5" y="0"/>
                  </a:lnTo>
                  <a:lnTo>
                    <a:pt x="5" y="0"/>
                  </a:lnTo>
                  <a:lnTo>
                    <a:pt x="7" y="0"/>
                  </a:lnTo>
                  <a:lnTo>
                    <a:pt x="7" y="0"/>
                  </a:lnTo>
                  <a:lnTo>
                    <a:pt x="7" y="0"/>
                  </a:lnTo>
                  <a:lnTo>
                    <a:pt x="7" y="0"/>
                  </a:lnTo>
                  <a:lnTo>
                    <a:pt x="9" y="0"/>
                  </a:lnTo>
                  <a:lnTo>
                    <a:pt x="9" y="0"/>
                  </a:lnTo>
                  <a:lnTo>
                    <a:pt x="9" y="0"/>
                  </a:lnTo>
                  <a:lnTo>
                    <a:pt x="12" y="0"/>
                  </a:lnTo>
                  <a:lnTo>
                    <a:pt x="12" y="0"/>
                  </a:lnTo>
                  <a:lnTo>
                    <a:pt x="12" y="2"/>
                  </a:lnTo>
                  <a:lnTo>
                    <a:pt x="14" y="2"/>
                  </a:lnTo>
                  <a:lnTo>
                    <a:pt x="14" y="0"/>
                  </a:lnTo>
                  <a:lnTo>
                    <a:pt x="14" y="0"/>
                  </a:lnTo>
                  <a:lnTo>
                    <a:pt x="14" y="0"/>
                  </a:lnTo>
                  <a:lnTo>
                    <a:pt x="16" y="0"/>
                  </a:lnTo>
                  <a:lnTo>
                    <a:pt x="16" y="0"/>
                  </a:lnTo>
                  <a:lnTo>
                    <a:pt x="16" y="2"/>
                  </a:lnTo>
                  <a:lnTo>
                    <a:pt x="19" y="2"/>
                  </a:lnTo>
                  <a:lnTo>
                    <a:pt x="19" y="2"/>
                  </a:lnTo>
                  <a:lnTo>
                    <a:pt x="19" y="2"/>
                  </a:lnTo>
                  <a:lnTo>
                    <a:pt x="19" y="2"/>
                  </a:lnTo>
                  <a:lnTo>
                    <a:pt x="21" y="2"/>
                  </a:lnTo>
                  <a:lnTo>
                    <a:pt x="21" y="2"/>
                  </a:lnTo>
                  <a:lnTo>
                    <a:pt x="21" y="2"/>
                  </a:lnTo>
                  <a:lnTo>
                    <a:pt x="21" y="2"/>
                  </a:lnTo>
                  <a:lnTo>
                    <a:pt x="23" y="2"/>
                  </a:lnTo>
                  <a:lnTo>
                    <a:pt x="23" y="5"/>
                  </a:lnTo>
                  <a:lnTo>
                    <a:pt x="23" y="5"/>
                  </a:lnTo>
                  <a:lnTo>
                    <a:pt x="26" y="5"/>
                  </a:lnTo>
                  <a:lnTo>
                    <a:pt x="26" y="5"/>
                  </a:lnTo>
                  <a:lnTo>
                    <a:pt x="26" y="5"/>
                  </a:lnTo>
                  <a:lnTo>
                    <a:pt x="28" y="5"/>
                  </a:lnTo>
                  <a:lnTo>
                    <a:pt x="28" y="5"/>
                  </a:lnTo>
                  <a:lnTo>
                    <a:pt x="28" y="5"/>
                  </a:lnTo>
                  <a:lnTo>
                    <a:pt x="28" y="5"/>
                  </a:lnTo>
                  <a:lnTo>
                    <a:pt x="31" y="5"/>
                  </a:lnTo>
                  <a:lnTo>
                    <a:pt x="31" y="5"/>
                  </a:lnTo>
                  <a:lnTo>
                    <a:pt x="31" y="5"/>
                  </a:lnTo>
                  <a:lnTo>
                    <a:pt x="31" y="5"/>
                  </a:lnTo>
                  <a:lnTo>
                    <a:pt x="31" y="7"/>
                  </a:lnTo>
                  <a:lnTo>
                    <a:pt x="33" y="7"/>
                  </a:lnTo>
                  <a:lnTo>
                    <a:pt x="33" y="7"/>
                  </a:lnTo>
                  <a:lnTo>
                    <a:pt x="33" y="7"/>
                  </a:lnTo>
                  <a:lnTo>
                    <a:pt x="33" y="7"/>
                  </a:lnTo>
                  <a:lnTo>
                    <a:pt x="35" y="7"/>
                  </a:lnTo>
                  <a:lnTo>
                    <a:pt x="35" y="7"/>
                  </a:lnTo>
                  <a:lnTo>
                    <a:pt x="35" y="9"/>
                  </a:lnTo>
                  <a:lnTo>
                    <a:pt x="35" y="9"/>
                  </a:lnTo>
                  <a:lnTo>
                    <a:pt x="38" y="9"/>
                  </a:lnTo>
                  <a:lnTo>
                    <a:pt x="38" y="9"/>
                  </a:lnTo>
                  <a:lnTo>
                    <a:pt x="40" y="9"/>
                  </a:lnTo>
                  <a:lnTo>
                    <a:pt x="40" y="9"/>
                  </a:lnTo>
                  <a:lnTo>
                    <a:pt x="40" y="9"/>
                  </a:lnTo>
                  <a:lnTo>
                    <a:pt x="40" y="7"/>
                  </a:lnTo>
                  <a:lnTo>
                    <a:pt x="42" y="7"/>
                  </a:lnTo>
                  <a:lnTo>
                    <a:pt x="42" y="9"/>
                  </a:lnTo>
                  <a:lnTo>
                    <a:pt x="42" y="9"/>
                  </a:lnTo>
                  <a:lnTo>
                    <a:pt x="42" y="9"/>
                  </a:lnTo>
                  <a:lnTo>
                    <a:pt x="45" y="9"/>
                  </a:lnTo>
                  <a:lnTo>
                    <a:pt x="45" y="9"/>
                  </a:lnTo>
                  <a:lnTo>
                    <a:pt x="47" y="9"/>
                  </a:lnTo>
                  <a:lnTo>
                    <a:pt x="47" y="9"/>
                  </a:lnTo>
                  <a:lnTo>
                    <a:pt x="47" y="9"/>
                  </a:lnTo>
                  <a:lnTo>
                    <a:pt x="49" y="9"/>
                  </a:lnTo>
                  <a:lnTo>
                    <a:pt x="49" y="9"/>
                  </a:lnTo>
                  <a:lnTo>
                    <a:pt x="52" y="9"/>
                  </a:lnTo>
                  <a:lnTo>
                    <a:pt x="52" y="7"/>
                  </a:lnTo>
                  <a:lnTo>
                    <a:pt x="52" y="7"/>
                  </a:lnTo>
                  <a:lnTo>
                    <a:pt x="52" y="7"/>
                  </a:lnTo>
                  <a:lnTo>
                    <a:pt x="54" y="7"/>
                  </a:lnTo>
                  <a:lnTo>
                    <a:pt x="54" y="9"/>
                  </a:lnTo>
                  <a:lnTo>
                    <a:pt x="54" y="9"/>
                  </a:lnTo>
                  <a:lnTo>
                    <a:pt x="54" y="9"/>
                  </a:lnTo>
                  <a:lnTo>
                    <a:pt x="54" y="9"/>
                  </a:lnTo>
                  <a:lnTo>
                    <a:pt x="57" y="9"/>
                  </a:lnTo>
                  <a:lnTo>
                    <a:pt x="57" y="9"/>
                  </a:lnTo>
                  <a:lnTo>
                    <a:pt x="59" y="9"/>
                  </a:lnTo>
                  <a:lnTo>
                    <a:pt x="59" y="9"/>
                  </a:lnTo>
                  <a:lnTo>
                    <a:pt x="59" y="9"/>
                  </a:lnTo>
                  <a:lnTo>
                    <a:pt x="59" y="9"/>
                  </a:lnTo>
                  <a:lnTo>
                    <a:pt x="59" y="9"/>
                  </a:lnTo>
                  <a:lnTo>
                    <a:pt x="61" y="9"/>
                  </a:lnTo>
                  <a:lnTo>
                    <a:pt x="61" y="9"/>
                  </a:lnTo>
                  <a:lnTo>
                    <a:pt x="61" y="9"/>
                  </a:lnTo>
                  <a:lnTo>
                    <a:pt x="64" y="9"/>
                  </a:lnTo>
                  <a:lnTo>
                    <a:pt x="64" y="12"/>
                  </a:lnTo>
                  <a:lnTo>
                    <a:pt x="64" y="12"/>
                  </a:lnTo>
                  <a:lnTo>
                    <a:pt x="64" y="12"/>
                  </a:lnTo>
                  <a:lnTo>
                    <a:pt x="66" y="12"/>
                  </a:lnTo>
                  <a:lnTo>
                    <a:pt x="66" y="12"/>
                  </a:lnTo>
                  <a:lnTo>
                    <a:pt x="66" y="12"/>
                  </a:lnTo>
                  <a:lnTo>
                    <a:pt x="66" y="14"/>
                  </a:lnTo>
                  <a:lnTo>
                    <a:pt x="66" y="14"/>
                  </a:lnTo>
                  <a:lnTo>
                    <a:pt x="68" y="14"/>
                  </a:lnTo>
                  <a:lnTo>
                    <a:pt x="68" y="14"/>
                  </a:lnTo>
                  <a:lnTo>
                    <a:pt x="68" y="14"/>
                  </a:lnTo>
                  <a:lnTo>
                    <a:pt x="68" y="14"/>
                  </a:lnTo>
                  <a:lnTo>
                    <a:pt x="71" y="14"/>
                  </a:lnTo>
                  <a:lnTo>
                    <a:pt x="71" y="16"/>
                  </a:lnTo>
                  <a:lnTo>
                    <a:pt x="71" y="16"/>
                  </a:lnTo>
                  <a:lnTo>
                    <a:pt x="73" y="16"/>
                  </a:lnTo>
                  <a:lnTo>
                    <a:pt x="73" y="16"/>
                  </a:lnTo>
                  <a:lnTo>
                    <a:pt x="73" y="16"/>
                  </a:lnTo>
                  <a:lnTo>
                    <a:pt x="73" y="16"/>
                  </a:lnTo>
                  <a:lnTo>
                    <a:pt x="73" y="16"/>
                  </a:lnTo>
                  <a:lnTo>
                    <a:pt x="76" y="16"/>
                  </a:lnTo>
                  <a:lnTo>
                    <a:pt x="76" y="16"/>
                  </a:lnTo>
                  <a:lnTo>
                    <a:pt x="76" y="16"/>
                  </a:lnTo>
                  <a:lnTo>
                    <a:pt x="76" y="16"/>
                  </a:lnTo>
                  <a:lnTo>
                    <a:pt x="78" y="16"/>
                  </a:lnTo>
                  <a:lnTo>
                    <a:pt x="78" y="19"/>
                  </a:lnTo>
                  <a:lnTo>
                    <a:pt x="78" y="19"/>
                  </a:lnTo>
                  <a:lnTo>
                    <a:pt x="78" y="19"/>
                  </a:lnTo>
                  <a:lnTo>
                    <a:pt x="80" y="19"/>
                  </a:lnTo>
                  <a:lnTo>
                    <a:pt x="80" y="19"/>
                  </a:lnTo>
                  <a:lnTo>
                    <a:pt x="80" y="19"/>
                  </a:lnTo>
                  <a:lnTo>
                    <a:pt x="80" y="21"/>
                  </a:lnTo>
                  <a:lnTo>
                    <a:pt x="83" y="21"/>
                  </a:lnTo>
                  <a:lnTo>
                    <a:pt x="83" y="21"/>
                  </a:lnTo>
                  <a:lnTo>
                    <a:pt x="83" y="24"/>
                  </a:lnTo>
                  <a:lnTo>
                    <a:pt x="80" y="24"/>
                  </a:lnTo>
                  <a:lnTo>
                    <a:pt x="80" y="24"/>
                  </a:lnTo>
                  <a:lnTo>
                    <a:pt x="80" y="24"/>
                  </a:lnTo>
                  <a:lnTo>
                    <a:pt x="83" y="24"/>
                  </a:lnTo>
                  <a:lnTo>
                    <a:pt x="83" y="24"/>
                  </a:lnTo>
                  <a:lnTo>
                    <a:pt x="85" y="24"/>
                  </a:lnTo>
                  <a:lnTo>
                    <a:pt x="85" y="24"/>
                  </a:lnTo>
                  <a:lnTo>
                    <a:pt x="85" y="26"/>
                  </a:lnTo>
                  <a:lnTo>
                    <a:pt x="85" y="26"/>
                  </a:lnTo>
                  <a:lnTo>
                    <a:pt x="85" y="24"/>
                  </a:lnTo>
                  <a:lnTo>
                    <a:pt x="87" y="24"/>
                  </a:lnTo>
                  <a:lnTo>
                    <a:pt x="87" y="24"/>
                  </a:lnTo>
                  <a:lnTo>
                    <a:pt x="87" y="24"/>
                  </a:lnTo>
                  <a:lnTo>
                    <a:pt x="87" y="24"/>
                  </a:lnTo>
                  <a:lnTo>
                    <a:pt x="90" y="24"/>
                  </a:lnTo>
                  <a:lnTo>
                    <a:pt x="90" y="24"/>
                  </a:lnTo>
                  <a:lnTo>
                    <a:pt x="92" y="24"/>
                  </a:lnTo>
                  <a:lnTo>
                    <a:pt x="92" y="24"/>
                  </a:lnTo>
                  <a:lnTo>
                    <a:pt x="92" y="24"/>
                  </a:lnTo>
                  <a:lnTo>
                    <a:pt x="92" y="21"/>
                  </a:lnTo>
                  <a:lnTo>
                    <a:pt x="92" y="21"/>
                  </a:lnTo>
                  <a:lnTo>
                    <a:pt x="94" y="21"/>
                  </a:lnTo>
                  <a:lnTo>
                    <a:pt x="94" y="21"/>
                  </a:lnTo>
                  <a:lnTo>
                    <a:pt x="94" y="21"/>
                  </a:lnTo>
                  <a:lnTo>
                    <a:pt x="97" y="21"/>
                  </a:lnTo>
                  <a:lnTo>
                    <a:pt x="97" y="21"/>
                  </a:lnTo>
                  <a:lnTo>
                    <a:pt x="97" y="21"/>
                  </a:lnTo>
                  <a:lnTo>
                    <a:pt x="99" y="21"/>
                  </a:lnTo>
                  <a:lnTo>
                    <a:pt x="99" y="21"/>
                  </a:lnTo>
                  <a:lnTo>
                    <a:pt x="99" y="21"/>
                  </a:lnTo>
                  <a:lnTo>
                    <a:pt x="102" y="21"/>
                  </a:lnTo>
                  <a:lnTo>
                    <a:pt x="102" y="21"/>
                  </a:lnTo>
                  <a:lnTo>
                    <a:pt x="102" y="21"/>
                  </a:lnTo>
                  <a:lnTo>
                    <a:pt x="102" y="21"/>
                  </a:lnTo>
                  <a:lnTo>
                    <a:pt x="102" y="24"/>
                  </a:lnTo>
                  <a:lnTo>
                    <a:pt x="102" y="24"/>
                  </a:lnTo>
                  <a:lnTo>
                    <a:pt x="104" y="24"/>
                  </a:lnTo>
                  <a:lnTo>
                    <a:pt x="104" y="24"/>
                  </a:lnTo>
                  <a:lnTo>
                    <a:pt x="104" y="24"/>
                  </a:lnTo>
                  <a:lnTo>
                    <a:pt x="104" y="21"/>
                  </a:lnTo>
                  <a:lnTo>
                    <a:pt x="106" y="21"/>
                  </a:lnTo>
                  <a:lnTo>
                    <a:pt x="106" y="21"/>
                  </a:lnTo>
                  <a:lnTo>
                    <a:pt x="106" y="21"/>
                  </a:lnTo>
                  <a:lnTo>
                    <a:pt x="106" y="21"/>
                  </a:lnTo>
                  <a:lnTo>
                    <a:pt x="109" y="21"/>
                  </a:lnTo>
                  <a:lnTo>
                    <a:pt x="109" y="21"/>
                  </a:lnTo>
                  <a:lnTo>
                    <a:pt x="109" y="21"/>
                  </a:lnTo>
                  <a:lnTo>
                    <a:pt x="109" y="21"/>
                  </a:lnTo>
                  <a:lnTo>
                    <a:pt x="111" y="21"/>
                  </a:lnTo>
                  <a:lnTo>
                    <a:pt x="111" y="21"/>
                  </a:lnTo>
                  <a:lnTo>
                    <a:pt x="111" y="24"/>
                  </a:lnTo>
                  <a:lnTo>
                    <a:pt x="113" y="24"/>
                  </a:lnTo>
                  <a:lnTo>
                    <a:pt x="113" y="24"/>
                  </a:lnTo>
                  <a:lnTo>
                    <a:pt x="113" y="24"/>
                  </a:lnTo>
                  <a:lnTo>
                    <a:pt x="113" y="24"/>
                  </a:lnTo>
                  <a:lnTo>
                    <a:pt x="113" y="24"/>
                  </a:lnTo>
                  <a:lnTo>
                    <a:pt x="113" y="26"/>
                  </a:lnTo>
                  <a:lnTo>
                    <a:pt x="116" y="26"/>
                  </a:lnTo>
                  <a:lnTo>
                    <a:pt x="116" y="26"/>
                  </a:lnTo>
                  <a:lnTo>
                    <a:pt x="116" y="26"/>
                  </a:lnTo>
                  <a:lnTo>
                    <a:pt x="118" y="26"/>
                  </a:lnTo>
                  <a:lnTo>
                    <a:pt x="118" y="26"/>
                  </a:lnTo>
                  <a:lnTo>
                    <a:pt x="120" y="26"/>
                  </a:lnTo>
                  <a:lnTo>
                    <a:pt x="120" y="26"/>
                  </a:lnTo>
                  <a:lnTo>
                    <a:pt x="120" y="26"/>
                  </a:lnTo>
                  <a:lnTo>
                    <a:pt x="120" y="26"/>
                  </a:lnTo>
                  <a:lnTo>
                    <a:pt x="123" y="26"/>
                  </a:lnTo>
                  <a:lnTo>
                    <a:pt x="123" y="26"/>
                  </a:lnTo>
                  <a:lnTo>
                    <a:pt x="123" y="28"/>
                  </a:lnTo>
                  <a:lnTo>
                    <a:pt x="125" y="28"/>
                  </a:lnTo>
                  <a:lnTo>
                    <a:pt x="125" y="28"/>
                  </a:lnTo>
                  <a:lnTo>
                    <a:pt x="125" y="31"/>
                  </a:lnTo>
                  <a:lnTo>
                    <a:pt x="123" y="31"/>
                  </a:lnTo>
                  <a:lnTo>
                    <a:pt x="123" y="31"/>
                  </a:lnTo>
                  <a:lnTo>
                    <a:pt x="125" y="31"/>
                  </a:lnTo>
                  <a:lnTo>
                    <a:pt x="125" y="33"/>
                  </a:lnTo>
                  <a:lnTo>
                    <a:pt x="123" y="33"/>
                  </a:lnTo>
                  <a:lnTo>
                    <a:pt x="123" y="33"/>
                  </a:lnTo>
                  <a:lnTo>
                    <a:pt x="120" y="33"/>
                  </a:lnTo>
                  <a:lnTo>
                    <a:pt x="120" y="33"/>
                  </a:lnTo>
                  <a:lnTo>
                    <a:pt x="120" y="33"/>
                  </a:lnTo>
                  <a:lnTo>
                    <a:pt x="123" y="33"/>
                  </a:lnTo>
                  <a:lnTo>
                    <a:pt x="123" y="35"/>
                  </a:lnTo>
                  <a:lnTo>
                    <a:pt x="123" y="35"/>
                  </a:lnTo>
                  <a:lnTo>
                    <a:pt x="125" y="35"/>
                  </a:lnTo>
                  <a:lnTo>
                    <a:pt x="125" y="35"/>
                  </a:lnTo>
                  <a:lnTo>
                    <a:pt x="125" y="35"/>
                  </a:lnTo>
                  <a:lnTo>
                    <a:pt x="125" y="35"/>
                  </a:lnTo>
                  <a:lnTo>
                    <a:pt x="128" y="35"/>
                  </a:lnTo>
                  <a:lnTo>
                    <a:pt x="128" y="38"/>
                  </a:lnTo>
                  <a:lnTo>
                    <a:pt x="128" y="38"/>
                  </a:lnTo>
                  <a:lnTo>
                    <a:pt x="128" y="38"/>
                  </a:lnTo>
                  <a:lnTo>
                    <a:pt x="128" y="38"/>
                  </a:lnTo>
                  <a:lnTo>
                    <a:pt x="130" y="38"/>
                  </a:lnTo>
                  <a:lnTo>
                    <a:pt x="130" y="38"/>
                  </a:lnTo>
                  <a:lnTo>
                    <a:pt x="132" y="38"/>
                  </a:lnTo>
                  <a:lnTo>
                    <a:pt x="132" y="40"/>
                  </a:lnTo>
                  <a:lnTo>
                    <a:pt x="132" y="40"/>
                  </a:lnTo>
                  <a:lnTo>
                    <a:pt x="132" y="40"/>
                  </a:lnTo>
                  <a:lnTo>
                    <a:pt x="135" y="40"/>
                  </a:lnTo>
                  <a:lnTo>
                    <a:pt x="135" y="40"/>
                  </a:lnTo>
                  <a:lnTo>
                    <a:pt x="135" y="40"/>
                  </a:lnTo>
                  <a:lnTo>
                    <a:pt x="135" y="40"/>
                  </a:lnTo>
                  <a:lnTo>
                    <a:pt x="137" y="40"/>
                  </a:lnTo>
                  <a:lnTo>
                    <a:pt x="137" y="40"/>
                  </a:lnTo>
                  <a:lnTo>
                    <a:pt x="137" y="42"/>
                  </a:lnTo>
                  <a:lnTo>
                    <a:pt x="139" y="42"/>
                  </a:lnTo>
                  <a:lnTo>
                    <a:pt x="139" y="42"/>
                  </a:lnTo>
                  <a:lnTo>
                    <a:pt x="139" y="42"/>
                  </a:lnTo>
                  <a:lnTo>
                    <a:pt x="137" y="42"/>
                  </a:lnTo>
                  <a:lnTo>
                    <a:pt x="137" y="42"/>
                  </a:lnTo>
                  <a:lnTo>
                    <a:pt x="137" y="45"/>
                  </a:lnTo>
                  <a:lnTo>
                    <a:pt x="135" y="45"/>
                  </a:lnTo>
                  <a:lnTo>
                    <a:pt x="135" y="45"/>
                  </a:lnTo>
                  <a:lnTo>
                    <a:pt x="135" y="47"/>
                  </a:lnTo>
                  <a:lnTo>
                    <a:pt x="135" y="47"/>
                  </a:lnTo>
                  <a:lnTo>
                    <a:pt x="135" y="47"/>
                  </a:lnTo>
                  <a:lnTo>
                    <a:pt x="135" y="50"/>
                  </a:lnTo>
                  <a:lnTo>
                    <a:pt x="135" y="50"/>
                  </a:lnTo>
                  <a:lnTo>
                    <a:pt x="135" y="50"/>
                  </a:lnTo>
                  <a:lnTo>
                    <a:pt x="135" y="52"/>
                  </a:lnTo>
                  <a:lnTo>
                    <a:pt x="137" y="52"/>
                  </a:lnTo>
                  <a:lnTo>
                    <a:pt x="137" y="52"/>
                  </a:lnTo>
                  <a:lnTo>
                    <a:pt x="137" y="52"/>
                  </a:lnTo>
                  <a:lnTo>
                    <a:pt x="137" y="52"/>
                  </a:lnTo>
                  <a:lnTo>
                    <a:pt x="139" y="52"/>
                  </a:lnTo>
                  <a:lnTo>
                    <a:pt x="139" y="52"/>
                  </a:lnTo>
                  <a:lnTo>
                    <a:pt x="139" y="54"/>
                  </a:lnTo>
                  <a:lnTo>
                    <a:pt x="139" y="54"/>
                  </a:lnTo>
                  <a:lnTo>
                    <a:pt x="142" y="54"/>
                  </a:lnTo>
                  <a:lnTo>
                    <a:pt x="142" y="54"/>
                  </a:lnTo>
                  <a:lnTo>
                    <a:pt x="142" y="54"/>
                  </a:lnTo>
                  <a:lnTo>
                    <a:pt x="142" y="54"/>
                  </a:lnTo>
                  <a:lnTo>
                    <a:pt x="144" y="54"/>
                  </a:lnTo>
                  <a:lnTo>
                    <a:pt x="144" y="57"/>
                  </a:lnTo>
                  <a:lnTo>
                    <a:pt x="144" y="57"/>
                  </a:lnTo>
                  <a:lnTo>
                    <a:pt x="144" y="57"/>
                  </a:lnTo>
                  <a:lnTo>
                    <a:pt x="144" y="59"/>
                  </a:lnTo>
                  <a:lnTo>
                    <a:pt x="144" y="59"/>
                  </a:lnTo>
                  <a:lnTo>
                    <a:pt x="144" y="59"/>
                  </a:lnTo>
                  <a:lnTo>
                    <a:pt x="144" y="61"/>
                  </a:lnTo>
                  <a:lnTo>
                    <a:pt x="144" y="61"/>
                  </a:lnTo>
                  <a:lnTo>
                    <a:pt x="142" y="61"/>
                  </a:lnTo>
                  <a:lnTo>
                    <a:pt x="142" y="61"/>
                  </a:lnTo>
                  <a:lnTo>
                    <a:pt x="142" y="64"/>
                  </a:lnTo>
                  <a:lnTo>
                    <a:pt x="142" y="64"/>
                  </a:lnTo>
                  <a:lnTo>
                    <a:pt x="142" y="64"/>
                  </a:lnTo>
                  <a:lnTo>
                    <a:pt x="139" y="64"/>
                  </a:lnTo>
                  <a:lnTo>
                    <a:pt x="139" y="64"/>
                  </a:lnTo>
                  <a:lnTo>
                    <a:pt x="139" y="64"/>
                  </a:lnTo>
                  <a:lnTo>
                    <a:pt x="139" y="61"/>
                  </a:lnTo>
                  <a:lnTo>
                    <a:pt x="137" y="61"/>
                  </a:lnTo>
                  <a:lnTo>
                    <a:pt x="137" y="61"/>
                  </a:lnTo>
                  <a:lnTo>
                    <a:pt x="137" y="61"/>
                  </a:lnTo>
                  <a:lnTo>
                    <a:pt x="135" y="61"/>
                  </a:lnTo>
                  <a:lnTo>
                    <a:pt x="135" y="61"/>
                  </a:lnTo>
                  <a:lnTo>
                    <a:pt x="135" y="61"/>
                  </a:lnTo>
                  <a:lnTo>
                    <a:pt x="135" y="61"/>
                  </a:lnTo>
                  <a:lnTo>
                    <a:pt x="132" y="61"/>
                  </a:lnTo>
                  <a:lnTo>
                    <a:pt x="132" y="59"/>
                  </a:lnTo>
                  <a:lnTo>
                    <a:pt x="132" y="59"/>
                  </a:lnTo>
                  <a:lnTo>
                    <a:pt x="132" y="59"/>
                  </a:lnTo>
                  <a:lnTo>
                    <a:pt x="132" y="61"/>
                  </a:lnTo>
                  <a:lnTo>
                    <a:pt x="130" y="61"/>
                  </a:lnTo>
                  <a:lnTo>
                    <a:pt x="130" y="61"/>
                  </a:lnTo>
                  <a:lnTo>
                    <a:pt x="128" y="61"/>
                  </a:lnTo>
                  <a:lnTo>
                    <a:pt x="128" y="61"/>
                  </a:lnTo>
                  <a:lnTo>
                    <a:pt x="128" y="59"/>
                  </a:lnTo>
                  <a:lnTo>
                    <a:pt x="128" y="59"/>
                  </a:lnTo>
                  <a:lnTo>
                    <a:pt x="125" y="59"/>
                  </a:lnTo>
                  <a:lnTo>
                    <a:pt x="125" y="59"/>
                  </a:lnTo>
                  <a:lnTo>
                    <a:pt x="125" y="59"/>
                  </a:lnTo>
                  <a:lnTo>
                    <a:pt x="125" y="59"/>
                  </a:lnTo>
                  <a:lnTo>
                    <a:pt x="123" y="59"/>
                  </a:lnTo>
                  <a:lnTo>
                    <a:pt x="123" y="57"/>
                  </a:lnTo>
                  <a:lnTo>
                    <a:pt x="123" y="57"/>
                  </a:lnTo>
                  <a:lnTo>
                    <a:pt x="123" y="57"/>
                  </a:lnTo>
                  <a:lnTo>
                    <a:pt x="123" y="57"/>
                  </a:lnTo>
                  <a:lnTo>
                    <a:pt x="123" y="54"/>
                  </a:lnTo>
                  <a:lnTo>
                    <a:pt x="123" y="54"/>
                  </a:lnTo>
                  <a:lnTo>
                    <a:pt x="120" y="54"/>
                  </a:lnTo>
                  <a:lnTo>
                    <a:pt x="120" y="54"/>
                  </a:lnTo>
                  <a:lnTo>
                    <a:pt x="120" y="54"/>
                  </a:lnTo>
                  <a:lnTo>
                    <a:pt x="120" y="54"/>
                  </a:lnTo>
                  <a:lnTo>
                    <a:pt x="118" y="54"/>
                  </a:lnTo>
                  <a:lnTo>
                    <a:pt x="118" y="54"/>
                  </a:lnTo>
                  <a:lnTo>
                    <a:pt x="118" y="52"/>
                  </a:lnTo>
                  <a:lnTo>
                    <a:pt x="116" y="52"/>
                  </a:lnTo>
                  <a:lnTo>
                    <a:pt x="116" y="54"/>
                  </a:lnTo>
                  <a:lnTo>
                    <a:pt x="116" y="54"/>
                  </a:lnTo>
                  <a:lnTo>
                    <a:pt x="116" y="52"/>
                  </a:lnTo>
                  <a:lnTo>
                    <a:pt x="116" y="52"/>
                  </a:lnTo>
                  <a:lnTo>
                    <a:pt x="113" y="52"/>
                  </a:lnTo>
                  <a:lnTo>
                    <a:pt x="113" y="52"/>
                  </a:lnTo>
                  <a:lnTo>
                    <a:pt x="113" y="54"/>
                  </a:lnTo>
                  <a:lnTo>
                    <a:pt x="113" y="54"/>
                  </a:lnTo>
                  <a:lnTo>
                    <a:pt x="111" y="54"/>
                  </a:lnTo>
                  <a:lnTo>
                    <a:pt x="111" y="54"/>
                  </a:lnTo>
                  <a:lnTo>
                    <a:pt x="111" y="54"/>
                  </a:lnTo>
                  <a:lnTo>
                    <a:pt x="111" y="57"/>
                  </a:lnTo>
                  <a:lnTo>
                    <a:pt x="109" y="57"/>
                  </a:lnTo>
                  <a:lnTo>
                    <a:pt x="109" y="57"/>
                  </a:lnTo>
                  <a:lnTo>
                    <a:pt x="109" y="57"/>
                  </a:lnTo>
                  <a:lnTo>
                    <a:pt x="109" y="57"/>
                  </a:lnTo>
                  <a:lnTo>
                    <a:pt x="106" y="57"/>
                  </a:lnTo>
                  <a:lnTo>
                    <a:pt x="106" y="59"/>
                  </a:lnTo>
                  <a:lnTo>
                    <a:pt x="106" y="59"/>
                  </a:lnTo>
                  <a:lnTo>
                    <a:pt x="106" y="59"/>
                  </a:lnTo>
                  <a:lnTo>
                    <a:pt x="106" y="57"/>
                  </a:lnTo>
                  <a:lnTo>
                    <a:pt x="104" y="57"/>
                  </a:lnTo>
                  <a:lnTo>
                    <a:pt x="104" y="57"/>
                  </a:lnTo>
                  <a:lnTo>
                    <a:pt x="104" y="59"/>
                  </a:lnTo>
                  <a:lnTo>
                    <a:pt x="104" y="59"/>
                  </a:lnTo>
                  <a:lnTo>
                    <a:pt x="104" y="59"/>
                  </a:lnTo>
                  <a:lnTo>
                    <a:pt x="104" y="59"/>
                  </a:lnTo>
                  <a:lnTo>
                    <a:pt x="102" y="59"/>
                  </a:lnTo>
                  <a:lnTo>
                    <a:pt x="102" y="59"/>
                  </a:lnTo>
                  <a:lnTo>
                    <a:pt x="102" y="59"/>
                  </a:lnTo>
                  <a:lnTo>
                    <a:pt x="102" y="59"/>
                  </a:lnTo>
                  <a:lnTo>
                    <a:pt x="99" y="59"/>
                  </a:lnTo>
                  <a:lnTo>
                    <a:pt x="99" y="59"/>
                  </a:lnTo>
                  <a:lnTo>
                    <a:pt x="99" y="59"/>
                  </a:lnTo>
                  <a:lnTo>
                    <a:pt x="99" y="59"/>
                  </a:lnTo>
                  <a:lnTo>
                    <a:pt x="97" y="59"/>
                  </a:lnTo>
                  <a:lnTo>
                    <a:pt x="97" y="59"/>
                  </a:lnTo>
                  <a:lnTo>
                    <a:pt x="94" y="59"/>
                  </a:lnTo>
                  <a:lnTo>
                    <a:pt x="94" y="59"/>
                  </a:lnTo>
                  <a:lnTo>
                    <a:pt x="94" y="59"/>
                  </a:lnTo>
                  <a:lnTo>
                    <a:pt x="94" y="59"/>
                  </a:lnTo>
                  <a:lnTo>
                    <a:pt x="94" y="59"/>
                  </a:lnTo>
                  <a:lnTo>
                    <a:pt x="92" y="59"/>
                  </a:lnTo>
                  <a:lnTo>
                    <a:pt x="92" y="59"/>
                  </a:lnTo>
                  <a:lnTo>
                    <a:pt x="92" y="59"/>
                  </a:lnTo>
                  <a:lnTo>
                    <a:pt x="92" y="59"/>
                  </a:lnTo>
                  <a:lnTo>
                    <a:pt x="90" y="59"/>
                  </a:lnTo>
                  <a:lnTo>
                    <a:pt x="90" y="59"/>
                  </a:lnTo>
                  <a:lnTo>
                    <a:pt x="90" y="59"/>
                  </a:lnTo>
                  <a:lnTo>
                    <a:pt x="87" y="59"/>
                  </a:lnTo>
                  <a:lnTo>
                    <a:pt x="87" y="59"/>
                  </a:lnTo>
                  <a:lnTo>
                    <a:pt x="87" y="61"/>
                  </a:lnTo>
                  <a:lnTo>
                    <a:pt x="87" y="61"/>
                  </a:lnTo>
                  <a:lnTo>
                    <a:pt x="85" y="61"/>
                  </a:lnTo>
                  <a:lnTo>
                    <a:pt x="85" y="61"/>
                  </a:lnTo>
                  <a:lnTo>
                    <a:pt x="85" y="61"/>
                  </a:lnTo>
                  <a:lnTo>
                    <a:pt x="83" y="61"/>
                  </a:lnTo>
                  <a:lnTo>
                    <a:pt x="83" y="61"/>
                  </a:lnTo>
                  <a:lnTo>
                    <a:pt x="83" y="61"/>
                  </a:lnTo>
                  <a:lnTo>
                    <a:pt x="80" y="61"/>
                  </a:lnTo>
                  <a:lnTo>
                    <a:pt x="80" y="61"/>
                  </a:lnTo>
                  <a:lnTo>
                    <a:pt x="80" y="61"/>
                  </a:lnTo>
                  <a:lnTo>
                    <a:pt x="78" y="61"/>
                  </a:lnTo>
                  <a:lnTo>
                    <a:pt x="78" y="61"/>
                  </a:lnTo>
                  <a:lnTo>
                    <a:pt x="78" y="61"/>
                  </a:lnTo>
                  <a:lnTo>
                    <a:pt x="76" y="61"/>
                  </a:lnTo>
                  <a:lnTo>
                    <a:pt x="76" y="61"/>
                  </a:lnTo>
                  <a:lnTo>
                    <a:pt x="76" y="61"/>
                  </a:lnTo>
                  <a:lnTo>
                    <a:pt x="76" y="61"/>
                  </a:lnTo>
                  <a:lnTo>
                    <a:pt x="76" y="61"/>
                  </a:lnTo>
                  <a:lnTo>
                    <a:pt x="73" y="61"/>
                  </a:lnTo>
                  <a:lnTo>
                    <a:pt x="73" y="59"/>
                  </a:lnTo>
                  <a:lnTo>
                    <a:pt x="73" y="59"/>
                  </a:lnTo>
                  <a:lnTo>
                    <a:pt x="73" y="59"/>
                  </a:lnTo>
                  <a:lnTo>
                    <a:pt x="71" y="59"/>
                  </a:lnTo>
                  <a:lnTo>
                    <a:pt x="71" y="61"/>
                  </a:lnTo>
                  <a:lnTo>
                    <a:pt x="71" y="61"/>
                  </a:lnTo>
                  <a:lnTo>
                    <a:pt x="71" y="59"/>
                  </a:lnTo>
                  <a:lnTo>
                    <a:pt x="68" y="59"/>
                  </a:lnTo>
                  <a:lnTo>
                    <a:pt x="68" y="59"/>
                  </a:lnTo>
                  <a:lnTo>
                    <a:pt x="68" y="59"/>
                  </a:lnTo>
                  <a:lnTo>
                    <a:pt x="68" y="57"/>
                  </a:lnTo>
                  <a:lnTo>
                    <a:pt x="68" y="57"/>
                  </a:lnTo>
                  <a:lnTo>
                    <a:pt x="68" y="57"/>
                  </a:lnTo>
                  <a:lnTo>
                    <a:pt x="66" y="57"/>
                  </a:lnTo>
                  <a:lnTo>
                    <a:pt x="66" y="54"/>
                  </a:lnTo>
                  <a:lnTo>
                    <a:pt x="66" y="54"/>
                  </a:lnTo>
                  <a:lnTo>
                    <a:pt x="66" y="54"/>
                  </a:lnTo>
                  <a:lnTo>
                    <a:pt x="66" y="54"/>
                  </a:lnTo>
                  <a:lnTo>
                    <a:pt x="64" y="54"/>
                  </a:lnTo>
                  <a:lnTo>
                    <a:pt x="64" y="52"/>
                  </a:lnTo>
                  <a:lnTo>
                    <a:pt x="64" y="52"/>
                  </a:lnTo>
                  <a:lnTo>
                    <a:pt x="64" y="52"/>
                  </a:lnTo>
                  <a:lnTo>
                    <a:pt x="61" y="52"/>
                  </a:lnTo>
                  <a:lnTo>
                    <a:pt x="61" y="52"/>
                  </a:lnTo>
                  <a:lnTo>
                    <a:pt x="61" y="52"/>
                  </a:lnTo>
                  <a:lnTo>
                    <a:pt x="61" y="52"/>
                  </a:lnTo>
                  <a:lnTo>
                    <a:pt x="61" y="52"/>
                  </a:lnTo>
                  <a:lnTo>
                    <a:pt x="61" y="50"/>
                  </a:lnTo>
                  <a:lnTo>
                    <a:pt x="61" y="50"/>
                  </a:lnTo>
                  <a:lnTo>
                    <a:pt x="59" y="50"/>
                  </a:lnTo>
                  <a:lnTo>
                    <a:pt x="59" y="50"/>
                  </a:lnTo>
                  <a:lnTo>
                    <a:pt x="59" y="50"/>
                  </a:lnTo>
                  <a:lnTo>
                    <a:pt x="57" y="50"/>
                  </a:lnTo>
                  <a:lnTo>
                    <a:pt x="57" y="50"/>
                  </a:lnTo>
                  <a:lnTo>
                    <a:pt x="57" y="52"/>
                  </a:lnTo>
                  <a:lnTo>
                    <a:pt x="57" y="52"/>
                  </a:lnTo>
                  <a:lnTo>
                    <a:pt x="54" y="52"/>
                  </a:lnTo>
                  <a:lnTo>
                    <a:pt x="54" y="52"/>
                  </a:lnTo>
                  <a:lnTo>
                    <a:pt x="54" y="52"/>
                  </a:lnTo>
                  <a:lnTo>
                    <a:pt x="54" y="52"/>
                  </a:lnTo>
                  <a:lnTo>
                    <a:pt x="52" y="52"/>
                  </a:lnTo>
                  <a:lnTo>
                    <a:pt x="52" y="52"/>
                  </a:lnTo>
                  <a:lnTo>
                    <a:pt x="52" y="52"/>
                  </a:lnTo>
                  <a:lnTo>
                    <a:pt x="52" y="52"/>
                  </a:lnTo>
                  <a:lnTo>
                    <a:pt x="49" y="52"/>
                  </a:lnTo>
                  <a:lnTo>
                    <a:pt x="49" y="52"/>
                  </a:lnTo>
                  <a:lnTo>
                    <a:pt x="47" y="52"/>
                  </a:lnTo>
                  <a:lnTo>
                    <a:pt x="47" y="52"/>
                  </a:lnTo>
                  <a:lnTo>
                    <a:pt x="47" y="52"/>
                  </a:lnTo>
                  <a:lnTo>
                    <a:pt x="45" y="52"/>
                  </a:lnTo>
                  <a:lnTo>
                    <a:pt x="45" y="52"/>
                  </a:lnTo>
                  <a:lnTo>
                    <a:pt x="42" y="52"/>
                  </a:lnTo>
                  <a:lnTo>
                    <a:pt x="42" y="52"/>
                  </a:lnTo>
                  <a:lnTo>
                    <a:pt x="42" y="52"/>
                  </a:lnTo>
                  <a:lnTo>
                    <a:pt x="40" y="52"/>
                  </a:lnTo>
                  <a:lnTo>
                    <a:pt x="40" y="52"/>
                  </a:lnTo>
                  <a:lnTo>
                    <a:pt x="40" y="52"/>
                  </a:lnTo>
                  <a:lnTo>
                    <a:pt x="40" y="52"/>
                  </a:lnTo>
                  <a:lnTo>
                    <a:pt x="38" y="52"/>
                  </a:lnTo>
                  <a:lnTo>
                    <a:pt x="38" y="52"/>
                  </a:lnTo>
                  <a:lnTo>
                    <a:pt x="38" y="52"/>
                  </a:lnTo>
                  <a:lnTo>
                    <a:pt x="35" y="52"/>
                  </a:lnTo>
                  <a:lnTo>
                    <a:pt x="35" y="52"/>
                  </a:lnTo>
                  <a:lnTo>
                    <a:pt x="35" y="52"/>
                  </a:lnTo>
                  <a:lnTo>
                    <a:pt x="35" y="52"/>
                  </a:lnTo>
                  <a:lnTo>
                    <a:pt x="33" y="52"/>
                  </a:lnTo>
                  <a:lnTo>
                    <a:pt x="33" y="50"/>
                  </a:lnTo>
                  <a:lnTo>
                    <a:pt x="33" y="50"/>
                  </a:lnTo>
                  <a:lnTo>
                    <a:pt x="35" y="50"/>
                  </a:lnTo>
                  <a:lnTo>
                    <a:pt x="35" y="47"/>
                  </a:lnTo>
                  <a:lnTo>
                    <a:pt x="35" y="47"/>
                  </a:lnTo>
                  <a:lnTo>
                    <a:pt x="35" y="47"/>
                  </a:lnTo>
                  <a:lnTo>
                    <a:pt x="35" y="47"/>
                  </a:lnTo>
                  <a:lnTo>
                    <a:pt x="38" y="47"/>
                  </a:lnTo>
                  <a:lnTo>
                    <a:pt x="38" y="45"/>
                  </a:lnTo>
                  <a:lnTo>
                    <a:pt x="38" y="45"/>
                  </a:lnTo>
                  <a:lnTo>
                    <a:pt x="38" y="45"/>
                  </a:lnTo>
                  <a:lnTo>
                    <a:pt x="38" y="42"/>
                  </a:lnTo>
                  <a:lnTo>
                    <a:pt x="38" y="42"/>
                  </a:lnTo>
                  <a:lnTo>
                    <a:pt x="38" y="42"/>
                  </a:lnTo>
                  <a:lnTo>
                    <a:pt x="38" y="40"/>
                  </a:lnTo>
                  <a:lnTo>
                    <a:pt x="38" y="40"/>
                  </a:lnTo>
                  <a:lnTo>
                    <a:pt x="38" y="40"/>
                  </a:lnTo>
                  <a:lnTo>
                    <a:pt x="38" y="38"/>
                  </a:lnTo>
                  <a:lnTo>
                    <a:pt x="35" y="38"/>
                  </a:lnTo>
                  <a:lnTo>
                    <a:pt x="35" y="38"/>
                  </a:lnTo>
                  <a:lnTo>
                    <a:pt x="35" y="38"/>
                  </a:lnTo>
                  <a:lnTo>
                    <a:pt x="35" y="35"/>
                  </a:lnTo>
                  <a:lnTo>
                    <a:pt x="35" y="35"/>
                  </a:lnTo>
                  <a:lnTo>
                    <a:pt x="35" y="33"/>
                  </a:lnTo>
                  <a:lnTo>
                    <a:pt x="35" y="33"/>
                  </a:lnTo>
                  <a:lnTo>
                    <a:pt x="35" y="33"/>
                  </a:lnTo>
                  <a:lnTo>
                    <a:pt x="35" y="33"/>
                  </a:lnTo>
                  <a:lnTo>
                    <a:pt x="35" y="31"/>
                  </a:lnTo>
                  <a:lnTo>
                    <a:pt x="35" y="31"/>
                  </a:lnTo>
                  <a:lnTo>
                    <a:pt x="33" y="31"/>
                  </a:lnTo>
                  <a:lnTo>
                    <a:pt x="33" y="28"/>
                  </a:lnTo>
                  <a:lnTo>
                    <a:pt x="33" y="28"/>
                  </a:lnTo>
                  <a:lnTo>
                    <a:pt x="33" y="28"/>
                  </a:lnTo>
                  <a:lnTo>
                    <a:pt x="33" y="26"/>
                  </a:lnTo>
                  <a:lnTo>
                    <a:pt x="33" y="26"/>
                  </a:lnTo>
                  <a:lnTo>
                    <a:pt x="33" y="24"/>
                  </a:lnTo>
                  <a:lnTo>
                    <a:pt x="33" y="24"/>
                  </a:lnTo>
                  <a:lnTo>
                    <a:pt x="33" y="24"/>
                  </a:lnTo>
                  <a:lnTo>
                    <a:pt x="33" y="24"/>
                  </a:lnTo>
                  <a:lnTo>
                    <a:pt x="33" y="21"/>
                  </a:lnTo>
                  <a:lnTo>
                    <a:pt x="31" y="21"/>
                  </a:lnTo>
                  <a:lnTo>
                    <a:pt x="31" y="21"/>
                  </a:lnTo>
                  <a:lnTo>
                    <a:pt x="31" y="21"/>
                  </a:lnTo>
                  <a:lnTo>
                    <a:pt x="28" y="21"/>
                  </a:lnTo>
                  <a:lnTo>
                    <a:pt x="28" y="21"/>
                  </a:lnTo>
                  <a:lnTo>
                    <a:pt x="28" y="21"/>
                  </a:lnTo>
                  <a:lnTo>
                    <a:pt x="28" y="19"/>
                  </a:lnTo>
                  <a:lnTo>
                    <a:pt x="26" y="19"/>
                  </a:lnTo>
                  <a:lnTo>
                    <a:pt x="26" y="19"/>
                  </a:lnTo>
                  <a:lnTo>
                    <a:pt x="26" y="19"/>
                  </a:lnTo>
                  <a:lnTo>
                    <a:pt x="23" y="19"/>
                  </a:lnTo>
                  <a:lnTo>
                    <a:pt x="23" y="19"/>
                  </a:lnTo>
                  <a:lnTo>
                    <a:pt x="23" y="16"/>
                  </a:lnTo>
                  <a:lnTo>
                    <a:pt x="23" y="16"/>
                  </a:lnTo>
                  <a:lnTo>
                    <a:pt x="23" y="16"/>
                  </a:lnTo>
                  <a:lnTo>
                    <a:pt x="23" y="14"/>
                  </a:lnTo>
                  <a:lnTo>
                    <a:pt x="21" y="14"/>
                  </a:lnTo>
                  <a:lnTo>
                    <a:pt x="21" y="14"/>
                  </a:lnTo>
                  <a:lnTo>
                    <a:pt x="21" y="14"/>
                  </a:lnTo>
                  <a:lnTo>
                    <a:pt x="21" y="14"/>
                  </a:lnTo>
                  <a:lnTo>
                    <a:pt x="19" y="14"/>
                  </a:lnTo>
                  <a:lnTo>
                    <a:pt x="19" y="12"/>
                  </a:lnTo>
                  <a:lnTo>
                    <a:pt x="19" y="12"/>
                  </a:lnTo>
                  <a:lnTo>
                    <a:pt x="19" y="12"/>
                  </a:lnTo>
                  <a:lnTo>
                    <a:pt x="16" y="12"/>
                  </a:lnTo>
                  <a:lnTo>
                    <a:pt x="16" y="12"/>
                  </a:lnTo>
                  <a:lnTo>
                    <a:pt x="14" y="12"/>
                  </a:lnTo>
                  <a:lnTo>
                    <a:pt x="14" y="12"/>
                  </a:lnTo>
                  <a:lnTo>
                    <a:pt x="14" y="12"/>
                  </a:lnTo>
                  <a:lnTo>
                    <a:pt x="14" y="12"/>
                  </a:lnTo>
                  <a:lnTo>
                    <a:pt x="12" y="12"/>
                  </a:lnTo>
                  <a:lnTo>
                    <a:pt x="12" y="12"/>
                  </a:lnTo>
                  <a:lnTo>
                    <a:pt x="12" y="12"/>
                  </a:lnTo>
                  <a:lnTo>
                    <a:pt x="9" y="12"/>
                  </a:lnTo>
                  <a:lnTo>
                    <a:pt x="9" y="12"/>
                  </a:lnTo>
                  <a:lnTo>
                    <a:pt x="9" y="12"/>
                  </a:lnTo>
                  <a:lnTo>
                    <a:pt x="7" y="12"/>
                  </a:lnTo>
                  <a:lnTo>
                    <a:pt x="7" y="12"/>
                  </a:lnTo>
                  <a:lnTo>
                    <a:pt x="7" y="9"/>
                  </a:lnTo>
                  <a:lnTo>
                    <a:pt x="7" y="9"/>
                  </a:lnTo>
                  <a:lnTo>
                    <a:pt x="7" y="9"/>
                  </a:lnTo>
                  <a:lnTo>
                    <a:pt x="7" y="7"/>
                  </a:lnTo>
                  <a:lnTo>
                    <a:pt x="7" y="7"/>
                  </a:lnTo>
                  <a:lnTo>
                    <a:pt x="5" y="7"/>
                  </a:lnTo>
                  <a:lnTo>
                    <a:pt x="5" y="7"/>
                  </a:lnTo>
                  <a:lnTo>
                    <a:pt x="5" y="5"/>
                  </a:lnTo>
                  <a:lnTo>
                    <a:pt x="2" y="5"/>
                  </a:lnTo>
                  <a:lnTo>
                    <a:pt x="2" y="5"/>
                  </a:lnTo>
                  <a:lnTo>
                    <a:pt x="2" y="5"/>
                  </a:lnTo>
                  <a:lnTo>
                    <a:pt x="2" y="5"/>
                  </a:lnTo>
                  <a:lnTo>
                    <a:pt x="0"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0" name="Freeform 228"/>
            <p:cNvSpPr>
              <a:spLocks/>
            </p:cNvSpPr>
            <p:nvPr/>
          </p:nvSpPr>
          <p:spPr bwMode="auto">
            <a:xfrm>
              <a:off x="2416175" y="2933700"/>
              <a:ext cx="82550" cy="49212"/>
            </a:xfrm>
            <a:custGeom>
              <a:avLst/>
              <a:gdLst/>
              <a:ahLst/>
              <a:cxnLst>
                <a:cxn ang="0">
                  <a:pos x="14" y="31"/>
                </a:cxn>
                <a:cxn ang="0">
                  <a:pos x="14" y="28"/>
                </a:cxn>
                <a:cxn ang="0">
                  <a:pos x="10" y="28"/>
                </a:cxn>
                <a:cxn ang="0">
                  <a:pos x="7" y="26"/>
                </a:cxn>
                <a:cxn ang="0">
                  <a:pos x="5" y="26"/>
                </a:cxn>
                <a:cxn ang="0">
                  <a:pos x="2" y="24"/>
                </a:cxn>
                <a:cxn ang="0">
                  <a:pos x="0" y="21"/>
                </a:cxn>
                <a:cxn ang="0">
                  <a:pos x="0" y="19"/>
                </a:cxn>
                <a:cxn ang="0">
                  <a:pos x="0" y="14"/>
                </a:cxn>
                <a:cxn ang="0">
                  <a:pos x="5" y="16"/>
                </a:cxn>
                <a:cxn ang="0">
                  <a:pos x="5" y="14"/>
                </a:cxn>
                <a:cxn ang="0">
                  <a:pos x="7" y="12"/>
                </a:cxn>
                <a:cxn ang="0">
                  <a:pos x="12" y="12"/>
                </a:cxn>
                <a:cxn ang="0">
                  <a:pos x="14" y="12"/>
                </a:cxn>
                <a:cxn ang="0">
                  <a:pos x="14" y="9"/>
                </a:cxn>
                <a:cxn ang="0">
                  <a:pos x="17" y="7"/>
                </a:cxn>
                <a:cxn ang="0">
                  <a:pos x="19" y="9"/>
                </a:cxn>
                <a:cxn ang="0">
                  <a:pos x="21" y="9"/>
                </a:cxn>
                <a:cxn ang="0">
                  <a:pos x="26" y="9"/>
                </a:cxn>
                <a:cxn ang="0">
                  <a:pos x="28" y="9"/>
                </a:cxn>
                <a:cxn ang="0">
                  <a:pos x="31" y="7"/>
                </a:cxn>
                <a:cxn ang="0">
                  <a:pos x="33" y="7"/>
                </a:cxn>
                <a:cxn ang="0">
                  <a:pos x="38" y="7"/>
                </a:cxn>
                <a:cxn ang="0">
                  <a:pos x="40" y="5"/>
                </a:cxn>
                <a:cxn ang="0">
                  <a:pos x="40" y="2"/>
                </a:cxn>
                <a:cxn ang="0">
                  <a:pos x="45" y="2"/>
                </a:cxn>
                <a:cxn ang="0">
                  <a:pos x="47" y="2"/>
                </a:cxn>
                <a:cxn ang="0">
                  <a:pos x="50" y="0"/>
                </a:cxn>
                <a:cxn ang="0">
                  <a:pos x="50" y="2"/>
                </a:cxn>
                <a:cxn ang="0">
                  <a:pos x="47" y="2"/>
                </a:cxn>
                <a:cxn ang="0">
                  <a:pos x="47" y="5"/>
                </a:cxn>
                <a:cxn ang="0">
                  <a:pos x="45" y="7"/>
                </a:cxn>
                <a:cxn ang="0">
                  <a:pos x="40" y="7"/>
                </a:cxn>
                <a:cxn ang="0">
                  <a:pos x="40" y="9"/>
                </a:cxn>
                <a:cxn ang="0">
                  <a:pos x="38" y="12"/>
                </a:cxn>
                <a:cxn ang="0">
                  <a:pos x="38" y="14"/>
                </a:cxn>
                <a:cxn ang="0">
                  <a:pos x="40" y="16"/>
                </a:cxn>
                <a:cxn ang="0">
                  <a:pos x="40" y="19"/>
                </a:cxn>
                <a:cxn ang="0">
                  <a:pos x="38" y="19"/>
                </a:cxn>
                <a:cxn ang="0">
                  <a:pos x="36" y="21"/>
                </a:cxn>
                <a:cxn ang="0">
                  <a:pos x="33" y="19"/>
                </a:cxn>
                <a:cxn ang="0">
                  <a:pos x="31" y="21"/>
                </a:cxn>
                <a:cxn ang="0">
                  <a:pos x="28" y="24"/>
                </a:cxn>
                <a:cxn ang="0">
                  <a:pos x="26" y="24"/>
                </a:cxn>
                <a:cxn ang="0">
                  <a:pos x="24" y="26"/>
                </a:cxn>
                <a:cxn ang="0">
                  <a:pos x="21" y="26"/>
                </a:cxn>
                <a:cxn ang="0">
                  <a:pos x="19" y="26"/>
                </a:cxn>
                <a:cxn ang="0">
                  <a:pos x="19" y="28"/>
                </a:cxn>
              </a:cxnLst>
              <a:rect l="0" t="0" r="r" b="b"/>
              <a:pathLst>
                <a:path w="52" h="31">
                  <a:moveTo>
                    <a:pt x="19" y="31"/>
                  </a:moveTo>
                  <a:lnTo>
                    <a:pt x="17" y="31"/>
                  </a:lnTo>
                  <a:lnTo>
                    <a:pt x="17" y="31"/>
                  </a:lnTo>
                  <a:lnTo>
                    <a:pt x="14" y="31"/>
                  </a:lnTo>
                  <a:lnTo>
                    <a:pt x="14" y="31"/>
                  </a:lnTo>
                  <a:lnTo>
                    <a:pt x="14" y="28"/>
                  </a:lnTo>
                  <a:lnTo>
                    <a:pt x="14" y="28"/>
                  </a:lnTo>
                  <a:lnTo>
                    <a:pt x="14" y="28"/>
                  </a:lnTo>
                  <a:lnTo>
                    <a:pt x="12" y="28"/>
                  </a:lnTo>
                  <a:lnTo>
                    <a:pt x="12" y="28"/>
                  </a:lnTo>
                  <a:lnTo>
                    <a:pt x="12" y="28"/>
                  </a:lnTo>
                  <a:lnTo>
                    <a:pt x="10" y="28"/>
                  </a:lnTo>
                  <a:lnTo>
                    <a:pt x="10" y="28"/>
                  </a:lnTo>
                  <a:lnTo>
                    <a:pt x="7" y="28"/>
                  </a:lnTo>
                  <a:lnTo>
                    <a:pt x="7" y="28"/>
                  </a:lnTo>
                  <a:lnTo>
                    <a:pt x="7" y="26"/>
                  </a:lnTo>
                  <a:lnTo>
                    <a:pt x="7" y="26"/>
                  </a:lnTo>
                  <a:lnTo>
                    <a:pt x="5" y="26"/>
                  </a:lnTo>
                  <a:lnTo>
                    <a:pt x="5" y="26"/>
                  </a:lnTo>
                  <a:lnTo>
                    <a:pt x="5" y="26"/>
                  </a:lnTo>
                  <a:lnTo>
                    <a:pt x="5" y="26"/>
                  </a:lnTo>
                  <a:lnTo>
                    <a:pt x="5" y="24"/>
                  </a:lnTo>
                  <a:lnTo>
                    <a:pt x="2" y="24"/>
                  </a:lnTo>
                  <a:lnTo>
                    <a:pt x="2" y="24"/>
                  </a:lnTo>
                  <a:lnTo>
                    <a:pt x="2" y="21"/>
                  </a:lnTo>
                  <a:lnTo>
                    <a:pt x="2" y="21"/>
                  </a:lnTo>
                  <a:lnTo>
                    <a:pt x="2" y="21"/>
                  </a:lnTo>
                  <a:lnTo>
                    <a:pt x="0" y="21"/>
                  </a:lnTo>
                  <a:lnTo>
                    <a:pt x="0" y="21"/>
                  </a:lnTo>
                  <a:lnTo>
                    <a:pt x="0" y="19"/>
                  </a:lnTo>
                  <a:lnTo>
                    <a:pt x="0" y="19"/>
                  </a:lnTo>
                  <a:lnTo>
                    <a:pt x="0" y="19"/>
                  </a:lnTo>
                  <a:lnTo>
                    <a:pt x="0" y="16"/>
                  </a:lnTo>
                  <a:lnTo>
                    <a:pt x="0" y="16"/>
                  </a:lnTo>
                  <a:lnTo>
                    <a:pt x="0" y="14"/>
                  </a:lnTo>
                  <a:lnTo>
                    <a:pt x="0" y="14"/>
                  </a:lnTo>
                  <a:lnTo>
                    <a:pt x="2" y="14"/>
                  </a:lnTo>
                  <a:lnTo>
                    <a:pt x="2" y="16"/>
                  </a:lnTo>
                  <a:lnTo>
                    <a:pt x="2" y="16"/>
                  </a:lnTo>
                  <a:lnTo>
                    <a:pt x="5" y="16"/>
                  </a:lnTo>
                  <a:lnTo>
                    <a:pt x="5" y="16"/>
                  </a:lnTo>
                  <a:lnTo>
                    <a:pt x="5" y="14"/>
                  </a:lnTo>
                  <a:lnTo>
                    <a:pt x="5" y="14"/>
                  </a:lnTo>
                  <a:lnTo>
                    <a:pt x="5" y="14"/>
                  </a:lnTo>
                  <a:lnTo>
                    <a:pt x="7" y="14"/>
                  </a:lnTo>
                  <a:lnTo>
                    <a:pt x="7" y="12"/>
                  </a:lnTo>
                  <a:lnTo>
                    <a:pt x="7" y="12"/>
                  </a:lnTo>
                  <a:lnTo>
                    <a:pt x="7" y="12"/>
                  </a:lnTo>
                  <a:lnTo>
                    <a:pt x="10" y="12"/>
                  </a:lnTo>
                  <a:lnTo>
                    <a:pt x="10" y="12"/>
                  </a:lnTo>
                  <a:lnTo>
                    <a:pt x="12" y="12"/>
                  </a:lnTo>
                  <a:lnTo>
                    <a:pt x="12" y="12"/>
                  </a:lnTo>
                  <a:lnTo>
                    <a:pt x="12" y="14"/>
                  </a:lnTo>
                  <a:lnTo>
                    <a:pt x="12" y="14"/>
                  </a:lnTo>
                  <a:lnTo>
                    <a:pt x="14" y="14"/>
                  </a:lnTo>
                  <a:lnTo>
                    <a:pt x="14" y="12"/>
                  </a:lnTo>
                  <a:lnTo>
                    <a:pt x="14" y="12"/>
                  </a:lnTo>
                  <a:lnTo>
                    <a:pt x="14" y="12"/>
                  </a:lnTo>
                  <a:lnTo>
                    <a:pt x="14" y="12"/>
                  </a:lnTo>
                  <a:lnTo>
                    <a:pt x="14" y="9"/>
                  </a:lnTo>
                  <a:lnTo>
                    <a:pt x="14" y="9"/>
                  </a:lnTo>
                  <a:lnTo>
                    <a:pt x="14" y="7"/>
                  </a:lnTo>
                  <a:lnTo>
                    <a:pt x="14" y="7"/>
                  </a:lnTo>
                  <a:lnTo>
                    <a:pt x="17" y="7"/>
                  </a:lnTo>
                  <a:lnTo>
                    <a:pt x="17" y="9"/>
                  </a:lnTo>
                  <a:lnTo>
                    <a:pt x="17" y="9"/>
                  </a:lnTo>
                  <a:lnTo>
                    <a:pt x="19" y="9"/>
                  </a:lnTo>
                  <a:lnTo>
                    <a:pt x="19" y="9"/>
                  </a:lnTo>
                  <a:lnTo>
                    <a:pt x="19" y="9"/>
                  </a:lnTo>
                  <a:lnTo>
                    <a:pt x="21" y="9"/>
                  </a:lnTo>
                  <a:lnTo>
                    <a:pt x="21" y="9"/>
                  </a:lnTo>
                  <a:lnTo>
                    <a:pt x="21" y="9"/>
                  </a:lnTo>
                  <a:lnTo>
                    <a:pt x="24" y="9"/>
                  </a:lnTo>
                  <a:lnTo>
                    <a:pt x="24" y="9"/>
                  </a:lnTo>
                  <a:lnTo>
                    <a:pt x="24" y="9"/>
                  </a:lnTo>
                  <a:lnTo>
                    <a:pt x="26" y="9"/>
                  </a:lnTo>
                  <a:lnTo>
                    <a:pt x="26" y="9"/>
                  </a:lnTo>
                  <a:lnTo>
                    <a:pt x="26" y="9"/>
                  </a:lnTo>
                  <a:lnTo>
                    <a:pt x="26" y="9"/>
                  </a:lnTo>
                  <a:lnTo>
                    <a:pt x="28" y="9"/>
                  </a:lnTo>
                  <a:lnTo>
                    <a:pt x="28" y="9"/>
                  </a:lnTo>
                  <a:lnTo>
                    <a:pt x="28" y="9"/>
                  </a:lnTo>
                  <a:lnTo>
                    <a:pt x="31" y="9"/>
                  </a:lnTo>
                  <a:lnTo>
                    <a:pt x="31" y="7"/>
                  </a:lnTo>
                  <a:lnTo>
                    <a:pt x="31" y="7"/>
                  </a:lnTo>
                  <a:lnTo>
                    <a:pt x="33" y="7"/>
                  </a:lnTo>
                  <a:lnTo>
                    <a:pt x="33" y="7"/>
                  </a:lnTo>
                  <a:lnTo>
                    <a:pt x="33" y="7"/>
                  </a:lnTo>
                  <a:lnTo>
                    <a:pt x="36" y="7"/>
                  </a:lnTo>
                  <a:lnTo>
                    <a:pt x="36" y="7"/>
                  </a:lnTo>
                  <a:lnTo>
                    <a:pt x="36" y="7"/>
                  </a:lnTo>
                  <a:lnTo>
                    <a:pt x="38" y="7"/>
                  </a:lnTo>
                  <a:lnTo>
                    <a:pt x="38" y="7"/>
                  </a:lnTo>
                  <a:lnTo>
                    <a:pt x="38" y="5"/>
                  </a:lnTo>
                  <a:lnTo>
                    <a:pt x="38" y="5"/>
                  </a:lnTo>
                  <a:lnTo>
                    <a:pt x="40" y="5"/>
                  </a:lnTo>
                  <a:lnTo>
                    <a:pt x="40" y="5"/>
                  </a:lnTo>
                  <a:lnTo>
                    <a:pt x="40" y="5"/>
                  </a:lnTo>
                  <a:lnTo>
                    <a:pt x="40" y="2"/>
                  </a:lnTo>
                  <a:lnTo>
                    <a:pt x="40" y="2"/>
                  </a:lnTo>
                  <a:lnTo>
                    <a:pt x="43" y="2"/>
                  </a:lnTo>
                  <a:lnTo>
                    <a:pt x="43" y="2"/>
                  </a:lnTo>
                  <a:lnTo>
                    <a:pt x="45" y="2"/>
                  </a:lnTo>
                  <a:lnTo>
                    <a:pt x="45" y="2"/>
                  </a:lnTo>
                  <a:lnTo>
                    <a:pt x="45" y="2"/>
                  </a:lnTo>
                  <a:lnTo>
                    <a:pt x="45" y="2"/>
                  </a:lnTo>
                  <a:lnTo>
                    <a:pt x="45" y="2"/>
                  </a:lnTo>
                  <a:lnTo>
                    <a:pt x="47" y="2"/>
                  </a:lnTo>
                  <a:lnTo>
                    <a:pt x="47" y="2"/>
                  </a:lnTo>
                  <a:lnTo>
                    <a:pt x="47" y="2"/>
                  </a:lnTo>
                  <a:lnTo>
                    <a:pt x="47" y="0"/>
                  </a:lnTo>
                  <a:lnTo>
                    <a:pt x="50" y="0"/>
                  </a:lnTo>
                  <a:lnTo>
                    <a:pt x="50" y="0"/>
                  </a:lnTo>
                  <a:lnTo>
                    <a:pt x="52" y="0"/>
                  </a:lnTo>
                  <a:lnTo>
                    <a:pt x="52" y="2"/>
                  </a:lnTo>
                  <a:lnTo>
                    <a:pt x="50" y="2"/>
                  </a:lnTo>
                  <a:lnTo>
                    <a:pt x="50" y="2"/>
                  </a:lnTo>
                  <a:lnTo>
                    <a:pt x="50" y="2"/>
                  </a:lnTo>
                  <a:lnTo>
                    <a:pt x="50" y="2"/>
                  </a:lnTo>
                  <a:lnTo>
                    <a:pt x="47" y="2"/>
                  </a:lnTo>
                  <a:lnTo>
                    <a:pt x="47" y="2"/>
                  </a:lnTo>
                  <a:lnTo>
                    <a:pt x="47" y="5"/>
                  </a:lnTo>
                  <a:lnTo>
                    <a:pt x="47" y="5"/>
                  </a:lnTo>
                  <a:lnTo>
                    <a:pt x="47" y="5"/>
                  </a:lnTo>
                  <a:lnTo>
                    <a:pt x="45" y="5"/>
                  </a:lnTo>
                  <a:lnTo>
                    <a:pt x="45" y="5"/>
                  </a:lnTo>
                  <a:lnTo>
                    <a:pt x="45" y="7"/>
                  </a:lnTo>
                  <a:lnTo>
                    <a:pt x="45" y="7"/>
                  </a:lnTo>
                  <a:lnTo>
                    <a:pt x="43" y="7"/>
                  </a:lnTo>
                  <a:lnTo>
                    <a:pt x="43" y="7"/>
                  </a:lnTo>
                  <a:lnTo>
                    <a:pt x="43" y="7"/>
                  </a:lnTo>
                  <a:lnTo>
                    <a:pt x="40" y="7"/>
                  </a:lnTo>
                  <a:lnTo>
                    <a:pt x="40" y="9"/>
                  </a:lnTo>
                  <a:lnTo>
                    <a:pt x="40" y="9"/>
                  </a:lnTo>
                  <a:lnTo>
                    <a:pt x="40" y="9"/>
                  </a:lnTo>
                  <a:lnTo>
                    <a:pt x="40" y="9"/>
                  </a:lnTo>
                  <a:lnTo>
                    <a:pt x="40" y="12"/>
                  </a:lnTo>
                  <a:lnTo>
                    <a:pt x="38" y="12"/>
                  </a:lnTo>
                  <a:lnTo>
                    <a:pt x="38" y="12"/>
                  </a:lnTo>
                  <a:lnTo>
                    <a:pt x="38" y="12"/>
                  </a:lnTo>
                  <a:lnTo>
                    <a:pt x="38" y="12"/>
                  </a:lnTo>
                  <a:lnTo>
                    <a:pt x="38" y="12"/>
                  </a:lnTo>
                  <a:lnTo>
                    <a:pt x="38" y="14"/>
                  </a:lnTo>
                  <a:lnTo>
                    <a:pt x="38" y="14"/>
                  </a:lnTo>
                  <a:lnTo>
                    <a:pt x="38" y="14"/>
                  </a:lnTo>
                  <a:lnTo>
                    <a:pt x="38" y="16"/>
                  </a:lnTo>
                  <a:lnTo>
                    <a:pt x="38" y="16"/>
                  </a:lnTo>
                  <a:lnTo>
                    <a:pt x="40" y="16"/>
                  </a:lnTo>
                  <a:lnTo>
                    <a:pt x="40" y="16"/>
                  </a:lnTo>
                  <a:lnTo>
                    <a:pt x="40" y="19"/>
                  </a:lnTo>
                  <a:lnTo>
                    <a:pt x="40" y="19"/>
                  </a:lnTo>
                  <a:lnTo>
                    <a:pt x="40" y="19"/>
                  </a:lnTo>
                  <a:lnTo>
                    <a:pt x="40" y="21"/>
                  </a:lnTo>
                  <a:lnTo>
                    <a:pt x="40" y="21"/>
                  </a:lnTo>
                  <a:lnTo>
                    <a:pt x="38" y="21"/>
                  </a:lnTo>
                  <a:lnTo>
                    <a:pt x="38" y="19"/>
                  </a:lnTo>
                  <a:lnTo>
                    <a:pt x="38" y="19"/>
                  </a:lnTo>
                  <a:lnTo>
                    <a:pt x="38" y="19"/>
                  </a:lnTo>
                  <a:lnTo>
                    <a:pt x="36" y="19"/>
                  </a:lnTo>
                  <a:lnTo>
                    <a:pt x="36" y="21"/>
                  </a:lnTo>
                  <a:lnTo>
                    <a:pt x="36" y="21"/>
                  </a:lnTo>
                  <a:lnTo>
                    <a:pt x="33" y="21"/>
                  </a:lnTo>
                  <a:lnTo>
                    <a:pt x="33" y="19"/>
                  </a:lnTo>
                  <a:lnTo>
                    <a:pt x="33" y="19"/>
                  </a:lnTo>
                  <a:lnTo>
                    <a:pt x="33" y="19"/>
                  </a:lnTo>
                  <a:lnTo>
                    <a:pt x="31" y="19"/>
                  </a:lnTo>
                  <a:lnTo>
                    <a:pt x="31" y="21"/>
                  </a:lnTo>
                  <a:lnTo>
                    <a:pt x="31" y="21"/>
                  </a:lnTo>
                  <a:lnTo>
                    <a:pt x="31" y="21"/>
                  </a:lnTo>
                  <a:lnTo>
                    <a:pt x="31" y="21"/>
                  </a:lnTo>
                  <a:lnTo>
                    <a:pt x="28" y="21"/>
                  </a:lnTo>
                  <a:lnTo>
                    <a:pt x="28" y="24"/>
                  </a:lnTo>
                  <a:lnTo>
                    <a:pt x="28" y="24"/>
                  </a:lnTo>
                  <a:lnTo>
                    <a:pt x="28" y="24"/>
                  </a:lnTo>
                  <a:lnTo>
                    <a:pt x="28" y="24"/>
                  </a:lnTo>
                  <a:lnTo>
                    <a:pt x="26" y="24"/>
                  </a:lnTo>
                  <a:lnTo>
                    <a:pt x="26" y="24"/>
                  </a:lnTo>
                  <a:lnTo>
                    <a:pt x="26" y="26"/>
                  </a:lnTo>
                  <a:lnTo>
                    <a:pt x="26" y="26"/>
                  </a:lnTo>
                  <a:lnTo>
                    <a:pt x="24" y="26"/>
                  </a:lnTo>
                  <a:lnTo>
                    <a:pt x="24" y="26"/>
                  </a:lnTo>
                  <a:lnTo>
                    <a:pt x="21" y="26"/>
                  </a:lnTo>
                  <a:lnTo>
                    <a:pt x="21" y="26"/>
                  </a:lnTo>
                  <a:lnTo>
                    <a:pt x="21" y="26"/>
                  </a:lnTo>
                  <a:lnTo>
                    <a:pt x="21" y="26"/>
                  </a:lnTo>
                  <a:lnTo>
                    <a:pt x="19" y="26"/>
                  </a:lnTo>
                  <a:lnTo>
                    <a:pt x="19" y="26"/>
                  </a:lnTo>
                  <a:lnTo>
                    <a:pt x="19" y="26"/>
                  </a:lnTo>
                  <a:lnTo>
                    <a:pt x="19" y="28"/>
                  </a:lnTo>
                  <a:lnTo>
                    <a:pt x="17" y="28"/>
                  </a:lnTo>
                  <a:lnTo>
                    <a:pt x="17" y="28"/>
                  </a:lnTo>
                  <a:lnTo>
                    <a:pt x="19" y="28"/>
                  </a:lnTo>
                  <a:lnTo>
                    <a:pt x="19" y="3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1" name="Freeform 229"/>
            <p:cNvSpPr>
              <a:spLocks/>
            </p:cNvSpPr>
            <p:nvPr/>
          </p:nvSpPr>
          <p:spPr bwMode="auto">
            <a:xfrm>
              <a:off x="2416175" y="2933700"/>
              <a:ext cx="82550" cy="49212"/>
            </a:xfrm>
            <a:custGeom>
              <a:avLst/>
              <a:gdLst/>
              <a:ahLst/>
              <a:cxnLst>
                <a:cxn ang="0">
                  <a:pos x="14" y="31"/>
                </a:cxn>
                <a:cxn ang="0">
                  <a:pos x="14" y="28"/>
                </a:cxn>
                <a:cxn ang="0">
                  <a:pos x="10" y="28"/>
                </a:cxn>
                <a:cxn ang="0">
                  <a:pos x="7" y="26"/>
                </a:cxn>
                <a:cxn ang="0">
                  <a:pos x="5" y="26"/>
                </a:cxn>
                <a:cxn ang="0">
                  <a:pos x="2" y="24"/>
                </a:cxn>
                <a:cxn ang="0">
                  <a:pos x="0" y="21"/>
                </a:cxn>
                <a:cxn ang="0">
                  <a:pos x="0" y="19"/>
                </a:cxn>
                <a:cxn ang="0">
                  <a:pos x="0" y="14"/>
                </a:cxn>
                <a:cxn ang="0">
                  <a:pos x="5" y="16"/>
                </a:cxn>
                <a:cxn ang="0">
                  <a:pos x="5" y="14"/>
                </a:cxn>
                <a:cxn ang="0">
                  <a:pos x="7" y="12"/>
                </a:cxn>
                <a:cxn ang="0">
                  <a:pos x="12" y="12"/>
                </a:cxn>
                <a:cxn ang="0">
                  <a:pos x="14" y="12"/>
                </a:cxn>
                <a:cxn ang="0">
                  <a:pos x="14" y="9"/>
                </a:cxn>
                <a:cxn ang="0">
                  <a:pos x="17" y="7"/>
                </a:cxn>
                <a:cxn ang="0">
                  <a:pos x="19" y="9"/>
                </a:cxn>
                <a:cxn ang="0">
                  <a:pos x="21" y="9"/>
                </a:cxn>
                <a:cxn ang="0">
                  <a:pos x="26" y="9"/>
                </a:cxn>
                <a:cxn ang="0">
                  <a:pos x="28" y="9"/>
                </a:cxn>
                <a:cxn ang="0">
                  <a:pos x="31" y="7"/>
                </a:cxn>
                <a:cxn ang="0">
                  <a:pos x="33" y="7"/>
                </a:cxn>
                <a:cxn ang="0">
                  <a:pos x="38" y="7"/>
                </a:cxn>
                <a:cxn ang="0">
                  <a:pos x="40" y="5"/>
                </a:cxn>
                <a:cxn ang="0">
                  <a:pos x="40" y="2"/>
                </a:cxn>
                <a:cxn ang="0">
                  <a:pos x="45" y="2"/>
                </a:cxn>
                <a:cxn ang="0">
                  <a:pos x="47" y="2"/>
                </a:cxn>
                <a:cxn ang="0">
                  <a:pos x="50" y="0"/>
                </a:cxn>
                <a:cxn ang="0">
                  <a:pos x="50" y="2"/>
                </a:cxn>
                <a:cxn ang="0">
                  <a:pos x="47" y="2"/>
                </a:cxn>
                <a:cxn ang="0">
                  <a:pos x="47" y="5"/>
                </a:cxn>
                <a:cxn ang="0">
                  <a:pos x="45" y="7"/>
                </a:cxn>
                <a:cxn ang="0">
                  <a:pos x="40" y="7"/>
                </a:cxn>
                <a:cxn ang="0">
                  <a:pos x="40" y="9"/>
                </a:cxn>
                <a:cxn ang="0">
                  <a:pos x="38" y="12"/>
                </a:cxn>
                <a:cxn ang="0">
                  <a:pos x="38" y="14"/>
                </a:cxn>
                <a:cxn ang="0">
                  <a:pos x="40" y="16"/>
                </a:cxn>
                <a:cxn ang="0">
                  <a:pos x="40" y="19"/>
                </a:cxn>
                <a:cxn ang="0">
                  <a:pos x="38" y="19"/>
                </a:cxn>
                <a:cxn ang="0">
                  <a:pos x="36" y="21"/>
                </a:cxn>
                <a:cxn ang="0">
                  <a:pos x="33" y="19"/>
                </a:cxn>
                <a:cxn ang="0">
                  <a:pos x="31" y="21"/>
                </a:cxn>
                <a:cxn ang="0">
                  <a:pos x="28" y="24"/>
                </a:cxn>
                <a:cxn ang="0">
                  <a:pos x="26" y="24"/>
                </a:cxn>
                <a:cxn ang="0">
                  <a:pos x="24" y="26"/>
                </a:cxn>
                <a:cxn ang="0">
                  <a:pos x="21" y="26"/>
                </a:cxn>
                <a:cxn ang="0">
                  <a:pos x="19" y="26"/>
                </a:cxn>
                <a:cxn ang="0">
                  <a:pos x="19" y="28"/>
                </a:cxn>
              </a:cxnLst>
              <a:rect l="0" t="0" r="r" b="b"/>
              <a:pathLst>
                <a:path w="52" h="31">
                  <a:moveTo>
                    <a:pt x="19" y="31"/>
                  </a:moveTo>
                  <a:lnTo>
                    <a:pt x="17" y="31"/>
                  </a:lnTo>
                  <a:lnTo>
                    <a:pt x="17" y="31"/>
                  </a:lnTo>
                  <a:lnTo>
                    <a:pt x="14" y="31"/>
                  </a:lnTo>
                  <a:lnTo>
                    <a:pt x="14" y="31"/>
                  </a:lnTo>
                  <a:lnTo>
                    <a:pt x="14" y="28"/>
                  </a:lnTo>
                  <a:lnTo>
                    <a:pt x="14" y="28"/>
                  </a:lnTo>
                  <a:lnTo>
                    <a:pt x="14" y="28"/>
                  </a:lnTo>
                  <a:lnTo>
                    <a:pt x="12" y="28"/>
                  </a:lnTo>
                  <a:lnTo>
                    <a:pt x="12" y="28"/>
                  </a:lnTo>
                  <a:lnTo>
                    <a:pt x="12" y="28"/>
                  </a:lnTo>
                  <a:lnTo>
                    <a:pt x="10" y="28"/>
                  </a:lnTo>
                  <a:lnTo>
                    <a:pt x="10" y="28"/>
                  </a:lnTo>
                  <a:lnTo>
                    <a:pt x="7" y="28"/>
                  </a:lnTo>
                  <a:lnTo>
                    <a:pt x="7" y="28"/>
                  </a:lnTo>
                  <a:lnTo>
                    <a:pt x="7" y="26"/>
                  </a:lnTo>
                  <a:lnTo>
                    <a:pt x="7" y="26"/>
                  </a:lnTo>
                  <a:lnTo>
                    <a:pt x="5" y="26"/>
                  </a:lnTo>
                  <a:lnTo>
                    <a:pt x="5" y="26"/>
                  </a:lnTo>
                  <a:lnTo>
                    <a:pt x="5" y="26"/>
                  </a:lnTo>
                  <a:lnTo>
                    <a:pt x="5" y="26"/>
                  </a:lnTo>
                  <a:lnTo>
                    <a:pt x="5" y="24"/>
                  </a:lnTo>
                  <a:lnTo>
                    <a:pt x="2" y="24"/>
                  </a:lnTo>
                  <a:lnTo>
                    <a:pt x="2" y="24"/>
                  </a:lnTo>
                  <a:lnTo>
                    <a:pt x="2" y="21"/>
                  </a:lnTo>
                  <a:lnTo>
                    <a:pt x="2" y="21"/>
                  </a:lnTo>
                  <a:lnTo>
                    <a:pt x="2" y="21"/>
                  </a:lnTo>
                  <a:lnTo>
                    <a:pt x="0" y="21"/>
                  </a:lnTo>
                  <a:lnTo>
                    <a:pt x="0" y="21"/>
                  </a:lnTo>
                  <a:lnTo>
                    <a:pt x="0" y="19"/>
                  </a:lnTo>
                  <a:lnTo>
                    <a:pt x="0" y="19"/>
                  </a:lnTo>
                  <a:lnTo>
                    <a:pt x="0" y="19"/>
                  </a:lnTo>
                  <a:lnTo>
                    <a:pt x="0" y="16"/>
                  </a:lnTo>
                  <a:lnTo>
                    <a:pt x="0" y="16"/>
                  </a:lnTo>
                  <a:lnTo>
                    <a:pt x="0" y="14"/>
                  </a:lnTo>
                  <a:lnTo>
                    <a:pt x="0" y="14"/>
                  </a:lnTo>
                  <a:lnTo>
                    <a:pt x="2" y="14"/>
                  </a:lnTo>
                  <a:lnTo>
                    <a:pt x="2" y="16"/>
                  </a:lnTo>
                  <a:lnTo>
                    <a:pt x="2" y="16"/>
                  </a:lnTo>
                  <a:lnTo>
                    <a:pt x="5" y="16"/>
                  </a:lnTo>
                  <a:lnTo>
                    <a:pt x="5" y="16"/>
                  </a:lnTo>
                  <a:lnTo>
                    <a:pt x="5" y="14"/>
                  </a:lnTo>
                  <a:lnTo>
                    <a:pt x="5" y="14"/>
                  </a:lnTo>
                  <a:lnTo>
                    <a:pt x="5" y="14"/>
                  </a:lnTo>
                  <a:lnTo>
                    <a:pt x="7" y="14"/>
                  </a:lnTo>
                  <a:lnTo>
                    <a:pt x="7" y="12"/>
                  </a:lnTo>
                  <a:lnTo>
                    <a:pt x="7" y="12"/>
                  </a:lnTo>
                  <a:lnTo>
                    <a:pt x="7" y="12"/>
                  </a:lnTo>
                  <a:lnTo>
                    <a:pt x="10" y="12"/>
                  </a:lnTo>
                  <a:lnTo>
                    <a:pt x="10" y="12"/>
                  </a:lnTo>
                  <a:lnTo>
                    <a:pt x="12" y="12"/>
                  </a:lnTo>
                  <a:lnTo>
                    <a:pt x="12" y="12"/>
                  </a:lnTo>
                  <a:lnTo>
                    <a:pt x="12" y="14"/>
                  </a:lnTo>
                  <a:lnTo>
                    <a:pt x="12" y="14"/>
                  </a:lnTo>
                  <a:lnTo>
                    <a:pt x="14" y="14"/>
                  </a:lnTo>
                  <a:lnTo>
                    <a:pt x="14" y="12"/>
                  </a:lnTo>
                  <a:lnTo>
                    <a:pt x="14" y="12"/>
                  </a:lnTo>
                  <a:lnTo>
                    <a:pt x="14" y="12"/>
                  </a:lnTo>
                  <a:lnTo>
                    <a:pt x="14" y="12"/>
                  </a:lnTo>
                  <a:lnTo>
                    <a:pt x="14" y="9"/>
                  </a:lnTo>
                  <a:lnTo>
                    <a:pt x="14" y="9"/>
                  </a:lnTo>
                  <a:lnTo>
                    <a:pt x="14" y="7"/>
                  </a:lnTo>
                  <a:lnTo>
                    <a:pt x="14" y="7"/>
                  </a:lnTo>
                  <a:lnTo>
                    <a:pt x="17" y="7"/>
                  </a:lnTo>
                  <a:lnTo>
                    <a:pt x="17" y="9"/>
                  </a:lnTo>
                  <a:lnTo>
                    <a:pt x="17" y="9"/>
                  </a:lnTo>
                  <a:lnTo>
                    <a:pt x="19" y="9"/>
                  </a:lnTo>
                  <a:lnTo>
                    <a:pt x="19" y="9"/>
                  </a:lnTo>
                  <a:lnTo>
                    <a:pt x="19" y="9"/>
                  </a:lnTo>
                  <a:lnTo>
                    <a:pt x="21" y="9"/>
                  </a:lnTo>
                  <a:lnTo>
                    <a:pt x="21" y="9"/>
                  </a:lnTo>
                  <a:lnTo>
                    <a:pt x="21" y="9"/>
                  </a:lnTo>
                  <a:lnTo>
                    <a:pt x="24" y="9"/>
                  </a:lnTo>
                  <a:lnTo>
                    <a:pt x="24" y="9"/>
                  </a:lnTo>
                  <a:lnTo>
                    <a:pt x="24" y="9"/>
                  </a:lnTo>
                  <a:lnTo>
                    <a:pt x="26" y="9"/>
                  </a:lnTo>
                  <a:lnTo>
                    <a:pt x="26" y="9"/>
                  </a:lnTo>
                  <a:lnTo>
                    <a:pt x="26" y="9"/>
                  </a:lnTo>
                  <a:lnTo>
                    <a:pt x="26" y="9"/>
                  </a:lnTo>
                  <a:lnTo>
                    <a:pt x="28" y="9"/>
                  </a:lnTo>
                  <a:lnTo>
                    <a:pt x="28" y="9"/>
                  </a:lnTo>
                  <a:lnTo>
                    <a:pt x="28" y="9"/>
                  </a:lnTo>
                  <a:lnTo>
                    <a:pt x="31" y="9"/>
                  </a:lnTo>
                  <a:lnTo>
                    <a:pt x="31" y="7"/>
                  </a:lnTo>
                  <a:lnTo>
                    <a:pt x="31" y="7"/>
                  </a:lnTo>
                  <a:lnTo>
                    <a:pt x="33" y="7"/>
                  </a:lnTo>
                  <a:lnTo>
                    <a:pt x="33" y="7"/>
                  </a:lnTo>
                  <a:lnTo>
                    <a:pt x="33" y="7"/>
                  </a:lnTo>
                  <a:lnTo>
                    <a:pt x="36" y="7"/>
                  </a:lnTo>
                  <a:lnTo>
                    <a:pt x="36" y="7"/>
                  </a:lnTo>
                  <a:lnTo>
                    <a:pt x="36" y="7"/>
                  </a:lnTo>
                  <a:lnTo>
                    <a:pt x="38" y="7"/>
                  </a:lnTo>
                  <a:lnTo>
                    <a:pt x="38" y="7"/>
                  </a:lnTo>
                  <a:lnTo>
                    <a:pt x="38" y="5"/>
                  </a:lnTo>
                  <a:lnTo>
                    <a:pt x="38" y="5"/>
                  </a:lnTo>
                  <a:lnTo>
                    <a:pt x="40" y="5"/>
                  </a:lnTo>
                  <a:lnTo>
                    <a:pt x="40" y="5"/>
                  </a:lnTo>
                  <a:lnTo>
                    <a:pt x="40" y="5"/>
                  </a:lnTo>
                  <a:lnTo>
                    <a:pt x="40" y="2"/>
                  </a:lnTo>
                  <a:lnTo>
                    <a:pt x="40" y="2"/>
                  </a:lnTo>
                  <a:lnTo>
                    <a:pt x="43" y="2"/>
                  </a:lnTo>
                  <a:lnTo>
                    <a:pt x="43" y="2"/>
                  </a:lnTo>
                  <a:lnTo>
                    <a:pt x="45" y="2"/>
                  </a:lnTo>
                  <a:lnTo>
                    <a:pt x="45" y="2"/>
                  </a:lnTo>
                  <a:lnTo>
                    <a:pt x="45" y="2"/>
                  </a:lnTo>
                  <a:lnTo>
                    <a:pt x="45" y="2"/>
                  </a:lnTo>
                  <a:lnTo>
                    <a:pt x="45" y="2"/>
                  </a:lnTo>
                  <a:lnTo>
                    <a:pt x="47" y="2"/>
                  </a:lnTo>
                  <a:lnTo>
                    <a:pt x="47" y="2"/>
                  </a:lnTo>
                  <a:lnTo>
                    <a:pt x="47" y="2"/>
                  </a:lnTo>
                  <a:lnTo>
                    <a:pt x="47" y="0"/>
                  </a:lnTo>
                  <a:lnTo>
                    <a:pt x="50" y="0"/>
                  </a:lnTo>
                  <a:lnTo>
                    <a:pt x="50" y="0"/>
                  </a:lnTo>
                  <a:lnTo>
                    <a:pt x="52" y="0"/>
                  </a:lnTo>
                  <a:lnTo>
                    <a:pt x="52" y="2"/>
                  </a:lnTo>
                  <a:lnTo>
                    <a:pt x="50" y="2"/>
                  </a:lnTo>
                  <a:lnTo>
                    <a:pt x="50" y="2"/>
                  </a:lnTo>
                  <a:lnTo>
                    <a:pt x="50" y="2"/>
                  </a:lnTo>
                  <a:lnTo>
                    <a:pt x="50" y="2"/>
                  </a:lnTo>
                  <a:lnTo>
                    <a:pt x="47" y="2"/>
                  </a:lnTo>
                  <a:lnTo>
                    <a:pt x="47" y="2"/>
                  </a:lnTo>
                  <a:lnTo>
                    <a:pt x="47" y="5"/>
                  </a:lnTo>
                  <a:lnTo>
                    <a:pt x="47" y="5"/>
                  </a:lnTo>
                  <a:lnTo>
                    <a:pt x="47" y="5"/>
                  </a:lnTo>
                  <a:lnTo>
                    <a:pt x="45" y="5"/>
                  </a:lnTo>
                  <a:lnTo>
                    <a:pt x="45" y="5"/>
                  </a:lnTo>
                  <a:lnTo>
                    <a:pt x="45" y="7"/>
                  </a:lnTo>
                  <a:lnTo>
                    <a:pt x="45" y="7"/>
                  </a:lnTo>
                  <a:lnTo>
                    <a:pt x="43" y="7"/>
                  </a:lnTo>
                  <a:lnTo>
                    <a:pt x="43" y="7"/>
                  </a:lnTo>
                  <a:lnTo>
                    <a:pt x="43" y="7"/>
                  </a:lnTo>
                  <a:lnTo>
                    <a:pt x="40" y="7"/>
                  </a:lnTo>
                  <a:lnTo>
                    <a:pt x="40" y="9"/>
                  </a:lnTo>
                  <a:lnTo>
                    <a:pt x="40" y="9"/>
                  </a:lnTo>
                  <a:lnTo>
                    <a:pt x="40" y="9"/>
                  </a:lnTo>
                  <a:lnTo>
                    <a:pt x="40" y="9"/>
                  </a:lnTo>
                  <a:lnTo>
                    <a:pt x="40" y="12"/>
                  </a:lnTo>
                  <a:lnTo>
                    <a:pt x="38" y="12"/>
                  </a:lnTo>
                  <a:lnTo>
                    <a:pt x="38" y="12"/>
                  </a:lnTo>
                  <a:lnTo>
                    <a:pt x="38" y="12"/>
                  </a:lnTo>
                  <a:lnTo>
                    <a:pt x="38" y="12"/>
                  </a:lnTo>
                  <a:lnTo>
                    <a:pt x="38" y="12"/>
                  </a:lnTo>
                  <a:lnTo>
                    <a:pt x="38" y="14"/>
                  </a:lnTo>
                  <a:lnTo>
                    <a:pt x="38" y="14"/>
                  </a:lnTo>
                  <a:lnTo>
                    <a:pt x="38" y="14"/>
                  </a:lnTo>
                  <a:lnTo>
                    <a:pt x="38" y="16"/>
                  </a:lnTo>
                  <a:lnTo>
                    <a:pt x="38" y="16"/>
                  </a:lnTo>
                  <a:lnTo>
                    <a:pt x="40" y="16"/>
                  </a:lnTo>
                  <a:lnTo>
                    <a:pt x="40" y="16"/>
                  </a:lnTo>
                  <a:lnTo>
                    <a:pt x="40" y="19"/>
                  </a:lnTo>
                  <a:lnTo>
                    <a:pt x="40" y="19"/>
                  </a:lnTo>
                  <a:lnTo>
                    <a:pt x="40" y="19"/>
                  </a:lnTo>
                  <a:lnTo>
                    <a:pt x="40" y="21"/>
                  </a:lnTo>
                  <a:lnTo>
                    <a:pt x="40" y="21"/>
                  </a:lnTo>
                  <a:lnTo>
                    <a:pt x="38" y="21"/>
                  </a:lnTo>
                  <a:lnTo>
                    <a:pt x="38" y="19"/>
                  </a:lnTo>
                  <a:lnTo>
                    <a:pt x="38" y="19"/>
                  </a:lnTo>
                  <a:lnTo>
                    <a:pt x="38" y="19"/>
                  </a:lnTo>
                  <a:lnTo>
                    <a:pt x="36" y="19"/>
                  </a:lnTo>
                  <a:lnTo>
                    <a:pt x="36" y="21"/>
                  </a:lnTo>
                  <a:lnTo>
                    <a:pt x="36" y="21"/>
                  </a:lnTo>
                  <a:lnTo>
                    <a:pt x="33" y="21"/>
                  </a:lnTo>
                  <a:lnTo>
                    <a:pt x="33" y="19"/>
                  </a:lnTo>
                  <a:lnTo>
                    <a:pt x="33" y="19"/>
                  </a:lnTo>
                  <a:lnTo>
                    <a:pt x="33" y="19"/>
                  </a:lnTo>
                  <a:lnTo>
                    <a:pt x="31" y="19"/>
                  </a:lnTo>
                  <a:lnTo>
                    <a:pt x="31" y="21"/>
                  </a:lnTo>
                  <a:lnTo>
                    <a:pt x="31" y="21"/>
                  </a:lnTo>
                  <a:lnTo>
                    <a:pt x="31" y="21"/>
                  </a:lnTo>
                  <a:lnTo>
                    <a:pt x="31" y="21"/>
                  </a:lnTo>
                  <a:lnTo>
                    <a:pt x="28" y="21"/>
                  </a:lnTo>
                  <a:lnTo>
                    <a:pt x="28" y="24"/>
                  </a:lnTo>
                  <a:lnTo>
                    <a:pt x="28" y="24"/>
                  </a:lnTo>
                  <a:lnTo>
                    <a:pt x="28" y="24"/>
                  </a:lnTo>
                  <a:lnTo>
                    <a:pt x="28" y="24"/>
                  </a:lnTo>
                  <a:lnTo>
                    <a:pt x="26" y="24"/>
                  </a:lnTo>
                  <a:lnTo>
                    <a:pt x="26" y="24"/>
                  </a:lnTo>
                  <a:lnTo>
                    <a:pt x="26" y="26"/>
                  </a:lnTo>
                  <a:lnTo>
                    <a:pt x="26" y="26"/>
                  </a:lnTo>
                  <a:lnTo>
                    <a:pt x="24" y="26"/>
                  </a:lnTo>
                  <a:lnTo>
                    <a:pt x="24" y="26"/>
                  </a:lnTo>
                  <a:lnTo>
                    <a:pt x="21" y="26"/>
                  </a:lnTo>
                  <a:lnTo>
                    <a:pt x="21" y="26"/>
                  </a:lnTo>
                  <a:lnTo>
                    <a:pt x="21" y="26"/>
                  </a:lnTo>
                  <a:lnTo>
                    <a:pt x="21" y="26"/>
                  </a:lnTo>
                  <a:lnTo>
                    <a:pt x="19" y="26"/>
                  </a:lnTo>
                  <a:lnTo>
                    <a:pt x="19" y="26"/>
                  </a:lnTo>
                  <a:lnTo>
                    <a:pt x="19" y="26"/>
                  </a:lnTo>
                  <a:lnTo>
                    <a:pt x="19" y="28"/>
                  </a:lnTo>
                  <a:lnTo>
                    <a:pt x="17" y="28"/>
                  </a:lnTo>
                  <a:lnTo>
                    <a:pt x="17" y="28"/>
                  </a:lnTo>
                  <a:lnTo>
                    <a:pt x="19" y="28"/>
                  </a:lnTo>
                  <a:lnTo>
                    <a:pt x="19" y="3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2" name="Freeform 230"/>
            <p:cNvSpPr>
              <a:spLocks/>
            </p:cNvSpPr>
            <p:nvPr/>
          </p:nvSpPr>
          <p:spPr bwMode="auto">
            <a:xfrm>
              <a:off x="5019675" y="3557588"/>
              <a:ext cx="82550" cy="82550"/>
            </a:xfrm>
            <a:custGeom>
              <a:avLst/>
              <a:gdLst/>
              <a:ahLst/>
              <a:cxnLst>
                <a:cxn ang="0">
                  <a:pos x="45" y="3"/>
                </a:cxn>
                <a:cxn ang="0">
                  <a:pos x="50" y="3"/>
                </a:cxn>
                <a:cxn ang="0">
                  <a:pos x="50" y="5"/>
                </a:cxn>
                <a:cxn ang="0">
                  <a:pos x="52" y="10"/>
                </a:cxn>
                <a:cxn ang="0">
                  <a:pos x="52" y="12"/>
                </a:cxn>
                <a:cxn ang="0">
                  <a:pos x="50" y="14"/>
                </a:cxn>
                <a:cxn ang="0">
                  <a:pos x="50" y="17"/>
                </a:cxn>
                <a:cxn ang="0">
                  <a:pos x="48" y="19"/>
                </a:cxn>
                <a:cxn ang="0">
                  <a:pos x="45" y="19"/>
                </a:cxn>
                <a:cxn ang="0">
                  <a:pos x="43" y="24"/>
                </a:cxn>
                <a:cxn ang="0">
                  <a:pos x="43" y="26"/>
                </a:cxn>
                <a:cxn ang="0">
                  <a:pos x="43" y="29"/>
                </a:cxn>
                <a:cxn ang="0">
                  <a:pos x="41" y="33"/>
                </a:cxn>
                <a:cxn ang="0">
                  <a:pos x="43" y="36"/>
                </a:cxn>
                <a:cxn ang="0">
                  <a:pos x="41" y="38"/>
                </a:cxn>
                <a:cxn ang="0">
                  <a:pos x="38" y="38"/>
                </a:cxn>
                <a:cxn ang="0">
                  <a:pos x="36" y="41"/>
                </a:cxn>
                <a:cxn ang="0">
                  <a:pos x="34" y="43"/>
                </a:cxn>
                <a:cxn ang="0">
                  <a:pos x="31" y="45"/>
                </a:cxn>
                <a:cxn ang="0">
                  <a:pos x="29" y="45"/>
                </a:cxn>
                <a:cxn ang="0">
                  <a:pos x="26" y="45"/>
                </a:cxn>
                <a:cxn ang="0">
                  <a:pos x="24" y="48"/>
                </a:cxn>
                <a:cxn ang="0">
                  <a:pos x="24" y="50"/>
                </a:cxn>
                <a:cxn ang="0">
                  <a:pos x="22" y="52"/>
                </a:cxn>
                <a:cxn ang="0">
                  <a:pos x="19" y="50"/>
                </a:cxn>
                <a:cxn ang="0">
                  <a:pos x="17" y="48"/>
                </a:cxn>
                <a:cxn ang="0">
                  <a:pos x="12" y="48"/>
                </a:cxn>
                <a:cxn ang="0">
                  <a:pos x="10" y="48"/>
                </a:cxn>
                <a:cxn ang="0">
                  <a:pos x="10" y="48"/>
                </a:cxn>
                <a:cxn ang="0">
                  <a:pos x="5" y="45"/>
                </a:cxn>
                <a:cxn ang="0">
                  <a:pos x="5" y="43"/>
                </a:cxn>
                <a:cxn ang="0">
                  <a:pos x="3" y="43"/>
                </a:cxn>
                <a:cxn ang="0">
                  <a:pos x="3" y="38"/>
                </a:cxn>
                <a:cxn ang="0">
                  <a:pos x="0" y="36"/>
                </a:cxn>
                <a:cxn ang="0">
                  <a:pos x="0" y="33"/>
                </a:cxn>
                <a:cxn ang="0">
                  <a:pos x="0" y="31"/>
                </a:cxn>
                <a:cxn ang="0">
                  <a:pos x="0" y="26"/>
                </a:cxn>
                <a:cxn ang="0">
                  <a:pos x="0" y="24"/>
                </a:cxn>
                <a:cxn ang="0">
                  <a:pos x="0" y="22"/>
                </a:cxn>
                <a:cxn ang="0">
                  <a:pos x="3" y="19"/>
                </a:cxn>
                <a:cxn ang="0">
                  <a:pos x="5" y="17"/>
                </a:cxn>
                <a:cxn ang="0">
                  <a:pos x="7" y="14"/>
                </a:cxn>
                <a:cxn ang="0">
                  <a:pos x="10" y="14"/>
                </a:cxn>
                <a:cxn ang="0">
                  <a:pos x="12" y="12"/>
                </a:cxn>
                <a:cxn ang="0">
                  <a:pos x="12" y="10"/>
                </a:cxn>
                <a:cxn ang="0">
                  <a:pos x="12" y="7"/>
                </a:cxn>
                <a:cxn ang="0">
                  <a:pos x="15" y="5"/>
                </a:cxn>
                <a:cxn ang="0">
                  <a:pos x="17" y="7"/>
                </a:cxn>
                <a:cxn ang="0">
                  <a:pos x="19" y="7"/>
                </a:cxn>
                <a:cxn ang="0">
                  <a:pos x="19" y="3"/>
                </a:cxn>
                <a:cxn ang="0">
                  <a:pos x="24" y="3"/>
                </a:cxn>
                <a:cxn ang="0">
                  <a:pos x="26" y="5"/>
                </a:cxn>
                <a:cxn ang="0">
                  <a:pos x="31" y="5"/>
                </a:cxn>
                <a:cxn ang="0">
                  <a:pos x="31" y="3"/>
                </a:cxn>
                <a:cxn ang="0">
                  <a:pos x="34" y="3"/>
                </a:cxn>
                <a:cxn ang="0">
                  <a:pos x="38" y="3"/>
                </a:cxn>
                <a:cxn ang="0">
                  <a:pos x="41" y="3"/>
                </a:cxn>
                <a:cxn ang="0">
                  <a:pos x="43" y="3"/>
                </a:cxn>
                <a:cxn ang="0">
                  <a:pos x="43" y="0"/>
                </a:cxn>
              </a:cxnLst>
              <a:rect l="0" t="0" r="r" b="b"/>
              <a:pathLst>
                <a:path w="52" h="52">
                  <a:moveTo>
                    <a:pt x="45" y="0"/>
                  </a:moveTo>
                  <a:lnTo>
                    <a:pt x="45" y="3"/>
                  </a:lnTo>
                  <a:lnTo>
                    <a:pt x="45" y="3"/>
                  </a:lnTo>
                  <a:lnTo>
                    <a:pt x="45" y="3"/>
                  </a:lnTo>
                  <a:lnTo>
                    <a:pt x="48" y="3"/>
                  </a:lnTo>
                  <a:lnTo>
                    <a:pt x="48" y="3"/>
                  </a:lnTo>
                  <a:lnTo>
                    <a:pt x="50" y="3"/>
                  </a:lnTo>
                  <a:lnTo>
                    <a:pt x="50" y="3"/>
                  </a:lnTo>
                  <a:lnTo>
                    <a:pt x="50" y="3"/>
                  </a:lnTo>
                  <a:lnTo>
                    <a:pt x="50" y="5"/>
                  </a:lnTo>
                  <a:lnTo>
                    <a:pt x="50" y="5"/>
                  </a:lnTo>
                  <a:lnTo>
                    <a:pt x="50" y="5"/>
                  </a:lnTo>
                  <a:lnTo>
                    <a:pt x="50" y="7"/>
                  </a:lnTo>
                  <a:lnTo>
                    <a:pt x="50" y="7"/>
                  </a:lnTo>
                  <a:lnTo>
                    <a:pt x="50" y="10"/>
                  </a:lnTo>
                  <a:lnTo>
                    <a:pt x="52" y="10"/>
                  </a:lnTo>
                  <a:lnTo>
                    <a:pt x="52" y="10"/>
                  </a:lnTo>
                  <a:lnTo>
                    <a:pt x="52" y="12"/>
                  </a:lnTo>
                  <a:lnTo>
                    <a:pt x="52" y="12"/>
                  </a:lnTo>
                  <a:lnTo>
                    <a:pt x="52" y="12"/>
                  </a:lnTo>
                  <a:lnTo>
                    <a:pt x="52" y="14"/>
                  </a:lnTo>
                  <a:lnTo>
                    <a:pt x="52" y="14"/>
                  </a:lnTo>
                  <a:lnTo>
                    <a:pt x="52" y="14"/>
                  </a:lnTo>
                  <a:lnTo>
                    <a:pt x="50" y="14"/>
                  </a:lnTo>
                  <a:lnTo>
                    <a:pt x="50" y="14"/>
                  </a:lnTo>
                  <a:lnTo>
                    <a:pt x="50" y="14"/>
                  </a:lnTo>
                  <a:lnTo>
                    <a:pt x="50" y="14"/>
                  </a:lnTo>
                  <a:lnTo>
                    <a:pt x="50" y="17"/>
                  </a:lnTo>
                  <a:lnTo>
                    <a:pt x="48" y="17"/>
                  </a:lnTo>
                  <a:lnTo>
                    <a:pt x="48" y="17"/>
                  </a:lnTo>
                  <a:lnTo>
                    <a:pt x="48" y="17"/>
                  </a:lnTo>
                  <a:lnTo>
                    <a:pt x="48" y="19"/>
                  </a:lnTo>
                  <a:lnTo>
                    <a:pt x="45" y="19"/>
                  </a:lnTo>
                  <a:lnTo>
                    <a:pt x="45" y="19"/>
                  </a:lnTo>
                  <a:lnTo>
                    <a:pt x="45" y="19"/>
                  </a:lnTo>
                  <a:lnTo>
                    <a:pt x="45" y="19"/>
                  </a:lnTo>
                  <a:lnTo>
                    <a:pt x="45" y="22"/>
                  </a:lnTo>
                  <a:lnTo>
                    <a:pt x="45" y="22"/>
                  </a:lnTo>
                  <a:lnTo>
                    <a:pt x="43" y="22"/>
                  </a:lnTo>
                  <a:lnTo>
                    <a:pt x="43" y="24"/>
                  </a:lnTo>
                  <a:lnTo>
                    <a:pt x="43" y="24"/>
                  </a:lnTo>
                  <a:lnTo>
                    <a:pt x="43" y="24"/>
                  </a:lnTo>
                  <a:lnTo>
                    <a:pt x="43" y="24"/>
                  </a:lnTo>
                  <a:lnTo>
                    <a:pt x="43" y="26"/>
                  </a:lnTo>
                  <a:lnTo>
                    <a:pt x="43" y="26"/>
                  </a:lnTo>
                  <a:lnTo>
                    <a:pt x="43" y="29"/>
                  </a:lnTo>
                  <a:lnTo>
                    <a:pt x="43" y="29"/>
                  </a:lnTo>
                  <a:lnTo>
                    <a:pt x="43" y="29"/>
                  </a:lnTo>
                  <a:lnTo>
                    <a:pt x="43" y="31"/>
                  </a:lnTo>
                  <a:lnTo>
                    <a:pt x="41" y="31"/>
                  </a:lnTo>
                  <a:lnTo>
                    <a:pt x="41" y="31"/>
                  </a:lnTo>
                  <a:lnTo>
                    <a:pt x="41" y="33"/>
                  </a:lnTo>
                  <a:lnTo>
                    <a:pt x="41" y="33"/>
                  </a:lnTo>
                  <a:lnTo>
                    <a:pt x="41" y="33"/>
                  </a:lnTo>
                  <a:lnTo>
                    <a:pt x="43" y="33"/>
                  </a:lnTo>
                  <a:lnTo>
                    <a:pt x="43" y="36"/>
                  </a:lnTo>
                  <a:lnTo>
                    <a:pt x="41" y="36"/>
                  </a:lnTo>
                  <a:lnTo>
                    <a:pt x="41" y="36"/>
                  </a:lnTo>
                  <a:lnTo>
                    <a:pt x="41" y="36"/>
                  </a:lnTo>
                  <a:lnTo>
                    <a:pt x="41" y="38"/>
                  </a:lnTo>
                  <a:lnTo>
                    <a:pt x="38" y="38"/>
                  </a:lnTo>
                  <a:lnTo>
                    <a:pt x="38" y="38"/>
                  </a:lnTo>
                  <a:lnTo>
                    <a:pt x="38" y="38"/>
                  </a:lnTo>
                  <a:lnTo>
                    <a:pt x="38" y="38"/>
                  </a:lnTo>
                  <a:lnTo>
                    <a:pt x="36" y="38"/>
                  </a:lnTo>
                  <a:lnTo>
                    <a:pt x="36" y="41"/>
                  </a:lnTo>
                  <a:lnTo>
                    <a:pt x="36" y="41"/>
                  </a:lnTo>
                  <a:lnTo>
                    <a:pt x="36" y="41"/>
                  </a:lnTo>
                  <a:lnTo>
                    <a:pt x="36" y="41"/>
                  </a:lnTo>
                  <a:lnTo>
                    <a:pt x="34" y="41"/>
                  </a:lnTo>
                  <a:lnTo>
                    <a:pt x="34" y="43"/>
                  </a:lnTo>
                  <a:lnTo>
                    <a:pt x="34" y="43"/>
                  </a:lnTo>
                  <a:lnTo>
                    <a:pt x="31" y="43"/>
                  </a:lnTo>
                  <a:lnTo>
                    <a:pt x="31" y="43"/>
                  </a:lnTo>
                  <a:lnTo>
                    <a:pt x="31" y="43"/>
                  </a:lnTo>
                  <a:lnTo>
                    <a:pt x="31" y="45"/>
                  </a:lnTo>
                  <a:lnTo>
                    <a:pt x="31" y="45"/>
                  </a:lnTo>
                  <a:lnTo>
                    <a:pt x="31" y="45"/>
                  </a:lnTo>
                  <a:lnTo>
                    <a:pt x="31" y="45"/>
                  </a:lnTo>
                  <a:lnTo>
                    <a:pt x="29" y="45"/>
                  </a:lnTo>
                  <a:lnTo>
                    <a:pt x="29" y="45"/>
                  </a:lnTo>
                  <a:lnTo>
                    <a:pt x="29" y="45"/>
                  </a:lnTo>
                  <a:lnTo>
                    <a:pt x="29" y="45"/>
                  </a:lnTo>
                  <a:lnTo>
                    <a:pt x="26" y="45"/>
                  </a:lnTo>
                  <a:lnTo>
                    <a:pt x="26" y="45"/>
                  </a:lnTo>
                  <a:lnTo>
                    <a:pt x="26" y="45"/>
                  </a:lnTo>
                  <a:lnTo>
                    <a:pt x="24" y="45"/>
                  </a:lnTo>
                  <a:lnTo>
                    <a:pt x="24" y="48"/>
                  </a:lnTo>
                  <a:lnTo>
                    <a:pt x="24" y="48"/>
                  </a:lnTo>
                  <a:lnTo>
                    <a:pt x="24" y="50"/>
                  </a:lnTo>
                  <a:lnTo>
                    <a:pt x="24" y="50"/>
                  </a:lnTo>
                  <a:lnTo>
                    <a:pt x="24" y="50"/>
                  </a:lnTo>
                  <a:lnTo>
                    <a:pt x="24" y="50"/>
                  </a:lnTo>
                  <a:lnTo>
                    <a:pt x="22" y="50"/>
                  </a:lnTo>
                  <a:lnTo>
                    <a:pt x="22" y="50"/>
                  </a:lnTo>
                  <a:lnTo>
                    <a:pt x="22" y="52"/>
                  </a:lnTo>
                  <a:lnTo>
                    <a:pt x="19" y="52"/>
                  </a:lnTo>
                  <a:lnTo>
                    <a:pt x="19" y="52"/>
                  </a:lnTo>
                  <a:lnTo>
                    <a:pt x="19" y="50"/>
                  </a:lnTo>
                  <a:lnTo>
                    <a:pt x="19" y="50"/>
                  </a:lnTo>
                  <a:lnTo>
                    <a:pt x="17" y="50"/>
                  </a:lnTo>
                  <a:lnTo>
                    <a:pt x="17" y="50"/>
                  </a:lnTo>
                  <a:lnTo>
                    <a:pt x="17" y="50"/>
                  </a:lnTo>
                  <a:lnTo>
                    <a:pt x="17" y="48"/>
                  </a:lnTo>
                  <a:lnTo>
                    <a:pt x="17" y="48"/>
                  </a:lnTo>
                  <a:lnTo>
                    <a:pt x="15" y="48"/>
                  </a:lnTo>
                  <a:lnTo>
                    <a:pt x="15" y="48"/>
                  </a:lnTo>
                  <a:lnTo>
                    <a:pt x="12" y="48"/>
                  </a:lnTo>
                  <a:lnTo>
                    <a:pt x="12" y="48"/>
                  </a:lnTo>
                  <a:lnTo>
                    <a:pt x="12" y="48"/>
                  </a:lnTo>
                  <a:lnTo>
                    <a:pt x="12" y="48"/>
                  </a:lnTo>
                  <a:lnTo>
                    <a:pt x="10" y="48"/>
                  </a:lnTo>
                  <a:lnTo>
                    <a:pt x="10" y="45"/>
                  </a:lnTo>
                  <a:lnTo>
                    <a:pt x="10" y="45"/>
                  </a:lnTo>
                  <a:lnTo>
                    <a:pt x="10" y="45"/>
                  </a:lnTo>
                  <a:lnTo>
                    <a:pt x="10" y="48"/>
                  </a:lnTo>
                  <a:lnTo>
                    <a:pt x="7" y="48"/>
                  </a:lnTo>
                  <a:lnTo>
                    <a:pt x="7" y="48"/>
                  </a:lnTo>
                  <a:lnTo>
                    <a:pt x="7" y="45"/>
                  </a:lnTo>
                  <a:lnTo>
                    <a:pt x="5" y="45"/>
                  </a:lnTo>
                  <a:lnTo>
                    <a:pt x="5" y="45"/>
                  </a:lnTo>
                  <a:lnTo>
                    <a:pt x="5" y="45"/>
                  </a:lnTo>
                  <a:lnTo>
                    <a:pt x="5" y="43"/>
                  </a:lnTo>
                  <a:lnTo>
                    <a:pt x="5" y="43"/>
                  </a:lnTo>
                  <a:lnTo>
                    <a:pt x="3" y="43"/>
                  </a:lnTo>
                  <a:lnTo>
                    <a:pt x="3" y="43"/>
                  </a:lnTo>
                  <a:lnTo>
                    <a:pt x="3" y="43"/>
                  </a:lnTo>
                  <a:lnTo>
                    <a:pt x="3" y="43"/>
                  </a:lnTo>
                  <a:lnTo>
                    <a:pt x="3" y="43"/>
                  </a:lnTo>
                  <a:lnTo>
                    <a:pt x="3" y="41"/>
                  </a:lnTo>
                  <a:lnTo>
                    <a:pt x="3" y="41"/>
                  </a:lnTo>
                  <a:lnTo>
                    <a:pt x="3" y="38"/>
                  </a:lnTo>
                  <a:lnTo>
                    <a:pt x="3" y="38"/>
                  </a:lnTo>
                  <a:lnTo>
                    <a:pt x="3" y="36"/>
                  </a:lnTo>
                  <a:lnTo>
                    <a:pt x="0" y="36"/>
                  </a:lnTo>
                  <a:lnTo>
                    <a:pt x="0" y="36"/>
                  </a:lnTo>
                  <a:lnTo>
                    <a:pt x="0" y="36"/>
                  </a:lnTo>
                  <a:lnTo>
                    <a:pt x="0" y="33"/>
                  </a:lnTo>
                  <a:lnTo>
                    <a:pt x="0" y="33"/>
                  </a:lnTo>
                  <a:lnTo>
                    <a:pt x="0" y="33"/>
                  </a:lnTo>
                  <a:lnTo>
                    <a:pt x="0" y="31"/>
                  </a:lnTo>
                  <a:lnTo>
                    <a:pt x="0" y="31"/>
                  </a:lnTo>
                  <a:lnTo>
                    <a:pt x="0" y="31"/>
                  </a:lnTo>
                  <a:lnTo>
                    <a:pt x="0" y="31"/>
                  </a:lnTo>
                  <a:lnTo>
                    <a:pt x="0" y="29"/>
                  </a:lnTo>
                  <a:lnTo>
                    <a:pt x="0" y="29"/>
                  </a:lnTo>
                  <a:lnTo>
                    <a:pt x="0" y="26"/>
                  </a:lnTo>
                  <a:lnTo>
                    <a:pt x="0" y="26"/>
                  </a:lnTo>
                  <a:lnTo>
                    <a:pt x="0" y="26"/>
                  </a:lnTo>
                  <a:lnTo>
                    <a:pt x="0" y="24"/>
                  </a:lnTo>
                  <a:lnTo>
                    <a:pt x="0" y="24"/>
                  </a:lnTo>
                  <a:lnTo>
                    <a:pt x="0" y="24"/>
                  </a:lnTo>
                  <a:lnTo>
                    <a:pt x="0" y="24"/>
                  </a:lnTo>
                  <a:lnTo>
                    <a:pt x="0" y="22"/>
                  </a:lnTo>
                  <a:lnTo>
                    <a:pt x="0" y="22"/>
                  </a:lnTo>
                  <a:lnTo>
                    <a:pt x="0" y="22"/>
                  </a:lnTo>
                  <a:lnTo>
                    <a:pt x="3" y="22"/>
                  </a:lnTo>
                  <a:lnTo>
                    <a:pt x="3" y="19"/>
                  </a:lnTo>
                  <a:lnTo>
                    <a:pt x="3" y="19"/>
                  </a:lnTo>
                  <a:lnTo>
                    <a:pt x="3" y="19"/>
                  </a:lnTo>
                  <a:lnTo>
                    <a:pt x="3" y="19"/>
                  </a:lnTo>
                  <a:lnTo>
                    <a:pt x="5" y="19"/>
                  </a:lnTo>
                  <a:lnTo>
                    <a:pt x="5" y="17"/>
                  </a:lnTo>
                  <a:lnTo>
                    <a:pt x="5" y="17"/>
                  </a:lnTo>
                  <a:lnTo>
                    <a:pt x="5" y="17"/>
                  </a:lnTo>
                  <a:lnTo>
                    <a:pt x="5" y="17"/>
                  </a:lnTo>
                  <a:lnTo>
                    <a:pt x="7" y="17"/>
                  </a:lnTo>
                  <a:lnTo>
                    <a:pt x="7" y="14"/>
                  </a:lnTo>
                  <a:lnTo>
                    <a:pt x="7" y="14"/>
                  </a:lnTo>
                  <a:lnTo>
                    <a:pt x="7" y="14"/>
                  </a:lnTo>
                  <a:lnTo>
                    <a:pt x="10" y="14"/>
                  </a:lnTo>
                  <a:lnTo>
                    <a:pt x="10" y="14"/>
                  </a:lnTo>
                  <a:lnTo>
                    <a:pt x="10" y="14"/>
                  </a:lnTo>
                  <a:lnTo>
                    <a:pt x="10" y="14"/>
                  </a:lnTo>
                  <a:lnTo>
                    <a:pt x="10" y="12"/>
                  </a:lnTo>
                  <a:lnTo>
                    <a:pt x="12" y="12"/>
                  </a:lnTo>
                  <a:lnTo>
                    <a:pt x="12" y="12"/>
                  </a:lnTo>
                  <a:lnTo>
                    <a:pt x="12" y="12"/>
                  </a:lnTo>
                  <a:lnTo>
                    <a:pt x="12" y="12"/>
                  </a:lnTo>
                  <a:lnTo>
                    <a:pt x="12" y="10"/>
                  </a:lnTo>
                  <a:lnTo>
                    <a:pt x="12" y="10"/>
                  </a:lnTo>
                  <a:lnTo>
                    <a:pt x="12" y="7"/>
                  </a:lnTo>
                  <a:lnTo>
                    <a:pt x="12" y="7"/>
                  </a:lnTo>
                  <a:lnTo>
                    <a:pt x="12" y="7"/>
                  </a:lnTo>
                  <a:lnTo>
                    <a:pt x="12" y="7"/>
                  </a:lnTo>
                  <a:lnTo>
                    <a:pt x="12" y="5"/>
                  </a:lnTo>
                  <a:lnTo>
                    <a:pt x="15" y="5"/>
                  </a:lnTo>
                  <a:lnTo>
                    <a:pt x="15" y="5"/>
                  </a:lnTo>
                  <a:lnTo>
                    <a:pt x="17" y="5"/>
                  </a:lnTo>
                  <a:lnTo>
                    <a:pt x="17" y="7"/>
                  </a:lnTo>
                  <a:lnTo>
                    <a:pt x="17" y="7"/>
                  </a:lnTo>
                  <a:lnTo>
                    <a:pt x="17" y="7"/>
                  </a:lnTo>
                  <a:lnTo>
                    <a:pt x="19" y="7"/>
                  </a:lnTo>
                  <a:lnTo>
                    <a:pt x="19" y="7"/>
                  </a:lnTo>
                  <a:lnTo>
                    <a:pt x="19" y="7"/>
                  </a:lnTo>
                  <a:lnTo>
                    <a:pt x="19" y="7"/>
                  </a:lnTo>
                  <a:lnTo>
                    <a:pt x="19" y="5"/>
                  </a:lnTo>
                  <a:lnTo>
                    <a:pt x="19" y="5"/>
                  </a:lnTo>
                  <a:lnTo>
                    <a:pt x="19" y="5"/>
                  </a:lnTo>
                  <a:lnTo>
                    <a:pt x="19" y="3"/>
                  </a:lnTo>
                  <a:lnTo>
                    <a:pt x="22" y="3"/>
                  </a:lnTo>
                  <a:lnTo>
                    <a:pt x="22" y="3"/>
                  </a:lnTo>
                  <a:lnTo>
                    <a:pt x="24" y="3"/>
                  </a:lnTo>
                  <a:lnTo>
                    <a:pt x="24" y="3"/>
                  </a:lnTo>
                  <a:lnTo>
                    <a:pt x="24" y="3"/>
                  </a:lnTo>
                  <a:lnTo>
                    <a:pt x="24" y="5"/>
                  </a:lnTo>
                  <a:lnTo>
                    <a:pt x="26" y="5"/>
                  </a:lnTo>
                  <a:lnTo>
                    <a:pt x="26" y="5"/>
                  </a:lnTo>
                  <a:lnTo>
                    <a:pt x="26" y="5"/>
                  </a:lnTo>
                  <a:lnTo>
                    <a:pt x="29" y="5"/>
                  </a:lnTo>
                  <a:lnTo>
                    <a:pt x="29" y="5"/>
                  </a:lnTo>
                  <a:lnTo>
                    <a:pt x="31" y="5"/>
                  </a:lnTo>
                  <a:lnTo>
                    <a:pt x="31" y="5"/>
                  </a:lnTo>
                  <a:lnTo>
                    <a:pt x="31" y="5"/>
                  </a:lnTo>
                  <a:lnTo>
                    <a:pt x="31" y="3"/>
                  </a:lnTo>
                  <a:lnTo>
                    <a:pt x="31" y="3"/>
                  </a:lnTo>
                  <a:lnTo>
                    <a:pt x="34" y="3"/>
                  </a:lnTo>
                  <a:lnTo>
                    <a:pt x="34" y="3"/>
                  </a:lnTo>
                  <a:lnTo>
                    <a:pt x="34" y="3"/>
                  </a:lnTo>
                  <a:lnTo>
                    <a:pt x="34" y="3"/>
                  </a:lnTo>
                  <a:lnTo>
                    <a:pt x="36" y="3"/>
                  </a:lnTo>
                  <a:lnTo>
                    <a:pt x="36" y="3"/>
                  </a:lnTo>
                  <a:lnTo>
                    <a:pt x="36" y="3"/>
                  </a:lnTo>
                  <a:lnTo>
                    <a:pt x="38" y="3"/>
                  </a:lnTo>
                  <a:lnTo>
                    <a:pt x="38" y="3"/>
                  </a:lnTo>
                  <a:lnTo>
                    <a:pt x="38" y="3"/>
                  </a:lnTo>
                  <a:lnTo>
                    <a:pt x="38" y="3"/>
                  </a:lnTo>
                  <a:lnTo>
                    <a:pt x="41" y="3"/>
                  </a:lnTo>
                  <a:lnTo>
                    <a:pt x="41" y="3"/>
                  </a:lnTo>
                  <a:lnTo>
                    <a:pt x="41" y="3"/>
                  </a:lnTo>
                  <a:lnTo>
                    <a:pt x="43" y="3"/>
                  </a:lnTo>
                  <a:lnTo>
                    <a:pt x="43" y="3"/>
                  </a:lnTo>
                  <a:lnTo>
                    <a:pt x="43" y="3"/>
                  </a:lnTo>
                  <a:lnTo>
                    <a:pt x="43" y="0"/>
                  </a:lnTo>
                  <a:lnTo>
                    <a:pt x="43" y="0"/>
                  </a:lnTo>
                  <a:lnTo>
                    <a:pt x="43" y="0"/>
                  </a:lnTo>
                  <a:lnTo>
                    <a:pt x="45" y="0"/>
                  </a:lnTo>
                  <a:lnTo>
                    <a:pt x="45" y="0"/>
                  </a:lnTo>
                  <a:lnTo>
                    <a:pt x="4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3" name="Freeform 231"/>
            <p:cNvSpPr>
              <a:spLocks/>
            </p:cNvSpPr>
            <p:nvPr/>
          </p:nvSpPr>
          <p:spPr bwMode="auto">
            <a:xfrm>
              <a:off x="5019675" y="3557588"/>
              <a:ext cx="82550" cy="82550"/>
            </a:xfrm>
            <a:custGeom>
              <a:avLst/>
              <a:gdLst/>
              <a:ahLst/>
              <a:cxnLst>
                <a:cxn ang="0">
                  <a:pos x="45" y="3"/>
                </a:cxn>
                <a:cxn ang="0">
                  <a:pos x="50" y="3"/>
                </a:cxn>
                <a:cxn ang="0">
                  <a:pos x="50" y="5"/>
                </a:cxn>
                <a:cxn ang="0">
                  <a:pos x="52" y="10"/>
                </a:cxn>
                <a:cxn ang="0">
                  <a:pos x="52" y="12"/>
                </a:cxn>
                <a:cxn ang="0">
                  <a:pos x="50" y="14"/>
                </a:cxn>
                <a:cxn ang="0">
                  <a:pos x="50" y="17"/>
                </a:cxn>
                <a:cxn ang="0">
                  <a:pos x="48" y="19"/>
                </a:cxn>
                <a:cxn ang="0">
                  <a:pos x="45" y="19"/>
                </a:cxn>
                <a:cxn ang="0">
                  <a:pos x="43" y="24"/>
                </a:cxn>
                <a:cxn ang="0">
                  <a:pos x="43" y="26"/>
                </a:cxn>
                <a:cxn ang="0">
                  <a:pos x="43" y="29"/>
                </a:cxn>
                <a:cxn ang="0">
                  <a:pos x="41" y="33"/>
                </a:cxn>
                <a:cxn ang="0">
                  <a:pos x="43" y="36"/>
                </a:cxn>
                <a:cxn ang="0">
                  <a:pos x="41" y="38"/>
                </a:cxn>
                <a:cxn ang="0">
                  <a:pos x="38" y="38"/>
                </a:cxn>
                <a:cxn ang="0">
                  <a:pos x="36" y="41"/>
                </a:cxn>
                <a:cxn ang="0">
                  <a:pos x="34" y="43"/>
                </a:cxn>
                <a:cxn ang="0">
                  <a:pos x="31" y="45"/>
                </a:cxn>
                <a:cxn ang="0">
                  <a:pos x="29" y="45"/>
                </a:cxn>
                <a:cxn ang="0">
                  <a:pos x="26" y="45"/>
                </a:cxn>
                <a:cxn ang="0">
                  <a:pos x="24" y="48"/>
                </a:cxn>
                <a:cxn ang="0">
                  <a:pos x="24" y="50"/>
                </a:cxn>
                <a:cxn ang="0">
                  <a:pos x="22" y="52"/>
                </a:cxn>
                <a:cxn ang="0">
                  <a:pos x="19" y="50"/>
                </a:cxn>
                <a:cxn ang="0">
                  <a:pos x="17" y="48"/>
                </a:cxn>
                <a:cxn ang="0">
                  <a:pos x="12" y="48"/>
                </a:cxn>
                <a:cxn ang="0">
                  <a:pos x="10" y="48"/>
                </a:cxn>
                <a:cxn ang="0">
                  <a:pos x="10" y="48"/>
                </a:cxn>
                <a:cxn ang="0">
                  <a:pos x="5" y="45"/>
                </a:cxn>
                <a:cxn ang="0">
                  <a:pos x="5" y="43"/>
                </a:cxn>
                <a:cxn ang="0">
                  <a:pos x="3" y="43"/>
                </a:cxn>
                <a:cxn ang="0">
                  <a:pos x="3" y="38"/>
                </a:cxn>
                <a:cxn ang="0">
                  <a:pos x="0" y="36"/>
                </a:cxn>
                <a:cxn ang="0">
                  <a:pos x="0" y="33"/>
                </a:cxn>
                <a:cxn ang="0">
                  <a:pos x="0" y="31"/>
                </a:cxn>
                <a:cxn ang="0">
                  <a:pos x="0" y="26"/>
                </a:cxn>
                <a:cxn ang="0">
                  <a:pos x="0" y="24"/>
                </a:cxn>
                <a:cxn ang="0">
                  <a:pos x="0" y="22"/>
                </a:cxn>
                <a:cxn ang="0">
                  <a:pos x="3" y="19"/>
                </a:cxn>
                <a:cxn ang="0">
                  <a:pos x="5" y="17"/>
                </a:cxn>
                <a:cxn ang="0">
                  <a:pos x="7" y="14"/>
                </a:cxn>
                <a:cxn ang="0">
                  <a:pos x="10" y="14"/>
                </a:cxn>
                <a:cxn ang="0">
                  <a:pos x="12" y="12"/>
                </a:cxn>
                <a:cxn ang="0">
                  <a:pos x="12" y="10"/>
                </a:cxn>
                <a:cxn ang="0">
                  <a:pos x="12" y="7"/>
                </a:cxn>
                <a:cxn ang="0">
                  <a:pos x="15" y="5"/>
                </a:cxn>
                <a:cxn ang="0">
                  <a:pos x="17" y="7"/>
                </a:cxn>
                <a:cxn ang="0">
                  <a:pos x="19" y="7"/>
                </a:cxn>
                <a:cxn ang="0">
                  <a:pos x="19" y="3"/>
                </a:cxn>
                <a:cxn ang="0">
                  <a:pos x="24" y="3"/>
                </a:cxn>
                <a:cxn ang="0">
                  <a:pos x="26" y="5"/>
                </a:cxn>
                <a:cxn ang="0">
                  <a:pos x="31" y="5"/>
                </a:cxn>
                <a:cxn ang="0">
                  <a:pos x="31" y="3"/>
                </a:cxn>
                <a:cxn ang="0">
                  <a:pos x="34" y="3"/>
                </a:cxn>
                <a:cxn ang="0">
                  <a:pos x="38" y="3"/>
                </a:cxn>
                <a:cxn ang="0">
                  <a:pos x="41" y="3"/>
                </a:cxn>
                <a:cxn ang="0">
                  <a:pos x="43" y="3"/>
                </a:cxn>
                <a:cxn ang="0">
                  <a:pos x="43" y="0"/>
                </a:cxn>
              </a:cxnLst>
              <a:rect l="0" t="0" r="r" b="b"/>
              <a:pathLst>
                <a:path w="52" h="52">
                  <a:moveTo>
                    <a:pt x="45" y="0"/>
                  </a:moveTo>
                  <a:lnTo>
                    <a:pt x="45" y="3"/>
                  </a:lnTo>
                  <a:lnTo>
                    <a:pt x="45" y="3"/>
                  </a:lnTo>
                  <a:lnTo>
                    <a:pt x="45" y="3"/>
                  </a:lnTo>
                  <a:lnTo>
                    <a:pt x="48" y="3"/>
                  </a:lnTo>
                  <a:lnTo>
                    <a:pt x="48" y="3"/>
                  </a:lnTo>
                  <a:lnTo>
                    <a:pt x="50" y="3"/>
                  </a:lnTo>
                  <a:lnTo>
                    <a:pt x="50" y="3"/>
                  </a:lnTo>
                  <a:lnTo>
                    <a:pt x="50" y="3"/>
                  </a:lnTo>
                  <a:lnTo>
                    <a:pt x="50" y="5"/>
                  </a:lnTo>
                  <a:lnTo>
                    <a:pt x="50" y="5"/>
                  </a:lnTo>
                  <a:lnTo>
                    <a:pt x="50" y="5"/>
                  </a:lnTo>
                  <a:lnTo>
                    <a:pt x="50" y="7"/>
                  </a:lnTo>
                  <a:lnTo>
                    <a:pt x="50" y="7"/>
                  </a:lnTo>
                  <a:lnTo>
                    <a:pt x="50" y="10"/>
                  </a:lnTo>
                  <a:lnTo>
                    <a:pt x="52" y="10"/>
                  </a:lnTo>
                  <a:lnTo>
                    <a:pt x="52" y="10"/>
                  </a:lnTo>
                  <a:lnTo>
                    <a:pt x="52" y="12"/>
                  </a:lnTo>
                  <a:lnTo>
                    <a:pt x="52" y="12"/>
                  </a:lnTo>
                  <a:lnTo>
                    <a:pt x="52" y="12"/>
                  </a:lnTo>
                  <a:lnTo>
                    <a:pt x="52" y="14"/>
                  </a:lnTo>
                  <a:lnTo>
                    <a:pt x="52" y="14"/>
                  </a:lnTo>
                  <a:lnTo>
                    <a:pt x="52" y="14"/>
                  </a:lnTo>
                  <a:lnTo>
                    <a:pt x="50" y="14"/>
                  </a:lnTo>
                  <a:lnTo>
                    <a:pt x="50" y="14"/>
                  </a:lnTo>
                  <a:lnTo>
                    <a:pt x="50" y="14"/>
                  </a:lnTo>
                  <a:lnTo>
                    <a:pt x="50" y="14"/>
                  </a:lnTo>
                  <a:lnTo>
                    <a:pt x="50" y="17"/>
                  </a:lnTo>
                  <a:lnTo>
                    <a:pt x="48" y="17"/>
                  </a:lnTo>
                  <a:lnTo>
                    <a:pt x="48" y="17"/>
                  </a:lnTo>
                  <a:lnTo>
                    <a:pt x="48" y="17"/>
                  </a:lnTo>
                  <a:lnTo>
                    <a:pt x="48" y="19"/>
                  </a:lnTo>
                  <a:lnTo>
                    <a:pt x="45" y="19"/>
                  </a:lnTo>
                  <a:lnTo>
                    <a:pt x="45" y="19"/>
                  </a:lnTo>
                  <a:lnTo>
                    <a:pt x="45" y="19"/>
                  </a:lnTo>
                  <a:lnTo>
                    <a:pt x="45" y="19"/>
                  </a:lnTo>
                  <a:lnTo>
                    <a:pt x="45" y="22"/>
                  </a:lnTo>
                  <a:lnTo>
                    <a:pt x="45" y="22"/>
                  </a:lnTo>
                  <a:lnTo>
                    <a:pt x="43" y="22"/>
                  </a:lnTo>
                  <a:lnTo>
                    <a:pt x="43" y="24"/>
                  </a:lnTo>
                  <a:lnTo>
                    <a:pt x="43" y="24"/>
                  </a:lnTo>
                  <a:lnTo>
                    <a:pt x="43" y="24"/>
                  </a:lnTo>
                  <a:lnTo>
                    <a:pt x="43" y="24"/>
                  </a:lnTo>
                  <a:lnTo>
                    <a:pt x="43" y="26"/>
                  </a:lnTo>
                  <a:lnTo>
                    <a:pt x="43" y="26"/>
                  </a:lnTo>
                  <a:lnTo>
                    <a:pt x="43" y="29"/>
                  </a:lnTo>
                  <a:lnTo>
                    <a:pt x="43" y="29"/>
                  </a:lnTo>
                  <a:lnTo>
                    <a:pt x="43" y="29"/>
                  </a:lnTo>
                  <a:lnTo>
                    <a:pt x="43" y="31"/>
                  </a:lnTo>
                  <a:lnTo>
                    <a:pt x="41" y="31"/>
                  </a:lnTo>
                  <a:lnTo>
                    <a:pt x="41" y="31"/>
                  </a:lnTo>
                  <a:lnTo>
                    <a:pt x="41" y="33"/>
                  </a:lnTo>
                  <a:lnTo>
                    <a:pt x="41" y="33"/>
                  </a:lnTo>
                  <a:lnTo>
                    <a:pt x="41" y="33"/>
                  </a:lnTo>
                  <a:lnTo>
                    <a:pt x="43" y="33"/>
                  </a:lnTo>
                  <a:lnTo>
                    <a:pt x="43" y="36"/>
                  </a:lnTo>
                  <a:lnTo>
                    <a:pt x="41" y="36"/>
                  </a:lnTo>
                  <a:lnTo>
                    <a:pt x="41" y="36"/>
                  </a:lnTo>
                  <a:lnTo>
                    <a:pt x="41" y="36"/>
                  </a:lnTo>
                  <a:lnTo>
                    <a:pt x="41" y="38"/>
                  </a:lnTo>
                  <a:lnTo>
                    <a:pt x="38" y="38"/>
                  </a:lnTo>
                  <a:lnTo>
                    <a:pt x="38" y="38"/>
                  </a:lnTo>
                  <a:lnTo>
                    <a:pt x="38" y="38"/>
                  </a:lnTo>
                  <a:lnTo>
                    <a:pt x="38" y="38"/>
                  </a:lnTo>
                  <a:lnTo>
                    <a:pt x="36" y="38"/>
                  </a:lnTo>
                  <a:lnTo>
                    <a:pt x="36" y="41"/>
                  </a:lnTo>
                  <a:lnTo>
                    <a:pt x="36" y="41"/>
                  </a:lnTo>
                  <a:lnTo>
                    <a:pt x="36" y="41"/>
                  </a:lnTo>
                  <a:lnTo>
                    <a:pt x="36" y="41"/>
                  </a:lnTo>
                  <a:lnTo>
                    <a:pt x="34" y="41"/>
                  </a:lnTo>
                  <a:lnTo>
                    <a:pt x="34" y="43"/>
                  </a:lnTo>
                  <a:lnTo>
                    <a:pt x="34" y="43"/>
                  </a:lnTo>
                  <a:lnTo>
                    <a:pt x="31" y="43"/>
                  </a:lnTo>
                  <a:lnTo>
                    <a:pt x="31" y="43"/>
                  </a:lnTo>
                  <a:lnTo>
                    <a:pt x="31" y="43"/>
                  </a:lnTo>
                  <a:lnTo>
                    <a:pt x="31" y="45"/>
                  </a:lnTo>
                  <a:lnTo>
                    <a:pt x="31" y="45"/>
                  </a:lnTo>
                  <a:lnTo>
                    <a:pt x="31" y="45"/>
                  </a:lnTo>
                  <a:lnTo>
                    <a:pt x="31" y="45"/>
                  </a:lnTo>
                  <a:lnTo>
                    <a:pt x="29" y="45"/>
                  </a:lnTo>
                  <a:lnTo>
                    <a:pt x="29" y="45"/>
                  </a:lnTo>
                  <a:lnTo>
                    <a:pt x="29" y="45"/>
                  </a:lnTo>
                  <a:lnTo>
                    <a:pt x="29" y="45"/>
                  </a:lnTo>
                  <a:lnTo>
                    <a:pt x="26" y="45"/>
                  </a:lnTo>
                  <a:lnTo>
                    <a:pt x="26" y="45"/>
                  </a:lnTo>
                  <a:lnTo>
                    <a:pt x="26" y="45"/>
                  </a:lnTo>
                  <a:lnTo>
                    <a:pt x="24" y="45"/>
                  </a:lnTo>
                  <a:lnTo>
                    <a:pt x="24" y="48"/>
                  </a:lnTo>
                  <a:lnTo>
                    <a:pt x="24" y="48"/>
                  </a:lnTo>
                  <a:lnTo>
                    <a:pt x="24" y="50"/>
                  </a:lnTo>
                  <a:lnTo>
                    <a:pt x="24" y="50"/>
                  </a:lnTo>
                  <a:lnTo>
                    <a:pt x="24" y="50"/>
                  </a:lnTo>
                  <a:lnTo>
                    <a:pt x="24" y="50"/>
                  </a:lnTo>
                  <a:lnTo>
                    <a:pt x="22" y="50"/>
                  </a:lnTo>
                  <a:lnTo>
                    <a:pt x="22" y="50"/>
                  </a:lnTo>
                  <a:lnTo>
                    <a:pt x="22" y="52"/>
                  </a:lnTo>
                  <a:lnTo>
                    <a:pt x="19" y="52"/>
                  </a:lnTo>
                  <a:lnTo>
                    <a:pt x="19" y="52"/>
                  </a:lnTo>
                  <a:lnTo>
                    <a:pt x="19" y="50"/>
                  </a:lnTo>
                  <a:lnTo>
                    <a:pt x="19" y="50"/>
                  </a:lnTo>
                  <a:lnTo>
                    <a:pt x="17" y="50"/>
                  </a:lnTo>
                  <a:lnTo>
                    <a:pt x="17" y="50"/>
                  </a:lnTo>
                  <a:lnTo>
                    <a:pt x="17" y="50"/>
                  </a:lnTo>
                  <a:lnTo>
                    <a:pt x="17" y="48"/>
                  </a:lnTo>
                  <a:lnTo>
                    <a:pt x="17" y="48"/>
                  </a:lnTo>
                  <a:lnTo>
                    <a:pt x="15" y="48"/>
                  </a:lnTo>
                  <a:lnTo>
                    <a:pt x="15" y="48"/>
                  </a:lnTo>
                  <a:lnTo>
                    <a:pt x="12" y="48"/>
                  </a:lnTo>
                  <a:lnTo>
                    <a:pt x="12" y="48"/>
                  </a:lnTo>
                  <a:lnTo>
                    <a:pt x="12" y="48"/>
                  </a:lnTo>
                  <a:lnTo>
                    <a:pt x="12" y="48"/>
                  </a:lnTo>
                  <a:lnTo>
                    <a:pt x="10" y="48"/>
                  </a:lnTo>
                  <a:lnTo>
                    <a:pt x="10" y="45"/>
                  </a:lnTo>
                  <a:lnTo>
                    <a:pt x="10" y="45"/>
                  </a:lnTo>
                  <a:lnTo>
                    <a:pt x="10" y="45"/>
                  </a:lnTo>
                  <a:lnTo>
                    <a:pt x="10" y="48"/>
                  </a:lnTo>
                  <a:lnTo>
                    <a:pt x="7" y="48"/>
                  </a:lnTo>
                  <a:lnTo>
                    <a:pt x="7" y="48"/>
                  </a:lnTo>
                  <a:lnTo>
                    <a:pt x="7" y="45"/>
                  </a:lnTo>
                  <a:lnTo>
                    <a:pt x="5" y="45"/>
                  </a:lnTo>
                  <a:lnTo>
                    <a:pt x="5" y="45"/>
                  </a:lnTo>
                  <a:lnTo>
                    <a:pt x="5" y="45"/>
                  </a:lnTo>
                  <a:lnTo>
                    <a:pt x="5" y="43"/>
                  </a:lnTo>
                  <a:lnTo>
                    <a:pt x="5" y="43"/>
                  </a:lnTo>
                  <a:lnTo>
                    <a:pt x="3" y="43"/>
                  </a:lnTo>
                  <a:lnTo>
                    <a:pt x="3" y="43"/>
                  </a:lnTo>
                  <a:lnTo>
                    <a:pt x="3" y="43"/>
                  </a:lnTo>
                  <a:lnTo>
                    <a:pt x="3" y="43"/>
                  </a:lnTo>
                  <a:lnTo>
                    <a:pt x="3" y="43"/>
                  </a:lnTo>
                  <a:lnTo>
                    <a:pt x="3" y="41"/>
                  </a:lnTo>
                  <a:lnTo>
                    <a:pt x="3" y="41"/>
                  </a:lnTo>
                  <a:lnTo>
                    <a:pt x="3" y="38"/>
                  </a:lnTo>
                  <a:lnTo>
                    <a:pt x="3" y="38"/>
                  </a:lnTo>
                  <a:lnTo>
                    <a:pt x="3" y="36"/>
                  </a:lnTo>
                  <a:lnTo>
                    <a:pt x="0" y="36"/>
                  </a:lnTo>
                  <a:lnTo>
                    <a:pt x="0" y="36"/>
                  </a:lnTo>
                  <a:lnTo>
                    <a:pt x="0" y="36"/>
                  </a:lnTo>
                  <a:lnTo>
                    <a:pt x="0" y="33"/>
                  </a:lnTo>
                  <a:lnTo>
                    <a:pt x="0" y="33"/>
                  </a:lnTo>
                  <a:lnTo>
                    <a:pt x="0" y="33"/>
                  </a:lnTo>
                  <a:lnTo>
                    <a:pt x="0" y="31"/>
                  </a:lnTo>
                  <a:lnTo>
                    <a:pt x="0" y="31"/>
                  </a:lnTo>
                  <a:lnTo>
                    <a:pt x="0" y="31"/>
                  </a:lnTo>
                  <a:lnTo>
                    <a:pt x="0" y="31"/>
                  </a:lnTo>
                  <a:lnTo>
                    <a:pt x="0" y="29"/>
                  </a:lnTo>
                  <a:lnTo>
                    <a:pt x="0" y="29"/>
                  </a:lnTo>
                  <a:lnTo>
                    <a:pt x="0" y="26"/>
                  </a:lnTo>
                  <a:lnTo>
                    <a:pt x="0" y="26"/>
                  </a:lnTo>
                  <a:lnTo>
                    <a:pt x="0" y="26"/>
                  </a:lnTo>
                  <a:lnTo>
                    <a:pt x="0" y="24"/>
                  </a:lnTo>
                  <a:lnTo>
                    <a:pt x="0" y="24"/>
                  </a:lnTo>
                  <a:lnTo>
                    <a:pt x="0" y="24"/>
                  </a:lnTo>
                  <a:lnTo>
                    <a:pt x="0" y="24"/>
                  </a:lnTo>
                  <a:lnTo>
                    <a:pt x="0" y="22"/>
                  </a:lnTo>
                  <a:lnTo>
                    <a:pt x="0" y="22"/>
                  </a:lnTo>
                  <a:lnTo>
                    <a:pt x="0" y="22"/>
                  </a:lnTo>
                  <a:lnTo>
                    <a:pt x="3" y="22"/>
                  </a:lnTo>
                  <a:lnTo>
                    <a:pt x="3" y="19"/>
                  </a:lnTo>
                  <a:lnTo>
                    <a:pt x="3" y="19"/>
                  </a:lnTo>
                  <a:lnTo>
                    <a:pt x="3" y="19"/>
                  </a:lnTo>
                  <a:lnTo>
                    <a:pt x="3" y="19"/>
                  </a:lnTo>
                  <a:lnTo>
                    <a:pt x="5" y="19"/>
                  </a:lnTo>
                  <a:lnTo>
                    <a:pt x="5" y="17"/>
                  </a:lnTo>
                  <a:lnTo>
                    <a:pt x="5" y="17"/>
                  </a:lnTo>
                  <a:lnTo>
                    <a:pt x="5" y="17"/>
                  </a:lnTo>
                  <a:lnTo>
                    <a:pt x="5" y="17"/>
                  </a:lnTo>
                  <a:lnTo>
                    <a:pt x="7" y="17"/>
                  </a:lnTo>
                  <a:lnTo>
                    <a:pt x="7" y="14"/>
                  </a:lnTo>
                  <a:lnTo>
                    <a:pt x="7" y="14"/>
                  </a:lnTo>
                  <a:lnTo>
                    <a:pt x="7" y="14"/>
                  </a:lnTo>
                  <a:lnTo>
                    <a:pt x="10" y="14"/>
                  </a:lnTo>
                  <a:lnTo>
                    <a:pt x="10" y="14"/>
                  </a:lnTo>
                  <a:lnTo>
                    <a:pt x="10" y="14"/>
                  </a:lnTo>
                  <a:lnTo>
                    <a:pt x="10" y="14"/>
                  </a:lnTo>
                  <a:lnTo>
                    <a:pt x="10" y="12"/>
                  </a:lnTo>
                  <a:lnTo>
                    <a:pt x="12" y="12"/>
                  </a:lnTo>
                  <a:lnTo>
                    <a:pt x="12" y="12"/>
                  </a:lnTo>
                  <a:lnTo>
                    <a:pt x="12" y="12"/>
                  </a:lnTo>
                  <a:lnTo>
                    <a:pt x="12" y="12"/>
                  </a:lnTo>
                  <a:lnTo>
                    <a:pt x="12" y="10"/>
                  </a:lnTo>
                  <a:lnTo>
                    <a:pt x="12" y="10"/>
                  </a:lnTo>
                  <a:lnTo>
                    <a:pt x="12" y="7"/>
                  </a:lnTo>
                  <a:lnTo>
                    <a:pt x="12" y="7"/>
                  </a:lnTo>
                  <a:lnTo>
                    <a:pt x="12" y="7"/>
                  </a:lnTo>
                  <a:lnTo>
                    <a:pt x="12" y="7"/>
                  </a:lnTo>
                  <a:lnTo>
                    <a:pt x="12" y="5"/>
                  </a:lnTo>
                  <a:lnTo>
                    <a:pt x="15" y="5"/>
                  </a:lnTo>
                  <a:lnTo>
                    <a:pt x="15" y="5"/>
                  </a:lnTo>
                  <a:lnTo>
                    <a:pt x="17" y="5"/>
                  </a:lnTo>
                  <a:lnTo>
                    <a:pt x="17" y="7"/>
                  </a:lnTo>
                  <a:lnTo>
                    <a:pt x="17" y="7"/>
                  </a:lnTo>
                  <a:lnTo>
                    <a:pt x="17" y="7"/>
                  </a:lnTo>
                  <a:lnTo>
                    <a:pt x="19" y="7"/>
                  </a:lnTo>
                  <a:lnTo>
                    <a:pt x="19" y="7"/>
                  </a:lnTo>
                  <a:lnTo>
                    <a:pt x="19" y="7"/>
                  </a:lnTo>
                  <a:lnTo>
                    <a:pt x="19" y="7"/>
                  </a:lnTo>
                  <a:lnTo>
                    <a:pt x="19" y="5"/>
                  </a:lnTo>
                  <a:lnTo>
                    <a:pt x="19" y="5"/>
                  </a:lnTo>
                  <a:lnTo>
                    <a:pt x="19" y="5"/>
                  </a:lnTo>
                  <a:lnTo>
                    <a:pt x="19" y="3"/>
                  </a:lnTo>
                  <a:lnTo>
                    <a:pt x="22" y="3"/>
                  </a:lnTo>
                  <a:lnTo>
                    <a:pt x="22" y="3"/>
                  </a:lnTo>
                  <a:lnTo>
                    <a:pt x="24" y="3"/>
                  </a:lnTo>
                  <a:lnTo>
                    <a:pt x="24" y="3"/>
                  </a:lnTo>
                  <a:lnTo>
                    <a:pt x="24" y="3"/>
                  </a:lnTo>
                  <a:lnTo>
                    <a:pt x="24" y="5"/>
                  </a:lnTo>
                  <a:lnTo>
                    <a:pt x="26" y="5"/>
                  </a:lnTo>
                  <a:lnTo>
                    <a:pt x="26" y="5"/>
                  </a:lnTo>
                  <a:lnTo>
                    <a:pt x="26" y="5"/>
                  </a:lnTo>
                  <a:lnTo>
                    <a:pt x="29" y="5"/>
                  </a:lnTo>
                  <a:lnTo>
                    <a:pt x="29" y="5"/>
                  </a:lnTo>
                  <a:lnTo>
                    <a:pt x="31" y="5"/>
                  </a:lnTo>
                  <a:lnTo>
                    <a:pt x="31" y="5"/>
                  </a:lnTo>
                  <a:lnTo>
                    <a:pt x="31" y="5"/>
                  </a:lnTo>
                  <a:lnTo>
                    <a:pt x="31" y="3"/>
                  </a:lnTo>
                  <a:lnTo>
                    <a:pt x="31" y="3"/>
                  </a:lnTo>
                  <a:lnTo>
                    <a:pt x="34" y="3"/>
                  </a:lnTo>
                  <a:lnTo>
                    <a:pt x="34" y="3"/>
                  </a:lnTo>
                  <a:lnTo>
                    <a:pt x="34" y="3"/>
                  </a:lnTo>
                  <a:lnTo>
                    <a:pt x="34" y="3"/>
                  </a:lnTo>
                  <a:lnTo>
                    <a:pt x="36" y="3"/>
                  </a:lnTo>
                  <a:lnTo>
                    <a:pt x="36" y="3"/>
                  </a:lnTo>
                  <a:lnTo>
                    <a:pt x="36" y="3"/>
                  </a:lnTo>
                  <a:lnTo>
                    <a:pt x="38" y="3"/>
                  </a:lnTo>
                  <a:lnTo>
                    <a:pt x="38" y="3"/>
                  </a:lnTo>
                  <a:lnTo>
                    <a:pt x="38" y="3"/>
                  </a:lnTo>
                  <a:lnTo>
                    <a:pt x="38" y="3"/>
                  </a:lnTo>
                  <a:lnTo>
                    <a:pt x="41" y="3"/>
                  </a:lnTo>
                  <a:lnTo>
                    <a:pt x="41" y="3"/>
                  </a:lnTo>
                  <a:lnTo>
                    <a:pt x="41" y="3"/>
                  </a:lnTo>
                  <a:lnTo>
                    <a:pt x="43" y="3"/>
                  </a:lnTo>
                  <a:lnTo>
                    <a:pt x="43" y="3"/>
                  </a:lnTo>
                  <a:lnTo>
                    <a:pt x="43" y="3"/>
                  </a:lnTo>
                  <a:lnTo>
                    <a:pt x="43" y="0"/>
                  </a:lnTo>
                  <a:lnTo>
                    <a:pt x="43" y="0"/>
                  </a:lnTo>
                  <a:lnTo>
                    <a:pt x="43" y="0"/>
                  </a:lnTo>
                  <a:lnTo>
                    <a:pt x="45" y="0"/>
                  </a:lnTo>
                  <a:lnTo>
                    <a:pt x="45" y="0"/>
                  </a:lnTo>
                  <a:lnTo>
                    <a:pt x="4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4" name="Freeform 232"/>
            <p:cNvSpPr>
              <a:spLocks/>
            </p:cNvSpPr>
            <p:nvPr/>
          </p:nvSpPr>
          <p:spPr bwMode="auto">
            <a:xfrm>
              <a:off x="3825875" y="2214563"/>
              <a:ext cx="2084388" cy="1343025"/>
            </a:xfrm>
            <a:custGeom>
              <a:avLst/>
              <a:gdLst/>
              <a:ahLst/>
              <a:cxnLst>
                <a:cxn ang="0">
                  <a:pos x="1200" y="105"/>
                </a:cxn>
                <a:cxn ang="0">
                  <a:pos x="1254" y="147"/>
                </a:cxn>
                <a:cxn ang="0">
                  <a:pos x="1306" y="157"/>
                </a:cxn>
                <a:cxn ang="0">
                  <a:pos x="1259" y="209"/>
                </a:cxn>
                <a:cxn ang="0">
                  <a:pos x="1223" y="273"/>
                </a:cxn>
                <a:cxn ang="0">
                  <a:pos x="1176" y="292"/>
                </a:cxn>
                <a:cxn ang="0">
                  <a:pos x="1117" y="325"/>
                </a:cxn>
                <a:cxn ang="0">
                  <a:pos x="1055" y="356"/>
                </a:cxn>
                <a:cxn ang="0">
                  <a:pos x="1025" y="353"/>
                </a:cxn>
                <a:cxn ang="0">
                  <a:pos x="1001" y="341"/>
                </a:cxn>
                <a:cxn ang="0">
                  <a:pos x="951" y="387"/>
                </a:cxn>
                <a:cxn ang="0">
                  <a:pos x="1013" y="396"/>
                </a:cxn>
                <a:cxn ang="0">
                  <a:pos x="1044" y="422"/>
                </a:cxn>
                <a:cxn ang="0">
                  <a:pos x="982" y="469"/>
                </a:cxn>
                <a:cxn ang="0">
                  <a:pos x="1029" y="543"/>
                </a:cxn>
                <a:cxn ang="0">
                  <a:pos x="1008" y="590"/>
                </a:cxn>
                <a:cxn ang="0">
                  <a:pos x="1036" y="607"/>
                </a:cxn>
                <a:cxn ang="0">
                  <a:pos x="1015" y="652"/>
                </a:cxn>
                <a:cxn ang="0">
                  <a:pos x="991" y="709"/>
                </a:cxn>
                <a:cxn ang="0">
                  <a:pos x="965" y="740"/>
                </a:cxn>
                <a:cxn ang="0">
                  <a:pos x="913" y="780"/>
                </a:cxn>
                <a:cxn ang="0">
                  <a:pos x="861" y="792"/>
                </a:cxn>
                <a:cxn ang="0">
                  <a:pos x="809" y="815"/>
                </a:cxn>
                <a:cxn ang="0">
                  <a:pos x="776" y="827"/>
                </a:cxn>
                <a:cxn ang="0">
                  <a:pos x="719" y="804"/>
                </a:cxn>
                <a:cxn ang="0">
                  <a:pos x="665" y="780"/>
                </a:cxn>
                <a:cxn ang="0">
                  <a:pos x="603" y="789"/>
                </a:cxn>
                <a:cxn ang="0">
                  <a:pos x="570" y="811"/>
                </a:cxn>
                <a:cxn ang="0">
                  <a:pos x="544" y="749"/>
                </a:cxn>
                <a:cxn ang="0">
                  <a:pos x="532" y="706"/>
                </a:cxn>
                <a:cxn ang="0">
                  <a:pos x="516" y="635"/>
                </a:cxn>
                <a:cxn ang="0">
                  <a:pos x="475" y="619"/>
                </a:cxn>
                <a:cxn ang="0">
                  <a:pos x="404" y="650"/>
                </a:cxn>
                <a:cxn ang="0">
                  <a:pos x="338" y="652"/>
                </a:cxn>
                <a:cxn ang="0">
                  <a:pos x="279" y="650"/>
                </a:cxn>
                <a:cxn ang="0">
                  <a:pos x="225" y="616"/>
                </a:cxn>
                <a:cxn ang="0">
                  <a:pos x="156" y="590"/>
                </a:cxn>
                <a:cxn ang="0">
                  <a:pos x="104" y="538"/>
                </a:cxn>
                <a:cxn ang="0">
                  <a:pos x="125" y="496"/>
                </a:cxn>
                <a:cxn ang="0">
                  <a:pos x="111" y="448"/>
                </a:cxn>
                <a:cxn ang="0">
                  <a:pos x="49" y="429"/>
                </a:cxn>
                <a:cxn ang="0">
                  <a:pos x="21" y="379"/>
                </a:cxn>
                <a:cxn ang="0">
                  <a:pos x="30" y="332"/>
                </a:cxn>
                <a:cxn ang="0">
                  <a:pos x="99" y="315"/>
                </a:cxn>
                <a:cxn ang="0">
                  <a:pos x="151" y="266"/>
                </a:cxn>
                <a:cxn ang="0">
                  <a:pos x="168" y="211"/>
                </a:cxn>
                <a:cxn ang="0">
                  <a:pos x="210" y="164"/>
                </a:cxn>
                <a:cxn ang="0">
                  <a:pos x="272" y="128"/>
                </a:cxn>
                <a:cxn ang="0">
                  <a:pos x="329" y="138"/>
                </a:cxn>
                <a:cxn ang="0">
                  <a:pos x="369" y="199"/>
                </a:cxn>
                <a:cxn ang="0">
                  <a:pos x="452" y="232"/>
                </a:cxn>
                <a:cxn ang="0">
                  <a:pos x="520" y="275"/>
                </a:cxn>
                <a:cxn ang="0">
                  <a:pos x="620" y="289"/>
                </a:cxn>
                <a:cxn ang="0">
                  <a:pos x="707" y="287"/>
                </a:cxn>
                <a:cxn ang="0">
                  <a:pos x="797" y="266"/>
                </a:cxn>
                <a:cxn ang="0">
                  <a:pos x="840" y="218"/>
                </a:cxn>
                <a:cxn ang="0">
                  <a:pos x="918" y="190"/>
                </a:cxn>
                <a:cxn ang="0">
                  <a:pos x="991" y="176"/>
                </a:cxn>
                <a:cxn ang="0">
                  <a:pos x="935" y="147"/>
                </a:cxn>
                <a:cxn ang="0">
                  <a:pos x="923" y="97"/>
                </a:cxn>
                <a:cxn ang="0">
                  <a:pos x="987" y="67"/>
                </a:cxn>
                <a:cxn ang="0">
                  <a:pos x="1017" y="7"/>
                </a:cxn>
                <a:cxn ang="0">
                  <a:pos x="1110" y="10"/>
                </a:cxn>
              </a:cxnLst>
              <a:rect l="0" t="0" r="r" b="b"/>
              <a:pathLst>
                <a:path w="1313" h="846">
                  <a:moveTo>
                    <a:pt x="1145" y="59"/>
                  </a:moveTo>
                  <a:lnTo>
                    <a:pt x="1145" y="59"/>
                  </a:lnTo>
                  <a:lnTo>
                    <a:pt x="1145" y="59"/>
                  </a:lnTo>
                  <a:lnTo>
                    <a:pt x="1145" y="62"/>
                  </a:lnTo>
                  <a:lnTo>
                    <a:pt x="1145" y="62"/>
                  </a:lnTo>
                  <a:lnTo>
                    <a:pt x="1145" y="64"/>
                  </a:lnTo>
                  <a:lnTo>
                    <a:pt x="1148" y="64"/>
                  </a:lnTo>
                  <a:lnTo>
                    <a:pt x="1148" y="64"/>
                  </a:lnTo>
                  <a:lnTo>
                    <a:pt x="1148" y="64"/>
                  </a:lnTo>
                  <a:lnTo>
                    <a:pt x="1148" y="64"/>
                  </a:lnTo>
                  <a:lnTo>
                    <a:pt x="1148" y="67"/>
                  </a:lnTo>
                  <a:lnTo>
                    <a:pt x="1150" y="67"/>
                  </a:lnTo>
                  <a:lnTo>
                    <a:pt x="1150" y="67"/>
                  </a:lnTo>
                  <a:lnTo>
                    <a:pt x="1150" y="67"/>
                  </a:lnTo>
                  <a:lnTo>
                    <a:pt x="1150" y="67"/>
                  </a:lnTo>
                  <a:lnTo>
                    <a:pt x="1150" y="69"/>
                  </a:lnTo>
                  <a:lnTo>
                    <a:pt x="1150" y="69"/>
                  </a:lnTo>
                  <a:lnTo>
                    <a:pt x="1152" y="69"/>
                  </a:lnTo>
                  <a:lnTo>
                    <a:pt x="1152" y="69"/>
                  </a:lnTo>
                  <a:lnTo>
                    <a:pt x="1152" y="69"/>
                  </a:lnTo>
                  <a:lnTo>
                    <a:pt x="1152" y="71"/>
                  </a:lnTo>
                  <a:lnTo>
                    <a:pt x="1155" y="71"/>
                  </a:lnTo>
                  <a:lnTo>
                    <a:pt x="1155" y="71"/>
                  </a:lnTo>
                  <a:lnTo>
                    <a:pt x="1155" y="74"/>
                  </a:lnTo>
                  <a:lnTo>
                    <a:pt x="1155" y="74"/>
                  </a:lnTo>
                  <a:lnTo>
                    <a:pt x="1155" y="74"/>
                  </a:lnTo>
                  <a:lnTo>
                    <a:pt x="1155" y="76"/>
                  </a:lnTo>
                  <a:lnTo>
                    <a:pt x="1155" y="76"/>
                  </a:lnTo>
                  <a:lnTo>
                    <a:pt x="1155" y="76"/>
                  </a:lnTo>
                  <a:lnTo>
                    <a:pt x="1155" y="76"/>
                  </a:lnTo>
                  <a:lnTo>
                    <a:pt x="1155" y="78"/>
                  </a:lnTo>
                  <a:lnTo>
                    <a:pt x="1155" y="78"/>
                  </a:lnTo>
                  <a:lnTo>
                    <a:pt x="1155" y="78"/>
                  </a:lnTo>
                  <a:lnTo>
                    <a:pt x="1155" y="78"/>
                  </a:lnTo>
                  <a:lnTo>
                    <a:pt x="1155" y="78"/>
                  </a:lnTo>
                  <a:lnTo>
                    <a:pt x="1155" y="78"/>
                  </a:lnTo>
                  <a:lnTo>
                    <a:pt x="1155" y="81"/>
                  </a:lnTo>
                  <a:lnTo>
                    <a:pt x="1155" y="81"/>
                  </a:lnTo>
                  <a:lnTo>
                    <a:pt x="1155" y="81"/>
                  </a:lnTo>
                  <a:lnTo>
                    <a:pt x="1155" y="83"/>
                  </a:lnTo>
                  <a:lnTo>
                    <a:pt x="1155" y="83"/>
                  </a:lnTo>
                  <a:lnTo>
                    <a:pt x="1157" y="83"/>
                  </a:lnTo>
                  <a:lnTo>
                    <a:pt x="1157" y="83"/>
                  </a:lnTo>
                  <a:lnTo>
                    <a:pt x="1157" y="83"/>
                  </a:lnTo>
                  <a:lnTo>
                    <a:pt x="1157" y="83"/>
                  </a:lnTo>
                  <a:lnTo>
                    <a:pt x="1159" y="83"/>
                  </a:lnTo>
                  <a:lnTo>
                    <a:pt x="1159" y="83"/>
                  </a:lnTo>
                  <a:lnTo>
                    <a:pt x="1159" y="86"/>
                  </a:lnTo>
                  <a:lnTo>
                    <a:pt x="1159" y="86"/>
                  </a:lnTo>
                  <a:lnTo>
                    <a:pt x="1159" y="88"/>
                  </a:lnTo>
                  <a:lnTo>
                    <a:pt x="1159" y="88"/>
                  </a:lnTo>
                  <a:lnTo>
                    <a:pt x="1159" y="88"/>
                  </a:lnTo>
                  <a:lnTo>
                    <a:pt x="1157" y="88"/>
                  </a:lnTo>
                  <a:lnTo>
                    <a:pt x="1157" y="88"/>
                  </a:lnTo>
                  <a:lnTo>
                    <a:pt x="1157" y="90"/>
                  </a:lnTo>
                  <a:lnTo>
                    <a:pt x="1157" y="90"/>
                  </a:lnTo>
                  <a:lnTo>
                    <a:pt x="1159" y="90"/>
                  </a:lnTo>
                  <a:lnTo>
                    <a:pt x="1159" y="93"/>
                  </a:lnTo>
                  <a:lnTo>
                    <a:pt x="1159" y="93"/>
                  </a:lnTo>
                  <a:lnTo>
                    <a:pt x="1159" y="95"/>
                  </a:lnTo>
                  <a:lnTo>
                    <a:pt x="1159" y="95"/>
                  </a:lnTo>
                  <a:lnTo>
                    <a:pt x="1159" y="95"/>
                  </a:lnTo>
                  <a:lnTo>
                    <a:pt x="1162" y="95"/>
                  </a:lnTo>
                  <a:lnTo>
                    <a:pt x="1162" y="95"/>
                  </a:lnTo>
                  <a:lnTo>
                    <a:pt x="1162" y="97"/>
                  </a:lnTo>
                  <a:lnTo>
                    <a:pt x="1162" y="97"/>
                  </a:lnTo>
                  <a:lnTo>
                    <a:pt x="1162" y="97"/>
                  </a:lnTo>
                  <a:lnTo>
                    <a:pt x="1162" y="97"/>
                  </a:lnTo>
                  <a:lnTo>
                    <a:pt x="1164" y="97"/>
                  </a:lnTo>
                  <a:lnTo>
                    <a:pt x="1164" y="100"/>
                  </a:lnTo>
                  <a:lnTo>
                    <a:pt x="1164" y="100"/>
                  </a:lnTo>
                  <a:lnTo>
                    <a:pt x="1164" y="100"/>
                  </a:lnTo>
                  <a:lnTo>
                    <a:pt x="1164" y="100"/>
                  </a:lnTo>
                  <a:lnTo>
                    <a:pt x="1167" y="100"/>
                  </a:lnTo>
                  <a:lnTo>
                    <a:pt x="1167" y="100"/>
                  </a:lnTo>
                  <a:lnTo>
                    <a:pt x="1169" y="100"/>
                  </a:lnTo>
                  <a:lnTo>
                    <a:pt x="1169" y="100"/>
                  </a:lnTo>
                  <a:lnTo>
                    <a:pt x="1169" y="100"/>
                  </a:lnTo>
                  <a:lnTo>
                    <a:pt x="1169" y="102"/>
                  </a:lnTo>
                  <a:lnTo>
                    <a:pt x="1171" y="102"/>
                  </a:lnTo>
                  <a:lnTo>
                    <a:pt x="1171" y="102"/>
                  </a:lnTo>
                  <a:lnTo>
                    <a:pt x="1171" y="102"/>
                  </a:lnTo>
                  <a:lnTo>
                    <a:pt x="1174" y="102"/>
                  </a:lnTo>
                  <a:lnTo>
                    <a:pt x="1174" y="102"/>
                  </a:lnTo>
                  <a:lnTo>
                    <a:pt x="1174" y="102"/>
                  </a:lnTo>
                  <a:lnTo>
                    <a:pt x="1176" y="102"/>
                  </a:lnTo>
                  <a:lnTo>
                    <a:pt x="1176" y="102"/>
                  </a:lnTo>
                  <a:lnTo>
                    <a:pt x="1176" y="102"/>
                  </a:lnTo>
                  <a:lnTo>
                    <a:pt x="1176" y="100"/>
                  </a:lnTo>
                  <a:lnTo>
                    <a:pt x="1176" y="100"/>
                  </a:lnTo>
                  <a:lnTo>
                    <a:pt x="1178" y="100"/>
                  </a:lnTo>
                  <a:lnTo>
                    <a:pt x="1178" y="100"/>
                  </a:lnTo>
                  <a:lnTo>
                    <a:pt x="1181" y="100"/>
                  </a:lnTo>
                  <a:lnTo>
                    <a:pt x="1181" y="100"/>
                  </a:lnTo>
                  <a:lnTo>
                    <a:pt x="1181" y="100"/>
                  </a:lnTo>
                  <a:lnTo>
                    <a:pt x="1183" y="100"/>
                  </a:lnTo>
                  <a:lnTo>
                    <a:pt x="1183" y="100"/>
                  </a:lnTo>
                  <a:lnTo>
                    <a:pt x="1183" y="100"/>
                  </a:lnTo>
                  <a:lnTo>
                    <a:pt x="1186" y="100"/>
                  </a:lnTo>
                  <a:lnTo>
                    <a:pt x="1186" y="100"/>
                  </a:lnTo>
                  <a:lnTo>
                    <a:pt x="1186" y="102"/>
                  </a:lnTo>
                  <a:lnTo>
                    <a:pt x="1186" y="102"/>
                  </a:lnTo>
                  <a:lnTo>
                    <a:pt x="1186" y="102"/>
                  </a:lnTo>
                  <a:lnTo>
                    <a:pt x="1186" y="105"/>
                  </a:lnTo>
                  <a:lnTo>
                    <a:pt x="1186" y="105"/>
                  </a:lnTo>
                  <a:lnTo>
                    <a:pt x="1188" y="105"/>
                  </a:lnTo>
                  <a:lnTo>
                    <a:pt x="1188" y="102"/>
                  </a:lnTo>
                  <a:lnTo>
                    <a:pt x="1188" y="102"/>
                  </a:lnTo>
                  <a:lnTo>
                    <a:pt x="1188" y="105"/>
                  </a:lnTo>
                  <a:lnTo>
                    <a:pt x="1188" y="105"/>
                  </a:lnTo>
                  <a:lnTo>
                    <a:pt x="1190" y="105"/>
                  </a:lnTo>
                  <a:lnTo>
                    <a:pt x="1190" y="105"/>
                  </a:lnTo>
                  <a:lnTo>
                    <a:pt x="1190" y="105"/>
                  </a:lnTo>
                  <a:lnTo>
                    <a:pt x="1190" y="105"/>
                  </a:lnTo>
                  <a:lnTo>
                    <a:pt x="1190" y="107"/>
                  </a:lnTo>
                  <a:lnTo>
                    <a:pt x="1193" y="107"/>
                  </a:lnTo>
                  <a:lnTo>
                    <a:pt x="1193" y="107"/>
                  </a:lnTo>
                  <a:lnTo>
                    <a:pt x="1193" y="107"/>
                  </a:lnTo>
                  <a:lnTo>
                    <a:pt x="1193" y="107"/>
                  </a:lnTo>
                  <a:lnTo>
                    <a:pt x="1195" y="107"/>
                  </a:lnTo>
                  <a:lnTo>
                    <a:pt x="1195" y="107"/>
                  </a:lnTo>
                  <a:lnTo>
                    <a:pt x="1195" y="105"/>
                  </a:lnTo>
                  <a:lnTo>
                    <a:pt x="1195" y="105"/>
                  </a:lnTo>
                  <a:lnTo>
                    <a:pt x="1195" y="107"/>
                  </a:lnTo>
                  <a:lnTo>
                    <a:pt x="1197" y="107"/>
                  </a:lnTo>
                  <a:lnTo>
                    <a:pt x="1197" y="107"/>
                  </a:lnTo>
                  <a:lnTo>
                    <a:pt x="1197" y="107"/>
                  </a:lnTo>
                  <a:lnTo>
                    <a:pt x="1197" y="105"/>
                  </a:lnTo>
                  <a:lnTo>
                    <a:pt x="1200" y="105"/>
                  </a:lnTo>
                  <a:lnTo>
                    <a:pt x="1200" y="105"/>
                  </a:lnTo>
                  <a:lnTo>
                    <a:pt x="1202" y="105"/>
                  </a:lnTo>
                  <a:lnTo>
                    <a:pt x="1202" y="105"/>
                  </a:lnTo>
                  <a:lnTo>
                    <a:pt x="1202" y="107"/>
                  </a:lnTo>
                  <a:lnTo>
                    <a:pt x="1202" y="107"/>
                  </a:lnTo>
                  <a:lnTo>
                    <a:pt x="1202" y="109"/>
                  </a:lnTo>
                  <a:lnTo>
                    <a:pt x="1202" y="109"/>
                  </a:lnTo>
                  <a:lnTo>
                    <a:pt x="1204" y="109"/>
                  </a:lnTo>
                  <a:lnTo>
                    <a:pt x="1204" y="109"/>
                  </a:lnTo>
                  <a:lnTo>
                    <a:pt x="1204" y="109"/>
                  </a:lnTo>
                  <a:lnTo>
                    <a:pt x="1204" y="109"/>
                  </a:lnTo>
                  <a:lnTo>
                    <a:pt x="1207" y="109"/>
                  </a:lnTo>
                  <a:lnTo>
                    <a:pt x="1207" y="109"/>
                  </a:lnTo>
                  <a:lnTo>
                    <a:pt x="1207" y="112"/>
                  </a:lnTo>
                  <a:lnTo>
                    <a:pt x="1207" y="112"/>
                  </a:lnTo>
                  <a:lnTo>
                    <a:pt x="1209" y="112"/>
                  </a:lnTo>
                  <a:lnTo>
                    <a:pt x="1209" y="112"/>
                  </a:lnTo>
                  <a:lnTo>
                    <a:pt x="1209" y="112"/>
                  </a:lnTo>
                  <a:lnTo>
                    <a:pt x="1209" y="114"/>
                  </a:lnTo>
                  <a:lnTo>
                    <a:pt x="1209" y="114"/>
                  </a:lnTo>
                  <a:lnTo>
                    <a:pt x="1209" y="114"/>
                  </a:lnTo>
                  <a:lnTo>
                    <a:pt x="1212" y="114"/>
                  </a:lnTo>
                  <a:lnTo>
                    <a:pt x="1212" y="116"/>
                  </a:lnTo>
                  <a:lnTo>
                    <a:pt x="1212" y="116"/>
                  </a:lnTo>
                  <a:lnTo>
                    <a:pt x="1214" y="116"/>
                  </a:lnTo>
                  <a:lnTo>
                    <a:pt x="1214" y="116"/>
                  </a:lnTo>
                  <a:lnTo>
                    <a:pt x="1214" y="116"/>
                  </a:lnTo>
                  <a:lnTo>
                    <a:pt x="1214" y="116"/>
                  </a:lnTo>
                  <a:lnTo>
                    <a:pt x="1214" y="119"/>
                  </a:lnTo>
                  <a:lnTo>
                    <a:pt x="1216" y="119"/>
                  </a:lnTo>
                  <a:lnTo>
                    <a:pt x="1216" y="119"/>
                  </a:lnTo>
                  <a:lnTo>
                    <a:pt x="1216" y="119"/>
                  </a:lnTo>
                  <a:lnTo>
                    <a:pt x="1216" y="119"/>
                  </a:lnTo>
                  <a:lnTo>
                    <a:pt x="1219" y="119"/>
                  </a:lnTo>
                  <a:lnTo>
                    <a:pt x="1219" y="119"/>
                  </a:lnTo>
                  <a:lnTo>
                    <a:pt x="1221" y="119"/>
                  </a:lnTo>
                  <a:lnTo>
                    <a:pt x="1221" y="119"/>
                  </a:lnTo>
                  <a:lnTo>
                    <a:pt x="1221" y="119"/>
                  </a:lnTo>
                  <a:lnTo>
                    <a:pt x="1221" y="119"/>
                  </a:lnTo>
                  <a:lnTo>
                    <a:pt x="1221" y="119"/>
                  </a:lnTo>
                  <a:lnTo>
                    <a:pt x="1223" y="119"/>
                  </a:lnTo>
                  <a:lnTo>
                    <a:pt x="1223" y="119"/>
                  </a:lnTo>
                  <a:lnTo>
                    <a:pt x="1223" y="119"/>
                  </a:lnTo>
                  <a:lnTo>
                    <a:pt x="1223" y="119"/>
                  </a:lnTo>
                  <a:lnTo>
                    <a:pt x="1223" y="119"/>
                  </a:lnTo>
                  <a:lnTo>
                    <a:pt x="1226" y="119"/>
                  </a:lnTo>
                  <a:lnTo>
                    <a:pt x="1226" y="119"/>
                  </a:lnTo>
                  <a:lnTo>
                    <a:pt x="1226" y="119"/>
                  </a:lnTo>
                  <a:lnTo>
                    <a:pt x="1226" y="119"/>
                  </a:lnTo>
                  <a:lnTo>
                    <a:pt x="1226" y="121"/>
                  </a:lnTo>
                  <a:lnTo>
                    <a:pt x="1226" y="121"/>
                  </a:lnTo>
                  <a:lnTo>
                    <a:pt x="1223" y="121"/>
                  </a:lnTo>
                  <a:lnTo>
                    <a:pt x="1223" y="123"/>
                  </a:lnTo>
                  <a:lnTo>
                    <a:pt x="1223" y="123"/>
                  </a:lnTo>
                  <a:lnTo>
                    <a:pt x="1223" y="123"/>
                  </a:lnTo>
                  <a:lnTo>
                    <a:pt x="1223" y="126"/>
                  </a:lnTo>
                  <a:lnTo>
                    <a:pt x="1223" y="126"/>
                  </a:lnTo>
                  <a:lnTo>
                    <a:pt x="1223" y="126"/>
                  </a:lnTo>
                  <a:lnTo>
                    <a:pt x="1223" y="128"/>
                  </a:lnTo>
                  <a:lnTo>
                    <a:pt x="1223" y="128"/>
                  </a:lnTo>
                  <a:lnTo>
                    <a:pt x="1226" y="128"/>
                  </a:lnTo>
                  <a:lnTo>
                    <a:pt x="1226" y="128"/>
                  </a:lnTo>
                  <a:lnTo>
                    <a:pt x="1228" y="128"/>
                  </a:lnTo>
                  <a:lnTo>
                    <a:pt x="1228" y="128"/>
                  </a:lnTo>
                  <a:lnTo>
                    <a:pt x="1228" y="128"/>
                  </a:lnTo>
                  <a:lnTo>
                    <a:pt x="1228" y="131"/>
                  </a:lnTo>
                  <a:lnTo>
                    <a:pt x="1228" y="131"/>
                  </a:lnTo>
                  <a:lnTo>
                    <a:pt x="1228" y="131"/>
                  </a:lnTo>
                  <a:lnTo>
                    <a:pt x="1228" y="133"/>
                  </a:lnTo>
                  <a:lnTo>
                    <a:pt x="1231" y="133"/>
                  </a:lnTo>
                  <a:lnTo>
                    <a:pt x="1231" y="133"/>
                  </a:lnTo>
                  <a:lnTo>
                    <a:pt x="1228" y="133"/>
                  </a:lnTo>
                  <a:lnTo>
                    <a:pt x="1228" y="135"/>
                  </a:lnTo>
                  <a:lnTo>
                    <a:pt x="1228" y="135"/>
                  </a:lnTo>
                  <a:lnTo>
                    <a:pt x="1228" y="135"/>
                  </a:lnTo>
                  <a:lnTo>
                    <a:pt x="1228" y="138"/>
                  </a:lnTo>
                  <a:lnTo>
                    <a:pt x="1228" y="138"/>
                  </a:lnTo>
                  <a:lnTo>
                    <a:pt x="1228" y="138"/>
                  </a:lnTo>
                  <a:lnTo>
                    <a:pt x="1226" y="138"/>
                  </a:lnTo>
                  <a:lnTo>
                    <a:pt x="1226" y="138"/>
                  </a:lnTo>
                  <a:lnTo>
                    <a:pt x="1226" y="140"/>
                  </a:lnTo>
                  <a:lnTo>
                    <a:pt x="1228" y="140"/>
                  </a:lnTo>
                  <a:lnTo>
                    <a:pt x="1228" y="140"/>
                  </a:lnTo>
                  <a:lnTo>
                    <a:pt x="1228" y="140"/>
                  </a:lnTo>
                  <a:lnTo>
                    <a:pt x="1228" y="140"/>
                  </a:lnTo>
                  <a:lnTo>
                    <a:pt x="1228" y="142"/>
                  </a:lnTo>
                  <a:lnTo>
                    <a:pt x="1231" y="142"/>
                  </a:lnTo>
                  <a:lnTo>
                    <a:pt x="1231" y="142"/>
                  </a:lnTo>
                  <a:lnTo>
                    <a:pt x="1231" y="142"/>
                  </a:lnTo>
                  <a:lnTo>
                    <a:pt x="1231" y="145"/>
                  </a:lnTo>
                  <a:lnTo>
                    <a:pt x="1231" y="145"/>
                  </a:lnTo>
                  <a:lnTo>
                    <a:pt x="1231" y="145"/>
                  </a:lnTo>
                  <a:lnTo>
                    <a:pt x="1233" y="145"/>
                  </a:lnTo>
                  <a:lnTo>
                    <a:pt x="1233" y="147"/>
                  </a:lnTo>
                  <a:lnTo>
                    <a:pt x="1233" y="147"/>
                  </a:lnTo>
                  <a:lnTo>
                    <a:pt x="1233" y="147"/>
                  </a:lnTo>
                  <a:lnTo>
                    <a:pt x="1233" y="147"/>
                  </a:lnTo>
                  <a:lnTo>
                    <a:pt x="1233" y="150"/>
                  </a:lnTo>
                  <a:lnTo>
                    <a:pt x="1235" y="150"/>
                  </a:lnTo>
                  <a:lnTo>
                    <a:pt x="1235" y="150"/>
                  </a:lnTo>
                  <a:lnTo>
                    <a:pt x="1235" y="150"/>
                  </a:lnTo>
                  <a:lnTo>
                    <a:pt x="1235" y="147"/>
                  </a:lnTo>
                  <a:lnTo>
                    <a:pt x="1238" y="147"/>
                  </a:lnTo>
                  <a:lnTo>
                    <a:pt x="1238" y="147"/>
                  </a:lnTo>
                  <a:lnTo>
                    <a:pt x="1238" y="147"/>
                  </a:lnTo>
                  <a:lnTo>
                    <a:pt x="1238" y="147"/>
                  </a:lnTo>
                  <a:lnTo>
                    <a:pt x="1240" y="147"/>
                  </a:lnTo>
                  <a:lnTo>
                    <a:pt x="1240" y="147"/>
                  </a:lnTo>
                  <a:lnTo>
                    <a:pt x="1240" y="147"/>
                  </a:lnTo>
                  <a:lnTo>
                    <a:pt x="1242" y="147"/>
                  </a:lnTo>
                  <a:lnTo>
                    <a:pt x="1242" y="147"/>
                  </a:lnTo>
                  <a:lnTo>
                    <a:pt x="1242" y="147"/>
                  </a:lnTo>
                  <a:lnTo>
                    <a:pt x="1242" y="147"/>
                  </a:lnTo>
                  <a:lnTo>
                    <a:pt x="1245" y="147"/>
                  </a:lnTo>
                  <a:lnTo>
                    <a:pt x="1245" y="147"/>
                  </a:lnTo>
                  <a:lnTo>
                    <a:pt x="1245" y="147"/>
                  </a:lnTo>
                  <a:lnTo>
                    <a:pt x="1245" y="150"/>
                  </a:lnTo>
                  <a:lnTo>
                    <a:pt x="1247" y="150"/>
                  </a:lnTo>
                  <a:lnTo>
                    <a:pt x="1247" y="150"/>
                  </a:lnTo>
                  <a:lnTo>
                    <a:pt x="1247" y="150"/>
                  </a:lnTo>
                  <a:lnTo>
                    <a:pt x="1247" y="147"/>
                  </a:lnTo>
                  <a:lnTo>
                    <a:pt x="1249" y="147"/>
                  </a:lnTo>
                  <a:lnTo>
                    <a:pt x="1249" y="147"/>
                  </a:lnTo>
                  <a:lnTo>
                    <a:pt x="1249" y="150"/>
                  </a:lnTo>
                  <a:lnTo>
                    <a:pt x="1249" y="150"/>
                  </a:lnTo>
                  <a:lnTo>
                    <a:pt x="1252" y="150"/>
                  </a:lnTo>
                  <a:lnTo>
                    <a:pt x="1252" y="150"/>
                  </a:lnTo>
                  <a:lnTo>
                    <a:pt x="1254" y="150"/>
                  </a:lnTo>
                  <a:lnTo>
                    <a:pt x="1254" y="150"/>
                  </a:lnTo>
                  <a:lnTo>
                    <a:pt x="1254" y="150"/>
                  </a:lnTo>
                  <a:lnTo>
                    <a:pt x="1254" y="147"/>
                  </a:lnTo>
                  <a:lnTo>
                    <a:pt x="1257" y="147"/>
                  </a:lnTo>
                  <a:lnTo>
                    <a:pt x="1257" y="147"/>
                  </a:lnTo>
                  <a:lnTo>
                    <a:pt x="1257" y="147"/>
                  </a:lnTo>
                  <a:lnTo>
                    <a:pt x="1259" y="147"/>
                  </a:lnTo>
                  <a:lnTo>
                    <a:pt x="1259" y="147"/>
                  </a:lnTo>
                  <a:lnTo>
                    <a:pt x="1261" y="147"/>
                  </a:lnTo>
                  <a:lnTo>
                    <a:pt x="1261" y="147"/>
                  </a:lnTo>
                  <a:lnTo>
                    <a:pt x="1261" y="147"/>
                  </a:lnTo>
                  <a:lnTo>
                    <a:pt x="1261" y="147"/>
                  </a:lnTo>
                  <a:lnTo>
                    <a:pt x="1264" y="147"/>
                  </a:lnTo>
                  <a:lnTo>
                    <a:pt x="1264" y="147"/>
                  </a:lnTo>
                  <a:lnTo>
                    <a:pt x="1264" y="147"/>
                  </a:lnTo>
                  <a:lnTo>
                    <a:pt x="1264" y="147"/>
                  </a:lnTo>
                  <a:lnTo>
                    <a:pt x="1266" y="147"/>
                  </a:lnTo>
                  <a:lnTo>
                    <a:pt x="1266" y="147"/>
                  </a:lnTo>
                  <a:lnTo>
                    <a:pt x="1268" y="147"/>
                  </a:lnTo>
                  <a:lnTo>
                    <a:pt x="1268" y="147"/>
                  </a:lnTo>
                  <a:lnTo>
                    <a:pt x="1268" y="147"/>
                  </a:lnTo>
                  <a:lnTo>
                    <a:pt x="1268" y="147"/>
                  </a:lnTo>
                  <a:lnTo>
                    <a:pt x="1268" y="145"/>
                  </a:lnTo>
                  <a:lnTo>
                    <a:pt x="1268" y="145"/>
                  </a:lnTo>
                  <a:lnTo>
                    <a:pt x="1268" y="145"/>
                  </a:lnTo>
                  <a:lnTo>
                    <a:pt x="1268" y="142"/>
                  </a:lnTo>
                  <a:lnTo>
                    <a:pt x="1268" y="142"/>
                  </a:lnTo>
                  <a:lnTo>
                    <a:pt x="1271" y="142"/>
                  </a:lnTo>
                  <a:lnTo>
                    <a:pt x="1271" y="142"/>
                  </a:lnTo>
                  <a:lnTo>
                    <a:pt x="1271" y="142"/>
                  </a:lnTo>
                  <a:lnTo>
                    <a:pt x="1271" y="142"/>
                  </a:lnTo>
                  <a:lnTo>
                    <a:pt x="1273" y="142"/>
                  </a:lnTo>
                  <a:lnTo>
                    <a:pt x="1273" y="142"/>
                  </a:lnTo>
                  <a:lnTo>
                    <a:pt x="1273" y="140"/>
                  </a:lnTo>
                  <a:lnTo>
                    <a:pt x="1273" y="140"/>
                  </a:lnTo>
                  <a:lnTo>
                    <a:pt x="1275" y="140"/>
                  </a:lnTo>
                  <a:lnTo>
                    <a:pt x="1275" y="140"/>
                  </a:lnTo>
                  <a:lnTo>
                    <a:pt x="1275" y="140"/>
                  </a:lnTo>
                  <a:lnTo>
                    <a:pt x="1275" y="140"/>
                  </a:lnTo>
                  <a:lnTo>
                    <a:pt x="1278" y="140"/>
                  </a:lnTo>
                  <a:lnTo>
                    <a:pt x="1278" y="138"/>
                  </a:lnTo>
                  <a:lnTo>
                    <a:pt x="1278" y="138"/>
                  </a:lnTo>
                  <a:lnTo>
                    <a:pt x="1280" y="138"/>
                  </a:lnTo>
                  <a:lnTo>
                    <a:pt x="1280" y="138"/>
                  </a:lnTo>
                  <a:lnTo>
                    <a:pt x="1280" y="138"/>
                  </a:lnTo>
                  <a:lnTo>
                    <a:pt x="1283" y="138"/>
                  </a:lnTo>
                  <a:lnTo>
                    <a:pt x="1283" y="138"/>
                  </a:lnTo>
                  <a:lnTo>
                    <a:pt x="1283" y="138"/>
                  </a:lnTo>
                  <a:lnTo>
                    <a:pt x="1285" y="138"/>
                  </a:lnTo>
                  <a:lnTo>
                    <a:pt x="1285" y="138"/>
                  </a:lnTo>
                  <a:lnTo>
                    <a:pt x="1287" y="138"/>
                  </a:lnTo>
                  <a:lnTo>
                    <a:pt x="1287" y="138"/>
                  </a:lnTo>
                  <a:lnTo>
                    <a:pt x="1287" y="138"/>
                  </a:lnTo>
                  <a:lnTo>
                    <a:pt x="1287" y="138"/>
                  </a:lnTo>
                  <a:lnTo>
                    <a:pt x="1290" y="138"/>
                  </a:lnTo>
                  <a:lnTo>
                    <a:pt x="1290" y="138"/>
                  </a:lnTo>
                  <a:lnTo>
                    <a:pt x="1290" y="138"/>
                  </a:lnTo>
                  <a:lnTo>
                    <a:pt x="1290" y="138"/>
                  </a:lnTo>
                  <a:lnTo>
                    <a:pt x="1292" y="138"/>
                  </a:lnTo>
                  <a:lnTo>
                    <a:pt x="1292" y="138"/>
                  </a:lnTo>
                  <a:lnTo>
                    <a:pt x="1292" y="135"/>
                  </a:lnTo>
                  <a:lnTo>
                    <a:pt x="1294" y="135"/>
                  </a:lnTo>
                  <a:lnTo>
                    <a:pt x="1294" y="135"/>
                  </a:lnTo>
                  <a:lnTo>
                    <a:pt x="1294" y="138"/>
                  </a:lnTo>
                  <a:lnTo>
                    <a:pt x="1294" y="138"/>
                  </a:lnTo>
                  <a:lnTo>
                    <a:pt x="1294" y="135"/>
                  </a:lnTo>
                  <a:lnTo>
                    <a:pt x="1294" y="135"/>
                  </a:lnTo>
                  <a:lnTo>
                    <a:pt x="1297" y="135"/>
                  </a:lnTo>
                  <a:lnTo>
                    <a:pt x="1297" y="135"/>
                  </a:lnTo>
                  <a:lnTo>
                    <a:pt x="1297" y="133"/>
                  </a:lnTo>
                  <a:lnTo>
                    <a:pt x="1297" y="133"/>
                  </a:lnTo>
                  <a:lnTo>
                    <a:pt x="1297" y="133"/>
                  </a:lnTo>
                  <a:lnTo>
                    <a:pt x="1299" y="133"/>
                  </a:lnTo>
                  <a:lnTo>
                    <a:pt x="1299" y="133"/>
                  </a:lnTo>
                  <a:lnTo>
                    <a:pt x="1302" y="133"/>
                  </a:lnTo>
                  <a:lnTo>
                    <a:pt x="1302" y="133"/>
                  </a:lnTo>
                  <a:lnTo>
                    <a:pt x="1302" y="133"/>
                  </a:lnTo>
                  <a:lnTo>
                    <a:pt x="1302" y="131"/>
                  </a:lnTo>
                  <a:lnTo>
                    <a:pt x="1304" y="131"/>
                  </a:lnTo>
                  <a:lnTo>
                    <a:pt x="1304" y="131"/>
                  </a:lnTo>
                  <a:lnTo>
                    <a:pt x="1304" y="131"/>
                  </a:lnTo>
                  <a:lnTo>
                    <a:pt x="1306" y="131"/>
                  </a:lnTo>
                  <a:lnTo>
                    <a:pt x="1306" y="131"/>
                  </a:lnTo>
                  <a:lnTo>
                    <a:pt x="1309" y="131"/>
                  </a:lnTo>
                  <a:lnTo>
                    <a:pt x="1309" y="133"/>
                  </a:lnTo>
                  <a:lnTo>
                    <a:pt x="1309" y="133"/>
                  </a:lnTo>
                  <a:lnTo>
                    <a:pt x="1309" y="133"/>
                  </a:lnTo>
                  <a:lnTo>
                    <a:pt x="1309" y="131"/>
                  </a:lnTo>
                  <a:lnTo>
                    <a:pt x="1311" y="131"/>
                  </a:lnTo>
                  <a:lnTo>
                    <a:pt x="1311" y="133"/>
                  </a:lnTo>
                  <a:lnTo>
                    <a:pt x="1311" y="133"/>
                  </a:lnTo>
                  <a:lnTo>
                    <a:pt x="1311" y="133"/>
                  </a:lnTo>
                  <a:lnTo>
                    <a:pt x="1311" y="133"/>
                  </a:lnTo>
                  <a:lnTo>
                    <a:pt x="1313" y="133"/>
                  </a:lnTo>
                  <a:lnTo>
                    <a:pt x="1313" y="135"/>
                  </a:lnTo>
                  <a:lnTo>
                    <a:pt x="1311" y="135"/>
                  </a:lnTo>
                  <a:lnTo>
                    <a:pt x="1311" y="135"/>
                  </a:lnTo>
                  <a:lnTo>
                    <a:pt x="1311" y="138"/>
                  </a:lnTo>
                  <a:lnTo>
                    <a:pt x="1311" y="138"/>
                  </a:lnTo>
                  <a:lnTo>
                    <a:pt x="1311" y="138"/>
                  </a:lnTo>
                  <a:lnTo>
                    <a:pt x="1311" y="138"/>
                  </a:lnTo>
                  <a:lnTo>
                    <a:pt x="1311" y="138"/>
                  </a:lnTo>
                  <a:lnTo>
                    <a:pt x="1311" y="140"/>
                  </a:lnTo>
                  <a:lnTo>
                    <a:pt x="1309" y="140"/>
                  </a:lnTo>
                  <a:lnTo>
                    <a:pt x="1309" y="140"/>
                  </a:lnTo>
                  <a:lnTo>
                    <a:pt x="1309" y="142"/>
                  </a:lnTo>
                  <a:lnTo>
                    <a:pt x="1311" y="142"/>
                  </a:lnTo>
                  <a:lnTo>
                    <a:pt x="1311" y="142"/>
                  </a:lnTo>
                  <a:lnTo>
                    <a:pt x="1311" y="142"/>
                  </a:lnTo>
                  <a:lnTo>
                    <a:pt x="1311" y="145"/>
                  </a:lnTo>
                  <a:lnTo>
                    <a:pt x="1311" y="145"/>
                  </a:lnTo>
                  <a:lnTo>
                    <a:pt x="1311" y="145"/>
                  </a:lnTo>
                  <a:lnTo>
                    <a:pt x="1313" y="145"/>
                  </a:lnTo>
                  <a:lnTo>
                    <a:pt x="1313" y="147"/>
                  </a:lnTo>
                  <a:lnTo>
                    <a:pt x="1313" y="147"/>
                  </a:lnTo>
                  <a:lnTo>
                    <a:pt x="1313" y="147"/>
                  </a:lnTo>
                  <a:lnTo>
                    <a:pt x="1313" y="147"/>
                  </a:lnTo>
                  <a:lnTo>
                    <a:pt x="1313" y="150"/>
                  </a:lnTo>
                  <a:lnTo>
                    <a:pt x="1313" y="150"/>
                  </a:lnTo>
                  <a:lnTo>
                    <a:pt x="1313" y="150"/>
                  </a:lnTo>
                  <a:lnTo>
                    <a:pt x="1311" y="150"/>
                  </a:lnTo>
                  <a:lnTo>
                    <a:pt x="1311" y="152"/>
                  </a:lnTo>
                  <a:lnTo>
                    <a:pt x="1311" y="152"/>
                  </a:lnTo>
                  <a:lnTo>
                    <a:pt x="1311" y="152"/>
                  </a:lnTo>
                  <a:lnTo>
                    <a:pt x="1311" y="152"/>
                  </a:lnTo>
                  <a:lnTo>
                    <a:pt x="1311" y="154"/>
                  </a:lnTo>
                  <a:lnTo>
                    <a:pt x="1309" y="154"/>
                  </a:lnTo>
                  <a:lnTo>
                    <a:pt x="1309" y="154"/>
                  </a:lnTo>
                  <a:lnTo>
                    <a:pt x="1309" y="154"/>
                  </a:lnTo>
                  <a:lnTo>
                    <a:pt x="1309" y="154"/>
                  </a:lnTo>
                  <a:lnTo>
                    <a:pt x="1306" y="154"/>
                  </a:lnTo>
                  <a:lnTo>
                    <a:pt x="1306" y="157"/>
                  </a:lnTo>
                  <a:lnTo>
                    <a:pt x="1306" y="157"/>
                  </a:lnTo>
                  <a:lnTo>
                    <a:pt x="1306" y="154"/>
                  </a:lnTo>
                  <a:lnTo>
                    <a:pt x="1304" y="154"/>
                  </a:lnTo>
                  <a:lnTo>
                    <a:pt x="1304" y="157"/>
                  </a:lnTo>
                  <a:lnTo>
                    <a:pt x="1304" y="157"/>
                  </a:lnTo>
                  <a:lnTo>
                    <a:pt x="1304" y="157"/>
                  </a:lnTo>
                  <a:lnTo>
                    <a:pt x="1304" y="157"/>
                  </a:lnTo>
                  <a:lnTo>
                    <a:pt x="1304" y="157"/>
                  </a:lnTo>
                  <a:lnTo>
                    <a:pt x="1302" y="157"/>
                  </a:lnTo>
                  <a:lnTo>
                    <a:pt x="1302" y="157"/>
                  </a:lnTo>
                  <a:lnTo>
                    <a:pt x="1302" y="159"/>
                  </a:lnTo>
                  <a:lnTo>
                    <a:pt x="1302" y="159"/>
                  </a:lnTo>
                  <a:lnTo>
                    <a:pt x="1302" y="161"/>
                  </a:lnTo>
                  <a:lnTo>
                    <a:pt x="1302" y="161"/>
                  </a:lnTo>
                  <a:lnTo>
                    <a:pt x="1302" y="161"/>
                  </a:lnTo>
                  <a:lnTo>
                    <a:pt x="1302" y="164"/>
                  </a:lnTo>
                  <a:lnTo>
                    <a:pt x="1302" y="164"/>
                  </a:lnTo>
                  <a:lnTo>
                    <a:pt x="1302" y="164"/>
                  </a:lnTo>
                  <a:lnTo>
                    <a:pt x="1302" y="164"/>
                  </a:lnTo>
                  <a:lnTo>
                    <a:pt x="1302" y="166"/>
                  </a:lnTo>
                  <a:lnTo>
                    <a:pt x="1302" y="166"/>
                  </a:lnTo>
                  <a:lnTo>
                    <a:pt x="1299" y="166"/>
                  </a:lnTo>
                  <a:lnTo>
                    <a:pt x="1299" y="168"/>
                  </a:lnTo>
                  <a:lnTo>
                    <a:pt x="1299" y="168"/>
                  </a:lnTo>
                  <a:lnTo>
                    <a:pt x="1299" y="168"/>
                  </a:lnTo>
                  <a:lnTo>
                    <a:pt x="1299" y="168"/>
                  </a:lnTo>
                  <a:lnTo>
                    <a:pt x="1299" y="171"/>
                  </a:lnTo>
                  <a:lnTo>
                    <a:pt x="1299" y="171"/>
                  </a:lnTo>
                  <a:lnTo>
                    <a:pt x="1299" y="173"/>
                  </a:lnTo>
                  <a:lnTo>
                    <a:pt x="1299" y="173"/>
                  </a:lnTo>
                  <a:lnTo>
                    <a:pt x="1299" y="176"/>
                  </a:lnTo>
                  <a:lnTo>
                    <a:pt x="1297" y="176"/>
                  </a:lnTo>
                  <a:lnTo>
                    <a:pt x="1297" y="176"/>
                  </a:lnTo>
                  <a:lnTo>
                    <a:pt x="1297" y="176"/>
                  </a:lnTo>
                  <a:lnTo>
                    <a:pt x="1297" y="178"/>
                  </a:lnTo>
                  <a:lnTo>
                    <a:pt x="1297" y="178"/>
                  </a:lnTo>
                  <a:lnTo>
                    <a:pt x="1297" y="178"/>
                  </a:lnTo>
                  <a:lnTo>
                    <a:pt x="1294" y="178"/>
                  </a:lnTo>
                  <a:lnTo>
                    <a:pt x="1294" y="178"/>
                  </a:lnTo>
                  <a:lnTo>
                    <a:pt x="1294" y="180"/>
                  </a:lnTo>
                  <a:lnTo>
                    <a:pt x="1297" y="180"/>
                  </a:lnTo>
                  <a:lnTo>
                    <a:pt x="1297" y="180"/>
                  </a:lnTo>
                  <a:lnTo>
                    <a:pt x="1297" y="180"/>
                  </a:lnTo>
                  <a:lnTo>
                    <a:pt x="1297" y="183"/>
                  </a:lnTo>
                  <a:lnTo>
                    <a:pt x="1297" y="183"/>
                  </a:lnTo>
                  <a:lnTo>
                    <a:pt x="1294" y="183"/>
                  </a:lnTo>
                  <a:lnTo>
                    <a:pt x="1294" y="183"/>
                  </a:lnTo>
                  <a:lnTo>
                    <a:pt x="1297" y="183"/>
                  </a:lnTo>
                  <a:lnTo>
                    <a:pt x="1297" y="185"/>
                  </a:lnTo>
                  <a:lnTo>
                    <a:pt x="1297" y="185"/>
                  </a:lnTo>
                  <a:lnTo>
                    <a:pt x="1294" y="185"/>
                  </a:lnTo>
                  <a:lnTo>
                    <a:pt x="1294" y="187"/>
                  </a:lnTo>
                  <a:lnTo>
                    <a:pt x="1294" y="187"/>
                  </a:lnTo>
                  <a:lnTo>
                    <a:pt x="1294" y="187"/>
                  </a:lnTo>
                  <a:lnTo>
                    <a:pt x="1294" y="187"/>
                  </a:lnTo>
                  <a:lnTo>
                    <a:pt x="1292" y="187"/>
                  </a:lnTo>
                  <a:lnTo>
                    <a:pt x="1292" y="187"/>
                  </a:lnTo>
                  <a:lnTo>
                    <a:pt x="1292" y="187"/>
                  </a:lnTo>
                  <a:lnTo>
                    <a:pt x="1292" y="190"/>
                  </a:lnTo>
                  <a:lnTo>
                    <a:pt x="1292" y="190"/>
                  </a:lnTo>
                  <a:lnTo>
                    <a:pt x="1292" y="190"/>
                  </a:lnTo>
                  <a:lnTo>
                    <a:pt x="1292" y="190"/>
                  </a:lnTo>
                  <a:lnTo>
                    <a:pt x="1292" y="192"/>
                  </a:lnTo>
                  <a:lnTo>
                    <a:pt x="1290" y="192"/>
                  </a:lnTo>
                  <a:lnTo>
                    <a:pt x="1290" y="192"/>
                  </a:lnTo>
                  <a:lnTo>
                    <a:pt x="1290" y="192"/>
                  </a:lnTo>
                  <a:lnTo>
                    <a:pt x="1290" y="195"/>
                  </a:lnTo>
                  <a:lnTo>
                    <a:pt x="1290" y="195"/>
                  </a:lnTo>
                  <a:lnTo>
                    <a:pt x="1290" y="195"/>
                  </a:lnTo>
                  <a:lnTo>
                    <a:pt x="1287" y="195"/>
                  </a:lnTo>
                  <a:lnTo>
                    <a:pt x="1287" y="195"/>
                  </a:lnTo>
                  <a:lnTo>
                    <a:pt x="1287" y="197"/>
                  </a:lnTo>
                  <a:lnTo>
                    <a:pt x="1287" y="197"/>
                  </a:lnTo>
                  <a:lnTo>
                    <a:pt x="1287" y="197"/>
                  </a:lnTo>
                  <a:lnTo>
                    <a:pt x="1287" y="197"/>
                  </a:lnTo>
                  <a:lnTo>
                    <a:pt x="1287" y="199"/>
                  </a:lnTo>
                  <a:lnTo>
                    <a:pt x="1287" y="199"/>
                  </a:lnTo>
                  <a:lnTo>
                    <a:pt x="1287" y="202"/>
                  </a:lnTo>
                  <a:lnTo>
                    <a:pt x="1285" y="202"/>
                  </a:lnTo>
                  <a:lnTo>
                    <a:pt x="1285" y="202"/>
                  </a:lnTo>
                  <a:lnTo>
                    <a:pt x="1285" y="202"/>
                  </a:lnTo>
                  <a:lnTo>
                    <a:pt x="1285" y="204"/>
                  </a:lnTo>
                  <a:lnTo>
                    <a:pt x="1283" y="204"/>
                  </a:lnTo>
                  <a:lnTo>
                    <a:pt x="1283" y="204"/>
                  </a:lnTo>
                  <a:lnTo>
                    <a:pt x="1283" y="204"/>
                  </a:lnTo>
                  <a:lnTo>
                    <a:pt x="1283" y="204"/>
                  </a:lnTo>
                  <a:lnTo>
                    <a:pt x="1280" y="204"/>
                  </a:lnTo>
                  <a:lnTo>
                    <a:pt x="1280" y="204"/>
                  </a:lnTo>
                  <a:lnTo>
                    <a:pt x="1280" y="206"/>
                  </a:lnTo>
                  <a:lnTo>
                    <a:pt x="1280" y="206"/>
                  </a:lnTo>
                  <a:lnTo>
                    <a:pt x="1280" y="206"/>
                  </a:lnTo>
                  <a:lnTo>
                    <a:pt x="1280" y="206"/>
                  </a:lnTo>
                  <a:lnTo>
                    <a:pt x="1280" y="209"/>
                  </a:lnTo>
                  <a:lnTo>
                    <a:pt x="1280" y="209"/>
                  </a:lnTo>
                  <a:lnTo>
                    <a:pt x="1278" y="209"/>
                  </a:lnTo>
                  <a:lnTo>
                    <a:pt x="1278" y="211"/>
                  </a:lnTo>
                  <a:lnTo>
                    <a:pt x="1278" y="211"/>
                  </a:lnTo>
                  <a:lnTo>
                    <a:pt x="1280" y="211"/>
                  </a:lnTo>
                  <a:lnTo>
                    <a:pt x="1280" y="214"/>
                  </a:lnTo>
                  <a:lnTo>
                    <a:pt x="1280" y="214"/>
                  </a:lnTo>
                  <a:lnTo>
                    <a:pt x="1278" y="214"/>
                  </a:lnTo>
                  <a:lnTo>
                    <a:pt x="1278" y="216"/>
                  </a:lnTo>
                  <a:lnTo>
                    <a:pt x="1278" y="216"/>
                  </a:lnTo>
                  <a:lnTo>
                    <a:pt x="1278" y="216"/>
                  </a:lnTo>
                  <a:lnTo>
                    <a:pt x="1275" y="216"/>
                  </a:lnTo>
                  <a:lnTo>
                    <a:pt x="1275" y="216"/>
                  </a:lnTo>
                  <a:lnTo>
                    <a:pt x="1275" y="216"/>
                  </a:lnTo>
                  <a:lnTo>
                    <a:pt x="1273" y="216"/>
                  </a:lnTo>
                  <a:lnTo>
                    <a:pt x="1273" y="216"/>
                  </a:lnTo>
                  <a:lnTo>
                    <a:pt x="1273" y="216"/>
                  </a:lnTo>
                  <a:lnTo>
                    <a:pt x="1273" y="214"/>
                  </a:lnTo>
                  <a:lnTo>
                    <a:pt x="1271" y="214"/>
                  </a:lnTo>
                  <a:lnTo>
                    <a:pt x="1271" y="214"/>
                  </a:lnTo>
                  <a:lnTo>
                    <a:pt x="1271" y="214"/>
                  </a:lnTo>
                  <a:lnTo>
                    <a:pt x="1271" y="211"/>
                  </a:lnTo>
                  <a:lnTo>
                    <a:pt x="1271" y="211"/>
                  </a:lnTo>
                  <a:lnTo>
                    <a:pt x="1271" y="211"/>
                  </a:lnTo>
                  <a:lnTo>
                    <a:pt x="1268" y="211"/>
                  </a:lnTo>
                  <a:lnTo>
                    <a:pt x="1268" y="211"/>
                  </a:lnTo>
                  <a:lnTo>
                    <a:pt x="1268" y="209"/>
                  </a:lnTo>
                  <a:lnTo>
                    <a:pt x="1268" y="209"/>
                  </a:lnTo>
                  <a:lnTo>
                    <a:pt x="1266" y="209"/>
                  </a:lnTo>
                  <a:lnTo>
                    <a:pt x="1266" y="209"/>
                  </a:lnTo>
                  <a:lnTo>
                    <a:pt x="1264" y="209"/>
                  </a:lnTo>
                  <a:lnTo>
                    <a:pt x="1264" y="209"/>
                  </a:lnTo>
                  <a:lnTo>
                    <a:pt x="1264" y="209"/>
                  </a:lnTo>
                  <a:lnTo>
                    <a:pt x="1264" y="209"/>
                  </a:lnTo>
                  <a:lnTo>
                    <a:pt x="1261" y="209"/>
                  </a:lnTo>
                  <a:lnTo>
                    <a:pt x="1261" y="209"/>
                  </a:lnTo>
                  <a:lnTo>
                    <a:pt x="1261" y="209"/>
                  </a:lnTo>
                  <a:lnTo>
                    <a:pt x="1259" y="209"/>
                  </a:lnTo>
                  <a:lnTo>
                    <a:pt x="1259" y="209"/>
                  </a:lnTo>
                  <a:lnTo>
                    <a:pt x="1259" y="209"/>
                  </a:lnTo>
                  <a:lnTo>
                    <a:pt x="1257" y="209"/>
                  </a:lnTo>
                  <a:lnTo>
                    <a:pt x="1257" y="209"/>
                  </a:lnTo>
                  <a:lnTo>
                    <a:pt x="1257" y="211"/>
                  </a:lnTo>
                  <a:lnTo>
                    <a:pt x="1257" y="211"/>
                  </a:lnTo>
                  <a:lnTo>
                    <a:pt x="1257" y="211"/>
                  </a:lnTo>
                  <a:lnTo>
                    <a:pt x="1254" y="211"/>
                  </a:lnTo>
                  <a:lnTo>
                    <a:pt x="1254" y="211"/>
                  </a:lnTo>
                  <a:lnTo>
                    <a:pt x="1254" y="211"/>
                  </a:lnTo>
                  <a:lnTo>
                    <a:pt x="1254" y="209"/>
                  </a:lnTo>
                  <a:lnTo>
                    <a:pt x="1254" y="209"/>
                  </a:lnTo>
                  <a:lnTo>
                    <a:pt x="1254" y="209"/>
                  </a:lnTo>
                  <a:lnTo>
                    <a:pt x="1252" y="209"/>
                  </a:lnTo>
                  <a:lnTo>
                    <a:pt x="1252" y="209"/>
                  </a:lnTo>
                  <a:lnTo>
                    <a:pt x="1252" y="209"/>
                  </a:lnTo>
                  <a:lnTo>
                    <a:pt x="1249" y="209"/>
                  </a:lnTo>
                  <a:lnTo>
                    <a:pt x="1249" y="211"/>
                  </a:lnTo>
                  <a:lnTo>
                    <a:pt x="1249" y="211"/>
                  </a:lnTo>
                  <a:lnTo>
                    <a:pt x="1249" y="211"/>
                  </a:lnTo>
                  <a:lnTo>
                    <a:pt x="1249" y="211"/>
                  </a:lnTo>
                  <a:lnTo>
                    <a:pt x="1247" y="211"/>
                  </a:lnTo>
                  <a:lnTo>
                    <a:pt x="1247" y="214"/>
                  </a:lnTo>
                  <a:lnTo>
                    <a:pt x="1247" y="214"/>
                  </a:lnTo>
                  <a:lnTo>
                    <a:pt x="1247" y="216"/>
                  </a:lnTo>
                  <a:lnTo>
                    <a:pt x="1247" y="216"/>
                  </a:lnTo>
                  <a:lnTo>
                    <a:pt x="1247" y="216"/>
                  </a:lnTo>
                  <a:lnTo>
                    <a:pt x="1247" y="216"/>
                  </a:lnTo>
                  <a:lnTo>
                    <a:pt x="1245" y="216"/>
                  </a:lnTo>
                  <a:lnTo>
                    <a:pt x="1245" y="216"/>
                  </a:lnTo>
                  <a:lnTo>
                    <a:pt x="1245" y="216"/>
                  </a:lnTo>
                  <a:lnTo>
                    <a:pt x="1245" y="218"/>
                  </a:lnTo>
                  <a:lnTo>
                    <a:pt x="1242" y="218"/>
                  </a:lnTo>
                  <a:lnTo>
                    <a:pt x="1242" y="218"/>
                  </a:lnTo>
                  <a:lnTo>
                    <a:pt x="1242" y="218"/>
                  </a:lnTo>
                  <a:lnTo>
                    <a:pt x="1242" y="216"/>
                  </a:lnTo>
                  <a:lnTo>
                    <a:pt x="1240" y="216"/>
                  </a:lnTo>
                  <a:lnTo>
                    <a:pt x="1240" y="218"/>
                  </a:lnTo>
                  <a:lnTo>
                    <a:pt x="1240" y="218"/>
                  </a:lnTo>
                  <a:lnTo>
                    <a:pt x="1240" y="218"/>
                  </a:lnTo>
                  <a:lnTo>
                    <a:pt x="1238" y="218"/>
                  </a:lnTo>
                  <a:lnTo>
                    <a:pt x="1238" y="218"/>
                  </a:lnTo>
                  <a:lnTo>
                    <a:pt x="1238" y="218"/>
                  </a:lnTo>
                  <a:lnTo>
                    <a:pt x="1235" y="218"/>
                  </a:lnTo>
                  <a:lnTo>
                    <a:pt x="1235" y="218"/>
                  </a:lnTo>
                  <a:lnTo>
                    <a:pt x="1235" y="221"/>
                  </a:lnTo>
                  <a:lnTo>
                    <a:pt x="1235" y="221"/>
                  </a:lnTo>
                  <a:lnTo>
                    <a:pt x="1233" y="221"/>
                  </a:lnTo>
                  <a:lnTo>
                    <a:pt x="1233" y="221"/>
                  </a:lnTo>
                  <a:lnTo>
                    <a:pt x="1233" y="221"/>
                  </a:lnTo>
                  <a:lnTo>
                    <a:pt x="1233" y="221"/>
                  </a:lnTo>
                  <a:lnTo>
                    <a:pt x="1233" y="223"/>
                  </a:lnTo>
                  <a:lnTo>
                    <a:pt x="1235" y="223"/>
                  </a:lnTo>
                  <a:lnTo>
                    <a:pt x="1235" y="223"/>
                  </a:lnTo>
                  <a:lnTo>
                    <a:pt x="1235" y="223"/>
                  </a:lnTo>
                  <a:lnTo>
                    <a:pt x="1235" y="225"/>
                  </a:lnTo>
                  <a:lnTo>
                    <a:pt x="1235" y="225"/>
                  </a:lnTo>
                  <a:lnTo>
                    <a:pt x="1235" y="225"/>
                  </a:lnTo>
                  <a:lnTo>
                    <a:pt x="1235" y="228"/>
                  </a:lnTo>
                  <a:lnTo>
                    <a:pt x="1235" y="228"/>
                  </a:lnTo>
                  <a:lnTo>
                    <a:pt x="1235" y="228"/>
                  </a:lnTo>
                  <a:lnTo>
                    <a:pt x="1238" y="228"/>
                  </a:lnTo>
                  <a:lnTo>
                    <a:pt x="1238" y="230"/>
                  </a:lnTo>
                  <a:lnTo>
                    <a:pt x="1238" y="230"/>
                  </a:lnTo>
                  <a:lnTo>
                    <a:pt x="1238" y="232"/>
                  </a:lnTo>
                  <a:lnTo>
                    <a:pt x="1238" y="232"/>
                  </a:lnTo>
                  <a:lnTo>
                    <a:pt x="1238" y="232"/>
                  </a:lnTo>
                  <a:lnTo>
                    <a:pt x="1238" y="235"/>
                  </a:lnTo>
                  <a:lnTo>
                    <a:pt x="1238" y="235"/>
                  </a:lnTo>
                  <a:lnTo>
                    <a:pt x="1238" y="235"/>
                  </a:lnTo>
                  <a:lnTo>
                    <a:pt x="1238" y="237"/>
                  </a:lnTo>
                  <a:lnTo>
                    <a:pt x="1238" y="237"/>
                  </a:lnTo>
                  <a:lnTo>
                    <a:pt x="1238" y="237"/>
                  </a:lnTo>
                  <a:lnTo>
                    <a:pt x="1240" y="237"/>
                  </a:lnTo>
                  <a:lnTo>
                    <a:pt x="1240" y="240"/>
                  </a:lnTo>
                  <a:lnTo>
                    <a:pt x="1240" y="240"/>
                  </a:lnTo>
                  <a:lnTo>
                    <a:pt x="1240" y="242"/>
                  </a:lnTo>
                  <a:lnTo>
                    <a:pt x="1238" y="242"/>
                  </a:lnTo>
                  <a:lnTo>
                    <a:pt x="1238" y="242"/>
                  </a:lnTo>
                  <a:lnTo>
                    <a:pt x="1238" y="244"/>
                  </a:lnTo>
                  <a:lnTo>
                    <a:pt x="1238" y="244"/>
                  </a:lnTo>
                  <a:lnTo>
                    <a:pt x="1238" y="247"/>
                  </a:lnTo>
                  <a:lnTo>
                    <a:pt x="1238" y="247"/>
                  </a:lnTo>
                  <a:lnTo>
                    <a:pt x="1238" y="247"/>
                  </a:lnTo>
                  <a:lnTo>
                    <a:pt x="1238" y="247"/>
                  </a:lnTo>
                  <a:lnTo>
                    <a:pt x="1238" y="249"/>
                  </a:lnTo>
                  <a:lnTo>
                    <a:pt x="1238" y="249"/>
                  </a:lnTo>
                  <a:lnTo>
                    <a:pt x="1238" y="251"/>
                  </a:lnTo>
                  <a:lnTo>
                    <a:pt x="1238" y="251"/>
                  </a:lnTo>
                  <a:lnTo>
                    <a:pt x="1238" y="254"/>
                  </a:lnTo>
                  <a:lnTo>
                    <a:pt x="1238" y="254"/>
                  </a:lnTo>
                  <a:lnTo>
                    <a:pt x="1238" y="256"/>
                  </a:lnTo>
                  <a:lnTo>
                    <a:pt x="1238" y="256"/>
                  </a:lnTo>
                  <a:lnTo>
                    <a:pt x="1240" y="256"/>
                  </a:lnTo>
                  <a:lnTo>
                    <a:pt x="1240" y="256"/>
                  </a:lnTo>
                  <a:lnTo>
                    <a:pt x="1240" y="256"/>
                  </a:lnTo>
                  <a:lnTo>
                    <a:pt x="1240" y="259"/>
                  </a:lnTo>
                  <a:lnTo>
                    <a:pt x="1238" y="259"/>
                  </a:lnTo>
                  <a:lnTo>
                    <a:pt x="1238" y="259"/>
                  </a:lnTo>
                  <a:lnTo>
                    <a:pt x="1238" y="261"/>
                  </a:lnTo>
                  <a:lnTo>
                    <a:pt x="1238" y="261"/>
                  </a:lnTo>
                  <a:lnTo>
                    <a:pt x="1238" y="261"/>
                  </a:lnTo>
                  <a:lnTo>
                    <a:pt x="1238" y="263"/>
                  </a:lnTo>
                  <a:lnTo>
                    <a:pt x="1238" y="263"/>
                  </a:lnTo>
                  <a:lnTo>
                    <a:pt x="1238" y="266"/>
                  </a:lnTo>
                  <a:lnTo>
                    <a:pt x="1238" y="266"/>
                  </a:lnTo>
                  <a:lnTo>
                    <a:pt x="1238" y="266"/>
                  </a:lnTo>
                  <a:lnTo>
                    <a:pt x="1235" y="266"/>
                  </a:lnTo>
                  <a:lnTo>
                    <a:pt x="1235" y="266"/>
                  </a:lnTo>
                  <a:lnTo>
                    <a:pt x="1235" y="266"/>
                  </a:lnTo>
                  <a:lnTo>
                    <a:pt x="1235" y="268"/>
                  </a:lnTo>
                  <a:lnTo>
                    <a:pt x="1235" y="268"/>
                  </a:lnTo>
                  <a:lnTo>
                    <a:pt x="1235" y="268"/>
                  </a:lnTo>
                  <a:lnTo>
                    <a:pt x="1235" y="270"/>
                  </a:lnTo>
                  <a:lnTo>
                    <a:pt x="1235" y="270"/>
                  </a:lnTo>
                  <a:lnTo>
                    <a:pt x="1235" y="270"/>
                  </a:lnTo>
                  <a:lnTo>
                    <a:pt x="1233" y="270"/>
                  </a:lnTo>
                  <a:lnTo>
                    <a:pt x="1233" y="270"/>
                  </a:lnTo>
                  <a:lnTo>
                    <a:pt x="1233" y="270"/>
                  </a:lnTo>
                  <a:lnTo>
                    <a:pt x="1231" y="270"/>
                  </a:lnTo>
                  <a:lnTo>
                    <a:pt x="1231" y="270"/>
                  </a:lnTo>
                  <a:lnTo>
                    <a:pt x="1231" y="270"/>
                  </a:lnTo>
                  <a:lnTo>
                    <a:pt x="1228" y="270"/>
                  </a:lnTo>
                  <a:lnTo>
                    <a:pt x="1228" y="273"/>
                  </a:lnTo>
                  <a:lnTo>
                    <a:pt x="1228" y="273"/>
                  </a:lnTo>
                  <a:lnTo>
                    <a:pt x="1228" y="273"/>
                  </a:lnTo>
                  <a:lnTo>
                    <a:pt x="1226" y="273"/>
                  </a:lnTo>
                  <a:lnTo>
                    <a:pt x="1226" y="273"/>
                  </a:lnTo>
                  <a:lnTo>
                    <a:pt x="1223" y="273"/>
                  </a:lnTo>
                  <a:lnTo>
                    <a:pt x="1223" y="273"/>
                  </a:lnTo>
                  <a:lnTo>
                    <a:pt x="1223" y="273"/>
                  </a:lnTo>
                  <a:lnTo>
                    <a:pt x="1223" y="273"/>
                  </a:lnTo>
                  <a:lnTo>
                    <a:pt x="1223" y="275"/>
                  </a:lnTo>
                  <a:lnTo>
                    <a:pt x="1221" y="275"/>
                  </a:lnTo>
                  <a:lnTo>
                    <a:pt x="1221" y="275"/>
                  </a:lnTo>
                  <a:lnTo>
                    <a:pt x="1221" y="275"/>
                  </a:lnTo>
                  <a:lnTo>
                    <a:pt x="1221" y="275"/>
                  </a:lnTo>
                  <a:lnTo>
                    <a:pt x="1221" y="278"/>
                  </a:lnTo>
                  <a:lnTo>
                    <a:pt x="1223" y="278"/>
                  </a:lnTo>
                  <a:lnTo>
                    <a:pt x="1223" y="275"/>
                  </a:lnTo>
                  <a:lnTo>
                    <a:pt x="1223" y="275"/>
                  </a:lnTo>
                  <a:lnTo>
                    <a:pt x="1223" y="278"/>
                  </a:lnTo>
                  <a:lnTo>
                    <a:pt x="1223" y="278"/>
                  </a:lnTo>
                  <a:lnTo>
                    <a:pt x="1223" y="278"/>
                  </a:lnTo>
                  <a:lnTo>
                    <a:pt x="1226" y="278"/>
                  </a:lnTo>
                  <a:lnTo>
                    <a:pt x="1226" y="278"/>
                  </a:lnTo>
                  <a:lnTo>
                    <a:pt x="1226" y="280"/>
                  </a:lnTo>
                  <a:lnTo>
                    <a:pt x="1223" y="280"/>
                  </a:lnTo>
                  <a:lnTo>
                    <a:pt x="1223" y="280"/>
                  </a:lnTo>
                  <a:lnTo>
                    <a:pt x="1223" y="282"/>
                  </a:lnTo>
                  <a:lnTo>
                    <a:pt x="1223" y="282"/>
                  </a:lnTo>
                  <a:lnTo>
                    <a:pt x="1223" y="280"/>
                  </a:lnTo>
                  <a:lnTo>
                    <a:pt x="1223" y="280"/>
                  </a:lnTo>
                  <a:lnTo>
                    <a:pt x="1223" y="280"/>
                  </a:lnTo>
                  <a:lnTo>
                    <a:pt x="1223" y="278"/>
                  </a:lnTo>
                  <a:lnTo>
                    <a:pt x="1223" y="278"/>
                  </a:lnTo>
                  <a:lnTo>
                    <a:pt x="1221" y="278"/>
                  </a:lnTo>
                  <a:lnTo>
                    <a:pt x="1221" y="278"/>
                  </a:lnTo>
                  <a:lnTo>
                    <a:pt x="1221" y="280"/>
                  </a:lnTo>
                  <a:lnTo>
                    <a:pt x="1221" y="280"/>
                  </a:lnTo>
                  <a:lnTo>
                    <a:pt x="1221" y="278"/>
                  </a:lnTo>
                  <a:lnTo>
                    <a:pt x="1221" y="278"/>
                  </a:lnTo>
                  <a:lnTo>
                    <a:pt x="1221" y="278"/>
                  </a:lnTo>
                  <a:lnTo>
                    <a:pt x="1219" y="278"/>
                  </a:lnTo>
                  <a:lnTo>
                    <a:pt x="1219" y="278"/>
                  </a:lnTo>
                  <a:lnTo>
                    <a:pt x="1219" y="278"/>
                  </a:lnTo>
                  <a:lnTo>
                    <a:pt x="1219" y="275"/>
                  </a:lnTo>
                  <a:lnTo>
                    <a:pt x="1216" y="275"/>
                  </a:lnTo>
                  <a:lnTo>
                    <a:pt x="1216" y="275"/>
                  </a:lnTo>
                  <a:lnTo>
                    <a:pt x="1216" y="273"/>
                  </a:lnTo>
                  <a:lnTo>
                    <a:pt x="1216" y="273"/>
                  </a:lnTo>
                  <a:lnTo>
                    <a:pt x="1216" y="270"/>
                  </a:lnTo>
                  <a:lnTo>
                    <a:pt x="1216" y="270"/>
                  </a:lnTo>
                  <a:lnTo>
                    <a:pt x="1216" y="270"/>
                  </a:lnTo>
                  <a:lnTo>
                    <a:pt x="1216" y="270"/>
                  </a:lnTo>
                  <a:lnTo>
                    <a:pt x="1214" y="270"/>
                  </a:lnTo>
                  <a:lnTo>
                    <a:pt x="1214" y="268"/>
                  </a:lnTo>
                  <a:lnTo>
                    <a:pt x="1214" y="268"/>
                  </a:lnTo>
                  <a:lnTo>
                    <a:pt x="1214" y="268"/>
                  </a:lnTo>
                  <a:lnTo>
                    <a:pt x="1214" y="268"/>
                  </a:lnTo>
                  <a:lnTo>
                    <a:pt x="1214" y="268"/>
                  </a:lnTo>
                  <a:lnTo>
                    <a:pt x="1212" y="268"/>
                  </a:lnTo>
                  <a:lnTo>
                    <a:pt x="1212" y="268"/>
                  </a:lnTo>
                  <a:lnTo>
                    <a:pt x="1212" y="268"/>
                  </a:lnTo>
                  <a:lnTo>
                    <a:pt x="1209" y="268"/>
                  </a:lnTo>
                  <a:lnTo>
                    <a:pt x="1209" y="268"/>
                  </a:lnTo>
                  <a:lnTo>
                    <a:pt x="1209" y="268"/>
                  </a:lnTo>
                  <a:lnTo>
                    <a:pt x="1209" y="268"/>
                  </a:lnTo>
                  <a:lnTo>
                    <a:pt x="1209" y="270"/>
                  </a:lnTo>
                  <a:lnTo>
                    <a:pt x="1209" y="270"/>
                  </a:lnTo>
                  <a:lnTo>
                    <a:pt x="1209" y="273"/>
                  </a:lnTo>
                  <a:lnTo>
                    <a:pt x="1207" y="273"/>
                  </a:lnTo>
                  <a:lnTo>
                    <a:pt x="1207" y="273"/>
                  </a:lnTo>
                  <a:lnTo>
                    <a:pt x="1207" y="275"/>
                  </a:lnTo>
                  <a:lnTo>
                    <a:pt x="1207" y="275"/>
                  </a:lnTo>
                  <a:lnTo>
                    <a:pt x="1207" y="275"/>
                  </a:lnTo>
                  <a:lnTo>
                    <a:pt x="1207" y="275"/>
                  </a:lnTo>
                  <a:lnTo>
                    <a:pt x="1207" y="278"/>
                  </a:lnTo>
                  <a:lnTo>
                    <a:pt x="1207" y="278"/>
                  </a:lnTo>
                  <a:lnTo>
                    <a:pt x="1207" y="278"/>
                  </a:lnTo>
                  <a:lnTo>
                    <a:pt x="1207" y="278"/>
                  </a:lnTo>
                  <a:lnTo>
                    <a:pt x="1207" y="280"/>
                  </a:lnTo>
                  <a:lnTo>
                    <a:pt x="1207" y="280"/>
                  </a:lnTo>
                  <a:lnTo>
                    <a:pt x="1207" y="282"/>
                  </a:lnTo>
                  <a:lnTo>
                    <a:pt x="1204" y="282"/>
                  </a:lnTo>
                  <a:lnTo>
                    <a:pt x="1204" y="282"/>
                  </a:lnTo>
                  <a:lnTo>
                    <a:pt x="1204" y="282"/>
                  </a:lnTo>
                  <a:lnTo>
                    <a:pt x="1204" y="282"/>
                  </a:lnTo>
                  <a:lnTo>
                    <a:pt x="1204" y="282"/>
                  </a:lnTo>
                  <a:lnTo>
                    <a:pt x="1202" y="282"/>
                  </a:lnTo>
                  <a:lnTo>
                    <a:pt x="1202" y="282"/>
                  </a:lnTo>
                  <a:lnTo>
                    <a:pt x="1202" y="285"/>
                  </a:lnTo>
                  <a:lnTo>
                    <a:pt x="1202" y="285"/>
                  </a:lnTo>
                  <a:lnTo>
                    <a:pt x="1202" y="285"/>
                  </a:lnTo>
                  <a:lnTo>
                    <a:pt x="1202" y="282"/>
                  </a:lnTo>
                  <a:lnTo>
                    <a:pt x="1200" y="282"/>
                  </a:lnTo>
                  <a:lnTo>
                    <a:pt x="1200" y="282"/>
                  </a:lnTo>
                  <a:lnTo>
                    <a:pt x="1200" y="282"/>
                  </a:lnTo>
                  <a:lnTo>
                    <a:pt x="1197" y="282"/>
                  </a:lnTo>
                  <a:lnTo>
                    <a:pt x="1197" y="282"/>
                  </a:lnTo>
                  <a:lnTo>
                    <a:pt x="1197" y="282"/>
                  </a:lnTo>
                  <a:lnTo>
                    <a:pt x="1197" y="282"/>
                  </a:lnTo>
                  <a:lnTo>
                    <a:pt x="1197" y="285"/>
                  </a:lnTo>
                  <a:lnTo>
                    <a:pt x="1195" y="285"/>
                  </a:lnTo>
                  <a:lnTo>
                    <a:pt x="1195" y="285"/>
                  </a:lnTo>
                  <a:lnTo>
                    <a:pt x="1195" y="287"/>
                  </a:lnTo>
                  <a:lnTo>
                    <a:pt x="1195" y="287"/>
                  </a:lnTo>
                  <a:lnTo>
                    <a:pt x="1195" y="287"/>
                  </a:lnTo>
                  <a:lnTo>
                    <a:pt x="1195" y="287"/>
                  </a:lnTo>
                  <a:lnTo>
                    <a:pt x="1195" y="287"/>
                  </a:lnTo>
                  <a:lnTo>
                    <a:pt x="1195" y="289"/>
                  </a:lnTo>
                  <a:lnTo>
                    <a:pt x="1193" y="289"/>
                  </a:lnTo>
                  <a:lnTo>
                    <a:pt x="1193" y="289"/>
                  </a:lnTo>
                  <a:lnTo>
                    <a:pt x="1193" y="289"/>
                  </a:lnTo>
                  <a:lnTo>
                    <a:pt x="1190" y="289"/>
                  </a:lnTo>
                  <a:lnTo>
                    <a:pt x="1190" y="292"/>
                  </a:lnTo>
                  <a:lnTo>
                    <a:pt x="1190" y="292"/>
                  </a:lnTo>
                  <a:lnTo>
                    <a:pt x="1190" y="292"/>
                  </a:lnTo>
                  <a:lnTo>
                    <a:pt x="1190" y="292"/>
                  </a:lnTo>
                  <a:lnTo>
                    <a:pt x="1190" y="294"/>
                  </a:lnTo>
                  <a:lnTo>
                    <a:pt x="1188" y="294"/>
                  </a:lnTo>
                  <a:lnTo>
                    <a:pt x="1188" y="294"/>
                  </a:lnTo>
                  <a:lnTo>
                    <a:pt x="1188" y="294"/>
                  </a:lnTo>
                  <a:lnTo>
                    <a:pt x="1188" y="292"/>
                  </a:lnTo>
                  <a:lnTo>
                    <a:pt x="1186" y="292"/>
                  </a:lnTo>
                  <a:lnTo>
                    <a:pt x="1186" y="292"/>
                  </a:lnTo>
                  <a:lnTo>
                    <a:pt x="1183" y="292"/>
                  </a:lnTo>
                  <a:lnTo>
                    <a:pt x="1183" y="294"/>
                  </a:lnTo>
                  <a:lnTo>
                    <a:pt x="1183" y="294"/>
                  </a:lnTo>
                  <a:lnTo>
                    <a:pt x="1183" y="292"/>
                  </a:lnTo>
                  <a:lnTo>
                    <a:pt x="1183" y="292"/>
                  </a:lnTo>
                  <a:lnTo>
                    <a:pt x="1181" y="292"/>
                  </a:lnTo>
                  <a:lnTo>
                    <a:pt x="1181" y="294"/>
                  </a:lnTo>
                  <a:lnTo>
                    <a:pt x="1181" y="294"/>
                  </a:lnTo>
                  <a:lnTo>
                    <a:pt x="1181" y="294"/>
                  </a:lnTo>
                  <a:lnTo>
                    <a:pt x="1178" y="294"/>
                  </a:lnTo>
                  <a:lnTo>
                    <a:pt x="1178" y="292"/>
                  </a:lnTo>
                  <a:lnTo>
                    <a:pt x="1178" y="292"/>
                  </a:lnTo>
                  <a:lnTo>
                    <a:pt x="1176" y="292"/>
                  </a:lnTo>
                  <a:lnTo>
                    <a:pt x="1176" y="292"/>
                  </a:lnTo>
                  <a:lnTo>
                    <a:pt x="1176" y="292"/>
                  </a:lnTo>
                  <a:lnTo>
                    <a:pt x="1174" y="292"/>
                  </a:lnTo>
                  <a:lnTo>
                    <a:pt x="1174" y="294"/>
                  </a:lnTo>
                  <a:lnTo>
                    <a:pt x="1174" y="294"/>
                  </a:lnTo>
                  <a:lnTo>
                    <a:pt x="1171" y="294"/>
                  </a:lnTo>
                  <a:lnTo>
                    <a:pt x="1171" y="294"/>
                  </a:lnTo>
                  <a:lnTo>
                    <a:pt x="1171" y="294"/>
                  </a:lnTo>
                  <a:lnTo>
                    <a:pt x="1171" y="294"/>
                  </a:lnTo>
                  <a:lnTo>
                    <a:pt x="1171" y="296"/>
                  </a:lnTo>
                  <a:lnTo>
                    <a:pt x="1171" y="296"/>
                  </a:lnTo>
                  <a:lnTo>
                    <a:pt x="1171" y="296"/>
                  </a:lnTo>
                  <a:lnTo>
                    <a:pt x="1171" y="299"/>
                  </a:lnTo>
                  <a:lnTo>
                    <a:pt x="1171" y="299"/>
                  </a:lnTo>
                  <a:lnTo>
                    <a:pt x="1171" y="299"/>
                  </a:lnTo>
                  <a:lnTo>
                    <a:pt x="1171" y="301"/>
                  </a:lnTo>
                  <a:lnTo>
                    <a:pt x="1171" y="301"/>
                  </a:lnTo>
                  <a:lnTo>
                    <a:pt x="1174" y="301"/>
                  </a:lnTo>
                  <a:lnTo>
                    <a:pt x="1174" y="301"/>
                  </a:lnTo>
                  <a:lnTo>
                    <a:pt x="1174" y="301"/>
                  </a:lnTo>
                  <a:lnTo>
                    <a:pt x="1176" y="301"/>
                  </a:lnTo>
                  <a:lnTo>
                    <a:pt x="1176" y="304"/>
                  </a:lnTo>
                  <a:lnTo>
                    <a:pt x="1176" y="304"/>
                  </a:lnTo>
                  <a:lnTo>
                    <a:pt x="1176" y="306"/>
                  </a:lnTo>
                  <a:lnTo>
                    <a:pt x="1176" y="306"/>
                  </a:lnTo>
                  <a:lnTo>
                    <a:pt x="1174" y="306"/>
                  </a:lnTo>
                  <a:lnTo>
                    <a:pt x="1174" y="306"/>
                  </a:lnTo>
                  <a:lnTo>
                    <a:pt x="1174" y="306"/>
                  </a:lnTo>
                  <a:lnTo>
                    <a:pt x="1174" y="308"/>
                  </a:lnTo>
                  <a:lnTo>
                    <a:pt x="1171" y="308"/>
                  </a:lnTo>
                  <a:lnTo>
                    <a:pt x="1171" y="308"/>
                  </a:lnTo>
                  <a:lnTo>
                    <a:pt x="1171" y="308"/>
                  </a:lnTo>
                  <a:lnTo>
                    <a:pt x="1171" y="308"/>
                  </a:lnTo>
                  <a:lnTo>
                    <a:pt x="1169" y="308"/>
                  </a:lnTo>
                  <a:lnTo>
                    <a:pt x="1169" y="308"/>
                  </a:lnTo>
                  <a:lnTo>
                    <a:pt x="1169" y="308"/>
                  </a:lnTo>
                  <a:lnTo>
                    <a:pt x="1169" y="308"/>
                  </a:lnTo>
                  <a:lnTo>
                    <a:pt x="1169" y="306"/>
                  </a:lnTo>
                  <a:lnTo>
                    <a:pt x="1167" y="306"/>
                  </a:lnTo>
                  <a:lnTo>
                    <a:pt x="1167" y="308"/>
                  </a:lnTo>
                  <a:lnTo>
                    <a:pt x="1167" y="308"/>
                  </a:lnTo>
                  <a:lnTo>
                    <a:pt x="1164" y="308"/>
                  </a:lnTo>
                  <a:lnTo>
                    <a:pt x="1164" y="308"/>
                  </a:lnTo>
                  <a:lnTo>
                    <a:pt x="1164" y="308"/>
                  </a:lnTo>
                  <a:lnTo>
                    <a:pt x="1162" y="308"/>
                  </a:lnTo>
                  <a:lnTo>
                    <a:pt x="1162" y="308"/>
                  </a:lnTo>
                  <a:lnTo>
                    <a:pt x="1162" y="308"/>
                  </a:lnTo>
                  <a:lnTo>
                    <a:pt x="1159" y="308"/>
                  </a:lnTo>
                  <a:lnTo>
                    <a:pt x="1159" y="306"/>
                  </a:lnTo>
                  <a:lnTo>
                    <a:pt x="1159" y="306"/>
                  </a:lnTo>
                  <a:lnTo>
                    <a:pt x="1157" y="306"/>
                  </a:lnTo>
                  <a:lnTo>
                    <a:pt x="1157" y="306"/>
                  </a:lnTo>
                  <a:lnTo>
                    <a:pt x="1157" y="306"/>
                  </a:lnTo>
                  <a:lnTo>
                    <a:pt x="1155" y="306"/>
                  </a:lnTo>
                  <a:lnTo>
                    <a:pt x="1155" y="306"/>
                  </a:lnTo>
                  <a:lnTo>
                    <a:pt x="1155" y="306"/>
                  </a:lnTo>
                  <a:lnTo>
                    <a:pt x="1155" y="306"/>
                  </a:lnTo>
                  <a:lnTo>
                    <a:pt x="1152" y="306"/>
                  </a:lnTo>
                  <a:lnTo>
                    <a:pt x="1152" y="306"/>
                  </a:lnTo>
                  <a:lnTo>
                    <a:pt x="1152" y="306"/>
                  </a:lnTo>
                  <a:lnTo>
                    <a:pt x="1150" y="306"/>
                  </a:lnTo>
                  <a:lnTo>
                    <a:pt x="1150" y="306"/>
                  </a:lnTo>
                  <a:lnTo>
                    <a:pt x="1150" y="304"/>
                  </a:lnTo>
                  <a:lnTo>
                    <a:pt x="1150" y="304"/>
                  </a:lnTo>
                  <a:lnTo>
                    <a:pt x="1150" y="304"/>
                  </a:lnTo>
                  <a:lnTo>
                    <a:pt x="1150" y="301"/>
                  </a:lnTo>
                  <a:lnTo>
                    <a:pt x="1148" y="301"/>
                  </a:lnTo>
                  <a:lnTo>
                    <a:pt x="1148" y="301"/>
                  </a:lnTo>
                  <a:lnTo>
                    <a:pt x="1148" y="299"/>
                  </a:lnTo>
                  <a:lnTo>
                    <a:pt x="1148" y="299"/>
                  </a:lnTo>
                  <a:lnTo>
                    <a:pt x="1148" y="299"/>
                  </a:lnTo>
                  <a:lnTo>
                    <a:pt x="1148" y="299"/>
                  </a:lnTo>
                  <a:lnTo>
                    <a:pt x="1145" y="299"/>
                  </a:lnTo>
                  <a:lnTo>
                    <a:pt x="1145" y="299"/>
                  </a:lnTo>
                  <a:lnTo>
                    <a:pt x="1145" y="299"/>
                  </a:lnTo>
                  <a:lnTo>
                    <a:pt x="1143" y="299"/>
                  </a:lnTo>
                  <a:lnTo>
                    <a:pt x="1143" y="299"/>
                  </a:lnTo>
                  <a:lnTo>
                    <a:pt x="1143" y="301"/>
                  </a:lnTo>
                  <a:lnTo>
                    <a:pt x="1143" y="301"/>
                  </a:lnTo>
                  <a:lnTo>
                    <a:pt x="1143" y="299"/>
                  </a:lnTo>
                  <a:lnTo>
                    <a:pt x="1141" y="299"/>
                  </a:lnTo>
                  <a:lnTo>
                    <a:pt x="1141" y="301"/>
                  </a:lnTo>
                  <a:lnTo>
                    <a:pt x="1141" y="301"/>
                  </a:lnTo>
                  <a:lnTo>
                    <a:pt x="1141" y="301"/>
                  </a:lnTo>
                  <a:lnTo>
                    <a:pt x="1141" y="301"/>
                  </a:lnTo>
                  <a:lnTo>
                    <a:pt x="1141" y="304"/>
                  </a:lnTo>
                  <a:lnTo>
                    <a:pt x="1138" y="304"/>
                  </a:lnTo>
                  <a:lnTo>
                    <a:pt x="1138" y="304"/>
                  </a:lnTo>
                  <a:lnTo>
                    <a:pt x="1138" y="306"/>
                  </a:lnTo>
                  <a:lnTo>
                    <a:pt x="1138" y="306"/>
                  </a:lnTo>
                  <a:lnTo>
                    <a:pt x="1138" y="306"/>
                  </a:lnTo>
                  <a:lnTo>
                    <a:pt x="1138" y="306"/>
                  </a:lnTo>
                  <a:lnTo>
                    <a:pt x="1136" y="306"/>
                  </a:lnTo>
                  <a:lnTo>
                    <a:pt x="1136" y="308"/>
                  </a:lnTo>
                  <a:lnTo>
                    <a:pt x="1136" y="308"/>
                  </a:lnTo>
                  <a:lnTo>
                    <a:pt x="1136" y="308"/>
                  </a:lnTo>
                  <a:lnTo>
                    <a:pt x="1136" y="311"/>
                  </a:lnTo>
                  <a:lnTo>
                    <a:pt x="1136" y="311"/>
                  </a:lnTo>
                  <a:lnTo>
                    <a:pt x="1136" y="311"/>
                  </a:lnTo>
                  <a:lnTo>
                    <a:pt x="1133" y="311"/>
                  </a:lnTo>
                  <a:lnTo>
                    <a:pt x="1133" y="313"/>
                  </a:lnTo>
                  <a:lnTo>
                    <a:pt x="1133" y="313"/>
                  </a:lnTo>
                  <a:lnTo>
                    <a:pt x="1133" y="313"/>
                  </a:lnTo>
                  <a:lnTo>
                    <a:pt x="1131" y="313"/>
                  </a:lnTo>
                  <a:lnTo>
                    <a:pt x="1131" y="315"/>
                  </a:lnTo>
                  <a:lnTo>
                    <a:pt x="1131" y="315"/>
                  </a:lnTo>
                  <a:lnTo>
                    <a:pt x="1131" y="315"/>
                  </a:lnTo>
                  <a:lnTo>
                    <a:pt x="1131" y="315"/>
                  </a:lnTo>
                  <a:lnTo>
                    <a:pt x="1129" y="315"/>
                  </a:lnTo>
                  <a:lnTo>
                    <a:pt x="1129" y="315"/>
                  </a:lnTo>
                  <a:lnTo>
                    <a:pt x="1129" y="315"/>
                  </a:lnTo>
                  <a:lnTo>
                    <a:pt x="1129" y="318"/>
                  </a:lnTo>
                  <a:lnTo>
                    <a:pt x="1129" y="318"/>
                  </a:lnTo>
                  <a:lnTo>
                    <a:pt x="1129" y="318"/>
                  </a:lnTo>
                  <a:lnTo>
                    <a:pt x="1129" y="320"/>
                  </a:lnTo>
                  <a:lnTo>
                    <a:pt x="1126" y="320"/>
                  </a:lnTo>
                  <a:lnTo>
                    <a:pt x="1126" y="320"/>
                  </a:lnTo>
                  <a:lnTo>
                    <a:pt x="1126" y="320"/>
                  </a:lnTo>
                  <a:lnTo>
                    <a:pt x="1126" y="323"/>
                  </a:lnTo>
                  <a:lnTo>
                    <a:pt x="1124" y="323"/>
                  </a:lnTo>
                  <a:lnTo>
                    <a:pt x="1124" y="323"/>
                  </a:lnTo>
                  <a:lnTo>
                    <a:pt x="1124" y="323"/>
                  </a:lnTo>
                  <a:lnTo>
                    <a:pt x="1122" y="323"/>
                  </a:lnTo>
                  <a:lnTo>
                    <a:pt x="1122" y="323"/>
                  </a:lnTo>
                  <a:lnTo>
                    <a:pt x="1122" y="323"/>
                  </a:lnTo>
                  <a:lnTo>
                    <a:pt x="1119" y="323"/>
                  </a:lnTo>
                  <a:lnTo>
                    <a:pt x="1119" y="323"/>
                  </a:lnTo>
                  <a:lnTo>
                    <a:pt x="1119" y="323"/>
                  </a:lnTo>
                  <a:lnTo>
                    <a:pt x="1119" y="325"/>
                  </a:lnTo>
                  <a:lnTo>
                    <a:pt x="1119" y="325"/>
                  </a:lnTo>
                  <a:lnTo>
                    <a:pt x="1117" y="325"/>
                  </a:lnTo>
                  <a:lnTo>
                    <a:pt x="1117" y="325"/>
                  </a:lnTo>
                  <a:lnTo>
                    <a:pt x="1117" y="325"/>
                  </a:lnTo>
                  <a:lnTo>
                    <a:pt x="1117" y="325"/>
                  </a:lnTo>
                  <a:lnTo>
                    <a:pt x="1115" y="325"/>
                  </a:lnTo>
                  <a:lnTo>
                    <a:pt x="1115" y="325"/>
                  </a:lnTo>
                  <a:lnTo>
                    <a:pt x="1115" y="327"/>
                  </a:lnTo>
                  <a:lnTo>
                    <a:pt x="1115" y="327"/>
                  </a:lnTo>
                  <a:lnTo>
                    <a:pt x="1115" y="327"/>
                  </a:lnTo>
                  <a:lnTo>
                    <a:pt x="1112" y="327"/>
                  </a:lnTo>
                  <a:lnTo>
                    <a:pt x="1112" y="327"/>
                  </a:lnTo>
                  <a:lnTo>
                    <a:pt x="1110" y="327"/>
                  </a:lnTo>
                  <a:lnTo>
                    <a:pt x="1110" y="327"/>
                  </a:lnTo>
                  <a:lnTo>
                    <a:pt x="1110" y="327"/>
                  </a:lnTo>
                  <a:lnTo>
                    <a:pt x="1107" y="327"/>
                  </a:lnTo>
                  <a:lnTo>
                    <a:pt x="1107" y="330"/>
                  </a:lnTo>
                  <a:lnTo>
                    <a:pt x="1107" y="330"/>
                  </a:lnTo>
                  <a:lnTo>
                    <a:pt x="1107" y="330"/>
                  </a:lnTo>
                  <a:lnTo>
                    <a:pt x="1107" y="330"/>
                  </a:lnTo>
                  <a:lnTo>
                    <a:pt x="1105" y="330"/>
                  </a:lnTo>
                  <a:lnTo>
                    <a:pt x="1105" y="330"/>
                  </a:lnTo>
                  <a:lnTo>
                    <a:pt x="1105" y="332"/>
                  </a:lnTo>
                  <a:lnTo>
                    <a:pt x="1105" y="332"/>
                  </a:lnTo>
                  <a:lnTo>
                    <a:pt x="1105" y="332"/>
                  </a:lnTo>
                  <a:lnTo>
                    <a:pt x="1105" y="332"/>
                  </a:lnTo>
                  <a:lnTo>
                    <a:pt x="1103" y="332"/>
                  </a:lnTo>
                  <a:lnTo>
                    <a:pt x="1103" y="332"/>
                  </a:lnTo>
                  <a:lnTo>
                    <a:pt x="1103" y="332"/>
                  </a:lnTo>
                  <a:lnTo>
                    <a:pt x="1103" y="334"/>
                  </a:lnTo>
                  <a:lnTo>
                    <a:pt x="1100" y="334"/>
                  </a:lnTo>
                  <a:lnTo>
                    <a:pt x="1100" y="334"/>
                  </a:lnTo>
                  <a:lnTo>
                    <a:pt x="1100" y="334"/>
                  </a:lnTo>
                  <a:lnTo>
                    <a:pt x="1098" y="334"/>
                  </a:lnTo>
                  <a:lnTo>
                    <a:pt x="1098" y="337"/>
                  </a:lnTo>
                  <a:lnTo>
                    <a:pt x="1098" y="337"/>
                  </a:lnTo>
                  <a:lnTo>
                    <a:pt x="1098" y="337"/>
                  </a:lnTo>
                  <a:lnTo>
                    <a:pt x="1098" y="337"/>
                  </a:lnTo>
                  <a:lnTo>
                    <a:pt x="1096" y="337"/>
                  </a:lnTo>
                  <a:lnTo>
                    <a:pt x="1096" y="337"/>
                  </a:lnTo>
                  <a:lnTo>
                    <a:pt x="1096" y="337"/>
                  </a:lnTo>
                  <a:lnTo>
                    <a:pt x="1096" y="337"/>
                  </a:lnTo>
                  <a:lnTo>
                    <a:pt x="1096" y="339"/>
                  </a:lnTo>
                  <a:lnTo>
                    <a:pt x="1093" y="339"/>
                  </a:lnTo>
                  <a:lnTo>
                    <a:pt x="1093" y="339"/>
                  </a:lnTo>
                  <a:lnTo>
                    <a:pt x="1093" y="339"/>
                  </a:lnTo>
                  <a:lnTo>
                    <a:pt x="1091" y="339"/>
                  </a:lnTo>
                  <a:lnTo>
                    <a:pt x="1091" y="341"/>
                  </a:lnTo>
                  <a:lnTo>
                    <a:pt x="1091" y="341"/>
                  </a:lnTo>
                  <a:lnTo>
                    <a:pt x="1091" y="341"/>
                  </a:lnTo>
                  <a:lnTo>
                    <a:pt x="1091" y="341"/>
                  </a:lnTo>
                  <a:lnTo>
                    <a:pt x="1091" y="344"/>
                  </a:lnTo>
                  <a:lnTo>
                    <a:pt x="1091" y="344"/>
                  </a:lnTo>
                  <a:lnTo>
                    <a:pt x="1091" y="344"/>
                  </a:lnTo>
                  <a:lnTo>
                    <a:pt x="1091" y="344"/>
                  </a:lnTo>
                  <a:lnTo>
                    <a:pt x="1091" y="346"/>
                  </a:lnTo>
                  <a:lnTo>
                    <a:pt x="1088" y="346"/>
                  </a:lnTo>
                  <a:lnTo>
                    <a:pt x="1088" y="346"/>
                  </a:lnTo>
                  <a:lnTo>
                    <a:pt x="1088" y="346"/>
                  </a:lnTo>
                  <a:lnTo>
                    <a:pt x="1088" y="346"/>
                  </a:lnTo>
                  <a:lnTo>
                    <a:pt x="1088" y="346"/>
                  </a:lnTo>
                  <a:lnTo>
                    <a:pt x="1088" y="349"/>
                  </a:lnTo>
                  <a:lnTo>
                    <a:pt x="1086" y="349"/>
                  </a:lnTo>
                  <a:lnTo>
                    <a:pt x="1086" y="349"/>
                  </a:lnTo>
                  <a:lnTo>
                    <a:pt x="1086" y="349"/>
                  </a:lnTo>
                  <a:lnTo>
                    <a:pt x="1084" y="349"/>
                  </a:lnTo>
                  <a:lnTo>
                    <a:pt x="1084" y="349"/>
                  </a:lnTo>
                  <a:lnTo>
                    <a:pt x="1084" y="349"/>
                  </a:lnTo>
                  <a:lnTo>
                    <a:pt x="1081" y="349"/>
                  </a:lnTo>
                  <a:lnTo>
                    <a:pt x="1081" y="349"/>
                  </a:lnTo>
                  <a:lnTo>
                    <a:pt x="1081" y="349"/>
                  </a:lnTo>
                  <a:lnTo>
                    <a:pt x="1079" y="349"/>
                  </a:lnTo>
                  <a:lnTo>
                    <a:pt x="1079" y="351"/>
                  </a:lnTo>
                  <a:lnTo>
                    <a:pt x="1079" y="351"/>
                  </a:lnTo>
                  <a:lnTo>
                    <a:pt x="1079" y="351"/>
                  </a:lnTo>
                  <a:lnTo>
                    <a:pt x="1077" y="351"/>
                  </a:lnTo>
                  <a:lnTo>
                    <a:pt x="1077" y="351"/>
                  </a:lnTo>
                  <a:lnTo>
                    <a:pt x="1077" y="351"/>
                  </a:lnTo>
                  <a:lnTo>
                    <a:pt x="1077" y="349"/>
                  </a:lnTo>
                  <a:lnTo>
                    <a:pt x="1077" y="349"/>
                  </a:lnTo>
                  <a:lnTo>
                    <a:pt x="1074" y="349"/>
                  </a:lnTo>
                  <a:lnTo>
                    <a:pt x="1074" y="351"/>
                  </a:lnTo>
                  <a:lnTo>
                    <a:pt x="1074" y="351"/>
                  </a:lnTo>
                  <a:lnTo>
                    <a:pt x="1074" y="351"/>
                  </a:lnTo>
                  <a:lnTo>
                    <a:pt x="1074" y="351"/>
                  </a:lnTo>
                  <a:lnTo>
                    <a:pt x="1074" y="351"/>
                  </a:lnTo>
                  <a:lnTo>
                    <a:pt x="1072" y="351"/>
                  </a:lnTo>
                  <a:lnTo>
                    <a:pt x="1072" y="351"/>
                  </a:lnTo>
                  <a:lnTo>
                    <a:pt x="1072" y="351"/>
                  </a:lnTo>
                  <a:lnTo>
                    <a:pt x="1070" y="351"/>
                  </a:lnTo>
                  <a:lnTo>
                    <a:pt x="1070" y="351"/>
                  </a:lnTo>
                  <a:lnTo>
                    <a:pt x="1070" y="351"/>
                  </a:lnTo>
                  <a:lnTo>
                    <a:pt x="1070" y="351"/>
                  </a:lnTo>
                  <a:lnTo>
                    <a:pt x="1067" y="351"/>
                  </a:lnTo>
                  <a:lnTo>
                    <a:pt x="1067" y="351"/>
                  </a:lnTo>
                  <a:lnTo>
                    <a:pt x="1067" y="353"/>
                  </a:lnTo>
                  <a:lnTo>
                    <a:pt x="1067" y="353"/>
                  </a:lnTo>
                  <a:lnTo>
                    <a:pt x="1065" y="353"/>
                  </a:lnTo>
                  <a:lnTo>
                    <a:pt x="1065" y="353"/>
                  </a:lnTo>
                  <a:lnTo>
                    <a:pt x="1065" y="353"/>
                  </a:lnTo>
                  <a:lnTo>
                    <a:pt x="1065" y="353"/>
                  </a:lnTo>
                  <a:lnTo>
                    <a:pt x="1065" y="353"/>
                  </a:lnTo>
                  <a:lnTo>
                    <a:pt x="1062" y="353"/>
                  </a:lnTo>
                  <a:lnTo>
                    <a:pt x="1062" y="353"/>
                  </a:lnTo>
                  <a:lnTo>
                    <a:pt x="1062" y="353"/>
                  </a:lnTo>
                  <a:lnTo>
                    <a:pt x="1062" y="353"/>
                  </a:lnTo>
                  <a:lnTo>
                    <a:pt x="1062" y="356"/>
                  </a:lnTo>
                  <a:lnTo>
                    <a:pt x="1062" y="356"/>
                  </a:lnTo>
                  <a:lnTo>
                    <a:pt x="1062" y="356"/>
                  </a:lnTo>
                  <a:lnTo>
                    <a:pt x="1062" y="356"/>
                  </a:lnTo>
                  <a:lnTo>
                    <a:pt x="1062" y="356"/>
                  </a:lnTo>
                  <a:lnTo>
                    <a:pt x="1062" y="358"/>
                  </a:lnTo>
                  <a:lnTo>
                    <a:pt x="1065" y="358"/>
                  </a:lnTo>
                  <a:lnTo>
                    <a:pt x="1065" y="358"/>
                  </a:lnTo>
                  <a:lnTo>
                    <a:pt x="1062" y="358"/>
                  </a:lnTo>
                  <a:lnTo>
                    <a:pt x="1062" y="358"/>
                  </a:lnTo>
                  <a:lnTo>
                    <a:pt x="1062" y="358"/>
                  </a:lnTo>
                  <a:lnTo>
                    <a:pt x="1062" y="358"/>
                  </a:lnTo>
                  <a:lnTo>
                    <a:pt x="1060" y="358"/>
                  </a:lnTo>
                  <a:lnTo>
                    <a:pt x="1060" y="356"/>
                  </a:lnTo>
                  <a:lnTo>
                    <a:pt x="1060" y="356"/>
                  </a:lnTo>
                  <a:lnTo>
                    <a:pt x="1060" y="356"/>
                  </a:lnTo>
                  <a:lnTo>
                    <a:pt x="1060" y="356"/>
                  </a:lnTo>
                  <a:lnTo>
                    <a:pt x="1060" y="356"/>
                  </a:lnTo>
                  <a:lnTo>
                    <a:pt x="1060" y="356"/>
                  </a:lnTo>
                  <a:lnTo>
                    <a:pt x="1058" y="356"/>
                  </a:lnTo>
                  <a:lnTo>
                    <a:pt x="1058" y="356"/>
                  </a:lnTo>
                  <a:lnTo>
                    <a:pt x="1058" y="356"/>
                  </a:lnTo>
                  <a:lnTo>
                    <a:pt x="1058" y="356"/>
                  </a:lnTo>
                  <a:lnTo>
                    <a:pt x="1055" y="356"/>
                  </a:lnTo>
                  <a:lnTo>
                    <a:pt x="1055" y="356"/>
                  </a:lnTo>
                  <a:lnTo>
                    <a:pt x="1055" y="356"/>
                  </a:lnTo>
                  <a:lnTo>
                    <a:pt x="1055" y="356"/>
                  </a:lnTo>
                  <a:lnTo>
                    <a:pt x="1055" y="358"/>
                  </a:lnTo>
                  <a:lnTo>
                    <a:pt x="1053" y="358"/>
                  </a:lnTo>
                  <a:lnTo>
                    <a:pt x="1053" y="358"/>
                  </a:lnTo>
                  <a:lnTo>
                    <a:pt x="1053" y="358"/>
                  </a:lnTo>
                  <a:lnTo>
                    <a:pt x="1051" y="358"/>
                  </a:lnTo>
                  <a:lnTo>
                    <a:pt x="1051" y="358"/>
                  </a:lnTo>
                  <a:lnTo>
                    <a:pt x="1051" y="360"/>
                  </a:lnTo>
                  <a:lnTo>
                    <a:pt x="1051" y="360"/>
                  </a:lnTo>
                  <a:lnTo>
                    <a:pt x="1048" y="360"/>
                  </a:lnTo>
                  <a:lnTo>
                    <a:pt x="1048" y="360"/>
                  </a:lnTo>
                  <a:lnTo>
                    <a:pt x="1048" y="360"/>
                  </a:lnTo>
                  <a:lnTo>
                    <a:pt x="1048" y="363"/>
                  </a:lnTo>
                  <a:lnTo>
                    <a:pt x="1048" y="363"/>
                  </a:lnTo>
                  <a:lnTo>
                    <a:pt x="1048" y="363"/>
                  </a:lnTo>
                  <a:lnTo>
                    <a:pt x="1046" y="363"/>
                  </a:lnTo>
                  <a:lnTo>
                    <a:pt x="1046" y="363"/>
                  </a:lnTo>
                  <a:lnTo>
                    <a:pt x="1044" y="363"/>
                  </a:lnTo>
                  <a:lnTo>
                    <a:pt x="1044" y="365"/>
                  </a:lnTo>
                  <a:lnTo>
                    <a:pt x="1044" y="365"/>
                  </a:lnTo>
                  <a:lnTo>
                    <a:pt x="1044" y="365"/>
                  </a:lnTo>
                  <a:lnTo>
                    <a:pt x="1044" y="365"/>
                  </a:lnTo>
                  <a:lnTo>
                    <a:pt x="1044" y="365"/>
                  </a:lnTo>
                  <a:lnTo>
                    <a:pt x="1044" y="365"/>
                  </a:lnTo>
                  <a:lnTo>
                    <a:pt x="1044" y="365"/>
                  </a:lnTo>
                  <a:lnTo>
                    <a:pt x="1044" y="365"/>
                  </a:lnTo>
                  <a:lnTo>
                    <a:pt x="1044" y="365"/>
                  </a:lnTo>
                  <a:lnTo>
                    <a:pt x="1044" y="368"/>
                  </a:lnTo>
                  <a:lnTo>
                    <a:pt x="1041" y="368"/>
                  </a:lnTo>
                  <a:lnTo>
                    <a:pt x="1041" y="368"/>
                  </a:lnTo>
                  <a:lnTo>
                    <a:pt x="1041" y="368"/>
                  </a:lnTo>
                  <a:lnTo>
                    <a:pt x="1041" y="368"/>
                  </a:lnTo>
                  <a:lnTo>
                    <a:pt x="1041" y="370"/>
                  </a:lnTo>
                  <a:lnTo>
                    <a:pt x="1039" y="370"/>
                  </a:lnTo>
                  <a:lnTo>
                    <a:pt x="1039" y="370"/>
                  </a:lnTo>
                  <a:lnTo>
                    <a:pt x="1039" y="370"/>
                  </a:lnTo>
                  <a:lnTo>
                    <a:pt x="1039" y="372"/>
                  </a:lnTo>
                  <a:lnTo>
                    <a:pt x="1036" y="372"/>
                  </a:lnTo>
                  <a:lnTo>
                    <a:pt x="1036" y="372"/>
                  </a:lnTo>
                  <a:lnTo>
                    <a:pt x="1036" y="375"/>
                  </a:lnTo>
                  <a:lnTo>
                    <a:pt x="1036" y="375"/>
                  </a:lnTo>
                  <a:lnTo>
                    <a:pt x="1036" y="375"/>
                  </a:lnTo>
                  <a:lnTo>
                    <a:pt x="1036" y="372"/>
                  </a:lnTo>
                  <a:lnTo>
                    <a:pt x="1036" y="372"/>
                  </a:lnTo>
                  <a:lnTo>
                    <a:pt x="1036" y="370"/>
                  </a:lnTo>
                  <a:lnTo>
                    <a:pt x="1036" y="370"/>
                  </a:lnTo>
                  <a:lnTo>
                    <a:pt x="1034" y="370"/>
                  </a:lnTo>
                  <a:lnTo>
                    <a:pt x="1034" y="370"/>
                  </a:lnTo>
                  <a:lnTo>
                    <a:pt x="1034" y="370"/>
                  </a:lnTo>
                  <a:lnTo>
                    <a:pt x="1034" y="372"/>
                  </a:lnTo>
                  <a:lnTo>
                    <a:pt x="1034" y="372"/>
                  </a:lnTo>
                  <a:lnTo>
                    <a:pt x="1034" y="372"/>
                  </a:lnTo>
                  <a:lnTo>
                    <a:pt x="1034" y="375"/>
                  </a:lnTo>
                  <a:lnTo>
                    <a:pt x="1034" y="375"/>
                  </a:lnTo>
                  <a:lnTo>
                    <a:pt x="1034" y="375"/>
                  </a:lnTo>
                  <a:lnTo>
                    <a:pt x="1032" y="375"/>
                  </a:lnTo>
                  <a:lnTo>
                    <a:pt x="1032" y="375"/>
                  </a:lnTo>
                  <a:lnTo>
                    <a:pt x="1029" y="375"/>
                  </a:lnTo>
                  <a:lnTo>
                    <a:pt x="1029" y="375"/>
                  </a:lnTo>
                  <a:lnTo>
                    <a:pt x="1029" y="375"/>
                  </a:lnTo>
                  <a:lnTo>
                    <a:pt x="1029" y="375"/>
                  </a:lnTo>
                  <a:lnTo>
                    <a:pt x="1027" y="375"/>
                  </a:lnTo>
                  <a:lnTo>
                    <a:pt x="1027" y="375"/>
                  </a:lnTo>
                  <a:lnTo>
                    <a:pt x="1025" y="375"/>
                  </a:lnTo>
                  <a:lnTo>
                    <a:pt x="1025" y="375"/>
                  </a:lnTo>
                  <a:lnTo>
                    <a:pt x="1025" y="375"/>
                  </a:lnTo>
                  <a:lnTo>
                    <a:pt x="1025" y="375"/>
                  </a:lnTo>
                  <a:lnTo>
                    <a:pt x="1025" y="377"/>
                  </a:lnTo>
                  <a:lnTo>
                    <a:pt x="1022" y="377"/>
                  </a:lnTo>
                  <a:lnTo>
                    <a:pt x="1022" y="377"/>
                  </a:lnTo>
                  <a:lnTo>
                    <a:pt x="1022" y="377"/>
                  </a:lnTo>
                  <a:lnTo>
                    <a:pt x="1022" y="375"/>
                  </a:lnTo>
                  <a:lnTo>
                    <a:pt x="1020" y="375"/>
                  </a:lnTo>
                  <a:lnTo>
                    <a:pt x="1020" y="375"/>
                  </a:lnTo>
                  <a:lnTo>
                    <a:pt x="1020" y="375"/>
                  </a:lnTo>
                  <a:lnTo>
                    <a:pt x="1020" y="372"/>
                  </a:lnTo>
                  <a:lnTo>
                    <a:pt x="1020" y="372"/>
                  </a:lnTo>
                  <a:lnTo>
                    <a:pt x="1020" y="370"/>
                  </a:lnTo>
                  <a:lnTo>
                    <a:pt x="1022" y="370"/>
                  </a:lnTo>
                  <a:lnTo>
                    <a:pt x="1022" y="370"/>
                  </a:lnTo>
                  <a:lnTo>
                    <a:pt x="1022" y="370"/>
                  </a:lnTo>
                  <a:lnTo>
                    <a:pt x="1025" y="370"/>
                  </a:lnTo>
                  <a:lnTo>
                    <a:pt x="1025" y="370"/>
                  </a:lnTo>
                  <a:lnTo>
                    <a:pt x="1025" y="370"/>
                  </a:lnTo>
                  <a:lnTo>
                    <a:pt x="1025" y="368"/>
                  </a:lnTo>
                  <a:lnTo>
                    <a:pt x="1025" y="368"/>
                  </a:lnTo>
                  <a:lnTo>
                    <a:pt x="1025" y="368"/>
                  </a:lnTo>
                  <a:lnTo>
                    <a:pt x="1027" y="368"/>
                  </a:lnTo>
                  <a:lnTo>
                    <a:pt x="1027" y="368"/>
                  </a:lnTo>
                  <a:lnTo>
                    <a:pt x="1027" y="368"/>
                  </a:lnTo>
                  <a:lnTo>
                    <a:pt x="1029" y="368"/>
                  </a:lnTo>
                  <a:lnTo>
                    <a:pt x="1029" y="368"/>
                  </a:lnTo>
                  <a:lnTo>
                    <a:pt x="1029" y="368"/>
                  </a:lnTo>
                  <a:lnTo>
                    <a:pt x="1029" y="368"/>
                  </a:lnTo>
                  <a:lnTo>
                    <a:pt x="1032" y="368"/>
                  </a:lnTo>
                  <a:lnTo>
                    <a:pt x="1032" y="368"/>
                  </a:lnTo>
                  <a:lnTo>
                    <a:pt x="1032" y="365"/>
                  </a:lnTo>
                  <a:lnTo>
                    <a:pt x="1032" y="365"/>
                  </a:lnTo>
                  <a:lnTo>
                    <a:pt x="1032" y="365"/>
                  </a:lnTo>
                  <a:lnTo>
                    <a:pt x="1029" y="365"/>
                  </a:lnTo>
                  <a:lnTo>
                    <a:pt x="1029" y="365"/>
                  </a:lnTo>
                  <a:lnTo>
                    <a:pt x="1032" y="365"/>
                  </a:lnTo>
                  <a:lnTo>
                    <a:pt x="1032" y="363"/>
                  </a:lnTo>
                  <a:lnTo>
                    <a:pt x="1032" y="363"/>
                  </a:lnTo>
                  <a:lnTo>
                    <a:pt x="1029" y="363"/>
                  </a:lnTo>
                  <a:lnTo>
                    <a:pt x="1029" y="360"/>
                  </a:lnTo>
                  <a:lnTo>
                    <a:pt x="1029" y="360"/>
                  </a:lnTo>
                  <a:lnTo>
                    <a:pt x="1029" y="360"/>
                  </a:lnTo>
                  <a:lnTo>
                    <a:pt x="1029" y="360"/>
                  </a:lnTo>
                  <a:lnTo>
                    <a:pt x="1029" y="360"/>
                  </a:lnTo>
                  <a:lnTo>
                    <a:pt x="1027" y="360"/>
                  </a:lnTo>
                  <a:lnTo>
                    <a:pt x="1027" y="360"/>
                  </a:lnTo>
                  <a:lnTo>
                    <a:pt x="1025" y="360"/>
                  </a:lnTo>
                  <a:lnTo>
                    <a:pt x="1025" y="360"/>
                  </a:lnTo>
                  <a:lnTo>
                    <a:pt x="1025" y="360"/>
                  </a:lnTo>
                  <a:lnTo>
                    <a:pt x="1025" y="360"/>
                  </a:lnTo>
                  <a:lnTo>
                    <a:pt x="1022" y="360"/>
                  </a:lnTo>
                  <a:lnTo>
                    <a:pt x="1022" y="358"/>
                  </a:lnTo>
                  <a:lnTo>
                    <a:pt x="1025" y="358"/>
                  </a:lnTo>
                  <a:lnTo>
                    <a:pt x="1025" y="358"/>
                  </a:lnTo>
                  <a:lnTo>
                    <a:pt x="1025" y="358"/>
                  </a:lnTo>
                  <a:lnTo>
                    <a:pt x="1025" y="356"/>
                  </a:lnTo>
                  <a:lnTo>
                    <a:pt x="1025" y="356"/>
                  </a:lnTo>
                  <a:lnTo>
                    <a:pt x="1022" y="356"/>
                  </a:lnTo>
                  <a:lnTo>
                    <a:pt x="1022" y="356"/>
                  </a:lnTo>
                  <a:lnTo>
                    <a:pt x="1025" y="356"/>
                  </a:lnTo>
                  <a:lnTo>
                    <a:pt x="1025" y="356"/>
                  </a:lnTo>
                  <a:lnTo>
                    <a:pt x="1025" y="356"/>
                  </a:lnTo>
                  <a:lnTo>
                    <a:pt x="1025" y="353"/>
                  </a:lnTo>
                  <a:lnTo>
                    <a:pt x="1025" y="353"/>
                  </a:lnTo>
                  <a:lnTo>
                    <a:pt x="1027" y="353"/>
                  </a:lnTo>
                  <a:lnTo>
                    <a:pt x="1027" y="353"/>
                  </a:lnTo>
                  <a:lnTo>
                    <a:pt x="1027" y="353"/>
                  </a:lnTo>
                  <a:lnTo>
                    <a:pt x="1029" y="353"/>
                  </a:lnTo>
                  <a:lnTo>
                    <a:pt x="1029" y="351"/>
                  </a:lnTo>
                  <a:lnTo>
                    <a:pt x="1029" y="351"/>
                  </a:lnTo>
                  <a:lnTo>
                    <a:pt x="1029" y="349"/>
                  </a:lnTo>
                  <a:lnTo>
                    <a:pt x="1029" y="349"/>
                  </a:lnTo>
                  <a:lnTo>
                    <a:pt x="1029" y="349"/>
                  </a:lnTo>
                  <a:lnTo>
                    <a:pt x="1029" y="346"/>
                  </a:lnTo>
                  <a:lnTo>
                    <a:pt x="1029" y="346"/>
                  </a:lnTo>
                  <a:lnTo>
                    <a:pt x="1032" y="346"/>
                  </a:lnTo>
                  <a:lnTo>
                    <a:pt x="1032" y="346"/>
                  </a:lnTo>
                  <a:lnTo>
                    <a:pt x="1032" y="346"/>
                  </a:lnTo>
                  <a:lnTo>
                    <a:pt x="1034" y="346"/>
                  </a:lnTo>
                  <a:lnTo>
                    <a:pt x="1034" y="346"/>
                  </a:lnTo>
                  <a:lnTo>
                    <a:pt x="1034" y="346"/>
                  </a:lnTo>
                  <a:lnTo>
                    <a:pt x="1034" y="346"/>
                  </a:lnTo>
                  <a:lnTo>
                    <a:pt x="1036" y="346"/>
                  </a:lnTo>
                  <a:lnTo>
                    <a:pt x="1036" y="344"/>
                  </a:lnTo>
                  <a:lnTo>
                    <a:pt x="1036" y="344"/>
                  </a:lnTo>
                  <a:lnTo>
                    <a:pt x="1036" y="344"/>
                  </a:lnTo>
                  <a:lnTo>
                    <a:pt x="1036" y="344"/>
                  </a:lnTo>
                  <a:lnTo>
                    <a:pt x="1036" y="341"/>
                  </a:lnTo>
                  <a:lnTo>
                    <a:pt x="1039" y="341"/>
                  </a:lnTo>
                  <a:lnTo>
                    <a:pt x="1039" y="341"/>
                  </a:lnTo>
                  <a:lnTo>
                    <a:pt x="1039" y="341"/>
                  </a:lnTo>
                  <a:lnTo>
                    <a:pt x="1041" y="341"/>
                  </a:lnTo>
                  <a:lnTo>
                    <a:pt x="1041" y="339"/>
                  </a:lnTo>
                  <a:lnTo>
                    <a:pt x="1039" y="339"/>
                  </a:lnTo>
                  <a:lnTo>
                    <a:pt x="1039" y="339"/>
                  </a:lnTo>
                  <a:lnTo>
                    <a:pt x="1041" y="339"/>
                  </a:lnTo>
                  <a:lnTo>
                    <a:pt x="1041" y="339"/>
                  </a:lnTo>
                  <a:lnTo>
                    <a:pt x="1041" y="337"/>
                  </a:lnTo>
                  <a:lnTo>
                    <a:pt x="1041" y="337"/>
                  </a:lnTo>
                  <a:lnTo>
                    <a:pt x="1041" y="337"/>
                  </a:lnTo>
                  <a:lnTo>
                    <a:pt x="1041" y="337"/>
                  </a:lnTo>
                  <a:lnTo>
                    <a:pt x="1044" y="337"/>
                  </a:lnTo>
                  <a:lnTo>
                    <a:pt x="1044" y="334"/>
                  </a:lnTo>
                  <a:lnTo>
                    <a:pt x="1044" y="334"/>
                  </a:lnTo>
                  <a:lnTo>
                    <a:pt x="1044" y="334"/>
                  </a:lnTo>
                  <a:lnTo>
                    <a:pt x="1044" y="334"/>
                  </a:lnTo>
                  <a:lnTo>
                    <a:pt x="1044" y="332"/>
                  </a:lnTo>
                  <a:lnTo>
                    <a:pt x="1046" y="332"/>
                  </a:lnTo>
                  <a:lnTo>
                    <a:pt x="1046" y="332"/>
                  </a:lnTo>
                  <a:lnTo>
                    <a:pt x="1044" y="332"/>
                  </a:lnTo>
                  <a:lnTo>
                    <a:pt x="1044" y="330"/>
                  </a:lnTo>
                  <a:lnTo>
                    <a:pt x="1044" y="330"/>
                  </a:lnTo>
                  <a:lnTo>
                    <a:pt x="1044" y="330"/>
                  </a:lnTo>
                  <a:lnTo>
                    <a:pt x="1044" y="330"/>
                  </a:lnTo>
                  <a:lnTo>
                    <a:pt x="1044" y="327"/>
                  </a:lnTo>
                  <a:lnTo>
                    <a:pt x="1044" y="327"/>
                  </a:lnTo>
                  <a:lnTo>
                    <a:pt x="1041" y="327"/>
                  </a:lnTo>
                  <a:lnTo>
                    <a:pt x="1041" y="327"/>
                  </a:lnTo>
                  <a:lnTo>
                    <a:pt x="1041" y="325"/>
                  </a:lnTo>
                  <a:lnTo>
                    <a:pt x="1041" y="325"/>
                  </a:lnTo>
                  <a:lnTo>
                    <a:pt x="1041" y="325"/>
                  </a:lnTo>
                  <a:lnTo>
                    <a:pt x="1039" y="325"/>
                  </a:lnTo>
                  <a:lnTo>
                    <a:pt x="1039" y="325"/>
                  </a:lnTo>
                  <a:lnTo>
                    <a:pt x="1036" y="325"/>
                  </a:lnTo>
                  <a:lnTo>
                    <a:pt x="1036" y="325"/>
                  </a:lnTo>
                  <a:lnTo>
                    <a:pt x="1036" y="325"/>
                  </a:lnTo>
                  <a:lnTo>
                    <a:pt x="1036" y="323"/>
                  </a:lnTo>
                  <a:lnTo>
                    <a:pt x="1036" y="323"/>
                  </a:lnTo>
                  <a:lnTo>
                    <a:pt x="1034" y="323"/>
                  </a:lnTo>
                  <a:lnTo>
                    <a:pt x="1034" y="323"/>
                  </a:lnTo>
                  <a:lnTo>
                    <a:pt x="1034" y="325"/>
                  </a:lnTo>
                  <a:lnTo>
                    <a:pt x="1034" y="325"/>
                  </a:lnTo>
                  <a:lnTo>
                    <a:pt x="1032" y="325"/>
                  </a:lnTo>
                  <a:lnTo>
                    <a:pt x="1032" y="325"/>
                  </a:lnTo>
                  <a:lnTo>
                    <a:pt x="1029" y="325"/>
                  </a:lnTo>
                  <a:lnTo>
                    <a:pt x="1029" y="323"/>
                  </a:lnTo>
                  <a:lnTo>
                    <a:pt x="1029" y="323"/>
                  </a:lnTo>
                  <a:lnTo>
                    <a:pt x="1029" y="323"/>
                  </a:lnTo>
                  <a:lnTo>
                    <a:pt x="1029" y="323"/>
                  </a:lnTo>
                  <a:lnTo>
                    <a:pt x="1027" y="323"/>
                  </a:lnTo>
                  <a:lnTo>
                    <a:pt x="1027" y="323"/>
                  </a:lnTo>
                  <a:lnTo>
                    <a:pt x="1025" y="323"/>
                  </a:lnTo>
                  <a:lnTo>
                    <a:pt x="1025" y="323"/>
                  </a:lnTo>
                  <a:lnTo>
                    <a:pt x="1025" y="323"/>
                  </a:lnTo>
                  <a:lnTo>
                    <a:pt x="1022" y="323"/>
                  </a:lnTo>
                  <a:lnTo>
                    <a:pt x="1022" y="323"/>
                  </a:lnTo>
                  <a:lnTo>
                    <a:pt x="1022" y="323"/>
                  </a:lnTo>
                  <a:lnTo>
                    <a:pt x="1022" y="323"/>
                  </a:lnTo>
                  <a:lnTo>
                    <a:pt x="1020" y="323"/>
                  </a:lnTo>
                  <a:lnTo>
                    <a:pt x="1020" y="325"/>
                  </a:lnTo>
                  <a:lnTo>
                    <a:pt x="1020" y="325"/>
                  </a:lnTo>
                  <a:lnTo>
                    <a:pt x="1017" y="325"/>
                  </a:lnTo>
                  <a:lnTo>
                    <a:pt x="1017" y="325"/>
                  </a:lnTo>
                  <a:lnTo>
                    <a:pt x="1020" y="325"/>
                  </a:lnTo>
                  <a:lnTo>
                    <a:pt x="1020" y="325"/>
                  </a:lnTo>
                  <a:lnTo>
                    <a:pt x="1020" y="327"/>
                  </a:lnTo>
                  <a:lnTo>
                    <a:pt x="1017" y="327"/>
                  </a:lnTo>
                  <a:lnTo>
                    <a:pt x="1017" y="327"/>
                  </a:lnTo>
                  <a:lnTo>
                    <a:pt x="1017" y="327"/>
                  </a:lnTo>
                  <a:lnTo>
                    <a:pt x="1015" y="327"/>
                  </a:lnTo>
                  <a:lnTo>
                    <a:pt x="1015" y="327"/>
                  </a:lnTo>
                  <a:lnTo>
                    <a:pt x="1015" y="327"/>
                  </a:lnTo>
                  <a:lnTo>
                    <a:pt x="1015" y="330"/>
                  </a:lnTo>
                  <a:lnTo>
                    <a:pt x="1015" y="330"/>
                  </a:lnTo>
                  <a:lnTo>
                    <a:pt x="1015" y="330"/>
                  </a:lnTo>
                  <a:lnTo>
                    <a:pt x="1015" y="330"/>
                  </a:lnTo>
                  <a:lnTo>
                    <a:pt x="1015" y="332"/>
                  </a:lnTo>
                  <a:lnTo>
                    <a:pt x="1015" y="332"/>
                  </a:lnTo>
                  <a:lnTo>
                    <a:pt x="1015" y="332"/>
                  </a:lnTo>
                  <a:lnTo>
                    <a:pt x="1013" y="332"/>
                  </a:lnTo>
                  <a:lnTo>
                    <a:pt x="1013" y="332"/>
                  </a:lnTo>
                  <a:lnTo>
                    <a:pt x="1013" y="332"/>
                  </a:lnTo>
                  <a:lnTo>
                    <a:pt x="1013" y="332"/>
                  </a:lnTo>
                  <a:lnTo>
                    <a:pt x="1010" y="332"/>
                  </a:lnTo>
                  <a:lnTo>
                    <a:pt x="1010" y="332"/>
                  </a:lnTo>
                  <a:lnTo>
                    <a:pt x="1010" y="334"/>
                  </a:lnTo>
                  <a:lnTo>
                    <a:pt x="1010" y="334"/>
                  </a:lnTo>
                  <a:lnTo>
                    <a:pt x="1010" y="337"/>
                  </a:lnTo>
                  <a:lnTo>
                    <a:pt x="1010" y="337"/>
                  </a:lnTo>
                  <a:lnTo>
                    <a:pt x="1008" y="337"/>
                  </a:lnTo>
                  <a:lnTo>
                    <a:pt x="1008" y="337"/>
                  </a:lnTo>
                  <a:lnTo>
                    <a:pt x="1008" y="337"/>
                  </a:lnTo>
                  <a:lnTo>
                    <a:pt x="1008" y="337"/>
                  </a:lnTo>
                  <a:lnTo>
                    <a:pt x="1008" y="339"/>
                  </a:lnTo>
                  <a:lnTo>
                    <a:pt x="1008" y="339"/>
                  </a:lnTo>
                  <a:lnTo>
                    <a:pt x="1008" y="339"/>
                  </a:lnTo>
                  <a:lnTo>
                    <a:pt x="1006" y="339"/>
                  </a:lnTo>
                  <a:lnTo>
                    <a:pt x="1006" y="339"/>
                  </a:lnTo>
                  <a:lnTo>
                    <a:pt x="1003" y="339"/>
                  </a:lnTo>
                  <a:lnTo>
                    <a:pt x="1003" y="341"/>
                  </a:lnTo>
                  <a:lnTo>
                    <a:pt x="1003" y="341"/>
                  </a:lnTo>
                  <a:lnTo>
                    <a:pt x="1003" y="341"/>
                  </a:lnTo>
                  <a:lnTo>
                    <a:pt x="1003" y="341"/>
                  </a:lnTo>
                  <a:lnTo>
                    <a:pt x="1001" y="341"/>
                  </a:lnTo>
                  <a:lnTo>
                    <a:pt x="1001" y="341"/>
                  </a:lnTo>
                  <a:lnTo>
                    <a:pt x="1001" y="341"/>
                  </a:lnTo>
                  <a:lnTo>
                    <a:pt x="1001" y="344"/>
                  </a:lnTo>
                  <a:lnTo>
                    <a:pt x="999" y="344"/>
                  </a:lnTo>
                  <a:lnTo>
                    <a:pt x="999" y="344"/>
                  </a:lnTo>
                  <a:lnTo>
                    <a:pt x="996" y="344"/>
                  </a:lnTo>
                  <a:lnTo>
                    <a:pt x="996" y="344"/>
                  </a:lnTo>
                  <a:lnTo>
                    <a:pt x="996" y="344"/>
                  </a:lnTo>
                  <a:lnTo>
                    <a:pt x="996" y="344"/>
                  </a:lnTo>
                  <a:lnTo>
                    <a:pt x="996" y="346"/>
                  </a:lnTo>
                  <a:lnTo>
                    <a:pt x="994" y="346"/>
                  </a:lnTo>
                  <a:lnTo>
                    <a:pt x="994" y="346"/>
                  </a:lnTo>
                  <a:lnTo>
                    <a:pt x="991" y="346"/>
                  </a:lnTo>
                  <a:lnTo>
                    <a:pt x="991" y="346"/>
                  </a:lnTo>
                  <a:lnTo>
                    <a:pt x="991" y="346"/>
                  </a:lnTo>
                  <a:lnTo>
                    <a:pt x="991" y="346"/>
                  </a:lnTo>
                  <a:lnTo>
                    <a:pt x="989" y="346"/>
                  </a:lnTo>
                  <a:lnTo>
                    <a:pt x="989" y="346"/>
                  </a:lnTo>
                  <a:lnTo>
                    <a:pt x="989" y="346"/>
                  </a:lnTo>
                  <a:lnTo>
                    <a:pt x="989" y="346"/>
                  </a:lnTo>
                  <a:lnTo>
                    <a:pt x="987" y="346"/>
                  </a:lnTo>
                  <a:lnTo>
                    <a:pt x="987" y="349"/>
                  </a:lnTo>
                  <a:lnTo>
                    <a:pt x="987" y="349"/>
                  </a:lnTo>
                  <a:lnTo>
                    <a:pt x="987" y="349"/>
                  </a:lnTo>
                  <a:lnTo>
                    <a:pt x="984" y="349"/>
                  </a:lnTo>
                  <a:lnTo>
                    <a:pt x="984" y="351"/>
                  </a:lnTo>
                  <a:lnTo>
                    <a:pt x="984" y="351"/>
                  </a:lnTo>
                  <a:lnTo>
                    <a:pt x="984" y="351"/>
                  </a:lnTo>
                  <a:lnTo>
                    <a:pt x="984" y="351"/>
                  </a:lnTo>
                  <a:lnTo>
                    <a:pt x="984" y="353"/>
                  </a:lnTo>
                  <a:lnTo>
                    <a:pt x="982" y="353"/>
                  </a:lnTo>
                  <a:lnTo>
                    <a:pt x="982" y="353"/>
                  </a:lnTo>
                  <a:lnTo>
                    <a:pt x="982" y="356"/>
                  </a:lnTo>
                  <a:lnTo>
                    <a:pt x="982" y="356"/>
                  </a:lnTo>
                  <a:lnTo>
                    <a:pt x="982" y="356"/>
                  </a:lnTo>
                  <a:lnTo>
                    <a:pt x="982" y="356"/>
                  </a:lnTo>
                  <a:lnTo>
                    <a:pt x="982" y="358"/>
                  </a:lnTo>
                  <a:lnTo>
                    <a:pt x="982" y="358"/>
                  </a:lnTo>
                  <a:lnTo>
                    <a:pt x="982" y="358"/>
                  </a:lnTo>
                  <a:lnTo>
                    <a:pt x="982" y="360"/>
                  </a:lnTo>
                  <a:lnTo>
                    <a:pt x="982" y="360"/>
                  </a:lnTo>
                  <a:lnTo>
                    <a:pt x="982" y="360"/>
                  </a:lnTo>
                  <a:lnTo>
                    <a:pt x="982" y="360"/>
                  </a:lnTo>
                  <a:lnTo>
                    <a:pt x="980" y="360"/>
                  </a:lnTo>
                  <a:lnTo>
                    <a:pt x="980" y="363"/>
                  </a:lnTo>
                  <a:lnTo>
                    <a:pt x="980" y="363"/>
                  </a:lnTo>
                  <a:lnTo>
                    <a:pt x="977" y="363"/>
                  </a:lnTo>
                  <a:lnTo>
                    <a:pt x="977" y="363"/>
                  </a:lnTo>
                  <a:lnTo>
                    <a:pt x="977" y="365"/>
                  </a:lnTo>
                  <a:lnTo>
                    <a:pt x="977" y="365"/>
                  </a:lnTo>
                  <a:lnTo>
                    <a:pt x="977" y="365"/>
                  </a:lnTo>
                  <a:lnTo>
                    <a:pt x="977" y="365"/>
                  </a:lnTo>
                  <a:lnTo>
                    <a:pt x="975" y="365"/>
                  </a:lnTo>
                  <a:lnTo>
                    <a:pt x="975" y="365"/>
                  </a:lnTo>
                  <a:lnTo>
                    <a:pt x="975" y="365"/>
                  </a:lnTo>
                  <a:lnTo>
                    <a:pt x="975" y="365"/>
                  </a:lnTo>
                  <a:lnTo>
                    <a:pt x="975" y="368"/>
                  </a:lnTo>
                  <a:lnTo>
                    <a:pt x="973" y="368"/>
                  </a:lnTo>
                  <a:lnTo>
                    <a:pt x="973" y="368"/>
                  </a:lnTo>
                  <a:lnTo>
                    <a:pt x="970" y="368"/>
                  </a:lnTo>
                  <a:lnTo>
                    <a:pt x="970" y="365"/>
                  </a:lnTo>
                  <a:lnTo>
                    <a:pt x="970" y="365"/>
                  </a:lnTo>
                  <a:lnTo>
                    <a:pt x="970" y="365"/>
                  </a:lnTo>
                  <a:lnTo>
                    <a:pt x="968" y="365"/>
                  </a:lnTo>
                  <a:lnTo>
                    <a:pt x="968" y="365"/>
                  </a:lnTo>
                  <a:lnTo>
                    <a:pt x="968" y="365"/>
                  </a:lnTo>
                  <a:lnTo>
                    <a:pt x="968" y="365"/>
                  </a:lnTo>
                  <a:lnTo>
                    <a:pt x="968" y="365"/>
                  </a:lnTo>
                  <a:lnTo>
                    <a:pt x="965" y="365"/>
                  </a:lnTo>
                  <a:lnTo>
                    <a:pt x="965" y="365"/>
                  </a:lnTo>
                  <a:lnTo>
                    <a:pt x="965" y="368"/>
                  </a:lnTo>
                  <a:lnTo>
                    <a:pt x="963" y="368"/>
                  </a:lnTo>
                  <a:lnTo>
                    <a:pt x="963" y="368"/>
                  </a:lnTo>
                  <a:lnTo>
                    <a:pt x="963" y="368"/>
                  </a:lnTo>
                  <a:lnTo>
                    <a:pt x="963" y="368"/>
                  </a:lnTo>
                  <a:lnTo>
                    <a:pt x="963" y="370"/>
                  </a:lnTo>
                  <a:lnTo>
                    <a:pt x="961" y="370"/>
                  </a:lnTo>
                  <a:lnTo>
                    <a:pt x="961" y="370"/>
                  </a:lnTo>
                  <a:lnTo>
                    <a:pt x="961" y="368"/>
                  </a:lnTo>
                  <a:lnTo>
                    <a:pt x="958" y="368"/>
                  </a:lnTo>
                  <a:lnTo>
                    <a:pt x="958" y="368"/>
                  </a:lnTo>
                  <a:lnTo>
                    <a:pt x="958" y="368"/>
                  </a:lnTo>
                  <a:lnTo>
                    <a:pt x="958" y="368"/>
                  </a:lnTo>
                  <a:lnTo>
                    <a:pt x="958" y="365"/>
                  </a:lnTo>
                  <a:lnTo>
                    <a:pt x="958" y="365"/>
                  </a:lnTo>
                  <a:lnTo>
                    <a:pt x="956" y="365"/>
                  </a:lnTo>
                  <a:lnTo>
                    <a:pt x="956" y="365"/>
                  </a:lnTo>
                  <a:lnTo>
                    <a:pt x="956" y="365"/>
                  </a:lnTo>
                  <a:lnTo>
                    <a:pt x="956" y="365"/>
                  </a:lnTo>
                  <a:lnTo>
                    <a:pt x="954" y="365"/>
                  </a:lnTo>
                  <a:lnTo>
                    <a:pt x="954" y="365"/>
                  </a:lnTo>
                  <a:lnTo>
                    <a:pt x="951" y="365"/>
                  </a:lnTo>
                  <a:lnTo>
                    <a:pt x="951" y="365"/>
                  </a:lnTo>
                  <a:lnTo>
                    <a:pt x="951" y="365"/>
                  </a:lnTo>
                  <a:lnTo>
                    <a:pt x="951" y="365"/>
                  </a:lnTo>
                  <a:lnTo>
                    <a:pt x="951" y="365"/>
                  </a:lnTo>
                  <a:lnTo>
                    <a:pt x="949" y="365"/>
                  </a:lnTo>
                  <a:lnTo>
                    <a:pt x="949" y="368"/>
                  </a:lnTo>
                  <a:lnTo>
                    <a:pt x="949" y="368"/>
                  </a:lnTo>
                  <a:lnTo>
                    <a:pt x="949" y="370"/>
                  </a:lnTo>
                  <a:lnTo>
                    <a:pt x="949" y="370"/>
                  </a:lnTo>
                  <a:lnTo>
                    <a:pt x="949" y="370"/>
                  </a:lnTo>
                  <a:lnTo>
                    <a:pt x="949" y="372"/>
                  </a:lnTo>
                  <a:lnTo>
                    <a:pt x="949" y="372"/>
                  </a:lnTo>
                  <a:lnTo>
                    <a:pt x="949" y="372"/>
                  </a:lnTo>
                  <a:lnTo>
                    <a:pt x="946" y="372"/>
                  </a:lnTo>
                  <a:lnTo>
                    <a:pt x="946" y="375"/>
                  </a:lnTo>
                  <a:lnTo>
                    <a:pt x="946" y="375"/>
                  </a:lnTo>
                  <a:lnTo>
                    <a:pt x="946" y="375"/>
                  </a:lnTo>
                  <a:lnTo>
                    <a:pt x="944" y="375"/>
                  </a:lnTo>
                  <a:lnTo>
                    <a:pt x="944" y="375"/>
                  </a:lnTo>
                  <a:lnTo>
                    <a:pt x="944" y="377"/>
                  </a:lnTo>
                  <a:lnTo>
                    <a:pt x="944" y="377"/>
                  </a:lnTo>
                  <a:lnTo>
                    <a:pt x="944" y="379"/>
                  </a:lnTo>
                  <a:lnTo>
                    <a:pt x="944" y="379"/>
                  </a:lnTo>
                  <a:lnTo>
                    <a:pt x="946" y="379"/>
                  </a:lnTo>
                  <a:lnTo>
                    <a:pt x="946" y="382"/>
                  </a:lnTo>
                  <a:lnTo>
                    <a:pt x="946" y="382"/>
                  </a:lnTo>
                  <a:lnTo>
                    <a:pt x="946" y="382"/>
                  </a:lnTo>
                  <a:lnTo>
                    <a:pt x="946" y="384"/>
                  </a:lnTo>
                  <a:lnTo>
                    <a:pt x="946" y="384"/>
                  </a:lnTo>
                  <a:lnTo>
                    <a:pt x="949" y="384"/>
                  </a:lnTo>
                  <a:lnTo>
                    <a:pt x="949" y="384"/>
                  </a:lnTo>
                  <a:lnTo>
                    <a:pt x="949" y="384"/>
                  </a:lnTo>
                  <a:lnTo>
                    <a:pt x="949" y="387"/>
                  </a:lnTo>
                  <a:lnTo>
                    <a:pt x="949" y="387"/>
                  </a:lnTo>
                  <a:lnTo>
                    <a:pt x="951" y="387"/>
                  </a:lnTo>
                  <a:lnTo>
                    <a:pt x="951" y="387"/>
                  </a:lnTo>
                  <a:lnTo>
                    <a:pt x="951" y="387"/>
                  </a:lnTo>
                  <a:lnTo>
                    <a:pt x="951" y="387"/>
                  </a:lnTo>
                  <a:lnTo>
                    <a:pt x="951" y="389"/>
                  </a:lnTo>
                  <a:lnTo>
                    <a:pt x="954" y="389"/>
                  </a:lnTo>
                  <a:lnTo>
                    <a:pt x="954" y="389"/>
                  </a:lnTo>
                  <a:lnTo>
                    <a:pt x="954" y="389"/>
                  </a:lnTo>
                  <a:lnTo>
                    <a:pt x="956" y="389"/>
                  </a:lnTo>
                  <a:lnTo>
                    <a:pt x="956" y="391"/>
                  </a:lnTo>
                  <a:lnTo>
                    <a:pt x="956" y="391"/>
                  </a:lnTo>
                  <a:lnTo>
                    <a:pt x="956" y="391"/>
                  </a:lnTo>
                  <a:lnTo>
                    <a:pt x="958" y="391"/>
                  </a:lnTo>
                  <a:lnTo>
                    <a:pt x="958" y="391"/>
                  </a:lnTo>
                  <a:lnTo>
                    <a:pt x="958" y="391"/>
                  </a:lnTo>
                  <a:lnTo>
                    <a:pt x="961" y="391"/>
                  </a:lnTo>
                  <a:lnTo>
                    <a:pt x="961" y="391"/>
                  </a:lnTo>
                  <a:lnTo>
                    <a:pt x="963" y="391"/>
                  </a:lnTo>
                  <a:lnTo>
                    <a:pt x="963" y="391"/>
                  </a:lnTo>
                  <a:lnTo>
                    <a:pt x="963" y="391"/>
                  </a:lnTo>
                  <a:lnTo>
                    <a:pt x="963" y="391"/>
                  </a:lnTo>
                  <a:lnTo>
                    <a:pt x="965" y="391"/>
                  </a:lnTo>
                  <a:lnTo>
                    <a:pt x="965" y="391"/>
                  </a:lnTo>
                  <a:lnTo>
                    <a:pt x="965" y="391"/>
                  </a:lnTo>
                  <a:lnTo>
                    <a:pt x="968" y="391"/>
                  </a:lnTo>
                  <a:lnTo>
                    <a:pt x="968" y="391"/>
                  </a:lnTo>
                  <a:lnTo>
                    <a:pt x="968" y="391"/>
                  </a:lnTo>
                  <a:lnTo>
                    <a:pt x="968" y="389"/>
                  </a:lnTo>
                  <a:lnTo>
                    <a:pt x="970" y="389"/>
                  </a:lnTo>
                  <a:lnTo>
                    <a:pt x="970" y="389"/>
                  </a:lnTo>
                  <a:lnTo>
                    <a:pt x="970" y="389"/>
                  </a:lnTo>
                  <a:lnTo>
                    <a:pt x="970" y="389"/>
                  </a:lnTo>
                  <a:lnTo>
                    <a:pt x="973" y="389"/>
                  </a:lnTo>
                  <a:lnTo>
                    <a:pt x="973" y="389"/>
                  </a:lnTo>
                  <a:lnTo>
                    <a:pt x="973" y="389"/>
                  </a:lnTo>
                  <a:lnTo>
                    <a:pt x="973" y="391"/>
                  </a:lnTo>
                  <a:lnTo>
                    <a:pt x="973" y="391"/>
                  </a:lnTo>
                  <a:lnTo>
                    <a:pt x="973" y="394"/>
                  </a:lnTo>
                  <a:lnTo>
                    <a:pt x="975" y="394"/>
                  </a:lnTo>
                  <a:lnTo>
                    <a:pt x="975" y="394"/>
                  </a:lnTo>
                  <a:lnTo>
                    <a:pt x="975" y="394"/>
                  </a:lnTo>
                  <a:lnTo>
                    <a:pt x="975" y="394"/>
                  </a:lnTo>
                  <a:lnTo>
                    <a:pt x="975" y="396"/>
                  </a:lnTo>
                  <a:lnTo>
                    <a:pt x="975" y="396"/>
                  </a:lnTo>
                  <a:lnTo>
                    <a:pt x="977" y="396"/>
                  </a:lnTo>
                  <a:lnTo>
                    <a:pt x="977" y="396"/>
                  </a:lnTo>
                  <a:lnTo>
                    <a:pt x="977" y="398"/>
                  </a:lnTo>
                  <a:lnTo>
                    <a:pt x="977" y="398"/>
                  </a:lnTo>
                  <a:lnTo>
                    <a:pt x="977" y="401"/>
                  </a:lnTo>
                  <a:lnTo>
                    <a:pt x="977" y="401"/>
                  </a:lnTo>
                  <a:lnTo>
                    <a:pt x="977" y="401"/>
                  </a:lnTo>
                  <a:lnTo>
                    <a:pt x="977" y="403"/>
                  </a:lnTo>
                  <a:lnTo>
                    <a:pt x="977" y="403"/>
                  </a:lnTo>
                  <a:lnTo>
                    <a:pt x="977" y="403"/>
                  </a:lnTo>
                  <a:lnTo>
                    <a:pt x="977" y="405"/>
                  </a:lnTo>
                  <a:lnTo>
                    <a:pt x="975" y="405"/>
                  </a:lnTo>
                  <a:lnTo>
                    <a:pt x="975" y="405"/>
                  </a:lnTo>
                  <a:lnTo>
                    <a:pt x="975" y="405"/>
                  </a:lnTo>
                  <a:lnTo>
                    <a:pt x="975" y="405"/>
                  </a:lnTo>
                  <a:lnTo>
                    <a:pt x="975" y="408"/>
                  </a:lnTo>
                  <a:lnTo>
                    <a:pt x="975" y="408"/>
                  </a:lnTo>
                  <a:lnTo>
                    <a:pt x="975" y="410"/>
                  </a:lnTo>
                  <a:lnTo>
                    <a:pt x="975" y="410"/>
                  </a:lnTo>
                  <a:lnTo>
                    <a:pt x="975" y="410"/>
                  </a:lnTo>
                  <a:lnTo>
                    <a:pt x="975" y="413"/>
                  </a:lnTo>
                  <a:lnTo>
                    <a:pt x="975" y="413"/>
                  </a:lnTo>
                  <a:lnTo>
                    <a:pt x="977" y="413"/>
                  </a:lnTo>
                  <a:lnTo>
                    <a:pt x="977" y="413"/>
                  </a:lnTo>
                  <a:lnTo>
                    <a:pt x="977" y="415"/>
                  </a:lnTo>
                  <a:lnTo>
                    <a:pt x="977" y="415"/>
                  </a:lnTo>
                  <a:lnTo>
                    <a:pt x="980" y="415"/>
                  </a:lnTo>
                  <a:lnTo>
                    <a:pt x="980" y="415"/>
                  </a:lnTo>
                  <a:lnTo>
                    <a:pt x="980" y="415"/>
                  </a:lnTo>
                  <a:lnTo>
                    <a:pt x="982" y="415"/>
                  </a:lnTo>
                  <a:lnTo>
                    <a:pt x="982" y="415"/>
                  </a:lnTo>
                  <a:lnTo>
                    <a:pt x="982" y="415"/>
                  </a:lnTo>
                  <a:lnTo>
                    <a:pt x="982" y="415"/>
                  </a:lnTo>
                  <a:lnTo>
                    <a:pt x="984" y="415"/>
                  </a:lnTo>
                  <a:lnTo>
                    <a:pt x="984" y="415"/>
                  </a:lnTo>
                  <a:lnTo>
                    <a:pt x="984" y="415"/>
                  </a:lnTo>
                  <a:lnTo>
                    <a:pt x="987" y="415"/>
                  </a:lnTo>
                  <a:lnTo>
                    <a:pt x="987" y="415"/>
                  </a:lnTo>
                  <a:lnTo>
                    <a:pt x="989" y="415"/>
                  </a:lnTo>
                  <a:lnTo>
                    <a:pt x="989" y="415"/>
                  </a:lnTo>
                  <a:lnTo>
                    <a:pt x="989" y="415"/>
                  </a:lnTo>
                  <a:lnTo>
                    <a:pt x="991" y="415"/>
                  </a:lnTo>
                  <a:lnTo>
                    <a:pt x="991" y="415"/>
                  </a:lnTo>
                  <a:lnTo>
                    <a:pt x="991" y="415"/>
                  </a:lnTo>
                  <a:lnTo>
                    <a:pt x="991" y="415"/>
                  </a:lnTo>
                  <a:lnTo>
                    <a:pt x="994" y="415"/>
                  </a:lnTo>
                  <a:lnTo>
                    <a:pt x="994" y="415"/>
                  </a:lnTo>
                  <a:lnTo>
                    <a:pt x="994" y="415"/>
                  </a:lnTo>
                  <a:lnTo>
                    <a:pt x="994" y="413"/>
                  </a:lnTo>
                  <a:lnTo>
                    <a:pt x="994" y="413"/>
                  </a:lnTo>
                  <a:lnTo>
                    <a:pt x="994" y="413"/>
                  </a:lnTo>
                  <a:lnTo>
                    <a:pt x="994" y="410"/>
                  </a:lnTo>
                  <a:lnTo>
                    <a:pt x="994" y="410"/>
                  </a:lnTo>
                  <a:lnTo>
                    <a:pt x="994" y="410"/>
                  </a:lnTo>
                  <a:lnTo>
                    <a:pt x="996" y="410"/>
                  </a:lnTo>
                  <a:lnTo>
                    <a:pt x="996" y="410"/>
                  </a:lnTo>
                  <a:lnTo>
                    <a:pt x="996" y="408"/>
                  </a:lnTo>
                  <a:lnTo>
                    <a:pt x="996" y="408"/>
                  </a:lnTo>
                  <a:lnTo>
                    <a:pt x="999" y="408"/>
                  </a:lnTo>
                  <a:lnTo>
                    <a:pt x="999" y="408"/>
                  </a:lnTo>
                  <a:lnTo>
                    <a:pt x="999" y="408"/>
                  </a:lnTo>
                  <a:lnTo>
                    <a:pt x="1001" y="408"/>
                  </a:lnTo>
                  <a:lnTo>
                    <a:pt x="1001" y="408"/>
                  </a:lnTo>
                  <a:lnTo>
                    <a:pt x="1001" y="405"/>
                  </a:lnTo>
                  <a:lnTo>
                    <a:pt x="1001" y="405"/>
                  </a:lnTo>
                  <a:lnTo>
                    <a:pt x="1001" y="405"/>
                  </a:lnTo>
                  <a:lnTo>
                    <a:pt x="1003" y="405"/>
                  </a:lnTo>
                  <a:lnTo>
                    <a:pt x="1003" y="405"/>
                  </a:lnTo>
                  <a:lnTo>
                    <a:pt x="1003" y="405"/>
                  </a:lnTo>
                  <a:lnTo>
                    <a:pt x="1003" y="403"/>
                  </a:lnTo>
                  <a:lnTo>
                    <a:pt x="1003" y="403"/>
                  </a:lnTo>
                  <a:lnTo>
                    <a:pt x="1001" y="403"/>
                  </a:lnTo>
                  <a:lnTo>
                    <a:pt x="1001" y="403"/>
                  </a:lnTo>
                  <a:lnTo>
                    <a:pt x="1003" y="403"/>
                  </a:lnTo>
                  <a:lnTo>
                    <a:pt x="1003" y="403"/>
                  </a:lnTo>
                  <a:lnTo>
                    <a:pt x="1003" y="403"/>
                  </a:lnTo>
                  <a:lnTo>
                    <a:pt x="1006" y="403"/>
                  </a:lnTo>
                  <a:lnTo>
                    <a:pt x="1006" y="401"/>
                  </a:lnTo>
                  <a:lnTo>
                    <a:pt x="1006" y="401"/>
                  </a:lnTo>
                  <a:lnTo>
                    <a:pt x="1006" y="401"/>
                  </a:lnTo>
                  <a:lnTo>
                    <a:pt x="1008" y="401"/>
                  </a:lnTo>
                  <a:lnTo>
                    <a:pt x="1008" y="401"/>
                  </a:lnTo>
                  <a:lnTo>
                    <a:pt x="1008" y="401"/>
                  </a:lnTo>
                  <a:lnTo>
                    <a:pt x="1010" y="401"/>
                  </a:lnTo>
                  <a:lnTo>
                    <a:pt x="1010" y="401"/>
                  </a:lnTo>
                  <a:lnTo>
                    <a:pt x="1010" y="401"/>
                  </a:lnTo>
                  <a:lnTo>
                    <a:pt x="1010" y="398"/>
                  </a:lnTo>
                  <a:lnTo>
                    <a:pt x="1013" y="398"/>
                  </a:lnTo>
                  <a:lnTo>
                    <a:pt x="1013" y="398"/>
                  </a:lnTo>
                  <a:lnTo>
                    <a:pt x="1013" y="396"/>
                  </a:lnTo>
                  <a:lnTo>
                    <a:pt x="1010" y="396"/>
                  </a:lnTo>
                  <a:lnTo>
                    <a:pt x="1010" y="396"/>
                  </a:lnTo>
                  <a:lnTo>
                    <a:pt x="1010" y="396"/>
                  </a:lnTo>
                  <a:lnTo>
                    <a:pt x="1010" y="396"/>
                  </a:lnTo>
                  <a:lnTo>
                    <a:pt x="1010" y="396"/>
                  </a:lnTo>
                  <a:lnTo>
                    <a:pt x="1010" y="396"/>
                  </a:lnTo>
                  <a:lnTo>
                    <a:pt x="1010" y="396"/>
                  </a:lnTo>
                  <a:lnTo>
                    <a:pt x="1013" y="396"/>
                  </a:lnTo>
                  <a:lnTo>
                    <a:pt x="1013" y="396"/>
                  </a:lnTo>
                  <a:lnTo>
                    <a:pt x="1013" y="396"/>
                  </a:lnTo>
                  <a:lnTo>
                    <a:pt x="1015" y="396"/>
                  </a:lnTo>
                  <a:lnTo>
                    <a:pt x="1015" y="396"/>
                  </a:lnTo>
                  <a:lnTo>
                    <a:pt x="1015" y="398"/>
                  </a:lnTo>
                  <a:lnTo>
                    <a:pt x="1013" y="398"/>
                  </a:lnTo>
                  <a:lnTo>
                    <a:pt x="1013" y="398"/>
                  </a:lnTo>
                  <a:lnTo>
                    <a:pt x="1015" y="398"/>
                  </a:lnTo>
                  <a:lnTo>
                    <a:pt x="1015" y="398"/>
                  </a:lnTo>
                  <a:lnTo>
                    <a:pt x="1015" y="398"/>
                  </a:lnTo>
                  <a:lnTo>
                    <a:pt x="1017" y="398"/>
                  </a:lnTo>
                  <a:lnTo>
                    <a:pt x="1017" y="398"/>
                  </a:lnTo>
                  <a:lnTo>
                    <a:pt x="1017" y="401"/>
                  </a:lnTo>
                  <a:lnTo>
                    <a:pt x="1017" y="401"/>
                  </a:lnTo>
                  <a:lnTo>
                    <a:pt x="1017" y="401"/>
                  </a:lnTo>
                  <a:lnTo>
                    <a:pt x="1020" y="401"/>
                  </a:lnTo>
                  <a:lnTo>
                    <a:pt x="1020" y="403"/>
                  </a:lnTo>
                  <a:lnTo>
                    <a:pt x="1020" y="403"/>
                  </a:lnTo>
                  <a:lnTo>
                    <a:pt x="1020" y="401"/>
                  </a:lnTo>
                  <a:lnTo>
                    <a:pt x="1022" y="401"/>
                  </a:lnTo>
                  <a:lnTo>
                    <a:pt x="1022" y="403"/>
                  </a:lnTo>
                  <a:lnTo>
                    <a:pt x="1022" y="403"/>
                  </a:lnTo>
                  <a:lnTo>
                    <a:pt x="1022" y="403"/>
                  </a:lnTo>
                  <a:lnTo>
                    <a:pt x="1022" y="405"/>
                  </a:lnTo>
                  <a:lnTo>
                    <a:pt x="1022" y="405"/>
                  </a:lnTo>
                  <a:lnTo>
                    <a:pt x="1022" y="405"/>
                  </a:lnTo>
                  <a:lnTo>
                    <a:pt x="1025" y="405"/>
                  </a:lnTo>
                  <a:lnTo>
                    <a:pt x="1025" y="405"/>
                  </a:lnTo>
                  <a:lnTo>
                    <a:pt x="1025" y="405"/>
                  </a:lnTo>
                  <a:lnTo>
                    <a:pt x="1025" y="405"/>
                  </a:lnTo>
                  <a:lnTo>
                    <a:pt x="1027" y="405"/>
                  </a:lnTo>
                  <a:lnTo>
                    <a:pt x="1027" y="405"/>
                  </a:lnTo>
                  <a:lnTo>
                    <a:pt x="1029" y="405"/>
                  </a:lnTo>
                  <a:lnTo>
                    <a:pt x="1029" y="405"/>
                  </a:lnTo>
                  <a:lnTo>
                    <a:pt x="1027" y="405"/>
                  </a:lnTo>
                  <a:lnTo>
                    <a:pt x="1027" y="405"/>
                  </a:lnTo>
                  <a:lnTo>
                    <a:pt x="1029" y="405"/>
                  </a:lnTo>
                  <a:lnTo>
                    <a:pt x="1029" y="408"/>
                  </a:lnTo>
                  <a:lnTo>
                    <a:pt x="1029" y="408"/>
                  </a:lnTo>
                  <a:lnTo>
                    <a:pt x="1029" y="408"/>
                  </a:lnTo>
                  <a:lnTo>
                    <a:pt x="1029" y="408"/>
                  </a:lnTo>
                  <a:lnTo>
                    <a:pt x="1032" y="408"/>
                  </a:lnTo>
                  <a:lnTo>
                    <a:pt x="1032" y="408"/>
                  </a:lnTo>
                  <a:lnTo>
                    <a:pt x="1032" y="408"/>
                  </a:lnTo>
                  <a:lnTo>
                    <a:pt x="1034" y="408"/>
                  </a:lnTo>
                  <a:lnTo>
                    <a:pt x="1034" y="408"/>
                  </a:lnTo>
                  <a:lnTo>
                    <a:pt x="1034" y="408"/>
                  </a:lnTo>
                  <a:lnTo>
                    <a:pt x="1034" y="408"/>
                  </a:lnTo>
                  <a:lnTo>
                    <a:pt x="1036" y="408"/>
                  </a:lnTo>
                  <a:lnTo>
                    <a:pt x="1036" y="408"/>
                  </a:lnTo>
                  <a:lnTo>
                    <a:pt x="1036" y="408"/>
                  </a:lnTo>
                  <a:lnTo>
                    <a:pt x="1036" y="408"/>
                  </a:lnTo>
                  <a:lnTo>
                    <a:pt x="1039" y="408"/>
                  </a:lnTo>
                  <a:lnTo>
                    <a:pt x="1039" y="408"/>
                  </a:lnTo>
                  <a:lnTo>
                    <a:pt x="1041" y="408"/>
                  </a:lnTo>
                  <a:lnTo>
                    <a:pt x="1041" y="405"/>
                  </a:lnTo>
                  <a:lnTo>
                    <a:pt x="1041" y="405"/>
                  </a:lnTo>
                  <a:lnTo>
                    <a:pt x="1041" y="405"/>
                  </a:lnTo>
                  <a:lnTo>
                    <a:pt x="1041" y="405"/>
                  </a:lnTo>
                  <a:lnTo>
                    <a:pt x="1044" y="405"/>
                  </a:lnTo>
                  <a:lnTo>
                    <a:pt x="1044" y="405"/>
                  </a:lnTo>
                  <a:lnTo>
                    <a:pt x="1044" y="405"/>
                  </a:lnTo>
                  <a:lnTo>
                    <a:pt x="1044" y="405"/>
                  </a:lnTo>
                  <a:lnTo>
                    <a:pt x="1044" y="408"/>
                  </a:lnTo>
                  <a:lnTo>
                    <a:pt x="1044" y="408"/>
                  </a:lnTo>
                  <a:lnTo>
                    <a:pt x="1046" y="408"/>
                  </a:lnTo>
                  <a:lnTo>
                    <a:pt x="1046" y="408"/>
                  </a:lnTo>
                  <a:lnTo>
                    <a:pt x="1046" y="410"/>
                  </a:lnTo>
                  <a:lnTo>
                    <a:pt x="1048" y="410"/>
                  </a:lnTo>
                  <a:lnTo>
                    <a:pt x="1048" y="410"/>
                  </a:lnTo>
                  <a:lnTo>
                    <a:pt x="1048" y="410"/>
                  </a:lnTo>
                  <a:lnTo>
                    <a:pt x="1051" y="410"/>
                  </a:lnTo>
                  <a:lnTo>
                    <a:pt x="1051" y="408"/>
                  </a:lnTo>
                  <a:lnTo>
                    <a:pt x="1051" y="408"/>
                  </a:lnTo>
                  <a:lnTo>
                    <a:pt x="1051" y="410"/>
                  </a:lnTo>
                  <a:lnTo>
                    <a:pt x="1051" y="410"/>
                  </a:lnTo>
                  <a:lnTo>
                    <a:pt x="1053" y="410"/>
                  </a:lnTo>
                  <a:lnTo>
                    <a:pt x="1053" y="410"/>
                  </a:lnTo>
                  <a:lnTo>
                    <a:pt x="1053" y="408"/>
                  </a:lnTo>
                  <a:lnTo>
                    <a:pt x="1055" y="408"/>
                  </a:lnTo>
                  <a:lnTo>
                    <a:pt x="1055" y="410"/>
                  </a:lnTo>
                  <a:lnTo>
                    <a:pt x="1055" y="410"/>
                  </a:lnTo>
                  <a:lnTo>
                    <a:pt x="1055" y="410"/>
                  </a:lnTo>
                  <a:lnTo>
                    <a:pt x="1055" y="413"/>
                  </a:lnTo>
                  <a:lnTo>
                    <a:pt x="1055" y="413"/>
                  </a:lnTo>
                  <a:lnTo>
                    <a:pt x="1053" y="413"/>
                  </a:lnTo>
                  <a:lnTo>
                    <a:pt x="1053" y="413"/>
                  </a:lnTo>
                  <a:lnTo>
                    <a:pt x="1053" y="413"/>
                  </a:lnTo>
                  <a:lnTo>
                    <a:pt x="1053" y="415"/>
                  </a:lnTo>
                  <a:lnTo>
                    <a:pt x="1053" y="415"/>
                  </a:lnTo>
                  <a:lnTo>
                    <a:pt x="1053" y="415"/>
                  </a:lnTo>
                  <a:lnTo>
                    <a:pt x="1053" y="415"/>
                  </a:lnTo>
                  <a:lnTo>
                    <a:pt x="1053" y="415"/>
                  </a:lnTo>
                  <a:lnTo>
                    <a:pt x="1053" y="417"/>
                  </a:lnTo>
                  <a:lnTo>
                    <a:pt x="1051" y="417"/>
                  </a:lnTo>
                  <a:lnTo>
                    <a:pt x="1051" y="417"/>
                  </a:lnTo>
                  <a:lnTo>
                    <a:pt x="1051" y="417"/>
                  </a:lnTo>
                  <a:lnTo>
                    <a:pt x="1051" y="420"/>
                  </a:lnTo>
                  <a:lnTo>
                    <a:pt x="1051" y="420"/>
                  </a:lnTo>
                  <a:lnTo>
                    <a:pt x="1051" y="417"/>
                  </a:lnTo>
                  <a:lnTo>
                    <a:pt x="1053" y="417"/>
                  </a:lnTo>
                  <a:lnTo>
                    <a:pt x="1053" y="420"/>
                  </a:lnTo>
                  <a:lnTo>
                    <a:pt x="1053" y="420"/>
                  </a:lnTo>
                  <a:lnTo>
                    <a:pt x="1051" y="420"/>
                  </a:lnTo>
                  <a:lnTo>
                    <a:pt x="1051" y="422"/>
                  </a:lnTo>
                  <a:lnTo>
                    <a:pt x="1051" y="422"/>
                  </a:lnTo>
                  <a:lnTo>
                    <a:pt x="1051" y="424"/>
                  </a:lnTo>
                  <a:lnTo>
                    <a:pt x="1051" y="424"/>
                  </a:lnTo>
                  <a:lnTo>
                    <a:pt x="1051" y="424"/>
                  </a:lnTo>
                  <a:lnTo>
                    <a:pt x="1051" y="424"/>
                  </a:lnTo>
                  <a:lnTo>
                    <a:pt x="1048" y="424"/>
                  </a:lnTo>
                  <a:lnTo>
                    <a:pt x="1048" y="424"/>
                  </a:lnTo>
                  <a:lnTo>
                    <a:pt x="1048" y="424"/>
                  </a:lnTo>
                  <a:lnTo>
                    <a:pt x="1048" y="424"/>
                  </a:lnTo>
                  <a:lnTo>
                    <a:pt x="1046" y="424"/>
                  </a:lnTo>
                  <a:lnTo>
                    <a:pt x="1046" y="424"/>
                  </a:lnTo>
                  <a:lnTo>
                    <a:pt x="1046" y="424"/>
                  </a:lnTo>
                  <a:lnTo>
                    <a:pt x="1044" y="424"/>
                  </a:lnTo>
                  <a:lnTo>
                    <a:pt x="1044" y="424"/>
                  </a:lnTo>
                  <a:lnTo>
                    <a:pt x="1044" y="424"/>
                  </a:lnTo>
                  <a:lnTo>
                    <a:pt x="1044" y="422"/>
                  </a:lnTo>
                  <a:lnTo>
                    <a:pt x="1044" y="422"/>
                  </a:lnTo>
                  <a:lnTo>
                    <a:pt x="1041" y="422"/>
                  </a:lnTo>
                  <a:lnTo>
                    <a:pt x="1041" y="424"/>
                  </a:lnTo>
                  <a:lnTo>
                    <a:pt x="1041" y="424"/>
                  </a:lnTo>
                  <a:lnTo>
                    <a:pt x="1041" y="424"/>
                  </a:lnTo>
                  <a:lnTo>
                    <a:pt x="1041" y="422"/>
                  </a:lnTo>
                  <a:lnTo>
                    <a:pt x="1041" y="422"/>
                  </a:lnTo>
                  <a:lnTo>
                    <a:pt x="1039" y="422"/>
                  </a:lnTo>
                  <a:lnTo>
                    <a:pt x="1039" y="422"/>
                  </a:lnTo>
                  <a:lnTo>
                    <a:pt x="1039" y="422"/>
                  </a:lnTo>
                  <a:lnTo>
                    <a:pt x="1036" y="422"/>
                  </a:lnTo>
                  <a:lnTo>
                    <a:pt x="1036" y="424"/>
                  </a:lnTo>
                  <a:lnTo>
                    <a:pt x="1036" y="424"/>
                  </a:lnTo>
                  <a:lnTo>
                    <a:pt x="1036" y="424"/>
                  </a:lnTo>
                  <a:lnTo>
                    <a:pt x="1036" y="424"/>
                  </a:lnTo>
                  <a:lnTo>
                    <a:pt x="1034" y="424"/>
                  </a:lnTo>
                  <a:lnTo>
                    <a:pt x="1034" y="424"/>
                  </a:lnTo>
                  <a:lnTo>
                    <a:pt x="1034" y="424"/>
                  </a:lnTo>
                  <a:lnTo>
                    <a:pt x="1034" y="424"/>
                  </a:lnTo>
                  <a:lnTo>
                    <a:pt x="1034" y="427"/>
                  </a:lnTo>
                  <a:lnTo>
                    <a:pt x="1034" y="427"/>
                  </a:lnTo>
                  <a:lnTo>
                    <a:pt x="1032" y="427"/>
                  </a:lnTo>
                  <a:lnTo>
                    <a:pt x="1032" y="427"/>
                  </a:lnTo>
                  <a:lnTo>
                    <a:pt x="1029" y="427"/>
                  </a:lnTo>
                  <a:lnTo>
                    <a:pt x="1029" y="427"/>
                  </a:lnTo>
                  <a:lnTo>
                    <a:pt x="1029" y="427"/>
                  </a:lnTo>
                  <a:lnTo>
                    <a:pt x="1029" y="427"/>
                  </a:lnTo>
                  <a:lnTo>
                    <a:pt x="1027" y="427"/>
                  </a:lnTo>
                  <a:lnTo>
                    <a:pt x="1027" y="427"/>
                  </a:lnTo>
                  <a:lnTo>
                    <a:pt x="1027" y="429"/>
                  </a:lnTo>
                  <a:lnTo>
                    <a:pt x="1027" y="429"/>
                  </a:lnTo>
                  <a:lnTo>
                    <a:pt x="1025" y="429"/>
                  </a:lnTo>
                  <a:lnTo>
                    <a:pt x="1025" y="427"/>
                  </a:lnTo>
                  <a:lnTo>
                    <a:pt x="1025" y="427"/>
                  </a:lnTo>
                  <a:lnTo>
                    <a:pt x="1025" y="429"/>
                  </a:lnTo>
                  <a:lnTo>
                    <a:pt x="1025" y="429"/>
                  </a:lnTo>
                  <a:lnTo>
                    <a:pt x="1022" y="429"/>
                  </a:lnTo>
                  <a:lnTo>
                    <a:pt x="1022" y="429"/>
                  </a:lnTo>
                  <a:lnTo>
                    <a:pt x="1022" y="429"/>
                  </a:lnTo>
                  <a:lnTo>
                    <a:pt x="1022" y="429"/>
                  </a:lnTo>
                  <a:lnTo>
                    <a:pt x="1022" y="432"/>
                  </a:lnTo>
                  <a:lnTo>
                    <a:pt x="1020" y="432"/>
                  </a:lnTo>
                  <a:lnTo>
                    <a:pt x="1020" y="432"/>
                  </a:lnTo>
                  <a:lnTo>
                    <a:pt x="1017" y="432"/>
                  </a:lnTo>
                  <a:lnTo>
                    <a:pt x="1017" y="432"/>
                  </a:lnTo>
                  <a:lnTo>
                    <a:pt x="1017" y="434"/>
                  </a:lnTo>
                  <a:lnTo>
                    <a:pt x="1017" y="434"/>
                  </a:lnTo>
                  <a:lnTo>
                    <a:pt x="1017" y="434"/>
                  </a:lnTo>
                  <a:lnTo>
                    <a:pt x="1017" y="434"/>
                  </a:lnTo>
                  <a:lnTo>
                    <a:pt x="1017" y="436"/>
                  </a:lnTo>
                  <a:lnTo>
                    <a:pt x="1017" y="436"/>
                  </a:lnTo>
                  <a:lnTo>
                    <a:pt x="1017" y="436"/>
                  </a:lnTo>
                  <a:lnTo>
                    <a:pt x="1015" y="436"/>
                  </a:lnTo>
                  <a:lnTo>
                    <a:pt x="1015" y="436"/>
                  </a:lnTo>
                  <a:lnTo>
                    <a:pt x="1015" y="436"/>
                  </a:lnTo>
                  <a:lnTo>
                    <a:pt x="1015" y="434"/>
                  </a:lnTo>
                  <a:lnTo>
                    <a:pt x="1015" y="434"/>
                  </a:lnTo>
                  <a:lnTo>
                    <a:pt x="1015" y="434"/>
                  </a:lnTo>
                  <a:lnTo>
                    <a:pt x="1013" y="434"/>
                  </a:lnTo>
                  <a:lnTo>
                    <a:pt x="1013" y="434"/>
                  </a:lnTo>
                  <a:lnTo>
                    <a:pt x="1013" y="434"/>
                  </a:lnTo>
                  <a:lnTo>
                    <a:pt x="1013" y="436"/>
                  </a:lnTo>
                  <a:lnTo>
                    <a:pt x="1013" y="436"/>
                  </a:lnTo>
                  <a:lnTo>
                    <a:pt x="1013" y="436"/>
                  </a:lnTo>
                  <a:lnTo>
                    <a:pt x="1013" y="439"/>
                  </a:lnTo>
                  <a:lnTo>
                    <a:pt x="1013" y="439"/>
                  </a:lnTo>
                  <a:lnTo>
                    <a:pt x="1013" y="439"/>
                  </a:lnTo>
                  <a:lnTo>
                    <a:pt x="1013" y="441"/>
                  </a:lnTo>
                  <a:lnTo>
                    <a:pt x="1013" y="441"/>
                  </a:lnTo>
                  <a:lnTo>
                    <a:pt x="1013" y="441"/>
                  </a:lnTo>
                  <a:lnTo>
                    <a:pt x="1013" y="443"/>
                  </a:lnTo>
                  <a:lnTo>
                    <a:pt x="1013" y="443"/>
                  </a:lnTo>
                  <a:lnTo>
                    <a:pt x="1010" y="443"/>
                  </a:lnTo>
                  <a:lnTo>
                    <a:pt x="1010" y="443"/>
                  </a:lnTo>
                  <a:lnTo>
                    <a:pt x="1010" y="443"/>
                  </a:lnTo>
                  <a:lnTo>
                    <a:pt x="1010" y="443"/>
                  </a:lnTo>
                  <a:lnTo>
                    <a:pt x="1008" y="443"/>
                  </a:lnTo>
                  <a:lnTo>
                    <a:pt x="1008" y="443"/>
                  </a:lnTo>
                  <a:lnTo>
                    <a:pt x="1008" y="443"/>
                  </a:lnTo>
                  <a:lnTo>
                    <a:pt x="1008" y="443"/>
                  </a:lnTo>
                  <a:lnTo>
                    <a:pt x="1006" y="443"/>
                  </a:lnTo>
                  <a:lnTo>
                    <a:pt x="1006" y="443"/>
                  </a:lnTo>
                  <a:lnTo>
                    <a:pt x="1003" y="443"/>
                  </a:lnTo>
                  <a:lnTo>
                    <a:pt x="1003" y="446"/>
                  </a:lnTo>
                  <a:lnTo>
                    <a:pt x="1003" y="446"/>
                  </a:lnTo>
                  <a:lnTo>
                    <a:pt x="1003" y="446"/>
                  </a:lnTo>
                  <a:lnTo>
                    <a:pt x="1003" y="446"/>
                  </a:lnTo>
                  <a:lnTo>
                    <a:pt x="1003" y="448"/>
                  </a:lnTo>
                  <a:lnTo>
                    <a:pt x="1001" y="448"/>
                  </a:lnTo>
                  <a:lnTo>
                    <a:pt x="1001" y="448"/>
                  </a:lnTo>
                  <a:lnTo>
                    <a:pt x="1001" y="448"/>
                  </a:lnTo>
                  <a:lnTo>
                    <a:pt x="1001" y="448"/>
                  </a:lnTo>
                  <a:lnTo>
                    <a:pt x="999" y="448"/>
                  </a:lnTo>
                  <a:lnTo>
                    <a:pt x="999" y="451"/>
                  </a:lnTo>
                  <a:lnTo>
                    <a:pt x="999" y="451"/>
                  </a:lnTo>
                  <a:lnTo>
                    <a:pt x="999" y="451"/>
                  </a:lnTo>
                  <a:lnTo>
                    <a:pt x="999" y="453"/>
                  </a:lnTo>
                  <a:lnTo>
                    <a:pt x="999" y="453"/>
                  </a:lnTo>
                  <a:lnTo>
                    <a:pt x="996" y="453"/>
                  </a:lnTo>
                  <a:lnTo>
                    <a:pt x="996" y="453"/>
                  </a:lnTo>
                  <a:lnTo>
                    <a:pt x="996" y="455"/>
                  </a:lnTo>
                  <a:lnTo>
                    <a:pt x="996" y="455"/>
                  </a:lnTo>
                  <a:lnTo>
                    <a:pt x="996" y="455"/>
                  </a:lnTo>
                  <a:lnTo>
                    <a:pt x="994" y="455"/>
                  </a:lnTo>
                  <a:lnTo>
                    <a:pt x="994" y="455"/>
                  </a:lnTo>
                  <a:lnTo>
                    <a:pt x="994" y="455"/>
                  </a:lnTo>
                  <a:lnTo>
                    <a:pt x="991" y="455"/>
                  </a:lnTo>
                  <a:lnTo>
                    <a:pt x="991" y="455"/>
                  </a:lnTo>
                  <a:lnTo>
                    <a:pt x="991" y="455"/>
                  </a:lnTo>
                  <a:lnTo>
                    <a:pt x="989" y="455"/>
                  </a:lnTo>
                  <a:lnTo>
                    <a:pt x="989" y="458"/>
                  </a:lnTo>
                  <a:lnTo>
                    <a:pt x="989" y="458"/>
                  </a:lnTo>
                  <a:lnTo>
                    <a:pt x="989" y="458"/>
                  </a:lnTo>
                  <a:lnTo>
                    <a:pt x="989" y="460"/>
                  </a:lnTo>
                  <a:lnTo>
                    <a:pt x="989" y="460"/>
                  </a:lnTo>
                  <a:lnTo>
                    <a:pt x="989" y="460"/>
                  </a:lnTo>
                  <a:lnTo>
                    <a:pt x="989" y="462"/>
                  </a:lnTo>
                  <a:lnTo>
                    <a:pt x="987" y="462"/>
                  </a:lnTo>
                  <a:lnTo>
                    <a:pt x="987" y="462"/>
                  </a:lnTo>
                  <a:lnTo>
                    <a:pt x="987" y="462"/>
                  </a:lnTo>
                  <a:lnTo>
                    <a:pt x="987" y="465"/>
                  </a:lnTo>
                  <a:lnTo>
                    <a:pt x="984" y="465"/>
                  </a:lnTo>
                  <a:lnTo>
                    <a:pt x="984" y="465"/>
                  </a:lnTo>
                  <a:lnTo>
                    <a:pt x="984" y="465"/>
                  </a:lnTo>
                  <a:lnTo>
                    <a:pt x="984" y="465"/>
                  </a:lnTo>
                  <a:lnTo>
                    <a:pt x="984" y="467"/>
                  </a:lnTo>
                  <a:lnTo>
                    <a:pt x="984" y="467"/>
                  </a:lnTo>
                  <a:lnTo>
                    <a:pt x="984" y="467"/>
                  </a:lnTo>
                  <a:lnTo>
                    <a:pt x="984" y="469"/>
                  </a:lnTo>
                  <a:lnTo>
                    <a:pt x="982" y="469"/>
                  </a:lnTo>
                  <a:lnTo>
                    <a:pt x="982" y="469"/>
                  </a:lnTo>
                  <a:lnTo>
                    <a:pt x="982" y="469"/>
                  </a:lnTo>
                  <a:lnTo>
                    <a:pt x="982" y="469"/>
                  </a:lnTo>
                  <a:lnTo>
                    <a:pt x="980" y="469"/>
                  </a:lnTo>
                  <a:lnTo>
                    <a:pt x="980" y="472"/>
                  </a:lnTo>
                  <a:lnTo>
                    <a:pt x="980" y="472"/>
                  </a:lnTo>
                  <a:lnTo>
                    <a:pt x="980" y="474"/>
                  </a:lnTo>
                  <a:lnTo>
                    <a:pt x="980" y="474"/>
                  </a:lnTo>
                  <a:lnTo>
                    <a:pt x="980" y="474"/>
                  </a:lnTo>
                  <a:lnTo>
                    <a:pt x="980" y="477"/>
                  </a:lnTo>
                  <a:lnTo>
                    <a:pt x="982" y="477"/>
                  </a:lnTo>
                  <a:lnTo>
                    <a:pt x="982" y="477"/>
                  </a:lnTo>
                  <a:lnTo>
                    <a:pt x="982" y="477"/>
                  </a:lnTo>
                  <a:lnTo>
                    <a:pt x="984" y="477"/>
                  </a:lnTo>
                  <a:lnTo>
                    <a:pt x="984" y="477"/>
                  </a:lnTo>
                  <a:lnTo>
                    <a:pt x="984" y="477"/>
                  </a:lnTo>
                  <a:lnTo>
                    <a:pt x="984" y="477"/>
                  </a:lnTo>
                  <a:lnTo>
                    <a:pt x="984" y="477"/>
                  </a:lnTo>
                  <a:lnTo>
                    <a:pt x="987" y="477"/>
                  </a:lnTo>
                  <a:lnTo>
                    <a:pt x="987" y="477"/>
                  </a:lnTo>
                  <a:lnTo>
                    <a:pt x="987" y="479"/>
                  </a:lnTo>
                  <a:lnTo>
                    <a:pt x="987" y="479"/>
                  </a:lnTo>
                  <a:lnTo>
                    <a:pt x="987" y="479"/>
                  </a:lnTo>
                  <a:lnTo>
                    <a:pt x="987" y="481"/>
                  </a:lnTo>
                  <a:lnTo>
                    <a:pt x="989" y="481"/>
                  </a:lnTo>
                  <a:lnTo>
                    <a:pt x="989" y="481"/>
                  </a:lnTo>
                  <a:lnTo>
                    <a:pt x="989" y="481"/>
                  </a:lnTo>
                  <a:lnTo>
                    <a:pt x="989" y="481"/>
                  </a:lnTo>
                  <a:lnTo>
                    <a:pt x="989" y="484"/>
                  </a:lnTo>
                  <a:lnTo>
                    <a:pt x="991" y="484"/>
                  </a:lnTo>
                  <a:lnTo>
                    <a:pt x="991" y="484"/>
                  </a:lnTo>
                  <a:lnTo>
                    <a:pt x="991" y="484"/>
                  </a:lnTo>
                  <a:lnTo>
                    <a:pt x="991" y="484"/>
                  </a:lnTo>
                  <a:lnTo>
                    <a:pt x="994" y="484"/>
                  </a:lnTo>
                  <a:lnTo>
                    <a:pt x="994" y="484"/>
                  </a:lnTo>
                  <a:lnTo>
                    <a:pt x="996" y="484"/>
                  </a:lnTo>
                  <a:lnTo>
                    <a:pt x="996" y="484"/>
                  </a:lnTo>
                  <a:lnTo>
                    <a:pt x="996" y="484"/>
                  </a:lnTo>
                  <a:lnTo>
                    <a:pt x="996" y="484"/>
                  </a:lnTo>
                  <a:lnTo>
                    <a:pt x="999" y="484"/>
                  </a:lnTo>
                  <a:lnTo>
                    <a:pt x="999" y="486"/>
                  </a:lnTo>
                  <a:lnTo>
                    <a:pt x="999" y="486"/>
                  </a:lnTo>
                  <a:lnTo>
                    <a:pt x="1001" y="486"/>
                  </a:lnTo>
                  <a:lnTo>
                    <a:pt x="1001" y="486"/>
                  </a:lnTo>
                  <a:lnTo>
                    <a:pt x="1001" y="486"/>
                  </a:lnTo>
                  <a:lnTo>
                    <a:pt x="1001" y="486"/>
                  </a:lnTo>
                  <a:lnTo>
                    <a:pt x="1003" y="486"/>
                  </a:lnTo>
                  <a:lnTo>
                    <a:pt x="1003" y="488"/>
                  </a:lnTo>
                  <a:lnTo>
                    <a:pt x="1003" y="488"/>
                  </a:lnTo>
                  <a:lnTo>
                    <a:pt x="1003" y="488"/>
                  </a:lnTo>
                  <a:lnTo>
                    <a:pt x="1003" y="488"/>
                  </a:lnTo>
                  <a:lnTo>
                    <a:pt x="1003" y="491"/>
                  </a:lnTo>
                  <a:lnTo>
                    <a:pt x="1003" y="491"/>
                  </a:lnTo>
                  <a:lnTo>
                    <a:pt x="1003" y="493"/>
                  </a:lnTo>
                  <a:lnTo>
                    <a:pt x="1006" y="493"/>
                  </a:lnTo>
                  <a:lnTo>
                    <a:pt x="1006" y="493"/>
                  </a:lnTo>
                  <a:lnTo>
                    <a:pt x="1006" y="493"/>
                  </a:lnTo>
                  <a:lnTo>
                    <a:pt x="1006" y="496"/>
                  </a:lnTo>
                  <a:lnTo>
                    <a:pt x="1006" y="496"/>
                  </a:lnTo>
                  <a:lnTo>
                    <a:pt x="1006" y="496"/>
                  </a:lnTo>
                  <a:lnTo>
                    <a:pt x="1006" y="498"/>
                  </a:lnTo>
                  <a:lnTo>
                    <a:pt x="1008" y="498"/>
                  </a:lnTo>
                  <a:lnTo>
                    <a:pt x="1008" y="498"/>
                  </a:lnTo>
                  <a:lnTo>
                    <a:pt x="1008" y="500"/>
                  </a:lnTo>
                  <a:lnTo>
                    <a:pt x="1008" y="500"/>
                  </a:lnTo>
                  <a:lnTo>
                    <a:pt x="1008" y="500"/>
                  </a:lnTo>
                  <a:lnTo>
                    <a:pt x="1008" y="503"/>
                  </a:lnTo>
                  <a:lnTo>
                    <a:pt x="1008" y="503"/>
                  </a:lnTo>
                  <a:lnTo>
                    <a:pt x="1008" y="503"/>
                  </a:lnTo>
                  <a:lnTo>
                    <a:pt x="1008" y="503"/>
                  </a:lnTo>
                  <a:lnTo>
                    <a:pt x="1008" y="505"/>
                  </a:lnTo>
                  <a:lnTo>
                    <a:pt x="1010" y="505"/>
                  </a:lnTo>
                  <a:lnTo>
                    <a:pt x="1010" y="505"/>
                  </a:lnTo>
                  <a:lnTo>
                    <a:pt x="1010" y="507"/>
                  </a:lnTo>
                  <a:lnTo>
                    <a:pt x="1010" y="507"/>
                  </a:lnTo>
                  <a:lnTo>
                    <a:pt x="1010" y="507"/>
                  </a:lnTo>
                  <a:lnTo>
                    <a:pt x="1010" y="510"/>
                  </a:lnTo>
                  <a:lnTo>
                    <a:pt x="1010" y="510"/>
                  </a:lnTo>
                  <a:lnTo>
                    <a:pt x="1010" y="512"/>
                  </a:lnTo>
                  <a:lnTo>
                    <a:pt x="1010" y="512"/>
                  </a:lnTo>
                  <a:lnTo>
                    <a:pt x="1010" y="512"/>
                  </a:lnTo>
                  <a:lnTo>
                    <a:pt x="1010" y="514"/>
                  </a:lnTo>
                  <a:lnTo>
                    <a:pt x="1013" y="514"/>
                  </a:lnTo>
                  <a:lnTo>
                    <a:pt x="1013" y="514"/>
                  </a:lnTo>
                  <a:lnTo>
                    <a:pt x="1013" y="514"/>
                  </a:lnTo>
                  <a:lnTo>
                    <a:pt x="1013" y="514"/>
                  </a:lnTo>
                  <a:lnTo>
                    <a:pt x="1013" y="517"/>
                  </a:lnTo>
                  <a:lnTo>
                    <a:pt x="1013" y="517"/>
                  </a:lnTo>
                  <a:lnTo>
                    <a:pt x="1013" y="519"/>
                  </a:lnTo>
                  <a:lnTo>
                    <a:pt x="1013" y="519"/>
                  </a:lnTo>
                  <a:lnTo>
                    <a:pt x="1015" y="519"/>
                  </a:lnTo>
                  <a:lnTo>
                    <a:pt x="1015" y="522"/>
                  </a:lnTo>
                  <a:lnTo>
                    <a:pt x="1015" y="522"/>
                  </a:lnTo>
                  <a:lnTo>
                    <a:pt x="1015" y="522"/>
                  </a:lnTo>
                  <a:lnTo>
                    <a:pt x="1015" y="522"/>
                  </a:lnTo>
                  <a:lnTo>
                    <a:pt x="1015" y="524"/>
                  </a:lnTo>
                  <a:lnTo>
                    <a:pt x="1015" y="524"/>
                  </a:lnTo>
                  <a:lnTo>
                    <a:pt x="1015" y="524"/>
                  </a:lnTo>
                  <a:lnTo>
                    <a:pt x="1015" y="526"/>
                  </a:lnTo>
                  <a:lnTo>
                    <a:pt x="1015" y="526"/>
                  </a:lnTo>
                  <a:lnTo>
                    <a:pt x="1015" y="529"/>
                  </a:lnTo>
                  <a:lnTo>
                    <a:pt x="1017" y="529"/>
                  </a:lnTo>
                  <a:lnTo>
                    <a:pt x="1017" y="529"/>
                  </a:lnTo>
                  <a:lnTo>
                    <a:pt x="1017" y="531"/>
                  </a:lnTo>
                  <a:lnTo>
                    <a:pt x="1017" y="531"/>
                  </a:lnTo>
                  <a:lnTo>
                    <a:pt x="1017" y="531"/>
                  </a:lnTo>
                  <a:lnTo>
                    <a:pt x="1017" y="533"/>
                  </a:lnTo>
                  <a:lnTo>
                    <a:pt x="1017" y="533"/>
                  </a:lnTo>
                  <a:lnTo>
                    <a:pt x="1017" y="533"/>
                  </a:lnTo>
                  <a:lnTo>
                    <a:pt x="1020" y="533"/>
                  </a:lnTo>
                  <a:lnTo>
                    <a:pt x="1020" y="533"/>
                  </a:lnTo>
                  <a:lnTo>
                    <a:pt x="1022" y="533"/>
                  </a:lnTo>
                  <a:lnTo>
                    <a:pt x="1022" y="533"/>
                  </a:lnTo>
                  <a:lnTo>
                    <a:pt x="1022" y="533"/>
                  </a:lnTo>
                  <a:lnTo>
                    <a:pt x="1022" y="533"/>
                  </a:lnTo>
                  <a:lnTo>
                    <a:pt x="1025" y="533"/>
                  </a:lnTo>
                  <a:lnTo>
                    <a:pt x="1025" y="536"/>
                  </a:lnTo>
                  <a:lnTo>
                    <a:pt x="1025" y="536"/>
                  </a:lnTo>
                  <a:lnTo>
                    <a:pt x="1025" y="536"/>
                  </a:lnTo>
                  <a:lnTo>
                    <a:pt x="1025" y="536"/>
                  </a:lnTo>
                  <a:lnTo>
                    <a:pt x="1027" y="536"/>
                  </a:lnTo>
                  <a:lnTo>
                    <a:pt x="1027" y="538"/>
                  </a:lnTo>
                  <a:lnTo>
                    <a:pt x="1027" y="538"/>
                  </a:lnTo>
                  <a:lnTo>
                    <a:pt x="1027" y="541"/>
                  </a:lnTo>
                  <a:lnTo>
                    <a:pt x="1027" y="541"/>
                  </a:lnTo>
                  <a:lnTo>
                    <a:pt x="1027" y="541"/>
                  </a:lnTo>
                  <a:lnTo>
                    <a:pt x="1027" y="541"/>
                  </a:lnTo>
                  <a:lnTo>
                    <a:pt x="1027" y="543"/>
                  </a:lnTo>
                  <a:lnTo>
                    <a:pt x="1027" y="543"/>
                  </a:lnTo>
                  <a:lnTo>
                    <a:pt x="1027" y="543"/>
                  </a:lnTo>
                  <a:lnTo>
                    <a:pt x="1029" y="543"/>
                  </a:lnTo>
                  <a:lnTo>
                    <a:pt x="1029" y="543"/>
                  </a:lnTo>
                  <a:lnTo>
                    <a:pt x="1029" y="543"/>
                  </a:lnTo>
                  <a:lnTo>
                    <a:pt x="1029" y="543"/>
                  </a:lnTo>
                  <a:lnTo>
                    <a:pt x="1032" y="543"/>
                  </a:lnTo>
                  <a:lnTo>
                    <a:pt x="1032" y="543"/>
                  </a:lnTo>
                  <a:lnTo>
                    <a:pt x="1032" y="545"/>
                  </a:lnTo>
                  <a:lnTo>
                    <a:pt x="1034" y="545"/>
                  </a:lnTo>
                  <a:lnTo>
                    <a:pt x="1034" y="545"/>
                  </a:lnTo>
                  <a:lnTo>
                    <a:pt x="1034" y="545"/>
                  </a:lnTo>
                  <a:lnTo>
                    <a:pt x="1034" y="545"/>
                  </a:lnTo>
                  <a:lnTo>
                    <a:pt x="1034" y="548"/>
                  </a:lnTo>
                  <a:lnTo>
                    <a:pt x="1036" y="548"/>
                  </a:lnTo>
                  <a:lnTo>
                    <a:pt x="1036" y="548"/>
                  </a:lnTo>
                  <a:lnTo>
                    <a:pt x="1036" y="548"/>
                  </a:lnTo>
                  <a:lnTo>
                    <a:pt x="1036" y="548"/>
                  </a:lnTo>
                  <a:lnTo>
                    <a:pt x="1036" y="550"/>
                  </a:lnTo>
                  <a:lnTo>
                    <a:pt x="1036" y="550"/>
                  </a:lnTo>
                  <a:lnTo>
                    <a:pt x="1036" y="552"/>
                  </a:lnTo>
                  <a:lnTo>
                    <a:pt x="1039" y="552"/>
                  </a:lnTo>
                  <a:lnTo>
                    <a:pt x="1039" y="552"/>
                  </a:lnTo>
                  <a:lnTo>
                    <a:pt x="1039" y="552"/>
                  </a:lnTo>
                  <a:lnTo>
                    <a:pt x="1039" y="555"/>
                  </a:lnTo>
                  <a:lnTo>
                    <a:pt x="1039" y="555"/>
                  </a:lnTo>
                  <a:lnTo>
                    <a:pt x="1036" y="555"/>
                  </a:lnTo>
                  <a:lnTo>
                    <a:pt x="1036" y="555"/>
                  </a:lnTo>
                  <a:lnTo>
                    <a:pt x="1036" y="555"/>
                  </a:lnTo>
                  <a:lnTo>
                    <a:pt x="1034" y="555"/>
                  </a:lnTo>
                  <a:lnTo>
                    <a:pt x="1034" y="555"/>
                  </a:lnTo>
                  <a:lnTo>
                    <a:pt x="1034" y="555"/>
                  </a:lnTo>
                  <a:lnTo>
                    <a:pt x="1034" y="555"/>
                  </a:lnTo>
                  <a:lnTo>
                    <a:pt x="1032" y="555"/>
                  </a:lnTo>
                  <a:lnTo>
                    <a:pt x="1032" y="555"/>
                  </a:lnTo>
                  <a:lnTo>
                    <a:pt x="1034" y="555"/>
                  </a:lnTo>
                  <a:lnTo>
                    <a:pt x="1034" y="555"/>
                  </a:lnTo>
                  <a:lnTo>
                    <a:pt x="1034" y="557"/>
                  </a:lnTo>
                  <a:lnTo>
                    <a:pt x="1034" y="557"/>
                  </a:lnTo>
                  <a:lnTo>
                    <a:pt x="1036" y="557"/>
                  </a:lnTo>
                  <a:lnTo>
                    <a:pt x="1036" y="557"/>
                  </a:lnTo>
                  <a:lnTo>
                    <a:pt x="1036" y="557"/>
                  </a:lnTo>
                  <a:lnTo>
                    <a:pt x="1036" y="557"/>
                  </a:lnTo>
                  <a:lnTo>
                    <a:pt x="1039" y="557"/>
                  </a:lnTo>
                  <a:lnTo>
                    <a:pt x="1039" y="560"/>
                  </a:lnTo>
                  <a:lnTo>
                    <a:pt x="1039" y="560"/>
                  </a:lnTo>
                  <a:lnTo>
                    <a:pt x="1036" y="560"/>
                  </a:lnTo>
                  <a:lnTo>
                    <a:pt x="1036" y="562"/>
                  </a:lnTo>
                  <a:lnTo>
                    <a:pt x="1036" y="562"/>
                  </a:lnTo>
                  <a:lnTo>
                    <a:pt x="1036" y="562"/>
                  </a:lnTo>
                  <a:lnTo>
                    <a:pt x="1034" y="562"/>
                  </a:lnTo>
                  <a:lnTo>
                    <a:pt x="1034" y="562"/>
                  </a:lnTo>
                  <a:lnTo>
                    <a:pt x="1036" y="562"/>
                  </a:lnTo>
                  <a:lnTo>
                    <a:pt x="1036" y="562"/>
                  </a:lnTo>
                  <a:lnTo>
                    <a:pt x="1036" y="562"/>
                  </a:lnTo>
                  <a:lnTo>
                    <a:pt x="1036" y="562"/>
                  </a:lnTo>
                  <a:lnTo>
                    <a:pt x="1039" y="562"/>
                  </a:lnTo>
                  <a:lnTo>
                    <a:pt x="1039" y="564"/>
                  </a:lnTo>
                  <a:lnTo>
                    <a:pt x="1039" y="564"/>
                  </a:lnTo>
                  <a:lnTo>
                    <a:pt x="1036" y="564"/>
                  </a:lnTo>
                  <a:lnTo>
                    <a:pt x="1036" y="564"/>
                  </a:lnTo>
                  <a:lnTo>
                    <a:pt x="1036" y="564"/>
                  </a:lnTo>
                  <a:lnTo>
                    <a:pt x="1034" y="564"/>
                  </a:lnTo>
                  <a:lnTo>
                    <a:pt x="1034" y="567"/>
                  </a:lnTo>
                  <a:lnTo>
                    <a:pt x="1036" y="567"/>
                  </a:lnTo>
                  <a:lnTo>
                    <a:pt x="1036" y="567"/>
                  </a:lnTo>
                  <a:lnTo>
                    <a:pt x="1036" y="567"/>
                  </a:lnTo>
                  <a:lnTo>
                    <a:pt x="1036" y="569"/>
                  </a:lnTo>
                  <a:lnTo>
                    <a:pt x="1036" y="569"/>
                  </a:lnTo>
                  <a:lnTo>
                    <a:pt x="1036" y="569"/>
                  </a:lnTo>
                  <a:lnTo>
                    <a:pt x="1036" y="571"/>
                  </a:lnTo>
                  <a:lnTo>
                    <a:pt x="1036" y="571"/>
                  </a:lnTo>
                  <a:lnTo>
                    <a:pt x="1039" y="571"/>
                  </a:lnTo>
                  <a:lnTo>
                    <a:pt x="1039" y="574"/>
                  </a:lnTo>
                  <a:lnTo>
                    <a:pt x="1039" y="574"/>
                  </a:lnTo>
                  <a:lnTo>
                    <a:pt x="1039" y="574"/>
                  </a:lnTo>
                  <a:lnTo>
                    <a:pt x="1039" y="576"/>
                  </a:lnTo>
                  <a:lnTo>
                    <a:pt x="1036" y="576"/>
                  </a:lnTo>
                  <a:lnTo>
                    <a:pt x="1036" y="576"/>
                  </a:lnTo>
                  <a:lnTo>
                    <a:pt x="1036" y="576"/>
                  </a:lnTo>
                  <a:lnTo>
                    <a:pt x="1036" y="576"/>
                  </a:lnTo>
                  <a:lnTo>
                    <a:pt x="1034" y="576"/>
                  </a:lnTo>
                  <a:lnTo>
                    <a:pt x="1034" y="576"/>
                  </a:lnTo>
                  <a:lnTo>
                    <a:pt x="1034" y="576"/>
                  </a:lnTo>
                  <a:lnTo>
                    <a:pt x="1032" y="576"/>
                  </a:lnTo>
                  <a:lnTo>
                    <a:pt x="1032" y="576"/>
                  </a:lnTo>
                  <a:lnTo>
                    <a:pt x="1029" y="576"/>
                  </a:lnTo>
                  <a:lnTo>
                    <a:pt x="1029" y="578"/>
                  </a:lnTo>
                  <a:lnTo>
                    <a:pt x="1029" y="578"/>
                  </a:lnTo>
                  <a:lnTo>
                    <a:pt x="1029" y="578"/>
                  </a:lnTo>
                  <a:lnTo>
                    <a:pt x="1029" y="578"/>
                  </a:lnTo>
                  <a:lnTo>
                    <a:pt x="1027" y="578"/>
                  </a:lnTo>
                  <a:lnTo>
                    <a:pt x="1027" y="581"/>
                  </a:lnTo>
                  <a:lnTo>
                    <a:pt x="1027" y="581"/>
                  </a:lnTo>
                  <a:lnTo>
                    <a:pt x="1025" y="581"/>
                  </a:lnTo>
                  <a:lnTo>
                    <a:pt x="1025" y="581"/>
                  </a:lnTo>
                  <a:lnTo>
                    <a:pt x="1025" y="581"/>
                  </a:lnTo>
                  <a:lnTo>
                    <a:pt x="1025" y="581"/>
                  </a:lnTo>
                  <a:lnTo>
                    <a:pt x="1025" y="583"/>
                  </a:lnTo>
                  <a:lnTo>
                    <a:pt x="1022" y="583"/>
                  </a:lnTo>
                  <a:lnTo>
                    <a:pt x="1022" y="583"/>
                  </a:lnTo>
                  <a:lnTo>
                    <a:pt x="1022" y="583"/>
                  </a:lnTo>
                  <a:lnTo>
                    <a:pt x="1022" y="583"/>
                  </a:lnTo>
                  <a:lnTo>
                    <a:pt x="1020" y="583"/>
                  </a:lnTo>
                  <a:lnTo>
                    <a:pt x="1020" y="583"/>
                  </a:lnTo>
                  <a:lnTo>
                    <a:pt x="1020" y="583"/>
                  </a:lnTo>
                  <a:lnTo>
                    <a:pt x="1017" y="583"/>
                  </a:lnTo>
                  <a:lnTo>
                    <a:pt x="1017" y="586"/>
                  </a:lnTo>
                  <a:lnTo>
                    <a:pt x="1017" y="586"/>
                  </a:lnTo>
                  <a:lnTo>
                    <a:pt x="1017" y="586"/>
                  </a:lnTo>
                  <a:lnTo>
                    <a:pt x="1017" y="588"/>
                  </a:lnTo>
                  <a:lnTo>
                    <a:pt x="1017" y="588"/>
                  </a:lnTo>
                  <a:lnTo>
                    <a:pt x="1017" y="588"/>
                  </a:lnTo>
                  <a:lnTo>
                    <a:pt x="1017" y="590"/>
                  </a:lnTo>
                  <a:lnTo>
                    <a:pt x="1015" y="590"/>
                  </a:lnTo>
                  <a:lnTo>
                    <a:pt x="1015" y="590"/>
                  </a:lnTo>
                  <a:lnTo>
                    <a:pt x="1015" y="590"/>
                  </a:lnTo>
                  <a:lnTo>
                    <a:pt x="1015" y="590"/>
                  </a:lnTo>
                  <a:lnTo>
                    <a:pt x="1013" y="590"/>
                  </a:lnTo>
                  <a:lnTo>
                    <a:pt x="1013" y="590"/>
                  </a:lnTo>
                  <a:lnTo>
                    <a:pt x="1013" y="590"/>
                  </a:lnTo>
                  <a:lnTo>
                    <a:pt x="1013" y="588"/>
                  </a:lnTo>
                  <a:lnTo>
                    <a:pt x="1010" y="588"/>
                  </a:lnTo>
                  <a:lnTo>
                    <a:pt x="1010" y="588"/>
                  </a:lnTo>
                  <a:lnTo>
                    <a:pt x="1010" y="588"/>
                  </a:lnTo>
                  <a:lnTo>
                    <a:pt x="1008" y="588"/>
                  </a:lnTo>
                  <a:lnTo>
                    <a:pt x="1008" y="588"/>
                  </a:lnTo>
                  <a:lnTo>
                    <a:pt x="1008" y="588"/>
                  </a:lnTo>
                  <a:lnTo>
                    <a:pt x="1006" y="588"/>
                  </a:lnTo>
                  <a:lnTo>
                    <a:pt x="1006" y="590"/>
                  </a:lnTo>
                  <a:lnTo>
                    <a:pt x="1008" y="590"/>
                  </a:lnTo>
                  <a:lnTo>
                    <a:pt x="1008" y="590"/>
                  </a:lnTo>
                  <a:lnTo>
                    <a:pt x="1008" y="590"/>
                  </a:lnTo>
                  <a:lnTo>
                    <a:pt x="1008" y="590"/>
                  </a:lnTo>
                  <a:lnTo>
                    <a:pt x="1010" y="590"/>
                  </a:lnTo>
                  <a:lnTo>
                    <a:pt x="1010" y="593"/>
                  </a:lnTo>
                  <a:lnTo>
                    <a:pt x="1010" y="593"/>
                  </a:lnTo>
                  <a:lnTo>
                    <a:pt x="1010" y="593"/>
                  </a:lnTo>
                  <a:lnTo>
                    <a:pt x="1010" y="593"/>
                  </a:lnTo>
                  <a:lnTo>
                    <a:pt x="1010" y="593"/>
                  </a:lnTo>
                  <a:lnTo>
                    <a:pt x="1010" y="595"/>
                  </a:lnTo>
                  <a:lnTo>
                    <a:pt x="1013" y="595"/>
                  </a:lnTo>
                  <a:lnTo>
                    <a:pt x="1013" y="595"/>
                  </a:lnTo>
                  <a:lnTo>
                    <a:pt x="1015" y="595"/>
                  </a:lnTo>
                  <a:lnTo>
                    <a:pt x="1015" y="593"/>
                  </a:lnTo>
                  <a:lnTo>
                    <a:pt x="1015" y="593"/>
                  </a:lnTo>
                  <a:lnTo>
                    <a:pt x="1015" y="593"/>
                  </a:lnTo>
                  <a:lnTo>
                    <a:pt x="1015" y="593"/>
                  </a:lnTo>
                  <a:lnTo>
                    <a:pt x="1017" y="593"/>
                  </a:lnTo>
                  <a:lnTo>
                    <a:pt x="1017" y="593"/>
                  </a:lnTo>
                  <a:lnTo>
                    <a:pt x="1017" y="593"/>
                  </a:lnTo>
                  <a:lnTo>
                    <a:pt x="1017" y="593"/>
                  </a:lnTo>
                  <a:lnTo>
                    <a:pt x="1020" y="593"/>
                  </a:lnTo>
                  <a:lnTo>
                    <a:pt x="1020" y="590"/>
                  </a:lnTo>
                  <a:lnTo>
                    <a:pt x="1020" y="590"/>
                  </a:lnTo>
                  <a:lnTo>
                    <a:pt x="1022" y="590"/>
                  </a:lnTo>
                  <a:lnTo>
                    <a:pt x="1022" y="590"/>
                  </a:lnTo>
                  <a:lnTo>
                    <a:pt x="1022" y="590"/>
                  </a:lnTo>
                  <a:lnTo>
                    <a:pt x="1022" y="590"/>
                  </a:lnTo>
                  <a:lnTo>
                    <a:pt x="1025" y="590"/>
                  </a:lnTo>
                  <a:lnTo>
                    <a:pt x="1025" y="590"/>
                  </a:lnTo>
                  <a:lnTo>
                    <a:pt x="1025" y="590"/>
                  </a:lnTo>
                  <a:lnTo>
                    <a:pt x="1027" y="590"/>
                  </a:lnTo>
                  <a:lnTo>
                    <a:pt x="1027" y="590"/>
                  </a:lnTo>
                  <a:lnTo>
                    <a:pt x="1027" y="590"/>
                  </a:lnTo>
                  <a:lnTo>
                    <a:pt x="1029" y="590"/>
                  </a:lnTo>
                  <a:lnTo>
                    <a:pt x="1029" y="593"/>
                  </a:lnTo>
                  <a:lnTo>
                    <a:pt x="1029" y="593"/>
                  </a:lnTo>
                  <a:lnTo>
                    <a:pt x="1029" y="593"/>
                  </a:lnTo>
                  <a:lnTo>
                    <a:pt x="1029" y="593"/>
                  </a:lnTo>
                  <a:lnTo>
                    <a:pt x="1029" y="593"/>
                  </a:lnTo>
                  <a:lnTo>
                    <a:pt x="1032" y="593"/>
                  </a:lnTo>
                  <a:lnTo>
                    <a:pt x="1032" y="595"/>
                  </a:lnTo>
                  <a:lnTo>
                    <a:pt x="1032" y="595"/>
                  </a:lnTo>
                  <a:lnTo>
                    <a:pt x="1032" y="595"/>
                  </a:lnTo>
                  <a:lnTo>
                    <a:pt x="1032" y="597"/>
                  </a:lnTo>
                  <a:lnTo>
                    <a:pt x="1034" y="597"/>
                  </a:lnTo>
                  <a:lnTo>
                    <a:pt x="1034" y="597"/>
                  </a:lnTo>
                  <a:lnTo>
                    <a:pt x="1034" y="597"/>
                  </a:lnTo>
                  <a:lnTo>
                    <a:pt x="1034" y="597"/>
                  </a:lnTo>
                  <a:lnTo>
                    <a:pt x="1036" y="597"/>
                  </a:lnTo>
                  <a:lnTo>
                    <a:pt x="1036" y="597"/>
                  </a:lnTo>
                  <a:lnTo>
                    <a:pt x="1036" y="597"/>
                  </a:lnTo>
                  <a:lnTo>
                    <a:pt x="1036" y="597"/>
                  </a:lnTo>
                  <a:lnTo>
                    <a:pt x="1036" y="595"/>
                  </a:lnTo>
                  <a:lnTo>
                    <a:pt x="1036" y="595"/>
                  </a:lnTo>
                  <a:lnTo>
                    <a:pt x="1036" y="595"/>
                  </a:lnTo>
                  <a:lnTo>
                    <a:pt x="1036" y="595"/>
                  </a:lnTo>
                  <a:lnTo>
                    <a:pt x="1039" y="595"/>
                  </a:lnTo>
                  <a:lnTo>
                    <a:pt x="1039" y="593"/>
                  </a:lnTo>
                  <a:lnTo>
                    <a:pt x="1039" y="593"/>
                  </a:lnTo>
                  <a:lnTo>
                    <a:pt x="1039" y="593"/>
                  </a:lnTo>
                  <a:lnTo>
                    <a:pt x="1041" y="593"/>
                  </a:lnTo>
                  <a:lnTo>
                    <a:pt x="1041" y="593"/>
                  </a:lnTo>
                  <a:lnTo>
                    <a:pt x="1041" y="593"/>
                  </a:lnTo>
                  <a:lnTo>
                    <a:pt x="1041" y="593"/>
                  </a:lnTo>
                  <a:lnTo>
                    <a:pt x="1041" y="593"/>
                  </a:lnTo>
                  <a:lnTo>
                    <a:pt x="1041" y="590"/>
                  </a:lnTo>
                  <a:lnTo>
                    <a:pt x="1041" y="590"/>
                  </a:lnTo>
                  <a:lnTo>
                    <a:pt x="1041" y="590"/>
                  </a:lnTo>
                  <a:lnTo>
                    <a:pt x="1044" y="590"/>
                  </a:lnTo>
                  <a:lnTo>
                    <a:pt x="1044" y="590"/>
                  </a:lnTo>
                  <a:lnTo>
                    <a:pt x="1044" y="588"/>
                  </a:lnTo>
                  <a:lnTo>
                    <a:pt x="1044" y="588"/>
                  </a:lnTo>
                  <a:lnTo>
                    <a:pt x="1044" y="590"/>
                  </a:lnTo>
                  <a:lnTo>
                    <a:pt x="1046" y="590"/>
                  </a:lnTo>
                  <a:lnTo>
                    <a:pt x="1046" y="590"/>
                  </a:lnTo>
                  <a:lnTo>
                    <a:pt x="1046" y="590"/>
                  </a:lnTo>
                  <a:lnTo>
                    <a:pt x="1048" y="590"/>
                  </a:lnTo>
                  <a:lnTo>
                    <a:pt x="1048" y="590"/>
                  </a:lnTo>
                  <a:lnTo>
                    <a:pt x="1048" y="590"/>
                  </a:lnTo>
                  <a:lnTo>
                    <a:pt x="1048" y="593"/>
                  </a:lnTo>
                  <a:lnTo>
                    <a:pt x="1048" y="593"/>
                  </a:lnTo>
                  <a:lnTo>
                    <a:pt x="1048" y="593"/>
                  </a:lnTo>
                  <a:lnTo>
                    <a:pt x="1048" y="593"/>
                  </a:lnTo>
                  <a:lnTo>
                    <a:pt x="1046" y="593"/>
                  </a:lnTo>
                  <a:lnTo>
                    <a:pt x="1046" y="593"/>
                  </a:lnTo>
                  <a:lnTo>
                    <a:pt x="1044" y="593"/>
                  </a:lnTo>
                  <a:lnTo>
                    <a:pt x="1044" y="593"/>
                  </a:lnTo>
                  <a:lnTo>
                    <a:pt x="1044" y="595"/>
                  </a:lnTo>
                  <a:lnTo>
                    <a:pt x="1046" y="595"/>
                  </a:lnTo>
                  <a:lnTo>
                    <a:pt x="1046" y="595"/>
                  </a:lnTo>
                  <a:lnTo>
                    <a:pt x="1048" y="595"/>
                  </a:lnTo>
                  <a:lnTo>
                    <a:pt x="1048" y="595"/>
                  </a:lnTo>
                  <a:lnTo>
                    <a:pt x="1048" y="597"/>
                  </a:lnTo>
                  <a:lnTo>
                    <a:pt x="1048" y="597"/>
                  </a:lnTo>
                  <a:lnTo>
                    <a:pt x="1048" y="597"/>
                  </a:lnTo>
                  <a:lnTo>
                    <a:pt x="1051" y="597"/>
                  </a:lnTo>
                  <a:lnTo>
                    <a:pt x="1051" y="597"/>
                  </a:lnTo>
                  <a:lnTo>
                    <a:pt x="1048" y="597"/>
                  </a:lnTo>
                  <a:lnTo>
                    <a:pt x="1048" y="600"/>
                  </a:lnTo>
                  <a:lnTo>
                    <a:pt x="1051" y="600"/>
                  </a:lnTo>
                  <a:lnTo>
                    <a:pt x="1051" y="600"/>
                  </a:lnTo>
                  <a:lnTo>
                    <a:pt x="1051" y="600"/>
                  </a:lnTo>
                  <a:lnTo>
                    <a:pt x="1051" y="600"/>
                  </a:lnTo>
                  <a:lnTo>
                    <a:pt x="1051" y="602"/>
                  </a:lnTo>
                  <a:lnTo>
                    <a:pt x="1048" y="602"/>
                  </a:lnTo>
                  <a:lnTo>
                    <a:pt x="1048" y="602"/>
                  </a:lnTo>
                  <a:lnTo>
                    <a:pt x="1048" y="602"/>
                  </a:lnTo>
                  <a:lnTo>
                    <a:pt x="1048" y="602"/>
                  </a:lnTo>
                  <a:lnTo>
                    <a:pt x="1048" y="602"/>
                  </a:lnTo>
                  <a:lnTo>
                    <a:pt x="1048" y="605"/>
                  </a:lnTo>
                  <a:lnTo>
                    <a:pt x="1048" y="605"/>
                  </a:lnTo>
                  <a:lnTo>
                    <a:pt x="1046" y="605"/>
                  </a:lnTo>
                  <a:lnTo>
                    <a:pt x="1046" y="607"/>
                  </a:lnTo>
                  <a:lnTo>
                    <a:pt x="1046" y="607"/>
                  </a:lnTo>
                  <a:lnTo>
                    <a:pt x="1046" y="607"/>
                  </a:lnTo>
                  <a:lnTo>
                    <a:pt x="1044" y="607"/>
                  </a:lnTo>
                  <a:lnTo>
                    <a:pt x="1044" y="607"/>
                  </a:lnTo>
                  <a:lnTo>
                    <a:pt x="1044" y="609"/>
                  </a:lnTo>
                  <a:lnTo>
                    <a:pt x="1044" y="609"/>
                  </a:lnTo>
                  <a:lnTo>
                    <a:pt x="1044" y="607"/>
                  </a:lnTo>
                  <a:lnTo>
                    <a:pt x="1044" y="607"/>
                  </a:lnTo>
                  <a:lnTo>
                    <a:pt x="1041" y="607"/>
                  </a:lnTo>
                  <a:lnTo>
                    <a:pt x="1041" y="605"/>
                  </a:lnTo>
                  <a:lnTo>
                    <a:pt x="1041" y="605"/>
                  </a:lnTo>
                  <a:lnTo>
                    <a:pt x="1041" y="605"/>
                  </a:lnTo>
                  <a:lnTo>
                    <a:pt x="1041" y="605"/>
                  </a:lnTo>
                  <a:lnTo>
                    <a:pt x="1039" y="605"/>
                  </a:lnTo>
                  <a:lnTo>
                    <a:pt x="1039" y="605"/>
                  </a:lnTo>
                  <a:lnTo>
                    <a:pt x="1039" y="605"/>
                  </a:lnTo>
                  <a:lnTo>
                    <a:pt x="1036" y="605"/>
                  </a:lnTo>
                  <a:lnTo>
                    <a:pt x="1036" y="607"/>
                  </a:lnTo>
                  <a:lnTo>
                    <a:pt x="1039" y="607"/>
                  </a:lnTo>
                  <a:lnTo>
                    <a:pt x="1039" y="607"/>
                  </a:lnTo>
                  <a:lnTo>
                    <a:pt x="1039" y="607"/>
                  </a:lnTo>
                  <a:lnTo>
                    <a:pt x="1041" y="607"/>
                  </a:lnTo>
                  <a:lnTo>
                    <a:pt x="1041" y="607"/>
                  </a:lnTo>
                  <a:lnTo>
                    <a:pt x="1041" y="607"/>
                  </a:lnTo>
                  <a:lnTo>
                    <a:pt x="1041" y="607"/>
                  </a:lnTo>
                  <a:lnTo>
                    <a:pt x="1041" y="609"/>
                  </a:lnTo>
                  <a:lnTo>
                    <a:pt x="1041" y="609"/>
                  </a:lnTo>
                  <a:lnTo>
                    <a:pt x="1041" y="609"/>
                  </a:lnTo>
                  <a:lnTo>
                    <a:pt x="1041" y="612"/>
                  </a:lnTo>
                  <a:lnTo>
                    <a:pt x="1041" y="612"/>
                  </a:lnTo>
                  <a:lnTo>
                    <a:pt x="1041" y="612"/>
                  </a:lnTo>
                  <a:lnTo>
                    <a:pt x="1041" y="612"/>
                  </a:lnTo>
                  <a:lnTo>
                    <a:pt x="1041" y="614"/>
                  </a:lnTo>
                  <a:lnTo>
                    <a:pt x="1041" y="614"/>
                  </a:lnTo>
                  <a:lnTo>
                    <a:pt x="1041" y="614"/>
                  </a:lnTo>
                  <a:lnTo>
                    <a:pt x="1039" y="614"/>
                  </a:lnTo>
                  <a:lnTo>
                    <a:pt x="1039" y="616"/>
                  </a:lnTo>
                  <a:lnTo>
                    <a:pt x="1041" y="616"/>
                  </a:lnTo>
                  <a:lnTo>
                    <a:pt x="1041" y="616"/>
                  </a:lnTo>
                  <a:lnTo>
                    <a:pt x="1041" y="616"/>
                  </a:lnTo>
                  <a:lnTo>
                    <a:pt x="1041" y="619"/>
                  </a:lnTo>
                  <a:lnTo>
                    <a:pt x="1041" y="619"/>
                  </a:lnTo>
                  <a:lnTo>
                    <a:pt x="1041" y="619"/>
                  </a:lnTo>
                  <a:lnTo>
                    <a:pt x="1041" y="621"/>
                  </a:lnTo>
                  <a:lnTo>
                    <a:pt x="1041" y="621"/>
                  </a:lnTo>
                  <a:lnTo>
                    <a:pt x="1041" y="621"/>
                  </a:lnTo>
                  <a:lnTo>
                    <a:pt x="1041" y="621"/>
                  </a:lnTo>
                  <a:lnTo>
                    <a:pt x="1041" y="621"/>
                  </a:lnTo>
                  <a:lnTo>
                    <a:pt x="1039" y="621"/>
                  </a:lnTo>
                  <a:lnTo>
                    <a:pt x="1039" y="621"/>
                  </a:lnTo>
                  <a:lnTo>
                    <a:pt x="1036" y="621"/>
                  </a:lnTo>
                  <a:lnTo>
                    <a:pt x="1036" y="621"/>
                  </a:lnTo>
                  <a:lnTo>
                    <a:pt x="1036" y="621"/>
                  </a:lnTo>
                  <a:lnTo>
                    <a:pt x="1034" y="621"/>
                  </a:lnTo>
                  <a:lnTo>
                    <a:pt x="1034" y="621"/>
                  </a:lnTo>
                  <a:lnTo>
                    <a:pt x="1034" y="621"/>
                  </a:lnTo>
                  <a:lnTo>
                    <a:pt x="1034" y="619"/>
                  </a:lnTo>
                  <a:lnTo>
                    <a:pt x="1034" y="619"/>
                  </a:lnTo>
                  <a:lnTo>
                    <a:pt x="1034" y="619"/>
                  </a:lnTo>
                  <a:lnTo>
                    <a:pt x="1032" y="619"/>
                  </a:lnTo>
                  <a:lnTo>
                    <a:pt x="1032" y="621"/>
                  </a:lnTo>
                  <a:lnTo>
                    <a:pt x="1034" y="621"/>
                  </a:lnTo>
                  <a:lnTo>
                    <a:pt x="1034" y="621"/>
                  </a:lnTo>
                  <a:lnTo>
                    <a:pt x="1034" y="621"/>
                  </a:lnTo>
                  <a:lnTo>
                    <a:pt x="1034" y="621"/>
                  </a:lnTo>
                  <a:lnTo>
                    <a:pt x="1034" y="624"/>
                  </a:lnTo>
                  <a:lnTo>
                    <a:pt x="1034" y="624"/>
                  </a:lnTo>
                  <a:lnTo>
                    <a:pt x="1034" y="624"/>
                  </a:lnTo>
                  <a:lnTo>
                    <a:pt x="1034" y="626"/>
                  </a:lnTo>
                  <a:lnTo>
                    <a:pt x="1034" y="626"/>
                  </a:lnTo>
                  <a:lnTo>
                    <a:pt x="1034" y="626"/>
                  </a:lnTo>
                  <a:lnTo>
                    <a:pt x="1034" y="628"/>
                  </a:lnTo>
                  <a:lnTo>
                    <a:pt x="1034" y="628"/>
                  </a:lnTo>
                  <a:lnTo>
                    <a:pt x="1034" y="631"/>
                  </a:lnTo>
                  <a:lnTo>
                    <a:pt x="1034" y="631"/>
                  </a:lnTo>
                  <a:lnTo>
                    <a:pt x="1034" y="631"/>
                  </a:lnTo>
                  <a:lnTo>
                    <a:pt x="1032" y="631"/>
                  </a:lnTo>
                  <a:lnTo>
                    <a:pt x="1032" y="631"/>
                  </a:lnTo>
                  <a:lnTo>
                    <a:pt x="1032" y="633"/>
                  </a:lnTo>
                  <a:lnTo>
                    <a:pt x="1029" y="633"/>
                  </a:lnTo>
                  <a:lnTo>
                    <a:pt x="1029" y="633"/>
                  </a:lnTo>
                  <a:lnTo>
                    <a:pt x="1029" y="633"/>
                  </a:lnTo>
                  <a:lnTo>
                    <a:pt x="1029" y="635"/>
                  </a:lnTo>
                  <a:lnTo>
                    <a:pt x="1032" y="635"/>
                  </a:lnTo>
                  <a:lnTo>
                    <a:pt x="1032" y="635"/>
                  </a:lnTo>
                  <a:lnTo>
                    <a:pt x="1034" y="635"/>
                  </a:lnTo>
                  <a:lnTo>
                    <a:pt x="1034" y="635"/>
                  </a:lnTo>
                  <a:lnTo>
                    <a:pt x="1034" y="638"/>
                  </a:lnTo>
                  <a:lnTo>
                    <a:pt x="1034" y="638"/>
                  </a:lnTo>
                  <a:lnTo>
                    <a:pt x="1034" y="638"/>
                  </a:lnTo>
                  <a:lnTo>
                    <a:pt x="1034" y="640"/>
                  </a:lnTo>
                  <a:lnTo>
                    <a:pt x="1034" y="640"/>
                  </a:lnTo>
                  <a:lnTo>
                    <a:pt x="1034" y="640"/>
                  </a:lnTo>
                  <a:lnTo>
                    <a:pt x="1034" y="642"/>
                  </a:lnTo>
                  <a:lnTo>
                    <a:pt x="1034" y="642"/>
                  </a:lnTo>
                  <a:lnTo>
                    <a:pt x="1034" y="642"/>
                  </a:lnTo>
                  <a:lnTo>
                    <a:pt x="1034" y="642"/>
                  </a:lnTo>
                  <a:lnTo>
                    <a:pt x="1034" y="642"/>
                  </a:lnTo>
                  <a:lnTo>
                    <a:pt x="1032" y="642"/>
                  </a:lnTo>
                  <a:lnTo>
                    <a:pt x="1032" y="642"/>
                  </a:lnTo>
                  <a:lnTo>
                    <a:pt x="1032" y="642"/>
                  </a:lnTo>
                  <a:lnTo>
                    <a:pt x="1029" y="642"/>
                  </a:lnTo>
                  <a:lnTo>
                    <a:pt x="1029" y="642"/>
                  </a:lnTo>
                  <a:lnTo>
                    <a:pt x="1029" y="642"/>
                  </a:lnTo>
                  <a:lnTo>
                    <a:pt x="1029" y="642"/>
                  </a:lnTo>
                  <a:lnTo>
                    <a:pt x="1029" y="642"/>
                  </a:lnTo>
                  <a:lnTo>
                    <a:pt x="1029" y="642"/>
                  </a:lnTo>
                  <a:lnTo>
                    <a:pt x="1027" y="642"/>
                  </a:lnTo>
                  <a:lnTo>
                    <a:pt x="1027" y="645"/>
                  </a:lnTo>
                  <a:lnTo>
                    <a:pt x="1027" y="645"/>
                  </a:lnTo>
                  <a:lnTo>
                    <a:pt x="1027" y="647"/>
                  </a:lnTo>
                  <a:lnTo>
                    <a:pt x="1027" y="647"/>
                  </a:lnTo>
                  <a:lnTo>
                    <a:pt x="1027" y="650"/>
                  </a:lnTo>
                  <a:lnTo>
                    <a:pt x="1027" y="650"/>
                  </a:lnTo>
                  <a:lnTo>
                    <a:pt x="1027" y="647"/>
                  </a:lnTo>
                  <a:lnTo>
                    <a:pt x="1027" y="647"/>
                  </a:lnTo>
                  <a:lnTo>
                    <a:pt x="1025" y="647"/>
                  </a:lnTo>
                  <a:lnTo>
                    <a:pt x="1025" y="647"/>
                  </a:lnTo>
                  <a:lnTo>
                    <a:pt x="1025" y="647"/>
                  </a:lnTo>
                  <a:lnTo>
                    <a:pt x="1025" y="647"/>
                  </a:lnTo>
                  <a:lnTo>
                    <a:pt x="1022" y="647"/>
                  </a:lnTo>
                  <a:lnTo>
                    <a:pt x="1022" y="650"/>
                  </a:lnTo>
                  <a:lnTo>
                    <a:pt x="1025" y="650"/>
                  </a:lnTo>
                  <a:lnTo>
                    <a:pt x="1025" y="650"/>
                  </a:lnTo>
                  <a:lnTo>
                    <a:pt x="1022" y="650"/>
                  </a:lnTo>
                  <a:lnTo>
                    <a:pt x="1022" y="650"/>
                  </a:lnTo>
                  <a:lnTo>
                    <a:pt x="1022" y="652"/>
                  </a:lnTo>
                  <a:lnTo>
                    <a:pt x="1022" y="652"/>
                  </a:lnTo>
                  <a:lnTo>
                    <a:pt x="1022" y="652"/>
                  </a:lnTo>
                  <a:lnTo>
                    <a:pt x="1025" y="652"/>
                  </a:lnTo>
                  <a:lnTo>
                    <a:pt x="1025" y="652"/>
                  </a:lnTo>
                  <a:lnTo>
                    <a:pt x="1022" y="652"/>
                  </a:lnTo>
                  <a:lnTo>
                    <a:pt x="1022" y="654"/>
                  </a:lnTo>
                  <a:lnTo>
                    <a:pt x="1022" y="654"/>
                  </a:lnTo>
                  <a:lnTo>
                    <a:pt x="1022" y="654"/>
                  </a:lnTo>
                  <a:lnTo>
                    <a:pt x="1022" y="654"/>
                  </a:lnTo>
                  <a:lnTo>
                    <a:pt x="1020" y="654"/>
                  </a:lnTo>
                  <a:lnTo>
                    <a:pt x="1020" y="654"/>
                  </a:lnTo>
                  <a:lnTo>
                    <a:pt x="1020" y="654"/>
                  </a:lnTo>
                  <a:lnTo>
                    <a:pt x="1020" y="652"/>
                  </a:lnTo>
                  <a:lnTo>
                    <a:pt x="1017" y="652"/>
                  </a:lnTo>
                  <a:lnTo>
                    <a:pt x="1017" y="652"/>
                  </a:lnTo>
                  <a:lnTo>
                    <a:pt x="1017" y="652"/>
                  </a:lnTo>
                  <a:lnTo>
                    <a:pt x="1017" y="650"/>
                  </a:lnTo>
                  <a:lnTo>
                    <a:pt x="1017" y="650"/>
                  </a:lnTo>
                  <a:lnTo>
                    <a:pt x="1017" y="650"/>
                  </a:lnTo>
                  <a:lnTo>
                    <a:pt x="1017" y="652"/>
                  </a:lnTo>
                  <a:lnTo>
                    <a:pt x="1015" y="652"/>
                  </a:lnTo>
                  <a:lnTo>
                    <a:pt x="1015" y="652"/>
                  </a:lnTo>
                  <a:lnTo>
                    <a:pt x="1017" y="652"/>
                  </a:lnTo>
                  <a:lnTo>
                    <a:pt x="1017" y="652"/>
                  </a:lnTo>
                  <a:lnTo>
                    <a:pt x="1015" y="652"/>
                  </a:lnTo>
                  <a:lnTo>
                    <a:pt x="1015" y="652"/>
                  </a:lnTo>
                  <a:lnTo>
                    <a:pt x="1015" y="654"/>
                  </a:lnTo>
                  <a:lnTo>
                    <a:pt x="1015" y="654"/>
                  </a:lnTo>
                  <a:lnTo>
                    <a:pt x="1015" y="654"/>
                  </a:lnTo>
                  <a:lnTo>
                    <a:pt x="1013" y="654"/>
                  </a:lnTo>
                  <a:lnTo>
                    <a:pt x="1013" y="657"/>
                  </a:lnTo>
                  <a:lnTo>
                    <a:pt x="1013" y="657"/>
                  </a:lnTo>
                  <a:lnTo>
                    <a:pt x="1013" y="657"/>
                  </a:lnTo>
                  <a:lnTo>
                    <a:pt x="1013" y="659"/>
                  </a:lnTo>
                  <a:lnTo>
                    <a:pt x="1010" y="659"/>
                  </a:lnTo>
                  <a:lnTo>
                    <a:pt x="1010" y="659"/>
                  </a:lnTo>
                  <a:lnTo>
                    <a:pt x="1010" y="659"/>
                  </a:lnTo>
                  <a:lnTo>
                    <a:pt x="1010" y="661"/>
                  </a:lnTo>
                  <a:lnTo>
                    <a:pt x="1010" y="661"/>
                  </a:lnTo>
                  <a:lnTo>
                    <a:pt x="1010" y="661"/>
                  </a:lnTo>
                  <a:lnTo>
                    <a:pt x="1013" y="661"/>
                  </a:lnTo>
                  <a:lnTo>
                    <a:pt x="1013" y="661"/>
                  </a:lnTo>
                  <a:lnTo>
                    <a:pt x="1013" y="664"/>
                  </a:lnTo>
                  <a:lnTo>
                    <a:pt x="1010" y="664"/>
                  </a:lnTo>
                  <a:lnTo>
                    <a:pt x="1010" y="664"/>
                  </a:lnTo>
                  <a:lnTo>
                    <a:pt x="1010" y="666"/>
                  </a:lnTo>
                  <a:lnTo>
                    <a:pt x="1010" y="666"/>
                  </a:lnTo>
                  <a:lnTo>
                    <a:pt x="1010" y="666"/>
                  </a:lnTo>
                  <a:lnTo>
                    <a:pt x="1010" y="666"/>
                  </a:lnTo>
                  <a:lnTo>
                    <a:pt x="1010" y="669"/>
                  </a:lnTo>
                  <a:lnTo>
                    <a:pt x="1010" y="669"/>
                  </a:lnTo>
                  <a:lnTo>
                    <a:pt x="1008" y="669"/>
                  </a:lnTo>
                  <a:lnTo>
                    <a:pt x="1008" y="671"/>
                  </a:lnTo>
                  <a:lnTo>
                    <a:pt x="1008" y="671"/>
                  </a:lnTo>
                  <a:lnTo>
                    <a:pt x="1008" y="671"/>
                  </a:lnTo>
                  <a:lnTo>
                    <a:pt x="1008" y="671"/>
                  </a:lnTo>
                  <a:lnTo>
                    <a:pt x="1008" y="671"/>
                  </a:lnTo>
                  <a:lnTo>
                    <a:pt x="1006" y="671"/>
                  </a:lnTo>
                  <a:lnTo>
                    <a:pt x="1006" y="673"/>
                  </a:lnTo>
                  <a:lnTo>
                    <a:pt x="1008" y="673"/>
                  </a:lnTo>
                  <a:lnTo>
                    <a:pt x="1008" y="673"/>
                  </a:lnTo>
                  <a:lnTo>
                    <a:pt x="1008" y="673"/>
                  </a:lnTo>
                  <a:lnTo>
                    <a:pt x="1008" y="676"/>
                  </a:lnTo>
                  <a:lnTo>
                    <a:pt x="1008" y="676"/>
                  </a:lnTo>
                  <a:lnTo>
                    <a:pt x="1006" y="676"/>
                  </a:lnTo>
                  <a:lnTo>
                    <a:pt x="1006" y="676"/>
                  </a:lnTo>
                  <a:lnTo>
                    <a:pt x="1006" y="676"/>
                  </a:lnTo>
                  <a:lnTo>
                    <a:pt x="1003" y="676"/>
                  </a:lnTo>
                  <a:lnTo>
                    <a:pt x="1003" y="676"/>
                  </a:lnTo>
                  <a:lnTo>
                    <a:pt x="1003" y="676"/>
                  </a:lnTo>
                  <a:lnTo>
                    <a:pt x="1003" y="678"/>
                  </a:lnTo>
                  <a:lnTo>
                    <a:pt x="1001" y="678"/>
                  </a:lnTo>
                  <a:lnTo>
                    <a:pt x="1001" y="676"/>
                  </a:lnTo>
                  <a:lnTo>
                    <a:pt x="1001" y="676"/>
                  </a:lnTo>
                  <a:lnTo>
                    <a:pt x="1001" y="676"/>
                  </a:lnTo>
                  <a:lnTo>
                    <a:pt x="1001" y="678"/>
                  </a:lnTo>
                  <a:lnTo>
                    <a:pt x="999" y="678"/>
                  </a:lnTo>
                  <a:lnTo>
                    <a:pt x="999" y="678"/>
                  </a:lnTo>
                  <a:lnTo>
                    <a:pt x="1001" y="678"/>
                  </a:lnTo>
                  <a:lnTo>
                    <a:pt x="1001" y="678"/>
                  </a:lnTo>
                  <a:lnTo>
                    <a:pt x="1001" y="680"/>
                  </a:lnTo>
                  <a:lnTo>
                    <a:pt x="1001" y="680"/>
                  </a:lnTo>
                  <a:lnTo>
                    <a:pt x="1001" y="680"/>
                  </a:lnTo>
                  <a:lnTo>
                    <a:pt x="1001" y="683"/>
                  </a:lnTo>
                  <a:lnTo>
                    <a:pt x="1001" y="683"/>
                  </a:lnTo>
                  <a:lnTo>
                    <a:pt x="1001" y="683"/>
                  </a:lnTo>
                  <a:lnTo>
                    <a:pt x="1001" y="685"/>
                  </a:lnTo>
                  <a:lnTo>
                    <a:pt x="1001" y="685"/>
                  </a:lnTo>
                  <a:lnTo>
                    <a:pt x="1001" y="685"/>
                  </a:lnTo>
                  <a:lnTo>
                    <a:pt x="1001" y="687"/>
                  </a:lnTo>
                  <a:lnTo>
                    <a:pt x="1001" y="687"/>
                  </a:lnTo>
                  <a:lnTo>
                    <a:pt x="1001" y="685"/>
                  </a:lnTo>
                  <a:lnTo>
                    <a:pt x="999" y="685"/>
                  </a:lnTo>
                  <a:lnTo>
                    <a:pt x="999" y="687"/>
                  </a:lnTo>
                  <a:lnTo>
                    <a:pt x="999" y="687"/>
                  </a:lnTo>
                  <a:lnTo>
                    <a:pt x="999" y="687"/>
                  </a:lnTo>
                  <a:lnTo>
                    <a:pt x="996" y="687"/>
                  </a:lnTo>
                  <a:lnTo>
                    <a:pt x="996" y="687"/>
                  </a:lnTo>
                  <a:lnTo>
                    <a:pt x="996" y="687"/>
                  </a:lnTo>
                  <a:lnTo>
                    <a:pt x="996" y="685"/>
                  </a:lnTo>
                  <a:lnTo>
                    <a:pt x="996" y="685"/>
                  </a:lnTo>
                  <a:lnTo>
                    <a:pt x="996" y="687"/>
                  </a:lnTo>
                  <a:lnTo>
                    <a:pt x="994" y="687"/>
                  </a:lnTo>
                  <a:lnTo>
                    <a:pt x="994" y="687"/>
                  </a:lnTo>
                  <a:lnTo>
                    <a:pt x="994" y="687"/>
                  </a:lnTo>
                  <a:lnTo>
                    <a:pt x="994" y="687"/>
                  </a:lnTo>
                  <a:lnTo>
                    <a:pt x="996" y="687"/>
                  </a:lnTo>
                  <a:lnTo>
                    <a:pt x="996" y="690"/>
                  </a:lnTo>
                  <a:lnTo>
                    <a:pt x="996" y="690"/>
                  </a:lnTo>
                  <a:lnTo>
                    <a:pt x="996" y="690"/>
                  </a:lnTo>
                  <a:lnTo>
                    <a:pt x="996" y="692"/>
                  </a:lnTo>
                  <a:lnTo>
                    <a:pt x="996" y="692"/>
                  </a:lnTo>
                  <a:lnTo>
                    <a:pt x="996" y="692"/>
                  </a:lnTo>
                  <a:lnTo>
                    <a:pt x="994" y="692"/>
                  </a:lnTo>
                  <a:lnTo>
                    <a:pt x="994" y="692"/>
                  </a:lnTo>
                  <a:lnTo>
                    <a:pt x="994" y="692"/>
                  </a:lnTo>
                  <a:lnTo>
                    <a:pt x="991" y="692"/>
                  </a:lnTo>
                  <a:lnTo>
                    <a:pt x="991" y="692"/>
                  </a:lnTo>
                  <a:lnTo>
                    <a:pt x="991" y="692"/>
                  </a:lnTo>
                  <a:lnTo>
                    <a:pt x="991" y="695"/>
                  </a:lnTo>
                  <a:lnTo>
                    <a:pt x="989" y="695"/>
                  </a:lnTo>
                  <a:lnTo>
                    <a:pt x="989" y="695"/>
                  </a:lnTo>
                  <a:lnTo>
                    <a:pt x="991" y="695"/>
                  </a:lnTo>
                  <a:lnTo>
                    <a:pt x="991" y="697"/>
                  </a:lnTo>
                  <a:lnTo>
                    <a:pt x="991" y="697"/>
                  </a:lnTo>
                  <a:lnTo>
                    <a:pt x="989" y="697"/>
                  </a:lnTo>
                  <a:lnTo>
                    <a:pt x="989" y="699"/>
                  </a:lnTo>
                  <a:lnTo>
                    <a:pt x="991" y="699"/>
                  </a:lnTo>
                  <a:lnTo>
                    <a:pt x="991" y="699"/>
                  </a:lnTo>
                  <a:lnTo>
                    <a:pt x="991" y="699"/>
                  </a:lnTo>
                  <a:lnTo>
                    <a:pt x="991" y="702"/>
                  </a:lnTo>
                  <a:lnTo>
                    <a:pt x="991" y="702"/>
                  </a:lnTo>
                  <a:lnTo>
                    <a:pt x="991" y="702"/>
                  </a:lnTo>
                  <a:lnTo>
                    <a:pt x="991" y="702"/>
                  </a:lnTo>
                  <a:lnTo>
                    <a:pt x="989" y="702"/>
                  </a:lnTo>
                  <a:lnTo>
                    <a:pt x="989" y="702"/>
                  </a:lnTo>
                  <a:lnTo>
                    <a:pt x="989" y="704"/>
                  </a:lnTo>
                  <a:lnTo>
                    <a:pt x="989" y="704"/>
                  </a:lnTo>
                  <a:lnTo>
                    <a:pt x="989" y="704"/>
                  </a:lnTo>
                  <a:lnTo>
                    <a:pt x="991" y="704"/>
                  </a:lnTo>
                  <a:lnTo>
                    <a:pt x="991" y="706"/>
                  </a:lnTo>
                  <a:lnTo>
                    <a:pt x="989" y="706"/>
                  </a:lnTo>
                  <a:lnTo>
                    <a:pt x="989" y="706"/>
                  </a:lnTo>
                  <a:lnTo>
                    <a:pt x="989" y="706"/>
                  </a:lnTo>
                  <a:lnTo>
                    <a:pt x="989" y="706"/>
                  </a:lnTo>
                  <a:lnTo>
                    <a:pt x="989" y="709"/>
                  </a:lnTo>
                  <a:lnTo>
                    <a:pt x="991" y="709"/>
                  </a:lnTo>
                  <a:lnTo>
                    <a:pt x="991" y="709"/>
                  </a:lnTo>
                  <a:lnTo>
                    <a:pt x="991" y="706"/>
                  </a:lnTo>
                  <a:lnTo>
                    <a:pt x="991" y="706"/>
                  </a:lnTo>
                  <a:lnTo>
                    <a:pt x="991" y="709"/>
                  </a:lnTo>
                  <a:lnTo>
                    <a:pt x="991" y="709"/>
                  </a:lnTo>
                  <a:lnTo>
                    <a:pt x="994" y="709"/>
                  </a:lnTo>
                  <a:lnTo>
                    <a:pt x="994" y="709"/>
                  </a:lnTo>
                  <a:lnTo>
                    <a:pt x="996" y="709"/>
                  </a:lnTo>
                  <a:lnTo>
                    <a:pt x="996" y="711"/>
                  </a:lnTo>
                  <a:lnTo>
                    <a:pt x="996" y="711"/>
                  </a:lnTo>
                  <a:lnTo>
                    <a:pt x="994" y="711"/>
                  </a:lnTo>
                  <a:lnTo>
                    <a:pt x="994" y="711"/>
                  </a:lnTo>
                  <a:lnTo>
                    <a:pt x="994" y="714"/>
                  </a:lnTo>
                  <a:lnTo>
                    <a:pt x="994" y="714"/>
                  </a:lnTo>
                  <a:lnTo>
                    <a:pt x="994" y="714"/>
                  </a:lnTo>
                  <a:lnTo>
                    <a:pt x="991" y="714"/>
                  </a:lnTo>
                  <a:lnTo>
                    <a:pt x="991" y="716"/>
                  </a:lnTo>
                  <a:lnTo>
                    <a:pt x="991" y="716"/>
                  </a:lnTo>
                  <a:lnTo>
                    <a:pt x="991" y="716"/>
                  </a:lnTo>
                  <a:lnTo>
                    <a:pt x="991" y="716"/>
                  </a:lnTo>
                  <a:lnTo>
                    <a:pt x="991" y="718"/>
                  </a:lnTo>
                  <a:lnTo>
                    <a:pt x="991" y="718"/>
                  </a:lnTo>
                  <a:lnTo>
                    <a:pt x="991" y="718"/>
                  </a:lnTo>
                  <a:lnTo>
                    <a:pt x="991" y="718"/>
                  </a:lnTo>
                  <a:lnTo>
                    <a:pt x="991" y="718"/>
                  </a:lnTo>
                  <a:lnTo>
                    <a:pt x="989" y="718"/>
                  </a:lnTo>
                  <a:lnTo>
                    <a:pt x="989" y="716"/>
                  </a:lnTo>
                  <a:lnTo>
                    <a:pt x="989" y="716"/>
                  </a:lnTo>
                  <a:lnTo>
                    <a:pt x="989" y="716"/>
                  </a:lnTo>
                  <a:lnTo>
                    <a:pt x="987" y="716"/>
                  </a:lnTo>
                  <a:lnTo>
                    <a:pt x="987" y="716"/>
                  </a:lnTo>
                  <a:lnTo>
                    <a:pt x="987" y="718"/>
                  </a:lnTo>
                  <a:lnTo>
                    <a:pt x="987" y="718"/>
                  </a:lnTo>
                  <a:lnTo>
                    <a:pt x="987" y="718"/>
                  </a:lnTo>
                  <a:lnTo>
                    <a:pt x="989" y="718"/>
                  </a:lnTo>
                  <a:lnTo>
                    <a:pt x="989" y="721"/>
                  </a:lnTo>
                  <a:lnTo>
                    <a:pt x="989" y="721"/>
                  </a:lnTo>
                  <a:lnTo>
                    <a:pt x="989" y="721"/>
                  </a:lnTo>
                  <a:lnTo>
                    <a:pt x="987" y="721"/>
                  </a:lnTo>
                  <a:lnTo>
                    <a:pt x="987" y="721"/>
                  </a:lnTo>
                  <a:lnTo>
                    <a:pt x="987" y="721"/>
                  </a:lnTo>
                  <a:lnTo>
                    <a:pt x="984" y="721"/>
                  </a:lnTo>
                  <a:lnTo>
                    <a:pt x="984" y="721"/>
                  </a:lnTo>
                  <a:lnTo>
                    <a:pt x="984" y="721"/>
                  </a:lnTo>
                  <a:lnTo>
                    <a:pt x="984" y="718"/>
                  </a:lnTo>
                  <a:lnTo>
                    <a:pt x="984" y="718"/>
                  </a:lnTo>
                  <a:lnTo>
                    <a:pt x="984" y="718"/>
                  </a:lnTo>
                  <a:lnTo>
                    <a:pt x="984" y="716"/>
                  </a:lnTo>
                  <a:lnTo>
                    <a:pt x="984" y="716"/>
                  </a:lnTo>
                  <a:lnTo>
                    <a:pt x="984" y="714"/>
                  </a:lnTo>
                  <a:lnTo>
                    <a:pt x="984" y="714"/>
                  </a:lnTo>
                  <a:lnTo>
                    <a:pt x="984" y="714"/>
                  </a:lnTo>
                  <a:lnTo>
                    <a:pt x="984" y="711"/>
                  </a:lnTo>
                  <a:lnTo>
                    <a:pt x="984" y="711"/>
                  </a:lnTo>
                  <a:lnTo>
                    <a:pt x="984" y="714"/>
                  </a:lnTo>
                  <a:lnTo>
                    <a:pt x="984" y="714"/>
                  </a:lnTo>
                  <a:lnTo>
                    <a:pt x="982" y="714"/>
                  </a:lnTo>
                  <a:lnTo>
                    <a:pt x="982" y="716"/>
                  </a:lnTo>
                  <a:lnTo>
                    <a:pt x="982" y="716"/>
                  </a:lnTo>
                  <a:lnTo>
                    <a:pt x="982" y="714"/>
                  </a:lnTo>
                  <a:lnTo>
                    <a:pt x="982" y="714"/>
                  </a:lnTo>
                  <a:lnTo>
                    <a:pt x="982" y="714"/>
                  </a:lnTo>
                  <a:lnTo>
                    <a:pt x="980" y="714"/>
                  </a:lnTo>
                  <a:lnTo>
                    <a:pt x="980" y="714"/>
                  </a:lnTo>
                  <a:lnTo>
                    <a:pt x="980" y="716"/>
                  </a:lnTo>
                  <a:lnTo>
                    <a:pt x="982" y="716"/>
                  </a:lnTo>
                  <a:lnTo>
                    <a:pt x="982" y="716"/>
                  </a:lnTo>
                  <a:lnTo>
                    <a:pt x="982" y="716"/>
                  </a:lnTo>
                  <a:lnTo>
                    <a:pt x="982" y="716"/>
                  </a:lnTo>
                  <a:lnTo>
                    <a:pt x="984" y="716"/>
                  </a:lnTo>
                  <a:lnTo>
                    <a:pt x="984" y="718"/>
                  </a:lnTo>
                  <a:lnTo>
                    <a:pt x="984" y="718"/>
                  </a:lnTo>
                  <a:lnTo>
                    <a:pt x="984" y="721"/>
                  </a:lnTo>
                  <a:lnTo>
                    <a:pt x="982" y="721"/>
                  </a:lnTo>
                  <a:lnTo>
                    <a:pt x="982" y="721"/>
                  </a:lnTo>
                  <a:lnTo>
                    <a:pt x="982" y="721"/>
                  </a:lnTo>
                  <a:lnTo>
                    <a:pt x="982" y="721"/>
                  </a:lnTo>
                  <a:lnTo>
                    <a:pt x="982" y="721"/>
                  </a:lnTo>
                  <a:lnTo>
                    <a:pt x="982" y="721"/>
                  </a:lnTo>
                  <a:lnTo>
                    <a:pt x="980" y="721"/>
                  </a:lnTo>
                  <a:lnTo>
                    <a:pt x="980" y="721"/>
                  </a:lnTo>
                  <a:lnTo>
                    <a:pt x="980" y="721"/>
                  </a:lnTo>
                  <a:lnTo>
                    <a:pt x="980" y="723"/>
                  </a:lnTo>
                  <a:lnTo>
                    <a:pt x="980" y="723"/>
                  </a:lnTo>
                  <a:lnTo>
                    <a:pt x="980" y="725"/>
                  </a:lnTo>
                  <a:lnTo>
                    <a:pt x="977" y="725"/>
                  </a:lnTo>
                  <a:lnTo>
                    <a:pt x="977" y="725"/>
                  </a:lnTo>
                  <a:lnTo>
                    <a:pt x="977" y="723"/>
                  </a:lnTo>
                  <a:lnTo>
                    <a:pt x="977" y="723"/>
                  </a:lnTo>
                  <a:lnTo>
                    <a:pt x="977" y="723"/>
                  </a:lnTo>
                  <a:lnTo>
                    <a:pt x="977" y="723"/>
                  </a:lnTo>
                  <a:lnTo>
                    <a:pt x="977" y="725"/>
                  </a:lnTo>
                  <a:lnTo>
                    <a:pt x="977" y="725"/>
                  </a:lnTo>
                  <a:lnTo>
                    <a:pt x="977" y="728"/>
                  </a:lnTo>
                  <a:lnTo>
                    <a:pt x="975" y="728"/>
                  </a:lnTo>
                  <a:lnTo>
                    <a:pt x="975" y="728"/>
                  </a:lnTo>
                  <a:lnTo>
                    <a:pt x="975" y="730"/>
                  </a:lnTo>
                  <a:lnTo>
                    <a:pt x="975" y="730"/>
                  </a:lnTo>
                  <a:lnTo>
                    <a:pt x="975" y="730"/>
                  </a:lnTo>
                  <a:lnTo>
                    <a:pt x="975" y="728"/>
                  </a:lnTo>
                  <a:lnTo>
                    <a:pt x="973" y="728"/>
                  </a:lnTo>
                  <a:lnTo>
                    <a:pt x="973" y="730"/>
                  </a:lnTo>
                  <a:lnTo>
                    <a:pt x="973" y="730"/>
                  </a:lnTo>
                  <a:lnTo>
                    <a:pt x="970" y="730"/>
                  </a:lnTo>
                  <a:lnTo>
                    <a:pt x="970" y="730"/>
                  </a:lnTo>
                  <a:lnTo>
                    <a:pt x="970" y="730"/>
                  </a:lnTo>
                  <a:lnTo>
                    <a:pt x="970" y="733"/>
                  </a:lnTo>
                  <a:lnTo>
                    <a:pt x="970" y="733"/>
                  </a:lnTo>
                  <a:lnTo>
                    <a:pt x="970" y="733"/>
                  </a:lnTo>
                  <a:lnTo>
                    <a:pt x="970" y="733"/>
                  </a:lnTo>
                  <a:lnTo>
                    <a:pt x="970" y="735"/>
                  </a:lnTo>
                  <a:lnTo>
                    <a:pt x="970" y="735"/>
                  </a:lnTo>
                  <a:lnTo>
                    <a:pt x="970" y="737"/>
                  </a:lnTo>
                  <a:lnTo>
                    <a:pt x="968" y="737"/>
                  </a:lnTo>
                  <a:lnTo>
                    <a:pt x="968" y="737"/>
                  </a:lnTo>
                  <a:lnTo>
                    <a:pt x="968" y="737"/>
                  </a:lnTo>
                  <a:lnTo>
                    <a:pt x="968" y="737"/>
                  </a:lnTo>
                  <a:lnTo>
                    <a:pt x="965" y="737"/>
                  </a:lnTo>
                  <a:lnTo>
                    <a:pt x="965" y="737"/>
                  </a:lnTo>
                  <a:lnTo>
                    <a:pt x="965" y="735"/>
                  </a:lnTo>
                  <a:lnTo>
                    <a:pt x="965" y="735"/>
                  </a:lnTo>
                  <a:lnTo>
                    <a:pt x="963" y="735"/>
                  </a:lnTo>
                  <a:lnTo>
                    <a:pt x="963" y="735"/>
                  </a:lnTo>
                  <a:lnTo>
                    <a:pt x="963" y="735"/>
                  </a:lnTo>
                  <a:lnTo>
                    <a:pt x="961" y="735"/>
                  </a:lnTo>
                  <a:lnTo>
                    <a:pt x="961" y="735"/>
                  </a:lnTo>
                  <a:lnTo>
                    <a:pt x="961" y="737"/>
                  </a:lnTo>
                  <a:lnTo>
                    <a:pt x="961" y="737"/>
                  </a:lnTo>
                  <a:lnTo>
                    <a:pt x="963" y="737"/>
                  </a:lnTo>
                  <a:lnTo>
                    <a:pt x="963" y="737"/>
                  </a:lnTo>
                  <a:lnTo>
                    <a:pt x="963" y="737"/>
                  </a:lnTo>
                  <a:lnTo>
                    <a:pt x="963" y="737"/>
                  </a:lnTo>
                  <a:lnTo>
                    <a:pt x="965" y="737"/>
                  </a:lnTo>
                  <a:lnTo>
                    <a:pt x="965" y="740"/>
                  </a:lnTo>
                  <a:lnTo>
                    <a:pt x="965" y="740"/>
                  </a:lnTo>
                  <a:lnTo>
                    <a:pt x="963" y="740"/>
                  </a:lnTo>
                  <a:lnTo>
                    <a:pt x="963" y="740"/>
                  </a:lnTo>
                  <a:lnTo>
                    <a:pt x="963" y="740"/>
                  </a:lnTo>
                  <a:lnTo>
                    <a:pt x="963" y="740"/>
                  </a:lnTo>
                  <a:lnTo>
                    <a:pt x="963" y="740"/>
                  </a:lnTo>
                  <a:lnTo>
                    <a:pt x="963" y="740"/>
                  </a:lnTo>
                  <a:lnTo>
                    <a:pt x="961" y="740"/>
                  </a:lnTo>
                  <a:lnTo>
                    <a:pt x="961" y="740"/>
                  </a:lnTo>
                  <a:lnTo>
                    <a:pt x="958" y="740"/>
                  </a:lnTo>
                  <a:lnTo>
                    <a:pt x="958" y="740"/>
                  </a:lnTo>
                  <a:lnTo>
                    <a:pt x="958" y="740"/>
                  </a:lnTo>
                  <a:lnTo>
                    <a:pt x="958" y="742"/>
                  </a:lnTo>
                  <a:lnTo>
                    <a:pt x="958" y="742"/>
                  </a:lnTo>
                  <a:lnTo>
                    <a:pt x="958" y="744"/>
                  </a:lnTo>
                  <a:lnTo>
                    <a:pt x="956" y="744"/>
                  </a:lnTo>
                  <a:lnTo>
                    <a:pt x="956" y="744"/>
                  </a:lnTo>
                  <a:lnTo>
                    <a:pt x="956" y="744"/>
                  </a:lnTo>
                  <a:lnTo>
                    <a:pt x="956" y="744"/>
                  </a:lnTo>
                  <a:lnTo>
                    <a:pt x="956" y="747"/>
                  </a:lnTo>
                  <a:lnTo>
                    <a:pt x="954" y="747"/>
                  </a:lnTo>
                  <a:lnTo>
                    <a:pt x="954" y="747"/>
                  </a:lnTo>
                  <a:lnTo>
                    <a:pt x="954" y="747"/>
                  </a:lnTo>
                  <a:lnTo>
                    <a:pt x="954" y="749"/>
                  </a:lnTo>
                  <a:lnTo>
                    <a:pt x="951" y="749"/>
                  </a:lnTo>
                  <a:lnTo>
                    <a:pt x="951" y="749"/>
                  </a:lnTo>
                  <a:lnTo>
                    <a:pt x="951" y="751"/>
                  </a:lnTo>
                  <a:lnTo>
                    <a:pt x="951" y="751"/>
                  </a:lnTo>
                  <a:lnTo>
                    <a:pt x="951" y="751"/>
                  </a:lnTo>
                  <a:lnTo>
                    <a:pt x="951" y="751"/>
                  </a:lnTo>
                  <a:lnTo>
                    <a:pt x="949" y="751"/>
                  </a:lnTo>
                  <a:lnTo>
                    <a:pt x="949" y="751"/>
                  </a:lnTo>
                  <a:lnTo>
                    <a:pt x="949" y="751"/>
                  </a:lnTo>
                  <a:lnTo>
                    <a:pt x="949" y="754"/>
                  </a:lnTo>
                  <a:lnTo>
                    <a:pt x="949" y="754"/>
                  </a:lnTo>
                  <a:lnTo>
                    <a:pt x="949" y="751"/>
                  </a:lnTo>
                  <a:lnTo>
                    <a:pt x="946" y="751"/>
                  </a:lnTo>
                  <a:lnTo>
                    <a:pt x="946" y="754"/>
                  </a:lnTo>
                  <a:lnTo>
                    <a:pt x="946" y="754"/>
                  </a:lnTo>
                  <a:lnTo>
                    <a:pt x="946" y="754"/>
                  </a:lnTo>
                  <a:lnTo>
                    <a:pt x="946" y="754"/>
                  </a:lnTo>
                  <a:lnTo>
                    <a:pt x="949" y="754"/>
                  </a:lnTo>
                  <a:lnTo>
                    <a:pt x="949" y="756"/>
                  </a:lnTo>
                  <a:lnTo>
                    <a:pt x="949" y="756"/>
                  </a:lnTo>
                  <a:lnTo>
                    <a:pt x="949" y="756"/>
                  </a:lnTo>
                  <a:lnTo>
                    <a:pt x="949" y="756"/>
                  </a:lnTo>
                  <a:lnTo>
                    <a:pt x="946" y="756"/>
                  </a:lnTo>
                  <a:lnTo>
                    <a:pt x="946" y="756"/>
                  </a:lnTo>
                  <a:lnTo>
                    <a:pt x="946" y="759"/>
                  </a:lnTo>
                  <a:lnTo>
                    <a:pt x="944" y="759"/>
                  </a:lnTo>
                  <a:lnTo>
                    <a:pt x="944" y="759"/>
                  </a:lnTo>
                  <a:lnTo>
                    <a:pt x="944" y="759"/>
                  </a:lnTo>
                  <a:lnTo>
                    <a:pt x="944" y="759"/>
                  </a:lnTo>
                  <a:lnTo>
                    <a:pt x="944" y="761"/>
                  </a:lnTo>
                  <a:lnTo>
                    <a:pt x="942" y="761"/>
                  </a:lnTo>
                  <a:lnTo>
                    <a:pt x="942" y="761"/>
                  </a:lnTo>
                  <a:lnTo>
                    <a:pt x="942" y="761"/>
                  </a:lnTo>
                  <a:lnTo>
                    <a:pt x="942" y="761"/>
                  </a:lnTo>
                  <a:lnTo>
                    <a:pt x="942" y="761"/>
                  </a:lnTo>
                  <a:lnTo>
                    <a:pt x="939" y="761"/>
                  </a:lnTo>
                  <a:lnTo>
                    <a:pt x="939" y="761"/>
                  </a:lnTo>
                  <a:lnTo>
                    <a:pt x="939" y="761"/>
                  </a:lnTo>
                  <a:lnTo>
                    <a:pt x="937" y="761"/>
                  </a:lnTo>
                  <a:lnTo>
                    <a:pt x="937" y="761"/>
                  </a:lnTo>
                  <a:lnTo>
                    <a:pt x="937" y="761"/>
                  </a:lnTo>
                  <a:lnTo>
                    <a:pt x="937" y="761"/>
                  </a:lnTo>
                  <a:lnTo>
                    <a:pt x="935" y="761"/>
                  </a:lnTo>
                  <a:lnTo>
                    <a:pt x="935" y="761"/>
                  </a:lnTo>
                  <a:lnTo>
                    <a:pt x="935" y="761"/>
                  </a:lnTo>
                  <a:lnTo>
                    <a:pt x="932" y="761"/>
                  </a:lnTo>
                  <a:lnTo>
                    <a:pt x="932" y="763"/>
                  </a:lnTo>
                  <a:lnTo>
                    <a:pt x="935" y="763"/>
                  </a:lnTo>
                  <a:lnTo>
                    <a:pt x="935" y="763"/>
                  </a:lnTo>
                  <a:lnTo>
                    <a:pt x="935" y="763"/>
                  </a:lnTo>
                  <a:lnTo>
                    <a:pt x="937" y="763"/>
                  </a:lnTo>
                  <a:lnTo>
                    <a:pt x="937" y="763"/>
                  </a:lnTo>
                  <a:lnTo>
                    <a:pt x="937" y="766"/>
                  </a:lnTo>
                  <a:lnTo>
                    <a:pt x="937" y="766"/>
                  </a:lnTo>
                  <a:lnTo>
                    <a:pt x="935" y="766"/>
                  </a:lnTo>
                  <a:lnTo>
                    <a:pt x="935" y="766"/>
                  </a:lnTo>
                  <a:lnTo>
                    <a:pt x="935" y="766"/>
                  </a:lnTo>
                  <a:lnTo>
                    <a:pt x="932" y="766"/>
                  </a:lnTo>
                  <a:lnTo>
                    <a:pt x="932" y="766"/>
                  </a:lnTo>
                  <a:lnTo>
                    <a:pt x="932" y="766"/>
                  </a:lnTo>
                  <a:lnTo>
                    <a:pt x="930" y="766"/>
                  </a:lnTo>
                  <a:lnTo>
                    <a:pt x="930" y="763"/>
                  </a:lnTo>
                  <a:lnTo>
                    <a:pt x="932" y="763"/>
                  </a:lnTo>
                  <a:lnTo>
                    <a:pt x="932" y="763"/>
                  </a:lnTo>
                  <a:lnTo>
                    <a:pt x="930" y="763"/>
                  </a:lnTo>
                  <a:lnTo>
                    <a:pt x="930" y="763"/>
                  </a:lnTo>
                  <a:lnTo>
                    <a:pt x="930" y="763"/>
                  </a:lnTo>
                  <a:lnTo>
                    <a:pt x="930" y="766"/>
                  </a:lnTo>
                  <a:lnTo>
                    <a:pt x="930" y="766"/>
                  </a:lnTo>
                  <a:lnTo>
                    <a:pt x="930" y="766"/>
                  </a:lnTo>
                  <a:lnTo>
                    <a:pt x="928" y="766"/>
                  </a:lnTo>
                  <a:lnTo>
                    <a:pt x="928" y="768"/>
                  </a:lnTo>
                  <a:lnTo>
                    <a:pt x="928" y="768"/>
                  </a:lnTo>
                  <a:lnTo>
                    <a:pt x="928" y="770"/>
                  </a:lnTo>
                  <a:lnTo>
                    <a:pt x="930" y="770"/>
                  </a:lnTo>
                  <a:lnTo>
                    <a:pt x="930" y="770"/>
                  </a:lnTo>
                  <a:lnTo>
                    <a:pt x="928" y="770"/>
                  </a:lnTo>
                  <a:lnTo>
                    <a:pt x="928" y="770"/>
                  </a:lnTo>
                  <a:lnTo>
                    <a:pt x="928" y="770"/>
                  </a:lnTo>
                  <a:lnTo>
                    <a:pt x="925" y="770"/>
                  </a:lnTo>
                  <a:lnTo>
                    <a:pt x="925" y="770"/>
                  </a:lnTo>
                  <a:lnTo>
                    <a:pt x="925" y="773"/>
                  </a:lnTo>
                  <a:lnTo>
                    <a:pt x="925" y="773"/>
                  </a:lnTo>
                  <a:lnTo>
                    <a:pt x="925" y="770"/>
                  </a:lnTo>
                  <a:lnTo>
                    <a:pt x="923" y="770"/>
                  </a:lnTo>
                  <a:lnTo>
                    <a:pt x="923" y="773"/>
                  </a:lnTo>
                  <a:lnTo>
                    <a:pt x="923" y="773"/>
                  </a:lnTo>
                  <a:lnTo>
                    <a:pt x="923" y="775"/>
                  </a:lnTo>
                  <a:lnTo>
                    <a:pt x="923" y="775"/>
                  </a:lnTo>
                  <a:lnTo>
                    <a:pt x="923" y="775"/>
                  </a:lnTo>
                  <a:lnTo>
                    <a:pt x="923" y="778"/>
                  </a:lnTo>
                  <a:lnTo>
                    <a:pt x="923" y="778"/>
                  </a:lnTo>
                  <a:lnTo>
                    <a:pt x="923" y="778"/>
                  </a:lnTo>
                  <a:lnTo>
                    <a:pt x="920" y="778"/>
                  </a:lnTo>
                  <a:lnTo>
                    <a:pt x="920" y="778"/>
                  </a:lnTo>
                  <a:lnTo>
                    <a:pt x="918" y="778"/>
                  </a:lnTo>
                  <a:lnTo>
                    <a:pt x="918" y="778"/>
                  </a:lnTo>
                  <a:lnTo>
                    <a:pt x="918" y="778"/>
                  </a:lnTo>
                  <a:lnTo>
                    <a:pt x="916" y="778"/>
                  </a:lnTo>
                  <a:lnTo>
                    <a:pt x="916" y="780"/>
                  </a:lnTo>
                  <a:lnTo>
                    <a:pt x="916" y="780"/>
                  </a:lnTo>
                  <a:lnTo>
                    <a:pt x="916" y="780"/>
                  </a:lnTo>
                  <a:lnTo>
                    <a:pt x="916" y="780"/>
                  </a:lnTo>
                  <a:lnTo>
                    <a:pt x="913" y="780"/>
                  </a:lnTo>
                  <a:lnTo>
                    <a:pt x="913" y="780"/>
                  </a:lnTo>
                  <a:lnTo>
                    <a:pt x="913" y="780"/>
                  </a:lnTo>
                  <a:lnTo>
                    <a:pt x="911" y="780"/>
                  </a:lnTo>
                  <a:lnTo>
                    <a:pt x="911" y="780"/>
                  </a:lnTo>
                  <a:lnTo>
                    <a:pt x="911" y="780"/>
                  </a:lnTo>
                  <a:lnTo>
                    <a:pt x="911" y="780"/>
                  </a:lnTo>
                  <a:lnTo>
                    <a:pt x="911" y="780"/>
                  </a:lnTo>
                  <a:lnTo>
                    <a:pt x="909" y="780"/>
                  </a:lnTo>
                  <a:lnTo>
                    <a:pt x="909" y="782"/>
                  </a:lnTo>
                  <a:lnTo>
                    <a:pt x="909" y="782"/>
                  </a:lnTo>
                  <a:lnTo>
                    <a:pt x="909" y="782"/>
                  </a:lnTo>
                  <a:lnTo>
                    <a:pt x="909" y="782"/>
                  </a:lnTo>
                  <a:lnTo>
                    <a:pt x="906" y="782"/>
                  </a:lnTo>
                  <a:lnTo>
                    <a:pt x="906" y="782"/>
                  </a:lnTo>
                  <a:lnTo>
                    <a:pt x="906" y="780"/>
                  </a:lnTo>
                  <a:lnTo>
                    <a:pt x="906" y="780"/>
                  </a:lnTo>
                  <a:lnTo>
                    <a:pt x="906" y="780"/>
                  </a:lnTo>
                  <a:lnTo>
                    <a:pt x="904" y="780"/>
                  </a:lnTo>
                  <a:lnTo>
                    <a:pt x="904" y="780"/>
                  </a:lnTo>
                  <a:lnTo>
                    <a:pt x="904" y="780"/>
                  </a:lnTo>
                  <a:lnTo>
                    <a:pt x="901" y="780"/>
                  </a:lnTo>
                  <a:lnTo>
                    <a:pt x="901" y="780"/>
                  </a:lnTo>
                  <a:lnTo>
                    <a:pt x="904" y="780"/>
                  </a:lnTo>
                  <a:lnTo>
                    <a:pt x="904" y="782"/>
                  </a:lnTo>
                  <a:lnTo>
                    <a:pt x="904" y="782"/>
                  </a:lnTo>
                  <a:lnTo>
                    <a:pt x="901" y="782"/>
                  </a:lnTo>
                  <a:lnTo>
                    <a:pt x="901" y="785"/>
                  </a:lnTo>
                  <a:lnTo>
                    <a:pt x="901" y="785"/>
                  </a:lnTo>
                  <a:lnTo>
                    <a:pt x="901" y="785"/>
                  </a:lnTo>
                  <a:lnTo>
                    <a:pt x="901" y="785"/>
                  </a:lnTo>
                  <a:lnTo>
                    <a:pt x="901" y="785"/>
                  </a:lnTo>
                  <a:lnTo>
                    <a:pt x="899" y="785"/>
                  </a:lnTo>
                  <a:lnTo>
                    <a:pt x="899" y="785"/>
                  </a:lnTo>
                  <a:lnTo>
                    <a:pt x="897" y="785"/>
                  </a:lnTo>
                  <a:lnTo>
                    <a:pt x="897" y="785"/>
                  </a:lnTo>
                  <a:lnTo>
                    <a:pt x="897" y="782"/>
                  </a:lnTo>
                  <a:lnTo>
                    <a:pt x="897" y="782"/>
                  </a:lnTo>
                  <a:lnTo>
                    <a:pt x="897" y="782"/>
                  </a:lnTo>
                  <a:lnTo>
                    <a:pt x="894" y="782"/>
                  </a:lnTo>
                  <a:lnTo>
                    <a:pt x="894" y="782"/>
                  </a:lnTo>
                  <a:lnTo>
                    <a:pt x="894" y="782"/>
                  </a:lnTo>
                  <a:lnTo>
                    <a:pt x="892" y="782"/>
                  </a:lnTo>
                  <a:lnTo>
                    <a:pt x="892" y="782"/>
                  </a:lnTo>
                  <a:lnTo>
                    <a:pt x="890" y="782"/>
                  </a:lnTo>
                  <a:lnTo>
                    <a:pt x="890" y="782"/>
                  </a:lnTo>
                  <a:lnTo>
                    <a:pt x="890" y="785"/>
                  </a:lnTo>
                  <a:lnTo>
                    <a:pt x="890" y="785"/>
                  </a:lnTo>
                  <a:lnTo>
                    <a:pt x="890" y="785"/>
                  </a:lnTo>
                  <a:lnTo>
                    <a:pt x="890" y="785"/>
                  </a:lnTo>
                  <a:lnTo>
                    <a:pt x="890" y="787"/>
                  </a:lnTo>
                  <a:lnTo>
                    <a:pt x="887" y="787"/>
                  </a:lnTo>
                  <a:lnTo>
                    <a:pt x="887" y="787"/>
                  </a:lnTo>
                  <a:lnTo>
                    <a:pt x="887" y="787"/>
                  </a:lnTo>
                  <a:lnTo>
                    <a:pt x="887" y="789"/>
                  </a:lnTo>
                  <a:lnTo>
                    <a:pt x="885" y="789"/>
                  </a:lnTo>
                  <a:lnTo>
                    <a:pt x="885" y="789"/>
                  </a:lnTo>
                  <a:lnTo>
                    <a:pt x="885" y="787"/>
                  </a:lnTo>
                  <a:lnTo>
                    <a:pt x="885" y="787"/>
                  </a:lnTo>
                  <a:lnTo>
                    <a:pt x="883" y="787"/>
                  </a:lnTo>
                  <a:lnTo>
                    <a:pt x="883" y="787"/>
                  </a:lnTo>
                  <a:lnTo>
                    <a:pt x="883" y="785"/>
                  </a:lnTo>
                  <a:lnTo>
                    <a:pt x="883" y="785"/>
                  </a:lnTo>
                  <a:lnTo>
                    <a:pt x="883" y="782"/>
                  </a:lnTo>
                  <a:lnTo>
                    <a:pt x="883" y="782"/>
                  </a:lnTo>
                  <a:lnTo>
                    <a:pt x="883" y="782"/>
                  </a:lnTo>
                  <a:lnTo>
                    <a:pt x="883" y="782"/>
                  </a:lnTo>
                  <a:lnTo>
                    <a:pt x="883" y="782"/>
                  </a:lnTo>
                  <a:lnTo>
                    <a:pt x="883" y="785"/>
                  </a:lnTo>
                  <a:lnTo>
                    <a:pt x="883" y="785"/>
                  </a:lnTo>
                  <a:lnTo>
                    <a:pt x="883" y="785"/>
                  </a:lnTo>
                  <a:lnTo>
                    <a:pt x="883" y="787"/>
                  </a:lnTo>
                  <a:lnTo>
                    <a:pt x="883" y="787"/>
                  </a:lnTo>
                  <a:lnTo>
                    <a:pt x="883" y="787"/>
                  </a:lnTo>
                  <a:lnTo>
                    <a:pt x="883" y="789"/>
                  </a:lnTo>
                  <a:lnTo>
                    <a:pt x="883" y="789"/>
                  </a:lnTo>
                  <a:lnTo>
                    <a:pt x="883" y="789"/>
                  </a:lnTo>
                  <a:lnTo>
                    <a:pt x="883" y="789"/>
                  </a:lnTo>
                  <a:lnTo>
                    <a:pt x="883" y="789"/>
                  </a:lnTo>
                  <a:lnTo>
                    <a:pt x="880" y="789"/>
                  </a:lnTo>
                  <a:lnTo>
                    <a:pt x="880" y="789"/>
                  </a:lnTo>
                  <a:lnTo>
                    <a:pt x="880" y="789"/>
                  </a:lnTo>
                  <a:lnTo>
                    <a:pt x="880" y="789"/>
                  </a:lnTo>
                  <a:lnTo>
                    <a:pt x="878" y="789"/>
                  </a:lnTo>
                  <a:lnTo>
                    <a:pt x="878" y="789"/>
                  </a:lnTo>
                  <a:lnTo>
                    <a:pt x="878" y="789"/>
                  </a:lnTo>
                  <a:lnTo>
                    <a:pt x="878" y="789"/>
                  </a:lnTo>
                  <a:lnTo>
                    <a:pt x="878" y="787"/>
                  </a:lnTo>
                  <a:lnTo>
                    <a:pt x="878" y="787"/>
                  </a:lnTo>
                  <a:lnTo>
                    <a:pt x="878" y="787"/>
                  </a:lnTo>
                  <a:lnTo>
                    <a:pt x="875" y="787"/>
                  </a:lnTo>
                  <a:lnTo>
                    <a:pt x="875" y="787"/>
                  </a:lnTo>
                  <a:lnTo>
                    <a:pt x="875" y="787"/>
                  </a:lnTo>
                  <a:lnTo>
                    <a:pt x="875" y="787"/>
                  </a:lnTo>
                  <a:lnTo>
                    <a:pt x="873" y="787"/>
                  </a:lnTo>
                  <a:lnTo>
                    <a:pt x="873" y="787"/>
                  </a:lnTo>
                  <a:lnTo>
                    <a:pt x="871" y="787"/>
                  </a:lnTo>
                  <a:lnTo>
                    <a:pt x="871" y="787"/>
                  </a:lnTo>
                  <a:lnTo>
                    <a:pt x="871" y="787"/>
                  </a:lnTo>
                  <a:lnTo>
                    <a:pt x="871" y="789"/>
                  </a:lnTo>
                  <a:lnTo>
                    <a:pt x="868" y="789"/>
                  </a:lnTo>
                  <a:lnTo>
                    <a:pt x="868" y="789"/>
                  </a:lnTo>
                  <a:lnTo>
                    <a:pt x="868" y="789"/>
                  </a:lnTo>
                  <a:lnTo>
                    <a:pt x="868" y="789"/>
                  </a:lnTo>
                  <a:lnTo>
                    <a:pt x="866" y="789"/>
                  </a:lnTo>
                  <a:lnTo>
                    <a:pt x="866" y="789"/>
                  </a:lnTo>
                  <a:lnTo>
                    <a:pt x="864" y="789"/>
                  </a:lnTo>
                  <a:lnTo>
                    <a:pt x="864" y="789"/>
                  </a:lnTo>
                  <a:lnTo>
                    <a:pt x="864" y="787"/>
                  </a:lnTo>
                  <a:lnTo>
                    <a:pt x="864" y="787"/>
                  </a:lnTo>
                  <a:lnTo>
                    <a:pt x="864" y="787"/>
                  </a:lnTo>
                  <a:lnTo>
                    <a:pt x="864" y="785"/>
                  </a:lnTo>
                  <a:lnTo>
                    <a:pt x="864" y="785"/>
                  </a:lnTo>
                  <a:lnTo>
                    <a:pt x="864" y="785"/>
                  </a:lnTo>
                  <a:lnTo>
                    <a:pt x="864" y="782"/>
                  </a:lnTo>
                  <a:lnTo>
                    <a:pt x="864" y="782"/>
                  </a:lnTo>
                  <a:lnTo>
                    <a:pt x="861" y="782"/>
                  </a:lnTo>
                  <a:lnTo>
                    <a:pt x="861" y="782"/>
                  </a:lnTo>
                  <a:lnTo>
                    <a:pt x="861" y="782"/>
                  </a:lnTo>
                  <a:lnTo>
                    <a:pt x="861" y="782"/>
                  </a:lnTo>
                  <a:lnTo>
                    <a:pt x="861" y="785"/>
                  </a:lnTo>
                  <a:lnTo>
                    <a:pt x="861" y="785"/>
                  </a:lnTo>
                  <a:lnTo>
                    <a:pt x="861" y="787"/>
                  </a:lnTo>
                  <a:lnTo>
                    <a:pt x="859" y="787"/>
                  </a:lnTo>
                  <a:lnTo>
                    <a:pt x="859" y="787"/>
                  </a:lnTo>
                  <a:lnTo>
                    <a:pt x="859" y="789"/>
                  </a:lnTo>
                  <a:lnTo>
                    <a:pt x="859" y="789"/>
                  </a:lnTo>
                  <a:lnTo>
                    <a:pt x="861" y="789"/>
                  </a:lnTo>
                  <a:lnTo>
                    <a:pt x="861" y="789"/>
                  </a:lnTo>
                  <a:lnTo>
                    <a:pt x="861" y="789"/>
                  </a:lnTo>
                  <a:lnTo>
                    <a:pt x="861" y="792"/>
                  </a:lnTo>
                  <a:lnTo>
                    <a:pt x="861" y="792"/>
                  </a:lnTo>
                  <a:lnTo>
                    <a:pt x="861" y="792"/>
                  </a:lnTo>
                  <a:lnTo>
                    <a:pt x="861" y="794"/>
                  </a:lnTo>
                  <a:lnTo>
                    <a:pt x="861" y="794"/>
                  </a:lnTo>
                  <a:lnTo>
                    <a:pt x="861" y="797"/>
                  </a:lnTo>
                  <a:lnTo>
                    <a:pt x="859" y="797"/>
                  </a:lnTo>
                  <a:lnTo>
                    <a:pt x="859" y="797"/>
                  </a:lnTo>
                  <a:lnTo>
                    <a:pt x="859" y="797"/>
                  </a:lnTo>
                  <a:lnTo>
                    <a:pt x="859" y="799"/>
                  </a:lnTo>
                  <a:lnTo>
                    <a:pt x="859" y="799"/>
                  </a:lnTo>
                  <a:lnTo>
                    <a:pt x="859" y="799"/>
                  </a:lnTo>
                  <a:lnTo>
                    <a:pt x="859" y="799"/>
                  </a:lnTo>
                  <a:lnTo>
                    <a:pt x="859" y="799"/>
                  </a:lnTo>
                  <a:lnTo>
                    <a:pt x="857" y="799"/>
                  </a:lnTo>
                  <a:lnTo>
                    <a:pt x="857" y="799"/>
                  </a:lnTo>
                  <a:lnTo>
                    <a:pt x="857" y="799"/>
                  </a:lnTo>
                  <a:lnTo>
                    <a:pt x="857" y="801"/>
                  </a:lnTo>
                  <a:lnTo>
                    <a:pt x="854" y="801"/>
                  </a:lnTo>
                  <a:lnTo>
                    <a:pt x="854" y="801"/>
                  </a:lnTo>
                  <a:lnTo>
                    <a:pt x="854" y="801"/>
                  </a:lnTo>
                  <a:lnTo>
                    <a:pt x="854" y="804"/>
                  </a:lnTo>
                  <a:lnTo>
                    <a:pt x="852" y="804"/>
                  </a:lnTo>
                  <a:lnTo>
                    <a:pt x="852" y="804"/>
                  </a:lnTo>
                  <a:lnTo>
                    <a:pt x="852" y="804"/>
                  </a:lnTo>
                  <a:lnTo>
                    <a:pt x="852" y="804"/>
                  </a:lnTo>
                  <a:lnTo>
                    <a:pt x="852" y="806"/>
                  </a:lnTo>
                  <a:lnTo>
                    <a:pt x="849" y="806"/>
                  </a:lnTo>
                  <a:lnTo>
                    <a:pt x="849" y="806"/>
                  </a:lnTo>
                  <a:lnTo>
                    <a:pt x="849" y="804"/>
                  </a:lnTo>
                  <a:lnTo>
                    <a:pt x="849" y="804"/>
                  </a:lnTo>
                  <a:lnTo>
                    <a:pt x="849" y="806"/>
                  </a:lnTo>
                  <a:lnTo>
                    <a:pt x="847" y="806"/>
                  </a:lnTo>
                  <a:lnTo>
                    <a:pt x="847" y="806"/>
                  </a:lnTo>
                  <a:lnTo>
                    <a:pt x="845" y="806"/>
                  </a:lnTo>
                  <a:lnTo>
                    <a:pt x="845" y="806"/>
                  </a:lnTo>
                  <a:lnTo>
                    <a:pt x="845" y="806"/>
                  </a:lnTo>
                  <a:lnTo>
                    <a:pt x="845" y="804"/>
                  </a:lnTo>
                  <a:lnTo>
                    <a:pt x="842" y="804"/>
                  </a:lnTo>
                  <a:lnTo>
                    <a:pt x="842" y="804"/>
                  </a:lnTo>
                  <a:lnTo>
                    <a:pt x="842" y="804"/>
                  </a:lnTo>
                  <a:lnTo>
                    <a:pt x="842" y="804"/>
                  </a:lnTo>
                  <a:lnTo>
                    <a:pt x="842" y="804"/>
                  </a:lnTo>
                  <a:lnTo>
                    <a:pt x="840" y="804"/>
                  </a:lnTo>
                  <a:lnTo>
                    <a:pt x="840" y="806"/>
                  </a:lnTo>
                  <a:lnTo>
                    <a:pt x="840" y="806"/>
                  </a:lnTo>
                  <a:lnTo>
                    <a:pt x="840" y="806"/>
                  </a:lnTo>
                  <a:lnTo>
                    <a:pt x="840" y="808"/>
                  </a:lnTo>
                  <a:lnTo>
                    <a:pt x="840" y="808"/>
                  </a:lnTo>
                  <a:lnTo>
                    <a:pt x="842" y="808"/>
                  </a:lnTo>
                  <a:lnTo>
                    <a:pt x="842" y="806"/>
                  </a:lnTo>
                  <a:lnTo>
                    <a:pt x="842" y="806"/>
                  </a:lnTo>
                  <a:lnTo>
                    <a:pt x="842" y="806"/>
                  </a:lnTo>
                  <a:lnTo>
                    <a:pt x="845" y="806"/>
                  </a:lnTo>
                  <a:lnTo>
                    <a:pt x="845" y="806"/>
                  </a:lnTo>
                  <a:lnTo>
                    <a:pt x="845" y="808"/>
                  </a:lnTo>
                  <a:lnTo>
                    <a:pt x="845" y="808"/>
                  </a:lnTo>
                  <a:lnTo>
                    <a:pt x="845" y="808"/>
                  </a:lnTo>
                  <a:lnTo>
                    <a:pt x="842" y="808"/>
                  </a:lnTo>
                  <a:lnTo>
                    <a:pt x="842" y="811"/>
                  </a:lnTo>
                  <a:lnTo>
                    <a:pt x="842" y="811"/>
                  </a:lnTo>
                  <a:lnTo>
                    <a:pt x="845" y="811"/>
                  </a:lnTo>
                  <a:lnTo>
                    <a:pt x="845" y="811"/>
                  </a:lnTo>
                  <a:lnTo>
                    <a:pt x="845" y="811"/>
                  </a:lnTo>
                  <a:lnTo>
                    <a:pt x="845" y="811"/>
                  </a:lnTo>
                  <a:lnTo>
                    <a:pt x="842" y="811"/>
                  </a:lnTo>
                  <a:lnTo>
                    <a:pt x="842" y="813"/>
                  </a:lnTo>
                  <a:lnTo>
                    <a:pt x="842" y="813"/>
                  </a:lnTo>
                  <a:lnTo>
                    <a:pt x="842" y="813"/>
                  </a:lnTo>
                  <a:lnTo>
                    <a:pt x="842" y="811"/>
                  </a:lnTo>
                  <a:lnTo>
                    <a:pt x="840" y="811"/>
                  </a:lnTo>
                  <a:lnTo>
                    <a:pt x="840" y="811"/>
                  </a:lnTo>
                  <a:lnTo>
                    <a:pt x="838" y="811"/>
                  </a:lnTo>
                  <a:lnTo>
                    <a:pt x="838" y="811"/>
                  </a:lnTo>
                  <a:lnTo>
                    <a:pt x="838" y="811"/>
                  </a:lnTo>
                  <a:lnTo>
                    <a:pt x="835" y="811"/>
                  </a:lnTo>
                  <a:lnTo>
                    <a:pt x="835" y="811"/>
                  </a:lnTo>
                  <a:lnTo>
                    <a:pt x="835" y="811"/>
                  </a:lnTo>
                  <a:lnTo>
                    <a:pt x="835" y="811"/>
                  </a:lnTo>
                  <a:lnTo>
                    <a:pt x="835" y="811"/>
                  </a:lnTo>
                  <a:lnTo>
                    <a:pt x="835" y="811"/>
                  </a:lnTo>
                  <a:lnTo>
                    <a:pt x="835" y="811"/>
                  </a:lnTo>
                  <a:lnTo>
                    <a:pt x="835" y="808"/>
                  </a:lnTo>
                  <a:lnTo>
                    <a:pt x="833" y="808"/>
                  </a:lnTo>
                  <a:lnTo>
                    <a:pt x="833" y="808"/>
                  </a:lnTo>
                  <a:lnTo>
                    <a:pt x="833" y="811"/>
                  </a:lnTo>
                  <a:lnTo>
                    <a:pt x="830" y="811"/>
                  </a:lnTo>
                  <a:lnTo>
                    <a:pt x="830" y="811"/>
                  </a:lnTo>
                  <a:lnTo>
                    <a:pt x="830" y="811"/>
                  </a:lnTo>
                  <a:lnTo>
                    <a:pt x="830" y="808"/>
                  </a:lnTo>
                  <a:lnTo>
                    <a:pt x="828" y="808"/>
                  </a:lnTo>
                  <a:lnTo>
                    <a:pt x="828" y="808"/>
                  </a:lnTo>
                  <a:lnTo>
                    <a:pt x="828" y="806"/>
                  </a:lnTo>
                  <a:lnTo>
                    <a:pt x="828" y="806"/>
                  </a:lnTo>
                  <a:lnTo>
                    <a:pt x="828" y="808"/>
                  </a:lnTo>
                  <a:lnTo>
                    <a:pt x="828" y="808"/>
                  </a:lnTo>
                  <a:lnTo>
                    <a:pt x="826" y="808"/>
                  </a:lnTo>
                  <a:lnTo>
                    <a:pt x="826" y="808"/>
                  </a:lnTo>
                  <a:lnTo>
                    <a:pt x="826" y="808"/>
                  </a:lnTo>
                  <a:lnTo>
                    <a:pt x="823" y="808"/>
                  </a:lnTo>
                  <a:lnTo>
                    <a:pt x="823" y="811"/>
                  </a:lnTo>
                  <a:lnTo>
                    <a:pt x="826" y="811"/>
                  </a:lnTo>
                  <a:lnTo>
                    <a:pt x="826" y="811"/>
                  </a:lnTo>
                  <a:lnTo>
                    <a:pt x="826" y="811"/>
                  </a:lnTo>
                  <a:lnTo>
                    <a:pt x="826" y="811"/>
                  </a:lnTo>
                  <a:lnTo>
                    <a:pt x="826" y="811"/>
                  </a:lnTo>
                  <a:lnTo>
                    <a:pt x="823" y="811"/>
                  </a:lnTo>
                  <a:lnTo>
                    <a:pt x="823" y="811"/>
                  </a:lnTo>
                  <a:lnTo>
                    <a:pt x="823" y="811"/>
                  </a:lnTo>
                  <a:lnTo>
                    <a:pt x="823" y="813"/>
                  </a:lnTo>
                  <a:lnTo>
                    <a:pt x="821" y="813"/>
                  </a:lnTo>
                  <a:lnTo>
                    <a:pt x="821" y="813"/>
                  </a:lnTo>
                  <a:lnTo>
                    <a:pt x="821" y="811"/>
                  </a:lnTo>
                  <a:lnTo>
                    <a:pt x="821" y="811"/>
                  </a:lnTo>
                  <a:lnTo>
                    <a:pt x="819" y="811"/>
                  </a:lnTo>
                  <a:lnTo>
                    <a:pt x="819" y="813"/>
                  </a:lnTo>
                  <a:lnTo>
                    <a:pt x="819" y="813"/>
                  </a:lnTo>
                  <a:lnTo>
                    <a:pt x="819" y="813"/>
                  </a:lnTo>
                  <a:lnTo>
                    <a:pt x="816" y="813"/>
                  </a:lnTo>
                  <a:lnTo>
                    <a:pt x="816" y="813"/>
                  </a:lnTo>
                  <a:lnTo>
                    <a:pt x="816" y="813"/>
                  </a:lnTo>
                  <a:lnTo>
                    <a:pt x="814" y="813"/>
                  </a:lnTo>
                  <a:lnTo>
                    <a:pt x="814" y="813"/>
                  </a:lnTo>
                  <a:lnTo>
                    <a:pt x="812" y="813"/>
                  </a:lnTo>
                  <a:lnTo>
                    <a:pt x="812" y="813"/>
                  </a:lnTo>
                  <a:lnTo>
                    <a:pt x="812" y="815"/>
                  </a:lnTo>
                  <a:lnTo>
                    <a:pt x="812" y="815"/>
                  </a:lnTo>
                  <a:lnTo>
                    <a:pt x="812" y="815"/>
                  </a:lnTo>
                  <a:lnTo>
                    <a:pt x="809" y="815"/>
                  </a:lnTo>
                  <a:lnTo>
                    <a:pt x="809" y="818"/>
                  </a:lnTo>
                  <a:lnTo>
                    <a:pt x="809" y="818"/>
                  </a:lnTo>
                  <a:lnTo>
                    <a:pt x="809" y="815"/>
                  </a:lnTo>
                  <a:lnTo>
                    <a:pt x="809" y="815"/>
                  </a:lnTo>
                  <a:lnTo>
                    <a:pt x="809" y="815"/>
                  </a:lnTo>
                  <a:lnTo>
                    <a:pt x="807" y="815"/>
                  </a:lnTo>
                  <a:lnTo>
                    <a:pt x="807" y="815"/>
                  </a:lnTo>
                  <a:lnTo>
                    <a:pt x="804" y="815"/>
                  </a:lnTo>
                  <a:lnTo>
                    <a:pt x="804" y="815"/>
                  </a:lnTo>
                  <a:lnTo>
                    <a:pt x="804" y="815"/>
                  </a:lnTo>
                  <a:lnTo>
                    <a:pt x="804" y="815"/>
                  </a:lnTo>
                  <a:lnTo>
                    <a:pt x="802" y="815"/>
                  </a:lnTo>
                  <a:lnTo>
                    <a:pt x="802" y="818"/>
                  </a:lnTo>
                  <a:lnTo>
                    <a:pt x="802" y="818"/>
                  </a:lnTo>
                  <a:lnTo>
                    <a:pt x="802" y="818"/>
                  </a:lnTo>
                  <a:lnTo>
                    <a:pt x="800" y="818"/>
                  </a:lnTo>
                  <a:lnTo>
                    <a:pt x="800" y="818"/>
                  </a:lnTo>
                  <a:lnTo>
                    <a:pt x="797" y="818"/>
                  </a:lnTo>
                  <a:lnTo>
                    <a:pt x="797" y="818"/>
                  </a:lnTo>
                  <a:lnTo>
                    <a:pt x="797" y="818"/>
                  </a:lnTo>
                  <a:lnTo>
                    <a:pt x="797" y="820"/>
                  </a:lnTo>
                  <a:lnTo>
                    <a:pt x="797" y="820"/>
                  </a:lnTo>
                  <a:lnTo>
                    <a:pt x="797" y="820"/>
                  </a:lnTo>
                  <a:lnTo>
                    <a:pt x="797" y="820"/>
                  </a:lnTo>
                  <a:lnTo>
                    <a:pt x="795" y="820"/>
                  </a:lnTo>
                  <a:lnTo>
                    <a:pt x="795" y="823"/>
                  </a:lnTo>
                  <a:lnTo>
                    <a:pt x="795" y="823"/>
                  </a:lnTo>
                  <a:lnTo>
                    <a:pt x="795" y="823"/>
                  </a:lnTo>
                  <a:lnTo>
                    <a:pt x="795" y="825"/>
                  </a:lnTo>
                  <a:lnTo>
                    <a:pt x="795" y="825"/>
                  </a:lnTo>
                  <a:lnTo>
                    <a:pt x="795" y="827"/>
                  </a:lnTo>
                  <a:lnTo>
                    <a:pt x="795" y="827"/>
                  </a:lnTo>
                  <a:lnTo>
                    <a:pt x="795" y="827"/>
                  </a:lnTo>
                  <a:lnTo>
                    <a:pt x="797" y="827"/>
                  </a:lnTo>
                  <a:lnTo>
                    <a:pt x="797" y="830"/>
                  </a:lnTo>
                  <a:lnTo>
                    <a:pt x="795" y="830"/>
                  </a:lnTo>
                  <a:lnTo>
                    <a:pt x="795" y="830"/>
                  </a:lnTo>
                  <a:lnTo>
                    <a:pt x="795" y="830"/>
                  </a:lnTo>
                  <a:lnTo>
                    <a:pt x="795" y="830"/>
                  </a:lnTo>
                  <a:lnTo>
                    <a:pt x="795" y="830"/>
                  </a:lnTo>
                  <a:lnTo>
                    <a:pt x="795" y="830"/>
                  </a:lnTo>
                  <a:lnTo>
                    <a:pt x="793" y="830"/>
                  </a:lnTo>
                  <a:lnTo>
                    <a:pt x="793" y="830"/>
                  </a:lnTo>
                  <a:lnTo>
                    <a:pt x="793" y="830"/>
                  </a:lnTo>
                  <a:lnTo>
                    <a:pt x="793" y="827"/>
                  </a:lnTo>
                  <a:lnTo>
                    <a:pt x="790" y="827"/>
                  </a:lnTo>
                  <a:lnTo>
                    <a:pt x="790" y="827"/>
                  </a:lnTo>
                  <a:lnTo>
                    <a:pt x="790" y="827"/>
                  </a:lnTo>
                  <a:lnTo>
                    <a:pt x="790" y="827"/>
                  </a:lnTo>
                  <a:lnTo>
                    <a:pt x="790" y="827"/>
                  </a:lnTo>
                  <a:lnTo>
                    <a:pt x="788" y="827"/>
                  </a:lnTo>
                  <a:lnTo>
                    <a:pt x="788" y="827"/>
                  </a:lnTo>
                  <a:lnTo>
                    <a:pt x="788" y="830"/>
                  </a:lnTo>
                  <a:lnTo>
                    <a:pt x="788" y="830"/>
                  </a:lnTo>
                  <a:lnTo>
                    <a:pt x="788" y="830"/>
                  </a:lnTo>
                  <a:lnTo>
                    <a:pt x="788" y="830"/>
                  </a:lnTo>
                  <a:lnTo>
                    <a:pt x="788" y="830"/>
                  </a:lnTo>
                  <a:lnTo>
                    <a:pt x="790" y="830"/>
                  </a:lnTo>
                  <a:lnTo>
                    <a:pt x="790" y="830"/>
                  </a:lnTo>
                  <a:lnTo>
                    <a:pt x="790" y="830"/>
                  </a:lnTo>
                  <a:lnTo>
                    <a:pt x="790" y="830"/>
                  </a:lnTo>
                  <a:lnTo>
                    <a:pt x="790" y="832"/>
                  </a:lnTo>
                  <a:lnTo>
                    <a:pt x="790" y="832"/>
                  </a:lnTo>
                  <a:lnTo>
                    <a:pt x="793" y="832"/>
                  </a:lnTo>
                  <a:lnTo>
                    <a:pt x="793" y="834"/>
                  </a:lnTo>
                  <a:lnTo>
                    <a:pt x="793" y="834"/>
                  </a:lnTo>
                  <a:lnTo>
                    <a:pt x="793" y="834"/>
                  </a:lnTo>
                  <a:lnTo>
                    <a:pt x="793" y="837"/>
                  </a:lnTo>
                  <a:lnTo>
                    <a:pt x="793" y="837"/>
                  </a:lnTo>
                  <a:lnTo>
                    <a:pt x="795" y="837"/>
                  </a:lnTo>
                  <a:lnTo>
                    <a:pt x="795" y="839"/>
                  </a:lnTo>
                  <a:lnTo>
                    <a:pt x="795" y="839"/>
                  </a:lnTo>
                  <a:lnTo>
                    <a:pt x="795" y="839"/>
                  </a:lnTo>
                  <a:lnTo>
                    <a:pt x="795" y="842"/>
                  </a:lnTo>
                  <a:lnTo>
                    <a:pt x="795" y="842"/>
                  </a:lnTo>
                  <a:lnTo>
                    <a:pt x="795" y="842"/>
                  </a:lnTo>
                  <a:lnTo>
                    <a:pt x="795" y="842"/>
                  </a:lnTo>
                  <a:lnTo>
                    <a:pt x="795" y="844"/>
                  </a:lnTo>
                  <a:lnTo>
                    <a:pt x="795" y="844"/>
                  </a:lnTo>
                  <a:lnTo>
                    <a:pt x="795" y="844"/>
                  </a:lnTo>
                  <a:lnTo>
                    <a:pt x="795" y="844"/>
                  </a:lnTo>
                  <a:lnTo>
                    <a:pt x="795" y="844"/>
                  </a:lnTo>
                  <a:lnTo>
                    <a:pt x="795" y="842"/>
                  </a:lnTo>
                  <a:lnTo>
                    <a:pt x="793" y="842"/>
                  </a:lnTo>
                  <a:lnTo>
                    <a:pt x="793" y="844"/>
                  </a:lnTo>
                  <a:lnTo>
                    <a:pt x="793" y="844"/>
                  </a:lnTo>
                  <a:lnTo>
                    <a:pt x="793" y="844"/>
                  </a:lnTo>
                  <a:lnTo>
                    <a:pt x="790" y="844"/>
                  </a:lnTo>
                  <a:lnTo>
                    <a:pt x="790" y="844"/>
                  </a:lnTo>
                  <a:lnTo>
                    <a:pt x="790" y="846"/>
                  </a:lnTo>
                  <a:lnTo>
                    <a:pt x="790" y="846"/>
                  </a:lnTo>
                  <a:lnTo>
                    <a:pt x="788" y="846"/>
                  </a:lnTo>
                  <a:lnTo>
                    <a:pt x="788" y="846"/>
                  </a:lnTo>
                  <a:lnTo>
                    <a:pt x="788" y="846"/>
                  </a:lnTo>
                  <a:lnTo>
                    <a:pt x="788" y="846"/>
                  </a:lnTo>
                  <a:lnTo>
                    <a:pt x="788" y="846"/>
                  </a:lnTo>
                  <a:lnTo>
                    <a:pt x="788" y="846"/>
                  </a:lnTo>
                  <a:lnTo>
                    <a:pt x="786" y="846"/>
                  </a:lnTo>
                  <a:lnTo>
                    <a:pt x="786" y="846"/>
                  </a:lnTo>
                  <a:lnTo>
                    <a:pt x="783" y="846"/>
                  </a:lnTo>
                  <a:lnTo>
                    <a:pt x="783" y="846"/>
                  </a:lnTo>
                  <a:lnTo>
                    <a:pt x="783" y="846"/>
                  </a:lnTo>
                  <a:lnTo>
                    <a:pt x="783" y="846"/>
                  </a:lnTo>
                  <a:lnTo>
                    <a:pt x="781" y="846"/>
                  </a:lnTo>
                  <a:lnTo>
                    <a:pt x="781" y="846"/>
                  </a:lnTo>
                  <a:lnTo>
                    <a:pt x="781" y="846"/>
                  </a:lnTo>
                  <a:lnTo>
                    <a:pt x="781" y="846"/>
                  </a:lnTo>
                  <a:lnTo>
                    <a:pt x="781" y="844"/>
                  </a:lnTo>
                  <a:lnTo>
                    <a:pt x="781" y="844"/>
                  </a:lnTo>
                  <a:lnTo>
                    <a:pt x="778" y="844"/>
                  </a:lnTo>
                  <a:lnTo>
                    <a:pt x="778" y="842"/>
                  </a:lnTo>
                  <a:lnTo>
                    <a:pt x="778" y="842"/>
                  </a:lnTo>
                  <a:lnTo>
                    <a:pt x="778" y="842"/>
                  </a:lnTo>
                  <a:lnTo>
                    <a:pt x="778" y="842"/>
                  </a:lnTo>
                  <a:lnTo>
                    <a:pt x="778" y="839"/>
                  </a:lnTo>
                  <a:lnTo>
                    <a:pt x="778" y="839"/>
                  </a:lnTo>
                  <a:lnTo>
                    <a:pt x="778" y="839"/>
                  </a:lnTo>
                  <a:lnTo>
                    <a:pt x="778" y="839"/>
                  </a:lnTo>
                  <a:lnTo>
                    <a:pt x="778" y="839"/>
                  </a:lnTo>
                  <a:lnTo>
                    <a:pt x="778" y="837"/>
                  </a:lnTo>
                  <a:lnTo>
                    <a:pt x="778" y="837"/>
                  </a:lnTo>
                  <a:lnTo>
                    <a:pt x="776" y="837"/>
                  </a:lnTo>
                  <a:lnTo>
                    <a:pt x="776" y="837"/>
                  </a:lnTo>
                  <a:lnTo>
                    <a:pt x="776" y="834"/>
                  </a:lnTo>
                  <a:lnTo>
                    <a:pt x="776" y="834"/>
                  </a:lnTo>
                  <a:lnTo>
                    <a:pt x="776" y="832"/>
                  </a:lnTo>
                  <a:lnTo>
                    <a:pt x="776" y="832"/>
                  </a:lnTo>
                  <a:lnTo>
                    <a:pt x="776" y="832"/>
                  </a:lnTo>
                  <a:lnTo>
                    <a:pt x="776" y="830"/>
                  </a:lnTo>
                  <a:lnTo>
                    <a:pt x="776" y="830"/>
                  </a:lnTo>
                  <a:lnTo>
                    <a:pt x="774" y="830"/>
                  </a:lnTo>
                  <a:lnTo>
                    <a:pt x="774" y="830"/>
                  </a:lnTo>
                  <a:lnTo>
                    <a:pt x="774" y="827"/>
                  </a:lnTo>
                  <a:lnTo>
                    <a:pt x="776" y="827"/>
                  </a:lnTo>
                  <a:lnTo>
                    <a:pt x="776" y="827"/>
                  </a:lnTo>
                  <a:lnTo>
                    <a:pt x="776" y="825"/>
                  </a:lnTo>
                  <a:lnTo>
                    <a:pt x="776" y="825"/>
                  </a:lnTo>
                  <a:lnTo>
                    <a:pt x="776" y="823"/>
                  </a:lnTo>
                  <a:lnTo>
                    <a:pt x="776" y="823"/>
                  </a:lnTo>
                  <a:lnTo>
                    <a:pt x="776" y="823"/>
                  </a:lnTo>
                  <a:lnTo>
                    <a:pt x="776" y="820"/>
                  </a:lnTo>
                  <a:lnTo>
                    <a:pt x="776" y="820"/>
                  </a:lnTo>
                  <a:lnTo>
                    <a:pt x="776" y="820"/>
                  </a:lnTo>
                  <a:lnTo>
                    <a:pt x="776" y="820"/>
                  </a:lnTo>
                  <a:lnTo>
                    <a:pt x="776" y="818"/>
                  </a:lnTo>
                  <a:lnTo>
                    <a:pt x="776" y="818"/>
                  </a:lnTo>
                  <a:lnTo>
                    <a:pt x="778" y="818"/>
                  </a:lnTo>
                  <a:lnTo>
                    <a:pt x="778" y="818"/>
                  </a:lnTo>
                  <a:lnTo>
                    <a:pt x="778" y="818"/>
                  </a:lnTo>
                  <a:lnTo>
                    <a:pt x="778" y="815"/>
                  </a:lnTo>
                  <a:lnTo>
                    <a:pt x="778" y="815"/>
                  </a:lnTo>
                  <a:lnTo>
                    <a:pt x="778" y="815"/>
                  </a:lnTo>
                  <a:lnTo>
                    <a:pt x="778" y="815"/>
                  </a:lnTo>
                  <a:lnTo>
                    <a:pt x="776" y="815"/>
                  </a:lnTo>
                  <a:lnTo>
                    <a:pt x="776" y="815"/>
                  </a:lnTo>
                  <a:lnTo>
                    <a:pt x="776" y="815"/>
                  </a:lnTo>
                  <a:lnTo>
                    <a:pt x="776" y="813"/>
                  </a:lnTo>
                  <a:lnTo>
                    <a:pt x="774" y="813"/>
                  </a:lnTo>
                  <a:lnTo>
                    <a:pt x="774" y="815"/>
                  </a:lnTo>
                  <a:lnTo>
                    <a:pt x="774" y="815"/>
                  </a:lnTo>
                  <a:lnTo>
                    <a:pt x="774" y="815"/>
                  </a:lnTo>
                  <a:lnTo>
                    <a:pt x="774" y="815"/>
                  </a:lnTo>
                  <a:lnTo>
                    <a:pt x="774" y="813"/>
                  </a:lnTo>
                  <a:lnTo>
                    <a:pt x="771" y="813"/>
                  </a:lnTo>
                  <a:lnTo>
                    <a:pt x="771" y="815"/>
                  </a:lnTo>
                  <a:lnTo>
                    <a:pt x="771" y="815"/>
                  </a:lnTo>
                  <a:lnTo>
                    <a:pt x="771" y="815"/>
                  </a:lnTo>
                  <a:lnTo>
                    <a:pt x="771" y="815"/>
                  </a:lnTo>
                  <a:lnTo>
                    <a:pt x="769" y="815"/>
                  </a:lnTo>
                  <a:lnTo>
                    <a:pt x="769" y="815"/>
                  </a:lnTo>
                  <a:lnTo>
                    <a:pt x="769" y="815"/>
                  </a:lnTo>
                  <a:lnTo>
                    <a:pt x="767" y="815"/>
                  </a:lnTo>
                  <a:lnTo>
                    <a:pt x="767" y="815"/>
                  </a:lnTo>
                  <a:lnTo>
                    <a:pt x="764" y="815"/>
                  </a:lnTo>
                  <a:lnTo>
                    <a:pt x="764" y="818"/>
                  </a:lnTo>
                  <a:lnTo>
                    <a:pt x="764" y="818"/>
                  </a:lnTo>
                  <a:lnTo>
                    <a:pt x="764" y="818"/>
                  </a:lnTo>
                  <a:lnTo>
                    <a:pt x="762" y="818"/>
                  </a:lnTo>
                  <a:lnTo>
                    <a:pt x="762" y="815"/>
                  </a:lnTo>
                  <a:lnTo>
                    <a:pt x="762" y="815"/>
                  </a:lnTo>
                  <a:lnTo>
                    <a:pt x="762" y="815"/>
                  </a:lnTo>
                  <a:lnTo>
                    <a:pt x="762" y="813"/>
                  </a:lnTo>
                  <a:lnTo>
                    <a:pt x="762" y="813"/>
                  </a:lnTo>
                  <a:lnTo>
                    <a:pt x="764" y="813"/>
                  </a:lnTo>
                  <a:lnTo>
                    <a:pt x="764" y="813"/>
                  </a:lnTo>
                  <a:lnTo>
                    <a:pt x="764" y="811"/>
                  </a:lnTo>
                  <a:lnTo>
                    <a:pt x="762" y="811"/>
                  </a:lnTo>
                  <a:lnTo>
                    <a:pt x="762" y="811"/>
                  </a:lnTo>
                  <a:lnTo>
                    <a:pt x="762" y="811"/>
                  </a:lnTo>
                  <a:lnTo>
                    <a:pt x="759" y="811"/>
                  </a:lnTo>
                  <a:lnTo>
                    <a:pt x="759" y="811"/>
                  </a:lnTo>
                  <a:lnTo>
                    <a:pt x="757" y="811"/>
                  </a:lnTo>
                  <a:lnTo>
                    <a:pt x="757" y="811"/>
                  </a:lnTo>
                  <a:lnTo>
                    <a:pt x="757" y="811"/>
                  </a:lnTo>
                  <a:lnTo>
                    <a:pt x="755" y="811"/>
                  </a:lnTo>
                  <a:lnTo>
                    <a:pt x="755" y="811"/>
                  </a:lnTo>
                  <a:lnTo>
                    <a:pt x="755" y="811"/>
                  </a:lnTo>
                  <a:lnTo>
                    <a:pt x="755" y="811"/>
                  </a:lnTo>
                  <a:lnTo>
                    <a:pt x="755" y="811"/>
                  </a:lnTo>
                  <a:lnTo>
                    <a:pt x="755" y="808"/>
                  </a:lnTo>
                  <a:lnTo>
                    <a:pt x="752" y="808"/>
                  </a:lnTo>
                  <a:lnTo>
                    <a:pt x="752" y="808"/>
                  </a:lnTo>
                  <a:lnTo>
                    <a:pt x="752" y="811"/>
                  </a:lnTo>
                  <a:lnTo>
                    <a:pt x="752" y="811"/>
                  </a:lnTo>
                  <a:lnTo>
                    <a:pt x="750" y="811"/>
                  </a:lnTo>
                  <a:lnTo>
                    <a:pt x="750" y="811"/>
                  </a:lnTo>
                  <a:lnTo>
                    <a:pt x="750" y="811"/>
                  </a:lnTo>
                  <a:lnTo>
                    <a:pt x="750" y="813"/>
                  </a:lnTo>
                  <a:lnTo>
                    <a:pt x="750" y="813"/>
                  </a:lnTo>
                  <a:lnTo>
                    <a:pt x="748" y="813"/>
                  </a:lnTo>
                  <a:lnTo>
                    <a:pt x="748" y="813"/>
                  </a:lnTo>
                  <a:lnTo>
                    <a:pt x="748" y="811"/>
                  </a:lnTo>
                  <a:lnTo>
                    <a:pt x="745" y="811"/>
                  </a:lnTo>
                  <a:lnTo>
                    <a:pt x="745" y="813"/>
                  </a:lnTo>
                  <a:lnTo>
                    <a:pt x="745" y="813"/>
                  </a:lnTo>
                  <a:lnTo>
                    <a:pt x="745" y="813"/>
                  </a:lnTo>
                  <a:lnTo>
                    <a:pt x="745" y="813"/>
                  </a:lnTo>
                  <a:lnTo>
                    <a:pt x="743" y="813"/>
                  </a:lnTo>
                  <a:lnTo>
                    <a:pt x="743" y="813"/>
                  </a:lnTo>
                  <a:lnTo>
                    <a:pt x="743" y="813"/>
                  </a:lnTo>
                  <a:lnTo>
                    <a:pt x="743" y="813"/>
                  </a:lnTo>
                  <a:lnTo>
                    <a:pt x="743" y="813"/>
                  </a:lnTo>
                  <a:lnTo>
                    <a:pt x="741" y="813"/>
                  </a:lnTo>
                  <a:lnTo>
                    <a:pt x="741" y="813"/>
                  </a:lnTo>
                  <a:lnTo>
                    <a:pt x="741" y="813"/>
                  </a:lnTo>
                  <a:lnTo>
                    <a:pt x="738" y="813"/>
                  </a:lnTo>
                  <a:lnTo>
                    <a:pt x="738" y="813"/>
                  </a:lnTo>
                  <a:lnTo>
                    <a:pt x="738" y="811"/>
                  </a:lnTo>
                  <a:lnTo>
                    <a:pt x="738" y="811"/>
                  </a:lnTo>
                  <a:lnTo>
                    <a:pt x="738" y="811"/>
                  </a:lnTo>
                  <a:lnTo>
                    <a:pt x="736" y="811"/>
                  </a:lnTo>
                  <a:lnTo>
                    <a:pt x="736" y="811"/>
                  </a:lnTo>
                  <a:lnTo>
                    <a:pt x="736" y="811"/>
                  </a:lnTo>
                  <a:lnTo>
                    <a:pt x="736" y="811"/>
                  </a:lnTo>
                  <a:lnTo>
                    <a:pt x="733" y="811"/>
                  </a:lnTo>
                  <a:lnTo>
                    <a:pt x="733" y="811"/>
                  </a:lnTo>
                  <a:lnTo>
                    <a:pt x="733" y="811"/>
                  </a:lnTo>
                  <a:lnTo>
                    <a:pt x="731" y="811"/>
                  </a:lnTo>
                  <a:lnTo>
                    <a:pt x="731" y="811"/>
                  </a:lnTo>
                  <a:lnTo>
                    <a:pt x="731" y="811"/>
                  </a:lnTo>
                  <a:lnTo>
                    <a:pt x="729" y="811"/>
                  </a:lnTo>
                  <a:lnTo>
                    <a:pt x="729" y="811"/>
                  </a:lnTo>
                  <a:lnTo>
                    <a:pt x="729" y="811"/>
                  </a:lnTo>
                  <a:lnTo>
                    <a:pt x="729" y="811"/>
                  </a:lnTo>
                  <a:lnTo>
                    <a:pt x="726" y="811"/>
                  </a:lnTo>
                  <a:lnTo>
                    <a:pt x="726" y="811"/>
                  </a:lnTo>
                  <a:lnTo>
                    <a:pt x="726" y="811"/>
                  </a:lnTo>
                  <a:lnTo>
                    <a:pt x="726" y="811"/>
                  </a:lnTo>
                  <a:lnTo>
                    <a:pt x="724" y="811"/>
                  </a:lnTo>
                  <a:lnTo>
                    <a:pt x="724" y="808"/>
                  </a:lnTo>
                  <a:lnTo>
                    <a:pt x="724" y="808"/>
                  </a:lnTo>
                  <a:lnTo>
                    <a:pt x="724" y="808"/>
                  </a:lnTo>
                  <a:lnTo>
                    <a:pt x="724" y="808"/>
                  </a:lnTo>
                  <a:lnTo>
                    <a:pt x="724" y="808"/>
                  </a:lnTo>
                  <a:lnTo>
                    <a:pt x="722" y="808"/>
                  </a:lnTo>
                  <a:lnTo>
                    <a:pt x="722" y="808"/>
                  </a:lnTo>
                  <a:lnTo>
                    <a:pt x="722" y="808"/>
                  </a:lnTo>
                  <a:lnTo>
                    <a:pt x="722" y="808"/>
                  </a:lnTo>
                  <a:lnTo>
                    <a:pt x="722" y="806"/>
                  </a:lnTo>
                  <a:lnTo>
                    <a:pt x="719" y="806"/>
                  </a:lnTo>
                  <a:lnTo>
                    <a:pt x="719" y="806"/>
                  </a:lnTo>
                  <a:lnTo>
                    <a:pt x="719" y="806"/>
                  </a:lnTo>
                  <a:lnTo>
                    <a:pt x="719" y="804"/>
                  </a:lnTo>
                  <a:lnTo>
                    <a:pt x="719" y="804"/>
                  </a:lnTo>
                  <a:lnTo>
                    <a:pt x="719" y="801"/>
                  </a:lnTo>
                  <a:lnTo>
                    <a:pt x="717" y="801"/>
                  </a:lnTo>
                  <a:lnTo>
                    <a:pt x="717" y="804"/>
                  </a:lnTo>
                  <a:lnTo>
                    <a:pt x="717" y="804"/>
                  </a:lnTo>
                  <a:lnTo>
                    <a:pt x="717" y="801"/>
                  </a:lnTo>
                  <a:lnTo>
                    <a:pt x="717" y="801"/>
                  </a:lnTo>
                  <a:lnTo>
                    <a:pt x="717" y="801"/>
                  </a:lnTo>
                  <a:lnTo>
                    <a:pt x="715" y="801"/>
                  </a:lnTo>
                  <a:lnTo>
                    <a:pt x="715" y="801"/>
                  </a:lnTo>
                  <a:lnTo>
                    <a:pt x="715" y="801"/>
                  </a:lnTo>
                  <a:lnTo>
                    <a:pt x="712" y="801"/>
                  </a:lnTo>
                  <a:lnTo>
                    <a:pt x="712" y="801"/>
                  </a:lnTo>
                  <a:lnTo>
                    <a:pt x="712" y="799"/>
                  </a:lnTo>
                  <a:lnTo>
                    <a:pt x="712" y="799"/>
                  </a:lnTo>
                  <a:lnTo>
                    <a:pt x="712" y="799"/>
                  </a:lnTo>
                  <a:lnTo>
                    <a:pt x="712" y="797"/>
                  </a:lnTo>
                  <a:lnTo>
                    <a:pt x="710" y="797"/>
                  </a:lnTo>
                  <a:lnTo>
                    <a:pt x="710" y="797"/>
                  </a:lnTo>
                  <a:lnTo>
                    <a:pt x="710" y="794"/>
                  </a:lnTo>
                  <a:lnTo>
                    <a:pt x="712" y="794"/>
                  </a:lnTo>
                  <a:lnTo>
                    <a:pt x="712" y="794"/>
                  </a:lnTo>
                  <a:lnTo>
                    <a:pt x="710" y="794"/>
                  </a:lnTo>
                  <a:lnTo>
                    <a:pt x="710" y="792"/>
                  </a:lnTo>
                  <a:lnTo>
                    <a:pt x="710" y="792"/>
                  </a:lnTo>
                  <a:lnTo>
                    <a:pt x="710" y="792"/>
                  </a:lnTo>
                  <a:lnTo>
                    <a:pt x="710" y="792"/>
                  </a:lnTo>
                  <a:lnTo>
                    <a:pt x="710" y="789"/>
                  </a:lnTo>
                  <a:lnTo>
                    <a:pt x="710" y="789"/>
                  </a:lnTo>
                  <a:lnTo>
                    <a:pt x="710" y="789"/>
                  </a:lnTo>
                  <a:lnTo>
                    <a:pt x="710" y="787"/>
                  </a:lnTo>
                  <a:lnTo>
                    <a:pt x="710" y="787"/>
                  </a:lnTo>
                  <a:lnTo>
                    <a:pt x="710" y="787"/>
                  </a:lnTo>
                  <a:lnTo>
                    <a:pt x="710" y="787"/>
                  </a:lnTo>
                  <a:lnTo>
                    <a:pt x="712" y="787"/>
                  </a:lnTo>
                  <a:lnTo>
                    <a:pt x="712" y="785"/>
                  </a:lnTo>
                  <a:lnTo>
                    <a:pt x="712" y="785"/>
                  </a:lnTo>
                  <a:lnTo>
                    <a:pt x="712" y="785"/>
                  </a:lnTo>
                  <a:lnTo>
                    <a:pt x="712" y="782"/>
                  </a:lnTo>
                  <a:lnTo>
                    <a:pt x="715" y="782"/>
                  </a:lnTo>
                  <a:lnTo>
                    <a:pt x="715" y="782"/>
                  </a:lnTo>
                  <a:lnTo>
                    <a:pt x="715" y="780"/>
                  </a:lnTo>
                  <a:lnTo>
                    <a:pt x="715" y="780"/>
                  </a:lnTo>
                  <a:lnTo>
                    <a:pt x="712" y="780"/>
                  </a:lnTo>
                  <a:lnTo>
                    <a:pt x="712" y="780"/>
                  </a:lnTo>
                  <a:lnTo>
                    <a:pt x="712" y="780"/>
                  </a:lnTo>
                  <a:lnTo>
                    <a:pt x="710" y="780"/>
                  </a:lnTo>
                  <a:lnTo>
                    <a:pt x="710" y="780"/>
                  </a:lnTo>
                  <a:lnTo>
                    <a:pt x="710" y="778"/>
                  </a:lnTo>
                  <a:lnTo>
                    <a:pt x="710" y="778"/>
                  </a:lnTo>
                  <a:lnTo>
                    <a:pt x="707" y="778"/>
                  </a:lnTo>
                  <a:lnTo>
                    <a:pt x="707" y="778"/>
                  </a:lnTo>
                  <a:lnTo>
                    <a:pt x="707" y="778"/>
                  </a:lnTo>
                  <a:lnTo>
                    <a:pt x="707" y="778"/>
                  </a:lnTo>
                  <a:lnTo>
                    <a:pt x="705" y="778"/>
                  </a:lnTo>
                  <a:lnTo>
                    <a:pt x="705" y="780"/>
                  </a:lnTo>
                  <a:lnTo>
                    <a:pt x="705" y="780"/>
                  </a:lnTo>
                  <a:lnTo>
                    <a:pt x="705" y="780"/>
                  </a:lnTo>
                  <a:lnTo>
                    <a:pt x="703" y="780"/>
                  </a:lnTo>
                  <a:lnTo>
                    <a:pt x="703" y="780"/>
                  </a:lnTo>
                  <a:lnTo>
                    <a:pt x="703" y="780"/>
                  </a:lnTo>
                  <a:lnTo>
                    <a:pt x="703" y="778"/>
                  </a:lnTo>
                  <a:lnTo>
                    <a:pt x="703" y="778"/>
                  </a:lnTo>
                  <a:lnTo>
                    <a:pt x="700" y="778"/>
                  </a:lnTo>
                  <a:lnTo>
                    <a:pt x="700" y="775"/>
                  </a:lnTo>
                  <a:lnTo>
                    <a:pt x="700" y="775"/>
                  </a:lnTo>
                  <a:lnTo>
                    <a:pt x="698" y="775"/>
                  </a:lnTo>
                  <a:lnTo>
                    <a:pt x="698" y="775"/>
                  </a:lnTo>
                  <a:lnTo>
                    <a:pt x="698" y="775"/>
                  </a:lnTo>
                  <a:lnTo>
                    <a:pt x="696" y="775"/>
                  </a:lnTo>
                  <a:lnTo>
                    <a:pt x="696" y="778"/>
                  </a:lnTo>
                  <a:lnTo>
                    <a:pt x="696" y="778"/>
                  </a:lnTo>
                  <a:lnTo>
                    <a:pt x="696" y="778"/>
                  </a:lnTo>
                  <a:lnTo>
                    <a:pt x="696" y="778"/>
                  </a:lnTo>
                  <a:lnTo>
                    <a:pt x="693" y="778"/>
                  </a:lnTo>
                  <a:lnTo>
                    <a:pt x="693" y="778"/>
                  </a:lnTo>
                  <a:lnTo>
                    <a:pt x="693" y="778"/>
                  </a:lnTo>
                  <a:lnTo>
                    <a:pt x="693" y="775"/>
                  </a:lnTo>
                  <a:lnTo>
                    <a:pt x="691" y="775"/>
                  </a:lnTo>
                  <a:lnTo>
                    <a:pt x="691" y="775"/>
                  </a:lnTo>
                  <a:lnTo>
                    <a:pt x="691" y="775"/>
                  </a:lnTo>
                  <a:lnTo>
                    <a:pt x="691" y="775"/>
                  </a:lnTo>
                  <a:lnTo>
                    <a:pt x="691" y="773"/>
                  </a:lnTo>
                  <a:lnTo>
                    <a:pt x="688" y="773"/>
                  </a:lnTo>
                  <a:lnTo>
                    <a:pt x="688" y="773"/>
                  </a:lnTo>
                  <a:lnTo>
                    <a:pt x="688" y="773"/>
                  </a:lnTo>
                  <a:lnTo>
                    <a:pt x="688" y="773"/>
                  </a:lnTo>
                  <a:lnTo>
                    <a:pt x="688" y="770"/>
                  </a:lnTo>
                  <a:lnTo>
                    <a:pt x="686" y="770"/>
                  </a:lnTo>
                  <a:lnTo>
                    <a:pt x="686" y="770"/>
                  </a:lnTo>
                  <a:lnTo>
                    <a:pt x="686" y="770"/>
                  </a:lnTo>
                  <a:lnTo>
                    <a:pt x="686" y="770"/>
                  </a:lnTo>
                  <a:lnTo>
                    <a:pt x="684" y="770"/>
                  </a:lnTo>
                  <a:lnTo>
                    <a:pt x="684" y="768"/>
                  </a:lnTo>
                  <a:lnTo>
                    <a:pt x="684" y="768"/>
                  </a:lnTo>
                  <a:lnTo>
                    <a:pt x="684" y="768"/>
                  </a:lnTo>
                  <a:lnTo>
                    <a:pt x="684" y="768"/>
                  </a:lnTo>
                  <a:lnTo>
                    <a:pt x="684" y="766"/>
                  </a:lnTo>
                  <a:lnTo>
                    <a:pt x="681" y="766"/>
                  </a:lnTo>
                  <a:lnTo>
                    <a:pt x="681" y="766"/>
                  </a:lnTo>
                  <a:lnTo>
                    <a:pt x="681" y="768"/>
                  </a:lnTo>
                  <a:lnTo>
                    <a:pt x="681" y="768"/>
                  </a:lnTo>
                  <a:lnTo>
                    <a:pt x="681" y="768"/>
                  </a:lnTo>
                  <a:lnTo>
                    <a:pt x="679" y="768"/>
                  </a:lnTo>
                  <a:lnTo>
                    <a:pt x="679" y="768"/>
                  </a:lnTo>
                  <a:lnTo>
                    <a:pt x="679" y="770"/>
                  </a:lnTo>
                  <a:lnTo>
                    <a:pt x="677" y="770"/>
                  </a:lnTo>
                  <a:lnTo>
                    <a:pt x="677" y="770"/>
                  </a:lnTo>
                  <a:lnTo>
                    <a:pt x="677" y="770"/>
                  </a:lnTo>
                  <a:lnTo>
                    <a:pt x="677" y="770"/>
                  </a:lnTo>
                  <a:lnTo>
                    <a:pt x="674" y="770"/>
                  </a:lnTo>
                  <a:lnTo>
                    <a:pt x="674" y="770"/>
                  </a:lnTo>
                  <a:lnTo>
                    <a:pt x="674" y="770"/>
                  </a:lnTo>
                  <a:lnTo>
                    <a:pt x="672" y="770"/>
                  </a:lnTo>
                  <a:lnTo>
                    <a:pt x="672" y="770"/>
                  </a:lnTo>
                  <a:lnTo>
                    <a:pt x="672" y="773"/>
                  </a:lnTo>
                  <a:lnTo>
                    <a:pt x="672" y="773"/>
                  </a:lnTo>
                  <a:lnTo>
                    <a:pt x="672" y="773"/>
                  </a:lnTo>
                  <a:lnTo>
                    <a:pt x="672" y="775"/>
                  </a:lnTo>
                  <a:lnTo>
                    <a:pt x="672" y="775"/>
                  </a:lnTo>
                  <a:lnTo>
                    <a:pt x="672" y="778"/>
                  </a:lnTo>
                  <a:lnTo>
                    <a:pt x="672" y="778"/>
                  </a:lnTo>
                  <a:lnTo>
                    <a:pt x="670" y="778"/>
                  </a:lnTo>
                  <a:lnTo>
                    <a:pt x="670" y="780"/>
                  </a:lnTo>
                  <a:lnTo>
                    <a:pt x="670" y="780"/>
                  </a:lnTo>
                  <a:lnTo>
                    <a:pt x="670" y="780"/>
                  </a:lnTo>
                  <a:lnTo>
                    <a:pt x="670" y="780"/>
                  </a:lnTo>
                  <a:lnTo>
                    <a:pt x="667" y="780"/>
                  </a:lnTo>
                  <a:lnTo>
                    <a:pt x="667" y="780"/>
                  </a:lnTo>
                  <a:lnTo>
                    <a:pt x="665" y="780"/>
                  </a:lnTo>
                  <a:lnTo>
                    <a:pt x="665" y="780"/>
                  </a:lnTo>
                  <a:lnTo>
                    <a:pt x="665" y="780"/>
                  </a:lnTo>
                  <a:lnTo>
                    <a:pt x="665" y="780"/>
                  </a:lnTo>
                  <a:lnTo>
                    <a:pt x="665" y="782"/>
                  </a:lnTo>
                  <a:lnTo>
                    <a:pt x="662" y="782"/>
                  </a:lnTo>
                  <a:lnTo>
                    <a:pt x="662" y="782"/>
                  </a:lnTo>
                  <a:lnTo>
                    <a:pt x="662" y="782"/>
                  </a:lnTo>
                  <a:lnTo>
                    <a:pt x="662" y="782"/>
                  </a:lnTo>
                  <a:lnTo>
                    <a:pt x="660" y="782"/>
                  </a:lnTo>
                  <a:lnTo>
                    <a:pt x="660" y="782"/>
                  </a:lnTo>
                  <a:lnTo>
                    <a:pt x="660" y="782"/>
                  </a:lnTo>
                  <a:lnTo>
                    <a:pt x="658" y="782"/>
                  </a:lnTo>
                  <a:lnTo>
                    <a:pt x="658" y="780"/>
                  </a:lnTo>
                  <a:lnTo>
                    <a:pt x="658" y="780"/>
                  </a:lnTo>
                  <a:lnTo>
                    <a:pt x="658" y="780"/>
                  </a:lnTo>
                  <a:lnTo>
                    <a:pt x="658" y="780"/>
                  </a:lnTo>
                  <a:lnTo>
                    <a:pt x="658" y="780"/>
                  </a:lnTo>
                  <a:lnTo>
                    <a:pt x="655" y="780"/>
                  </a:lnTo>
                  <a:lnTo>
                    <a:pt x="655" y="780"/>
                  </a:lnTo>
                  <a:lnTo>
                    <a:pt x="655" y="782"/>
                  </a:lnTo>
                  <a:lnTo>
                    <a:pt x="655" y="782"/>
                  </a:lnTo>
                  <a:lnTo>
                    <a:pt x="655" y="782"/>
                  </a:lnTo>
                  <a:lnTo>
                    <a:pt x="655" y="785"/>
                  </a:lnTo>
                  <a:lnTo>
                    <a:pt x="655" y="785"/>
                  </a:lnTo>
                  <a:lnTo>
                    <a:pt x="655" y="787"/>
                  </a:lnTo>
                  <a:lnTo>
                    <a:pt x="653" y="787"/>
                  </a:lnTo>
                  <a:lnTo>
                    <a:pt x="653" y="787"/>
                  </a:lnTo>
                  <a:lnTo>
                    <a:pt x="653" y="789"/>
                  </a:lnTo>
                  <a:lnTo>
                    <a:pt x="653" y="789"/>
                  </a:lnTo>
                  <a:lnTo>
                    <a:pt x="653" y="787"/>
                  </a:lnTo>
                  <a:lnTo>
                    <a:pt x="651" y="787"/>
                  </a:lnTo>
                  <a:lnTo>
                    <a:pt x="651" y="787"/>
                  </a:lnTo>
                  <a:lnTo>
                    <a:pt x="651" y="787"/>
                  </a:lnTo>
                  <a:lnTo>
                    <a:pt x="651" y="787"/>
                  </a:lnTo>
                  <a:lnTo>
                    <a:pt x="651" y="785"/>
                  </a:lnTo>
                  <a:lnTo>
                    <a:pt x="648" y="785"/>
                  </a:lnTo>
                  <a:lnTo>
                    <a:pt x="648" y="785"/>
                  </a:lnTo>
                  <a:lnTo>
                    <a:pt x="648" y="785"/>
                  </a:lnTo>
                  <a:lnTo>
                    <a:pt x="648" y="782"/>
                  </a:lnTo>
                  <a:lnTo>
                    <a:pt x="648" y="782"/>
                  </a:lnTo>
                  <a:lnTo>
                    <a:pt x="648" y="782"/>
                  </a:lnTo>
                  <a:lnTo>
                    <a:pt x="646" y="782"/>
                  </a:lnTo>
                  <a:lnTo>
                    <a:pt x="646" y="780"/>
                  </a:lnTo>
                  <a:lnTo>
                    <a:pt x="646" y="780"/>
                  </a:lnTo>
                  <a:lnTo>
                    <a:pt x="646" y="782"/>
                  </a:lnTo>
                  <a:lnTo>
                    <a:pt x="644" y="782"/>
                  </a:lnTo>
                  <a:lnTo>
                    <a:pt x="644" y="782"/>
                  </a:lnTo>
                  <a:lnTo>
                    <a:pt x="644" y="785"/>
                  </a:lnTo>
                  <a:lnTo>
                    <a:pt x="644" y="785"/>
                  </a:lnTo>
                  <a:lnTo>
                    <a:pt x="644" y="785"/>
                  </a:lnTo>
                  <a:lnTo>
                    <a:pt x="644" y="785"/>
                  </a:lnTo>
                  <a:lnTo>
                    <a:pt x="644" y="785"/>
                  </a:lnTo>
                  <a:lnTo>
                    <a:pt x="641" y="785"/>
                  </a:lnTo>
                  <a:lnTo>
                    <a:pt x="641" y="782"/>
                  </a:lnTo>
                  <a:lnTo>
                    <a:pt x="641" y="782"/>
                  </a:lnTo>
                  <a:lnTo>
                    <a:pt x="641" y="782"/>
                  </a:lnTo>
                  <a:lnTo>
                    <a:pt x="641" y="780"/>
                  </a:lnTo>
                  <a:lnTo>
                    <a:pt x="639" y="780"/>
                  </a:lnTo>
                  <a:lnTo>
                    <a:pt x="639" y="780"/>
                  </a:lnTo>
                  <a:lnTo>
                    <a:pt x="639" y="780"/>
                  </a:lnTo>
                  <a:lnTo>
                    <a:pt x="639" y="780"/>
                  </a:lnTo>
                  <a:lnTo>
                    <a:pt x="639" y="782"/>
                  </a:lnTo>
                  <a:lnTo>
                    <a:pt x="639" y="782"/>
                  </a:lnTo>
                  <a:lnTo>
                    <a:pt x="639" y="782"/>
                  </a:lnTo>
                  <a:lnTo>
                    <a:pt x="639" y="785"/>
                  </a:lnTo>
                  <a:lnTo>
                    <a:pt x="636" y="785"/>
                  </a:lnTo>
                  <a:lnTo>
                    <a:pt x="636" y="785"/>
                  </a:lnTo>
                  <a:lnTo>
                    <a:pt x="636" y="785"/>
                  </a:lnTo>
                  <a:lnTo>
                    <a:pt x="636" y="785"/>
                  </a:lnTo>
                  <a:lnTo>
                    <a:pt x="636" y="787"/>
                  </a:lnTo>
                  <a:lnTo>
                    <a:pt x="636" y="787"/>
                  </a:lnTo>
                  <a:lnTo>
                    <a:pt x="634" y="787"/>
                  </a:lnTo>
                  <a:lnTo>
                    <a:pt x="634" y="789"/>
                  </a:lnTo>
                  <a:lnTo>
                    <a:pt x="634" y="789"/>
                  </a:lnTo>
                  <a:lnTo>
                    <a:pt x="634" y="789"/>
                  </a:lnTo>
                  <a:lnTo>
                    <a:pt x="632" y="789"/>
                  </a:lnTo>
                  <a:lnTo>
                    <a:pt x="632" y="789"/>
                  </a:lnTo>
                  <a:lnTo>
                    <a:pt x="632" y="789"/>
                  </a:lnTo>
                  <a:lnTo>
                    <a:pt x="632" y="789"/>
                  </a:lnTo>
                  <a:lnTo>
                    <a:pt x="629" y="789"/>
                  </a:lnTo>
                  <a:lnTo>
                    <a:pt x="629" y="787"/>
                  </a:lnTo>
                  <a:lnTo>
                    <a:pt x="629" y="787"/>
                  </a:lnTo>
                  <a:lnTo>
                    <a:pt x="629" y="787"/>
                  </a:lnTo>
                  <a:lnTo>
                    <a:pt x="629" y="785"/>
                  </a:lnTo>
                  <a:lnTo>
                    <a:pt x="629" y="785"/>
                  </a:lnTo>
                  <a:lnTo>
                    <a:pt x="627" y="785"/>
                  </a:lnTo>
                  <a:lnTo>
                    <a:pt x="627" y="785"/>
                  </a:lnTo>
                  <a:lnTo>
                    <a:pt x="627" y="785"/>
                  </a:lnTo>
                  <a:lnTo>
                    <a:pt x="625" y="785"/>
                  </a:lnTo>
                  <a:lnTo>
                    <a:pt x="625" y="782"/>
                  </a:lnTo>
                  <a:lnTo>
                    <a:pt x="625" y="782"/>
                  </a:lnTo>
                  <a:lnTo>
                    <a:pt x="625" y="782"/>
                  </a:lnTo>
                  <a:lnTo>
                    <a:pt x="622" y="782"/>
                  </a:lnTo>
                  <a:lnTo>
                    <a:pt x="622" y="782"/>
                  </a:lnTo>
                  <a:lnTo>
                    <a:pt x="622" y="782"/>
                  </a:lnTo>
                  <a:lnTo>
                    <a:pt x="622" y="780"/>
                  </a:lnTo>
                  <a:lnTo>
                    <a:pt x="622" y="780"/>
                  </a:lnTo>
                  <a:lnTo>
                    <a:pt x="620" y="780"/>
                  </a:lnTo>
                  <a:lnTo>
                    <a:pt x="620" y="782"/>
                  </a:lnTo>
                  <a:lnTo>
                    <a:pt x="620" y="782"/>
                  </a:lnTo>
                  <a:lnTo>
                    <a:pt x="620" y="782"/>
                  </a:lnTo>
                  <a:lnTo>
                    <a:pt x="620" y="785"/>
                  </a:lnTo>
                  <a:lnTo>
                    <a:pt x="620" y="785"/>
                  </a:lnTo>
                  <a:lnTo>
                    <a:pt x="617" y="785"/>
                  </a:lnTo>
                  <a:lnTo>
                    <a:pt x="617" y="787"/>
                  </a:lnTo>
                  <a:lnTo>
                    <a:pt x="617" y="787"/>
                  </a:lnTo>
                  <a:lnTo>
                    <a:pt x="617" y="787"/>
                  </a:lnTo>
                  <a:lnTo>
                    <a:pt x="617" y="787"/>
                  </a:lnTo>
                  <a:lnTo>
                    <a:pt x="617" y="789"/>
                  </a:lnTo>
                  <a:lnTo>
                    <a:pt x="617" y="789"/>
                  </a:lnTo>
                  <a:lnTo>
                    <a:pt x="615" y="789"/>
                  </a:lnTo>
                  <a:lnTo>
                    <a:pt x="615" y="789"/>
                  </a:lnTo>
                  <a:lnTo>
                    <a:pt x="615" y="789"/>
                  </a:lnTo>
                  <a:lnTo>
                    <a:pt x="615" y="789"/>
                  </a:lnTo>
                  <a:lnTo>
                    <a:pt x="613" y="789"/>
                  </a:lnTo>
                  <a:lnTo>
                    <a:pt x="613" y="789"/>
                  </a:lnTo>
                  <a:lnTo>
                    <a:pt x="613" y="789"/>
                  </a:lnTo>
                  <a:lnTo>
                    <a:pt x="610" y="789"/>
                  </a:lnTo>
                  <a:lnTo>
                    <a:pt x="610" y="789"/>
                  </a:lnTo>
                  <a:lnTo>
                    <a:pt x="610" y="789"/>
                  </a:lnTo>
                  <a:lnTo>
                    <a:pt x="610" y="789"/>
                  </a:lnTo>
                  <a:lnTo>
                    <a:pt x="608" y="789"/>
                  </a:lnTo>
                  <a:lnTo>
                    <a:pt x="608" y="792"/>
                  </a:lnTo>
                  <a:lnTo>
                    <a:pt x="608" y="792"/>
                  </a:lnTo>
                  <a:lnTo>
                    <a:pt x="608" y="789"/>
                  </a:lnTo>
                  <a:lnTo>
                    <a:pt x="608" y="789"/>
                  </a:lnTo>
                  <a:lnTo>
                    <a:pt x="608" y="789"/>
                  </a:lnTo>
                  <a:lnTo>
                    <a:pt x="606" y="789"/>
                  </a:lnTo>
                  <a:lnTo>
                    <a:pt x="606" y="789"/>
                  </a:lnTo>
                  <a:lnTo>
                    <a:pt x="606" y="789"/>
                  </a:lnTo>
                  <a:lnTo>
                    <a:pt x="603" y="789"/>
                  </a:lnTo>
                  <a:lnTo>
                    <a:pt x="603" y="789"/>
                  </a:lnTo>
                  <a:lnTo>
                    <a:pt x="603" y="789"/>
                  </a:lnTo>
                  <a:lnTo>
                    <a:pt x="603" y="789"/>
                  </a:lnTo>
                  <a:lnTo>
                    <a:pt x="603" y="792"/>
                  </a:lnTo>
                  <a:lnTo>
                    <a:pt x="603" y="792"/>
                  </a:lnTo>
                  <a:lnTo>
                    <a:pt x="603" y="792"/>
                  </a:lnTo>
                  <a:lnTo>
                    <a:pt x="603" y="794"/>
                  </a:lnTo>
                  <a:lnTo>
                    <a:pt x="601" y="794"/>
                  </a:lnTo>
                  <a:lnTo>
                    <a:pt x="601" y="794"/>
                  </a:lnTo>
                  <a:lnTo>
                    <a:pt x="601" y="794"/>
                  </a:lnTo>
                  <a:lnTo>
                    <a:pt x="601" y="797"/>
                  </a:lnTo>
                  <a:lnTo>
                    <a:pt x="601" y="797"/>
                  </a:lnTo>
                  <a:lnTo>
                    <a:pt x="601" y="797"/>
                  </a:lnTo>
                  <a:lnTo>
                    <a:pt x="601" y="799"/>
                  </a:lnTo>
                  <a:lnTo>
                    <a:pt x="601" y="799"/>
                  </a:lnTo>
                  <a:lnTo>
                    <a:pt x="603" y="799"/>
                  </a:lnTo>
                  <a:lnTo>
                    <a:pt x="603" y="799"/>
                  </a:lnTo>
                  <a:lnTo>
                    <a:pt x="603" y="801"/>
                  </a:lnTo>
                  <a:lnTo>
                    <a:pt x="603" y="801"/>
                  </a:lnTo>
                  <a:lnTo>
                    <a:pt x="603" y="801"/>
                  </a:lnTo>
                  <a:lnTo>
                    <a:pt x="603" y="801"/>
                  </a:lnTo>
                  <a:lnTo>
                    <a:pt x="603" y="804"/>
                  </a:lnTo>
                  <a:lnTo>
                    <a:pt x="603" y="804"/>
                  </a:lnTo>
                  <a:lnTo>
                    <a:pt x="606" y="804"/>
                  </a:lnTo>
                  <a:lnTo>
                    <a:pt x="606" y="806"/>
                  </a:lnTo>
                  <a:lnTo>
                    <a:pt x="606" y="806"/>
                  </a:lnTo>
                  <a:lnTo>
                    <a:pt x="606" y="806"/>
                  </a:lnTo>
                  <a:lnTo>
                    <a:pt x="606" y="806"/>
                  </a:lnTo>
                  <a:lnTo>
                    <a:pt x="606" y="808"/>
                  </a:lnTo>
                  <a:lnTo>
                    <a:pt x="606" y="808"/>
                  </a:lnTo>
                  <a:lnTo>
                    <a:pt x="606" y="811"/>
                  </a:lnTo>
                  <a:lnTo>
                    <a:pt x="606" y="811"/>
                  </a:lnTo>
                  <a:lnTo>
                    <a:pt x="606" y="811"/>
                  </a:lnTo>
                  <a:lnTo>
                    <a:pt x="608" y="811"/>
                  </a:lnTo>
                  <a:lnTo>
                    <a:pt x="608" y="811"/>
                  </a:lnTo>
                  <a:lnTo>
                    <a:pt x="606" y="811"/>
                  </a:lnTo>
                  <a:lnTo>
                    <a:pt x="606" y="811"/>
                  </a:lnTo>
                  <a:lnTo>
                    <a:pt x="606" y="813"/>
                  </a:lnTo>
                  <a:lnTo>
                    <a:pt x="606" y="813"/>
                  </a:lnTo>
                  <a:lnTo>
                    <a:pt x="606" y="813"/>
                  </a:lnTo>
                  <a:lnTo>
                    <a:pt x="606" y="813"/>
                  </a:lnTo>
                  <a:lnTo>
                    <a:pt x="606" y="815"/>
                  </a:lnTo>
                  <a:lnTo>
                    <a:pt x="606" y="815"/>
                  </a:lnTo>
                  <a:lnTo>
                    <a:pt x="606" y="818"/>
                  </a:lnTo>
                  <a:lnTo>
                    <a:pt x="606" y="818"/>
                  </a:lnTo>
                  <a:lnTo>
                    <a:pt x="606" y="820"/>
                  </a:lnTo>
                  <a:lnTo>
                    <a:pt x="606" y="820"/>
                  </a:lnTo>
                  <a:lnTo>
                    <a:pt x="608" y="820"/>
                  </a:lnTo>
                  <a:lnTo>
                    <a:pt x="608" y="820"/>
                  </a:lnTo>
                  <a:lnTo>
                    <a:pt x="608" y="820"/>
                  </a:lnTo>
                  <a:lnTo>
                    <a:pt x="606" y="820"/>
                  </a:lnTo>
                  <a:lnTo>
                    <a:pt x="606" y="823"/>
                  </a:lnTo>
                  <a:lnTo>
                    <a:pt x="606" y="823"/>
                  </a:lnTo>
                  <a:lnTo>
                    <a:pt x="606" y="823"/>
                  </a:lnTo>
                  <a:lnTo>
                    <a:pt x="603" y="823"/>
                  </a:lnTo>
                  <a:lnTo>
                    <a:pt x="603" y="823"/>
                  </a:lnTo>
                  <a:lnTo>
                    <a:pt x="603" y="823"/>
                  </a:lnTo>
                  <a:lnTo>
                    <a:pt x="603" y="820"/>
                  </a:lnTo>
                  <a:lnTo>
                    <a:pt x="603" y="820"/>
                  </a:lnTo>
                  <a:lnTo>
                    <a:pt x="601" y="820"/>
                  </a:lnTo>
                  <a:lnTo>
                    <a:pt x="601" y="820"/>
                  </a:lnTo>
                  <a:lnTo>
                    <a:pt x="601" y="820"/>
                  </a:lnTo>
                  <a:lnTo>
                    <a:pt x="599" y="820"/>
                  </a:lnTo>
                  <a:lnTo>
                    <a:pt x="599" y="820"/>
                  </a:lnTo>
                  <a:lnTo>
                    <a:pt x="599" y="820"/>
                  </a:lnTo>
                  <a:lnTo>
                    <a:pt x="599" y="820"/>
                  </a:lnTo>
                  <a:lnTo>
                    <a:pt x="596" y="820"/>
                  </a:lnTo>
                  <a:lnTo>
                    <a:pt x="596" y="820"/>
                  </a:lnTo>
                  <a:lnTo>
                    <a:pt x="596" y="823"/>
                  </a:lnTo>
                  <a:lnTo>
                    <a:pt x="596" y="823"/>
                  </a:lnTo>
                  <a:lnTo>
                    <a:pt x="596" y="820"/>
                  </a:lnTo>
                  <a:lnTo>
                    <a:pt x="594" y="820"/>
                  </a:lnTo>
                  <a:lnTo>
                    <a:pt x="594" y="820"/>
                  </a:lnTo>
                  <a:lnTo>
                    <a:pt x="594" y="820"/>
                  </a:lnTo>
                  <a:lnTo>
                    <a:pt x="594" y="818"/>
                  </a:lnTo>
                  <a:lnTo>
                    <a:pt x="594" y="818"/>
                  </a:lnTo>
                  <a:lnTo>
                    <a:pt x="594" y="815"/>
                  </a:lnTo>
                  <a:lnTo>
                    <a:pt x="594" y="815"/>
                  </a:lnTo>
                  <a:lnTo>
                    <a:pt x="594" y="815"/>
                  </a:lnTo>
                  <a:lnTo>
                    <a:pt x="594" y="813"/>
                  </a:lnTo>
                  <a:lnTo>
                    <a:pt x="594" y="813"/>
                  </a:lnTo>
                  <a:lnTo>
                    <a:pt x="591" y="813"/>
                  </a:lnTo>
                  <a:lnTo>
                    <a:pt x="591" y="811"/>
                  </a:lnTo>
                  <a:lnTo>
                    <a:pt x="591" y="811"/>
                  </a:lnTo>
                  <a:lnTo>
                    <a:pt x="591" y="811"/>
                  </a:lnTo>
                  <a:lnTo>
                    <a:pt x="591" y="811"/>
                  </a:lnTo>
                  <a:lnTo>
                    <a:pt x="591" y="808"/>
                  </a:lnTo>
                  <a:lnTo>
                    <a:pt x="591" y="808"/>
                  </a:lnTo>
                  <a:lnTo>
                    <a:pt x="591" y="806"/>
                  </a:lnTo>
                  <a:lnTo>
                    <a:pt x="591" y="806"/>
                  </a:lnTo>
                  <a:lnTo>
                    <a:pt x="591" y="808"/>
                  </a:lnTo>
                  <a:lnTo>
                    <a:pt x="589" y="808"/>
                  </a:lnTo>
                  <a:lnTo>
                    <a:pt x="589" y="808"/>
                  </a:lnTo>
                  <a:lnTo>
                    <a:pt x="589" y="808"/>
                  </a:lnTo>
                  <a:lnTo>
                    <a:pt x="589" y="808"/>
                  </a:lnTo>
                  <a:lnTo>
                    <a:pt x="587" y="808"/>
                  </a:lnTo>
                  <a:lnTo>
                    <a:pt x="587" y="811"/>
                  </a:lnTo>
                  <a:lnTo>
                    <a:pt x="587" y="811"/>
                  </a:lnTo>
                  <a:lnTo>
                    <a:pt x="584" y="811"/>
                  </a:lnTo>
                  <a:lnTo>
                    <a:pt x="584" y="811"/>
                  </a:lnTo>
                  <a:lnTo>
                    <a:pt x="584" y="811"/>
                  </a:lnTo>
                  <a:lnTo>
                    <a:pt x="584" y="811"/>
                  </a:lnTo>
                  <a:lnTo>
                    <a:pt x="584" y="813"/>
                  </a:lnTo>
                  <a:lnTo>
                    <a:pt x="584" y="813"/>
                  </a:lnTo>
                  <a:lnTo>
                    <a:pt x="584" y="813"/>
                  </a:lnTo>
                  <a:lnTo>
                    <a:pt x="582" y="813"/>
                  </a:lnTo>
                  <a:lnTo>
                    <a:pt x="582" y="813"/>
                  </a:lnTo>
                  <a:lnTo>
                    <a:pt x="582" y="813"/>
                  </a:lnTo>
                  <a:lnTo>
                    <a:pt x="582" y="815"/>
                  </a:lnTo>
                  <a:lnTo>
                    <a:pt x="580" y="815"/>
                  </a:lnTo>
                  <a:lnTo>
                    <a:pt x="580" y="815"/>
                  </a:lnTo>
                  <a:lnTo>
                    <a:pt x="577" y="815"/>
                  </a:lnTo>
                  <a:lnTo>
                    <a:pt x="577" y="815"/>
                  </a:lnTo>
                  <a:lnTo>
                    <a:pt x="577" y="813"/>
                  </a:lnTo>
                  <a:lnTo>
                    <a:pt x="577" y="813"/>
                  </a:lnTo>
                  <a:lnTo>
                    <a:pt x="577" y="813"/>
                  </a:lnTo>
                  <a:lnTo>
                    <a:pt x="575" y="813"/>
                  </a:lnTo>
                  <a:lnTo>
                    <a:pt x="575" y="813"/>
                  </a:lnTo>
                  <a:lnTo>
                    <a:pt x="575" y="813"/>
                  </a:lnTo>
                  <a:lnTo>
                    <a:pt x="575" y="813"/>
                  </a:lnTo>
                  <a:lnTo>
                    <a:pt x="575" y="815"/>
                  </a:lnTo>
                  <a:lnTo>
                    <a:pt x="572" y="815"/>
                  </a:lnTo>
                  <a:lnTo>
                    <a:pt x="572" y="815"/>
                  </a:lnTo>
                  <a:lnTo>
                    <a:pt x="570" y="815"/>
                  </a:lnTo>
                  <a:lnTo>
                    <a:pt x="570" y="813"/>
                  </a:lnTo>
                  <a:lnTo>
                    <a:pt x="570" y="813"/>
                  </a:lnTo>
                  <a:lnTo>
                    <a:pt x="570" y="813"/>
                  </a:lnTo>
                  <a:lnTo>
                    <a:pt x="570" y="811"/>
                  </a:lnTo>
                  <a:lnTo>
                    <a:pt x="570" y="811"/>
                  </a:lnTo>
                  <a:lnTo>
                    <a:pt x="570" y="811"/>
                  </a:lnTo>
                  <a:lnTo>
                    <a:pt x="570" y="811"/>
                  </a:lnTo>
                  <a:lnTo>
                    <a:pt x="570" y="811"/>
                  </a:lnTo>
                  <a:lnTo>
                    <a:pt x="570" y="808"/>
                  </a:lnTo>
                  <a:lnTo>
                    <a:pt x="570" y="808"/>
                  </a:lnTo>
                  <a:lnTo>
                    <a:pt x="568" y="808"/>
                  </a:lnTo>
                  <a:lnTo>
                    <a:pt x="568" y="808"/>
                  </a:lnTo>
                  <a:lnTo>
                    <a:pt x="568" y="808"/>
                  </a:lnTo>
                  <a:lnTo>
                    <a:pt x="565" y="808"/>
                  </a:lnTo>
                  <a:lnTo>
                    <a:pt x="565" y="806"/>
                  </a:lnTo>
                  <a:lnTo>
                    <a:pt x="565" y="806"/>
                  </a:lnTo>
                  <a:lnTo>
                    <a:pt x="565" y="804"/>
                  </a:lnTo>
                  <a:lnTo>
                    <a:pt x="565" y="804"/>
                  </a:lnTo>
                  <a:lnTo>
                    <a:pt x="568" y="804"/>
                  </a:lnTo>
                  <a:lnTo>
                    <a:pt x="568" y="801"/>
                  </a:lnTo>
                  <a:lnTo>
                    <a:pt x="568" y="801"/>
                  </a:lnTo>
                  <a:lnTo>
                    <a:pt x="565" y="801"/>
                  </a:lnTo>
                  <a:lnTo>
                    <a:pt x="565" y="799"/>
                  </a:lnTo>
                  <a:lnTo>
                    <a:pt x="565" y="799"/>
                  </a:lnTo>
                  <a:lnTo>
                    <a:pt x="565" y="799"/>
                  </a:lnTo>
                  <a:lnTo>
                    <a:pt x="565" y="799"/>
                  </a:lnTo>
                  <a:lnTo>
                    <a:pt x="565" y="799"/>
                  </a:lnTo>
                  <a:lnTo>
                    <a:pt x="563" y="799"/>
                  </a:lnTo>
                  <a:lnTo>
                    <a:pt x="563" y="799"/>
                  </a:lnTo>
                  <a:lnTo>
                    <a:pt x="563" y="799"/>
                  </a:lnTo>
                  <a:lnTo>
                    <a:pt x="563" y="799"/>
                  </a:lnTo>
                  <a:lnTo>
                    <a:pt x="563" y="799"/>
                  </a:lnTo>
                  <a:lnTo>
                    <a:pt x="561" y="799"/>
                  </a:lnTo>
                  <a:lnTo>
                    <a:pt x="561" y="799"/>
                  </a:lnTo>
                  <a:lnTo>
                    <a:pt x="561" y="799"/>
                  </a:lnTo>
                  <a:lnTo>
                    <a:pt x="558" y="799"/>
                  </a:lnTo>
                  <a:lnTo>
                    <a:pt x="558" y="799"/>
                  </a:lnTo>
                  <a:lnTo>
                    <a:pt x="558" y="799"/>
                  </a:lnTo>
                  <a:lnTo>
                    <a:pt x="558" y="799"/>
                  </a:lnTo>
                  <a:lnTo>
                    <a:pt x="556" y="799"/>
                  </a:lnTo>
                  <a:lnTo>
                    <a:pt x="556" y="799"/>
                  </a:lnTo>
                  <a:lnTo>
                    <a:pt x="556" y="799"/>
                  </a:lnTo>
                  <a:lnTo>
                    <a:pt x="554" y="799"/>
                  </a:lnTo>
                  <a:lnTo>
                    <a:pt x="554" y="799"/>
                  </a:lnTo>
                  <a:lnTo>
                    <a:pt x="554" y="799"/>
                  </a:lnTo>
                  <a:lnTo>
                    <a:pt x="554" y="799"/>
                  </a:lnTo>
                  <a:lnTo>
                    <a:pt x="551" y="799"/>
                  </a:lnTo>
                  <a:lnTo>
                    <a:pt x="551" y="799"/>
                  </a:lnTo>
                  <a:lnTo>
                    <a:pt x="551" y="799"/>
                  </a:lnTo>
                  <a:lnTo>
                    <a:pt x="551" y="797"/>
                  </a:lnTo>
                  <a:lnTo>
                    <a:pt x="551" y="797"/>
                  </a:lnTo>
                  <a:lnTo>
                    <a:pt x="551" y="794"/>
                  </a:lnTo>
                  <a:lnTo>
                    <a:pt x="551" y="794"/>
                  </a:lnTo>
                  <a:lnTo>
                    <a:pt x="551" y="794"/>
                  </a:lnTo>
                  <a:lnTo>
                    <a:pt x="551" y="792"/>
                  </a:lnTo>
                  <a:lnTo>
                    <a:pt x="551" y="792"/>
                  </a:lnTo>
                  <a:lnTo>
                    <a:pt x="551" y="792"/>
                  </a:lnTo>
                  <a:lnTo>
                    <a:pt x="551" y="789"/>
                  </a:lnTo>
                  <a:lnTo>
                    <a:pt x="554" y="789"/>
                  </a:lnTo>
                  <a:lnTo>
                    <a:pt x="554" y="789"/>
                  </a:lnTo>
                  <a:lnTo>
                    <a:pt x="554" y="789"/>
                  </a:lnTo>
                  <a:lnTo>
                    <a:pt x="554" y="789"/>
                  </a:lnTo>
                  <a:lnTo>
                    <a:pt x="554" y="787"/>
                  </a:lnTo>
                  <a:lnTo>
                    <a:pt x="554" y="787"/>
                  </a:lnTo>
                  <a:lnTo>
                    <a:pt x="554" y="785"/>
                  </a:lnTo>
                  <a:lnTo>
                    <a:pt x="554" y="785"/>
                  </a:lnTo>
                  <a:lnTo>
                    <a:pt x="554" y="785"/>
                  </a:lnTo>
                  <a:lnTo>
                    <a:pt x="554" y="782"/>
                  </a:lnTo>
                  <a:lnTo>
                    <a:pt x="554" y="782"/>
                  </a:lnTo>
                  <a:lnTo>
                    <a:pt x="554" y="782"/>
                  </a:lnTo>
                  <a:lnTo>
                    <a:pt x="554" y="780"/>
                  </a:lnTo>
                  <a:lnTo>
                    <a:pt x="556" y="780"/>
                  </a:lnTo>
                  <a:lnTo>
                    <a:pt x="556" y="780"/>
                  </a:lnTo>
                  <a:lnTo>
                    <a:pt x="556" y="780"/>
                  </a:lnTo>
                  <a:lnTo>
                    <a:pt x="556" y="780"/>
                  </a:lnTo>
                  <a:lnTo>
                    <a:pt x="556" y="778"/>
                  </a:lnTo>
                  <a:lnTo>
                    <a:pt x="556" y="778"/>
                  </a:lnTo>
                  <a:lnTo>
                    <a:pt x="558" y="778"/>
                  </a:lnTo>
                  <a:lnTo>
                    <a:pt x="558" y="778"/>
                  </a:lnTo>
                  <a:lnTo>
                    <a:pt x="558" y="775"/>
                  </a:lnTo>
                  <a:lnTo>
                    <a:pt x="556" y="775"/>
                  </a:lnTo>
                  <a:lnTo>
                    <a:pt x="556" y="775"/>
                  </a:lnTo>
                  <a:lnTo>
                    <a:pt x="556" y="773"/>
                  </a:lnTo>
                  <a:lnTo>
                    <a:pt x="556" y="773"/>
                  </a:lnTo>
                  <a:lnTo>
                    <a:pt x="556" y="773"/>
                  </a:lnTo>
                  <a:lnTo>
                    <a:pt x="556" y="773"/>
                  </a:lnTo>
                  <a:lnTo>
                    <a:pt x="554" y="773"/>
                  </a:lnTo>
                  <a:lnTo>
                    <a:pt x="554" y="773"/>
                  </a:lnTo>
                  <a:lnTo>
                    <a:pt x="551" y="773"/>
                  </a:lnTo>
                  <a:lnTo>
                    <a:pt x="551" y="773"/>
                  </a:lnTo>
                  <a:lnTo>
                    <a:pt x="551" y="773"/>
                  </a:lnTo>
                  <a:lnTo>
                    <a:pt x="551" y="773"/>
                  </a:lnTo>
                  <a:lnTo>
                    <a:pt x="549" y="773"/>
                  </a:lnTo>
                  <a:lnTo>
                    <a:pt x="549" y="773"/>
                  </a:lnTo>
                  <a:lnTo>
                    <a:pt x="549" y="773"/>
                  </a:lnTo>
                  <a:lnTo>
                    <a:pt x="549" y="773"/>
                  </a:lnTo>
                  <a:lnTo>
                    <a:pt x="549" y="773"/>
                  </a:lnTo>
                  <a:lnTo>
                    <a:pt x="549" y="773"/>
                  </a:lnTo>
                  <a:lnTo>
                    <a:pt x="546" y="773"/>
                  </a:lnTo>
                  <a:lnTo>
                    <a:pt x="546" y="770"/>
                  </a:lnTo>
                  <a:lnTo>
                    <a:pt x="546" y="770"/>
                  </a:lnTo>
                  <a:lnTo>
                    <a:pt x="544" y="770"/>
                  </a:lnTo>
                  <a:lnTo>
                    <a:pt x="544" y="770"/>
                  </a:lnTo>
                  <a:lnTo>
                    <a:pt x="544" y="770"/>
                  </a:lnTo>
                  <a:lnTo>
                    <a:pt x="544" y="770"/>
                  </a:lnTo>
                  <a:lnTo>
                    <a:pt x="544" y="768"/>
                  </a:lnTo>
                  <a:lnTo>
                    <a:pt x="544" y="768"/>
                  </a:lnTo>
                  <a:lnTo>
                    <a:pt x="544" y="766"/>
                  </a:lnTo>
                  <a:lnTo>
                    <a:pt x="544" y="766"/>
                  </a:lnTo>
                  <a:lnTo>
                    <a:pt x="544" y="763"/>
                  </a:lnTo>
                  <a:lnTo>
                    <a:pt x="544" y="763"/>
                  </a:lnTo>
                  <a:lnTo>
                    <a:pt x="544" y="763"/>
                  </a:lnTo>
                  <a:lnTo>
                    <a:pt x="542" y="763"/>
                  </a:lnTo>
                  <a:lnTo>
                    <a:pt x="542" y="761"/>
                  </a:lnTo>
                  <a:lnTo>
                    <a:pt x="542" y="761"/>
                  </a:lnTo>
                  <a:lnTo>
                    <a:pt x="544" y="761"/>
                  </a:lnTo>
                  <a:lnTo>
                    <a:pt x="544" y="761"/>
                  </a:lnTo>
                  <a:lnTo>
                    <a:pt x="544" y="759"/>
                  </a:lnTo>
                  <a:lnTo>
                    <a:pt x="542" y="759"/>
                  </a:lnTo>
                  <a:lnTo>
                    <a:pt x="542" y="759"/>
                  </a:lnTo>
                  <a:lnTo>
                    <a:pt x="542" y="756"/>
                  </a:lnTo>
                  <a:lnTo>
                    <a:pt x="542" y="756"/>
                  </a:lnTo>
                  <a:lnTo>
                    <a:pt x="542" y="756"/>
                  </a:lnTo>
                  <a:lnTo>
                    <a:pt x="542" y="756"/>
                  </a:lnTo>
                  <a:lnTo>
                    <a:pt x="539" y="756"/>
                  </a:lnTo>
                  <a:lnTo>
                    <a:pt x="539" y="754"/>
                  </a:lnTo>
                  <a:lnTo>
                    <a:pt x="539" y="754"/>
                  </a:lnTo>
                  <a:lnTo>
                    <a:pt x="539" y="751"/>
                  </a:lnTo>
                  <a:lnTo>
                    <a:pt x="539" y="751"/>
                  </a:lnTo>
                  <a:lnTo>
                    <a:pt x="542" y="751"/>
                  </a:lnTo>
                  <a:lnTo>
                    <a:pt x="542" y="751"/>
                  </a:lnTo>
                  <a:lnTo>
                    <a:pt x="542" y="751"/>
                  </a:lnTo>
                  <a:lnTo>
                    <a:pt x="542" y="749"/>
                  </a:lnTo>
                  <a:lnTo>
                    <a:pt x="542" y="749"/>
                  </a:lnTo>
                  <a:lnTo>
                    <a:pt x="542" y="749"/>
                  </a:lnTo>
                  <a:lnTo>
                    <a:pt x="544" y="749"/>
                  </a:lnTo>
                  <a:lnTo>
                    <a:pt x="544" y="747"/>
                  </a:lnTo>
                  <a:lnTo>
                    <a:pt x="542" y="747"/>
                  </a:lnTo>
                  <a:lnTo>
                    <a:pt x="542" y="747"/>
                  </a:lnTo>
                  <a:lnTo>
                    <a:pt x="542" y="747"/>
                  </a:lnTo>
                  <a:lnTo>
                    <a:pt x="539" y="747"/>
                  </a:lnTo>
                  <a:lnTo>
                    <a:pt x="539" y="747"/>
                  </a:lnTo>
                  <a:lnTo>
                    <a:pt x="537" y="747"/>
                  </a:lnTo>
                  <a:lnTo>
                    <a:pt x="537" y="749"/>
                  </a:lnTo>
                  <a:lnTo>
                    <a:pt x="537" y="749"/>
                  </a:lnTo>
                  <a:lnTo>
                    <a:pt x="537" y="747"/>
                  </a:lnTo>
                  <a:lnTo>
                    <a:pt x="537" y="747"/>
                  </a:lnTo>
                  <a:lnTo>
                    <a:pt x="535" y="747"/>
                  </a:lnTo>
                  <a:lnTo>
                    <a:pt x="535" y="747"/>
                  </a:lnTo>
                  <a:lnTo>
                    <a:pt x="532" y="747"/>
                  </a:lnTo>
                  <a:lnTo>
                    <a:pt x="532" y="747"/>
                  </a:lnTo>
                  <a:lnTo>
                    <a:pt x="532" y="747"/>
                  </a:lnTo>
                  <a:lnTo>
                    <a:pt x="530" y="747"/>
                  </a:lnTo>
                  <a:lnTo>
                    <a:pt x="530" y="747"/>
                  </a:lnTo>
                  <a:lnTo>
                    <a:pt x="530" y="747"/>
                  </a:lnTo>
                  <a:lnTo>
                    <a:pt x="530" y="749"/>
                  </a:lnTo>
                  <a:lnTo>
                    <a:pt x="528" y="749"/>
                  </a:lnTo>
                  <a:lnTo>
                    <a:pt x="528" y="749"/>
                  </a:lnTo>
                  <a:lnTo>
                    <a:pt x="525" y="749"/>
                  </a:lnTo>
                  <a:lnTo>
                    <a:pt x="525" y="749"/>
                  </a:lnTo>
                  <a:lnTo>
                    <a:pt x="525" y="749"/>
                  </a:lnTo>
                  <a:lnTo>
                    <a:pt x="525" y="749"/>
                  </a:lnTo>
                  <a:lnTo>
                    <a:pt x="523" y="749"/>
                  </a:lnTo>
                  <a:lnTo>
                    <a:pt x="523" y="749"/>
                  </a:lnTo>
                  <a:lnTo>
                    <a:pt x="523" y="751"/>
                  </a:lnTo>
                  <a:lnTo>
                    <a:pt x="523" y="751"/>
                  </a:lnTo>
                  <a:lnTo>
                    <a:pt x="523" y="751"/>
                  </a:lnTo>
                  <a:lnTo>
                    <a:pt x="520" y="751"/>
                  </a:lnTo>
                  <a:lnTo>
                    <a:pt x="520" y="751"/>
                  </a:lnTo>
                  <a:lnTo>
                    <a:pt x="520" y="751"/>
                  </a:lnTo>
                  <a:lnTo>
                    <a:pt x="518" y="751"/>
                  </a:lnTo>
                  <a:lnTo>
                    <a:pt x="518" y="754"/>
                  </a:lnTo>
                  <a:lnTo>
                    <a:pt x="518" y="754"/>
                  </a:lnTo>
                  <a:lnTo>
                    <a:pt x="518" y="754"/>
                  </a:lnTo>
                  <a:lnTo>
                    <a:pt x="516" y="754"/>
                  </a:lnTo>
                  <a:lnTo>
                    <a:pt x="516" y="751"/>
                  </a:lnTo>
                  <a:lnTo>
                    <a:pt x="516" y="751"/>
                  </a:lnTo>
                  <a:lnTo>
                    <a:pt x="516" y="751"/>
                  </a:lnTo>
                  <a:lnTo>
                    <a:pt x="516" y="751"/>
                  </a:lnTo>
                  <a:lnTo>
                    <a:pt x="516" y="751"/>
                  </a:lnTo>
                  <a:lnTo>
                    <a:pt x="516" y="751"/>
                  </a:lnTo>
                  <a:lnTo>
                    <a:pt x="516" y="751"/>
                  </a:lnTo>
                  <a:lnTo>
                    <a:pt x="516" y="749"/>
                  </a:lnTo>
                  <a:lnTo>
                    <a:pt x="518" y="749"/>
                  </a:lnTo>
                  <a:lnTo>
                    <a:pt x="518" y="749"/>
                  </a:lnTo>
                  <a:lnTo>
                    <a:pt x="518" y="749"/>
                  </a:lnTo>
                  <a:lnTo>
                    <a:pt x="518" y="747"/>
                  </a:lnTo>
                  <a:lnTo>
                    <a:pt x="518" y="747"/>
                  </a:lnTo>
                  <a:lnTo>
                    <a:pt x="518" y="747"/>
                  </a:lnTo>
                  <a:lnTo>
                    <a:pt x="518" y="744"/>
                  </a:lnTo>
                  <a:lnTo>
                    <a:pt x="518" y="744"/>
                  </a:lnTo>
                  <a:lnTo>
                    <a:pt x="518" y="742"/>
                  </a:lnTo>
                  <a:lnTo>
                    <a:pt x="518" y="742"/>
                  </a:lnTo>
                  <a:lnTo>
                    <a:pt x="518" y="742"/>
                  </a:lnTo>
                  <a:lnTo>
                    <a:pt x="518" y="742"/>
                  </a:lnTo>
                  <a:lnTo>
                    <a:pt x="518" y="742"/>
                  </a:lnTo>
                  <a:lnTo>
                    <a:pt x="518" y="740"/>
                  </a:lnTo>
                  <a:lnTo>
                    <a:pt x="518" y="740"/>
                  </a:lnTo>
                  <a:lnTo>
                    <a:pt x="518" y="740"/>
                  </a:lnTo>
                  <a:lnTo>
                    <a:pt x="518" y="740"/>
                  </a:lnTo>
                  <a:lnTo>
                    <a:pt x="516" y="740"/>
                  </a:lnTo>
                  <a:lnTo>
                    <a:pt x="516" y="740"/>
                  </a:lnTo>
                  <a:lnTo>
                    <a:pt x="516" y="740"/>
                  </a:lnTo>
                  <a:lnTo>
                    <a:pt x="516" y="740"/>
                  </a:lnTo>
                  <a:lnTo>
                    <a:pt x="516" y="740"/>
                  </a:lnTo>
                  <a:lnTo>
                    <a:pt x="516" y="737"/>
                  </a:lnTo>
                  <a:lnTo>
                    <a:pt x="516" y="737"/>
                  </a:lnTo>
                  <a:lnTo>
                    <a:pt x="516" y="737"/>
                  </a:lnTo>
                  <a:lnTo>
                    <a:pt x="516" y="735"/>
                  </a:lnTo>
                  <a:lnTo>
                    <a:pt x="516" y="735"/>
                  </a:lnTo>
                  <a:lnTo>
                    <a:pt x="516" y="733"/>
                  </a:lnTo>
                  <a:lnTo>
                    <a:pt x="516" y="733"/>
                  </a:lnTo>
                  <a:lnTo>
                    <a:pt x="516" y="730"/>
                  </a:lnTo>
                  <a:lnTo>
                    <a:pt x="516" y="730"/>
                  </a:lnTo>
                  <a:lnTo>
                    <a:pt x="516" y="730"/>
                  </a:lnTo>
                  <a:lnTo>
                    <a:pt x="518" y="730"/>
                  </a:lnTo>
                  <a:lnTo>
                    <a:pt x="518" y="730"/>
                  </a:lnTo>
                  <a:lnTo>
                    <a:pt x="518" y="730"/>
                  </a:lnTo>
                  <a:lnTo>
                    <a:pt x="518" y="730"/>
                  </a:lnTo>
                  <a:lnTo>
                    <a:pt x="520" y="730"/>
                  </a:lnTo>
                  <a:lnTo>
                    <a:pt x="520" y="728"/>
                  </a:lnTo>
                  <a:lnTo>
                    <a:pt x="518" y="728"/>
                  </a:lnTo>
                  <a:lnTo>
                    <a:pt x="518" y="728"/>
                  </a:lnTo>
                  <a:lnTo>
                    <a:pt x="518" y="725"/>
                  </a:lnTo>
                  <a:lnTo>
                    <a:pt x="518" y="725"/>
                  </a:lnTo>
                  <a:lnTo>
                    <a:pt x="518" y="725"/>
                  </a:lnTo>
                  <a:lnTo>
                    <a:pt x="518" y="723"/>
                  </a:lnTo>
                  <a:lnTo>
                    <a:pt x="518" y="723"/>
                  </a:lnTo>
                  <a:lnTo>
                    <a:pt x="518" y="723"/>
                  </a:lnTo>
                  <a:lnTo>
                    <a:pt x="518" y="721"/>
                  </a:lnTo>
                  <a:lnTo>
                    <a:pt x="520" y="721"/>
                  </a:lnTo>
                  <a:lnTo>
                    <a:pt x="520" y="721"/>
                  </a:lnTo>
                  <a:lnTo>
                    <a:pt x="520" y="721"/>
                  </a:lnTo>
                  <a:lnTo>
                    <a:pt x="520" y="721"/>
                  </a:lnTo>
                  <a:lnTo>
                    <a:pt x="520" y="718"/>
                  </a:lnTo>
                  <a:lnTo>
                    <a:pt x="523" y="718"/>
                  </a:lnTo>
                  <a:lnTo>
                    <a:pt x="523" y="718"/>
                  </a:lnTo>
                  <a:lnTo>
                    <a:pt x="523" y="721"/>
                  </a:lnTo>
                  <a:lnTo>
                    <a:pt x="523" y="721"/>
                  </a:lnTo>
                  <a:lnTo>
                    <a:pt x="523" y="718"/>
                  </a:lnTo>
                  <a:lnTo>
                    <a:pt x="525" y="718"/>
                  </a:lnTo>
                  <a:lnTo>
                    <a:pt x="525" y="718"/>
                  </a:lnTo>
                  <a:lnTo>
                    <a:pt x="525" y="718"/>
                  </a:lnTo>
                  <a:lnTo>
                    <a:pt x="525" y="716"/>
                  </a:lnTo>
                  <a:lnTo>
                    <a:pt x="525" y="716"/>
                  </a:lnTo>
                  <a:lnTo>
                    <a:pt x="525" y="716"/>
                  </a:lnTo>
                  <a:lnTo>
                    <a:pt x="528" y="716"/>
                  </a:lnTo>
                  <a:lnTo>
                    <a:pt x="528" y="714"/>
                  </a:lnTo>
                  <a:lnTo>
                    <a:pt x="528" y="714"/>
                  </a:lnTo>
                  <a:lnTo>
                    <a:pt x="528" y="711"/>
                  </a:lnTo>
                  <a:lnTo>
                    <a:pt x="528" y="711"/>
                  </a:lnTo>
                  <a:lnTo>
                    <a:pt x="528" y="711"/>
                  </a:lnTo>
                  <a:lnTo>
                    <a:pt x="528" y="711"/>
                  </a:lnTo>
                  <a:lnTo>
                    <a:pt x="528" y="709"/>
                  </a:lnTo>
                  <a:lnTo>
                    <a:pt x="530" y="709"/>
                  </a:lnTo>
                  <a:lnTo>
                    <a:pt x="530" y="711"/>
                  </a:lnTo>
                  <a:lnTo>
                    <a:pt x="530" y="711"/>
                  </a:lnTo>
                  <a:lnTo>
                    <a:pt x="530" y="711"/>
                  </a:lnTo>
                  <a:lnTo>
                    <a:pt x="530" y="711"/>
                  </a:lnTo>
                  <a:lnTo>
                    <a:pt x="532" y="711"/>
                  </a:lnTo>
                  <a:lnTo>
                    <a:pt x="532" y="711"/>
                  </a:lnTo>
                  <a:lnTo>
                    <a:pt x="532" y="711"/>
                  </a:lnTo>
                  <a:lnTo>
                    <a:pt x="532" y="709"/>
                  </a:lnTo>
                  <a:lnTo>
                    <a:pt x="532" y="709"/>
                  </a:lnTo>
                  <a:lnTo>
                    <a:pt x="532" y="709"/>
                  </a:lnTo>
                  <a:lnTo>
                    <a:pt x="532" y="706"/>
                  </a:lnTo>
                  <a:lnTo>
                    <a:pt x="535" y="706"/>
                  </a:lnTo>
                  <a:lnTo>
                    <a:pt x="535" y="706"/>
                  </a:lnTo>
                  <a:lnTo>
                    <a:pt x="535" y="704"/>
                  </a:lnTo>
                  <a:lnTo>
                    <a:pt x="535" y="704"/>
                  </a:lnTo>
                  <a:lnTo>
                    <a:pt x="535" y="704"/>
                  </a:lnTo>
                  <a:lnTo>
                    <a:pt x="537" y="704"/>
                  </a:lnTo>
                  <a:lnTo>
                    <a:pt x="537" y="704"/>
                  </a:lnTo>
                  <a:lnTo>
                    <a:pt x="537" y="704"/>
                  </a:lnTo>
                  <a:lnTo>
                    <a:pt x="539" y="704"/>
                  </a:lnTo>
                  <a:lnTo>
                    <a:pt x="539" y="704"/>
                  </a:lnTo>
                  <a:lnTo>
                    <a:pt x="539" y="702"/>
                  </a:lnTo>
                  <a:lnTo>
                    <a:pt x="539" y="702"/>
                  </a:lnTo>
                  <a:lnTo>
                    <a:pt x="539" y="702"/>
                  </a:lnTo>
                  <a:lnTo>
                    <a:pt x="539" y="702"/>
                  </a:lnTo>
                  <a:lnTo>
                    <a:pt x="537" y="702"/>
                  </a:lnTo>
                  <a:lnTo>
                    <a:pt x="537" y="699"/>
                  </a:lnTo>
                  <a:lnTo>
                    <a:pt x="537" y="699"/>
                  </a:lnTo>
                  <a:lnTo>
                    <a:pt x="537" y="699"/>
                  </a:lnTo>
                  <a:lnTo>
                    <a:pt x="537" y="697"/>
                  </a:lnTo>
                  <a:lnTo>
                    <a:pt x="537" y="697"/>
                  </a:lnTo>
                  <a:lnTo>
                    <a:pt x="537" y="697"/>
                  </a:lnTo>
                  <a:lnTo>
                    <a:pt x="539" y="697"/>
                  </a:lnTo>
                  <a:lnTo>
                    <a:pt x="539" y="697"/>
                  </a:lnTo>
                  <a:lnTo>
                    <a:pt x="539" y="695"/>
                  </a:lnTo>
                  <a:lnTo>
                    <a:pt x="539" y="695"/>
                  </a:lnTo>
                  <a:lnTo>
                    <a:pt x="539" y="692"/>
                  </a:lnTo>
                  <a:lnTo>
                    <a:pt x="539" y="692"/>
                  </a:lnTo>
                  <a:lnTo>
                    <a:pt x="539" y="692"/>
                  </a:lnTo>
                  <a:lnTo>
                    <a:pt x="539" y="692"/>
                  </a:lnTo>
                  <a:lnTo>
                    <a:pt x="539" y="692"/>
                  </a:lnTo>
                  <a:lnTo>
                    <a:pt x="539" y="690"/>
                  </a:lnTo>
                  <a:lnTo>
                    <a:pt x="542" y="690"/>
                  </a:lnTo>
                  <a:lnTo>
                    <a:pt x="542" y="690"/>
                  </a:lnTo>
                  <a:lnTo>
                    <a:pt x="542" y="687"/>
                  </a:lnTo>
                  <a:lnTo>
                    <a:pt x="542" y="687"/>
                  </a:lnTo>
                  <a:lnTo>
                    <a:pt x="542" y="685"/>
                  </a:lnTo>
                  <a:lnTo>
                    <a:pt x="542" y="685"/>
                  </a:lnTo>
                  <a:lnTo>
                    <a:pt x="542" y="685"/>
                  </a:lnTo>
                  <a:lnTo>
                    <a:pt x="542" y="683"/>
                  </a:lnTo>
                  <a:lnTo>
                    <a:pt x="542" y="683"/>
                  </a:lnTo>
                  <a:lnTo>
                    <a:pt x="542" y="680"/>
                  </a:lnTo>
                  <a:lnTo>
                    <a:pt x="542" y="680"/>
                  </a:lnTo>
                  <a:lnTo>
                    <a:pt x="542" y="680"/>
                  </a:lnTo>
                  <a:lnTo>
                    <a:pt x="542" y="680"/>
                  </a:lnTo>
                  <a:lnTo>
                    <a:pt x="542" y="678"/>
                  </a:lnTo>
                  <a:lnTo>
                    <a:pt x="542" y="678"/>
                  </a:lnTo>
                  <a:lnTo>
                    <a:pt x="542" y="676"/>
                  </a:lnTo>
                  <a:lnTo>
                    <a:pt x="542" y="676"/>
                  </a:lnTo>
                  <a:lnTo>
                    <a:pt x="542" y="673"/>
                  </a:lnTo>
                  <a:lnTo>
                    <a:pt x="542" y="673"/>
                  </a:lnTo>
                  <a:lnTo>
                    <a:pt x="542" y="671"/>
                  </a:lnTo>
                  <a:lnTo>
                    <a:pt x="539" y="671"/>
                  </a:lnTo>
                  <a:lnTo>
                    <a:pt x="539" y="671"/>
                  </a:lnTo>
                  <a:lnTo>
                    <a:pt x="539" y="671"/>
                  </a:lnTo>
                  <a:lnTo>
                    <a:pt x="539" y="669"/>
                  </a:lnTo>
                  <a:lnTo>
                    <a:pt x="539" y="669"/>
                  </a:lnTo>
                  <a:lnTo>
                    <a:pt x="539" y="666"/>
                  </a:lnTo>
                  <a:lnTo>
                    <a:pt x="539" y="666"/>
                  </a:lnTo>
                  <a:lnTo>
                    <a:pt x="539" y="664"/>
                  </a:lnTo>
                  <a:lnTo>
                    <a:pt x="539" y="664"/>
                  </a:lnTo>
                  <a:lnTo>
                    <a:pt x="539" y="661"/>
                  </a:lnTo>
                  <a:lnTo>
                    <a:pt x="539" y="661"/>
                  </a:lnTo>
                  <a:lnTo>
                    <a:pt x="539" y="661"/>
                  </a:lnTo>
                  <a:lnTo>
                    <a:pt x="539" y="659"/>
                  </a:lnTo>
                  <a:lnTo>
                    <a:pt x="539" y="659"/>
                  </a:lnTo>
                  <a:lnTo>
                    <a:pt x="539" y="659"/>
                  </a:lnTo>
                  <a:lnTo>
                    <a:pt x="537" y="659"/>
                  </a:lnTo>
                  <a:lnTo>
                    <a:pt x="537" y="659"/>
                  </a:lnTo>
                  <a:lnTo>
                    <a:pt x="537" y="659"/>
                  </a:lnTo>
                  <a:lnTo>
                    <a:pt x="537" y="659"/>
                  </a:lnTo>
                  <a:lnTo>
                    <a:pt x="537" y="659"/>
                  </a:lnTo>
                  <a:lnTo>
                    <a:pt x="535" y="659"/>
                  </a:lnTo>
                  <a:lnTo>
                    <a:pt x="535" y="657"/>
                  </a:lnTo>
                  <a:lnTo>
                    <a:pt x="535" y="657"/>
                  </a:lnTo>
                  <a:lnTo>
                    <a:pt x="532" y="657"/>
                  </a:lnTo>
                  <a:lnTo>
                    <a:pt x="532" y="659"/>
                  </a:lnTo>
                  <a:lnTo>
                    <a:pt x="532" y="659"/>
                  </a:lnTo>
                  <a:lnTo>
                    <a:pt x="532" y="661"/>
                  </a:lnTo>
                  <a:lnTo>
                    <a:pt x="532" y="661"/>
                  </a:lnTo>
                  <a:lnTo>
                    <a:pt x="532" y="661"/>
                  </a:lnTo>
                  <a:lnTo>
                    <a:pt x="530" y="661"/>
                  </a:lnTo>
                  <a:lnTo>
                    <a:pt x="530" y="659"/>
                  </a:lnTo>
                  <a:lnTo>
                    <a:pt x="530" y="659"/>
                  </a:lnTo>
                  <a:lnTo>
                    <a:pt x="530" y="657"/>
                  </a:lnTo>
                  <a:lnTo>
                    <a:pt x="530" y="657"/>
                  </a:lnTo>
                  <a:lnTo>
                    <a:pt x="530" y="657"/>
                  </a:lnTo>
                  <a:lnTo>
                    <a:pt x="530" y="657"/>
                  </a:lnTo>
                  <a:lnTo>
                    <a:pt x="530" y="654"/>
                  </a:lnTo>
                  <a:lnTo>
                    <a:pt x="530" y="654"/>
                  </a:lnTo>
                  <a:lnTo>
                    <a:pt x="530" y="652"/>
                  </a:lnTo>
                  <a:lnTo>
                    <a:pt x="528" y="652"/>
                  </a:lnTo>
                  <a:lnTo>
                    <a:pt x="528" y="652"/>
                  </a:lnTo>
                  <a:lnTo>
                    <a:pt x="528" y="652"/>
                  </a:lnTo>
                  <a:lnTo>
                    <a:pt x="528" y="650"/>
                  </a:lnTo>
                  <a:lnTo>
                    <a:pt x="528" y="650"/>
                  </a:lnTo>
                  <a:lnTo>
                    <a:pt x="528" y="650"/>
                  </a:lnTo>
                  <a:lnTo>
                    <a:pt x="528" y="647"/>
                  </a:lnTo>
                  <a:lnTo>
                    <a:pt x="528" y="647"/>
                  </a:lnTo>
                  <a:lnTo>
                    <a:pt x="528" y="647"/>
                  </a:lnTo>
                  <a:lnTo>
                    <a:pt x="528" y="645"/>
                  </a:lnTo>
                  <a:lnTo>
                    <a:pt x="528" y="645"/>
                  </a:lnTo>
                  <a:lnTo>
                    <a:pt x="528" y="645"/>
                  </a:lnTo>
                  <a:lnTo>
                    <a:pt x="525" y="645"/>
                  </a:lnTo>
                  <a:lnTo>
                    <a:pt x="525" y="642"/>
                  </a:lnTo>
                  <a:lnTo>
                    <a:pt x="525" y="642"/>
                  </a:lnTo>
                  <a:lnTo>
                    <a:pt x="525" y="642"/>
                  </a:lnTo>
                  <a:lnTo>
                    <a:pt x="525" y="642"/>
                  </a:lnTo>
                  <a:lnTo>
                    <a:pt x="525" y="642"/>
                  </a:lnTo>
                  <a:lnTo>
                    <a:pt x="523" y="642"/>
                  </a:lnTo>
                  <a:lnTo>
                    <a:pt x="523" y="640"/>
                  </a:lnTo>
                  <a:lnTo>
                    <a:pt x="523" y="640"/>
                  </a:lnTo>
                  <a:lnTo>
                    <a:pt x="523" y="640"/>
                  </a:lnTo>
                  <a:lnTo>
                    <a:pt x="523" y="640"/>
                  </a:lnTo>
                  <a:lnTo>
                    <a:pt x="520" y="640"/>
                  </a:lnTo>
                  <a:lnTo>
                    <a:pt x="520" y="640"/>
                  </a:lnTo>
                  <a:lnTo>
                    <a:pt x="520" y="640"/>
                  </a:lnTo>
                  <a:lnTo>
                    <a:pt x="520" y="640"/>
                  </a:lnTo>
                  <a:lnTo>
                    <a:pt x="518" y="640"/>
                  </a:lnTo>
                  <a:lnTo>
                    <a:pt x="518" y="638"/>
                  </a:lnTo>
                  <a:lnTo>
                    <a:pt x="518" y="638"/>
                  </a:lnTo>
                  <a:lnTo>
                    <a:pt x="518" y="638"/>
                  </a:lnTo>
                  <a:lnTo>
                    <a:pt x="518" y="635"/>
                  </a:lnTo>
                  <a:lnTo>
                    <a:pt x="518" y="635"/>
                  </a:lnTo>
                  <a:lnTo>
                    <a:pt x="518" y="638"/>
                  </a:lnTo>
                  <a:lnTo>
                    <a:pt x="516" y="638"/>
                  </a:lnTo>
                  <a:lnTo>
                    <a:pt x="516" y="635"/>
                  </a:lnTo>
                  <a:lnTo>
                    <a:pt x="516" y="635"/>
                  </a:lnTo>
                  <a:lnTo>
                    <a:pt x="516" y="635"/>
                  </a:lnTo>
                  <a:lnTo>
                    <a:pt x="516" y="635"/>
                  </a:lnTo>
                  <a:lnTo>
                    <a:pt x="516" y="635"/>
                  </a:lnTo>
                  <a:lnTo>
                    <a:pt x="516" y="638"/>
                  </a:lnTo>
                  <a:lnTo>
                    <a:pt x="513" y="638"/>
                  </a:lnTo>
                  <a:lnTo>
                    <a:pt x="513" y="638"/>
                  </a:lnTo>
                  <a:lnTo>
                    <a:pt x="513" y="640"/>
                  </a:lnTo>
                  <a:lnTo>
                    <a:pt x="513" y="640"/>
                  </a:lnTo>
                  <a:lnTo>
                    <a:pt x="513" y="642"/>
                  </a:lnTo>
                  <a:lnTo>
                    <a:pt x="513" y="642"/>
                  </a:lnTo>
                  <a:lnTo>
                    <a:pt x="511" y="642"/>
                  </a:lnTo>
                  <a:lnTo>
                    <a:pt x="511" y="642"/>
                  </a:lnTo>
                  <a:lnTo>
                    <a:pt x="511" y="642"/>
                  </a:lnTo>
                  <a:lnTo>
                    <a:pt x="511" y="642"/>
                  </a:lnTo>
                  <a:lnTo>
                    <a:pt x="511" y="642"/>
                  </a:lnTo>
                  <a:lnTo>
                    <a:pt x="509" y="642"/>
                  </a:lnTo>
                  <a:lnTo>
                    <a:pt x="509" y="642"/>
                  </a:lnTo>
                  <a:lnTo>
                    <a:pt x="509" y="642"/>
                  </a:lnTo>
                  <a:lnTo>
                    <a:pt x="509" y="642"/>
                  </a:lnTo>
                  <a:lnTo>
                    <a:pt x="509" y="642"/>
                  </a:lnTo>
                  <a:lnTo>
                    <a:pt x="509" y="640"/>
                  </a:lnTo>
                  <a:lnTo>
                    <a:pt x="506" y="640"/>
                  </a:lnTo>
                  <a:lnTo>
                    <a:pt x="506" y="640"/>
                  </a:lnTo>
                  <a:lnTo>
                    <a:pt x="506" y="640"/>
                  </a:lnTo>
                  <a:lnTo>
                    <a:pt x="504" y="640"/>
                  </a:lnTo>
                  <a:lnTo>
                    <a:pt x="504" y="640"/>
                  </a:lnTo>
                  <a:lnTo>
                    <a:pt x="504" y="640"/>
                  </a:lnTo>
                  <a:lnTo>
                    <a:pt x="504" y="640"/>
                  </a:lnTo>
                  <a:lnTo>
                    <a:pt x="501" y="640"/>
                  </a:lnTo>
                  <a:lnTo>
                    <a:pt x="501" y="640"/>
                  </a:lnTo>
                  <a:lnTo>
                    <a:pt x="501" y="640"/>
                  </a:lnTo>
                  <a:lnTo>
                    <a:pt x="501" y="640"/>
                  </a:lnTo>
                  <a:lnTo>
                    <a:pt x="499" y="640"/>
                  </a:lnTo>
                  <a:lnTo>
                    <a:pt x="499" y="640"/>
                  </a:lnTo>
                  <a:lnTo>
                    <a:pt x="497" y="640"/>
                  </a:lnTo>
                  <a:lnTo>
                    <a:pt x="497" y="638"/>
                  </a:lnTo>
                  <a:lnTo>
                    <a:pt x="497" y="638"/>
                  </a:lnTo>
                  <a:lnTo>
                    <a:pt x="497" y="638"/>
                  </a:lnTo>
                  <a:lnTo>
                    <a:pt x="497" y="638"/>
                  </a:lnTo>
                  <a:lnTo>
                    <a:pt x="494" y="638"/>
                  </a:lnTo>
                  <a:lnTo>
                    <a:pt x="494" y="638"/>
                  </a:lnTo>
                  <a:lnTo>
                    <a:pt x="492" y="638"/>
                  </a:lnTo>
                  <a:lnTo>
                    <a:pt x="492" y="638"/>
                  </a:lnTo>
                  <a:lnTo>
                    <a:pt x="492" y="638"/>
                  </a:lnTo>
                  <a:lnTo>
                    <a:pt x="492" y="638"/>
                  </a:lnTo>
                  <a:lnTo>
                    <a:pt x="492" y="640"/>
                  </a:lnTo>
                  <a:lnTo>
                    <a:pt x="490" y="640"/>
                  </a:lnTo>
                  <a:lnTo>
                    <a:pt x="490" y="640"/>
                  </a:lnTo>
                  <a:lnTo>
                    <a:pt x="490" y="640"/>
                  </a:lnTo>
                  <a:lnTo>
                    <a:pt x="490" y="640"/>
                  </a:lnTo>
                  <a:lnTo>
                    <a:pt x="490" y="640"/>
                  </a:lnTo>
                  <a:lnTo>
                    <a:pt x="487" y="640"/>
                  </a:lnTo>
                  <a:lnTo>
                    <a:pt x="487" y="638"/>
                  </a:lnTo>
                  <a:lnTo>
                    <a:pt x="487" y="638"/>
                  </a:lnTo>
                  <a:lnTo>
                    <a:pt x="490" y="638"/>
                  </a:lnTo>
                  <a:lnTo>
                    <a:pt x="490" y="638"/>
                  </a:lnTo>
                  <a:lnTo>
                    <a:pt x="490" y="635"/>
                  </a:lnTo>
                  <a:lnTo>
                    <a:pt x="490" y="635"/>
                  </a:lnTo>
                  <a:lnTo>
                    <a:pt x="490" y="635"/>
                  </a:lnTo>
                  <a:lnTo>
                    <a:pt x="490" y="635"/>
                  </a:lnTo>
                  <a:lnTo>
                    <a:pt x="490" y="635"/>
                  </a:lnTo>
                  <a:lnTo>
                    <a:pt x="490" y="633"/>
                  </a:lnTo>
                  <a:lnTo>
                    <a:pt x="492" y="633"/>
                  </a:lnTo>
                  <a:lnTo>
                    <a:pt x="492" y="633"/>
                  </a:lnTo>
                  <a:lnTo>
                    <a:pt x="492" y="633"/>
                  </a:lnTo>
                  <a:lnTo>
                    <a:pt x="492" y="633"/>
                  </a:lnTo>
                  <a:lnTo>
                    <a:pt x="492" y="631"/>
                  </a:lnTo>
                  <a:lnTo>
                    <a:pt x="492" y="631"/>
                  </a:lnTo>
                  <a:lnTo>
                    <a:pt x="494" y="631"/>
                  </a:lnTo>
                  <a:lnTo>
                    <a:pt x="494" y="631"/>
                  </a:lnTo>
                  <a:lnTo>
                    <a:pt x="494" y="631"/>
                  </a:lnTo>
                  <a:lnTo>
                    <a:pt x="494" y="628"/>
                  </a:lnTo>
                  <a:lnTo>
                    <a:pt x="494" y="628"/>
                  </a:lnTo>
                  <a:lnTo>
                    <a:pt x="494" y="628"/>
                  </a:lnTo>
                  <a:lnTo>
                    <a:pt x="492" y="628"/>
                  </a:lnTo>
                  <a:lnTo>
                    <a:pt x="492" y="626"/>
                  </a:lnTo>
                  <a:lnTo>
                    <a:pt x="492" y="626"/>
                  </a:lnTo>
                  <a:lnTo>
                    <a:pt x="492" y="624"/>
                  </a:lnTo>
                  <a:lnTo>
                    <a:pt x="492" y="624"/>
                  </a:lnTo>
                  <a:lnTo>
                    <a:pt x="492" y="624"/>
                  </a:lnTo>
                  <a:lnTo>
                    <a:pt x="492" y="621"/>
                  </a:lnTo>
                  <a:lnTo>
                    <a:pt x="492" y="621"/>
                  </a:lnTo>
                  <a:lnTo>
                    <a:pt x="490" y="621"/>
                  </a:lnTo>
                  <a:lnTo>
                    <a:pt x="490" y="621"/>
                  </a:lnTo>
                  <a:lnTo>
                    <a:pt x="490" y="621"/>
                  </a:lnTo>
                  <a:lnTo>
                    <a:pt x="490" y="624"/>
                  </a:lnTo>
                  <a:lnTo>
                    <a:pt x="487" y="624"/>
                  </a:lnTo>
                  <a:lnTo>
                    <a:pt x="487" y="624"/>
                  </a:lnTo>
                  <a:lnTo>
                    <a:pt x="487" y="624"/>
                  </a:lnTo>
                  <a:lnTo>
                    <a:pt x="487" y="626"/>
                  </a:lnTo>
                  <a:lnTo>
                    <a:pt x="485" y="626"/>
                  </a:lnTo>
                  <a:lnTo>
                    <a:pt x="485" y="626"/>
                  </a:lnTo>
                  <a:lnTo>
                    <a:pt x="485" y="624"/>
                  </a:lnTo>
                  <a:lnTo>
                    <a:pt x="485" y="624"/>
                  </a:lnTo>
                  <a:lnTo>
                    <a:pt x="485" y="621"/>
                  </a:lnTo>
                  <a:lnTo>
                    <a:pt x="485" y="621"/>
                  </a:lnTo>
                  <a:lnTo>
                    <a:pt x="485" y="621"/>
                  </a:lnTo>
                  <a:lnTo>
                    <a:pt x="485" y="621"/>
                  </a:lnTo>
                  <a:lnTo>
                    <a:pt x="487" y="621"/>
                  </a:lnTo>
                  <a:lnTo>
                    <a:pt x="487" y="619"/>
                  </a:lnTo>
                  <a:lnTo>
                    <a:pt x="487" y="619"/>
                  </a:lnTo>
                  <a:lnTo>
                    <a:pt x="490" y="619"/>
                  </a:lnTo>
                  <a:lnTo>
                    <a:pt x="490" y="619"/>
                  </a:lnTo>
                  <a:lnTo>
                    <a:pt x="490" y="619"/>
                  </a:lnTo>
                  <a:lnTo>
                    <a:pt x="490" y="616"/>
                  </a:lnTo>
                  <a:lnTo>
                    <a:pt x="490" y="616"/>
                  </a:lnTo>
                  <a:lnTo>
                    <a:pt x="490" y="616"/>
                  </a:lnTo>
                  <a:lnTo>
                    <a:pt x="490" y="616"/>
                  </a:lnTo>
                  <a:lnTo>
                    <a:pt x="487" y="616"/>
                  </a:lnTo>
                  <a:lnTo>
                    <a:pt x="487" y="616"/>
                  </a:lnTo>
                  <a:lnTo>
                    <a:pt x="485" y="616"/>
                  </a:lnTo>
                  <a:lnTo>
                    <a:pt x="485" y="616"/>
                  </a:lnTo>
                  <a:lnTo>
                    <a:pt x="485" y="614"/>
                  </a:lnTo>
                  <a:lnTo>
                    <a:pt x="485" y="614"/>
                  </a:lnTo>
                  <a:lnTo>
                    <a:pt x="485" y="614"/>
                  </a:lnTo>
                  <a:lnTo>
                    <a:pt x="485" y="612"/>
                  </a:lnTo>
                  <a:lnTo>
                    <a:pt x="485" y="612"/>
                  </a:lnTo>
                  <a:lnTo>
                    <a:pt x="485" y="612"/>
                  </a:lnTo>
                  <a:lnTo>
                    <a:pt x="483" y="612"/>
                  </a:lnTo>
                  <a:lnTo>
                    <a:pt x="483" y="612"/>
                  </a:lnTo>
                  <a:lnTo>
                    <a:pt x="483" y="612"/>
                  </a:lnTo>
                  <a:lnTo>
                    <a:pt x="483" y="612"/>
                  </a:lnTo>
                  <a:lnTo>
                    <a:pt x="483" y="614"/>
                  </a:lnTo>
                  <a:lnTo>
                    <a:pt x="480" y="614"/>
                  </a:lnTo>
                  <a:lnTo>
                    <a:pt x="480" y="614"/>
                  </a:lnTo>
                  <a:lnTo>
                    <a:pt x="480" y="614"/>
                  </a:lnTo>
                  <a:lnTo>
                    <a:pt x="478" y="614"/>
                  </a:lnTo>
                  <a:lnTo>
                    <a:pt x="478" y="614"/>
                  </a:lnTo>
                  <a:lnTo>
                    <a:pt x="478" y="614"/>
                  </a:lnTo>
                  <a:lnTo>
                    <a:pt x="475" y="614"/>
                  </a:lnTo>
                  <a:lnTo>
                    <a:pt x="475" y="616"/>
                  </a:lnTo>
                  <a:lnTo>
                    <a:pt x="475" y="616"/>
                  </a:lnTo>
                  <a:lnTo>
                    <a:pt x="475" y="619"/>
                  </a:lnTo>
                  <a:lnTo>
                    <a:pt x="475" y="619"/>
                  </a:lnTo>
                  <a:lnTo>
                    <a:pt x="475" y="619"/>
                  </a:lnTo>
                  <a:lnTo>
                    <a:pt x="473" y="619"/>
                  </a:lnTo>
                  <a:lnTo>
                    <a:pt x="473" y="619"/>
                  </a:lnTo>
                  <a:lnTo>
                    <a:pt x="473" y="619"/>
                  </a:lnTo>
                  <a:lnTo>
                    <a:pt x="471" y="619"/>
                  </a:lnTo>
                  <a:lnTo>
                    <a:pt x="471" y="619"/>
                  </a:lnTo>
                  <a:lnTo>
                    <a:pt x="471" y="621"/>
                  </a:lnTo>
                  <a:lnTo>
                    <a:pt x="471" y="621"/>
                  </a:lnTo>
                  <a:lnTo>
                    <a:pt x="471" y="619"/>
                  </a:lnTo>
                  <a:lnTo>
                    <a:pt x="468" y="619"/>
                  </a:lnTo>
                  <a:lnTo>
                    <a:pt x="468" y="621"/>
                  </a:lnTo>
                  <a:lnTo>
                    <a:pt x="468" y="621"/>
                  </a:lnTo>
                  <a:lnTo>
                    <a:pt x="468" y="621"/>
                  </a:lnTo>
                  <a:lnTo>
                    <a:pt x="466" y="621"/>
                  </a:lnTo>
                  <a:lnTo>
                    <a:pt x="466" y="621"/>
                  </a:lnTo>
                  <a:lnTo>
                    <a:pt x="466" y="621"/>
                  </a:lnTo>
                  <a:lnTo>
                    <a:pt x="464" y="621"/>
                  </a:lnTo>
                  <a:lnTo>
                    <a:pt x="464" y="621"/>
                  </a:lnTo>
                  <a:lnTo>
                    <a:pt x="464" y="621"/>
                  </a:lnTo>
                  <a:lnTo>
                    <a:pt x="464" y="621"/>
                  </a:lnTo>
                  <a:lnTo>
                    <a:pt x="464" y="621"/>
                  </a:lnTo>
                  <a:lnTo>
                    <a:pt x="464" y="621"/>
                  </a:lnTo>
                  <a:lnTo>
                    <a:pt x="461" y="621"/>
                  </a:lnTo>
                  <a:lnTo>
                    <a:pt x="461" y="619"/>
                  </a:lnTo>
                  <a:lnTo>
                    <a:pt x="461" y="619"/>
                  </a:lnTo>
                  <a:lnTo>
                    <a:pt x="459" y="619"/>
                  </a:lnTo>
                  <a:lnTo>
                    <a:pt x="459" y="619"/>
                  </a:lnTo>
                  <a:lnTo>
                    <a:pt x="459" y="619"/>
                  </a:lnTo>
                  <a:lnTo>
                    <a:pt x="457" y="619"/>
                  </a:lnTo>
                  <a:lnTo>
                    <a:pt x="457" y="619"/>
                  </a:lnTo>
                  <a:lnTo>
                    <a:pt x="457" y="619"/>
                  </a:lnTo>
                  <a:lnTo>
                    <a:pt x="457" y="619"/>
                  </a:lnTo>
                  <a:lnTo>
                    <a:pt x="454" y="619"/>
                  </a:lnTo>
                  <a:lnTo>
                    <a:pt x="454" y="616"/>
                  </a:lnTo>
                  <a:lnTo>
                    <a:pt x="454" y="616"/>
                  </a:lnTo>
                  <a:lnTo>
                    <a:pt x="454" y="616"/>
                  </a:lnTo>
                  <a:lnTo>
                    <a:pt x="452" y="616"/>
                  </a:lnTo>
                  <a:lnTo>
                    <a:pt x="452" y="616"/>
                  </a:lnTo>
                  <a:lnTo>
                    <a:pt x="452" y="616"/>
                  </a:lnTo>
                  <a:lnTo>
                    <a:pt x="452" y="616"/>
                  </a:lnTo>
                  <a:lnTo>
                    <a:pt x="449" y="616"/>
                  </a:lnTo>
                  <a:lnTo>
                    <a:pt x="449" y="619"/>
                  </a:lnTo>
                  <a:lnTo>
                    <a:pt x="449" y="619"/>
                  </a:lnTo>
                  <a:lnTo>
                    <a:pt x="449" y="619"/>
                  </a:lnTo>
                  <a:lnTo>
                    <a:pt x="447" y="619"/>
                  </a:lnTo>
                  <a:lnTo>
                    <a:pt x="447" y="619"/>
                  </a:lnTo>
                  <a:lnTo>
                    <a:pt x="447" y="619"/>
                  </a:lnTo>
                  <a:lnTo>
                    <a:pt x="445" y="619"/>
                  </a:lnTo>
                  <a:lnTo>
                    <a:pt x="445" y="621"/>
                  </a:lnTo>
                  <a:lnTo>
                    <a:pt x="445" y="621"/>
                  </a:lnTo>
                  <a:lnTo>
                    <a:pt x="445" y="621"/>
                  </a:lnTo>
                  <a:lnTo>
                    <a:pt x="445" y="621"/>
                  </a:lnTo>
                  <a:lnTo>
                    <a:pt x="442" y="621"/>
                  </a:lnTo>
                  <a:lnTo>
                    <a:pt x="442" y="621"/>
                  </a:lnTo>
                  <a:lnTo>
                    <a:pt x="442" y="621"/>
                  </a:lnTo>
                  <a:lnTo>
                    <a:pt x="442" y="624"/>
                  </a:lnTo>
                  <a:lnTo>
                    <a:pt x="442" y="624"/>
                  </a:lnTo>
                  <a:lnTo>
                    <a:pt x="442" y="624"/>
                  </a:lnTo>
                  <a:lnTo>
                    <a:pt x="440" y="624"/>
                  </a:lnTo>
                  <a:lnTo>
                    <a:pt x="440" y="624"/>
                  </a:lnTo>
                  <a:lnTo>
                    <a:pt x="440" y="624"/>
                  </a:lnTo>
                  <a:lnTo>
                    <a:pt x="440" y="624"/>
                  </a:lnTo>
                  <a:lnTo>
                    <a:pt x="440" y="626"/>
                  </a:lnTo>
                  <a:lnTo>
                    <a:pt x="440" y="626"/>
                  </a:lnTo>
                  <a:lnTo>
                    <a:pt x="440" y="628"/>
                  </a:lnTo>
                  <a:lnTo>
                    <a:pt x="438" y="628"/>
                  </a:lnTo>
                  <a:lnTo>
                    <a:pt x="438" y="628"/>
                  </a:lnTo>
                  <a:lnTo>
                    <a:pt x="438" y="628"/>
                  </a:lnTo>
                  <a:lnTo>
                    <a:pt x="438" y="628"/>
                  </a:lnTo>
                  <a:lnTo>
                    <a:pt x="438" y="631"/>
                  </a:lnTo>
                  <a:lnTo>
                    <a:pt x="435" y="631"/>
                  </a:lnTo>
                  <a:lnTo>
                    <a:pt x="435" y="631"/>
                  </a:lnTo>
                  <a:lnTo>
                    <a:pt x="435" y="631"/>
                  </a:lnTo>
                  <a:lnTo>
                    <a:pt x="435" y="631"/>
                  </a:lnTo>
                  <a:lnTo>
                    <a:pt x="433" y="631"/>
                  </a:lnTo>
                  <a:lnTo>
                    <a:pt x="433" y="631"/>
                  </a:lnTo>
                  <a:lnTo>
                    <a:pt x="430" y="631"/>
                  </a:lnTo>
                  <a:lnTo>
                    <a:pt x="430" y="633"/>
                  </a:lnTo>
                  <a:lnTo>
                    <a:pt x="430" y="633"/>
                  </a:lnTo>
                  <a:lnTo>
                    <a:pt x="430" y="633"/>
                  </a:lnTo>
                  <a:lnTo>
                    <a:pt x="428" y="633"/>
                  </a:lnTo>
                  <a:lnTo>
                    <a:pt x="428" y="633"/>
                  </a:lnTo>
                  <a:lnTo>
                    <a:pt x="428" y="633"/>
                  </a:lnTo>
                  <a:lnTo>
                    <a:pt x="426" y="633"/>
                  </a:lnTo>
                  <a:lnTo>
                    <a:pt x="426" y="633"/>
                  </a:lnTo>
                  <a:lnTo>
                    <a:pt x="423" y="633"/>
                  </a:lnTo>
                  <a:lnTo>
                    <a:pt x="423" y="633"/>
                  </a:lnTo>
                  <a:lnTo>
                    <a:pt x="423" y="633"/>
                  </a:lnTo>
                  <a:lnTo>
                    <a:pt x="423" y="633"/>
                  </a:lnTo>
                  <a:lnTo>
                    <a:pt x="423" y="633"/>
                  </a:lnTo>
                  <a:lnTo>
                    <a:pt x="423" y="635"/>
                  </a:lnTo>
                  <a:lnTo>
                    <a:pt x="421" y="635"/>
                  </a:lnTo>
                  <a:lnTo>
                    <a:pt x="421" y="635"/>
                  </a:lnTo>
                  <a:lnTo>
                    <a:pt x="423" y="635"/>
                  </a:lnTo>
                  <a:lnTo>
                    <a:pt x="423" y="638"/>
                  </a:lnTo>
                  <a:lnTo>
                    <a:pt x="423" y="638"/>
                  </a:lnTo>
                  <a:lnTo>
                    <a:pt x="423" y="640"/>
                  </a:lnTo>
                  <a:lnTo>
                    <a:pt x="421" y="640"/>
                  </a:lnTo>
                  <a:lnTo>
                    <a:pt x="421" y="640"/>
                  </a:lnTo>
                  <a:lnTo>
                    <a:pt x="421" y="640"/>
                  </a:lnTo>
                  <a:lnTo>
                    <a:pt x="419" y="640"/>
                  </a:lnTo>
                  <a:lnTo>
                    <a:pt x="419" y="640"/>
                  </a:lnTo>
                  <a:lnTo>
                    <a:pt x="419" y="640"/>
                  </a:lnTo>
                  <a:lnTo>
                    <a:pt x="419" y="642"/>
                  </a:lnTo>
                  <a:lnTo>
                    <a:pt x="416" y="642"/>
                  </a:lnTo>
                  <a:lnTo>
                    <a:pt x="416" y="642"/>
                  </a:lnTo>
                  <a:lnTo>
                    <a:pt x="416" y="642"/>
                  </a:lnTo>
                  <a:lnTo>
                    <a:pt x="416" y="642"/>
                  </a:lnTo>
                  <a:lnTo>
                    <a:pt x="416" y="642"/>
                  </a:lnTo>
                  <a:lnTo>
                    <a:pt x="414" y="642"/>
                  </a:lnTo>
                  <a:lnTo>
                    <a:pt x="414" y="645"/>
                  </a:lnTo>
                  <a:lnTo>
                    <a:pt x="414" y="645"/>
                  </a:lnTo>
                  <a:lnTo>
                    <a:pt x="412" y="645"/>
                  </a:lnTo>
                  <a:lnTo>
                    <a:pt x="412" y="645"/>
                  </a:lnTo>
                  <a:lnTo>
                    <a:pt x="412" y="645"/>
                  </a:lnTo>
                  <a:lnTo>
                    <a:pt x="412" y="645"/>
                  </a:lnTo>
                  <a:lnTo>
                    <a:pt x="409" y="645"/>
                  </a:lnTo>
                  <a:lnTo>
                    <a:pt x="409" y="647"/>
                  </a:lnTo>
                  <a:lnTo>
                    <a:pt x="409" y="647"/>
                  </a:lnTo>
                  <a:lnTo>
                    <a:pt x="412" y="647"/>
                  </a:lnTo>
                  <a:lnTo>
                    <a:pt x="412" y="650"/>
                  </a:lnTo>
                  <a:lnTo>
                    <a:pt x="412" y="650"/>
                  </a:lnTo>
                  <a:lnTo>
                    <a:pt x="409" y="650"/>
                  </a:lnTo>
                  <a:lnTo>
                    <a:pt x="409" y="650"/>
                  </a:lnTo>
                  <a:lnTo>
                    <a:pt x="409" y="650"/>
                  </a:lnTo>
                  <a:lnTo>
                    <a:pt x="407" y="650"/>
                  </a:lnTo>
                  <a:lnTo>
                    <a:pt x="407" y="650"/>
                  </a:lnTo>
                  <a:lnTo>
                    <a:pt x="404" y="650"/>
                  </a:lnTo>
                  <a:lnTo>
                    <a:pt x="404" y="650"/>
                  </a:lnTo>
                  <a:lnTo>
                    <a:pt x="404" y="650"/>
                  </a:lnTo>
                  <a:lnTo>
                    <a:pt x="402" y="650"/>
                  </a:lnTo>
                  <a:lnTo>
                    <a:pt x="402" y="650"/>
                  </a:lnTo>
                  <a:lnTo>
                    <a:pt x="402" y="652"/>
                  </a:lnTo>
                  <a:lnTo>
                    <a:pt x="402" y="652"/>
                  </a:lnTo>
                  <a:lnTo>
                    <a:pt x="402" y="652"/>
                  </a:lnTo>
                  <a:lnTo>
                    <a:pt x="402" y="652"/>
                  </a:lnTo>
                  <a:lnTo>
                    <a:pt x="400" y="652"/>
                  </a:lnTo>
                  <a:lnTo>
                    <a:pt x="400" y="652"/>
                  </a:lnTo>
                  <a:lnTo>
                    <a:pt x="397" y="652"/>
                  </a:lnTo>
                  <a:lnTo>
                    <a:pt x="397" y="654"/>
                  </a:lnTo>
                  <a:lnTo>
                    <a:pt x="397" y="654"/>
                  </a:lnTo>
                  <a:lnTo>
                    <a:pt x="397" y="654"/>
                  </a:lnTo>
                  <a:lnTo>
                    <a:pt x="397" y="654"/>
                  </a:lnTo>
                  <a:lnTo>
                    <a:pt x="395" y="654"/>
                  </a:lnTo>
                  <a:lnTo>
                    <a:pt x="395" y="657"/>
                  </a:lnTo>
                  <a:lnTo>
                    <a:pt x="395" y="657"/>
                  </a:lnTo>
                  <a:lnTo>
                    <a:pt x="395" y="654"/>
                  </a:lnTo>
                  <a:lnTo>
                    <a:pt x="395" y="654"/>
                  </a:lnTo>
                  <a:lnTo>
                    <a:pt x="395" y="657"/>
                  </a:lnTo>
                  <a:lnTo>
                    <a:pt x="393" y="657"/>
                  </a:lnTo>
                  <a:lnTo>
                    <a:pt x="393" y="654"/>
                  </a:lnTo>
                  <a:lnTo>
                    <a:pt x="393" y="654"/>
                  </a:lnTo>
                  <a:lnTo>
                    <a:pt x="390" y="654"/>
                  </a:lnTo>
                  <a:lnTo>
                    <a:pt x="390" y="654"/>
                  </a:lnTo>
                  <a:lnTo>
                    <a:pt x="390" y="654"/>
                  </a:lnTo>
                  <a:lnTo>
                    <a:pt x="388" y="654"/>
                  </a:lnTo>
                  <a:lnTo>
                    <a:pt x="388" y="654"/>
                  </a:lnTo>
                  <a:lnTo>
                    <a:pt x="388" y="652"/>
                  </a:lnTo>
                  <a:lnTo>
                    <a:pt x="388" y="652"/>
                  </a:lnTo>
                  <a:lnTo>
                    <a:pt x="390" y="652"/>
                  </a:lnTo>
                  <a:lnTo>
                    <a:pt x="390" y="652"/>
                  </a:lnTo>
                  <a:lnTo>
                    <a:pt x="388" y="652"/>
                  </a:lnTo>
                  <a:lnTo>
                    <a:pt x="388" y="652"/>
                  </a:lnTo>
                  <a:lnTo>
                    <a:pt x="386" y="652"/>
                  </a:lnTo>
                  <a:lnTo>
                    <a:pt x="386" y="652"/>
                  </a:lnTo>
                  <a:lnTo>
                    <a:pt x="386" y="650"/>
                  </a:lnTo>
                  <a:lnTo>
                    <a:pt x="386" y="650"/>
                  </a:lnTo>
                  <a:lnTo>
                    <a:pt x="383" y="650"/>
                  </a:lnTo>
                  <a:lnTo>
                    <a:pt x="383" y="650"/>
                  </a:lnTo>
                  <a:lnTo>
                    <a:pt x="383" y="650"/>
                  </a:lnTo>
                  <a:lnTo>
                    <a:pt x="383" y="647"/>
                  </a:lnTo>
                  <a:lnTo>
                    <a:pt x="383" y="647"/>
                  </a:lnTo>
                  <a:lnTo>
                    <a:pt x="381" y="647"/>
                  </a:lnTo>
                  <a:lnTo>
                    <a:pt x="381" y="647"/>
                  </a:lnTo>
                  <a:lnTo>
                    <a:pt x="381" y="647"/>
                  </a:lnTo>
                  <a:lnTo>
                    <a:pt x="378" y="647"/>
                  </a:lnTo>
                  <a:lnTo>
                    <a:pt x="378" y="647"/>
                  </a:lnTo>
                  <a:lnTo>
                    <a:pt x="378" y="647"/>
                  </a:lnTo>
                  <a:lnTo>
                    <a:pt x="378" y="647"/>
                  </a:lnTo>
                  <a:lnTo>
                    <a:pt x="378" y="650"/>
                  </a:lnTo>
                  <a:lnTo>
                    <a:pt x="376" y="650"/>
                  </a:lnTo>
                  <a:lnTo>
                    <a:pt x="376" y="650"/>
                  </a:lnTo>
                  <a:lnTo>
                    <a:pt x="376" y="650"/>
                  </a:lnTo>
                  <a:lnTo>
                    <a:pt x="376" y="650"/>
                  </a:lnTo>
                  <a:lnTo>
                    <a:pt x="376" y="650"/>
                  </a:lnTo>
                  <a:lnTo>
                    <a:pt x="374" y="650"/>
                  </a:lnTo>
                  <a:lnTo>
                    <a:pt x="374" y="650"/>
                  </a:lnTo>
                  <a:lnTo>
                    <a:pt x="374" y="647"/>
                  </a:lnTo>
                  <a:lnTo>
                    <a:pt x="371" y="647"/>
                  </a:lnTo>
                  <a:lnTo>
                    <a:pt x="371" y="647"/>
                  </a:lnTo>
                  <a:lnTo>
                    <a:pt x="371" y="647"/>
                  </a:lnTo>
                  <a:lnTo>
                    <a:pt x="369" y="647"/>
                  </a:lnTo>
                  <a:lnTo>
                    <a:pt x="369" y="647"/>
                  </a:lnTo>
                  <a:lnTo>
                    <a:pt x="369" y="647"/>
                  </a:lnTo>
                  <a:lnTo>
                    <a:pt x="369" y="647"/>
                  </a:lnTo>
                  <a:lnTo>
                    <a:pt x="367" y="647"/>
                  </a:lnTo>
                  <a:lnTo>
                    <a:pt x="367" y="647"/>
                  </a:lnTo>
                  <a:lnTo>
                    <a:pt x="367" y="647"/>
                  </a:lnTo>
                  <a:lnTo>
                    <a:pt x="364" y="647"/>
                  </a:lnTo>
                  <a:lnTo>
                    <a:pt x="364" y="647"/>
                  </a:lnTo>
                  <a:lnTo>
                    <a:pt x="364" y="647"/>
                  </a:lnTo>
                  <a:lnTo>
                    <a:pt x="362" y="647"/>
                  </a:lnTo>
                  <a:lnTo>
                    <a:pt x="362" y="647"/>
                  </a:lnTo>
                  <a:lnTo>
                    <a:pt x="362" y="647"/>
                  </a:lnTo>
                  <a:lnTo>
                    <a:pt x="362" y="647"/>
                  </a:lnTo>
                  <a:lnTo>
                    <a:pt x="362" y="645"/>
                  </a:lnTo>
                  <a:lnTo>
                    <a:pt x="362" y="645"/>
                  </a:lnTo>
                  <a:lnTo>
                    <a:pt x="359" y="645"/>
                  </a:lnTo>
                  <a:lnTo>
                    <a:pt x="359" y="645"/>
                  </a:lnTo>
                  <a:lnTo>
                    <a:pt x="359" y="645"/>
                  </a:lnTo>
                  <a:lnTo>
                    <a:pt x="359" y="645"/>
                  </a:lnTo>
                  <a:lnTo>
                    <a:pt x="357" y="645"/>
                  </a:lnTo>
                  <a:lnTo>
                    <a:pt x="357" y="645"/>
                  </a:lnTo>
                  <a:lnTo>
                    <a:pt x="357" y="645"/>
                  </a:lnTo>
                  <a:lnTo>
                    <a:pt x="357" y="645"/>
                  </a:lnTo>
                  <a:lnTo>
                    <a:pt x="357" y="642"/>
                  </a:lnTo>
                  <a:lnTo>
                    <a:pt x="357" y="642"/>
                  </a:lnTo>
                  <a:lnTo>
                    <a:pt x="359" y="642"/>
                  </a:lnTo>
                  <a:lnTo>
                    <a:pt x="359" y="642"/>
                  </a:lnTo>
                  <a:lnTo>
                    <a:pt x="359" y="642"/>
                  </a:lnTo>
                  <a:lnTo>
                    <a:pt x="357" y="642"/>
                  </a:lnTo>
                  <a:lnTo>
                    <a:pt x="357" y="642"/>
                  </a:lnTo>
                  <a:lnTo>
                    <a:pt x="357" y="642"/>
                  </a:lnTo>
                  <a:lnTo>
                    <a:pt x="355" y="642"/>
                  </a:lnTo>
                  <a:lnTo>
                    <a:pt x="355" y="642"/>
                  </a:lnTo>
                  <a:lnTo>
                    <a:pt x="352" y="642"/>
                  </a:lnTo>
                  <a:lnTo>
                    <a:pt x="352" y="640"/>
                  </a:lnTo>
                  <a:lnTo>
                    <a:pt x="352" y="640"/>
                  </a:lnTo>
                  <a:lnTo>
                    <a:pt x="352" y="642"/>
                  </a:lnTo>
                  <a:lnTo>
                    <a:pt x="352" y="642"/>
                  </a:lnTo>
                  <a:lnTo>
                    <a:pt x="350" y="642"/>
                  </a:lnTo>
                  <a:lnTo>
                    <a:pt x="350" y="642"/>
                  </a:lnTo>
                  <a:lnTo>
                    <a:pt x="350" y="642"/>
                  </a:lnTo>
                  <a:lnTo>
                    <a:pt x="350" y="642"/>
                  </a:lnTo>
                  <a:lnTo>
                    <a:pt x="350" y="642"/>
                  </a:lnTo>
                  <a:lnTo>
                    <a:pt x="348" y="642"/>
                  </a:lnTo>
                  <a:lnTo>
                    <a:pt x="348" y="645"/>
                  </a:lnTo>
                  <a:lnTo>
                    <a:pt x="348" y="645"/>
                  </a:lnTo>
                  <a:lnTo>
                    <a:pt x="345" y="645"/>
                  </a:lnTo>
                  <a:lnTo>
                    <a:pt x="345" y="645"/>
                  </a:lnTo>
                  <a:lnTo>
                    <a:pt x="345" y="645"/>
                  </a:lnTo>
                  <a:lnTo>
                    <a:pt x="343" y="645"/>
                  </a:lnTo>
                  <a:lnTo>
                    <a:pt x="343" y="645"/>
                  </a:lnTo>
                  <a:lnTo>
                    <a:pt x="343" y="645"/>
                  </a:lnTo>
                  <a:lnTo>
                    <a:pt x="343" y="647"/>
                  </a:lnTo>
                  <a:lnTo>
                    <a:pt x="343" y="647"/>
                  </a:lnTo>
                  <a:lnTo>
                    <a:pt x="343" y="647"/>
                  </a:lnTo>
                  <a:lnTo>
                    <a:pt x="341" y="647"/>
                  </a:lnTo>
                  <a:lnTo>
                    <a:pt x="341" y="650"/>
                  </a:lnTo>
                  <a:lnTo>
                    <a:pt x="341" y="650"/>
                  </a:lnTo>
                  <a:lnTo>
                    <a:pt x="338" y="650"/>
                  </a:lnTo>
                  <a:lnTo>
                    <a:pt x="338" y="650"/>
                  </a:lnTo>
                  <a:lnTo>
                    <a:pt x="338" y="650"/>
                  </a:lnTo>
                  <a:lnTo>
                    <a:pt x="338" y="652"/>
                  </a:lnTo>
                  <a:lnTo>
                    <a:pt x="338" y="652"/>
                  </a:lnTo>
                  <a:lnTo>
                    <a:pt x="338" y="652"/>
                  </a:lnTo>
                  <a:lnTo>
                    <a:pt x="338" y="652"/>
                  </a:lnTo>
                  <a:lnTo>
                    <a:pt x="338" y="652"/>
                  </a:lnTo>
                  <a:lnTo>
                    <a:pt x="338" y="652"/>
                  </a:lnTo>
                  <a:lnTo>
                    <a:pt x="336" y="652"/>
                  </a:lnTo>
                  <a:lnTo>
                    <a:pt x="336" y="654"/>
                  </a:lnTo>
                  <a:lnTo>
                    <a:pt x="336" y="654"/>
                  </a:lnTo>
                  <a:lnTo>
                    <a:pt x="336" y="654"/>
                  </a:lnTo>
                  <a:lnTo>
                    <a:pt x="336" y="657"/>
                  </a:lnTo>
                  <a:lnTo>
                    <a:pt x="336" y="657"/>
                  </a:lnTo>
                  <a:lnTo>
                    <a:pt x="336" y="657"/>
                  </a:lnTo>
                  <a:lnTo>
                    <a:pt x="336" y="659"/>
                  </a:lnTo>
                  <a:lnTo>
                    <a:pt x="333" y="659"/>
                  </a:lnTo>
                  <a:lnTo>
                    <a:pt x="333" y="659"/>
                  </a:lnTo>
                  <a:lnTo>
                    <a:pt x="331" y="659"/>
                  </a:lnTo>
                  <a:lnTo>
                    <a:pt x="331" y="659"/>
                  </a:lnTo>
                  <a:lnTo>
                    <a:pt x="331" y="661"/>
                  </a:lnTo>
                  <a:lnTo>
                    <a:pt x="331" y="661"/>
                  </a:lnTo>
                  <a:lnTo>
                    <a:pt x="331" y="661"/>
                  </a:lnTo>
                  <a:lnTo>
                    <a:pt x="331" y="661"/>
                  </a:lnTo>
                  <a:lnTo>
                    <a:pt x="331" y="661"/>
                  </a:lnTo>
                  <a:lnTo>
                    <a:pt x="331" y="664"/>
                  </a:lnTo>
                  <a:lnTo>
                    <a:pt x="331" y="664"/>
                  </a:lnTo>
                  <a:lnTo>
                    <a:pt x="331" y="666"/>
                  </a:lnTo>
                  <a:lnTo>
                    <a:pt x="331" y="666"/>
                  </a:lnTo>
                  <a:lnTo>
                    <a:pt x="331" y="666"/>
                  </a:lnTo>
                  <a:lnTo>
                    <a:pt x="331" y="666"/>
                  </a:lnTo>
                  <a:lnTo>
                    <a:pt x="329" y="666"/>
                  </a:lnTo>
                  <a:lnTo>
                    <a:pt x="329" y="666"/>
                  </a:lnTo>
                  <a:lnTo>
                    <a:pt x="329" y="666"/>
                  </a:lnTo>
                  <a:lnTo>
                    <a:pt x="329" y="666"/>
                  </a:lnTo>
                  <a:lnTo>
                    <a:pt x="329" y="664"/>
                  </a:lnTo>
                  <a:lnTo>
                    <a:pt x="326" y="664"/>
                  </a:lnTo>
                  <a:lnTo>
                    <a:pt x="326" y="664"/>
                  </a:lnTo>
                  <a:lnTo>
                    <a:pt x="326" y="661"/>
                  </a:lnTo>
                  <a:lnTo>
                    <a:pt x="326" y="661"/>
                  </a:lnTo>
                  <a:lnTo>
                    <a:pt x="326" y="661"/>
                  </a:lnTo>
                  <a:lnTo>
                    <a:pt x="326" y="659"/>
                  </a:lnTo>
                  <a:lnTo>
                    <a:pt x="326" y="659"/>
                  </a:lnTo>
                  <a:lnTo>
                    <a:pt x="329" y="659"/>
                  </a:lnTo>
                  <a:lnTo>
                    <a:pt x="329" y="657"/>
                  </a:lnTo>
                  <a:lnTo>
                    <a:pt x="329" y="657"/>
                  </a:lnTo>
                  <a:lnTo>
                    <a:pt x="329" y="654"/>
                  </a:lnTo>
                  <a:lnTo>
                    <a:pt x="329" y="654"/>
                  </a:lnTo>
                  <a:lnTo>
                    <a:pt x="329" y="654"/>
                  </a:lnTo>
                  <a:lnTo>
                    <a:pt x="329" y="654"/>
                  </a:lnTo>
                  <a:lnTo>
                    <a:pt x="329" y="652"/>
                  </a:lnTo>
                  <a:lnTo>
                    <a:pt x="331" y="652"/>
                  </a:lnTo>
                  <a:lnTo>
                    <a:pt x="331" y="652"/>
                  </a:lnTo>
                  <a:lnTo>
                    <a:pt x="329" y="652"/>
                  </a:lnTo>
                  <a:lnTo>
                    <a:pt x="329" y="652"/>
                  </a:lnTo>
                  <a:lnTo>
                    <a:pt x="329" y="652"/>
                  </a:lnTo>
                  <a:lnTo>
                    <a:pt x="329" y="650"/>
                  </a:lnTo>
                  <a:lnTo>
                    <a:pt x="329" y="650"/>
                  </a:lnTo>
                  <a:lnTo>
                    <a:pt x="329" y="650"/>
                  </a:lnTo>
                  <a:lnTo>
                    <a:pt x="329" y="647"/>
                  </a:lnTo>
                  <a:lnTo>
                    <a:pt x="326" y="647"/>
                  </a:lnTo>
                  <a:lnTo>
                    <a:pt x="326" y="647"/>
                  </a:lnTo>
                  <a:lnTo>
                    <a:pt x="326" y="647"/>
                  </a:lnTo>
                  <a:lnTo>
                    <a:pt x="324" y="647"/>
                  </a:lnTo>
                  <a:lnTo>
                    <a:pt x="324" y="647"/>
                  </a:lnTo>
                  <a:lnTo>
                    <a:pt x="324" y="645"/>
                  </a:lnTo>
                  <a:lnTo>
                    <a:pt x="324" y="645"/>
                  </a:lnTo>
                  <a:lnTo>
                    <a:pt x="324" y="647"/>
                  </a:lnTo>
                  <a:lnTo>
                    <a:pt x="322" y="647"/>
                  </a:lnTo>
                  <a:lnTo>
                    <a:pt x="322" y="647"/>
                  </a:lnTo>
                  <a:lnTo>
                    <a:pt x="322" y="647"/>
                  </a:lnTo>
                  <a:lnTo>
                    <a:pt x="322" y="647"/>
                  </a:lnTo>
                  <a:lnTo>
                    <a:pt x="319" y="647"/>
                  </a:lnTo>
                  <a:lnTo>
                    <a:pt x="319" y="650"/>
                  </a:lnTo>
                  <a:lnTo>
                    <a:pt x="319" y="650"/>
                  </a:lnTo>
                  <a:lnTo>
                    <a:pt x="317" y="650"/>
                  </a:lnTo>
                  <a:lnTo>
                    <a:pt x="317" y="650"/>
                  </a:lnTo>
                  <a:lnTo>
                    <a:pt x="317" y="650"/>
                  </a:lnTo>
                  <a:lnTo>
                    <a:pt x="314" y="650"/>
                  </a:lnTo>
                  <a:lnTo>
                    <a:pt x="314" y="650"/>
                  </a:lnTo>
                  <a:lnTo>
                    <a:pt x="314" y="650"/>
                  </a:lnTo>
                  <a:lnTo>
                    <a:pt x="312" y="650"/>
                  </a:lnTo>
                  <a:lnTo>
                    <a:pt x="312" y="650"/>
                  </a:lnTo>
                  <a:lnTo>
                    <a:pt x="312" y="650"/>
                  </a:lnTo>
                  <a:lnTo>
                    <a:pt x="312" y="650"/>
                  </a:lnTo>
                  <a:lnTo>
                    <a:pt x="310" y="650"/>
                  </a:lnTo>
                  <a:lnTo>
                    <a:pt x="310" y="650"/>
                  </a:lnTo>
                  <a:lnTo>
                    <a:pt x="310" y="650"/>
                  </a:lnTo>
                  <a:lnTo>
                    <a:pt x="310" y="650"/>
                  </a:lnTo>
                  <a:lnTo>
                    <a:pt x="307" y="650"/>
                  </a:lnTo>
                  <a:lnTo>
                    <a:pt x="307" y="650"/>
                  </a:lnTo>
                  <a:lnTo>
                    <a:pt x="307" y="650"/>
                  </a:lnTo>
                  <a:lnTo>
                    <a:pt x="305" y="650"/>
                  </a:lnTo>
                  <a:lnTo>
                    <a:pt x="305" y="647"/>
                  </a:lnTo>
                  <a:lnTo>
                    <a:pt x="305" y="647"/>
                  </a:lnTo>
                  <a:lnTo>
                    <a:pt x="305" y="650"/>
                  </a:lnTo>
                  <a:lnTo>
                    <a:pt x="305" y="650"/>
                  </a:lnTo>
                  <a:lnTo>
                    <a:pt x="305" y="650"/>
                  </a:lnTo>
                  <a:lnTo>
                    <a:pt x="305" y="652"/>
                  </a:lnTo>
                  <a:lnTo>
                    <a:pt x="305" y="652"/>
                  </a:lnTo>
                  <a:lnTo>
                    <a:pt x="303" y="652"/>
                  </a:lnTo>
                  <a:lnTo>
                    <a:pt x="303" y="652"/>
                  </a:lnTo>
                  <a:lnTo>
                    <a:pt x="303" y="652"/>
                  </a:lnTo>
                  <a:lnTo>
                    <a:pt x="300" y="652"/>
                  </a:lnTo>
                  <a:lnTo>
                    <a:pt x="300" y="652"/>
                  </a:lnTo>
                  <a:lnTo>
                    <a:pt x="300" y="652"/>
                  </a:lnTo>
                  <a:lnTo>
                    <a:pt x="298" y="652"/>
                  </a:lnTo>
                  <a:lnTo>
                    <a:pt x="298" y="652"/>
                  </a:lnTo>
                  <a:lnTo>
                    <a:pt x="298" y="652"/>
                  </a:lnTo>
                  <a:lnTo>
                    <a:pt x="296" y="652"/>
                  </a:lnTo>
                  <a:lnTo>
                    <a:pt x="296" y="652"/>
                  </a:lnTo>
                  <a:lnTo>
                    <a:pt x="296" y="652"/>
                  </a:lnTo>
                  <a:lnTo>
                    <a:pt x="293" y="652"/>
                  </a:lnTo>
                  <a:lnTo>
                    <a:pt x="293" y="652"/>
                  </a:lnTo>
                  <a:lnTo>
                    <a:pt x="291" y="652"/>
                  </a:lnTo>
                  <a:lnTo>
                    <a:pt x="291" y="652"/>
                  </a:lnTo>
                  <a:lnTo>
                    <a:pt x="291" y="652"/>
                  </a:lnTo>
                  <a:lnTo>
                    <a:pt x="291" y="652"/>
                  </a:lnTo>
                  <a:lnTo>
                    <a:pt x="291" y="652"/>
                  </a:lnTo>
                  <a:lnTo>
                    <a:pt x="291" y="650"/>
                  </a:lnTo>
                  <a:lnTo>
                    <a:pt x="288" y="650"/>
                  </a:lnTo>
                  <a:lnTo>
                    <a:pt x="288" y="650"/>
                  </a:lnTo>
                  <a:lnTo>
                    <a:pt x="288" y="652"/>
                  </a:lnTo>
                  <a:lnTo>
                    <a:pt x="288" y="652"/>
                  </a:lnTo>
                  <a:lnTo>
                    <a:pt x="288" y="652"/>
                  </a:lnTo>
                  <a:lnTo>
                    <a:pt x="288" y="652"/>
                  </a:lnTo>
                  <a:lnTo>
                    <a:pt x="288" y="650"/>
                  </a:lnTo>
                  <a:lnTo>
                    <a:pt x="286" y="650"/>
                  </a:lnTo>
                  <a:lnTo>
                    <a:pt x="286" y="650"/>
                  </a:lnTo>
                  <a:lnTo>
                    <a:pt x="286" y="650"/>
                  </a:lnTo>
                  <a:lnTo>
                    <a:pt x="284" y="650"/>
                  </a:lnTo>
                  <a:lnTo>
                    <a:pt x="284" y="647"/>
                  </a:lnTo>
                  <a:lnTo>
                    <a:pt x="284" y="647"/>
                  </a:lnTo>
                  <a:lnTo>
                    <a:pt x="284" y="647"/>
                  </a:lnTo>
                  <a:lnTo>
                    <a:pt x="281" y="647"/>
                  </a:lnTo>
                  <a:lnTo>
                    <a:pt x="281" y="647"/>
                  </a:lnTo>
                  <a:lnTo>
                    <a:pt x="281" y="650"/>
                  </a:lnTo>
                  <a:lnTo>
                    <a:pt x="279" y="650"/>
                  </a:lnTo>
                  <a:lnTo>
                    <a:pt x="279" y="647"/>
                  </a:lnTo>
                  <a:lnTo>
                    <a:pt x="279" y="647"/>
                  </a:lnTo>
                  <a:lnTo>
                    <a:pt x="279" y="650"/>
                  </a:lnTo>
                  <a:lnTo>
                    <a:pt x="279" y="650"/>
                  </a:lnTo>
                  <a:lnTo>
                    <a:pt x="277" y="650"/>
                  </a:lnTo>
                  <a:lnTo>
                    <a:pt x="277" y="650"/>
                  </a:lnTo>
                  <a:lnTo>
                    <a:pt x="279" y="650"/>
                  </a:lnTo>
                  <a:lnTo>
                    <a:pt x="279" y="652"/>
                  </a:lnTo>
                  <a:lnTo>
                    <a:pt x="279" y="652"/>
                  </a:lnTo>
                  <a:lnTo>
                    <a:pt x="277" y="652"/>
                  </a:lnTo>
                  <a:lnTo>
                    <a:pt x="277" y="652"/>
                  </a:lnTo>
                  <a:lnTo>
                    <a:pt x="277" y="652"/>
                  </a:lnTo>
                  <a:lnTo>
                    <a:pt x="277" y="652"/>
                  </a:lnTo>
                  <a:lnTo>
                    <a:pt x="277" y="650"/>
                  </a:lnTo>
                  <a:lnTo>
                    <a:pt x="274" y="650"/>
                  </a:lnTo>
                  <a:lnTo>
                    <a:pt x="274" y="650"/>
                  </a:lnTo>
                  <a:lnTo>
                    <a:pt x="272" y="650"/>
                  </a:lnTo>
                  <a:lnTo>
                    <a:pt x="272" y="650"/>
                  </a:lnTo>
                  <a:lnTo>
                    <a:pt x="272" y="650"/>
                  </a:lnTo>
                  <a:lnTo>
                    <a:pt x="272" y="650"/>
                  </a:lnTo>
                  <a:lnTo>
                    <a:pt x="272" y="647"/>
                  </a:lnTo>
                  <a:lnTo>
                    <a:pt x="272" y="647"/>
                  </a:lnTo>
                  <a:lnTo>
                    <a:pt x="272" y="645"/>
                  </a:lnTo>
                  <a:lnTo>
                    <a:pt x="270" y="645"/>
                  </a:lnTo>
                  <a:lnTo>
                    <a:pt x="270" y="645"/>
                  </a:lnTo>
                  <a:lnTo>
                    <a:pt x="270" y="645"/>
                  </a:lnTo>
                  <a:lnTo>
                    <a:pt x="270" y="645"/>
                  </a:lnTo>
                  <a:lnTo>
                    <a:pt x="270" y="645"/>
                  </a:lnTo>
                  <a:lnTo>
                    <a:pt x="270" y="647"/>
                  </a:lnTo>
                  <a:lnTo>
                    <a:pt x="270" y="647"/>
                  </a:lnTo>
                  <a:lnTo>
                    <a:pt x="270" y="650"/>
                  </a:lnTo>
                  <a:lnTo>
                    <a:pt x="270" y="650"/>
                  </a:lnTo>
                  <a:lnTo>
                    <a:pt x="270" y="650"/>
                  </a:lnTo>
                  <a:lnTo>
                    <a:pt x="270" y="652"/>
                  </a:lnTo>
                  <a:lnTo>
                    <a:pt x="270" y="652"/>
                  </a:lnTo>
                  <a:lnTo>
                    <a:pt x="267" y="652"/>
                  </a:lnTo>
                  <a:lnTo>
                    <a:pt x="267" y="652"/>
                  </a:lnTo>
                  <a:lnTo>
                    <a:pt x="265" y="652"/>
                  </a:lnTo>
                  <a:lnTo>
                    <a:pt x="265" y="650"/>
                  </a:lnTo>
                  <a:lnTo>
                    <a:pt x="265" y="650"/>
                  </a:lnTo>
                  <a:lnTo>
                    <a:pt x="265" y="650"/>
                  </a:lnTo>
                  <a:lnTo>
                    <a:pt x="265" y="647"/>
                  </a:lnTo>
                  <a:lnTo>
                    <a:pt x="265" y="647"/>
                  </a:lnTo>
                  <a:lnTo>
                    <a:pt x="265" y="647"/>
                  </a:lnTo>
                  <a:lnTo>
                    <a:pt x="265" y="645"/>
                  </a:lnTo>
                  <a:lnTo>
                    <a:pt x="265" y="645"/>
                  </a:lnTo>
                  <a:lnTo>
                    <a:pt x="262" y="645"/>
                  </a:lnTo>
                  <a:lnTo>
                    <a:pt x="262" y="645"/>
                  </a:lnTo>
                  <a:lnTo>
                    <a:pt x="262" y="642"/>
                  </a:lnTo>
                  <a:lnTo>
                    <a:pt x="262" y="642"/>
                  </a:lnTo>
                  <a:lnTo>
                    <a:pt x="260" y="642"/>
                  </a:lnTo>
                  <a:lnTo>
                    <a:pt x="260" y="642"/>
                  </a:lnTo>
                  <a:lnTo>
                    <a:pt x="260" y="642"/>
                  </a:lnTo>
                  <a:lnTo>
                    <a:pt x="258" y="642"/>
                  </a:lnTo>
                  <a:lnTo>
                    <a:pt x="258" y="642"/>
                  </a:lnTo>
                  <a:lnTo>
                    <a:pt x="258" y="642"/>
                  </a:lnTo>
                  <a:lnTo>
                    <a:pt x="258" y="640"/>
                  </a:lnTo>
                  <a:lnTo>
                    <a:pt x="258" y="640"/>
                  </a:lnTo>
                  <a:lnTo>
                    <a:pt x="255" y="640"/>
                  </a:lnTo>
                  <a:lnTo>
                    <a:pt x="255" y="640"/>
                  </a:lnTo>
                  <a:lnTo>
                    <a:pt x="255" y="640"/>
                  </a:lnTo>
                  <a:lnTo>
                    <a:pt x="255" y="642"/>
                  </a:lnTo>
                  <a:lnTo>
                    <a:pt x="253" y="642"/>
                  </a:lnTo>
                  <a:lnTo>
                    <a:pt x="253" y="642"/>
                  </a:lnTo>
                  <a:lnTo>
                    <a:pt x="251" y="642"/>
                  </a:lnTo>
                  <a:lnTo>
                    <a:pt x="251" y="642"/>
                  </a:lnTo>
                  <a:lnTo>
                    <a:pt x="251" y="640"/>
                  </a:lnTo>
                  <a:lnTo>
                    <a:pt x="251" y="640"/>
                  </a:lnTo>
                  <a:lnTo>
                    <a:pt x="248" y="640"/>
                  </a:lnTo>
                  <a:lnTo>
                    <a:pt x="248" y="640"/>
                  </a:lnTo>
                  <a:lnTo>
                    <a:pt x="248" y="640"/>
                  </a:lnTo>
                  <a:lnTo>
                    <a:pt x="248" y="638"/>
                  </a:lnTo>
                  <a:lnTo>
                    <a:pt x="248" y="638"/>
                  </a:lnTo>
                  <a:lnTo>
                    <a:pt x="248" y="638"/>
                  </a:lnTo>
                  <a:lnTo>
                    <a:pt x="248" y="635"/>
                  </a:lnTo>
                  <a:lnTo>
                    <a:pt x="248" y="635"/>
                  </a:lnTo>
                  <a:lnTo>
                    <a:pt x="248" y="633"/>
                  </a:lnTo>
                  <a:lnTo>
                    <a:pt x="248" y="633"/>
                  </a:lnTo>
                  <a:lnTo>
                    <a:pt x="248" y="633"/>
                  </a:lnTo>
                  <a:lnTo>
                    <a:pt x="248" y="633"/>
                  </a:lnTo>
                  <a:lnTo>
                    <a:pt x="246" y="633"/>
                  </a:lnTo>
                  <a:lnTo>
                    <a:pt x="246" y="633"/>
                  </a:lnTo>
                  <a:lnTo>
                    <a:pt x="246" y="633"/>
                  </a:lnTo>
                  <a:lnTo>
                    <a:pt x="246" y="633"/>
                  </a:lnTo>
                  <a:lnTo>
                    <a:pt x="246" y="633"/>
                  </a:lnTo>
                  <a:lnTo>
                    <a:pt x="243" y="633"/>
                  </a:lnTo>
                  <a:lnTo>
                    <a:pt x="243" y="633"/>
                  </a:lnTo>
                  <a:lnTo>
                    <a:pt x="243" y="633"/>
                  </a:lnTo>
                  <a:lnTo>
                    <a:pt x="243" y="633"/>
                  </a:lnTo>
                  <a:lnTo>
                    <a:pt x="243" y="633"/>
                  </a:lnTo>
                  <a:lnTo>
                    <a:pt x="241" y="633"/>
                  </a:lnTo>
                  <a:lnTo>
                    <a:pt x="241" y="633"/>
                  </a:lnTo>
                  <a:lnTo>
                    <a:pt x="239" y="633"/>
                  </a:lnTo>
                  <a:lnTo>
                    <a:pt x="239" y="633"/>
                  </a:lnTo>
                  <a:lnTo>
                    <a:pt x="239" y="633"/>
                  </a:lnTo>
                  <a:lnTo>
                    <a:pt x="239" y="633"/>
                  </a:lnTo>
                  <a:lnTo>
                    <a:pt x="239" y="633"/>
                  </a:lnTo>
                  <a:lnTo>
                    <a:pt x="239" y="631"/>
                  </a:lnTo>
                  <a:lnTo>
                    <a:pt x="239" y="631"/>
                  </a:lnTo>
                  <a:lnTo>
                    <a:pt x="236" y="631"/>
                  </a:lnTo>
                  <a:lnTo>
                    <a:pt x="236" y="631"/>
                  </a:lnTo>
                  <a:lnTo>
                    <a:pt x="236" y="631"/>
                  </a:lnTo>
                  <a:lnTo>
                    <a:pt x="236" y="631"/>
                  </a:lnTo>
                  <a:lnTo>
                    <a:pt x="234" y="631"/>
                  </a:lnTo>
                  <a:lnTo>
                    <a:pt x="234" y="631"/>
                  </a:lnTo>
                  <a:lnTo>
                    <a:pt x="232" y="631"/>
                  </a:lnTo>
                  <a:lnTo>
                    <a:pt x="232" y="631"/>
                  </a:lnTo>
                  <a:lnTo>
                    <a:pt x="232" y="628"/>
                  </a:lnTo>
                  <a:lnTo>
                    <a:pt x="232" y="628"/>
                  </a:lnTo>
                  <a:lnTo>
                    <a:pt x="232" y="628"/>
                  </a:lnTo>
                  <a:lnTo>
                    <a:pt x="232" y="626"/>
                  </a:lnTo>
                  <a:lnTo>
                    <a:pt x="232" y="626"/>
                  </a:lnTo>
                  <a:lnTo>
                    <a:pt x="229" y="626"/>
                  </a:lnTo>
                  <a:lnTo>
                    <a:pt x="229" y="626"/>
                  </a:lnTo>
                  <a:lnTo>
                    <a:pt x="229" y="626"/>
                  </a:lnTo>
                  <a:lnTo>
                    <a:pt x="229" y="626"/>
                  </a:lnTo>
                  <a:lnTo>
                    <a:pt x="227" y="626"/>
                  </a:lnTo>
                  <a:lnTo>
                    <a:pt x="227" y="624"/>
                  </a:lnTo>
                  <a:lnTo>
                    <a:pt x="227" y="624"/>
                  </a:lnTo>
                  <a:lnTo>
                    <a:pt x="227" y="624"/>
                  </a:lnTo>
                  <a:lnTo>
                    <a:pt x="227" y="621"/>
                  </a:lnTo>
                  <a:lnTo>
                    <a:pt x="227" y="621"/>
                  </a:lnTo>
                  <a:lnTo>
                    <a:pt x="227" y="621"/>
                  </a:lnTo>
                  <a:lnTo>
                    <a:pt x="227" y="621"/>
                  </a:lnTo>
                  <a:lnTo>
                    <a:pt x="227" y="619"/>
                  </a:lnTo>
                  <a:lnTo>
                    <a:pt x="227" y="619"/>
                  </a:lnTo>
                  <a:lnTo>
                    <a:pt x="227" y="616"/>
                  </a:lnTo>
                  <a:lnTo>
                    <a:pt x="227" y="616"/>
                  </a:lnTo>
                  <a:lnTo>
                    <a:pt x="225" y="616"/>
                  </a:lnTo>
                  <a:lnTo>
                    <a:pt x="225" y="616"/>
                  </a:lnTo>
                  <a:lnTo>
                    <a:pt x="225" y="616"/>
                  </a:lnTo>
                  <a:lnTo>
                    <a:pt x="225" y="616"/>
                  </a:lnTo>
                  <a:lnTo>
                    <a:pt x="222" y="616"/>
                  </a:lnTo>
                  <a:lnTo>
                    <a:pt x="222" y="616"/>
                  </a:lnTo>
                  <a:lnTo>
                    <a:pt x="222" y="616"/>
                  </a:lnTo>
                  <a:lnTo>
                    <a:pt x="220" y="616"/>
                  </a:lnTo>
                  <a:lnTo>
                    <a:pt x="220" y="616"/>
                  </a:lnTo>
                  <a:lnTo>
                    <a:pt x="220" y="616"/>
                  </a:lnTo>
                  <a:lnTo>
                    <a:pt x="217" y="616"/>
                  </a:lnTo>
                  <a:lnTo>
                    <a:pt x="217" y="616"/>
                  </a:lnTo>
                  <a:lnTo>
                    <a:pt x="217" y="619"/>
                  </a:lnTo>
                  <a:lnTo>
                    <a:pt x="217" y="619"/>
                  </a:lnTo>
                  <a:lnTo>
                    <a:pt x="215" y="619"/>
                  </a:lnTo>
                  <a:lnTo>
                    <a:pt x="215" y="619"/>
                  </a:lnTo>
                  <a:lnTo>
                    <a:pt x="215" y="619"/>
                  </a:lnTo>
                  <a:lnTo>
                    <a:pt x="215" y="619"/>
                  </a:lnTo>
                  <a:lnTo>
                    <a:pt x="215" y="619"/>
                  </a:lnTo>
                  <a:lnTo>
                    <a:pt x="213" y="619"/>
                  </a:lnTo>
                  <a:lnTo>
                    <a:pt x="213" y="616"/>
                  </a:lnTo>
                  <a:lnTo>
                    <a:pt x="213" y="616"/>
                  </a:lnTo>
                  <a:lnTo>
                    <a:pt x="213" y="616"/>
                  </a:lnTo>
                  <a:lnTo>
                    <a:pt x="210" y="616"/>
                  </a:lnTo>
                  <a:lnTo>
                    <a:pt x="210" y="614"/>
                  </a:lnTo>
                  <a:lnTo>
                    <a:pt x="210" y="614"/>
                  </a:lnTo>
                  <a:lnTo>
                    <a:pt x="210" y="614"/>
                  </a:lnTo>
                  <a:lnTo>
                    <a:pt x="210" y="612"/>
                  </a:lnTo>
                  <a:lnTo>
                    <a:pt x="210" y="612"/>
                  </a:lnTo>
                  <a:lnTo>
                    <a:pt x="210" y="612"/>
                  </a:lnTo>
                  <a:lnTo>
                    <a:pt x="210" y="612"/>
                  </a:lnTo>
                  <a:lnTo>
                    <a:pt x="208" y="612"/>
                  </a:lnTo>
                  <a:lnTo>
                    <a:pt x="208" y="612"/>
                  </a:lnTo>
                  <a:lnTo>
                    <a:pt x="208" y="609"/>
                  </a:lnTo>
                  <a:lnTo>
                    <a:pt x="208" y="609"/>
                  </a:lnTo>
                  <a:lnTo>
                    <a:pt x="206" y="609"/>
                  </a:lnTo>
                  <a:lnTo>
                    <a:pt x="206" y="609"/>
                  </a:lnTo>
                  <a:lnTo>
                    <a:pt x="206" y="607"/>
                  </a:lnTo>
                  <a:lnTo>
                    <a:pt x="206" y="607"/>
                  </a:lnTo>
                  <a:lnTo>
                    <a:pt x="203" y="607"/>
                  </a:lnTo>
                  <a:lnTo>
                    <a:pt x="203" y="607"/>
                  </a:lnTo>
                  <a:lnTo>
                    <a:pt x="203" y="607"/>
                  </a:lnTo>
                  <a:lnTo>
                    <a:pt x="203" y="607"/>
                  </a:lnTo>
                  <a:lnTo>
                    <a:pt x="201" y="607"/>
                  </a:lnTo>
                  <a:lnTo>
                    <a:pt x="201" y="605"/>
                  </a:lnTo>
                  <a:lnTo>
                    <a:pt x="201" y="605"/>
                  </a:lnTo>
                  <a:lnTo>
                    <a:pt x="199" y="605"/>
                  </a:lnTo>
                  <a:lnTo>
                    <a:pt x="199" y="605"/>
                  </a:lnTo>
                  <a:lnTo>
                    <a:pt x="199" y="605"/>
                  </a:lnTo>
                  <a:lnTo>
                    <a:pt x="199" y="605"/>
                  </a:lnTo>
                  <a:lnTo>
                    <a:pt x="196" y="605"/>
                  </a:lnTo>
                  <a:lnTo>
                    <a:pt x="196" y="605"/>
                  </a:lnTo>
                  <a:lnTo>
                    <a:pt x="196" y="602"/>
                  </a:lnTo>
                  <a:lnTo>
                    <a:pt x="196" y="602"/>
                  </a:lnTo>
                  <a:lnTo>
                    <a:pt x="196" y="602"/>
                  </a:lnTo>
                  <a:lnTo>
                    <a:pt x="196" y="602"/>
                  </a:lnTo>
                  <a:lnTo>
                    <a:pt x="194" y="602"/>
                  </a:lnTo>
                  <a:lnTo>
                    <a:pt x="194" y="600"/>
                  </a:lnTo>
                  <a:lnTo>
                    <a:pt x="194" y="600"/>
                  </a:lnTo>
                  <a:lnTo>
                    <a:pt x="194" y="600"/>
                  </a:lnTo>
                  <a:lnTo>
                    <a:pt x="191" y="600"/>
                  </a:lnTo>
                  <a:lnTo>
                    <a:pt x="191" y="597"/>
                  </a:lnTo>
                  <a:lnTo>
                    <a:pt x="191" y="597"/>
                  </a:lnTo>
                  <a:lnTo>
                    <a:pt x="191" y="597"/>
                  </a:lnTo>
                  <a:lnTo>
                    <a:pt x="189" y="597"/>
                  </a:lnTo>
                  <a:lnTo>
                    <a:pt x="189" y="597"/>
                  </a:lnTo>
                  <a:lnTo>
                    <a:pt x="189" y="597"/>
                  </a:lnTo>
                  <a:lnTo>
                    <a:pt x="189" y="597"/>
                  </a:lnTo>
                  <a:lnTo>
                    <a:pt x="187" y="597"/>
                  </a:lnTo>
                  <a:lnTo>
                    <a:pt x="187" y="597"/>
                  </a:lnTo>
                  <a:lnTo>
                    <a:pt x="184" y="597"/>
                  </a:lnTo>
                  <a:lnTo>
                    <a:pt x="184" y="597"/>
                  </a:lnTo>
                  <a:lnTo>
                    <a:pt x="184" y="595"/>
                  </a:lnTo>
                  <a:lnTo>
                    <a:pt x="184" y="595"/>
                  </a:lnTo>
                  <a:lnTo>
                    <a:pt x="184" y="593"/>
                  </a:lnTo>
                  <a:lnTo>
                    <a:pt x="184" y="593"/>
                  </a:lnTo>
                  <a:lnTo>
                    <a:pt x="184" y="593"/>
                  </a:lnTo>
                  <a:lnTo>
                    <a:pt x="184" y="593"/>
                  </a:lnTo>
                  <a:lnTo>
                    <a:pt x="184" y="590"/>
                  </a:lnTo>
                  <a:lnTo>
                    <a:pt x="184" y="590"/>
                  </a:lnTo>
                  <a:lnTo>
                    <a:pt x="182" y="590"/>
                  </a:lnTo>
                  <a:lnTo>
                    <a:pt x="182" y="590"/>
                  </a:lnTo>
                  <a:lnTo>
                    <a:pt x="182" y="590"/>
                  </a:lnTo>
                  <a:lnTo>
                    <a:pt x="180" y="590"/>
                  </a:lnTo>
                  <a:lnTo>
                    <a:pt x="180" y="588"/>
                  </a:lnTo>
                  <a:lnTo>
                    <a:pt x="180" y="588"/>
                  </a:lnTo>
                  <a:lnTo>
                    <a:pt x="177" y="588"/>
                  </a:lnTo>
                  <a:lnTo>
                    <a:pt x="177" y="588"/>
                  </a:lnTo>
                  <a:lnTo>
                    <a:pt x="177" y="588"/>
                  </a:lnTo>
                  <a:lnTo>
                    <a:pt x="175" y="588"/>
                  </a:lnTo>
                  <a:lnTo>
                    <a:pt x="175" y="588"/>
                  </a:lnTo>
                  <a:lnTo>
                    <a:pt x="175" y="588"/>
                  </a:lnTo>
                  <a:lnTo>
                    <a:pt x="172" y="588"/>
                  </a:lnTo>
                  <a:lnTo>
                    <a:pt x="172" y="588"/>
                  </a:lnTo>
                  <a:lnTo>
                    <a:pt x="172" y="588"/>
                  </a:lnTo>
                  <a:lnTo>
                    <a:pt x="172" y="588"/>
                  </a:lnTo>
                  <a:lnTo>
                    <a:pt x="170" y="588"/>
                  </a:lnTo>
                  <a:lnTo>
                    <a:pt x="170" y="588"/>
                  </a:lnTo>
                  <a:lnTo>
                    <a:pt x="170" y="588"/>
                  </a:lnTo>
                  <a:lnTo>
                    <a:pt x="170" y="588"/>
                  </a:lnTo>
                  <a:lnTo>
                    <a:pt x="168" y="588"/>
                  </a:lnTo>
                  <a:lnTo>
                    <a:pt x="168" y="588"/>
                  </a:lnTo>
                  <a:lnTo>
                    <a:pt x="168" y="588"/>
                  </a:lnTo>
                  <a:lnTo>
                    <a:pt x="168" y="590"/>
                  </a:lnTo>
                  <a:lnTo>
                    <a:pt x="168" y="590"/>
                  </a:lnTo>
                  <a:lnTo>
                    <a:pt x="168" y="590"/>
                  </a:lnTo>
                  <a:lnTo>
                    <a:pt x="168" y="593"/>
                  </a:lnTo>
                  <a:lnTo>
                    <a:pt x="168" y="593"/>
                  </a:lnTo>
                  <a:lnTo>
                    <a:pt x="168" y="593"/>
                  </a:lnTo>
                  <a:lnTo>
                    <a:pt x="168" y="593"/>
                  </a:lnTo>
                  <a:lnTo>
                    <a:pt x="165" y="593"/>
                  </a:lnTo>
                  <a:lnTo>
                    <a:pt x="165" y="593"/>
                  </a:lnTo>
                  <a:lnTo>
                    <a:pt x="165" y="595"/>
                  </a:lnTo>
                  <a:lnTo>
                    <a:pt x="165" y="595"/>
                  </a:lnTo>
                  <a:lnTo>
                    <a:pt x="165" y="595"/>
                  </a:lnTo>
                  <a:lnTo>
                    <a:pt x="165" y="597"/>
                  </a:lnTo>
                  <a:lnTo>
                    <a:pt x="163" y="597"/>
                  </a:lnTo>
                  <a:lnTo>
                    <a:pt x="163" y="597"/>
                  </a:lnTo>
                  <a:lnTo>
                    <a:pt x="163" y="597"/>
                  </a:lnTo>
                  <a:lnTo>
                    <a:pt x="161" y="597"/>
                  </a:lnTo>
                  <a:lnTo>
                    <a:pt x="161" y="595"/>
                  </a:lnTo>
                  <a:lnTo>
                    <a:pt x="161" y="595"/>
                  </a:lnTo>
                  <a:lnTo>
                    <a:pt x="161" y="593"/>
                  </a:lnTo>
                  <a:lnTo>
                    <a:pt x="161" y="593"/>
                  </a:lnTo>
                  <a:lnTo>
                    <a:pt x="161" y="593"/>
                  </a:lnTo>
                  <a:lnTo>
                    <a:pt x="161" y="593"/>
                  </a:lnTo>
                  <a:lnTo>
                    <a:pt x="158" y="593"/>
                  </a:lnTo>
                  <a:lnTo>
                    <a:pt x="158" y="593"/>
                  </a:lnTo>
                  <a:lnTo>
                    <a:pt x="158" y="590"/>
                  </a:lnTo>
                  <a:lnTo>
                    <a:pt x="158" y="590"/>
                  </a:lnTo>
                  <a:lnTo>
                    <a:pt x="156" y="590"/>
                  </a:lnTo>
                  <a:lnTo>
                    <a:pt x="156" y="590"/>
                  </a:lnTo>
                  <a:lnTo>
                    <a:pt x="156" y="590"/>
                  </a:lnTo>
                  <a:lnTo>
                    <a:pt x="156" y="590"/>
                  </a:lnTo>
                  <a:lnTo>
                    <a:pt x="156" y="588"/>
                  </a:lnTo>
                  <a:lnTo>
                    <a:pt x="154" y="588"/>
                  </a:lnTo>
                  <a:lnTo>
                    <a:pt x="154" y="588"/>
                  </a:lnTo>
                  <a:lnTo>
                    <a:pt x="154" y="588"/>
                  </a:lnTo>
                  <a:lnTo>
                    <a:pt x="151" y="588"/>
                  </a:lnTo>
                  <a:lnTo>
                    <a:pt x="151" y="586"/>
                  </a:lnTo>
                  <a:lnTo>
                    <a:pt x="151" y="586"/>
                  </a:lnTo>
                  <a:lnTo>
                    <a:pt x="151" y="586"/>
                  </a:lnTo>
                  <a:lnTo>
                    <a:pt x="149" y="586"/>
                  </a:lnTo>
                  <a:lnTo>
                    <a:pt x="149" y="586"/>
                  </a:lnTo>
                  <a:lnTo>
                    <a:pt x="149" y="586"/>
                  </a:lnTo>
                  <a:lnTo>
                    <a:pt x="149" y="586"/>
                  </a:lnTo>
                  <a:lnTo>
                    <a:pt x="146" y="586"/>
                  </a:lnTo>
                  <a:lnTo>
                    <a:pt x="146" y="583"/>
                  </a:lnTo>
                  <a:lnTo>
                    <a:pt x="146" y="583"/>
                  </a:lnTo>
                  <a:lnTo>
                    <a:pt x="144" y="583"/>
                  </a:lnTo>
                  <a:lnTo>
                    <a:pt x="144" y="583"/>
                  </a:lnTo>
                  <a:lnTo>
                    <a:pt x="144" y="583"/>
                  </a:lnTo>
                  <a:lnTo>
                    <a:pt x="144" y="583"/>
                  </a:lnTo>
                  <a:lnTo>
                    <a:pt x="142" y="583"/>
                  </a:lnTo>
                  <a:lnTo>
                    <a:pt x="142" y="583"/>
                  </a:lnTo>
                  <a:lnTo>
                    <a:pt x="142" y="581"/>
                  </a:lnTo>
                  <a:lnTo>
                    <a:pt x="142" y="581"/>
                  </a:lnTo>
                  <a:lnTo>
                    <a:pt x="144" y="581"/>
                  </a:lnTo>
                  <a:lnTo>
                    <a:pt x="144" y="578"/>
                  </a:lnTo>
                  <a:lnTo>
                    <a:pt x="142" y="578"/>
                  </a:lnTo>
                  <a:lnTo>
                    <a:pt x="142" y="578"/>
                  </a:lnTo>
                  <a:lnTo>
                    <a:pt x="142" y="578"/>
                  </a:lnTo>
                  <a:lnTo>
                    <a:pt x="139" y="578"/>
                  </a:lnTo>
                  <a:lnTo>
                    <a:pt x="139" y="578"/>
                  </a:lnTo>
                  <a:lnTo>
                    <a:pt x="139" y="578"/>
                  </a:lnTo>
                  <a:lnTo>
                    <a:pt x="139" y="576"/>
                  </a:lnTo>
                  <a:lnTo>
                    <a:pt x="137" y="576"/>
                  </a:lnTo>
                  <a:lnTo>
                    <a:pt x="137" y="576"/>
                  </a:lnTo>
                  <a:lnTo>
                    <a:pt x="137" y="576"/>
                  </a:lnTo>
                  <a:lnTo>
                    <a:pt x="137" y="576"/>
                  </a:lnTo>
                  <a:lnTo>
                    <a:pt x="137" y="574"/>
                  </a:lnTo>
                  <a:lnTo>
                    <a:pt x="135" y="574"/>
                  </a:lnTo>
                  <a:lnTo>
                    <a:pt x="135" y="574"/>
                  </a:lnTo>
                  <a:lnTo>
                    <a:pt x="135" y="574"/>
                  </a:lnTo>
                  <a:lnTo>
                    <a:pt x="135" y="574"/>
                  </a:lnTo>
                  <a:lnTo>
                    <a:pt x="132" y="574"/>
                  </a:lnTo>
                  <a:lnTo>
                    <a:pt x="132" y="574"/>
                  </a:lnTo>
                  <a:lnTo>
                    <a:pt x="132" y="574"/>
                  </a:lnTo>
                  <a:lnTo>
                    <a:pt x="132" y="574"/>
                  </a:lnTo>
                  <a:lnTo>
                    <a:pt x="132" y="574"/>
                  </a:lnTo>
                  <a:lnTo>
                    <a:pt x="130" y="574"/>
                  </a:lnTo>
                  <a:lnTo>
                    <a:pt x="130" y="574"/>
                  </a:lnTo>
                  <a:lnTo>
                    <a:pt x="130" y="574"/>
                  </a:lnTo>
                  <a:lnTo>
                    <a:pt x="130" y="574"/>
                  </a:lnTo>
                  <a:lnTo>
                    <a:pt x="128" y="574"/>
                  </a:lnTo>
                  <a:lnTo>
                    <a:pt x="128" y="574"/>
                  </a:lnTo>
                  <a:lnTo>
                    <a:pt x="128" y="571"/>
                  </a:lnTo>
                  <a:lnTo>
                    <a:pt x="128" y="571"/>
                  </a:lnTo>
                  <a:lnTo>
                    <a:pt x="125" y="571"/>
                  </a:lnTo>
                  <a:lnTo>
                    <a:pt x="125" y="571"/>
                  </a:lnTo>
                  <a:lnTo>
                    <a:pt x="125" y="571"/>
                  </a:lnTo>
                  <a:lnTo>
                    <a:pt x="125" y="569"/>
                  </a:lnTo>
                  <a:lnTo>
                    <a:pt x="125" y="569"/>
                  </a:lnTo>
                  <a:lnTo>
                    <a:pt x="123" y="569"/>
                  </a:lnTo>
                  <a:lnTo>
                    <a:pt x="123" y="569"/>
                  </a:lnTo>
                  <a:lnTo>
                    <a:pt x="123" y="569"/>
                  </a:lnTo>
                  <a:lnTo>
                    <a:pt x="123" y="567"/>
                  </a:lnTo>
                  <a:lnTo>
                    <a:pt x="123" y="567"/>
                  </a:lnTo>
                  <a:lnTo>
                    <a:pt x="123" y="567"/>
                  </a:lnTo>
                  <a:lnTo>
                    <a:pt x="123" y="564"/>
                  </a:lnTo>
                  <a:lnTo>
                    <a:pt x="120" y="564"/>
                  </a:lnTo>
                  <a:lnTo>
                    <a:pt x="120" y="564"/>
                  </a:lnTo>
                  <a:lnTo>
                    <a:pt x="120" y="564"/>
                  </a:lnTo>
                  <a:lnTo>
                    <a:pt x="120" y="562"/>
                  </a:lnTo>
                  <a:lnTo>
                    <a:pt x="120" y="562"/>
                  </a:lnTo>
                  <a:lnTo>
                    <a:pt x="118" y="562"/>
                  </a:lnTo>
                  <a:lnTo>
                    <a:pt x="118" y="562"/>
                  </a:lnTo>
                  <a:lnTo>
                    <a:pt x="118" y="562"/>
                  </a:lnTo>
                  <a:lnTo>
                    <a:pt x="118" y="562"/>
                  </a:lnTo>
                  <a:lnTo>
                    <a:pt x="118" y="562"/>
                  </a:lnTo>
                  <a:lnTo>
                    <a:pt x="116" y="562"/>
                  </a:lnTo>
                  <a:lnTo>
                    <a:pt x="116" y="562"/>
                  </a:lnTo>
                  <a:lnTo>
                    <a:pt x="116" y="564"/>
                  </a:lnTo>
                  <a:lnTo>
                    <a:pt x="116" y="564"/>
                  </a:lnTo>
                  <a:lnTo>
                    <a:pt x="116" y="564"/>
                  </a:lnTo>
                  <a:lnTo>
                    <a:pt x="116" y="564"/>
                  </a:lnTo>
                  <a:lnTo>
                    <a:pt x="113" y="564"/>
                  </a:lnTo>
                  <a:lnTo>
                    <a:pt x="113" y="564"/>
                  </a:lnTo>
                  <a:lnTo>
                    <a:pt x="111" y="564"/>
                  </a:lnTo>
                  <a:lnTo>
                    <a:pt x="111" y="564"/>
                  </a:lnTo>
                  <a:lnTo>
                    <a:pt x="111" y="564"/>
                  </a:lnTo>
                  <a:lnTo>
                    <a:pt x="111" y="562"/>
                  </a:lnTo>
                  <a:lnTo>
                    <a:pt x="111" y="562"/>
                  </a:lnTo>
                  <a:lnTo>
                    <a:pt x="111" y="562"/>
                  </a:lnTo>
                  <a:lnTo>
                    <a:pt x="111" y="562"/>
                  </a:lnTo>
                  <a:lnTo>
                    <a:pt x="111" y="562"/>
                  </a:lnTo>
                  <a:lnTo>
                    <a:pt x="111" y="560"/>
                  </a:lnTo>
                  <a:lnTo>
                    <a:pt x="111" y="560"/>
                  </a:lnTo>
                  <a:lnTo>
                    <a:pt x="111" y="560"/>
                  </a:lnTo>
                  <a:lnTo>
                    <a:pt x="111" y="560"/>
                  </a:lnTo>
                  <a:lnTo>
                    <a:pt x="111" y="560"/>
                  </a:lnTo>
                  <a:lnTo>
                    <a:pt x="111" y="557"/>
                  </a:lnTo>
                  <a:lnTo>
                    <a:pt x="113" y="557"/>
                  </a:lnTo>
                  <a:lnTo>
                    <a:pt x="113" y="557"/>
                  </a:lnTo>
                  <a:lnTo>
                    <a:pt x="111" y="557"/>
                  </a:lnTo>
                  <a:lnTo>
                    <a:pt x="111" y="555"/>
                  </a:lnTo>
                  <a:lnTo>
                    <a:pt x="111" y="555"/>
                  </a:lnTo>
                  <a:lnTo>
                    <a:pt x="111" y="555"/>
                  </a:lnTo>
                  <a:lnTo>
                    <a:pt x="111" y="555"/>
                  </a:lnTo>
                  <a:lnTo>
                    <a:pt x="111" y="552"/>
                  </a:lnTo>
                  <a:lnTo>
                    <a:pt x="111" y="552"/>
                  </a:lnTo>
                  <a:lnTo>
                    <a:pt x="111" y="552"/>
                  </a:lnTo>
                  <a:lnTo>
                    <a:pt x="111" y="552"/>
                  </a:lnTo>
                  <a:lnTo>
                    <a:pt x="111" y="550"/>
                  </a:lnTo>
                  <a:lnTo>
                    <a:pt x="111" y="550"/>
                  </a:lnTo>
                  <a:lnTo>
                    <a:pt x="111" y="548"/>
                  </a:lnTo>
                  <a:lnTo>
                    <a:pt x="111" y="548"/>
                  </a:lnTo>
                  <a:lnTo>
                    <a:pt x="111" y="548"/>
                  </a:lnTo>
                  <a:lnTo>
                    <a:pt x="111" y="545"/>
                  </a:lnTo>
                  <a:lnTo>
                    <a:pt x="111" y="545"/>
                  </a:lnTo>
                  <a:lnTo>
                    <a:pt x="109" y="545"/>
                  </a:lnTo>
                  <a:lnTo>
                    <a:pt x="109" y="543"/>
                  </a:lnTo>
                  <a:lnTo>
                    <a:pt x="109" y="543"/>
                  </a:lnTo>
                  <a:lnTo>
                    <a:pt x="109" y="543"/>
                  </a:lnTo>
                  <a:lnTo>
                    <a:pt x="109" y="543"/>
                  </a:lnTo>
                  <a:lnTo>
                    <a:pt x="109" y="543"/>
                  </a:lnTo>
                  <a:lnTo>
                    <a:pt x="106" y="543"/>
                  </a:lnTo>
                  <a:lnTo>
                    <a:pt x="106" y="543"/>
                  </a:lnTo>
                  <a:lnTo>
                    <a:pt x="106" y="541"/>
                  </a:lnTo>
                  <a:lnTo>
                    <a:pt x="106" y="541"/>
                  </a:lnTo>
                  <a:lnTo>
                    <a:pt x="106" y="538"/>
                  </a:lnTo>
                  <a:lnTo>
                    <a:pt x="104" y="538"/>
                  </a:lnTo>
                  <a:lnTo>
                    <a:pt x="104" y="538"/>
                  </a:lnTo>
                  <a:lnTo>
                    <a:pt x="104" y="536"/>
                  </a:lnTo>
                  <a:lnTo>
                    <a:pt x="104" y="536"/>
                  </a:lnTo>
                  <a:lnTo>
                    <a:pt x="104" y="533"/>
                  </a:lnTo>
                  <a:lnTo>
                    <a:pt x="104" y="533"/>
                  </a:lnTo>
                  <a:lnTo>
                    <a:pt x="104" y="533"/>
                  </a:lnTo>
                  <a:lnTo>
                    <a:pt x="104" y="533"/>
                  </a:lnTo>
                  <a:lnTo>
                    <a:pt x="104" y="533"/>
                  </a:lnTo>
                  <a:lnTo>
                    <a:pt x="106" y="533"/>
                  </a:lnTo>
                  <a:lnTo>
                    <a:pt x="106" y="533"/>
                  </a:lnTo>
                  <a:lnTo>
                    <a:pt x="106" y="531"/>
                  </a:lnTo>
                  <a:lnTo>
                    <a:pt x="109" y="531"/>
                  </a:lnTo>
                  <a:lnTo>
                    <a:pt x="109" y="531"/>
                  </a:lnTo>
                  <a:lnTo>
                    <a:pt x="109" y="531"/>
                  </a:lnTo>
                  <a:lnTo>
                    <a:pt x="109" y="531"/>
                  </a:lnTo>
                  <a:lnTo>
                    <a:pt x="111" y="531"/>
                  </a:lnTo>
                  <a:lnTo>
                    <a:pt x="111" y="529"/>
                  </a:lnTo>
                  <a:lnTo>
                    <a:pt x="111" y="529"/>
                  </a:lnTo>
                  <a:lnTo>
                    <a:pt x="111" y="531"/>
                  </a:lnTo>
                  <a:lnTo>
                    <a:pt x="111" y="531"/>
                  </a:lnTo>
                  <a:lnTo>
                    <a:pt x="111" y="531"/>
                  </a:lnTo>
                  <a:lnTo>
                    <a:pt x="111" y="533"/>
                  </a:lnTo>
                  <a:lnTo>
                    <a:pt x="111" y="533"/>
                  </a:lnTo>
                  <a:lnTo>
                    <a:pt x="111" y="533"/>
                  </a:lnTo>
                  <a:lnTo>
                    <a:pt x="111" y="533"/>
                  </a:lnTo>
                  <a:lnTo>
                    <a:pt x="111" y="533"/>
                  </a:lnTo>
                  <a:lnTo>
                    <a:pt x="111" y="536"/>
                  </a:lnTo>
                  <a:lnTo>
                    <a:pt x="113" y="536"/>
                  </a:lnTo>
                  <a:lnTo>
                    <a:pt x="113" y="536"/>
                  </a:lnTo>
                  <a:lnTo>
                    <a:pt x="113" y="536"/>
                  </a:lnTo>
                  <a:lnTo>
                    <a:pt x="113" y="538"/>
                  </a:lnTo>
                  <a:lnTo>
                    <a:pt x="116" y="538"/>
                  </a:lnTo>
                  <a:lnTo>
                    <a:pt x="116" y="538"/>
                  </a:lnTo>
                  <a:lnTo>
                    <a:pt x="116" y="538"/>
                  </a:lnTo>
                  <a:lnTo>
                    <a:pt x="116" y="538"/>
                  </a:lnTo>
                  <a:lnTo>
                    <a:pt x="116" y="538"/>
                  </a:lnTo>
                  <a:lnTo>
                    <a:pt x="118" y="538"/>
                  </a:lnTo>
                  <a:lnTo>
                    <a:pt x="118" y="538"/>
                  </a:lnTo>
                  <a:lnTo>
                    <a:pt x="118" y="538"/>
                  </a:lnTo>
                  <a:lnTo>
                    <a:pt x="118" y="536"/>
                  </a:lnTo>
                  <a:lnTo>
                    <a:pt x="118" y="536"/>
                  </a:lnTo>
                  <a:lnTo>
                    <a:pt x="118" y="533"/>
                  </a:lnTo>
                  <a:lnTo>
                    <a:pt x="120" y="533"/>
                  </a:lnTo>
                  <a:lnTo>
                    <a:pt x="120" y="533"/>
                  </a:lnTo>
                  <a:lnTo>
                    <a:pt x="123" y="533"/>
                  </a:lnTo>
                  <a:lnTo>
                    <a:pt x="123" y="533"/>
                  </a:lnTo>
                  <a:lnTo>
                    <a:pt x="123" y="533"/>
                  </a:lnTo>
                  <a:lnTo>
                    <a:pt x="123" y="533"/>
                  </a:lnTo>
                  <a:lnTo>
                    <a:pt x="125" y="533"/>
                  </a:lnTo>
                  <a:lnTo>
                    <a:pt x="125" y="533"/>
                  </a:lnTo>
                  <a:lnTo>
                    <a:pt x="125" y="533"/>
                  </a:lnTo>
                  <a:lnTo>
                    <a:pt x="125" y="533"/>
                  </a:lnTo>
                  <a:lnTo>
                    <a:pt x="128" y="533"/>
                  </a:lnTo>
                  <a:lnTo>
                    <a:pt x="128" y="533"/>
                  </a:lnTo>
                  <a:lnTo>
                    <a:pt x="128" y="531"/>
                  </a:lnTo>
                  <a:lnTo>
                    <a:pt x="128" y="531"/>
                  </a:lnTo>
                  <a:lnTo>
                    <a:pt x="128" y="529"/>
                  </a:lnTo>
                  <a:lnTo>
                    <a:pt x="128" y="529"/>
                  </a:lnTo>
                  <a:lnTo>
                    <a:pt x="128" y="529"/>
                  </a:lnTo>
                  <a:lnTo>
                    <a:pt x="128" y="526"/>
                  </a:lnTo>
                  <a:lnTo>
                    <a:pt x="125" y="526"/>
                  </a:lnTo>
                  <a:lnTo>
                    <a:pt x="125" y="526"/>
                  </a:lnTo>
                  <a:lnTo>
                    <a:pt x="125" y="524"/>
                  </a:lnTo>
                  <a:lnTo>
                    <a:pt x="125" y="524"/>
                  </a:lnTo>
                  <a:lnTo>
                    <a:pt x="125" y="524"/>
                  </a:lnTo>
                  <a:lnTo>
                    <a:pt x="125" y="524"/>
                  </a:lnTo>
                  <a:lnTo>
                    <a:pt x="125" y="524"/>
                  </a:lnTo>
                  <a:lnTo>
                    <a:pt x="125" y="522"/>
                  </a:lnTo>
                  <a:lnTo>
                    <a:pt x="123" y="522"/>
                  </a:lnTo>
                  <a:lnTo>
                    <a:pt x="123" y="522"/>
                  </a:lnTo>
                  <a:lnTo>
                    <a:pt x="125" y="522"/>
                  </a:lnTo>
                  <a:lnTo>
                    <a:pt x="125" y="519"/>
                  </a:lnTo>
                  <a:lnTo>
                    <a:pt x="125" y="519"/>
                  </a:lnTo>
                  <a:lnTo>
                    <a:pt x="125" y="519"/>
                  </a:lnTo>
                  <a:lnTo>
                    <a:pt x="125" y="517"/>
                  </a:lnTo>
                  <a:lnTo>
                    <a:pt x="125" y="517"/>
                  </a:lnTo>
                  <a:lnTo>
                    <a:pt x="125" y="517"/>
                  </a:lnTo>
                  <a:lnTo>
                    <a:pt x="123" y="517"/>
                  </a:lnTo>
                  <a:lnTo>
                    <a:pt x="123" y="517"/>
                  </a:lnTo>
                  <a:lnTo>
                    <a:pt x="123" y="517"/>
                  </a:lnTo>
                  <a:lnTo>
                    <a:pt x="120" y="517"/>
                  </a:lnTo>
                  <a:lnTo>
                    <a:pt x="120" y="517"/>
                  </a:lnTo>
                  <a:lnTo>
                    <a:pt x="118" y="517"/>
                  </a:lnTo>
                  <a:lnTo>
                    <a:pt x="118" y="517"/>
                  </a:lnTo>
                  <a:lnTo>
                    <a:pt x="118" y="514"/>
                  </a:lnTo>
                  <a:lnTo>
                    <a:pt x="118" y="514"/>
                  </a:lnTo>
                  <a:lnTo>
                    <a:pt x="118" y="514"/>
                  </a:lnTo>
                  <a:lnTo>
                    <a:pt x="118" y="514"/>
                  </a:lnTo>
                  <a:lnTo>
                    <a:pt x="116" y="514"/>
                  </a:lnTo>
                  <a:lnTo>
                    <a:pt x="116" y="512"/>
                  </a:lnTo>
                  <a:lnTo>
                    <a:pt x="116" y="512"/>
                  </a:lnTo>
                  <a:lnTo>
                    <a:pt x="116" y="512"/>
                  </a:lnTo>
                  <a:lnTo>
                    <a:pt x="116" y="512"/>
                  </a:lnTo>
                  <a:lnTo>
                    <a:pt x="116" y="510"/>
                  </a:lnTo>
                  <a:lnTo>
                    <a:pt x="116" y="510"/>
                  </a:lnTo>
                  <a:lnTo>
                    <a:pt x="116" y="510"/>
                  </a:lnTo>
                  <a:lnTo>
                    <a:pt x="116" y="507"/>
                  </a:lnTo>
                  <a:lnTo>
                    <a:pt x="116" y="507"/>
                  </a:lnTo>
                  <a:lnTo>
                    <a:pt x="116" y="507"/>
                  </a:lnTo>
                  <a:lnTo>
                    <a:pt x="116" y="507"/>
                  </a:lnTo>
                  <a:lnTo>
                    <a:pt x="116" y="505"/>
                  </a:lnTo>
                  <a:lnTo>
                    <a:pt x="116" y="505"/>
                  </a:lnTo>
                  <a:lnTo>
                    <a:pt x="118" y="505"/>
                  </a:lnTo>
                  <a:lnTo>
                    <a:pt x="118" y="505"/>
                  </a:lnTo>
                  <a:lnTo>
                    <a:pt x="118" y="505"/>
                  </a:lnTo>
                  <a:lnTo>
                    <a:pt x="118" y="505"/>
                  </a:lnTo>
                  <a:lnTo>
                    <a:pt x="118" y="503"/>
                  </a:lnTo>
                  <a:lnTo>
                    <a:pt x="118" y="503"/>
                  </a:lnTo>
                  <a:lnTo>
                    <a:pt x="116" y="503"/>
                  </a:lnTo>
                  <a:lnTo>
                    <a:pt x="116" y="503"/>
                  </a:lnTo>
                  <a:lnTo>
                    <a:pt x="116" y="500"/>
                  </a:lnTo>
                  <a:lnTo>
                    <a:pt x="116" y="500"/>
                  </a:lnTo>
                  <a:lnTo>
                    <a:pt x="116" y="500"/>
                  </a:lnTo>
                  <a:lnTo>
                    <a:pt x="116" y="498"/>
                  </a:lnTo>
                  <a:lnTo>
                    <a:pt x="116" y="498"/>
                  </a:lnTo>
                  <a:lnTo>
                    <a:pt x="116" y="498"/>
                  </a:lnTo>
                  <a:lnTo>
                    <a:pt x="116" y="496"/>
                  </a:lnTo>
                  <a:lnTo>
                    <a:pt x="116" y="496"/>
                  </a:lnTo>
                  <a:lnTo>
                    <a:pt x="116" y="496"/>
                  </a:lnTo>
                  <a:lnTo>
                    <a:pt x="116" y="496"/>
                  </a:lnTo>
                  <a:lnTo>
                    <a:pt x="116" y="496"/>
                  </a:lnTo>
                  <a:lnTo>
                    <a:pt x="118" y="496"/>
                  </a:lnTo>
                  <a:lnTo>
                    <a:pt x="118" y="496"/>
                  </a:lnTo>
                  <a:lnTo>
                    <a:pt x="118" y="496"/>
                  </a:lnTo>
                  <a:lnTo>
                    <a:pt x="120" y="496"/>
                  </a:lnTo>
                  <a:lnTo>
                    <a:pt x="120" y="496"/>
                  </a:lnTo>
                  <a:lnTo>
                    <a:pt x="123" y="496"/>
                  </a:lnTo>
                  <a:lnTo>
                    <a:pt x="123" y="496"/>
                  </a:lnTo>
                  <a:lnTo>
                    <a:pt x="123" y="496"/>
                  </a:lnTo>
                  <a:lnTo>
                    <a:pt x="125" y="496"/>
                  </a:lnTo>
                  <a:lnTo>
                    <a:pt x="125" y="496"/>
                  </a:lnTo>
                  <a:lnTo>
                    <a:pt x="125" y="496"/>
                  </a:lnTo>
                  <a:lnTo>
                    <a:pt x="125" y="493"/>
                  </a:lnTo>
                  <a:lnTo>
                    <a:pt x="125" y="493"/>
                  </a:lnTo>
                  <a:lnTo>
                    <a:pt x="125" y="493"/>
                  </a:lnTo>
                  <a:lnTo>
                    <a:pt x="128" y="493"/>
                  </a:lnTo>
                  <a:lnTo>
                    <a:pt x="128" y="493"/>
                  </a:lnTo>
                  <a:lnTo>
                    <a:pt x="128" y="491"/>
                  </a:lnTo>
                  <a:lnTo>
                    <a:pt x="128" y="491"/>
                  </a:lnTo>
                  <a:lnTo>
                    <a:pt x="128" y="491"/>
                  </a:lnTo>
                  <a:lnTo>
                    <a:pt x="130" y="491"/>
                  </a:lnTo>
                  <a:lnTo>
                    <a:pt x="130" y="488"/>
                  </a:lnTo>
                  <a:lnTo>
                    <a:pt x="128" y="488"/>
                  </a:lnTo>
                  <a:lnTo>
                    <a:pt x="128" y="488"/>
                  </a:lnTo>
                  <a:lnTo>
                    <a:pt x="128" y="486"/>
                  </a:lnTo>
                  <a:lnTo>
                    <a:pt x="128" y="486"/>
                  </a:lnTo>
                  <a:lnTo>
                    <a:pt x="128" y="484"/>
                  </a:lnTo>
                  <a:lnTo>
                    <a:pt x="130" y="484"/>
                  </a:lnTo>
                  <a:lnTo>
                    <a:pt x="130" y="484"/>
                  </a:lnTo>
                  <a:lnTo>
                    <a:pt x="130" y="486"/>
                  </a:lnTo>
                  <a:lnTo>
                    <a:pt x="130" y="486"/>
                  </a:lnTo>
                  <a:lnTo>
                    <a:pt x="132" y="486"/>
                  </a:lnTo>
                  <a:lnTo>
                    <a:pt x="132" y="484"/>
                  </a:lnTo>
                  <a:lnTo>
                    <a:pt x="132" y="484"/>
                  </a:lnTo>
                  <a:lnTo>
                    <a:pt x="132" y="484"/>
                  </a:lnTo>
                  <a:lnTo>
                    <a:pt x="132" y="484"/>
                  </a:lnTo>
                  <a:lnTo>
                    <a:pt x="132" y="484"/>
                  </a:lnTo>
                  <a:lnTo>
                    <a:pt x="135" y="484"/>
                  </a:lnTo>
                  <a:lnTo>
                    <a:pt x="135" y="481"/>
                  </a:lnTo>
                  <a:lnTo>
                    <a:pt x="135" y="481"/>
                  </a:lnTo>
                  <a:lnTo>
                    <a:pt x="135" y="481"/>
                  </a:lnTo>
                  <a:lnTo>
                    <a:pt x="135" y="479"/>
                  </a:lnTo>
                  <a:lnTo>
                    <a:pt x="137" y="479"/>
                  </a:lnTo>
                  <a:lnTo>
                    <a:pt x="137" y="479"/>
                  </a:lnTo>
                  <a:lnTo>
                    <a:pt x="137" y="479"/>
                  </a:lnTo>
                  <a:lnTo>
                    <a:pt x="139" y="479"/>
                  </a:lnTo>
                  <a:lnTo>
                    <a:pt x="139" y="479"/>
                  </a:lnTo>
                  <a:lnTo>
                    <a:pt x="139" y="479"/>
                  </a:lnTo>
                  <a:lnTo>
                    <a:pt x="139" y="477"/>
                  </a:lnTo>
                  <a:lnTo>
                    <a:pt x="139" y="477"/>
                  </a:lnTo>
                  <a:lnTo>
                    <a:pt x="139" y="477"/>
                  </a:lnTo>
                  <a:lnTo>
                    <a:pt x="139" y="474"/>
                  </a:lnTo>
                  <a:lnTo>
                    <a:pt x="142" y="474"/>
                  </a:lnTo>
                  <a:lnTo>
                    <a:pt x="142" y="474"/>
                  </a:lnTo>
                  <a:lnTo>
                    <a:pt x="142" y="474"/>
                  </a:lnTo>
                  <a:lnTo>
                    <a:pt x="142" y="472"/>
                  </a:lnTo>
                  <a:lnTo>
                    <a:pt x="142" y="472"/>
                  </a:lnTo>
                  <a:lnTo>
                    <a:pt x="142" y="469"/>
                  </a:lnTo>
                  <a:lnTo>
                    <a:pt x="142" y="469"/>
                  </a:lnTo>
                  <a:lnTo>
                    <a:pt x="142" y="469"/>
                  </a:lnTo>
                  <a:lnTo>
                    <a:pt x="142" y="467"/>
                  </a:lnTo>
                  <a:lnTo>
                    <a:pt x="144" y="467"/>
                  </a:lnTo>
                  <a:lnTo>
                    <a:pt x="144" y="467"/>
                  </a:lnTo>
                  <a:lnTo>
                    <a:pt x="144" y="465"/>
                  </a:lnTo>
                  <a:lnTo>
                    <a:pt x="144" y="465"/>
                  </a:lnTo>
                  <a:lnTo>
                    <a:pt x="144" y="465"/>
                  </a:lnTo>
                  <a:lnTo>
                    <a:pt x="144" y="465"/>
                  </a:lnTo>
                  <a:lnTo>
                    <a:pt x="144" y="462"/>
                  </a:lnTo>
                  <a:lnTo>
                    <a:pt x="144" y="462"/>
                  </a:lnTo>
                  <a:lnTo>
                    <a:pt x="144" y="462"/>
                  </a:lnTo>
                  <a:lnTo>
                    <a:pt x="144" y="460"/>
                  </a:lnTo>
                  <a:lnTo>
                    <a:pt x="144" y="460"/>
                  </a:lnTo>
                  <a:lnTo>
                    <a:pt x="146" y="460"/>
                  </a:lnTo>
                  <a:lnTo>
                    <a:pt x="146" y="458"/>
                  </a:lnTo>
                  <a:lnTo>
                    <a:pt x="144" y="458"/>
                  </a:lnTo>
                  <a:lnTo>
                    <a:pt x="144" y="458"/>
                  </a:lnTo>
                  <a:lnTo>
                    <a:pt x="144" y="458"/>
                  </a:lnTo>
                  <a:lnTo>
                    <a:pt x="144" y="458"/>
                  </a:lnTo>
                  <a:lnTo>
                    <a:pt x="142" y="458"/>
                  </a:lnTo>
                  <a:lnTo>
                    <a:pt x="142" y="458"/>
                  </a:lnTo>
                  <a:lnTo>
                    <a:pt x="142" y="458"/>
                  </a:lnTo>
                  <a:lnTo>
                    <a:pt x="139" y="458"/>
                  </a:lnTo>
                  <a:lnTo>
                    <a:pt x="139" y="460"/>
                  </a:lnTo>
                  <a:lnTo>
                    <a:pt x="139" y="460"/>
                  </a:lnTo>
                  <a:lnTo>
                    <a:pt x="139" y="460"/>
                  </a:lnTo>
                  <a:lnTo>
                    <a:pt x="139" y="460"/>
                  </a:lnTo>
                  <a:lnTo>
                    <a:pt x="137" y="460"/>
                  </a:lnTo>
                  <a:lnTo>
                    <a:pt x="137" y="460"/>
                  </a:lnTo>
                  <a:lnTo>
                    <a:pt x="137" y="458"/>
                  </a:lnTo>
                  <a:lnTo>
                    <a:pt x="137" y="458"/>
                  </a:lnTo>
                  <a:lnTo>
                    <a:pt x="137" y="458"/>
                  </a:lnTo>
                  <a:lnTo>
                    <a:pt x="137" y="455"/>
                  </a:lnTo>
                  <a:lnTo>
                    <a:pt x="137" y="455"/>
                  </a:lnTo>
                  <a:lnTo>
                    <a:pt x="137" y="455"/>
                  </a:lnTo>
                  <a:lnTo>
                    <a:pt x="137" y="455"/>
                  </a:lnTo>
                  <a:lnTo>
                    <a:pt x="135" y="455"/>
                  </a:lnTo>
                  <a:lnTo>
                    <a:pt x="135" y="455"/>
                  </a:lnTo>
                  <a:lnTo>
                    <a:pt x="135" y="455"/>
                  </a:lnTo>
                  <a:lnTo>
                    <a:pt x="132" y="455"/>
                  </a:lnTo>
                  <a:lnTo>
                    <a:pt x="132" y="455"/>
                  </a:lnTo>
                  <a:lnTo>
                    <a:pt x="132" y="455"/>
                  </a:lnTo>
                  <a:lnTo>
                    <a:pt x="132" y="455"/>
                  </a:lnTo>
                  <a:lnTo>
                    <a:pt x="132" y="453"/>
                  </a:lnTo>
                  <a:lnTo>
                    <a:pt x="130" y="453"/>
                  </a:lnTo>
                  <a:lnTo>
                    <a:pt x="130" y="453"/>
                  </a:lnTo>
                  <a:lnTo>
                    <a:pt x="130" y="453"/>
                  </a:lnTo>
                  <a:lnTo>
                    <a:pt x="130" y="451"/>
                  </a:lnTo>
                  <a:lnTo>
                    <a:pt x="130" y="451"/>
                  </a:lnTo>
                  <a:lnTo>
                    <a:pt x="130" y="451"/>
                  </a:lnTo>
                  <a:lnTo>
                    <a:pt x="130" y="448"/>
                  </a:lnTo>
                  <a:lnTo>
                    <a:pt x="128" y="448"/>
                  </a:lnTo>
                  <a:lnTo>
                    <a:pt x="128" y="448"/>
                  </a:lnTo>
                  <a:lnTo>
                    <a:pt x="125" y="448"/>
                  </a:lnTo>
                  <a:lnTo>
                    <a:pt x="125" y="448"/>
                  </a:lnTo>
                  <a:lnTo>
                    <a:pt x="125" y="446"/>
                  </a:lnTo>
                  <a:lnTo>
                    <a:pt x="125" y="446"/>
                  </a:lnTo>
                  <a:lnTo>
                    <a:pt x="125" y="446"/>
                  </a:lnTo>
                  <a:lnTo>
                    <a:pt x="125" y="446"/>
                  </a:lnTo>
                  <a:lnTo>
                    <a:pt x="123" y="446"/>
                  </a:lnTo>
                  <a:lnTo>
                    <a:pt x="123" y="446"/>
                  </a:lnTo>
                  <a:lnTo>
                    <a:pt x="123" y="446"/>
                  </a:lnTo>
                  <a:lnTo>
                    <a:pt x="123" y="446"/>
                  </a:lnTo>
                  <a:lnTo>
                    <a:pt x="123" y="448"/>
                  </a:lnTo>
                  <a:lnTo>
                    <a:pt x="120" y="448"/>
                  </a:lnTo>
                  <a:lnTo>
                    <a:pt x="120" y="446"/>
                  </a:lnTo>
                  <a:lnTo>
                    <a:pt x="120" y="446"/>
                  </a:lnTo>
                  <a:lnTo>
                    <a:pt x="118" y="446"/>
                  </a:lnTo>
                  <a:lnTo>
                    <a:pt x="118" y="446"/>
                  </a:lnTo>
                  <a:lnTo>
                    <a:pt x="118" y="446"/>
                  </a:lnTo>
                  <a:lnTo>
                    <a:pt x="116" y="446"/>
                  </a:lnTo>
                  <a:lnTo>
                    <a:pt x="116" y="448"/>
                  </a:lnTo>
                  <a:lnTo>
                    <a:pt x="116" y="448"/>
                  </a:lnTo>
                  <a:lnTo>
                    <a:pt x="116" y="448"/>
                  </a:lnTo>
                  <a:lnTo>
                    <a:pt x="113" y="448"/>
                  </a:lnTo>
                  <a:lnTo>
                    <a:pt x="113" y="446"/>
                  </a:lnTo>
                  <a:lnTo>
                    <a:pt x="113" y="446"/>
                  </a:lnTo>
                  <a:lnTo>
                    <a:pt x="111" y="446"/>
                  </a:lnTo>
                  <a:lnTo>
                    <a:pt x="111" y="448"/>
                  </a:lnTo>
                  <a:lnTo>
                    <a:pt x="111" y="448"/>
                  </a:lnTo>
                  <a:lnTo>
                    <a:pt x="111" y="448"/>
                  </a:lnTo>
                  <a:lnTo>
                    <a:pt x="109" y="448"/>
                  </a:lnTo>
                  <a:lnTo>
                    <a:pt x="109" y="448"/>
                  </a:lnTo>
                  <a:lnTo>
                    <a:pt x="109" y="448"/>
                  </a:lnTo>
                  <a:lnTo>
                    <a:pt x="109" y="451"/>
                  </a:lnTo>
                  <a:lnTo>
                    <a:pt x="109" y="451"/>
                  </a:lnTo>
                  <a:lnTo>
                    <a:pt x="106" y="451"/>
                  </a:lnTo>
                  <a:lnTo>
                    <a:pt x="106" y="451"/>
                  </a:lnTo>
                  <a:lnTo>
                    <a:pt x="106" y="451"/>
                  </a:lnTo>
                  <a:lnTo>
                    <a:pt x="104" y="451"/>
                  </a:lnTo>
                  <a:lnTo>
                    <a:pt x="104" y="451"/>
                  </a:lnTo>
                  <a:lnTo>
                    <a:pt x="104" y="453"/>
                  </a:lnTo>
                  <a:lnTo>
                    <a:pt x="104" y="453"/>
                  </a:lnTo>
                  <a:lnTo>
                    <a:pt x="104" y="453"/>
                  </a:lnTo>
                  <a:lnTo>
                    <a:pt x="101" y="453"/>
                  </a:lnTo>
                  <a:lnTo>
                    <a:pt x="101" y="453"/>
                  </a:lnTo>
                  <a:lnTo>
                    <a:pt x="99" y="453"/>
                  </a:lnTo>
                  <a:lnTo>
                    <a:pt x="99" y="455"/>
                  </a:lnTo>
                  <a:lnTo>
                    <a:pt x="99" y="455"/>
                  </a:lnTo>
                  <a:lnTo>
                    <a:pt x="99" y="455"/>
                  </a:lnTo>
                  <a:lnTo>
                    <a:pt x="99" y="455"/>
                  </a:lnTo>
                  <a:lnTo>
                    <a:pt x="99" y="455"/>
                  </a:lnTo>
                  <a:lnTo>
                    <a:pt x="97" y="455"/>
                  </a:lnTo>
                  <a:lnTo>
                    <a:pt x="97" y="458"/>
                  </a:lnTo>
                  <a:lnTo>
                    <a:pt x="97" y="458"/>
                  </a:lnTo>
                  <a:lnTo>
                    <a:pt x="97" y="455"/>
                  </a:lnTo>
                  <a:lnTo>
                    <a:pt x="97" y="455"/>
                  </a:lnTo>
                  <a:lnTo>
                    <a:pt x="94" y="455"/>
                  </a:lnTo>
                  <a:lnTo>
                    <a:pt x="94" y="455"/>
                  </a:lnTo>
                  <a:lnTo>
                    <a:pt x="94" y="458"/>
                  </a:lnTo>
                  <a:lnTo>
                    <a:pt x="94" y="458"/>
                  </a:lnTo>
                  <a:lnTo>
                    <a:pt x="92" y="458"/>
                  </a:lnTo>
                  <a:lnTo>
                    <a:pt x="92" y="458"/>
                  </a:lnTo>
                  <a:lnTo>
                    <a:pt x="92" y="458"/>
                  </a:lnTo>
                  <a:lnTo>
                    <a:pt x="90" y="458"/>
                  </a:lnTo>
                  <a:lnTo>
                    <a:pt x="90" y="458"/>
                  </a:lnTo>
                  <a:lnTo>
                    <a:pt x="90" y="458"/>
                  </a:lnTo>
                  <a:lnTo>
                    <a:pt x="87" y="458"/>
                  </a:lnTo>
                  <a:lnTo>
                    <a:pt x="87" y="458"/>
                  </a:lnTo>
                  <a:lnTo>
                    <a:pt x="87" y="460"/>
                  </a:lnTo>
                  <a:lnTo>
                    <a:pt x="85" y="460"/>
                  </a:lnTo>
                  <a:lnTo>
                    <a:pt x="85" y="458"/>
                  </a:lnTo>
                  <a:lnTo>
                    <a:pt x="85" y="458"/>
                  </a:lnTo>
                  <a:lnTo>
                    <a:pt x="85" y="458"/>
                  </a:lnTo>
                  <a:lnTo>
                    <a:pt x="85" y="460"/>
                  </a:lnTo>
                  <a:lnTo>
                    <a:pt x="83" y="460"/>
                  </a:lnTo>
                  <a:lnTo>
                    <a:pt x="83" y="458"/>
                  </a:lnTo>
                  <a:lnTo>
                    <a:pt x="83" y="458"/>
                  </a:lnTo>
                  <a:lnTo>
                    <a:pt x="83" y="458"/>
                  </a:lnTo>
                  <a:lnTo>
                    <a:pt x="83" y="458"/>
                  </a:lnTo>
                  <a:lnTo>
                    <a:pt x="80" y="458"/>
                  </a:lnTo>
                  <a:lnTo>
                    <a:pt x="80" y="458"/>
                  </a:lnTo>
                  <a:lnTo>
                    <a:pt x="78" y="458"/>
                  </a:lnTo>
                  <a:lnTo>
                    <a:pt x="78" y="455"/>
                  </a:lnTo>
                  <a:lnTo>
                    <a:pt x="78" y="455"/>
                  </a:lnTo>
                  <a:lnTo>
                    <a:pt x="78" y="458"/>
                  </a:lnTo>
                  <a:lnTo>
                    <a:pt x="78" y="458"/>
                  </a:lnTo>
                  <a:lnTo>
                    <a:pt x="78" y="458"/>
                  </a:lnTo>
                  <a:lnTo>
                    <a:pt x="78" y="458"/>
                  </a:lnTo>
                  <a:lnTo>
                    <a:pt x="75" y="458"/>
                  </a:lnTo>
                  <a:lnTo>
                    <a:pt x="75" y="455"/>
                  </a:lnTo>
                  <a:lnTo>
                    <a:pt x="75" y="455"/>
                  </a:lnTo>
                  <a:lnTo>
                    <a:pt x="75" y="455"/>
                  </a:lnTo>
                  <a:lnTo>
                    <a:pt x="75" y="455"/>
                  </a:lnTo>
                  <a:lnTo>
                    <a:pt x="75" y="455"/>
                  </a:lnTo>
                  <a:lnTo>
                    <a:pt x="73" y="455"/>
                  </a:lnTo>
                  <a:lnTo>
                    <a:pt x="73" y="455"/>
                  </a:lnTo>
                  <a:lnTo>
                    <a:pt x="71" y="455"/>
                  </a:lnTo>
                  <a:lnTo>
                    <a:pt x="71" y="455"/>
                  </a:lnTo>
                  <a:lnTo>
                    <a:pt x="71" y="453"/>
                  </a:lnTo>
                  <a:lnTo>
                    <a:pt x="71" y="453"/>
                  </a:lnTo>
                  <a:lnTo>
                    <a:pt x="68" y="453"/>
                  </a:lnTo>
                  <a:lnTo>
                    <a:pt x="68" y="453"/>
                  </a:lnTo>
                  <a:lnTo>
                    <a:pt x="66" y="453"/>
                  </a:lnTo>
                  <a:lnTo>
                    <a:pt x="66" y="453"/>
                  </a:lnTo>
                  <a:lnTo>
                    <a:pt x="66" y="453"/>
                  </a:lnTo>
                  <a:lnTo>
                    <a:pt x="66" y="453"/>
                  </a:lnTo>
                  <a:lnTo>
                    <a:pt x="64" y="453"/>
                  </a:lnTo>
                  <a:lnTo>
                    <a:pt x="64" y="451"/>
                  </a:lnTo>
                  <a:lnTo>
                    <a:pt x="64" y="451"/>
                  </a:lnTo>
                  <a:lnTo>
                    <a:pt x="64" y="448"/>
                  </a:lnTo>
                  <a:lnTo>
                    <a:pt x="64" y="448"/>
                  </a:lnTo>
                  <a:lnTo>
                    <a:pt x="64" y="448"/>
                  </a:lnTo>
                  <a:lnTo>
                    <a:pt x="64" y="448"/>
                  </a:lnTo>
                  <a:lnTo>
                    <a:pt x="64" y="448"/>
                  </a:lnTo>
                  <a:lnTo>
                    <a:pt x="61" y="448"/>
                  </a:lnTo>
                  <a:lnTo>
                    <a:pt x="61" y="448"/>
                  </a:lnTo>
                  <a:lnTo>
                    <a:pt x="59" y="448"/>
                  </a:lnTo>
                  <a:lnTo>
                    <a:pt x="59" y="451"/>
                  </a:lnTo>
                  <a:lnTo>
                    <a:pt x="59" y="451"/>
                  </a:lnTo>
                  <a:lnTo>
                    <a:pt x="59" y="451"/>
                  </a:lnTo>
                  <a:lnTo>
                    <a:pt x="57" y="451"/>
                  </a:lnTo>
                  <a:lnTo>
                    <a:pt x="57" y="451"/>
                  </a:lnTo>
                  <a:lnTo>
                    <a:pt x="57" y="451"/>
                  </a:lnTo>
                  <a:lnTo>
                    <a:pt x="54" y="451"/>
                  </a:lnTo>
                  <a:lnTo>
                    <a:pt x="54" y="448"/>
                  </a:lnTo>
                  <a:lnTo>
                    <a:pt x="54" y="448"/>
                  </a:lnTo>
                  <a:lnTo>
                    <a:pt x="54" y="446"/>
                  </a:lnTo>
                  <a:lnTo>
                    <a:pt x="54" y="446"/>
                  </a:lnTo>
                  <a:lnTo>
                    <a:pt x="54" y="446"/>
                  </a:lnTo>
                  <a:lnTo>
                    <a:pt x="52" y="446"/>
                  </a:lnTo>
                  <a:lnTo>
                    <a:pt x="52" y="446"/>
                  </a:lnTo>
                  <a:lnTo>
                    <a:pt x="52" y="443"/>
                  </a:lnTo>
                  <a:lnTo>
                    <a:pt x="52" y="443"/>
                  </a:lnTo>
                  <a:lnTo>
                    <a:pt x="54" y="443"/>
                  </a:lnTo>
                  <a:lnTo>
                    <a:pt x="54" y="443"/>
                  </a:lnTo>
                  <a:lnTo>
                    <a:pt x="54" y="443"/>
                  </a:lnTo>
                  <a:lnTo>
                    <a:pt x="54" y="443"/>
                  </a:lnTo>
                  <a:lnTo>
                    <a:pt x="54" y="443"/>
                  </a:lnTo>
                  <a:lnTo>
                    <a:pt x="54" y="441"/>
                  </a:lnTo>
                  <a:lnTo>
                    <a:pt x="52" y="441"/>
                  </a:lnTo>
                  <a:lnTo>
                    <a:pt x="52" y="441"/>
                  </a:lnTo>
                  <a:lnTo>
                    <a:pt x="54" y="441"/>
                  </a:lnTo>
                  <a:lnTo>
                    <a:pt x="54" y="441"/>
                  </a:lnTo>
                  <a:lnTo>
                    <a:pt x="54" y="439"/>
                  </a:lnTo>
                  <a:lnTo>
                    <a:pt x="54" y="439"/>
                  </a:lnTo>
                  <a:lnTo>
                    <a:pt x="52" y="439"/>
                  </a:lnTo>
                  <a:lnTo>
                    <a:pt x="52" y="439"/>
                  </a:lnTo>
                  <a:lnTo>
                    <a:pt x="52" y="436"/>
                  </a:lnTo>
                  <a:lnTo>
                    <a:pt x="52" y="436"/>
                  </a:lnTo>
                  <a:lnTo>
                    <a:pt x="52" y="436"/>
                  </a:lnTo>
                  <a:lnTo>
                    <a:pt x="52" y="436"/>
                  </a:lnTo>
                  <a:lnTo>
                    <a:pt x="52" y="434"/>
                  </a:lnTo>
                  <a:lnTo>
                    <a:pt x="52" y="434"/>
                  </a:lnTo>
                  <a:lnTo>
                    <a:pt x="52" y="434"/>
                  </a:lnTo>
                  <a:lnTo>
                    <a:pt x="52" y="434"/>
                  </a:lnTo>
                  <a:lnTo>
                    <a:pt x="52" y="434"/>
                  </a:lnTo>
                  <a:lnTo>
                    <a:pt x="52" y="432"/>
                  </a:lnTo>
                  <a:lnTo>
                    <a:pt x="49" y="432"/>
                  </a:lnTo>
                  <a:lnTo>
                    <a:pt x="49" y="432"/>
                  </a:lnTo>
                  <a:lnTo>
                    <a:pt x="49" y="429"/>
                  </a:lnTo>
                  <a:lnTo>
                    <a:pt x="49" y="429"/>
                  </a:lnTo>
                  <a:lnTo>
                    <a:pt x="49" y="429"/>
                  </a:lnTo>
                  <a:lnTo>
                    <a:pt x="49" y="429"/>
                  </a:lnTo>
                  <a:lnTo>
                    <a:pt x="49" y="427"/>
                  </a:lnTo>
                  <a:lnTo>
                    <a:pt x="47" y="427"/>
                  </a:lnTo>
                  <a:lnTo>
                    <a:pt x="47" y="427"/>
                  </a:lnTo>
                  <a:lnTo>
                    <a:pt x="47" y="427"/>
                  </a:lnTo>
                  <a:lnTo>
                    <a:pt x="45" y="427"/>
                  </a:lnTo>
                  <a:lnTo>
                    <a:pt x="45" y="427"/>
                  </a:lnTo>
                  <a:lnTo>
                    <a:pt x="45" y="424"/>
                  </a:lnTo>
                  <a:lnTo>
                    <a:pt x="45" y="424"/>
                  </a:lnTo>
                  <a:lnTo>
                    <a:pt x="42" y="424"/>
                  </a:lnTo>
                  <a:lnTo>
                    <a:pt x="42" y="424"/>
                  </a:lnTo>
                  <a:lnTo>
                    <a:pt x="42" y="427"/>
                  </a:lnTo>
                  <a:lnTo>
                    <a:pt x="42" y="427"/>
                  </a:lnTo>
                  <a:lnTo>
                    <a:pt x="40" y="427"/>
                  </a:lnTo>
                  <a:lnTo>
                    <a:pt x="40" y="427"/>
                  </a:lnTo>
                  <a:lnTo>
                    <a:pt x="40" y="424"/>
                  </a:lnTo>
                  <a:lnTo>
                    <a:pt x="40" y="424"/>
                  </a:lnTo>
                  <a:lnTo>
                    <a:pt x="40" y="424"/>
                  </a:lnTo>
                  <a:lnTo>
                    <a:pt x="40" y="422"/>
                  </a:lnTo>
                  <a:lnTo>
                    <a:pt x="40" y="422"/>
                  </a:lnTo>
                  <a:lnTo>
                    <a:pt x="38" y="422"/>
                  </a:lnTo>
                  <a:lnTo>
                    <a:pt x="38" y="422"/>
                  </a:lnTo>
                  <a:lnTo>
                    <a:pt x="38" y="422"/>
                  </a:lnTo>
                  <a:lnTo>
                    <a:pt x="35" y="422"/>
                  </a:lnTo>
                  <a:lnTo>
                    <a:pt x="35" y="422"/>
                  </a:lnTo>
                  <a:lnTo>
                    <a:pt x="35" y="420"/>
                  </a:lnTo>
                  <a:lnTo>
                    <a:pt x="33" y="420"/>
                  </a:lnTo>
                  <a:lnTo>
                    <a:pt x="33" y="420"/>
                  </a:lnTo>
                  <a:lnTo>
                    <a:pt x="33" y="420"/>
                  </a:lnTo>
                  <a:lnTo>
                    <a:pt x="30" y="420"/>
                  </a:lnTo>
                  <a:lnTo>
                    <a:pt x="30" y="420"/>
                  </a:lnTo>
                  <a:lnTo>
                    <a:pt x="30" y="422"/>
                  </a:lnTo>
                  <a:lnTo>
                    <a:pt x="30" y="422"/>
                  </a:lnTo>
                  <a:lnTo>
                    <a:pt x="28" y="422"/>
                  </a:lnTo>
                  <a:lnTo>
                    <a:pt x="28" y="422"/>
                  </a:lnTo>
                  <a:lnTo>
                    <a:pt x="26" y="422"/>
                  </a:lnTo>
                  <a:lnTo>
                    <a:pt x="26" y="420"/>
                  </a:lnTo>
                  <a:lnTo>
                    <a:pt x="26" y="420"/>
                  </a:lnTo>
                  <a:lnTo>
                    <a:pt x="26" y="420"/>
                  </a:lnTo>
                  <a:lnTo>
                    <a:pt x="26" y="420"/>
                  </a:lnTo>
                  <a:lnTo>
                    <a:pt x="23" y="420"/>
                  </a:lnTo>
                  <a:lnTo>
                    <a:pt x="23" y="417"/>
                  </a:lnTo>
                  <a:lnTo>
                    <a:pt x="23" y="417"/>
                  </a:lnTo>
                  <a:lnTo>
                    <a:pt x="23" y="417"/>
                  </a:lnTo>
                  <a:lnTo>
                    <a:pt x="23" y="420"/>
                  </a:lnTo>
                  <a:lnTo>
                    <a:pt x="21" y="420"/>
                  </a:lnTo>
                  <a:lnTo>
                    <a:pt x="21" y="420"/>
                  </a:lnTo>
                  <a:lnTo>
                    <a:pt x="21" y="417"/>
                  </a:lnTo>
                  <a:lnTo>
                    <a:pt x="19" y="417"/>
                  </a:lnTo>
                  <a:lnTo>
                    <a:pt x="19" y="417"/>
                  </a:lnTo>
                  <a:lnTo>
                    <a:pt x="19" y="417"/>
                  </a:lnTo>
                  <a:lnTo>
                    <a:pt x="19" y="415"/>
                  </a:lnTo>
                  <a:lnTo>
                    <a:pt x="19" y="415"/>
                  </a:lnTo>
                  <a:lnTo>
                    <a:pt x="19" y="415"/>
                  </a:lnTo>
                  <a:lnTo>
                    <a:pt x="19" y="415"/>
                  </a:lnTo>
                  <a:lnTo>
                    <a:pt x="21" y="415"/>
                  </a:lnTo>
                  <a:lnTo>
                    <a:pt x="21" y="415"/>
                  </a:lnTo>
                  <a:lnTo>
                    <a:pt x="23" y="415"/>
                  </a:lnTo>
                  <a:lnTo>
                    <a:pt x="23" y="415"/>
                  </a:lnTo>
                  <a:lnTo>
                    <a:pt x="23" y="415"/>
                  </a:lnTo>
                  <a:lnTo>
                    <a:pt x="23" y="413"/>
                  </a:lnTo>
                  <a:lnTo>
                    <a:pt x="26" y="413"/>
                  </a:lnTo>
                  <a:lnTo>
                    <a:pt x="26" y="415"/>
                  </a:lnTo>
                  <a:lnTo>
                    <a:pt x="26" y="415"/>
                  </a:lnTo>
                  <a:lnTo>
                    <a:pt x="26" y="415"/>
                  </a:lnTo>
                  <a:lnTo>
                    <a:pt x="26" y="415"/>
                  </a:lnTo>
                  <a:lnTo>
                    <a:pt x="28" y="415"/>
                  </a:lnTo>
                  <a:lnTo>
                    <a:pt x="28" y="415"/>
                  </a:lnTo>
                  <a:lnTo>
                    <a:pt x="28" y="415"/>
                  </a:lnTo>
                  <a:lnTo>
                    <a:pt x="28" y="413"/>
                  </a:lnTo>
                  <a:lnTo>
                    <a:pt x="30" y="413"/>
                  </a:lnTo>
                  <a:lnTo>
                    <a:pt x="30" y="413"/>
                  </a:lnTo>
                  <a:lnTo>
                    <a:pt x="30" y="413"/>
                  </a:lnTo>
                  <a:lnTo>
                    <a:pt x="30" y="413"/>
                  </a:lnTo>
                  <a:lnTo>
                    <a:pt x="33" y="413"/>
                  </a:lnTo>
                  <a:lnTo>
                    <a:pt x="33" y="413"/>
                  </a:lnTo>
                  <a:lnTo>
                    <a:pt x="33" y="410"/>
                  </a:lnTo>
                  <a:lnTo>
                    <a:pt x="33" y="410"/>
                  </a:lnTo>
                  <a:lnTo>
                    <a:pt x="33" y="408"/>
                  </a:lnTo>
                  <a:lnTo>
                    <a:pt x="33" y="408"/>
                  </a:lnTo>
                  <a:lnTo>
                    <a:pt x="33" y="408"/>
                  </a:lnTo>
                  <a:lnTo>
                    <a:pt x="30" y="408"/>
                  </a:lnTo>
                  <a:lnTo>
                    <a:pt x="30" y="405"/>
                  </a:lnTo>
                  <a:lnTo>
                    <a:pt x="30" y="405"/>
                  </a:lnTo>
                  <a:lnTo>
                    <a:pt x="30" y="405"/>
                  </a:lnTo>
                  <a:lnTo>
                    <a:pt x="28" y="405"/>
                  </a:lnTo>
                  <a:lnTo>
                    <a:pt x="28" y="405"/>
                  </a:lnTo>
                  <a:lnTo>
                    <a:pt x="28" y="405"/>
                  </a:lnTo>
                  <a:lnTo>
                    <a:pt x="28" y="403"/>
                  </a:lnTo>
                  <a:lnTo>
                    <a:pt x="28" y="403"/>
                  </a:lnTo>
                  <a:lnTo>
                    <a:pt x="30" y="403"/>
                  </a:lnTo>
                  <a:lnTo>
                    <a:pt x="30" y="401"/>
                  </a:lnTo>
                  <a:lnTo>
                    <a:pt x="30" y="401"/>
                  </a:lnTo>
                  <a:lnTo>
                    <a:pt x="30" y="401"/>
                  </a:lnTo>
                  <a:lnTo>
                    <a:pt x="30" y="401"/>
                  </a:lnTo>
                  <a:lnTo>
                    <a:pt x="30" y="398"/>
                  </a:lnTo>
                  <a:lnTo>
                    <a:pt x="28" y="398"/>
                  </a:lnTo>
                  <a:lnTo>
                    <a:pt x="28" y="398"/>
                  </a:lnTo>
                  <a:lnTo>
                    <a:pt x="28" y="396"/>
                  </a:lnTo>
                  <a:lnTo>
                    <a:pt x="28" y="396"/>
                  </a:lnTo>
                  <a:lnTo>
                    <a:pt x="28" y="396"/>
                  </a:lnTo>
                  <a:lnTo>
                    <a:pt x="28" y="394"/>
                  </a:lnTo>
                  <a:lnTo>
                    <a:pt x="28" y="394"/>
                  </a:lnTo>
                  <a:lnTo>
                    <a:pt x="26" y="394"/>
                  </a:lnTo>
                  <a:lnTo>
                    <a:pt x="26" y="394"/>
                  </a:lnTo>
                  <a:lnTo>
                    <a:pt x="26" y="391"/>
                  </a:lnTo>
                  <a:lnTo>
                    <a:pt x="26" y="391"/>
                  </a:lnTo>
                  <a:lnTo>
                    <a:pt x="26" y="391"/>
                  </a:lnTo>
                  <a:lnTo>
                    <a:pt x="26" y="389"/>
                  </a:lnTo>
                  <a:lnTo>
                    <a:pt x="26" y="389"/>
                  </a:lnTo>
                  <a:lnTo>
                    <a:pt x="26" y="387"/>
                  </a:lnTo>
                  <a:lnTo>
                    <a:pt x="26" y="387"/>
                  </a:lnTo>
                  <a:lnTo>
                    <a:pt x="26" y="384"/>
                  </a:lnTo>
                  <a:lnTo>
                    <a:pt x="26" y="384"/>
                  </a:lnTo>
                  <a:lnTo>
                    <a:pt x="28" y="384"/>
                  </a:lnTo>
                  <a:lnTo>
                    <a:pt x="28" y="384"/>
                  </a:lnTo>
                  <a:lnTo>
                    <a:pt x="28" y="384"/>
                  </a:lnTo>
                  <a:lnTo>
                    <a:pt x="28" y="382"/>
                  </a:lnTo>
                  <a:lnTo>
                    <a:pt x="26" y="382"/>
                  </a:lnTo>
                  <a:lnTo>
                    <a:pt x="26" y="382"/>
                  </a:lnTo>
                  <a:lnTo>
                    <a:pt x="26" y="382"/>
                  </a:lnTo>
                  <a:lnTo>
                    <a:pt x="26" y="382"/>
                  </a:lnTo>
                  <a:lnTo>
                    <a:pt x="23" y="382"/>
                  </a:lnTo>
                  <a:lnTo>
                    <a:pt x="23" y="382"/>
                  </a:lnTo>
                  <a:lnTo>
                    <a:pt x="23" y="379"/>
                  </a:lnTo>
                  <a:lnTo>
                    <a:pt x="23" y="379"/>
                  </a:lnTo>
                  <a:lnTo>
                    <a:pt x="21" y="379"/>
                  </a:lnTo>
                  <a:lnTo>
                    <a:pt x="21" y="379"/>
                  </a:lnTo>
                  <a:lnTo>
                    <a:pt x="21" y="379"/>
                  </a:lnTo>
                  <a:lnTo>
                    <a:pt x="19" y="379"/>
                  </a:lnTo>
                  <a:lnTo>
                    <a:pt x="19" y="379"/>
                  </a:lnTo>
                  <a:lnTo>
                    <a:pt x="19" y="379"/>
                  </a:lnTo>
                  <a:lnTo>
                    <a:pt x="19" y="377"/>
                  </a:lnTo>
                  <a:lnTo>
                    <a:pt x="16" y="377"/>
                  </a:lnTo>
                  <a:lnTo>
                    <a:pt x="16" y="377"/>
                  </a:lnTo>
                  <a:lnTo>
                    <a:pt x="16" y="377"/>
                  </a:lnTo>
                  <a:lnTo>
                    <a:pt x="14" y="377"/>
                  </a:lnTo>
                  <a:lnTo>
                    <a:pt x="14" y="377"/>
                  </a:lnTo>
                  <a:lnTo>
                    <a:pt x="12" y="377"/>
                  </a:lnTo>
                  <a:lnTo>
                    <a:pt x="12" y="377"/>
                  </a:lnTo>
                  <a:lnTo>
                    <a:pt x="12" y="379"/>
                  </a:lnTo>
                  <a:lnTo>
                    <a:pt x="12" y="379"/>
                  </a:lnTo>
                  <a:lnTo>
                    <a:pt x="12" y="379"/>
                  </a:lnTo>
                  <a:lnTo>
                    <a:pt x="12" y="382"/>
                  </a:lnTo>
                  <a:lnTo>
                    <a:pt x="9" y="382"/>
                  </a:lnTo>
                  <a:lnTo>
                    <a:pt x="9" y="382"/>
                  </a:lnTo>
                  <a:lnTo>
                    <a:pt x="9" y="382"/>
                  </a:lnTo>
                  <a:lnTo>
                    <a:pt x="7" y="382"/>
                  </a:lnTo>
                  <a:lnTo>
                    <a:pt x="7" y="379"/>
                  </a:lnTo>
                  <a:lnTo>
                    <a:pt x="7" y="379"/>
                  </a:lnTo>
                  <a:lnTo>
                    <a:pt x="4" y="379"/>
                  </a:lnTo>
                  <a:lnTo>
                    <a:pt x="4" y="379"/>
                  </a:lnTo>
                  <a:lnTo>
                    <a:pt x="4" y="379"/>
                  </a:lnTo>
                  <a:lnTo>
                    <a:pt x="4" y="377"/>
                  </a:lnTo>
                  <a:lnTo>
                    <a:pt x="4" y="377"/>
                  </a:lnTo>
                  <a:lnTo>
                    <a:pt x="4" y="377"/>
                  </a:lnTo>
                  <a:lnTo>
                    <a:pt x="4" y="375"/>
                  </a:lnTo>
                  <a:lnTo>
                    <a:pt x="4" y="375"/>
                  </a:lnTo>
                  <a:lnTo>
                    <a:pt x="4" y="375"/>
                  </a:lnTo>
                  <a:lnTo>
                    <a:pt x="2" y="375"/>
                  </a:lnTo>
                  <a:lnTo>
                    <a:pt x="2" y="372"/>
                  </a:lnTo>
                  <a:lnTo>
                    <a:pt x="2" y="372"/>
                  </a:lnTo>
                  <a:lnTo>
                    <a:pt x="4" y="372"/>
                  </a:lnTo>
                  <a:lnTo>
                    <a:pt x="4" y="372"/>
                  </a:lnTo>
                  <a:lnTo>
                    <a:pt x="4" y="372"/>
                  </a:lnTo>
                  <a:lnTo>
                    <a:pt x="4" y="370"/>
                  </a:lnTo>
                  <a:lnTo>
                    <a:pt x="4" y="370"/>
                  </a:lnTo>
                  <a:lnTo>
                    <a:pt x="4" y="368"/>
                  </a:lnTo>
                  <a:lnTo>
                    <a:pt x="4" y="368"/>
                  </a:lnTo>
                  <a:lnTo>
                    <a:pt x="4" y="368"/>
                  </a:lnTo>
                  <a:lnTo>
                    <a:pt x="2" y="368"/>
                  </a:lnTo>
                  <a:lnTo>
                    <a:pt x="2" y="368"/>
                  </a:lnTo>
                  <a:lnTo>
                    <a:pt x="2" y="365"/>
                  </a:lnTo>
                  <a:lnTo>
                    <a:pt x="2" y="365"/>
                  </a:lnTo>
                  <a:lnTo>
                    <a:pt x="2" y="365"/>
                  </a:lnTo>
                  <a:lnTo>
                    <a:pt x="2" y="365"/>
                  </a:lnTo>
                  <a:lnTo>
                    <a:pt x="2" y="365"/>
                  </a:lnTo>
                  <a:lnTo>
                    <a:pt x="2" y="363"/>
                  </a:lnTo>
                  <a:lnTo>
                    <a:pt x="0" y="363"/>
                  </a:lnTo>
                  <a:lnTo>
                    <a:pt x="0" y="363"/>
                  </a:lnTo>
                  <a:lnTo>
                    <a:pt x="2" y="363"/>
                  </a:lnTo>
                  <a:lnTo>
                    <a:pt x="2" y="360"/>
                  </a:lnTo>
                  <a:lnTo>
                    <a:pt x="2" y="360"/>
                  </a:lnTo>
                  <a:lnTo>
                    <a:pt x="2" y="360"/>
                  </a:lnTo>
                  <a:lnTo>
                    <a:pt x="2" y="358"/>
                  </a:lnTo>
                  <a:lnTo>
                    <a:pt x="2" y="358"/>
                  </a:lnTo>
                  <a:lnTo>
                    <a:pt x="2" y="358"/>
                  </a:lnTo>
                  <a:lnTo>
                    <a:pt x="4" y="358"/>
                  </a:lnTo>
                  <a:lnTo>
                    <a:pt x="4" y="358"/>
                  </a:lnTo>
                  <a:lnTo>
                    <a:pt x="4" y="358"/>
                  </a:lnTo>
                  <a:lnTo>
                    <a:pt x="7" y="358"/>
                  </a:lnTo>
                  <a:lnTo>
                    <a:pt x="7" y="356"/>
                  </a:lnTo>
                  <a:lnTo>
                    <a:pt x="7" y="356"/>
                  </a:lnTo>
                  <a:lnTo>
                    <a:pt x="7" y="356"/>
                  </a:lnTo>
                  <a:lnTo>
                    <a:pt x="7" y="356"/>
                  </a:lnTo>
                  <a:lnTo>
                    <a:pt x="9" y="356"/>
                  </a:lnTo>
                  <a:lnTo>
                    <a:pt x="9" y="353"/>
                  </a:lnTo>
                  <a:lnTo>
                    <a:pt x="7" y="353"/>
                  </a:lnTo>
                  <a:lnTo>
                    <a:pt x="7" y="353"/>
                  </a:lnTo>
                  <a:lnTo>
                    <a:pt x="7" y="351"/>
                  </a:lnTo>
                  <a:lnTo>
                    <a:pt x="7" y="351"/>
                  </a:lnTo>
                  <a:lnTo>
                    <a:pt x="7" y="351"/>
                  </a:lnTo>
                  <a:lnTo>
                    <a:pt x="4" y="351"/>
                  </a:lnTo>
                  <a:lnTo>
                    <a:pt x="4" y="349"/>
                  </a:lnTo>
                  <a:lnTo>
                    <a:pt x="4" y="349"/>
                  </a:lnTo>
                  <a:lnTo>
                    <a:pt x="7" y="349"/>
                  </a:lnTo>
                  <a:lnTo>
                    <a:pt x="7" y="346"/>
                  </a:lnTo>
                  <a:lnTo>
                    <a:pt x="7" y="346"/>
                  </a:lnTo>
                  <a:lnTo>
                    <a:pt x="7" y="346"/>
                  </a:lnTo>
                  <a:lnTo>
                    <a:pt x="7" y="346"/>
                  </a:lnTo>
                  <a:lnTo>
                    <a:pt x="9" y="346"/>
                  </a:lnTo>
                  <a:lnTo>
                    <a:pt x="9" y="344"/>
                  </a:lnTo>
                  <a:lnTo>
                    <a:pt x="9" y="344"/>
                  </a:lnTo>
                  <a:lnTo>
                    <a:pt x="9" y="344"/>
                  </a:lnTo>
                  <a:lnTo>
                    <a:pt x="9" y="341"/>
                  </a:lnTo>
                  <a:lnTo>
                    <a:pt x="9" y="341"/>
                  </a:lnTo>
                  <a:lnTo>
                    <a:pt x="12" y="341"/>
                  </a:lnTo>
                  <a:lnTo>
                    <a:pt x="12" y="341"/>
                  </a:lnTo>
                  <a:lnTo>
                    <a:pt x="12" y="341"/>
                  </a:lnTo>
                  <a:lnTo>
                    <a:pt x="12" y="341"/>
                  </a:lnTo>
                  <a:lnTo>
                    <a:pt x="14" y="341"/>
                  </a:lnTo>
                  <a:lnTo>
                    <a:pt x="14" y="341"/>
                  </a:lnTo>
                  <a:lnTo>
                    <a:pt x="16" y="341"/>
                  </a:lnTo>
                  <a:lnTo>
                    <a:pt x="16" y="341"/>
                  </a:lnTo>
                  <a:lnTo>
                    <a:pt x="16" y="341"/>
                  </a:lnTo>
                  <a:lnTo>
                    <a:pt x="16" y="341"/>
                  </a:lnTo>
                  <a:lnTo>
                    <a:pt x="16" y="341"/>
                  </a:lnTo>
                  <a:lnTo>
                    <a:pt x="19" y="341"/>
                  </a:lnTo>
                  <a:lnTo>
                    <a:pt x="19" y="341"/>
                  </a:lnTo>
                  <a:lnTo>
                    <a:pt x="19" y="339"/>
                  </a:lnTo>
                  <a:lnTo>
                    <a:pt x="19" y="339"/>
                  </a:lnTo>
                  <a:lnTo>
                    <a:pt x="19" y="339"/>
                  </a:lnTo>
                  <a:lnTo>
                    <a:pt x="21" y="339"/>
                  </a:lnTo>
                  <a:lnTo>
                    <a:pt x="21" y="337"/>
                  </a:lnTo>
                  <a:lnTo>
                    <a:pt x="21" y="337"/>
                  </a:lnTo>
                  <a:lnTo>
                    <a:pt x="21" y="337"/>
                  </a:lnTo>
                  <a:lnTo>
                    <a:pt x="23" y="337"/>
                  </a:lnTo>
                  <a:lnTo>
                    <a:pt x="23" y="337"/>
                  </a:lnTo>
                  <a:lnTo>
                    <a:pt x="23" y="337"/>
                  </a:lnTo>
                  <a:lnTo>
                    <a:pt x="23" y="337"/>
                  </a:lnTo>
                  <a:lnTo>
                    <a:pt x="26" y="337"/>
                  </a:lnTo>
                  <a:lnTo>
                    <a:pt x="26" y="337"/>
                  </a:lnTo>
                  <a:lnTo>
                    <a:pt x="26" y="337"/>
                  </a:lnTo>
                  <a:lnTo>
                    <a:pt x="28" y="337"/>
                  </a:lnTo>
                  <a:lnTo>
                    <a:pt x="28" y="334"/>
                  </a:lnTo>
                  <a:lnTo>
                    <a:pt x="26" y="334"/>
                  </a:lnTo>
                  <a:lnTo>
                    <a:pt x="26" y="334"/>
                  </a:lnTo>
                  <a:lnTo>
                    <a:pt x="26" y="334"/>
                  </a:lnTo>
                  <a:lnTo>
                    <a:pt x="26" y="332"/>
                  </a:lnTo>
                  <a:lnTo>
                    <a:pt x="26" y="332"/>
                  </a:lnTo>
                  <a:lnTo>
                    <a:pt x="26" y="332"/>
                  </a:lnTo>
                  <a:lnTo>
                    <a:pt x="26" y="330"/>
                  </a:lnTo>
                  <a:lnTo>
                    <a:pt x="28" y="330"/>
                  </a:lnTo>
                  <a:lnTo>
                    <a:pt x="28" y="332"/>
                  </a:lnTo>
                  <a:lnTo>
                    <a:pt x="28" y="332"/>
                  </a:lnTo>
                  <a:lnTo>
                    <a:pt x="30" y="332"/>
                  </a:lnTo>
                  <a:lnTo>
                    <a:pt x="30" y="332"/>
                  </a:lnTo>
                  <a:lnTo>
                    <a:pt x="30" y="332"/>
                  </a:lnTo>
                  <a:lnTo>
                    <a:pt x="30" y="332"/>
                  </a:lnTo>
                  <a:lnTo>
                    <a:pt x="33" y="332"/>
                  </a:lnTo>
                  <a:lnTo>
                    <a:pt x="33" y="332"/>
                  </a:lnTo>
                  <a:lnTo>
                    <a:pt x="33" y="332"/>
                  </a:lnTo>
                  <a:lnTo>
                    <a:pt x="35" y="332"/>
                  </a:lnTo>
                  <a:lnTo>
                    <a:pt x="35" y="332"/>
                  </a:lnTo>
                  <a:lnTo>
                    <a:pt x="38" y="332"/>
                  </a:lnTo>
                  <a:lnTo>
                    <a:pt x="38" y="332"/>
                  </a:lnTo>
                  <a:lnTo>
                    <a:pt x="38" y="332"/>
                  </a:lnTo>
                  <a:lnTo>
                    <a:pt x="38" y="330"/>
                  </a:lnTo>
                  <a:lnTo>
                    <a:pt x="38" y="330"/>
                  </a:lnTo>
                  <a:lnTo>
                    <a:pt x="40" y="330"/>
                  </a:lnTo>
                  <a:lnTo>
                    <a:pt x="40" y="330"/>
                  </a:lnTo>
                  <a:lnTo>
                    <a:pt x="40" y="330"/>
                  </a:lnTo>
                  <a:lnTo>
                    <a:pt x="40" y="327"/>
                  </a:lnTo>
                  <a:lnTo>
                    <a:pt x="42" y="327"/>
                  </a:lnTo>
                  <a:lnTo>
                    <a:pt x="42" y="327"/>
                  </a:lnTo>
                  <a:lnTo>
                    <a:pt x="42" y="327"/>
                  </a:lnTo>
                  <a:lnTo>
                    <a:pt x="42" y="327"/>
                  </a:lnTo>
                  <a:lnTo>
                    <a:pt x="42" y="327"/>
                  </a:lnTo>
                  <a:lnTo>
                    <a:pt x="45" y="327"/>
                  </a:lnTo>
                  <a:lnTo>
                    <a:pt x="45" y="330"/>
                  </a:lnTo>
                  <a:lnTo>
                    <a:pt x="45" y="330"/>
                  </a:lnTo>
                  <a:lnTo>
                    <a:pt x="45" y="332"/>
                  </a:lnTo>
                  <a:lnTo>
                    <a:pt x="45" y="332"/>
                  </a:lnTo>
                  <a:lnTo>
                    <a:pt x="45" y="332"/>
                  </a:lnTo>
                  <a:lnTo>
                    <a:pt x="45" y="332"/>
                  </a:lnTo>
                  <a:lnTo>
                    <a:pt x="45" y="334"/>
                  </a:lnTo>
                  <a:lnTo>
                    <a:pt x="45" y="334"/>
                  </a:lnTo>
                  <a:lnTo>
                    <a:pt x="45" y="334"/>
                  </a:lnTo>
                  <a:lnTo>
                    <a:pt x="45" y="337"/>
                  </a:lnTo>
                  <a:lnTo>
                    <a:pt x="45" y="337"/>
                  </a:lnTo>
                  <a:lnTo>
                    <a:pt x="45" y="337"/>
                  </a:lnTo>
                  <a:lnTo>
                    <a:pt x="47" y="337"/>
                  </a:lnTo>
                  <a:lnTo>
                    <a:pt x="47" y="337"/>
                  </a:lnTo>
                  <a:lnTo>
                    <a:pt x="47" y="337"/>
                  </a:lnTo>
                  <a:lnTo>
                    <a:pt x="49" y="337"/>
                  </a:lnTo>
                  <a:lnTo>
                    <a:pt x="49" y="337"/>
                  </a:lnTo>
                  <a:lnTo>
                    <a:pt x="49" y="337"/>
                  </a:lnTo>
                  <a:lnTo>
                    <a:pt x="49" y="337"/>
                  </a:lnTo>
                  <a:lnTo>
                    <a:pt x="49" y="337"/>
                  </a:lnTo>
                  <a:lnTo>
                    <a:pt x="52" y="337"/>
                  </a:lnTo>
                  <a:lnTo>
                    <a:pt x="52" y="334"/>
                  </a:lnTo>
                  <a:lnTo>
                    <a:pt x="52" y="334"/>
                  </a:lnTo>
                  <a:lnTo>
                    <a:pt x="52" y="334"/>
                  </a:lnTo>
                  <a:lnTo>
                    <a:pt x="52" y="334"/>
                  </a:lnTo>
                  <a:lnTo>
                    <a:pt x="54" y="334"/>
                  </a:lnTo>
                  <a:lnTo>
                    <a:pt x="54" y="334"/>
                  </a:lnTo>
                  <a:lnTo>
                    <a:pt x="54" y="334"/>
                  </a:lnTo>
                  <a:lnTo>
                    <a:pt x="57" y="334"/>
                  </a:lnTo>
                  <a:lnTo>
                    <a:pt x="57" y="334"/>
                  </a:lnTo>
                  <a:lnTo>
                    <a:pt x="57" y="334"/>
                  </a:lnTo>
                  <a:lnTo>
                    <a:pt x="57" y="334"/>
                  </a:lnTo>
                  <a:lnTo>
                    <a:pt x="57" y="332"/>
                  </a:lnTo>
                  <a:lnTo>
                    <a:pt x="59" y="332"/>
                  </a:lnTo>
                  <a:lnTo>
                    <a:pt x="59" y="332"/>
                  </a:lnTo>
                  <a:lnTo>
                    <a:pt x="59" y="334"/>
                  </a:lnTo>
                  <a:lnTo>
                    <a:pt x="59" y="334"/>
                  </a:lnTo>
                  <a:lnTo>
                    <a:pt x="59" y="334"/>
                  </a:lnTo>
                  <a:lnTo>
                    <a:pt x="61" y="334"/>
                  </a:lnTo>
                  <a:lnTo>
                    <a:pt x="61" y="334"/>
                  </a:lnTo>
                  <a:lnTo>
                    <a:pt x="61" y="334"/>
                  </a:lnTo>
                  <a:lnTo>
                    <a:pt x="64" y="334"/>
                  </a:lnTo>
                  <a:lnTo>
                    <a:pt x="64" y="332"/>
                  </a:lnTo>
                  <a:lnTo>
                    <a:pt x="64" y="332"/>
                  </a:lnTo>
                  <a:lnTo>
                    <a:pt x="64" y="332"/>
                  </a:lnTo>
                  <a:lnTo>
                    <a:pt x="64" y="330"/>
                  </a:lnTo>
                  <a:lnTo>
                    <a:pt x="64" y="330"/>
                  </a:lnTo>
                  <a:lnTo>
                    <a:pt x="64" y="330"/>
                  </a:lnTo>
                  <a:lnTo>
                    <a:pt x="66" y="330"/>
                  </a:lnTo>
                  <a:lnTo>
                    <a:pt x="66" y="327"/>
                  </a:lnTo>
                  <a:lnTo>
                    <a:pt x="66" y="327"/>
                  </a:lnTo>
                  <a:lnTo>
                    <a:pt x="66" y="325"/>
                  </a:lnTo>
                  <a:lnTo>
                    <a:pt x="66" y="325"/>
                  </a:lnTo>
                  <a:lnTo>
                    <a:pt x="66" y="325"/>
                  </a:lnTo>
                  <a:lnTo>
                    <a:pt x="66" y="325"/>
                  </a:lnTo>
                  <a:lnTo>
                    <a:pt x="66" y="325"/>
                  </a:lnTo>
                  <a:lnTo>
                    <a:pt x="66" y="323"/>
                  </a:lnTo>
                  <a:lnTo>
                    <a:pt x="68" y="323"/>
                  </a:lnTo>
                  <a:lnTo>
                    <a:pt x="68" y="323"/>
                  </a:lnTo>
                  <a:lnTo>
                    <a:pt x="68" y="323"/>
                  </a:lnTo>
                  <a:lnTo>
                    <a:pt x="68" y="320"/>
                  </a:lnTo>
                  <a:lnTo>
                    <a:pt x="68" y="320"/>
                  </a:lnTo>
                  <a:lnTo>
                    <a:pt x="71" y="320"/>
                  </a:lnTo>
                  <a:lnTo>
                    <a:pt x="71" y="318"/>
                  </a:lnTo>
                  <a:lnTo>
                    <a:pt x="71" y="318"/>
                  </a:lnTo>
                  <a:lnTo>
                    <a:pt x="71" y="318"/>
                  </a:lnTo>
                  <a:lnTo>
                    <a:pt x="71" y="318"/>
                  </a:lnTo>
                  <a:lnTo>
                    <a:pt x="71" y="318"/>
                  </a:lnTo>
                  <a:lnTo>
                    <a:pt x="71" y="318"/>
                  </a:lnTo>
                  <a:lnTo>
                    <a:pt x="73" y="318"/>
                  </a:lnTo>
                  <a:lnTo>
                    <a:pt x="73" y="318"/>
                  </a:lnTo>
                  <a:lnTo>
                    <a:pt x="75" y="318"/>
                  </a:lnTo>
                  <a:lnTo>
                    <a:pt x="75" y="318"/>
                  </a:lnTo>
                  <a:lnTo>
                    <a:pt x="75" y="318"/>
                  </a:lnTo>
                  <a:lnTo>
                    <a:pt x="75" y="318"/>
                  </a:lnTo>
                  <a:lnTo>
                    <a:pt x="78" y="318"/>
                  </a:lnTo>
                  <a:lnTo>
                    <a:pt x="78" y="318"/>
                  </a:lnTo>
                  <a:lnTo>
                    <a:pt x="78" y="318"/>
                  </a:lnTo>
                  <a:lnTo>
                    <a:pt x="80" y="318"/>
                  </a:lnTo>
                  <a:lnTo>
                    <a:pt x="80" y="318"/>
                  </a:lnTo>
                  <a:lnTo>
                    <a:pt x="83" y="318"/>
                  </a:lnTo>
                  <a:lnTo>
                    <a:pt x="83" y="318"/>
                  </a:lnTo>
                  <a:lnTo>
                    <a:pt x="83" y="320"/>
                  </a:lnTo>
                  <a:lnTo>
                    <a:pt x="83" y="320"/>
                  </a:lnTo>
                  <a:lnTo>
                    <a:pt x="83" y="318"/>
                  </a:lnTo>
                  <a:lnTo>
                    <a:pt x="85" y="318"/>
                  </a:lnTo>
                  <a:lnTo>
                    <a:pt x="85" y="318"/>
                  </a:lnTo>
                  <a:lnTo>
                    <a:pt x="85" y="318"/>
                  </a:lnTo>
                  <a:lnTo>
                    <a:pt x="85" y="318"/>
                  </a:lnTo>
                  <a:lnTo>
                    <a:pt x="87" y="318"/>
                  </a:lnTo>
                  <a:lnTo>
                    <a:pt x="87" y="318"/>
                  </a:lnTo>
                  <a:lnTo>
                    <a:pt x="90" y="318"/>
                  </a:lnTo>
                  <a:lnTo>
                    <a:pt x="90" y="318"/>
                  </a:lnTo>
                  <a:lnTo>
                    <a:pt x="90" y="318"/>
                  </a:lnTo>
                  <a:lnTo>
                    <a:pt x="92" y="318"/>
                  </a:lnTo>
                  <a:lnTo>
                    <a:pt x="92" y="315"/>
                  </a:lnTo>
                  <a:lnTo>
                    <a:pt x="92" y="315"/>
                  </a:lnTo>
                  <a:lnTo>
                    <a:pt x="92" y="315"/>
                  </a:lnTo>
                  <a:lnTo>
                    <a:pt x="94" y="315"/>
                  </a:lnTo>
                  <a:lnTo>
                    <a:pt x="94" y="315"/>
                  </a:lnTo>
                  <a:lnTo>
                    <a:pt x="94" y="318"/>
                  </a:lnTo>
                  <a:lnTo>
                    <a:pt x="97" y="318"/>
                  </a:lnTo>
                  <a:lnTo>
                    <a:pt x="97" y="318"/>
                  </a:lnTo>
                  <a:lnTo>
                    <a:pt x="97" y="318"/>
                  </a:lnTo>
                  <a:lnTo>
                    <a:pt x="97" y="315"/>
                  </a:lnTo>
                  <a:lnTo>
                    <a:pt x="99" y="315"/>
                  </a:lnTo>
                  <a:lnTo>
                    <a:pt x="99" y="315"/>
                  </a:lnTo>
                  <a:lnTo>
                    <a:pt x="99" y="315"/>
                  </a:lnTo>
                  <a:lnTo>
                    <a:pt x="99" y="315"/>
                  </a:lnTo>
                  <a:lnTo>
                    <a:pt x="99" y="315"/>
                  </a:lnTo>
                  <a:lnTo>
                    <a:pt x="99" y="313"/>
                  </a:lnTo>
                  <a:lnTo>
                    <a:pt x="101" y="313"/>
                  </a:lnTo>
                  <a:lnTo>
                    <a:pt x="101" y="313"/>
                  </a:lnTo>
                  <a:lnTo>
                    <a:pt x="101" y="313"/>
                  </a:lnTo>
                  <a:lnTo>
                    <a:pt x="104" y="313"/>
                  </a:lnTo>
                  <a:lnTo>
                    <a:pt x="104" y="311"/>
                  </a:lnTo>
                  <a:lnTo>
                    <a:pt x="104" y="311"/>
                  </a:lnTo>
                  <a:lnTo>
                    <a:pt x="104" y="311"/>
                  </a:lnTo>
                  <a:lnTo>
                    <a:pt x="104" y="311"/>
                  </a:lnTo>
                  <a:lnTo>
                    <a:pt x="104" y="308"/>
                  </a:lnTo>
                  <a:lnTo>
                    <a:pt x="104" y="308"/>
                  </a:lnTo>
                  <a:lnTo>
                    <a:pt x="104" y="308"/>
                  </a:lnTo>
                  <a:lnTo>
                    <a:pt x="104" y="308"/>
                  </a:lnTo>
                  <a:lnTo>
                    <a:pt x="106" y="308"/>
                  </a:lnTo>
                  <a:lnTo>
                    <a:pt x="106" y="306"/>
                  </a:lnTo>
                  <a:lnTo>
                    <a:pt x="106" y="306"/>
                  </a:lnTo>
                  <a:lnTo>
                    <a:pt x="109" y="306"/>
                  </a:lnTo>
                  <a:lnTo>
                    <a:pt x="109" y="306"/>
                  </a:lnTo>
                  <a:lnTo>
                    <a:pt x="109" y="306"/>
                  </a:lnTo>
                  <a:lnTo>
                    <a:pt x="109" y="306"/>
                  </a:lnTo>
                  <a:lnTo>
                    <a:pt x="109" y="306"/>
                  </a:lnTo>
                  <a:lnTo>
                    <a:pt x="111" y="306"/>
                  </a:lnTo>
                  <a:lnTo>
                    <a:pt x="111" y="306"/>
                  </a:lnTo>
                  <a:lnTo>
                    <a:pt x="111" y="306"/>
                  </a:lnTo>
                  <a:lnTo>
                    <a:pt x="111" y="304"/>
                  </a:lnTo>
                  <a:lnTo>
                    <a:pt x="113" y="304"/>
                  </a:lnTo>
                  <a:lnTo>
                    <a:pt x="113" y="304"/>
                  </a:lnTo>
                  <a:lnTo>
                    <a:pt x="113" y="304"/>
                  </a:lnTo>
                  <a:lnTo>
                    <a:pt x="116" y="304"/>
                  </a:lnTo>
                  <a:lnTo>
                    <a:pt x="116" y="301"/>
                  </a:lnTo>
                  <a:lnTo>
                    <a:pt x="116" y="301"/>
                  </a:lnTo>
                  <a:lnTo>
                    <a:pt x="116" y="301"/>
                  </a:lnTo>
                  <a:lnTo>
                    <a:pt x="118" y="301"/>
                  </a:lnTo>
                  <a:lnTo>
                    <a:pt x="118" y="301"/>
                  </a:lnTo>
                  <a:lnTo>
                    <a:pt x="118" y="301"/>
                  </a:lnTo>
                  <a:lnTo>
                    <a:pt x="118" y="301"/>
                  </a:lnTo>
                  <a:lnTo>
                    <a:pt x="118" y="299"/>
                  </a:lnTo>
                  <a:lnTo>
                    <a:pt x="120" y="299"/>
                  </a:lnTo>
                  <a:lnTo>
                    <a:pt x="120" y="299"/>
                  </a:lnTo>
                  <a:lnTo>
                    <a:pt x="123" y="299"/>
                  </a:lnTo>
                  <a:lnTo>
                    <a:pt x="123" y="299"/>
                  </a:lnTo>
                  <a:lnTo>
                    <a:pt x="123" y="299"/>
                  </a:lnTo>
                  <a:lnTo>
                    <a:pt x="123" y="299"/>
                  </a:lnTo>
                  <a:lnTo>
                    <a:pt x="125" y="299"/>
                  </a:lnTo>
                  <a:lnTo>
                    <a:pt x="125" y="296"/>
                  </a:lnTo>
                  <a:lnTo>
                    <a:pt x="125" y="296"/>
                  </a:lnTo>
                  <a:lnTo>
                    <a:pt x="125" y="296"/>
                  </a:lnTo>
                  <a:lnTo>
                    <a:pt x="128" y="296"/>
                  </a:lnTo>
                  <a:lnTo>
                    <a:pt x="128" y="299"/>
                  </a:lnTo>
                  <a:lnTo>
                    <a:pt x="128" y="299"/>
                  </a:lnTo>
                  <a:lnTo>
                    <a:pt x="130" y="299"/>
                  </a:lnTo>
                  <a:lnTo>
                    <a:pt x="130" y="299"/>
                  </a:lnTo>
                  <a:lnTo>
                    <a:pt x="130" y="299"/>
                  </a:lnTo>
                  <a:lnTo>
                    <a:pt x="132" y="299"/>
                  </a:lnTo>
                  <a:lnTo>
                    <a:pt x="132" y="296"/>
                  </a:lnTo>
                  <a:lnTo>
                    <a:pt x="132" y="296"/>
                  </a:lnTo>
                  <a:lnTo>
                    <a:pt x="132" y="296"/>
                  </a:lnTo>
                  <a:lnTo>
                    <a:pt x="132" y="296"/>
                  </a:lnTo>
                  <a:lnTo>
                    <a:pt x="132" y="296"/>
                  </a:lnTo>
                  <a:lnTo>
                    <a:pt x="132" y="294"/>
                  </a:lnTo>
                  <a:lnTo>
                    <a:pt x="135" y="294"/>
                  </a:lnTo>
                  <a:lnTo>
                    <a:pt x="135" y="296"/>
                  </a:lnTo>
                  <a:lnTo>
                    <a:pt x="135" y="296"/>
                  </a:lnTo>
                  <a:lnTo>
                    <a:pt x="137" y="296"/>
                  </a:lnTo>
                  <a:lnTo>
                    <a:pt x="137" y="294"/>
                  </a:lnTo>
                  <a:lnTo>
                    <a:pt x="137" y="294"/>
                  </a:lnTo>
                  <a:lnTo>
                    <a:pt x="137" y="292"/>
                  </a:lnTo>
                  <a:lnTo>
                    <a:pt x="137" y="292"/>
                  </a:lnTo>
                  <a:lnTo>
                    <a:pt x="137" y="292"/>
                  </a:lnTo>
                  <a:lnTo>
                    <a:pt x="139" y="292"/>
                  </a:lnTo>
                  <a:lnTo>
                    <a:pt x="139" y="292"/>
                  </a:lnTo>
                  <a:lnTo>
                    <a:pt x="139" y="292"/>
                  </a:lnTo>
                  <a:lnTo>
                    <a:pt x="142" y="292"/>
                  </a:lnTo>
                  <a:lnTo>
                    <a:pt x="142" y="292"/>
                  </a:lnTo>
                  <a:lnTo>
                    <a:pt x="144" y="292"/>
                  </a:lnTo>
                  <a:lnTo>
                    <a:pt x="144" y="292"/>
                  </a:lnTo>
                  <a:lnTo>
                    <a:pt x="144" y="289"/>
                  </a:lnTo>
                  <a:lnTo>
                    <a:pt x="144" y="289"/>
                  </a:lnTo>
                  <a:lnTo>
                    <a:pt x="144" y="287"/>
                  </a:lnTo>
                  <a:lnTo>
                    <a:pt x="144" y="287"/>
                  </a:lnTo>
                  <a:lnTo>
                    <a:pt x="144" y="287"/>
                  </a:lnTo>
                  <a:lnTo>
                    <a:pt x="144" y="287"/>
                  </a:lnTo>
                  <a:lnTo>
                    <a:pt x="144" y="287"/>
                  </a:lnTo>
                  <a:lnTo>
                    <a:pt x="144" y="285"/>
                  </a:lnTo>
                  <a:lnTo>
                    <a:pt x="144" y="285"/>
                  </a:lnTo>
                  <a:lnTo>
                    <a:pt x="142" y="285"/>
                  </a:lnTo>
                  <a:lnTo>
                    <a:pt x="142" y="282"/>
                  </a:lnTo>
                  <a:lnTo>
                    <a:pt x="142" y="282"/>
                  </a:lnTo>
                  <a:lnTo>
                    <a:pt x="142" y="280"/>
                  </a:lnTo>
                  <a:lnTo>
                    <a:pt x="144" y="280"/>
                  </a:lnTo>
                  <a:lnTo>
                    <a:pt x="144" y="280"/>
                  </a:lnTo>
                  <a:lnTo>
                    <a:pt x="142" y="280"/>
                  </a:lnTo>
                  <a:lnTo>
                    <a:pt x="142" y="278"/>
                  </a:lnTo>
                  <a:lnTo>
                    <a:pt x="142" y="278"/>
                  </a:lnTo>
                  <a:lnTo>
                    <a:pt x="142" y="278"/>
                  </a:lnTo>
                  <a:lnTo>
                    <a:pt x="142" y="278"/>
                  </a:lnTo>
                  <a:lnTo>
                    <a:pt x="142" y="278"/>
                  </a:lnTo>
                  <a:lnTo>
                    <a:pt x="142" y="275"/>
                  </a:lnTo>
                  <a:lnTo>
                    <a:pt x="142" y="275"/>
                  </a:lnTo>
                  <a:lnTo>
                    <a:pt x="144" y="275"/>
                  </a:lnTo>
                  <a:lnTo>
                    <a:pt x="144" y="273"/>
                  </a:lnTo>
                  <a:lnTo>
                    <a:pt x="144" y="273"/>
                  </a:lnTo>
                  <a:lnTo>
                    <a:pt x="144" y="273"/>
                  </a:lnTo>
                  <a:lnTo>
                    <a:pt x="144" y="273"/>
                  </a:lnTo>
                  <a:lnTo>
                    <a:pt x="146" y="273"/>
                  </a:lnTo>
                  <a:lnTo>
                    <a:pt x="146" y="273"/>
                  </a:lnTo>
                  <a:lnTo>
                    <a:pt x="149" y="273"/>
                  </a:lnTo>
                  <a:lnTo>
                    <a:pt x="149" y="270"/>
                  </a:lnTo>
                  <a:lnTo>
                    <a:pt x="149" y="270"/>
                  </a:lnTo>
                  <a:lnTo>
                    <a:pt x="149" y="270"/>
                  </a:lnTo>
                  <a:lnTo>
                    <a:pt x="151" y="270"/>
                  </a:lnTo>
                  <a:lnTo>
                    <a:pt x="151" y="270"/>
                  </a:lnTo>
                  <a:lnTo>
                    <a:pt x="149" y="270"/>
                  </a:lnTo>
                  <a:lnTo>
                    <a:pt x="149" y="270"/>
                  </a:lnTo>
                  <a:lnTo>
                    <a:pt x="149" y="268"/>
                  </a:lnTo>
                  <a:lnTo>
                    <a:pt x="149" y="268"/>
                  </a:lnTo>
                  <a:lnTo>
                    <a:pt x="146" y="268"/>
                  </a:lnTo>
                  <a:lnTo>
                    <a:pt x="146" y="268"/>
                  </a:lnTo>
                  <a:lnTo>
                    <a:pt x="146" y="268"/>
                  </a:lnTo>
                  <a:lnTo>
                    <a:pt x="146" y="266"/>
                  </a:lnTo>
                  <a:lnTo>
                    <a:pt x="146" y="266"/>
                  </a:lnTo>
                  <a:lnTo>
                    <a:pt x="146" y="266"/>
                  </a:lnTo>
                  <a:lnTo>
                    <a:pt x="149" y="266"/>
                  </a:lnTo>
                  <a:lnTo>
                    <a:pt x="149" y="266"/>
                  </a:lnTo>
                  <a:lnTo>
                    <a:pt x="149" y="266"/>
                  </a:lnTo>
                  <a:lnTo>
                    <a:pt x="149" y="266"/>
                  </a:lnTo>
                  <a:lnTo>
                    <a:pt x="151" y="266"/>
                  </a:lnTo>
                  <a:lnTo>
                    <a:pt x="151" y="266"/>
                  </a:lnTo>
                  <a:lnTo>
                    <a:pt x="151" y="266"/>
                  </a:lnTo>
                  <a:lnTo>
                    <a:pt x="154" y="266"/>
                  </a:lnTo>
                  <a:lnTo>
                    <a:pt x="154" y="266"/>
                  </a:lnTo>
                  <a:lnTo>
                    <a:pt x="154" y="263"/>
                  </a:lnTo>
                  <a:lnTo>
                    <a:pt x="156" y="263"/>
                  </a:lnTo>
                  <a:lnTo>
                    <a:pt x="156" y="263"/>
                  </a:lnTo>
                  <a:lnTo>
                    <a:pt x="156" y="261"/>
                  </a:lnTo>
                  <a:lnTo>
                    <a:pt x="154" y="261"/>
                  </a:lnTo>
                  <a:lnTo>
                    <a:pt x="154" y="261"/>
                  </a:lnTo>
                  <a:lnTo>
                    <a:pt x="154" y="261"/>
                  </a:lnTo>
                  <a:lnTo>
                    <a:pt x="151" y="261"/>
                  </a:lnTo>
                  <a:lnTo>
                    <a:pt x="151" y="259"/>
                  </a:lnTo>
                  <a:lnTo>
                    <a:pt x="154" y="259"/>
                  </a:lnTo>
                  <a:lnTo>
                    <a:pt x="154" y="259"/>
                  </a:lnTo>
                  <a:lnTo>
                    <a:pt x="154" y="256"/>
                  </a:lnTo>
                  <a:lnTo>
                    <a:pt x="154" y="256"/>
                  </a:lnTo>
                  <a:lnTo>
                    <a:pt x="154" y="256"/>
                  </a:lnTo>
                  <a:lnTo>
                    <a:pt x="154" y="256"/>
                  </a:lnTo>
                  <a:lnTo>
                    <a:pt x="154" y="256"/>
                  </a:lnTo>
                  <a:lnTo>
                    <a:pt x="154" y="254"/>
                  </a:lnTo>
                  <a:lnTo>
                    <a:pt x="154" y="254"/>
                  </a:lnTo>
                  <a:lnTo>
                    <a:pt x="151" y="254"/>
                  </a:lnTo>
                  <a:lnTo>
                    <a:pt x="151" y="251"/>
                  </a:lnTo>
                  <a:lnTo>
                    <a:pt x="151" y="251"/>
                  </a:lnTo>
                  <a:lnTo>
                    <a:pt x="151" y="251"/>
                  </a:lnTo>
                  <a:lnTo>
                    <a:pt x="151" y="249"/>
                  </a:lnTo>
                  <a:lnTo>
                    <a:pt x="151" y="249"/>
                  </a:lnTo>
                  <a:lnTo>
                    <a:pt x="151" y="249"/>
                  </a:lnTo>
                  <a:lnTo>
                    <a:pt x="151" y="247"/>
                  </a:lnTo>
                  <a:lnTo>
                    <a:pt x="149" y="247"/>
                  </a:lnTo>
                  <a:lnTo>
                    <a:pt x="149" y="247"/>
                  </a:lnTo>
                  <a:lnTo>
                    <a:pt x="149" y="247"/>
                  </a:lnTo>
                  <a:lnTo>
                    <a:pt x="149" y="247"/>
                  </a:lnTo>
                  <a:lnTo>
                    <a:pt x="149" y="244"/>
                  </a:lnTo>
                  <a:lnTo>
                    <a:pt x="149" y="244"/>
                  </a:lnTo>
                  <a:lnTo>
                    <a:pt x="149" y="244"/>
                  </a:lnTo>
                  <a:lnTo>
                    <a:pt x="149" y="242"/>
                  </a:lnTo>
                  <a:lnTo>
                    <a:pt x="149" y="242"/>
                  </a:lnTo>
                  <a:lnTo>
                    <a:pt x="149" y="240"/>
                  </a:lnTo>
                  <a:lnTo>
                    <a:pt x="146" y="240"/>
                  </a:lnTo>
                  <a:lnTo>
                    <a:pt x="146" y="240"/>
                  </a:lnTo>
                  <a:lnTo>
                    <a:pt x="146" y="237"/>
                  </a:lnTo>
                  <a:lnTo>
                    <a:pt x="146" y="237"/>
                  </a:lnTo>
                  <a:lnTo>
                    <a:pt x="146" y="237"/>
                  </a:lnTo>
                  <a:lnTo>
                    <a:pt x="146" y="235"/>
                  </a:lnTo>
                  <a:lnTo>
                    <a:pt x="146" y="235"/>
                  </a:lnTo>
                  <a:lnTo>
                    <a:pt x="146" y="235"/>
                  </a:lnTo>
                  <a:lnTo>
                    <a:pt x="146" y="232"/>
                  </a:lnTo>
                  <a:lnTo>
                    <a:pt x="146" y="232"/>
                  </a:lnTo>
                  <a:lnTo>
                    <a:pt x="146" y="230"/>
                  </a:lnTo>
                  <a:lnTo>
                    <a:pt x="144" y="230"/>
                  </a:lnTo>
                  <a:lnTo>
                    <a:pt x="144" y="230"/>
                  </a:lnTo>
                  <a:lnTo>
                    <a:pt x="146" y="230"/>
                  </a:lnTo>
                  <a:lnTo>
                    <a:pt x="146" y="228"/>
                  </a:lnTo>
                  <a:lnTo>
                    <a:pt x="146" y="228"/>
                  </a:lnTo>
                  <a:lnTo>
                    <a:pt x="146" y="228"/>
                  </a:lnTo>
                  <a:lnTo>
                    <a:pt x="146" y="228"/>
                  </a:lnTo>
                  <a:lnTo>
                    <a:pt x="146" y="228"/>
                  </a:lnTo>
                  <a:lnTo>
                    <a:pt x="146" y="225"/>
                  </a:lnTo>
                  <a:lnTo>
                    <a:pt x="146" y="225"/>
                  </a:lnTo>
                  <a:lnTo>
                    <a:pt x="146" y="225"/>
                  </a:lnTo>
                  <a:lnTo>
                    <a:pt x="149" y="225"/>
                  </a:lnTo>
                  <a:lnTo>
                    <a:pt x="149" y="225"/>
                  </a:lnTo>
                  <a:lnTo>
                    <a:pt x="149" y="223"/>
                  </a:lnTo>
                  <a:lnTo>
                    <a:pt x="149" y="223"/>
                  </a:lnTo>
                  <a:lnTo>
                    <a:pt x="146" y="223"/>
                  </a:lnTo>
                  <a:lnTo>
                    <a:pt x="146" y="223"/>
                  </a:lnTo>
                  <a:lnTo>
                    <a:pt x="146" y="223"/>
                  </a:lnTo>
                  <a:lnTo>
                    <a:pt x="144" y="223"/>
                  </a:lnTo>
                  <a:lnTo>
                    <a:pt x="144" y="221"/>
                  </a:lnTo>
                  <a:lnTo>
                    <a:pt x="144" y="221"/>
                  </a:lnTo>
                  <a:lnTo>
                    <a:pt x="144" y="221"/>
                  </a:lnTo>
                  <a:lnTo>
                    <a:pt x="142" y="221"/>
                  </a:lnTo>
                  <a:lnTo>
                    <a:pt x="142" y="221"/>
                  </a:lnTo>
                  <a:lnTo>
                    <a:pt x="139" y="221"/>
                  </a:lnTo>
                  <a:lnTo>
                    <a:pt x="139" y="223"/>
                  </a:lnTo>
                  <a:lnTo>
                    <a:pt x="139" y="223"/>
                  </a:lnTo>
                  <a:lnTo>
                    <a:pt x="139" y="223"/>
                  </a:lnTo>
                  <a:lnTo>
                    <a:pt x="137" y="223"/>
                  </a:lnTo>
                  <a:lnTo>
                    <a:pt x="137" y="221"/>
                  </a:lnTo>
                  <a:lnTo>
                    <a:pt x="137" y="221"/>
                  </a:lnTo>
                  <a:lnTo>
                    <a:pt x="137" y="221"/>
                  </a:lnTo>
                  <a:lnTo>
                    <a:pt x="137" y="221"/>
                  </a:lnTo>
                  <a:lnTo>
                    <a:pt x="137" y="218"/>
                  </a:lnTo>
                  <a:lnTo>
                    <a:pt x="137" y="218"/>
                  </a:lnTo>
                  <a:lnTo>
                    <a:pt x="137" y="218"/>
                  </a:lnTo>
                  <a:lnTo>
                    <a:pt x="137" y="218"/>
                  </a:lnTo>
                  <a:lnTo>
                    <a:pt x="137" y="216"/>
                  </a:lnTo>
                  <a:lnTo>
                    <a:pt x="139" y="216"/>
                  </a:lnTo>
                  <a:lnTo>
                    <a:pt x="139" y="216"/>
                  </a:lnTo>
                  <a:lnTo>
                    <a:pt x="139" y="216"/>
                  </a:lnTo>
                  <a:lnTo>
                    <a:pt x="139" y="216"/>
                  </a:lnTo>
                  <a:lnTo>
                    <a:pt x="142" y="216"/>
                  </a:lnTo>
                  <a:lnTo>
                    <a:pt x="142" y="216"/>
                  </a:lnTo>
                  <a:lnTo>
                    <a:pt x="144" y="216"/>
                  </a:lnTo>
                  <a:lnTo>
                    <a:pt x="144" y="216"/>
                  </a:lnTo>
                  <a:lnTo>
                    <a:pt x="144" y="216"/>
                  </a:lnTo>
                  <a:lnTo>
                    <a:pt x="144" y="216"/>
                  </a:lnTo>
                  <a:lnTo>
                    <a:pt x="144" y="216"/>
                  </a:lnTo>
                  <a:lnTo>
                    <a:pt x="146" y="216"/>
                  </a:lnTo>
                  <a:lnTo>
                    <a:pt x="146" y="216"/>
                  </a:lnTo>
                  <a:lnTo>
                    <a:pt x="146" y="216"/>
                  </a:lnTo>
                  <a:lnTo>
                    <a:pt x="149" y="216"/>
                  </a:lnTo>
                  <a:lnTo>
                    <a:pt x="149" y="214"/>
                  </a:lnTo>
                  <a:lnTo>
                    <a:pt x="149" y="214"/>
                  </a:lnTo>
                  <a:lnTo>
                    <a:pt x="149" y="214"/>
                  </a:lnTo>
                  <a:lnTo>
                    <a:pt x="151" y="214"/>
                  </a:lnTo>
                  <a:lnTo>
                    <a:pt x="151" y="214"/>
                  </a:lnTo>
                  <a:lnTo>
                    <a:pt x="151" y="214"/>
                  </a:lnTo>
                  <a:lnTo>
                    <a:pt x="154" y="214"/>
                  </a:lnTo>
                  <a:lnTo>
                    <a:pt x="154" y="214"/>
                  </a:lnTo>
                  <a:lnTo>
                    <a:pt x="154" y="214"/>
                  </a:lnTo>
                  <a:lnTo>
                    <a:pt x="156" y="214"/>
                  </a:lnTo>
                  <a:lnTo>
                    <a:pt x="156" y="214"/>
                  </a:lnTo>
                  <a:lnTo>
                    <a:pt x="156" y="214"/>
                  </a:lnTo>
                  <a:lnTo>
                    <a:pt x="156" y="214"/>
                  </a:lnTo>
                  <a:lnTo>
                    <a:pt x="158" y="214"/>
                  </a:lnTo>
                  <a:lnTo>
                    <a:pt x="158" y="214"/>
                  </a:lnTo>
                  <a:lnTo>
                    <a:pt x="158" y="214"/>
                  </a:lnTo>
                  <a:lnTo>
                    <a:pt x="158" y="214"/>
                  </a:lnTo>
                  <a:lnTo>
                    <a:pt x="161" y="214"/>
                  </a:lnTo>
                  <a:lnTo>
                    <a:pt x="161" y="214"/>
                  </a:lnTo>
                  <a:lnTo>
                    <a:pt x="161" y="211"/>
                  </a:lnTo>
                  <a:lnTo>
                    <a:pt x="163" y="211"/>
                  </a:lnTo>
                  <a:lnTo>
                    <a:pt x="163" y="211"/>
                  </a:lnTo>
                  <a:lnTo>
                    <a:pt x="163" y="211"/>
                  </a:lnTo>
                  <a:lnTo>
                    <a:pt x="163" y="211"/>
                  </a:lnTo>
                  <a:lnTo>
                    <a:pt x="165" y="211"/>
                  </a:lnTo>
                  <a:lnTo>
                    <a:pt x="165" y="211"/>
                  </a:lnTo>
                  <a:lnTo>
                    <a:pt x="165" y="211"/>
                  </a:lnTo>
                  <a:lnTo>
                    <a:pt x="168" y="211"/>
                  </a:lnTo>
                  <a:lnTo>
                    <a:pt x="168" y="209"/>
                  </a:lnTo>
                  <a:lnTo>
                    <a:pt x="168" y="209"/>
                  </a:lnTo>
                  <a:lnTo>
                    <a:pt x="170" y="209"/>
                  </a:lnTo>
                  <a:lnTo>
                    <a:pt x="170" y="209"/>
                  </a:lnTo>
                  <a:lnTo>
                    <a:pt x="170" y="209"/>
                  </a:lnTo>
                  <a:lnTo>
                    <a:pt x="172" y="209"/>
                  </a:lnTo>
                  <a:lnTo>
                    <a:pt x="172" y="209"/>
                  </a:lnTo>
                  <a:lnTo>
                    <a:pt x="172" y="209"/>
                  </a:lnTo>
                  <a:lnTo>
                    <a:pt x="172" y="209"/>
                  </a:lnTo>
                  <a:lnTo>
                    <a:pt x="172" y="206"/>
                  </a:lnTo>
                  <a:lnTo>
                    <a:pt x="175" y="206"/>
                  </a:lnTo>
                  <a:lnTo>
                    <a:pt x="175" y="209"/>
                  </a:lnTo>
                  <a:lnTo>
                    <a:pt x="175" y="209"/>
                  </a:lnTo>
                  <a:lnTo>
                    <a:pt x="177" y="209"/>
                  </a:lnTo>
                  <a:lnTo>
                    <a:pt x="177" y="209"/>
                  </a:lnTo>
                  <a:lnTo>
                    <a:pt x="177" y="211"/>
                  </a:lnTo>
                  <a:lnTo>
                    <a:pt x="177" y="211"/>
                  </a:lnTo>
                  <a:lnTo>
                    <a:pt x="177" y="211"/>
                  </a:lnTo>
                  <a:lnTo>
                    <a:pt x="177" y="211"/>
                  </a:lnTo>
                  <a:lnTo>
                    <a:pt x="180" y="211"/>
                  </a:lnTo>
                  <a:lnTo>
                    <a:pt x="180" y="214"/>
                  </a:lnTo>
                  <a:lnTo>
                    <a:pt x="180" y="214"/>
                  </a:lnTo>
                  <a:lnTo>
                    <a:pt x="182" y="214"/>
                  </a:lnTo>
                  <a:lnTo>
                    <a:pt x="182" y="214"/>
                  </a:lnTo>
                  <a:lnTo>
                    <a:pt x="182" y="214"/>
                  </a:lnTo>
                  <a:lnTo>
                    <a:pt x="182" y="211"/>
                  </a:lnTo>
                  <a:lnTo>
                    <a:pt x="184" y="211"/>
                  </a:lnTo>
                  <a:lnTo>
                    <a:pt x="184" y="211"/>
                  </a:lnTo>
                  <a:lnTo>
                    <a:pt x="184" y="211"/>
                  </a:lnTo>
                  <a:lnTo>
                    <a:pt x="184" y="211"/>
                  </a:lnTo>
                  <a:lnTo>
                    <a:pt x="187" y="211"/>
                  </a:lnTo>
                  <a:lnTo>
                    <a:pt x="187" y="211"/>
                  </a:lnTo>
                  <a:lnTo>
                    <a:pt x="187" y="211"/>
                  </a:lnTo>
                  <a:lnTo>
                    <a:pt x="189" y="211"/>
                  </a:lnTo>
                  <a:lnTo>
                    <a:pt x="189" y="211"/>
                  </a:lnTo>
                  <a:lnTo>
                    <a:pt x="189" y="214"/>
                  </a:lnTo>
                  <a:lnTo>
                    <a:pt x="189" y="214"/>
                  </a:lnTo>
                  <a:lnTo>
                    <a:pt x="189" y="214"/>
                  </a:lnTo>
                  <a:lnTo>
                    <a:pt x="191" y="214"/>
                  </a:lnTo>
                  <a:lnTo>
                    <a:pt x="191" y="214"/>
                  </a:lnTo>
                  <a:lnTo>
                    <a:pt x="191" y="214"/>
                  </a:lnTo>
                  <a:lnTo>
                    <a:pt x="191" y="214"/>
                  </a:lnTo>
                  <a:lnTo>
                    <a:pt x="191" y="211"/>
                  </a:lnTo>
                  <a:lnTo>
                    <a:pt x="194" y="211"/>
                  </a:lnTo>
                  <a:lnTo>
                    <a:pt x="194" y="211"/>
                  </a:lnTo>
                  <a:lnTo>
                    <a:pt x="194" y="209"/>
                  </a:lnTo>
                  <a:lnTo>
                    <a:pt x="194" y="209"/>
                  </a:lnTo>
                  <a:lnTo>
                    <a:pt x="194" y="209"/>
                  </a:lnTo>
                  <a:lnTo>
                    <a:pt x="194" y="206"/>
                  </a:lnTo>
                  <a:lnTo>
                    <a:pt x="194" y="206"/>
                  </a:lnTo>
                  <a:lnTo>
                    <a:pt x="194" y="206"/>
                  </a:lnTo>
                  <a:lnTo>
                    <a:pt x="194" y="206"/>
                  </a:lnTo>
                  <a:lnTo>
                    <a:pt x="191" y="206"/>
                  </a:lnTo>
                  <a:lnTo>
                    <a:pt x="191" y="206"/>
                  </a:lnTo>
                  <a:lnTo>
                    <a:pt x="191" y="206"/>
                  </a:lnTo>
                  <a:lnTo>
                    <a:pt x="189" y="206"/>
                  </a:lnTo>
                  <a:lnTo>
                    <a:pt x="189" y="204"/>
                  </a:lnTo>
                  <a:lnTo>
                    <a:pt x="189" y="204"/>
                  </a:lnTo>
                  <a:lnTo>
                    <a:pt x="189" y="204"/>
                  </a:lnTo>
                  <a:lnTo>
                    <a:pt x="189" y="204"/>
                  </a:lnTo>
                  <a:lnTo>
                    <a:pt x="187" y="204"/>
                  </a:lnTo>
                  <a:lnTo>
                    <a:pt x="187" y="202"/>
                  </a:lnTo>
                  <a:lnTo>
                    <a:pt x="187" y="202"/>
                  </a:lnTo>
                  <a:lnTo>
                    <a:pt x="187" y="199"/>
                  </a:lnTo>
                  <a:lnTo>
                    <a:pt x="189" y="199"/>
                  </a:lnTo>
                  <a:lnTo>
                    <a:pt x="189" y="199"/>
                  </a:lnTo>
                  <a:lnTo>
                    <a:pt x="189" y="197"/>
                  </a:lnTo>
                  <a:lnTo>
                    <a:pt x="189" y="197"/>
                  </a:lnTo>
                  <a:lnTo>
                    <a:pt x="189" y="197"/>
                  </a:lnTo>
                  <a:lnTo>
                    <a:pt x="189" y="197"/>
                  </a:lnTo>
                  <a:lnTo>
                    <a:pt x="189" y="197"/>
                  </a:lnTo>
                  <a:lnTo>
                    <a:pt x="189" y="195"/>
                  </a:lnTo>
                  <a:lnTo>
                    <a:pt x="191" y="195"/>
                  </a:lnTo>
                  <a:lnTo>
                    <a:pt x="191" y="195"/>
                  </a:lnTo>
                  <a:lnTo>
                    <a:pt x="191" y="192"/>
                  </a:lnTo>
                  <a:lnTo>
                    <a:pt x="191" y="192"/>
                  </a:lnTo>
                  <a:lnTo>
                    <a:pt x="191" y="192"/>
                  </a:lnTo>
                  <a:lnTo>
                    <a:pt x="191" y="190"/>
                  </a:lnTo>
                  <a:lnTo>
                    <a:pt x="191" y="190"/>
                  </a:lnTo>
                  <a:lnTo>
                    <a:pt x="191" y="187"/>
                  </a:lnTo>
                  <a:lnTo>
                    <a:pt x="191" y="187"/>
                  </a:lnTo>
                  <a:lnTo>
                    <a:pt x="191" y="187"/>
                  </a:lnTo>
                  <a:lnTo>
                    <a:pt x="191" y="187"/>
                  </a:lnTo>
                  <a:lnTo>
                    <a:pt x="191" y="185"/>
                  </a:lnTo>
                  <a:lnTo>
                    <a:pt x="194" y="185"/>
                  </a:lnTo>
                  <a:lnTo>
                    <a:pt x="194" y="185"/>
                  </a:lnTo>
                  <a:lnTo>
                    <a:pt x="194" y="183"/>
                  </a:lnTo>
                  <a:lnTo>
                    <a:pt x="194" y="183"/>
                  </a:lnTo>
                  <a:lnTo>
                    <a:pt x="194" y="183"/>
                  </a:lnTo>
                  <a:lnTo>
                    <a:pt x="196" y="183"/>
                  </a:lnTo>
                  <a:lnTo>
                    <a:pt x="196" y="180"/>
                  </a:lnTo>
                  <a:lnTo>
                    <a:pt x="196" y="180"/>
                  </a:lnTo>
                  <a:lnTo>
                    <a:pt x="196" y="180"/>
                  </a:lnTo>
                  <a:lnTo>
                    <a:pt x="196" y="178"/>
                  </a:lnTo>
                  <a:lnTo>
                    <a:pt x="196" y="178"/>
                  </a:lnTo>
                  <a:lnTo>
                    <a:pt x="196" y="178"/>
                  </a:lnTo>
                  <a:lnTo>
                    <a:pt x="196" y="178"/>
                  </a:lnTo>
                  <a:lnTo>
                    <a:pt x="196" y="176"/>
                  </a:lnTo>
                  <a:lnTo>
                    <a:pt x="199" y="176"/>
                  </a:lnTo>
                  <a:lnTo>
                    <a:pt x="199" y="176"/>
                  </a:lnTo>
                  <a:lnTo>
                    <a:pt x="199" y="173"/>
                  </a:lnTo>
                  <a:lnTo>
                    <a:pt x="199" y="173"/>
                  </a:lnTo>
                  <a:lnTo>
                    <a:pt x="199" y="173"/>
                  </a:lnTo>
                  <a:lnTo>
                    <a:pt x="199" y="171"/>
                  </a:lnTo>
                  <a:lnTo>
                    <a:pt x="199" y="171"/>
                  </a:lnTo>
                  <a:lnTo>
                    <a:pt x="199" y="171"/>
                  </a:lnTo>
                  <a:lnTo>
                    <a:pt x="199" y="168"/>
                  </a:lnTo>
                  <a:lnTo>
                    <a:pt x="201" y="168"/>
                  </a:lnTo>
                  <a:lnTo>
                    <a:pt x="201" y="168"/>
                  </a:lnTo>
                  <a:lnTo>
                    <a:pt x="201" y="168"/>
                  </a:lnTo>
                  <a:lnTo>
                    <a:pt x="201" y="166"/>
                  </a:lnTo>
                  <a:lnTo>
                    <a:pt x="201" y="166"/>
                  </a:lnTo>
                  <a:lnTo>
                    <a:pt x="201" y="166"/>
                  </a:lnTo>
                  <a:lnTo>
                    <a:pt x="203" y="166"/>
                  </a:lnTo>
                  <a:lnTo>
                    <a:pt x="203" y="164"/>
                  </a:lnTo>
                  <a:lnTo>
                    <a:pt x="203" y="164"/>
                  </a:lnTo>
                  <a:lnTo>
                    <a:pt x="203" y="161"/>
                  </a:lnTo>
                  <a:lnTo>
                    <a:pt x="203" y="161"/>
                  </a:lnTo>
                  <a:lnTo>
                    <a:pt x="203" y="161"/>
                  </a:lnTo>
                  <a:lnTo>
                    <a:pt x="203" y="161"/>
                  </a:lnTo>
                  <a:lnTo>
                    <a:pt x="206" y="161"/>
                  </a:lnTo>
                  <a:lnTo>
                    <a:pt x="206" y="161"/>
                  </a:lnTo>
                  <a:lnTo>
                    <a:pt x="206" y="161"/>
                  </a:lnTo>
                  <a:lnTo>
                    <a:pt x="206" y="161"/>
                  </a:lnTo>
                  <a:lnTo>
                    <a:pt x="208" y="161"/>
                  </a:lnTo>
                  <a:lnTo>
                    <a:pt x="208" y="161"/>
                  </a:lnTo>
                  <a:lnTo>
                    <a:pt x="210" y="161"/>
                  </a:lnTo>
                  <a:lnTo>
                    <a:pt x="210" y="161"/>
                  </a:lnTo>
                  <a:lnTo>
                    <a:pt x="210" y="164"/>
                  </a:lnTo>
                  <a:lnTo>
                    <a:pt x="210" y="164"/>
                  </a:lnTo>
                  <a:lnTo>
                    <a:pt x="213" y="164"/>
                  </a:lnTo>
                  <a:lnTo>
                    <a:pt x="213" y="164"/>
                  </a:lnTo>
                  <a:lnTo>
                    <a:pt x="213" y="164"/>
                  </a:lnTo>
                  <a:lnTo>
                    <a:pt x="215" y="164"/>
                  </a:lnTo>
                  <a:lnTo>
                    <a:pt x="215" y="164"/>
                  </a:lnTo>
                  <a:lnTo>
                    <a:pt x="215" y="166"/>
                  </a:lnTo>
                  <a:lnTo>
                    <a:pt x="215" y="166"/>
                  </a:lnTo>
                  <a:lnTo>
                    <a:pt x="217" y="166"/>
                  </a:lnTo>
                  <a:lnTo>
                    <a:pt x="217" y="166"/>
                  </a:lnTo>
                  <a:lnTo>
                    <a:pt x="217" y="166"/>
                  </a:lnTo>
                  <a:lnTo>
                    <a:pt x="220" y="166"/>
                  </a:lnTo>
                  <a:lnTo>
                    <a:pt x="220" y="166"/>
                  </a:lnTo>
                  <a:lnTo>
                    <a:pt x="220" y="166"/>
                  </a:lnTo>
                  <a:lnTo>
                    <a:pt x="222" y="166"/>
                  </a:lnTo>
                  <a:lnTo>
                    <a:pt x="222" y="166"/>
                  </a:lnTo>
                  <a:lnTo>
                    <a:pt x="222" y="166"/>
                  </a:lnTo>
                  <a:lnTo>
                    <a:pt x="225" y="166"/>
                  </a:lnTo>
                  <a:lnTo>
                    <a:pt x="225" y="168"/>
                  </a:lnTo>
                  <a:lnTo>
                    <a:pt x="225" y="168"/>
                  </a:lnTo>
                  <a:lnTo>
                    <a:pt x="225" y="168"/>
                  </a:lnTo>
                  <a:lnTo>
                    <a:pt x="227" y="168"/>
                  </a:lnTo>
                  <a:lnTo>
                    <a:pt x="227" y="166"/>
                  </a:lnTo>
                  <a:lnTo>
                    <a:pt x="227" y="166"/>
                  </a:lnTo>
                  <a:lnTo>
                    <a:pt x="229" y="166"/>
                  </a:lnTo>
                  <a:lnTo>
                    <a:pt x="229" y="166"/>
                  </a:lnTo>
                  <a:lnTo>
                    <a:pt x="229" y="166"/>
                  </a:lnTo>
                  <a:lnTo>
                    <a:pt x="232" y="166"/>
                  </a:lnTo>
                  <a:lnTo>
                    <a:pt x="232" y="166"/>
                  </a:lnTo>
                  <a:lnTo>
                    <a:pt x="232" y="166"/>
                  </a:lnTo>
                  <a:lnTo>
                    <a:pt x="234" y="166"/>
                  </a:lnTo>
                  <a:lnTo>
                    <a:pt x="234" y="166"/>
                  </a:lnTo>
                  <a:lnTo>
                    <a:pt x="236" y="166"/>
                  </a:lnTo>
                  <a:lnTo>
                    <a:pt x="236" y="166"/>
                  </a:lnTo>
                  <a:lnTo>
                    <a:pt x="236" y="166"/>
                  </a:lnTo>
                  <a:lnTo>
                    <a:pt x="239" y="166"/>
                  </a:lnTo>
                  <a:lnTo>
                    <a:pt x="239" y="166"/>
                  </a:lnTo>
                  <a:lnTo>
                    <a:pt x="239" y="168"/>
                  </a:lnTo>
                  <a:lnTo>
                    <a:pt x="239" y="168"/>
                  </a:lnTo>
                  <a:lnTo>
                    <a:pt x="239" y="168"/>
                  </a:lnTo>
                  <a:lnTo>
                    <a:pt x="239" y="168"/>
                  </a:lnTo>
                  <a:lnTo>
                    <a:pt x="239" y="168"/>
                  </a:lnTo>
                  <a:lnTo>
                    <a:pt x="239" y="171"/>
                  </a:lnTo>
                  <a:lnTo>
                    <a:pt x="239" y="171"/>
                  </a:lnTo>
                  <a:lnTo>
                    <a:pt x="241" y="171"/>
                  </a:lnTo>
                  <a:lnTo>
                    <a:pt x="241" y="171"/>
                  </a:lnTo>
                  <a:lnTo>
                    <a:pt x="243" y="171"/>
                  </a:lnTo>
                  <a:lnTo>
                    <a:pt x="243" y="168"/>
                  </a:lnTo>
                  <a:lnTo>
                    <a:pt x="243" y="168"/>
                  </a:lnTo>
                  <a:lnTo>
                    <a:pt x="243" y="168"/>
                  </a:lnTo>
                  <a:lnTo>
                    <a:pt x="243" y="168"/>
                  </a:lnTo>
                  <a:lnTo>
                    <a:pt x="246" y="168"/>
                  </a:lnTo>
                  <a:lnTo>
                    <a:pt x="246" y="168"/>
                  </a:lnTo>
                  <a:lnTo>
                    <a:pt x="246" y="168"/>
                  </a:lnTo>
                  <a:lnTo>
                    <a:pt x="246" y="168"/>
                  </a:lnTo>
                  <a:lnTo>
                    <a:pt x="248" y="168"/>
                  </a:lnTo>
                  <a:lnTo>
                    <a:pt x="248" y="166"/>
                  </a:lnTo>
                  <a:lnTo>
                    <a:pt x="248" y="166"/>
                  </a:lnTo>
                  <a:lnTo>
                    <a:pt x="251" y="166"/>
                  </a:lnTo>
                  <a:lnTo>
                    <a:pt x="251" y="166"/>
                  </a:lnTo>
                  <a:lnTo>
                    <a:pt x="251" y="166"/>
                  </a:lnTo>
                  <a:lnTo>
                    <a:pt x="251" y="166"/>
                  </a:lnTo>
                  <a:lnTo>
                    <a:pt x="253" y="166"/>
                  </a:lnTo>
                  <a:lnTo>
                    <a:pt x="253" y="166"/>
                  </a:lnTo>
                  <a:lnTo>
                    <a:pt x="255" y="166"/>
                  </a:lnTo>
                  <a:lnTo>
                    <a:pt x="255" y="164"/>
                  </a:lnTo>
                  <a:lnTo>
                    <a:pt x="255" y="164"/>
                  </a:lnTo>
                  <a:lnTo>
                    <a:pt x="255" y="164"/>
                  </a:lnTo>
                  <a:lnTo>
                    <a:pt x="258" y="164"/>
                  </a:lnTo>
                  <a:lnTo>
                    <a:pt x="258" y="164"/>
                  </a:lnTo>
                  <a:lnTo>
                    <a:pt x="258" y="164"/>
                  </a:lnTo>
                  <a:lnTo>
                    <a:pt x="258" y="161"/>
                  </a:lnTo>
                  <a:lnTo>
                    <a:pt x="258" y="161"/>
                  </a:lnTo>
                  <a:lnTo>
                    <a:pt x="258" y="161"/>
                  </a:lnTo>
                  <a:lnTo>
                    <a:pt x="260" y="161"/>
                  </a:lnTo>
                  <a:lnTo>
                    <a:pt x="260" y="161"/>
                  </a:lnTo>
                  <a:lnTo>
                    <a:pt x="260" y="159"/>
                  </a:lnTo>
                  <a:lnTo>
                    <a:pt x="260" y="159"/>
                  </a:lnTo>
                  <a:lnTo>
                    <a:pt x="260" y="157"/>
                  </a:lnTo>
                  <a:lnTo>
                    <a:pt x="260" y="157"/>
                  </a:lnTo>
                  <a:lnTo>
                    <a:pt x="260" y="157"/>
                  </a:lnTo>
                  <a:lnTo>
                    <a:pt x="260" y="157"/>
                  </a:lnTo>
                  <a:lnTo>
                    <a:pt x="260" y="154"/>
                  </a:lnTo>
                  <a:lnTo>
                    <a:pt x="258" y="154"/>
                  </a:lnTo>
                  <a:lnTo>
                    <a:pt x="258" y="154"/>
                  </a:lnTo>
                  <a:lnTo>
                    <a:pt x="258" y="152"/>
                  </a:lnTo>
                  <a:lnTo>
                    <a:pt x="258" y="152"/>
                  </a:lnTo>
                  <a:lnTo>
                    <a:pt x="258" y="150"/>
                  </a:lnTo>
                  <a:lnTo>
                    <a:pt x="258" y="150"/>
                  </a:lnTo>
                  <a:lnTo>
                    <a:pt x="258" y="150"/>
                  </a:lnTo>
                  <a:lnTo>
                    <a:pt x="258" y="147"/>
                  </a:lnTo>
                  <a:lnTo>
                    <a:pt x="258" y="147"/>
                  </a:lnTo>
                  <a:lnTo>
                    <a:pt x="258" y="147"/>
                  </a:lnTo>
                  <a:lnTo>
                    <a:pt x="258" y="145"/>
                  </a:lnTo>
                  <a:lnTo>
                    <a:pt x="258" y="145"/>
                  </a:lnTo>
                  <a:lnTo>
                    <a:pt x="258" y="145"/>
                  </a:lnTo>
                  <a:lnTo>
                    <a:pt x="258" y="142"/>
                  </a:lnTo>
                  <a:lnTo>
                    <a:pt x="258" y="142"/>
                  </a:lnTo>
                  <a:lnTo>
                    <a:pt x="258" y="140"/>
                  </a:lnTo>
                  <a:lnTo>
                    <a:pt x="258" y="140"/>
                  </a:lnTo>
                  <a:lnTo>
                    <a:pt x="258" y="140"/>
                  </a:lnTo>
                  <a:lnTo>
                    <a:pt x="258" y="138"/>
                  </a:lnTo>
                  <a:lnTo>
                    <a:pt x="258" y="138"/>
                  </a:lnTo>
                  <a:lnTo>
                    <a:pt x="258" y="138"/>
                  </a:lnTo>
                  <a:lnTo>
                    <a:pt x="258" y="138"/>
                  </a:lnTo>
                  <a:lnTo>
                    <a:pt x="258" y="135"/>
                  </a:lnTo>
                  <a:lnTo>
                    <a:pt x="260" y="135"/>
                  </a:lnTo>
                  <a:lnTo>
                    <a:pt x="260" y="135"/>
                  </a:lnTo>
                  <a:lnTo>
                    <a:pt x="260" y="133"/>
                  </a:lnTo>
                  <a:lnTo>
                    <a:pt x="260" y="133"/>
                  </a:lnTo>
                  <a:lnTo>
                    <a:pt x="260" y="133"/>
                  </a:lnTo>
                  <a:lnTo>
                    <a:pt x="260" y="131"/>
                  </a:lnTo>
                  <a:lnTo>
                    <a:pt x="262" y="131"/>
                  </a:lnTo>
                  <a:lnTo>
                    <a:pt x="262" y="131"/>
                  </a:lnTo>
                  <a:lnTo>
                    <a:pt x="262" y="131"/>
                  </a:lnTo>
                  <a:lnTo>
                    <a:pt x="262" y="131"/>
                  </a:lnTo>
                  <a:lnTo>
                    <a:pt x="265" y="131"/>
                  </a:lnTo>
                  <a:lnTo>
                    <a:pt x="265" y="131"/>
                  </a:lnTo>
                  <a:lnTo>
                    <a:pt x="265" y="131"/>
                  </a:lnTo>
                  <a:lnTo>
                    <a:pt x="265" y="128"/>
                  </a:lnTo>
                  <a:lnTo>
                    <a:pt x="267" y="128"/>
                  </a:lnTo>
                  <a:lnTo>
                    <a:pt x="267" y="128"/>
                  </a:lnTo>
                  <a:lnTo>
                    <a:pt x="270" y="128"/>
                  </a:lnTo>
                  <a:lnTo>
                    <a:pt x="270" y="128"/>
                  </a:lnTo>
                  <a:lnTo>
                    <a:pt x="270" y="128"/>
                  </a:lnTo>
                  <a:lnTo>
                    <a:pt x="270" y="131"/>
                  </a:lnTo>
                  <a:lnTo>
                    <a:pt x="272" y="131"/>
                  </a:lnTo>
                  <a:lnTo>
                    <a:pt x="272" y="128"/>
                  </a:lnTo>
                  <a:lnTo>
                    <a:pt x="272" y="128"/>
                  </a:lnTo>
                  <a:lnTo>
                    <a:pt x="272" y="128"/>
                  </a:lnTo>
                  <a:lnTo>
                    <a:pt x="272" y="128"/>
                  </a:lnTo>
                  <a:lnTo>
                    <a:pt x="274" y="128"/>
                  </a:lnTo>
                  <a:lnTo>
                    <a:pt x="274" y="128"/>
                  </a:lnTo>
                  <a:lnTo>
                    <a:pt x="277" y="128"/>
                  </a:lnTo>
                  <a:lnTo>
                    <a:pt x="277" y="128"/>
                  </a:lnTo>
                  <a:lnTo>
                    <a:pt x="277" y="128"/>
                  </a:lnTo>
                  <a:lnTo>
                    <a:pt x="277" y="128"/>
                  </a:lnTo>
                  <a:lnTo>
                    <a:pt x="279" y="128"/>
                  </a:lnTo>
                  <a:lnTo>
                    <a:pt x="279" y="128"/>
                  </a:lnTo>
                  <a:lnTo>
                    <a:pt x="279" y="126"/>
                  </a:lnTo>
                  <a:lnTo>
                    <a:pt x="279" y="126"/>
                  </a:lnTo>
                  <a:lnTo>
                    <a:pt x="279" y="126"/>
                  </a:lnTo>
                  <a:lnTo>
                    <a:pt x="281" y="126"/>
                  </a:lnTo>
                  <a:lnTo>
                    <a:pt x="281" y="123"/>
                  </a:lnTo>
                  <a:lnTo>
                    <a:pt x="281" y="123"/>
                  </a:lnTo>
                  <a:lnTo>
                    <a:pt x="284" y="123"/>
                  </a:lnTo>
                  <a:lnTo>
                    <a:pt x="284" y="123"/>
                  </a:lnTo>
                  <a:lnTo>
                    <a:pt x="284" y="121"/>
                  </a:lnTo>
                  <a:lnTo>
                    <a:pt x="284" y="121"/>
                  </a:lnTo>
                  <a:lnTo>
                    <a:pt x="284" y="121"/>
                  </a:lnTo>
                  <a:lnTo>
                    <a:pt x="284" y="119"/>
                  </a:lnTo>
                  <a:lnTo>
                    <a:pt x="284" y="119"/>
                  </a:lnTo>
                  <a:lnTo>
                    <a:pt x="284" y="119"/>
                  </a:lnTo>
                  <a:lnTo>
                    <a:pt x="284" y="119"/>
                  </a:lnTo>
                  <a:lnTo>
                    <a:pt x="281" y="119"/>
                  </a:lnTo>
                  <a:lnTo>
                    <a:pt x="281" y="116"/>
                  </a:lnTo>
                  <a:lnTo>
                    <a:pt x="281" y="116"/>
                  </a:lnTo>
                  <a:lnTo>
                    <a:pt x="284" y="116"/>
                  </a:lnTo>
                  <a:lnTo>
                    <a:pt x="284" y="114"/>
                  </a:lnTo>
                  <a:lnTo>
                    <a:pt x="284" y="114"/>
                  </a:lnTo>
                  <a:lnTo>
                    <a:pt x="284" y="114"/>
                  </a:lnTo>
                  <a:lnTo>
                    <a:pt x="284" y="114"/>
                  </a:lnTo>
                  <a:lnTo>
                    <a:pt x="286" y="114"/>
                  </a:lnTo>
                  <a:lnTo>
                    <a:pt x="286" y="112"/>
                  </a:lnTo>
                  <a:lnTo>
                    <a:pt x="286" y="112"/>
                  </a:lnTo>
                  <a:lnTo>
                    <a:pt x="286" y="114"/>
                  </a:lnTo>
                  <a:lnTo>
                    <a:pt x="288" y="114"/>
                  </a:lnTo>
                  <a:lnTo>
                    <a:pt x="288" y="114"/>
                  </a:lnTo>
                  <a:lnTo>
                    <a:pt x="288" y="112"/>
                  </a:lnTo>
                  <a:lnTo>
                    <a:pt x="288" y="112"/>
                  </a:lnTo>
                  <a:lnTo>
                    <a:pt x="291" y="112"/>
                  </a:lnTo>
                  <a:lnTo>
                    <a:pt x="291" y="112"/>
                  </a:lnTo>
                  <a:lnTo>
                    <a:pt x="291" y="112"/>
                  </a:lnTo>
                  <a:lnTo>
                    <a:pt x="291" y="112"/>
                  </a:lnTo>
                  <a:lnTo>
                    <a:pt x="291" y="112"/>
                  </a:lnTo>
                  <a:lnTo>
                    <a:pt x="293" y="112"/>
                  </a:lnTo>
                  <a:lnTo>
                    <a:pt x="293" y="112"/>
                  </a:lnTo>
                  <a:lnTo>
                    <a:pt x="296" y="112"/>
                  </a:lnTo>
                  <a:lnTo>
                    <a:pt x="296" y="112"/>
                  </a:lnTo>
                  <a:lnTo>
                    <a:pt x="296" y="112"/>
                  </a:lnTo>
                  <a:lnTo>
                    <a:pt x="296" y="114"/>
                  </a:lnTo>
                  <a:lnTo>
                    <a:pt x="298" y="114"/>
                  </a:lnTo>
                  <a:lnTo>
                    <a:pt x="298" y="114"/>
                  </a:lnTo>
                  <a:lnTo>
                    <a:pt x="298" y="114"/>
                  </a:lnTo>
                  <a:lnTo>
                    <a:pt x="298" y="112"/>
                  </a:lnTo>
                  <a:lnTo>
                    <a:pt x="300" y="112"/>
                  </a:lnTo>
                  <a:lnTo>
                    <a:pt x="300" y="112"/>
                  </a:lnTo>
                  <a:lnTo>
                    <a:pt x="303" y="112"/>
                  </a:lnTo>
                  <a:lnTo>
                    <a:pt x="303" y="112"/>
                  </a:lnTo>
                  <a:lnTo>
                    <a:pt x="303" y="112"/>
                  </a:lnTo>
                  <a:lnTo>
                    <a:pt x="303" y="112"/>
                  </a:lnTo>
                  <a:lnTo>
                    <a:pt x="305" y="112"/>
                  </a:lnTo>
                  <a:lnTo>
                    <a:pt x="305" y="112"/>
                  </a:lnTo>
                  <a:lnTo>
                    <a:pt x="305" y="112"/>
                  </a:lnTo>
                  <a:lnTo>
                    <a:pt x="307" y="112"/>
                  </a:lnTo>
                  <a:lnTo>
                    <a:pt x="307" y="112"/>
                  </a:lnTo>
                  <a:lnTo>
                    <a:pt x="307" y="114"/>
                  </a:lnTo>
                  <a:lnTo>
                    <a:pt x="307" y="114"/>
                  </a:lnTo>
                  <a:lnTo>
                    <a:pt x="307" y="116"/>
                  </a:lnTo>
                  <a:lnTo>
                    <a:pt x="307" y="116"/>
                  </a:lnTo>
                  <a:lnTo>
                    <a:pt x="307" y="116"/>
                  </a:lnTo>
                  <a:lnTo>
                    <a:pt x="307" y="116"/>
                  </a:lnTo>
                  <a:lnTo>
                    <a:pt x="305" y="116"/>
                  </a:lnTo>
                  <a:lnTo>
                    <a:pt x="305" y="116"/>
                  </a:lnTo>
                  <a:lnTo>
                    <a:pt x="305" y="119"/>
                  </a:lnTo>
                  <a:lnTo>
                    <a:pt x="305" y="119"/>
                  </a:lnTo>
                  <a:lnTo>
                    <a:pt x="305" y="119"/>
                  </a:lnTo>
                  <a:lnTo>
                    <a:pt x="305" y="119"/>
                  </a:lnTo>
                  <a:lnTo>
                    <a:pt x="305" y="119"/>
                  </a:lnTo>
                  <a:lnTo>
                    <a:pt x="305" y="119"/>
                  </a:lnTo>
                  <a:lnTo>
                    <a:pt x="305" y="121"/>
                  </a:lnTo>
                  <a:lnTo>
                    <a:pt x="307" y="121"/>
                  </a:lnTo>
                  <a:lnTo>
                    <a:pt x="307" y="121"/>
                  </a:lnTo>
                  <a:lnTo>
                    <a:pt x="307" y="121"/>
                  </a:lnTo>
                  <a:lnTo>
                    <a:pt x="310" y="121"/>
                  </a:lnTo>
                  <a:lnTo>
                    <a:pt x="310" y="121"/>
                  </a:lnTo>
                  <a:lnTo>
                    <a:pt x="310" y="121"/>
                  </a:lnTo>
                  <a:lnTo>
                    <a:pt x="310" y="123"/>
                  </a:lnTo>
                  <a:lnTo>
                    <a:pt x="312" y="123"/>
                  </a:lnTo>
                  <a:lnTo>
                    <a:pt x="312" y="123"/>
                  </a:lnTo>
                  <a:lnTo>
                    <a:pt x="310" y="123"/>
                  </a:lnTo>
                  <a:lnTo>
                    <a:pt x="310" y="123"/>
                  </a:lnTo>
                  <a:lnTo>
                    <a:pt x="310" y="126"/>
                  </a:lnTo>
                  <a:lnTo>
                    <a:pt x="310" y="126"/>
                  </a:lnTo>
                  <a:lnTo>
                    <a:pt x="310" y="126"/>
                  </a:lnTo>
                  <a:lnTo>
                    <a:pt x="310" y="128"/>
                  </a:lnTo>
                  <a:lnTo>
                    <a:pt x="310" y="128"/>
                  </a:lnTo>
                  <a:lnTo>
                    <a:pt x="310" y="128"/>
                  </a:lnTo>
                  <a:lnTo>
                    <a:pt x="312" y="128"/>
                  </a:lnTo>
                  <a:lnTo>
                    <a:pt x="312" y="128"/>
                  </a:lnTo>
                  <a:lnTo>
                    <a:pt x="312" y="128"/>
                  </a:lnTo>
                  <a:lnTo>
                    <a:pt x="312" y="128"/>
                  </a:lnTo>
                  <a:lnTo>
                    <a:pt x="314" y="128"/>
                  </a:lnTo>
                  <a:lnTo>
                    <a:pt x="314" y="128"/>
                  </a:lnTo>
                  <a:lnTo>
                    <a:pt x="317" y="128"/>
                  </a:lnTo>
                  <a:lnTo>
                    <a:pt x="317" y="128"/>
                  </a:lnTo>
                  <a:lnTo>
                    <a:pt x="317" y="128"/>
                  </a:lnTo>
                  <a:lnTo>
                    <a:pt x="317" y="128"/>
                  </a:lnTo>
                  <a:lnTo>
                    <a:pt x="317" y="131"/>
                  </a:lnTo>
                  <a:lnTo>
                    <a:pt x="319" y="131"/>
                  </a:lnTo>
                  <a:lnTo>
                    <a:pt x="319" y="131"/>
                  </a:lnTo>
                  <a:lnTo>
                    <a:pt x="319" y="131"/>
                  </a:lnTo>
                  <a:lnTo>
                    <a:pt x="319" y="131"/>
                  </a:lnTo>
                  <a:lnTo>
                    <a:pt x="322" y="131"/>
                  </a:lnTo>
                  <a:lnTo>
                    <a:pt x="322" y="131"/>
                  </a:lnTo>
                  <a:lnTo>
                    <a:pt x="322" y="131"/>
                  </a:lnTo>
                  <a:lnTo>
                    <a:pt x="322" y="131"/>
                  </a:lnTo>
                  <a:lnTo>
                    <a:pt x="322" y="133"/>
                  </a:lnTo>
                  <a:lnTo>
                    <a:pt x="322" y="133"/>
                  </a:lnTo>
                  <a:lnTo>
                    <a:pt x="322" y="135"/>
                  </a:lnTo>
                  <a:lnTo>
                    <a:pt x="324" y="135"/>
                  </a:lnTo>
                  <a:lnTo>
                    <a:pt x="324" y="135"/>
                  </a:lnTo>
                  <a:lnTo>
                    <a:pt x="324" y="135"/>
                  </a:lnTo>
                  <a:lnTo>
                    <a:pt x="324" y="138"/>
                  </a:lnTo>
                  <a:lnTo>
                    <a:pt x="324" y="138"/>
                  </a:lnTo>
                  <a:lnTo>
                    <a:pt x="326" y="138"/>
                  </a:lnTo>
                  <a:lnTo>
                    <a:pt x="326" y="138"/>
                  </a:lnTo>
                  <a:lnTo>
                    <a:pt x="326" y="138"/>
                  </a:lnTo>
                  <a:lnTo>
                    <a:pt x="329" y="138"/>
                  </a:lnTo>
                  <a:lnTo>
                    <a:pt x="329" y="138"/>
                  </a:lnTo>
                  <a:lnTo>
                    <a:pt x="329" y="138"/>
                  </a:lnTo>
                  <a:lnTo>
                    <a:pt x="329" y="138"/>
                  </a:lnTo>
                  <a:lnTo>
                    <a:pt x="331" y="138"/>
                  </a:lnTo>
                  <a:lnTo>
                    <a:pt x="331" y="138"/>
                  </a:lnTo>
                  <a:lnTo>
                    <a:pt x="331" y="140"/>
                  </a:lnTo>
                  <a:lnTo>
                    <a:pt x="331" y="140"/>
                  </a:lnTo>
                  <a:lnTo>
                    <a:pt x="331" y="140"/>
                  </a:lnTo>
                  <a:lnTo>
                    <a:pt x="331" y="142"/>
                  </a:lnTo>
                  <a:lnTo>
                    <a:pt x="333" y="142"/>
                  </a:lnTo>
                  <a:lnTo>
                    <a:pt x="333" y="142"/>
                  </a:lnTo>
                  <a:lnTo>
                    <a:pt x="336" y="142"/>
                  </a:lnTo>
                  <a:lnTo>
                    <a:pt x="336" y="142"/>
                  </a:lnTo>
                  <a:lnTo>
                    <a:pt x="336" y="142"/>
                  </a:lnTo>
                  <a:lnTo>
                    <a:pt x="336" y="140"/>
                  </a:lnTo>
                  <a:lnTo>
                    <a:pt x="338" y="140"/>
                  </a:lnTo>
                  <a:lnTo>
                    <a:pt x="338" y="140"/>
                  </a:lnTo>
                  <a:lnTo>
                    <a:pt x="338" y="140"/>
                  </a:lnTo>
                  <a:lnTo>
                    <a:pt x="338" y="140"/>
                  </a:lnTo>
                  <a:lnTo>
                    <a:pt x="341" y="140"/>
                  </a:lnTo>
                  <a:lnTo>
                    <a:pt x="341" y="140"/>
                  </a:lnTo>
                  <a:lnTo>
                    <a:pt x="343" y="140"/>
                  </a:lnTo>
                  <a:lnTo>
                    <a:pt x="343" y="140"/>
                  </a:lnTo>
                  <a:lnTo>
                    <a:pt x="343" y="140"/>
                  </a:lnTo>
                  <a:lnTo>
                    <a:pt x="343" y="140"/>
                  </a:lnTo>
                  <a:lnTo>
                    <a:pt x="343" y="142"/>
                  </a:lnTo>
                  <a:lnTo>
                    <a:pt x="345" y="142"/>
                  </a:lnTo>
                  <a:lnTo>
                    <a:pt x="345" y="142"/>
                  </a:lnTo>
                  <a:lnTo>
                    <a:pt x="345" y="142"/>
                  </a:lnTo>
                  <a:lnTo>
                    <a:pt x="345" y="142"/>
                  </a:lnTo>
                  <a:lnTo>
                    <a:pt x="345" y="145"/>
                  </a:lnTo>
                  <a:lnTo>
                    <a:pt x="348" y="145"/>
                  </a:lnTo>
                  <a:lnTo>
                    <a:pt x="348" y="145"/>
                  </a:lnTo>
                  <a:lnTo>
                    <a:pt x="348" y="145"/>
                  </a:lnTo>
                  <a:lnTo>
                    <a:pt x="350" y="145"/>
                  </a:lnTo>
                  <a:lnTo>
                    <a:pt x="350" y="145"/>
                  </a:lnTo>
                  <a:lnTo>
                    <a:pt x="350" y="145"/>
                  </a:lnTo>
                  <a:lnTo>
                    <a:pt x="352" y="145"/>
                  </a:lnTo>
                  <a:lnTo>
                    <a:pt x="352" y="145"/>
                  </a:lnTo>
                  <a:lnTo>
                    <a:pt x="352" y="145"/>
                  </a:lnTo>
                  <a:lnTo>
                    <a:pt x="352" y="145"/>
                  </a:lnTo>
                  <a:lnTo>
                    <a:pt x="355" y="145"/>
                  </a:lnTo>
                  <a:lnTo>
                    <a:pt x="355" y="145"/>
                  </a:lnTo>
                  <a:lnTo>
                    <a:pt x="355" y="147"/>
                  </a:lnTo>
                  <a:lnTo>
                    <a:pt x="355" y="147"/>
                  </a:lnTo>
                  <a:lnTo>
                    <a:pt x="355" y="147"/>
                  </a:lnTo>
                  <a:lnTo>
                    <a:pt x="355" y="147"/>
                  </a:lnTo>
                  <a:lnTo>
                    <a:pt x="357" y="147"/>
                  </a:lnTo>
                  <a:lnTo>
                    <a:pt x="357" y="147"/>
                  </a:lnTo>
                  <a:lnTo>
                    <a:pt x="357" y="147"/>
                  </a:lnTo>
                  <a:lnTo>
                    <a:pt x="357" y="150"/>
                  </a:lnTo>
                  <a:lnTo>
                    <a:pt x="359" y="150"/>
                  </a:lnTo>
                  <a:lnTo>
                    <a:pt x="359" y="150"/>
                  </a:lnTo>
                  <a:lnTo>
                    <a:pt x="359" y="150"/>
                  </a:lnTo>
                  <a:lnTo>
                    <a:pt x="359" y="152"/>
                  </a:lnTo>
                  <a:lnTo>
                    <a:pt x="362" y="152"/>
                  </a:lnTo>
                  <a:lnTo>
                    <a:pt x="362" y="152"/>
                  </a:lnTo>
                  <a:lnTo>
                    <a:pt x="362" y="152"/>
                  </a:lnTo>
                  <a:lnTo>
                    <a:pt x="362" y="154"/>
                  </a:lnTo>
                  <a:lnTo>
                    <a:pt x="362" y="154"/>
                  </a:lnTo>
                  <a:lnTo>
                    <a:pt x="362" y="154"/>
                  </a:lnTo>
                  <a:lnTo>
                    <a:pt x="362" y="157"/>
                  </a:lnTo>
                  <a:lnTo>
                    <a:pt x="364" y="157"/>
                  </a:lnTo>
                  <a:lnTo>
                    <a:pt x="364" y="157"/>
                  </a:lnTo>
                  <a:lnTo>
                    <a:pt x="364" y="157"/>
                  </a:lnTo>
                  <a:lnTo>
                    <a:pt x="364" y="159"/>
                  </a:lnTo>
                  <a:lnTo>
                    <a:pt x="364" y="159"/>
                  </a:lnTo>
                  <a:lnTo>
                    <a:pt x="364" y="159"/>
                  </a:lnTo>
                  <a:lnTo>
                    <a:pt x="364" y="161"/>
                  </a:lnTo>
                  <a:lnTo>
                    <a:pt x="364" y="161"/>
                  </a:lnTo>
                  <a:lnTo>
                    <a:pt x="364" y="161"/>
                  </a:lnTo>
                  <a:lnTo>
                    <a:pt x="367" y="161"/>
                  </a:lnTo>
                  <a:lnTo>
                    <a:pt x="367" y="164"/>
                  </a:lnTo>
                  <a:lnTo>
                    <a:pt x="367" y="164"/>
                  </a:lnTo>
                  <a:lnTo>
                    <a:pt x="367" y="164"/>
                  </a:lnTo>
                  <a:lnTo>
                    <a:pt x="369" y="164"/>
                  </a:lnTo>
                  <a:lnTo>
                    <a:pt x="369" y="166"/>
                  </a:lnTo>
                  <a:lnTo>
                    <a:pt x="369" y="166"/>
                  </a:lnTo>
                  <a:lnTo>
                    <a:pt x="369" y="166"/>
                  </a:lnTo>
                  <a:lnTo>
                    <a:pt x="369" y="166"/>
                  </a:lnTo>
                  <a:lnTo>
                    <a:pt x="371" y="166"/>
                  </a:lnTo>
                  <a:lnTo>
                    <a:pt x="371" y="166"/>
                  </a:lnTo>
                  <a:lnTo>
                    <a:pt x="371" y="168"/>
                  </a:lnTo>
                  <a:lnTo>
                    <a:pt x="371" y="168"/>
                  </a:lnTo>
                  <a:lnTo>
                    <a:pt x="371" y="168"/>
                  </a:lnTo>
                  <a:lnTo>
                    <a:pt x="374" y="168"/>
                  </a:lnTo>
                  <a:lnTo>
                    <a:pt x="374" y="168"/>
                  </a:lnTo>
                  <a:lnTo>
                    <a:pt x="374" y="171"/>
                  </a:lnTo>
                  <a:lnTo>
                    <a:pt x="374" y="171"/>
                  </a:lnTo>
                  <a:lnTo>
                    <a:pt x="374" y="171"/>
                  </a:lnTo>
                  <a:lnTo>
                    <a:pt x="374" y="173"/>
                  </a:lnTo>
                  <a:lnTo>
                    <a:pt x="376" y="173"/>
                  </a:lnTo>
                  <a:lnTo>
                    <a:pt x="376" y="173"/>
                  </a:lnTo>
                  <a:lnTo>
                    <a:pt x="376" y="176"/>
                  </a:lnTo>
                  <a:lnTo>
                    <a:pt x="376" y="176"/>
                  </a:lnTo>
                  <a:lnTo>
                    <a:pt x="376" y="178"/>
                  </a:lnTo>
                  <a:lnTo>
                    <a:pt x="376" y="178"/>
                  </a:lnTo>
                  <a:lnTo>
                    <a:pt x="376" y="178"/>
                  </a:lnTo>
                  <a:lnTo>
                    <a:pt x="376" y="178"/>
                  </a:lnTo>
                  <a:lnTo>
                    <a:pt x="376" y="178"/>
                  </a:lnTo>
                  <a:lnTo>
                    <a:pt x="376" y="180"/>
                  </a:lnTo>
                  <a:lnTo>
                    <a:pt x="374" y="180"/>
                  </a:lnTo>
                  <a:lnTo>
                    <a:pt x="374" y="180"/>
                  </a:lnTo>
                  <a:lnTo>
                    <a:pt x="374" y="183"/>
                  </a:lnTo>
                  <a:lnTo>
                    <a:pt x="374" y="183"/>
                  </a:lnTo>
                  <a:lnTo>
                    <a:pt x="374" y="183"/>
                  </a:lnTo>
                  <a:lnTo>
                    <a:pt x="371" y="183"/>
                  </a:lnTo>
                  <a:lnTo>
                    <a:pt x="371" y="185"/>
                  </a:lnTo>
                  <a:lnTo>
                    <a:pt x="371" y="185"/>
                  </a:lnTo>
                  <a:lnTo>
                    <a:pt x="374" y="185"/>
                  </a:lnTo>
                  <a:lnTo>
                    <a:pt x="374" y="187"/>
                  </a:lnTo>
                  <a:lnTo>
                    <a:pt x="374" y="187"/>
                  </a:lnTo>
                  <a:lnTo>
                    <a:pt x="374" y="187"/>
                  </a:lnTo>
                  <a:lnTo>
                    <a:pt x="374" y="187"/>
                  </a:lnTo>
                  <a:lnTo>
                    <a:pt x="374" y="190"/>
                  </a:lnTo>
                  <a:lnTo>
                    <a:pt x="374" y="190"/>
                  </a:lnTo>
                  <a:lnTo>
                    <a:pt x="374" y="192"/>
                  </a:lnTo>
                  <a:lnTo>
                    <a:pt x="374" y="192"/>
                  </a:lnTo>
                  <a:lnTo>
                    <a:pt x="374" y="192"/>
                  </a:lnTo>
                  <a:lnTo>
                    <a:pt x="371" y="192"/>
                  </a:lnTo>
                  <a:lnTo>
                    <a:pt x="371" y="195"/>
                  </a:lnTo>
                  <a:lnTo>
                    <a:pt x="371" y="195"/>
                  </a:lnTo>
                  <a:lnTo>
                    <a:pt x="371" y="195"/>
                  </a:lnTo>
                  <a:lnTo>
                    <a:pt x="371" y="195"/>
                  </a:lnTo>
                  <a:lnTo>
                    <a:pt x="371" y="197"/>
                  </a:lnTo>
                  <a:lnTo>
                    <a:pt x="369" y="197"/>
                  </a:lnTo>
                  <a:lnTo>
                    <a:pt x="369" y="197"/>
                  </a:lnTo>
                  <a:lnTo>
                    <a:pt x="369" y="197"/>
                  </a:lnTo>
                  <a:lnTo>
                    <a:pt x="369" y="197"/>
                  </a:lnTo>
                  <a:lnTo>
                    <a:pt x="369" y="197"/>
                  </a:lnTo>
                  <a:lnTo>
                    <a:pt x="369" y="199"/>
                  </a:lnTo>
                  <a:lnTo>
                    <a:pt x="369" y="199"/>
                  </a:lnTo>
                  <a:lnTo>
                    <a:pt x="369" y="202"/>
                  </a:lnTo>
                  <a:lnTo>
                    <a:pt x="369" y="202"/>
                  </a:lnTo>
                  <a:lnTo>
                    <a:pt x="367" y="202"/>
                  </a:lnTo>
                  <a:lnTo>
                    <a:pt x="367" y="204"/>
                  </a:lnTo>
                  <a:lnTo>
                    <a:pt x="367" y="204"/>
                  </a:lnTo>
                  <a:lnTo>
                    <a:pt x="369" y="204"/>
                  </a:lnTo>
                  <a:lnTo>
                    <a:pt x="369" y="206"/>
                  </a:lnTo>
                  <a:lnTo>
                    <a:pt x="369" y="206"/>
                  </a:lnTo>
                  <a:lnTo>
                    <a:pt x="369" y="206"/>
                  </a:lnTo>
                  <a:lnTo>
                    <a:pt x="369" y="206"/>
                  </a:lnTo>
                  <a:lnTo>
                    <a:pt x="369" y="206"/>
                  </a:lnTo>
                  <a:lnTo>
                    <a:pt x="369" y="209"/>
                  </a:lnTo>
                  <a:lnTo>
                    <a:pt x="369" y="209"/>
                  </a:lnTo>
                  <a:lnTo>
                    <a:pt x="371" y="209"/>
                  </a:lnTo>
                  <a:lnTo>
                    <a:pt x="371" y="209"/>
                  </a:lnTo>
                  <a:lnTo>
                    <a:pt x="371" y="211"/>
                  </a:lnTo>
                  <a:lnTo>
                    <a:pt x="371" y="211"/>
                  </a:lnTo>
                  <a:lnTo>
                    <a:pt x="371" y="211"/>
                  </a:lnTo>
                  <a:lnTo>
                    <a:pt x="371" y="214"/>
                  </a:lnTo>
                  <a:lnTo>
                    <a:pt x="374" y="214"/>
                  </a:lnTo>
                  <a:lnTo>
                    <a:pt x="374" y="211"/>
                  </a:lnTo>
                  <a:lnTo>
                    <a:pt x="374" y="211"/>
                  </a:lnTo>
                  <a:lnTo>
                    <a:pt x="376" y="211"/>
                  </a:lnTo>
                  <a:lnTo>
                    <a:pt x="376" y="211"/>
                  </a:lnTo>
                  <a:lnTo>
                    <a:pt x="376" y="211"/>
                  </a:lnTo>
                  <a:lnTo>
                    <a:pt x="378" y="211"/>
                  </a:lnTo>
                  <a:lnTo>
                    <a:pt x="378" y="214"/>
                  </a:lnTo>
                  <a:lnTo>
                    <a:pt x="378" y="214"/>
                  </a:lnTo>
                  <a:lnTo>
                    <a:pt x="378" y="214"/>
                  </a:lnTo>
                  <a:lnTo>
                    <a:pt x="378" y="214"/>
                  </a:lnTo>
                  <a:lnTo>
                    <a:pt x="381" y="214"/>
                  </a:lnTo>
                  <a:lnTo>
                    <a:pt x="381" y="214"/>
                  </a:lnTo>
                  <a:lnTo>
                    <a:pt x="383" y="214"/>
                  </a:lnTo>
                  <a:lnTo>
                    <a:pt x="383" y="214"/>
                  </a:lnTo>
                  <a:lnTo>
                    <a:pt x="383" y="214"/>
                  </a:lnTo>
                  <a:lnTo>
                    <a:pt x="386" y="214"/>
                  </a:lnTo>
                  <a:lnTo>
                    <a:pt x="386" y="216"/>
                  </a:lnTo>
                  <a:lnTo>
                    <a:pt x="386" y="216"/>
                  </a:lnTo>
                  <a:lnTo>
                    <a:pt x="386" y="216"/>
                  </a:lnTo>
                  <a:lnTo>
                    <a:pt x="386" y="216"/>
                  </a:lnTo>
                  <a:lnTo>
                    <a:pt x="388" y="216"/>
                  </a:lnTo>
                  <a:lnTo>
                    <a:pt x="388" y="216"/>
                  </a:lnTo>
                  <a:lnTo>
                    <a:pt x="390" y="216"/>
                  </a:lnTo>
                  <a:lnTo>
                    <a:pt x="390" y="216"/>
                  </a:lnTo>
                  <a:lnTo>
                    <a:pt x="390" y="216"/>
                  </a:lnTo>
                  <a:lnTo>
                    <a:pt x="390" y="216"/>
                  </a:lnTo>
                  <a:lnTo>
                    <a:pt x="393" y="216"/>
                  </a:lnTo>
                  <a:lnTo>
                    <a:pt x="393" y="216"/>
                  </a:lnTo>
                  <a:lnTo>
                    <a:pt x="395" y="216"/>
                  </a:lnTo>
                  <a:lnTo>
                    <a:pt x="395" y="216"/>
                  </a:lnTo>
                  <a:lnTo>
                    <a:pt x="395" y="216"/>
                  </a:lnTo>
                  <a:lnTo>
                    <a:pt x="397" y="216"/>
                  </a:lnTo>
                  <a:lnTo>
                    <a:pt x="397" y="216"/>
                  </a:lnTo>
                  <a:lnTo>
                    <a:pt x="397" y="216"/>
                  </a:lnTo>
                  <a:lnTo>
                    <a:pt x="397" y="216"/>
                  </a:lnTo>
                  <a:lnTo>
                    <a:pt x="400" y="216"/>
                  </a:lnTo>
                  <a:lnTo>
                    <a:pt x="400" y="216"/>
                  </a:lnTo>
                  <a:lnTo>
                    <a:pt x="402" y="216"/>
                  </a:lnTo>
                  <a:lnTo>
                    <a:pt x="402" y="216"/>
                  </a:lnTo>
                  <a:lnTo>
                    <a:pt x="402" y="216"/>
                  </a:lnTo>
                  <a:lnTo>
                    <a:pt x="404" y="216"/>
                  </a:lnTo>
                  <a:lnTo>
                    <a:pt x="404" y="216"/>
                  </a:lnTo>
                  <a:lnTo>
                    <a:pt x="404" y="216"/>
                  </a:lnTo>
                  <a:lnTo>
                    <a:pt x="404" y="216"/>
                  </a:lnTo>
                  <a:lnTo>
                    <a:pt x="407" y="216"/>
                  </a:lnTo>
                  <a:lnTo>
                    <a:pt x="407" y="216"/>
                  </a:lnTo>
                  <a:lnTo>
                    <a:pt x="409" y="216"/>
                  </a:lnTo>
                  <a:lnTo>
                    <a:pt x="409" y="216"/>
                  </a:lnTo>
                  <a:lnTo>
                    <a:pt x="409" y="216"/>
                  </a:lnTo>
                  <a:lnTo>
                    <a:pt x="412" y="216"/>
                  </a:lnTo>
                  <a:lnTo>
                    <a:pt x="412" y="216"/>
                  </a:lnTo>
                  <a:lnTo>
                    <a:pt x="412" y="216"/>
                  </a:lnTo>
                  <a:lnTo>
                    <a:pt x="414" y="216"/>
                  </a:lnTo>
                  <a:lnTo>
                    <a:pt x="414" y="216"/>
                  </a:lnTo>
                  <a:lnTo>
                    <a:pt x="416" y="216"/>
                  </a:lnTo>
                  <a:lnTo>
                    <a:pt x="416" y="216"/>
                  </a:lnTo>
                  <a:lnTo>
                    <a:pt x="416" y="216"/>
                  </a:lnTo>
                  <a:lnTo>
                    <a:pt x="419" y="216"/>
                  </a:lnTo>
                  <a:lnTo>
                    <a:pt x="419" y="216"/>
                  </a:lnTo>
                  <a:lnTo>
                    <a:pt x="419" y="216"/>
                  </a:lnTo>
                  <a:lnTo>
                    <a:pt x="421" y="216"/>
                  </a:lnTo>
                  <a:lnTo>
                    <a:pt x="421" y="216"/>
                  </a:lnTo>
                  <a:lnTo>
                    <a:pt x="423" y="216"/>
                  </a:lnTo>
                  <a:lnTo>
                    <a:pt x="423" y="216"/>
                  </a:lnTo>
                  <a:lnTo>
                    <a:pt x="423" y="216"/>
                  </a:lnTo>
                  <a:lnTo>
                    <a:pt x="426" y="216"/>
                  </a:lnTo>
                  <a:lnTo>
                    <a:pt x="426" y="218"/>
                  </a:lnTo>
                  <a:lnTo>
                    <a:pt x="426" y="218"/>
                  </a:lnTo>
                  <a:lnTo>
                    <a:pt x="428" y="218"/>
                  </a:lnTo>
                  <a:lnTo>
                    <a:pt x="428" y="218"/>
                  </a:lnTo>
                  <a:lnTo>
                    <a:pt x="428" y="218"/>
                  </a:lnTo>
                  <a:lnTo>
                    <a:pt x="430" y="218"/>
                  </a:lnTo>
                  <a:lnTo>
                    <a:pt x="430" y="218"/>
                  </a:lnTo>
                  <a:lnTo>
                    <a:pt x="430" y="218"/>
                  </a:lnTo>
                  <a:lnTo>
                    <a:pt x="430" y="218"/>
                  </a:lnTo>
                  <a:lnTo>
                    <a:pt x="433" y="218"/>
                  </a:lnTo>
                  <a:lnTo>
                    <a:pt x="433" y="221"/>
                  </a:lnTo>
                  <a:lnTo>
                    <a:pt x="433" y="221"/>
                  </a:lnTo>
                  <a:lnTo>
                    <a:pt x="433" y="221"/>
                  </a:lnTo>
                  <a:lnTo>
                    <a:pt x="435" y="221"/>
                  </a:lnTo>
                  <a:lnTo>
                    <a:pt x="435" y="221"/>
                  </a:lnTo>
                  <a:lnTo>
                    <a:pt x="435" y="223"/>
                  </a:lnTo>
                  <a:lnTo>
                    <a:pt x="435" y="223"/>
                  </a:lnTo>
                  <a:lnTo>
                    <a:pt x="438" y="223"/>
                  </a:lnTo>
                  <a:lnTo>
                    <a:pt x="438" y="223"/>
                  </a:lnTo>
                  <a:lnTo>
                    <a:pt x="438" y="223"/>
                  </a:lnTo>
                  <a:lnTo>
                    <a:pt x="438" y="223"/>
                  </a:lnTo>
                  <a:lnTo>
                    <a:pt x="440" y="223"/>
                  </a:lnTo>
                  <a:lnTo>
                    <a:pt x="440" y="225"/>
                  </a:lnTo>
                  <a:lnTo>
                    <a:pt x="440" y="225"/>
                  </a:lnTo>
                  <a:lnTo>
                    <a:pt x="442" y="225"/>
                  </a:lnTo>
                  <a:lnTo>
                    <a:pt x="442" y="225"/>
                  </a:lnTo>
                  <a:lnTo>
                    <a:pt x="442" y="225"/>
                  </a:lnTo>
                  <a:lnTo>
                    <a:pt x="442" y="225"/>
                  </a:lnTo>
                  <a:lnTo>
                    <a:pt x="442" y="228"/>
                  </a:lnTo>
                  <a:lnTo>
                    <a:pt x="445" y="228"/>
                  </a:lnTo>
                  <a:lnTo>
                    <a:pt x="445" y="228"/>
                  </a:lnTo>
                  <a:lnTo>
                    <a:pt x="445" y="228"/>
                  </a:lnTo>
                  <a:lnTo>
                    <a:pt x="445" y="228"/>
                  </a:lnTo>
                  <a:lnTo>
                    <a:pt x="445" y="228"/>
                  </a:lnTo>
                  <a:lnTo>
                    <a:pt x="445" y="230"/>
                  </a:lnTo>
                  <a:lnTo>
                    <a:pt x="447" y="230"/>
                  </a:lnTo>
                  <a:lnTo>
                    <a:pt x="447" y="230"/>
                  </a:lnTo>
                  <a:lnTo>
                    <a:pt x="449" y="230"/>
                  </a:lnTo>
                  <a:lnTo>
                    <a:pt x="449" y="230"/>
                  </a:lnTo>
                  <a:lnTo>
                    <a:pt x="449" y="230"/>
                  </a:lnTo>
                  <a:lnTo>
                    <a:pt x="449" y="230"/>
                  </a:lnTo>
                  <a:lnTo>
                    <a:pt x="452" y="230"/>
                  </a:lnTo>
                  <a:lnTo>
                    <a:pt x="452" y="232"/>
                  </a:lnTo>
                  <a:lnTo>
                    <a:pt x="452" y="232"/>
                  </a:lnTo>
                  <a:lnTo>
                    <a:pt x="452" y="232"/>
                  </a:lnTo>
                  <a:lnTo>
                    <a:pt x="452" y="232"/>
                  </a:lnTo>
                  <a:lnTo>
                    <a:pt x="454" y="232"/>
                  </a:lnTo>
                  <a:lnTo>
                    <a:pt x="454" y="235"/>
                  </a:lnTo>
                  <a:lnTo>
                    <a:pt x="454" y="235"/>
                  </a:lnTo>
                  <a:lnTo>
                    <a:pt x="457" y="235"/>
                  </a:lnTo>
                  <a:lnTo>
                    <a:pt x="457" y="235"/>
                  </a:lnTo>
                  <a:lnTo>
                    <a:pt x="457" y="235"/>
                  </a:lnTo>
                  <a:lnTo>
                    <a:pt x="457" y="235"/>
                  </a:lnTo>
                  <a:lnTo>
                    <a:pt x="459" y="235"/>
                  </a:lnTo>
                  <a:lnTo>
                    <a:pt x="459" y="235"/>
                  </a:lnTo>
                  <a:lnTo>
                    <a:pt x="459" y="237"/>
                  </a:lnTo>
                  <a:lnTo>
                    <a:pt x="459" y="237"/>
                  </a:lnTo>
                  <a:lnTo>
                    <a:pt x="461" y="237"/>
                  </a:lnTo>
                  <a:lnTo>
                    <a:pt x="461" y="237"/>
                  </a:lnTo>
                  <a:lnTo>
                    <a:pt x="464" y="237"/>
                  </a:lnTo>
                  <a:lnTo>
                    <a:pt x="464" y="237"/>
                  </a:lnTo>
                  <a:lnTo>
                    <a:pt x="464" y="237"/>
                  </a:lnTo>
                  <a:lnTo>
                    <a:pt x="466" y="237"/>
                  </a:lnTo>
                  <a:lnTo>
                    <a:pt x="466" y="235"/>
                  </a:lnTo>
                  <a:lnTo>
                    <a:pt x="466" y="235"/>
                  </a:lnTo>
                  <a:lnTo>
                    <a:pt x="468" y="235"/>
                  </a:lnTo>
                  <a:lnTo>
                    <a:pt x="468" y="235"/>
                  </a:lnTo>
                  <a:lnTo>
                    <a:pt x="468" y="235"/>
                  </a:lnTo>
                  <a:lnTo>
                    <a:pt x="468" y="237"/>
                  </a:lnTo>
                  <a:lnTo>
                    <a:pt x="468" y="237"/>
                  </a:lnTo>
                  <a:lnTo>
                    <a:pt x="468" y="237"/>
                  </a:lnTo>
                  <a:lnTo>
                    <a:pt x="468" y="237"/>
                  </a:lnTo>
                  <a:lnTo>
                    <a:pt x="468" y="240"/>
                  </a:lnTo>
                  <a:lnTo>
                    <a:pt x="468" y="240"/>
                  </a:lnTo>
                  <a:lnTo>
                    <a:pt x="468" y="240"/>
                  </a:lnTo>
                  <a:lnTo>
                    <a:pt x="468" y="242"/>
                  </a:lnTo>
                  <a:lnTo>
                    <a:pt x="468" y="242"/>
                  </a:lnTo>
                  <a:lnTo>
                    <a:pt x="468" y="242"/>
                  </a:lnTo>
                  <a:lnTo>
                    <a:pt x="468" y="242"/>
                  </a:lnTo>
                  <a:lnTo>
                    <a:pt x="471" y="242"/>
                  </a:lnTo>
                  <a:lnTo>
                    <a:pt x="471" y="242"/>
                  </a:lnTo>
                  <a:lnTo>
                    <a:pt x="471" y="242"/>
                  </a:lnTo>
                  <a:lnTo>
                    <a:pt x="471" y="244"/>
                  </a:lnTo>
                  <a:lnTo>
                    <a:pt x="473" y="244"/>
                  </a:lnTo>
                  <a:lnTo>
                    <a:pt x="473" y="244"/>
                  </a:lnTo>
                  <a:lnTo>
                    <a:pt x="473" y="247"/>
                  </a:lnTo>
                  <a:lnTo>
                    <a:pt x="473" y="247"/>
                  </a:lnTo>
                  <a:lnTo>
                    <a:pt x="473" y="247"/>
                  </a:lnTo>
                  <a:lnTo>
                    <a:pt x="475" y="247"/>
                  </a:lnTo>
                  <a:lnTo>
                    <a:pt x="475" y="247"/>
                  </a:lnTo>
                  <a:lnTo>
                    <a:pt x="475" y="249"/>
                  </a:lnTo>
                  <a:lnTo>
                    <a:pt x="475" y="249"/>
                  </a:lnTo>
                  <a:lnTo>
                    <a:pt x="475" y="251"/>
                  </a:lnTo>
                  <a:lnTo>
                    <a:pt x="475" y="251"/>
                  </a:lnTo>
                  <a:lnTo>
                    <a:pt x="475" y="251"/>
                  </a:lnTo>
                  <a:lnTo>
                    <a:pt x="475" y="251"/>
                  </a:lnTo>
                  <a:lnTo>
                    <a:pt x="475" y="254"/>
                  </a:lnTo>
                  <a:lnTo>
                    <a:pt x="475" y="254"/>
                  </a:lnTo>
                  <a:lnTo>
                    <a:pt x="478" y="254"/>
                  </a:lnTo>
                  <a:lnTo>
                    <a:pt x="478" y="256"/>
                  </a:lnTo>
                  <a:lnTo>
                    <a:pt x="478" y="256"/>
                  </a:lnTo>
                  <a:lnTo>
                    <a:pt x="478" y="256"/>
                  </a:lnTo>
                  <a:lnTo>
                    <a:pt x="478" y="256"/>
                  </a:lnTo>
                  <a:lnTo>
                    <a:pt x="478" y="256"/>
                  </a:lnTo>
                  <a:lnTo>
                    <a:pt x="478" y="259"/>
                  </a:lnTo>
                  <a:lnTo>
                    <a:pt x="478" y="259"/>
                  </a:lnTo>
                  <a:lnTo>
                    <a:pt x="478" y="261"/>
                  </a:lnTo>
                  <a:lnTo>
                    <a:pt x="478" y="261"/>
                  </a:lnTo>
                  <a:lnTo>
                    <a:pt x="480" y="261"/>
                  </a:lnTo>
                  <a:lnTo>
                    <a:pt x="480" y="263"/>
                  </a:lnTo>
                  <a:lnTo>
                    <a:pt x="480" y="263"/>
                  </a:lnTo>
                  <a:lnTo>
                    <a:pt x="483" y="263"/>
                  </a:lnTo>
                  <a:lnTo>
                    <a:pt x="483" y="263"/>
                  </a:lnTo>
                  <a:lnTo>
                    <a:pt x="483" y="263"/>
                  </a:lnTo>
                  <a:lnTo>
                    <a:pt x="483" y="266"/>
                  </a:lnTo>
                  <a:lnTo>
                    <a:pt x="483" y="266"/>
                  </a:lnTo>
                  <a:lnTo>
                    <a:pt x="483" y="266"/>
                  </a:lnTo>
                  <a:lnTo>
                    <a:pt x="485" y="266"/>
                  </a:lnTo>
                  <a:lnTo>
                    <a:pt x="485" y="266"/>
                  </a:lnTo>
                  <a:lnTo>
                    <a:pt x="485" y="268"/>
                  </a:lnTo>
                  <a:lnTo>
                    <a:pt x="485" y="268"/>
                  </a:lnTo>
                  <a:lnTo>
                    <a:pt x="485" y="268"/>
                  </a:lnTo>
                  <a:lnTo>
                    <a:pt x="485" y="268"/>
                  </a:lnTo>
                  <a:lnTo>
                    <a:pt x="487" y="268"/>
                  </a:lnTo>
                  <a:lnTo>
                    <a:pt x="487" y="270"/>
                  </a:lnTo>
                  <a:lnTo>
                    <a:pt x="487" y="270"/>
                  </a:lnTo>
                  <a:lnTo>
                    <a:pt x="487" y="270"/>
                  </a:lnTo>
                  <a:lnTo>
                    <a:pt x="490" y="270"/>
                  </a:lnTo>
                  <a:lnTo>
                    <a:pt x="490" y="273"/>
                  </a:lnTo>
                  <a:lnTo>
                    <a:pt x="490" y="273"/>
                  </a:lnTo>
                  <a:lnTo>
                    <a:pt x="490" y="275"/>
                  </a:lnTo>
                  <a:lnTo>
                    <a:pt x="490" y="275"/>
                  </a:lnTo>
                  <a:lnTo>
                    <a:pt x="490" y="275"/>
                  </a:lnTo>
                  <a:lnTo>
                    <a:pt x="490" y="275"/>
                  </a:lnTo>
                  <a:lnTo>
                    <a:pt x="492" y="275"/>
                  </a:lnTo>
                  <a:lnTo>
                    <a:pt x="492" y="275"/>
                  </a:lnTo>
                  <a:lnTo>
                    <a:pt x="492" y="275"/>
                  </a:lnTo>
                  <a:lnTo>
                    <a:pt x="494" y="275"/>
                  </a:lnTo>
                  <a:lnTo>
                    <a:pt x="494" y="275"/>
                  </a:lnTo>
                  <a:lnTo>
                    <a:pt x="494" y="275"/>
                  </a:lnTo>
                  <a:lnTo>
                    <a:pt x="497" y="275"/>
                  </a:lnTo>
                  <a:lnTo>
                    <a:pt x="497" y="275"/>
                  </a:lnTo>
                  <a:lnTo>
                    <a:pt x="497" y="275"/>
                  </a:lnTo>
                  <a:lnTo>
                    <a:pt x="499" y="275"/>
                  </a:lnTo>
                  <a:lnTo>
                    <a:pt x="499" y="275"/>
                  </a:lnTo>
                  <a:lnTo>
                    <a:pt x="499" y="275"/>
                  </a:lnTo>
                  <a:lnTo>
                    <a:pt x="501" y="275"/>
                  </a:lnTo>
                  <a:lnTo>
                    <a:pt x="501" y="275"/>
                  </a:lnTo>
                  <a:lnTo>
                    <a:pt x="501" y="275"/>
                  </a:lnTo>
                  <a:lnTo>
                    <a:pt x="504" y="275"/>
                  </a:lnTo>
                  <a:lnTo>
                    <a:pt x="504" y="275"/>
                  </a:lnTo>
                  <a:lnTo>
                    <a:pt x="504" y="275"/>
                  </a:lnTo>
                  <a:lnTo>
                    <a:pt x="504" y="275"/>
                  </a:lnTo>
                  <a:lnTo>
                    <a:pt x="506" y="275"/>
                  </a:lnTo>
                  <a:lnTo>
                    <a:pt x="506" y="273"/>
                  </a:lnTo>
                  <a:lnTo>
                    <a:pt x="506" y="273"/>
                  </a:lnTo>
                  <a:lnTo>
                    <a:pt x="509" y="273"/>
                  </a:lnTo>
                  <a:lnTo>
                    <a:pt x="509" y="275"/>
                  </a:lnTo>
                  <a:lnTo>
                    <a:pt x="509" y="275"/>
                  </a:lnTo>
                  <a:lnTo>
                    <a:pt x="509" y="275"/>
                  </a:lnTo>
                  <a:lnTo>
                    <a:pt x="511" y="275"/>
                  </a:lnTo>
                  <a:lnTo>
                    <a:pt x="511" y="275"/>
                  </a:lnTo>
                  <a:lnTo>
                    <a:pt x="511" y="275"/>
                  </a:lnTo>
                  <a:lnTo>
                    <a:pt x="513" y="275"/>
                  </a:lnTo>
                  <a:lnTo>
                    <a:pt x="513" y="275"/>
                  </a:lnTo>
                  <a:lnTo>
                    <a:pt x="513" y="275"/>
                  </a:lnTo>
                  <a:lnTo>
                    <a:pt x="516" y="275"/>
                  </a:lnTo>
                  <a:lnTo>
                    <a:pt x="516" y="275"/>
                  </a:lnTo>
                  <a:lnTo>
                    <a:pt x="516" y="275"/>
                  </a:lnTo>
                  <a:lnTo>
                    <a:pt x="518" y="275"/>
                  </a:lnTo>
                  <a:lnTo>
                    <a:pt x="518" y="275"/>
                  </a:lnTo>
                  <a:lnTo>
                    <a:pt x="518" y="275"/>
                  </a:lnTo>
                  <a:lnTo>
                    <a:pt x="520" y="275"/>
                  </a:lnTo>
                  <a:lnTo>
                    <a:pt x="520" y="275"/>
                  </a:lnTo>
                  <a:lnTo>
                    <a:pt x="523" y="275"/>
                  </a:lnTo>
                  <a:lnTo>
                    <a:pt x="523" y="275"/>
                  </a:lnTo>
                  <a:lnTo>
                    <a:pt x="523" y="275"/>
                  </a:lnTo>
                  <a:lnTo>
                    <a:pt x="523" y="278"/>
                  </a:lnTo>
                  <a:lnTo>
                    <a:pt x="525" y="278"/>
                  </a:lnTo>
                  <a:lnTo>
                    <a:pt x="525" y="278"/>
                  </a:lnTo>
                  <a:lnTo>
                    <a:pt x="525" y="278"/>
                  </a:lnTo>
                  <a:lnTo>
                    <a:pt x="528" y="278"/>
                  </a:lnTo>
                  <a:lnTo>
                    <a:pt x="528" y="278"/>
                  </a:lnTo>
                  <a:lnTo>
                    <a:pt x="530" y="278"/>
                  </a:lnTo>
                  <a:lnTo>
                    <a:pt x="530" y="278"/>
                  </a:lnTo>
                  <a:lnTo>
                    <a:pt x="530" y="278"/>
                  </a:lnTo>
                  <a:lnTo>
                    <a:pt x="530" y="278"/>
                  </a:lnTo>
                  <a:lnTo>
                    <a:pt x="532" y="278"/>
                  </a:lnTo>
                  <a:lnTo>
                    <a:pt x="532" y="278"/>
                  </a:lnTo>
                  <a:lnTo>
                    <a:pt x="532" y="278"/>
                  </a:lnTo>
                  <a:lnTo>
                    <a:pt x="535" y="278"/>
                  </a:lnTo>
                  <a:lnTo>
                    <a:pt x="535" y="278"/>
                  </a:lnTo>
                  <a:lnTo>
                    <a:pt x="537" y="278"/>
                  </a:lnTo>
                  <a:lnTo>
                    <a:pt x="537" y="278"/>
                  </a:lnTo>
                  <a:lnTo>
                    <a:pt x="537" y="278"/>
                  </a:lnTo>
                  <a:lnTo>
                    <a:pt x="539" y="278"/>
                  </a:lnTo>
                  <a:lnTo>
                    <a:pt x="539" y="278"/>
                  </a:lnTo>
                  <a:lnTo>
                    <a:pt x="542" y="278"/>
                  </a:lnTo>
                  <a:lnTo>
                    <a:pt x="542" y="278"/>
                  </a:lnTo>
                  <a:lnTo>
                    <a:pt x="542" y="278"/>
                  </a:lnTo>
                  <a:lnTo>
                    <a:pt x="544" y="278"/>
                  </a:lnTo>
                  <a:lnTo>
                    <a:pt x="544" y="278"/>
                  </a:lnTo>
                  <a:lnTo>
                    <a:pt x="544" y="278"/>
                  </a:lnTo>
                  <a:lnTo>
                    <a:pt x="546" y="278"/>
                  </a:lnTo>
                  <a:lnTo>
                    <a:pt x="546" y="278"/>
                  </a:lnTo>
                  <a:lnTo>
                    <a:pt x="546" y="278"/>
                  </a:lnTo>
                  <a:lnTo>
                    <a:pt x="549" y="278"/>
                  </a:lnTo>
                  <a:lnTo>
                    <a:pt x="549" y="278"/>
                  </a:lnTo>
                  <a:lnTo>
                    <a:pt x="549" y="278"/>
                  </a:lnTo>
                  <a:lnTo>
                    <a:pt x="551" y="278"/>
                  </a:lnTo>
                  <a:lnTo>
                    <a:pt x="551" y="278"/>
                  </a:lnTo>
                  <a:lnTo>
                    <a:pt x="551" y="278"/>
                  </a:lnTo>
                  <a:lnTo>
                    <a:pt x="554" y="278"/>
                  </a:lnTo>
                  <a:lnTo>
                    <a:pt x="554" y="278"/>
                  </a:lnTo>
                  <a:lnTo>
                    <a:pt x="556" y="278"/>
                  </a:lnTo>
                  <a:lnTo>
                    <a:pt x="556" y="278"/>
                  </a:lnTo>
                  <a:lnTo>
                    <a:pt x="556" y="278"/>
                  </a:lnTo>
                  <a:lnTo>
                    <a:pt x="558" y="278"/>
                  </a:lnTo>
                  <a:lnTo>
                    <a:pt x="558" y="278"/>
                  </a:lnTo>
                  <a:lnTo>
                    <a:pt x="558" y="278"/>
                  </a:lnTo>
                  <a:lnTo>
                    <a:pt x="561" y="278"/>
                  </a:lnTo>
                  <a:lnTo>
                    <a:pt x="561" y="278"/>
                  </a:lnTo>
                  <a:lnTo>
                    <a:pt x="561" y="278"/>
                  </a:lnTo>
                  <a:lnTo>
                    <a:pt x="563" y="278"/>
                  </a:lnTo>
                  <a:lnTo>
                    <a:pt x="563" y="278"/>
                  </a:lnTo>
                  <a:lnTo>
                    <a:pt x="563" y="278"/>
                  </a:lnTo>
                  <a:lnTo>
                    <a:pt x="565" y="278"/>
                  </a:lnTo>
                  <a:lnTo>
                    <a:pt x="565" y="278"/>
                  </a:lnTo>
                  <a:lnTo>
                    <a:pt x="565" y="278"/>
                  </a:lnTo>
                  <a:lnTo>
                    <a:pt x="568" y="278"/>
                  </a:lnTo>
                  <a:lnTo>
                    <a:pt x="568" y="278"/>
                  </a:lnTo>
                  <a:lnTo>
                    <a:pt x="568" y="278"/>
                  </a:lnTo>
                  <a:lnTo>
                    <a:pt x="568" y="278"/>
                  </a:lnTo>
                  <a:lnTo>
                    <a:pt x="570" y="278"/>
                  </a:lnTo>
                  <a:lnTo>
                    <a:pt x="570" y="278"/>
                  </a:lnTo>
                  <a:lnTo>
                    <a:pt x="570" y="278"/>
                  </a:lnTo>
                  <a:lnTo>
                    <a:pt x="572" y="278"/>
                  </a:lnTo>
                  <a:lnTo>
                    <a:pt x="572" y="278"/>
                  </a:lnTo>
                  <a:lnTo>
                    <a:pt x="575" y="278"/>
                  </a:lnTo>
                  <a:lnTo>
                    <a:pt x="575" y="278"/>
                  </a:lnTo>
                  <a:lnTo>
                    <a:pt x="575" y="278"/>
                  </a:lnTo>
                  <a:lnTo>
                    <a:pt x="575" y="278"/>
                  </a:lnTo>
                  <a:lnTo>
                    <a:pt x="577" y="278"/>
                  </a:lnTo>
                  <a:lnTo>
                    <a:pt x="577" y="278"/>
                  </a:lnTo>
                  <a:lnTo>
                    <a:pt x="577" y="278"/>
                  </a:lnTo>
                  <a:lnTo>
                    <a:pt x="580" y="278"/>
                  </a:lnTo>
                  <a:lnTo>
                    <a:pt x="580" y="278"/>
                  </a:lnTo>
                  <a:lnTo>
                    <a:pt x="582" y="278"/>
                  </a:lnTo>
                  <a:lnTo>
                    <a:pt x="582" y="278"/>
                  </a:lnTo>
                  <a:lnTo>
                    <a:pt x="582" y="278"/>
                  </a:lnTo>
                  <a:lnTo>
                    <a:pt x="584" y="278"/>
                  </a:lnTo>
                  <a:lnTo>
                    <a:pt x="584" y="278"/>
                  </a:lnTo>
                  <a:lnTo>
                    <a:pt x="584" y="278"/>
                  </a:lnTo>
                  <a:lnTo>
                    <a:pt x="587" y="278"/>
                  </a:lnTo>
                  <a:lnTo>
                    <a:pt x="587" y="278"/>
                  </a:lnTo>
                  <a:lnTo>
                    <a:pt x="587" y="278"/>
                  </a:lnTo>
                  <a:lnTo>
                    <a:pt x="589" y="278"/>
                  </a:lnTo>
                  <a:lnTo>
                    <a:pt x="589" y="278"/>
                  </a:lnTo>
                  <a:lnTo>
                    <a:pt x="589" y="278"/>
                  </a:lnTo>
                  <a:lnTo>
                    <a:pt x="591" y="278"/>
                  </a:lnTo>
                  <a:lnTo>
                    <a:pt x="591" y="278"/>
                  </a:lnTo>
                  <a:lnTo>
                    <a:pt x="591" y="278"/>
                  </a:lnTo>
                  <a:lnTo>
                    <a:pt x="591" y="278"/>
                  </a:lnTo>
                  <a:lnTo>
                    <a:pt x="594" y="278"/>
                  </a:lnTo>
                  <a:lnTo>
                    <a:pt x="594" y="278"/>
                  </a:lnTo>
                  <a:lnTo>
                    <a:pt x="596" y="278"/>
                  </a:lnTo>
                  <a:lnTo>
                    <a:pt x="596" y="278"/>
                  </a:lnTo>
                  <a:lnTo>
                    <a:pt x="596" y="280"/>
                  </a:lnTo>
                  <a:lnTo>
                    <a:pt x="596" y="280"/>
                  </a:lnTo>
                  <a:lnTo>
                    <a:pt x="599" y="280"/>
                  </a:lnTo>
                  <a:lnTo>
                    <a:pt x="599" y="280"/>
                  </a:lnTo>
                  <a:lnTo>
                    <a:pt x="599" y="280"/>
                  </a:lnTo>
                  <a:lnTo>
                    <a:pt x="601" y="280"/>
                  </a:lnTo>
                  <a:lnTo>
                    <a:pt x="601" y="280"/>
                  </a:lnTo>
                  <a:lnTo>
                    <a:pt x="601" y="280"/>
                  </a:lnTo>
                  <a:lnTo>
                    <a:pt x="603" y="280"/>
                  </a:lnTo>
                  <a:lnTo>
                    <a:pt x="603" y="280"/>
                  </a:lnTo>
                  <a:lnTo>
                    <a:pt x="603" y="280"/>
                  </a:lnTo>
                  <a:lnTo>
                    <a:pt x="606" y="280"/>
                  </a:lnTo>
                  <a:lnTo>
                    <a:pt x="606" y="280"/>
                  </a:lnTo>
                  <a:lnTo>
                    <a:pt x="606" y="282"/>
                  </a:lnTo>
                  <a:lnTo>
                    <a:pt x="608" y="282"/>
                  </a:lnTo>
                  <a:lnTo>
                    <a:pt x="608" y="282"/>
                  </a:lnTo>
                  <a:lnTo>
                    <a:pt x="608" y="282"/>
                  </a:lnTo>
                  <a:lnTo>
                    <a:pt x="608" y="285"/>
                  </a:lnTo>
                  <a:lnTo>
                    <a:pt x="608" y="285"/>
                  </a:lnTo>
                  <a:lnTo>
                    <a:pt x="608" y="285"/>
                  </a:lnTo>
                  <a:lnTo>
                    <a:pt x="610" y="285"/>
                  </a:lnTo>
                  <a:lnTo>
                    <a:pt x="610" y="287"/>
                  </a:lnTo>
                  <a:lnTo>
                    <a:pt x="610" y="287"/>
                  </a:lnTo>
                  <a:lnTo>
                    <a:pt x="610" y="287"/>
                  </a:lnTo>
                  <a:lnTo>
                    <a:pt x="610" y="287"/>
                  </a:lnTo>
                  <a:lnTo>
                    <a:pt x="610" y="287"/>
                  </a:lnTo>
                  <a:lnTo>
                    <a:pt x="613" y="287"/>
                  </a:lnTo>
                  <a:lnTo>
                    <a:pt x="613" y="287"/>
                  </a:lnTo>
                  <a:lnTo>
                    <a:pt x="615" y="287"/>
                  </a:lnTo>
                  <a:lnTo>
                    <a:pt x="615" y="287"/>
                  </a:lnTo>
                  <a:lnTo>
                    <a:pt x="615" y="289"/>
                  </a:lnTo>
                  <a:lnTo>
                    <a:pt x="615" y="289"/>
                  </a:lnTo>
                  <a:lnTo>
                    <a:pt x="617" y="289"/>
                  </a:lnTo>
                  <a:lnTo>
                    <a:pt x="617" y="289"/>
                  </a:lnTo>
                  <a:lnTo>
                    <a:pt x="617" y="289"/>
                  </a:lnTo>
                  <a:lnTo>
                    <a:pt x="617" y="289"/>
                  </a:lnTo>
                  <a:lnTo>
                    <a:pt x="620" y="289"/>
                  </a:lnTo>
                  <a:lnTo>
                    <a:pt x="620" y="289"/>
                  </a:lnTo>
                  <a:lnTo>
                    <a:pt x="622" y="289"/>
                  </a:lnTo>
                  <a:lnTo>
                    <a:pt x="622" y="289"/>
                  </a:lnTo>
                  <a:lnTo>
                    <a:pt x="622" y="289"/>
                  </a:lnTo>
                  <a:lnTo>
                    <a:pt x="625" y="289"/>
                  </a:lnTo>
                  <a:lnTo>
                    <a:pt x="625" y="289"/>
                  </a:lnTo>
                  <a:lnTo>
                    <a:pt x="625" y="289"/>
                  </a:lnTo>
                  <a:lnTo>
                    <a:pt x="627" y="289"/>
                  </a:lnTo>
                  <a:lnTo>
                    <a:pt x="627" y="289"/>
                  </a:lnTo>
                  <a:lnTo>
                    <a:pt x="627" y="292"/>
                  </a:lnTo>
                  <a:lnTo>
                    <a:pt x="629" y="292"/>
                  </a:lnTo>
                  <a:lnTo>
                    <a:pt x="629" y="292"/>
                  </a:lnTo>
                  <a:lnTo>
                    <a:pt x="629" y="292"/>
                  </a:lnTo>
                  <a:lnTo>
                    <a:pt x="629" y="292"/>
                  </a:lnTo>
                  <a:lnTo>
                    <a:pt x="632" y="292"/>
                  </a:lnTo>
                  <a:lnTo>
                    <a:pt x="632" y="292"/>
                  </a:lnTo>
                  <a:lnTo>
                    <a:pt x="632" y="294"/>
                  </a:lnTo>
                  <a:lnTo>
                    <a:pt x="632" y="294"/>
                  </a:lnTo>
                  <a:lnTo>
                    <a:pt x="634" y="294"/>
                  </a:lnTo>
                  <a:lnTo>
                    <a:pt x="634" y="294"/>
                  </a:lnTo>
                  <a:lnTo>
                    <a:pt x="634" y="294"/>
                  </a:lnTo>
                  <a:lnTo>
                    <a:pt x="636" y="294"/>
                  </a:lnTo>
                  <a:lnTo>
                    <a:pt x="636" y="294"/>
                  </a:lnTo>
                  <a:lnTo>
                    <a:pt x="636" y="294"/>
                  </a:lnTo>
                  <a:lnTo>
                    <a:pt x="636" y="296"/>
                  </a:lnTo>
                  <a:lnTo>
                    <a:pt x="639" y="296"/>
                  </a:lnTo>
                  <a:lnTo>
                    <a:pt x="639" y="296"/>
                  </a:lnTo>
                  <a:lnTo>
                    <a:pt x="639" y="296"/>
                  </a:lnTo>
                  <a:lnTo>
                    <a:pt x="639" y="296"/>
                  </a:lnTo>
                  <a:lnTo>
                    <a:pt x="641" y="296"/>
                  </a:lnTo>
                  <a:lnTo>
                    <a:pt x="641" y="296"/>
                  </a:lnTo>
                  <a:lnTo>
                    <a:pt x="644" y="296"/>
                  </a:lnTo>
                  <a:lnTo>
                    <a:pt x="644" y="296"/>
                  </a:lnTo>
                  <a:lnTo>
                    <a:pt x="644" y="296"/>
                  </a:lnTo>
                  <a:lnTo>
                    <a:pt x="646" y="296"/>
                  </a:lnTo>
                  <a:lnTo>
                    <a:pt x="646" y="296"/>
                  </a:lnTo>
                  <a:lnTo>
                    <a:pt x="646" y="296"/>
                  </a:lnTo>
                  <a:lnTo>
                    <a:pt x="648" y="296"/>
                  </a:lnTo>
                  <a:lnTo>
                    <a:pt x="648" y="296"/>
                  </a:lnTo>
                  <a:lnTo>
                    <a:pt x="648" y="296"/>
                  </a:lnTo>
                  <a:lnTo>
                    <a:pt x="651" y="296"/>
                  </a:lnTo>
                  <a:lnTo>
                    <a:pt x="651" y="299"/>
                  </a:lnTo>
                  <a:lnTo>
                    <a:pt x="651" y="299"/>
                  </a:lnTo>
                  <a:lnTo>
                    <a:pt x="651" y="299"/>
                  </a:lnTo>
                  <a:lnTo>
                    <a:pt x="653" y="299"/>
                  </a:lnTo>
                  <a:lnTo>
                    <a:pt x="653" y="299"/>
                  </a:lnTo>
                  <a:lnTo>
                    <a:pt x="655" y="299"/>
                  </a:lnTo>
                  <a:lnTo>
                    <a:pt x="655" y="296"/>
                  </a:lnTo>
                  <a:lnTo>
                    <a:pt x="655" y="296"/>
                  </a:lnTo>
                  <a:lnTo>
                    <a:pt x="655" y="296"/>
                  </a:lnTo>
                  <a:lnTo>
                    <a:pt x="658" y="296"/>
                  </a:lnTo>
                  <a:lnTo>
                    <a:pt x="658" y="296"/>
                  </a:lnTo>
                  <a:lnTo>
                    <a:pt x="658" y="296"/>
                  </a:lnTo>
                  <a:lnTo>
                    <a:pt x="660" y="296"/>
                  </a:lnTo>
                  <a:lnTo>
                    <a:pt x="660" y="296"/>
                  </a:lnTo>
                  <a:lnTo>
                    <a:pt x="660" y="296"/>
                  </a:lnTo>
                  <a:lnTo>
                    <a:pt x="662" y="296"/>
                  </a:lnTo>
                  <a:lnTo>
                    <a:pt x="662" y="296"/>
                  </a:lnTo>
                  <a:lnTo>
                    <a:pt x="662" y="296"/>
                  </a:lnTo>
                  <a:lnTo>
                    <a:pt x="665" y="296"/>
                  </a:lnTo>
                  <a:lnTo>
                    <a:pt x="665" y="296"/>
                  </a:lnTo>
                  <a:lnTo>
                    <a:pt x="665" y="296"/>
                  </a:lnTo>
                  <a:lnTo>
                    <a:pt x="665" y="299"/>
                  </a:lnTo>
                  <a:lnTo>
                    <a:pt x="665" y="299"/>
                  </a:lnTo>
                  <a:lnTo>
                    <a:pt x="665" y="301"/>
                  </a:lnTo>
                  <a:lnTo>
                    <a:pt x="665" y="301"/>
                  </a:lnTo>
                  <a:lnTo>
                    <a:pt x="665" y="301"/>
                  </a:lnTo>
                  <a:lnTo>
                    <a:pt x="667" y="301"/>
                  </a:lnTo>
                  <a:lnTo>
                    <a:pt x="667" y="301"/>
                  </a:lnTo>
                  <a:lnTo>
                    <a:pt x="670" y="301"/>
                  </a:lnTo>
                  <a:lnTo>
                    <a:pt x="670" y="304"/>
                  </a:lnTo>
                  <a:lnTo>
                    <a:pt x="670" y="304"/>
                  </a:lnTo>
                  <a:lnTo>
                    <a:pt x="670" y="304"/>
                  </a:lnTo>
                  <a:lnTo>
                    <a:pt x="672" y="304"/>
                  </a:lnTo>
                  <a:lnTo>
                    <a:pt x="672" y="304"/>
                  </a:lnTo>
                  <a:lnTo>
                    <a:pt x="672" y="304"/>
                  </a:lnTo>
                  <a:lnTo>
                    <a:pt x="674" y="304"/>
                  </a:lnTo>
                  <a:lnTo>
                    <a:pt x="674" y="304"/>
                  </a:lnTo>
                  <a:lnTo>
                    <a:pt x="674" y="304"/>
                  </a:lnTo>
                  <a:lnTo>
                    <a:pt x="677" y="304"/>
                  </a:lnTo>
                  <a:lnTo>
                    <a:pt x="677" y="304"/>
                  </a:lnTo>
                  <a:lnTo>
                    <a:pt x="677" y="304"/>
                  </a:lnTo>
                  <a:lnTo>
                    <a:pt x="677" y="304"/>
                  </a:lnTo>
                  <a:lnTo>
                    <a:pt x="677" y="301"/>
                  </a:lnTo>
                  <a:lnTo>
                    <a:pt x="679" y="301"/>
                  </a:lnTo>
                  <a:lnTo>
                    <a:pt x="679" y="301"/>
                  </a:lnTo>
                  <a:lnTo>
                    <a:pt x="679" y="301"/>
                  </a:lnTo>
                  <a:lnTo>
                    <a:pt x="681" y="301"/>
                  </a:lnTo>
                  <a:lnTo>
                    <a:pt x="681" y="299"/>
                  </a:lnTo>
                  <a:lnTo>
                    <a:pt x="681" y="299"/>
                  </a:lnTo>
                  <a:lnTo>
                    <a:pt x="681" y="299"/>
                  </a:lnTo>
                  <a:lnTo>
                    <a:pt x="684" y="299"/>
                  </a:lnTo>
                  <a:lnTo>
                    <a:pt x="684" y="299"/>
                  </a:lnTo>
                  <a:lnTo>
                    <a:pt x="684" y="299"/>
                  </a:lnTo>
                  <a:lnTo>
                    <a:pt x="684" y="299"/>
                  </a:lnTo>
                  <a:lnTo>
                    <a:pt x="684" y="296"/>
                  </a:lnTo>
                  <a:lnTo>
                    <a:pt x="686" y="296"/>
                  </a:lnTo>
                  <a:lnTo>
                    <a:pt x="686" y="296"/>
                  </a:lnTo>
                  <a:lnTo>
                    <a:pt x="686" y="296"/>
                  </a:lnTo>
                  <a:lnTo>
                    <a:pt x="688" y="296"/>
                  </a:lnTo>
                  <a:lnTo>
                    <a:pt x="688" y="296"/>
                  </a:lnTo>
                  <a:lnTo>
                    <a:pt x="688" y="296"/>
                  </a:lnTo>
                  <a:lnTo>
                    <a:pt x="688" y="296"/>
                  </a:lnTo>
                  <a:lnTo>
                    <a:pt x="691" y="296"/>
                  </a:lnTo>
                  <a:lnTo>
                    <a:pt x="691" y="296"/>
                  </a:lnTo>
                  <a:lnTo>
                    <a:pt x="691" y="294"/>
                  </a:lnTo>
                  <a:lnTo>
                    <a:pt x="691" y="294"/>
                  </a:lnTo>
                  <a:lnTo>
                    <a:pt x="693" y="294"/>
                  </a:lnTo>
                  <a:lnTo>
                    <a:pt x="693" y="294"/>
                  </a:lnTo>
                  <a:lnTo>
                    <a:pt x="693" y="294"/>
                  </a:lnTo>
                  <a:lnTo>
                    <a:pt x="696" y="294"/>
                  </a:lnTo>
                  <a:lnTo>
                    <a:pt x="696" y="294"/>
                  </a:lnTo>
                  <a:lnTo>
                    <a:pt x="696" y="294"/>
                  </a:lnTo>
                  <a:lnTo>
                    <a:pt x="696" y="292"/>
                  </a:lnTo>
                  <a:lnTo>
                    <a:pt x="698" y="292"/>
                  </a:lnTo>
                  <a:lnTo>
                    <a:pt x="698" y="292"/>
                  </a:lnTo>
                  <a:lnTo>
                    <a:pt x="698" y="292"/>
                  </a:lnTo>
                  <a:lnTo>
                    <a:pt x="698" y="292"/>
                  </a:lnTo>
                  <a:lnTo>
                    <a:pt x="700" y="292"/>
                  </a:lnTo>
                  <a:lnTo>
                    <a:pt x="700" y="292"/>
                  </a:lnTo>
                  <a:lnTo>
                    <a:pt x="703" y="292"/>
                  </a:lnTo>
                  <a:lnTo>
                    <a:pt x="703" y="289"/>
                  </a:lnTo>
                  <a:lnTo>
                    <a:pt x="703" y="289"/>
                  </a:lnTo>
                  <a:lnTo>
                    <a:pt x="703" y="289"/>
                  </a:lnTo>
                  <a:lnTo>
                    <a:pt x="705" y="289"/>
                  </a:lnTo>
                  <a:lnTo>
                    <a:pt x="705" y="289"/>
                  </a:lnTo>
                  <a:lnTo>
                    <a:pt x="705" y="289"/>
                  </a:lnTo>
                  <a:lnTo>
                    <a:pt x="705" y="289"/>
                  </a:lnTo>
                  <a:lnTo>
                    <a:pt x="707" y="289"/>
                  </a:lnTo>
                  <a:lnTo>
                    <a:pt x="707" y="287"/>
                  </a:lnTo>
                  <a:lnTo>
                    <a:pt x="707" y="287"/>
                  </a:lnTo>
                  <a:lnTo>
                    <a:pt x="710" y="287"/>
                  </a:lnTo>
                  <a:lnTo>
                    <a:pt x="710" y="287"/>
                  </a:lnTo>
                  <a:lnTo>
                    <a:pt x="710" y="287"/>
                  </a:lnTo>
                  <a:lnTo>
                    <a:pt x="710" y="287"/>
                  </a:lnTo>
                  <a:lnTo>
                    <a:pt x="712" y="287"/>
                  </a:lnTo>
                  <a:lnTo>
                    <a:pt x="712" y="287"/>
                  </a:lnTo>
                  <a:lnTo>
                    <a:pt x="712" y="287"/>
                  </a:lnTo>
                  <a:lnTo>
                    <a:pt x="715" y="287"/>
                  </a:lnTo>
                  <a:lnTo>
                    <a:pt x="715" y="287"/>
                  </a:lnTo>
                  <a:lnTo>
                    <a:pt x="715" y="287"/>
                  </a:lnTo>
                  <a:lnTo>
                    <a:pt x="717" y="287"/>
                  </a:lnTo>
                  <a:lnTo>
                    <a:pt x="717" y="287"/>
                  </a:lnTo>
                  <a:lnTo>
                    <a:pt x="717" y="287"/>
                  </a:lnTo>
                  <a:lnTo>
                    <a:pt x="717" y="285"/>
                  </a:lnTo>
                  <a:lnTo>
                    <a:pt x="719" y="285"/>
                  </a:lnTo>
                  <a:lnTo>
                    <a:pt x="719" y="285"/>
                  </a:lnTo>
                  <a:lnTo>
                    <a:pt x="722" y="285"/>
                  </a:lnTo>
                  <a:lnTo>
                    <a:pt x="722" y="285"/>
                  </a:lnTo>
                  <a:lnTo>
                    <a:pt x="722" y="285"/>
                  </a:lnTo>
                  <a:lnTo>
                    <a:pt x="724" y="285"/>
                  </a:lnTo>
                  <a:lnTo>
                    <a:pt x="724" y="285"/>
                  </a:lnTo>
                  <a:lnTo>
                    <a:pt x="724" y="285"/>
                  </a:lnTo>
                  <a:lnTo>
                    <a:pt x="724" y="282"/>
                  </a:lnTo>
                  <a:lnTo>
                    <a:pt x="724" y="282"/>
                  </a:lnTo>
                  <a:lnTo>
                    <a:pt x="726" y="282"/>
                  </a:lnTo>
                  <a:lnTo>
                    <a:pt x="726" y="282"/>
                  </a:lnTo>
                  <a:lnTo>
                    <a:pt x="726" y="282"/>
                  </a:lnTo>
                  <a:lnTo>
                    <a:pt x="729" y="282"/>
                  </a:lnTo>
                  <a:lnTo>
                    <a:pt x="729" y="282"/>
                  </a:lnTo>
                  <a:lnTo>
                    <a:pt x="729" y="282"/>
                  </a:lnTo>
                  <a:lnTo>
                    <a:pt x="729" y="282"/>
                  </a:lnTo>
                  <a:lnTo>
                    <a:pt x="731" y="282"/>
                  </a:lnTo>
                  <a:lnTo>
                    <a:pt x="731" y="282"/>
                  </a:lnTo>
                  <a:lnTo>
                    <a:pt x="731" y="282"/>
                  </a:lnTo>
                  <a:lnTo>
                    <a:pt x="733" y="282"/>
                  </a:lnTo>
                  <a:lnTo>
                    <a:pt x="733" y="282"/>
                  </a:lnTo>
                  <a:lnTo>
                    <a:pt x="736" y="282"/>
                  </a:lnTo>
                  <a:lnTo>
                    <a:pt x="736" y="282"/>
                  </a:lnTo>
                  <a:lnTo>
                    <a:pt x="736" y="282"/>
                  </a:lnTo>
                  <a:lnTo>
                    <a:pt x="738" y="282"/>
                  </a:lnTo>
                  <a:lnTo>
                    <a:pt x="738" y="282"/>
                  </a:lnTo>
                  <a:lnTo>
                    <a:pt x="738" y="282"/>
                  </a:lnTo>
                  <a:lnTo>
                    <a:pt x="738" y="282"/>
                  </a:lnTo>
                  <a:lnTo>
                    <a:pt x="741" y="282"/>
                  </a:lnTo>
                  <a:lnTo>
                    <a:pt x="741" y="282"/>
                  </a:lnTo>
                  <a:lnTo>
                    <a:pt x="743" y="282"/>
                  </a:lnTo>
                  <a:lnTo>
                    <a:pt x="743" y="282"/>
                  </a:lnTo>
                  <a:lnTo>
                    <a:pt x="743" y="282"/>
                  </a:lnTo>
                  <a:lnTo>
                    <a:pt x="745" y="282"/>
                  </a:lnTo>
                  <a:lnTo>
                    <a:pt x="745" y="282"/>
                  </a:lnTo>
                  <a:lnTo>
                    <a:pt x="745" y="282"/>
                  </a:lnTo>
                  <a:lnTo>
                    <a:pt x="748" y="282"/>
                  </a:lnTo>
                  <a:lnTo>
                    <a:pt x="748" y="282"/>
                  </a:lnTo>
                  <a:lnTo>
                    <a:pt x="750" y="282"/>
                  </a:lnTo>
                  <a:lnTo>
                    <a:pt x="750" y="282"/>
                  </a:lnTo>
                  <a:lnTo>
                    <a:pt x="750" y="282"/>
                  </a:lnTo>
                  <a:lnTo>
                    <a:pt x="752" y="282"/>
                  </a:lnTo>
                  <a:lnTo>
                    <a:pt x="752" y="282"/>
                  </a:lnTo>
                  <a:lnTo>
                    <a:pt x="752" y="282"/>
                  </a:lnTo>
                  <a:lnTo>
                    <a:pt x="755" y="282"/>
                  </a:lnTo>
                  <a:lnTo>
                    <a:pt x="755" y="282"/>
                  </a:lnTo>
                  <a:lnTo>
                    <a:pt x="755" y="282"/>
                  </a:lnTo>
                  <a:lnTo>
                    <a:pt x="757" y="282"/>
                  </a:lnTo>
                  <a:lnTo>
                    <a:pt x="757" y="285"/>
                  </a:lnTo>
                  <a:lnTo>
                    <a:pt x="757" y="285"/>
                  </a:lnTo>
                  <a:lnTo>
                    <a:pt x="757" y="282"/>
                  </a:lnTo>
                  <a:lnTo>
                    <a:pt x="757" y="282"/>
                  </a:lnTo>
                  <a:lnTo>
                    <a:pt x="759" y="282"/>
                  </a:lnTo>
                  <a:lnTo>
                    <a:pt x="759" y="282"/>
                  </a:lnTo>
                  <a:lnTo>
                    <a:pt x="759" y="282"/>
                  </a:lnTo>
                  <a:lnTo>
                    <a:pt x="762" y="282"/>
                  </a:lnTo>
                  <a:lnTo>
                    <a:pt x="762" y="282"/>
                  </a:lnTo>
                  <a:lnTo>
                    <a:pt x="762" y="282"/>
                  </a:lnTo>
                  <a:lnTo>
                    <a:pt x="764" y="282"/>
                  </a:lnTo>
                  <a:lnTo>
                    <a:pt x="764" y="282"/>
                  </a:lnTo>
                  <a:lnTo>
                    <a:pt x="764" y="282"/>
                  </a:lnTo>
                  <a:lnTo>
                    <a:pt x="764" y="282"/>
                  </a:lnTo>
                  <a:lnTo>
                    <a:pt x="767" y="282"/>
                  </a:lnTo>
                  <a:lnTo>
                    <a:pt x="767" y="282"/>
                  </a:lnTo>
                  <a:lnTo>
                    <a:pt x="769" y="282"/>
                  </a:lnTo>
                  <a:lnTo>
                    <a:pt x="769" y="282"/>
                  </a:lnTo>
                  <a:lnTo>
                    <a:pt x="769" y="282"/>
                  </a:lnTo>
                  <a:lnTo>
                    <a:pt x="769" y="282"/>
                  </a:lnTo>
                  <a:lnTo>
                    <a:pt x="771" y="282"/>
                  </a:lnTo>
                  <a:lnTo>
                    <a:pt x="771" y="282"/>
                  </a:lnTo>
                  <a:lnTo>
                    <a:pt x="771" y="282"/>
                  </a:lnTo>
                  <a:lnTo>
                    <a:pt x="771" y="280"/>
                  </a:lnTo>
                  <a:lnTo>
                    <a:pt x="774" y="280"/>
                  </a:lnTo>
                  <a:lnTo>
                    <a:pt x="774" y="280"/>
                  </a:lnTo>
                  <a:lnTo>
                    <a:pt x="774" y="280"/>
                  </a:lnTo>
                  <a:lnTo>
                    <a:pt x="776" y="280"/>
                  </a:lnTo>
                  <a:lnTo>
                    <a:pt x="776" y="280"/>
                  </a:lnTo>
                  <a:lnTo>
                    <a:pt x="776" y="278"/>
                  </a:lnTo>
                  <a:lnTo>
                    <a:pt x="776" y="278"/>
                  </a:lnTo>
                  <a:lnTo>
                    <a:pt x="778" y="278"/>
                  </a:lnTo>
                  <a:lnTo>
                    <a:pt x="778" y="278"/>
                  </a:lnTo>
                  <a:lnTo>
                    <a:pt x="778" y="278"/>
                  </a:lnTo>
                  <a:lnTo>
                    <a:pt x="778" y="278"/>
                  </a:lnTo>
                  <a:lnTo>
                    <a:pt x="781" y="278"/>
                  </a:lnTo>
                  <a:lnTo>
                    <a:pt x="781" y="278"/>
                  </a:lnTo>
                  <a:lnTo>
                    <a:pt x="783" y="278"/>
                  </a:lnTo>
                  <a:lnTo>
                    <a:pt x="783" y="278"/>
                  </a:lnTo>
                  <a:lnTo>
                    <a:pt x="783" y="278"/>
                  </a:lnTo>
                  <a:lnTo>
                    <a:pt x="786" y="278"/>
                  </a:lnTo>
                  <a:lnTo>
                    <a:pt x="786" y="278"/>
                  </a:lnTo>
                  <a:lnTo>
                    <a:pt x="786" y="278"/>
                  </a:lnTo>
                  <a:lnTo>
                    <a:pt x="788" y="278"/>
                  </a:lnTo>
                  <a:lnTo>
                    <a:pt x="788" y="278"/>
                  </a:lnTo>
                  <a:lnTo>
                    <a:pt x="788" y="275"/>
                  </a:lnTo>
                  <a:lnTo>
                    <a:pt x="788" y="275"/>
                  </a:lnTo>
                  <a:lnTo>
                    <a:pt x="790" y="275"/>
                  </a:lnTo>
                  <a:lnTo>
                    <a:pt x="790" y="275"/>
                  </a:lnTo>
                  <a:lnTo>
                    <a:pt x="790" y="275"/>
                  </a:lnTo>
                  <a:lnTo>
                    <a:pt x="790" y="275"/>
                  </a:lnTo>
                  <a:lnTo>
                    <a:pt x="790" y="273"/>
                  </a:lnTo>
                  <a:lnTo>
                    <a:pt x="793" y="273"/>
                  </a:lnTo>
                  <a:lnTo>
                    <a:pt x="793" y="273"/>
                  </a:lnTo>
                  <a:lnTo>
                    <a:pt x="793" y="270"/>
                  </a:lnTo>
                  <a:lnTo>
                    <a:pt x="793" y="270"/>
                  </a:lnTo>
                  <a:lnTo>
                    <a:pt x="795" y="270"/>
                  </a:lnTo>
                  <a:lnTo>
                    <a:pt x="795" y="270"/>
                  </a:lnTo>
                  <a:lnTo>
                    <a:pt x="795" y="270"/>
                  </a:lnTo>
                  <a:lnTo>
                    <a:pt x="795" y="270"/>
                  </a:lnTo>
                  <a:lnTo>
                    <a:pt x="795" y="268"/>
                  </a:lnTo>
                  <a:lnTo>
                    <a:pt x="797" y="268"/>
                  </a:lnTo>
                  <a:lnTo>
                    <a:pt x="797" y="268"/>
                  </a:lnTo>
                  <a:lnTo>
                    <a:pt x="797" y="268"/>
                  </a:lnTo>
                  <a:lnTo>
                    <a:pt x="797" y="266"/>
                  </a:lnTo>
                  <a:lnTo>
                    <a:pt x="797" y="266"/>
                  </a:lnTo>
                  <a:lnTo>
                    <a:pt x="797" y="266"/>
                  </a:lnTo>
                  <a:lnTo>
                    <a:pt x="800" y="266"/>
                  </a:lnTo>
                  <a:lnTo>
                    <a:pt x="800" y="266"/>
                  </a:lnTo>
                  <a:lnTo>
                    <a:pt x="800" y="266"/>
                  </a:lnTo>
                  <a:lnTo>
                    <a:pt x="800" y="263"/>
                  </a:lnTo>
                  <a:lnTo>
                    <a:pt x="802" y="263"/>
                  </a:lnTo>
                  <a:lnTo>
                    <a:pt x="802" y="263"/>
                  </a:lnTo>
                  <a:lnTo>
                    <a:pt x="802" y="263"/>
                  </a:lnTo>
                  <a:lnTo>
                    <a:pt x="802" y="261"/>
                  </a:lnTo>
                  <a:lnTo>
                    <a:pt x="802" y="261"/>
                  </a:lnTo>
                  <a:lnTo>
                    <a:pt x="802" y="261"/>
                  </a:lnTo>
                  <a:lnTo>
                    <a:pt x="804" y="261"/>
                  </a:lnTo>
                  <a:lnTo>
                    <a:pt x="804" y="259"/>
                  </a:lnTo>
                  <a:lnTo>
                    <a:pt x="804" y="259"/>
                  </a:lnTo>
                  <a:lnTo>
                    <a:pt x="804" y="259"/>
                  </a:lnTo>
                  <a:lnTo>
                    <a:pt x="804" y="259"/>
                  </a:lnTo>
                  <a:lnTo>
                    <a:pt x="807" y="259"/>
                  </a:lnTo>
                  <a:lnTo>
                    <a:pt x="807" y="259"/>
                  </a:lnTo>
                  <a:lnTo>
                    <a:pt x="809" y="259"/>
                  </a:lnTo>
                  <a:lnTo>
                    <a:pt x="809" y="256"/>
                  </a:lnTo>
                  <a:lnTo>
                    <a:pt x="809" y="256"/>
                  </a:lnTo>
                  <a:lnTo>
                    <a:pt x="809" y="256"/>
                  </a:lnTo>
                  <a:lnTo>
                    <a:pt x="812" y="256"/>
                  </a:lnTo>
                  <a:lnTo>
                    <a:pt x="812" y="256"/>
                  </a:lnTo>
                  <a:lnTo>
                    <a:pt x="812" y="256"/>
                  </a:lnTo>
                  <a:lnTo>
                    <a:pt x="812" y="256"/>
                  </a:lnTo>
                  <a:lnTo>
                    <a:pt x="814" y="256"/>
                  </a:lnTo>
                  <a:lnTo>
                    <a:pt x="814" y="256"/>
                  </a:lnTo>
                  <a:lnTo>
                    <a:pt x="816" y="256"/>
                  </a:lnTo>
                  <a:lnTo>
                    <a:pt x="816" y="256"/>
                  </a:lnTo>
                  <a:lnTo>
                    <a:pt x="816" y="256"/>
                  </a:lnTo>
                  <a:lnTo>
                    <a:pt x="816" y="256"/>
                  </a:lnTo>
                  <a:lnTo>
                    <a:pt x="816" y="254"/>
                  </a:lnTo>
                  <a:lnTo>
                    <a:pt x="819" y="254"/>
                  </a:lnTo>
                  <a:lnTo>
                    <a:pt x="819" y="254"/>
                  </a:lnTo>
                  <a:lnTo>
                    <a:pt x="819" y="254"/>
                  </a:lnTo>
                  <a:lnTo>
                    <a:pt x="819" y="251"/>
                  </a:lnTo>
                  <a:lnTo>
                    <a:pt x="819" y="251"/>
                  </a:lnTo>
                  <a:lnTo>
                    <a:pt x="821" y="251"/>
                  </a:lnTo>
                  <a:lnTo>
                    <a:pt x="821" y="249"/>
                  </a:lnTo>
                  <a:lnTo>
                    <a:pt x="821" y="249"/>
                  </a:lnTo>
                  <a:lnTo>
                    <a:pt x="821" y="249"/>
                  </a:lnTo>
                  <a:lnTo>
                    <a:pt x="823" y="249"/>
                  </a:lnTo>
                  <a:lnTo>
                    <a:pt x="823" y="249"/>
                  </a:lnTo>
                  <a:lnTo>
                    <a:pt x="823" y="249"/>
                  </a:lnTo>
                  <a:lnTo>
                    <a:pt x="823" y="249"/>
                  </a:lnTo>
                  <a:lnTo>
                    <a:pt x="826" y="249"/>
                  </a:lnTo>
                  <a:lnTo>
                    <a:pt x="826" y="247"/>
                  </a:lnTo>
                  <a:lnTo>
                    <a:pt x="826" y="247"/>
                  </a:lnTo>
                  <a:lnTo>
                    <a:pt x="823" y="247"/>
                  </a:lnTo>
                  <a:lnTo>
                    <a:pt x="823" y="247"/>
                  </a:lnTo>
                  <a:lnTo>
                    <a:pt x="823" y="244"/>
                  </a:lnTo>
                  <a:lnTo>
                    <a:pt x="823" y="244"/>
                  </a:lnTo>
                  <a:lnTo>
                    <a:pt x="823" y="244"/>
                  </a:lnTo>
                  <a:lnTo>
                    <a:pt x="823" y="244"/>
                  </a:lnTo>
                  <a:lnTo>
                    <a:pt x="823" y="242"/>
                  </a:lnTo>
                  <a:lnTo>
                    <a:pt x="821" y="242"/>
                  </a:lnTo>
                  <a:lnTo>
                    <a:pt x="821" y="242"/>
                  </a:lnTo>
                  <a:lnTo>
                    <a:pt x="821" y="242"/>
                  </a:lnTo>
                  <a:lnTo>
                    <a:pt x="821" y="242"/>
                  </a:lnTo>
                  <a:lnTo>
                    <a:pt x="819" y="242"/>
                  </a:lnTo>
                  <a:lnTo>
                    <a:pt x="819" y="242"/>
                  </a:lnTo>
                  <a:lnTo>
                    <a:pt x="816" y="242"/>
                  </a:lnTo>
                  <a:lnTo>
                    <a:pt x="816" y="240"/>
                  </a:lnTo>
                  <a:lnTo>
                    <a:pt x="816" y="240"/>
                  </a:lnTo>
                  <a:lnTo>
                    <a:pt x="816" y="240"/>
                  </a:lnTo>
                  <a:lnTo>
                    <a:pt x="816" y="240"/>
                  </a:lnTo>
                  <a:lnTo>
                    <a:pt x="816" y="237"/>
                  </a:lnTo>
                  <a:lnTo>
                    <a:pt x="814" y="237"/>
                  </a:lnTo>
                  <a:lnTo>
                    <a:pt x="814" y="237"/>
                  </a:lnTo>
                  <a:lnTo>
                    <a:pt x="814" y="237"/>
                  </a:lnTo>
                  <a:lnTo>
                    <a:pt x="814" y="237"/>
                  </a:lnTo>
                  <a:lnTo>
                    <a:pt x="814" y="235"/>
                  </a:lnTo>
                  <a:lnTo>
                    <a:pt x="812" y="235"/>
                  </a:lnTo>
                  <a:lnTo>
                    <a:pt x="812" y="235"/>
                  </a:lnTo>
                  <a:lnTo>
                    <a:pt x="812" y="235"/>
                  </a:lnTo>
                  <a:lnTo>
                    <a:pt x="812" y="232"/>
                  </a:lnTo>
                  <a:lnTo>
                    <a:pt x="812" y="232"/>
                  </a:lnTo>
                  <a:lnTo>
                    <a:pt x="812" y="232"/>
                  </a:lnTo>
                  <a:lnTo>
                    <a:pt x="812" y="230"/>
                  </a:lnTo>
                  <a:lnTo>
                    <a:pt x="814" y="230"/>
                  </a:lnTo>
                  <a:lnTo>
                    <a:pt x="814" y="230"/>
                  </a:lnTo>
                  <a:lnTo>
                    <a:pt x="814" y="228"/>
                  </a:lnTo>
                  <a:lnTo>
                    <a:pt x="814" y="228"/>
                  </a:lnTo>
                  <a:lnTo>
                    <a:pt x="814" y="228"/>
                  </a:lnTo>
                  <a:lnTo>
                    <a:pt x="816" y="228"/>
                  </a:lnTo>
                  <a:lnTo>
                    <a:pt x="816" y="228"/>
                  </a:lnTo>
                  <a:lnTo>
                    <a:pt x="816" y="225"/>
                  </a:lnTo>
                  <a:lnTo>
                    <a:pt x="816" y="225"/>
                  </a:lnTo>
                  <a:lnTo>
                    <a:pt x="816" y="225"/>
                  </a:lnTo>
                  <a:lnTo>
                    <a:pt x="816" y="223"/>
                  </a:lnTo>
                  <a:lnTo>
                    <a:pt x="816" y="223"/>
                  </a:lnTo>
                  <a:lnTo>
                    <a:pt x="816" y="223"/>
                  </a:lnTo>
                  <a:lnTo>
                    <a:pt x="816" y="221"/>
                  </a:lnTo>
                  <a:lnTo>
                    <a:pt x="819" y="221"/>
                  </a:lnTo>
                  <a:lnTo>
                    <a:pt x="819" y="221"/>
                  </a:lnTo>
                  <a:lnTo>
                    <a:pt x="819" y="221"/>
                  </a:lnTo>
                  <a:lnTo>
                    <a:pt x="819" y="218"/>
                  </a:lnTo>
                  <a:lnTo>
                    <a:pt x="819" y="218"/>
                  </a:lnTo>
                  <a:lnTo>
                    <a:pt x="821" y="218"/>
                  </a:lnTo>
                  <a:lnTo>
                    <a:pt x="821" y="216"/>
                  </a:lnTo>
                  <a:lnTo>
                    <a:pt x="821" y="216"/>
                  </a:lnTo>
                  <a:lnTo>
                    <a:pt x="821" y="216"/>
                  </a:lnTo>
                  <a:lnTo>
                    <a:pt x="821" y="216"/>
                  </a:lnTo>
                  <a:lnTo>
                    <a:pt x="823" y="216"/>
                  </a:lnTo>
                  <a:lnTo>
                    <a:pt x="823" y="216"/>
                  </a:lnTo>
                  <a:lnTo>
                    <a:pt x="823" y="216"/>
                  </a:lnTo>
                  <a:lnTo>
                    <a:pt x="823" y="216"/>
                  </a:lnTo>
                  <a:lnTo>
                    <a:pt x="826" y="216"/>
                  </a:lnTo>
                  <a:lnTo>
                    <a:pt x="826" y="216"/>
                  </a:lnTo>
                  <a:lnTo>
                    <a:pt x="828" y="216"/>
                  </a:lnTo>
                  <a:lnTo>
                    <a:pt x="828" y="216"/>
                  </a:lnTo>
                  <a:lnTo>
                    <a:pt x="828" y="216"/>
                  </a:lnTo>
                  <a:lnTo>
                    <a:pt x="830" y="216"/>
                  </a:lnTo>
                  <a:lnTo>
                    <a:pt x="830" y="216"/>
                  </a:lnTo>
                  <a:lnTo>
                    <a:pt x="830" y="216"/>
                  </a:lnTo>
                  <a:lnTo>
                    <a:pt x="833" y="216"/>
                  </a:lnTo>
                  <a:lnTo>
                    <a:pt x="833" y="216"/>
                  </a:lnTo>
                  <a:lnTo>
                    <a:pt x="835" y="216"/>
                  </a:lnTo>
                  <a:lnTo>
                    <a:pt x="835" y="216"/>
                  </a:lnTo>
                  <a:lnTo>
                    <a:pt x="835" y="216"/>
                  </a:lnTo>
                  <a:lnTo>
                    <a:pt x="835" y="216"/>
                  </a:lnTo>
                  <a:lnTo>
                    <a:pt x="835" y="216"/>
                  </a:lnTo>
                  <a:lnTo>
                    <a:pt x="838" y="216"/>
                  </a:lnTo>
                  <a:lnTo>
                    <a:pt x="838" y="218"/>
                  </a:lnTo>
                  <a:lnTo>
                    <a:pt x="838" y="218"/>
                  </a:lnTo>
                  <a:lnTo>
                    <a:pt x="838" y="218"/>
                  </a:lnTo>
                  <a:lnTo>
                    <a:pt x="838" y="218"/>
                  </a:lnTo>
                  <a:lnTo>
                    <a:pt x="840" y="218"/>
                  </a:lnTo>
                  <a:lnTo>
                    <a:pt x="840" y="218"/>
                  </a:lnTo>
                  <a:lnTo>
                    <a:pt x="840" y="221"/>
                  </a:lnTo>
                  <a:lnTo>
                    <a:pt x="842" y="221"/>
                  </a:lnTo>
                  <a:lnTo>
                    <a:pt x="842" y="221"/>
                  </a:lnTo>
                  <a:lnTo>
                    <a:pt x="842" y="221"/>
                  </a:lnTo>
                  <a:lnTo>
                    <a:pt x="845" y="221"/>
                  </a:lnTo>
                  <a:lnTo>
                    <a:pt x="845" y="221"/>
                  </a:lnTo>
                  <a:lnTo>
                    <a:pt x="845" y="221"/>
                  </a:lnTo>
                  <a:lnTo>
                    <a:pt x="845" y="221"/>
                  </a:lnTo>
                  <a:lnTo>
                    <a:pt x="847" y="221"/>
                  </a:lnTo>
                  <a:lnTo>
                    <a:pt x="847" y="221"/>
                  </a:lnTo>
                  <a:lnTo>
                    <a:pt x="849" y="221"/>
                  </a:lnTo>
                  <a:lnTo>
                    <a:pt x="849" y="223"/>
                  </a:lnTo>
                  <a:lnTo>
                    <a:pt x="849" y="223"/>
                  </a:lnTo>
                  <a:lnTo>
                    <a:pt x="849" y="223"/>
                  </a:lnTo>
                  <a:lnTo>
                    <a:pt x="852" y="223"/>
                  </a:lnTo>
                  <a:lnTo>
                    <a:pt x="852" y="223"/>
                  </a:lnTo>
                  <a:lnTo>
                    <a:pt x="852" y="223"/>
                  </a:lnTo>
                  <a:lnTo>
                    <a:pt x="854" y="223"/>
                  </a:lnTo>
                  <a:lnTo>
                    <a:pt x="854" y="223"/>
                  </a:lnTo>
                  <a:lnTo>
                    <a:pt x="857" y="223"/>
                  </a:lnTo>
                  <a:lnTo>
                    <a:pt x="857" y="223"/>
                  </a:lnTo>
                  <a:lnTo>
                    <a:pt x="857" y="223"/>
                  </a:lnTo>
                  <a:lnTo>
                    <a:pt x="859" y="223"/>
                  </a:lnTo>
                  <a:lnTo>
                    <a:pt x="859" y="223"/>
                  </a:lnTo>
                  <a:lnTo>
                    <a:pt x="859" y="223"/>
                  </a:lnTo>
                  <a:lnTo>
                    <a:pt x="861" y="223"/>
                  </a:lnTo>
                  <a:lnTo>
                    <a:pt x="861" y="223"/>
                  </a:lnTo>
                  <a:lnTo>
                    <a:pt x="861" y="223"/>
                  </a:lnTo>
                  <a:lnTo>
                    <a:pt x="861" y="223"/>
                  </a:lnTo>
                  <a:lnTo>
                    <a:pt x="861" y="221"/>
                  </a:lnTo>
                  <a:lnTo>
                    <a:pt x="864" y="221"/>
                  </a:lnTo>
                  <a:lnTo>
                    <a:pt x="864" y="221"/>
                  </a:lnTo>
                  <a:lnTo>
                    <a:pt x="864" y="221"/>
                  </a:lnTo>
                  <a:lnTo>
                    <a:pt x="864" y="221"/>
                  </a:lnTo>
                  <a:lnTo>
                    <a:pt x="866" y="221"/>
                  </a:lnTo>
                  <a:lnTo>
                    <a:pt x="866" y="221"/>
                  </a:lnTo>
                  <a:lnTo>
                    <a:pt x="866" y="218"/>
                  </a:lnTo>
                  <a:lnTo>
                    <a:pt x="868" y="218"/>
                  </a:lnTo>
                  <a:lnTo>
                    <a:pt x="868" y="218"/>
                  </a:lnTo>
                  <a:lnTo>
                    <a:pt x="868" y="218"/>
                  </a:lnTo>
                  <a:lnTo>
                    <a:pt x="868" y="218"/>
                  </a:lnTo>
                  <a:lnTo>
                    <a:pt x="871" y="218"/>
                  </a:lnTo>
                  <a:lnTo>
                    <a:pt x="871" y="216"/>
                  </a:lnTo>
                  <a:lnTo>
                    <a:pt x="871" y="216"/>
                  </a:lnTo>
                  <a:lnTo>
                    <a:pt x="871" y="216"/>
                  </a:lnTo>
                  <a:lnTo>
                    <a:pt x="871" y="216"/>
                  </a:lnTo>
                  <a:lnTo>
                    <a:pt x="873" y="216"/>
                  </a:lnTo>
                  <a:lnTo>
                    <a:pt x="873" y="216"/>
                  </a:lnTo>
                  <a:lnTo>
                    <a:pt x="873" y="216"/>
                  </a:lnTo>
                  <a:lnTo>
                    <a:pt x="875" y="216"/>
                  </a:lnTo>
                  <a:lnTo>
                    <a:pt x="875" y="214"/>
                  </a:lnTo>
                  <a:lnTo>
                    <a:pt x="875" y="214"/>
                  </a:lnTo>
                  <a:lnTo>
                    <a:pt x="875" y="214"/>
                  </a:lnTo>
                  <a:lnTo>
                    <a:pt x="875" y="214"/>
                  </a:lnTo>
                  <a:lnTo>
                    <a:pt x="878" y="214"/>
                  </a:lnTo>
                  <a:lnTo>
                    <a:pt x="878" y="211"/>
                  </a:lnTo>
                  <a:lnTo>
                    <a:pt x="878" y="211"/>
                  </a:lnTo>
                  <a:lnTo>
                    <a:pt x="878" y="211"/>
                  </a:lnTo>
                  <a:lnTo>
                    <a:pt x="878" y="209"/>
                  </a:lnTo>
                  <a:lnTo>
                    <a:pt x="878" y="209"/>
                  </a:lnTo>
                  <a:lnTo>
                    <a:pt x="878" y="209"/>
                  </a:lnTo>
                  <a:lnTo>
                    <a:pt x="878" y="206"/>
                  </a:lnTo>
                  <a:lnTo>
                    <a:pt x="880" y="206"/>
                  </a:lnTo>
                  <a:lnTo>
                    <a:pt x="880" y="206"/>
                  </a:lnTo>
                  <a:lnTo>
                    <a:pt x="880" y="206"/>
                  </a:lnTo>
                  <a:lnTo>
                    <a:pt x="883" y="206"/>
                  </a:lnTo>
                  <a:lnTo>
                    <a:pt x="883" y="206"/>
                  </a:lnTo>
                  <a:lnTo>
                    <a:pt x="883" y="206"/>
                  </a:lnTo>
                  <a:lnTo>
                    <a:pt x="883" y="206"/>
                  </a:lnTo>
                  <a:lnTo>
                    <a:pt x="885" y="206"/>
                  </a:lnTo>
                  <a:lnTo>
                    <a:pt x="885" y="206"/>
                  </a:lnTo>
                  <a:lnTo>
                    <a:pt x="885" y="206"/>
                  </a:lnTo>
                  <a:lnTo>
                    <a:pt x="885" y="206"/>
                  </a:lnTo>
                  <a:lnTo>
                    <a:pt x="887" y="206"/>
                  </a:lnTo>
                  <a:lnTo>
                    <a:pt x="887" y="206"/>
                  </a:lnTo>
                  <a:lnTo>
                    <a:pt x="890" y="206"/>
                  </a:lnTo>
                  <a:lnTo>
                    <a:pt x="890" y="206"/>
                  </a:lnTo>
                  <a:lnTo>
                    <a:pt x="890" y="206"/>
                  </a:lnTo>
                  <a:lnTo>
                    <a:pt x="890" y="206"/>
                  </a:lnTo>
                  <a:lnTo>
                    <a:pt x="892" y="206"/>
                  </a:lnTo>
                  <a:lnTo>
                    <a:pt x="892" y="206"/>
                  </a:lnTo>
                  <a:lnTo>
                    <a:pt x="894" y="206"/>
                  </a:lnTo>
                  <a:lnTo>
                    <a:pt x="894" y="206"/>
                  </a:lnTo>
                  <a:lnTo>
                    <a:pt x="894" y="206"/>
                  </a:lnTo>
                  <a:lnTo>
                    <a:pt x="897" y="206"/>
                  </a:lnTo>
                  <a:lnTo>
                    <a:pt x="897" y="206"/>
                  </a:lnTo>
                  <a:lnTo>
                    <a:pt x="897" y="206"/>
                  </a:lnTo>
                  <a:lnTo>
                    <a:pt x="899" y="206"/>
                  </a:lnTo>
                  <a:lnTo>
                    <a:pt x="899" y="206"/>
                  </a:lnTo>
                  <a:lnTo>
                    <a:pt x="899" y="206"/>
                  </a:lnTo>
                  <a:lnTo>
                    <a:pt x="901" y="206"/>
                  </a:lnTo>
                  <a:lnTo>
                    <a:pt x="901" y="206"/>
                  </a:lnTo>
                  <a:lnTo>
                    <a:pt x="901" y="206"/>
                  </a:lnTo>
                  <a:lnTo>
                    <a:pt x="904" y="206"/>
                  </a:lnTo>
                  <a:lnTo>
                    <a:pt x="904" y="206"/>
                  </a:lnTo>
                  <a:lnTo>
                    <a:pt x="904" y="206"/>
                  </a:lnTo>
                  <a:lnTo>
                    <a:pt x="904" y="206"/>
                  </a:lnTo>
                  <a:lnTo>
                    <a:pt x="906" y="206"/>
                  </a:lnTo>
                  <a:lnTo>
                    <a:pt x="906" y="204"/>
                  </a:lnTo>
                  <a:lnTo>
                    <a:pt x="906" y="204"/>
                  </a:lnTo>
                  <a:lnTo>
                    <a:pt x="906" y="204"/>
                  </a:lnTo>
                  <a:lnTo>
                    <a:pt x="909" y="204"/>
                  </a:lnTo>
                  <a:lnTo>
                    <a:pt x="909" y="204"/>
                  </a:lnTo>
                  <a:lnTo>
                    <a:pt x="909" y="202"/>
                  </a:lnTo>
                  <a:lnTo>
                    <a:pt x="909" y="202"/>
                  </a:lnTo>
                  <a:lnTo>
                    <a:pt x="909" y="202"/>
                  </a:lnTo>
                  <a:lnTo>
                    <a:pt x="911" y="202"/>
                  </a:lnTo>
                  <a:lnTo>
                    <a:pt x="911" y="202"/>
                  </a:lnTo>
                  <a:lnTo>
                    <a:pt x="911" y="199"/>
                  </a:lnTo>
                  <a:lnTo>
                    <a:pt x="911" y="199"/>
                  </a:lnTo>
                  <a:lnTo>
                    <a:pt x="913" y="199"/>
                  </a:lnTo>
                  <a:lnTo>
                    <a:pt x="913" y="199"/>
                  </a:lnTo>
                  <a:lnTo>
                    <a:pt x="916" y="199"/>
                  </a:lnTo>
                  <a:lnTo>
                    <a:pt x="916" y="199"/>
                  </a:lnTo>
                  <a:lnTo>
                    <a:pt x="916" y="199"/>
                  </a:lnTo>
                  <a:lnTo>
                    <a:pt x="916" y="199"/>
                  </a:lnTo>
                  <a:lnTo>
                    <a:pt x="916" y="197"/>
                  </a:lnTo>
                  <a:lnTo>
                    <a:pt x="918" y="197"/>
                  </a:lnTo>
                  <a:lnTo>
                    <a:pt x="918" y="197"/>
                  </a:lnTo>
                  <a:lnTo>
                    <a:pt x="918" y="197"/>
                  </a:lnTo>
                  <a:lnTo>
                    <a:pt x="916" y="197"/>
                  </a:lnTo>
                  <a:lnTo>
                    <a:pt x="916" y="195"/>
                  </a:lnTo>
                  <a:lnTo>
                    <a:pt x="916" y="195"/>
                  </a:lnTo>
                  <a:lnTo>
                    <a:pt x="916" y="192"/>
                  </a:lnTo>
                  <a:lnTo>
                    <a:pt x="918" y="192"/>
                  </a:lnTo>
                  <a:lnTo>
                    <a:pt x="918" y="192"/>
                  </a:lnTo>
                  <a:lnTo>
                    <a:pt x="918" y="192"/>
                  </a:lnTo>
                  <a:lnTo>
                    <a:pt x="918" y="190"/>
                  </a:lnTo>
                  <a:lnTo>
                    <a:pt x="918" y="190"/>
                  </a:lnTo>
                  <a:lnTo>
                    <a:pt x="918" y="190"/>
                  </a:lnTo>
                  <a:lnTo>
                    <a:pt x="918" y="187"/>
                  </a:lnTo>
                  <a:lnTo>
                    <a:pt x="920" y="187"/>
                  </a:lnTo>
                  <a:lnTo>
                    <a:pt x="920" y="187"/>
                  </a:lnTo>
                  <a:lnTo>
                    <a:pt x="920" y="187"/>
                  </a:lnTo>
                  <a:lnTo>
                    <a:pt x="923" y="187"/>
                  </a:lnTo>
                  <a:lnTo>
                    <a:pt x="923" y="187"/>
                  </a:lnTo>
                  <a:lnTo>
                    <a:pt x="923" y="187"/>
                  </a:lnTo>
                  <a:lnTo>
                    <a:pt x="923" y="185"/>
                  </a:lnTo>
                  <a:lnTo>
                    <a:pt x="923" y="185"/>
                  </a:lnTo>
                  <a:lnTo>
                    <a:pt x="923" y="185"/>
                  </a:lnTo>
                  <a:lnTo>
                    <a:pt x="925" y="185"/>
                  </a:lnTo>
                  <a:lnTo>
                    <a:pt x="925" y="185"/>
                  </a:lnTo>
                  <a:lnTo>
                    <a:pt x="928" y="185"/>
                  </a:lnTo>
                  <a:lnTo>
                    <a:pt x="928" y="185"/>
                  </a:lnTo>
                  <a:lnTo>
                    <a:pt x="928" y="183"/>
                  </a:lnTo>
                  <a:lnTo>
                    <a:pt x="928" y="183"/>
                  </a:lnTo>
                  <a:lnTo>
                    <a:pt x="930" y="183"/>
                  </a:lnTo>
                  <a:lnTo>
                    <a:pt x="930" y="183"/>
                  </a:lnTo>
                  <a:lnTo>
                    <a:pt x="930" y="183"/>
                  </a:lnTo>
                  <a:lnTo>
                    <a:pt x="930" y="183"/>
                  </a:lnTo>
                  <a:lnTo>
                    <a:pt x="930" y="183"/>
                  </a:lnTo>
                  <a:lnTo>
                    <a:pt x="932" y="183"/>
                  </a:lnTo>
                  <a:lnTo>
                    <a:pt x="932" y="183"/>
                  </a:lnTo>
                  <a:lnTo>
                    <a:pt x="935" y="183"/>
                  </a:lnTo>
                  <a:lnTo>
                    <a:pt x="935" y="183"/>
                  </a:lnTo>
                  <a:lnTo>
                    <a:pt x="935" y="183"/>
                  </a:lnTo>
                  <a:lnTo>
                    <a:pt x="937" y="183"/>
                  </a:lnTo>
                  <a:lnTo>
                    <a:pt x="937" y="183"/>
                  </a:lnTo>
                  <a:lnTo>
                    <a:pt x="937" y="183"/>
                  </a:lnTo>
                  <a:lnTo>
                    <a:pt x="937" y="183"/>
                  </a:lnTo>
                  <a:lnTo>
                    <a:pt x="939" y="183"/>
                  </a:lnTo>
                  <a:lnTo>
                    <a:pt x="939" y="183"/>
                  </a:lnTo>
                  <a:lnTo>
                    <a:pt x="939" y="183"/>
                  </a:lnTo>
                  <a:lnTo>
                    <a:pt x="942" y="183"/>
                  </a:lnTo>
                  <a:lnTo>
                    <a:pt x="942" y="183"/>
                  </a:lnTo>
                  <a:lnTo>
                    <a:pt x="942" y="180"/>
                  </a:lnTo>
                  <a:lnTo>
                    <a:pt x="942" y="180"/>
                  </a:lnTo>
                  <a:lnTo>
                    <a:pt x="942" y="180"/>
                  </a:lnTo>
                  <a:lnTo>
                    <a:pt x="942" y="178"/>
                  </a:lnTo>
                  <a:lnTo>
                    <a:pt x="942" y="178"/>
                  </a:lnTo>
                  <a:lnTo>
                    <a:pt x="942" y="178"/>
                  </a:lnTo>
                  <a:lnTo>
                    <a:pt x="942" y="178"/>
                  </a:lnTo>
                  <a:lnTo>
                    <a:pt x="944" y="178"/>
                  </a:lnTo>
                  <a:lnTo>
                    <a:pt x="944" y="178"/>
                  </a:lnTo>
                  <a:lnTo>
                    <a:pt x="944" y="178"/>
                  </a:lnTo>
                  <a:lnTo>
                    <a:pt x="946" y="178"/>
                  </a:lnTo>
                  <a:lnTo>
                    <a:pt x="946" y="178"/>
                  </a:lnTo>
                  <a:lnTo>
                    <a:pt x="946" y="178"/>
                  </a:lnTo>
                  <a:lnTo>
                    <a:pt x="946" y="178"/>
                  </a:lnTo>
                  <a:lnTo>
                    <a:pt x="949" y="178"/>
                  </a:lnTo>
                  <a:lnTo>
                    <a:pt x="949" y="178"/>
                  </a:lnTo>
                  <a:lnTo>
                    <a:pt x="949" y="178"/>
                  </a:lnTo>
                  <a:lnTo>
                    <a:pt x="951" y="178"/>
                  </a:lnTo>
                  <a:lnTo>
                    <a:pt x="951" y="178"/>
                  </a:lnTo>
                  <a:lnTo>
                    <a:pt x="951" y="178"/>
                  </a:lnTo>
                  <a:lnTo>
                    <a:pt x="951" y="178"/>
                  </a:lnTo>
                  <a:lnTo>
                    <a:pt x="951" y="178"/>
                  </a:lnTo>
                  <a:lnTo>
                    <a:pt x="954" y="178"/>
                  </a:lnTo>
                  <a:lnTo>
                    <a:pt x="954" y="176"/>
                  </a:lnTo>
                  <a:lnTo>
                    <a:pt x="954" y="176"/>
                  </a:lnTo>
                  <a:lnTo>
                    <a:pt x="956" y="176"/>
                  </a:lnTo>
                  <a:lnTo>
                    <a:pt x="956" y="176"/>
                  </a:lnTo>
                  <a:lnTo>
                    <a:pt x="956" y="176"/>
                  </a:lnTo>
                  <a:lnTo>
                    <a:pt x="956" y="176"/>
                  </a:lnTo>
                  <a:lnTo>
                    <a:pt x="956" y="173"/>
                  </a:lnTo>
                  <a:lnTo>
                    <a:pt x="958" y="173"/>
                  </a:lnTo>
                  <a:lnTo>
                    <a:pt x="958" y="173"/>
                  </a:lnTo>
                  <a:lnTo>
                    <a:pt x="958" y="173"/>
                  </a:lnTo>
                  <a:lnTo>
                    <a:pt x="958" y="173"/>
                  </a:lnTo>
                  <a:lnTo>
                    <a:pt x="958" y="171"/>
                  </a:lnTo>
                  <a:lnTo>
                    <a:pt x="961" y="171"/>
                  </a:lnTo>
                  <a:lnTo>
                    <a:pt x="961" y="171"/>
                  </a:lnTo>
                  <a:lnTo>
                    <a:pt x="963" y="171"/>
                  </a:lnTo>
                  <a:lnTo>
                    <a:pt x="963" y="171"/>
                  </a:lnTo>
                  <a:lnTo>
                    <a:pt x="963" y="171"/>
                  </a:lnTo>
                  <a:lnTo>
                    <a:pt x="965" y="171"/>
                  </a:lnTo>
                  <a:lnTo>
                    <a:pt x="965" y="171"/>
                  </a:lnTo>
                  <a:lnTo>
                    <a:pt x="968" y="171"/>
                  </a:lnTo>
                  <a:lnTo>
                    <a:pt x="968" y="173"/>
                  </a:lnTo>
                  <a:lnTo>
                    <a:pt x="968" y="173"/>
                  </a:lnTo>
                  <a:lnTo>
                    <a:pt x="968" y="171"/>
                  </a:lnTo>
                  <a:lnTo>
                    <a:pt x="968" y="171"/>
                  </a:lnTo>
                  <a:lnTo>
                    <a:pt x="970" y="171"/>
                  </a:lnTo>
                  <a:lnTo>
                    <a:pt x="970" y="171"/>
                  </a:lnTo>
                  <a:lnTo>
                    <a:pt x="970" y="171"/>
                  </a:lnTo>
                  <a:lnTo>
                    <a:pt x="973" y="171"/>
                  </a:lnTo>
                  <a:lnTo>
                    <a:pt x="973" y="171"/>
                  </a:lnTo>
                  <a:lnTo>
                    <a:pt x="975" y="171"/>
                  </a:lnTo>
                  <a:lnTo>
                    <a:pt x="975" y="171"/>
                  </a:lnTo>
                  <a:lnTo>
                    <a:pt x="975" y="171"/>
                  </a:lnTo>
                  <a:lnTo>
                    <a:pt x="975" y="171"/>
                  </a:lnTo>
                  <a:lnTo>
                    <a:pt x="975" y="171"/>
                  </a:lnTo>
                  <a:lnTo>
                    <a:pt x="977" y="171"/>
                  </a:lnTo>
                  <a:lnTo>
                    <a:pt x="977" y="171"/>
                  </a:lnTo>
                  <a:lnTo>
                    <a:pt x="977" y="173"/>
                  </a:lnTo>
                  <a:lnTo>
                    <a:pt x="977" y="173"/>
                  </a:lnTo>
                  <a:lnTo>
                    <a:pt x="977" y="173"/>
                  </a:lnTo>
                  <a:lnTo>
                    <a:pt x="980" y="173"/>
                  </a:lnTo>
                  <a:lnTo>
                    <a:pt x="980" y="173"/>
                  </a:lnTo>
                  <a:lnTo>
                    <a:pt x="980" y="173"/>
                  </a:lnTo>
                  <a:lnTo>
                    <a:pt x="980" y="173"/>
                  </a:lnTo>
                  <a:lnTo>
                    <a:pt x="982" y="173"/>
                  </a:lnTo>
                  <a:lnTo>
                    <a:pt x="982" y="173"/>
                  </a:lnTo>
                  <a:lnTo>
                    <a:pt x="982" y="176"/>
                  </a:lnTo>
                  <a:lnTo>
                    <a:pt x="982" y="176"/>
                  </a:lnTo>
                  <a:lnTo>
                    <a:pt x="984" y="176"/>
                  </a:lnTo>
                  <a:lnTo>
                    <a:pt x="984" y="176"/>
                  </a:lnTo>
                  <a:lnTo>
                    <a:pt x="984" y="176"/>
                  </a:lnTo>
                  <a:lnTo>
                    <a:pt x="984" y="178"/>
                  </a:lnTo>
                  <a:lnTo>
                    <a:pt x="984" y="178"/>
                  </a:lnTo>
                  <a:lnTo>
                    <a:pt x="984" y="178"/>
                  </a:lnTo>
                  <a:lnTo>
                    <a:pt x="984" y="178"/>
                  </a:lnTo>
                  <a:lnTo>
                    <a:pt x="984" y="178"/>
                  </a:lnTo>
                  <a:lnTo>
                    <a:pt x="984" y="180"/>
                  </a:lnTo>
                  <a:lnTo>
                    <a:pt x="984" y="180"/>
                  </a:lnTo>
                  <a:lnTo>
                    <a:pt x="984" y="180"/>
                  </a:lnTo>
                  <a:lnTo>
                    <a:pt x="987" y="180"/>
                  </a:lnTo>
                  <a:lnTo>
                    <a:pt x="987" y="180"/>
                  </a:lnTo>
                  <a:lnTo>
                    <a:pt x="987" y="180"/>
                  </a:lnTo>
                  <a:lnTo>
                    <a:pt x="987" y="178"/>
                  </a:lnTo>
                  <a:lnTo>
                    <a:pt x="989" y="178"/>
                  </a:lnTo>
                  <a:lnTo>
                    <a:pt x="989" y="178"/>
                  </a:lnTo>
                  <a:lnTo>
                    <a:pt x="989" y="178"/>
                  </a:lnTo>
                  <a:lnTo>
                    <a:pt x="989" y="178"/>
                  </a:lnTo>
                  <a:lnTo>
                    <a:pt x="989" y="178"/>
                  </a:lnTo>
                  <a:lnTo>
                    <a:pt x="991" y="178"/>
                  </a:lnTo>
                  <a:lnTo>
                    <a:pt x="991" y="176"/>
                  </a:lnTo>
                  <a:lnTo>
                    <a:pt x="991" y="176"/>
                  </a:lnTo>
                  <a:lnTo>
                    <a:pt x="991" y="176"/>
                  </a:lnTo>
                  <a:lnTo>
                    <a:pt x="991" y="176"/>
                  </a:lnTo>
                  <a:lnTo>
                    <a:pt x="994" y="176"/>
                  </a:lnTo>
                  <a:lnTo>
                    <a:pt x="994" y="173"/>
                  </a:lnTo>
                  <a:lnTo>
                    <a:pt x="994" y="173"/>
                  </a:lnTo>
                  <a:lnTo>
                    <a:pt x="994" y="173"/>
                  </a:lnTo>
                  <a:lnTo>
                    <a:pt x="996" y="173"/>
                  </a:lnTo>
                  <a:lnTo>
                    <a:pt x="996" y="171"/>
                  </a:lnTo>
                  <a:lnTo>
                    <a:pt x="994" y="171"/>
                  </a:lnTo>
                  <a:lnTo>
                    <a:pt x="994" y="171"/>
                  </a:lnTo>
                  <a:lnTo>
                    <a:pt x="994" y="168"/>
                  </a:lnTo>
                  <a:lnTo>
                    <a:pt x="994" y="168"/>
                  </a:lnTo>
                  <a:lnTo>
                    <a:pt x="994" y="168"/>
                  </a:lnTo>
                  <a:lnTo>
                    <a:pt x="991" y="168"/>
                  </a:lnTo>
                  <a:lnTo>
                    <a:pt x="991" y="168"/>
                  </a:lnTo>
                  <a:lnTo>
                    <a:pt x="994" y="168"/>
                  </a:lnTo>
                  <a:lnTo>
                    <a:pt x="994" y="166"/>
                  </a:lnTo>
                  <a:lnTo>
                    <a:pt x="991" y="166"/>
                  </a:lnTo>
                  <a:lnTo>
                    <a:pt x="991" y="166"/>
                  </a:lnTo>
                  <a:lnTo>
                    <a:pt x="994" y="166"/>
                  </a:lnTo>
                  <a:lnTo>
                    <a:pt x="994" y="164"/>
                  </a:lnTo>
                  <a:lnTo>
                    <a:pt x="994" y="164"/>
                  </a:lnTo>
                  <a:lnTo>
                    <a:pt x="991" y="164"/>
                  </a:lnTo>
                  <a:lnTo>
                    <a:pt x="991" y="164"/>
                  </a:lnTo>
                  <a:lnTo>
                    <a:pt x="991" y="161"/>
                  </a:lnTo>
                  <a:lnTo>
                    <a:pt x="991" y="161"/>
                  </a:lnTo>
                  <a:lnTo>
                    <a:pt x="991" y="161"/>
                  </a:lnTo>
                  <a:lnTo>
                    <a:pt x="991" y="161"/>
                  </a:lnTo>
                  <a:lnTo>
                    <a:pt x="991" y="161"/>
                  </a:lnTo>
                  <a:lnTo>
                    <a:pt x="991" y="161"/>
                  </a:lnTo>
                  <a:lnTo>
                    <a:pt x="994" y="161"/>
                  </a:lnTo>
                  <a:lnTo>
                    <a:pt x="994" y="161"/>
                  </a:lnTo>
                  <a:lnTo>
                    <a:pt x="994" y="161"/>
                  </a:lnTo>
                  <a:lnTo>
                    <a:pt x="994" y="161"/>
                  </a:lnTo>
                  <a:lnTo>
                    <a:pt x="994" y="159"/>
                  </a:lnTo>
                  <a:lnTo>
                    <a:pt x="994" y="159"/>
                  </a:lnTo>
                  <a:lnTo>
                    <a:pt x="991" y="159"/>
                  </a:lnTo>
                  <a:lnTo>
                    <a:pt x="991" y="159"/>
                  </a:lnTo>
                  <a:lnTo>
                    <a:pt x="991" y="157"/>
                  </a:lnTo>
                  <a:lnTo>
                    <a:pt x="991" y="157"/>
                  </a:lnTo>
                  <a:lnTo>
                    <a:pt x="989" y="157"/>
                  </a:lnTo>
                  <a:lnTo>
                    <a:pt x="989" y="157"/>
                  </a:lnTo>
                  <a:lnTo>
                    <a:pt x="989" y="157"/>
                  </a:lnTo>
                  <a:lnTo>
                    <a:pt x="987" y="157"/>
                  </a:lnTo>
                  <a:lnTo>
                    <a:pt x="987" y="157"/>
                  </a:lnTo>
                  <a:lnTo>
                    <a:pt x="984" y="157"/>
                  </a:lnTo>
                  <a:lnTo>
                    <a:pt x="984" y="157"/>
                  </a:lnTo>
                  <a:lnTo>
                    <a:pt x="984" y="157"/>
                  </a:lnTo>
                  <a:lnTo>
                    <a:pt x="984" y="157"/>
                  </a:lnTo>
                  <a:lnTo>
                    <a:pt x="984" y="157"/>
                  </a:lnTo>
                  <a:lnTo>
                    <a:pt x="982" y="157"/>
                  </a:lnTo>
                  <a:lnTo>
                    <a:pt x="982" y="154"/>
                  </a:lnTo>
                  <a:lnTo>
                    <a:pt x="982" y="154"/>
                  </a:lnTo>
                  <a:lnTo>
                    <a:pt x="982" y="152"/>
                  </a:lnTo>
                  <a:lnTo>
                    <a:pt x="982" y="152"/>
                  </a:lnTo>
                  <a:lnTo>
                    <a:pt x="982" y="152"/>
                  </a:lnTo>
                  <a:lnTo>
                    <a:pt x="980" y="152"/>
                  </a:lnTo>
                  <a:lnTo>
                    <a:pt x="980" y="152"/>
                  </a:lnTo>
                  <a:lnTo>
                    <a:pt x="980" y="152"/>
                  </a:lnTo>
                  <a:lnTo>
                    <a:pt x="980" y="150"/>
                  </a:lnTo>
                  <a:lnTo>
                    <a:pt x="977" y="150"/>
                  </a:lnTo>
                  <a:lnTo>
                    <a:pt x="977" y="150"/>
                  </a:lnTo>
                  <a:lnTo>
                    <a:pt x="977" y="147"/>
                  </a:lnTo>
                  <a:lnTo>
                    <a:pt x="977" y="147"/>
                  </a:lnTo>
                  <a:lnTo>
                    <a:pt x="977" y="147"/>
                  </a:lnTo>
                  <a:lnTo>
                    <a:pt x="975" y="147"/>
                  </a:lnTo>
                  <a:lnTo>
                    <a:pt x="975" y="147"/>
                  </a:lnTo>
                  <a:lnTo>
                    <a:pt x="975" y="147"/>
                  </a:lnTo>
                  <a:lnTo>
                    <a:pt x="975" y="147"/>
                  </a:lnTo>
                  <a:lnTo>
                    <a:pt x="973" y="147"/>
                  </a:lnTo>
                  <a:lnTo>
                    <a:pt x="973" y="147"/>
                  </a:lnTo>
                  <a:lnTo>
                    <a:pt x="973" y="147"/>
                  </a:lnTo>
                  <a:lnTo>
                    <a:pt x="970" y="147"/>
                  </a:lnTo>
                  <a:lnTo>
                    <a:pt x="970" y="147"/>
                  </a:lnTo>
                  <a:lnTo>
                    <a:pt x="970" y="145"/>
                  </a:lnTo>
                  <a:lnTo>
                    <a:pt x="970" y="145"/>
                  </a:lnTo>
                  <a:lnTo>
                    <a:pt x="970" y="145"/>
                  </a:lnTo>
                  <a:lnTo>
                    <a:pt x="968" y="145"/>
                  </a:lnTo>
                  <a:lnTo>
                    <a:pt x="968" y="145"/>
                  </a:lnTo>
                  <a:lnTo>
                    <a:pt x="968" y="142"/>
                  </a:lnTo>
                  <a:lnTo>
                    <a:pt x="968" y="142"/>
                  </a:lnTo>
                  <a:lnTo>
                    <a:pt x="968" y="142"/>
                  </a:lnTo>
                  <a:lnTo>
                    <a:pt x="965" y="142"/>
                  </a:lnTo>
                  <a:lnTo>
                    <a:pt x="965" y="142"/>
                  </a:lnTo>
                  <a:lnTo>
                    <a:pt x="965" y="140"/>
                  </a:lnTo>
                  <a:lnTo>
                    <a:pt x="963" y="140"/>
                  </a:lnTo>
                  <a:lnTo>
                    <a:pt x="963" y="140"/>
                  </a:lnTo>
                  <a:lnTo>
                    <a:pt x="963" y="140"/>
                  </a:lnTo>
                  <a:lnTo>
                    <a:pt x="961" y="140"/>
                  </a:lnTo>
                  <a:lnTo>
                    <a:pt x="961" y="140"/>
                  </a:lnTo>
                  <a:lnTo>
                    <a:pt x="958" y="140"/>
                  </a:lnTo>
                  <a:lnTo>
                    <a:pt x="958" y="140"/>
                  </a:lnTo>
                  <a:lnTo>
                    <a:pt x="958" y="140"/>
                  </a:lnTo>
                  <a:lnTo>
                    <a:pt x="958" y="140"/>
                  </a:lnTo>
                  <a:lnTo>
                    <a:pt x="956" y="140"/>
                  </a:lnTo>
                  <a:lnTo>
                    <a:pt x="956" y="140"/>
                  </a:lnTo>
                  <a:lnTo>
                    <a:pt x="956" y="140"/>
                  </a:lnTo>
                  <a:lnTo>
                    <a:pt x="954" y="140"/>
                  </a:lnTo>
                  <a:lnTo>
                    <a:pt x="954" y="140"/>
                  </a:lnTo>
                  <a:lnTo>
                    <a:pt x="951" y="140"/>
                  </a:lnTo>
                  <a:lnTo>
                    <a:pt x="951" y="140"/>
                  </a:lnTo>
                  <a:lnTo>
                    <a:pt x="951" y="140"/>
                  </a:lnTo>
                  <a:lnTo>
                    <a:pt x="951" y="140"/>
                  </a:lnTo>
                  <a:lnTo>
                    <a:pt x="949" y="140"/>
                  </a:lnTo>
                  <a:lnTo>
                    <a:pt x="949" y="140"/>
                  </a:lnTo>
                  <a:lnTo>
                    <a:pt x="949" y="142"/>
                  </a:lnTo>
                  <a:lnTo>
                    <a:pt x="949" y="142"/>
                  </a:lnTo>
                  <a:lnTo>
                    <a:pt x="949" y="142"/>
                  </a:lnTo>
                  <a:lnTo>
                    <a:pt x="946" y="142"/>
                  </a:lnTo>
                  <a:lnTo>
                    <a:pt x="946" y="145"/>
                  </a:lnTo>
                  <a:lnTo>
                    <a:pt x="946" y="145"/>
                  </a:lnTo>
                  <a:lnTo>
                    <a:pt x="946" y="145"/>
                  </a:lnTo>
                  <a:lnTo>
                    <a:pt x="944" y="145"/>
                  </a:lnTo>
                  <a:lnTo>
                    <a:pt x="944" y="147"/>
                  </a:lnTo>
                  <a:lnTo>
                    <a:pt x="944" y="147"/>
                  </a:lnTo>
                  <a:lnTo>
                    <a:pt x="944" y="147"/>
                  </a:lnTo>
                  <a:lnTo>
                    <a:pt x="944" y="147"/>
                  </a:lnTo>
                  <a:lnTo>
                    <a:pt x="942" y="147"/>
                  </a:lnTo>
                  <a:lnTo>
                    <a:pt x="942" y="147"/>
                  </a:lnTo>
                  <a:lnTo>
                    <a:pt x="942" y="147"/>
                  </a:lnTo>
                  <a:lnTo>
                    <a:pt x="942" y="150"/>
                  </a:lnTo>
                  <a:lnTo>
                    <a:pt x="942" y="150"/>
                  </a:lnTo>
                  <a:lnTo>
                    <a:pt x="939" y="150"/>
                  </a:lnTo>
                  <a:lnTo>
                    <a:pt x="939" y="150"/>
                  </a:lnTo>
                  <a:lnTo>
                    <a:pt x="939" y="147"/>
                  </a:lnTo>
                  <a:lnTo>
                    <a:pt x="937" y="147"/>
                  </a:lnTo>
                  <a:lnTo>
                    <a:pt x="937" y="147"/>
                  </a:lnTo>
                  <a:lnTo>
                    <a:pt x="937" y="147"/>
                  </a:lnTo>
                  <a:lnTo>
                    <a:pt x="937" y="147"/>
                  </a:lnTo>
                  <a:lnTo>
                    <a:pt x="937" y="147"/>
                  </a:lnTo>
                  <a:lnTo>
                    <a:pt x="935" y="147"/>
                  </a:lnTo>
                  <a:lnTo>
                    <a:pt x="935" y="147"/>
                  </a:lnTo>
                  <a:lnTo>
                    <a:pt x="935" y="145"/>
                  </a:lnTo>
                  <a:lnTo>
                    <a:pt x="935" y="145"/>
                  </a:lnTo>
                  <a:lnTo>
                    <a:pt x="932" y="145"/>
                  </a:lnTo>
                  <a:lnTo>
                    <a:pt x="932" y="145"/>
                  </a:lnTo>
                  <a:lnTo>
                    <a:pt x="932" y="145"/>
                  </a:lnTo>
                  <a:lnTo>
                    <a:pt x="930" y="145"/>
                  </a:lnTo>
                  <a:lnTo>
                    <a:pt x="930" y="145"/>
                  </a:lnTo>
                  <a:lnTo>
                    <a:pt x="930" y="145"/>
                  </a:lnTo>
                  <a:lnTo>
                    <a:pt x="930" y="142"/>
                  </a:lnTo>
                  <a:lnTo>
                    <a:pt x="928" y="142"/>
                  </a:lnTo>
                  <a:lnTo>
                    <a:pt x="928" y="142"/>
                  </a:lnTo>
                  <a:lnTo>
                    <a:pt x="928" y="142"/>
                  </a:lnTo>
                  <a:lnTo>
                    <a:pt x="928" y="145"/>
                  </a:lnTo>
                  <a:lnTo>
                    <a:pt x="925" y="145"/>
                  </a:lnTo>
                  <a:lnTo>
                    <a:pt x="925" y="145"/>
                  </a:lnTo>
                  <a:lnTo>
                    <a:pt x="923" y="145"/>
                  </a:lnTo>
                  <a:lnTo>
                    <a:pt x="923" y="145"/>
                  </a:lnTo>
                  <a:lnTo>
                    <a:pt x="923" y="145"/>
                  </a:lnTo>
                  <a:lnTo>
                    <a:pt x="923" y="145"/>
                  </a:lnTo>
                  <a:lnTo>
                    <a:pt x="920" y="145"/>
                  </a:lnTo>
                  <a:lnTo>
                    <a:pt x="920" y="145"/>
                  </a:lnTo>
                  <a:lnTo>
                    <a:pt x="918" y="145"/>
                  </a:lnTo>
                  <a:lnTo>
                    <a:pt x="918" y="145"/>
                  </a:lnTo>
                  <a:lnTo>
                    <a:pt x="918" y="145"/>
                  </a:lnTo>
                  <a:lnTo>
                    <a:pt x="918" y="145"/>
                  </a:lnTo>
                  <a:lnTo>
                    <a:pt x="916" y="145"/>
                  </a:lnTo>
                  <a:lnTo>
                    <a:pt x="916" y="145"/>
                  </a:lnTo>
                  <a:lnTo>
                    <a:pt x="916" y="145"/>
                  </a:lnTo>
                  <a:lnTo>
                    <a:pt x="916" y="145"/>
                  </a:lnTo>
                  <a:lnTo>
                    <a:pt x="913" y="145"/>
                  </a:lnTo>
                  <a:lnTo>
                    <a:pt x="913" y="147"/>
                  </a:lnTo>
                  <a:lnTo>
                    <a:pt x="913" y="147"/>
                  </a:lnTo>
                  <a:lnTo>
                    <a:pt x="911" y="147"/>
                  </a:lnTo>
                  <a:lnTo>
                    <a:pt x="911" y="147"/>
                  </a:lnTo>
                  <a:lnTo>
                    <a:pt x="911" y="147"/>
                  </a:lnTo>
                  <a:lnTo>
                    <a:pt x="911" y="147"/>
                  </a:lnTo>
                  <a:lnTo>
                    <a:pt x="911" y="147"/>
                  </a:lnTo>
                  <a:lnTo>
                    <a:pt x="911" y="150"/>
                  </a:lnTo>
                  <a:lnTo>
                    <a:pt x="909" y="150"/>
                  </a:lnTo>
                  <a:lnTo>
                    <a:pt x="909" y="147"/>
                  </a:lnTo>
                  <a:lnTo>
                    <a:pt x="909" y="147"/>
                  </a:lnTo>
                  <a:lnTo>
                    <a:pt x="909" y="147"/>
                  </a:lnTo>
                  <a:lnTo>
                    <a:pt x="909" y="147"/>
                  </a:lnTo>
                  <a:lnTo>
                    <a:pt x="906" y="147"/>
                  </a:lnTo>
                  <a:lnTo>
                    <a:pt x="906" y="147"/>
                  </a:lnTo>
                  <a:lnTo>
                    <a:pt x="906" y="147"/>
                  </a:lnTo>
                  <a:lnTo>
                    <a:pt x="906" y="145"/>
                  </a:lnTo>
                  <a:lnTo>
                    <a:pt x="904" y="145"/>
                  </a:lnTo>
                  <a:lnTo>
                    <a:pt x="904" y="145"/>
                  </a:lnTo>
                  <a:lnTo>
                    <a:pt x="904" y="145"/>
                  </a:lnTo>
                  <a:lnTo>
                    <a:pt x="904" y="145"/>
                  </a:lnTo>
                  <a:lnTo>
                    <a:pt x="904" y="142"/>
                  </a:lnTo>
                  <a:lnTo>
                    <a:pt x="901" y="142"/>
                  </a:lnTo>
                  <a:lnTo>
                    <a:pt x="901" y="142"/>
                  </a:lnTo>
                  <a:lnTo>
                    <a:pt x="901" y="142"/>
                  </a:lnTo>
                  <a:lnTo>
                    <a:pt x="901" y="142"/>
                  </a:lnTo>
                  <a:lnTo>
                    <a:pt x="899" y="142"/>
                  </a:lnTo>
                  <a:lnTo>
                    <a:pt x="899" y="140"/>
                  </a:lnTo>
                  <a:lnTo>
                    <a:pt x="901" y="140"/>
                  </a:lnTo>
                  <a:lnTo>
                    <a:pt x="901" y="140"/>
                  </a:lnTo>
                  <a:lnTo>
                    <a:pt x="901" y="140"/>
                  </a:lnTo>
                  <a:lnTo>
                    <a:pt x="901" y="138"/>
                  </a:lnTo>
                  <a:lnTo>
                    <a:pt x="901" y="138"/>
                  </a:lnTo>
                  <a:lnTo>
                    <a:pt x="901" y="138"/>
                  </a:lnTo>
                  <a:lnTo>
                    <a:pt x="901" y="138"/>
                  </a:lnTo>
                  <a:lnTo>
                    <a:pt x="901" y="138"/>
                  </a:lnTo>
                  <a:lnTo>
                    <a:pt x="901" y="135"/>
                  </a:lnTo>
                  <a:lnTo>
                    <a:pt x="901" y="135"/>
                  </a:lnTo>
                  <a:lnTo>
                    <a:pt x="904" y="135"/>
                  </a:lnTo>
                  <a:lnTo>
                    <a:pt x="904" y="135"/>
                  </a:lnTo>
                  <a:lnTo>
                    <a:pt x="904" y="135"/>
                  </a:lnTo>
                  <a:lnTo>
                    <a:pt x="904" y="135"/>
                  </a:lnTo>
                  <a:lnTo>
                    <a:pt x="906" y="135"/>
                  </a:lnTo>
                  <a:lnTo>
                    <a:pt x="906" y="135"/>
                  </a:lnTo>
                  <a:lnTo>
                    <a:pt x="909" y="135"/>
                  </a:lnTo>
                  <a:lnTo>
                    <a:pt x="909" y="133"/>
                  </a:lnTo>
                  <a:lnTo>
                    <a:pt x="909" y="133"/>
                  </a:lnTo>
                  <a:lnTo>
                    <a:pt x="909" y="131"/>
                  </a:lnTo>
                  <a:lnTo>
                    <a:pt x="909" y="131"/>
                  </a:lnTo>
                  <a:lnTo>
                    <a:pt x="909" y="128"/>
                  </a:lnTo>
                  <a:lnTo>
                    <a:pt x="909" y="128"/>
                  </a:lnTo>
                  <a:lnTo>
                    <a:pt x="909" y="128"/>
                  </a:lnTo>
                  <a:lnTo>
                    <a:pt x="909" y="128"/>
                  </a:lnTo>
                  <a:lnTo>
                    <a:pt x="909" y="126"/>
                  </a:lnTo>
                  <a:lnTo>
                    <a:pt x="909" y="126"/>
                  </a:lnTo>
                  <a:lnTo>
                    <a:pt x="909" y="126"/>
                  </a:lnTo>
                  <a:lnTo>
                    <a:pt x="911" y="126"/>
                  </a:lnTo>
                  <a:lnTo>
                    <a:pt x="911" y="123"/>
                  </a:lnTo>
                  <a:lnTo>
                    <a:pt x="911" y="123"/>
                  </a:lnTo>
                  <a:lnTo>
                    <a:pt x="911" y="123"/>
                  </a:lnTo>
                  <a:lnTo>
                    <a:pt x="911" y="123"/>
                  </a:lnTo>
                  <a:lnTo>
                    <a:pt x="911" y="121"/>
                  </a:lnTo>
                  <a:lnTo>
                    <a:pt x="913" y="121"/>
                  </a:lnTo>
                  <a:lnTo>
                    <a:pt x="913" y="121"/>
                  </a:lnTo>
                  <a:lnTo>
                    <a:pt x="913" y="121"/>
                  </a:lnTo>
                  <a:lnTo>
                    <a:pt x="913" y="119"/>
                  </a:lnTo>
                  <a:lnTo>
                    <a:pt x="913" y="119"/>
                  </a:lnTo>
                  <a:lnTo>
                    <a:pt x="913" y="119"/>
                  </a:lnTo>
                  <a:lnTo>
                    <a:pt x="913" y="119"/>
                  </a:lnTo>
                  <a:lnTo>
                    <a:pt x="913" y="116"/>
                  </a:lnTo>
                  <a:lnTo>
                    <a:pt x="913" y="116"/>
                  </a:lnTo>
                  <a:lnTo>
                    <a:pt x="913" y="116"/>
                  </a:lnTo>
                  <a:lnTo>
                    <a:pt x="916" y="116"/>
                  </a:lnTo>
                  <a:lnTo>
                    <a:pt x="916" y="114"/>
                  </a:lnTo>
                  <a:lnTo>
                    <a:pt x="916" y="114"/>
                  </a:lnTo>
                  <a:lnTo>
                    <a:pt x="916" y="114"/>
                  </a:lnTo>
                  <a:lnTo>
                    <a:pt x="916" y="112"/>
                  </a:lnTo>
                  <a:lnTo>
                    <a:pt x="916" y="112"/>
                  </a:lnTo>
                  <a:lnTo>
                    <a:pt x="916" y="112"/>
                  </a:lnTo>
                  <a:lnTo>
                    <a:pt x="916" y="109"/>
                  </a:lnTo>
                  <a:lnTo>
                    <a:pt x="918" y="109"/>
                  </a:lnTo>
                  <a:lnTo>
                    <a:pt x="918" y="109"/>
                  </a:lnTo>
                  <a:lnTo>
                    <a:pt x="918" y="109"/>
                  </a:lnTo>
                  <a:lnTo>
                    <a:pt x="918" y="109"/>
                  </a:lnTo>
                  <a:lnTo>
                    <a:pt x="918" y="107"/>
                  </a:lnTo>
                  <a:lnTo>
                    <a:pt x="918" y="107"/>
                  </a:lnTo>
                  <a:lnTo>
                    <a:pt x="918" y="107"/>
                  </a:lnTo>
                  <a:lnTo>
                    <a:pt x="918" y="105"/>
                  </a:lnTo>
                  <a:lnTo>
                    <a:pt x="920" y="105"/>
                  </a:lnTo>
                  <a:lnTo>
                    <a:pt x="920" y="105"/>
                  </a:lnTo>
                  <a:lnTo>
                    <a:pt x="920" y="105"/>
                  </a:lnTo>
                  <a:lnTo>
                    <a:pt x="920" y="102"/>
                  </a:lnTo>
                  <a:lnTo>
                    <a:pt x="923" y="102"/>
                  </a:lnTo>
                  <a:lnTo>
                    <a:pt x="923" y="102"/>
                  </a:lnTo>
                  <a:lnTo>
                    <a:pt x="923" y="100"/>
                  </a:lnTo>
                  <a:lnTo>
                    <a:pt x="923" y="100"/>
                  </a:lnTo>
                  <a:lnTo>
                    <a:pt x="923" y="100"/>
                  </a:lnTo>
                  <a:lnTo>
                    <a:pt x="923" y="100"/>
                  </a:lnTo>
                  <a:lnTo>
                    <a:pt x="923" y="97"/>
                  </a:lnTo>
                  <a:lnTo>
                    <a:pt x="923" y="97"/>
                  </a:lnTo>
                  <a:lnTo>
                    <a:pt x="925" y="97"/>
                  </a:lnTo>
                  <a:lnTo>
                    <a:pt x="925" y="97"/>
                  </a:lnTo>
                  <a:lnTo>
                    <a:pt x="925" y="97"/>
                  </a:lnTo>
                  <a:lnTo>
                    <a:pt x="925" y="95"/>
                  </a:lnTo>
                  <a:lnTo>
                    <a:pt x="925" y="95"/>
                  </a:lnTo>
                  <a:lnTo>
                    <a:pt x="928" y="95"/>
                  </a:lnTo>
                  <a:lnTo>
                    <a:pt x="928" y="95"/>
                  </a:lnTo>
                  <a:lnTo>
                    <a:pt x="928" y="95"/>
                  </a:lnTo>
                  <a:lnTo>
                    <a:pt x="928" y="95"/>
                  </a:lnTo>
                  <a:lnTo>
                    <a:pt x="930" y="95"/>
                  </a:lnTo>
                  <a:lnTo>
                    <a:pt x="930" y="97"/>
                  </a:lnTo>
                  <a:lnTo>
                    <a:pt x="930" y="97"/>
                  </a:lnTo>
                  <a:lnTo>
                    <a:pt x="930" y="97"/>
                  </a:lnTo>
                  <a:lnTo>
                    <a:pt x="930" y="97"/>
                  </a:lnTo>
                  <a:lnTo>
                    <a:pt x="932" y="97"/>
                  </a:lnTo>
                  <a:lnTo>
                    <a:pt x="932" y="97"/>
                  </a:lnTo>
                  <a:lnTo>
                    <a:pt x="935" y="97"/>
                  </a:lnTo>
                  <a:lnTo>
                    <a:pt x="935" y="97"/>
                  </a:lnTo>
                  <a:lnTo>
                    <a:pt x="935" y="97"/>
                  </a:lnTo>
                  <a:lnTo>
                    <a:pt x="935" y="97"/>
                  </a:lnTo>
                  <a:lnTo>
                    <a:pt x="937" y="97"/>
                  </a:lnTo>
                  <a:lnTo>
                    <a:pt x="937" y="97"/>
                  </a:lnTo>
                  <a:lnTo>
                    <a:pt x="937" y="100"/>
                  </a:lnTo>
                  <a:lnTo>
                    <a:pt x="937" y="100"/>
                  </a:lnTo>
                  <a:lnTo>
                    <a:pt x="939" y="100"/>
                  </a:lnTo>
                  <a:lnTo>
                    <a:pt x="939" y="100"/>
                  </a:lnTo>
                  <a:lnTo>
                    <a:pt x="942" y="100"/>
                  </a:lnTo>
                  <a:lnTo>
                    <a:pt x="942" y="100"/>
                  </a:lnTo>
                  <a:lnTo>
                    <a:pt x="942" y="100"/>
                  </a:lnTo>
                  <a:lnTo>
                    <a:pt x="944" y="100"/>
                  </a:lnTo>
                  <a:lnTo>
                    <a:pt x="944" y="100"/>
                  </a:lnTo>
                  <a:lnTo>
                    <a:pt x="944" y="100"/>
                  </a:lnTo>
                  <a:lnTo>
                    <a:pt x="944" y="100"/>
                  </a:lnTo>
                  <a:lnTo>
                    <a:pt x="946" y="100"/>
                  </a:lnTo>
                  <a:lnTo>
                    <a:pt x="946" y="100"/>
                  </a:lnTo>
                  <a:lnTo>
                    <a:pt x="946" y="102"/>
                  </a:lnTo>
                  <a:lnTo>
                    <a:pt x="949" y="102"/>
                  </a:lnTo>
                  <a:lnTo>
                    <a:pt x="949" y="102"/>
                  </a:lnTo>
                  <a:lnTo>
                    <a:pt x="949" y="102"/>
                  </a:lnTo>
                  <a:lnTo>
                    <a:pt x="949" y="102"/>
                  </a:lnTo>
                  <a:lnTo>
                    <a:pt x="951" y="102"/>
                  </a:lnTo>
                  <a:lnTo>
                    <a:pt x="951" y="102"/>
                  </a:lnTo>
                  <a:lnTo>
                    <a:pt x="951" y="102"/>
                  </a:lnTo>
                  <a:lnTo>
                    <a:pt x="951" y="102"/>
                  </a:lnTo>
                  <a:lnTo>
                    <a:pt x="954" y="102"/>
                  </a:lnTo>
                  <a:lnTo>
                    <a:pt x="954" y="100"/>
                  </a:lnTo>
                  <a:lnTo>
                    <a:pt x="954" y="100"/>
                  </a:lnTo>
                  <a:lnTo>
                    <a:pt x="954" y="100"/>
                  </a:lnTo>
                  <a:lnTo>
                    <a:pt x="956" y="100"/>
                  </a:lnTo>
                  <a:lnTo>
                    <a:pt x="956" y="100"/>
                  </a:lnTo>
                  <a:lnTo>
                    <a:pt x="956" y="97"/>
                  </a:lnTo>
                  <a:lnTo>
                    <a:pt x="956" y="97"/>
                  </a:lnTo>
                  <a:lnTo>
                    <a:pt x="958" y="97"/>
                  </a:lnTo>
                  <a:lnTo>
                    <a:pt x="958" y="97"/>
                  </a:lnTo>
                  <a:lnTo>
                    <a:pt x="958" y="97"/>
                  </a:lnTo>
                  <a:lnTo>
                    <a:pt x="958" y="97"/>
                  </a:lnTo>
                  <a:lnTo>
                    <a:pt x="958" y="97"/>
                  </a:lnTo>
                  <a:lnTo>
                    <a:pt x="961" y="97"/>
                  </a:lnTo>
                  <a:lnTo>
                    <a:pt x="961" y="97"/>
                  </a:lnTo>
                  <a:lnTo>
                    <a:pt x="961" y="95"/>
                  </a:lnTo>
                  <a:lnTo>
                    <a:pt x="963" y="95"/>
                  </a:lnTo>
                  <a:lnTo>
                    <a:pt x="963" y="95"/>
                  </a:lnTo>
                  <a:lnTo>
                    <a:pt x="963" y="95"/>
                  </a:lnTo>
                  <a:lnTo>
                    <a:pt x="963" y="95"/>
                  </a:lnTo>
                  <a:lnTo>
                    <a:pt x="965" y="95"/>
                  </a:lnTo>
                  <a:lnTo>
                    <a:pt x="965" y="93"/>
                  </a:lnTo>
                  <a:lnTo>
                    <a:pt x="965" y="93"/>
                  </a:lnTo>
                  <a:lnTo>
                    <a:pt x="965" y="93"/>
                  </a:lnTo>
                  <a:lnTo>
                    <a:pt x="968" y="93"/>
                  </a:lnTo>
                  <a:lnTo>
                    <a:pt x="968" y="93"/>
                  </a:lnTo>
                  <a:lnTo>
                    <a:pt x="968" y="90"/>
                  </a:lnTo>
                  <a:lnTo>
                    <a:pt x="968" y="90"/>
                  </a:lnTo>
                  <a:lnTo>
                    <a:pt x="970" y="90"/>
                  </a:lnTo>
                  <a:lnTo>
                    <a:pt x="970" y="90"/>
                  </a:lnTo>
                  <a:lnTo>
                    <a:pt x="970" y="90"/>
                  </a:lnTo>
                  <a:lnTo>
                    <a:pt x="973" y="90"/>
                  </a:lnTo>
                  <a:lnTo>
                    <a:pt x="973" y="90"/>
                  </a:lnTo>
                  <a:lnTo>
                    <a:pt x="975" y="90"/>
                  </a:lnTo>
                  <a:lnTo>
                    <a:pt x="975" y="90"/>
                  </a:lnTo>
                  <a:lnTo>
                    <a:pt x="975" y="90"/>
                  </a:lnTo>
                  <a:lnTo>
                    <a:pt x="975" y="90"/>
                  </a:lnTo>
                  <a:lnTo>
                    <a:pt x="975" y="90"/>
                  </a:lnTo>
                  <a:lnTo>
                    <a:pt x="977" y="90"/>
                  </a:lnTo>
                  <a:lnTo>
                    <a:pt x="977" y="90"/>
                  </a:lnTo>
                  <a:lnTo>
                    <a:pt x="977" y="90"/>
                  </a:lnTo>
                  <a:lnTo>
                    <a:pt x="977" y="90"/>
                  </a:lnTo>
                  <a:lnTo>
                    <a:pt x="980" y="90"/>
                  </a:lnTo>
                  <a:lnTo>
                    <a:pt x="980" y="90"/>
                  </a:lnTo>
                  <a:lnTo>
                    <a:pt x="980" y="88"/>
                  </a:lnTo>
                  <a:lnTo>
                    <a:pt x="982" y="88"/>
                  </a:lnTo>
                  <a:lnTo>
                    <a:pt x="982" y="88"/>
                  </a:lnTo>
                  <a:lnTo>
                    <a:pt x="982" y="88"/>
                  </a:lnTo>
                  <a:lnTo>
                    <a:pt x="982" y="88"/>
                  </a:lnTo>
                  <a:lnTo>
                    <a:pt x="982" y="88"/>
                  </a:lnTo>
                  <a:lnTo>
                    <a:pt x="982" y="86"/>
                  </a:lnTo>
                  <a:lnTo>
                    <a:pt x="984" y="86"/>
                  </a:lnTo>
                  <a:lnTo>
                    <a:pt x="984" y="86"/>
                  </a:lnTo>
                  <a:lnTo>
                    <a:pt x="982" y="86"/>
                  </a:lnTo>
                  <a:lnTo>
                    <a:pt x="982" y="83"/>
                  </a:lnTo>
                  <a:lnTo>
                    <a:pt x="982" y="83"/>
                  </a:lnTo>
                  <a:lnTo>
                    <a:pt x="982" y="81"/>
                  </a:lnTo>
                  <a:lnTo>
                    <a:pt x="982" y="81"/>
                  </a:lnTo>
                  <a:lnTo>
                    <a:pt x="982" y="81"/>
                  </a:lnTo>
                  <a:lnTo>
                    <a:pt x="980" y="81"/>
                  </a:lnTo>
                  <a:lnTo>
                    <a:pt x="980" y="81"/>
                  </a:lnTo>
                  <a:lnTo>
                    <a:pt x="980" y="81"/>
                  </a:lnTo>
                  <a:lnTo>
                    <a:pt x="977" y="81"/>
                  </a:lnTo>
                  <a:lnTo>
                    <a:pt x="977" y="78"/>
                  </a:lnTo>
                  <a:lnTo>
                    <a:pt x="980" y="78"/>
                  </a:lnTo>
                  <a:lnTo>
                    <a:pt x="980" y="78"/>
                  </a:lnTo>
                  <a:lnTo>
                    <a:pt x="980" y="78"/>
                  </a:lnTo>
                  <a:lnTo>
                    <a:pt x="982" y="78"/>
                  </a:lnTo>
                  <a:lnTo>
                    <a:pt x="982" y="78"/>
                  </a:lnTo>
                  <a:lnTo>
                    <a:pt x="982" y="76"/>
                  </a:lnTo>
                  <a:lnTo>
                    <a:pt x="982" y="76"/>
                  </a:lnTo>
                  <a:lnTo>
                    <a:pt x="982" y="76"/>
                  </a:lnTo>
                  <a:lnTo>
                    <a:pt x="982" y="74"/>
                  </a:lnTo>
                  <a:lnTo>
                    <a:pt x="982" y="74"/>
                  </a:lnTo>
                  <a:lnTo>
                    <a:pt x="984" y="74"/>
                  </a:lnTo>
                  <a:lnTo>
                    <a:pt x="984" y="74"/>
                  </a:lnTo>
                  <a:lnTo>
                    <a:pt x="984" y="74"/>
                  </a:lnTo>
                  <a:lnTo>
                    <a:pt x="984" y="71"/>
                  </a:lnTo>
                  <a:lnTo>
                    <a:pt x="984" y="71"/>
                  </a:lnTo>
                  <a:lnTo>
                    <a:pt x="984" y="71"/>
                  </a:lnTo>
                  <a:lnTo>
                    <a:pt x="987" y="71"/>
                  </a:lnTo>
                  <a:lnTo>
                    <a:pt x="987" y="69"/>
                  </a:lnTo>
                  <a:lnTo>
                    <a:pt x="987" y="69"/>
                  </a:lnTo>
                  <a:lnTo>
                    <a:pt x="987" y="69"/>
                  </a:lnTo>
                  <a:lnTo>
                    <a:pt x="987" y="67"/>
                  </a:lnTo>
                  <a:lnTo>
                    <a:pt x="987" y="67"/>
                  </a:lnTo>
                  <a:lnTo>
                    <a:pt x="987" y="67"/>
                  </a:lnTo>
                  <a:lnTo>
                    <a:pt x="989" y="67"/>
                  </a:lnTo>
                  <a:lnTo>
                    <a:pt x="989" y="64"/>
                  </a:lnTo>
                  <a:lnTo>
                    <a:pt x="989" y="64"/>
                  </a:lnTo>
                  <a:lnTo>
                    <a:pt x="989" y="64"/>
                  </a:lnTo>
                  <a:lnTo>
                    <a:pt x="989" y="64"/>
                  </a:lnTo>
                  <a:lnTo>
                    <a:pt x="991" y="64"/>
                  </a:lnTo>
                  <a:lnTo>
                    <a:pt x="991" y="62"/>
                  </a:lnTo>
                  <a:lnTo>
                    <a:pt x="991" y="62"/>
                  </a:lnTo>
                  <a:lnTo>
                    <a:pt x="991" y="62"/>
                  </a:lnTo>
                  <a:lnTo>
                    <a:pt x="991" y="59"/>
                  </a:lnTo>
                  <a:lnTo>
                    <a:pt x="991" y="59"/>
                  </a:lnTo>
                  <a:lnTo>
                    <a:pt x="991" y="59"/>
                  </a:lnTo>
                  <a:lnTo>
                    <a:pt x="991" y="59"/>
                  </a:lnTo>
                  <a:lnTo>
                    <a:pt x="991" y="57"/>
                  </a:lnTo>
                  <a:lnTo>
                    <a:pt x="994" y="57"/>
                  </a:lnTo>
                  <a:lnTo>
                    <a:pt x="994" y="57"/>
                  </a:lnTo>
                  <a:lnTo>
                    <a:pt x="994" y="57"/>
                  </a:lnTo>
                  <a:lnTo>
                    <a:pt x="996" y="57"/>
                  </a:lnTo>
                  <a:lnTo>
                    <a:pt x="996" y="55"/>
                  </a:lnTo>
                  <a:lnTo>
                    <a:pt x="996" y="55"/>
                  </a:lnTo>
                  <a:lnTo>
                    <a:pt x="996" y="55"/>
                  </a:lnTo>
                  <a:lnTo>
                    <a:pt x="996" y="52"/>
                  </a:lnTo>
                  <a:lnTo>
                    <a:pt x="996" y="52"/>
                  </a:lnTo>
                  <a:lnTo>
                    <a:pt x="996" y="52"/>
                  </a:lnTo>
                  <a:lnTo>
                    <a:pt x="996" y="50"/>
                  </a:lnTo>
                  <a:lnTo>
                    <a:pt x="999" y="50"/>
                  </a:lnTo>
                  <a:lnTo>
                    <a:pt x="999" y="50"/>
                  </a:lnTo>
                  <a:lnTo>
                    <a:pt x="999" y="50"/>
                  </a:lnTo>
                  <a:lnTo>
                    <a:pt x="999" y="50"/>
                  </a:lnTo>
                  <a:lnTo>
                    <a:pt x="999" y="48"/>
                  </a:lnTo>
                  <a:lnTo>
                    <a:pt x="1001" y="48"/>
                  </a:lnTo>
                  <a:lnTo>
                    <a:pt x="1001" y="48"/>
                  </a:lnTo>
                  <a:lnTo>
                    <a:pt x="1001" y="48"/>
                  </a:lnTo>
                  <a:lnTo>
                    <a:pt x="1001" y="48"/>
                  </a:lnTo>
                  <a:lnTo>
                    <a:pt x="1003" y="48"/>
                  </a:lnTo>
                  <a:lnTo>
                    <a:pt x="1003" y="45"/>
                  </a:lnTo>
                  <a:lnTo>
                    <a:pt x="1003" y="45"/>
                  </a:lnTo>
                  <a:lnTo>
                    <a:pt x="1003" y="45"/>
                  </a:lnTo>
                  <a:lnTo>
                    <a:pt x="1003" y="45"/>
                  </a:lnTo>
                  <a:lnTo>
                    <a:pt x="1006" y="45"/>
                  </a:lnTo>
                  <a:lnTo>
                    <a:pt x="1006" y="43"/>
                  </a:lnTo>
                  <a:lnTo>
                    <a:pt x="1006" y="43"/>
                  </a:lnTo>
                  <a:lnTo>
                    <a:pt x="1008" y="43"/>
                  </a:lnTo>
                  <a:lnTo>
                    <a:pt x="1008" y="43"/>
                  </a:lnTo>
                  <a:lnTo>
                    <a:pt x="1008" y="43"/>
                  </a:lnTo>
                  <a:lnTo>
                    <a:pt x="1008" y="43"/>
                  </a:lnTo>
                  <a:lnTo>
                    <a:pt x="1008" y="41"/>
                  </a:lnTo>
                  <a:lnTo>
                    <a:pt x="1010" y="41"/>
                  </a:lnTo>
                  <a:lnTo>
                    <a:pt x="1010" y="41"/>
                  </a:lnTo>
                  <a:lnTo>
                    <a:pt x="1010" y="41"/>
                  </a:lnTo>
                  <a:lnTo>
                    <a:pt x="1010" y="41"/>
                  </a:lnTo>
                  <a:lnTo>
                    <a:pt x="1010" y="38"/>
                  </a:lnTo>
                  <a:lnTo>
                    <a:pt x="1013" y="38"/>
                  </a:lnTo>
                  <a:lnTo>
                    <a:pt x="1013" y="38"/>
                  </a:lnTo>
                  <a:lnTo>
                    <a:pt x="1013" y="38"/>
                  </a:lnTo>
                  <a:lnTo>
                    <a:pt x="1013" y="38"/>
                  </a:lnTo>
                  <a:lnTo>
                    <a:pt x="1013" y="36"/>
                  </a:lnTo>
                  <a:lnTo>
                    <a:pt x="1013" y="36"/>
                  </a:lnTo>
                  <a:lnTo>
                    <a:pt x="1013" y="33"/>
                  </a:lnTo>
                  <a:lnTo>
                    <a:pt x="1013" y="33"/>
                  </a:lnTo>
                  <a:lnTo>
                    <a:pt x="1013" y="33"/>
                  </a:lnTo>
                  <a:lnTo>
                    <a:pt x="1013" y="31"/>
                  </a:lnTo>
                  <a:lnTo>
                    <a:pt x="1010" y="31"/>
                  </a:lnTo>
                  <a:lnTo>
                    <a:pt x="1010" y="31"/>
                  </a:lnTo>
                  <a:lnTo>
                    <a:pt x="1010" y="31"/>
                  </a:lnTo>
                  <a:lnTo>
                    <a:pt x="1010" y="29"/>
                  </a:lnTo>
                  <a:lnTo>
                    <a:pt x="1010" y="29"/>
                  </a:lnTo>
                  <a:lnTo>
                    <a:pt x="1010" y="29"/>
                  </a:lnTo>
                  <a:lnTo>
                    <a:pt x="1010" y="29"/>
                  </a:lnTo>
                  <a:lnTo>
                    <a:pt x="1010" y="26"/>
                  </a:lnTo>
                  <a:lnTo>
                    <a:pt x="1013" y="26"/>
                  </a:lnTo>
                  <a:lnTo>
                    <a:pt x="1013" y="26"/>
                  </a:lnTo>
                  <a:lnTo>
                    <a:pt x="1010" y="26"/>
                  </a:lnTo>
                  <a:lnTo>
                    <a:pt x="1010" y="26"/>
                  </a:lnTo>
                  <a:lnTo>
                    <a:pt x="1010" y="24"/>
                  </a:lnTo>
                  <a:lnTo>
                    <a:pt x="1010" y="24"/>
                  </a:lnTo>
                  <a:lnTo>
                    <a:pt x="1008" y="24"/>
                  </a:lnTo>
                  <a:lnTo>
                    <a:pt x="1008" y="24"/>
                  </a:lnTo>
                  <a:lnTo>
                    <a:pt x="1008" y="24"/>
                  </a:lnTo>
                  <a:lnTo>
                    <a:pt x="1008" y="24"/>
                  </a:lnTo>
                  <a:lnTo>
                    <a:pt x="1006" y="24"/>
                  </a:lnTo>
                  <a:lnTo>
                    <a:pt x="1006" y="24"/>
                  </a:lnTo>
                  <a:lnTo>
                    <a:pt x="1003" y="24"/>
                  </a:lnTo>
                  <a:lnTo>
                    <a:pt x="1003" y="24"/>
                  </a:lnTo>
                  <a:lnTo>
                    <a:pt x="1003" y="24"/>
                  </a:lnTo>
                  <a:lnTo>
                    <a:pt x="1003" y="24"/>
                  </a:lnTo>
                  <a:lnTo>
                    <a:pt x="1001" y="24"/>
                  </a:lnTo>
                  <a:lnTo>
                    <a:pt x="1001" y="24"/>
                  </a:lnTo>
                  <a:lnTo>
                    <a:pt x="1001" y="24"/>
                  </a:lnTo>
                  <a:lnTo>
                    <a:pt x="999" y="24"/>
                  </a:lnTo>
                  <a:lnTo>
                    <a:pt x="999" y="24"/>
                  </a:lnTo>
                  <a:lnTo>
                    <a:pt x="999" y="24"/>
                  </a:lnTo>
                  <a:lnTo>
                    <a:pt x="999" y="22"/>
                  </a:lnTo>
                  <a:lnTo>
                    <a:pt x="999" y="22"/>
                  </a:lnTo>
                  <a:lnTo>
                    <a:pt x="999" y="19"/>
                  </a:lnTo>
                  <a:lnTo>
                    <a:pt x="999" y="19"/>
                  </a:lnTo>
                  <a:lnTo>
                    <a:pt x="999" y="19"/>
                  </a:lnTo>
                  <a:lnTo>
                    <a:pt x="1001" y="19"/>
                  </a:lnTo>
                  <a:lnTo>
                    <a:pt x="1001" y="19"/>
                  </a:lnTo>
                  <a:lnTo>
                    <a:pt x="1001" y="19"/>
                  </a:lnTo>
                  <a:lnTo>
                    <a:pt x="1001" y="19"/>
                  </a:lnTo>
                  <a:lnTo>
                    <a:pt x="1003" y="19"/>
                  </a:lnTo>
                  <a:lnTo>
                    <a:pt x="1003" y="17"/>
                  </a:lnTo>
                  <a:lnTo>
                    <a:pt x="1003" y="17"/>
                  </a:lnTo>
                  <a:lnTo>
                    <a:pt x="1003" y="17"/>
                  </a:lnTo>
                  <a:lnTo>
                    <a:pt x="1003" y="17"/>
                  </a:lnTo>
                  <a:lnTo>
                    <a:pt x="1003" y="14"/>
                  </a:lnTo>
                  <a:lnTo>
                    <a:pt x="1006" y="14"/>
                  </a:lnTo>
                  <a:lnTo>
                    <a:pt x="1006" y="14"/>
                  </a:lnTo>
                  <a:lnTo>
                    <a:pt x="1006" y="14"/>
                  </a:lnTo>
                  <a:lnTo>
                    <a:pt x="1008" y="14"/>
                  </a:lnTo>
                  <a:lnTo>
                    <a:pt x="1008" y="12"/>
                  </a:lnTo>
                  <a:lnTo>
                    <a:pt x="1008" y="12"/>
                  </a:lnTo>
                  <a:lnTo>
                    <a:pt x="1008" y="12"/>
                  </a:lnTo>
                  <a:lnTo>
                    <a:pt x="1008" y="12"/>
                  </a:lnTo>
                  <a:lnTo>
                    <a:pt x="1010" y="12"/>
                  </a:lnTo>
                  <a:lnTo>
                    <a:pt x="1010" y="12"/>
                  </a:lnTo>
                  <a:lnTo>
                    <a:pt x="1010" y="10"/>
                  </a:lnTo>
                  <a:lnTo>
                    <a:pt x="1010" y="10"/>
                  </a:lnTo>
                  <a:lnTo>
                    <a:pt x="1010" y="10"/>
                  </a:lnTo>
                  <a:lnTo>
                    <a:pt x="1013" y="10"/>
                  </a:lnTo>
                  <a:lnTo>
                    <a:pt x="1013" y="10"/>
                  </a:lnTo>
                  <a:lnTo>
                    <a:pt x="1013" y="10"/>
                  </a:lnTo>
                  <a:lnTo>
                    <a:pt x="1015" y="10"/>
                  </a:lnTo>
                  <a:lnTo>
                    <a:pt x="1015" y="7"/>
                  </a:lnTo>
                  <a:lnTo>
                    <a:pt x="1015" y="7"/>
                  </a:lnTo>
                  <a:lnTo>
                    <a:pt x="1015" y="7"/>
                  </a:lnTo>
                  <a:lnTo>
                    <a:pt x="1015" y="7"/>
                  </a:lnTo>
                  <a:lnTo>
                    <a:pt x="1017" y="7"/>
                  </a:lnTo>
                  <a:lnTo>
                    <a:pt x="1017" y="7"/>
                  </a:lnTo>
                  <a:lnTo>
                    <a:pt x="1017" y="7"/>
                  </a:lnTo>
                  <a:lnTo>
                    <a:pt x="1020" y="7"/>
                  </a:lnTo>
                  <a:lnTo>
                    <a:pt x="1020" y="7"/>
                  </a:lnTo>
                  <a:lnTo>
                    <a:pt x="1022" y="7"/>
                  </a:lnTo>
                  <a:lnTo>
                    <a:pt x="1022" y="7"/>
                  </a:lnTo>
                  <a:lnTo>
                    <a:pt x="1022" y="7"/>
                  </a:lnTo>
                  <a:lnTo>
                    <a:pt x="1025" y="7"/>
                  </a:lnTo>
                  <a:lnTo>
                    <a:pt x="1025" y="7"/>
                  </a:lnTo>
                  <a:lnTo>
                    <a:pt x="1025" y="5"/>
                  </a:lnTo>
                  <a:lnTo>
                    <a:pt x="1025" y="5"/>
                  </a:lnTo>
                  <a:lnTo>
                    <a:pt x="1027" y="5"/>
                  </a:lnTo>
                  <a:lnTo>
                    <a:pt x="1027" y="5"/>
                  </a:lnTo>
                  <a:lnTo>
                    <a:pt x="1029" y="5"/>
                  </a:lnTo>
                  <a:lnTo>
                    <a:pt x="1029" y="5"/>
                  </a:lnTo>
                  <a:lnTo>
                    <a:pt x="1029" y="5"/>
                  </a:lnTo>
                  <a:lnTo>
                    <a:pt x="1032" y="5"/>
                  </a:lnTo>
                  <a:lnTo>
                    <a:pt x="1032" y="5"/>
                  </a:lnTo>
                  <a:lnTo>
                    <a:pt x="1032" y="5"/>
                  </a:lnTo>
                  <a:lnTo>
                    <a:pt x="1034" y="5"/>
                  </a:lnTo>
                  <a:lnTo>
                    <a:pt x="1034" y="5"/>
                  </a:lnTo>
                  <a:lnTo>
                    <a:pt x="1034" y="5"/>
                  </a:lnTo>
                  <a:lnTo>
                    <a:pt x="1034" y="3"/>
                  </a:lnTo>
                  <a:lnTo>
                    <a:pt x="1036" y="3"/>
                  </a:lnTo>
                  <a:lnTo>
                    <a:pt x="1036" y="3"/>
                  </a:lnTo>
                  <a:lnTo>
                    <a:pt x="1036" y="3"/>
                  </a:lnTo>
                  <a:lnTo>
                    <a:pt x="1039" y="3"/>
                  </a:lnTo>
                  <a:lnTo>
                    <a:pt x="1039" y="3"/>
                  </a:lnTo>
                  <a:lnTo>
                    <a:pt x="1041" y="3"/>
                  </a:lnTo>
                  <a:lnTo>
                    <a:pt x="1041" y="3"/>
                  </a:lnTo>
                  <a:lnTo>
                    <a:pt x="1041" y="3"/>
                  </a:lnTo>
                  <a:lnTo>
                    <a:pt x="1041" y="3"/>
                  </a:lnTo>
                  <a:lnTo>
                    <a:pt x="1044" y="3"/>
                  </a:lnTo>
                  <a:lnTo>
                    <a:pt x="1044" y="3"/>
                  </a:lnTo>
                  <a:lnTo>
                    <a:pt x="1044" y="3"/>
                  </a:lnTo>
                  <a:lnTo>
                    <a:pt x="1046" y="3"/>
                  </a:lnTo>
                  <a:lnTo>
                    <a:pt x="1046" y="3"/>
                  </a:lnTo>
                  <a:lnTo>
                    <a:pt x="1046" y="0"/>
                  </a:lnTo>
                  <a:lnTo>
                    <a:pt x="1048" y="0"/>
                  </a:lnTo>
                  <a:lnTo>
                    <a:pt x="1048" y="0"/>
                  </a:lnTo>
                  <a:lnTo>
                    <a:pt x="1048" y="3"/>
                  </a:lnTo>
                  <a:lnTo>
                    <a:pt x="1048" y="3"/>
                  </a:lnTo>
                  <a:lnTo>
                    <a:pt x="1051" y="3"/>
                  </a:lnTo>
                  <a:lnTo>
                    <a:pt x="1051" y="3"/>
                  </a:lnTo>
                  <a:lnTo>
                    <a:pt x="1051" y="3"/>
                  </a:lnTo>
                  <a:lnTo>
                    <a:pt x="1053" y="3"/>
                  </a:lnTo>
                  <a:lnTo>
                    <a:pt x="1053" y="3"/>
                  </a:lnTo>
                  <a:lnTo>
                    <a:pt x="1055" y="3"/>
                  </a:lnTo>
                  <a:lnTo>
                    <a:pt x="1055" y="3"/>
                  </a:lnTo>
                  <a:lnTo>
                    <a:pt x="1055" y="3"/>
                  </a:lnTo>
                  <a:lnTo>
                    <a:pt x="1058" y="3"/>
                  </a:lnTo>
                  <a:lnTo>
                    <a:pt x="1058" y="3"/>
                  </a:lnTo>
                  <a:lnTo>
                    <a:pt x="1058" y="3"/>
                  </a:lnTo>
                  <a:lnTo>
                    <a:pt x="1060" y="3"/>
                  </a:lnTo>
                  <a:lnTo>
                    <a:pt x="1060" y="0"/>
                  </a:lnTo>
                  <a:lnTo>
                    <a:pt x="1060" y="0"/>
                  </a:lnTo>
                  <a:lnTo>
                    <a:pt x="1062" y="0"/>
                  </a:lnTo>
                  <a:lnTo>
                    <a:pt x="1062" y="0"/>
                  </a:lnTo>
                  <a:lnTo>
                    <a:pt x="1062" y="0"/>
                  </a:lnTo>
                  <a:lnTo>
                    <a:pt x="1065" y="0"/>
                  </a:lnTo>
                  <a:lnTo>
                    <a:pt x="1065" y="0"/>
                  </a:lnTo>
                  <a:lnTo>
                    <a:pt x="1065" y="0"/>
                  </a:lnTo>
                  <a:lnTo>
                    <a:pt x="1065" y="0"/>
                  </a:lnTo>
                  <a:lnTo>
                    <a:pt x="1067" y="0"/>
                  </a:lnTo>
                  <a:lnTo>
                    <a:pt x="1067" y="0"/>
                  </a:lnTo>
                  <a:lnTo>
                    <a:pt x="1070" y="0"/>
                  </a:lnTo>
                  <a:lnTo>
                    <a:pt x="1070" y="0"/>
                  </a:lnTo>
                  <a:lnTo>
                    <a:pt x="1070" y="0"/>
                  </a:lnTo>
                  <a:lnTo>
                    <a:pt x="1072" y="0"/>
                  </a:lnTo>
                  <a:lnTo>
                    <a:pt x="1072" y="0"/>
                  </a:lnTo>
                  <a:lnTo>
                    <a:pt x="1072" y="0"/>
                  </a:lnTo>
                  <a:lnTo>
                    <a:pt x="1072" y="0"/>
                  </a:lnTo>
                  <a:lnTo>
                    <a:pt x="1074" y="0"/>
                  </a:lnTo>
                  <a:lnTo>
                    <a:pt x="1074" y="0"/>
                  </a:lnTo>
                  <a:lnTo>
                    <a:pt x="1074" y="0"/>
                  </a:lnTo>
                  <a:lnTo>
                    <a:pt x="1074" y="0"/>
                  </a:lnTo>
                  <a:lnTo>
                    <a:pt x="1074" y="0"/>
                  </a:lnTo>
                  <a:lnTo>
                    <a:pt x="1077" y="0"/>
                  </a:lnTo>
                  <a:lnTo>
                    <a:pt x="1077" y="0"/>
                  </a:lnTo>
                  <a:lnTo>
                    <a:pt x="1077" y="0"/>
                  </a:lnTo>
                  <a:lnTo>
                    <a:pt x="1077" y="0"/>
                  </a:lnTo>
                  <a:lnTo>
                    <a:pt x="1079" y="0"/>
                  </a:lnTo>
                  <a:lnTo>
                    <a:pt x="1079" y="0"/>
                  </a:lnTo>
                  <a:lnTo>
                    <a:pt x="1081" y="0"/>
                  </a:lnTo>
                  <a:lnTo>
                    <a:pt x="1081" y="3"/>
                  </a:lnTo>
                  <a:lnTo>
                    <a:pt x="1081" y="3"/>
                  </a:lnTo>
                  <a:lnTo>
                    <a:pt x="1081" y="3"/>
                  </a:lnTo>
                  <a:lnTo>
                    <a:pt x="1081" y="3"/>
                  </a:lnTo>
                  <a:lnTo>
                    <a:pt x="1084" y="3"/>
                  </a:lnTo>
                  <a:lnTo>
                    <a:pt x="1084" y="3"/>
                  </a:lnTo>
                  <a:lnTo>
                    <a:pt x="1084" y="5"/>
                  </a:lnTo>
                  <a:lnTo>
                    <a:pt x="1084" y="5"/>
                  </a:lnTo>
                  <a:lnTo>
                    <a:pt x="1086" y="5"/>
                  </a:lnTo>
                  <a:lnTo>
                    <a:pt x="1086" y="5"/>
                  </a:lnTo>
                  <a:lnTo>
                    <a:pt x="1086" y="5"/>
                  </a:lnTo>
                  <a:lnTo>
                    <a:pt x="1086" y="5"/>
                  </a:lnTo>
                  <a:lnTo>
                    <a:pt x="1088" y="5"/>
                  </a:lnTo>
                  <a:lnTo>
                    <a:pt x="1088" y="5"/>
                  </a:lnTo>
                  <a:lnTo>
                    <a:pt x="1088" y="5"/>
                  </a:lnTo>
                  <a:lnTo>
                    <a:pt x="1088" y="5"/>
                  </a:lnTo>
                  <a:lnTo>
                    <a:pt x="1091" y="5"/>
                  </a:lnTo>
                  <a:lnTo>
                    <a:pt x="1091" y="7"/>
                  </a:lnTo>
                  <a:lnTo>
                    <a:pt x="1091" y="7"/>
                  </a:lnTo>
                  <a:lnTo>
                    <a:pt x="1091" y="7"/>
                  </a:lnTo>
                  <a:lnTo>
                    <a:pt x="1091" y="7"/>
                  </a:lnTo>
                  <a:lnTo>
                    <a:pt x="1091" y="10"/>
                  </a:lnTo>
                  <a:lnTo>
                    <a:pt x="1093" y="10"/>
                  </a:lnTo>
                  <a:lnTo>
                    <a:pt x="1093" y="10"/>
                  </a:lnTo>
                  <a:lnTo>
                    <a:pt x="1096" y="10"/>
                  </a:lnTo>
                  <a:lnTo>
                    <a:pt x="1096" y="10"/>
                  </a:lnTo>
                  <a:lnTo>
                    <a:pt x="1096" y="10"/>
                  </a:lnTo>
                  <a:lnTo>
                    <a:pt x="1098" y="10"/>
                  </a:lnTo>
                  <a:lnTo>
                    <a:pt x="1098" y="10"/>
                  </a:lnTo>
                  <a:lnTo>
                    <a:pt x="1098" y="10"/>
                  </a:lnTo>
                  <a:lnTo>
                    <a:pt x="1098" y="10"/>
                  </a:lnTo>
                  <a:lnTo>
                    <a:pt x="1098" y="10"/>
                  </a:lnTo>
                  <a:lnTo>
                    <a:pt x="1100" y="10"/>
                  </a:lnTo>
                  <a:lnTo>
                    <a:pt x="1100" y="10"/>
                  </a:lnTo>
                  <a:lnTo>
                    <a:pt x="1103" y="10"/>
                  </a:lnTo>
                  <a:lnTo>
                    <a:pt x="1103" y="10"/>
                  </a:lnTo>
                  <a:lnTo>
                    <a:pt x="1103" y="10"/>
                  </a:lnTo>
                  <a:lnTo>
                    <a:pt x="1103" y="10"/>
                  </a:lnTo>
                  <a:lnTo>
                    <a:pt x="1103" y="10"/>
                  </a:lnTo>
                  <a:lnTo>
                    <a:pt x="1105" y="10"/>
                  </a:lnTo>
                  <a:lnTo>
                    <a:pt x="1105" y="10"/>
                  </a:lnTo>
                  <a:lnTo>
                    <a:pt x="1107" y="10"/>
                  </a:lnTo>
                  <a:lnTo>
                    <a:pt x="1107" y="10"/>
                  </a:lnTo>
                  <a:lnTo>
                    <a:pt x="1107" y="10"/>
                  </a:lnTo>
                  <a:lnTo>
                    <a:pt x="1110" y="10"/>
                  </a:lnTo>
                  <a:lnTo>
                    <a:pt x="1110" y="10"/>
                  </a:lnTo>
                  <a:lnTo>
                    <a:pt x="1110" y="10"/>
                  </a:lnTo>
                  <a:lnTo>
                    <a:pt x="1110" y="10"/>
                  </a:lnTo>
                  <a:lnTo>
                    <a:pt x="1110" y="10"/>
                  </a:lnTo>
                  <a:lnTo>
                    <a:pt x="1112" y="10"/>
                  </a:lnTo>
                  <a:lnTo>
                    <a:pt x="1112" y="10"/>
                  </a:lnTo>
                  <a:lnTo>
                    <a:pt x="1115" y="10"/>
                  </a:lnTo>
                  <a:lnTo>
                    <a:pt x="1115" y="10"/>
                  </a:lnTo>
                  <a:lnTo>
                    <a:pt x="1115" y="12"/>
                  </a:lnTo>
                  <a:lnTo>
                    <a:pt x="1115" y="12"/>
                  </a:lnTo>
                  <a:lnTo>
                    <a:pt x="1115" y="12"/>
                  </a:lnTo>
                  <a:lnTo>
                    <a:pt x="1117" y="12"/>
                  </a:lnTo>
                  <a:lnTo>
                    <a:pt x="1117" y="12"/>
                  </a:lnTo>
                  <a:lnTo>
                    <a:pt x="1117" y="12"/>
                  </a:lnTo>
                  <a:lnTo>
                    <a:pt x="1117" y="12"/>
                  </a:lnTo>
                  <a:lnTo>
                    <a:pt x="1117" y="12"/>
                  </a:lnTo>
                  <a:lnTo>
                    <a:pt x="1119" y="12"/>
                  </a:lnTo>
                  <a:lnTo>
                    <a:pt x="1119" y="14"/>
                  </a:lnTo>
                  <a:lnTo>
                    <a:pt x="1119" y="14"/>
                  </a:lnTo>
                  <a:lnTo>
                    <a:pt x="1119" y="14"/>
                  </a:lnTo>
                  <a:lnTo>
                    <a:pt x="1119" y="17"/>
                  </a:lnTo>
                  <a:lnTo>
                    <a:pt x="1119" y="17"/>
                  </a:lnTo>
                  <a:lnTo>
                    <a:pt x="1119" y="17"/>
                  </a:lnTo>
                  <a:lnTo>
                    <a:pt x="1119" y="17"/>
                  </a:lnTo>
                  <a:lnTo>
                    <a:pt x="1122" y="17"/>
                  </a:lnTo>
                  <a:lnTo>
                    <a:pt x="1122" y="17"/>
                  </a:lnTo>
                  <a:lnTo>
                    <a:pt x="1122" y="17"/>
                  </a:lnTo>
                  <a:lnTo>
                    <a:pt x="1122" y="17"/>
                  </a:lnTo>
                  <a:lnTo>
                    <a:pt x="1122" y="17"/>
                  </a:lnTo>
                  <a:lnTo>
                    <a:pt x="1124" y="17"/>
                  </a:lnTo>
                  <a:lnTo>
                    <a:pt x="1124" y="19"/>
                  </a:lnTo>
                  <a:lnTo>
                    <a:pt x="1124" y="19"/>
                  </a:lnTo>
                  <a:lnTo>
                    <a:pt x="1124" y="19"/>
                  </a:lnTo>
                  <a:lnTo>
                    <a:pt x="1124" y="19"/>
                  </a:lnTo>
                  <a:lnTo>
                    <a:pt x="1124" y="19"/>
                  </a:lnTo>
                  <a:lnTo>
                    <a:pt x="1126" y="19"/>
                  </a:lnTo>
                  <a:lnTo>
                    <a:pt x="1126" y="19"/>
                  </a:lnTo>
                  <a:lnTo>
                    <a:pt x="1126" y="19"/>
                  </a:lnTo>
                  <a:lnTo>
                    <a:pt x="1129" y="19"/>
                  </a:lnTo>
                  <a:lnTo>
                    <a:pt x="1129" y="19"/>
                  </a:lnTo>
                  <a:lnTo>
                    <a:pt x="1126" y="19"/>
                  </a:lnTo>
                  <a:lnTo>
                    <a:pt x="1126" y="22"/>
                  </a:lnTo>
                  <a:lnTo>
                    <a:pt x="1126" y="22"/>
                  </a:lnTo>
                  <a:lnTo>
                    <a:pt x="1126" y="22"/>
                  </a:lnTo>
                  <a:lnTo>
                    <a:pt x="1124" y="22"/>
                  </a:lnTo>
                  <a:lnTo>
                    <a:pt x="1124" y="24"/>
                  </a:lnTo>
                  <a:lnTo>
                    <a:pt x="1126" y="24"/>
                  </a:lnTo>
                  <a:lnTo>
                    <a:pt x="1126" y="24"/>
                  </a:lnTo>
                  <a:lnTo>
                    <a:pt x="1126" y="24"/>
                  </a:lnTo>
                  <a:lnTo>
                    <a:pt x="1129" y="24"/>
                  </a:lnTo>
                  <a:lnTo>
                    <a:pt x="1129" y="24"/>
                  </a:lnTo>
                  <a:lnTo>
                    <a:pt x="1129" y="24"/>
                  </a:lnTo>
                  <a:lnTo>
                    <a:pt x="1129" y="26"/>
                  </a:lnTo>
                  <a:lnTo>
                    <a:pt x="1131" y="26"/>
                  </a:lnTo>
                  <a:lnTo>
                    <a:pt x="1131" y="26"/>
                  </a:lnTo>
                  <a:lnTo>
                    <a:pt x="1131" y="29"/>
                  </a:lnTo>
                  <a:lnTo>
                    <a:pt x="1131" y="29"/>
                  </a:lnTo>
                  <a:lnTo>
                    <a:pt x="1131" y="29"/>
                  </a:lnTo>
                  <a:lnTo>
                    <a:pt x="1131" y="29"/>
                  </a:lnTo>
                  <a:lnTo>
                    <a:pt x="1133" y="29"/>
                  </a:lnTo>
                  <a:lnTo>
                    <a:pt x="1133" y="29"/>
                  </a:lnTo>
                  <a:lnTo>
                    <a:pt x="1133" y="31"/>
                  </a:lnTo>
                  <a:lnTo>
                    <a:pt x="1133" y="31"/>
                  </a:lnTo>
                  <a:lnTo>
                    <a:pt x="1133" y="31"/>
                  </a:lnTo>
                  <a:lnTo>
                    <a:pt x="1136" y="31"/>
                  </a:lnTo>
                  <a:lnTo>
                    <a:pt x="1136" y="33"/>
                  </a:lnTo>
                  <a:lnTo>
                    <a:pt x="1133" y="33"/>
                  </a:lnTo>
                  <a:lnTo>
                    <a:pt x="1133" y="33"/>
                  </a:lnTo>
                  <a:lnTo>
                    <a:pt x="1131" y="33"/>
                  </a:lnTo>
                  <a:lnTo>
                    <a:pt x="1131" y="33"/>
                  </a:lnTo>
                  <a:lnTo>
                    <a:pt x="1133" y="33"/>
                  </a:lnTo>
                  <a:lnTo>
                    <a:pt x="1133" y="36"/>
                  </a:lnTo>
                  <a:lnTo>
                    <a:pt x="1133" y="36"/>
                  </a:lnTo>
                  <a:lnTo>
                    <a:pt x="1136" y="36"/>
                  </a:lnTo>
                  <a:lnTo>
                    <a:pt x="1136" y="36"/>
                  </a:lnTo>
                  <a:lnTo>
                    <a:pt x="1136" y="36"/>
                  </a:lnTo>
                  <a:lnTo>
                    <a:pt x="1136" y="36"/>
                  </a:lnTo>
                  <a:lnTo>
                    <a:pt x="1138" y="36"/>
                  </a:lnTo>
                  <a:lnTo>
                    <a:pt x="1138" y="38"/>
                  </a:lnTo>
                  <a:lnTo>
                    <a:pt x="1138" y="38"/>
                  </a:lnTo>
                  <a:lnTo>
                    <a:pt x="1136" y="38"/>
                  </a:lnTo>
                  <a:lnTo>
                    <a:pt x="1136" y="38"/>
                  </a:lnTo>
                  <a:lnTo>
                    <a:pt x="1136" y="38"/>
                  </a:lnTo>
                  <a:lnTo>
                    <a:pt x="1136" y="41"/>
                  </a:lnTo>
                  <a:lnTo>
                    <a:pt x="1136" y="41"/>
                  </a:lnTo>
                  <a:lnTo>
                    <a:pt x="1136" y="41"/>
                  </a:lnTo>
                  <a:lnTo>
                    <a:pt x="1138" y="41"/>
                  </a:lnTo>
                  <a:lnTo>
                    <a:pt x="1138" y="43"/>
                  </a:lnTo>
                  <a:lnTo>
                    <a:pt x="1138" y="43"/>
                  </a:lnTo>
                  <a:lnTo>
                    <a:pt x="1138" y="43"/>
                  </a:lnTo>
                  <a:lnTo>
                    <a:pt x="1138" y="45"/>
                  </a:lnTo>
                  <a:lnTo>
                    <a:pt x="1141" y="45"/>
                  </a:lnTo>
                  <a:lnTo>
                    <a:pt x="1141" y="45"/>
                  </a:lnTo>
                  <a:lnTo>
                    <a:pt x="1141" y="45"/>
                  </a:lnTo>
                  <a:lnTo>
                    <a:pt x="1141" y="48"/>
                  </a:lnTo>
                  <a:lnTo>
                    <a:pt x="1141" y="48"/>
                  </a:lnTo>
                  <a:lnTo>
                    <a:pt x="1141" y="48"/>
                  </a:lnTo>
                  <a:lnTo>
                    <a:pt x="1143" y="48"/>
                  </a:lnTo>
                  <a:lnTo>
                    <a:pt x="1143" y="50"/>
                  </a:lnTo>
                  <a:lnTo>
                    <a:pt x="1141" y="50"/>
                  </a:lnTo>
                  <a:lnTo>
                    <a:pt x="1141" y="50"/>
                  </a:lnTo>
                  <a:lnTo>
                    <a:pt x="1143" y="50"/>
                  </a:lnTo>
                  <a:lnTo>
                    <a:pt x="1143" y="50"/>
                  </a:lnTo>
                  <a:lnTo>
                    <a:pt x="1143" y="50"/>
                  </a:lnTo>
                  <a:lnTo>
                    <a:pt x="1143" y="50"/>
                  </a:lnTo>
                  <a:lnTo>
                    <a:pt x="1143" y="52"/>
                  </a:lnTo>
                  <a:lnTo>
                    <a:pt x="1143" y="52"/>
                  </a:lnTo>
                  <a:lnTo>
                    <a:pt x="1143" y="52"/>
                  </a:lnTo>
                  <a:lnTo>
                    <a:pt x="1143" y="55"/>
                  </a:lnTo>
                  <a:lnTo>
                    <a:pt x="1143" y="55"/>
                  </a:lnTo>
                  <a:lnTo>
                    <a:pt x="1145" y="55"/>
                  </a:lnTo>
                  <a:lnTo>
                    <a:pt x="1145" y="55"/>
                  </a:lnTo>
                  <a:lnTo>
                    <a:pt x="1145" y="55"/>
                  </a:lnTo>
                  <a:lnTo>
                    <a:pt x="1145" y="57"/>
                  </a:lnTo>
                  <a:lnTo>
                    <a:pt x="1148" y="57"/>
                  </a:lnTo>
                  <a:lnTo>
                    <a:pt x="1148" y="57"/>
                  </a:lnTo>
                  <a:lnTo>
                    <a:pt x="1148" y="59"/>
                  </a:lnTo>
                  <a:lnTo>
                    <a:pt x="1145" y="5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5" name="Freeform 233"/>
            <p:cNvSpPr>
              <a:spLocks/>
            </p:cNvSpPr>
            <p:nvPr/>
          </p:nvSpPr>
          <p:spPr bwMode="auto">
            <a:xfrm>
              <a:off x="3825875" y="2214563"/>
              <a:ext cx="2084388" cy="1343025"/>
            </a:xfrm>
            <a:custGeom>
              <a:avLst/>
              <a:gdLst/>
              <a:ahLst/>
              <a:cxnLst>
                <a:cxn ang="0">
                  <a:pos x="1200" y="105"/>
                </a:cxn>
                <a:cxn ang="0">
                  <a:pos x="1254" y="147"/>
                </a:cxn>
                <a:cxn ang="0">
                  <a:pos x="1306" y="157"/>
                </a:cxn>
                <a:cxn ang="0">
                  <a:pos x="1259" y="209"/>
                </a:cxn>
                <a:cxn ang="0">
                  <a:pos x="1223" y="273"/>
                </a:cxn>
                <a:cxn ang="0">
                  <a:pos x="1176" y="292"/>
                </a:cxn>
                <a:cxn ang="0">
                  <a:pos x="1117" y="325"/>
                </a:cxn>
                <a:cxn ang="0">
                  <a:pos x="1055" y="356"/>
                </a:cxn>
                <a:cxn ang="0">
                  <a:pos x="1025" y="353"/>
                </a:cxn>
                <a:cxn ang="0">
                  <a:pos x="1001" y="341"/>
                </a:cxn>
                <a:cxn ang="0">
                  <a:pos x="951" y="387"/>
                </a:cxn>
                <a:cxn ang="0">
                  <a:pos x="1013" y="396"/>
                </a:cxn>
                <a:cxn ang="0">
                  <a:pos x="1044" y="422"/>
                </a:cxn>
                <a:cxn ang="0">
                  <a:pos x="982" y="469"/>
                </a:cxn>
                <a:cxn ang="0">
                  <a:pos x="1029" y="543"/>
                </a:cxn>
                <a:cxn ang="0">
                  <a:pos x="1008" y="590"/>
                </a:cxn>
                <a:cxn ang="0">
                  <a:pos x="1036" y="607"/>
                </a:cxn>
                <a:cxn ang="0">
                  <a:pos x="1015" y="652"/>
                </a:cxn>
                <a:cxn ang="0">
                  <a:pos x="991" y="709"/>
                </a:cxn>
                <a:cxn ang="0">
                  <a:pos x="965" y="740"/>
                </a:cxn>
                <a:cxn ang="0">
                  <a:pos x="913" y="780"/>
                </a:cxn>
                <a:cxn ang="0">
                  <a:pos x="861" y="792"/>
                </a:cxn>
                <a:cxn ang="0">
                  <a:pos x="809" y="815"/>
                </a:cxn>
                <a:cxn ang="0">
                  <a:pos x="776" y="827"/>
                </a:cxn>
                <a:cxn ang="0">
                  <a:pos x="719" y="804"/>
                </a:cxn>
                <a:cxn ang="0">
                  <a:pos x="665" y="780"/>
                </a:cxn>
                <a:cxn ang="0">
                  <a:pos x="603" y="789"/>
                </a:cxn>
                <a:cxn ang="0">
                  <a:pos x="570" y="811"/>
                </a:cxn>
                <a:cxn ang="0">
                  <a:pos x="544" y="749"/>
                </a:cxn>
                <a:cxn ang="0">
                  <a:pos x="532" y="706"/>
                </a:cxn>
                <a:cxn ang="0">
                  <a:pos x="516" y="635"/>
                </a:cxn>
                <a:cxn ang="0">
                  <a:pos x="475" y="619"/>
                </a:cxn>
                <a:cxn ang="0">
                  <a:pos x="404" y="650"/>
                </a:cxn>
                <a:cxn ang="0">
                  <a:pos x="338" y="652"/>
                </a:cxn>
                <a:cxn ang="0">
                  <a:pos x="279" y="650"/>
                </a:cxn>
                <a:cxn ang="0">
                  <a:pos x="225" y="616"/>
                </a:cxn>
                <a:cxn ang="0">
                  <a:pos x="156" y="590"/>
                </a:cxn>
                <a:cxn ang="0">
                  <a:pos x="104" y="538"/>
                </a:cxn>
                <a:cxn ang="0">
                  <a:pos x="125" y="496"/>
                </a:cxn>
                <a:cxn ang="0">
                  <a:pos x="111" y="448"/>
                </a:cxn>
                <a:cxn ang="0">
                  <a:pos x="49" y="429"/>
                </a:cxn>
                <a:cxn ang="0">
                  <a:pos x="21" y="379"/>
                </a:cxn>
                <a:cxn ang="0">
                  <a:pos x="30" y="332"/>
                </a:cxn>
                <a:cxn ang="0">
                  <a:pos x="99" y="315"/>
                </a:cxn>
                <a:cxn ang="0">
                  <a:pos x="151" y="266"/>
                </a:cxn>
                <a:cxn ang="0">
                  <a:pos x="168" y="211"/>
                </a:cxn>
                <a:cxn ang="0">
                  <a:pos x="210" y="164"/>
                </a:cxn>
                <a:cxn ang="0">
                  <a:pos x="272" y="128"/>
                </a:cxn>
                <a:cxn ang="0">
                  <a:pos x="329" y="138"/>
                </a:cxn>
                <a:cxn ang="0">
                  <a:pos x="369" y="199"/>
                </a:cxn>
                <a:cxn ang="0">
                  <a:pos x="452" y="232"/>
                </a:cxn>
                <a:cxn ang="0">
                  <a:pos x="520" y="275"/>
                </a:cxn>
                <a:cxn ang="0">
                  <a:pos x="620" y="289"/>
                </a:cxn>
                <a:cxn ang="0">
                  <a:pos x="707" y="287"/>
                </a:cxn>
                <a:cxn ang="0">
                  <a:pos x="797" y="266"/>
                </a:cxn>
                <a:cxn ang="0">
                  <a:pos x="840" y="218"/>
                </a:cxn>
                <a:cxn ang="0">
                  <a:pos x="918" y="190"/>
                </a:cxn>
                <a:cxn ang="0">
                  <a:pos x="991" y="176"/>
                </a:cxn>
                <a:cxn ang="0">
                  <a:pos x="935" y="147"/>
                </a:cxn>
                <a:cxn ang="0">
                  <a:pos x="923" y="97"/>
                </a:cxn>
                <a:cxn ang="0">
                  <a:pos x="987" y="67"/>
                </a:cxn>
                <a:cxn ang="0">
                  <a:pos x="1017" y="7"/>
                </a:cxn>
                <a:cxn ang="0">
                  <a:pos x="1110" y="10"/>
                </a:cxn>
              </a:cxnLst>
              <a:rect l="0" t="0" r="r" b="b"/>
              <a:pathLst>
                <a:path w="1313" h="846">
                  <a:moveTo>
                    <a:pt x="1145" y="59"/>
                  </a:moveTo>
                  <a:lnTo>
                    <a:pt x="1145" y="59"/>
                  </a:lnTo>
                  <a:lnTo>
                    <a:pt x="1145" y="59"/>
                  </a:lnTo>
                  <a:lnTo>
                    <a:pt x="1145" y="62"/>
                  </a:lnTo>
                  <a:lnTo>
                    <a:pt x="1145" y="62"/>
                  </a:lnTo>
                  <a:lnTo>
                    <a:pt x="1145" y="64"/>
                  </a:lnTo>
                  <a:lnTo>
                    <a:pt x="1148" y="64"/>
                  </a:lnTo>
                  <a:lnTo>
                    <a:pt x="1148" y="64"/>
                  </a:lnTo>
                  <a:lnTo>
                    <a:pt x="1148" y="64"/>
                  </a:lnTo>
                  <a:lnTo>
                    <a:pt x="1148" y="64"/>
                  </a:lnTo>
                  <a:lnTo>
                    <a:pt x="1148" y="67"/>
                  </a:lnTo>
                  <a:lnTo>
                    <a:pt x="1150" y="67"/>
                  </a:lnTo>
                  <a:lnTo>
                    <a:pt x="1150" y="67"/>
                  </a:lnTo>
                  <a:lnTo>
                    <a:pt x="1150" y="67"/>
                  </a:lnTo>
                  <a:lnTo>
                    <a:pt x="1150" y="67"/>
                  </a:lnTo>
                  <a:lnTo>
                    <a:pt x="1150" y="69"/>
                  </a:lnTo>
                  <a:lnTo>
                    <a:pt x="1150" y="69"/>
                  </a:lnTo>
                  <a:lnTo>
                    <a:pt x="1152" y="69"/>
                  </a:lnTo>
                  <a:lnTo>
                    <a:pt x="1152" y="69"/>
                  </a:lnTo>
                  <a:lnTo>
                    <a:pt x="1152" y="69"/>
                  </a:lnTo>
                  <a:lnTo>
                    <a:pt x="1152" y="71"/>
                  </a:lnTo>
                  <a:lnTo>
                    <a:pt x="1155" y="71"/>
                  </a:lnTo>
                  <a:lnTo>
                    <a:pt x="1155" y="71"/>
                  </a:lnTo>
                  <a:lnTo>
                    <a:pt x="1155" y="74"/>
                  </a:lnTo>
                  <a:lnTo>
                    <a:pt x="1155" y="74"/>
                  </a:lnTo>
                  <a:lnTo>
                    <a:pt x="1155" y="74"/>
                  </a:lnTo>
                  <a:lnTo>
                    <a:pt x="1155" y="76"/>
                  </a:lnTo>
                  <a:lnTo>
                    <a:pt x="1155" y="76"/>
                  </a:lnTo>
                  <a:lnTo>
                    <a:pt x="1155" y="76"/>
                  </a:lnTo>
                  <a:lnTo>
                    <a:pt x="1155" y="76"/>
                  </a:lnTo>
                  <a:lnTo>
                    <a:pt x="1155" y="78"/>
                  </a:lnTo>
                  <a:lnTo>
                    <a:pt x="1155" y="78"/>
                  </a:lnTo>
                  <a:lnTo>
                    <a:pt x="1155" y="78"/>
                  </a:lnTo>
                  <a:lnTo>
                    <a:pt x="1155" y="78"/>
                  </a:lnTo>
                  <a:lnTo>
                    <a:pt x="1155" y="78"/>
                  </a:lnTo>
                  <a:lnTo>
                    <a:pt x="1155" y="78"/>
                  </a:lnTo>
                  <a:lnTo>
                    <a:pt x="1155" y="81"/>
                  </a:lnTo>
                  <a:lnTo>
                    <a:pt x="1155" y="81"/>
                  </a:lnTo>
                  <a:lnTo>
                    <a:pt x="1155" y="81"/>
                  </a:lnTo>
                  <a:lnTo>
                    <a:pt x="1155" y="83"/>
                  </a:lnTo>
                  <a:lnTo>
                    <a:pt x="1155" y="83"/>
                  </a:lnTo>
                  <a:lnTo>
                    <a:pt x="1157" y="83"/>
                  </a:lnTo>
                  <a:lnTo>
                    <a:pt x="1157" y="83"/>
                  </a:lnTo>
                  <a:lnTo>
                    <a:pt x="1157" y="83"/>
                  </a:lnTo>
                  <a:lnTo>
                    <a:pt x="1157" y="83"/>
                  </a:lnTo>
                  <a:lnTo>
                    <a:pt x="1159" y="83"/>
                  </a:lnTo>
                  <a:lnTo>
                    <a:pt x="1159" y="83"/>
                  </a:lnTo>
                  <a:lnTo>
                    <a:pt x="1159" y="86"/>
                  </a:lnTo>
                  <a:lnTo>
                    <a:pt x="1159" y="86"/>
                  </a:lnTo>
                  <a:lnTo>
                    <a:pt x="1159" y="88"/>
                  </a:lnTo>
                  <a:lnTo>
                    <a:pt x="1159" y="88"/>
                  </a:lnTo>
                  <a:lnTo>
                    <a:pt x="1159" y="88"/>
                  </a:lnTo>
                  <a:lnTo>
                    <a:pt x="1157" y="88"/>
                  </a:lnTo>
                  <a:lnTo>
                    <a:pt x="1157" y="88"/>
                  </a:lnTo>
                  <a:lnTo>
                    <a:pt x="1157" y="90"/>
                  </a:lnTo>
                  <a:lnTo>
                    <a:pt x="1157" y="90"/>
                  </a:lnTo>
                  <a:lnTo>
                    <a:pt x="1159" y="90"/>
                  </a:lnTo>
                  <a:lnTo>
                    <a:pt x="1159" y="93"/>
                  </a:lnTo>
                  <a:lnTo>
                    <a:pt x="1159" y="93"/>
                  </a:lnTo>
                  <a:lnTo>
                    <a:pt x="1159" y="95"/>
                  </a:lnTo>
                  <a:lnTo>
                    <a:pt x="1159" y="95"/>
                  </a:lnTo>
                  <a:lnTo>
                    <a:pt x="1159" y="95"/>
                  </a:lnTo>
                  <a:lnTo>
                    <a:pt x="1162" y="95"/>
                  </a:lnTo>
                  <a:lnTo>
                    <a:pt x="1162" y="95"/>
                  </a:lnTo>
                  <a:lnTo>
                    <a:pt x="1162" y="97"/>
                  </a:lnTo>
                  <a:lnTo>
                    <a:pt x="1162" y="97"/>
                  </a:lnTo>
                  <a:lnTo>
                    <a:pt x="1162" y="97"/>
                  </a:lnTo>
                  <a:lnTo>
                    <a:pt x="1162" y="97"/>
                  </a:lnTo>
                  <a:lnTo>
                    <a:pt x="1164" y="97"/>
                  </a:lnTo>
                  <a:lnTo>
                    <a:pt x="1164" y="100"/>
                  </a:lnTo>
                  <a:lnTo>
                    <a:pt x="1164" y="100"/>
                  </a:lnTo>
                  <a:lnTo>
                    <a:pt x="1164" y="100"/>
                  </a:lnTo>
                  <a:lnTo>
                    <a:pt x="1164" y="100"/>
                  </a:lnTo>
                  <a:lnTo>
                    <a:pt x="1167" y="100"/>
                  </a:lnTo>
                  <a:lnTo>
                    <a:pt x="1167" y="100"/>
                  </a:lnTo>
                  <a:lnTo>
                    <a:pt x="1169" y="100"/>
                  </a:lnTo>
                  <a:lnTo>
                    <a:pt x="1169" y="100"/>
                  </a:lnTo>
                  <a:lnTo>
                    <a:pt x="1169" y="100"/>
                  </a:lnTo>
                  <a:lnTo>
                    <a:pt x="1169" y="102"/>
                  </a:lnTo>
                  <a:lnTo>
                    <a:pt x="1171" y="102"/>
                  </a:lnTo>
                  <a:lnTo>
                    <a:pt x="1171" y="102"/>
                  </a:lnTo>
                  <a:lnTo>
                    <a:pt x="1171" y="102"/>
                  </a:lnTo>
                  <a:lnTo>
                    <a:pt x="1174" y="102"/>
                  </a:lnTo>
                  <a:lnTo>
                    <a:pt x="1174" y="102"/>
                  </a:lnTo>
                  <a:lnTo>
                    <a:pt x="1174" y="102"/>
                  </a:lnTo>
                  <a:lnTo>
                    <a:pt x="1176" y="102"/>
                  </a:lnTo>
                  <a:lnTo>
                    <a:pt x="1176" y="102"/>
                  </a:lnTo>
                  <a:lnTo>
                    <a:pt x="1176" y="102"/>
                  </a:lnTo>
                  <a:lnTo>
                    <a:pt x="1176" y="100"/>
                  </a:lnTo>
                  <a:lnTo>
                    <a:pt x="1176" y="100"/>
                  </a:lnTo>
                  <a:lnTo>
                    <a:pt x="1178" y="100"/>
                  </a:lnTo>
                  <a:lnTo>
                    <a:pt x="1178" y="100"/>
                  </a:lnTo>
                  <a:lnTo>
                    <a:pt x="1181" y="100"/>
                  </a:lnTo>
                  <a:lnTo>
                    <a:pt x="1181" y="100"/>
                  </a:lnTo>
                  <a:lnTo>
                    <a:pt x="1181" y="100"/>
                  </a:lnTo>
                  <a:lnTo>
                    <a:pt x="1183" y="100"/>
                  </a:lnTo>
                  <a:lnTo>
                    <a:pt x="1183" y="100"/>
                  </a:lnTo>
                  <a:lnTo>
                    <a:pt x="1183" y="100"/>
                  </a:lnTo>
                  <a:lnTo>
                    <a:pt x="1186" y="100"/>
                  </a:lnTo>
                  <a:lnTo>
                    <a:pt x="1186" y="100"/>
                  </a:lnTo>
                  <a:lnTo>
                    <a:pt x="1186" y="102"/>
                  </a:lnTo>
                  <a:lnTo>
                    <a:pt x="1186" y="102"/>
                  </a:lnTo>
                  <a:lnTo>
                    <a:pt x="1186" y="102"/>
                  </a:lnTo>
                  <a:lnTo>
                    <a:pt x="1186" y="105"/>
                  </a:lnTo>
                  <a:lnTo>
                    <a:pt x="1186" y="105"/>
                  </a:lnTo>
                  <a:lnTo>
                    <a:pt x="1188" y="105"/>
                  </a:lnTo>
                  <a:lnTo>
                    <a:pt x="1188" y="102"/>
                  </a:lnTo>
                  <a:lnTo>
                    <a:pt x="1188" y="102"/>
                  </a:lnTo>
                  <a:lnTo>
                    <a:pt x="1188" y="105"/>
                  </a:lnTo>
                  <a:lnTo>
                    <a:pt x="1188" y="105"/>
                  </a:lnTo>
                  <a:lnTo>
                    <a:pt x="1190" y="105"/>
                  </a:lnTo>
                  <a:lnTo>
                    <a:pt x="1190" y="105"/>
                  </a:lnTo>
                  <a:lnTo>
                    <a:pt x="1190" y="105"/>
                  </a:lnTo>
                  <a:lnTo>
                    <a:pt x="1190" y="105"/>
                  </a:lnTo>
                  <a:lnTo>
                    <a:pt x="1190" y="107"/>
                  </a:lnTo>
                  <a:lnTo>
                    <a:pt x="1193" y="107"/>
                  </a:lnTo>
                  <a:lnTo>
                    <a:pt x="1193" y="107"/>
                  </a:lnTo>
                  <a:lnTo>
                    <a:pt x="1193" y="107"/>
                  </a:lnTo>
                  <a:lnTo>
                    <a:pt x="1193" y="107"/>
                  </a:lnTo>
                  <a:lnTo>
                    <a:pt x="1195" y="107"/>
                  </a:lnTo>
                  <a:lnTo>
                    <a:pt x="1195" y="107"/>
                  </a:lnTo>
                  <a:lnTo>
                    <a:pt x="1195" y="105"/>
                  </a:lnTo>
                  <a:lnTo>
                    <a:pt x="1195" y="105"/>
                  </a:lnTo>
                  <a:lnTo>
                    <a:pt x="1195" y="107"/>
                  </a:lnTo>
                  <a:lnTo>
                    <a:pt x="1197" y="107"/>
                  </a:lnTo>
                  <a:lnTo>
                    <a:pt x="1197" y="107"/>
                  </a:lnTo>
                  <a:lnTo>
                    <a:pt x="1197" y="107"/>
                  </a:lnTo>
                  <a:lnTo>
                    <a:pt x="1197" y="105"/>
                  </a:lnTo>
                  <a:lnTo>
                    <a:pt x="1200" y="105"/>
                  </a:lnTo>
                  <a:lnTo>
                    <a:pt x="1200" y="105"/>
                  </a:lnTo>
                  <a:lnTo>
                    <a:pt x="1202" y="105"/>
                  </a:lnTo>
                  <a:lnTo>
                    <a:pt x="1202" y="105"/>
                  </a:lnTo>
                  <a:lnTo>
                    <a:pt x="1202" y="107"/>
                  </a:lnTo>
                  <a:lnTo>
                    <a:pt x="1202" y="107"/>
                  </a:lnTo>
                  <a:lnTo>
                    <a:pt x="1202" y="109"/>
                  </a:lnTo>
                  <a:lnTo>
                    <a:pt x="1202" y="109"/>
                  </a:lnTo>
                  <a:lnTo>
                    <a:pt x="1204" y="109"/>
                  </a:lnTo>
                  <a:lnTo>
                    <a:pt x="1204" y="109"/>
                  </a:lnTo>
                  <a:lnTo>
                    <a:pt x="1204" y="109"/>
                  </a:lnTo>
                  <a:lnTo>
                    <a:pt x="1204" y="109"/>
                  </a:lnTo>
                  <a:lnTo>
                    <a:pt x="1207" y="109"/>
                  </a:lnTo>
                  <a:lnTo>
                    <a:pt x="1207" y="109"/>
                  </a:lnTo>
                  <a:lnTo>
                    <a:pt x="1207" y="112"/>
                  </a:lnTo>
                  <a:lnTo>
                    <a:pt x="1207" y="112"/>
                  </a:lnTo>
                  <a:lnTo>
                    <a:pt x="1209" y="112"/>
                  </a:lnTo>
                  <a:lnTo>
                    <a:pt x="1209" y="112"/>
                  </a:lnTo>
                  <a:lnTo>
                    <a:pt x="1209" y="112"/>
                  </a:lnTo>
                  <a:lnTo>
                    <a:pt x="1209" y="114"/>
                  </a:lnTo>
                  <a:lnTo>
                    <a:pt x="1209" y="114"/>
                  </a:lnTo>
                  <a:lnTo>
                    <a:pt x="1209" y="114"/>
                  </a:lnTo>
                  <a:lnTo>
                    <a:pt x="1212" y="114"/>
                  </a:lnTo>
                  <a:lnTo>
                    <a:pt x="1212" y="116"/>
                  </a:lnTo>
                  <a:lnTo>
                    <a:pt x="1212" y="116"/>
                  </a:lnTo>
                  <a:lnTo>
                    <a:pt x="1214" y="116"/>
                  </a:lnTo>
                  <a:lnTo>
                    <a:pt x="1214" y="116"/>
                  </a:lnTo>
                  <a:lnTo>
                    <a:pt x="1214" y="116"/>
                  </a:lnTo>
                  <a:lnTo>
                    <a:pt x="1214" y="116"/>
                  </a:lnTo>
                  <a:lnTo>
                    <a:pt x="1214" y="119"/>
                  </a:lnTo>
                  <a:lnTo>
                    <a:pt x="1216" y="119"/>
                  </a:lnTo>
                  <a:lnTo>
                    <a:pt x="1216" y="119"/>
                  </a:lnTo>
                  <a:lnTo>
                    <a:pt x="1216" y="119"/>
                  </a:lnTo>
                  <a:lnTo>
                    <a:pt x="1216" y="119"/>
                  </a:lnTo>
                  <a:lnTo>
                    <a:pt x="1219" y="119"/>
                  </a:lnTo>
                  <a:lnTo>
                    <a:pt x="1219" y="119"/>
                  </a:lnTo>
                  <a:lnTo>
                    <a:pt x="1221" y="119"/>
                  </a:lnTo>
                  <a:lnTo>
                    <a:pt x="1221" y="119"/>
                  </a:lnTo>
                  <a:lnTo>
                    <a:pt x="1221" y="119"/>
                  </a:lnTo>
                  <a:lnTo>
                    <a:pt x="1221" y="119"/>
                  </a:lnTo>
                  <a:lnTo>
                    <a:pt x="1221" y="119"/>
                  </a:lnTo>
                  <a:lnTo>
                    <a:pt x="1223" y="119"/>
                  </a:lnTo>
                  <a:lnTo>
                    <a:pt x="1223" y="119"/>
                  </a:lnTo>
                  <a:lnTo>
                    <a:pt x="1223" y="119"/>
                  </a:lnTo>
                  <a:lnTo>
                    <a:pt x="1223" y="119"/>
                  </a:lnTo>
                  <a:lnTo>
                    <a:pt x="1223" y="119"/>
                  </a:lnTo>
                  <a:lnTo>
                    <a:pt x="1226" y="119"/>
                  </a:lnTo>
                  <a:lnTo>
                    <a:pt x="1226" y="119"/>
                  </a:lnTo>
                  <a:lnTo>
                    <a:pt x="1226" y="119"/>
                  </a:lnTo>
                  <a:lnTo>
                    <a:pt x="1226" y="119"/>
                  </a:lnTo>
                  <a:lnTo>
                    <a:pt x="1226" y="121"/>
                  </a:lnTo>
                  <a:lnTo>
                    <a:pt x="1226" y="121"/>
                  </a:lnTo>
                  <a:lnTo>
                    <a:pt x="1223" y="121"/>
                  </a:lnTo>
                  <a:lnTo>
                    <a:pt x="1223" y="123"/>
                  </a:lnTo>
                  <a:lnTo>
                    <a:pt x="1223" y="123"/>
                  </a:lnTo>
                  <a:lnTo>
                    <a:pt x="1223" y="123"/>
                  </a:lnTo>
                  <a:lnTo>
                    <a:pt x="1223" y="126"/>
                  </a:lnTo>
                  <a:lnTo>
                    <a:pt x="1223" y="126"/>
                  </a:lnTo>
                  <a:lnTo>
                    <a:pt x="1223" y="126"/>
                  </a:lnTo>
                  <a:lnTo>
                    <a:pt x="1223" y="128"/>
                  </a:lnTo>
                  <a:lnTo>
                    <a:pt x="1223" y="128"/>
                  </a:lnTo>
                  <a:lnTo>
                    <a:pt x="1226" y="128"/>
                  </a:lnTo>
                  <a:lnTo>
                    <a:pt x="1226" y="128"/>
                  </a:lnTo>
                  <a:lnTo>
                    <a:pt x="1228" y="128"/>
                  </a:lnTo>
                  <a:lnTo>
                    <a:pt x="1228" y="128"/>
                  </a:lnTo>
                  <a:lnTo>
                    <a:pt x="1228" y="128"/>
                  </a:lnTo>
                  <a:lnTo>
                    <a:pt x="1228" y="131"/>
                  </a:lnTo>
                  <a:lnTo>
                    <a:pt x="1228" y="131"/>
                  </a:lnTo>
                  <a:lnTo>
                    <a:pt x="1228" y="131"/>
                  </a:lnTo>
                  <a:lnTo>
                    <a:pt x="1228" y="133"/>
                  </a:lnTo>
                  <a:lnTo>
                    <a:pt x="1231" y="133"/>
                  </a:lnTo>
                  <a:lnTo>
                    <a:pt x="1231" y="133"/>
                  </a:lnTo>
                  <a:lnTo>
                    <a:pt x="1228" y="133"/>
                  </a:lnTo>
                  <a:lnTo>
                    <a:pt x="1228" y="135"/>
                  </a:lnTo>
                  <a:lnTo>
                    <a:pt x="1228" y="135"/>
                  </a:lnTo>
                  <a:lnTo>
                    <a:pt x="1228" y="135"/>
                  </a:lnTo>
                  <a:lnTo>
                    <a:pt x="1228" y="138"/>
                  </a:lnTo>
                  <a:lnTo>
                    <a:pt x="1228" y="138"/>
                  </a:lnTo>
                  <a:lnTo>
                    <a:pt x="1228" y="138"/>
                  </a:lnTo>
                  <a:lnTo>
                    <a:pt x="1226" y="138"/>
                  </a:lnTo>
                  <a:lnTo>
                    <a:pt x="1226" y="138"/>
                  </a:lnTo>
                  <a:lnTo>
                    <a:pt x="1226" y="140"/>
                  </a:lnTo>
                  <a:lnTo>
                    <a:pt x="1228" y="140"/>
                  </a:lnTo>
                  <a:lnTo>
                    <a:pt x="1228" y="140"/>
                  </a:lnTo>
                  <a:lnTo>
                    <a:pt x="1228" y="140"/>
                  </a:lnTo>
                  <a:lnTo>
                    <a:pt x="1228" y="140"/>
                  </a:lnTo>
                  <a:lnTo>
                    <a:pt x="1228" y="142"/>
                  </a:lnTo>
                  <a:lnTo>
                    <a:pt x="1231" y="142"/>
                  </a:lnTo>
                  <a:lnTo>
                    <a:pt x="1231" y="142"/>
                  </a:lnTo>
                  <a:lnTo>
                    <a:pt x="1231" y="142"/>
                  </a:lnTo>
                  <a:lnTo>
                    <a:pt x="1231" y="145"/>
                  </a:lnTo>
                  <a:lnTo>
                    <a:pt x="1231" y="145"/>
                  </a:lnTo>
                  <a:lnTo>
                    <a:pt x="1231" y="145"/>
                  </a:lnTo>
                  <a:lnTo>
                    <a:pt x="1233" y="145"/>
                  </a:lnTo>
                  <a:lnTo>
                    <a:pt x="1233" y="147"/>
                  </a:lnTo>
                  <a:lnTo>
                    <a:pt x="1233" y="147"/>
                  </a:lnTo>
                  <a:lnTo>
                    <a:pt x="1233" y="147"/>
                  </a:lnTo>
                  <a:lnTo>
                    <a:pt x="1233" y="147"/>
                  </a:lnTo>
                  <a:lnTo>
                    <a:pt x="1233" y="150"/>
                  </a:lnTo>
                  <a:lnTo>
                    <a:pt x="1235" y="150"/>
                  </a:lnTo>
                  <a:lnTo>
                    <a:pt x="1235" y="150"/>
                  </a:lnTo>
                  <a:lnTo>
                    <a:pt x="1235" y="150"/>
                  </a:lnTo>
                  <a:lnTo>
                    <a:pt x="1235" y="147"/>
                  </a:lnTo>
                  <a:lnTo>
                    <a:pt x="1238" y="147"/>
                  </a:lnTo>
                  <a:lnTo>
                    <a:pt x="1238" y="147"/>
                  </a:lnTo>
                  <a:lnTo>
                    <a:pt x="1238" y="147"/>
                  </a:lnTo>
                  <a:lnTo>
                    <a:pt x="1238" y="147"/>
                  </a:lnTo>
                  <a:lnTo>
                    <a:pt x="1240" y="147"/>
                  </a:lnTo>
                  <a:lnTo>
                    <a:pt x="1240" y="147"/>
                  </a:lnTo>
                  <a:lnTo>
                    <a:pt x="1240" y="147"/>
                  </a:lnTo>
                  <a:lnTo>
                    <a:pt x="1242" y="147"/>
                  </a:lnTo>
                  <a:lnTo>
                    <a:pt x="1242" y="147"/>
                  </a:lnTo>
                  <a:lnTo>
                    <a:pt x="1242" y="147"/>
                  </a:lnTo>
                  <a:lnTo>
                    <a:pt x="1242" y="147"/>
                  </a:lnTo>
                  <a:lnTo>
                    <a:pt x="1245" y="147"/>
                  </a:lnTo>
                  <a:lnTo>
                    <a:pt x="1245" y="147"/>
                  </a:lnTo>
                  <a:lnTo>
                    <a:pt x="1245" y="147"/>
                  </a:lnTo>
                  <a:lnTo>
                    <a:pt x="1245" y="150"/>
                  </a:lnTo>
                  <a:lnTo>
                    <a:pt x="1247" y="150"/>
                  </a:lnTo>
                  <a:lnTo>
                    <a:pt x="1247" y="150"/>
                  </a:lnTo>
                  <a:lnTo>
                    <a:pt x="1247" y="150"/>
                  </a:lnTo>
                  <a:lnTo>
                    <a:pt x="1247" y="147"/>
                  </a:lnTo>
                  <a:lnTo>
                    <a:pt x="1249" y="147"/>
                  </a:lnTo>
                  <a:lnTo>
                    <a:pt x="1249" y="147"/>
                  </a:lnTo>
                  <a:lnTo>
                    <a:pt x="1249" y="150"/>
                  </a:lnTo>
                  <a:lnTo>
                    <a:pt x="1249" y="150"/>
                  </a:lnTo>
                  <a:lnTo>
                    <a:pt x="1252" y="150"/>
                  </a:lnTo>
                  <a:lnTo>
                    <a:pt x="1252" y="150"/>
                  </a:lnTo>
                  <a:lnTo>
                    <a:pt x="1254" y="150"/>
                  </a:lnTo>
                  <a:lnTo>
                    <a:pt x="1254" y="150"/>
                  </a:lnTo>
                  <a:lnTo>
                    <a:pt x="1254" y="150"/>
                  </a:lnTo>
                  <a:lnTo>
                    <a:pt x="1254" y="147"/>
                  </a:lnTo>
                  <a:lnTo>
                    <a:pt x="1257" y="147"/>
                  </a:lnTo>
                  <a:lnTo>
                    <a:pt x="1257" y="147"/>
                  </a:lnTo>
                  <a:lnTo>
                    <a:pt x="1257" y="147"/>
                  </a:lnTo>
                  <a:lnTo>
                    <a:pt x="1259" y="147"/>
                  </a:lnTo>
                  <a:lnTo>
                    <a:pt x="1259" y="147"/>
                  </a:lnTo>
                  <a:lnTo>
                    <a:pt x="1261" y="147"/>
                  </a:lnTo>
                  <a:lnTo>
                    <a:pt x="1261" y="147"/>
                  </a:lnTo>
                  <a:lnTo>
                    <a:pt x="1261" y="147"/>
                  </a:lnTo>
                  <a:lnTo>
                    <a:pt x="1261" y="147"/>
                  </a:lnTo>
                  <a:lnTo>
                    <a:pt x="1264" y="147"/>
                  </a:lnTo>
                  <a:lnTo>
                    <a:pt x="1264" y="147"/>
                  </a:lnTo>
                  <a:lnTo>
                    <a:pt x="1264" y="147"/>
                  </a:lnTo>
                  <a:lnTo>
                    <a:pt x="1264" y="147"/>
                  </a:lnTo>
                  <a:lnTo>
                    <a:pt x="1266" y="147"/>
                  </a:lnTo>
                  <a:lnTo>
                    <a:pt x="1266" y="147"/>
                  </a:lnTo>
                  <a:lnTo>
                    <a:pt x="1268" y="147"/>
                  </a:lnTo>
                  <a:lnTo>
                    <a:pt x="1268" y="147"/>
                  </a:lnTo>
                  <a:lnTo>
                    <a:pt x="1268" y="147"/>
                  </a:lnTo>
                  <a:lnTo>
                    <a:pt x="1268" y="147"/>
                  </a:lnTo>
                  <a:lnTo>
                    <a:pt x="1268" y="145"/>
                  </a:lnTo>
                  <a:lnTo>
                    <a:pt x="1268" y="145"/>
                  </a:lnTo>
                  <a:lnTo>
                    <a:pt x="1268" y="145"/>
                  </a:lnTo>
                  <a:lnTo>
                    <a:pt x="1268" y="142"/>
                  </a:lnTo>
                  <a:lnTo>
                    <a:pt x="1268" y="142"/>
                  </a:lnTo>
                  <a:lnTo>
                    <a:pt x="1271" y="142"/>
                  </a:lnTo>
                  <a:lnTo>
                    <a:pt x="1271" y="142"/>
                  </a:lnTo>
                  <a:lnTo>
                    <a:pt x="1271" y="142"/>
                  </a:lnTo>
                  <a:lnTo>
                    <a:pt x="1271" y="142"/>
                  </a:lnTo>
                  <a:lnTo>
                    <a:pt x="1273" y="142"/>
                  </a:lnTo>
                  <a:lnTo>
                    <a:pt x="1273" y="142"/>
                  </a:lnTo>
                  <a:lnTo>
                    <a:pt x="1273" y="140"/>
                  </a:lnTo>
                  <a:lnTo>
                    <a:pt x="1273" y="140"/>
                  </a:lnTo>
                  <a:lnTo>
                    <a:pt x="1275" y="140"/>
                  </a:lnTo>
                  <a:lnTo>
                    <a:pt x="1275" y="140"/>
                  </a:lnTo>
                  <a:lnTo>
                    <a:pt x="1275" y="140"/>
                  </a:lnTo>
                  <a:lnTo>
                    <a:pt x="1275" y="140"/>
                  </a:lnTo>
                  <a:lnTo>
                    <a:pt x="1278" y="140"/>
                  </a:lnTo>
                  <a:lnTo>
                    <a:pt x="1278" y="138"/>
                  </a:lnTo>
                  <a:lnTo>
                    <a:pt x="1278" y="138"/>
                  </a:lnTo>
                  <a:lnTo>
                    <a:pt x="1280" y="138"/>
                  </a:lnTo>
                  <a:lnTo>
                    <a:pt x="1280" y="138"/>
                  </a:lnTo>
                  <a:lnTo>
                    <a:pt x="1280" y="138"/>
                  </a:lnTo>
                  <a:lnTo>
                    <a:pt x="1283" y="138"/>
                  </a:lnTo>
                  <a:lnTo>
                    <a:pt x="1283" y="138"/>
                  </a:lnTo>
                  <a:lnTo>
                    <a:pt x="1283" y="138"/>
                  </a:lnTo>
                  <a:lnTo>
                    <a:pt x="1285" y="138"/>
                  </a:lnTo>
                  <a:lnTo>
                    <a:pt x="1285" y="138"/>
                  </a:lnTo>
                  <a:lnTo>
                    <a:pt x="1287" y="138"/>
                  </a:lnTo>
                  <a:lnTo>
                    <a:pt x="1287" y="138"/>
                  </a:lnTo>
                  <a:lnTo>
                    <a:pt x="1287" y="138"/>
                  </a:lnTo>
                  <a:lnTo>
                    <a:pt x="1287" y="138"/>
                  </a:lnTo>
                  <a:lnTo>
                    <a:pt x="1290" y="138"/>
                  </a:lnTo>
                  <a:lnTo>
                    <a:pt x="1290" y="138"/>
                  </a:lnTo>
                  <a:lnTo>
                    <a:pt x="1290" y="138"/>
                  </a:lnTo>
                  <a:lnTo>
                    <a:pt x="1290" y="138"/>
                  </a:lnTo>
                  <a:lnTo>
                    <a:pt x="1292" y="138"/>
                  </a:lnTo>
                  <a:lnTo>
                    <a:pt x="1292" y="138"/>
                  </a:lnTo>
                  <a:lnTo>
                    <a:pt x="1292" y="135"/>
                  </a:lnTo>
                  <a:lnTo>
                    <a:pt x="1294" y="135"/>
                  </a:lnTo>
                  <a:lnTo>
                    <a:pt x="1294" y="135"/>
                  </a:lnTo>
                  <a:lnTo>
                    <a:pt x="1294" y="138"/>
                  </a:lnTo>
                  <a:lnTo>
                    <a:pt x="1294" y="138"/>
                  </a:lnTo>
                  <a:lnTo>
                    <a:pt x="1294" y="135"/>
                  </a:lnTo>
                  <a:lnTo>
                    <a:pt x="1294" y="135"/>
                  </a:lnTo>
                  <a:lnTo>
                    <a:pt x="1297" y="135"/>
                  </a:lnTo>
                  <a:lnTo>
                    <a:pt x="1297" y="135"/>
                  </a:lnTo>
                  <a:lnTo>
                    <a:pt x="1297" y="133"/>
                  </a:lnTo>
                  <a:lnTo>
                    <a:pt x="1297" y="133"/>
                  </a:lnTo>
                  <a:lnTo>
                    <a:pt x="1297" y="133"/>
                  </a:lnTo>
                  <a:lnTo>
                    <a:pt x="1299" y="133"/>
                  </a:lnTo>
                  <a:lnTo>
                    <a:pt x="1299" y="133"/>
                  </a:lnTo>
                  <a:lnTo>
                    <a:pt x="1302" y="133"/>
                  </a:lnTo>
                  <a:lnTo>
                    <a:pt x="1302" y="133"/>
                  </a:lnTo>
                  <a:lnTo>
                    <a:pt x="1302" y="133"/>
                  </a:lnTo>
                  <a:lnTo>
                    <a:pt x="1302" y="131"/>
                  </a:lnTo>
                  <a:lnTo>
                    <a:pt x="1304" y="131"/>
                  </a:lnTo>
                  <a:lnTo>
                    <a:pt x="1304" y="131"/>
                  </a:lnTo>
                  <a:lnTo>
                    <a:pt x="1304" y="131"/>
                  </a:lnTo>
                  <a:lnTo>
                    <a:pt x="1306" y="131"/>
                  </a:lnTo>
                  <a:lnTo>
                    <a:pt x="1306" y="131"/>
                  </a:lnTo>
                  <a:lnTo>
                    <a:pt x="1309" y="131"/>
                  </a:lnTo>
                  <a:lnTo>
                    <a:pt x="1309" y="133"/>
                  </a:lnTo>
                  <a:lnTo>
                    <a:pt x="1309" y="133"/>
                  </a:lnTo>
                  <a:lnTo>
                    <a:pt x="1309" y="133"/>
                  </a:lnTo>
                  <a:lnTo>
                    <a:pt x="1309" y="131"/>
                  </a:lnTo>
                  <a:lnTo>
                    <a:pt x="1311" y="131"/>
                  </a:lnTo>
                  <a:lnTo>
                    <a:pt x="1311" y="133"/>
                  </a:lnTo>
                  <a:lnTo>
                    <a:pt x="1311" y="133"/>
                  </a:lnTo>
                  <a:lnTo>
                    <a:pt x="1311" y="133"/>
                  </a:lnTo>
                  <a:lnTo>
                    <a:pt x="1311" y="133"/>
                  </a:lnTo>
                  <a:lnTo>
                    <a:pt x="1313" y="133"/>
                  </a:lnTo>
                  <a:lnTo>
                    <a:pt x="1313" y="135"/>
                  </a:lnTo>
                  <a:lnTo>
                    <a:pt x="1311" y="135"/>
                  </a:lnTo>
                  <a:lnTo>
                    <a:pt x="1311" y="135"/>
                  </a:lnTo>
                  <a:lnTo>
                    <a:pt x="1311" y="138"/>
                  </a:lnTo>
                  <a:lnTo>
                    <a:pt x="1311" y="138"/>
                  </a:lnTo>
                  <a:lnTo>
                    <a:pt x="1311" y="138"/>
                  </a:lnTo>
                  <a:lnTo>
                    <a:pt x="1311" y="138"/>
                  </a:lnTo>
                  <a:lnTo>
                    <a:pt x="1311" y="138"/>
                  </a:lnTo>
                  <a:lnTo>
                    <a:pt x="1311" y="140"/>
                  </a:lnTo>
                  <a:lnTo>
                    <a:pt x="1309" y="140"/>
                  </a:lnTo>
                  <a:lnTo>
                    <a:pt x="1309" y="140"/>
                  </a:lnTo>
                  <a:lnTo>
                    <a:pt x="1309" y="142"/>
                  </a:lnTo>
                  <a:lnTo>
                    <a:pt x="1311" y="142"/>
                  </a:lnTo>
                  <a:lnTo>
                    <a:pt x="1311" y="142"/>
                  </a:lnTo>
                  <a:lnTo>
                    <a:pt x="1311" y="142"/>
                  </a:lnTo>
                  <a:lnTo>
                    <a:pt x="1311" y="145"/>
                  </a:lnTo>
                  <a:lnTo>
                    <a:pt x="1311" y="145"/>
                  </a:lnTo>
                  <a:lnTo>
                    <a:pt x="1311" y="145"/>
                  </a:lnTo>
                  <a:lnTo>
                    <a:pt x="1313" y="145"/>
                  </a:lnTo>
                  <a:lnTo>
                    <a:pt x="1313" y="147"/>
                  </a:lnTo>
                  <a:lnTo>
                    <a:pt x="1313" y="147"/>
                  </a:lnTo>
                  <a:lnTo>
                    <a:pt x="1313" y="147"/>
                  </a:lnTo>
                  <a:lnTo>
                    <a:pt x="1313" y="147"/>
                  </a:lnTo>
                  <a:lnTo>
                    <a:pt x="1313" y="150"/>
                  </a:lnTo>
                  <a:lnTo>
                    <a:pt x="1313" y="150"/>
                  </a:lnTo>
                  <a:lnTo>
                    <a:pt x="1313" y="150"/>
                  </a:lnTo>
                  <a:lnTo>
                    <a:pt x="1311" y="150"/>
                  </a:lnTo>
                  <a:lnTo>
                    <a:pt x="1311" y="152"/>
                  </a:lnTo>
                  <a:lnTo>
                    <a:pt x="1311" y="152"/>
                  </a:lnTo>
                  <a:lnTo>
                    <a:pt x="1311" y="152"/>
                  </a:lnTo>
                  <a:lnTo>
                    <a:pt x="1311" y="152"/>
                  </a:lnTo>
                  <a:lnTo>
                    <a:pt x="1311" y="154"/>
                  </a:lnTo>
                  <a:lnTo>
                    <a:pt x="1309" y="154"/>
                  </a:lnTo>
                  <a:lnTo>
                    <a:pt x="1309" y="154"/>
                  </a:lnTo>
                  <a:lnTo>
                    <a:pt x="1309" y="154"/>
                  </a:lnTo>
                  <a:lnTo>
                    <a:pt x="1309" y="154"/>
                  </a:lnTo>
                  <a:lnTo>
                    <a:pt x="1306" y="154"/>
                  </a:lnTo>
                  <a:lnTo>
                    <a:pt x="1306" y="157"/>
                  </a:lnTo>
                  <a:lnTo>
                    <a:pt x="1306" y="157"/>
                  </a:lnTo>
                  <a:lnTo>
                    <a:pt x="1306" y="154"/>
                  </a:lnTo>
                  <a:lnTo>
                    <a:pt x="1304" y="154"/>
                  </a:lnTo>
                  <a:lnTo>
                    <a:pt x="1304" y="157"/>
                  </a:lnTo>
                  <a:lnTo>
                    <a:pt x="1304" y="157"/>
                  </a:lnTo>
                  <a:lnTo>
                    <a:pt x="1304" y="157"/>
                  </a:lnTo>
                  <a:lnTo>
                    <a:pt x="1304" y="157"/>
                  </a:lnTo>
                  <a:lnTo>
                    <a:pt x="1304" y="157"/>
                  </a:lnTo>
                  <a:lnTo>
                    <a:pt x="1302" y="157"/>
                  </a:lnTo>
                  <a:lnTo>
                    <a:pt x="1302" y="157"/>
                  </a:lnTo>
                  <a:lnTo>
                    <a:pt x="1302" y="159"/>
                  </a:lnTo>
                  <a:lnTo>
                    <a:pt x="1302" y="159"/>
                  </a:lnTo>
                  <a:lnTo>
                    <a:pt x="1302" y="161"/>
                  </a:lnTo>
                  <a:lnTo>
                    <a:pt x="1302" y="161"/>
                  </a:lnTo>
                  <a:lnTo>
                    <a:pt x="1302" y="161"/>
                  </a:lnTo>
                  <a:lnTo>
                    <a:pt x="1302" y="164"/>
                  </a:lnTo>
                  <a:lnTo>
                    <a:pt x="1302" y="164"/>
                  </a:lnTo>
                  <a:lnTo>
                    <a:pt x="1302" y="164"/>
                  </a:lnTo>
                  <a:lnTo>
                    <a:pt x="1302" y="164"/>
                  </a:lnTo>
                  <a:lnTo>
                    <a:pt x="1302" y="166"/>
                  </a:lnTo>
                  <a:lnTo>
                    <a:pt x="1302" y="166"/>
                  </a:lnTo>
                  <a:lnTo>
                    <a:pt x="1299" y="166"/>
                  </a:lnTo>
                  <a:lnTo>
                    <a:pt x="1299" y="168"/>
                  </a:lnTo>
                  <a:lnTo>
                    <a:pt x="1299" y="168"/>
                  </a:lnTo>
                  <a:lnTo>
                    <a:pt x="1299" y="168"/>
                  </a:lnTo>
                  <a:lnTo>
                    <a:pt x="1299" y="168"/>
                  </a:lnTo>
                  <a:lnTo>
                    <a:pt x="1299" y="171"/>
                  </a:lnTo>
                  <a:lnTo>
                    <a:pt x="1299" y="171"/>
                  </a:lnTo>
                  <a:lnTo>
                    <a:pt x="1299" y="173"/>
                  </a:lnTo>
                  <a:lnTo>
                    <a:pt x="1299" y="173"/>
                  </a:lnTo>
                  <a:lnTo>
                    <a:pt x="1299" y="176"/>
                  </a:lnTo>
                  <a:lnTo>
                    <a:pt x="1297" y="176"/>
                  </a:lnTo>
                  <a:lnTo>
                    <a:pt x="1297" y="176"/>
                  </a:lnTo>
                  <a:lnTo>
                    <a:pt x="1297" y="176"/>
                  </a:lnTo>
                  <a:lnTo>
                    <a:pt x="1297" y="178"/>
                  </a:lnTo>
                  <a:lnTo>
                    <a:pt x="1297" y="178"/>
                  </a:lnTo>
                  <a:lnTo>
                    <a:pt x="1297" y="178"/>
                  </a:lnTo>
                  <a:lnTo>
                    <a:pt x="1294" y="178"/>
                  </a:lnTo>
                  <a:lnTo>
                    <a:pt x="1294" y="178"/>
                  </a:lnTo>
                  <a:lnTo>
                    <a:pt x="1294" y="180"/>
                  </a:lnTo>
                  <a:lnTo>
                    <a:pt x="1297" y="180"/>
                  </a:lnTo>
                  <a:lnTo>
                    <a:pt x="1297" y="180"/>
                  </a:lnTo>
                  <a:lnTo>
                    <a:pt x="1297" y="180"/>
                  </a:lnTo>
                  <a:lnTo>
                    <a:pt x="1297" y="183"/>
                  </a:lnTo>
                  <a:lnTo>
                    <a:pt x="1297" y="183"/>
                  </a:lnTo>
                  <a:lnTo>
                    <a:pt x="1294" y="183"/>
                  </a:lnTo>
                  <a:lnTo>
                    <a:pt x="1294" y="183"/>
                  </a:lnTo>
                  <a:lnTo>
                    <a:pt x="1297" y="183"/>
                  </a:lnTo>
                  <a:lnTo>
                    <a:pt x="1297" y="185"/>
                  </a:lnTo>
                  <a:lnTo>
                    <a:pt x="1297" y="185"/>
                  </a:lnTo>
                  <a:lnTo>
                    <a:pt x="1294" y="185"/>
                  </a:lnTo>
                  <a:lnTo>
                    <a:pt x="1294" y="187"/>
                  </a:lnTo>
                  <a:lnTo>
                    <a:pt x="1294" y="187"/>
                  </a:lnTo>
                  <a:lnTo>
                    <a:pt x="1294" y="187"/>
                  </a:lnTo>
                  <a:lnTo>
                    <a:pt x="1294" y="187"/>
                  </a:lnTo>
                  <a:lnTo>
                    <a:pt x="1292" y="187"/>
                  </a:lnTo>
                  <a:lnTo>
                    <a:pt x="1292" y="187"/>
                  </a:lnTo>
                  <a:lnTo>
                    <a:pt x="1292" y="187"/>
                  </a:lnTo>
                  <a:lnTo>
                    <a:pt x="1292" y="190"/>
                  </a:lnTo>
                  <a:lnTo>
                    <a:pt x="1292" y="190"/>
                  </a:lnTo>
                  <a:lnTo>
                    <a:pt x="1292" y="190"/>
                  </a:lnTo>
                  <a:lnTo>
                    <a:pt x="1292" y="190"/>
                  </a:lnTo>
                  <a:lnTo>
                    <a:pt x="1292" y="192"/>
                  </a:lnTo>
                  <a:lnTo>
                    <a:pt x="1290" y="192"/>
                  </a:lnTo>
                  <a:lnTo>
                    <a:pt x="1290" y="192"/>
                  </a:lnTo>
                  <a:lnTo>
                    <a:pt x="1290" y="192"/>
                  </a:lnTo>
                  <a:lnTo>
                    <a:pt x="1290" y="195"/>
                  </a:lnTo>
                  <a:lnTo>
                    <a:pt x="1290" y="195"/>
                  </a:lnTo>
                  <a:lnTo>
                    <a:pt x="1290" y="195"/>
                  </a:lnTo>
                  <a:lnTo>
                    <a:pt x="1287" y="195"/>
                  </a:lnTo>
                  <a:lnTo>
                    <a:pt x="1287" y="195"/>
                  </a:lnTo>
                  <a:lnTo>
                    <a:pt x="1287" y="197"/>
                  </a:lnTo>
                  <a:lnTo>
                    <a:pt x="1287" y="197"/>
                  </a:lnTo>
                  <a:lnTo>
                    <a:pt x="1287" y="197"/>
                  </a:lnTo>
                  <a:lnTo>
                    <a:pt x="1287" y="197"/>
                  </a:lnTo>
                  <a:lnTo>
                    <a:pt x="1287" y="199"/>
                  </a:lnTo>
                  <a:lnTo>
                    <a:pt x="1287" y="199"/>
                  </a:lnTo>
                  <a:lnTo>
                    <a:pt x="1287" y="202"/>
                  </a:lnTo>
                  <a:lnTo>
                    <a:pt x="1285" y="202"/>
                  </a:lnTo>
                  <a:lnTo>
                    <a:pt x="1285" y="202"/>
                  </a:lnTo>
                  <a:lnTo>
                    <a:pt x="1285" y="202"/>
                  </a:lnTo>
                  <a:lnTo>
                    <a:pt x="1285" y="204"/>
                  </a:lnTo>
                  <a:lnTo>
                    <a:pt x="1283" y="204"/>
                  </a:lnTo>
                  <a:lnTo>
                    <a:pt x="1283" y="204"/>
                  </a:lnTo>
                  <a:lnTo>
                    <a:pt x="1283" y="204"/>
                  </a:lnTo>
                  <a:lnTo>
                    <a:pt x="1283" y="204"/>
                  </a:lnTo>
                  <a:lnTo>
                    <a:pt x="1280" y="204"/>
                  </a:lnTo>
                  <a:lnTo>
                    <a:pt x="1280" y="204"/>
                  </a:lnTo>
                  <a:lnTo>
                    <a:pt x="1280" y="206"/>
                  </a:lnTo>
                  <a:lnTo>
                    <a:pt x="1280" y="206"/>
                  </a:lnTo>
                  <a:lnTo>
                    <a:pt x="1280" y="206"/>
                  </a:lnTo>
                  <a:lnTo>
                    <a:pt x="1280" y="206"/>
                  </a:lnTo>
                  <a:lnTo>
                    <a:pt x="1280" y="209"/>
                  </a:lnTo>
                  <a:lnTo>
                    <a:pt x="1280" y="209"/>
                  </a:lnTo>
                  <a:lnTo>
                    <a:pt x="1278" y="209"/>
                  </a:lnTo>
                  <a:lnTo>
                    <a:pt x="1278" y="211"/>
                  </a:lnTo>
                  <a:lnTo>
                    <a:pt x="1278" y="211"/>
                  </a:lnTo>
                  <a:lnTo>
                    <a:pt x="1280" y="211"/>
                  </a:lnTo>
                  <a:lnTo>
                    <a:pt x="1280" y="214"/>
                  </a:lnTo>
                  <a:lnTo>
                    <a:pt x="1280" y="214"/>
                  </a:lnTo>
                  <a:lnTo>
                    <a:pt x="1278" y="214"/>
                  </a:lnTo>
                  <a:lnTo>
                    <a:pt x="1278" y="216"/>
                  </a:lnTo>
                  <a:lnTo>
                    <a:pt x="1278" y="216"/>
                  </a:lnTo>
                  <a:lnTo>
                    <a:pt x="1278" y="216"/>
                  </a:lnTo>
                  <a:lnTo>
                    <a:pt x="1275" y="216"/>
                  </a:lnTo>
                  <a:lnTo>
                    <a:pt x="1275" y="216"/>
                  </a:lnTo>
                  <a:lnTo>
                    <a:pt x="1275" y="216"/>
                  </a:lnTo>
                  <a:lnTo>
                    <a:pt x="1273" y="216"/>
                  </a:lnTo>
                  <a:lnTo>
                    <a:pt x="1273" y="216"/>
                  </a:lnTo>
                  <a:lnTo>
                    <a:pt x="1273" y="216"/>
                  </a:lnTo>
                  <a:lnTo>
                    <a:pt x="1273" y="214"/>
                  </a:lnTo>
                  <a:lnTo>
                    <a:pt x="1271" y="214"/>
                  </a:lnTo>
                  <a:lnTo>
                    <a:pt x="1271" y="214"/>
                  </a:lnTo>
                  <a:lnTo>
                    <a:pt x="1271" y="214"/>
                  </a:lnTo>
                  <a:lnTo>
                    <a:pt x="1271" y="211"/>
                  </a:lnTo>
                  <a:lnTo>
                    <a:pt x="1271" y="211"/>
                  </a:lnTo>
                  <a:lnTo>
                    <a:pt x="1271" y="211"/>
                  </a:lnTo>
                  <a:lnTo>
                    <a:pt x="1268" y="211"/>
                  </a:lnTo>
                  <a:lnTo>
                    <a:pt x="1268" y="211"/>
                  </a:lnTo>
                  <a:lnTo>
                    <a:pt x="1268" y="209"/>
                  </a:lnTo>
                  <a:lnTo>
                    <a:pt x="1268" y="209"/>
                  </a:lnTo>
                  <a:lnTo>
                    <a:pt x="1266" y="209"/>
                  </a:lnTo>
                  <a:lnTo>
                    <a:pt x="1266" y="209"/>
                  </a:lnTo>
                  <a:lnTo>
                    <a:pt x="1264" y="209"/>
                  </a:lnTo>
                  <a:lnTo>
                    <a:pt x="1264" y="209"/>
                  </a:lnTo>
                  <a:lnTo>
                    <a:pt x="1264" y="209"/>
                  </a:lnTo>
                  <a:lnTo>
                    <a:pt x="1264" y="209"/>
                  </a:lnTo>
                  <a:lnTo>
                    <a:pt x="1261" y="209"/>
                  </a:lnTo>
                  <a:lnTo>
                    <a:pt x="1261" y="209"/>
                  </a:lnTo>
                  <a:lnTo>
                    <a:pt x="1261" y="209"/>
                  </a:lnTo>
                  <a:lnTo>
                    <a:pt x="1259" y="209"/>
                  </a:lnTo>
                  <a:lnTo>
                    <a:pt x="1259" y="209"/>
                  </a:lnTo>
                  <a:lnTo>
                    <a:pt x="1259" y="209"/>
                  </a:lnTo>
                  <a:lnTo>
                    <a:pt x="1257" y="209"/>
                  </a:lnTo>
                  <a:lnTo>
                    <a:pt x="1257" y="209"/>
                  </a:lnTo>
                  <a:lnTo>
                    <a:pt x="1257" y="211"/>
                  </a:lnTo>
                  <a:lnTo>
                    <a:pt x="1257" y="211"/>
                  </a:lnTo>
                  <a:lnTo>
                    <a:pt x="1257" y="211"/>
                  </a:lnTo>
                  <a:lnTo>
                    <a:pt x="1254" y="211"/>
                  </a:lnTo>
                  <a:lnTo>
                    <a:pt x="1254" y="211"/>
                  </a:lnTo>
                  <a:lnTo>
                    <a:pt x="1254" y="211"/>
                  </a:lnTo>
                  <a:lnTo>
                    <a:pt x="1254" y="209"/>
                  </a:lnTo>
                  <a:lnTo>
                    <a:pt x="1254" y="209"/>
                  </a:lnTo>
                  <a:lnTo>
                    <a:pt x="1254" y="209"/>
                  </a:lnTo>
                  <a:lnTo>
                    <a:pt x="1252" y="209"/>
                  </a:lnTo>
                  <a:lnTo>
                    <a:pt x="1252" y="209"/>
                  </a:lnTo>
                  <a:lnTo>
                    <a:pt x="1252" y="209"/>
                  </a:lnTo>
                  <a:lnTo>
                    <a:pt x="1249" y="209"/>
                  </a:lnTo>
                  <a:lnTo>
                    <a:pt x="1249" y="211"/>
                  </a:lnTo>
                  <a:lnTo>
                    <a:pt x="1249" y="211"/>
                  </a:lnTo>
                  <a:lnTo>
                    <a:pt x="1249" y="211"/>
                  </a:lnTo>
                  <a:lnTo>
                    <a:pt x="1249" y="211"/>
                  </a:lnTo>
                  <a:lnTo>
                    <a:pt x="1247" y="211"/>
                  </a:lnTo>
                  <a:lnTo>
                    <a:pt x="1247" y="214"/>
                  </a:lnTo>
                  <a:lnTo>
                    <a:pt x="1247" y="214"/>
                  </a:lnTo>
                  <a:lnTo>
                    <a:pt x="1247" y="216"/>
                  </a:lnTo>
                  <a:lnTo>
                    <a:pt x="1247" y="216"/>
                  </a:lnTo>
                  <a:lnTo>
                    <a:pt x="1247" y="216"/>
                  </a:lnTo>
                  <a:lnTo>
                    <a:pt x="1247" y="216"/>
                  </a:lnTo>
                  <a:lnTo>
                    <a:pt x="1245" y="216"/>
                  </a:lnTo>
                  <a:lnTo>
                    <a:pt x="1245" y="216"/>
                  </a:lnTo>
                  <a:lnTo>
                    <a:pt x="1245" y="216"/>
                  </a:lnTo>
                  <a:lnTo>
                    <a:pt x="1245" y="218"/>
                  </a:lnTo>
                  <a:lnTo>
                    <a:pt x="1242" y="218"/>
                  </a:lnTo>
                  <a:lnTo>
                    <a:pt x="1242" y="218"/>
                  </a:lnTo>
                  <a:lnTo>
                    <a:pt x="1242" y="218"/>
                  </a:lnTo>
                  <a:lnTo>
                    <a:pt x="1242" y="216"/>
                  </a:lnTo>
                  <a:lnTo>
                    <a:pt x="1240" y="216"/>
                  </a:lnTo>
                  <a:lnTo>
                    <a:pt x="1240" y="218"/>
                  </a:lnTo>
                  <a:lnTo>
                    <a:pt x="1240" y="218"/>
                  </a:lnTo>
                  <a:lnTo>
                    <a:pt x="1240" y="218"/>
                  </a:lnTo>
                  <a:lnTo>
                    <a:pt x="1238" y="218"/>
                  </a:lnTo>
                  <a:lnTo>
                    <a:pt x="1238" y="218"/>
                  </a:lnTo>
                  <a:lnTo>
                    <a:pt x="1238" y="218"/>
                  </a:lnTo>
                  <a:lnTo>
                    <a:pt x="1235" y="218"/>
                  </a:lnTo>
                  <a:lnTo>
                    <a:pt x="1235" y="218"/>
                  </a:lnTo>
                  <a:lnTo>
                    <a:pt x="1235" y="221"/>
                  </a:lnTo>
                  <a:lnTo>
                    <a:pt x="1235" y="221"/>
                  </a:lnTo>
                  <a:lnTo>
                    <a:pt x="1233" y="221"/>
                  </a:lnTo>
                  <a:lnTo>
                    <a:pt x="1233" y="221"/>
                  </a:lnTo>
                  <a:lnTo>
                    <a:pt x="1233" y="221"/>
                  </a:lnTo>
                  <a:lnTo>
                    <a:pt x="1233" y="221"/>
                  </a:lnTo>
                  <a:lnTo>
                    <a:pt x="1233" y="223"/>
                  </a:lnTo>
                  <a:lnTo>
                    <a:pt x="1235" y="223"/>
                  </a:lnTo>
                  <a:lnTo>
                    <a:pt x="1235" y="223"/>
                  </a:lnTo>
                  <a:lnTo>
                    <a:pt x="1235" y="223"/>
                  </a:lnTo>
                  <a:lnTo>
                    <a:pt x="1235" y="225"/>
                  </a:lnTo>
                  <a:lnTo>
                    <a:pt x="1235" y="225"/>
                  </a:lnTo>
                  <a:lnTo>
                    <a:pt x="1235" y="225"/>
                  </a:lnTo>
                  <a:lnTo>
                    <a:pt x="1235" y="228"/>
                  </a:lnTo>
                  <a:lnTo>
                    <a:pt x="1235" y="228"/>
                  </a:lnTo>
                  <a:lnTo>
                    <a:pt x="1235" y="228"/>
                  </a:lnTo>
                  <a:lnTo>
                    <a:pt x="1238" y="228"/>
                  </a:lnTo>
                  <a:lnTo>
                    <a:pt x="1238" y="230"/>
                  </a:lnTo>
                  <a:lnTo>
                    <a:pt x="1238" y="230"/>
                  </a:lnTo>
                  <a:lnTo>
                    <a:pt x="1238" y="232"/>
                  </a:lnTo>
                  <a:lnTo>
                    <a:pt x="1238" y="232"/>
                  </a:lnTo>
                  <a:lnTo>
                    <a:pt x="1238" y="232"/>
                  </a:lnTo>
                  <a:lnTo>
                    <a:pt x="1238" y="235"/>
                  </a:lnTo>
                  <a:lnTo>
                    <a:pt x="1238" y="235"/>
                  </a:lnTo>
                  <a:lnTo>
                    <a:pt x="1238" y="235"/>
                  </a:lnTo>
                  <a:lnTo>
                    <a:pt x="1238" y="237"/>
                  </a:lnTo>
                  <a:lnTo>
                    <a:pt x="1238" y="237"/>
                  </a:lnTo>
                  <a:lnTo>
                    <a:pt x="1238" y="237"/>
                  </a:lnTo>
                  <a:lnTo>
                    <a:pt x="1240" y="237"/>
                  </a:lnTo>
                  <a:lnTo>
                    <a:pt x="1240" y="240"/>
                  </a:lnTo>
                  <a:lnTo>
                    <a:pt x="1240" y="240"/>
                  </a:lnTo>
                  <a:lnTo>
                    <a:pt x="1240" y="242"/>
                  </a:lnTo>
                  <a:lnTo>
                    <a:pt x="1238" y="242"/>
                  </a:lnTo>
                  <a:lnTo>
                    <a:pt x="1238" y="242"/>
                  </a:lnTo>
                  <a:lnTo>
                    <a:pt x="1238" y="244"/>
                  </a:lnTo>
                  <a:lnTo>
                    <a:pt x="1238" y="244"/>
                  </a:lnTo>
                  <a:lnTo>
                    <a:pt x="1238" y="247"/>
                  </a:lnTo>
                  <a:lnTo>
                    <a:pt x="1238" y="247"/>
                  </a:lnTo>
                  <a:lnTo>
                    <a:pt x="1238" y="247"/>
                  </a:lnTo>
                  <a:lnTo>
                    <a:pt x="1238" y="247"/>
                  </a:lnTo>
                  <a:lnTo>
                    <a:pt x="1238" y="249"/>
                  </a:lnTo>
                  <a:lnTo>
                    <a:pt x="1238" y="249"/>
                  </a:lnTo>
                  <a:lnTo>
                    <a:pt x="1238" y="251"/>
                  </a:lnTo>
                  <a:lnTo>
                    <a:pt x="1238" y="251"/>
                  </a:lnTo>
                  <a:lnTo>
                    <a:pt x="1238" y="254"/>
                  </a:lnTo>
                  <a:lnTo>
                    <a:pt x="1238" y="254"/>
                  </a:lnTo>
                  <a:lnTo>
                    <a:pt x="1238" y="256"/>
                  </a:lnTo>
                  <a:lnTo>
                    <a:pt x="1238" y="256"/>
                  </a:lnTo>
                  <a:lnTo>
                    <a:pt x="1240" y="256"/>
                  </a:lnTo>
                  <a:lnTo>
                    <a:pt x="1240" y="256"/>
                  </a:lnTo>
                  <a:lnTo>
                    <a:pt x="1240" y="256"/>
                  </a:lnTo>
                  <a:lnTo>
                    <a:pt x="1240" y="259"/>
                  </a:lnTo>
                  <a:lnTo>
                    <a:pt x="1238" y="259"/>
                  </a:lnTo>
                  <a:lnTo>
                    <a:pt x="1238" y="259"/>
                  </a:lnTo>
                  <a:lnTo>
                    <a:pt x="1238" y="261"/>
                  </a:lnTo>
                  <a:lnTo>
                    <a:pt x="1238" y="261"/>
                  </a:lnTo>
                  <a:lnTo>
                    <a:pt x="1238" y="261"/>
                  </a:lnTo>
                  <a:lnTo>
                    <a:pt x="1238" y="263"/>
                  </a:lnTo>
                  <a:lnTo>
                    <a:pt x="1238" y="263"/>
                  </a:lnTo>
                  <a:lnTo>
                    <a:pt x="1238" y="266"/>
                  </a:lnTo>
                  <a:lnTo>
                    <a:pt x="1238" y="266"/>
                  </a:lnTo>
                  <a:lnTo>
                    <a:pt x="1238" y="266"/>
                  </a:lnTo>
                  <a:lnTo>
                    <a:pt x="1235" y="266"/>
                  </a:lnTo>
                  <a:lnTo>
                    <a:pt x="1235" y="266"/>
                  </a:lnTo>
                  <a:lnTo>
                    <a:pt x="1235" y="266"/>
                  </a:lnTo>
                  <a:lnTo>
                    <a:pt x="1235" y="268"/>
                  </a:lnTo>
                  <a:lnTo>
                    <a:pt x="1235" y="268"/>
                  </a:lnTo>
                  <a:lnTo>
                    <a:pt x="1235" y="268"/>
                  </a:lnTo>
                  <a:lnTo>
                    <a:pt x="1235" y="270"/>
                  </a:lnTo>
                  <a:lnTo>
                    <a:pt x="1235" y="270"/>
                  </a:lnTo>
                  <a:lnTo>
                    <a:pt x="1235" y="270"/>
                  </a:lnTo>
                  <a:lnTo>
                    <a:pt x="1233" y="270"/>
                  </a:lnTo>
                  <a:lnTo>
                    <a:pt x="1233" y="270"/>
                  </a:lnTo>
                  <a:lnTo>
                    <a:pt x="1233" y="270"/>
                  </a:lnTo>
                  <a:lnTo>
                    <a:pt x="1231" y="270"/>
                  </a:lnTo>
                  <a:lnTo>
                    <a:pt x="1231" y="270"/>
                  </a:lnTo>
                  <a:lnTo>
                    <a:pt x="1231" y="270"/>
                  </a:lnTo>
                  <a:lnTo>
                    <a:pt x="1228" y="270"/>
                  </a:lnTo>
                  <a:lnTo>
                    <a:pt x="1228" y="273"/>
                  </a:lnTo>
                  <a:lnTo>
                    <a:pt x="1228" y="273"/>
                  </a:lnTo>
                  <a:lnTo>
                    <a:pt x="1228" y="273"/>
                  </a:lnTo>
                  <a:lnTo>
                    <a:pt x="1226" y="273"/>
                  </a:lnTo>
                  <a:lnTo>
                    <a:pt x="1226" y="273"/>
                  </a:lnTo>
                  <a:lnTo>
                    <a:pt x="1223" y="273"/>
                  </a:lnTo>
                  <a:lnTo>
                    <a:pt x="1223" y="273"/>
                  </a:lnTo>
                  <a:lnTo>
                    <a:pt x="1223" y="273"/>
                  </a:lnTo>
                  <a:lnTo>
                    <a:pt x="1223" y="273"/>
                  </a:lnTo>
                  <a:lnTo>
                    <a:pt x="1223" y="275"/>
                  </a:lnTo>
                  <a:lnTo>
                    <a:pt x="1221" y="275"/>
                  </a:lnTo>
                  <a:lnTo>
                    <a:pt x="1221" y="275"/>
                  </a:lnTo>
                  <a:lnTo>
                    <a:pt x="1221" y="275"/>
                  </a:lnTo>
                  <a:lnTo>
                    <a:pt x="1221" y="275"/>
                  </a:lnTo>
                  <a:lnTo>
                    <a:pt x="1221" y="278"/>
                  </a:lnTo>
                  <a:lnTo>
                    <a:pt x="1223" y="278"/>
                  </a:lnTo>
                  <a:lnTo>
                    <a:pt x="1223" y="275"/>
                  </a:lnTo>
                  <a:lnTo>
                    <a:pt x="1223" y="275"/>
                  </a:lnTo>
                  <a:lnTo>
                    <a:pt x="1223" y="278"/>
                  </a:lnTo>
                  <a:lnTo>
                    <a:pt x="1223" y="278"/>
                  </a:lnTo>
                  <a:lnTo>
                    <a:pt x="1223" y="278"/>
                  </a:lnTo>
                  <a:lnTo>
                    <a:pt x="1226" y="278"/>
                  </a:lnTo>
                  <a:lnTo>
                    <a:pt x="1226" y="278"/>
                  </a:lnTo>
                  <a:lnTo>
                    <a:pt x="1226" y="280"/>
                  </a:lnTo>
                  <a:lnTo>
                    <a:pt x="1223" y="280"/>
                  </a:lnTo>
                  <a:lnTo>
                    <a:pt x="1223" y="280"/>
                  </a:lnTo>
                  <a:lnTo>
                    <a:pt x="1223" y="282"/>
                  </a:lnTo>
                  <a:lnTo>
                    <a:pt x="1223" y="282"/>
                  </a:lnTo>
                  <a:lnTo>
                    <a:pt x="1223" y="280"/>
                  </a:lnTo>
                  <a:lnTo>
                    <a:pt x="1223" y="280"/>
                  </a:lnTo>
                  <a:lnTo>
                    <a:pt x="1223" y="280"/>
                  </a:lnTo>
                  <a:lnTo>
                    <a:pt x="1223" y="278"/>
                  </a:lnTo>
                  <a:lnTo>
                    <a:pt x="1223" y="278"/>
                  </a:lnTo>
                  <a:lnTo>
                    <a:pt x="1221" y="278"/>
                  </a:lnTo>
                  <a:lnTo>
                    <a:pt x="1221" y="278"/>
                  </a:lnTo>
                  <a:lnTo>
                    <a:pt x="1221" y="280"/>
                  </a:lnTo>
                  <a:lnTo>
                    <a:pt x="1221" y="280"/>
                  </a:lnTo>
                  <a:lnTo>
                    <a:pt x="1221" y="278"/>
                  </a:lnTo>
                  <a:lnTo>
                    <a:pt x="1221" y="278"/>
                  </a:lnTo>
                  <a:lnTo>
                    <a:pt x="1221" y="278"/>
                  </a:lnTo>
                  <a:lnTo>
                    <a:pt x="1219" y="278"/>
                  </a:lnTo>
                  <a:lnTo>
                    <a:pt x="1219" y="278"/>
                  </a:lnTo>
                  <a:lnTo>
                    <a:pt x="1219" y="278"/>
                  </a:lnTo>
                  <a:lnTo>
                    <a:pt x="1219" y="275"/>
                  </a:lnTo>
                  <a:lnTo>
                    <a:pt x="1216" y="275"/>
                  </a:lnTo>
                  <a:lnTo>
                    <a:pt x="1216" y="275"/>
                  </a:lnTo>
                  <a:lnTo>
                    <a:pt x="1216" y="273"/>
                  </a:lnTo>
                  <a:lnTo>
                    <a:pt x="1216" y="273"/>
                  </a:lnTo>
                  <a:lnTo>
                    <a:pt x="1216" y="270"/>
                  </a:lnTo>
                  <a:lnTo>
                    <a:pt x="1216" y="270"/>
                  </a:lnTo>
                  <a:lnTo>
                    <a:pt x="1216" y="270"/>
                  </a:lnTo>
                  <a:lnTo>
                    <a:pt x="1216" y="270"/>
                  </a:lnTo>
                  <a:lnTo>
                    <a:pt x="1214" y="270"/>
                  </a:lnTo>
                  <a:lnTo>
                    <a:pt x="1214" y="268"/>
                  </a:lnTo>
                  <a:lnTo>
                    <a:pt x="1214" y="268"/>
                  </a:lnTo>
                  <a:lnTo>
                    <a:pt x="1214" y="268"/>
                  </a:lnTo>
                  <a:lnTo>
                    <a:pt x="1214" y="268"/>
                  </a:lnTo>
                  <a:lnTo>
                    <a:pt x="1214" y="268"/>
                  </a:lnTo>
                  <a:lnTo>
                    <a:pt x="1212" y="268"/>
                  </a:lnTo>
                  <a:lnTo>
                    <a:pt x="1212" y="268"/>
                  </a:lnTo>
                  <a:lnTo>
                    <a:pt x="1212" y="268"/>
                  </a:lnTo>
                  <a:lnTo>
                    <a:pt x="1209" y="268"/>
                  </a:lnTo>
                  <a:lnTo>
                    <a:pt x="1209" y="268"/>
                  </a:lnTo>
                  <a:lnTo>
                    <a:pt x="1209" y="268"/>
                  </a:lnTo>
                  <a:lnTo>
                    <a:pt x="1209" y="268"/>
                  </a:lnTo>
                  <a:lnTo>
                    <a:pt x="1209" y="270"/>
                  </a:lnTo>
                  <a:lnTo>
                    <a:pt x="1209" y="270"/>
                  </a:lnTo>
                  <a:lnTo>
                    <a:pt x="1209" y="273"/>
                  </a:lnTo>
                  <a:lnTo>
                    <a:pt x="1207" y="273"/>
                  </a:lnTo>
                  <a:lnTo>
                    <a:pt x="1207" y="273"/>
                  </a:lnTo>
                  <a:lnTo>
                    <a:pt x="1207" y="275"/>
                  </a:lnTo>
                  <a:lnTo>
                    <a:pt x="1207" y="275"/>
                  </a:lnTo>
                  <a:lnTo>
                    <a:pt x="1207" y="275"/>
                  </a:lnTo>
                  <a:lnTo>
                    <a:pt x="1207" y="275"/>
                  </a:lnTo>
                  <a:lnTo>
                    <a:pt x="1207" y="278"/>
                  </a:lnTo>
                  <a:lnTo>
                    <a:pt x="1207" y="278"/>
                  </a:lnTo>
                  <a:lnTo>
                    <a:pt x="1207" y="278"/>
                  </a:lnTo>
                  <a:lnTo>
                    <a:pt x="1207" y="278"/>
                  </a:lnTo>
                  <a:lnTo>
                    <a:pt x="1207" y="280"/>
                  </a:lnTo>
                  <a:lnTo>
                    <a:pt x="1207" y="280"/>
                  </a:lnTo>
                  <a:lnTo>
                    <a:pt x="1207" y="282"/>
                  </a:lnTo>
                  <a:lnTo>
                    <a:pt x="1204" y="282"/>
                  </a:lnTo>
                  <a:lnTo>
                    <a:pt x="1204" y="282"/>
                  </a:lnTo>
                  <a:lnTo>
                    <a:pt x="1204" y="282"/>
                  </a:lnTo>
                  <a:lnTo>
                    <a:pt x="1204" y="282"/>
                  </a:lnTo>
                  <a:lnTo>
                    <a:pt x="1204" y="282"/>
                  </a:lnTo>
                  <a:lnTo>
                    <a:pt x="1202" y="282"/>
                  </a:lnTo>
                  <a:lnTo>
                    <a:pt x="1202" y="282"/>
                  </a:lnTo>
                  <a:lnTo>
                    <a:pt x="1202" y="285"/>
                  </a:lnTo>
                  <a:lnTo>
                    <a:pt x="1202" y="285"/>
                  </a:lnTo>
                  <a:lnTo>
                    <a:pt x="1202" y="285"/>
                  </a:lnTo>
                  <a:lnTo>
                    <a:pt x="1202" y="282"/>
                  </a:lnTo>
                  <a:lnTo>
                    <a:pt x="1200" y="282"/>
                  </a:lnTo>
                  <a:lnTo>
                    <a:pt x="1200" y="282"/>
                  </a:lnTo>
                  <a:lnTo>
                    <a:pt x="1200" y="282"/>
                  </a:lnTo>
                  <a:lnTo>
                    <a:pt x="1197" y="282"/>
                  </a:lnTo>
                  <a:lnTo>
                    <a:pt x="1197" y="282"/>
                  </a:lnTo>
                  <a:lnTo>
                    <a:pt x="1197" y="282"/>
                  </a:lnTo>
                  <a:lnTo>
                    <a:pt x="1197" y="282"/>
                  </a:lnTo>
                  <a:lnTo>
                    <a:pt x="1197" y="285"/>
                  </a:lnTo>
                  <a:lnTo>
                    <a:pt x="1195" y="285"/>
                  </a:lnTo>
                  <a:lnTo>
                    <a:pt x="1195" y="285"/>
                  </a:lnTo>
                  <a:lnTo>
                    <a:pt x="1195" y="287"/>
                  </a:lnTo>
                  <a:lnTo>
                    <a:pt x="1195" y="287"/>
                  </a:lnTo>
                  <a:lnTo>
                    <a:pt x="1195" y="287"/>
                  </a:lnTo>
                  <a:lnTo>
                    <a:pt x="1195" y="287"/>
                  </a:lnTo>
                  <a:lnTo>
                    <a:pt x="1195" y="287"/>
                  </a:lnTo>
                  <a:lnTo>
                    <a:pt x="1195" y="289"/>
                  </a:lnTo>
                  <a:lnTo>
                    <a:pt x="1193" y="289"/>
                  </a:lnTo>
                  <a:lnTo>
                    <a:pt x="1193" y="289"/>
                  </a:lnTo>
                  <a:lnTo>
                    <a:pt x="1193" y="289"/>
                  </a:lnTo>
                  <a:lnTo>
                    <a:pt x="1190" y="289"/>
                  </a:lnTo>
                  <a:lnTo>
                    <a:pt x="1190" y="292"/>
                  </a:lnTo>
                  <a:lnTo>
                    <a:pt x="1190" y="292"/>
                  </a:lnTo>
                  <a:lnTo>
                    <a:pt x="1190" y="292"/>
                  </a:lnTo>
                  <a:lnTo>
                    <a:pt x="1190" y="292"/>
                  </a:lnTo>
                  <a:lnTo>
                    <a:pt x="1190" y="294"/>
                  </a:lnTo>
                  <a:lnTo>
                    <a:pt x="1188" y="294"/>
                  </a:lnTo>
                  <a:lnTo>
                    <a:pt x="1188" y="294"/>
                  </a:lnTo>
                  <a:lnTo>
                    <a:pt x="1188" y="294"/>
                  </a:lnTo>
                  <a:lnTo>
                    <a:pt x="1188" y="292"/>
                  </a:lnTo>
                  <a:lnTo>
                    <a:pt x="1186" y="292"/>
                  </a:lnTo>
                  <a:lnTo>
                    <a:pt x="1186" y="292"/>
                  </a:lnTo>
                  <a:lnTo>
                    <a:pt x="1183" y="292"/>
                  </a:lnTo>
                  <a:lnTo>
                    <a:pt x="1183" y="294"/>
                  </a:lnTo>
                  <a:lnTo>
                    <a:pt x="1183" y="294"/>
                  </a:lnTo>
                  <a:lnTo>
                    <a:pt x="1183" y="292"/>
                  </a:lnTo>
                  <a:lnTo>
                    <a:pt x="1183" y="292"/>
                  </a:lnTo>
                  <a:lnTo>
                    <a:pt x="1181" y="292"/>
                  </a:lnTo>
                  <a:lnTo>
                    <a:pt x="1181" y="294"/>
                  </a:lnTo>
                  <a:lnTo>
                    <a:pt x="1181" y="294"/>
                  </a:lnTo>
                  <a:lnTo>
                    <a:pt x="1181" y="294"/>
                  </a:lnTo>
                  <a:lnTo>
                    <a:pt x="1178" y="294"/>
                  </a:lnTo>
                  <a:lnTo>
                    <a:pt x="1178" y="292"/>
                  </a:lnTo>
                  <a:lnTo>
                    <a:pt x="1178" y="292"/>
                  </a:lnTo>
                  <a:lnTo>
                    <a:pt x="1176" y="292"/>
                  </a:lnTo>
                  <a:lnTo>
                    <a:pt x="1176" y="292"/>
                  </a:lnTo>
                  <a:lnTo>
                    <a:pt x="1176" y="292"/>
                  </a:lnTo>
                  <a:lnTo>
                    <a:pt x="1174" y="292"/>
                  </a:lnTo>
                  <a:lnTo>
                    <a:pt x="1174" y="294"/>
                  </a:lnTo>
                  <a:lnTo>
                    <a:pt x="1174" y="294"/>
                  </a:lnTo>
                  <a:lnTo>
                    <a:pt x="1171" y="294"/>
                  </a:lnTo>
                  <a:lnTo>
                    <a:pt x="1171" y="294"/>
                  </a:lnTo>
                  <a:lnTo>
                    <a:pt x="1171" y="294"/>
                  </a:lnTo>
                  <a:lnTo>
                    <a:pt x="1171" y="294"/>
                  </a:lnTo>
                  <a:lnTo>
                    <a:pt x="1171" y="296"/>
                  </a:lnTo>
                  <a:lnTo>
                    <a:pt x="1171" y="296"/>
                  </a:lnTo>
                  <a:lnTo>
                    <a:pt x="1171" y="296"/>
                  </a:lnTo>
                  <a:lnTo>
                    <a:pt x="1171" y="299"/>
                  </a:lnTo>
                  <a:lnTo>
                    <a:pt x="1171" y="299"/>
                  </a:lnTo>
                  <a:lnTo>
                    <a:pt x="1171" y="299"/>
                  </a:lnTo>
                  <a:lnTo>
                    <a:pt x="1171" y="301"/>
                  </a:lnTo>
                  <a:lnTo>
                    <a:pt x="1171" y="301"/>
                  </a:lnTo>
                  <a:lnTo>
                    <a:pt x="1174" y="301"/>
                  </a:lnTo>
                  <a:lnTo>
                    <a:pt x="1174" y="301"/>
                  </a:lnTo>
                  <a:lnTo>
                    <a:pt x="1174" y="301"/>
                  </a:lnTo>
                  <a:lnTo>
                    <a:pt x="1176" y="301"/>
                  </a:lnTo>
                  <a:lnTo>
                    <a:pt x="1176" y="304"/>
                  </a:lnTo>
                  <a:lnTo>
                    <a:pt x="1176" y="304"/>
                  </a:lnTo>
                  <a:lnTo>
                    <a:pt x="1176" y="306"/>
                  </a:lnTo>
                  <a:lnTo>
                    <a:pt x="1176" y="306"/>
                  </a:lnTo>
                  <a:lnTo>
                    <a:pt x="1174" y="306"/>
                  </a:lnTo>
                  <a:lnTo>
                    <a:pt x="1174" y="306"/>
                  </a:lnTo>
                  <a:lnTo>
                    <a:pt x="1174" y="306"/>
                  </a:lnTo>
                  <a:lnTo>
                    <a:pt x="1174" y="308"/>
                  </a:lnTo>
                  <a:lnTo>
                    <a:pt x="1171" y="308"/>
                  </a:lnTo>
                  <a:lnTo>
                    <a:pt x="1171" y="308"/>
                  </a:lnTo>
                  <a:lnTo>
                    <a:pt x="1171" y="308"/>
                  </a:lnTo>
                  <a:lnTo>
                    <a:pt x="1171" y="308"/>
                  </a:lnTo>
                  <a:lnTo>
                    <a:pt x="1169" y="308"/>
                  </a:lnTo>
                  <a:lnTo>
                    <a:pt x="1169" y="308"/>
                  </a:lnTo>
                  <a:lnTo>
                    <a:pt x="1169" y="308"/>
                  </a:lnTo>
                  <a:lnTo>
                    <a:pt x="1169" y="308"/>
                  </a:lnTo>
                  <a:lnTo>
                    <a:pt x="1169" y="306"/>
                  </a:lnTo>
                  <a:lnTo>
                    <a:pt x="1167" y="306"/>
                  </a:lnTo>
                  <a:lnTo>
                    <a:pt x="1167" y="308"/>
                  </a:lnTo>
                  <a:lnTo>
                    <a:pt x="1167" y="308"/>
                  </a:lnTo>
                  <a:lnTo>
                    <a:pt x="1164" y="308"/>
                  </a:lnTo>
                  <a:lnTo>
                    <a:pt x="1164" y="308"/>
                  </a:lnTo>
                  <a:lnTo>
                    <a:pt x="1164" y="308"/>
                  </a:lnTo>
                  <a:lnTo>
                    <a:pt x="1162" y="308"/>
                  </a:lnTo>
                  <a:lnTo>
                    <a:pt x="1162" y="308"/>
                  </a:lnTo>
                  <a:lnTo>
                    <a:pt x="1162" y="308"/>
                  </a:lnTo>
                  <a:lnTo>
                    <a:pt x="1159" y="308"/>
                  </a:lnTo>
                  <a:lnTo>
                    <a:pt x="1159" y="306"/>
                  </a:lnTo>
                  <a:lnTo>
                    <a:pt x="1159" y="306"/>
                  </a:lnTo>
                  <a:lnTo>
                    <a:pt x="1157" y="306"/>
                  </a:lnTo>
                  <a:lnTo>
                    <a:pt x="1157" y="306"/>
                  </a:lnTo>
                  <a:lnTo>
                    <a:pt x="1157" y="306"/>
                  </a:lnTo>
                  <a:lnTo>
                    <a:pt x="1155" y="306"/>
                  </a:lnTo>
                  <a:lnTo>
                    <a:pt x="1155" y="306"/>
                  </a:lnTo>
                  <a:lnTo>
                    <a:pt x="1155" y="306"/>
                  </a:lnTo>
                  <a:lnTo>
                    <a:pt x="1155" y="306"/>
                  </a:lnTo>
                  <a:lnTo>
                    <a:pt x="1152" y="306"/>
                  </a:lnTo>
                  <a:lnTo>
                    <a:pt x="1152" y="306"/>
                  </a:lnTo>
                  <a:lnTo>
                    <a:pt x="1152" y="306"/>
                  </a:lnTo>
                  <a:lnTo>
                    <a:pt x="1150" y="306"/>
                  </a:lnTo>
                  <a:lnTo>
                    <a:pt x="1150" y="306"/>
                  </a:lnTo>
                  <a:lnTo>
                    <a:pt x="1150" y="304"/>
                  </a:lnTo>
                  <a:lnTo>
                    <a:pt x="1150" y="304"/>
                  </a:lnTo>
                  <a:lnTo>
                    <a:pt x="1150" y="304"/>
                  </a:lnTo>
                  <a:lnTo>
                    <a:pt x="1150" y="301"/>
                  </a:lnTo>
                  <a:lnTo>
                    <a:pt x="1148" y="301"/>
                  </a:lnTo>
                  <a:lnTo>
                    <a:pt x="1148" y="301"/>
                  </a:lnTo>
                  <a:lnTo>
                    <a:pt x="1148" y="299"/>
                  </a:lnTo>
                  <a:lnTo>
                    <a:pt x="1148" y="299"/>
                  </a:lnTo>
                  <a:lnTo>
                    <a:pt x="1148" y="299"/>
                  </a:lnTo>
                  <a:lnTo>
                    <a:pt x="1148" y="299"/>
                  </a:lnTo>
                  <a:lnTo>
                    <a:pt x="1145" y="299"/>
                  </a:lnTo>
                  <a:lnTo>
                    <a:pt x="1145" y="299"/>
                  </a:lnTo>
                  <a:lnTo>
                    <a:pt x="1145" y="299"/>
                  </a:lnTo>
                  <a:lnTo>
                    <a:pt x="1143" y="299"/>
                  </a:lnTo>
                  <a:lnTo>
                    <a:pt x="1143" y="299"/>
                  </a:lnTo>
                  <a:lnTo>
                    <a:pt x="1143" y="301"/>
                  </a:lnTo>
                  <a:lnTo>
                    <a:pt x="1143" y="301"/>
                  </a:lnTo>
                  <a:lnTo>
                    <a:pt x="1143" y="299"/>
                  </a:lnTo>
                  <a:lnTo>
                    <a:pt x="1141" y="299"/>
                  </a:lnTo>
                  <a:lnTo>
                    <a:pt x="1141" y="301"/>
                  </a:lnTo>
                  <a:lnTo>
                    <a:pt x="1141" y="301"/>
                  </a:lnTo>
                  <a:lnTo>
                    <a:pt x="1141" y="301"/>
                  </a:lnTo>
                  <a:lnTo>
                    <a:pt x="1141" y="301"/>
                  </a:lnTo>
                  <a:lnTo>
                    <a:pt x="1141" y="304"/>
                  </a:lnTo>
                  <a:lnTo>
                    <a:pt x="1138" y="304"/>
                  </a:lnTo>
                  <a:lnTo>
                    <a:pt x="1138" y="304"/>
                  </a:lnTo>
                  <a:lnTo>
                    <a:pt x="1138" y="306"/>
                  </a:lnTo>
                  <a:lnTo>
                    <a:pt x="1138" y="306"/>
                  </a:lnTo>
                  <a:lnTo>
                    <a:pt x="1138" y="306"/>
                  </a:lnTo>
                  <a:lnTo>
                    <a:pt x="1138" y="306"/>
                  </a:lnTo>
                  <a:lnTo>
                    <a:pt x="1136" y="306"/>
                  </a:lnTo>
                  <a:lnTo>
                    <a:pt x="1136" y="308"/>
                  </a:lnTo>
                  <a:lnTo>
                    <a:pt x="1136" y="308"/>
                  </a:lnTo>
                  <a:lnTo>
                    <a:pt x="1136" y="308"/>
                  </a:lnTo>
                  <a:lnTo>
                    <a:pt x="1136" y="311"/>
                  </a:lnTo>
                  <a:lnTo>
                    <a:pt x="1136" y="311"/>
                  </a:lnTo>
                  <a:lnTo>
                    <a:pt x="1136" y="311"/>
                  </a:lnTo>
                  <a:lnTo>
                    <a:pt x="1133" y="311"/>
                  </a:lnTo>
                  <a:lnTo>
                    <a:pt x="1133" y="313"/>
                  </a:lnTo>
                  <a:lnTo>
                    <a:pt x="1133" y="313"/>
                  </a:lnTo>
                  <a:lnTo>
                    <a:pt x="1133" y="313"/>
                  </a:lnTo>
                  <a:lnTo>
                    <a:pt x="1131" y="313"/>
                  </a:lnTo>
                  <a:lnTo>
                    <a:pt x="1131" y="315"/>
                  </a:lnTo>
                  <a:lnTo>
                    <a:pt x="1131" y="315"/>
                  </a:lnTo>
                  <a:lnTo>
                    <a:pt x="1131" y="315"/>
                  </a:lnTo>
                  <a:lnTo>
                    <a:pt x="1131" y="315"/>
                  </a:lnTo>
                  <a:lnTo>
                    <a:pt x="1129" y="315"/>
                  </a:lnTo>
                  <a:lnTo>
                    <a:pt x="1129" y="315"/>
                  </a:lnTo>
                  <a:lnTo>
                    <a:pt x="1129" y="315"/>
                  </a:lnTo>
                  <a:lnTo>
                    <a:pt x="1129" y="318"/>
                  </a:lnTo>
                  <a:lnTo>
                    <a:pt x="1129" y="318"/>
                  </a:lnTo>
                  <a:lnTo>
                    <a:pt x="1129" y="318"/>
                  </a:lnTo>
                  <a:lnTo>
                    <a:pt x="1129" y="320"/>
                  </a:lnTo>
                  <a:lnTo>
                    <a:pt x="1126" y="320"/>
                  </a:lnTo>
                  <a:lnTo>
                    <a:pt x="1126" y="320"/>
                  </a:lnTo>
                  <a:lnTo>
                    <a:pt x="1126" y="320"/>
                  </a:lnTo>
                  <a:lnTo>
                    <a:pt x="1126" y="323"/>
                  </a:lnTo>
                  <a:lnTo>
                    <a:pt x="1124" y="323"/>
                  </a:lnTo>
                  <a:lnTo>
                    <a:pt x="1124" y="323"/>
                  </a:lnTo>
                  <a:lnTo>
                    <a:pt x="1124" y="323"/>
                  </a:lnTo>
                  <a:lnTo>
                    <a:pt x="1122" y="323"/>
                  </a:lnTo>
                  <a:lnTo>
                    <a:pt x="1122" y="323"/>
                  </a:lnTo>
                  <a:lnTo>
                    <a:pt x="1122" y="323"/>
                  </a:lnTo>
                  <a:lnTo>
                    <a:pt x="1119" y="323"/>
                  </a:lnTo>
                  <a:lnTo>
                    <a:pt x="1119" y="323"/>
                  </a:lnTo>
                  <a:lnTo>
                    <a:pt x="1119" y="323"/>
                  </a:lnTo>
                  <a:lnTo>
                    <a:pt x="1119" y="325"/>
                  </a:lnTo>
                  <a:lnTo>
                    <a:pt x="1119" y="325"/>
                  </a:lnTo>
                  <a:lnTo>
                    <a:pt x="1117" y="325"/>
                  </a:lnTo>
                  <a:lnTo>
                    <a:pt x="1117" y="325"/>
                  </a:lnTo>
                  <a:lnTo>
                    <a:pt x="1117" y="325"/>
                  </a:lnTo>
                  <a:lnTo>
                    <a:pt x="1117" y="325"/>
                  </a:lnTo>
                  <a:lnTo>
                    <a:pt x="1115" y="325"/>
                  </a:lnTo>
                  <a:lnTo>
                    <a:pt x="1115" y="325"/>
                  </a:lnTo>
                  <a:lnTo>
                    <a:pt x="1115" y="327"/>
                  </a:lnTo>
                  <a:lnTo>
                    <a:pt x="1115" y="327"/>
                  </a:lnTo>
                  <a:lnTo>
                    <a:pt x="1115" y="327"/>
                  </a:lnTo>
                  <a:lnTo>
                    <a:pt x="1112" y="327"/>
                  </a:lnTo>
                  <a:lnTo>
                    <a:pt x="1112" y="327"/>
                  </a:lnTo>
                  <a:lnTo>
                    <a:pt x="1110" y="327"/>
                  </a:lnTo>
                  <a:lnTo>
                    <a:pt x="1110" y="327"/>
                  </a:lnTo>
                  <a:lnTo>
                    <a:pt x="1110" y="327"/>
                  </a:lnTo>
                  <a:lnTo>
                    <a:pt x="1107" y="327"/>
                  </a:lnTo>
                  <a:lnTo>
                    <a:pt x="1107" y="330"/>
                  </a:lnTo>
                  <a:lnTo>
                    <a:pt x="1107" y="330"/>
                  </a:lnTo>
                  <a:lnTo>
                    <a:pt x="1107" y="330"/>
                  </a:lnTo>
                  <a:lnTo>
                    <a:pt x="1107" y="330"/>
                  </a:lnTo>
                  <a:lnTo>
                    <a:pt x="1105" y="330"/>
                  </a:lnTo>
                  <a:lnTo>
                    <a:pt x="1105" y="330"/>
                  </a:lnTo>
                  <a:lnTo>
                    <a:pt x="1105" y="332"/>
                  </a:lnTo>
                  <a:lnTo>
                    <a:pt x="1105" y="332"/>
                  </a:lnTo>
                  <a:lnTo>
                    <a:pt x="1105" y="332"/>
                  </a:lnTo>
                  <a:lnTo>
                    <a:pt x="1105" y="332"/>
                  </a:lnTo>
                  <a:lnTo>
                    <a:pt x="1103" y="332"/>
                  </a:lnTo>
                  <a:lnTo>
                    <a:pt x="1103" y="332"/>
                  </a:lnTo>
                  <a:lnTo>
                    <a:pt x="1103" y="332"/>
                  </a:lnTo>
                  <a:lnTo>
                    <a:pt x="1103" y="334"/>
                  </a:lnTo>
                  <a:lnTo>
                    <a:pt x="1100" y="334"/>
                  </a:lnTo>
                  <a:lnTo>
                    <a:pt x="1100" y="334"/>
                  </a:lnTo>
                  <a:lnTo>
                    <a:pt x="1100" y="334"/>
                  </a:lnTo>
                  <a:lnTo>
                    <a:pt x="1098" y="334"/>
                  </a:lnTo>
                  <a:lnTo>
                    <a:pt x="1098" y="337"/>
                  </a:lnTo>
                  <a:lnTo>
                    <a:pt x="1098" y="337"/>
                  </a:lnTo>
                  <a:lnTo>
                    <a:pt x="1098" y="337"/>
                  </a:lnTo>
                  <a:lnTo>
                    <a:pt x="1098" y="337"/>
                  </a:lnTo>
                  <a:lnTo>
                    <a:pt x="1096" y="337"/>
                  </a:lnTo>
                  <a:lnTo>
                    <a:pt x="1096" y="337"/>
                  </a:lnTo>
                  <a:lnTo>
                    <a:pt x="1096" y="337"/>
                  </a:lnTo>
                  <a:lnTo>
                    <a:pt x="1096" y="337"/>
                  </a:lnTo>
                  <a:lnTo>
                    <a:pt x="1096" y="339"/>
                  </a:lnTo>
                  <a:lnTo>
                    <a:pt x="1093" y="339"/>
                  </a:lnTo>
                  <a:lnTo>
                    <a:pt x="1093" y="339"/>
                  </a:lnTo>
                  <a:lnTo>
                    <a:pt x="1093" y="339"/>
                  </a:lnTo>
                  <a:lnTo>
                    <a:pt x="1091" y="339"/>
                  </a:lnTo>
                  <a:lnTo>
                    <a:pt x="1091" y="341"/>
                  </a:lnTo>
                  <a:lnTo>
                    <a:pt x="1091" y="341"/>
                  </a:lnTo>
                  <a:lnTo>
                    <a:pt x="1091" y="341"/>
                  </a:lnTo>
                  <a:lnTo>
                    <a:pt x="1091" y="341"/>
                  </a:lnTo>
                  <a:lnTo>
                    <a:pt x="1091" y="344"/>
                  </a:lnTo>
                  <a:lnTo>
                    <a:pt x="1091" y="344"/>
                  </a:lnTo>
                  <a:lnTo>
                    <a:pt x="1091" y="344"/>
                  </a:lnTo>
                  <a:lnTo>
                    <a:pt x="1091" y="344"/>
                  </a:lnTo>
                  <a:lnTo>
                    <a:pt x="1091" y="346"/>
                  </a:lnTo>
                  <a:lnTo>
                    <a:pt x="1088" y="346"/>
                  </a:lnTo>
                  <a:lnTo>
                    <a:pt x="1088" y="346"/>
                  </a:lnTo>
                  <a:lnTo>
                    <a:pt x="1088" y="346"/>
                  </a:lnTo>
                  <a:lnTo>
                    <a:pt x="1088" y="346"/>
                  </a:lnTo>
                  <a:lnTo>
                    <a:pt x="1088" y="346"/>
                  </a:lnTo>
                  <a:lnTo>
                    <a:pt x="1088" y="349"/>
                  </a:lnTo>
                  <a:lnTo>
                    <a:pt x="1086" y="349"/>
                  </a:lnTo>
                  <a:lnTo>
                    <a:pt x="1086" y="349"/>
                  </a:lnTo>
                  <a:lnTo>
                    <a:pt x="1086" y="349"/>
                  </a:lnTo>
                  <a:lnTo>
                    <a:pt x="1084" y="349"/>
                  </a:lnTo>
                  <a:lnTo>
                    <a:pt x="1084" y="349"/>
                  </a:lnTo>
                  <a:lnTo>
                    <a:pt x="1084" y="349"/>
                  </a:lnTo>
                  <a:lnTo>
                    <a:pt x="1081" y="349"/>
                  </a:lnTo>
                  <a:lnTo>
                    <a:pt x="1081" y="349"/>
                  </a:lnTo>
                  <a:lnTo>
                    <a:pt x="1081" y="349"/>
                  </a:lnTo>
                  <a:lnTo>
                    <a:pt x="1079" y="349"/>
                  </a:lnTo>
                  <a:lnTo>
                    <a:pt x="1079" y="351"/>
                  </a:lnTo>
                  <a:lnTo>
                    <a:pt x="1079" y="351"/>
                  </a:lnTo>
                  <a:lnTo>
                    <a:pt x="1079" y="351"/>
                  </a:lnTo>
                  <a:lnTo>
                    <a:pt x="1077" y="351"/>
                  </a:lnTo>
                  <a:lnTo>
                    <a:pt x="1077" y="351"/>
                  </a:lnTo>
                  <a:lnTo>
                    <a:pt x="1077" y="351"/>
                  </a:lnTo>
                  <a:lnTo>
                    <a:pt x="1077" y="349"/>
                  </a:lnTo>
                  <a:lnTo>
                    <a:pt x="1077" y="349"/>
                  </a:lnTo>
                  <a:lnTo>
                    <a:pt x="1074" y="349"/>
                  </a:lnTo>
                  <a:lnTo>
                    <a:pt x="1074" y="351"/>
                  </a:lnTo>
                  <a:lnTo>
                    <a:pt x="1074" y="351"/>
                  </a:lnTo>
                  <a:lnTo>
                    <a:pt x="1074" y="351"/>
                  </a:lnTo>
                  <a:lnTo>
                    <a:pt x="1074" y="351"/>
                  </a:lnTo>
                  <a:lnTo>
                    <a:pt x="1074" y="351"/>
                  </a:lnTo>
                  <a:lnTo>
                    <a:pt x="1072" y="351"/>
                  </a:lnTo>
                  <a:lnTo>
                    <a:pt x="1072" y="351"/>
                  </a:lnTo>
                  <a:lnTo>
                    <a:pt x="1072" y="351"/>
                  </a:lnTo>
                  <a:lnTo>
                    <a:pt x="1070" y="351"/>
                  </a:lnTo>
                  <a:lnTo>
                    <a:pt x="1070" y="351"/>
                  </a:lnTo>
                  <a:lnTo>
                    <a:pt x="1070" y="351"/>
                  </a:lnTo>
                  <a:lnTo>
                    <a:pt x="1070" y="351"/>
                  </a:lnTo>
                  <a:lnTo>
                    <a:pt x="1067" y="351"/>
                  </a:lnTo>
                  <a:lnTo>
                    <a:pt x="1067" y="351"/>
                  </a:lnTo>
                  <a:lnTo>
                    <a:pt x="1067" y="353"/>
                  </a:lnTo>
                  <a:lnTo>
                    <a:pt x="1067" y="353"/>
                  </a:lnTo>
                  <a:lnTo>
                    <a:pt x="1065" y="353"/>
                  </a:lnTo>
                  <a:lnTo>
                    <a:pt x="1065" y="353"/>
                  </a:lnTo>
                  <a:lnTo>
                    <a:pt x="1065" y="353"/>
                  </a:lnTo>
                  <a:lnTo>
                    <a:pt x="1065" y="353"/>
                  </a:lnTo>
                  <a:lnTo>
                    <a:pt x="1065" y="353"/>
                  </a:lnTo>
                  <a:lnTo>
                    <a:pt x="1062" y="353"/>
                  </a:lnTo>
                  <a:lnTo>
                    <a:pt x="1062" y="353"/>
                  </a:lnTo>
                  <a:lnTo>
                    <a:pt x="1062" y="353"/>
                  </a:lnTo>
                  <a:lnTo>
                    <a:pt x="1062" y="353"/>
                  </a:lnTo>
                  <a:lnTo>
                    <a:pt x="1062" y="356"/>
                  </a:lnTo>
                  <a:lnTo>
                    <a:pt x="1062" y="356"/>
                  </a:lnTo>
                  <a:lnTo>
                    <a:pt x="1062" y="356"/>
                  </a:lnTo>
                  <a:lnTo>
                    <a:pt x="1062" y="356"/>
                  </a:lnTo>
                  <a:lnTo>
                    <a:pt x="1062" y="356"/>
                  </a:lnTo>
                  <a:lnTo>
                    <a:pt x="1062" y="358"/>
                  </a:lnTo>
                  <a:lnTo>
                    <a:pt x="1065" y="358"/>
                  </a:lnTo>
                  <a:lnTo>
                    <a:pt x="1065" y="358"/>
                  </a:lnTo>
                  <a:lnTo>
                    <a:pt x="1062" y="358"/>
                  </a:lnTo>
                  <a:lnTo>
                    <a:pt x="1062" y="358"/>
                  </a:lnTo>
                  <a:lnTo>
                    <a:pt x="1062" y="358"/>
                  </a:lnTo>
                  <a:lnTo>
                    <a:pt x="1062" y="358"/>
                  </a:lnTo>
                  <a:lnTo>
                    <a:pt x="1060" y="358"/>
                  </a:lnTo>
                  <a:lnTo>
                    <a:pt x="1060" y="356"/>
                  </a:lnTo>
                  <a:lnTo>
                    <a:pt x="1060" y="356"/>
                  </a:lnTo>
                  <a:lnTo>
                    <a:pt x="1060" y="356"/>
                  </a:lnTo>
                  <a:lnTo>
                    <a:pt x="1060" y="356"/>
                  </a:lnTo>
                  <a:lnTo>
                    <a:pt x="1060" y="356"/>
                  </a:lnTo>
                  <a:lnTo>
                    <a:pt x="1060" y="356"/>
                  </a:lnTo>
                  <a:lnTo>
                    <a:pt x="1058" y="356"/>
                  </a:lnTo>
                  <a:lnTo>
                    <a:pt x="1058" y="356"/>
                  </a:lnTo>
                  <a:lnTo>
                    <a:pt x="1058" y="356"/>
                  </a:lnTo>
                  <a:lnTo>
                    <a:pt x="1058" y="356"/>
                  </a:lnTo>
                  <a:lnTo>
                    <a:pt x="1055" y="356"/>
                  </a:lnTo>
                  <a:lnTo>
                    <a:pt x="1055" y="356"/>
                  </a:lnTo>
                  <a:lnTo>
                    <a:pt x="1055" y="356"/>
                  </a:lnTo>
                  <a:lnTo>
                    <a:pt x="1055" y="356"/>
                  </a:lnTo>
                  <a:lnTo>
                    <a:pt x="1055" y="358"/>
                  </a:lnTo>
                  <a:lnTo>
                    <a:pt x="1053" y="358"/>
                  </a:lnTo>
                  <a:lnTo>
                    <a:pt x="1053" y="358"/>
                  </a:lnTo>
                  <a:lnTo>
                    <a:pt x="1053" y="358"/>
                  </a:lnTo>
                  <a:lnTo>
                    <a:pt x="1051" y="358"/>
                  </a:lnTo>
                  <a:lnTo>
                    <a:pt x="1051" y="358"/>
                  </a:lnTo>
                  <a:lnTo>
                    <a:pt x="1051" y="360"/>
                  </a:lnTo>
                  <a:lnTo>
                    <a:pt x="1051" y="360"/>
                  </a:lnTo>
                  <a:lnTo>
                    <a:pt x="1048" y="360"/>
                  </a:lnTo>
                  <a:lnTo>
                    <a:pt x="1048" y="360"/>
                  </a:lnTo>
                  <a:lnTo>
                    <a:pt x="1048" y="360"/>
                  </a:lnTo>
                  <a:lnTo>
                    <a:pt x="1048" y="363"/>
                  </a:lnTo>
                  <a:lnTo>
                    <a:pt x="1048" y="363"/>
                  </a:lnTo>
                  <a:lnTo>
                    <a:pt x="1048" y="363"/>
                  </a:lnTo>
                  <a:lnTo>
                    <a:pt x="1046" y="363"/>
                  </a:lnTo>
                  <a:lnTo>
                    <a:pt x="1046" y="363"/>
                  </a:lnTo>
                  <a:lnTo>
                    <a:pt x="1044" y="363"/>
                  </a:lnTo>
                  <a:lnTo>
                    <a:pt x="1044" y="365"/>
                  </a:lnTo>
                  <a:lnTo>
                    <a:pt x="1044" y="365"/>
                  </a:lnTo>
                  <a:lnTo>
                    <a:pt x="1044" y="365"/>
                  </a:lnTo>
                  <a:lnTo>
                    <a:pt x="1044" y="365"/>
                  </a:lnTo>
                  <a:lnTo>
                    <a:pt x="1044" y="365"/>
                  </a:lnTo>
                  <a:lnTo>
                    <a:pt x="1044" y="365"/>
                  </a:lnTo>
                  <a:lnTo>
                    <a:pt x="1044" y="365"/>
                  </a:lnTo>
                  <a:lnTo>
                    <a:pt x="1044" y="365"/>
                  </a:lnTo>
                  <a:lnTo>
                    <a:pt x="1044" y="365"/>
                  </a:lnTo>
                  <a:lnTo>
                    <a:pt x="1044" y="368"/>
                  </a:lnTo>
                  <a:lnTo>
                    <a:pt x="1041" y="368"/>
                  </a:lnTo>
                  <a:lnTo>
                    <a:pt x="1041" y="368"/>
                  </a:lnTo>
                  <a:lnTo>
                    <a:pt x="1041" y="368"/>
                  </a:lnTo>
                  <a:lnTo>
                    <a:pt x="1041" y="368"/>
                  </a:lnTo>
                  <a:lnTo>
                    <a:pt x="1041" y="370"/>
                  </a:lnTo>
                  <a:lnTo>
                    <a:pt x="1039" y="370"/>
                  </a:lnTo>
                  <a:lnTo>
                    <a:pt x="1039" y="370"/>
                  </a:lnTo>
                  <a:lnTo>
                    <a:pt x="1039" y="370"/>
                  </a:lnTo>
                  <a:lnTo>
                    <a:pt x="1039" y="372"/>
                  </a:lnTo>
                  <a:lnTo>
                    <a:pt x="1036" y="372"/>
                  </a:lnTo>
                  <a:lnTo>
                    <a:pt x="1036" y="372"/>
                  </a:lnTo>
                  <a:lnTo>
                    <a:pt x="1036" y="375"/>
                  </a:lnTo>
                  <a:lnTo>
                    <a:pt x="1036" y="375"/>
                  </a:lnTo>
                  <a:lnTo>
                    <a:pt x="1036" y="375"/>
                  </a:lnTo>
                  <a:lnTo>
                    <a:pt x="1036" y="372"/>
                  </a:lnTo>
                  <a:lnTo>
                    <a:pt x="1036" y="372"/>
                  </a:lnTo>
                  <a:lnTo>
                    <a:pt x="1036" y="370"/>
                  </a:lnTo>
                  <a:lnTo>
                    <a:pt x="1036" y="370"/>
                  </a:lnTo>
                  <a:lnTo>
                    <a:pt x="1034" y="370"/>
                  </a:lnTo>
                  <a:lnTo>
                    <a:pt x="1034" y="370"/>
                  </a:lnTo>
                  <a:lnTo>
                    <a:pt x="1034" y="370"/>
                  </a:lnTo>
                  <a:lnTo>
                    <a:pt x="1034" y="372"/>
                  </a:lnTo>
                  <a:lnTo>
                    <a:pt x="1034" y="372"/>
                  </a:lnTo>
                  <a:lnTo>
                    <a:pt x="1034" y="372"/>
                  </a:lnTo>
                  <a:lnTo>
                    <a:pt x="1034" y="375"/>
                  </a:lnTo>
                  <a:lnTo>
                    <a:pt x="1034" y="375"/>
                  </a:lnTo>
                  <a:lnTo>
                    <a:pt x="1034" y="375"/>
                  </a:lnTo>
                  <a:lnTo>
                    <a:pt x="1032" y="375"/>
                  </a:lnTo>
                  <a:lnTo>
                    <a:pt x="1032" y="375"/>
                  </a:lnTo>
                  <a:lnTo>
                    <a:pt x="1029" y="375"/>
                  </a:lnTo>
                  <a:lnTo>
                    <a:pt x="1029" y="375"/>
                  </a:lnTo>
                  <a:lnTo>
                    <a:pt x="1029" y="375"/>
                  </a:lnTo>
                  <a:lnTo>
                    <a:pt x="1029" y="375"/>
                  </a:lnTo>
                  <a:lnTo>
                    <a:pt x="1027" y="375"/>
                  </a:lnTo>
                  <a:lnTo>
                    <a:pt x="1027" y="375"/>
                  </a:lnTo>
                  <a:lnTo>
                    <a:pt x="1025" y="375"/>
                  </a:lnTo>
                  <a:lnTo>
                    <a:pt x="1025" y="375"/>
                  </a:lnTo>
                  <a:lnTo>
                    <a:pt x="1025" y="375"/>
                  </a:lnTo>
                  <a:lnTo>
                    <a:pt x="1025" y="375"/>
                  </a:lnTo>
                  <a:lnTo>
                    <a:pt x="1025" y="377"/>
                  </a:lnTo>
                  <a:lnTo>
                    <a:pt x="1022" y="377"/>
                  </a:lnTo>
                  <a:lnTo>
                    <a:pt x="1022" y="377"/>
                  </a:lnTo>
                  <a:lnTo>
                    <a:pt x="1022" y="377"/>
                  </a:lnTo>
                  <a:lnTo>
                    <a:pt x="1022" y="375"/>
                  </a:lnTo>
                  <a:lnTo>
                    <a:pt x="1020" y="375"/>
                  </a:lnTo>
                  <a:lnTo>
                    <a:pt x="1020" y="375"/>
                  </a:lnTo>
                  <a:lnTo>
                    <a:pt x="1020" y="375"/>
                  </a:lnTo>
                  <a:lnTo>
                    <a:pt x="1020" y="372"/>
                  </a:lnTo>
                  <a:lnTo>
                    <a:pt x="1020" y="372"/>
                  </a:lnTo>
                  <a:lnTo>
                    <a:pt x="1020" y="370"/>
                  </a:lnTo>
                  <a:lnTo>
                    <a:pt x="1022" y="370"/>
                  </a:lnTo>
                  <a:lnTo>
                    <a:pt x="1022" y="370"/>
                  </a:lnTo>
                  <a:lnTo>
                    <a:pt x="1022" y="370"/>
                  </a:lnTo>
                  <a:lnTo>
                    <a:pt x="1025" y="370"/>
                  </a:lnTo>
                  <a:lnTo>
                    <a:pt x="1025" y="370"/>
                  </a:lnTo>
                  <a:lnTo>
                    <a:pt x="1025" y="370"/>
                  </a:lnTo>
                  <a:lnTo>
                    <a:pt x="1025" y="368"/>
                  </a:lnTo>
                  <a:lnTo>
                    <a:pt x="1025" y="368"/>
                  </a:lnTo>
                  <a:lnTo>
                    <a:pt x="1025" y="368"/>
                  </a:lnTo>
                  <a:lnTo>
                    <a:pt x="1027" y="368"/>
                  </a:lnTo>
                  <a:lnTo>
                    <a:pt x="1027" y="368"/>
                  </a:lnTo>
                  <a:lnTo>
                    <a:pt x="1027" y="368"/>
                  </a:lnTo>
                  <a:lnTo>
                    <a:pt x="1029" y="368"/>
                  </a:lnTo>
                  <a:lnTo>
                    <a:pt x="1029" y="368"/>
                  </a:lnTo>
                  <a:lnTo>
                    <a:pt x="1029" y="368"/>
                  </a:lnTo>
                  <a:lnTo>
                    <a:pt x="1029" y="368"/>
                  </a:lnTo>
                  <a:lnTo>
                    <a:pt x="1032" y="368"/>
                  </a:lnTo>
                  <a:lnTo>
                    <a:pt x="1032" y="368"/>
                  </a:lnTo>
                  <a:lnTo>
                    <a:pt x="1032" y="365"/>
                  </a:lnTo>
                  <a:lnTo>
                    <a:pt x="1032" y="365"/>
                  </a:lnTo>
                  <a:lnTo>
                    <a:pt x="1032" y="365"/>
                  </a:lnTo>
                  <a:lnTo>
                    <a:pt x="1029" y="365"/>
                  </a:lnTo>
                  <a:lnTo>
                    <a:pt x="1029" y="365"/>
                  </a:lnTo>
                  <a:lnTo>
                    <a:pt x="1032" y="365"/>
                  </a:lnTo>
                  <a:lnTo>
                    <a:pt x="1032" y="363"/>
                  </a:lnTo>
                  <a:lnTo>
                    <a:pt x="1032" y="363"/>
                  </a:lnTo>
                  <a:lnTo>
                    <a:pt x="1029" y="363"/>
                  </a:lnTo>
                  <a:lnTo>
                    <a:pt x="1029" y="360"/>
                  </a:lnTo>
                  <a:lnTo>
                    <a:pt x="1029" y="360"/>
                  </a:lnTo>
                  <a:lnTo>
                    <a:pt x="1029" y="360"/>
                  </a:lnTo>
                  <a:lnTo>
                    <a:pt x="1029" y="360"/>
                  </a:lnTo>
                  <a:lnTo>
                    <a:pt x="1029" y="360"/>
                  </a:lnTo>
                  <a:lnTo>
                    <a:pt x="1027" y="360"/>
                  </a:lnTo>
                  <a:lnTo>
                    <a:pt x="1027" y="360"/>
                  </a:lnTo>
                  <a:lnTo>
                    <a:pt x="1025" y="360"/>
                  </a:lnTo>
                  <a:lnTo>
                    <a:pt x="1025" y="360"/>
                  </a:lnTo>
                  <a:lnTo>
                    <a:pt x="1025" y="360"/>
                  </a:lnTo>
                  <a:lnTo>
                    <a:pt x="1025" y="360"/>
                  </a:lnTo>
                  <a:lnTo>
                    <a:pt x="1022" y="360"/>
                  </a:lnTo>
                  <a:lnTo>
                    <a:pt x="1022" y="358"/>
                  </a:lnTo>
                  <a:lnTo>
                    <a:pt x="1025" y="358"/>
                  </a:lnTo>
                  <a:lnTo>
                    <a:pt x="1025" y="358"/>
                  </a:lnTo>
                  <a:lnTo>
                    <a:pt x="1025" y="358"/>
                  </a:lnTo>
                  <a:lnTo>
                    <a:pt x="1025" y="356"/>
                  </a:lnTo>
                  <a:lnTo>
                    <a:pt x="1025" y="356"/>
                  </a:lnTo>
                  <a:lnTo>
                    <a:pt x="1022" y="356"/>
                  </a:lnTo>
                  <a:lnTo>
                    <a:pt x="1022" y="356"/>
                  </a:lnTo>
                  <a:lnTo>
                    <a:pt x="1025" y="356"/>
                  </a:lnTo>
                  <a:lnTo>
                    <a:pt x="1025" y="356"/>
                  </a:lnTo>
                  <a:lnTo>
                    <a:pt x="1025" y="356"/>
                  </a:lnTo>
                  <a:lnTo>
                    <a:pt x="1025" y="353"/>
                  </a:lnTo>
                  <a:lnTo>
                    <a:pt x="1025" y="353"/>
                  </a:lnTo>
                  <a:lnTo>
                    <a:pt x="1027" y="353"/>
                  </a:lnTo>
                  <a:lnTo>
                    <a:pt x="1027" y="353"/>
                  </a:lnTo>
                  <a:lnTo>
                    <a:pt x="1027" y="353"/>
                  </a:lnTo>
                  <a:lnTo>
                    <a:pt x="1029" y="353"/>
                  </a:lnTo>
                  <a:lnTo>
                    <a:pt x="1029" y="351"/>
                  </a:lnTo>
                  <a:lnTo>
                    <a:pt x="1029" y="351"/>
                  </a:lnTo>
                  <a:lnTo>
                    <a:pt x="1029" y="349"/>
                  </a:lnTo>
                  <a:lnTo>
                    <a:pt x="1029" y="349"/>
                  </a:lnTo>
                  <a:lnTo>
                    <a:pt x="1029" y="349"/>
                  </a:lnTo>
                  <a:lnTo>
                    <a:pt x="1029" y="346"/>
                  </a:lnTo>
                  <a:lnTo>
                    <a:pt x="1029" y="346"/>
                  </a:lnTo>
                  <a:lnTo>
                    <a:pt x="1032" y="346"/>
                  </a:lnTo>
                  <a:lnTo>
                    <a:pt x="1032" y="346"/>
                  </a:lnTo>
                  <a:lnTo>
                    <a:pt x="1032" y="346"/>
                  </a:lnTo>
                  <a:lnTo>
                    <a:pt x="1034" y="346"/>
                  </a:lnTo>
                  <a:lnTo>
                    <a:pt x="1034" y="346"/>
                  </a:lnTo>
                  <a:lnTo>
                    <a:pt x="1034" y="346"/>
                  </a:lnTo>
                  <a:lnTo>
                    <a:pt x="1034" y="346"/>
                  </a:lnTo>
                  <a:lnTo>
                    <a:pt x="1036" y="346"/>
                  </a:lnTo>
                  <a:lnTo>
                    <a:pt x="1036" y="344"/>
                  </a:lnTo>
                  <a:lnTo>
                    <a:pt x="1036" y="344"/>
                  </a:lnTo>
                  <a:lnTo>
                    <a:pt x="1036" y="344"/>
                  </a:lnTo>
                  <a:lnTo>
                    <a:pt x="1036" y="344"/>
                  </a:lnTo>
                  <a:lnTo>
                    <a:pt x="1036" y="341"/>
                  </a:lnTo>
                  <a:lnTo>
                    <a:pt x="1039" y="341"/>
                  </a:lnTo>
                  <a:lnTo>
                    <a:pt x="1039" y="341"/>
                  </a:lnTo>
                  <a:lnTo>
                    <a:pt x="1039" y="341"/>
                  </a:lnTo>
                  <a:lnTo>
                    <a:pt x="1041" y="341"/>
                  </a:lnTo>
                  <a:lnTo>
                    <a:pt x="1041" y="339"/>
                  </a:lnTo>
                  <a:lnTo>
                    <a:pt x="1039" y="339"/>
                  </a:lnTo>
                  <a:lnTo>
                    <a:pt x="1039" y="339"/>
                  </a:lnTo>
                  <a:lnTo>
                    <a:pt x="1041" y="339"/>
                  </a:lnTo>
                  <a:lnTo>
                    <a:pt x="1041" y="339"/>
                  </a:lnTo>
                  <a:lnTo>
                    <a:pt x="1041" y="337"/>
                  </a:lnTo>
                  <a:lnTo>
                    <a:pt x="1041" y="337"/>
                  </a:lnTo>
                  <a:lnTo>
                    <a:pt x="1041" y="337"/>
                  </a:lnTo>
                  <a:lnTo>
                    <a:pt x="1041" y="337"/>
                  </a:lnTo>
                  <a:lnTo>
                    <a:pt x="1044" y="337"/>
                  </a:lnTo>
                  <a:lnTo>
                    <a:pt x="1044" y="334"/>
                  </a:lnTo>
                  <a:lnTo>
                    <a:pt x="1044" y="334"/>
                  </a:lnTo>
                  <a:lnTo>
                    <a:pt x="1044" y="334"/>
                  </a:lnTo>
                  <a:lnTo>
                    <a:pt x="1044" y="334"/>
                  </a:lnTo>
                  <a:lnTo>
                    <a:pt x="1044" y="332"/>
                  </a:lnTo>
                  <a:lnTo>
                    <a:pt x="1046" y="332"/>
                  </a:lnTo>
                  <a:lnTo>
                    <a:pt x="1046" y="332"/>
                  </a:lnTo>
                  <a:lnTo>
                    <a:pt x="1044" y="332"/>
                  </a:lnTo>
                  <a:lnTo>
                    <a:pt x="1044" y="330"/>
                  </a:lnTo>
                  <a:lnTo>
                    <a:pt x="1044" y="330"/>
                  </a:lnTo>
                  <a:lnTo>
                    <a:pt x="1044" y="330"/>
                  </a:lnTo>
                  <a:lnTo>
                    <a:pt x="1044" y="330"/>
                  </a:lnTo>
                  <a:lnTo>
                    <a:pt x="1044" y="327"/>
                  </a:lnTo>
                  <a:lnTo>
                    <a:pt x="1044" y="327"/>
                  </a:lnTo>
                  <a:lnTo>
                    <a:pt x="1041" y="327"/>
                  </a:lnTo>
                  <a:lnTo>
                    <a:pt x="1041" y="327"/>
                  </a:lnTo>
                  <a:lnTo>
                    <a:pt x="1041" y="325"/>
                  </a:lnTo>
                  <a:lnTo>
                    <a:pt x="1041" y="325"/>
                  </a:lnTo>
                  <a:lnTo>
                    <a:pt x="1041" y="325"/>
                  </a:lnTo>
                  <a:lnTo>
                    <a:pt x="1039" y="325"/>
                  </a:lnTo>
                  <a:lnTo>
                    <a:pt x="1039" y="325"/>
                  </a:lnTo>
                  <a:lnTo>
                    <a:pt x="1036" y="325"/>
                  </a:lnTo>
                  <a:lnTo>
                    <a:pt x="1036" y="325"/>
                  </a:lnTo>
                  <a:lnTo>
                    <a:pt x="1036" y="325"/>
                  </a:lnTo>
                  <a:lnTo>
                    <a:pt x="1036" y="323"/>
                  </a:lnTo>
                  <a:lnTo>
                    <a:pt x="1036" y="323"/>
                  </a:lnTo>
                  <a:lnTo>
                    <a:pt x="1034" y="323"/>
                  </a:lnTo>
                  <a:lnTo>
                    <a:pt x="1034" y="323"/>
                  </a:lnTo>
                  <a:lnTo>
                    <a:pt x="1034" y="325"/>
                  </a:lnTo>
                  <a:lnTo>
                    <a:pt x="1034" y="325"/>
                  </a:lnTo>
                  <a:lnTo>
                    <a:pt x="1032" y="325"/>
                  </a:lnTo>
                  <a:lnTo>
                    <a:pt x="1032" y="325"/>
                  </a:lnTo>
                  <a:lnTo>
                    <a:pt x="1029" y="325"/>
                  </a:lnTo>
                  <a:lnTo>
                    <a:pt x="1029" y="323"/>
                  </a:lnTo>
                  <a:lnTo>
                    <a:pt x="1029" y="323"/>
                  </a:lnTo>
                  <a:lnTo>
                    <a:pt x="1029" y="323"/>
                  </a:lnTo>
                  <a:lnTo>
                    <a:pt x="1029" y="323"/>
                  </a:lnTo>
                  <a:lnTo>
                    <a:pt x="1027" y="323"/>
                  </a:lnTo>
                  <a:lnTo>
                    <a:pt x="1027" y="323"/>
                  </a:lnTo>
                  <a:lnTo>
                    <a:pt x="1025" y="323"/>
                  </a:lnTo>
                  <a:lnTo>
                    <a:pt x="1025" y="323"/>
                  </a:lnTo>
                  <a:lnTo>
                    <a:pt x="1025" y="323"/>
                  </a:lnTo>
                  <a:lnTo>
                    <a:pt x="1022" y="323"/>
                  </a:lnTo>
                  <a:lnTo>
                    <a:pt x="1022" y="323"/>
                  </a:lnTo>
                  <a:lnTo>
                    <a:pt x="1022" y="323"/>
                  </a:lnTo>
                  <a:lnTo>
                    <a:pt x="1022" y="323"/>
                  </a:lnTo>
                  <a:lnTo>
                    <a:pt x="1020" y="323"/>
                  </a:lnTo>
                  <a:lnTo>
                    <a:pt x="1020" y="325"/>
                  </a:lnTo>
                  <a:lnTo>
                    <a:pt x="1020" y="325"/>
                  </a:lnTo>
                  <a:lnTo>
                    <a:pt x="1017" y="325"/>
                  </a:lnTo>
                  <a:lnTo>
                    <a:pt x="1017" y="325"/>
                  </a:lnTo>
                  <a:lnTo>
                    <a:pt x="1020" y="325"/>
                  </a:lnTo>
                  <a:lnTo>
                    <a:pt x="1020" y="325"/>
                  </a:lnTo>
                  <a:lnTo>
                    <a:pt x="1020" y="327"/>
                  </a:lnTo>
                  <a:lnTo>
                    <a:pt x="1017" y="327"/>
                  </a:lnTo>
                  <a:lnTo>
                    <a:pt x="1017" y="327"/>
                  </a:lnTo>
                  <a:lnTo>
                    <a:pt x="1017" y="327"/>
                  </a:lnTo>
                  <a:lnTo>
                    <a:pt x="1015" y="327"/>
                  </a:lnTo>
                  <a:lnTo>
                    <a:pt x="1015" y="327"/>
                  </a:lnTo>
                  <a:lnTo>
                    <a:pt x="1015" y="327"/>
                  </a:lnTo>
                  <a:lnTo>
                    <a:pt x="1015" y="330"/>
                  </a:lnTo>
                  <a:lnTo>
                    <a:pt x="1015" y="330"/>
                  </a:lnTo>
                  <a:lnTo>
                    <a:pt x="1015" y="330"/>
                  </a:lnTo>
                  <a:lnTo>
                    <a:pt x="1015" y="330"/>
                  </a:lnTo>
                  <a:lnTo>
                    <a:pt x="1015" y="332"/>
                  </a:lnTo>
                  <a:lnTo>
                    <a:pt x="1015" y="332"/>
                  </a:lnTo>
                  <a:lnTo>
                    <a:pt x="1015" y="332"/>
                  </a:lnTo>
                  <a:lnTo>
                    <a:pt x="1013" y="332"/>
                  </a:lnTo>
                  <a:lnTo>
                    <a:pt x="1013" y="332"/>
                  </a:lnTo>
                  <a:lnTo>
                    <a:pt x="1013" y="332"/>
                  </a:lnTo>
                  <a:lnTo>
                    <a:pt x="1013" y="332"/>
                  </a:lnTo>
                  <a:lnTo>
                    <a:pt x="1010" y="332"/>
                  </a:lnTo>
                  <a:lnTo>
                    <a:pt x="1010" y="332"/>
                  </a:lnTo>
                  <a:lnTo>
                    <a:pt x="1010" y="334"/>
                  </a:lnTo>
                  <a:lnTo>
                    <a:pt x="1010" y="334"/>
                  </a:lnTo>
                  <a:lnTo>
                    <a:pt x="1010" y="337"/>
                  </a:lnTo>
                  <a:lnTo>
                    <a:pt x="1010" y="337"/>
                  </a:lnTo>
                  <a:lnTo>
                    <a:pt x="1008" y="337"/>
                  </a:lnTo>
                  <a:lnTo>
                    <a:pt x="1008" y="337"/>
                  </a:lnTo>
                  <a:lnTo>
                    <a:pt x="1008" y="337"/>
                  </a:lnTo>
                  <a:lnTo>
                    <a:pt x="1008" y="337"/>
                  </a:lnTo>
                  <a:lnTo>
                    <a:pt x="1008" y="339"/>
                  </a:lnTo>
                  <a:lnTo>
                    <a:pt x="1008" y="339"/>
                  </a:lnTo>
                  <a:lnTo>
                    <a:pt x="1008" y="339"/>
                  </a:lnTo>
                  <a:lnTo>
                    <a:pt x="1006" y="339"/>
                  </a:lnTo>
                  <a:lnTo>
                    <a:pt x="1006" y="339"/>
                  </a:lnTo>
                  <a:lnTo>
                    <a:pt x="1003" y="339"/>
                  </a:lnTo>
                  <a:lnTo>
                    <a:pt x="1003" y="341"/>
                  </a:lnTo>
                  <a:lnTo>
                    <a:pt x="1003" y="341"/>
                  </a:lnTo>
                  <a:lnTo>
                    <a:pt x="1003" y="341"/>
                  </a:lnTo>
                  <a:lnTo>
                    <a:pt x="1003" y="341"/>
                  </a:lnTo>
                  <a:lnTo>
                    <a:pt x="1001" y="341"/>
                  </a:lnTo>
                  <a:lnTo>
                    <a:pt x="1001" y="341"/>
                  </a:lnTo>
                  <a:lnTo>
                    <a:pt x="1001" y="341"/>
                  </a:lnTo>
                  <a:lnTo>
                    <a:pt x="1001" y="344"/>
                  </a:lnTo>
                  <a:lnTo>
                    <a:pt x="999" y="344"/>
                  </a:lnTo>
                  <a:lnTo>
                    <a:pt x="999" y="344"/>
                  </a:lnTo>
                  <a:lnTo>
                    <a:pt x="996" y="344"/>
                  </a:lnTo>
                  <a:lnTo>
                    <a:pt x="996" y="344"/>
                  </a:lnTo>
                  <a:lnTo>
                    <a:pt x="996" y="344"/>
                  </a:lnTo>
                  <a:lnTo>
                    <a:pt x="996" y="344"/>
                  </a:lnTo>
                  <a:lnTo>
                    <a:pt x="996" y="346"/>
                  </a:lnTo>
                  <a:lnTo>
                    <a:pt x="994" y="346"/>
                  </a:lnTo>
                  <a:lnTo>
                    <a:pt x="994" y="346"/>
                  </a:lnTo>
                  <a:lnTo>
                    <a:pt x="991" y="346"/>
                  </a:lnTo>
                  <a:lnTo>
                    <a:pt x="991" y="346"/>
                  </a:lnTo>
                  <a:lnTo>
                    <a:pt x="991" y="346"/>
                  </a:lnTo>
                  <a:lnTo>
                    <a:pt x="991" y="346"/>
                  </a:lnTo>
                  <a:lnTo>
                    <a:pt x="989" y="346"/>
                  </a:lnTo>
                  <a:lnTo>
                    <a:pt x="989" y="346"/>
                  </a:lnTo>
                  <a:lnTo>
                    <a:pt x="989" y="346"/>
                  </a:lnTo>
                  <a:lnTo>
                    <a:pt x="989" y="346"/>
                  </a:lnTo>
                  <a:lnTo>
                    <a:pt x="987" y="346"/>
                  </a:lnTo>
                  <a:lnTo>
                    <a:pt x="987" y="349"/>
                  </a:lnTo>
                  <a:lnTo>
                    <a:pt x="987" y="349"/>
                  </a:lnTo>
                  <a:lnTo>
                    <a:pt x="987" y="349"/>
                  </a:lnTo>
                  <a:lnTo>
                    <a:pt x="984" y="349"/>
                  </a:lnTo>
                  <a:lnTo>
                    <a:pt x="984" y="351"/>
                  </a:lnTo>
                  <a:lnTo>
                    <a:pt x="984" y="351"/>
                  </a:lnTo>
                  <a:lnTo>
                    <a:pt x="984" y="351"/>
                  </a:lnTo>
                  <a:lnTo>
                    <a:pt x="984" y="351"/>
                  </a:lnTo>
                  <a:lnTo>
                    <a:pt x="984" y="353"/>
                  </a:lnTo>
                  <a:lnTo>
                    <a:pt x="982" y="353"/>
                  </a:lnTo>
                  <a:lnTo>
                    <a:pt x="982" y="353"/>
                  </a:lnTo>
                  <a:lnTo>
                    <a:pt x="982" y="356"/>
                  </a:lnTo>
                  <a:lnTo>
                    <a:pt x="982" y="356"/>
                  </a:lnTo>
                  <a:lnTo>
                    <a:pt x="982" y="356"/>
                  </a:lnTo>
                  <a:lnTo>
                    <a:pt x="982" y="356"/>
                  </a:lnTo>
                  <a:lnTo>
                    <a:pt x="982" y="358"/>
                  </a:lnTo>
                  <a:lnTo>
                    <a:pt x="982" y="358"/>
                  </a:lnTo>
                  <a:lnTo>
                    <a:pt x="982" y="358"/>
                  </a:lnTo>
                  <a:lnTo>
                    <a:pt x="982" y="360"/>
                  </a:lnTo>
                  <a:lnTo>
                    <a:pt x="982" y="360"/>
                  </a:lnTo>
                  <a:lnTo>
                    <a:pt x="982" y="360"/>
                  </a:lnTo>
                  <a:lnTo>
                    <a:pt x="982" y="360"/>
                  </a:lnTo>
                  <a:lnTo>
                    <a:pt x="980" y="360"/>
                  </a:lnTo>
                  <a:lnTo>
                    <a:pt x="980" y="363"/>
                  </a:lnTo>
                  <a:lnTo>
                    <a:pt x="980" y="363"/>
                  </a:lnTo>
                  <a:lnTo>
                    <a:pt x="977" y="363"/>
                  </a:lnTo>
                  <a:lnTo>
                    <a:pt x="977" y="363"/>
                  </a:lnTo>
                  <a:lnTo>
                    <a:pt x="977" y="365"/>
                  </a:lnTo>
                  <a:lnTo>
                    <a:pt x="977" y="365"/>
                  </a:lnTo>
                  <a:lnTo>
                    <a:pt x="977" y="365"/>
                  </a:lnTo>
                  <a:lnTo>
                    <a:pt x="977" y="365"/>
                  </a:lnTo>
                  <a:lnTo>
                    <a:pt x="975" y="365"/>
                  </a:lnTo>
                  <a:lnTo>
                    <a:pt x="975" y="365"/>
                  </a:lnTo>
                  <a:lnTo>
                    <a:pt x="975" y="365"/>
                  </a:lnTo>
                  <a:lnTo>
                    <a:pt x="975" y="365"/>
                  </a:lnTo>
                  <a:lnTo>
                    <a:pt x="975" y="368"/>
                  </a:lnTo>
                  <a:lnTo>
                    <a:pt x="973" y="368"/>
                  </a:lnTo>
                  <a:lnTo>
                    <a:pt x="973" y="368"/>
                  </a:lnTo>
                  <a:lnTo>
                    <a:pt x="970" y="368"/>
                  </a:lnTo>
                  <a:lnTo>
                    <a:pt x="970" y="365"/>
                  </a:lnTo>
                  <a:lnTo>
                    <a:pt x="970" y="365"/>
                  </a:lnTo>
                  <a:lnTo>
                    <a:pt x="970" y="365"/>
                  </a:lnTo>
                  <a:lnTo>
                    <a:pt x="968" y="365"/>
                  </a:lnTo>
                  <a:lnTo>
                    <a:pt x="968" y="365"/>
                  </a:lnTo>
                  <a:lnTo>
                    <a:pt x="968" y="365"/>
                  </a:lnTo>
                  <a:lnTo>
                    <a:pt x="968" y="365"/>
                  </a:lnTo>
                  <a:lnTo>
                    <a:pt x="968" y="365"/>
                  </a:lnTo>
                  <a:lnTo>
                    <a:pt x="965" y="365"/>
                  </a:lnTo>
                  <a:lnTo>
                    <a:pt x="965" y="365"/>
                  </a:lnTo>
                  <a:lnTo>
                    <a:pt x="965" y="368"/>
                  </a:lnTo>
                  <a:lnTo>
                    <a:pt x="963" y="368"/>
                  </a:lnTo>
                  <a:lnTo>
                    <a:pt x="963" y="368"/>
                  </a:lnTo>
                  <a:lnTo>
                    <a:pt x="963" y="368"/>
                  </a:lnTo>
                  <a:lnTo>
                    <a:pt x="963" y="368"/>
                  </a:lnTo>
                  <a:lnTo>
                    <a:pt x="963" y="370"/>
                  </a:lnTo>
                  <a:lnTo>
                    <a:pt x="961" y="370"/>
                  </a:lnTo>
                  <a:lnTo>
                    <a:pt x="961" y="370"/>
                  </a:lnTo>
                  <a:lnTo>
                    <a:pt x="961" y="368"/>
                  </a:lnTo>
                  <a:lnTo>
                    <a:pt x="958" y="368"/>
                  </a:lnTo>
                  <a:lnTo>
                    <a:pt x="958" y="368"/>
                  </a:lnTo>
                  <a:lnTo>
                    <a:pt x="958" y="368"/>
                  </a:lnTo>
                  <a:lnTo>
                    <a:pt x="958" y="368"/>
                  </a:lnTo>
                  <a:lnTo>
                    <a:pt x="958" y="365"/>
                  </a:lnTo>
                  <a:lnTo>
                    <a:pt x="958" y="365"/>
                  </a:lnTo>
                  <a:lnTo>
                    <a:pt x="956" y="365"/>
                  </a:lnTo>
                  <a:lnTo>
                    <a:pt x="956" y="365"/>
                  </a:lnTo>
                  <a:lnTo>
                    <a:pt x="956" y="365"/>
                  </a:lnTo>
                  <a:lnTo>
                    <a:pt x="956" y="365"/>
                  </a:lnTo>
                  <a:lnTo>
                    <a:pt x="954" y="365"/>
                  </a:lnTo>
                  <a:lnTo>
                    <a:pt x="954" y="365"/>
                  </a:lnTo>
                  <a:lnTo>
                    <a:pt x="951" y="365"/>
                  </a:lnTo>
                  <a:lnTo>
                    <a:pt x="951" y="365"/>
                  </a:lnTo>
                  <a:lnTo>
                    <a:pt x="951" y="365"/>
                  </a:lnTo>
                  <a:lnTo>
                    <a:pt x="951" y="365"/>
                  </a:lnTo>
                  <a:lnTo>
                    <a:pt x="951" y="365"/>
                  </a:lnTo>
                  <a:lnTo>
                    <a:pt x="949" y="365"/>
                  </a:lnTo>
                  <a:lnTo>
                    <a:pt x="949" y="368"/>
                  </a:lnTo>
                  <a:lnTo>
                    <a:pt x="949" y="368"/>
                  </a:lnTo>
                  <a:lnTo>
                    <a:pt x="949" y="370"/>
                  </a:lnTo>
                  <a:lnTo>
                    <a:pt x="949" y="370"/>
                  </a:lnTo>
                  <a:lnTo>
                    <a:pt x="949" y="370"/>
                  </a:lnTo>
                  <a:lnTo>
                    <a:pt x="949" y="372"/>
                  </a:lnTo>
                  <a:lnTo>
                    <a:pt x="949" y="372"/>
                  </a:lnTo>
                  <a:lnTo>
                    <a:pt x="949" y="372"/>
                  </a:lnTo>
                  <a:lnTo>
                    <a:pt x="946" y="372"/>
                  </a:lnTo>
                  <a:lnTo>
                    <a:pt x="946" y="375"/>
                  </a:lnTo>
                  <a:lnTo>
                    <a:pt x="946" y="375"/>
                  </a:lnTo>
                  <a:lnTo>
                    <a:pt x="946" y="375"/>
                  </a:lnTo>
                  <a:lnTo>
                    <a:pt x="944" y="375"/>
                  </a:lnTo>
                  <a:lnTo>
                    <a:pt x="944" y="375"/>
                  </a:lnTo>
                  <a:lnTo>
                    <a:pt x="944" y="377"/>
                  </a:lnTo>
                  <a:lnTo>
                    <a:pt x="944" y="377"/>
                  </a:lnTo>
                  <a:lnTo>
                    <a:pt x="944" y="379"/>
                  </a:lnTo>
                  <a:lnTo>
                    <a:pt x="944" y="379"/>
                  </a:lnTo>
                  <a:lnTo>
                    <a:pt x="946" y="379"/>
                  </a:lnTo>
                  <a:lnTo>
                    <a:pt x="946" y="382"/>
                  </a:lnTo>
                  <a:lnTo>
                    <a:pt x="946" y="382"/>
                  </a:lnTo>
                  <a:lnTo>
                    <a:pt x="946" y="382"/>
                  </a:lnTo>
                  <a:lnTo>
                    <a:pt x="946" y="384"/>
                  </a:lnTo>
                  <a:lnTo>
                    <a:pt x="946" y="384"/>
                  </a:lnTo>
                  <a:lnTo>
                    <a:pt x="949" y="384"/>
                  </a:lnTo>
                  <a:lnTo>
                    <a:pt x="949" y="384"/>
                  </a:lnTo>
                  <a:lnTo>
                    <a:pt x="949" y="384"/>
                  </a:lnTo>
                  <a:lnTo>
                    <a:pt x="949" y="387"/>
                  </a:lnTo>
                  <a:lnTo>
                    <a:pt x="949" y="387"/>
                  </a:lnTo>
                  <a:lnTo>
                    <a:pt x="951" y="387"/>
                  </a:lnTo>
                  <a:lnTo>
                    <a:pt x="951" y="387"/>
                  </a:lnTo>
                  <a:lnTo>
                    <a:pt x="951" y="387"/>
                  </a:lnTo>
                  <a:lnTo>
                    <a:pt x="951" y="387"/>
                  </a:lnTo>
                  <a:lnTo>
                    <a:pt x="951" y="389"/>
                  </a:lnTo>
                  <a:lnTo>
                    <a:pt x="954" y="389"/>
                  </a:lnTo>
                  <a:lnTo>
                    <a:pt x="954" y="389"/>
                  </a:lnTo>
                  <a:lnTo>
                    <a:pt x="954" y="389"/>
                  </a:lnTo>
                  <a:lnTo>
                    <a:pt x="956" y="389"/>
                  </a:lnTo>
                  <a:lnTo>
                    <a:pt x="956" y="391"/>
                  </a:lnTo>
                  <a:lnTo>
                    <a:pt x="956" y="391"/>
                  </a:lnTo>
                  <a:lnTo>
                    <a:pt x="956" y="391"/>
                  </a:lnTo>
                  <a:lnTo>
                    <a:pt x="958" y="391"/>
                  </a:lnTo>
                  <a:lnTo>
                    <a:pt x="958" y="391"/>
                  </a:lnTo>
                  <a:lnTo>
                    <a:pt x="958" y="391"/>
                  </a:lnTo>
                  <a:lnTo>
                    <a:pt x="961" y="391"/>
                  </a:lnTo>
                  <a:lnTo>
                    <a:pt x="961" y="391"/>
                  </a:lnTo>
                  <a:lnTo>
                    <a:pt x="963" y="391"/>
                  </a:lnTo>
                  <a:lnTo>
                    <a:pt x="963" y="391"/>
                  </a:lnTo>
                  <a:lnTo>
                    <a:pt x="963" y="391"/>
                  </a:lnTo>
                  <a:lnTo>
                    <a:pt x="963" y="391"/>
                  </a:lnTo>
                  <a:lnTo>
                    <a:pt x="965" y="391"/>
                  </a:lnTo>
                  <a:lnTo>
                    <a:pt x="965" y="391"/>
                  </a:lnTo>
                  <a:lnTo>
                    <a:pt x="965" y="391"/>
                  </a:lnTo>
                  <a:lnTo>
                    <a:pt x="968" y="391"/>
                  </a:lnTo>
                  <a:lnTo>
                    <a:pt x="968" y="391"/>
                  </a:lnTo>
                  <a:lnTo>
                    <a:pt x="968" y="391"/>
                  </a:lnTo>
                  <a:lnTo>
                    <a:pt x="968" y="389"/>
                  </a:lnTo>
                  <a:lnTo>
                    <a:pt x="970" y="389"/>
                  </a:lnTo>
                  <a:lnTo>
                    <a:pt x="970" y="389"/>
                  </a:lnTo>
                  <a:lnTo>
                    <a:pt x="970" y="389"/>
                  </a:lnTo>
                  <a:lnTo>
                    <a:pt x="970" y="389"/>
                  </a:lnTo>
                  <a:lnTo>
                    <a:pt x="973" y="389"/>
                  </a:lnTo>
                  <a:lnTo>
                    <a:pt x="973" y="389"/>
                  </a:lnTo>
                  <a:lnTo>
                    <a:pt x="973" y="389"/>
                  </a:lnTo>
                  <a:lnTo>
                    <a:pt x="973" y="391"/>
                  </a:lnTo>
                  <a:lnTo>
                    <a:pt x="973" y="391"/>
                  </a:lnTo>
                  <a:lnTo>
                    <a:pt x="973" y="394"/>
                  </a:lnTo>
                  <a:lnTo>
                    <a:pt x="975" y="394"/>
                  </a:lnTo>
                  <a:lnTo>
                    <a:pt x="975" y="394"/>
                  </a:lnTo>
                  <a:lnTo>
                    <a:pt x="975" y="394"/>
                  </a:lnTo>
                  <a:lnTo>
                    <a:pt x="975" y="394"/>
                  </a:lnTo>
                  <a:lnTo>
                    <a:pt x="975" y="396"/>
                  </a:lnTo>
                  <a:lnTo>
                    <a:pt x="975" y="396"/>
                  </a:lnTo>
                  <a:lnTo>
                    <a:pt x="977" y="396"/>
                  </a:lnTo>
                  <a:lnTo>
                    <a:pt x="977" y="396"/>
                  </a:lnTo>
                  <a:lnTo>
                    <a:pt x="977" y="398"/>
                  </a:lnTo>
                  <a:lnTo>
                    <a:pt x="977" y="398"/>
                  </a:lnTo>
                  <a:lnTo>
                    <a:pt x="977" y="401"/>
                  </a:lnTo>
                  <a:lnTo>
                    <a:pt x="977" y="401"/>
                  </a:lnTo>
                  <a:lnTo>
                    <a:pt x="977" y="401"/>
                  </a:lnTo>
                  <a:lnTo>
                    <a:pt x="977" y="403"/>
                  </a:lnTo>
                  <a:lnTo>
                    <a:pt x="977" y="403"/>
                  </a:lnTo>
                  <a:lnTo>
                    <a:pt x="977" y="403"/>
                  </a:lnTo>
                  <a:lnTo>
                    <a:pt x="977" y="405"/>
                  </a:lnTo>
                  <a:lnTo>
                    <a:pt x="975" y="405"/>
                  </a:lnTo>
                  <a:lnTo>
                    <a:pt x="975" y="405"/>
                  </a:lnTo>
                  <a:lnTo>
                    <a:pt x="975" y="405"/>
                  </a:lnTo>
                  <a:lnTo>
                    <a:pt x="975" y="405"/>
                  </a:lnTo>
                  <a:lnTo>
                    <a:pt x="975" y="408"/>
                  </a:lnTo>
                  <a:lnTo>
                    <a:pt x="975" y="408"/>
                  </a:lnTo>
                  <a:lnTo>
                    <a:pt x="975" y="410"/>
                  </a:lnTo>
                  <a:lnTo>
                    <a:pt x="975" y="410"/>
                  </a:lnTo>
                  <a:lnTo>
                    <a:pt x="975" y="410"/>
                  </a:lnTo>
                  <a:lnTo>
                    <a:pt x="975" y="413"/>
                  </a:lnTo>
                  <a:lnTo>
                    <a:pt x="975" y="413"/>
                  </a:lnTo>
                  <a:lnTo>
                    <a:pt x="977" y="413"/>
                  </a:lnTo>
                  <a:lnTo>
                    <a:pt x="977" y="413"/>
                  </a:lnTo>
                  <a:lnTo>
                    <a:pt x="977" y="415"/>
                  </a:lnTo>
                  <a:lnTo>
                    <a:pt x="977" y="415"/>
                  </a:lnTo>
                  <a:lnTo>
                    <a:pt x="980" y="415"/>
                  </a:lnTo>
                  <a:lnTo>
                    <a:pt x="980" y="415"/>
                  </a:lnTo>
                  <a:lnTo>
                    <a:pt x="980" y="415"/>
                  </a:lnTo>
                  <a:lnTo>
                    <a:pt x="982" y="415"/>
                  </a:lnTo>
                  <a:lnTo>
                    <a:pt x="982" y="415"/>
                  </a:lnTo>
                  <a:lnTo>
                    <a:pt x="982" y="415"/>
                  </a:lnTo>
                  <a:lnTo>
                    <a:pt x="982" y="415"/>
                  </a:lnTo>
                  <a:lnTo>
                    <a:pt x="984" y="415"/>
                  </a:lnTo>
                  <a:lnTo>
                    <a:pt x="984" y="415"/>
                  </a:lnTo>
                  <a:lnTo>
                    <a:pt x="984" y="415"/>
                  </a:lnTo>
                  <a:lnTo>
                    <a:pt x="987" y="415"/>
                  </a:lnTo>
                  <a:lnTo>
                    <a:pt x="987" y="415"/>
                  </a:lnTo>
                  <a:lnTo>
                    <a:pt x="989" y="415"/>
                  </a:lnTo>
                  <a:lnTo>
                    <a:pt x="989" y="415"/>
                  </a:lnTo>
                  <a:lnTo>
                    <a:pt x="989" y="415"/>
                  </a:lnTo>
                  <a:lnTo>
                    <a:pt x="991" y="415"/>
                  </a:lnTo>
                  <a:lnTo>
                    <a:pt x="991" y="415"/>
                  </a:lnTo>
                  <a:lnTo>
                    <a:pt x="991" y="415"/>
                  </a:lnTo>
                  <a:lnTo>
                    <a:pt x="991" y="415"/>
                  </a:lnTo>
                  <a:lnTo>
                    <a:pt x="994" y="415"/>
                  </a:lnTo>
                  <a:lnTo>
                    <a:pt x="994" y="415"/>
                  </a:lnTo>
                  <a:lnTo>
                    <a:pt x="994" y="415"/>
                  </a:lnTo>
                  <a:lnTo>
                    <a:pt x="994" y="413"/>
                  </a:lnTo>
                  <a:lnTo>
                    <a:pt x="994" y="413"/>
                  </a:lnTo>
                  <a:lnTo>
                    <a:pt x="994" y="413"/>
                  </a:lnTo>
                  <a:lnTo>
                    <a:pt x="994" y="410"/>
                  </a:lnTo>
                  <a:lnTo>
                    <a:pt x="994" y="410"/>
                  </a:lnTo>
                  <a:lnTo>
                    <a:pt x="994" y="410"/>
                  </a:lnTo>
                  <a:lnTo>
                    <a:pt x="996" y="410"/>
                  </a:lnTo>
                  <a:lnTo>
                    <a:pt x="996" y="410"/>
                  </a:lnTo>
                  <a:lnTo>
                    <a:pt x="996" y="408"/>
                  </a:lnTo>
                  <a:lnTo>
                    <a:pt x="996" y="408"/>
                  </a:lnTo>
                  <a:lnTo>
                    <a:pt x="999" y="408"/>
                  </a:lnTo>
                  <a:lnTo>
                    <a:pt x="999" y="408"/>
                  </a:lnTo>
                  <a:lnTo>
                    <a:pt x="999" y="408"/>
                  </a:lnTo>
                  <a:lnTo>
                    <a:pt x="1001" y="408"/>
                  </a:lnTo>
                  <a:lnTo>
                    <a:pt x="1001" y="408"/>
                  </a:lnTo>
                  <a:lnTo>
                    <a:pt x="1001" y="405"/>
                  </a:lnTo>
                  <a:lnTo>
                    <a:pt x="1001" y="405"/>
                  </a:lnTo>
                  <a:lnTo>
                    <a:pt x="1001" y="405"/>
                  </a:lnTo>
                  <a:lnTo>
                    <a:pt x="1003" y="405"/>
                  </a:lnTo>
                  <a:lnTo>
                    <a:pt x="1003" y="405"/>
                  </a:lnTo>
                  <a:lnTo>
                    <a:pt x="1003" y="405"/>
                  </a:lnTo>
                  <a:lnTo>
                    <a:pt x="1003" y="403"/>
                  </a:lnTo>
                  <a:lnTo>
                    <a:pt x="1003" y="403"/>
                  </a:lnTo>
                  <a:lnTo>
                    <a:pt x="1001" y="403"/>
                  </a:lnTo>
                  <a:lnTo>
                    <a:pt x="1001" y="403"/>
                  </a:lnTo>
                  <a:lnTo>
                    <a:pt x="1003" y="403"/>
                  </a:lnTo>
                  <a:lnTo>
                    <a:pt x="1003" y="403"/>
                  </a:lnTo>
                  <a:lnTo>
                    <a:pt x="1003" y="403"/>
                  </a:lnTo>
                  <a:lnTo>
                    <a:pt x="1006" y="403"/>
                  </a:lnTo>
                  <a:lnTo>
                    <a:pt x="1006" y="401"/>
                  </a:lnTo>
                  <a:lnTo>
                    <a:pt x="1006" y="401"/>
                  </a:lnTo>
                  <a:lnTo>
                    <a:pt x="1006" y="401"/>
                  </a:lnTo>
                  <a:lnTo>
                    <a:pt x="1008" y="401"/>
                  </a:lnTo>
                  <a:lnTo>
                    <a:pt x="1008" y="401"/>
                  </a:lnTo>
                  <a:lnTo>
                    <a:pt x="1008" y="401"/>
                  </a:lnTo>
                  <a:lnTo>
                    <a:pt x="1010" y="401"/>
                  </a:lnTo>
                  <a:lnTo>
                    <a:pt x="1010" y="401"/>
                  </a:lnTo>
                  <a:lnTo>
                    <a:pt x="1010" y="401"/>
                  </a:lnTo>
                  <a:lnTo>
                    <a:pt x="1010" y="398"/>
                  </a:lnTo>
                  <a:lnTo>
                    <a:pt x="1013" y="398"/>
                  </a:lnTo>
                  <a:lnTo>
                    <a:pt x="1013" y="398"/>
                  </a:lnTo>
                  <a:lnTo>
                    <a:pt x="1013" y="396"/>
                  </a:lnTo>
                  <a:lnTo>
                    <a:pt x="1010" y="396"/>
                  </a:lnTo>
                  <a:lnTo>
                    <a:pt x="1010" y="396"/>
                  </a:lnTo>
                  <a:lnTo>
                    <a:pt x="1010" y="396"/>
                  </a:lnTo>
                  <a:lnTo>
                    <a:pt x="1010" y="396"/>
                  </a:lnTo>
                  <a:lnTo>
                    <a:pt x="1010" y="396"/>
                  </a:lnTo>
                  <a:lnTo>
                    <a:pt x="1010" y="396"/>
                  </a:lnTo>
                  <a:lnTo>
                    <a:pt x="1010" y="396"/>
                  </a:lnTo>
                  <a:lnTo>
                    <a:pt x="1013" y="396"/>
                  </a:lnTo>
                  <a:lnTo>
                    <a:pt x="1013" y="396"/>
                  </a:lnTo>
                  <a:lnTo>
                    <a:pt x="1013" y="396"/>
                  </a:lnTo>
                  <a:lnTo>
                    <a:pt x="1015" y="396"/>
                  </a:lnTo>
                  <a:lnTo>
                    <a:pt x="1015" y="396"/>
                  </a:lnTo>
                  <a:lnTo>
                    <a:pt x="1015" y="398"/>
                  </a:lnTo>
                  <a:lnTo>
                    <a:pt x="1013" y="398"/>
                  </a:lnTo>
                  <a:lnTo>
                    <a:pt x="1013" y="398"/>
                  </a:lnTo>
                  <a:lnTo>
                    <a:pt x="1015" y="398"/>
                  </a:lnTo>
                  <a:lnTo>
                    <a:pt x="1015" y="398"/>
                  </a:lnTo>
                  <a:lnTo>
                    <a:pt x="1015" y="398"/>
                  </a:lnTo>
                  <a:lnTo>
                    <a:pt x="1017" y="398"/>
                  </a:lnTo>
                  <a:lnTo>
                    <a:pt x="1017" y="398"/>
                  </a:lnTo>
                  <a:lnTo>
                    <a:pt x="1017" y="401"/>
                  </a:lnTo>
                  <a:lnTo>
                    <a:pt x="1017" y="401"/>
                  </a:lnTo>
                  <a:lnTo>
                    <a:pt x="1017" y="401"/>
                  </a:lnTo>
                  <a:lnTo>
                    <a:pt x="1020" y="401"/>
                  </a:lnTo>
                  <a:lnTo>
                    <a:pt x="1020" y="403"/>
                  </a:lnTo>
                  <a:lnTo>
                    <a:pt x="1020" y="403"/>
                  </a:lnTo>
                  <a:lnTo>
                    <a:pt x="1020" y="401"/>
                  </a:lnTo>
                  <a:lnTo>
                    <a:pt x="1022" y="401"/>
                  </a:lnTo>
                  <a:lnTo>
                    <a:pt x="1022" y="403"/>
                  </a:lnTo>
                  <a:lnTo>
                    <a:pt x="1022" y="403"/>
                  </a:lnTo>
                  <a:lnTo>
                    <a:pt x="1022" y="403"/>
                  </a:lnTo>
                  <a:lnTo>
                    <a:pt x="1022" y="405"/>
                  </a:lnTo>
                  <a:lnTo>
                    <a:pt x="1022" y="405"/>
                  </a:lnTo>
                  <a:lnTo>
                    <a:pt x="1022" y="405"/>
                  </a:lnTo>
                  <a:lnTo>
                    <a:pt x="1025" y="405"/>
                  </a:lnTo>
                  <a:lnTo>
                    <a:pt x="1025" y="405"/>
                  </a:lnTo>
                  <a:lnTo>
                    <a:pt x="1025" y="405"/>
                  </a:lnTo>
                  <a:lnTo>
                    <a:pt x="1025" y="405"/>
                  </a:lnTo>
                  <a:lnTo>
                    <a:pt x="1027" y="405"/>
                  </a:lnTo>
                  <a:lnTo>
                    <a:pt x="1027" y="405"/>
                  </a:lnTo>
                  <a:lnTo>
                    <a:pt x="1029" y="405"/>
                  </a:lnTo>
                  <a:lnTo>
                    <a:pt x="1029" y="405"/>
                  </a:lnTo>
                  <a:lnTo>
                    <a:pt x="1027" y="405"/>
                  </a:lnTo>
                  <a:lnTo>
                    <a:pt x="1027" y="405"/>
                  </a:lnTo>
                  <a:lnTo>
                    <a:pt x="1029" y="405"/>
                  </a:lnTo>
                  <a:lnTo>
                    <a:pt x="1029" y="408"/>
                  </a:lnTo>
                  <a:lnTo>
                    <a:pt x="1029" y="408"/>
                  </a:lnTo>
                  <a:lnTo>
                    <a:pt x="1029" y="408"/>
                  </a:lnTo>
                  <a:lnTo>
                    <a:pt x="1029" y="408"/>
                  </a:lnTo>
                  <a:lnTo>
                    <a:pt x="1032" y="408"/>
                  </a:lnTo>
                  <a:lnTo>
                    <a:pt x="1032" y="408"/>
                  </a:lnTo>
                  <a:lnTo>
                    <a:pt x="1032" y="408"/>
                  </a:lnTo>
                  <a:lnTo>
                    <a:pt x="1034" y="408"/>
                  </a:lnTo>
                  <a:lnTo>
                    <a:pt x="1034" y="408"/>
                  </a:lnTo>
                  <a:lnTo>
                    <a:pt x="1034" y="408"/>
                  </a:lnTo>
                  <a:lnTo>
                    <a:pt x="1034" y="408"/>
                  </a:lnTo>
                  <a:lnTo>
                    <a:pt x="1036" y="408"/>
                  </a:lnTo>
                  <a:lnTo>
                    <a:pt x="1036" y="408"/>
                  </a:lnTo>
                  <a:lnTo>
                    <a:pt x="1036" y="408"/>
                  </a:lnTo>
                  <a:lnTo>
                    <a:pt x="1036" y="408"/>
                  </a:lnTo>
                  <a:lnTo>
                    <a:pt x="1039" y="408"/>
                  </a:lnTo>
                  <a:lnTo>
                    <a:pt x="1039" y="408"/>
                  </a:lnTo>
                  <a:lnTo>
                    <a:pt x="1041" y="408"/>
                  </a:lnTo>
                  <a:lnTo>
                    <a:pt x="1041" y="405"/>
                  </a:lnTo>
                  <a:lnTo>
                    <a:pt x="1041" y="405"/>
                  </a:lnTo>
                  <a:lnTo>
                    <a:pt x="1041" y="405"/>
                  </a:lnTo>
                  <a:lnTo>
                    <a:pt x="1041" y="405"/>
                  </a:lnTo>
                  <a:lnTo>
                    <a:pt x="1044" y="405"/>
                  </a:lnTo>
                  <a:lnTo>
                    <a:pt x="1044" y="405"/>
                  </a:lnTo>
                  <a:lnTo>
                    <a:pt x="1044" y="405"/>
                  </a:lnTo>
                  <a:lnTo>
                    <a:pt x="1044" y="405"/>
                  </a:lnTo>
                  <a:lnTo>
                    <a:pt x="1044" y="408"/>
                  </a:lnTo>
                  <a:lnTo>
                    <a:pt x="1044" y="408"/>
                  </a:lnTo>
                  <a:lnTo>
                    <a:pt x="1046" y="408"/>
                  </a:lnTo>
                  <a:lnTo>
                    <a:pt x="1046" y="408"/>
                  </a:lnTo>
                  <a:lnTo>
                    <a:pt x="1046" y="410"/>
                  </a:lnTo>
                  <a:lnTo>
                    <a:pt x="1048" y="410"/>
                  </a:lnTo>
                  <a:lnTo>
                    <a:pt x="1048" y="410"/>
                  </a:lnTo>
                  <a:lnTo>
                    <a:pt x="1048" y="410"/>
                  </a:lnTo>
                  <a:lnTo>
                    <a:pt x="1051" y="410"/>
                  </a:lnTo>
                  <a:lnTo>
                    <a:pt x="1051" y="408"/>
                  </a:lnTo>
                  <a:lnTo>
                    <a:pt x="1051" y="408"/>
                  </a:lnTo>
                  <a:lnTo>
                    <a:pt x="1051" y="410"/>
                  </a:lnTo>
                  <a:lnTo>
                    <a:pt x="1051" y="410"/>
                  </a:lnTo>
                  <a:lnTo>
                    <a:pt x="1053" y="410"/>
                  </a:lnTo>
                  <a:lnTo>
                    <a:pt x="1053" y="410"/>
                  </a:lnTo>
                  <a:lnTo>
                    <a:pt x="1053" y="408"/>
                  </a:lnTo>
                  <a:lnTo>
                    <a:pt x="1055" y="408"/>
                  </a:lnTo>
                  <a:lnTo>
                    <a:pt x="1055" y="410"/>
                  </a:lnTo>
                  <a:lnTo>
                    <a:pt x="1055" y="410"/>
                  </a:lnTo>
                  <a:lnTo>
                    <a:pt x="1055" y="410"/>
                  </a:lnTo>
                  <a:lnTo>
                    <a:pt x="1055" y="413"/>
                  </a:lnTo>
                  <a:lnTo>
                    <a:pt x="1055" y="413"/>
                  </a:lnTo>
                  <a:lnTo>
                    <a:pt x="1053" y="413"/>
                  </a:lnTo>
                  <a:lnTo>
                    <a:pt x="1053" y="413"/>
                  </a:lnTo>
                  <a:lnTo>
                    <a:pt x="1053" y="413"/>
                  </a:lnTo>
                  <a:lnTo>
                    <a:pt x="1053" y="415"/>
                  </a:lnTo>
                  <a:lnTo>
                    <a:pt x="1053" y="415"/>
                  </a:lnTo>
                  <a:lnTo>
                    <a:pt x="1053" y="415"/>
                  </a:lnTo>
                  <a:lnTo>
                    <a:pt x="1053" y="415"/>
                  </a:lnTo>
                  <a:lnTo>
                    <a:pt x="1053" y="415"/>
                  </a:lnTo>
                  <a:lnTo>
                    <a:pt x="1053" y="417"/>
                  </a:lnTo>
                  <a:lnTo>
                    <a:pt x="1051" y="417"/>
                  </a:lnTo>
                  <a:lnTo>
                    <a:pt x="1051" y="417"/>
                  </a:lnTo>
                  <a:lnTo>
                    <a:pt x="1051" y="417"/>
                  </a:lnTo>
                  <a:lnTo>
                    <a:pt x="1051" y="420"/>
                  </a:lnTo>
                  <a:lnTo>
                    <a:pt x="1051" y="420"/>
                  </a:lnTo>
                  <a:lnTo>
                    <a:pt x="1051" y="417"/>
                  </a:lnTo>
                  <a:lnTo>
                    <a:pt x="1053" y="417"/>
                  </a:lnTo>
                  <a:lnTo>
                    <a:pt x="1053" y="420"/>
                  </a:lnTo>
                  <a:lnTo>
                    <a:pt x="1053" y="420"/>
                  </a:lnTo>
                  <a:lnTo>
                    <a:pt x="1051" y="420"/>
                  </a:lnTo>
                  <a:lnTo>
                    <a:pt x="1051" y="422"/>
                  </a:lnTo>
                  <a:lnTo>
                    <a:pt x="1051" y="422"/>
                  </a:lnTo>
                  <a:lnTo>
                    <a:pt x="1051" y="424"/>
                  </a:lnTo>
                  <a:lnTo>
                    <a:pt x="1051" y="424"/>
                  </a:lnTo>
                  <a:lnTo>
                    <a:pt x="1051" y="424"/>
                  </a:lnTo>
                  <a:lnTo>
                    <a:pt x="1051" y="424"/>
                  </a:lnTo>
                  <a:lnTo>
                    <a:pt x="1048" y="424"/>
                  </a:lnTo>
                  <a:lnTo>
                    <a:pt x="1048" y="424"/>
                  </a:lnTo>
                  <a:lnTo>
                    <a:pt x="1048" y="424"/>
                  </a:lnTo>
                  <a:lnTo>
                    <a:pt x="1048" y="424"/>
                  </a:lnTo>
                  <a:lnTo>
                    <a:pt x="1046" y="424"/>
                  </a:lnTo>
                  <a:lnTo>
                    <a:pt x="1046" y="424"/>
                  </a:lnTo>
                  <a:lnTo>
                    <a:pt x="1046" y="424"/>
                  </a:lnTo>
                  <a:lnTo>
                    <a:pt x="1044" y="424"/>
                  </a:lnTo>
                  <a:lnTo>
                    <a:pt x="1044" y="424"/>
                  </a:lnTo>
                  <a:lnTo>
                    <a:pt x="1044" y="424"/>
                  </a:lnTo>
                  <a:lnTo>
                    <a:pt x="1044" y="422"/>
                  </a:lnTo>
                  <a:lnTo>
                    <a:pt x="1044" y="422"/>
                  </a:lnTo>
                  <a:lnTo>
                    <a:pt x="1041" y="422"/>
                  </a:lnTo>
                  <a:lnTo>
                    <a:pt x="1041" y="424"/>
                  </a:lnTo>
                  <a:lnTo>
                    <a:pt x="1041" y="424"/>
                  </a:lnTo>
                  <a:lnTo>
                    <a:pt x="1041" y="424"/>
                  </a:lnTo>
                  <a:lnTo>
                    <a:pt x="1041" y="422"/>
                  </a:lnTo>
                  <a:lnTo>
                    <a:pt x="1041" y="422"/>
                  </a:lnTo>
                  <a:lnTo>
                    <a:pt x="1039" y="422"/>
                  </a:lnTo>
                  <a:lnTo>
                    <a:pt x="1039" y="422"/>
                  </a:lnTo>
                  <a:lnTo>
                    <a:pt x="1039" y="422"/>
                  </a:lnTo>
                  <a:lnTo>
                    <a:pt x="1036" y="422"/>
                  </a:lnTo>
                  <a:lnTo>
                    <a:pt x="1036" y="424"/>
                  </a:lnTo>
                  <a:lnTo>
                    <a:pt x="1036" y="424"/>
                  </a:lnTo>
                  <a:lnTo>
                    <a:pt x="1036" y="424"/>
                  </a:lnTo>
                  <a:lnTo>
                    <a:pt x="1036" y="424"/>
                  </a:lnTo>
                  <a:lnTo>
                    <a:pt x="1034" y="424"/>
                  </a:lnTo>
                  <a:lnTo>
                    <a:pt x="1034" y="424"/>
                  </a:lnTo>
                  <a:lnTo>
                    <a:pt x="1034" y="424"/>
                  </a:lnTo>
                  <a:lnTo>
                    <a:pt x="1034" y="424"/>
                  </a:lnTo>
                  <a:lnTo>
                    <a:pt x="1034" y="427"/>
                  </a:lnTo>
                  <a:lnTo>
                    <a:pt x="1034" y="427"/>
                  </a:lnTo>
                  <a:lnTo>
                    <a:pt x="1032" y="427"/>
                  </a:lnTo>
                  <a:lnTo>
                    <a:pt x="1032" y="427"/>
                  </a:lnTo>
                  <a:lnTo>
                    <a:pt x="1029" y="427"/>
                  </a:lnTo>
                  <a:lnTo>
                    <a:pt x="1029" y="427"/>
                  </a:lnTo>
                  <a:lnTo>
                    <a:pt x="1029" y="427"/>
                  </a:lnTo>
                  <a:lnTo>
                    <a:pt x="1029" y="427"/>
                  </a:lnTo>
                  <a:lnTo>
                    <a:pt x="1027" y="427"/>
                  </a:lnTo>
                  <a:lnTo>
                    <a:pt x="1027" y="427"/>
                  </a:lnTo>
                  <a:lnTo>
                    <a:pt x="1027" y="429"/>
                  </a:lnTo>
                  <a:lnTo>
                    <a:pt x="1027" y="429"/>
                  </a:lnTo>
                  <a:lnTo>
                    <a:pt x="1025" y="429"/>
                  </a:lnTo>
                  <a:lnTo>
                    <a:pt x="1025" y="427"/>
                  </a:lnTo>
                  <a:lnTo>
                    <a:pt x="1025" y="427"/>
                  </a:lnTo>
                  <a:lnTo>
                    <a:pt x="1025" y="429"/>
                  </a:lnTo>
                  <a:lnTo>
                    <a:pt x="1025" y="429"/>
                  </a:lnTo>
                  <a:lnTo>
                    <a:pt x="1022" y="429"/>
                  </a:lnTo>
                  <a:lnTo>
                    <a:pt x="1022" y="429"/>
                  </a:lnTo>
                  <a:lnTo>
                    <a:pt x="1022" y="429"/>
                  </a:lnTo>
                  <a:lnTo>
                    <a:pt x="1022" y="429"/>
                  </a:lnTo>
                  <a:lnTo>
                    <a:pt x="1022" y="432"/>
                  </a:lnTo>
                  <a:lnTo>
                    <a:pt x="1020" y="432"/>
                  </a:lnTo>
                  <a:lnTo>
                    <a:pt x="1020" y="432"/>
                  </a:lnTo>
                  <a:lnTo>
                    <a:pt x="1017" y="432"/>
                  </a:lnTo>
                  <a:lnTo>
                    <a:pt x="1017" y="432"/>
                  </a:lnTo>
                  <a:lnTo>
                    <a:pt x="1017" y="434"/>
                  </a:lnTo>
                  <a:lnTo>
                    <a:pt x="1017" y="434"/>
                  </a:lnTo>
                  <a:lnTo>
                    <a:pt x="1017" y="434"/>
                  </a:lnTo>
                  <a:lnTo>
                    <a:pt x="1017" y="434"/>
                  </a:lnTo>
                  <a:lnTo>
                    <a:pt x="1017" y="436"/>
                  </a:lnTo>
                  <a:lnTo>
                    <a:pt x="1017" y="436"/>
                  </a:lnTo>
                  <a:lnTo>
                    <a:pt x="1017" y="436"/>
                  </a:lnTo>
                  <a:lnTo>
                    <a:pt x="1015" y="436"/>
                  </a:lnTo>
                  <a:lnTo>
                    <a:pt x="1015" y="436"/>
                  </a:lnTo>
                  <a:lnTo>
                    <a:pt x="1015" y="436"/>
                  </a:lnTo>
                  <a:lnTo>
                    <a:pt x="1015" y="434"/>
                  </a:lnTo>
                  <a:lnTo>
                    <a:pt x="1015" y="434"/>
                  </a:lnTo>
                  <a:lnTo>
                    <a:pt x="1015" y="434"/>
                  </a:lnTo>
                  <a:lnTo>
                    <a:pt x="1013" y="434"/>
                  </a:lnTo>
                  <a:lnTo>
                    <a:pt x="1013" y="434"/>
                  </a:lnTo>
                  <a:lnTo>
                    <a:pt x="1013" y="434"/>
                  </a:lnTo>
                  <a:lnTo>
                    <a:pt x="1013" y="436"/>
                  </a:lnTo>
                  <a:lnTo>
                    <a:pt x="1013" y="436"/>
                  </a:lnTo>
                  <a:lnTo>
                    <a:pt x="1013" y="436"/>
                  </a:lnTo>
                  <a:lnTo>
                    <a:pt x="1013" y="439"/>
                  </a:lnTo>
                  <a:lnTo>
                    <a:pt x="1013" y="439"/>
                  </a:lnTo>
                  <a:lnTo>
                    <a:pt x="1013" y="439"/>
                  </a:lnTo>
                  <a:lnTo>
                    <a:pt x="1013" y="441"/>
                  </a:lnTo>
                  <a:lnTo>
                    <a:pt x="1013" y="441"/>
                  </a:lnTo>
                  <a:lnTo>
                    <a:pt x="1013" y="441"/>
                  </a:lnTo>
                  <a:lnTo>
                    <a:pt x="1013" y="443"/>
                  </a:lnTo>
                  <a:lnTo>
                    <a:pt x="1013" y="443"/>
                  </a:lnTo>
                  <a:lnTo>
                    <a:pt x="1010" y="443"/>
                  </a:lnTo>
                  <a:lnTo>
                    <a:pt x="1010" y="443"/>
                  </a:lnTo>
                  <a:lnTo>
                    <a:pt x="1010" y="443"/>
                  </a:lnTo>
                  <a:lnTo>
                    <a:pt x="1010" y="443"/>
                  </a:lnTo>
                  <a:lnTo>
                    <a:pt x="1008" y="443"/>
                  </a:lnTo>
                  <a:lnTo>
                    <a:pt x="1008" y="443"/>
                  </a:lnTo>
                  <a:lnTo>
                    <a:pt x="1008" y="443"/>
                  </a:lnTo>
                  <a:lnTo>
                    <a:pt x="1008" y="443"/>
                  </a:lnTo>
                  <a:lnTo>
                    <a:pt x="1006" y="443"/>
                  </a:lnTo>
                  <a:lnTo>
                    <a:pt x="1006" y="443"/>
                  </a:lnTo>
                  <a:lnTo>
                    <a:pt x="1003" y="443"/>
                  </a:lnTo>
                  <a:lnTo>
                    <a:pt x="1003" y="446"/>
                  </a:lnTo>
                  <a:lnTo>
                    <a:pt x="1003" y="446"/>
                  </a:lnTo>
                  <a:lnTo>
                    <a:pt x="1003" y="446"/>
                  </a:lnTo>
                  <a:lnTo>
                    <a:pt x="1003" y="446"/>
                  </a:lnTo>
                  <a:lnTo>
                    <a:pt x="1003" y="448"/>
                  </a:lnTo>
                  <a:lnTo>
                    <a:pt x="1001" y="448"/>
                  </a:lnTo>
                  <a:lnTo>
                    <a:pt x="1001" y="448"/>
                  </a:lnTo>
                  <a:lnTo>
                    <a:pt x="1001" y="448"/>
                  </a:lnTo>
                  <a:lnTo>
                    <a:pt x="1001" y="448"/>
                  </a:lnTo>
                  <a:lnTo>
                    <a:pt x="999" y="448"/>
                  </a:lnTo>
                  <a:lnTo>
                    <a:pt x="999" y="451"/>
                  </a:lnTo>
                  <a:lnTo>
                    <a:pt x="999" y="451"/>
                  </a:lnTo>
                  <a:lnTo>
                    <a:pt x="999" y="451"/>
                  </a:lnTo>
                  <a:lnTo>
                    <a:pt x="999" y="453"/>
                  </a:lnTo>
                  <a:lnTo>
                    <a:pt x="999" y="453"/>
                  </a:lnTo>
                  <a:lnTo>
                    <a:pt x="996" y="453"/>
                  </a:lnTo>
                  <a:lnTo>
                    <a:pt x="996" y="453"/>
                  </a:lnTo>
                  <a:lnTo>
                    <a:pt x="996" y="455"/>
                  </a:lnTo>
                  <a:lnTo>
                    <a:pt x="996" y="455"/>
                  </a:lnTo>
                  <a:lnTo>
                    <a:pt x="996" y="455"/>
                  </a:lnTo>
                  <a:lnTo>
                    <a:pt x="994" y="455"/>
                  </a:lnTo>
                  <a:lnTo>
                    <a:pt x="994" y="455"/>
                  </a:lnTo>
                  <a:lnTo>
                    <a:pt x="994" y="455"/>
                  </a:lnTo>
                  <a:lnTo>
                    <a:pt x="991" y="455"/>
                  </a:lnTo>
                  <a:lnTo>
                    <a:pt x="991" y="455"/>
                  </a:lnTo>
                  <a:lnTo>
                    <a:pt x="991" y="455"/>
                  </a:lnTo>
                  <a:lnTo>
                    <a:pt x="989" y="455"/>
                  </a:lnTo>
                  <a:lnTo>
                    <a:pt x="989" y="458"/>
                  </a:lnTo>
                  <a:lnTo>
                    <a:pt x="989" y="458"/>
                  </a:lnTo>
                  <a:lnTo>
                    <a:pt x="989" y="458"/>
                  </a:lnTo>
                  <a:lnTo>
                    <a:pt x="989" y="460"/>
                  </a:lnTo>
                  <a:lnTo>
                    <a:pt x="989" y="460"/>
                  </a:lnTo>
                  <a:lnTo>
                    <a:pt x="989" y="460"/>
                  </a:lnTo>
                  <a:lnTo>
                    <a:pt x="989" y="462"/>
                  </a:lnTo>
                  <a:lnTo>
                    <a:pt x="987" y="462"/>
                  </a:lnTo>
                  <a:lnTo>
                    <a:pt x="987" y="462"/>
                  </a:lnTo>
                  <a:lnTo>
                    <a:pt x="987" y="462"/>
                  </a:lnTo>
                  <a:lnTo>
                    <a:pt x="987" y="465"/>
                  </a:lnTo>
                  <a:lnTo>
                    <a:pt x="984" y="465"/>
                  </a:lnTo>
                  <a:lnTo>
                    <a:pt x="984" y="465"/>
                  </a:lnTo>
                  <a:lnTo>
                    <a:pt x="984" y="465"/>
                  </a:lnTo>
                  <a:lnTo>
                    <a:pt x="984" y="465"/>
                  </a:lnTo>
                  <a:lnTo>
                    <a:pt x="984" y="467"/>
                  </a:lnTo>
                  <a:lnTo>
                    <a:pt x="984" y="467"/>
                  </a:lnTo>
                  <a:lnTo>
                    <a:pt x="984" y="467"/>
                  </a:lnTo>
                  <a:lnTo>
                    <a:pt x="984" y="469"/>
                  </a:lnTo>
                  <a:lnTo>
                    <a:pt x="982" y="469"/>
                  </a:lnTo>
                  <a:lnTo>
                    <a:pt x="982" y="469"/>
                  </a:lnTo>
                  <a:lnTo>
                    <a:pt x="982" y="469"/>
                  </a:lnTo>
                  <a:lnTo>
                    <a:pt x="982" y="469"/>
                  </a:lnTo>
                  <a:lnTo>
                    <a:pt x="980" y="469"/>
                  </a:lnTo>
                  <a:lnTo>
                    <a:pt x="980" y="472"/>
                  </a:lnTo>
                  <a:lnTo>
                    <a:pt x="980" y="472"/>
                  </a:lnTo>
                  <a:lnTo>
                    <a:pt x="980" y="474"/>
                  </a:lnTo>
                  <a:lnTo>
                    <a:pt x="980" y="474"/>
                  </a:lnTo>
                  <a:lnTo>
                    <a:pt x="980" y="474"/>
                  </a:lnTo>
                  <a:lnTo>
                    <a:pt x="980" y="477"/>
                  </a:lnTo>
                  <a:lnTo>
                    <a:pt x="982" y="477"/>
                  </a:lnTo>
                  <a:lnTo>
                    <a:pt x="982" y="477"/>
                  </a:lnTo>
                  <a:lnTo>
                    <a:pt x="982" y="477"/>
                  </a:lnTo>
                  <a:lnTo>
                    <a:pt x="984" y="477"/>
                  </a:lnTo>
                  <a:lnTo>
                    <a:pt x="984" y="477"/>
                  </a:lnTo>
                  <a:lnTo>
                    <a:pt x="984" y="477"/>
                  </a:lnTo>
                  <a:lnTo>
                    <a:pt x="984" y="477"/>
                  </a:lnTo>
                  <a:lnTo>
                    <a:pt x="984" y="477"/>
                  </a:lnTo>
                  <a:lnTo>
                    <a:pt x="987" y="477"/>
                  </a:lnTo>
                  <a:lnTo>
                    <a:pt x="987" y="477"/>
                  </a:lnTo>
                  <a:lnTo>
                    <a:pt x="987" y="479"/>
                  </a:lnTo>
                  <a:lnTo>
                    <a:pt x="987" y="479"/>
                  </a:lnTo>
                  <a:lnTo>
                    <a:pt x="987" y="479"/>
                  </a:lnTo>
                  <a:lnTo>
                    <a:pt x="987" y="481"/>
                  </a:lnTo>
                  <a:lnTo>
                    <a:pt x="989" y="481"/>
                  </a:lnTo>
                  <a:lnTo>
                    <a:pt x="989" y="481"/>
                  </a:lnTo>
                  <a:lnTo>
                    <a:pt x="989" y="481"/>
                  </a:lnTo>
                  <a:lnTo>
                    <a:pt x="989" y="481"/>
                  </a:lnTo>
                  <a:lnTo>
                    <a:pt x="989" y="484"/>
                  </a:lnTo>
                  <a:lnTo>
                    <a:pt x="991" y="484"/>
                  </a:lnTo>
                  <a:lnTo>
                    <a:pt x="991" y="484"/>
                  </a:lnTo>
                  <a:lnTo>
                    <a:pt x="991" y="484"/>
                  </a:lnTo>
                  <a:lnTo>
                    <a:pt x="991" y="484"/>
                  </a:lnTo>
                  <a:lnTo>
                    <a:pt x="994" y="484"/>
                  </a:lnTo>
                  <a:lnTo>
                    <a:pt x="994" y="484"/>
                  </a:lnTo>
                  <a:lnTo>
                    <a:pt x="996" y="484"/>
                  </a:lnTo>
                  <a:lnTo>
                    <a:pt x="996" y="484"/>
                  </a:lnTo>
                  <a:lnTo>
                    <a:pt x="996" y="484"/>
                  </a:lnTo>
                  <a:lnTo>
                    <a:pt x="996" y="484"/>
                  </a:lnTo>
                  <a:lnTo>
                    <a:pt x="999" y="484"/>
                  </a:lnTo>
                  <a:lnTo>
                    <a:pt x="999" y="486"/>
                  </a:lnTo>
                  <a:lnTo>
                    <a:pt x="999" y="486"/>
                  </a:lnTo>
                  <a:lnTo>
                    <a:pt x="1001" y="486"/>
                  </a:lnTo>
                  <a:lnTo>
                    <a:pt x="1001" y="486"/>
                  </a:lnTo>
                  <a:lnTo>
                    <a:pt x="1001" y="486"/>
                  </a:lnTo>
                  <a:lnTo>
                    <a:pt x="1001" y="486"/>
                  </a:lnTo>
                  <a:lnTo>
                    <a:pt x="1003" y="486"/>
                  </a:lnTo>
                  <a:lnTo>
                    <a:pt x="1003" y="488"/>
                  </a:lnTo>
                  <a:lnTo>
                    <a:pt x="1003" y="488"/>
                  </a:lnTo>
                  <a:lnTo>
                    <a:pt x="1003" y="488"/>
                  </a:lnTo>
                  <a:lnTo>
                    <a:pt x="1003" y="488"/>
                  </a:lnTo>
                  <a:lnTo>
                    <a:pt x="1003" y="491"/>
                  </a:lnTo>
                  <a:lnTo>
                    <a:pt x="1003" y="491"/>
                  </a:lnTo>
                  <a:lnTo>
                    <a:pt x="1003" y="493"/>
                  </a:lnTo>
                  <a:lnTo>
                    <a:pt x="1006" y="493"/>
                  </a:lnTo>
                  <a:lnTo>
                    <a:pt x="1006" y="493"/>
                  </a:lnTo>
                  <a:lnTo>
                    <a:pt x="1006" y="493"/>
                  </a:lnTo>
                  <a:lnTo>
                    <a:pt x="1006" y="496"/>
                  </a:lnTo>
                  <a:lnTo>
                    <a:pt x="1006" y="496"/>
                  </a:lnTo>
                  <a:lnTo>
                    <a:pt x="1006" y="496"/>
                  </a:lnTo>
                  <a:lnTo>
                    <a:pt x="1006" y="498"/>
                  </a:lnTo>
                  <a:lnTo>
                    <a:pt x="1008" y="498"/>
                  </a:lnTo>
                  <a:lnTo>
                    <a:pt x="1008" y="498"/>
                  </a:lnTo>
                  <a:lnTo>
                    <a:pt x="1008" y="500"/>
                  </a:lnTo>
                  <a:lnTo>
                    <a:pt x="1008" y="500"/>
                  </a:lnTo>
                  <a:lnTo>
                    <a:pt x="1008" y="500"/>
                  </a:lnTo>
                  <a:lnTo>
                    <a:pt x="1008" y="503"/>
                  </a:lnTo>
                  <a:lnTo>
                    <a:pt x="1008" y="503"/>
                  </a:lnTo>
                  <a:lnTo>
                    <a:pt x="1008" y="503"/>
                  </a:lnTo>
                  <a:lnTo>
                    <a:pt x="1008" y="503"/>
                  </a:lnTo>
                  <a:lnTo>
                    <a:pt x="1008" y="505"/>
                  </a:lnTo>
                  <a:lnTo>
                    <a:pt x="1010" y="505"/>
                  </a:lnTo>
                  <a:lnTo>
                    <a:pt x="1010" y="505"/>
                  </a:lnTo>
                  <a:lnTo>
                    <a:pt x="1010" y="507"/>
                  </a:lnTo>
                  <a:lnTo>
                    <a:pt x="1010" y="507"/>
                  </a:lnTo>
                  <a:lnTo>
                    <a:pt x="1010" y="507"/>
                  </a:lnTo>
                  <a:lnTo>
                    <a:pt x="1010" y="510"/>
                  </a:lnTo>
                  <a:lnTo>
                    <a:pt x="1010" y="510"/>
                  </a:lnTo>
                  <a:lnTo>
                    <a:pt x="1010" y="512"/>
                  </a:lnTo>
                  <a:lnTo>
                    <a:pt x="1010" y="512"/>
                  </a:lnTo>
                  <a:lnTo>
                    <a:pt x="1010" y="512"/>
                  </a:lnTo>
                  <a:lnTo>
                    <a:pt x="1010" y="514"/>
                  </a:lnTo>
                  <a:lnTo>
                    <a:pt x="1013" y="514"/>
                  </a:lnTo>
                  <a:lnTo>
                    <a:pt x="1013" y="514"/>
                  </a:lnTo>
                  <a:lnTo>
                    <a:pt x="1013" y="514"/>
                  </a:lnTo>
                  <a:lnTo>
                    <a:pt x="1013" y="514"/>
                  </a:lnTo>
                  <a:lnTo>
                    <a:pt x="1013" y="517"/>
                  </a:lnTo>
                  <a:lnTo>
                    <a:pt x="1013" y="517"/>
                  </a:lnTo>
                  <a:lnTo>
                    <a:pt x="1013" y="519"/>
                  </a:lnTo>
                  <a:lnTo>
                    <a:pt x="1013" y="519"/>
                  </a:lnTo>
                  <a:lnTo>
                    <a:pt x="1015" y="519"/>
                  </a:lnTo>
                  <a:lnTo>
                    <a:pt x="1015" y="522"/>
                  </a:lnTo>
                  <a:lnTo>
                    <a:pt x="1015" y="522"/>
                  </a:lnTo>
                  <a:lnTo>
                    <a:pt x="1015" y="522"/>
                  </a:lnTo>
                  <a:lnTo>
                    <a:pt x="1015" y="522"/>
                  </a:lnTo>
                  <a:lnTo>
                    <a:pt x="1015" y="524"/>
                  </a:lnTo>
                  <a:lnTo>
                    <a:pt x="1015" y="524"/>
                  </a:lnTo>
                  <a:lnTo>
                    <a:pt x="1015" y="524"/>
                  </a:lnTo>
                  <a:lnTo>
                    <a:pt x="1015" y="526"/>
                  </a:lnTo>
                  <a:lnTo>
                    <a:pt x="1015" y="526"/>
                  </a:lnTo>
                  <a:lnTo>
                    <a:pt x="1015" y="529"/>
                  </a:lnTo>
                  <a:lnTo>
                    <a:pt x="1017" y="529"/>
                  </a:lnTo>
                  <a:lnTo>
                    <a:pt x="1017" y="529"/>
                  </a:lnTo>
                  <a:lnTo>
                    <a:pt x="1017" y="531"/>
                  </a:lnTo>
                  <a:lnTo>
                    <a:pt x="1017" y="531"/>
                  </a:lnTo>
                  <a:lnTo>
                    <a:pt x="1017" y="531"/>
                  </a:lnTo>
                  <a:lnTo>
                    <a:pt x="1017" y="533"/>
                  </a:lnTo>
                  <a:lnTo>
                    <a:pt x="1017" y="533"/>
                  </a:lnTo>
                  <a:lnTo>
                    <a:pt x="1017" y="533"/>
                  </a:lnTo>
                  <a:lnTo>
                    <a:pt x="1020" y="533"/>
                  </a:lnTo>
                  <a:lnTo>
                    <a:pt x="1020" y="533"/>
                  </a:lnTo>
                  <a:lnTo>
                    <a:pt x="1022" y="533"/>
                  </a:lnTo>
                  <a:lnTo>
                    <a:pt x="1022" y="533"/>
                  </a:lnTo>
                  <a:lnTo>
                    <a:pt x="1022" y="533"/>
                  </a:lnTo>
                  <a:lnTo>
                    <a:pt x="1022" y="533"/>
                  </a:lnTo>
                  <a:lnTo>
                    <a:pt x="1025" y="533"/>
                  </a:lnTo>
                  <a:lnTo>
                    <a:pt x="1025" y="536"/>
                  </a:lnTo>
                  <a:lnTo>
                    <a:pt x="1025" y="536"/>
                  </a:lnTo>
                  <a:lnTo>
                    <a:pt x="1025" y="536"/>
                  </a:lnTo>
                  <a:lnTo>
                    <a:pt x="1025" y="536"/>
                  </a:lnTo>
                  <a:lnTo>
                    <a:pt x="1027" y="536"/>
                  </a:lnTo>
                  <a:lnTo>
                    <a:pt x="1027" y="538"/>
                  </a:lnTo>
                  <a:lnTo>
                    <a:pt x="1027" y="538"/>
                  </a:lnTo>
                  <a:lnTo>
                    <a:pt x="1027" y="541"/>
                  </a:lnTo>
                  <a:lnTo>
                    <a:pt x="1027" y="541"/>
                  </a:lnTo>
                  <a:lnTo>
                    <a:pt x="1027" y="541"/>
                  </a:lnTo>
                  <a:lnTo>
                    <a:pt x="1027" y="541"/>
                  </a:lnTo>
                  <a:lnTo>
                    <a:pt x="1027" y="543"/>
                  </a:lnTo>
                  <a:lnTo>
                    <a:pt x="1027" y="543"/>
                  </a:lnTo>
                  <a:lnTo>
                    <a:pt x="1027" y="543"/>
                  </a:lnTo>
                  <a:lnTo>
                    <a:pt x="1029" y="543"/>
                  </a:lnTo>
                  <a:lnTo>
                    <a:pt x="1029" y="543"/>
                  </a:lnTo>
                  <a:lnTo>
                    <a:pt x="1029" y="543"/>
                  </a:lnTo>
                  <a:lnTo>
                    <a:pt x="1029" y="543"/>
                  </a:lnTo>
                  <a:lnTo>
                    <a:pt x="1032" y="543"/>
                  </a:lnTo>
                  <a:lnTo>
                    <a:pt x="1032" y="543"/>
                  </a:lnTo>
                  <a:lnTo>
                    <a:pt x="1032" y="545"/>
                  </a:lnTo>
                  <a:lnTo>
                    <a:pt x="1034" y="545"/>
                  </a:lnTo>
                  <a:lnTo>
                    <a:pt x="1034" y="545"/>
                  </a:lnTo>
                  <a:lnTo>
                    <a:pt x="1034" y="545"/>
                  </a:lnTo>
                  <a:lnTo>
                    <a:pt x="1034" y="545"/>
                  </a:lnTo>
                  <a:lnTo>
                    <a:pt x="1034" y="548"/>
                  </a:lnTo>
                  <a:lnTo>
                    <a:pt x="1036" y="548"/>
                  </a:lnTo>
                  <a:lnTo>
                    <a:pt x="1036" y="548"/>
                  </a:lnTo>
                  <a:lnTo>
                    <a:pt x="1036" y="548"/>
                  </a:lnTo>
                  <a:lnTo>
                    <a:pt x="1036" y="548"/>
                  </a:lnTo>
                  <a:lnTo>
                    <a:pt x="1036" y="550"/>
                  </a:lnTo>
                  <a:lnTo>
                    <a:pt x="1036" y="550"/>
                  </a:lnTo>
                  <a:lnTo>
                    <a:pt x="1036" y="552"/>
                  </a:lnTo>
                  <a:lnTo>
                    <a:pt x="1039" y="552"/>
                  </a:lnTo>
                  <a:lnTo>
                    <a:pt x="1039" y="552"/>
                  </a:lnTo>
                  <a:lnTo>
                    <a:pt x="1039" y="552"/>
                  </a:lnTo>
                  <a:lnTo>
                    <a:pt x="1039" y="555"/>
                  </a:lnTo>
                  <a:lnTo>
                    <a:pt x="1039" y="555"/>
                  </a:lnTo>
                  <a:lnTo>
                    <a:pt x="1036" y="555"/>
                  </a:lnTo>
                  <a:lnTo>
                    <a:pt x="1036" y="555"/>
                  </a:lnTo>
                  <a:lnTo>
                    <a:pt x="1036" y="555"/>
                  </a:lnTo>
                  <a:lnTo>
                    <a:pt x="1034" y="555"/>
                  </a:lnTo>
                  <a:lnTo>
                    <a:pt x="1034" y="555"/>
                  </a:lnTo>
                  <a:lnTo>
                    <a:pt x="1034" y="555"/>
                  </a:lnTo>
                  <a:lnTo>
                    <a:pt x="1034" y="555"/>
                  </a:lnTo>
                  <a:lnTo>
                    <a:pt x="1032" y="555"/>
                  </a:lnTo>
                  <a:lnTo>
                    <a:pt x="1032" y="555"/>
                  </a:lnTo>
                  <a:lnTo>
                    <a:pt x="1034" y="555"/>
                  </a:lnTo>
                  <a:lnTo>
                    <a:pt x="1034" y="555"/>
                  </a:lnTo>
                  <a:lnTo>
                    <a:pt x="1034" y="557"/>
                  </a:lnTo>
                  <a:lnTo>
                    <a:pt x="1034" y="557"/>
                  </a:lnTo>
                  <a:lnTo>
                    <a:pt x="1036" y="557"/>
                  </a:lnTo>
                  <a:lnTo>
                    <a:pt x="1036" y="557"/>
                  </a:lnTo>
                  <a:lnTo>
                    <a:pt x="1036" y="557"/>
                  </a:lnTo>
                  <a:lnTo>
                    <a:pt x="1036" y="557"/>
                  </a:lnTo>
                  <a:lnTo>
                    <a:pt x="1039" y="557"/>
                  </a:lnTo>
                  <a:lnTo>
                    <a:pt x="1039" y="560"/>
                  </a:lnTo>
                  <a:lnTo>
                    <a:pt x="1039" y="560"/>
                  </a:lnTo>
                  <a:lnTo>
                    <a:pt x="1036" y="560"/>
                  </a:lnTo>
                  <a:lnTo>
                    <a:pt x="1036" y="562"/>
                  </a:lnTo>
                  <a:lnTo>
                    <a:pt x="1036" y="562"/>
                  </a:lnTo>
                  <a:lnTo>
                    <a:pt x="1036" y="562"/>
                  </a:lnTo>
                  <a:lnTo>
                    <a:pt x="1034" y="562"/>
                  </a:lnTo>
                  <a:lnTo>
                    <a:pt x="1034" y="562"/>
                  </a:lnTo>
                  <a:lnTo>
                    <a:pt x="1036" y="562"/>
                  </a:lnTo>
                  <a:lnTo>
                    <a:pt x="1036" y="562"/>
                  </a:lnTo>
                  <a:lnTo>
                    <a:pt x="1036" y="562"/>
                  </a:lnTo>
                  <a:lnTo>
                    <a:pt x="1036" y="562"/>
                  </a:lnTo>
                  <a:lnTo>
                    <a:pt x="1039" y="562"/>
                  </a:lnTo>
                  <a:lnTo>
                    <a:pt x="1039" y="564"/>
                  </a:lnTo>
                  <a:lnTo>
                    <a:pt x="1039" y="564"/>
                  </a:lnTo>
                  <a:lnTo>
                    <a:pt x="1036" y="564"/>
                  </a:lnTo>
                  <a:lnTo>
                    <a:pt x="1036" y="564"/>
                  </a:lnTo>
                  <a:lnTo>
                    <a:pt x="1036" y="564"/>
                  </a:lnTo>
                  <a:lnTo>
                    <a:pt x="1034" y="564"/>
                  </a:lnTo>
                  <a:lnTo>
                    <a:pt x="1034" y="567"/>
                  </a:lnTo>
                  <a:lnTo>
                    <a:pt x="1036" y="567"/>
                  </a:lnTo>
                  <a:lnTo>
                    <a:pt x="1036" y="567"/>
                  </a:lnTo>
                  <a:lnTo>
                    <a:pt x="1036" y="567"/>
                  </a:lnTo>
                  <a:lnTo>
                    <a:pt x="1036" y="569"/>
                  </a:lnTo>
                  <a:lnTo>
                    <a:pt x="1036" y="569"/>
                  </a:lnTo>
                  <a:lnTo>
                    <a:pt x="1036" y="569"/>
                  </a:lnTo>
                  <a:lnTo>
                    <a:pt x="1036" y="571"/>
                  </a:lnTo>
                  <a:lnTo>
                    <a:pt x="1036" y="571"/>
                  </a:lnTo>
                  <a:lnTo>
                    <a:pt x="1039" y="571"/>
                  </a:lnTo>
                  <a:lnTo>
                    <a:pt x="1039" y="574"/>
                  </a:lnTo>
                  <a:lnTo>
                    <a:pt x="1039" y="574"/>
                  </a:lnTo>
                  <a:lnTo>
                    <a:pt x="1039" y="574"/>
                  </a:lnTo>
                  <a:lnTo>
                    <a:pt x="1039" y="576"/>
                  </a:lnTo>
                  <a:lnTo>
                    <a:pt x="1036" y="576"/>
                  </a:lnTo>
                  <a:lnTo>
                    <a:pt x="1036" y="576"/>
                  </a:lnTo>
                  <a:lnTo>
                    <a:pt x="1036" y="576"/>
                  </a:lnTo>
                  <a:lnTo>
                    <a:pt x="1036" y="576"/>
                  </a:lnTo>
                  <a:lnTo>
                    <a:pt x="1034" y="576"/>
                  </a:lnTo>
                  <a:lnTo>
                    <a:pt x="1034" y="576"/>
                  </a:lnTo>
                  <a:lnTo>
                    <a:pt x="1034" y="576"/>
                  </a:lnTo>
                  <a:lnTo>
                    <a:pt x="1032" y="576"/>
                  </a:lnTo>
                  <a:lnTo>
                    <a:pt x="1032" y="576"/>
                  </a:lnTo>
                  <a:lnTo>
                    <a:pt x="1029" y="576"/>
                  </a:lnTo>
                  <a:lnTo>
                    <a:pt x="1029" y="578"/>
                  </a:lnTo>
                  <a:lnTo>
                    <a:pt x="1029" y="578"/>
                  </a:lnTo>
                  <a:lnTo>
                    <a:pt x="1029" y="578"/>
                  </a:lnTo>
                  <a:lnTo>
                    <a:pt x="1029" y="578"/>
                  </a:lnTo>
                  <a:lnTo>
                    <a:pt x="1027" y="578"/>
                  </a:lnTo>
                  <a:lnTo>
                    <a:pt x="1027" y="581"/>
                  </a:lnTo>
                  <a:lnTo>
                    <a:pt x="1027" y="581"/>
                  </a:lnTo>
                  <a:lnTo>
                    <a:pt x="1025" y="581"/>
                  </a:lnTo>
                  <a:lnTo>
                    <a:pt x="1025" y="581"/>
                  </a:lnTo>
                  <a:lnTo>
                    <a:pt x="1025" y="581"/>
                  </a:lnTo>
                  <a:lnTo>
                    <a:pt x="1025" y="581"/>
                  </a:lnTo>
                  <a:lnTo>
                    <a:pt x="1025" y="583"/>
                  </a:lnTo>
                  <a:lnTo>
                    <a:pt x="1022" y="583"/>
                  </a:lnTo>
                  <a:lnTo>
                    <a:pt x="1022" y="583"/>
                  </a:lnTo>
                  <a:lnTo>
                    <a:pt x="1022" y="583"/>
                  </a:lnTo>
                  <a:lnTo>
                    <a:pt x="1022" y="583"/>
                  </a:lnTo>
                  <a:lnTo>
                    <a:pt x="1020" y="583"/>
                  </a:lnTo>
                  <a:lnTo>
                    <a:pt x="1020" y="583"/>
                  </a:lnTo>
                  <a:lnTo>
                    <a:pt x="1020" y="583"/>
                  </a:lnTo>
                  <a:lnTo>
                    <a:pt x="1017" y="583"/>
                  </a:lnTo>
                  <a:lnTo>
                    <a:pt x="1017" y="586"/>
                  </a:lnTo>
                  <a:lnTo>
                    <a:pt x="1017" y="586"/>
                  </a:lnTo>
                  <a:lnTo>
                    <a:pt x="1017" y="586"/>
                  </a:lnTo>
                  <a:lnTo>
                    <a:pt x="1017" y="588"/>
                  </a:lnTo>
                  <a:lnTo>
                    <a:pt x="1017" y="588"/>
                  </a:lnTo>
                  <a:lnTo>
                    <a:pt x="1017" y="588"/>
                  </a:lnTo>
                  <a:lnTo>
                    <a:pt x="1017" y="590"/>
                  </a:lnTo>
                  <a:lnTo>
                    <a:pt x="1015" y="590"/>
                  </a:lnTo>
                  <a:lnTo>
                    <a:pt x="1015" y="590"/>
                  </a:lnTo>
                  <a:lnTo>
                    <a:pt x="1015" y="590"/>
                  </a:lnTo>
                  <a:lnTo>
                    <a:pt x="1015" y="590"/>
                  </a:lnTo>
                  <a:lnTo>
                    <a:pt x="1013" y="590"/>
                  </a:lnTo>
                  <a:lnTo>
                    <a:pt x="1013" y="590"/>
                  </a:lnTo>
                  <a:lnTo>
                    <a:pt x="1013" y="590"/>
                  </a:lnTo>
                  <a:lnTo>
                    <a:pt x="1013" y="588"/>
                  </a:lnTo>
                  <a:lnTo>
                    <a:pt x="1010" y="588"/>
                  </a:lnTo>
                  <a:lnTo>
                    <a:pt x="1010" y="588"/>
                  </a:lnTo>
                  <a:lnTo>
                    <a:pt x="1010" y="588"/>
                  </a:lnTo>
                  <a:lnTo>
                    <a:pt x="1008" y="588"/>
                  </a:lnTo>
                  <a:lnTo>
                    <a:pt x="1008" y="588"/>
                  </a:lnTo>
                  <a:lnTo>
                    <a:pt x="1008" y="588"/>
                  </a:lnTo>
                  <a:lnTo>
                    <a:pt x="1006" y="588"/>
                  </a:lnTo>
                  <a:lnTo>
                    <a:pt x="1006" y="590"/>
                  </a:lnTo>
                  <a:lnTo>
                    <a:pt x="1008" y="590"/>
                  </a:lnTo>
                  <a:lnTo>
                    <a:pt x="1008" y="590"/>
                  </a:lnTo>
                  <a:lnTo>
                    <a:pt x="1008" y="590"/>
                  </a:lnTo>
                  <a:lnTo>
                    <a:pt x="1008" y="590"/>
                  </a:lnTo>
                  <a:lnTo>
                    <a:pt x="1010" y="590"/>
                  </a:lnTo>
                  <a:lnTo>
                    <a:pt x="1010" y="593"/>
                  </a:lnTo>
                  <a:lnTo>
                    <a:pt x="1010" y="593"/>
                  </a:lnTo>
                  <a:lnTo>
                    <a:pt x="1010" y="593"/>
                  </a:lnTo>
                  <a:lnTo>
                    <a:pt x="1010" y="593"/>
                  </a:lnTo>
                  <a:lnTo>
                    <a:pt x="1010" y="593"/>
                  </a:lnTo>
                  <a:lnTo>
                    <a:pt x="1010" y="595"/>
                  </a:lnTo>
                  <a:lnTo>
                    <a:pt x="1013" y="595"/>
                  </a:lnTo>
                  <a:lnTo>
                    <a:pt x="1013" y="595"/>
                  </a:lnTo>
                  <a:lnTo>
                    <a:pt x="1015" y="595"/>
                  </a:lnTo>
                  <a:lnTo>
                    <a:pt x="1015" y="593"/>
                  </a:lnTo>
                  <a:lnTo>
                    <a:pt x="1015" y="593"/>
                  </a:lnTo>
                  <a:lnTo>
                    <a:pt x="1015" y="593"/>
                  </a:lnTo>
                  <a:lnTo>
                    <a:pt x="1015" y="593"/>
                  </a:lnTo>
                  <a:lnTo>
                    <a:pt x="1017" y="593"/>
                  </a:lnTo>
                  <a:lnTo>
                    <a:pt x="1017" y="593"/>
                  </a:lnTo>
                  <a:lnTo>
                    <a:pt x="1017" y="593"/>
                  </a:lnTo>
                  <a:lnTo>
                    <a:pt x="1017" y="593"/>
                  </a:lnTo>
                  <a:lnTo>
                    <a:pt x="1020" y="593"/>
                  </a:lnTo>
                  <a:lnTo>
                    <a:pt x="1020" y="590"/>
                  </a:lnTo>
                  <a:lnTo>
                    <a:pt x="1020" y="590"/>
                  </a:lnTo>
                  <a:lnTo>
                    <a:pt x="1022" y="590"/>
                  </a:lnTo>
                  <a:lnTo>
                    <a:pt x="1022" y="590"/>
                  </a:lnTo>
                  <a:lnTo>
                    <a:pt x="1022" y="590"/>
                  </a:lnTo>
                  <a:lnTo>
                    <a:pt x="1022" y="590"/>
                  </a:lnTo>
                  <a:lnTo>
                    <a:pt x="1025" y="590"/>
                  </a:lnTo>
                  <a:lnTo>
                    <a:pt x="1025" y="590"/>
                  </a:lnTo>
                  <a:lnTo>
                    <a:pt x="1025" y="590"/>
                  </a:lnTo>
                  <a:lnTo>
                    <a:pt x="1027" y="590"/>
                  </a:lnTo>
                  <a:lnTo>
                    <a:pt x="1027" y="590"/>
                  </a:lnTo>
                  <a:lnTo>
                    <a:pt x="1027" y="590"/>
                  </a:lnTo>
                  <a:lnTo>
                    <a:pt x="1029" y="590"/>
                  </a:lnTo>
                  <a:lnTo>
                    <a:pt x="1029" y="593"/>
                  </a:lnTo>
                  <a:lnTo>
                    <a:pt x="1029" y="593"/>
                  </a:lnTo>
                  <a:lnTo>
                    <a:pt x="1029" y="593"/>
                  </a:lnTo>
                  <a:lnTo>
                    <a:pt x="1029" y="593"/>
                  </a:lnTo>
                  <a:lnTo>
                    <a:pt x="1029" y="593"/>
                  </a:lnTo>
                  <a:lnTo>
                    <a:pt x="1032" y="593"/>
                  </a:lnTo>
                  <a:lnTo>
                    <a:pt x="1032" y="595"/>
                  </a:lnTo>
                  <a:lnTo>
                    <a:pt x="1032" y="595"/>
                  </a:lnTo>
                  <a:lnTo>
                    <a:pt x="1032" y="595"/>
                  </a:lnTo>
                  <a:lnTo>
                    <a:pt x="1032" y="597"/>
                  </a:lnTo>
                  <a:lnTo>
                    <a:pt x="1034" y="597"/>
                  </a:lnTo>
                  <a:lnTo>
                    <a:pt x="1034" y="597"/>
                  </a:lnTo>
                  <a:lnTo>
                    <a:pt x="1034" y="597"/>
                  </a:lnTo>
                  <a:lnTo>
                    <a:pt x="1034" y="597"/>
                  </a:lnTo>
                  <a:lnTo>
                    <a:pt x="1036" y="597"/>
                  </a:lnTo>
                  <a:lnTo>
                    <a:pt x="1036" y="597"/>
                  </a:lnTo>
                  <a:lnTo>
                    <a:pt x="1036" y="597"/>
                  </a:lnTo>
                  <a:lnTo>
                    <a:pt x="1036" y="597"/>
                  </a:lnTo>
                  <a:lnTo>
                    <a:pt x="1036" y="595"/>
                  </a:lnTo>
                  <a:lnTo>
                    <a:pt x="1036" y="595"/>
                  </a:lnTo>
                  <a:lnTo>
                    <a:pt x="1036" y="595"/>
                  </a:lnTo>
                  <a:lnTo>
                    <a:pt x="1036" y="595"/>
                  </a:lnTo>
                  <a:lnTo>
                    <a:pt x="1039" y="595"/>
                  </a:lnTo>
                  <a:lnTo>
                    <a:pt x="1039" y="593"/>
                  </a:lnTo>
                  <a:lnTo>
                    <a:pt x="1039" y="593"/>
                  </a:lnTo>
                  <a:lnTo>
                    <a:pt x="1039" y="593"/>
                  </a:lnTo>
                  <a:lnTo>
                    <a:pt x="1041" y="593"/>
                  </a:lnTo>
                  <a:lnTo>
                    <a:pt x="1041" y="593"/>
                  </a:lnTo>
                  <a:lnTo>
                    <a:pt x="1041" y="593"/>
                  </a:lnTo>
                  <a:lnTo>
                    <a:pt x="1041" y="593"/>
                  </a:lnTo>
                  <a:lnTo>
                    <a:pt x="1041" y="593"/>
                  </a:lnTo>
                  <a:lnTo>
                    <a:pt x="1041" y="590"/>
                  </a:lnTo>
                  <a:lnTo>
                    <a:pt x="1041" y="590"/>
                  </a:lnTo>
                  <a:lnTo>
                    <a:pt x="1041" y="590"/>
                  </a:lnTo>
                  <a:lnTo>
                    <a:pt x="1044" y="590"/>
                  </a:lnTo>
                  <a:lnTo>
                    <a:pt x="1044" y="590"/>
                  </a:lnTo>
                  <a:lnTo>
                    <a:pt x="1044" y="588"/>
                  </a:lnTo>
                  <a:lnTo>
                    <a:pt x="1044" y="588"/>
                  </a:lnTo>
                  <a:lnTo>
                    <a:pt x="1044" y="590"/>
                  </a:lnTo>
                  <a:lnTo>
                    <a:pt x="1046" y="590"/>
                  </a:lnTo>
                  <a:lnTo>
                    <a:pt x="1046" y="590"/>
                  </a:lnTo>
                  <a:lnTo>
                    <a:pt x="1046" y="590"/>
                  </a:lnTo>
                  <a:lnTo>
                    <a:pt x="1048" y="590"/>
                  </a:lnTo>
                  <a:lnTo>
                    <a:pt x="1048" y="590"/>
                  </a:lnTo>
                  <a:lnTo>
                    <a:pt x="1048" y="590"/>
                  </a:lnTo>
                  <a:lnTo>
                    <a:pt x="1048" y="593"/>
                  </a:lnTo>
                  <a:lnTo>
                    <a:pt x="1048" y="593"/>
                  </a:lnTo>
                  <a:lnTo>
                    <a:pt x="1048" y="593"/>
                  </a:lnTo>
                  <a:lnTo>
                    <a:pt x="1048" y="593"/>
                  </a:lnTo>
                  <a:lnTo>
                    <a:pt x="1046" y="593"/>
                  </a:lnTo>
                  <a:lnTo>
                    <a:pt x="1046" y="593"/>
                  </a:lnTo>
                  <a:lnTo>
                    <a:pt x="1044" y="593"/>
                  </a:lnTo>
                  <a:lnTo>
                    <a:pt x="1044" y="593"/>
                  </a:lnTo>
                  <a:lnTo>
                    <a:pt x="1044" y="595"/>
                  </a:lnTo>
                  <a:lnTo>
                    <a:pt x="1046" y="595"/>
                  </a:lnTo>
                  <a:lnTo>
                    <a:pt x="1046" y="595"/>
                  </a:lnTo>
                  <a:lnTo>
                    <a:pt x="1048" y="595"/>
                  </a:lnTo>
                  <a:lnTo>
                    <a:pt x="1048" y="595"/>
                  </a:lnTo>
                  <a:lnTo>
                    <a:pt x="1048" y="597"/>
                  </a:lnTo>
                  <a:lnTo>
                    <a:pt x="1048" y="597"/>
                  </a:lnTo>
                  <a:lnTo>
                    <a:pt x="1048" y="597"/>
                  </a:lnTo>
                  <a:lnTo>
                    <a:pt x="1051" y="597"/>
                  </a:lnTo>
                  <a:lnTo>
                    <a:pt x="1051" y="597"/>
                  </a:lnTo>
                  <a:lnTo>
                    <a:pt x="1048" y="597"/>
                  </a:lnTo>
                  <a:lnTo>
                    <a:pt x="1048" y="600"/>
                  </a:lnTo>
                  <a:lnTo>
                    <a:pt x="1051" y="600"/>
                  </a:lnTo>
                  <a:lnTo>
                    <a:pt x="1051" y="600"/>
                  </a:lnTo>
                  <a:lnTo>
                    <a:pt x="1051" y="600"/>
                  </a:lnTo>
                  <a:lnTo>
                    <a:pt x="1051" y="600"/>
                  </a:lnTo>
                  <a:lnTo>
                    <a:pt x="1051" y="602"/>
                  </a:lnTo>
                  <a:lnTo>
                    <a:pt x="1048" y="602"/>
                  </a:lnTo>
                  <a:lnTo>
                    <a:pt x="1048" y="602"/>
                  </a:lnTo>
                  <a:lnTo>
                    <a:pt x="1048" y="602"/>
                  </a:lnTo>
                  <a:lnTo>
                    <a:pt x="1048" y="602"/>
                  </a:lnTo>
                  <a:lnTo>
                    <a:pt x="1048" y="602"/>
                  </a:lnTo>
                  <a:lnTo>
                    <a:pt x="1048" y="605"/>
                  </a:lnTo>
                  <a:lnTo>
                    <a:pt x="1048" y="605"/>
                  </a:lnTo>
                  <a:lnTo>
                    <a:pt x="1046" y="605"/>
                  </a:lnTo>
                  <a:lnTo>
                    <a:pt x="1046" y="607"/>
                  </a:lnTo>
                  <a:lnTo>
                    <a:pt x="1046" y="607"/>
                  </a:lnTo>
                  <a:lnTo>
                    <a:pt x="1046" y="607"/>
                  </a:lnTo>
                  <a:lnTo>
                    <a:pt x="1044" y="607"/>
                  </a:lnTo>
                  <a:lnTo>
                    <a:pt x="1044" y="607"/>
                  </a:lnTo>
                  <a:lnTo>
                    <a:pt x="1044" y="609"/>
                  </a:lnTo>
                  <a:lnTo>
                    <a:pt x="1044" y="609"/>
                  </a:lnTo>
                  <a:lnTo>
                    <a:pt x="1044" y="607"/>
                  </a:lnTo>
                  <a:lnTo>
                    <a:pt x="1044" y="607"/>
                  </a:lnTo>
                  <a:lnTo>
                    <a:pt x="1041" y="607"/>
                  </a:lnTo>
                  <a:lnTo>
                    <a:pt x="1041" y="605"/>
                  </a:lnTo>
                  <a:lnTo>
                    <a:pt x="1041" y="605"/>
                  </a:lnTo>
                  <a:lnTo>
                    <a:pt x="1041" y="605"/>
                  </a:lnTo>
                  <a:lnTo>
                    <a:pt x="1041" y="605"/>
                  </a:lnTo>
                  <a:lnTo>
                    <a:pt x="1039" y="605"/>
                  </a:lnTo>
                  <a:lnTo>
                    <a:pt x="1039" y="605"/>
                  </a:lnTo>
                  <a:lnTo>
                    <a:pt x="1039" y="605"/>
                  </a:lnTo>
                  <a:lnTo>
                    <a:pt x="1036" y="605"/>
                  </a:lnTo>
                  <a:lnTo>
                    <a:pt x="1036" y="607"/>
                  </a:lnTo>
                  <a:lnTo>
                    <a:pt x="1039" y="607"/>
                  </a:lnTo>
                  <a:lnTo>
                    <a:pt x="1039" y="607"/>
                  </a:lnTo>
                  <a:lnTo>
                    <a:pt x="1039" y="607"/>
                  </a:lnTo>
                  <a:lnTo>
                    <a:pt x="1041" y="607"/>
                  </a:lnTo>
                  <a:lnTo>
                    <a:pt x="1041" y="607"/>
                  </a:lnTo>
                  <a:lnTo>
                    <a:pt x="1041" y="607"/>
                  </a:lnTo>
                  <a:lnTo>
                    <a:pt x="1041" y="607"/>
                  </a:lnTo>
                  <a:lnTo>
                    <a:pt x="1041" y="609"/>
                  </a:lnTo>
                  <a:lnTo>
                    <a:pt x="1041" y="609"/>
                  </a:lnTo>
                  <a:lnTo>
                    <a:pt x="1041" y="609"/>
                  </a:lnTo>
                  <a:lnTo>
                    <a:pt x="1041" y="612"/>
                  </a:lnTo>
                  <a:lnTo>
                    <a:pt x="1041" y="612"/>
                  </a:lnTo>
                  <a:lnTo>
                    <a:pt x="1041" y="612"/>
                  </a:lnTo>
                  <a:lnTo>
                    <a:pt x="1041" y="612"/>
                  </a:lnTo>
                  <a:lnTo>
                    <a:pt x="1041" y="614"/>
                  </a:lnTo>
                  <a:lnTo>
                    <a:pt x="1041" y="614"/>
                  </a:lnTo>
                  <a:lnTo>
                    <a:pt x="1041" y="614"/>
                  </a:lnTo>
                  <a:lnTo>
                    <a:pt x="1039" y="614"/>
                  </a:lnTo>
                  <a:lnTo>
                    <a:pt x="1039" y="616"/>
                  </a:lnTo>
                  <a:lnTo>
                    <a:pt x="1041" y="616"/>
                  </a:lnTo>
                  <a:lnTo>
                    <a:pt x="1041" y="616"/>
                  </a:lnTo>
                  <a:lnTo>
                    <a:pt x="1041" y="616"/>
                  </a:lnTo>
                  <a:lnTo>
                    <a:pt x="1041" y="619"/>
                  </a:lnTo>
                  <a:lnTo>
                    <a:pt x="1041" y="619"/>
                  </a:lnTo>
                  <a:lnTo>
                    <a:pt x="1041" y="619"/>
                  </a:lnTo>
                  <a:lnTo>
                    <a:pt x="1041" y="621"/>
                  </a:lnTo>
                  <a:lnTo>
                    <a:pt x="1041" y="621"/>
                  </a:lnTo>
                  <a:lnTo>
                    <a:pt x="1041" y="621"/>
                  </a:lnTo>
                  <a:lnTo>
                    <a:pt x="1041" y="621"/>
                  </a:lnTo>
                  <a:lnTo>
                    <a:pt x="1041" y="621"/>
                  </a:lnTo>
                  <a:lnTo>
                    <a:pt x="1039" y="621"/>
                  </a:lnTo>
                  <a:lnTo>
                    <a:pt x="1039" y="621"/>
                  </a:lnTo>
                  <a:lnTo>
                    <a:pt x="1036" y="621"/>
                  </a:lnTo>
                  <a:lnTo>
                    <a:pt x="1036" y="621"/>
                  </a:lnTo>
                  <a:lnTo>
                    <a:pt x="1036" y="621"/>
                  </a:lnTo>
                  <a:lnTo>
                    <a:pt x="1034" y="621"/>
                  </a:lnTo>
                  <a:lnTo>
                    <a:pt x="1034" y="621"/>
                  </a:lnTo>
                  <a:lnTo>
                    <a:pt x="1034" y="621"/>
                  </a:lnTo>
                  <a:lnTo>
                    <a:pt x="1034" y="619"/>
                  </a:lnTo>
                  <a:lnTo>
                    <a:pt x="1034" y="619"/>
                  </a:lnTo>
                  <a:lnTo>
                    <a:pt x="1034" y="619"/>
                  </a:lnTo>
                  <a:lnTo>
                    <a:pt x="1032" y="619"/>
                  </a:lnTo>
                  <a:lnTo>
                    <a:pt x="1032" y="621"/>
                  </a:lnTo>
                  <a:lnTo>
                    <a:pt x="1034" y="621"/>
                  </a:lnTo>
                  <a:lnTo>
                    <a:pt x="1034" y="621"/>
                  </a:lnTo>
                  <a:lnTo>
                    <a:pt x="1034" y="621"/>
                  </a:lnTo>
                  <a:lnTo>
                    <a:pt x="1034" y="621"/>
                  </a:lnTo>
                  <a:lnTo>
                    <a:pt x="1034" y="624"/>
                  </a:lnTo>
                  <a:lnTo>
                    <a:pt x="1034" y="624"/>
                  </a:lnTo>
                  <a:lnTo>
                    <a:pt x="1034" y="624"/>
                  </a:lnTo>
                  <a:lnTo>
                    <a:pt x="1034" y="626"/>
                  </a:lnTo>
                  <a:lnTo>
                    <a:pt x="1034" y="626"/>
                  </a:lnTo>
                  <a:lnTo>
                    <a:pt x="1034" y="626"/>
                  </a:lnTo>
                  <a:lnTo>
                    <a:pt x="1034" y="628"/>
                  </a:lnTo>
                  <a:lnTo>
                    <a:pt x="1034" y="628"/>
                  </a:lnTo>
                  <a:lnTo>
                    <a:pt x="1034" y="631"/>
                  </a:lnTo>
                  <a:lnTo>
                    <a:pt x="1034" y="631"/>
                  </a:lnTo>
                  <a:lnTo>
                    <a:pt x="1034" y="631"/>
                  </a:lnTo>
                  <a:lnTo>
                    <a:pt x="1032" y="631"/>
                  </a:lnTo>
                  <a:lnTo>
                    <a:pt x="1032" y="631"/>
                  </a:lnTo>
                  <a:lnTo>
                    <a:pt x="1032" y="633"/>
                  </a:lnTo>
                  <a:lnTo>
                    <a:pt x="1029" y="633"/>
                  </a:lnTo>
                  <a:lnTo>
                    <a:pt x="1029" y="633"/>
                  </a:lnTo>
                  <a:lnTo>
                    <a:pt x="1029" y="633"/>
                  </a:lnTo>
                  <a:lnTo>
                    <a:pt x="1029" y="635"/>
                  </a:lnTo>
                  <a:lnTo>
                    <a:pt x="1032" y="635"/>
                  </a:lnTo>
                  <a:lnTo>
                    <a:pt x="1032" y="635"/>
                  </a:lnTo>
                  <a:lnTo>
                    <a:pt x="1034" y="635"/>
                  </a:lnTo>
                  <a:lnTo>
                    <a:pt x="1034" y="635"/>
                  </a:lnTo>
                  <a:lnTo>
                    <a:pt x="1034" y="638"/>
                  </a:lnTo>
                  <a:lnTo>
                    <a:pt x="1034" y="638"/>
                  </a:lnTo>
                  <a:lnTo>
                    <a:pt x="1034" y="638"/>
                  </a:lnTo>
                  <a:lnTo>
                    <a:pt x="1034" y="640"/>
                  </a:lnTo>
                  <a:lnTo>
                    <a:pt x="1034" y="640"/>
                  </a:lnTo>
                  <a:lnTo>
                    <a:pt x="1034" y="640"/>
                  </a:lnTo>
                  <a:lnTo>
                    <a:pt x="1034" y="642"/>
                  </a:lnTo>
                  <a:lnTo>
                    <a:pt x="1034" y="642"/>
                  </a:lnTo>
                  <a:lnTo>
                    <a:pt x="1034" y="642"/>
                  </a:lnTo>
                  <a:lnTo>
                    <a:pt x="1034" y="642"/>
                  </a:lnTo>
                  <a:lnTo>
                    <a:pt x="1034" y="642"/>
                  </a:lnTo>
                  <a:lnTo>
                    <a:pt x="1032" y="642"/>
                  </a:lnTo>
                  <a:lnTo>
                    <a:pt x="1032" y="642"/>
                  </a:lnTo>
                  <a:lnTo>
                    <a:pt x="1032" y="642"/>
                  </a:lnTo>
                  <a:lnTo>
                    <a:pt x="1029" y="642"/>
                  </a:lnTo>
                  <a:lnTo>
                    <a:pt x="1029" y="642"/>
                  </a:lnTo>
                  <a:lnTo>
                    <a:pt x="1029" y="642"/>
                  </a:lnTo>
                  <a:lnTo>
                    <a:pt x="1029" y="642"/>
                  </a:lnTo>
                  <a:lnTo>
                    <a:pt x="1029" y="642"/>
                  </a:lnTo>
                  <a:lnTo>
                    <a:pt x="1029" y="642"/>
                  </a:lnTo>
                  <a:lnTo>
                    <a:pt x="1027" y="642"/>
                  </a:lnTo>
                  <a:lnTo>
                    <a:pt x="1027" y="645"/>
                  </a:lnTo>
                  <a:lnTo>
                    <a:pt x="1027" y="645"/>
                  </a:lnTo>
                  <a:lnTo>
                    <a:pt x="1027" y="647"/>
                  </a:lnTo>
                  <a:lnTo>
                    <a:pt x="1027" y="647"/>
                  </a:lnTo>
                  <a:lnTo>
                    <a:pt x="1027" y="650"/>
                  </a:lnTo>
                  <a:lnTo>
                    <a:pt x="1027" y="650"/>
                  </a:lnTo>
                  <a:lnTo>
                    <a:pt x="1027" y="647"/>
                  </a:lnTo>
                  <a:lnTo>
                    <a:pt x="1027" y="647"/>
                  </a:lnTo>
                  <a:lnTo>
                    <a:pt x="1025" y="647"/>
                  </a:lnTo>
                  <a:lnTo>
                    <a:pt x="1025" y="647"/>
                  </a:lnTo>
                  <a:lnTo>
                    <a:pt x="1025" y="647"/>
                  </a:lnTo>
                  <a:lnTo>
                    <a:pt x="1025" y="647"/>
                  </a:lnTo>
                  <a:lnTo>
                    <a:pt x="1022" y="647"/>
                  </a:lnTo>
                  <a:lnTo>
                    <a:pt x="1022" y="650"/>
                  </a:lnTo>
                  <a:lnTo>
                    <a:pt x="1025" y="650"/>
                  </a:lnTo>
                  <a:lnTo>
                    <a:pt x="1025" y="650"/>
                  </a:lnTo>
                  <a:lnTo>
                    <a:pt x="1022" y="650"/>
                  </a:lnTo>
                  <a:lnTo>
                    <a:pt x="1022" y="650"/>
                  </a:lnTo>
                  <a:lnTo>
                    <a:pt x="1022" y="652"/>
                  </a:lnTo>
                  <a:lnTo>
                    <a:pt x="1022" y="652"/>
                  </a:lnTo>
                  <a:lnTo>
                    <a:pt x="1022" y="652"/>
                  </a:lnTo>
                  <a:lnTo>
                    <a:pt x="1025" y="652"/>
                  </a:lnTo>
                  <a:lnTo>
                    <a:pt x="1025" y="652"/>
                  </a:lnTo>
                  <a:lnTo>
                    <a:pt x="1022" y="652"/>
                  </a:lnTo>
                  <a:lnTo>
                    <a:pt x="1022" y="654"/>
                  </a:lnTo>
                  <a:lnTo>
                    <a:pt x="1022" y="654"/>
                  </a:lnTo>
                  <a:lnTo>
                    <a:pt x="1022" y="654"/>
                  </a:lnTo>
                  <a:lnTo>
                    <a:pt x="1022" y="654"/>
                  </a:lnTo>
                  <a:lnTo>
                    <a:pt x="1020" y="654"/>
                  </a:lnTo>
                  <a:lnTo>
                    <a:pt x="1020" y="654"/>
                  </a:lnTo>
                  <a:lnTo>
                    <a:pt x="1020" y="654"/>
                  </a:lnTo>
                  <a:lnTo>
                    <a:pt x="1020" y="652"/>
                  </a:lnTo>
                  <a:lnTo>
                    <a:pt x="1017" y="652"/>
                  </a:lnTo>
                  <a:lnTo>
                    <a:pt x="1017" y="652"/>
                  </a:lnTo>
                  <a:lnTo>
                    <a:pt x="1017" y="652"/>
                  </a:lnTo>
                  <a:lnTo>
                    <a:pt x="1017" y="650"/>
                  </a:lnTo>
                  <a:lnTo>
                    <a:pt x="1017" y="650"/>
                  </a:lnTo>
                  <a:lnTo>
                    <a:pt x="1017" y="650"/>
                  </a:lnTo>
                  <a:lnTo>
                    <a:pt x="1017" y="652"/>
                  </a:lnTo>
                  <a:lnTo>
                    <a:pt x="1015" y="652"/>
                  </a:lnTo>
                  <a:lnTo>
                    <a:pt x="1015" y="652"/>
                  </a:lnTo>
                  <a:lnTo>
                    <a:pt x="1017" y="652"/>
                  </a:lnTo>
                  <a:lnTo>
                    <a:pt x="1017" y="652"/>
                  </a:lnTo>
                  <a:lnTo>
                    <a:pt x="1015" y="652"/>
                  </a:lnTo>
                  <a:lnTo>
                    <a:pt x="1015" y="652"/>
                  </a:lnTo>
                  <a:lnTo>
                    <a:pt x="1015" y="654"/>
                  </a:lnTo>
                  <a:lnTo>
                    <a:pt x="1015" y="654"/>
                  </a:lnTo>
                  <a:lnTo>
                    <a:pt x="1015" y="654"/>
                  </a:lnTo>
                  <a:lnTo>
                    <a:pt x="1013" y="654"/>
                  </a:lnTo>
                  <a:lnTo>
                    <a:pt x="1013" y="657"/>
                  </a:lnTo>
                  <a:lnTo>
                    <a:pt x="1013" y="657"/>
                  </a:lnTo>
                  <a:lnTo>
                    <a:pt x="1013" y="657"/>
                  </a:lnTo>
                  <a:lnTo>
                    <a:pt x="1013" y="659"/>
                  </a:lnTo>
                  <a:lnTo>
                    <a:pt x="1010" y="659"/>
                  </a:lnTo>
                  <a:lnTo>
                    <a:pt x="1010" y="659"/>
                  </a:lnTo>
                  <a:lnTo>
                    <a:pt x="1010" y="659"/>
                  </a:lnTo>
                  <a:lnTo>
                    <a:pt x="1010" y="661"/>
                  </a:lnTo>
                  <a:lnTo>
                    <a:pt x="1010" y="661"/>
                  </a:lnTo>
                  <a:lnTo>
                    <a:pt x="1010" y="661"/>
                  </a:lnTo>
                  <a:lnTo>
                    <a:pt x="1013" y="661"/>
                  </a:lnTo>
                  <a:lnTo>
                    <a:pt x="1013" y="661"/>
                  </a:lnTo>
                  <a:lnTo>
                    <a:pt x="1013" y="664"/>
                  </a:lnTo>
                  <a:lnTo>
                    <a:pt x="1010" y="664"/>
                  </a:lnTo>
                  <a:lnTo>
                    <a:pt x="1010" y="664"/>
                  </a:lnTo>
                  <a:lnTo>
                    <a:pt x="1010" y="666"/>
                  </a:lnTo>
                  <a:lnTo>
                    <a:pt x="1010" y="666"/>
                  </a:lnTo>
                  <a:lnTo>
                    <a:pt x="1010" y="666"/>
                  </a:lnTo>
                  <a:lnTo>
                    <a:pt x="1010" y="666"/>
                  </a:lnTo>
                  <a:lnTo>
                    <a:pt x="1010" y="669"/>
                  </a:lnTo>
                  <a:lnTo>
                    <a:pt x="1010" y="669"/>
                  </a:lnTo>
                  <a:lnTo>
                    <a:pt x="1008" y="669"/>
                  </a:lnTo>
                  <a:lnTo>
                    <a:pt x="1008" y="671"/>
                  </a:lnTo>
                  <a:lnTo>
                    <a:pt x="1008" y="671"/>
                  </a:lnTo>
                  <a:lnTo>
                    <a:pt x="1008" y="671"/>
                  </a:lnTo>
                  <a:lnTo>
                    <a:pt x="1008" y="671"/>
                  </a:lnTo>
                  <a:lnTo>
                    <a:pt x="1008" y="671"/>
                  </a:lnTo>
                  <a:lnTo>
                    <a:pt x="1006" y="671"/>
                  </a:lnTo>
                  <a:lnTo>
                    <a:pt x="1006" y="673"/>
                  </a:lnTo>
                  <a:lnTo>
                    <a:pt x="1008" y="673"/>
                  </a:lnTo>
                  <a:lnTo>
                    <a:pt x="1008" y="673"/>
                  </a:lnTo>
                  <a:lnTo>
                    <a:pt x="1008" y="673"/>
                  </a:lnTo>
                  <a:lnTo>
                    <a:pt x="1008" y="676"/>
                  </a:lnTo>
                  <a:lnTo>
                    <a:pt x="1008" y="676"/>
                  </a:lnTo>
                  <a:lnTo>
                    <a:pt x="1006" y="676"/>
                  </a:lnTo>
                  <a:lnTo>
                    <a:pt x="1006" y="676"/>
                  </a:lnTo>
                  <a:lnTo>
                    <a:pt x="1006" y="676"/>
                  </a:lnTo>
                  <a:lnTo>
                    <a:pt x="1003" y="676"/>
                  </a:lnTo>
                  <a:lnTo>
                    <a:pt x="1003" y="676"/>
                  </a:lnTo>
                  <a:lnTo>
                    <a:pt x="1003" y="676"/>
                  </a:lnTo>
                  <a:lnTo>
                    <a:pt x="1003" y="678"/>
                  </a:lnTo>
                  <a:lnTo>
                    <a:pt x="1001" y="678"/>
                  </a:lnTo>
                  <a:lnTo>
                    <a:pt x="1001" y="676"/>
                  </a:lnTo>
                  <a:lnTo>
                    <a:pt x="1001" y="676"/>
                  </a:lnTo>
                  <a:lnTo>
                    <a:pt x="1001" y="676"/>
                  </a:lnTo>
                  <a:lnTo>
                    <a:pt x="1001" y="678"/>
                  </a:lnTo>
                  <a:lnTo>
                    <a:pt x="999" y="678"/>
                  </a:lnTo>
                  <a:lnTo>
                    <a:pt x="999" y="678"/>
                  </a:lnTo>
                  <a:lnTo>
                    <a:pt x="1001" y="678"/>
                  </a:lnTo>
                  <a:lnTo>
                    <a:pt x="1001" y="678"/>
                  </a:lnTo>
                  <a:lnTo>
                    <a:pt x="1001" y="680"/>
                  </a:lnTo>
                  <a:lnTo>
                    <a:pt x="1001" y="680"/>
                  </a:lnTo>
                  <a:lnTo>
                    <a:pt x="1001" y="680"/>
                  </a:lnTo>
                  <a:lnTo>
                    <a:pt x="1001" y="683"/>
                  </a:lnTo>
                  <a:lnTo>
                    <a:pt x="1001" y="683"/>
                  </a:lnTo>
                  <a:lnTo>
                    <a:pt x="1001" y="683"/>
                  </a:lnTo>
                  <a:lnTo>
                    <a:pt x="1001" y="685"/>
                  </a:lnTo>
                  <a:lnTo>
                    <a:pt x="1001" y="685"/>
                  </a:lnTo>
                  <a:lnTo>
                    <a:pt x="1001" y="685"/>
                  </a:lnTo>
                  <a:lnTo>
                    <a:pt x="1001" y="687"/>
                  </a:lnTo>
                  <a:lnTo>
                    <a:pt x="1001" y="687"/>
                  </a:lnTo>
                  <a:lnTo>
                    <a:pt x="1001" y="685"/>
                  </a:lnTo>
                  <a:lnTo>
                    <a:pt x="999" y="685"/>
                  </a:lnTo>
                  <a:lnTo>
                    <a:pt x="999" y="687"/>
                  </a:lnTo>
                  <a:lnTo>
                    <a:pt x="999" y="687"/>
                  </a:lnTo>
                  <a:lnTo>
                    <a:pt x="999" y="687"/>
                  </a:lnTo>
                  <a:lnTo>
                    <a:pt x="996" y="687"/>
                  </a:lnTo>
                  <a:lnTo>
                    <a:pt x="996" y="687"/>
                  </a:lnTo>
                  <a:lnTo>
                    <a:pt x="996" y="687"/>
                  </a:lnTo>
                  <a:lnTo>
                    <a:pt x="996" y="685"/>
                  </a:lnTo>
                  <a:lnTo>
                    <a:pt x="996" y="685"/>
                  </a:lnTo>
                  <a:lnTo>
                    <a:pt x="996" y="687"/>
                  </a:lnTo>
                  <a:lnTo>
                    <a:pt x="994" y="687"/>
                  </a:lnTo>
                  <a:lnTo>
                    <a:pt x="994" y="687"/>
                  </a:lnTo>
                  <a:lnTo>
                    <a:pt x="994" y="687"/>
                  </a:lnTo>
                  <a:lnTo>
                    <a:pt x="994" y="687"/>
                  </a:lnTo>
                  <a:lnTo>
                    <a:pt x="996" y="687"/>
                  </a:lnTo>
                  <a:lnTo>
                    <a:pt x="996" y="690"/>
                  </a:lnTo>
                  <a:lnTo>
                    <a:pt x="996" y="690"/>
                  </a:lnTo>
                  <a:lnTo>
                    <a:pt x="996" y="690"/>
                  </a:lnTo>
                  <a:lnTo>
                    <a:pt x="996" y="692"/>
                  </a:lnTo>
                  <a:lnTo>
                    <a:pt x="996" y="692"/>
                  </a:lnTo>
                  <a:lnTo>
                    <a:pt x="996" y="692"/>
                  </a:lnTo>
                  <a:lnTo>
                    <a:pt x="994" y="692"/>
                  </a:lnTo>
                  <a:lnTo>
                    <a:pt x="994" y="692"/>
                  </a:lnTo>
                  <a:lnTo>
                    <a:pt x="994" y="692"/>
                  </a:lnTo>
                  <a:lnTo>
                    <a:pt x="991" y="692"/>
                  </a:lnTo>
                  <a:lnTo>
                    <a:pt x="991" y="692"/>
                  </a:lnTo>
                  <a:lnTo>
                    <a:pt x="991" y="692"/>
                  </a:lnTo>
                  <a:lnTo>
                    <a:pt x="991" y="695"/>
                  </a:lnTo>
                  <a:lnTo>
                    <a:pt x="989" y="695"/>
                  </a:lnTo>
                  <a:lnTo>
                    <a:pt x="989" y="695"/>
                  </a:lnTo>
                  <a:lnTo>
                    <a:pt x="991" y="695"/>
                  </a:lnTo>
                  <a:lnTo>
                    <a:pt x="991" y="697"/>
                  </a:lnTo>
                  <a:lnTo>
                    <a:pt x="991" y="697"/>
                  </a:lnTo>
                  <a:lnTo>
                    <a:pt x="989" y="697"/>
                  </a:lnTo>
                  <a:lnTo>
                    <a:pt x="989" y="699"/>
                  </a:lnTo>
                  <a:lnTo>
                    <a:pt x="991" y="699"/>
                  </a:lnTo>
                  <a:lnTo>
                    <a:pt x="991" y="699"/>
                  </a:lnTo>
                  <a:lnTo>
                    <a:pt x="991" y="699"/>
                  </a:lnTo>
                  <a:lnTo>
                    <a:pt x="991" y="702"/>
                  </a:lnTo>
                  <a:lnTo>
                    <a:pt x="991" y="702"/>
                  </a:lnTo>
                  <a:lnTo>
                    <a:pt x="991" y="702"/>
                  </a:lnTo>
                  <a:lnTo>
                    <a:pt x="991" y="702"/>
                  </a:lnTo>
                  <a:lnTo>
                    <a:pt x="989" y="702"/>
                  </a:lnTo>
                  <a:lnTo>
                    <a:pt x="989" y="702"/>
                  </a:lnTo>
                  <a:lnTo>
                    <a:pt x="989" y="704"/>
                  </a:lnTo>
                  <a:lnTo>
                    <a:pt x="989" y="704"/>
                  </a:lnTo>
                  <a:lnTo>
                    <a:pt x="989" y="704"/>
                  </a:lnTo>
                  <a:lnTo>
                    <a:pt x="991" y="704"/>
                  </a:lnTo>
                  <a:lnTo>
                    <a:pt x="991" y="706"/>
                  </a:lnTo>
                  <a:lnTo>
                    <a:pt x="989" y="706"/>
                  </a:lnTo>
                  <a:lnTo>
                    <a:pt x="989" y="706"/>
                  </a:lnTo>
                  <a:lnTo>
                    <a:pt x="989" y="706"/>
                  </a:lnTo>
                  <a:lnTo>
                    <a:pt x="989" y="706"/>
                  </a:lnTo>
                  <a:lnTo>
                    <a:pt x="989" y="709"/>
                  </a:lnTo>
                  <a:lnTo>
                    <a:pt x="991" y="709"/>
                  </a:lnTo>
                  <a:lnTo>
                    <a:pt x="991" y="709"/>
                  </a:lnTo>
                  <a:lnTo>
                    <a:pt x="991" y="706"/>
                  </a:lnTo>
                  <a:lnTo>
                    <a:pt x="991" y="706"/>
                  </a:lnTo>
                  <a:lnTo>
                    <a:pt x="991" y="709"/>
                  </a:lnTo>
                  <a:lnTo>
                    <a:pt x="991" y="709"/>
                  </a:lnTo>
                  <a:lnTo>
                    <a:pt x="994" y="709"/>
                  </a:lnTo>
                  <a:lnTo>
                    <a:pt x="994" y="709"/>
                  </a:lnTo>
                  <a:lnTo>
                    <a:pt x="996" y="709"/>
                  </a:lnTo>
                  <a:lnTo>
                    <a:pt x="996" y="711"/>
                  </a:lnTo>
                  <a:lnTo>
                    <a:pt x="996" y="711"/>
                  </a:lnTo>
                  <a:lnTo>
                    <a:pt x="994" y="711"/>
                  </a:lnTo>
                  <a:lnTo>
                    <a:pt x="994" y="711"/>
                  </a:lnTo>
                  <a:lnTo>
                    <a:pt x="994" y="714"/>
                  </a:lnTo>
                  <a:lnTo>
                    <a:pt x="994" y="714"/>
                  </a:lnTo>
                  <a:lnTo>
                    <a:pt x="994" y="714"/>
                  </a:lnTo>
                  <a:lnTo>
                    <a:pt x="991" y="714"/>
                  </a:lnTo>
                  <a:lnTo>
                    <a:pt x="991" y="716"/>
                  </a:lnTo>
                  <a:lnTo>
                    <a:pt x="991" y="716"/>
                  </a:lnTo>
                  <a:lnTo>
                    <a:pt x="991" y="716"/>
                  </a:lnTo>
                  <a:lnTo>
                    <a:pt x="991" y="716"/>
                  </a:lnTo>
                  <a:lnTo>
                    <a:pt x="991" y="718"/>
                  </a:lnTo>
                  <a:lnTo>
                    <a:pt x="991" y="718"/>
                  </a:lnTo>
                  <a:lnTo>
                    <a:pt x="991" y="718"/>
                  </a:lnTo>
                  <a:lnTo>
                    <a:pt x="991" y="718"/>
                  </a:lnTo>
                  <a:lnTo>
                    <a:pt x="991" y="718"/>
                  </a:lnTo>
                  <a:lnTo>
                    <a:pt x="989" y="718"/>
                  </a:lnTo>
                  <a:lnTo>
                    <a:pt x="989" y="716"/>
                  </a:lnTo>
                  <a:lnTo>
                    <a:pt x="989" y="716"/>
                  </a:lnTo>
                  <a:lnTo>
                    <a:pt x="989" y="716"/>
                  </a:lnTo>
                  <a:lnTo>
                    <a:pt x="987" y="716"/>
                  </a:lnTo>
                  <a:lnTo>
                    <a:pt x="987" y="716"/>
                  </a:lnTo>
                  <a:lnTo>
                    <a:pt x="987" y="718"/>
                  </a:lnTo>
                  <a:lnTo>
                    <a:pt x="987" y="718"/>
                  </a:lnTo>
                  <a:lnTo>
                    <a:pt x="987" y="718"/>
                  </a:lnTo>
                  <a:lnTo>
                    <a:pt x="989" y="718"/>
                  </a:lnTo>
                  <a:lnTo>
                    <a:pt x="989" y="721"/>
                  </a:lnTo>
                  <a:lnTo>
                    <a:pt x="989" y="721"/>
                  </a:lnTo>
                  <a:lnTo>
                    <a:pt x="989" y="721"/>
                  </a:lnTo>
                  <a:lnTo>
                    <a:pt x="987" y="721"/>
                  </a:lnTo>
                  <a:lnTo>
                    <a:pt x="987" y="721"/>
                  </a:lnTo>
                  <a:lnTo>
                    <a:pt x="987" y="721"/>
                  </a:lnTo>
                  <a:lnTo>
                    <a:pt x="984" y="721"/>
                  </a:lnTo>
                  <a:lnTo>
                    <a:pt x="984" y="721"/>
                  </a:lnTo>
                  <a:lnTo>
                    <a:pt x="984" y="721"/>
                  </a:lnTo>
                  <a:lnTo>
                    <a:pt x="984" y="718"/>
                  </a:lnTo>
                  <a:lnTo>
                    <a:pt x="984" y="718"/>
                  </a:lnTo>
                  <a:lnTo>
                    <a:pt x="984" y="718"/>
                  </a:lnTo>
                  <a:lnTo>
                    <a:pt x="984" y="716"/>
                  </a:lnTo>
                  <a:lnTo>
                    <a:pt x="984" y="716"/>
                  </a:lnTo>
                  <a:lnTo>
                    <a:pt x="984" y="714"/>
                  </a:lnTo>
                  <a:lnTo>
                    <a:pt x="984" y="714"/>
                  </a:lnTo>
                  <a:lnTo>
                    <a:pt x="984" y="714"/>
                  </a:lnTo>
                  <a:lnTo>
                    <a:pt x="984" y="711"/>
                  </a:lnTo>
                  <a:lnTo>
                    <a:pt x="984" y="711"/>
                  </a:lnTo>
                  <a:lnTo>
                    <a:pt x="984" y="714"/>
                  </a:lnTo>
                  <a:lnTo>
                    <a:pt x="984" y="714"/>
                  </a:lnTo>
                  <a:lnTo>
                    <a:pt x="982" y="714"/>
                  </a:lnTo>
                  <a:lnTo>
                    <a:pt x="982" y="716"/>
                  </a:lnTo>
                  <a:lnTo>
                    <a:pt x="982" y="716"/>
                  </a:lnTo>
                  <a:lnTo>
                    <a:pt x="982" y="714"/>
                  </a:lnTo>
                  <a:lnTo>
                    <a:pt x="982" y="714"/>
                  </a:lnTo>
                  <a:lnTo>
                    <a:pt x="982" y="714"/>
                  </a:lnTo>
                  <a:lnTo>
                    <a:pt x="980" y="714"/>
                  </a:lnTo>
                  <a:lnTo>
                    <a:pt x="980" y="714"/>
                  </a:lnTo>
                  <a:lnTo>
                    <a:pt x="980" y="716"/>
                  </a:lnTo>
                  <a:lnTo>
                    <a:pt x="982" y="716"/>
                  </a:lnTo>
                  <a:lnTo>
                    <a:pt x="982" y="716"/>
                  </a:lnTo>
                  <a:lnTo>
                    <a:pt x="982" y="716"/>
                  </a:lnTo>
                  <a:lnTo>
                    <a:pt x="982" y="716"/>
                  </a:lnTo>
                  <a:lnTo>
                    <a:pt x="984" y="716"/>
                  </a:lnTo>
                  <a:lnTo>
                    <a:pt x="984" y="718"/>
                  </a:lnTo>
                  <a:lnTo>
                    <a:pt x="984" y="718"/>
                  </a:lnTo>
                  <a:lnTo>
                    <a:pt x="984" y="721"/>
                  </a:lnTo>
                  <a:lnTo>
                    <a:pt x="982" y="721"/>
                  </a:lnTo>
                  <a:lnTo>
                    <a:pt x="982" y="721"/>
                  </a:lnTo>
                  <a:lnTo>
                    <a:pt x="982" y="721"/>
                  </a:lnTo>
                  <a:lnTo>
                    <a:pt x="982" y="721"/>
                  </a:lnTo>
                  <a:lnTo>
                    <a:pt x="982" y="721"/>
                  </a:lnTo>
                  <a:lnTo>
                    <a:pt x="982" y="721"/>
                  </a:lnTo>
                  <a:lnTo>
                    <a:pt x="980" y="721"/>
                  </a:lnTo>
                  <a:lnTo>
                    <a:pt x="980" y="721"/>
                  </a:lnTo>
                  <a:lnTo>
                    <a:pt x="980" y="721"/>
                  </a:lnTo>
                  <a:lnTo>
                    <a:pt x="980" y="723"/>
                  </a:lnTo>
                  <a:lnTo>
                    <a:pt x="980" y="723"/>
                  </a:lnTo>
                  <a:lnTo>
                    <a:pt x="980" y="725"/>
                  </a:lnTo>
                  <a:lnTo>
                    <a:pt x="977" y="725"/>
                  </a:lnTo>
                  <a:lnTo>
                    <a:pt x="977" y="725"/>
                  </a:lnTo>
                  <a:lnTo>
                    <a:pt x="977" y="723"/>
                  </a:lnTo>
                  <a:lnTo>
                    <a:pt x="977" y="723"/>
                  </a:lnTo>
                  <a:lnTo>
                    <a:pt x="977" y="723"/>
                  </a:lnTo>
                  <a:lnTo>
                    <a:pt x="977" y="723"/>
                  </a:lnTo>
                  <a:lnTo>
                    <a:pt x="977" y="725"/>
                  </a:lnTo>
                  <a:lnTo>
                    <a:pt x="977" y="725"/>
                  </a:lnTo>
                  <a:lnTo>
                    <a:pt x="977" y="728"/>
                  </a:lnTo>
                  <a:lnTo>
                    <a:pt x="975" y="728"/>
                  </a:lnTo>
                  <a:lnTo>
                    <a:pt x="975" y="728"/>
                  </a:lnTo>
                  <a:lnTo>
                    <a:pt x="975" y="730"/>
                  </a:lnTo>
                  <a:lnTo>
                    <a:pt x="975" y="730"/>
                  </a:lnTo>
                  <a:lnTo>
                    <a:pt x="975" y="730"/>
                  </a:lnTo>
                  <a:lnTo>
                    <a:pt x="975" y="728"/>
                  </a:lnTo>
                  <a:lnTo>
                    <a:pt x="973" y="728"/>
                  </a:lnTo>
                  <a:lnTo>
                    <a:pt x="973" y="730"/>
                  </a:lnTo>
                  <a:lnTo>
                    <a:pt x="973" y="730"/>
                  </a:lnTo>
                  <a:lnTo>
                    <a:pt x="970" y="730"/>
                  </a:lnTo>
                  <a:lnTo>
                    <a:pt x="970" y="730"/>
                  </a:lnTo>
                  <a:lnTo>
                    <a:pt x="970" y="730"/>
                  </a:lnTo>
                  <a:lnTo>
                    <a:pt x="970" y="733"/>
                  </a:lnTo>
                  <a:lnTo>
                    <a:pt x="970" y="733"/>
                  </a:lnTo>
                  <a:lnTo>
                    <a:pt x="970" y="733"/>
                  </a:lnTo>
                  <a:lnTo>
                    <a:pt x="970" y="733"/>
                  </a:lnTo>
                  <a:lnTo>
                    <a:pt x="970" y="735"/>
                  </a:lnTo>
                  <a:lnTo>
                    <a:pt x="970" y="735"/>
                  </a:lnTo>
                  <a:lnTo>
                    <a:pt x="970" y="737"/>
                  </a:lnTo>
                  <a:lnTo>
                    <a:pt x="968" y="737"/>
                  </a:lnTo>
                  <a:lnTo>
                    <a:pt x="968" y="737"/>
                  </a:lnTo>
                  <a:lnTo>
                    <a:pt x="968" y="737"/>
                  </a:lnTo>
                  <a:lnTo>
                    <a:pt x="968" y="737"/>
                  </a:lnTo>
                  <a:lnTo>
                    <a:pt x="965" y="737"/>
                  </a:lnTo>
                  <a:lnTo>
                    <a:pt x="965" y="737"/>
                  </a:lnTo>
                  <a:lnTo>
                    <a:pt x="965" y="735"/>
                  </a:lnTo>
                  <a:lnTo>
                    <a:pt x="965" y="735"/>
                  </a:lnTo>
                  <a:lnTo>
                    <a:pt x="963" y="735"/>
                  </a:lnTo>
                  <a:lnTo>
                    <a:pt x="963" y="735"/>
                  </a:lnTo>
                  <a:lnTo>
                    <a:pt x="963" y="735"/>
                  </a:lnTo>
                  <a:lnTo>
                    <a:pt x="961" y="735"/>
                  </a:lnTo>
                  <a:lnTo>
                    <a:pt x="961" y="735"/>
                  </a:lnTo>
                  <a:lnTo>
                    <a:pt x="961" y="737"/>
                  </a:lnTo>
                  <a:lnTo>
                    <a:pt x="961" y="737"/>
                  </a:lnTo>
                  <a:lnTo>
                    <a:pt x="963" y="737"/>
                  </a:lnTo>
                  <a:lnTo>
                    <a:pt x="963" y="737"/>
                  </a:lnTo>
                  <a:lnTo>
                    <a:pt x="963" y="737"/>
                  </a:lnTo>
                  <a:lnTo>
                    <a:pt x="963" y="737"/>
                  </a:lnTo>
                  <a:lnTo>
                    <a:pt x="965" y="737"/>
                  </a:lnTo>
                  <a:lnTo>
                    <a:pt x="965" y="740"/>
                  </a:lnTo>
                  <a:lnTo>
                    <a:pt x="965" y="740"/>
                  </a:lnTo>
                  <a:lnTo>
                    <a:pt x="963" y="740"/>
                  </a:lnTo>
                  <a:lnTo>
                    <a:pt x="963" y="740"/>
                  </a:lnTo>
                  <a:lnTo>
                    <a:pt x="963" y="740"/>
                  </a:lnTo>
                  <a:lnTo>
                    <a:pt x="963" y="740"/>
                  </a:lnTo>
                  <a:lnTo>
                    <a:pt x="963" y="740"/>
                  </a:lnTo>
                  <a:lnTo>
                    <a:pt x="963" y="740"/>
                  </a:lnTo>
                  <a:lnTo>
                    <a:pt x="961" y="740"/>
                  </a:lnTo>
                  <a:lnTo>
                    <a:pt x="961" y="740"/>
                  </a:lnTo>
                  <a:lnTo>
                    <a:pt x="958" y="740"/>
                  </a:lnTo>
                  <a:lnTo>
                    <a:pt x="958" y="740"/>
                  </a:lnTo>
                  <a:lnTo>
                    <a:pt x="958" y="740"/>
                  </a:lnTo>
                  <a:lnTo>
                    <a:pt x="958" y="742"/>
                  </a:lnTo>
                  <a:lnTo>
                    <a:pt x="958" y="742"/>
                  </a:lnTo>
                  <a:lnTo>
                    <a:pt x="958" y="744"/>
                  </a:lnTo>
                  <a:lnTo>
                    <a:pt x="956" y="744"/>
                  </a:lnTo>
                  <a:lnTo>
                    <a:pt x="956" y="744"/>
                  </a:lnTo>
                  <a:lnTo>
                    <a:pt x="956" y="744"/>
                  </a:lnTo>
                  <a:lnTo>
                    <a:pt x="956" y="744"/>
                  </a:lnTo>
                  <a:lnTo>
                    <a:pt x="956" y="747"/>
                  </a:lnTo>
                  <a:lnTo>
                    <a:pt x="954" y="747"/>
                  </a:lnTo>
                  <a:lnTo>
                    <a:pt x="954" y="747"/>
                  </a:lnTo>
                  <a:lnTo>
                    <a:pt x="954" y="747"/>
                  </a:lnTo>
                  <a:lnTo>
                    <a:pt x="954" y="749"/>
                  </a:lnTo>
                  <a:lnTo>
                    <a:pt x="951" y="749"/>
                  </a:lnTo>
                  <a:lnTo>
                    <a:pt x="951" y="749"/>
                  </a:lnTo>
                  <a:lnTo>
                    <a:pt x="951" y="751"/>
                  </a:lnTo>
                  <a:lnTo>
                    <a:pt x="951" y="751"/>
                  </a:lnTo>
                  <a:lnTo>
                    <a:pt x="951" y="751"/>
                  </a:lnTo>
                  <a:lnTo>
                    <a:pt x="951" y="751"/>
                  </a:lnTo>
                  <a:lnTo>
                    <a:pt x="949" y="751"/>
                  </a:lnTo>
                  <a:lnTo>
                    <a:pt x="949" y="751"/>
                  </a:lnTo>
                  <a:lnTo>
                    <a:pt x="949" y="751"/>
                  </a:lnTo>
                  <a:lnTo>
                    <a:pt x="949" y="754"/>
                  </a:lnTo>
                  <a:lnTo>
                    <a:pt x="949" y="754"/>
                  </a:lnTo>
                  <a:lnTo>
                    <a:pt x="949" y="751"/>
                  </a:lnTo>
                  <a:lnTo>
                    <a:pt x="946" y="751"/>
                  </a:lnTo>
                  <a:lnTo>
                    <a:pt x="946" y="754"/>
                  </a:lnTo>
                  <a:lnTo>
                    <a:pt x="946" y="754"/>
                  </a:lnTo>
                  <a:lnTo>
                    <a:pt x="946" y="754"/>
                  </a:lnTo>
                  <a:lnTo>
                    <a:pt x="946" y="754"/>
                  </a:lnTo>
                  <a:lnTo>
                    <a:pt x="949" y="754"/>
                  </a:lnTo>
                  <a:lnTo>
                    <a:pt x="949" y="756"/>
                  </a:lnTo>
                  <a:lnTo>
                    <a:pt x="949" y="756"/>
                  </a:lnTo>
                  <a:lnTo>
                    <a:pt x="949" y="756"/>
                  </a:lnTo>
                  <a:lnTo>
                    <a:pt x="949" y="756"/>
                  </a:lnTo>
                  <a:lnTo>
                    <a:pt x="946" y="756"/>
                  </a:lnTo>
                  <a:lnTo>
                    <a:pt x="946" y="756"/>
                  </a:lnTo>
                  <a:lnTo>
                    <a:pt x="946" y="759"/>
                  </a:lnTo>
                  <a:lnTo>
                    <a:pt x="944" y="759"/>
                  </a:lnTo>
                  <a:lnTo>
                    <a:pt x="944" y="759"/>
                  </a:lnTo>
                  <a:lnTo>
                    <a:pt x="944" y="759"/>
                  </a:lnTo>
                  <a:lnTo>
                    <a:pt x="944" y="759"/>
                  </a:lnTo>
                  <a:lnTo>
                    <a:pt x="944" y="761"/>
                  </a:lnTo>
                  <a:lnTo>
                    <a:pt x="942" y="761"/>
                  </a:lnTo>
                  <a:lnTo>
                    <a:pt x="942" y="761"/>
                  </a:lnTo>
                  <a:lnTo>
                    <a:pt x="942" y="761"/>
                  </a:lnTo>
                  <a:lnTo>
                    <a:pt x="942" y="761"/>
                  </a:lnTo>
                  <a:lnTo>
                    <a:pt x="942" y="761"/>
                  </a:lnTo>
                  <a:lnTo>
                    <a:pt x="939" y="761"/>
                  </a:lnTo>
                  <a:lnTo>
                    <a:pt x="939" y="761"/>
                  </a:lnTo>
                  <a:lnTo>
                    <a:pt x="939" y="761"/>
                  </a:lnTo>
                  <a:lnTo>
                    <a:pt x="937" y="761"/>
                  </a:lnTo>
                  <a:lnTo>
                    <a:pt x="937" y="761"/>
                  </a:lnTo>
                  <a:lnTo>
                    <a:pt x="937" y="761"/>
                  </a:lnTo>
                  <a:lnTo>
                    <a:pt x="937" y="761"/>
                  </a:lnTo>
                  <a:lnTo>
                    <a:pt x="935" y="761"/>
                  </a:lnTo>
                  <a:lnTo>
                    <a:pt x="935" y="761"/>
                  </a:lnTo>
                  <a:lnTo>
                    <a:pt x="935" y="761"/>
                  </a:lnTo>
                  <a:lnTo>
                    <a:pt x="932" y="761"/>
                  </a:lnTo>
                  <a:lnTo>
                    <a:pt x="932" y="763"/>
                  </a:lnTo>
                  <a:lnTo>
                    <a:pt x="935" y="763"/>
                  </a:lnTo>
                  <a:lnTo>
                    <a:pt x="935" y="763"/>
                  </a:lnTo>
                  <a:lnTo>
                    <a:pt x="935" y="763"/>
                  </a:lnTo>
                  <a:lnTo>
                    <a:pt x="937" y="763"/>
                  </a:lnTo>
                  <a:lnTo>
                    <a:pt x="937" y="763"/>
                  </a:lnTo>
                  <a:lnTo>
                    <a:pt x="937" y="766"/>
                  </a:lnTo>
                  <a:lnTo>
                    <a:pt x="937" y="766"/>
                  </a:lnTo>
                  <a:lnTo>
                    <a:pt x="935" y="766"/>
                  </a:lnTo>
                  <a:lnTo>
                    <a:pt x="935" y="766"/>
                  </a:lnTo>
                  <a:lnTo>
                    <a:pt x="935" y="766"/>
                  </a:lnTo>
                  <a:lnTo>
                    <a:pt x="932" y="766"/>
                  </a:lnTo>
                  <a:lnTo>
                    <a:pt x="932" y="766"/>
                  </a:lnTo>
                  <a:lnTo>
                    <a:pt x="932" y="766"/>
                  </a:lnTo>
                  <a:lnTo>
                    <a:pt x="930" y="766"/>
                  </a:lnTo>
                  <a:lnTo>
                    <a:pt x="930" y="763"/>
                  </a:lnTo>
                  <a:lnTo>
                    <a:pt x="932" y="763"/>
                  </a:lnTo>
                  <a:lnTo>
                    <a:pt x="932" y="763"/>
                  </a:lnTo>
                  <a:lnTo>
                    <a:pt x="930" y="763"/>
                  </a:lnTo>
                  <a:lnTo>
                    <a:pt x="930" y="763"/>
                  </a:lnTo>
                  <a:lnTo>
                    <a:pt x="930" y="763"/>
                  </a:lnTo>
                  <a:lnTo>
                    <a:pt x="930" y="766"/>
                  </a:lnTo>
                  <a:lnTo>
                    <a:pt x="930" y="766"/>
                  </a:lnTo>
                  <a:lnTo>
                    <a:pt x="930" y="766"/>
                  </a:lnTo>
                  <a:lnTo>
                    <a:pt x="928" y="766"/>
                  </a:lnTo>
                  <a:lnTo>
                    <a:pt x="928" y="768"/>
                  </a:lnTo>
                  <a:lnTo>
                    <a:pt x="928" y="768"/>
                  </a:lnTo>
                  <a:lnTo>
                    <a:pt x="928" y="770"/>
                  </a:lnTo>
                  <a:lnTo>
                    <a:pt x="930" y="770"/>
                  </a:lnTo>
                  <a:lnTo>
                    <a:pt x="930" y="770"/>
                  </a:lnTo>
                  <a:lnTo>
                    <a:pt x="928" y="770"/>
                  </a:lnTo>
                  <a:lnTo>
                    <a:pt x="928" y="770"/>
                  </a:lnTo>
                  <a:lnTo>
                    <a:pt x="928" y="770"/>
                  </a:lnTo>
                  <a:lnTo>
                    <a:pt x="925" y="770"/>
                  </a:lnTo>
                  <a:lnTo>
                    <a:pt x="925" y="770"/>
                  </a:lnTo>
                  <a:lnTo>
                    <a:pt x="925" y="773"/>
                  </a:lnTo>
                  <a:lnTo>
                    <a:pt x="925" y="773"/>
                  </a:lnTo>
                  <a:lnTo>
                    <a:pt x="925" y="770"/>
                  </a:lnTo>
                  <a:lnTo>
                    <a:pt x="923" y="770"/>
                  </a:lnTo>
                  <a:lnTo>
                    <a:pt x="923" y="773"/>
                  </a:lnTo>
                  <a:lnTo>
                    <a:pt x="923" y="773"/>
                  </a:lnTo>
                  <a:lnTo>
                    <a:pt x="923" y="775"/>
                  </a:lnTo>
                  <a:lnTo>
                    <a:pt x="923" y="775"/>
                  </a:lnTo>
                  <a:lnTo>
                    <a:pt x="923" y="775"/>
                  </a:lnTo>
                  <a:lnTo>
                    <a:pt x="923" y="778"/>
                  </a:lnTo>
                  <a:lnTo>
                    <a:pt x="923" y="778"/>
                  </a:lnTo>
                  <a:lnTo>
                    <a:pt x="923" y="778"/>
                  </a:lnTo>
                  <a:lnTo>
                    <a:pt x="920" y="778"/>
                  </a:lnTo>
                  <a:lnTo>
                    <a:pt x="920" y="778"/>
                  </a:lnTo>
                  <a:lnTo>
                    <a:pt x="918" y="778"/>
                  </a:lnTo>
                  <a:lnTo>
                    <a:pt x="918" y="778"/>
                  </a:lnTo>
                  <a:lnTo>
                    <a:pt x="918" y="778"/>
                  </a:lnTo>
                  <a:lnTo>
                    <a:pt x="916" y="778"/>
                  </a:lnTo>
                  <a:lnTo>
                    <a:pt x="916" y="780"/>
                  </a:lnTo>
                  <a:lnTo>
                    <a:pt x="916" y="780"/>
                  </a:lnTo>
                  <a:lnTo>
                    <a:pt x="916" y="780"/>
                  </a:lnTo>
                  <a:lnTo>
                    <a:pt x="916" y="780"/>
                  </a:lnTo>
                  <a:lnTo>
                    <a:pt x="913" y="780"/>
                  </a:lnTo>
                  <a:lnTo>
                    <a:pt x="913" y="780"/>
                  </a:lnTo>
                  <a:lnTo>
                    <a:pt x="913" y="780"/>
                  </a:lnTo>
                  <a:lnTo>
                    <a:pt x="911" y="780"/>
                  </a:lnTo>
                  <a:lnTo>
                    <a:pt x="911" y="780"/>
                  </a:lnTo>
                  <a:lnTo>
                    <a:pt x="911" y="780"/>
                  </a:lnTo>
                  <a:lnTo>
                    <a:pt x="911" y="780"/>
                  </a:lnTo>
                  <a:lnTo>
                    <a:pt x="911" y="780"/>
                  </a:lnTo>
                  <a:lnTo>
                    <a:pt x="909" y="780"/>
                  </a:lnTo>
                  <a:lnTo>
                    <a:pt x="909" y="782"/>
                  </a:lnTo>
                  <a:lnTo>
                    <a:pt x="909" y="782"/>
                  </a:lnTo>
                  <a:lnTo>
                    <a:pt x="909" y="782"/>
                  </a:lnTo>
                  <a:lnTo>
                    <a:pt x="909" y="782"/>
                  </a:lnTo>
                  <a:lnTo>
                    <a:pt x="906" y="782"/>
                  </a:lnTo>
                  <a:lnTo>
                    <a:pt x="906" y="782"/>
                  </a:lnTo>
                  <a:lnTo>
                    <a:pt x="906" y="780"/>
                  </a:lnTo>
                  <a:lnTo>
                    <a:pt x="906" y="780"/>
                  </a:lnTo>
                  <a:lnTo>
                    <a:pt x="906" y="780"/>
                  </a:lnTo>
                  <a:lnTo>
                    <a:pt x="904" y="780"/>
                  </a:lnTo>
                  <a:lnTo>
                    <a:pt x="904" y="780"/>
                  </a:lnTo>
                  <a:lnTo>
                    <a:pt x="904" y="780"/>
                  </a:lnTo>
                  <a:lnTo>
                    <a:pt x="901" y="780"/>
                  </a:lnTo>
                  <a:lnTo>
                    <a:pt x="901" y="780"/>
                  </a:lnTo>
                  <a:lnTo>
                    <a:pt x="904" y="780"/>
                  </a:lnTo>
                  <a:lnTo>
                    <a:pt x="904" y="782"/>
                  </a:lnTo>
                  <a:lnTo>
                    <a:pt x="904" y="782"/>
                  </a:lnTo>
                  <a:lnTo>
                    <a:pt x="901" y="782"/>
                  </a:lnTo>
                  <a:lnTo>
                    <a:pt x="901" y="785"/>
                  </a:lnTo>
                  <a:lnTo>
                    <a:pt x="901" y="785"/>
                  </a:lnTo>
                  <a:lnTo>
                    <a:pt x="901" y="785"/>
                  </a:lnTo>
                  <a:lnTo>
                    <a:pt x="901" y="785"/>
                  </a:lnTo>
                  <a:lnTo>
                    <a:pt x="901" y="785"/>
                  </a:lnTo>
                  <a:lnTo>
                    <a:pt x="899" y="785"/>
                  </a:lnTo>
                  <a:lnTo>
                    <a:pt x="899" y="785"/>
                  </a:lnTo>
                  <a:lnTo>
                    <a:pt x="897" y="785"/>
                  </a:lnTo>
                  <a:lnTo>
                    <a:pt x="897" y="785"/>
                  </a:lnTo>
                  <a:lnTo>
                    <a:pt x="897" y="782"/>
                  </a:lnTo>
                  <a:lnTo>
                    <a:pt x="897" y="782"/>
                  </a:lnTo>
                  <a:lnTo>
                    <a:pt x="897" y="782"/>
                  </a:lnTo>
                  <a:lnTo>
                    <a:pt x="894" y="782"/>
                  </a:lnTo>
                  <a:lnTo>
                    <a:pt x="894" y="782"/>
                  </a:lnTo>
                  <a:lnTo>
                    <a:pt x="894" y="782"/>
                  </a:lnTo>
                  <a:lnTo>
                    <a:pt x="892" y="782"/>
                  </a:lnTo>
                  <a:lnTo>
                    <a:pt x="892" y="782"/>
                  </a:lnTo>
                  <a:lnTo>
                    <a:pt x="890" y="782"/>
                  </a:lnTo>
                  <a:lnTo>
                    <a:pt x="890" y="782"/>
                  </a:lnTo>
                  <a:lnTo>
                    <a:pt x="890" y="785"/>
                  </a:lnTo>
                  <a:lnTo>
                    <a:pt x="890" y="785"/>
                  </a:lnTo>
                  <a:lnTo>
                    <a:pt x="890" y="785"/>
                  </a:lnTo>
                  <a:lnTo>
                    <a:pt x="890" y="785"/>
                  </a:lnTo>
                  <a:lnTo>
                    <a:pt x="890" y="787"/>
                  </a:lnTo>
                  <a:lnTo>
                    <a:pt x="887" y="787"/>
                  </a:lnTo>
                  <a:lnTo>
                    <a:pt x="887" y="787"/>
                  </a:lnTo>
                  <a:lnTo>
                    <a:pt x="887" y="787"/>
                  </a:lnTo>
                  <a:lnTo>
                    <a:pt x="887" y="789"/>
                  </a:lnTo>
                  <a:lnTo>
                    <a:pt x="885" y="789"/>
                  </a:lnTo>
                  <a:lnTo>
                    <a:pt x="885" y="789"/>
                  </a:lnTo>
                  <a:lnTo>
                    <a:pt x="885" y="787"/>
                  </a:lnTo>
                  <a:lnTo>
                    <a:pt x="885" y="787"/>
                  </a:lnTo>
                  <a:lnTo>
                    <a:pt x="883" y="787"/>
                  </a:lnTo>
                  <a:lnTo>
                    <a:pt x="883" y="787"/>
                  </a:lnTo>
                  <a:lnTo>
                    <a:pt x="883" y="785"/>
                  </a:lnTo>
                  <a:lnTo>
                    <a:pt x="883" y="785"/>
                  </a:lnTo>
                  <a:lnTo>
                    <a:pt x="883" y="782"/>
                  </a:lnTo>
                  <a:lnTo>
                    <a:pt x="883" y="782"/>
                  </a:lnTo>
                  <a:lnTo>
                    <a:pt x="883" y="782"/>
                  </a:lnTo>
                  <a:lnTo>
                    <a:pt x="883" y="782"/>
                  </a:lnTo>
                  <a:lnTo>
                    <a:pt x="883" y="782"/>
                  </a:lnTo>
                  <a:lnTo>
                    <a:pt x="883" y="785"/>
                  </a:lnTo>
                  <a:lnTo>
                    <a:pt x="883" y="785"/>
                  </a:lnTo>
                  <a:lnTo>
                    <a:pt x="883" y="785"/>
                  </a:lnTo>
                  <a:lnTo>
                    <a:pt x="883" y="787"/>
                  </a:lnTo>
                  <a:lnTo>
                    <a:pt x="883" y="787"/>
                  </a:lnTo>
                  <a:lnTo>
                    <a:pt x="883" y="787"/>
                  </a:lnTo>
                  <a:lnTo>
                    <a:pt x="883" y="789"/>
                  </a:lnTo>
                  <a:lnTo>
                    <a:pt x="883" y="789"/>
                  </a:lnTo>
                  <a:lnTo>
                    <a:pt x="883" y="789"/>
                  </a:lnTo>
                  <a:lnTo>
                    <a:pt x="883" y="789"/>
                  </a:lnTo>
                  <a:lnTo>
                    <a:pt x="883" y="789"/>
                  </a:lnTo>
                  <a:lnTo>
                    <a:pt x="880" y="789"/>
                  </a:lnTo>
                  <a:lnTo>
                    <a:pt x="880" y="789"/>
                  </a:lnTo>
                  <a:lnTo>
                    <a:pt x="880" y="789"/>
                  </a:lnTo>
                  <a:lnTo>
                    <a:pt x="880" y="789"/>
                  </a:lnTo>
                  <a:lnTo>
                    <a:pt x="878" y="789"/>
                  </a:lnTo>
                  <a:lnTo>
                    <a:pt x="878" y="789"/>
                  </a:lnTo>
                  <a:lnTo>
                    <a:pt x="878" y="789"/>
                  </a:lnTo>
                  <a:lnTo>
                    <a:pt x="878" y="789"/>
                  </a:lnTo>
                  <a:lnTo>
                    <a:pt x="878" y="787"/>
                  </a:lnTo>
                  <a:lnTo>
                    <a:pt x="878" y="787"/>
                  </a:lnTo>
                  <a:lnTo>
                    <a:pt x="878" y="787"/>
                  </a:lnTo>
                  <a:lnTo>
                    <a:pt x="875" y="787"/>
                  </a:lnTo>
                  <a:lnTo>
                    <a:pt x="875" y="787"/>
                  </a:lnTo>
                  <a:lnTo>
                    <a:pt x="875" y="787"/>
                  </a:lnTo>
                  <a:lnTo>
                    <a:pt x="875" y="787"/>
                  </a:lnTo>
                  <a:lnTo>
                    <a:pt x="873" y="787"/>
                  </a:lnTo>
                  <a:lnTo>
                    <a:pt x="873" y="787"/>
                  </a:lnTo>
                  <a:lnTo>
                    <a:pt x="871" y="787"/>
                  </a:lnTo>
                  <a:lnTo>
                    <a:pt x="871" y="787"/>
                  </a:lnTo>
                  <a:lnTo>
                    <a:pt x="871" y="787"/>
                  </a:lnTo>
                  <a:lnTo>
                    <a:pt x="871" y="789"/>
                  </a:lnTo>
                  <a:lnTo>
                    <a:pt x="868" y="789"/>
                  </a:lnTo>
                  <a:lnTo>
                    <a:pt x="868" y="789"/>
                  </a:lnTo>
                  <a:lnTo>
                    <a:pt x="868" y="789"/>
                  </a:lnTo>
                  <a:lnTo>
                    <a:pt x="868" y="789"/>
                  </a:lnTo>
                  <a:lnTo>
                    <a:pt x="866" y="789"/>
                  </a:lnTo>
                  <a:lnTo>
                    <a:pt x="866" y="789"/>
                  </a:lnTo>
                  <a:lnTo>
                    <a:pt x="864" y="789"/>
                  </a:lnTo>
                  <a:lnTo>
                    <a:pt x="864" y="789"/>
                  </a:lnTo>
                  <a:lnTo>
                    <a:pt x="864" y="787"/>
                  </a:lnTo>
                  <a:lnTo>
                    <a:pt x="864" y="787"/>
                  </a:lnTo>
                  <a:lnTo>
                    <a:pt x="864" y="787"/>
                  </a:lnTo>
                  <a:lnTo>
                    <a:pt x="864" y="785"/>
                  </a:lnTo>
                  <a:lnTo>
                    <a:pt x="864" y="785"/>
                  </a:lnTo>
                  <a:lnTo>
                    <a:pt x="864" y="785"/>
                  </a:lnTo>
                  <a:lnTo>
                    <a:pt x="864" y="782"/>
                  </a:lnTo>
                  <a:lnTo>
                    <a:pt x="864" y="782"/>
                  </a:lnTo>
                  <a:lnTo>
                    <a:pt x="861" y="782"/>
                  </a:lnTo>
                  <a:lnTo>
                    <a:pt x="861" y="782"/>
                  </a:lnTo>
                  <a:lnTo>
                    <a:pt x="861" y="782"/>
                  </a:lnTo>
                  <a:lnTo>
                    <a:pt x="861" y="782"/>
                  </a:lnTo>
                  <a:lnTo>
                    <a:pt x="861" y="785"/>
                  </a:lnTo>
                  <a:lnTo>
                    <a:pt x="861" y="785"/>
                  </a:lnTo>
                  <a:lnTo>
                    <a:pt x="861" y="787"/>
                  </a:lnTo>
                  <a:lnTo>
                    <a:pt x="859" y="787"/>
                  </a:lnTo>
                  <a:lnTo>
                    <a:pt x="859" y="787"/>
                  </a:lnTo>
                  <a:lnTo>
                    <a:pt x="859" y="789"/>
                  </a:lnTo>
                  <a:lnTo>
                    <a:pt x="859" y="789"/>
                  </a:lnTo>
                  <a:lnTo>
                    <a:pt x="861" y="789"/>
                  </a:lnTo>
                  <a:lnTo>
                    <a:pt x="861" y="789"/>
                  </a:lnTo>
                  <a:lnTo>
                    <a:pt x="861" y="789"/>
                  </a:lnTo>
                  <a:lnTo>
                    <a:pt x="861" y="792"/>
                  </a:lnTo>
                  <a:lnTo>
                    <a:pt x="861" y="792"/>
                  </a:lnTo>
                  <a:lnTo>
                    <a:pt x="861" y="792"/>
                  </a:lnTo>
                  <a:lnTo>
                    <a:pt x="861" y="794"/>
                  </a:lnTo>
                  <a:lnTo>
                    <a:pt x="861" y="794"/>
                  </a:lnTo>
                  <a:lnTo>
                    <a:pt x="861" y="797"/>
                  </a:lnTo>
                  <a:lnTo>
                    <a:pt x="859" y="797"/>
                  </a:lnTo>
                  <a:lnTo>
                    <a:pt x="859" y="797"/>
                  </a:lnTo>
                  <a:lnTo>
                    <a:pt x="859" y="797"/>
                  </a:lnTo>
                  <a:lnTo>
                    <a:pt x="859" y="799"/>
                  </a:lnTo>
                  <a:lnTo>
                    <a:pt x="859" y="799"/>
                  </a:lnTo>
                  <a:lnTo>
                    <a:pt x="859" y="799"/>
                  </a:lnTo>
                  <a:lnTo>
                    <a:pt x="859" y="799"/>
                  </a:lnTo>
                  <a:lnTo>
                    <a:pt x="859" y="799"/>
                  </a:lnTo>
                  <a:lnTo>
                    <a:pt x="857" y="799"/>
                  </a:lnTo>
                  <a:lnTo>
                    <a:pt x="857" y="799"/>
                  </a:lnTo>
                  <a:lnTo>
                    <a:pt x="857" y="799"/>
                  </a:lnTo>
                  <a:lnTo>
                    <a:pt x="857" y="801"/>
                  </a:lnTo>
                  <a:lnTo>
                    <a:pt x="854" y="801"/>
                  </a:lnTo>
                  <a:lnTo>
                    <a:pt x="854" y="801"/>
                  </a:lnTo>
                  <a:lnTo>
                    <a:pt x="854" y="801"/>
                  </a:lnTo>
                  <a:lnTo>
                    <a:pt x="854" y="804"/>
                  </a:lnTo>
                  <a:lnTo>
                    <a:pt x="852" y="804"/>
                  </a:lnTo>
                  <a:lnTo>
                    <a:pt x="852" y="804"/>
                  </a:lnTo>
                  <a:lnTo>
                    <a:pt x="852" y="804"/>
                  </a:lnTo>
                  <a:lnTo>
                    <a:pt x="852" y="804"/>
                  </a:lnTo>
                  <a:lnTo>
                    <a:pt x="852" y="806"/>
                  </a:lnTo>
                  <a:lnTo>
                    <a:pt x="849" y="806"/>
                  </a:lnTo>
                  <a:lnTo>
                    <a:pt x="849" y="806"/>
                  </a:lnTo>
                  <a:lnTo>
                    <a:pt x="849" y="804"/>
                  </a:lnTo>
                  <a:lnTo>
                    <a:pt x="849" y="804"/>
                  </a:lnTo>
                  <a:lnTo>
                    <a:pt x="849" y="806"/>
                  </a:lnTo>
                  <a:lnTo>
                    <a:pt x="847" y="806"/>
                  </a:lnTo>
                  <a:lnTo>
                    <a:pt x="847" y="806"/>
                  </a:lnTo>
                  <a:lnTo>
                    <a:pt x="845" y="806"/>
                  </a:lnTo>
                  <a:lnTo>
                    <a:pt x="845" y="806"/>
                  </a:lnTo>
                  <a:lnTo>
                    <a:pt x="845" y="806"/>
                  </a:lnTo>
                  <a:lnTo>
                    <a:pt x="845" y="804"/>
                  </a:lnTo>
                  <a:lnTo>
                    <a:pt x="842" y="804"/>
                  </a:lnTo>
                  <a:lnTo>
                    <a:pt x="842" y="804"/>
                  </a:lnTo>
                  <a:lnTo>
                    <a:pt x="842" y="804"/>
                  </a:lnTo>
                  <a:lnTo>
                    <a:pt x="842" y="804"/>
                  </a:lnTo>
                  <a:lnTo>
                    <a:pt x="842" y="804"/>
                  </a:lnTo>
                  <a:lnTo>
                    <a:pt x="840" y="804"/>
                  </a:lnTo>
                  <a:lnTo>
                    <a:pt x="840" y="806"/>
                  </a:lnTo>
                  <a:lnTo>
                    <a:pt x="840" y="806"/>
                  </a:lnTo>
                  <a:lnTo>
                    <a:pt x="840" y="806"/>
                  </a:lnTo>
                  <a:lnTo>
                    <a:pt x="840" y="808"/>
                  </a:lnTo>
                  <a:lnTo>
                    <a:pt x="840" y="808"/>
                  </a:lnTo>
                  <a:lnTo>
                    <a:pt x="842" y="808"/>
                  </a:lnTo>
                  <a:lnTo>
                    <a:pt x="842" y="806"/>
                  </a:lnTo>
                  <a:lnTo>
                    <a:pt x="842" y="806"/>
                  </a:lnTo>
                  <a:lnTo>
                    <a:pt x="842" y="806"/>
                  </a:lnTo>
                  <a:lnTo>
                    <a:pt x="845" y="806"/>
                  </a:lnTo>
                  <a:lnTo>
                    <a:pt x="845" y="806"/>
                  </a:lnTo>
                  <a:lnTo>
                    <a:pt x="845" y="808"/>
                  </a:lnTo>
                  <a:lnTo>
                    <a:pt x="845" y="808"/>
                  </a:lnTo>
                  <a:lnTo>
                    <a:pt x="845" y="808"/>
                  </a:lnTo>
                  <a:lnTo>
                    <a:pt x="842" y="808"/>
                  </a:lnTo>
                  <a:lnTo>
                    <a:pt x="842" y="811"/>
                  </a:lnTo>
                  <a:lnTo>
                    <a:pt x="842" y="811"/>
                  </a:lnTo>
                  <a:lnTo>
                    <a:pt x="845" y="811"/>
                  </a:lnTo>
                  <a:lnTo>
                    <a:pt x="845" y="811"/>
                  </a:lnTo>
                  <a:lnTo>
                    <a:pt x="845" y="811"/>
                  </a:lnTo>
                  <a:lnTo>
                    <a:pt x="845" y="811"/>
                  </a:lnTo>
                  <a:lnTo>
                    <a:pt x="842" y="811"/>
                  </a:lnTo>
                  <a:lnTo>
                    <a:pt x="842" y="813"/>
                  </a:lnTo>
                  <a:lnTo>
                    <a:pt x="842" y="813"/>
                  </a:lnTo>
                  <a:lnTo>
                    <a:pt x="842" y="813"/>
                  </a:lnTo>
                  <a:lnTo>
                    <a:pt x="842" y="811"/>
                  </a:lnTo>
                  <a:lnTo>
                    <a:pt x="840" y="811"/>
                  </a:lnTo>
                  <a:lnTo>
                    <a:pt x="840" y="811"/>
                  </a:lnTo>
                  <a:lnTo>
                    <a:pt x="838" y="811"/>
                  </a:lnTo>
                  <a:lnTo>
                    <a:pt x="838" y="811"/>
                  </a:lnTo>
                  <a:lnTo>
                    <a:pt x="838" y="811"/>
                  </a:lnTo>
                  <a:lnTo>
                    <a:pt x="835" y="811"/>
                  </a:lnTo>
                  <a:lnTo>
                    <a:pt x="835" y="811"/>
                  </a:lnTo>
                  <a:lnTo>
                    <a:pt x="835" y="811"/>
                  </a:lnTo>
                  <a:lnTo>
                    <a:pt x="835" y="811"/>
                  </a:lnTo>
                  <a:lnTo>
                    <a:pt x="835" y="811"/>
                  </a:lnTo>
                  <a:lnTo>
                    <a:pt x="835" y="811"/>
                  </a:lnTo>
                  <a:lnTo>
                    <a:pt x="835" y="811"/>
                  </a:lnTo>
                  <a:lnTo>
                    <a:pt x="835" y="808"/>
                  </a:lnTo>
                  <a:lnTo>
                    <a:pt x="833" y="808"/>
                  </a:lnTo>
                  <a:lnTo>
                    <a:pt x="833" y="808"/>
                  </a:lnTo>
                  <a:lnTo>
                    <a:pt x="833" y="811"/>
                  </a:lnTo>
                  <a:lnTo>
                    <a:pt x="830" y="811"/>
                  </a:lnTo>
                  <a:lnTo>
                    <a:pt x="830" y="811"/>
                  </a:lnTo>
                  <a:lnTo>
                    <a:pt x="830" y="811"/>
                  </a:lnTo>
                  <a:lnTo>
                    <a:pt x="830" y="808"/>
                  </a:lnTo>
                  <a:lnTo>
                    <a:pt x="828" y="808"/>
                  </a:lnTo>
                  <a:lnTo>
                    <a:pt x="828" y="808"/>
                  </a:lnTo>
                  <a:lnTo>
                    <a:pt x="828" y="806"/>
                  </a:lnTo>
                  <a:lnTo>
                    <a:pt x="828" y="806"/>
                  </a:lnTo>
                  <a:lnTo>
                    <a:pt x="828" y="808"/>
                  </a:lnTo>
                  <a:lnTo>
                    <a:pt x="828" y="808"/>
                  </a:lnTo>
                  <a:lnTo>
                    <a:pt x="826" y="808"/>
                  </a:lnTo>
                  <a:lnTo>
                    <a:pt x="826" y="808"/>
                  </a:lnTo>
                  <a:lnTo>
                    <a:pt x="826" y="808"/>
                  </a:lnTo>
                  <a:lnTo>
                    <a:pt x="823" y="808"/>
                  </a:lnTo>
                  <a:lnTo>
                    <a:pt x="823" y="811"/>
                  </a:lnTo>
                  <a:lnTo>
                    <a:pt x="826" y="811"/>
                  </a:lnTo>
                  <a:lnTo>
                    <a:pt x="826" y="811"/>
                  </a:lnTo>
                  <a:lnTo>
                    <a:pt x="826" y="811"/>
                  </a:lnTo>
                  <a:lnTo>
                    <a:pt x="826" y="811"/>
                  </a:lnTo>
                  <a:lnTo>
                    <a:pt x="826" y="811"/>
                  </a:lnTo>
                  <a:lnTo>
                    <a:pt x="823" y="811"/>
                  </a:lnTo>
                  <a:lnTo>
                    <a:pt x="823" y="811"/>
                  </a:lnTo>
                  <a:lnTo>
                    <a:pt x="823" y="811"/>
                  </a:lnTo>
                  <a:lnTo>
                    <a:pt x="823" y="813"/>
                  </a:lnTo>
                  <a:lnTo>
                    <a:pt x="821" y="813"/>
                  </a:lnTo>
                  <a:lnTo>
                    <a:pt x="821" y="813"/>
                  </a:lnTo>
                  <a:lnTo>
                    <a:pt x="821" y="811"/>
                  </a:lnTo>
                  <a:lnTo>
                    <a:pt x="821" y="811"/>
                  </a:lnTo>
                  <a:lnTo>
                    <a:pt x="819" y="811"/>
                  </a:lnTo>
                  <a:lnTo>
                    <a:pt x="819" y="813"/>
                  </a:lnTo>
                  <a:lnTo>
                    <a:pt x="819" y="813"/>
                  </a:lnTo>
                  <a:lnTo>
                    <a:pt x="819" y="813"/>
                  </a:lnTo>
                  <a:lnTo>
                    <a:pt x="816" y="813"/>
                  </a:lnTo>
                  <a:lnTo>
                    <a:pt x="816" y="813"/>
                  </a:lnTo>
                  <a:lnTo>
                    <a:pt x="816" y="813"/>
                  </a:lnTo>
                  <a:lnTo>
                    <a:pt x="814" y="813"/>
                  </a:lnTo>
                  <a:lnTo>
                    <a:pt x="814" y="813"/>
                  </a:lnTo>
                  <a:lnTo>
                    <a:pt x="812" y="813"/>
                  </a:lnTo>
                  <a:lnTo>
                    <a:pt x="812" y="813"/>
                  </a:lnTo>
                  <a:lnTo>
                    <a:pt x="812" y="815"/>
                  </a:lnTo>
                  <a:lnTo>
                    <a:pt x="812" y="815"/>
                  </a:lnTo>
                  <a:lnTo>
                    <a:pt x="812" y="815"/>
                  </a:lnTo>
                  <a:lnTo>
                    <a:pt x="809" y="815"/>
                  </a:lnTo>
                  <a:lnTo>
                    <a:pt x="809" y="818"/>
                  </a:lnTo>
                  <a:lnTo>
                    <a:pt x="809" y="818"/>
                  </a:lnTo>
                  <a:lnTo>
                    <a:pt x="809" y="815"/>
                  </a:lnTo>
                  <a:lnTo>
                    <a:pt x="809" y="815"/>
                  </a:lnTo>
                  <a:lnTo>
                    <a:pt x="809" y="815"/>
                  </a:lnTo>
                  <a:lnTo>
                    <a:pt x="807" y="815"/>
                  </a:lnTo>
                  <a:lnTo>
                    <a:pt x="807" y="815"/>
                  </a:lnTo>
                  <a:lnTo>
                    <a:pt x="804" y="815"/>
                  </a:lnTo>
                  <a:lnTo>
                    <a:pt x="804" y="815"/>
                  </a:lnTo>
                  <a:lnTo>
                    <a:pt x="804" y="815"/>
                  </a:lnTo>
                  <a:lnTo>
                    <a:pt x="804" y="815"/>
                  </a:lnTo>
                  <a:lnTo>
                    <a:pt x="802" y="815"/>
                  </a:lnTo>
                  <a:lnTo>
                    <a:pt x="802" y="818"/>
                  </a:lnTo>
                  <a:lnTo>
                    <a:pt x="802" y="818"/>
                  </a:lnTo>
                  <a:lnTo>
                    <a:pt x="802" y="818"/>
                  </a:lnTo>
                  <a:lnTo>
                    <a:pt x="800" y="818"/>
                  </a:lnTo>
                  <a:lnTo>
                    <a:pt x="800" y="818"/>
                  </a:lnTo>
                  <a:lnTo>
                    <a:pt x="797" y="818"/>
                  </a:lnTo>
                  <a:lnTo>
                    <a:pt x="797" y="818"/>
                  </a:lnTo>
                  <a:lnTo>
                    <a:pt x="797" y="818"/>
                  </a:lnTo>
                  <a:lnTo>
                    <a:pt x="797" y="820"/>
                  </a:lnTo>
                  <a:lnTo>
                    <a:pt x="797" y="820"/>
                  </a:lnTo>
                  <a:lnTo>
                    <a:pt x="797" y="820"/>
                  </a:lnTo>
                  <a:lnTo>
                    <a:pt x="797" y="820"/>
                  </a:lnTo>
                  <a:lnTo>
                    <a:pt x="795" y="820"/>
                  </a:lnTo>
                  <a:lnTo>
                    <a:pt x="795" y="823"/>
                  </a:lnTo>
                  <a:lnTo>
                    <a:pt x="795" y="823"/>
                  </a:lnTo>
                  <a:lnTo>
                    <a:pt x="795" y="823"/>
                  </a:lnTo>
                  <a:lnTo>
                    <a:pt x="795" y="825"/>
                  </a:lnTo>
                  <a:lnTo>
                    <a:pt x="795" y="825"/>
                  </a:lnTo>
                  <a:lnTo>
                    <a:pt x="795" y="827"/>
                  </a:lnTo>
                  <a:lnTo>
                    <a:pt x="795" y="827"/>
                  </a:lnTo>
                  <a:lnTo>
                    <a:pt x="795" y="827"/>
                  </a:lnTo>
                  <a:lnTo>
                    <a:pt x="797" y="827"/>
                  </a:lnTo>
                  <a:lnTo>
                    <a:pt x="797" y="830"/>
                  </a:lnTo>
                  <a:lnTo>
                    <a:pt x="795" y="830"/>
                  </a:lnTo>
                  <a:lnTo>
                    <a:pt x="795" y="830"/>
                  </a:lnTo>
                  <a:lnTo>
                    <a:pt x="795" y="830"/>
                  </a:lnTo>
                  <a:lnTo>
                    <a:pt x="795" y="830"/>
                  </a:lnTo>
                  <a:lnTo>
                    <a:pt x="795" y="830"/>
                  </a:lnTo>
                  <a:lnTo>
                    <a:pt x="795" y="830"/>
                  </a:lnTo>
                  <a:lnTo>
                    <a:pt x="793" y="830"/>
                  </a:lnTo>
                  <a:lnTo>
                    <a:pt x="793" y="830"/>
                  </a:lnTo>
                  <a:lnTo>
                    <a:pt x="793" y="830"/>
                  </a:lnTo>
                  <a:lnTo>
                    <a:pt x="793" y="827"/>
                  </a:lnTo>
                  <a:lnTo>
                    <a:pt x="790" y="827"/>
                  </a:lnTo>
                  <a:lnTo>
                    <a:pt x="790" y="827"/>
                  </a:lnTo>
                  <a:lnTo>
                    <a:pt x="790" y="827"/>
                  </a:lnTo>
                  <a:lnTo>
                    <a:pt x="790" y="827"/>
                  </a:lnTo>
                  <a:lnTo>
                    <a:pt x="790" y="827"/>
                  </a:lnTo>
                  <a:lnTo>
                    <a:pt x="788" y="827"/>
                  </a:lnTo>
                  <a:lnTo>
                    <a:pt x="788" y="827"/>
                  </a:lnTo>
                  <a:lnTo>
                    <a:pt x="788" y="830"/>
                  </a:lnTo>
                  <a:lnTo>
                    <a:pt x="788" y="830"/>
                  </a:lnTo>
                  <a:lnTo>
                    <a:pt x="788" y="830"/>
                  </a:lnTo>
                  <a:lnTo>
                    <a:pt x="788" y="830"/>
                  </a:lnTo>
                  <a:lnTo>
                    <a:pt x="788" y="830"/>
                  </a:lnTo>
                  <a:lnTo>
                    <a:pt x="790" y="830"/>
                  </a:lnTo>
                  <a:lnTo>
                    <a:pt x="790" y="830"/>
                  </a:lnTo>
                  <a:lnTo>
                    <a:pt x="790" y="830"/>
                  </a:lnTo>
                  <a:lnTo>
                    <a:pt x="790" y="830"/>
                  </a:lnTo>
                  <a:lnTo>
                    <a:pt x="790" y="832"/>
                  </a:lnTo>
                  <a:lnTo>
                    <a:pt x="790" y="832"/>
                  </a:lnTo>
                  <a:lnTo>
                    <a:pt x="793" y="832"/>
                  </a:lnTo>
                  <a:lnTo>
                    <a:pt x="793" y="834"/>
                  </a:lnTo>
                  <a:lnTo>
                    <a:pt x="793" y="834"/>
                  </a:lnTo>
                  <a:lnTo>
                    <a:pt x="793" y="834"/>
                  </a:lnTo>
                  <a:lnTo>
                    <a:pt x="793" y="837"/>
                  </a:lnTo>
                  <a:lnTo>
                    <a:pt x="793" y="837"/>
                  </a:lnTo>
                  <a:lnTo>
                    <a:pt x="795" y="837"/>
                  </a:lnTo>
                  <a:lnTo>
                    <a:pt x="795" y="839"/>
                  </a:lnTo>
                  <a:lnTo>
                    <a:pt x="795" y="839"/>
                  </a:lnTo>
                  <a:lnTo>
                    <a:pt x="795" y="839"/>
                  </a:lnTo>
                  <a:lnTo>
                    <a:pt x="795" y="842"/>
                  </a:lnTo>
                  <a:lnTo>
                    <a:pt x="795" y="842"/>
                  </a:lnTo>
                  <a:lnTo>
                    <a:pt x="795" y="842"/>
                  </a:lnTo>
                  <a:lnTo>
                    <a:pt x="795" y="842"/>
                  </a:lnTo>
                  <a:lnTo>
                    <a:pt x="795" y="844"/>
                  </a:lnTo>
                  <a:lnTo>
                    <a:pt x="795" y="844"/>
                  </a:lnTo>
                  <a:lnTo>
                    <a:pt x="795" y="844"/>
                  </a:lnTo>
                  <a:lnTo>
                    <a:pt x="795" y="844"/>
                  </a:lnTo>
                  <a:lnTo>
                    <a:pt x="795" y="844"/>
                  </a:lnTo>
                  <a:lnTo>
                    <a:pt x="795" y="842"/>
                  </a:lnTo>
                  <a:lnTo>
                    <a:pt x="793" y="842"/>
                  </a:lnTo>
                  <a:lnTo>
                    <a:pt x="793" y="844"/>
                  </a:lnTo>
                  <a:lnTo>
                    <a:pt x="793" y="844"/>
                  </a:lnTo>
                  <a:lnTo>
                    <a:pt x="793" y="844"/>
                  </a:lnTo>
                  <a:lnTo>
                    <a:pt x="790" y="844"/>
                  </a:lnTo>
                  <a:lnTo>
                    <a:pt x="790" y="844"/>
                  </a:lnTo>
                  <a:lnTo>
                    <a:pt x="790" y="846"/>
                  </a:lnTo>
                  <a:lnTo>
                    <a:pt x="790" y="846"/>
                  </a:lnTo>
                  <a:lnTo>
                    <a:pt x="788" y="846"/>
                  </a:lnTo>
                  <a:lnTo>
                    <a:pt x="788" y="846"/>
                  </a:lnTo>
                  <a:lnTo>
                    <a:pt x="788" y="846"/>
                  </a:lnTo>
                  <a:lnTo>
                    <a:pt x="788" y="846"/>
                  </a:lnTo>
                  <a:lnTo>
                    <a:pt x="788" y="846"/>
                  </a:lnTo>
                  <a:lnTo>
                    <a:pt x="788" y="846"/>
                  </a:lnTo>
                  <a:lnTo>
                    <a:pt x="786" y="846"/>
                  </a:lnTo>
                  <a:lnTo>
                    <a:pt x="786" y="846"/>
                  </a:lnTo>
                  <a:lnTo>
                    <a:pt x="783" y="846"/>
                  </a:lnTo>
                  <a:lnTo>
                    <a:pt x="783" y="846"/>
                  </a:lnTo>
                  <a:lnTo>
                    <a:pt x="783" y="846"/>
                  </a:lnTo>
                  <a:lnTo>
                    <a:pt x="783" y="846"/>
                  </a:lnTo>
                  <a:lnTo>
                    <a:pt x="781" y="846"/>
                  </a:lnTo>
                  <a:lnTo>
                    <a:pt x="781" y="846"/>
                  </a:lnTo>
                  <a:lnTo>
                    <a:pt x="781" y="846"/>
                  </a:lnTo>
                  <a:lnTo>
                    <a:pt x="781" y="846"/>
                  </a:lnTo>
                  <a:lnTo>
                    <a:pt x="781" y="844"/>
                  </a:lnTo>
                  <a:lnTo>
                    <a:pt x="781" y="844"/>
                  </a:lnTo>
                  <a:lnTo>
                    <a:pt x="778" y="844"/>
                  </a:lnTo>
                  <a:lnTo>
                    <a:pt x="778" y="842"/>
                  </a:lnTo>
                  <a:lnTo>
                    <a:pt x="778" y="842"/>
                  </a:lnTo>
                  <a:lnTo>
                    <a:pt x="778" y="842"/>
                  </a:lnTo>
                  <a:lnTo>
                    <a:pt x="778" y="842"/>
                  </a:lnTo>
                  <a:lnTo>
                    <a:pt x="778" y="839"/>
                  </a:lnTo>
                  <a:lnTo>
                    <a:pt x="778" y="839"/>
                  </a:lnTo>
                  <a:lnTo>
                    <a:pt x="778" y="839"/>
                  </a:lnTo>
                  <a:lnTo>
                    <a:pt x="778" y="839"/>
                  </a:lnTo>
                  <a:lnTo>
                    <a:pt x="778" y="839"/>
                  </a:lnTo>
                  <a:lnTo>
                    <a:pt x="778" y="837"/>
                  </a:lnTo>
                  <a:lnTo>
                    <a:pt x="778" y="837"/>
                  </a:lnTo>
                  <a:lnTo>
                    <a:pt x="776" y="837"/>
                  </a:lnTo>
                  <a:lnTo>
                    <a:pt x="776" y="837"/>
                  </a:lnTo>
                  <a:lnTo>
                    <a:pt x="776" y="834"/>
                  </a:lnTo>
                  <a:lnTo>
                    <a:pt x="776" y="834"/>
                  </a:lnTo>
                  <a:lnTo>
                    <a:pt x="776" y="832"/>
                  </a:lnTo>
                  <a:lnTo>
                    <a:pt x="776" y="832"/>
                  </a:lnTo>
                  <a:lnTo>
                    <a:pt x="776" y="832"/>
                  </a:lnTo>
                  <a:lnTo>
                    <a:pt x="776" y="830"/>
                  </a:lnTo>
                  <a:lnTo>
                    <a:pt x="776" y="830"/>
                  </a:lnTo>
                  <a:lnTo>
                    <a:pt x="774" y="830"/>
                  </a:lnTo>
                  <a:lnTo>
                    <a:pt x="774" y="830"/>
                  </a:lnTo>
                  <a:lnTo>
                    <a:pt x="774" y="827"/>
                  </a:lnTo>
                  <a:lnTo>
                    <a:pt x="776" y="827"/>
                  </a:lnTo>
                  <a:lnTo>
                    <a:pt x="776" y="827"/>
                  </a:lnTo>
                  <a:lnTo>
                    <a:pt x="776" y="825"/>
                  </a:lnTo>
                  <a:lnTo>
                    <a:pt x="776" y="825"/>
                  </a:lnTo>
                  <a:lnTo>
                    <a:pt x="776" y="823"/>
                  </a:lnTo>
                  <a:lnTo>
                    <a:pt x="776" y="823"/>
                  </a:lnTo>
                  <a:lnTo>
                    <a:pt x="776" y="823"/>
                  </a:lnTo>
                  <a:lnTo>
                    <a:pt x="776" y="820"/>
                  </a:lnTo>
                  <a:lnTo>
                    <a:pt x="776" y="820"/>
                  </a:lnTo>
                  <a:lnTo>
                    <a:pt x="776" y="820"/>
                  </a:lnTo>
                  <a:lnTo>
                    <a:pt x="776" y="820"/>
                  </a:lnTo>
                  <a:lnTo>
                    <a:pt x="776" y="818"/>
                  </a:lnTo>
                  <a:lnTo>
                    <a:pt x="776" y="818"/>
                  </a:lnTo>
                  <a:lnTo>
                    <a:pt x="778" y="818"/>
                  </a:lnTo>
                  <a:lnTo>
                    <a:pt x="778" y="818"/>
                  </a:lnTo>
                  <a:lnTo>
                    <a:pt x="778" y="818"/>
                  </a:lnTo>
                  <a:lnTo>
                    <a:pt x="778" y="815"/>
                  </a:lnTo>
                  <a:lnTo>
                    <a:pt x="778" y="815"/>
                  </a:lnTo>
                  <a:lnTo>
                    <a:pt x="778" y="815"/>
                  </a:lnTo>
                  <a:lnTo>
                    <a:pt x="778" y="815"/>
                  </a:lnTo>
                  <a:lnTo>
                    <a:pt x="776" y="815"/>
                  </a:lnTo>
                  <a:lnTo>
                    <a:pt x="776" y="815"/>
                  </a:lnTo>
                  <a:lnTo>
                    <a:pt x="776" y="815"/>
                  </a:lnTo>
                  <a:lnTo>
                    <a:pt x="776" y="813"/>
                  </a:lnTo>
                  <a:lnTo>
                    <a:pt x="774" y="813"/>
                  </a:lnTo>
                  <a:lnTo>
                    <a:pt x="774" y="815"/>
                  </a:lnTo>
                  <a:lnTo>
                    <a:pt x="774" y="815"/>
                  </a:lnTo>
                  <a:lnTo>
                    <a:pt x="774" y="815"/>
                  </a:lnTo>
                  <a:lnTo>
                    <a:pt x="774" y="815"/>
                  </a:lnTo>
                  <a:lnTo>
                    <a:pt x="774" y="813"/>
                  </a:lnTo>
                  <a:lnTo>
                    <a:pt x="771" y="813"/>
                  </a:lnTo>
                  <a:lnTo>
                    <a:pt x="771" y="815"/>
                  </a:lnTo>
                  <a:lnTo>
                    <a:pt x="771" y="815"/>
                  </a:lnTo>
                  <a:lnTo>
                    <a:pt x="771" y="815"/>
                  </a:lnTo>
                  <a:lnTo>
                    <a:pt x="771" y="815"/>
                  </a:lnTo>
                  <a:lnTo>
                    <a:pt x="769" y="815"/>
                  </a:lnTo>
                  <a:lnTo>
                    <a:pt x="769" y="815"/>
                  </a:lnTo>
                  <a:lnTo>
                    <a:pt x="769" y="815"/>
                  </a:lnTo>
                  <a:lnTo>
                    <a:pt x="767" y="815"/>
                  </a:lnTo>
                  <a:lnTo>
                    <a:pt x="767" y="815"/>
                  </a:lnTo>
                  <a:lnTo>
                    <a:pt x="764" y="815"/>
                  </a:lnTo>
                  <a:lnTo>
                    <a:pt x="764" y="818"/>
                  </a:lnTo>
                  <a:lnTo>
                    <a:pt x="764" y="818"/>
                  </a:lnTo>
                  <a:lnTo>
                    <a:pt x="764" y="818"/>
                  </a:lnTo>
                  <a:lnTo>
                    <a:pt x="762" y="818"/>
                  </a:lnTo>
                  <a:lnTo>
                    <a:pt x="762" y="815"/>
                  </a:lnTo>
                  <a:lnTo>
                    <a:pt x="762" y="815"/>
                  </a:lnTo>
                  <a:lnTo>
                    <a:pt x="762" y="815"/>
                  </a:lnTo>
                  <a:lnTo>
                    <a:pt x="762" y="813"/>
                  </a:lnTo>
                  <a:lnTo>
                    <a:pt x="762" y="813"/>
                  </a:lnTo>
                  <a:lnTo>
                    <a:pt x="764" y="813"/>
                  </a:lnTo>
                  <a:lnTo>
                    <a:pt x="764" y="813"/>
                  </a:lnTo>
                  <a:lnTo>
                    <a:pt x="764" y="811"/>
                  </a:lnTo>
                  <a:lnTo>
                    <a:pt x="762" y="811"/>
                  </a:lnTo>
                  <a:lnTo>
                    <a:pt x="762" y="811"/>
                  </a:lnTo>
                  <a:lnTo>
                    <a:pt x="762" y="811"/>
                  </a:lnTo>
                  <a:lnTo>
                    <a:pt x="759" y="811"/>
                  </a:lnTo>
                  <a:lnTo>
                    <a:pt x="759" y="811"/>
                  </a:lnTo>
                  <a:lnTo>
                    <a:pt x="757" y="811"/>
                  </a:lnTo>
                  <a:lnTo>
                    <a:pt x="757" y="811"/>
                  </a:lnTo>
                  <a:lnTo>
                    <a:pt x="757" y="811"/>
                  </a:lnTo>
                  <a:lnTo>
                    <a:pt x="755" y="811"/>
                  </a:lnTo>
                  <a:lnTo>
                    <a:pt x="755" y="811"/>
                  </a:lnTo>
                  <a:lnTo>
                    <a:pt x="755" y="811"/>
                  </a:lnTo>
                  <a:lnTo>
                    <a:pt x="755" y="811"/>
                  </a:lnTo>
                  <a:lnTo>
                    <a:pt x="755" y="811"/>
                  </a:lnTo>
                  <a:lnTo>
                    <a:pt x="755" y="808"/>
                  </a:lnTo>
                  <a:lnTo>
                    <a:pt x="752" y="808"/>
                  </a:lnTo>
                  <a:lnTo>
                    <a:pt x="752" y="808"/>
                  </a:lnTo>
                  <a:lnTo>
                    <a:pt x="752" y="811"/>
                  </a:lnTo>
                  <a:lnTo>
                    <a:pt x="752" y="811"/>
                  </a:lnTo>
                  <a:lnTo>
                    <a:pt x="750" y="811"/>
                  </a:lnTo>
                  <a:lnTo>
                    <a:pt x="750" y="811"/>
                  </a:lnTo>
                  <a:lnTo>
                    <a:pt x="750" y="811"/>
                  </a:lnTo>
                  <a:lnTo>
                    <a:pt x="750" y="813"/>
                  </a:lnTo>
                  <a:lnTo>
                    <a:pt x="750" y="813"/>
                  </a:lnTo>
                  <a:lnTo>
                    <a:pt x="748" y="813"/>
                  </a:lnTo>
                  <a:lnTo>
                    <a:pt x="748" y="813"/>
                  </a:lnTo>
                  <a:lnTo>
                    <a:pt x="748" y="811"/>
                  </a:lnTo>
                  <a:lnTo>
                    <a:pt x="745" y="811"/>
                  </a:lnTo>
                  <a:lnTo>
                    <a:pt x="745" y="813"/>
                  </a:lnTo>
                  <a:lnTo>
                    <a:pt x="745" y="813"/>
                  </a:lnTo>
                  <a:lnTo>
                    <a:pt x="745" y="813"/>
                  </a:lnTo>
                  <a:lnTo>
                    <a:pt x="745" y="813"/>
                  </a:lnTo>
                  <a:lnTo>
                    <a:pt x="743" y="813"/>
                  </a:lnTo>
                  <a:lnTo>
                    <a:pt x="743" y="813"/>
                  </a:lnTo>
                  <a:lnTo>
                    <a:pt x="743" y="813"/>
                  </a:lnTo>
                  <a:lnTo>
                    <a:pt x="743" y="813"/>
                  </a:lnTo>
                  <a:lnTo>
                    <a:pt x="743" y="813"/>
                  </a:lnTo>
                  <a:lnTo>
                    <a:pt x="741" y="813"/>
                  </a:lnTo>
                  <a:lnTo>
                    <a:pt x="741" y="813"/>
                  </a:lnTo>
                  <a:lnTo>
                    <a:pt x="741" y="813"/>
                  </a:lnTo>
                  <a:lnTo>
                    <a:pt x="738" y="813"/>
                  </a:lnTo>
                  <a:lnTo>
                    <a:pt x="738" y="813"/>
                  </a:lnTo>
                  <a:lnTo>
                    <a:pt x="738" y="811"/>
                  </a:lnTo>
                  <a:lnTo>
                    <a:pt x="738" y="811"/>
                  </a:lnTo>
                  <a:lnTo>
                    <a:pt x="738" y="811"/>
                  </a:lnTo>
                  <a:lnTo>
                    <a:pt x="736" y="811"/>
                  </a:lnTo>
                  <a:lnTo>
                    <a:pt x="736" y="811"/>
                  </a:lnTo>
                  <a:lnTo>
                    <a:pt x="736" y="811"/>
                  </a:lnTo>
                  <a:lnTo>
                    <a:pt x="736" y="811"/>
                  </a:lnTo>
                  <a:lnTo>
                    <a:pt x="733" y="811"/>
                  </a:lnTo>
                  <a:lnTo>
                    <a:pt x="733" y="811"/>
                  </a:lnTo>
                  <a:lnTo>
                    <a:pt x="733" y="811"/>
                  </a:lnTo>
                  <a:lnTo>
                    <a:pt x="731" y="811"/>
                  </a:lnTo>
                  <a:lnTo>
                    <a:pt x="731" y="811"/>
                  </a:lnTo>
                  <a:lnTo>
                    <a:pt x="731" y="811"/>
                  </a:lnTo>
                  <a:lnTo>
                    <a:pt x="729" y="811"/>
                  </a:lnTo>
                  <a:lnTo>
                    <a:pt x="729" y="811"/>
                  </a:lnTo>
                  <a:lnTo>
                    <a:pt x="729" y="811"/>
                  </a:lnTo>
                  <a:lnTo>
                    <a:pt x="729" y="811"/>
                  </a:lnTo>
                  <a:lnTo>
                    <a:pt x="726" y="811"/>
                  </a:lnTo>
                  <a:lnTo>
                    <a:pt x="726" y="811"/>
                  </a:lnTo>
                  <a:lnTo>
                    <a:pt x="726" y="811"/>
                  </a:lnTo>
                  <a:lnTo>
                    <a:pt x="726" y="811"/>
                  </a:lnTo>
                  <a:lnTo>
                    <a:pt x="724" y="811"/>
                  </a:lnTo>
                  <a:lnTo>
                    <a:pt x="724" y="808"/>
                  </a:lnTo>
                  <a:lnTo>
                    <a:pt x="724" y="808"/>
                  </a:lnTo>
                  <a:lnTo>
                    <a:pt x="724" y="808"/>
                  </a:lnTo>
                  <a:lnTo>
                    <a:pt x="724" y="808"/>
                  </a:lnTo>
                  <a:lnTo>
                    <a:pt x="724" y="808"/>
                  </a:lnTo>
                  <a:lnTo>
                    <a:pt x="722" y="808"/>
                  </a:lnTo>
                  <a:lnTo>
                    <a:pt x="722" y="808"/>
                  </a:lnTo>
                  <a:lnTo>
                    <a:pt x="722" y="808"/>
                  </a:lnTo>
                  <a:lnTo>
                    <a:pt x="722" y="808"/>
                  </a:lnTo>
                  <a:lnTo>
                    <a:pt x="722" y="806"/>
                  </a:lnTo>
                  <a:lnTo>
                    <a:pt x="719" y="806"/>
                  </a:lnTo>
                  <a:lnTo>
                    <a:pt x="719" y="806"/>
                  </a:lnTo>
                  <a:lnTo>
                    <a:pt x="719" y="806"/>
                  </a:lnTo>
                  <a:lnTo>
                    <a:pt x="719" y="804"/>
                  </a:lnTo>
                  <a:lnTo>
                    <a:pt x="719" y="804"/>
                  </a:lnTo>
                  <a:lnTo>
                    <a:pt x="719" y="801"/>
                  </a:lnTo>
                  <a:lnTo>
                    <a:pt x="717" y="801"/>
                  </a:lnTo>
                  <a:lnTo>
                    <a:pt x="717" y="804"/>
                  </a:lnTo>
                  <a:lnTo>
                    <a:pt x="717" y="804"/>
                  </a:lnTo>
                  <a:lnTo>
                    <a:pt x="717" y="801"/>
                  </a:lnTo>
                  <a:lnTo>
                    <a:pt x="717" y="801"/>
                  </a:lnTo>
                  <a:lnTo>
                    <a:pt x="717" y="801"/>
                  </a:lnTo>
                  <a:lnTo>
                    <a:pt x="715" y="801"/>
                  </a:lnTo>
                  <a:lnTo>
                    <a:pt x="715" y="801"/>
                  </a:lnTo>
                  <a:lnTo>
                    <a:pt x="715" y="801"/>
                  </a:lnTo>
                  <a:lnTo>
                    <a:pt x="712" y="801"/>
                  </a:lnTo>
                  <a:lnTo>
                    <a:pt x="712" y="801"/>
                  </a:lnTo>
                  <a:lnTo>
                    <a:pt x="712" y="799"/>
                  </a:lnTo>
                  <a:lnTo>
                    <a:pt x="712" y="799"/>
                  </a:lnTo>
                  <a:lnTo>
                    <a:pt x="712" y="799"/>
                  </a:lnTo>
                  <a:lnTo>
                    <a:pt x="712" y="797"/>
                  </a:lnTo>
                  <a:lnTo>
                    <a:pt x="710" y="797"/>
                  </a:lnTo>
                  <a:lnTo>
                    <a:pt x="710" y="797"/>
                  </a:lnTo>
                  <a:lnTo>
                    <a:pt x="710" y="794"/>
                  </a:lnTo>
                  <a:lnTo>
                    <a:pt x="712" y="794"/>
                  </a:lnTo>
                  <a:lnTo>
                    <a:pt x="712" y="794"/>
                  </a:lnTo>
                  <a:lnTo>
                    <a:pt x="710" y="794"/>
                  </a:lnTo>
                  <a:lnTo>
                    <a:pt x="710" y="792"/>
                  </a:lnTo>
                  <a:lnTo>
                    <a:pt x="710" y="792"/>
                  </a:lnTo>
                  <a:lnTo>
                    <a:pt x="710" y="792"/>
                  </a:lnTo>
                  <a:lnTo>
                    <a:pt x="710" y="792"/>
                  </a:lnTo>
                  <a:lnTo>
                    <a:pt x="710" y="789"/>
                  </a:lnTo>
                  <a:lnTo>
                    <a:pt x="710" y="789"/>
                  </a:lnTo>
                  <a:lnTo>
                    <a:pt x="710" y="789"/>
                  </a:lnTo>
                  <a:lnTo>
                    <a:pt x="710" y="787"/>
                  </a:lnTo>
                  <a:lnTo>
                    <a:pt x="710" y="787"/>
                  </a:lnTo>
                  <a:lnTo>
                    <a:pt x="710" y="787"/>
                  </a:lnTo>
                  <a:lnTo>
                    <a:pt x="710" y="787"/>
                  </a:lnTo>
                  <a:lnTo>
                    <a:pt x="712" y="787"/>
                  </a:lnTo>
                  <a:lnTo>
                    <a:pt x="712" y="785"/>
                  </a:lnTo>
                  <a:lnTo>
                    <a:pt x="712" y="785"/>
                  </a:lnTo>
                  <a:lnTo>
                    <a:pt x="712" y="785"/>
                  </a:lnTo>
                  <a:lnTo>
                    <a:pt x="712" y="782"/>
                  </a:lnTo>
                  <a:lnTo>
                    <a:pt x="715" y="782"/>
                  </a:lnTo>
                  <a:lnTo>
                    <a:pt x="715" y="782"/>
                  </a:lnTo>
                  <a:lnTo>
                    <a:pt x="715" y="780"/>
                  </a:lnTo>
                  <a:lnTo>
                    <a:pt x="715" y="780"/>
                  </a:lnTo>
                  <a:lnTo>
                    <a:pt x="712" y="780"/>
                  </a:lnTo>
                  <a:lnTo>
                    <a:pt x="712" y="780"/>
                  </a:lnTo>
                  <a:lnTo>
                    <a:pt x="712" y="780"/>
                  </a:lnTo>
                  <a:lnTo>
                    <a:pt x="710" y="780"/>
                  </a:lnTo>
                  <a:lnTo>
                    <a:pt x="710" y="780"/>
                  </a:lnTo>
                  <a:lnTo>
                    <a:pt x="710" y="778"/>
                  </a:lnTo>
                  <a:lnTo>
                    <a:pt x="710" y="778"/>
                  </a:lnTo>
                  <a:lnTo>
                    <a:pt x="707" y="778"/>
                  </a:lnTo>
                  <a:lnTo>
                    <a:pt x="707" y="778"/>
                  </a:lnTo>
                  <a:lnTo>
                    <a:pt x="707" y="778"/>
                  </a:lnTo>
                  <a:lnTo>
                    <a:pt x="707" y="778"/>
                  </a:lnTo>
                  <a:lnTo>
                    <a:pt x="705" y="778"/>
                  </a:lnTo>
                  <a:lnTo>
                    <a:pt x="705" y="780"/>
                  </a:lnTo>
                  <a:lnTo>
                    <a:pt x="705" y="780"/>
                  </a:lnTo>
                  <a:lnTo>
                    <a:pt x="705" y="780"/>
                  </a:lnTo>
                  <a:lnTo>
                    <a:pt x="703" y="780"/>
                  </a:lnTo>
                  <a:lnTo>
                    <a:pt x="703" y="780"/>
                  </a:lnTo>
                  <a:lnTo>
                    <a:pt x="703" y="780"/>
                  </a:lnTo>
                  <a:lnTo>
                    <a:pt x="703" y="778"/>
                  </a:lnTo>
                  <a:lnTo>
                    <a:pt x="703" y="778"/>
                  </a:lnTo>
                  <a:lnTo>
                    <a:pt x="700" y="778"/>
                  </a:lnTo>
                  <a:lnTo>
                    <a:pt x="700" y="775"/>
                  </a:lnTo>
                  <a:lnTo>
                    <a:pt x="700" y="775"/>
                  </a:lnTo>
                  <a:lnTo>
                    <a:pt x="698" y="775"/>
                  </a:lnTo>
                  <a:lnTo>
                    <a:pt x="698" y="775"/>
                  </a:lnTo>
                  <a:lnTo>
                    <a:pt x="698" y="775"/>
                  </a:lnTo>
                  <a:lnTo>
                    <a:pt x="696" y="775"/>
                  </a:lnTo>
                  <a:lnTo>
                    <a:pt x="696" y="778"/>
                  </a:lnTo>
                  <a:lnTo>
                    <a:pt x="696" y="778"/>
                  </a:lnTo>
                  <a:lnTo>
                    <a:pt x="696" y="778"/>
                  </a:lnTo>
                  <a:lnTo>
                    <a:pt x="696" y="778"/>
                  </a:lnTo>
                  <a:lnTo>
                    <a:pt x="693" y="778"/>
                  </a:lnTo>
                  <a:lnTo>
                    <a:pt x="693" y="778"/>
                  </a:lnTo>
                  <a:lnTo>
                    <a:pt x="693" y="778"/>
                  </a:lnTo>
                  <a:lnTo>
                    <a:pt x="693" y="775"/>
                  </a:lnTo>
                  <a:lnTo>
                    <a:pt x="691" y="775"/>
                  </a:lnTo>
                  <a:lnTo>
                    <a:pt x="691" y="775"/>
                  </a:lnTo>
                  <a:lnTo>
                    <a:pt x="691" y="775"/>
                  </a:lnTo>
                  <a:lnTo>
                    <a:pt x="691" y="775"/>
                  </a:lnTo>
                  <a:lnTo>
                    <a:pt x="691" y="773"/>
                  </a:lnTo>
                  <a:lnTo>
                    <a:pt x="688" y="773"/>
                  </a:lnTo>
                  <a:lnTo>
                    <a:pt x="688" y="773"/>
                  </a:lnTo>
                  <a:lnTo>
                    <a:pt x="688" y="773"/>
                  </a:lnTo>
                  <a:lnTo>
                    <a:pt x="688" y="773"/>
                  </a:lnTo>
                  <a:lnTo>
                    <a:pt x="688" y="770"/>
                  </a:lnTo>
                  <a:lnTo>
                    <a:pt x="686" y="770"/>
                  </a:lnTo>
                  <a:lnTo>
                    <a:pt x="686" y="770"/>
                  </a:lnTo>
                  <a:lnTo>
                    <a:pt x="686" y="770"/>
                  </a:lnTo>
                  <a:lnTo>
                    <a:pt x="686" y="770"/>
                  </a:lnTo>
                  <a:lnTo>
                    <a:pt x="684" y="770"/>
                  </a:lnTo>
                  <a:lnTo>
                    <a:pt x="684" y="768"/>
                  </a:lnTo>
                  <a:lnTo>
                    <a:pt x="684" y="768"/>
                  </a:lnTo>
                  <a:lnTo>
                    <a:pt x="684" y="768"/>
                  </a:lnTo>
                  <a:lnTo>
                    <a:pt x="684" y="768"/>
                  </a:lnTo>
                  <a:lnTo>
                    <a:pt x="684" y="766"/>
                  </a:lnTo>
                  <a:lnTo>
                    <a:pt x="681" y="766"/>
                  </a:lnTo>
                  <a:lnTo>
                    <a:pt x="681" y="766"/>
                  </a:lnTo>
                  <a:lnTo>
                    <a:pt x="681" y="768"/>
                  </a:lnTo>
                  <a:lnTo>
                    <a:pt x="681" y="768"/>
                  </a:lnTo>
                  <a:lnTo>
                    <a:pt x="681" y="768"/>
                  </a:lnTo>
                  <a:lnTo>
                    <a:pt x="679" y="768"/>
                  </a:lnTo>
                  <a:lnTo>
                    <a:pt x="679" y="768"/>
                  </a:lnTo>
                  <a:lnTo>
                    <a:pt x="679" y="770"/>
                  </a:lnTo>
                  <a:lnTo>
                    <a:pt x="677" y="770"/>
                  </a:lnTo>
                  <a:lnTo>
                    <a:pt x="677" y="770"/>
                  </a:lnTo>
                  <a:lnTo>
                    <a:pt x="677" y="770"/>
                  </a:lnTo>
                  <a:lnTo>
                    <a:pt x="677" y="770"/>
                  </a:lnTo>
                  <a:lnTo>
                    <a:pt x="674" y="770"/>
                  </a:lnTo>
                  <a:lnTo>
                    <a:pt x="674" y="770"/>
                  </a:lnTo>
                  <a:lnTo>
                    <a:pt x="674" y="770"/>
                  </a:lnTo>
                  <a:lnTo>
                    <a:pt x="672" y="770"/>
                  </a:lnTo>
                  <a:lnTo>
                    <a:pt x="672" y="770"/>
                  </a:lnTo>
                  <a:lnTo>
                    <a:pt x="672" y="773"/>
                  </a:lnTo>
                  <a:lnTo>
                    <a:pt x="672" y="773"/>
                  </a:lnTo>
                  <a:lnTo>
                    <a:pt x="672" y="773"/>
                  </a:lnTo>
                  <a:lnTo>
                    <a:pt x="672" y="775"/>
                  </a:lnTo>
                  <a:lnTo>
                    <a:pt x="672" y="775"/>
                  </a:lnTo>
                  <a:lnTo>
                    <a:pt x="672" y="778"/>
                  </a:lnTo>
                  <a:lnTo>
                    <a:pt x="672" y="778"/>
                  </a:lnTo>
                  <a:lnTo>
                    <a:pt x="670" y="778"/>
                  </a:lnTo>
                  <a:lnTo>
                    <a:pt x="670" y="780"/>
                  </a:lnTo>
                  <a:lnTo>
                    <a:pt x="670" y="780"/>
                  </a:lnTo>
                  <a:lnTo>
                    <a:pt x="670" y="780"/>
                  </a:lnTo>
                  <a:lnTo>
                    <a:pt x="670" y="780"/>
                  </a:lnTo>
                  <a:lnTo>
                    <a:pt x="667" y="780"/>
                  </a:lnTo>
                  <a:lnTo>
                    <a:pt x="667" y="780"/>
                  </a:lnTo>
                  <a:lnTo>
                    <a:pt x="665" y="780"/>
                  </a:lnTo>
                  <a:lnTo>
                    <a:pt x="665" y="780"/>
                  </a:lnTo>
                  <a:lnTo>
                    <a:pt x="665" y="780"/>
                  </a:lnTo>
                  <a:lnTo>
                    <a:pt x="665" y="780"/>
                  </a:lnTo>
                  <a:lnTo>
                    <a:pt x="665" y="782"/>
                  </a:lnTo>
                  <a:lnTo>
                    <a:pt x="662" y="782"/>
                  </a:lnTo>
                  <a:lnTo>
                    <a:pt x="662" y="782"/>
                  </a:lnTo>
                  <a:lnTo>
                    <a:pt x="662" y="782"/>
                  </a:lnTo>
                  <a:lnTo>
                    <a:pt x="662" y="782"/>
                  </a:lnTo>
                  <a:lnTo>
                    <a:pt x="660" y="782"/>
                  </a:lnTo>
                  <a:lnTo>
                    <a:pt x="660" y="782"/>
                  </a:lnTo>
                  <a:lnTo>
                    <a:pt x="660" y="782"/>
                  </a:lnTo>
                  <a:lnTo>
                    <a:pt x="658" y="782"/>
                  </a:lnTo>
                  <a:lnTo>
                    <a:pt x="658" y="780"/>
                  </a:lnTo>
                  <a:lnTo>
                    <a:pt x="658" y="780"/>
                  </a:lnTo>
                  <a:lnTo>
                    <a:pt x="658" y="780"/>
                  </a:lnTo>
                  <a:lnTo>
                    <a:pt x="658" y="780"/>
                  </a:lnTo>
                  <a:lnTo>
                    <a:pt x="658" y="780"/>
                  </a:lnTo>
                  <a:lnTo>
                    <a:pt x="655" y="780"/>
                  </a:lnTo>
                  <a:lnTo>
                    <a:pt x="655" y="780"/>
                  </a:lnTo>
                  <a:lnTo>
                    <a:pt x="655" y="782"/>
                  </a:lnTo>
                  <a:lnTo>
                    <a:pt x="655" y="782"/>
                  </a:lnTo>
                  <a:lnTo>
                    <a:pt x="655" y="782"/>
                  </a:lnTo>
                  <a:lnTo>
                    <a:pt x="655" y="785"/>
                  </a:lnTo>
                  <a:lnTo>
                    <a:pt x="655" y="785"/>
                  </a:lnTo>
                  <a:lnTo>
                    <a:pt x="655" y="787"/>
                  </a:lnTo>
                  <a:lnTo>
                    <a:pt x="653" y="787"/>
                  </a:lnTo>
                  <a:lnTo>
                    <a:pt x="653" y="787"/>
                  </a:lnTo>
                  <a:lnTo>
                    <a:pt x="653" y="789"/>
                  </a:lnTo>
                  <a:lnTo>
                    <a:pt x="653" y="789"/>
                  </a:lnTo>
                  <a:lnTo>
                    <a:pt x="653" y="787"/>
                  </a:lnTo>
                  <a:lnTo>
                    <a:pt x="651" y="787"/>
                  </a:lnTo>
                  <a:lnTo>
                    <a:pt x="651" y="787"/>
                  </a:lnTo>
                  <a:lnTo>
                    <a:pt x="651" y="787"/>
                  </a:lnTo>
                  <a:lnTo>
                    <a:pt x="651" y="787"/>
                  </a:lnTo>
                  <a:lnTo>
                    <a:pt x="651" y="785"/>
                  </a:lnTo>
                  <a:lnTo>
                    <a:pt x="648" y="785"/>
                  </a:lnTo>
                  <a:lnTo>
                    <a:pt x="648" y="785"/>
                  </a:lnTo>
                  <a:lnTo>
                    <a:pt x="648" y="785"/>
                  </a:lnTo>
                  <a:lnTo>
                    <a:pt x="648" y="782"/>
                  </a:lnTo>
                  <a:lnTo>
                    <a:pt x="648" y="782"/>
                  </a:lnTo>
                  <a:lnTo>
                    <a:pt x="648" y="782"/>
                  </a:lnTo>
                  <a:lnTo>
                    <a:pt x="646" y="782"/>
                  </a:lnTo>
                  <a:lnTo>
                    <a:pt x="646" y="780"/>
                  </a:lnTo>
                  <a:lnTo>
                    <a:pt x="646" y="780"/>
                  </a:lnTo>
                  <a:lnTo>
                    <a:pt x="646" y="782"/>
                  </a:lnTo>
                  <a:lnTo>
                    <a:pt x="644" y="782"/>
                  </a:lnTo>
                  <a:lnTo>
                    <a:pt x="644" y="782"/>
                  </a:lnTo>
                  <a:lnTo>
                    <a:pt x="644" y="785"/>
                  </a:lnTo>
                  <a:lnTo>
                    <a:pt x="644" y="785"/>
                  </a:lnTo>
                  <a:lnTo>
                    <a:pt x="644" y="785"/>
                  </a:lnTo>
                  <a:lnTo>
                    <a:pt x="644" y="785"/>
                  </a:lnTo>
                  <a:lnTo>
                    <a:pt x="644" y="785"/>
                  </a:lnTo>
                  <a:lnTo>
                    <a:pt x="641" y="785"/>
                  </a:lnTo>
                  <a:lnTo>
                    <a:pt x="641" y="782"/>
                  </a:lnTo>
                  <a:lnTo>
                    <a:pt x="641" y="782"/>
                  </a:lnTo>
                  <a:lnTo>
                    <a:pt x="641" y="782"/>
                  </a:lnTo>
                  <a:lnTo>
                    <a:pt x="641" y="780"/>
                  </a:lnTo>
                  <a:lnTo>
                    <a:pt x="639" y="780"/>
                  </a:lnTo>
                  <a:lnTo>
                    <a:pt x="639" y="780"/>
                  </a:lnTo>
                  <a:lnTo>
                    <a:pt x="639" y="780"/>
                  </a:lnTo>
                  <a:lnTo>
                    <a:pt x="639" y="780"/>
                  </a:lnTo>
                  <a:lnTo>
                    <a:pt x="639" y="782"/>
                  </a:lnTo>
                  <a:lnTo>
                    <a:pt x="639" y="782"/>
                  </a:lnTo>
                  <a:lnTo>
                    <a:pt x="639" y="782"/>
                  </a:lnTo>
                  <a:lnTo>
                    <a:pt x="639" y="785"/>
                  </a:lnTo>
                  <a:lnTo>
                    <a:pt x="636" y="785"/>
                  </a:lnTo>
                  <a:lnTo>
                    <a:pt x="636" y="785"/>
                  </a:lnTo>
                  <a:lnTo>
                    <a:pt x="636" y="785"/>
                  </a:lnTo>
                  <a:lnTo>
                    <a:pt x="636" y="785"/>
                  </a:lnTo>
                  <a:lnTo>
                    <a:pt x="636" y="787"/>
                  </a:lnTo>
                  <a:lnTo>
                    <a:pt x="636" y="787"/>
                  </a:lnTo>
                  <a:lnTo>
                    <a:pt x="634" y="787"/>
                  </a:lnTo>
                  <a:lnTo>
                    <a:pt x="634" y="789"/>
                  </a:lnTo>
                  <a:lnTo>
                    <a:pt x="634" y="789"/>
                  </a:lnTo>
                  <a:lnTo>
                    <a:pt x="634" y="789"/>
                  </a:lnTo>
                  <a:lnTo>
                    <a:pt x="632" y="789"/>
                  </a:lnTo>
                  <a:lnTo>
                    <a:pt x="632" y="789"/>
                  </a:lnTo>
                  <a:lnTo>
                    <a:pt x="632" y="789"/>
                  </a:lnTo>
                  <a:lnTo>
                    <a:pt x="632" y="789"/>
                  </a:lnTo>
                  <a:lnTo>
                    <a:pt x="629" y="789"/>
                  </a:lnTo>
                  <a:lnTo>
                    <a:pt x="629" y="787"/>
                  </a:lnTo>
                  <a:lnTo>
                    <a:pt x="629" y="787"/>
                  </a:lnTo>
                  <a:lnTo>
                    <a:pt x="629" y="787"/>
                  </a:lnTo>
                  <a:lnTo>
                    <a:pt x="629" y="785"/>
                  </a:lnTo>
                  <a:lnTo>
                    <a:pt x="629" y="785"/>
                  </a:lnTo>
                  <a:lnTo>
                    <a:pt x="627" y="785"/>
                  </a:lnTo>
                  <a:lnTo>
                    <a:pt x="627" y="785"/>
                  </a:lnTo>
                  <a:lnTo>
                    <a:pt x="627" y="785"/>
                  </a:lnTo>
                  <a:lnTo>
                    <a:pt x="625" y="785"/>
                  </a:lnTo>
                  <a:lnTo>
                    <a:pt x="625" y="782"/>
                  </a:lnTo>
                  <a:lnTo>
                    <a:pt x="625" y="782"/>
                  </a:lnTo>
                  <a:lnTo>
                    <a:pt x="625" y="782"/>
                  </a:lnTo>
                  <a:lnTo>
                    <a:pt x="622" y="782"/>
                  </a:lnTo>
                  <a:lnTo>
                    <a:pt x="622" y="782"/>
                  </a:lnTo>
                  <a:lnTo>
                    <a:pt x="622" y="782"/>
                  </a:lnTo>
                  <a:lnTo>
                    <a:pt x="622" y="780"/>
                  </a:lnTo>
                  <a:lnTo>
                    <a:pt x="622" y="780"/>
                  </a:lnTo>
                  <a:lnTo>
                    <a:pt x="620" y="780"/>
                  </a:lnTo>
                  <a:lnTo>
                    <a:pt x="620" y="782"/>
                  </a:lnTo>
                  <a:lnTo>
                    <a:pt x="620" y="782"/>
                  </a:lnTo>
                  <a:lnTo>
                    <a:pt x="620" y="782"/>
                  </a:lnTo>
                  <a:lnTo>
                    <a:pt x="620" y="785"/>
                  </a:lnTo>
                  <a:lnTo>
                    <a:pt x="620" y="785"/>
                  </a:lnTo>
                  <a:lnTo>
                    <a:pt x="617" y="785"/>
                  </a:lnTo>
                  <a:lnTo>
                    <a:pt x="617" y="787"/>
                  </a:lnTo>
                  <a:lnTo>
                    <a:pt x="617" y="787"/>
                  </a:lnTo>
                  <a:lnTo>
                    <a:pt x="617" y="787"/>
                  </a:lnTo>
                  <a:lnTo>
                    <a:pt x="617" y="787"/>
                  </a:lnTo>
                  <a:lnTo>
                    <a:pt x="617" y="789"/>
                  </a:lnTo>
                  <a:lnTo>
                    <a:pt x="617" y="789"/>
                  </a:lnTo>
                  <a:lnTo>
                    <a:pt x="615" y="789"/>
                  </a:lnTo>
                  <a:lnTo>
                    <a:pt x="615" y="789"/>
                  </a:lnTo>
                  <a:lnTo>
                    <a:pt x="615" y="789"/>
                  </a:lnTo>
                  <a:lnTo>
                    <a:pt x="615" y="789"/>
                  </a:lnTo>
                  <a:lnTo>
                    <a:pt x="613" y="789"/>
                  </a:lnTo>
                  <a:lnTo>
                    <a:pt x="613" y="789"/>
                  </a:lnTo>
                  <a:lnTo>
                    <a:pt x="613" y="789"/>
                  </a:lnTo>
                  <a:lnTo>
                    <a:pt x="610" y="789"/>
                  </a:lnTo>
                  <a:lnTo>
                    <a:pt x="610" y="789"/>
                  </a:lnTo>
                  <a:lnTo>
                    <a:pt x="610" y="789"/>
                  </a:lnTo>
                  <a:lnTo>
                    <a:pt x="610" y="789"/>
                  </a:lnTo>
                  <a:lnTo>
                    <a:pt x="608" y="789"/>
                  </a:lnTo>
                  <a:lnTo>
                    <a:pt x="608" y="792"/>
                  </a:lnTo>
                  <a:lnTo>
                    <a:pt x="608" y="792"/>
                  </a:lnTo>
                  <a:lnTo>
                    <a:pt x="608" y="789"/>
                  </a:lnTo>
                  <a:lnTo>
                    <a:pt x="608" y="789"/>
                  </a:lnTo>
                  <a:lnTo>
                    <a:pt x="608" y="789"/>
                  </a:lnTo>
                  <a:lnTo>
                    <a:pt x="606" y="789"/>
                  </a:lnTo>
                  <a:lnTo>
                    <a:pt x="606" y="789"/>
                  </a:lnTo>
                  <a:lnTo>
                    <a:pt x="606" y="789"/>
                  </a:lnTo>
                  <a:lnTo>
                    <a:pt x="603" y="789"/>
                  </a:lnTo>
                  <a:lnTo>
                    <a:pt x="603" y="789"/>
                  </a:lnTo>
                  <a:lnTo>
                    <a:pt x="603" y="789"/>
                  </a:lnTo>
                  <a:lnTo>
                    <a:pt x="603" y="789"/>
                  </a:lnTo>
                  <a:lnTo>
                    <a:pt x="603" y="792"/>
                  </a:lnTo>
                  <a:lnTo>
                    <a:pt x="603" y="792"/>
                  </a:lnTo>
                  <a:lnTo>
                    <a:pt x="603" y="792"/>
                  </a:lnTo>
                  <a:lnTo>
                    <a:pt x="603" y="794"/>
                  </a:lnTo>
                  <a:lnTo>
                    <a:pt x="601" y="794"/>
                  </a:lnTo>
                  <a:lnTo>
                    <a:pt x="601" y="794"/>
                  </a:lnTo>
                  <a:lnTo>
                    <a:pt x="601" y="794"/>
                  </a:lnTo>
                  <a:lnTo>
                    <a:pt x="601" y="797"/>
                  </a:lnTo>
                  <a:lnTo>
                    <a:pt x="601" y="797"/>
                  </a:lnTo>
                  <a:lnTo>
                    <a:pt x="601" y="797"/>
                  </a:lnTo>
                  <a:lnTo>
                    <a:pt x="601" y="799"/>
                  </a:lnTo>
                  <a:lnTo>
                    <a:pt x="601" y="799"/>
                  </a:lnTo>
                  <a:lnTo>
                    <a:pt x="603" y="799"/>
                  </a:lnTo>
                  <a:lnTo>
                    <a:pt x="603" y="799"/>
                  </a:lnTo>
                  <a:lnTo>
                    <a:pt x="603" y="801"/>
                  </a:lnTo>
                  <a:lnTo>
                    <a:pt x="603" y="801"/>
                  </a:lnTo>
                  <a:lnTo>
                    <a:pt x="603" y="801"/>
                  </a:lnTo>
                  <a:lnTo>
                    <a:pt x="603" y="801"/>
                  </a:lnTo>
                  <a:lnTo>
                    <a:pt x="603" y="804"/>
                  </a:lnTo>
                  <a:lnTo>
                    <a:pt x="603" y="804"/>
                  </a:lnTo>
                  <a:lnTo>
                    <a:pt x="606" y="804"/>
                  </a:lnTo>
                  <a:lnTo>
                    <a:pt x="606" y="806"/>
                  </a:lnTo>
                  <a:lnTo>
                    <a:pt x="606" y="806"/>
                  </a:lnTo>
                  <a:lnTo>
                    <a:pt x="606" y="806"/>
                  </a:lnTo>
                  <a:lnTo>
                    <a:pt x="606" y="806"/>
                  </a:lnTo>
                  <a:lnTo>
                    <a:pt x="606" y="808"/>
                  </a:lnTo>
                  <a:lnTo>
                    <a:pt x="606" y="808"/>
                  </a:lnTo>
                  <a:lnTo>
                    <a:pt x="606" y="811"/>
                  </a:lnTo>
                  <a:lnTo>
                    <a:pt x="606" y="811"/>
                  </a:lnTo>
                  <a:lnTo>
                    <a:pt x="606" y="811"/>
                  </a:lnTo>
                  <a:lnTo>
                    <a:pt x="608" y="811"/>
                  </a:lnTo>
                  <a:lnTo>
                    <a:pt x="608" y="811"/>
                  </a:lnTo>
                  <a:lnTo>
                    <a:pt x="606" y="811"/>
                  </a:lnTo>
                  <a:lnTo>
                    <a:pt x="606" y="811"/>
                  </a:lnTo>
                  <a:lnTo>
                    <a:pt x="606" y="813"/>
                  </a:lnTo>
                  <a:lnTo>
                    <a:pt x="606" y="813"/>
                  </a:lnTo>
                  <a:lnTo>
                    <a:pt x="606" y="813"/>
                  </a:lnTo>
                  <a:lnTo>
                    <a:pt x="606" y="813"/>
                  </a:lnTo>
                  <a:lnTo>
                    <a:pt x="606" y="815"/>
                  </a:lnTo>
                  <a:lnTo>
                    <a:pt x="606" y="815"/>
                  </a:lnTo>
                  <a:lnTo>
                    <a:pt x="606" y="818"/>
                  </a:lnTo>
                  <a:lnTo>
                    <a:pt x="606" y="818"/>
                  </a:lnTo>
                  <a:lnTo>
                    <a:pt x="606" y="820"/>
                  </a:lnTo>
                  <a:lnTo>
                    <a:pt x="606" y="820"/>
                  </a:lnTo>
                  <a:lnTo>
                    <a:pt x="608" y="820"/>
                  </a:lnTo>
                  <a:lnTo>
                    <a:pt x="608" y="820"/>
                  </a:lnTo>
                  <a:lnTo>
                    <a:pt x="608" y="820"/>
                  </a:lnTo>
                  <a:lnTo>
                    <a:pt x="606" y="820"/>
                  </a:lnTo>
                  <a:lnTo>
                    <a:pt x="606" y="823"/>
                  </a:lnTo>
                  <a:lnTo>
                    <a:pt x="606" y="823"/>
                  </a:lnTo>
                  <a:lnTo>
                    <a:pt x="606" y="823"/>
                  </a:lnTo>
                  <a:lnTo>
                    <a:pt x="603" y="823"/>
                  </a:lnTo>
                  <a:lnTo>
                    <a:pt x="603" y="823"/>
                  </a:lnTo>
                  <a:lnTo>
                    <a:pt x="603" y="823"/>
                  </a:lnTo>
                  <a:lnTo>
                    <a:pt x="603" y="820"/>
                  </a:lnTo>
                  <a:lnTo>
                    <a:pt x="603" y="820"/>
                  </a:lnTo>
                  <a:lnTo>
                    <a:pt x="601" y="820"/>
                  </a:lnTo>
                  <a:lnTo>
                    <a:pt x="601" y="820"/>
                  </a:lnTo>
                  <a:lnTo>
                    <a:pt x="601" y="820"/>
                  </a:lnTo>
                  <a:lnTo>
                    <a:pt x="599" y="820"/>
                  </a:lnTo>
                  <a:lnTo>
                    <a:pt x="599" y="820"/>
                  </a:lnTo>
                  <a:lnTo>
                    <a:pt x="599" y="820"/>
                  </a:lnTo>
                  <a:lnTo>
                    <a:pt x="599" y="820"/>
                  </a:lnTo>
                  <a:lnTo>
                    <a:pt x="596" y="820"/>
                  </a:lnTo>
                  <a:lnTo>
                    <a:pt x="596" y="820"/>
                  </a:lnTo>
                  <a:lnTo>
                    <a:pt x="596" y="823"/>
                  </a:lnTo>
                  <a:lnTo>
                    <a:pt x="596" y="823"/>
                  </a:lnTo>
                  <a:lnTo>
                    <a:pt x="596" y="820"/>
                  </a:lnTo>
                  <a:lnTo>
                    <a:pt x="594" y="820"/>
                  </a:lnTo>
                  <a:lnTo>
                    <a:pt x="594" y="820"/>
                  </a:lnTo>
                  <a:lnTo>
                    <a:pt x="594" y="820"/>
                  </a:lnTo>
                  <a:lnTo>
                    <a:pt x="594" y="818"/>
                  </a:lnTo>
                  <a:lnTo>
                    <a:pt x="594" y="818"/>
                  </a:lnTo>
                  <a:lnTo>
                    <a:pt x="594" y="815"/>
                  </a:lnTo>
                  <a:lnTo>
                    <a:pt x="594" y="815"/>
                  </a:lnTo>
                  <a:lnTo>
                    <a:pt x="594" y="815"/>
                  </a:lnTo>
                  <a:lnTo>
                    <a:pt x="594" y="813"/>
                  </a:lnTo>
                  <a:lnTo>
                    <a:pt x="594" y="813"/>
                  </a:lnTo>
                  <a:lnTo>
                    <a:pt x="591" y="813"/>
                  </a:lnTo>
                  <a:lnTo>
                    <a:pt x="591" y="811"/>
                  </a:lnTo>
                  <a:lnTo>
                    <a:pt x="591" y="811"/>
                  </a:lnTo>
                  <a:lnTo>
                    <a:pt x="591" y="811"/>
                  </a:lnTo>
                  <a:lnTo>
                    <a:pt x="591" y="811"/>
                  </a:lnTo>
                  <a:lnTo>
                    <a:pt x="591" y="808"/>
                  </a:lnTo>
                  <a:lnTo>
                    <a:pt x="591" y="808"/>
                  </a:lnTo>
                  <a:lnTo>
                    <a:pt x="591" y="806"/>
                  </a:lnTo>
                  <a:lnTo>
                    <a:pt x="591" y="806"/>
                  </a:lnTo>
                  <a:lnTo>
                    <a:pt x="591" y="808"/>
                  </a:lnTo>
                  <a:lnTo>
                    <a:pt x="589" y="808"/>
                  </a:lnTo>
                  <a:lnTo>
                    <a:pt x="589" y="808"/>
                  </a:lnTo>
                  <a:lnTo>
                    <a:pt x="589" y="808"/>
                  </a:lnTo>
                  <a:lnTo>
                    <a:pt x="589" y="808"/>
                  </a:lnTo>
                  <a:lnTo>
                    <a:pt x="587" y="808"/>
                  </a:lnTo>
                  <a:lnTo>
                    <a:pt x="587" y="811"/>
                  </a:lnTo>
                  <a:lnTo>
                    <a:pt x="587" y="811"/>
                  </a:lnTo>
                  <a:lnTo>
                    <a:pt x="584" y="811"/>
                  </a:lnTo>
                  <a:lnTo>
                    <a:pt x="584" y="811"/>
                  </a:lnTo>
                  <a:lnTo>
                    <a:pt x="584" y="811"/>
                  </a:lnTo>
                  <a:lnTo>
                    <a:pt x="584" y="811"/>
                  </a:lnTo>
                  <a:lnTo>
                    <a:pt x="584" y="813"/>
                  </a:lnTo>
                  <a:lnTo>
                    <a:pt x="584" y="813"/>
                  </a:lnTo>
                  <a:lnTo>
                    <a:pt x="584" y="813"/>
                  </a:lnTo>
                  <a:lnTo>
                    <a:pt x="582" y="813"/>
                  </a:lnTo>
                  <a:lnTo>
                    <a:pt x="582" y="813"/>
                  </a:lnTo>
                  <a:lnTo>
                    <a:pt x="582" y="813"/>
                  </a:lnTo>
                  <a:lnTo>
                    <a:pt x="582" y="815"/>
                  </a:lnTo>
                  <a:lnTo>
                    <a:pt x="580" y="815"/>
                  </a:lnTo>
                  <a:lnTo>
                    <a:pt x="580" y="815"/>
                  </a:lnTo>
                  <a:lnTo>
                    <a:pt x="577" y="815"/>
                  </a:lnTo>
                  <a:lnTo>
                    <a:pt x="577" y="815"/>
                  </a:lnTo>
                  <a:lnTo>
                    <a:pt x="577" y="813"/>
                  </a:lnTo>
                  <a:lnTo>
                    <a:pt x="577" y="813"/>
                  </a:lnTo>
                  <a:lnTo>
                    <a:pt x="577" y="813"/>
                  </a:lnTo>
                  <a:lnTo>
                    <a:pt x="575" y="813"/>
                  </a:lnTo>
                  <a:lnTo>
                    <a:pt x="575" y="813"/>
                  </a:lnTo>
                  <a:lnTo>
                    <a:pt x="575" y="813"/>
                  </a:lnTo>
                  <a:lnTo>
                    <a:pt x="575" y="813"/>
                  </a:lnTo>
                  <a:lnTo>
                    <a:pt x="575" y="815"/>
                  </a:lnTo>
                  <a:lnTo>
                    <a:pt x="572" y="815"/>
                  </a:lnTo>
                  <a:lnTo>
                    <a:pt x="572" y="815"/>
                  </a:lnTo>
                  <a:lnTo>
                    <a:pt x="570" y="815"/>
                  </a:lnTo>
                  <a:lnTo>
                    <a:pt x="570" y="813"/>
                  </a:lnTo>
                  <a:lnTo>
                    <a:pt x="570" y="813"/>
                  </a:lnTo>
                  <a:lnTo>
                    <a:pt x="570" y="813"/>
                  </a:lnTo>
                  <a:lnTo>
                    <a:pt x="570" y="811"/>
                  </a:lnTo>
                  <a:lnTo>
                    <a:pt x="570" y="811"/>
                  </a:lnTo>
                  <a:lnTo>
                    <a:pt x="570" y="811"/>
                  </a:lnTo>
                  <a:lnTo>
                    <a:pt x="570" y="811"/>
                  </a:lnTo>
                  <a:lnTo>
                    <a:pt x="570" y="811"/>
                  </a:lnTo>
                  <a:lnTo>
                    <a:pt x="570" y="808"/>
                  </a:lnTo>
                  <a:lnTo>
                    <a:pt x="570" y="808"/>
                  </a:lnTo>
                  <a:lnTo>
                    <a:pt x="568" y="808"/>
                  </a:lnTo>
                  <a:lnTo>
                    <a:pt x="568" y="808"/>
                  </a:lnTo>
                  <a:lnTo>
                    <a:pt x="568" y="808"/>
                  </a:lnTo>
                  <a:lnTo>
                    <a:pt x="565" y="808"/>
                  </a:lnTo>
                  <a:lnTo>
                    <a:pt x="565" y="806"/>
                  </a:lnTo>
                  <a:lnTo>
                    <a:pt x="565" y="806"/>
                  </a:lnTo>
                  <a:lnTo>
                    <a:pt x="565" y="804"/>
                  </a:lnTo>
                  <a:lnTo>
                    <a:pt x="565" y="804"/>
                  </a:lnTo>
                  <a:lnTo>
                    <a:pt x="568" y="804"/>
                  </a:lnTo>
                  <a:lnTo>
                    <a:pt x="568" y="801"/>
                  </a:lnTo>
                  <a:lnTo>
                    <a:pt x="568" y="801"/>
                  </a:lnTo>
                  <a:lnTo>
                    <a:pt x="565" y="801"/>
                  </a:lnTo>
                  <a:lnTo>
                    <a:pt x="565" y="799"/>
                  </a:lnTo>
                  <a:lnTo>
                    <a:pt x="565" y="799"/>
                  </a:lnTo>
                  <a:lnTo>
                    <a:pt x="565" y="799"/>
                  </a:lnTo>
                  <a:lnTo>
                    <a:pt x="565" y="799"/>
                  </a:lnTo>
                  <a:lnTo>
                    <a:pt x="565" y="799"/>
                  </a:lnTo>
                  <a:lnTo>
                    <a:pt x="563" y="799"/>
                  </a:lnTo>
                  <a:lnTo>
                    <a:pt x="563" y="799"/>
                  </a:lnTo>
                  <a:lnTo>
                    <a:pt x="563" y="799"/>
                  </a:lnTo>
                  <a:lnTo>
                    <a:pt x="563" y="799"/>
                  </a:lnTo>
                  <a:lnTo>
                    <a:pt x="563" y="799"/>
                  </a:lnTo>
                  <a:lnTo>
                    <a:pt x="561" y="799"/>
                  </a:lnTo>
                  <a:lnTo>
                    <a:pt x="561" y="799"/>
                  </a:lnTo>
                  <a:lnTo>
                    <a:pt x="561" y="799"/>
                  </a:lnTo>
                  <a:lnTo>
                    <a:pt x="558" y="799"/>
                  </a:lnTo>
                  <a:lnTo>
                    <a:pt x="558" y="799"/>
                  </a:lnTo>
                  <a:lnTo>
                    <a:pt x="558" y="799"/>
                  </a:lnTo>
                  <a:lnTo>
                    <a:pt x="558" y="799"/>
                  </a:lnTo>
                  <a:lnTo>
                    <a:pt x="556" y="799"/>
                  </a:lnTo>
                  <a:lnTo>
                    <a:pt x="556" y="799"/>
                  </a:lnTo>
                  <a:lnTo>
                    <a:pt x="556" y="799"/>
                  </a:lnTo>
                  <a:lnTo>
                    <a:pt x="554" y="799"/>
                  </a:lnTo>
                  <a:lnTo>
                    <a:pt x="554" y="799"/>
                  </a:lnTo>
                  <a:lnTo>
                    <a:pt x="554" y="799"/>
                  </a:lnTo>
                  <a:lnTo>
                    <a:pt x="554" y="799"/>
                  </a:lnTo>
                  <a:lnTo>
                    <a:pt x="551" y="799"/>
                  </a:lnTo>
                  <a:lnTo>
                    <a:pt x="551" y="799"/>
                  </a:lnTo>
                  <a:lnTo>
                    <a:pt x="551" y="799"/>
                  </a:lnTo>
                  <a:lnTo>
                    <a:pt x="551" y="797"/>
                  </a:lnTo>
                  <a:lnTo>
                    <a:pt x="551" y="797"/>
                  </a:lnTo>
                  <a:lnTo>
                    <a:pt x="551" y="794"/>
                  </a:lnTo>
                  <a:lnTo>
                    <a:pt x="551" y="794"/>
                  </a:lnTo>
                  <a:lnTo>
                    <a:pt x="551" y="794"/>
                  </a:lnTo>
                  <a:lnTo>
                    <a:pt x="551" y="792"/>
                  </a:lnTo>
                  <a:lnTo>
                    <a:pt x="551" y="792"/>
                  </a:lnTo>
                  <a:lnTo>
                    <a:pt x="551" y="792"/>
                  </a:lnTo>
                  <a:lnTo>
                    <a:pt x="551" y="789"/>
                  </a:lnTo>
                  <a:lnTo>
                    <a:pt x="554" y="789"/>
                  </a:lnTo>
                  <a:lnTo>
                    <a:pt x="554" y="789"/>
                  </a:lnTo>
                  <a:lnTo>
                    <a:pt x="554" y="789"/>
                  </a:lnTo>
                  <a:lnTo>
                    <a:pt x="554" y="789"/>
                  </a:lnTo>
                  <a:lnTo>
                    <a:pt x="554" y="787"/>
                  </a:lnTo>
                  <a:lnTo>
                    <a:pt x="554" y="787"/>
                  </a:lnTo>
                  <a:lnTo>
                    <a:pt x="554" y="785"/>
                  </a:lnTo>
                  <a:lnTo>
                    <a:pt x="554" y="785"/>
                  </a:lnTo>
                  <a:lnTo>
                    <a:pt x="554" y="785"/>
                  </a:lnTo>
                  <a:lnTo>
                    <a:pt x="554" y="782"/>
                  </a:lnTo>
                  <a:lnTo>
                    <a:pt x="554" y="782"/>
                  </a:lnTo>
                  <a:lnTo>
                    <a:pt x="554" y="782"/>
                  </a:lnTo>
                  <a:lnTo>
                    <a:pt x="554" y="780"/>
                  </a:lnTo>
                  <a:lnTo>
                    <a:pt x="556" y="780"/>
                  </a:lnTo>
                  <a:lnTo>
                    <a:pt x="556" y="780"/>
                  </a:lnTo>
                  <a:lnTo>
                    <a:pt x="556" y="780"/>
                  </a:lnTo>
                  <a:lnTo>
                    <a:pt x="556" y="780"/>
                  </a:lnTo>
                  <a:lnTo>
                    <a:pt x="556" y="778"/>
                  </a:lnTo>
                  <a:lnTo>
                    <a:pt x="556" y="778"/>
                  </a:lnTo>
                  <a:lnTo>
                    <a:pt x="558" y="778"/>
                  </a:lnTo>
                  <a:lnTo>
                    <a:pt x="558" y="778"/>
                  </a:lnTo>
                  <a:lnTo>
                    <a:pt x="558" y="775"/>
                  </a:lnTo>
                  <a:lnTo>
                    <a:pt x="556" y="775"/>
                  </a:lnTo>
                  <a:lnTo>
                    <a:pt x="556" y="775"/>
                  </a:lnTo>
                  <a:lnTo>
                    <a:pt x="556" y="773"/>
                  </a:lnTo>
                  <a:lnTo>
                    <a:pt x="556" y="773"/>
                  </a:lnTo>
                  <a:lnTo>
                    <a:pt x="556" y="773"/>
                  </a:lnTo>
                  <a:lnTo>
                    <a:pt x="556" y="773"/>
                  </a:lnTo>
                  <a:lnTo>
                    <a:pt x="554" y="773"/>
                  </a:lnTo>
                  <a:lnTo>
                    <a:pt x="554" y="773"/>
                  </a:lnTo>
                  <a:lnTo>
                    <a:pt x="551" y="773"/>
                  </a:lnTo>
                  <a:lnTo>
                    <a:pt x="551" y="773"/>
                  </a:lnTo>
                  <a:lnTo>
                    <a:pt x="551" y="773"/>
                  </a:lnTo>
                  <a:lnTo>
                    <a:pt x="551" y="773"/>
                  </a:lnTo>
                  <a:lnTo>
                    <a:pt x="549" y="773"/>
                  </a:lnTo>
                  <a:lnTo>
                    <a:pt x="549" y="773"/>
                  </a:lnTo>
                  <a:lnTo>
                    <a:pt x="549" y="773"/>
                  </a:lnTo>
                  <a:lnTo>
                    <a:pt x="549" y="773"/>
                  </a:lnTo>
                  <a:lnTo>
                    <a:pt x="549" y="773"/>
                  </a:lnTo>
                  <a:lnTo>
                    <a:pt x="549" y="773"/>
                  </a:lnTo>
                  <a:lnTo>
                    <a:pt x="546" y="773"/>
                  </a:lnTo>
                  <a:lnTo>
                    <a:pt x="546" y="770"/>
                  </a:lnTo>
                  <a:lnTo>
                    <a:pt x="546" y="770"/>
                  </a:lnTo>
                  <a:lnTo>
                    <a:pt x="544" y="770"/>
                  </a:lnTo>
                  <a:lnTo>
                    <a:pt x="544" y="770"/>
                  </a:lnTo>
                  <a:lnTo>
                    <a:pt x="544" y="770"/>
                  </a:lnTo>
                  <a:lnTo>
                    <a:pt x="544" y="770"/>
                  </a:lnTo>
                  <a:lnTo>
                    <a:pt x="544" y="768"/>
                  </a:lnTo>
                  <a:lnTo>
                    <a:pt x="544" y="768"/>
                  </a:lnTo>
                  <a:lnTo>
                    <a:pt x="544" y="766"/>
                  </a:lnTo>
                  <a:lnTo>
                    <a:pt x="544" y="766"/>
                  </a:lnTo>
                  <a:lnTo>
                    <a:pt x="544" y="763"/>
                  </a:lnTo>
                  <a:lnTo>
                    <a:pt x="544" y="763"/>
                  </a:lnTo>
                  <a:lnTo>
                    <a:pt x="544" y="763"/>
                  </a:lnTo>
                  <a:lnTo>
                    <a:pt x="542" y="763"/>
                  </a:lnTo>
                  <a:lnTo>
                    <a:pt x="542" y="761"/>
                  </a:lnTo>
                  <a:lnTo>
                    <a:pt x="542" y="761"/>
                  </a:lnTo>
                  <a:lnTo>
                    <a:pt x="544" y="761"/>
                  </a:lnTo>
                  <a:lnTo>
                    <a:pt x="544" y="761"/>
                  </a:lnTo>
                  <a:lnTo>
                    <a:pt x="544" y="759"/>
                  </a:lnTo>
                  <a:lnTo>
                    <a:pt x="542" y="759"/>
                  </a:lnTo>
                  <a:lnTo>
                    <a:pt x="542" y="759"/>
                  </a:lnTo>
                  <a:lnTo>
                    <a:pt x="542" y="756"/>
                  </a:lnTo>
                  <a:lnTo>
                    <a:pt x="542" y="756"/>
                  </a:lnTo>
                  <a:lnTo>
                    <a:pt x="542" y="756"/>
                  </a:lnTo>
                  <a:lnTo>
                    <a:pt x="542" y="756"/>
                  </a:lnTo>
                  <a:lnTo>
                    <a:pt x="539" y="756"/>
                  </a:lnTo>
                  <a:lnTo>
                    <a:pt x="539" y="754"/>
                  </a:lnTo>
                  <a:lnTo>
                    <a:pt x="539" y="754"/>
                  </a:lnTo>
                  <a:lnTo>
                    <a:pt x="539" y="751"/>
                  </a:lnTo>
                  <a:lnTo>
                    <a:pt x="539" y="751"/>
                  </a:lnTo>
                  <a:lnTo>
                    <a:pt x="542" y="751"/>
                  </a:lnTo>
                  <a:lnTo>
                    <a:pt x="542" y="751"/>
                  </a:lnTo>
                  <a:lnTo>
                    <a:pt x="542" y="751"/>
                  </a:lnTo>
                  <a:lnTo>
                    <a:pt x="542" y="749"/>
                  </a:lnTo>
                  <a:lnTo>
                    <a:pt x="542" y="749"/>
                  </a:lnTo>
                  <a:lnTo>
                    <a:pt x="542" y="749"/>
                  </a:lnTo>
                  <a:lnTo>
                    <a:pt x="544" y="749"/>
                  </a:lnTo>
                  <a:lnTo>
                    <a:pt x="544" y="747"/>
                  </a:lnTo>
                  <a:lnTo>
                    <a:pt x="542" y="747"/>
                  </a:lnTo>
                  <a:lnTo>
                    <a:pt x="542" y="747"/>
                  </a:lnTo>
                  <a:lnTo>
                    <a:pt x="542" y="747"/>
                  </a:lnTo>
                  <a:lnTo>
                    <a:pt x="539" y="747"/>
                  </a:lnTo>
                  <a:lnTo>
                    <a:pt x="539" y="747"/>
                  </a:lnTo>
                  <a:lnTo>
                    <a:pt x="537" y="747"/>
                  </a:lnTo>
                  <a:lnTo>
                    <a:pt x="537" y="749"/>
                  </a:lnTo>
                  <a:lnTo>
                    <a:pt x="537" y="749"/>
                  </a:lnTo>
                  <a:lnTo>
                    <a:pt x="537" y="747"/>
                  </a:lnTo>
                  <a:lnTo>
                    <a:pt x="537" y="747"/>
                  </a:lnTo>
                  <a:lnTo>
                    <a:pt x="535" y="747"/>
                  </a:lnTo>
                  <a:lnTo>
                    <a:pt x="535" y="747"/>
                  </a:lnTo>
                  <a:lnTo>
                    <a:pt x="532" y="747"/>
                  </a:lnTo>
                  <a:lnTo>
                    <a:pt x="532" y="747"/>
                  </a:lnTo>
                  <a:lnTo>
                    <a:pt x="532" y="747"/>
                  </a:lnTo>
                  <a:lnTo>
                    <a:pt x="530" y="747"/>
                  </a:lnTo>
                  <a:lnTo>
                    <a:pt x="530" y="747"/>
                  </a:lnTo>
                  <a:lnTo>
                    <a:pt x="530" y="747"/>
                  </a:lnTo>
                  <a:lnTo>
                    <a:pt x="530" y="749"/>
                  </a:lnTo>
                  <a:lnTo>
                    <a:pt x="528" y="749"/>
                  </a:lnTo>
                  <a:lnTo>
                    <a:pt x="528" y="749"/>
                  </a:lnTo>
                  <a:lnTo>
                    <a:pt x="525" y="749"/>
                  </a:lnTo>
                  <a:lnTo>
                    <a:pt x="525" y="749"/>
                  </a:lnTo>
                  <a:lnTo>
                    <a:pt x="525" y="749"/>
                  </a:lnTo>
                  <a:lnTo>
                    <a:pt x="525" y="749"/>
                  </a:lnTo>
                  <a:lnTo>
                    <a:pt x="523" y="749"/>
                  </a:lnTo>
                  <a:lnTo>
                    <a:pt x="523" y="749"/>
                  </a:lnTo>
                  <a:lnTo>
                    <a:pt x="523" y="751"/>
                  </a:lnTo>
                  <a:lnTo>
                    <a:pt x="523" y="751"/>
                  </a:lnTo>
                  <a:lnTo>
                    <a:pt x="523" y="751"/>
                  </a:lnTo>
                  <a:lnTo>
                    <a:pt x="520" y="751"/>
                  </a:lnTo>
                  <a:lnTo>
                    <a:pt x="520" y="751"/>
                  </a:lnTo>
                  <a:lnTo>
                    <a:pt x="520" y="751"/>
                  </a:lnTo>
                  <a:lnTo>
                    <a:pt x="518" y="751"/>
                  </a:lnTo>
                  <a:lnTo>
                    <a:pt x="518" y="754"/>
                  </a:lnTo>
                  <a:lnTo>
                    <a:pt x="518" y="754"/>
                  </a:lnTo>
                  <a:lnTo>
                    <a:pt x="518" y="754"/>
                  </a:lnTo>
                  <a:lnTo>
                    <a:pt x="516" y="754"/>
                  </a:lnTo>
                  <a:lnTo>
                    <a:pt x="516" y="751"/>
                  </a:lnTo>
                  <a:lnTo>
                    <a:pt x="516" y="751"/>
                  </a:lnTo>
                  <a:lnTo>
                    <a:pt x="516" y="751"/>
                  </a:lnTo>
                  <a:lnTo>
                    <a:pt x="516" y="751"/>
                  </a:lnTo>
                  <a:lnTo>
                    <a:pt x="516" y="751"/>
                  </a:lnTo>
                  <a:lnTo>
                    <a:pt x="516" y="751"/>
                  </a:lnTo>
                  <a:lnTo>
                    <a:pt x="516" y="751"/>
                  </a:lnTo>
                  <a:lnTo>
                    <a:pt x="516" y="749"/>
                  </a:lnTo>
                  <a:lnTo>
                    <a:pt x="518" y="749"/>
                  </a:lnTo>
                  <a:lnTo>
                    <a:pt x="518" y="749"/>
                  </a:lnTo>
                  <a:lnTo>
                    <a:pt x="518" y="749"/>
                  </a:lnTo>
                  <a:lnTo>
                    <a:pt x="518" y="747"/>
                  </a:lnTo>
                  <a:lnTo>
                    <a:pt x="518" y="747"/>
                  </a:lnTo>
                  <a:lnTo>
                    <a:pt x="518" y="747"/>
                  </a:lnTo>
                  <a:lnTo>
                    <a:pt x="518" y="744"/>
                  </a:lnTo>
                  <a:lnTo>
                    <a:pt x="518" y="744"/>
                  </a:lnTo>
                  <a:lnTo>
                    <a:pt x="518" y="742"/>
                  </a:lnTo>
                  <a:lnTo>
                    <a:pt x="518" y="742"/>
                  </a:lnTo>
                  <a:lnTo>
                    <a:pt x="518" y="742"/>
                  </a:lnTo>
                  <a:lnTo>
                    <a:pt x="518" y="742"/>
                  </a:lnTo>
                  <a:lnTo>
                    <a:pt x="518" y="742"/>
                  </a:lnTo>
                  <a:lnTo>
                    <a:pt x="518" y="740"/>
                  </a:lnTo>
                  <a:lnTo>
                    <a:pt x="518" y="740"/>
                  </a:lnTo>
                  <a:lnTo>
                    <a:pt x="518" y="740"/>
                  </a:lnTo>
                  <a:lnTo>
                    <a:pt x="518" y="740"/>
                  </a:lnTo>
                  <a:lnTo>
                    <a:pt x="516" y="740"/>
                  </a:lnTo>
                  <a:lnTo>
                    <a:pt x="516" y="740"/>
                  </a:lnTo>
                  <a:lnTo>
                    <a:pt x="516" y="740"/>
                  </a:lnTo>
                  <a:lnTo>
                    <a:pt x="516" y="740"/>
                  </a:lnTo>
                  <a:lnTo>
                    <a:pt x="516" y="740"/>
                  </a:lnTo>
                  <a:lnTo>
                    <a:pt x="516" y="737"/>
                  </a:lnTo>
                  <a:lnTo>
                    <a:pt x="516" y="737"/>
                  </a:lnTo>
                  <a:lnTo>
                    <a:pt x="516" y="737"/>
                  </a:lnTo>
                  <a:lnTo>
                    <a:pt x="516" y="735"/>
                  </a:lnTo>
                  <a:lnTo>
                    <a:pt x="516" y="735"/>
                  </a:lnTo>
                  <a:lnTo>
                    <a:pt x="516" y="733"/>
                  </a:lnTo>
                  <a:lnTo>
                    <a:pt x="516" y="733"/>
                  </a:lnTo>
                  <a:lnTo>
                    <a:pt x="516" y="730"/>
                  </a:lnTo>
                  <a:lnTo>
                    <a:pt x="516" y="730"/>
                  </a:lnTo>
                  <a:lnTo>
                    <a:pt x="516" y="730"/>
                  </a:lnTo>
                  <a:lnTo>
                    <a:pt x="518" y="730"/>
                  </a:lnTo>
                  <a:lnTo>
                    <a:pt x="518" y="730"/>
                  </a:lnTo>
                  <a:lnTo>
                    <a:pt x="518" y="730"/>
                  </a:lnTo>
                  <a:lnTo>
                    <a:pt x="518" y="730"/>
                  </a:lnTo>
                  <a:lnTo>
                    <a:pt x="520" y="730"/>
                  </a:lnTo>
                  <a:lnTo>
                    <a:pt x="520" y="728"/>
                  </a:lnTo>
                  <a:lnTo>
                    <a:pt x="518" y="728"/>
                  </a:lnTo>
                  <a:lnTo>
                    <a:pt x="518" y="728"/>
                  </a:lnTo>
                  <a:lnTo>
                    <a:pt x="518" y="725"/>
                  </a:lnTo>
                  <a:lnTo>
                    <a:pt x="518" y="725"/>
                  </a:lnTo>
                  <a:lnTo>
                    <a:pt x="518" y="725"/>
                  </a:lnTo>
                  <a:lnTo>
                    <a:pt x="518" y="723"/>
                  </a:lnTo>
                  <a:lnTo>
                    <a:pt x="518" y="723"/>
                  </a:lnTo>
                  <a:lnTo>
                    <a:pt x="518" y="723"/>
                  </a:lnTo>
                  <a:lnTo>
                    <a:pt x="518" y="721"/>
                  </a:lnTo>
                  <a:lnTo>
                    <a:pt x="520" y="721"/>
                  </a:lnTo>
                  <a:lnTo>
                    <a:pt x="520" y="721"/>
                  </a:lnTo>
                  <a:lnTo>
                    <a:pt x="520" y="721"/>
                  </a:lnTo>
                  <a:lnTo>
                    <a:pt x="520" y="721"/>
                  </a:lnTo>
                  <a:lnTo>
                    <a:pt x="520" y="718"/>
                  </a:lnTo>
                  <a:lnTo>
                    <a:pt x="523" y="718"/>
                  </a:lnTo>
                  <a:lnTo>
                    <a:pt x="523" y="718"/>
                  </a:lnTo>
                  <a:lnTo>
                    <a:pt x="523" y="721"/>
                  </a:lnTo>
                  <a:lnTo>
                    <a:pt x="523" y="721"/>
                  </a:lnTo>
                  <a:lnTo>
                    <a:pt x="523" y="718"/>
                  </a:lnTo>
                  <a:lnTo>
                    <a:pt x="525" y="718"/>
                  </a:lnTo>
                  <a:lnTo>
                    <a:pt x="525" y="718"/>
                  </a:lnTo>
                  <a:lnTo>
                    <a:pt x="525" y="718"/>
                  </a:lnTo>
                  <a:lnTo>
                    <a:pt x="525" y="716"/>
                  </a:lnTo>
                  <a:lnTo>
                    <a:pt x="525" y="716"/>
                  </a:lnTo>
                  <a:lnTo>
                    <a:pt x="525" y="716"/>
                  </a:lnTo>
                  <a:lnTo>
                    <a:pt x="528" y="716"/>
                  </a:lnTo>
                  <a:lnTo>
                    <a:pt x="528" y="714"/>
                  </a:lnTo>
                  <a:lnTo>
                    <a:pt x="528" y="714"/>
                  </a:lnTo>
                  <a:lnTo>
                    <a:pt x="528" y="711"/>
                  </a:lnTo>
                  <a:lnTo>
                    <a:pt x="528" y="711"/>
                  </a:lnTo>
                  <a:lnTo>
                    <a:pt x="528" y="711"/>
                  </a:lnTo>
                  <a:lnTo>
                    <a:pt x="528" y="711"/>
                  </a:lnTo>
                  <a:lnTo>
                    <a:pt x="528" y="709"/>
                  </a:lnTo>
                  <a:lnTo>
                    <a:pt x="530" y="709"/>
                  </a:lnTo>
                  <a:lnTo>
                    <a:pt x="530" y="711"/>
                  </a:lnTo>
                  <a:lnTo>
                    <a:pt x="530" y="711"/>
                  </a:lnTo>
                  <a:lnTo>
                    <a:pt x="530" y="711"/>
                  </a:lnTo>
                  <a:lnTo>
                    <a:pt x="530" y="711"/>
                  </a:lnTo>
                  <a:lnTo>
                    <a:pt x="532" y="711"/>
                  </a:lnTo>
                  <a:lnTo>
                    <a:pt x="532" y="711"/>
                  </a:lnTo>
                  <a:lnTo>
                    <a:pt x="532" y="711"/>
                  </a:lnTo>
                  <a:lnTo>
                    <a:pt x="532" y="709"/>
                  </a:lnTo>
                  <a:lnTo>
                    <a:pt x="532" y="709"/>
                  </a:lnTo>
                  <a:lnTo>
                    <a:pt x="532" y="709"/>
                  </a:lnTo>
                  <a:lnTo>
                    <a:pt x="532" y="706"/>
                  </a:lnTo>
                  <a:lnTo>
                    <a:pt x="535" y="706"/>
                  </a:lnTo>
                  <a:lnTo>
                    <a:pt x="535" y="706"/>
                  </a:lnTo>
                  <a:lnTo>
                    <a:pt x="535" y="704"/>
                  </a:lnTo>
                  <a:lnTo>
                    <a:pt x="535" y="704"/>
                  </a:lnTo>
                  <a:lnTo>
                    <a:pt x="535" y="704"/>
                  </a:lnTo>
                  <a:lnTo>
                    <a:pt x="537" y="704"/>
                  </a:lnTo>
                  <a:lnTo>
                    <a:pt x="537" y="704"/>
                  </a:lnTo>
                  <a:lnTo>
                    <a:pt x="537" y="704"/>
                  </a:lnTo>
                  <a:lnTo>
                    <a:pt x="539" y="704"/>
                  </a:lnTo>
                  <a:lnTo>
                    <a:pt x="539" y="704"/>
                  </a:lnTo>
                  <a:lnTo>
                    <a:pt x="539" y="702"/>
                  </a:lnTo>
                  <a:lnTo>
                    <a:pt x="539" y="702"/>
                  </a:lnTo>
                  <a:lnTo>
                    <a:pt x="539" y="702"/>
                  </a:lnTo>
                  <a:lnTo>
                    <a:pt x="539" y="702"/>
                  </a:lnTo>
                  <a:lnTo>
                    <a:pt x="537" y="702"/>
                  </a:lnTo>
                  <a:lnTo>
                    <a:pt x="537" y="699"/>
                  </a:lnTo>
                  <a:lnTo>
                    <a:pt x="537" y="699"/>
                  </a:lnTo>
                  <a:lnTo>
                    <a:pt x="537" y="699"/>
                  </a:lnTo>
                  <a:lnTo>
                    <a:pt x="537" y="697"/>
                  </a:lnTo>
                  <a:lnTo>
                    <a:pt x="537" y="697"/>
                  </a:lnTo>
                  <a:lnTo>
                    <a:pt x="537" y="697"/>
                  </a:lnTo>
                  <a:lnTo>
                    <a:pt x="539" y="697"/>
                  </a:lnTo>
                  <a:lnTo>
                    <a:pt x="539" y="697"/>
                  </a:lnTo>
                  <a:lnTo>
                    <a:pt x="539" y="695"/>
                  </a:lnTo>
                  <a:lnTo>
                    <a:pt x="539" y="695"/>
                  </a:lnTo>
                  <a:lnTo>
                    <a:pt x="539" y="692"/>
                  </a:lnTo>
                  <a:lnTo>
                    <a:pt x="539" y="692"/>
                  </a:lnTo>
                  <a:lnTo>
                    <a:pt x="539" y="692"/>
                  </a:lnTo>
                  <a:lnTo>
                    <a:pt x="539" y="692"/>
                  </a:lnTo>
                  <a:lnTo>
                    <a:pt x="539" y="692"/>
                  </a:lnTo>
                  <a:lnTo>
                    <a:pt x="539" y="690"/>
                  </a:lnTo>
                  <a:lnTo>
                    <a:pt x="542" y="690"/>
                  </a:lnTo>
                  <a:lnTo>
                    <a:pt x="542" y="690"/>
                  </a:lnTo>
                  <a:lnTo>
                    <a:pt x="542" y="687"/>
                  </a:lnTo>
                  <a:lnTo>
                    <a:pt x="542" y="687"/>
                  </a:lnTo>
                  <a:lnTo>
                    <a:pt x="542" y="685"/>
                  </a:lnTo>
                  <a:lnTo>
                    <a:pt x="542" y="685"/>
                  </a:lnTo>
                  <a:lnTo>
                    <a:pt x="542" y="685"/>
                  </a:lnTo>
                  <a:lnTo>
                    <a:pt x="542" y="683"/>
                  </a:lnTo>
                  <a:lnTo>
                    <a:pt x="542" y="683"/>
                  </a:lnTo>
                  <a:lnTo>
                    <a:pt x="542" y="680"/>
                  </a:lnTo>
                  <a:lnTo>
                    <a:pt x="542" y="680"/>
                  </a:lnTo>
                  <a:lnTo>
                    <a:pt x="542" y="680"/>
                  </a:lnTo>
                  <a:lnTo>
                    <a:pt x="542" y="680"/>
                  </a:lnTo>
                  <a:lnTo>
                    <a:pt x="542" y="678"/>
                  </a:lnTo>
                  <a:lnTo>
                    <a:pt x="542" y="678"/>
                  </a:lnTo>
                  <a:lnTo>
                    <a:pt x="542" y="676"/>
                  </a:lnTo>
                  <a:lnTo>
                    <a:pt x="542" y="676"/>
                  </a:lnTo>
                  <a:lnTo>
                    <a:pt x="542" y="673"/>
                  </a:lnTo>
                  <a:lnTo>
                    <a:pt x="542" y="673"/>
                  </a:lnTo>
                  <a:lnTo>
                    <a:pt x="542" y="671"/>
                  </a:lnTo>
                  <a:lnTo>
                    <a:pt x="539" y="671"/>
                  </a:lnTo>
                  <a:lnTo>
                    <a:pt x="539" y="671"/>
                  </a:lnTo>
                  <a:lnTo>
                    <a:pt x="539" y="671"/>
                  </a:lnTo>
                  <a:lnTo>
                    <a:pt x="539" y="669"/>
                  </a:lnTo>
                  <a:lnTo>
                    <a:pt x="539" y="669"/>
                  </a:lnTo>
                  <a:lnTo>
                    <a:pt x="539" y="666"/>
                  </a:lnTo>
                  <a:lnTo>
                    <a:pt x="539" y="666"/>
                  </a:lnTo>
                  <a:lnTo>
                    <a:pt x="539" y="664"/>
                  </a:lnTo>
                  <a:lnTo>
                    <a:pt x="539" y="664"/>
                  </a:lnTo>
                  <a:lnTo>
                    <a:pt x="539" y="661"/>
                  </a:lnTo>
                  <a:lnTo>
                    <a:pt x="539" y="661"/>
                  </a:lnTo>
                  <a:lnTo>
                    <a:pt x="539" y="661"/>
                  </a:lnTo>
                  <a:lnTo>
                    <a:pt x="539" y="659"/>
                  </a:lnTo>
                  <a:lnTo>
                    <a:pt x="539" y="659"/>
                  </a:lnTo>
                  <a:lnTo>
                    <a:pt x="539" y="659"/>
                  </a:lnTo>
                  <a:lnTo>
                    <a:pt x="537" y="659"/>
                  </a:lnTo>
                  <a:lnTo>
                    <a:pt x="537" y="659"/>
                  </a:lnTo>
                  <a:lnTo>
                    <a:pt x="537" y="659"/>
                  </a:lnTo>
                  <a:lnTo>
                    <a:pt x="537" y="659"/>
                  </a:lnTo>
                  <a:lnTo>
                    <a:pt x="537" y="659"/>
                  </a:lnTo>
                  <a:lnTo>
                    <a:pt x="535" y="659"/>
                  </a:lnTo>
                  <a:lnTo>
                    <a:pt x="535" y="657"/>
                  </a:lnTo>
                  <a:lnTo>
                    <a:pt x="535" y="657"/>
                  </a:lnTo>
                  <a:lnTo>
                    <a:pt x="532" y="657"/>
                  </a:lnTo>
                  <a:lnTo>
                    <a:pt x="532" y="659"/>
                  </a:lnTo>
                  <a:lnTo>
                    <a:pt x="532" y="659"/>
                  </a:lnTo>
                  <a:lnTo>
                    <a:pt x="532" y="661"/>
                  </a:lnTo>
                  <a:lnTo>
                    <a:pt x="532" y="661"/>
                  </a:lnTo>
                  <a:lnTo>
                    <a:pt x="532" y="661"/>
                  </a:lnTo>
                  <a:lnTo>
                    <a:pt x="530" y="661"/>
                  </a:lnTo>
                  <a:lnTo>
                    <a:pt x="530" y="659"/>
                  </a:lnTo>
                  <a:lnTo>
                    <a:pt x="530" y="659"/>
                  </a:lnTo>
                  <a:lnTo>
                    <a:pt x="530" y="657"/>
                  </a:lnTo>
                  <a:lnTo>
                    <a:pt x="530" y="657"/>
                  </a:lnTo>
                  <a:lnTo>
                    <a:pt x="530" y="657"/>
                  </a:lnTo>
                  <a:lnTo>
                    <a:pt x="530" y="657"/>
                  </a:lnTo>
                  <a:lnTo>
                    <a:pt x="530" y="654"/>
                  </a:lnTo>
                  <a:lnTo>
                    <a:pt x="530" y="654"/>
                  </a:lnTo>
                  <a:lnTo>
                    <a:pt x="530" y="652"/>
                  </a:lnTo>
                  <a:lnTo>
                    <a:pt x="528" y="652"/>
                  </a:lnTo>
                  <a:lnTo>
                    <a:pt x="528" y="652"/>
                  </a:lnTo>
                  <a:lnTo>
                    <a:pt x="528" y="652"/>
                  </a:lnTo>
                  <a:lnTo>
                    <a:pt x="528" y="650"/>
                  </a:lnTo>
                  <a:lnTo>
                    <a:pt x="528" y="650"/>
                  </a:lnTo>
                  <a:lnTo>
                    <a:pt x="528" y="650"/>
                  </a:lnTo>
                  <a:lnTo>
                    <a:pt x="528" y="647"/>
                  </a:lnTo>
                  <a:lnTo>
                    <a:pt x="528" y="647"/>
                  </a:lnTo>
                  <a:lnTo>
                    <a:pt x="528" y="647"/>
                  </a:lnTo>
                  <a:lnTo>
                    <a:pt x="528" y="645"/>
                  </a:lnTo>
                  <a:lnTo>
                    <a:pt x="528" y="645"/>
                  </a:lnTo>
                  <a:lnTo>
                    <a:pt x="528" y="645"/>
                  </a:lnTo>
                  <a:lnTo>
                    <a:pt x="525" y="645"/>
                  </a:lnTo>
                  <a:lnTo>
                    <a:pt x="525" y="642"/>
                  </a:lnTo>
                  <a:lnTo>
                    <a:pt x="525" y="642"/>
                  </a:lnTo>
                  <a:lnTo>
                    <a:pt x="525" y="642"/>
                  </a:lnTo>
                  <a:lnTo>
                    <a:pt x="525" y="642"/>
                  </a:lnTo>
                  <a:lnTo>
                    <a:pt x="525" y="642"/>
                  </a:lnTo>
                  <a:lnTo>
                    <a:pt x="523" y="642"/>
                  </a:lnTo>
                  <a:lnTo>
                    <a:pt x="523" y="640"/>
                  </a:lnTo>
                  <a:lnTo>
                    <a:pt x="523" y="640"/>
                  </a:lnTo>
                  <a:lnTo>
                    <a:pt x="523" y="640"/>
                  </a:lnTo>
                  <a:lnTo>
                    <a:pt x="523" y="640"/>
                  </a:lnTo>
                  <a:lnTo>
                    <a:pt x="520" y="640"/>
                  </a:lnTo>
                  <a:lnTo>
                    <a:pt x="520" y="640"/>
                  </a:lnTo>
                  <a:lnTo>
                    <a:pt x="520" y="640"/>
                  </a:lnTo>
                  <a:lnTo>
                    <a:pt x="520" y="640"/>
                  </a:lnTo>
                  <a:lnTo>
                    <a:pt x="518" y="640"/>
                  </a:lnTo>
                  <a:lnTo>
                    <a:pt x="518" y="638"/>
                  </a:lnTo>
                  <a:lnTo>
                    <a:pt x="518" y="638"/>
                  </a:lnTo>
                  <a:lnTo>
                    <a:pt x="518" y="638"/>
                  </a:lnTo>
                  <a:lnTo>
                    <a:pt x="518" y="635"/>
                  </a:lnTo>
                  <a:lnTo>
                    <a:pt x="518" y="635"/>
                  </a:lnTo>
                  <a:lnTo>
                    <a:pt x="518" y="638"/>
                  </a:lnTo>
                  <a:lnTo>
                    <a:pt x="516" y="638"/>
                  </a:lnTo>
                  <a:lnTo>
                    <a:pt x="516" y="635"/>
                  </a:lnTo>
                  <a:lnTo>
                    <a:pt x="516" y="635"/>
                  </a:lnTo>
                  <a:lnTo>
                    <a:pt x="516" y="635"/>
                  </a:lnTo>
                  <a:lnTo>
                    <a:pt x="516" y="635"/>
                  </a:lnTo>
                  <a:lnTo>
                    <a:pt x="516" y="635"/>
                  </a:lnTo>
                  <a:lnTo>
                    <a:pt x="516" y="638"/>
                  </a:lnTo>
                  <a:lnTo>
                    <a:pt x="513" y="638"/>
                  </a:lnTo>
                  <a:lnTo>
                    <a:pt x="513" y="638"/>
                  </a:lnTo>
                  <a:lnTo>
                    <a:pt x="513" y="640"/>
                  </a:lnTo>
                  <a:lnTo>
                    <a:pt x="513" y="640"/>
                  </a:lnTo>
                  <a:lnTo>
                    <a:pt x="513" y="642"/>
                  </a:lnTo>
                  <a:lnTo>
                    <a:pt x="513" y="642"/>
                  </a:lnTo>
                  <a:lnTo>
                    <a:pt x="511" y="642"/>
                  </a:lnTo>
                  <a:lnTo>
                    <a:pt x="511" y="642"/>
                  </a:lnTo>
                  <a:lnTo>
                    <a:pt x="511" y="642"/>
                  </a:lnTo>
                  <a:lnTo>
                    <a:pt x="511" y="642"/>
                  </a:lnTo>
                  <a:lnTo>
                    <a:pt x="511" y="642"/>
                  </a:lnTo>
                  <a:lnTo>
                    <a:pt x="509" y="642"/>
                  </a:lnTo>
                  <a:lnTo>
                    <a:pt x="509" y="642"/>
                  </a:lnTo>
                  <a:lnTo>
                    <a:pt x="509" y="642"/>
                  </a:lnTo>
                  <a:lnTo>
                    <a:pt x="509" y="642"/>
                  </a:lnTo>
                  <a:lnTo>
                    <a:pt x="509" y="642"/>
                  </a:lnTo>
                  <a:lnTo>
                    <a:pt x="509" y="640"/>
                  </a:lnTo>
                  <a:lnTo>
                    <a:pt x="506" y="640"/>
                  </a:lnTo>
                  <a:lnTo>
                    <a:pt x="506" y="640"/>
                  </a:lnTo>
                  <a:lnTo>
                    <a:pt x="506" y="640"/>
                  </a:lnTo>
                  <a:lnTo>
                    <a:pt x="504" y="640"/>
                  </a:lnTo>
                  <a:lnTo>
                    <a:pt x="504" y="640"/>
                  </a:lnTo>
                  <a:lnTo>
                    <a:pt x="504" y="640"/>
                  </a:lnTo>
                  <a:lnTo>
                    <a:pt x="504" y="640"/>
                  </a:lnTo>
                  <a:lnTo>
                    <a:pt x="501" y="640"/>
                  </a:lnTo>
                  <a:lnTo>
                    <a:pt x="501" y="640"/>
                  </a:lnTo>
                  <a:lnTo>
                    <a:pt x="501" y="640"/>
                  </a:lnTo>
                  <a:lnTo>
                    <a:pt x="501" y="640"/>
                  </a:lnTo>
                  <a:lnTo>
                    <a:pt x="499" y="640"/>
                  </a:lnTo>
                  <a:lnTo>
                    <a:pt x="499" y="640"/>
                  </a:lnTo>
                  <a:lnTo>
                    <a:pt x="497" y="640"/>
                  </a:lnTo>
                  <a:lnTo>
                    <a:pt x="497" y="638"/>
                  </a:lnTo>
                  <a:lnTo>
                    <a:pt x="497" y="638"/>
                  </a:lnTo>
                  <a:lnTo>
                    <a:pt x="497" y="638"/>
                  </a:lnTo>
                  <a:lnTo>
                    <a:pt x="497" y="638"/>
                  </a:lnTo>
                  <a:lnTo>
                    <a:pt x="494" y="638"/>
                  </a:lnTo>
                  <a:lnTo>
                    <a:pt x="494" y="638"/>
                  </a:lnTo>
                  <a:lnTo>
                    <a:pt x="492" y="638"/>
                  </a:lnTo>
                  <a:lnTo>
                    <a:pt x="492" y="638"/>
                  </a:lnTo>
                  <a:lnTo>
                    <a:pt x="492" y="638"/>
                  </a:lnTo>
                  <a:lnTo>
                    <a:pt x="492" y="638"/>
                  </a:lnTo>
                  <a:lnTo>
                    <a:pt x="492" y="640"/>
                  </a:lnTo>
                  <a:lnTo>
                    <a:pt x="490" y="640"/>
                  </a:lnTo>
                  <a:lnTo>
                    <a:pt x="490" y="640"/>
                  </a:lnTo>
                  <a:lnTo>
                    <a:pt x="490" y="640"/>
                  </a:lnTo>
                  <a:lnTo>
                    <a:pt x="490" y="640"/>
                  </a:lnTo>
                  <a:lnTo>
                    <a:pt x="490" y="640"/>
                  </a:lnTo>
                  <a:lnTo>
                    <a:pt x="487" y="640"/>
                  </a:lnTo>
                  <a:lnTo>
                    <a:pt x="487" y="638"/>
                  </a:lnTo>
                  <a:lnTo>
                    <a:pt x="487" y="638"/>
                  </a:lnTo>
                  <a:lnTo>
                    <a:pt x="490" y="638"/>
                  </a:lnTo>
                  <a:lnTo>
                    <a:pt x="490" y="638"/>
                  </a:lnTo>
                  <a:lnTo>
                    <a:pt x="490" y="635"/>
                  </a:lnTo>
                  <a:lnTo>
                    <a:pt x="490" y="635"/>
                  </a:lnTo>
                  <a:lnTo>
                    <a:pt x="490" y="635"/>
                  </a:lnTo>
                  <a:lnTo>
                    <a:pt x="490" y="635"/>
                  </a:lnTo>
                  <a:lnTo>
                    <a:pt x="490" y="635"/>
                  </a:lnTo>
                  <a:lnTo>
                    <a:pt x="490" y="633"/>
                  </a:lnTo>
                  <a:lnTo>
                    <a:pt x="492" y="633"/>
                  </a:lnTo>
                  <a:lnTo>
                    <a:pt x="492" y="633"/>
                  </a:lnTo>
                  <a:lnTo>
                    <a:pt x="492" y="633"/>
                  </a:lnTo>
                  <a:lnTo>
                    <a:pt x="492" y="633"/>
                  </a:lnTo>
                  <a:lnTo>
                    <a:pt x="492" y="631"/>
                  </a:lnTo>
                  <a:lnTo>
                    <a:pt x="492" y="631"/>
                  </a:lnTo>
                  <a:lnTo>
                    <a:pt x="494" y="631"/>
                  </a:lnTo>
                  <a:lnTo>
                    <a:pt x="494" y="631"/>
                  </a:lnTo>
                  <a:lnTo>
                    <a:pt x="494" y="631"/>
                  </a:lnTo>
                  <a:lnTo>
                    <a:pt x="494" y="628"/>
                  </a:lnTo>
                  <a:lnTo>
                    <a:pt x="494" y="628"/>
                  </a:lnTo>
                  <a:lnTo>
                    <a:pt x="494" y="628"/>
                  </a:lnTo>
                  <a:lnTo>
                    <a:pt x="492" y="628"/>
                  </a:lnTo>
                  <a:lnTo>
                    <a:pt x="492" y="626"/>
                  </a:lnTo>
                  <a:lnTo>
                    <a:pt x="492" y="626"/>
                  </a:lnTo>
                  <a:lnTo>
                    <a:pt x="492" y="624"/>
                  </a:lnTo>
                  <a:lnTo>
                    <a:pt x="492" y="624"/>
                  </a:lnTo>
                  <a:lnTo>
                    <a:pt x="492" y="624"/>
                  </a:lnTo>
                  <a:lnTo>
                    <a:pt x="492" y="621"/>
                  </a:lnTo>
                  <a:lnTo>
                    <a:pt x="492" y="621"/>
                  </a:lnTo>
                  <a:lnTo>
                    <a:pt x="490" y="621"/>
                  </a:lnTo>
                  <a:lnTo>
                    <a:pt x="490" y="621"/>
                  </a:lnTo>
                  <a:lnTo>
                    <a:pt x="490" y="621"/>
                  </a:lnTo>
                  <a:lnTo>
                    <a:pt x="490" y="624"/>
                  </a:lnTo>
                  <a:lnTo>
                    <a:pt x="487" y="624"/>
                  </a:lnTo>
                  <a:lnTo>
                    <a:pt x="487" y="624"/>
                  </a:lnTo>
                  <a:lnTo>
                    <a:pt x="487" y="624"/>
                  </a:lnTo>
                  <a:lnTo>
                    <a:pt x="487" y="626"/>
                  </a:lnTo>
                  <a:lnTo>
                    <a:pt x="485" y="626"/>
                  </a:lnTo>
                  <a:lnTo>
                    <a:pt x="485" y="626"/>
                  </a:lnTo>
                  <a:lnTo>
                    <a:pt x="485" y="624"/>
                  </a:lnTo>
                  <a:lnTo>
                    <a:pt x="485" y="624"/>
                  </a:lnTo>
                  <a:lnTo>
                    <a:pt x="485" y="621"/>
                  </a:lnTo>
                  <a:lnTo>
                    <a:pt x="485" y="621"/>
                  </a:lnTo>
                  <a:lnTo>
                    <a:pt x="485" y="621"/>
                  </a:lnTo>
                  <a:lnTo>
                    <a:pt x="485" y="621"/>
                  </a:lnTo>
                  <a:lnTo>
                    <a:pt x="487" y="621"/>
                  </a:lnTo>
                  <a:lnTo>
                    <a:pt x="487" y="619"/>
                  </a:lnTo>
                  <a:lnTo>
                    <a:pt x="487" y="619"/>
                  </a:lnTo>
                  <a:lnTo>
                    <a:pt x="490" y="619"/>
                  </a:lnTo>
                  <a:lnTo>
                    <a:pt x="490" y="619"/>
                  </a:lnTo>
                  <a:lnTo>
                    <a:pt x="490" y="619"/>
                  </a:lnTo>
                  <a:lnTo>
                    <a:pt x="490" y="616"/>
                  </a:lnTo>
                  <a:lnTo>
                    <a:pt x="490" y="616"/>
                  </a:lnTo>
                  <a:lnTo>
                    <a:pt x="490" y="616"/>
                  </a:lnTo>
                  <a:lnTo>
                    <a:pt x="490" y="616"/>
                  </a:lnTo>
                  <a:lnTo>
                    <a:pt x="487" y="616"/>
                  </a:lnTo>
                  <a:lnTo>
                    <a:pt x="487" y="616"/>
                  </a:lnTo>
                  <a:lnTo>
                    <a:pt x="485" y="616"/>
                  </a:lnTo>
                  <a:lnTo>
                    <a:pt x="485" y="616"/>
                  </a:lnTo>
                  <a:lnTo>
                    <a:pt x="485" y="614"/>
                  </a:lnTo>
                  <a:lnTo>
                    <a:pt x="485" y="614"/>
                  </a:lnTo>
                  <a:lnTo>
                    <a:pt x="485" y="614"/>
                  </a:lnTo>
                  <a:lnTo>
                    <a:pt x="485" y="612"/>
                  </a:lnTo>
                  <a:lnTo>
                    <a:pt x="485" y="612"/>
                  </a:lnTo>
                  <a:lnTo>
                    <a:pt x="485" y="612"/>
                  </a:lnTo>
                  <a:lnTo>
                    <a:pt x="483" y="612"/>
                  </a:lnTo>
                  <a:lnTo>
                    <a:pt x="483" y="612"/>
                  </a:lnTo>
                  <a:lnTo>
                    <a:pt x="483" y="612"/>
                  </a:lnTo>
                  <a:lnTo>
                    <a:pt x="483" y="612"/>
                  </a:lnTo>
                  <a:lnTo>
                    <a:pt x="483" y="614"/>
                  </a:lnTo>
                  <a:lnTo>
                    <a:pt x="480" y="614"/>
                  </a:lnTo>
                  <a:lnTo>
                    <a:pt x="480" y="614"/>
                  </a:lnTo>
                  <a:lnTo>
                    <a:pt x="480" y="614"/>
                  </a:lnTo>
                  <a:lnTo>
                    <a:pt x="478" y="614"/>
                  </a:lnTo>
                  <a:lnTo>
                    <a:pt x="478" y="614"/>
                  </a:lnTo>
                  <a:lnTo>
                    <a:pt x="478" y="614"/>
                  </a:lnTo>
                  <a:lnTo>
                    <a:pt x="475" y="614"/>
                  </a:lnTo>
                  <a:lnTo>
                    <a:pt x="475" y="616"/>
                  </a:lnTo>
                  <a:lnTo>
                    <a:pt x="475" y="616"/>
                  </a:lnTo>
                  <a:lnTo>
                    <a:pt x="475" y="619"/>
                  </a:lnTo>
                  <a:lnTo>
                    <a:pt x="475" y="619"/>
                  </a:lnTo>
                  <a:lnTo>
                    <a:pt x="475" y="619"/>
                  </a:lnTo>
                  <a:lnTo>
                    <a:pt x="473" y="619"/>
                  </a:lnTo>
                  <a:lnTo>
                    <a:pt x="473" y="619"/>
                  </a:lnTo>
                  <a:lnTo>
                    <a:pt x="473" y="619"/>
                  </a:lnTo>
                  <a:lnTo>
                    <a:pt x="471" y="619"/>
                  </a:lnTo>
                  <a:lnTo>
                    <a:pt x="471" y="619"/>
                  </a:lnTo>
                  <a:lnTo>
                    <a:pt x="471" y="621"/>
                  </a:lnTo>
                  <a:lnTo>
                    <a:pt x="471" y="621"/>
                  </a:lnTo>
                  <a:lnTo>
                    <a:pt x="471" y="619"/>
                  </a:lnTo>
                  <a:lnTo>
                    <a:pt x="468" y="619"/>
                  </a:lnTo>
                  <a:lnTo>
                    <a:pt x="468" y="621"/>
                  </a:lnTo>
                  <a:lnTo>
                    <a:pt x="468" y="621"/>
                  </a:lnTo>
                  <a:lnTo>
                    <a:pt x="468" y="621"/>
                  </a:lnTo>
                  <a:lnTo>
                    <a:pt x="466" y="621"/>
                  </a:lnTo>
                  <a:lnTo>
                    <a:pt x="466" y="621"/>
                  </a:lnTo>
                  <a:lnTo>
                    <a:pt x="466" y="621"/>
                  </a:lnTo>
                  <a:lnTo>
                    <a:pt x="464" y="621"/>
                  </a:lnTo>
                  <a:lnTo>
                    <a:pt x="464" y="621"/>
                  </a:lnTo>
                  <a:lnTo>
                    <a:pt x="464" y="621"/>
                  </a:lnTo>
                  <a:lnTo>
                    <a:pt x="464" y="621"/>
                  </a:lnTo>
                  <a:lnTo>
                    <a:pt x="464" y="621"/>
                  </a:lnTo>
                  <a:lnTo>
                    <a:pt x="464" y="621"/>
                  </a:lnTo>
                  <a:lnTo>
                    <a:pt x="461" y="621"/>
                  </a:lnTo>
                  <a:lnTo>
                    <a:pt x="461" y="619"/>
                  </a:lnTo>
                  <a:lnTo>
                    <a:pt x="461" y="619"/>
                  </a:lnTo>
                  <a:lnTo>
                    <a:pt x="459" y="619"/>
                  </a:lnTo>
                  <a:lnTo>
                    <a:pt x="459" y="619"/>
                  </a:lnTo>
                  <a:lnTo>
                    <a:pt x="459" y="619"/>
                  </a:lnTo>
                  <a:lnTo>
                    <a:pt x="457" y="619"/>
                  </a:lnTo>
                  <a:lnTo>
                    <a:pt x="457" y="619"/>
                  </a:lnTo>
                  <a:lnTo>
                    <a:pt x="457" y="619"/>
                  </a:lnTo>
                  <a:lnTo>
                    <a:pt x="457" y="619"/>
                  </a:lnTo>
                  <a:lnTo>
                    <a:pt x="454" y="619"/>
                  </a:lnTo>
                  <a:lnTo>
                    <a:pt x="454" y="616"/>
                  </a:lnTo>
                  <a:lnTo>
                    <a:pt x="454" y="616"/>
                  </a:lnTo>
                  <a:lnTo>
                    <a:pt x="454" y="616"/>
                  </a:lnTo>
                  <a:lnTo>
                    <a:pt x="452" y="616"/>
                  </a:lnTo>
                  <a:lnTo>
                    <a:pt x="452" y="616"/>
                  </a:lnTo>
                  <a:lnTo>
                    <a:pt x="452" y="616"/>
                  </a:lnTo>
                  <a:lnTo>
                    <a:pt x="452" y="616"/>
                  </a:lnTo>
                  <a:lnTo>
                    <a:pt x="449" y="616"/>
                  </a:lnTo>
                  <a:lnTo>
                    <a:pt x="449" y="619"/>
                  </a:lnTo>
                  <a:lnTo>
                    <a:pt x="449" y="619"/>
                  </a:lnTo>
                  <a:lnTo>
                    <a:pt x="449" y="619"/>
                  </a:lnTo>
                  <a:lnTo>
                    <a:pt x="447" y="619"/>
                  </a:lnTo>
                  <a:lnTo>
                    <a:pt x="447" y="619"/>
                  </a:lnTo>
                  <a:lnTo>
                    <a:pt x="447" y="619"/>
                  </a:lnTo>
                  <a:lnTo>
                    <a:pt x="445" y="619"/>
                  </a:lnTo>
                  <a:lnTo>
                    <a:pt x="445" y="621"/>
                  </a:lnTo>
                  <a:lnTo>
                    <a:pt x="445" y="621"/>
                  </a:lnTo>
                  <a:lnTo>
                    <a:pt x="445" y="621"/>
                  </a:lnTo>
                  <a:lnTo>
                    <a:pt x="445" y="621"/>
                  </a:lnTo>
                  <a:lnTo>
                    <a:pt x="442" y="621"/>
                  </a:lnTo>
                  <a:lnTo>
                    <a:pt x="442" y="621"/>
                  </a:lnTo>
                  <a:lnTo>
                    <a:pt x="442" y="621"/>
                  </a:lnTo>
                  <a:lnTo>
                    <a:pt x="442" y="624"/>
                  </a:lnTo>
                  <a:lnTo>
                    <a:pt x="442" y="624"/>
                  </a:lnTo>
                  <a:lnTo>
                    <a:pt x="442" y="624"/>
                  </a:lnTo>
                  <a:lnTo>
                    <a:pt x="440" y="624"/>
                  </a:lnTo>
                  <a:lnTo>
                    <a:pt x="440" y="624"/>
                  </a:lnTo>
                  <a:lnTo>
                    <a:pt x="440" y="624"/>
                  </a:lnTo>
                  <a:lnTo>
                    <a:pt x="440" y="624"/>
                  </a:lnTo>
                  <a:lnTo>
                    <a:pt x="440" y="626"/>
                  </a:lnTo>
                  <a:lnTo>
                    <a:pt x="440" y="626"/>
                  </a:lnTo>
                  <a:lnTo>
                    <a:pt x="440" y="628"/>
                  </a:lnTo>
                  <a:lnTo>
                    <a:pt x="438" y="628"/>
                  </a:lnTo>
                  <a:lnTo>
                    <a:pt x="438" y="628"/>
                  </a:lnTo>
                  <a:lnTo>
                    <a:pt x="438" y="628"/>
                  </a:lnTo>
                  <a:lnTo>
                    <a:pt x="438" y="628"/>
                  </a:lnTo>
                  <a:lnTo>
                    <a:pt x="438" y="631"/>
                  </a:lnTo>
                  <a:lnTo>
                    <a:pt x="435" y="631"/>
                  </a:lnTo>
                  <a:lnTo>
                    <a:pt x="435" y="631"/>
                  </a:lnTo>
                  <a:lnTo>
                    <a:pt x="435" y="631"/>
                  </a:lnTo>
                  <a:lnTo>
                    <a:pt x="435" y="631"/>
                  </a:lnTo>
                  <a:lnTo>
                    <a:pt x="433" y="631"/>
                  </a:lnTo>
                  <a:lnTo>
                    <a:pt x="433" y="631"/>
                  </a:lnTo>
                  <a:lnTo>
                    <a:pt x="430" y="631"/>
                  </a:lnTo>
                  <a:lnTo>
                    <a:pt x="430" y="633"/>
                  </a:lnTo>
                  <a:lnTo>
                    <a:pt x="430" y="633"/>
                  </a:lnTo>
                  <a:lnTo>
                    <a:pt x="430" y="633"/>
                  </a:lnTo>
                  <a:lnTo>
                    <a:pt x="428" y="633"/>
                  </a:lnTo>
                  <a:lnTo>
                    <a:pt x="428" y="633"/>
                  </a:lnTo>
                  <a:lnTo>
                    <a:pt x="428" y="633"/>
                  </a:lnTo>
                  <a:lnTo>
                    <a:pt x="426" y="633"/>
                  </a:lnTo>
                  <a:lnTo>
                    <a:pt x="426" y="633"/>
                  </a:lnTo>
                  <a:lnTo>
                    <a:pt x="423" y="633"/>
                  </a:lnTo>
                  <a:lnTo>
                    <a:pt x="423" y="633"/>
                  </a:lnTo>
                  <a:lnTo>
                    <a:pt x="423" y="633"/>
                  </a:lnTo>
                  <a:lnTo>
                    <a:pt x="423" y="633"/>
                  </a:lnTo>
                  <a:lnTo>
                    <a:pt x="423" y="633"/>
                  </a:lnTo>
                  <a:lnTo>
                    <a:pt x="423" y="635"/>
                  </a:lnTo>
                  <a:lnTo>
                    <a:pt x="421" y="635"/>
                  </a:lnTo>
                  <a:lnTo>
                    <a:pt x="421" y="635"/>
                  </a:lnTo>
                  <a:lnTo>
                    <a:pt x="423" y="635"/>
                  </a:lnTo>
                  <a:lnTo>
                    <a:pt x="423" y="638"/>
                  </a:lnTo>
                  <a:lnTo>
                    <a:pt x="423" y="638"/>
                  </a:lnTo>
                  <a:lnTo>
                    <a:pt x="423" y="640"/>
                  </a:lnTo>
                  <a:lnTo>
                    <a:pt x="421" y="640"/>
                  </a:lnTo>
                  <a:lnTo>
                    <a:pt x="421" y="640"/>
                  </a:lnTo>
                  <a:lnTo>
                    <a:pt x="421" y="640"/>
                  </a:lnTo>
                  <a:lnTo>
                    <a:pt x="419" y="640"/>
                  </a:lnTo>
                  <a:lnTo>
                    <a:pt x="419" y="640"/>
                  </a:lnTo>
                  <a:lnTo>
                    <a:pt x="419" y="640"/>
                  </a:lnTo>
                  <a:lnTo>
                    <a:pt x="419" y="642"/>
                  </a:lnTo>
                  <a:lnTo>
                    <a:pt x="416" y="642"/>
                  </a:lnTo>
                  <a:lnTo>
                    <a:pt x="416" y="642"/>
                  </a:lnTo>
                  <a:lnTo>
                    <a:pt x="416" y="642"/>
                  </a:lnTo>
                  <a:lnTo>
                    <a:pt x="416" y="642"/>
                  </a:lnTo>
                  <a:lnTo>
                    <a:pt x="416" y="642"/>
                  </a:lnTo>
                  <a:lnTo>
                    <a:pt x="414" y="642"/>
                  </a:lnTo>
                  <a:lnTo>
                    <a:pt x="414" y="645"/>
                  </a:lnTo>
                  <a:lnTo>
                    <a:pt x="414" y="645"/>
                  </a:lnTo>
                  <a:lnTo>
                    <a:pt x="412" y="645"/>
                  </a:lnTo>
                  <a:lnTo>
                    <a:pt x="412" y="645"/>
                  </a:lnTo>
                  <a:lnTo>
                    <a:pt x="412" y="645"/>
                  </a:lnTo>
                  <a:lnTo>
                    <a:pt x="412" y="645"/>
                  </a:lnTo>
                  <a:lnTo>
                    <a:pt x="409" y="645"/>
                  </a:lnTo>
                  <a:lnTo>
                    <a:pt x="409" y="647"/>
                  </a:lnTo>
                  <a:lnTo>
                    <a:pt x="409" y="647"/>
                  </a:lnTo>
                  <a:lnTo>
                    <a:pt x="412" y="647"/>
                  </a:lnTo>
                  <a:lnTo>
                    <a:pt x="412" y="650"/>
                  </a:lnTo>
                  <a:lnTo>
                    <a:pt x="412" y="650"/>
                  </a:lnTo>
                  <a:lnTo>
                    <a:pt x="409" y="650"/>
                  </a:lnTo>
                  <a:lnTo>
                    <a:pt x="409" y="650"/>
                  </a:lnTo>
                  <a:lnTo>
                    <a:pt x="409" y="650"/>
                  </a:lnTo>
                  <a:lnTo>
                    <a:pt x="407" y="650"/>
                  </a:lnTo>
                  <a:lnTo>
                    <a:pt x="407" y="650"/>
                  </a:lnTo>
                  <a:lnTo>
                    <a:pt x="404" y="650"/>
                  </a:lnTo>
                  <a:lnTo>
                    <a:pt x="404" y="650"/>
                  </a:lnTo>
                  <a:lnTo>
                    <a:pt x="404" y="650"/>
                  </a:lnTo>
                  <a:lnTo>
                    <a:pt x="402" y="650"/>
                  </a:lnTo>
                  <a:lnTo>
                    <a:pt x="402" y="650"/>
                  </a:lnTo>
                  <a:lnTo>
                    <a:pt x="402" y="652"/>
                  </a:lnTo>
                  <a:lnTo>
                    <a:pt x="402" y="652"/>
                  </a:lnTo>
                  <a:lnTo>
                    <a:pt x="402" y="652"/>
                  </a:lnTo>
                  <a:lnTo>
                    <a:pt x="402" y="652"/>
                  </a:lnTo>
                  <a:lnTo>
                    <a:pt x="400" y="652"/>
                  </a:lnTo>
                  <a:lnTo>
                    <a:pt x="400" y="652"/>
                  </a:lnTo>
                  <a:lnTo>
                    <a:pt x="397" y="652"/>
                  </a:lnTo>
                  <a:lnTo>
                    <a:pt x="397" y="654"/>
                  </a:lnTo>
                  <a:lnTo>
                    <a:pt x="397" y="654"/>
                  </a:lnTo>
                  <a:lnTo>
                    <a:pt x="397" y="654"/>
                  </a:lnTo>
                  <a:lnTo>
                    <a:pt x="397" y="654"/>
                  </a:lnTo>
                  <a:lnTo>
                    <a:pt x="395" y="654"/>
                  </a:lnTo>
                  <a:lnTo>
                    <a:pt x="395" y="657"/>
                  </a:lnTo>
                  <a:lnTo>
                    <a:pt x="395" y="657"/>
                  </a:lnTo>
                  <a:lnTo>
                    <a:pt x="395" y="654"/>
                  </a:lnTo>
                  <a:lnTo>
                    <a:pt x="395" y="654"/>
                  </a:lnTo>
                  <a:lnTo>
                    <a:pt x="395" y="657"/>
                  </a:lnTo>
                  <a:lnTo>
                    <a:pt x="393" y="657"/>
                  </a:lnTo>
                  <a:lnTo>
                    <a:pt x="393" y="654"/>
                  </a:lnTo>
                  <a:lnTo>
                    <a:pt x="393" y="654"/>
                  </a:lnTo>
                  <a:lnTo>
                    <a:pt x="390" y="654"/>
                  </a:lnTo>
                  <a:lnTo>
                    <a:pt x="390" y="654"/>
                  </a:lnTo>
                  <a:lnTo>
                    <a:pt x="390" y="654"/>
                  </a:lnTo>
                  <a:lnTo>
                    <a:pt x="388" y="654"/>
                  </a:lnTo>
                  <a:lnTo>
                    <a:pt x="388" y="654"/>
                  </a:lnTo>
                  <a:lnTo>
                    <a:pt x="388" y="652"/>
                  </a:lnTo>
                  <a:lnTo>
                    <a:pt x="388" y="652"/>
                  </a:lnTo>
                  <a:lnTo>
                    <a:pt x="390" y="652"/>
                  </a:lnTo>
                  <a:lnTo>
                    <a:pt x="390" y="652"/>
                  </a:lnTo>
                  <a:lnTo>
                    <a:pt x="388" y="652"/>
                  </a:lnTo>
                  <a:lnTo>
                    <a:pt x="388" y="652"/>
                  </a:lnTo>
                  <a:lnTo>
                    <a:pt x="386" y="652"/>
                  </a:lnTo>
                  <a:lnTo>
                    <a:pt x="386" y="652"/>
                  </a:lnTo>
                  <a:lnTo>
                    <a:pt x="386" y="650"/>
                  </a:lnTo>
                  <a:lnTo>
                    <a:pt x="386" y="650"/>
                  </a:lnTo>
                  <a:lnTo>
                    <a:pt x="383" y="650"/>
                  </a:lnTo>
                  <a:lnTo>
                    <a:pt x="383" y="650"/>
                  </a:lnTo>
                  <a:lnTo>
                    <a:pt x="383" y="650"/>
                  </a:lnTo>
                  <a:lnTo>
                    <a:pt x="383" y="647"/>
                  </a:lnTo>
                  <a:lnTo>
                    <a:pt x="383" y="647"/>
                  </a:lnTo>
                  <a:lnTo>
                    <a:pt x="381" y="647"/>
                  </a:lnTo>
                  <a:lnTo>
                    <a:pt x="381" y="647"/>
                  </a:lnTo>
                  <a:lnTo>
                    <a:pt x="381" y="647"/>
                  </a:lnTo>
                  <a:lnTo>
                    <a:pt x="378" y="647"/>
                  </a:lnTo>
                  <a:lnTo>
                    <a:pt x="378" y="647"/>
                  </a:lnTo>
                  <a:lnTo>
                    <a:pt x="378" y="647"/>
                  </a:lnTo>
                  <a:lnTo>
                    <a:pt x="378" y="647"/>
                  </a:lnTo>
                  <a:lnTo>
                    <a:pt x="378" y="650"/>
                  </a:lnTo>
                  <a:lnTo>
                    <a:pt x="376" y="650"/>
                  </a:lnTo>
                  <a:lnTo>
                    <a:pt x="376" y="650"/>
                  </a:lnTo>
                  <a:lnTo>
                    <a:pt x="376" y="650"/>
                  </a:lnTo>
                  <a:lnTo>
                    <a:pt x="376" y="650"/>
                  </a:lnTo>
                  <a:lnTo>
                    <a:pt x="376" y="650"/>
                  </a:lnTo>
                  <a:lnTo>
                    <a:pt x="374" y="650"/>
                  </a:lnTo>
                  <a:lnTo>
                    <a:pt x="374" y="650"/>
                  </a:lnTo>
                  <a:lnTo>
                    <a:pt x="374" y="647"/>
                  </a:lnTo>
                  <a:lnTo>
                    <a:pt x="371" y="647"/>
                  </a:lnTo>
                  <a:lnTo>
                    <a:pt x="371" y="647"/>
                  </a:lnTo>
                  <a:lnTo>
                    <a:pt x="371" y="647"/>
                  </a:lnTo>
                  <a:lnTo>
                    <a:pt x="369" y="647"/>
                  </a:lnTo>
                  <a:lnTo>
                    <a:pt x="369" y="647"/>
                  </a:lnTo>
                  <a:lnTo>
                    <a:pt x="369" y="647"/>
                  </a:lnTo>
                  <a:lnTo>
                    <a:pt x="369" y="647"/>
                  </a:lnTo>
                  <a:lnTo>
                    <a:pt x="367" y="647"/>
                  </a:lnTo>
                  <a:lnTo>
                    <a:pt x="367" y="647"/>
                  </a:lnTo>
                  <a:lnTo>
                    <a:pt x="367" y="647"/>
                  </a:lnTo>
                  <a:lnTo>
                    <a:pt x="364" y="647"/>
                  </a:lnTo>
                  <a:lnTo>
                    <a:pt x="364" y="647"/>
                  </a:lnTo>
                  <a:lnTo>
                    <a:pt x="364" y="647"/>
                  </a:lnTo>
                  <a:lnTo>
                    <a:pt x="362" y="647"/>
                  </a:lnTo>
                  <a:lnTo>
                    <a:pt x="362" y="647"/>
                  </a:lnTo>
                  <a:lnTo>
                    <a:pt x="362" y="647"/>
                  </a:lnTo>
                  <a:lnTo>
                    <a:pt x="362" y="647"/>
                  </a:lnTo>
                  <a:lnTo>
                    <a:pt x="362" y="645"/>
                  </a:lnTo>
                  <a:lnTo>
                    <a:pt x="362" y="645"/>
                  </a:lnTo>
                  <a:lnTo>
                    <a:pt x="359" y="645"/>
                  </a:lnTo>
                  <a:lnTo>
                    <a:pt x="359" y="645"/>
                  </a:lnTo>
                  <a:lnTo>
                    <a:pt x="359" y="645"/>
                  </a:lnTo>
                  <a:lnTo>
                    <a:pt x="359" y="645"/>
                  </a:lnTo>
                  <a:lnTo>
                    <a:pt x="357" y="645"/>
                  </a:lnTo>
                  <a:lnTo>
                    <a:pt x="357" y="645"/>
                  </a:lnTo>
                  <a:lnTo>
                    <a:pt x="357" y="645"/>
                  </a:lnTo>
                  <a:lnTo>
                    <a:pt x="357" y="645"/>
                  </a:lnTo>
                  <a:lnTo>
                    <a:pt x="357" y="642"/>
                  </a:lnTo>
                  <a:lnTo>
                    <a:pt x="357" y="642"/>
                  </a:lnTo>
                  <a:lnTo>
                    <a:pt x="359" y="642"/>
                  </a:lnTo>
                  <a:lnTo>
                    <a:pt x="359" y="642"/>
                  </a:lnTo>
                  <a:lnTo>
                    <a:pt x="359" y="642"/>
                  </a:lnTo>
                  <a:lnTo>
                    <a:pt x="357" y="642"/>
                  </a:lnTo>
                  <a:lnTo>
                    <a:pt x="357" y="642"/>
                  </a:lnTo>
                  <a:lnTo>
                    <a:pt x="357" y="642"/>
                  </a:lnTo>
                  <a:lnTo>
                    <a:pt x="355" y="642"/>
                  </a:lnTo>
                  <a:lnTo>
                    <a:pt x="355" y="642"/>
                  </a:lnTo>
                  <a:lnTo>
                    <a:pt x="352" y="642"/>
                  </a:lnTo>
                  <a:lnTo>
                    <a:pt x="352" y="640"/>
                  </a:lnTo>
                  <a:lnTo>
                    <a:pt x="352" y="640"/>
                  </a:lnTo>
                  <a:lnTo>
                    <a:pt x="352" y="642"/>
                  </a:lnTo>
                  <a:lnTo>
                    <a:pt x="352" y="642"/>
                  </a:lnTo>
                  <a:lnTo>
                    <a:pt x="350" y="642"/>
                  </a:lnTo>
                  <a:lnTo>
                    <a:pt x="350" y="642"/>
                  </a:lnTo>
                  <a:lnTo>
                    <a:pt x="350" y="642"/>
                  </a:lnTo>
                  <a:lnTo>
                    <a:pt x="350" y="642"/>
                  </a:lnTo>
                  <a:lnTo>
                    <a:pt x="350" y="642"/>
                  </a:lnTo>
                  <a:lnTo>
                    <a:pt x="348" y="642"/>
                  </a:lnTo>
                  <a:lnTo>
                    <a:pt x="348" y="645"/>
                  </a:lnTo>
                  <a:lnTo>
                    <a:pt x="348" y="645"/>
                  </a:lnTo>
                  <a:lnTo>
                    <a:pt x="345" y="645"/>
                  </a:lnTo>
                  <a:lnTo>
                    <a:pt x="345" y="645"/>
                  </a:lnTo>
                  <a:lnTo>
                    <a:pt x="345" y="645"/>
                  </a:lnTo>
                  <a:lnTo>
                    <a:pt x="343" y="645"/>
                  </a:lnTo>
                  <a:lnTo>
                    <a:pt x="343" y="645"/>
                  </a:lnTo>
                  <a:lnTo>
                    <a:pt x="343" y="645"/>
                  </a:lnTo>
                  <a:lnTo>
                    <a:pt x="343" y="647"/>
                  </a:lnTo>
                  <a:lnTo>
                    <a:pt x="343" y="647"/>
                  </a:lnTo>
                  <a:lnTo>
                    <a:pt x="343" y="647"/>
                  </a:lnTo>
                  <a:lnTo>
                    <a:pt x="341" y="647"/>
                  </a:lnTo>
                  <a:lnTo>
                    <a:pt x="341" y="650"/>
                  </a:lnTo>
                  <a:lnTo>
                    <a:pt x="341" y="650"/>
                  </a:lnTo>
                  <a:lnTo>
                    <a:pt x="338" y="650"/>
                  </a:lnTo>
                  <a:lnTo>
                    <a:pt x="338" y="650"/>
                  </a:lnTo>
                  <a:lnTo>
                    <a:pt x="338" y="650"/>
                  </a:lnTo>
                  <a:lnTo>
                    <a:pt x="338" y="652"/>
                  </a:lnTo>
                  <a:lnTo>
                    <a:pt x="338" y="652"/>
                  </a:lnTo>
                  <a:lnTo>
                    <a:pt x="338" y="652"/>
                  </a:lnTo>
                  <a:lnTo>
                    <a:pt x="338" y="652"/>
                  </a:lnTo>
                  <a:lnTo>
                    <a:pt x="338" y="652"/>
                  </a:lnTo>
                  <a:lnTo>
                    <a:pt x="338" y="652"/>
                  </a:lnTo>
                  <a:lnTo>
                    <a:pt x="336" y="652"/>
                  </a:lnTo>
                  <a:lnTo>
                    <a:pt x="336" y="654"/>
                  </a:lnTo>
                  <a:lnTo>
                    <a:pt x="336" y="654"/>
                  </a:lnTo>
                  <a:lnTo>
                    <a:pt x="336" y="654"/>
                  </a:lnTo>
                  <a:lnTo>
                    <a:pt x="336" y="657"/>
                  </a:lnTo>
                  <a:lnTo>
                    <a:pt x="336" y="657"/>
                  </a:lnTo>
                  <a:lnTo>
                    <a:pt x="336" y="657"/>
                  </a:lnTo>
                  <a:lnTo>
                    <a:pt x="336" y="659"/>
                  </a:lnTo>
                  <a:lnTo>
                    <a:pt x="333" y="659"/>
                  </a:lnTo>
                  <a:lnTo>
                    <a:pt x="333" y="659"/>
                  </a:lnTo>
                  <a:lnTo>
                    <a:pt x="331" y="659"/>
                  </a:lnTo>
                  <a:lnTo>
                    <a:pt x="331" y="659"/>
                  </a:lnTo>
                  <a:lnTo>
                    <a:pt x="331" y="661"/>
                  </a:lnTo>
                  <a:lnTo>
                    <a:pt x="331" y="661"/>
                  </a:lnTo>
                  <a:lnTo>
                    <a:pt x="331" y="661"/>
                  </a:lnTo>
                  <a:lnTo>
                    <a:pt x="331" y="661"/>
                  </a:lnTo>
                  <a:lnTo>
                    <a:pt x="331" y="661"/>
                  </a:lnTo>
                  <a:lnTo>
                    <a:pt x="331" y="664"/>
                  </a:lnTo>
                  <a:lnTo>
                    <a:pt x="331" y="664"/>
                  </a:lnTo>
                  <a:lnTo>
                    <a:pt x="331" y="666"/>
                  </a:lnTo>
                  <a:lnTo>
                    <a:pt x="331" y="666"/>
                  </a:lnTo>
                  <a:lnTo>
                    <a:pt x="331" y="666"/>
                  </a:lnTo>
                  <a:lnTo>
                    <a:pt x="331" y="666"/>
                  </a:lnTo>
                  <a:lnTo>
                    <a:pt x="329" y="666"/>
                  </a:lnTo>
                  <a:lnTo>
                    <a:pt x="329" y="666"/>
                  </a:lnTo>
                  <a:lnTo>
                    <a:pt x="329" y="666"/>
                  </a:lnTo>
                  <a:lnTo>
                    <a:pt x="329" y="666"/>
                  </a:lnTo>
                  <a:lnTo>
                    <a:pt x="329" y="664"/>
                  </a:lnTo>
                  <a:lnTo>
                    <a:pt x="326" y="664"/>
                  </a:lnTo>
                  <a:lnTo>
                    <a:pt x="326" y="664"/>
                  </a:lnTo>
                  <a:lnTo>
                    <a:pt x="326" y="661"/>
                  </a:lnTo>
                  <a:lnTo>
                    <a:pt x="326" y="661"/>
                  </a:lnTo>
                  <a:lnTo>
                    <a:pt x="326" y="661"/>
                  </a:lnTo>
                  <a:lnTo>
                    <a:pt x="326" y="659"/>
                  </a:lnTo>
                  <a:lnTo>
                    <a:pt x="326" y="659"/>
                  </a:lnTo>
                  <a:lnTo>
                    <a:pt x="329" y="659"/>
                  </a:lnTo>
                  <a:lnTo>
                    <a:pt x="329" y="657"/>
                  </a:lnTo>
                  <a:lnTo>
                    <a:pt x="329" y="657"/>
                  </a:lnTo>
                  <a:lnTo>
                    <a:pt x="329" y="654"/>
                  </a:lnTo>
                  <a:lnTo>
                    <a:pt x="329" y="654"/>
                  </a:lnTo>
                  <a:lnTo>
                    <a:pt x="329" y="654"/>
                  </a:lnTo>
                  <a:lnTo>
                    <a:pt x="329" y="654"/>
                  </a:lnTo>
                  <a:lnTo>
                    <a:pt x="329" y="652"/>
                  </a:lnTo>
                  <a:lnTo>
                    <a:pt x="331" y="652"/>
                  </a:lnTo>
                  <a:lnTo>
                    <a:pt x="331" y="652"/>
                  </a:lnTo>
                  <a:lnTo>
                    <a:pt x="329" y="652"/>
                  </a:lnTo>
                  <a:lnTo>
                    <a:pt x="329" y="652"/>
                  </a:lnTo>
                  <a:lnTo>
                    <a:pt x="329" y="652"/>
                  </a:lnTo>
                  <a:lnTo>
                    <a:pt x="329" y="650"/>
                  </a:lnTo>
                  <a:lnTo>
                    <a:pt x="329" y="650"/>
                  </a:lnTo>
                  <a:lnTo>
                    <a:pt x="329" y="650"/>
                  </a:lnTo>
                  <a:lnTo>
                    <a:pt x="329" y="647"/>
                  </a:lnTo>
                  <a:lnTo>
                    <a:pt x="326" y="647"/>
                  </a:lnTo>
                  <a:lnTo>
                    <a:pt x="326" y="647"/>
                  </a:lnTo>
                  <a:lnTo>
                    <a:pt x="326" y="647"/>
                  </a:lnTo>
                  <a:lnTo>
                    <a:pt x="324" y="647"/>
                  </a:lnTo>
                  <a:lnTo>
                    <a:pt x="324" y="647"/>
                  </a:lnTo>
                  <a:lnTo>
                    <a:pt x="324" y="645"/>
                  </a:lnTo>
                  <a:lnTo>
                    <a:pt x="324" y="645"/>
                  </a:lnTo>
                  <a:lnTo>
                    <a:pt x="324" y="647"/>
                  </a:lnTo>
                  <a:lnTo>
                    <a:pt x="322" y="647"/>
                  </a:lnTo>
                  <a:lnTo>
                    <a:pt x="322" y="647"/>
                  </a:lnTo>
                  <a:lnTo>
                    <a:pt x="322" y="647"/>
                  </a:lnTo>
                  <a:lnTo>
                    <a:pt x="322" y="647"/>
                  </a:lnTo>
                  <a:lnTo>
                    <a:pt x="319" y="647"/>
                  </a:lnTo>
                  <a:lnTo>
                    <a:pt x="319" y="650"/>
                  </a:lnTo>
                  <a:lnTo>
                    <a:pt x="319" y="650"/>
                  </a:lnTo>
                  <a:lnTo>
                    <a:pt x="317" y="650"/>
                  </a:lnTo>
                  <a:lnTo>
                    <a:pt x="317" y="650"/>
                  </a:lnTo>
                  <a:lnTo>
                    <a:pt x="317" y="650"/>
                  </a:lnTo>
                  <a:lnTo>
                    <a:pt x="314" y="650"/>
                  </a:lnTo>
                  <a:lnTo>
                    <a:pt x="314" y="650"/>
                  </a:lnTo>
                  <a:lnTo>
                    <a:pt x="314" y="650"/>
                  </a:lnTo>
                  <a:lnTo>
                    <a:pt x="312" y="650"/>
                  </a:lnTo>
                  <a:lnTo>
                    <a:pt x="312" y="650"/>
                  </a:lnTo>
                  <a:lnTo>
                    <a:pt x="312" y="650"/>
                  </a:lnTo>
                  <a:lnTo>
                    <a:pt x="312" y="650"/>
                  </a:lnTo>
                  <a:lnTo>
                    <a:pt x="310" y="650"/>
                  </a:lnTo>
                  <a:lnTo>
                    <a:pt x="310" y="650"/>
                  </a:lnTo>
                  <a:lnTo>
                    <a:pt x="310" y="650"/>
                  </a:lnTo>
                  <a:lnTo>
                    <a:pt x="310" y="650"/>
                  </a:lnTo>
                  <a:lnTo>
                    <a:pt x="307" y="650"/>
                  </a:lnTo>
                  <a:lnTo>
                    <a:pt x="307" y="650"/>
                  </a:lnTo>
                  <a:lnTo>
                    <a:pt x="307" y="650"/>
                  </a:lnTo>
                  <a:lnTo>
                    <a:pt x="305" y="650"/>
                  </a:lnTo>
                  <a:lnTo>
                    <a:pt x="305" y="647"/>
                  </a:lnTo>
                  <a:lnTo>
                    <a:pt x="305" y="647"/>
                  </a:lnTo>
                  <a:lnTo>
                    <a:pt x="305" y="650"/>
                  </a:lnTo>
                  <a:lnTo>
                    <a:pt x="305" y="650"/>
                  </a:lnTo>
                  <a:lnTo>
                    <a:pt x="305" y="650"/>
                  </a:lnTo>
                  <a:lnTo>
                    <a:pt x="305" y="652"/>
                  </a:lnTo>
                  <a:lnTo>
                    <a:pt x="305" y="652"/>
                  </a:lnTo>
                  <a:lnTo>
                    <a:pt x="303" y="652"/>
                  </a:lnTo>
                  <a:lnTo>
                    <a:pt x="303" y="652"/>
                  </a:lnTo>
                  <a:lnTo>
                    <a:pt x="303" y="652"/>
                  </a:lnTo>
                  <a:lnTo>
                    <a:pt x="300" y="652"/>
                  </a:lnTo>
                  <a:lnTo>
                    <a:pt x="300" y="652"/>
                  </a:lnTo>
                  <a:lnTo>
                    <a:pt x="300" y="652"/>
                  </a:lnTo>
                  <a:lnTo>
                    <a:pt x="298" y="652"/>
                  </a:lnTo>
                  <a:lnTo>
                    <a:pt x="298" y="652"/>
                  </a:lnTo>
                  <a:lnTo>
                    <a:pt x="298" y="652"/>
                  </a:lnTo>
                  <a:lnTo>
                    <a:pt x="296" y="652"/>
                  </a:lnTo>
                  <a:lnTo>
                    <a:pt x="296" y="652"/>
                  </a:lnTo>
                  <a:lnTo>
                    <a:pt x="296" y="652"/>
                  </a:lnTo>
                  <a:lnTo>
                    <a:pt x="293" y="652"/>
                  </a:lnTo>
                  <a:lnTo>
                    <a:pt x="293" y="652"/>
                  </a:lnTo>
                  <a:lnTo>
                    <a:pt x="291" y="652"/>
                  </a:lnTo>
                  <a:lnTo>
                    <a:pt x="291" y="652"/>
                  </a:lnTo>
                  <a:lnTo>
                    <a:pt x="291" y="652"/>
                  </a:lnTo>
                  <a:lnTo>
                    <a:pt x="291" y="652"/>
                  </a:lnTo>
                  <a:lnTo>
                    <a:pt x="291" y="652"/>
                  </a:lnTo>
                  <a:lnTo>
                    <a:pt x="291" y="650"/>
                  </a:lnTo>
                  <a:lnTo>
                    <a:pt x="288" y="650"/>
                  </a:lnTo>
                  <a:lnTo>
                    <a:pt x="288" y="650"/>
                  </a:lnTo>
                  <a:lnTo>
                    <a:pt x="288" y="652"/>
                  </a:lnTo>
                  <a:lnTo>
                    <a:pt x="288" y="652"/>
                  </a:lnTo>
                  <a:lnTo>
                    <a:pt x="288" y="652"/>
                  </a:lnTo>
                  <a:lnTo>
                    <a:pt x="288" y="652"/>
                  </a:lnTo>
                  <a:lnTo>
                    <a:pt x="288" y="650"/>
                  </a:lnTo>
                  <a:lnTo>
                    <a:pt x="286" y="650"/>
                  </a:lnTo>
                  <a:lnTo>
                    <a:pt x="286" y="650"/>
                  </a:lnTo>
                  <a:lnTo>
                    <a:pt x="286" y="650"/>
                  </a:lnTo>
                  <a:lnTo>
                    <a:pt x="284" y="650"/>
                  </a:lnTo>
                  <a:lnTo>
                    <a:pt x="284" y="647"/>
                  </a:lnTo>
                  <a:lnTo>
                    <a:pt x="284" y="647"/>
                  </a:lnTo>
                  <a:lnTo>
                    <a:pt x="284" y="647"/>
                  </a:lnTo>
                  <a:lnTo>
                    <a:pt x="281" y="647"/>
                  </a:lnTo>
                  <a:lnTo>
                    <a:pt x="281" y="647"/>
                  </a:lnTo>
                  <a:lnTo>
                    <a:pt x="281" y="650"/>
                  </a:lnTo>
                  <a:lnTo>
                    <a:pt x="279" y="650"/>
                  </a:lnTo>
                  <a:lnTo>
                    <a:pt x="279" y="647"/>
                  </a:lnTo>
                  <a:lnTo>
                    <a:pt x="279" y="647"/>
                  </a:lnTo>
                  <a:lnTo>
                    <a:pt x="279" y="650"/>
                  </a:lnTo>
                  <a:lnTo>
                    <a:pt x="279" y="650"/>
                  </a:lnTo>
                  <a:lnTo>
                    <a:pt x="277" y="650"/>
                  </a:lnTo>
                  <a:lnTo>
                    <a:pt x="277" y="650"/>
                  </a:lnTo>
                  <a:lnTo>
                    <a:pt x="279" y="650"/>
                  </a:lnTo>
                  <a:lnTo>
                    <a:pt x="279" y="652"/>
                  </a:lnTo>
                  <a:lnTo>
                    <a:pt x="279" y="652"/>
                  </a:lnTo>
                  <a:lnTo>
                    <a:pt x="277" y="652"/>
                  </a:lnTo>
                  <a:lnTo>
                    <a:pt x="277" y="652"/>
                  </a:lnTo>
                  <a:lnTo>
                    <a:pt x="277" y="652"/>
                  </a:lnTo>
                  <a:lnTo>
                    <a:pt x="277" y="652"/>
                  </a:lnTo>
                  <a:lnTo>
                    <a:pt x="277" y="650"/>
                  </a:lnTo>
                  <a:lnTo>
                    <a:pt x="274" y="650"/>
                  </a:lnTo>
                  <a:lnTo>
                    <a:pt x="274" y="650"/>
                  </a:lnTo>
                  <a:lnTo>
                    <a:pt x="272" y="650"/>
                  </a:lnTo>
                  <a:lnTo>
                    <a:pt x="272" y="650"/>
                  </a:lnTo>
                  <a:lnTo>
                    <a:pt x="272" y="650"/>
                  </a:lnTo>
                  <a:lnTo>
                    <a:pt x="272" y="650"/>
                  </a:lnTo>
                  <a:lnTo>
                    <a:pt x="272" y="647"/>
                  </a:lnTo>
                  <a:lnTo>
                    <a:pt x="272" y="647"/>
                  </a:lnTo>
                  <a:lnTo>
                    <a:pt x="272" y="645"/>
                  </a:lnTo>
                  <a:lnTo>
                    <a:pt x="270" y="645"/>
                  </a:lnTo>
                  <a:lnTo>
                    <a:pt x="270" y="645"/>
                  </a:lnTo>
                  <a:lnTo>
                    <a:pt x="270" y="645"/>
                  </a:lnTo>
                  <a:lnTo>
                    <a:pt x="270" y="645"/>
                  </a:lnTo>
                  <a:lnTo>
                    <a:pt x="270" y="645"/>
                  </a:lnTo>
                  <a:lnTo>
                    <a:pt x="270" y="647"/>
                  </a:lnTo>
                  <a:lnTo>
                    <a:pt x="270" y="647"/>
                  </a:lnTo>
                  <a:lnTo>
                    <a:pt x="270" y="650"/>
                  </a:lnTo>
                  <a:lnTo>
                    <a:pt x="270" y="650"/>
                  </a:lnTo>
                  <a:lnTo>
                    <a:pt x="270" y="650"/>
                  </a:lnTo>
                  <a:lnTo>
                    <a:pt x="270" y="652"/>
                  </a:lnTo>
                  <a:lnTo>
                    <a:pt x="270" y="652"/>
                  </a:lnTo>
                  <a:lnTo>
                    <a:pt x="267" y="652"/>
                  </a:lnTo>
                  <a:lnTo>
                    <a:pt x="267" y="652"/>
                  </a:lnTo>
                  <a:lnTo>
                    <a:pt x="265" y="652"/>
                  </a:lnTo>
                  <a:lnTo>
                    <a:pt x="265" y="650"/>
                  </a:lnTo>
                  <a:lnTo>
                    <a:pt x="265" y="650"/>
                  </a:lnTo>
                  <a:lnTo>
                    <a:pt x="265" y="650"/>
                  </a:lnTo>
                  <a:lnTo>
                    <a:pt x="265" y="647"/>
                  </a:lnTo>
                  <a:lnTo>
                    <a:pt x="265" y="647"/>
                  </a:lnTo>
                  <a:lnTo>
                    <a:pt x="265" y="647"/>
                  </a:lnTo>
                  <a:lnTo>
                    <a:pt x="265" y="645"/>
                  </a:lnTo>
                  <a:lnTo>
                    <a:pt x="265" y="645"/>
                  </a:lnTo>
                  <a:lnTo>
                    <a:pt x="262" y="645"/>
                  </a:lnTo>
                  <a:lnTo>
                    <a:pt x="262" y="645"/>
                  </a:lnTo>
                  <a:lnTo>
                    <a:pt x="262" y="642"/>
                  </a:lnTo>
                  <a:lnTo>
                    <a:pt x="262" y="642"/>
                  </a:lnTo>
                  <a:lnTo>
                    <a:pt x="260" y="642"/>
                  </a:lnTo>
                  <a:lnTo>
                    <a:pt x="260" y="642"/>
                  </a:lnTo>
                  <a:lnTo>
                    <a:pt x="260" y="642"/>
                  </a:lnTo>
                  <a:lnTo>
                    <a:pt x="258" y="642"/>
                  </a:lnTo>
                  <a:lnTo>
                    <a:pt x="258" y="642"/>
                  </a:lnTo>
                  <a:lnTo>
                    <a:pt x="258" y="642"/>
                  </a:lnTo>
                  <a:lnTo>
                    <a:pt x="258" y="640"/>
                  </a:lnTo>
                  <a:lnTo>
                    <a:pt x="258" y="640"/>
                  </a:lnTo>
                  <a:lnTo>
                    <a:pt x="255" y="640"/>
                  </a:lnTo>
                  <a:lnTo>
                    <a:pt x="255" y="640"/>
                  </a:lnTo>
                  <a:lnTo>
                    <a:pt x="255" y="640"/>
                  </a:lnTo>
                  <a:lnTo>
                    <a:pt x="255" y="642"/>
                  </a:lnTo>
                  <a:lnTo>
                    <a:pt x="253" y="642"/>
                  </a:lnTo>
                  <a:lnTo>
                    <a:pt x="253" y="642"/>
                  </a:lnTo>
                  <a:lnTo>
                    <a:pt x="251" y="642"/>
                  </a:lnTo>
                  <a:lnTo>
                    <a:pt x="251" y="642"/>
                  </a:lnTo>
                  <a:lnTo>
                    <a:pt x="251" y="640"/>
                  </a:lnTo>
                  <a:lnTo>
                    <a:pt x="251" y="640"/>
                  </a:lnTo>
                  <a:lnTo>
                    <a:pt x="248" y="640"/>
                  </a:lnTo>
                  <a:lnTo>
                    <a:pt x="248" y="640"/>
                  </a:lnTo>
                  <a:lnTo>
                    <a:pt x="248" y="640"/>
                  </a:lnTo>
                  <a:lnTo>
                    <a:pt x="248" y="638"/>
                  </a:lnTo>
                  <a:lnTo>
                    <a:pt x="248" y="638"/>
                  </a:lnTo>
                  <a:lnTo>
                    <a:pt x="248" y="638"/>
                  </a:lnTo>
                  <a:lnTo>
                    <a:pt x="248" y="635"/>
                  </a:lnTo>
                  <a:lnTo>
                    <a:pt x="248" y="635"/>
                  </a:lnTo>
                  <a:lnTo>
                    <a:pt x="248" y="633"/>
                  </a:lnTo>
                  <a:lnTo>
                    <a:pt x="248" y="633"/>
                  </a:lnTo>
                  <a:lnTo>
                    <a:pt x="248" y="633"/>
                  </a:lnTo>
                  <a:lnTo>
                    <a:pt x="248" y="633"/>
                  </a:lnTo>
                  <a:lnTo>
                    <a:pt x="246" y="633"/>
                  </a:lnTo>
                  <a:lnTo>
                    <a:pt x="246" y="633"/>
                  </a:lnTo>
                  <a:lnTo>
                    <a:pt x="246" y="633"/>
                  </a:lnTo>
                  <a:lnTo>
                    <a:pt x="246" y="633"/>
                  </a:lnTo>
                  <a:lnTo>
                    <a:pt x="246" y="633"/>
                  </a:lnTo>
                  <a:lnTo>
                    <a:pt x="243" y="633"/>
                  </a:lnTo>
                  <a:lnTo>
                    <a:pt x="243" y="633"/>
                  </a:lnTo>
                  <a:lnTo>
                    <a:pt x="243" y="633"/>
                  </a:lnTo>
                  <a:lnTo>
                    <a:pt x="243" y="633"/>
                  </a:lnTo>
                  <a:lnTo>
                    <a:pt x="243" y="633"/>
                  </a:lnTo>
                  <a:lnTo>
                    <a:pt x="241" y="633"/>
                  </a:lnTo>
                  <a:lnTo>
                    <a:pt x="241" y="633"/>
                  </a:lnTo>
                  <a:lnTo>
                    <a:pt x="239" y="633"/>
                  </a:lnTo>
                  <a:lnTo>
                    <a:pt x="239" y="633"/>
                  </a:lnTo>
                  <a:lnTo>
                    <a:pt x="239" y="633"/>
                  </a:lnTo>
                  <a:lnTo>
                    <a:pt x="239" y="633"/>
                  </a:lnTo>
                  <a:lnTo>
                    <a:pt x="239" y="633"/>
                  </a:lnTo>
                  <a:lnTo>
                    <a:pt x="239" y="631"/>
                  </a:lnTo>
                  <a:lnTo>
                    <a:pt x="239" y="631"/>
                  </a:lnTo>
                  <a:lnTo>
                    <a:pt x="236" y="631"/>
                  </a:lnTo>
                  <a:lnTo>
                    <a:pt x="236" y="631"/>
                  </a:lnTo>
                  <a:lnTo>
                    <a:pt x="236" y="631"/>
                  </a:lnTo>
                  <a:lnTo>
                    <a:pt x="236" y="631"/>
                  </a:lnTo>
                  <a:lnTo>
                    <a:pt x="234" y="631"/>
                  </a:lnTo>
                  <a:lnTo>
                    <a:pt x="234" y="631"/>
                  </a:lnTo>
                  <a:lnTo>
                    <a:pt x="232" y="631"/>
                  </a:lnTo>
                  <a:lnTo>
                    <a:pt x="232" y="631"/>
                  </a:lnTo>
                  <a:lnTo>
                    <a:pt x="232" y="628"/>
                  </a:lnTo>
                  <a:lnTo>
                    <a:pt x="232" y="628"/>
                  </a:lnTo>
                  <a:lnTo>
                    <a:pt x="232" y="628"/>
                  </a:lnTo>
                  <a:lnTo>
                    <a:pt x="232" y="626"/>
                  </a:lnTo>
                  <a:lnTo>
                    <a:pt x="232" y="626"/>
                  </a:lnTo>
                  <a:lnTo>
                    <a:pt x="229" y="626"/>
                  </a:lnTo>
                  <a:lnTo>
                    <a:pt x="229" y="626"/>
                  </a:lnTo>
                  <a:lnTo>
                    <a:pt x="229" y="626"/>
                  </a:lnTo>
                  <a:lnTo>
                    <a:pt x="229" y="626"/>
                  </a:lnTo>
                  <a:lnTo>
                    <a:pt x="227" y="626"/>
                  </a:lnTo>
                  <a:lnTo>
                    <a:pt x="227" y="624"/>
                  </a:lnTo>
                  <a:lnTo>
                    <a:pt x="227" y="624"/>
                  </a:lnTo>
                  <a:lnTo>
                    <a:pt x="227" y="624"/>
                  </a:lnTo>
                  <a:lnTo>
                    <a:pt x="227" y="621"/>
                  </a:lnTo>
                  <a:lnTo>
                    <a:pt x="227" y="621"/>
                  </a:lnTo>
                  <a:lnTo>
                    <a:pt x="227" y="621"/>
                  </a:lnTo>
                  <a:lnTo>
                    <a:pt x="227" y="621"/>
                  </a:lnTo>
                  <a:lnTo>
                    <a:pt x="227" y="619"/>
                  </a:lnTo>
                  <a:lnTo>
                    <a:pt x="227" y="619"/>
                  </a:lnTo>
                  <a:lnTo>
                    <a:pt x="227" y="616"/>
                  </a:lnTo>
                  <a:lnTo>
                    <a:pt x="227" y="616"/>
                  </a:lnTo>
                  <a:lnTo>
                    <a:pt x="225" y="616"/>
                  </a:lnTo>
                  <a:lnTo>
                    <a:pt x="225" y="616"/>
                  </a:lnTo>
                  <a:lnTo>
                    <a:pt x="225" y="616"/>
                  </a:lnTo>
                  <a:lnTo>
                    <a:pt x="225" y="616"/>
                  </a:lnTo>
                  <a:lnTo>
                    <a:pt x="222" y="616"/>
                  </a:lnTo>
                  <a:lnTo>
                    <a:pt x="222" y="616"/>
                  </a:lnTo>
                  <a:lnTo>
                    <a:pt x="222" y="616"/>
                  </a:lnTo>
                  <a:lnTo>
                    <a:pt x="220" y="616"/>
                  </a:lnTo>
                  <a:lnTo>
                    <a:pt x="220" y="616"/>
                  </a:lnTo>
                  <a:lnTo>
                    <a:pt x="220" y="616"/>
                  </a:lnTo>
                  <a:lnTo>
                    <a:pt x="217" y="616"/>
                  </a:lnTo>
                  <a:lnTo>
                    <a:pt x="217" y="616"/>
                  </a:lnTo>
                  <a:lnTo>
                    <a:pt x="217" y="619"/>
                  </a:lnTo>
                  <a:lnTo>
                    <a:pt x="217" y="619"/>
                  </a:lnTo>
                  <a:lnTo>
                    <a:pt x="215" y="619"/>
                  </a:lnTo>
                  <a:lnTo>
                    <a:pt x="215" y="619"/>
                  </a:lnTo>
                  <a:lnTo>
                    <a:pt x="215" y="619"/>
                  </a:lnTo>
                  <a:lnTo>
                    <a:pt x="215" y="619"/>
                  </a:lnTo>
                  <a:lnTo>
                    <a:pt x="215" y="619"/>
                  </a:lnTo>
                  <a:lnTo>
                    <a:pt x="213" y="619"/>
                  </a:lnTo>
                  <a:lnTo>
                    <a:pt x="213" y="616"/>
                  </a:lnTo>
                  <a:lnTo>
                    <a:pt x="213" y="616"/>
                  </a:lnTo>
                  <a:lnTo>
                    <a:pt x="213" y="616"/>
                  </a:lnTo>
                  <a:lnTo>
                    <a:pt x="210" y="616"/>
                  </a:lnTo>
                  <a:lnTo>
                    <a:pt x="210" y="614"/>
                  </a:lnTo>
                  <a:lnTo>
                    <a:pt x="210" y="614"/>
                  </a:lnTo>
                  <a:lnTo>
                    <a:pt x="210" y="614"/>
                  </a:lnTo>
                  <a:lnTo>
                    <a:pt x="210" y="612"/>
                  </a:lnTo>
                  <a:lnTo>
                    <a:pt x="210" y="612"/>
                  </a:lnTo>
                  <a:lnTo>
                    <a:pt x="210" y="612"/>
                  </a:lnTo>
                  <a:lnTo>
                    <a:pt x="210" y="612"/>
                  </a:lnTo>
                  <a:lnTo>
                    <a:pt x="208" y="612"/>
                  </a:lnTo>
                  <a:lnTo>
                    <a:pt x="208" y="612"/>
                  </a:lnTo>
                  <a:lnTo>
                    <a:pt x="208" y="609"/>
                  </a:lnTo>
                  <a:lnTo>
                    <a:pt x="208" y="609"/>
                  </a:lnTo>
                  <a:lnTo>
                    <a:pt x="206" y="609"/>
                  </a:lnTo>
                  <a:lnTo>
                    <a:pt x="206" y="609"/>
                  </a:lnTo>
                  <a:lnTo>
                    <a:pt x="206" y="607"/>
                  </a:lnTo>
                  <a:lnTo>
                    <a:pt x="206" y="607"/>
                  </a:lnTo>
                  <a:lnTo>
                    <a:pt x="203" y="607"/>
                  </a:lnTo>
                  <a:lnTo>
                    <a:pt x="203" y="607"/>
                  </a:lnTo>
                  <a:lnTo>
                    <a:pt x="203" y="607"/>
                  </a:lnTo>
                  <a:lnTo>
                    <a:pt x="203" y="607"/>
                  </a:lnTo>
                  <a:lnTo>
                    <a:pt x="201" y="607"/>
                  </a:lnTo>
                  <a:lnTo>
                    <a:pt x="201" y="605"/>
                  </a:lnTo>
                  <a:lnTo>
                    <a:pt x="201" y="605"/>
                  </a:lnTo>
                  <a:lnTo>
                    <a:pt x="199" y="605"/>
                  </a:lnTo>
                  <a:lnTo>
                    <a:pt x="199" y="605"/>
                  </a:lnTo>
                  <a:lnTo>
                    <a:pt x="199" y="605"/>
                  </a:lnTo>
                  <a:lnTo>
                    <a:pt x="199" y="605"/>
                  </a:lnTo>
                  <a:lnTo>
                    <a:pt x="196" y="605"/>
                  </a:lnTo>
                  <a:lnTo>
                    <a:pt x="196" y="605"/>
                  </a:lnTo>
                  <a:lnTo>
                    <a:pt x="196" y="602"/>
                  </a:lnTo>
                  <a:lnTo>
                    <a:pt x="196" y="602"/>
                  </a:lnTo>
                  <a:lnTo>
                    <a:pt x="196" y="602"/>
                  </a:lnTo>
                  <a:lnTo>
                    <a:pt x="196" y="602"/>
                  </a:lnTo>
                  <a:lnTo>
                    <a:pt x="194" y="602"/>
                  </a:lnTo>
                  <a:lnTo>
                    <a:pt x="194" y="600"/>
                  </a:lnTo>
                  <a:lnTo>
                    <a:pt x="194" y="600"/>
                  </a:lnTo>
                  <a:lnTo>
                    <a:pt x="194" y="600"/>
                  </a:lnTo>
                  <a:lnTo>
                    <a:pt x="191" y="600"/>
                  </a:lnTo>
                  <a:lnTo>
                    <a:pt x="191" y="597"/>
                  </a:lnTo>
                  <a:lnTo>
                    <a:pt x="191" y="597"/>
                  </a:lnTo>
                  <a:lnTo>
                    <a:pt x="191" y="597"/>
                  </a:lnTo>
                  <a:lnTo>
                    <a:pt x="189" y="597"/>
                  </a:lnTo>
                  <a:lnTo>
                    <a:pt x="189" y="597"/>
                  </a:lnTo>
                  <a:lnTo>
                    <a:pt x="189" y="597"/>
                  </a:lnTo>
                  <a:lnTo>
                    <a:pt x="189" y="597"/>
                  </a:lnTo>
                  <a:lnTo>
                    <a:pt x="187" y="597"/>
                  </a:lnTo>
                  <a:lnTo>
                    <a:pt x="187" y="597"/>
                  </a:lnTo>
                  <a:lnTo>
                    <a:pt x="184" y="597"/>
                  </a:lnTo>
                  <a:lnTo>
                    <a:pt x="184" y="597"/>
                  </a:lnTo>
                  <a:lnTo>
                    <a:pt x="184" y="595"/>
                  </a:lnTo>
                  <a:lnTo>
                    <a:pt x="184" y="595"/>
                  </a:lnTo>
                  <a:lnTo>
                    <a:pt x="184" y="593"/>
                  </a:lnTo>
                  <a:lnTo>
                    <a:pt x="184" y="593"/>
                  </a:lnTo>
                  <a:lnTo>
                    <a:pt x="184" y="593"/>
                  </a:lnTo>
                  <a:lnTo>
                    <a:pt x="184" y="593"/>
                  </a:lnTo>
                  <a:lnTo>
                    <a:pt x="184" y="590"/>
                  </a:lnTo>
                  <a:lnTo>
                    <a:pt x="184" y="590"/>
                  </a:lnTo>
                  <a:lnTo>
                    <a:pt x="182" y="590"/>
                  </a:lnTo>
                  <a:lnTo>
                    <a:pt x="182" y="590"/>
                  </a:lnTo>
                  <a:lnTo>
                    <a:pt x="182" y="590"/>
                  </a:lnTo>
                  <a:lnTo>
                    <a:pt x="180" y="590"/>
                  </a:lnTo>
                  <a:lnTo>
                    <a:pt x="180" y="588"/>
                  </a:lnTo>
                  <a:lnTo>
                    <a:pt x="180" y="588"/>
                  </a:lnTo>
                  <a:lnTo>
                    <a:pt x="177" y="588"/>
                  </a:lnTo>
                  <a:lnTo>
                    <a:pt x="177" y="588"/>
                  </a:lnTo>
                  <a:lnTo>
                    <a:pt x="177" y="588"/>
                  </a:lnTo>
                  <a:lnTo>
                    <a:pt x="175" y="588"/>
                  </a:lnTo>
                  <a:lnTo>
                    <a:pt x="175" y="588"/>
                  </a:lnTo>
                  <a:lnTo>
                    <a:pt x="175" y="588"/>
                  </a:lnTo>
                  <a:lnTo>
                    <a:pt x="172" y="588"/>
                  </a:lnTo>
                  <a:lnTo>
                    <a:pt x="172" y="588"/>
                  </a:lnTo>
                  <a:lnTo>
                    <a:pt x="172" y="588"/>
                  </a:lnTo>
                  <a:lnTo>
                    <a:pt x="172" y="588"/>
                  </a:lnTo>
                  <a:lnTo>
                    <a:pt x="170" y="588"/>
                  </a:lnTo>
                  <a:lnTo>
                    <a:pt x="170" y="588"/>
                  </a:lnTo>
                  <a:lnTo>
                    <a:pt x="170" y="588"/>
                  </a:lnTo>
                  <a:lnTo>
                    <a:pt x="170" y="588"/>
                  </a:lnTo>
                  <a:lnTo>
                    <a:pt x="168" y="588"/>
                  </a:lnTo>
                  <a:lnTo>
                    <a:pt x="168" y="588"/>
                  </a:lnTo>
                  <a:lnTo>
                    <a:pt x="168" y="588"/>
                  </a:lnTo>
                  <a:lnTo>
                    <a:pt x="168" y="590"/>
                  </a:lnTo>
                  <a:lnTo>
                    <a:pt x="168" y="590"/>
                  </a:lnTo>
                  <a:lnTo>
                    <a:pt x="168" y="590"/>
                  </a:lnTo>
                  <a:lnTo>
                    <a:pt x="168" y="593"/>
                  </a:lnTo>
                  <a:lnTo>
                    <a:pt x="168" y="593"/>
                  </a:lnTo>
                  <a:lnTo>
                    <a:pt x="168" y="593"/>
                  </a:lnTo>
                  <a:lnTo>
                    <a:pt x="168" y="593"/>
                  </a:lnTo>
                  <a:lnTo>
                    <a:pt x="165" y="593"/>
                  </a:lnTo>
                  <a:lnTo>
                    <a:pt x="165" y="593"/>
                  </a:lnTo>
                  <a:lnTo>
                    <a:pt x="165" y="595"/>
                  </a:lnTo>
                  <a:lnTo>
                    <a:pt x="165" y="595"/>
                  </a:lnTo>
                  <a:lnTo>
                    <a:pt x="165" y="595"/>
                  </a:lnTo>
                  <a:lnTo>
                    <a:pt x="165" y="597"/>
                  </a:lnTo>
                  <a:lnTo>
                    <a:pt x="163" y="597"/>
                  </a:lnTo>
                  <a:lnTo>
                    <a:pt x="163" y="597"/>
                  </a:lnTo>
                  <a:lnTo>
                    <a:pt x="163" y="597"/>
                  </a:lnTo>
                  <a:lnTo>
                    <a:pt x="161" y="597"/>
                  </a:lnTo>
                  <a:lnTo>
                    <a:pt x="161" y="595"/>
                  </a:lnTo>
                  <a:lnTo>
                    <a:pt x="161" y="595"/>
                  </a:lnTo>
                  <a:lnTo>
                    <a:pt x="161" y="593"/>
                  </a:lnTo>
                  <a:lnTo>
                    <a:pt x="161" y="593"/>
                  </a:lnTo>
                  <a:lnTo>
                    <a:pt x="161" y="593"/>
                  </a:lnTo>
                  <a:lnTo>
                    <a:pt x="161" y="593"/>
                  </a:lnTo>
                  <a:lnTo>
                    <a:pt x="158" y="593"/>
                  </a:lnTo>
                  <a:lnTo>
                    <a:pt x="158" y="593"/>
                  </a:lnTo>
                  <a:lnTo>
                    <a:pt x="158" y="590"/>
                  </a:lnTo>
                  <a:lnTo>
                    <a:pt x="158" y="590"/>
                  </a:lnTo>
                  <a:lnTo>
                    <a:pt x="156" y="590"/>
                  </a:lnTo>
                  <a:lnTo>
                    <a:pt x="156" y="590"/>
                  </a:lnTo>
                  <a:lnTo>
                    <a:pt x="156" y="590"/>
                  </a:lnTo>
                  <a:lnTo>
                    <a:pt x="156" y="590"/>
                  </a:lnTo>
                  <a:lnTo>
                    <a:pt x="156" y="588"/>
                  </a:lnTo>
                  <a:lnTo>
                    <a:pt x="154" y="588"/>
                  </a:lnTo>
                  <a:lnTo>
                    <a:pt x="154" y="588"/>
                  </a:lnTo>
                  <a:lnTo>
                    <a:pt x="154" y="588"/>
                  </a:lnTo>
                  <a:lnTo>
                    <a:pt x="151" y="588"/>
                  </a:lnTo>
                  <a:lnTo>
                    <a:pt x="151" y="586"/>
                  </a:lnTo>
                  <a:lnTo>
                    <a:pt x="151" y="586"/>
                  </a:lnTo>
                  <a:lnTo>
                    <a:pt x="151" y="586"/>
                  </a:lnTo>
                  <a:lnTo>
                    <a:pt x="149" y="586"/>
                  </a:lnTo>
                  <a:lnTo>
                    <a:pt x="149" y="586"/>
                  </a:lnTo>
                  <a:lnTo>
                    <a:pt x="149" y="586"/>
                  </a:lnTo>
                  <a:lnTo>
                    <a:pt x="149" y="586"/>
                  </a:lnTo>
                  <a:lnTo>
                    <a:pt x="146" y="586"/>
                  </a:lnTo>
                  <a:lnTo>
                    <a:pt x="146" y="583"/>
                  </a:lnTo>
                  <a:lnTo>
                    <a:pt x="146" y="583"/>
                  </a:lnTo>
                  <a:lnTo>
                    <a:pt x="144" y="583"/>
                  </a:lnTo>
                  <a:lnTo>
                    <a:pt x="144" y="583"/>
                  </a:lnTo>
                  <a:lnTo>
                    <a:pt x="144" y="583"/>
                  </a:lnTo>
                  <a:lnTo>
                    <a:pt x="144" y="583"/>
                  </a:lnTo>
                  <a:lnTo>
                    <a:pt x="142" y="583"/>
                  </a:lnTo>
                  <a:lnTo>
                    <a:pt x="142" y="583"/>
                  </a:lnTo>
                  <a:lnTo>
                    <a:pt x="142" y="581"/>
                  </a:lnTo>
                  <a:lnTo>
                    <a:pt x="142" y="581"/>
                  </a:lnTo>
                  <a:lnTo>
                    <a:pt x="144" y="581"/>
                  </a:lnTo>
                  <a:lnTo>
                    <a:pt x="144" y="578"/>
                  </a:lnTo>
                  <a:lnTo>
                    <a:pt x="142" y="578"/>
                  </a:lnTo>
                  <a:lnTo>
                    <a:pt x="142" y="578"/>
                  </a:lnTo>
                  <a:lnTo>
                    <a:pt x="142" y="578"/>
                  </a:lnTo>
                  <a:lnTo>
                    <a:pt x="139" y="578"/>
                  </a:lnTo>
                  <a:lnTo>
                    <a:pt x="139" y="578"/>
                  </a:lnTo>
                  <a:lnTo>
                    <a:pt x="139" y="578"/>
                  </a:lnTo>
                  <a:lnTo>
                    <a:pt x="139" y="576"/>
                  </a:lnTo>
                  <a:lnTo>
                    <a:pt x="137" y="576"/>
                  </a:lnTo>
                  <a:lnTo>
                    <a:pt x="137" y="576"/>
                  </a:lnTo>
                  <a:lnTo>
                    <a:pt x="137" y="576"/>
                  </a:lnTo>
                  <a:lnTo>
                    <a:pt x="137" y="576"/>
                  </a:lnTo>
                  <a:lnTo>
                    <a:pt x="137" y="574"/>
                  </a:lnTo>
                  <a:lnTo>
                    <a:pt x="135" y="574"/>
                  </a:lnTo>
                  <a:lnTo>
                    <a:pt x="135" y="574"/>
                  </a:lnTo>
                  <a:lnTo>
                    <a:pt x="135" y="574"/>
                  </a:lnTo>
                  <a:lnTo>
                    <a:pt x="135" y="574"/>
                  </a:lnTo>
                  <a:lnTo>
                    <a:pt x="132" y="574"/>
                  </a:lnTo>
                  <a:lnTo>
                    <a:pt x="132" y="574"/>
                  </a:lnTo>
                  <a:lnTo>
                    <a:pt x="132" y="574"/>
                  </a:lnTo>
                  <a:lnTo>
                    <a:pt x="132" y="574"/>
                  </a:lnTo>
                  <a:lnTo>
                    <a:pt x="132" y="574"/>
                  </a:lnTo>
                  <a:lnTo>
                    <a:pt x="130" y="574"/>
                  </a:lnTo>
                  <a:lnTo>
                    <a:pt x="130" y="574"/>
                  </a:lnTo>
                  <a:lnTo>
                    <a:pt x="130" y="574"/>
                  </a:lnTo>
                  <a:lnTo>
                    <a:pt x="130" y="574"/>
                  </a:lnTo>
                  <a:lnTo>
                    <a:pt x="128" y="574"/>
                  </a:lnTo>
                  <a:lnTo>
                    <a:pt x="128" y="574"/>
                  </a:lnTo>
                  <a:lnTo>
                    <a:pt x="128" y="571"/>
                  </a:lnTo>
                  <a:lnTo>
                    <a:pt x="128" y="571"/>
                  </a:lnTo>
                  <a:lnTo>
                    <a:pt x="125" y="571"/>
                  </a:lnTo>
                  <a:lnTo>
                    <a:pt x="125" y="571"/>
                  </a:lnTo>
                  <a:lnTo>
                    <a:pt x="125" y="571"/>
                  </a:lnTo>
                  <a:lnTo>
                    <a:pt x="125" y="569"/>
                  </a:lnTo>
                  <a:lnTo>
                    <a:pt x="125" y="569"/>
                  </a:lnTo>
                  <a:lnTo>
                    <a:pt x="123" y="569"/>
                  </a:lnTo>
                  <a:lnTo>
                    <a:pt x="123" y="569"/>
                  </a:lnTo>
                  <a:lnTo>
                    <a:pt x="123" y="569"/>
                  </a:lnTo>
                  <a:lnTo>
                    <a:pt x="123" y="567"/>
                  </a:lnTo>
                  <a:lnTo>
                    <a:pt x="123" y="567"/>
                  </a:lnTo>
                  <a:lnTo>
                    <a:pt x="123" y="567"/>
                  </a:lnTo>
                  <a:lnTo>
                    <a:pt x="123" y="564"/>
                  </a:lnTo>
                  <a:lnTo>
                    <a:pt x="120" y="564"/>
                  </a:lnTo>
                  <a:lnTo>
                    <a:pt x="120" y="564"/>
                  </a:lnTo>
                  <a:lnTo>
                    <a:pt x="120" y="564"/>
                  </a:lnTo>
                  <a:lnTo>
                    <a:pt x="120" y="562"/>
                  </a:lnTo>
                  <a:lnTo>
                    <a:pt x="120" y="562"/>
                  </a:lnTo>
                  <a:lnTo>
                    <a:pt x="118" y="562"/>
                  </a:lnTo>
                  <a:lnTo>
                    <a:pt x="118" y="562"/>
                  </a:lnTo>
                  <a:lnTo>
                    <a:pt x="118" y="562"/>
                  </a:lnTo>
                  <a:lnTo>
                    <a:pt x="118" y="562"/>
                  </a:lnTo>
                  <a:lnTo>
                    <a:pt x="118" y="562"/>
                  </a:lnTo>
                  <a:lnTo>
                    <a:pt x="116" y="562"/>
                  </a:lnTo>
                  <a:lnTo>
                    <a:pt x="116" y="562"/>
                  </a:lnTo>
                  <a:lnTo>
                    <a:pt x="116" y="564"/>
                  </a:lnTo>
                  <a:lnTo>
                    <a:pt x="116" y="564"/>
                  </a:lnTo>
                  <a:lnTo>
                    <a:pt x="116" y="564"/>
                  </a:lnTo>
                  <a:lnTo>
                    <a:pt x="116" y="564"/>
                  </a:lnTo>
                  <a:lnTo>
                    <a:pt x="113" y="564"/>
                  </a:lnTo>
                  <a:lnTo>
                    <a:pt x="113" y="564"/>
                  </a:lnTo>
                  <a:lnTo>
                    <a:pt x="111" y="564"/>
                  </a:lnTo>
                  <a:lnTo>
                    <a:pt x="111" y="564"/>
                  </a:lnTo>
                  <a:lnTo>
                    <a:pt x="111" y="564"/>
                  </a:lnTo>
                  <a:lnTo>
                    <a:pt x="111" y="562"/>
                  </a:lnTo>
                  <a:lnTo>
                    <a:pt x="111" y="562"/>
                  </a:lnTo>
                  <a:lnTo>
                    <a:pt x="111" y="562"/>
                  </a:lnTo>
                  <a:lnTo>
                    <a:pt x="111" y="562"/>
                  </a:lnTo>
                  <a:lnTo>
                    <a:pt x="111" y="562"/>
                  </a:lnTo>
                  <a:lnTo>
                    <a:pt x="111" y="560"/>
                  </a:lnTo>
                  <a:lnTo>
                    <a:pt x="111" y="560"/>
                  </a:lnTo>
                  <a:lnTo>
                    <a:pt x="111" y="560"/>
                  </a:lnTo>
                  <a:lnTo>
                    <a:pt x="111" y="560"/>
                  </a:lnTo>
                  <a:lnTo>
                    <a:pt x="111" y="560"/>
                  </a:lnTo>
                  <a:lnTo>
                    <a:pt x="111" y="557"/>
                  </a:lnTo>
                  <a:lnTo>
                    <a:pt x="113" y="557"/>
                  </a:lnTo>
                  <a:lnTo>
                    <a:pt x="113" y="557"/>
                  </a:lnTo>
                  <a:lnTo>
                    <a:pt x="111" y="557"/>
                  </a:lnTo>
                  <a:lnTo>
                    <a:pt x="111" y="555"/>
                  </a:lnTo>
                  <a:lnTo>
                    <a:pt x="111" y="555"/>
                  </a:lnTo>
                  <a:lnTo>
                    <a:pt x="111" y="555"/>
                  </a:lnTo>
                  <a:lnTo>
                    <a:pt x="111" y="555"/>
                  </a:lnTo>
                  <a:lnTo>
                    <a:pt x="111" y="552"/>
                  </a:lnTo>
                  <a:lnTo>
                    <a:pt x="111" y="552"/>
                  </a:lnTo>
                  <a:lnTo>
                    <a:pt x="111" y="552"/>
                  </a:lnTo>
                  <a:lnTo>
                    <a:pt x="111" y="552"/>
                  </a:lnTo>
                  <a:lnTo>
                    <a:pt x="111" y="550"/>
                  </a:lnTo>
                  <a:lnTo>
                    <a:pt x="111" y="550"/>
                  </a:lnTo>
                  <a:lnTo>
                    <a:pt x="111" y="548"/>
                  </a:lnTo>
                  <a:lnTo>
                    <a:pt x="111" y="548"/>
                  </a:lnTo>
                  <a:lnTo>
                    <a:pt x="111" y="548"/>
                  </a:lnTo>
                  <a:lnTo>
                    <a:pt x="111" y="545"/>
                  </a:lnTo>
                  <a:lnTo>
                    <a:pt x="111" y="545"/>
                  </a:lnTo>
                  <a:lnTo>
                    <a:pt x="109" y="545"/>
                  </a:lnTo>
                  <a:lnTo>
                    <a:pt x="109" y="543"/>
                  </a:lnTo>
                  <a:lnTo>
                    <a:pt x="109" y="543"/>
                  </a:lnTo>
                  <a:lnTo>
                    <a:pt x="109" y="543"/>
                  </a:lnTo>
                  <a:lnTo>
                    <a:pt x="109" y="543"/>
                  </a:lnTo>
                  <a:lnTo>
                    <a:pt x="109" y="543"/>
                  </a:lnTo>
                  <a:lnTo>
                    <a:pt x="106" y="543"/>
                  </a:lnTo>
                  <a:lnTo>
                    <a:pt x="106" y="543"/>
                  </a:lnTo>
                  <a:lnTo>
                    <a:pt x="106" y="541"/>
                  </a:lnTo>
                  <a:lnTo>
                    <a:pt x="106" y="541"/>
                  </a:lnTo>
                  <a:lnTo>
                    <a:pt x="106" y="538"/>
                  </a:lnTo>
                  <a:lnTo>
                    <a:pt x="104" y="538"/>
                  </a:lnTo>
                  <a:lnTo>
                    <a:pt x="104" y="538"/>
                  </a:lnTo>
                  <a:lnTo>
                    <a:pt x="104" y="536"/>
                  </a:lnTo>
                  <a:lnTo>
                    <a:pt x="104" y="536"/>
                  </a:lnTo>
                  <a:lnTo>
                    <a:pt x="104" y="533"/>
                  </a:lnTo>
                  <a:lnTo>
                    <a:pt x="104" y="533"/>
                  </a:lnTo>
                  <a:lnTo>
                    <a:pt x="104" y="533"/>
                  </a:lnTo>
                  <a:lnTo>
                    <a:pt x="104" y="533"/>
                  </a:lnTo>
                  <a:lnTo>
                    <a:pt x="104" y="533"/>
                  </a:lnTo>
                  <a:lnTo>
                    <a:pt x="106" y="533"/>
                  </a:lnTo>
                  <a:lnTo>
                    <a:pt x="106" y="533"/>
                  </a:lnTo>
                  <a:lnTo>
                    <a:pt x="106" y="531"/>
                  </a:lnTo>
                  <a:lnTo>
                    <a:pt x="109" y="531"/>
                  </a:lnTo>
                  <a:lnTo>
                    <a:pt x="109" y="531"/>
                  </a:lnTo>
                  <a:lnTo>
                    <a:pt x="109" y="531"/>
                  </a:lnTo>
                  <a:lnTo>
                    <a:pt x="109" y="531"/>
                  </a:lnTo>
                  <a:lnTo>
                    <a:pt x="111" y="531"/>
                  </a:lnTo>
                  <a:lnTo>
                    <a:pt x="111" y="529"/>
                  </a:lnTo>
                  <a:lnTo>
                    <a:pt x="111" y="529"/>
                  </a:lnTo>
                  <a:lnTo>
                    <a:pt x="111" y="531"/>
                  </a:lnTo>
                  <a:lnTo>
                    <a:pt x="111" y="531"/>
                  </a:lnTo>
                  <a:lnTo>
                    <a:pt x="111" y="531"/>
                  </a:lnTo>
                  <a:lnTo>
                    <a:pt x="111" y="533"/>
                  </a:lnTo>
                  <a:lnTo>
                    <a:pt x="111" y="533"/>
                  </a:lnTo>
                  <a:lnTo>
                    <a:pt x="111" y="533"/>
                  </a:lnTo>
                  <a:lnTo>
                    <a:pt x="111" y="533"/>
                  </a:lnTo>
                  <a:lnTo>
                    <a:pt x="111" y="533"/>
                  </a:lnTo>
                  <a:lnTo>
                    <a:pt x="111" y="536"/>
                  </a:lnTo>
                  <a:lnTo>
                    <a:pt x="113" y="536"/>
                  </a:lnTo>
                  <a:lnTo>
                    <a:pt x="113" y="536"/>
                  </a:lnTo>
                  <a:lnTo>
                    <a:pt x="113" y="536"/>
                  </a:lnTo>
                  <a:lnTo>
                    <a:pt x="113" y="538"/>
                  </a:lnTo>
                  <a:lnTo>
                    <a:pt x="116" y="538"/>
                  </a:lnTo>
                  <a:lnTo>
                    <a:pt x="116" y="538"/>
                  </a:lnTo>
                  <a:lnTo>
                    <a:pt x="116" y="538"/>
                  </a:lnTo>
                  <a:lnTo>
                    <a:pt x="116" y="538"/>
                  </a:lnTo>
                  <a:lnTo>
                    <a:pt x="116" y="538"/>
                  </a:lnTo>
                  <a:lnTo>
                    <a:pt x="118" y="538"/>
                  </a:lnTo>
                  <a:lnTo>
                    <a:pt x="118" y="538"/>
                  </a:lnTo>
                  <a:lnTo>
                    <a:pt x="118" y="538"/>
                  </a:lnTo>
                  <a:lnTo>
                    <a:pt x="118" y="536"/>
                  </a:lnTo>
                  <a:lnTo>
                    <a:pt x="118" y="536"/>
                  </a:lnTo>
                  <a:lnTo>
                    <a:pt x="118" y="533"/>
                  </a:lnTo>
                  <a:lnTo>
                    <a:pt x="120" y="533"/>
                  </a:lnTo>
                  <a:lnTo>
                    <a:pt x="120" y="533"/>
                  </a:lnTo>
                  <a:lnTo>
                    <a:pt x="123" y="533"/>
                  </a:lnTo>
                  <a:lnTo>
                    <a:pt x="123" y="533"/>
                  </a:lnTo>
                  <a:lnTo>
                    <a:pt x="123" y="533"/>
                  </a:lnTo>
                  <a:lnTo>
                    <a:pt x="123" y="533"/>
                  </a:lnTo>
                  <a:lnTo>
                    <a:pt x="125" y="533"/>
                  </a:lnTo>
                  <a:lnTo>
                    <a:pt x="125" y="533"/>
                  </a:lnTo>
                  <a:lnTo>
                    <a:pt x="125" y="533"/>
                  </a:lnTo>
                  <a:lnTo>
                    <a:pt x="125" y="533"/>
                  </a:lnTo>
                  <a:lnTo>
                    <a:pt x="128" y="533"/>
                  </a:lnTo>
                  <a:lnTo>
                    <a:pt x="128" y="533"/>
                  </a:lnTo>
                  <a:lnTo>
                    <a:pt x="128" y="531"/>
                  </a:lnTo>
                  <a:lnTo>
                    <a:pt x="128" y="531"/>
                  </a:lnTo>
                  <a:lnTo>
                    <a:pt x="128" y="529"/>
                  </a:lnTo>
                  <a:lnTo>
                    <a:pt x="128" y="529"/>
                  </a:lnTo>
                  <a:lnTo>
                    <a:pt x="128" y="529"/>
                  </a:lnTo>
                  <a:lnTo>
                    <a:pt x="128" y="526"/>
                  </a:lnTo>
                  <a:lnTo>
                    <a:pt x="125" y="526"/>
                  </a:lnTo>
                  <a:lnTo>
                    <a:pt x="125" y="526"/>
                  </a:lnTo>
                  <a:lnTo>
                    <a:pt x="125" y="524"/>
                  </a:lnTo>
                  <a:lnTo>
                    <a:pt x="125" y="524"/>
                  </a:lnTo>
                  <a:lnTo>
                    <a:pt x="125" y="524"/>
                  </a:lnTo>
                  <a:lnTo>
                    <a:pt x="125" y="524"/>
                  </a:lnTo>
                  <a:lnTo>
                    <a:pt x="125" y="524"/>
                  </a:lnTo>
                  <a:lnTo>
                    <a:pt x="125" y="522"/>
                  </a:lnTo>
                  <a:lnTo>
                    <a:pt x="123" y="522"/>
                  </a:lnTo>
                  <a:lnTo>
                    <a:pt x="123" y="522"/>
                  </a:lnTo>
                  <a:lnTo>
                    <a:pt x="125" y="522"/>
                  </a:lnTo>
                  <a:lnTo>
                    <a:pt x="125" y="519"/>
                  </a:lnTo>
                  <a:lnTo>
                    <a:pt x="125" y="519"/>
                  </a:lnTo>
                  <a:lnTo>
                    <a:pt x="125" y="519"/>
                  </a:lnTo>
                  <a:lnTo>
                    <a:pt x="125" y="517"/>
                  </a:lnTo>
                  <a:lnTo>
                    <a:pt x="125" y="517"/>
                  </a:lnTo>
                  <a:lnTo>
                    <a:pt x="125" y="517"/>
                  </a:lnTo>
                  <a:lnTo>
                    <a:pt x="123" y="517"/>
                  </a:lnTo>
                  <a:lnTo>
                    <a:pt x="123" y="517"/>
                  </a:lnTo>
                  <a:lnTo>
                    <a:pt x="123" y="517"/>
                  </a:lnTo>
                  <a:lnTo>
                    <a:pt x="120" y="517"/>
                  </a:lnTo>
                  <a:lnTo>
                    <a:pt x="120" y="517"/>
                  </a:lnTo>
                  <a:lnTo>
                    <a:pt x="118" y="517"/>
                  </a:lnTo>
                  <a:lnTo>
                    <a:pt x="118" y="517"/>
                  </a:lnTo>
                  <a:lnTo>
                    <a:pt x="118" y="514"/>
                  </a:lnTo>
                  <a:lnTo>
                    <a:pt x="118" y="514"/>
                  </a:lnTo>
                  <a:lnTo>
                    <a:pt x="118" y="514"/>
                  </a:lnTo>
                  <a:lnTo>
                    <a:pt x="118" y="514"/>
                  </a:lnTo>
                  <a:lnTo>
                    <a:pt x="116" y="514"/>
                  </a:lnTo>
                  <a:lnTo>
                    <a:pt x="116" y="512"/>
                  </a:lnTo>
                  <a:lnTo>
                    <a:pt x="116" y="512"/>
                  </a:lnTo>
                  <a:lnTo>
                    <a:pt x="116" y="512"/>
                  </a:lnTo>
                  <a:lnTo>
                    <a:pt x="116" y="512"/>
                  </a:lnTo>
                  <a:lnTo>
                    <a:pt x="116" y="510"/>
                  </a:lnTo>
                  <a:lnTo>
                    <a:pt x="116" y="510"/>
                  </a:lnTo>
                  <a:lnTo>
                    <a:pt x="116" y="510"/>
                  </a:lnTo>
                  <a:lnTo>
                    <a:pt x="116" y="507"/>
                  </a:lnTo>
                  <a:lnTo>
                    <a:pt x="116" y="507"/>
                  </a:lnTo>
                  <a:lnTo>
                    <a:pt x="116" y="507"/>
                  </a:lnTo>
                  <a:lnTo>
                    <a:pt x="116" y="507"/>
                  </a:lnTo>
                  <a:lnTo>
                    <a:pt x="116" y="505"/>
                  </a:lnTo>
                  <a:lnTo>
                    <a:pt x="116" y="505"/>
                  </a:lnTo>
                  <a:lnTo>
                    <a:pt x="118" y="505"/>
                  </a:lnTo>
                  <a:lnTo>
                    <a:pt x="118" y="505"/>
                  </a:lnTo>
                  <a:lnTo>
                    <a:pt x="118" y="505"/>
                  </a:lnTo>
                  <a:lnTo>
                    <a:pt x="118" y="505"/>
                  </a:lnTo>
                  <a:lnTo>
                    <a:pt x="118" y="503"/>
                  </a:lnTo>
                  <a:lnTo>
                    <a:pt x="118" y="503"/>
                  </a:lnTo>
                  <a:lnTo>
                    <a:pt x="116" y="503"/>
                  </a:lnTo>
                  <a:lnTo>
                    <a:pt x="116" y="503"/>
                  </a:lnTo>
                  <a:lnTo>
                    <a:pt x="116" y="500"/>
                  </a:lnTo>
                  <a:lnTo>
                    <a:pt x="116" y="500"/>
                  </a:lnTo>
                  <a:lnTo>
                    <a:pt x="116" y="500"/>
                  </a:lnTo>
                  <a:lnTo>
                    <a:pt x="116" y="498"/>
                  </a:lnTo>
                  <a:lnTo>
                    <a:pt x="116" y="498"/>
                  </a:lnTo>
                  <a:lnTo>
                    <a:pt x="116" y="498"/>
                  </a:lnTo>
                  <a:lnTo>
                    <a:pt x="116" y="496"/>
                  </a:lnTo>
                  <a:lnTo>
                    <a:pt x="116" y="496"/>
                  </a:lnTo>
                  <a:lnTo>
                    <a:pt x="116" y="496"/>
                  </a:lnTo>
                  <a:lnTo>
                    <a:pt x="116" y="496"/>
                  </a:lnTo>
                  <a:lnTo>
                    <a:pt x="116" y="496"/>
                  </a:lnTo>
                  <a:lnTo>
                    <a:pt x="118" y="496"/>
                  </a:lnTo>
                  <a:lnTo>
                    <a:pt x="118" y="496"/>
                  </a:lnTo>
                  <a:lnTo>
                    <a:pt x="118" y="496"/>
                  </a:lnTo>
                  <a:lnTo>
                    <a:pt x="120" y="496"/>
                  </a:lnTo>
                  <a:lnTo>
                    <a:pt x="120" y="496"/>
                  </a:lnTo>
                  <a:lnTo>
                    <a:pt x="123" y="496"/>
                  </a:lnTo>
                  <a:lnTo>
                    <a:pt x="123" y="496"/>
                  </a:lnTo>
                  <a:lnTo>
                    <a:pt x="123" y="496"/>
                  </a:lnTo>
                  <a:lnTo>
                    <a:pt x="125" y="496"/>
                  </a:lnTo>
                  <a:lnTo>
                    <a:pt x="125" y="496"/>
                  </a:lnTo>
                  <a:lnTo>
                    <a:pt x="125" y="496"/>
                  </a:lnTo>
                  <a:lnTo>
                    <a:pt x="125" y="493"/>
                  </a:lnTo>
                  <a:lnTo>
                    <a:pt x="125" y="493"/>
                  </a:lnTo>
                  <a:lnTo>
                    <a:pt x="125" y="493"/>
                  </a:lnTo>
                  <a:lnTo>
                    <a:pt x="128" y="493"/>
                  </a:lnTo>
                  <a:lnTo>
                    <a:pt x="128" y="493"/>
                  </a:lnTo>
                  <a:lnTo>
                    <a:pt x="128" y="491"/>
                  </a:lnTo>
                  <a:lnTo>
                    <a:pt x="128" y="491"/>
                  </a:lnTo>
                  <a:lnTo>
                    <a:pt x="128" y="491"/>
                  </a:lnTo>
                  <a:lnTo>
                    <a:pt x="130" y="491"/>
                  </a:lnTo>
                  <a:lnTo>
                    <a:pt x="130" y="488"/>
                  </a:lnTo>
                  <a:lnTo>
                    <a:pt x="128" y="488"/>
                  </a:lnTo>
                  <a:lnTo>
                    <a:pt x="128" y="488"/>
                  </a:lnTo>
                  <a:lnTo>
                    <a:pt x="128" y="486"/>
                  </a:lnTo>
                  <a:lnTo>
                    <a:pt x="128" y="486"/>
                  </a:lnTo>
                  <a:lnTo>
                    <a:pt x="128" y="484"/>
                  </a:lnTo>
                  <a:lnTo>
                    <a:pt x="130" y="484"/>
                  </a:lnTo>
                  <a:lnTo>
                    <a:pt x="130" y="484"/>
                  </a:lnTo>
                  <a:lnTo>
                    <a:pt x="130" y="486"/>
                  </a:lnTo>
                  <a:lnTo>
                    <a:pt x="130" y="486"/>
                  </a:lnTo>
                  <a:lnTo>
                    <a:pt x="132" y="486"/>
                  </a:lnTo>
                  <a:lnTo>
                    <a:pt x="132" y="484"/>
                  </a:lnTo>
                  <a:lnTo>
                    <a:pt x="132" y="484"/>
                  </a:lnTo>
                  <a:lnTo>
                    <a:pt x="132" y="484"/>
                  </a:lnTo>
                  <a:lnTo>
                    <a:pt x="132" y="484"/>
                  </a:lnTo>
                  <a:lnTo>
                    <a:pt x="132" y="484"/>
                  </a:lnTo>
                  <a:lnTo>
                    <a:pt x="135" y="484"/>
                  </a:lnTo>
                  <a:lnTo>
                    <a:pt x="135" y="481"/>
                  </a:lnTo>
                  <a:lnTo>
                    <a:pt x="135" y="481"/>
                  </a:lnTo>
                  <a:lnTo>
                    <a:pt x="135" y="481"/>
                  </a:lnTo>
                  <a:lnTo>
                    <a:pt x="135" y="479"/>
                  </a:lnTo>
                  <a:lnTo>
                    <a:pt x="137" y="479"/>
                  </a:lnTo>
                  <a:lnTo>
                    <a:pt x="137" y="479"/>
                  </a:lnTo>
                  <a:lnTo>
                    <a:pt x="137" y="479"/>
                  </a:lnTo>
                  <a:lnTo>
                    <a:pt x="139" y="479"/>
                  </a:lnTo>
                  <a:lnTo>
                    <a:pt x="139" y="479"/>
                  </a:lnTo>
                  <a:lnTo>
                    <a:pt x="139" y="479"/>
                  </a:lnTo>
                  <a:lnTo>
                    <a:pt x="139" y="477"/>
                  </a:lnTo>
                  <a:lnTo>
                    <a:pt x="139" y="477"/>
                  </a:lnTo>
                  <a:lnTo>
                    <a:pt x="139" y="477"/>
                  </a:lnTo>
                  <a:lnTo>
                    <a:pt x="139" y="474"/>
                  </a:lnTo>
                  <a:lnTo>
                    <a:pt x="142" y="474"/>
                  </a:lnTo>
                  <a:lnTo>
                    <a:pt x="142" y="474"/>
                  </a:lnTo>
                  <a:lnTo>
                    <a:pt x="142" y="474"/>
                  </a:lnTo>
                  <a:lnTo>
                    <a:pt x="142" y="472"/>
                  </a:lnTo>
                  <a:lnTo>
                    <a:pt x="142" y="472"/>
                  </a:lnTo>
                  <a:lnTo>
                    <a:pt x="142" y="469"/>
                  </a:lnTo>
                  <a:lnTo>
                    <a:pt x="142" y="469"/>
                  </a:lnTo>
                  <a:lnTo>
                    <a:pt x="142" y="469"/>
                  </a:lnTo>
                  <a:lnTo>
                    <a:pt x="142" y="467"/>
                  </a:lnTo>
                  <a:lnTo>
                    <a:pt x="144" y="467"/>
                  </a:lnTo>
                  <a:lnTo>
                    <a:pt x="144" y="467"/>
                  </a:lnTo>
                  <a:lnTo>
                    <a:pt x="144" y="465"/>
                  </a:lnTo>
                  <a:lnTo>
                    <a:pt x="144" y="465"/>
                  </a:lnTo>
                  <a:lnTo>
                    <a:pt x="144" y="465"/>
                  </a:lnTo>
                  <a:lnTo>
                    <a:pt x="144" y="465"/>
                  </a:lnTo>
                  <a:lnTo>
                    <a:pt x="144" y="462"/>
                  </a:lnTo>
                  <a:lnTo>
                    <a:pt x="144" y="462"/>
                  </a:lnTo>
                  <a:lnTo>
                    <a:pt x="144" y="462"/>
                  </a:lnTo>
                  <a:lnTo>
                    <a:pt x="144" y="460"/>
                  </a:lnTo>
                  <a:lnTo>
                    <a:pt x="144" y="460"/>
                  </a:lnTo>
                  <a:lnTo>
                    <a:pt x="146" y="460"/>
                  </a:lnTo>
                  <a:lnTo>
                    <a:pt x="146" y="458"/>
                  </a:lnTo>
                  <a:lnTo>
                    <a:pt x="144" y="458"/>
                  </a:lnTo>
                  <a:lnTo>
                    <a:pt x="144" y="458"/>
                  </a:lnTo>
                  <a:lnTo>
                    <a:pt x="144" y="458"/>
                  </a:lnTo>
                  <a:lnTo>
                    <a:pt x="144" y="458"/>
                  </a:lnTo>
                  <a:lnTo>
                    <a:pt x="142" y="458"/>
                  </a:lnTo>
                  <a:lnTo>
                    <a:pt x="142" y="458"/>
                  </a:lnTo>
                  <a:lnTo>
                    <a:pt x="142" y="458"/>
                  </a:lnTo>
                  <a:lnTo>
                    <a:pt x="139" y="458"/>
                  </a:lnTo>
                  <a:lnTo>
                    <a:pt x="139" y="460"/>
                  </a:lnTo>
                  <a:lnTo>
                    <a:pt x="139" y="460"/>
                  </a:lnTo>
                  <a:lnTo>
                    <a:pt x="139" y="460"/>
                  </a:lnTo>
                  <a:lnTo>
                    <a:pt x="139" y="460"/>
                  </a:lnTo>
                  <a:lnTo>
                    <a:pt x="137" y="460"/>
                  </a:lnTo>
                  <a:lnTo>
                    <a:pt x="137" y="460"/>
                  </a:lnTo>
                  <a:lnTo>
                    <a:pt x="137" y="458"/>
                  </a:lnTo>
                  <a:lnTo>
                    <a:pt x="137" y="458"/>
                  </a:lnTo>
                  <a:lnTo>
                    <a:pt x="137" y="458"/>
                  </a:lnTo>
                  <a:lnTo>
                    <a:pt x="137" y="455"/>
                  </a:lnTo>
                  <a:lnTo>
                    <a:pt x="137" y="455"/>
                  </a:lnTo>
                  <a:lnTo>
                    <a:pt x="137" y="455"/>
                  </a:lnTo>
                  <a:lnTo>
                    <a:pt x="137" y="455"/>
                  </a:lnTo>
                  <a:lnTo>
                    <a:pt x="135" y="455"/>
                  </a:lnTo>
                  <a:lnTo>
                    <a:pt x="135" y="455"/>
                  </a:lnTo>
                  <a:lnTo>
                    <a:pt x="135" y="455"/>
                  </a:lnTo>
                  <a:lnTo>
                    <a:pt x="132" y="455"/>
                  </a:lnTo>
                  <a:lnTo>
                    <a:pt x="132" y="455"/>
                  </a:lnTo>
                  <a:lnTo>
                    <a:pt x="132" y="455"/>
                  </a:lnTo>
                  <a:lnTo>
                    <a:pt x="132" y="455"/>
                  </a:lnTo>
                  <a:lnTo>
                    <a:pt x="132" y="453"/>
                  </a:lnTo>
                  <a:lnTo>
                    <a:pt x="130" y="453"/>
                  </a:lnTo>
                  <a:lnTo>
                    <a:pt x="130" y="453"/>
                  </a:lnTo>
                  <a:lnTo>
                    <a:pt x="130" y="453"/>
                  </a:lnTo>
                  <a:lnTo>
                    <a:pt x="130" y="451"/>
                  </a:lnTo>
                  <a:lnTo>
                    <a:pt x="130" y="451"/>
                  </a:lnTo>
                  <a:lnTo>
                    <a:pt x="130" y="451"/>
                  </a:lnTo>
                  <a:lnTo>
                    <a:pt x="130" y="448"/>
                  </a:lnTo>
                  <a:lnTo>
                    <a:pt x="128" y="448"/>
                  </a:lnTo>
                  <a:lnTo>
                    <a:pt x="128" y="448"/>
                  </a:lnTo>
                  <a:lnTo>
                    <a:pt x="125" y="448"/>
                  </a:lnTo>
                  <a:lnTo>
                    <a:pt x="125" y="448"/>
                  </a:lnTo>
                  <a:lnTo>
                    <a:pt x="125" y="446"/>
                  </a:lnTo>
                  <a:lnTo>
                    <a:pt x="125" y="446"/>
                  </a:lnTo>
                  <a:lnTo>
                    <a:pt x="125" y="446"/>
                  </a:lnTo>
                  <a:lnTo>
                    <a:pt x="125" y="446"/>
                  </a:lnTo>
                  <a:lnTo>
                    <a:pt x="123" y="446"/>
                  </a:lnTo>
                  <a:lnTo>
                    <a:pt x="123" y="446"/>
                  </a:lnTo>
                  <a:lnTo>
                    <a:pt x="123" y="446"/>
                  </a:lnTo>
                  <a:lnTo>
                    <a:pt x="123" y="446"/>
                  </a:lnTo>
                  <a:lnTo>
                    <a:pt x="123" y="448"/>
                  </a:lnTo>
                  <a:lnTo>
                    <a:pt x="120" y="448"/>
                  </a:lnTo>
                  <a:lnTo>
                    <a:pt x="120" y="446"/>
                  </a:lnTo>
                  <a:lnTo>
                    <a:pt x="120" y="446"/>
                  </a:lnTo>
                  <a:lnTo>
                    <a:pt x="118" y="446"/>
                  </a:lnTo>
                  <a:lnTo>
                    <a:pt x="118" y="446"/>
                  </a:lnTo>
                  <a:lnTo>
                    <a:pt x="118" y="446"/>
                  </a:lnTo>
                  <a:lnTo>
                    <a:pt x="116" y="446"/>
                  </a:lnTo>
                  <a:lnTo>
                    <a:pt x="116" y="448"/>
                  </a:lnTo>
                  <a:lnTo>
                    <a:pt x="116" y="448"/>
                  </a:lnTo>
                  <a:lnTo>
                    <a:pt x="116" y="448"/>
                  </a:lnTo>
                  <a:lnTo>
                    <a:pt x="113" y="448"/>
                  </a:lnTo>
                  <a:lnTo>
                    <a:pt x="113" y="446"/>
                  </a:lnTo>
                  <a:lnTo>
                    <a:pt x="113" y="446"/>
                  </a:lnTo>
                  <a:lnTo>
                    <a:pt x="111" y="446"/>
                  </a:lnTo>
                  <a:lnTo>
                    <a:pt x="111" y="448"/>
                  </a:lnTo>
                  <a:lnTo>
                    <a:pt x="111" y="448"/>
                  </a:lnTo>
                  <a:lnTo>
                    <a:pt x="111" y="448"/>
                  </a:lnTo>
                  <a:lnTo>
                    <a:pt x="109" y="448"/>
                  </a:lnTo>
                  <a:lnTo>
                    <a:pt x="109" y="448"/>
                  </a:lnTo>
                  <a:lnTo>
                    <a:pt x="109" y="448"/>
                  </a:lnTo>
                  <a:lnTo>
                    <a:pt x="109" y="451"/>
                  </a:lnTo>
                  <a:lnTo>
                    <a:pt x="109" y="451"/>
                  </a:lnTo>
                  <a:lnTo>
                    <a:pt x="106" y="451"/>
                  </a:lnTo>
                  <a:lnTo>
                    <a:pt x="106" y="451"/>
                  </a:lnTo>
                  <a:lnTo>
                    <a:pt x="106" y="451"/>
                  </a:lnTo>
                  <a:lnTo>
                    <a:pt x="104" y="451"/>
                  </a:lnTo>
                  <a:lnTo>
                    <a:pt x="104" y="451"/>
                  </a:lnTo>
                  <a:lnTo>
                    <a:pt x="104" y="453"/>
                  </a:lnTo>
                  <a:lnTo>
                    <a:pt x="104" y="453"/>
                  </a:lnTo>
                  <a:lnTo>
                    <a:pt x="104" y="453"/>
                  </a:lnTo>
                  <a:lnTo>
                    <a:pt x="101" y="453"/>
                  </a:lnTo>
                  <a:lnTo>
                    <a:pt x="101" y="453"/>
                  </a:lnTo>
                  <a:lnTo>
                    <a:pt x="99" y="453"/>
                  </a:lnTo>
                  <a:lnTo>
                    <a:pt x="99" y="455"/>
                  </a:lnTo>
                  <a:lnTo>
                    <a:pt x="99" y="455"/>
                  </a:lnTo>
                  <a:lnTo>
                    <a:pt x="99" y="455"/>
                  </a:lnTo>
                  <a:lnTo>
                    <a:pt x="99" y="455"/>
                  </a:lnTo>
                  <a:lnTo>
                    <a:pt x="99" y="455"/>
                  </a:lnTo>
                  <a:lnTo>
                    <a:pt x="97" y="455"/>
                  </a:lnTo>
                  <a:lnTo>
                    <a:pt x="97" y="458"/>
                  </a:lnTo>
                  <a:lnTo>
                    <a:pt x="97" y="458"/>
                  </a:lnTo>
                  <a:lnTo>
                    <a:pt x="97" y="455"/>
                  </a:lnTo>
                  <a:lnTo>
                    <a:pt x="97" y="455"/>
                  </a:lnTo>
                  <a:lnTo>
                    <a:pt x="94" y="455"/>
                  </a:lnTo>
                  <a:lnTo>
                    <a:pt x="94" y="455"/>
                  </a:lnTo>
                  <a:lnTo>
                    <a:pt x="94" y="458"/>
                  </a:lnTo>
                  <a:lnTo>
                    <a:pt x="94" y="458"/>
                  </a:lnTo>
                  <a:lnTo>
                    <a:pt x="92" y="458"/>
                  </a:lnTo>
                  <a:lnTo>
                    <a:pt x="92" y="458"/>
                  </a:lnTo>
                  <a:lnTo>
                    <a:pt x="92" y="458"/>
                  </a:lnTo>
                  <a:lnTo>
                    <a:pt x="90" y="458"/>
                  </a:lnTo>
                  <a:lnTo>
                    <a:pt x="90" y="458"/>
                  </a:lnTo>
                  <a:lnTo>
                    <a:pt x="90" y="458"/>
                  </a:lnTo>
                  <a:lnTo>
                    <a:pt x="87" y="458"/>
                  </a:lnTo>
                  <a:lnTo>
                    <a:pt x="87" y="458"/>
                  </a:lnTo>
                  <a:lnTo>
                    <a:pt x="87" y="460"/>
                  </a:lnTo>
                  <a:lnTo>
                    <a:pt x="85" y="460"/>
                  </a:lnTo>
                  <a:lnTo>
                    <a:pt x="85" y="458"/>
                  </a:lnTo>
                  <a:lnTo>
                    <a:pt x="85" y="458"/>
                  </a:lnTo>
                  <a:lnTo>
                    <a:pt x="85" y="458"/>
                  </a:lnTo>
                  <a:lnTo>
                    <a:pt x="85" y="460"/>
                  </a:lnTo>
                  <a:lnTo>
                    <a:pt x="83" y="460"/>
                  </a:lnTo>
                  <a:lnTo>
                    <a:pt x="83" y="458"/>
                  </a:lnTo>
                  <a:lnTo>
                    <a:pt x="83" y="458"/>
                  </a:lnTo>
                  <a:lnTo>
                    <a:pt x="83" y="458"/>
                  </a:lnTo>
                  <a:lnTo>
                    <a:pt x="83" y="458"/>
                  </a:lnTo>
                  <a:lnTo>
                    <a:pt x="80" y="458"/>
                  </a:lnTo>
                  <a:lnTo>
                    <a:pt x="80" y="458"/>
                  </a:lnTo>
                  <a:lnTo>
                    <a:pt x="78" y="458"/>
                  </a:lnTo>
                  <a:lnTo>
                    <a:pt x="78" y="455"/>
                  </a:lnTo>
                  <a:lnTo>
                    <a:pt x="78" y="455"/>
                  </a:lnTo>
                  <a:lnTo>
                    <a:pt x="78" y="458"/>
                  </a:lnTo>
                  <a:lnTo>
                    <a:pt x="78" y="458"/>
                  </a:lnTo>
                  <a:lnTo>
                    <a:pt x="78" y="458"/>
                  </a:lnTo>
                  <a:lnTo>
                    <a:pt x="78" y="458"/>
                  </a:lnTo>
                  <a:lnTo>
                    <a:pt x="75" y="458"/>
                  </a:lnTo>
                  <a:lnTo>
                    <a:pt x="75" y="455"/>
                  </a:lnTo>
                  <a:lnTo>
                    <a:pt x="75" y="455"/>
                  </a:lnTo>
                  <a:lnTo>
                    <a:pt x="75" y="455"/>
                  </a:lnTo>
                  <a:lnTo>
                    <a:pt x="75" y="455"/>
                  </a:lnTo>
                  <a:lnTo>
                    <a:pt x="75" y="455"/>
                  </a:lnTo>
                  <a:lnTo>
                    <a:pt x="73" y="455"/>
                  </a:lnTo>
                  <a:lnTo>
                    <a:pt x="73" y="455"/>
                  </a:lnTo>
                  <a:lnTo>
                    <a:pt x="71" y="455"/>
                  </a:lnTo>
                  <a:lnTo>
                    <a:pt x="71" y="455"/>
                  </a:lnTo>
                  <a:lnTo>
                    <a:pt x="71" y="453"/>
                  </a:lnTo>
                  <a:lnTo>
                    <a:pt x="71" y="453"/>
                  </a:lnTo>
                  <a:lnTo>
                    <a:pt x="68" y="453"/>
                  </a:lnTo>
                  <a:lnTo>
                    <a:pt x="68" y="453"/>
                  </a:lnTo>
                  <a:lnTo>
                    <a:pt x="66" y="453"/>
                  </a:lnTo>
                  <a:lnTo>
                    <a:pt x="66" y="453"/>
                  </a:lnTo>
                  <a:lnTo>
                    <a:pt x="66" y="453"/>
                  </a:lnTo>
                  <a:lnTo>
                    <a:pt x="66" y="453"/>
                  </a:lnTo>
                  <a:lnTo>
                    <a:pt x="64" y="453"/>
                  </a:lnTo>
                  <a:lnTo>
                    <a:pt x="64" y="451"/>
                  </a:lnTo>
                  <a:lnTo>
                    <a:pt x="64" y="451"/>
                  </a:lnTo>
                  <a:lnTo>
                    <a:pt x="64" y="448"/>
                  </a:lnTo>
                  <a:lnTo>
                    <a:pt x="64" y="448"/>
                  </a:lnTo>
                  <a:lnTo>
                    <a:pt x="64" y="448"/>
                  </a:lnTo>
                  <a:lnTo>
                    <a:pt x="64" y="448"/>
                  </a:lnTo>
                  <a:lnTo>
                    <a:pt x="64" y="448"/>
                  </a:lnTo>
                  <a:lnTo>
                    <a:pt x="61" y="448"/>
                  </a:lnTo>
                  <a:lnTo>
                    <a:pt x="61" y="448"/>
                  </a:lnTo>
                  <a:lnTo>
                    <a:pt x="59" y="448"/>
                  </a:lnTo>
                  <a:lnTo>
                    <a:pt x="59" y="451"/>
                  </a:lnTo>
                  <a:lnTo>
                    <a:pt x="59" y="451"/>
                  </a:lnTo>
                  <a:lnTo>
                    <a:pt x="59" y="451"/>
                  </a:lnTo>
                  <a:lnTo>
                    <a:pt x="57" y="451"/>
                  </a:lnTo>
                  <a:lnTo>
                    <a:pt x="57" y="451"/>
                  </a:lnTo>
                  <a:lnTo>
                    <a:pt x="57" y="451"/>
                  </a:lnTo>
                  <a:lnTo>
                    <a:pt x="54" y="451"/>
                  </a:lnTo>
                  <a:lnTo>
                    <a:pt x="54" y="448"/>
                  </a:lnTo>
                  <a:lnTo>
                    <a:pt x="54" y="448"/>
                  </a:lnTo>
                  <a:lnTo>
                    <a:pt x="54" y="446"/>
                  </a:lnTo>
                  <a:lnTo>
                    <a:pt x="54" y="446"/>
                  </a:lnTo>
                  <a:lnTo>
                    <a:pt x="54" y="446"/>
                  </a:lnTo>
                  <a:lnTo>
                    <a:pt x="52" y="446"/>
                  </a:lnTo>
                  <a:lnTo>
                    <a:pt x="52" y="446"/>
                  </a:lnTo>
                  <a:lnTo>
                    <a:pt x="52" y="443"/>
                  </a:lnTo>
                  <a:lnTo>
                    <a:pt x="52" y="443"/>
                  </a:lnTo>
                  <a:lnTo>
                    <a:pt x="54" y="443"/>
                  </a:lnTo>
                  <a:lnTo>
                    <a:pt x="54" y="443"/>
                  </a:lnTo>
                  <a:lnTo>
                    <a:pt x="54" y="443"/>
                  </a:lnTo>
                  <a:lnTo>
                    <a:pt x="54" y="443"/>
                  </a:lnTo>
                  <a:lnTo>
                    <a:pt x="54" y="443"/>
                  </a:lnTo>
                  <a:lnTo>
                    <a:pt x="54" y="441"/>
                  </a:lnTo>
                  <a:lnTo>
                    <a:pt x="52" y="441"/>
                  </a:lnTo>
                  <a:lnTo>
                    <a:pt x="52" y="441"/>
                  </a:lnTo>
                  <a:lnTo>
                    <a:pt x="54" y="441"/>
                  </a:lnTo>
                  <a:lnTo>
                    <a:pt x="54" y="441"/>
                  </a:lnTo>
                  <a:lnTo>
                    <a:pt x="54" y="439"/>
                  </a:lnTo>
                  <a:lnTo>
                    <a:pt x="54" y="439"/>
                  </a:lnTo>
                  <a:lnTo>
                    <a:pt x="52" y="439"/>
                  </a:lnTo>
                  <a:lnTo>
                    <a:pt x="52" y="439"/>
                  </a:lnTo>
                  <a:lnTo>
                    <a:pt x="52" y="436"/>
                  </a:lnTo>
                  <a:lnTo>
                    <a:pt x="52" y="436"/>
                  </a:lnTo>
                  <a:lnTo>
                    <a:pt x="52" y="436"/>
                  </a:lnTo>
                  <a:lnTo>
                    <a:pt x="52" y="436"/>
                  </a:lnTo>
                  <a:lnTo>
                    <a:pt x="52" y="434"/>
                  </a:lnTo>
                  <a:lnTo>
                    <a:pt x="52" y="434"/>
                  </a:lnTo>
                  <a:lnTo>
                    <a:pt x="52" y="434"/>
                  </a:lnTo>
                  <a:lnTo>
                    <a:pt x="52" y="434"/>
                  </a:lnTo>
                  <a:lnTo>
                    <a:pt x="52" y="434"/>
                  </a:lnTo>
                  <a:lnTo>
                    <a:pt x="52" y="432"/>
                  </a:lnTo>
                  <a:lnTo>
                    <a:pt x="49" y="432"/>
                  </a:lnTo>
                  <a:lnTo>
                    <a:pt x="49" y="432"/>
                  </a:lnTo>
                  <a:lnTo>
                    <a:pt x="49" y="429"/>
                  </a:lnTo>
                  <a:lnTo>
                    <a:pt x="49" y="429"/>
                  </a:lnTo>
                  <a:lnTo>
                    <a:pt x="49" y="429"/>
                  </a:lnTo>
                  <a:lnTo>
                    <a:pt x="49" y="429"/>
                  </a:lnTo>
                  <a:lnTo>
                    <a:pt x="49" y="427"/>
                  </a:lnTo>
                  <a:lnTo>
                    <a:pt x="47" y="427"/>
                  </a:lnTo>
                  <a:lnTo>
                    <a:pt x="47" y="427"/>
                  </a:lnTo>
                  <a:lnTo>
                    <a:pt x="47" y="427"/>
                  </a:lnTo>
                  <a:lnTo>
                    <a:pt x="45" y="427"/>
                  </a:lnTo>
                  <a:lnTo>
                    <a:pt x="45" y="427"/>
                  </a:lnTo>
                  <a:lnTo>
                    <a:pt x="45" y="424"/>
                  </a:lnTo>
                  <a:lnTo>
                    <a:pt x="45" y="424"/>
                  </a:lnTo>
                  <a:lnTo>
                    <a:pt x="42" y="424"/>
                  </a:lnTo>
                  <a:lnTo>
                    <a:pt x="42" y="424"/>
                  </a:lnTo>
                  <a:lnTo>
                    <a:pt x="42" y="427"/>
                  </a:lnTo>
                  <a:lnTo>
                    <a:pt x="42" y="427"/>
                  </a:lnTo>
                  <a:lnTo>
                    <a:pt x="40" y="427"/>
                  </a:lnTo>
                  <a:lnTo>
                    <a:pt x="40" y="427"/>
                  </a:lnTo>
                  <a:lnTo>
                    <a:pt x="40" y="424"/>
                  </a:lnTo>
                  <a:lnTo>
                    <a:pt x="40" y="424"/>
                  </a:lnTo>
                  <a:lnTo>
                    <a:pt x="40" y="424"/>
                  </a:lnTo>
                  <a:lnTo>
                    <a:pt x="40" y="422"/>
                  </a:lnTo>
                  <a:lnTo>
                    <a:pt x="40" y="422"/>
                  </a:lnTo>
                  <a:lnTo>
                    <a:pt x="38" y="422"/>
                  </a:lnTo>
                  <a:lnTo>
                    <a:pt x="38" y="422"/>
                  </a:lnTo>
                  <a:lnTo>
                    <a:pt x="38" y="422"/>
                  </a:lnTo>
                  <a:lnTo>
                    <a:pt x="35" y="422"/>
                  </a:lnTo>
                  <a:lnTo>
                    <a:pt x="35" y="422"/>
                  </a:lnTo>
                  <a:lnTo>
                    <a:pt x="35" y="420"/>
                  </a:lnTo>
                  <a:lnTo>
                    <a:pt x="33" y="420"/>
                  </a:lnTo>
                  <a:lnTo>
                    <a:pt x="33" y="420"/>
                  </a:lnTo>
                  <a:lnTo>
                    <a:pt x="33" y="420"/>
                  </a:lnTo>
                  <a:lnTo>
                    <a:pt x="30" y="420"/>
                  </a:lnTo>
                  <a:lnTo>
                    <a:pt x="30" y="420"/>
                  </a:lnTo>
                  <a:lnTo>
                    <a:pt x="30" y="422"/>
                  </a:lnTo>
                  <a:lnTo>
                    <a:pt x="30" y="422"/>
                  </a:lnTo>
                  <a:lnTo>
                    <a:pt x="28" y="422"/>
                  </a:lnTo>
                  <a:lnTo>
                    <a:pt x="28" y="422"/>
                  </a:lnTo>
                  <a:lnTo>
                    <a:pt x="26" y="422"/>
                  </a:lnTo>
                  <a:lnTo>
                    <a:pt x="26" y="420"/>
                  </a:lnTo>
                  <a:lnTo>
                    <a:pt x="26" y="420"/>
                  </a:lnTo>
                  <a:lnTo>
                    <a:pt x="26" y="420"/>
                  </a:lnTo>
                  <a:lnTo>
                    <a:pt x="26" y="420"/>
                  </a:lnTo>
                  <a:lnTo>
                    <a:pt x="23" y="420"/>
                  </a:lnTo>
                  <a:lnTo>
                    <a:pt x="23" y="417"/>
                  </a:lnTo>
                  <a:lnTo>
                    <a:pt x="23" y="417"/>
                  </a:lnTo>
                  <a:lnTo>
                    <a:pt x="23" y="417"/>
                  </a:lnTo>
                  <a:lnTo>
                    <a:pt x="23" y="420"/>
                  </a:lnTo>
                  <a:lnTo>
                    <a:pt x="21" y="420"/>
                  </a:lnTo>
                  <a:lnTo>
                    <a:pt x="21" y="420"/>
                  </a:lnTo>
                  <a:lnTo>
                    <a:pt x="21" y="417"/>
                  </a:lnTo>
                  <a:lnTo>
                    <a:pt x="19" y="417"/>
                  </a:lnTo>
                  <a:lnTo>
                    <a:pt x="19" y="417"/>
                  </a:lnTo>
                  <a:lnTo>
                    <a:pt x="19" y="417"/>
                  </a:lnTo>
                  <a:lnTo>
                    <a:pt x="19" y="415"/>
                  </a:lnTo>
                  <a:lnTo>
                    <a:pt x="19" y="415"/>
                  </a:lnTo>
                  <a:lnTo>
                    <a:pt x="19" y="415"/>
                  </a:lnTo>
                  <a:lnTo>
                    <a:pt x="19" y="415"/>
                  </a:lnTo>
                  <a:lnTo>
                    <a:pt x="21" y="415"/>
                  </a:lnTo>
                  <a:lnTo>
                    <a:pt x="21" y="415"/>
                  </a:lnTo>
                  <a:lnTo>
                    <a:pt x="23" y="415"/>
                  </a:lnTo>
                  <a:lnTo>
                    <a:pt x="23" y="415"/>
                  </a:lnTo>
                  <a:lnTo>
                    <a:pt x="23" y="415"/>
                  </a:lnTo>
                  <a:lnTo>
                    <a:pt x="23" y="413"/>
                  </a:lnTo>
                  <a:lnTo>
                    <a:pt x="26" y="413"/>
                  </a:lnTo>
                  <a:lnTo>
                    <a:pt x="26" y="415"/>
                  </a:lnTo>
                  <a:lnTo>
                    <a:pt x="26" y="415"/>
                  </a:lnTo>
                  <a:lnTo>
                    <a:pt x="26" y="415"/>
                  </a:lnTo>
                  <a:lnTo>
                    <a:pt x="26" y="415"/>
                  </a:lnTo>
                  <a:lnTo>
                    <a:pt x="28" y="415"/>
                  </a:lnTo>
                  <a:lnTo>
                    <a:pt x="28" y="415"/>
                  </a:lnTo>
                  <a:lnTo>
                    <a:pt x="28" y="415"/>
                  </a:lnTo>
                  <a:lnTo>
                    <a:pt x="28" y="413"/>
                  </a:lnTo>
                  <a:lnTo>
                    <a:pt x="30" y="413"/>
                  </a:lnTo>
                  <a:lnTo>
                    <a:pt x="30" y="413"/>
                  </a:lnTo>
                  <a:lnTo>
                    <a:pt x="30" y="413"/>
                  </a:lnTo>
                  <a:lnTo>
                    <a:pt x="30" y="413"/>
                  </a:lnTo>
                  <a:lnTo>
                    <a:pt x="33" y="413"/>
                  </a:lnTo>
                  <a:lnTo>
                    <a:pt x="33" y="413"/>
                  </a:lnTo>
                  <a:lnTo>
                    <a:pt x="33" y="410"/>
                  </a:lnTo>
                  <a:lnTo>
                    <a:pt x="33" y="410"/>
                  </a:lnTo>
                  <a:lnTo>
                    <a:pt x="33" y="408"/>
                  </a:lnTo>
                  <a:lnTo>
                    <a:pt x="33" y="408"/>
                  </a:lnTo>
                  <a:lnTo>
                    <a:pt x="33" y="408"/>
                  </a:lnTo>
                  <a:lnTo>
                    <a:pt x="30" y="408"/>
                  </a:lnTo>
                  <a:lnTo>
                    <a:pt x="30" y="405"/>
                  </a:lnTo>
                  <a:lnTo>
                    <a:pt x="30" y="405"/>
                  </a:lnTo>
                  <a:lnTo>
                    <a:pt x="30" y="405"/>
                  </a:lnTo>
                  <a:lnTo>
                    <a:pt x="28" y="405"/>
                  </a:lnTo>
                  <a:lnTo>
                    <a:pt x="28" y="405"/>
                  </a:lnTo>
                  <a:lnTo>
                    <a:pt x="28" y="405"/>
                  </a:lnTo>
                  <a:lnTo>
                    <a:pt x="28" y="403"/>
                  </a:lnTo>
                  <a:lnTo>
                    <a:pt x="28" y="403"/>
                  </a:lnTo>
                  <a:lnTo>
                    <a:pt x="30" y="403"/>
                  </a:lnTo>
                  <a:lnTo>
                    <a:pt x="30" y="401"/>
                  </a:lnTo>
                  <a:lnTo>
                    <a:pt x="30" y="401"/>
                  </a:lnTo>
                  <a:lnTo>
                    <a:pt x="30" y="401"/>
                  </a:lnTo>
                  <a:lnTo>
                    <a:pt x="30" y="401"/>
                  </a:lnTo>
                  <a:lnTo>
                    <a:pt x="30" y="398"/>
                  </a:lnTo>
                  <a:lnTo>
                    <a:pt x="28" y="398"/>
                  </a:lnTo>
                  <a:lnTo>
                    <a:pt x="28" y="398"/>
                  </a:lnTo>
                  <a:lnTo>
                    <a:pt x="28" y="396"/>
                  </a:lnTo>
                  <a:lnTo>
                    <a:pt x="28" y="396"/>
                  </a:lnTo>
                  <a:lnTo>
                    <a:pt x="28" y="396"/>
                  </a:lnTo>
                  <a:lnTo>
                    <a:pt x="28" y="394"/>
                  </a:lnTo>
                  <a:lnTo>
                    <a:pt x="28" y="394"/>
                  </a:lnTo>
                  <a:lnTo>
                    <a:pt x="26" y="394"/>
                  </a:lnTo>
                  <a:lnTo>
                    <a:pt x="26" y="394"/>
                  </a:lnTo>
                  <a:lnTo>
                    <a:pt x="26" y="391"/>
                  </a:lnTo>
                  <a:lnTo>
                    <a:pt x="26" y="391"/>
                  </a:lnTo>
                  <a:lnTo>
                    <a:pt x="26" y="391"/>
                  </a:lnTo>
                  <a:lnTo>
                    <a:pt x="26" y="389"/>
                  </a:lnTo>
                  <a:lnTo>
                    <a:pt x="26" y="389"/>
                  </a:lnTo>
                  <a:lnTo>
                    <a:pt x="26" y="387"/>
                  </a:lnTo>
                  <a:lnTo>
                    <a:pt x="26" y="387"/>
                  </a:lnTo>
                  <a:lnTo>
                    <a:pt x="26" y="384"/>
                  </a:lnTo>
                  <a:lnTo>
                    <a:pt x="26" y="384"/>
                  </a:lnTo>
                  <a:lnTo>
                    <a:pt x="28" y="384"/>
                  </a:lnTo>
                  <a:lnTo>
                    <a:pt x="28" y="384"/>
                  </a:lnTo>
                  <a:lnTo>
                    <a:pt x="28" y="384"/>
                  </a:lnTo>
                  <a:lnTo>
                    <a:pt x="28" y="382"/>
                  </a:lnTo>
                  <a:lnTo>
                    <a:pt x="26" y="382"/>
                  </a:lnTo>
                  <a:lnTo>
                    <a:pt x="26" y="382"/>
                  </a:lnTo>
                  <a:lnTo>
                    <a:pt x="26" y="382"/>
                  </a:lnTo>
                  <a:lnTo>
                    <a:pt x="26" y="382"/>
                  </a:lnTo>
                  <a:lnTo>
                    <a:pt x="23" y="382"/>
                  </a:lnTo>
                  <a:lnTo>
                    <a:pt x="23" y="382"/>
                  </a:lnTo>
                  <a:lnTo>
                    <a:pt x="23" y="379"/>
                  </a:lnTo>
                  <a:lnTo>
                    <a:pt x="23" y="379"/>
                  </a:lnTo>
                  <a:lnTo>
                    <a:pt x="21" y="379"/>
                  </a:lnTo>
                  <a:lnTo>
                    <a:pt x="21" y="379"/>
                  </a:lnTo>
                  <a:lnTo>
                    <a:pt x="21" y="379"/>
                  </a:lnTo>
                  <a:lnTo>
                    <a:pt x="19" y="379"/>
                  </a:lnTo>
                  <a:lnTo>
                    <a:pt x="19" y="379"/>
                  </a:lnTo>
                  <a:lnTo>
                    <a:pt x="19" y="379"/>
                  </a:lnTo>
                  <a:lnTo>
                    <a:pt x="19" y="377"/>
                  </a:lnTo>
                  <a:lnTo>
                    <a:pt x="16" y="377"/>
                  </a:lnTo>
                  <a:lnTo>
                    <a:pt x="16" y="377"/>
                  </a:lnTo>
                  <a:lnTo>
                    <a:pt x="16" y="377"/>
                  </a:lnTo>
                  <a:lnTo>
                    <a:pt x="14" y="377"/>
                  </a:lnTo>
                  <a:lnTo>
                    <a:pt x="14" y="377"/>
                  </a:lnTo>
                  <a:lnTo>
                    <a:pt x="12" y="377"/>
                  </a:lnTo>
                  <a:lnTo>
                    <a:pt x="12" y="377"/>
                  </a:lnTo>
                  <a:lnTo>
                    <a:pt x="12" y="379"/>
                  </a:lnTo>
                  <a:lnTo>
                    <a:pt x="12" y="379"/>
                  </a:lnTo>
                  <a:lnTo>
                    <a:pt x="12" y="379"/>
                  </a:lnTo>
                  <a:lnTo>
                    <a:pt x="12" y="382"/>
                  </a:lnTo>
                  <a:lnTo>
                    <a:pt x="9" y="382"/>
                  </a:lnTo>
                  <a:lnTo>
                    <a:pt x="9" y="382"/>
                  </a:lnTo>
                  <a:lnTo>
                    <a:pt x="9" y="382"/>
                  </a:lnTo>
                  <a:lnTo>
                    <a:pt x="7" y="382"/>
                  </a:lnTo>
                  <a:lnTo>
                    <a:pt x="7" y="379"/>
                  </a:lnTo>
                  <a:lnTo>
                    <a:pt x="7" y="379"/>
                  </a:lnTo>
                  <a:lnTo>
                    <a:pt x="4" y="379"/>
                  </a:lnTo>
                  <a:lnTo>
                    <a:pt x="4" y="379"/>
                  </a:lnTo>
                  <a:lnTo>
                    <a:pt x="4" y="379"/>
                  </a:lnTo>
                  <a:lnTo>
                    <a:pt x="4" y="377"/>
                  </a:lnTo>
                  <a:lnTo>
                    <a:pt x="4" y="377"/>
                  </a:lnTo>
                  <a:lnTo>
                    <a:pt x="4" y="377"/>
                  </a:lnTo>
                  <a:lnTo>
                    <a:pt x="4" y="375"/>
                  </a:lnTo>
                  <a:lnTo>
                    <a:pt x="4" y="375"/>
                  </a:lnTo>
                  <a:lnTo>
                    <a:pt x="4" y="375"/>
                  </a:lnTo>
                  <a:lnTo>
                    <a:pt x="2" y="375"/>
                  </a:lnTo>
                  <a:lnTo>
                    <a:pt x="2" y="372"/>
                  </a:lnTo>
                  <a:lnTo>
                    <a:pt x="2" y="372"/>
                  </a:lnTo>
                  <a:lnTo>
                    <a:pt x="4" y="372"/>
                  </a:lnTo>
                  <a:lnTo>
                    <a:pt x="4" y="372"/>
                  </a:lnTo>
                  <a:lnTo>
                    <a:pt x="4" y="372"/>
                  </a:lnTo>
                  <a:lnTo>
                    <a:pt x="4" y="370"/>
                  </a:lnTo>
                  <a:lnTo>
                    <a:pt x="4" y="370"/>
                  </a:lnTo>
                  <a:lnTo>
                    <a:pt x="4" y="368"/>
                  </a:lnTo>
                  <a:lnTo>
                    <a:pt x="4" y="368"/>
                  </a:lnTo>
                  <a:lnTo>
                    <a:pt x="4" y="368"/>
                  </a:lnTo>
                  <a:lnTo>
                    <a:pt x="2" y="368"/>
                  </a:lnTo>
                  <a:lnTo>
                    <a:pt x="2" y="368"/>
                  </a:lnTo>
                  <a:lnTo>
                    <a:pt x="2" y="365"/>
                  </a:lnTo>
                  <a:lnTo>
                    <a:pt x="2" y="365"/>
                  </a:lnTo>
                  <a:lnTo>
                    <a:pt x="2" y="365"/>
                  </a:lnTo>
                  <a:lnTo>
                    <a:pt x="2" y="365"/>
                  </a:lnTo>
                  <a:lnTo>
                    <a:pt x="2" y="365"/>
                  </a:lnTo>
                  <a:lnTo>
                    <a:pt x="2" y="363"/>
                  </a:lnTo>
                  <a:lnTo>
                    <a:pt x="0" y="363"/>
                  </a:lnTo>
                  <a:lnTo>
                    <a:pt x="0" y="363"/>
                  </a:lnTo>
                  <a:lnTo>
                    <a:pt x="2" y="363"/>
                  </a:lnTo>
                  <a:lnTo>
                    <a:pt x="2" y="360"/>
                  </a:lnTo>
                  <a:lnTo>
                    <a:pt x="2" y="360"/>
                  </a:lnTo>
                  <a:lnTo>
                    <a:pt x="2" y="360"/>
                  </a:lnTo>
                  <a:lnTo>
                    <a:pt x="2" y="358"/>
                  </a:lnTo>
                  <a:lnTo>
                    <a:pt x="2" y="358"/>
                  </a:lnTo>
                  <a:lnTo>
                    <a:pt x="2" y="358"/>
                  </a:lnTo>
                  <a:lnTo>
                    <a:pt x="4" y="358"/>
                  </a:lnTo>
                  <a:lnTo>
                    <a:pt x="4" y="358"/>
                  </a:lnTo>
                  <a:lnTo>
                    <a:pt x="4" y="358"/>
                  </a:lnTo>
                  <a:lnTo>
                    <a:pt x="7" y="358"/>
                  </a:lnTo>
                  <a:lnTo>
                    <a:pt x="7" y="356"/>
                  </a:lnTo>
                  <a:lnTo>
                    <a:pt x="7" y="356"/>
                  </a:lnTo>
                  <a:lnTo>
                    <a:pt x="7" y="356"/>
                  </a:lnTo>
                  <a:lnTo>
                    <a:pt x="7" y="356"/>
                  </a:lnTo>
                  <a:lnTo>
                    <a:pt x="9" y="356"/>
                  </a:lnTo>
                  <a:lnTo>
                    <a:pt x="9" y="353"/>
                  </a:lnTo>
                  <a:lnTo>
                    <a:pt x="7" y="353"/>
                  </a:lnTo>
                  <a:lnTo>
                    <a:pt x="7" y="353"/>
                  </a:lnTo>
                  <a:lnTo>
                    <a:pt x="7" y="351"/>
                  </a:lnTo>
                  <a:lnTo>
                    <a:pt x="7" y="351"/>
                  </a:lnTo>
                  <a:lnTo>
                    <a:pt x="7" y="351"/>
                  </a:lnTo>
                  <a:lnTo>
                    <a:pt x="4" y="351"/>
                  </a:lnTo>
                  <a:lnTo>
                    <a:pt x="4" y="349"/>
                  </a:lnTo>
                  <a:lnTo>
                    <a:pt x="4" y="349"/>
                  </a:lnTo>
                  <a:lnTo>
                    <a:pt x="7" y="349"/>
                  </a:lnTo>
                  <a:lnTo>
                    <a:pt x="7" y="346"/>
                  </a:lnTo>
                  <a:lnTo>
                    <a:pt x="7" y="346"/>
                  </a:lnTo>
                  <a:lnTo>
                    <a:pt x="7" y="346"/>
                  </a:lnTo>
                  <a:lnTo>
                    <a:pt x="7" y="346"/>
                  </a:lnTo>
                  <a:lnTo>
                    <a:pt x="9" y="346"/>
                  </a:lnTo>
                  <a:lnTo>
                    <a:pt x="9" y="344"/>
                  </a:lnTo>
                  <a:lnTo>
                    <a:pt x="9" y="344"/>
                  </a:lnTo>
                  <a:lnTo>
                    <a:pt x="9" y="344"/>
                  </a:lnTo>
                  <a:lnTo>
                    <a:pt x="9" y="341"/>
                  </a:lnTo>
                  <a:lnTo>
                    <a:pt x="9" y="341"/>
                  </a:lnTo>
                  <a:lnTo>
                    <a:pt x="12" y="341"/>
                  </a:lnTo>
                  <a:lnTo>
                    <a:pt x="12" y="341"/>
                  </a:lnTo>
                  <a:lnTo>
                    <a:pt x="12" y="341"/>
                  </a:lnTo>
                  <a:lnTo>
                    <a:pt x="12" y="341"/>
                  </a:lnTo>
                  <a:lnTo>
                    <a:pt x="14" y="341"/>
                  </a:lnTo>
                  <a:lnTo>
                    <a:pt x="14" y="341"/>
                  </a:lnTo>
                  <a:lnTo>
                    <a:pt x="16" y="341"/>
                  </a:lnTo>
                  <a:lnTo>
                    <a:pt x="16" y="341"/>
                  </a:lnTo>
                  <a:lnTo>
                    <a:pt x="16" y="341"/>
                  </a:lnTo>
                  <a:lnTo>
                    <a:pt x="16" y="341"/>
                  </a:lnTo>
                  <a:lnTo>
                    <a:pt x="16" y="341"/>
                  </a:lnTo>
                  <a:lnTo>
                    <a:pt x="19" y="341"/>
                  </a:lnTo>
                  <a:lnTo>
                    <a:pt x="19" y="341"/>
                  </a:lnTo>
                  <a:lnTo>
                    <a:pt x="19" y="339"/>
                  </a:lnTo>
                  <a:lnTo>
                    <a:pt x="19" y="339"/>
                  </a:lnTo>
                  <a:lnTo>
                    <a:pt x="19" y="339"/>
                  </a:lnTo>
                  <a:lnTo>
                    <a:pt x="21" y="339"/>
                  </a:lnTo>
                  <a:lnTo>
                    <a:pt x="21" y="337"/>
                  </a:lnTo>
                  <a:lnTo>
                    <a:pt x="21" y="337"/>
                  </a:lnTo>
                  <a:lnTo>
                    <a:pt x="21" y="337"/>
                  </a:lnTo>
                  <a:lnTo>
                    <a:pt x="23" y="337"/>
                  </a:lnTo>
                  <a:lnTo>
                    <a:pt x="23" y="337"/>
                  </a:lnTo>
                  <a:lnTo>
                    <a:pt x="23" y="337"/>
                  </a:lnTo>
                  <a:lnTo>
                    <a:pt x="23" y="337"/>
                  </a:lnTo>
                  <a:lnTo>
                    <a:pt x="26" y="337"/>
                  </a:lnTo>
                  <a:lnTo>
                    <a:pt x="26" y="337"/>
                  </a:lnTo>
                  <a:lnTo>
                    <a:pt x="26" y="337"/>
                  </a:lnTo>
                  <a:lnTo>
                    <a:pt x="28" y="337"/>
                  </a:lnTo>
                  <a:lnTo>
                    <a:pt x="28" y="334"/>
                  </a:lnTo>
                  <a:lnTo>
                    <a:pt x="26" y="334"/>
                  </a:lnTo>
                  <a:lnTo>
                    <a:pt x="26" y="334"/>
                  </a:lnTo>
                  <a:lnTo>
                    <a:pt x="26" y="334"/>
                  </a:lnTo>
                  <a:lnTo>
                    <a:pt x="26" y="332"/>
                  </a:lnTo>
                  <a:lnTo>
                    <a:pt x="26" y="332"/>
                  </a:lnTo>
                  <a:lnTo>
                    <a:pt x="26" y="332"/>
                  </a:lnTo>
                  <a:lnTo>
                    <a:pt x="26" y="330"/>
                  </a:lnTo>
                  <a:lnTo>
                    <a:pt x="28" y="330"/>
                  </a:lnTo>
                  <a:lnTo>
                    <a:pt x="28" y="332"/>
                  </a:lnTo>
                  <a:lnTo>
                    <a:pt x="28" y="332"/>
                  </a:lnTo>
                  <a:lnTo>
                    <a:pt x="30" y="332"/>
                  </a:lnTo>
                  <a:lnTo>
                    <a:pt x="30" y="332"/>
                  </a:lnTo>
                  <a:lnTo>
                    <a:pt x="30" y="332"/>
                  </a:lnTo>
                  <a:lnTo>
                    <a:pt x="30" y="332"/>
                  </a:lnTo>
                  <a:lnTo>
                    <a:pt x="33" y="332"/>
                  </a:lnTo>
                  <a:lnTo>
                    <a:pt x="33" y="332"/>
                  </a:lnTo>
                  <a:lnTo>
                    <a:pt x="33" y="332"/>
                  </a:lnTo>
                  <a:lnTo>
                    <a:pt x="35" y="332"/>
                  </a:lnTo>
                  <a:lnTo>
                    <a:pt x="35" y="332"/>
                  </a:lnTo>
                  <a:lnTo>
                    <a:pt x="38" y="332"/>
                  </a:lnTo>
                  <a:lnTo>
                    <a:pt x="38" y="332"/>
                  </a:lnTo>
                  <a:lnTo>
                    <a:pt x="38" y="332"/>
                  </a:lnTo>
                  <a:lnTo>
                    <a:pt x="38" y="330"/>
                  </a:lnTo>
                  <a:lnTo>
                    <a:pt x="38" y="330"/>
                  </a:lnTo>
                  <a:lnTo>
                    <a:pt x="40" y="330"/>
                  </a:lnTo>
                  <a:lnTo>
                    <a:pt x="40" y="330"/>
                  </a:lnTo>
                  <a:lnTo>
                    <a:pt x="40" y="330"/>
                  </a:lnTo>
                  <a:lnTo>
                    <a:pt x="40" y="327"/>
                  </a:lnTo>
                  <a:lnTo>
                    <a:pt x="42" y="327"/>
                  </a:lnTo>
                  <a:lnTo>
                    <a:pt x="42" y="327"/>
                  </a:lnTo>
                  <a:lnTo>
                    <a:pt x="42" y="327"/>
                  </a:lnTo>
                  <a:lnTo>
                    <a:pt x="42" y="327"/>
                  </a:lnTo>
                  <a:lnTo>
                    <a:pt x="42" y="327"/>
                  </a:lnTo>
                  <a:lnTo>
                    <a:pt x="45" y="327"/>
                  </a:lnTo>
                  <a:lnTo>
                    <a:pt x="45" y="330"/>
                  </a:lnTo>
                  <a:lnTo>
                    <a:pt x="45" y="330"/>
                  </a:lnTo>
                  <a:lnTo>
                    <a:pt x="45" y="332"/>
                  </a:lnTo>
                  <a:lnTo>
                    <a:pt x="45" y="332"/>
                  </a:lnTo>
                  <a:lnTo>
                    <a:pt x="45" y="332"/>
                  </a:lnTo>
                  <a:lnTo>
                    <a:pt x="45" y="332"/>
                  </a:lnTo>
                  <a:lnTo>
                    <a:pt x="45" y="334"/>
                  </a:lnTo>
                  <a:lnTo>
                    <a:pt x="45" y="334"/>
                  </a:lnTo>
                  <a:lnTo>
                    <a:pt x="45" y="334"/>
                  </a:lnTo>
                  <a:lnTo>
                    <a:pt x="45" y="337"/>
                  </a:lnTo>
                  <a:lnTo>
                    <a:pt x="45" y="337"/>
                  </a:lnTo>
                  <a:lnTo>
                    <a:pt x="45" y="337"/>
                  </a:lnTo>
                  <a:lnTo>
                    <a:pt x="47" y="337"/>
                  </a:lnTo>
                  <a:lnTo>
                    <a:pt x="47" y="337"/>
                  </a:lnTo>
                  <a:lnTo>
                    <a:pt x="47" y="337"/>
                  </a:lnTo>
                  <a:lnTo>
                    <a:pt x="49" y="337"/>
                  </a:lnTo>
                  <a:lnTo>
                    <a:pt x="49" y="337"/>
                  </a:lnTo>
                  <a:lnTo>
                    <a:pt x="49" y="337"/>
                  </a:lnTo>
                  <a:lnTo>
                    <a:pt x="49" y="337"/>
                  </a:lnTo>
                  <a:lnTo>
                    <a:pt x="49" y="337"/>
                  </a:lnTo>
                  <a:lnTo>
                    <a:pt x="52" y="337"/>
                  </a:lnTo>
                  <a:lnTo>
                    <a:pt x="52" y="334"/>
                  </a:lnTo>
                  <a:lnTo>
                    <a:pt x="52" y="334"/>
                  </a:lnTo>
                  <a:lnTo>
                    <a:pt x="52" y="334"/>
                  </a:lnTo>
                  <a:lnTo>
                    <a:pt x="52" y="334"/>
                  </a:lnTo>
                  <a:lnTo>
                    <a:pt x="54" y="334"/>
                  </a:lnTo>
                  <a:lnTo>
                    <a:pt x="54" y="334"/>
                  </a:lnTo>
                  <a:lnTo>
                    <a:pt x="54" y="334"/>
                  </a:lnTo>
                  <a:lnTo>
                    <a:pt x="57" y="334"/>
                  </a:lnTo>
                  <a:lnTo>
                    <a:pt x="57" y="334"/>
                  </a:lnTo>
                  <a:lnTo>
                    <a:pt x="57" y="334"/>
                  </a:lnTo>
                  <a:lnTo>
                    <a:pt x="57" y="334"/>
                  </a:lnTo>
                  <a:lnTo>
                    <a:pt x="57" y="332"/>
                  </a:lnTo>
                  <a:lnTo>
                    <a:pt x="59" y="332"/>
                  </a:lnTo>
                  <a:lnTo>
                    <a:pt x="59" y="332"/>
                  </a:lnTo>
                  <a:lnTo>
                    <a:pt x="59" y="334"/>
                  </a:lnTo>
                  <a:lnTo>
                    <a:pt x="59" y="334"/>
                  </a:lnTo>
                  <a:lnTo>
                    <a:pt x="59" y="334"/>
                  </a:lnTo>
                  <a:lnTo>
                    <a:pt x="61" y="334"/>
                  </a:lnTo>
                  <a:lnTo>
                    <a:pt x="61" y="334"/>
                  </a:lnTo>
                  <a:lnTo>
                    <a:pt x="61" y="334"/>
                  </a:lnTo>
                  <a:lnTo>
                    <a:pt x="64" y="334"/>
                  </a:lnTo>
                  <a:lnTo>
                    <a:pt x="64" y="332"/>
                  </a:lnTo>
                  <a:lnTo>
                    <a:pt x="64" y="332"/>
                  </a:lnTo>
                  <a:lnTo>
                    <a:pt x="64" y="332"/>
                  </a:lnTo>
                  <a:lnTo>
                    <a:pt x="64" y="330"/>
                  </a:lnTo>
                  <a:lnTo>
                    <a:pt x="64" y="330"/>
                  </a:lnTo>
                  <a:lnTo>
                    <a:pt x="64" y="330"/>
                  </a:lnTo>
                  <a:lnTo>
                    <a:pt x="66" y="330"/>
                  </a:lnTo>
                  <a:lnTo>
                    <a:pt x="66" y="327"/>
                  </a:lnTo>
                  <a:lnTo>
                    <a:pt x="66" y="327"/>
                  </a:lnTo>
                  <a:lnTo>
                    <a:pt x="66" y="325"/>
                  </a:lnTo>
                  <a:lnTo>
                    <a:pt x="66" y="325"/>
                  </a:lnTo>
                  <a:lnTo>
                    <a:pt x="66" y="325"/>
                  </a:lnTo>
                  <a:lnTo>
                    <a:pt x="66" y="325"/>
                  </a:lnTo>
                  <a:lnTo>
                    <a:pt x="66" y="325"/>
                  </a:lnTo>
                  <a:lnTo>
                    <a:pt x="66" y="323"/>
                  </a:lnTo>
                  <a:lnTo>
                    <a:pt x="68" y="323"/>
                  </a:lnTo>
                  <a:lnTo>
                    <a:pt x="68" y="323"/>
                  </a:lnTo>
                  <a:lnTo>
                    <a:pt x="68" y="323"/>
                  </a:lnTo>
                  <a:lnTo>
                    <a:pt x="68" y="320"/>
                  </a:lnTo>
                  <a:lnTo>
                    <a:pt x="68" y="320"/>
                  </a:lnTo>
                  <a:lnTo>
                    <a:pt x="71" y="320"/>
                  </a:lnTo>
                  <a:lnTo>
                    <a:pt x="71" y="318"/>
                  </a:lnTo>
                  <a:lnTo>
                    <a:pt x="71" y="318"/>
                  </a:lnTo>
                  <a:lnTo>
                    <a:pt x="71" y="318"/>
                  </a:lnTo>
                  <a:lnTo>
                    <a:pt x="71" y="318"/>
                  </a:lnTo>
                  <a:lnTo>
                    <a:pt x="71" y="318"/>
                  </a:lnTo>
                  <a:lnTo>
                    <a:pt x="71" y="318"/>
                  </a:lnTo>
                  <a:lnTo>
                    <a:pt x="73" y="318"/>
                  </a:lnTo>
                  <a:lnTo>
                    <a:pt x="73" y="318"/>
                  </a:lnTo>
                  <a:lnTo>
                    <a:pt x="75" y="318"/>
                  </a:lnTo>
                  <a:lnTo>
                    <a:pt x="75" y="318"/>
                  </a:lnTo>
                  <a:lnTo>
                    <a:pt x="75" y="318"/>
                  </a:lnTo>
                  <a:lnTo>
                    <a:pt x="75" y="318"/>
                  </a:lnTo>
                  <a:lnTo>
                    <a:pt x="78" y="318"/>
                  </a:lnTo>
                  <a:lnTo>
                    <a:pt x="78" y="318"/>
                  </a:lnTo>
                  <a:lnTo>
                    <a:pt x="78" y="318"/>
                  </a:lnTo>
                  <a:lnTo>
                    <a:pt x="80" y="318"/>
                  </a:lnTo>
                  <a:lnTo>
                    <a:pt x="80" y="318"/>
                  </a:lnTo>
                  <a:lnTo>
                    <a:pt x="83" y="318"/>
                  </a:lnTo>
                  <a:lnTo>
                    <a:pt x="83" y="318"/>
                  </a:lnTo>
                  <a:lnTo>
                    <a:pt x="83" y="320"/>
                  </a:lnTo>
                  <a:lnTo>
                    <a:pt x="83" y="320"/>
                  </a:lnTo>
                  <a:lnTo>
                    <a:pt x="83" y="318"/>
                  </a:lnTo>
                  <a:lnTo>
                    <a:pt x="85" y="318"/>
                  </a:lnTo>
                  <a:lnTo>
                    <a:pt x="85" y="318"/>
                  </a:lnTo>
                  <a:lnTo>
                    <a:pt x="85" y="318"/>
                  </a:lnTo>
                  <a:lnTo>
                    <a:pt x="85" y="318"/>
                  </a:lnTo>
                  <a:lnTo>
                    <a:pt x="87" y="318"/>
                  </a:lnTo>
                  <a:lnTo>
                    <a:pt x="87" y="318"/>
                  </a:lnTo>
                  <a:lnTo>
                    <a:pt x="90" y="318"/>
                  </a:lnTo>
                  <a:lnTo>
                    <a:pt x="90" y="318"/>
                  </a:lnTo>
                  <a:lnTo>
                    <a:pt x="90" y="318"/>
                  </a:lnTo>
                  <a:lnTo>
                    <a:pt x="92" y="318"/>
                  </a:lnTo>
                  <a:lnTo>
                    <a:pt x="92" y="315"/>
                  </a:lnTo>
                  <a:lnTo>
                    <a:pt x="92" y="315"/>
                  </a:lnTo>
                  <a:lnTo>
                    <a:pt x="92" y="315"/>
                  </a:lnTo>
                  <a:lnTo>
                    <a:pt x="94" y="315"/>
                  </a:lnTo>
                  <a:lnTo>
                    <a:pt x="94" y="315"/>
                  </a:lnTo>
                  <a:lnTo>
                    <a:pt x="94" y="318"/>
                  </a:lnTo>
                  <a:lnTo>
                    <a:pt x="97" y="318"/>
                  </a:lnTo>
                  <a:lnTo>
                    <a:pt x="97" y="318"/>
                  </a:lnTo>
                  <a:lnTo>
                    <a:pt x="97" y="318"/>
                  </a:lnTo>
                  <a:lnTo>
                    <a:pt x="97" y="315"/>
                  </a:lnTo>
                  <a:lnTo>
                    <a:pt x="99" y="315"/>
                  </a:lnTo>
                  <a:lnTo>
                    <a:pt x="99" y="315"/>
                  </a:lnTo>
                  <a:lnTo>
                    <a:pt x="99" y="315"/>
                  </a:lnTo>
                  <a:lnTo>
                    <a:pt x="99" y="315"/>
                  </a:lnTo>
                  <a:lnTo>
                    <a:pt x="99" y="315"/>
                  </a:lnTo>
                  <a:lnTo>
                    <a:pt x="99" y="313"/>
                  </a:lnTo>
                  <a:lnTo>
                    <a:pt x="101" y="313"/>
                  </a:lnTo>
                  <a:lnTo>
                    <a:pt x="101" y="313"/>
                  </a:lnTo>
                  <a:lnTo>
                    <a:pt x="101" y="313"/>
                  </a:lnTo>
                  <a:lnTo>
                    <a:pt x="104" y="313"/>
                  </a:lnTo>
                  <a:lnTo>
                    <a:pt x="104" y="311"/>
                  </a:lnTo>
                  <a:lnTo>
                    <a:pt x="104" y="311"/>
                  </a:lnTo>
                  <a:lnTo>
                    <a:pt x="104" y="311"/>
                  </a:lnTo>
                  <a:lnTo>
                    <a:pt x="104" y="311"/>
                  </a:lnTo>
                  <a:lnTo>
                    <a:pt x="104" y="308"/>
                  </a:lnTo>
                  <a:lnTo>
                    <a:pt x="104" y="308"/>
                  </a:lnTo>
                  <a:lnTo>
                    <a:pt x="104" y="308"/>
                  </a:lnTo>
                  <a:lnTo>
                    <a:pt x="104" y="308"/>
                  </a:lnTo>
                  <a:lnTo>
                    <a:pt x="106" y="308"/>
                  </a:lnTo>
                  <a:lnTo>
                    <a:pt x="106" y="306"/>
                  </a:lnTo>
                  <a:lnTo>
                    <a:pt x="106" y="306"/>
                  </a:lnTo>
                  <a:lnTo>
                    <a:pt x="109" y="306"/>
                  </a:lnTo>
                  <a:lnTo>
                    <a:pt x="109" y="306"/>
                  </a:lnTo>
                  <a:lnTo>
                    <a:pt x="109" y="306"/>
                  </a:lnTo>
                  <a:lnTo>
                    <a:pt x="109" y="306"/>
                  </a:lnTo>
                  <a:lnTo>
                    <a:pt x="109" y="306"/>
                  </a:lnTo>
                  <a:lnTo>
                    <a:pt x="111" y="306"/>
                  </a:lnTo>
                  <a:lnTo>
                    <a:pt x="111" y="306"/>
                  </a:lnTo>
                  <a:lnTo>
                    <a:pt x="111" y="306"/>
                  </a:lnTo>
                  <a:lnTo>
                    <a:pt x="111" y="304"/>
                  </a:lnTo>
                  <a:lnTo>
                    <a:pt x="113" y="304"/>
                  </a:lnTo>
                  <a:lnTo>
                    <a:pt x="113" y="304"/>
                  </a:lnTo>
                  <a:lnTo>
                    <a:pt x="113" y="304"/>
                  </a:lnTo>
                  <a:lnTo>
                    <a:pt x="116" y="304"/>
                  </a:lnTo>
                  <a:lnTo>
                    <a:pt x="116" y="301"/>
                  </a:lnTo>
                  <a:lnTo>
                    <a:pt x="116" y="301"/>
                  </a:lnTo>
                  <a:lnTo>
                    <a:pt x="116" y="301"/>
                  </a:lnTo>
                  <a:lnTo>
                    <a:pt x="118" y="301"/>
                  </a:lnTo>
                  <a:lnTo>
                    <a:pt x="118" y="301"/>
                  </a:lnTo>
                  <a:lnTo>
                    <a:pt x="118" y="301"/>
                  </a:lnTo>
                  <a:lnTo>
                    <a:pt x="118" y="301"/>
                  </a:lnTo>
                  <a:lnTo>
                    <a:pt x="118" y="299"/>
                  </a:lnTo>
                  <a:lnTo>
                    <a:pt x="120" y="299"/>
                  </a:lnTo>
                  <a:lnTo>
                    <a:pt x="120" y="299"/>
                  </a:lnTo>
                  <a:lnTo>
                    <a:pt x="123" y="299"/>
                  </a:lnTo>
                  <a:lnTo>
                    <a:pt x="123" y="299"/>
                  </a:lnTo>
                  <a:lnTo>
                    <a:pt x="123" y="299"/>
                  </a:lnTo>
                  <a:lnTo>
                    <a:pt x="123" y="299"/>
                  </a:lnTo>
                  <a:lnTo>
                    <a:pt x="125" y="299"/>
                  </a:lnTo>
                  <a:lnTo>
                    <a:pt x="125" y="296"/>
                  </a:lnTo>
                  <a:lnTo>
                    <a:pt x="125" y="296"/>
                  </a:lnTo>
                  <a:lnTo>
                    <a:pt x="125" y="296"/>
                  </a:lnTo>
                  <a:lnTo>
                    <a:pt x="128" y="296"/>
                  </a:lnTo>
                  <a:lnTo>
                    <a:pt x="128" y="299"/>
                  </a:lnTo>
                  <a:lnTo>
                    <a:pt x="128" y="299"/>
                  </a:lnTo>
                  <a:lnTo>
                    <a:pt x="130" y="299"/>
                  </a:lnTo>
                  <a:lnTo>
                    <a:pt x="130" y="299"/>
                  </a:lnTo>
                  <a:lnTo>
                    <a:pt x="130" y="299"/>
                  </a:lnTo>
                  <a:lnTo>
                    <a:pt x="132" y="299"/>
                  </a:lnTo>
                  <a:lnTo>
                    <a:pt x="132" y="296"/>
                  </a:lnTo>
                  <a:lnTo>
                    <a:pt x="132" y="296"/>
                  </a:lnTo>
                  <a:lnTo>
                    <a:pt x="132" y="296"/>
                  </a:lnTo>
                  <a:lnTo>
                    <a:pt x="132" y="296"/>
                  </a:lnTo>
                  <a:lnTo>
                    <a:pt x="132" y="296"/>
                  </a:lnTo>
                  <a:lnTo>
                    <a:pt x="132" y="294"/>
                  </a:lnTo>
                  <a:lnTo>
                    <a:pt x="135" y="294"/>
                  </a:lnTo>
                  <a:lnTo>
                    <a:pt x="135" y="296"/>
                  </a:lnTo>
                  <a:lnTo>
                    <a:pt x="135" y="296"/>
                  </a:lnTo>
                  <a:lnTo>
                    <a:pt x="137" y="296"/>
                  </a:lnTo>
                  <a:lnTo>
                    <a:pt x="137" y="294"/>
                  </a:lnTo>
                  <a:lnTo>
                    <a:pt x="137" y="294"/>
                  </a:lnTo>
                  <a:lnTo>
                    <a:pt x="137" y="292"/>
                  </a:lnTo>
                  <a:lnTo>
                    <a:pt x="137" y="292"/>
                  </a:lnTo>
                  <a:lnTo>
                    <a:pt x="137" y="292"/>
                  </a:lnTo>
                  <a:lnTo>
                    <a:pt x="139" y="292"/>
                  </a:lnTo>
                  <a:lnTo>
                    <a:pt x="139" y="292"/>
                  </a:lnTo>
                  <a:lnTo>
                    <a:pt x="139" y="292"/>
                  </a:lnTo>
                  <a:lnTo>
                    <a:pt x="142" y="292"/>
                  </a:lnTo>
                  <a:lnTo>
                    <a:pt x="142" y="292"/>
                  </a:lnTo>
                  <a:lnTo>
                    <a:pt x="144" y="292"/>
                  </a:lnTo>
                  <a:lnTo>
                    <a:pt x="144" y="292"/>
                  </a:lnTo>
                  <a:lnTo>
                    <a:pt x="144" y="289"/>
                  </a:lnTo>
                  <a:lnTo>
                    <a:pt x="144" y="289"/>
                  </a:lnTo>
                  <a:lnTo>
                    <a:pt x="144" y="287"/>
                  </a:lnTo>
                  <a:lnTo>
                    <a:pt x="144" y="287"/>
                  </a:lnTo>
                  <a:lnTo>
                    <a:pt x="144" y="287"/>
                  </a:lnTo>
                  <a:lnTo>
                    <a:pt x="144" y="287"/>
                  </a:lnTo>
                  <a:lnTo>
                    <a:pt x="144" y="287"/>
                  </a:lnTo>
                  <a:lnTo>
                    <a:pt x="144" y="285"/>
                  </a:lnTo>
                  <a:lnTo>
                    <a:pt x="144" y="285"/>
                  </a:lnTo>
                  <a:lnTo>
                    <a:pt x="142" y="285"/>
                  </a:lnTo>
                  <a:lnTo>
                    <a:pt x="142" y="282"/>
                  </a:lnTo>
                  <a:lnTo>
                    <a:pt x="142" y="282"/>
                  </a:lnTo>
                  <a:lnTo>
                    <a:pt x="142" y="280"/>
                  </a:lnTo>
                  <a:lnTo>
                    <a:pt x="144" y="280"/>
                  </a:lnTo>
                  <a:lnTo>
                    <a:pt x="144" y="280"/>
                  </a:lnTo>
                  <a:lnTo>
                    <a:pt x="142" y="280"/>
                  </a:lnTo>
                  <a:lnTo>
                    <a:pt x="142" y="278"/>
                  </a:lnTo>
                  <a:lnTo>
                    <a:pt x="142" y="278"/>
                  </a:lnTo>
                  <a:lnTo>
                    <a:pt x="142" y="278"/>
                  </a:lnTo>
                  <a:lnTo>
                    <a:pt x="142" y="278"/>
                  </a:lnTo>
                  <a:lnTo>
                    <a:pt x="142" y="278"/>
                  </a:lnTo>
                  <a:lnTo>
                    <a:pt x="142" y="275"/>
                  </a:lnTo>
                  <a:lnTo>
                    <a:pt x="142" y="275"/>
                  </a:lnTo>
                  <a:lnTo>
                    <a:pt x="144" y="275"/>
                  </a:lnTo>
                  <a:lnTo>
                    <a:pt x="144" y="273"/>
                  </a:lnTo>
                  <a:lnTo>
                    <a:pt x="144" y="273"/>
                  </a:lnTo>
                  <a:lnTo>
                    <a:pt x="144" y="273"/>
                  </a:lnTo>
                  <a:lnTo>
                    <a:pt x="144" y="273"/>
                  </a:lnTo>
                  <a:lnTo>
                    <a:pt x="146" y="273"/>
                  </a:lnTo>
                  <a:lnTo>
                    <a:pt x="146" y="273"/>
                  </a:lnTo>
                  <a:lnTo>
                    <a:pt x="149" y="273"/>
                  </a:lnTo>
                  <a:lnTo>
                    <a:pt x="149" y="270"/>
                  </a:lnTo>
                  <a:lnTo>
                    <a:pt x="149" y="270"/>
                  </a:lnTo>
                  <a:lnTo>
                    <a:pt x="149" y="270"/>
                  </a:lnTo>
                  <a:lnTo>
                    <a:pt x="151" y="270"/>
                  </a:lnTo>
                  <a:lnTo>
                    <a:pt x="151" y="270"/>
                  </a:lnTo>
                  <a:lnTo>
                    <a:pt x="149" y="270"/>
                  </a:lnTo>
                  <a:lnTo>
                    <a:pt x="149" y="270"/>
                  </a:lnTo>
                  <a:lnTo>
                    <a:pt x="149" y="268"/>
                  </a:lnTo>
                  <a:lnTo>
                    <a:pt x="149" y="268"/>
                  </a:lnTo>
                  <a:lnTo>
                    <a:pt x="146" y="268"/>
                  </a:lnTo>
                  <a:lnTo>
                    <a:pt x="146" y="268"/>
                  </a:lnTo>
                  <a:lnTo>
                    <a:pt x="146" y="268"/>
                  </a:lnTo>
                  <a:lnTo>
                    <a:pt x="146" y="266"/>
                  </a:lnTo>
                  <a:lnTo>
                    <a:pt x="146" y="266"/>
                  </a:lnTo>
                  <a:lnTo>
                    <a:pt x="146" y="266"/>
                  </a:lnTo>
                  <a:lnTo>
                    <a:pt x="149" y="266"/>
                  </a:lnTo>
                  <a:lnTo>
                    <a:pt x="149" y="266"/>
                  </a:lnTo>
                  <a:lnTo>
                    <a:pt x="149" y="266"/>
                  </a:lnTo>
                  <a:lnTo>
                    <a:pt x="149" y="266"/>
                  </a:lnTo>
                  <a:lnTo>
                    <a:pt x="151" y="266"/>
                  </a:lnTo>
                  <a:lnTo>
                    <a:pt x="151" y="266"/>
                  </a:lnTo>
                  <a:lnTo>
                    <a:pt x="151" y="266"/>
                  </a:lnTo>
                  <a:lnTo>
                    <a:pt x="154" y="266"/>
                  </a:lnTo>
                  <a:lnTo>
                    <a:pt x="154" y="266"/>
                  </a:lnTo>
                  <a:lnTo>
                    <a:pt x="154" y="263"/>
                  </a:lnTo>
                  <a:lnTo>
                    <a:pt x="156" y="263"/>
                  </a:lnTo>
                  <a:lnTo>
                    <a:pt x="156" y="263"/>
                  </a:lnTo>
                  <a:lnTo>
                    <a:pt x="156" y="261"/>
                  </a:lnTo>
                  <a:lnTo>
                    <a:pt x="154" y="261"/>
                  </a:lnTo>
                  <a:lnTo>
                    <a:pt x="154" y="261"/>
                  </a:lnTo>
                  <a:lnTo>
                    <a:pt x="154" y="261"/>
                  </a:lnTo>
                  <a:lnTo>
                    <a:pt x="151" y="261"/>
                  </a:lnTo>
                  <a:lnTo>
                    <a:pt x="151" y="259"/>
                  </a:lnTo>
                  <a:lnTo>
                    <a:pt x="154" y="259"/>
                  </a:lnTo>
                  <a:lnTo>
                    <a:pt x="154" y="259"/>
                  </a:lnTo>
                  <a:lnTo>
                    <a:pt x="154" y="256"/>
                  </a:lnTo>
                  <a:lnTo>
                    <a:pt x="154" y="256"/>
                  </a:lnTo>
                  <a:lnTo>
                    <a:pt x="154" y="256"/>
                  </a:lnTo>
                  <a:lnTo>
                    <a:pt x="154" y="256"/>
                  </a:lnTo>
                  <a:lnTo>
                    <a:pt x="154" y="256"/>
                  </a:lnTo>
                  <a:lnTo>
                    <a:pt x="154" y="254"/>
                  </a:lnTo>
                  <a:lnTo>
                    <a:pt x="154" y="254"/>
                  </a:lnTo>
                  <a:lnTo>
                    <a:pt x="151" y="254"/>
                  </a:lnTo>
                  <a:lnTo>
                    <a:pt x="151" y="251"/>
                  </a:lnTo>
                  <a:lnTo>
                    <a:pt x="151" y="251"/>
                  </a:lnTo>
                  <a:lnTo>
                    <a:pt x="151" y="251"/>
                  </a:lnTo>
                  <a:lnTo>
                    <a:pt x="151" y="249"/>
                  </a:lnTo>
                  <a:lnTo>
                    <a:pt x="151" y="249"/>
                  </a:lnTo>
                  <a:lnTo>
                    <a:pt x="151" y="249"/>
                  </a:lnTo>
                  <a:lnTo>
                    <a:pt x="151" y="247"/>
                  </a:lnTo>
                  <a:lnTo>
                    <a:pt x="149" y="247"/>
                  </a:lnTo>
                  <a:lnTo>
                    <a:pt x="149" y="247"/>
                  </a:lnTo>
                  <a:lnTo>
                    <a:pt x="149" y="247"/>
                  </a:lnTo>
                  <a:lnTo>
                    <a:pt x="149" y="247"/>
                  </a:lnTo>
                  <a:lnTo>
                    <a:pt x="149" y="244"/>
                  </a:lnTo>
                  <a:lnTo>
                    <a:pt x="149" y="244"/>
                  </a:lnTo>
                  <a:lnTo>
                    <a:pt x="149" y="244"/>
                  </a:lnTo>
                  <a:lnTo>
                    <a:pt x="149" y="242"/>
                  </a:lnTo>
                  <a:lnTo>
                    <a:pt x="149" y="242"/>
                  </a:lnTo>
                  <a:lnTo>
                    <a:pt x="149" y="240"/>
                  </a:lnTo>
                  <a:lnTo>
                    <a:pt x="146" y="240"/>
                  </a:lnTo>
                  <a:lnTo>
                    <a:pt x="146" y="240"/>
                  </a:lnTo>
                  <a:lnTo>
                    <a:pt x="146" y="237"/>
                  </a:lnTo>
                  <a:lnTo>
                    <a:pt x="146" y="237"/>
                  </a:lnTo>
                  <a:lnTo>
                    <a:pt x="146" y="237"/>
                  </a:lnTo>
                  <a:lnTo>
                    <a:pt x="146" y="235"/>
                  </a:lnTo>
                  <a:lnTo>
                    <a:pt x="146" y="235"/>
                  </a:lnTo>
                  <a:lnTo>
                    <a:pt x="146" y="235"/>
                  </a:lnTo>
                  <a:lnTo>
                    <a:pt x="146" y="232"/>
                  </a:lnTo>
                  <a:lnTo>
                    <a:pt x="146" y="232"/>
                  </a:lnTo>
                  <a:lnTo>
                    <a:pt x="146" y="230"/>
                  </a:lnTo>
                  <a:lnTo>
                    <a:pt x="144" y="230"/>
                  </a:lnTo>
                  <a:lnTo>
                    <a:pt x="144" y="230"/>
                  </a:lnTo>
                  <a:lnTo>
                    <a:pt x="146" y="230"/>
                  </a:lnTo>
                  <a:lnTo>
                    <a:pt x="146" y="228"/>
                  </a:lnTo>
                  <a:lnTo>
                    <a:pt x="146" y="228"/>
                  </a:lnTo>
                  <a:lnTo>
                    <a:pt x="146" y="228"/>
                  </a:lnTo>
                  <a:lnTo>
                    <a:pt x="146" y="228"/>
                  </a:lnTo>
                  <a:lnTo>
                    <a:pt x="146" y="228"/>
                  </a:lnTo>
                  <a:lnTo>
                    <a:pt x="146" y="225"/>
                  </a:lnTo>
                  <a:lnTo>
                    <a:pt x="146" y="225"/>
                  </a:lnTo>
                  <a:lnTo>
                    <a:pt x="146" y="225"/>
                  </a:lnTo>
                  <a:lnTo>
                    <a:pt x="149" y="225"/>
                  </a:lnTo>
                  <a:lnTo>
                    <a:pt x="149" y="225"/>
                  </a:lnTo>
                  <a:lnTo>
                    <a:pt x="149" y="223"/>
                  </a:lnTo>
                  <a:lnTo>
                    <a:pt x="149" y="223"/>
                  </a:lnTo>
                  <a:lnTo>
                    <a:pt x="146" y="223"/>
                  </a:lnTo>
                  <a:lnTo>
                    <a:pt x="146" y="223"/>
                  </a:lnTo>
                  <a:lnTo>
                    <a:pt x="146" y="223"/>
                  </a:lnTo>
                  <a:lnTo>
                    <a:pt x="144" y="223"/>
                  </a:lnTo>
                  <a:lnTo>
                    <a:pt x="144" y="221"/>
                  </a:lnTo>
                  <a:lnTo>
                    <a:pt x="144" y="221"/>
                  </a:lnTo>
                  <a:lnTo>
                    <a:pt x="144" y="221"/>
                  </a:lnTo>
                  <a:lnTo>
                    <a:pt x="142" y="221"/>
                  </a:lnTo>
                  <a:lnTo>
                    <a:pt x="142" y="221"/>
                  </a:lnTo>
                  <a:lnTo>
                    <a:pt x="139" y="221"/>
                  </a:lnTo>
                  <a:lnTo>
                    <a:pt x="139" y="223"/>
                  </a:lnTo>
                  <a:lnTo>
                    <a:pt x="139" y="223"/>
                  </a:lnTo>
                  <a:lnTo>
                    <a:pt x="139" y="223"/>
                  </a:lnTo>
                  <a:lnTo>
                    <a:pt x="137" y="223"/>
                  </a:lnTo>
                  <a:lnTo>
                    <a:pt x="137" y="221"/>
                  </a:lnTo>
                  <a:lnTo>
                    <a:pt x="137" y="221"/>
                  </a:lnTo>
                  <a:lnTo>
                    <a:pt x="137" y="221"/>
                  </a:lnTo>
                  <a:lnTo>
                    <a:pt x="137" y="221"/>
                  </a:lnTo>
                  <a:lnTo>
                    <a:pt x="137" y="218"/>
                  </a:lnTo>
                  <a:lnTo>
                    <a:pt x="137" y="218"/>
                  </a:lnTo>
                  <a:lnTo>
                    <a:pt x="137" y="218"/>
                  </a:lnTo>
                  <a:lnTo>
                    <a:pt x="137" y="218"/>
                  </a:lnTo>
                  <a:lnTo>
                    <a:pt x="137" y="216"/>
                  </a:lnTo>
                  <a:lnTo>
                    <a:pt x="139" y="216"/>
                  </a:lnTo>
                  <a:lnTo>
                    <a:pt x="139" y="216"/>
                  </a:lnTo>
                  <a:lnTo>
                    <a:pt x="139" y="216"/>
                  </a:lnTo>
                  <a:lnTo>
                    <a:pt x="139" y="216"/>
                  </a:lnTo>
                  <a:lnTo>
                    <a:pt x="142" y="216"/>
                  </a:lnTo>
                  <a:lnTo>
                    <a:pt x="142" y="216"/>
                  </a:lnTo>
                  <a:lnTo>
                    <a:pt x="144" y="216"/>
                  </a:lnTo>
                  <a:lnTo>
                    <a:pt x="144" y="216"/>
                  </a:lnTo>
                  <a:lnTo>
                    <a:pt x="144" y="216"/>
                  </a:lnTo>
                  <a:lnTo>
                    <a:pt x="144" y="216"/>
                  </a:lnTo>
                  <a:lnTo>
                    <a:pt x="144" y="216"/>
                  </a:lnTo>
                  <a:lnTo>
                    <a:pt x="146" y="216"/>
                  </a:lnTo>
                  <a:lnTo>
                    <a:pt x="146" y="216"/>
                  </a:lnTo>
                  <a:lnTo>
                    <a:pt x="146" y="216"/>
                  </a:lnTo>
                  <a:lnTo>
                    <a:pt x="149" y="216"/>
                  </a:lnTo>
                  <a:lnTo>
                    <a:pt x="149" y="214"/>
                  </a:lnTo>
                  <a:lnTo>
                    <a:pt x="149" y="214"/>
                  </a:lnTo>
                  <a:lnTo>
                    <a:pt x="149" y="214"/>
                  </a:lnTo>
                  <a:lnTo>
                    <a:pt x="151" y="214"/>
                  </a:lnTo>
                  <a:lnTo>
                    <a:pt x="151" y="214"/>
                  </a:lnTo>
                  <a:lnTo>
                    <a:pt x="151" y="214"/>
                  </a:lnTo>
                  <a:lnTo>
                    <a:pt x="154" y="214"/>
                  </a:lnTo>
                  <a:lnTo>
                    <a:pt x="154" y="214"/>
                  </a:lnTo>
                  <a:lnTo>
                    <a:pt x="154" y="214"/>
                  </a:lnTo>
                  <a:lnTo>
                    <a:pt x="156" y="214"/>
                  </a:lnTo>
                  <a:lnTo>
                    <a:pt x="156" y="214"/>
                  </a:lnTo>
                  <a:lnTo>
                    <a:pt x="156" y="214"/>
                  </a:lnTo>
                  <a:lnTo>
                    <a:pt x="156" y="214"/>
                  </a:lnTo>
                  <a:lnTo>
                    <a:pt x="158" y="214"/>
                  </a:lnTo>
                  <a:lnTo>
                    <a:pt x="158" y="214"/>
                  </a:lnTo>
                  <a:lnTo>
                    <a:pt x="158" y="214"/>
                  </a:lnTo>
                  <a:lnTo>
                    <a:pt x="158" y="214"/>
                  </a:lnTo>
                  <a:lnTo>
                    <a:pt x="161" y="214"/>
                  </a:lnTo>
                  <a:lnTo>
                    <a:pt x="161" y="214"/>
                  </a:lnTo>
                  <a:lnTo>
                    <a:pt x="161" y="211"/>
                  </a:lnTo>
                  <a:lnTo>
                    <a:pt x="163" y="211"/>
                  </a:lnTo>
                  <a:lnTo>
                    <a:pt x="163" y="211"/>
                  </a:lnTo>
                  <a:lnTo>
                    <a:pt x="163" y="211"/>
                  </a:lnTo>
                  <a:lnTo>
                    <a:pt x="163" y="211"/>
                  </a:lnTo>
                  <a:lnTo>
                    <a:pt x="165" y="211"/>
                  </a:lnTo>
                  <a:lnTo>
                    <a:pt x="165" y="211"/>
                  </a:lnTo>
                  <a:lnTo>
                    <a:pt x="165" y="211"/>
                  </a:lnTo>
                  <a:lnTo>
                    <a:pt x="168" y="211"/>
                  </a:lnTo>
                  <a:lnTo>
                    <a:pt x="168" y="209"/>
                  </a:lnTo>
                  <a:lnTo>
                    <a:pt x="168" y="209"/>
                  </a:lnTo>
                  <a:lnTo>
                    <a:pt x="170" y="209"/>
                  </a:lnTo>
                  <a:lnTo>
                    <a:pt x="170" y="209"/>
                  </a:lnTo>
                  <a:lnTo>
                    <a:pt x="170" y="209"/>
                  </a:lnTo>
                  <a:lnTo>
                    <a:pt x="172" y="209"/>
                  </a:lnTo>
                  <a:lnTo>
                    <a:pt x="172" y="209"/>
                  </a:lnTo>
                  <a:lnTo>
                    <a:pt x="172" y="209"/>
                  </a:lnTo>
                  <a:lnTo>
                    <a:pt x="172" y="209"/>
                  </a:lnTo>
                  <a:lnTo>
                    <a:pt x="172" y="206"/>
                  </a:lnTo>
                  <a:lnTo>
                    <a:pt x="175" y="206"/>
                  </a:lnTo>
                  <a:lnTo>
                    <a:pt x="175" y="209"/>
                  </a:lnTo>
                  <a:lnTo>
                    <a:pt x="175" y="209"/>
                  </a:lnTo>
                  <a:lnTo>
                    <a:pt x="177" y="209"/>
                  </a:lnTo>
                  <a:lnTo>
                    <a:pt x="177" y="209"/>
                  </a:lnTo>
                  <a:lnTo>
                    <a:pt x="177" y="211"/>
                  </a:lnTo>
                  <a:lnTo>
                    <a:pt x="177" y="211"/>
                  </a:lnTo>
                  <a:lnTo>
                    <a:pt x="177" y="211"/>
                  </a:lnTo>
                  <a:lnTo>
                    <a:pt x="177" y="211"/>
                  </a:lnTo>
                  <a:lnTo>
                    <a:pt x="180" y="211"/>
                  </a:lnTo>
                  <a:lnTo>
                    <a:pt x="180" y="214"/>
                  </a:lnTo>
                  <a:lnTo>
                    <a:pt x="180" y="214"/>
                  </a:lnTo>
                  <a:lnTo>
                    <a:pt x="182" y="214"/>
                  </a:lnTo>
                  <a:lnTo>
                    <a:pt x="182" y="214"/>
                  </a:lnTo>
                  <a:lnTo>
                    <a:pt x="182" y="214"/>
                  </a:lnTo>
                  <a:lnTo>
                    <a:pt x="182" y="211"/>
                  </a:lnTo>
                  <a:lnTo>
                    <a:pt x="184" y="211"/>
                  </a:lnTo>
                  <a:lnTo>
                    <a:pt x="184" y="211"/>
                  </a:lnTo>
                  <a:lnTo>
                    <a:pt x="184" y="211"/>
                  </a:lnTo>
                  <a:lnTo>
                    <a:pt x="184" y="211"/>
                  </a:lnTo>
                  <a:lnTo>
                    <a:pt x="187" y="211"/>
                  </a:lnTo>
                  <a:lnTo>
                    <a:pt x="187" y="211"/>
                  </a:lnTo>
                  <a:lnTo>
                    <a:pt x="187" y="211"/>
                  </a:lnTo>
                  <a:lnTo>
                    <a:pt x="189" y="211"/>
                  </a:lnTo>
                  <a:lnTo>
                    <a:pt x="189" y="211"/>
                  </a:lnTo>
                  <a:lnTo>
                    <a:pt x="189" y="214"/>
                  </a:lnTo>
                  <a:lnTo>
                    <a:pt x="189" y="214"/>
                  </a:lnTo>
                  <a:lnTo>
                    <a:pt x="189" y="214"/>
                  </a:lnTo>
                  <a:lnTo>
                    <a:pt x="191" y="214"/>
                  </a:lnTo>
                  <a:lnTo>
                    <a:pt x="191" y="214"/>
                  </a:lnTo>
                  <a:lnTo>
                    <a:pt x="191" y="214"/>
                  </a:lnTo>
                  <a:lnTo>
                    <a:pt x="191" y="214"/>
                  </a:lnTo>
                  <a:lnTo>
                    <a:pt x="191" y="211"/>
                  </a:lnTo>
                  <a:lnTo>
                    <a:pt x="194" y="211"/>
                  </a:lnTo>
                  <a:lnTo>
                    <a:pt x="194" y="211"/>
                  </a:lnTo>
                  <a:lnTo>
                    <a:pt x="194" y="209"/>
                  </a:lnTo>
                  <a:lnTo>
                    <a:pt x="194" y="209"/>
                  </a:lnTo>
                  <a:lnTo>
                    <a:pt x="194" y="209"/>
                  </a:lnTo>
                  <a:lnTo>
                    <a:pt x="194" y="206"/>
                  </a:lnTo>
                  <a:lnTo>
                    <a:pt x="194" y="206"/>
                  </a:lnTo>
                  <a:lnTo>
                    <a:pt x="194" y="206"/>
                  </a:lnTo>
                  <a:lnTo>
                    <a:pt x="194" y="206"/>
                  </a:lnTo>
                  <a:lnTo>
                    <a:pt x="191" y="206"/>
                  </a:lnTo>
                  <a:lnTo>
                    <a:pt x="191" y="206"/>
                  </a:lnTo>
                  <a:lnTo>
                    <a:pt x="191" y="206"/>
                  </a:lnTo>
                  <a:lnTo>
                    <a:pt x="189" y="206"/>
                  </a:lnTo>
                  <a:lnTo>
                    <a:pt x="189" y="204"/>
                  </a:lnTo>
                  <a:lnTo>
                    <a:pt x="189" y="204"/>
                  </a:lnTo>
                  <a:lnTo>
                    <a:pt x="189" y="204"/>
                  </a:lnTo>
                  <a:lnTo>
                    <a:pt x="189" y="204"/>
                  </a:lnTo>
                  <a:lnTo>
                    <a:pt x="187" y="204"/>
                  </a:lnTo>
                  <a:lnTo>
                    <a:pt x="187" y="202"/>
                  </a:lnTo>
                  <a:lnTo>
                    <a:pt x="187" y="202"/>
                  </a:lnTo>
                  <a:lnTo>
                    <a:pt x="187" y="199"/>
                  </a:lnTo>
                  <a:lnTo>
                    <a:pt x="189" y="199"/>
                  </a:lnTo>
                  <a:lnTo>
                    <a:pt x="189" y="199"/>
                  </a:lnTo>
                  <a:lnTo>
                    <a:pt x="189" y="197"/>
                  </a:lnTo>
                  <a:lnTo>
                    <a:pt x="189" y="197"/>
                  </a:lnTo>
                  <a:lnTo>
                    <a:pt x="189" y="197"/>
                  </a:lnTo>
                  <a:lnTo>
                    <a:pt x="189" y="197"/>
                  </a:lnTo>
                  <a:lnTo>
                    <a:pt x="189" y="197"/>
                  </a:lnTo>
                  <a:lnTo>
                    <a:pt x="189" y="195"/>
                  </a:lnTo>
                  <a:lnTo>
                    <a:pt x="191" y="195"/>
                  </a:lnTo>
                  <a:lnTo>
                    <a:pt x="191" y="195"/>
                  </a:lnTo>
                  <a:lnTo>
                    <a:pt x="191" y="192"/>
                  </a:lnTo>
                  <a:lnTo>
                    <a:pt x="191" y="192"/>
                  </a:lnTo>
                  <a:lnTo>
                    <a:pt x="191" y="192"/>
                  </a:lnTo>
                  <a:lnTo>
                    <a:pt x="191" y="190"/>
                  </a:lnTo>
                  <a:lnTo>
                    <a:pt x="191" y="190"/>
                  </a:lnTo>
                  <a:lnTo>
                    <a:pt x="191" y="187"/>
                  </a:lnTo>
                  <a:lnTo>
                    <a:pt x="191" y="187"/>
                  </a:lnTo>
                  <a:lnTo>
                    <a:pt x="191" y="187"/>
                  </a:lnTo>
                  <a:lnTo>
                    <a:pt x="191" y="187"/>
                  </a:lnTo>
                  <a:lnTo>
                    <a:pt x="191" y="185"/>
                  </a:lnTo>
                  <a:lnTo>
                    <a:pt x="194" y="185"/>
                  </a:lnTo>
                  <a:lnTo>
                    <a:pt x="194" y="185"/>
                  </a:lnTo>
                  <a:lnTo>
                    <a:pt x="194" y="183"/>
                  </a:lnTo>
                  <a:lnTo>
                    <a:pt x="194" y="183"/>
                  </a:lnTo>
                  <a:lnTo>
                    <a:pt x="194" y="183"/>
                  </a:lnTo>
                  <a:lnTo>
                    <a:pt x="196" y="183"/>
                  </a:lnTo>
                  <a:lnTo>
                    <a:pt x="196" y="180"/>
                  </a:lnTo>
                  <a:lnTo>
                    <a:pt x="196" y="180"/>
                  </a:lnTo>
                  <a:lnTo>
                    <a:pt x="196" y="180"/>
                  </a:lnTo>
                  <a:lnTo>
                    <a:pt x="196" y="178"/>
                  </a:lnTo>
                  <a:lnTo>
                    <a:pt x="196" y="178"/>
                  </a:lnTo>
                  <a:lnTo>
                    <a:pt x="196" y="178"/>
                  </a:lnTo>
                  <a:lnTo>
                    <a:pt x="196" y="178"/>
                  </a:lnTo>
                  <a:lnTo>
                    <a:pt x="196" y="176"/>
                  </a:lnTo>
                  <a:lnTo>
                    <a:pt x="199" y="176"/>
                  </a:lnTo>
                  <a:lnTo>
                    <a:pt x="199" y="176"/>
                  </a:lnTo>
                  <a:lnTo>
                    <a:pt x="199" y="173"/>
                  </a:lnTo>
                  <a:lnTo>
                    <a:pt x="199" y="173"/>
                  </a:lnTo>
                  <a:lnTo>
                    <a:pt x="199" y="173"/>
                  </a:lnTo>
                  <a:lnTo>
                    <a:pt x="199" y="171"/>
                  </a:lnTo>
                  <a:lnTo>
                    <a:pt x="199" y="171"/>
                  </a:lnTo>
                  <a:lnTo>
                    <a:pt x="199" y="171"/>
                  </a:lnTo>
                  <a:lnTo>
                    <a:pt x="199" y="168"/>
                  </a:lnTo>
                  <a:lnTo>
                    <a:pt x="201" y="168"/>
                  </a:lnTo>
                  <a:lnTo>
                    <a:pt x="201" y="168"/>
                  </a:lnTo>
                  <a:lnTo>
                    <a:pt x="201" y="168"/>
                  </a:lnTo>
                  <a:lnTo>
                    <a:pt x="201" y="166"/>
                  </a:lnTo>
                  <a:lnTo>
                    <a:pt x="201" y="166"/>
                  </a:lnTo>
                  <a:lnTo>
                    <a:pt x="201" y="166"/>
                  </a:lnTo>
                  <a:lnTo>
                    <a:pt x="203" y="166"/>
                  </a:lnTo>
                  <a:lnTo>
                    <a:pt x="203" y="164"/>
                  </a:lnTo>
                  <a:lnTo>
                    <a:pt x="203" y="164"/>
                  </a:lnTo>
                  <a:lnTo>
                    <a:pt x="203" y="161"/>
                  </a:lnTo>
                  <a:lnTo>
                    <a:pt x="203" y="161"/>
                  </a:lnTo>
                  <a:lnTo>
                    <a:pt x="203" y="161"/>
                  </a:lnTo>
                  <a:lnTo>
                    <a:pt x="203" y="161"/>
                  </a:lnTo>
                  <a:lnTo>
                    <a:pt x="206" y="161"/>
                  </a:lnTo>
                  <a:lnTo>
                    <a:pt x="206" y="161"/>
                  </a:lnTo>
                  <a:lnTo>
                    <a:pt x="206" y="161"/>
                  </a:lnTo>
                  <a:lnTo>
                    <a:pt x="206" y="161"/>
                  </a:lnTo>
                  <a:lnTo>
                    <a:pt x="208" y="161"/>
                  </a:lnTo>
                  <a:lnTo>
                    <a:pt x="208" y="161"/>
                  </a:lnTo>
                  <a:lnTo>
                    <a:pt x="210" y="161"/>
                  </a:lnTo>
                  <a:lnTo>
                    <a:pt x="210" y="161"/>
                  </a:lnTo>
                  <a:lnTo>
                    <a:pt x="210" y="164"/>
                  </a:lnTo>
                  <a:lnTo>
                    <a:pt x="210" y="164"/>
                  </a:lnTo>
                  <a:lnTo>
                    <a:pt x="213" y="164"/>
                  </a:lnTo>
                  <a:lnTo>
                    <a:pt x="213" y="164"/>
                  </a:lnTo>
                  <a:lnTo>
                    <a:pt x="213" y="164"/>
                  </a:lnTo>
                  <a:lnTo>
                    <a:pt x="215" y="164"/>
                  </a:lnTo>
                  <a:lnTo>
                    <a:pt x="215" y="164"/>
                  </a:lnTo>
                  <a:lnTo>
                    <a:pt x="215" y="166"/>
                  </a:lnTo>
                  <a:lnTo>
                    <a:pt x="215" y="166"/>
                  </a:lnTo>
                  <a:lnTo>
                    <a:pt x="217" y="166"/>
                  </a:lnTo>
                  <a:lnTo>
                    <a:pt x="217" y="166"/>
                  </a:lnTo>
                  <a:lnTo>
                    <a:pt x="217" y="166"/>
                  </a:lnTo>
                  <a:lnTo>
                    <a:pt x="220" y="166"/>
                  </a:lnTo>
                  <a:lnTo>
                    <a:pt x="220" y="166"/>
                  </a:lnTo>
                  <a:lnTo>
                    <a:pt x="220" y="166"/>
                  </a:lnTo>
                  <a:lnTo>
                    <a:pt x="222" y="166"/>
                  </a:lnTo>
                  <a:lnTo>
                    <a:pt x="222" y="166"/>
                  </a:lnTo>
                  <a:lnTo>
                    <a:pt x="222" y="166"/>
                  </a:lnTo>
                  <a:lnTo>
                    <a:pt x="225" y="166"/>
                  </a:lnTo>
                  <a:lnTo>
                    <a:pt x="225" y="168"/>
                  </a:lnTo>
                  <a:lnTo>
                    <a:pt x="225" y="168"/>
                  </a:lnTo>
                  <a:lnTo>
                    <a:pt x="225" y="168"/>
                  </a:lnTo>
                  <a:lnTo>
                    <a:pt x="227" y="168"/>
                  </a:lnTo>
                  <a:lnTo>
                    <a:pt x="227" y="166"/>
                  </a:lnTo>
                  <a:lnTo>
                    <a:pt x="227" y="166"/>
                  </a:lnTo>
                  <a:lnTo>
                    <a:pt x="229" y="166"/>
                  </a:lnTo>
                  <a:lnTo>
                    <a:pt x="229" y="166"/>
                  </a:lnTo>
                  <a:lnTo>
                    <a:pt x="229" y="166"/>
                  </a:lnTo>
                  <a:lnTo>
                    <a:pt x="232" y="166"/>
                  </a:lnTo>
                  <a:lnTo>
                    <a:pt x="232" y="166"/>
                  </a:lnTo>
                  <a:lnTo>
                    <a:pt x="232" y="166"/>
                  </a:lnTo>
                  <a:lnTo>
                    <a:pt x="234" y="166"/>
                  </a:lnTo>
                  <a:lnTo>
                    <a:pt x="234" y="166"/>
                  </a:lnTo>
                  <a:lnTo>
                    <a:pt x="236" y="166"/>
                  </a:lnTo>
                  <a:lnTo>
                    <a:pt x="236" y="166"/>
                  </a:lnTo>
                  <a:lnTo>
                    <a:pt x="236" y="166"/>
                  </a:lnTo>
                  <a:lnTo>
                    <a:pt x="239" y="166"/>
                  </a:lnTo>
                  <a:lnTo>
                    <a:pt x="239" y="166"/>
                  </a:lnTo>
                  <a:lnTo>
                    <a:pt x="239" y="168"/>
                  </a:lnTo>
                  <a:lnTo>
                    <a:pt x="239" y="168"/>
                  </a:lnTo>
                  <a:lnTo>
                    <a:pt x="239" y="168"/>
                  </a:lnTo>
                  <a:lnTo>
                    <a:pt x="239" y="168"/>
                  </a:lnTo>
                  <a:lnTo>
                    <a:pt x="239" y="168"/>
                  </a:lnTo>
                  <a:lnTo>
                    <a:pt x="239" y="171"/>
                  </a:lnTo>
                  <a:lnTo>
                    <a:pt x="239" y="171"/>
                  </a:lnTo>
                  <a:lnTo>
                    <a:pt x="241" y="171"/>
                  </a:lnTo>
                  <a:lnTo>
                    <a:pt x="241" y="171"/>
                  </a:lnTo>
                  <a:lnTo>
                    <a:pt x="243" y="171"/>
                  </a:lnTo>
                  <a:lnTo>
                    <a:pt x="243" y="168"/>
                  </a:lnTo>
                  <a:lnTo>
                    <a:pt x="243" y="168"/>
                  </a:lnTo>
                  <a:lnTo>
                    <a:pt x="243" y="168"/>
                  </a:lnTo>
                  <a:lnTo>
                    <a:pt x="243" y="168"/>
                  </a:lnTo>
                  <a:lnTo>
                    <a:pt x="246" y="168"/>
                  </a:lnTo>
                  <a:lnTo>
                    <a:pt x="246" y="168"/>
                  </a:lnTo>
                  <a:lnTo>
                    <a:pt x="246" y="168"/>
                  </a:lnTo>
                  <a:lnTo>
                    <a:pt x="246" y="168"/>
                  </a:lnTo>
                  <a:lnTo>
                    <a:pt x="248" y="168"/>
                  </a:lnTo>
                  <a:lnTo>
                    <a:pt x="248" y="166"/>
                  </a:lnTo>
                  <a:lnTo>
                    <a:pt x="248" y="166"/>
                  </a:lnTo>
                  <a:lnTo>
                    <a:pt x="251" y="166"/>
                  </a:lnTo>
                  <a:lnTo>
                    <a:pt x="251" y="166"/>
                  </a:lnTo>
                  <a:lnTo>
                    <a:pt x="251" y="166"/>
                  </a:lnTo>
                  <a:lnTo>
                    <a:pt x="251" y="166"/>
                  </a:lnTo>
                  <a:lnTo>
                    <a:pt x="253" y="166"/>
                  </a:lnTo>
                  <a:lnTo>
                    <a:pt x="253" y="166"/>
                  </a:lnTo>
                  <a:lnTo>
                    <a:pt x="255" y="166"/>
                  </a:lnTo>
                  <a:lnTo>
                    <a:pt x="255" y="164"/>
                  </a:lnTo>
                  <a:lnTo>
                    <a:pt x="255" y="164"/>
                  </a:lnTo>
                  <a:lnTo>
                    <a:pt x="255" y="164"/>
                  </a:lnTo>
                  <a:lnTo>
                    <a:pt x="258" y="164"/>
                  </a:lnTo>
                  <a:lnTo>
                    <a:pt x="258" y="164"/>
                  </a:lnTo>
                  <a:lnTo>
                    <a:pt x="258" y="164"/>
                  </a:lnTo>
                  <a:lnTo>
                    <a:pt x="258" y="161"/>
                  </a:lnTo>
                  <a:lnTo>
                    <a:pt x="258" y="161"/>
                  </a:lnTo>
                  <a:lnTo>
                    <a:pt x="258" y="161"/>
                  </a:lnTo>
                  <a:lnTo>
                    <a:pt x="260" y="161"/>
                  </a:lnTo>
                  <a:lnTo>
                    <a:pt x="260" y="161"/>
                  </a:lnTo>
                  <a:lnTo>
                    <a:pt x="260" y="159"/>
                  </a:lnTo>
                  <a:lnTo>
                    <a:pt x="260" y="159"/>
                  </a:lnTo>
                  <a:lnTo>
                    <a:pt x="260" y="157"/>
                  </a:lnTo>
                  <a:lnTo>
                    <a:pt x="260" y="157"/>
                  </a:lnTo>
                  <a:lnTo>
                    <a:pt x="260" y="157"/>
                  </a:lnTo>
                  <a:lnTo>
                    <a:pt x="260" y="157"/>
                  </a:lnTo>
                  <a:lnTo>
                    <a:pt x="260" y="154"/>
                  </a:lnTo>
                  <a:lnTo>
                    <a:pt x="258" y="154"/>
                  </a:lnTo>
                  <a:lnTo>
                    <a:pt x="258" y="154"/>
                  </a:lnTo>
                  <a:lnTo>
                    <a:pt x="258" y="152"/>
                  </a:lnTo>
                  <a:lnTo>
                    <a:pt x="258" y="152"/>
                  </a:lnTo>
                  <a:lnTo>
                    <a:pt x="258" y="150"/>
                  </a:lnTo>
                  <a:lnTo>
                    <a:pt x="258" y="150"/>
                  </a:lnTo>
                  <a:lnTo>
                    <a:pt x="258" y="150"/>
                  </a:lnTo>
                  <a:lnTo>
                    <a:pt x="258" y="147"/>
                  </a:lnTo>
                  <a:lnTo>
                    <a:pt x="258" y="147"/>
                  </a:lnTo>
                  <a:lnTo>
                    <a:pt x="258" y="147"/>
                  </a:lnTo>
                  <a:lnTo>
                    <a:pt x="258" y="145"/>
                  </a:lnTo>
                  <a:lnTo>
                    <a:pt x="258" y="145"/>
                  </a:lnTo>
                  <a:lnTo>
                    <a:pt x="258" y="145"/>
                  </a:lnTo>
                  <a:lnTo>
                    <a:pt x="258" y="142"/>
                  </a:lnTo>
                  <a:lnTo>
                    <a:pt x="258" y="142"/>
                  </a:lnTo>
                  <a:lnTo>
                    <a:pt x="258" y="140"/>
                  </a:lnTo>
                  <a:lnTo>
                    <a:pt x="258" y="140"/>
                  </a:lnTo>
                  <a:lnTo>
                    <a:pt x="258" y="140"/>
                  </a:lnTo>
                  <a:lnTo>
                    <a:pt x="258" y="138"/>
                  </a:lnTo>
                  <a:lnTo>
                    <a:pt x="258" y="138"/>
                  </a:lnTo>
                  <a:lnTo>
                    <a:pt x="258" y="138"/>
                  </a:lnTo>
                  <a:lnTo>
                    <a:pt x="258" y="138"/>
                  </a:lnTo>
                  <a:lnTo>
                    <a:pt x="258" y="135"/>
                  </a:lnTo>
                  <a:lnTo>
                    <a:pt x="260" y="135"/>
                  </a:lnTo>
                  <a:lnTo>
                    <a:pt x="260" y="135"/>
                  </a:lnTo>
                  <a:lnTo>
                    <a:pt x="260" y="133"/>
                  </a:lnTo>
                  <a:lnTo>
                    <a:pt x="260" y="133"/>
                  </a:lnTo>
                  <a:lnTo>
                    <a:pt x="260" y="133"/>
                  </a:lnTo>
                  <a:lnTo>
                    <a:pt x="260" y="131"/>
                  </a:lnTo>
                  <a:lnTo>
                    <a:pt x="262" y="131"/>
                  </a:lnTo>
                  <a:lnTo>
                    <a:pt x="262" y="131"/>
                  </a:lnTo>
                  <a:lnTo>
                    <a:pt x="262" y="131"/>
                  </a:lnTo>
                  <a:lnTo>
                    <a:pt x="262" y="131"/>
                  </a:lnTo>
                  <a:lnTo>
                    <a:pt x="265" y="131"/>
                  </a:lnTo>
                  <a:lnTo>
                    <a:pt x="265" y="131"/>
                  </a:lnTo>
                  <a:lnTo>
                    <a:pt x="265" y="131"/>
                  </a:lnTo>
                  <a:lnTo>
                    <a:pt x="265" y="128"/>
                  </a:lnTo>
                  <a:lnTo>
                    <a:pt x="267" y="128"/>
                  </a:lnTo>
                  <a:lnTo>
                    <a:pt x="267" y="128"/>
                  </a:lnTo>
                  <a:lnTo>
                    <a:pt x="270" y="128"/>
                  </a:lnTo>
                  <a:lnTo>
                    <a:pt x="270" y="128"/>
                  </a:lnTo>
                  <a:lnTo>
                    <a:pt x="270" y="128"/>
                  </a:lnTo>
                  <a:lnTo>
                    <a:pt x="270" y="131"/>
                  </a:lnTo>
                  <a:lnTo>
                    <a:pt x="272" y="131"/>
                  </a:lnTo>
                  <a:lnTo>
                    <a:pt x="272" y="128"/>
                  </a:lnTo>
                  <a:lnTo>
                    <a:pt x="272" y="128"/>
                  </a:lnTo>
                  <a:lnTo>
                    <a:pt x="272" y="128"/>
                  </a:lnTo>
                  <a:lnTo>
                    <a:pt x="272" y="128"/>
                  </a:lnTo>
                  <a:lnTo>
                    <a:pt x="274" y="128"/>
                  </a:lnTo>
                  <a:lnTo>
                    <a:pt x="274" y="128"/>
                  </a:lnTo>
                  <a:lnTo>
                    <a:pt x="277" y="128"/>
                  </a:lnTo>
                  <a:lnTo>
                    <a:pt x="277" y="128"/>
                  </a:lnTo>
                  <a:lnTo>
                    <a:pt x="277" y="128"/>
                  </a:lnTo>
                  <a:lnTo>
                    <a:pt x="277" y="128"/>
                  </a:lnTo>
                  <a:lnTo>
                    <a:pt x="279" y="128"/>
                  </a:lnTo>
                  <a:lnTo>
                    <a:pt x="279" y="128"/>
                  </a:lnTo>
                  <a:lnTo>
                    <a:pt x="279" y="126"/>
                  </a:lnTo>
                  <a:lnTo>
                    <a:pt x="279" y="126"/>
                  </a:lnTo>
                  <a:lnTo>
                    <a:pt x="279" y="126"/>
                  </a:lnTo>
                  <a:lnTo>
                    <a:pt x="281" y="126"/>
                  </a:lnTo>
                  <a:lnTo>
                    <a:pt x="281" y="123"/>
                  </a:lnTo>
                  <a:lnTo>
                    <a:pt x="281" y="123"/>
                  </a:lnTo>
                  <a:lnTo>
                    <a:pt x="284" y="123"/>
                  </a:lnTo>
                  <a:lnTo>
                    <a:pt x="284" y="123"/>
                  </a:lnTo>
                  <a:lnTo>
                    <a:pt x="284" y="121"/>
                  </a:lnTo>
                  <a:lnTo>
                    <a:pt x="284" y="121"/>
                  </a:lnTo>
                  <a:lnTo>
                    <a:pt x="284" y="121"/>
                  </a:lnTo>
                  <a:lnTo>
                    <a:pt x="284" y="119"/>
                  </a:lnTo>
                  <a:lnTo>
                    <a:pt x="284" y="119"/>
                  </a:lnTo>
                  <a:lnTo>
                    <a:pt x="284" y="119"/>
                  </a:lnTo>
                  <a:lnTo>
                    <a:pt x="284" y="119"/>
                  </a:lnTo>
                  <a:lnTo>
                    <a:pt x="281" y="119"/>
                  </a:lnTo>
                  <a:lnTo>
                    <a:pt x="281" y="116"/>
                  </a:lnTo>
                  <a:lnTo>
                    <a:pt x="281" y="116"/>
                  </a:lnTo>
                  <a:lnTo>
                    <a:pt x="284" y="116"/>
                  </a:lnTo>
                  <a:lnTo>
                    <a:pt x="284" y="114"/>
                  </a:lnTo>
                  <a:lnTo>
                    <a:pt x="284" y="114"/>
                  </a:lnTo>
                  <a:lnTo>
                    <a:pt x="284" y="114"/>
                  </a:lnTo>
                  <a:lnTo>
                    <a:pt x="284" y="114"/>
                  </a:lnTo>
                  <a:lnTo>
                    <a:pt x="286" y="114"/>
                  </a:lnTo>
                  <a:lnTo>
                    <a:pt x="286" y="112"/>
                  </a:lnTo>
                  <a:lnTo>
                    <a:pt x="286" y="112"/>
                  </a:lnTo>
                  <a:lnTo>
                    <a:pt x="286" y="114"/>
                  </a:lnTo>
                  <a:lnTo>
                    <a:pt x="288" y="114"/>
                  </a:lnTo>
                  <a:lnTo>
                    <a:pt x="288" y="114"/>
                  </a:lnTo>
                  <a:lnTo>
                    <a:pt x="288" y="112"/>
                  </a:lnTo>
                  <a:lnTo>
                    <a:pt x="288" y="112"/>
                  </a:lnTo>
                  <a:lnTo>
                    <a:pt x="291" y="112"/>
                  </a:lnTo>
                  <a:lnTo>
                    <a:pt x="291" y="112"/>
                  </a:lnTo>
                  <a:lnTo>
                    <a:pt x="291" y="112"/>
                  </a:lnTo>
                  <a:lnTo>
                    <a:pt x="291" y="112"/>
                  </a:lnTo>
                  <a:lnTo>
                    <a:pt x="291" y="112"/>
                  </a:lnTo>
                  <a:lnTo>
                    <a:pt x="293" y="112"/>
                  </a:lnTo>
                  <a:lnTo>
                    <a:pt x="293" y="112"/>
                  </a:lnTo>
                  <a:lnTo>
                    <a:pt x="296" y="112"/>
                  </a:lnTo>
                  <a:lnTo>
                    <a:pt x="296" y="112"/>
                  </a:lnTo>
                  <a:lnTo>
                    <a:pt x="296" y="112"/>
                  </a:lnTo>
                  <a:lnTo>
                    <a:pt x="296" y="114"/>
                  </a:lnTo>
                  <a:lnTo>
                    <a:pt x="298" y="114"/>
                  </a:lnTo>
                  <a:lnTo>
                    <a:pt x="298" y="114"/>
                  </a:lnTo>
                  <a:lnTo>
                    <a:pt x="298" y="114"/>
                  </a:lnTo>
                  <a:lnTo>
                    <a:pt x="298" y="112"/>
                  </a:lnTo>
                  <a:lnTo>
                    <a:pt x="300" y="112"/>
                  </a:lnTo>
                  <a:lnTo>
                    <a:pt x="300" y="112"/>
                  </a:lnTo>
                  <a:lnTo>
                    <a:pt x="303" y="112"/>
                  </a:lnTo>
                  <a:lnTo>
                    <a:pt x="303" y="112"/>
                  </a:lnTo>
                  <a:lnTo>
                    <a:pt x="303" y="112"/>
                  </a:lnTo>
                  <a:lnTo>
                    <a:pt x="303" y="112"/>
                  </a:lnTo>
                  <a:lnTo>
                    <a:pt x="305" y="112"/>
                  </a:lnTo>
                  <a:lnTo>
                    <a:pt x="305" y="112"/>
                  </a:lnTo>
                  <a:lnTo>
                    <a:pt x="305" y="112"/>
                  </a:lnTo>
                  <a:lnTo>
                    <a:pt x="307" y="112"/>
                  </a:lnTo>
                  <a:lnTo>
                    <a:pt x="307" y="112"/>
                  </a:lnTo>
                  <a:lnTo>
                    <a:pt x="307" y="114"/>
                  </a:lnTo>
                  <a:lnTo>
                    <a:pt x="307" y="114"/>
                  </a:lnTo>
                  <a:lnTo>
                    <a:pt x="307" y="116"/>
                  </a:lnTo>
                  <a:lnTo>
                    <a:pt x="307" y="116"/>
                  </a:lnTo>
                  <a:lnTo>
                    <a:pt x="307" y="116"/>
                  </a:lnTo>
                  <a:lnTo>
                    <a:pt x="307" y="116"/>
                  </a:lnTo>
                  <a:lnTo>
                    <a:pt x="305" y="116"/>
                  </a:lnTo>
                  <a:lnTo>
                    <a:pt x="305" y="116"/>
                  </a:lnTo>
                  <a:lnTo>
                    <a:pt x="305" y="119"/>
                  </a:lnTo>
                  <a:lnTo>
                    <a:pt x="305" y="119"/>
                  </a:lnTo>
                  <a:lnTo>
                    <a:pt x="305" y="119"/>
                  </a:lnTo>
                  <a:lnTo>
                    <a:pt x="305" y="119"/>
                  </a:lnTo>
                  <a:lnTo>
                    <a:pt x="305" y="119"/>
                  </a:lnTo>
                  <a:lnTo>
                    <a:pt x="305" y="119"/>
                  </a:lnTo>
                  <a:lnTo>
                    <a:pt x="305" y="121"/>
                  </a:lnTo>
                  <a:lnTo>
                    <a:pt x="307" y="121"/>
                  </a:lnTo>
                  <a:lnTo>
                    <a:pt x="307" y="121"/>
                  </a:lnTo>
                  <a:lnTo>
                    <a:pt x="307" y="121"/>
                  </a:lnTo>
                  <a:lnTo>
                    <a:pt x="310" y="121"/>
                  </a:lnTo>
                  <a:lnTo>
                    <a:pt x="310" y="121"/>
                  </a:lnTo>
                  <a:lnTo>
                    <a:pt x="310" y="121"/>
                  </a:lnTo>
                  <a:lnTo>
                    <a:pt x="310" y="123"/>
                  </a:lnTo>
                  <a:lnTo>
                    <a:pt x="312" y="123"/>
                  </a:lnTo>
                  <a:lnTo>
                    <a:pt x="312" y="123"/>
                  </a:lnTo>
                  <a:lnTo>
                    <a:pt x="310" y="123"/>
                  </a:lnTo>
                  <a:lnTo>
                    <a:pt x="310" y="123"/>
                  </a:lnTo>
                  <a:lnTo>
                    <a:pt x="310" y="126"/>
                  </a:lnTo>
                  <a:lnTo>
                    <a:pt x="310" y="126"/>
                  </a:lnTo>
                  <a:lnTo>
                    <a:pt x="310" y="126"/>
                  </a:lnTo>
                  <a:lnTo>
                    <a:pt x="310" y="128"/>
                  </a:lnTo>
                  <a:lnTo>
                    <a:pt x="310" y="128"/>
                  </a:lnTo>
                  <a:lnTo>
                    <a:pt x="310" y="128"/>
                  </a:lnTo>
                  <a:lnTo>
                    <a:pt x="312" y="128"/>
                  </a:lnTo>
                  <a:lnTo>
                    <a:pt x="312" y="128"/>
                  </a:lnTo>
                  <a:lnTo>
                    <a:pt x="312" y="128"/>
                  </a:lnTo>
                  <a:lnTo>
                    <a:pt x="312" y="128"/>
                  </a:lnTo>
                  <a:lnTo>
                    <a:pt x="314" y="128"/>
                  </a:lnTo>
                  <a:lnTo>
                    <a:pt x="314" y="128"/>
                  </a:lnTo>
                  <a:lnTo>
                    <a:pt x="317" y="128"/>
                  </a:lnTo>
                  <a:lnTo>
                    <a:pt x="317" y="128"/>
                  </a:lnTo>
                  <a:lnTo>
                    <a:pt x="317" y="128"/>
                  </a:lnTo>
                  <a:lnTo>
                    <a:pt x="317" y="128"/>
                  </a:lnTo>
                  <a:lnTo>
                    <a:pt x="317" y="131"/>
                  </a:lnTo>
                  <a:lnTo>
                    <a:pt x="319" y="131"/>
                  </a:lnTo>
                  <a:lnTo>
                    <a:pt x="319" y="131"/>
                  </a:lnTo>
                  <a:lnTo>
                    <a:pt x="319" y="131"/>
                  </a:lnTo>
                  <a:lnTo>
                    <a:pt x="319" y="131"/>
                  </a:lnTo>
                  <a:lnTo>
                    <a:pt x="322" y="131"/>
                  </a:lnTo>
                  <a:lnTo>
                    <a:pt x="322" y="131"/>
                  </a:lnTo>
                  <a:lnTo>
                    <a:pt x="322" y="131"/>
                  </a:lnTo>
                  <a:lnTo>
                    <a:pt x="322" y="131"/>
                  </a:lnTo>
                  <a:lnTo>
                    <a:pt x="322" y="133"/>
                  </a:lnTo>
                  <a:lnTo>
                    <a:pt x="322" y="133"/>
                  </a:lnTo>
                  <a:lnTo>
                    <a:pt x="322" y="135"/>
                  </a:lnTo>
                  <a:lnTo>
                    <a:pt x="324" y="135"/>
                  </a:lnTo>
                  <a:lnTo>
                    <a:pt x="324" y="135"/>
                  </a:lnTo>
                  <a:lnTo>
                    <a:pt x="324" y="135"/>
                  </a:lnTo>
                  <a:lnTo>
                    <a:pt x="324" y="138"/>
                  </a:lnTo>
                  <a:lnTo>
                    <a:pt x="324" y="138"/>
                  </a:lnTo>
                  <a:lnTo>
                    <a:pt x="326" y="138"/>
                  </a:lnTo>
                  <a:lnTo>
                    <a:pt x="326" y="138"/>
                  </a:lnTo>
                  <a:lnTo>
                    <a:pt x="326" y="138"/>
                  </a:lnTo>
                  <a:lnTo>
                    <a:pt x="329" y="138"/>
                  </a:lnTo>
                  <a:lnTo>
                    <a:pt x="329" y="138"/>
                  </a:lnTo>
                  <a:lnTo>
                    <a:pt x="329" y="138"/>
                  </a:lnTo>
                  <a:lnTo>
                    <a:pt x="329" y="138"/>
                  </a:lnTo>
                  <a:lnTo>
                    <a:pt x="331" y="138"/>
                  </a:lnTo>
                  <a:lnTo>
                    <a:pt x="331" y="138"/>
                  </a:lnTo>
                  <a:lnTo>
                    <a:pt x="331" y="140"/>
                  </a:lnTo>
                  <a:lnTo>
                    <a:pt x="331" y="140"/>
                  </a:lnTo>
                  <a:lnTo>
                    <a:pt x="331" y="140"/>
                  </a:lnTo>
                  <a:lnTo>
                    <a:pt x="331" y="142"/>
                  </a:lnTo>
                  <a:lnTo>
                    <a:pt x="333" y="142"/>
                  </a:lnTo>
                  <a:lnTo>
                    <a:pt x="333" y="142"/>
                  </a:lnTo>
                  <a:lnTo>
                    <a:pt x="336" y="142"/>
                  </a:lnTo>
                  <a:lnTo>
                    <a:pt x="336" y="142"/>
                  </a:lnTo>
                  <a:lnTo>
                    <a:pt x="336" y="142"/>
                  </a:lnTo>
                  <a:lnTo>
                    <a:pt x="336" y="140"/>
                  </a:lnTo>
                  <a:lnTo>
                    <a:pt x="338" y="140"/>
                  </a:lnTo>
                  <a:lnTo>
                    <a:pt x="338" y="140"/>
                  </a:lnTo>
                  <a:lnTo>
                    <a:pt x="338" y="140"/>
                  </a:lnTo>
                  <a:lnTo>
                    <a:pt x="338" y="140"/>
                  </a:lnTo>
                  <a:lnTo>
                    <a:pt x="341" y="140"/>
                  </a:lnTo>
                  <a:lnTo>
                    <a:pt x="341" y="140"/>
                  </a:lnTo>
                  <a:lnTo>
                    <a:pt x="343" y="140"/>
                  </a:lnTo>
                  <a:lnTo>
                    <a:pt x="343" y="140"/>
                  </a:lnTo>
                  <a:lnTo>
                    <a:pt x="343" y="140"/>
                  </a:lnTo>
                  <a:lnTo>
                    <a:pt x="343" y="140"/>
                  </a:lnTo>
                  <a:lnTo>
                    <a:pt x="343" y="142"/>
                  </a:lnTo>
                  <a:lnTo>
                    <a:pt x="345" y="142"/>
                  </a:lnTo>
                  <a:lnTo>
                    <a:pt x="345" y="142"/>
                  </a:lnTo>
                  <a:lnTo>
                    <a:pt x="345" y="142"/>
                  </a:lnTo>
                  <a:lnTo>
                    <a:pt x="345" y="142"/>
                  </a:lnTo>
                  <a:lnTo>
                    <a:pt x="345" y="145"/>
                  </a:lnTo>
                  <a:lnTo>
                    <a:pt x="348" y="145"/>
                  </a:lnTo>
                  <a:lnTo>
                    <a:pt x="348" y="145"/>
                  </a:lnTo>
                  <a:lnTo>
                    <a:pt x="348" y="145"/>
                  </a:lnTo>
                  <a:lnTo>
                    <a:pt x="350" y="145"/>
                  </a:lnTo>
                  <a:lnTo>
                    <a:pt x="350" y="145"/>
                  </a:lnTo>
                  <a:lnTo>
                    <a:pt x="350" y="145"/>
                  </a:lnTo>
                  <a:lnTo>
                    <a:pt x="352" y="145"/>
                  </a:lnTo>
                  <a:lnTo>
                    <a:pt x="352" y="145"/>
                  </a:lnTo>
                  <a:lnTo>
                    <a:pt x="352" y="145"/>
                  </a:lnTo>
                  <a:lnTo>
                    <a:pt x="352" y="145"/>
                  </a:lnTo>
                  <a:lnTo>
                    <a:pt x="355" y="145"/>
                  </a:lnTo>
                  <a:lnTo>
                    <a:pt x="355" y="145"/>
                  </a:lnTo>
                  <a:lnTo>
                    <a:pt x="355" y="147"/>
                  </a:lnTo>
                  <a:lnTo>
                    <a:pt x="355" y="147"/>
                  </a:lnTo>
                  <a:lnTo>
                    <a:pt x="355" y="147"/>
                  </a:lnTo>
                  <a:lnTo>
                    <a:pt x="355" y="147"/>
                  </a:lnTo>
                  <a:lnTo>
                    <a:pt x="357" y="147"/>
                  </a:lnTo>
                  <a:lnTo>
                    <a:pt x="357" y="147"/>
                  </a:lnTo>
                  <a:lnTo>
                    <a:pt x="357" y="147"/>
                  </a:lnTo>
                  <a:lnTo>
                    <a:pt x="357" y="150"/>
                  </a:lnTo>
                  <a:lnTo>
                    <a:pt x="359" y="150"/>
                  </a:lnTo>
                  <a:lnTo>
                    <a:pt x="359" y="150"/>
                  </a:lnTo>
                  <a:lnTo>
                    <a:pt x="359" y="150"/>
                  </a:lnTo>
                  <a:lnTo>
                    <a:pt x="359" y="152"/>
                  </a:lnTo>
                  <a:lnTo>
                    <a:pt x="362" y="152"/>
                  </a:lnTo>
                  <a:lnTo>
                    <a:pt x="362" y="152"/>
                  </a:lnTo>
                  <a:lnTo>
                    <a:pt x="362" y="152"/>
                  </a:lnTo>
                  <a:lnTo>
                    <a:pt x="362" y="154"/>
                  </a:lnTo>
                  <a:lnTo>
                    <a:pt x="362" y="154"/>
                  </a:lnTo>
                  <a:lnTo>
                    <a:pt x="362" y="154"/>
                  </a:lnTo>
                  <a:lnTo>
                    <a:pt x="362" y="157"/>
                  </a:lnTo>
                  <a:lnTo>
                    <a:pt x="364" y="157"/>
                  </a:lnTo>
                  <a:lnTo>
                    <a:pt x="364" y="157"/>
                  </a:lnTo>
                  <a:lnTo>
                    <a:pt x="364" y="157"/>
                  </a:lnTo>
                  <a:lnTo>
                    <a:pt x="364" y="159"/>
                  </a:lnTo>
                  <a:lnTo>
                    <a:pt x="364" y="159"/>
                  </a:lnTo>
                  <a:lnTo>
                    <a:pt x="364" y="159"/>
                  </a:lnTo>
                  <a:lnTo>
                    <a:pt x="364" y="161"/>
                  </a:lnTo>
                  <a:lnTo>
                    <a:pt x="364" y="161"/>
                  </a:lnTo>
                  <a:lnTo>
                    <a:pt x="364" y="161"/>
                  </a:lnTo>
                  <a:lnTo>
                    <a:pt x="367" y="161"/>
                  </a:lnTo>
                  <a:lnTo>
                    <a:pt x="367" y="164"/>
                  </a:lnTo>
                  <a:lnTo>
                    <a:pt x="367" y="164"/>
                  </a:lnTo>
                  <a:lnTo>
                    <a:pt x="367" y="164"/>
                  </a:lnTo>
                  <a:lnTo>
                    <a:pt x="369" y="164"/>
                  </a:lnTo>
                  <a:lnTo>
                    <a:pt x="369" y="166"/>
                  </a:lnTo>
                  <a:lnTo>
                    <a:pt x="369" y="166"/>
                  </a:lnTo>
                  <a:lnTo>
                    <a:pt x="369" y="166"/>
                  </a:lnTo>
                  <a:lnTo>
                    <a:pt x="369" y="166"/>
                  </a:lnTo>
                  <a:lnTo>
                    <a:pt x="371" y="166"/>
                  </a:lnTo>
                  <a:lnTo>
                    <a:pt x="371" y="166"/>
                  </a:lnTo>
                  <a:lnTo>
                    <a:pt x="371" y="168"/>
                  </a:lnTo>
                  <a:lnTo>
                    <a:pt x="371" y="168"/>
                  </a:lnTo>
                  <a:lnTo>
                    <a:pt x="371" y="168"/>
                  </a:lnTo>
                  <a:lnTo>
                    <a:pt x="374" y="168"/>
                  </a:lnTo>
                  <a:lnTo>
                    <a:pt x="374" y="168"/>
                  </a:lnTo>
                  <a:lnTo>
                    <a:pt x="374" y="171"/>
                  </a:lnTo>
                  <a:lnTo>
                    <a:pt x="374" y="171"/>
                  </a:lnTo>
                  <a:lnTo>
                    <a:pt x="374" y="171"/>
                  </a:lnTo>
                  <a:lnTo>
                    <a:pt x="374" y="173"/>
                  </a:lnTo>
                  <a:lnTo>
                    <a:pt x="376" y="173"/>
                  </a:lnTo>
                  <a:lnTo>
                    <a:pt x="376" y="173"/>
                  </a:lnTo>
                  <a:lnTo>
                    <a:pt x="376" y="176"/>
                  </a:lnTo>
                  <a:lnTo>
                    <a:pt x="376" y="176"/>
                  </a:lnTo>
                  <a:lnTo>
                    <a:pt x="376" y="178"/>
                  </a:lnTo>
                  <a:lnTo>
                    <a:pt x="376" y="178"/>
                  </a:lnTo>
                  <a:lnTo>
                    <a:pt x="376" y="178"/>
                  </a:lnTo>
                  <a:lnTo>
                    <a:pt x="376" y="178"/>
                  </a:lnTo>
                  <a:lnTo>
                    <a:pt x="376" y="178"/>
                  </a:lnTo>
                  <a:lnTo>
                    <a:pt x="376" y="180"/>
                  </a:lnTo>
                  <a:lnTo>
                    <a:pt x="374" y="180"/>
                  </a:lnTo>
                  <a:lnTo>
                    <a:pt x="374" y="180"/>
                  </a:lnTo>
                  <a:lnTo>
                    <a:pt x="374" y="183"/>
                  </a:lnTo>
                  <a:lnTo>
                    <a:pt x="374" y="183"/>
                  </a:lnTo>
                  <a:lnTo>
                    <a:pt x="374" y="183"/>
                  </a:lnTo>
                  <a:lnTo>
                    <a:pt x="371" y="183"/>
                  </a:lnTo>
                  <a:lnTo>
                    <a:pt x="371" y="185"/>
                  </a:lnTo>
                  <a:lnTo>
                    <a:pt x="371" y="185"/>
                  </a:lnTo>
                  <a:lnTo>
                    <a:pt x="374" y="185"/>
                  </a:lnTo>
                  <a:lnTo>
                    <a:pt x="374" y="187"/>
                  </a:lnTo>
                  <a:lnTo>
                    <a:pt x="374" y="187"/>
                  </a:lnTo>
                  <a:lnTo>
                    <a:pt x="374" y="187"/>
                  </a:lnTo>
                  <a:lnTo>
                    <a:pt x="374" y="187"/>
                  </a:lnTo>
                  <a:lnTo>
                    <a:pt x="374" y="190"/>
                  </a:lnTo>
                  <a:lnTo>
                    <a:pt x="374" y="190"/>
                  </a:lnTo>
                  <a:lnTo>
                    <a:pt x="374" y="192"/>
                  </a:lnTo>
                  <a:lnTo>
                    <a:pt x="374" y="192"/>
                  </a:lnTo>
                  <a:lnTo>
                    <a:pt x="374" y="192"/>
                  </a:lnTo>
                  <a:lnTo>
                    <a:pt x="371" y="192"/>
                  </a:lnTo>
                  <a:lnTo>
                    <a:pt x="371" y="195"/>
                  </a:lnTo>
                  <a:lnTo>
                    <a:pt x="371" y="195"/>
                  </a:lnTo>
                  <a:lnTo>
                    <a:pt x="371" y="195"/>
                  </a:lnTo>
                  <a:lnTo>
                    <a:pt x="371" y="195"/>
                  </a:lnTo>
                  <a:lnTo>
                    <a:pt x="371" y="197"/>
                  </a:lnTo>
                  <a:lnTo>
                    <a:pt x="369" y="197"/>
                  </a:lnTo>
                  <a:lnTo>
                    <a:pt x="369" y="197"/>
                  </a:lnTo>
                  <a:lnTo>
                    <a:pt x="369" y="197"/>
                  </a:lnTo>
                  <a:lnTo>
                    <a:pt x="369" y="197"/>
                  </a:lnTo>
                  <a:lnTo>
                    <a:pt x="369" y="197"/>
                  </a:lnTo>
                  <a:lnTo>
                    <a:pt x="369" y="199"/>
                  </a:lnTo>
                  <a:lnTo>
                    <a:pt x="369" y="199"/>
                  </a:lnTo>
                  <a:lnTo>
                    <a:pt x="369" y="202"/>
                  </a:lnTo>
                  <a:lnTo>
                    <a:pt x="369" y="202"/>
                  </a:lnTo>
                  <a:lnTo>
                    <a:pt x="367" y="202"/>
                  </a:lnTo>
                  <a:lnTo>
                    <a:pt x="367" y="204"/>
                  </a:lnTo>
                  <a:lnTo>
                    <a:pt x="367" y="204"/>
                  </a:lnTo>
                  <a:lnTo>
                    <a:pt x="369" y="204"/>
                  </a:lnTo>
                  <a:lnTo>
                    <a:pt x="369" y="206"/>
                  </a:lnTo>
                  <a:lnTo>
                    <a:pt x="369" y="206"/>
                  </a:lnTo>
                  <a:lnTo>
                    <a:pt x="369" y="206"/>
                  </a:lnTo>
                  <a:lnTo>
                    <a:pt x="369" y="206"/>
                  </a:lnTo>
                  <a:lnTo>
                    <a:pt x="369" y="206"/>
                  </a:lnTo>
                  <a:lnTo>
                    <a:pt x="369" y="209"/>
                  </a:lnTo>
                  <a:lnTo>
                    <a:pt x="369" y="209"/>
                  </a:lnTo>
                  <a:lnTo>
                    <a:pt x="371" y="209"/>
                  </a:lnTo>
                  <a:lnTo>
                    <a:pt x="371" y="209"/>
                  </a:lnTo>
                  <a:lnTo>
                    <a:pt x="371" y="211"/>
                  </a:lnTo>
                  <a:lnTo>
                    <a:pt x="371" y="211"/>
                  </a:lnTo>
                  <a:lnTo>
                    <a:pt x="371" y="211"/>
                  </a:lnTo>
                  <a:lnTo>
                    <a:pt x="371" y="214"/>
                  </a:lnTo>
                  <a:lnTo>
                    <a:pt x="374" y="214"/>
                  </a:lnTo>
                  <a:lnTo>
                    <a:pt x="374" y="211"/>
                  </a:lnTo>
                  <a:lnTo>
                    <a:pt x="374" y="211"/>
                  </a:lnTo>
                  <a:lnTo>
                    <a:pt x="376" y="211"/>
                  </a:lnTo>
                  <a:lnTo>
                    <a:pt x="376" y="211"/>
                  </a:lnTo>
                  <a:lnTo>
                    <a:pt x="376" y="211"/>
                  </a:lnTo>
                  <a:lnTo>
                    <a:pt x="378" y="211"/>
                  </a:lnTo>
                  <a:lnTo>
                    <a:pt x="378" y="214"/>
                  </a:lnTo>
                  <a:lnTo>
                    <a:pt x="378" y="214"/>
                  </a:lnTo>
                  <a:lnTo>
                    <a:pt x="378" y="214"/>
                  </a:lnTo>
                  <a:lnTo>
                    <a:pt x="378" y="214"/>
                  </a:lnTo>
                  <a:lnTo>
                    <a:pt x="381" y="214"/>
                  </a:lnTo>
                  <a:lnTo>
                    <a:pt x="381" y="214"/>
                  </a:lnTo>
                  <a:lnTo>
                    <a:pt x="383" y="214"/>
                  </a:lnTo>
                  <a:lnTo>
                    <a:pt x="383" y="214"/>
                  </a:lnTo>
                  <a:lnTo>
                    <a:pt x="383" y="214"/>
                  </a:lnTo>
                  <a:lnTo>
                    <a:pt x="386" y="214"/>
                  </a:lnTo>
                  <a:lnTo>
                    <a:pt x="386" y="216"/>
                  </a:lnTo>
                  <a:lnTo>
                    <a:pt x="386" y="216"/>
                  </a:lnTo>
                  <a:lnTo>
                    <a:pt x="386" y="216"/>
                  </a:lnTo>
                  <a:lnTo>
                    <a:pt x="386" y="216"/>
                  </a:lnTo>
                  <a:lnTo>
                    <a:pt x="388" y="216"/>
                  </a:lnTo>
                  <a:lnTo>
                    <a:pt x="388" y="216"/>
                  </a:lnTo>
                  <a:lnTo>
                    <a:pt x="390" y="216"/>
                  </a:lnTo>
                  <a:lnTo>
                    <a:pt x="390" y="216"/>
                  </a:lnTo>
                  <a:lnTo>
                    <a:pt x="390" y="216"/>
                  </a:lnTo>
                  <a:lnTo>
                    <a:pt x="390" y="216"/>
                  </a:lnTo>
                  <a:lnTo>
                    <a:pt x="393" y="216"/>
                  </a:lnTo>
                  <a:lnTo>
                    <a:pt x="393" y="216"/>
                  </a:lnTo>
                  <a:lnTo>
                    <a:pt x="395" y="216"/>
                  </a:lnTo>
                  <a:lnTo>
                    <a:pt x="395" y="216"/>
                  </a:lnTo>
                  <a:lnTo>
                    <a:pt x="395" y="216"/>
                  </a:lnTo>
                  <a:lnTo>
                    <a:pt x="397" y="216"/>
                  </a:lnTo>
                  <a:lnTo>
                    <a:pt x="397" y="216"/>
                  </a:lnTo>
                  <a:lnTo>
                    <a:pt x="397" y="216"/>
                  </a:lnTo>
                  <a:lnTo>
                    <a:pt x="397" y="216"/>
                  </a:lnTo>
                  <a:lnTo>
                    <a:pt x="400" y="216"/>
                  </a:lnTo>
                  <a:lnTo>
                    <a:pt x="400" y="216"/>
                  </a:lnTo>
                  <a:lnTo>
                    <a:pt x="402" y="216"/>
                  </a:lnTo>
                  <a:lnTo>
                    <a:pt x="402" y="216"/>
                  </a:lnTo>
                  <a:lnTo>
                    <a:pt x="402" y="216"/>
                  </a:lnTo>
                  <a:lnTo>
                    <a:pt x="404" y="216"/>
                  </a:lnTo>
                  <a:lnTo>
                    <a:pt x="404" y="216"/>
                  </a:lnTo>
                  <a:lnTo>
                    <a:pt x="404" y="216"/>
                  </a:lnTo>
                  <a:lnTo>
                    <a:pt x="404" y="216"/>
                  </a:lnTo>
                  <a:lnTo>
                    <a:pt x="407" y="216"/>
                  </a:lnTo>
                  <a:lnTo>
                    <a:pt x="407" y="216"/>
                  </a:lnTo>
                  <a:lnTo>
                    <a:pt x="409" y="216"/>
                  </a:lnTo>
                  <a:lnTo>
                    <a:pt x="409" y="216"/>
                  </a:lnTo>
                  <a:lnTo>
                    <a:pt x="409" y="216"/>
                  </a:lnTo>
                  <a:lnTo>
                    <a:pt x="412" y="216"/>
                  </a:lnTo>
                  <a:lnTo>
                    <a:pt x="412" y="216"/>
                  </a:lnTo>
                  <a:lnTo>
                    <a:pt x="412" y="216"/>
                  </a:lnTo>
                  <a:lnTo>
                    <a:pt x="414" y="216"/>
                  </a:lnTo>
                  <a:lnTo>
                    <a:pt x="414" y="216"/>
                  </a:lnTo>
                  <a:lnTo>
                    <a:pt x="416" y="216"/>
                  </a:lnTo>
                  <a:lnTo>
                    <a:pt x="416" y="216"/>
                  </a:lnTo>
                  <a:lnTo>
                    <a:pt x="416" y="216"/>
                  </a:lnTo>
                  <a:lnTo>
                    <a:pt x="419" y="216"/>
                  </a:lnTo>
                  <a:lnTo>
                    <a:pt x="419" y="216"/>
                  </a:lnTo>
                  <a:lnTo>
                    <a:pt x="419" y="216"/>
                  </a:lnTo>
                  <a:lnTo>
                    <a:pt x="421" y="216"/>
                  </a:lnTo>
                  <a:lnTo>
                    <a:pt x="421" y="216"/>
                  </a:lnTo>
                  <a:lnTo>
                    <a:pt x="423" y="216"/>
                  </a:lnTo>
                  <a:lnTo>
                    <a:pt x="423" y="216"/>
                  </a:lnTo>
                  <a:lnTo>
                    <a:pt x="423" y="216"/>
                  </a:lnTo>
                  <a:lnTo>
                    <a:pt x="426" y="216"/>
                  </a:lnTo>
                  <a:lnTo>
                    <a:pt x="426" y="218"/>
                  </a:lnTo>
                  <a:lnTo>
                    <a:pt x="426" y="218"/>
                  </a:lnTo>
                  <a:lnTo>
                    <a:pt x="428" y="218"/>
                  </a:lnTo>
                  <a:lnTo>
                    <a:pt x="428" y="218"/>
                  </a:lnTo>
                  <a:lnTo>
                    <a:pt x="428" y="218"/>
                  </a:lnTo>
                  <a:lnTo>
                    <a:pt x="430" y="218"/>
                  </a:lnTo>
                  <a:lnTo>
                    <a:pt x="430" y="218"/>
                  </a:lnTo>
                  <a:lnTo>
                    <a:pt x="430" y="218"/>
                  </a:lnTo>
                  <a:lnTo>
                    <a:pt x="430" y="218"/>
                  </a:lnTo>
                  <a:lnTo>
                    <a:pt x="433" y="218"/>
                  </a:lnTo>
                  <a:lnTo>
                    <a:pt x="433" y="221"/>
                  </a:lnTo>
                  <a:lnTo>
                    <a:pt x="433" y="221"/>
                  </a:lnTo>
                  <a:lnTo>
                    <a:pt x="433" y="221"/>
                  </a:lnTo>
                  <a:lnTo>
                    <a:pt x="435" y="221"/>
                  </a:lnTo>
                  <a:lnTo>
                    <a:pt x="435" y="221"/>
                  </a:lnTo>
                  <a:lnTo>
                    <a:pt x="435" y="223"/>
                  </a:lnTo>
                  <a:lnTo>
                    <a:pt x="435" y="223"/>
                  </a:lnTo>
                  <a:lnTo>
                    <a:pt x="438" y="223"/>
                  </a:lnTo>
                  <a:lnTo>
                    <a:pt x="438" y="223"/>
                  </a:lnTo>
                  <a:lnTo>
                    <a:pt x="438" y="223"/>
                  </a:lnTo>
                  <a:lnTo>
                    <a:pt x="438" y="223"/>
                  </a:lnTo>
                  <a:lnTo>
                    <a:pt x="440" y="223"/>
                  </a:lnTo>
                  <a:lnTo>
                    <a:pt x="440" y="225"/>
                  </a:lnTo>
                  <a:lnTo>
                    <a:pt x="440" y="225"/>
                  </a:lnTo>
                  <a:lnTo>
                    <a:pt x="442" y="225"/>
                  </a:lnTo>
                  <a:lnTo>
                    <a:pt x="442" y="225"/>
                  </a:lnTo>
                  <a:lnTo>
                    <a:pt x="442" y="225"/>
                  </a:lnTo>
                  <a:lnTo>
                    <a:pt x="442" y="225"/>
                  </a:lnTo>
                  <a:lnTo>
                    <a:pt x="442" y="228"/>
                  </a:lnTo>
                  <a:lnTo>
                    <a:pt x="445" y="228"/>
                  </a:lnTo>
                  <a:lnTo>
                    <a:pt x="445" y="228"/>
                  </a:lnTo>
                  <a:lnTo>
                    <a:pt x="445" y="228"/>
                  </a:lnTo>
                  <a:lnTo>
                    <a:pt x="445" y="228"/>
                  </a:lnTo>
                  <a:lnTo>
                    <a:pt x="445" y="228"/>
                  </a:lnTo>
                  <a:lnTo>
                    <a:pt x="445" y="230"/>
                  </a:lnTo>
                  <a:lnTo>
                    <a:pt x="447" y="230"/>
                  </a:lnTo>
                  <a:lnTo>
                    <a:pt x="447" y="230"/>
                  </a:lnTo>
                  <a:lnTo>
                    <a:pt x="449" y="230"/>
                  </a:lnTo>
                  <a:lnTo>
                    <a:pt x="449" y="230"/>
                  </a:lnTo>
                  <a:lnTo>
                    <a:pt x="449" y="230"/>
                  </a:lnTo>
                  <a:lnTo>
                    <a:pt x="449" y="230"/>
                  </a:lnTo>
                  <a:lnTo>
                    <a:pt x="452" y="230"/>
                  </a:lnTo>
                  <a:lnTo>
                    <a:pt x="452" y="232"/>
                  </a:lnTo>
                  <a:lnTo>
                    <a:pt x="452" y="232"/>
                  </a:lnTo>
                  <a:lnTo>
                    <a:pt x="452" y="232"/>
                  </a:lnTo>
                  <a:lnTo>
                    <a:pt x="452" y="232"/>
                  </a:lnTo>
                  <a:lnTo>
                    <a:pt x="454" y="232"/>
                  </a:lnTo>
                  <a:lnTo>
                    <a:pt x="454" y="235"/>
                  </a:lnTo>
                  <a:lnTo>
                    <a:pt x="454" y="235"/>
                  </a:lnTo>
                  <a:lnTo>
                    <a:pt x="457" y="235"/>
                  </a:lnTo>
                  <a:lnTo>
                    <a:pt x="457" y="235"/>
                  </a:lnTo>
                  <a:lnTo>
                    <a:pt x="457" y="235"/>
                  </a:lnTo>
                  <a:lnTo>
                    <a:pt x="457" y="235"/>
                  </a:lnTo>
                  <a:lnTo>
                    <a:pt x="459" y="235"/>
                  </a:lnTo>
                  <a:lnTo>
                    <a:pt x="459" y="235"/>
                  </a:lnTo>
                  <a:lnTo>
                    <a:pt x="459" y="237"/>
                  </a:lnTo>
                  <a:lnTo>
                    <a:pt x="459" y="237"/>
                  </a:lnTo>
                  <a:lnTo>
                    <a:pt x="461" y="237"/>
                  </a:lnTo>
                  <a:lnTo>
                    <a:pt x="461" y="237"/>
                  </a:lnTo>
                  <a:lnTo>
                    <a:pt x="464" y="237"/>
                  </a:lnTo>
                  <a:lnTo>
                    <a:pt x="464" y="237"/>
                  </a:lnTo>
                  <a:lnTo>
                    <a:pt x="464" y="237"/>
                  </a:lnTo>
                  <a:lnTo>
                    <a:pt x="466" y="237"/>
                  </a:lnTo>
                  <a:lnTo>
                    <a:pt x="466" y="235"/>
                  </a:lnTo>
                  <a:lnTo>
                    <a:pt x="466" y="235"/>
                  </a:lnTo>
                  <a:lnTo>
                    <a:pt x="468" y="235"/>
                  </a:lnTo>
                  <a:lnTo>
                    <a:pt x="468" y="235"/>
                  </a:lnTo>
                  <a:lnTo>
                    <a:pt x="468" y="235"/>
                  </a:lnTo>
                  <a:lnTo>
                    <a:pt x="468" y="237"/>
                  </a:lnTo>
                  <a:lnTo>
                    <a:pt x="468" y="237"/>
                  </a:lnTo>
                  <a:lnTo>
                    <a:pt x="468" y="237"/>
                  </a:lnTo>
                  <a:lnTo>
                    <a:pt x="468" y="237"/>
                  </a:lnTo>
                  <a:lnTo>
                    <a:pt x="468" y="240"/>
                  </a:lnTo>
                  <a:lnTo>
                    <a:pt x="468" y="240"/>
                  </a:lnTo>
                  <a:lnTo>
                    <a:pt x="468" y="240"/>
                  </a:lnTo>
                  <a:lnTo>
                    <a:pt x="468" y="242"/>
                  </a:lnTo>
                  <a:lnTo>
                    <a:pt x="468" y="242"/>
                  </a:lnTo>
                  <a:lnTo>
                    <a:pt x="468" y="242"/>
                  </a:lnTo>
                  <a:lnTo>
                    <a:pt x="468" y="242"/>
                  </a:lnTo>
                  <a:lnTo>
                    <a:pt x="471" y="242"/>
                  </a:lnTo>
                  <a:lnTo>
                    <a:pt x="471" y="242"/>
                  </a:lnTo>
                  <a:lnTo>
                    <a:pt x="471" y="242"/>
                  </a:lnTo>
                  <a:lnTo>
                    <a:pt x="471" y="244"/>
                  </a:lnTo>
                  <a:lnTo>
                    <a:pt x="473" y="244"/>
                  </a:lnTo>
                  <a:lnTo>
                    <a:pt x="473" y="244"/>
                  </a:lnTo>
                  <a:lnTo>
                    <a:pt x="473" y="247"/>
                  </a:lnTo>
                  <a:lnTo>
                    <a:pt x="473" y="247"/>
                  </a:lnTo>
                  <a:lnTo>
                    <a:pt x="473" y="247"/>
                  </a:lnTo>
                  <a:lnTo>
                    <a:pt x="475" y="247"/>
                  </a:lnTo>
                  <a:lnTo>
                    <a:pt x="475" y="247"/>
                  </a:lnTo>
                  <a:lnTo>
                    <a:pt x="475" y="249"/>
                  </a:lnTo>
                  <a:lnTo>
                    <a:pt x="475" y="249"/>
                  </a:lnTo>
                  <a:lnTo>
                    <a:pt x="475" y="251"/>
                  </a:lnTo>
                  <a:lnTo>
                    <a:pt x="475" y="251"/>
                  </a:lnTo>
                  <a:lnTo>
                    <a:pt x="475" y="251"/>
                  </a:lnTo>
                  <a:lnTo>
                    <a:pt x="475" y="251"/>
                  </a:lnTo>
                  <a:lnTo>
                    <a:pt x="475" y="254"/>
                  </a:lnTo>
                  <a:lnTo>
                    <a:pt x="475" y="254"/>
                  </a:lnTo>
                  <a:lnTo>
                    <a:pt x="478" y="254"/>
                  </a:lnTo>
                  <a:lnTo>
                    <a:pt x="478" y="256"/>
                  </a:lnTo>
                  <a:lnTo>
                    <a:pt x="478" y="256"/>
                  </a:lnTo>
                  <a:lnTo>
                    <a:pt x="478" y="256"/>
                  </a:lnTo>
                  <a:lnTo>
                    <a:pt x="478" y="256"/>
                  </a:lnTo>
                  <a:lnTo>
                    <a:pt x="478" y="256"/>
                  </a:lnTo>
                  <a:lnTo>
                    <a:pt x="478" y="259"/>
                  </a:lnTo>
                  <a:lnTo>
                    <a:pt x="478" y="259"/>
                  </a:lnTo>
                  <a:lnTo>
                    <a:pt x="478" y="261"/>
                  </a:lnTo>
                  <a:lnTo>
                    <a:pt x="478" y="261"/>
                  </a:lnTo>
                  <a:lnTo>
                    <a:pt x="480" y="261"/>
                  </a:lnTo>
                  <a:lnTo>
                    <a:pt x="480" y="263"/>
                  </a:lnTo>
                  <a:lnTo>
                    <a:pt x="480" y="263"/>
                  </a:lnTo>
                  <a:lnTo>
                    <a:pt x="483" y="263"/>
                  </a:lnTo>
                  <a:lnTo>
                    <a:pt x="483" y="263"/>
                  </a:lnTo>
                  <a:lnTo>
                    <a:pt x="483" y="263"/>
                  </a:lnTo>
                  <a:lnTo>
                    <a:pt x="483" y="266"/>
                  </a:lnTo>
                  <a:lnTo>
                    <a:pt x="483" y="266"/>
                  </a:lnTo>
                  <a:lnTo>
                    <a:pt x="483" y="266"/>
                  </a:lnTo>
                  <a:lnTo>
                    <a:pt x="485" y="266"/>
                  </a:lnTo>
                  <a:lnTo>
                    <a:pt x="485" y="266"/>
                  </a:lnTo>
                  <a:lnTo>
                    <a:pt x="485" y="268"/>
                  </a:lnTo>
                  <a:lnTo>
                    <a:pt x="485" y="268"/>
                  </a:lnTo>
                  <a:lnTo>
                    <a:pt x="485" y="268"/>
                  </a:lnTo>
                  <a:lnTo>
                    <a:pt x="485" y="268"/>
                  </a:lnTo>
                  <a:lnTo>
                    <a:pt x="487" y="268"/>
                  </a:lnTo>
                  <a:lnTo>
                    <a:pt x="487" y="270"/>
                  </a:lnTo>
                  <a:lnTo>
                    <a:pt x="487" y="270"/>
                  </a:lnTo>
                  <a:lnTo>
                    <a:pt x="487" y="270"/>
                  </a:lnTo>
                  <a:lnTo>
                    <a:pt x="490" y="270"/>
                  </a:lnTo>
                  <a:lnTo>
                    <a:pt x="490" y="273"/>
                  </a:lnTo>
                  <a:lnTo>
                    <a:pt x="490" y="273"/>
                  </a:lnTo>
                  <a:lnTo>
                    <a:pt x="490" y="275"/>
                  </a:lnTo>
                  <a:lnTo>
                    <a:pt x="490" y="275"/>
                  </a:lnTo>
                  <a:lnTo>
                    <a:pt x="490" y="275"/>
                  </a:lnTo>
                  <a:lnTo>
                    <a:pt x="490" y="275"/>
                  </a:lnTo>
                  <a:lnTo>
                    <a:pt x="492" y="275"/>
                  </a:lnTo>
                  <a:lnTo>
                    <a:pt x="492" y="275"/>
                  </a:lnTo>
                  <a:lnTo>
                    <a:pt x="492" y="275"/>
                  </a:lnTo>
                  <a:lnTo>
                    <a:pt x="494" y="275"/>
                  </a:lnTo>
                  <a:lnTo>
                    <a:pt x="494" y="275"/>
                  </a:lnTo>
                  <a:lnTo>
                    <a:pt x="494" y="275"/>
                  </a:lnTo>
                  <a:lnTo>
                    <a:pt x="497" y="275"/>
                  </a:lnTo>
                  <a:lnTo>
                    <a:pt x="497" y="275"/>
                  </a:lnTo>
                  <a:lnTo>
                    <a:pt x="497" y="275"/>
                  </a:lnTo>
                  <a:lnTo>
                    <a:pt x="499" y="275"/>
                  </a:lnTo>
                  <a:lnTo>
                    <a:pt x="499" y="275"/>
                  </a:lnTo>
                  <a:lnTo>
                    <a:pt x="499" y="275"/>
                  </a:lnTo>
                  <a:lnTo>
                    <a:pt x="501" y="275"/>
                  </a:lnTo>
                  <a:lnTo>
                    <a:pt x="501" y="275"/>
                  </a:lnTo>
                  <a:lnTo>
                    <a:pt x="501" y="275"/>
                  </a:lnTo>
                  <a:lnTo>
                    <a:pt x="504" y="275"/>
                  </a:lnTo>
                  <a:lnTo>
                    <a:pt x="504" y="275"/>
                  </a:lnTo>
                  <a:lnTo>
                    <a:pt x="504" y="275"/>
                  </a:lnTo>
                  <a:lnTo>
                    <a:pt x="504" y="275"/>
                  </a:lnTo>
                  <a:lnTo>
                    <a:pt x="506" y="275"/>
                  </a:lnTo>
                  <a:lnTo>
                    <a:pt x="506" y="273"/>
                  </a:lnTo>
                  <a:lnTo>
                    <a:pt x="506" y="273"/>
                  </a:lnTo>
                  <a:lnTo>
                    <a:pt x="509" y="273"/>
                  </a:lnTo>
                  <a:lnTo>
                    <a:pt x="509" y="275"/>
                  </a:lnTo>
                  <a:lnTo>
                    <a:pt x="509" y="275"/>
                  </a:lnTo>
                  <a:lnTo>
                    <a:pt x="509" y="275"/>
                  </a:lnTo>
                  <a:lnTo>
                    <a:pt x="511" y="275"/>
                  </a:lnTo>
                  <a:lnTo>
                    <a:pt x="511" y="275"/>
                  </a:lnTo>
                  <a:lnTo>
                    <a:pt x="511" y="275"/>
                  </a:lnTo>
                  <a:lnTo>
                    <a:pt x="513" y="275"/>
                  </a:lnTo>
                  <a:lnTo>
                    <a:pt x="513" y="275"/>
                  </a:lnTo>
                  <a:lnTo>
                    <a:pt x="513" y="275"/>
                  </a:lnTo>
                  <a:lnTo>
                    <a:pt x="516" y="275"/>
                  </a:lnTo>
                  <a:lnTo>
                    <a:pt x="516" y="275"/>
                  </a:lnTo>
                  <a:lnTo>
                    <a:pt x="516" y="275"/>
                  </a:lnTo>
                  <a:lnTo>
                    <a:pt x="518" y="275"/>
                  </a:lnTo>
                  <a:lnTo>
                    <a:pt x="518" y="275"/>
                  </a:lnTo>
                  <a:lnTo>
                    <a:pt x="518" y="275"/>
                  </a:lnTo>
                  <a:lnTo>
                    <a:pt x="520" y="275"/>
                  </a:lnTo>
                  <a:lnTo>
                    <a:pt x="520" y="275"/>
                  </a:lnTo>
                  <a:lnTo>
                    <a:pt x="523" y="275"/>
                  </a:lnTo>
                  <a:lnTo>
                    <a:pt x="523" y="275"/>
                  </a:lnTo>
                  <a:lnTo>
                    <a:pt x="523" y="275"/>
                  </a:lnTo>
                  <a:lnTo>
                    <a:pt x="523" y="278"/>
                  </a:lnTo>
                  <a:lnTo>
                    <a:pt x="525" y="278"/>
                  </a:lnTo>
                  <a:lnTo>
                    <a:pt x="525" y="278"/>
                  </a:lnTo>
                  <a:lnTo>
                    <a:pt x="525" y="278"/>
                  </a:lnTo>
                  <a:lnTo>
                    <a:pt x="528" y="278"/>
                  </a:lnTo>
                  <a:lnTo>
                    <a:pt x="528" y="278"/>
                  </a:lnTo>
                  <a:lnTo>
                    <a:pt x="530" y="278"/>
                  </a:lnTo>
                  <a:lnTo>
                    <a:pt x="530" y="278"/>
                  </a:lnTo>
                  <a:lnTo>
                    <a:pt x="530" y="278"/>
                  </a:lnTo>
                  <a:lnTo>
                    <a:pt x="530" y="278"/>
                  </a:lnTo>
                  <a:lnTo>
                    <a:pt x="532" y="278"/>
                  </a:lnTo>
                  <a:lnTo>
                    <a:pt x="532" y="278"/>
                  </a:lnTo>
                  <a:lnTo>
                    <a:pt x="532" y="278"/>
                  </a:lnTo>
                  <a:lnTo>
                    <a:pt x="535" y="278"/>
                  </a:lnTo>
                  <a:lnTo>
                    <a:pt x="535" y="278"/>
                  </a:lnTo>
                  <a:lnTo>
                    <a:pt x="537" y="278"/>
                  </a:lnTo>
                  <a:lnTo>
                    <a:pt x="537" y="278"/>
                  </a:lnTo>
                  <a:lnTo>
                    <a:pt x="537" y="278"/>
                  </a:lnTo>
                  <a:lnTo>
                    <a:pt x="539" y="278"/>
                  </a:lnTo>
                  <a:lnTo>
                    <a:pt x="539" y="278"/>
                  </a:lnTo>
                  <a:lnTo>
                    <a:pt x="542" y="278"/>
                  </a:lnTo>
                  <a:lnTo>
                    <a:pt x="542" y="278"/>
                  </a:lnTo>
                  <a:lnTo>
                    <a:pt x="542" y="278"/>
                  </a:lnTo>
                  <a:lnTo>
                    <a:pt x="544" y="278"/>
                  </a:lnTo>
                  <a:lnTo>
                    <a:pt x="544" y="278"/>
                  </a:lnTo>
                  <a:lnTo>
                    <a:pt x="544" y="278"/>
                  </a:lnTo>
                  <a:lnTo>
                    <a:pt x="546" y="278"/>
                  </a:lnTo>
                  <a:lnTo>
                    <a:pt x="546" y="278"/>
                  </a:lnTo>
                  <a:lnTo>
                    <a:pt x="546" y="278"/>
                  </a:lnTo>
                  <a:lnTo>
                    <a:pt x="549" y="278"/>
                  </a:lnTo>
                  <a:lnTo>
                    <a:pt x="549" y="278"/>
                  </a:lnTo>
                  <a:lnTo>
                    <a:pt x="549" y="278"/>
                  </a:lnTo>
                  <a:lnTo>
                    <a:pt x="551" y="278"/>
                  </a:lnTo>
                  <a:lnTo>
                    <a:pt x="551" y="278"/>
                  </a:lnTo>
                  <a:lnTo>
                    <a:pt x="551" y="278"/>
                  </a:lnTo>
                  <a:lnTo>
                    <a:pt x="554" y="278"/>
                  </a:lnTo>
                  <a:lnTo>
                    <a:pt x="554" y="278"/>
                  </a:lnTo>
                  <a:lnTo>
                    <a:pt x="556" y="278"/>
                  </a:lnTo>
                  <a:lnTo>
                    <a:pt x="556" y="278"/>
                  </a:lnTo>
                  <a:lnTo>
                    <a:pt x="556" y="278"/>
                  </a:lnTo>
                  <a:lnTo>
                    <a:pt x="558" y="278"/>
                  </a:lnTo>
                  <a:lnTo>
                    <a:pt x="558" y="278"/>
                  </a:lnTo>
                  <a:lnTo>
                    <a:pt x="558" y="278"/>
                  </a:lnTo>
                  <a:lnTo>
                    <a:pt x="561" y="278"/>
                  </a:lnTo>
                  <a:lnTo>
                    <a:pt x="561" y="278"/>
                  </a:lnTo>
                  <a:lnTo>
                    <a:pt x="561" y="278"/>
                  </a:lnTo>
                  <a:lnTo>
                    <a:pt x="563" y="278"/>
                  </a:lnTo>
                  <a:lnTo>
                    <a:pt x="563" y="278"/>
                  </a:lnTo>
                  <a:lnTo>
                    <a:pt x="563" y="278"/>
                  </a:lnTo>
                  <a:lnTo>
                    <a:pt x="565" y="278"/>
                  </a:lnTo>
                  <a:lnTo>
                    <a:pt x="565" y="278"/>
                  </a:lnTo>
                  <a:lnTo>
                    <a:pt x="565" y="278"/>
                  </a:lnTo>
                  <a:lnTo>
                    <a:pt x="568" y="278"/>
                  </a:lnTo>
                  <a:lnTo>
                    <a:pt x="568" y="278"/>
                  </a:lnTo>
                  <a:lnTo>
                    <a:pt x="568" y="278"/>
                  </a:lnTo>
                  <a:lnTo>
                    <a:pt x="568" y="278"/>
                  </a:lnTo>
                  <a:lnTo>
                    <a:pt x="570" y="278"/>
                  </a:lnTo>
                  <a:lnTo>
                    <a:pt x="570" y="278"/>
                  </a:lnTo>
                  <a:lnTo>
                    <a:pt x="570" y="278"/>
                  </a:lnTo>
                  <a:lnTo>
                    <a:pt x="572" y="278"/>
                  </a:lnTo>
                  <a:lnTo>
                    <a:pt x="572" y="278"/>
                  </a:lnTo>
                  <a:lnTo>
                    <a:pt x="575" y="278"/>
                  </a:lnTo>
                  <a:lnTo>
                    <a:pt x="575" y="278"/>
                  </a:lnTo>
                  <a:lnTo>
                    <a:pt x="575" y="278"/>
                  </a:lnTo>
                  <a:lnTo>
                    <a:pt x="575" y="278"/>
                  </a:lnTo>
                  <a:lnTo>
                    <a:pt x="577" y="278"/>
                  </a:lnTo>
                  <a:lnTo>
                    <a:pt x="577" y="278"/>
                  </a:lnTo>
                  <a:lnTo>
                    <a:pt x="577" y="278"/>
                  </a:lnTo>
                  <a:lnTo>
                    <a:pt x="580" y="278"/>
                  </a:lnTo>
                  <a:lnTo>
                    <a:pt x="580" y="278"/>
                  </a:lnTo>
                  <a:lnTo>
                    <a:pt x="582" y="278"/>
                  </a:lnTo>
                  <a:lnTo>
                    <a:pt x="582" y="278"/>
                  </a:lnTo>
                  <a:lnTo>
                    <a:pt x="582" y="278"/>
                  </a:lnTo>
                  <a:lnTo>
                    <a:pt x="584" y="278"/>
                  </a:lnTo>
                  <a:lnTo>
                    <a:pt x="584" y="278"/>
                  </a:lnTo>
                  <a:lnTo>
                    <a:pt x="584" y="278"/>
                  </a:lnTo>
                  <a:lnTo>
                    <a:pt x="587" y="278"/>
                  </a:lnTo>
                  <a:lnTo>
                    <a:pt x="587" y="278"/>
                  </a:lnTo>
                  <a:lnTo>
                    <a:pt x="587" y="278"/>
                  </a:lnTo>
                  <a:lnTo>
                    <a:pt x="589" y="278"/>
                  </a:lnTo>
                  <a:lnTo>
                    <a:pt x="589" y="278"/>
                  </a:lnTo>
                  <a:lnTo>
                    <a:pt x="589" y="278"/>
                  </a:lnTo>
                  <a:lnTo>
                    <a:pt x="591" y="278"/>
                  </a:lnTo>
                  <a:lnTo>
                    <a:pt x="591" y="278"/>
                  </a:lnTo>
                  <a:lnTo>
                    <a:pt x="591" y="278"/>
                  </a:lnTo>
                  <a:lnTo>
                    <a:pt x="591" y="278"/>
                  </a:lnTo>
                  <a:lnTo>
                    <a:pt x="594" y="278"/>
                  </a:lnTo>
                  <a:lnTo>
                    <a:pt x="594" y="278"/>
                  </a:lnTo>
                  <a:lnTo>
                    <a:pt x="596" y="278"/>
                  </a:lnTo>
                  <a:lnTo>
                    <a:pt x="596" y="278"/>
                  </a:lnTo>
                  <a:lnTo>
                    <a:pt x="596" y="280"/>
                  </a:lnTo>
                  <a:lnTo>
                    <a:pt x="596" y="280"/>
                  </a:lnTo>
                  <a:lnTo>
                    <a:pt x="599" y="280"/>
                  </a:lnTo>
                  <a:lnTo>
                    <a:pt x="599" y="280"/>
                  </a:lnTo>
                  <a:lnTo>
                    <a:pt x="599" y="280"/>
                  </a:lnTo>
                  <a:lnTo>
                    <a:pt x="601" y="280"/>
                  </a:lnTo>
                  <a:lnTo>
                    <a:pt x="601" y="280"/>
                  </a:lnTo>
                  <a:lnTo>
                    <a:pt x="601" y="280"/>
                  </a:lnTo>
                  <a:lnTo>
                    <a:pt x="603" y="280"/>
                  </a:lnTo>
                  <a:lnTo>
                    <a:pt x="603" y="280"/>
                  </a:lnTo>
                  <a:lnTo>
                    <a:pt x="603" y="280"/>
                  </a:lnTo>
                  <a:lnTo>
                    <a:pt x="606" y="280"/>
                  </a:lnTo>
                  <a:lnTo>
                    <a:pt x="606" y="280"/>
                  </a:lnTo>
                  <a:lnTo>
                    <a:pt x="606" y="282"/>
                  </a:lnTo>
                  <a:lnTo>
                    <a:pt x="608" y="282"/>
                  </a:lnTo>
                  <a:lnTo>
                    <a:pt x="608" y="282"/>
                  </a:lnTo>
                  <a:lnTo>
                    <a:pt x="608" y="282"/>
                  </a:lnTo>
                  <a:lnTo>
                    <a:pt x="608" y="285"/>
                  </a:lnTo>
                  <a:lnTo>
                    <a:pt x="608" y="285"/>
                  </a:lnTo>
                  <a:lnTo>
                    <a:pt x="608" y="285"/>
                  </a:lnTo>
                  <a:lnTo>
                    <a:pt x="610" y="285"/>
                  </a:lnTo>
                  <a:lnTo>
                    <a:pt x="610" y="287"/>
                  </a:lnTo>
                  <a:lnTo>
                    <a:pt x="610" y="287"/>
                  </a:lnTo>
                  <a:lnTo>
                    <a:pt x="610" y="287"/>
                  </a:lnTo>
                  <a:lnTo>
                    <a:pt x="610" y="287"/>
                  </a:lnTo>
                  <a:lnTo>
                    <a:pt x="610" y="287"/>
                  </a:lnTo>
                  <a:lnTo>
                    <a:pt x="613" y="287"/>
                  </a:lnTo>
                  <a:lnTo>
                    <a:pt x="613" y="287"/>
                  </a:lnTo>
                  <a:lnTo>
                    <a:pt x="615" y="287"/>
                  </a:lnTo>
                  <a:lnTo>
                    <a:pt x="615" y="287"/>
                  </a:lnTo>
                  <a:lnTo>
                    <a:pt x="615" y="289"/>
                  </a:lnTo>
                  <a:lnTo>
                    <a:pt x="615" y="289"/>
                  </a:lnTo>
                  <a:lnTo>
                    <a:pt x="617" y="289"/>
                  </a:lnTo>
                  <a:lnTo>
                    <a:pt x="617" y="289"/>
                  </a:lnTo>
                  <a:lnTo>
                    <a:pt x="617" y="289"/>
                  </a:lnTo>
                  <a:lnTo>
                    <a:pt x="617" y="289"/>
                  </a:lnTo>
                  <a:lnTo>
                    <a:pt x="620" y="289"/>
                  </a:lnTo>
                  <a:lnTo>
                    <a:pt x="620" y="289"/>
                  </a:lnTo>
                  <a:lnTo>
                    <a:pt x="622" y="289"/>
                  </a:lnTo>
                  <a:lnTo>
                    <a:pt x="622" y="289"/>
                  </a:lnTo>
                  <a:lnTo>
                    <a:pt x="622" y="289"/>
                  </a:lnTo>
                  <a:lnTo>
                    <a:pt x="625" y="289"/>
                  </a:lnTo>
                  <a:lnTo>
                    <a:pt x="625" y="289"/>
                  </a:lnTo>
                  <a:lnTo>
                    <a:pt x="625" y="289"/>
                  </a:lnTo>
                  <a:lnTo>
                    <a:pt x="627" y="289"/>
                  </a:lnTo>
                  <a:lnTo>
                    <a:pt x="627" y="289"/>
                  </a:lnTo>
                  <a:lnTo>
                    <a:pt x="627" y="292"/>
                  </a:lnTo>
                  <a:lnTo>
                    <a:pt x="629" y="292"/>
                  </a:lnTo>
                  <a:lnTo>
                    <a:pt x="629" y="292"/>
                  </a:lnTo>
                  <a:lnTo>
                    <a:pt x="629" y="292"/>
                  </a:lnTo>
                  <a:lnTo>
                    <a:pt x="629" y="292"/>
                  </a:lnTo>
                  <a:lnTo>
                    <a:pt x="632" y="292"/>
                  </a:lnTo>
                  <a:lnTo>
                    <a:pt x="632" y="292"/>
                  </a:lnTo>
                  <a:lnTo>
                    <a:pt x="632" y="294"/>
                  </a:lnTo>
                  <a:lnTo>
                    <a:pt x="632" y="294"/>
                  </a:lnTo>
                  <a:lnTo>
                    <a:pt x="634" y="294"/>
                  </a:lnTo>
                  <a:lnTo>
                    <a:pt x="634" y="294"/>
                  </a:lnTo>
                  <a:lnTo>
                    <a:pt x="634" y="294"/>
                  </a:lnTo>
                  <a:lnTo>
                    <a:pt x="636" y="294"/>
                  </a:lnTo>
                  <a:lnTo>
                    <a:pt x="636" y="294"/>
                  </a:lnTo>
                  <a:lnTo>
                    <a:pt x="636" y="294"/>
                  </a:lnTo>
                  <a:lnTo>
                    <a:pt x="636" y="296"/>
                  </a:lnTo>
                  <a:lnTo>
                    <a:pt x="639" y="296"/>
                  </a:lnTo>
                  <a:lnTo>
                    <a:pt x="639" y="296"/>
                  </a:lnTo>
                  <a:lnTo>
                    <a:pt x="639" y="296"/>
                  </a:lnTo>
                  <a:lnTo>
                    <a:pt x="639" y="296"/>
                  </a:lnTo>
                  <a:lnTo>
                    <a:pt x="641" y="296"/>
                  </a:lnTo>
                  <a:lnTo>
                    <a:pt x="641" y="296"/>
                  </a:lnTo>
                  <a:lnTo>
                    <a:pt x="644" y="296"/>
                  </a:lnTo>
                  <a:lnTo>
                    <a:pt x="644" y="296"/>
                  </a:lnTo>
                  <a:lnTo>
                    <a:pt x="644" y="296"/>
                  </a:lnTo>
                  <a:lnTo>
                    <a:pt x="646" y="296"/>
                  </a:lnTo>
                  <a:lnTo>
                    <a:pt x="646" y="296"/>
                  </a:lnTo>
                  <a:lnTo>
                    <a:pt x="646" y="296"/>
                  </a:lnTo>
                  <a:lnTo>
                    <a:pt x="648" y="296"/>
                  </a:lnTo>
                  <a:lnTo>
                    <a:pt x="648" y="296"/>
                  </a:lnTo>
                  <a:lnTo>
                    <a:pt x="648" y="296"/>
                  </a:lnTo>
                  <a:lnTo>
                    <a:pt x="651" y="296"/>
                  </a:lnTo>
                  <a:lnTo>
                    <a:pt x="651" y="299"/>
                  </a:lnTo>
                  <a:lnTo>
                    <a:pt x="651" y="299"/>
                  </a:lnTo>
                  <a:lnTo>
                    <a:pt x="651" y="299"/>
                  </a:lnTo>
                  <a:lnTo>
                    <a:pt x="653" y="299"/>
                  </a:lnTo>
                  <a:lnTo>
                    <a:pt x="653" y="299"/>
                  </a:lnTo>
                  <a:lnTo>
                    <a:pt x="655" y="299"/>
                  </a:lnTo>
                  <a:lnTo>
                    <a:pt x="655" y="296"/>
                  </a:lnTo>
                  <a:lnTo>
                    <a:pt x="655" y="296"/>
                  </a:lnTo>
                  <a:lnTo>
                    <a:pt x="655" y="296"/>
                  </a:lnTo>
                  <a:lnTo>
                    <a:pt x="658" y="296"/>
                  </a:lnTo>
                  <a:lnTo>
                    <a:pt x="658" y="296"/>
                  </a:lnTo>
                  <a:lnTo>
                    <a:pt x="658" y="296"/>
                  </a:lnTo>
                  <a:lnTo>
                    <a:pt x="660" y="296"/>
                  </a:lnTo>
                  <a:lnTo>
                    <a:pt x="660" y="296"/>
                  </a:lnTo>
                  <a:lnTo>
                    <a:pt x="660" y="296"/>
                  </a:lnTo>
                  <a:lnTo>
                    <a:pt x="662" y="296"/>
                  </a:lnTo>
                  <a:lnTo>
                    <a:pt x="662" y="296"/>
                  </a:lnTo>
                  <a:lnTo>
                    <a:pt x="662" y="296"/>
                  </a:lnTo>
                  <a:lnTo>
                    <a:pt x="665" y="296"/>
                  </a:lnTo>
                  <a:lnTo>
                    <a:pt x="665" y="296"/>
                  </a:lnTo>
                  <a:lnTo>
                    <a:pt x="665" y="296"/>
                  </a:lnTo>
                  <a:lnTo>
                    <a:pt x="665" y="299"/>
                  </a:lnTo>
                  <a:lnTo>
                    <a:pt x="665" y="299"/>
                  </a:lnTo>
                  <a:lnTo>
                    <a:pt x="665" y="301"/>
                  </a:lnTo>
                  <a:lnTo>
                    <a:pt x="665" y="301"/>
                  </a:lnTo>
                  <a:lnTo>
                    <a:pt x="665" y="301"/>
                  </a:lnTo>
                  <a:lnTo>
                    <a:pt x="667" y="301"/>
                  </a:lnTo>
                  <a:lnTo>
                    <a:pt x="667" y="301"/>
                  </a:lnTo>
                  <a:lnTo>
                    <a:pt x="670" y="301"/>
                  </a:lnTo>
                  <a:lnTo>
                    <a:pt x="670" y="304"/>
                  </a:lnTo>
                  <a:lnTo>
                    <a:pt x="670" y="304"/>
                  </a:lnTo>
                  <a:lnTo>
                    <a:pt x="670" y="304"/>
                  </a:lnTo>
                  <a:lnTo>
                    <a:pt x="672" y="304"/>
                  </a:lnTo>
                  <a:lnTo>
                    <a:pt x="672" y="304"/>
                  </a:lnTo>
                  <a:lnTo>
                    <a:pt x="672" y="304"/>
                  </a:lnTo>
                  <a:lnTo>
                    <a:pt x="674" y="304"/>
                  </a:lnTo>
                  <a:lnTo>
                    <a:pt x="674" y="304"/>
                  </a:lnTo>
                  <a:lnTo>
                    <a:pt x="674" y="304"/>
                  </a:lnTo>
                  <a:lnTo>
                    <a:pt x="677" y="304"/>
                  </a:lnTo>
                  <a:lnTo>
                    <a:pt x="677" y="304"/>
                  </a:lnTo>
                  <a:lnTo>
                    <a:pt x="677" y="304"/>
                  </a:lnTo>
                  <a:lnTo>
                    <a:pt x="677" y="304"/>
                  </a:lnTo>
                  <a:lnTo>
                    <a:pt x="677" y="301"/>
                  </a:lnTo>
                  <a:lnTo>
                    <a:pt x="679" y="301"/>
                  </a:lnTo>
                  <a:lnTo>
                    <a:pt x="679" y="301"/>
                  </a:lnTo>
                  <a:lnTo>
                    <a:pt x="679" y="301"/>
                  </a:lnTo>
                  <a:lnTo>
                    <a:pt x="681" y="301"/>
                  </a:lnTo>
                  <a:lnTo>
                    <a:pt x="681" y="299"/>
                  </a:lnTo>
                  <a:lnTo>
                    <a:pt x="681" y="299"/>
                  </a:lnTo>
                  <a:lnTo>
                    <a:pt x="681" y="299"/>
                  </a:lnTo>
                  <a:lnTo>
                    <a:pt x="684" y="299"/>
                  </a:lnTo>
                  <a:lnTo>
                    <a:pt x="684" y="299"/>
                  </a:lnTo>
                  <a:lnTo>
                    <a:pt x="684" y="299"/>
                  </a:lnTo>
                  <a:lnTo>
                    <a:pt x="684" y="299"/>
                  </a:lnTo>
                  <a:lnTo>
                    <a:pt x="684" y="296"/>
                  </a:lnTo>
                  <a:lnTo>
                    <a:pt x="686" y="296"/>
                  </a:lnTo>
                  <a:lnTo>
                    <a:pt x="686" y="296"/>
                  </a:lnTo>
                  <a:lnTo>
                    <a:pt x="686" y="296"/>
                  </a:lnTo>
                  <a:lnTo>
                    <a:pt x="688" y="296"/>
                  </a:lnTo>
                  <a:lnTo>
                    <a:pt x="688" y="296"/>
                  </a:lnTo>
                  <a:lnTo>
                    <a:pt x="688" y="296"/>
                  </a:lnTo>
                  <a:lnTo>
                    <a:pt x="688" y="296"/>
                  </a:lnTo>
                  <a:lnTo>
                    <a:pt x="691" y="296"/>
                  </a:lnTo>
                  <a:lnTo>
                    <a:pt x="691" y="296"/>
                  </a:lnTo>
                  <a:lnTo>
                    <a:pt x="691" y="294"/>
                  </a:lnTo>
                  <a:lnTo>
                    <a:pt x="691" y="294"/>
                  </a:lnTo>
                  <a:lnTo>
                    <a:pt x="693" y="294"/>
                  </a:lnTo>
                  <a:lnTo>
                    <a:pt x="693" y="294"/>
                  </a:lnTo>
                  <a:lnTo>
                    <a:pt x="693" y="294"/>
                  </a:lnTo>
                  <a:lnTo>
                    <a:pt x="696" y="294"/>
                  </a:lnTo>
                  <a:lnTo>
                    <a:pt x="696" y="294"/>
                  </a:lnTo>
                  <a:lnTo>
                    <a:pt x="696" y="294"/>
                  </a:lnTo>
                  <a:lnTo>
                    <a:pt x="696" y="292"/>
                  </a:lnTo>
                  <a:lnTo>
                    <a:pt x="698" y="292"/>
                  </a:lnTo>
                  <a:lnTo>
                    <a:pt x="698" y="292"/>
                  </a:lnTo>
                  <a:lnTo>
                    <a:pt x="698" y="292"/>
                  </a:lnTo>
                  <a:lnTo>
                    <a:pt x="698" y="292"/>
                  </a:lnTo>
                  <a:lnTo>
                    <a:pt x="700" y="292"/>
                  </a:lnTo>
                  <a:lnTo>
                    <a:pt x="700" y="292"/>
                  </a:lnTo>
                  <a:lnTo>
                    <a:pt x="703" y="292"/>
                  </a:lnTo>
                  <a:lnTo>
                    <a:pt x="703" y="289"/>
                  </a:lnTo>
                  <a:lnTo>
                    <a:pt x="703" y="289"/>
                  </a:lnTo>
                  <a:lnTo>
                    <a:pt x="703" y="289"/>
                  </a:lnTo>
                  <a:lnTo>
                    <a:pt x="705" y="289"/>
                  </a:lnTo>
                  <a:lnTo>
                    <a:pt x="705" y="289"/>
                  </a:lnTo>
                  <a:lnTo>
                    <a:pt x="705" y="289"/>
                  </a:lnTo>
                  <a:lnTo>
                    <a:pt x="705" y="289"/>
                  </a:lnTo>
                  <a:lnTo>
                    <a:pt x="707" y="289"/>
                  </a:lnTo>
                  <a:lnTo>
                    <a:pt x="707" y="287"/>
                  </a:lnTo>
                  <a:lnTo>
                    <a:pt x="707" y="287"/>
                  </a:lnTo>
                  <a:lnTo>
                    <a:pt x="710" y="287"/>
                  </a:lnTo>
                  <a:lnTo>
                    <a:pt x="710" y="287"/>
                  </a:lnTo>
                  <a:lnTo>
                    <a:pt x="710" y="287"/>
                  </a:lnTo>
                  <a:lnTo>
                    <a:pt x="710" y="287"/>
                  </a:lnTo>
                  <a:lnTo>
                    <a:pt x="712" y="287"/>
                  </a:lnTo>
                  <a:lnTo>
                    <a:pt x="712" y="287"/>
                  </a:lnTo>
                  <a:lnTo>
                    <a:pt x="712" y="287"/>
                  </a:lnTo>
                  <a:lnTo>
                    <a:pt x="715" y="287"/>
                  </a:lnTo>
                  <a:lnTo>
                    <a:pt x="715" y="287"/>
                  </a:lnTo>
                  <a:lnTo>
                    <a:pt x="715" y="287"/>
                  </a:lnTo>
                  <a:lnTo>
                    <a:pt x="717" y="287"/>
                  </a:lnTo>
                  <a:lnTo>
                    <a:pt x="717" y="287"/>
                  </a:lnTo>
                  <a:lnTo>
                    <a:pt x="717" y="287"/>
                  </a:lnTo>
                  <a:lnTo>
                    <a:pt x="717" y="285"/>
                  </a:lnTo>
                  <a:lnTo>
                    <a:pt x="719" y="285"/>
                  </a:lnTo>
                  <a:lnTo>
                    <a:pt x="719" y="285"/>
                  </a:lnTo>
                  <a:lnTo>
                    <a:pt x="722" y="285"/>
                  </a:lnTo>
                  <a:lnTo>
                    <a:pt x="722" y="285"/>
                  </a:lnTo>
                  <a:lnTo>
                    <a:pt x="722" y="285"/>
                  </a:lnTo>
                  <a:lnTo>
                    <a:pt x="724" y="285"/>
                  </a:lnTo>
                  <a:lnTo>
                    <a:pt x="724" y="285"/>
                  </a:lnTo>
                  <a:lnTo>
                    <a:pt x="724" y="285"/>
                  </a:lnTo>
                  <a:lnTo>
                    <a:pt x="724" y="282"/>
                  </a:lnTo>
                  <a:lnTo>
                    <a:pt x="724" y="282"/>
                  </a:lnTo>
                  <a:lnTo>
                    <a:pt x="726" y="282"/>
                  </a:lnTo>
                  <a:lnTo>
                    <a:pt x="726" y="282"/>
                  </a:lnTo>
                  <a:lnTo>
                    <a:pt x="726" y="282"/>
                  </a:lnTo>
                  <a:lnTo>
                    <a:pt x="729" y="282"/>
                  </a:lnTo>
                  <a:lnTo>
                    <a:pt x="729" y="282"/>
                  </a:lnTo>
                  <a:lnTo>
                    <a:pt x="729" y="282"/>
                  </a:lnTo>
                  <a:lnTo>
                    <a:pt x="729" y="282"/>
                  </a:lnTo>
                  <a:lnTo>
                    <a:pt x="731" y="282"/>
                  </a:lnTo>
                  <a:lnTo>
                    <a:pt x="731" y="282"/>
                  </a:lnTo>
                  <a:lnTo>
                    <a:pt x="731" y="282"/>
                  </a:lnTo>
                  <a:lnTo>
                    <a:pt x="733" y="282"/>
                  </a:lnTo>
                  <a:lnTo>
                    <a:pt x="733" y="282"/>
                  </a:lnTo>
                  <a:lnTo>
                    <a:pt x="736" y="282"/>
                  </a:lnTo>
                  <a:lnTo>
                    <a:pt x="736" y="282"/>
                  </a:lnTo>
                  <a:lnTo>
                    <a:pt x="736" y="282"/>
                  </a:lnTo>
                  <a:lnTo>
                    <a:pt x="738" y="282"/>
                  </a:lnTo>
                  <a:lnTo>
                    <a:pt x="738" y="282"/>
                  </a:lnTo>
                  <a:lnTo>
                    <a:pt x="738" y="282"/>
                  </a:lnTo>
                  <a:lnTo>
                    <a:pt x="738" y="282"/>
                  </a:lnTo>
                  <a:lnTo>
                    <a:pt x="741" y="282"/>
                  </a:lnTo>
                  <a:lnTo>
                    <a:pt x="741" y="282"/>
                  </a:lnTo>
                  <a:lnTo>
                    <a:pt x="743" y="282"/>
                  </a:lnTo>
                  <a:lnTo>
                    <a:pt x="743" y="282"/>
                  </a:lnTo>
                  <a:lnTo>
                    <a:pt x="743" y="282"/>
                  </a:lnTo>
                  <a:lnTo>
                    <a:pt x="745" y="282"/>
                  </a:lnTo>
                  <a:lnTo>
                    <a:pt x="745" y="282"/>
                  </a:lnTo>
                  <a:lnTo>
                    <a:pt x="745" y="282"/>
                  </a:lnTo>
                  <a:lnTo>
                    <a:pt x="748" y="282"/>
                  </a:lnTo>
                  <a:lnTo>
                    <a:pt x="748" y="282"/>
                  </a:lnTo>
                  <a:lnTo>
                    <a:pt x="750" y="282"/>
                  </a:lnTo>
                  <a:lnTo>
                    <a:pt x="750" y="282"/>
                  </a:lnTo>
                  <a:lnTo>
                    <a:pt x="750" y="282"/>
                  </a:lnTo>
                  <a:lnTo>
                    <a:pt x="752" y="282"/>
                  </a:lnTo>
                  <a:lnTo>
                    <a:pt x="752" y="282"/>
                  </a:lnTo>
                  <a:lnTo>
                    <a:pt x="752" y="282"/>
                  </a:lnTo>
                  <a:lnTo>
                    <a:pt x="755" y="282"/>
                  </a:lnTo>
                  <a:lnTo>
                    <a:pt x="755" y="282"/>
                  </a:lnTo>
                  <a:lnTo>
                    <a:pt x="755" y="282"/>
                  </a:lnTo>
                  <a:lnTo>
                    <a:pt x="757" y="282"/>
                  </a:lnTo>
                  <a:lnTo>
                    <a:pt x="757" y="285"/>
                  </a:lnTo>
                  <a:lnTo>
                    <a:pt x="757" y="285"/>
                  </a:lnTo>
                  <a:lnTo>
                    <a:pt x="757" y="282"/>
                  </a:lnTo>
                  <a:lnTo>
                    <a:pt x="757" y="282"/>
                  </a:lnTo>
                  <a:lnTo>
                    <a:pt x="759" y="282"/>
                  </a:lnTo>
                  <a:lnTo>
                    <a:pt x="759" y="282"/>
                  </a:lnTo>
                  <a:lnTo>
                    <a:pt x="759" y="282"/>
                  </a:lnTo>
                  <a:lnTo>
                    <a:pt x="762" y="282"/>
                  </a:lnTo>
                  <a:lnTo>
                    <a:pt x="762" y="282"/>
                  </a:lnTo>
                  <a:lnTo>
                    <a:pt x="762" y="282"/>
                  </a:lnTo>
                  <a:lnTo>
                    <a:pt x="764" y="282"/>
                  </a:lnTo>
                  <a:lnTo>
                    <a:pt x="764" y="282"/>
                  </a:lnTo>
                  <a:lnTo>
                    <a:pt x="764" y="282"/>
                  </a:lnTo>
                  <a:lnTo>
                    <a:pt x="764" y="282"/>
                  </a:lnTo>
                  <a:lnTo>
                    <a:pt x="767" y="282"/>
                  </a:lnTo>
                  <a:lnTo>
                    <a:pt x="767" y="282"/>
                  </a:lnTo>
                  <a:lnTo>
                    <a:pt x="769" y="282"/>
                  </a:lnTo>
                  <a:lnTo>
                    <a:pt x="769" y="282"/>
                  </a:lnTo>
                  <a:lnTo>
                    <a:pt x="769" y="282"/>
                  </a:lnTo>
                  <a:lnTo>
                    <a:pt x="769" y="282"/>
                  </a:lnTo>
                  <a:lnTo>
                    <a:pt x="771" y="282"/>
                  </a:lnTo>
                  <a:lnTo>
                    <a:pt x="771" y="282"/>
                  </a:lnTo>
                  <a:lnTo>
                    <a:pt x="771" y="282"/>
                  </a:lnTo>
                  <a:lnTo>
                    <a:pt x="771" y="280"/>
                  </a:lnTo>
                  <a:lnTo>
                    <a:pt x="774" y="280"/>
                  </a:lnTo>
                  <a:lnTo>
                    <a:pt x="774" y="280"/>
                  </a:lnTo>
                  <a:lnTo>
                    <a:pt x="774" y="280"/>
                  </a:lnTo>
                  <a:lnTo>
                    <a:pt x="776" y="280"/>
                  </a:lnTo>
                  <a:lnTo>
                    <a:pt x="776" y="280"/>
                  </a:lnTo>
                  <a:lnTo>
                    <a:pt x="776" y="278"/>
                  </a:lnTo>
                  <a:lnTo>
                    <a:pt x="776" y="278"/>
                  </a:lnTo>
                  <a:lnTo>
                    <a:pt x="778" y="278"/>
                  </a:lnTo>
                  <a:lnTo>
                    <a:pt x="778" y="278"/>
                  </a:lnTo>
                  <a:lnTo>
                    <a:pt x="778" y="278"/>
                  </a:lnTo>
                  <a:lnTo>
                    <a:pt x="778" y="278"/>
                  </a:lnTo>
                  <a:lnTo>
                    <a:pt x="781" y="278"/>
                  </a:lnTo>
                  <a:lnTo>
                    <a:pt x="781" y="278"/>
                  </a:lnTo>
                  <a:lnTo>
                    <a:pt x="783" y="278"/>
                  </a:lnTo>
                  <a:lnTo>
                    <a:pt x="783" y="278"/>
                  </a:lnTo>
                  <a:lnTo>
                    <a:pt x="783" y="278"/>
                  </a:lnTo>
                  <a:lnTo>
                    <a:pt x="786" y="278"/>
                  </a:lnTo>
                  <a:lnTo>
                    <a:pt x="786" y="278"/>
                  </a:lnTo>
                  <a:lnTo>
                    <a:pt x="786" y="278"/>
                  </a:lnTo>
                  <a:lnTo>
                    <a:pt x="788" y="278"/>
                  </a:lnTo>
                  <a:lnTo>
                    <a:pt x="788" y="278"/>
                  </a:lnTo>
                  <a:lnTo>
                    <a:pt x="788" y="275"/>
                  </a:lnTo>
                  <a:lnTo>
                    <a:pt x="788" y="275"/>
                  </a:lnTo>
                  <a:lnTo>
                    <a:pt x="790" y="275"/>
                  </a:lnTo>
                  <a:lnTo>
                    <a:pt x="790" y="275"/>
                  </a:lnTo>
                  <a:lnTo>
                    <a:pt x="790" y="275"/>
                  </a:lnTo>
                  <a:lnTo>
                    <a:pt x="790" y="275"/>
                  </a:lnTo>
                  <a:lnTo>
                    <a:pt x="790" y="273"/>
                  </a:lnTo>
                  <a:lnTo>
                    <a:pt x="793" y="273"/>
                  </a:lnTo>
                  <a:lnTo>
                    <a:pt x="793" y="273"/>
                  </a:lnTo>
                  <a:lnTo>
                    <a:pt x="793" y="270"/>
                  </a:lnTo>
                  <a:lnTo>
                    <a:pt x="793" y="270"/>
                  </a:lnTo>
                  <a:lnTo>
                    <a:pt x="795" y="270"/>
                  </a:lnTo>
                  <a:lnTo>
                    <a:pt x="795" y="270"/>
                  </a:lnTo>
                  <a:lnTo>
                    <a:pt x="795" y="270"/>
                  </a:lnTo>
                  <a:lnTo>
                    <a:pt x="795" y="270"/>
                  </a:lnTo>
                  <a:lnTo>
                    <a:pt x="795" y="268"/>
                  </a:lnTo>
                  <a:lnTo>
                    <a:pt x="797" y="268"/>
                  </a:lnTo>
                  <a:lnTo>
                    <a:pt x="797" y="268"/>
                  </a:lnTo>
                  <a:lnTo>
                    <a:pt x="797" y="268"/>
                  </a:lnTo>
                  <a:lnTo>
                    <a:pt x="797" y="266"/>
                  </a:lnTo>
                  <a:lnTo>
                    <a:pt x="797" y="266"/>
                  </a:lnTo>
                  <a:lnTo>
                    <a:pt x="797" y="266"/>
                  </a:lnTo>
                  <a:lnTo>
                    <a:pt x="800" y="266"/>
                  </a:lnTo>
                  <a:lnTo>
                    <a:pt x="800" y="266"/>
                  </a:lnTo>
                  <a:lnTo>
                    <a:pt x="800" y="266"/>
                  </a:lnTo>
                  <a:lnTo>
                    <a:pt x="800" y="263"/>
                  </a:lnTo>
                  <a:lnTo>
                    <a:pt x="802" y="263"/>
                  </a:lnTo>
                  <a:lnTo>
                    <a:pt x="802" y="263"/>
                  </a:lnTo>
                  <a:lnTo>
                    <a:pt x="802" y="263"/>
                  </a:lnTo>
                  <a:lnTo>
                    <a:pt x="802" y="261"/>
                  </a:lnTo>
                  <a:lnTo>
                    <a:pt x="802" y="261"/>
                  </a:lnTo>
                  <a:lnTo>
                    <a:pt x="802" y="261"/>
                  </a:lnTo>
                  <a:lnTo>
                    <a:pt x="804" y="261"/>
                  </a:lnTo>
                  <a:lnTo>
                    <a:pt x="804" y="259"/>
                  </a:lnTo>
                  <a:lnTo>
                    <a:pt x="804" y="259"/>
                  </a:lnTo>
                  <a:lnTo>
                    <a:pt x="804" y="259"/>
                  </a:lnTo>
                  <a:lnTo>
                    <a:pt x="804" y="259"/>
                  </a:lnTo>
                  <a:lnTo>
                    <a:pt x="807" y="259"/>
                  </a:lnTo>
                  <a:lnTo>
                    <a:pt x="807" y="259"/>
                  </a:lnTo>
                  <a:lnTo>
                    <a:pt x="809" y="259"/>
                  </a:lnTo>
                  <a:lnTo>
                    <a:pt x="809" y="256"/>
                  </a:lnTo>
                  <a:lnTo>
                    <a:pt x="809" y="256"/>
                  </a:lnTo>
                  <a:lnTo>
                    <a:pt x="809" y="256"/>
                  </a:lnTo>
                  <a:lnTo>
                    <a:pt x="812" y="256"/>
                  </a:lnTo>
                  <a:lnTo>
                    <a:pt x="812" y="256"/>
                  </a:lnTo>
                  <a:lnTo>
                    <a:pt x="812" y="256"/>
                  </a:lnTo>
                  <a:lnTo>
                    <a:pt x="812" y="256"/>
                  </a:lnTo>
                  <a:lnTo>
                    <a:pt x="814" y="256"/>
                  </a:lnTo>
                  <a:lnTo>
                    <a:pt x="814" y="256"/>
                  </a:lnTo>
                  <a:lnTo>
                    <a:pt x="816" y="256"/>
                  </a:lnTo>
                  <a:lnTo>
                    <a:pt x="816" y="256"/>
                  </a:lnTo>
                  <a:lnTo>
                    <a:pt x="816" y="256"/>
                  </a:lnTo>
                  <a:lnTo>
                    <a:pt x="816" y="256"/>
                  </a:lnTo>
                  <a:lnTo>
                    <a:pt x="816" y="254"/>
                  </a:lnTo>
                  <a:lnTo>
                    <a:pt x="819" y="254"/>
                  </a:lnTo>
                  <a:lnTo>
                    <a:pt x="819" y="254"/>
                  </a:lnTo>
                  <a:lnTo>
                    <a:pt x="819" y="254"/>
                  </a:lnTo>
                  <a:lnTo>
                    <a:pt x="819" y="251"/>
                  </a:lnTo>
                  <a:lnTo>
                    <a:pt x="819" y="251"/>
                  </a:lnTo>
                  <a:lnTo>
                    <a:pt x="821" y="251"/>
                  </a:lnTo>
                  <a:lnTo>
                    <a:pt x="821" y="249"/>
                  </a:lnTo>
                  <a:lnTo>
                    <a:pt x="821" y="249"/>
                  </a:lnTo>
                  <a:lnTo>
                    <a:pt x="821" y="249"/>
                  </a:lnTo>
                  <a:lnTo>
                    <a:pt x="823" y="249"/>
                  </a:lnTo>
                  <a:lnTo>
                    <a:pt x="823" y="249"/>
                  </a:lnTo>
                  <a:lnTo>
                    <a:pt x="823" y="249"/>
                  </a:lnTo>
                  <a:lnTo>
                    <a:pt x="823" y="249"/>
                  </a:lnTo>
                  <a:lnTo>
                    <a:pt x="826" y="249"/>
                  </a:lnTo>
                  <a:lnTo>
                    <a:pt x="826" y="247"/>
                  </a:lnTo>
                  <a:lnTo>
                    <a:pt x="826" y="247"/>
                  </a:lnTo>
                  <a:lnTo>
                    <a:pt x="823" y="247"/>
                  </a:lnTo>
                  <a:lnTo>
                    <a:pt x="823" y="247"/>
                  </a:lnTo>
                  <a:lnTo>
                    <a:pt x="823" y="244"/>
                  </a:lnTo>
                  <a:lnTo>
                    <a:pt x="823" y="244"/>
                  </a:lnTo>
                  <a:lnTo>
                    <a:pt x="823" y="244"/>
                  </a:lnTo>
                  <a:lnTo>
                    <a:pt x="823" y="244"/>
                  </a:lnTo>
                  <a:lnTo>
                    <a:pt x="823" y="242"/>
                  </a:lnTo>
                  <a:lnTo>
                    <a:pt x="821" y="242"/>
                  </a:lnTo>
                  <a:lnTo>
                    <a:pt x="821" y="242"/>
                  </a:lnTo>
                  <a:lnTo>
                    <a:pt x="821" y="242"/>
                  </a:lnTo>
                  <a:lnTo>
                    <a:pt x="821" y="242"/>
                  </a:lnTo>
                  <a:lnTo>
                    <a:pt x="819" y="242"/>
                  </a:lnTo>
                  <a:lnTo>
                    <a:pt x="819" y="242"/>
                  </a:lnTo>
                  <a:lnTo>
                    <a:pt x="816" y="242"/>
                  </a:lnTo>
                  <a:lnTo>
                    <a:pt x="816" y="240"/>
                  </a:lnTo>
                  <a:lnTo>
                    <a:pt x="816" y="240"/>
                  </a:lnTo>
                  <a:lnTo>
                    <a:pt x="816" y="240"/>
                  </a:lnTo>
                  <a:lnTo>
                    <a:pt x="816" y="240"/>
                  </a:lnTo>
                  <a:lnTo>
                    <a:pt x="816" y="237"/>
                  </a:lnTo>
                  <a:lnTo>
                    <a:pt x="814" y="237"/>
                  </a:lnTo>
                  <a:lnTo>
                    <a:pt x="814" y="237"/>
                  </a:lnTo>
                  <a:lnTo>
                    <a:pt x="814" y="237"/>
                  </a:lnTo>
                  <a:lnTo>
                    <a:pt x="814" y="237"/>
                  </a:lnTo>
                  <a:lnTo>
                    <a:pt x="814" y="235"/>
                  </a:lnTo>
                  <a:lnTo>
                    <a:pt x="812" y="235"/>
                  </a:lnTo>
                  <a:lnTo>
                    <a:pt x="812" y="235"/>
                  </a:lnTo>
                  <a:lnTo>
                    <a:pt x="812" y="235"/>
                  </a:lnTo>
                  <a:lnTo>
                    <a:pt x="812" y="232"/>
                  </a:lnTo>
                  <a:lnTo>
                    <a:pt x="812" y="232"/>
                  </a:lnTo>
                  <a:lnTo>
                    <a:pt x="812" y="232"/>
                  </a:lnTo>
                  <a:lnTo>
                    <a:pt x="812" y="230"/>
                  </a:lnTo>
                  <a:lnTo>
                    <a:pt x="814" y="230"/>
                  </a:lnTo>
                  <a:lnTo>
                    <a:pt x="814" y="230"/>
                  </a:lnTo>
                  <a:lnTo>
                    <a:pt x="814" y="228"/>
                  </a:lnTo>
                  <a:lnTo>
                    <a:pt x="814" y="228"/>
                  </a:lnTo>
                  <a:lnTo>
                    <a:pt x="814" y="228"/>
                  </a:lnTo>
                  <a:lnTo>
                    <a:pt x="816" y="228"/>
                  </a:lnTo>
                  <a:lnTo>
                    <a:pt x="816" y="228"/>
                  </a:lnTo>
                  <a:lnTo>
                    <a:pt x="816" y="225"/>
                  </a:lnTo>
                  <a:lnTo>
                    <a:pt x="816" y="225"/>
                  </a:lnTo>
                  <a:lnTo>
                    <a:pt x="816" y="225"/>
                  </a:lnTo>
                  <a:lnTo>
                    <a:pt x="816" y="223"/>
                  </a:lnTo>
                  <a:lnTo>
                    <a:pt x="816" y="223"/>
                  </a:lnTo>
                  <a:lnTo>
                    <a:pt x="816" y="223"/>
                  </a:lnTo>
                  <a:lnTo>
                    <a:pt x="816" y="221"/>
                  </a:lnTo>
                  <a:lnTo>
                    <a:pt x="819" y="221"/>
                  </a:lnTo>
                  <a:lnTo>
                    <a:pt x="819" y="221"/>
                  </a:lnTo>
                  <a:lnTo>
                    <a:pt x="819" y="221"/>
                  </a:lnTo>
                  <a:lnTo>
                    <a:pt x="819" y="218"/>
                  </a:lnTo>
                  <a:lnTo>
                    <a:pt x="819" y="218"/>
                  </a:lnTo>
                  <a:lnTo>
                    <a:pt x="821" y="218"/>
                  </a:lnTo>
                  <a:lnTo>
                    <a:pt x="821" y="216"/>
                  </a:lnTo>
                  <a:lnTo>
                    <a:pt x="821" y="216"/>
                  </a:lnTo>
                  <a:lnTo>
                    <a:pt x="821" y="216"/>
                  </a:lnTo>
                  <a:lnTo>
                    <a:pt x="821" y="216"/>
                  </a:lnTo>
                  <a:lnTo>
                    <a:pt x="823" y="216"/>
                  </a:lnTo>
                  <a:lnTo>
                    <a:pt x="823" y="216"/>
                  </a:lnTo>
                  <a:lnTo>
                    <a:pt x="823" y="216"/>
                  </a:lnTo>
                  <a:lnTo>
                    <a:pt x="823" y="216"/>
                  </a:lnTo>
                  <a:lnTo>
                    <a:pt x="826" y="216"/>
                  </a:lnTo>
                  <a:lnTo>
                    <a:pt x="826" y="216"/>
                  </a:lnTo>
                  <a:lnTo>
                    <a:pt x="828" y="216"/>
                  </a:lnTo>
                  <a:lnTo>
                    <a:pt x="828" y="216"/>
                  </a:lnTo>
                  <a:lnTo>
                    <a:pt x="828" y="216"/>
                  </a:lnTo>
                  <a:lnTo>
                    <a:pt x="830" y="216"/>
                  </a:lnTo>
                  <a:lnTo>
                    <a:pt x="830" y="216"/>
                  </a:lnTo>
                  <a:lnTo>
                    <a:pt x="830" y="216"/>
                  </a:lnTo>
                  <a:lnTo>
                    <a:pt x="833" y="216"/>
                  </a:lnTo>
                  <a:lnTo>
                    <a:pt x="833" y="216"/>
                  </a:lnTo>
                  <a:lnTo>
                    <a:pt x="835" y="216"/>
                  </a:lnTo>
                  <a:lnTo>
                    <a:pt x="835" y="216"/>
                  </a:lnTo>
                  <a:lnTo>
                    <a:pt x="835" y="216"/>
                  </a:lnTo>
                  <a:lnTo>
                    <a:pt x="835" y="216"/>
                  </a:lnTo>
                  <a:lnTo>
                    <a:pt x="835" y="216"/>
                  </a:lnTo>
                  <a:lnTo>
                    <a:pt x="838" y="216"/>
                  </a:lnTo>
                  <a:lnTo>
                    <a:pt x="838" y="218"/>
                  </a:lnTo>
                  <a:lnTo>
                    <a:pt x="838" y="218"/>
                  </a:lnTo>
                  <a:lnTo>
                    <a:pt x="838" y="218"/>
                  </a:lnTo>
                  <a:lnTo>
                    <a:pt x="838" y="218"/>
                  </a:lnTo>
                  <a:lnTo>
                    <a:pt x="840" y="218"/>
                  </a:lnTo>
                  <a:lnTo>
                    <a:pt x="840" y="218"/>
                  </a:lnTo>
                  <a:lnTo>
                    <a:pt x="840" y="221"/>
                  </a:lnTo>
                  <a:lnTo>
                    <a:pt x="842" y="221"/>
                  </a:lnTo>
                  <a:lnTo>
                    <a:pt x="842" y="221"/>
                  </a:lnTo>
                  <a:lnTo>
                    <a:pt x="842" y="221"/>
                  </a:lnTo>
                  <a:lnTo>
                    <a:pt x="845" y="221"/>
                  </a:lnTo>
                  <a:lnTo>
                    <a:pt x="845" y="221"/>
                  </a:lnTo>
                  <a:lnTo>
                    <a:pt x="845" y="221"/>
                  </a:lnTo>
                  <a:lnTo>
                    <a:pt x="845" y="221"/>
                  </a:lnTo>
                  <a:lnTo>
                    <a:pt x="847" y="221"/>
                  </a:lnTo>
                  <a:lnTo>
                    <a:pt x="847" y="221"/>
                  </a:lnTo>
                  <a:lnTo>
                    <a:pt x="849" y="221"/>
                  </a:lnTo>
                  <a:lnTo>
                    <a:pt x="849" y="223"/>
                  </a:lnTo>
                  <a:lnTo>
                    <a:pt x="849" y="223"/>
                  </a:lnTo>
                  <a:lnTo>
                    <a:pt x="849" y="223"/>
                  </a:lnTo>
                  <a:lnTo>
                    <a:pt x="852" y="223"/>
                  </a:lnTo>
                  <a:lnTo>
                    <a:pt x="852" y="223"/>
                  </a:lnTo>
                  <a:lnTo>
                    <a:pt x="852" y="223"/>
                  </a:lnTo>
                  <a:lnTo>
                    <a:pt x="854" y="223"/>
                  </a:lnTo>
                  <a:lnTo>
                    <a:pt x="854" y="223"/>
                  </a:lnTo>
                  <a:lnTo>
                    <a:pt x="857" y="223"/>
                  </a:lnTo>
                  <a:lnTo>
                    <a:pt x="857" y="223"/>
                  </a:lnTo>
                  <a:lnTo>
                    <a:pt x="857" y="223"/>
                  </a:lnTo>
                  <a:lnTo>
                    <a:pt x="859" y="223"/>
                  </a:lnTo>
                  <a:lnTo>
                    <a:pt x="859" y="223"/>
                  </a:lnTo>
                  <a:lnTo>
                    <a:pt x="859" y="223"/>
                  </a:lnTo>
                  <a:lnTo>
                    <a:pt x="861" y="223"/>
                  </a:lnTo>
                  <a:lnTo>
                    <a:pt x="861" y="223"/>
                  </a:lnTo>
                  <a:lnTo>
                    <a:pt x="861" y="223"/>
                  </a:lnTo>
                  <a:lnTo>
                    <a:pt x="861" y="223"/>
                  </a:lnTo>
                  <a:lnTo>
                    <a:pt x="861" y="221"/>
                  </a:lnTo>
                  <a:lnTo>
                    <a:pt x="864" y="221"/>
                  </a:lnTo>
                  <a:lnTo>
                    <a:pt x="864" y="221"/>
                  </a:lnTo>
                  <a:lnTo>
                    <a:pt x="864" y="221"/>
                  </a:lnTo>
                  <a:lnTo>
                    <a:pt x="864" y="221"/>
                  </a:lnTo>
                  <a:lnTo>
                    <a:pt x="866" y="221"/>
                  </a:lnTo>
                  <a:lnTo>
                    <a:pt x="866" y="221"/>
                  </a:lnTo>
                  <a:lnTo>
                    <a:pt x="866" y="218"/>
                  </a:lnTo>
                  <a:lnTo>
                    <a:pt x="868" y="218"/>
                  </a:lnTo>
                  <a:lnTo>
                    <a:pt x="868" y="218"/>
                  </a:lnTo>
                  <a:lnTo>
                    <a:pt x="868" y="218"/>
                  </a:lnTo>
                  <a:lnTo>
                    <a:pt x="868" y="218"/>
                  </a:lnTo>
                  <a:lnTo>
                    <a:pt x="871" y="218"/>
                  </a:lnTo>
                  <a:lnTo>
                    <a:pt x="871" y="216"/>
                  </a:lnTo>
                  <a:lnTo>
                    <a:pt x="871" y="216"/>
                  </a:lnTo>
                  <a:lnTo>
                    <a:pt x="871" y="216"/>
                  </a:lnTo>
                  <a:lnTo>
                    <a:pt x="871" y="216"/>
                  </a:lnTo>
                  <a:lnTo>
                    <a:pt x="873" y="216"/>
                  </a:lnTo>
                  <a:lnTo>
                    <a:pt x="873" y="216"/>
                  </a:lnTo>
                  <a:lnTo>
                    <a:pt x="873" y="216"/>
                  </a:lnTo>
                  <a:lnTo>
                    <a:pt x="875" y="216"/>
                  </a:lnTo>
                  <a:lnTo>
                    <a:pt x="875" y="214"/>
                  </a:lnTo>
                  <a:lnTo>
                    <a:pt x="875" y="214"/>
                  </a:lnTo>
                  <a:lnTo>
                    <a:pt x="875" y="214"/>
                  </a:lnTo>
                  <a:lnTo>
                    <a:pt x="875" y="214"/>
                  </a:lnTo>
                  <a:lnTo>
                    <a:pt x="878" y="214"/>
                  </a:lnTo>
                  <a:lnTo>
                    <a:pt x="878" y="211"/>
                  </a:lnTo>
                  <a:lnTo>
                    <a:pt x="878" y="211"/>
                  </a:lnTo>
                  <a:lnTo>
                    <a:pt x="878" y="211"/>
                  </a:lnTo>
                  <a:lnTo>
                    <a:pt x="878" y="209"/>
                  </a:lnTo>
                  <a:lnTo>
                    <a:pt x="878" y="209"/>
                  </a:lnTo>
                  <a:lnTo>
                    <a:pt x="878" y="209"/>
                  </a:lnTo>
                  <a:lnTo>
                    <a:pt x="878" y="206"/>
                  </a:lnTo>
                  <a:lnTo>
                    <a:pt x="880" y="206"/>
                  </a:lnTo>
                  <a:lnTo>
                    <a:pt x="880" y="206"/>
                  </a:lnTo>
                  <a:lnTo>
                    <a:pt x="880" y="206"/>
                  </a:lnTo>
                  <a:lnTo>
                    <a:pt x="883" y="206"/>
                  </a:lnTo>
                  <a:lnTo>
                    <a:pt x="883" y="206"/>
                  </a:lnTo>
                  <a:lnTo>
                    <a:pt x="883" y="206"/>
                  </a:lnTo>
                  <a:lnTo>
                    <a:pt x="883" y="206"/>
                  </a:lnTo>
                  <a:lnTo>
                    <a:pt x="885" y="206"/>
                  </a:lnTo>
                  <a:lnTo>
                    <a:pt x="885" y="206"/>
                  </a:lnTo>
                  <a:lnTo>
                    <a:pt x="885" y="206"/>
                  </a:lnTo>
                  <a:lnTo>
                    <a:pt x="885" y="206"/>
                  </a:lnTo>
                  <a:lnTo>
                    <a:pt x="887" y="206"/>
                  </a:lnTo>
                  <a:lnTo>
                    <a:pt x="887" y="206"/>
                  </a:lnTo>
                  <a:lnTo>
                    <a:pt x="890" y="206"/>
                  </a:lnTo>
                  <a:lnTo>
                    <a:pt x="890" y="206"/>
                  </a:lnTo>
                  <a:lnTo>
                    <a:pt x="890" y="206"/>
                  </a:lnTo>
                  <a:lnTo>
                    <a:pt x="890" y="206"/>
                  </a:lnTo>
                  <a:lnTo>
                    <a:pt x="892" y="206"/>
                  </a:lnTo>
                  <a:lnTo>
                    <a:pt x="892" y="206"/>
                  </a:lnTo>
                  <a:lnTo>
                    <a:pt x="894" y="206"/>
                  </a:lnTo>
                  <a:lnTo>
                    <a:pt x="894" y="206"/>
                  </a:lnTo>
                  <a:lnTo>
                    <a:pt x="894" y="206"/>
                  </a:lnTo>
                  <a:lnTo>
                    <a:pt x="897" y="206"/>
                  </a:lnTo>
                  <a:lnTo>
                    <a:pt x="897" y="206"/>
                  </a:lnTo>
                  <a:lnTo>
                    <a:pt x="897" y="206"/>
                  </a:lnTo>
                  <a:lnTo>
                    <a:pt x="899" y="206"/>
                  </a:lnTo>
                  <a:lnTo>
                    <a:pt x="899" y="206"/>
                  </a:lnTo>
                  <a:lnTo>
                    <a:pt x="899" y="206"/>
                  </a:lnTo>
                  <a:lnTo>
                    <a:pt x="901" y="206"/>
                  </a:lnTo>
                  <a:lnTo>
                    <a:pt x="901" y="206"/>
                  </a:lnTo>
                  <a:lnTo>
                    <a:pt x="901" y="206"/>
                  </a:lnTo>
                  <a:lnTo>
                    <a:pt x="904" y="206"/>
                  </a:lnTo>
                  <a:lnTo>
                    <a:pt x="904" y="206"/>
                  </a:lnTo>
                  <a:lnTo>
                    <a:pt x="904" y="206"/>
                  </a:lnTo>
                  <a:lnTo>
                    <a:pt x="904" y="206"/>
                  </a:lnTo>
                  <a:lnTo>
                    <a:pt x="906" y="206"/>
                  </a:lnTo>
                  <a:lnTo>
                    <a:pt x="906" y="204"/>
                  </a:lnTo>
                  <a:lnTo>
                    <a:pt x="906" y="204"/>
                  </a:lnTo>
                  <a:lnTo>
                    <a:pt x="906" y="204"/>
                  </a:lnTo>
                  <a:lnTo>
                    <a:pt x="909" y="204"/>
                  </a:lnTo>
                  <a:lnTo>
                    <a:pt x="909" y="204"/>
                  </a:lnTo>
                  <a:lnTo>
                    <a:pt x="909" y="202"/>
                  </a:lnTo>
                  <a:lnTo>
                    <a:pt x="909" y="202"/>
                  </a:lnTo>
                  <a:lnTo>
                    <a:pt x="909" y="202"/>
                  </a:lnTo>
                  <a:lnTo>
                    <a:pt x="911" y="202"/>
                  </a:lnTo>
                  <a:lnTo>
                    <a:pt x="911" y="202"/>
                  </a:lnTo>
                  <a:lnTo>
                    <a:pt x="911" y="199"/>
                  </a:lnTo>
                  <a:lnTo>
                    <a:pt x="911" y="199"/>
                  </a:lnTo>
                  <a:lnTo>
                    <a:pt x="913" y="199"/>
                  </a:lnTo>
                  <a:lnTo>
                    <a:pt x="913" y="199"/>
                  </a:lnTo>
                  <a:lnTo>
                    <a:pt x="916" y="199"/>
                  </a:lnTo>
                  <a:lnTo>
                    <a:pt x="916" y="199"/>
                  </a:lnTo>
                  <a:lnTo>
                    <a:pt x="916" y="199"/>
                  </a:lnTo>
                  <a:lnTo>
                    <a:pt x="916" y="199"/>
                  </a:lnTo>
                  <a:lnTo>
                    <a:pt x="916" y="197"/>
                  </a:lnTo>
                  <a:lnTo>
                    <a:pt x="918" y="197"/>
                  </a:lnTo>
                  <a:lnTo>
                    <a:pt x="918" y="197"/>
                  </a:lnTo>
                  <a:lnTo>
                    <a:pt x="918" y="197"/>
                  </a:lnTo>
                  <a:lnTo>
                    <a:pt x="916" y="197"/>
                  </a:lnTo>
                  <a:lnTo>
                    <a:pt x="916" y="195"/>
                  </a:lnTo>
                  <a:lnTo>
                    <a:pt x="916" y="195"/>
                  </a:lnTo>
                  <a:lnTo>
                    <a:pt x="916" y="192"/>
                  </a:lnTo>
                  <a:lnTo>
                    <a:pt x="918" y="192"/>
                  </a:lnTo>
                  <a:lnTo>
                    <a:pt x="918" y="192"/>
                  </a:lnTo>
                  <a:lnTo>
                    <a:pt x="918" y="192"/>
                  </a:lnTo>
                  <a:lnTo>
                    <a:pt x="918" y="190"/>
                  </a:lnTo>
                  <a:lnTo>
                    <a:pt x="918" y="190"/>
                  </a:lnTo>
                  <a:lnTo>
                    <a:pt x="918" y="190"/>
                  </a:lnTo>
                  <a:lnTo>
                    <a:pt x="918" y="187"/>
                  </a:lnTo>
                  <a:lnTo>
                    <a:pt x="920" y="187"/>
                  </a:lnTo>
                  <a:lnTo>
                    <a:pt x="920" y="187"/>
                  </a:lnTo>
                  <a:lnTo>
                    <a:pt x="920" y="187"/>
                  </a:lnTo>
                  <a:lnTo>
                    <a:pt x="923" y="187"/>
                  </a:lnTo>
                  <a:lnTo>
                    <a:pt x="923" y="187"/>
                  </a:lnTo>
                  <a:lnTo>
                    <a:pt x="923" y="187"/>
                  </a:lnTo>
                  <a:lnTo>
                    <a:pt x="923" y="185"/>
                  </a:lnTo>
                  <a:lnTo>
                    <a:pt x="923" y="185"/>
                  </a:lnTo>
                  <a:lnTo>
                    <a:pt x="923" y="185"/>
                  </a:lnTo>
                  <a:lnTo>
                    <a:pt x="925" y="185"/>
                  </a:lnTo>
                  <a:lnTo>
                    <a:pt x="925" y="185"/>
                  </a:lnTo>
                  <a:lnTo>
                    <a:pt x="928" y="185"/>
                  </a:lnTo>
                  <a:lnTo>
                    <a:pt x="928" y="185"/>
                  </a:lnTo>
                  <a:lnTo>
                    <a:pt x="928" y="183"/>
                  </a:lnTo>
                  <a:lnTo>
                    <a:pt x="928" y="183"/>
                  </a:lnTo>
                  <a:lnTo>
                    <a:pt x="930" y="183"/>
                  </a:lnTo>
                  <a:lnTo>
                    <a:pt x="930" y="183"/>
                  </a:lnTo>
                  <a:lnTo>
                    <a:pt x="930" y="183"/>
                  </a:lnTo>
                  <a:lnTo>
                    <a:pt x="930" y="183"/>
                  </a:lnTo>
                  <a:lnTo>
                    <a:pt x="930" y="183"/>
                  </a:lnTo>
                  <a:lnTo>
                    <a:pt x="932" y="183"/>
                  </a:lnTo>
                  <a:lnTo>
                    <a:pt x="932" y="183"/>
                  </a:lnTo>
                  <a:lnTo>
                    <a:pt x="935" y="183"/>
                  </a:lnTo>
                  <a:lnTo>
                    <a:pt x="935" y="183"/>
                  </a:lnTo>
                  <a:lnTo>
                    <a:pt x="935" y="183"/>
                  </a:lnTo>
                  <a:lnTo>
                    <a:pt x="937" y="183"/>
                  </a:lnTo>
                  <a:lnTo>
                    <a:pt x="937" y="183"/>
                  </a:lnTo>
                  <a:lnTo>
                    <a:pt x="937" y="183"/>
                  </a:lnTo>
                  <a:lnTo>
                    <a:pt x="937" y="183"/>
                  </a:lnTo>
                  <a:lnTo>
                    <a:pt x="939" y="183"/>
                  </a:lnTo>
                  <a:lnTo>
                    <a:pt x="939" y="183"/>
                  </a:lnTo>
                  <a:lnTo>
                    <a:pt x="939" y="183"/>
                  </a:lnTo>
                  <a:lnTo>
                    <a:pt x="942" y="183"/>
                  </a:lnTo>
                  <a:lnTo>
                    <a:pt x="942" y="183"/>
                  </a:lnTo>
                  <a:lnTo>
                    <a:pt x="942" y="180"/>
                  </a:lnTo>
                  <a:lnTo>
                    <a:pt x="942" y="180"/>
                  </a:lnTo>
                  <a:lnTo>
                    <a:pt x="942" y="180"/>
                  </a:lnTo>
                  <a:lnTo>
                    <a:pt x="942" y="178"/>
                  </a:lnTo>
                  <a:lnTo>
                    <a:pt x="942" y="178"/>
                  </a:lnTo>
                  <a:lnTo>
                    <a:pt x="942" y="178"/>
                  </a:lnTo>
                  <a:lnTo>
                    <a:pt x="942" y="178"/>
                  </a:lnTo>
                  <a:lnTo>
                    <a:pt x="944" y="178"/>
                  </a:lnTo>
                  <a:lnTo>
                    <a:pt x="944" y="178"/>
                  </a:lnTo>
                  <a:lnTo>
                    <a:pt x="944" y="178"/>
                  </a:lnTo>
                  <a:lnTo>
                    <a:pt x="946" y="178"/>
                  </a:lnTo>
                  <a:lnTo>
                    <a:pt x="946" y="178"/>
                  </a:lnTo>
                  <a:lnTo>
                    <a:pt x="946" y="178"/>
                  </a:lnTo>
                  <a:lnTo>
                    <a:pt x="946" y="178"/>
                  </a:lnTo>
                  <a:lnTo>
                    <a:pt x="949" y="178"/>
                  </a:lnTo>
                  <a:lnTo>
                    <a:pt x="949" y="178"/>
                  </a:lnTo>
                  <a:lnTo>
                    <a:pt x="949" y="178"/>
                  </a:lnTo>
                  <a:lnTo>
                    <a:pt x="951" y="178"/>
                  </a:lnTo>
                  <a:lnTo>
                    <a:pt x="951" y="178"/>
                  </a:lnTo>
                  <a:lnTo>
                    <a:pt x="951" y="178"/>
                  </a:lnTo>
                  <a:lnTo>
                    <a:pt x="951" y="178"/>
                  </a:lnTo>
                  <a:lnTo>
                    <a:pt x="951" y="178"/>
                  </a:lnTo>
                  <a:lnTo>
                    <a:pt x="954" y="178"/>
                  </a:lnTo>
                  <a:lnTo>
                    <a:pt x="954" y="176"/>
                  </a:lnTo>
                  <a:lnTo>
                    <a:pt x="954" y="176"/>
                  </a:lnTo>
                  <a:lnTo>
                    <a:pt x="956" y="176"/>
                  </a:lnTo>
                  <a:lnTo>
                    <a:pt x="956" y="176"/>
                  </a:lnTo>
                  <a:lnTo>
                    <a:pt x="956" y="176"/>
                  </a:lnTo>
                  <a:lnTo>
                    <a:pt x="956" y="176"/>
                  </a:lnTo>
                  <a:lnTo>
                    <a:pt x="956" y="173"/>
                  </a:lnTo>
                  <a:lnTo>
                    <a:pt x="958" y="173"/>
                  </a:lnTo>
                  <a:lnTo>
                    <a:pt x="958" y="173"/>
                  </a:lnTo>
                  <a:lnTo>
                    <a:pt x="958" y="173"/>
                  </a:lnTo>
                  <a:lnTo>
                    <a:pt x="958" y="173"/>
                  </a:lnTo>
                  <a:lnTo>
                    <a:pt x="958" y="171"/>
                  </a:lnTo>
                  <a:lnTo>
                    <a:pt x="961" y="171"/>
                  </a:lnTo>
                  <a:lnTo>
                    <a:pt x="961" y="171"/>
                  </a:lnTo>
                  <a:lnTo>
                    <a:pt x="963" y="171"/>
                  </a:lnTo>
                  <a:lnTo>
                    <a:pt x="963" y="171"/>
                  </a:lnTo>
                  <a:lnTo>
                    <a:pt x="963" y="171"/>
                  </a:lnTo>
                  <a:lnTo>
                    <a:pt x="965" y="171"/>
                  </a:lnTo>
                  <a:lnTo>
                    <a:pt x="965" y="171"/>
                  </a:lnTo>
                  <a:lnTo>
                    <a:pt x="968" y="171"/>
                  </a:lnTo>
                  <a:lnTo>
                    <a:pt x="968" y="173"/>
                  </a:lnTo>
                  <a:lnTo>
                    <a:pt x="968" y="173"/>
                  </a:lnTo>
                  <a:lnTo>
                    <a:pt x="968" y="171"/>
                  </a:lnTo>
                  <a:lnTo>
                    <a:pt x="968" y="171"/>
                  </a:lnTo>
                  <a:lnTo>
                    <a:pt x="970" y="171"/>
                  </a:lnTo>
                  <a:lnTo>
                    <a:pt x="970" y="171"/>
                  </a:lnTo>
                  <a:lnTo>
                    <a:pt x="970" y="171"/>
                  </a:lnTo>
                  <a:lnTo>
                    <a:pt x="973" y="171"/>
                  </a:lnTo>
                  <a:lnTo>
                    <a:pt x="973" y="171"/>
                  </a:lnTo>
                  <a:lnTo>
                    <a:pt x="975" y="171"/>
                  </a:lnTo>
                  <a:lnTo>
                    <a:pt x="975" y="171"/>
                  </a:lnTo>
                  <a:lnTo>
                    <a:pt x="975" y="171"/>
                  </a:lnTo>
                  <a:lnTo>
                    <a:pt x="975" y="171"/>
                  </a:lnTo>
                  <a:lnTo>
                    <a:pt x="975" y="171"/>
                  </a:lnTo>
                  <a:lnTo>
                    <a:pt x="977" y="171"/>
                  </a:lnTo>
                  <a:lnTo>
                    <a:pt x="977" y="171"/>
                  </a:lnTo>
                  <a:lnTo>
                    <a:pt x="977" y="173"/>
                  </a:lnTo>
                  <a:lnTo>
                    <a:pt x="977" y="173"/>
                  </a:lnTo>
                  <a:lnTo>
                    <a:pt x="977" y="173"/>
                  </a:lnTo>
                  <a:lnTo>
                    <a:pt x="980" y="173"/>
                  </a:lnTo>
                  <a:lnTo>
                    <a:pt x="980" y="173"/>
                  </a:lnTo>
                  <a:lnTo>
                    <a:pt x="980" y="173"/>
                  </a:lnTo>
                  <a:lnTo>
                    <a:pt x="980" y="173"/>
                  </a:lnTo>
                  <a:lnTo>
                    <a:pt x="982" y="173"/>
                  </a:lnTo>
                  <a:lnTo>
                    <a:pt x="982" y="173"/>
                  </a:lnTo>
                  <a:lnTo>
                    <a:pt x="982" y="176"/>
                  </a:lnTo>
                  <a:lnTo>
                    <a:pt x="982" y="176"/>
                  </a:lnTo>
                  <a:lnTo>
                    <a:pt x="984" y="176"/>
                  </a:lnTo>
                  <a:lnTo>
                    <a:pt x="984" y="176"/>
                  </a:lnTo>
                  <a:lnTo>
                    <a:pt x="984" y="176"/>
                  </a:lnTo>
                  <a:lnTo>
                    <a:pt x="984" y="178"/>
                  </a:lnTo>
                  <a:lnTo>
                    <a:pt x="984" y="178"/>
                  </a:lnTo>
                  <a:lnTo>
                    <a:pt x="984" y="178"/>
                  </a:lnTo>
                  <a:lnTo>
                    <a:pt x="984" y="178"/>
                  </a:lnTo>
                  <a:lnTo>
                    <a:pt x="984" y="178"/>
                  </a:lnTo>
                  <a:lnTo>
                    <a:pt x="984" y="180"/>
                  </a:lnTo>
                  <a:lnTo>
                    <a:pt x="984" y="180"/>
                  </a:lnTo>
                  <a:lnTo>
                    <a:pt x="984" y="180"/>
                  </a:lnTo>
                  <a:lnTo>
                    <a:pt x="987" y="180"/>
                  </a:lnTo>
                  <a:lnTo>
                    <a:pt x="987" y="180"/>
                  </a:lnTo>
                  <a:lnTo>
                    <a:pt x="987" y="180"/>
                  </a:lnTo>
                  <a:lnTo>
                    <a:pt x="987" y="178"/>
                  </a:lnTo>
                  <a:lnTo>
                    <a:pt x="989" y="178"/>
                  </a:lnTo>
                  <a:lnTo>
                    <a:pt x="989" y="178"/>
                  </a:lnTo>
                  <a:lnTo>
                    <a:pt x="989" y="178"/>
                  </a:lnTo>
                  <a:lnTo>
                    <a:pt x="989" y="178"/>
                  </a:lnTo>
                  <a:lnTo>
                    <a:pt x="989" y="178"/>
                  </a:lnTo>
                  <a:lnTo>
                    <a:pt x="991" y="178"/>
                  </a:lnTo>
                  <a:lnTo>
                    <a:pt x="991" y="176"/>
                  </a:lnTo>
                  <a:lnTo>
                    <a:pt x="991" y="176"/>
                  </a:lnTo>
                  <a:lnTo>
                    <a:pt x="991" y="176"/>
                  </a:lnTo>
                  <a:lnTo>
                    <a:pt x="991" y="176"/>
                  </a:lnTo>
                  <a:lnTo>
                    <a:pt x="994" y="176"/>
                  </a:lnTo>
                  <a:lnTo>
                    <a:pt x="994" y="173"/>
                  </a:lnTo>
                  <a:lnTo>
                    <a:pt x="994" y="173"/>
                  </a:lnTo>
                  <a:lnTo>
                    <a:pt x="994" y="173"/>
                  </a:lnTo>
                  <a:lnTo>
                    <a:pt x="996" y="173"/>
                  </a:lnTo>
                  <a:lnTo>
                    <a:pt x="996" y="171"/>
                  </a:lnTo>
                  <a:lnTo>
                    <a:pt x="994" y="171"/>
                  </a:lnTo>
                  <a:lnTo>
                    <a:pt x="994" y="171"/>
                  </a:lnTo>
                  <a:lnTo>
                    <a:pt x="994" y="168"/>
                  </a:lnTo>
                  <a:lnTo>
                    <a:pt x="994" y="168"/>
                  </a:lnTo>
                  <a:lnTo>
                    <a:pt x="994" y="168"/>
                  </a:lnTo>
                  <a:lnTo>
                    <a:pt x="991" y="168"/>
                  </a:lnTo>
                  <a:lnTo>
                    <a:pt x="991" y="168"/>
                  </a:lnTo>
                  <a:lnTo>
                    <a:pt x="994" y="168"/>
                  </a:lnTo>
                  <a:lnTo>
                    <a:pt x="994" y="166"/>
                  </a:lnTo>
                  <a:lnTo>
                    <a:pt x="991" y="166"/>
                  </a:lnTo>
                  <a:lnTo>
                    <a:pt x="991" y="166"/>
                  </a:lnTo>
                  <a:lnTo>
                    <a:pt x="994" y="166"/>
                  </a:lnTo>
                  <a:lnTo>
                    <a:pt x="994" y="164"/>
                  </a:lnTo>
                  <a:lnTo>
                    <a:pt x="994" y="164"/>
                  </a:lnTo>
                  <a:lnTo>
                    <a:pt x="991" y="164"/>
                  </a:lnTo>
                  <a:lnTo>
                    <a:pt x="991" y="164"/>
                  </a:lnTo>
                  <a:lnTo>
                    <a:pt x="991" y="161"/>
                  </a:lnTo>
                  <a:lnTo>
                    <a:pt x="991" y="161"/>
                  </a:lnTo>
                  <a:lnTo>
                    <a:pt x="991" y="161"/>
                  </a:lnTo>
                  <a:lnTo>
                    <a:pt x="991" y="161"/>
                  </a:lnTo>
                  <a:lnTo>
                    <a:pt x="991" y="161"/>
                  </a:lnTo>
                  <a:lnTo>
                    <a:pt x="991" y="161"/>
                  </a:lnTo>
                  <a:lnTo>
                    <a:pt x="994" y="161"/>
                  </a:lnTo>
                  <a:lnTo>
                    <a:pt x="994" y="161"/>
                  </a:lnTo>
                  <a:lnTo>
                    <a:pt x="994" y="161"/>
                  </a:lnTo>
                  <a:lnTo>
                    <a:pt x="994" y="161"/>
                  </a:lnTo>
                  <a:lnTo>
                    <a:pt x="994" y="159"/>
                  </a:lnTo>
                  <a:lnTo>
                    <a:pt x="994" y="159"/>
                  </a:lnTo>
                  <a:lnTo>
                    <a:pt x="991" y="159"/>
                  </a:lnTo>
                  <a:lnTo>
                    <a:pt x="991" y="159"/>
                  </a:lnTo>
                  <a:lnTo>
                    <a:pt x="991" y="157"/>
                  </a:lnTo>
                  <a:lnTo>
                    <a:pt x="991" y="157"/>
                  </a:lnTo>
                  <a:lnTo>
                    <a:pt x="989" y="157"/>
                  </a:lnTo>
                  <a:lnTo>
                    <a:pt x="989" y="157"/>
                  </a:lnTo>
                  <a:lnTo>
                    <a:pt x="989" y="157"/>
                  </a:lnTo>
                  <a:lnTo>
                    <a:pt x="987" y="157"/>
                  </a:lnTo>
                  <a:lnTo>
                    <a:pt x="987" y="157"/>
                  </a:lnTo>
                  <a:lnTo>
                    <a:pt x="984" y="157"/>
                  </a:lnTo>
                  <a:lnTo>
                    <a:pt x="984" y="157"/>
                  </a:lnTo>
                  <a:lnTo>
                    <a:pt x="984" y="157"/>
                  </a:lnTo>
                  <a:lnTo>
                    <a:pt x="984" y="157"/>
                  </a:lnTo>
                  <a:lnTo>
                    <a:pt x="984" y="157"/>
                  </a:lnTo>
                  <a:lnTo>
                    <a:pt x="982" y="157"/>
                  </a:lnTo>
                  <a:lnTo>
                    <a:pt x="982" y="154"/>
                  </a:lnTo>
                  <a:lnTo>
                    <a:pt x="982" y="154"/>
                  </a:lnTo>
                  <a:lnTo>
                    <a:pt x="982" y="152"/>
                  </a:lnTo>
                  <a:lnTo>
                    <a:pt x="982" y="152"/>
                  </a:lnTo>
                  <a:lnTo>
                    <a:pt x="982" y="152"/>
                  </a:lnTo>
                  <a:lnTo>
                    <a:pt x="980" y="152"/>
                  </a:lnTo>
                  <a:lnTo>
                    <a:pt x="980" y="152"/>
                  </a:lnTo>
                  <a:lnTo>
                    <a:pt x="980" y="152"/>
                  </a:lnTo>
                  <a:lnTo>
                    <a:pt x="980" y="150"/>
                  </a:lnTo>
                  <a:lnTo>
                    <a:pt x="977" y="150"/>
                  </a:lnTo>
                  <a:lnTo>
                    <a:pt x="977" y="150"/>
                  </a:lnTo>
                  <a:lnTo>
                    <a:pt x="977" y="147"/>
                  </a:lnTo>
                  <a:lnTo>
                    <a:pt x="977" y="147"/>
                  </a:lnTo>
                  <a:lnTo>
                    <a:pt x="977" y="147"/>
                  </a:lnTo>
                  <a:lnTo>
                    <a:pt x="975" y="147"/>
                  </a:lnTo>
                  <a:lnTo>
                    <a:pt x="975" y="147"/>
                  </a:lnTo>
                  <a:lnTo>
                    <a:pt x="975" y="147"/>
                  </a:lnTo>
                  <a:lnTo>
                    <a:pt x="975" y="147"/>
                  </a:lnTo>
                  <a:lnTo>
                    <a:pt x="973" y="147"/>
                  </a:lnTo>
                  <a:lnTo>
                    <a:pt x="973" y="147"/>
                  </a:lnTo>
                  <a:lnTo>
                    <a:pt x="973" y="147"/>
                  </a:lnTo>
                  <a:lnTo>
                    <a:pt x="970" y="147"/>
                  </a:lnTo>
                  <a:lnTo>
                    <a:pt x="970" y="147"/>
                  </a:lnTo>
                  <a:lnTo>
                    <a:pt x="970" y="145"/>
                  </a:lnTo>
                  <a:lnTo>
                    <a:pt x="970" y="145"/>
                  </a:lnTo>
                  <a:lnTo>
                    <a:pt x="970" y="145"/>
                  </a:lnTo>
                  <a:lnTo>
                    <a:pt x="968" y="145"/>
                  </a:lnTo>
                  <a:lnTo>
                    <a:pt x="968" y="145"/>
                  </a:lnTo>
                  <a:lnTo>
                    <a:pt x="968" y="142"/>
                  </a:lnTo>
                  <a:lnTo>
                    <a:pt x="968" y="142"/>
                  </a:lnTo>
                  <a:lnTo>
                    <a:pt x="968" y="142"/>
                  </a:lnTo>
                  <a:lnTo>
                    <a:pt x="965" y="142"/>
                  </a:lnTo>
                  <a:lnTo>
                    <a:pt x="965" y="142"/>
                  </a:lnTo>
                  <a:lnTo>
                    <a:pt x="965" y="140"/>
                  </a:lnTo>
                  <a:lnTo>
                    <a:pt x="963" y="140"/>
                  </a:lnTo>
                  <a:lnTo>
                    <a:pt x="963" y="140"/>
                  </a:lnTo>
                  <a:lnTo>
                    <a:pt x="963" y="140"/>
                  </a:lnTo>
                  <a:lnTo>
                    <a:pt x="961" y="140"/>
                  </a:lnTo>
                  <a:lnTo>
                    <a:pt x="961" y="140"/>
                  </a:lnTo>
                  <a:lnTo>
                    <a:pt x="958" y="140"/>
                  </a:lnTo>
                  <a:lnTo>
                    <a:pt x="958" y="140"/>
                  </a:lnTo>
                  <a:lnTo>
                    <a:pt x="958" y="140"/>
                  </a:lnTo>
                  <a:lnTo>
                    <a:pt x="958" y="140"/>
                  </a:lnTo>
                  <a:lnTo>
                    <a:pt x="956" y="140"/>
                  </a:lnTo>
                  <a:lnTo>
                    <a:pt x="956" y="140"/>
                  </a:lnTo>
                  <a:lnTo>
                    <a:pt x="956" y="140"/>
                  </a:lnTo>
                  <a:lnTo>
                    <a:pt x="954" y="140"/>
                  </a:lnTo>
                  <a:lnTo>
                    <a:pt x="954" y="140"/>
                  </a:lnTo>
                  <a:lnTo>
                    <a:pt x="951" y="140"/>
                  </a:lnTo>
                  <a:lnTo>
                    <a:pt x="951" y="140"/>
                  </a:lnTo>
                  <a:lnTo>
                    <a:pt x="951" y="140"/>
                  </a:lnTo>
                  <a:lnTo>
                    <a:pt x="951" y="140"/>
                  </a:lnTo>
                  <a:lnTo>
                    <a:pt x="949" y="140"/>
                  </a:lnTo>
                  <a:lnTo>
                    <a:pt x="949" y="140"/>
                  </a:lnTo>
                  <a:lnTo>
                    <a:pt x="949" y="142"/>
                  </a:lnTo>
                  <a:lnTo>
                    <a:pt x="949" y="142"/>
                  </a:lnTo>
                  <a:lnTo>
                    <a:pt x="949" y="142"/>
                  </a:lnTo>
                  <a:lnTo>
                    <a:pt x="946" y="142"/>
                  </a:lnTo>
                  <a:lnTo>
                    <a:pt x="946" y="145"/>
                  </a:lnTo>
                  <a:lnTo>
                    <a:pt x="946" y="145"/>
                  </a:lnTo>
                  <a:lnTo>
                    <a:pt x="946" y="145"/>
                  </a:lnTo>
                  <a:lnTo>
                    <a:pt x="944" y="145"/>
                  </a:lnTo>
                  <a:lnTo>
                    <a:pt x="944" y="147"/>
                  </a:lnTo>
                  <a:lnTo>
                    <a:pt x="944" y="147"/>
                  </a:lnTo>
                  <a:lnTo>
                    <a:pt x="944" y="147"/>
                  </a:lnTo>
                  <a:lnTo>
                    <a:pt x="944" y="147"/>
                  </a:lnTo>
                  <a:lnTo>
                    <a:pt x="942" y="147"/>
                  </a:lnTo>
                  <a:lnTo>
                    <a:pt x="942" y="147"/>
                  </a:lnTo>
                  <a:lnTo>
                    <a:pt x="942" y="147"/>
                  </a:lnTo>
                  <a:lnTo>
                    <a:pt x="942" y="150"/>
                  </a:lnTo>
                  <a:lnTo>
                    <a:pt x="942" y="150"/>
                  </a:lnTo>
                  <a:lnTo>
                    <a:pt x="939" y="150"/>
                  </a:lnTo>
                  <a:lnTo>
                    <a:pt x="939" y="150"/>
                  </a:lnTo>
                  <a:lnTo>
                    <a:pt x="939" y="147"/>
                  </a:lnTo>
                  <a:lnTo>
                    <a:pt x="937" y="147"/>
                  </a:lnTo>
                  <a:lnTo>
                    <a:pt x="937" y="147"/>
                  </a:lnTo>
                  <a:lnTo>
                    <a:pt x="937" y="147"/>
                  </a:lnTo>
                  <a:lnTo>
                    <a:pt x="937" y="147"/>
                  </a:lnTo>
                  <a:lnTo>
                    <a:pt x="937" y="147"/>
                  </a:lnTo>
                  <a:lnTo>
                    <a:pt x="935" y="147"/>
                  </a:lnTo>
                  <a:lnTo>
                    <a:pt x="935" y="147"/>
                  </a:lnTo>
                  <a:lnTo>
                    <a:pt x="935" y="145"/>
                  </a:lnTo>
                  <a:lnTo>
                    <a:pt x="935" y="145"/>
                  </a:lnTo>
                  <a:lnTo>
                    <a:pt x="932" y="145"/>
                  </a:lnTo>
                  <a:lnTo>
                    <a:pt x="932" y="145"/>
                  </a:lnTo>
                  <a:lnTo>
                    <a:pt x="932" y="145"/>
                  </a:lnTo>
                  <a:lnTo>
                    <a:pt x="930" y="145"/>
                  </a:lnTo>
                  <a:lnTo>
                    <a:pt x="930" y="145"/>
                  </a:lnTo>
                  <a:lnTo>
                    <a:pt x="930" y="145"/>
                  </a:lnTo>
                  <a:lnTo>
                    <a:pt x="930" y="142"/>
                  </a:lnTo>
                  <a:lnTo>
                    <a:pt x="928" y="142"/>
                  </a:lnTo>
                  <a:lnTo>
                    <a:pt x="928" y="142"/>
                  </a:lnTo>
                  <a:lnTo>
                    <a:pt x="928" y="142"/>
                  </a:lnTo>
                  <a:lnTo>
                    <a:pt x="928" y="145"/>
                  </a:lnTo>
                  <a:lnTo>
                    <a:pt x="925" y="145"/>
                  </a:lnTo>
                  <a:lnTo>
                    <a:pt x="925" y="145"/>
                  </a:lnTo>
                  <a:lnTo>
                    <a:pt x="923" y="145"/>
                  </a:lnTo>
                  <a:lnTo>
                    <a:pt x="923" y="145"/>
                  </a:lnTo>
                  <a:lnTo>
                    <a:pt x="923" y="145"/>
                  </a:lnTo>
                  <a:lnTo>
                    <a:pt x="923" y="145"/>
                  </a:lnTo>
                  <a:lnTo>
                    <a:pt x="920" y="145"/>
                  </a:lnTo>
                  <a:lnTo>
                    <a:pt x="920" y="145"/>
                  </a:lnTo>
                  <a:lnTo>
                    <a:pt x="918" y="145"/>
                  </a:lnTo>
                  <a:lnTo>
                    <a:pt x="918" y="145"/>
                  </a:lnTo>
                  <a:lnTo>
                    <a:pt x="918" y="145"/>
                  </a:lnTo>
                  <a:lnTo>
                    <a:pt x="918" y="145"/>
                  </a:lnTo>
                  <a:lnTo>
                    <a:pt x="916" y="145"/>
                  </a:lnTo>
                  <a:lnTo>
                    <a:pt x="916" y="145"/>
                  </a:lnTo>
                  <a:lnTo>
                    <a:pt x="916" y="145"/>
                  </a:lnTo>
                  <a:lnTo>
                    <a:pt x="916" y="145"/>
                  </a:lnTo>
                  <a:lnTo>
                    <a:pt x="913" y="145"/>
                  </a:lnTo>
                  <a:lnTo>
                    <a:pt x="913" y="147"/>
                  </a:lnTo>
                  <a:lnTo>
                    <a:pt x="913" y="147"/>
                  </a:lnTo>
                  <a:lnTo>
                    <a:pt x="911" y="147"/>
                  </a:lnTo>
                  <a:lnTo>
                    <a:pt x="911" y="147"/>
                  </a:lnTo>
                  <a:lnTo>
                    <a:pt x="911" y="147"/>
                  </a:lnTo>
                  <a:lnTo>
                    <a:pt x="911" y="147"/>
                  </a:lnTo>
                  <a:lnTo>
                    <a:pt x="911" y="147"/>
                  </a:lnTo>
                  <a:lnTo>
                    <a:pt x="911" y="150"/>
                  </a:lnTo>
                  <a:lnTo>
                    <a:pt x="909" y="150"/>
                  </a:lnTo>
                  <a:lnTo>
                    <a:pt x="909" y="147"/>
                  </a:lnTo>
                  <a:lnTo>
                    <a:pt x="909" y="147"/>
                  </a:lnTo>
                  <a:lnTo>
                    <a:pt x="909" y="147"/>
                  </a:lnTo>
                  <a:lnTo>
                    <a:pt x="909" y="147"/>
                  </a:lnTo>
                  <a:lnTo>
                    <a:pt x="906" y="147"/>
                  </a:lnTo>
                  <a:lnTo>
                    <a:pt x="906" y="147"/>
                  </a:lnTo>
                  <a:lnTo>
                    <a:pt x="906" y="147"/>
                  </a:lnTo>
                  <a:lnTo>
                    <a:pt x="906" y="145"/>
                  </a:lnTo>
                  <a:lnTo>
                    <a:pt x="904" y="145"/>
                  </a:lnTo>
                  <a:lnTo>
                    <a:pt x="904" y="145"/>
                  </a:lnTo>
                  <a:lnTo>
                    <a:pt x="904" y="145"/>
                  </a:lnTo>
                  <a:lnTo>
                    <a:pt x="904" y="145"/>
                  </a:lnTo>
                  <a:lnTo>
                    <a:pt x="904" y="142"/>
                  </a:lnTo>
                  <a:lnTo>
                    <a:pt x="901" y="142"/>
                  </a:lnTo>
                  <a:lnTo>
                    <a:pt x="901" y="142"/>
                  </a:lnTo>
                  <a:lnTo>
                    <a:pt x="901" y="142"/>
                  </a:lnTo>
                  <a:lnTo>
                    <a:pt x="901" y="142"/>
                  </a:lnTo>
                  <a:lnTo>
                    <a:pt x="899" y="142"/>
                  </a:lnTo>
                  <a:lnTo>
                    <a:pt x="899" y="140"/>
                  </a:lnTo>
                  <a:lnTo>
                    <a:pt x="901" y="140"/>
                  </a:lnTo>
                  <a:lnTo>
                    <a:pt x="901" y="140"/>
                  </a:lnTo>
                  <a:lnTo>
                    <a:pt x="901" y="140"/>
                  </a:lnTo>
                  <a:lnTo>
                    <a:pt x="901" y="138"/>
                  </a:lnTo>
                  <a:lnTo>
                    <a:pt x="901" y="138"/>
                  </a:lnTo>
                  <a:lnTo>
                    <a:pt x="901" y="138"/>
                  </a:lnTo>
                  <a:lnTo>
                    <a:pt x="901" y="138"/>
                  </a:lnTo>
                  <a:lnTo>
                    <a:pt x="901" y="138"/>
                  </a:lnTo>
                  <a:lnTo>
                    <a:pt x="901" y="135"/>
                  </a:lnTo>
                  <a:lnTo>
                    <a:pt x="901" y="135"/>
                  </a:lnTo>
                  <a:lnTo>
                    <a:pt x="904" y="135"/>
                  </a:lnTo>
                  <a:lnTo>
                    <a:pt x="904" y="135"/>
                  </a:lnTo>
                  <a:lnTo>
                    <a:pt x="904" y="135"/>
                  </a:lnTo>
                  <a:lnTo>
                    <a:pt x="904" y="135"/>
                  </a:lnTo>
                  <a:lnTo>
                    <a:pt x="906" y="135"/>
                  </a:lnTo>
                  <a:lnTo>
                    <a:pt x="906" y="135"/>
                  </a:lnTo>
                  <a:lnTo>
                    <a:pt x="909" y="135"/>
                  </a:lnTo>
                  <a:lnTo>
                    <a:pt x="909" y="133"/>
                  </a:lnTo>
                  <a:lnTo>
                    <a:pt x="909" y="133"/>
                  </a:lnTo>
                  <a:lnTo>
                    <a:pt x="909" y="131"/>
                  </a:lnTo>
                  <a:lnTo>
                    <a:pt x="909" y="131"/>
                  </a:lnTo>
                  <a:lnTo>
                    <a:pt x="909" y="128"/>
                  </a:lnTo>
                  <a:lnTo>
                    <a:pt x="909" y="128"/>
                  </a:lnTo>
                  <a:lnTo>
                    <a:pt x="909" y="128"/>
                  </a:lnTo>
                  <a:lnTo>
                    <a:pt x="909" y="128"/>
                  </a:lnTo>
                  <a:lnTo>
                    <a:pt x="909" y="126"/>
                  </a:lnTo>
                  <a:lnTo>
                    <a:pt x="909" y="126"/>
                  </a:lnTo>
                  <a:lnTo>
                    <a:pt x="909" y="126"/>
                  </a:lnTo>
                  <a:lnTo>
                    <a:pt x="911" y="126"/>
                  </a:lnTo>
                  <a:lnTo>
                    <a:pt x="911" y="123"/>
                  </a:lnTo>
                  <a:lnTo>
                    <a:pt x="911" y="123"/>
                  </a:lnTo>
                  <a:lnTo>
                    <a:pt x="911" y="123"/>
                  </a:lnTo>
                  <a:lnTo>
                    <a:pt x="911" y="123"/>
                  </a:lnTo>
                  <a:lnTo>
                    <a:pt x="911" y="121"/>
                  </a:lnTo>
                  <a:lnTo>
                    <a:pt x="913" y="121"/>
                  </a:lnTo>
                  <a:lnTo>
                    <a:pt x="913" y="121"/>
                  </a:lnTo>
                  <a:lnTo>
                    <a:pt x="913" y="121"/>
                  </a:lnTo>
                  <a:lnTo>
                    <a:pt x="913" y="119"/>
                  </a:lnTo>
                  <a:lnTo>
                    <a:pt x="913" y="119"/>
                  </a:lnTo>
                  <a:lnTo>
                    <a:pt x="913" y="119"/>
                  </a:lnTo>
                  <a:lnTo>
                    <a:pt x="913" y="119"/>
                  </a:lnTo>
                  <a:lnTo>
                    <a:pt x="913" y="116"/>
                  </a:lnTo>
                  <a:lnTo>
                    <a:pt x="913" y="116"/>
                  </a:lnTo>
                  <a:lnTo>
                    <a:pt x="913" y="116"/>
                  </a:lnTo>
                  <a:lnTo>
                    <a:pt x="916" y="116"/>
                  </a:lnTo>
                  <a:lnTo>
                    <a:pt x="916" y="114"/>
                  </a:lnTo>
                  <a:lnTo>
                    <a:pt x="916" y="114"/>
                  </a:lnTo>
                  <a:lnTo>
                    <a:pt x="916" y="114"/>
                  </a:lnTo>
                  <a:lnTo>
                    <a:pt x="916" y="112"/>
                  </a:lnTo>
                  <a:lnTo>
                    <a:pt x="916" y="112"/>
                  </a:lnTo>
                  <a:lnTo>
                    <a:pt x="916" y="112"/>
                  </a:lnTo>
                  <a:lnTo>
                    <a:pt x="916" y="109"/>
                  </a:lnTo>
                  <a:lnTo>
                    <a:pt x="918" y="109"/>
                  </a:lnTo>
                  <a:lnTo>
                    <a:pt x="918" y="109"/>
                  </a:lnTo>
                  <a:lnTo>
                    <a:pt x="918" y="109"/>
                  </a:lnTo>
                  <a:lnTo>
                    <a:pt x="918" y="109"/>
                  </a:lnTo>
                  <a:lnTo>
                    <a:pt x="918" y="107"/>
                  </a:lnTo>
                  <a:lnTo>
                    <a:pt x="918" y="107"/>
                  </a:lnTo>
                  <a:lnTo>
                    <a:pt x="918" y="107"/>
                  </a:lnTo>
                  <a:lnTo>
                    <a:pt x="918" y="105"/>
                  </a:lnTo>
                  <a:lnTo>
                    <a:pt x="920" y="105"/>
                  </a:lnTo>
                  <a:lnTo>
                    <a:pt x="920" y="105"/>
                  </a:lnTo>
                  <a:lnTo>
                    <a:pt x="920" y="105"/>
                  </a:lnTo>
                  <a:lnTo>
                    <a:pt x="920" y="102"/>
                  </a:lnTo>
                  <a:lnTo>
                    <a:pt x="923" y="102"/>
                  </a:lnTo>
                  <a:lnTo>
                    <a:pt x="923" y="102"/>
                  </a:lnTo>
                  <a:lnTo>
                    <a:pt x="923" y="100"/>
                  </a:lnTo>
                  <a:lnTo>
                    <a:pt x="923" y="100"/>
                  </a:lnTo>
                  <a:lnTo>
                    <a:pt x="923" y="100"/>
                  </a:lnTo>
                  <a:lnTo>
                    <a:pt x="923" y="100"/>
                  </a:lnTo>
                  <a:lnTo>
                    <a:pt x="923" y="97"/>
                  </a:lnTo>
                  <a:lnTo>
                    <a:pt x="923" y="97"/>
                  </a:lnTo>
                  <a:lnTo>
                    <a:pt x="925" y="97"/>
                  </a:lnTo>
                  <a:lnTo>
                    <a:pt x="925" y="97"/>
                  </a:lnTo>
                  <a:lnTo>
                    <a:pt x="925" y="97"/>
                  </a:lnTo>
                  <a:lnTo>
                    <a:pt x="925" y="95"/>
                  </a:lnTo>
                  <a:lnTo>
                    <a:pt x="925" y="95"/>
                  </a:lnTo>
                  <a:lnTo>
                    <a:pt x="928" y="95"/>
                  </a:lnTo>
                  <a:lnTo>
                    <a:pt x="928" y="95"/>
                  </a:lnTo>
                  <a:lnTo>
                    <a:pt x="928" y="95"/>
                  </a:lnTo>
                  <a:lnTo>
                    <a:pt x="928" y="95"/>
                  </a:lnTo>
                  <a:lnTo>
                    <a:pt x="930" y="95"/>
                  </a:lnTo>
                  <a:lnTo>
                    <a:pt x="930" y="97"/>
                  </a:lnTo>
                  <a:lnTo>
                    <a:pt x="930" y="97"/>
                  </a:lnTo>
                  <a:lnTo>
                    <a:pt x="930" y="97"/>
                  </a:lnTo>
                  <a:lnTo>
                    <a:pt x="930" y="97"/>
                  </a:lnTo>
                  <a:lnTo>
                    <a:pt x="932" y="97"/>
                  </a:lnTo>
                  <a:lnTo>
                    <a:pt x="932" y="97"/>
                  </a:lnTo>
                  <a:lnTo>
                    <a:pt x="935" y="97"/>
                  </a:lnTo>
                  <a:lnTo>
                    <a:pt x="935" y="97"/>
                  </a:lnTo>
                  <a:lnTo>
                    <a:pt x="935" y="97"/>
                  </a:lnTo>
                  <a:lnTo>
                    <a:pt x="935" y="97"/>
                  </a:lnTo>
                  <a:lnTo>
                    <a:pt x="937" y="97"/>
                  </a:lnTo>
                  <a:lnTo>
                    <a:pt x="937" y="97"/>
                  </a:lnTo>
                  <a:lnTo>
                    <a:pt x="937" y="100"/>
                  </a:lnTo>
                  <a:lnTo>
                    <a:pt x="937" y="100"/>
                  </a:lnTo>
                  <a:lnTo>
                    <a:pt x="939" y="100"/>
                  </a:lnTo>
                  <a:lnTo>
                    <a:pt x="939" y="100"/>
                  </a:lnTo>
                  <a:lnTo>
                    <a:pt x="942" y="100"/>
                  </a:lnTo>
                  <a:lnTo>
                    <a:pt x="942" y="100"/>
                  </a:lnTo>
                  <a:lnTo>
                    <a:pt x="942" y="100"/>
                  </a:lnTo>
                  <a:lnTo>
                    <a:pt x="944" y="100"/>
                  </a:lnTo>
                  <a:lnTo>
                    <a:pt x="944" y="100"/>
                  </a:lnTo>
                  <a:lnTo>
                    <a:pt x="944" y="100"/>
                  </a:lnTo>
                  <a:lnTo>
                    <a:pt x="944" y="100"/>
                  </a:lnTo>
                  <a:lnTo>
                    <a:pt x="946" y="100"/>
                  </a:lnTo>
                  <a:lnTo>
                    <a:pt x="946" y="100"/>
                  </a:lnTo>
                  <a:lnTo>
                    <a:pt x="946" y="102"/>
                  </a:lnTo>
                  <a:lnTo>
                    <a:pt x="949" y="102"/>
                  </a:lnTo>
                  <a:lnTo>
                    <a:pt x="949" y="102"/>
                  </a:lnTo>
                  <a:lnTo>
                    <a:pt x="949" y="102"/>
                  </a:lnTo>
                  <a:lnTo>
                    <a:pt x="949" y="102"/>
                  </a:lnTo>
                  <a:lnTo>
                    <a:pt x="951" y="102"/>
                  </a:lnTo>
                  <a:lnTo>
                    <a:pt x="951" y="102"/>
                  </a:lnTo>
                  <a:lnTo>
                    <a:pt x="951" y="102"/>
                  </a:lnTo>
                  <a:lnTo>
                    <a:pt x="951" y="102"/>
                  </a:lnTo>
                  <a:lnTo>
                    <a:pt x="954" y="102"/>
                  </a:lnTo>
                  <a:lnTo>
                    <a:pt x="954" y="100"/>
                  </a:lnTo>
                  <a:lnTo>
                    <a:pt x="954" y="100"/>
                  </a:lnTo>
                  <a:lnTo>
                    <a:pt x="954" y="100"/>
                  </a:lnTo>
                  <a:lnTo>
                    <a:pt x="956" y="100"/>
                  </a:lnTo>
                  <a:lnTo>
                    <a:pt x="956" y="100"/>
                  </a:lnTo>
                  <a:lnTo>
                    <a:pt x="956" y="97"/>
                  </a:lnTo>
                  <a:lnTo>
                    <a:pt x="956" y="97"/>
                  </a:lnTo>
                  <a:lnTo>
                    <a:pt x="958" y="97"/>
                  </a:lnTo>
                  <a:lnTo>
                    <a:pt x="958" y="97"/>
                  </a:lnTo>
                  <a:lnTo>
                    <a:pt x="958" y="97"/>
                  </a:lnTo>
                  <a:lnTo>
                    <a:pt x="958" y="97"/>
                  </a:lnTo>
                  <a:lnTo>
                    <a:pt x="958" y="97"/>
                  </a:lnTo>
                  <a:lnTo>
                    <a:pt x="961" y="97"/>
                  </a:lnTo>
                  <a:lnTo>
                    <a:pt x="961" y="97"/>
                  </a:lnTo>
                  <a:lnTo>
                    <a:pt x="961" y="95"/>
                  </a:lnTo>
                  <a:lnTo>
                    <a:pt x="963" y="95"/>
                  </a:lnTo>
                  <a:lnTo>
                    <a:pt x="963" y="95"/>
                  </a:lnTo>
                  <a:lnTo>
                    <a:pt x="963" y="95"/>
                  </a:lnTo>
                  <a:lnTo>
                    <a:pt x="963" y="95"/>
                  </a:lnTo>
                  <a:lnTo>
                    <a:pt x="965" y="95"/>
                  </a:lnTo>
                  <a:lnTo>
                    <a:pt x="965" y="93"/>
                  </a:lnTo>
                  <a:lnTo>
                    <a:pt x="965" y="93"/>
                  </a:lnTo>
                  <a:lnTo>
                    <a:pt x="965" y="93"/>
                  </a:lnTo>
                  <a:lnTo>
                    <a:pt x="968" y="93"/>
                  </a:lnTo>
                  <a:lnTo>
                    <a:pt x="968" y="93"/>
                  </a:lnTo>
                  <a:lnTo>
                    <a:pt x="968" y="90"/>
                  </a:lnTo>
                  <a:lnTo>
                    <a:pt x="968" y="90"/>
                  </a:lnTo>
                  <a:lnTo>
                    <a:pt x="970" y="90"/>
                  </a:lnTo>
                  <a:lnTo>
                    <a:pt x="970" y="90"/>
                  </a:lnTo>
                  <a:lnTo>
                    <a:pt x="970" y="90"/>
                  </a:lnTo>
                  <a:lnTo>
                    <a:pt x="973" y="90"/>
                  </a:lnTo>
                  <a:lnTo>
                    <a:pt x="973" y="90"/>
                  </a:lnTo>
                  <a:lnTo>
                    <a:pt x="975" y="90"/>
                  </a:lnTo>
                  <a:lnTo>
                    <a:pt x="975" y="90"/>
                  </a:lnTo>
                  <a:lnTo>
                    <a:pt x="975" y="90"/>
                  </a:lnTo>
                  <a:lnTo>
                    <a:pt x="975" y="90"/>
                  </a:lnTo>
                  <a:lnTo>
                    <a:pt x="975" y="90"/>
                  </a:lnTo>
                  <a:lnTo>
                    <a:pt x="977" y="90"/>
                  </a:lnTo>
                  <a:lnTo>
                    <a:pt x="977" y="90"/>
                  </a:lnTo>
                  <a:lnTo>
                    <a:pt x="977" y="90"/>
                  </a:lnTo>
                  <a:lnTo>
                    <a:pt x="977" y="90"/>
                  </a:lnTo>
                  <a:lnTo>
                    <a:pt x="980" y="90"/>
                  </a:lnTo>
                  <a:lnTo>
                    <a:pt x="980" y="90"/>
                  </a:lnTo>
                  <a:lnTo>
                    <a:pt x="980" y="88"/>
                  </a:lnTo>
                  <a:lnTo>
                    <a:pt x="982" y="88"/>
                  </a:lnTo>
                  <a:lnTo>
                    <a:pt x="982" y="88"/>
                  </a:lnTo>
                  <a:lnTo>
                    <a:pt x="982" y="88"/>
                  </a:lnTo>
                  <a:lnTo>
                    <a:pt x="982" y="88"/>
                  </a:lnTo>
                  <a:lnTo>
                    <a:pt x="982" y="88"/>
                  </a:lnTo>
                  <a:lnTo>
                    <a:pt x="982" y="86"/>
                  </a:lnTo>
                  <a:lnTo>
                    <a:pt x="984" y="86"/>
                  </a:lnTo>
                  <a:lnTo>
                    <a:pt x="984" y="86"/>
                  </a:lnTo>
                  <a:lnTo>
                    <a:pt x="982" y="86"/>
                  </a:lnTo>
                  <a:lnTo>
                    <a:pt x="982" y="83"/>
                  </a:lnTo>
                  <a:lnTo>
                    <a:pt x="982" y="83"/>
                  </a:lnTo>
                  <a:lnTo>
                    <a:pt x="982" y="81"/>
                  </a:lnTo>
                  <a:lnTo>
                    <a:pt x="982" y="81"/>
                  </a:lnTo>
                  <a:lnTo>
                    <a:pt x="982" y="81"/>
                  </a:lnTo>
                  <a:lnTo>
                    <a:pt x="980" y="81"/>
                  </a:lnTo>
                  <a:lnTo>
                    <a:pt x="980" y="81"/>
                  </a:lnTo>
                  <a:lnTo>
                    <a:pt x="980" y="81"/>
                  </a:lnTo>
                  <a:lnTo>
                    <a:pt x="977" y="81"/>
                  </a:lnTo>
                  <a:lnTo>
                    <a:pt x="977" y="78"/>
                  </a:lnTo>
                  <a:lnTo>
                    <a:pt x="980" y="78"/>
                  </a:lnTo>
                  <a:lnTo>
                    <a:pt x="980" y="78"/>
                  </a:lnTo>
                  <a:lnTo>
                    <a:pt x="980" y="78"/>
                  </a:lnTo>
                  <a:lnTo>
                    <a:pt x="982" y="78"/>
                  </a:lnTo>
                  <a:lnTo>
                    <a:pt x="982" y="78"/>
                  </a:lnTo>
                  <a:lnTo>
                    <a:pt x="982" y="76"/>
                  </a:lnTo>
                  <a:lnTo>
                    <a:pt x="982" y="76"/>
                  </a:lnTo>
                  <a:lnTo>
                    <a:pt x="982" y="76"/>
                  </a:lnTo>
                  <a:lnTo>
                    <a:pt x="982" y="74"/>
                  </a:lnTo>
                  <a:lnTo>
                    <a:pt x="982" y="74"/>
                  </a:lnTo>
                  <a:lnTo>
                    <a:pt x="984" y="74"/>
                  </a:lnTo>
                  <a:lnTo>
                    <a:pt x="984" y="74"/>
                  </a:lnTo>
                  <a:lnTo>
                    <a:pt x="984" y="74"/>
                  </a:lnTo>
                  <a:lnTo>
                    <a:pt x="984" y="71"/>
                  </a:lnTo>
                  <a:lnTo>
                    <a:pt x="984" y="71"/>
                  </a:lnTo>
                  <a:lnTo>
                    <a:pt x="984" y="71"/>
                  </a:lnTo>
                  <a:lnTo>
                    <a:pt x="987" y="71"/>
                  </a:lnTo>
                  <a:lnTo>
                    <a:pt x="987" y="69"/>
                  </a:lnTo>
                  <a:lnTo>
                    <a:pt x="987" y="69"/>
                  </a:lnTo>
                  <a:lnTo>
                    <a:pt x="987" y="69"/>
                  </a:lnTo>
                  <a:lnTo>
                    <a:pt x="987" y="67"/>
                  </a:lnTo>
                  <a:lnTo>
                    <a:pt x="987" y="67"/>
                  </a:lnTo>
                  <a:lnTo>
                    <a:pt x="987" y="67"/>
                  </a:lnTo>
                  <a:lnTo>
                    <a:pt x="989" y="67"/>
                  </a:lnTo>
                  <a:lnTo>
                    <a:pt x="989" y="64"/>
                  </a:lnTo>
                  <a:lnTo>
                    <a:pt x="989" y="64"/>
                  </a:lnTo>
                  <a:lnTo>
                    <a:pt x="989" y="64"/>
                  </a:lnTo>
                  <a:lnTo>
                    <a:pt x="989" y="64"/>
                  </a:lnTo>
                  <a:lnTo>
                    <a:pt x="991" y="64"/>
                  </a:lnTo>
                  <a:lnTo>
                    <a:pt x="991" y="62"/>
                  </a:lnTo>
                  <a:lnTo>
                    <a:pt x="991" y="62"/>
                  </a:lnTo>
                  <a:lnTo>
                    <a:pt x="991" y="62"/>
                  </a:lnTo>
                  <a:lnTo>
                    <a:pt x="991" y="59"/>
                  </a:lnTo>
                  <a:lnTo>
                    <a:pt x="991" y="59"/>
                  </a:lnTo>
                  <a:lnTo>
                    <a:pt x="991" y="59"/>
                  </a:lnTo>
                  <a:lnTo>
                    <a:pt x="991" y="59"/>
                  </a:lnTo>
                  <a:lnTo>
                    <a:pt x="991" y="57"/>
                  </a:lnTo>
                  <a:lnTo>
                    <a:pt x="994" y="57"/>
                  </a:lnTo>
                  <a:lnTo>
                    <a:pt x="994" y="57"/>
                  </a:lnTo>
                  <a:lnTo>
                    <a:pt x="994" y="57"/>
                  </a:lnTo>
                  <a:lnTo>
                    <a:pt x="996" y="57"/>
                  </a:lnTo>
                  <a:lnTo>
                    <a:pt x="996" y="55"/>
                  </a:lnTo>
                  <a:lnTo>
                    <a:pt x="996" y="55"/>
                  </a:lnTo>
                  <a:lnTo>
                    <a:pt x="996" y="55"/>
                  </a:lnTo>
                  <a:lnTo>
                    <a:pt x="996" y="52"/>
                  </a:lnTo>
                  <a:lnTo>
                    <a:pt x="996" y="52"/>
                  </a:lnTo>
                  <a:lnTo>
                    <a:pt x="996" y="52"/>
                  </a:lnTo>
                  <a:lnTo>
                    <a:pt x="996" y="50"/>
                  </a:lnTo>
                  <a:lnTo>
                    <a:pt x="999" y="50"/>
                  </a:lnTo>
                  <a:lnTo>
                    <a:pt x="999" y="50"/>
                  </a:lnTo>
                  <a:lnTo>
                    <a:pt x="999" y="50"/>
                  </a:lnTo>
                  <a:lnTo>
                    <a:pt x="999" y="50"/>
                  </a:lnTo>
                  <a:lnTo>
                    <a:pt x="999" y="48"/>
                  </a:lnTo>
                  <a:lnTo>
                    <a:pt x="1001" y="48"/>
                  </a:lnTo>
                  <a:lnTo>
                    <a:pt x="1001" y="48"/>
                  </a:lnTo>
                  <a:lnTo>
                    <a:pt x="1001" y="48"/>
                  </a:lnTo>
                  <a:lnTo>
                    <a:pt x="1001" y="48"/>
                  </a:lnTo>
                  <a:lnTo>
                    <a:pt x="1003" y="48"/>
                  </a:lnTo>
                  <a:lnTo>
                    <a:pt x="1003" y="45"/>
                  </a:lnTo>
                  <a:lnTo>
                    <a:pt x="1003" y="45"/>
                  </a:lnTo>
                  <a:lnTo>
                    <a:pt x="1003" y="45"/>
                  </a:lnTo>
                  <a:lnTo>
                    <a:pt x="1003" y="45"/>
                  </a:lnTo>
                  <a:lnTo>
                    <a:pt x="1006" y="45"/>
                  </a:lnTo>
                  <a:lnTo>
                    <a:pt x="1006" y="43"/>
                  </a:lnTo>
                  <a:lnTo>
                    <a:pt x="1006" y="43"/>
                  </a:lnTo>
                  <a:lnTo>
                    <a:pt x="1008" y="43"/>
                  </a:lnTo>
                  <a:lnTo>
                    <a:pt x="1008" y="43"/>
                  </a:lnTo>
                  <a:lnTo>
                    <a:pt x="1008" y="43"/>
                  </a:lnTo>
                  <a:lnTo>
                    <a:pt x="1008" y="43"/>
                  </a:lnTo>
                  <a:lnTo>
                    <a:pt x="1008" y="41"/>
                  </a:lnTo>
                  <a:lnTo>
                    <a:pt x="1010" y="41"/>
                  </a:lnTo>
                  <a:lnTo>
                    <a:pt x="1010" y="41"/>
                  </a:lnTo>
                  <a:lnTo>
                    <a:pt x="1010" y="41"/>
                  </a:lnTo>
                  <a:lnTo>
                    <a:pt x="1010" y="41"/>
                  </a:lnTo>
                  <a:lnTo>
                    <a:pt x="1010" y="38"/>
                  </a:lnTo>
                  <a:lnTo>
                    <a:pt x="1013" y="38"/>
                  </a:lnTo>
                  <a:lnTo>
                    <a:pt x="1013" y="38"/>
                  </a:lnTo>
                  <a:lnTo>
                    <a:pt x="1013" y="38"/>
                  </a:lnTo>
                  <a:lnTo>
                    <a:pt x="1013" y="38"/>
                  </a:lnTo>
                  <a:lnTo>
                    <a:pt x="1013" y="36"/>
                  </a:lnTo>
                  <a:lnTo>
                    <a:pt x="1013" y="36"/>
                  </a:lnTo>
                  <a:lnTo>
                    <a:pt x="1013" y="33"/>
                  </a:lnTo>
                  <a:lnTo>
                    <a:pt x="1013" y="33"/>
                  </a:lnTo>
                  <a:lnTo>
                    <a:pt x="1013" y="33"/>
                  </a:lnTo>
                  <a:lnTo>
                    <a:pt x="1013" y="31"/>
                  </a:lnTo>
                  <a:lnTo>
                    <a:pt x="1010" y="31"/>
                  </a:lnTo>
                  <a:lnTo>
                    <a:pt x="1010" y="31"/>
                  </a:lnTo>
                  <a:lnTo>
                    <a:pt x="1010" y="31"/>
                  </a:lnTo>
                  <a:lnTo>
                    <a:pt x="1010" y="29"/>
                  </a:lnTo>
                  <a:lnTo>
                    <a:pt x="1010" y="29"/>
                  </a:lnTo>
                  <a:lnTo>
                    <a:pt x="1010" y="29"/>
                  </a:lnTo>
                  <a:lnTo>
                    <a:pt x="1010" y="29"/>
                  </a:lnTo>
                  <a:lnTo>
                    <a:pt x="1010" y="26"/>
                  </a:lnTo>
                  <a:lnTo>
                    <a:pt x="1013" y="26"/>
                  </a:lnTo>
                  <a:lnTo>
                    <a:pt x="1013" y="26"/>
                  </a:lnTo>
                  <a:lnTo>
                    <a:pt x="1010" y="26"/>
                  </a:lnTo>
                  <a:lnTo>
                    <a:pt x="1010" y="26"/>
                  </a:lnTo>
                  <a:lnTo>
                    <a:pt x="1010" y="24"/>
                  </a:lnTo>
                  <a:lnTo>
                    <a:pt x="1010" y="24"/>
                  </a:lnTo>
                  <a:lnTo>
                    <a:pt x="1008" y="24"/>
                  </a:lnTo>
                  <a:lnTo>
                    <a:pt x="1008" y="24"/>
                  </a:lnTo>
                  <a:lnTo>
                    <a:pt x="1008" y="24"/>
                  </a:lnTo>
                  <a:lnTo>
                    <a:pt x="1008" y="24"/>
                  </a:lnTo>
                  <a:lnTo>
                    <a:pt x="1006" y="24"/>
                  </a:lnTo>
                  <a:lnTo>
                    <a:pt x="1006" y="24"/>
                  </a:lnTo>
                  <a:lnTo>
                    <a:pt x="1003" y="24"/>
                  </a:lnTo>
                  <a:lnTo>
                    <a:pt x="1003" y="24"/>
                  </a:lnTo>
                  <a:lnTo>
                    <a:pt x="1003" y="24"/>
                  </a:lnTo>
                  <a:lnTo>
                    <a:pt x="1003" y="24"/>
                  </a:lnTo>
                  <a:lnTo>
                    <a:pt x="1001" y="24"/>
                  </a:lnTo>
                  <a:lnTo>
                    <a:pt x="1001" y="24"/>
                  </a:lnTo>
                  <a:lnTo>
                    <a:pt x="1001" y="24"/>
                  </a:lnTo>
                  <a:lnTo>
                    <a:pt x="999" y="24"/>
                  </a:lnTo>
                  <a:lnTo>
                    <a:pt x="999" y="24"/>
                  </a:lnTo>
                  <a:lnTo>
                    <a:pt x="999" y="24"/>
                  </a:lnTo>
                  <a:lnTo>
                    <a:pt x="999" y="22"/>
                  </a:lnTo>
                  <a:lnTo>
                    <a:pt x="999" y="22"/>
                  </a:lnTo>
                  <a:lnTo>
                    <a:pt x="999" y="19"/>
                  </a:lnTo>
                  <a:lnTo>
                    <a:pt x="999" y="19"/>
                  </a:lnTo>
                  <a:lnTo>
                    <a:pt x="999" y="19"/>
                  </a:lnTo>
                  <a:lnTo>
                    <a:pt x="1001" y="19"/>
                  </a:lnTo>
                  <a:lnTo>
                    <a:pt x="1001" y="19"/>
                  </a:lnTo>
                  <a:lnTo>
                    <a:pt x="1001" y="19"/>
                  </a:lnTo>
                  <a:lnTo>
                    <a:pt x="1001" y="19"/>
                  </a:lnTo>
                  <a:lnTo>
                    <a:pt x="1003" y="19"/>
                  </a:lnTo>
                  <a:lnTo>
                    <a:pt x="1003" y="17"/>
                  </a:lnTo>
                  <a:lnTo>
                    <a:pt x="1003" y="17"/>
                  </a:lnTo>
                  <a:lnTo>
                    <a:pt x="1003" y="17"/>
                  </a:lnTo>
                  <a:lnTo>
                    <a:pt x="1003" y="17"/>
                  </a:lnTo>
                  <a:lnTo>
                    <a:pt x="1003" y="14"/>
                  </a:lnTo>
                  <a:lnTo>
                    <a:pt x="1006" y="14"/>
                  </a:lnTo>
                  <a:lnTo>
                    <a:pt x="1006" y="14"/>
                  </a:lnTo>
                  <a:lnTo>
                    <a:pt x="1006" y="14"/>
                  </a:lnTo>
                  <a:lnTo>
                    <a:pt x="1008" y="14"/>
                  </a:lnTo>
                  <a:lnTo>
                    <a:pt x="1008" y="12"/>
                  </a:lnTo>
                  <a:lnTo>
                    <a:pt x="1008" y="12"/>
                  </a:lnTo>
                  <a:lnTo>
                    <a:pt x="1008" y="12"/>
                  </a:lnTo>
                  <a:lnTo>
                    <a:pt x="1008" y="12"/>
                  </a:lnTo>
                  <a:lnTo>
                    <a:pt x="1010" y="12"/>
                  </a:lnTo>
                  <a:lnTo>
                    <a:pt x="1010" y="12"/>
                  </a:lnTo>
                  <a:lnTo>
                    <a:pt x="1010" y="10"/>
                  </a:lnTo>
                  <a:lnTo>
                    <a:pt x="1010" y="10"/>
                  </a:lnTo>
                  <a:lnTo>
                    <a:pt x="1010" y="10"/>
                  </a:lnTo>
                  <a:lnTo>
                    <a:pt x="1013" y="10"/>
                  </a:lnTo>
                  <a:lnTo>
                    <a:pt x="1013" y="10"/>
                  </a:lnTo>
                  <a:lnTo>
                    <a:pt x="1013" y="10"/>
                  </a:lnTo>
                  <a:lnTo>
                    <a:pt x="1015" y="10"/>
                  </a:lnTo>
                  <a:lnTo>
                    <a:pt x="1015" y="7"/>
                  </a:lnTo>
                  <a:lnTo>
                    <a:pt x="1015" y="7"/>
                  </a:lnTo>
                  <a:lnTo>
                    <a:pt x="1015" y="7"/>
                  </a:lnTo>
                  <a:lnTo>
                    <a:pt x="1015" y="7"/>
                  </a:lnTo>
                  <a:lnTo>
                    <a:pt x="1017" y="7"/>
                  </a:lnTo>
                  <a:lnTo>
                    <a:pt x="1017" y="7"/>
                  </a:lnTo>
                  <a:lnTo>
                    <a:pt x="1017" y="7"/>
                  </a:lnTo>
                  <a:lnTo>
                    <a:pt x="1020" y="7"/>
                  </a:lnTo>
                  <a:lnTo>
                    <a:pt x="1020" y="7"/>
                  </a:lnTo>
                  <a:lnTo>
                    <a:pt x="1022" y="7"/>
                  </a:lnTo>
                  <a:lnTo>
                    <a:pt x="1022" y="7"/>
                  </a:lnTo>
                  <a:lnTo>
                    <a:pt x="1022" y="7"/>
                  </a:lnTo>
                  <a:lnTo>
                    <a:pt x="1025" y="7"/>
                  </a:lnTo>
                  <a:lnTo>
                    <a:pt x="1025" y="7"/>
                  </a:lnTo>
                  <a:lnTo>
                    <a:pt x="1025" y="5"/>
                  </a:lnTo>
                  <a:lnTo>
                    <a:pt x="1025" y="5"/>
                  </a:lnTo>
                  <a:lnTo>
                    <a:pt x="1027" y="5"/>
                  </a:lnTo>
                  <a:lnTo>
                    <a:pt x="1027" y="5"/>
                  </a:lnTo>
                  <a:lnTo>
                    <a:pt x="1029" y="5"/>
                  </a:lnTo>
                  <a:lnTo>
                    <a:pt x="1029" y="5"/>
                  </a:lnTo>
                  <a:lnTo>
                    <a:pt x="1029" y="5"/>
                  </a:lnTo>
                  <a:lnTo>
                    <a:pt x="1032" y="5"/>
                  </a:lnTo>
                  <a:lnTo>
                    <a:pt x="1032" y="5"/>
                  </a:lnTo>
                  <a:lnTo>
                    <a:pt x="1032" y="5"/>
                  </a:lnTo>
                  <a:lnTo>
                    <a:pt x="1034" y="5"/>
                  </a:lnTo>
                  <a:lnTo>
                    <a:pt x="1034" y="5"/>
                  </a:lnTo>
                  <a:lnTo>
                    <a:pt x="1034" y="5"/>
                  </a:lnTo>
                  <a:lnTo>
                    <a:pt x="1034" y="3"/>
                  </a:lnTo>
                  <a:lnTo>
                    <a:pt x="1036" y="3"/>
                  </a:lnTo>
                  <a:lnTo>
                    <a:pt x="1036" y="3"/>
                  </a:lnTo>
                  <a:lnTo>
                    <a:pt x="1036" y="3"/>
                  </a:lnTo>
                  <a:lnTo>
                    <a:pt x="1039" y="3"/>
                  </a:lnTo>
                  <a:lnTo>
                    <a:pt x="1039" y="3"/>
                  </a:lnTo>
                  <a:lnTo>
                    <a:pt x="1041" y="3"/>
                  </a:lnTo>
                  <a:lnTo>
                    <a:pt x="1041" y="3"/>
                  </a:lnTo>
                  <a:lnTo>
                    <a:pt x="1041" y="3"/>
                  </a:lnTo>
                  <a:lnTo>
                    <a:pt x="1041" y="3"/>
                  </a:lnTo>
                  <a:lnTo>
                    <a:pt x="1044" y="3"/>
                  </a:lnTo>
                  <a:lnTo>
                    <a:pt x="1044" y="3"/>
                  </a:lnTo>
                  <a:lnTo>
                    <a:pt x="1044" y="3"/>
                  </a:lnTo>
                  <a:lnTo>
                    <a:pt x="1046" y="3"/>
                  </a:lnTo>
                  <a:lnTo>
                    <a:pt x="1046" y="3"/>
                  </a:lnTo>
                  <a:lnTo>
                    <a:pt x="1046" y="0"/>
                  </a:lnTo>
                  <a:lnTo>
                    <a:pt x="1048" y="0"/>
                  </a:lnTo>
                  <a:lnTo>
                    <a:pt x="1048" y="0"/>
                  </a:lnTo>
                  <a:lnTo>
                    <a:pt x="1048" y="3"/>
                  </a:lnTo>
                  <a:lnTo>
                    <a:pt x="1048" y="3"/>
                  </a:lnTo>
                  <a:lnTo>
                    <a:pt x="1051" y="3"/>
                  </a:lnTo>
                  <a:lnTo>
                    <a:pt x="1051" y="3"/>
                  </a:lnTo>
                  <a:lnTo>
                    <a:pt x="1051" y="3"/>
                  </a:lnTo>
                  <a:lnTo>
                    <a:pt x="1053" y="3"/>
                  </a:lnTo>
                  <a:lnTo>
                    <a:pt x="1053" y="3"/>
                  </a:lnTo>
                  <a:lnTo>
                    <a:pt x="1055" y="3"/>
                  </a:lnTo>
                  <a:lnTo>
                    <a:pt x="1055" y="3"/>
                  </a:lnTo>
                  <a:lnTo>
                    <a:pt x="1055" y="3"/>
                  </a:lnTo>
                  <a:lnTo>
                    <a:pt x="1058" y="3"/>
                  </a:lnTo>
                  <a:lnTo>
                    <a:pt x="1058" y="3"/>
                  </a:lnTo>
                  <a:lnTo>
                    <a:pt x="1058" y="3"/>
                  </a:lnTo>
                  <a:lnTo>
                    <a:pt x="1060" y="3"/>
                  </a:lnTo>
                  <a:lnTo>
                    <a:pt x="1060" y="0"/>
                  </a:lnTo>
                  <a:lnTo>
                    <a:pt x="1060" y="0"/>
                  </a:lnTo>
                  <a:lnTo>
                    <a:pt x="1062" y="0"/>
                  </a:lnTo>
                  <a:lnTo>
                    <a:pt x="1062" y="0"/>
                  </a:lnTo>
                  <a:lnTo>
                    <a:pt x="1062" y="0"/>
                  </a:lnTo>
                  <a:lnTo>
                    <a:pt x="1065" y="0"/>
                  </a:lnTo>
                  <a:lnTo>
                    <a:pt x="1065" y="0"/>
                  </a:lnTo>
                  <a:lnTo>
                    <a:pt x="1065" y="0"/>
                  </a:lnTo>
                  <a:lnTo>
                    <a:pt x="1065" y="0"/>
                  </a:lnTo>
                  <a:lnTo>
                    <a:pt x="1067" y="0"/>
                  </a:lnTo>
                  <a:lnTo>
                    <a:pt x="1067" y="0"/>
                  </a:lnTo>
                  <a:lnTo>
                    <a:pt x="1070" y="0"/>
                  </a:lnTo>
                  <a:lnTo>
                    <a:pt x="1070" y="0"/>
                  </a:lnTo>
                  <a:lnTo>
                    <a:pt x="1070" y="0"/>
                  </a:lnTo>
                  <a:lnTo>
                    <a:pt x="1072" y="0"/>
                  </a:lnTo>
                  <a:lnTo>
                    <a:pt x="1072" y="0"/>
                  </a:lnTo>
                  <a:lnTo>
                    <a:pt x="1072" y="0"/>
                  </a:lnTo>
                  <a:lnTo>
                    <a:pt x="1072" y="0"/>
                  </a:lnTo>
                  <a:lnTo>
                    <a:pt x="1074" y="0"/>
                  </a:lnTo>
                  <a:lnTo>
                    <a:pt x="1074" y="0"/>
                  </a:lnTo>
                  <a:lnTo>
                    <a:pt x="1074" y="0"/>
                  </a:lnTo>
                  <a:lnTo>
                    <a:pt x="1074" y="0"/>
                  </a:lnTo>
                  <a:lnTo>
                    <a:pt x="1074" y="0"/>
                  </a:lnTo>
                  <a:lnTo>
                    <a:pt x="1077" y="0"/>
                  </a:lnTo>
                  <a:lnTo>
                    <a:pt x="1077" y="0"/>
                  </a:lnTo>
                  <a:lnTo>
                    <a:pt x="1077" y="0"/>
                  </a:lnTo>
                  <a:lnTo>
                    <a:pt x="1077" y="0"/>
                  </a:lnTo>
                  <a:lnTo>
                    <a:pt x="1079" y="0"/>
                  </a:lnTo>
                  <a:lnTo>
                    <a:pt x="1079" y="0"/>
                  </a:lnTo>
                  <a:lnTo>
                    <a:pt x="1081" y="0"/>
                  </a:lnTo>
                  <a:lnTo>
                    <a:pt x="1081" y="3"/>
                  </a:lnTo>
                  <a:lnTo>
                    <a:pt x="1081" y="3"/>
                  </a:lnTo>
                  <a:lnTo>
                    <a:pt x="1081" y="3"/>
                  </a:lnTo>
                  <a:lnTo>
                    <a:pt x="1081" y="3"/>
                  </a:lnTo>
                  <a:lnTo>
                    <a:pt x="1084" y="3"/>
                  </a:lnTo>
                  <a:lnTo>
                    <a:pt x="1084" y="3"/>
                  </a:lnTo>
                  <a:lnTo>
                    <a:pt x="1084" y="5"/>
                  </a:lnTo>
                  <a:lnTo>
                    <a:pt x="1084" y="5"/>
                  </a:lnTo>
                  <a:lnTo>
                    <a:pt x="1086" y="5"/>
                  </a:lnTo>
                  <a:lnTo>
                    <a:pt x="1086" y="5"/>
                  </a:lnTo>
                  <a:lnTo>
                    <a:pt x="1086" y="5"/>
                  </a:lnTo>
                  <a:lnTo>
                    <a:pt x="1086" y="5"/>
                  </a:lnTo>
                  <a:lnTo>
                    <a:pt x="1088" y="5"/>
                  </a:lnTo>
                  <a:lnTo>
                    <a:pt x="1088" y="5"/>
                  </a:lnTo>
                  <a:lnTo>
                    <a:pt x="1088" y="5"/>
                  </a:lnTo>
                  <a:lnTo>
                    <a:pt x="1088" y="5"/>
                  </a:lnTo>
                  <a:lnTo>
                    <a:pt x="1091" y="5"/>
                  </a:lnTo>
                  <a:lnTo>
                    <a:pt x="1091" y="7"/>
                  </a:lnTo>
                  <a:lnTo>
                    <a:pt x="1091" y="7"/>
                  </a:lnTo>
                  <a:lnTo>
                    <a:pt x="1091" y="7"/>
                  </a:lnTo>
                  <a:lnTo>
                    <a:pt x="1091" y="7"/>
                  </a:lnTo>
                  <a:lnTo>
                    <a:pt x="1091" y="10"/>
                  </a:lnTo>
                  <a:lnTo>
                    <a:pt x="1093" y="10"/>
                  </a:lnTo>
                  <a:lnTo>
                    <a:pt x="1093" y="10"/>
                  </a:lnTo>
                  <a:lnTo>
                    <a:pt x="1096" y="10"/>
                  </a:lnTo>
                  <a:lnTo>
                    <a:pt x="1096" y="10"/>
                  </a:lnTo>
                  <a:lnTo>
                    <a:pt x="1096" y="10"/>
                  </a:lnTo>
                  <a:lnTo>
                    <a:pt x="1098" y="10"/>
                  </a:lnTo>
                  <a:lnTo>
                    <a:pt x="1098" y="10"/>
                  </a:lnTo>
                  <a:lnTo>
                    <a:pt x="1098" y="10"/>
                  </a:lnTo>
                  <a:lnTo>
                    <a:pt x="1098" y="10"/>
                  </a:lnTo>
                  <a:lnTo>
                    <a:pt x="1098" y="10"/>
                  </a:lnTo>
                  <a:lnTo>
                    <a:pt x="1100" y="10"/>
                  </a:lnTo>
                  <a:lnTo>
                    <a:pt x="1100" y="10"/>
                  </a:lnTo>
                  <a:lnTo>
                    <a:pt x="1103" y="10"/>
                  </a:lnTo>
                  <a:lnTo>
                    <a:pt x="1103" y="10"/>
                  </a:lnTo>
                  <a:lnTo>
                    <a:pt x="1103" y="10"/>
                  </a:lnTo>
                  <a:lnTo>
                    <a:pt x="1103" y="10"/>
                  </a:lnTo>
                  <a:lnTo>
                    <a:pt x="1103" y="10"/>
                  </a:lnTo>
                  <a:lnTo>
                    <a:pt x="1105" y="10"/>
                  </a:lnTo>
                  <a:lnTo>
                    <a:pt x="1105" y="10"/>
                  </a:lnTo>
                  <a:lnTo>
                    <a:pt x="1107" y="10"/>
                  </a:lnTo>
                  <a:lnTo>
                    <a:pt x="1107" y="10"/>
                  </a:lnTo>
                  <a:lnTo>
                    <a:pt x="1107" y="10"/>
                  </a:lnTo>
                  <a:lnTo>
                    <a:pt x="1110" y="10"/>
                  </a:lnTo>
                  <a:lnTo>
                    <a:pt x="1110" y="10"/>
                  </a:lnTo>
                  <a:lnTo>
                    <a:pt x="1110" y="10"/>
                  </a:lnTo>
                  <a:lnTo>
                    <a:pt x="1110" y="10"/>
                  </a:lnTo>
                  <a:lnTo>
                    <a:pt x="1110" y="10"/>
                  </a:lnTo>
                  <a:lnTo>
                    <a:pt x="1112" y="10"/>
                  </a:lnTo>
                  <a:lnTo>
                    <a:pt x="1112" y="10"/>
                  </a:lnTo>
                  <a:lnTo>
                    <a:pt x="1115" y="10"/>
                  </a:lnTo>
                  <a:lnTo>
                    <a:pt x="1115" y="10"/>
                  </a:lnTo>
                  <a:lnTo>
                    <a:pt x="1115" y="12"/>
                  </a:lnTo>
                  <a:lnTo>
                    <a:pt x="1115" y="12"/>
                  </a:lnTo>
                  <a:lnTo>
                    <a:pt x="1115" y="12"/>
                  </a:lnTo>
                  <a:lnTo>
                    <a:pt x="1117" y="12"/>
                  </a:lnTo>
                  <a:lnTo>
                    <a:pt x="1117" y="12"/>
                  </a:lnTo>
                  <a:lnTo>
                    <a:pt x="1117" y="12"/>
                  </a:lnTo>
                  <a:lnTo>
                    <a:pt x="1117" y="12"/>
                  </a:lnTo>
                  <a:lnTo>
                    <a:pt x="1117" y="12"/>
                  </a:lnTo>
                  <a:lnTo>
                    <a:pt x="1119" y="12"/>
                  </a:lnTo>
                  <a:lnTo>
                    <a:pt x="1119" y="14"/>
                  </a:lnTo>
                  <a:lnTo>
                    <a:pt x="1119" y="14"/>
                  </a:lnTo>
                  <a:lnTo>
                    <a:pt x="1119" y="14"/>
                  </a:lnTo>
                  <a:lnTo>
                    <a:pt x="1119" y="17"/>
                  </a:lnTo>
                  <a:lnTo>
                    <a:pt x="1119" y="17"/>
                  </a:lnTo>
                  <a:lnTo>
                    <a:pt x="1119" y="17"/>
                  </a:lnTo>
                  <a:lnTo>
                    <a:pt x="1119" y="17"/>
                  </a:lnTo>
                  <a:lnTo>
                    <a:pt x="1122" y="17"/>
                  </a:lnTo>
                  <a:lnTo>
                    <a:pt x="1122" y="17"/>
                  </a:lnTo>
                  <a:lnTo>
                    <a:pt x="1122" y="17"/>
                  </a:lnTo>
                  <a:lnTo>
                    <a:pt x="1122" y="17"/>
                  </a:lnTo>
                  <a:lnTo>
                    <a:pt x="1122" y="17"/>
                  </a:lnTo>
                  <a:lnTo>
                    <a:pt x="1124" y="17"/>
                  </a:lnTo>
                  <a:lnTo>
                    <a:pt x="1124" y="19"/>
                  </a:lnTo>
                  <a:lnTo>
                    <a:pt x="1124" y="19"/>
                  </a:lnTo>
                  <a:lnTo>
                    <a:pt x="1124" y="19"/>
                  </a:lnTo>
                  <a:lnTo>
                    <a:pt x="1124" y="19"/>
                  </a:lnTo>
                  <a:lnTo>
                    <a:pt x="1124" y="19"/>
                  </a:lnTo>
                  <a:lnTo>
                    <a:pt x="1126" y="19"/>
                  </a:lnTo>
                  <a:lnTo>
                    <a:pt x="1126" y="19"/>
                  </a:lnTo>
                  <a:lnTo>
                    <a:pt x="1126" y="19"/>
                  </a:lnTo>
                  <a:lnTo>
                    <a:pt x="1129" y="19"/>
                  </a:lnTo>
                  <a:lnTo>
                    <a:pt x="1129" y="19"/>
                  </a:lnTo>
                  <a:lnTo>
                    <a:pt x="1126" y="19"/>
                  </a:lnTo>
                  <a:lnTo>
                    <a:pt x="1126" y="22"/>
                  </a:lnTo>
                  <a:lnTo>
                    <a:pt x="1126" y="22"/>
                  </a:lnTo>
                  <a:lnTo>
                    <a:pt x="1126" y="22"/>
                  </a:lnTo>
                  <a:lnTo>
                    <a:pt x="1124" y="22"/>
                  </a:lnTo>
                  <a:lnTo>
                    <a:pt x="1124" y="24"/>
                  </a:lnTo>
                  <a:lnTo>
                    <a:pt x="1126" y="24"/>
                  </a:lnTo>
                  <a:lnTo>
                    <a:pt x="1126" y="24"/>
                  </a:lnTo>
                  <a:lnTo>
                    <a:pt x="1126" y="24"/>
                  </a:lnTo>
                  <a:lnTo>
                    <a:pt x="1129" y="24"/>
                  </a:lnTo>
                  <a:lnTo>
                    <a:pt x="1129" y="24"/>
                  </a:lnTo>
                  <a:lnTo>
                    <a:pt x="1129" y="24"/>
                  </a:lnTo>
                  <a:lnTo>
                    <a:pt x="1129" y="26"/>
                  </a:lnTo>
                  <a:lnTo>
                    <a:pt x="1131" y="26"/>
                  </a:lnTo>
                  <a:lnTo>
                    <a:pt x="1131" y="26"/>
                  </a:lnTo>
                  <a:lnTo>
                    <a:pt x="1131" y="29"/>
                  </a:lnTo>
                  <a:lnTo>
                    <a:pt x="1131" y="29"/>
                  </a:lnTo>
                  <a:lnTo>
                    <a:pt x="1131" y="29"/>
                  </a:lnTo>
                  <a:lnTo>
                    <a:pt x="1131" y="29"/>
                  </a:lnTo>
                  <a:lnTo>
                    <a:pt x="1133" y="29"/>
                  </a:lnTo>
                  <a:lnTo>
                    <a:pt x="1133" y="29"/>
                  </a:lnTo>
                  <a:lnTo>
                    <a:pt x="1133" y="31"/>
                  </a:lnTo>
                  <a:lnTo>
                    <a:pt x="1133" y="31"/>
                  </a:lnTo>
                  <a:lnTo>
                    <a:pt x="1133" y="31"/>
                  </a:lnTo>
                  <a:lnTo>
                    <a:pt x="1136" y="31"/>
                  </a:lnTo>
                  <a:lnTo>
                    <a:pt x="1136" y="33"/>
                  </a:lnTo>
                  <a:lnTo>
                    <a:pt x="1133" y="33"/>
                  </a:lnTo>
                  <a:lnTo>
                    <a:pt x="1133" y="33"/>
                  </a:lnTo>
                  <a:lnTo>
                    <a:pt x="1131" y="33"/>
                  </a:lnTo>
                  <a:lnTo>
                    <a:pt x="1131" y="33"/>
                  </a:lnTo>
                  <a:lnTo>
                    <a:pt x="1133" y="33"/>
                  </a:lnTo>
                  <a:lnTo>
                    <a:pt x="1133" y="36"/>
                  </a:lnTo>
                  <a:lnTo>
                    <a:pt x="1133" y="36"/>
                  </a:lnTo>
                  <a:lnTo>
                    <a:pt x="1136" y="36"/>
                  </a:lnTo>
                  <a:lnTo>
                    <a:pt x="1136" y="36"/>
                  </a:lnTo>
                  <a:lnTo>
                    <a:pt x="1136" y="36"/>
                  </a:lnTo>
                  <a:lnTo>
                    <a:pt x="1136" y="36"/>
                  </a:lnTo>
                  <a:lnTo>
                    <a:pt x="1138" y="36"/>
                  </a:lnTo>
                  <a:lnTo>
                    <a:pt x="1138" y="38"/>
                  </a:lnTo>
                  <a:lnTo>
                    <a:pt x="1138" y="38"/>
                  </a:lnTo>
                  <a:lnTo>
                    <a:pt x="1136" y="38"/>
                  </a:lnTo>
                  <a:lnTo>
                    <a:pt x="1136" y="38"/>
                  </a:lnTo>
                  <a:lnTo>
                    <a:pt x="1136" y="38"/>
                  </a:lnTo>
                  <a:lnTo>
                    <a:pt x="1136" y="41"/>
                  </a:lnTo>
                  <a:lnTo>
                    <a:pt x="1136" y="41"/>
                  </a:lnTo>
                  <a:lnTo>
                    <a:pt x="1136" y="41"/>
                  </a:lnTo>
                  <a:lnTo>
                    <a:pt x="1138" y="41"/>
                  </a:lnTo>
                  <a:lnTo>
                    <a:pt x="1138" y="43"/>
                  </a:lnTo>
                  <a:lnTo>
                    <a:pt x="1138" y="43"/>
                  </a:lnTo>
                  <a:lnTo>
                    <a:pt x="1138" y="43"/>
                  </a:lnTo>
                  <a:lnTo>
                    <a:pt x="1138" y="45"/>
                  </a:lnTo>
                  <a:lnTo>
                    <a:pt x="1141" y="45"/>
                  </a:lnTo>
                  <a:lnTo>
                    <a:pt x="1141" y="45"/>
                  </a:lnTo>
                  <a:lnTo>
                    <a:pt x="1141" y="45"/>
                  </a:lnTo>
                  <a:lnTo>
                    <a:pt x="1141" y="48"/>
                  </a:lnTo>
                  <a:lnTo>
                    <a:pt x="1141" y="48"/>
                  </a:lnTo>
                  <a:lnTo>
                    <a:pt x="1141" y="48"/>
                  </a:lnTo>
                  <a:lnTo>
                    <a:pt x="1143" y="48"/>
                  </a:lnTo>
                  <a:lnTo>
                    <a:pt x="1143" y="50"/>
                  </a:lnTo>
                  <a:lnTo>
                    <a:pt x="1141" y="50"/>
                  </a:lnTo>
                  <a:lnTo>
                    <a:pt x="1141" y="50"/>
                  </a:lnTo>
                  <a:lnTo>
                    <a:pt x="1143" y="50"/>
                  </a:lnTo>
                  <a:lnTo>
                    <a:pt x="1143" y="50"/>
                  </a:lnTo>
                  <a:lnTo>
                    <a:pt x="1143" y="50"/>
                  </a:lnTo>
                  <a:lnTo>
                    <a:pt x="1143" y="50"/>
                  </a:lnTo>
                  <a:lnTo>
                    <a:pt x="1143" y="52"/>
                  </a:lnTo>
                  <a:lnTo>
                    <a:pt x="1143" y="52"/>
                  </a:lnTo>
                  <a:lnTo>
                    <a:pt x="1143" y="52"/>
                  </a:lnTo>
                  <a:lnTo>
                    <a:pt x="1143" y="55"/>
                  </a:lnTo>
                  <a:lnTo>
                    <a:pt x="1143" y="55"/>
                  </a:lnTo>
                  <a:lnTo>
                    <a:pt x="1145" y="55"/>
                  </a:lnTo>
                  <a:lnTo>
                    <a:pt x="1145" y="55"/>
                  </a:lnTo>
                  <a:lnTo>
                    <a:pt x="1145" y="55"/>
                  </a:lnTo>
                  <a:lnTo>
                    <a:pt x="1145" y="57"/>
                  </a:lnTo>
                  <a:lnTo>
                    <a:pt x="1148" y="57"/>
                  </a:lnTo>
                  <a:lnTo>
                    <a:pt x="1148" y="57"/>
                  </a:lnTo>
                  <a:lnTo>
                    <a:pt x="1148" y="59"/>
                  </a:lnTo>
                  <a:lnTo>
                    <a:pt x="1145" y="59"/>
                  </a:lnTo>
                </a:path>
              </a:pathLst>
            </a:custGeom>
            <a:solidFill>
              <a:schemeClr val="accent1"/>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6" name="Freeform 234"/>
            <p:cNvSpPr>
              <a:spLocks/>
            </p:cNvSpPr>
            <p:nvPr/>
          </p:nvSpPr>
          <p:spPr bwMode="auto">
            <a:xfrm>
              <a:off x="4343400" y="3230563"/>
              <a:ext cx="112713" cy="63500"/>
            </a:xfrm>
            <a:custGeom>
              <a:avLst/>
              <a:gdLst/>
              <a:ahLst/>
              <a:cxnLst>
                <a:cxn ang="0">
                  <a:pos x="36" y="7"/>
                </a:cxn>
                <a:cxn ang="0">
                  <a:pos x="41" y="7"/>
                </a:cxn>
                <a:cxn ang="0">
                  <a:pos x="43" y="7"/>
                </a:cxn>
                <a:cxn ang="0">
                  <a:pos x="48" y="7"/>
                </a:cxn>
                <a:cxn ang="0">
                  <a:pos x="50" y="10"/>
                </a:cxn>
                <a:cxn ang="0">
                  <a:pos x="52" y="7"/>
                </a:cxn>
                <a:cxn ang="0">
                  <a:pos x="55" y="7"/>
                </a:cxn>
                <a:cxn ang="0">
                  <a:pos x="57" y="10"/>
                </a:cxn>
                <a:cxn ang="0">
                  <a:pos x="62" y="12"/>
                </a:cxn>
                <a:cxn ang="0">
                  <a:pos x="62" y="12"/>
                </a:cxn>
                <a:cxn ang="0">
                  <a:pos x="62" y="17"/>
                </a:cxn>
                <a:cxn ang="0">
                  <a:pos x="62" y="21"/>
                </a:cxn>
                <a:cxn ang="0">
                  <a:pos x="64" y="24"/>
                </a:cxn>
                <a:cxn ang="0">
                  <a:pos x="69" y="21"/>
                </a:cxn>
                <a:cxn ang="0">
                  <a:pos x="71" y="24"/>
                </a:cxn>
                <a:cxn ang="0">
                  <a:pos x="71" y="29"/>
                </a:cxn>
                <a:cxn ang="0">
                  <a:pos x="71" y="31"/>
                </a:cxn>
                <a:cxn ang="0">
                  <a:pos x="71" y="36"/>
                </a:cxn>
                <a:cxn ang="0">
                  <a:pos x="71" y="38"/>
                </a:cxn>
                <a:cxn ang="0">
                  <a:pos x="67" y="38"/>
                </a:cxn>
                <a:cxn ang="0">
                  <a:pos x="64" y="40"/>
                </a:cxn>
                <a:cxn ang="0">
                  <a:pos x="60" y="40"/>
                </a:cxn>
                <a:cxn ang="0">
                  <a:pos x="57" y="40"/>
                </a:cxn>
                <a:cxn ang="0">
                  <a:pos x="52" y="38"/>
                </a:cxn>
                <a:cxn ang="0">
                  <a:pos x="50" y="38"/>
                </a:cxn>
                <a:cxn ang="0">
                  <a:pos x="48" y="40"/>
                </a:cxn>
                <a:cxn ang="0">
                  <a:pos x="43" y="40"/>
                </a:cxn>
                <a:cxn ang="0">
                  <a:pos x="38" y="40"/>
                </a:cxn>
                <a:cxn ang="0">
                  <a:pos x="36" y="38"/>
                </a:cxn>
                <a:cxn ang="0">
                  <a:pos x="33" y="38"/>
                </a:cxn>
                <a:cxn ang="0">
                  <a:pos x="31" y="40"/>
                </a:cxn>
                <a:cxn ang="0">
                  <a:pos x="26" y="40"/>
                </a:cxn>
                <a:cxn ang="0">
                  <a:pos x="24" y="40"/>
                </a:cxn>
                <a:cxn ang="0">
                  <a:pos x="19" y="40"/>
                </a:cxn>
                <a:cxn ang="0">
                  <a:pos x="17" y="40"/>
                </a:cxn>
                <a:cxn ang="0">
                  <a:pos x="15" y="40"/>
                </a:cxn>
                <a:cxn ang="0">
                  <a:pos x="12" y="38"/>
                </a:cxn>
                <a:cxn ang="0">
                  <a:pos x="7" y="40"/>
                </a:cxn>
                <a:cxn ang="0">
                  <a:pos x="5" y="36"/>
                </a:cxn>
                <a:cxn ang="0">
                  <a:pos x="3" y="33"/>
                </a:cxn>
                <a:cxn ang="0">
                  <a:pos x="3" y="31"/>
                </a:cxn>
                <a:cxn ang="0">
                  <a:pos x="3" y="29"/>
                </a:cxn>
                <a:cxn ang="0">
                  <a:pos x="5" y="26"/>
                </a:cxn>
                <a:cxn ang="0">
                  <a:pos x="5" y="21"/>
                </a:cxn>
                <a:cxn ang="0">
                  <a:pos x="5" y="19"/>
                </a:cxn>
                <a:cxn ang="0">
                  <a:pos x="10" y="17"/>
                </a:cxn>
                <a:cxn ang="0">
                  <a:pos x="10" y="14"/>
                </a:cxn>
                <a:cxn ang="0">
                  <a:pos x="12" y="12"/>
                </a:cxn>
                <a:cxn ang="0">
                  <a:pos x="12" y="10"/>
                </a:cxn>
                <a:cxn ang="0">
                  <a:pos x="17" y="7"/>
                </a:cxn>
                <a:cxn ang="0">
                  <a:pos x="19" y="5"/>
                </a:cxn>
                <a:cxn ang="0">
                  <a:pos x="22" y="2"/>
                </a:cxn>
                <a:cxn ang="0">
                  <a:pos x="24" y="2"/>
                </a:cxn>
                <a:cxn ang="0">
                  <a:pos x="26" y="2"/>
                </a:cxn>
                <a:cxn ang="0">
                  <a:pos x="31" y="2"/>
                </a:cxn>
                <a:cxn ang="0">
                  <a:pos x="31" y="2"/>
                </a:cxn>
                <a:cxn ang="0">
                  <a:pos x="33" y="5"/>
                </a:cxn>
              </a:cxnLst>
              <a:rect l="0" t="0" r="r" b="b"/>
              <a:pathLst>
                <a:path w="71" h="40">
                  <a:moveTo>
                    <a:pt x="36" y="5"/>
                  </a:moveTo>
                  <a:lnTo>
                    <a:pt x="36" y="5"/>
                  </a:lnTo>
                  <a:lnTo>
                    <a:pt x="36" y="7"/>
                  </a:lnTo>
                  <a:lnTo>
                    <a:pt x="36" y="7"/>
                  </a:lnTo>
                  <a:lnTo>
                    <a:pt x="36" y="7"/>
                  </a:lnTo>
                  <a:lnTo>
                    <a:pt x="36" y="7"/>
                  </a:lnTo>
                  <a:lnTo>
                    <a:pt x="38" y="7"/>
                  </a:lnTo>
                  <a:lnTo>
                    <a:pt x="38" y="7"/>
                  </a:lnTo>
                  <a:lnTo>
                    <a:pt x="38" y="7"/>
                  </a:lnTo>
                  <a:lnTo>
                    <a:pt x="41" y="7"/>
                  </a:lnTo>
                  <a:lnTo>
                    <a:pt x="41" y="7"/>
                  </a:lnTo>
                  <a:lnTo>
                    <a:pt x="41" y="7"/>
                  </a:lnTo>
                  <a:lnTo>
                    <a:pt x="43" y="7"/>
                  </a:lnTo>
                  <a:lnTo>
                    <a:pt x="43" y="7"/>
                  </a:lnTo>
                  <a:lnTo>
                    <a:pt x="43" y="7"/>
                  </a:lnTo>
                  <a:lnTo>
                    <a:pt x="43" y="7"/>
                  </a:lnTo>
                  <a:lnTo>
                    <a:pt x="45" y="7"/>
                  </a:lnTo>
                  <a:lnTo>
                    <a:pt x="45" y="7"/>
                  </a:lnTo>
                  <a:lnTo>
                    <a:pt x="45" y="7"/>
                  </a:lnTo>
                  <a:lnTo>
                    <a:pt x="48" y="7"/>
                  </a:lnTo>
                  <a:lnTo>
                    <a:pt x="48" y="10"/>
                  </a:lnTo>
                  <a:lnTo>
                    <a:pt x="48" y="10"/>
                  </a:lnTo>
                  <a:lnTo>
                    <a:pt x="50" y="10"/>
                  </a:lnTo>
                  <a:lnTo>
                    <a:pt x="50" y="10"/>
                  </a:lnTo>
                  <a:lnTo>
                    <a:pt x="50" y="10"/>
                  </a:lnTo>
                  <a:lnTo>
                    <a:pt x="50" y="10"/>
                  </a:lnTo>
                  <a:lnTo>
                    <a:pt x="50" y="10"/>
                  </a:lnTo>
                  <a:lnTo>
                    <a:pt x="52" y="10"/>
                  </a:lnTo>
                  <a:lnTo>
                    <a:pt x="52" y="7"/>
                  </a:lnTo>
                  <a:lnTo>
                    <a:pt x="52" y="7"/>
                  </a:lnTo>
                  <a:lnTo>
                    <a:pt x="52" y="7"/>
                  </a:lnTo>
                  <a:lnTo>
                    <a:pt x="52" y="7"/>
                  </a:lnTo>
                  <a:lnTo>
                    <a:pt x="55" y="7"/>
                  </a:lnTo>
                  <a:lnTo>
                    <a:pt x="55" y="7"/>
                  </a:lnTo>
                  <a:lnTo>
                    <a:pt x="55" y="7"/>
                  </a:lnTo>
                  <a:lnTo>
                    <a:pt x="57" y="7"/>
                  </a:lnTo>
                  <a:lnTo>
                    <a:pt x="57" y="7"/>
                  </a:lnTo>
                  <a:lnTo>
                    <a:pt x="57" y="10"/>
                  </a:lnTo>
                  <a:lnTo>
                    <a:pt x="57" y="10"/>
                  </a:lnTo>
                  <a:lnTo>
                    <a:pt x="57" y="10"/>
                  </a:lnTo>
                  <a:lnTo>
                    <a:pt x="60" y="10"/>
                  </a:lnTo>
                  <a:lnTo>
                    <a:pt x="60" y="10"/>
                  </a:lnTo>
                  <a:lnTo>
                    <a:pt x="60" y="12"/>
                  </a:lnTo>
                  <a:lnTo>
                    <a:pt x="60" y="12"/>
                  </a:lnTo>
                  <a:lnTo>
                    <a:pt x="62" y="12"/>
                  </a:lnTo>
                  <a:lnTo>
                    <a:pt x="62" y="12"/>
                  </a:lnTo>
                  <a:lnTo>
                    <a:pt x="64" y="12"/>
                  </a:lnTo>
                  <a:lnTo>
                    <a:pt x="64" y="12"/>
                  </a:lnTo>
                  <a:lnTo>
                    <a:pt x="62" y="12"/>
                  </a:lnTo>
                  <a:lnTo>
                    <a:pt x="62" y="12"/>
                  </a:lnTo>
                  <a:lnTo>
                    <a:pt x="62" y="14"/>
                  </a:lnTo>
                  <a:lnTo>
                    <a:pt x="62" y="14"/>
                  </a:lnTo>
                  <a:lnTo>
                    <a:pt x="62" y="17"/>
                  </a:lnTo>
                  <a:lnTo>
                    <a:pt x="62" y="17"/>
                  </a:lnTo>
                  <a:lnTo>
                    <a:pt x="62" y="17"/>
                  </a:lnTo>
                  <a:lnTo>
                    <a:pt x="62" y="19"/>
                  </a:lnTo>
                  <a:lnTo>
                    <a:pt x="62" y="19"/>
                  </a:lnTo>
                  <a:lnTo>
                    <a:pt x="62" y="21"/>
                  </a:lnTo>
                  <a:lnTo>
                    <a:pt x="62" y="21"/>
                  </a:lnTo>
                  <a:lnTo>
                    <a:pt x="62" y="21"/>
                  </a:lnTo>
                  <a:lnTo>
                    <a:pt x="64" y="21"/>
                  </a:lnTo>
                  <a:lnTo>
                    <a:pt x="64" y="21"/>
                  </a:lnTo>
                  <a:lnTo>
                    <a:pt x="64" y="21"/>
                  </a:lnTo>
                  <a:lnTo>
                    <a:pt x="64" y="21"/>
                  </a:lnTo>
                  <a:lnTo>
                    <a:pt x="64" y="24"/>
                  </a:lnTo>
                  <a:lnTo>
                    <a:pt x="67" y="24"/>
                  </a:lnTo>
                  <a:lnTo>
                    <a:pt x="67" y="24"/>
                  </a:lnTo>
                  <a:lnTo>
                    <a:pt x="67" y="21"/>
                  </a:lnTo>
                  <a:lnTo>
                    <a:pt x="69" y="21"/>
                  </a:lnTo>
                  <a:lnTo>
                    <a:pt x="69" y="21"/>
                  </a:lnTo>
                  <a:lnTo>
                    <a:pt x="69" y="21"/>
                  </a:lnTo>
                  <a:lnTo>
                    <a:pt x="71" y="21"/>
                  </a:lnTo>
                  <a:lnTo>
                    <a:pt x="71" y="24"/>
                  </a:lnTo>
                  <a:lnTo>
                    <a:pt x="71" y="24"/>
                  </a:lnTo>
                  <a:lnTo>
                    <a:pt x="71" y="24"/>
                  </a:lnTo>
                  <a:lnTo>
                    <a:pt x="71" y="26"/>
                  </a:lnTo>
                  <a:lnTo>
                    <a:pt x="71" y="26"/>
                  </a:lnTo>
                  <a:lnTo>
                    <a:pt x="71" y="26"/>
                  </a:lnTo>
                  <a:lnTo>
                    <a:pt x="71" y="29"/>
                  </a:lnTo>
                  <a:lnTo>
                    <a:pt x="71" y="29"/>
                  </a:lnTo>
                  <a:lnTo>
                    <a:pt x="71" y="29"/>
                  </a:lnTo>
                  <a:lnTo>
                    <a:pt x="71" y="29"/>
                  </a:lnTo>
                  <a:lnTo>
                    <a:pt x="71" y="31"/>
                  </a:lnTo>
                  <a:lnTo>
                    <a:pt x="71" y="31"/>
                  </a:lnTo>
                  <a:lnTo>
                    <a:pt x="71" y="31"/>
                  </a:lnTo>
                  <a:lnTo>
                    <a:pt x="71" y="33"/>
                  </a:lnTo>
                  <a:lnTo>
                    <a:pt x="71" y="33"/>
                  </a:lnTo>
                  <a:lnTo>
                    <a:pt x="71" y="33"/>
                  </a:lnTo>
                  <a:lnTo>
                    <a:pt x="71" y="33"/>
                  </a:lnTo>
                  <a:lnTo>
                    <a:pt x="71" y="36"/>
                  </a:lnTo>
                  <a:lnTo>
                    <a:pt x="71" y="36"/>
                  </a:lnTo>
                  <a:lnTo>
                    <a:pt x="71" y="36"/>
                  </a:lnTo>
                  <a:lnTo>
                    <a:pt x="71" y="38"/>
                  </a:lnTo>
                  <a:lnTo>
                    <a:pt x="71" y="38"/>
                  </a:lnTo>
                  <a:lnTo>
                    <a:pt x="71" y="38"/>
                  </a:lnTo>
                  <a:lnTo>
                    <a:pt x="69" y="38"/>
                  </a:lnTo>
                  <a:lnTo>
                    <a:pt x="69" y="38"/>
                  </a:lnTo>
                  <a:lnTo>
                    <a:pt x="69" y="38"/>
                  </a:lnTo>
                  <a:lnTo>
                    <a:pt x="69" y="38"/>
                  </a:lnTo>
                  <a:lnTo>
                    <a:pt x="67" y="38"/>
                  </a:lnTo>
                  <a:lnTo>
                    <a:pt x="67" y="38"/>
                  </a:lnTo>
                  <a:lnTo>
                    <a:pt x="67" y="38"/>
                  </a:lnTo>
                  <a:lnTo>
                    <a:pt x="64" y="38"/>
                  </a:lnTo>
                  <a:lnTo>
                    <a:pt x="64" y="38"/>
                  </a:lnTo>
                  <a:lnTo>
                    <a:pt x="64" y="40"/>
                  </a:lnTo>
                  <a:lnTo>
                    <a:pt x="64" y="40"/>
                  </a:lnTo>
                  <a:lnTo>
                    <a:pt x="62" y="40"/>
                  </a:lnTo>
                  <a:lnTo>
                    <a:pt x="62" y="40"/>
                  </a:lnTo>
                  <a:lnTo>
                    <a:pt x="60" y="40"/>
                  </a:lnTo>
                  <a:lnTo>
                    <a:pt x="60" y="40"/>
                  </a:lnTo>
                  <a:lnTo>
                    <a:pt x="60" y="40"/>
                  </a:lnTo>
                  <a:lnTo>
                    <a:pt x="60" y="38"/>
                  </a:lnTo>
                  <a:lnTo>
                    <a:pt x="57" y="38"/>
                  </a:lnTo>
                  <a:lnTo>
                    <a:pt x="57" y="38"/>
                  </a:lnTo>
                  <a:lnTo>
                    <a:pt x="57" y="40"/>
                  </a:lnTo>
                  <a:lnTo>
                    <a:pt x="57" y="40"/>
                  </a:lnTo>
                  <a:lnTo>
                    <a:pt x="55" y="40"/>
                  </a:lnTo>
                  <a:lnTo>
                    <a:pt x="55" y="40"/>
                  </a:lnTo>
                  <a:lnTo>
                    <a:pt x="55" y="38"/>
                  </a:lnTo>
                  <a:lnTo>
                    <a:pt x="52" y="38"/>
                  </a:lnTo>
                  <a:lnTo>
                    <a:pt x="52" y="38"/>
                  </a:lnTo>
                  <a:lnTo>
                    <a:pt x="52" y="38"/>
                  </a:lnTo>
                  <a:lnTo>
                    <a:pt x="52" y="40"/>
                  </a:lnTo>
                  <a:lnTo>
                    <a:pt x="50" y="40"/>
                  </a:lnTo>
                  <a:lnTo>
                    <a:pt x="50" y="38"/>
                  </a:lnTo>
                  <a:lnTo>
                    <a:pt x="50" y="38"/>
                  </a:lnTo>
                  <a:lnTo>
                    <a:pt x="50" y="40"/>
                  </a:lnTo>
                  <a:lnTo>
                    <a:pt x="50" y="40"/>
                  </a:lnTo>
                  <a:lnTo>
                    <a:pt x="48" y="40"/>
                  </a:lnTo>
                  <a:lnTo>
                    <a:pt x="48" y="40"/>
                  </a:lnTo>
                  <a:lnTo>
                    <a:pt x="45" y="40"/>
                  </a:lnTo>
                  <a:lnTo>
                    <a:pt x="45" y="40"/>
                  </a:lnTo>
                  <a:lnTo>
                    <a:pt x="45" y="40"/>
                  </a:lnTo>
                  <a:lnTo>
                    <a:pt x="43" y="40"/>
                  </a:lnTo>
                  <a:lnTo>
                    <a:pt x="43" y="40"/>
                  </a:lnTo>
                  <a:lnTo>
                    <a:pt x="43" y="40"/>
                  </a:lnTo>
                  <a:lnTo>
                    <a:pt x="41" y="40"/>
                  </a:lnTo>
                  <a:lnTo>
                    <a:pt x="41" y="40"/>
                  </a:lnTo>
                  <a:lnTo>
                    <a:pt x="38" y="40"/>
                  </a:lnTo>
                  <a:lnTo>
                    <a:pt x="38" y="40"/>
                  </a:lnTo>
                  <a:lnTo>
                    <a:pt x="38" y="38"/>
                  </a:lnTo>
                  <a:lnTo>
                    <a:pt x="38" y="38"/>
                  </a:lnTo>
                  <a:lnTo>
                    <a:pt x="38" y="38"/>
                  </a:lnTo>
                  <a:lnTo>
                    <a:pt x="36" y="38"/>
                  </a:lnTo>
                  <a:lnTo>
                    <a:pt x="36" y="38"/>
                  </a:lnTo>
                  <a:lnTo>
                    <a:pt x="36" y="36"/>
                  </a:lnTo>
                  <a:lnTo>
                    <a:pt x="36" y="36"/>
                  </a:lnTo>
                  <a:lnTo>
                    <a:pt x="33" y="36"/>
                  </a:lnTo>
                  <a:lnTo>
                    <a:pt x="33" y="38"/>
                  </a:lnTo>
                  <a:lnTo>
                    <a:pt x="33" y="38"/>
                  </a:lnTo>
                  <a:lnTo>
                    <a:pt x="31" y="38"/>
                  </a:lnTo>
                  <a:lnTo>
                    <a:pt x="31" y="38"/>
                  </a:lnTo>
                  <a:lnTo>
                    <a:pt x="31" y="38"/>
                  </a:lnTo>
                  <a:lnTo>
                    <a:pt x="31" y="40"/>
                  </a:lnTo>
                  <a:lnTo>
                    <a:pt x="31" y="40"/>
                  </a:lnTo>
                  <a:lnTo>
                    <a:pt x="31" y="40"/>
                  </a:lnTo>
                  <a:lnTo>
                    <a:pt x="29" y="40"/>
                  </a:lnTo>
                  <a:lnTo>
                    <a:pt x="29" y="40"/>
                  </a:lnTo>
                  <a:lnTo>
                    <a:pt x="26" y="40"/>
                  </a:lnTo>
                  <a:lnTo>
                    <a:pt x="26" y="40"/>
                  </a:lnTo>
                  <a:lnTo>
                    <a:pt x="26" y="40"/>
                  </a:lnTo>
                  <a:lnTo>
                    <a:pt x="24" y="40"/>
                  </a:lnTo>
                  <a:lnTo>
                    <a:pt x="24" y="40"/>
                  </a:lnTo>
                  <a:lnTo>
                    <a:pt x="24" y="40"/>
                  </a:lnTo>
                  <a:lnTo>
                    <a:pt x="24" y="40"/>
                  </a:lnTo>
                  <a:lnTo>
                    <a:pt x="22" y="40"/>
                  </a:lnTo>
                  <a:lnTo>
                    <a:pt x="22" y="40"/>
                  </a:lnTo>
                  <a:lnTo>
                    <a:pt x="22" y="40"/>
                  </a:lnTo>
                  <a:lnTo>
                    <a:pt x="19" y="40"/>
                  </a:lnTo>
                  <a:lnTo>
                    <a:pt x="19" y="40"/>
                  </a:lnTo>
                  <a:lnTo>
                    <a:pt x="19" y="40"/>
                  </a:lnTo>
                  <a:lnTo>
                    <a:pt x="19" y="40"/>
                  </a:lnTo>
                  <a:lnTo>
                    <a:pt x="19" y="40"/>
                  </a:lnTo>
                  <a:lnTo>
                    <a:pt x="19" y="40"/>
                  </a:lnTo>
                  <a:lnTo>
                    <a:pt x="17" y="40"/>
                  </a:lnTo>
                  <a:lnTo>
                    <a:pt x="17" y="40"/>
                  </a:lnTo>
                  <a:lnTo>
                    <a:pt x="17" y="38"/>
                  </a:lnTo>
                  <a:lnTo>
                    <a:pt x="17" y="38"/>
                  </a:lnTo>
                  <a:lnTo>
                    <a:pt x="17" y="40"/>
                  </a:lnTo>
                  <a:lnTo>
                    <a:pt x="15" y="40"/>
                  </a:lnTo>
                  <a:lnTo>
                    <a:pt x="15" y="38"/>
                  </a:lnTo>
                  <a:lnTo>
                    <a:pt x="15" y="38"/>
                  </a:lnTo>
                  <a:lnTo>
                    <a:pt x="12" y="38"/>
                  </a:lnTo>
                  <a:lnTo>
                    <a:pt x="12" y="38"/>
                  </a:lnTo>
                  <a:lnTo>
                    <a:pt x="12" y="38"/>
                  </a:lnTo>
                  <a:lnTo>
                    <a:pt x="10" y="38"/>
                  </a:lnTo>
                  <a:lnTo>
                    <a:pt x="10" y="38"/>
                  </a:lnTo>
                  <a:lnTo>
                    <a:pt x="10" y="38"/>
                  </a:lnTo>
                  <a:lnTo>
                    <a:pt x="10" y="40"/>
                  </a:lnTo>
                  <a:lnTo>
                    <a:pt x="7" y="40"/>
                  </a:lnTo>
                  <a:lnTo>
                    <a:pt x="7" y="38"/>
                  </a:lnTo>
                  <a:lnTo>
                    <a:pt x="7" y="38"/>
                  </a:lnTo>
                  <a:lnTo>
                    <a:pt x="7" y="38"/>
                  </a:lnTo>
                  <a:lnTo>
                    <a:pt x="5" y="38"/>
                  </a:lnTo>
                  <a:lnTo>
                    <a:pt x="5" y="36"/>
                  </a:lnTo>
                  <a:lnTo>
                    <a:pt x="5" y="36"/>
                  </a:lnTo>
                  <a:lnTo>
                    <a:pt x="5" y="36"/>
                  </a:lnTo>
                  <a:lnTo>
                    <a:pt x="5" y="36"/>
                  </a:lnTo>
                  <a:lnTo>
                    <a:pt x="3" y="36"/>
                  </a:lnTo>
                  <a:lnTo>
                    <a:pt x="3" y="33"/>
                  </a:lnTo>
                  <a:lnTo>
                    <a:pt x="3" y="33"/>
                  </a:lnTo>
                  <a:lnTo>
                    <a:pt x="3" y="33"/>
                  </a:lnTo>
                  <a:lnTo>
                    <a:pt x="3" y="31"/>
                  </a:lnTo>
                  <a:lnTo>
                    <a:pt x="3" y="31"/>
                  </a:lnTo>
                  <a:lnTo>
                    <a:pt x="3" y="31"/>
                  </a:lnTo>
                  <a:lnTo>
                    <a:pt x="0" y="31"/>
                  </a:lnTo>
                  <a:lnTo>
                    <a:pt x="0" y="31"/>
                  </a:lnTo>
                  <a:lnTo>
                    <a:pt x="0" y="29"/>
                  </a:lnTo>
                  <a:lnTo>
                    <a:pt x="3" y="29"/>
                  </a:lnTo>
                  <a:lnTo>
                    <a:pt x="3" y="29"/>
                  </a:lnTo>
                  <a:lnTo>
                    <a:pt x="3" y="29"/>
                  </a:lnTo>
                  <a:lnTo>
                    <a:pt x="3" y="29"/>
                  </a:lnTo>
                  <a:lnTo>
                    <a:pt x="3" y="26"/>
                  </a:lnTo>
                  <a:lnTo>
                    <a:pt x="5" y="26"/>
                  </a:lnTo>
                  <a:lnTo>
                    <a:pt x="5" y="26"/>
                  </a:lnTo>
                  <a:lnTo>
                    <a:pt x="5" y="26"/>
                  </a:lnTo>
                  <a:lnTo>
                    <a:pt x="5" y="26"/>
                  </a:lnTo>
                  <a:lnTo>
                    <a:pt x="5" y="24"/>
                  </a:lnTo>
                  <a:lnTo>
                    <a:pt x="5" y="24"/>
                  </a:lnTo>
                  <a:lnTo>
                    <a:pt x="5" y="21"/>
                  </a:lnTo>
                  <a:lnTo>
                    <a:pt x="5" y="21"/>
                  </a:lnTo>
                  <a:lnTo>
                    <a:pt x="5" y="21"/>
                  </a:lnTo>
                  <a:lnTo>
                    <a:pt x="5" y="21"/>
                  </a:lnTo>
                  <a:lnTo>
                    <a:pt x="5" y="21"/>
                  </a:lnTo>
                  <a:lnTo>
                    <a:pt x="5" y="19"/>
                  </a:lnTo>
                  <a:lnTo>
                    <a:pt x="5" y="19"/>
                  </a:lnTo>
                  <a:lnTo>
                    <a:pt x="7" y="19"/>
                  </a:lnTo>
                  <a:lnTo>
                    <a:pt x="7" y="19"/>
                  </a:lnTo>
                  <a:lnTo>
                    <a:pt x="10" y="19"/>
                  </a:lnTo>
                  <a:lnTo>
                    <a:pt x="10" y="17"/>
                  </a:lnTo>
                  <a:lnTo>
                    <a:pt x="10" y="17"/>
                  </a:lnTo>
                  <a:lnTo>
                    <a:pt x="10" y="17"/>
                  </a:lnTo>
                  <a:lnTo>
                    <a:pt x="10" y="14"/>
                  </a:lnTo>
                  <a:lnTo>
                    <a:pt x="10" y="14"/>
                  </a:lnTo>
                  <a:lnTo>
                    <a:pt x="10" y="14"/>
                  </a:lnTo>
                  <a:lnTo>
                    <a:pt x="10" y="12"/>
                  </a:lnTo>
                  <a:lnTo>
                    <a:pt x="12" y="12"/>
                  </a:lnTo>
                  <a:lnTo>
                    <a:pt x="12" y="12"/>
                  </a:lnTo>
                  <a:lnTo>
                    <a:pt x="12" y="12"/>
                  </a:lnTo>
                  <a:lnTo>
                    <a:pt x="12" y="12"/>
                  </a:lnTo>
                  <a:lnTo>
                    <a:pt x="12" y="12"/>
                  </a:lnTo>
                  <a:lnTo>
                    <a:pt x="12" y="12"/>
                  </a:lnTo>
                  <a:lnTo>
                    <a:pt x="12" y="10"/>
                  </a:lnTo>
                  <a:lnTo>
                    <a:pt x="12" y="10"/>
                  </a:lnTo>
                  <a:lnTo>
                    <a:pt x="12" y="10"/>
                  </a:lnTo>
                  <a:lnTo>
                    <a:pt x="15" y="10"/>
                  </a:lnTo>
                  <a:lnTo>
                    <a:pt x="15" y="10"/>
                  </a:lnTo>
                  <a:lnTo>
                    <a:pt x="15" y="7"/>
                  </a:lnTo>
                  <a:lnTo>
                    <a:pt x="17" y="7"/>
                  </a:lnTo>
                  <a:lnTo>
                    <a:pt x="17" y="7"/>
                  </a:lnTo>
                  <a:lnTo>
                    <a:pt x="17" y="7"/>
                  </a:lnTo>
                  <a:lnTo>
                    <a:pt x="17" y="5"/>
                  </a:lnTo>
                  <a:lnTo>
                    <a:pt x="17" y="5"/>
                  </a:lnTo>
                  <a:lnTo>
                    <a:pt x="17" y="5"/>
                  </a:lnTo>
                  <a:lnTo>
                    <a:pt x="19" y="5"/>
                  </a:lnTo>
                  <a:lnTo>
                    <a:pt x="19" y="5"/>
                  </a:lnTo>
                  <a:lnTo>
                    <a:pt x="19" y="5"/>
                  </a:lnTo>
                  <a:lnTo>
                    <a:pt x="22" y="5"/>
                  </a:lnTo>
                  <a:lnTo>
                    <a:pt x="22" y="5"/>
                  </a:lnTo>
                  <a:lnTo>
                    <a:pt x="22" y="2"/>
                  </a:lnTo>
                  <a:lnTo>
                    <a:pt x="24" y="2"/>
                  </a:lnTo>
                  <a:lnTo>
                    <a:pt x="24" y="2"/>
                  </a:lnTo>
                  <a:lnTo>
                    <a:pt x="24" y="2"/>
                  </a:lnTo>
                  <a:lnTo>
                    <a:pt x="24" y="2"/>
                  </a:lnTo>
                  <a:lnTo>
                    <a:pt x="24" y="2"/>
                  </a:lnTo>
                  <a:lnTo>
                    <a:pt x="26" y="2"/>
                  </a:lnTo>
                  <a:lnTo>
                    <a:pt x="26" y="2"/>
                  </a:lnTo>
                  <a:lnTo>
                    <a:pt x="26" y="0"/>
                  </a:lnTo>
                  <a:lnTo>
                    <a:pt x="26" y="0"/>
                  </a:lnTo>
                  <a:lnTo>
                    <a:pt x="26" y="2"/>
                  </a:lnTo>
                  <a:lnTo>
                    <a:pt x="29" y="2"/>
                  </a:lnTo>
                  <a:lnTo>
                    <a:pt x="29" y="2"/>
                  </a:lnTo>
                  <a:lnTo>
                    <a:pt x="31" y="2"/>
                  </a:lnTo>
                  <a:lnTo>
                    <a:pt x="31" y="2"/>
                  </a:lnTo>
                  <a:lnTo>
                    <a:pt x="31" y="2"/>
                  </a:lnTo>
                  <a:lnTo>
                    <a:pt x="33" y="2"/>
                  </a:lnTo>
                  <a:lnTo>
                    <a:pt x="33" y="2"/>
                  </a:lnTo>
                  <a:lnTo>
                    <a:pt x="33" y="2"/>
                  </a:lnTo>
                  <a:lnTo>
                    <a:pt x="31" y="2"/>
                  </a:lnTo>
                  <a:lnTo>
                    <a:pt x="31" y="2"/>
                  </a:lnTo>
                  <a:lnTo>
                    <a:pt x="31" y="5"/>
                  </a:lnTo>
                  <a:lnTo>
                    <a:pt x="31" y="5"/>
                  </a:lnTo>
                  <a:lnTo>
                    <a:pt x="31" y="5"/>
                  </a:lnTo>
                  <a:lnTo>
                    <a:pt x="31" y="5"/>
                  </a:lnTo>
                  <a:lnTo>
                    <a:pt x="33" y="5"/>
                  </a:lnTo>
                  <a:lnTo>
                    <a:pt x="33" y="5"/>
                  </a:lnTo>
                  <a:lnTo>
                    <a:pt x="33" y="5"/>
                  </a:lnTo>
                  <a:lnTo>
                    <a:pt x="33" y="5"/>
                  </a:lnTo>
                  <a:lnTo>
                    <a:pt x="36"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7" name="Freeform 235"/>
            <p:cNvSpPr>
              <a:spLocks/>
            </p:cNvSpPr>
            <p:nvPr/>
          </p:nvSpPr>
          <p:spPr bwMode="auto">
            <a:xfrm>
              <a:off x="4343400" y="3230563"/>
              <a:ext cx="112713" cy="63500"/>
            </a:xfrm>
            <a:custGeom>
              <a:avLst/>
              <a:gdLst/>
              <a:ahLst/>
              <a:cxnLst>
                <a:cxn ang="0">
                  <a:pos x="36" y="7"/>
                </a:cxn>
                <a:cxn ang="0">
                  <a:pos x="41" y="7"/>
                </a:cxn>
                <a:cxn ang="0">
                  <a:pos x="43" y="7"/>
                </a:cxn>
                <a:cxn ang="0">
                  <a:pos x="48" y="7"/>
                </a:cxn>
                <a:cxn ang="0">
                  <a:pos x="50" y="10"/>
                </a:cxn>
                <a:cxn ang="0">
                  <a:pos x="52" y="7"/>
                </a:cxn>
                <a:cxn ang="0">
                  <a:pos x="55" y="7"/>
                </a:cxn>
                <a:cxn ang="0">
                  <a:pos x="57" y="10"/>
                </a:cxn>
                <a:cxn ang="0">
                  <a:pos x="62" y="12"/>
                </a:cxn>
                <a:cxn ang="0">
                  <a:pos x="62" y="12"/>
                </a:cxn>
                <a:cxn ang="0">
                  <a:pos x="62" y="17"/>
                </a:cxn>
                <a:cxn ang="0">
                  <a:pos x="62" y="21"/>
                </a:cxn>
                <a:cxn ang="0">
                  <a:pos x="64" y="24"/>
                </a:cxn>
                <a:cxn ang="0">
                  <a:pos x="69" y="21"/>
                </a:cxn>
                <a:cxn ang="0">
                  <a:pos x="71" y="24"/>
                </a:cxn>
                <a:cxn ang="0">
                  <a:pos x="71" y="29"/>
                </a:cxn>
                <a:cxn ang="0">
                  <a:pos x="71" y="31"/>
                </a:cxn>
                <a:cxn ang="0">
                  <a:pos x="71" y="36"/>
                </a:cxn>
                <a:cxn ang="0">
                  <a:pos x="71" y="38"/>
                </a:cxn>
                <a:cxn ang="0">
                  <a:pos x="67" y="38"/>
                </a:cxn>
                <a:cxn ang="0">
                  <a:pos x="64" y="40"/>
                </a:cxn>
                <a:cxn ang="0">
                  <a:pos x="60" y="40"/>
                </a:cxn>
                <a:cxn ang="0">
                  <a:pos x="57" y="40"/>
                </a:cxn>
                <a:cxn ang="0">
                  <a:pos x="52" y="38"/>
                </a:cxn>
                <a:cxn ang="0">
                  <a:pos x="50" y="38"/>
                </a:cxn>
                <a:cxn ang="0">
                  <a:pos x="48" y="40"/>
                </a:cxn>
                <a:cxn ang="0">
                  <a:pos x="43" y="40"/>
                </a:cxn>
                <a:cxn ang="0">
                  <a:pos x="38" y="40"/>
                </a:cxn>
                <a:cxn ang="0">
                  <a:pos x="36" y="38"/>
                </a:cxn>
                <a:cxn ang="0">
                  <a:pos x="33" y="38"/>
                </a:cxn>
                <a:cxn ang="0">
                  <a:pos x="31" y="40"/>
                </a:cxn>
                <a:cxn ang="0">
                  <a:pos x="26" y="40"/>
                </a:cxn>
                <a:cxn ang="0">
                  <a:pos x="24" y="40"/>
                </a:cxn>
                <a:cxn ang="0">
                  <a:pos x="19" y="40"/>
                </a:cxn>
                <a:cxn ang="0">
                  <a:pos x="17" y="40"/>
                </a:cxn>
                <a:cxn ang="0">
                  <a:pos x="15" y="40"/>
                </a:cxn>
                <a:cxn ang="0">
                  <a:pos x="12" y="38"/>
                </a:cxn>
                <a:cxn ang="0">
                  <a:pos x="7" y="40"/>
                </a:cxn>
                <a:cxn ang="0">
                  <a:pos x="5" y="36"/>
                </a:cxn>
                <a:cxn ang="0">
                  <a:pos x="3" y="33"/>
                </a:cxn>
                <a:cxn ang="0">
                  <a:pos x="3" y="31"/>
                </a:cxn>
                <a:cxn ang="0">
                  <a:pos x="3" y="29"/>
                </a:cxn>
                <a:cxn ang="0">
                  <a:pos x="5" y="26"/>
                </a:cxn>
                <a:cxn ang="0">
                  <a:pos x="5" y="21"/>
                </a:cxn>
                <a:cxn ang="0">
                  <a:pos x="5" y="19"/>
                </a:cxn>
                <a:cxn ang="0">
                  <a:pos x="10" y="17"/>
                </a:cxn>
                <a:cxn ang="0">
                  <a:pos x="10" y="14"/>
                </a:cxn>
                <a:cxn ang="0">
                  <a:pos x="12" y="12"/>
                </a:cxn>
                <a:cxn ang="0">
                  <a:pos x="12" y="10"/>
                </a:cxn>
                <a:cxn ang="0">
                  <a:pos x="17" y="7"/>
                </a:cxn>
                <a:cxn ang="0">
                  <a:pos x="19" y="5"/>
                </a:cxn>
                <a:cxn ang="0">
                  <a:pos x="22" y="2"/>
                </a:cxn>
                <a:cxn ang="0">
                  <a:pos x="24" y="2"/>
                </a:cxn>
                <a:cxn ang="0">
                  <a:pos x="26" y="2"/>
                </a:cxn>
                <a:cxn ang="0">
                  <a:pos x="31" y="2"/>
                </a:cxn>
                <a:cxn ang="0">
                  <a:pos x="31" y="2"/>
                </a:cxn>
                <a:cxn ang="0">
                  <a:pos x="33" y="5"/>
                </a:cxn>
              </a:cxnLst>
              <a:rect l="0" t="0" r="r" b="b"/>
              <a:pathLst>
                <a:path w="71" h="40">
                  <a:moveTo>
                    <a:pt x="36" y="5"/>
                  </a:moveTo>
                  <a:lnTo>
                    <a:pt x="36" y="5"/>
                  </a:lnTo>
                  <a:lnTo>
                    <a:pt x="36" y="7"/>
                  </a:lnTo>
                  <a:lnTo>
                    <a:pt x="36" y="7"/>
                  </a:lnTo>
                  <a:lnTo>
                    <a:pt x="36" y="7"/>
                  </a:lnTo>
                  <a:lnTo>
                    <a:pt x="36" y="7"/>
                  </a:lnTo>
                  <a:lnTo>
                    <a:pt x="38" y="7"/>
                  </a:lnTo>
                  <a:lnTo>
                    <a:pt x="38" y="7"/>
                  </a:lnTo>
                  <a:lnTo>
                    <a:pt x="38" y="7"/>
                  </a:lnTo>
                  <a:lnTo>
                    <a:pt x="41" y="7"/>
                  </a:lnTo>
                  <a:lnTo>
                    <a:pt x="41" y="7"/>
                  </a:lnTo>
                  <a:lnTo>
                    <a:pt x="41" y="7"/>
                  </a:lnTo>
                  <a:lnTo>
                    <a:pt x="43" y="7"/>
                  </a:lnTo>
                  <a:lnTo>
                    <a:pt x="43" y="7"/>
                  </a:lnTo>
                  <a:lnTo>
                    <a:pt x="43" y="7"/>
                  </a:lnTo>
                  <a:lnTo>
                    <a:pt x="43" y="7"/>
                  </a:lnTo>
                  <a:lnTo>
                    <a:pt x="45" y="7"/>
                  </a:lnTo>
                  <a:lnTo>
                    <a:pt x="45" y="7"/>
                  </a:lnTo>
                  <a:lnTo>
                    <a:pt x="45" y="7"/>
                  </a:lnTo>
                  <a:lnTo>
                    <a:pt x="48" y="7"/>
                  </a:lnTo>
                  <a:lnTo>
                    <a:pt x="48" y="10"/>
                  </a:lnTo>
                  <a:lnTo>
                    <a:pt x="48" y="10"/>
                  </a:lnTo>
                  <a:lnTo>
                    <a:pt x="50" y="10"/>
                  </a:lnTo>
                  <a:lnTo>
                    <a:pt x="50" y="10"/>
                  </a:lnTo>
                  <a:lnTo>
                    <a:pt x="50" y="10"/>
                  </a:lnTo>
                  <a:lnTo>
                    <a:pt x="50" y="10"/>
                  </a:lnTo>
                  <a:lnTo>
                    <a:pt x="50" y="10"/>
                  </a:lnTo>
                  <a:lnTo>
                    <a:pt x="52" y="10"/>
                  </a:lnTo>
                  <a:lnTo>
                    <a:pt x="52" y="7"/>
                  </a:lnTo>
                  <a:lnTo>
                    <a:pt x="52" y="7"/>
                  </a:lnTo>
                  <a:lnTo>
                    <a:pt x="52" y="7"/>
                  </a:lnTo>
                  <a:lnTo>
                    <a:pt x="52" y="7"/>
                  </a:lnTo>
                  <a:lnTo>
                    <a:pt x="55" y="7"/>
                  </a:lnTo>
                  <a:lnTo>
                    <a:pt x="55" y="7"/>
                  </a:lnTo>
                  <a:lnTo>
                    <a:pt x="55" y="7"/>
                  </a:lnTo>
                  <a:lnTo>
                    <a:pt x="57" y="7"/>
                  </a:lnTo>
                  <a:lnTo>
                    <a:pt x="57" y="7"/>
                  </a:lnTo>
                  <a:lnTo>
                    <a:pt x="57" y="10"/>
                  </a:lnTo>
                  <a:lnTo>
                    <a:pt x="57" y="10"/>
                  </a:lnTo>
                  <a:lnTo>
                    <a:pt x="57" y="10"/>
                  </a:lnTo>
                  <a:lnTo>
                    <a:pt x="60" y="10"/>
                  </a:lnTo>
                  <a:lnTo>
                    <a:pt x="60" y="10"/>
                  </a:lnTo>
                  <a:lnTo>
                    <a:pt x="60" y="12"/>
                  </a:lnTo>
                  <a:lnTo>
                    <a:pt x="60" y="12"/>
                  </a:lnTo>
                  <a:lnTo>
                    <a:pt x="62" y="12"/>
                  </a:lnTo>
                  <a:lnTo>
                    <a:pt x="62" y="12"/>
                  </a:lnTo>
                  <a:lnTo>
                    <a:pt x="64" y="12"/>
                  </a:lnTo>
                  <a:lnTo>
                    <a:pt x="64" y="12"/>
                  </a:lnTo>
                  <a:lnTo>
                    <a:pt x="62" y="12"/>
                  </a:lnTo>
                  <a:lnTo>
                    <a:pt x="62" y="12"/>
                  </a:lnTo>
                  <a:lnTo>
                    <a:pt x="62" y="14"/>
                  </a:lnTo>
                  <a:lnTo>
                    <a:pt x="62" y="14"/>
                  </a:lnTo>
                  <a:lnTo>
                    <a:pt x="62" y="17"/>
                  </a:lnTo>
                  <a:lnTo>
                    <a:pt x="62" y="17"/>
                  </a:lnTo>
                  <a:lnTo>
                    <a:pt x="62" y="17"/>
                  </a:lnTo>
                  <a:lnTo>
                    <a:pt x="62" y="19"/>
                  </a:lnTo>
                  <a:lnTo>
                    <a:pt x="62" y="19"/>
                  </a:lnTo>
                  <a:lnTo>
                    <a:pt x="62" y="21"/>
                  </a:lnTo>
                  <a:lnTo>
                    <a:pt x="62" y="21"/>
                  </a:lnTo>
                  <a:lnTo>
                    <a:pt x="62" y="21"/>
                  </a:lnTo>
                  <a:lnTo>
                    <a:pt x="64" y="21"/>
                  </a:lnTo>
                  <a:lnTo>
                    <a:pt x="64" y="21"/>
                  </a:lnTo>
                  <a:lnTo>
                    <a:pt x="64" y="21"/>
                  </a:lnTo>
                  <a:lnTo>
                    <a:pt x="64" y="21"/>
                  </a:lnTo>
                  <a:lnTo>
                    <a:pt x="64" y="24"/>
                  </a:lnTo>
                  <a:lnTo>
                    <a:pt x="67" y="24"/>
                  </a:lnTo>
                  <a:lnTo>
                    <a:pt x="67" y="24"/>
                  </a:lnTo>
                  <a:lnTo>
                    <a:pt x="67" y="21"/>
                  </a:lnTo>
                  <a:lnTo>
                    <a:pt x="69" y="21"/>
                  </a:lnTo>
                  <a:lnTo>
                    <a:pt x="69" y="21"/>
                  </a:lnTo>
                  <a:lnTo>
                    <a:pt x="69" y="21"/>
                  </a:lnTo>
                  <a:lnTo>
                    <a:pt x="71" y="21"/>
                  </a:lnTo>
                  <a:lnTo>
                    <a:pt x="71" y="24"/>
                  </a:lnTo>
                  <a:lnTo>
                    <a:pt x="71" y="24"/>
                  </a:lnTo>
                  <a:lnTo>
                    <a:pt x="71" y="24"/>
                  </a:lnTo>
                  <a:lnTo>
                    <a:pt x="71" y="26"/>
                  </a:lnTo>
                  <a:lnTo>
                    <a:pt x="71" y="26"/>
                  </a:lnTo>
                  <a:lnTo>
                    <a:pt x="71" y="26"/>
                  </a:lnTo>
                  <a:lnTo>
                    <a:pt x="71" y="29"/>
                  </a:lnTo>
                  <a:lnTo>
                    <a:pt x="71" y="29"/>
                  </a:lnTo>
                  <a:lnTo>
                    <a:pt x="71" y="29"/>
                  </a:lnTo>
                  <a:lnTo>
                    <a:pt x="71" y="29"/>
                  </a:lnTo>
                  <a:lnTo>
                    <a:pt x="71" y="31"/>
                  </a:lnTo>
                  <a:lnTo>
                    <a:pt x="71" y="31"/>
                  </a:lnTo>
                  <a:lnTo>
                    <a:pt x="71" y="31"/>
                  </a:lnTo>
                  <a:lnTo>
                    <a:pt x="71" y="33"/>
                  </a:lnTo>
                  <a:lnTo>
                    <a:pt x="71" y="33"/>
                  </a:lnTo>
                  <a:lnTo>
                    <a:pt x="71" y="33"/>
                  </a:lnTo>
                  <a:lnTo>
                    <a:pt x="71" y="33"/>
                  </a:lnTo>
                  <a:lnTo>
                    <a:pt x="71" y="36"/>
                  </a:lnTo>
                  <a:lnTo>
                    <a:pt x="71" y="36"/>
                  </a:lnTo>
                  <a:lnTo>
                    <a:pt x="71" y="36"/>
                  </a:lnTo>
                  <a:lnTo>
                    <a:pt x="71" y="38"/>
                  </a:lnTo>
                  <a:lnTo>
                    <a:pt x="71" y="38"/>
                  </a:lnTo>
                  <a:lnTo>
                    <a:pt x="71" y="38"/>
                  </a:lnTo>
                  <a:lnTo>
                    <a:pt x="69" y="38"/>
                  </a:lnTo>
                  <a:lnTo>
                    <a:pt x="69" y="38"/>
                  </a:lnTo>
                  <a:lnTo>
                    <a:pt x="69" y="38"/>
                  </a:lnTo>
                  <a:lnTo>
                    <a:pt x="69" y="38"/>
                  </a:lnTo>
                  <a:lnTo>
                    <a:pt x="67" y="38"/>
                  </a:lnTo>
                  <a:lnTo>
                    <a:pt x="67" y="38"/>
                  </a:lnTo>
                  <a:lnTo>
                    <a:pt x="67" y="38"/>
                  </a:lnTo>
                  <a:lnTo>
                    <a:pt x="64" y="38"/>
                  </a:lnTo>
                  <a:lnTo>
                    <a:pt x="64" y="38"/>
                  </a:lnTo>
                  <a:lnTo>
                    <a:pt x="64" y="40"/>
                  </a:lnTo>
                  <a:lnTo>
                    <a:pt x="64" y="40"/>
                  </a:lnTo>
                  <a:lnTo>
                    <a:pt x="62" y="40"/>
                  </a:lnTo>
                  <a:lnTo>
                    <a:pt x="62" y="40"/>
                  </a:lnTo>
                  <a:lnTo>
                    <a:pt x="60" y="40"/>
                  </a:lnTo>
                  <a:lnTo>
                    <a:pt x="60" y="40"/>
                  </a:lnTo>
                  <a:lnTo>
                    <a:pt x="60" y="40"/>
                  </a:lnTo>
                  <a:lnTo>
                    <a:pt x="60" y="38"/>
                  </a:lnTo>
                  <a:lnTo>
                    <a:pt x="57" y="38"/>
                  </a:lnTo>
                  <a:lnTo>
                    <a:pt x="57" y="38"/>
                  </a:lnTo>
                  <a:lnTo>
                    <a:pt x="57" y="40"/>
                  </a:lnTo>
                  <a:lnTo>
                    <a:pt x="57" y="40"/>
                  </a:lnTo>
                  <a:lnTo>
                    <a:pt x="55" y="40"/>
                  </a:lnTo>
                  <a:lnTo>
                    <a:pt x="55" y="40"/>
                  </a:lnTo>
                  <a:lnTo>
                    <a:pt x="55" y="38"/>
                  </a:lnTo>
                  <a:lnTo>
                    <a:pt x="52" y="38"/>
                  </a:lnTo>
                  <a:lnTo>
                    <a:pt x="52" y="38"/>
                  </a:lnTo>
                  <a:lnTo>
                    <a:pt x="52" y="38"/>
                  </a:lnTo>
                  <a:lnTo>
                    <a:pt x="52" y="40"/>
                  </a:lnTo>
                  <a:lnTo>
                    <a:pt x="50" y="40"/>
                  </a:lnTo>
                  <a:lnTo>
                    <a:pt x="50" y="38"/>
                  </a:lnTo>
                  <a:lnTo>
                    <a:pt x="50" y="38"/>
                  </a:lnTo>
                  <a:lnTo>
                    <a:pt x="50" y="40"/>
                  </a:lnTo>
                  <a:lnTo>
                    <a:pt x="50" y="40"/>
                  </a:lnTo>
                  <a:lnTo>
                    <a:pt x="48" y="40"/>
                  </a:lnTo>
                  <a:lnTo>
                    <a:pt x="48" y="40"/>
                  </a:lnTo>
                  <a:lnTo>
                    <a:pt x="45" y="40"/>
                  </a:lnTo>
                  <a:lnTo>
                    <a:pt x="45" y="40"/>
                  </a:lnTo>
                  <a:lnTo>
                    <a:pt x="45" y="40"/>
                  </a:lnTo>
                  <a:lnTo>
                    <a:pt x="43" y="40"/>
                  </a:lnTo>
                  <a:lnTo>
                    <a:pt x="43" y="40"/>
                  </a:lnTo>
                  <a:lnTo>
                    <a:pt x="43" y="40"/>
                  </a:lnTo>
                  <a:lnTo>
                    <a:pt x="41" y="40"/>
                  </a:lnTo>
                  <a:lnTo>
                    <a:pt x="41" y="40"/>
                  </a:lnTo>
                  <a:lnTo>
                    <a:pt x="38" y="40"/>
                  </a:lnTo>
                  <a:lnTo>
                    <a:pt x="38" y="40"/>
                  </a:lnTo>
                  <a:lnTo>
                    <a:pt x="38" y="38"/>
                  </a:lnTo>
                  <a:lnTo>
                    <a:pt x="38" y="38"/>
                  </a:lnTo>
                  <a:lnTo>
                    <a:pt x="38" y="38"/>
                  </a:lnTo>
                  <a:lnTo>
                    <a:pt x="36" y="38"/>
                  </a:lnTo>
                  <a:lnTo>
                    <a:pt x="36" y="38"/>
                  </a:lnTo>
                  <a:lnTo>
                    <a:pt x="36" y="36"/>
                  </a:lnTo>
                  <a:lnTo>
                    <a:pt x="36" y="36"/>
                  </a:lnTo>
                  <a:lnTo>
                    <a:pt x="33" y="36"/>
                  </a:lnTo>
                  <a:lnTo>
                    <a:pt x="33" y="38"/>
                  </a:lnTo>
                  <a:lnTo>
                    <a:pt x="33" y="38"/>
                  </a:lnTo>
                  <a:lnTo>
                    <a:pt x="31" y="38"/>
                  </a:lnTo>
                  <a:lnTo>
                    <a:pt x="31" y="38"/>
                  </a:lnTo>
                  <a:lnTo>
                    <a:pt x="31" y="38"/>
                  </a:lnTo>
                  <a:lnTo>
                    <a:pt x="31" y="40"/>
                  </a:lnTo>
                  <a:lnTo>
                    <a:pt x="31" y="40"/>
                  </a:lnTo>
                  <a:lnTo>
                    <a:pt x="31" y="40"/>
                  </a:lnTo>
                  <a:lnTo>
                    <a:pt x="29" y="40"/>
                  </a:lnTo>
                  <a:lnTo>
                    <a:pt x="29" y="40"/>
                  </a:lnTo>
                  <a:lnTo>
                    <a:pt x="26" y="40"/>
                  </a:lnTo>
                  <a:lnTo>
                    <a:pt x="26" y="40"/>
                  </a:lnTo>
                  <a:lnTo>
                    <a:pt x="26" y="40"/>
                  </a:lnTo>
                  <a:lnTo>
                    <a:pt x="24" y="40"/>
                  </a:lnTo>
                  <a:lnTo>
                    <a:pt x="24" y="40"/>
                  </a:lnTo>
                  <a:lnTo>
                    <a:pt x="24" y="40"/>
                  </a:lnTo>
                  <a:lnTo>
                    <a:pt x="24" y="40"/>
                  </a:lnTo>
                  <a:lnTo>
                    <a:pt x="22" y="40"/>
                  </a:lnTo>
                  <a:lnTo>
                    <a:pt x="22" y="40"/>
                  </a:lnTo>
                  <a:lnTo>
                    <a:pt x="22" y="40"/>
                  </a:lnTo>
                  <a:lnTo>
                    <a:pt x="19" y="40"/>
                  </a:lnTo>
                  <a:lnTo>
                    <a:pt x="19" y="40"/>
                  </a:lnTo>
                  <a:lnTo>
                    <a:pt x="19" y="40"/>
                  </a:lnTo>
                  <a:lnTo>
                    <a:pt x="19" y="40"/>
                  </a:lnTo>
                  <a:lnTo>
                    <a:pt x="19" y="40"/>
                  </a:lnTo>
                  <a:lnTo>
                    <a:pt x="19" y="40"/>
                  </a:lnTo>
                  <a:lnTo>
                    <a:pt x="17" y="40"/>
                  </a:lnTo>
                  <a:lnTo>
                    <a:pt x="17" y="40"/>
                  </a:lnTo>
                  <a:lnTo>
                    <a:pt x="17" y="38"/>
                  </a:lnTo>
                  <a:lnTo>
                    <a:pt x="17" y="38"/>
                  </a:lnTo>
                  <a:lnTo>
                    <a:pt x="17" y="40"/>
                  </a:lnTo>
                  <a:lnTo>
                    <a:pt x="15" y="40"/>
                  </a:lnTo>
                  <a:lnTo>
                    <a:pt x="15" y="38"/>
                  </a:lnTo>
                  <a:lnTo>
                    <a:pt x="15" y="38"/>
                  </a:lnTo>
                  <a:lnTo>
                    <a:pt x="12" y="38"/>
                  </a:lnTo>
                  <a:lnTo>
                    <a:pt x="12" y="38"/>
                  </a:lnTo>
                  <a:lnTo>
                    <a:pt x="12" y="38"/>
                  </a:lnTo>
                  <a:lnTo>
                    <a:pt x="10" y="38"/>
                  </a:lnTo>
                  <a:lnTo>
                    <a:pt x="10" y="38"/>
                  </a:lnTo>
                  <a:lnTo>
                    <a:pt x="10" y="38"/>
                  </a:lnTo>
                  <a:lnTo>
                    <a:pt x="10" y="40"/>
                  </a:lnTo>
                  <a:lnTo>
                    <a:pt x="7" y="40"/>
                  </a:lnTo>
                  <a:lnTo>
                    <a:pt x="7" y="38"/>
                  </a:lnTo>
                  <a:lnTo>
                    <a:pt x="7" y="38"/>
                  </a:lnTo>
                  <a:lnTo>
                    <a:pt x="7" y="38"/>
                  </a:lnTo>
                  <a:lnTo>
                    <a:pt x="5" y="38"/>
                  </a:lnTo>
                  <a:lnTo>
                    <a:pt x="5" y="36"/>
                  </a:lnTo>
                  <a:lnTo>
                    <a:pt x="5" y="36"/>
                  </a:lnTo>
                  <a:lnTo>
                    <a:pt x="5" y="36"/>
                  </a:lnTo>
                  <a:lnTo>
                    <a:pt x="5" y="36"/>
                  </a:lnTo>
                  <a:lnTo>
                    <a:pt x="3" y="36"/>
                  </a:lnTo>
                  <a:lnTo>
                    <a:pt x="3" y="33"/>
                  </a:lnTo>
                  <a:lnTo>
                    <a:pt x="3" y="33"/>
                  </a:lnTo>
                  <a:lnTo>
                    <a:pt x="3" y="33"/>
                  </a:lnTo>
                  <a:lnTo>
                    <a:pt x="3" y="31"/>
                  </a:lnTo>
                  <a:lnTo>
                    <a:pt x="3" y="31"/>
                  </a:lnTo>
                  <a:lnTo>
                    <a:pt x="3" y="31"/>
                  </a:lnTo>
                  <a:lnTo>
                    <a:pt x="0" y="31"/>
                  </a:lnTo>
                  <a:lnTo>
                    <a:pt x="0" y="31"/>
                  </a:lnTo>
                  <a:lnTo>
                    <a:pt x="0" y="29"/>
                  </a:lnTo>
                  <a:lnTo>
                    <a:pt x="3" y="29"/>
                  </a:lnTo>
                  <a:lnTo>
                    <a:pt x="3" y="29"/>
                  </a:lnTo>
                  <a:lnTo>
                    <a:pt x="3" y="29"/>
                  </a:lnTo>
                  <a:lnTo>
                    <a:pt x="3" y="29"/>
                  </a:lnTo>
                  <a:lnTo>
                    <a:pt x="3" y="26"/>
                  </a:lnTo>
                  <a:lnTo>
                    <a:pt x="5" y="26"/>
                  </a:lnTo>
                  <a:lnTo>
                    <a:pt x="5" y="26"/>
                  </a:lnTo>
                  <a:lnTo>
                    <a:pt x="5" y="26"/>
                  </a:lnTo>
                  <a:lnTo>
                    <a:pt x="5" y="26"/>
                  </a:lnTo>
                  <a:lnTo>
                    <a:pt x="5" y="24"/>
                  </a:lnTo>
                  <a:lnTo>
                    <a:pt x="5" y="24"/>
                  </a:lnTo>
                  <a:lnTo>
                    <a:pt x="5" y="21"/>
                  </a:lnTo>
                  <a:lnTo>
                    <a:pt x="5" y="21"/>
                  </a:lnTo>
                  <a:lnTo>
                    <a:pt x="5" y="21"/>
                  </a:lnTo>
                  <a:lnTo>
                    <a:pt x="5" y="21"/>
                  </a:lnTo>
                  <a:lnTo>
                    <a:pt x="5" y="21"/>
                  </a:lnTo>
                  <a:lnTo>
                    <a:pt x="5" y="19"/>
                  </a:lnTo>
                  <a:lnTo>
                    <a:pt x="5" y="19"/>
                  </a:lnTo>
                  <a:lnTo>
                    <a:pt x="7" y="19"/>
                  </a:lnTo>
                  <a:lnTo>
                    <a:pt x="7" y="19"/>
                  </a:lnTo>
                  <a:lnTo>
                    <a:pt x="10" y="19"/>
                  </a:lnTo>
                  <a:lnTo>
                    <a:pt x="10" y="17"/>
                  </a:lnTo>
                  <a:lnTo>
                    <a:pt x="10" y="17"/>
                  </a:lnTo>
                  <a:lnTo>
                    <a:pt x="10" y="17"/>
                  </a:lnTo>
                  <a:lnTo>
                    <a:pt x="10" y="14"/>
                  </a:lnTo>
                  <a:lnTo>
                    <a:pt x="10" y="14"/>
                  </a:lnTo>
                  <a:lnTo>
                    <a:pt x="10" y="14"/>
                  </a:lnTo>
                  <a:lnTo>
                    <a:pt x="10" y="12"/>
                  </a:lnTo>
                  <a:lnTo>
                    <a:pt x="12" y="12"/>
                  </a:lnTo>
                  <a:lnTo>
                    <a:pt x="12" y="12"/>
                  </a:lnTo>
                  <a:lnTo>
                    <a:pt x="12" y="12"/>
                  </a:lnTo>
                  <a:lnTo>
                    <a:pt x="12" y="12"/>
                  </a:lnTo>
                  <a:lnTo>
                    <a:pt x="12" y="12"/>
                  </a:lnTo>
                  <a:lnTo>
                    <a:pt x="12" y="12"/>
                  </a:lnTo>
                  <a:lnTo>
                    <a:pt x="12" y="10"/>
                  </a:lnTo>
                  <a:lnTo>
                    <a:pt x="12" y="10"/>
                  </a:lnTo>
                  <a:lnTo>
                    <a:pt x="12" y="10"/>
                  </a:lnTo>
                  <a:lnTo>
                    <a:pt x="15" y="10"/>
                  </a:lnTo>
                  <a:lnTo>
                    <a:pt x="15" y="10"/>
                  </a:lnTo>
                  <a:lnTo>
                    <a:pt x="15" y="7"/>
                  </a:lnTo>
                  <a:lnTo>
                    <a:pt x="17" y="7"/>
                  </a:lnTo>
                  <a:lnTo>
                    <a:pt x="17" y="7"/>
                  </a:lnTo>
                  <a:lnTo>
                    <a:pt x="17" y="7"/>
                  </a:lnTo>
                  <a:lnTo>
                    <a:pt x="17" y="5"/>
                  </a:lnTo>
                  <a:lnTo>
                    <a:pt x="17" y="5"/>
                  </a:lnTo>
                  <a:lnTo>
                    <a:pt x="17" y="5"/>
                  </a:lnTo>
                  <a:lnTo>
                    <a:pt x="19" y="5"/>
                  </a:lnTo>
                  <a:lnTo>
                    <a:pt x="19" y="5"/>
                  </a:lnTo>
                  <a:lnTo>
                    <a:pt x="19" y="5"/>
                  </a:lnTo>
                  <a:lnTo>
                    <a:pt x="22" y="5"/>
                  </a:lnTo>
                  <a:lnTo>
                    <a:pt x="22" y="5"/>
                  </a:lnTo>
                  <a:lnTo>
                    <a:pt x="22" y="2"/>
                  </a:lnTo>
                  <a:lnTo>
                    <a:pt x="24" y="2"/>
                  </a:lnTo>
                  <a:lnTo>
                    <a:pt x="24" y="2"/>
                  </a:lnTo>
                  <a:lnTo>
                    <a:pt x="24" y="2"/>
                  </a:lnTo>
                  <a:lnTo>
                    <a:pt x="24" y="2"/>
                  </a:lnTo>
                  <a:lnTo>
                    <a:pt x="24" y="2"/>
                  </a:lnTo>
                  <a:lnTo>
                    <a:pt x="26" y="2"/>
                  </a:lnTo>
                  <a:lnTo>
                    <a:pt x="26" y="2"/>
                  </a:lnTo>
                  <a:lnTo>
                    <a:pt x="26" y="0"/>
                  </a:lnTo>
                  <a:lnTo>
                    <a:pt x="26" y="0"/>
                  </a:lnTo>
                  <a:lnTo>
                    <a:pt x="26" y="2"/>
                  </a:lnTo>
                  <a:lnTo>
                    <a:pt x="29" y="2"/>
                  </a:lnTo>
                  <a:lnTo>
                    <a:pt x="29" y="2"/>
                  </a:lnTo>
                  <a:lnTo>
                    <a:pt x="31" y="2"/>
                  </a:lnTo>
                  <a:lnTo>
                    <a:pt x="31" y="2"/>
                  </a:lnTo>
                  <a:lnTo>
                    <a:pt x="31" y="2"/>
                  </a:lnTo>
                  <a:lnTo>
                    <a:pt x="33" y="2"/>
                  </a:lnTo>
                  <a:lnTo>
                    <a:pt x="33" y="2"/>
                  </a:lnTo>
                  <a:lnTo>
                    <a:pt x="33" y="2"/>
                  </a:lnTo>
                  <a:lnTo>
                    <a:pt x="31" y="2"/>
                  </a:lnTo>
                  <a:lnTo>
                    <a:pt x="31" y="2"/>
                  </a:lnTo>
                  <a:lnTo>
                    <a:pt x="31" y="5"/>
                  </a:lnTo>
                  <a:lnTo>
                    <a:pt x="31" y="5"/>
                  </a:lnTo>
                  <a:lnTo>
                    <a:pt x="31" y="5"/>
                  </a:lnTo>
                  <a:lnTo>
                    <a:pt x="31" y="5"/>
                  </a:lnTo>
                  <a:lnTo>
                    <a:pt x="33" y="5"/>
                  </a:lnTo>
                  <a:lnTo>
                    <a:pt x="33" y="5"/>
                  </a:lnTo>
                  <a:lnTo>
                    <a:pt x="33" y="5"/>
                  </a:lnTo>
                  <a:lnTo>
                    <a:pt x="33" y="5"/>
                  </a:lnTo>
                  <a:lnTo>
                    <a:pt x="36"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8" name="Freeform 236"/>
            <p:cNvSpPr>
              <a:spLocks/>
            </p:cNvSpPr>
            <p:nvPr/>
          </p:nvSpPr>
          <p:spPr bwMode="auto">
            <a:xfrm>
              <a:off x="5211763" y="4167188"/>
              <a:ext cx="38100" cy="46037"/>
            </a:xfrm>
            <a:custGeom>
              <a:avLst/>
              <a:gdLst/>
              <a:ahLst/>
              <a:cxnLst>
                <a:cxn ang="0">
                  <a:pos x="21" y="3"/>
                </a:cxn>
                <a:cxn ang="0">
                  <a:pos x="21" y="5"/>
                </a:cxn>
                <a:cxn ang="0">
                  <a:pos x="21" y="7"/>
                </a:cxn>
                <a:cxn ang="0">
                  <a:pos x="21" y="10"/>
                </a:cxn>
                <a:cxn ang="0">
                  <a:pos x="21" y="12"/>
                </a:cxn>
                <a:cxn ang="0">
                  <a:pos x="24" y="14"/>
                </a:cxn>
                <a:cxn ang="0">
                  <a:pos x="24" y="14"/>
                </a:cxn>
                <a:cxn ang="0">
                  <a:pos x="24" y="17"/>
                </a:cxn>
                <a:cxn ang="0">
                  <a:pos x="24" y="22"/>
                </a:cxn>
                <a:cxn ang="0">
                  <a:pos x="21" y="19"/>
                </a:cxn>
                <a:cxn ang="0">
                  <a:pos x="21" y="19"/>
                </a:cxn>
                <a:cxn ang="0">
                  <a:pos x="19" y="17"/>
                </a:cxn>
                <a:cxn ang="0">
                  <a:pos x="19" y="14"/>
                </a:cxn>
                <a:cxn ang="0">
                  <a:pos x="17" y="12"/>
                </a:cxn>
                <a:cxn ang="0">
                  <a:pos x="17" y="10"/>
                </a:cxn>
                <a:cxn ang="0">
                  <a:pos x="19" y="7"/>
                </a:cxn>
                <a:cxn ang="0">
                  <a:pos x="17" y="5"/>
                </a:cxn>
                <a:cxn ang="0">
                  <a:pos x="17" y="7"/>
                </a:cxn>
                <a:cxn ang="0">
                  <a:pos x="14" y="7"/>
                </a:cxn>
                <a:cxn ang="0">
                  <a:pos x="12" y="10"/>
                </a:cxn>
                <a:cxn ang="0">
                  <a:pos x="12" y="12"/>
                </a:cxn>
                <a:cxn ang="0">
                  <a:pos x="12" y="14"/>
                </a:cxn>
                <a:cxn ang="0">
                  <a:pos x="12" y="17"/>
                </a:cxn>
                <a:cxn ang="0">
                  <a:pos x="14" y="19"/>
                </a:cxn>
                <a:cxn ang="0">
                  <a:pos x="12" y="22"/>
                </a:cxn>
                <a:cxn ang="0">
                  <a:pos x="12" y="24"/>
                </a:cxn>
                <a:cxn ang="0">
                  <a:pos x="12" y="24"/>
                </a:cxn>
                <a:cxn ang="0">
                  <a:pos x="10" y="26"/>
                </a:cxn>
                <a:cxn ang="0">
                  <a:pos x="10" y="29"/>
                </a:cxn>
                <a:cxn ang="0">
                  <a:pos x="7" y="26"/>
                </a:cxn>
                <a:cxn ang="0">
                  <a:pos x="5" y="24"/>
                </a:cxn>
                <a:cxn ang="0">
                  <a:pos x="5" y="24"/>
                </a:cxn>
                <a:cxn ang="0">
                  <a:pos x="2" y="22"/>
                </a:cxn>
                <a:cxn ang="0">
                  <a:pos x="2" y="19"/>
                </a:cxn>
                <a:cxn ang="0">
                  <a:pos x="2" y="17"/>
                </a:cxn>
                <a:cxn ang="0">
                  <a:pos x="2" y="14"/>
                </a:cxn>
                <a:cxn ang="0">
                  <a:pos x="0" y="12"/>
                </a:cxn>
                <a:cxn ang="0">
                  <a:pos x="2" y="12"/>
                </a:cxn>
                <a:cxn ang="0">
                  <a:pos x="5" y="10"/>
                </a:cxn>
                <a:cxn ang="0">
                  <a:pos x="5" y="10"/>
                </a:cxn>
                <a:cxn ang="0">
                  <a:pos x="7" y="7"/>
                </a:cxn>
                <a:cxn ang="0">
                  <a:pos x="10" y="5"/>
                </a:cxn>
                <a:cxn ang="0">
                  <a:pos x="10" y="5"/>
                </a:cxn>
                <a:cxn ang="0">
                  <a:pos x="12" y="5"/>
                </a:cxn>
                <a:cxn ang="0">
                  <a:pos x="14" y="3"/>
                </a:cxn>
                <a:cxn ang="0">
                  <a:pos x="17" y="3"/>
                </a:cxn>
                <a:cxn ang="0">
                  <a:pos x="17" y="0"/>
                </a:cxn>
              </a:cxnLst>
              <a:rect l="0" t="0" r="r" b="b"/>
              <a:pathLst>
                <a:path w="24" h="29">
                  <a:moveTo>
                    <a:pt x="19" y="0"/>
                  </a:moveTo>
                  <a:lnTo>
                    <a:pt x="19" y="3"/>
                  </a:lnTo>
                  <a:lnTo>
                    <a:pt x="21" y="3"/>
                  </a:lnTo>
                  <a:lnTo>
                    <a:pt x="21" y="3"/>
                  </a:lnTo>
                  <a:lnTo>
                    <a:pt x="21" y="5"/>
                  </a:lnTo>
                  <a:lnTo>
                    <a:pt x="21" y="5"/>
                  </a:lnTo>
                  <a:lnTo>
                    <a:pt x="21" y="5"/>
                  </a:lnTo>
                  <a:lnTo>
                    <a:pt x="21" y="7"/>
                  </a:lnTo>
                  <a:lnTo>
                    <a:pt x="21" y="7"/>
                  </a:lnTo>
                  <a:lnTo>
                    <a:pt x="21" y="7"/>
                  </a:lnTo>
                  <a:lnTo>
                    <a:pt x="21" y="7"/>
                  </a:lnTo>
                  <a:lnTo>
                    <a:pt x="21" y="10"/>
                  </a:lnTo>
                  <a:lnTo>
                    <a:pt x="21" y="10"/>
                  </a:lnTo>
                  <a:lnTo>
                    <a:pt x="21" y="12"/>
                  </a:lnTo>
                  <a:lnTo>
                    <a:pt x="21" y="12"/>
                  </a:lnTo>
                  <a:lnTo>
                    <a:pt x="24" y="12"/>
                  </a:lnTo>
                  <a:lnTo>
                    <a:pt x="24" y="14"/>
                  </a:lnTo>
                  <a:lnTo>
                    <a:pt x="24" y="14"/>
                  </a:lnTo>
                  <a:lnTo>
                    <a:pt x="21" y="14"/>
                  </a:lnTo>
                  <a:lnTo>
                    <a:pt x="21" y="14"/>
                  </a:lnTo>
                  <a:lnTo>
                    <a:pt x="24" y="14"/>
                  </a:lnTo>
                  <a:lnTo>
                    <a:pt x="24" y="17"/>
                  </a:lnTo>
                  <a:lnTo>
                    <a:pt x="24" y="17"/>
                  </a:lnTo>
                  <a:lnTo>
                    <a:pt x="24" y="17"/>
                  </a:lnTo>
                  <a:lnTo>
                    <a:pt x="24" y="19"/>
                  </a:lnTo>
                  <a:lnTo>
                    <a:pt x="24" y="19"/>
                  </a:lnTo>
                  <a:lnTo>
                    <a:pt x="24" y="22"/>
                  </a:lnTo>
                  <a:lnTo>
                    <a:pt x="24" y="22"/>
                  </a:lnTo>
                  <a:lnTo>
                    <a:pt x="24" y="19"/>
                  </a:lnTo>
                  <a:lnTo>
                    <a:pt x="21" y="19"/>
                  </a:lnTo>
                  <a:lnTo>
                    <a:pt x="21" y="19"/>
                  </a:lnTo>
                  <a:lnTo>
                    <a:pt x="21" y="19"/>
                  </a:lnTo>
                  <a:lnTo>
                    <a:pt x="21" y="19"/>
                  </a:lnTo>
                  <a:lnTo>
                    <a:pt x="19" y="19"/>
                  </a:lnTo>
                  <a:lnTo>
                    <a:pt x="19" y="19"/>
                  </a:lnTo>
                  <a:lnTo>
                    <a:pt x="19" y="17"/>
                  </a:lnTo>
                  <a:lnTo>
                    <a:pt x="19" y="17"/>
                  </a:lnTo>
                  <a:lnTo>
                    <a:pt x="19" y="14"/>
                  </a:lnTo>
                  <a:lnTo>
                    <a:pt x="19" y="14"/>
                  </a:lnTo>
                  <a:lnTo>
                    <a:pt x="19" y="14"/>
                  </a:lnTo>
                  <a:lnTo>
                    <a:pt x="17" y="14"/>
                  </a:lnTo>
                  <a:lnTo>
                    <a:pt x="17" y="12"/>
                  </a:lnTo>
                  <a:lnTo>
                    <a:pt x="17" y="12"/>
                  </a:lnTo>
                  <a:lnTo>
                    <a:pt x="17" y="10"/>
                  </a:lnTo>
                  <a:lnTo>
                    <a:pt x="17" y="10"/>
                  </a:lnTo>
                  <a:lnTo>
                    <a:pt x="17" y="7"/>
                  </a:lnTo>
                  <a:lnTo>
                    <a:pt x="17" y="7"/>
                  </a:lnTo>
                  <a:lnTo>
                    <a:pt x="19" y="7"/>
                  </a:lnTo>
                  <a:lnTo>
                    <a:pt x="19" y="5"/>
                  </a:lnTo>
                  <a:lnTo>
                    <a:pt x="19" y="5"/>
                  </a:lnTo>
                  <a:lnTo>
                    <a:pt x="17" y="5"/>
                  </a:lnTo>
                  <a:lnTo>
                    <a:pt x="17" y="5"/>
                  </a:lnTo>
                  <a:lnTo>
                    <a:pt x="17" y="5"/>
                  </a:lnTo>
                  <a:lnTo>
                    <a:pt x="17" y="7"/>
                  </a:lnTo>
                  <a:lnTo>
                    <a:pt x="17" y="7"/>
                  </a:lnTo>
                  <a:lnTo>
                    <a:pt x="14" y="7"/>
                  </a:lnTo>
                  <a:lnTo>
                    <a:pt x="14" y="7"/>
                  </a:lnTo>
                  <a:lnTo>
                    <a:pt x="14" y="7"/>
                  </a:lnTo>
                  <a:lnTo>
                    <a:pt x="12" y="7"/>
                  </a:lnTo>
                  <a:lnTo>
                    <a:pt x="12" y="10"/>
                  </a:lnTo>
                  <a:lnTo>
                    <a:pt x="12" y="10"/>
                  </a:lnTo>
                  <a:lnTo>
                    <a:pt x="12" y="10"/>
                  </a:lnTo>
                  <a:lnTo>
                    <a:pt x="12" y="12"/>
                  </a:lnTo>
                  <a:lnTo>
                    <a:pt x="12" y="12"/>
                  </a:lnTo>
                  <a:lnTo>
                    <a:pt x="12" y="14"/>
                  </a:lnTo>
                  <a:lnTo>
                    <a:pt x="12" y="14"/>
                  </a:lnTo>
                  <a:lnTo>
                    <a:pt x="12" y="14"/>
                  </a:lnTo>
                  <a:lnTo>
                    <a:pt x="12" y="14"/>
                  </a:lnTo>
                  <a:lnTo>
                    <a:pt x="12" y="17"/>
                  </a:lnTo>
                  <a:lnTo>
                    <a:pt x="12" y="17"/>
                  </a:lnTo>
                  <a:lnTo>
                    <a:pt x="14" y="17"/>
                  </a:lnTo>
                  <a:lnTo>
                    <a:pt x="14" y="19"/>
                  </a:lnTo>
                  <a:lnTo>
                    <a:pt x="14" y="19"/>
                  </a:lnTo>
                  <a:lnTo>
                    <a:pt x="12" y="19"/>
                  </a:lnTo>
                  <a:lnTo>
                    <a:pt x="12" y="22"/>
                  </a:lnTo>
                  <a:lnTo>
                    <a:pt x="12" y="22"/>
                  </a:lnTo>
                  <a:lnTo>
                    <a:pt x="12" y="24"/>
                  </a:lnTo>
                  <a:lnTo>
                    <a:pt x="12" y="24"/>
                  </a:lnTo>
                  <a:lnTo>
                    <a:pt x="12" y="24"/>
                  </a:lnTo>
                  <a:lnTo>
                    <a:pt x="12" y="24"/>
                  </a:lnTo>
                  <a:lnTo>
                    <a:pt x="12" y="24"/>
                  </a:lnTo>
                  <a:lnTo>
                    <a:pt x="12" y="26"/>
                  </a:lnTo>
                  <a:lnTo>
                    <a:pt x="10" y="26"/>
                  </a:lnTo>
                  <a:lnTo>
                    <a:pt x="10" y="26"/>
                  </a:lnTo>
                  <a:lnTo>
                    <a:pt x="10" y="26"/>
                  </a:lnTo>
                  <a:lnTo>
                    <a:pt x="10" y="29"/>
                  </a:lnTo>
                  <a:lnTo>
                    <a:pt x="10" y="29"/>
                  </a:lnTo>
                  <a:lnTo>
                    <a:pt x="10" y="26"/>
                  </a:lnTo>
                  <a:lnTo>
                    <a:pt x="7" y="26"/>
                  </a:lnTo>
                  <a:lnTo>
                    <a:pt x="7" y="26"/>
                  </a:lnTo>
                  <a:lnTo>
                    <a:pt x="7" y="26"/>
                  </a:lnTo>
                  <a:lnTo>
                    <a:pt x="7" y="24"/>
                  </a:lnTo>
                  <a:lnTo>
                    <a:pt x="5" y="24"/>
                  </a:lnTo>
                  <a:lnTo>
                    <a:pt x="5" y="24"/>
                  </a:lnTo>
                  <a:lnTo>
                    <a:pt x="5" y="24"/>
                  </a:lnTo>
                  <a:lnTo>
                    <a:pt x="5" y="24"/>
                  </a:lnTo>
                  <a:lnTo>
                    <a:pt x="5" y="22"/>
                  </a:lnTo>
                  <a:lnTo>
                    <a:pt x="5" y="22"/>
                  </a:lnTo>
                  <a:lnTo>
                    <a:pt x="2" y="22"/>
                  </a:lnTo>
                  <a:lnTo>
                    <a:pt x="2" y="22"/>
                  </a:lnTo>
                  <a:lnTo>
                    <a:pt x="2" y="22"/>
                  </a:lnTo>
                  <a:lnTo>
                    <a:pt x="2" y="19"/>
                  </a:lnTo>
                  <a:lnTo>
                    <a:pt x="2" y="19"/>
                  </a:lnTo>
                  <a:lnTo>
                    <a:pt x="2" y="19"/>
                  </a:lnTo>
                  <a:lnTo>
                    <a:pt x="2" y="17"/>
                  </a:lnTo>
                  <a:lnTo>
                    <a:pt x="2" y="17"/>
                  </a:lnTo>
                  <a:lnTo>
                    <a:pt x="2" y="14"/>
                  </a:lnTo>
                  <a:lnTo>
                    <a:pt x="2" y="14"/>
                  </a:lnTo>
                  <a:lnTo>
                    <a:pt x="0" y="14"/>
                  </a:lnTo>
                  <a:lnTo>
                    <a:pt x="0" y="14"/>
                  </a:lnTo>
                  <a:lnTo>
                    <a:pt x="0" y="12"/>
                  </a:lnTo>
                  <a:lnTo>
                    <a:pt x="2" y="12"/>
                  </a:lnTo>
                  <a:lnTo>
                    <a:pt x="2" y="12"/>
                  </a:lnTo>
                  <a:lnTo>
                    <a:pt x="2" y="12"/>
                  </a:lnTo>
                  <a:lnTo>
                    <a:pt x="2" y="12"/>
                  </a:lnTo>
                  <a:lnTo>
                    <a:pt x="5" y="12"/>
                  </a:lnTo>
                  <a:lnTo>
                    <a:pt x="5" y="10"/>
                  </a:lnTo>
                  <a:lnTo>
                    <a:pt x="5" y="10"/>
                  </a:lnTo>
                  <a:lnTo>
                    <a:pt x="5" y="10"/>
                  </a:lnTo>
                  <a:lnTo>
                    <a:pt x="5" y="10"/>
                  </a:lnTo>
                  <a:lnTo>
                    <a:pt x="7" y="10"/>
                  </a:lnTo>
                  <a:lnTo>
                    <a:pt x="7" y="7"/>
                  </a:lnTo>
                  <a:lnTo>
                    <a:pt x="7" y="7"/>
                  </a:lnTo>
                  <a:lnTo>
                    <a:pt x="7" y="7"/>
                  </a:lnTo>
                  <a:lnTo>
                    <a:pt x="10" y="7"/>
                  </a:lnTo>
                  <a:lnTo>
                    <a:pt x="10" y="5"/>
                  </a:lnTo>
                  <a:lnTo>
                    <a:pt x="10" y="5"/>
                  </a:lnTo>
                  <a:lnTo>
                    <a:pt x="10" y="5"/>
                  </a:lnTo>
                  <a:lnTo>
                    <a:pt x="10" y="5"/>
                  </a:lnTo>
                  <a:lnTo>
                    <a:pt x="12" y="5"/>
                  </a:lnTo>
                  <a:lnTo>
                    <a:pt x="12" y="5"/>
                  </a:lnTo>
                  <a:lnTo>
                    <a:pt x="12" y="5"/>
                  </a:lnTo>
                  <a:lnTo>
                    <a:pt x="12" y="5"/>
                  </a:lnTo>
                  <a:lnTo>
                    <a:pt x="12" y="3"/>
                  </a:lnTo>
                  <a:lnTo>
                    <a:pt x="14" y="3"/>
                  </a:lnTo>
                  <a:lnTo>
                    <a:pt x="14" y="3"/>
                  </a:lnTo>
                  <a:lnTo>
                    <a:pt x="14" y="3"/>
                  </a:lnTo>
                  <a:lnTo>
                    <a:pt x="17" y="3"/>
                  </a:lnTo>
                  <a:lnTo>
                    <a:pt x="17" y="3"/>
                  </a:lnTo>
                  <a:lnTo>
                    <a:pt x="17" y="0"/>
                  </a:lnTo>
                  <a:lnTo>
                    <a:pt x="17" y="0"/>
                  </a:lnTo>
                  <a:lnTo>
                    <a:pt x="19" y="0"/>
                  </a:lnTo>
                  <a:lnTo>
                    <a:pt x="1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9" name="Freeform 237"/>
            <p:cNvSpPr>
              <a:spLocks/>
            </p:cNvSpPr>
            <p:nvPr/>
          </p:nvSpPr>
          <p:spPr bwMode="auto">
            <a:xfrm>
              <a:off x="5211763" y="4167188"/>
              <a:ext cx="38100" cy="46037"/>
            </a:xfrm>
            <a:custGeom>
              <a:avLst/>
              <a:gdLst/>
              <a:ahLst/>
              <a:cxnLst>
                <a:cxn ang="0">
                  <a:pos x="21" y="3"/>
                </a:cxn>
                <a:cxn ang="0">
                  <a:pos x="21" y="5"/>
                </a:cxn>
                <a:cxn ang="0">
                  <a:pos x="21" y="7"/>
                </a:cxn>
                <a:cxn ang="0">
                  <a:pos x="21" y="10"/>
                </a:cxn>
                <a:cxn ang="0">
                  <a:pos x="21" y="12"/>
                </a:cxn>
                <a:cxn ang="0">
                  <a:pos x="24" y="14"/>
                </a:cxn>
                <a:cxn ang="0">
                  <a:pos x="24" y="14"/>
                </a:cxn>
                <a:cxn ang="0">
                  <a:pos x="24" y="17"/>
                </a:cxn>
                <a:cxn ang="0">
                  <a:pos x="24" y="22"/>
                </a:cxn>
                <a:cxn ang="0">
                  <a:pos x="21" y="19"/>
                </a:cxn>
                <a:cxn ang="0">
                  <a:pos x="21" y="19"/>
                </a:cxn>
                <a:cxn ang="0">
                  <a:pos x="19" y="17"/>
                </a:cxn>
                <a:cxn ang="0">
                  <a:pos x="19" y="14"/>
                </a:cxn>
                <a:cxn ang="0">
                  <a:pos x="17" y="12"/>
                </a:cxn>
                <a:cxn ang="0">
                  <a:pos x="17" y="10"/>
                </a:cxn>
                <a:cxn ang="0">
                  <a:pos x="19" y="7"/>
                </a:cxn>
                <a:cxn ang="0">
                  <a:pos x="17" y="5"/>
                </a:cxn>
                <a:cxn ang="0">
                  <a:pos x="17" y="7"/>
                </a:cxn>
                <a:cxn ang="0">
                  <a:pos x="14" y="7"/>
                </a:cxn>
                <a:cxn ang="0">
                  <a:pos x="12" y="10"/>
                </a:cxn>
                <a:cxn ang="0">
                  <a:pos x="12" y="12"/>
                </a:cxn>
                <a:cxn ang="0">
                  <a:pos x="12" y="14"/>
                </a:cxn>
                <a:cxn ang="0">
                  <a:pos x="12" y="17"/>
                </a:cxn>
                <a:cxn ang="0">
                  <a:pos x="14" y="19"/>
                </a:cxn>
                <a:cxn ang="0">
                  <a:pos x="12" y="22"/>
                </a:cxn>
                <a:cxn ang="0">
                  <a:pos x="12" y="24"/>
                </a:cxn>
                <a:cxn ang="0">
                  <a:pos x="12" y="24"/>
                </a:cxn>
                <a:cxn ang="0">
                  <a:pos x="10" y="26"/>
                </a:cxn>
                <a:cxn ang="0">
                  <a:pos x="10" y="29"/>
                </a:cxn>
                <a:cxn ang="0">
                  <a:pos x="7" y="26"/>
                </a:cxn>
                <a:cxn ang="0">
                  <a:pos x="5" y="24"/>
                </a:cxn>
                <a:cxn ang="0">
                  <a:pos x="5" y="24"/>
                </a:cxn>
                <a:cxn ang="0">
                  <a:pos x="2" y="22"/>
                </a:cxn>
                <a:cxn ang="0">
                  <a:pos x="2" y="19"/>
                </a:cxn>
                <a:cxn ang="0">
                  <a:pos x="2" y="17"/>
                </a:cxn>
                <a:cxn ang="0">
                  <a:pos x="2" y="14"/>
                </a:cxn>
                <a:cxn ang="0">
                  <a:pos x="0" y="12"/>
                </a:cxn>
                <a:cxn ang="0">
                  <a:pos x="2" y="12"/>
                </a:cxn>
                <a:cxn ang="0">
                  <a:pos x="5" y="10"/>
                </a:cxn>
                <a:cxn ang="0">
                  <a:pos x="5" y="10"/>
                </a:cxn>
                <a:cxn ang="0">
                  <a:pos x="7" y="7"/>
                </a:cxn>
                <a:cxn ang="0">
                  <a:pos x="10" y="5"/>
                </a:cxn>
                <a:cxn ang="0">
                  <a:pos x="10" y="5"/>
                </a:cxn>
                <a:cxn ang="0">
                  <a:pos x="12" y="5"/>
                </a:cxn>
                <a:cxn ang="0">
                  <a:pos x="14" y="3"/>
                </a:cxn>
                <a:cxn ang="0">
                  <a:pos x="17" y="3"/>
                </a:cxn>
                <a:cxn ang="0">
                  <a:pos x="17" y="0"/>
                </a:cxn>
              </a:cxnLst>
              <a:rect l="0" t="0" r="r" b="b"/>
              <a:pathLst>
                <a:path w="24" h="29">
                  <a:moveTo>
                    <a:pt x="19" y="0"/>
                  </a:moveTo>
                  <a:lnTo>
                    <a:pt x="19" y="3"/>
                  </a:lnTo>
                  <a:lnTo>
                    <a:pt x="21" y="3"/>
                  </a:lnTo>
                  <a:lnTo>
                    <a:pt x="21" y="3"/>
                  </a:lnTo>
                  <a:lnTo>
                    <a:pt x="21" y="5"/>
                  </a:lnTo>
                  <a:lnTo>
                    <a:pt x="21" y="5"/>
                  </a:lnTo>
                  <a:lnTo>
                    <a:pt x="21" y="5"/>
                  </a:lnTo>
                  <a:lnTo>
                    <a:pt x="21" y="7"/>
                  </a:lnTo>
                  <a:lnTo>
                    <a:pt x="21" y="7"/>
                  </a:lnTo>
                  <a:lnTo>
                    <a:pt x="21" y="7"/>
                  </a:lnTo>
                  <a:lnTo>
                    <a:pt x="21" y="7"/>
                  </a:lnTo>
                  <a:lnTo>
                    <a:pt x="21" y="10"/>
                  </a:lnTo>
                  <a:lnTo>
                    <a:pt x="21" y="10"/>
                  </a:lnTo>
                  <a:lnTo>
                    <a:pt x="21" y="12"/>
                  </a:lnTo>
                  <a:lnTo>
                    <a:pt x="21" y="12"/>
                  </a:lnTo>
                  <a:lnTo>
                    <a:pt x="24" y="12"/>
                  </a:lnTo>
                  <a:lnTo>
                    <a:pt x="24" y="14"/>
                  </a:lnTo>
                  <a:lnTo>
                    <a:pt x="24" y="14"/>
                  </a:lnTo>
                  <a:lnTo>
                    <a:pt x="21" y="14"/>
                  </a:lnTo>
                  <a:lnTo>
                    <a:pt x="21" y="14"/>
                  </a:lnTo>
                  <a:lnTo>
                    <a:pt x="24" y="14"/>
                  </a:lnTo>
                  <a:lnTo>
                    <a:pt x="24" y="17"/>
                  </a:lnTo>
                  <a:lnTo>
                    <a:pt x="24" y="17"/>
                  </a:lnTo>
                  <a:lnTo>
                    <a:pt x="24" y="17"/>
                  </a:lnTo>
                  <a:lnTo>
                    <a:pt x="24" y="19"/>
                  </a:lnTo>
                  <a:lnTo>
                    <a:pt x="24" y="19"/>
                  </a:lnTo>
                  <a:lnTo>
                    <a:pt x="24" y="22"/>
                  </a:lnTo>
                  <a:lnTo>
                    <a:pt x="24" y="22"/>
                  </a:lnTo>
                  <a:lnTo>
                    <a:pt x="24" y="19"/>
                  </a:lnTo>
                  <a:lnTo>
                    <a:pt x="21" y="19"/>
                  </a:lnTo>
                  <a:lnTo>
                    <a:pt x="21" y="19"/>
                  </a:lnTo>
                  <a:lnTo>
                    <a:pt x="21" y="19"/>
                  </a:lnTo>
                  <a:lnTo>
                    <a:pt x="21" y="19"/>
                  </a:lnTo>
                  <a:lnTo>
                    <a:pt x="19" y="19"/>
                  </a:lnTo>
                  <a:lnTo>
                    <a:pt x="19" y="19"/>
                  </a:lnTo>
                  <a:lnTo>
                    <a:pt x="19" y="17"/>
                  </a:lnTo>
                  <a:lnTo>
                    <a:pt x="19" y="17"/>
                  </a:lnTo>
                  <a:lnTo>
                    <a:pt x="19" y="14"/>
                  </a:lnTo>
                  <a:lnTo>
                    <a:pt x="19" y="14"/>
                  </a:lnTo>
                  <a:lnTo>
                    <a:pt x="19" y="14"/>
                  </a:lnTo>
                  <a:lnTo>
                    <a:pt x="17" y="14"/>
                  </a:lnTo>
                  <a:lnTo>
                    <a:pt x="17" y="12"/>
                  </a:lnTo>
                  <a:lnTo>
                    <a:pt x="17" y="12"/>
                  </a:lnTo>
                  <a:lnTo>
                    <a:pt x="17" y="10"/>
                  </a:lnTo>
                  <a:lnTo>
                    <a:pt x="17" y="10"/>
                  </a:lnTo>
                  <a:lnTo>
                    <a:pt x="17" y="7"/>
                  </a:lnTo>
                  <a:lnTo>
                    <a:pt x="17" y="7"/>
                  </a:lnTo>
                  <a:lnTo>
                    <a:pt x="19" y="7"/>
                  </a:lnTo>
                  <a:lnTo>
                    <a:pt x="19" y="5"/>
                  </a:lnTo>
                  <a:lnTo>
                    <a:pt x="19" y="5"/>
                  </a:lnTo>
                  <a:lnTo>
                    <a:pt x="17" y="5"/>
                  </a:lnTo>
                  <a:lnTo>
                    <a:pt x="17" y="5"/>
                  </a:lnTo>
                  <a:lnTo>
                    <a:pt x="17" y="5"/>
                  </a:lnTo>
                  <a:lnTo>
                    <a:pt x="17" y="7"/>
                  </a:lnTo>
                  <a:lnTo>
                    <a:pt x="17" y="7"/>
                  </a:lnTo>
                  <a:lnTo>
                    <a:pt x="14" y="7"/>
                  </a:lnTo>
                  <a:lnTo>
                    <a:pt x="14" y="7"/>
                  </a:lnTo>
                  <a:lnTo>
                    <a:pt x="14" y="7"/>
                  </a:lnTo>
                  <a:lnTo>
                    <a:pt x="12" y="7"/>
                  </a:lnTo>
                  <a:lnTo>
                    <a:pt x="12" y="10"/>
                  </a:lnTo>
                  <a:lnTo>
                    <a:pt x="12" y="10"/>
                  </a:lnTo>
                  <a:lnTo>
                    <a:pt x="12" y="10"/>
                  </a:lnTo>
                  <a:lnTo>
                    <a:pt x="12" y="12"/>
                  </a:lnTo>
                  <a:lnTo>
                    <a:pt x="12" y="12"/>
                  </a:lnTo>
                  <a:lnTo>
                    <a:pt x="12" y="14"/>
                  </a:lnTo>
                  <a:lnTo>
                    <a:pt x="12" y="14"/>
                  </a:lnTo>
                  <a:lnTo>
                    <a:pt x="12" y="14"/>
                  </a:lnTo>
                  <a:lnTo>
                    <a:pt x="12" y="14"/>
                  </a:lnTo>
                  <a:lnTo>
                    <a:pt x="12" y="17"/>
                  </a:lnTo>
                  <a:lnTo>
                    <a:pt x="12" y="17"/>
                  </a:lnTo>
                  <a:lnTo>
                    <a:pt x="14" y="17"/>
                  </a:lnTo>
                  <a:lnTo>
                    <a:pt x="14" y="19"/>
                  </a:lnTo>
                  <a:lnTo>
                    <a:pt x="14" y="19"/>
                  </a:lnTo>
                  <a:lnTo>
                    <a:pt x="12" y="19"/>
                  </a:lnTo>
                  <a:lnTo>
                    <a:pt x="12" y="22"/>
                  </a:lnTo>
                  <a:lnTo>
                    <a:pt x="12" y="22"/>
                  </a:lnTo>
                  <a:lnTo>
                    <a:pt x="12" y="24"/>
                  </a:lnTo>
                  <a:lnTo>
                    <a:pt x="12" y="24"/>
                  </a:lnTo>
                  <a:lnTo>
                    <a:pt x="12" y="24"/>
                  </a:lnTo>
                  <a:lnTo>
                    <a:pt x="12" y="24"/>
                  </a:lnTo>
                  <a:lnTo>
                    <a:pt x="12" y="24"/>
                  </a:lnTo>
                  <a:lnTo>
                    <a:pt x="12" y="26"/>
                  </a:lnTo>
                  <a:lnTo>
                    <a:pt x="10" y="26"/>
                  </a:lnTo>
                  <a:lnTo>
                    <a:pt x="10" y="26"/>
                  </a:lnTo>
                  <a:lnTo>
                    <a:pt x="10" y="26"/>
                  </a:lnTo>
                  <a:lnTo>
                    <a:pt x="10" y="29"/>
                  </a:lnTo>
                  <a:lnTo>
                    <a:pt x="10" y="29"/>
                  </a:lnTo>
                  <a:lnTo>
                    <a:pt x="10" y="26"/>
                  </a:lnTo>
                  <a:lnTo>
                    <a:pt x="7" y="26"/>
                  </a:lnTo>
                  <a:lnTo>
                    <a:pt x="7" y="26"/>
                  </a:lnTo>
                  <a:lnTo>
                    <a:pt x="7" y="26"/>
                  </a:lnTo>
                  <a:lnTo>
                    <a:pt x="7" y="24"/>
                  </a:lnTo>
                  <a:lnTo>
                    <a:pt x="5" y="24"/>
                  </a:lnTo>
                  <a:lnTo>
                    <a:pt x="5" y="24"/>
                  </a:lnTo>
                  <a:lnTo>
                    <a:pt x="5" y="24"/>
                  </a:lnTo>
                  <a:lnTo>
                    <a:pt x="5" y="24"/>
                  </a:lnTo>
                  <a:lnTo>
                    <a:pt x="5" y="22"/>
                  </a:lnTo>
                  <a:lnTo>
                    <a:pt x="5" y="22"/>
                  </a:lnTo>
                  <a:lnTo>
                    <a:pt x="2" y="22"/>
                  </a:lnTo>
                  <a:lnTo>
                    <a:pt x="2" y="22"/>
                  </a:lnTo>
                  <a:lnTo>
                    <a:pt x="2" y="22"/>
                  </a:lnTo>
                  <a:lnTo>
                    <a:pt x="2" y="19"/>
                  </a:lnTo>
                  <a:lnTo>
                    <a:pt x="2" y="19"/>
                  </a:lnTo>
                  <a:lnTo>
                    <a:pt x="2" y="19"/>
                  </a:lnTo>
                  <a:lnTo>
                    <a:pt x="2" y="17"/>
                  </a:lnTo>
                  <a:lnTo>
                    <a:pt x="2" y="17"/>
                  </a:lnTo>
                  <a:lnTo>
                    <a:pt x="2" y="14"/>
                  </a:lnTo>
                  <a:lnTo>
                    <a:pt x="2" y="14"/>
                  </a:lnTo>
                  <a:lnTo>
                    <a:pt x="0" y="14"/>
                  </a:lnTo>
                  <a:lnTo>
                    <a:pt x="0" y="14"/>
                  </a:lnTo>
                  <a:lnTo>
                    <a:pt x="0" y="12"/>
                  </a:lnTo>
                  <a:lnTo>
                    <a:pt x="2" y="12"/>
                  </a:lnTo>
                  <a:lnTo>
                    <a:pt x="2" y="12"/>
                  </a:lnTo>
                  <a:lnTo>
                    <a:pt x="2" y="12"/>
                  </a:lnTo>
                  <a:lnTo>
                    <a:pt x="2" y="12"/>
                  </a:lnTo>
                  <a:lnTo>
                    <a:pt x="5" y="12"/>
                  </a:lnTo>
                  <a:lnTo>
                    <a:pt x="5" y="10"/>
                  </a:lnTo>
                  <a:lnTo>
                    <a:pt x="5" y="10"/>
                  </a:lnTo>
                  <a:lnTo>
                    <a:pt x="5" y="10"/>
                  </a:lnTo>
                  <a:lnTo>
                    <a:pt x="5" y="10"/>
                  </a:lnTo>
                  <a:lnTo>
                    <a:pt x="7" y="10"/>
                  </a:lnTo>
                  <a:lnTo>
                    <a:pt x="7" y="7"/>
                  </a:lnTo>
                  <a:lnTo>
                    <a:pt x="7" y="7"/>
                  </a:lnTo>
                  <a:lnTo>
                    <a:pt x="7" y="7"/>
                  </a:lnTo>
                  <a:lnTo>
                    <a:pt x="10" y="7"/>
                  </a:lnTo>
                  <a:lnTo>
                    <a:pt x="10" y="5"/>
                  </a:lnTo>
                  <a:lnTo>
                    <a:pt x="10" y="5"/>
                  </a:lnTo>
                  <a:lnTo>
                    <a:pt x="10" y="5"/>
                  </a:lnTo>
                  <a:lnTo>
                    <a:pt x="10" y="5"/>
                  </a:lnTo>
                  <a:lnTo>
                    <a:pt x="12" y="5"/>
                  </a:lnTo>
                  <a:lnTo>
                    <a:pt x="12" y="5"/>
                  </a:lnTo>
                  <a:lnTo>
                    <a:pt x="12" y="5"/>
                  </a:lnTo>
                  <a:lnTo>
                    <a:pt x="12" y="5"/>
                  </a:lnTo>
                  <a:lnTo>
                    <a:pt x="12" y="3"/>
                  </a:lnTo>
                  <a:lnTo>
                    <a:pt x="14" y="3"/>
                  </a:lnTo>
                  <a:lnTo>
                    <a:pt x="14" y="3"/>
                  </a:lnTo>
                  <a:lnTo>
                    <a:pt x="14" y="3"/>
                  </a:lnTo>
                  <a:lnTo>
                    <a:pt x="17" y="3"/>
                  </a:lnTo>
                  <a:lnTo>
                    <a:pt x="17" y="3"/>
                  </a:lnTo>
                  <a:lnTo>
                    <a:pt x="17" y="0"/>
                  </a:lnTo>
                  <a:lnTo>
                    <a:pt x="17" y="0"/>
                  </a:lnTo>
                  <a:lnTo>
                    <a:pt x="19" y="0"/>
                  </a:lnTo>
                  <a:lnTo>
                    <a:pt x="1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0" name="Freeform 238"/>
            <p:cNvSpPr>
              <a:spLocks/>
            </p:cNvSpPr>
            <p:nvPr/>
          </p:nvSpPr>
          <p:spPr bwMode="auto">
            <a:xfrm>
              <a:off x="3032125" y="3313113"/>
              <a:ext cx="15875" cy="19050"/>
            </a:xfrm>
            <a:custGeom>
              <a:avLst/>
              <a:gdLst/>
              <a:ahLst/>
              <a:cxnLst>
                <a:cxn ang="0">
                  <a:pos x="7" y="12"/>
                </a:cxn>
                <a:cxn ang="0">
                  <a:pos x="5" y="12"/>
                </a:cxn>
                <a:cxn ang="0">
                  <a:pos x="5" y="12"/>
                </a:cxn>
                <a:cxn ang="0">
                  <a:pos x="5" y="12"/>
                </a:cxn>
                <a:cxn ang="0">
                  <a:pos x="5" y="12"/>
                </a:cxn>
                <a:cxn ang="0">
                  <a:pos x="5" y="10"/>
                </a:cxn>
                <a:cxn ang="0">
                  <a:pos x="5" y="10"/>
                </a:cxn>
                <a:cxn ang="0">
                  <a:pos x="3" y="10"/>
                </a:cxn>
                <a:cxn ang="0">
                  <a:pos x="3" y="10"/>
                </a:cxn>
                <a:cxn ang="0">
                  <a:pos x="3" y="7"/>
                </a:cxn>
                <a:cxn ang="0">
                  <a:pos x="3" y="7"/>
                </a:cxn>
                <a:cxn ang="0">
                  <a:pos x="3" y="5"/>
                </a:cxn>
                <a:cxn ang="0">
                  <a:pos x="3" y="5"/>
                </a:cxn>
                <a:cxn ang="0">
                  <a:pos x="0" y="5"/>
                </a:cxn>
                <a:cxn ang="0">
                  <a:pos x="0" y="5"/>
                </a:cxn>
                <a:cxn ang="0">
                  <a:pos x="0" y="3"/>
                </a:cxn>
                <a:cxn ang="0">
                  <a:pos x="0" y="3"/>
                </a:cxn>
                <a:cxn ang="0">
                  <a:pos x="3" y="3"/>
                </a:cxn>
                <a:cxn ang="0">
                  <a:pos x="3" y="0"/>
                </a:cxn>
                <a:cxn ang="0">
                  <a:pos x="3" y="0"/>
                </a:cxn>
                <a:cxn ang="0">
                  <a:pos x="5" y="0"/>
                </a:cxn>
                <a:cxn ang="0">
                  <a:pos x="5" y="0"/>
                </a:cxn>
                <a:cxn ang="0">
                  <a:pos x="5" y="0"/>
                </a:cxn>
                <a:cxn ang="0">
                  <a:pos x="5" y="0"/>
                </a:cxn>
                <a:cxn ang="0">
                  <a:pos x="7" y="0"/>
                </a:cxn>
                <a:cxn ang="0">
                  <a:pos x="7" y="0"/>
                </a:cxn>
                <a:cxn ang="0">
                  <a:pos x="7" y="0"/>
                </a:cxn>
                <a:cxn ang="0">
                  <a:pos x="10" y="0"/>
                </a:cxn>
                <a:cxn ang="0">
                  <a:pos x="10" y="3"/>
                </a:cxn>
                <a:cxn ang="0">
                  <a:pos x="10" y="3"/>
                </a:cxn>
                <a:cxn ang="0">
                  <a:pos x="10" y="5"/>
                </a:cxn>
                <a:cxn ang="0">
                  <a:pos x="7" y="5"/>
                </a:cxn>
                <a:cxn ang="0">
                  <a:pos x="7" y="5"/>
                </a:cxn>
                <a:cxn ang="0">
                  <a:pos x="7" y="7"/>
                </a:cxn>
                <a:cxn ang="0">
                  <a:pos x="7" y="7"/>
                </a:cxn>
                <a:cxn ang="0">
                  <a:pos x="7" y="10"/>
                </a:cxn>
                <a:cxn ang="0">
                  <a:pos x="7" y="10"/>
                </a:cxn>
                <a:cxn ang="0">
                  <a:pos x="7" y="10"/>
                </a:cxn>
                <a:cxn ang="0">
                  <a:pos x="7" y="10"/>
                </a:cxn>
                <a:cxn ang="0">
                  <a:pos x="7" y="12"/>
                </a:cxn>
                <a:cxn ang="0">
                  <a:pos x="7" y="12"/>
                </a:cxn>
              </a:cxnLst>
              <a:rect l="0" t="0" r="r" b="b"/>
              <a:pathLst>
                <a:path w="10" h="12">
                  <a:moveTo>
                    <a:pt x="7" y="12"/>
                  </a:moveTo>
                  <a:lnTo>
                    <a:pt x="5" y="12"/>
                  </a:lnTo>
                  <a:lnTo>
                    <a:pt x="5" y="12"/>
                  </a:lnTo>
                  <a:lnTo>
                    <a:pt x="5" y="12"/>
                  </a:lnTo>
                  <a:lnTo>
                    <a:pt x="5" y="12"/>
                  </a:lnTo>
                  <a:lnTo>
                    <a:pt x="5" y="10"/>
                  </a:lnTo>
                  <a:lnTo>
                    <a:pt x="5" y="10"/>
                  </a:lnTo>
                  <a:lnTo>
                    <a:pt x="3" y="10"/>
                  </a:lnTo>
                  <a:lnTo>
                    <a:pt x="3" y="10"/>
                  </a:lnTo>
                  <a:lnTo>
                    <a:pt x="3" y="7"/>
                  </a:lnTo>
                  <a:lnTo>
                    <a:pt x="3" y="7"/>
                  </a:lnTo>
                  <a:lnTo>
                    <a:pt x="3" y="5"/>
                  </a:lnTo>
                  <a:lnTo>
                    <a:pt x="3" y="5"/>
                  </a:lnTo>
                  <a:lnTo>
                    <a:pt x="0" y="5"/>
                  </a:lnTo>
                  <a:lnTo>
                    <a:pt x="0" y="5"/>
                  </a:lnTo>
                  <a:lnTo>
                    <a:pt x="0" y="3"/>
                  </a:lnTo>
                  <a:lnTo>
                    <a:pt x="0" y="3"/>
                  </a:lnTo>
                  <a:lnTo>
                    <a:pt x="3" y="3"/>
                  </a:lnTo>
                  <a:lnTo>
                    <a:pt x="3" y="0"/>
                  </a:lnTo>
                  <a:lnTo>
                    <a:pt x="3" y="0"/>
                  </a:lnTo>
                  <a:lnTo>
                    <a:pt x="5" y="0"/>
                  </a:lnTo>
                  <a:lnTo>
                    <a:pt x="5" y="0"/>
                  </a:lnTo>
                  <a:lnTo>
                    <a:pt x="5" y="0"/>
                  </a:lnTo>
                  <a:lnTo>
                    <a:pt x="5" y="0"/>
                  </a:lnTo>
                  <a:lnTo>
                    <a:pt x="7" y="0"/>
                  </a:lnTo>
                  <a:lnTo>
                    <a:pt x="7" y="0"/>
                  </a:lnTo>
                  <a:lnTo>
                    <a:pt x="7" y="0"/>
                  </a:lnTo>
                  <a:lnTo>
                    <a:pt x="10" y="0"/>
                  </a:lnTo>
                  <a:lnTo>
                    <a:pt x="10" y="3"/>
                  </a:lnTo>
                  <a:lnTo>
                    <a:pt x="10" y="3"/>
                  </a:lnTo>
                  <a:lnTo>
                    <a:pt x="10" y="5"/>
                  </a:lnTo>
                  <a:lnTo>
                    <a:pt x="7" y="5"/>
                  </a:lnTo>
                  <a:lnTo>
                    <a:pt x="7" y="5"/>
                  </a:lnTo>
                  <a:lnTo>
                    <a:pt x="7" y="7"/>
                  </a:lnTo>
                  <a:lnTo>
                    <a:pt x="7" y="7"/>
                  </a:lnTo>
                  <a:lnTo>
                    <a:pt x="7" y="10"/>
                  </a:lnTo>
                  <a:lnTo>
                    <a:pt x="7" y="10"/>
                  </a:lnTo>
                  <a:lnTo>
                    <a:pt x="7" y="10"/>
                  </a:lnTo>
                  <a:lnTo>
                    <a:pt x="7" y="10"/>
                  </a:lnTo>
                  <a:lnTo>
                    <a:pt x="7" y="12"/>
                  </a:lnTo>
                  <a:lnTo>
                    <a:pt x="7" y="1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1" name="Freeform 239"/>
            <p:cNvSpPr>
              <a:spLocks/>
            </p:cNvSpPr>
            <p:nvPr/>
          </p:nvSpPr>
          <p:spPr bwMode="auto">
            <a:xfrm>
              <a:off x="3032125" y="3313113"/>
              <a:ext cx="15875" cy="19050"/>
            </a:xfrm>
            <a:custGeom>
              <a:avLst/>
              <a:gdLst/>
              <a:ahLst/>
              <a:cxnLst>
                <a:cxn ang="0">
                  <a:pos x="7" y="12"/>
                </a:cxn>
                <a:cxn ang="0">
                  <a:pos x="5" y="12"/>
                </a:cxn>
                <a:cxn ang="0">
                  <a:pos x="5" y="12"/>
                </a:cxn>
                <a:cxn ang="0">
                  <a:pos x="5" y="12"/>
                </a:cxn>
                <a:cxn ang="0">
                  <a:pos x="5" y="12"/>
                </a:cxn>
                <a:cxn ang="0">
                  <a:pos x="5" y="10"/>
                </a:cxn>
                <a:cxn ang="0">
                  <a:pos x="5" y="10"/>
                </a:cxn>
                <a:cxn ang="0">
                  <a:pos x="3" y="10"/>
                </a:cxn>
                <a:cxn ang="0">
                  <a:pos x="3" y="10"/>
                </a:cxn>
                <a:cxn ang="0">
                  <a:pos x="3" y="7"/>
                </a:cxn>
                <a:cxn ang="0">
                  <a:pos x="3" y="7"/>
                </a:cxn>
                <a:cxn ang="0">
                  <a:pos x="3" y="5"/>
                </a:cxn>
                <a:cxn ang="0">
                  <a:pos x="3" y="5"/>
                </a:cxn>
                <a:cxn ang="0">
                  <a:pos x="0" y="5"/>
                </a:cxn>
                <a:cxn ang="0">
                  <a:pos x="0" y="5"/>
                </a:cxn>
                <a:cxn ang="0">
                  <a:pos x="0" y="3"/>
                </a:cxn>
                <a:cxn ang="0">
                  <a:pos x="0" y="3"/>
                </a:cxn>
                <a:cxn ang="0">
                  <a:pos x="3" y="3"/>
                </a:cxn>
                <a:cxn ang="0">
                  <a:pos x="3" y="0"/>
                </a:cxn>
                <a:cxn ang="0">
                  <a:pos x="3" y="0"/>
                </a:cxn>
                <a:cxn ang="0">
                  <a:pos x="5" y="0"/>
                </a:cxn>
                <a:cxn ang="0">
                  <a:pos x="5" y="0"/>
                </a:cxn>
                <a:cxn ang="0">
                  <a:pos x="5" y="0"/>
                </a:cxn>
                <a:cxn ang="0">
                  <a:pos x="5" y="0"/>
                </a:cxn>
                <a:cxn ang="0">
                  <a:pos x="7" y="0"/>
                </a:cxn>
                <a:cxn ang="0">
                  <a:pos x="7" y="0"/>
                </a:cxn>
                <a:cxn ang="0">
                  <a:pos x="7" y="0"/>
                </a:cxn>
                <a:cxn ang="0">
                  <a:pos x="10" y="0"/>
                </a:cxn>
                <a:cxn ang="0">
                  <a:pos x="10" y="3"/>
                </a:cxn>
                <a:cxn ang="0">
                  <a:pos x="10" y="3"/>
                </a:cxn>
                <a:cxn ang="0">
                  <a:pos x="10" y="5"/>
                </a:cxn>
                <a:cxn ang="0">
                  <a:pos x="7" y="5"/>
                </a:cxn>
                <a:cxn ang="0">
                  <a:pos x="7" y="5"/>
                </a:cxn>
                <a:cxn ang="0">
                  <a:pos x="7" y="7"/>
                </a:cxn>
                <a:cxn ang="0">
                  <a:pos x="7" y="7"/>
                </a:cxn>
                <a:cxn ang="0">
                  <a:pos x="7" y="10"/>
                </a:cxn>
                <a:cxn ang="0">
                  <a:pos x="7" y="10"/>
                </a:cxn>
                <a:cxn ang="0">
                  <a:pos x="7" y="10"/>
                </a:cxn>
                <a:cxn ang="0">
                  <a:pos x="7" y="10"/>
                </a:cxn>
                <a:cxn ang="0">
                  <a:pos x="7" y="12"/>
                </a:cxn>
                <a:cxn ang="0">
                  <a:pos x="7" y="12"/>
                </a:cxn>
              </a:cxnLst>
              <a:rect l="0" t="0" r="r" b="b"/>
              <a:pathLst>
                <a:path w="10" h="12">
                  <a:moveTo>
                    <a:pt x="7" y="12"/>
                  </a:moveTo>
                  <a:lnTo>
                    <a:pt x="5" y="12"/>
                  </a:lnTo>
                  <a:lnTo>
                    <a:pt x="5" y="12"/>
                  </a:lnTo>
                  <a:lnTo>
                    <a:pt x="5" y="12"/>
                  </a:lnTo>
                  <a:lnTo>
                    <a:pt x="5" y="12"/>
                  </a:lnTo>
                  <a:lnTo>
                    <a:pt x="5" y="10"/>
                  </a:lnTo>
                  <a:lnTo>
                    <a:pt x="5" y="10"/>
                  </a:lnTo>
                  <a:lnTo>
                    <a:pt x="3" y="10"/>
                  </a:lnTo>
                  <a:lnTo>
                    <a:pt x="3" y="10"/>
                  </a:lnTo>
                  <a:lnTo>
                    <a:pt x="3" y="7"/>
                  </a:lnTo>
                  <a:lnTo>
                    <a:pt x="3" y="7"/>
                  </a:lnTo>
                  <a:lnTo>
                    <a:pt x="3" y="5"/>
                  </a:lnTo>
                  <a:lnTo>
                    <a:pt x="3" y="5"/>
                  </a:lnTo>
                  <a:lnTo>
                    <a:pt x="0" y="5"/>
                  </a:lnTo>
                  <a:lnTo>
                    <a:pt x="0" y="5"/>
                  </a:lnTo>
                  <a:lnTo>
                    <a:pt x="0" y="3"/>
                  </a:lnTo>
                  <a:lnTo>
                    <a:pt x="0" y="3"/>
                  </a:lnTo>
                  <a:lnTo>
                    <a:pt x="3" y="3"/>
                  </a:lnTo>
                  <a:lnTo>
                    <a:pt x="3" y="0"/>
                  </a:lnTo>
                  <a:lnTo>
                    <a:pt x="3" y="0"/>
                  </a:lnTo>
                  <a:lnTo>
                    <a:pt x="5" y="0"/>
                  </a:lnTo>
                  <a:lnTo>
                    <a:pt x="5" y="0"/>
                  </a:lnTo>
                  <a:lnTo>
                    <a:pt x="5" y="0"/>
                  </a:lnTo>
                  <a:lnTo>
                    <a:pt x="5" y="0"/>
                  </a:lnTo>
                  <a:lnTo>
                    <a:pt x="7" y="0"/>
                  </a:lnTo>
                  <a:lnTo>
                    <a:pt x="7" y="0"/>
                  </a:lnTo>
                  <a:lnTo>
                    <a:pt x="7" y="0"/>
                  </a:lnTo>
                  <a:lnTo>
                    <a:pt x="10" y="0"/>
                  </a:lnTo>
                  <a:lnTo>
                    <a:pt x="10" y="3"/>
                  </a:lnTo>
                  <a:lnTo>
                    <a:pt x="10" y="3"/>
                  </a:lnTo>
                  <a:lnTo>
                    <a:pt x="10" y="5"/>
                  </a:lnTo>
                  <a:lnTo>
                    <a:pt x="7" y="5"/>
                  </a:lnTo>
                  <a:lnTo>
                    <a:pt x="7" y="5"/>
                  </a:lnTo>
                  <a:lnTo>
                    <a:pt x="7" y="7"/>
                  </a:lnTo>
                  <a:lnTo>
                    <a:pt x="7" y="7"/>
                  </a:lnTo>
                  <a:lnTo>
                    <a:pt x="7" y="10"/>
                  </a:lnTo>
                  <a:lnTo>
                    <a:pt x="7" y="10"/>
                  </a:lnTo>
                  <a:lnTo>
                    <a:pt x="7" y="10"/>
                  </a:lnTo>
                  <a:lnTo>
                    <a:pt x="7" y="10"/>
                  </a:lnTo>
                  <a:lnTo>
                    <a:pt x="7" y="12"/>
                  </a:lnTo>
                  <a:lnTo>
                    <a:pt x="7" y="1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2" name="Freeform 240"/>
            <p:cNvSpPr>
              <a:spLocks/>
            </p:cNvSpPr>
            <p:nvPr/>
          </p:nvSpPr>
          <p:spPr bwMode="auto">
            <a:xfrm>
              <a:off x="4318000" y="3298825"/>
              <a:ext cx="157163" cy="239712"/>
            </a:xfrm>
            <a:custGeom>
              <a:avLst/>
              <a:gdLst/>
              <a:ahLst/>
              <a:cxnLst>
                <a:cxn ang="0">
                  <a:pos x="92" y="87"/>
                </a:cxn>
                <a:cxn ang="0">
                  <a:pos x="94" y="99"/>
                </a:cxn>
                <a:cxn ang="0">
                  <a:pos x="99" y="111"/>
                </a:cxn>
                <a:cxn ang="0">
                  <a:pos x="99" y="125"/>
                </a:cxn>
                <a:cxn ang="0">
                  <a:pos x="99" y="137"/>
                </a:cxn>
                <a:cxn ang="0">
                  <a:pos x="92" y="132"/>
                </a:cxn>
                <a:cxn ang="0">
                  <a:pos x="92" y="144"/>
                </a:cxn>
                <a:cxn ang="0">
                  <a:pos x="90" y="147"/>
                </a:cxn>
                <a:cxn ang="0">
                  <a:pos x="87" y="137"/>
                </a:cxn>
                <a:cxn ang="0">
                  <a:pos x="83" y="128"/>
                </a:cxn>
                <a:cxn ang="0">
                  <a:pos x="83" y="116"/>
                </a:cxn>
                <a:cxn ang="0">
                  <a:pos x="78" y="106"/>
                </a:cxn>
                <a:cxn ang="0">
                  <a:pos x="71" y="102"/>
                </a:cxn>
                <a:cxn ang="0">
                  <a:pos x="76" y="109"/>
                </a:cxn>
                <a:cxn ang="0">
                  <a:pos x="68" y="106"/>
                </a:cxn>
                <a:cxn ang="0">
                  <a:pos x="66" y="116"/>
                </a:cxn>
                <a:cxn ang="0">
                  <a:pos x="61" y="109"/>
                </a:cxn>
                <a:cxn ang="0">
                  <a:pos x="59" y="118"/>
                </a:cxn>
                <a:cxn ang="0">
                  <a:pos x="52" y="125"/>
                </a:cxn>
                <a:cxn ang="0">
                  <a:pos x="42" y="123"/>
                </a:cxn>
                <a:cxn ang="0">
                  <a:pos x="35" y="125"/>
                </a:cxn>
                <a:cxn ang="0">
                  <a:pos x="26" y="128"/>
                </a:cxn>
                <a:cxn ang="0">
                  <a:pos x="23" y="121"/>
                </a:cxn>
                <a:cxn ang="0">
                  <a:pos x="21" y="109"/>
                </a:cxn>
                <a:cxn ang="0">
                  <a:pos x="21" y="97"/>
                </a:cxn>
                <a:cxn ang="0">
                  <a:pos x="19" y="87"/>
                </a:cxn>
                <a:cxn ang="0">
                  <a:pos x="16" y="80"/>
                </a:cxn>
                <a:cxn ang="0">
                  <a:pos x="12" y="71"/>
                </a:cxn>
                <a:cxn ang="0">
                  <a:pos x="16" y="61"/>
                </a:cxn>
                <a:cxn ang="0">
                  <a:pos x="7" y="57"/>
                </a:cxn>
                <a:cxn ang="0">
                  <a:pos x="0" y="50"/>
                </a:cxn>
                <a:cxn ang="0">
                  <a:pos x="7" y="45"/>
                </a:cxn>
                <a:cxn ang="0">
                  <a:pos x="12" y="38"/>
                </a:cxn>
                <a:cxn ang="0">
                  <a:pos x="21" y="35"/>
                </a:cxn>
                <a:cxn ang="0">
                  <a:pos x="14" y="28"/>
                </a:cxn>
                <a:cxn ang="0">
                  <a:pos x="7" y="23"/>
                </a:cxn>
                <a:cxn ang="0">
                  <a:pos x="2" y="14"/>
                </a:cxn>
                <a:cxn ang="0">
                  <a:pos x="12" y="7"/>
                </a:cxn>
                <a:cxn ang="0">
                  <a:pos x="9" y="2"/>
                </a:cxn>
                <a:cxn ang="0">
                  <a:pos x="16" y="9"/>
                </a:cxn>
                <a:cxn ang="0">
                  <a:pos x="21" y="7"/>
                </a:cxn>
                <a:cxn ang="0">
                  <a:pos x="23" y="12"/>
                </a:cxn>
                <a:cxn ang="0">
                  <a:pos x="33" y="16"/>
                </a:cxn>
                <a:cxn ang="0">
                  <a:pos x="38" y="14"/>
                </a:cxn>
                <a:cxn ang="0">
                  <a:pos x="40" y="26"/>
                </a:cxn>
                <a:cxn ang="0">
                  <a:pos x="42" y="35"/>
                </a:cxn>
                <a:cxn ang="0">
                  <a:pos x="54" y="38"/>
                </a:cxn>
                <a:cxn ang="0">
                  <a:pos x="68" y="38"/>
                </a:cxn>
                <a:cxn ang="0">
                  <a:pos x="78" y="38"/>
                </a:cxn>
                <a:cxn ang="0">
                  <a:pos x="90" y="38"/>
                </a:cxn>
                <a:cxn ang="0">
                  <a:pos x="94" y="45"/>
                </a:cxn>
                <a:cxn ang="0">
                  <a:pos x="90" y="54"/>
                </a:cxn>
                <a:cxn ang="0">
                  <a:pos x="85" y="61"/>
                </a:cxn>
                <a:cxn ang="0">
                  <a:pos x="78" y="66"/>
                </a:cxn>
                <a:cxn ang="0">
                  <a:pos x="68" y="68"/>
                </a:cxn>
                <a:cxn ang="0">
                  <a:pos x="68" y="80"/>
                </a:cxn>
                <a:cxn ang="0">
                  <a:pos x="73" y="90"/>
                </a:cxn>
                <a:cxn ang="0">
                  <a:pos x="76" y="92"/>
                </a:cxn>
                <a:cxn ang="0">
                  <a:pos x="80" y="87"/>
                </a:cxn>
                <a:cxn ang="0">
                  <a:pos x="85" y="76"/>
                </a:cxn>
              </a:cxnLst>
              <a:rect l="0" t="0" r="r" b="b"/>
              <a:pathLst>
                <a:path w="99" h="151">
                  <a:moveTo>
                    <a:pt x="92" y="76"/>
                  </a:moveTo>
                  <a:lnTo>
                    <a:pt x="92" y="78"/>
                  </a:lnTo>
                  <a:lnTo>
                    <a:pt x="92" y="78"/>
                  </a:lnTo>
                  <a:lnTo>
                    <a:pt x="92" y="78"/>
                  </a:lnTo>
                  <a:lnTo>
                    <a:pt x="92" y="78"/>
                  </a:lnTo>
                  <a:lnTo>
                    <a:pt x="92" y="78"/>
                  </a:lnTo>
                  <a:lnTo>
                    <a:pt x="92" y="80"/>
                  </a:lnTo>
                  <a:lnTo>
                    <a:pt x="92" y="80"/>
                  </a:lnTo>
                  <a:lnTo>
                    <a:pt x="92" y="83"/>
                  </a:lnTo>
                  <a:lnTo>
                    <a:pt x="92" y="83"/>
                  </a:lnTo>
                  <a:lnTo>
                    <a:pt x="94" y="83"/>
                  </a:lnTo>
                  <a:lnTo>
                    <a:pt x="94" y="85"/>
                  </a:lnTo>
                  <a:lnTo>
                    <a:pt x="94" y="85"/>
                  </a:lnTo>
                  <a:lnTo>
                    <a:pt x="94" y="87"/>
                  </a:lnTo>
                  <a:lnTo>
                    <a:pt x="92" y="87"/>
                  </a:lnTo>
                  <a:lnTo>
                    <a:pt x="92" y="87"/>
                  </a:lnTo>
                  <a:lnTo>
                    <a:pt x="92" y="87"/>
                  </a:lnTo>
                  <a:lnTo>
                    <a:pt x="92" y="90"/>
                  </a:lnTo>
                  <a:lnTo>
                    <a:pt x="94" y="90"/>
                  </a:lnTo>
                  <a:lnTo>
                    <a:pt x="94" y="90"/>
                  </a:lnTo>
                  <a:lnTo>
                    <a:pt x="94" y="92"/>
                  </a:lnTo>
                  <a:lnTo>
                    <a:pt x="94" y="92"/>
                  </a:lnTo>
                  <a:lnTo>
                    <a:pt x="94" y="95"/>
                  </a:lnTo>
                  <a:lnTo>
                    <a:pt x="94" y="95"/>
                  </a:lnTo>
                  <a:lnTo>
                    <a:pt x="94" y="95"/>
                  </a:lnTo>
                  <a:lnTo>
                    <a:pt x="94" y="97"/>
                  </a:lnTo>
                  <a:lnTo>
                    <a:pt x="94" y="97"/>
                  </a:lnTo>
                  <a:lnTo>
                    <a:pt x="94" y="97"/>
                  </a:lnTo>
                  <a:lnTo>
                    <a:pt x="94" y="97"/>
                  </a:lnTo>
                  <a:lnTo>
                    <a:pt x="94" y="99"/>
                  </a:lnTo>
                  <a:lnTo>
                    <a:pt x="97" y="99"/>
                  </a:lnTo>
                  <a:lnTo>
                    <a:pt x="97" y="99"/>
                  </a:lnTo>
                  <a:lnTo>
                    <a:pt x="97" y="102"/>
                  </a:lnTo>
                  <a:lnTo>
                    <a:pt x="97" y="102"/>
                  </a:lnTo>
                  <a:lnTo>
                    <a:pt x="97" y="104"/>
                  </a:lnTo>
                  <a:lnTo>
                    <a:pt x="97" y="104"/>
                  </a:lnTo>
                  <a:lnTo>
                    <a:pt x="97" y="104"/>
                  </a:lnTo>
                  <a:lnTo>
                    <a:pt x="97" y="106"/>
                  </a:lnTo>
                  <a:lnTo>
                    <a:pt x="97" y="106"/>
                  </a:lnTo>
                  <a:lnTo>
                    <a:pt x="97" y="106"/>
                  </a:lnTo>
                  <a:lnTo>
                    <a:pt x="97" y="109"/>
                  </a:lnTo>
                  <a:lnTo>
                    <a:pt x="97" y="109"/>
                  </a:lnTo>
                  <a:lnTo>
                    <a:pt x="99" y="109"/>
                  </a:lnTo>
                  <a:lnTo>
                    <a:pt x="99" y="111"/>
                  </a:lnTo>
                  <a:lnTo>
                    <a:pt x="99" y="111"/>
                  </a:lnTo>
                  <a:lnTo>
                    <a:pt x="99" y="114"/>
                  </a:lnTo>
                  <a:lnTo>
                    <a:pt x="99" y="114"/>
                  </a:lnTo>
                  <a:lnTo>
                    <a:pt x="99" y="116"/>
                  </a:lnTo>
                  <a:lnTo>
                    <a:pt x="99" y="116"/>
                  </a:lnTo>
                  <a:lnTo>
                    <a:pt x="99" y="116"/>
                  </a:lnTo>
                  <a:lnTo>
                    <a:pt x="99" y="118"/>
                  </a:lnTo>
                  <a:lnTo>
                    <a:pt x="99" y="118"/>
                  </a:lnTo>
                  <a:lnTo>
                    <a:pt x="99" y="118"/>
                  </a:lnTo>
                  <a:lnTo>
                    <a:pt x="99" y="121"/>
                  </a:lnTo>
                  <a:lnTo>
                    <a:pt x="99" y="121"/>
                  </a:lnTo>
                  <a:lnTo>
                    <a:pt x="99" y="123"/>
                  </a:lnTo>
                  <a:lnTo>
                    <a:pt x="99" y="123"/>
                  </a:lnTo>
                  <a:lnTo>
                    <a:pt x="99" y="125"/>
                  </a:lnTo>
                  <a:lnTo>
                    <a:pt x="99" y="125"/>
                  </a:lnTo>
                  <a:lnTo>
                    <a:pt x="99" y="125"/>
                  </a:lnTo>
                  <a:lnTo>
                    <a:pt x="99" y="128"/>
                  </a:lnTo>
                  <a:lnTo>
                    <a:pt x="99" y="128"/>
                  </a:lnTo>
                  <a:lnTo>
                    <a:pt x="99" y="128"/>
                  </a:lnTo>
                  <a:lnTo>
                    <a:pt x="99" y="128"/>
                  </a:lnTo>
                  <a:lnTo>
                    <a:pt x="99" y="130"/>
                  </a:lnTo>
                  <a:lnTo>
                    <a:pt x="99" y="130"/>
                  </a:lnTo>
                  <a:lnTo>
                    <a:pt x="99" y="132"/>
                  </a:lnTo>
                  <a:lnTo>
                    <a:pt x="99" y="132"/>
                  </a:lnTo>
                  <a:lnTo>
                    <a:pt x="99" y="135"/>
                  </a:lnTo>
                  <a:lnTo>
                    <a:pt x="99" y="135"/>
                  </a:lnTo>
                  <a:lnTo>
                    <a:pt x="99" y="135"/>
                  </a:lnTo>
                  <a:lnTo>
                    <a:pt x="99" y="137"/>
                  </a:lnTo>
                  <a:lnTo>
                    <a:pt x="99" y="137"/>
                  </a:lnTo>
                  <a:lnTo>
                    <a:pt x="99" y="137"/>
                  </a:lnTo>
                  <a:lnTo>
                    <a:pt x="99" y="137"/>
                  </a:lnTo>
                  <a:lnTo>
                    <a:pt x="99" y="137"/>
                  </a:lnTo>
                  <a:lnTo>
                    <a:pt x="99" y="135"/>
                  </a:lnTo>
                  <a:lnTo>
                    <a:pt x="99" y="135"/>
                  </a:lnTo>
                  <a:lnTo>
                    <a:pt x="97" y="135"/>
                  </a:lnTo>
                  <a:lnTo>
                    <a:pt x="97" y="135"/>
                  </a:lnTo>
                  <a:lnTo>
                    <a:pt x="97" y="135"/>
                  </a:lnTo>
                  <a:lnTo>
                    <a:pt x="94" y="135"/>
                  </a:lnTo>
                  <a:lnTo>
                    <a:pt x="94" y="135"/>
                  </a:lnTo>
                  <a:lnTo>
                    <a:pt x="94" y="135"/>
                  </a:lnTo>
                  <a:lnTo>
                    <a:pt x="94" y="132"/>
                  </a:lnTo>
                  <a:lnTo>
                    <a:pt x="94" y="132"/>
                  </a:lnTo>
                  <a:lnTo>
                    <a:pt x="94" y="132"/>
                  </a:lnTo>
                  <a:lnTo>
                    <a:pt x="92" y="132"/>
                  </a:lnTo>
                  <a:lnTo>
                    <a:pt x="92" y="132"/>
                  </a:lnTo>
                  <a:lnTo>
                    <a:pt x="92" y="132"/>
                  </a:lnTo>
                  <a:lnTo>
                    <a:pt x="92" y="132"/>
                  </a:lnTo>
                  <a:lnTo>
                    <a:pt x="92" y="135"/>
                  </a:lnTo>
                  <a:lnTo>
                    <a:pt x="92" y="135"/>
                  </a:lnTo>
                  <a:lnTo>
                    <a:pt x="90" y="135"/>
                  </a:lnTo>
                  <a:lnTo>
                    <a:pt x="90" y="137"/>
                  </a:lnTo>
                  <a:lnTo>
                    <a:pt x="90" y="137"/>
                  </a:lnTo>
                  <a:lnTo>
                    <a:pt x="90" y="137"/>
                  </a:lnTo>
                  <a:lnTo>
                    <a:pt x="90" y="140"/>
                  </a:lnTo>
                  <a:lnTo>
                    <a:pt x="90" y="140"/>
                  </a:lnTo>
                  <a:lnTo>
                    <a:pt x="90" y="142"/>
                  </a:lnTo>
                  <a:lnTo>
                    <a:pt x="92" y="142"/>
                  </a:lnTo>
                  <a:lnTo>
                    <a:pt x="92" y="142"/>
                  </a:lnTo>
                  <a:lnTo>
                    <a:pt x="92" y="144"/>
                  </a:lnTo>
                  <a:lnTo>
                    <a:pt x="92" y="144"/>
                  </a:lnTo>
                  <a:lnTo>
                    <a:pt x="92" y="144"/>
                  </a:lnTo>
                  <a:lnTo>
                    <a:pt x="92" y="147"/>
                  </a:lnTo>
                  <a:lnTo>
                    <a:pt x="92" y="147"/>
                  </a:lnTo>
                  <a:lnTo>
                    <a:pt x="92" y="147"/>
                  </a:lnTo>
                  <a:lnTo>
                    <a:pt x="92" y="147"/>
                  </a:lnTo>
                  <a:lnTo>
                    <a:pt x="92" y="149"/>
                  </a:lnTo>
                  <a:lnTo>
                    <a:pt x="92" y="149"/>
                  </a:lnTo>
                  <a:lnTo>
                    <a:pt x="94" y="149"/>
                  </a:lnTo>
                  <a:lnTo>
                    <a:pt x="94" y="151"/>
                  </a:lnTo>
                  <a:lnTo>
                    <a:pt x="92" y="151"/>
                  </a:lnTo>
                  <a:lnTo>
                    <a:pt x="92" y="151"/>
                  </a:lnTo>
                  <a:lnTo>
                    <a:pt x="92" y="149"/>
                  </a:lnTo>
                  <a:lnTo>
                    <a:pt x="92" y="149"/>
                  </a:lnTo>
                  <a:lnTo>
                    <a:pt x="92" y="149"/>
                  </a:lnTo>
                  <a:lnTo>
                    <a:pt x="92" y="147"/>
                  </a:lnTo>
                  <a:lnTo>
                    <a:pt x="90" y="147"/>
                  </a:lnTo>
                  <a:lnTo>
                    <a:pt x="90" y="147"/>
                  </a:lnTo>
                  <a:lnTo>
                    <a:pt x="90" y="147"/>
                  </a:lnTo>
                  <a:lnTo>
                    <a:pt x="90" y="147"/>
                  </a:lnTo>
                  <a:lnTo>
                    <a:pt x="90" y="144"/>
                  </a:lnTo>
                  <a:lnTo>
                    <a:pt x="90" y="144"/>
                  </a:lnTo>
                  <a:lnTo>
                    <a:pt x="87" y="144"/>
                  </a:lnTo>
                  <a:lnTo>
                    <a:pt x="87" y="142"/>
                  </a:lnTo>
                  <a:lnTo>
                    <a:pt x="87" y="142"/>
                  </a:lnTo>
                  <a:lnTo>
                    <a:pt x="87" y="142"/>
                  </a:lnTo>
                  <a:lnTo>
                    <a:pt x="87" y="140"/>
                  </a:lnTo>
                  <a:lnTo>
                    <a:pt x="87" y="140"/>
                  </a:lnTo>
                  <a:lnTo>
                    <a:pt x="87" y="140"/>
                  </a:lnTo>
                  <a:lnTo>
                    <a:pt x="87" y="137"/>
                  </a:lnTo>
                  <a:lnTo>
                    <a:pt x="87" y="137"/>
                  </a:lnTo>
                  <a:lnTo>
                    <a:pt x="87" y="137"/>
                  </a:lnTo>
                  <a:lnTo>
                    <a:pt x="85" y="137"/>
                  </a:lnTo>
                  <a:lnTo>
                    <a:pt x="85" y="135"/>
                  </a:lnTo>
                  <a:lnTo>
                    <a:pt x="85" y="135"/>
                  </a:lnTo>
                  <a:lnTo>
                    <a:pt x="85" y="135"/>
                  </a:lnTo>
                  <a:lnTo>
                    <a:pt x="85" y="132"/>
                  </a:lnTo>
                  <a:lnTo>
                    <a:pt x="85" y="132"/>
                  </a:lnTo>
                  <a:lnTo>
                    <a:pt x="85" y="132"/>
                  </a:lnTo>
                  <a:lnTo>
                    <a:pt x="83" y="132"/>
                  </a:lnTo>
                  <a:lnTo>
                    <a:pt x="83" y="132"/>
                  </a:lnTo>
                  <a:lnTo>
                    <a:pt x="83" y="130"/>
                  </a:lnTo>
                  <a:lnTo>
                    <a:pt x="83" y="130"/>
                  </a:lnTo>
                  <a:lnTo>
                    <a:pt x="83" y="130"/>
                  </a:lnTo>
                  <a:lnTo>
                    <a:pt x="83" y="128"/>
                  </a:lnTo>
                  <a:lnTo>
                    <a:pt x="83" y="128"/>
                  </a:lnTo>
                  <a:lnTo>
                    <a:pt x="83" y="128"/>
                  </a:lnTo>
                  <a:lnTo>
                    <a:pt x="83" y="128"/>
                  </a:lnTo>
                  <a:lnTo>
                    <a:pt x="83" y="125"/>
                  </a:lnTo>
                  <a:lnTo>
                    <a:pt x="80" y="125"/>
                  </a:lnTo>
                  <a:lnTo>
                    <a:pt x="80" y="125"/>
                  </a:lnTo>
                  <a:lnTo>
                    <a:pt x="80" y="123"/>
                  </a:lnTo>
                  <a:lnTo>
                    <a:pt x="83" y="123"/>
                  </a:lnTo>
                  <a:lnTo>
                    <a:pt x="83" y="123"/>
                  </a:lnTo>
                  <a:lnTo>
                    <a:pt x="83" y="121"/>
                  </a:lnTo>
                  <a:lnTo>
                    <a:pt x="83" y="121"/>
                  </a:lnTo>
                  <a:lnTo>
                    <a:pt x="83" y="118"/>
                  </a:lnTo>
                  <a:lnTo>
                    <a:pt x="83" y="118"/>
                  </a:lnTo>
                  <a:lnTo>
                    <a:pt x="83" y="118"/>
                  </a:lnTo>
                  <a:lnTo>
                    <a:pt x="83" y="116"/>
                  </a:lnTo>
                  <a:lnTo>
                    <a:pt x="83" y="116"/>
                  </a:lnTo>
                  <a:lnTo>
                    <a:pt x="83" y="116"/>
                  </a:lnTo>
                  <a:lnTo>
                    <a:pt x="80" y="116"/>
                  </a:lnTo>
                  <a:lnTo>
                    <a:pt x="80" y="116"/>
                  </a:lnTo>
                  <a:lnTo>
                    <a:pt x="80" y="114"/>
                  </a:lnTo>
                  <a:lnTo>
                    <a:pt x="80" y="114"/>
                  </a:lnTo>
                  <a:lnTo>
                    <a:pt x="80" y="114"/>
                  </a:lnTo>
                  <a:lnTo>
                    <a:pt x="80" y="111"/>
                  </a:lnTo>
                  <a:lnTo>
                    <a:pt x="80" y="111"/>
                  </a:lnTo>
                  <a:lnTo>
                    <a:pt x="80" y="109"/>
                  </a:lnTo>
                  <a:lnTo>
                    <a:pt x="80" y="109"/>
                  </a:lnTo>
                  <a:lnTo>
                    <a:pt x="80" y="109"/>
                  </a:lnTo>
                  <a:lnTo>
                    <a:pt x="80" y="106"/>
                  </a:lnTo>
                  <a:lnTo>
                    <a:pt x="80" y="106"/>
                  </a:lnTo>
                  <a:lnTo>
                    <a:pt x="78" y="106"/>
                  </a:lnTo>
                  <a:lnTo>
                    <a:pt x="78" y="106"/>
                  </a:lnTo>
                  <a:lnTo>
                    <a:pt x="78" y="106"/>
                  </a:lnTo>
                  <a:lnTo>
                    <a:pt x="78" y="104"/>
                  </a:lnTo>
                  <a:lnTo>
                    <a:pt x="76" y="104"/>
                  </a:lnTo>
                  <a:lnTo>
                    <a:pt x="76" y="104"/>
                  </a:lnTo>
                  <a:lnTo>
                    <a:pt x="76" y="102"/>
                  </a:lnTo>
                  <a:lnTo>
                    <a:pt x="76" y="102"/>
                  </a:lnTo>
                  <a:lnTo>
                    <a:pt x="76" y="102"/>
                  </a:lnTo>
                  <a:lnTo>
                    <a:pt x="76" y="102"/>
                  </a:lnTo>
                  <a:lnTo>
                    <a:pt x="76" y="99"/>
                  </a:lnTo>
                  <a:lnTo>
                    <a:pt x="73" y="99"/>
                  </a:lnTo>
                  <a:lnTo>
                    <a:pt x="73" y="99"/>
                  </a:lnTo>
                  <a:lnTo>
                    <a:pt x="73" y="99"/>
                  </a:lnTo>
                  <a:lnTo>
                    <a:pt x="73" y="99"/>
                  </a:lnTo>
                  <a:lnTo>
                    <a:pt x="73" y="99"/>
                  </a:lnTo>
                  <a:lnTo>
                    <a:pt x="71" y="99"/>
                  </a:lnTo>
                  <a:lnTo>
                    <a:pt x="71" y="102"/>
                  </a:lnTo>
                  <a:lnTo>
                    <a:pt x="73" y="102"/>
                  </a:lnTo>
                  <a:lnTo>
                    <a:pt x="73" y="102"/>
                  </a:lnTo>
                  <a:lnTo>
                    <a:pt x="73" y="102"/>
                  </a:lnTo>
                  <a:lnTo>
                    <a:pt x="73" y="102"/>
                  </a:lnTo>
                  <a:lnTo>
                    <a:pt x="76" y="102"/>
                  </a:lnTo>
                  <a:lnTo>
                    <a:pt x="76" y="104"/>
                  </a:lnTo>
                  <a:lnTo>
                    <a:pt x="76" y="104"/>
                  </a:lnTo>
                  <a:lnTo>
                    <a:pt x="76" y="104"/>
                  </a:lnTo>
                  <a:lnTo>
                    <a:pt x="76" y="106"/>
                  </a:lnTo>
                  <a:lnTo>
                    <a:pt x="76" y="106"/>
                  </a:lnTo>
                  <a:lnTo>
                    <a:pt x="76" y="106"/>
                  </a:lnTo>
                  <a:lnTo>
                    <a:pt x="76" y="106"/>
                  </a:lnTo>
                  <a:lnTo>
                    <a:pt x="76" y="109"/>
                  </a:lnTo>
                  <a:lnTo>
                    <a:pt x="76" y="109"/>
                  </a:lnTo>
                  <a:lnTo>
                    <a:pt x="76" y="109"/>
                  </a:lnTo>
                  <a:lnTo>
                    <a:pt x="76" y="109"/>
                  </a:lnTo>
                  <a:lnTo>
                    <a:pt x="73" y="109"/>
                  </a:lnTo>
                  <a:lnTo>
                    <a:pt x="73" y="109"/>
                  </a:lnTo>
                  <a:lnTo>
                    <a:pt x="73" y="109"/>
                  </a:lnTo>
                  <a:lnTo>
                    <a:pt x="73" y="106"/>
                  </a:lnTo>
                  <a:lnTo>
                    <a:pt x="73" y="106"/>
                  </a:lnTo>
                  <a:lnTo>
                    <a:pt x="73" y="106"/>
                  </a:lnTo>
                  <a:lnTo>
                    <a:pt x="73" y="106"/>
                  </a:lnTo>
                  <a:lnTo>
                    <a:pt x="73" y="104"/>
                  </a:lnTo>
                  <a:lnTo>
                    <a:pt x="73" y="104"/>
                  </a:lnTo>
                  <a:lnTo>
                    <a:pt x="71" y="104"/>
                  </a:lnTo>
                  <a:lnTo>
                    <a:pt x="71" y="104"/>
                  </a:lnTo>
                  <a:lnTo>
                    <a:pt x="71" y="106"/>
                  </a:lnTo>
                  <a:lnTo>
                    <a:pt x="71" y="106"/>
                  </a:lnTo>
                  <a:lnTo>
                    <a:pt x="68" y="106"/>
                  </a:lnTo>
                  <a:lnTo>
                    <a:pt x="68" y="106"/>
                  </a:lnTo>
                  <a:lnTo>
                    <a:pt x="68" y="106"/>
                  </a:lnTo>
                  <a:lnTo>
                    <a:pt x="68" y="106"/>
                  </a:lnTo>
                  <a:lnTo>
                    <a:pt x="68" y="109"/>
                  </a:lnTo>
                  <a:lnTo>
                    <a:pt x="68" y="109"/>
                  </a:lnTo>
                  <a:lnTo>
                    <a:pt x="68" y="111"/>
                  </a:lnTo>
                  <a:lnTo>
                    <a:pt x="68" y="111"/>
                  </a:lnTo>
                  <a:lnTo>
                    <a:pt x="68" y="114"/>
                  </a:lnTo>
                  <a:lnTo>
                    <a:pt x="68" y="114"/>
                  </a:lnTo>
                  <a:lnTo>
                    <a:pt x="68" y="114"/>
                  </a:lnTo>
                  <a:lnTo>
                    <a:pt x="68" y="116"/>
                  </a:lnTo>
                  <a:lnTo>
                    <a:pt x="66" y="116"/>
                  </a:lnTo>
                  <a:lnTo>
                    <a:pt x="66" y="116"/>
                  </a:lnTo>
                  <a:lnTo>
                    <a:pt x="66" y="116"/>
                  </a:lnTo>
                  <a:lnTo>
                    <a:pt x="66" y="116"/>
                  </a:lnTo>
                  <a:lnTo>
                    <a:pt x="66" y="116"/>
                  </a:lnTo>
                  <a:lnTo>
                    <a:pt x="64" y="116"/>
                  </a:lnTo>
                  <a:lnTo>
                    <a:pt x="64" y="116"/>
                  </a:lnTo>
                  <a:lnTo>
                    <a:pt x="64" y="116"/>
                  </a:lnTo>
                  <a:lnTo>
                    <a:pt x="64" y="114"/>
                  </a:lnTo>
                  <a:lnTo>
                    <a:pt x="64" y="114"/>
                  </a:lnTo>
                  <a:lnTo>
                    <a:pt x="64" y="116"/>
                  </a:lnTo>
                  <a:lnTo>
                    <a:pt x="64" y="116"/>
                  </a:lnTo>
                  <a:lnTo>
                    <a:pt x="61" y="116"/>
                  </a:lnTo>
                  <a:lnTo>
                    <a:pt x="61" y="116"/>
                  </a:lnTo>
                  <a:lnTo>
                    <a:pt x="61" y="114"/>
                  </a:lnTo>
                  <a:lnTo>
                    <a:pt x="61" y="114"/>
                  </a:lnTo>
                  <a:lnTo>
                    <a:pt x="61" y="111"/>
                  </a:lnTo>
                  <a:lnTo>
                    <a:pt x="61" y="111"/>
                  </a:lnTo>
                  <a:lnTo>
                    <a:pt x="61" y="109"/>
                  </a:lnTo>
                  <a:lnTo>
                    <a:pt x="61" y="109"/>
                  </a:lnTo>
                  <a:lnTo>
                    <a:pt x="61" y="109"/>
                  </a:lnTo>
                  <a:lnTo>
                    <a:pt x="61" y="109"/>
                  </a:lnTo>
                  <a:lnTo>
                    <a:pt x="61" y="111"/>
                  </a:lnTo>
                  <a:lnTo>
                    <a:pt x="61" y="111"/>
                  </a:lnTo>
                  <a:lnTo>
                    <a:pt x="61" y="114"/>
                  </a:lnTo>
                  <a:lnTo>
                    <a:pt x="61" y="114"/>
                  </a:lnTo>
                  <a:lnTo>
                    <a:pt x="61" y="114"/>
                  </a:lnTo>
                  <a:lnTo>
                    <a:pt x="61" y="116"/>
                  </a:lnTo>
                  <a:lnTo>
                    <a:pt x="61" y="116"/>
                  </a:lnTo>
                  <a:lnTo>
                    <a:pt x="59" y="116"/>
                  </a:lnTo>
                  <a:lnTo>
                    <a:pt x="59" y="116"/>
                  </a:lnTo>
                  <a:lnTo>
                    <a:pt x="59" y="116"/>
                  </a:lnTo>
                  <a:lnTo>
                    <a:pt x="59" y="116"/>
                  </a:lnTo>
                  <a:lnTo>
                    <a:pt x="59" y="118"/>
                  </a:lnTo>
                  <a:lnTo>
                    <a:pt x="59" y="118"/>
                  </a:lnTo>
                  <a:lnTo>
                    <a:pt x="59" y="118"/>
                  </a:lnTo>
                  <a:lnTo>
                    <a:pt x="59" y="121"/>
                  </a:lnTo>
                  <a:lnTo>
                    <a:pt x="59" y="121"/>
                  </a:lnTo>
                  <a:lnTo>
                    <a:pt x="57" y="121"/>
                  </a:lnTo>
                  <a:lnTo>
                    <a:pt x="57" y="121"/>
                  </a:lnTo>
                  <a:lnTo>
                    <a:pt x="57" y="121"/>
                  </a:lnTo>
                  <a:lnTo>
                    <a:pt x="54" y="121"/>
                  </a:lnTo>
                  <a:lnTo>
                    <a:pt x="54" y="121"/>
                  </a:lnTo>
                  <a:lnTo>
                    <a:pt x="54" y="123"/>
                  </a:lnTo>
                  <a:lnTo>
                    <a:pt x="54" y="123"/>
                  </a:lnTo>
                  <a:lnTo>
                    <a:pt x="52" y="123"/>
                  </a:lnTo>
                  <a:lnTo>
                    <a:pt x="52" y="123"/>
                  </a:lnTo>
                  <a:lnTo>
                    <a:pt x="52" y="125"/>
                  </a:lnTo>
                  <a:lnTo>
                    <a:pt x="52" y="125"/>
                  </a:lnTo>
                  <a:lnTo>
                    <a:pt x="52" y="123"/>
                  </a:lnTo>
                  <a:lnTo>
                    <a:pt x="52" y="123"/>
                  </a:lnTo>
                  <a:lnTo>
                    <a:pt x="52" y="123"/>
                  </a:lnTo>
                  <a:lnTo>
                    <a:pt x="49" y="123"/>
                  </a:lnTo>
                  <a:lnTo>
                    <a:pt x="49" y="123"/>
                  </a:lnTo>
                  <a:lnTo>
                    <a:pt x="49" y="123"/>
                  </a:lnTo>
                  <a:lnTo>
                    <a:pt x="47" y="123"/>
                  </a:lnTo>
                  <a:lnTo>
                    <a:pt x="47" y="123"/>
                  </a:lnTo>
                  <a:lnTo>
                    <a:pt x="47" y="125"/>
                  </a:lnTo>
                  <a:lnTo>
                    <a:pt x="47" y="125"/>
                  </a:lnTo>
                  <a:lnTo>
                    <a:pt x="45" y="125"/>
                  </a:lnTo>
                  <a:lnTo>
                    <a:pt x="45" y="123"/>
                  </a:lnTo>
                  <a:lnTo>
                    <a:pt x="45" y="123"/>
                  </a:lnTo>
                  <a:lnTo>
                    <a:pt x="42" y="123"/>
                  </a:lnTo>
                  <a:lnTo>
                    <a:pt x="42" y="123"/>
                  </a:lnTo>
                  <a:lnTo>
                    <a:pt x="42" y="123"/>
                  </a:lnTo>
                  <a:lnTo>
                    <a:pt x="42" y="121"/>
                  </a:lnTo>
                  <a:lnTo>
                    <a:pt x="42" y="121"/>
                  </a:lnTo>
                  <a:lnTo>
                    <a:pt x="40" y="121"/>
                  </a:lnTo>
                  <a:lnTo>
                    <a:pt x="40" y="121"/>
                  </a:lnTo>
                  <a:lnTo>
                    <a:pt x="40" y="123"/>
                  </a:lnTo>
                  <a:lnTo>
                    <a:pt x="40" y="123"/>
                  </a:lnTo>
                  <a:lnTo>
                    <a:pt x="38" y="123"/>
                  </a:lnTo>
                  <a:lnTo>
                    <a:pt x="38" y="123"/>
                  </a:lnTo>
                  <a:lnTo>
                    <a:pt x="38" y="123"/>
                  </a:lnTo>
                  <a:lnTo>
                    <a:pt x="38" y="125"/>
                  </a:lnTo>
                  <a:lnTo>
                    <a:pt x="35" y="125"/>
                  </a:lnTo>
                  <a:lnTo>
                    <a:pt x="35" y="125"/>
                  </a:lnTo>
                  <a:lnTo>
                    <a:pt x="35" y="125"/>
                  </a:lnTo>
                  <a:lnTo>
                    <a:pt x="35" y="125"/>
                  </a:lnTo>
                  <a:lnTo>
                    <a:pt x="35" y="128"/>
                  </a:lnTo>
                  <a:lnTo>
                    <a:pt x="33" y="128"/>
                  </a:lnTo>
                  <a:lnTo>
                    <a:pt x="33" y="128"/>
                  </a:lnTo>
                  <a:lnTo>
                    <a:pt x="33" y="125"/>
                  </a:lnTo>
                  <a:lnTo>
                    <a:pt x="33" y="125"/>
                  </a:lnTo>
                  <a:lnTo>
                    <a:pt x="33" y="125"/>
                  </a:lnTo>
                  <a:lnTo>
                    <a:pt x="31" y="125"/>
                  </a:lnTo>
                  <a:lnTo>
                    <a:pt x="31" y="125"/>
                  </a:lnTo>
                  <a:lnTo>
                    <a:pt x="31" y="125"/>
                  </a:lnTo>
                  <a:lnTo>
                    <a:pt x="28" y="125"/>
                  </a:lnTo>
                  <a:lnTo>
                    <a:pt x="28" y="128"/>
                  </a:lnTo>
                  <a:lnTo>
                    <a:pt x="28" y="128"/>
                  </a:lnTo>
                  <a:lnTo>
                    <a:pt x="28" y="128"/>
                  </a:lnTo>
                  <a:lnTo>
                    <a:pt x="28" y="128"/>
                  </a:lnTo>
                  <a:lnTo>
                    <a:pt x="26" y="128"/>
                  </a:lnTo>
                  <a:lnTo>
                    <a:pt x="26" y="128"/>
                  </a:lnTo>
                  <a:lnTo>
                    <a:pt x="26" y="128"/>
                  </a:lnTo>
                  <a:lnTo>
                    <a:pt x="26" y="128"/>
                  </a:lnTo>
                  <a:lnTo>
                    <a:pt x="26" y="125"/>
                  </a:lnTo>
                  <a:lnTo>
                    <a:pt x="23" y="125"/>
                  </a:lnTo>
                  <a:lnTo>
                    <a:pt x="23" y="125"/>
                  </a:lnTo>
                  <a:lnTo>
                    <a:pt x="23" y="125"/>
                  </a:lnTo>
                  <a:lnTo>
                    <a:pt x="21" y="125"/>
                  </a:lnTo>
                  <a:lnTo>
                    <a:pt x="21" y="123"/>
                  </a:lnTo>
                  <a:lnTo>
                    <a:pt x="23" y="123"/>
                  </a:lnTo>
                  <a:lnTo>
                    <a:pt x="23" y="123"/>
                  </a:lnTo>
                  <a:lnTo>
                    <a:pt x="23" y="121"/>
                  </a:lnTo>
                  <a:lnTo>
                    <a:pt x="21" y="121"/>
                  </a:lnTo>
                  <a:lnTo>
                    <a:pt x="21" y="121"/>
                  </a:lnTo>
                  <a:lnTo>
                    <a:pt x="23" y="121"/>
                  </a:lnTo>
                  <a:lnTo>
                    <a:pt x="23" y="118"/>
                  </a:lnTo>
                  <a:lnTo>
                    <a:pt x="23" y="118"/>
                  </a:lnTo>
                  <a:lnTo>
                    <a:pt x="23" y="116"/>
                  </a:lnTo>
                  <a:lnTo>
                    <a:pt x="21" y="116"/>
                  </a:lnTo>
                  <a:lnTo>
                    <a:pt x="21" y="116"/>
                  </a:lnTo>
                  <a:lnTo>
                    <a:pt x="21" y="116"/>
                  </a:lnTo>
                  <a:lnTo>
                    <a:pt x="23" y="116"/>
                  </a:lnTo>
                  <a:lnTo>
                    <a:pt x="23" y="114"/>
                  </a:lnTo>
                  <a:lnTo>
                    <a:pt x="23" y="114"/>
                  </a:lnTo>
                  <a:lnTo>
                    <a:pt x="21" y="114"/>
                  </a:lnTo>
                  <a:lnTo>
                    <a:pt x="21" y="111"/>
                  </a:lnTo>
                  <a:lnTo>
                    <a:pt x="21" y="111"/>
                  </a:lnTo>
                  <a:lnTo>
                    <a:pt x="21" y="111"/>
                  </a:lnTo>
                  <a:lnTo>
                    <a:pt x="21" y="111"/>
                  </a:lnTo>
                  <a:lnTo>
                    <a:pt x="21" y="109"/>
                  </a:lnTo>
                  <a:lnTo>
                    <a:pt x="21" y="109"/>
                  </a:lnTo>
                  <a:lnTo>
                    <a:pt x="21" y="109"/>
                  </a:lnTo>
                  <a:lnTo>
                    <a:pt x="21" y="106"/>
                  </a:lnTo>
                  <a:lnTo>
                    <a:pt x="21" y="106"/>
                  </a:lnTo>
                  <a:lnTo>
                    <a:pt x="21" y="106"/>
                  </a:lnTo>
                  <a:lnTo>
                    <a:pt x="21" y="104"/>
                  </a:lnTo>
                  <a:lnTo>
                    <a:pt x="21" y="104"/>
                  </a:lnTo>
                  <a:lnTo>
                    <a:pt x="21" y="104"/>
                  </a:lnTo>
                  <a:lnTo>
                    <a:pt x="21" y="102"/>
                  </a:lnTo>
                  <a:lnTo>
                    <a:pt x="21" y="102"/>
                  </a:lnTo>
                  <a:lnTo>
                    <a:pt x="21" y="99"/>
                  </a:lnTo>
                  <a:lnTo>
                    <a:pt x="19" y="99"/>
                  </a:lnTo>
                  <a:lnTo>
                    <a:pt x="19" y="99"/>
                  </a:lnTo>
                  <a:lnTo>
                    <a:pt x="21" y="99"/>
                  </a:lnTo>
                  <a:lnTo>
                    <a:pt x="21" y="97"/>
                  </a:lnTo>
                  <a:lnTo>
                    <a:pt x="21" y="97"/>
                  </a:lnTo>
                  <a:lnTo>
                    <a:pt x="21" y="97"/>
                  </a:lnTo>
                  <a:lnTo>
                    <a:pt x="19" y="97"/>
                  </a:lnTo>
                  <a:lnTo>
                    <a:pt x="19" y="95"/>
                  </a:lnTo>
                  <a:lnTo>
                    <a:pt x="19" y="95"/>
                  </a:lnTo>
                  <a:lnTo>
                    <a:pt x="19" y="95"/>
                  </a:lnTo>
                  <a:lnTo>
                    <a:pt x="19" y="92"/>
                  </a:lnTo>
                  <a:lnTo>
                    <a:pt x="19" y="92"/>
                  </a:lnTo>
                  <a:lnTo>
                    <a:pt x="19" y="90"/>
                  </a:lnTo>
                  <a:lnTo>
                    <a:pt x="19" y="90"/>
                  </a:lnTo>
                  <a:lnTo>
                    <a:pt x="19" y="90"/>
                  </a:lnTo>
                  <a:lnTo>
                    <a:pt x="19" y="87"/>
                  </a:lnTo>
                  <a:lnTo>
                    <a:pt x="21" y="87"/>
                  </a:lnTo>
                  <a:lnTo>
                    <a:pt x="21" y="87"/>
                  </a:lnTo>
                  <a:lnTo>
                    <a:pt x="19" y="87"/>
                  </a:lnTo>
                  <a:lnTo>
                    <a:pt x="19" y="87"/>
                  </a:lnTo>
                  <a:lnTo>
                    <a:pt x="19" y="87"/>
                  </a:lnTo>
                  <a:lnTo>
                    <a:pt x="19" y="87"/>
                  </a:lnTo>
                  <a:lnTo>
                    <a:pt x="16" y="87"/>
                  </a:lnTo>
                  <a:lnTo>
                    <a:pt x="16" y="87"/>
                  </a:lnTo>
                  <a:lnTo>
                    <a:pt x="14" y="87"/>
                  </a:lnTo>
                  <a:lnTo>
                    <a:pt x="14" y="85"/>
                  </a:lnTo>
                  <a:lnTo>
                    <a:pt x="14" y="85"/>
                  </a:lnTo>
                  <a:lnTo>
                    <a:pt x="16" y="85"/>
                  </a:lnTo>
                  <a:lnTo>
                    <a:pt x="16" y="83"/>
                  </a:lnTo>
                  <a:lnTo>
                    <a:pt x="16" y="83"/>
                  </a:lnTo>
                  <a:lnTo>
                    <a:pt x="16" y="83"/>
                  </a:lnTo>
                  <a:lnTo>
                    <a:pt x="16" y="80"/>
                  </a:lnTo>
                  <a:lnTo>
                    <a:pt x="16" y="80"/>
                  </a:lnTo>
                  <a:lnTo>
                    <a:pt x="16" y="80"/>
                  </a:lnTo>
                  <a:lnTo>
                    <a:pt x="14" y="80"/>
                  </a:lnTo>
                  <a:lnTo>
                    <a:pt x="14" y="78"/>
                  </a:lnTo>
                  <a:lnTo>
                    <a:pt x="14" y="78"/>
                  </a:lnTo>
                  <a:lnTo>
                    <a:pt x="14" y="78"/>
                  </a:lnTo>
                  <a:lnTo>
                    <a:pt x="14" y="78"/>
                  </a:lnTo>
                  <a:lnTo>
                    <a:pt x="14" y="78"/>
                  </a:lnTo>
                  <a:lnTo>
                    <a:pt x="12" y="78"/>
                  </a:lnTo>
                  <a:lnTo>
                    <a:pt x="12" y="76"/>
                  </a:lnTo>
                  <a:lnTo>
                    <a:pt x="12" y="76"/>
                  </a:lnTo>
                  <a:lnTo>
                    <a:pt x="12" y="73"/>
                  </a:lnTo>
                  <a:lnTo>
                    <a:pt x="12" y="73"/>
                  </a:lnTo>
                  <a:lnTo>
                    <a:pt x="14" y="73"/>
                  </a:lnTo>
                  <a:lnTo>
                    <a:pt x="14" y="71"/>
                  </a:lnTo>
                  <a:lnTo>
                    <a:pt x="12" y="71"/>
                  </a:lnTo>
                  <a:lnTo>
                    <a:pt x="12" y="71"/>
                  </a:lnTo>
                  <a:lnTo>
                    <a:pt x="14" y="71"/>
                  </a:lnTo>
                  <a:lnTo>
                    <a:pt x="14" y="71"/>
                  </a:lnTo>
                  <a:lnTo>
                    <a:pt x="14" y="71"/>
                  </a:lnTo>
                  <a:lnTo>
                    <a:pt x="14" y="68"/>
                  </a:lnTo>
                  <a:lnTo>
                    <a:pt x="16" y="68"/>
                  </a:lnTo>
                  <a:lnTo>
                    <a:pt x="16" y="68"/>
                  </a:lnTo>
                  <a:lnTo>
                    <a:pt x="16" y="68"/>
                  </a:lnTo>
                  <a:lnTo>
                    <a:pt x="16" y="66"/>
                  </a:lnTo>
                  <a:lnTo>
                    <a:pt x="16" y="66"/>
                  </a:lnTo>
                  <a:lnTo>
                    <a:pt x="14" y="66"/>
                  </a:lnTo>
                  <a:lnTo>
                    <a:pt x="14" y="64"/>
                  </a:lnTo>
                  <a:lnTo>
                    <a:pt x="14" y="64"/>
                  </a:lnTo>
                  <a:lnTo>
                    <a:pt x="14" y="61"/>
                  </a:lnTo>
                  <a:lnTo>
                    <a:pt x="16" y="61"/>
                  </a:lnTo>
                  <a:lnTo>
                    <a:pt x="16" y="61"/>
                  </a:lnTo>
                  <a:lnTo>
                    <a:pt x="16" y="59"/>
                  </a:lnTo>
                  <a:lnTo>
                    <a:pt x="14" y="59"/>
                  </a:lnTo>
                  <a:lnTo>
                    <a:pt x="14" y="59"/>
                  </a:lnTo>
                  <a:lnTo>
                    <a:pt x="14" y="59"/>
                  </a:lnTo>
                  <a:lnTo>
                    <a:pt x="14" y="59"/>
                  </a:lnTo>
                  <a:lnTo>
                    <a:pt x="14" y="59"/>
                  </a:lnTo>
                  <a:lnTo>
                    <a:pt x="14" y="59"/>
                  </a:lnTo>
                  <a:lnTo>
                    <a:pt x="12" y="59"/>
                  </a:lnTo>
                  <a:lnTo>
                    <a:pt x="12" y="59"/>
                  </a:lnTo>
                  <a:lnTo>
                    <a:pt x="12" y="59"/>
                  </a:lnTo>
                  <a:lnTo>
                    <a:pt x="9" y="59"/>
                  </a:lnTo>
                  <a:lnTo>
                    <a:pt x="9" y="57"/>
                  </a:lnTo>
                  <a:lnTo>
                    <a:pt x="9" y="57"/>
                  </a:lnTo>
                  <a:lnTo>
                    <a:pt x="7" y="57"/>
                  </a:lnTo>
                  <a:lnTo>
                    <a:pt x="7" y="57"/>
                  </a:lnTo>
                  <a:lnTo>
                    <a:pt x="7" y="57"/>
                  </a:lnTo>
                  <a:lnTo>
                    <a:pt x="7" y="57"/>
                  </a:lnTo>
                  <a:lnTo>
                    <a:pt x="7" y="57"/>
                  </a:lnTo>
                  <a:lnTo>
                    <a:pt x="4" y="57"/>
                  </a:lnTo>
                  <a:lnTo>
                    <a:pt x="4" y="57"/>
                  </a:lnTo>
                  <a:lnTo>
                    <a:pt x="4" y="54"/>
                  </a:lnTo>
                  <a:lnTo>
                    <a:pt x="2" y="54"/>
                  </a:lnTo>
                  <a:lnTo>
                    <a:pt x="2" y="54"/>
                  </a:lnTo>
                  <a:lnTo>
                    <a:pt x="2" y="54"/>
                  </a:lnTo>
                  <a:lnTo>
                    <a:pt x="2" y="52"/>
                  </a:lnTo>
                  <a:lnTo>
                    <a:pt x="2" y="52"/>
                  </a:lnTo>
                  <a:lnTo>
                    <a:pt x="2" y="52"/>
                  </a:lnTo>
                  <a:lnTo>
                    <a:pt x="2" y="50"/>
                  </a:lnTo>
                  <a:lnTo>
                    <a:pt x="0" y="50"/>
                  </a:lnTo>
                  <a:lnTo>
                    <a:pt x="0" y="50"/>
                  </a:lnTo>
                  <a:lnTo>
                    <a:pt x="0" y="47"/>
                  </a:lnTo>
                  <a:lnTo>
                    <a:pt x="2" y="47"/>
                  </a:lnTo>
                  <a:lnTo>
                    <a:pt x="2" y="47"/>
                  </a:lnTo>
                  <a:lnTo>
                    <a:pt x="2" y="47"/>
                  </a:lnTo>
                  <a:lnTo>
                    <a:pt x="2" y="47"/>
                  </a:lnTo>
                  <a:lnTo>
                    <a:pt x="2" y="47"/>
                  </a:lnTo>
                  <a:lnTo>
                    <a:pt x="2" y="45"/>
                  </a:lnTo>
                  <a:lnTo>
                    <a:pt x="2" y="45"/>
                  </a:lnTo>
                  <a:lnTo>
                    <a:pt x="2" y="42"/>
                  </a:lnTo>
                  <a:lnTo>
                    <a:pt x="4" y="42"/>
                  </a:lnTo>
                  <a:lnTo>
                    <a:pt x="4" y="42"/>
                  </a:lnTo>
                  <a:lnTo>
                    <a:pt x="4" y="45"/>
                  </a:lnTo>
                  <a:lnTo>
                    <a:pt x="7" y="45"/>
                  </a:lnTo>
                  <a:lnTo>
                    <a:pt x="7" y="45"/>
                  </a:lnTo>
                  <a:lnTo>
                    <a:pt x="7" y="45"/>
                  </a:lnTo>
                  <a:lnTo>
                    <a:pt x="7" y="45"/>
                  </a:lnTo>
                  <a:lnTo>
                    <a:pt x="7" y="42"/>
                  </a:lnTo>
                  <a:lnTo>
                    <a:pt x="7" y="42"/>
                  </a:lnTo>
                  <a:lnTo>
                    <a:pt x="9" y="42"/>
                  </a:lnTo>
                  <a:lnTo>
                    <a:pt x="9" y="42"/>
                  </a:lnTo>
                  <a:lnTo>
                    <a:pt x="9" y="40"/>
                  </a:lnTo>
                  <a:lnTo>
                    <a:pt x="9" y="40"/>
                  </a:lnTo>
                  <a:lnTo>
                    <a:pt x="9" y="40"/>
                  </a:lnTo>
                  <a:lnTo>
                    <a:pt x="9" y="38"/>
                  </a:lnTo>
                  <a:lnTo>
                    <a:pt x="9" y="38"/>
                  </a:lnTo>
                  <a:lnTo>
                    <a:pt x="9" y="38"/>
                  </a:lnTo>
                  <a:lnTo>
                    <a:pt x="12" y="38"/>
                  </a:lnTo>
                  <a:lnTo>
                    <a:pt x="12" y="38"/>
                  </a:lnTo>
                  <a:lnTo>
                    <a:pt x="12" y="38"/>
                  </a:lnTo>
                  <a:lnTo>
                    <a:pt x="12" y="38"/>
                  </a:lnTo>
                  <a:lnTo>
                    <a:pt x="12" y="38"/>
                  </a:lnTo>
                  <a:lnTo>
                    <a:pt x="14" y="38"/>
                  </a:lnTo>
                  <a:lnTo>
                    <a:pt x="14" y="38"/>
                  </a:lnTo>
                  <a:lnTo>
                    <a:pt x="14" y="38"/>
                  </a:lnTo>
                  <a:lnTo>
                    <a:pt x="16" y="38"/>
                  </a:lnTo>
                  <a:lnTo>
                    <a:pt x="16" y="38"/>
                  </a:lnTo>
                  <a:lnTo>
                    <a:pt x="16" y="38"/>
                  </a:lnTo>
                  <a:lnTo>
                    <a:pt x="16" y="38"/>
                  </a:lnTo>
                  <a:lnTo>
                    <a:pt x="19" y="38"/>
                  </a:lnTo>
                  <a:lnTo>
                    <a:pt x="19" y="38"/>
                  </a:lnTo>
                  <a:lnTo>
                    <a:pt x="19" y="38"/>
                  </a:lnTo>
                  <a:lnTo>
                    <a:pt x="19" y="38"/>
                  </a:lnTo>
                  <a:lnTo>
                    <a:pt x="19" y="38"/>
                  </a:lnTo>
                  <a:lnTo>
                    <a:pt x="21" y="38"/>
                  </a:lnTo>
                  <a:lnTo>
                    <a:pt x="21" y="35"/>
                  </a:lnTo>
                  <a:lnTo>
                    <a:pt x="21" y="35"/>
                  </a:lnTo>
                  <a:lnTo>
                    <a:pt x="21" y="35"/>
                  </a:lnTo>
                  <a:lnTo>
                    <a:pt x="21" y="33"/>
                  </a:lnTo>
                  <a:lnTo>
                    <a:pt x="21" y="33"/>
                  </a:lnTo>
                  <a:lnTo>
                    <a:pt x="19" y="33"/>
                  </a:lnTo>
                  <a:lnTo>
                    <a:pt x="19" y="33"/>
                  </a:lnTo>
                  <a:lnTo>
                    <a:pt x="19" y="33"/>
                  </a:lnTo>
                  <a:lnTo>
                    <a:pt x="19" y="33"/>
                  </a:lnTo>
                  <a:lnTo>
                    <a:pt x="19" y="31"/>
                  </a:lnTo>
                  <a:lnTo>
                    <a:pt x="19" y="31"/>
                  </a:lnTo>
                  <a:lnTo>
                    <a:pt x="19" y="28"/>
                  </a:lnTo>
                  <a:lnTo>
                    <a:pt x="16" y="28"/>
                  </a:lnTo>
                  <a:lnTo>
                    <a:pt x="16" y="28"/>
                  </a:lnTo>
                  <a:lnTo>
                    <a:pt x="14" y="28"/>
                  </a:lnTo>
                  <a:lnTo>
                    <a:pt x="14" y="28"/>
                  </a:lnTo>
                  <a:lnTo>
                    <a:pt x="14" y="28"/>
                  </a:lnTo>
                  <a:lnTo>
                    <a:pt x="12" y="28"/>
                  </a:lnTo>
                  <a:lnTo>
                    <a:pt x="12" y="28"/>
                  </a:lnTo>
                  <a:lnTo>
                    <a:pt x="12" y="28"/>
                  </a:lnTo>
                  <a:lnTo>
                    <a:pt x="12" y="28"/>
                  </a:lnTo>
                  <a:lnTo>
                    <a:pt x="12" y="28"/>
                  </a:lnTo>
                  <a:lnTo>
                    <a:pt x="9" y="28"/>
                  </a:lnTo>
                  <a:lnTo>
                    <a:pt x="9" y="26"/>
                  </a:lnTo>
                  <a:lnTo>
                    <a:pt x="9" y="26"/>
                  </a:lnTo>
                  <a:lnTo>
                    <a:pt x="9" y="26"/>
                  </a:lnTo>
                  <a:lnTo>
                    <a:pt x="7" y="26"/>
                  </a:lnTo>
                  <a:lnTo>
                    <a:pt x="7" y="23"/>
                  </a:lnTo>
                  <a:lnTo>
                    <a:pt x="7" y="23"/>
                  </a:lnTo>
                  <a:lnTo>
                    <a:pt x="7" y="23"/>
                  </a:lnTo>
                  <a:lnTo>
                    <a:pt x="7" y="23"/>
                  </a:lnTo>
                  <a:lnTo>
                    <a:pt x="7" y="21"/>
                  </a:lnTo>
                  <a:lnTo>
                    <a:pt x="4" y="21"/>
                  </a:lnTo>
                  <a:lnTo>
                    <a:pt x="4" y="21"/>
                  </a:lnTo>
                  <a:lnTo>
                    <a:pt x="2" y="21"/>
                  </a:lnTo>
                  <a:lnTo>
                    <a:pt x="2" y="21"/>
                  </a:lnTo>
                  <a:lnTo>
                    <a:pt x="2" y="21"/>
                  </a:lnTo>
                  <a:lnTo>
                    <a:pt x="2" y="19"/>
                  </a:lnTo>
                  <a:lnTo>
                    <a:pt x="2" y="19"/>
                  </a:lnTo>
                  <a:lnTo>
                    <a:pt x="2" y="19"/>
                  </a:lnTo>
                  <a:lnTo>
                    <a:pt x="2" y="19"/>
                  </a:lnTo>
                  <a:lnTo>
                    <a:pt x="2" y="19"/>
                  </a:lnTo>
                  <a:lnTo>
                    <a:pt x="2" y="16"/>
                  </a:lnTo>
                  <a:lnTo>
                    <a:pt x="2" y="16"/>
                  </a:lnTo>
                  <a:lnTo>
                    <a:pt x="2" y="16"/>
                  </a:lnTo>
                  <a:lnTo>
                    <a:pt x="2" y="14"/>
                  </a:lnTo>
                  <a:lnTo>
                    <a:pt x="2" y="14"/>
                  </a:lnTo>
                  <a:lnTo>
                    <a:pt x="4" y="14"/>
                  </a:lnTo>
                  <a:lnTo>
                    <a:pt x="4" y="12"/>
                  </a:lnTo>
                  <a:lnTo>
                    <a:pt x="4" y="12"/>
                  </a:lnTo>
                  <a:lnTo>
                    <a:pt x="4" y="12"/>
                  </a:lnTo>
                  <a:lnTo>
                    <a:pt x="7" y="12"/>
                  </a:lnTo>
                  <a:lnTo>
                    <a:pt x="7" y="12"/>
                  </a:lnTo>
                  <a:lnTo>
                    <a:pt x="7" y="9"/>
                  </a:lnTo>
                  <a:lnTo>
                    <a:pt x="7" y="9"/>
                  </a:lnTo>
                  <a:lnTo>
                    <a:pt x="7" y="9"/>
                  </a:lnTo>
                  <a:lnTo>
                    <a:pt x="7" y="9"/>
                  </a:lnTo>
                  <a:lnTo>
                    <a:pt x="9" y="9"/>
                  </a:lnTo>
                  <a:lnTo>
                    <a:pt x="9" y="9"/>
                  </a:lnTo>
                  <a:lnTo>
                    <a:pt x="9" y="7"/>
                  </a:lnTo>
                  <a:lnTo>
                    <a:pt x="12" y="7"/>
                  </a:lnTo>
                  <a:lnTo>
                    <a:pt x="12" y="7"/>
                  </a:lnTo>
                  <a:lnTo>
                    <a:pt x="12" y="4"/>
                  </a:lnTo>
                  <a:lnTo>
                    <a:pt x="9" y="4"/>
                  </a:lnTo>
                  <a:lnTo>
                    <a:pt x="9" y="4"/>
                  </a:lnTo>
                  <a:lnTo>
                    <a:pt x="9" y="4"/>
                  </a:lnTo>
                  <a:lnTo>
                    <a:pt x="7" y="4"/>
                  </a:lnTo>
                  <a:lnTo>
                    <a:pt x="7" y="4"/>
                  </a:lnTo>
                  <a:lnTo>
                    <a:pt x="7" y="4"/>
                  </a:lnTo>
                  <a:lnTo>
                    <a:pt x="7" y="4"/>
                  </a:lnTo>
                  <a:lnTo>
                    <a:pt x="7" y="2"/>
                  </a:lnTo>
                  <a:lnTo>
                    <a:pt x="7" y="2"/>
                  </a:lnTo>
                  <a:lnTo>
                    <a:pt x="7" y="2"/>
                  </a:lnTo>
                  <a:lnTo>
                    <a:pt x="7" y="0"/>
                  </a:lnTo>
                  <a:lnTo>
                    <a:pt x="9" y="0"/>
                  </a:lnTo>
                  <a:lnTo>
                    <a:pt x="9" y="2"/>
                  </a:lnTo>
                  <a:lnTo>
                    <a:pt x="9" y="2"/>
                  </a:lnTo>
                  <a:lnTo>
                    <a:pt x="9" y="2"/>
                  </a:lnTo>
                  <a:lnTo>
                    <a:pt x="12" y="2"/>
                  </a:lnTo>
                  <a:lnTo>
                    <a:pt x="12" y="4"/>
                  </a:lnTo>
                  <a:lnTo>
                    <a:pt x="12" y="4"/>
                  </a:lnTo>
                  <a:lnTo>
                    <a:pt x="12" y="4"/>
                  </a:lnTo>
                  <a:lnTo>
                    <a:pt x="12" y="4"/>
                  </a:lnTo>
                  <a:lnTo>
                    <a:pt x="14" y="4"/>
                  </a:lnTo>
                  <a:lnTo>
                    <a:pt x="14" y="7"/>
                  </a:lnTo>
                  <a:lnTo>
                    <a:pt x="14" y="7"/>
                  </a:lnTo>
                  <a:lnTo>
                    <a:pt x="14" y="7"/>
                  </a:lnTo>
                  <a:lnTo>
                    <a:pt x="14" y="7"/>
                  </a:lnTo>
                  <a:lnTo>
                    <a:pt x="14" y="9"/>
                  </a:lnTo>
                  <a:lnTo>
                    <a:pt x="14" y="9"/>
                  </a:lnTo>
                  <a:lnTo>
                    <a:pt x="16" y="9"/>
                  </a:lnTo>
                  <a:lnTo>
                    <a:pt x="16" y="9"/>
                  </a:lnTo>
                  <a:lnTo>
                    <a:pt x="16" y="9"/>
                  </a:lnTo>
                  <a:lnTo>
                    <a:pt x="19" y="9"/>
                  </a:lnTo>
                  <a:lnTo>
                    <a:pt x="19" y="9"/>
                  </a:lnTo>
                  <a:lnTo>
                    <a:pt x="19" y="9"/>
                  </a:lnTo>
                  <a:lnTo>
                    <a:pt x="19" y="9"/>
                  </a:lnTo>
                  <a:lnTo>
                    <a:pt x="19" y="9"/>
                  </a:lnTo>
                  <a:lnTo>
                    <a:pt x="21" y="9"/>
                  </a:lnTo>
                  <a:lnTo>
                    <a:pt x="21" y="9"/>
                  </a:lnTo>
                  <a:lnTo>
                    <a:pt x="21" y="9"/>
                  </a:lnTo>
                  <a:lnTo>
                    <a:pt x="21" y="9"/>
                  </a:lnTo>
                  <a:lnTo>
                    <a:pt x="21" y="9"/>
                  </a:lnTo>
                  <a:lnTo>
                    <a:pt x="21" y="9"/>
                  </a:lnTo>
                  <a:lnTo>
                    <a:pt x="21" y="9"/>
                  </a:lnTo>
                  <a:lnTo>
                    <a:pt x="21" y="7"/>
                  </a:lnTo>
                  <a:lnTo>
                    <a:pt x="19" y="7"/>
                  </a:lnTo>
                  <a:lnTo>
                    <a:pt x="19" y="7"/>
                  </a:lnTo>
                  <a:lnTo>
                    <a:pt x="21" y="7"/>
                  </a:lnTo>
                  <a:lnTo>
                    <a:pt x="21" y="4"/>
                  </a:lnTo>
                  <a:lnTo>
                    <a:pt x="21" y="4"/>
                  </a:lnTo>
                  <a:lnTo>
                    <a:pt x="21" y="7"/>
                  </a:lnTo>
                  <a:lnTo>
                    <a:pt x="21" y="7"/>
                  </a:lnTo>
                  <a:lnTo>
                    <a:pt x="23" y="7"/>
                  </a:lnTo>
                  <a:lnTo>
                    <a:pt x="23" y="7"/>
                  </a:lnTo>
                  <a:lnTo>
                    <a:pt x="23" y="9"/>
                  </a:lnTo>
                  <a:lnTo>
                    <a:pt x="23" y="9"/>
                  </a:lnTo>
                  <a:lnTo>
                    <a:pt x="23" y="9"/>
                  </a:lnTo>
                  <a:lnTo>
                    <a:pt x="23" y="9"/>
                  </a:lnTo>
                  <a:lnTo>
                    <a:pt x="23" y="12"/>
                  </a:lnTo>
                  <a:lnTo>
                    <a:pt x="23" y="12"/>
                  </a:lnTo>
                  <a:lnTo>
                    <a:pt x="26" y="12"/>
                  </a:lnTo>
                  <a:lnTo>
                    <a:pt x="26" y="14"/>
                  </a:lnTo>
                  <a:lnTo>
                    <a:pt x="26" y="14"/>
                  </a:lnTo>
                  <a:lnTo>
                    <a:pt x="26" y="14"/>
                  </a:lnTo>
                  <a:lnTo>
                    <a:pt x="26" y="14"/>
                  </a:lnTo>
                  <a:lnTo>
                    <a:pt x="26" y="16"/>
                  </a:lnTo>
                  <a:lnTo>
                    <a:pt x="28" y="16"/>
                  </a:lnTo>
                  <a:lnTo>
                    <a:pt x="28" y="16"/>
                  </a:lnTo>
                  <a:lnTo>
                    <a:pt x="28" y="16"/>
                  </a:lnTo>
                  <a:lnTo>
                    <a:pt x="28" y="16"/>
                  </a:lnTo>
                  <a:lnTo>
                    <a:pt x="31" y="16"/>
                  </a:lnTo>
                  <a:lnTo>
                    <a:pt x="31" y="16"/>
                  </a:lnTo>
                  <a:lnTo>
                    <a:pt x="31" y="16"/>
                  </a:lnTo>
                  <a:lnTo>
                    <a:pt x="31" y="16"/>
                  </a:lnTo>
                  <a:lnTo>
                    <a:pt x="33" y="16"/>
                  </a:lnTo>
                  <a:lnTo>
                    <a:pt x="33" y="16"/>
                  </a:lnTo>
                  <a:lnTo>
                    <a:pt x="33" y="16"/>
                  </a:lnTo>
                  <a:lnTo>
                    <a:pt x="33" y="16"/>
                  </a:lnTo>
                  <a:lnTo>
                    <a:pt x="33" y="14"/>
                  </a:lnTo>
                  <a:lnTo>
                    <a:pt x="33" y="14"/>
                  </a:lnTo>
                  <a:lnTo>
                    <a:pt x="33" y="12"/>
                  </a:lnTo>
                  <a:lnTo>
                    <a:pt x="35" y="12"/>
                  </a:lnTo>
                  <a:lnTo>
                    <a:pt x="35" y="12"/>
                  </a:lnTo>
                  <a:lnTo>
                    <a:pt x="35" y="12"/>
                  </a:lnTo>
                  <a:lnTo>
                    <a:pt x="35" y="12"/>
                  </a:lnTo>
                  <a:lnTo>
                    <a:pt x="35" y="12"/>
                  </a:lnTo>
                  <a:lnTo>
                    <a:pt x="38" y="12"/>
                  </a:lnTo>
                  <a:lnTo>
                    <a:pt x="38" y="14"/>
                  </a:lnTo>
                  <a:lnTo>
                    <a:pt x="38" y="14"/>
                  </a:lnTo>
                  <a:lnTo>
                    <a:pt x="38" y="14"/>
                  </a:lnTo>
                  <a:lnTo>
                    <a:pt x="38" y="16"/>
                  </a:lnTo>
                  <a:lnTo>
                    <a:pt x="38" y="16"/>
                  </a:lnTo>
                  <a:lnTo>
                    <a:pt x="40" y="16"/>
                  </a:lnTo>
                  <a:lnTo>
                    <a:pt x="40" y="19"/>
                  </a:lnTo>
                  <a:lnTo>
                    <a:pt x="40" y="19"/>
                  </a:lnTo>
                  <a:lnTo>
                    <a:pt x="40" y="19"/>
                  </a:lnTo>
                  <a:lnTo>
                    <a:pt x="40" y="19"/>
                  </a:lnTo>
                  <a:lnTo>
                    <a:pt x="40" y="19"/>
                  </a:lnTo>
                  <a:lnTo>
                    <a:pt x="40" y="21"/>
                  </a:lnTo>
                  <a:lnTo>
                    <a:pt x="40" y="21"/>
                  </a:lnTo>
                  <a:lnTo>
                    <a:pt x="40" y="23"/>
                  </a:lnTo>
                  <a:lnTo>
                    <a:pt x="40" y="23"/>
                  </a:lnTo>
                  <a:lnTo>
                    <a:pt x="40" y="26"/>
                  </a:lnTo>
                  <a:lnTo>
                    <a:pt x="40" y="26"/>
                  </a:lnTo>
                  <a:lnTo>
                    <a:pt x="40" y="26"/>
                  </a:lnTo>
                  <a:lnTo>
                    <a:pt x="40" y="28"/>
                  </a:lnTo>
                  <a:lnTo>
                    <a:pt x="40" y="28"/>
                  </a:lnTo>
                  <a:lnTo>
                    <a:pt x="40" y="28"/>
                  </a:lnTo>
                  <a:lnTo>
                    <a:pt x="40" y="28"/>
                  </a:lnTo>
                  <a:lnTo>
                    <a:pt x="40" y="31"/>
                  </a:lnTo>
                  <a:lnTo>
                    <a:pt x="40" y="31"/>
                  </a:lnTo>
                  <a:lnTo>
                    <a:pt x="40" y="33"/>
                  </a:lnTo>
                  <a:lnTo>
                    <a:pt x="40" y="33"/>
                  </a:lnTo>
                  <a:lnTo>
                    <a:pt x="40" y="35"/>
                  </a:lnTo>
                  <a:lnTo>
                    <a:pt x="40" y="35"/>
                  </a:lnTo>
                  <a:lnTo>
                    <a:pt x="40" y="35"/>
                  </a:lnTo>
                  <a:lnTo>
                    <a:pt x="42" y="35"/>
                  </a:lnTo>
                  <a:lnTo>
                    <a:pt x="42" y="35"/>
                  </a:lnTo>
                  <a:lnTo>
                    <a:pt x="42" y="35"/>
                  </a:lnTo>
                  <a:lnTo>
                    <a:pt x="42" y="35"/>
                  </a:lnTo>
                  <a:lnTo>
                    <a:pt x="45" y="35"/>
                  </a:lnTo>
                  <a:lnTo>
                    <a:pt x="45" y="35"/>
                  </a:lnTo>
                  <a:lnTo>
                    <a:pt x="45" y="38"/>
                  </a:lnTo>
                  <a:lnTo>
                    <a:pt x="47" y="38"/>
                  </a:lnTo>
                  <a:lnTo>
                    <a:pt x="47" y="38"/>
                  </a:lnTo>
                  <a:lnTo>
                    <a:pt x="47" y="38"/>
                  </a:lnTo>
                  <a:lnTo>
                    <a:pt x="49" y="38"/>
                  </a:lnTo>
                  <a:lnTo>
                    <a:pt x="49" y="38"/>
                  </a:lnTo>
                  <a:lnTo>
                    <a:pt x="49" y="38"/>
                  </a:lnTo>
                  <a:lnTo>
                    <a:pt x="52" y="38"/>
                  </a:lnTo>
                  <a:lnTo>
                    <a:pt x="52" y="38"/>
                  </a:lnTo>
                  <a:lnTo>
                    <a:pt x="52" y="38"/>
                  </a:lnTo>
                  <a:lnTo>
                    <a:pt x="54" y="38"/>
                  </a:lnTo>
                  <a:lnTo>
                    <a:pt x="54" y="38"/>
                  </a:lnTo>
                  <a:lnTo>
                    <a:pt x="54" y="38"/>
                  </a:lnTo>
                  <a:lnTo>
                    <a:pt x="57" y="38"/>
                  </a:lnTo>
                  <a:lnTo>
                    <a:pt x="57" y="38"/>
                  </a:lnTo>
                  <a:lnTo>
                    <a:pt x="59" y="38"/>
                  </a:lnTo>
                  <a:lnTo>
                    <a:pt x="59" y="38"/>
                  </a:lnTo>
                  <a:lnTo>
                    <a:pt x="59" y="38"/>
                  </a:lnTo>
                  <a:lnTo>
                    <a:pt x="61" y="38"/>
                  </a:lnTo>
                  <a:lnTo>
                    <a:pt x="61" y="38"/>
                  </a:lnTo>
                  <a:lnTo>
                    <a:pt x="61" y="38"/>
                  </a:lnTo>
                  <a:lnTo>
                    <a:pt x="64" y="38"/>
                  </a:lnTo>
                  <a:lnTo>
                    <a:pt x="64" y="38"/>
                  </a:lnTo>
                  <a:lnTo>
                    <a:pt x="66"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3" y="38"/>
                  </a:lnTo>
                  <a:lnTo>
                    <a:pt x="73" y="38"/>
                  </a:lnTo>
                  <a:lnTo>
                    <a:pt x="76" y="38"/>
                  </a:lnTo>
                  <a:lnTo>
                    <a:pt x="76" y="38"/>
                  </a:lnTo>
                  <a:lnTo>
                    <a:pt x="76" y="38"/>
                  </a:lnTo>
                  <a:lnTo>
                    <a:pt x="76" y="38"/>
                  </a:lnTo>
                  <a:lnTo>
                    <a:pt x="78" y="38"/>
                  </a:lnTo>
                  <a:lnTo>
                    <a:pt x="78" y="38"/>
                  </a:lnTo>
                  <a:lnTo>
                    <a:pt x="78" y="38"/>
                  </a:lnTo>
                  <a:lnTo>
                    <a:pt x="80" y="38"/>
                  </a:lnTo>
                  <a:lnTo>
                    <a:pt x="80" y="38"/>
                  </a:lnTo>
                  <a:lnTo>
                    <a:pt x="80" y="38"/>
                  </a:lnTo>
                  <a:lnTo>
                    <a:pt x="80" y="38"/>
                  </a:lnTo>
                  <a:lnTo>
                    <a:pt x="83" y="38"/>
                  </a:lnTo>
                  <a:lnTo>
                    <a:pt x="83" y="38"/>
                  </a:lnTo>
                  <a:lnTo>
                    <a:pt x="85" y="38"/>
                  </a:lnTo>
                  <a:lnTo>
                    <a:pt x="85" y="38"/>
                  </a:lnTo>
                  <a:lnTo>
                    <a:pt x="85" y="38"/>
                  </a:lnTo>
                  <a:lnTo>
                    <a:pt x="87" y="38"/>
                  </a:lnTo>
                  <a:lnTo>
                    <a:pt x="87" y="38"/>
                  </a:lnTo>
                  <a:lnTo>
                    <a:pt x="87" y="38"/>
                  </a:lnTo>
                  <a:lnTo>
                    <a:pt x="87" y="38"/>
                  </a:lnTo>
                  <a:lnTo>
                    <a:pt x="90" y="38"/>
                  </a:lnTo>
                  <a:lnTo>
                    <a:pt x="90" y="38"/>
                  </a:lnTo>
                  <a:lnTo>
                    <a:pt x="90" y="40"/>
                  </a:lnTo>
                  <a:lnTo>
                    <a:pt x="92" y="40"/>
                  </a:lnTo>
                  <a:lnTo>
                    <a:pt x="92" y="40"/>
                  </a:lnTo>
                  <a:lnTo>
                    <a:pt x="92" y="40"/>
                  </a:lnTo>
                  <a:lnTo>
                    <a:pt x="92" y="40"/>
                  </a:lnTo>
                  <a:lnTo>
                    <a:pt x="94" y="40"/>
                  </a:lnTo>
                  <a:lnTo>
                    <a:pt x="94" y="40"/>
                  </a:lnTo>
                  <a:lnTo>
                    <a:pt x="94" y="42"/>
                  </a:lnTo>
                  <a:lnTo>
                    <a:pt x="94" y="42"/>
                  </a:lnTo>
                  <a:lnTo>
                    <a:pt x="94" y="42"/>
                  </a:lnTo>
                  <a:lnTo>
                    <a:pt x="94" y="45"/>
                  </a:lnTo>
                  <a:lnTo>
                    <a:pt x="97" y="45"/>
                  </a:lnTo>
                  <a:lnTo>
                    <a:pt x="97" y="45"/>
                  </a:lnTo>
                  <a:lnTo>
                    <a:pt x="94" y="45"/>
                  </a:lnTo>
                  <a:lnTo>
                    <a:pt x="94" y="45"/>
                  </a:lnTo>
                  <a:lnTo>
                    <a:pt x="94" y="45"/>
                  </a:lnTo>
                  <a:lnTo>
                    <a:pt x="92" y="45"/>
                  </a:lnTo>
                  <a:lnTo>
                    <a:pt x="92" y="47"/>
                  </a:lnTo>
                  <a:lnTo>
                    <a:pt x="92" y="47"/>
                  </a:lnTo>
                  <a:lnTo>
                    <a:pt x="92" y="47"/>
                  </a:lnTo>
                  <a:lnTo>
                    <a:pt x="92" y="47"/>
                  </a:lnTo>
                  <a:lnTo>
                    <a:pt x="92" y="47"/>
                  </a:lnTo>
                  <a:lnTo>
                    <a:pt x="92" y="50"/>
                  </a:lnTo>
                  <a:lnTo>
                    <a:pt x="92" y="50"/>
                  </a:lnTo>
                  <a:lnTo>
                    <a:pt x="90" y="50"/>
                  </a:lnTo>
                  <a:lnTo>
                    <a:pt x="90" y="52"/>
                  </a:lnTo>
                  <a:lnTo>
                    <a:pt x="90" y="52"/>
                  </a:lnTo>
                  <a:lnTo>
                    <a:pt x="90" y="52"/>
                  </a:lnTo>
                  <a:lnTo>
                    <a:pt x="90" y="54"/>
                  </a:lnTo>
                  <a:lnTo>
                    <a:pt x="87" y="54"/>
                  </a:lnTo>
                  <a:lnTo>
                    <a:pt x="87" y="54"/>
                  </a:lnTo>
                  <a:lnTo>
                    <a:pt x="87" y="57"/>
                  </a:lnTo>
                  <a:lnTo>
                    <a:pt x="87" y="57"/>
                  </a:lnTo>
                  <a:lnTo>
                    <a:pt x="87" y="57"/>
                  </a:lnTo>
                  <a:lnTo>
                    <a:pt x="87" y="57"/>
                  </a:lnTo>
                  <a:lnTo>
                    <a:pt x="87" y="57"/>
                  </a:lnTo>
                  <a:lnTo>
                    <a:pt x="85" y="57"/>
                  </a:lnTo>
                  <a:lnTo>
                    <a:pt x="85" y="59"/>
                  </a:lnTo>
                  <a:lnTo>
                    <a:pt x="85" y="59"/>
                  </a:lnTo>
                  <a:lnTo>
                    <a:pt x="85" y="59"/>
                  </a:lnTo>
                  <a:lnTo>
                    <a:pt x="85" y="59"/>
                  </a:lnTo>
                  <a:lnTo>
                    <a:pt x="85" y="59"/>
                  </a:lnTo>
                  <a:lnTo>
                    <a:pt x="85" y="61"/>
                  </a:lnTo>
                  <a:lnTo>
                    <a:pt x="85" y="61"/>
                  </a:lnTo>
                  <a:lnTo>
                    <a:pt x="85" y="61"/>
                  </a:lnTo>
                  <a:lnTo>
                    <a:pt x="85" y="64"/>
                  </a:lnTo>
                  <a:lnTo>
                    <a:pt x="83" y="64"/>
                  </a:lnTo>
                  <a:lnTo>
                    <a:pt x="83" y="61"/>
                  </a:lnTo>
                  <a:lnTo>
                    <a:pt x="83" y="61"/>
                  </a:lnTo>
                  <a:lnTo>
                    <a:pt x="80" y="61"/>
                  </a:lnTo>
                  <a:lnTo>
                    <a:pt x="80" y="61"/>
                  </a:lnTo>
                  <a:lnTo>
                    <a:pt x="80" y="61"/>
                  </a:lnTo>
                  <a:lnTo>
                    <a:pt x="80" y="61"/>
                  </a:lnTo>
                  <a:lnTo>
                    <a:pt x="80" y="64"/>
                  </a:lnTo>
                  <a:lnTo>
                    <a:pt x="80" y="64"/>
                  </a:lnTo>
                  <a:lnTo>
                    <a:pt x="78" y="64"/>
                  </a:lnTo>
                  <a:lnTo>
                    <a:pt x="78" y="64"/>
                  </a:lnTo>
                  <a:lnTo>
                    <a:pt x="78" y="64"/>
                  </a:lnTo>
                  <a:lnTo>
                    <a:pt x="78" y="66"/>
                  </a:lnTo>
                  <a:lnTo>
                    <a:pt x="76" y="66"/>
                  </a:lnTo>
                  <a:lnTo>
                    <a:pt x="76" y="66"/>
                  </a:lnTo>
                  <a:lnTo>
                    <a:pt x="76" y="66"/>
                  </a:lnTo>
                  <a:lnTo>
                    <a:pt x="76" y="64"/>
                  </a:lnTo>
                  <a:lnTo>
                    <a:pt x="73" y="64"/>
                  </a:lnTo>
                  <a:lnTo>
                    <a:pt x="73" y="64"/>
                  </a:lnTo>
                  <a:lnTo>
                    <a:pt x="73" y="66"/>
                  </a:lnTo>
                  <a:lnTo>
                    <a:pt x="73" y="66"/>
                  </a:lnTo>
                  <a:lnTo>
                    <a:pt x="73" y="66"/>
                  </a:lnTo>
                  <a:lnTo>
                    <a:pt x="73" y="68"/>
                  </a:lnTo>
                  <a:lnTo>
                    <a:pt x="71" y="68"/>
                  </a:lnTo>
                  <a:lnTo>
                    <a:pt x="71" y="68"/>
                  </a:lnTo>
                  <a:lnTo>
                    <a:pt x="71" y="68"/>
                  </a:lnTo>
                  <a:lnTo>
                    <a:pt x="68" y="68"/>
                  </a:lnTo>
                  <a:lnTo>
                    <a:pt x="68" y="68"/>
                  </a:lnTo>
                  <a:lnTo>
                    <a:pt x="68" y="71"/>
                  </a:lnTo>
                  <a:lnTo>
                    <a:pt x="68" y="71"/>
                  </a:lnTo>
                  <a:lnTo>
                    <a:pt x="68" y="73"/>
                  </a:lnTo>
                  <a:lnTo>
                    <a:pt x="68" y="73"/>
                  </a:lnTo>
                  <a:lnTo>
                    <a:pt x="68" y="73"/>
                  </a:lnTo>
                  <a:lnTo>
                    <a:pt x="68" y="73"/>
                  </a:lnTo>
                  <a:lnTo>
                    <a:pt x="68" y="76"/>
                  </a:lnTo>
                  <a:lnTo>
                    <a:pt x="68" y="76"/>
                  </a:lnTo>
                  <a:lnTo>
                    <a:pt x="68" y="76"/>
                  </a:lnTo>
                  <a:lnTo>
                    <a:pt x="68" y="76"/>
                  </a:lnTo>
                  <a:lnTo>
                    <a:pt x="68" y="78"/>
                  </a:lnTo>
                  <a:lnTo>
                    <a:pt x="68" y="78"/>
                  </a:lnTo>
                  <a:lnTo>
                    <a:pt x="68" y="78"/>
                  </a:lnTo>
                  <a:lnTo>
                    <a:pt x="68" y="78"/>
                  </a:lnTo>
                  <a:lnTo>
                    <a:pt x="68" y="80"/>
                  </a:lnTo>
                  <a:lnTo>
                    <a:pt x="68" y="80"/>
                  </a:lnTo>
                  <a:lnTo>
                    <a:pt x="68" y="80"/>
                  </a:lnTo>
                  <a:lnTo>
                    <a:pt x="68" y="83"/>
                  </a:lnTo>
                  <a:lnTo>
                    <a:pt x="71" y="83"/>
                  </a:lnTo>
                  <a:lnTo>
                    <a:pt x="71" y="83"/>
                  </a:lnTo>
                  <a:lnTo>
                    <a:pt x="71" y="85"/>
                  </a:lnTo>
                  <a:lnTo>
                    <a:pt x="71" y="85"/>
                  </a:lnTo>
                  <a:lnTo>
                    <a:pt x="71" y="87"/>
                  </a:lnTo>
                  <a:lnTo>
                    <a:pt x="71" y="87"/>
                  </a:lnTo>
                  <a:lnTo>
                    <a:pt x="71" y="87"/>
                  </a:lnTo>
                  <a:lnTo>
                    <a:pt x="71" y="87"/>
                  </a:lnTo>
                  <a:lnTo>
                    <a:pt x="71" y="90"/>
                  </a:lnTo>
                  <a:lnTo>
                    <a:pt x="71" y="90"/>
                  </a:lnTo>
                  <a:lnTo>
                    <a:pt x="73" y="90"/>
                  </a:lnTo>
                  <a:lnTo>
                    <a:pt x="73" y="90"/>
                  </a:lnTo>
                  <a:lnTo>
                    <a:pt x="73" y="90"/>
                  </a:lnTo>
                  <a:lnTo>
                    <a:pt x="73" y="90"/>
                  </a:lnTo>
                  <a:lnTo>
                    <a:pt x="73" y="87"/>
                  </a:lnTo>
                  <a:lnTo>
                    <a:pt x="73" y="87"/>
                  </a:lnTo>
                  <a:lnTo>
                    <a:pt x="73" y="87"/>
                  </a:lnTo>
                  <a:lnTo>
                    <a:pt x="73" y="87"/>
                  </a:lnTo>
                  <a:lnTo>
                    <a:pt x="73" y="87"/>
                  </a:lnTo>
                  <a:lnTo>
                    <a:pt x="73" y="87"/>
                  </a:lnTo>
                  <a:lnTo>
                    <a:pt x="76" y="87"/>
                  </a:lnTo>
                  <a:lnTo>
                    <a:pt x="76" y="87"/>
                  </a:lnTo>
                  <a:lnTo>
                    <a:pt x="76" y="90"/>
                  </a:lnTo>
                  <a:lnTo>
                    <a:pt x="76" y="90"/>
                  </a:lnTo>
                  <a:lnTo>
                    <a:pt x="76" y="90"/>
                  </a:lnTo>
                  <a:lnTo>
                    <a:pt x="76" y="92"/>
                  </a:lnTo>
                  <a:lnTo>
                    <a:pt x="76" y="92"/>
                  </a:lnTo>
                  <a:lnTo>
                    <a:pt x="76" y="95"/>
                  </a:lnTo>
                  <a:lnTo>
                    <a:pt x="76" y="95"/>
                  </a:lnTo>
                  <a:lnTo>
                    <a:pt x="78" y="95"/>
                  </a:lnTo>
                  <a:lnTo>
                    <a:pt x="78" y="95"/>
                  </a:lnTo>
                  <a:lnTo>
                    <a:pt x="80" y="95"/>
                  </a:lnTo>
                  <a:lnTo>
                    <a:pt x="80" y="92"/>
                  </a:lnTo>
                  <a:lnTo>
                    <a:pt x="80" y="92"/>
                  </a:lnTo>
                  <a:lnTo>
                    <a:pt x="80" y="92"/>
                  </a:lnTo>
                  <a:lnTo>
                    <a:pt x="80" y="92"/>
                  </a:lnTo>
                  <a:lnTo>
                    <a:pt x="80" y="90"/>
                  </a:lnTo>
                  <a:lnTo>
                    <a:pt x="83" y="90"/>
                  </a:lnTo>
                  <a:lnTo>
                    <a:pt x="83" y="90"/>
                  </a:lnTo>
                  <a:lnTo>
                    <a:pt x="80" y="90"/>
                  </a:lnTo>
                  <a:lnTo>
                    <a:pt x="80" y="87"/>
                  </a:lnTo>
                  <a:lnTo>
                    <a:pt x="80" y="87"/>
                  </a:lnTo>
                  <a:lnTo>
                    <a:pt x="80" y="87"/>
                  </a:lnTo>
                  <a:lnTo>
                    <a:pt x="80" y="85"/>
                  </a:lnTo>
                  <a:lnTo>
                    <a:pt x="80" y="85"/>
                  </a:lnTo>
                  <a:lnTo>
                    <a:pt x="83" y="85"/>
                  </a:lnTo>
                  <a:lnTo>
                    <a:pt x="83" y="83"/>
                  </a:lnTo>
                  <a:lnTo>
                    <a:pt x="83" y="83"/>
                  </a:lnTo>
                  <a:lnTo>
                    <a:pt x="83" y="83"/>
                  </a:lnTo>
                  <a:lnTo>
                    <a:pt x="85" y="83"/>
                  </a:lnTo>
                  <a:lnTo>
                    <a:pt x="85" y="80"/>
                  </a:lnTo>
                  <a:lnTo>
                    <a:pt x="85" y="80"/>
                  </a:lnTo>
                  <a:lnTo>
                    <a:pt x="85" y="80"/>
                  </a:lnTo>
                  <a:lnTo>
                    <a:pt x="85" y="78"/>
                  </a:lnTo>
                  <a:lnTo>
                    <a:pt x="85" y="78"/>
                  </a:lnTo>
                  <a:lnTo>
                    <a:pt x="85" y="78"/>
                  </a:lnTo>
                  <a:lnTo>
                    <a:pt x="85" y="76"/>
                  </a:lnTo>
                  <a:lnTo>
                    <a:pt x="85" y="76"/>
                  </a:lnTo>
                  <a:lnTo>
                    <a:pt x="85" y="76"/>
                  </a:lnTo>
                  <a:lnTo>
                    <a:pt x="85" y="76"/>
                  </a:lnTo>
                  <a:lnTo>
                    <a:pt x="87" y="76"/>
                  </a:lnTo>
                  <a:lnTo>
                    <a:pt x="87" y="78"/>
                  </a:lnTo>
                  <a:lnTo>
                    <a:pt x="87" y="78"/>
                  </a:lnTo>
                  <a:lnTo>
                    <a:pt x="87" y="76"/>
                  </a:lnTo>
                  <a:lnTo>
                    <a:pt x="87" y="76"/>
                  </a:lnTo>
                  <a:lnTo>
                    <a:pt x="87" y="76"/>
                  </a:lnTo>
                  <a:lnTo>
                    <a:pt x="90" y="76"/>
                  </a:lnTo>
                  <a:lnTo>
                    <a:pt x="90" y="76"/>
                  </a:lnTo>
                  <a:lnTo>
                    <a:pt x="90" y="76"/>
                  </a:lnTo>
                  <a:lnTo>
                    <a:pt x="92" y="76"/>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3" name="Freeform 241"/>
            <p:cNvSpPr>
              <a:spLocks/>
            </p:cNvSpPr>
            <p:nvPr/>
          </p:nvSpPr>
          <p:spPr bwMode="auto">
            <a:xfrm>
              <a:off x="4318000" y="3298825"/>
              <a:ext cx="157163" cy="239712"/>
            </a:xfrm>
            <a:custGeom>
              <a:avLst/>
              <a:gdLst/>
              <a:ahLst/>
              <a:cxnLst>
                <a:cxn ang="0">
                  <a:pos x="92" y="87"/>
                </a:cxn>
                <a:cxn ang="0">
                  <a:pos x="94" y="99"/>
                </a:cxn>
                <a:cxn ang="0">
                  <a:pos x="99" y="111"/>
                </a:cxn>
                <a:cxn ang="0">
                  <a:pos x="99" y="125"/>
                </a:cxn>
                <a:cxn ang="0">
                  <a:pos x="99" y="137"/>
                </a:cxn>
                <a:cxn ang="0">
                  <a:pos x="92" y="132"/>
                </a:cxn>
                <a:cxn ang="0">
                  <a:pos x="92" y="144"/>
                </a:cxn>
                <a:cxn ang="0">
                  <a:pos x="90" y="147"/>
                </a:cxn>
                <a:cxn ang="0">
                  <a:pos x="87" y="137"/>
                </a:cxn>
                <a:cxn ang="0">
                  <a:pos x="83" y="128"/>
                </a:cxn>
                <a:cxn ang="0">
                  <a:pos x="83" y="116"/>
                </a:cxn>
                <a:cxn ang="0">
                  <a:pos x="78" y="106"/>
                </a:cxn>
                <a:cxn ang="0">
                  <a:pos x="71" y="102"/>
                </a:cxn>
                <a:cxn ang="0">
                  <a:pos x="76" y="109"/>
                </a:cxn>
                <a:cxn ang="0">
                  <a:pos x="68" y="106"/>
                </a:cxn>
                <a:cxn ang="0">
                  <a:pos x="66" y="116"/>
                </a:cxn>
                <a:cxn ang="0">
                  <a:pos x="61" y="109"/>
                </a:cxn>
                <a:cxn ang="0">
                  <a:pos x="59" y="118"/>
                </a:cxn>
                <a:cxn ang="0">
                  <a:pos x="52" y="125"/>
                </a:cxn>
                <a:cxn ang="0">
                  <a:pos x="42" y="123"/>
                </a:cxn>
                <a:cxn ang="0">
                  <a:pos x="35" y="125"/>
                </a:cxn>
                <a:cxn ang="0">
                  <a:pos x="26" y="128"/>
                </a:cxn>
                <a:cxn ang="0">
                  <a:pos x="23" y="121"/>
                </a:cxn>
                <a:cxn ang="0">
                  <a:pos x="21" y="109"/>
                </a:cxn>
                <a:cxn ang="0">
                  <a:pos x="21" y="97"/>
                </a:cxn>
                <a:cxn ang="0">
                  <a:pos x="19" y="87"/>
                </a:cxn>
                <a:cxn ang="0">
                  <a:pos x="16" y="80"/>
                </a:cxn>
                <a:cxn ang="0">
                  <a:pos x="12" y="71"/>
                </a:cxn>
                <a:cxn ang="0">
                  <a:pos x="16" y="61"/>
                </a:cxn>
                <a:cxn ang="0">
                  <a:pos x="7" y="57"/>
                </a:cxn>
                <a:cxn ang="0">
                  <a:pos x="0" y="50"/>
                </a:cxn>
                <a:cxn ang="0">
                  <a:pos x="7" y="45"/>
                </a:cxn>
                <a:cxn ang="0">
                  <a:pos x="12" y="38"/>
                </a:cxn>
                <a:cxn ang="0">
                  <a:pos x="21" y="35"/>
                </a:cxn>
                <a:cxn ang="0">
                  <a:pos x="14" y="28"/>
                </a:cxn>
                <a:cxn ang="0">
                  <a:pos x="7" y="23"/>
                </a:cxn>
                <a:cxn ang="0">
                  <a:pos x="2" y="14"/>
                </a:cxn>
                <a:cxn ang="0">
                  <a:pos x="12" y="7"/>
                </a:cxn>
                <a:cxn ang="0">
                  <a:pos x="9" y="2"/>
                </a:cxn>
                <a:cxn ang="0">
                  <a:pos x="16" y="9"/>
                </a:cxn>
                <a:cxn ang="0">
                  <a:pos x="21" y="7"/>
                </a:cxn>
                <a:cxn ang="0">
                  <a:pos x="23" y="12"/>
                </a:cxn>
                <a:cxn ang="0">
                  <a:pos x="33" y="16"/>
                </a:cxn>
                <a:cxn ang="0">
                  <a:pos x="38" y="14"/>
                </a:cxn>
                <a:cxn ang="0">
                  <a:pos x="40" y="26"/>
                </a:cxn>
                <a:cxn ang="0">
                  <a:pos x="42" y="35"/>
                </a:cxn>
                <a:cxn ang="0">
                  <a:pos x="54" y="38"/>
                </a:cxn>
                <a:cxn ang="0">
                  <a:pos x="68" y="38"/>
                </a:cxn>
                <a:cxn ang="0">
                  <a:pos x="78" y="38"/>
                </a:cxn>
                <a:cxn ang="0">
                  <a:pos x="90" y="38"/>
                </a:cxn>
                <a:cxn ang="0">
                  <a:pos x="94" y="45"/>
                </a:cxn>
                <a:cxn ang="0">
                  <a:pos x="90" y="54"/>
                </a:cxn>
                <a:cxn ang="0">
                  <a:pos x="85" y="61"/>
                </a:cxn>
                <a:cxn ang="0">
                  <a:pos x="78" y="66"/>
                </a:cxn>
                <a:cxn ang="0">
                  <a:pos x="68" y="68"/>
                </a:cxn>
                <a:cxn ang="0">
                  <a:pos x="68" y="80"/>
                </a:cxn>
                <a:cxn ang="0">
                  <a:pos x="73" y="90"/>
                </a:cxn>
                <a:cxn ang="0">
                  <a:pos x="76" y="92"/>
                </a:cxn>
                <a:cxn ang="0">
                  <a:pos x="80" y="87"/>
                </a:cxn>
                <a:cxn ang="0">
                  <a:pos x="85" y="76"/>
                </a:cxn>
              </a:cxnLst>
              <a:rect l="0" t="0" r="r" b="b"/>
              <a:pathLst>
                <a:path w="99" h="151">
                  <a:moveTo>
                    <a:pt x="92" y="76"/>
                  </a:moveTo>
                  <a:lnTo>
                    <a:pt x="92" y="78"/>
                  </a:lnTo>
                  <a:lnTo>
                    <a:pt x="92" y="78"/>
                  </a:lnTo>
                  <a:lnTo>
                    <a:pt x="92" y="78"/>
                  </a:lnTo>
                  <a:lnTo>
                    <a:pt x="92" y="78"/>
                  </a:lnTo>
                  <a:lnTo>
                    <a:pt x="92" y="78"/>
                  </a:lnTo>
                  <a:lnTo>
                    <a:pt x="92" y="80"/>
                  </a:lnTo>
                  <a:lnTo>
                    <a:pt x="92" y="80"/>
                  </a:lnTo>
                  <a:lnTo>
                    <a:pt x="92" y="83"/>
                  </a:lnTo>
                  <a:lnTo>
                    <a:pt x="92" y="83"/>
                  </a:lnTo>
                  <a:lnTo>
                    <a:pt x="94" y="83"/>
                  </a:lnTo>
                  <a:lnTo>
                    <a:pt x="94" y="85"/>
                  </a:lnTo>
                  <a:lnTo>
                    <a:pt x="94" y="85"/>
                  </a:lnTo>
                  <a:lnTo>
                    <a:pt x="94" y="87"/>
                  </a:lnTo>
                  <a:lnTo>
                    <a:pt x="92" y="87"/>
                  </a:lnTo>
                  <a:lnTo>
                    <a:pt x="92" y="87"/>
                  </a:lnTo>
                  <a:lnTo>
                    <a:pt x="92" y="87"/>
                  </a:lnTo>
                  <a:lnTo>
                    <a:pt x="92" y="90"/>
                  </a:lnTo>
                  <a:lnTo>
                    <a:pt x="94" y="90"/>
                  </a:lnTo>
                  <a:lnTo>
                    <a:pt x="94" y="90"/>
                  </a:lnTo>
                  <a:lnTo>
                    <a:pt x="94" y="92"/>
                  </a:lnTo>
                  <a:lnTo>
                    <a:pt x="94" y="92"/>
                  </a:lnTo>
                  <a:lnTo>
                    <a:pt x="94" y="95"/>
                  </a:lnTo>
                  <a:lnTo>
                    <a:pt x="94" y="95"/>
                  </a:lnTo>
                  <a:lnTo>
                    <a:pt x="94" y="95"/>
                  </a:lnTo>
                  <a:lnTo>
                    <a:pt x="94" y="97"/>
                  </a:lnTo>
                  <a:lnTo>
                    <a:pt x="94" y="97"/>
                  </a:lnTo>
                  <a:lnTo>
                    <a:pt x="94" y="97"/>
                  </a:lnTo>
                  <a:lnTo>
                    <a:pt x="94" y="97"/>
                  </a:lnTo>
                  <a:lnTo>
                    <a:pt x="94" y="99"/>
                  </a:lnTo>
                  <a:lnTo>
                    <a:pt x="97" y="99"/>
                  </a:lnTo>
                  <a:lnTo>
                    <a:pt x="97" y="99"/>
                  </a:lnTo>
                  <a:lnTo>
                    <a:pt x="97" y="102"/>
                  </a:lnTo>
                  <a:lnTo>
                    <a:pt x="97" y="102"/>
                  </a:lnTo>
                  <a:lnTo>
                    <a:pt x="97" y="104"/>
                  </a:lnTo>
                  <a:lnTo>
                    <a:pt x="97" y="104"/>
                  </a:lnTo>
                  <a:lnTo>
                    <a:pt x="97" y="104"/>
                  </a:lnTo>
                  <a:lnTo>
                    <a:pt x="97" y="106"/>
                  </a:lnTo>
                  <a:lnTo>
                    <a:pt x="97" y="106"/>
                  </a:lnTo>
                  <a:lnTo>
                    <a:pt x="97" y="106"/>
                  </a:lnTo>
                  <a:lnTo>
                    <a:pt x="97" y="109"/>
                  </a:lnTo>
                  <a:lnTo>
                    <a:pt x="97" y="109"/>
                  </a:lnTo>
                  <a:lnTo>
                    <a:pt x="99" y="109"/>
                  </a:lnTo>
                  <a:lnTo>
                    <a:pt x="99" y="111"/>
                  </a:lnTo>
                  <a:lnTo>
                    <a:pt x="99" y="111"/>
                  </a:lnTo>
                  <a:lnTo>
                    <a:pt x="99" y="114"/>
                  </a:lnTo>
                  <a:lnTo>
                    <a:pt x="99" y="114"/>
                  </a:lnTo>
                  <a:lnTo>
                    <a:pt x="99" y="116"/>
                  </a:lnTo>
                  <a:lnTo>
                    <a:pt x="99" y="116"/>
                  </a:lnTo>
                  <a:lnTo>
                    <a:pt x="99" y="116"/>
                  </a:lnTo>
                  <a:lnTo>
                    <a:pt x="99" y="118"/>
                  </a:lnTo>
                  <a:lnTo>
                    <a:pt x="99" y="118"/>
                  </a:lnTo>
                  <a:lnTo>
                    <a:pt x="99" y="118"/>
                  </a:lnTo>
                  <a:lnTo>
                    <a:pt x="99" y="121"/>
                  </a:lnTo>
                  <a:lnTo>
                    <a:pt x="99" y="121"/>
                  </a:lnTo>
                  <a:lnTo>
                    <a:pt x="99" y="123"/>
                  </a:lnTo>
                  <a:lnTo>
                    <a:pt x="99" y="123"/>
                  </a:lnTo>
                  <a:lnTo>
                    <a:pt x="99" y="125"/>
                  </a:lnTo>
                  <a:lnTo>
                    <a:pt x="99" y="125"/>
                  </a:lnTo>
                  <a:lnTo>
                    <a:pt x="99" y="125"/>
                  </a:lnTo>
                  <a:lnTo>
                    <a:pt x="99" y="128"/>
                  </a:lnTo>
                  <a:lnTo>
                    <a:pt x="99" y="128"/>
                  </a:lnTo>
                  <a:lnTo>
                    <a:pt x="99" y="128"/>
                  </a:lnTo>
                  <a:lnTo>
                    <a:pt x="99" y="128"/>
                  </a:lnTo>
                  <a:lnTo>
                    <a:pt x="99" y="130"/>
                  </a:lnTo>
                  <a:lnTo>
                    <a:pt x="99" y="130"/>
                  </a:lnTo>
                  <a:lnTo>
                    <a:pt x="99" y="132"/>
                  </a:lnTo>
                  <a:lnTo>
                    <a:pt x="99" y="132"/>
                  </a:lnTo>
                  <a:lnTo>
                    <a:pt x="99" y="135"/>
                  </a:lnTo>
                  <a:lnTo>
                    <a:pt x="99" y="135"/>
                  </a:lnTo>
                  <a:lnTo>
                    <a:pt x="99" y="135"/>
                  </a:lnTo>
                  <a:lnTo>
                    <a:pt x="99" y="137"/>
                  </a:lnTo>
                  <a:lnTo>
                    <a:pt x="99" y="137"/>
                  </a:lnTo>
                  <a:lnTo>
                    <a:pt x="99" y="137"/>
                  </a:lnTo>
                  <a:lnTo>
                    <a:pt x="99" y="137"/>
                  </a:lnTo>
                  <a:lnTo>
                    <a:pt x="99" y="137"/>
                  </a:lnTo>
                  <a:lnTo>
                    <a:pt x="99" y="135"/>
                  </a:lnTo>
                  <a:lnTo>
                    <a:pt x="99" y="135"/>
                  </a:lnTo>
                  <a:lnTo>
                    <a:pt x="97" y="135"/>
                  </a:lnTo>
                  <a:lnTo>
                    <a:pt x="97" y="135"/>
                  </a:lnTo>
                  <a:lnTo>
                    <a:pt x="97" y="135"/>
                  </a:lnTo>
                  <a:lnTo>
                    <a:pt x="94" y="135"/>
                  </a:lnTo>
                  <a:lnTo>
                    <a:pt x="94" y="135"/>
                  </a:lnTo>
                  <a:lnTo>
                    <a:pt x="94" y="135"/>
                  </a:lnTo>
                  <a:lnTo>
                    <a:pt x="94" y="132"/>
                  </a:lnTo>
                  <a:lnTo>
                    <a:pt x="94" y="132"/>
                  </a:lnTo>
                  <a:lnTo>
                    <a:pt x="94" y="132"/>
                  </a:lnTo>
                  <a:lnTo>
                    <a:pt x="92" y="132"/>
                  </a:lnTo>
                  <a:lnTo>
                    <a:pt x="92" y="132"/>
                  </a:lnTo>
                  <a:lnTo>
                    <a:pt x="92" y="132"/>
                  </a:lnTo>
                  <a:lnTo>
                    <a:pt x="92" y="132"/>
                  </a:lnTo>
                  <a:lnTo>
                    <a:pt x="92" y="135"/>
                  </a:lnTo>
                  <a:lnTo>
                    <a:pt x="92" y="135"/>
                  </a:lnTo>
                  <a:lnTo>
                    <a:pt x="90" y="135"/>
                  </a:lnTo>
                  <a:lnTo>
                    <a:pt x="90" y="137"/>
                  </a:lnTo>
                  <a:lnTo>
                    <a:pt x="90" y="137"/>
                  </a:lnTo>
                  <a:lnTo>
                    <a:pt x="90" y="137"/>
                  </a:lnTo>
                  <a:lnTo>
                    <a:pt x="90" y="140"/>
                  </a:lnTo>
                  <a:lnTo>
                    <a:pt x="90" y="140"/>
                  </a:lnTo>
                  <a:lnTo>
                    <a:pt x="90" y="142"/>
                  </a:lnTo>
                  <a:lnTo>
                    <a:pt x="92" y="142"/>
                  </a:lnTo>
                  <a:lnTo>
                    <a:pt x="92" y="142"/>
                  </a:lnTo>
                  <a:lnTo>
                    <a:pt x="92" y="144"/>
                  </a:lnTo>
                  <a:lnTo>
                    <a:pt x="92" y="144"/>
                  </a:lnTo>
                  <a:lnTo>
                    <a:pt x="92" y="144"/>
                  </a:lnTo>
                  <a:lnTo>
                    <a:pt x="92" y="147"/>
                  </a:lnTo>
                  <a:lnTo>
                    <a:pt x="92" y="147"/>
                  </a:lnTo>
                  <a:lnTo>
                    <a:pt x="92" y="147"/>
                  </a:lnTo>
                  <a:lnTo>
                    <a:pt x="92" y="147"/>
                  </a:lnTo>
                  <a:lnTo>
                    <a:pt x="92" y="149"/>
                  </a:lnTo>
                  <a:lnTo>
                    <a:pt x="92" y="149"/>
                  </a:lnTo>
                  <a:lnTo>
                    <a:pt x="94" y="149"/>
                  </a:lnTo>
                  <a:lnTo>
                    <a:pt x="94" y="151"/>
                  </a:lnTo>
                  <a:lnTo>
                    <a:pt x="92" y="151"/>
                  </a:lnTo>
                  <a:lnTo>
                    <a:pt x="92" y="151"/>
                  </a:lnTo>
                  <a:lnTo>
                    <a:pt x="92" y="149"/>
                  </a:lnTo>
                  <a:lnTo>
                    <a:pt x="92" y="149"/>
                  </a:lnTo>
                  <a:lnTo>
                    <a:pt x="92" y="149"/>
                  </a:lnTo>
                  <a:lnTo>
                    <a:pt x="92" y="147"/>
                  </a:lnTo>
                  <a:lnTo>
                    <a:pt x="90" y="147"/>
                  </a:lnTo>
                  <a:lnTo>
                    <a:pt x="90" y="147"/>
                  </a:lnTo>
                  <a:lnTo>
                    <a:pt x="90" y="147"/>
                  </a:lnTo>
                  <a:lnTo>
                    <a:pt x="90" y="147"/>
                  </a:lnTo>
                  <a:lnTo>
                    <a:pt x="90" y="144"/>
                  </a:lnTo>
                  <a:lnTo>
                    <a:pt x="90" y="144"/>
                  </a:lnTo>
                  <a:lnTo>
                    <a:pt x="87" y="144"/>
                  </a:lnTo>
                  <a:lnTo>
                    <a:pt x="87" y="142"/>
                  </a:lnTo>
                  <a:lnTo>
                    <a:pt x="87" y="142"/>
                  </a:lnTo>
                  <a:lnTo>
                    <a:pt x="87" y="142"/>
                  </a:lnTo>
                  <a:lnTo>
                    <a:pt x="87" y="140"/>
                  </a:lnTo>
                  <a:lnTo>
                    <a:pt x="87" y="140"/>
                  </a:lnTo>
                  <a:lnTo>
                    <a:pt x="87" y="140"/>
                  </a:lnTo>
                  <a:lnTo>
                    <a:pt x="87" y="137"/>
                  </a:lnTo>
                  <a:lnTo>
                    <a:pt x="87" y="137"/>
                  </a:lnTo>
                  <a:lnTo>
                    <a:pt x="87" y="137"/>
                  </a:lnTo>
                  <a:lnTo>
                    <a:pt x="85" y="137"/>
                  </a:lnTo>
                  <a:lnTo>
                    <a:pt x="85" y="135"/>
                  </a:lnTo>
                  <a:lnTo>
                    <a:pt x="85" y="135"/>
                  </a:lnTo>
                  <a:lnTo>
                    <a:pt x="85" y="135"/>
                  </a:lnTo>
                  <a:lnTo>
                    <a:pt x="85" y="132"/>
                  </a:lnTo>
                  <a:lnTo>
                    <a:pt x="85" y="132"/>
                  </a:lnTo>
                  <a:lnTo>
                    <a:pt x="85" y="132"/>
                  </a:lnTo>
                  <a:lnTo>
                    <a:pt x="83" y="132"/>
                  </a:lnTo>
                  <a:lnTo>
                    <a:pt x="83" y="132"/>
                  </a:lnTo>
                  <a:lnTo>
                    <a:pt x="83" y="130"/>
                  </a:lnTo>
                  <a:lnTo>
                    <a:pt x="83" y="130"/>
                  </a:lnTo>
                  <a:lnTo>
                    <a:pt x="83" y="130"/>
                  </a:lnTo>
                  <a:lnTo>
                    <a:pt x="83" y="128"/>
                  </a:lnTo>
                  <a:lnTo>
                    <a:pt x="83" y="128"/>
                  </a:lnTo>
                  <a:lnTo>
                    <a:pt x="83" y="128"/>
                  </a:lnTo>
                  <a:lnTo>
                    <a:pt x="83" y="128"/>
                  </a:lnTo>
                  <a:lnTo>
                    <a:pt x="83" y="125"/>
                  </a:lnTo>
                  <a:lnTo>
                    <a:pt x="80" y="125"/>
                  </a:lnTo>
                  <a:lnTo>
                    <a:pt x="80" y="125"/>
                  </a:lnTo>
                  <a:lnTo>
                    <a:pt x="80" y="123"/>
                  </a:lnTo>
                  <a:lnTo>
                    <a:pt x="83" y="123"/>
                  </a:lnTo>
                  <a:lnTo>
                    <a:pt x="83" y="123"/>
                  </a:lnTo>
                  <a:lnTo>
                    <a:pt x="83" y="121"/>
                  </a:lnTo>
                  <a:lnTo>
                    <a:pt x="83" y="121"/>
                  </a:lnTo>
                  <a:lnTo>
                    <a:pt x="83" y="118"/>
                  </a:lnTo>
                  <a:lnTo>
                    <a:pt x="83" y="118"/>
                  </a:lnTo>
                  <a:lnTo>
                    <a:pt x="83" y="118"/>
                  </a:lnTo>
                  <a:lnTo>
                    <a:pt x="83" y="116"/>
                  </a:lnTo>
                  <a:lnTo>
                    <a:pt x="83" y="116"/>
                  </a:lnTo>
                  <a:lnTo>
                    <a:pt x="83" y="116"/>
                  </a:lnTo>
                  <a:lnTo>
                    <a:pt x="80" y="116"/>
                  </a:lnTo>
                  <a:lnTo>
                    <a:pt x="80" y="116"/>
                  </a:lnTo>
                  <a:lnTo>
                    <a:pt x="80" y="114"/>
                  </a:lnTo>
                  <a:lnTo>
                    <a:pt x="80" y="114"/>
                  </a:lnTo>
                  <a:lnTo>
                    <a:pt x="80" y="114"/>
                  </a:lnTo>
                  <a:lnTo>
                    <a:pt x="80" y="111"/>
                  </a:lnTo>
                  <a:lnTo>
                    <a:pt x="80" y="111"/>
                  </a:lnTo>
                  <a:lnTo>
                    <a:pt x="80" y="109"/>
                  </a:lnTo>
                  <a:lnTo>
                    <a:pt x="80" y="109"/>
                  </a:lnTo>
                  <a:lnTo>
                    <a:pt x="80" y="109"/>
                  </a:lnTo>
                  <a:lnTo>
                    <a:pt x="80" y="106"/>
                  </a:lnTo>
                  <a:lnTo>
                    <a:pt x="80" y="106"/>
                  </a:lnTo>
                  <a:lnTo>
                    <a:pt x="78" y="106"/>
                  </a:lnTo>
                  <a:lnTo>
                    <a:pt x="78" y="106"/>
                  </a:lnTo>
                  <a:lnTo>
                    <a:pt x="78" y="106"/>
                  </a:lnTo>
                  <a:lnTo>
                    <a:pt x="78" y="104"/>
                  </a:lnTo>
                  <a:lnTo>
                    <a:pt x="76" y="104"/>
                  </a:lnTo>
                  <a:lnTo>
                    <a:pt x="76" y="104"/>
                  </a:lnTo>
                  <a:lnTo>
                    <a:pt x="76" y="102"/>
                  </a:lnTo>
                  <a:lnTo>
                    <a:pt x="76" y="102"/>
                  </a:lnTo>
                  <a:lnTo>
                    <a:pt x="76" y="102"/>
                  </a:lnTo>
                  <a:lnTo>
                    <a:pt x="76" y="102"/>
                  </a:lnTo>
                  <a:lnTo>
                    <a:pt x="76" y="99"/>
                  </a:lnTo>
                  <a:lnTo>
                    <a:pt x="73" y="99"/>
                  </a:lnTo>
                  <a:lnTo>
                    <a:pt x="73" y="99"/>
                  </a:lnTo>
                  <a:lnTo>
                    <a:pt x="73" y="99"/>
                  </a:lnTo>
                  <a:lnTo>
                    <a:pt x="73" y="99"/>
                  </a:lnTo>
                  <a:lnTo>
                    <a:pt x="73" y="99"/>
                  </a:lnTo>
                  <a:lnTo>
                    <a:pt x="71" y="99"/>
                  </a:lnTo>
                  <a:lnTo>
                    <a:pt x="71" y="102"/>
                  </a:lnTo>
                  <a:lnTo>
                    <a:pt x="73" y="102"/>
                  </a:lnTo>
                  <a:lnTo>
                    <a:pt x="73" y="102"/>
                  </a:lnTo>
                  <a:lnTo>
                    <a:pt x="73" y="102"/>
                  </a:lnTo>
                  <a:lnTo>
                    <a:pt x="73" y="102"/>
                  </a:lnTo>
                  <a:lnTo>
                    <a:pt x="76" y="102"/>
                  </a:lnTo>
                  <a:lnTo>
                    <a:pt x="76" y="104"/>
                  </a:lnTo>
                  <a:lnTo>
                    <a:pt x="76" y="104"/>
                  </a:lnTo>
                  <a:lnTo>
                    <a:pt x="76" y="104"/>
                  </a:lnTo>
                  <a:lnTo>
                    <a:pt x="76" y="106"/>
                  </a:lnTo>
                  <a:lnTo>
                    <a:pt x="76" y="106"/>
                  </a:lnTo>
                  <a:lnTo>
                    <a:pt x="76" y="106"/>
                  </a:lnTo>
                  <a:lnTo>
                    <a:pt x="76" y="106"/>
                  </a:lnTo>
                  <a:lnTo>
                    <a:pt x="76" y="109"/>
                  </a:lnTo>
                  <a:lnTo>
                    <a:pt x="76" y="109"/>
                  </a:lnTo>
                  <a:lnTo>
                    <a:pt x="76" y="109"/>
                  </a:lnTo>
                  <a:lnTo>
                    <a:pt x="76" y="109"/>
                  </a:lnTo>
                  <a:lnTo>
                    <a:pt x="73" y="109"/>
                  </a:lnTo>
                  <a:lnTo>
                    <a:pt x="73" y="109"/>
                  </a:lnTo>
                  <a:lnTo>
                    <a:pt x="73" y="109"/>
                  </a:lnTo>
                  <a:lnTo>
                    <a:pt x="73" y="106"/>
                  </a:lnTo>
                  <a:lnTo>
                    <a:pt x="73" y="106"/>
                  </a:lnTo>
                  <a:lnTo>
                    <a:pt x="73" y="106"/>
                  </a:lnTo>
                  <a:lnTo>
                    <a:pt x="73" y="106"/>
                  </a:lnTo>
                  <a:lnTo>
                    <a:pt x="73" y="104"/>
                  </a:lnTo>
                  <a:lnTo>
                    <a:pt x="73" y="104"/>
                  </a:lnTo>
                  <a:lnTo>
                    <a:pt x="71" y="104"/>
                  </a:lnTo>
                  <a:lnTo>
                    <a:pt x="71" y="104"/>
                  </a:lnTo>
                  <a:lnTo>
                    <a:pt x="71" y="106"/>
                  </a:lnTo>
                  <a:lnTo>
                    <a:pt x="71" y="106"/>
                  </a:lnTo>
                  <a:lnTo>
                    <a:pt x="68" y="106"/>
                  </a:lnTo>
                  <a:lnTo>
                    <a:pt x="68" y="106"/>
                  </a:lnTo>
                  <a:lnTo>
                    <a:pt x="68" y="106"/>
                  </a:lnTo>
                  <a:lnTo>
                    <a:pt x="68" y="106"/>
                  </a:lnTo>
                  <a:lnTo>
                    <a:pt x="68" y="109"/>
                  </a:lnTo>
                  <a:lnTo>
                    <a:pt x="68" y="109"/>
                  </a:lnTo>
                  <a:lnTo>
                    <a:pt x="68" y="111"/>
                  </a:lnTo>
                  <a:lnTo>
                    <a:pt x="68" y="111"/>
                  </a:lnTo>
                  <a:lnTo>
                    <a:pt x="68" y="114"/>
                  </a:lnTo>
                  <a:lnTo>
                    <a:pt x="68" y="114"/>
                  </a:lnTo>
                  <a:lnTo>
                    <a:pt x="68" y="114"/>
                  </a:lnTo>
                  <a:lnTo>
                    <a:pt x="68" y="116"/>
                  </a:lnTo>
                  <a:lnTo>
                    <a:pt x="66" y="116"/>
                  </a:lnTo>
                  <a:lnTo>
                    <a:pt x="66" y="116"/>
                  </a:lnTo>
                  <a:lnTo>
                    <a:pt x="66" y="116"/>
                  </a:lnTo>
                  <a:lnTo>
                    <a:pt x="66" y="116"/>
                  </a:lnTo>
                  <a:lnTo>
                    <a:pt x="66" y="116"/>
                  </a:lnTo>
                  <a:lnTo>
                    <a:pt x="64" y="116"/>
                  </a:lnTo>
                  <a:lnTo>
                    <a:pt x="64" y="116"/>
                  </a:lnTo>
                  <a:lnTo>
                    <a:pt x="64" y="116"/>
                  </a:lnTo>
                  <a:lnTo>
                    <a:pt x="64" y="114"/>
                  </a:lnTo>
                  <a:lnTo>
                    <a:pt x="64" y="114"/>
                  </a:lnTo>
                  <a:lnTo>
                    <a:pt x="64" y="116"/>
                  </a:lnTo>
                  <a:lnTo>
                    <a:pt x="64" y="116"/>
                  </a:lnTo>
                  <a:lnTo>
                    <a:pt x="61" y="116"/>
                  </a:lnTo>
                  <a:lnTo>
                    <a:pt x="61" y="116"/>
                  </a:lnTo>
                  <a:lnTo>
                    <a:pt x="61" y="114"/>
                  </a:lnTo>
                  <a:lnTo>
                    <a:pt x="61" y="114"/>
                  </a:lnTo>
                  <a:lnTo>
                    <a:pt x="61" y="111"/>
                  </a:lnTo>
                  <a:lnTo>
                    <a:pt x="61" y="111"/>
                  </a:lnTo>
                  <a:lnTo>
                    <a:pt x="61" y="109"/>
                  </a:lnTo>
                  <a:lnTo>
                    <a:pt x="61" y="109"/>
                  </a:lnTo>
                  <a:lnTo>
                    <a:pt x="61" y="109"/>
                  </a:lnTo>
                  <a:lnTo>
                    <a:pt x="61" y="109"/>
                  </a:lnTo>
                  <a:lnTo>
                    <a:pt x="61" y="111"/>
                  </a:lnTo>
                  <a:lnTo>
                    <a:pt x="61" y="111"/>
                  </a:lnTo>
                  <a:lnTo>
                    <a:pt x="61" y="114"/>
                  </a:lnTo>
                  <a:lnTo>
                    <a:pt x="61" y="114"/>
                  </a:lnTo>
                  <a:lnTo>
                    <a:pt x="61" y="114"/>
                  </a:lnTo>
                  <a:lnTo>
                    <a:pt x="61" y="116"/>
                  </a:lnTo>
                  <a:lnTo>
                    <a:pt x="61" y="116"/>
                  </a:lnTo>
                  <a:lnTo>
                    <a:pt x="59" y="116"/>
                  </a:lnTo>
                  <a:lnTo>
                    <a:pt x="59" y="116"/>
                  </a:lnTo>
                  <a:lnTo>
                    <a:pt x="59" y="116"/>
                  </a:lnTo>
                  <a:lnTo>
                    <a:pt x="59" y="116"/>
                  </a:lnTo>
                  <a:lnTo>
                    <a:pt x="59" y="118"/>
                  </a:lnTo>
                  <a:lnTo>
                    <a:pt x="59" y="118"/>
                  </a:lnTo>
                  <a:lnTo>
                    <a:pt x="59" y="118"/>
                  </a:lnTo>
                  <a:lnTo>
                    <a:pt x="59" y="121"/>
                  </a:lnTo>
                  <a:lnTo>
                    <a:pt x="59" y="121"/>
                  </a:lnTo>
                  <a:lnTo>
                    <a:pt x="57" y="121"/>
                  </a:lnTo>
                  <a:lnTo>
                    <a:pt x="57" y="121"/>
                  </a:lnTo>
                  <a:lnTo>
                    <a:pt x="57" y="121"/>
                  </a:lnTo>
                  <a:lnTo>
                    <a:pt x="54" y="121"/>
                  </a:lnTo>
                  <a:lnTo>
                    <a:pt x="54" y="121"/>
                  </a:lnTo>
                  <a:lnTo>
                    <a:pt x="54" y="123"/>
                  </a:lnTo>
                  <a:lnTo>
                    <a:pt x="54" y="123"/>
                  </a:lnTo>
                  <a:lnTo>
                    <a:pt x="52" y="123"/>
                  </a:lnTo>
                  <a:lnTo>
                    <a:pt x="52" y="123"/>
                  </a:lnTo>
                  <a:lnTo>
                    <a:pt x="52" y="125"/>
                  </a:lnTo>
                  <a:lnTo>
                    <a:pt x="52" y="125"/>
                  </a:lnTo>
                  <a:lnTo>
                    <a:pt x="52" y="123"/>
                  </a:lnTo>
                  <a:lnTo>
                    <a:pt x="52" y="123"/>
                  </a:lnTo>
                  <a:lnTo>
                    <a:pt x="52" y="123"/>
                  </a:lnTo>
                  <a:lnTo>
                    <a:pt x="49" y="123"/>
                  </a:lnTo>
                  <a:lnTo>
                    <a:pt x="49" y="123"/>
                  </a:lnTo>
                  <a:lnTo>
                    <a:pt x="49" y="123"/>
                  </a:lnTo>
                  <a:lnTo>
                    <a:pt x="47" y="123"/>
                  </a:lnTo>
                  <a:lnTo>
                    <a:pt x="47" y="123"/>
                  </a:lnTo>
                  <a:lnTo>
                    <a:pt x="47" y="125"/>
                  </a:lnTo>
                  <a:lnTo>
                    <a:pt x="47" y="125"/>
                  </a:lnTo>
                  <a:lnTo>
                    <a:pt x="45" y="125"/>
                  </a:lnTo>
                  <a:lnTo>
                    <a:pt x="45" y="123"/>
                  </a:lnTo>
                  <a:lnTo>
                    <a:pt x="45" y="123"/>
                  </a:lnTo>
                  <a:lnTo>
                    <a:pt x="42" y="123"/>
                  </a:lnTo>
                  <a:lnTo>
                    <a:pt x="42" y="123"/>
                  </a:lnTo>
                  <a:lnTo>
                    <a:pt x="42" y="123"/>
                  </a:lnTo>
                  <a:lnTo>
                    <a:pt x="42" y="121"/>
                  </a:lnTo>
                  <a:lnTo>
                    <a:pt x="42" y="121"/>
                  </a:lnTo>
                  <a:lnTo>
                    <a:pt x="40" y="121"/>
                  </a:lnTo>
                  <a:lnTo>
                    <a:pt x="40" y="121"/>
                  </a:lnTo>
                  <a:lnTo>
                    <a:pt x="40" y="123"/>
                  </a:lnTo>
                  <a:lnTo>
                    <a:pt x="40" y="123"/>
                  </a:lnTo>
                  <a:lnTo>
                    <a:pt x="38" y="123"/>
                  </a:lnTo>
                  <a:lnTo>
                    <a:pt x="38" y="123"/>
                  </a:lnTo>
                  <a:lnTo>
                    <a:pt x="38" y="123"/>
                  </a:lnTo>
                  <a:lnTo>
                    <a:pt x="38" y="125"/>
                  </a:lnTo>
                  <a:lnTo>
                    <a:pt x="35" y="125"/>
                  </a:lnTo>
                  <a:lnTo>
                    <a:pt x="35" y="125"/>
                  </a:lnTo>
                  <a:lnTo>
                    <a:pt x="35" y="125"/>
                  </a:lnTo>
                  <a:lnTo>
                    <a:pt x="35" y="125"/>
                  </a:lnTo>
                  <a:lnTo>
                    <a:pt x="35" y="128"/>
                  </a:lnTo>
                  <a:lnTo>
                    <a:pt x="33" y="128"/>
                  </a:lnTo>
                  <a:lnTo>
                    <a:pt x="33" y="128"/>
                  </a:lnTo>
                  <a:lnTo>
                    <a:pt x="33" y="125"/>
                  </a:lnTo>
                  <a:lnTo>
                    <a:pt x="33" y="125"/>
                  </a:lnTo>
                  <a:lnTo>
                    <a:pt x="33" y="125"/>
                  </a:lnTo>
                  <a:lnTo>
                    <a:pt x="31" y="125"/>
                  </a:lnTo>
                  <a:lnTo>
                    <a:pt x="31" y="125"/>
                  </a:lnTo>
                  <a:lnTo>
                    <a:pt x="31" y="125"/>
                  </a:lnTo>
                  <a:lnTo>
                    <a:pt x="28" y="125"/>
                  </a:lnTo>
                  <a:lnTo>
                    <a:pt x="28" y="128"/>
                  </a:lnTo>
                  <a:lnTo>
                    <a:pt x="28" y="128"/>
                  </a:lnTo>
                  <a:lnTo>
                    <a:pt x="28" y="128"/>
                  </a:lnTo>
                  <a:lnTo>
                    <a:pt x="28" y="128"/>
                  </a:lnTo>
                  <a:lnTo>
                    <a:pt x="26" y="128"/>
                  </a:lnTo>
                  <a:lnTo>
                    <a:pt x="26" y="128"/>
                  </a:lnTo>
                  <a:lnTo>
                    <a:pt x="26" y="128"/>
                  </a:lnTo>
                  <a:lnTo>
                    <a:pt x="26" y="128"/>
                  </a:lnTo>
                  <a:lnTo>
                    <a:pt x="26" y="125"/>
                  </a:lnTo>
                  <a:lnTo>
                    <a:pt x="23" y="125"/>
                  </a:lnTo>
                  <a:lnTo>
                    <a:pt x="23" y="125"/>
                  </a:lnTo>
                  <a:lnTo>
                    <a:pt x="23" y="125"/>
                  </a:lnTo>
                  <a:lnTo>
                    <a:pt x="21" y="125"/>
                  </a:lnTo>
                  <a:lnTo>
                    <a:pt x="21" y="123"/>
                  </a:lnTo>
                  <a:lnTo>
                    <a:pt x="23" y="123"/>
                  </a:lnTo>
                  <a:lnTo>
                    <a:pt x="23" y="123"/>
                  </a:lnTo>
                  <a:lnTo>
                    <a:pt x="23" y="121"/>
                  </a:lnTo>
                  <a:lnTo>
                    <a:pt x="21" y="121"/>
                  </a:lnTo>
                  <a:lnTo>
                    <a:pt x="21" y="121"/>
                  </a:lnTo>
                  <a:lnTo>
                    <a:pt x="23" y="121"/>
                  </a:lnTo>
                  <a:lnTo>
                    <a:pt x="23" y="118"/>
                  </a:lnTo>
                  <a:lnTo>
                    <a:pt x="23" y="118"/>
                  </a:lnTo>
                  <a:lnTo>
                    <a:pt x="23" y="116"/>
                  </a:lnTo>
                  <a:lnTo>
                    <a:pt x="21" y="116"/>
                  </a:lnTo>
                  <a:lnTo>
                    <a:pt x="21" y="116"/>
                  </a:lnTo>
                  <a:lnTo>
                    <a:pt x="21" y="116"/>
                  </a:lnTo>
                  <a:lnTo>
                    <a:pt x="23" y="116"/>
                  </a:lnTo>
                  <a:lnTo>
                    <a:pt x="23" y="114"/>
                  </a:lnTo>
                  <a:lnTo>
                    <a:pt x="23" y="114"/>
                  </a:lnTo>
                  <a:lnTo>
                    <a:pt x="21" y="114"/>
                  </a:lnTo>
                  <a:lnTo>
                    <a:pt x="21" y="111"/>
                  </a:lnTo>
                  <a:lnTo>
                    <a:pt x="21" y="111"/>
                  </a:lnTo>
                  <a:lnTo>
                    <a:pt x="21" y="111"/>
                  </a:lnTo>
                  <a:lnTo>
                    <a:pt x="21" y="111"/>
                  </a:lnTo>
                  <a:lnTo>
                    <a:pt x="21" y="109"/>
                  </a:lnTo>
                  <a:lnTo>
                    <a:pt x="21" y="109"/>
                  </a:lnTo>
                  <a:lnTo>
                    <a:pt x="21" y="109"/>
                  </a:lnTo>
                  <a:lnTo>
                    <a:pt x="21" y="106"/>
                  </a:lnTo>
                  <a:lnTo>
                    <a:pt x="21" y="106"/>
                  </a:lnTo>
                  <a:lnTo>
                    <a:pt x="21" y="106"/>
                  </a:lnTo>
                  <a:lnTo>
                    <a:pt x="21" y="104"/>
                  </a:lnTo>
                  <a:lnTo>
                    <a:pt x="21" y="104"/>
                  </a:lnTo>
                  <a:lnTo>
                    <a:pt x="21" y="104"/>
                  </a:lnTo>
                  <a:lnTo>
                    <a:pt x="21" y="102"/>
                  </a:lnTo>
                  <a:lnTo>
                    <a:pt x="21" y="102"/>
                  </a:lnTo>
                  <a:lnTo>
                    <a:pt x="21" y="99"/>
                  </a:lnTo>
                  <a:lnTo>
                    <a:pt x="19" y="99"/>
                  </a:lnTo>
                  <a:lnTo>
                    <a:pt x="19" y="99"/>
                  </a:lnTo>
                  <a:lnTo>
                    <a:pt x="21" y="99"/>
                  </a:lnTo>
                  <a:lnTo>
                    <a:pt x="21" y="97"/>
                  </a:lnTo>
                  <a:lnTo>
                    <a:pt x="21" y="97"/>
                  </a:lnTo>
                  <a:lnTo>
                    <a:pt x="21" y="97"/>
                  </a:lnTo>
                  <a:lnTo>
                    <a:pt x="19" y="97"/>
                  </a:lnTo>
                  <a:lnTo>
                    <a:pt x="19" y="95"/>
                  </a:lnTo>
                  <a:lnTo>
                    <a:pt x="19" y="95"/>
                  </a:lnTo>
                  <a:lnTo>
                    <a:pt x="19" y="95"/>
                  </a:lnTo>
                  <a:lnTo>
                    <a:pt x="19" y="92"/>
                  </a:lnTo>
                  <a:lnTo>
                    <a:pt x="19" y="92"/>
                  </a:lnTo>
                  <a:lnTo>
                    <a:pt x="19" y="90"/>
                  </a:lnTo>
                  <a:lnTo>
                    <a:pt x="19" y="90"/>
                  </a:lnTo>
                  <a:lnTo>
                    <a:pt x="19" y="90"/>
                  </a:lnTo>
                  <a:lnTo>
                    <a:pt x="19" y="87"/>
                  </a:lnTo>
                  <a:lnTo>
                    <a:pt x="21" y="87"/>
                  </a:lnTo>
                  <a:lnTo>
                    <a:pt x="21" y="87"/>
                  </a:lnTo>
                  <a:lnTo>
                    <a:pt x="19" y="87"/>
                  </a:lnTo>
                  <a:lnTo>
                    <a:pt x="19" y="87"/>
                  </a:lnTo>
                  <a:lnTo>
                    <a:pt x="19" y="87"/>
                  </a:lnTo>
                  <a:lnTo>
                    <a:pt x="19" y="87"/>
                  </a:lnTo>
                  <a:lnTo>
                    <a:pt x="16" y="87"/>
                  </a:lnTo>
                  <a:lnTo>
                    <a:pt x="16" y="87"/>
                  </a:lnTo>
                  <a:lnTo>
                    <a:pt x="14" y="87"/>
                  </a:lnTo>
                  <a:lnTo>
                    <a:pt x="14" y="85"/>
                  </a:lnTo>
                  <a:lnTo>
                    <a:pt x="14" y="85"/>
                  </a:lnTo>
                  <a:lnTo>
                    <a:pt x="16" y="85"/>
                  </a:lnTo>
                  <a:lnTo>
                    <a:pt x="16" y="83"/>
                  </a:lnTo>
                  <a:lnTo>
                    <a:pt x="16" y="83"/>
                  </a:lnTo>
                  <a:lnTo>
                    <a:pt x="16" y="83"/>
                  </a:lnTo>
                  <a:lnTo>
                    <a:pt x="16" y="80"/>
                  </a:lnTo>
                  <a:lnTo>
                    <a:pt x="16" y="80"/>
                  </a:lnTo>
                  <a:lnTo>
                    <a:pt x="16" y="80"/>
                  </a:lnTo>
                  <a:lnTo>
                    <a:pt x="14" y="80"/>
                  </a:lnTo>
                  <a:lnTo>
                    <a:pt x="14" y="78"/>
                  </a:lnTo>
                  <a:lnTo>
                    <a:pt x="14" y="78"/>
                  </a:lnTo>
                  <a:lnTo>
                    <a:pt x="14" y="78"/>
                  </a:lnTo>
                  <a:lnTo>
                    <a:pt x="14" y="78"/>
                  </a:lnTo>
                  <a:lnTo>
                    <a:pt x="14" y="78"/>
                  </a:lnTo>
                  <a:lnTo>
                    <a:pt x="12" y="78"/>
                  </a:lnTo>
                  <a:lnTo>
                    <a:pt x="12" y="76"/>
                  </a:lnTo>
                  <a:lnTo>
                    <a:pt x="12" y="76"/>
                  </a:lnTo>
                  <a:lnTo>
                    <a:pt x="12" y="73"/>
                  </a:lnTo>
                  <a:lnTo>
                    <a:pt x="12" y="73"/>
                  </a:lnTo>
                  <a:lnTo>
                    <a:pt x="14" y="73"/>
                  </a:lnTo>
                  <a:lnTo>
                    <a:pt x="14" y="71"/>
                  </a:lnTo>
                  <a:lnTo>
                    <a:pt x="12" y="71"/>
                  </a:lnTo>
                  <a:lnTo>
                    <a:pt x="12" y="71"/>
                  </a:lnTo>
                  <a:lnTo>
                    <a:pt x="14" y="71"/>
                  </a:lnTo>
                  <a:lnTo>
                    <a:pt x="14" y="71"/>
                  </a:lnTo>
                  <a:lnTo>
                    <a:pt x="14" y="71"/>
                  </a:lnTo>
                  <a:lnTo>
                    <a:pt x="14" y="68"/>
                  </a:lnTo>
                  <a:lnTo>
                    <a:pt x="16" y="68"/>
                  </a:lnTo>
                  <a:lnTo>
                    <a:pt x="16" y="68"/>
                  </a:lnTo>
                  <a:lnTo>
                    <a:pt x="16" y="68"/>
                  </a:lnTo>
                  <a:lnTo>
                    <a:pt x="16" y="66"/>
                  </a:lnTo>
                  <a:lnTo>
                    <a:pt x="16" y="66"/>
                  </a:lnTo>
                  <a:lnTo>
                    <a:pt x="14" y="66"/>
                  </a:lnTo>
                  <a:lnTo>
                    <a:pt x="14" y="64"/>
                  </a:lnTo>
                  <a:lnTo>
                    <a:pt x="14" y="64"/>
                  </a:lnTo>
                  <a:lnTo>
                    <a:pt x="14" y="61"/>
                  </a:lnTo>
                  <a:lnTo>
                    <a:pt x="16" y="61"/>
                  </a:lnTo>
                  <a:lnTo>
                    <a:pt x="16" y="61"/>
                  </a:lnTo>
                  <a:lnTo>
                    <a:pt x="16" y="59"/>
                  </a:lnTo>
                  <a:lnTo>
                    <a:pt x="14" y="59"/>
                  </a:lnTo>
                  <a:lnTo>
                    <a:pt x="14" y="59"/>
                  </a:lnTo>
                  <a:lnTo>
                    <a:pt x="14" y="59"/>
                  </a:lnTo>
                  <a:lnTo>
                    <a:pt x="14" y="59"/>
                  </a:lnTo>
                  <a:lnTo>
                    <a:pt x="14" y="59"/>
                  </a:lnTo>
                  <a:lnTo>
                    <a:pt x="14" y="59"/>
                  </a:lnTo>
                  <a:lnTo>
                    <a:pt x="12" y="59"/>
                  </a:lnTo>
                  <a:lnTo>
                    <a:pt x="12" y="59"/>
                  </a:lnTo>
                  <a:lnTo>
                    <a:pt x="12" y="59"/>
                  </a:lnTo>
                  <a:lnTo>
                    <a:pt x="9" y="59"/>
                  </a:lnTo>
                  <a:lnTo>
                    <a:pt x="9" y="57"/>
                  </a:lnTo>
                  <a:lnTo>
                    <a:pt x="9" y="57"/>
                  </a:lnTo>
                  <a:lnTo>
                    <a:pt x="7" y="57"/>
                  </a:lnTo>
                  <a:lnTo>
                    <a:pt x="7" y="57"/>
                  </a:lnTo>
                  <a:lnTo>
                    <a:pt x="7" y="57"/>
                  </a:lnTo>
                  <a:lnTo>
                    <a:pt x="7" y="57"/>
                  </a:lnTo>
                  <a:lnTo>
                    <a:pt x="7" y="57"/>
                  </a:lnTo>
                  <a:lnTo>
                    <a:pt x="4" y="57"/>
                  </a:lnTo>
                  <a:lnTo>
                    <a:pt x="4" y="57"/>
                  </a:lnTo>
                  <a:lnTo>
                    <a:pt x="4" y="54"/>
                  </a:lnTo>
                  <a:lnTo>
                    <a:pt x="2" y="54"/>
                  </a:lnTo>
                  <a:lnTo>
                    <a:pt x="2" y="54"/>
                  </a:lnTo>
                  <a:lnTo>
                    <a:pt x="2" y="54"/>
                  </a:lnTo>
                  <a:lnTo>
                    <a:pt x="2" y="52"/>
                  </a:lnTo>
                  <a:lnTo>
                    <a:pt x="2" y="52"/>
                  </a:lnTo>
                  <a:lnTo>
                    <a:pt x="2" y="52"/>
                  </a:lnTo>
                  <a:lnTo>
                    <a:pt x="2" y="50"/>
                  </a:lnTo>
                  <a:lnTo>
                    <a:pt x="0" y="50"/>
                  </a:lnTo>
                  <a:lnTo>
                    <a:pt x="0" y="50"/>
                  </a:lnTo>
                  <a:lnTo>
                    <a:pt x="0" y="47"/>
                  </a:lnTo>
                  <a:lnTo>
                    <a:pt x="2" y="47"/>
                  </a:lnTo>
                  <a:lnTo>
                    <a:pt x="2" y="47"/>
                  </a:lnTo>
                  <a:lnTo>
                    <a:pt x="2" y="47"/>
                  </a:lnTo>
                  <a:lnTo>
                    <a:pt x="2" y="47"/>
                  </a:lnTo>
                  <a:lnTo>
                    <a:pt x="2" y="47"/>
                  </a:lnTo>
                  <a:lnTo>
                    <a:pt x="2" y="45"/>
                  </a:lnTo>
                  <a:lnTo>
                    <a:pt x="2" y="45"/>
                  </a:lnTo>
                  <a:lnTo>
                    <a:pt x="2" y="42"/>
                  </a:lnTo>
                  <a:lnTo>
                    <a:pt x="4" y="42"/>
                  </a:lnTo>
                  <a:lnTo>
                    <a:pt x="4" y="42"/>
                  </a:lnTo>
                  <a:lnTo>
                    <a:pt x="4" y="45"/>
                  </a:lnTo>
                  <a:lnTo>
                    <a:pt x="7" y="45"/>
                  </a:lnTo>
                  <a:lnTo>
                    <a:pt x="7" y="45"/>
                  </a:lnTo>
                  <a:lnTo>
                    <a:pt x="7" y="45"/>
                  </a:lnTo>
                  <a:lnTo>
                    <a:pt x="7" y="45"/>
                  </a:lnTo>
                  <a:lnTo>
                    <a:pt x="7" y="42"/>
                  </a:lnTo>
                  <a:lnTo>
                    <a:pt x="7" y="42"/>
                  </a:lnTo>
                  <a:lnTo>
                    <a:pt x="9" y="42"/>
                  </a:lnTo>
                  <a:lnTo>
                    <a:pt x="9" y="42"/>
                  </a:lnTo>
                  <a:lnTo>
                    <a:pt x="9" y="40"/>
                  </a:lnTo>
                  <a:lnTo>
                    <a:pt x="9" y="40"/>
                  </a:lnTo>
                  <a:lnTo>
                    <a:pt x="9" y="40"/>
                  </a:lnTo>
                  <a:lnTo>
                    <a:pt x="9" y="38"/>
                  </a:lnTo>
                  <a:lnTo>
                    <a:pt x="9" y="38"/>
                  </a:lnTo>
                  <a:lnTo>
                    <a:pt x="9" y="38"/>
                  </a:lnTo>
                  <a:lnTo>
                    <a:pt x="12" y="38"/>
                  </a:lnTo>
                  <a:lnTo>
                    <a:pt x="12" y="38"/>
                  </a:lnTo>
                  <a:lnTo>
                    <a:pt x="12" y="38"/>
                  </a:lnTo>
                  <a:lnTo>
                    <a:pt x="12" y="38"/>
                  </a:lnTo>
                  <a:lnTo>
                    <a:pt x="12" y="38"/>
                  </a:lnTo>
                  <a:lnTo>
                    <a:pt x="14" y="38"/>
                  </a:lnTo>
                  <a:lnTo>
                    <a:pt x="14" y="38"/>
                  </a:lnTo>
                  <a:lnTo>
                    <a:pt x="14" y="38"/>
                  </a:lnTo>
                  <a:lnTo>
                    <a:pt x="16" y="38"/>
                  </a:lnTo>
                  <a:lnTo>
                    <a:pt x="16" y="38"/>
                  </a:lnTo>
                  <a:lnTo>
                    <a:pt x="16" y="38"/>
                  </a:lnTo>
                  <a:lnTo>
                    <a:pt x="16" y="38"/>
                  </a:lnTo>
                  <a:lnTo>
                    <a:pt x="19" y="38"/>
                  </a:lnTo>
                  <a:lnTo>
                    <a:pt x="19" y="38"/>
                  </a:lnTo>
                  <a:lnTo>
                    <a:pt x="19" y="38"/>
                  </a:lnTo>
                  <a:lnTo>
                    <a:pt x="19" y="38"/>
                  </a:lnTo>
                  <a:lnTo>
                    <a:pt x="19" y="38"/>
                  </a:lnTo>
                  <a:lnTo>
                    <a:pt x="21" y="38"/>
                  </a:lnTo>
                  <a:lnTo>
                    <a:pt x="21" y="35"/>
                  </a:lnTo>
                  <a:lnTo>
                    <a:pt x="21" y="35"/>
                  </a:lnTo>
                  <a:lnTo>
                    <a:pt x="21" y="35"/>
                  </a:lnTo>
                  <a:lnTo>
                    <a:pt x="21" y="33"/>
                  </a:lnTo>
                  <a:lnTo>
                    <a:pt x="21" y="33"/>
                  </a:lnTo>
                  <a:lnTo>
                    <a:pt x="19" y="33"/>
                  </a:lnTo>
                  <a:lnTo>
                    <a:pt x="19" y="33"/>
                  </a:lnTo>
                  <a:lnTo>
                    <a:pt x="19" y="33"/>
                  </a:lnTo>
                  <a:lnTo>
                    <a:pt x="19" y="33"/>
                  </a:lnTo>
                  <a:lnTo>
                    <a:pt x="19" y="31"/>
                  </a:lnTo>
                  <a:lnTo>
                    <a:pt x="19" y="31"/>
                  </a:lnTo>
                  <a:lnTo>
                    <a:pt x="19" y="28"/>
                  </a:lnTo>
                  <a:lnTo>
                    <a:pt x="16" y="28"/>
                  </a:lnTo>
                  <a:lnTo>
                    <a:pt x="16" y="28"/>
                  </a:lnTo>
                  <a:lnTo>
                    <a:pt x="14" y="28"/>
                  </a:lnTo>
                  <a:lnTo>
                    <a:pt x="14" y="28"/>
                  </a:lnTo>
                  <a:lnTo>
                    <a:pt x="14" y="28"/>
                  </a:lnTo>
                  <a:lnTo>
                    <a:pt x="12" y="28"/>
                  </a:lnTo>
                  <a:lnTo>
                    <a:pt x="12" y="28"/>
                  </a:lnTo>
                  <a:lnTo>
                    <a:pt x="12" y="28"/>
                  </a:lnTo>
                  <a:lnTo>
                    <a:pt x="12" y="28"/>
                  </a:lnTo>
                  <a:lnTo>
                    <a:pt x="12" y="28"/>
                  </a:lnTo>
                  <a:lnTo>
                    <a:pt x="9" y="28"/>
                  </a:lnTo>
                  <a:lnTo>
                    <a:pt x="9" y="26"/>
                  </a:lnTo>
                  <a:lnTo>
                    <a:pt x="9" y="26"/>
                  </a:lnTo>
                  <a:lnTo>
                    <a:pt x="9" y="26"/>
                  </a:lnTo>
                  <a:lnTo>
                    <a:pt x="7" y="26"/>
                  </a:lnTo>
                  <a:lnTo>
                    <a:pt x="7" y="23"/>
                  </a:lnTo>
                  <a:lnTo>
                    <a:pt x="7" y="23"/>
                  </a:lnTo>
                  <a:lnTo>
                    <a:pt x="7" y="23"/>
                  </a:lnTo>
                  <a:lnTo>
                    <a:pt x="7" y="23"/>
                  </a:lnTo>
                  <a:lnTo>
                    <a:pt x="7" y="21"/>
                  </a:lnTo>
                  <a:lnTo>
                    <a:pt x="4" y="21"/>
                  </a:lnTo>
                  <a:lnTo>
                    <a:pt x="4" y="21"/>
                  </a:lnTo>
                  <a:lnTo>
                    <a:pt x="2" y="21"/>
                  </a:lnTo>
                  <a:lnTo>
                    <a:pt x="2" y="21"/>
                  </a:lnTo>
                  <a:lnTo>
                    <a:pt x="2" y="21"/>
                  </a:lnTo>
                  <a:lnTo>
                    <a:pt x="2" y="19"/>
                  </a:lnTo>
                  <a:lnTo>
                    <a:pt x="2" y="19"/>
                  </a:lnTo>
                  <a:lnTo>
                    <a:pt x="2" y="19"/>
                  </a:lnTo>
                  <a:lnTo>
                    <a:pt x="2" y="19"/>
                  </a:lnTo>
                  <a:lnTo>
                    <a:pt x="2" y="19"/>
                  </a:lnTo>
                  <a:lnTo>
                    <a:pt x="2" y="16"/>
                  </a:lnTo>
                  <a:lnTo>
                    <a:pt x="2" y="16"/>
                  </a:lnTo>
                  <a:lnTo>
                    <a:pt x="2" y="16"/>
                  </a:lnTo>
                  <a:lnTo>
                    <a:pt x="2" y="14"/>
                  </a:lnTo>
                  <a:lnTo>
                    <a:pt x="2" y="14"/>
                  </a:lnTo>
                  <a:lnTo>
                    <a:pt x="4" y="14"/>
                  </a:lnTo>
                  <a:lnTo>
                    <a:pt x="4" y="12"/>
                  </a:lnTo>
                  <a:lnTo>
                    <a:pt x="4" y="12"/>
                  </a:lnTo>
                  <a:lnTo>
                    <a:pt x="4" y="12"/>
                  </a:lnTo>
                  <a:lnTo>
                    <a:pt x="7" y="12"/>
                  </a:lnTo>
                  <a:lnTo>
                    <a:pt x="7" y="12"/>
                  </a:lnTo>
                  <a:lnTo>
                    <a:pt x="7" y="9"/>
                  </a:lnTo>
                  <a:lnTo>
                    <a:pt x="7" y="9"/>
                  </a:lnTo>
                  <a:lnTo>
                    <a:pt x="7" y="9"/>
                  </a:lnTo>
                  <a:lnTo>
                    <a:pt x="7" y="9"/>
                  </a:lnTo>
                  <a:lnTo>
                    <a:pt x="9" y="9"/>
                  </a:lnTo>
                  <a:lnTo>
                    <a:pt x="9" y="9"/>
                  </a:lnTo>
                  <a:lnTo>
                    <a:pt x="9" y="7"/>
                  </a:lnTo>
                  <a:lnTo>
                    <a:pt x="12" y="7"/>
                  </a:lnTo>
                  <a:lnTo>
                    <a:pt x="12" y="7"/>
                  </a:lnTo>
                  <a:lnTo>
                    <a:pt x="12" y="4"/>
                  </a:lnTo>
                  <a:lnTo>
                    <a:pt x="9" y="4"/>
                  </a:lnTo>
                  <a:lnTo>
                    <a:pt x="9" y="4"/>
                  </a:lnTo>
                  <a:lnTo>
                    <a:pt x="9" y="4"/>
                  </a:lnTo>
                  <a:lnTo>
                    <a:pt x="7" y="4"/>
                  </a:lnTo>
                  <a:lnTo>
                    <a:pt x="7" y="4"/>
                  </a:lnTo>
                  <a:lnTo>
                    <a:pt x="7" y="4"/>
                  </a:lnTo>
                  <a:lnTo>
                    <a:pt x="7" y="4"/>
                  </a:lnTo>
                  <a:lnTo>
                    <a:pt x="7" y="2"/>
                  </a:lnTo>
                  <a:lnTo>
                    <a:pt x="7" y="2"/>
                  </a:lnTo>
                  <a:lnTo>
                    <a:pt x="7" y="2"/>
                  </a:lnTo>
                  <a:lnTo>
                    <a:pt x="7" y="0"/>
                  </a:lnTo>
                  <a:lnTo>
                    <a:pt x="9" y="0"/>
                  </a:lnTo>
                  <a:lnTo>
                    <a:pt x="9" y="2"/>
                  </a:lnTo>
                  <a:lnTo>
                    <a:pt x="9" y="2"/>
                  </a:lnTo>
                  <a:lnTo>
                    <a:pt x="9" y="2"/>
                  </a:lnTo>
                  <a:lnTo>
                    <a:pt x="12" y="2"/>
                  </a:lnTo>
                  <a:lnTo>
                    <a:pt x="12" y="4"/>
                  </a:lnTo>
                  <a:lnTo>
                    <a:pt x="12" y="4"/>
                  </a:lnTo>
                  <a:lnTo>
                    <a:pt x="12" y="4"/>
                  </a:lnTo>
                  <a:lnTo>
                    <a:pt x="12" y="4"/>
                  </a:lnTo>
                  <a:lnTo>
                    <a:pt x="14" y="4"/>
                  </a:lnTo>
                  <a:lnTo>
                    <a:pt x="14" y="7"/>
                  </a:lnTo>
                  <a:lnTo>
                    <a:pt x="14" y="7"/>
                  </a:lnTo>
                  <a:lnTo>
                    <a:pt x="14" y="7"/>
                  </a:lnTo>
                  <a:lnTo>
                    <a:pt x="14" y="7"/>
                  </a:lnTo>
                  <a:lnTo>
                    <a:pt x="14" y="9"/>
                  </a:lnTo>
                  <a:lnTo>
                    <a:pt x="14" y="9"/>
                  </a:lnTo>
                  <a:lnTo>
                    <a:pt x="16" y="9"/>
                  </a:lnTo>
                  <a:lnTo>
                    <a:pt x="16" y="9"/>
                  </a:lnTo>
                  <a:lnTo>
                    <a:pt x="16" y="9"/>
                  </a:lnTo>
                  <a:lnTo>
                    <a:pt x="19" y="9"/>
                  </a:lnTo>
                  <a:lnTo>
                    <a:pt x="19" y="9"/>
                  </a:lnTo>
                  <a:lnTo>
                    <a:pt x="19" y="9"/>
                  </a:lnTo>
                  <a:lnTo>
                    <a:pt x="19" y="9"/>
                  </a:lnTo>
                  <a:lnTo>
                    <a:pt x="19" y="9"/>
                  </a:lnTo>
                  <a:lnTo>
                    <a:pt x="21" y="9"/>
                  </a:lnTo>
                  <a:lnTo>
                    <a:pt x="21" y="9"/>
                  </a:lnTo>
                  <a:lnTo>
                    <a:pt x="21" y="9"/>
                  </a:lnTo>
                  <a:lnTo>
                    <a:pt x="21" y="9"/>
                  </a:lnTo>
                  <a:lnTo>
                    <a:pt x="21" y="9"/>
                  </a:lnTo>
                  <a:lnTo>
                    <a:pt x="21" y="9"/>
                  </a:lnTo>
                  <a:lnTo>
                    <a:pt x="21" y="9"/>
                  </a:lnTo>
                  <a:lnTo>
                    <a:pt x="21" y="7"/>
                  </a:lnTo>
                  <a:lnTo>
                    <a:pt x="19" y="7"/>
                  </a:lnTo>
                  <a:lnTo>
                    <a:pt x="19" y="7"/>
                  </a:lnTo>
                  <a:lnTo>
                    <a:pt x="21" y="7"/>
                  </a:lnTo>
                  <a:lnTo>
                    <a:pt x="21" y="4"/>
                  </a:lnTo>
                  <a:lnTo>
                    <a:pt x="21" y="4"/>
                  </a:lnTo>
                  <a:lnTo>
                    <a:pt x="21" y="7"/>
                  </a:lnTo>
                  <a:lnTo>
                    <a:pt x="21" y="7"/>
                  </a:lnTo>
                  <a:lnTo>
                    <a:pt x="23" y="7"/>
                  </a:lnTo>
                  <a:lnTo>
                    <a:pt x="23" y="7"/>
                  </a:lnTo>
                  <a:lnTo>
                    <a:pt x="23" y="9"/>
                  </a:lnTo>
                  <a:lnTo>
                    <a:pt x="23" y="9"/>
                  </a:lnTo>
                  <a:lnTo>
                    <a:pt x="23" y="9"/>
                  </a:lnTo>
                  <a:lnTo>
                    <a:pt x="23" y="9"/>
                  </a:lnTo>
                  <a:lnTo>
                    <a:pt x="23" y="12"/>
                  </a:lnTo>
                  <a:lnTo>
                    <a:pt x="23" y="12"/>
                  </a:lnTo>
                  <a:lnTo>
                    <a:pt x="26" y="12"/>
                  </a:lnTo>
                  <a:lnTo>
                    <a:pt x="26" y="14"/>
                  </a:lnTo>
                  <a:lnTo>
                    <a:pt x="26" y="14"/>
                  </a:lnTo>
                  <a:lnTo>
                    <a:pt x="26" y="14"/>
                  </a:lnTo>
                  <a:lnTo>
                    <a:pt x="26" y="14"/>
                  </a:lnTo>
                  <a:lnTo>
                    <a:pt x="26" y="16"/>
                  </a:lnTo>
                  <a:lnTo>
                    <a:pt x="28" y="16"/>
                  </a:lnTo>
                  <a:lnTo>
                    <a:pt x="28" y="16"/>
                  </a:lnTo>
                  <a:lnTo>
                    <a:pt x="28" y="16"/>
                  </a:lnTo>
                  <a:lnTo>
                    <a:pt x="28" y="16"/>
                  </a:lnTo>
                  <a:lnTo>
                    <a:pt x="31" y="16"/>
                  </a:lnTo>
                  <a:lnTo>
                    <a:pt x="31" y="16"/>
                  </a:lnTo>
                  <a:lnTo>
                    <a:pt x="31" y="16"/>
                  </a:lnTo>
                  <a:lnTo>
                    <a:pt x="31" y="16"/>
                  </a:lnTo>
                  <a:lnTo>
                    <a:pt x="33" y="16"/>
                  </a:lnTo>
                  <a:lnTo>
                    <a:pt x="33" y="16"/>
                  </a:lnTo>
                  <a:lnTo>
                    <a:pt x="33" y="16"/>
                  </a:lnTo>
                  <a:lnTo>
                    <a:pt x="33" y="16"/>
                  </a:lnTo>
                  <a:lnTo>
                    <a:pt x="33" y="14"/>
                  </a:lnTo>
                  <a:lnTo>
                    <a:pt x="33" y="14"/>
                  </a:lnTo>
                  <a:lnTo>
                    <a:pt x="33" y="12"/>
                  </a:lnTo>
                  <a:lnTo>
                    <a:pt x="35" y="12"/>
                  </a:lnTo>
                  <a:lnTo>
                    <a:pt x="35" y="12"/>
                  </a:lnTo>
                  <a:lnTo>
                    <a:pt x="35" y="12"/>
                  </a:lnTo>
                  <a:lnTo>
                    <a:pt x="35" y="12"/>
                  </a:lnTo>
                  <a:lnTo>
                    <a:pt x="35" y="12"/>
                  </a:lnTo>
                  <a:lnTo>
                    <a:pt x="38" y="12"/>
                  </a:lnTo>
                  <a:lnTo>
                    <a:pt x="38" y="14"/>
                  </a:lnTo>
                  <a:lnTo>
                    <a:pt x="38" y="14"/>
                  </a:lnTo>
                  <a:lnTo>
                    <a:pt x="38" y="14"/>
                  </a:lnTo>
                  <a:lnTo>
                    <a:pt x="38" y="16"/>
                  </a:lnTo>
                  <a:lnTo>
                    <a:pt x="38" y="16"/>
                  </a:lnTo>
                  <a:lnTo>
                    <a:pt x="40" y="16"/>
                  </a:lnTo>
                  <a:lnTo>
                    <a:pt x="40" y="19"/>
                  </a:lnTo>
                  <a:lnTo>
                    <a:pt x="40" y="19"/>
                  </a:lnTo>
                  <a:lnTo>
                    <a:pt x="40" y="19"/>
                  </a:lnTo>
                  <a:lnTo>
                    <a:pt x="40" y="19"/>
                  </a:lnTo>
                  <a:lnTo>
                    <a:pt x="40" y="19"/>
                  </a:lnTo>
                  <a:lnTo>
                    <a:pt x="40" y="21"/>
                  </a:lnTo>
                  <a:lnTo>
                    <a:pt x="40" y="21"/>
                  </a:lnTo>
                  <a:lnTo>
                    <a:pt x="40" y="23"/>
                  </a:lnTo>
                  <a:lnTo>
                    <a:pt x="40" y="23"/>
                  </a:lnTo>
                  <a:lnTo>
                    <a:pt x="40" y="26"/>
                  </a:lnTo>
                  <a:lnTo>
                    <a:pt x="40" y="26"/>
                  </a:lnTo>
                  <a:lnTo>
                    <a:pt x="40" y="26"/>
                  </a:lnTo>
                  <a:lnTo>
                    <a:pt x="40" y="28"/>
                  </a:lnTo>
                  <a:lnTo>
                    <a:pt x="40" y="28"/>
                  </a:lnTo>
                  <a:lnTo>
                    <a:pt x="40" y="28"/>
                  </a:lnTo>
                  <a:lnTo>
                    <a:pt x="40" y="28"/>
                  </a:lnTo>
                  <a:lnTo>
                    <a:pt x="40" y="31"/>
                  </a:lnTo>
                  <a:lnTo>
                    <a:pt x="40" y="31"/>
                  </a:lnTo>
                  <a:lnTo>
                    <a:pt x="40" y="33"/>
                  </a:lnTo>
                  <a:lnTo>
                    <a:pt x="40" y="33"/>
                  </a:lnTo>
                  <a:lnTo>
                    <a:pt x="40" y="35"/>
                  </a:lnTo>
                  <a:lnTo>
                    <a:pt x="40" y="35"/>
                  </a:lnTo>
                  <a:lnTo>
                    <a:pt x="40" y="35"/>
                  </a:lnTo>
                  <a:lnTo>
                    <a:pt x="42" y="35"/>
                  </a:lnTo>
                  <a:lnTo>
                    <a:pt x="42" y="35"/>
                  </a:lnTo>
                  <a:lnTo>
                    <a:pt x="42" y="35"/>
                  </a:lnTo>
                  <a:lnTo>
                    <a:pt x="42" y="35"/>
                  </a:lnTo>
                  <a:lnTo>
                    <a:pt x="45" y="35"/>
                  </a:lnTo>
                  <a:lnTo>
                    <a:pt x="45" y="35"/>
                  </a:lnTo>
                  <a:lnTo>
                    <a:pt x="45" y="38"/>
                  </a:lnTo>
                  <a:lnTo>
                    <a:pt x="47" y="38"/>
                  </a:lnTo>
                  <a:lnTo>
                    <a:pt x="47" y="38"/>
                  </a:lnTo>
                  <a:lnTo>
                    <a:pt x="47" y="38"/>
                  </a:lnTo>
                  <a:lnTo>
                    <a:pt x="49" y="38"/>
                  </a:lnTo>
                  <a:lnTo>
                    <a:pt x="49" y="38"/>
                  </a:lnTo>
                  <a:lnTo>
                    <a:pt x="49" y="38"/>
                  </a:lnTo>
                  <a:lnTo>
                    <a:pt x="52" y="38"/>
                  </a:lnTo>
                  <a:lnTo>
                    <a:pt x="52" y="38"/>
                  </a:lnTo>
                  <a:lnTo>
                    <a:pt x="52" y="38"/>
                  </a:lnTo>
                  <a:lnTo>
                    <a:pt x="54" y="38"/>
                  </a:lnTo>
                  <a:lnTo>
                    <a:pt x="54" y="38"/>
                  </a:lnTo>
                  <a:lnTo>
                    <a:pt x="54" y="38"/>
                  </a:lnTo>
                  <a:lnTo>
                    <a:pt x="57" y="38"/>
                  </a:lnTo>
                  <a:lnTo>
                    <a:pt x="57" y="38"/>
                  </a:lnTo>
                  <a:lnTo>
                    <a:pt x="59" y="38"/>
                  </a:lnTo>
                  <a:lnTo>
                    <a:pt x="59" y="38"/>
                  </a:lnTo>
                  <a:lnTo>
                    <a:pt x="59" y="38"/>
                  </a:lnTo>
                  <a:lnTo>
                    <a:pt x="61" y="38"/>
                  </a:lnTo>
                  <a:lnTo>
                    <a:pt x="61" y="38"/>
                  </a:lnTo>
                  <a:lnTo>
                    <a:pt x="61" y="38"/>
                  </a:lnTo>
                  <a:lnTo>
                    <a:pt x="64" y="38"/>
                  </a:lnTo>
                  <a:lnTo>
                    <a:pt x="64" y="38"/>
                  </a:lnTo>
                  <a:lnTo>
                    <a:pt x="66"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3" y="38"/>
                  </a:lnTo>
                  <a:lnTo>
                    <a:pt x="73" y="38"/>
                  </a:lnTo>
                  <a:lnTo>
                    <a:pt x="76" y="38"/>
                  </a:lnTo>
                  <a:lnTo>
                    <a:pt x="76" y="38"/>
                  </a:lnTo>
                  <a:lnTo>
                    <a:pt x="76" y="38"/>
                  </a:lnTo>
                  <a:lnTo>
                    <a:pt x="76" y="38"/>
                  </a:lnTo>
                  <a:lnTo>
                    <a:pt x="78" y="38"/>
                  </a:lnTo>
                  <a:lnTo>
                    <a:pt x="78" y="38"/>
                  </a:lnTo>
                  <a:lnTo>
                    <a:pt x="78" y="38"/>
                  </a:lnTo>
                  <a:lnTo>
                    <a:pt x="80" y="38"/>
                  </a:lnTo>
                  <a:lnTo>
                    <a:pt x="80" y="38"/>
                  </a:lnTo>
                  <a:lnTo>
                    <a:pt x="80" y="38"/>
                  </a:lnTo>
                  <a:lnTo>
                    <a:pt x="80" y="38"/>
                  </a:lnTo>
                  <a:lnTo>
                    <a:pt x="83" y="38"/>
                  </a:lnTo>
                  <a:lnTo>
                    <a:pt x="83" y="38"/>
                  </a:lnTo>
                  <a:lnTo>
                    <a:pt x="85" y="38"/>
                  </a:lnTo>
                  <a:lnTo>
                    <a:pt x="85" y="38"/>
                  </a:lnTo>
                  <a:lnTo>
                    <a:pt x="85" y="38"/>
                  </a:lnTo>
                  <a:lnTo>
                    <a:pt x="87" y="38"/>
                  </a:lnTo>
                  <a:lnTo>
                    <a:pt x="87" y="38"/>
                  </a:lnTo>
                  <a:lnTo>
                    <a:pt x="87" y="38"/>
                  </a:lnTo>
                  <a:lnTo>
                    <a:pt x="87" y="38"/>
                  </a:lnTo>
                  <a:lnTo>
                    <a:pt x="90" y="38"/>
                  </a:lnTo>
                  <a:lnTo>
                    <a:pt x="90" y="38"/>
                  </a:lnTo>
                  <a:lnTo>
                    <a:pt x="90" y="40"/>
                  </a:lnTo>
                  <a:lnTo>
                    <a:pt x="92" y="40"/>
                  </a:lnTo>
                  <a:lnTo>
                    <a:pt x="92" y="40"/>
                  </a:lnTo>
                  <a:lnTo>
                    <a:pt x="92" y="40"/>
                  </a:lnTo>
                  <a:lnTo>
                    <a:pt x="92" y="40"/>
                  </a:lnTo>
                  <a:lnTo>
                    <a:pt x="94" y="40"/>
                  </a:lnTo>
                  <a:lnTo>
                    <a:pt x="94" y="40"/>
                  </a:lnTo>
                  <a:lnTo>
                    <a:pt x="94" y="42"/>
                  </a:lnTo>
                  <a:lnTo>
                    <a:pt x="94" y="42"/>
                  </a:lnTo>
                  <a:lnTo>
                    <a:pt x="94" y="42"/>
                  </a:lnTo>
                  <a:lnTo>
                    <a:pt x="94" y="45"/>
                  </a:lnTo>
                  <a:lnTo>
                    <a:pt x="97" y="45"/>
                  </a:lnTo>
                  <a:lnTo>
                    <a:pt x="97" y="45"/>
                  </a:lnTo>
                  <a:lnTo>
                    <a:pt x="94" y="45"/>
                  </a:lnTo>
                  <a:lnTo>
                    <a:pt x="94" y="45"/>
                  </a:lnTo>
                  <a:lnTo>
                    <a:pt x="94" y="45"/>
                  </a:lnTo>
                  <a:lnTo>
                    <a:pt x="92" y="45"/>
                  </a:lnTo>
                  <a:lnTo>
                    <a:pt x="92" y="47"/>
                  </a:lnTo>
                  <a:lnTo>
                    <a:pt x="92" y="47"/>
                  </a:lnTo>
                  <a:lnTo>
                    <a:pt x="92" y="47"/>
                  </a:lnTo>
                  <a:lnTo>
                    <a:pt x="92" y="47"/>
                  </a:lnTo>
                  <a:lnTo>
                    <a:pt x="92" y="47"/>
                  </a:lnTo>
                  <a:lnTo>
                    <a:pt x="92" y="50"/>
                  </a:lnTo>
                  <a:lnTo>
                    <a:pt x="92" y="50"/>
                  </a:lnTo>
                  <a:lnTo>
                    <a:pt x="90" y="50"/>
                  </a:lnTo>
                  <a:lnTo>
                    <a:pt x="90" y="52"/>
                  </a:lnTo>
                  <a:lnTo>
                    <a:pt x="90" y="52"/>
                  </a:lnTo>
                  <a:lnTo>
                    <a:pt x="90" y="52"/>
                  </a:lnTo>
                  <a:lnTo>
                    <a:pt x="90" y="54"/>
                  </a:lnTo>
                  <a:lnTo>
                    <a:pt x="87" y="54"/>
                  </a:lnTo>
                  <a:lnTo>
                    <a:pt x="87" y="54"/>
                  </a:lnTo>
                  <a:lnTo>
                    <a:pt x="87" y="57"/>
                  </a:lnTo>
                  <a:lnTo>
                    <a:pt x="87" y="57"/>
                  </a:lnTo>
                  <a:lnTo>
                    <a:pt x="87" y="57"/>
                  </a:lnTo>
                  <a:lnTo>
                    <a:pt x="87" y="57"/>
                  </a:lnTo>
                  <a:lnTo>
                    <a:pt x="87" y="57"/>
                  </a:lnTo>
                  <a:lnTo>
                    <a:pt x="85" y="57"/>
                  </a:lnTo>
                  <a:lnTo>
                    <a:pt x="85" y="59"/>
                  </a:lnTo>
                  <a:lnTo>
                    <a:pt x="85" y="59"/>
                  </a:lnTo>
                  <a:lnTo>
                    <a:pt x="85" y="59"/>
                  </a:lnTo>
                  <a:lnTo>
                    <a:pt x="85" y="59"/>
                  </a:lnTo>
                  <a:lnTo>
                    <a:pt x="85" y="59"/>
                  </a:lnTo>
                  <a:lnTo>
                    <a:pt x="85" y="61"/>
                  </a:lnTo>
                  <a:lnTo>
                    <a:pt x="85" y="61"/>
                  </a:lnTo>
                  <a:lnTo>
                    <a:pt x="85" y="61"/>
                  </a:lnTo>
                  <a:lnTo>
                    <a:pt x="85" y="64"/>
                  </a:lnTo>
                  <a:lnTo>
                    <a:pt x="83" y="64"/>
                  </a:lnTo>
                  <a:lnTo>
                    <a:pt x="83" y="61"/>
                  </a:lnTo>
                  <a:lnTo>
                    <a:pt x="83" y="61"/>
                  </a:lnTo>
                  <a:lnTo>
                    <a:pt x="80" y="61"/>
                  </a:lnTo>
                  <a:lnTo>
                    <a:pt x="80" y="61"/>
                  </a:lnTo>
                  <a:lnTo>
                    <a:pt x="80" y="61"/>
                  </a:lnTo>
                  <a:lnTo>
                    <a:pt x="80" y="61"/>
                  </a:lnTo>
                  <a:lnTo>
                    <a:pt x="80" y="64"/>
                  </a:lnTo>
                  <a:lnTo>
                    <a:pt x="80" y="64"/>
                  </a:lnTo>
                  <a:lnTo>
                    <a:pt x="78" y="64"/>
                  </a:lnTo>
                  <a:lnTo>
                    <a:pt x="78" y="64"/>
                  </a:lnTo>
                  <a:lnTo>
                    <a:pt x="78" y="64"/>
                  </a:lnTo>
                  <a:lnTo>
                    <a:pt x="78" y="66"/>
                  </a:lnTo>
                  <a:lnTo>
                    <a:pt x="76" y="66"/>
                  </a:lnTo>
                  <a:lnTo>
                    <a:pt x="76" y="66"/>
                  </a:lnTo>
                  <a:lnTo>
                    <a:pt x="76" y="66"/>
                  </a:lnTo>
                  <a:lnTo>
                    <a:pt x="76" y="64"/>
                  </a:lnTo>
                  <a:lnTo>
                    <a:pt x="73" y="64"/>
                  </a:lnTo>
                  <a:lnTo>
                    <a:pt x="73" y="64"/>
                  </a:lnTo>
                  <a:lnTo>
                    <a:pt x="73" y="66"/>
                  </a:lnTo>
                  <a:lnTo>
                    <a:pt x="73" y="66"/>
                  </a:lnTo>
                  <a:lnTo>
                    <a:pt x="73" y="66"/>
                  </a:lnTo>
                  <a:lnTo>
                    <a:pt x="73" y="68"/>
                  </a:lnTo>
                  <a:lnTo>
                    <a:pt x="71" y="68"/>
                  </a:lnTo>
                  <a:lnTo>
                    <a:pt x="71" y="68"/>
                  </a:lnTo>
                  <a:lnTo>
                    <a:pt x="71" y="68"/>
                  </a:lnTo>
                  <a:lnTo>
                    <a:pt x="68" y="68"/>
                  </a:lnTo>
                  <a:lnTo>
                    <a:pt x="68" y="68"/>
                  </a:lnTo>
                  <a:lnTo>
                    <a:pt x="68" y="71"/>
                  </a:lnTo>
                  <a:lnTo>
                    <a:pt x="68" y="71"/>
                  </a:lnTo>
                  <a:lnTo>
                    <a:pt x="68" y="73"/>
                  </a:lnTo>
                  <a:lnTo>
                    <a:pt x="68" y="73"/>
                  </a:lnTo>
                  <a:lnTo>
                    <a:pt x="68" y="73"/>
                  </a:lnTo>
                  <a:lnTo>
                    <a:pt x="68" y="73"/>
                  </a:lnTo>
                  <a:lnTo>
                    <a:pt x="68" y="76"/>
                  </a:lnTo>
                  <a:lnTo>
                    <a:pt x="68" y="76"/>
                  </a:lnTo>
                  <a:lnTo>
                    <a:pt x="68" y="76"/>
                  </a:lnTo>
                  <a:lnTo>
                    <a:pt x="68" y="76"/>
                  </a:lnTo>
                  <a:lnTo>
                    <a:pt x="68" y="78"/>
                  </a:lnTo>
                  <a:lnTo>
                    <a:pt x="68" y="78"/>
                  </a:lnTo>
                  <a:lnTo>
                    <a:pt x="68" y="78"/>
                  </a:lnTo>
                  <a:lnTo>
                    <a:pt x="68" y="78"/>
                  </a:lnTo>
                  <a:lnTo>
                    <a:pt x="68" y="80"/>
                  </a:lnTo>
                  <a:lnTo>
                    <a:pt x="68" y="80"/>
                  </a:lnTo>
                  <a:lnTo>
                    <a:pt x="68" y="80"/>
                  </a:lnTo>
                  <a:lnTo>
                    <a:pt x="68" y="83"/>
                  </a:lnTo>
                  <a:lnTo>
                    <a:pt x="71" y="83"/>
                  </a:lnTo>
                  <a:lnTo>
                    <a:pt x="71" y="83"/>
                  </a:lnTo>
                  <a:lnTo>
                    <a:pt x="71" y="85"/>
                  </a:lnTo>
                  <a:lnTo>
                    <a:pt x="71" y="85"/>
                  </a:lnTo>
                  <a:lnTo>
                    <a:pt x="71" y="87"/>
                  </a:lnTo>
                  <a:lnTo>
                    <a:pt x="71" y="87"/>
                  </a:lnTo>
                  <a:lnTo>
                    <a:pt x="71" y="87"/>
                  </a:lnTo>
                  <a:lnTo>
                    <a:pt x="71" y="87"/>
                  </a:lnTo>
                  <a:lnTo>
                    <a:pt x="71" y="90"/>
                  </a:lnTo>
                  <a:lnTo>
                    <a:pt x="71" y="90"/>
                  </a:lnTo>
                  <a:lnTo>
                    <a:pt x="73" y="90"/>
                  </a:lnTo>
                  <a:lnTo>
                    <a:pt x="73" y="90"/>
                  </a:lnTo>
                  <a:lnTo>
                    <a:pt x="73" y="90"/>
                  </a:lnTo>
                  <a:lnTo>
                    <a:pt x="73" y="90"/>
                  </a:lnTo>
                  <a:lnTo>
                    <a:pt x="73" y="87"/>
                  </a:lnTo>
                  <a:lnTo>
                    <a:pt x="73" y="87"/>
                  </a:lnTo>
                  <a:lnTo>
                    <a:pt x="73" y="87"/>
                  </a:lnTo>
                  <a:lnTo>
                    <a:pt x="73" y="87"/>
                  </a:lnTo>
                  <a:lnTo>
                    <a:pt x="73" y="87"/>
                  </a:lnTo>
                  <a:lnTo>
                    <a:pt x="73" y="87"/>
                  </a:lnTo>
                  <a:lnTo>
                    <a:pt x="76" y="87"/>
                  </a:lnTo>
                  <a:lnTo>
                    <a:pt x="76" y="87"/>
                  </a:lnTo>
                  <a:lnTo>
                    <a:pt x="76" y="90"/>
                  </a:lnTo>
                  <a:lnTo>
                    <a:pt x="76" y="90"/>
                  </a:lnTo>
                  <a:lnTo>
                    <a:pt x="76" y="90"/>
                  </a:lnTo>
                  <a:lnTo>
                    <a:pt x="76" y="92"/>
                  </a:lnTo>
                  <a:lnTo>
                    <a:pt x="76" y="92"/>
                  </a:lnTo>
                  <a:lnTo>
                    <a:pt x="76" y="95"/>
                  </a:lnTo>
                  <a:lnTo>
                    <a:pt x="76" y="95"/>
                  </a:lnTo>
                  <a:lnTo>
                    <a:pt x="78" y="95"/>
                  </a:lnTo>
                  <a:lnTo>
                    <a:pt x="78" y="95"/>
                  </a:lnTo>
                  <a:lnTo>
                    <a:pt x="80" y="95"/>
                  </a:lnTo>
                  <a:lnTo>
                    <a:pt x="80" y="92"/>
                  </a:lnTo>
                  <a:lnTo>
                    <a:pt x="80" y="92"/>
                  </a:lnTo>
                  <a:lnTo>
                    <a:pt x="80" y="92"/>
                  </a:lnTo>
                  <a:lnTo>
                    <a:pt x="80" y="92"/>
                  </a:lnTo>
                  <a:lnTo>
                    <a:pt x="80" y="90"/>
                  </a:lnTo>
                  <a:lnTo>
                    <a:pt x="83" y="90"/>
                  </a:lnTo>
                  <a:lnTo>
                    <a:pt x="83" y="90"/>
                  </a:lnTo>
                  <a:lnTo>
                    <a:pt x="80" y="90"/>
                  </a:lnTo>
                  <a:lnTo>
                    <a:pt x="80" y="87"/>
                  </a:lnTo>
                  <a:lnTo>
                    <a:pt x="80" y="87"/>
                  </a:lnTo>
                  <a:lnTo>
                    <a:pt x="80" y="87"/>
                  </a:lnTo>
                  <a:lnTo>
                    <a:pt x="80" y="85"/>
                  </a:lnTo>
                  <a:lnTo>
                    <a:pt x="80" y="85"/>
                  </a:lnTo>
                  <a:lnTo>
                    <a:pt x="83" y="85"/>
                  </a:lnTo>
                  <a:lnTo>
                    <a:pt x="83" y="83"/>
                  </a:lnTo>
                  <a:lnTo>
                    <a:pt x="83" y="83"/>
                  </a:lnTo>
                  <a:lnTo>
                    <a:pt x="83" y="83"/>
                  </a:lnTo>
                  <a:lnTo>
                    <a:pt x="85" y="83"/>
                  </a:lnTo>
                  <a:lnTo>
                    <a:pt x="85" y="80"/>
                  </a:lnTo>
                  <a:lnTo>
                    <a:pt x="85" y="80"/>
                  </a:lnTo>
                  <a:lnTo>
                    <a:pt x="85" y="80"/>
                  </a:lnTo>
                  <a:lnTo>
                    <a:pt x="85" y="78"/>
                  </a:lnTo>
                  <a:lnTo>
                    <a:pt x="85" y="78"/>
                  </a:lnTo>
                  <a:lnTo>
                    <a:pt x="85" y="78"/>
                  </a:lnTo>
                  <a:lnTo>
                    <a:pt x="85" y="76"/>
                  </a:lnTo>
                  <a:lnTo>
                    <a:pt x="85" y="76"/>
                  </a:lnTo>
                  <a:lnTo>
                    <a:pt x="85" y="76"/>
                  </a:lnTo>
                  <a:lnTo>
                    <a:pt x="85" y="76"/>
                  </a:lnTo>
                  <a:lnTo>
                    <a:pt x="87" y="76"/>
                  </a:lnTo>
                  <a:lnTo>
                    <a:pt x="87" y="78"/>
                  </a:lnTo>
                  <a:lnTo>
                    <a:pt x="87" y="78"/>
                  </a:lnTo>
                  <a:lnTo>
                    <a:pt x="87" y="76"/>
                  </a:lnTo>
                  <a:lnTo>
                    <a:pt x="87" y="76"/>
                  </a:lnTo>
                  <a:lnTo>
                    <a:pt x="87" y="76"/>
                  </a:lnTo>
                  <a:lnTo>
                    <a:pt x="90" y="76"/>
                  </a:lnTo>
                  <a:lnTo>
                    <a:pt x="90" y="76"/>
                  </a:lnTo>
                  <a:lnTo>
                    <a:pt x="90" y="76"/>
                  </a:lnTo>
                  <a:lnTo>
                    <a:pt x="92" y="76"/>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4" name="Freeform 242"/>
            <p:cNvSpPr>
              <a:spLocks/>
            </p:cNvSpPr>
            <p:nvPr/>
          </p:nvSpPr>
          <p:spPr bwMode="auto">
            <a:xfrm>
              <a:off x="3036888" y="2744788"/>
              <a:ext cx="3175" cy="1587"/>
            </a:xfrm>
            <a:custGeom>
              <a:avLst/>
              <a:gdLst/>
              <a:ahLst/>
              <a:cxnLst>
                <a:cxn ang="0">
                  <a:pos x="2" y="0"/>
                </a:cxn>
                <a:cxn ang="0">
                  <a:pos x="0" y="0"/>
                </a:cxn>
                <a:cxn ang="0">
                  <a:pos x="0" y="0"/>
                </a:cxn>
                <a:cxn ang="0">
                  <a:pos x="0" y="0"/>
                </a:cxn>
                <a:cxn ang="0">
                  <a:pos x="0" y="0"/>
                </a:cxn>
                <a:cxn ang="0">
                  <a:pos x="2" y="0"/>
                </a:cxn>
                <a:cxn ang="0">
                  <a:pos x="2" y="0"/>
                </a:cxn>
              </a:cxnLst>
              <a:rect l="0" t="0" r="r" b="b"/>
              <a:pathLst>
                <a:path w="2">
                  <a:moveTo>
                    <a:pt x="2" y="0"/>
                  </a:moveTo>
                  <a:lnTo>
                    <a:pt x="0" y="0"/>
                  </a:lnTo>
                  <a:lnTo>
                    <a:pt x="0" y="0"/>
                  </a:lnTo>
                  <a:lnTo>
                    <a:pt x="0" y="0"/>
                  </a:lnTo>
                  <a:lnTo>
                    <a:pt x="0" y="0"/>
                  </a:lnTo>
                  <a:lnTo>
                    <a:pt x="2" y="0"/>
                  </a:lnTo>
                  <a:lnTo>
                    <a:pt x="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5" name="Freeform 243"/>
            <p:cNvSpPr>
              <a:spLocks/>
            </p:cNvSpPr>
            <p:nvPr/>
          </p:nvSpPr>
          <p:spPr bwMode="auto">
            <a:xfrm>
              <a:off x="3036888" y="2744788"/>
              <a:ext cx="3175" cy="1587"/>
            </a:xfrm>
            <a:custGeom>
              <a:avLst/>
              <a:gdLst/>
              <a:ahLst/>
              <a:cxnLst>
                <a:cxn ang="0">
                  <a:pos x="2" y="0"/>
                </a:cxn>
                <a:cxn ang="0">
                  <a:pos x="0" y="0"/>
                </a:cxn>
                <a:cxn ang="0">
                  <a:pos x="0" y="0"/>
                </a:cxn>
                <a:cxn ang="0">
                  <a:pos x="0" y="0"/>
                </a:cxn>
                <a:cxn ang="0">
                  <a:pos x="0" y="0"/>
                </a:cxn>
                <a:cxn ang="0">
                  <a:pos x="2" y="0"/>
                </a:cxn>
                <a:cxn ang="0">
                  <a:pos x="2" y="0"/>
                </a:cxn>
              </a:cxnLst>
              <a:rect l="0" t="0" r="r" b="b"/>
              <a:pathLst>
                <a:path w="2">
                  <a:moveTo>
                    <a:pt x="2" y="0"/>
                  </a:moveTo>
                  <a:lnTo>
                    <a:pt x="0" y="0"/>
                  </a:lnTo>
                  <a:lnTo>
                    <a:pt x="0" y="0"/>
                  </a:lnTo>
                  <a:lnTo>
                    <a:pt x="0" y="0"/>
                  </a:lnTo>
                  <a:lnTo>
                    <a:pt x="0" y="0"/>
                  </a:lnTo>
                  <a:lnTo>
                    <a:pt x="2" y="0"/>
                  </a:lnTo>
                  <a:lnTo>
                    <a:pt x="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6" name="Freeform 244"/>
            <p:cNvSpPr>
              <a:spLocks/>
            </p:cNvSpPr>
            <p:nvPr/>
          </p:nvSpPr>
          <p:spPr bwMode="auto">
            <a:xfrm>
              <a:off x="3006725" y="2755900"/>
              <a:ext cx="3175" cy="7937"/>
            </a:xfrm>
            <a:custGeom>
              <a:avLst/>
              <a:gdLst/>
              <a:ahLst/>
              <a:cxnLst>
                <a:cxn ang="0">
                  <a:pos x="2" y="3"/>
                </a:cxn>
                <a:cxn ang="0">
                  <a:pos x="2" y="3"/>
                </a:cxn>
                <a:cxn ang="0">
                  <a:pos x="2" y="3"/>
                </a:cxn>
                <a:cxn ang="0">
                  <a:pos x="2" y="5"/>
                </a:cxn>
                <a:cxn ang="0">
                  <a:pos x="2" y="5"/>
                </a:cxn>
                <a:cxn ang="0">
                  <a:pos x="0" y="5"/>
                </a:cxn>
                <a:cxn ang="0">
                  <a:pos x="0" y="3"/>
                </a:cxn>
                <a:cxn ang="0">
                  <a:pos x="0" y="3"/>
                </a:cxn>
                <a:cxn ang="0">
                  <a:pos x="0" y="3"/>
                </a:cxn>
                <a:cxn ang="0">
                  <a:pos x="0" y="0"/>
                </a:cxn>
                <a:cxn ang="0">
                  <a:pos x="0" y="0"/>
                </a:cxn>
                <a:cxn ang="0">
                  <a:pos x="2" y="0"/>
                </a:cxn>
                <a:cxn ang="0">
                  <a:pos x="2" y="3"/>
                </a:cxn>
              </a:cxnLst>
              <a:rect l="0" t="0" r="r" b="b"/>
              <a:pathLst>
                <a:path w="2" h="5">
                  <a:moveTo>
                    <a:pt x="2" y="3"/>
                  </a:moveTo>
                  <a:lnTo>
                    <a:pt x="2" y="3"/>
                  </a:lnTo>
                  <a:lnTo>
                    <a:pt x="2" y="3"/>
                  </a:lnTo>
                  <a:lnTo>
                    <a:pt x="2" y="5"/>
                  </a:lnTo>
                  <a:lnTo>
                    <a:pt x="2" y="5"/>
                  </a:lnTo>
                  <a:lnTo>
                    <a:pt x="0" y="5"/>
                  </a:lnTo>
                  <a:lnTo>
                    <a:pt x="0" y="3"/>
                  </a:lnTo>
                  <a:lnTo>
                    <a:pt x="0" y="3"/>
                  </a:lnTo>
                  <a:lnTo>
                    <a:pt x="0" y="3"/>
                  </a:lnTo>
                  <a:lnTo>
                    <a:pt x="0" y="0"/>
                  </a:lnTo>
                  <a:lnTo>
                    <a:pt x="0" y="0"/>
                  </a:lnTo>
                  <a:lnTo>
                    <a:pt x="2" y="0"/>
                  </a:lnTo>
                  <a:lnTo>
                    <a:pt x="2"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7" name="Freeform 245"/>
            <p:cNvSpPr>
              <a:spLocks/>
            </p:cNvSpPr>
            <p:nvPr/>
          </p:nvSpPr>
          <p:spPr bwMode="auto">
            <a:xfrm>
              <a:off x="3006725" y="2755900"/>
              <a:ext cx="3175" cy="7937"/>
            </a:xfrm>
            <a:custGeom>
              <a:avLst/>
              <a:gdLst/>
              <a:ahLst/>
              <a:cxnLst>
                <a:cxn ang="0">
                  <a:pos x="2" y="3"/>
                </a:cxn>
                <a:cxn ang="0">
                  <a:pos x="2" y="3"/>
                </a:cxn>
                <a:cxn ang="0">
                  <a:pos x="2" y="3"/>
                </a:cxn>
                <a:cxn ang="0">
                  <a:pos x="2" y="5"/>
                </a:cxn>
                <a:cxn ang="0">
                  <a:pos x="2" y="5"/>
                </a:cxn>
                <a:cxn ang="0">
                  <a:pos x="0" y="5"/>
                </a:cxn>
                <a:cxn ang="0">
                  <a:pos x="0" y="3"/>
                </a:cxn>
                <a:cxn ang="0">
                  <a:pos x="0" y="3"/>
                </a:cxn>
                <a:cxn ang="0">
                  <a:pos x="0" y="3"/>
                </a:cxn>
                <a:cxn ang="0">
                  <a:pos x="0" y="0"/>
                </a:cxn>
                <a:cxn ang="0">
                  <a:pos x="0" y="0"/>
                </a:cxn>
                <a:cxn ang="0">
                  <a:pos x="2" y="0"/>
                </a:cxn>
                <a:cxn ang="0">
                  <a:pos x="2" y="3"/>
                </a:cxn>
              </a:cxnLst>
              <a:rect l="0" t="0" r="r" b="b"/>
              <a:pathLst>
                <a:path w="2" h="5">
                  <a:moveTo>
                    <a:pt x="2" y="3"/>
                  </a:moveTo>
                  <a:lnTo>
                    <a:pt x="2" y="3"/>
                  </a:lnTo>
                  <a:lnTo>
                    <a:pt x="2" y="3"/>
                  </a:lnTo>
                  <a:lnTo>
                    <a:pt x="2" y="5"/>
                  </a:lnTo>
                  <a:lnTo>
                    <a:pt x="2" y="5"/>
                  </a:lnTo>
                  <a:lnTo>
                    <a:pt x="0" y="5"/>
                  </a:lnTo>
                  <a:lnTo>
                    <a:pt x="0" y="3"/>
                  </a:lnTo>
                  <a:lnTo>
                    <a:pt x="0" y="3"/>
                  </a:lnTo>
                  <a:lnTo>
                    <a:pt x="0" y="3"/>
                  </a:lnTo>
                  <a:lnTo>
                    <a:pt x="0" y="0"/>
                  </a:lnTo>
                  <a:lnTo>
                    <a:pt x="0" y="0"/>
                  </a:lnTo>
                  <a:lnTo>
                    <a:pt x="2" y="0"/>
                  </a:lnTo>
                  <a:lnTo>
                    <a:pt x="2"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8" name="Freeform 246"/>
            <p:cNvSpPr>
              <a:spLocks/>
            </p:cNvSpPr>
            <p:nvPr/>
          </p:nvSpPr>
          <p:spPr bwMode="auto">
            <a:xfrm>
              <a:off x="3040063" y="2744788"/>
              <a:ext cx="3175" cy="4762"/>
            </a:xfrm>
            <a:custGeom>
              <a:avLst/>
              <a:gdLst/>
              <a:ahLst/>
              <a:cxnLst>
                <a:cxn ang="0">
                  <a:pos x="0" y="0"/>
                </a:cxn>
                <a:cxn ang="0">
                  <a:pos x="0" y="0"/>
                </a:cxn>
                <a:cxn ang="0">
                  <a:pos x="0" y="0"/>
                </a:cxn>
                <a:cxn ang="0">
                  <a:pos x="2" y="0"/>
                </a:cxn>
                <a:cxn ang="0">
                  <a:pos x="2" y="3"/>
                </a:cxn>
                <a:cxn ang="0">
                  <a:pos x="2" y="3"/>
                </a:cxn>
                <a:cxn ang="0">
                  <a:pos x="0" y="3"/>
                </a:cxn>
                <a:cxn ang="0">
                  <a:pos x="0" y="3"/>
                </a:cxn>
                <a:cxn ang="0">
                  <a:pos x="0" y="3"/>
                </a:cxn>
                <a:cxn ang="0">
                  <a:pos x="0" y="3"/>
                </a:cxn>
                <a:cxn ang="0">
                  <a:pos x="0" y="3"/>
                </a:cxn>
                <a:cxn ang="0">
                  <a:pos x="0" y="3"/>
                </a:cxn>
                <a:cxn ang="0">
                  <a:pos x="0" y="0"/>
                </a:cxn>
              </a:cxnLst>
              <a:rect l="0" t="0" r="r" b="b"/>
              <a:pathLst>
                <a:path w="2" h="3">
                  <a:moveTo>
                    <a:pt x="0" y="0"/>
                  </a:moveTo>
                  <a:lnTo>
                    <a:pt x="0" y="0"/>
                  </a:lnTo>
                  <a:lnTo>
                    <a:pt x="0" y="0"/>
                  </a:lnTo>
                  <a:lnTo>
                    <a:pt x="2" y="0"/>
                  </a:lnTo>
                  <a:lnTo>
                    <a:pt x="2" y="3"/>
                  </a:lnTo>
                  <a:lnTo>
                    <a:pt x="2" y="3"/>
                  </a:lnTo>
                  <a:lnTo>
                    <a:pt x="0" y="3"/>
                  </a:lnTo>
                  <a:lnTo>
                    <a:pt x="0" y="3"/>
                  </a:lnTo>
                  <a:lnTo>
                    <a:pt x="0" y="3"/>
                  </a:lnTo>
                  <a:lnTo>
                    <a:pt x="0" y="3"/>
                  </a:lnTo>
                  <a:lnTo>
                    <a:pt x="0" y="3"/>
                  </a:lnTo>
                  <a:lnTo>
                    <a:pt x="0" y="3"/>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9" name="Freeform 247"/>
            <p:cNvSpPr>
              <a:spLocks/>
            </p:cNvSpPr>
            <p:nvPr/>
          </p:nvSpPr>
          <p:spPr bwMode="auto">
            <a:xfrm>
              <a:off x="3040063" y="2744788"/>
              <a:ext cx="3175" cy="4762"/>
            </a:xfrm>
            <a:custGeom>
              <a:avLst/>
              <a:gdLst/>
              <a:ahLst/>
              <a:cxnLst>
                <a:cxn ang="0">
                  <a:pos x="0" y="0"/>
                </a:cxn>
                <a:cxn ang="0">
                  <a:pos x="0" y="0"/>
                </a:cxn>
                <a:cxn ang="0">
                  <a:pos x="0" y="0"/>
                </a:cxn>
                <a:cxn ang="0">
                  <a:pos x="2" y="0"/>
                </a:cxn>
                <a:cxn ang="0">
                  <a:pos x="2" y="3"/>
                </a:cxn>
                <a:cxn ang="0">
                  <a:pos x="2" y="3"/>
                </a:cxn>
                <a:cxn ang="0">
                  <a:pos x="0" y="3"/>
                </a:cxn>
                <a:cxn ang="0">
                  <a:pos x="0" y="3"/>
                </a:cxn>
                <a:cxn ang="0">
                  <a:pos x="0" y="3"/>
                </a:cxn>
                <a:cxn ang="0">
                  <a:pos x="0" y="3"/>
                </a:cxn>
                <a:cxn ang="0">
                  <a:pos x="0" y="3"/>
                </a:cxn>
                <a:cxn ang="0">
                  <a:pos x="0" y="3"/>
                </a:cxn>
                <a:cxn ang="0">
                  <a:pos x="0" y="0"/>
                </a:cxn>
              </a:cxnLst>
              <a:rect l="0" t="0" r="r" b="b"/>
              <a:pathLst>
                <a:path w="2" h="3">
                  <a:moveTo>
                    <a:pt x="0" y="0"/>
                  </a:moveTo>
                  <a:lnTo>
                    <a:pt x="0" y="0"/>
                  </a:lnTo>
                  <a:lnTo>
                    <a:pt x="0" y="0"/>
                  </a:lnTo>
                  <a:lnTo>
                    <a:pt x="2" y="0"/>
                  </a:lnTo>
                  <a:lnTo>
                    <a:pt x="2" y="3"/>
                  </a:lnTo>
                  <a:lnTo>
                    <a:pt x="2" y="3"/>
                  </a:lnTo>
                  <a:lnTo>
                    <a:pt x="0" y="3"/>
                  </a:lnTo>
                  <a:lnTo>
                    <a:pt x="0" y="3"/>
                  </a:lnTo>
                  <a:lnTo>
                    <a:pt x="0" y="3"/>
                  </a:lnTo>
                  <a:lnTo>
                    <a:pt x="0" y="3"/>
                  </a:lnTo>
                  <a:lnTo>
                    <a:pt x="0" y="3"/>
                  </a:lnTo>
                  <a:lnTo>
                    <a:pt x="0" y="3"/>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0" name="Freeform 248"/>
            <p:cNvSpPr>
              <a:spLocks/>
            </p:cNvSpPr>
            <p:nvPr/>
          </p:nvSpPr>
          <p:spPr bwMode="auto">
            <a:xfrm>
              <a:off x="2844800" y="2768600"/>
              <a:ext cx="44450" cy="41275"/>
            </a:xfrm>
            <a:custGeom>
              <a:avLst/>
              <a:gdLst/>
              <a:ahLst/>
              <a:cxnLst>
                <a:cxn ang="0">
                  <a:pos x="7" y="2"/>
                </a:cxn>
                <a:cxn ang="0">
                  <a:pos x="7" y="2"/>
                </a:cxn>
                <a:cxn ang="0">
                  <a:pos x="9" y="4"/>
                </a:cxn>
                <a:cxn ang="0">
                  <a:pos x="9" y="7"/>
                </a:cxn>
                <a:cxn ang="0">
                  <a:pos x="9" y="4"/>
                </a:cxn>
                <a:cxn ang="0">
                  <a:pos x="9" y="7"/>
                </a:cxn>
                <a:cxn ang="0">
                  <a:pos x="12" y="7"/>
                </a:cxn>
                <a:cxn ang="0">
                  <a:pos x="12" y="7"/>
                </a:cxn>
                <a:cxn ang="0">
                  <a:pos x="14" y="7"/>
                </a:cxn>
                <a:cxn ang="0">
                  <a:pos x="14" y="7"/>
                </a:cxn>
                <a:cxn ang="0">
                  <a:pos x="16" y="7"/>
                </a:cxn>
                <a:cxn ang="0">
                  <a:pos x="16" y="7"/>
                </a:cxn>
                <a:cxn ang="0">
                  <a:pos x="19" y="7"/>
                </a:cxn>
                <a:cxn ang="0">
                  <a:pos x="21" y="7"/>
                </a:cxn>
                <a:cxn ang="0">
                  <a:pos x="21" y="7"/>
                </a:cxn>
                <a:cxn ang="0">
                  <a:pos x="21" y="9"/>
                </a:cxn>
                <a:cxn ang="0">
                  <a:pos x="21" y="9"/>
                </a:cxn>
                <a:cxn ang="0">
                  <a:pos x="21" y="11"/>
                </a:cxn>
                <a:cxn ang="0">
                  <a:pos x="24" y="11"/>
                </a:cxn>
                <a:cxn ang="0">
                  <a:pos x="24" y="11"/>
                </a:cxn>
                <a:cxn ang="0">
                  <a:pos x="26" y="14"/>
                </a:cxn>
                <a:cxn ang="0">
                  <a:pos x="26" y="16"/>
                </a:cxn>
                <a:cxn ang="0">
                  <a:pos x="26" y="16"/>
                </a:cxn>
                <a:cxn ang="0">
                  <a:pos x="26" y="19"/>
                </a:cxn>
                <a:cxn ang="0">
                  <a:pos x="28" y="19"/>
                </a:cxn>
                <a:cxn ang="0">
                  <a:pos x="28" y="21"/>
                </a:cxn>
                <a:cxn ang="0">
                  <a:pos x="28" y="23"/>
                </a:cxn>
                <a:cxn ang="0">
                  <a:pos x="28" y="23"/>
                </a:cxn>
                <a:cxn ang="0">
                  <a:pos x="26" y="26"/>
                </a:cxn>
                <a:cxn ang="0">
                  <a:pos x="26" y="23"/>
                </a:cxn>
                <a:cxn ang="0">
                  <a:pos x="24" y="23"/>
                </a:cxn>
                <a:cxn ang="0">
                  <a:pos x="21" y="23"/>
                </a:cxn>
                <a:cxn ang="0">
                  <a:pos x="21" y="23"/>
                </a:cxn>
                <a:cxn ang="0">
                  <a:pos x="19" y="23"/>
                </a:cxn>
                <a:cxn ang="0">
                  <a:pos x="19" y="21"/>
                </a:cxn>
                <a:cxn ang="0">
                  <a:pos x="16" y="21"/>
                </a:cxn>
                <a:cxn ang="0">
                  <a:pos x="14" y="21"/>
                </a:cxn>
                <a:cxn ang="0">
                  <a:pos x="14" y="21"/>
                </a:cxn>
                <a:cxn ang="0">
                  <a:pos x="12" y="19"/>
                </a:cxn>
                <a:cxn ang="0">
                  <a:pos x="12" y="19"/>
                </a:cxn>
                <a:cxn ang="0">
                  <a:pos x="12" y="16"/>
                </a:cxn>
                <a:cxn ang="0">
                  <a:pos x="12" y="16"/>
                </a:cxn>
                <a:cxn ang="0">
                  <a:pos x="9" y="16"/>
                </a:cxn>
                <a:cxn ang="0">
                  <a:pos x="7" y="16"/>
                </a:cxn>
                <a:cxn ang="0">
                  <a:pos x="7" y="14"/>
                </a:cxn>
                <a:cxn ang="0">
                  <a:pos x="7" y="11"/>
                </a:cxn>
                <a:cxn ang="0">
                  <a:pos x="5" y="11"/>
                </a:cxn>
                <a:cxn ang="0">
                  <a:pos x="5" y="9"/>
                </a:cxn>
                <a:cxn ang="0">
                  <a:pos x="2" y="9"/>
                </a:cxn>
                <a:cxn ang="0">
                  <a:pos x="2" y="7"/>
                </a:cxn>
                <a:cxn ang="0">
                  <a:pos x="2" y="7"/>
                </a:cxn>
                <a:cxn ang="0">
                  <a:pos x="2" y="7"/>
                </a:cxn>
                <a:cxn ang="0">
                  <a:pos x="0" y="4"/>
                </a:cxn>
                <a:cxn ang="0">
                  <a:pos x="0" y="4"/>
                </a:cxn>
                <a:cxn ang="0">
                  <a:pos x="0" y="2"/>
                </a:cxn>
                <a:cxn ang="0">
                  <a:pos x="2" y="2"/>
                </a:cxn>
                <a:cxn ang="0">
                  <a:pos x="2" y="2"/>
                </a:cxn>
                <a:cxn ang="0">
                  <a:pos x="2" y="2"/>
                </a:cxn>
                <a:cxn ang="0">
                  <a:pos x="5" y="2"/>
                </a:cxn>
                <a:cxn ang="0">
                  <a:pos x="5" y="0"/>
                </a:cxn>
              </a:cxnLst>
              <a:rect l="0" t="0" r="r" b="b"/>
              <a:pathLst>
                <a:path w="28" h="26">
                  <a:moveTo>
                    <a:pt x="7" y="0"/>
                  </a:moveTo>
                  <a:lnTo>
                    <a:pt x="7" y="2"/>
                  </a:lnTo>
                  <a:lnTo>
                    <a:pt x="7" y="2"/>
                  </a:lnTo>
                  <a:lnTo>
                    <a:pt x="7" y="2"/>
                  </a:lnTo>
                  <a:lnTo>
                    <a:pt x="7" y="4"/>
                  </a:lnTo>
                  <a:lnTo>
                    <a:pt x="9" y="4"/>
                  </a:lnTo>
                  <a:lnTo>
                    <a:pt x="9" y="4"/>
                  </a:lnTo>
                  <a:lnTo>
                    <a:pt x="9" y="7"/>
                  </a:lnTo>
                  <a:lnTo>
                    <a:pt x="9" y="7"/>
                  </a:lnTo>
                  <a:lnTo>
                    <a:pt x="9" y="4"/>
                  </a:lnTo>
                  <a:lnTo>
                    <a:pt x="9" y="4"/>
                  </a:lnTo>
                  <a:lnTo>
                    <a:pt x="9" y="7"/>
                  </a:lnTo>
                  <a:lnTo>
                    <a:pt x="12" y="7"/>
                  </a:lnTo>
                  <a:lnTo>
                    <a:pt x="12" y="7"/>
                  </a:lnTo>
                  <a:lnTo>
                    <a:pt x="12" y="7"/>
                  </a:lnTo>
                  <a:lnTo>
                    <a:pt x="12" y="7"/>
                  </a:lnTo>
                  <a:lnTo>
                    <a:pt x="14" y="7"/>
                  </a:lnTo>
                  <a:lnTo>
                    <a:pt x="14" y="7"/>
                  </a:lnTo>
                  <a:lnTo>
                    <a:pt x="14" y="7"/>
                  </a:lnTo>
                  <a:lnTo>
                    <a:pt x="14" y="7"/>
                  </a:lnTo>
                  <a:lnTo>
                    <a:pt x="16" y="7"/>
                  </a:lnTo>
                  <a:lnTo>
                    <a:pt x="16" y="7"/>
                  </a:lnTo>
                  <a:lnTo>
                    <a:pt x="16" y="7"/>
                  </a:lnTo>
                  <a:lnTo>
                    <a:pt x="16" y="7"/>
                  </a:lnTo>
                  <a:lnTo>
                    <a:pt x="19" y="7"/>
                  </a:lnTo>
                  <a:lnTo>
                    <a:pt x="19" y="7"/>
                  </a:lnTo>
                  <a:lnTo>
                    <a:pt x="21" y="7"/>
                  </a:lnTo>
                  <a:lnTo>
                    <a:pt x="21" y="7"/>
                  </a:lnTo>
                  <a:lnTo>
                    <a:pt x="21" y="7"/>
                  </a:lnTo>
                  <a:lnTo>
                    <a:pt x="21" y="7"/>
                  </a:lnTo>
                  <a:lnTo>
                    <a:pt x="21" y="7"/>
                  </a:lnTo>
                  <a:lnTo>
                    <a:pt x="21" y="9"/>
                  </a:lnTo>
                  <a:lnTo>
                    <a:pt x="21" y="9"/>
                  </a:lnTo>
                  <a:lnTo>
                    <a:pt x="21" y="9"/>
                  </a:lnTo>
                  <a:lnTo>
                    <a:pt x="21" y="11"/>
                  </a:lnTo>
                  <a:lnTo>
                    <a:pt x="21" y="11"/>
                  </a:lnTo>
                  <a:lnTo>
                    <a:pt x="24" y="11"/>
                  </a:lnTo>
                  <a:lnTo>
                    <a:pt x="24" y="11"/>
                  </a:lnTo>
                  <a:lnTo>
                    <a:pt x="24" y="11"/>
                  </a:lnTo>
                  <a:lnTo>
                    <a:pt x="24" y="11"/>
                  </a:lnTo>
                  <a:lnTo>
                    <a:pt x="24" y="14"/>
                  </a:lnTo>
                  <a:lnTo>
                    <a:pt x="26" y="14"/>
                  </a:lnTo>
                  <a:lnTo>
                    <a:pt x="26" y="14"/>
                  </a:lnTo>
                  <a:lnTo>
                    <a:pt x="26" y="16"/>
                  </a:lnTo>
                  <a:lnTo>
                    <a:pt x="26" y="16"/>
                  </a:lnTo>
                  <a:lnTo>
                    <a:pt x="26" y="16"/>
                  </a:lnTo>
                  <a:lnTo>
                    <a:pt x="26" y="16"/>
                  </a:lnTo>
                  <a:lnTo>
                    <a:pt x="26" y="19"/>
                  </a:lnTo>
                  <a:lnTo>
                    <a:pt x="28" y="19"/>
                  </a:lnTo>
                  <a:lnTo>
                    <a:pt x="28" y="19"/>
                  </a:lnTo>
                  <a:lnTo>
                    <a:pt x="28" y="21"/>
                  </a:lnTo>
                  <a:lnTo>
                    <a:pt x="28" y="21"/>
                  </a:lnTo>
                  <a:lnTo>
                    <a:pt x="28" y="21"/>
                  </a:lnTo>
                  <a:lnTo>
                    <a:pt x="28" y="23"/>
                  </a:lnTo>
                  <a:lnTo>
                    <a:pt x="28" y="23"/>
                  </a:lnTo>
                  <a:lnTo>
                    <a:pt x="28" y="23"/>
                  </a:lnTo>
                  <a:lnTo>
                    <a:pt x="26" y="23"/>
                  </a:lnTo>
                  <a:lnTo>
                    <a:pt x="26" y="26"/>
                  </a:lnTo>
                  <a:lnTo>
                    <a:pt x="26" y="26"/>
                  </a:lnTo>
                  <a:lnTo>
                    <a:pt x="26" y="23"/>
                  </a:lnTo>
                  <a:lnTo>
                    <a:pt x="24" y="23"/>
                  </a:lnTo>
                  <a:lnTo>
                    <a:pt x="24" y="23"/>
                  </a:lnTo>
                  <a:lnTo>
                    <a:pt x="24" y="23"/>
                  </a:lnTo>
                  <a:lnTo>
                    <a:pt x="21" y="23"/>
                  </a:lnTo>
                  <a:lnTo>
                    <a:pt x="21" y="23"/>
                  </a:lnTo>
                  <a:lnTo>
                    <a:pt x="21" y="23"/>
                  </a:lnTo>
                  <a:lnTo>
                    <a:pt x="21" y="23"/>
                  </a:lnTo>
                  <a:lnTo>
                    <a:pt x="19" y="23"/>
                  </a:lnTo>
                  <a:lnTo>
                    <a:pt x="19" y="21"/>
                  </a:lnTo>
                  <a:lnTo>
                    <a:pt x="19" y="21"/>
                  </a:lnTo>
                  <a:lnTo>
                    <a:pt x="16" y="21"/>
                  </a:lnTo>
                  <a:lnTo>
                    <a:pt x="16" y="21"/>
                  </a:lnTo>
                  <a:lnTo>
                    <a:pt x="16" y="21"/>
                  </a:lnTo>
                  <a:lnTo>
                    <a:pt x="14" y="21"/>
                  </a:lnTo>
                  <a:lnTo>
                    <a:pt x="14" y="21"/>
                  </a:lnTo>
                  <a:lnTo>
                    <a:pt x="14" y="21"/>
                  </a:lnTo>
                  <a:lnTo>
                    <a:pt x="14" y="19"/>
                  </a:lnTo>
                  <a:lnTo>
                    <a:pt x="12" y="19"/>
                  </a:lnTo>
                  <a:lnTo>
                    <a:pt x="12" y="19"/>
                  </a:lnTo>
                  <a:lnTo>
                    <a:pt x="12" y="19"/>
                  </a:lnTo>
                  <a:lnTo>
                    <a:pt x="12" y="16"/>
                  </a:lnTo>
                  <a:lnTo>
                    <a:pt x="12" y="16"/>
                  </a:lnTo>
                  <a:lnTo>
                    <a:pt x="12" y="16"/>
                  </a:lnTo>
                  <a:lnTo>
                    <a:pt x="12" y="16"/>
                  </a:lnTo>
                  <a:lnTo>
                    <a:pt x="9" y="16"/>
                  </a:lnTo>
                  <a:lnTo>
                    <a:pt x="9" y="16"/>
                  </a:lnTo>
                  <a:lnTo>
                    <a:pt x="9" y="16"/>
                  </a:lnTo>
                  <a:lnTo>
                    <a:pt x="7" y="16"/>
                  </a:lnTo>
                  <a:lnTo>
                    <a:pt x="7" y="14"/>
                  </a:lnTo>
                  <a:lnTo>
                    <a:pt x="7" y="14"/>
                  </a:lnTo>
                  <a:lnTo>
                    <a:pt x="7" y="14"/>
                  </a:lnTo>
                  <a:lnTo>
                    <a:pt x="7" y="11"/>
                  </a:lnTo>
                  <a:lnTo>
                    <a:pt x="5" y="11"/>
                  </a:lnTo>
                  <a:lnTo>
                    <a:pt x="5" y="11"/>
                  </a:lnTo>
                  <a:lnTo>
                    <a:pt x="5" y="11"/>
                  </a:lnTo>
                  <a:lnTo>
                    <a:pt x="5" y="9"/>
                  </a:lnTo>
                  <a:lnTo>
                    <a:pt x="5" y="9"/>
                  </a:lnTo>
                  <a:lnTo>
                    <a:pt x="2" y="9"/>
                  </a:lnTo>
                  <a:lnTo>
                    <a:pt x="2" y="9"/>
                  </a:lnTo>
                  <a:lnTo>
                    <a:pt x="2" y="7"/>
                  </a:lnTo>
                  <a:lnTo>
                    <a:pt x="2" y="7"/>
                  </a:lnTo>
                  <a:lnTo>
                    <a:pt x="2" y="7"/>
                  </a:lnTo>
                  <a:lnTo>
                    <a:pt x="2" y="7"/>
                  </a:lnTo>
                  <a:lnTo>
                    <a:pt x="2" y="7"/>
                  </a:lnTo>
                  <a:lnTo>
                    <a:pt x="2" y="4"/>
                  </a:lnTo>
                  <a:lnTo>
                    <a:pt x="0" y="4"/>
                  </a:lnTo>
                  <a:lnTo>
                    <a:pt x="0" y="4"/>
                  </a:lnTo>
                  <a:lnTo>
                    <a:pt x="0" y="4"/>
                  </a:lnTo>
                  <a:lnTo>
                    <a:pt x="0" y="2"/>
                  </a:lnTo>
                  <a:lnTo>
                    <a:pt x="0" y="2"/>
                  </a:lnTo>
                  <a:lnTo>
                    <a:pt x="0" y="2"/>
                  </a:lnTo>
                  <a:lnTo>
                    <a:pt x="2" y="2"/>
                  </a:lnTo>
                  <a:lnTo>
                    <a:pt x="2" y="2"/>
                  </a:lnTo>
                  <a:lnTo>
                    <a:pt x="2" y="2"/>
                  </a:lnTo>
                  <a:lnTo>
                    <a:pt x="2" y="2"/>
                  </a:lnTo>
                  <a:lnTo>
                    <a:pt x="2" y="2"/>
                  </a:lnTo>
                  <a:lnTo>
                    <a:pt x="5" y="2"/>
                  </a:lnTo>
                  <a:lnTo>
                    <a:pt x="5" y="2"/>
                  </a:lnTo>
                  <a:lnTo>
                    <a:pt x="5" y="0"/>
                  </a:lnTo>
                  <a:lnTo>
                    <a:pt x="5"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1" name="Freeform 249"/>
            <p:cNvSpPr>
              <a:spLocks/>
            </p:cNvSpPr>
            <p:nvPr/>
          </p:nvSpPr>
          <p:spPr bwMode="auto">
            <a:xfrm>
              <a:off x="2844800" y="2768600"/>
              <a:ext cx="44450" cy="41275"/>
            </a:xfrm>
            <a:custGeom>
              <a:avLst/>
              <a:gdLst/>
              <a:ahLst/>
              <a:cxnLst>
                <a:cxn ang="0">
                  <a:pos x="7" y="2"/>
                </a:cxn>
                <a:cxn ang="0">
                  <a:pos x="7" y="2"/>
                </a:cxn>
                <a:cxn ang="0">
                  <a:pos x="9" y="4"/>
                </a:cxn>
                <a:cxn ang="0">
                  <a:pos x="9" y="7"/>
                </a:cxn>
                <a:cxn ang="0">
                  <a:pos x="9" y="4"/>
                </a:cxn>
                <a:cxn ang="0">
                  <a:pos x="9" y="7"/>
                </a:cxn>
                <a:cxn ang="0">
                  <a:pos x="12" y="7"/>
                </a:cxn>
                <a:cxn ang="0">
                  <a:pos x="12" y="7"/>
                </a:cxn>
                <a:cxn ang="0">
                  <a:pos x="14" y="7"/>
                </a:cxn>
                <a:cxn ang="0">
                  <a:pos x="14" y="7"/>
                </a:cxn>
                <a:cxn ang="0">
                  <a:pos x="16" y="7"/>
                </a:cxn>
                <a:cxn ang="0">
                  <a:pos x="16" y="7"/>
                </a:cxn>
                <a:cxn ang="0">
                  <a:pos x="19" y="7"/>
                </a:cxn>
                <a:cxn ang="0">
                  <a:pos x="21" y="7"/>
                </a:cxn>
                <a:cxn ang="0">
                  <a:pos x="21" y="7"/>
                </a:cxn>
                <a:cxn ang="0">
                  <a:pos x="21" y="9"/>
                </a:cxn>
                <a:cxn ang="0">
                  <a:pos x="21" y="9"/>
                </a:cxn>
                <a:cxn ang="0">
                  <a:pos x="21" y="11"/>
                </a:cxn>
                <a:cxn ang="0">
                  <a:pos x="24" y="11"/>
                </a:cxn>
                <a:cxn ang="0">
                  <a:pos x="24" y="11"/>
                </a:cxn>
                <a:cxn ang="0">
                  <a:pos x="26" y="14"/>
                </a:cxn>
                <a:cxn ang="0">
                  <a:pos x="26" y="16"/>
                </a:cxn>
                <a:cxn ang="0">
                  <a:pos x="26" y="16"/>
                </a:cxn>
                <a:cxn ang="0">
                  <a:pos x="26" y="19"/>
                </a:cxn>
                <a:cxn ang="0">
                  <a:pos x="28" y="19"/>
                </a:cxn>
                <a:cxn ang="0">
                  <a:pos x="28" y="21"/>
                </a:cxn>
                <a:cxn ang="0">
                  <a:pos x="28" y="23"/>
                </a:cxn>
                <a:cxn ang="0">
                  <a:pos x="28" y="23"/>
                </a:cxn>
                <a:cxn ang="0">
                  <a:pos x="26" y="26"/>
                </a:cxn>
                <a:cxn ang="0">
                  <a:pos x="26" y="23"/>
                </a:cxn>
                <a:cxn ang="0">
                  <a:pos x="24" y="23"/>
                </a:cxn>
                <a:cxn ang="0">
                  <a:pos x="21" y="23"/>
                </a:cxn>
                <a:cxn ang="0">
                  <a:pos x="21" y="23"/>
                </a:cxn>
                <a:cxn ang="0">
                  <a:pos x="19" y="23"/>
                </a:cxn>
                <a:cxn ang="0">
                  <a:pos x="19" y="21"/>
                </a:cxn>
                <a:cxn ang="0">
                  <a:pos x="16" y="21"/>
                </a:cxn>
                <a:cxn ang="0">
                  <a:pos x="14" y="21"/>
                </a:cxn>
                <a:cxn ang="0">
                  <a:pos x="14" y="21"/>
                </a:cxn>
                <a:cxn ang="0">
                  <a:pos x="12" y="19"/>
                </a:cxn>
                <a:cxn ang="0">
                  <a:pos x="12" y="19"/>
                </a:cxn>
                <a:cxn ang="0">
                  <a:pos x="12" y="16"/>
                </a:cxn>
                <a:cxn ang="0">
                  <a:pos x="12" y="16"/>
                </a:cxn>
                <a:cxn ang="0">
                  <a:pos x="9" y="16"/>
                </a:cxn>
                <a:cxn ang="0">
                  <a:pos x="7" y="16"/>
                </a:cxn>
                <a:cxn ang="0">
                  <a:pos x="7" y="14"/>
                </a:cxn>
                <a:cxn ang="0">
                  <a:pos x="7" y="11"/>
                </a:cxn>
                <a:cxn ang="0">
                  <a:pos x="5" y="11"/>
                </a:cxn>
                <a:cxn ang="0">
                  <a:pos x="5" y="9"/>
                </a:cxn>
                <a:cxn ang="0">
                  <a:pos x="2" y="9"/>
                </a:cxn>
                <a:cxn ang="0">
                  <a:pos x="2" y="7"/>
                </a:cxn>
                <a:cxn ang="0">
                  <a:pos x="2" y="7"/>
                </a:cxn>
                <a:cxn ang="0">
                  <a:pos x="2" y="7"/>
                </a:cxn>
                <a:cxn ang="0">
                  <a:pos x="0" y="4"/>
                </a:cxn>
                <a:cxn ang="0">
                  <a:pos x="0" y="4"/>
                </a:cxn>
                <a:cxn ang="0">
                  <a:pos x="0" y="2"/>
                </a:cxn>
                <a:cxn ang="0">
                  <a:pos x="2" y="2"/>
                </a:cxn>
                <a:cxn ang="0">
                  <a:pos x="2" y="2"/>
                </a:cxn>
                <a:cxn ang="0">
                  <a:pos x="2" y="2"/>
                </a:cxn>
                <a:cxn ang="0">
                  <a:pos x="5" y="2"/>
                </a:cxn>
                <a:cxn ang="0">
                  <a:pos x="5" y="0"/>
                </a:cxn>
              </a:cxnLst>
              <a:rect l="0" t="0" r="r" b="b"/>
              <a:pathLst>
                <a:path w="28" h="26">
                  <a:moveTo>
                    <a:pt x="7" y="0"/>
                  </a:moveTo>
                  <a:lnTo>
                    <a:pt x="7" y="2"/>
                  </a:lnTo>
                  <a:lnTo>
                    <a:pt x="7" y="2"/>
                  </a:lnTo>
                  <a:lnTo>
                    <a:pt x="7" y="2"/>
                  </a:lnTo>
                  <a:lnTo>
                    <a:pt x="7" y="4"/>
                  </a:lnTo>
                  <a:lnTo>
                    <a:pt x="9" y="4"/>
                  </a:lnTo>
                  <a:lnTo>
                    <a:pt x="9" y="4"/>
                  </a:lnTo>
                  <a:lnTo>
                    <a:pt x="9" y="7"/>
                  </a:lnTo>
                  <a:lnTo>
                    <a:pt x="9" y="7"/>
                  </a:lnTo>
                  <a:lnTo>
                    <a:pt x="9" y="4"/>
                  </a:lnTo>
                  <a:lnTo>
                    <a:pt x="9" y="4"/>
                  </a:lnTo>
                  <a:lnTo>
                    <a:pt x="9" y="7"/>
                  </a:lnTo>
                  <a:lnTo>
                    <a:pt x="12" y="7"/>
                  </a:lnTo>
                  <a:lnTo>
                    <a:pt x="12" y="7"/>
                  </a:lnTo>
                  <a:lnTo>
                    <a:pt x="12" y="7"/>
                  </a:lnTo>
                  <a:lnTo>
                    <a:pt x="12" y="7"/>
                  </a:lnTo>
                  <a:lnTo>
                    <a:pt x="14" y="7"/>
                  </a:lnTo>
                  <a:lnTo>
                    <a:pt x="14" y="7"/>
                  </a:lnTo>
                  <a:lnTo>
                    <a:pt x="14" y="7"/>
                  </a:lnTo>
                  <a:lnTo>
                    <a:pt x="14" y="7"/>
                  </a:lnTo>
                  <a:lnTo>
                    <a:pt x="16" y="7"/>
                  </a:lnTo>
                  <a:lnTo>
                    <a:pt x="16" y="7"/>
                  </a:lnTo>
                  <a:lnTo>
                    <a:pt x="16" y="7"/>
                  </a:lnTo>
                  <a:lnTo>
                    <a:pt x="16" y="7"/>
                  </a:lnTo>
                  <a:lnTo>
                    <a:pt x="19" y="7"/>
                  </a:lnTo>
                  <a:lnTo>
                    <a:pt x="19" y="7"/>
                  </a:lnTo>
                  <a:lnTo>
                    <a:pt x="21" y="7"/>
                  </a:lnTo>
                  <a:lnTo>
                    <a:pt x="21" y="7"/>
                  </a:lnTo>
                  <a:lnTo>
                    <a:pt x="21" y="7"/>
                  </a:lnTo>
                  <a:lnTo>
                    <a:pt x="21" y="7"/>
                  </a:lnTo>
                  <a:lnTo>
                    <a:pt x="21" y="7"/>
                  </a:lnTo>
                  <a:lnTo>
                    <a:pt x="21" y="9"/>
                  </a:lnTo>
                  <a:lnTo>
                    <a:pt x="21" y="9"/>
                  </a:lnTo>
                  <a:lnTo>
                    <a:pt x="21" y="9"/>
                  </a:lnTo>
                  <a:lnTo>
                    <a:pt x="21" y="11"/>
                  </a:lnTo>
                  <a:lnTo>
                    <a:pt x="21" y="11"/>
                  </a:lnTo>
                  <a:lnTo>
                    <a:pt x="24" y="11"/>
                  </a:lnTo>
                  <a:lnTo>
                    <a:pt x="24" y="11"/>
                  </a:lnTo>
                  <a:lnTo>
                    <a:pt x="24" y="11"/>
                  </a:lnTo>
                  <a:lnTo>
                    <a:pt x="24" y="11"/>
                  </a:lnTo>
                  <a:lnTo>
                    <a:pt x="24" y="14"/>
                  </a:lnTo>
                  <a:lnTo>
                    <a:pt x="26" y="14"/>
                  </a:lnTo>
                  <a:lnTo>
                    <a:pt x="26" y="14"/>
                  </a:lnTo>
                  <a:lnTo>
                    <a:pt x="26" y="16"/>
                  </a:lnTo>
                  <a:lnTo>
                    <a:pt x="26" y="16"/>
                  </a:lnTo>
                  <a:lnTo>
                    <a:pt x="26" y="16"/>
                  </a:lnTo>
                  <a:lnTo>
                    <a:pt x="26" y="16"/>
                  </a:lnTo>
                  <a:lnTo>
                    <a:pt x="26" y="19"/>
                  </a:lnTo>
                  <a:lnTo>
                    <a:pt x="28" y="19"/>
                  </a:lnTo>
                  <a:lnTo>
                    <a:pt x="28" y="19"/>
                  </a:lnTo>
                  <a:lnTo>
                    <a:pt x="28" y="21"/>
                  </a:lnTo>
                  <a:lnTo>
                    <a:pt x="28" y="21"/>
                  </a:lnTo>
                  <a:lnTo>
                    <a:pt x="28" y="21"/>
                  </a:lnTo>
                  <a:lnTo>
                    <a:pt x="28" y="23"/>
                  </a:lnTo>
                  <a:lnTo>
                    <a:pt x="28" y="23"/>
                  </a:lnTo>
                  <a:lnTo>
                    <a:pt x="28" y="23"/>
                  </a:lnTo>
                  <a:lnTo>
                    <a:pt x="26" y="23"/>
                  </a:lnTo>
                  <a:lnTo>
                    <a:pt x="26" y="26"/>
                  </a:lnTo>
                  <a:lnTo>
                    <a:pt x="26" y="26"/>
                  </a:lnTo>
                  <a:lnTo>
                    <a:pt x="26" y="23"/>
                  </a:lnTo>
                  <a:lnTo>
                    <a:pt x="24" y="23"/>
                  </a:lnTo>
                  <a:lnTo>
                    <a:pt x="24" y="23"/>
                  </a:lnTo>
                  <a:lnTo>
                    <a:pt x="24" y="23"/>
                  </a:lnTo>
                  <a:lnTo>
                    <a:pt x="21" y="23"/>
                  </a:lnTo>
                  <a:lnTo>
                    <a:pt x="21" y="23"/>
                  </a:lnTo>
                  <a:lnTo>
                    <a:pt x="21" y="23"/>
                  </a:lnTo>
                  <a:lnTo>
                    <a:pt x="21" y="23"/>
                  </a:lnTo>
                  <a:lnTo>
                    <a:pt x="19" y="23"/>
                  </a:lnTo>
                  <a:lnTo>
                    <a:pt x="19" y="21"/>
                  </a:lnTo>
                  <a:lnTo>
                    <a:pt x="19" y="21"/>
                  </a:lnTo>
                  <a:lnTo>
                    <a:pt x="16" y="21"/>
                  </a:lnTo>
                  <a:lnTo>
                    <a:pt x="16" y="21"/>
                  </a:lnTo>
                  <a:lnTo>
                    <a:pt x="16" y="21"/>
                  </a:lnTo>
                  <a:lnTo>
                    <a:pt x="14" y="21"/>
                  </a:lnTo>
                  <a:lnTo>
                    <a:pt x="14" y="21"/>
                  </a:lnTo>
                  <a:lnTo>
                    <a:pt x="14" y="21"/>
                  </a:lnTo>
                  <a:lnTo>
                    <a:pt x="14" y="19"/>
                  </a:lnTo>
                  <a:lnTo>
                    <a:pt x="12" y="19"/>
                  </a:lnTo>
                  <a:lnTo>
                    <a:pt x="12" y="19"/>
                  </a:lnTo>
                  <a:lnTo>
                    <a:pt x="12" y="19"/>
                  </a:lnTo>
                  <a:lnTo>
                    <a:pt x="12" y="16"/>
                  </a:lnTo>
                  <a:lnTo>
                    <a:pt x="12" y="16"/>
                  </a:lnTo>
                  <a:lnTo>
                    <a:pt x="12" y="16"/>
                  </a:lnTo>
                  <a:lnTo>
                    <a:pt x="12" y="16"/>
                  </a:lnTo>
                  <a:lnTo>
                    <a:pt x="9" y="16"/>
                  </a:lnTo>
                  <a:lnTo>
                    <a:pt x="9" y="16"/>
                  </a:lnTo>
                  <a:lnTo>
                    <a:pt x="9" y="16"/>
                  </a:lnTo>
                  <a:lnTo>
                    <a:pt x="7" y="16"/>
                  </a:lnTo>
                  <a:lnTo>
                    <a:pt x="7" y="14"/>
                  </a:lnTo>
                  <a:lnTo>
                    <a:pt x="7" y="14"/>
                  </a:lnTo>
                  <a:lnTo>
                    <a:pt x="7" y="14"/>
                  </a:lnTo>
                  <a:lnTo>
                    <a:pt x="7" y="11"/>
                  </a:lnTo>
                  <a:lnTo>
                    <a:pt x="5" y="11"/>
                  </a:lnTo>
                  <a:lnTo>
                    <a:pt x="5" y="11"/>
                  </a:lnTo>
                  <a:lnTo>
                    <a:pt x="5" y="11"/>
                  </a:lnTo>
                  <a:lnTo>
                    <a:pt x="5" y="9"/>
                  </a:lnTo>
                  <a:lnTo>
                    <a:pt x="5" y="9"/>
                  </a:lnTo>
                  <a:lnTo>
                    <a:pt x="2" y="9"/>
                  </a:lnTo>
                  <a:lnTo>
                    <a:pt x="2" y="9"/>
                  </a:lnTo>
                  <a:lnTo>
                    <a:pt x="2" y="7"/>
                  </a:lnTo>
                  <a:lnTo>
                    <a:pt x="2" y="7"/>
                  </a:lnTo>
                  <a:lnTo>
                    <a:pt x="2" y="7"/>
                  </a:lnTo>
                  <a:lnTo>
                    <a:pt x="2" y="7"/>
                  </a:lnTo>
                  <a:lnTo>
                    <a:pt x="2" y="7"/>
                  </a:lnTo>
                  <a:lnTo>
                    <a:pt x="2" y="4"/>
                  </a:lnTo>
                  <a:lnTo>
                    <a:pt x="0" y="4"/>
                  </a:lnTo>
                  <a:lnTo>
                    <a:pt x="0" y="4"/>
                  </a:lnTo>
                  <a:lnTo>
                    <a:pt x="0" y="4"/>
                  </a:lnTo>
                  <a:lnTo>
                    <a:pt x="0" y="2"/>
                  </a:lnTo>
                  <a:lnTo>
                    <a:pt x="0" y="2"/>
                  </a:lnTo>
                  <a:lnTo>
                    <a:pt x="0" y="2"/>
                  </a:lnTo>
                  <a:lnTo>
                    <a:pt x="2" y="2"/>
                  </a:lnTo>
                  <a:lnTo>
                    <a:pt x="2" y="2"/>
                  </a:lnTo>
                  <a:lnTo>
                    <a:pt x="2" y="2"/>
                  </a:lnTo>
                  <a:lnTo>
                    <a:pt x="2" y="2"/>
                  </a:lnTo>
                  <a:lnTo>
                    <a:pt x="2" y="2"/>
                  </a:lnTo>
                  <a:lnTo>
                    <a:pt x="5" y="2"/>
                  </a:lnTo>
                  <a:lnTo>
                    <a:pt x="5" y="2"/>
                  </a:lnTo>
                  <a:lnTo>
                    <a:pt x="5" y="0"/>
                  </a:lnTo>
                  <a:lnTo>
                    <a:pt x="5"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2" name="Freeform 250"/>
            <p:cNvSpPr>
              <a:spLocks/>
            </p:cNvSpPr>
            <p:nvPr/>
          </p:nvSpPr>
          <p:spPr bwMode="auto">
            <a:xfrm>
              <a:off x="2852738" y="2684463"/>
              <a:ext cx="179388" cy="139700"/>
            </a:xfrm>
            <a:custGeom>
              <a:avLst/>
              <a:gdLst/>
              <a:ahLst/>
              <a:cxnLst>
                <a:cxn ang="0">
                  <a:pos x="80" y="5"/>
                </a:cxn>
                <a:cxn ang="0">
                  <a:pos x="85" y="10"/>
                </a:cxn>
                <a:cxn ang="0">
                  <a:pos x="90" y="19"/>
                </a:cxn>
                <a:cxn ang="0">
                  <a:pos x="92" y="24"/>
                </a:cxn>
                <a:cxn ang="0">
                  <a:pos x="97" y="31"/>
                </a:cxn>
                <a:cxn ang="0">
                  <a:pos x="104" y="31"/>
                </a:cxn>
                <a:cxn ang="0">
                  <a:pos x="111" y="36"/>
                </a:cxn>
                <a:cxn ang="0">
                  <a:pos x="113" y="43"/>
                </a:cxn>
                <a:cxn ang="0">
                  <a:pos x="109" y="41"/>
                </a:cxn>
                <a:cxn ang="0">
                  <a:pos x="101" y="41"/>
                </a:cxn>
                <a:cxn ang="0">
                  <a:pos x="97" y="45"/>
                </a:cxn>
                <a:cxn ang="0">
                  <a:pos x="94" y="53"/>
                </a:cxn>
                <a:cxn ang="0">
                  <a:pos x="92" y="60"/>
                </a:cxn>
                <a:cxn ang="0">
                  <a:pos x="92" y="67"/>
                </a:cxn>
                <a:cxn ang="0">
                  <a:pos x="90" y="72"/>
                </a:cxn>
                <a:cxn ang="0">
                  <a:pos x="87" y="74"/>
                </a:cxn>
                <a:cxn ang="0">
                  <a:pos x="85" y="69"/>
                </a:cxn>
                <a:cxn ang="0">
                  <a:pos x="83" y="79"/>
                </a:cxn>
                <a:cxn ang="0">
                  <a:pos x="80" y="88"/>
                </a:cxn>
                <a:cxn ang="0">
                  <a:pos x="73" y="86"/>
                </a:cxn>
                <a:cxn ang="0">
                  <a:pos x="68" y="81"/>
                </a:cxn>
                <a:cxn ang="0">
                  <a:pos x="64" y="76"/>
                </a:cxn>
                <a:cxn ang="0">
                  <a:pos x="71" y="74"/>
                </a:cxn>
                <a:cxn ang="0">
                  <a:pos x="66" y="69"/>
                </a:cxn>
                <a:cxn ang="0">
                  <a:pos x="71" y="62"/>
                </a:cxn>
                <a:cxn ang="0">
                  <a:pos x="66" y="57"/>
                </a:cxn>
                <a:cxn ang="0">
                  <a:pos x="59" y="60"/>
                </a:cxn>
                <a:cxn ang="0">
                  <a:pos x="52" y="62"/>
                </a:cxn>
                <a:cxn ang="0">
                  <a:pos x="45" y="67"/>
                </a:cxn>
                <a:cxn ang="0">
                  <a:pos x="40" y="69"/>
                </a:cxn>
                <a:cxn ang="0">
                  <a:pos x="33" y="74"/>
                </a:cxn>
                <a:cxn ang="0">
                  <a:pos x="33" y="72"/>
                </a:cxn>
                <a:cxn ang="0">
                  <a:pos x="33" y="67"/>
                </a:cxn>
                <a:cxn ang="0">
                  <a:pos x="30" y="62"/>
                </a:cxn>
                <a:cxn ang="0">
                  <a:pos x="26" y="57"/>
                </a:cxn>
                <a:cxn ang="0">
                  <a:pos x="21" y="55"/>
                </a:cxn>
                <a:cxn ang="0">
                  <a:pos x="16" y="50"/>
                </a:cxn>
                <a:cxn ang="0">
                  <a:pos x="16" y="48"/>
                </a:cxn>
                <a:cxn ang="0">
                  <a:pos x="19" y="43"/>
                </a:cxn>
                <a:cxn ang="0">
                  <a:pos x="14" y="38"/>
                </a:cxn>
                <a:cxn ang="0">
                  <a:pos x="7" y="34"/>
                </a:cxn>
                <a:cxn ang="0">
                  <a:pos x="11" y="27"/>
                </a:cxn>
                <a:cxn ang="0">
                  <a:pos x="7" y="22"/>
                </a:cxn>
                <a:cxn ang="0">
                  <a:pos x="2" y="19"/>
                </a:cxn>
                <a:cxn ang="0">
                  <a:pos x="2" y="19"/>
                </a:cxn>
                <a:cxn ang="0">
                  <a:pos x="2" y="12"/>
                </a:cxn>
                <a:cxn ang="0">
                  <a:pos x="9" y="10"/>
                </a:cxn>
                <a:cxn ang="0">
                  <a:pos x="14" y="15"/>
                </a:cxn>
                <a:cxn ang="0">
                  <a:pos x="21" y="19"/>
                </a:cxn>
                <a:cxn ang="0">
                  <a:pos x="28" y="19"/>
                </a:cxn>
                <a:cxn ang="0">
                  <a:pos x="33" y="19"/>
                </a:cxn>
                <a:cxn ang="0">
                  <a:pos x="33" y="12"/>
                </a:cxn>
                <a:cxn ang="0">
                  <a:pos x="26" y="10"/>
                </a:cxn>
                <a:cxn ang="0">
                  <a:pos x="28" y="0"/>
                </a:cxn>
                <a:cxn ang="0">
                  <a:pos x="35" y="0"/>
                </a:cxn>
                <a:cxn ang="0">
                  <a:pos x="40" y="5"/>
                </a:cxn>
                <a:cxn ang="0">
                  <a:pos x="45" y="10"/>
                </a:cxn>
                <a:cxn ang="0">
                  <a:pos x="49" y="15"/>
                </a:cxn>
                <a:cxn ang="0">
                  <a:pos x="56" y="17"/>
                </a:cxn>
                <a:cxn ang="0">
                  <a:pos x="64" y="12"/>
                </a:cxn>
                <a:cxn ang="0">
                  <a:pos x="71" y="10"/>
                </a:cxn>
                <a:cxn ang="0">
                  <a:pos x="73" y="3"/>
                </a:cxn>
              </a:cxnLst>
              <a:rect l="0" t="0" r="r" b="b"/>
              <a:pathLst>
                <a:path w="113" h="88">
                  <a:moveTo>
                    <a:pt x="75" y="0"/>
                  </a:moveTo>
                  <a:lnTo>
                    <a:pt x="75" y="0"/>
                  </a:lnTo>
                  <a:lnTo>
                    <a:pt x="78" y="0"/>
                  </a:lnTo>
                  <a:lnTo>
                    <a:pt x="78" y="0"/>
                  </a:lnTo>
                  <a:lnTo>
                    <a:pt x="78" y="0"/>
                  </a:lnTo>
                  <a:lnTo>
                    <a:pt x="78" y="3"/>
                  </a:lnTo>
                  <a:lnTo>
                    <a:pt x="78" y="3"/>
                  </a:lnTo>
                  <a:lnTo>
                    <a:pt x="80" y="3"/>
                  </a:lnTo>
                  <a:lnTo>
                    <a:pt x="80" y="3"/>
                  </a:lnTo>
                  <a:lnTo>
                    <a:pt x="80" y="5"/>
                  </a:lnTo>
                  <a:lnTo>
                    <a:pt x="80" y="5"/>
                  </a:lnTo>
                  <a:lnTo>
                    <a:pt x="80" y="5"/>
                  </a:lnTo>
                  <a:lnTo>
                    <a:pt x="83" y="5"/>
                  </a:lnTo>
                  <a:lnTo>
                    <a:pt x="83" y="8"/>
                  </a:lnTo>
                  <a:lnTo>
                    <a:pt x="83" y="8"/>
                  </a:lnTo>
                  <a:lnTo>
                    <a:pt x="83" y="8"/>
                  </a:lnTo>
                  <a:lnTo>
                    <a:pt x="83" y="8"/>
                  </a:lnTo>
                  <a:lnTo>
                    <a:pt x="83" y="10"/>
                  </a:lnTo>
                  <a:lnTo>
                    <a:pt x="85" y="10"/>
                  </a:lnTo>
                  <a:lnTo>
                    <a:pt x="85" y="10"/>
                  </a:lnTo>
                  <a:lnTo>
                    <a:pt x="85" y="10"/>
                  </a:lnTo>
                  <a:lnTo>
                    <a:pt x="85" y="10"/>
                  </a:lnTo>
                  <a:lnTo>
                    <a:pt x="85" y="10"/>
                  </a:lnTo>
                  <a:lnTo>
                    <a:pt x="85" y="12"/>
                  </a:lnTo>
                  <a:lnTo>
                    <a:pt x="87" y="12"/>
                  </a:lnTo>
                  <a:lnTo>
                    <a:pt x="87" y="12"/>
                  </a:lnTo>
                  <a:lnTo>
                    <a:pt x="87" y="12"/>
                  </a:lnTo>
                  <a:lnTo>
                    <a:pt x="87" y="15"/>
                  </a:lnTo>
                  <a:lnTo>
                    <a:pt x="87" y="15"/>
                  </a:lnTo>
                  <a:lnTo>
                    <a:pt x="90" y="15"/>
                  </a:lnTo>
                  <a:lnTo>
                    <a:pt x="90" y="17"/>
                  </a:lnTo>
                  <a:lnTo>
                    <a:pt x="90" y="17"/>
                  </a:lnTo>
                  <a:lnTo>
                    <a:pt x="90" y="19"/>
                  </a:lnTo>
                  <a:lnTo>
                    <a:pt x="90" y="19"/>
                  </a:lnTo>
                  <a:lnTo>
                    <a:pt x="90" y="19"/>
                  </a:lnTo>
                  <a:lnTo>
                    <a:pt x="90" y="19"/>
                  </a:lnTo>
                  <a:lnTo>
                    <a:pt x="90" y="22"/>
                  </a:lnTo>
                  <a:lnTo>
                    <a:pt x="90" y="22"/>
                  </a:lnTo>
                  <a:lnTo>
                    <a:pt x="90" y="22"/>
                  </a:lnTo>
                  <a:lnTo>
                    <a:pt x="92" y="22"/>
                  </a:lnTo>
                  <a:lnTo>
                    <a:pt x="92" y="24"/>
                  </a:lnTo>
                  <a:lnTo>
                    <a:pt x="92" y="24"/>
                  </a:lnTo>
                  <a:lnTo>
                    <a:pt x="92" y="24"/>
                  </a:lnTo>
                  <a:lnTo>
                    <a:pt x="92" y="24"/>
                  </a:lnTo>
                  <a:lnTo>
                    <a:pt x="94" y="24"/>
                  </a:lnTo>
                  <a:lnTo>
                    <a:pt x="94" y="27"/>
                  </a:lnTo>
                  <a:lnTo>
                    <a:pt x="94" y="27"/>
                  </a:lnTo>
                  <a:lnTo>
                    <a:pt x="97" y="27"/>
                  </a:lnTo>
                  <a:lnTo>
                    <a:pt x="97" y="27"/>
                  </a:lnTo>
                  <a:lnTo>
                    <a:pt x="97" y="27"/>
                  </a:lnTo>
                  <a:lnTo>
                    <a:pt x="97" y="29"/>
                  </a:lnTo>
                  <a:lnTo>
                    <a:pt x="97" y="29"/>
                  </a:lnTo>
                  <a:lnTo>
                    <a:pt x="97" y="29"/>
                  </a:lnTo>
                  <a:lnTo>
                    <a:pt x="97" y="31"/>
                  </a:lnTo>
                  <a:lnTo>
                    <a:pt x="97" y="31"/>
                  </a:lnTo>
                  <a:lnTo>
                    <a:pt x="97" y="31"/>
                  </a:lnTo>
                  <a:lnTo>
                    <a:pt x="99" y="31"/>
                  </a:lnTo>
                  <a:lnTo>
                    <a:pt x="99" y="31"/>
                  </a:lnTo>
                  <a:lnTo>
                    <a:pt x="99" y="31"/>
                  </a:lnTo>
                  <a:lnTo>
                    <a:pt x="99" y="34"/>
                  </a:lnTo>
                  <a:lnTo>
                    <a:pt x="101" y="34"/>
                  </a:lnTo>
                  <a:lnTo>
                    <a:pt x="101" y="34"/>
                  </a:lnTo>
                  <a:lnTo>
                    <a:pt x="104" y="34"/>
                  </a:lnTo>
                  <a:lnTo>
                    <a:pt x="104" y="34"/>
                  </a:lnTo>
                  <a:lnTo>
                    <a:pt x="104" y="34"/>
                  </a:lnTo>
                  <a:lnTo>
                    <a:pt x="104" y="31"/>
                  </a:lnTo>
                  <a:lnTo>
                    <a:pt x="106" y="31"/>
                  </a:lnTo>
                  <a:lnTo>
                    <a:pt x="106" y="31"/>
                  </a:lnTo>
                  <a:lnTo>
                    <a:pt x="106" y="31"/>
                  </a:lnTo>
                  <a:lnTo>
                    <a:pt x="109" y="31"/>
                  </a:lnTo>
                  <a:lnTo>
                    <a:pt x="109" y="34"/>
                  </a:lnTo>
                  <a:lnTo>
                    <a:pt x="109" y="34"/>
                  </a:lnTo>
                  <a:lnTo>
                    <a:pt x="109" y="34"/>
                  </a:lnTo>
                  <a:lnTo>
                    <a:pt x="111" y="34"/>
                  </a:lnTo>
                  <a:lnTo>
                    <a:pt x="111" y="34"/>
                  </a:lnTo>
                  <a:lnTo>
                    <a:pt x="111" y="34"/>
                  </a:lnTo>
                  <a:lnTo>
                    <a:pt x="111" y="36"/>
                  </a:lnTo>
                  <a:lnTo>
                    <a:pt x="113" y="36"/>
                  </a:lnTo>
                  <a:lnTo>
                    <a:pt x="113" y="36"/>
                  </a:lnTo>
                  <a:lnTo>
                    <a:pt x="113" y="36"/>
                  </a:lnTo>
                  <a:lnTo>
                    <a:pt x="113" y="36"/>
                  </a:lnTo>
                  <a:lnTo>
                    <a:pt x="113" y="38"/>
                  </a:lnTo>
                  <a:lnTo>
                    <a:pt x="113" y="38"/>
                  </a:lnTo>
                  <a:lnTo>
                    <a:pt x="113" y="41"/>
                  </a:lnTo>
                  <a:lnTo>
                    <a:pt x="113" y="41"/>
                  </a:lnTo>
                  <a:lnTo>
                    <a:pt x="113" y="41"/>
                  </a:lnTo>
                  <a:lnTo>
                    <a:pt x="113" y="43"/>
                  </a:lnTo>
                  <a:lnTo>
                    <a:pt x="113" y="43"/>
                  </a:lnTo>
                  <a:lnTo>
                    <a:pt x="113" y="43"/>
                  </a:lnTo>
                  <a:lnTo>
                    <a:pt x="113" y="43"/>
                  </a:lnTo>
                  <a:lnTo>
                    <a:pt x="113" y="41"/>
                  </a:lnTo>
                  <a:lnTo>
                    <a:pt x="113" y="41"/>
                  </a:lnTo>
                  <a:lnTo>
                    <a:pt x="113" y="41"/>
                  </a:lnTo>
                  <a:lnTo>
                    <a:pt x="111" y="41"/>
                  </a:lnTo>
                  <a:lnTo>
                    <a:pt x="111" y="41"/>
                  </a:lnTo>
                  <a:lnTo>
                    <a:pt x="111" y="41"/>
                  </a:lnTo>
                  <a:lnTo>
                    <a:pt x="111" y="41"/>
                  </a:lnTo>
                  <a:lnTo>
                    <a:pt x="109" y="41"/>
                  </a:lnTo>
                  <a:lnTo>
                    <a:pt x="109" y="41"/>
                  </a:lnTo>
                  <a:lnTo>
                    <a:pt x="109" y="41"/>
                  </a:lnTo>
                  <a:lnTo>
                    <a:pt x="106" y="41"/>
                  </a:lnTo>
                  <a:lnTo>
                    <a:pt x="106" y="41"/>
                  </a:lnTo>
                  <a:lnTo>
                    <a:pt x="106" y="41"/>
                  </a:lnTo>
                  <a:lnTo>
                    <a:pt x="106" y="41"/>
                  </a:lnTo>
                  <a:lnTo>
                    <a:pt x="104" y="41"/>
                  </a:lnTo>
                  <a:lnTo>
                    <a:pt x="104" y="41"/>
                  </a:lnTo>
                  <a:lnTo>
                    <a:pt x="104" y="41"/>
                  </a:lnTo>
                  <a:lnTo>
                    <a:pt x="104" y="41"/>
                  </a:lnTo>
                  <a:lnTo>
                    <a:pt x="101" y="41"/>
                  </a:lnTo>
                  <a:lnTo>
                    <a:pt x="101" y="41"/>
                  </a:lnTo>
                  <a:lnTo>
                    <a:pt x="101" y="41"/>
                  </a:lnTo>
                  <a:lnTo>
                    <a:pt x="99" y="41"/>
                  </a:lnTo>
                  <a:lnTo>
                    <a:pt x="99" y="41"/>
                  </a:lnTo>
                  <a:lnTo>
                    <a:pt x="99" y="43"/>
                  </a:lnTo>
                  <a:lnTo>
                    <a:pt x="99" y="43"/>
                  </a:lnTo>
                  <a:lnTo>
                    <a:pt x="97" y="43"/>
                  </a:lnTo>
                  <a:lnTo>
                    <a:pt x="97" y="43"/>
                  </a:lnTo>
                  <a:lnTo>
                    <a:pt x="97" y="43"/>
                  </a:lnTo>
                  <a:lnTo>
                    <a:pt x="97" y="43"/>
                  </a:lnTo>
                  <a:lnTo>
                    <a:pt x="97" y="45"/>
                  </a:lnTo>
                  <a:lnTo>
                    <a:pt x="97" y="45"/>
                  </a:lnTo>
                  <a:lnTo>
                    <a:pt x="94" y="45"/>
                  </a:lnTo>
                  <a:lnTo>
                    <a:pt x="94" y="48"/>
                  </a:lnTo>
                  <a:lnTo>
                    <a:pt x="97" y="48"/>
                  </a:lnTo>
                  <a:lnTo>
                    <a:pt x="97" y="48"/>
                  </a:lnTo>
                  <a:lnTo>
                    <a:pt x="97" y="50"/>
                  </a:lnTo>
                  <a:lnTo>
                    <a:pt x="97" y="50"/>
                  </a:lnTo>
                  <a:lnTo>
                    <a:pt x="94" y="50"/>
                  </a:lnTo>
                  <a:lnTo>
                    <a:pt x="94" y="50"/>
                  </a:lnTo>
                  <a:lnTo>
                    <a:pt x="94" y="53"/>
                  </a:lnTo>
                  <a:lnTo>
                    <a:pt x="94" y="53"/>
                  </a:lnTo>
                  <a:lnTo>
                    <a:pt x="94" y="53"/>
                  </a:lnTo>
                  <a:lnTo>
                    <a:pt x="94" y="55"/>
                  </a:lnTo>
                  <a:lnTo>
                    <a:pt x="94" y="55"/>
                  </a:lnTo>
                  <a:lnTo>
                    <a:pt x="94" y="55"/>
                  </a:lnTo>
                  <a:lnTo>
                    <a:pt x="94" y="57"/>
                  </a:lnTo>
                  <a:lnTo>
                    <a:pt x="94" y="57"/>
                  </a:lnTo>
                  <a:lnTo>
                    <a:pt x="92" y="57"/>
                  </a:lnTo>
                  <a:lnTo>
                    <a:pt x="92" y="57"/>
                  </a:lnTo>
                  <a:lnTo>
                    <a:pt x="92" y="57"/>
                  </a:lnTo>
                  <a:lnTo>
                    <a:pt x="92" y="60"/>
                  </a:lnTo>
                  <a:lnTo>
                    <a:pt x="92" y="60"/>
                  </a:lnTo>
                  <a:lnTo>
                    <a:pt x="92" y="60"/>
                  </a:lnTo>
                  <a:lnTo>
                    <a:pt x="92" y="62"/>
                  </a:lnTo>
                  <a:lnTo>
                    <a:pt x="92" y="62"/>
                  </a:lnTo>
                  <a:lnTo>
                    <a:pt x="92" y="62"/>
                  </a:lnTo>
                  <a:lnTo>
                    <a:pt x="94" y="62"/>
                  </a:lnTo>
                  <a:lnTo>
                    <a:pt x="94" y="64"/>
                  </a:lnTo>
                  <a:lnTo>
                    <a:pt x="94" y="64"/>
                  </a:lnTo>
                  <a:lnTo>
                    <a:pt x="94" y="64"/>
                  </a:lnTo>
                  <a:lnTo>
                    <a:pt x="94" y="67"/>
                  </a:lnTo>
                  <a:lnTo>
                    <a:pt x="94" y="67"/>
                  </a:lnTo>
                  <a:lnTo>
                    <a:pt x="94" y="67"/>
                  </a:lnTo>
                  <a:lnTo>
                    <a:pt x="92" y="67"/>
                  </a:lnTo>
                  <a:lnTo>
                    <a:pt x="92" y="67"/>
                  </a:lnTo>
                  <a:lnTo>
                    <a:pt x="92" y="67"/>
                  </a:lnTo>
                  <a:lnTo>
                    <a:pt x="92" y="67"/>
                  </a:lnTo>
                  <a:lnTo>
                    <a:pt x="90" y="67"/>
                  </a:lnTo>
                  <a:lnTo>
                    <a:pt x="90" y="67"/>
                  </a:lnTo>
                  <a:lnTo>
                    <a:pt x="90" y="69"/>
                  </a:lnTo>
                  <a:lnTo>
                    <a:pt x="90" y="69"/>
                  </a:lnTo>
                  <a:lnTo>
                    <a:pt x="90" y="69"/>
                  </a:lnTo>
                  <a:lnTo>
                    <a:pt x="90" y="72"/>
                  </a:lnTo>
                  <a:lnTo>
                    <a:pt x="90" y="72"/>
                  </a:lnTo>
                  <a:lnTo>
                    <a:pt x="90" y="72"/>
                  </a:lnTo>
                  <a:lnTo>
                    <a:pt x="90" y="74"/>
                  </a:lnTo>
                  <a:lnTo>
                    <a:pt x="90" y="74"/>
                  </a:lnTo>
                  <a:lnTo>
                    <a:pt x="90" y="74"/>
                  </a:lnTo>
                  <a:lnTo>
                    <a:pt x="90" y="76"/>
                  </a:lnTo>
                  <a:lnTo>
                    <a:pt x="87" y="76"/>
                  </a:lnTo>
                  <a:lnTo>
                    <a:pt x="87" y="76"/>
                  </a:lnTo>
                  <a:lnTo>
                    <a:pt x="85" y="76"/>
                  </a:lnTo>
                  <a:lnTo>
                    <a:pt x="85" y="74"/>
                  </a:lnTo>
                  <a:lnTo>
                    <a:pt x="85" y="74"/>
                  </a:lnTo>
                  <a:lnTo>
                    <a:pt x="87" y="74"/>
                  </a:lnTo>
                  <a:lnTo>
                    <a:pt x="87" y="74"/>
                  </a:lnTo>
                  <a:lnTo>
                    <a:pt x="87" y="72"/>
                  </a:lnTo>
                  <a:lnTo>
                    <a:pt x="90" y="72"/>
                  </a:lnTo>
                  <a:lnTo>
                    <a:pt x="90" y="72"/>
                  </a:lnTo>
                  <a:lnTo>
                    <a:pt x="87" y="72"/>
                  </a:lnTo>
                  <a:lnTo>
                    <a:pt x="87" y="72"/>
                  </a:lnTo>
                  <a:lnTo>
                    <a:pt x="87" y="69"/>
                  </a:lnTo>
                  <a:lnTo>
                    <a:pt x="85" y="69"/>
                  </a:lnTo>
                  <a:lnTo>
                    <a:pt x="85" y="69"/>
                  </a:lnTo>
                  <a:lnTo>
                    <a:pt x="85" y="69"/>
                  </a:lnTo>
                  <a:lnTo>
                    <a:pt x="85" y="69"/>
                  </a:lnTo>
                  <a:lnTo>
                    <a:pt x="85" y="69"/>
                  </a:lnTo>
                  <a:lnTo>
                    <a:pt x="85" y="72"/>
                  </a:lnTo>
                  <a:lnTo>
                    <a:pt x="85" y="72"/>
                  </a:lnTo>
                  <a:lnTo>
                    <a:pt x="85" y="74"/>
                  </a:lnTo>
                  <a:lnTo>
                    <a:pt x="85" y="74"/>
                  </a:lnTo>
                  <a:lnTo>
                    <a:pt x="85" y="76"/>
                  </a:lnTo>
                  <a:lnTo>
                    <a:pt x="85" y="76"/>
                  </a:lnTo>
                  <a:lnTo>
                    <a:pt x="83" y="76"/>
                  </a:lnTo>
                  <a:lnTo>
                    <a:pt x="83" y="79"/>
                  </a:lnTo>
                  <a:lnTo>
                    <a:pt x="83" y="79"/>
                  </a:lnTo>
                  <a:lnTo>
                    <a:pt x="83" y="79"/>
                  </a:lnTo>
                  <a:lnTo>
                    <a:pt x="83" y="79"/>
                  </a:lnTo>
                  <a:lnTo>
                    <a:pt x="83" y="81"/>
                  </a:lnTo>
                  <a:lnTo>
                    <a:pt x="83" y="81"/>
                  </a:lnTo>
                  <a:lnTo>
                    <a:pt x="83" y="81"/>
                  </a:lnTo>
                  <a:lnTo>
                    <a:pt x="83" y="83"/>
                  </a:lnTo>
                  <a:lnTo>
                    <a:pt x="83" y="83"/>
                  </a:lnTo>
                  <a:lnTo>
                    <a:pt x="83" y="86"/>
                  </a:lnTo>
                  <a:lnTo>
                    <a:pt x="83" y="86"/>
                  </a:lnTo>
                  <a:lnTo>
                    <a:pt x="83" y="88"/>
                  </a:lnTo>
                  <a:lnTo>
                    <a:pt x="83" y="88"/>
                  </a:lnTo>
                  <a:lnTo>
                    <a:pt x="83" y="88"/>
                  </a:lnTo>
                  <a:lnTo>
                    <a:pt x="80" y="88"/>
                  </a:lnTo>
                  <a:lnTo>
                    <a:pt x="80" y="88"/>
                  </a:lnTo>
                  <a:lnTo>
                    <a:pt x="80" y="88"/>
                  </a:lnTo>
                  <a:lnTo>
                    <a:pt x="78" y="88"/>
                  </a:lnTo>
                  <a:lnTo>
                    <a:pt x="78" y="88"/>
                  </a:lnTo>
                  <a:lnTo>
                    <a:pt x="78" y="88"/>
                  </a:lnTo>
                  <a:lnTo>
                    <a:pt x="75" y="88"/>
                  </a:lnTo>
                  <a:lnTo>
                    <a:pt x="75" y="88"/>
                  </a:lnTo>
                  <a:lnTo>
                    <a:pt x="75" y="86"/>
                  </a:lnTo>
                  <a:lnTo>
                    <a:pt x="75" y="86"/>
                  </a:lnTo>
                  <a:lnTo>
                    <a:pt x="73" y="86"/>
                  </a:lnTo>
                  <a:lnTo>
                    <a:pt x="73" y="86"/>
                  </a:lnTo>
                  <a:lnTo>
                    <a:pt x="73" y="86"/>
                  </a:lnTo>
                  <a:lnTo>
                    <a:pt x="73" y="83"/>
                  </a:lnTo>
                  <a:lnTo>
                    <a:pt x="73" y="83"/>
                  </a:lnTo>
                  <a:lnTo>
                    <a:pt x="73" y="83"/>
                  </a:lnTo>
                  <a:lnTo>
                    <a:pt x="73" y="83"/>
                  </a:lnTo>
                  <a:lnTo>
                    <a:pt x="71" y="83"/>
                  </a:lnTo>
                  <a:lnTo>
                    <a:pt x="71" y="83"/>
                  </a:lnTo>
                  <a:lnTo>
                    <a:pt x="71" y="83"/>
                  </a:lnTo>
                  <a:lnTo>
                    <a:pt x="71" y="83"/>
                  </a:lnTo>
                  <a:lnTo>
                    <a:pt x="71" y="81"/>
                  </a:lnTo>
                  <a:lnTo>
                    <a:pt x="68" y="81"/>
                  </a:lnTo>
                  <a:lnTo>
                    <a:pt x="68" y="81"/>
                  </a:lnTo>
                  <a:lnTo>
                    <a:pt x="68" y="79"/>
                  </a:lnTo>
                  <a:lnTo>
                    <a:pt x="68" y="79"/>
                  </a:lnTo>
                  <a:lnTo>
                    <a:pt x="66" y="79"/>
                  </a:lnTo>
                  <a:lnTo>
                    <a:pt x="66" y="79"/>
                  </a:lnTo>
                  <a:lnTo>
                    <a:pt x="66" y="79"/>
                  </a:lnTo>
                  <a:lnTo>
                    <a:pt x="66" y="79"/>
                  </a:lnTo>
                  <a:lnTo>
                    <a:pt x="64" y="79"/>
                  </a:lnTo>
                  <a:lnTo>
                    <a:pt x="64" y="79"/>
                  </a:lnTo>
                  <a:lnTo>
                    <a:pt x="64" y="79"/>
                  </a:lnTo>
                  <a:lnTo>
                    <a:pt x="64" y="76"/>
                  </a:lnTo>
                  <a:lnTo>
                    <a:pt x="64" y="76"/>
                  </a:lnTo>
                  <a:lnTo>
                    <a:pt x="64" y="76"/>
                  </a:lnTo>
                  <a:lnTo>
                    <a:pt x="66" y="76"/>
                  </a:lnTo>
                  <a:lnTo>
                    <a:pt x="66" y="74"/>
                  </a:lnTo>
                  <a:lnTo>
                    <a:pt x="66" y="74"/>
                  </a:lnTo>
                  <a:lnTo>
                    <a:pt x="66" y="74"/>
                  </a:lnTo>
                  <a:lnTo>
                    <a:pt x="68" y="74"/>
                  </a:lnTo>
                  <a:lnTo>
                    <a:pt x="68" y="74"/>
                  </a:lnTo>
                  <a:lnTo>
                    <a:pt x="71" y="74"/>
                  </a:lnTo>
                  <a:lnTo>
                    <a:pt x="71" y="74"/>
                  </a:lnTo>
                  <a:lnTo>
                    <a:pt x="71" y="74"/>
                  </a:lnTo>
                  <a:lnTo>
                    <a:pt x="71" y="74"/>
                  </a:lnTo>
                  <a:lnTo>
                    <a:pt x="71" y="72"/>
                  </a:lnTo>
                  <a:lnTo>
                    <a:pt x="71" y="72"/>
                  </a:lnTo>
                  <a:lnTo>
                    <a:pt x="71" y="72"/>
                  </a:lnTo>
                  <a:lnTo>
                    <a:pt x="71" y="72"/>
                  </a:lnTo>
                  <a:lnTo>
                    <a:pt x="71" y="69"/>
                  </a:lnTo>
                  <a:lnTo>
                    <a:pt x="68" y="69"/>
                  </a:lnTo>
                  <a:lnTo>
                    <a:pt x="68" y="69"/>
                  </a:lnTo>
                  <a:lnTo>
                    <a:pt x="68" y="69"/>
                  </a:lnTo>
                  <a:lnTo>
                    <a:pt x="66" y="69"/>
                  </a:lnTo>
                  <a:lnTo>
                    <a:pt x="66" y="69"/>
                  </a:lnTo>
                  <a:lnTo>
                    <a:pt x="66" y="69"/>
                  </a:lnTo>
                  <a:lnTo>
                    <a:pt x="66" y="67"/>
                  </a:lnTo>
                  <a:lnTo>
                    <a:pt x="66" y="67"/>
                  </a:lnTo>
                  <a:lnTo>
                    <a:pt x="66" y="67"/>
                  </a:lnTo>
                  <a:lnTo>
                    <a:pt x="68" y="67"/>
                  </a:lnTo>
                  <a:lnTo>
                    <a:pt x="68" y="64"/>
                  </a:lnTo>
                  <a:lnTo>
                    <a:pt x="68" y="64"/>
                  </a:lnTo>
                  <a:lnTo>
                    <a:pt x="71" y="64"/>
                  </a:lnTo>
                  <a:lnTo>
                    <a:pt x="71" y="64"/>
                  </a:lnTo>
                  <a:lnTo>
                    <a:pt x="71" y="64"/>
                  </a:lnTo>
                  <a:lnTo>
                    <a:pt x="71" y="62"/>
                  </a:lnTo>
                  <a:lnTo>
                    <a:pt x="71" y="62"/>
                  </a:lnTo>
                  <a:lnTo>
                    <a:pt x="71" y="62"/>
                  </a:lnTo>
                  <a:lnTo>
                    <a:pt x="68" y="62"/>
                  </a:lnTo>
                  <a:lnTo>
                    <a:pt x="68" y="62"/>
                  </a:lnTo>
                  <a:lnTo>
                    <a:pt x="68" y="60"/>
                  </a:lnTo>
                  <a:lnTo>
                    <a:pt x="66" y="60"/>
                  </a:lnTo>
                  <a:lnTo>
                    <a:pt x="66" y="60"/>
                  </a:lnTo>
                  <a:lnTo>
                    <a:pt x="66" y="60"/>
                  </a:lnTo>
                  <a:lnTo>
                    <a:pt x="66" y="60"/>
                  </a:lnTo>
                  <a:lnTo>
                    <a:pt x="66" y="60"/>
                  </a:lnTo>
                  <a:lnTo>
                    <a:pt x="66" y="57"/>
                  </a:lnTo>
                  <a:lnTo>
                    <a:pt x="64" y="57"/>
                  </a:lnTo>
                  <a:lnTo>
                    <a:pt x="64" y="57"/>
                  </a:lnTo>
                  <a:lnTo>
                    <a:pt x="64" y="57"/>
                  </a:lnTo>
                  <a:lnTo>
                    <a:pt x="64" y="57"/>
                  </a:lnTo>
                  <a:lnTo>
                    <a:pt x="61" y="57"/>
                  </a:lnTo>
                  <a:lnTo>
                    <a:pt x="61" y="57"/>
                  </a:lnTo>
                  <a:lnTo>
                    <a:pt x="59" y="57"/>
                  </a:lnTo>
                  <a:lnTo>
                    <a:pt x="59" y="57"/>
                  </a:lnTo>
                  <a:lnTo>
                    <a:pt x="59" y="57"/>
                  </a:lnTo>
                  <a:lnTo>
                    <a:pt x="59" y="57"/>
                  </a:lnTo>
                  <a:lnTo>
                    <a:pt x="59" y="60"/>
                  </a:lnTo>
                  <a:lnTo>
                    <a:pt x="56" y="60"/>
                  </a:lnTo>
                  <a:lnTo>
                    <a:pt x="56" y="60"/>
                  </a:lnTo>
                  <a:lnTo>
                    <a:pt x="56" y="60"/>
                  </a:lnTo>
                  <a:lnTo>
                    <a:pt x="56" y="60"/>
                  </a:lnTo>
                  <a:lnTo>
                    <a:pt x="54" y="60"/>
                  </a:lnTo>
                  <a:lnTo>
                    <a:pt x="54" y="60"/>
                  </a:lnTo>
                  <a:lnTo>
                    <a:pt x="54" y="60"/>
                  </a:lnTo>
                  <a:lnTo>
                    <a:pt x="52" y="60"/>
                  </a:lnTo>
                  <a:lnTo>
                    <a:pt x="52" y="60"/>
                  </a:lnTo>
                  <a:lnTo>
                    <a:pt x="52" y="62"/>
                  </a:lnTo>
                  <a:lnTo>
                    <a:pt x="52" y="62"/>
                  </a:lnTo>
                  <a:lnTo>
                    <a:pt x="49" y="62"/>
                  </a:lnTo>
                  <a:lnTo>
                    <a:pt x="49" y="62"/>
                  </a:lnTo>
                  <a:lnTo>
                    <a:pt x="49" y="62"/>
                  </a:lnTo>
                  <a:lnTo>
                    <a:pt x="49" y="64"/>
                  </a:lnTo>
                  <a:lnTo>
                    <a:pt x="49" y="64"/>
                  </a:lnTo>
                  <a:lnTo>
                    <a:pt x="49" y="64"/>
                  </a:lnTo>
                  <a:lnTo>
                    <a:pt x="47" y="64"/>
                  </a:lnTo>
                  <a:lnTo>
                    <a:pt x="47" y="64"/>
                  </a:lnTo>
                  <a:lnTo>
                    <a:pt x="47" y="67"/>
                  </a:lnTo>
                  <a:lnTo>
                    <a:pt x="45" y="67"/>
                  </a:lnTo>
                  <a:lnTo>
                    <a:pt x="45" y="67"/>
                  </a:lnTo>
                  <a:lnTo>
                    <a:pt x="45" y="67"/>
                  </a:lnTo>
                  <a:lnTo>
                    <a:pt x="45" y="67"/>
                  </a:lnTo>
                  <a:lnTo>
                    <a:pt x="42" y="67"/>
                  </a:lnTo>
                  <a:lnTo>
                    <a:pt x="42" y="69"/>
                  </a:lnTo>
                  <a:lnTo>
                    <a:pt x="42" y="69"/>
                  </a:lnTo>
                  <a:lnTo>
                    <a:pt x="42" y="69"/>
                  </a:lnTo>
                  <a:lnTo>
                    <a:pt x="42" y="69"/>
                  </a:lnTo>
                  <a:lnTo>
                    <a:pt x="40" y="69"/>
                  </a:lnTo>
                  <a:lnTo>
                    <a:pt x="40" y="69"/>
                  </a:lnTo>
                  <a:lnTo>
                    <a:pt x="40" y="69"/>
                  </a:lnTo>
                  <a:lnTo>
                    <a:pt x="40" y="69"/>
                  </a:lnTo>
                  <a:lnTo>
                    <a:pt x="40" y="69"/>
                  </a:lnTo>
                  <a:lnTo>
                    <a:pt x="38" y="69"/>
                  </a:lnTo>
                  <a:lnTo>
                    <a:pt x="38" y="72"/>
                  </a:lnTo>
                  <a:lnTo>
                    <a:pt x="38" y="72"/>
                  </a:lnTo>
                  <a:lnTo>
                    <a:pt x="38" y="72"/>
                  </a:lnTo>
                  <a:lnTo>
                    <a:pt x="38" y="72"/>
                  </a:lnTo>
                  <a:lnTo>
                    <a:pt x="38" y="74"/>
                  </a:lnTo>
                  <a:lnTo>
                    <a:pt x="35" y="74"/>
                  </a:lnTo>
                  <a:lnTo>
                    <a:pt x="35" y="74"/>
                  </a:lnTo>
                  <a:lnTo>
                    <a:pt x="35" y="74"/>
                  </a:lnTo>
                  <a:lnTo>
                    <a:pt x="33" y="74"/>
                  </a:lnTo>
                  <a:lnTo>
                    <a:pt x="33" y="76"/>
                  </a:lnTo>
                  <a:lnTo>
                    <a:pt x="33" y="76"/>
                  </a:lnTo>
                  <a:lnTo>
                    <a:pt x="33" y="76"/>
                  </a:lnTo>
                  <a:lnTo>
                    <a:pt x="33" y="76"/>
                  </a:lnTo>
                  <a:lnTo>
                    <a:pt x="33" y="76"/>
                  </a:lnTo>
                  <a:lnTo>
                    <a:pt x="30" y="76"/>
                  </a:lnTo>
                  <a:lnTo>
                    <a:pt x="30" y="74"/>
                  </a:lnTo>
                  <a:lnTo>
                    <a:pt x="33" y="74"/>
                  </a:lnTo>
                  <a:lnTo>
                    <a:pt x="33" y="74"/>
                  </a:lnTo>
                  <a:lnTo>
                    <a:pt x="33" y="72"/>
                  </a:lnTo>
                  <a:lnTo>
                    <a:pt x="33" y="72"/>
                  </a:lnTo>
                  <a:lnTo>
                    <a:pt x="30" y="72"/>
                  </a:lnTo>
                  <a:lnTo>
                    <a:pt x="30" y="69"/>
                  </a:lnTo>
                  <a:lnTo>
                    <a:pt x="30" y="69"/>
                  </a:lnTo>
                  <a:lnTo>
                    <a:pt x="30" y="69"/>
                  </a:lnTo>
                  <a:lnTo>
                    <a:pt x="30" y="69"/>
                  </a:lnTo>
                  <a:lnTo>
                    <a:pt x="30" y="69"/>
                  </a:lnTo>
                  <a:lnTo>
                    <a:pt x="33" y="69"/>
                  </a:lnTo>
                  <a:lnTo>
                    <a:pt x="33" y="69"/>
                  </a:lnTo>
                  <a:lnTo>
                    <a:pt x="33" y="69"/>
                  </a:lnTo>
                  <a:lnTo>
                    <a:pt x="33" y="69"/>
                  </a:lnTo>
                  <a:lnTo>
                    <a:pt x="33" y="67"/>
                  </a:lnTo>
                  <a:lnTo>
                    <a:pt x="33" y="67"/>
                  </a:lnTo>
                  <a:lnTo>
                    <a:pt x="33" y="67"/>
                  </a:lnTo>
                  <a:lnTo>
                    <a:pt x="33" y="64"/>
                  </a:lnTo>
                  <a:lnTo>
                    <a:pt x="30" y="64"/>
                  </a:lnTo>
                  <a:lnTo>
                    <a:pt x="30" y="64"/>
                  </a:lnTo>
                  <a:lnTo>
                    <a:pt x="30" y="64"/>
                  </a:lnTo>
                  <a:lnTo>
                    <a:pt x="30" y="64"/>
                  </a:lnTo>
                  <a:lnTo>
                    <a:pt x="30" y="62"/>
                  </a:lnTo>
                  <a:lnTo>
                    <a:pt x="30" y="62"/>
                  </a:lnTo>
                  <a:lnTo>
                    <a:pt x="30" y="62"/>
                  </a:lnTo>
                  <a:lnTo>
                    <a:pt x="30" y="62"/>
                  </a:lnTo>
                  <a:lnTo>
                    <a:pt x="30" y="60"/>
                  </a:lnTo>
                  <a:lnTo>
                    <a:pt x="30" y="60"/>
                  </a:lnTo>
                  <a:lnTo>
                    <a:pt x="33" y="60"/>
                  </a:lnTo>
                  <a:lnTo>
                    <a:pt x="33" y="60"/>
                  </a:lnTo>
                  <a:lnTo>
                    <a:pt x="30" y="60"/>
                  </a:lnTo>
                  <a:lnTo>
                    <a:pt x="30" y="60"/>
                  </a:lnTo>
                  <a:lnTo>
                    <a:pt x="30" y="60"/>
                  </a:lnTo>
                  <a:lnTo>
                    <a:pt x="30" y="57"/>
                  </a:lnTo>
                  <a:lnTo>
                    <a:pt x="28" y="57"/>
                  </a:lnTo>
                  <a:lnTo>
                    <a:pt x="28" y="57"/>
                  </a:lnTo>
                  <a:lnTo>
                    <a:pt x="26" y="57"/>
                  </a:lnTo>
                  <a:lnTo>
                    <a:pt x="26" y="57"/>
                  </a:lnTo>
                  <a:lnTo>
                    <a:pt x="26" y="57"/>
                  </a:lnTo>
                  <a:lnTo>
                    <a:pt x="26" y="60"/>
                  </a:lnTo>
                  <a:lnTo>
                    <a:pt x="23" y="60"/>
                  </a:lnTo>
                  <a:lnTo>
                    <a:pt x="23" y="57"/>
                  </a:lnTo>
                  <a:lnTo>
                    <a:pt x="23" y="57"/>
                  </a:lnTo>
                  <a:lnTo>
                    <a:pt x="23" y="57"/>
                  </a:lnTo>
                  <a:lnTo>
                    <a:pt x="23" y="57"/>
                  </a:lnTo>
                  <a:lnTo>
                    <a:pt x="23" y="55"/>
                  </a:lnTo>
                  <a:lnTo>
                    <a:pt x="21" y="55"/>
                  </a:lnTo>
                  <a:lnTo>
                    <a:pt x="21" y="55"/>
                  </a:lnTo>
                  <a:lnTo>
                    <a:pt x="21" y="55"/>
                  </a:lnTo>
                  <a:lnTo>
                    <a:pt x="21" y="53"/>
                  </a:lnTo>
                  <a:lnTo>
                    <a:pt x="19" y="53"/>
                  </a:lnTo>
                  <a:lnTo>
                    <a:pt x="19" y="53"/>
                  </a:lnTo>
                  <a:lnTo>
                    <a:pt x="19" y="53"/>
                  </a:lnTo>
                  <a:lnTo>
                    <a:pt x="19" y="53"/>
                  </a:lnTo>
                  <a:lnTo>
                    <a:pt x="16" y="53"/>
                  </a:lnTo>
                  <a:lnTo>
                    <a:pt x="16" y="50"/>
                  </a:lnTo>
                  <a:lnTo>
                    <a:pt x="16" y="50"/>
                  </a:lnTo>
                  <a:lnTo>
                    <a:pt x="16" y="50"/>
                  </a:lnTo>
                  <a:lnTo>
                    <a:pt x="16" y="50"/>
                  </a:lnTo>
                  <a:lnTo>
                    <a:pt x="16" y="50"/>
                  </a:lnTo>
                  <a:lnTo>
                    <a:pt x="14" y="50"/>
                  </a:lnTo>
                  <a:lnTo>
                    <a:pt x="14" y="50"/>
                  </a:lnTo>
                  <a:lnTo>
                    <a:pt x="11" y="50"/>
                  </a:lnTo>
                  <a:lnTo>
                    <a:pt x="11" y="48"/>
                  </a:lnTo>
                  <a:lnTo>
                    <a:pt x="11" y="48"/>
                  </a:lnTo>
                  <a:lnTo>
                    <a:pt x="11" y="48"/>
                  </a:lnTo>
                  <a:lnTo>
                    <a:pt x="11" y="48"/>
                  </a:lnTo>
                  <a:lnTo>
                    <a:pt x="14" y="48"/>
                  </a:lnTo>
                  <a:lnTo>
                    <a:pt x="14" y="48"/>
                  </a:lnTo>
                  <a:lnTo>
                    <a:pt x="16" y="48"/>
                  </a:lnTo>
                  <a:lnTo>
                    <a:pt x="16" y="48"/>
                  </a:lnTo>
                  <a:lnTo>
                    <a:pt x="16" y="48"/>
                  </a:lnTo>
                  <a:lnTo>
                    <a:pt x="16" y="48"/>
                  </a:lnTo>
                  <a:lnTo>
                    <a:pt x="16" y="48"/>
                  </a:lnTo>
                  <a:lnTo>
                    <a:pt x="19" y="48"/>
                  </a:lnTo>
                  <a:lnTo>
                    <a:pt x="19" y="45"/>
                  </a:lnTo>
                  <a:lnTo>
                    <a:pt x="19" y="45"/>
                  </a:lnTo>
                  <a:lnTo>
                    <a:pt x="19" y="45"/>
                  </a:lnTo>
                  <a:lnTo>
                    <a:pt x="19" y="45"/>
                  </a:lnTo>
                  <a:lnTo>
                    <a:pt x="19" y="43"/>
                  </a:lnTo>
                  <a:lnTo>
                    <a:pt x="19" y="43"/>
                  </a:lnTo>
                  <a:lnTo>
                    <a:pt x="19" y="41"/>
                  </a:lnTo>
                  <a:lnTo>
                    <a:pt x="19" y="41"/>
                  </a:lnTo>
                  <a:lnTo>
                    <a:pt x="19" y="41"/>
                  </a:lnTo>
                  <a:lnTo>
                    <a:pt x="19" y="41"/>
                  </a:lnTo>
                  <a:lnTo>
                    <a:pt x="16" y="41"/>
                  </a:lnTo>
                  <a:lnTo>
                    <a:pt x="16" y="41"/>
                  </a:lnTo>
                  <a:lnTo>
                    <a:pt x="16" y="41"/>
                  </a:lnTo>
                  <a:lnTo>
                    <a:pt x="16" y="41"/>
                  </a:lnTo>
                  <a:lnTo>
                    <a:pt x="16" y="38"/>
                  </a:lnTo>
                  <a:lnTo>
                    <a:pt x="14" y="38"/>
                  </a:lnTo>
                  <a:lnTo>
                    <a:pt x="14" y="38"/>
                  </a:lnTo>
                  <a:lnTo>
                    <a:pt x="11" y="38"/>
                  </a:lnTo>
                  <a:lnTo>
                    <a:pt x="11" y="38"/>
                  </a:lnTo>
                  <a:lnTo>
                    <a:pt x="11" y="38"/>
                  </a:lnTo>
                  <a:lnTo>
                    <a:pt x="11" y="36"/>
                  </a:lnTo>
                  <a:lnTo>
                    <a:pt x="11" y="36"/>
                  </a:lnTo>
                  <a:lnTo>
                    <a:pt x="9" y="36"/>
                  </a:lnTo>
                  <a:lnTo>
                    <a:pt x="9" y="36"/>
                  </a:lnTo>
                  <a:lnTo>
                    <a:pt x="9" y="36"/>
                  </a:lnTo>
                  <a:lnTo>
                    <a:pt x="9" y="34"/>
                  </a:lnTo>
                  <a:lnTo>
                    <a:pt x="9" y="34"/>
                  </a:lnTo>
                  <a:lnTo>
                    <a:pt x="7" y="34"/>
                  </a:lnTo>
                  <a:lnTo>
                    <a:pt x="7" y="31"/>
                  </a:lnTo>
                  <a:lnTo>
                    <a:pt x="7" y="31"/>
                  </a:lnTo>
                  <a:lnTo>
                    <a:pt x="7" y="31"/>
                  </a:lnTo>
                  <a:lnTo>
                    <a:pt x="7" y="29"/>
                  </a:lnTo>
                  <a:lnTo>
                    <a:pt x="7" y="29"/>
                  </a:lnTo>
                  <a:lnTo>
                    <a:pt x="7" y="29"/>
                  </a:lnTo>
                  <a:lnTo>
                    <a:pt x="9" y="29"/>
                  </a:lnTo>
                  <a:lnTo>
                    <a:pt x="9" y="29"/>
                  </a:lnTo>
                  <a:lnTo>
                    <a:pt x="9" y="29"/>
                  </a:lnTo>
                  <a:lnTo>
                    <a:pt x="11" y="29"/>
                  </a:lnTo>
                  <a:lnTo>
                    <a:pt x="11" y="27"/>
                  </a:lnTo>
                  <a:lnTo>
                    <a:pt x="11" y="27"/>
                  </a:lnTo>
                  <a:lnTo>
                    <a:pt x="11" y="27"/>
                  </a:lnTo>
                  <a:lnTo>
                    <a:pt x="11" y="24"/>
                  </a:lnTo>
                  <a:lnTo>
                    <a:pt x="11" y="24"/>
                  </a:lnTo>
                  <a:lnTo>
                    <a:pt x="9" y="24"/>
                  </a:lnTo>
                  <a:lnTo>
                    <a:pt x="9" y="24"/>
                  </a:lnTo>
                  <a:lnTo>
                    <a:pt x="9" y="24"/>
                  </a:lnTo>
                  <a:lnTo>
                    <a:pt x="7" y="24"/>
                  </a:lnTo>
                  <a:lnTo>
                    <a:pt x="7" y="22"/>
                  </a:lnTo>
                  <a:lnTo>
                    <a:pt x="7" y="22"/>
                  </a:lnTo>
                  <a:lnTo>
                    <a:pt x="7" y="22"/>
                  </a:lnTo>
                  <a:lnTo>
                    <a:pt x="7" y="22"/>
                  </a:lnTo>
                  <a:lnTo>
                    <a:pt x="7" y="22"/>
                  </a:lnTo>
                  <a:lnTo>
                    <a:pt x="4" y="22"/>
                  </a:lnTo>
                  <a:lnTo>
                    <a:pt x="4" y="22"/>
                  </a:lnTo>
                  <a:lnTo>
                    <a:pt x="4" y="22"/>
                  </a:lnTo>
                  <a:lnTo>
                    <a:pt x="4" y="22"/>
                  </a:lnTo>
                  <a:lnTo>
                    <a:pt x="4" y="22"/>
                  </a:lnTo>
                  <a:lnTo>
                    <a:pt x="4" y="22"/>
                  </a:lnTo>
                  <a:lnTo>
                    <a:pt x="2" y="22"/>
                  </a:lnTo>
                  <a:lnTo>
                    <a:pt x="2" y="19"/>
                  </a:lnTo>
                  <a:lnTo>
                    <a:pt x="2" y="19"/>
                  </a:lnTo>
                  <a:lnTo>
                    <a:pt x="2" y="22"/>
                  </a:lnTo>
                  <a:lnTo>
                    <a:pt x="0" y="22"/>
                  </a:lnTo>
                  <a:lnTo>
                    <a:pt x="0" y="22"/>
                  </a:lnTo>
                  <a:lnTo>
                    <a:pt x="0" y="22"/>
                  </a:lnTo>
                  <a:lnTo>
                    <a:pt x="0" y="19"/>
                  </a:lnTo>
                  <a:lnTo>
                    <a:pt x="0" y="19"/>
                  </a:lnTo>
                  <a:lnTo>
                    <a:pt x="0" y="19"/>
                  </a:lnTo>
                  <a:lnTo>
                    <a:pt x="0" y="19"/>
                  </a:lnTo>
                  <a:lnTo>
                    <a:pt x="2" y="19"/>
                  </a:lnTo>
                  <a:lnTo>
                    <a:pt x="2" y="19"/>
                  </a:lnTo>
                  <a:lnTo>
                    <a:pt x="2" y="19"/>
                  </a:lnTo>
                  <a:lnTo>
                    <a:pt x="2" y="17"/>
                  </a:lnTo>
                  <a:lnTo>
                    <a:pt x="2" y="17"/>
                  </a:lnTo>
                  <a:lnTo>
                    <a:pt x="0" y="17"/>
                  </a:lnTo>
                  <a:lnTo>
                    <a:pt x="0" y="17"/>
                  </a:lnTo>
                  <a:lnTo>
                    <a:pt x="0" y="17"/>
                  </a:lnTo>
                  <a:lnTo>
                    <a:pt x="0" y="15"/>
                  </a:lnTo>
                  <a:lnTo>
                    <a:pt x="0" y="15"/>
                  </a:lnTo>
                  <a:lnTo>
                    <a:pt x="0" y="15"/>
                  </a:lnTo>
                  <a:lnTo>
                    <a:pt x="2" y="15"/>
                  </a:lnTo>
                  <a:lnTo>
                    <a:pt x="2" y="12"/>
                  </a:lnTo>
                  <a:lnTo>
                    <a:pt x="2" y="12"/>
                  </a:lnTo>
                  <a:lnTo>
                    <a:pt x="2" y="12"/>
                  </a:lnTo>
                  <a:lnTo>
                    <a:pt x="4" y="12"/>
                  </a:lnTo>
                  <a:lnTo>
                    <a:pt x="4" y="12"/>
                  </a:lnTo>
                  <a:lnTo>
                    <a:pt x="4" y="10"/>
                  </a:lnTo>
                  <a:lnTo>
                    <a:pt x="4" y="10"/>
                  </a:lnTo>
                  <a:lnTo>
                    <a:pt x="7" y="10"/>
                  </a:lnTo>
                  <a:lnTo>
                    <a:pt x="7" y="10"/>
                  </a:lnTo>
                  <a:lnTo>
                    <a:pt x="7" y="12"/>
                  </a:lnTo>
                  <a:lnTo>
                    <a:pt x="7" y="12"/>
                  </a:lnTo>
                  <a:lnTo>
                    <a:pt x="7" y="10"/>
                  </a:lnTo>
                  <a:lnTo>
                    <a:pt x="9" y="10"/>
                  </a:lnTo>
                  <a:lnTo>
                    <a:pt x="9" y="12"/>
                  </a:lnTo>
                  <a:lnTo>
                    <a:pt x="9" y="12"/>
                  </a:lnTo>
                  <a:lnTo>
                    <a:pt x="11" y="12"/>
                  </a:lnTo>
                  <a:lnTo>
                    <a:pt x="11" y="12"/>
                  </a:lnTo>
                  <a:lnTo>
                    <a:pt x="11" y="12"/>
                  </a:lnTo>
                  <a:lnTo>
                    <a:pt x="11" y="12"/>
                  </a:lnTo>
                  <a:lnTo>
                    <a:pt x="14" y="12"/>
                  </a:lnTo>
                  <a:lnTo>
                    <a:pt x="14" y="12"/>
                  </a:lnTo>
                  <a:lnTo>
                    <a:pt x="14" y="15"/>
                  </a:lnTo>
                  <a:lnTo>
                    <a:pt x="14" y="15"/>
                  </a:lnTo>
                  <a:lnTo>
                    <a:pt x="14" y="15"/>
                  </a:lnTo>
                  <a:lnTo>
                    <a:pt x="14" y="15"/>
                  </a:lnTo>
                  <a:lnTo>
                    <a:pt x="14" y="17"/>
                  </a:lnTo>
                  <a:lnTo>
                    <a:pt x="16" y="17"/>
                  </a:lnTo>
                  <a:lnTo>
                    <a:pt x="16" y="17"/>
                  </a:lnTo>
                  <a:lnTo>
                    <a:pt x="16" y="17"/>
                  </a:lnTo>
                  <a:lnTo>
                    <a:pt x="16" y="17"/>
                  </a:lnTo>
                  <a:lnTo>
                    <a:pt x="19" y="17"/>
                  </a:lnTo>
                  <a:lnTo>
                    <a:pt x="19" y="17"/>
                  </a:lnTo>
                  <a:lnTo>
                    <a:pt x="19" y="19"/>
                  </a:lnTo>
                  <a:lnTo>
                    <a:pt x="19" y="19"/>
                  </a:lnTo>
                  <a:lnTo>
                    <a:pt x="21" y="19"/>
                  </a:lnTo>
                  <a:lnTo>
                    <a:pt x="21" y="19"/>
                  </a:lnTo>
                  <a:lnTo>
                    <a:pt x="23" y="19"/>
                  </a:lnTo>
                  <a:lnTo>
                    <a:pt x="23" y="17"/>
                  </a:lnTo>
                  <a:lnTo>
                    <a:pt x="23" y="17"/>
                  </a:lnTo>
                  <a:lnTo>
                    <a:pt x="23" y="17"/>
                  </a:lnTo>
                  <a:lnTo>
                    <a:pt x="23" y="19"/>
                  </a:lnTo>
                  <a:lnTo>
                    <a:pt x="26" y="19"/>
                  </a:lnTo>
                  <a:lnTo>
                    <a:pt x="26" y="19"/>
                  </a:lnTo>
                  <a:lnTo>
                    <a:pt x="26" y="19"/>
                  </a:lnTo>
                  <a:lnTo>
                    <a:pt x="26" y="19"/>
                  </a:lnTo>
                  <a:lnTo>
                    <a:pt x="28" y="19"/>
                  </a:lnTo>
                  <a:lnTo>
                    <a:pt x="28" y="19"/>
                  </a:lnTo>
                  <a:lnTo>
                    <a:pt x="28" y="19"/>
                  </a:lnTo>
                  <a:lnTo>
                    <a:pt x="30" y="19"/>
                  </a:lnTo>
                  <a:lnTo>
                    <a:pt x="30" y="22"/>
                  </a:lnTo>
                  <a:lnTo>
                    <a:pt x="30" y="22"/>
                  </a:lnTo>
                  <a:lnTo>
                    <a:pt x="30" y="22"/>
                  </a:lnTo>
                  <a:lnTo>
                    <a:pt x="33" y="22"/>
                  </a:lnTo>
                  <a:lnTo>
                    <a:pt x="33" y="22"/>
                  </a:lnTo>
                  <a:lnTo>
                    <a:pt x="33" y="22"/>
                  </a:lnTo>
                  <a:lnTo>
                    <a:pt x="33" y="19"/>
                  </a:lnTo>
                  <a:lnTo>
                    <a:pt x="33" y="19"/>
                  </a:lnTo>
                  <a:lnTo>
                    <a:pt x="35" y="19"/>
                  </a:lnTo>
                  <a:lnTo>
                    <a:pt x="35" y="19"/>
                  </a:lnTo>
                  <a:lnTo>
                    <a:pt x="35" y="17"/>
                  </a:lnTo>
                  <a:lnTo>
                    <a:pt x="35" y="17"/>
                  </a:lnTo>
                  <a:lnTo>
                    <a:pt x="35" y="17"/>
                  </a:lnTo>
                  <a:lnTo>
                    <a:pt x="35" y="15"/>
                  </a:lnTo>
                  <a:lnTo>
                    <a:pt x="35" y="15"/>
                  </a:lnTo>
                  <a:lnTo>
                    <a:pt x="35" y="15"/>
                  </a:lnTo>
                  <a:lnTo>
                    <a:pt x="35" y="12"/>
                  </a:lnTo>
                  <a:lnTo>
                    <a:pt x="33" y="12"/>
                  </a:lnTo>
                  <a:lnTo>
                    <a:pt x="33" y="12"/>
                  </a:lnTo>
                  <a:lnTo>
                    <a:pt x="33" y="12"/>
                  </a:lnTo>
                  <a:lnTo>
                    <a:pt x="33" y="12"/>
                  </a:lnTo>
                  <a:lnTo>
                    <a:pt x="30" y="12"/>
                  </a:lnTo>
                  <a:lnTo>
                    <a:pt x="30" y="12"/>
                  </a:lnTo>
                  <a:lnTo>
                    <a:pt x="30" y="10"/>
                  </a:lnTo>
                  <a:lnTo>
                    <a:pt x="30" y="10"/>
                  </a:lnTo>
                  <a:lnTo>
                    <a:pt x="28" y="10"/>
                  </a:lnTo>
                  <a:lnTo>
                    <a:pt x="28" y="10"/>
                  </a:lnTo>
                  <a:lnTo>
                    <a:pt x="28" y="10"/>
                  </a:lnTo>
                  <a:lnTo>
                    <a:pt x="28" y="10"/>
                  </a:lnTo>
                  <a:lnTo>
                    <a:pt x="26" y="10"/>
                  </a:lnTo>
                  <a:lnTo>
                    <a:pt x="26" y="8"/>
                  </a:lnTo>
                  <a:lnTo>
                    <a:pt x="26" y="8"/>
                  </a:lnTo>
                  <a:lnTo>
                    <a:pt x="26" y="8"/>
                  </a:lnTo>
                  <a:lnTo>
                    <a:pt x="26" y="5"/>
                  </a:lnTo>
                  <a:lnTo>
                    <a:pt x="26" y="5"/>
                  </a:lnTo>
                  <a:lnTo>
                    <a:pt x="26" y="5"/>
                  </a:lnTo>
                  <a:lnTo>
                    <a:pt x="26" y="3"/>
                  </a:lnTo>
                  <a:lnTo>
                    <a:pt x="26" y="3"/>
                  </a:lnTo>
                  <a:lnTo>
                    <a:pt x="28" y="3"/>
                  </a:lnTo>
                  <a:lnTo>
                    <a:pt x="28" y="0"/>
                  </a:lnTo>
                  <a:lnTo>
                    <a:pt x="28" y="0"/>
                  </a:lnTo>
                  <a:lnTo>
                    <a:pt x="30" y="0"/>
                  </a:lnTo>
                  <a:lnTo>
                    <a:pt x="30" y="0"/>
                  </a:lnTo>
                  <a:lnTo>
                    <a:pt x="30" y="0"/>
                  </a:lnTo>
                  <a:lnTo>
                    <a:pt x="30" y="0"/>
                  </a:lnTo>
                  <a:lnTo>
                    <a:pt x="33" y="0"/>
                  </a:lnTo>
                  <a:lnTo>
                    <a:pt x="33" y="0"/>
                  </a:lnTo>
                  <a:lnTo>
                    <a:pt x="33" y="3"/>
                  </a:lnTo>
                  <a:lnTo>
                    <a:pt x="33" y="3"/>
                  </a:lnTo>
                  <a:lnTo>
                    <a:pt x="33" y="0"/>
                  </a:lnTo>
                  <a:lnTo>
                    <a:pt x="33" y="0"/>
                  </a:lnTo>
                  <a:lnTo>
                    <a:pt x="35" y="0"/>
                  </a:lnTo>
                  <a:lnTo>
                    <a:pt x="35" y="0"/>
                  </a:lnTo>
                  <a:lnTo>
                    <a:pt x="35" y="0"/>
                  </a:lnTo>
                  <a:lnTo>
                    <a:pt x="38" y="0"/>
                  </a:lnTo>
                  <a:lnTo>
                    <a:pt x="38" y="0"/>
                  </a:lnTo>
                  <a:lnTo>
                    <a:pt x="38" y="0"/>
                  </a:lnTo>
                  <a:lnTo>
                    <a:pt x="38" y="3"/>
                  </a:lnTo>
                  <a:lnTo>
                    <a:pt x="38" y="3"/>
                  </a:lnTo>
                  <a:lnTo>
                    <a:pt x="38" y="3"/>
                  </a:lnTo>
                  <a:lnTo>
                    <a:pt x="40" y="3"/>
                  </a:lnTo>
                  <a:lnTo>
                    <a:pt x="40" y="5"/>
                  </a:lnTo>
                  <a:lnTo>
                    <a:pt x="40" y="5"/>
                  </a:lnTo>
                  <a:lnTo>
                    <a:pt x="40" y="5"/>
                  </a:lnTo>
                  <a:lnTo>
                    <a:pt x="40" y="5"/>
                  </a:lnTo>
                  <a:lnTo>
                    <a:pt x="40" y="8"/>
                  </a:lnTo>
                  <a:lnTo>
                    <a:pt x="42" y="8"/>
                  </a:lnTo>
                  <a:lnTo>
                    <a:pt x="42" y="8"/>
                  </a:lnTo>
                  <a:lnTo>
                    <a:pt x="42" y="10"/>
                  </a:lnTo>
                  <a:lnTo>
                    <a:pt x="42" y="10"/>
                  </a:lnTo>
                  <a:lnTo>
                    <a:pt x="42" y="8"/>
                  </a:lnTo>
                  <a:lnTo>
                    <a:pt x="45" y="8"/>
                  </a:lnTo>
                  <a:lnTo>
                    <a:pt x="45" y="8"/>
                  </a:lnTo>
                  <a:lnTo>
                    <a:pt x="45" y="10"/>
                  </a:lnTo>
                  <a:lnTo>
                    <a:pt x="45" y="10"/>
                  </a:lnTo>
                  <a:lnTo>
                    <a:pt x="45" y="10"/>
                  </a:lnTo>
                  <a:lnTo>
                    <a:pt x="45" y="10"/>
                  </a:lnTo>
                  <a:lnTo>
                    <a:pt x="47" y="10"/>
                  </a:lnTo>
                  <a:lnTo>
                    <a:pt x="47" y="12"/>
                  </a:lnTo>
                  <a:lnTo>
                    <a:pt x="47" y="12"/>
                  </a:lnTo>
                  <a:lnTo>
                    <a:pt x="47" y="12"/>
                  </a:lnTo>
                  <a:lnTo>
                    <a:pt x="47" y="15"/>
                  </a:lnTo>
                  <a:lnTo>
                    <a:pt x="49" y="15"/>
                  </a:lnTo>
                  <a:lnTo>
                    <a:pt x="49" y="15"/>
                  </a:lnTo>
                  <a:lnTo>
                    <a:pt x="49" y="15"/>
                  </a:lnTo>
                  <a:lnTo>
                    <a:pt x="49" y="15"/>
                  </a:lnTo>
                  <a:lnTo>
                    <a:pt x="49" y="17"/>
                  </a:lnTo>
                  <a:lnTo>
                    <a:pt x="52" y="17"/>
                  </a:lnTo>
                  <a:lnTo>
                    <a:pt x="52" y="17"/>
                  </a:lnTo>
                  <a:lnTo>
                    <a:pt x="52" y="17"/>
                  </a:lnTo>
                  <a:lnTo>
                    <a:pt x="52" y="17"/>
                  </a:lnTo>
                  <a:lnTo>
                    <a:pt x="54" y="17"/>
                  </a:lnTo>
                  <a:lnTo>
                    <a:pt x="54" y="17"/>
                  </a:lnTo>
                  <a:lnTo>
                    <a:pt x="56" y="17"/>
                  </a:lnTo>
                  <a:lnTo>
                    <a:pt x="56" y="17"/>
                  </a:lnTo>
                  <a:lnTo>
                    <a:pt x="56" y="17"/>
                  </a:lnTo>
                  <a:lnTo>
                    <a:pt x="59" y="17"/>
                  </a:lnTo>
                  <a:lnTo>
                    <a:pt x="59" y="17"/>
                  </a:lnTo>
                  <a:lnTo>
                    <a:pt x="59" y="17"/>
                  </a:lnTo>
                  <a:lnTo>
                    <a:pt x="61" y="17"/>
                  </a:lnTo>
                  <a:lnTo>
                    <a:pt x="61" y="17"/>
                  </a:lnTo>
                  <a:lnTo>
                    <a:pt x="61" y="17"/>
                  </a:lnTo>
                  <a:lnTo>
                    <a:pt x="61" y="15"/>
                  </a:lnTo>
                  <a:lnTo>
                    <a:pt x="61" y="15"/>
                  </a:lnTo>
                  <a:lnTo>
                    <a:pt x="64" y="15"/>
                  </a:lnTo>
                  <a:lnTo>
                    <a:pt x="64" y="12"/>
                  </a:lnTo>
                  <a:lnTo>
                    <a:pt x="64" y="12"/>
                  </a:lnTo>
                  <a:lnTo>
                    <a:pt x="64" y="12"/>
                  </a:lnTo>
                  <a:lnTo>
                    <a:pt x="64" y="12"/>
                  </a:lnTo>
                  <a:lnTo>
                    <a:pt x="64" y="10"/>
                  </a:lnTo>
                  <a:lnTo>
                    <a:pt x="64" y="10"/>
                  </a:lnTo>
                  <a:lnTo>
                    <a:pt x="66" y="10"/>
                  </a:lnTo>
                  <a:lnTo>
                    <a:pt x="66" y="10"/>
                  </a:lnTo>
                  <a:lnTo>
                    <a:pt x="66" y="10"/>
                  </a:lnTo>
                  <a:lnTo>
                    <a:pt x="68" y="10"/>
                  </a:lnTo>
                  <a:lnTo>
                    <a:pt x="68" y="10"/>
                  </a:lnTo>
                  <a:lnTo>
                    <a:pt x="68" y="10"/>
                  </a:lnTo>
                  <a:lnTo>
                    <a:pt x="71" y="10"/>
                  </a:lnTo>
                  <a:lnTo>
                    <a:pt x="71" y="8"/>
                  </a:lnTo>
                  <a:lnTo>
                    <a:pt x="71" y="8"/>
                  </a:lnTo>
                  <a:lnTo>
                    <a:pt x="71" y="8"/>
                  </a:lnTo>
                  <a:lnTo>
                    <a:pt x="71" y="8"/>
                  </a:lnTo>
                  <a:lnTo>
                    <a:pt x="73" y="8"/>
                  </a:lnTo>
                  <a:lnTo>
                    <a:pt x="73" y="5"/>
                  </a:lnTo>
                  <a:lnTo>
                    <a:pt x="73" y="5"/>
                  </a:lnTo>
                  <a:lnTo>
                    <a:pt x="73" y="5"/>
                  </a:lnTo>
                  <a:lnTo>
                    <a:pt x="73" y="3"/>
                  </a:lnTo>
                  <a:lnTo>
                    <a:pt x="73" y="3"/>
                  </a:lnTo>
                  <a:lnTo>
                    <a:pt x="73" y="3"/>
                  </a:lnTo>
                  <a:lnTo>
                    <a:pt x="73" y="0"/>
                  </a:lnTo>
                  <a:lnTo>
                    <a:pt x="73" y="0"/>
                  </a:lnTo>
                  <a:lnTo>
                    <a:pt x="75" y="0"/>
                  </a:lnTo>
                  <a:lnTo>
                    <a:pt x="75" y="0"/>
                  </a:lnTo>
                  <a:lnTo>
                    <a:pt x="7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3" name="Freeform 251"/>
            <p:cNvSpPr>
              <a:spLocks/>
            </p:cNvSpPr>
            <p:nvPr/>
          </p:nvSpPr>
          <p:spPr bwMode="auto">
            <a:xfrm>
              <a:off x="2852738" y="2684463"/>
              <a:ext cx="179388" cy="139700"/>
            </a:xfrm>
            <a:custGeom>
              <a:avLst/>
              <a:gdLst/>
              <a:ahLst/>
              <a:cxnLst>
                <a:cxn ang="0">
                  <a:pos x="80" y="5"/>
                </a:cxn>
                <a:cxn ang="0">
                  <a:pos x="85" y="10"/>
                </a:cxn>
                <a:cxn ang="0">
                  <a:pos x="90" y="19"/>
                </a:cxn>
                <a:cxn ang="0">
                  <a:pos x="92" y="24"/>
                </a:cxn>
                <a:cxn ang="0">
                  <a:pos x="97" y="31"/>
                </a:cxn>
                <a:cxn ang="0">
                  <a:pos x="104" y="31"/>
                </a:cxn>
                <a:cxn ang="0">
                  <a:pos x="111" y="36"/>
                </a:cxn>
                <a:cxn ang="0">
                  <a:pos x="113" y="43"/>
                </a:cxn>
                <a:cxn ang="0">
                  <a:pos x="109" y="41"/>
                </a:cxn>
                <a:cxn ang="0">
                  <a:pos x="101" y="41"/>
                </a:cxn>
                <a:cxn ang="0">
                  <a:pos x="97" y="45"/>
                </a:cxn>
                <a:cxn ang="0">
                  <a:pos x="94" y="53"/>
                </a:cxn>
                <a:cxn ang="0">
                  <a:pos x="92" y="60"/>
                </a:cxn>
                <a:cxn ang="0">
                  <a:pos x="92" y="67"/>
                </a:cxn>
                <a:cxn ang="0">
                  <a:pos x="90" y="72"/>
                </a:cxn>
                <a:cxn ang="0">
                  <a:pos x="87" y="74"/>
                </a:cxn>
                <a:cxn ang="0">
                  <a:pos x="85" y="69"/>
                </a:cxn>
                <a:cxn ang="0">
                  <a:pos x="83" y="79"/>
                </a:cxn>
                <a:cxn ang="0">
                  <a:pos x="80" y="88"/>
                </a:cxn>
                <a:cxn ang="0">
                  <a:pos x="73" y="86"/>
                </a:cxn>
                <a:cxn ang="0">
                  <a:pos x="68" y="81"/>
                </a:cxn>
                <a:cxn ang="0">
                  <a:pos x="64" y="76"/>
                </a:cxn>
                <a:cxn ang="0">
                  <a:pos x="71" y="74"/>
                </a:cxn>
                <a:cxn ang="0">
                  <a:pos x="66" y="69"/>
                </a:cxn>
                <a:cxn ang="0">
                  <a:pos x="71" y="62"/>
                </a:cxn>
                <a:cxn ang="0">
                  <a:pos x="66" y="57"/>
                </a:cxn>
                <a:cxn ang="0">
                  <a:pos x="59" y="60"/>
                </a:cxn>
                <a:cxn ang="0">
                  <a:pos x="52" y="62"/>
                </a:cxn>
                <a:cxn ang="0">
                  <a:pos x="45" y="67"/>
                </a:cxn>
                <a:cxn ang="0">
                  <a:pos x="40" y="69"/>
                </a:cxn>
                <a:cxn ang="0">
                  <a:pos x="33" y="74"/>
                </a:cxn>
                <a:cxn ang="0">
                  <a:pos x="33" y="72"/>
                </a:cxn>
                <a:cxn ang="0">
                  <a:pos x="33" y="67"/>
                </a:cxn>
                <a:cxn ang="0">
                  <a:pos x="30" y="62"/>
                </a:cxn>
                <a:cxn ang="0">
                  <a:pos x="26" y="57"/>
                </a:cxn>
                <a:cxn ang="0">
                  <a:pos x="21" y="55"/>
                </a:cxn>
                <a:cxn ang="0">
                  <a:pos x="16" y="50"/>
                </a:cxn>
                <a:cxn ang="0">
                  <a:pos x="16" y="48"/>
                </a:cxn>
                <a:cxn ang="0">
                  <a:pos x="19" y="43"/>
                </a:cxn>
                <a:cxn ang="0">
                  <a:pos x="14" y="38"/>
                </a:cxn>
                <a:cxn ang="0">
                  <a:pos x="7" y="34"/>
                </a:cxn>
                <a:cxn ang="0">
                  <a:pos x="11" y="27"/>
                </a:cxn>
                <a:cxn ang="0">
                  <a:pos x="7" y="22"/>
                </a:cxn>
                <a:cxn ang="0">
                  <a:pos x="2" y="19"/>
                </a:cxn>
                <a:cxn ang="0">
                  <a:pos x="2" y="19"/>
                </a:cxn>
                <a:cxn ang="0">
                  <a:pos x="2" y="12"/>
                </a:cxn>
                <a:cxn ang="0">
                  <a:pos x="9" y="10"/>
                </a:cxn>
                <a:cxn ang="0">
                  <a:pos x="14" y="15"/>
                </a:cxn>
                <a:cxn ang="0">
                  <a:pos x="21" y="19"/>
                </a:cxn>
                <a:cxn ang="0">
                  <a:pos x="28" y="19"/>
                </a:cxn>
                <a:cxn ang="0">
                  <a:pos x="33" y="19"/>
                </a:cxn>
                <a:cxn ang="0">
                  <a:pos x="33" y="12"/>
                </a:cxn>
                <a:cxn ang="0">
                  <a:pos x="26" y="10"/>
                </a:cxn>
                <a:cxn ang="0">
                  <a:pos x="28" y="0"/>
                </a:cxn>
                <a:cxn ang="0">
                  <a:pos x="35" y="0"/>
                </a:cxn>
                <a:cxn ang="0">
                  <a:pos x="40" y="5"/>
                </a:cxn>
                <a:cxn ang="0">
                  <a:pos x="45" y="10"/>
                </a:cxn>
                <a:cxn ang="0">
                  <a:pos x="49" y="15"/>
                </a:cxn>
                <a:cxn ang="0">
                  <a:pos x="56" y="17"/>
                </a:cxn>
                <a:cxn ang="0">
                  <a:pos x="64" y="12"/>
                </a:cxn>
                <a:cxn ang="0">
                  <a:pos x="71" y="10"/>
                </a:cxn>
                <a:cxn ang="0">
                  <a:pos x="73" y="3"/>
                </a:cxn>
              </a:cxnLst>
              <a:rect l="0" t="0" r="r" b="b"/>
              <a:pathLst>
                <a:path w="113" h="88">
                  <a:moveTo>
                    <a:pt x="75" y="0"/>
                  </a:moveTo>
                  <a:lnTo>
                    <a:pt x="75" y="0"/>
                  </a:lnTo>
                  <a:lnTo>
                    <a:pt x="78" y="0"/>
                  </a:lnTo>
                  <a:lnTo>
                    <a:pt x="78" y="0"/>
                  </a:lnTo>
                  <a:lnTo>
                    <a:pt x="78" y="0"/>
                  </a:lnTo>
                  <a:lnTo>
                    <a:pt x="78" y="3"/>
                  </a:lnTo>
                  <a:lnTo>
                    <a:pt x="78" y="3"/>
                  </a:lnTo>
                  <a:lnTo>
                    <a:pt x="80" y="3"/>
                  </a:lnTo>
                  <a:lnTo>
                    <a:pt x="80" y="3"/>
                  </a:lnTo>
                  <a:lnTo>
                    <a:pt x="80" y="5"/>
                  </a:lnTo>
                  <a:lnTo>
                    <a:pt x="80" y="5"/>
                  </a:lnTo>
                  <a:lnTo>
                    <a:pt x="80" y="5"/>
                  </a:lnTo>
                  <a:lnTo>
                    <a:pt x="83" y="5"/>
                  </a:lnTo>
                  <a:lnTo>
                    <a:pt x="83" y="8"/>
                  </a:lnTo>
                  <a:lnTo>
                    <a:pt x="83" y="8"/>
                  </a:lnTo>
                  <a:lnTo>
                    <a:pt x="83" y="8"/>
                  </a:lnTo>
                  <a:lnTo>
                    <a:pt x="83" y="8"/>
                  </a:lnTo>
                  <a:lnTo>
                    <a:pt x="83" y="10"/>
                  </a:lnTo>
                  <a:lnTo>
                    <a:pt x="85" y="10"/>
                  </a:lnTo>
                  <a:lnTo>
                    <a:pt x="85" y="10"/>
                  </a:lnTo>
                  <a:lnTo>
                    <a:pt x="85" y="10"/>
                  </a:lnTo>
                  <a:lnTo>
                    <a:pt x="85" y="10"/>
                  </a:lnTo>
                  <a:lnTo>
                    <a:pt x="85" y="10"/>
                  </a:lnTo>
                  <a:lnTo>
                    <a:pt x="85" y="12"/>
                  </a:lnTo>
                  <a:lnTo>
                    <a:pt x="87" y="12"/>
                  </a:lnTo>
                  <a:lnTo>
                    <a:pt x="87" y="12"/>
                  </a:lnTo>
                  <a:lnTo>
                    <a:pt x="87" y="12"/>
                  </a:lnTo>
                  <a:lnTo>
                    <a:pt x="87" y="15"/>
                  </a:lnTo>
                  <a:lnTo>
                    <a:pt x="87" y="15"/>
                  </a:lnTo>
                  <a:lnTo>
                    <a:pt x="90" y="15"/>
                  </a:lnTo>
                  <a:lnTo>
                    <a:pt x="90" y="17"/>
                  </a:lnTo>
                  <a:lnTo>
                    <a:pt x="90" y="17"/>
                  </a:lnTo>
                  <a:lnTo>
                    <a:pt x="90" y="19"/>
                  </a:lnTo>
                  <a:lnTo>
                    <a:pt x="90" y="19"/>
                  </a:lnTo>
                  <a:lnTo>
                    <a:pt x="90" y="19"/>
                  </a:lnTo>
                  <a:lnTo>
                    <a:pt x="90" y="19"/>
                  </a:lnTo>
                  <a:lnTo>
                    <a:pt x="90" y="22"/>
                  </a:lnTo>
                  <a:lnTo>
                    <a:pt x="90" y="22"/>
                  </a:lnTo>
                  <a:lnTo>
                    <a:pt x="90" y="22"/>
                  </a:lnTo>
                  <a:lnTo>
                    <a:pt x="92" y="22"/>
                  </a:lnTo>
                  <a:lnTo>
                    <a:pt x="92" y="24"/>
                  </a:lnTo>
                  <a:lnTo>
                    <a:pt x="92" y="24"/>
                  </a:lnTo>
                  <a:lnTo>
                    <a:pt x="92" y="24"/>
                  </a:lnTo>
                  <a:lnTo>
                    <a:pt x="92" y="24"/>
                  </a:lnTo>
                  <a:lnTo>
                    <a:pt x="94" y="24"/>
                  </a:lnTo>
                  <a:lnTo>
                    <a:pt x="94" y="27"/>
                  </a:lnTo>
                  <a:lnTo>
                    <a:pt x="94" y="27"/>
                  </a:lnTo>
                  <a:lnTo>
                    <a:pt x="97" y="27"/>
                  </a:lnTo>
                  <a:lnTo>
                    <a:pt x="97" y="27"/>
                  </a:lnTo>
                  <a:lnTo>
                    <a:pt x="97" y="27"/>
                  </a:lnTo>
                  <a:lnTo>
                    <a:pt x="97" y="29"/>
                  </a:lnTo>
                  <a:lnTo>
                    <a:pt x="97" y="29"/>
                  </a:lnTo>
                  <a:lnTo>
                    <a:pt x="97" y="29"/>
                  </a:lnTo>
                  <a:lnTo>
                    <a:pt x="97" y="31"/>
                  </a:lnTo>
                  <a:lnTo>
                    <a:pt x="97" y="31"/>
                  </a:lnTo>
                  <a:lnTo>
                    <a:pt x="97" y="31"/>
                  </a:lnTo>
                  <a:lnTo>
                    <a:pt x="99" y="31"/>
                  </a:lnTo>
                  <a:lnTo>
                    <a:pt x="99" y="31"/>
                  </a:lnTo>
                  <a:lnTo>
                    <a:pt x="99" y="31"/>
                  </a:lnTo>
                  <a:lnTo>
                    <a:pt x="99" y="34"/>
                  </a:lnTo>
                  <a:lnTo>
                    <a:pt x="101" y="34"/>
                  </a:lnTo>
                  <a:lnTo>
                    <a:pt x="101" y="34"/>
                  </a:lnTo>
                  <a:lnTo>
                    <a:pt x="104" y="34"/>
                  </a:lnTo>
                  <a:lnTo>
                    <a:pt x="104" y="34"/>
                  </a:lnTo>
                  <a:lnTo>
                    <a:pt x="104" y="34"/>
                  </a:lnTo>
                  <a:lnTo>
                    <a:pt x="104" y="31"/>
                  </a:lnTo>
                  <a:lnTo>
                    <a:pt x="106" y="31"/>
                  </a:lnTo>
                  <a:lnTo>
                    <a:pt x="106" y="31"/>
                  </a:lnTo>
                  <a:lnTo>
                    <a:pt x="106" y="31"/>
                  </a:lnTo>
                  <a:lnTo>
                    <a:pt x="109" y="31"/>
                  </a:lnTo>
                  <a:lnTo>
                    <a:pt x="109" y="34"/>
                  </a:lnTo>
                  <a:lnTo>
                    <a:pt x="109" y="34"/>
                  </a:lnTo>
                  <a:lnTo>
                    <a:pt x="109" y="34"/>
                  </a:lnTo>
                  <a:lnTo>
                    <a:pt x="111" y="34"/>
                  </a:lnTo>
                  <a:lnTo>
                    <a:pt x="111" y="34"/>
                  </a:lnTo>
                  <a:lnTo>
                    <a:pt x="111" y="34"/>
                  </a:lnTo>
                  <a:lnTo>
                    <a:pt x="111" y="36"/>
                  </a:lnTo>
                  <a:lnTo>
                    <a:pt x="113" y="36"/>
                  </a:lnTo>
                  <a:lnTo>
                    <a:pt x="113" y="36"/>
                  </a:lnTo>
                  <a:lnTo>
                    <a:pt x="113" y="36"/>
                  </a:lnTo>
                  <a:lnTo>
                    <a:pt x="113" y="36"/>
                  </a:lnTo>
                  <a:lnTo>
                    <a:pt x="113" y="38"/>
                  </a:lnTo>
                  <a:lnTo>
                    <a:pt x="113" y="38"/>
                  </a:lnTo>
                  <a:lnTo>
                    <a:pt x="113" y="41"/>
                  </a:lnTo>
                  <a:lnTo>
                    <a:pt x="113" y="41"/>
                  </a:lnTo>
                  <a:lnTo>
                    <a:pt x="113" y="41"/>
                  </a:lnTo>
                  <a:lnTo>
                    <a:pt x="113" y="43"/>
                  </a:lnTo>
                  <a:lnTo>
                    <a:pt x="113" y="43"/>
                  </a:lnTo>
                  <a:lnTo>
                    <a:pt x="113" y="43"/>
                  </a:lnTo>
                  <a:lnTo>
                    <a:pt x="113" y="43"/>
                  </a:lnTo>
                  <a:lnTo>
                    <a:pt x="113" y="41"/>
                  </a:lnTo>
                  <a:lnTo>
                    <a:pt x="113" y="41"/>
                  </a:lnTo>
                  <a:lnTo>
                    <a:pt x="113" y="41"/>
                  </a:lnTo>
                  <a:lnTo>
                    <a:pt x="111" y="41"/>
                  </a:lnTo>
                  <a:lnTo>
                    <a:pt x="111" y="41"/>
                  </a:lnTo>
                  <a:lnTo>
                    <a:pt x="111" y="41"/>
                  </a:lnTo>
                  <a:lnTo>
                    <a:pt x="111" y="41"/>
                  </a:lnTo>
                  <a:lnTo>
                    <a:pt x="109" y="41"/>
                  </a:lnTo>
                  <a:lnTo>
                    <a:pt x="109" y="41"/>
                  </a:lnTo>
                  <a:lnTo>
                    <a:pt x="109" y="41"/>
                  </a:lnTo>
                  <a:lnTo>
                    <a:pt x="106" y="41"/>
                  </a:lnTo>
                  <a:lnTo>
                    <a:pt x="106" y="41"/>
                  </a:lnTo>
                  <a:lnTo>
                    <a:pt x="106" y="41"/>
                  </a:lnTo>
                  <a:lnTo>
                    <a:pt x="106" y="41"/>
                  </a:lnTo>
                  <a:lnTo>
                    <a:pt x="104" y="41"/>
                  </a:lnTo>
                  <a:lnTo>
                    <a:pt x="104" y="41"/>
                  </a:lnTo>
                  <a:lnTo>
                    <a:pt x="104" y="41"/>
                  </a:lnTo>
                  <a:lnTo>
                    <a:pt x="104" y="41"/>
                  </a:lnTo>
                  <a:lnTo>
                    <a:pt x="101" y="41"/>
                  </a:lnTo>
                  <a:lnTo>
                    <a:pt x="101" y="41"/>
                  </a:lnTo>
                  <a:lnTo>
                    <a:pt x="101" y="41"/>
                  </a:lnTo>
                  <a:lnTo>
                    <a:pt x="99" y="41"/>
                  </a:lnTo>
                  <a:lnTo>
                    <a:pt x="99" y="41"/>
                  </a:lnTo>
                  <a:lnTo>
                    <a:pt x="99" y="43"/>
                  </a:lnTo>
                  <a:lnTo>
                    <a:pt x="99" y="43"/>
                  </a:lnTo>
                  <a:lnTo>
                    <a:pt x="97" y="43"/>
                  </a:lnTo>
                  <a:lnTo>
                    <a:pt x="97" y="43"/>
                  </a:lnTo>
                  <a:lnTo>
                    <a:pt x="97" y="43"/>
                  </a:lnTo>
                  <a:lnTo>
                    <a:pt x="97" y="43"/>
                  </a:lnTo>
                  <a:lnTo>
                    <a:pt x="97" y="45"/>
                  </a:lnTo>
                  <a:lnTo>
                    <a:pt x="97" y="45"/>
                  </a:lnTo>
                  <a:lnTo>
                    <a:pt x="94" y="45"/>
                  </a:lnTo>
                  <a:lnTo>
                    <a:pt x="94" y="48"/>
                  </a:lnTo>
                  <a:lnTo>
                    <a:pt x="97" y="48"/>
                  </a:lnTo>
                  <a:lnTo>
                    <a:pt x="97" y="48"/>
                  </a:lnTo>
                  <a:lnTo>
                    <a:pt x="97" y="50"/>
                  </a:lnTo>
                  <a:lnTo>
                    <a:pt x="97" y="50"/>
                  </a:lnTo>
                  <a:lnTo>
                    <a:pt x="94" y="50"/>
                  </a:lnTo>
                  <a:lnTo>
                    <a:pt x="94" y="50"/>
                  </a:lnTo>
                  <a:lnTo>
                    <a:pt x="94" y="53"/>
                  </a:lnTo>
                  <a:lnTo>
                    <a:pt x="94" y="53"/>
                  </a:lnTo>
                  <a:lnTo>
                    <a:pt x="94" y="53"/>
                  </a:lnTo>
                  <a:lnTo>
                    <a:pt x="94" y="55"/>
                  </a:lnTo>
                  <a:lnTo>
                    <a:pt x="94" y="55"/>
                  </a:lnTo>
                  <a:lnTo>
                    <a:pt x="94" y="55"/>
                  </a:lnTo>
                  <a:lnTo>
                    <a:pt x="94" y="57"/>
                  </a:lnTo>
                  <a:lnTo>
                    <a:pt x="94" y="57"/>
                  </a:lnTo>
                  <a:lnTo>
                    <a:pt x="92" y="57"/>
                  </a:lnTo>
                  <a:lnTo>
                    <a:pt x="92" y="57"/>
                  </a:lnTo>
                  <a:lnTo>
                    <a:pt x="92" y="57"/>
                  </a:lnTo>
                  <a:lnTo>
                    <a:pt x="92" y="60"/>
                  </a:lnTo>
                  <a:lnTo>
                    <a:pt x="92" y="60"/>
                  </a:lnTo>
                  <a:lnTo>
                    <a:pt x="92" y="60"/>
                  </a:lnTo>
                  <a:lnTo>
                    <a:pt x="92" y="62"/>
                  </a:lnTo>
                  <a:lnTo>
                    <a:pt x="92" y="62"/>
                  </a:lnTo>
                  <a:lnTo>
                    <a:pt x="92" y="62"/>
                  </a:lnTo>
                  <a:lnTo>
                    <a:pt x="94" y="62"/>
                  </a:lnTo>
                  <a:lnTo>
                    <a:pt x="94" y="64"/>
                  </a:lnTo>
                  <a:lnTo>
                    <a:pt x="94" y="64"/>
                  </a:lnTo>
                  <a:lnTo>
                    <a:pt x="94" y="64"/>
                  </a:lnTo>
                  <a:lnTo>
                    <a:pt x="94" y="67"/>
                  </a:lnTo>
                  <a:lnTo>
                    <a:pt x="94" y="67"/>
                  </a:lnTo>
                  <a:lnTo>
                    <a:pt x="94" y="67"/>
                  </a:lnTo>
                  <a:lnTo>
                    <a:pt x="92" y="67"/>
                  </a:lnTo>
                  <a:lnTo>
                    <a:pt x="92" y="67"/>
                  </a:lnTo>
                  <a:lnTo>
                    <a:pt x="92" y="67"/>
                  </a:lnTo>
                  <a:lnTo>
                    <a:pt x="92" y="67"/>
                  </a:lnTo>
                  <a:lnTo>
                    <a:pt x="90" y="67"/>
                  </a:lnTo>
                  <a:lnTo>
                    <a:pt x="90" y="67"/>
                  </a:lnTo>
                  <a:lnTo>
                    <a:pt x="90" y="69"/>
                  </a:lnTo>
                  <a:lnTo>
                    <a:pt x="90" y="69"/>
                  </a:lnTo>
                  <a:lnTo>
                    <a:pt x="90" y="69"/>
                  </a:lnTo>
                  <a:lnTo>
                    <a:pt x="90" y="72"/>
                  </a:lnTo>
                  <a:lnTo>
                    <a:pt x="90" y="72"/>
                  </a:lnTo>
                  <a:lnTo>
                    <a:pt x="90" y="72"/>
                  </a:lnTo>
                  <a:lnTo>
                    <a:pt x="90" y="74"/>
                  </a:lnTo>
                  <a:lnTo>
                    <a:pt x="90" y="74"/>
                  </a:lnTo>
                  <a:lnTo>
                    <a:pt x="90" y="74"/>
                  </a:lnTo>
                  <a:lnTo>
                    <a:pt x="90" y="76"/>
                  </a:lnTo>
                  <a:lnTo>
                    <a:pt x="87" y="76"/>
                  </a:lnTo>
                  <a:lnTo>
                    <a:pt x="87" y="76"/>
                  </a:lnTo>
                  <a:lnTo>
                    <a:pt x="85" y="76"/>
                  </a:lnTo>
                  <a:lnTo>
                    <a:pt x="85" y="74"/>
                  </a:lnTo>
                  <a:lnTo>
                    <a:pt x="85" y="74"/>
                  </a:lnTo>
                  <a:lnTo>
                    <a:pt x="87" y="74"/>
                  </a:lnTo>
                  <a:lnTo>
                    <a:pt x="87" y="74"/>
                  </a:lnTo>
                  <a:lnTo>
                    <a:pt x="87" y="72"/>
                  </a:lnTo>
                  <a:lnTo>
                    <a:pt x="90" y="72"/>
                  </a:lnTo>
                  <a:lnTo>
                    <a:pt x="90" y="72"/>
                  </a:lnTo>
                  <a:lnTo>
                    <a:pt x="87" y="72"/>
                  </a:lnTo>
                  <a:lnTo>
                    <a:pt x="87" y="72"/>
                  </a:lnTo>
                  <a:lnTo>
                    <a:pt x="87" y="69"/>
                  </a:lnTo>
                  <a:lnTo>
                    <a:pt x="85" y="69"/>
                  </a:lnTo>
                  <a:lnTo>
                    <a:pt x="85" y="69"/>
                  </a:lnTo>
                  <a:lnTo>
                    <a:pt x="85" y="69"/>
                  </a:lnTo>
                  <a:lnTo>
                    <a:pt x="85" y="69"/>
                  </a:lnTo>
                  <a:lnTo>
                    <a:pt x="85" y="69"/>
                  </a:lnTo>
                  <a:lnTo>
                    <a:pt x="85" y="72"/>
                  </a:lnTo>
                  <a:lnTo>
                    <a:pt x="85" y="72"/>
                  </a:lnTo>
                  <a:lnTo>
                    <a:pt x="85" y="74"/>
                  </a:lnTo>
                  <a:lnTo>
                    <a:pt x="85" y="74"/>
                  </a:lnTo>
                  <a:lnTo>
                    <a:pt x="85" y="76"/>
                  </a:lnTo>
                  <a:lnTo>
                    <a:pt x="85" y="76"/>
                  </a:lnTo>
                  <a:lnTo>
                    <a:pt x="83" y="76"/>
                  </a:lnTo>
                  <a:lnTo>
                    <a:pt x="83" y="79"/>
                  </a:lnTo>
                  <a:lnTo>
                    <a:pt x="83" y="79"/>
                  </a:lnTo>
                  <a:lnTo>
                    <a:pt x="83" y="79"/>
                  </a:lnTo>
                  <a:lnTo>
                    <a:pt x="83" y="79"/>
                  </a:lnTo>
                  <a:lnTo>
                    <a:pt x="83" y="81"/>
                  </a:lnTo>
                  <a:lnTo>
                    <a:pt x="83" y="81"/>
                  </a:lnTo>
                  <a:lnTo>
                    <a:pt x="83" y="81"/>
                  </a:lnTo>
                  <a:lnTo>
                    <a:pt x="83" y="83"/>
                  </a:lnTo>
                  <a:lnTo>
                    <a:pt x="83" y="83"/>
                  </a:lnTo>
                  <a:lnTo>
                    <a:pt x="83" y="86"/>
                  </a:lnTo>
                  <a:lnTo>
                    <a:pt x="83" y="86"/>
                  </a:lnTo>
                  <a:lnTo>
                    <a:pt x="83" y="88"/>
                  </a:lnTo>
                  <a:lnTo>
                    <a:pt x="83" y="88"/>
                  </a:lnTo>
                  <a:lnTo>
                    <a:pt x="83" y="88"/>
                  </a:lnTo>
                  <a:lnTo>
                    <a:pt x="80" y="88"/>
                  </a:lnTo>
                  <a:lnTo>
                    <a:pt x="80" y="88"/>
                  </a:lnTo>
                  <a:lnTo>
                    <a:pt x="80" y="88"/>
                  </a:lnTo>
                  <a:lnTo>
                    <a:pt x="78" y="88"/>
                  </a:lnTo>
                  <a:lnTo>
                    <a:pt x="78" y="88"/>
                  </a:lnTo>
                  <a:lnTo>
                    <a:pt x="78" y="88"/>
                  </a:lnTo>
                  <a:lnTo>
                    <a:pt x="75" y="88"/>
                  </a:lnTo>
                  <a:lnTo>
                    <a:pt x="75" y="88"/>
                  </a:lnTo>
                  <a:lnTo>
                    <a:pt x="75" y="86"/>
                  </a:lnTo>
                  <a:lnTo>
                    <a:pt x="75" y="86"/>
                  </a:lnTo>
                  <a:lnTo>
                    <a:pt x="73" y="86"/>
                  </a:lnTo>
                  <a:lnTo>
                    <a:pt x="73" y="86"/>
                  </a:lnTo>
                  <a:lnTo>
                    <a:pt x="73" y="86"/>
                  </a:lnTo>
                  <a:lnTo>
                    <a:pt x="73" y="83"/>
                  </a:lnTo>
                  <a:lnTo>
                    <a:pt x="73" y="83"/>
                  </a:lnTo>
                  <a:lnTo>
                    <a:pt x="73" y="83"/>
                  </a:lnTo>
                  <a:lnTo>
                    <a:pt x="73" y="83"/>
                  </a:lnTo>
                  <a:lnTo>
                    <a:pt x="71" y="83"/>
                  </a:lnTo>
                  <a:lnTo>
                    <a:pt x="71" y="83"/>
                  </a:lnTo>
                  <a:lnTo>
                    <a:pt x="71" y="83"/>
                  </a:lnTo>
                  <a:lnTo>
                    <a:pt x="71" y="83"/>
                  </a:lnTo>
                  <a:lnTo>
                    <a:pt x="71" y="81"/>
                  </a:lnTo>
                  <a:lnTo>
                    <a:pt x="68" y="81"/>
                  </a:lnTo>
                  <a:lnTo>
                    <a:pt x="68" y="81"/>
                  </a:lnTo>
                  <a:lnTo>
                    <a:pt x="68" y="79"/>
                  </a:lnTo>
                  <a:lnTo>
                    <a:pt x="68" y="79"/>
                  </a:lnTo>
                  <a:lnTo>
                    <a:pt x="66" y="79"/>
                  </a:lnTo>
                  <a:lnTo>
                    <a:pt x="66" y="79"/>
                  </a:lnTo>
                  <a:lnTo>
                    <a:pt x="66" y="79"/>
                  </a:lnTo>
                  <a:lnTo>
                    <a:pt x="66" y="79"/>
                  </a:lnTo>
                  <a:lnTo>
                    <a:pt x="64" y="79"/>
                  </a:lnTo>
                  <a:lnTo>
                    <a:pt x="64" y="79"/>
                  </a:lnTo>
                  <a:lnTo>
                    <a:pt x="64" y="79"/>
                  </a:lnTo>
                  <a:lnTo>
                    <a:pt x="64" y="76"/>
                  </a:lnTo>
                  <a:lnTo>
                    <a:pt x="64" y="76"/>
                  </a:lnTo>
                  <a:lnTo>
                    <a:pt x="64" y="76"/>
                  </a:lnTo>
                  <a:lnTo>
                    <a:pt x="66" y="76"/>
                  </a:lnTo>
                  <a:lnTo>
                    <a:pt x="66" y="74"/>
                  </a:lnTo>
                  <a:lnTo>
                    <a:pt x="66" y="74"/>
                  </a:lnTo>
                  <a:lnTo>
                    <a:pt x="66" y="74"/>
                  </a:lnTo>
                  <a:lnTo>
                    <a:pt x="68" y="74"/>
                  </a:lnTo>
                  <a:lnTo>
                    <a:pt x="68" y="74"/>
                  </a:lnTo>
                  <a:lnTo>
                    <a:pt x="71" y="74"/>
                  </a:lnTo>
                  <a:lnTo>
                    <a:pt x="71" y="74"/>
                  </a:lnTo>
                  <a:lnTo>
                    <a:pt x="71" y="74"/>
                  </a:lnTo>
                  <a:lnTo>
                    <a:pt x="71" y="74"/>
                  </a:lnTo>
                  <a:lnTo>
                    <a:pt x="71" y="72"/>
                  </a:lnTo>
                  <a:lnTo>
                    <a:pt x="71" y="72"/>
                  </a:lnTo>
                  <a:lnTo>
                    <a:pt x="71" y="72"/>
                  </a:lnTo>
                  <a:lnTo>
                    <a:pt x="71" y="72"/>
                  </a:lnTo>
                  <a:lnTo>
                    <a:pt x="71" y="69"/>
                  </a:lnTo>
                  <a:lnTo>
                    <a:pt x="68" y="69"/>
                  </a:lnTo>
                  <a:lnTo>
                    <a:pt x="68" y="69"/>
                  </a:lnTo>
                  <a:lnTo>
                    <a:pt x="68" y="69"/>
                  </a:lnTo>
                  <a:lnTo>
                    <a:pt x="66" y="69"/>
                  </a:lnTo>
                  <a:lnTo>
                    <a:pt x="66" y="69"/>
                  </a:lnTo>
                  <a:lnTo>
                    <a:pt x="66" y="69"/>
                  </a:lnTo>
                  <a:lnTo>
                    <a:pt x="66" y="67"/>
                  </a:lnTo>
                  <a:lnTo>
                    <a:pt x="66" y="67"/>
                  </a:lnTo>
                  <a:lnTo>
                    <a:pt x="66" y="67"/>
                  </a:lnTo>
                  <a:lnTo>
                    <a:pt x="68" y="67"/>
                  </a:lnTo>
                  <a:lnTo>
                    <a:pt x="68" y="64"/>
                  </a:lnTo>
                  <a:lnTo>
                    <a:pt x="68" y="64"/>
                  </a:lnTo>
                  <a:lnTo>
                    <a:pt x="71" y="64"/>
                  </a:lnTo>
                  <a:lnTo>
                    <a:pt x="71" y="64"/>
                  </a:lnTo>
                  <a:lnTo>
                    <a:pt x="71" y="64"/>
                  </a:lnTo>
                  <a:lnTo>
                    <a:pt x="71" y="62"/>
                  </a:lnTo>
                  <a:lnTo>
                    <a:pt x="71" y="62"/>
                  </a:lnTo>
                  <a:lnTo>
                    <a:pt x="71" y="62"/>
                  </a:lnTo>
                  <a:lnTo>
                    <a:pt x="68" y="62"/>
                  </a:lnTo>
                  <a:lnTo>
                    <a:pt x="68" y="62"/>
                  </a:lnTo>
                  <a:lnTo>
                    <a:pt x="68" y="60"/>
                  </a:lnTo>
                  <a:lnTo>
                    <a:pt x="66" y="60"/>
                  </a:lnTo>
                  <a:lnTo>
                    <a:pt x="66" y="60"/>
                  </a:lnTo>
                  <a:lnTo>
                    <a:pt x="66" y="60"/>
                  </a:lnTo>
                  <a:lnTo>
                    <a:pt x="66" y="60"/>
                  </a:lnTo>
                  <a:lnTo>
                    <a:pt x="66" y="60"/>
                  </a:lnTo>
                  <a:lnTo>
                    <a:pt x="66" y="57"/>
                  </a:lnTo>
                  <a:lnTo>
                    <a:pt x="64" y="57"/>
                  </a:lnTo>
                  <a:lnTo>
                    <a:pt x="64" y="57"/>
                  </a:lnTo>
                  <a:lnTo>
                    <a:pt x="64" y="57"/>
                  </a:lnTo>
                  <a:lnTo>
                    <a:pt x="64" y="57"/>
                  </a:lnTo>
                  <a:lnTo>
                    <a:pt x="61" y="57"/>
                  </a:lnTo>
                  <a:lnTo>
                    <a:pt x="61" y="57"/>
                  </a:lnTo>
                  <a:lnTo>
                    <a:pt x="59" y="57"/>
                  </a:lnTo>
                  <a:lnTo>
                    <a:pt x="59" y="57"/>
                  </a:lnTo>
                  <a:lnTo>
                    <a:pt x="59" y="57"/>
                  </a:lnTo>
                  <a:lnTo>
                    <a:pt x="59" y="57"/>
                  </a:lnTo>
                  <a:lnTo>
                    <a:pt x="59" y="60"/>
                  </a:lnTo>
                  <a:lnTo>
                    <a:pt x="56" y="60"/>
                  </a:lnTo>
                  <a:lnTo>
                    <a:pt x="56" y="60"/>
                  </a:lnTo>
                  <a:lnTo>
                    <a:pt x="56" y="60"/>
                  </a:lnTo>
                  <a:lnTo>
                    <a:pt x="56" y="60"/>
                  </a:lnTo>
                  <a:lnTo>
                    <a:pt x="54" y="60"/>
                  </a:lnTo>
                  <a:lnTo>
                    <a:pt x="54" y="60"/>
                  </a:lnTo>
                  <a:lnTo>
                    <a:pt x="54" y="60"/>
                  </a:lnTo>
                  <a:lnTo>
                    <a:pt x="52" y="60"/>
                  </a:lnTo>
                  <a:lnTo>
                    <a:pt x="52" y="60"/>
                  </a:lnTo>
                  <a:lnTo>
                    <a:pt x="52" y="62"/>
                  </a:lnTo>
                  <a:lnTo>
                    <a:pt x="52" y="62"/>
                  </a:lnTo>
                  <a:lnTo>
                    <a:pt x="49" y="62"/>
                  </a:lnTo>
                  <a:lnTo>
                    <a:pt x="49" y="62"/>
                  </a:lnTo>
                  <a:lnTo>
                    <a:pt x="49" y="62"/>
                  </a:lnTo>
                  <a:lnTo>
                    <a:pt x="49" y="64"/>
                  </a:lnTo>
                  <a:lnTo>
                    <a:pt x="49" y="64"/>
                  </a:lnTo>
                  <a:lnTo>
                    <a:pt x="49" y="64"/>
                  </a:lnTo>
                  <a:lnTo>
                    <a:pt x="47" y="64"/>
                  </a:lnTo>
                  <a:lnTo>
                    <a:pt x="47" y="64"/>
                  </a:lnTo>
                  <a:lnTo>
                    <a:pt x="47" y="67"/>
                  </a:lnTo>
                  <a:lnTo>
                    <a:pt x="45" y="67"/>
                  </a:lnTo>
                  <a:lnTo>
                    <a:pt x="45" y="67"/>
                  </a:lnTo>
                  <a:lnTo>
                    <a:pt x="45" y="67"/>
                  </a:lnTo>
                  <a:lnTo>
                    <a:pt x="45" y="67"/>
                  </a:lnTo>
                  <a:lnTo>
                    <a:pt x="42" y="67"/>
                  </a:lnTo>
                  <a:lnTo>
                    <a:pt x="42" y="69"/>
                  </a:lnTo>
                  <a:lnTo>
                    <a:pt x="42" y="69"/>
                  </a:lnTo>
                  <a:lnTo>
                    <a:pt x="42" y="69"/>
                  </a:lnTo>
                  <a:lnTo>
                    <a:pt x="42" y="69"/>
                  </a:lnTo>
                  <a:lnTo>
                    <a:pt x="40" y="69"/>
                  </a:lnTo>
                  <a:lnTo>
                    <a:pt x="40" y="69"/>
                  </a:lnTo>
                  <a:lnTo>
                    <a:pt x="40" y="69"/>
                  </a:lnTo>
                  <a:lnTo>
                    <a:pt x="40" y="69"/>
                  </a:lnTo>
                  <a:lnTo>
                    <a:pt x="40" y="69"/>
                  </a:lnTo>
                  <a:lnTo>
                    <a:pt x="38" y="69"/>
                  </a:lnTo>
                  <a:lnTo>
                    <a:pt x="38" y="72"/>
                  </a:lnTo>
                  <a:lnTo>
                    <a:pt x="38" y="72"/>
                  </a:lnTo>
                  <a:lnTo>
                    <a:pt x="38" y="72"/>
                  </a:lnTo>
                  <a:lnTo>
                    <a:pt x="38" y="72"/>
                  </a:lnTo>
                  <a:lnTo>
                    <a:pt x="38" y="74"/>
                  </a:lnTo>
                  <a:lnTo>
                    <a:pt x="35" y="74"/>
                  </a:lnTo>
                  <a:lnTo>
                    <a:pt x="35" y="74"/>
                  </a:lnTo>
                  <a:lnTo>
                    <a:pt x="35" y="74"/>
                  </a:lnTo>
                  <a:lnTo>
                    <a:pt x="33" y="74"/>
                  </a:lnTo>
                  <a:lnTo>
                    <a:pt x="33" y="76"/>
                  </a:lnTo>
                  <a:lnTo>
                    <a:pt x="33" y="76"/>
                  </a:lnTo>
                  <a:lnTo>
                    <a:pt x="33" y="76"/>
                  </a:lnTo>
                  <a:lnTo>
                    <a:pt x="33" y="76"/>
                  </a:lnTo>
                  <a:lnTo>
                    <a:pt x="33" y="76"/>
                  </a:lnTo>
                  <a:lnTo>
                    <a:pt x="30" y="76"/>
                  </a:lnTo>
                  <a:lnTo>
                    <a:pt x="30" y="74"/>
                  </a:lnTo>
                  <a:lnTo>
                    <a:pt x="33" y="74"/>
                  </a:lnTo>
                  <a:lnTo>
                    <a:pt x="33" y="74"/>
                  </a:lnTo>
                  <a:lnTo>
                    <a:pt x="33" y="72"/>
                  </a:lnTo>
                  <a:lnTo>
                    <a:pt x="33" y="72"/>
                  </a:lnTo>
                  <a:lnTo>
                    <a:pt x="30" y="72"/>
                  </a:lnTo>
                  <a:lnTo>
                    <a:pt x="30" y="69"/>
                  </a:lnTo>
                  <a:lnTo>
                    <a:pt x="30" y="69"/>
                  </a:lnTo>
                  <a:lnTo>
                    <a:pt x="30" y="69"/>
                  </a:lnTo>
                  <a:lnTo>
                    <a:pt x="30" y="69"/>
                  </a:lnTo>
                  <a:lnTo>
                    <a:pt x="30" y="69"/>
                  </a:lnTo>
                  <a:lnTo>
                    <a:pt x="33" y="69"/>
                  </a:lnTo>
                  <a:lnTo>
                    <a:pt x="33" y="69"/>
                  </a:lnTo>
                  <a:lnTo>
                    <a:pt x="33" y="69"/>
                  </a:lnTo>
                  <a:lnTo>
                    <a:pt x="33" y="69"/>
                  </a:lnTo>
                  <a:lnTo>
                    <a:pt x="33" y="67"/>
                  </a:lnTo>
                  <a:lnTo>
                    <a:pt x="33" y="67"/>
                  </a:lnTo>
                  <a:lnTo>
                    <a:pt x="33" y="67"/>
                  </a:lnTo>
                  <a:lnTo>
                    <a:pt x="33" y="64"/>
                  </a:lnTo>
                  <a:lnTo>
                    <a:pt x="30" y="64"/>
                  </a:lnTo>
                  <a:lnTo>
                    <a:pt x="30" y="64"/>
                  </a:lnTo>
                  <a:lnTo>
                    <a:pt x="30" y="64"/>
                  </a:lnTo>
                  <a:lnTo>
                    <a:pt x="30" y="64"/>
                  </a:lnTo>
                  <a:lnTo>
                    <a:pt x="30" y="62"/>
                  </a:lnTo>
                  <a:lnTo>
                    <a:pt x="30" y="62"/>
                  </a:lnTo>
                  <a:lnTo>
                    <a:pt x="30" y="62"/>
                  </a:lnTo>
                  <a:lnTo>
                    <a:pt x="30" y="62"/>
                  </a:lnTo>
                  <a:lnTo>
                    <a:pt x="30" y="60"/>
                  </a:lnTo>
                  <a:lnTo>
                    <a:pt x="30" y="60"/>
                  </a:lnTo>
                  <a:lnTo>
                    <a:pt x="33" y="60"/>
                  </a:lnTo>
                  <a:lnTo>
                    <a:pt x="33" y="60"/>
                  </a:lnTo>
                  <a:lnTo>
                    <a:pt x="30" y="60"/>
                  </a:lnTo>
                  <a:lnTo>
                    <a:pt x="30" y="60"/>
                  </a:lnTo>
                  <a:lnTo>
                    <a:pt x="30" y="60"/>
                  </a:lnTo>
                  <a:lnTo>
                    <a:pt x="30" y="57"/>
                  </a:lnTo>
                  <a:lnTo>
                    <a:pt x="28" y="57"/>
                  </a:lnTo>
                  <a:lnTo>
                    <a:pt x="28" y="57"/>
                  </a:lnTo>
                  <a:lnTo>
                    <a:pt x="26" y="57"/>
                  </a:lnTo>
                  <a:lnTo>
                    <a:pt x="26" y="57"/>
                  </a:lnTo>
                  <a:lnTo>
                    <a:pt x="26" y="57"/>
                  </a:lnTo>
                  <a:lnTo>
                    <a:pt x="26" y="60"/>
                  </a:lnTo>
                  <a:lnTo>
                    <a:pt x="23" y="60"/>
                  </a:lnTo>
                  <a:lnTo>
                    <a:pt x="23" y="57"/>
                  </a:lnTo>
                  <a:lnTo>
                    <a:pt x="23" y="57"/>
                  </a:lnTo>
                  <a:lnTo>
                    <a:pt x="23" y="57"/>
                  </a:lnTo>
                  <a:lnTo>
                    <a:pt x="23" y="57"/>
                  </a:lnTo>
                  <a:lnTo>
                    <a:pt x="23" y="55"/>
                  </a:lnTo>
                  <a:lnTo>
                    <a:pt x="21" y="55"/>
                  </a:lnTo>
                  <a:lnTo>
                    <a:pt x="21" y="55"/>
                  </a:lnTo>
                  <a:lnTo>
                    <a:pt x="21" y="55"/>
                  </a:lnTo>
                  <a:lnTo>
                    <a:pt x="21" y="53"/>
                  </a:lnTo>
                  <a:lnTo>
                    <a:pt x="19" y="53"/>
                  </a:lnTo>
                  <a:lnTo>
                    <a:pt x="19" y="53"/>
                  </a:lnTo>
                  <a:lnTo>
                    <a:pt x="19" y="53"/>
                  </a:lnTo>
                  <a:lnTo>
                    <a:pt x="19" y="53"/>
                  </a:lnTo>
                  <a:lnTo>
                    <a:pt x="16" y="53"/>
                  </a:lnTo>
                  <a:lnTo>
                    <a:pt x="16" y="50"/>
                  </a:lnTo>
                  <a:lnTo>
                    <a:pt x="16" y="50"/>
                  </a:lnTo>
                  <a:lnTo>
                    <a:pt x="16" y="50"/>
                  </a:lnTo>
                  <a:lnTo>
                    <a:pt x="16" y="50"/>
                  </a:lnTo>
                  <a:lnTo>
                    <a:pt x="16" y="50"/>
                  </a:lnTo>
                  <a:lnTo>
                    <a:pt x="14" y="50"/>
                  </a:lnTo>
                  <a:lnTo>
                    <a:pt x="14" y="50"/>
                  </a:lnTo>
                  <a:lnTo>
                    <a:pt x="11" y="50"/>
                  </a:lnTo>
                  <a:lnTo>
                    <a:pt x="11" y="48"/>
                  </a:lnTo>
                  <a:lnTo>
                    <a:pt x="11" y="48"/>
                  </a:lnTo>
                  <a:lnTo>
                    <a:pt x="11" y="48"/>
                  </a:lnTo>
                  <a:lnTo>
                    <a:pt x="11" y="48"/>
                  </a:lnTo>
                  <a:lnTo>
                    <a:pt x="14" y="48"/>
                  </a:lnTo>
                  <a:lnTo>
                    <a:pt x="14" y="48"/>
                  </a:lnTo>
                  <a:lnTo>
                    <a:pt x="16" y="48"/>
                  </a:lnTo>
                  <a:lnTo>
                    <a:pt x="16" y="48"/>
                  </a:lnTo>
                  <a:lnTo>
                    <a:pt x="16" y="48"/>
                  </a:lnTo>
                  <a:lnTo>
                    <a:pt x="16" y="48"/>
                  </a:lnTo>
                  <a:lnTo>
                    <a:pt x="16" y="48"/>
                  </a:lnTo>
                  <a:lnTo>
                    <a:pt x="19" y="48"/>
                  </a:lnTo>
                  <a:lnTo>
                    <a:pt x="19" y="45"/>
                  </a:lnTo>
                  <a:lnTo>
                    <a:pt x="19" y="45"/>
                  </a:lnTo>
                  <a:lnTo>
                    <a:pt x="19" y="45"/>
                  </a:lnTo>
                  <a:lnTo>
                    <a:pt x="19" y="45"/>
                  </a:lnTo>
                  <a:lnTo>
                    <a:pt x="19" y="43"/>
                  </a:lnTo>
                  <a:lnTo>
                    <a:pt x="19" y="43"/>
                  </a:lnTo>
                  <a:lnTo>
                    <a:pt x="19" y="41"/>
                  </a:lnTo>
                  <a:lnTo>
                    <a:pt x="19" y="41"/>
                  </a:lnTo>
                  <a:lnTo>
                    <a:pt x="19" y="41"/>
                  </a:lnTo>
                  <a:lnTo>
                    <a:pt x="19" y="41"/>
                  </a:lnTo>
                  <a:lnTo>
                    <a:pt x="16" y="41"/>
                  </a:lnTo>
                  <a:lnTo>
                    <a:pt x="16" y="41"/>
                  </a:lnTo>
                  <a:lnTo>
                    <a:pt x="16" y="41"/>
                  </a:lnTo>
                  <a:lnTo>
                    <a:pt x="16" y="41"/>
                  </a:lnTo>
                  <a:lnTo>
                    <a:pt x="16" y="38"/>
                  </a:lnTo>
                  <a:lnTo>
                    <a:pt x="14" y="38"/>
                  </a:lnTo>
                  <a:lnTo>
                    <a:pt x="14" y="38"/>
                  </a:lnTo>
                  <a:lnTo>
                    <a:pt x="11" y="38"/>
                  </a:lnTo>
                  <a:lnTo>
                    <a:pt x="11" y="38"/>
                  </a:lnTo>
                  <a:lnTo>
                    <a:pt x="11" y="38"/>
                  </a:lnTo>
                  <a:lnTo>
                    <a:pt x="11" y="36"/>
                  </a:lnTo>
                  <a:lnTo>
                    <a:pt x="11" y="36"/>
                  </a:lnTo>
                  <a:lnTo>
                    <a:pt x="9" y="36"/>
                  </a:lnTo>
                  <a:lnTo>
                    <a:pt x="9" y="36"/>
                  </a:lnTo>
                  <a:lnTo>
                    <a:pt x="9" y="36"/>
                  </a:lnTo>
                  <a:lnTo>
                    <a:pt x="9" y="34"/>
                  </a:lnTo>
                  <a:lnTo>
                    <a:pt x="9" y="34"/>
                  </a:lnTo>
                  <a:lnTo>
                    <a:pt x="7" y="34"/>
                  </a:lnTo>
                  <a:lnTo>
                    <a:pt x="7" y="31"/>
                  </a:lnTo>
                  <a:lnTo>
                    <a:pt x="7" y="31"/>
                  </a:lnTo>
                  <a:lnTo>
                    <a:pt x="7" y="31"/>
                  </a:lnTo>
                  <a:lnTo>
                    <a:pt x="7" y="29"/>
                  </a:lnTo>
                  <a:lnTo>
                    <a:pt x="7" y="29"/>
                  </a:lnTo>
                  <a:lnTo>
                    <a:pt x="7" y="29"/>
                  </a:lnTo>
                  <a:lnTo>
                    <a:pt x="9" y="29"/>
                  </a:lnTo>
                  <a:lnTo>
                    <a:pt x="9" y="29"/>
                  </a:lnTo>
                  <a:lnTo>
                    <a:pt x="9" y="29"/>
                  </a:lnTo>
                  <a:lnTo>
                    <a:pt x="11" y="29"/>
                  </a:lnTo>
                  <a:lnTo>
                    <a:pt x="11" y="27"/>
                  </a:lnTo>
                  <a:lnTo>
                    <a:pt x="11" y="27"/>
                  </a:lnTo>
                  <a:lnTo>
                    <a:pt x="11" y="27"/>
                  </a:lnTo>
                  <a:lnTo>
                    <a:pt x="11" y="24"/>
                  </a:lnTo>
                  <a:lnTo>
                    <a:pt x="11" y="24"/>
                  </a:lnTo>
                  <a:lnTo>
                    <a:pt x="9" y="24"/>
                  </a:lnTo>
                  <a:lnTo>
                    <a:pt x="9" y="24"/>
                  </a:lnTo>
                  <a:lnTo>
                    <a:pt x="9" y="24"/>
                  </a:lnTo>
                  <a:lnTo>
                    <a:pt x="7" y="24"/>
                  </a:lnTo>
                  <a:lnTo>
                    <a:pt x="7" y="22"/>
                  </a:lnTo>
                  <a:lnTo>
                    <a:pt x="7" y="22"/>
                  </a:lnTo>
                  <a:lnTo>
                    <a:pt x="7" y="22"/>
                  </a:lnTo>
                  <a:lnTo>
                    <a:pt x="7" y="22"/>
                  </a:lnTo>
                  <a:lnTo>
                    <a:pt x="7" y="22"/>
                  </a:lnTo>
                  <a:lnTo>
                    <a:pt x="4" y="22"/>
                  </a:lnTo>
                  <a:lnTo>
                    <a:pt x="4" y="22"/>
                  </a:lnTo>
                  <a:lnTo>
                    <a:pt x="4" y="22"/>
                  </a:lnTo>
                  <a:lnTo>
                    <a:pt x="4" y="22"/>
                  </a:lnTo>
                  <a:lnTo>
                    <a:pt x="4" y="22"/>
                  </a:lnTo>
                  <a:lnTo>
                    <a:pt x="4" y="22"/>
                  </a:lnTo>
                  <a:lnTo>
                    <a:pt x="2" y="22"/>
                  </a:lnTo>
                  <a:lnTo>
                    <a:pt x="2" y="19"/>
                  </a:lnTo>
                  <a:lnTo>
                    <a:pt x="2" y="19"/>
                  </a:lnTo>
                  <a:lnTo>
                    <a:pt x="2" y="22"/>
                  </a:lnTo>
                  <a:lnTo>
                    <a:pt x="0" y="22"/>
                  </a:lnTo>
                  <a:lnTo>
                    <a:pt x="0" y="22"/>
                  </a:lnTo>
                  <a:lnTo>
                    <a:pt x="0" y="22"/>
                  </a:lnTo>
                  <a:lnTo>
                    <a:pt x="0" y="19"/>
                  </a:lnTo>
                  <a:lnTo>
                    <a:pt x="0" y="19"/>
                  </a:lnTo>
                  <a:lnTo>
                    <a:pt x="0" y="19"/>
                  </a:lnTo>
                  <a:lnTo>
                    <a:pt x="0" y="19"/>
                  </a:lnTo>
                  <a:lnTo>
                    <a:pt x="2" y="19"/>
                  </a:lnTo>
                  <a:lnTo>
                    <a:pt x="2" y="19"/>
                  </a:lnTo>
                  <a:lnTo>
                    <a:pt x="2" y="19"/>
                  </a:lnTo>
                  <a:lnTo>
                    <a:pt x="2" y="17"/>
                  </a:lnTo>
                  <a:lnTo>
                    <a:pt x="2" y="17"/>
                  </a:lnTo>
                  <a:lnTo>
                    <a:pt x="0" y="17"/>
                  </a:lnTo>
                  <a:lnTo>
                    <a:pt x="0" y="17"/>
                  </a:lnTo>
                  <a:lnTo>
                    <a:pt x="0" y="17"/>
                  </a:lnTo>
                  <a:lnTo>
                    <a:pt x="0" y="15"/>
                  </a:lnTo>
                  <a:lnTo>
                    <a:pt x="0" y="15"/>
                  </a:lnTo>
                  <a:lnTo>
                    <a:pt x="0" y="15"/>
                  </a:lnTo>
                  <a:lnTo>
                    <a:pt x="2" y="15"/>
                  </a:lnTo>
                  <a:lnTo>
                    <a:pt x="2" y="12"/>
                  </a:lnTo>
                  <a:lnTo>
                    <a:pt x="2" y="12"/>
                  </a:lnTo>
                  <a:lnTo>
                    <a:pt x="2" y="12"/>
                  </a:lnTo>
                  <a:lnTo>
                    <a:pt x="4" y="12"/>
                  </a:lnTo>
                  <a:lnTo>
                    <a:pt x="4" y="12"/>
                  </a:lnTo>
                  <a:lnTo>
                    <a:pt x="4" y="10"/>
                  </a:lnTo>
                  <a:lnTo>
                    <a:pt x="4" y="10"/>
                  </a:lnTo>
                  <a:lnTo>
                    <a:pt x="7" y="10"/>
                  </a:lnTo>
                  <a:lnTo>
                    <a:pt x="7" y="10"/>
                  </a:lnTo>
                  <a:lnTo>
                    <a:pt x="7" y="12"/>
                  </a:lnTo>
                  <a:lnTo>
                    <a:pt x="7" y="12"/>
                  </a:lnTo>
                  <a:lnTo>
                    <a:pt x="7" y="10"/>
                  </a:lnTo>
                  <a:lnTo>
                    <a:pt x="9" y="10"/>
                  </a:lnTo>
                  <a:lnTo>
                    <a:pt x="9" y="12"/>
                  </a:lnTo>
                  <a:lnTo>
                    <a:pt x="9" y="12"/>
                  </a:lnTo>
                  <a:lnTo>
                    <a:pt x="11" y="12"/>
                  </a:lnTo>
                  <a:lnTo>
                    <a:pt x="11" y="12"/>
                  </a:lnTo>
                  <a:lnTo>
                    <a:pt x="11" y="12"/>
                  </a:lnTo>
                  <a:lnTo>
                    <a:pt x="11" y="12"/>
                  </a:lnTo>
                  <a:lnTo>
                    <a:pt x="14" y="12"/>
                  </a:lnTo>
                  <a:lnTo>
                    <a:pt x="14" y="12"/>
                  </a:lnTo>
                  <a:lnTo>
                    <a:pt x="14" y="15"/>
                  </a:lnTo>
                  <a:lnTo>
                    <a:pt x="14" y="15"/>
                  </a:lnTo>
                  <a:lnTo>
                    <a:pt x="14" y="15"/>
                  </a:lnTo>
                  <a:lnTo>
                    <a:pt x="14" y="15"/>
                  </a:lnTo>
                  <a:lnTo>
                    <a:pt x="14" y="17"/>
                  </a:lnTo>
                  <a:lnTo>
                    <a:pt x="16" y="17"/>
                  </a:lnTo>
                  <a:lnTo>
                    <a:pt x="16" y="17"/>
                  </a:lnTo>
                  <a:lnTo>
                    <a:pt x="16" y="17"/>
                  </a:lnTo>
                  <a:lnTo>
                    <a:pt x="16" y="17"/>
                  </a:lnTo>
                  <a:lnTo>
                    <a:pt x="19" y="17"/>
                  </a:lnTo>
                  <a:lnTo>
                    <a:pt x="19" y="17"/>
                  </a:lnTo>
                  <a:lnTo>
                    <a:pt x="19" y="19"/>
                  </a:lnTo>
                  <a:lnTo>
                    <a:pt x="19" y="19"/>
                  </a:lnTo>
                  <a:lnTo>
                    <a:pt x="21" y="19"/>
                  </a:lnTo>
                  <a:lnTo>
                    <a:pt x="21" y="19"/>
                  </a:lnTo>
                  <a:lnTo>
                    <a:pt x="23" y="19"/>
                  </a:lnTo>
                  <a:lnTo>
                    <a:pt x="23" y="17"/>
                  </a:lnTo>
                  <a:lnTo>
                    <a:pt x="23" y="17"/>
                  </a:lnTo>
                  <a:lnTo>
                    <a:pt x="23" y="17"/>
                  </a:lnTo>
                  <a:lnTo>
                    <a:pt x="23" y="19"/>
                  </a:lnTo>
                  <a:lnTo>
                    <a:pt x="26" y="19"/>
                  </a:lnTo>
                  <a:lnTo>
                    <a:pt x="26" y="19"/>
                  </a:lnTo>
                  <a:lnTo>
                    <a:pt x="26" y="19"/>
                  </a:lnTo>
                  <a:lnTo>
                    <a:pt x="26" y="19"/>
                  </a:lnTo>
                  <a:lnTo>
                    <a:pt x="28" y="19"/>
                  </a:lnTo>
                  <a:lnTo>
                    <a:pt x="28" y="19"/>
                  </a:lnTo>
                  <a:lnTo>
                    <a:pt x="28" y="19"/>
                  </a:lnTo>
                  <a:lnTo>
                    <a:pt x="30" y="19"/>
                  </a:lnTo>
                  <a:lnTo>
                    <a:pt x="30" y="22"/>
                  </a:lnTo>
                  <a:lnTo>
                    <a:pt x="30" y="22"/>
                  </a:lnTo>
                  <a:lnTo>
                    <a:pt x="30" y="22"/>
                  </a:lnTo>
                  <a:lnTo>
                    <a:pt x="33" y="22"/>
                  </a:lnTo>
                  <a:lnTo>
                    <a:pt x="33" y="22"/>
                  </a:lnTo>
                  <a:lnTo>
                    <a:pt x="33" y="22"/>
                  </a:lnTo>
                  <a:lnTo>
                    <a:pt x="33" y="19"/>
                  </a:lnTo>
                  <a:lnTo>
                    <a:pt x="33" y="19"/>
                  </a:lnTo>
                  <a:lnTo>
                    <a:pt x="35" y="19"/>
                  </a:lnTo>
                  <a:lnTo>
                    <a:pt x="35" y="19"/>
                  </a:lnTo>
                  <a:lnTo>
                    <a:pt x="35" y="17"/>
                  </a:lnTo>
                  <a:lnTo>
                    <a:pt x="35" y="17"/>
                  </a:lnTo>
                  <a:lnTo>
                    <a:pt x="35" y="17"/>
                  </a:lnTo>
                  <a:lnTo>
                    <a:pt x="35" y="15"/>
                  </a:lnTo>
                  <a:lnTo>
                    <a:pt x="35" y="15"/>
                  </a:lnTo>
                  <a:lnTo>
                    <a:pt x="35" y="15"/>
                  </a:lnTo>
                  <a:lnTo>
                    <a:pt x="35" y="12"/>
                  </a:lnTo>
                  <a:lnTo>
                    <a:pt x="33" y="12"/>
                  </a:lnTo>
                  <a:lnTo>
                    <a:pt x="33" y="12"/>
                  </a:lnTo>
                  <a:lnTo>
                    <a:pt x="33" y="12"/>
                  </a:lnTo>
                  <a:lnTo>
                    <a:pt x="33" y="12"/>
                  </a:lnTo>
                  <a:lnTo>
                    <a:pt x="30" y="12"/>
                  </a:lnTo>
                  <a:lnTo>
                    <a:pt x="30" y="12"/>
                  </a:lnTo>
                  <a:lnTo>
                    <a:pt x="30" y="10"/>
                  </a:lnTo>
                  <a:lnTo>
                    <a:pt x="30" y="10"/>
                  </a:lnTo>
                  <a:lnTo>
                    <a:pt x="28" y="10"/>
                  </a:lnTo>
                  <a:lnTo>
                    <a:pt x="28" y="10"/>
                  </a:lnTo>
                  <a:lnTo>
                    <a:pt x="28" y="10"/>
                  </a:lnTo>
                  <a:lnTo>
                    <a:pt x="28" y="10"/>
                  </a:lnTo>
                  <a:lnTo>
                    <a:pt x="26" y="10"/>
                  </a:lnTo>
                  <a:lnTo>
                    <a:pt x="26" y="8"/>
                  </a:lnTo>
                  <a:lnTo>
                    <a:pt x="26" y="8"/>
                  </a:lnTo>
                  <a:lnTo>
                    <a:pt x="26" y="8"/>
                  </a:lnTo>
                  <a:lnTo>
                    <a:pt x="26" y="5"/>
                  </a:lnTo>
                  <a:lnTo>
                    <a:pt x="26" y="5"/>
                  </a:lnTo>
                  <a:lnTo>
                    <a:pt x="26" y="5"/>
                  </a:lnTo>
                  <a:lnTo>
                    <a:pt x="26" y="3"/>
                  </a:lnTo>
                  <a:lnTo>
                    <a:pt x="26" y="3"/>
                  </a:lnTo>
                  <a:lnTo>
                    <a:pt x="28" y="3"/>
                  </a:lnTo>
                  <a:lnTo>
                    <a:pt x="28" y="0"/>
                  </a:lnTo>
                  <a:lnTo>
                    <a:pt x="28" y="0"/>
                  </a:lnTo>
                  <a:lnTo>
                    <a:pt x="30" y="0"/>
                  </a:lnTo>
                  <a:lnTo>
                    <a:pt x="30" y="0"/>
                  </a:lnTo>
                  <a:lnTo>
                    <a:pt x="30" y="0"/>
                  </a:lnTo>
                  <a:lnTo>
                    <a:pt x="30" y="0"/>
                  </a:lnTo>
                  <a:lnTo>
                    <a:pt x="33" y="0"/>
                  </a:lnTo>
                  <a:lnTo>
                    <a:pt x="33" y="0"/>
                  </a:lnTo>
                  <a:lnTo>
                    <a:pt x="33" y="3"/>
                  </a:lnTo>
                  <a:lnTo>
                    <a:pt x="33" y="3"/>
                  </a:lnTo>
                  <a:lnTo>
                    <a:pt x="33" y="0"/>
                  </a:lnTo>
                  <a:lnTo>
                    <a:pt x="33" y="0"/>
                  </a:lnTo>
                  <a:lnTo>
                    <a:pt x="35" y="0"/>
                  </a:lnTo>
                  <a:lnTo>
                    <a:pt x="35" y="0"/>
                  </a:lnTo>
                  <a:lnTo>
                    <a:pt x="35" y="0"/>
                  </a:lnTo>
                  <a:lnTo>
                    <a:pt x="38" y="0"/>
                  </a:lnTo>
                  <a:lnTo>
                    <a:pt x="38" y="0"/>
                  </a:lnTo>
                  <a:lnTo>
                    <a:pt x="38" y="0"/>
                  </a:lnTo>
                  <a:lnTo>
                    <a:pt x="38" y="3"/>
                  </a:lnTo>
                  <a:lnTo>
                    <a:pt x="38" y="3"/>
                  </a:lnTo>
                  <a:lnTo>
                    <a:pt x="38" y="3"/>
                  </a:lnTo>
                  <a:lnTo>
                    <a:pt x="40" y="3"/>
                  </a:lnTo>
                  <a:lnTo>
                    <a:pt x="40" y="5"/>
                  </a:lnTo>
                  <a:lnTo>
                    <a:pt x="40" y="5"/>
                  </a:lnTo>
                  <a:lnTo>
                    <a:pt x="40" y="5"/>
                  </a:lnTo>
                  <a:lnTo>
                    <a:pt x="40" y="5"/>
                  </a:lnTo>
                  <a:lnTo>
                    <a:pt x="40" y="8"/>
                  </a:lnTo>
                  <a:lnTo>
                    <a:pt x="42" y="8"/>
                  </a:lnTo>
                  <a:lnTo>
                    <a:pt x="42" y="8"/>
                  </a:lnTo>
                  <a:lnTo>
                    <a:pt x="42" y="10"/>
                  </a:lnTo>
                  <a:lnTo>
                    <a:pt x="42" y="10"/>
                  </a:lnTo>
                  <a:lnTo>
                    <a:pt x="42" y="8"/>
                  </a:lnTo>
                  <a:lnTo>
                    <a:pt x="45" y="8"/>
                  </a:lnTo>
                  <a:lnTo>
                    <a:pt x="45" y="8"/>
                  </a:lnTo>
                  <a:lnTo>
                    <a:pt x="45" y="10"/>
                  </a:lnTo>
                  <a:lnTo>
                    <a:pt x="45" y="10"/>
                  </a:lnTo>
                  <a:lnTo>
                    <a:pt x="45" y="10"/>
                  </a:lnTo>
                  <a:lnTo>
                    <a:pt x="45" y="10"/>
                  </a:lnTo>
                  <a:lnTo>
                    <a:pt x="47" y="10"/>
                  </a:lnTo>
                  <a:lnTo>
                    <a:pt x="47" y="12"/>
                  </a:lnTo>
                  <a:lnTo>
                    <a:pt x="47" y="12"/>
                  </a:lnTo>
                  <a:lnTo>
                    <a:pt x="47" y="12"/>
                  </a:lnTo>
                  <a:lnTo>
                    <a:pt x="47" y="15"/>
                  </a:lnTo>
                  <a:lnTo>
                    <a:pt x="49" y="15"/>
                  </a:lnTo>
                  <a:lnTo>
                    <a:pt x="49" y="15"/>
                  </a:lnTo>
                  <a:lnTo>
                    <a:pt x="49" y="15"/>
                  </a:lnTo>
                  <a:lnTo>
                    <a:pt x="49" y="15"/>
                  </a:lnTo>
                  <a:lnTo>
                    <a:pt x="49" y="17"/>
                  </a:lnTo>
                  <a:lnTo>
                    <a:pt x="52" y="17"/>
                  </a:lnTo>
                  <a:lnTo>
                    <a:pt x="52" y="17"/>
                  </a:lnTo>
                  <a:lnTo>
                    <a:pt x="52" y="17"/>
                  </a:lnTo>
                  <a:lnTo>
                    <a:pt x="52" y="17"/>
                  </a:lnTo>
                  <a:lnTo>
                    <a:pt x="54" y="17"/>
                  </a:lnTo>
                  <a:lnTo>
                    <a:pt x="54" y="17"/>
                  </a:lnTo>
                  <a:lnTo>
                    <a:pt x="56" y="17"/>
                  </a:lnTo>
                  <a:lnTo>
                    <a:pt x="56" y="17"/>
                  </a:lnTo>
                  <a:lnTo>
                    <a:pt x="56" y="17"/>
                  </a:lnTo>
                  <a:lnTo>
                    <a:pt x="59" y="17"/>
                  </a:lnTo>
                  <a:lnTo>
                    <a:pt x="59" y="17"/>
                  </a:lnTo>
                  <a:lnTo>
                    <a:pt x="59" y="17"/>
                  </a:lnTo>
                  <a:lnTo>
                    <a:pt x="61" y="17"/>
                  </a:lnTo>
                  <a:lnTo>
                    <a:pt x="61" y="17"/>
                  </a:lnTo>
                  <a:lnTo>
                    <a:pt x="61" y="17"/>
                  </a:lnTo>
                  <a:lnTo>
                    <a:pt x="61" y="15"/>
                  </a:lnTo>
                  <a:lnTo>
                    <a:pt x="61" y="15"/>
                  </a:lnTo>
                  <a:lnTo>
                    <a:pt x="64" y="15"/>
                  </a:lnTo>
                  <a:lnTo>
                    <a:pt x="64" y="12"/>
                  </a:lnTo>
                  <a:lnTo>
                    <a:pt x="64" y="12"/>
                  </a:lnTo>
                  <a:lnTo>
                    <a:pt x="64" y="12"/>
                  </a:lnTo>
                  <a:lnTo>
                    <a:pt x="64" y="12"/>
                  </a:lnTo>
                  <a:lnTo>
                    <a:pt x="64" y="10"/>
                  </a:lnTo>
                  <a:lnTo>
                    <a:pt x="64" y="10"/>
                  </a:lnTo>
                  <a:lnTo>
                    <a:pt x="66" y="10"/>
                  </a:lnTo>
                  <a:lnTo>
                    <a:pt x="66" y="10"/>
                  </a:lnTo>
                  <a:lnTo>
                    <a:pt x="66" y="10"/>
                  </a:lnTo>
                  <a:lnTo>
                    <a:pt x="68" y="10"/>
                  </a:lnTo>
                  <a:lnTo>
                    <a:pt x="68" y="10"/>
                  </a:lnTo>
                  <a:lnTo>
                    <a:pt x="68" y="10"/>
                  </a:lnTo>
                  <a:lnTo>
                    <a:pt x="71" y="10"/>
                  </a:lnTo>
                  <a:lnTo>
                    <a:pt x="71" y="8"/>
                  </a:lnTo>
                  <a:lnTo>
                    <a:pt x="71" y="8"/>
                  </a:lnTo>
                  <a:lnTo>
                    <a:pt x="71" y="8"/>
                  </a:lnTo>
                  <a:lnTo>
                    <a:pt x="71" y="8"/>
                  </a:lnTo>
                  <a:lnTo>
                    <a:pt x="73" y="8"/>
                  </a:lnTo>
                  <a:lnTo>
                    <a:pt x="73" y="5"/>
                  </a:lnTo>
                  <a:lnTo>
                    <a:pt x="73" y="5"/>
                  </a:lnTo>
                  <a:lnTo>
                    <a:pt x="73" y="5"/>
                  </a:lnTo>
                  <a:lnTo>
                    <a:pt x="73" y="3"/>
                  </a:lnTo>
                  <a:lnTo>
                    <a:pt x="73" y="3"/>
                  </a:lnTo>
                  <a:lnTo>
                    <a:pt x="73" y="3"/>
                  </a:lnTo>
                  <a:lnTo>
                    <a:pt x="73" y="0"/>
                  </a:lnTo>
                  <a:lnTo>
                    <a:pt x="73" y="0"/>
                  </a:lnTo>
                  <a:lnTo>
                    <a:pt x="75" y="0"/>
                  </a:lnTo>
                  <a:lnTo>
                    <a:pt x="75" y="0"/>
                  </a:lnTo>
                  <a:lnTo>
                    <a:pt x="7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4" name="Freeform 252"/>
            <p:cNvSpPr>
              <a:spLocks/>
            </p:cNvSpPr>
            <p:nvPr/>
          </p:nvSpPr>
          <p:spPr bwMode="auto">
            <a:xfrm>
              <a:off x="2800350" y="2708275"/>
              <a:ext cx="104775" cy="101600"/>
            </a:xfrm>
            <a:custGeom>
              <a:avLst/>
              <a:gdLst/>
              <a:ahLst/>
              <a:cxnLst>
                <a:cxn ang="0">
                  <a:pos x="35" y="2"/>
                </a:cxn>
                <a:cxn ang="0">
                  <a:pos x="33" y="4"/>
                </a:cxn>
                <a:cxn ang="0">
                  <a:pos x="35" y="4"/>
                </a:cxn>
                <a:cxn ang="0">
                  <a:pos x="37" y="7"/>
                </a:cxn>
                <a:cxn ang="0">
                  <a:pos x="40" y="7"/>
                </a:cxn>
                <a:cxn ang="0">
                  <a:pos x="44" y="9"/>
                </a:cxn>
                <a:cxn ang="0">
                  <a:pos x="42" y="14"/>
                </a:cxn>
                <a:cxn ang="0">
                  <a:pos x="40" y="16"/>
                </a:cxn>
                <a:cxn ang="0">
                  <a:pos x="42" y="21"/>
                </a:cxn>
                <a:cxn ang="0">
                  <a:pos x="44" y="23"/>
                </a:cxn>
                <a:cxn ang="0">
                  <a:pos x="49" y="26"/>
                </a:cxn>
                <a:cxn ang="0">
                  <a:pos x="52" y="26"/>
                </a:cxn>
                <a:cxn ang="0">
                  <a:pos x="52" y="30"/>
                </a:cxn>
                <a:cxn ang="0">
                  <a:pos x="49" y="33"/>
                </a:cxn>
                <a:cxn ang="0">
                  <a:pos x="44" y="33"/>
                </a:cxn>
                <a:cxn ang="0">
                  <a:pos x="49" y="35"/>
                </a:cxn>
                <a:cxn ang="0">
                  <a:pos x="52" y="38"/>
                </a:cxn>
                <a:cxn ang="0">
                  <a:pos x="56" y="40"/>
                </a:cxn>
                <a:cxn ang="0">
                  <a:pos x="59" y="45"/>
                </a:cxn>
                <a:cxn ang="0">
                  <a:pos x="63" y="42"/>
                </a:cxn>
                <a:cxn ang="0">
                  <a:pos x="63" y="45"/>
                </a:cxn>
                <a:cxn ang="0">
                  <a:pos x="63" y="49"/>
                </a:cxn>
                <a:cxn ang="0">
                  <a:pos x="66" y="52"/>
                </a:cxn>
                <a:cxn ang="0">
                  <a:pos x="63" y="54"/>
                </a:cxn>
                <a:cxn ang="0">
                  <a:pos x="66" y="57"/>
                </a:cxn>
                <a:cxn ang="0">
                  <a:pos x="66" y="61"/>
                </a:cxn>
                <a:cxn ang="0">
                  <a:pos x="61" y="61"/>
                </a:cxn>
                <a:cxn ang="0">
                  <a:pos x="59" y="64"/>
                </a:cxn>
                <a:cxn ang="0">
                  <a:pos x="56" y="59"/>
                </a:cxn>
                <a:cxn ang="0">
                  <a:pos x="54" y="54"/>
                </a:cxn>
                <a:cxn ang="0">
                  <a:pos x="52" y="49"/>
                </a:cxn>
                <a:cxn ang="0">
                  <a:pos x="49" y="47"/>
                </a:cxn>
                <a:cxn ang="0">
                  <a:pos x="49" y="45"/>
                </a:cxn>
                <a:cxn ang="0">
                  <a:pos x="44" y="45"/>
                </a:cxn>
                <a:cxn ang="0">
                  <a:pos x="40" y="45"/>
                </a:cxn>
                <a:cxn ang="0">
                  <a:pos x="37" y="42"/>
                </a:cxn>
                <a:cxn ang="0">
                  <a:pos x="35" y="40"/>
                </a:cxn>
                <a:cxn ang="0">
                  <a:pos x="33" y="40"/>
                </a:cxn>
                <a:cxn ang="0">
                  <a:pos x="30" y="40"/>
                </a:cxn>
                <a:cxn ang="0">
                  <a:pos x="26" y="40"/>
                </a:cxn>
                <a:cxn ang="0">
                  <a:pos x="23" y="35"/>
                </a:cxn>
                <a:cxn ang="0">
                  <a:pos x="21" y="33"/>
                </a:cxn>
                <a:cxn ang="0">
                  <a:pos x="16" y="33"/>
                </a:cxn>
                <a:cxn ang="0">
                  <a:pos x="11" y="33"/>
                </a:cxn>
                <a:cxn ang="0">
                  <a:pos x="7" y="33"/>
                </a:cxn>
                <a:cxn ang="0">
                  <a:pos x="4" y="30"/>
                </a:cxn>
                <a:cxn ang="0">
                  <a:pos x="4" y="26"/>
                </a:cxn>
                <a:cxn ang="0">
                  <a:pos x="2" y="23"/>
                </a:cxn>
                <a:cxn ang="0">
                  <a:pos x="2" y="21"/>
                </a:cxn>
                <a:cxn ang="0">
                  <a:pos x="4" y="16"/>
                </a:cxn>
                <a:cxn ang="0">
                  <a:pos x="4" y="12"/>
                </a:cxn>
                <a:cxn ang="0">
                  <a:pos x="2" y="7"/>
                </a:cxn>
                <a:cxn ang="0">
                  <a:pos x="0" y="4"/>
                </a:cxn>
                <a:cxn ang="0">
                  <a:pos x="2" y="4"/>
                </a:cxn>
                <a:cxn ang="0">
                  <a:pos x="7" y="4"/>
                </a:cxn>
                <a:cxn ang="0">
                  <a:pos x="11" y="4"/>
                </a:cxn>
                <a:cxn ang="0">
                  <a:pos x="16" y="2"/>
                </a:cxn>
                <a:cxn ang="0">
                  <a:pos x="18" y="2"/>
                </a:cxn>
                <a:cxn ang="0">
                  <a:pos x="23" y="2"/>
                </a:cxn>
                <a:cxn ang="0">
                  <a:pos x="26" y="2"/>
                </a:cxn>
                <a:cxn ang="0">
                  <a:pos x="28" y="0"/>
                </a:cxn>
                <a:cxn ang="0">
                  <a:pos x="33" y="0"/>
                </a:cxn>
              </a:cxnLst>
              <a:rect l="0" t="0" r="r" b="b"/>
              <a:pathLst>
                <a:path w="66" h="64">
                  <a:moveTo>
                    <a:pt x="33" y="0"/>
                  </a:moveTo>
                  <a:lnTo>
                    <a:pt x="33" y="2"/>
                  </a:lnTo>
                  <a:lnTo>
                    <a:pt x="33" y="2"/>
                  </a:lnTo>
                  <a:lnTo>
                    <a:pt x="33" y="2"/>
                  </a:lnTo>
                  <a:lnTo>
                    <a:pt x="35" y="2"/>
                  </a:lnTo>
                  <a:lnTo>
                    <a:pt x="35" y="2"/>
                  </a:lnTo>
                  <a:lnTo>
                    <a:pt x="35" y="4"/>
                  </a:lnTo>
                  <a:lnTo>
                    <a:pt x="35" y="4"/>
                  </a:lnTo>
                  <a:lnTo>
                    <a:pt x="35" y="4"/>
                  </a:lnTo>
                  <a:lnTo>
                    <a:pt x="33" y="4"/>
                  </a:lnTo>
                  <a:lnTo>
                    <a:pt x="33" y="4"/>
                  </a:lnTo>
                  <a:lnTo>
                    <a:pt x="33" y="4"/>
                  </a:lnTo>
                  <a:lnTo>
                    <a:pt x="33" y="4"/>
                  </a:lnTo>
                  <a:lnTo>
                    <a:pt x="33" y="7"/>
                  </a:lnTo>
                  <a:lnTo>
                    <a:pt x="33" y="7"/>
                  </a:lnTo>
                  <a:lnTo>
                    <a:pt x="33" y="7"/>
                  </a:lnTo>
                  <a:lnTo>
                    <a:pt x="35" y="7"/>
                  </a:lnTo>
                  <a:lnTo>
                    <a:pt x="35" y="4"/>
                  </a:lnTo>
                  <a:lnTo>
                    <a:pt x="35" y="4"/>
                  </a:lnTo>
                  <a:lnTo>
                    <a:pt x="35" y="7"/>
                  </a:lnTo>
                  <a:lnTo>
                    <a:pt x="37" y="7"/>
                  </a:lnTo>
                  <a:lnTo>
                    <a:pt x="37" y="7"/>
                  </a:lnTo>
                  <a:lnTo>
                    <a:pt x="37" y="7"/>
                  </a:lnTo>
                  <a:lnTo>
                    <a:pt x="37" y="7"/>
                  </a:lnTo>
                  <a:lnTo>
                    <a:pt x="37" y="7"/>
                  </a:lnTo>
                  <a:lnTo>
                    <a:pt x="37" y="7"/>
                  </a:lnTo>
                  <a:lnTo>
                    <a:pt x="40" y="7"/>
                  </a:lnTo>
                  <a:lnTo>
                    <a:pt x="40" y="7"/>
                  </a:lnTo>
                  <a:lnTo>
                    <a:pt x="40" y="7"/>
                  </a:lnTo>
                  <a:lnTo>
                    <a:pt x="40" y="7"/>
                  </a:lnTo>
                  <a:lnTo>
                    <a:pt x="40" y="7"/>
                  </a:lnTo>
                  <a:lnTo>
                    <a:pt x="40" y="9"/>
                  </a:lnTo>
                  <a:lnTo>
                    <a:pt x="42" y="9"/>
                  </a:lnTo>
                  <a:lnTo>
                    <a:pt x="42" y="9"/>
                  </a:lnTo>
                  <a:lnTo>
                    <a:pt x="42" y="9"/>
                  </a:lnTo>
                  <a:lnTo>
                    <a:pt x="44" y="9"/>
                  </a:lnTo>
                  <a:lnTo>
                    <a:pt x="44" y="9"/>
                  </a:lnTo>
                  <a:lnTo>
                    <a:pt x="44" y="12"/>
                  </a:lnTo>
                  <a:lnTo>
                    <a:pt x="44" y="12"/>
                  </a:lnTo>
                  <a:lnTo>
                    <a:pt x="44" y="12"/>
                  </a:lnTo>
                  <a:lnTo>
                    <a:pt x="44" y="14"/>
                  </a:lnTo>
                  <a:lnTo>
                    <a:pt x="42" y="14"/>
                  </a:lnTo>
                  <a:lnTo>
                    <a:pt x="42" y="14"/>
                  </a:lnTo>
                  <a:lnTo>
                    <a:pt x="42" y="14"/>
                  </a:lnTo>
                  <a:lnTo>
                    <a:pt x="40" y="14"/>
                  </a:lnTo>
                  <a:lnTo>
                    <a:pt x="40" y="14"/>
                  </a:lnTo>
                  <a:lnTo>
                    <a:pt x="40" y="14"/>
                  </a:lnTo>
                  <a:lnTo>
                    <a:pt x="40" y="16"/>
                  </a:lnTo>
                  <a:lnTo>
                    <a:pt x="40" y="16"/>
                  </a:lnTo>
                  <a:lnTo>
                    <a:pt x="40" y="16"/>
                  </a:lnTo>
                  <a:lnTo>
                    <a:pt x="40" y="19"/>
                  </a:lnTo>
                  <a:lnTo>
                    <a:pt x="42" y="19"/>
                  </a:lnTo>
                  <a:lnTo>
                    <a:pt x="42" y="19"/>
                  </a:lnTo>
                  <a:lnTo>
                    <a:pt x="42" y="21"/>
                  </a:lnTo>
                  <a:lnTo>
                    <a:pt x="42" y="21"/>
                  </a:lnTo>
                  <a:lnTo>
                    <a:pt x="42" y="21"/>
                  </a:lnTo>
                  <a:lnTo>
                    <a:pt x="44" y="21"/>
                  </a:lnTo>
                  <a:lnTo>
                    <a:pt x="44" y="21"/>
                  </a:lnTo>
                  <a:lnTo>
                    <a:pt x="44" y="23"/>
                  </a:lnTo>
                  <a:lnTo>
                    <a:pt x="44" y="23"/>
                  </a:lnTo>
                  <a:lnTo>
                    <a:pt x="44" y="23"/>
                  </a:lnTo>
                  <a:lnTo>
                    <a:pt x="47" y="23"/>
                  </a:lnTo>
                  <a:lnTo>
                    <a:pt x="47" y="23"/>
                  </a:lnTo>
                  <a:lnTo>
                    <a:pt x="49" y="23"/>
                  </a:lnTo>
                  <a:lnTo>
                    <a:pt x="49" y="26"/>
                  </a:lnTo>
                  <a:lnTo>
                    <a:pt x="49" y="26"/>
                  </a:lnTo>
                  <a:lnTo>
                    <a:pt x="49" y="26"/>
                  </a:lnTo>
                  <a:lnTo>
                    <a:pt x="49" y="26"/>
                  </a:lnTo>
                  <a:lnTo>
                    <a:pt x="52" y="26"/>
                  </a:lnTo>
                  <a:lnTo>
                    <a:pt x="52" y="26"/>
                  </a:lnTo>
                  <a:lnTo>
                    <a:pt x="52" y="26"/>
                  </a:lnTo>
                  <a:lnTo>
                    <a:pt x="52" y="26"/>
                  </a:lnTo>
                  <a:lnTo>
                    <a:pt x="52" y="28"/>
                  </a:lnTo>
                  <a:lnTo>
                    <a:pt x="52" y="28"/>
                  </a:lnTo>
                  <a:lnTo>
                    <a:pt x="52" y="30"/>
                  </a:lnTo>
                  <a:lnTo>
                    <a:pt x="52" y="30"/>
                  </a:lnTo>
                  <a:lnTo>
                    <a:pt x="52" y="30"/>
                  </a:lnTo>
                  <a:lnTo>
                    <a:pt x="52" y="30"/>
                  </a:lnTo>
                  <a:lnTo>
                    <a:pt x="52" y="33"/>
                  </a:lnTo>
                  <a:lnTo>
                    <a:pt x="49" y="33"/>
                  </a:lnTo>
                  <a:lnTo>
                    <a:pt x="49" y="33"/>
                  </a:lnTo>
                  <a:lnTo>
                    <a:pt x="49" y="33"/>
                  </a:lnTo>
                  <a:lnTo>
                    <a:pt x="49" y="33"/>
                  </a:lnTo>
                  <a:lnTo>
                    <a:pt x="49" y="33"/>
                  </a:lnTo>
                  <a:lnTo>
                    <a:pt x="47" y="33"/>
                  </a:lnTo>
                  <a:lnTo>
                    <a:pt x="47" y="33"/>
                  </a:lnTo>
                  <a:lnTo>
                    <a:pt x="44" y="33"/>
                  </a:lnTo>
                  <a:lnTo>
                    <a:pt x="44" y="33"/>
                  </a:lnTo>
                  <a:lnTo>
                    <a:pt x="44" y="33"/>
                  </a:lnTo>
                  <a:lnTo>
                    <a:pt x="44" y="33"/>
                  </a:lnTo>
                  <a:lnTo>
                    <a:pt x="44" y="35"/>
                  </a:lnTo>
                  <a:lnTo>
                    <a:pt x="47" y="35"/>
                  </a:lnTo>
                  <a:lnTo>
                    <a:pt x="47" y="35"/>
                  </a:lnTo>
                  <a:lnTo>
                    <a:pt x="49" y="35"/>
                  </a:lnTo>
                  <a:lnTo>
                    <a:pt x="49" y="35"/>
                  </a:lnTo>
                  <a:lnTo>
                    <a:pt x="49" y="35"/>
                  </a:lnTo>
                  <a:lnTo>
                    <a:pt x="49" y="35"/>
                  </a:lnTo>
                  <a:lnTo>
                    <a:pt x="49" y="35"/>
                  </a:lnTo>
                  <a:lnTo>
                    <a:pt x="49" y="38"/>
                  </a:lnTo>
                  <a:lnTo>
                    <a:pt x="52" y="38"/>
                  </a:lnTo>
                  <a:lnTo>
                    <a:pt x="52" y="38"/>
                  </a:lnTo>
                  <a:lnTo>
                    <a:pt x="52" y="38"/>
                  </a:lnTo>
                  <a:lnTo>
                    <a:pt x="52" y="38"/>
                  </a:lnTo>
                  <a:lnTo>
                    <a:pt x="54" y="38"/>
                  </a:lnTo>
                  <a:lnTo>
                    <a:pt x="54" y="40"/>
                  </a:lnTo>
                  <a:lnTo>
                    <a:pt x="54" y="40"/>
                  </a:lnTo>
                  <a:lnTo>
                    <a:pt x="54" y="40"/>
                  </a:lnTo>
                  <a:lnTo>
                    <a:pt x="56" y="40"/>
                  </a:lnTo>
                  <a:lnTo>
                    <a:pt x="56" y="42"/>
                  </a:lnTo>
                  <a:lnTo>
                    <a:pt x="56" y="42"/>
                  </a:lnTo>
                  <a:lnTo>
                    <a:pt x="56" y="42"/>
                  </a:lnTo>
                  <a:lnTo>
                    <a:pt x="56" y="42"/>
                  </a:lnTo>
                  <a:lnTo>
                    <a:pt x="56" y="45"/>
                  </a:lnTo>
                  <a:lnTo>
                    <a:pt x="59" y="45"/>
                  </a:lnTo>
                  <a:lnTo>
                    <a:pt x="59" y="42"/>
                  </a:lnTo>
                  <a:lnTo>
                    <a:pt x="59" y="42"/>
                  </a:lnTo>
                  <a:lnTo>
                    <a:pt x="59" y="42"/>
                  </a:lnTo>
                  <a:lnTo>
                    <a:pt x="61" y="42"/>
                  </a:lnTo>
                  <a:lnTo>
                    <a:pt x="61" y="42"/>
                  </a:lnTo>
                  <a:lnTo>
                    <a:pt x="63" y="42"/>
                  </a:lnTo>
                  <a:lnTo>
                    <a:pt x="63" y="45"/>
                  </a:lnTo>
                  <a:lnTo>
                    <a:pt x="63" y="45"/>
                  </a:lnTo>
                  <a:lnTo>
                    <a:pt x="63" y="45"/>
                  </a:lnTo>
                  <a:lnTo>
                    <a:pt x="66" y="45"/>
                  </a:lnTo>
                  <a:lnTo>
                    <a:pt x="66" y="45"/>
                  </a:lnTo>
                  <a:lnTo>
                    <a:pt x="63" y="45"/>
                  </a:lnTo>
                  <a:lnTo>
                    <a:pt x="63" y="45"/>
                  </a:lnTo>
                  <a:lnTo>
                    <a:pt x="63" y="47"/>
                  </a:lnTo>
                  <a:lnTo>
                    <a:pt x="63" y="47"/>
                  </a:lnTo>
                  <a:lnTo>
                    <a:pt x="63" y="47"/>
                  </a:lnTo>
                  <a:lnTo>
                    <a:pt x="63" y="47"/>
                  </a:lnTo>
                  <a:lnTo>
                    <a:pt x="63" y="49"/>
                  </a:lnTo>
                  <a:lnTo>
                    <a:pt x="63" y="49"/>
                  </a:lnTo>
                  <a:lnTo>
                    <a:pt x="63" y="49"/>
                  </a:lnTo>
                  <a:lnTo>
                    <a:pt x="63" y="49"/>
                  </a:lnTo>
                  <a:lnTo>
                    <a:pt x="66" y="49"/>
                  </a:lnTo>
                  <a:lnTo>
                    <a:pt x="66" y="52"/>
                  </a:lnTo>
                  <a:lnTo>
                    <a:pt x="66" y="52"/>
                  </a:lnTo>
                  <a:lnTo>
                    <a:pt x="66" y="52"/>
                  </a:lnTo>
                  <a:lnTo>
                    <a:pt x="66" y="54"/>
                  </a:lnTo>
                  <a:lnTo>
                    <a:pt x="66" y="54"/>
                  </a:lnTo>
                  <a:lnTo>
                    <a:pt x="66" y="54"/>
                  </a:lnTo>
                  <a:lnTo>
                    <a:pt x="66" y="54"/>
                  </a:lnTo>
                  <a:lnTo>
                    <a:pt x="63" y="54"/>
                  </a:lnTo>
                  <a:lnTo>
                    <a:pt x="63" y="54"/>
                  </a:lnTo>
                  <a:lnTo>
                    <a:pt x="63" y="54"/>
                  </a:lnTo>
                  <a:lnTo>
                    <a:pt x="63" y="54"/>
                  </a:lnTo>
                  <a:lnTo>
                    <a:pt x="63" y="54"/>
                  </a:lnTo>
                  <a:lnTo>
                    <a:pt x="63" y="57"/>
                  </a:lnTo>
                  <a:lnTo>
                    <a:pt x="66" y="57"/>
                  </a:lnTo>
                  <a:lnTo>
                    <a:pt x="66" y="57"/>
                  </a:lnTo>
                  <a:lnTo>
                    <a:pt x="66" y="59"/>
                  </a:lnTo>
                  <a:lnTo>
                    <a:pt x="66" y="59"/>
                  </a:lnTo>
                  <a:lnTo>
                    <a:pt x="63" y="59"/>
                  </a:lnTo>
                  <a:lnTo>
                    <a:pt x="63" y="61"/>
                  </a:lnTo>
                  <a:lnTo>
                    <a:pt x="66" y="61"/>
                  </a:lnTo>
                  <a:lnTo>
                    <a:pt x="66" y="61"/>
                  </a:lnTo>
                  <a:lnTo>
                    <a:pt x="63" y="61"/>
                  </a:lnTo>
                  <a:lnTo>
                    <a:pt x="63" y="61"/>
                  </a:lnTo>
                  <a:lnTo>
                    <a:pt x="63" y="61"/>
                  </a:lnTo>
                  <a:lnTo>
                    <a:pt x="61" y="61"/>
                  </a:lnTo>
                  <a:lnTo>
                    <a:pt x="61" y="61"/>
                  </a:lnTo>
                  <a:lnTo>
                    <a:pt x="61" y="61"/>
                  </a:lnTo>
                  <a:lnTo>
                    <a:pt x="61" y="61"/>
                  </a:lnTo>
                  <a:lnTo>
                    <a:pt x="59" y="61"/>
                  </a:lnTo>
                  <a:lnTo>
                    <a:pt x="59" y="61"/>
                  </a:lnTo>
                  <a:lnTo>
                    <a:pt x="59" y="61"/>
                  </a:lnTo>
                  <a:lnTo>
                    <a:pt x="59" y="64"/>
                  </a:lnTo>
                  <a:lnTo>
                    <a:pt x="56" y="64"/>
                  </a:lnTo>
                  <a:lnTo>
                    <a:pt x="56" y="64"/>
                  </a:lnTo>
                  <a:lnTo>
                    <a:pt x="56" y="61"/>
                  </a:lnTo>
                  <a:lnTo>
                    <a:pt x="56" y="61"/>
                  </a:lnTo>
                  <a:lnTo>
                    <a:pt x="56" y="59"/>
                  </a:lnTo>
                  <a:lnTo>
                    <a:pt x="56" y="59"/>
                  </a:lnTo>
                  <a:lnTo>
                    <a:pt x="56" y="59"/>
                  </a:lnTo>
                  <a:lnTo>
                    <a:pt x="56" y="57"/>
                  </a:lnTo>
                  <a:lnTo>
                    <a:pt x="56" y="57"/>
                  </a:lnTo>
                  <a:lnTo>
                    <a:pt x="54" y="57"/>
                  </a:lnTo>
                  <a:lnTo>
                    <a:pt x="54" y="54"/>
                  </a:lnTo>
                  <a:lnTo>
                    <a:pt x="54" y="54"/>
                  </a:lnTo>
                  <a:lnTo>
                    <a:pt x="54" y="54"/>
                  </a:lnTo>
                  <a:lnTo>
                    <a:pt x="54" y="54"/>
                  </a:lnTo>
                  <a:lnTo>
                    <a:pt x="54" y="52"/>
                  </a:lnTo>
                  <a:lnTo>
                    <a:pt x="54" y="52"/>
                  </a:lnTo>
                  <a:lnTo>
                    <a:pt x="52" y="52"/>
                  </a:lnTo>
                  <a:lnTo>
                    <a:pt x="52" y="49"/>
                  </a:lnTo>
                  <a:lnTo>
                    <a:pt x="52" y="49"/>
                  </a:lnTo>
                  <a:lnTo>
                    <a:pt x="52" y="49"/>
                  </a:lnTo>
                  <a:lnTo>
                    <a:pt x="52" y="49"/>
                  </a:lnTo>
                  <a:lnTo>
                    <a:pt x="49" y="49"/>
                  </a:lnTo>
                  <a:lnTo>
                    <a:pt x="49" y="49"/>
                  </a:lnTo>
                  <a:lnTo>
                    <a:pt x="49" y="47"/>
                  </a:lnTo>
                  <a:lnTo>
                    <a:pt x="49" y="47"/>
                  </a:lnTo>
                  <a:lnTo>
                    <a:pt x="49" y="47"/>
                  </a:lnTo>
                  <a:lnTo>
                    <a:pt x="49" y="45"/>
                  </a:lnTo>
                  <a:lnTo>
                    <a:pt x="49" y="45"/>
                  </a:lnTo>
                  <a:lnTo>
                    <a:pt x="49" y="45"/>
                  </a:lnTo>
                  <a:lnTo>
                    <a:pt x="49" y="45"/>
                  </a:lnTo>
                  <a:lnTo>
                    <a:pt x="49" y="45"/>
                  </a:lnTo>
                  <a:lnTo>
                    <a:pt x="47" y="45"/>
                  </a:lnTo>
                  <a:lnTo>
                    <a:pt x="47" y="45"/>
                  </a:lnTo>
                  <a:lnTo>
                    <a:pt x="44" y="45"/>
                  </a:lnTo>
                  <a:lnTo>
                    <a:pt x="44" y="45"/>
                  </a:lnTo>
                  <a:lnTo>
                    <a:pt x="44" y="45"/>
                  </a:lnTo>
                  <a:lnTo>
                    <a:pt x="44" y="45"/>
                  </a:lnTo>
                  <a:lnTo>
                    <a:pt x="42" y="45"/>
                  </a:lnTo>
                  <a:lnTo>
                    <a:pt x="42" y="45"/>
                  </a:lnTo>
                  <a:lnTo>
                    <a:pt x="42" y="45"/>
                  </a:lnTo>
                  <a:lnTo>
                    <a:pt x="42" y="45"/>
                  </a:lnTo>
                  <a:lnTo>
                    <a:pt x="40" y="45"/>
                  </a:lnTo>
                  <a:lnTo>
                    <a:pt x="40" y="45"/>
                  </a:lnTo>
                  <a:lnTo>
                    <a:pt x="40" y="45"/>
                  </a:lnTo>
                  <a:lnTo>
                    <a:pt x="40" y="45"/>
                  </a:lnTo>
                  <a:lnTo>
                    <a:pt x="37" y="45"/>
                  </a:lnTo>
                  <a:lnTo>
                    <a:pt x="37" y="42"/>
                  </a:lnTo>
                  <a:lnTo>
                    <a:pt x="37" y="42"/>
                  </a:lnTo>
                  <a:lnTo>
                    <a:pt x="37" y="45"/>
                  </a:lnTo>
                  <a:lnTo>
                    <a:pt x="37" y="45"/>
                  </a:lnTo>
                  <a:lnTo>
                    <a:pt x="37" y="42"/>
                  </a:lnTo>
                  <a:lnTo>
                    <a:pt x="37" y="42"/>
                  </a:lnTo>
                  <a:lnTo>
                    <a:pt x="35" y="42"/>
                  </a:lnTo>
                  <a:lnTo>
                    <a:pt x="35" y="40"/>
                  </a:lnTo>
                  <a:lnTo>
                    <a:pt x="35" y="40"/>
                  </a:lnTo>
                  <a:lnTo>
                    <a:pt x="35" y="40"/>
                  </a:lnTo>
                  <a:lnTo>
                    <a:pt x="35" y="38"/>
                  </a:lnTo>
                  <a:lnTo>
                    <a:pt x="33" y="38"/>
                  </a:lnTo>
                  <a:lnTo>
                    <a:pt x="33" y="38"/>
                  </a:lnTo>
                  <a:lnTo>
                    <a:pt x="33" y="40"/>
                  </a:lnTo>
                  <a:lnTo>
                    <a:pt x="33" y="40"/>
                  </a:lnTo>
                  <a:lnTo>
                    <a:pt x="30" y="40"/>
                  </a:lnTo>
                  <a:lnTo>
                    <a:pt x="30" y="40"/>
                  </a:lnTo>
                  <a:lnTo>
                    <a:pt x="30" y="40"/>
                  </a:lnTo>
                  <a:lnTo>
                    <a:pt x="30" y="40"/>
                  </a:lnTo>
                  <a:lnTo>
                    <a:pt x="30" y="40"/>
                  </a:lnTo>
                  <a:lnTo>
                    <a:pt x="28" y="40"/>
                  </a:lnTo>
                  <a:lnTo>
                    <a:pt x="28" y="40"/>
                  </a:lnTo>
                  <a:lnTo>
                    <a:pt x="28" y="40"/>
                  </a:lnTo>
                  <a:lnTo>
                    <a:pt x="26" y="40"/>
                  </a:lnTo>
                  <a:lnTo>
                    <a:pt x="26" y="40"/>
                  </a:lnTo>
                  <a:lnTo>
                    <a:pt x="26" y="40"/>
                  </a:lnTo>
                  <a:lnTo>
                    <a:pt x="26" y="38"/>
                  </a:lnTo>
                  <a:lnTo>
                    <a:pt x="26" y="38"/>
                  </a:lnTo>
                  <a:lnTo>
                    <a:pt x="23" y="38"/>
                  </a:lnTo>
                  <a:lnTo>
                    <a:pt x="23" y="38"/>
                  </a:lnTo>
                  <a:lnTo>
                    <a:pt x="23" y="38"/>
                  </a:lnTo>
                  <a:lnTo>
                    <a:pt x="23" y="35"/>
                  </a:lnTo>
                  <a:lnTo>
                    <a:pt x="23" y="35"/>
                  </a:lnTo>
                  <a:lnTo>
                    <a:pt x="23" y="35"/>
                  </a:lnTo>
                  <a:lnTo>
                    <a:pt x="21" y="35"/>
                  </a:lnTo>
                  <a:lnTo>
                    <a:pt x="21" y="35"/>
                  </a:lnTo>
                  <a:lnTo>
                    <a:pt x="21" y="35"/>
                  </a:lnTo>
                  <a:lnTo>
                    <a:pt x="21" y="33"/>
                  </a:lnTo>
                  <a:lnTo>
                    <a:pt x="18" y="33"/>
                  </a:lnTo>
                  <a:lnTo>
                    <a:pt x="18" y="33"/>
                  </a:lnTo>
                  <a:lnTo>
                    <a:pt x="18" y="33"/>
                  </a:lnTo>
                  <a:lnTo>
                    <a:pt x="18" y="33"/>
                  </a:lnTo>
                  <a:lnTo>
                    <a:pt x="16" y="33"/>
                  </a:lnTo>
                  <a:lnTo>
                    <a:pt x="16" y="33"/>
                  </a:lnTo>
                  <a:lnTo>
                    <a:pt x="16" y="33"/>
                  </a:lnTo>
                  <a:lnTo>
                    <a:pt x="14" y="33"/>
                  </a:lnTo>
                  <a:lnTo>
                    <a:pt x="14" y="33"/>
                  </a:lnTo>
                  <a:lnTo>
                    <a:pt x="11" y="33"/>
                  </a:lnTo>
                  <a:lnTo>
                    <a:pt x="11" y="33"/>
                  </a:lnTo>
                  <a:lnTo>
                    <a:pt x="11" y="33"/>
                  </a:lnTo>
                  <a:lnTo>
                    <a:pt x="9" y="33"/>
                  </a:lnTo>
                  <a:lnTo>
                    <a:pt x="9" y="33"/>
                  </a:lnTo>
                  <a:lnTo>
                    <a:pt x="9" y="33"/>
                  </a:lnTo>
                  <a:lnTo>
                    <a:pt x="9" y="33"/>
                  </a:lnTo>
                  <a:lnTo>
                    <a:pt x="9" y="33"/>
                  </a:lnTo>
                  <a:lnTo>
                    <a:pt x="7" y="33"/>
                  </a:lnTo>
                  <a:lnTo>
                    <a:pt x="7" y="33"/>
                  </a:lnTo>
                  <a:lnTo>
                    <a:pt x="7" y="30"/>
                  </a:lnTo>
                  <a:lnTo>
                    <a:pt x="4" y="30"/>
                  </a:lnTo>
                  <a:lnTo>
                    <a:pt x="4" y="30"/>
                  </a:lnTo>
                  <a:lnTo>
                    <a:pt x="4" y="30"/>
                  </a:lnTo>
                  <a:lnTo>
                    <a:pt x="4" y="30"/>
                  </a:lnTo>
                  <a:lnTo>
                    <a:pt x="4" y="28"/>
                  </a:lnTo>
                  <a:lnTo>
                    <a:pt x="4" y="28"/>
                  </a:lnTo>
                  <a:lnTo>
                    <a:pt x="4" y="28"/>
                  </a:lnTo>
                  <a:lnTo>
                    <a:pt x="4" y="28"/>
                  </a:lnTo>
                  <a:lnTo>
                    <a:pt x="4" y="26"/>
                  </a:lnTo>
                  <a:lnTo>
                    <a:pt x="4" y="26"/>
                  </a:lnTo>
                  <a:lnTo>
                    <a:pt x="2" y="26"/>
                  </a:lnTo>
                  <a:lnTo>
                    <a:pt x="2" y="26"/>
                  </a:lnTo>
                  <a:lnTo>
                    <a:pt x="2" y="26"/>
                  </a:lnTo>
                  <a:lnTo>
                    <a:pt x="2" y="23"/>
                  </a:lnTo>
                  <a:lnTo>
                    <a:pt x="2" y="23"/>
                  </a:lnTo>
                  <a:lnTo>
                    <a:pt x="2" y="23"/>
                  </a:lnTo>
                  <a:lnTo>
                    <a:pt x="2" y="23"/>
                  </a:lnTo>
                  <a:lnTo>
                    <a:pt x="2" y="21"/>
                  </a:lnTo>
                  <a:lnTo>
                    <a:pt x="0" y="21"/>
                  </a:lnTo>
                  <a:lnTo>
                    <a:pt x="0" y="21"/>
                  </a:lnTo>
                  <a:lnTo>
                    <a:pt x="2" y="21"/>
                  </a:lnTo>
                  <a:lnTo>
                    <a:pt x="2" y="21"/>
                  </a:lnTo>
                  <a:lnTo>
                    <a:pt x="2" y="19"/>
                  </a:lnTo>
                  <a:lnTo>
                    <a:pt x="4" y="19"/>
                  </a:lnTo>
                  <a:lnTo>
                    <a:pt x="4" y="19"/>
                  </a:lnTo>
                  <a:lnTo>
                    <a:pt x="4" y="19"/>
                  </a:lnTo>
                  <a:lnTo>
                    <a:pt x="4" y="16"/>
                  </a:lnTo>
                  <a:lnTo>
                    <a:pt x="4" y="16"/>
                  </a:lnTo>
                  <a:lnTo>
                    <a:pt x="4" y="16"/>
                  </a:lnTo>
                  <a:lnTo>
                    <a:pt x="4" y="14"/>
                  </a:lnTo>
                  <a:lnTo>
                    <a:pt x="4" y="14"/>
                  </a:lnTo>
                  <a:lnTo>
                    <a:pt x="4" y="14"/>
                  </a:lnTo>
                  <a:lnTo>
                    <a:pt x="4" y="14"/>
                  </a:lnTo>
                  <a:lnTo>
                    <a:pt x="4" y="12"/>
                  </a:lnTo>
                  <a:lnTo>
                    <a:pt x="4" y="12"/>
                  </a:lnTo>
                  <a:lnTo>
                    <a:pt x="4" y="12"/>
                  </a:lnTo>
                  <a:lnTo>
                    <a:pt x="4" y="9"/>
                  </a:lnTo>
                  <a:lnTo>
                    <a:pt x="4" y="9"/>
                  </a:lnTo>
                  <a:lnTo>
                    <a:pt x="2" y="9"/>
                  </a:lnTo>
                  <a:lnTo>
                    <a:pt x="2" y="7"/>
                  </a:lnTo>
                  <a:lnTo>
                    <a:pt x="2" y="7"/>
                  </a:lnTo>
                  <a:lnTo>
                    <a:pt x="0" y="7"/>
                  </a:lnTo>
                  <a:lnTo>
                    <a:pt x="0" y="7"/>
                  </a:lnTo>
                  <a:lnTo>
                    <a:pt x="0" y="7"/>
                  </a:lnTo>
                  <a:lnTo>
                    <a:pt x="0" y="7"/>
                  </a:lnTo>
                  <a:lnTo>
                    <a:pt x="0" y="4"/>
                  </a:lnTo>
                  <a:lnTo>
                    <a:pt x="0" y="4"/>
                  </a:lnTo>
                  <a:lnTo>
                    <a:pt x="0" y="4"/>
                  </a:lnTo>
                  <a:lnTo>
                    <a:pt x="0" y="4"/>
                  </a:lnTo>
                  <a:lnTo>
                    <a:pt x="0" y="4"/>
                  </a:lnTo>
                  <a:lnTo>
                    <a:pt x="2" y="4"/>
                  </a:lnTo>
                  <a:lnTo>
                    <a:pt x="2" y="4"/>
                  </a:lnTo>
                  <a:lnTo>
                    <a:pt x="2" y="4"/>
                  </a:lnTo>
                  <a:lnTo>
                    <a:pt x="4" y="4"/>
                  </a:lnTo>
                  <a:lnTo>
                    <a:pt x="4" y="4"/>
                  </a:lnTo>
                  <a:lnTo>
                    <a:pt x="4" y="4"/>
                  </a:lnTo>
                  <a:lnTo>
                    <a:pt x="7" y="4"/>
                  </a:lnTo>
                  <a:lnTo>
                    <a:pt x="7" y="4"/>
                  </a:lnTo>
                  <a:lnTo>
                    <a:pt x="7" y="4"/>
                  </a:lnTo>
                  <a:lnTo>
                    <a:pt x="9" y="4"/>
                  </a:lnTo>
                  <a:lnTo>
                    <a:pt x="9" y="4"/>
                  </a:lnTo>
                  <a:lnTo>
                    <a:pt x="9" y="4"/>
                  </a:lnTo>
                  <a:lnTo>
                    <a:pt x="11" y="4"/>
                  </a:lnTo>
                  <a:lnTo>
                    <a:pt x="11" y="4"/>
                  </a:lnTo>
                  <a:lnTo>
                    <a:pt x="11" y="2"/>
                  </a:lnTo>
                  <a:lnTo>
                    <a:pt x="11" y="2"/>
                  </a:lnTo>
                  <a:lnTo>
                    <a:pt x="14" y="2"/>
                  </a:lnTo>
                  <a:lnTo>
                    <a:pt x="14" y="2"/>
                  </a:lnTo>
                  <a:lnTo>
                    <a:pt x="14" y="2"/>
                  </a:lnTo>
                  <a:lnTo>
                    <a:pt x="16" y="2"/>
                  </a:lnTo>
                  <a:lnTo>
                    <a:pt x="16" y="2"/>
                  </a:lnTo>
                  <a:lnTo>
                    <a:pt x="16" y="2"/>
                  </a:lnTo>
                  <a:lnTo>
                    <a:pt x="16" y="2"/>
                  </a:lnTo>
                  <a:lnTo>
                    <a:pt x="18" y="2"/>
                  </a:lnTo>
                  <a:lnTo>
                    <a:pt x="18" y="2"/>
                  </a:lnTo>
                  <a:lnTo>
                    <a:pt x="18" y="2"/>
                  </a:lnTo>
                  <a:lnTo>
                    <a:pt x="18" y="2"/>
                  </a:lnTo>
                  <a:lnTo>
                    <a:pt x="18" y="2"/>
                  </a:lnTo>
                  <a:lnTo>
                    <a:pt x="21" y="2"/>
                  </a:lnTo>
                  <a:lnTo>
                    <a:pt x="21" y="2"/>
                  </a:lnTo>
                  <a:lnTo>
                    <a:pt x="23" y="2"/>
                  </a:lnTo>
                  <a:lnTo>
                    <a:pt x="23" y="2"/>
                  </a:lnTo>
                  <a:lnTo>
                    <a:pt x="23" y="2"/>
                  </a:lnTo>
                  <a:lnTo>
                    <a:pt x="23" y="2"/>
                  </a:lnTo>
                  <a:lnTo>
                    <a:pt x="26" y="2"/>
                  </a:lnTo>
                  <a:lnTo>
                    <a:pt x="26" y="2"/>
                  </a:lnTo>
                  <a:lnTo>
                    <a:pt x="26" y="2"/>
                  </a:lnTo>
                  <a:lnTo>
                    <a:pt x="26" y="2"/>
                  </a:lnTo>
                  <a:lnTo>
                    <a:pt x="28" y="2"/>
                  </a:lnTo>
                  <a:lnTo>
                    <a:pt x="28" y="2"/>
                  </a:lnTo>
                  <a:lnTo>
                    <a:pt x="28" y="2"/>
                  </a:lnTo>
                  <a:lnTo>
                    <a:pt x="28" y="2"/>
                  </a:lnTo>
                  <a:lnTo>
                    <a:pt x="28" y="0"/>
                  </a:lnTo>
                  <a:lnTo>
                    <a:pt x="28" y="0"/>
                  </a:lnTo>
                  <a:lnTo>
                    <a:pt x="30" y="0"/>
                  </a:lnTo>
                  <a:lnTo>
                    <a:pt x="30" y="2"/>
                  </a:lnTo>
                  <a:lnTo>
                    <a:pt x="30" y="2"/>
                  </a:lnTo>
                  <a:lnTo>
                    <a:pt x="30" y="2"/>
                  </a:lnTo>
                  <a:lnTo>
                    <a:pt x="30" y="0"/>
                  </a:lnTo>
                  <a:lnTo>
                    <a:pt x="33" y="0"/>
                  </a:lnTo>
                  <a:lnTo>
                    <a:pt x="3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5" name="Freeform 253"/>
            <p:cNvSpPr>
              <a:spLocks/>
            </p:cNvSpPr>
            <p:nvPr/>
          </p:nvSpPr>
          <p:spPr bwMode="auto">
            <a:xfrm>
              <a:off x="2800350" y="2708275"/>
              <a:ext cx="104775" cy="101600"/>
            </a:xfrm>
            <a:custGeom>
              <a:avLst/>
              <a:gdLst/>
              <a:ahLst/>
              <a:cxnLst>
                <a:cxn ang="0">
                  <a:pos x="35" y="2"/>
                </a:cxn>
                <a:cxn ang="0">
                  <a:pos x="33" y="4"/>
                </a:cxn>
                <a:cxn ang="0">
                  <a:pos x="35" y="4"/>
                </a:cxn>
                <a:cxn ang="0">
                  <a:pos x="37" y="7"/>
                </a:cxn>
                <a:cxn ang="0">
                  <a:pos x="40" y="7"/>
                </a:cxn>
                <a:cxn ang="0">
                  <a:pos x="44" y="9"/>
                </a:cxn>
                <a:cxn ang="0">
                  <a:pos x="42" y="14"/>
                </a:cxn>
                <a:cxn ang="0">
                  <a:pos x="40" y="16"/>
                </a:cxn>
                <a:cxn ang="0">
                  <a:pos x="42" y="21"/>
                </a:cxn>
                <a:cxn ang="0">
                  <a:pos x="44" y="23"/>
                </a:cxn>
                <a:cxn ang="0">
                  <a:pos x="49" y="26"/>
                </a:cxn>
                <a:cxn ang="0">
                  <a:pos x="52" y="26"/>
                </a:cxn>
                <a:cxn ang="0">
                  <a:pos x="52" y="30"/>
                </a:cxn>
                <a:cxn ang="0">
                  <a:pos x="49" y="33"/>
                </a:cxn>
                <a:cxn ang="0">
                  <a:pos x="44" y="33"/>
                </a:cxn>
                <a:cxn ang="0">
                  <a:pos x="49" y="35"/>
                </a:cxn>
                <a:cxn ang="0">
                  <a:pos x="52" y="38"/>
                </a:cxn>
                <a:cxn ang="0">
                  <a:pos x="56" y="40"/>
                </a:cxn>
                <a:cxn ang="0">
                  <a:pos x="59" y="45"/>
                </a:cxn>
                <a:cxn ang="0">
                  <a:pos x="63" y="42"/>
                </a:cxn>
                <a:cxn ang="0">
                  <a:pos x="63" y="45"/>
                </a:cxn>
                <a:cxn ang="0">
                  <a:pos x="63" y="49"/>
                </a:cxn>
                <a:cxn ang="0">
                  <a:pos x="66" y="52"/>
                </a:cxn>
                <a:cxn ang="0">
                  <a:pos x="63" y="54"/>
                </a:cxn>
                <a:cxn ang="0">
                  <a:pos x="66" y="57"/>
                </a:cxn>
                <a:cxn ang="0">
                  <a:pos x="66" y="61"/>
                </a:cxn>
                <a:cxn ang="0">
                  <a:pos x="61" y="61"/>
                </a:cxn>
                <a:cxn ang="0">
                  <a:pos x="59" y="64"/>
                </a:cxn>
                <a:cxn ang="0">
                  <a:pos x="56" y="59"/>
                </a:cxn>
                <a:cxn ang="0">
                  <a:pos x="54" y="54"/>
                </a:cxn>
                <a:cxn ang="0">
                  <a:pos x="52" y="49"/>
                </a:cxn>
                <a:cxn ang="0">
                  <a:pos x="49" y="47"/>
                </a:cxn>
                <a:cxn ang="0">
                  <a:pos x="49" y="45"/>
                </a:cxn>
                <a:cxn ang="0">
                  <a:pos x="44" y="45"/>
                </a:cxn>
                <a:cxn ang="0">
                  <a:pos x="40" y="45"/>
                </a:cxn>
                <a:cxn ang="0">
                  <a:pos x="37" y="42"/>
                </a:cxn>
                <a:cxn ang="0">
                  <a:pos x="35" y="40"/>
                </a:cxn>
                <a:cxn ang="0">
                  <a:pos x="33" y="40"/>
                </a:cxn>
                <a:cxn ang="0">
                  <a:pos x="30" y="40"/>
                </a:cxn>
                <a:cxn ang="0">
                  <a:pos x="26" y="40"/>
                </a:cxn>
                <a:cxn ang="0">
                  <a:pos x="23" y="35"/>
                </a:cxn>
                <a:cxn ang="0">
                  <a:pos x="21" y="33"/>
                </a:cxn>
                <a:cxn ang="0">
                  <a:pos x="16" y="33"/>
                </a:cxn>
                <a:cxn ang="0">
                  <a:pos x="11" y="33"/>
                </a:cxn>
                <a:cxn ang="0">
                  <a:pos x="7" y="33"/>
                </a:cxn>
                <a:cxn ang="0">
                  <a:pos x="4" y="30"/>
                </a:cxn>
                <a:cxn ang="0">
                  <a:pos x="4" y="26"/>
                </a:cxn>
                <a:cxn ang="0">
                  <a:pos x="2" y="23"/>
                </a:cxn>
                <a:cxn ang="0">
                  <a:pos x="2" y="21"/>
                </a:cxn>
                <a:cxn ang="0">
                  <a:pos x="4" y="16"/>
                </a:cxn>
                <a:cxn ang="0">
                  <a:pos x="4" y="12"/>
                </a:cxn>
                <a:cxn ang="0">
                  <a:pos x="2" y="7"/>
                </a:cxn>
                <a:cxn ang="0">
                  <a:pos x="0" y="4"/>
                </a:cxn>
                <a:cxn ang="0">
                  <a:pos x="2" y="4"/>
                </a:cxn>
                <a:cxn ang="0">
                  <a:pos x="7" y="4"/>
                </a:cxn>
                <a:cxn ang="0">
                  <a:pos x="11" y="4"/>
                </a:cxn>
                <a:cxn ang="0">
                  <a:pos x="16" y="2"/>
                </a:cxn>
                <a:cxn ang="0">
                  <a:pos x="18" y="2"/>
                </a:cxn>
                <a:cxn ang="0">
                  <a:pos x="23" y="2"/>
                </a:cxn>
                <a:cxn ang="0">
                  <a:pos x="26" y="2"/>
                </a:cxn>
                <a:cxn ang="0">
                  <a:pos x="28" y="0"/>
                </a:cxn>
                <a:cxn ang="0">
                  <a:pos x="33" y="0"/>
                </a:cxn>
              </a:cxnLst>
              <a:rect l="0" t="0" r="r" b="b"/>
              <a:pathLst>
                <a:path w="66" h="64">
                  <a:moveTo>
                    <a:pt x="33" y="0"/>
                  </a:moveTo>
                  <a:lnTo>
                    <a:pt x="33" y="2"/>
                  </a:lnTo>
                  <a:lnTo>
                    <a:pt x="33" y="2"/>
                  </a:lnTo>
                  <a:lnTo>
                    <a:pt x="33" y="2"/>
                  </a:lnTo>
                  <a:lnTo>
                    <a:pt x="35" y="2"/>
                  </a:lnTo>
                  <a:lnTo>
                    <a:pt x="35" y="2"/>
                  </a:lnTo>
                  <a:lnTo>
                    <a:pt x="35" y="4"/>
                  </a:lnTo>
                  <a:lnTo>
                    <a:pt x="35" y="4"/>
                  </a:lnTo>
                  <a:lnTo>
                    <a:pt x="35" y="4"/>
                  </a:lnTo>
                  <a:lnTo>
                    <a:pt x="33" y="4"/>
                  </a:lnTo>
                  <a:lnTo>
                    <a:pt x="33" y="4"/>
                  </a:lnTo>
                  <a:lnTo>
                    <a:pt x="33" y="4"/>
                  </a:lnTo>
                  <a:lnTo>
                    <a:pt x="33" y="4"/>
                  </a:lnTo>
                  <a:lnTo>
                    <a:pt x="33" y="7"/>
                  </a:lnTo>
                  <a:lnTo>
                    <a:pt x="33" y="7"/>
                  </a:lnTo>
                  <a:lnTo>
                    <a:pt x="33" y="7"/>
                  </a:lnTo>
                  <a:lnTo>
                    <a:pt x="35" y="7"/>
                  </a:lnTo>
                  <a:lnTo>
                    <a:pt x="35" y="4"/>
                  </a:lnTo>
                  <a:lnTo>
                    <a:pt x="35" y="4"/>
                  </a:lnTo>
                  <a:lnTo>
                    <a:pt x="35" y="7"/>
                  </a:lnTo>
                  <a:lnTo>
                    <a:pt x="37" y="7"/>
                  </a:lnTo>
                  <a:lnTo>
                    <a:pt x="37" y="7"/>
                  </a:lnTo>
                  <a:lnTo>
                    <a:pt x="37" y="7"/>
                  </a:lnTo>
                  <a:lnTo>
                    <a:pt x="37" y="7"/>
                  </a:lnTo>
                  <a:lnTo>
                    <a:pt x="37" y="7"/>
                  </a:lnTo>
                  <a:lnTo>
                    <a:pt x="37" y="7"/>
                  </a:lnTo>
                  <a:lnTo>
                    <a:pt x="40" y="7"/>
                  </a:lnTo>
                  <a:lnTo>
                    <a:pt x="40" y="7"/>
                  </a:lnTo>
                  <a:lnTo>
                    <a:pt x="40" y="7"/>
                  </a:lnTo>
                  <a:lnTo>
                    <a:pt x="40" y="7"/>
                  </a:lnTo>
                  <a:lnTo>
                    <a:pt x="40" y="7"/>
                  </a:lnTo>
                  <a:lnTo>
                    <a:pt x="40" y="9"/>
                  </a:lnTo>
                  <a:lnTo>
                    <a:pt x="42" y="9"/>
                  </a:lnTo>
                  <a:lnTo>
                    <a:pt x="42" y="9"/>
                  </a:lnTo>
                  <a:lnTo>
                    <a:pt x="42" y="9"/>
                  </a:lnTo>
                  <a:lnTo>
                    <a:pt x="44" y="9"/>
                  </a:lnTo>
                  <a:lnTo>
                    <a:pt x="44" y="9"/>
                  </a:lnTo>
                  <a:lnTo>
                    <a:pt x="44" y="12"/>
                  </a:lnTo>
                  <a:lnTo>
                    <a:pt x="44" y="12"/>
                  </a:lnTo>
                  <a:lnTo>
                    <a:pt x="44" y="12"/>
                  </a:lnTo>
                  <a:lnTo>
                    <a:pt x="44" y="14"/>
                  </a:lnTo>
                  <a:lnTo>
                    <a:pt x="42" y="14"/>
                  </a:lnTo>
                  <a:lnTo>
                    <a:pt x="42" y="14"/>
                  </a:lnTo>
                  <a:lnTo>
                    <a:pt x="42" y="14"/>
                  </a:lnTo>
                  <a:lnTo>
                    <a:pt x="40" y="14"/>
                  </a:lnTo>
                  <a:lnTo>
                    <a:pt x="40" y="14"/>
                  </a:lnTo>
                  <a:lnTo>
                    <a:pt x="40" y="14"/>
                  </a:lnTo>
                  <a:lnTo>
                    <a:pt x="40" y="16"/>
                  </a:lnTo>
                  <a:lnTo>
                    <a:pt x="40" y="16"/>
                  </a:lnTo>
                  <a:lnTo>
                    <a:pt x="40" y="16"/>
                  </a:lnTo>
                  <a:lnTo>
                    <a:pt x="40" y="19"/>
                  </a:lnTo>
                  <a:lnTo>
                    <a:pt x="42" y="19"/>
                  </a:lnTo>
                  <a:lnTo>
                    <a:pt x="42" y="19"/>
                  </a:lnTo>
                  <a:lnTo>
                    <a:pt x="42" y="21"/>
                  </a:lnTo>
                  <a:lnTo>
                    <a:pt x="42" y="21"/>
                  </a:lnTo>
                  <a:lnTo>
                    <a:pt x="42" y="21"/>
                  </a:lnTo>
                  <a:lnTo>
                    <a:pt x="44" y="21"/>
                  </a:lnTo>
                  <a:lnTo>
                    <a:pt x="44" y="21"/>
                  </a:lnTo>
                  <a:lnTo>
                    <a:pt x="44" y="23"/>
                  </a:lnTo>
                  <a:lnTo>
                    <a:pt x="44" y="23"/>
                  </a:lnTo>
                  <a:lnTo>
                    <a:pt x="44" y="23"/>
                  </a:lnTo>
                  <a:lnTo>
                    <a:pt x="47" y="23"/>
                  </a:lnTo>
                  <a:lnTo>
                    <a:pt x="47" y="23"/>
                  </a:lnTo>
                  <a:lnTo>
                    <a:pt x="49" y="23"/>
                  </a:lnTo>
                  <a:lnTo>
                    <a:pt x="49" y="26"/>
                  </a:lnTo>
                  <a:lnTo>
                    <a:pt x="49" y="26"/>
                  </a:lnTo>
                  <a:lnTo>
                    <a:pt x="49" y="26"/>
                  </a:lnTo>
                  <a:lnTo>
                    <a:pt x="49" y="26"/>
                  </a:lnTo>
                  <a:lnTo>
                    <a:pt x="52" y="26"/>
                  </a:lnTo>
                  <a:lnTo>
                    <a:pt x="52" y="26"/>
                  </a:lnTo>
                  <a:lnTo>
                    <a:pt x="52" y="26"/>
                  </a:lnTo>
                  <a:lnTo>
                    <a:pt x="52" y="26"/>
                  </a:lnTo>
                  <a:lnTo>
                    <a:pt x="52" y="28"/>
                  </a:lnTo>
                  <a:lnTo>
                    <a:pt x="52" y="28"/>
                  </a:lnTo>
                  <a:lnTo>
                    <a:pt x="52" y="30"/>
                  </a:lnTo>
                  <a:lnTo>
                    <a:pt x="52" y="30"/>
                  </a:lnTo>
                  <a:lnTo>
                    <a:pt x="52" y="30"/>
                  </a:lnTo>
                  <a:lnTo>
                    <a:pt x="52" y="30"/>
                  </a:lnTo>
                  <a:lnTo>
                    <a:pt x="52" y="33"/>
                  </a:lnTo>
                  <a:lnTo>
                    <a:pt x="49" y="33"/>
                  </a:lnTo>
                  <a:lnTo>
                    <a:pt x="49" y="33"/>
                  </a:lnTo>
                  <a:lnTo>
                    <a:pt x="49" y="33"/>
                  </a:lnTo>
                  <a:lnTo>
                    <a:pt x="49" y="33"/>
                  </a:lnTo>
                  <a:lnTo>
                    <a:pt x="49" y="33"/>
                  </a:lnTo>
                  <a:lnTo>
                    <a:pt x="47" y="33"/>
                  </a:lnTo>
                  <a:lnTo>
                    <a:pt x="47" y="33"/>
                  </a:lnTo>
                  <a:lnTo>
                    <a:pt x="44" y="33"/>
                  </a:lnTo>
                  <a:lnTo>
                    <a:pt x="44" y="33"/>
                  </a:lnTo>
                  <a:lnTo>
                    <a:pt x="44" y="33"/>
                  </a:lnTo>
                  <a:lnTo>
                    <a:pt x="44" y="33"/>
                  </a:lnTo>
                  <a:lnTo>
                    <a:pt x="44" y="35"/>
                  </a:lnTo>
                  <a:lnTo>
                    <a:pt x="47" y="35"/>
                  </a:lnTo>
                  <a:lnTo>
                    <a:pt x="47" y="35"/>
                  </a:lnTo>
                  <a:lnTo>
                    <a:pt x="49" y="35"/>
                  </a:lnTo>
                  <a:lnTo>
                    <a:pt x="49" y="35"/>
                  </a:lnTo>
                  <a:lnTo>
                    <a:pt x="49" y="35"/>
                  </a:lnTo>
                  <a:lnTo>
                    <a:pt x="49" y="35"/>
                  </a:lnTo>
                  <a:lnTo>
                    <a:pt x="49" y="35"/>
                  </a:lnTo>
                  <a:lnTo>
                    <a:pt x="49" y="38"/>
                  </a:lnTo>
                  <a:lnTo>
                    <a:pt x="52" y="38"/>
                  </a:lnTo>
                  <a:lnTo>
                    <a:pt x="52" y="38"/>
                  </a:lnTo>
                  <a:lnTo>
                    <a:pt x="52" y="38"/>
                  </a:lnTo>
                  <a:lnTo>
                    <a:pt x="52" y="38"/>
                  </a:lnTo>
                  <a:lnTo>
                    <a:pt x="54" y="38"/>
                  </a:lnTo>
                  <a:lnTo>
                    <a:pt x="54" y="40"/>
                  </a:lnTo>
                  <a:lnTo>
                    <a:pt x="54" y="40"/>
                  </a:lnTo>
                  <a:lnTo>
                    <a:pt x="54" y="40"/>
                  </a:lnTo>
                  <a:lnTo>
                    <a:pt x="56" y="40"/>
                  </a:lnTo>
                  <a:lnTo>
                    <a:pt x="56" y="42"/>
                  </a:lnTo>
                  <a:lnTo>
                    <a:pt x="56" y="42"/>
                  </a:lnTo>
                  <a:lnTo>
                    <a:pt x="56" y="42"/>
                  </a:lnTo>
                  <a:lnTo>
                    <a:pt x="56" y="42"/>
                  </a:lnTo>
                  <a:lnTo>
                    <a:pt x="56" y="45"/>
                  </a:lnTo>
                  <a:lnTo>
                    <a:pt x="59" y="45"/>
                  </a:lnTo>
                  <a:lnTo>
                    <a:pt x="59" y="42"/>
                  </a:lnTo>
                  <a:lnTo>
                    <a:pt x="59" y="42"/>
                  </a:lnTo>
                  <a:lnTo>
                    <a:pt x="59" y="42"/>
                  </a:lnTo>
                  <a:lnTo>
                    <a:pt x="61" y="42"/>
                  </a:lnTo>
                  <a:lnTo>
                    <a:pt x="61" y="42"/>
                  </a:lnTo>
                  <a:lnTo>
                    <a:pt x="63" y="42"/>
                  </a:lnTo>
                  <a:lnTo>
                    <a:pt x="63" y="45"/>
                  </a:lnTo>
                  <a:lnTo>
                    <a:pt x="63" y="45"/>
                  </a:lnTo>
                  <a:lnTo>
                    <a:pt x="63" y="45"/>
                  </a:lnTo>
                  <a:lnTo>
                    <a:pt x="66" y="45"/>
                  </a:lnTo>
                  <a:lnTo>
                    <a:pt x="66" y="45"/>
                  </a:lnTo>
                  <a:lnTo>
                    <a:pt x="63" y="45"/>
                  </a:lnTo>
                  <a:lnTo>
                    <a:pt x="63" y="45"/>
                  </a:lnTo>
                  <a:lnTo>
                    <a:pt x="63" y="47"/>
                  </a:lnTo>
                  <a:lnTo>
                    <a:pt x="63" y="47"/>
                  </a:lnTo>
                  <a:lnTo>
                    <a:pt x="63" y="47"/>
                  </a:lnTo>
                  <a:lnTo>
                    <a:pt x="63" y="47"/>
                  </a:lnTo>
                  <a:lnTo>
                    <a:pt x="63" y="49"/>
                  </a:lnTo>
                  <a:lnTo>
                    <a:pt x="63" y="49"/>
                  </a:lnTo>
                  <a:lnTo>
                    <a:pt x="63" y="49"/>
                  </a:lnTo>
                  <a:lnTo>
                    <a:pt x="63" y="49"/>
                  </a:lnTo>
                  <a:lnTo>
                    <a:pt x="66" y="49"/>
                  </a:lnTo>
                  <a:lnTo>
                    <a:pt x="66" y="52"/>
                  </a:lnTo>
                  <a:lnTo>
                    <a:pt x="66" y="52"/>
                  </a:lnTo>
                  <a:lnTo>
                    <a:pt x="66" y="52"/>
                  </a:lnTo>
                  <a:lnTo>
                    <a:pt x="66" y="54"/>
                  </a:lnTo>
                  <a:lnTo>
                    <a:pt x="66" y="54"/>
                  </a:lnTo>
                  <a:lnTo>
                    <a:pt x="66" y="54"/>
                  </a:lnTo>
                  <a:lnTo>
                    <a:pt x="66" y="54"/>
                  </a:lnTo>
                  <a:lnTo>
                    <a:pt x="63" y="54"/>
                  </a:lnTo>
                  <a:lnTo>
                    <a:pt x="63" y="54"/>
                  </a:lnTo>
                  <a:lnTo>
                    <a:pt x="63" y="54"/>
                  </a:lnTo>
                  <a:lnTo>
                    <a:pt x="63" y="54"/>
                  </a:lnTo>
                  <a:lnTo>
                    <a:pt x="63" y="54"/>
                  </a:lnTo>
                  <a:lnTo>
                    <a:pt x="63" y="57"/>
                  </a:lnTo>
                  <a:lnTo>
                    <a:pt x="66" y="57"/>
                  </a:lnTo>
                  <a:lnTo>
                    <a:pt x="66" y="57"/>
                  </a:lnTo>
                  <a:lnTo>
                    <a:pt x="66" y="59"/>
                  </a:lnTo>
                  <a:lnTo>
                    <a:pt x="66" y="59"/>
                  </a:lnTo>
                  <a:lnTo>
                    <a:pt x="63" y="59"/>
                  </a:lnTo>
                  <a:lnTo>
                    <a:pt x="63" y="61"/>
                  </a:lnTo>
                  <a:lnTo>
                    <a:pt x="66" y="61"/>
                  </a:lnTo>
                  <a:lnTo>
                    <a:pt x="66" y="61"/>
                  </a:lnTo>
                  <a:lnTo>
                    <a:pt x="63" y="61"/>
                  </a:lnTo>
                  <a:lnTo>
                    <a:pt x="63" y="61"/>
                  </a:lnTo>
                  <a:lnTo>
                    <a:pt x="63" y="61"/>
                  </a:lnTo>
                  <a:lnTo>
                    <a:pt x="61" y="61"/>
                  </a:lnTo>
                  <a:lnTo>
                    <a:pt x="61" y="61"/>
                  </a:lnTo>
                  <a:lnTo>
                    <a:pt x="61" y="61"/>
                  </a:lnTo>
                  <a:lnTo>
                    <a:pt x="61" y="61"/>
                  </a:lnTo>
                  <a:lnTo>
                    <a:pt x="59" y="61"/>
                  </a:lnTo>
                  <a:lnTo>
                    <a:pt x="59" y="61"/>
                  </a:lnTo>
                  <a:lnTo>
                    <a:pt x="59" y="61"/>
                  </a:lnTo>
                  <a:lnTo>
                    <a:pt x="59" y="64"/>
                  </a:lnTo>
                  <a:lnTo>
                    <a:pt x="56" y="64"/>
                  </a:lnTo>
                  <a:lnTo>
                    <a:pt x="56" y="64"/>
                  </a:lnTo>
                  <a:lnTo>
                    <a:pt x="56" y="61"/>
                  </a:lnTo>
                  <a:lnTo>
                    <a:pt x="56" y="61"/>
                  </a:lnTo>
                  <a:lnTo>
                    <a:pt x="56" y="59"/>
                  </a:lnTo>
                  <a:lnTo>
                    <a:pt x="56" y="59"/>
                  </a:lnTo>
                  <a:lnTo>
                    <a:pt x="56" y="59"/>
                  </a:lnTo>
                  <a:lnTo>
                    <a:pt x="56" y="57"/>
                  </a:lnTo>
                  <a:lnTo>
                    <a:pt x="56" y="57"/>
                  </a:lnTo>
                  <a:lnTo>
                    <a:pt x="54" y="57"/>
                  </a:lnTo>
                  <a:lnTo>
                    <a:pt x="54" y="54"/>
                  </a:lnTo>
                  <a:lnTo>
                    <a:pt x="54" y="54"/>
                  </a:lnTo>
                  <a:lnTo>
                    <a:pt x="54" y="54"/>
                  </a:lnTo>
                  <a:lnTo>
                    <a:pt x="54" y="54"/>
                  </a:lnTo>
                  <a:lnTo>
                    <a:pt x="54" y="52"/>
                  </a:lnTo>
                  <a:lnTo>
                    <a:pt x="54" y="52"/>
                  </a:lnTo>
                  <a:lnTo>
                    <a:pt x="52" y="52"/>
                  </a:lnTo>
                  <a:lnTo>
                    <a:pt x="52" y="49"/>
                  </a:lnTo>
                  <a:lnTo>
                    <a:pt x="52" y="49"/>
                  </a:lnTo>
                  <a:lnTo>
                    <a:pt x="52" y="49"/>
                  </a:lnTo>
                  <a:lnTo>
                    <a:pt x="52" y="49"/>
                  </a:lnTo>
                  <a:lnTo>
                    <a:pt x="49" y="49"/>
                  </a:lnTo>
                  <a:lnTo>
                    <a:pt x="49" y="49"/>
                  </a:lnTo>
                  <a:lnTo>
                    <a:pt x="49" y="47"/>
                  </a:lnTo>
                  <a:lnTo>
                    <a:pt x="49" y="47"/>
                  </a:lnTo>
                  <a:lnTo>
                    <a:pt x="49" y="47"/>
                  </a:lnTo>
                  <a:lnTo>
                    <a:pt x="49" y="45"/>
                  </a:lnTo>
                  <a:lnTo>
                    <a:pt x="49" y="45"/>
                  </a:lnTo>
                  <a:lnTo>
                    <a:pt x="49" y="45"/>
                  </a:lnTo>
                  <a:lnTo>
                    <a:pt x="49" y="45"/>
                  </a:lnTo>
                  <a:lnTo>
                    <a:pt x="49" y="45"/>
                  </a:lnTo>
                  <a:lnTo>
                    <a:pt x="47" y="45"/>
                  </a:lnTo>
                  <a:lnTo>
                    <a:pt x="47" y="45"/>
                  </a:lnTo>
                  <a:lnTo>
                    <a:pt x="44" y="45"/>
                  </a:lnTo>
                  <a:lnTo>
                    <a:pt x="44" y="45"/>
                  </a:lnTo>
                  <a:lnTo>
                    <a:pt x="44" y="45"/>
                  </a:lnTo>
                  <a:lnTo>
                    <a:pt x="44" y="45"/>
                  </a:lnTo>
                  <a:lnTo>
                    <a:pt x="42" y="45"/>
                  </a:lnTo>
                  <a:lnTo>
                    <a:pt x="42" y="45"/>
                  </a:lnTo>
                  <a:lnTo>
                    <a:pt x="42" y="45"/>
                  </a:lnTo>
                  <a:lnTo>
                    <a:pt x="42" y="45"/>
                  </a:lnTo>
                  <a:lnTo>
                    <a:pt x="40" y="45"/>
                  </a:lnTo>
                  <a:lnTo>
                    <a:pt x="40" y="45"/>
                  </a:lnTo>
                  <a:lnTo>
                    <a:pt x="40" y="45"/>
                  </a:lnTo>
                  <a:lnTo>
                    <a:pt x="40" y="45"/>
                  </a:lnTo>
                  <a:lnTo>
                    <a:pt x="37" y="45"/>
                  </a:lnTo>
                  <a:lnTo>
                    <a:pt x="37" y="42"/>
                  </a:lnTo>
                  <a:lnTo>
                    <a:pt x="37" y="42"/>
                  </a:lnTo>
                  <a:lnTo>
                    <a:pt x="37" y="45"/>
                  </a:lnTo>
                  <a:lnTo>
                    <a:pt x="37" y="45"/>
                  </a:lnTo>
                  <a:lnTo>
                    <a:pt x="37" y="42"/>
                  </a:lnTo>
                  <a:lnTo>
                    <a:pt x="37" y="42"/>
                  </a:lnTo>
                  <a:lnTo>
                    <a:pt x="35" y="42"/>
                  </a:lnTo>
                  <a:lnTo>
                    <a:pt x="35" y="40"/>
                  </a:lnTo>
                  <a:lnTo>
                    <a:pt x="35" y="40"/>
                  </a:lnTo>
                  <a:lnTo>
                    <a:pt x="35" y="40"/>
                  </a:lnTo>
                  <a:lnTo>
                    <a:pt x="35" y="38"/>
                  </a:lnTo>
                  <a:lnTo>
                    <a:pt x="33" y="38"/>
                  </a:lnTo>
                  <a:lnTo>
                    <a:pt x="33" y="38"/>
                  </a:lnTo>
                  <a:lnTo>
                    <a:pt x="33" y="40"/>
                  </a:lnTo>
                  <a:lnTo>
                    <a:pt x="33" y="40"/>
                  </a:lnTo>
                  <a:lnTo>
                    <a:pt x="30" y="40"/>
                  </a:lnTo>
                  <a:lnTo>
                    <a:pt x="30" y="40"/>
                  </a:lnTo>
                  <a:lnTo>
                    <a:pt x="30" y="40"/>
                  </a:lnTo>
                  <a:lnTo>
                    <a:pt x="30" y="40"/>
                  </a:lnTo>
                  <a:lnTo>
                    <a:pt x="30" y="40"/>
                  </a:lnTo>
                  <a:lnTo>
                    <a:pt x="28" y="40"/>
                  </a:lnTo>
                  <a:lnTo>
                    <a:pt x="28" y="40"/>
                  </a:lnTo>
                  <a:lnTo>
                    <a:pt x="28" y="40"/>
                  </a:lnTo>
                  <a:lnTo>
                    <a:pt x="26" y="40"/>
                  </a:lnTo>
                  <a:lnTo>
                    <a:pt x="26" y="40"/>
                  </a:lnTo>
                  <a:lnTo>
                    <a:pt x="26" y="40"/>
                  </a:lnTo>
                  <a:lnTo>
                    <a:pt x="26" y="38"/>
                  </a:lnTo>
                  <a:lnTo>
                    <a:pt x="26" y="38"/>
                  </a:lnTo>
                  <a:lnTo>
                    <a:pt x="23" y="38"/>
                  </a:lnTo>
                  <a:lnTo>
                    <a:pt x="23" y="38"/>
                  </a:lnTo>
                  <a:lnTo>
                    <a:pt x="23" y="38"/>
                  </a:lnTo>
                  <a:lnTo>
                    <a:pt x="23" y="35"/>
                  </a:lnTo>
                  <a:lnTo>
                    <a:pt x="23" y="35"/>
                  </a:lnTo>
                  <a:lnTo>
                    <a:pt x="23" y="35"/>
                  </a:lnTo>
                  <a:lnTo>
                    <a:pt x="21" y="35"/>
                  </a:lnTo>
                  <a:lnTo>
                    <a:pt x="21" y="35"/>
                  </a:lnTo>
                  <a:lnTo>
                    <a:pt x="21" y="35"/>
                  </a:lnTo>
                  <a:lnTo>
                    <a:pt x="21" y="33"/>
                  </a:lnTo>
                  <a:lnTo>
                    <a:pt x="18" y="33"/>
                  </a:lnTo>
                  <a:lnTo>
                    <a:pt x="18" y="33"/>
                  </a:lnTo>
                  <a:lnTo>
                    <a:pt x="18" y="33"/>
                  </a:lnTo>
                  <a:lnTo>
                    <a:pt x="18" y="33"/>
                  </a:lnTo>
                  <a:lnTo>
                    <a:pt x="16" y="33"/>
                  </a:lnTo>
                  <a:lnTo>
                    <a:pt x="16" y="33"/>
                  </a:lnTo>
                  <a:lnTo>
                    <a:pt x="16" y="33"/>
                  </a:lnTo>
                  <a:lnTo>
                    <a:pt x="14" y="33"/>
                  </a:lnTo>
                  <a:lnTo>
                    <a:pt x="14" y="33"/>
                  </a:lnTo>
                  <a:lnTo>
                    <a:pt x="11" y="33"/>
                  </a:lnTo>
                  <a:lnTo>
                    <a:pt x="11" y="33"/>
                  </a:lnTo>
                  <a:lnTo>
                    <a:pt x="11" y="33"/>
                  </a:lnTo>
                  <a:lnTo>
                    <a:pt x="9" y="33"/>
                  </a:lnTo>
                  <a:lnTo>
                    <a:pt x="9" y="33"/>
                  </a:lnTo>
                  <a:lnTo>
                    <a:pt x="9" y="33"/>
                  </a:lnTo>
                  <a:lnTo>
                    <a:pt x="9" y="33"/>
                  </a:lnTo>
                  <a:lnTo>
                    <a:pt x="9" y="33"/>
                  </a:lnTo>
                  <a:lnTo>
                    <a:pt x="7" y="33"/>
                  </a:lnTo>
                  <a:lnTo>
                    <a:pt x="7" y="33"/>
                  </a:lnTo>
                  <a:lnTo>
                    <a:pt x="7" y="30"/>
                  </a:lnTo>
                  <a:lnTo>
                    <a:pt x="4" y="30"/>
                  </a:lnTo>
                  <a:lnTo>
                    <a:pt x="4" y="30"/>
                  </a:lnTo>
                  <a:lnTo>
                    <a:pt x="4" y="30"/>
                  </a:lnTo>
                  <a:lnTo>
                    <a:pt x="4" y="30"/>
                  </a:lnTo>
                  <a:lnTo>
                    <a:pt x="4" y="28"/>
                  </a:lnTo>
                  <a:lnTo>
                    <a:pt x="4" y="28"/>
                  </a:lnTo>
                  <a:lnTo>
                    <a:pt x="4" y="28"/>
                  </a:lnTo>
                  <a:lnTo>
                    <a:pt x="4" y="28"/>
                  </a:lnTo>
                  <a:lnTo>
                    <a:pt x="4" y="26"/>
                  </a:lnTo>
                  <a:lnTo>
                    <a:pt x="4" y="26"/>
                  </a:lnTo>
                  <a:lnTo>
                    <a:pt x="2" y="26"/>
                  </a:lnTo>
                  <a:lnTo>
                    <a:pt x="2" y="26"/>
                  </a:lnTo>
                  <a:lnTo>
                    <a:pt x="2" y="26"/>
                  </a:lnTo>
                  <a:lnTo>
                    <a:pt x="2" y="23"/>
                  </a:lnTo>
                  <a:lnTo>
                    <a:pt x="2" y="23"/>
                  </a:lnTo>
                  <a:lnTo>
                    <a:pt x="2" y="23"/>
                  </a:lnTo>
                  <a:lnTo>
                    <a:pt x="2" y="23"/>
                  </a:lnTo>
                  <a:lnTo>
                    <a:pt x="2" y="21"/>
                  </a:lnTo>
                  <a:lnTo>
                    <a:pt x="0" y="21"/>
                  </a:lnTo>
                  <a:lnTo>
                    <a:pt x="0" y="21"/>
                  </a:lnTo>
                  <a:lnTo>
                    <a:pt x="2" y="21"/>
                  </a:lnTo>
                  <a:lnTo>
                    <a:pt x="2" y="21"/>
                  </a:lnTo>
                  <a:lnTo>
                    <a:pt x="2" y="19"/>
                  </a:lnTo>
                  <a:lnTo>
                    <a:pt x="4" y="19"/>
                  </a:lnTo>
                  <a:lnTo>
                    <a:pt x="4" y="19"/>
                  </a:lnTo>
                  <a:lnTo>
                    <a:pt x="4" y="19"/>
                  </a:lnTo>
                  <a:lnTo>
                    <a:pt x="4" y="16"/>
                  </a:lnTo>
                  <a:lnTo>
                    <a:pt x="4" y="16"/>
                  </a:lnTo>
                  <a:lnTo>
                    <a:pt x="4" y="16"/>
                  </a:lnTo>
                  <a:lnTo>
                    <a:pt x="4" y="14"/>
                  </a:lnTo>
                  <a:lnTo>
                    <a:pt x="4" y="14"/>
                  </a:lnTo>
                  <a:lnTo>
                    <a:pt x="4" y="14"/>
                  </a:lnTo>
                  <a:lnTo>
                    <a:pt x="4" y="14"/>
                  </a:lnTo>
                  <a:lnTo>
                    <a:pt x="4" y="12"/>
                  </a:lnTo>
                  <a:lnTo>
                    <a:pt x="4" y="12"/>
                  </a:lnTo>
                  <a:lnTo>
                    <a:pt x="4" y="12"/>
                  </a:lnTo>
                  <a:lnTo>
                    <a:pt x="4" y="9"/>
                  </a:lnTo>
                  <a:lnTo>
                    <a:pt x="4" y="9"/>
                  </a:lnTo>
                  <a:lnTo>
                    <a:pt x="2" y="9"/>
                  </a:lnTo>
                  <a:lnTo>
                    <a:pt x="2" y="7"/>
                  </a:lnTo>
                  <a:lnTo>
                    <a:pt x="2" y="7"/>
                  </a:lnTo>
                  <a:lnTo>
                    <a:pt x="0" y="7"/>
                  </a:lnTo>
                  <a:lnTo>
                    <a:pt x="0" y="7"/>
                  </a:lnTo>
                  <a:lnTo>
                    <a:pt x="0" y="7"/>
                  </a:lnTo>
                  <a:lnTo>
                    <a:pt x="0" y="7"/>
                  </a:lnTo>
                  <a:lnTo>
                    <a:pt x="0" y="4"/>
                  </a:lnTo>
                  <a:lnTo>
                    <a:pt x="0" y="4"/>
                  </a:lnTo>
                  <a:lnTo>
                    <a:pt x="0" y="4"/>
                  </a:lnTo>
                  <a:lnTo>
                    <a:pt x="0" y="4"/>
                  </a:lnTo>
                  <a:lnTo>
                    <a:pt x="0" y="4"/>
                  </a:lnTo>
                  <a:lnTo>
                    <a:pt x="2" y="4"/>
                  </a:lnTo>
                  <a:lnTo>
                    <a:pt x="2" y="4"/>
                  </a:lnTo>
                  <a:lnTo>
                    <a:pt x="2" y="4"/>
                  </a:lnTo>
                  <a:lnTo>
                    <a:pt x="4" y="4"/>
                  </a:lnTo>
                  <a:lnTo>
                    <a:pt x="4" y="4"/>
                  </a:lnTo>
                  <a:lnTo>
                    <a:pt x="4" y="4"/>
                  </a:lnTo>
                  <a:lnTo>
                    <a:pt x="7" y="4"/>
                  </a:lnTo>
                  <a:lnTo>
                    <a:pt x="7" y="4"/>
                  </a:lnTo>
                  <a:lnTo>
                    <a:pt x="7" y="4"/>
                  </a:lnTo>
                  <a:lnTo>
                    <a:pt x="9" y="4"/>
                  </a:lnTo>
                  <a:lnTo>
                    <a:pt x="9" y="4"/>
                  </a:lnTo>
                  <a:lnTo>
                    <a:pt x="9" y="4"/>
                  </a:lnTo>
                  <a:lnTo>
                    <a:pt x="11" y="4"/>
                  </a:lnTo>
                  <a:lnTo>
                    <a:pt x="11" y="4"/>
                  </a:lnTo>
                  <a:lnTo>
                    <a:pt x="11" y="2"/>
                  </a:lnTo>
                  <a:lnTo>
                    <a:pt x="11" y="2"/>
                  </a:lnTo>
                  <a:lnTo>
                    <a:pt x="14" y="2"/>
                  </a:lnTo>
                  <a:lnTo>
                    <a:pt x="14" y="2"/>
                  </a:lnTo>
                  <a:lnTo>
                    <a:pt x="14" y="2"/>
                  </a:lnTo>
                  <a:lnTo>
                    <a:pt x="16" y="2"/>
                  </a:lnTo>
                  <a:lnTo>
                    <a:pt x="16" y="2"/>
                  </a:lnTo>
                  <a:lnTo>
                    <a:pt x="16" y="2"/>
                  </a:lnTo>
                  <a:lnTo>
                    <a:pt x="16" y="2"/>
                  </a:lnTo>
                  <a:lnTo>
                    <a:pt x="18" y="2"/>
                  </a:lnTo>
                  <a:lnTo>
                    <a:pt x="18" y="2"/>
                  </a:lnTo>
                  <a:lnTo>
                    <a:pt x="18" y="2"/>
                  </a:lnTo>
                  <a:lnTo>
                    <a:pt x="18" y="2"/>
                  </a:lnTo>
                  <a:lnTo>
                    <a:pt x="18" y="2"/>
                  </a:lnTo>
                  <a:lnTo>
                    <a:pt x="21" y="2"/>
                  </a:lnTo>
                  <a:lnTo>
                    <a:pt x="21" y="2"/>
                  </a:lnTo>
                  <a:lnTo>
                    <a:pt x="23" y="2"/>
                  </a:lnTo>
                  <a:lnTo>
                    <a:pt x="23" y="2"/>
                  </a:lnTo>
                  <a:lnTo>
                    <a:pt x="23" y="2"/>
                  </a:lnTo>
                  <a:lnTo>
                    <a:pt x="23" y="2"/>
                  </a:lnTo>
                  <a:lnTo>
                    <a:pt x="26" y="2"/>
                  </a:lnTo>
                  <a:lnTo>
                    <a:pt x="26" y="2"/>
                  </a:lnTo>
                  <a:lnTo>
                    <a:pt x="26" y="2"/>
                  </a:lnTo>
                  <a:lnTo>
                    <a:pt x="26" y="2"/>
                  </a:lnTo>
                  <a:lnTo>
                    <a:pt x="28" y="2"/>
                  </a:lnTo>
                  <a:lnTo>
                    <a:pt x="28" y="2"/>
                  </a:lnTo>
                  <a:lnTo>
                    <a:pt x="28" y="2"/>
                  </a:lnTo>
                  <a:lnTo>
                    <a:pt x="28" y="2"/>
                  </a:lnTo>
                  <a:lnTo>
                    <a:pt x="28" y="0"/>
                  </a:lnTo>
                  <a:lnTo>
                    <a:pt x="28" y="0"/>
                  </a:lnTo>
                  <a:lnTo>
                    <a:pt x="30" y="0"/>
                  </a:lnTo>
                  <a:lnTo>
                    <a:pt x="30" y="2"/>
                  </a:lnTo>
                  <a:lnTo>
                    <a:pt x="30" y="2"/>
                  </a:lnTo>
                  <a:lnTo>
                    <a:pt x="30" y="2"/>
                  </a:lnTo>
                  <a:lnTo>
                    <a:pt x="30" y="0"/>
                  </a:lnTo>
                  <a:lnTo>
                    <a:pt x="33" y="0"/>
                  </a:lnTo>
                  <a:lnTo>
                    <a:pt x="3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6" name="Freeform 254"/>
            <p:cNvSpPr>
              <a:spLocks/>
            </p:cNvSpPr>
            <p:nvPr/>
          </p:nvSpPr>
          <p:spPr bwMode="auto">
            <a:xfrm>
              <a:off x="3235325" y="3351213"/>
              <a:ext cx="3175" cy="3175"/>
            </a:xfrm>
            <a:custGeom>
              <a:avLst/>
              <a:gdLst/>
              <a:ahLst/>
              <a:cxnLst>
                <a:cxn ang="0">
                  <a:pos x="2" y="2"/>
                </a:cxn>
                <a:cxn ang="0">
                  <a:pos x="2" y="0"/>
                </a:cxn>
                <a:cxn ang="0">
                  <a:pos x="0" y="0"/>
                </a:cxn>
                <a:cxn ang="0">
                  <a:pos x="0" y="0"/>
                </a:cxn>
                <a:cxn ang="0">
                  <a:pos x="0" y="2"/>
                </a:cxn>
                <a:cxn ang="0">
                  <a:pos x="0" y="2"/>
                </a:cxn>
                <a:cxn ang="0">
                  <a:pos x="0" y="2"/>
                </a:cxn>
                <a:cxn ang="0">
                  <a:pos x="2" y="2"/>
                </a:cxn>
                <a:cxn ang="0">
                  <a:pos x="2" y="2"/>
                </a:cxn>
              </a:cxnLst>
              <a:rect l="0" t="0" r="r" b="b"/>
              <a:pathLst>
                <a:path w="2" h="2">
                  <a:moveTo>
                    <a:pt x="2" y="2"/>
                  </a:moveTo>
                  <a:lnTo>
                    <a:pt x="2" y="0"/>
                  </a:lnTo>
                  <a:lnTo>
                    <a:pt x="0" y="0"/>
                  </a:lnTo>
                  <a:lnTo>
                    <a:pt x="0" y="0"/>
                  </a:lnTo>
                  <a:lnTo>
                    <a:pt x="0" y="2"/>
                  </a:lnTo>
                  <a:lnTo>
                    <a:pt x="0" y="2"/>
                  </a:lnTo>
                  <a:lnTo>
                    <a:pt x="0" y="2"/>
                  </a:lnTo>
                  <a:lnTo>
                    <a:pt x="2" y="2"/>
                  </a:lnTo>
                  <a:lnTo>
                    <a:pt x="2"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7" name="Freeform 255"/>
            <p:cNvSpPr>
              <a:spLocks/>
            </p:cNvSpPr>
            <p:nvPr/>
          </p:nvSpPr>
          <p:spPr bwMode="auto">
            <a:xfrm>
              <a:off x="3235325" y="3351213"/>
              <a:ext cx="3175" cy="3175"/>
            </a:xfrm>
            <a:custGeom>
              <a:avLst/>
              <a:gdLst/>
              <a:ahLst/>
              <a:cxnLst>
                <a:cxn ang="0">
                  <a:pos x="2" y="2"/>
                </a:cxn>
                <a:cxn ang="0">
                  <a:pos x="2" y="0"/>
                </a:cxn>
                <a:cxn ang="0">
                  <a:pos x="0" y="0"/>
                </a:cxn>
                <a:cxn ang="0">
                  <a:pos x="0" y="0"/>
                </a:cxn>
                <a:cxn ang="0">
                  <a:pos x="0" y="2"/>
                </a:cxn>
                <a:cxn ang="0">
                  <a:pos x="0" y="2"/>
                </a:cxn>
                <a:cxn ang="0">
                  <a:pos x="0" y="2"/>
                </a:cxn>
                <a:cxn ang="0">
                  <a:pos x="2" y="2"/>
                </a:cxn>
                <a:cxn ang="0">
                  <a:pos x="2" y="2"/>
                </a:cxn>
              </a:cxnLst>
              <a:rect l="0" t="0" r="r" b="b"/>
              <a:pathLst>
                <a:path w="2" h="2">
                  <a:moveTo>
                    <a:pt x="2" y="2"/>
                  </a:moveTo>
                  <a:lnTo>
                    <a:pt x="2" y="0"/>
                  </a:lnTo>
                  <a:lnTo>
                    <a:pt x="0" y="0"/>
                  </a:lnTo>
                  <a:lnTo>
                    <a:pt x="0" y="0"/>
                  </a:lnTo>
                  <a:lnTo>
                    <a:pt x="0" y="2"/>
                  </a:lnTo>
                  <a:lnTo>
                    <a:pt x="0" y="2"/>
                  </a:lnTo>
                  <a:lnTo>
                    <a:pt x="0" y="2"/>
                  </a:lnTo>
                  <a:lnTo>
                    <a:pt x="2" y="2"/>
                  </a:lnTo>
                  <a:lnTo>
                    <a:pt x="2"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8" name="Freeform 256"/>
            <p:cNvSpPr>
              <a:spLocks/>
            </p:cNvSpPr>
            <p:nvPr/>
          </p:nvSpPr>
          <p:spPr bwMode="auto">
            <a:xfrm>
              <a:off x="3652838" y="3090863"/>
              <a:ext cx="3175" cy="4762"/>
            </a:xfrm>
            <a:custGeom>
              <a:avLst/>
              <a:gdLst/>
              <a:ahLst/>
              <a:cxnLst>
                <a:cxn ang="0">
                  <a:pos x="0" y="3"/>
                </a:cxn>
                <a:cxn ang="0">
                  <a:pos x="0" y="3"/>
                </a:cxn>
                <a:cxn ang="0">
                  <a:pos x="0" y="0"/>
                </a:cxn>
                <a:cxn ang="0">
                  <a:pos x="0" y="0"/>
                </a:cxn>
                <a:cxn ang="0">
                  <a:pos x="2" y="0"/>
                </a:cxn>
                <a:cxn ang="0">
                  <a:pos x="2" y="3"/>
                </a:cxn>
                <a:cxn ang="0">
                  <a:pos x="0" y="3"/>
                </a:cxn>
              </a:cxnLst>
              <a:rect l="0" t="0" r="r" b="b"/>
              <a:pathLst>
                <a:path w="2" h="3">
                  <a:moveTo>
                    <a:pt x="0" y="3"/>
                  </a:moveTo>
                  <a:lnTo>
                    <a:pt x="0" y="3"/>
                  </a:lnTo>
                  <a:lnTo>
                    <a:pt x="0" y="0"/>
                  </a:lnTo>
                  <a:lnTo>
                    <a:pt x="0" y="0"/>
                  </a:lnTo>
                  <a:lnTo>
                    <a:pt x="2" y="0"/>
                  </a:lnTo>
                  <a:lnTo>
                    <a:pt x="2" y="3"/>
                  </a:lnTo>
                  <a:lnTo>
                    <a:pt x="0"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9" name="Freeform 257"/>
            <p:cNvSpPr>
              <a:spLocks/>
            </p:cNvSpPr>
            <p:nvPr/>
          </p:nvSpPr>
          <p:spPr bwMode="auto">
            <a:xfrm>
              <a:off x="3652838" y="3090863"/>
              <a:ext cx="3175" cy="4762"/>
            </a:xfrm>
            <a:custGeom>
              <a:avLst/>
              <a:gdLst/>
              <a:ahLst/>
              <a:cxnLst>
                <a:cxn ang="0">
                  <a:pos x="0" y="3"/>
                </a:cxn>
                <a:cxn ang="0">
                  <a:pos x="0" y="3"/>
                </a:cxn>
                <a:cxn ang="0">
                  <a:pos x="0" y="0"/>
                </a:cxn>
                <a:cxn ang="0">
                  <a:pos x="0" y="0"/>
                </a:cxn>
                <a:cxn ang="0">
                  <a:pos x="2" y="0"/>
                </a:cxn>
                <a:cxn ang="0">
                  <a:pos x="2" y="3"/>
                </a:cxn>
                <a:cxn ang="0">
                  <a:pos x="0" y="3"/>
                </a:cxn>
              </a:cxnLst>
              <a:rect l="0" t="0" r="r" b="b"/>
              <a:pathLst>
                <a:path w="2" h="3">
                  <a:moveTo>
                    <a:pt x="0" y="3"/>
                  </a:moveTo>
                  <a:lnTo>
                    <a:pt x="0" y="3"/>
                  </a:lnTo>
                  <a:lnTo>
                    <a:pt x="0" y="0"/>
                  </a:lnTo>
                  <a:lnTo>
                    <a:pt x="0" y="0"/>
                  </a:lnTo>
                  <a:lnTo>
                    <a:pt x="2" y="0"/>
                  </a:lnTo>
                  <a:lnTo>
                    <a:pt x="2" y="3"/>
                  </a:lnTo>
                  <a:lnTo>
                    <a:pt x="0"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0" name="Freeform 258"/>
            <p:cNvSpPr>
              <a:spLocks/>
            </p:cNvSpPr>
            <p:nvPr/>
          </p:nvSpPr>
          <p:spPr bwMode="auto">
            <a:xfrm>
              <a:off x="3378200" y="2824163"/>
              <a:ext cx="492125" cy="365125"/>
            </a:xfrm>
            <a:custGeom>
              <a:avLst/>
              <a:gdLst/>
              <a:ahLst/>
              <a:cxnLst>
                <a:cxn ang="0">
                  <a:pos x="232" y="12"/>
                </a:cxn>
                <a:cxn ang="0">
                  <a:pos x="237" y="21"/>
                </a:cxn>
                <a:cxn ang="0">
                  <a:pos x="239" y="43"/>
                </a:cxn>
                <a:cxn ang="0">
                  <a:pos x="253" y="38"/>
                </a:cxn>
                <a:cxn ang="0">
                  <a:pos x="267" y="31"/>
                </a:cxn>
                <a:cxn ang="0">
                  <a:pos x="284" y="26"/>
                </a:cxn>
                <a:cxn ang="0">
                  <a:pos x="294" y="29"/>
                </a:cxn>
                <a:cxn ang="0">
                  <a:pos x="308" y="29"/>
                </a:cxn>
                <a:cxn ang="0">
                  <a:pos x="303" y="36"/>
                </a:cxn>
                <a:cxn ang="0">
                  <a:pos x="289" y="40"/>
                </a:cxn>
                <a:cxn ang="0">
                  <a:pos x="272" y="40"/>
                </a:cxn>
                <a:cxn ang="0">
                  <a:pos x="256" y="43"/>
                </a:cxn>
                <a:cxn ang="0">
                  <a:pos x="244" y="52"/>
                </a:cxn>
                <a:cxn ang="0">
                  <a:pos x="232" y="59"/>
                </a:cxn>
                <a:cxn ang="0">
                  <a:pos x="239" y="71"/>
                </a:cxn>
                <a:cxn ang="0">
                  <a:pos x="239" y="83"/>
                </a:cxn>
                <a:cxn ang="0">
                  <a:pos x="227" y="97"/>
                </a:cxn>
                <a:cxn ang="0">
                  <a:pos x="227" y="112"/>
                </a:cxn>
                <a:cxn ang="0">
                  <a:pos x="208" y="112"/>
                </a:cxn>
                <a:cxn ang="0">
                  <a:pos x="208" y="121"/>
                </a:cxn>
                <a:cxn ang="0">
                  <a:pos x="206" y="133"/>
                </a:cxn>
                <a:cxn ang="0">
                  <a:pos x="194" y="142"/>
                </a:cxn>
                <a:cxn ang="0">
                  <a:pos x="189" y="159"/>
                </a:cxn>
                <a:cxn ang="0">
                  <a:pos x="182" y="173"/>
                </a:cxn>
                <a:cxn ang="0">
                  <a:pos x="168" y="168"/>
                </a:cxn>
                <a:cxn ang="0">
                  <a:pos x="156" y="176"/>
                </a:cxn>
                <a:cxn ang="0">
                  <a:pos x="152" y="183"/>
                </a:cxn>
                <a:cxn ang="0">
                  <a:pos x="135" y="185"/>
                </a:cxn>
                <a:cxn ang="0">
                  <a:pos x="125" y="199"/>
                </a:cxn>
                <a:cxn ang="0">
                  <a:pos x="125" y="218"/>
                </a:cxn>
                <a:cxn ang="0">
                  <a:pos x="109" y="223"/>
                </a:cxn>
                <a:cxn ang="0">
                  <a:pos x="90" y="225"/>
                </a:cxn>
                <a:cxn ang="0">
                  <a:pos x="73" y="228"/>
                </a:cxn>
                <a:cxn ang="0">
                  <a:pos x="54" y="228"/>
                </a:cxn>
                <a:cxn ang="0">
                  <a:pos x="38" y="228"/>
                </a:cxn>
                <a:cxn ang="0">
                  <a:pos x="21" y="221"/>
                </a:cxn>
                <a:cxn ang="0">
                  <a:pos x="12" y="213"/>
                </a:cxn>
                <a:cxn ang="0">
                  <a:pos x="21" y="199"/>
                </a:cxn>
                <a:cxn ang="0">
                  <a:pos x="28" y="185"/>
                </a:cxn>
                <a:cxn ang="0">
                  <a:pos x="14" y="178"/>
                </a:cxn>
                <a:cxn ang="0">
                  <a:pos x="7" y="159"/>
                </a:cxn>
                <a:cxn ang="0">
                  <a:pos x="5" y="140"/>
                </a:cxn>
                <a:cxn ang="0">
                  <a:pos x="9" y="126"/>
                </a:cxn>
                <a:cxn ang="0">
                  <a:pos x="0" y="114"/>
                </a:cxn>
                <a:cxn ang="0">
                  <a:pos x="7" y="100"/>
                </a:cxn>
                <a:cxn ang="0">
                  <a:pos x="14" y="88"/>
                </a:cxn>
                <a:cxn ang="0">
                  <a:pos x="19" y="71"/>
                </a:cxn>
                <a:cxn ang="0">
                  <a:pos x="36" y="78"/>
                </a:cxn>
                <a:cxn ang="0">
                  <a:pos x="47" y="81"/>
                </a:cxn>
                <a:cxn ang="0">
                  <a:pos x="59" y="71"/>
                </a:cxn>
                <a:cxn ang="0">
                  <a:pos x="69" y="62"/>
                </a:cxn>
                <a:cxn ang="0">
                  <a:pos x="83" y="57"/>
                </a:cxn>
                <a:cxn ang="0">
                  <a:pos x="92" y="40"/>
                </a:cxn>
                <a:cxn ang="0">
                  <a:pos x="102" y="31"/>
                </a:cxn>
                <a:cxn ang="0">
                  <a:pos x="116" y="24"/>
                </a:cxn>
                <a:cxn ang="0">
                  <a:pos x="133" y="29"/>
                </a:cxn>
                <a:cxn ang="0">
                  <a:pos x="147" y="31"/>
                </a:cxn>
                <a:cxn ang="0">
                  <a:pos x="161" y="38"/>
                </a:cxn>
                <a:cxn ang="0">
                  <a:pos x="178" y="31"/>
                </a:cxn>
                <a:cxn ang="0">
                  <a:pos x="189" y="33"/>
                </a:cxn>
                <a:cxn ang="0">
                  <a:pos x="199" y="21"/>
                </a:cxn>
                <a:cxn ang="0">
                  <a:pos x="211" y="14"/>
                </a:cxn>
                <a:cxn ang="0">
                  <a:pos x="218" y="3"/>
                </a:cxn>
              </a:cxnLst>
              <a:rect l="0" t="0" r="r" b="b"/>
              <a:pathLst>
                <a:path w="310" h="230">
                  <a:moveTo>
                    <a:pt x="227" y="0"/>
                  </a:moveTo>
                  <a:lnTo>
                    <a:pt x="227" y="0"/>
                  </a:lnTo>
                  <a:lnTo>
                    <a:pt x="227" y="0"/>
                  </a:lnTo>
                  <a:lnTo>
                    <a:pt x="230" y="0"/>
                  </a:lnTo>
                  <a:lnTo>
                    <a:pt x="230" y="0"/>
                  </a:lnTo>
                  <a:lnTo>
                    <a:pt x="230" y="0"/>
                  </a:lnTo>
                  <a:lnTo>
                    <a:pt x="230" y="3"/>
                  </a:lnTo>
                  <a:lnTo>
                    <a:pt x="232" y="3"/>
                  </a:lnTo>
                  <a:lnTo>
                    <a:pt x="232" y="3"/>
                  </a:lnTo>
                  <a:lnTo>
                    <a:pt x="232" y="3"/>
                  </a:lnTo>
                  <a:lnTo>
                    <a:pt x="232" y="3"/>
                  </a:lnTo>
                  <a:lnTo>
                    <a:pt x="234" y="3"/>
                  </a:lnTo>
                  <a:lnTo>
                    <a:pt x="234" y="5"/>
                  </a:lnTo>
                  <a:lnTo>
                    <a:pt x="234" y="5"/>
                  </a:lnTo>
                  <a:lnTo>
                    <a:pt x="234" y="5"/>
                  </a:lnTo>
                  <a:lnTo>
                    <a:pt x="234" y="7"/>
                  </a:lnTo>
                  <a:lnTo>
                    <a:pt x="234" y="7"/>
                  </a:lnTo>
                  <a:lnTo>
                    <a:pt x="234" y="7"/>
                  </a:lnTo>
                  <a:lnTo>
                    <a:pt x="234" y="10"/>
                  </a:lnTo>
                  <a:lnTo>
                    <a:pt x="232" y="10"/>
                  </a:lnTo>
                  <a:lnTo>
                    <a:pt x="232" y="10"/>
                  </a:lnTo>
                  <a:lnTo>
                    <a:pt x="232" y="12"/>
                  </a:lnTo>
                  <a:lnTo>
                    <a:pt x="232" y="12"/>
                  </a:lnTo>
                  <a:lnTo>
                    <a:pt x="232" y="12"/>
                  </a:lnTo>
                  <a:lnTo>
                    <a:pt x="232" y="12"/>
                  </a:lnTo>
                  <a:lnTo>
                    <a:pt x="232" y="12"/>
                  </a:lnTo>
                  <a:lnTo>
                    <a:pt x="234" y="12"/>
                  </a:lnTo>
                  <a:lnTo>
                    <a:pt x="234" y="14"/>
                  </a:lnTo>
                  <a:lnTo>
                    <a:pt x="234" y="14"/>
                  </a:lnTo>
                  <a:lnTo>
                    <a:pt x="234" y="12"/>
                  </a:lnTo>
                  <a:lnTo>
                    <a:pt x="234" y="12"/>
                  </a:lnTo>
                  <a:lnTo>
                    <a:pt x="237" y="12"/>
                  </a:lnTo>
                  <a:lnTo>
                    <a:pt x="237" y="12"/>
                  </a:lnTo>
                  <a:lnTo>
                    <a:pt x="237" y="12"/>
                  </a:lnTo>
                  <a:lnTo>
                    <a:pt x="239" y="12"/>
                  </a:lnTo>
                  <a:lnTo>
                    <a:pt x="239" y="12"/>
                  </a:lnTo>
                  <a:lnTo>
                    <a:pt x="239" y="12"/>
                  </a:lnTo>
                  <a:lnTo>
                    <a:pt x="239" y="14"/>
                  </a:lnTo>
                  <a:lnTo>
                    <a:pt x="239" y="14"/>
                  </a:lnTo>
                  <a:lnTo>
                    <a:pt x="239" y="17"/>
                  </a:lnTo>
                  <a:lnTo>
                    <a:pt x="239" y="17"/>
                  </a:lnTo>
                  <a:lnTo>
                    <a:pt x="239" y="17"/>
                  </a:lnTo>
                  <a:lnTo>
                    <a:pt x="239" y="19"/>
                  </a:lnTo>
                  <a:lnTo>
                    <a:pt x="239" y="19"/>
                  </a:lnTo>
                  <a:lnTo>
                    <a:pt x="239" y="21"/>
                  </a:lnTo>
                  <a:lnTo>
                    <a:pt x="237" y="21"/>
                  </a:lnTo>
                  <a:lnTo>
                    <a:pt x="237" y="21"/>
                  </a:lnTo>
                  <a:lnTo>
                    <a:pt x="237" y="21"/>
                  </a:lnTo>
                  <a:lnTo>
                    <a:pt x="237" y="24"/>
                  </a:lnTo>
                  <a:lnTo>
                    <a:pt x="237" y="24"/>
                  </a:lnTo>
                  <a:lnTo>
                    <a:pt x="237" y="26"/>
                  </a:lnTo>
                  <a:lnTo>
                    <a:pt x="237" y="26"/>
                  </a:lnTo>
                  <a:lnTo>
                    <a:pt x="237" y="29"/>
                  </a:lnTo>
                  <a:lnTo>
                    <a:pt x="237" y="29"/>
                  </a:lnTo>
                  <a:lnTo>
                    <a:pt x="237" y="31"/>
                  </a:lnTo>
                  <a:lnTo>
                    <a:pt x="237" y="31"/>
                  </a:lnTo>
                  <a:lnTo>
                    <a:pt x="237" y="31"/>
                  </a:lnTo>
                  <a:lnTo>
                    <a:pt x="237" y="31"/>
                  </a:lnTo>
                  <a:lnTo>
                    <a:pt x="237" y="33"/>
                  </a:lnTo>
                  <a:lnTo>
                    <a:pt x="237" y="33"/>
                  </a:lnTo>
                  <a:lnTo>
                    <a:pt x="234" y="33"/>
                  </a:lnTo>
                  <a:lnTo>
                    <a:pt x="234" y="36"/>
                  </a:lnTo>
                  <a:lnTo>
                    <a:pt x="237" y="36"/>
                  </a:lnTo>
                  <a:lnTo>
                    <a:pt x="237" y="36"/>
                  </a:lnTo>
                  <a:lnTo>
                    <a:pt x="237" y="38"/>
                  </a:lnTo>
                  <a:lnTo>
                    <a:pt x="237" y="38"/>
                  </a:lnTo>
                  <a:lnTo>
                    <a:pt x="237" y="38"/>
                  </a:lnTo>
                  <a:lnTo>
                    <a:pt x="237" y="40"/>
                  </a:lnTo>
                  <a:lnTo>
                    <a:pt x="239" y="40"/>
                  </a:lnTo>
                  <a:lnTo>
                    <a:pt x="239" y="40"/>
                  </a:lnTo>
                  <a:lnTo>
                    <a:pt x="239" y="40"/>
                  </a:lnTo>
                  <a:lnTo>
                    <a:pt x="239" y="43"/>
                  </a:lnTo>
                  <a:lnTo>
                    <a:pt x="239" y="43"/>
                  </a:lnTo>
                  <a:lnTo>
                    <a:pt x="239" y="43"/>
                  </a:lnTo>
                  <a:lnTo>
                    <a:pt x="239" y="43"/>
                  </a:lnTo>
                  <a:lnTo>
                    <a:pt x="241" y="43"/>
                  </a:lnTo>
                  <a:lnTo>
                    <a:pt x="241" y="45"/>
                  </a:lnTo>
                  <a:lnTo>
                    <a:pt x="241" y="45"/>
                  </a:lnTo>
                  <a:lnTo>
                    <a:pt x="241" y="45"/>
                  </a:lnTo>
                  <a:lnTo>
                    <a:pt x="244" y="45"/>
                  </a:lnTo>
                  <a:lnTo>
                    <a:pt x="244" y="45"/>
                  </a:lnTo>
                  <a:lnTo>
                    <a:pt x="244" y="43"/>
                  </a:lnTo>
                  <a:lnTo>
                    <a:pt x="246" y="43"/>
                  </a:lnTo>
                  <a:lnTo>
                    <a:pt x="246" y="43"/>
                  </a:lnTo>
                  <a:lnTo>
                    <a:pt x="246" y="43"/>
                  </a:lnTo>
                  <a:lnTo>
                    <a:pt x="246" y="43"/>
                  </a:lnTo>
                  <a:lnTo>
                    <a:pt x="246" y="40"/>
                  </a:lnTo>
                  <a:lnTo>
                    <a:pt x="249" y="40"/>
                  </a:lnTo>
                  <a:lnTo>
                    <a:pt x="249" y="40"/>
                  </a:lnTo>
                  <a:lnTo>
                    <a:pt x="249" y="40"/>
                  </a:lnTo>
                  <a:lnTo>
                    <a:pt x="251" y="40"/>
                  </a:lnTo>
                  <a:lnTo>
                    <a:pt x="251" y="40"/>
                  </a:lnTo>
                  <a:lnTo>
                    <a:pt x="251" y="40"/>
                  </a:lnTo>
                  <a:lnTo>
                    <a:pt x="251" y="40"/>
                  </a:lnTo>
                  <a:lnTo>
                    <a:pt x="251" y="38"/>
                  </a:lnTo>
                  <a:lnTo>
                    <a:pt x="253" y="38"/>
                  </a:lnTo>
                  <a:lnTo>
                    <a:pt x="253" y="38"/>
                  </a:lnTo>
                  <a:lnTo>
                    <a:pt x="253" y="38"/>
                  </a:lnTo>
                  <a:lnTo>
                    <a:pt x="253" y="38"/>
                  </a:lnTo>
                  <a:lnTo>
                    <a:pt x="256" y="38"/>
                  </a:lnTo>
                  <a:lnTo>
                    <a:pt x="256" y="36"/>
                  </a:lnTo>
                  <a:lnTo>
                    <a:pt x="256" y="36"/>
                  </a:lnTo>
                  <a:lnTo>
                    <a:pt x="258" y="36"/>
                  </a:lnTo>
                  <a:lnTo>
                    <a:pt x="258" y="36"/>
                  </a:lnTo>
                  <a:lnTo>
                    <a:pt x="258" y="36"/>
                  </a:lnTo>
                  <a:lnTo>
                    <a:pt x="260" y="36"/>
                  </a:lnTo>
                  <a:lnTo>
                    <a:pt x="260" y="36"/>
                  </a:lnTo>
                  <a:lnTo>
                    <a:pt x="260" y="36"/>
                  </a:lnTo>
                  <a:lnTo>
                    <a:pt x="260" y="36"/>
                  </a:lnTo>
                  <a:lnTo>
                    <a:pt x="263" y="36"/>
                  </a:lnTo>
                  <a:lnTo>
                    <a:pt x="263" y="36"/>
                  </a:lnTo>
                  <a:lnTo>
                    <a:pt x="263" y="33"/>
                  </a:lnTo>
                  <a:lnTo>
                    <a:pt x="263" y="33"/>
                  </a:lnTo>
                  <a:lnTo>
                    <a:pt x="265" y="33"/>
                  </a:lnTo>
                  <a:lnTo>
                    <a:pt x="265" y="31"/>
                  </a:lnTo>
                  <a:lnTo>
                    <a:pt x="265" y="31"/>
                  </a:lnTo>
                  <a:lnTo>
                    <a:pt x="265" y="31"/>
                  </a:lnTo>
                  <a:lnTo>
                    <a:pt x="265" y="31"/>
                  </a:lnTo>
                  <a:lnTo>
                    <a:pt x="265" y="31"/>
                  </a:lnTo>
                  <a:lnTo>
                    <a:pt x="267" y="31"/>
                  </a:lnTo>
                  <a:lnTo>
                    <a:pt x="267" y="31"/>
                  </a:lnTo>
                  <a:lnTo>
                    <a:pt x="267" y="29"/>
                  </a:lnTo>
                  <a:lnTo>
                    <a:pt x="267" y="29"/>
                  </a:lnTo>
                  <a:lnTo>
                    <a:pt x="270" y="29"/>
                  </a:lnTo>
                  <a:lnTo>
                    <a:pt x="270" y="29"/>
                  </a:lnTo>
                  <a:lnTo>
                    <a:pt x="270" y="29"/>
                  </a:lnTo>
                  <a:lnTo>
                    <a:pt x="272" y="29"/>
                  </a:lnTo>
                  <a:lnTo>
                    <a:pt x="272" y="29"/>
                  </a:lnTo>
                  <a:lnTo>
                    <a:pt x="272" y="26"/>
                  </a:lnTo>
                  <a:lnTo>
                    <a:pt x="272" y="26"/>
                  </a:lnTo>
                  <a:lnTo>
                    <a:pt x="272" y="26"/>
                  </a:lnTo>
                  <a:lnTo>
                    <a:pt x="275" y="26"/>
                  </a:lnTo>
                  <a:lnTo>
                    <a:pt x="275" y="26"/>
                  </a:lnTo>
                  <a:lnTo>
                    <a:pt x="275" y="24"/>
                  </a:lnTo>
                  <a:lnTo>
                    <a:pt x="275" y="24"/>
                  </a:lnTo>
                  <a:lnTo>
                    <a:pt x="277" y="24"/>
                  </a:lnTo>
                  <a:lnTo>
                    <a:pt x="277" y="24"/>
                  </a:lnTo>
                  <a:lnTo>
                    <a:pt x="279" y="24"/>
                  </a:lnTo>
                  <a:lnTo>
                    <a:pt x="279" y="24"/>
                  </a:lnTo>
                  <a:lnTo>
                    <a:pt x="279" y="24"/>
                  </a:lnTo>
                  <a:lnTo>
                    <a:pt x="282" y="24"/>
                  </a:lnTo>
                  <a:lnTo>
                    <a:pt x="282" y="24"/>
                  </a:lnTo>
                  <a:lnTo>
                    <a:pt x="284" y="24"/>
                  </a:lnTo>
                  <a:lnTo>
                    <a:pt x="284" y="26"/>
                  </a:lnTo>
                  <a:lnTo>
                    <a:pt x="284" y="26"/>
                  </a:lnTo>
                  <a:lnTo>
                    <a:pt x="284" y="26"/>
                  </a:lnTo>
                  <a:lnTo>
                    <a:pt x="286" y="26"/>
                  </a:lnTo>
                  <a:lnTo>
                    <a:pt x="286" y="26"/>
                  </a:lnTo>
                  <a:lnTo>
                    <a:pt x="286" y="29"/>
                  </a:lnTo>
                  <a:lnTo>
                    <a:pt x="284" y="29"/>
                  </a:lnTo>
                  <a:lnTo>
                    <a:pt x="284" y="29"/>
                  </a:lnTo>
                  <a:lnTo>
                    <a:pt x="284" y="29"/>
                  </a:lnTo>
                  <a:lnTo>
                    <a:pt x="284" y="29"/>
                  </a:lnTo>
                  <a:lnTo>
                    <a:pt x="284" y="31"/>
                  </a:lnTo>
                  <a:lnTo>
                    <a:pt x="284" y="31"/>
                  </a:lnTo>
                  <a:lnTo>
                    <a:pt x="284" y="31"/>
                  </a:lnTo>
                  <a:lnTo>
                    <a:pt x="286" y="31"/>
                  </a:lnTo>
                  <a:lnTo>
                    <a:pt x="286" y="31"/>
                  </a:lnTo>
                  <a:lnTo>
                    <a:pt x="286" y="31"/>
                  </a:lnTo>
                  <a:lnTo>
                    <a:pt x="289" y="31"/>
                  </a:lnTo>
                  <a:lnTo>
                    <a:pt x="289" y="31"/>
                  </a:lnTo>
                  <a:lnTo>
                    <a:pt x="289" y="29"/>
                  </a:lnTo>
                  <a:lnTo>
                    <a:pt x="291" y="29"/>
                  </a:lnTo>
                  <a:lnTo>
                    <a:pt x="291" y="29"/>
                  </a:lnTo>
                  <a:lnTo>
                    <a:pt x="291" y="29"/>
                  </a:lnTo>
                  <a:lnTo>
                    <a:pt x="294" y="29"/>
                  </a:lnTo>
                  <a:lnTo>
                    <a:pt x="294" y="29"/>
                  </a:lnTo>
                  <a:lnTo>
                    <a:pt x="294" y="29"/>
                  </a:lnTo>
                  <a:lnTo>
                    <a:pt x="294" y="29"/>
                  </a:lnTo>
                  <a:lnTo>
                    <a:pt x="296" y="29"/>
                  </a:lnTo>
                  <a:lnTo>
                    <a:pt x="296" y="26"/>
                  </a:lnTo>
                  <a:lnTo>
                    <a:pt x="296" y="26"/>
                  </a:lnTo>
                  <a:lnTo>
                    <a:pt x="296" y="26"/>
                  </a:lnTo>
                  <a:lnTo>
                    <a:pt x="298" y="26"/>
                  </a:lnTo>
                  <a:lnTo>
                    <a:pt x="298" y="26"/>
                  </a:lnTo>
                  <a:lnTo>
                    <a:pt x="298" y="26"/>
                  </a:lnTo>
                  <a:lnTo>
                    <a:pt x="298" y="26"/>
                  </a:lnTo>
                  <a:lnTo>
                    <a:pt x="301" y="26"/>
                  </a:lnTo>
                  <a:lnTo>
                    <a:pt x="301" y="26"/>
                  </a:lnTo>
                  <a:lnTo>
                    <a:pt x="301" y="26"/>
                  </a:lnTo>
                  <a:lnTo>
                    <a:pt x="301" y="26"/>
                  </a:lnTo>
                  <a:lnTo>
                    <a:pt x="303" y="26"/>
                  </a:lnTo>
                  <a:lnTo>
                    <a:pt x="303" y="26"/>
                  </a:lnTo>
                  <a:lnTo>
                    <a:pt x="303" y="26"/>
                  </a:lnTo>
                  <a:lnTo>
                    <a:pt x="305" y="26"/>
                  </a:lnTo>
                  <a:lnTo>
                    <a:pt x="305" y="26"/>
                  </a:lnTo>
                  <a:lnTo>
                    <a:pt x="305" y="26"/>
                  </a:lnTo>
                  <a:lnTo>
                    <a:pt x="308" y="26"/>
                  </a:lnTo>
                  <a:lnTo>
                    <a:pt x="308" y="26"/>
                  </a:lnTo>
                  <a:lnTo>
                    <a:pt x="308" y="29"/>
                  </a:lnTo>
                  <a:lnTo>
                    <a:pt x="308" y="29"/>
                  </a:lnTo>
                  <a:lnTo>
                    <a:pt x="308" y="29"/>
                  </a:lnTo>
                  <a:lnTo>
                    <a:pt x="310" y="29"/>
                  </a:lnTo>
                  <a:lnTo>
                    <a:pt x="310" y="31"/>
                  </a:lnTo>
                  <a:lnTo>
                    <a:pt x="310" y="31"/>
                  </a:lnTo>
                  <a:lnTo>
                    <a:pt x="308" y="31"/>
                  </a:lnTo>
                  <a:lnTo>
                    <a:pt x="308" y="31"/>
                  </a:lnTo>
                  <a:lnTo>
                    <a:pt x="308" y="31"/>
                  </a:lnTo>
                  <a:lnTo>
                    <a:pt x="308" y="31"/>
                  </a:lnTo>
                  <a:lnTo>
                    <a:pt x="308" y="29"/>
                  </a:lnTo>
                  <a:lnTo>
                    <a:pt x="305" y="29"/>
                  </a:lnTo>
                  <a:lnTo>
                    <a:pt x="305" y="31"/>
                  </a:lnTo>
                  <a:lnTo>
                    <a:pt x="305" y="31"/>
                  </a:lnTo>
                  <a:lnTo>
                    <a:pt x="305" y="31"/>
                  </a:lnTo>
                  <a:lnTo>
                    <a:pt x="303" y="31"/>
                  </a:lnTo>
                  <a:lnTo>
                    <a:pt x="303" y="31"/>
                  </a:lnTo>
                  <a:lnTo>
                    <a:pt x="301" y="31"/>
                  </a:lnTo>
                  <a:lnTo>
                    <a:pt x="301" y="31"/>
                  </a:lnTo>
                  <a:lnTo>
                    <a:pt x="301" y="31"/>
                  </a:lnTo>
                  <a:lnTo>
                    <a:pt x="301" y="31"/>
                  </a:lnTo>
                  <a:lnTo>
                    <a:pt x="301" y="33"/>
                  </a:lnTo>
                  <a:lnTo>
                    <a:pt x="301" y="33"/>
                  </a:lnTo>
                  <a:lnTo>
                    <a:pt x="301" y="33"/>
                  </a:lnTo>
                  <a:lnTo>
                    <a:pt x="303" y="33"/>
                  </a:lnTo>
                  <a:lnTo>
                    <a:pt x="303" y="36"/>
                  </a:lnTo>
                  <a:lnTo>
                    <a:pt x="303" y="36"/>
                  </a:lnTo>
                  <a:lnTo>
                    <a:pt x="303" y="36"/>
                  </a:lnTo>
                  <a:lnTo>
                    <a:pt x="303" y="38"/>
                  </a:lnTo>
                  <a:lnTo>
                    <a:pt x="303" y="38"/>
                  </a:lnTo>
                  <a:lnTo>
                    <a:pt x="303" y="36"/>
                  </a:lnTo>
                  <a:lnTo>
                    <a:pt x="301" y="36"/>
                  </a:lnTo>
                  <a:lnTo>
                    <a:pt x="301" y="36"/>
                  </a:lnTo>
                  <a:lnTo>
                    <a:pt x="301" y="36"/>
                  </a:lnTo>
                  <a:lnTo>
                    <a:pt x="298" y="36"/>
                  </a:lnTo>
                  <a:lnTo>
                    <a:pt x="298" y="38"/>
                  </a:lnTo>
                  <a:lnTo>
                    <a:pt x="298" y="38"/>
                  </a:lnTo>
                  <a:lnTo>
                    <a:pt x="298" y="38"/>
                  </a:lnTo>
                  <a:lnTo>
                    <a:pt x="298" y="38"/>
                  </a:lnTo>
                  <a:lnTo>
                    <a:pt x="296" y="38"/>
                  </a:lnTo>
                  <a:lnTo>
                    <a:pt x="296" y="38"/>
                  </a:lnTo>
                  <a:lnTo>
                    <a:pt x="294" y="38"/>
                  </a:lnTo>
                  <a:lnTo>
                    <a:pt x="294" y="38"/>
                  </a:lnTo>
                  <a:lnTo>
                    <a:pt x="294" y="40"/>
                  </a:lnTo>
                  <a:lnTo>
                    <a:pt x="294" y="40"/>
                  </a:lnTo>
                  <a:lnTo>
                    <a:pt x="294" y="40"/>
                  </a:lnTo>
                  <a:lnTo>
                    <a:pt x="291" y="40"/>
                  </a:lnTo>
                  <a:lnTo>
                    <a:pt x="291" y="40"/>
                  </a:lnTo>
                  <a:lnTo>
                    <a:pt x="291" y="40"/>
                  </a:lnTo>
                  <a:lnTo>
                    <a:pt x="291" y="40"/>
                  </a:lnTo>
                  <a:lnTo>
                    <a:pt x="289" y="40"/>
                  </a:lnTo>
                  <a:lnTo>
                    <a:pt x="289" y="40"/>
                  </a:lnTo>
                  <a:lnTo>
                    <a:pt x="286" y="40"/>
                  </a:lnTo>
                  <a:lnTo>
                    <a:pt x="286" y="40"/>
                  </a:lnTo>
                  <a:lnTo>
                    <a:pt x="286" y="38"/>
                  </a:lnTo>
                  <a:lnTo>
                    <a:pt x="286" y="38"/>
                  </a:lnTo>
                  <a:lnTo>
                    <a:pt x="284" y="38"/>
                  </a:lnTo>
                  <a:lnTo>
                    <a:pt x="284" y="38"/>
                  </a:lnTo>
                  <a:lnTo>
                    <a:pt x="284" y="38"/>
                  </a:lnTo>
                  <a:lnTo>
                    <a:pt x="282" y="38"/>
                  </a:lnTo>
                  <a:lnTo>
                    <a:pt x="282" y="40"/>
                  </a:lnTo>
                  <a:lnTo>
                    <a:pt x="282" y="40"/>
                  </a:lnTo>
                  <a:lnTo>
                    <a:pt x="279" y="40"/>
                  </a:lnTo>
                  <a:lnTo>
                    <a:pt x="279" y="38"/>
                  </a:lnTo>
                  <a:lnTo>
                    <a:pt x="279" y="38"/>
                  </a:lnTo>
                  <a:lnTo>
                    <a:pt x="279" y="40"/>
                  </a:lnTo>
                  <a:lnTo>
                    <a:pt x="279" y="40"/>
                  </a:lnTo>
                  <a:lnTo>
                    <a:pt x="277" y="40"/>
                  </a:lnTo>
                  <a:lnTo>
                    <a:pt x="277" y="40"/>
                  </a:lnTo>
                  <a:lnTo>
                    <a:pt x="275" y="40"/>
                  </a:lnTo>
                  <a:lnTo>
                    <a:pt x="275" y="40"/>
                  </a:lnTo>
                  <a:lnTo>
                    <a:pt x="275" y="40"/>
                  </a:lnTo>
                  <a:lnTo>
                    <a:pt x="272" y="40"/>
                  </a:lnTo>
                  <a:lnTo>
                    <a:pt x="272" y="40"/>
                  </a:lnTo>
                  <a:lnTo>
                    <a:pt x="272" y="40"/>
                  </a:lnTo>
                  <a:lnTo>
                    <a:pt x="270" y="40"/>
                  </a:lnTo>
                  <a:lnTo>
                    <a:pt x="270" y="40"/>
                  </a:lnTo>
                  <a:lnTo>
                    <a:pt x="267" y="40"/>
                  </a:lnTo>
                  <a:lnTo>
                    <a:pt x="267" y="40"/>
                  </a:lnTo>
                  <a:lnTo>
                    <a:pt x="267" y="40"/>
                  </a:lnTo>
                  <a:lnTo>
                    <a:pt x="267" y="40"/>
                  </a:lnTo>
                  <a:lnTo>
                    <a:pt x="267" y="40"/>
                  </a:lnTo>
                  <a:lnTo>
                    <a:pt x="265" y="40"/>
                  </a:lnTo>
                  <a:lnTo>
                    <a:pt x="265" y="40"/>
                  </a:lnTo>
                  <a:lnTo>
                    <a:pt x="265" y="40"/>
                  </a:lnTo>
                  <a:lnTo>
                    <a:pt x="265" y="40"/>
                  </a:lnTo>
                  <a:lnTo>
                    <a:pt x="263" y="40"/>
                  </a:lnTo>
                  <a:lnTo>
                    <a:pt x="263" y="40"/>
                  </a:lnTo>
                  <a:lnTo>
                    <a:pt x="263" y="40"/>
                  </a:lnTo>
                  <a:lnTo>
                    <a:pt x="263" y="40"/>
                  </a:lnTo>
                  <a:lnTo>
                    <a:pt x="260" y="40"/>
                  </a:lnTo>
                  <a:lnTo>
                    <a:pt x="260" y="40"/>
                  </a:lnTo>
                  <a:lnTo>
                    <a:pt x="260" y="40"/>
                  </a:lnTo>
                  <a:lnTo>
                    <a:pt x="258" y="40"/>
                  </a:lnTo>
                  <a:lnTo>
                    <a:pt x="258" y="40"/>
                  </a:lnTo>
                  <a:lnTo>
                    <a:pt x="258" y="40"/>
                  </a:lnTo>
                  <a:lnTo>
                    <a:pt x="258" y="40"/>
                  </a:lnTo>
                  <a:lnTo>
                    <a:pt x="258" y="43"/>
                  </a:lnTo>
                  <a:lnTo>
                    <a:pt x="256" y="43"/>
                  </a:lnTo>
                  <a:lnTo>
                    <a:pt x="256" y="40"/>
                  </a:lnTo>
                  <a:lnTo>
                    <a:pt x="256" y="40"/>
                  </a:lnTo>
                  <a:lnTo>
                    <a:pt x="256" y="43"/>
                  </a:lnTo>
                  <a:lnTo>
                    <a:pt x="253" y="43"/>
                  </a:lnTo>
                  <a:lnTo>
                    <a:pt x="253" y="43"/>
                  </a:lnTo>
                  <a:lnTo>
                    <a:pt x="253" y="43"/>
                  </a:lnTo>
                  <a:lnTo>
                    <a:pt x="253" y="43"/>
                  </a:lnTo>
                  <a:lnTo>
                    <a:pt x="251" y="43"/>
                  </a:lnTo>
                  <a:lnTo>
                    <a:pt x="251" y="43"/>
                  </a:lnTo>
                  <a:lnTo>
                    <a:pt x="251" y="45"/>
                  </a:lnTo>
                  <a:lnTo>
                    <a:pt x="251" y="45"/>
                  </a:lnTo>
                  <a:lnTo>
                    <a:pt x="251" y="48"/>
                  </a:lnTo>
                  <a:lnTo>
                    <a:pt x="251" y="48"/>
                  </a:lnTo>
                  <a:lnTo>
                    <a:pt x="249" y="48"/>
                  </a:lnTo>
                  <a:lnTo>
                    <a:pt x="249" y="48"/>
                  </a:lnTo>
                  <a:lnTo>
                    <a:pt x="249" y="48"/>
                  </a:lnTo>
                  <a:lnTo>
                    <a:pt x="246" y="48"/>
                  </a:lnTo>
                  <a:lnTo>
                    <a:pt x="246" y="48"/>
                  </a:lnTo>
                  <a:lnTo>
                    <a:pt x="246" y="50"/>
                  </a:lnTo>
                  <a:lnTo>
                    <a:pt x="246" y="50"/>
                  </a:lnTo>
                  <a:lnTo>
                    <a:pt x="244" y="50"/>
                  </a:lnTo>
                  <a:lnTo>
                    <a:pt x="244" y="50"/>
                  </a:lnTo>
                  <a:lnTo>
                    <a:pt x="244" y="50"/>
                  </a:lnTo>
                  <a:lnTo>
                    <a:pt x="244" y="52"/>
                  </a:lnTo>
                  <a:lnTo>
                    <a:pt x="244" y="52"/>
                  </a:lnTo>
                  <a:lnTo>
                    <a:pt x="244" y="50"/>
                  </a:lnTo>
                  <a:lnTo>
                    <a:pt x="241" y="50"/>
                  </a:lnTo>
                  <a:lnTo>
                    <a:pt x="241" y="50"/>
                  </a:lnTo>
                  <a:lnTo>
                    <a:pt x="241" y="50"/>
                  </a:lnTo>
                  <a:lnTo>
                    <a:pt x="241" y="50"/>
                  </a:lnTo>
                  <a:lnTo>
                    <a:pt x="239" y="50"/>
                  </a:lnTo>
                  <a:lnTo>
                    <a:pt x="239" y="50"/>
                  </a:lnTo>
                  <a:lnTo>
                    <a:pt x="239" y="50"/>
                  </a:lnTo>
                  <a:lnTo>
                    <a:pt x="239" y="52"/>
                  </a:lnTo>
                  <a:lnTo>
                    <a:pt x="239" y="52"/>
                  </a:lnTo>
                  <a:lnTo>
                    <a:pt x="239" y="52"/>
                  </a:lnTo>
                  <a:lnTo>
                    <a:pt x="239" y="55"/>
                  </a:lnTo>
                  <a:lnTo>
                    <a:pt x="237" y="55"/>
                  </a:lnTo>
                  <a:lnTo>
                    <a:pt x="237" y="55"/>
                  </a:lnTo>
                  <a:lnTo>
                    <a:pt x="237" y="55"/>
                  </a:lnTo>
                  <a:lnTo>
                    <a:pt x="234" y="55"/>
                  </a:lnTo>
                  <a:lnTo>
                    <a:pt x="234" y="57"/>
                  </a:lnTo>
                  <a:lnTo>
                    <a:pt x="234" y="57"/>
                  </a:lnTo>
                  <a:lnTo>
                    <a:pt x="234" y="57"/>
                  </a:lnTo>
                  <a:lnTo>
                    <a:pt x="234" y="57"/>
                  </a:lnTo>
                  <a:lnTo>
                    <a:pt x="232" y="57"/>
                  </a:lnTo>
                  <a:lnTo>
                    <a:pt x="232" y="59"/>
                  </a:lnTo>
                  <a:lnTo>
                    <a:pt x="232" y="59"/>
                  </a:lnTo>
                  <a:lnTo>
                    <a:pt x="232" y="59"/>
                  </a:lnTo>
                  <a:lnTo>
                    <a:pt x="232" y="59"/>
                  </a:lnTo>
                  <a:lnTo>
                    <a:pt x="232" y="59"/>
                  </a:lnTo>
                  <a:lnTo>
                    <a:pt x="232" y="62"/>
                  </a:lnTo>
                  <a:lnTo>
                    <a:pt x="232" y="62"/>
                  </a:lnTo>
                  <a:lnTo>
                    <a:pt x="232" y="62"/>
                  </a:lnTo>
                  <a:lnTo>
                    <a:pt x="232" y="62"/>
                  </a:lnTo>
                  <a:lnTo>
                    <a:pt x="234" y="62"/>
                  </a:lnTo>
                  <a:lnTo>
                    <a:pt x="234" y="62"/>
                  </a:lnTo>
                  <a:lnTo>
                    <a:pt x="234" y="64"/>
                  </a:lnTo>
                  <a:lnTo>
                    <a:pt x="234" y="64"/>
                  </a:lnTo>
                  <a:lnTo>
                    <a:pt x="234" y="64"/>
                  </a:lnTo>
                  <a:lnTo>
                    <a:pt x="237" y="64"/>
                  </a:lnTo>
                  <a:lnTo>
                    <a:pt x="237" y="67"/>
                  </a:lnTo>
                  <a:lnTo>
                    <a:pt x="237" y="67"/>
                  </a:lnTo>
                  <a:lnTo>
                    <a:pt x="237" y="67"/>
                  </a:lnTo>
                  <a:lnTo>
                    <a:pt x="237" y="69"/>
                  </a:lnTo>
                  <a:lnTo>
                    <a:pt x="239" y="69"/>
                  </a:lnTo>
                  <a:lnTo>
                    <a:pt x="239" y="69"/>
                  </a:lnTo>
                  <a:lnTo>
                    <a:pt x="239" y="71"/>
                  </a:lnTo>
                  <a:lnTo>
                    <a:pt x="237" y="71"/>
                  </a:lnTo>
                  <a:lnTo>
                    <a:pt x="237" y="71"/>
                  </a:lnTo>
                  <a:lnTo>
                    <a:pt x="239" y="71"/>
                  </a:lnTo>
                  <a:lnTo>
                    <a:pt x="239" y="71"/>
                  </a:lnTo>
                  <a:lnTo>
                    <a:pt x="239" y="71"/>
                  </a:lnTo>
                  <a:lnTo>
                    <a:pt x="239" y="71"/>
                  </a:lnTo>
                  <a:lnTo>
                    <a:pt x="239" y="74"/>
                  </a:lnTo>
                  <a:lnTo>
                    <a:pt x="239" y="74"/>
                  </a:lnTo>
                  <a:lnTo>
                    <a:pt x="239" y="74"/>
                  </a:lnTo>
                  <a:lnTo>
                    <a:pt x="239" y="74"/>
                  </a:lnTo>
                  <a:lnTo>
                    <a:pt x="239" y="76"/>
                  </a:lnTo>
                  <a:lnTo>
                    <a:pt x="241" y="76"/>
                  </a:lnTo>
                  <a:lnTo>
                    <a:pt x="241" y="76"/>
                  </a:lnTo>
                  <a:lnTo>
                    <a:pt x="239" y="76"/>
                  </a:lnTo>
                  <a:lnTo>
                    <a:pt x="239" y="78"/>
                  </a:lnTo>
                  <a:lnTo>
                    <a:pt x="239" y="78"/>
                  </a:lnTo>
                  <a:lnTo>
                    <a:pt x="239" y="78"/>
                  </a:lnTo>
                  <a:lnTo>
                    <a:pt x="239" y="78"/>
                  </a:lnTo>
                  <a:lnTo>
                    <a:pt x="239" y="81"/>
                  </a:lnTo>
                  <a:lnTo>
                    <a:pt x="239" y="81"/>
                  </a:lnTo>
                  <a:lnTo>
                    <a:pt x="239" y="81"/>
                  </a:lnTo>
                  <a:lnTo>
                    <a:pt x="239" y="81"/>
                  </a:lnTo>
                  <a:lnTo>
                    <a:pt x="239" y="81"/>
                  </a:lnTo>
                  <a:lnTo>
                    <a:pt x="241" y="81"/>
                  </a:lnTo>
                  <a:lnTo>
                    <a:pt x="241" y="83"/>
                  </a:lnTo>
                  <a:lnTo>
                    <a:pt x="239" y="83"/>
                  </a:lnTo>
                  <a:lnTo>
                    <a:pt x="239" y="83"/>
                  </a:lnTo>
                  <a:lnTo>
                    <a:pt x="239" y="83"/>
                  </a:lnTo>
                  <a:lnTo>
                    <a:pt x="239" y="83"/>
                  </a:lnTo>
                  <a:lnTo>
                    <a:pt x="239" y="85"/>
                  </a:lnTo>
                  <a:lnTo>
                    <a:pt x="239" y="85"/>
                  </a:lnTo>
                  <a:lnTo>
                    <a:pt x="239" y="88"/>
                  </a:lnTo>
                  <a:lnTo>
                    <a:pt x="237" y="88"/>
                  </a:lnTo>
                  <a:lnTo>
                    <a:pt x="237" y="88"/>
                  </a:lnTo>
                  <a:lnTo>
                    <a:pt x="237" y="88"/>
                  </a:lnTo>
                  <a:lnTo>
                    <a:pt x="234" y="88"/>
                  </a:lnTo>
                  <a:lnTo>
                    <a:pt x="234" y="90"/>
                  </a:lnTo>
                  <a:lnTo>
                    <a:pt x="234" y="90"/>
                  </a:lnTo>
                  <a:lnTo>
                    <a:pt x="234" y="90"/>
                  </a:lnTo>
                  <a:lnTo>
                    <a:pt x="234" y="90"/>
                  </a:lnTo>
                  <a:lnTo>
                    <a:pt x="232" y="90"/>
                  </a:lnTo>
                  <a:lnTo>
                    <a:pt x="232" y="90"/>
                  </a:lnTo>
                  <a:lnTo>
                    <a:pt x="232" y="93"/>
                  </a:lnTo>
                  <a:lnTo>
                    <a:pt x="232" y="93"/>
                  </a:lnTo>
                  <a:lnTo>
                    <a:pt x="232" y="93"/>
                  </a:lnTo>
                  <a:lnTo>
                    <a:pt x="232" y="93"/>
                  </a:lnTo>
                  <a:lnTo>
                    <a:pt x="230" y="93"/>
                  </a:lnTo>
                  <a:lnTo>
                    <a:pt x="230" y="95"/>
                  </a:lnTo>
                  <a:lnTo>
                    <a:pt x="230" y="95"/>
                  </a:lnTo>
                  <a:lnTo>
                    <a:pt x="227" y="95"/>
                  </a:lnTo>
                  <a:lnTo>
                    <a:pt x="227" y="95"/>
                  </a:lnTo>
                  <a:lnTo>
                    <a:pt x="227" y="97"/>
                  </a:lnTo>
                  <a:lnTo>
                    <a:pt x="227" y="97"/>
                  </a:lnTo>
                  <a:lnTo>
                    <a:pt x="227" y="97"/>
                  </a:lnTo>
                  <a:lnTo>
                    <a:pt x="227" y="97"/>
                  </a:lnTo>
                  <a:lnTo>
                    <a:pt x="227" y="100"/>
                  </a:lnTo>
                  <a:lnTo>
                    <a:pt x="227" y="100"/>
                  </a:lnTo>
                  <a:lnTo>
                    <a:pt x="227" y="100"/>
                  </a:lnTo>
                  <a:lnTo>
                    <a:pt x="227" y="100"/>
                  </a:lnTo>
                  <a:lnTo>
                    <a:pt x="227" y="102"/>
                  </a:lnTo>
                  <a:lnTo>
                    <a:pt x="227" y="102"/>
                  </a:lnTo>
                  <a:lnTo>
                    <a:pt x="227" y="102"/>
                  </a:lnTo>
                  <a:lnTo>
                    <a:pt x="230" y="102"/>
                  </a:lnTo>
                  <a:lnTo>
                    <a:pt x="230" y="102"/>
                  </a:lnTo>
                  <a:lnTo>
                    <a:pt x="230" y="104"/>
                  </a:lnTo>
                  <a:lnTo>
                    <a:pt x="230" y="104"/>
                  </a:lnTo>
                  <a:lnTo>
                    <a:pt x="230" y="104"/>
                  </a:lnTo>
                  <a:lnTo>
                    <a:pt x="230" y="107"/>
                  </a:lnTo>
                  <a:lnTo>
                    <a:pt x="230" y="107"/>
                  </a:lnTo>
                  <a:lnTo>
                    <a:pt x="230" y="109"/>
                  </a:lnTo>
                  <a:lnTo>
                    <a:pt x="230" y="109"/>
                  </a:lnTo>
                  <a:lnTo>
                    <a:pt x="227" y="109"/>
                  </a:lnTo>
                  <a:lnTo>
                    <a:pt x="227" y="109"/>
                  </a:lnTo>
                  <a:lnTo>
                    <a:pt x="227" y="112"/>
                  </a:lnTo>
                  <a:lnTo>
                    <a:pt x="227" y="112"/>
                  </a:lnTo>
                  <a:lnTo>
                    <a:pt x="227" y="112"/>
                  </a:lnTo>
                  <a:lnTo>
                    <a:pt x="225" y="112"/>
                  </a:lnTo>
                  <a:lnTo>
                    <a:pt x="225" y="112"/>
                  </a:lnTo>
                  <a:lnTo>
                    <a:pt x="225" y="112"/>
                  </a:lnTo>
                  <a:lnTo>
                    <a:pt x="225" y="112"/>
                  </a:lnTo>
                  <a:lnTo>
                    <a:pt x="223" y="112"/>
                  </a:lnTo>
                  <a:lnTo>
                    <a:pt x="223" y="114"/>
                  </a:lnTo>
                  <a:lnTo>
                    <a:pt x="223" y="114"/>
                  </a:lnTo>
                  <a:lnTo>
                    <a:pt x="220" y="114"/>
                  </a:lnTo>
                  <a:lnTo>
                    <a:pt x="220" y="114"/>
                  </a:lnTo>
                  <a:lnTo>
                    <a:pt x="220" y="114"/>
                  </a:lnTo>
                  <a:lnTo>
                    <a:pt x="218" y="114"/>
                  </a:lnTo>
                  <a:lnTo>
                    <a:pt x="218" y="114"/>
                  </a:lnTo>
                  <a:lnTo>
                    <a:pt x="218" y="114"/>
                  </a:lnTo>
                  <a:lnTo>
                    <a:pt x="215" y="114"/>
                  </a:lnTo>
                  <a:lnTo>
                    <a:pt x="215" y="114"/>
                  </a:lnTo>
                  <a:lnTo>
                    <a:pt x="213" y="114"/>
                  </a:lnTo>
                  <a:lnTo>
                    <a:pt x="213" y="114"/>
                  </a:lnTo>
                  <a:lnTo>
                    <a:pt x="213" y="114"/>
                  </a:lnTo>
                  <a:lnTo>
                    <a:pt x="211" y="114"/>
                  </a:lnTo>
                  <a:lnTo>
                    <a:pt x="211" y="114"/>
                  </a:lnTo>
                  <a:lnTo>
                    <a:pt x="208" y="114"/>
                  </a:lnTo>
                  <a:lnTo>
                    <a:pt x="208" y="112"/>
                  </a:lnTo>
                  <a:lnTo>
                    <a:pt x="208" y="112"/>
                  </a:lnTo>
                  <a:lnTo>
                    <a:pt x="208" y="112"/>
                  </a:lnTo>
                  <a:lnTo>
                    <a:pt x="206" y="112"/>
                  </a:lnTo>
                  <a:lnTo>
                    <a:pt x="206" y="112"/>
                  </a:lnTo>
                  <a:lnTo>
                    <a:pt x="206" y="112"/>
                  </a:lnTo>
                  <a:lnTo>
                    <a:pt x="206" y="112"/>
                  </a:lnTo>
                  <a:lnTo>
                    <a:pt x="204" y="112"/>
                  </a:lnTo>
                  <a:lnTo>
                    <a:pt x="204" y="112"/>
                  </a:lnTo>
                  <a:lnTo>
                    <a:pt x="204" y="112"/>
                  </a:lnTo>
                  <a:lnTo>
                    <a:pt x="201" y="112"/>
                  </a:lnTo>
                  <a:lnTo>
                    <a:pt x="201" y="114"/>
                  </a:lnTo>
                  <a:lnTo>
                    <a:pt x="201" y="114"/>
                  </a:lnTo>
                  <a:lnTo>
                    <a:pt x="204" y="114"/>
                  </a:lnTo>
                  <a:lnTo>
                    <a:pt x="204" y="116"/>
                  </a:lnTo>
                  <a:lnTo>
                    <a:pt x="204" y="116"/>
                  </a:lnTo>
                  <a:lnTo>
                    <a:pt x="204" y="116"/>
                  </a:lnTo>
                  <a:lnTo>
                    <a:pt x="204" y="119"/>
                  </a:lnTo>
                  <a:lnTo>
                    <a:pt x="204" y="119"/>
                  </a:lnTo>
                  <a:lnTo>
                    <a:pt x="206" y="119"/>
                  </a:lnTo>
                  <a:lnTo>
                    <a:pt x="206" y="119"/>
                  </a:lnTo>
                  <a:lnTo>
                    <a:pt x="206" y="119"/>
                  </a:lnTo>
                  <a:lnTo>
                    <a:pt x="206" y="119"/>
                  </a:lnTo>
                  <a:lnTo>
                    <a:pt x="208" y="119"/>
                  </a:lnTo>
                  <a:lnTo>
                    <a:pt x="208" y="119"/>
                  </a:lnTo>
                  <a:lnTo>
                    <a:pt x="208" y="121"/>
                  </a:lnTo>
                  <a:lnTo>
                    <a:pt x="208" y="121"/>
                  </a:lnTo>
                  <a:lnTo>
                    <a:pt x="208" y="121"/>
                  </a:lnTo>
                  <a:lnTo>
                    <a:pt x="208" y="123"/>
                  </a:lnTo>
                  <a:lnTo>
                    <a:pt x="208" y="123"/>
                  </a:lnTo>
                  <a:lnTo>
                    <a:pt x="208" y="123"/>
                  </a:lnTo>
                  <a:lnTo>
                    <a:pt x="208" y="126"/>
                  </a:lnTo>
                  <a:lnTo>
                    <a:pt x="208" y="126"/>
                  </a:lnTo>
                  <a:lnTo>
                    <a:pt x="208" y="126"/>
                  </a:lnTo>
                  <a:lnTo>
                    <a:pt x="211" y="126"/>
                  </a:lnTo>
                  <a:lnTo>
                    <a:pt x="211" y="128"/>
                  </a:lnTo>
                  <a:lnTo>
                    <a:pt x="211" y="128"/>
                  </a:lnTo>
                  <a:lnTo>
                    <a:pt x="211" y="128"/>
                  </a:lnTo>
                  <a:lnTo>
                    <a:pt x="213" y="128"/>
                  </a:lnTo>
                  <a:lnTo>
                    <a:pt x="213" y="130"/>
                  </a:lnTo>
                  <a:lnTo>
                    <a:pt x="211" y="130"/>
                  </a:lnTo>
                  <a:lnTo>
                    <a:pt x="211" y="130"/>
                  </a:lnTo>
                  <a:lnTo>
                    <a:pt x="211" y="130"/>
                  </a:lnTo>
                  <a:lnTo>
                    <a:pt x="211" y="130"/>
                  </a:lnTo>
                  <a:lnTo>
                    <a:pt x="208" y="130"/>
                  </a:lnTo>
                  <a:lnTo>
                    <a:pt x="208" y="130"/>
                  </a:lnTo>
                  <a:lnTo>
                    <a:pt x="208" y="133"/>
                  </a:lnTo>
                  <a:lnTo>
                    <a:pt x="208" y="133"/>
                  </a:lnTo>
                  <a:lnTo>
                    <a:pt x="206" y="133"/>
                  </a:lnTo>
                  <a:lnTo>
                    <a:pt x="206" y="133"/>
                  </a:lnTo>
                  <a:lnTo>
                    <a:pt x="206" y="133"/>
                  </a:lnTo>
                  <a:lnTo>
                    <a:pt x="206" y="133"/>
                  </a:lnTo>
                  <a:lnTo>
                    <a:pt x="206" y="135"/>
                  </a:lnTo>
                  <a:lnTo>
                    <a:pt x="204" y="135"/>
                  </a:lnTo>
                  <a:lnTo>
                    <a:pt x="204" y="135"/>
                  </a:lnTo>
                  <a:lnTo>
                    <a:pt x="204" y="135"/>
                  </a:lnTo>
                  <a:lnTo>
                    <a:pt x="201" y="135"/>
                  </a:lnTo>
                  <a:lnTo>
                    <a:pt x="201" y="135"/>
                  </a:lnTo>
                  <a:lnTo>
                    <a:pt x="201" y="135"/>
                  </a:lnTo>
                  <a:lnTo>
                    <a:pt x="201" y="135"/>
                  </a:lnTo>
                  <a:lnTo>
                    <a:pt x="199" y="135"/>
                  </a:lnTo>
                  <a:lnTo>
                    <a:pt x="199" y="135"/>
                  </a:lnTo>
                  <a:lnTo>
                    <a:pt x="199" y="135"/>
                  </a:lnTo>
                  <a:lnTo>
                    <a:pt x="199" y="135"/>
                  </a:lnTo>
                  <a:lnTo>
                    <a:pt x="196" y="135"/>
                  </a:lnTo>
                  <a:lnTo>
                    <a:pt x="196" y="135"/>
                  </a:lnTo>
                  <a:lnTo>
                    <a:pt x="194" y="135"/>
                  </a:lnTo>
                  <a:lnTo>
                    <a:pt x="194" y="138"/>
                  </a:lnTo>
                  <a:lnTo>
                    <a:pt x="194" y="138"/>
                  </a:lnTo>
                  <a:lnTo>
                    <a:pt x="194" y="138"/>
                  </a:lnTo>
                  <a:lnTo>
                    <a:pt x="194" y="140"/>
                  </a:lnTo>
                  <a:lnTo>
                    <a:pt x="194" y="140"/>
                  </a:lnTo>
                  <a:lnTo>
                    <a:pt x="194" y="140"/>
                  </a:lnTo>
                  <a:lnTo>
                    <a:pt x="194" y="142"/>
                  </a:lnTo>
                  <a:lnTo>
                    <a:pt x="194" y="142"/>
                  </a:lnTo>
                  <a:lnTo>
                    <a:pt x="192" y="142"/>
                  </a:lnTo>
                  <a:lnTo>
                    <a:pt x="192" y="142"/>
                  </a:lnTo>
                  <a:lnTo>
                    <a:pt x="192" y="145"/>
                  </a:lnTo>
                  <a:lnTo>
                    <a:pt x="192" y="145"/>
                  </a:lnTo>
                  <a:lnTo>
                    <a:pt x="194" y="145"/>
                  </a:lnTo>
                  <a:lnTo>
                    <a:pt x="194" y="147"/>
                  </a:lnTo>
                  <a:lnTo>
                    <a:pt x="194" y="147"/>
                  </a:lnTo>
                  <a:lnTo>
                    <a:pt x="192" y="147"/>
                  </a:lnTo>
                  <a:lnTo>
                    <a:pt x="192" y="149"/>
                  </a:lnTo>
                  <a:lnTo>
                    <a:pt x="192" y="149"/>
                  </a:lnTo>
                  <a:lnTo>
                    <a:pt x="192" y="149"/>
                  </a:lnTo>
                  <a:lnTo>
                    <a:pt x="192" y="149"/>
                  </a:lnTo>
                  <a:lnTo>
                    <a:pt x="189" y="149"/>
                  </a:lnTo>
                  <a:lnTo>
                    <a:pt x="189" y="149"/>
                  </a:lnTo>
                  <a:lnTo>
                    <a:pt x="189" y="149"/>
                  </a:lnTo>
                  <a:lnTo>
                    <a:pt x="189" y="152"/>
                  </a:lnTo>
                  <a:lnTo>
                    <a:pt x="189" y="152"/>
                  </a:lnTo>
                  <a:lnTo>
                    <a:pt x="189" y="154"/>
                  </a:lnTo>
                  <a:lnTo>
                    <a:pt x="189" y="154"/>
                  </a:lnTo>
                  <a:lnTo>
                    <a:pt x="189" y="154"/>
                  </a:lnTo>
                  <a:lnTo>
                    <a:pt x="189" y="157"/>
                  </a:lnTo>
                  <a:lnTo>
                    <a:pt x="189" y="157"/>
                  </a:lnTo>
                  <a:lnTo>
                    <a:pt x="189" y="159"/>
                  </a:lnTo>
                  <a:lnTo>
                    <a:pt x="189" y="159"/>
                  </a:lnTo>
                  <a:lnTo>
                    <a:pt x="189" y="159"/>
                  </a:lnTo>
                  <a:lnTo>
                    <a:pt x="189" y="161"/>
                  </a:lnTo>
                  <a:lnTo>
                    <a:pt x="189" y="161"/>
                  </a:lnTo>
                  <a:lnTo>
                    <a:pt x="189" y="164"/>
                  </a:lnTo>
                  <a:lnTo>
                    <a:pt x="189" y="164"/>
                  </a:lnTo>
                  <a:lnTo>
                    <a:pt x="192" y="164"/>
                  </a:lnTo>
                  <a:lnTo>
                    <a:pt x="192" y="166"/>
                  </a:lnTo>
                  <a:lnTo>
                    <a:pt x="189" y="166"/>
                  </a:lnTo>
                  <a:lnTo>
                    <a:pt x="189" y="166"/>
                  </a:lnTo>
                  <a:lnTo>
                    <a:pt x="189" y="166"/>
                  </a:lnTo>
                  <a:lnTo>
                    <a:pt x="187" y="166"/>
                  </a:lnTo>
                  <a:lnTo>
                    <a:pt x="187" y="168"/>
                  </a:lnTo>
                  <a:lnTo>
                    <a:pt x="187" y="168"/>
                  </a:lnTo>
                  <a:lnTo>
                    <a:pt x="187" y="168"/>
                  </a:lnTo>
                  <a:lnTo>
                    <a:pt x="187" y="168"/>
                  </a:lnTo>
                  <a:lnTo>
                    <a:pt x="187" y="168"/>
                  </a:lnTo>
                  <a:lnTo>
                    <a:pt x="187" y="171"/>
                  </a:lnTo>
                  <a:lnTo>
                    <a:pt x="185" y="171"/>
                  </a:lnTo>
                  <a:lnTo>
                    <a:pt x="185" y="171"/>
                  </a:lnTo>
                  <a:lnTo>
                    <a:pt x="185" y="171"/>
                  </a:lnTo>
                  <a:lnTo>
                    <a:pt x="185" y="173"/>
                  </a:lnTo>
                  <a:lnTo>
                    <a:pt x="185" y="173"/>
                  </a:lnTo>
                  <a:lnTo>
                    <a:pt x="182" y="173"/>
                  </a:lnTo>
                  <a:lnTo>
                    <a:pt x="182" y="173"/>
                  </a:lnTo>
                  <a:lnTo>
                    <a:pt x="182" y="173"/>
                  </a:lnTo>
                  <a:lnTo>
                    <a:pt x="180" y="173"/>
                  </a:lnTo>
                  <a:lnTo>
                    <a:pt x="180" y="173"/>
                  </a:lnTo>
                  <a:lnTo>
                    <a:pt x="180" y="173"/>
                  </a:lnTo>
                  <a:lnTo>
                    <a:pt x="180" y="173"/>
                  </a:lnTo>
                  <a:lnTo>
                    <a:pt x="180" y="171"/>
                  </a:lnTo>
                  <a:lnTo>
                    <a:pt x="178" y="171"/>
                  </a:lnTo>
                  <a:lnTo>
                    <a:pt x="178" y="171"/>
                  </a:lnTo>
                  <a:lnTo>
                    <a:pt x="178" y="171"/>
                  </a:lnTo>
                  <a:lnTo>
                    <a:pt x="178" y="168"/>
                  </a:lnTo>
                  <a:lnTo>
                    <a:pt x="178" y="168"/>
                  </a:lnTo>
                  <a:lnTo>
                    <a:pt x="178" y="168"/>
                  </a:lnTo>
                  <a:lnTo>
                    <a:pt x="175" y="168"/>
                  </a:lnTo>
                  <a:lnTo>
                    <a:pt x="175" y="168"/>
                  </a:lnTo>
                  <a:lnTo>
                    <a:pt x="175" y="168"/>
                  </a:lnTo>
                  <a:lnTo>
                    <a:pt x="173" y="168"/>
                  </a:lnTo>
                  <a:lnTo>
                    <a:pt x="173" y="168"/>
                  </a:lnTo>
                  <a:lnTo>
                    <a:pt x="173" y="168"/>
                  </a:lnTo>
                  <a:lnTo>
                    <a:pt x="173" y="168"/>
                  </a:lnTo>
                  <a:lnTo>
                    <a:pt x="173" y="168"/>
                  </a:lnTo>
                  <a:lnTo>
                    <a:pt x="170" y="168"/>
                  </a:lnTo>
                  <a:lnTo>
                    <a:pt x="170" y="168"/>
                  </a:lnTo>
                  <a:lnTo>
                    <a:pt x="168" y="168"/>
                  </a:lnTo>
                  <a:lnTo>
                    <a:pt x="168" y="168"/>
                  </a:lnTo>
                  <a:lnTo>
                    <a:pt x="168" y="168"/>
                  </a:lnTo>
                  <a:lnTo>
                    <a:pt x="168" y="168"/>
                  </a:lnTo>
                  <a:lnTo>
                    <a:pt x="166" y="168"/>
                  </a:lnTo>
                  <a:lnTo>
                    <a:pt x="166" y="168"/>
                  </a:lnTo>
                  <a:lnTo>
                    <a:pt x="166" y="168"/>
                  </a:lnTo>
                  <a:lnTo>
                    <a:pt x="166" y="168"/>
                  </a:lnTo>
                  <a:lnTo>
                    <a:pt x="166" y="168"/>
                  </a:lnTo>
                  <a:lnTo>
                    <a:pt x="166" y="168"/>
                  </a:lnTo>
                  <a:lnTo>
                    <a:pt x="163" y="168"/>
                  </a:lnTo>
                  <a:lnTo>
                    <a:pt x="163" y="171"/>
                  </a:lnTo>
                  <a:lnTo>
                    <a:pt x="163" y="171"/>
                  </a:lnTo>
                  <a:lnTo>
                    <a:pt x="163" y="171"/>
                  </a:lnTo>
                  <a:lnTo>
                    <a:pt x="161" y="171"/>
                  </a:lnTo>
                  <a:lnTo>
                    <a:pt x="161" y="173"/>
                  </a:lnTo>
                  <a:lnTo>
                    <a:pt x="161" y="173"/>
                  </a:lnTo>
                  <a:lnTo>
                    <a:pt x="161" y="173"/>
                  </a:lnTo>
                  <a:lnTo>
                    <a:pt x="159" y="173"/>
                  </a:lnTo>
                  <a:lnTo>
                    <a:pt x="159" y="173"/>
                  </a:lnTo>
                  <a:lnTo>
                    <a:pt x="159" y="173"/>
                  </a:lnTo>
                  <a:lnTo>
                    <a:pt x="159" y="173"/>
                  </a:lnTo>
                  <a:lnTo>
                    <a:pt x="159" y="176"/>
                  </a:lnTo>
                  <a:lnTo>
                    <a:pt x="156" y="176"/>
                  </a:lnTo>
                  <a:lnTo>
                    <a:pt x="156" y="176"/>
                  </a:lnTo>
                  <a:lnTo>
                    <a:pt x="156" y="176"/>
                  </a:lnTo>
                  <a:lnTo>
                    <a:pt x="154" y="176"/>
                  </a:lnTo>
                  <a:lnTo>
                    <a:pt x="154" y="176"/>
                  </a:lnTo>
                  <a:lnTo>
                    <a:pt x="154" y="176"/>
                  </a:lnTo>
                  <a:lnTo>
                    <a:pt x="154" y="176"/>
                  </a:lnTo>
                  <a:lnTo>
                    <a:pt x="154" y="176"/>
                  </a:lnTo>
                  <a:lnTo>
                    <a:pt x="154" y="178"/>
                  </a:lnTo>
                  <a:lnTo>
                    <a:pt x="154" y="178"/>
                  </a:lnTo>
                  <a:lnTo>
                    <a:pt x="154" y="178"/>
                  </a:lnTo>
                  <a:lnTo>
                    <a:pt x="154" y="178"/>
                  </a:lnTo>
                  <a:lnTo>
                    <a:pt x="156" y="178"/>
                  </a:lnTo>
                  <a:lnTo>
                    <a:pt x="156" y="178"/>
                  </a:lnTo>
                  <a:lnTo>
                    <a:pt x="159" y="178"/>
                  </a:lnTo>
                  <a:lnTo>
                    <a:pt x="159" y="178"/>
                  </a:lnTo>
                  <a:lnTo>
                    <a:pt x="159" y="180"/>
                  </a:lnTo>
                  <a:lnTo>
                    <a:pt x="156" y="180"/>
                  </a:lnTo>
                  <a:lnTo>
                    <a:pt x="156" y="180"/>
                  </a:lnTo>
                  <a:lnTo>
                    <a:pt x="156" y="180"/>
                  </a:lnTo>
                  <a:lnTo>
                    <a:pt x="154" y="180"/>
                  </a:lnTo>
                  <a:lnTo>
                    <a:pt x="154" y="180"/>
                  </a:lnTo>
                  <a:lnTo>
                    <a:pt x="154" y="180"/>
                  </a:lnTo>
                  <a:lnTo>
                    <a:pt x="154" y="183"/>
                  </a:lnTo>
                  <a:lnTo>
                    <a:pt x="152" y="183"/>
                  </a:lnTo>
                  <a:lnTo>
                    <a:pt x="152" y="183"/>
                  </a:lnTo>
                  <a:lnTo>
                    <a:pt x="152" y="183"/>
                  </a:lnTo>
                  <a:lnTo>
                    <a:pt x="149" y="183"/>
                  </a:lnTo>
                  <a:lnTo>
                    <a:pt x="149" y="183"/>
                  </a:lnTo>
                  <a:lnTo>
                    <a:pt x="149" y="183"/>
                  </a:lnTo>
                  <a:lnTo>
                    <a:pt x="147" y="183"/>
                  </a:lnTo>
                  <a:lnTo>
                    <a:pt x="147" y="183"/>
                  </a:lnTo>
                  <a:lnTo>
                    <a:pt x="147" y="183"/>
                  </a:lnTo>
                  <a:lnTo>
                    <a:pt x="144" y="183"/>
                  </a:lnTo>
                  <a:lnTo>
                    <a:pt x="144" y="183"/>
                  </a:lnTo>
                  <a:lnTo>
                    <a:pt x="144" y="183"/>
                  </a:lnTo>
                  <a:lnTo>
                    <a:pt x="144" y="183"/>
                  </a:lnTo>
                  <a:lnTo>
                    <a:pt x="142" y="183"/>
                  </a:lnTo>
                  <a:lnTo>
                    <a:pt x="142" y="183"/>
                  </a:lnTo>
                  <a:lnTo>
                    <a:pt x="142" y="180"/>
                  </a:lnTo>
                  <a:lnTo>
                    <a:pt x="140" y="180"/>
                  </a:lnTo>
                  <a:lnTo>
                    <a:pt x="140" y="180"/>
                  </a:lnTo>
                  <a:lnTo>
                    <a:pt x="140" y="180"/>
                  </a:lnTo>
                  <a:lnTo>
                    <a:pt x="137" y="180"/>
                  </a:lnTo>
                  <a:lnTo>
                    <a:pt x="137" y="180"/>
                  </a:lnTo>
                  <a:lnTo>
                    <a:pt x="137" y="183"/>
                  </a:lnTo>
                  <a:lnTo>
                    <a:pt x="135" y="183"/>
                  </a:lnTo>
                  <a:lnTo>
                    <a:pt x="135" y="183"/>
                  </a:lnTo>
                  <a:lnTo>
                    <a:pt x="135" y="183"/>
                  </a:lnTo>
                  <a:lnTo>
                    <a:pt x="135" y="183"/>
                  </a:lnTo>
                  <a:lnTo>
                    <a:pt x="135" y="185"/>
                  </a:lnTo>
                  <a:lnTo>
                    <a:pt x="135" y="185"/>
                  </a:lnTo>
                  <a:lnTo>
                    <a:pt x="133" y="185"/>
                  </a:lnTo>
                  <a:lnTo>
                    <a:pt x="133" y="187"/>
                  </a:lnTo>
                  <a:lnTo>
                    <a:pt x="133" y="187"/>
                  </a:lnTo>
                  <a:lnTo>
                    <a:pt x="133" y="187"/>
                  </a:lnTo>
                  <a:lnTo>
                    <a:pt x="133" y="190"/>
                  </a:lnTo>
                  <a:lnTo>
                    <a:pt x="133" y="190"/>
                  </a:lnTo>
                  <a:lnTo>
                    <a:pt x="130" y="190"/>
                  </a:lnTo>
                  <a:lnTo>
                    <a:pt x="130" y="190"/>
                  </a:lnTo>
                  <a:lnTo>
                    <a:pt x="130" y="190"/>
                  </a:lnTo>
                  <a:lnTo>
                    <a:pt x="128" y="190"/>
                  </a:lnTo>
                  <a:lnTo>
                    <a:pt x="128" y="190"/>
                  </a:lnTo>
                  <a:lnTo>
                    <a:pt x="128" y="190"/>
                  </a:lnTo>
                  <a:lnTo>
                    <a:pt x="128" y="190"/>
                  </a:lnTo>
                  <a:lnTo>
                    <a:pt x="128" y="192"/>
                  </a:lnTo>
                  <a:lnTo>
                    <a:pt x="128" y="192"/>
                  </a:lnTo>
                  <a:lnTo>
                    <a:pt x="125" y="192"/>
                  </a:lnTo>
                  <a:lnTo>
                    <a:pt x="125" y="194"/>
                  </a:lnTo>
                  <a:lnTo>
                    <a:pt x="125" y="194"/>
                  </a:lnTo>
                  <a:lnTo>
                    <a:pt x="125" y="197"/>
                  </a:lnTo>
                  <a:lnTo>
                    <a:pt x="125" y="197"/>
                  </a:lnTo>
                  <a:lnTo>
                    <a:pt x="125" y="197"/>
                  </a:lnTo>
                  <a:lnTo>
                    <a:pt x="125" y="199"/>
                  </a:lnTo>
                  <a:lnTo>
                    <a:pt x="125" y="199"/>
                  </a:lnTo>
                  <a:lnTo>
                    <a:pt x="125" y="199"/>
                  </a:lnTo>
                  <a:lnTo>
                    <a:pt x="125" y="202"/>
                  </a:lnTo>
                  <a:lnTo>
                    <a:pt x="125" y="202"/>
                  </a:lnTo>
                  <a:lnTo>
                    <a:pt x="125" y="202"/>
                  </a:lnTo>
                  <a:lnTo>
                    <a:pt x="125" y="204"/>
                  </a:lnTo>
                  <a:lnTo>
                    <a:pt x="125" y="204"/>
                  </a:lnTo>
                  <a:lnTo>
                    <a:pt x="125" y="206"/>
                  </a:lnTo>
                  <a:lnTo>
                    <a:pt x="125" y="206"/>
                  </a:lnTo>
                  <a:lnTo>
                    <a:pt x="125" y="209"/>
                  </a:lnTo>
                  <a:lnTo>
                    <a:pt x="125" y="209"/>
                  </a:lnTo>
                  <a:lnTo>
                    <a:pt x="125" y="209"/>
                  </a:lnTo>
                  <a:lnTo>
                    <a:pt x="125" y="209"/>
                  </a:lnTo>
                  <a:lnTo>
                    <a:pt x="125" y="211"/>
                  </a:lnTo>
                  <a:lnTo>
                    <a:pt x="125" y="211"/>
                  </a:lnTo>
                  <a:lnTo>
                    <a:pt x="125" y="211"/>
                  </a:lnTo>
                  <a:lnTo>
                    <a:pt x="125" y="213"/>
                  </a:lnTo>
                  <a:lnTo>
                    <a:pt x="125" y="213"/>
                  </a:lnTo>
                  <a:lnTo>
                    <a:pt x="125" y="213"/>
                  </a:lnTo>
                  <a:lnTo>
                    <a:pt x="125" y="213"/>
                  </a:lnTo>
                  <a:lnTo>
                    <a:pt x="125" y="216"/>
                  </a:lnTo>
                  <a:lnTo>
                    <a:pt x="125" y="216"/>
                  </a:lnTo>
                  <a:lnTo>
                    <a:pt x="125" y="216"/>
                  </a:lnTo>
                  <a:lnTo>
                    <a:pt x="125" y="218"/>
                  </a:lnTo>
                  <a:lnTo>
                    <a:pt x="125" y="218"/>
                  </a:lnTo>
                  <a:lnTo>
                    <a:pt x="125" y="218"/>
                  </a:lnTo>
                  <a:lnTo>
                    <a:pt x="123" y="218"/>
                  </a:lnTo>
                  <a:lnTo>
                    <a:pt x="123" y="218"/>
                  </a:lnTo>
                  <a:lnTo>
                    <a:pt x="121" y="218"/>
                  </a:lnTo>
                  <a:lnTo>
                    <a:pt x="121" y="218"/>
                  </a:lnTo>
                  <a:lnTo>
                    <a:pt x="121" y="218"/>
                  </a:lnTo>
                  <a:lnTo>
                    <a:pt x="121" y="218"/>
                  </a:lnTo>
                  <a:lnTo>
                    <a:pt x="118" y="218"/>
                  </a:lnTo>
                  <a:lnTo>
                    <a:pt x="118" y="218"/>
                  </a:lnTo>
                  <a:lnTo>
                    <a:pt x="118" y="221"/>
                  </a:lnTo>
                  <a:lnTo>
                    <a:pt x="118" y="221"/>
                  </a:lnTo>
                  <a:lnTo>
                    <a:pt x="116" y="221"/>
                  </a:lnTo>
                  <a:lnTo>
                    <a:pt x="116" y="221"/>
                  </a:lnTo>
                  <a:lnTo>
                    <a:pt x="114" y="221"/>
                  </a:lnTo>
                  <a:lnTo>
                    <a:pt x="114" y="221"/>
                  </a:lnTo>
                  <a:lnTo>
                    <a:pt x="114" y="221"/>
                  </a:lnTo>
                  <a:lnTo>
                    <a:pt x="114" y="221"/>
                  </a:lnTo>
                  <a:lnTo>
                    <a:pt x="111" y="221"/>
                  </a:lnTo>
                  <a:lnTo>
                    <a:pt x="111" y="221"/>
                  </a:lnTo>
                  <a:lnTo>
                    <a:pt x="111" y="223"/>
                  </a:lnTo>
                  <a:lnTo>
                    <a:pt x="111" y="223"/>
                  </a:lnTo>
                  <a:lnTo>
                    <a:pt x="109" y="223"/>
                  </a:lnTo>
                  <a:lnTo>
                    <a:pt x="109" y="223"/>
                  </a:lnTo>
                  <a:lnTo>
                    <a:pt x="109" y="223"/>
                  </a:lnTo>
                  <a:lnTo>
                    <a:pt x="107" y="223"/>
                  </a:lnTo>
                  <a:lnTo>
                    <a:pt x="107" y="223"/>
                  </a:lnTo>
                  <a:lnTo>
                    <a:pt x="107" y="223"/>
                  </a:lnTo>
                  <a:lnTo>
                    <a:pt x="104" y="223"/>
                  </a:lnTo>
                  <a:lnTo>
                    <a:pt x="104" y="225"/>
                  </a:lnTo>
                  <a:lnTo>
                    <a:pt x="104" y="225"/>
                  </a:lnTo>
                  <a:lnTo>
                    <a:pt x="102" y="225"/>
                  </a:lnTo>
                  <a:lnTo>
                    <a:pt x="102" y="225"/>
                  </a:lnTo>
                  <a:lnTo>
                    <a:pt x="102" y="225"/>
                  </a:lnTo>
                  <a:lnTo>
                    <a:pt x="102" y="225"/>
                  </a:lnTo>
                  <a:lnTo>
                    <a:pt x="99" y="225"/>
                  </a:lnTo>
                  <a:lnTo>
                    <a:pt x="99" y="225"/>
                  </a:lnTo>
                  <a:lnTo>
                    <a:pt x="99" y="225"/>
                  </a:lnTo>
                  <a:lnTo>
                    <a:pt x="97" y="225"/>
                  </a:lnTo>
                  <a:lnTo>
                    <a:pt x="97" y="225"/>
                  </a:lnTo>
                  <a:lnTo>
                    <a:pt x="95" y="225"/>
                  </a:lnTo>
                  <a:lnTo>
                    <a:pt x="95" y="225"/>
                  </a:lnTo>
                  <a:lnTo>
                    <a:pt x="95" y="225"/>
                  </a:lnTo>
                  <a:lnTo>
                    <a:pt x="95" y="225"/>
                  </a:lnTo>
                  <a:lnTo>
                    <a:pt x="92" y="225"/>
                  </a:lnTo>
                  <a:lnTo>
                    <a:pt x="92" y="225"/>
                  </a:lnTo>
                  <a:lnTo>
                    <a:pt x="92" y="225"/>
                  </a:lnTo>
                  <a:lnTo>
                    <a:pt x="90" y="225"/>
                  </a:lnTo>
                  <a:lnTo>
                    <a:pt x="90" y="225"/>
                  </a:lnTo>
                  <a:lnTo>
                    <a:pt x="88" y="225"/>
                  </a:lnTo>
                  <a:lnTo>
                    <a:pt x="88" y="225"/>
                  </a:lnTo>
                  <a:lnTo>
                    <a:pt x="88" y="225"/>
                  </a:lnTo>
                  <a:lnTo>
                    <a:pt x="85" y="225"/>
                  </a:lnTo>
                  <a:lnTo>
                    <a:pt x="85" y="225"/>
                  </a:lnTo>
                  <a:lnTo>
                    <a:pt x="85" y="225"/>
                  </a:lnTo>
                  <a:lnTo>
                    <a:pt x="85" y="225"/>
                  </a:lnTo>
                  <a:lnTo>
                    <a:pt x="83" y="225"/>
                  </a:lnTo>
                  <a:lnTo>
                    <a:pt x="83" y="225"/>
                  </a:lnTo>
                  <a:lnTo>
                    <a:pt x="81" y="225"/>
                  </a:lnTo>
                  <a:lnTo>
                    <a:pt x="81" y="228"/>
                  </a:lnTo>
                  <a:lnTo>
                    <a:pt x="81" y="228"/>
                  </a:lnTo>
                  <a:lnTo>
                    <a:pt x="81" y="228"/>
                  </a:lnTo>
                  <a:lnTo>
                    <a:pt x="81" y="228"/>
                  </a:lnTo>
                  <a:lnTo>
                    <a:pt x="81" y="228"/>
                  </a:lnTo>
                  <a:lnTo>
                    <a:pt x="78" y="228"/>
                  </a:lnTo>
                  <a:lnTo>
                    <a:pt x="78" y="230"/>
                  </a:lnTo>
                  <a:lnTo>
                    <a:pt x="78" y="230"/>
                  </a:lnTo>
                  <a:lnTo>
                    <a:pt x="78" y="228"/>
                  </a:lnTo>
                  <a:lnTo>
                    <a:pt x="78" y="228"/>
                  </a:lnTo>
                  <a:lnTo>
                    <a:pt x="76" y="228"/>
                  </a:lnTo>
                  <a:lnTo>
                    <a:pt x="76" y="228"/>
                  </a:lnTo>
                  <a:lnTo>
                    <a:pt x="73" y="228"/>
                  </a:lnTo>
                  <a:lnTo>
                    <a:pt x="73" y="228"/>
                  </a:lnTo>
                  <a:lnTo>
                    <a:pt x="73" y="228"/>
                  </a:lnTo>
                  <a:lnTo>
                    <a:pt x="73" y="228"/>
                  </a:lnTo>
                  <a:lnTo>
                    <a:pt x="71" y="228"/>
                  </a:lnTo>
                  <a:lnTo>
                    <a:pt x="71" y="228"/>
                  </a:lnTo>
                  <a:lnTo>
                    <a:pt x="71" y="228"/>
                  </a:lnTo>
                  <a:lnTo>
                    <a:pt x="69" y="228"/>
                  </a:lnTo>
                  <a:lnTo>
                    <a:pt x="69" y="228"/>
                  </a:lnTo>
                  <a:lnTo>
                    <a:pt x="69" y="228"/>
                  </a:lnTo>
                  <a:lnTo>
                    <a:pt x="66" y="228"/>
                  </a:lnTo>
                  <a:lnTo>
                    <a:pt x="66" y="228"/>
                  </a:lnTo>
                  <a:lnTo>
                    <a:pt x="66" y="228"/>
                  </a:lnTo>
                  <a:lnTo>
                    <a:pt x="64" y="228"/>
                  </a:lnTo>
                  <a:lnTo>
                    <a:pt x="64" y="228"/>
                  </a:lnTo>
                  <a:lnTo>
                    <a:pt x="64" y="228"/>
                  </a:lnTo>
                  <a:lnTo>
                    <a:pt x="62" y="228"/>
                  </a:lnTo>
                  <a:lnTo>
                    <a:pt x="62" y="228"/>
                  </a:lnTo>
                  <a:lnTo>
                    <a:pt x="62" y="228"/>
                  </a:lnTo>
                  <a:lnTo>
                    <a:pt x="59" y="228"/>
                  </a:lnTo>
                  <a:lnTo>
                    <a:pt x="59" y="228"/>
                  </a:lnTo>
                  <a:lnTo>
                    <a:pt x="59" y="228"/>
                  </a:lnTo>
                  <a:lnTo>
                    <a:pt x="57" y="228"/>
                  </a:lnTo>
                  <a:lnTo>
                    <a:pt x="57" y="228"/>
                  </a:lnTo>
                  <a:lnTo>
                    <a:pt x="54" y="228"/>
                  </a:lnTo>
                  <a:lnTo>
                    <a:pt x="54" y="228"/>
                  </a:lnTo>
                  <a:lnTo>
                    <a:pt x="54" y="228"/>
                  </a:lnTo>
                  <a:lnTo>
                    <a:pt x="54" y="228"/>
                  </a:lnTo>
                  <a:lnTo>
                    <a:pt x="52" y="228"/>
                  </a:lnTo>
                  <a:lnTo>
                    <a:pt x="52" y="228"/>
                  </a:lnTo>
                  <a:lnTo>
                    <a:pt x="52" y="228"/>
                  </a:lnTo>
                  <a:lnTo>
                    <a:pt x="50" y="228"/>
                  </a:lnTo>
                  <a:lnTo>
                    <a:pt x="50" y="228"/>
                  </a:lnTo>
                  <a:lnTo>
                    <a:pt x="47" y="228"/>
                  </a:lnTo>
                  <a:lnTo>
                    <a:pt x="47" y="228"/>
                  </a:lnTo>
                  <a:lnTo>
                    <a:pt x="47" y="228"/>
                  </a:lnTo>
                  <a:lnTo>
                    <a:pt x="45" y="228"/>
                  </a:lnTo>
                  <a:lnTo>
                    <a:pt x="45" y="228"/>
                  </a:lnTo>
                  <a:lnTo>
                    <a:pt x="45" y="230"/>
                  </a:lnTo>
                  <a:lnTo>
                    <a:pt x="45" y="230"/>
                  </a:lnTo>
                  <a:lnTo>
                    <a:pt x="43" y="230"/>
                  </a:lnTo>
                  <a:lnTo>
                    <a:pt x="43" y="230"/>
                  </a:lnTo>
                  <a:lnTo>
                    <a:pt x="43" y="228"/>
                  </a:lnTo>
                  <a:lnTo>
                    <a:pt x="40" y="228"/>
                  </a:lnTo>
                  <a:lnTo>
                    <a:pt x="40" y="228"/>
                  </a:lnTo>
                  <a:lnTo>
                    <a:pt x="40" y="228"/>
                  </a:lnTo>
                  <a:lnTo>
                    <a:pt x="40" y="228"/>
                  </a:lnTo>
                  <a:lnTo>
                    <a:pt x="38" y="228"/>
                  </a:lnTo>
                  <a:lnTo>
                    <a:pt x="38" y="228"/>
                  </a:lnTo>
                  <a:lnTo>
                    <a:pt x="38" y="228"/>
                  </a:lnTo>
                  <a:lnTo>
                    <a:pt x="38" y="228"/>
                  </a:lnTo>
                  <a:lnTo>
                    <a:pt x="36" y="228"/>
                  </a:lnTo>
                  <a:lnTo>
                    <a:pt x="36" y="228"/>
                  </a:lnTo>
                  <a:lnTo>
                    <a:pt x="33" y="228"/>
                  </a:lnTo>
                  <a:lnTo>
                    <a:pt x="33" y="228"/>
                  </a:lnTo>
                  <a:lnTo>
                    <a:pt x="33" y="225"/>
                  </a:lnTo>
                  <a:lnTo>
                    <a:pt x="33" y="225"/>
                  </a:lnTo>
                  <a:lnTo>
                    <a:pt x="31" y="225"/>
                  </a:lnTo>
                  <a:lnTo>
                    <a:pt x="31" y="225"/>
                  </a:lnTo>
                  <a:lnTo>
                    <a:pt x="31" y="225"/>
                  </a:lnTo>
                  <a:lnTo>
                    <a:pt x="28" y="225"/>
                  </a:lnTo>
                  <a:lnTo>
                    <a:pt x="28" y="225"/>
                  </a:lnTo>
                  <a:lnTo>
                    <a:pt x="28" y="225"/>
                  </a:lnTo>
                  <a:lnTo>
                    <a:pt x="26" y="225"/>
                  </a:lnTo>
                  <a:lnTo>
                    <a:pt x="26" y="223"/>
                  </a:lnTo>
                  <a:lnTo>
                    <a:pt x="26" y="223"/>
                  </a:lnTo>
                  <a:lnTo>
                    <a:pt x="26" y="223"/>
                  </a:lnTo>
                  <a:lnTo>
                    <a:pt x="24" y="223"/>
                  </a:lnTo>
                  <a:lnTo>
                    <a:pt x="24" y="223"/>
                  </a:lnTo>
                  <a:lnTo>
                    <a:pt x="24" y="223"/>
                  </a:lnTo>
                  <a:lnTo>
                    <a:pt x="21" y="223"/>
                  </a:lnTo>
                  <a:lnTo>
                    <a:pt x="21" y="223"/>
                  </a:lnTo>
                  <a:lnTo>
                    <a:pt x="21" y="221"/>
                  </a:lnTo>
                  <a:lnTo>
                    <a:pt x="21" y="221"/>
                  </a:lnTo>
                  <a:lnTo>
                    <a:pt x="19" y="221"/>
                  </a:lnTo>
                  <a:lnTo>
                    <a:pt x="19" y="221"/>
                  </a:lnTo>
                  <a:lnTo>
                    <a:pt x="19" y="221"/>
                  </a:lnTo>
                  <a:lnTo>
                    <a:pt x="19" y="221"/>
                  </a:lnTo>
                  <a:lnTo>
                    <a:pt x="17" y="221"/>
                  </a:lnTo>
                  <a:lnTo>
                    <a:pt x="17" y="221"/>
                  </a:lnTo>
                  <a:lnTo>
                    <a:pt x="14" y="221"/>
                  </a:lnTo>
                  <a:lnTo>
                    <a:pt x="14" y="218"/>
                  </a:lnTo>
                  <a:lnTo>
                    <a:pt x="14" y="218"/>
                  </a:lnTo>
                  <a:lnTo>
                    <a:pt x="14" y="218"/>
                  </a:lnTo>
                  <a:lnTo>
                    <a:pt x="12" y="218"/>
                  </a:lnTo>
                  <a:lnTo>
                    <a:pt x="12" y="218"/>
                  </a:lnTo>
                  <a:lnTo>
                    <a:pt x="12" y="218"/>
                  </a:lnTo>
                  <a:lnTo>
                    <a:pt x="12" y="218"/>
                  </a:lnTo>
                  <a:lnTo>
                    <a:pt x="9" y="218"/>
                  </a:lnTo>
                  <a:lnTo>
                    <a:pt x="9" y="218"/>
                  </a:lnTo>
                  <a:lnTo>
                    <a:pt x="9" y="218"/>
                  </a:lnTo>
                  <a:lnTo>
                    <a:pt x="9" y="218"/>
                  </a:lnTo>
                  <a:lnTo>
                    <a:pt x="9" y="216"/>
                  </a:lnTo>
                  <a:lnTo>
                    <a:pt x="12" y="216"/>
                  </a:lnTo>
                  <a:lnTo>
                    <a:pt x="12" y="216"/>
                  </a:lnTo>
                  <a:lnTo>
                    <a:pt x="12" y="216"/>
                  </a:lnTo>
                  <a:lnTo>
                    <a:pt x="12" y="213"/>
                  </a:lnTo>
                  <a:lnTo>
                    <a:pt x="12" y="213"/>
                  </a:lnTo>
                  <a:lnTo>
                    <a:pt x="12" y="213"/>
                  </a:lnTo>
                  <a:lnTo>
                    <a:pt x="14" y="213"/>
                  </a:lnTo>
                  <a:lnTo>
                    <a:pt x="14" y="211"/>
                  </a:lnTo>
                  <a:lnTo>
                    <a:pt x="14" y="211"/>
                  </a:lnTo>
                  <a:lnTo>
                    <a:pt x="14" y="211"/>
                  </a:lnTo>
                  <a:lnTo>
                    <a:pt x="14" y="209"/>
                  </a:lnTo>
                  <a:lnTo>
                    <a:pt x="14" y="209"/>
                  </a:lnTo>
                  <a:lnTo>
                    <a:pt x="14" y="209"/>
                  </a:lnTo>
                  <a:lnTo>
                    <a:pt x="17" y="209"/>
                  </a:lnTo>
                  <a:lnTo>
                    <a:pt x="17" y="209"/>
                  </a:lnTo>
                  <a:lnTo>
                    <a:pt x="17" y="209"/>
                  </a:lnTo>
                  <a:lnTo>
                    <a:pt x="17" y="206"/>
                  </a:lnTo>
                  <a:lnTo>
                    <a:pt x="19" y="206"/>
                  </a:lnTo>
                  <a:lnTo>
                    <a:pt x="19" y="206"/>
                  </a:lnTo>
                  <a:lnTo>
                    <a:pt x="19" y="206"/>
                  </a:lnTo>
                  <a:lnTo>
                    <a:pt x="19" y="204"/>
                  </a:lnTo>
                  <a:lnTo>
                    <a:pt x="19" y="204"/>
                  </a:lnTo>
                  <a:lnTo>
                    <a:pt x="19" y="204"/>
                  </a:lnTo>
                  <a:lnTo>
                    <a:pt x="21" y="204"/>
                  </a:lnTo>
                  <a:lnTo>
                    <a:pt x="21" y="202"/>
                  </a:lnTo>
                  <a:lnTo>
                    <a:pt x="21" y="202"/>
                  </a:lnTo>
                  <a:lnTo>
                    <a:pt x="21" y="202"/>
                  </a:lnTo>
                  <a:lnTo>
                    <a:pt x="21" y="202"/>
                  </a:lnTo>
                  <a:lnTo>
                    <a:pt x="21" y="199"/>
                  </a:lnTo>
                  <a:lnTo>
                    <a:pt x="24" y="199"/>
                  </a:lnTo>
                  <a:lnTo>
                    <a:pt x="24" y="199"/>
                  </a:lnTo>
                  <a:lnTo>
                    <a:pt x="24" y="199"/>
                  </a:lnTo>
                  <a:lnTo>
                    <a:pt x="24" y="199"/>
                  </a:lnTo>
                  <a:lnTo>
                    <a:pt x="26" y="199"/>
                  </a:lnTo>
                  <a:lnTo>
                    <a:pt x="26" y="197"/>
                  </a:lnTo>
                  <a:lnTo>
                    <a:pt x="26" y="197"/>
                  </a:lnTo>
                  <a:lnTo>
                    <a:pt x="26" y="197"/>
                  </a:lnTo>
                  <a:lnTo>
                    <a:pt x="26" y="197"/>
                  </a:lnTo>
                  <a:lnTo>
                    <a:pt x="26" y="194"/>
                  </a:lnTo>
                  <a:lnTo>
                    <a:pt x="28" y="194"/>
                  </a:lnTo>
                  <a:lnTo>
                    <a:pt x="28" y="194"/>
                  </a:lnTo>
                  <a:lnTo>
                    <a:pt x="28" y="194"/>
                  </a:lnTo>
                  <a:lnTo>
                    <a:pt x="28" y="192"/>
                  </a:lnTo>
                  <a:lnTo>
                    <a:pt x="28" y="192"/>
                  </a:lnTo>
                  <a:lnTo>
                    <a:pt x="28" y="190"/>
                  </a:lnTo>
                  <a:lnTo>
                    <a:pt x="28" y="190"/>
                  </a:lnTo>
                  <a:lnTo>
                    <a:pt x="28" y="190"/>
                  </a:lnTo>
                  <a:lnTo>
                    <a:pt x="28" y="190"/>
                  </a:lnTo>
                  <a:lnTo>
                    <a:pt x="28" y="187"/>
                  </a:lnTo>
                  <a:lnTo>
                    <a:pt x="28" y="187"/>
                  </a:lnTo>
                  <a:lnTo>
                    <a:pt x="28" y="185"/>
                  </a:lnTo>
                  <a:lnTo>
                    <a:pt x="28" y="185"/>
                  </a:lnTo>
                  <a:lnTo>
                    <a:pt x="28" y="185"/>
                  </a:lnTo>
                  <a:lnTo>
                    <a:pt x="28" y="183"/>
                  </a:lnTo>
                  <a:lnTo>
                    <a:pt x="28" y="183"/>
                  </a:lnTo>
                  <a:lnTo>
                    <a:pt x="28" y="180"/>
                  </a:lnTo>
                  <a:lnTo>
                    <a:pt x="28" y="180"/>
                  </a:lnTo>
                  <a:lnTo>
                    <a:pt x="28" y="180"/>
                  </a:lnTo>
                  <a:lnTo>
                    <a:pt x="28" y="178"/>
                  </a:lnTo>
                  <a:lnTo>
                    <a:pt x="26" y="178"/>
                  </a:lnTo>
                  <a:lnTo>
                    <a:pt x="26" y="178"/>
                  </a:lnTo>
                  <a:lnTo>
                    <a:pt x="26" y="178"/>
                  </a:lnTo>
                  <a:lnTo>
                    <a:pt x="26" y="178"/>
                  </a:lnTo>
                  <a:lnTo>
                    <a:pt x="26" y="178"/>
                  </a:lnTo>
                  <a:lnTo>
                    <a:pt x="24" y="178"/>
                  </a:lnTo>
                  <a:lnTo>
                    <a:pt x="24" y="178"/>
                  </a:lnTo>
                  <a:lnTo>
                    <a:pt x="24" y="178"/>
                  </a:lnTo>
                  <a:lnTo>
                    <a:pt x="21" y="178"/>
                  </a:lnTo>
                  <a:lnTo>
                    <a:pt x="21" y="178"/>
                  </a:lnTo>
                  <a:lnTo>
                    <a:pt x="21" y="178"/>
                  </a:lnTo>
                  <a:lnTo>
                    <a:pt x="19" y="178"/>
                  </a:lnTo>
                  <a:lnTo>
                    <a:pt x="19" y="178"/>
                  </a:lnTo>
                  <a:lnTo>
                    <a:pt x="19" y="178"/>
                  </a:lnTo>
                  <a:lnTo>
                    <a:pt x="19" y="178"/>
                  </a:lnTo>
                  <a:lnTo>
                    <a:pt x="17" y="178"/>
                  </a:lnTo>
                  <a:lnTo>
                    <a:pt x="17" y="178"/>
                  </a:lnTo>
                  <a:lnTo>
                    <a:pt x="14" y="178"/>
                  </a:lnTo>
                  <a:lnTo>
                    <a:pt x="14" y="178"/>
                  </a:lnTo>
                  <a:lnTo>
                    <a:pt x="14" y="178"/>
                  </a:lnTo>
                  <a:lnTo>
                    <a:pt x="12" y="178"/>
                  </a:lnTo>
                  <a:lnTo>
                    <a:pt x="12" y="178"/>
                  </a:lnTo>
                  <a:lnTo>
                    <a:pt x="12" y="178"/>
                  </a:lnTo>
                  <a:lnTo>
                    <a:pt x="12" y="176"/>
                  </a:lnTo>
                  <a:lnTo>
                    <a:pt x="9" y="176"/>
                  </a:lnTo>
                  <a:lnTo>
                    <a:pt x="9" y="176"/>
                  </a:lnTo>
                  <a:lnTo>
                    <a:pt x="7" y="176"/>
                  </a:lnTo>
                  <a:lnTo>
                    <a:pt x="7" y="176"/>
                  </a:lnTo>
                  <a:lnTo>
                    <a:pt x="7" y="173"/>
                  </a:lnTo>
                  <a:lnTo>
                    <a:pt x="7" y="173"/>
                  </a:lnTo>
                  <a:lnTo>
                    <a:pt x="7" y="171"/>
                  </a:lnTo>
                  <a:lnTo>
                    <a:pt x="7" y="171"/>
                  </a:lnTo>
                  <a:lnTo>
                    <a:pt x="7" y="168"/>
                  </a:lnTo>
                  <a:lnTo>
                    <a:pt x="7" y="168"/>
                  </a:lnTo>
                  <a:lnTo>
                    <a:pt x="7" y="168"/>
                  </a:lnTo>
                  <a:lnTo>
                    <a:pt x="7" y="166"/>
                  </a:lnTo>
                  <a:lnTo>
                    <a:pt x="7" y="166"/>
                  </a:lnTo>
                  <a:lnTo>
                    <a:pt x="7" y="164"/>
                  </a:lnTo>
                  <a:lnTo>
                    <a:pt x="7" y="164"/>
                  </a:lnTo>
                  <a:lnTo>
                    <a:pt x="7" y="161"/>
                  </a:lnTo>
                  <a:lnTo>
                    <a:pt x="7" y="161"/>
                  </a:lnTo>
                  <a:lnTo>
                    <a:pt x="7" y="159"/>
                  </a:lnTo>
                  <a:lnTo>
                    <a:pt x="9" y="159"/>
                  </a:lnTo>
                  <a:lnTo>
                    <a:pt x="9" y="159"/>
                  </a:lnTo>
                  <a:lnTo>
                    <a:pt x="9" y="159"/>
                  </a:lnTo>
                  <a:lnTo>
                    <a:pt x="9" y="157"/>
                  </a:lnTo>
                  <a:lnTo>
                    <a:pt x="9" y="157"/>
                  </a:lnTo>
                  <a:lnTo>
                    <a:pt x="7" y="157"/>
                  </a:lnTo>
                  <a:lnTo>
                    <a:pt x="7" y="154"/>
                  </a:lnTo>
                  <a:lnTo>
                    <a:pt x="7" y="154"/>
                  </a:lnTo>
                  <a:lnTo>
                    <a:pt x="7" y="152"/>
                  </a:lnTo>
                  <a:lnTo>
                    <a:pt x="7" y="152"/>
                  </a:lnTo>
                  <a:lnTo>
                    <a:pt x="7" y="149"/>
                  </a:lnTo>
                  <a:lnTo>
                    <a:pt x="7" y="149"/>
                  </a:lnTo>
                  <a:lnTo>
                    <a:pt x="7" y="149"/>
                  </a:lnTo>
                  <a:lnTo>
                    <a:pt x="7" y="149"/>
                  </a:lnTo>
                  <a:lnTo>
                    <a:pt x="7" y="149"/>
                  </a:lnTo>
                  <a:lnTo>
                    <a:pt x="7" y="147"/>
                  </a:lnTo>
                  <a:lnTo>
                    <a:pt x="7" y="147"/>
                  </a:lnTo>
                  <a:lnTo>
                    <a:pt x="5" y="147"/>
                  </a:lnTo>
                  <a:lnTo>
                    <a:pt x="5" y="145"/>
                  </a:lnTo>
                  <a:lnTo>
                    <a:pt x="5" y="145"/>
                  </a:lnTo>
                  <a:lnTo>
                    <a:pt x="5" y="142"/>
                  </a:lnTo>
                  <a:lnTo>
                    <a:pt x="5" y="142"/>
                  </a:lnTo>
                  <a:lnTo>
                    <a:pt x="5" y="142"/>
                  </a:lnTo>
                  <a:lnTo>
                    <a:pt x="5" y="140"/>
                  </a:lnTo>
                  <a:lnTo>
                    <a:pt x="5" y="140"/>
                  </a:lnTo>
                  <a:lnTo>
                    <a:pt x="5" y="140"/>
                  </a:lnTo>
                  <a:lnTo>
                    <a:pt x="5" y="140"/>
                  </a:lnTo>
                  <a:lnTo>
                    <a:pt x="5" y="138"/>
                  </a:lnTo>
                  <a:lnTo>
                    <a:pt x="5" y="138"/>
                  </a:lnTo>
                  <a:lnTo>
                    <a:pt x="5" y="135"/>
                  </a:lnTo>
                  <a:lnTo>
                    <a:pt x="2" y="135"/>
                  </a:lnTo>
                  <a:lnTo>
                    <a:pt x="2" y="135"/>
                  </a:lnTo>
                  <a:lnTo>
                    <a:pt x="2" y="133"/>
                  </a:lnTo>
                  <a:lnTo>
                    <a:pt x="5" y="133"/>
                  </a:lnTo>
                  <a:lnTo>
                    <a:pt x="5" y="133"/>
                  </a:lnTo>
                  <a:lnTo>
                    <a:pt x="5" y="130"/>
                  </a:lnTo>
                  <a:lnTo>
                    <a:pt x="5" y="130"/>
                  </a:lnTo>
                  <a:lnTo>
                    <a:pt x="5" y="130"/>
                  </a:lnTo>
                  <a:lnTo>
                    <a:pt x="5" y="130"/>
                  </a:lnTo>
                  <a:lnTo>
                    <a:pt x="7" y="130"/>
                  </a:lnTo>
                  <a:lnTo>
                    <a:pt x="7" y="130"/>
                  </a:lnTo>
                  <a:lnTo>
                    <a:pt x="7" y="130"/>
                  </a:lnTo>
                  <a:lnTo>
                    <a:pt x="7" y="128"/>
                  </a:lnTo>
                  <a:lnTo>
                    <a:pt x="7" y="128"/>
                  </a:lnTo>
                  <a:lnTo>
                    <a:pt x="7" y="128"/>
                  </a:lnTo>
                  <a:lnTo>
                    <a:pt x="9" y="128"/>
                  </a:lnTo>
                  <a:lnTo>
                    <a:pt x="9" y="126"/>
                  </a:lnTo>
                  <a:lnTo>
                    <a:pt x="9" y="126"/>
                  </a:lnTo>
                  <a:lnTo>
                    <a:pt x="9" y="126"/>
                  </a:lnTo>
                  <a:lnTo>
                    <a:pt x="9" y="123"/>
                  </a:lnTo>
                  <a:lnTo>
                    <a:pt x="9" y="123"/>
                  </a:lnTo>
                  <a:lnTo>
                    <a:pt x="7" y="123"/>
                  </a:lnTo>
                  <a:lnTo>
                    <a:pt x="7" y="123"/>
                  </a:lnTo>
                  <a:lnTo>
                    <a:pt x="7" y="123"/>
                  </a:lnTo>
                  <a:lnTo>
                    <a:pt x="5" y="123"/>
                  </a:lnTo>
                  <a:lnTo>
                    <a:pt x="5" y="123"/>
                  </a:lnTo>
                  <a:lnTo>
                    <a:pt x="5" y="123"/>
                  </a:lnTo>
                  <a:lnTo>
                    <a:pt x="5" y="123"/>
                  </a:lnTo>
                  <a:lnTo>
                    <a:pt x="5" y="121"/>
                  </a:lnTo>
                  <a:lnTo>
                    <a:pt x="2" y="121"/>
                  </a:lnTo>
                  <a:lnTo>
                    <a:pt x="2" y="121"/>
                  </a:lnTo>
                  <a:lnTo>
                    <a:pt x="2" y="119"/>
                  </a:lnTo>
                  <a:lnTo>
                    <a:pt x="2" y="119"/>
                  </a:lnTo>
                  <a:lnTo>
                    <a:pt x="2" y="119"/>
                  </a:lnTo>
                  <a:lnTo>
                    <a:pt x="2" y="119"/>
                  </a:lnTo>
                  <a:lnTo>
                    <a:pt x="2" y="119"/>
                  </a:lnTo>
                  <a:lnTo>
                    <a:pt x="2" y="116"/>
                  </a:lnTo>
                  <a:lnTo>
                    <a:pt x="2" y="116"/>
                  </a:lnTo>
                  <a:lnTo>
                    <a:pt x="2" y="114"/>
                  </a:lnTo>
                  <a:lnTo>
                    <a:pt x="2" y="114"/>
                  </a:lnTo>
                  <a:lnTo>
                    <a:pt x="2" y="114"/>
                  </a:lnTo>
                  <a:lnTo>
                    <a:pt x="0" y="114"/>
                  </a:lnTo>
                  <a:lnTo>
                    <a:pt x="0" y="112"/>
                  </a:lnTo>
                  <a:lnTo>
                    <a:pt x="0" y="112"/>
                  </a:lnTo>
                  <a:lnTo>
                    <a:pt x="0" y="109"/>
                  </a:lnTo>
                  <a:lnTo>
                    <a:pt x="0" y="109"/>
                  </a:lnTo>
                  <a:lnTo>
                    <a:pt x="2" y="109"/>
                  </a:lnTo>
                  <a:lnTo>
                    <a:pt x="2" y="109"/>
                  </a:lnTo>
                  <a:lnTo>
                    <a:pt x="2" y="109"/>
                  </a:lnTo>
                  <a:lnTo>
                    <a:pt x="2" y="107"/>
                  </a:lnTo>
                  <a:lnTo>
                    <a:pt x="5" y="107"/>
                  </a:lnTo>
                  <a:lnTo>
                    <a:pt x="5" y="107"/>
                  </a:lnTo>
                  <a:lnTo>
                    <a:pt x="5" y="107"/>
                  </a:lnTo>
                  <a:lnTo>
                    <a:pt x="5" y="104"/>
                  </a:lnTo>
                  <a:lnTo>
                    <a:pt x="5" y="104"/>
                  </a:lnTo>
                  <a:lnTo>
                    <a:pt x="7" y="104"/>
                  </a:lnTo>
                  <a:lnTo>
                    <a:pt x="7" y="104"/>
                  </a:lnTo>
                  <a:lnTo>
                    <a:pt x="7" y="104"/>
                  </a:lnTo>
                  <a:lnTo>
                    <a:pt x="9" y="104"/>
                  </a:lnTo>
                  <a:lnTo>
                    <a:pt x="9" y="104"/>
                  </a:lnTo>
                  <a:lnTo>
                    <a:pt x="9" y="104"/>
                  </a:lnTo>
                  <a:lnTo>
                    <a:pt x="9" y="104"/>
                  </a:lnTo>
                  <a:lnTo>
                    <a:pt x="9" y="102"/>
                  </a:lnTo>
                  <a:lnTo>
                    <a:pt x="7" y="102"/>
                  </a:lnTo>
                  <a:lnTo>
                    <a:pt x="7" y="102"/>
                  </a:lnTo>
                  <a:lnTo>
                    <a:pt x="7" y="100"/>
                  </a:lnTo>
                  <a:lnTo>
                    <a:pt x="7" y="100"/>
                  </a:lnTo>
                  <a:lnTo>
                    <a:pt x="7" y="100"/>
                  </a:lnTo>
                  <a:lnTo>
                    <a:pt x="7" y="100"/>
                  </a:lnTo>
                  <a:lnTo>
                    <a:pt x="7" y="100"/>
                  </a:lnTo>
                  <a:lnTo>
                    <a:pt x="7" y="100"/>
                  </a:lnTo>
                  <a:lnTo>
                    <a:pt x="7" y="100"/>
                  </a:lnTo>
                  <a:lnTo>
                    <a:pt x="9" y="100"/>
                  </a:lnTo>
                  <a:lnTo>
                    <a:pt x="9" y="97"/>
                  </a:lnTo>
                  <a:lnTo>
                    <a:pt x="9" y="97"/>
                  </a:lnTo>
                  <a:lnTo>
                    <a:pt x="9" y="97"/>
                  </a:lnTo>
                  <a:lnTo>
                    <a:pt x="12" y="97"/>
                  </a:lnTo>
                  <a:lnTo>
                    <a:pt x="12" y="97"/>
                  </a:lnTo>
                  <a:lnTo>
                    <a:pt x="12" y="95"/>
                  </a:lnTo>
                  <a:lnTo>
                    <a:pt x="12" y="95"/>
                  </a:lnTo>
                  <a:lnTo>
                    <a:pt x="12" y="93"/>
                  </a:lnTo>
                  <a:lnTo>
                    <a:pt x="12" y="93"/>
                  </a:lnTo>
                  <a:lnTo>
                    <a:pt x="12" y="93"/>
                  </a:lnTo>
                  <a:lnTo>
                    <a:pt x="14" y="93"/>
                  </a:lnTo>
                  <a:lnTo>
                    <a:pt x="14" y="90"/>
                  </a:lnTo>
                  <a:lnTo>
                    <a:pt x="14" y="90"/>
                  </a:lnTo>
                  <a:lnTo>
                    <a:pt x="14" y="90"/>
                  </a:lnTo>
                  <a:lnTo>
                    <a:pt x="14" y="88"/>
                  </a:lnTo>
                  <a:lnTo>
                    <a:pt x="14" y="88"/>
                  </a:lnTo>
                  <a:lnTo>
                    <a:pt x="14" y="88"/>
                  </a:lnTo>
                  <a:lnTo>
                    <a:pt x="14" y="85"/>
                  </a:lnTo>
                  <a:lnTo>
                    <a:pt x="14" y="85"/>
                  </a:lnTo>
                  <a:lnTo>
                    <a:pt x="14" y="83"/>
                  </a:lnTo>
                  <a:lnTo>
                    <a:pt x="14" y="83"/>
                  </a:lnTo>
                  <a:lnTo>
                    <a:pt x="14" y="83"/>
                  </a:lnTo>
                  <a:lnTo>
                    <a:pt x="14" y="81"/>
                  </a:lnTo>
                  <a:lnTo>
                    <a:pt x="14" y="81"/>
                  </a:lnTo>
                  <a:lnTo>
                    <a:pt x="14" y="81"/>
                  </a:lnTo>
                  <a:lnTo>
                    <a:pt x="14" y="81"/>
                  </a:lnTo>
                  <a:lnTo>
                    <a:pt x="14" y="81"/>
                  </a:lnTo>
                  <a:lnTo>
                    <a:pt x="14" y="78"/>
                  </a:lnTo>
                  <a:lnTo>
                    <a:pt x="14" y="78"/>
                  </a:lnTo>
                  <a:lnTo>
                    <a:pt x="17" y="78"/>
                  </a:lnTo>
                  <a:lnTo>
                    <a:pt x="17" y="76"/>
                  </a:lnTo>
                  <a:lnTo>
                    <a:pt x="17" y="76"/>
                  </a:lnTo>
                  <a:lnTo>
                    <a:pt x="17" y="76"/>
                  </a:lnTo>
                  <a:lnTo>
                    <a:pt x="17" y="74"/>
                  </a:lnTo>
                  <a:lnTo>
                    <a:pt x="17" y="74"/>
                  </a:lnTo>
                  <a:lnTo>
                    <a:pt x="19" y="74"/>
                  </a:lnTo>
                  <a:lnTo>
                    <a:pt x="19" y="71"/>
                  </a:lnTo>
                  <a:lnTo>
                    <a:pt x="19" y="71"/>
                  </a:lnTo>
                  <a:lnTo>
                    <a:pt x="19" y="71"/>
                  </a:lnTo>
                  <a:lnTo>
                    <a:pt x="19" y="71"/>
                  </a:lnTo>
                  <a:lnTo>
                    <a:pt x="19" y="71"/>
                  </a:lnTo>
                  <a:lnTo>
                    <a:pt x="21" y="71"/>
                  </a:lnTo>
                  <a:lnTo>
                    <a:pt x="21" y="74"/>
                  </a:lnTo>
                  <a:lnTo>
                    <a:pt x="21" y="74"/>
                  </a:lnTo>
                  <a:lnTo>
                    <a:pt x="21" y="74"/>
                  </a:lnTo>
                  <a:lnTo>
                    <a:pt x="21" y="74"/>
                  </a:lnTo>
                  <a:lnTo>
                    <a:pt x="24" y="74"/>
                  </a:lnTo>
                  <a:lnTo>
                    <a:pt x="24" y="76"/>
                  </a:lnTo>
                  <a:lnTo>
                    <a:pt x="24" y="76"/>
                  </a:lnTo>
                  <a:lnTo>
                    <a:pt x="24" y="76"/>
                  </a:lnTo>
                  <a:lnTo>
                    <a:pt x="26" y="76"/>
                  </a:lnTo>
                  <a:lnTo>
                    <a:pt x="26" y="76"/>
                  </a:lnTo>
                  <a:lnTo>
                    <a:pt x="26" y="76"/>
                  </a:lnTo>
                  <a:lnTo>
                    <a:pt x="28" y="76"/>
                  </a:lnTo>
                  <a:lnTo>
                    <a:pt x="28" y="76"/>
                  </a:lnTo>
                  <a:lnTo>
                    <a:pt x="28" y="76"/>
                  </a:lnTo>
                  <a:lnTo>
                    <a:pt x="31" y="76"/>
                  </a:lnTo>
                  <a:lnTo>
                    <a:pt x="31" y="76"/>
                  </a:lnTo>
                  <a:lnTo>
                    <a:pt x="31" y="76"/>
                  </a:lnTo>
                  <a:lnTo>
                    <a:pt x="33" y="76"/>
                  </a:lnTo>
                  <a:lnTo>
                    <a:pt x="33" y="76"/>
                  </a:lnTo>
                  <a:lnTo>
                    <a:pt x="33" y="76"/>
                  </a:lnTo>
                  <a:lnTo>
                    <a:pt x="33" y="76"/>
                  </a:lnTo>
                  <a:lnTo>
                    <a:pt x="36" y="76"/>
                  </a:lnTo>
                  <a:lnTo>
                    <a:pt x="36" y="78"/>
                  </a:lnTo>
                  <a:lnTo>
                    <a:pt x="36" y="78"/>
                  </a:lnTo>
                  <a:lnTo>
                    <a:pt x="36" y="78"/>
                  </a:lnTo>
                  <a:lnTo>
                    <a:pt x="38" y="78"/>
                  </a:lnTo>
                  <a:lnTo>
                    <a:pt x="38" y="78"/>
                  </a:lnTo>
                  <a:lnTo>
                    <a:pt x="38" y="78"/>
                  </a:lnTo>
                  <a:lnTo>
                    <a:pt x="38" y="81"/>
                  </a:lnTo>
                  <a:lnTo>
                    <a:pt x="40" y="81"/>
                  </a:lnTo>
                  <a:lnTo>
                    <a:pt x="40" y="81"/>
                  </a:lnTo>
                  <a:lnTo>
                    <a:pt x="40" y="81"/>
                  </a:lnTo>
                  <a:lnTo>
                    <a:pt x="40" y="83"/>
                  </a:lnTo>
                  <a:lnTo>
                    <a:pt x="40" y="83"/>
                  </a:lnTo>
                  <a:lnTo>
                    <a:pt x="40" y="83"/>
                  </a:lnTo>
                  <a:lnTo>
                    <a:pt x="40" y="81"/>
                  </a:lnTo>
                  <a:lnTo>
                    <a:pt x="43" y="81"/>
                  </a:lnTo>
                  <a:lnTo>
                    <a:pt x="43" y="81"/>
                  </a:lnTo>
                  <a:lnTo>
                    <a:pt x="43" y="81"/>
                  </a:lnTo>
                  <a:lnTo>
                    <a:pt x="43" y="81"/>
                  </a:lnTo>
                  <a:lnTo>
                    <a:pt x="45" y="81"/>
                  </a:lnTo>
                  <a:lnTo>
                    <a:pt x="45" y="81"/>
                  </a:lnTo>
                  <a:lnTo>
                    <a:pt x="45" y="81"/>
                  </a:lnTo>
                  <a:lnTo>
                    <a:pt x="45" y="81"/>
                  </a:lnTo>
                  <a:lnTo>
                    <a:pt x="47" y="81"/>
                  </a:lnTo>
                  <a:lnTo>
                    <a:pt x="47" y="81"/>
                  </a:lnTo>
                  <a:lnTo>
                    <a:pt x="47" y="81"/>
                  </a:lnTo>
                  <a:lnTo>
                    <a:pt x="50" y="81"/>
                  </a:lnTo>
                  <a:lnTo>
                    <a:pt x="50" y="81"/>
                  </a:lnTo>
                  <a:lnTo>
                    <a:pt x="50" y="81"/>
                  </a:lnTo>
                  <a:lnTo>
                    <a:pt x="52" y="81"/>
                  </a:lnTo>
                  <a:lnTo>
                    <a:pt x="52" y="78"/>
                  </a:lnTo>
                  <a:lnTo>
                    <a:pt x="52" y="78"/>
                  </a:lnTo>
                  <a:lnTo>
                    <a:pt x="52" y="78"/>
                  </a:lnTo>
                  <a:lnTo>
                    <a:pt x="52" y="78"/>
                  </a:lnTo>
                  <a:lnTo>
                    <a:pt x="54" y="78"/>
                  </a:lnTo>
                  <a:lnTo>
                    <a:pt x="54" y="76"/>
                  </a:lnTo>
                  <a:lnTo>
                    <a:pt x="54" y="76"/>
                  </a:lnTo>
                  <a:lnTo>
                    <a:pt x="54" y="76"/>
                  </a:lnTo>
                  <a:lnTo>
                    <a:pt x="57" y="76"/>
                  </a:lnTo>
                  <a:lnTo>
                    <a:pt x="57" y="76"/>
                  </a:lnTo>
                  <a:lnTo>
                    <a:pt x="57" y="76"/>
                  </a:lnTo>
                  <a:lnTo>
                    <a:pt x="57" y="74"/>
                  </a:lnTo>
                  <a:lnTo>
                    <a:pt x="57" y="74"/>
                  </a:lnTo>
                  <a:lnTo>
                    <a:pt x="57" y="71"/>
                  </a:lnTo>
                  <a:lnTo>
                    <a:pt x="57" y="71"/>
                  </a:lnTo>
                  <a:lnTo>
                    <a:pt x="57" y="71"/>
                  </a:lnTo>
                  <a:lnTo>
                    <a:pt x="57" y="71"/>
                  </a:lnTo>
                  <a:lnTo>
                    <a:pt x="57" y="71"/>
                  </a:lnTo>
                  <a:lnTo>
                    <a:pt x="59" y="71"/>
                  </a:lnTo>
                  <a:lnTo>
                    <a:pt x="59" y="71"/>
                  </a:lnTo>
                  <a:lnTo>
                    <a:pt x="59" y="71"/>
                  </a:lnTo>
                  <a:lnTo>
                    <a:pt x="59" y="69"/>
                  </a:lnTo>
                  <a:lnTo>
                    <a:pt x="59" y="69"/>
                  </a:lnTo>
                  <a:lnTo>
                    <a:pt x="59" y="69"/>
                  </a:lnTo>
                  <a:lnTo>
                    <a:pt x="59" y="69"/>
                  </a:lnTo>
                  <a:lnTo>
                    <a:pt x="59" y="67"/>
                  </a:lnTo>
                  <a:lnTo>
                    <a:pt x="57" y="67"/>
                  </a:lnTo>
                  <a:lnTo>
                    <a:pt x="57" y="67"/>
                  </a:lnTo>
                  <a:lnTo>
                    <a:pt x="57" y="64"/>
                  </a:lnTo>
                  <a:lnTo>
                    <a:pt x="59" y="64"/>
                  </a:lnTo>
                  <a:lnTo>
                    <a:pt x="59" y="64"/>
                  </a:lnTo>
                  <a:lnTo>
                    <a:pt x="59" y="64"/>
                  </a:lnTo>
                  <a:lnTo>
                    <a:pt x="62" y="64"/>
                  </a:lnTo>
                  <a:lnTo>
                    <a:pt x="62" y="64"/>
                  </a:lnTo>
                  <a:lnTo>
                    <a:pt x="62" y="64"/>
                  </a:lnTo>
                  <a:lnTo>
                    <a:pt x="64" y="64"/>
                  </a:lnTo>
                  <a:lnTo>
                    <a:pt x="64" y="64"/>
                  </a:lnTo>
                  <a:lnTo>
                    <a:pt x="64" y="64"/>
                  </a:lnTo>
                  <a:lnTo>
                    <a:pt x="66" y="64"/>
                  </a:lnTo>
                  <a:lnTo>
                    <a:pt x="66" y="64"/>
                  </a:lnTo>
                  <a:lnTo>
                    <a:pt x="66" y="62"/>
                  </a:lnTo>
                  <a:lnTo>
                    <a:pt x="66" y="62"/>
                  </a:lnTo>
                  <a:lnTo>
                    <a:pt x="69" y="62"/>
                  </a:lnTo>
                  <a:lnTo>
                    <a:pt x="69" y="62"/>
                  </a:lnTo>
                  <a:lnTo>
                    <a:pt x="71" y="62"/>
                  </a:lnTo>
                  <a:lnTo>
                    <a:pt x="71" y="62"/>
                  </a:lnTo>
                  <a:lnTo>
                    <a:pt x="71" y="62"/>
                  </a:lnTo>
                  <a:lnTo>
                    <a:pt x="71" y="62"/>
                  </a:lnTo>
                  <a:lnTo>
                    <a:pt x="73" y="62"/>
                  </a:lnTo>
                  <a:lnTo>
                    <a:pt x="73" y="59"/>
                  </a:lnTo>
                  <a:lnTo>
                    <a:pt x="73" y="59"/>
                  </a:lnTo>
                  <a:lnTo>
                    <a:pt x="73" y="59"/>
                  </a:lnTo>
                  <a:lnTo>
                    <a:pt x="76" y="59"/>
                  </a:lnTo>
                  <a:lnTo>
                    <a:pt x="76" y="59"/>
                  </a:lnTo>
                  <a:lnTo>
                    <a:pt x="78" y="59"/>
                  </a:lnTo>
                  <a:lnTo>
                    <a:pt x="78" y="62"/>
                  </a:lnTo>
                  <a:lnTo>
                    <a:pt x="78" y="62"/>
                  </a:lnTo>
                  <a:lnTo>
                    <a:pt x="78" y="59"/>
                  </a:lnTo>
                  <a:lnTo>
                    <a:pt x="78" y="59"/>
                  </a:lnTo>
                  <a:lnTo>
                    <a:pt x="78" y="59"/>
                  </a:lnTo>
                  <a:lnTo>
                    <a:pt x="78" y="59"/>
                  </a:lnTo>
                  <a:lnTo>
                    <a:pt x="81" y="59"/>
                  </a:lnTo>
                  <a:lnTo>
                    <a:pt x="81" y="57"/>
                  </a:lnTo>
                  <a:lnTo>
                    <a:pt x="81" y="57"/>
                  </a:lnTo>
                  <a:lnTo>
                    <a:pt x="81" y="57"/>
                  </a:lnTo>
                  <a:lnTo>
                    <a:pt x="83" y="57"/>
                  </a:lnTo>
                  <a:lnTo>
                    <a:pt x="83" y="57"/>
                  </a:lnTo>
                  <a:lnTo>
                    <a:pt x="83" y="57"/>
                  </a:lnTo>
                  <a:lnTo>
                    <a:pt x="85" y="57"/>
                  </a:lnTo>
                  <a:lnTo>
                    <a:pt x="85" y="55"/>
                  </a:lnTo>
                  <a:lnTo>
                    <a:pt x="85" y="55"/>
                  </a:lnTo>
                  <a:lnTo>
                    <a:pt x="85" y="55"/>
                  </a:lnTo>
                  <a:lnTo>
                    <a:pt x="85" y="55"/>
                  </a:lnTo>
                  <a:lnTo>
                    <a:pt x="88" y="55"/>
                  </a:lnTo>
                  <a:lnTo>
                    <a:pt x="88" y="55"/>
                  </a:lnTo>
                  <a:lnTo>
                    <a:pt x="88" y="52"/>
                  </a:lnTo>
                  <a:lnTo>
                    <a:pt x="88" y="52"/>
                  </a:lnTo>
                  <a:lnTo>
                    <a:pt x="88" y="52"/>
                  </a:lnTo>
                  <a:lnTo>
                    <a:pt x="88" y="50"/>
                  </a:lnTo>
                  <a:lnTo>
                    <a:pt x="90" y="50"/>
                  </a:lnTo>
                  <a:lnTo>
                    <a:pt x="90" y="50"/>
                  </a:lnTo>
                  <a:lnTo>
                    <a:pt x="90" y="50"/>
                  </a:lnTo>
                  <a:lnTo>
                    <a:pt x="90" y="48"/>
                  </a:lnTo>
                  <a:lnTo>
                    <a:pt x="90" y="48"/>
                  </a:lnTo>
                  <a:lnTo>
                    <a:pt x="90" y="45"/>
                  </a:lnTo>
                  <a:lnTo>
                    <a:pt x="90" y="45"/>
                  </a:lnTo>
                  <a:lnTo>
                    <a:pt x="90" y="43"/>
                  </a:lnTo>
                  <a:lnTo>
                    <a:pt x="90" y="43"/>
                  </a:lnTo>
                  <a:lnTo>
                    <a:pt x="90" y="43"/>
                  </a:lnTo>
                  <a:lnTo>
                    <a:pt x="90" y="40"/>
                  </a:lnTo>
                  <a:lnTo>
                    <a:pt x="92" y="40"/>
                  </a:lnTo>
                  <a:lnTo>
                    <a:pt x="92" y="40"/>
                  </a:lnTo>
                  <a:lnTo>
                    <a:pt x="92" y="40"/>
                  </a:lnTo>
                  <a:lnTo>
                    <a:pt x="92" y="40"/>
                  </a:lnTo>
                  <a:lnTo>
                    <a:pt x="92" y="38"/>
                  </a:lnTo>
                  <a:lnTo>
                    <a:pt x="92" y="38"/>
                  </a:lnTo>
                  <a:lnTo>
                    <a:pt x="92" y="38"/>
                  </a:lnTo>
                  <a:lnTo>
                    <a:pt x="92" y="36"/>
                  </a:lnTo>
                  <a:lnTo>
                    <a:pt x="92" y="36"/>
                  </a:lnTo>
                  <a:lnTo>
                    <a:pt x="92" y="36"/>
                  </a:lnTo>
                  <a:lnTo>
                    <a:pt x="92" y="33"/>
                  </a:lnTo>
                  <a:lnTo>
                    <a:pt x="92" y="33"/>
                  </a:lnTo>
                  <a:lnTo>
                    <a:pt x="92" y="33"/>
                  </a:lnTo>
                  <a:lnTo>
                    <a:pt x="95" y="33"/>
                  </a:lnTo>
                  <a:lnTo>
                    <a:pt x="95" y="31"/>
                  </a:lnTo>
                  <a:lnTo>
                    <a:pt x="95" y="31"/>
                  </a:lnTo>
                  <a:lnTo>
                    <a:pt x="95" y="31"/>
                  </a:lnTo>
                  <a:lnTo>
                    <a:pt x="95" y="31"/>
                  </a:lnTo>
                  <a:lnTo>
                    <a:pt x="97" y="31"/>
                  </a:lnTo>
                  <a:lnTo>
                    <a:pt x="97" y="31"/>
                  </a:lnTo>
                  <a:lnTo>
                    <a:pt x="99" y="31"/>
                  </a:lnTo>
                  <a:lnTo>
                    <a:pt x="99" y="31"/>
                  </a:lnTo>
                  <a:lnTo>
                    <a:pt x="99" y="31"/>
                  </a:lnTo>
                  <a:lnTo>
                    <a:pt x="99" y="31"/>
                  </a:lnTo>
                  <a:lnTo>
                    <a:pt x="102" y="31"/>
                  </a:lnTo>
                  <a:lnTo>
                    <a:pt x="102" y="31"/>
                  </a:lnTo>
                  <a:lnTo>
                    <a:pt x="102" y="31"/>
                  </a:lnTo>
                  <a:lnTo>
                    <a:pt x="104" y="31"/>
                  </a:lnTo>
                  <a:lnTo>
                    <a:pt x="104" y="31"/>
                  </a:lnTo>
                  <a:lnTo>
                    <a:pt x="107" y="31"/>
                  </a:lnTo>
                  <a:lnTo>
                    <a:pt x="107" y="31"/>
                  </a:lnTo>
                  <a:lnTo>
                    <a:pt x="107" y="31"/>
                  </a:lnTo>
                  <a:lnTo>
                    <a:pt x="109" y="31"/>
                  </a:lnTo>
                  <a:lnTo>
                    <a:pt x="109" y="31"/>
                  </a:lnTo>
                  <a:lnTo>
                    <a:pt x="111" y="31"/>
                  </a:lnTo>
                  <a:lnTo>
                    <a:pt x="111" y="29"/>
                  </a:lnTo>
                  <a:lnTo>
                    <a:pt x="111" y="29"/>
                  </a:lnTo>
                  <a:lnTo>
                    <a:pt x="111" y="29"/>
                  </a:lnTo>
                  <a:lnTo>
                    <a:pt x="111" y="26"/>
                  </a:lnTo>
                  <a:lnTo>
                    <a:pt x="111" y="26"/>
                  </a:lnTo>
                  <a:lnTo>
                    <a:pt x="111" y="26"/>
                  </a:lnTo>
                  <a:lnTo>
                    <a:pt x="111" y="24"/>
                  </a:lnTo>
                  <a:lnTo>
                    <a:pt x="111" y="24"/>
                  </a:lnTo>
                  <a:lnTo>
                    <a:pt x="114" y="24"/>
                  </a:lnTo>
                  <a:lnTo>
                    <a:pt x="114" y="21"/>
                  </a:lnTo>
                  <a:lnTo>
                    <a:pt x="114" y="21"/>
                  </a:lnTo>
                  <a:lnTo>
                    <a:pt x="114" y="21"/>
                  </a:lnTo>
                  <a:lnTo>
                    <a:pt x="114" y="24"/>
                  </a:lnTo>
                  <a:lnTo>
                    <a:pt x="116" y="24"/>
                  </a:lnTo>
                  <a:lnTo>
                    <a:pt x="116" y="24"/>
                  </a:lnTo>
                  <a:lnTo>
                    <a:pt x="116" y="24"/>
                  </a:lnTo>
                  <a:lnTo>
                    <a:pt x="118" y="24"/>
                  </a:lnTo>
                  <a:lnTo>
                    <a:pt x="118" y="24"/>
                  </a:lnTo>
                  <a:lnTo>
                    <a:pt x="118" y="24"/>
                  </a:lnTo>
                  <a:lnTo>
                    <a:pt x="121" y="24"/>
                  </a:lnTo>
                  <a:lnTo>
                    <a:pt x="121" y="24"/>
                  </a:lnTo>
                  <a:lnTo>
                    <a:pt x="121" y="26"/>
                  </a:lnTo>
                  <a:lnTo>
                    <a:pt x="121" y="26"/>
                  </a:lnTo>
                  <a:lnTo>
                    <a:pt x="121" y="26"/>
                  </a:lnTo>
                  <a:lnTo>
                    <a:pt x="123" y="26"/>
                  </a:lnTo>
                  <a:lnTo>
                    <a:pt x="123" y="26"/>
                  </a:lnTo>
                  <a:lnTo>
                    <a:pt x="125" y="26"/>
                  </a:lnTo>
                  <a:lnTo>
                    <a:pt x="125" y="29"/>
                  </a:lnTo>
                  <a:lnTo>
                    <a:pt x="125" y="29"/>
                  </a:lnTo>
                  <a:lnTo>
                    <a:pt x="125" y="29"/>
                  </a:lnTo>
                  <a:lnTo>
                    <a:pt x="128" y="29"/>
                  </a:lnTo>
                  <a:lnTo>
                    <a:pt x="128" y="29"/>
                  </a:lnTo>
                  <a:lnTo>
                    <a:pt x="128" y="29"/>
                  </a:lnTo>
                  <a:lnTo>
                    <a:pt x="130" y="29"/>
                  </a:lnTo>
                  <a:lnTo>
                    <a:pt x="130" y="29"/>
                  </a:lnTo>
                  <a:lnTo>
                    <a:pt x="130" y="26"/>
                  </a:lnTo>
                  <a:lnTo>
                    <a:pt x="133" y="26"/>
                  </a:lnTo>
                  <a:lnTo>
                    <a:pt x="133" y="26"/>
                  </a:lnTo>
                  <a:lnTo>
                    <a:pt x="133" y="29"/>
                  </a:lnTo>
                  <a:lnTo>
                    <a:pt x="133" y="29"/>
                  </a:lnTo>
                  <a:lnTo>
                    <a:pt x="135" y="29"/>
                  </a:lnTo>
                  <a:lnTo>
                    <a:pt x="135" y="29"/>
                  </a:lnTo>
                  <a:lnTo>
                    <a:pt x="135" y="26"/>
                  </a:lnTo>
                  <a:lnTo>
                    <a:pt x="135" y="26"/>
                  </a:lnTo>
                  <a:lnTo>
                    <a:pt x="135" y="29"/>
                  </a:lnTo>
                  <a:lnTo>
                    <a:pt x="137" y="29"/>
                  </a:lnTo>
                  <a:lnTo>
                    <a:pt x="137" y="26"/>
                  </a:lnTo>
                  <a:lnTo>
                    <a:pt x="137" y="26"/>
                  </a:lnTo>
                  <a:lnTo>
                    <a:pt x="140" y="26"/>
                  </a:lnTo>
                  <a:lnTo>
                    <a:pt x="140" y="26"/>
                  </a:lnTo>
                  <a:lnTo>
                    <a:pt x="140" y="26"/>
                  </a:lnTo>
                  <a:lnTo>
                    <a:pt x="142" y="26"/>
                  </a:lnTo>
                  <a:lnTo>
                    <a:pt x="142" y="26"/>
                  </a:lnTo>
                  <a:lnTo>
                    <a:pt x="142" y="29"/>
                  </a:lnTo>
                  <a:lnTo>
                    <a:pt x="142" y="29"/>
                  </a:lnTo>
                  <a:lnTo>
                    <a:pt x="144" y="29"/>
                  </a:lnTo>
                  <a:lnTo>
                    <a:pt x="144" y="31"/>
                  </a:lnTo>
                  <a:lnTo>
                    <a:pt x="144" y="31"/>
                  </a:lnTo>
                  <a:lnTo>
                    <a:pt x="144" y="31"/>
                  </a:lnTo>
                  <a:lnTo>
                    <a:pt x="144" y="31"/>
                  </a:lnTo>
                  <a:lnTo>
                    <a:pt x="147" y="31"/>
                  </a:lnTo>
                  <a:lnTo>
                    <a:pt x="147" y="31"/>
                  </a:lnTo>
                  <a:lnTo>
                    <a:pt x="147" y="31"/>
                  </a:lnTo>
                  <a:lnTo>
                    <a:pt x="149" y="31"/>
                  </a:lnTo>
                  <a:lnTo>
                    <a:pt x="149" y="31"/>
                  </a:lnTo>
                  <a:lnTo>
                    <a:pt x="149" y="31"/>
                  </a:lnTo>
                  <a:lnTo>
                    <a:pt x="152" y="31"/>
                  </a:lnTo>
                  <a:lnTo>
                    <a:pt x="152" y="31"/>
                  </a:lnTo>
                  <a:lnTo>
                    <a:pt x="152" y="31"/>
                  </a:lnTo>
                  <a:lnTo>
                    <a:pt x="154" y="31"/>
                  </a:lnTo>
                  <a:lnTo>
                    <a:pt x="154" y="31"/>
                  </a:lnTo>
                  <a:lnTo>
                    <a:pt x="154" y="31"/>
                  </a:lnTo>
                  <a:lnTo>
                    <a:pt x="156" y="31"/>
                  </a:lnTo>
                  <a:lnTo>
                    <a:pt x="156" y="31"/>
                  </a:lnTo>
                  <a:lnTo>
                    <a:pt x="156" y="31"/>
                  </a:lnTo>
                  <a:lnTo>
                    <a:pt x="159" y="31"/>
                  </a:lnTo>
                  <a:lnTo>
                    <a:pt x="159" y="31"/>
                  </a:lnTo>
                  <a:lnTo>
                    <a:pt x="159" y="33"/>
                  </a:lnTo>
                  <a:lnTo>
                    <a:pt x="159" y="33"/>
                  </a:lnTo>
                  <a:lnTo>
                    <a:pt x="159" y="33"/>
                  </a:lnTo>
                  <a:lnTo>
                    <a:pt x="159" y="33"/>
                  </a:lnTo>
                  <a:lnTo>
                    <a:pt x="159" y="36"/>
                  </a:lnTo>
                  <a:lnTo>
                    <a:pt x="161" y="36"/>
                  </a:lnTo>
                  <a:lnTo>
                    <a:pt x="161" y="36"/>
                  </a:lnTo>
                  <a:lnTo>
                    <a:pt x="161" y="36"/>
                  </a:lnTo>
                  <a:lnTo>
                    <a:pt x="161" y="38"/>
                  </a:lnTo>
                  <a:lnTo>
                    <a:pt x="161" y="38"/>
                  </a:lnTo>
                  <a:lnTo>
                    <a:pt x="161" y="38"/>
                  </a:lnTo>
                  <a:lnTo>
                    <a:pt x="163" y="38"/>
                  </a:lnTo>
                  <a:lnTo>
                    <a:pt x="163" y="38"/>
                  </a:lnTo>
                  <a:lnTo>
                    <a:pt x="163" y="38"/>
                  </a:lnTo>
                  <a:lnTo>
                    <a:pt x="166" y="38"/>
                  </a:lnTo>
                  <a:lnTo>
                    <a:pt x="166" y="36"/>
                  </a:lnTo>
                  <a:lnTo>
                    <a:pt x="166" y="36"/>
                  </a:lnTo>
                  <a:lnTo>
                    <a:pt x="166" y="36"/>
                  </a:lnTo>
                  <a:lnTo>
                    <a:pt x="168" y="36"/>
                  </a:lnTo>
                  <a:lnTo>
                    <a:pt x="168" y="36"/>
                  </a:lnTo>
                  <a:lnTo>
                    <a:pt x="168" y="36"/>
                  </a:lnTo>
                  <a:lnTo>
                    <a:pt x="168" y="33"/>
                  </a:lnTo>
                  <a:lnTo>
                    <a:pt x="168" y="33"/>
                  </a:lnTo>
                  <a:lnTo>
                    <a:pt x="168" y="33"/>
                  </a:lnTo>
                  <a:lnTo>
                    <a:pt x="170" y="33"/>
                  </a:lnTo>
                  <a:lnTo>
                    <a:pt x="170" y="33"/>
                  </a:lnTo>
                  <a:lnTo>
                    <a:pt x="173" y="33"/>
                  </a:lnTo>
                  <a:lnTo>
                    <a:pt x="173" y="31"/>
                  </a:lnTo>
                  <a:lnTo>
                    <a:pt x="173" y="31"/>
                  </a:lnTo>
                  <a:lnTo>
                    <a:pt x="173" y="31"/>
                  </a:lnTo>
                  <a:lnTo>
                    <a:pt x="175" y="31"/>
                  </a:lnTo>
                  <a:lnTo>
                    <a:pt x="175" y="31"/>
                  </a:lnTo>
                  <a:lnTo>
                    <a:pt x="175" y="31"/>
                  </a:lnTo>
                  <a:lnTo>
                    <a:pt x="178" y="31"/>
                  </a:lnTo>
                  <a:lnTo>
                    <a:pt x="178" y="31"/>
                  </a:lnTo>
                  <a:lnTo>
                    <a:pt x="178" y="29"/>
                  </a:lnTo>
                  <a:lnTo>
                    <a:pt x="178" y="29"/>
                  </a:lnTo>
                  <a:lnTo>
                    <a:pt x="178" y="29"/>
                  </a:lnTo>
                  <a:lnTo>
                    <a:pt x="180" y="29"/>
                  </a:lnTo>
                  <a:lnTo>
                    <a:pt x="180" y="31"/>
                  </a:lnTo>
                  <a:lnTo>
                    <a:pt x="180" y="31"/>
                  </a:lnTo>
                  <a:lnTo>
                    <a:pt x="180" y="29"/>
                  </a:lnTo>
                  <a:lnTo>
                    <a:pt x="180" y="29"/>
                  </a:lnTo>
                  <a:lnTo>
                    <a:pt x="182" y="29"/>
                  </a:lnTo>
                  <a:lnTo>
                    <a:pt x="182" y="29"/>
                  </a:lnTo>
                  <a:lnTo>
                    <a:pt x="182" y="29"/>
                  </a:lnTo>
                  <a:lnTo>
                    <a:pt x="185" y="29"/>
                  </a:lnTo>
                  <a:lnTo>
                    <a:pt x="185" y="29"/>
                  </a:lnTo>
                  <a:lnTo>
                    <a:pt x="185" y="29"/>
                  </a:lnTo>
                  <a:lnTo>
                    <a:pt x="185" y="31"/>
                  </a:lnTo>
                  <a:lnTo>
                    <a:pt x="185" y="31"/>
                  </a:lnTo>
                  <a:lnTo>
                    <a:pt x="185" y="31"/>
                  </a:lnTo>
                  <a:lnTo>
                    <a:pt x="187" y="31"/>
                  </a:lnTo>
                  <a:lnTo>
                    <a:pt x="187" y="31"/>
                  </a:lnTo>
                  <a:lnTo>
                    <a:pt x="187" y="31"/>
                  </a:lnTo>
                  <a:lnTo>
                    <a:pt x="187" y="33"/>
                  </a:lnTo>
                  <a:lnTo>
                    <a:pt x="187" y="33"/>
                  </a:lnTo>
                  <a:lnTo>
                    <a:pt x="189" y="33"/>
                  </a:lnTo>
                  <a:lnTo>
                    <a:pt x="189" y="33"/>
                  </a:lnTo>
                  <a:lnTo>
                    <a:pt x="192" y="33"/>
                  </a:lnTo>
                  <a:lnTo>
                    <a:pt x="192" y="31"/>
                  </a:lnTo>
                  <a:lnTo>
                    <a:pt x="192" y="31"/>
                  </a:lnTo>
                  <a:lnTo>
                    <a:pt x="192" y="31"/>
                  </a:lnTo>
                  <a:lnTo>
                    <a:pt x="192" y="31"/>
                  </a:lnTo>
                  <a:lnTo>
                    <a:pt x="192" y="31"/>
                  </a:lnTo>
                  <a:lnTo>
                    <a:pt x="192" y="29"/>
                  </a:lnTo>
                  <a:lnTo>
                    <a:pt x="192" y="29"/>
                  </a:lnTo>
                  <a:lnTo>
                    <a:pt x="192" y="29"/>
                  </a:lnTo>
                  <a:lnTo>
                    <a:pt x="192" y="26"/>
                  </a:lnTo>
                  <a:lnTo>
                    <a:pt x="192" y="26"/>
                  </a:lnTo>
                  <a:lnTo>
                    <a:pt x="192" y="24"/>
                  </a:lnTo>
                  <a:lnTo>
                    <a:pt x="192" y="24"/>
                  </a:lnTo>
                  <a:lnTo>
                    <a:pt x="192" y="24"/>
                  </a:lnTo>
                  <a:lnTo>
                    <a:pt x="194" y="24"/>
                  </a:lnTo>
                  <a:lnTo>
                    <a:pt x="194" y="21"/>
                  </a:lnTo>
                  <a:lnTo>
                    <a:pt x="194" y="21"/>
                  </a:lnTo>
                  <a:lnTo>
                    <a:pt x="194" y="21"/>
                  </a:lnTo>
                  <a:lnTo>
                    <a:pt x="194" y="21"/>
                  </a:lnTo>
                  <a:lnTo>
                    <a:pt x="196" y="21"/>
                  </a:lnTo>
                  <a:lnTo>
                    <a:pt x="196" y="21"/>
                  </a:lnTo>
                  <a:lnTo>
                    <a:pt x="199" y="21"/>
                  </a:lnTo>
                  <a:lnTo>
                    <a:pt x="199" y="21"/>
                  </a:lnTo>
                  <a:lnTo>
                    <a:pt x="199" y="21"/>
                  </a:lnTo>
                  <a:lnTo>
                    <a:pt x="201" y="21"/>
                  </a:lnTo>
                  <a:lnTo>
                    <a:pt x="201" y="21"/>
                  </a:lnTo>
                  <a:lnTo>
                    <a:pt x="201" y="21"/>
                  </a:lnTo>
                  <a:lnTo>
                    <a:pt x="201" y="21"/>
                  </a:lnTo>
                  <a:lnTo>
                    <a:pt x="204" y="21"/>
                  </a:lnTo>
                  <a:lnTo>
                    <a:pt x="204" y="21"/>
                  </a:lnTo>
                  <a:lnTo>
                    <a:pt x="204" y="21"/>
                  </a:lnTo>
                  <a:lnTo>
                    <a:pt x="206" y="21"/>
                  </a:lnTo>
                  <a:lnTo>
                    <a:pt x="206" y="21"/>
                  </a:lnTo>
                  <a:lnTo>
                    <a:pt x="206" y="21"/>
                  </a:lnTo>
                  <a:lnTo>
                    <a:pt x="206" y="21"/>
                  </a:lnTo>
                  <a:lnTo>
                    <a:pt x="208" y="21"/>
                  </a:lnTo>
                  <a:lnTo>
                    <a:pt x="208" y="21"/>
                  </a:lnTo>
                  <a:lnTo>
                    <a:pt x="208" y="21"/>
                  </a:lnTo>
                  <a:lnTo>
                    <a:pt x="208" y="21"/>
                  </a:lnTo>
                  <a:lnTo>
                    <a:pt x="211" y="21"/>
                  </a:lnTo>
                  <a:lnTo>
                    <a:pt x="211" y="21"/>
                  </a:lnTo>
                  <a:lnTo>
                    <a:pt x="211" y="21"/>
                  </a:lnTo>
                  <a:lnTo>
                    <a:pt x="211" y="19"/>
                  </a:lnTo>
                  <a:lnTo>
                    <a:pt x="211" y="19"/>
                  </a:lnTo>
                  <a:lnTo>
                    <a:pt x="211" y="17"/>
                  </a:lnTo>
                  <a:lnTo>
                    <a:pt x="211" y="17"/>
                  </a:lnTo>
                  <a:lnTo>
                    <a:pt x="211" y="14"/>
                  </a:lnTo>
                  <a:lnTo>
                    <a:pt x="211" y="14"/>
                  </a:lnTo>
                  <a:lnTo>
                    <a:pt x="208" y="14"/>
                  </a:lnTo>
                  <a:lnTo>
                    <a:pt x="208" y="14"/>
                  </a:lnTo>
                  <a:lnTo>
                    <a:pt x="208" y="14"/>
                  </a:lnTo>
                  <a:lnTo>
                    <a:pt x="208" y="12"/>
                  </a:lnTo>
                  <a:lnTo>
                    <a:pt x="208" y="12"/>
                  </a:lnTo>
                  <a:lnTo>
                    <a:pt x="211" y="12"/>
                  </a:lnTo>
                  <a:lnTo>
                    <a:pt x="211" y="12"/>
                  </a:lnTo>
                  <a:lnTo>
                    <a:pt x="211" y="12"/>
                  </a:lnTo>
                  <a:lnTo>
                    <a:pt x="211" y="12"/>
                  </a:lnTo>
                  <a:lnTo>
                    <a:pt x="213" y="12"/>
                  </a:lnTo>
                  <a:lnTo>
                    <a:pt x="213" y="10"/>
                  </a:lnTo>
                  <a:lnTo>
                    <a:pt x="213" y="10"/>
                  </a:lnTo>
                  <a:lnTo>
                    <a:pt x="213" y="10"/>
                  </a:lnTo>
                  <a:lnTo>
                    <a:pt x="213" y="10"/>
                  </a:lnTo>
                  <a:lnTo>
                    <a:pt x="215" y="10"/>
                  </a:lnTo>
                  <a:lnTo>
                    <a:pt x="215" y="7"/>
                  </a:lnTo>
                  <a:lnTo>
                    <a:pt x="215" y="7"/>
                  </a:lnTo>
                  <a:lnTo>
                    <a:pt x="215" y="7"/>
                  </a:lnTo>
                  <a:lnTo>
                    <a:pt x="215" y="5"/>
                  </a:lnTo>
                  <a:lnTo>
                    <a:pt x="218" y="5"/>
                  </a:lnTo>
                  <a:lnTo>
                    <a:pt x="218" y="5"/>
                  </a:lnTo>
                  <a:lnTo>
                    <a:pt x="218" y="5"/>
                  </a:lnTo>
                  <a:lnTo>
                    <a:pt x="218" y="3"/>
                  </a:lnTo>
                  <a:lnTo>
                    <a:pt x="218" y="3"/>
                  </a:lnTo>
                  <a:lnTo>
                    <a:pt x="218" y="3"/>
                  </a:lnTo>
                  <a:lnTo>
                    <a:pt x="220" y="3"/>
                  </a:lnTo>
                  <a:lnTo>
                    <a:pt x="220" y="0"/>
                  </a:lnTo>
                  <a:lnTo>
                    <a:pt x="220" y="0"/>
                  </a:lnTo>
                  <a:lnTo>
                    <a:pt x="220" y="0"/>
                  </a:lnTo>
                  <a:lnTo>
                    <a:pt x="220" y="0"/>
                  </a:lnTo>
                  <a:lnTo>
                    <a:pt x="220" y="0"/>
                  </a:lnTo>
                  <a:lnTo>
                    <a:pt x="223" y="0"/>
                  </a:lnTo>
                  <a:lnTo>
                    <a:pt x="223" y="0"/>
                  </a:lnTo>
                  <a:lnTo>
                    <a:pt x="225" y="0"/>
                  </a:lnTo>
                  <a:lnTo>
                    <a:pt x="225" y="0"/>
                  </a:lnTo>
                  <a:lnTo>
                    <a:pt x="225" y="0"/>
                  </a:lnTo>
                  <a:lnTo>
                    <a:pt x="225" y="0"/>
                  </a:lnTo>
                  <a:lnTo>
                    <a:pt x="225" y="0"/>
                  </a:lnTo>
                  <a:lnTo>
                    <a:pt x="227" y="0"/>
                  </a:lnTo>
                  <a:lnTo>
                    <a:pt x="22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1" name="Freeform 259"/>
            <p:cNvSpPr>
              <a:spLocks/>
            </p:cNvSpPr>
            <p:nvPr/>
          </p:nvSpPr>
          <p:spPr bwMode="auto">
            <a:xfrm>
              <a:off x="3378200" y="2824163"/>
              <a:ext cx="492125" cy="365125"/>
            </a:xfrm>
            <a:custGeom>
              <a:avLst/>
              <a:gdLst/>
              <a:ahLst/>
              <a:cxnLst>
                <a:cxn ang="0">
                  <a:pos x="232" y="12"/>
                </a:cxn>
                <a:cxn ang="0">
                  <a:pos x="237" y="21"/>
                </a:cxn>
                <a:cxn ang="0">
                  <a:pos x="239" y="43"/>
                </a:cxn>
                <a:cxn ang="0">
                  <a:pos x="253" y="38"/>
                </a:cxn>
                <a:cxn ang="0">
                  <a:pos x="267" y="31"/>
                </a:cxn>
                <a:cxn ang="0">
                  <a:pos x="284" y="26"/>
                </a:cxn>
                <a:cxn ang="0">
                  <a:pos x="294" y="29"/>
                </a:cxn>
                <a:cxn ang="0">
                  <a:pos x="308" y="29"/>
                </a:cxn>
                <a:cxn ang="0">
                  <a:pos x="303" y="36"/>
                </a:cxn>
                <a:cxn ang="0">
                  <a:pos x="289" y="40"/>
                </a:cxn>
                <a:cxn ang="0">
                  <a:pos x="272" y="40"/>
                </a:cxn>
                <a:cxn ang="0">
                  <a:pos x="256" y="43"/>
                </a:cxn>
                <a:cxn ang="0">
                  <a:pos x="244" y="52"/>
                </a:cxn>
                <a:cxn ang="0">
                  <a:pos x="232" y="59"/>
                </a:cxn>
                <a:cxn ang="0">
                  <a:pos x="239" y="71"/>
                </a:cxn>
                <a:cxn ang="0">
                  <a:pos x="239" y="83"/>
                </a:cxn>
                <a:cxn ang="0">
                  <a:pos x="227" y="97"/>
                </a:cxn>
                <a:cxn ang="0">
                  <a:pos x="227" y="112"/>
                </a:cxn>
                <a:cxn ang="0">
                  <a:pos x="208" y="112"/>
                </a:cxn>
                <a:cxn ang="0">
                  <a:pos x="208" y="121"/>
                </a:cxn>
                <a:cxn ang="0">
                  <a:pos x="206" y="133"/>
                </a:cxn>
                <a:cxn ang="0">
                  <a:pos x="194" y="142"/>
                </a:cxn>
                <a:cxn ang="0">
                  <a:pos x="189" y="159"/>
                </a:cxn>
                <a:cxn ang="0">
                  <a:pos x="182" y="173"/>
                </a:cxn>
                <a:cxn ang="0">
                  <a:pos x="168" y="168"/>
                </a:cxn>
                <a:cxn ang="0">
                  <a:pos x="156" y="176"/>
                </a:cxn>
                <a:cxn ang="0">
                  <a:pos x="152" y="183"/>
                </a:cxn>
                <a:cxn ang="0">
                  <a:pos x="135" y="185"/>
                </a:cxn>
                <a:cxn ang="0">
                  <a:pos x="125" y="199"/>
                </a:cxn>
                <a:cxn ang="0">
                  <a:pos x="125" y="218"/>
                </a:cxn>
                <a:cxn ang="0">
                  <a:pos x="109" y="223"/>
                </a:cxn>
                <a:cxn ang="0">
                  <a:pos x="90" y="225"/>
                </a:cxn>
                <a:cxn ang="0">
                  <a:pos x="73" y="228"/>
                </a:cxn>
                <a:cxn ang="0">
                  <a:pos x="54" y="228"/>
                </a:cxn>
                <a:cxn ang="0">
                  <a:pos x="38" y="228"/>
                </a:cxn>
                <a:cxn ang="0">
                  <a:pos x="21" y="221"/>
                </a:cxn>
                <a:cxn ang="0">
                  <a:pos x="12" y="213"/>
                </a:cxn>
                <a:cxn ang="0">
                  <a:pos x="21" y="199"/>
                </a:cxn>
                <a:cxn ang="0">
                  <a:pos x="28" y="185"/>
                </a:cxn>
                <a:cxn ang="0">
                  <a:pos x="14" y="178"/>
                </a:cxn>
                <a:cxn ang="0">
                  <a:pos x="7" y="159"/>
                </a:cxn>
                <a:cxn ang="0">
                  <a:pos x="5" y="140"/>
                </a:cxn>
                <a:cxn ang="0">
                  <a:pos x="9" y="126"/>
                </a:cxn>
                <a:cxn ang="0">
                  <a:pos x="0" y="114"/>
                </a:cxn>
                <a:cxn ang="0">
                  <a:pos x="7" y="100"/>
                </a:cxn>
                <a:cxn ang="0">
                  <a:pos x="14" y="88"/>
                </a:cxn>
                <a:cxn ang="0">
                  <a:pos x="19" y="71"/>
                </a:cxn>
                <a:cxn ang="0">
                  <a:pos x="36" y="78"/>
                </a:cxn>
                <a:cxn ang="0">
                  <a:pos x="47" y="81"/>
                </a:cxn>
                <a:cxn ang="0">
                  <a:pos x="59" y="71"/>
                </a:cxn>
                <a:cxn ang="0">
                  <a:pos x="69" y="62"/>
                </a:cxn>
                <a:cxn ang="0">
                  <a:pos x="83" y="57"/>
                </a:cxn>
                <a:cxn ang="0">
                  <a:pos x="92" y="40"/>
                </a:cxn>
                <a:cxn ang="0">
                  <a:pos x="102" y="31"/>
                </a:cxn>
                <a:cxn ang="0">
                  <a:pos x="116" y="24"/>
                </a:cxn>
                <a:cxn ang="0">
                  <a:pos x="133" y="29"/>
                </a:cxn>
                <a:cxn ang="0">
                  <a:pos x="147" y="31"/>
                </a:cxn>
                <a:cxn ang="0">
                  <a:pos x="161" y="38"/>
                </a:cxn>
                <a:cxn ang="0">
                  <a:pos x="178" y="31"/>
                </a:cxn>
                <a:cxn ang="0">
                  <a:pos x="189" y="33"/>
                </a:cxn>
                <a:cxn ang="0">
                  <a:pos x="199" y="21"/>
                </a:cxn>
                <a:cxn ang="0">
                  <a:pos x="211" y="14"/>
                </a:cxn>
                <a:cxn ang="0">
                  <a:pos x="218" y="3"/>
                </a:cxn>
              </a:cxnLst>
              <a:rect l="0" t="0" r="r" b="b"/>
              <a:pathLst>
                <a:path w="310" h="230">
                  <a:moveTo>
                    <a:pt x="227" y="0"/>
                  </a:moveTo>
                  <a:lnTo>
                    <a:pt x="227" y="0"/>
                  </a:lnTo>
                  <a:lnTo>
                    <a:pt x="227" y="0"/>
                  </a:lnTo>
                  <a:lnTo>
                    <a:pt x="230" y="0"/>
                  </a:lnTo>
                  <a:lnTo>
                    <a:pt x="230" y="0"/>
                  </a:lnTo>
                  <a:lnTo>
                    <a:pt x="230" y="0"/>
                  </a:lnTo>
                  <a:lnTo>
                    <a:pt x="230" y="3"/>
                  </a:lnTo>
                  <a:lnTo>
                    <a:pt x="232" y="3"/>
                  </a:lnTo>
                  <a:lnTo>
                    <a:pt x="232" y="3"/>
                  </a:lnTo>
                  <a:lnTo>
                    <a:pt x="232" y="3"/>
                  </a:lnTo>
                  <a:lnTo>
                    <a:pt x="232" y="3"/>
                  </a:lnTo>
                  <a:lnTo>
                    <a:pt x="234" y="3"/>
                  </a:lnTo>
                  <a:lnTo>
                    <a:pt x="234" y="5"/>
                  </a:lnTo>
                  <a:lnTo>
                    <a:pt x="234" y="5"/>
                  </a:lnTo>
                  <a:lnTo>
                    <a:pt x="234" y="5"/>
                  </a:lnTo>
                  <a:lnTo>
                    <a:pt x="234" y="7"/>
                  </a:lnTo>
                  <a:lnTo>
                    <a:pt x="234" y="7"/>
                  </a:lnTo>
                  <a:lnTo>
                    <a:pt x="234" y="7"/>
                  </a:lnTo>
                  <a:lnTo>
                    <a:pt x="234" y="10"/>
                  </a:lnTo>
                  <a:lnTo>
                    <a:pt x="232" y="10"/>
                  </a:lnTo>
                  <a:lnTo>
                    <a:pt x="232" y="10"/>
                  </a:lnTo>
                  <a:lnTo>
                    <a:pt x="232" y="12"/>
                  </a:lnTo>
                  <a:lnTo>
                    <a:pt x="232" y="12"/>
                  </a:lnTo>
                  <a:lnTo>
                    <a:pt x="232" y="12"/>
                  </a:lnTo>
                  <a:lnTo>
                    <a:pt x="232" y="12"/>
                  </a:lnTo>
                  <a:lnTo>
                    <a:pt x="232" y="12"/>
                  </a:lnTo>
                  <a:lnTo>
                    <a:pt x="234" y="12"/>
                  </a:lnTo>
                  <a:lnTo>
                    <a:pt x="234" y="14"/>
                  </a:lnTo>
                  <a:lnTo>
                    <a:pt x="234" y="14"/>
                  </a:lnTo>
                  <a:lnTo>
                    <a:pt x="234" y="12"/>
                  </a:lnTo>
                  <a:lnTo>
                    <a:pt x="234" y="12"/>
                  </a:lnTo>
                  <a:lnTo>
                    <a:pt x="237" y="12"/>
                  </a:lnTo>
                  <a:lnTo>
                    <a:pt x="237" y="12"/>
                  </a:lnTo>
                  <a:lnTo>
                    <a:pt x="237" y="12"/>
                  </a:lnTo>
                  <a:lnTo>
                    <a:pt x="239" y="12"/>
                  </a:lnTo>
                  <a:lnTo>
                    <a:pt x="239" y="12"/>
                  </a:lnTo>
                  <a:lnTo>
                    <a:pt x="239" y="12"/>
                  </a:lnTo>
                  <a:lnTo>
                    <a:pt x="239" y="14"/>
                  </a:lnTo>
                  <a:lnTo>
                    <a:pt x="239" y="14"/>
                  </a:lnTo>
                  <a:lnTo>
                    <a:pt x="239" y="17"/>
                  </a:lnTo>
                  <a:lnTo>
                    <a:pt x="239" y="17"/>
                  </a:lnTo>
                  <a:lnTo>
                    <a:pt x="239" y="17"/>
                  </a:lnTo>
                  <a:lnTo>
                    <a:pt x="239" y="19"/>
                  </a:lnTo>
                  <a:lnTo>
                    <a:pt x="239" y="19"/>
                  </a:lnTo>
                  <a:lnTo>
                    <a:pt x="239" y="21"/>
                  </a:lnTo>
                  <a:lnTo>
                    <a:pt x="237" y="21"/>
                  </a:lnTo>
                  <a:lnTo>
                    <a:pt x="237" y="21"/>
                  </a:lnTo>
                  <a:lnTo>
                    <a:pt x="237" y="21"/>
                  </a:lnTo>
                  <a:lnTo>
                    <a:pt x="237" y="24"/>
                  </a:lnTo>
                  <a:lnTo>
                    <a:pt x="237" y="24"/>
                  </a:lnTo>
                  <a:lnTo>
                    <a:pt x="237" y="26"/>
                  </a:lnTo>
                  <a:lnTo>
                    <a:pt x="237" y="26"/>
                  </a:lnTo>
                  <a:lnTo>
                    <a:pt x="237" y="29"/>
                  </a:lnTo>
                  <a:lnTo>
                    <a:pt x="237" y="29"/>
                  </a:lnTo>
                  <a:lnTo>
                    <a:pt x="237" y="31"/>
                  </a:lnTo>
                  <a:lnTo>
                    <a:pt x="237" y="31"/>
                  </a:lnTo>
                  <a:lnTo>
                    <a:pt x="237" y="31"/>
                  </a:lnTo>
                  <a:lnTo>
                    <a:pt x="237" y="31"/>
                  </a:lnTo>
                  <a:lnTo>
                    <a:pt x="237" y="33"/>
                  </a:lnTo>
                  <a:lnTo>
                    <a:pt x="237" y="33"/>
                  </a:lnTo>
                  <a:lnTo>
                    <a:pt x="234" y="33"/>
                  </a:lnTo>
                  <a:lnTo>
                    <a:pt x="234" y="36"/>
                  </a:lnTo>
                  <a:lnTo>
                    <a:pt x="237" y="36"/>
                  </a:lnTo>
                  <a:lnTo>
                    <a:pt x="237" y="36"/>
                  </a:lnTo>
                  <a:lnTo>
                    <a:pt x="237" y="38"/>
                  </a:lnTo>
                  <a:lnTo>
                    <a:pt x="237" y="38"/>
                  </a:lnTo>
                  <a:lnTo>
                    <a:pt x="237" y="38"/>
                  </a:lnTo>
                  <a:lnTo>
                    <a:pt x="237" y="40"/>
                  </a:lnTo>
                  <a:lnTo>
                    <a:pt x="239" y="40"/>
                  </a:lnTo>
                  <a:lnTo>
                    <a:pt x="239" y="40"/>
                  </a:lnTo>
                  <a:lnTo>
                    <a:pt x="239" y="40"/>
                  </a:lnTo>
                  <a:lnTo>
                    <a:pt x="239" y="43"/>
                  </a:lnTo>
                  <a:lnTo>
                    <a:pt x="239" y="43"/>
                  </a:lnTo>
                  <a:lnTo>
                    <a:pt x="239" y="43"/>
                  </a:lnTo>
                  <a:lnTo>
                    <a:pt x="239" y="43"/>
                  </a:lnTo>
                  <a:lnTo>
                    <a:pt x="241" y="43"/>
                  </a:lnTo>
                  <a:lnTo>
                    <a:pt x="241" y="45"/>
                  </a:lnTo>
                  <a:lnTo>
                    <a:pt x="241" y="45"/>
                  </a:lnTo>
                  <a:lnTo>
                    <a:pt x="241" y="45"/>
                  </a:lnTo>
                  <a:lnTo>
                    <a:pt x="244" y="45"/>
                  </a:lnTo>
                  <a:lnTo>
                    <a:pt x="244" y="45"/>
                  </a:lnTo>
                  <a:lnTo>
                    <a:pt x="244" y="43"/>
                  </a:lnTo>
                  <a:lnTo>
                    <a:pt x="246" y="43"/>
                  </a:lnTo>
                  <a:lnTo>
                    <a:pt x="246" y="43"/>
                  </a:lnTo>
                  <a:lnTo>
                    <a:pt x="246" y="43"/>
                  </a:lnTo>
                  <a:lnTo>
                    <a:pt x="246" y="43"/>
                  </a:lnTo>
                  <a:lnTo>
                    <a:pt x="246" y="40"/>
                  </a:lnTo>
                  <a:lnTo>
                    <a:pt x="249" y="40"/>
                  </a:lnTo>
                  <a:lnTo>
                    <a:pt x="249" y="40"/>
                  </a:lnTo>
                  <a:lnTo>
                    <a:pt x="249" y="40"/>
                  </a:lnTo>
                  <a:lnTo>
                    <a:pt x="251" y="40"/>
                  </a:lnTo>
                  <a:lnTo>
                    <a:pt x="251" y="40"/>
                  </a:lnTo>
                  <a:lnTo>
                    <a:pt x="251" y="40"/>
                  </a:lnTo>
                  <a:lnTo>
                    <a:pt x="251" y="40"/>
                  </a:lnTo>
                  <a:lnTo>
                    <a:pt x="251" y="38"/>
                  </a:lnTo>
                  <a:lnTo>
                    <a:pt x="253" y="38"/>
                  </a:lnTo>
                  <a:lnTo>
                    <a:pt x="253" y="38"/>
                  </a:lnTo>
                  <a:lnTo>
                    <a:pt x="253" y="38"/>
                  </a:lnTo>
                  <a:lnTo>
                    <a:pt x="253" y="38"/>
                  </a:lnTo>
                  <a:lnTo>
                    <a:pt x="256" y="38"/>
                  </a:lnTo>
                  <a:lnTo>
                    <a:pt x="256" y="36"/>
                  </a:lnTo>
                  <a:lnTo>
                    <a:pt x="256" y="36"/>
                  </a:lnTo>
                  <a:lnTo>
                    <a:pt x="258" y="36"/>
                  </a:lnTo>
                  <a:lnTo>
                    <a:pt x="258" y="36"/>
                  </a:lnTo>
                  <a:lnTo>
                    <a:pt x="258" y="36"/>
                  </a:lnTo>
                  <a:lnTo>
                    <a:pt x="260" y="36"/>
                  </a:lnTo>
                  <a:lnTo>
                    <a:pt x="260" y="36"/>
                  </a:lnTo>
                  <a:lnTo>
                    <a:pt x="260" y="36"/>
                  </a:lnTo>
                  <a:lnTo>
                    <a:pt x="260" y="36"/>
                  </a:lnTo>
                  <a:lnTo>
                    <a:pt x="263" y="36"/>
                  </a:lnTo>
                  <a:lnTo>
                    <a:pt x="263" y="36"/>
                  </a:lnTo>
                  <a:lnTo>
                    <a:pt x="263" y="33"/>
                  </a:lnTo>
                  <a:lnTo>
                    <a:pt x="263" y="33"/>
                  </a:lnTo>
                  <a:lnTo>
                    <a:pt x="265" y="33"/>
                  </a:lnTo>
                  <a:lnTo>
                    <a:pt x="265" y="31"/>
                  </a:lnTo>
                  <a:lnTo>
                    <a:pt x="265" y="31"/>
                  </a:lnTo>
                  <a:lnTo>
                    <a:pt x="265" y="31"/>
                  </a:lnTo>
                  <a:lnTo>
                    <a:pt x="265" y="31"/>
                  </a:lnTo>
                  <a:lnTo>
                    <a:pt x="265" y="31"/>
                  </a:lnTo>
                  <a:lnTo>
                    <a:pt x="267" y="31"/>
                  </a:lnTo>
                  <a:lnTo>
                    <a:pt x="267" y="31"/>
                  </a:lnTo>
                  <a:lnTo>
                    <a:pt x="267" y="29"/>
                  </a:lnTo>
                  <a:lnTo>
                    <a:pt x="267" y="29"/>
                  </a:lnTo>
                  <a:lnTo>
                    <a:pt x="270" y="29"/>
                  </a:lnTo>
                  <a:lnTo>
                    <a:pt x="270" y="29"/>
                  </a:lnTo>
                  <a:lnTo>
                    <a:pt x="270" y="29"/>
                  </a:lnTo>
                  <a:lnTo>
                    <a:pt x="272" y="29"/>
                  </a:lnTo>
                  <a:lnTo>
                    <a:pt x="272" y="29"/>
                  </a:lnTo>
                  <a:lnTo>
                    <a:pt x="272" y="26"/>
                  </a:lnTo>
                  <a:lnTo>
                    <a:pt x="272" y="26"/>
                  </a:lnTo>
                  <a:lnTo>
                    <a:pt x="272" y="26"/>
                  </a:lnTo>
                  <a:lnTo>
                    <a:pt x="275" y="26"/>
                  </a:lnTo>
                  <a:lnTo>
                    <a:pt x="275" y="26"/>
                  </a:lnTo>
                  <a:lnTo>
                    <a:pt x="275" y="24"/>
                  </a:lnTo>
                  <a:lnTo>
                    <a:pt x="275" y="24"/>
                  </a:lnTo>
                  <a:lnTo>
                    <a:pt x="277" y="24"/>
                  </a:lnTo>
                  <a:lnTo>
                    <a:pt x="277" y="24"/>
                  </a:lnTo>
                  <a:lnTo>
                    <a:pt x="279" y="24"/>
                  </a:lnTo>
                  <a:lnTo>
                    <a:pt x="279" y="24"/>
                  </a:lnTo>
                  <a:lnTo>
                    <a:pt x="279" y="24"/>
                  </a:lnTo>
                  <a:lnTo>
                    <a:pt x="282" y="24"/>
                  </a:lnTo>
                  <a:lnTo>
                    <a:pt x="282" y="24"/>
                  </a:lnTo>
                  <a:lnTo>
                    <a:pt x="284" y="24"/>
                  </a:lnTo>
                  <a:lnTo>
                    <a:pt x="284" y="26"/>
                  </a:lnTo>
                  <a:lnTo>
                    <a:pt x="284" y="26"/>
                  </a:lnTo>
                  <a:lnTo>
                    <a:pt x="284" y="26"/>
                  </a:lnTo>
                  <a:lnTo>
                    <a:pt x="286" y="26"/>
                  </a:lnTo>
                  <a:lnTo>
                    <a:pt x="286" y="26"/>
                  </a:lnTo>
                  <a:lnTo>
                    <a:pt x="286" y="29"/>
                  </a:lnTo>
                  <a:lnTo>
                    <a:pt x="284" y="29"/>
                  </a:lnTo>
                  <a:lnTo>
                    <a:pt x="284" y="29"/>
                  </a:lnTo>
                  <a:lnTo>
                    <a:pt x="284" y="29"/>
                  </a:lnTo>
                  <a:lnTo>
                    <a:pt x="284" y="29"/>
                  </a:lnTo>
                  <a:lnTo>
                    <a:pt x="284" y="31"/>
                  </a:lnTo>
                  <a:lnTo>
                    <a:pt x="284" y="31"/>
                  </a:lnTo>
                  <a:lnTo>
                    <a:pt x="284" y="31"/>
                  </a:lnTo>
                  <a:lnTo>
                    <a:pt x="286" y="31"/>
                  </a:lnTo>
                  <a:lnTo>
                    <a:pt x="286" y="31"/>
                  </a:lnTo>
                  <a:lnTo>
                    <a:pt x="286" y="31"/>
                  </a:lnTo>
                  <a:lnTo>
                    <a:pt x="289" y="31"/>
                  </a:lnTo>
                  <a:lnTo>
                    <a:pt x="289" y="31"/>
                  </a:lnTo>
                  <a:lnTo>
                    <a:pt x="289" y="29"/>
                  </a:lnTo>
                  <a:lnTo>
                    <a:pt x="291" y="29"/>
                  </a:lnTo>
                  <a:lnTo>
                    <a:pt x="291" y="29"/>
                  </a:lnTo>
                  <a:lnTo>
                    <a:pt x="291" y="29"/>
                  </a:lnTo>
                  <a:lnTo>
                    <a:pt x="294" y="29"/>
                  </a:lnTo>
                  <a:lnTo>
                    <a:pt x="294" y="29"/>
                  </a:lnTo>
                  <a:lnTo>
                    <a:pt x="294" y="29"/>
                  </a:lnTo>
                  <a:lnTo>
                    <a:pt x="294" y="29"/>
                  </a:lnTo>
                  <a:lnTo>
                    <a:pt x="296" y="29"/>
                  </a:lnTo>
                  <a:lnTo>
                    <a:pt x="296" y="26"/>
                  </a:lnTo>
                  <a:lnTo>
                    <a:pt x="296" y="26"/>
                  </a:lnTo>
                  <a:lnTo>
                    <a:pt x="296" y="26"/>
                  </a:lnTo>
                  <a:lnTo>
                    <a:pt x="298" y="26"/>
                  </a:lnTo>
                  <a:lnTo>
                    <a:pt x="298" y="26"/>
                  </a:lnTo>
                  <a:lnTo>
                    <a:pt x="298" y="26"/>
                  </a:lnTo>
                  <a:lnTo>
                    <a:pt x="298" y="26"/>
                  </a:lnTo>
                  <a:lnTo>
                    <a:pt x="301" y="26"/>
                  </a:lnTo>
                  <a:lnTo>
                    <a:pt x="301" y="26"/>
                  </a:lnTo>
                  <a:lnTo>
                    <a:pt x="301" y="26"/>
                  </a:lnTo>
                  <a:lnTo>
                    <a:pt x="301" y="26"/>
                  </a:lnTo>
                  <a:lnTo>
                    <a:pt x="303" y="26"/>
                  </a:lnTo>
                  <a:lnTo>
                    <a:pt x="303" y="26"/>
                  </a:lnTo>
                  <a:lnTo>
                    <a:pt x="303" y="26"/>
                  </a:lnTo>
                  <a:lnTo>
                    <a:pt x="305" y="26"/>
                  </a:lnTo>
                  <a:lnTo>
                    <a:pt x="305" y="26"/>
                  </a:lnTo>
                  <a:lnTo>
                    <a:pt x="305" y="26"/>
                  </a:lnTo>
                  <a:lnTo>
                    <a:pt x="308" y="26"/>
                  </a:lnTo>
                  <a:lnTo>
                    <a:pt x="308" y="26"/>
                  </a:lnTo>
                  <a:lnTo>
                    <a:pt x="308" y="29"/>
                  </a:lnTo>
                  <a:lnTo>
                    <a:pt x="308" y="29"/>
                  </a:lnTo>
                  <a:lnTo>
                    <a:pt x="308" y="29"/>
                  </a:lnTo>
                  <a:lnTo>
                    <a:pt x="310" y="29"/>
                  </a:lnTo>
                  <a:lnTo>
                    <a:pt x="310" y="31"/>
                  </a:lnTo>
                  <a:lnTo>
                    <a:pt x="310" y="31"/>
                  </a:lnTo>
                  <a:lnTo>
                    <a:pt x="308" y="31"/>
                  </a:lnTo>
                  <a:lnTo>
                    <a:pt x="308" y="31"/>
                  </a:lnTo>
                  <a:lnTo>
                    <a:pt x="308" y="31"/>
                  </a:lnTo>
                  <a:lnTo>
                    <a:pt x="308" y="31"/>
                  </a:lnTo>
                  <a:lnTo>
                    <a:pt x="308" y="29"/>
                  </a:lnTo>
                  <a:lnTo>
                    <a:pt x="305" y="29"/>
                  </a:lnTo>
                  <a:lnTo>
                    <a:pt x="305" y="31"/>
                  </a:lnTo>
                  <a:lnTo>
                    <a:pt x="305" y="31"/>
                  </a:lnTo>
                  <a:lnTo>
                    <a:pt x="305" y="31"/>
                  </a:lnTo>
                  <a:lnTo>
                    <a:pt x="303" y="31"/>
                  </a:lnTo>
                  <a:lnTo>
                    <a:pt x="303" y="31"/>
                  </a:lnTo>
                  <a:lnTo>
                    <a:pt x="301" y="31"/>
                  </a:lnTo>
                  <a:lnTo>
                    <a:pt x="301" y="31"/>
                  </a:lnTo>
                  <a:lnTo>
                    <a:pt x="301" y="31"/>
                  </a:lnTo>
                  <a:lnTo>
                    <a:pt x="301" y="31"/>
                  </a:lnTo>
                  <a:lnTo>
                    <a:pt x="301" y="33"/>
                  </a:lnTo>
                  <a:lnTo>
                    <a:pt x="301" y="33"/>
                  </a:lnTo>
                  <a:lnTo>
                    <a:pt x="301" y="33"/>
                  </a:lnTo>
                  <a:lnTo>
                    <a:pt x="303" y="33"/>
                  </a:lnTo>
                  <a:lnTo>
                    <a:pt x="303" y="36"/>
                  </a:lnTo>
                  <a:lnTo>
                    <a:pt x="303" y="36"/>
                  </a:lnTo>
                  <a:lnTo>
                    <a:pt x="303" y="36"/>
                  </a:lnTo>
                  <a:lnTo>
                    <a:pt x="303" y="38"/>
                  </a:lnTo>
                  <a:lnTo>
                    <a:pt x="303" y="38"/>
                  </a:lnTo>
                  <a:lnTo>
                    <a:pt x="303" y="36"/>
                  </a:lnTo>
                  <a:lnTo>
                    <a:pt x="301" y="36"/>
                  </a:lnTo>
                  <a:lnTo>
                    <a:pt x="301" y="36"/>
                  </a:lnTo>
                  <a:lnTo>
                    <a:pt x="301" y="36"/>
                  </a:lnTo>
                  <a:lnTo>
                    <a:pt x="298" y="36"/>
                  </a:lnTo>
                  <a:lnTo>
                    <a:pt x="298" y="38"/>
                  </a:lnTo>
                  <a:lnTo>
                    <a:pt x="298" y="38"/>
                  </a:lnTo>
                  <a:lnTo>
                    <a:pt x="298" y="38"/>
                  </a:lnTo>
                  <a:lnTo>
                    <a:pt x="298" y="38"/>
                  </a:lnTo>
                  <a:lnTo>
                    <a:pt x="296" y="38"/>
                  </a:lnTo>
                  <a:lnTo>
                    <a:pt x="296" y="38"/>
                  </a:lnTo>
                  <a:lnTo>
                    <a:pt x="294" y="38"/>
                  </a:lnTo>
                  <a:lnTo>
                    <a:pt x="294" y="38"/>
                  </a:lnTo>
                  <a:lnTo>
                    <a:pt x="294" y="40"/>
                  </a:lnTo>
                  <a:lnTo>
                    <a:pt x="294" y="40"/>
                  </a:lnTo>
                  <a:lnTo>
                    <a:pt x="294" y="40"/>
                  </a:lnTo>
                  <a:lnTo>
                    <a:pt x="291" y="40"/>
                  </a:lnTo>
                  <a:lnTo>
                    <a:pt x="291" y="40"/>
                  </a:lnTo>
                  <a:lnTo>
                    <a:pt x="291" y="40"/>
                  </a:lnTo>
                  <a:lnTo>
                    <a:pt x="291" y="40"/>
                  </a:lnTo>
                  <a:lnTo>
                    <a:pt x="289" y="40"/>
                  </a:lnTo>
                  <a:lnTo>
                    <a:pt x="289" y="40"/>
                  </a:lnTo>
                  <a:lnTo>
                    <a:pt x="286" y="40"/>
                  </a:lnTo>
                  <a:lnTo>
                    <a:pt x="286" y="40"/>
                  </a:lnTo>
                  <a:lnTo>
                    <a:pt x="286" y="38"/>
                  </a:lnTo>
                  <a:lnTo>
                    <a:pt x="286" y="38"/>
                  </a:lnTo>
                  <a:lnTo>
                    <a:pt x="284" y="38"/>
                  </a:lnTo>
                  <a:lnTo>
                    <a:pt x="284" y="38"/>
                  </a:lnTo>
                  <a:lnTo>
                    <a:pt x="284" y="38"/>
                  </a:lnTo>
                  <a:lnTo>
                    <a:pt x="282" y="38"/>
                  </a:lnTo>
                  <a:lnTo>
                    <a:pt x="282" y="40"/>
                  </a:lnTo>
                  <a:lnTo>
                    <a:pt x="282" y="40"/>
                  </a:lnTo>
                  <a:lnTo>
                    <a:pt x="279" y="40"/>
                  </a:lnTo>
                  <a:lnTo>
                    <a:pt x="279" y="38"/>
                  </a:lnTo>
                  <a:lnTo>
                    <a:pt x="279" y="38"/>
                  </a:lnTo>
                  <a:lnTo>
                    <a:pt x="279" y="40"/>
                  </a:lnTo>
                  <a:lnTo>
                    <a:pt x="279" y="40"/>
                  </a:lnTo>
                  <a:lnTo>
                    <a:pt x="277" y="40"/>
                  </a:lnTo>
                  <a:lnTo>
                    <a:pt x="277" y="40"/>
                  </a:lnTo>
                  <a:lnTo>
                    <a:pt x="275" y="40"/>
                  </a:lnTo>
                  <a:lnTo>
                    <a:pt x="275" y="40"/>
                  </a:lnTo>
                  <a:lnTo>
                    <a:pt x="275" y="40"/>
                  </a:lnTo>
                  <a:lnTo>
                    <a:pt x="272" y="40"/>
                  </a:lnTo>
                  <a:lnTo>
                    <a:pt x="272" y="40"/>
                  </a:lnTo>
                  <a:lnTo>
                    <a:pt x="272" y="40"/>
                  </a:lnTo>
                  <a:lnTo>
                    <a:pt x="270" y="40"/>
                  </a:lnTo>
                  <a:lnTo>
                    <a:pt x="270" y="40"/>
                  </a:lnTo>
                  <a:lnTo>
                    <a:pt x="267" y="40"/>
                  </a:lnTo>
                  <a:lnTo>
                    <a:pt x="267" y="40"/>
                  </a:lnTo>
                  <a:lnTo>
                    <a:pt x="267" y="40"/>
                  </a:lnTo>
                  <a:lnTo>
                    <a:pt x="267" y="40"/>
                  </a:lnTo>
                  <a:lnTo>
                    <a:pt x="267" y="40"/>
                  </a:lnTo>
                  <a:lnTo>
                    <a:pt x="265" y="40"/>
                  </a:lnTo>
                  <a:lnTo>
                    <a:pt x="265" y="40"/>
                  </a:lnTo>
                  <a:lnTo>
                    <a:pt x="265" y="40"/>
                  </a:lnTo>
                  <a:lnTo>
                    <a:pt x="265" y="40"/>
                  </a:lnTo>
                  <a:lnTo>
                    <a:pt x="263" y="40"/>
                  </a:lnTo>
                  <a:lnTo>
                    <a:pt x="263" y="40"/>
                  </a:lnTo>
                  <a:lnTo>
                    <a:pt x="263" y="40"/>
                  </a:lnTo>
                  <a:lnTo>
                    <a:pt x="263" y="40"/>
                  </a:lnTo>
                  <a:lnTo>
                    <a:pt x="260" y="40"/>
                  </a:lnTo>
                  <a:lnTo>
                    <a:pt x="260" y="40"/>
                  </a:lnTo>
                  <a:lnTo>
                    <a:pt x="260" y="40"/>
                  </a:lnTo>
                  <a:lnTo>
                    <a:pt x="258" y="40"/>
                  </a:lnTo>
                  <a:lnTo>
                    <a:pt x="258" y="40"/>
                  </a:lnTo>
                  <a:lnTo>
                    <a:pt x="258" y="40"/>
                  </a:lnTo>
                  <a:lnTo>
                    <a:pt x="258" y="40"/>
                  </a:lnTo>
                  <a:lnTo>
                    <a:pt x="258" y="43"/>
                  </a:lnTo>
                  <a:lnTo>
                    <a:pt x="256" y="43"/>
                  </a:lnTo>
                  <a:lnTo>
                    <a:pt x="256" y="40"/>
                  </a:lnTo>
                  <a:lnTo>
                    <a:pt x="256" y="40"/>
                  </a:lnTo>
                  <a:lnTo>
                    <a:pt x="256" y="43"/>
                  </a:lnTo>
                  <a:lnTo>
                    <a:pt x="253" y="43"/>
                  </a:lnTo>
                  <a:lnTo>
                    <a:pt x="253" y="43"/>
                  </a:lnTo>
                  <a:lnTo>
                    <a:pt x="253" y="43"/>
                  </a:lnTo>
                  <a:lnTo>
                    <a:pt x="253" y="43"/>
                  </a:lnTo>
                  <a:lnTo>
                    <a:pt x="251" y="43"/>
                  </a:lnTo>
                  <a:lnTo>
                    <a:pt x="251" y="43"/>
                  </a:lnTo>
                  <a:lnTo>
                    <a:pt x="251" y="45"/>
                  </a:lnTo>
                  <a:lnTo>
                    <a:pt x="251" y="45"/>
                  </a:lnTo>
                  <a:lnTo>
                    <a:pt x="251" y="48"/>
                  </a:lnTo>
                  <a:lnTo>
                    <a:pt x="251" y="48"/>
                  </a:lnTo>
                  <a:lnTo>
                    <a:pt x="249" y="48"/>
                  </a:lnTo>
                  <a:lnTo>
                    <a:pt x="249" y="48"/>
                  </a:lnTo>
                  <a:lnTo>
                    <a:pt x="249" y="48"/>
                  </a:lnTo>
                  <a:lnTo>
                    <a:pt x="246" y="48"/>
                  </a:lnTo>
                  <a:lnTo>
                    <a:pt x="246" y="48"/>
                  </a:lnTo>
                  <a:lnTo>
                    <a:pt x="246" y="50"/>
                  </a:lnTo>
                  <a:lnTo>
                    <a:pt x="246" y="50"/>
                  </a:lnTo>
                  <a:lnTo>
                    <a:pt x="244" y="50"/>
                  </a:lnTo>
                  <a:lnTo>
                    <a:pt x="244" y="50"/>
                  </a:lnTo>
                  <a:lnTo>
                    <a:pt x="244" y="50"/>
                  </a:lnTo>
                  <a:lnTo>
                    <a:pt x="244" y="52"/>
                  </a:lnTo>
                  <a:lnTo>
                    <a:pt x="244" y="52"/>
                  </a:lnTo>
                  <a:lnTo>
                    <a:pt x="244" y="50"/>
                  </a:lnTo>
                  <a:lnTo>
                    <a:pt x="241" y="50"/>
                  </a:lnTo>
                  <a:lnTo>
                    <a:pt x="241" y="50"/>
                  </a:lnTo>
                  <a:lnTo>
                    <a:pt x="241" y="50"/>
                  </a:lnTo>
                  <a:lnTo>
                    <a:pt x="241" y="50"/>
                  </a:lnTo>
                  <a:lnTo>
                    <a:pt x="239" y="50"/>
                  </a:lnTo>
                  <a:lnTo>
                    <a:pt x="239" y="50"/>
                  </a:lnTo>
                  <a:lnTo>
                    <a:pt x="239" y="50"/>
                  </a:lnTo>
                  <a:lnTo>
                    <a:pt x="239" y="52"/>
                  </a:lnTo>
                  <a:lnTo>
                    <a:pt x="239" y="52"/>
                  </a:lnTo>
                  <a:lnTo>
                    <a:pt x="239" y="52"/>
                  </a:lnTo>
                  <a:lnTo>
                    <a:pt x="239" y="55"/>
                  </a:lnTo>
                  <a:lnTo>
                    <a:pt x="237" y="55"/>
                  </a:lnTo>
                  <a:lnTo>
                    <a:pt x="237" y="55"/>
                  </a:lnTo>
                  <a:lnTo>
                    <a:pt x="237" y="55"/>
                  </a:lnTo>
                  <a:lnTo>
                    <a:pt x="234" y="55"/>
                  </a:lnTo>
                  <a:lnTo>
                    <a:pt x="234" y="57"/>
                  </a:lnTo>
                  <a:lnTo>
                    <a:pt x="234" y="57"/>
                  </a:lnTo>
                  <a:lnTo>
                    <a:pt x="234" y="57"/>
                  </a:lnTo>
                  <a:lnTo>
                    <a:pt x="234" y="57"/>
                  </a:lnTo>
                  <a:lnTo>
                    <a:pt x="232" y="57"/>
                  </a:lnTo>
                  <a:lnTo>
                    <a:pt x="232" y="59"/>
                  </a:lnTo>
                  <a:lnTo>
                    <a:pt x="232" y="59"/>
                  </a:lnTo>
                  <a:lnTo>
                    <a:pt x="232" y="59"/>
                  </a:lnTo>
                  <a:lnTo>
                    <a:pt x="232" y="59"/>
                  </a:lnTo>
                  <a:lnTo>
                    <a:pt x="232" y="59"/>
                  </a:lnTo>
                  <a:lnTo>
                    <a:pt x="232" y="62"/>
                  </a:lnTo>
                  <a:lnTo>
                    <a:pt x="232" y="62"/>
                  </a:lnTo>
                  <a:lnTo>
                    <a:pt x="232" y="62"/>
                  </a:lnTo>
                  <a:lnTo>
                    <a:pt x="232" y="62"/>
                  </a:lnTo>
                  <a:lnTo>
                    <a:pt x="234" y="62"/>
                  </a:lnTo>
                  <a:lnTo>
                    <a:pt x="234" y="62"/>
                  </a:lnTo>
                  <a:lnTo>
                    <a:pt x="234" y="64"/>
                  </a:lnTo>
                  <a:lnTo>
                    <a:pt x="234" y="64"/>
                  </a:lnTo>
                  <a:lnTo>
                    <a:pt x="234" y="64"/>
                  </a:lnTo>
                  <a:lnTo>
                    <a:pt x="237" y="64"/>
                  </a:lnTo>
                  <a:lnTo>
                    <a:pt x="237" y="67"/>
                  </a:lnTo>
                  <a:lnTo>
                    <a:pt x="237" y="67"/>
                  </a:lnTo>
                  <a:lnTo>
                    <a:pt x="237" y="67"/>
                  </a:lnTo>
                  <a:lnTo>
                    <a:pt x="237" y="69"/>
                  </a:lnTo>
                  <a:lnTo>
                    <a:pt x="239" y="69"/>
                  </a:lnTo>
                  <a:lnTo>
                    <a:pt x="239" y="69"/>
                  </a:lnTo>
                  <a:lnTo>
                    <a:pt x="239" y="71"/>
                  </a:lnTo>
                  <a:lnTo>
                    <a:pt x="237" y="71"/>
                  </a:lnTo>
                  <a:lnTo>
                    <a:pt x="237" y="71"/>
                  </a:lnTo>
                  <a:lnTo>
                    <a:pt x="239" y="71"/>
                  </a:lnTo>
                  <a:lnTo>
                    <a:pt x="239" y="71"/>
                  </a:lnTo>
                  <a:lnTo>
                    <a:pt x="239" y="71"/>
                  </a:lnTo>
                  <a:lnTo>
                    <a:pt x="239" y="71"/>
                  </a:lnTo>
                  <a:lnTo>
                    <a:pt x="239" y="74"/>
                  </a:lnTo>
                  <a:lnTo>
                    <a:pt x="239" y="74"/>
                  </a:lnTo>
                  <a:lnTo>
                    <a:pt x="239" y="74"/>
                  </a:lnTo>
                  <a:lnTo>
                    <a:pt x="239" y="74"/>
                  </a:lnTo>
                  <a:lnTo>
                    <a:pt x="239" y="76"/>
                  </a:lnTo>
                  <a:lnTo>
                    <a:pt x="241" y="76"/>
                  </a:lnTo>
                  <a:lnTo>
                    <a:pt x="241" y="76"/>
                  </a:lnTo>
                  <a:lnTo>
                    <a:pt x="239" y="76"/>
                  </a:lnTo>
                  <a:lnTo>
                    <a:pt x="239" y="78"/>
                  </a:lnTo>
                  <a:lnTo>
                    <a:pt x="239" y="78"/>
                  </a:lnTo>
                  <a:lnTo>
                    <a:pt x="239" y="78"/>
                  </a:lnTo>
                  <a:lnTo>
                    <a:pt x="239" y="78"/>
                  </a:lnTo>
                  <a:lnTo>
                    <a:pt x="239" y="81"/>
                  </a:lnTo>
                  <a:lnTo>
                    <a:pt x="239" y="81"/>
                  </a:lnTo>
                  <a:lnTo>
                    <a:pt x="239" y="81"/>
                  </a:lnTo>
                  <a:lnTo>
                    <a:pt x="239" y="81"/>
                  </a:lnTo>
                  <a:lnTo>
                    <a:pt x="239" y="81"/>
                  </a:lnTo>
                  <a:lnTo>
                    <a:pt x="241" y="81"/>
                  </a:lnTo>
                  <a:lnTo>
                    <a:pt x="241" y="83"/>
                  </a:lnTo>
                  <a:lnTo>
                    <a:pt x="239" y="83"/>
                  </a:lnTo>
                  <a:lnTo>
                    <a:pt x="239" y="83"/>
                  </a:lnTo>
                  <a:lnTo>
                    <a:pt x="239" y="83"/>
                  </a:lnTo>
                  <a:lnTo>
                    <a:pt x="239" y="83"/>
                  </a:lnTo>
                  <a:lnTo>
                    <a:pt x="239" y="85"/>
                  </a:lnTo>
                  <a:lnTo>
                    <a:pt x="239" y="85"/>
                  </a:lnTo>
                  <a:lnTo>
                    <a:pt x="239" y="88"/>
                  </a:lnTo>
                  <a:lnTo>
                    <a:pt x="237" y="88"/>
                  </a:lnTo>
                  <a:lnTo>
                    <a:pt x="237" y="88"/>
                  </a:lnTo>
                  <a:lnTo>
                    <a:pt x="237" y="88"/>
                  </a:lnTo>
                  <a:lnTo>
                    <a:pt x="234" y="88"/>
                  </a:lnTo>
                  <a:lnTo>
                    <a:pt x="234" y="90"/>
                  </a:lnTo>
                  <a:lnTo>
                    <a:pt x="234" y="90"/>
                  </a:lnTo>
                  <a:lnTo>
                    <a:pt x="234" y="90"/>
                  </a:lnTo>
                  <a:lnTo>
                    <a:pt x="234" y="90"/>
                  </a:lnTo>
                  <a:lnTo>
                    <a:pt x="232" y="90"/>
                  </a:lnTo>
                  <a:lnTo>
                    <a:pt x="232" y="90"/>
                  </a:lnTo>
                  <a:lnTo>
                    <a:pt x="232" y="93"/>
                  </a:lnTo>
                  <a:lnTo>
                    <a:pt x="232" y="93"/>
                  </a:lnTo>
                  <a:lnTo>
                    <a:pt x="232" y="93"/>
                  </a:lnTo>
                  <a:lnTo>
                    <a:pt x="232" y="93"/>
                  </a:lnTo>
                  <a:lnTo>
                    <a:pt x="230" y="93"/>
                  </a:lnTo>
                  <a:lnTo>
                    <a:pt x="230" y="95"/>
                  </a:lnTo>
                  <a:lnTo>
                    <a:pt x="230" y="95"/>
                  </a:lnTo>
                  <a:lnTo>
                    <a:pt x="227" y="95"/>
                  </a:lnTo>
                  <a:lnTo>
                    <a:pt x="227" y="95"/>
                  </a:lnTo>
                  <a:lnTo>
                    <a:pt x="227" y="97"/>
                  </a:lnTo>
                  <a:lnTo>
                    <a:pt x="227" y="97"/>
                  </a:lnTo>
                  <a:lnTo>
                    <a:pt x="227" y="97"/>
                  </a:lnTo>
                  <a:lnTo>
                    <a:pt x="227" y="97"/>
                  </a:lnTo>
                  <a:lnTo>
                    <a:pt x="227" y="100"/>
                  </a:lnTo>
                  <a:lnTo>
                    <a:pt x="227" y="100"/>
                  </a:lnTo>
                  <a:lnTo>
                    <a:pt x="227" y="100"/>
                  </a:lnTo>
                  <a:lnTo>
                    <a:pt x="227" y="100"/>
                  </a:lnTo>
                  <a:lnTo>
                    <a:pt x="227" y="102"/>
                  </a:lnTo>
                  <a:lnTo>
                    <a:pt x="227" y="102"/>
                  </a:lnTo>
                  <a:lnTo>
                    <a:pt x="227" y="102"/>
                  </a:lnTo>
                  <a:lnTo>
                    <a:pt x="230" y="102"/>
                  </a:lnTo>
                  <a:lnTo>
                    <a:pt x="230" y="102"/>
                  </a:lnTo>
                  <a:lnTo>
                    <a:pt x="230" y="104"/>
                  </a:lnTo>
                  <a:lnTo>
                    <a:pt x="230" y="104"/>
                  </a:lnTo>
                  <a:lnTo>
                    <a:pt x="230" y="104"/>
                  </a:lnTo>
                  <a:lnTo>
                    <a:pt x="230" y="107"/>
                  </a:lnTo>
                  <a:lnTo>
                    <a:pt x="230" y="107"/>
                  </a:lnTo>
                  <a:lnTo>
                    <a:pt x="230" y="109"/>
                  </a:lnTo>
                  <a:lnTo>
                    <a:pt x="230" y="109"/>
                  </a:lnTo>
                  <a:lnTo>
                    <a:pt x="227" y="109"/>
                  </a:lnTo>
                  <a:lnTo>
                    <a:pt x="227" y="109"/>
                  </a:lnTo>
                  <a:lnTo>
                    <a:pt x="227" y="112"/>
                  </a:lnTo>
                  <a:lnTo>
                    <a:pt x="227" y="112"/>
                  </a:lnTo>
                  <a:lnTo>
                    <a:pt x="227" y="112"/>
                  </a:lnTo>
                  <a:lnTo>
                    <a:pt x="225" y="112"/>
                  </a:lnTo>
                  <a:lnTo>
                    <a:pt x="225" y="112"/>
                  </a:lnTo>
                  <a:lnTo>
                    <a:pt x="225" y="112"/>
                  </a:lnTo>
                  <a:lnTo>
                    <a:pt x="225" y="112"/>
                  </a:lnTo>
                  <a:lnTo>
                    <a:pt x="223" y="112"/>
                  </a:lnTo>
                  <a:lnTo>
                    <a:pt x="223" y="114"/>
                  </a:lnTo>
                  <a:lnTo>
                    <a:pt x="223" y="114"/>
                  </a:lnTo>
                  <a:lnTo>
                    <a:pt x="220" y="114"/>
                  </a:lnTo>
                  <a:lnTo>
                    <a:pt x="220" y="114"/>
                  </a:lnTo>
                  <a:lnTo>
                    <a:pt x="220" y="114"/>
                  </a:lnTo>
                  <a:lnTo>
                    <a:pt x="218" y="114"/>
                  </a:lnTo>
                  <a:lnTo>
                    <a:pt x="218" y="114"/>
                  </a:lnTo>
                  <a:lnTo>
                    <a:pt x="218" y="114"/>
                  </a:lnTo>
                  <a:lnTo>
                    <a:pt x="215" y="114"/>
                  </a:lnTo>
                  <a:lnTo>
                    <a:pt x="215" y="114"/>
                  </a:lnTo>
                  <a:lnTo>
                    <a:pt x="213" y="114"/>
                  </a:lnTo>
                  <a:lnTo>
                    <a:pt x="213" y="114"/>
                  </a:lnTo>
                  <a:lnTo>
                    <a:pt x="213" y="114"/>
                  </a:lnTo>
                  <a:lnTo>
                    <a:pt x="211" y="114"/>
                  </a:lnTo>
                  <a:lnTo>
                    <a:pt x="211" y="114"/>
                  </a:lnTo>
                  <a:lnTo>
                    <a:pt x="208" y="114"/>
                  </a:lnTo>
                  <a:lnTo>
                    <a:pt x="208" y="112"/>
                  </a:lnTo>
                  <a:lnTo>
                    <a:pt x="208" y="112"/>
                  </a:lnTo>
                  <a:lnTo>
                    <a:pt x="208" y="112"/>
                  </a:lnTo>
                  <a:lnTo>
                    <a:pt x="206" y="112"/>
                  </a:lnTo>
                  <a:lnTo>
                    <a:pt x="206" y="112"/>
                  </a:lnTo>
                  <a:lnTo>
                    <a:pt x="206" y="112"/>
                  </a:lnTo>
                  <a:lnTo>
                    <a:pt x="206" y="112"/>
                  </a:lnTo>
                  <a:lnTo>
                    <a:pt x="204" y="112"/>
                  </a:lnTo>
                  <a:lnTo>
                    <a:pt x="204" y="112"/>
                  </a:lnTo>
                  <a:lnTo>
                    <a:pt x="204" y="112"/>
                  </a:lnTo>
                  <a:lnTo>
                    <a:pt x="201" y="112"/>
                  </a:lnTo>
                  <a:lnTo>
                    <a:pt x="201" y="114"/>
                  </a:lnTo>
                  <a:lnTo>
                    <a:pt x="201" y="114"/>
                  </a:lnTo>
                  <a:lnTo>
                    <a:pt x="204" y="114"/>
                  </a:lnTo>
                  <a:lnTo>
                    <a:pt x="204" y="116"/>
                  </a:lnTo>
                  <a:lnTo>
                    <a:pt x="204" y="116"/>
                  </a:lnTo>
                  <a:lnTo>
                    <a:pt x="204" y="116"/>
                  </a:lnTo>
                  <a:lnTo>
                    <a:pt x="204" y="119"/>
                  </a:lnTo>
                  <a:lnTo>
                    <a:pt x="204" y="119"/>
                  </a:lnTo>
                  <a:lnTo>
                    <a:pt x="206" y="119"/>
                  </a:lnTo>
                  <a:lnTo>
                    <a:pt x="206" y="119"/>
                  </a:lnTo>
                  <a:lnTo>
                    <a:pt x="206" y="119"/>
                  </a:lnTo>
                  <a:lnTo>
                    <a:pt x="206" y="119"/>
                  </a:lnTo>
                  <a:lnTo>
                    <a:pt x="208" y="119"/>
                  </a:lnTo>
                  <a:lnTo>
                    <a:pt x="208" y="119"/>
                  </a:lnTo>
                  <a:lnTo>
                    <a:pt x="208" y="121"/>
                  </a:lnTo>
                  <a:lnTo>
                    <a:pt x="208" y="121"/>
                  </a:lnTo>
                  <a:lnTo>
                    <a:pt x="208" y="121"/>
                  </a:lnTo>
                  <a:lnTo>
                    <a:pt x="208" y="123"/>
                  </a:lnTo>
                  <a:lnTo>
                    <a:pt x="208" y="123"/>
                  </a:lnTo>
                  <a:lnTo>
                    <a:pt x="208" y="123"/>
                  </a:lnTo>
                  <a:lnTo>
                    <a:pt x="208" y="126"/>
                  </a:lnTo>
                  <a:lnTo>
                    <a:pt x="208" y="126"/>
                  </a:lnTo>
                  <a:lnTo>
                    <a:pt x="208" y="126"/>
                  </a:lnTo>
                  <a:lnTo>
                    <a:pt x="211" y="126"/>
                  </a:lnTo>
                  <a:lnTo>
                    <a:pt x="211" y="128"/>
                  </a:lnTo>
                  <a:lnTo>
                    <a:pt x="211" y="128"/>
                  </a:lnTo>
                  <a:lnTo>
                    <a:pt x="211" y="128"/>
                  </a:lnTo>
                  <a:lnTo>
                    <a:pt x="213" y="128"/>
                  </a:lnTo>
                  <a:lnTo>
                    <a:pt x="213" y="130"/>
                  </a:lnTo>
                  <a:lnTo>
                    <a:pt x="211" y="130"/>
                  </a:lnTo>
                  <a:lnTo>
                    <a:pt x="211" y="130"/>
                  </a:lnTo>
                  <a:lnTo>
                    <a:pt x="211" y="130"/>
                  </a:lnTo>
                  <a:lnTo>
                    <a:pt x="211" y="130"/>
                  </a:lnTo>
                  <a:lnTo>
                    <a:pt x="208" y="130"/>
                  </a:lnTo>
                  <a:lnTo>
                    <a:pt x="208" y="130"/>
                  </a:lnTo>
                  <a:lnTo>
                    <a:pt x="208" y="133"/>
                  </a:lnTo>
                  <a:lnTo>
                    <a:pt x="208" y="133"/>
                  </a:lnTo>
                  <a:lnTo>
                    <a:pt x="206" y="133"/>
                  </a:lnTo>
                  <a:lnTo>
                    <a:pt x="206" y="133"/>
                  </a:lnTo>
                  <a:lnTo>
                    <a:pt x="206" y="133"/>
                  </a:lnTo>
                  <a:lnTo>
                    <a:pt x="206" y="133"/>
                  </a:lnTo>
                  <a:lnTo>
                    <a:pt x="206" y="135"/>
                  </a:lnTo>
                  <a:lnTo>
                    <a:pt x="204" y="135"/>
                  </a:lnTo>
                  <a:lnTo>
                    <a:pt x="204" y="135"/>
                  </a:lnTo>
                  <a:lnTo>
                    <a:pt x="204" y="135"/>
                  </a:lnTo>
                  <a:lnTo>
                    <a:pt x="201" y="135"/>
                  </a:lnTo>
                  <a:lnTo>
                    <a:pt x="201" y="135"/>
                  </a:lnTo>
                  <a:lnTo>
                    <a:pt x="201" y="135"/>
                  </a:lnTo>
                  <a:lnTo>
                    <a:pt x="201" y="135"/>
                  </a:lnTo>
                  <a:lnTo>
                    <a:pt x="199" y="135"/>
                  </a:lnTo>
                  <a:lnTo>
                    <a:pt x="199" y="135"/>
                  </a:lnTo>
                  <a:lnTo>
                    <a:pt x="199" y="135"/>
                  </a:lnTo>
                  <a:lnTo>
                    <a:pt x="199" y="135"/>
                  </a:lnTo>
                  <a:lnTo>
                    <a:pt x="196" y="135"/>
                  </a:lnTo>
                  <a:lnTo>
                    <a:pt x="196" y="135"/>
                  </a:lnTo>
                  <a:lnTo>
                    <a:pt x="194" y="135"/>
                  </a:lnTo>
                  <a:lnTo>
                    <a:pt x="194" y="138"/>
                  </a:lnTo>
                  <a:lnTo>
                    <a:pt x="194" y="138"/>
                  </a:lnTo>
                  <a:lnTo>
                    <a:pt x="194" y="138"/>
                  </a:lnTo>
                  <a:lnTo>
                    <a:pt x="194" y="140"/>
                  </a:lnTo>
                  <a:lnTo>
                    <a:pt x="194" y="140"/>
                  </a:lnTo>
                  <a:lnTo>
                    <a:pt x="194" y="140"/>
                  </a:lnTo>
                  <a:lnTo>
                    <a:pt x="194" y="142"/>
                  </a:lnTo>
                  <a:lnTo>
                    <a:pt x="194" y="142"/>
                  </a:lnTo>
                  <a:lnTo>
                    <a:pt x="192" y="142"/>
                  </a:lnTo>
                  <a:lnTo>
                    <a:pt x="192" y="142"/>
                  </a:lnTo>
                  <a:lnTo>
                    <a:pt x="192" y="145"/>
                  </a:lnTo>
                  <a:lnTo>
                    <a:pt x="192" y="145"/>
                  </a:lnTo>
                  <a:lnTo>
                    <a:pt x="194" y="145"/>
                  </a:lnTo>
                  <a:lnTo>
                    <a:pt x="194" y="147"/>
                  </a:lnTo>
                  <a:lnTo>
                    <a:pt x="194" y="147"/>
                  </a:lnTo>
                  <a:lnTo>
                    <a:pt x="192" y="147"/>
                  </a:lnTo>
                  <a:lnTo>
                    <a:pt x="192" y="149"/>
                  </a:lnTo>
                  <a:lnTo>
                    <a:pt x="192" y="149"/>
                  </a:lnTo>
                  <a:lnTo>
                    <a:pt x="192" y="149"/>
                  </a:lnTo>
                  <a:lnTo>
                    <a:pt x="192" y="149"/>
                  </a:lnTo>
                  <a:lnTo>
                    <a:pt x="189" y="149"/>
                  </a:lnTo>
                  <a:lnTo>
                    <a:pt x="189" y="149"/>
                  </a:lnTo>
                  <a:lnTo>
                    <a:pt x="189" y="149"/>
                  </a:lnTo>
                  <a:lnTo>
                    <a:pt x="189" y="152"/>
                  </a:lnTo>
                  <a:lnTo>
                    <a:pt x="189" y="152"/>
                  </a:lnTo>
                  <a:lnTo>
                    <a:pt x="189" y="154"/>
                  </a:lnTo>
                  <a:lnTo>
                    <a:pt x="189" y="154"/>
                  </a:lnTo>
                  <a:lnTo>
                    <a:pt x="189" y="154"/>
                  </a:lnTo>
                  <a:lnTo>
                    <a:pt x="189" y="157"/>
                  </a:lnTo>
                  <a:lnTo>
                    <a:pt x="189" y="157"/>
                  </a:lnTo>
                  <a:lnTo>
                    <a:pt x="189" y="159"/>
                  </a:lnTo>
                  <a:lnTo>
                    <a:pt x="189" y="159"/>
                  </a:lnTo>
                  <a:lnTo>
                    <a:pt x="189" y="159"/>
                  </a:lnTo>
                  <a:lnTo>
                    <a:pt x="189" y="161"/>
                  </a:lnTo>
                  <a:lnTo>
                    <a:pt x="189" y="161"/>
                  </a:lnTo>
                  <a:lnTo>
                    <a:pt x="189" y="164"/>
                  </a:lnTo>
                  <a:lnTo>
                    <a:pt x="189" y="164"/>
                  </a:lnTo>
                  <a:lnTo>
                    <a:pt x="192" y="164"/>
                  </a:lnTo>
                  <a:lnTo>
                    <a:pt x="192" y="166"/>
                  </a:lnTo>
                  <a:lnTo>
                    <a:pt x="189" y="166"/>
                  </a:lnTo>
                  <a:lnTo>
                    <a:pt x="189" y="166"/>
                  </a:lnTo>
                  <a:lnTo>
                    <a:pt x="189" y="166"/>
                  </a:lnTo>
                  <a:lnTo>
                    <a:pt x="187" y="166"/>
                  </a:lnTo>
                  <a:lnTo>
                    <a:pt x="187" y="168"/>
                  </a:lnTo>
                  <a:lnTo>
                    <a:pt x="187" y="168"/>
                  </a:lnTo>
                  <a:lnTo>
                    <a:pt x="187" y="168"/>
                  </a:lnTo>
                  <a:lnTo>
                    <a:pt x="187" y="168"/>
                  </a:lnTo>
                  <a:lnTo>
                    <a:pt x="187" y="168"/>
                  </a:lnTo>
                  <a:lnTo>
                    <a:pt x="187" y="171"/>
                  </a:lnTo>
                  <a:lnTo>
                    <a:pt x="185" y="171"/>
                  </a:lnTo>
                  <a:lnTo>
                    <a:pt x="185" y="171"/>
                  </a:lnTo>
                  <a:lnTo>
                    <a:pt x="185" y="171"/>
                  </a:lnTo>
                  <a:lnTo>
                    <a:pt x="185" y="173"/>
                  </a:lnTo>
                  <a:lnTo>
                    <a:pt x="185" y="173"/>
                  </a:lnTo>
                  <a:lnTo>
                    <a:pt x="182" y="173"/>
                  </a:lnTo>
                  <a:lnTo>
                    <a:pt x="182" y="173"/>
                  </a:lnTo>
                  <a:lnTo>
                    <a:pt x="182" y="173"/>
                  </a:lnTo>
                  <a:lnTo>
                    <a:pt x="180" y="173"/>
                  </a:lnTo>
                  <a:lnTo>
                    <a:pt x="180" y="173"/>
                  </a:lnTo>
                  <a:lnTo>
                    <a:pt x="180" y="173"/>
                  </a:lnTo>
                  <a:lnTo>
                    <a:pt x="180" y="173"/>
                  </a:lnTo>
                  <a:lnTo>
                    <a:pt x="180" y="171"/>
                  </a:lnTo>
                  <a:lnTo>
                    <a:pt x="178" y="171"/>
                  </a:lnTo>
                  <a:lnTo>
                    <a:pt x="178" y="171"/>
                  </a:lnTo>
                  <a:lnTo>
                    <a:pt x="178" y="171"/>
                  </a:lnTo>
                  <a:lnTo>
                    <a:pt x="178" y="168"/>
                  </a:lnTo>
                  <a:lnTo>
                    <a:pt x="178" y="168"/>
                  </a:lnTo>
                  <a:lnTo>
                    <a:pt x="178" y="168"/>
                  </a:lnTo>
                  <a:lnTo>
                    <a:pt x="175" y="168"/>
                  </a:lnTo>
                  <a:lnTo>
                    <a:pt x="175" y="168"/>
                  </a:lnTo>
                  <a:lnTo>
                    <a:pt x="175" y="168"/>
                  </a:lnTo>
                  <a:lnTo>
                    <a:pt x="173" y="168"/>
                  </a:lnTo>
                  <a:lnTo>
                    <a:pt x="173" y="168"/>
                  </a:lnTo>
                  <a:lnTo>
                    <a:pt x="173" y="168"/>
                  </a:lnTo>
                  <a:lnTo>
                    <a:pt x="173" y="168"/>
                  </a:lnTo>
                  <a:lnTo>
                    <a:pt x="173" y="168"/>
                  </a:lnTo>
                  <a:lnTo>
                    <a:pt x="170" y="168"/>
                  </a:lnTo>
                  <a:lnTo>
                    <a:pt x="170" y="168"/>
                  </a:lnTo>
                  <a:lnTo>
                    <a:pt x="168" y="168"/>
                  </a:lnTo>
                  <a:lnTo>
                    <a:pt x="168" y="168"/>
                  </a:lnTo>
                  <a:lnTo>
                    <a:pt x="168" y="168"/>
                  </a:lnTo>
                  <a:lnTo>
                    <a:pt x="168" y="168"/>
                  </a:lnTo>
                  <a:lnTo>
                    <a:pt x="166" y="168"/>
                  </a:lnTo>
                  <a:lnTo>
                    <a:pt x="166" y="168"/>
                  </a:lnTo>
                  <a:lnTo>
                    <a:pt x="166" y="168"/>
                  </a:lnTo>
                  <a:lnTo>
                    <a:pt x="166" y="168"/>
                  </a:lnTo>
                  <a:lnTo>
                    <a:pt x="166" y="168"/>
                  </a:lnTo>
                  <a:lnTo>
                    <a:pt x="166" y="168"/>
                  </a:lnTo>
                  <a:lnTo>
                    <a:pt x="163" y="168"/>
                  </a:lnTo>
                  <a:lnTo>
                    <a:pt x="163" y="171"/>
                  </a:lnTo>
                  <a:lnTo>
                    <a:pt x="163" y="171"/>
                  </a:lnTo>
                  <a:lnTo>
                    <a:pt x="163" y="171"/>
                  </a:lnTo>
                  <a:lnTo>
                    <a:pt x="161" y="171"/>
                  </a:lnTo>
                  <a:lnTo>
                    <a:pt x="161" y="173"/>
                  </a:lnTo>
                  <a:lnTo>
                    <a:pt x="161" y="173"/>
                  </a:lnTo>
                  <a:lnTo>
                    <a:pt x="161" y="173"/>
                  </a:lnTo>
                  <a:lnTo>
                    <a:pt x="159" y="173"/>
                  </a:lnTo>
                  <a:lnTo>
                    <a:pt x="159" y="173"/>
                  </a:lnTo>
                  <a:lnTo>
                    <a:pt x="159" y="173"/>
                  </a:lnTo>
                  <a:lnTo>
                    <a:pt x="159" y="173"/>
                  </a:lnTo>
                  <a:lnTo>
                    <a:pt x="159" y="176"/>
                  </a:lnTo>
                  <a:lnTo>
                    <a:pt x="156" y="176"/>
                  </a:lnTo>
                  <a:lnTo>
                    <a:pt x="156" y="176"/>
                  </a:lnTo>
                  <a:lnTo>
                    <a:pt x="156" y="176"/>
                  </a:lnTo>
                  <a:lnTo>
                    <a:pt x="154" y="176"/>
                  </a:lnTo>
                  <a:lnTo>
                    <a:pt x="154" y="176"/>
                  </a:lnTo>
                  <a:lnTo>
                    <a:pt x="154" y="176"/>
                  </a:lnTo>
                  <a:lnTo>
                    <a:pt x="154" y="176"/>
                  </a:lnTo>
                  <a:lnTo>
                    <a:pt x="154" y="176"/>
                  </a:lnTo>
                  <a:lnTo>
                    <a:pt x="154" y="178"/>
                  </a:lnTo>
                  <a:lnTo>
                    <a:pt x="154" y="178"/>
                  </a:lnTo>
                  <a:lnTo>
                    <a:pt x="154" y="178"/>
                  </a:lnTo>
                  <a:lnTo>
                    <a:pt x="154" y="178"/>
                  </a:lnTo>
                  <a:lnTo>
                    <a:pt x="156" y="178"/>
                  </a:lnTo>
                  <a:lnTo>
                    <a:pt x="156" y="178"/>
                  </a:lnTo>
                  <a:lnTo>
                    <a:pt x="159" y="178"/>
                  </a:lnTo>
                  <a:lnTo>
                    <a:pt x="159" y="178"/>
                  </a:lnTo>
                  <a:lnTo>
                    <a:pt x="159" y="180"/>
                  </a:lnTo>
                  <a:lnTo>
                    <a:pt x="156" y="180"/>
                  </a:lnTo>
                  <a:lnTo>
                    <a:pt x="156" y="180"/>
                  </a:lnTo>
                  <a:lnTo>
                    <a:pt x="156" y="180"/>
                  </a:lnTo>
                  <a:lnTo>
                    <a:pt x="154" y="180"/>
                  </a:lnTo>
                  <a:lnTo>
                    <a:pt x="154" y="180"/>
                  </a:lnTo>
                  <a:lnTo>
                    <a:pt x="154" y="180"/>
                  </a:lnTo>
                  <a:lnTo>
                    <a:pt x="154" y="183"/>
                  </a:lnTo>
                  <a:lnTo>
                    <a:pt x="152" y="183"/>
                  </a:lnTo>
                  <a:lnTo>
                    <a:pt x="152" y="183"/>
                  </a:lnTo>
                  <a:lnTo>
                    <a:pt x="152" y="183"/>
                  </a:lnTo>
                  <a:lnTo>
                    <a:pt x="149" y="183"/>
                  </a:lnTo>
                  <a:lnTo>
                    <a:pt x="149" y="183"/>
                  </a:lnTo>
                  <a:lnTo>
                    <a:pt x="149" y="183"/>
                  </a:lnTo>
                  <a:lnTo>
                    <a:pt x="147" y="183"/>
                  </a:lnTo>
                  <a:lnTo>
                    <a:pt x="147" y="183"/>
                  </a:lnTo>
                  <a:lnTo>
                    <a:pt x="147" y="183"/>
                  </a:lnTo>
                  <a:lnTo>
                    <a:pt x="144" y="183"/>
                  </a:lnTo>
                  <a:lnTo>
                    <a:pt x="144" y="183"/>
                  </a:lnTo>
                  <a:lnTo>
                    <a:pt x="144" y="183"/>
                  </a:lnTo>
                  <a:lnTo>
                    <a:pt x="144" y="183"/>
                  </a:lnTo>
                  <a:lnTo>
                    <a:pt x="142" y="183"/>
                  </a:lnTo>
                  <a:lnTo>
                    <a:pt x="142" y="183"/>
                  </a:lnTo>
                  <a:lnTo>
                    <a:pt x="142" y="180"/>
                  </a:lnTo>
                  <a:lnTo>
                    <a:pt x="140" y="180"/>
                  </a:lnTo>
                  <a:lnTo>
                    <a:pt x="140" y="180"/>
                  </a:lnTo>
                  <a:lnTo>
                    <a:pt x="140" y="180"/>
                  </a:lnTo>
                  <a:lnTo>
                    <a:pt x="137" y="180"/>
                  </a:lnTo>
                  <a:lnTo>
                    <a:pt x="137" y="180"/>
                  </a:lnTo>
                  <a:lnTo>
                    <a:pt x="137" y="183"/>
                  </a:lnTo>
                  <a:lnTo>
                    <a:pt x="135" y="183"/>
                  </a:lnTo>
                  <a:lnTo>
                    <a:pt x="135" y="183"/>
                  </a:lnTo>
                  <a:lnTo>
                    <a:pt x="135" y="183"/>
                  </a:lnTo>
                  <a:lnTo>
                    <a:pt x="135" y="183"/>
                  </a:lnTo>
                  <a:lnTo>
                    <a:pt x="135" y="185"/>
                  </a:lnTo>
                  <a:lnTo>
                    <a:pt x="135" y="185"/>
                  </a:lnTo>
                  <a:lnTo>
                    <a:pt x="133" y="185"/>
                  </a:lnTo>
                  <a:lnTo>
                    <a:pt x="133" y="187"/>
                  </a:lnTo>
                  <a:lnTo>
                    <a:pt x="133" y="187"/>
                  </a:lnTo>
                  <a:lnTo>
                    <a:pt x="133" y="187"/>
                  </a:lnTo>
                  <a:lnTo>
                    <a:pt x="133" y="190"/>
                  </a:lnTo>
                  <a:lnTo>
                    <a:pt x="133" y="190"/>
                  </a:lnTo>
                  <a:lnTo>
                    <a:pt x="130" y="190"/>
                  </a:lnTo>
                  <a:lnTo>
                    <a:pt x="130" y="190"/>
                  </a:lnTo>
                  <a:lnTo>
                    <a:pt x="130" y="190"/>
                  </a:lnTo>
                  <a:lnTo>
                    <a:pt x="128" y="190"/>
                  </a:lnTo>
                  <a:lnTo>
                    <a:pt x="128" y="190"/>
                  </a:lnTo>
                  <a:lnTo>
                    <a:pt x="128" y="190"/>
                  </a:lnTo>
                  <a:lnTo>
                    <a:pt x="128" y="190"/>
                  </a:lnTo>
                  <a:lnTo>
                    <a:pt x="128" y="192"/>
                  </a:lnTo>
                  <a:lnTo>
                    <a:pt x="128" y="192"/>
                  </a:lnTo>
                  <a:lnTo>
                    <a:pt x="125" y="192"/>
                  </a:lnTo>
                  <a:lnTo>
                    <a:pt x="125" y="194"/>
                  </a:lnTo>
                  <a:lnTo>
                    <a:pt x="125" y="194"/>
                  </a:lnTo>
                  <a:lnTo>
                    <a:pt x="125" y="197"/>
                  </a:lnTo>
                  <a:lnTo>
                    <a:pt x="125" y="197"/>
                  </a:lnTo>
                  <a:lnTo>
                    <a:pt x="125" y="197"/>
                  </a:lnTo>
                  <a:lnTo>
                    <a:pt x="125" y="199"/>
                  </a:lnTo>
                  <a:lnTo>
                    <a:pt x="125" y="199"/>
                  </a:lnTo>
                  <a:lnTo>
                    <a:pt x="125" y="199"/>
                  </a:lnTo>
                  <a:lnTo>
                    <a:pt x="125" y="202"/>
                  </a:lnTo>
                  <a:lnTo>
                    <a:pt x="125" y="202"/>
                  </a:lnTo>
                  <a:lnTo>
                    <a:pt x="125" y="202"/>
                  </a:lnTo>
                  <a:lnTo>
                    <a:pt x="125" y="204"/>
                  </a:lnTo>
                  <a:lnTo>
                    <a:pt x="125" y="204"/>
                  </a:lnTo>
                  <a:lnTo>
                    <a:pt x="125" y="206"/>
                  </a:lnTo>
                  <a:lnTo>
                    <a:pt x="125" y="206"/>
                  </a:lnTo>
                  <a:lnTo>
                    <a:pt x="125" y="209"/>
                  </a:lnTo>
                  <a:lnTo>
                    <a:pt x="125" y="209"/>
                  </a:lnTo>
                  <a:lnTo>
                    <a:pt x="125" y="209"/>
                  </a:lnTo>
                  <a:lnTo>
                    <a:pt x="125" y="209"/>
                  </a:lnTo>
                  <a:lnTo>
                    <a:pt x="125" y="211"/>
                  </a:lnTo>
                  <a:lnTo>
                    <a:pt x="125" y="211"/>
                  </a:lnTo>
                  <a:lnTo>
                    <a:pt x="125" y="211"/>
                  </a:lnTo>
                  <a:lnTo>
                    <a:pt x="125" y="213"/>
                  </a:lnTo>
                  <a:lnTo>
                    <a:pt x="125" y="213"/>
                  </a:lnTo>
                  <a:lnTo>
                    <a:pt x="125" y="213"/>
                  </a:lnTo>
                  <a:lnTo>
                    <a:pt x="125" y="213"/>
                  </a:lnTo>
                  <a:lnTo>
                    <a:pt x="125" y="216"/>
                  </a:lnTo>
                  <a:lnTo>
                    <a:pt x="125" y="216"/>
                  </a:lnTo>
                  <a:lnTo>
                    <a:pt x="125" y="216"/>
                  </a:lnTo>
                  <a:lnTo>
                    <a:pt x="125" y="218"/>
                  </a:lnTo>
                  <a:lnTo>
                    <a:pt x="125" y="218"/>
                  </a:lnTo>
                  <a:lnTo>
                    <a:pt x="125" y="218"/>
                  </a:lnTo>
                  <a:lnTo>
                    <a:pt x="123" y="218"/>
                  </a:lnTo>
                  <a:lnTo>
                    <a:pt x="123" y="218"/>
                  </a:lnTo>
                  <a:lnTo>
                    <a:pt x="121" y="218"/>
                  </a:lnTo>
                  <a:lnTo>
                    <a:pt x="121" y="218"/>
                  </a:lnTo>
                  <a:lnTo>
                    <a:pt x="121" y="218"/>
                  </a:lnTo>
                  <a:lnTo>
                    <a:pt x="121" y="218"/>
                  </a:lnTo>
                  <a:lnTo>
                    <a:pt x="118" y="218"/>
                  </a:lnTo>
                  <a:lnTo>
                    <a:pt x="118" y="218"/>
                  </a:lnTo>
                  <a:lnTo>
                    <a:pt x="118" y="221"/>
                  </a:lnTo>
                  <a:lnTo>
                    <a:pt x="118" y="221"/>
                  </a:lnTo>
                  <a:lnTo>
                    <a:pt x="116" y="221"/>
                  </a:lnTo>
                  <a:lnTo>
                    <a:pt x="116" y="221"/>
                  </a:lnTo>
                  <a:lnTo>
                    <a:pt x="114" y="221"/>
                  </a:lnTo>
                  <a:lnTo>
                    <a:pt x="114" y="221"/>
                  </a:lnTo>
                  <a:lnTo>
                    <a:pt x="114" y="221"/>
                  </a:lnTo>
                  <a:lnTo>
                    <a:pt x="114" y="221"/>
                  </a:lnTo>
                  <a:lnTo>
                    <a:pt x="111" y="221"/>
                  </a:lnTo>
                  <a:lnTo>
                    <a:pt x="111" y="221"/>
                  </a:lnTo>
                  <a:lnTo>
                    <a:pt x="111" y="223"/>
                  </a:lnTo>
                  <a:lnTo>
                    <a:pt x="111" y="223"/>
                  </a:lnTo>
                  <a:lnTo>
                    <a:pt x="109" y="223"/>
                  </a:lnTo>
                  <a:lnTo>
                    <a:pt x="109" y="223"/>
                  </a:lnTo>
                  <a:lnTo>
                    <a:pt x="109" y="223"/>
                  </a:lnTo>
                  <a:lnTo>
                    <a:pt x="107" y="223"/>
                  </a:lnTo>
                  <a:lnTo>
                    <a:pt x="107" y="223"/>
                  </a:lnTo>
                  <a:lnTo>
                    <a:pt x="107" y="223"/>
                  </a:lnTo>
                  <a:lnTo>
                    <a:pt x="104" y="223"/>
                  </a:lnTo>
                  <a:lnTo>
                    <a:pt x="104" y="225"/>
                  </a:lnTo>
                  <a:lnTo>
                    <a:pt x="104" y="225"/>
                  </a:lnTo>
                  <a:lnTo>
                    <a:pt x="102" y="225"/>
                  </a:lnTo>
                  <a:lnTo>
                    <a:pt x="102" y="225"/>
                  </a:lnTo>
                  <a:lnTo>
                    <a:pt x="102" y="225"/>
                  </a:lnTo>
                  <a:lnTo>
                    <a:pt x="102" y="225"/>
                  </a:lnTo>
                  <a:lnTo>
                    <a:pt x="99" y="225"/>
                  </a:lnTo>
                  <a:lnTo>
                    <a:pt x="99" y="225"/>
                  </a:lnTo>
                  <a:lnTo>
                    <a:pt x="99" y="225"/>
                  </a:lnTo>
                  <a:lnTo>
                    <a:pt x="97" y="225"/>
                  </a:lnTo>
                  <a:lnTo>
                    <a:pt x="97" y="225"/>
                  </a:lnTo>
                  <a:lnTo>
                    <a:pt x="95" y="225"/>
                  </a:lnTo>
                  <a:lnTo>
                    <a:pt x="95" y="225"/>
                  </a:lnTo>
                  <a:lnTo>
                    <a:pt x="95" y="225"/>
                  </a:lnTo>
                  <a:lnTo>
                    <a:pt x="95" y="225"/>
                  </a:lnTo>
                  <a:lnTo>
                    <a:pt x="92" y="225"/>
                  </a:lnTo>
                  <a:lnTo>
                    <a:pt x="92" y="225"/>
                  </a:lnTo>
                  <a:lnTo>
                    <a:pt x="92" y="225"/>
                  </a:lnTo>
                  <a:lnTo>
                    <a:pt x="90" y="225"/>
                  </a:lnTo>
                  <a:lnTo>
                    <a:pt x="90" y="225"/>
                  </a:lnTo>
                  <a:lnTo>
                    <a:pt x="88" y="225"/>
                  </a:lnTo>
                  <a:lnTo>
                    <a:pt x="88" y="225"/>
                  </a:lnTo>
                  <a:lnTo>
                    <a:pt x="88" y="225"/>
                  </a:lnTo>
                  <a:lnTo>
                    <a:pt x="85" y="225"/>
                  </a:lnTo>
                  <a:lnTo>
                    <a:pt x="85" y="225"/>
                  </a:lnTo>
                  <a:lnTo>
                    <a:pt x="85" y="225"/>
                  </a:lnTo>
                  <a:lnTo>
                    <a:pt x="85" y="225"/>
                  </a:lnTo>
                  <a:lnTo>
                    <a:pt x="83" y="225"/>
                  </a:lnTo>
                  <a:lnTo>
                    <a:pt x="83" y="225"/>
                  </a:lnTo>
                  <a:lnTo>
                    <a:pt x="81" y="225"/>
                  </a:lnTo>
                  <a:lnTo>
                    <a:pt x="81" y="228"/>
                  </a:lnTo>
                  <a:lnTo>
                    <a:pt x="81" y="228"/>
                  </a:lnTo>
                  <a:lnTo>
                    <a:pt x="81" y="228"/>
                  </a:lnTo>
                  <a:lnTo>
                    <a:pt x="81" y="228"/>
                  </a:lnTo>
                  <a:lnTo>
                    <a:pt x="81" y="228"/>
                  </a:lnTo>
                  <a:lnTo>
                    <a:pt x="78" y="228"/>
                  </a:lnTo>
                  <a:lnTo>
                    <a:pt x="78" y="230"/>
                  </a:lnTo>
                  <a:lnTo>
                    <a:pt x="78" y="230"/>
                  </a:lnTo>
                  <a:lnTo>
                    <a:pt x="78" y="228"/>
                  </a:lnTo>
                  <a:lnTo>
                    <a:pt x="78" y="228"/>
                  </a:lnTo>
                  <a:lnTo>
                    <a:pt x="76" y="228"/>
                  </a:lnTo>
                  <a:lnTo>
                    <a:pt x="76" y="228"/>
                  </a:lnTo>
                  <a:lnTo>
                    <a:pt x="73" y="228"/>
                  </a:lnTo>
                  <a:lnTo>
                    <a:pt x="73" y="228"/>
                  </a:lnTo>
                  <a:lnTo>
                    <a:pt x="73" y="228"/>
                  </a:lnTo>
                  <a:lnTo>
                    <a:pt x="73" y="228"/>
                  </a:lnTo>
                  <a:lnTo>
                    <a:pt x="71" y="228"/>
                  </a:lnTo>
                  <a:lnTo>
                    <a:pt x="71" y="228"/>
                  </a:lnTo>
                  <a:lnTo>
                    <a:pt x="71" y="228"/>
                  </a:lnTo>
                  <a:lnTo>
                    <a:pt x="69" y="228"/>
                  </a:lnTo>
                  <a:lnTo>
                    <a:pt x="69" y="228"/>
                  </a:lnTo>
                  <a:lnTo>
                    <a:pt x="69" y="228"/>
                  </a:lnTo>
                  <a:lnTo>
                    <a:pt x="66" y="228"/>
                  </a:lnTo>
                  <a:lnTo>
                    <a:pt x="66" y="228"/>
                  </a:lnTo>
                  <a:lnTo>
                    <a:pt x="66" y="228"/>
                  </a:lnTo>
                  <a:lnTo>
                    <a:pt x="64" y="228"/>
                  </a:lnTo>
                  <a:lnTo>
                    <a:pt x="64" y="228"/>
                  </a:lnTo>
                  <a:lnTo>
                    <a:pt x="64" y="228"/>
                  </a:lnTo>
                  <a:lnTo>
                    <a:pt x="62" y="228"/>
                  </a:lnTo>
                  <a:lnTo>
                    <a:pt x="62" y="228"/>
                  </a:lnTo>
                  <a:lnTo>
                    <a:pt x="62" y="228"/>
                  </a:lnTo>
                  <a:lnTo>
                    <a:pt x="59" y="228"/>
                  </a:lnTo>
                  <a:lnTo>
                    <a:pt x="59" y="228"/>
                  </a:lnTo>
                  <a:lnTo>
                    <a:pt x="59" y="228"/>
                  </a:lnTo>
                  <a:lnTo>
                    <a:pt x="57" y="228"/>
                  </a:lnTo>
                  <a:lnTo>
                    <a:pt x="57" y="228"/>
                  </a:lnTo>
                  <a:lnTo>
                    <a:pt x="54" y="228"/>
                  </a:lnTo>
                  <a:lnTo>
                    <a:pt x="54" y="228"/>
                  </a:lnTo>
                  <a:lnTo>
                    <a:pt x="54" y="228"/>
                  </a:lnTo>
                  <a:lnTo>
                    <a:pt x="54" y="228"/>
                  </a:lnTo>
                  <a:lnTo>
                    <a:pt x="52" y="228"/>
                  </a:lnTo>
                  <a:lnTo>
                    <a:pt x="52" y="228"/>
                  </a:lnTo>
                  <a:lnTo>
                    <a:pt x="52" y="228"/>
                  </a:lnTo>
                  <a:lnTo>
                    <a:pt x="50" y="228"/>
                  </a:lnTo>
                  <a:lnTo>
                    <a:pt x="50" y="228"/>
                  </a:lnTo>
                  <a:lnTo>
                    <a:pt x="47" y="228"/>
                  </a:lnTo>
                  <a:lnTo>
                    <a:pt x="47" y="228"/>
                  </a:lnTo>
                  <a:lnTo>
                    <a:pt x="47" y="228"/>
                  </a:lnTo>
                  <a:lnTo>
                    <a:pt x="45" y="228"/>
                  </a:lnTo>
                  <a:lnTo>
                    <a:pt x="45" y="228"/>
                  </a:lnTo>
                  <a:lnTo>
                    <a:pt x="45" y="230"/>
                  </a:lnTo>
                  <a:lnTo>
                    <a:pt x="45" y="230"/>
                  </a:lnTo>
                  <a:lnTo>
                    <a:pt x="43" y="230"/>
                  </a:lnTo>
                  <a:lnTo>
                    <a:pt x="43" y="230"/>
                  </a:lnTo>
                  <a:lnTo>
                    <a:pt x="43" y="228"/>
                  </a:lnTo>
                  <a:lnTo>
                    <a:pt x="40" y="228"/>
                  </a:lnTo>
                  <a:lnTo>
                    <a:pt x="40" y="228"/>
                  </a:lnTo>
                  <a:lnTo>
                    <a:pt x="40" y="228"/>
                  </a:lnTo>
                  <a:lnTo>
                    <a:pt x="40" y="228"/>
                  </a:lnTo>
                  <a:lnTo>
                    <a:pt x="38" y="228"/>
                  </a:lnTo>
                  <a:lnTo>
                    <a:pt x="38" y="228"/>
                  </a:lnTo>
                  <a:lnTo>
                    <a:pt x="38" y="228"/>
                  </a:lnTo>
                  <a:lnTo>
                    <a:pt x="38" y="228"/>
                  </a:lnTo>
                  <a:lnTo>
                    <a:pt x="36" y="228"/>
                  </a:lnTo>
                  <a:lnTo>
                    <a:pt x="36" y="228"/>
                  </a:lnTo>
                  <a:lnTo>
                    <a:pt x="33" y="228"/>
                  </a:lnTo>
                  <a:lnTo>
                    <a:pt x="33" y="228"/>
                  </a:lnTo>
                  <a:lnTo>
                    <a:pt x="33" y="225"/>
                  </a:lnTo>
                  <a:lnTo>
                    <a:pt x="33" y="225"/>
                  </a:lnTo>
                  <a:lnTo>
                    <a:pt x="31" y="225"/>
                  </a:lnTo>
                  <a:lnTo>
                    <a:pt x="31" y="225"/>
                  </a:lnTo>
                  <a:lnTo>
                    <a:pt x="31" y="225"/>
                  </a:lnTo>
                  <a:lnTo>
                    <a:pt x="28" y="225"/>
                  </a:lnTo>
                  <a:lnTo>
                    <a:pt x="28" y="225"/>
                  </a:lnTo>
                  <a:lnTo>
                    <a:pt x="28" y="225"/>
                  </a:lnTo>
                  <a:lnTo>
                    <a:pt x="26" y="225"/>
                  </a:lnTo>
                  <a:lnTo>
                    <a:pt x="26" y="223"/>
                  </a:lnTo>
                  <a:lnTo>
                    <a:pt x="26" y="223"/>
                  </a:lnTo>
                  <a:lnTo>
                    <a:pt x="26" y="223"/>
                  </a:lnTo>
                  <a:lnTo>
                    <a:pt x="24" y="223"/>
                  </a:lnTo>
                  <a:lnTo>
                    <a:pt x="24" y="223"/>
                  </a:lnTo>
                  <a:lnTo>
                    <a:pt x="24" y="223"/>
                  </a:lnTo>
                  <a:lnTo>
                    <a:pt x="21" y="223"/>
                  </a:lnTo>
                  <a:lnTo>
                    <a:pt x="21" y="223"/>
                  </a:lnTo>
                  <a:lnTo>
                    <a:pt x="21" y="221"/>
                  </a:lnTo>
                  <a:lnTo>
                    <a:pt x="21" y="221"/>
                  </a:lnTo>
                  <a:lnTo>
                    <a:pt x="19" y="221"/>
                  </a:lnTo>
                  <a:lnTo>
                    <a:pt x="19" y="221"/>
                  </a:lnTo>
                  <a:lnTo>
                    <a:pt x="19" y="221"/>
                  </a:lnTo>
                  <a:lnTo>
                    <a:pt x="19" y="221"/>
                  </a:lnTo>
                  <a:lnTo>
                    <a:pt x="17" y="221"/>
                  </a:lnTo>
                  <a:lnTo>
                    <a:pt x="17" y="221"/>
                  </a:lnTo>
                  <a:lnTo>
                    <a:pt x="14" y="221"/>
                  </a:lnTo>
                  <a:lnTo>
                    <a:pt x="14" y="218"/>
                  </a:lnTo>
                  <a:lnTo>
                    <a:pt x="14" y="218"/>
                  </a:lnTo>
                  <a:lnTo>
                    <a:pt x="14" y="218"/>
                  </a:lnTo>
                  <a:lnTo>
                    <a:pt x="12" y="218"/>
                  </a:lnTo>
                  <a:lnTo>
                    <a:pt x="12" y="218"/>
                  </a:lnTo>
                  <a:lnTo>
                    <a:pt x="12" y="218"/>
                  </a:lnTo>
                  <a:lnTo>
                    <a:pt x="12" y="218"/>
                  </a:lnTo>
                  <a:lnTo>
                    <a:pt x="9" y="218"/>
                  </a:lnTo>
                  <a:lnTo>
                    <a:pt x="9" y="218"/>
                  </a:lnTo>
                  <a:lnTo>
                    <a:pt x="9" y="218"/>
                  </a:lnTo>
                  <a:lnTo>
                    <a:pt x="9" y="218"/>
                  </a:lnTo>
                  <a:lnTo>
                    <a:pt x="9" y="216"/>
                  </a:lnTo>
                  <a:lnTo>
                    <a:pt x="12" y="216"/>
                  </a:lnTo>
                  <a:lnTo>
                    <a:pt x="12" y="216"/>
                  </a:lnTo>
                  <a:lnTo>
                    <a:pt x="12" y="216"/>
                  </a:lnTo>
                  <a:lnTo>
                    <a:pt x="12" y="213"/>
                  </a:lnTo>
                  <a:lnTo>
                    <a:pt x="12" y="213"/>
                  </a:lnTo>
                  <a:lnTo>
                    <a:pt x="12" y="213"/>
                  </a:lnTo>
                  <a:lnTo>
                    <a:pt x="14" y="213"/>
                  </a:lnTo>
                  <a:lnTo>
                    <a:pt x="14" y="211"/>
                  </a:lnTo>
                  <a:lnTo>
                    <a:pt x="14" y="211"/>
                  </a:lnTo>
                  <a:lnTo>
                    <a:pt x="14" y="211"/>
                  </a:lnTo>
                  <a:lnTo>
                    <a:pt x="14" y="209"/>
                  </a:lnTo>
                  <a:lnTo>
                    <a:pt x="14" y="209"/>
                  </a:lnTo>
                  <a:lnTo>
                    <a:pt x="14" y="209"/>
                  </a:lnTo>
                  <a:lnTo>
                    <a:pt x="17" y="209"/>
                  </a:lnTo>
                  <a:lnTo>
                    <a:pt x="17" y="209"/>
                  </a:lnTo>
                  <a:lnTo>
                    <a:pt x="17" y="209"/>
                  </a:lnTo>
                  <a:lnTo>
                    <a:pt x="17" y="206"/>
                  </a:lnTo>
                  <a:lnTo>
                    <a:pt x="19" y="206"/>
                  </a:lnTo>
                  <a:lnTo>
                    <a:pt x="19" y="206"/>
                  </a:lnTo>
                  <a:lnTo>
                    <a:pt x="19" y="206"/>
                  </a:lnTo>
                  <a:lnTo>
                    <a:pt x="19" y="204"/>
                  </a:lnTo>
                  <a:lnTo>
                    <a:pt x="19" y="204"/>
                  </a:lnTo>
                  <a:lnTo>
                    <a:pt x="19" y="204"/>
                  </a:lnTo>
                  <a:lnTo>
                    <a:pt x="21" y="204"/>
                  </a:lnTo>
                  <a:lnTo>
                    <a:pt x="21" y="202"/>
                  </a:lnTo>
                  <a:lnTo>
                    <a:pt x="21" y="202"/>
                  </a:lnTo>
                  <a:lnTo>
                    <a:pt x="21" y="202"/>
                  </a:lnTo>
                  <a:lnTo>
                    <a:pt x="21" y="202"/>
                  </a:lnTo>
                  <a:lnTo>
                    <a:pt x="21" y="199"/>
                  </a:lnTo>
                  <a:lnTo>
                    <a:pt x="24" y="199"/>
                  </a:lnTo>
                  <a:lnTo>
                    <a:pt x="24" y="199"/>
                  </a:lnTo>
                  <a:lnTo>
                    <a:pt x="24" y="199"/>
                  </a:lnTo>
                  <a:lnTo>
                    <a:pt x="24" y="199"/>
                  </a:lnTo>
                  <a:lnTo>
                    <a:pt x="26" y="199"/>
                  </a:lnTo>
                  <a:lnTo>
                    <a:pt x="26" y="197"/>
                  </a:lnTo>
                  <a:lnTo>
                    <a:pt x="26" y="197"/>
                  </a:lnTo>
                  <a:lnTo>
                    <a:pt x="26" y="197"/>
                  </a:lnTo>
                  <a:lnTo>
                    <a:pt x="26" y="197"/>
                  </a:lnTo>
                  <a:lnTo>
                    <a:pt x="26" y="194"/>
                  </a:lnTo>
                  <a:lnTo>
                    <a:pt x="28" y="194"/>
                  </a:lnTo>
                  <a:lnTo>
                    <a:pt x="28" y="194"/>
                  </a:lnTo>
                  <a:lnTo>
                    <a:pt x="28" y="194"/>
                  </a:lnTo>
                  <a:lnTo>
                    <a:pt x="28" y="192"/>
                  </a:lnTo>
                  <a:lnTo>
                    <a:pt x="28" y="192"/>
                  </a:lnTo>
                  <a:lnTo>
                    <a:pt x="28" y="190"/>
                  </a:lnTo>
                  <a:lnTo>
                    <a:pt x="28" y="190"/>
                  </a:lnTo>
                  <a:lnTo>
                    <a:pt x="28" y="190"/>
                  </a:lnTo>
                  <a:lnTo>
                    <a:pt x="28" y="190"/>
                  </a:lnTo>
                  <a:lnTo>
                    <a:pt x="28" y="187"/>
                  </a:lnTo>
                  <a:lnTo>
                    <a:pt x="28" y="187"/>
                  </a:lnTo>
                  <a:lnTo>
                    <a:pt x="28" y="185"/>
                  </a:lnTo>
                  <a:lnTo>
                    <a:pt x="28" y="185"/>
                  </a:lnTo>
                  <a:lnTo>
                    <a:pt x="28" y="185"/>
                  </a:lnTo>
                  <a:lnTo>
                    <a:pt x="28" y="183"/>
                  </a:lnTo>
                  <a:lnTo>
                    <a:pt x="28" y="183"/>
                  </a:lnTo>
                  <a:lnTo>
                    <a:pt x="28" y="180"/>
                  </a:lnTo>
                  <a:lnTo>
                    <a:pt x="28" y="180"/>
                  </a:lnTo>
                  <a:lnTo>
                    <a:pt x="28" y="180"/>
                  </a:lnTo>
                  <a:lnTo>
                    <a:pt x="28" y="178"/>
                  </a:lnTo>
                  <a:lnTo>
                    <a:pt x="26" y="178"/>
                  </a:lnTo>
                  <a:lnTo>
                    <a:pt x="26" y="178"/>
                  </a:lnTo>
                  <a:lnTo>
                    <a:pt x="26" y="178"/>
                  </a:lnTo>
                  <a:lnTo>
                    <a:pt x="26" y="178"/>
                  </a:lnTo>
                  <a:lnTo>
                    <a:pt x="26" y="178"/>
                  </a:lnTo>
                  <a:lnTo>
                    <a:pt x="24" y="178"/>
                  </a:lnTo>
                  <a:lnTo>
                    <a:pt x="24" y="178"/>
                  </a:lnTo>
                  <a:lnTo>
                    <a:pt x="24" y="178"/>
                  </a:lnTo>
                  <a:lnTo>
                    <a:pt x="21" y="178"/>
                  </a:lnTo>
                  <a:lnTo>
                    <a:pt x="21" y="178"/>
                  </a:lnTo>
                  <a:lnTo>
                    <a:pt x="21" y="178"/>
                  </a:lnTo>
                  <a:lnTo>
                    <a:pt x="19" y="178"/>
                  </a:lnTo>
                  <a:lnTo>
                    <a:pt x="19" y="178"/>
                  </a:lnTo>
                  <a:lnTo>
                    <a:pt x="19" y="178"/>
                  </a:lnTo>
                  <a:lnTo>
                    <a:pt x="19" y="178"/>
                  </a:lnTo>
                  <a:lnTo>
                    <a:pt x="17" y="178"/>
                  </a:lnTo>
                  <a:lnTo>
                    <a:pt x="17" y="178"/>
                  </a:lnTo>
                  <a:lnTo>
                    <a:pt x="14" y="178"/>
                  </a:lnTo>
                  <a:lnTo>
                    <a:pt x="14" y="178"/>
                  </a:lnTo>
                  <a:lnTo>
                    <a:pt x="14" y="178"/>
                  </a:lnTo>
                  <a:lnTo>
                    <a:pt x="12" y="178"/>
                  </a:lnTo>
                  <a:lnTo>
                    <a:pt x="12" y="178"/>
                  </a:lnTo>
                  <a:lnTo>
                    <a:pt x="12" y="178"/>
                  </a:lnTo>
                  <a:lnTo>
                    <a:pt x="12" y="176"/>
                  </a:lnTo>
                  <a:lnTo>
                    <a:pt x="9" y="176"/>
                  </a:lnTo>
                  <a:lnTo>
                    <a:pt x="9" y="176"/>
                  </a:lnTo>
                  <a:lnTo>
                    <a:pt x="7" y="176"/>
                  </a:lnTo>
                  <a:lnTo>
                    <a:pt x="7" y="176"/>
                  </a:lnTo>
                  <a:lnTo>
                    <a:pt x="7" y="173"/>
                  </a:lnTo>
                  <a:lnTo>
                    <a:pt x="7" y="173"/>
                  </a:lnTo>
                  <a:lnTo>
                    <a:pt x="7" y="171"/>
                  </a:lnTo>
                  <a:lnTo>
                    <a:pt x="7" y="171"/>
                  </a:lnTo>
                  <a:lnTo>
                    <a:pt x="7" y="168"/>
                  </a:lnTo>
                  <a:lnTo>
                    <a:pt x="7" y="168"/>
                  </a:lnTo>
                  <a:lnTo>
                    <a:pt x="7" y="168"/>
                  </a:lnTo>
                  <a:lnTo>
                    <a:pt x="7" y="166"/>
                  </a:lnTo>
                  <a:lnTo>
                    <a:pt x="7" y="166"/>
                  </a:lnTo>
                  <a:lnTo>
                    <a:pt x="7" y="164"/>
                  </a:lnTo>
                  <a:lnTo>
                    <a:pt x="7" y="164"/>
                  </a:lnTo>
                  <a:lnTo>
                    <a:pt x="7" y="161"/>
                  </a:lnTo>
                  <a:lnTo>
                    <a:pt x="7" y="161"/>
                  </a:lnTo>
                  <a:lnTo>
                    <a:pt x="7" y="159"/>
                  </a:lnTo>
                  <a:lnTo>
                    <a:pt x="9" y="159"/>
                  </a:lnTo>
                  <a:lnTo>
                    <a:pt x="9" y="159"/>
                  </a:lnTo>
                  <a:lnTo>
                    <a:pt x="9" y="159"/>
                  </a:lnTo>
                  <a:lnTo>
                    <a:pt x="9" y="157"/>
                  </a:lnTo>
                  <a:lnTo>
                    <a:pt x="9" y="157"/>
                  </a:lnTo>
                  <a:lnTo>
                    <a:pt x="7" y="157"/>
                  </a:lnTo>
                  <a:lnTo>
                    <a:pt x="7" y="154"/>
                  </a:lnTo>
                  <a:lnTo>
                    <a:pt x="7" y="154"/>
                  </a:lnTo>
                  <a:lnTo>
                    <a:pt x="7" y="152"/>
                  </a:lnTo>
                  <a:lnTo>
                    <a:pt x="7" y="152"/>
                  </a:lnTo>
                  <a:lnTo>
                    <a:pt x="7" y="149"/>
                  </a:lnTo>
                  <a:lnTo>
                    <a:pt x="7" y="149"/>
                  </a:lnTo>
                  <a:lnTo>
                    <a:pt x="7" y="149"/>
                  </a:lnTo>
                  <a:lnTo>
                    <a:pt x="7" y="149"/>
                  </a:lnTo>
                  <a:lnTo>
                    <a:pt x="7" y="149"/>
                  </a:lnTo>
                  <a:lnTo>
                    <a:pt x="7" y="147"/>
                  </a:lnTo>
                  <a:lnTo>
                    <a:pt x="7" y="147"/>
                  </a:lnTo>
                  <a:lnTo>
                    <a:pt x="5" y="147"/>
                  </a:lnTo>
                  <a:lnTo>
                    <a:pt x="5" y="145"/>
                  </a:lnTo>
                  <a:lnTo>
                    <a:pt x="5" y="145"/>
                  </a:lnTo>
                  <a:lnTo>
                    <a:pt x="5" y="142"/>
                  </a:lnTo>
                  <a:lnTo>
                    <a:pt x="5" y="142"/>
                  </a:lnTo>
                  <a:lnTo>
                    <a:pt x="5" y="142"/>
                  </a:lnTo>
                  <a:lnTo>
                    <a:pt x="5" y="140"/>
                  </a:lnTo>
                  <a:lnTo>
                    <a:pt x="5" y="140"/>
                  </a:lnTo>
                  <a:lnTo>
                    <a:pt x="5" y="140"/>
                  </a:lnTo>
                  <a:lnTo>
                    <a:pt x="5" y="140"/>
                  </a:lnTo>
                  <a:lnTo>
                    <a:pt x="5" y="138"/>
                  </a:lnTo>
                  <a:lnTo>
                    <a:pt x="5" y="138"/>
                  </a:lnTo>
                  <a:lnTo>
                    <a:pt x="5" y="135"/>
                  </a:lnTo>
                  <a:lnTo>
                    <a:pt x="2" y="135"/>
                  </a:lnTo>
                  <a:lnTo>
                    <a:pt x="2" y="135"/>
                  </a:lnTo>
                  <a:lnTo>
                    <a:pt x="2" y="133"/>
                  </a:lnTo>
                  <a:lnTo>
                    <a:pt x="5" y="133"/>
                  </a:lnTo>
                  <a:lnTo>
                    <a:pt x="5" y="133"/>
                  </a:lnTo>
                  <a:lnTo>
                    <a:pt x="5" y="130"/>
                  </a:lnTo>
                  <a:lnTo>
                    <a:pt x="5" y="130"/>
                  </a:lnTo>
                  <a:lnTo>
                    <a:pt x="5" y="130"/>
                  </a:lnTo>
                  <a:lnTo>
                    <a:pt x="5" y="130"/>
                  </a:lnTo>
                  <a:lnTo>
                    <a:pt x="7" y="130"/>
                  </a:lnTo>
                  <a:lnTo>
                    <a:pt x="7" y="130"/>
                  </a:lnTo>
                  <a:lnTo>
                    <a:pt x="7" y="130"/>
                  </a:lnTo>
                  <a:lnTo>
                    <a:pt x="7" y="128"/>
                  </a:lnTo>
                  <a:lnTo>
                    <a:pt x="7" y="128"/>
                  </a:lnTo>
                  <a:lnTo>
                    <a:pt x="7" y="128"/>
                  </a:lnTo>
                  <a:lnTo>
                    <a:pt x="9" y="128"/>
                  </a:lnTo>
                  <a:lnTo>
                    <a:pt x="9" y="126"/>
                  </a:lnTo>
                  <a:lnTo>
                    <a:pt x="9" y="126"/>
                  </a:lnTo>
                  <a:lnTo>
                    <a:pt x="9" y="126"/>
                  </a:lnTo>
                  <a:lnTo>
                    <a:pt x="9" y="123"/>
                  </a:lnTo>
                  <a:lnTo>
                    <a:pt x="9" y="123"/>
                  </a:lnTo>
                  <a:lnTo>
                    <a:pt x="7" y="123"/>
                  </a:lnTo>
                  <a:lnTo>
                    <a:pt x="7" y="123"/>
                  </a:lnTo>
                  <a:lnTo>
                    <a:pt x="7" y="123"/>
                  </a:lnTo>
                  <a:lnTo>
                    <a:pt x="5" y="123"/>
                  </a:lnTo>
                  <a:lnTo>
                    <a:pt x="5" y="123"/>
                  </a:lnTo>
                  <a:lnTo>
                    <a:pt x="5" y="123"/>
                  </a:lnTo>
                  <a:lnTo>
                    <a:pt x="5" y="123"/>
                  </a:lnTo>
                  <a:lnTo>
                    <a:pt x="5" y="121"/>
                  </a:lnTo>
                  <a:lnTo>
                    <a:pt x="2" y="121"/>
                  </a:lnTo>
                  <a:lnTo>
                    <a:pt x="2" y="121"/>
                  </a:lnTo>
                  <a:lnTo>
                    <a:pt x="2" y="119"/>
                  </a:lnTo>
                  <a:lnTo>
                    <a:pt x="2" y="119"/>
                  </a:lnTo>
                  <a:lnTo>
                    <a:pt x="2" y="119"/>
                  </a:lnTo>
                  <a:lnTo>
                    <a:pt x="2" y="119"/>
                  </a:lnTo>
                  <a:lnTo>
                    <a:pt x="2" y="119"/>
                  </a:lnTo>
                  <a:lnTo>
                    <a:pt x="2" y="116"/>
                  </a:lnTo>
                  <a:lnTo>
                    <a:pt x="2" y="116"/>
                  </a:lnTo>
                  <a:lnTo>
                    <a:pt x="2" y="114"/>
                  </a:lnTo>
                  <a:lnTo>
                    <a:pt x="2" y="114"/>
                  </a:lnTo>
                  <a:lnTo>
                    <a:pt x="2" y="114"/>
                  </a:lnTo>
                  <a:lnTo>
                    <a:pt x="0" y="114"/>
                  </a:lnTo>
                  <a:lnTo>
                    <a:pt x="0" y="112"/>
                  </a:lnTo>
                  <a:lnTo>
                    <a:pt x="0" y="112"/>
                  </a:lnTo>
                  <a:lnTo>
                    <a:pt x="0" y="109"/>
                  </a:lnTo>
                  <a:lnTo>
                    <a:pt x="0" y="109"/>
                  </a:lnTo>
                  <a:lnTo>
                    <a:pt x="2" y="109"/>
                  </a:lnTo>
                  <a:lnTo>
                    <a:pt x="2" y="109"/>
                  </a:lnTo>
                  <a:lnTo>
                    <a:pt x="2" y="109"/>
                  </a:lnTo>
                  <a:lnTo>
                    <a:pt x="2" y="107"/>
                  </a:lnTo>
                  <a:lnTo>
                    <a:pt x="5" y="107"/>
                  </a:lnTo>
                  <a:lnTo>
                    <a:pt x="5" y="107"/>
                  </a:lnTo>
                  <a:lnTo>
                    <a:pt x="5" y="107"/>
                  </a:lnTo>
                  <a:lnTo>
                    <a:pt x="5" y="104"/>
                  </a:lnTo>
                  <a:lnTo>
                    <a:pt x="5" y="104"/>
                  </a:lnTo>
                  <a:lnTo>
                    <a:pt x="7" y="104"/>
                  </a:lnTo>
                  <a:lnTo>
                    <a:pt x="7" y="104"/>
                  </a:lnTo>
                  <a:lnTo>
                    <a:pt x="7" y="104"/>
                  </a:lnTo>
                  <a:lnTo>
                    <a:pt x="9" y="104"/>
                  </a:lnTo>
                  <a:lnTo>
                    <a:pt x="9" y="104"/>
                  </a:lnTo>
                  <a:lnTo>
                    <a:pt x="9" y="104"/>
                  </a:lnTo>
                  <a:lnTo>
                    <a:pt x="9" y="104"/>
                  </a:lnTo>
                  <a:lnTo>
                    <a:pt x="9" y="102"/>
                  </a:lnTo>
                  <a:lnTo>
                    <a:pt x="7" y="102"/>
                  </a:lnTo>
                  <a:lnTo>
                    <a:pt x="7" y="102"/>
                  </a:lnTo>
                  <a:lnTo>
                    <a:pt x="7" y="100"/>
                  </a:lnTo>
                  <a:lnTo>
                    <a:pt x="7" y="100"/>
                  </a:lnTo>
                  <a:lnTo>
                    <a:pt x="7" y="100"/>
                  </a:lnTo>
                  <a:lnTo>
                    <a:pt x="7" y="100"/>
                  </a:lnTo>
                  <a:lnTo>
                    <a:pt x="7" y="100"/>
                  </a:lnTo>
                  <a:lnTo>
                    <a:pt x="7" y="100"/>
                  </a:lnTo>
                  <a:lnTo>
                    <a:pt x="7" y="100"/>
                  </a:lnTo>
                  <a:lnTo>
                    <a:pt x="9" y="100"/>
                  </a:lnTo>
                  <a:lnTo>
                    <a:pt x="9" y="97"/>
                  </a:lnTo>
                  <a:lnTo>
                    <a:pt x="9" y="97"/>
                  </a:lnTo>
                  <a:lnTo>
                    <a:pt x="9" y="97"/>
                  </a:lnTo>
                  <a:lnTo>
                    <a:pt x="12" y="97"/>
                  </a:lnTo>
                  <a:lnTo>
                    <a:pt x="12" y="97"/>
                  </a:lnTo>
                  <a:lnTo>
                    <a:pt x="12" y="95"/>
                  </a:lnTo>
                  <a:lnTo>
                    <a:pt x="12" y="95"/>
                  </a:lnTo>
                  <a:lnTo>
                    <a:pt x="12" y="93"/>
                  </a:lnTo>
                  <a:lnTo>
                    <a:pt x="12" y="93"/>
                  </a:lnTo>
                  <a:lnTo>
                    <a:pt x="12" y="93"/>
                  </a:lnTo>
                  <a:lnTo>
                    <a:pt x="14" y="93"/>
                  </a:lnTo>
                  <a:lnTo>
                    <a:pt x="14" y="90"/>
                  </a:lnTo>
                  <a:lnTo>
                    <a:pt x="14" y="90"/>
                  </a:lnTo>
                  <a:lnTo>
                    <a:pt x="14" y="90"/>
                  </a:lnTo>
                  <a:lnTo>
                    <a:pt x="14" y="88"/>
                  </a:lnTo>
                  <a:lnTo>
                    <a:pt x="14" y="88"/>
                  </a:lnTo>
                  <a:lnTo>
                    <a:pt x="14" y="88"/>
                  </a:lnTo>
                  <a:lnTo>
                    <a:pt x="14" y="85"/>
                  </a:lnTo>
                  <a:lnTo>
                    <a:pt x="14" y="85"/>
                  </a:lnTo>
                  <a:lnTo>
                    <a:pt x="14" y="83"/>
                  </a:lnTo>
                  <a:lnTo>
                    <a:pt x="14" y="83"/>
                  </a:lnTo>
                  <a:lnTo>
                    <a:pt x="14" y="83"/>
                  </a:lnTo>
                  <a:lnTo>
                    <a:pt x="14" y="81"/>
                  </a:lnTo>
                  <a:lnTo>
                    <a:pt x="14" y="81"/>
                  </a:lnTo>
                  <a:lnTo>
                    <a:pt x="14" y="81"/>
                  </a:lnTo>
                  <a:lnTo>
                    <a:pt x="14" y="81"/>
                  </a:lnTo>
                  <a:lnTo>
                    <a:pt x="14" y="81"/>
                  </a:lnTo>
                  <a:lnTo>
                    <a:pt x="14" y="78"/>
                  </a:lnTo>
                  <a:lnTo>
                    <a:pt x="14" y="78"/>
                  </a:lnTo>
                  <a:lnTo>
                    <a:pt x="17" y="78"/>
                  </a:lnTo>
                  <a:lnTo>
                    <a:pt x="17" y="76"/>
                  </a:lnTo>
                  <a:lnTo>
                    <a:pt x="17" y="76"/>
                  </a:lnTo>
                  <a:lnTo>
                    <a:pt x="17" y="76"/>
                  </a:lnTo>
                  <a:lnTo>
                    <a:pt x="17" y="74"/>
                  </a:lnTo>
                  <a:lnTo>
                    <a:pt x="17" y="74"/>
                  </a:lnTo>
                  <a:lnTo>
                    <a:pt x="19" y="74"/>
                  </a:lnTo>
                  <a:lnTo>
                    <a:pt x="19" y="71"/>
                  </a:lnTo>
                  <a:lnTo>
                    <a:pt x="19" y="71"/>
                  </a:lnTo>
                  <a:lnTo>
                    <a:pt x="19" y="71"/>
                  </a:lnTo>
                  <a:lnTo>
                    <a:pt x="19" y="71"/>
                  </a:lnTo>
                  <a:lnTo>
                    <a:pt x="19" y="71"/>
                  </a:lnTo>
                  <a:lnTo>
                    <a:pt x="21" y="71"/>
                  </a:lnTo>
                  <a:lnTo>
                    <a:pt x="21" y="74"/>
                  </a:lnTo>
                  <a:lnTo>
                    <a:pt x="21" y="74"/>
                  </a:lnTo>
                  <a:lnTo>
                    <a:pt x="21" y="74"/>
                  </a:lnTo>
                  <a:lnTo>
                    <a:pt x="21" y="74"/>
                  </a:lnTo>
                  <a:lnTo>
                    <a:pt x="24" y="74"/>
                  </a:lnTo>
                  <a:lnTo>
                    <a:pt x="24" y="76"/>
                  </a:lnTo>
                  <a:lnTo>
                    <a:pt x="24" y="76"/>
                  </a:lnTo>
                  <a:lnTo>
                    <a:pt x="24" y="76"/>
                  </a:lnTo>
                  <a:lnTo>
                    <a:pt x="26" y="76"/>
                  </a:lnTo>
                  <a:lnTo>
                    <a:pt x="26" y="76"/>
                  </a:lnTo>
                  <a:lnTo>
                    <a:pt x="26" y="76"/>
                  </a:lnTo>
                  <a:lnTo>
                    <a:pt x="28" y="76"/>
                  </a:lnTo>
                  <a:lnTo>
                    <a:pt x="28" y="76"/>
                  </a:lnTo>
                  <a:lnTo>
                    <a:pt x="28" y="76"/>
                  </a:lnTo>
                  <a:lnTo>
                    <a:pt x="31" y="76"/>
                  </a:lnTo>
                  <a:lnTo>
                    <a:pt x="31" y="76"/>
                  </a:lnTo>
                  <a:lnTo>
                    <a:pt x="31" y="76"/>
                  </a:lnTo>
                  <a:lnTo>
                    <a:pt x="33" y="76"/>
                  </a:lnTo>
                  <a:lnTo>
                    <a:pt x="33" y="76"/>
                  </a:lnTo>
                  <a:lnTo>
                    <a:pt x="33" y="76"/>
                  </a:lnTo>
                  <a:lnTo>
                    <a:pt x="33" y="76"/>
                  </a:lnTo>
                  <a:lnTo>
                    <a:pt x="36" y="76"/>
                  </a:lnTo>
                  <a:lnTo>
                    <a:pt x="36" y="78"/>
                  </a:lnTo>
                  <a:lnTo>
                    <a:pt x="36" y="78"/>
                  </a:lnTo>
                  <a:lnTo>
                    <a:pt x="36" y="78"/>
                  </a:lnTo>
                  <a:lnTo>
                    <a:pt x="38" y="78"/>
                  </a:lnTo>
                  <a:lnTo>
                    <a:pt x="38" y="78"/>
                  </a:lnTo>
                  <a:lnTo>
                    <a:pt x="38" y="78"/>
                  </a:lnTo>
                  <a:lnTo>
                    <a:pt x="38" y="81"/>
                  </a:lnTo>
                  <a:lnTo>
                    <a:pt x="40" y="81"/>
                  </a:lnTo>
                  <a:lnTo>
                    <a:pt x="40" y="81"/>
                  </a:lnTo>
                  <a:lnTo>
                    <a:pt x="40" y="81"/>
                  </a:lnTo>
                  <a:lnTo>
                    <a:pt x="40" y="83"/>
                  </a:lnTo>
                  <a:lnTo>
                    <a:pt x="40" y="83"/>
                  </a:lnTo>
                  <a:lnTo>
                    <a:pt x="40" y="83"/>
                  </a:lnTo>
                  <a:lnTo>
                    <a:pt x="40" y="81"/>
                  </a:lnTo>
                  <a:lnTo>
                    <a:pt x="43" y="81"/>
                  </a:lnTo>
                  <a:lnTo>
                    <a:pt x="43" y="81"/>
                  </a:lnTo>
                  <a:lnTo>
                    <a:pt x="43" y="81"/>
                  </a:lnTo>
                  <a:lnTo>
                    <a:pt x="43" y="81"/>
                  </a:lnTo>
                  <a:lnTo>
                    <a:pt x="45" y="81"/>
                  </a:lnTo>
                  <a:lnTo>
                    <a:pt x="45" y="81"/>
                  </a:lnTo>
                  <a:lnTo>
                    <a:pt x="45" y="81"/>
                  </a:lnTo>
                  <a:lnTo>
                    <a:pt x="45" y="81"/>
                  </a:lnTo>
                  <a:lnTo>
                    <a:pt x="47" y="81"/>
                  </a:lnTo>
                  <a:lnTo>
                    <a:pt x="47" y="81"/>
                  </a:lnTo>
                  <a:lnTo>
                    <a:pt x="47" y="81"/>
                  </a:lnTo>
                  <a:lnTo>
                    <a:pt x="50" y="81"/>
                  </a:lnTo>
                  <a:lnTo>
                    <a:pt x="50" y="81"/>
                  </a:lnTo>
                  <a:lnTo>
                    <a:pt x="50" y="81"/>
                  </a:lnTo>
                  <a:lnTo>
                    <a:pt x="52" y="81"/>
                  </a:lnTo>
                  <a:lnTo>
                    <a:pt x="52" y="78"/>
                  </a:lnTo>
                  <a:lnTo>
                    <a:pt x="52" y="78"/>
                  </a:lnTo>
                  <a:lnTo>
                    <a:pt x="52" y="78"/>
                  </a:lnTo>
                  <a:lnTo>
                    <a:pt x="52" y="78"/>
                  </a:lnTo>
                  <a:lnTo>
                    <a:pt x="54" y="78"/>
                  </a:lnTo>
                  <a:lnTo>
                    <a:pt x="54" y="76"/>
                  </a:lnTo>
                  <a:lnTo>
                    <a:pt x="54" y="76"/>
                  </a:lnTo>
                  <a:lnTo>
                    <a:pt x="54" y="76"/>
                  </a:lnTo>
                  <a:lnTo>
                    <a:pt x="57" y="76"/>
                  </a:lnTo>
                  <a:lnTo>
                    <a:pt x="57" y="76"/>
                  </a:lnTo>
                  <a:lnTo>
                    <a:pt x="57" y="76"/>
                  </a:lnTo>
                  <a:lnTo>
                    <a:pt x="57" y="74"/>
                  </a:lnTo>
                  <a:lnTo>
                    <a:pt x="57" y="74"/>
                  </a:lnTo>
                  <a:lnTo>
                    <a:pt x="57" y="71"/>
                  </a:lnTo>
                  <a:lnTo>
                    <a:pt x="57" y="71"/>
                  </a:lnTo>
                  <a:lnTo>
                    <a:pt x="57" y="71"/>
                  </a:lnTo>
                  <a:lnTo>
                    <a:pt x="57" y="71"/>
                  </a:lnTo>
                  <a:lnTo>
                    <a:pt x="57" y="71"/>
                  </a:lnTo>
                  <a:lnTo>
                    <a:pt x="59" y="71"/>
                  </a:lnTo>
                  <a:lnTo>
                    <a:pt x="59" y="71"/>
                  </a:lnTo>
                  <a:lnTo>
                    <a:pt x="59" y="71"/>
                  </a:lnTo>
                  <a:lnTo>
                    <a:pt x="59" y="69"/>
                  </a:lnTo>
                  <a:lnTo>
                    <a:pt x="59" y="69"/>
                  </a:lnTo>
                  <a:lnTo>
                    <a:pt x="59" y="69"/>
                  </a:lnTo>
                  <a:lnTo>
                    <a:pt x="59" y="69"/>
                  </a:lnTo>
                  <a:lnTo>
                    <a:pt x="59" y="67"/>
                  </a:lnTo>
                  <a:lnTo>
                    <a:pt x="57" y="67"/>
                  </a:lnTo>
                  <a:lnTo>
                    <a:pt x="57" y="67"/>
                  </a:lnTo>
                  <a:lnTo>
                    <a:pt x="57" y="64"/>
                  </a:lnTo>
                  <a:lnTo>
                    <a:pt x="59" y="64"/>
                  </a:lnTo>
                  <a:lnTo>
                    <a:pt x="59" y="64"/>
                  </a:lnTo>
                  <a:lnTo>
                    <a:pt x="59" y="64"/>
                  </a:lnTo>
                  <a:lnTo>
                    <a:pt x="62" y="64"/>
                  </a:lnTo>
                  <a:lnTo>
                    <a:pt x="62" y="64"/>
                  </a:lnTo>
                  <a:lnTo>
                    <a:pt x="62" y="64"/>
                  </a:lnTo>
                  <a:lnTo>
                    <a:pt x="64" y="64"/>
                  </a:lnTo>
                  <a:lnTo>
                    <a:pt x="64" y="64"/>
                  </a:lnTo>
                  <a:lnTo>
                    <a:pt x="64" y="64"/>
                  </a:lnTo>
                  <a:lnTo>
                    <a:pt x="66" y="64"/>
                  </a:lnTo>
                  <a:lnTo>
                    <a:pt x="66" y="64"/>
                  </a:lnTo>
                  <a:lnTo>
                    <a:pt x="66" y="62"/>
                  </a:lnTo>
                  <a:lnTo>
                    <a:pt x="66" y="62"/>
                  </a:lnTo>
                  <a:lnTo>
                    <a:pt x="69" y="62"/>
                  </a:lnTo>
                  <a:lnTo>
                    <a:pt x="69" y="62"/>
                  </a:lnTo>
                  <a:lnTo>
                    <a:pt x="71" y="62"/>
                  </a:lnTo>
                  <a:lnTo>
                    <a:pt x="71" y="62"/>
                  </a:lnTo>
                  <a:lnTo>
                    <a:pt x="71" y="62"/>
                  </a:lnTo>
                  <a:lnTo>
                    <a:pt x="71" y="62"/>
                  </a:lnTo>
                  <a:lnTo>
                    <a:pt x="73" y="62"/>
                  </a:lnTo>
                  <a:lnTo>
                    <a:pt x="73" y="59"/>
                  </a:lnTo>
                  <a:lnTo>
                    <a:pt x="73" y="59"/>
                  </a:lnTo>
                  <a:lnTo>
                    <a:pt x="73" y="59"/>
                  </a:lnTo>
                  <a:lnTo>
                    <a:pt x="76" y="59"/>
                  </a:lnTo>
                  <a:lnTo>
                    <a:pt x="76" y="59"/>
                  </a:lnTo>
                  <a:lnTo>
                    <a:pt x="78" y="59"/>
                  </a:lnTo>
                  <a:lnTo>
                    <a:pt x="78" y="62"/>
                  </a:lnTo>
                  <a:lnTo>
                    <a:pt x="78" y="62"/>
                  </a:lnTo>
                  <a:lnTo>
                    <a:pt x="78" y="59"/>
                  </a:lnTo>
                  <a:lnTo>
                    <a:pt x="78" y="59"/>
                  </a:lnTo>
                  <a:lnTo>
                    <a:pt x="78" y="59"/>
                  </a:lnTo>
                  <a:lnTo>
                    <a:pt x="78" y="59"/>
                  </a:lnTo>
                  <a:lnTo>
                    <a:pt x="81" y="59"/>
                  </a:lnTo>
                  <a:lnTo>
                    <a:pt x="81" y="57"/>
                  </a:lnTo>
                  <a:lnTo>
                    <a:pt x="81" y="57"/>
                  </a:lnTo>
                  <a:lnTo>
                    <a:pt x="81" y="57"/>
                  </a:lnTo>
                  <a:lnTo>
                    <a:pt x="83" y="57"/>
                  </a:lnTo>
                  <a:lnTo>
                    <a:pt x="83" y="57"/>
                  </a:lnTo>
                  <a:lnTo>
                    <a:pt x="83" y="57"/>
                  </a:lnTo>
                  <a:lnTo>
                    <a:pt x="85" y="57"/>
                  </a:lnTo>
                  <a:lnTo>
                    <a:pt x="85" y="55"/>
                  </a:lnTo>
                  <a:lnTo>
                    <a:pt x="85" y="55"/>
                  </a:lnTo>
                  <a:lnTo>
                    <a:pt x="85" y="55"/>
                  </a:lnTo>
                  <a:lnTo>
                    <a:pt x="85" y="55"/>
                  </a:lnTo>
                  <a:lnTo>
                    <a:pt x="88" y="55"/>
                  </a:lnTo>
                  <a:lnTo>
                    <a:pt x="88" y="55"/>
                  </a:lnTo>
                  <a:lnTo>
                    <a:pt x="88" y="52"/>
                  </a:lnTo>
                  <a:lnTo>
                    <a:pt x="88" y="52"/>
                  </a:lnTo>
                  <a:lnTo>
                    <a:pt x="88" y="52"/>
                  </a:lnTo>
                  <a:lnTo>
                    <a:pt x="88" y="50"/>
                  </a:lnTo>
                  <a:lnTo>
                    <a:pt x="90" y="50"/>
                  </a:lnTo>
                  <a:lnTo>
                    <a:pt x="90" y="50"/>
                  </a:lnTo>
                  <a:lnTo>
                    <a:pt x="90" y="50"/>
                  </a:lnTo>
                  <a:lnTo>
                    <a:pt x="90" y="48"/>
                  </a:lnTo>
                  <a:lnTo>
                    <a:pt x="90" y="48"/>
                  </a:lnTo>
                  <a:lnTo>
                    <a:pt x="90" y="45"/>
                  </a:lnTo>
                  <a:lnTo>
                    <a:pt x="90" y="45"/>
                  </a:lnTo>
                  <a:lnTo>
                    <a:pt x="90" y="43"/>
                  </a:lnTo>
                  <a:lnTo>
                    <a:pt x="90" y="43"/>
                  </a:lnTo>
                  <a:lnTo>
                    <a:pt x="90" y="43"/>
                  </a:lnTo>
                  <a:lnTo>
                    <a:pt x="90" y="40"/>
                  </a:lnTo>
                  <a:lnTo>
                    <a:pt x="92" y="40"/>
                  </a:lnTo>
                  <a:lnTo>
                    <a:pt x="92" y="40"/>
                  </a:lnTo>
                  <a:lnTo>
                    <a:pt x="92" y="40"/>
                  </a:lnTo>
                  <a:lnTo>
                    <a:pt x="92" y="40"/>
                  </a:lnTo>
                  <a:lnTo>
                    <a:pt x="92" y="38"/>
                  </a:lnTo>
                  <a:lnTo>
                    <a:pt x="92" y="38"/>
                  </a:lnTo>
                  <a:lnTo>
                    <a:pt x="92" y="38"/>
                  </a:lnTo>
                  <a:lnTo>
                    <a:pt x="92" y="36"/>
                  </a:lnTo>
                  <a:lnTo>
                    <a:pt x="92" y="36"/>
                  </a:lnTo>
                  <a:lnTo>
                    <a:pt x="92" y="36"/>
                  </a:lnTo>
                  <a:lnTo>
                    <a:pt x="92" y="33"/>
                  </a:lnTo>
                  <a:lnTo>
                    <a:pt x="92" y="33"/>
                  </a:lnTo>
                  <a:lnTo>
                    <a:pt x="92" y="33"/>
                  </a:lnTo>
                  <a:lnTo>
                    <a:pt x="95" y="33"/>
                  </a:lnTo>
                  <a:lnTo>
                    <a:pt x="95" y="31"/>
                  </a:lnTo>
                  <a:lnTo>
                    <a:pt x="95" y="31"/>
                  </a:lnTo>
                  <a:lnTo>
                    <a:pt x="95" y="31"/>
                  </a:lnTo>
                  <a:lnTo>
                    <a:pt x="95" y="31"/>
                  </a:lnTo>
                  <a:lnTo>
                    <a:pt x="97" y="31"/>
                  </a:lnTo>
                  <a:lnTo>
                    <a:pt x="97" y="31"/>
                  </a:lnTo>
                  <a:lnTo>
                    <a:pt x="99" y="31"/>
                  </a:lnTo>
                  <a:lnTo>
                    <a:pt x="99" y="31"/>
                  </a:lnTo>
                  <a:lnTo>
                    <a:pt x="99" y="31"/>
                  </a:lnTo>
                  <a:lnTo>
                    <a:pt x="99" y="31"/>
                  </a:lnTo>
                  <a:lnTo>
                    <a:pt x="102" y="31"/>
                  </a:lnTo>
                  <a:lnTo>
                    <a:pt x="102" y="31"/>
                  </a:lnTo>
                  <a:lnTo>
                    <a:pt x="102" y="31"/>
                  </a:lnTo>
                  <a:lnTo>
                    <a:pt x="104" y="31"/>
                  </a:lnTo>
                  <a:lnTo>
                    <a:pt x="104" y="31"/>
                  </a:lnTo>
                  <a:lnTo>
                    <a:pt x="107" y="31"/>
                  </a:lnTo>
                  <a:lnTo>
                    <a:pt x="107" y="31"/>
                  </a:lnTo>
                  <a:lnTo>
                    <a:pt x="107" y="31"/>
                  </a:lnTo>
                  <a:lnTo>
                    <a:pt x="109" y="31"/>
                  </a:lnTo>
                  <a:lnTo>
                    <a:pt x="109" y="31"/>
                  </a:lnTo>
                  <a:lnTo>
                    <a:pt x="111" y="31"/>
                  </a:lnTo>
                  <a:lnTo>
                    <a:pt x="111" y="29"/>
                  </a:lnTo>
                  <a:lnTo>
                    <a:pt x="111" y="29"/>
                  </a:lnTo>
                  <a:lnTo>
                    <a:pt x="111" y="29"/>
                  </a:lnTo>
                  <a:lnTo>
                    <a:pt x="111" y="26"/>
                  </a:lnTo>
                  <a:lnTo>
                    <a:pt x="111" y="26"/>
                  </a:lnTo>
                  <a:lnTo>
                    <a:pt x="111" y="26"/>
                  </a:lnTo>
                  <a:lnTo>
                    <a:pt x="111" y="24"/>
                  </a:lnTo>
                  <a:lnTo>
                    <a:pt x="111" y="24"/>
                  </a:lnTo>
                  <a:lnTo>
                    <a:pt x="114" y="24"/>
                  </a:lnTo>
                  <a:lnTo>
                    <a:pt x="114" y="21"/>
                  </a:lnTo>
                  <a:lnTo>
                    <a:pt x="114" y="21"/>
                  </a:lnTo>
                  <a:lnTo>
                    <a:pt x="114" y="21"/>
                  </a:lnTo>
                  <a:lnTo>
                    <a:pt x="114" y="24"/>
                  </a:lnTo>
                  <a:lnTo>
                    <a:pt x="116" y="24"/>
                  </a:lnTo>
                  <a:lnTo>
                    <a:pt x="116" y="24"/>
                  </a:lnTo>
                  <a:lnTo>
                    <a:pt x="116" y="24"/>
                  </a:lnTo>
                  <a:lnTo>
                    <a:pt x="118" y="24"/>
                  </a:lnTo>
                  <a:lnTo>
                    <a:pt x="118" y="24"/>
                  </a:lnTo>
                  <a:lnTo>
                    <a:pt x="118" y="24"/>
                  </a:lnTo>
                  <a:lnTo>
                    <a:pt x="121" y="24"/>
                  </a:lnTo>
                  <a:lnTo>
                    <a:pt x="121" y="24"/>
                  </a:lnTo>
                  <a:lnTo>
                    <a:pt x="121" y="26"/>
                  </a:lnTo>
                  <a:lnTo>
                    <a:pt x="121" y="26"/>
                  </a:lnTo>
                  <a:lnTo>
                    <a:pt x="121" y="26"/>
                  </a:lnTo>
                  <a:lnTo>
                    <a:pt x="123" y="26"/>
                  </a:lnTo>
                  <a:lnTo>
                    <a:pt x="123" y="26"/>
                  </a:lnTo>
                  <a:lnTo>
                    <a:pt x="125" y="26"/>
                  </a:lnTo>
                  <a:lnTo>
                    <a:pt x="125" y="29"/>
                  </a:lnTo>
                  <a:lnTo>
                    <a:pt x="125" y="29"/>
                  </a:lnTo>
                  <a:lnTo>
                    <a:pt x="125" y="29"/>
                  </a:lnTo>
                  <a:lnTo>
                    <a:pt x="128" y="29"/>
                  </a:lnTo>
                  <a:lnTo>
                    <a:pt x="128" y="29"/>
                  </a:lnTo>
                  <a:lnTo>
                    <a:pt x="128" y="29"/>
                  </a:lnTo>
                  <a:lnTo>
                    <a:pt x="130" y="29"/>
                  </a:lnTo>
                  <a:lnTo>
                    <a:pt x="130" y="29"/>
                  </a:lnTo>
                  <a:lnTo>
                    <a:pt x="130" y="26"/>
                  </a:lnTo>
                  <a:lnTo>
                    <a:pt x="133" y="26"/>
                  </a:lnTo>
                  <a:lnTo>
                    <a:pt x="133" y="26"/>
                  </a:lnTo>
                  <a:lnTo>
                    <a:pt x="133" y="29"/>
                  </a:lnTo>
                  <a:lnTo>
                    <a:pt x="133" y="29"/>
                  </a:lnTo>
                  <a:lnTo>
                    <a:pt x="135" y="29"/>
                  </a:lnTo>
                  <a:lnTo>
                    <a:pt x="135" y="29"/>
                  </a:lnTo>
                  <a:lnTo>
                    <a:pt x="135" y="26"/>
                  </a:lnTo>
                  <a:lnTo>
                    <a:pt x="135" y="26"/>
                  </a:lnTo>
                  <a:lnTo>
                    <a:pt x="135" y="29"/>
                  </a:lnTo>
                  <a:lnTo>
                    <a:pt x="137" y="29"/>
                  </a:lnTo>
                  <a:lnTo>
                    <a:pt x="137" y="26"/>
                  </a:lnTo>
                  <a:lnTo>
                    <a:pt x="137" y="26"/>
                  </a:lnTo>
                  <a:lnTo>
                    <a:pt x="140" y="26"/>
                  </a:lnTo>
                  <a:lnTo>
                    <a:pt x="140" y="26"/>
                  </a:lnTo>
                  <a:lnTo>
                    <a:pt x="140" y="26"/>
                  </a:lnTo>
                  <a:lnTo>
                    <a:pt x="142" y="26"/>
                  </a:lnTo>
                  <a:lnTo>
                    <a:pt x="142" y="26"/>
                  </a:lnTo>
                  <a:lnTo>
                    <a:pt x="142" y="29"/>
                  </a:lnTo>
                  <a:lnTo>
                    <a:pt x="142" y="29"/>
                  </a:lnTo>
                  <a:lnTo>
                    <a:pt x="144" y="29"/>
                  </a:lnTo>
                  <a:lnTo>
                    <a:pt x="144" y="31"/>
                  </a:lnTo>
                  <a:lnTo>
                    <a:pt x="144" y="31"/>
                  </a:lnTo>
                  <a:lnTo>
                    <a:pt x="144" y="31"/>
                  </a:lnTo>
                  <a:lnTo>
                    <a:pt x="144" y="31"/>
                  </a:lnTo>
                  <a:lnTo>
                    <a:pt x="147" y="31"/>
                  </a:lnTo>
                  <a:lnTo>
                    <a:pt x="147" y="31"/>
                  </a:lnTo>
                  <a:lnTo>
                    <a:pt x="147" y="31"/>
                  </a:lnTo>
                  <a:lnTo>
                    <a:pt x="149" y="31"/>
                  </a:lnTo>
                  <a:lnTo>
                    <a:pt x="149" y="31"/>
                  </a:lnTo>
                  <a:lnTo>
                    <a:pt x="149" y="31"/>
                  </a:lnTo>
                  <a:lnTo>
                    <a:pt x="152" y="31"/>
                  </a:lnTo>
                  <a:lnTo>
                    <a:pt x="152" y="31"/>
                  </a:lnTo>
                  <a:lnTo>
                    <a:pt x="152" y="31"/>
                  </a:lnTo>
                  <a:lnTo>
                    <a:pt x="154" y="31"/>
                  </a:lnTo>
                  <a:lnTo>
                    <a:pt x="154" y="31"/>
                  </a:lnTo>
                  <a:lnTo>
                    <a:pt x="154" y="31"/>
                  </a:lnTo>
                  <a:lnTo>
                    <a:pt x="156" y="31"/>
                  </a:lnTo>
                  <a:lnTo>
                    <a:pt x="156" y="31"/>
                  </a:lnTo>
                  <a:lnTo>
                    <a:pt x="156" y="31"/>
                  </a:lnTo>
                  <a:lnTo>
                    <a:pt x="159" y="31"/>
                  </a:lnTo>
                  <a:lnTo>
                    <a:pt x="159" y="31"/>
                  </a:lnTo>
                  <a:lnTo>
                    <a:pt x="159" y="33"/>
                  </a:lnTo>
                  <a:lnTo>
                    <a:pt x="159" y="33"/>
                  </a:lnTo>
                  <a:lnTo>
                    <a:pt x="159" y="33"/>
                  </a:lnTo>
                  <a:lnTo>
                    <a:pt x="159" y="33"/>
                  </a:lnTo>
                  <a:lnTo>
                    <a:pt x="159" y="36"/>
                  </a:lnTo>
                  <a:lnTo>
                    <a:pt x="161" y="36"/>
                  </a:lnTo>
                  <a:lnTo>
                    <a:pt x="161" y="36"/>
                  </a:lnTo>
                  <a:lnTo>
                    <a:pt x="161" y="36"/>
                  </a:lnTo>
                  <a:lnTo>
                    <a:pt x="161" y="38"/>
                  </a:lnTo>
                  <a:lnTo>
                    <a:pt x="161" y="38"/>
                  </a:lnTo>
                  <a:lnTo>
                    <a:pt x="161" y="38"/>
                  </a:lnTo>
                  <a:lnTo>
                    <a:pt x="163" y="38"/>
                  </a:lnTo>
                  <a:lnTo>
                    <a:pt x="163" y="38"/>
                  </a:lnTo>
                  <a:lnTo>
                    <a:pt x="163" y="38"/>
                  </a:lnTo>
                  <a:lnTo>
                    <a:pt x="166" y="38"/>
                  </a:lnTo>
                  <a:lnTo>
                    <a:pt x="166" y="36"/>
                  </a:lnTo>
                  <a:lnTo>
                    <a:pt x="166" y="36"/>
                  </a:lnTo>
                  <a:lnTo>
                    <a:pt x="166" y="36"/>
                  </a:lnTo>
                  <a:lnTo>
                    <a:pt x="168" y="36"/>
                  </a:lnTo>
                  <a:lnTo>
                    <a:pt x="168" y="36"/>
                  </a:lnTo>
                  <a:lnTo>
                    <a:pt x="168" y="36"/>
                  </a:lnTo>
                  <a:lnTo>
                    <a:pt x="168" y="33"/>
                  </a:lnTo>
                  <a:lnTo>
                    <a:pt x="168" y="33"/>
                  </a:lnTo>
                  <a:lnTo>
                    <a:pt x="168" y="33"/>
                  </a:lnTo>
                  <a:lnTo>
                    <a:pt x="170" y="33"/>
                  </a:lnTo>
                  <a:lnTo>
                    <a:pt x="170" y="33"/>
                  </a:lnTo>
                  <a:lnTo>
                    <a:pt x="173" y="33"/>
                  </a:lnTo>
                  <a:lnTo>
                    <a:pt x="173" y="31"/>
                  </a:lnTo>
                  <a:lnTo>
                    <a:pt x="173" y="31"/>
                  </a:lnTo>
                  <a:lnTo>
                    <a:pt x="173" y="31"/>
                  </a:lnTo>
                  <a:lnTo>
                    <a:pt x="175" y="31"/>
                  </a:lnTo>
                  <a:lnTo>
                    <a:pt x="175" y="31"/>
                  </a:lnTo>
                  <a:lnTo>
                    <a:pt x="175" y="31"/>
                  </a:lnTo>
                  <a:lnTo>
                    <a:pt x="178" y="31"/>
                  </a:lnTo>
                  <a:lnTo>
                    <a:pt x="178" y="31"/>
                  </a:lnTo>
                  <a:lnTo>
                    <a:pt x="178" y="29"/>
                  </a:lnTo>
                  <a:lnTo>
                    <a:pt x="178" y="29"/>
                  </a:lnTo>
                  <a:lnTo>
                    <a:pt x="178" y="29"/>
                  </a:lnTo>
                  <a:lnTo>
                    <a:pt x="180" y="29"/>
                  </a:lnTo>
                  <a:lnTo>
                    <a:pt x="180" y="31"/>
                  </a:lnTo>
                  <a:lnTo>
                    <a:pt x="180" y="31"/>
                  </a:lnTo>
                  <a:lnTo>
                    <a:pt x="180" y="29"/>
                  </a:lnTo>
                  <a:lnTo>
                    <a:pt x="180" y="29"/>
                  </a:lnTo>
                  <a:lnTo>
                    <a:pt x="182" y="29"/>
                  </a:lnTo>
                  <a:lnTo>
                    <a:pt x="182" y="29"/>
                  </a:lnTo>
                  <a:lnTo>
                    <a:pt x="182" y="29"/>
                  </a:lnTo>
                  <a:lnTo>
                    <a:pt x="185" y="29"/>
                  </a:lnTo>
                  <a:lnTo>
                    <a:pt x="185" y="29"/>
                  </a:lnTo>
                  <a:lnTo>
                    <a:pt x="185" y="29"/>
                  </a:lnTo>
                  <a:lnTo>
                    <a:pt x="185" y="31"/>
                  </a:lnTo>
                  <a:lnTo>
                    <a:pt x="185" y="31"/>
                  </a:lnTo>
                  <a:lnTo>
                    <a:pt x="185" y="31"/>
                  </a:lnTo>
                  <a:lnTo>
                    <a:pt x="187" y="31"/>
                  </a:lnTo>
                  <a:lnTo>
                    <a:pt x="187" y="31"/>
                  </a:lnTo>
                  <a:lnTo>
                    <a:pt x="187" y="31"/>
                  </a:lnTo>
                  <a:lnTo>
                    <a:pt x="187" y="33"/>
                  </a:lnTo>
                  <a:lnTo>
                    <a:pt x="187" y="33"/>
                  </a:lnTo>
                  <a:lnTo>
                    <a:pt x="189" y="33"/>
                  </a:lnTo>
                  <a:lnTo>
                    <a:pt x="189" y="33"/>
                  </a:lnTo>
                  <a:lnTo>
                    <a:pt x="192" y="33"/>
                  </a:lnTo>
                  <a:lnTo>
                    <a:pt x="192" y="31"/>
                  </a:lnTo>
                  <a:lnTo>
                    <a:pt x="192" y="31"/>
                  </a:lnTo>
                  <a:lnTo>
                    <a:pt x="192" y="31"/>
                  </a:lnTo>
                  <a:lnTo>
                    <a:pt x="192" y="31"/>
                  </a:lnTo>
                  <a:lnTo>
                    <a:pt x="192" y="31"/>
                  </a:lnTo>
                  <a:lnTo>
                    <a:pt x="192" y="29"/>
                  </a:lnTo>
                  <a:lnTo>
                    <a:pt x="192" y="29"/>
                  </a:lnTo>
                  <a:lnTo>
                    <a:pt x="192" y="29"/>
                  </a:lnTo>
                  <a:lnTo>
                    <a:pt x="192" y="26"/>
                  </a:lnTo>
                  <a:lnTo>
                    <a:pt x="192" y="26"/>
                  </a:lnTo>
                  <a:lnTo>
                    <a:pt x="192" y="24"/>
                  </a:lnTo>
                  <a:lnTo>
                    <a:pt x="192" y="24"/>
                  </a:lnTo>
                  <a:lnTo>
                    <a:pt x="192" y="24"/>
                  </a:lnTo>
                  <a:lnTo>
                    <a:pt x="194" y="24"/>
                  </a:lnTo>
                  <a:lnTo>
                    <a:pt x="194" y="21"/>
                  </a:lnTo>
                  <a:lnTo>
                    <a:pt x="194" y="21"/>
                  </a:lnTo>
                  <a:lnTo>
                    <a:pt x="194" y="21"/>
                  </a:lnTo>
                  <a:lnTo>
                    <a:pt x="194" y="21"/>
                  </a:lnTo>
                  <a:lnTo>
                    <a:pt x="196" y="21"/>
                  </a:lnTo>
                  <a:lnTo>
                    <a:pt x="196" y="21"/>
                  </a:lnTo>
                  <a:lnTo>
                    <a:pt x="199" y="21"/>
                  </a:lnTo>
                  <a:lnTo>
                    <a:pt x="199" y="21"/>
                  </a:lnTo>
                  <a:lnTo>
                    <a:pt x="199" y="21"/>
                  </a:lnTo>
                  <a:lnTo>
                    <a:pt x="201" y="21"/>
                  </a:lnTo>
                  <a:lnTo>
                    <a:pt x="201" y="21"/>
                  </a:lnTo>
                  <a:lnTo>
                    <a:pt x="201" y="21"/>
                  </a:lnTo>
                  <a:lnTo>
                    <a:pt x="201" y="21"/>
                  </a:lnTo>
                  <a:lnTo>
                    <a:pt x="204" y="21"/>
                  </a:lnTo>
                  <a:lnTo>
                    <a:pt x="204" y="21"/>
                  </a:lnTo>
                  <a:lnTo>
                    <a:pt x="204" y="21"/>
                  </a:lnTo>
                  <a:lnTo>
                    <a:pt x="206" y="21"/>
                  </a:lnTo>
                  <a:lnTo>
                    <a:pt x="206" y="21"/>
                  </a:lnTo>
                  <a:lnTo>
                    <a:pt x="206" y="21"/>
                  </a:lnTo>
                  <a:lnTo>
                    <a:pt x="206" y="21"/>
                  </a:lnTo>
                  <a:lnTo>
                    <a:pt x="208" y="21"/>
                  </a:lnTo>
                  <a:lnTo>
                    <a:pt x="208" y="21"/>
                  </a:lnTo>
                  <a:lnTo>
                    <a:pt x="208" y="21"/>
                  </a:lnTo>
                  <a:lnTo>
                    <a:pt x="208" y="21"/>
                  </a:lnTo>
                  <a:lnTo>
                    <a:pt x="211" y="21"/>
                  </a:lnTo>
                  <a:lnTo>
                    <a:pt x="211" y="21"/>
                  </a:lnTo>
                  <a:lnTo>
                    <a:pt x="211" y="21"/>
                  </a:lnTo>
                  <a:lnTo>
                    <a:pt x="211" y="19"/>
                  </a:lnTo>
                  <a:lnTo>
                    <a:pt x="211" y="19"/>
                  </a:lnTo>
                  <a:lnTo>
                    <a:pt x="211" y="17"/>
                  </a:lnTo>
                  <a:lnTo>
                    <a:pt x="211" y="17"/>
                  </a:lnTo>
                  <a:lnTo>
                    <a:pt x="211" y="14"/>
                  </a:lnTo>
                  <a:lnTo>
                    <a:pt x="211" y="14"/>
                  </a:lnTo>
                  <a:lnTo>
                    <a:pt x="208" y="14"/>
                  </a:lnTo>
                  <a:lnTo>
                    <a:pt x="208" y="14"/>
                  </a:lnTo>
                  <a:lnTo>
                    <a:pt x="208" y="14"/>
                  </a:lnTo>
                  <a:lnTo>
                    <a:pt x="208" y="12"/>
                  </a:lnTo>
                  <a:lnTo>
                    <a:pt x="208" y="12"/>
                  </a:lnTo>
                  <a:lnTo>
                    <a:pt x="211" y="12"/>
                  </a:lnTo>
                  <a:lnTo>
                    <a:pt x="211" y="12"/>
                  </a:lnTo>
                  <a:lnTo>
                    <a:pt x="211" y="12"/>
                  </a:lnTo>
                  <a:lnTo>
                    <a:pt x="211" y="12"/>
                  </a:lnTo>
                  <a:lnTo>
                    <a:pt x="213" y="12"/>
                  </a:lnTo>
                  <a:lnTo>
                    <a:pt x="213" y="10"/>
                  </a:lnTo>
                  <a:lnTo>
                    <a:pt x="213" y="10"/>
                  </a:lnTo>
                  <a:lnTo>
                    <a:pt x="213" y="10"/>
                  </a:lnTo>
                  <a:lnTo>
                    <a:pt x="213" y="10"/>
                  </a:lnTo>
                  <a:lnTo>
                    <a:pt x="215" y="10"/>
                  </a:lnTo>
                  <a:lnTo>
                    <a:pt x="215" y="7"/>
                  </a:lnTo>
                  <a:lnTo>
                    <a:pt x="215" y="7"/>
                  </a:lnTo>
                  <a:lnTo>
                    <a:pt x="215" y="7"/>
                  </a:lnTo>
                  <a:lnTo>
                    <a:pt x="215" y="5"/>
                  </a:lnTo>
                  <a:lnTo>
                    <a:pt x="218" y="5"/>
                  </a:lnTo>
                  <a:lnTo>
                    <a:pt x="218" y="5"/>
                  </a:lnTo>
                  <a:lnTo>
                    <a:pt x="218" y="5"/>
                  </a:lnTo>
                  <a:lnTo>
                    <a:pt x="218" y="3"/>
                  </a:lnTo>
                  <a:lnTo>
                    <a:pt x="218" y="3"/>
                  </a:lnTo>
                  <a:lnTo>
                    <a:pt x="218" y="3"/>
                  </a:lnTo>
                  <a:lnTo>
                    <a:pt x="220" y="3"/>
                  </a:lnTo>
                  <a:lnTo>
                    <a:pt x="220" y="0"/>
                  </a:lnTo>
                  <a:lnTo>
                    <a:pt x="220" y="0"/>
                  </a:lnTo>
                  <a:lnTo>
                    <a:pt x="220" y="0"/>
                  </a:lnTo>
                  <a:lnTo>
                    <a:pt x="220" y="0"/>
                  </a:lnTo>
                  <a:lnTo>
                    <a:pt x="220" y="0"/>
                  </a:lnTo>
                  <a:lnTo>
                    <a:pt x="223" y="0"/>
                  </a:lnTo>
                  <a:lnTo>
                    <a:pt x="223" y="0"/>
                  </a:lnTo>
                  <a:lnTo>
                    <a:pt x="225" y="0"/>
                  </a:lnTo>
                  <a:lnTo>
                    <a:pt x="225" y="0"/>
                  </a:lnTo>
                  <a:lnTo>
                    <a:pt x="225" y="0"/>
                  </a:lnTo>
                  <a:lnTo>
                    <a:pt x="225" y="0"/>
                  </a:lnTo>
                  <a:lnTo>
                    <a:pt x="225" y="0"/>
                  </a:lnTo>
                  <a:lnTo>
                    <a:pt x="227" y="0"/>
                  </a:lnTo>
                  <a:lnTo>
                    <a:pt x="22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2" name="Freeform 260"/>
            <p:cNvSpPr>
              <a:spLocks/>
            </p:cNvSpPr>
            <p:nvPr/>
          </p:nvSpPr>
          <p:spPr bwMode="auto">
            <a:xfrm>
              <a:off x="2206625" y="2673350"/>
              <a:ext cx="638175" cy="257175"/>
            </a:xfrm>
            <a:custGeom>
              <a:avLst/>
              <a:gdLst/>
              <a:ahLst/>
              <a:cxnLst>
                <a:cxn ang="0">
                  <a:pos x="385" y="69"/>
                </a:cxn>
                <a:cxn ang="0">
                  <a:pos x="390" y="90"/>
                </a:cxn>
                <a:cxn ang="0">
                  <a:pos x="390" y="109"/>
                </a:cxn>
                <a:cxn ang="0">
                  <a:pos x="402" y="124"/>
                </a:cxn>
                <a:cxn ang="0">
                  <a:pos x="390" y="126"/>
                </a:cxn>
                <a:cxn ang="0">
                  <a:pos x="374" y="126"/>
                </a:cxn>
                <a:cxn ang="0">
                  <a:pos x="357" y="126"/>
                </a:cxn>
                <a:cxn ang="0">
                  <a:pos x="338" y="128"/>
                </a:cxn>
                <a:cxn ang="0">
                  <a:pos x="314" y="128"/>
                </a:cxn>
                <a:cxn ang="0">
                  <a:pos x="295" y="138"/>
                </a:cxn>
                <a:cxn ang="0">
                  <a:pos x="272" y="138"/>
                </a:cxn>
                <a:cxn ang="0">
                  <a:pos x="253" y="138"/>
                </a:cxn>
                <a:cxn ang="0">
                  <a:pos x="234" y="135"/>
                </a:cxn>
                <a:cxn ang="0">
                  <a:pos x="227" y="150"/>
                </a:cxn>
                <a:cxn ang="0">
                  <a:pos x="213" y="159"/>
                </a:cxn>
                <a:cxn ang="0">
                  <a:pos x="213" y="143"/>
                </a:cxn>
                <a:cxn ang="0">
                  <a:pos x="205" y="140"/>
                </a:cxn>
                <a:cxn ang="0">
                  <a:pos x="187" y="138"/>
                </a:cxn>
                <a:cxn ang="0">
                  <a:pos x="172" y="150"/>
                </a:cxn>
                <a:cxn ang="0">
                  <a:pos x="153" y="154"/>
                </a:cxn>
                <a:cxn ang="0">
                  <a:pos x="134" y="154"/>
                </a:cxn>
                <a:cxn ang="0">
                  <a:pos x="118" y="140"/>
                </a:cxn>
                <a:cxn ang="0">
                  <a:pos x="99" y="135"/>
                </a:cxn>
                <a:cxn ang="0">
                  <a:pos x="92" y="150"/>
                </a:cxn>
                <a:cxn ang="0">
                  <a:pos x="73" y="152"/>
                </a:cxn>
                <a:cxn ang="0">
                  <a:pos x="61" y="138"/>
                </a:cxn>
                <a:cxn ang="0">
                  <a:pos x="47" y="138"/>
                </a:cxn>
                <a:cxn ang="0">
                  <a:pos x="35" y="140"/>
                </a:cxn>
                <a:cxn ang="0">
                  <a:pos x="37" y="135"/>
                </a:cxn>
                <a:cxn ang="0">
                  <a:pos x="30" y="133"/>
                </a:cxn>
                <a:cxn ang="0">
                  <a:pos x="26" y="124"/>
                </a:cxn>
                <a:cxn ang="0">
                  <a:pos x="26" y="107"/>
                </a:cxn>
                <a:cxn ang="0">
                  <a:pos x="9" y="102"/>
                </a:cxn>
                <a:cxn ang="0">
                  <a:pos x="9" y="88"/>
                </a:cxn>
                <a:cxn ang="0">
                  <a:pos x="16" y="83"/>
                </a:cxn>
                <a:cxn ang="0">
                  <a:pos x="14" y="71"/>
                </a:cxn>
                <a:cxn ang="0">
                  <a:pos x="2" y="69"/>
                </a:cxn>
                <a:cxn ang="0">
                  <a:pos x="2" y="48"/>
                </a:cxn>
                <a:cxn ang="0">
                  <a:pos x="9" y="41"/>
                </a:cxn>
                <a:cxn ang="0">
                  <a:pos x="7" y="29"/>
                </a:cxn>
                <a:cxn ang="0">
                  <a:pos x="7" y="12"/>
                </a:cxn>
                <a:cxn ang="0">
                  <a:pos x="23" y="3"/>
                </a:cxn>
                <a:cxn ang="0">
                  <a:pos x="40" y="5"/>
                </a:cxn>
                <a:cxn ang="0">
                  <a:pos x="52" y="19"/>
                </a:cxn>
                <a:cxn ang="0">
                  <a:pos x="73" y="24"/>
                </a:cxn>
                <a:cxn ang="0">
                  <a:pos x="97" y="26"/>
                </a:cxn>
                <a:cxn ang="0">
                  <a:pos x="116" y="19"/>
                </a:cxn>
                <a:cxn ang="0">
                  <a:pos x="134" y="10"/>
                </a:cxn>
                <a:cxn ang="0">
                  <a:pos x="153" y="3"/>
                </a:cxn>
                <a:cxn ang="0">
                  <a:pos x="179" y="5"/>
                </a:cxn>
                <a:cxn ang="0">
                  <a:pos x="194" y="5"/>
                </a:cxn>
                <a:cxn ang="0">
                  <a:pos x="210" y="10"/>
                </a:cxn>
                <a:cxn ang="0">
                  <a:pos x="224" y="22"/>
                </a:cxn>
                <a:cxn ang="0">
                  <a:pos x="246" y="26"/>
                </a:cxn>
                <a:cxn ang="0">
                  <a:pos x="262" y="31"/>
                </a:cxn>
                <a:cxn ang="0">
                  <a:pos x="284" y="26"/>
                </a:cxn>
                <a:cxn ang="0">
                  <a:pos x="303" y="31"/>
                </a:cxn>
                <a:cxn ang="0">
                  <a:pos x="321" y="24"/>
                </a:cxn>
                <a:cxn ang="0">
                  <a:pos x="340" y="17"/>
                </a:cxn>
                <a:cxn ang="0">
                  <a:pos x="359" y="17"/>
                </a:cxn>
                <a:cxn ang="0">
                  <a:pos x="374" y="29"/>
                </a:cxn>
                <a:cxn ang="0">
                  <a:pos x="376" y="48"/>
                </a:cxn>
                <a:cxn ang="0">
                  <a:pos x="392" y="55"/>
                </a:cxn>
              </a:cxnLst>
              <a:rect l="0" t="0" r="r" b="b"/>
              <a:pathLst>
                <a:path w="402" h="162">
                  <a:moveTo>
                    <a:pt x="400" y="62"/>
                  </a:moveTo>
                  <a:lnTo>
                    <a:pt x="400" y="62"/>
                  </a:lnTo>
                  <a:lnTo>
                    <a:pt x="400" y="62"/>
                  </a:lnTo>
                  <a:lnTo>
                    <a:pt x="400" y="62"/>
                  </a:lnTo>
                  <a:lnTo>
                    <a:pt x="397" y="62"/>
                  </a:lnTo>
                  <a:lnTo>
                    <a:pt x="397" y="62"/>
                  </a:lnTo>
                  <a:lnTo>
                    <a:pt x="397" y="62"/>
                  </a:lnTo>
                  <a:lnTo>
                    <a:pt x="397" y="62"/>
                  </a:lnTo>
                  <a:lnTo>
                    <a:pt x="395" y="62"/>
                  </a:lnTo>
                  <a:lnTo>
                    <a:pt x="395" y="64"/>
                  </a:lnTo>
                  <a:lnTo>
                    <a:pt x="395" y="64"/>
                  </a:lnTo>
                  <a:lnTo>
                    <a:pt x="395" y="64"/>
                  </a:lnTo>
                  <a:lnTo>
                    <a:pt x="395" y="67"/>
                  </a:lnTo>
                  <a:lnTo>
                    <a:pt x="395" y="67"/>
                  </a:lnTo>
                  <a:lnTo>
                    <a:pt x="395" y="67"/>
                  </a:lnTo>
                  <a:lnTo>
                    <a:pt x="395" y="69"/>
                  </a:lnTo>
                  <a:lnTo>
                    <a:pt x="395" y="69"/>
                  </a:lnTo>
                  <a:lnTo>
                    <a:pt x="392" y="69"/>
                  </a:lnTo>
                  <a:lnTo>
                    <a:pt x="392" y="69"/>
                  </a:lnTo>
                  <a:lnTo>
                    <a:pt x="392" y="71"/>
                  </a:lnTo>
                  <a:lnTo>
                    <a:pt x="392" y="71"/>
                  </a:lnTo>
                  <a:lnTo>
                    <a:pt x="390" y="71"/>
                  </a:lnTo>
                  <a:lnTo>
                    <a:pt x="390" y="71"/>
                  </a:lnTo>
                  <a:lnTo>
                    <a:pt x="390" y="69"/>
                  </a:lnTo>
                  <a:lnTo>
                    <a:pt x="390" y="69"/>
                  </a:lnTo>
                  <a:lnTo>
                    <a:pt x="388" y="69"/>
                  </a:lnTo>
                  <a:lnTo>
                    <a:pt x="388" y="71"/>
                  </a:lnTo>
                  <a:lnTo>
                    <a:pt x="388" y="71"/>
                  </a:lnTo>
                  <a:lnTo>
                    <a:pt x="388" y="69"/>
                  </a:lnTo>
                  <a:lnTo>
                    <a:pt x="385" y="69"/>
                  </a:lnTo>
                  <a:lnTo>
                    <a:pt x="385" y="71"/>
                  </a:lnTo>
                  <a:lnTo>
                    <a:pt x="385" y="71"/>
                  </a:lnTo>
                  <a:lnTo>
                    <a:pt x="385" y="71"/>
                  </a:lnTo>
                  <a:lnTo>
                    <a:pt x="385" y="71"/>
                  </a:lnTo>
                  <a:lnTo>
                    <a:pt x="385" y="74"/>
                  </a:lnTo>
                  <a:lnTo>
                    <a:pt x="388" y="74"/>
                  </a:lnTo>
                  <a:lnTo>
                    <a:pt x="388" y="74"/>
                  </a:lnTo>
                  <a:lnTo>
                    <a:pt x="388" y="76"/>
                  </a:lnTo>
                  <a:lnTo>
                    <a:pt x="388" y="76"/>
                  </a:lnTo>
                  <a:lnTo>
                    <a:pt x="388" y="76"/>
                  </a:lnTo>
                  <a:lnTo>
                    <a:pt x="390" y="76"/>
                  </a:lnTo>
                  <a:lnTo>
                    <a:pt x="390" y="76"/>
                  </a:lnTo>
                  <a:lnTo>
                    <a:pt x="388" y="76"/>
                  </a:lnTo>
                  <a:lnTo>
                    <a:pt x="388" y="79"/>
                  </a:lnTo>
                  <a:lnTo>
                    <a:pt x="390" y="79"/>
                  </a:lnTo>
                  <a:lnTo>
                    <a:pt x="390" y="79"/>
                  </a:lnTo>
                  <a:lnTo>
                    <a:pt x="390" y="81"/>
                  </a:lnTo>
                  <a:lnTo>
                    <a:pt x="390" y="81"/>
                  </a:lnTo>
                  <a:lnTo>
                    <a:pt x="390" y="83"/>
                  </a:lnTo>
                  <a:lnTo>
                    <a:pt x="390" y="83"/>
                  </a:lnTo>
                  <a:lnTo>
                    <a:pt x="390" y="83"/>
                  </a:lnTo>
                  <a:lnTo>
                    <a:pt x="390" y="83"/>
                  </a:lnTo>
                  <a:lnTo>
                    <a:pt x="390" y="86"/>
                  </a:lnTo>
                  <a:lnTo>
                    <a:pt x="392" y="86"/>
                  </a:lnTo>
                  <a:lnTo>
                    <a:pt x="392" y="86"/>
                  </a:lnTo>
                  <a:lnTo>
                    <a:pt x="390" y="86"/>
                  </a:lnTo>
                  <a:lnTo>
                    <a:pt x="390" y="86"/>
                  </a:lnTo>
                  <a:lnTo>
                    <a:pt x="390" y="88"/>
                  </a:lnTo>
                  <a:lnTo>
                    <a:pt x="390" y="88"/>
                  </a:lnTo>
                  <a:lnTo>
                    <a:pt x="390" y="90"/>
                  </a:lnTo>
                  <a:lnTo>
                    <a:pt x="392" y="90"/>
                  </a:lnTo>
                  <a:lnTo>
                    <a:pt x="392" y="90"/>
                  </a:lnTo>
                  <a:lnTo>
                    <a:pt x="392" y="93"/>
                  </a:lnTo>
                  <a:lnTo>
                    <a:pt x="392" y="93"/>
                  </a:lnTo>
                  <a:lnTo>
                    <a:pt x="392" y="95"/>
                  </a:lnTo>
                  <a:lnTo>
                    <a:pt x="392" y="95"/>
                  </a:lnTo>
                  <a:lnTo>
                    <a:pt x="392" y="95"/>
                  </a:lnTo>
                  <a:lnTo>
                    <a:pt x="392" y="95"/>
                  </a:lnTo>
                  <a:lnTo>
                    <a:pt x="392" y="95"/>
                  </a:lnTo>
                  <a:lnTo>
                    <a:pt x="395" y="95"/>
                  </a:lnTo>
                  <a:lnTo>
                    <a:pt x="395" y="95"/>
                  </a:lnTo>
                  <a:lnTo>
                    <a:pt x="395" y="98"/>
                  </a:lnTo>
                  <a:lnTo>
                    <a:pt x="395" y="98"/>
                  </a:lnTo>
                  <a:lnTo>
                    <a:pt x="395" y="98"/>
                  </a:lnTo>
                  <a:lnTo>
                    <a:pt x="392" y="98"/>
                  </a:lnTo>
                  <a:lnTo>
                    <a:pt x="392" y="100"/>
                  </a:lnTo>
                  <a:lnTo>
                    <a:pt x="392" y="100"/>
                  </a:lnTo>
                  <a:lnTo>
                    <a:pt x="392" y="102"/>
                  </a:lnTo>
                  <a:lnTo>
                    <a:pt x="392" y="102"/>
                  </a:lnTo>
                  <a:lnTo>
                    <a:pt x="392" y="102"/>
                  </a:lnTo>
                  <a:lnTo>
                    <a:pt x="392" y="105"/>
                  </a:lnTo>
                  <a:lnTo>
                    <a:pt x="392" y="105"/>
                  </a:lnTo>
                  <a:lnTo>
                    <a:pt x="392" y="105"/>
                  </a:lnTo>
                  <a:lnTo>
                    <a:pt x="390" y="105"/>
                  </a:lnTo>
                  <a:lnTo>
                    <a:pt x="390" y="107"/>
                  </a:lnTo>
                  <a:lnTo>
                    <a:pt x="390" y="107"/>
                  </a:lnTo>
                  <a:lnTo>
                    <a:pt x="390" y="107"/>
                  </a:lnTo>
                  <a:lnTo>
                    <a:pt x="390" y="107"/>
                  </a:lnTo>
                  <a:lnTo>
                    <a:pt x="390" y="109"/>
                  </a:lnTo>
                  <a:lnTo>
                    <a:pt x="390" y="109"/>
                  </a:lnTo>
                  <a:lnTo>
                    <a:pt x="392" y="109"/>
                  </a:lnTo>
                  <a:lnTo>
                    <a:pt x="392" y="109"/>
                  </a:lnTo>
                  <a:lnTo>
                    <a:pt x="392" y="109"/>
                  </a:lnTo>
                  <a:lnTo>
                    <a:pt x="392" y="109"/>
                  </a:lnTo>
                  <a:lnTo>
                    <a:pt x="392" y="112"/>
                  </a:lnTo>
                  <a:lnTo>
                    <a:pt x="395" y="112"/>
                  </a:lnTo>
                  <a:lnTo>
                    <a:pt x="395" y="112"/>
                  </a:lnTo>
                  <a:lnTo>
                    <a:pt x="395" y="112"/>
                  </a:lnTo>
                  <a:lnTo>
                    <a:pt x="395" y="112"/>
                  </a:lnTo>
                  <a:lnTo>
                    <a:pt x="397" y="112"/>
                  </a:lnTo>
                  <a:lnTo>
                    <a:pt x="397" y="112"/>
                  </a:lnTo>
                  <a:lnTo>
                    <a:pt x="397" y="112"/>
                  </a:lnTo>
                  <a:lnTo>
                    <a:pt x="397" y="112"/>
                  </a:lnTo>
                  <a:lnTo>
                    <a:pt x="397" y="114"/>
                  </a:lnTo>
                  <a:lnTo>
                    <a:pt x="397" y="114"/>
                  </a:lnTo>
                  <a:lnTo>
                    <a:pt x="397" y="114"/>
                  </a:lnTo>
                  <a:lnTo>
                    <a:pt x="397" y="116"/>
                  </a:lnTo>
                  <a:lnTo>
                    <a:pt x="397" y="116"/>
                  </a:lnTo>
                  <a:lnTo>
                    <a:pt x="397" y="116"/>
                  </a:lnTo>
                  <a:lnTo>
                    <a:pt x="397" y="116"/>
                  </a:lnTo>
                  <a:lnTo>
                    <a:pt x="397" y="119"/>
                  </a:lnTo>
                  <a:lnTo>
                    <a:pt x="397" y="119"/>
                  </a:lnTo>
                  <a:lnTo>
                    <a:pt x="397" y="121"/>
                  </a:lnTo>
                  <a:lnTo>
                    <a:pt x="400" y="121"/>
                  </a:lnTo>
                  <a:lnTo>
                    <a:pt x="400" y="121"/>
                  </a:lnTo>
                  <a:lnTo>
                    <a:pt x="400" y="121"/>
                  </a:lnTo>
                  <a:lnTo>
                    <a:pt x="400" y="121"/>
                  </a:lnTo>
                  <a:lnTo>
                    <a:pt x="400" y="124"/>
                  </a:lnTo>
                  <a:lnTo>
                    <a:pt x="402" y="124"/>
                  </a:lnTo>
                  <a:lnTo>
                    <a:pt x="402" y="124"/>
                  </a:lnTo>
                  <a:lnTo>
                    <a:pt x="402" y="124"/>
                  </a:lnTo>
                  <a:lnTo>
                    <a:pt x="402" y="126"/>
                  </a:lnTo>
                  <a:lnTo>
                    <a:pt x="402" y="126"/>
                  </a:lnTo>
                  <a:lnTo>
                    <a:pt x="402" y="126"/>
                  </a:lnTo>
                  <a:lnTo>
                    <a:pt x="402" y="126"/>
                  </a:lnTo>
                  <a:lnTo>
                    <a:pt x="400" y="126"/>
                  </a:lnTo>
                  <a:lnTo>
                    <a:pt x="400" y="126"/>
                  </a:lnTo>
                  <a:lnTo>
                    <a:pt x="400" y="126"/>
                  </a:lnTo>
                  <a:lnTo>
                    <a:pt x="397" y="126"/>
                  </a:lnTo>
                  <a:lnTo>
                    <a:pt x="397" y="126"/>
                  </a:lnTo>
                  <a:lnTo>
                    <a:pt x="397" y="128"/>
                  </a:lnTo>
                  <a:lnTo>
                    <a:pt x="397" y="128"/>
                  </a:lnTo>
                  <a:lnTo>
                    <a:pt x="395" y="128"/>
                  </a:lnTo>
                  <a:lnTo>
                    <a:pt x="395" y="128"/>
                  </a:lnTo>
                  <a:lnTo>
                    <a:pt x="395" y="128"/>
                  </a:lnTo>
                  <a:lnTo>
                    <a:pt x="392" y="128"/>
                  </a:lnTo>
                  <a:lnTo>
                    <a:pt x="392" y="131"/>
                  </a:lnTo>
                  <a:lnTo>
                    <a:pt x="392" y="131"/>
                  </a:lnTo>
                  <a:lnTo>
                    <a:pt x="392" y="131"/>
                  </a:lnTo>
                  <a:lnTo>
                    <a:pt x="392" y="131"/>
                  </a:lnTo>
                  <a:lnTo>
                    <a:pt x="392" y="133"/>
                  </a:lnTo>
                  <a:lnTo>
                    <a:pt x="390" y="133"/>
                  </a:lnTo>
                  <a:lnTo>
                    <a:pt x="390" y="131"/>
                  </a:lnTo>
                  <a:lnTo>
                    <a:pt x="390" y="131"/>
                  </a:lnTo>
                  <a:lnTo>
                    <a:pt x="390" y="131"/>
                  </a:lnTo>
                  <a:lnTo>
                    <a:pt x="390" y="128"/>
                  </a:lnTo>
                  <a:lnTo>
                    <a:pt x="390" y="128"/>
                  </a:lnTo>
                  <a:lnTo>
                    <a:pt x="390" y="128"/>
                  </a:lnTo>
                  <a:lnTo>
                    <a:pt x="390" y="128"/>
                  </a:lnTo>
                  <a:lnTo>
                    <a:pt x="390" y="126"/>
                  </a:lnTo>
                  <a:lnTo>
                    <a:pt x="390" y="126"/>
                  </a:lnTo>
                  <a:lnTo>
                    <a:pt x="390" y="126"/>
                  </a:lnTo>
                  <a:lnTo>
                    <a:pt x="390" y="126"/>
                  </a:lnTo>
                  <a:lnTo>
                    <a:pt x="390" y="126"/>
                  </a:lnTo>
                  <a:lnTo>
                    <a:pt x="390" y="124"/>
                  </a:lnTo>
                  <a:lnTo>
                    <a:pt x="390" y="124"/>
                  </a:lnTo>
                  <a:lnTo>
                    <a:pt x="388" y="124"/>
                  </a:lnTo>
                  <a:lnTo>
                    <a:pt x="388" y="124"/>
                  </a:lnTo>
                  <a:lnTo>
                    <a:pt x="388" y="124"/>
                  </a:lnTo>
                  <a:lnTo>
                    <a:pt x="385" y="124"/>
                  </a:lnTo>
                  <a:lnTo>
                    <a:pt x="385" y="124"/>
                  </a:lnTo>
                  <a:lnTo>
                    <a:pt x="385" y="124"/>
                  </a:lnTo>
                  <a:lnTo>
                    <a:pt x="385" y="124"/>
                  </a:lnTo>
                  <a:lnTo>
                    <a:pt x="383" y="124"/>
                  </a:lnTo>
                  <a:lnTo>
                    <a:pt x="383" y="126"/>
                  </a:lnTo>
                  <a:lnTo>
                    <a:pt x="383" y="126"/>
                  </a:lnTo>
                  <a:lnTo>
                    <a:pt x="383" y="126"/>
                  </a:lnTo>
                  <a:lnTo>
                    <a:pt x="383" y="126"/>
                  </a:lnTo>
                  <a:lnTo>
                    <a:pt x="381" y="126"/>
                  </a:lnTo>
                  <a:lnTo>
                    <a:pt x="381" y="126"/>
                  </a:lnTo>
                  <a:lnTo>
                    <a:pt x="381" y="126"/>
                  </a:lnTo>
                  <a:lnTo>
                    <a:pt x="378" y="126"/>
                  </a:lnTo>
                  <a:lnTo>
                    <a:pt x="378" y="126"/>
                  </a:lnTo>
                  <a:lnTo>
                    <a:pt x="378" y="126"/>
                  </a:lnTo>
                  <a:lnTo>
                    <a:pt x="378" y="126"/>
                  </a:lnTo>
                  <a:lnTo>
                    <a:pt x="376" y="126"/>
                  </a:lnTo>
                  <a:lnTo>
                    <a:pt x="376" y="126"/>
                  </a:lnTo>
                  <a:lnTo>
                    <a:pt x="376" y="126"/>
                  </a:lnTo>
                  <a:lnTo>
                    <a:pt x="374" y="126"/>
                  </a:lnTo>
                  <a:lnTo>
                    <a:pt x="374" y="126"/>
                  </a:lnTo>
                  <a:lnTo>
                    <a:pt x="374" y="126"/>
                  </a:lnTo>
                  <a:lnTo>
                    <a:pt x="374" y="124"/>
                  </a:lnTo>
                  <a:lnTo>
                    <a:pt x="371" y="124"/>
                  </a:lnTo>
                  <a:lnTo>
                    <a:pt x="371" y="124"/>
                  </a:lnTo>
                  <a:lnTo>
                    <a:pt x="371" y="124"/>
                  </a:lnTo>
                  <a:lnTo>
                    <a:pt x="371" y="124"/>
                  </a:lnTo>
                  <a:lnTo>
                    <a:pt x="371" y="124"/>
                  </a:lnTo>
                  <a:lnTo>
                    <a:pt x="369" y="124"/>
                  </a:lnTo>
                  <a:lnTo>
                    <a:pt x="369" y="124"/>
                  </a:lnTo>
                  <a:lnTo>
                    <a:pt x="369" y="124"/>
                  </a:lnTo>
                  <a:lnTo>
                    <a:pt x="366" y="124"/>
                  </a:lnTo>
                  <a:lnTo>
                    <a:pt x="366" y="121"/>
                  </a:lnTo>
                  <a:lnTo>
                    <a:pt x="366" y="121"/>
                  </a:lnTo>
                  <a:lnTo>
                    <a:pt x="366" y="121"/>
                  </a:lnTo>
                  <a:lnTo>
                    <a:pt x="364" y="121"/>
                  </a:lnTo>
                  <a:lnTo>
                    <a:pt x="364" y="121"/>
                  </a:lnTo>
                  <a:lnTo>
                    <a:pt x="364" y="124"/>
                  </a:lnTo>
                  <a:lnTo>
                    <a:pt x="364" y="124"/>
                  </a:lnTo>
                  <a:lnTo>
                    <a:pt x="362" y="124"/>
                  </a:lnTo>
                  <a:lnTo>
                    <a:pt x="362" y="124"/>
                  </a:lnTo>
                  <a:lnTo>
                    <a:pt x="359" y="124"/>
                  </a:lnTo>
                  <a:lnTo>
                    <a:pt x="359" y="124"/>
                  </a:lnTo>
                  <a:lnTo>
                    <a:pt x="359" y="121"/>
                  </a:lnTo>
                  <a:lnTo>
                    <a:pt x="359" y="121"/>
                  </a:lnTo>
                  <a:lnTo>
                    <a:pt x="357" y="121"/>
                  </a:lnTo>
                  <a:lnTo>
                    <a:pt x="357" y="124"/>
                  </a:lnTo>
                  <a:lnTo>
                    <a:pt x="357" y="124"/>
                  </a:lnTo>
                  <a:lnTo>
                    <a:pt x="357" y="124"/>
                  </a:lnTo>
                  <a:lnTo>
                    <a:pt x="357" y="124"/>
                  </a:lnTo>
                  <a:lnTo>
                    <a:pt x="357" y="126"/>
                  </a:lnTo>
                  <a:lnTo>
                    <a:pt x="357" y="126"/>
                  </a:lnTo>
                  <a:lnTo>
                    <a:pt x="355" y="126"/>
                  </a:lnTo>
                  <a:lnTo>
                    <a:pt x="355" y="126"/>
                  </a:lnTo>
                  <a:lnTo>
                    <a:pt x="355" y="126"/>
                  </a:lnTo>
                  <a:lnTo>
                    <a:pt x="352" y="126"/>
                  </a:lnTo>
                  <a:lnTo>
                    <a:pt x="352" y="128"/>
                  </a:lnTo>
                  <a:lnTo>
                    <a:pt x="352" y="128"/>
                  </a:lnTo>
                  <a:lnTo>
                    <a:pt x="352" y="128"/>
                  </a:lnTo>
                  <a:lnTo>
                    <a:pt x="350" y="128"/>
                  </a:lnTo>
                  <a:lnTo>
                    <a:pt x="350" y="128"/>
                  </a:lnTo>
                  <a:lnTo>
                    <a:pt x="350" y="128"/>
                  </a:lnTo>
                  <a:lnTo>
                    <a:pt x="350" y="126"/>
                  </a:lnTo>
                  <a:lnTo>
                    <a:pt x="350" y="126"/>
                  </a:lnTo>
                  <a:lnTo>
                    <a:pt x="350" y="126"/>
                  </a:lnTo>
                  <a:lnTo>
                    <a:pt x="347" y="126"/>
                  </a:lnTo>
                  <a:lnTo>
                    <a:pt x="347" y="124"/>
                  </a:lnTo>
                  <a:lnTo>
                    <a:pt x="347" y="124"/>
                  </a:lnTo>
                  <a:lnTo>
                    <a:pt x="345" y="124"/>
                  </a:lnTo>
                  <a:lnTo>
                    <a:pt x="345" y="124"/>
                  </a:lnTo>
                  <a:lnTo>
                    <a:pt x="345" y="126"/>
                  </a:lnTo>
                  <a:lnTo>
                    <a:pt x="345" y="126"/>
                  </a:lnTo>
                  <a:lnTo>
                    <a:pt x="345" y="126"/>
                  </a:lnTo>
                  <a:lnTo>
                    <a:pt x="343" y="126"/>
                  </a:lnTo>
                  <a:lnTo>
                    <a:pt x="343" y="126"/>
                  </a:lnTo>
                  <a:lnTo>
                    <a:pt x="343" y="126"/>
                  </a:lnTo>
                  <a:lnTo>
                    <a:pt x="340" y="126"/>
                  </a:lnTo>
                  <a:lnTo>
                    <a:pt x="340" y="126"/>
                  </a:lnTo>
                  <a:lnTo>
                    <a:pt x="340" y="126"/>
                  </a:lnTo>
                  <a:lnTo>
                    <a:pt x="340" y="128"/>
                  </a:lnTo>
                  <a:lnTo>
                    <a:pt x="338" y="128"/>
                  </a:lnTo>
                  <a:lnTo>
                    <a:pt x="338" y="128"/>
                  </a:lnTo>
                  <a:lnTo>
                    <a:pt x="338" y="128"/>
                  </a:lnTo>
                  <a:lnTo>
                    <a:pt x="336" y="128"/>
                  </a:lnTo>
                  <a:lnTo>
                    <a:pt x="336" y="128"/>
                  </a:lnTo>
                  <a:lnTo>
                    <a:pt x="333" y="128"/>
                  </a:lnTo>
                  <a:lnTo>
                    <a:pt x="333" y="128"/>
                  </a:lnTo>
                  <a:lnTo>
                    <a:pt x="333" y="128"/>
                  </a:lnTo>
                  <a:lnTo>
                    <a:pt x="333" y="128"/>
                  </a:lnTo>
                  <a:lnTo>
                    <a:pt x="331" y="128"/>
                  </a:lnTo>
                  <a:lnTo>
                    <a:pt x="331" y="128"/>
                  </a:lnTo>
                  <a:lnTo>
                    <a:pt x="331" y="128"/>
                  </a:lnTo>
                  <a:lnTo>
                    <a:pt x="329" y="128"/>
                  </a:lnTo>
                  <a:lnTo>
                    <a:pt x="329" y="128"/>
                  </a:lnTo>
                  <a:lnTo>
                    <a:pt x="326" y="128"/>
                  </a:lnTo>
                  <a:lnTo>
                    <a:pt x="326" y="128"/>
                  </a:lnTo>
                  <a:lnTo>
                    <a:pt x="326" y="128"/>
                  </a:lnTo>
                  <a:lnTo>
                    <a:pt x="324" y="128"/>
                  </a:lnTo>
                  <a:lnTo>
                    <a:pt x="324" y="128"/>
                  </a:lnTo>
                  <a:lnTo>
                    <a:pt x="324" y="128"/>
                  </a:lnTo>
                  <a:lnTo>
                    <a:pt x="321" y="128"/>
                  </a:lnTo>
                  <a:lnTo>
                    <a:pt x="321" y="128"/>
                  </a:lnTo>
                  <a:lnTo>
                    <a:pt x="321" y="128"/>
                  </a:lnTo>
                  <a:lnTo>
                    <a:pt x="319" y="128"/>
                  </a:lnTo>
                  <a:lnTo>
                    <a:pt x="319" y="128"/>
                  </a:lnTo>
                  <a:lnTo>
                    <a:pt x="319" y="128"/>
                  </a:lnTo>
                  <a:lnTo>
                    <a:pt x="317" y="128"/>
                  </a:lnTo>
                  <a:lnTo>
                    <a:pt x="317" y="128"/>
                  </a:lnTo>
                  <a:lnTo>
                    <a:pt x="317" y="128"/>
                  </a:lnTo>
                  <a:lnTo>
                    <a:pt x="314" y="128"/>
                  </a:lnTo>
                  <a:lnTo>
                    <a:pt x="314" y="128"/>
                  </a:lnTo>
                  <a:lnTo>
                    <a:pt x="314" y="128"/>
                  </a:lnTo>
                  <a:lnTo>
                    <a:pt x="312" y="128"/>
                  </a:lnTo>
                  <a:lnTo>
                    <a:pt x="312" y="128"/>
                  </a:lnTo>
                  <a:lnTo>
                    <a:pt x="312" y="131"/>
                  </a:lnTo>
                  <a:lnTo>
                    <a:pt x="312" y="131"/>
                  </a:lnTo>
                  <a:lnTo>
                    <a:pt x="310" y="131"/>
                  </a:lnTo>
                  <a:lnTo>
                    <a:pt x="310" y="131"/>
                  </a:lnTo>
                  <a:lnTo>
                    <a:pt x="310" y="131"/>
                  </a:lnTo>
                  <a:lnTo>
                    <a:pt x="307" y="131"/>
                  </a:lnTo>
                  <a:lnTo>
                    <a:pt x="307" y="131"/>
                  </a:lnTo>
                  <a:lnTo>
                    <a:pt x="307" y="131"/>
                  </a:lnTo>
                  <a:lnTo>
                    <a:pt x="307" y="133"/>
                  </a:lnTo>
                  <a:lnTo>
                    <a:pt x="305" y="133"/>
                  </a:lnTo>
                  <a:lnTo>
                    <a:pt x="305" y="133"/>
                  </a:lnTo>
                  <a:lnTo>
                    <a:pt x="305" y="133"/>
                  </a:lnTo>
                  <a:lnTo>
                    <a:pt x="305" y="133"/>
                  </a:lnTo>
                  <a:lnTo>
                    <a:pt x="303" y="133"/>
                  </a:lnTo>
                  <a:lnTo>
                    <a:pt x="303" y="135"/>
                  </a:lnTo>
                  <a:lnTo>
                    <a:pt x="303" y="135"/>
                  </a:lnTo>
                  <a:lnTo>
                    <a:pt x="300" y="135"/>
                  </a:lnTo>
                  <a:lnTo>
                    <a:pt x="300" y="135"/>
                  </a:lnTo>
                  <a:lnTo>
                    <a:pt x="300" y="135"/>
                  </a:lnTo>
                  <a:lnTo>
                    <a:pt x="300" y="135"/>
                  </a:lnTo>
                  <a:lnTo>
                    <a:pt x="298" y="135"/>
                  </a:lnTo>
                  <a:lnTo>
                    <a:pt x="298" y="135"/>
                  </a:lnTo>
                  <a:lnTo>
                    <a:pt x="298" y="135"/>
                  </a:lnTo>
                  <a:lnTo>
                    <a:pt x="298" y="135"/>
                  </a:lnTo>
                  <a:lnTo>
                    <a:pt x="295" y="135"/>
                  </a:lnTo>
                  <a:lnTo>
                    <a:pt x="295" y="138"/>
                  </a:lnTo>
                  <a:lnTo>
                    <a:pt x="295" y="138"/>
                  </a:lnTo>
                  <a:lnTo>
                    <a:pt x="293" y="138"/>
                  </a:lnTo>
                  <a:lnTo>
                    <a:pt x="293" y="138"/>
                  </a:lnTo>
                  <a:lnTo>
                    <a:pt x="293" y="138"/>
                  </a:lnTo>
                  <a:lnTo>
                    <a:pt x="291" y="138"/>
                  </a:lnTo>
                  <a:lnTo>
                    <a:pt x="291" y="138"/>
                  </a:lnTo>
                  <a:lnTo>
                    <a:pt x="291" y="138"/>
                  </a:lnTo>
                  <a:lnTo>
                    <a:pt x="291" y="138"/>
                  </a:lnTo>
                  <a:lnTo>
                    <a:pt x="288" y="138"/>
                  </a:lnTo>
                  <a:lnTo>
                    <a:pt x="288" y="138"/>
                  </a:lnTo>
                  <a:lnTo>
                    <a:pt x="286" y="138"/>
                  </a:lnTo>
                  <a:lnTo>
                    <a:pt x="286" y="138"/>
                  </a:lnTo>
                  <a:lnTo>
                    <a:pt x="286" y="138"/>
                  </a:lnTo>
                  <a:lnTo>
                    <a:pt x="284" y="138"/>
                  </a:lnTo>
                  <a:lnTo>
                    <a:pt x="284" y="140"/>
                  </a:lnTo>
                  <a:lnTo>
                    <a:pt x="284" y="140"/>
                  </a:lnTo>
                  <a:lnTo>
                    <a:pt x="284" y="140"/>
                  </a:lnTo>
                  <a:lnTo>
                    <a:pt x="281" y="140"/>
                  </a:lnTo>
                  <a:lnTo>
                    <a:pt x="281" y="140"/>
                  </a:lnTo>
                  <a:lnTo>
                    <a:pt x="279" y="140"/>
                  </a:lnTo>
                  <a:lnTo>
                    <a:pt x="279" y="138"/>
                  </a:lnTo>
                  <a:lnTo>
                    <a:pt x="279" y="138"/>
                  </a:lnTo>
                  <a:lnTo>
                    <a:pt x="279" y="138"/>
                  </a:lnTo>
                  <a:lnTo>
                    <a:pt x="276" y="138"/>
                  </a:lnTo>
                  <a:lnTo>
                    <a:pt x="276" y="138"/>
                  </a:lnTo>
                  <a:lnTo>
                    <a:pt x="276" y="138"/>
                  </a:lnTo>
                  <a:lnTo>
                    <a:pt x="274" y="138"/>
                  </a:lnTo>
                  <a:lnTo>
                    <a:pt x="274" y="138"/>
                  </a:lnTo>
                  <a:lnTo>
                    <a:pt x="272" y="138"/>
                  </a:lnTo>
                  <a:lnTo>
                    <a:pt x="272" y="138"/>
                  </a:lnTo>
                  <a:lnTo>
                    <a:pt x="272" y="138"/>
                  </a:lnTo>
                  <a:lnTo>
                    <a:pt x="272" y="138"/>
                  </a:lnTo>
                  <a:lnTo>
                    <a:pt x="269" y="138"/>
                  </a:lnTo>
                  <a:lnTo>
                    <a:pt x="269" y="138"/>
                  </a:lnTo>
                  <a:lnTo>
                    <a:pt x="269" y="135"/>
                  </a:lnTo>
                  <a:lnTo>
                    <a:pt x="267" y="135"/>
                  </a:lnTo>
                  <a:lnTo>
                    <a:pt x="267" y="135"/>
                  </a:lnTo>
                  <a:lnTo>
                    <a:pt x="267" y="135"/>
                  </a:lnTo>
                  <a:lnTo>
                    <a:pt x="267" y="135"/>
                  </a:lnTo>
                  <a:lnTo>
                    <a:pt x="267" y="135"/>
                  </a:lnTo>
                  <a:lnTo>
                    <a:pt x="265" y="135"/>
                  </a:lnTo>
                  <a:lnTo>
                    <a:pt x="265" y="135"/>
                  </a:lnTo>
                  <a:lnTo>
                    <a:pt x="265" y="133"/>
                  </a:lnTo>
                  <a:lnTo>
                    <a:pt x="265" y="133"/>
                  </a:lnTo>
                  <a:lnTo>
                    <a:pt x="262" y="133"/>
                  </a:lnTo>
                  <a:lnTo>
                    <a:pt x="262" y="133"/>
                  </a:lnTo>
                  <a:lnTo>
                    <a:pt x="260" y="133"/>
                  </a:lnTo>
                  <a:lnTo>
                    <a:pt x="260" y="133"/>
                  </a:lnTo>
                  <a:lnTo>
                    <a:pt x="260" y="133"/>
                  </a:lnTo>
                  <a:lnTo>
                    <a:pt x="260" y="135"/>
                  </a:lnTo>
                  <a:lnTo>
                    <a:pt x="258" y="135"/>
                  </a:lnTo>
                  <a:lnTo>
                    <a:pt x="258" y="135"/>
                  </a:lnTo>
                  <a:lnTo>
                    <a:pt x="258" y="135"/>
                  </a:lnTo>
                  <a:lnTo>
                    <a:pt x="258" y="135"/>
                  </a:lnTo>
                  <a:lnTo>
                    <a:pt x="255" y="135"/>
                  </a:lnTo>
                  <a:lnTo>
                    <a:pt x="255" y="135"/>
                  </a:lnTo>
                  <a:lnTo>
                    <a:pt x="255" y="135"/>
                  </a:lnTo>
                  <a:lnTo>
                    <a:pt x="253" y="135"/>
                  </a:lnTo>
                  <a:lnTo>
                    <a:pt x="253" y="135"/>
                  </a:lnTo>
                  <a:lnTo>
                    <a:pt x="253" y="135"/>
                  </a:lnTo>
                  <a:lnTo>
                    <a:pt x="253" y="138"/>
                  </a:lnTo>
                  <a:lnTo>
                    <a:pt x="250" y="138"/>
                  </a:lnTo>
                  <a:lnTo>
                    <a:pt x="250" y="138"/>
                  </a:lnTo>
                  <a:lnTo>
                    <a:pt x="250" y="138"/>
                  </a:lnTo>
                  <a:lnTo>
                    <a:pt x="248" y="138"/>
                  </a:lnTo>
                  <a:lnTo>
                    <a:pt x="248" y="138"/>
                  </a:lnTo>
                  <a:lnTo>
                    <a:pt x="248" y="138"/>
                  </a:lnTo>
                  <a:lnTo>
                    <a:pt x="246" y="138"/>
                  </a:lnTo>
                  <a:lnTo>
                    <a:pt x="246" y="138"/>
                  </a:lnTo>
                  <a:lnTo>
                    <a:pt x="246" y="140"/>
                  </a:lnTo>
                  <a:lnTo>
                    <a:pt x="246" y="140"/>
                  </a:lnTo>
                  <a:lnTo>
                    <a:pt x="246" y="140"/>
                  </a:lnTo>
                  <a:lnTo>
                    <a:pt x="243" y="140"/>
                  </a:lnTo>
                  <a:lnTo>
                    <a:pt x="243" y="140"/>
                  </a:lnTo>
                  <a:lnTo>
                    <a:pt x="243" y="140"/>
                  </a:lnTo>
                  <a:lnTo>
                    <a:pt x="243" y="140"/>
                  </a:lnTo>
                  <a:lnTo>
                    <a:pt x="241" y="140"/>
                  </a:lnTo>
                  <a:lnTo>
                    <a:pt x="241" y="140"/>
                  </a:lnTo>
                  <a:lnTo>
                    <a:pt x="239" y="140"/>
                  </a:lnTo>
                  <a:lnTo>
                    <a:pt x="239" y="140"/>
                  </a:lnTo>
                  <a:lnTo>
                    <a:pt x="239" y="140"/>
                  </a:lnTo>
                  <a:lnTo>
                    <a:pt x="236" y="140"/>
                  </a:lnTo>
                  <a:lnTo>
                    <a:pt x="236" y="140"/>
                  </a:lnTo>
                  <a:lnTo>
                    <a:pt x="236" y="140"/>
                  </a:lnTo>
                  <a:lnTo>
                    <a:pt x="234" y="140"/>
                  </a:lnTo>
                  <a:lnTo>
                    <a:pt x="234" y="140"/>
                  </a:lnTo>
                  <a:lnTo>
                    <a:pt x="234" y="138"/>
                  </a:lnTo>
                  <a:lnTo>
                    <a:pt x="234" y="138"/>
                  </a:lnTo>
                  <a:lnTo>
                    <a:pt x="234" y="138"/>
                  </a:lnTo>
                  <a:lnTo>
                    <a:pt x="234" y="138"/>
                  </a:lnTo>
                  <a:lnTo>
                    <a:pt x="234" y="135"/>
                  </a:lnTo>
                  <a:lnTo>
                    <a:pt x="232" y="135"/>
                  </a:lnTo>
                  <a:lnTo>
                    <a:pt x="232" y="135"/>
                  </a:lnTo>
                  <a:lnTo>
                    <a:pt x="232" y="135"/>
                  </a:lnTo>
                  <a:lnTo>
                    <a:pt x="229" y="135"/>
                  </a:lnTo>
                  <a:lnTo>
                    <a:pt x="229" y="135"/>
                  </a:lnTo>
                  <a:lnTo>
                    <a:pt x="229" y="135"/>
                  </a:lnTo>
                  <a:lnTo>
                    <a:pt x="227" y="135"/>
                  </a:lnTo>
                  <a:lnTo>
                    <a:pt x="227" y="135"/>
                  </a:lnTo>
                  <a:lnTo>
                    <a:pt x="227" y="135"/>
                  </a:lnTo>
                  <a:lnTo>
                    <a:pt x="227" y="135"/>
                  </a:lnTo>
                  <a:lnTo>
                    <a:pt x="227" y="138"/>
                  </a:lnTo>
                  <a:lnTo>
                    <a:pt x="227" y="138"/>
                  </a:lnTo>
                  <a:lnTo>
                    <a:pt x="227" y="140"/>
                  </a:lnTo>
                  <a:lnTo>
                    <a:pt x="224" y="140"/>
                  </a:lnTo>
                  <a:lnTo>
                    <a:pt x="224" y="140"/>
                  </a:lnTo>
                  <a:lnTo>
                    <a:pt x="224" y="143"/>
                  </a:lnTo>
                  <a:lnTo>
                    <a:pt x="224" y="143"/>
                  </a:lnTo>
                  <a:lnTo>
                    <a:pt x="224" y="145"/>
                  </a:lnTo>
                  <a:lnTo>
                    <a:pt x="224" y="145"/>
                  </a:lnTo>
                  <a:lnTo>
                    <a:pt x="224" y="145"/>
                  </a:lnTo>
                  <a:lnTo>
                    <a:pt x="224" y="145"/>
                  </a:lnTo>
                  <a:lnTo>
                    <a:pt x="224" y="145"/>
                  </a:lnTo>
                  <a:lnTo>
                    <a:pt x="224" y="147"/>
                  </a:lnTo>
                  <a:lnTo>
                    <a:pt x="227" y="147"/>
                  </a:lnTo>
                  <a:lnTo>
                    <a:pt x="227" y="147"/>
                  </a:lnTo>
                  <a:lnTo>
                    <a:pt x="227" y="147"/>
                  </a:lnTo>
                  <a:lnTo>
                    <a:pt x="227" y="150"/>
                  </a:lnTo>
                  <a:lnTo>
                    <a:pt x="227" y="150"/>
                  </a:lnTo>
                  <a:lnTo>
                    <a:pt x="227" y="150"/>
                  </a:lnTo>
                  <a:lnTo>
                    <a:pt x="227" y="150"/>
                  </a:lnTo>
                  <a:lnTo>
                    <a:pt x="227" y="152"/>
                  </a:lnTo>
                  <a:lnTo>
                    <a:pt x="227" y="152"/>
                  </a:lnTo>
                  <a:lnTo>
                    <a:pt x="224" y="152"/>
                  </a:lnTo>
                  <a:lnTo>
                    <a:pt x="224" y="150"/>
                  </a:lnTo>
                  <a:lnTo>
                    <a:pt x="224" y="150"/>
                  </a:lnTo>
                  <a:lnTo>
                    <a:pt x="224" y="150"/>
                  </a:lnTo>
                  <a:lnTo>
                    <a:pt x="224" y="152"/>
                  </a:lnTo>
                  <a:lnTo>
                    <a:pt x="222" y="152"/>
                  </a:lnTo>
                  <a:lnTo>
                    <a:pt x="222" y="152"/>
                  </a:lnTo>
                  <a:lnTo>
                    <a:pt x="220" y="152"/>
                  </a:lnTo>
                  <a:lnTo>
                    <a:pt x="220" y="152"/>
                  </a:lnTo>
                  <a:lnTo>
                    <a:pt x="220" y="154"/>
                  </a:lnTo>
                  <a:lnTo>
                    <a:pt x="220" y="154"/>
                  </a:lnTo>
                  <a:lnTo>
                    <a:pt x="220" y="154"/>
                  </a:lnTo>
                  <a:lnTo>
                    <a:pt x="220" y="157"/>
                  </a:lnTo>
                  <a:lnTo>
                    <a:pt x="220" y="157"/>
                  </a:lnTo>
                  <a:lnTo>
                    <a:pt x="220" y="157"/>
                  </a:lnTo>
                  <a:lnTo>
                    <a:pt x="220" y="157"/>
                  </a:lnTo>
                  <a:lnTo>
                    <a:pt x="217" y="157"/>
                  </a:lnTo>
                  <a:lnTo>
                    <a:pt x="217" y="157"/>
                  </a:lnTo>
                  <a:lnTo>
                    <a:pt x="217" y="159"/>
                  </a:lnTo>
                  <a:lnTo>
                    <a:pt x="217" y="159"/>
                  </a:lnTo>
                  <a:lnTo>
                    <a:pt x="217" y="159"/>
                  </a:lnTo>
                  <a:lnTo>
                    <a:pt x="217" y="162"/>
                  </a:lnTo>
                  <a:lnTo>
                    <a:pt x="215" y="162"/>
                  </a:lnTo>
                  <a:lnTo>
                    <a:pt x="215" y="159"/>
                  </a:lnTo>
                  <a:lnTo>
                    <a:pt x="215" y="159"/>
                  </a:lnTo>
                  <a:lnTo>
                    <a:pt x="213" y="159"/>
                  </a:lnTo>
                  <a:lnTo>
                    <a:pt x="213" y="159"/>
                  </a:lnTo>
                  <a:lnTo>
                    <a:pt x="213" y="159"/>
                  </a:lnTo>
                  <a:lnTo>
                    <a:pt x="213" y="159"/>
                  </a:lnTo>
                  <a:lnTo>
                    <a:pt x="210" y="159"/>
                  </a:lnTo>
                  <a:lnTo>
                    <a:pt x="210" y="157"/>
                  </a:lnTo>
                  <a:lnTo>
                    <a:pt x="210" y="157"/>
                  </a:lnTo>
                  <a:lnTo>
                    <a:pt x="213" y="157"/>
                  </a:lnTo>
                  <a:lnTo>
                    <a:pt x="213" y="154"/>
                  </a:lnTo>
                  <a:lnTo>
                    <a:pt x="210" y="154"/>
                  </a:lnTo>
                  <a:lnTo>
                    <a:pt x="210" y="154"/>
                  </a:lnTo>
                  <a:lnTo>
                    <a:pt x="210" y="154"/>
                  </a:lnTo>
                  <a:lnTo>
                    <a:pt x="210" y="154"/>
                  </a:lnTo>
                  <a:lnTo>
                    <a:pt x="210" y="152"/>
                  </a:lnTo>
                  <a:lnTo>
                    <a:pt x="210" y="152"/>
                  </a:lnTo>
                  <a:lnTo>
                    <a:pt x="210" y="152"/>
                  </a:lnTo>
                  <a:lnTo>
                    <a:pt x="208" y="152"/>
                  </a:lnTo>
                  <a:lnTo>
                    <a:pt x="208" y="150"/>
                  </a:lnTo>
                  <a:lnTo>
                    <a:pt x="208" y="150"/>
                  </a:lnTo>
                  <a:lnTo>
                    <a:pt x="208" y="150"/>
                  </a:lnTo>
                  <a:lnTo>
                    <a:pt x="208" y="147"/>
                  </a:lnTo>
                  <a:lnTo>
                    <a:pt x="208" y="147"/>
                  </a:lnTo>
                  <a:lnTo>
                    <a:pt x="208" y="147"/>
                  </a:lnTo>
                  <a:lnTo>
                    <a:pt x="210" y="147"/>
                  </a:lnTo>
                  <a:lnTo>
                    <a:pt x="210" y="145"/>
                  </a:lnTo>
                  <a:lnTo>
                    <a:pt x="210" y="145"/>
                  </a:lnTo>
                  <a:lnTo>
                    <a:pt x="210" y="145"/>
                  </a:lnTo>
                  <a:lnTo>
                    <a:pt x="210" y="145"/>
                  </a:lnTo>
                  <a:lnTo>
                    <a:pt x="210" y="145"/>
                  </a:lnTo>
                  <a:lnTo>
                    <a:pt x="213" y="145"/>
                  </a:lnTo>
                  <a:lnTo>
                    <a:pt x="213" y="145"/>
                  </a:lnTo>
                  <a:lnTo>
                    <a:pt x="213" y="143"/>
                  </a:lnTo>
                  <a:lnTo>
                    <a:pt x="213" y="143"/>
                  </a:lnTo>
                  <a:lnTo>
                    <a:pt x="213" y="143"/>
                  </a:lnTo>
                  <a:lnTo>
                    <a:pt x="215" y="143"/>
                  </a:lnTo>
                  <a:lnTo>
                    <a:pt x="215" y="143"/>
                  </a:lnTo>
                  <a:lnTo>
                    <a:pt x="215" y="140"/>
                  </a:lnTo>
                  <a:lnTo>
                    <a:pt x="217" y="140"/>
                  </a:lnTo>
                  <a:lnTo>
                    <a:pt x="217" y="140"/>
                  </a:lnTo>
                  <a:lnTo>
                    <a:pt x="217" y="138"/>
                  </a:lnTo>
                  <a:lnTo>
                    <a:pt x="217" y="138"/>
                  </a:lnTo>
                  <a:lnTo>
                    <a:pt x="217" y="135"/>
                  </a:lnTo>
                  <a:lnTo>
                    <a:pt x="217" y="135"/>
                  </a:lnTo>
                  <a:lnTo>
                    <a:pt x="215" y="135"/>
                  </a:lnTo>
                  <a:lnTo>
                    <a:pt x="215" y="135"/>
                  </a:lnTo>
                  <a:lnTo>
                    <a:pt x="215" y="135"/>
                  </a:lnTo>
                  <a:lnTo>
                    <a:pt x="213" y="135"/>
                  </a:lnTo>
                  <a:lnTo>
                    <a:pt x="213" y="133"/>
                  </a:lnTo>
                  <a:lnTo>
                    <a:pt x="213" y="133"/>
                  </a:lnTo>
                  <a:lnTo>
                    <a:pt x="213" y="135"/>
                  </a:lnTo>
                  <a:lnTo>
                    <a:pt x="213" y="135"/>
                  </a:lnTo>
                  <a:lnTo>
                    <a:pt x="213" y="135"/>
                  </a:lnTo>
                  <a:lnTo>
                    <a:pt x="210" y="135"/>
                  </a:lnTo>
                  <a:lnTo>
                    <a:pt x="210" y="135"/>
                  </a:lnTo>
                  <a:lnTo>
                    <a:pt x="210" y="135"/>
                  </a:lnTo>
                  <a:lnTo>
                    <a:pt x="210" y="135"/>
                  </a:lnTo>
                  <a:lnTo>
                    <a:pt x="210" y="138"/>
                  </a:lnTo>
                  <a:lnTo>
                    <a:pt x="208" y="138"/>
                  </a:lnTo>
                  <a:lnTo>
                    <a:pt x="208" y="138"/>
                  </a:lnTo>
                  <a:lnTo>
                    <a:pt x="208" y="138"/>
                  </a:lnTo>
                  <a:lnTo>
                    <a:pt x="208" y="140"/>
                  </a:lnTo>
                  <a:lnTo>
                    <a:pt x="205" y="140"/>
                  </a:lnTo>
                  <a:lnTo>
                    <a:pt x="205" y="140"/>
                  </a:lnTo>
                  <a:lnTo>
                    <a:pt x="205" y="140"/>
                  </a:lnTo>
                  <a:lnTo>
                    <a:pt x="205" y="143"/>
                  </a:lnTo>
                  <a:lnTo>
                    <a:pt x="205" y="143"/>
                  </a:lnTo>
                  <a:lnTo>
                    <a:pt x="205" y="143"/>
                  </a:lnTo>
                  <a:lnTo>
                    <a:pt x="203" y="143"/>
                  </a:lnTo>
                  <a:lnTo>
                    <a:pt x="203" y="143"/>
                  </a:lnTo>
                  <a:lnTo>
                    <a:pt x="201" y="143"/>
                  </a:lnTo>
                  <a:lnTo>
                    <a:pt x="201" y="143"/>
                  </a:lnTo>
                  <a:lnTo>
                    <a:pt x="201" y="143"/>
                  </a:lnTo>
                  <a:lnTo>
                    <a:pt x="201" y="143"/>
                  </a:lnTo>
                  <a:lnTo>
                    <a:pt x="201" y="143"/>
                  </a:lnTo>
                  <a:lnTo>
                    <a:pt x="198" y="143"/>
                  </a:lnTo>
                  <a:lnTo>
                    <a:pt x="198" y="143"/>
                  </a:lnTo>
                  <a:lnTo>
                    <a:pt x="198" y="143"/>
                  </a:lnTo>
                  <a:lnTo>
                    <a:pt x="196" y="143"/>
                  </a:lnTo>
                  <a:lnTo>
                    <a:pt x="196" y="143"/>
                  </a:lnTo>
                  <a:lnTo>
                    <a:pt x="196" y="143"/>
                  </a:lnTo>
                  <a:lnTo>
                    <a:pt x="194" y="143"/>
                  </a:lnTo>
                  <a:lnTo>
                    <a:pt x="194" y="140"/>
                  </a:lnTo>
                  <a:lnTo>
                    <a:pt x="194" y="140"/>
                  </a:lnTo>
                  <a:lnTo>
                    <a:pt x="194" y="140"/>
                  </a:lnTo>
                  <a:lnTo>
                    <a:pt x="194" y="140"/>
                  </a:lnTo>
                  <a:lnTo>
                    <a:pt x="191" y="140"/>
                  </a:lnTo>
                  <a:lnTo>
                    <a:pt x="191" y="140"/>
                  </a:lnTo>
                  <a:lnTo>
                    <a:pt x="191" y="138"/>
                  </a:lnTo>
                  <a:lnTo>
                    <a:pt x="191" y="138"/>
                  </a:lnTo>
                  <a:lnTo>
                    <a:pt x="189" y="138"/>
                  </a:lnTo>
                  <a:lnTo>
                    <a:pt x="189" y="138"/>
                  </a:lnTo>
                  <a:lnTo>
                    <a:pt x="189" y="138"/>
                  </a:lnTo>
                  <a:lnTo>
                    <a:pt x="187" y="138"/>
                  </a:lnTo>
                  <a:lnTo>
                    <a:pt x="187" y="135"/>
                  </a:lnTo>
                  <a:lnTo>
                    <a:pt x="187" y="135"/>
                  </a:lnTo>
                  <a:lnTo>
                    <a:pt x="187" y="135"/>
                  </a:lnTo>
                  <a:lnTo>
                    <a:pt x="184" y="135"/>
                  </a:lnTo>
                  <a:lnTo>
                    <a:pt x="184" y="135"/>
                  </a:lnTo>
                  <a:lnTo>
                    <a:pt x="184" y="138"/>
                  </a:lnTo>
                  <a:lnTo>
                    <a:pt x="184" y="138"/>
                  </a:lnTo>
                  <a:lnTo>
                    <a:pt x="182" y="138"/>
                  </a:lnTo>
                  <a:lnTo>
                    <a:pt x="182" y="138"/>
                  </a:lnTo>
                  <a:lnTo>
                    <a:pt x="182" y="138"/>
                  </a:lnTo>
                  <a:lnTo>
                    <a:pt x="179" y="138"/>
                  </a:lnTo>
                  <a:lnTo>
                    <a:pt x="179" y="140"/>
                  </a:lnTo>
                  <a:lnTo>
                    <a:pt x="179" y="140"/>
                  </a:lnTo>
                  <a:lnTo>
                    <a:pt x="179" y="140"/>
                  </a:lnTo>
                  <a:lnTo>
                    <a:pt x="179" y="140"/>
                  </a:lnTo>
                  <a:lnTo>
                    <a:pt x="177" y="140"/>
                  </a:lnTo>
                  <a:lnTo>
                    <a:pt x="177" y="143"/>
                  </a:lnTo>
                  <a:lnTo>
                    <a:pt x="177" y="143"/>
                  </a:lnTo>
                  <a:lnTo>
                    <a:pt x="177" y="143"/>
                  </a:lnTo>
                  <a:lnTo>
                    <a:pt x="177" y="143"/>
                  </a:lnTo>
                  <a:lnTo>
                    <a:pt x="175" y="143"/>
                  </a:lnTo>
                  <a:lnTo>
                    <a:pt x="175" y="145"/>
                  </a:lnTo>
                  <a:lnTo>
                    <a:pt x="175" y="145"/>
                  </a:lnTo>
                  <a:lnTo>
                    <a:pt x="175" y="145"/>
                  </a:lnTo>
                  <a:lnTo>
                    <a:pt x="172" y="145"/>
                  </a:lnTo>
                  <a:lnTo>
                    <a:pt x="172" y="145"/>
                  </a:lnTo>
                  <a:lnTo>
                    <a:pt x="172" y="145"/>
                  </a:lnTo>
                  <a:lnTo>
                    <a:pt x="172" y="147"/>
                  </a:lnTo>
                  <a:lnTo>
                    <a:pt x="172" y="147"/>
                  </a:lnTo>
                  <a:lnTo>
                    <a:pt x="172" y="150"/>
                  </a:lnTo>
                  <a:lnTo>
                    <a:pt x="172" y="150"/>
                  </a:lnTo>
                  <a:lnTo>
                    <a:pt x="170" y="150"/>
                  </a:lnTo>
                  <a:lnTo>
                    <a:pt x="170" y="150"/>
                  </a:lnTo>
                  <a:lnTo>
                    <a:pt x="170" y="150"/>
                  </a:lnTo>
                  <a:lnTo>
                    <a:pt x="170" y="152"/>
                  </a:lnTo>
                  <a:lnTo>
                    <a:pt x="170" y="152"/>
                  </a:lnTo>
                  <a:lnTo>
                    <a:pt x="168" y="152"/>
                  </a:lnTo>
                  <a:lnTo>
                    <a:pt x="168" y="150"/>
                  </a:lnTo>
                  <a:lnTo>
                    <a:pt x="168" y="150"/>
                  </a:lnTo>
                  <a:lnTo>
                    <a:pt x="168" y="150"/>
                  </a:lnTo>
                  <a:lnTo>
                    <a:pt x="168" y="150"/>
                  </a:lnTo>
                  <a:lnTo>
                    <a:pt x="165" y="150"/>
                  </a:lnTo>
                  <a:lnTo>
                    <a:pt x="165" y="152"/>
                  </a:lnTo>
                  <a:lnTo>
                    <a:pt x="165" y="152"/>
                  </a:lnTo>
                  <a:lnTo>
                    <a:pt x="165" y="152"/>
                  </a:lnTo>
                  <a:lnTo>
                    <a:pt x="165" y="152"/>
                  </a:lnTo>
                  <a:lnTo>
                    <a:pt x="165" y="154"/>
                  </a:lnTo>
                  <a:lnTo>
                    <a:pt x="163" y="154"/>
                  </a:lnTo>
                  <a:lnTo>
                    <a:pt x="163" y="154"/>
                  </a:lnTo>
                  <a:lnTo>
                    <a:pt x="160" y="154"/>
                  </a:lnTo>
                  <a:lnTo>
                    <a:pt x="160" y="154"/>
                  </a:lnTo>
                  <a:lnTo>
                    <a:pt x="160" y="154"/>
                  </a:lnTo>
                  <a:lnTo>
                    <a:pt x="160" y="154"/>
                  </a:lnTo>
                  <a:lnTo>
                    <a:pt x="160" y="154"/>
                  </a:lnTo>
                  <a:lnTo>
                    <a:pt x="158" y="154"/>
                  </a:lnTo>
                  <a:lnTo>
                    <a:pt x="158" y="154"/>
                  </a:lnTo>
                  <a:lnTo>
                    <a:pt x="158" y="154"/>
                  </a:lnTo>
                  <a:lnTo>
                    <a:pt x="156" y="154"/>
                  </a:lnTo>
                  <a:lnTo>
                    <a:pt x="156" y="154"/>
                  </a:lnTo>
                  <a:lnTo>
                    <a:pt x="153" y="154"/>
                  </a:lnTo>
                  <a:lnTo>
                    <a:pt x="153" y="154"/>
                  </a:lnTo>
                  <a:lnTo>
                    <a:pt x="153" y="154"/>
                  </a:lnTo>
                  <a:lnTo>
                    <a:pt x="151" y="154"/>
                  </a:lnTo>
                  <a:lnTo>
                    <a:pt x="151" y="154"/>
                  </a:lnTo>
                  <a:lnTo>
                    <a:pt x="151" y="154"/>
                  </a:lnTo>
                  <a:lnTo>
                    <a:pt x="151" y="154"/>
                  </a:lnTo>
                  <a:lnTo>
                    <a:pt x="151" y="154"/>
                  </a:lnTo>
                  <a:lnTo>
                    <a:pt x="149" y="154"/>
                  </a:lnTo>
                  <a:lnTo>
                    <a:pt x="149" y="154"/>
                  </a:lnTo>
                  <a:lnTo>
                    <a:pt x="149" y="154"/>
                  </a:lnTo>
                  <a:lnTo>
                    <a:pt x="146" y="154"/>
                  </a:lnTo>
                  <a:lnTo>
                    <a:pt x="146" y="154"/>
                  </a:lnTo>
                  <a:lnTo>
                    <a:pt x="146" y="154"/>
                  </a:lnTo>
                  <a:lnTo>
                    <a:pt x="146" y="154"/>
                  </a:lnTo>
                  <a:lnTo>
                    <a:pt x="146" y="157"/>
                  </a:lnTo>
                  <a:lnTo>
                    <a:pt x="144" y="157"/>
                  </a:lnTo>
                  <a:lnTo>
                    <a:pt x="144" y="157"/>
                  </a:lnTo>
                  <a:lnTo>
                    <a:pt x="144" y="157"/>
                  </a:lnTo>
                  <a:lnTo>
                    <a:pt x="142" y="157"/>
                  </a:lnTo>
                  <a:lnTo>
                    <a:pt x="142" y="157"/>
                  </a:lnTo>
                  <a:lnTo>
                    <a:pt x="142" y="154"/>
                  </a:lnTo>
                  <a:lnTo>
                    <a:pt x="139" y="154"/>
                  </a:lnTo>
                  <a:lnTo>
                    <a:pt x="139" y="154"/>
                  </a:lnTo>
                  <a:lnTo>
                    <a:pt x="139" y="154"/>
                  </a:lnTo>
                  <a:lnTo>
                    <a:pt x="139" y="154"/>
                  </a:lnTo>
                  <a:lnTo>
                    <a:pt x="137" y="154"/>
                  </a:lnTo>
                  <a:lnTo>
                    <a:pt x="137" y="154"/>
                  </a:lnTo>
                  <a:lnTo>
                    <a:pt x="137" y="154"/>
                  </a:lnTo>
                  <a:lnTo>
                    <a:pt x="137" y="154"/>
                  </a:lnTo>
                  <a:lnTo>
                    <a:pt x="134" y="154"/>
                  </a:lnTo>
                  <a:lnTo>
                    <a:pt x="134" y="152"/>
                  </a:lnTo>
                  <a:lnTo>
                    <a:pt x="134" y="152"/>
                  </a:lnTo>
                  <a:lnTo>
                    <a:pt x="134" y="152"/>
                  </a:lnTo>
                  <a:lnTo>
                    <a:pt x="132" y="152"/>
                  </a:lnTo>
                  <a:lnTo>
                    <a:pt x="132" y="152"/>
                  </a:lnTo>
                  <a:lnTo>
                    <a:pt x="132" y="150"/>
                  </a:lnTo>
                  <a:lnTo>
                    <a:pt x="132" y="150"/>
                  </a:lnTo>
                  <a:lnTo>
                    <a:pt x="132" y="150"/>
                  </a:lnTo>
                  <a:lnTo>
                    <a:pt x="132" y="147"/>
                  </a:lnTo>
                  <a:lnTo>
                    <a:pt x="130" y="147"/>
                  </a:lnTo>
                  <a:lnTo>
                    <a:pt x="130" y="147"/>
                  </a:lnTo>
                  <a:lnTo>
                    <a:pt x="130" y="145"/>
                  </a:lnTo>
                  <a:lnTo>
                    <a:pt x="130" y="145"/>
                  </a:lnTo>
                  <a:lnTo>
                    <a:pt x="130" y="145"/>
                  </a:lnTo>
                  <a:lnTo>
                    <a:pt x="127" y="145"/>
                  </a:lnTo>
                  <a:lnTo>
                    <a:pt x="127" y="145"/>
                  </a:lnTo>
                  <a:lnTo>
                    <a:pt x="127" y="145"/>
                  </a:lnTo>
                  <a:lnTo>
                    <a:pt x="127" y="145"/>
                  </a:lnTo>
                  <a:lnTo>
                    <a:pt x="125" y="145"/>
                  </a:lnTo>
                  <a:lnTo>
                    <a:pt x="125" y="143"/>
                  </a:lnTo>
                  <a:lnTo>
                    <a:pt x="125" y="143"/>
                  </a:lnTo>
                  <a:lnTo>
                    <a:pt x="125" y="143"/>
                  </a:lnTo>
                  <a:lnTo>
                    <a:pt x="125" y="143"/>
                  </a:lnTo>
                  <a:lnTo>
                    <a:pt x="123" y="143"/>
                  </a:lnTo>
                  <a:lnTo>
                    <a:pt x="123" y="143"/>
                  </a:lnTo>
                  <a:lnTo>
                    <a:pt x="120" y="143"/>
                  </a:lnTo>
                  <a:lnTo>
                    <a:pt x="120" y="140"/>
                  </a:lnTo>
                  <a:lnTo>
                    <a:pt x="120" y="140"/>
                  </a:lnTo>
                  <a:lnTo>
                    <a:pt x="120" y="140"/>
                  </a:lnTo>
                  <a:lnTo>
                    <a:pt x="118" y="140"/>
                  </a:lnTo>
                  <a:lnTo>
                    <a:pt x="118" y="140"/>
                  </a:lnTo>
                  <a:lnTo>
                    <a:pt x="118" y="140"/>
                  </a:lnTo>
                  <a:lnTo>
                    <a:pt x="118" y="140"/>
                  </a:lnTo>
                  <a:lnTo>
                    <a:pt x="118" y="138"/>
                  </a:lnTo>
                  <a:lnTo>
                    <a:pt x="116" y="138"/>
                  </a:lnTo>
                  <a:lnTo>
                    <a:pt x="116" y="138"/>
                  </a:lnTo>
                  <a:lnTo>
                    <a:pt x="116" y="138"/>
                  </a:lnTo>
                  <a:lnTo>
                    <a:pt x="113" y="138"/>
                  </a:lnTo>
                  <a:lnTo>
                    <a:pt x="113" y="138"/>
                  </a:lnTo>
                  <a:lnTo>
                    <a:pt x="113" y="135"/>
                  </a:lnTo>
                  <a:lnTo>
                    <a:pt x="113" y="135"/>
                  </a:lnTo>
                  <a:lnTo>
                    <a:pt x="111" y="135"/>
                  </a:lnTo>
                  <a:lnTo>
                    <a:pt x="111" y="135"/>
                  </a:lnTo>
                  <a:lnTo>
                    <a:pt x="111" y="135"/>
                  </a:lnTo>
                  <a:lnTo>
                    <a:pt x="108" y="135"/>
                  </a:lnTo>
                  <a:lnTo>
                    <a:pt x="108" y="135"/>
                  </a:lnTo>
                  <a:lnTo>
                    <a:pt x="108" y="135"/>
                  </a:lnTo>
                  <a:lnTo>
                    <a:pt x="106" y="135"/>
                  </a:lnTo>
                  <a:lnTo>
                    <a:pt x="106" y="135"/>
                  </a:lnTo>
                  <a:lnTo>
                    <a:pt x="106" y="135"/>
                  </a:lnTo>
                  <a:lnTo>
                    <a:pt x="104" y="135"/>
                  </a:lnTo>
                  <a:lnTo>
                    <a:pt x="104" y="135"/>
                  </a:lnTo>
                  <a:lnTo>
                    <a:pt x="104" y="135"/>
                  </a:lnTo>
                  <a:lnTo>
                    <a:pt x="101" y="135"/>
                  </a:lnTo>
                  <a:lnTo>
                    <a:pt x="101" y="135"/>
                  </a:lnTo>
                  <a:lnTo>
                    <a:pt x="99" y="135"/>
                  </a:lnTo>
                  <a:lnTo>
                    <a:pt x="99" y="135"/>
                  </a:lnTo>
                  <a:lnTo>
                    <a:pt x="99" y="135"/>
                  </a:lnTo>
                  <a:lnTo>
                    <a:pt x="99" y="135"/>
                  </a:lnTo>
                  <a:lnTo>
                    <a:pt x="99" y="135"/>
                  </a:lnTo>
                  <a:lnTo>
                    <a:pt x="97" y="135"/>
                  </a:lnTo>
                  <a:lnTo>
                    <a:pt x="97" y="135"/>
                  </a:lnTo>
                  <a:lnTo>
                    <a:pt x="97" y="135"/>
                  </a:lnTo>
                  <a:lnTo>
                    <a:pt x="97" y="138"/>
                  </a:lnTo>
                  <a:lnTo>
                    <a:pt x="97" y="138"/>
                  </a:lnTo>
                  <a:lnTo>
                    <a:pt x="97" y="140"/>
                  </a:lnTo>
                  <a:lnTo>
                    <a:pt x="97" y="140"/>
                  </a:lnTo>
                  <a:lnTo>
                    <a:pt x="97" y="140"/>
                  </a:lnTo>
                  <a:lnTo>
                    <a:pt x="97" y="143"/>
                  </a:lnTo>
                  <a:lnTo>
                    <a:pt x="97" y="143"/>
                  </a:lnTo>
                  <a:lnTo>
                    <a:pt x="97" y="143"/>
                  </a:lnTo>
                  <a:lnTo>
                    <a:pt x="97" y="145"/>
                  </a:lnTo>
                  <a:lnTo>
                    <a:pt x="94" y="145"/>
                  </a:lnTo>
                  <a:lnTo>
                    <a:pt x="94" y="145"/>
                  </a:lnTo>
                  <a:lnTo>
                    <a:pt x="94" y="145"/>
                  </a:lnTo>
                  <a:lnTo>
                    <a:pt x="94" y="147"/>
                  </a:lnTo>
                  <a:lnTo>
                    <a:pt x="94" y="147"/>
                  </a:lnTo>
                  <a:lnTo>
                    <a:pt x="94" y="150"/>
                  </a:lnTo>
                  <a:lnTo>
                    <a:pt x="94" y="150"/>
                  </a:lnTo>
                  <a:lnTo>
                    <a:pt x="94" y="150"/>
                  </a:lnTo>
                  <a:lnTo>
                    <a:pt x="94" y="152"/>
                  </a:lnTo>
                  <a:lnTo>
                    <a:pt x="94" y="152"/>
                  </a:lnTo>
                  <a:lnTo>
                    <a:pt x="94" y="152"/>
                  </a:lnTo>
                  <a:lnTo>
                    <a:pt x="92" y="152"/>
                  </a:lnTo>
                  <a:lnTo>
                    <a:pt x="92" y="154"/>
                  </a:lnTo>
                  <a:lnTo>
                    <a:pt x="92" y="154"/>
                  </a:lnTo>
                  <a:lnTo>
                    <a:pt x="92" y="152"/>
                  </a:lnTo>
                  <a:lnTo>
                    <a:pt x="92" y="152"/>
                  </a:lnTo>
                  <a:lnTo>
                    <a:pt x="92" y="150"/>
                  </a:lnTo>
                  <a:lnTo>
                    <a:pt x="92" y="150"/>
                  </a:lnTo>
                  <a:lnTo>
                    <a:pt x="89" y="150"/>
                  </a:lnTo>
                  <a:lnTo>
                    <a:pt x="89" y="150"/>
                  </a:lnTo>
                  <a:lnTo>
                    <a:pt x="89" y="150"/>
                  </a:lnTo>
                  <a:lnTo>
                    <a:pt x="87" y="150"/>
                  </a:lnTo>
                  <a:lnTo>
                    <a:pt x="87" y="150"/>
                  </a:lnTo>
                  <a:lnTo>
                    <a:pt x="87" y="150"/>
                  </a:lnTo>
                  <a:lnTo>
                    <a:pt x="87" y="152"/>
                  </a:lnTo>
                  <a:lnTo>
                    <a:pt x="87" y="152"/>
                  </a:lnTo>
                  <a:lnTo>
                    <a:pt x="85" y="152"/>
                  </a:lnTo>
                  <a:lnTo>
                    <a:pt x="85" y="152"/>
                  </a:lnTo>
                  <a:lnTo>
                    <a:pt x="85" y="152"/>
                  </a:lnTo>
                  <a:lnTo>
                    <a:pt x="85" y="152"/>
                  </a:lnTo>
                  <a:lnTo>
                    <a:pt x="82" y="152"/>
                  </a:lnTo>
                  <a:lnTo>
                    <a:pt x="82" y="152"/>
                  </a:lnTo>
                  <a:lnTo>
                    <a:pt x="82" y="152"/>
                  </a:lnTo>
                  <a:lnTo>
                    <a:pt x="82" y="152"/>
                  </a:lnTo>
                  <a:lnTo>
                    <a:pt x="82" y="154"/>
                  </a:lnTo>
                  <a:lnTo>
                    <a:pt x="80" y="154"/>
                  </a:lnTo>
                  <a:lnTo>
                    <a:pt x="80" y="154"/>
                  </a:lnTo>
                  <a:lnTo>
                    <a:pt x="80" y="154"/>
                  </a:lnTo>
                  <a:lnTo>
                    <a:pt x="80" y="154"/>
                  </a:lnTo>
                  <a:lnTo>
                    <a:pt x="78" y="154"/>
                  </a:lnTo>
                  <a:lnTo>
                    <a:pt x="78" y="154"/>
                  </a:lnTo>
                  <a:lnTo>
                    <a:pt x="78" y="154"/>
                  </a:lnTo>
                  <a:lnTo>
                    <a:pt x="75" y="154"/>
                  </a:lnTo>
                  <a:lnTo>
                    <a:pt x="75" y="154"/>
                  </a:lnTo>
                  <a:lnTo>
                    <a:pt x="75" y="152"/>
                  </a:lnTo>
                  <a:lnTo>
                    <a:pt x="75" y="152"/>
                  </a:lnTo>
                  <a:lnTo>
                    <a:pt x="73" y="152"/>
                  </a:lnTo>
                  <a:lnTo>
                    <a:pt x="73" y="152"/>
                  </a:lnTo>
                  <a:lnTo>
                    <a:pt x="73" y="152"/>
                  </a:lnTo>
                  <a:lnTo>
                    <a:pt x="73" y="152"/>
                  </a:lnTo>
                  <a:lnTo>
                    <a:pt x="71" y="152"/>
                  </a:lnTo>
                  <a:lnTo>
                    <a:pt x="71" y="152"/>
                  </a:lnTo>
                  <a:lnTo>
                    <a:pt x="71" y="152"/>
                  </a:lnTo>
                  <a:lnTo>
                    <a:pt x="71" y="152"/>
                  </a:lnTo>
                  <a:lnTo>
                    <a:pt x="71" y="152"/>
                  </a:lnTo>
                  <a:lnTo>
                    <a:pt x="68" y="152"/>
                  </a:lnTo>
                  <a:lnTo>
                    <a:pt x="68" y="150"/>
                  </a:lnTo>
                  <a:lnTo>
                    <a:pt x="68" y="150"/>
                  </a:lnTo>
                  <a:lnTo>
                    <a:pt x="68" y="150"/>
                  </a:lnTo>
                  <a:lnTo>
                    <a:pt x="66" y="150"/>
                  </a:lnTo>
                  <a:lnTo>
                    <a:pt x="66" y="147"/>
                  </a:lnTo>
                  <a:lnTo>
                    <a:pt x="66" y="147"/>
                  </a:lnTo>
                  <a:lnTo>
                    <a:pt x="66" y="147"/>
                  </a:lnTo>
                  <a:lnTo>
                    <a:pt x="63" y="147"/>
                  </a:lnTo>
                  <a:lnTo>
                    <a:pt x="63" y="147"/>
                  </a:lnTo>
                  <a:lnTo>
                    <a:pt x="63" y="145"/>
                  </a:lnTo>
                  <a:lnTo>
                    <a:pt x="63" y="145"/>
                  </a:lnTo>
                  <a:lnTo>
                    <a:pt x="63" y="145"/>
                  </a:lnTo>
                  <a:lnTo>
                    <a:pt x="63" y="145"/>
                  </a:lnTo>
                  <a:lnTo>
                    <a:pt x="63" y="145"/>
                  </a:lnTo>
                  <a:lnTo>
                    <a:pt x="63" y="143"/>
                  </a:lnTo>
                  <a:lnTo>
                    <a:pt x="63" y="143"/>
                  </a:lnTo>
                  <a:lnTo>
                    <a:pt x="63" y="140"/>
                  </a:lnTo>
                  <a:lnTo>
                    <a:pt x="63" y="140"/>
                  </a:lnTo>
                  <a:lnTo>
                    <a:pt x="63" y="140"/>
                  </a:lnTo>
                  <a:lnTo>
                    <a:pt x="63" y="140"/>
                  </a:lnTo>
                  <a:lnTo>
                    <a:pt x="63" y="138"/>
                  </a:lnTo>
                  <a:lnTo>
                    <a:pt x="61" y="138"/>
                  </a:lnTo>
                  <a:lnTo>
                    <a:pt x="61" y="140"/>
                  </a:lnTo>
                  <a:lnTo>
                    <a:pt x="61" y="140"/>
                  </a:lnTo>
                  <a:lnTo>
                    <a:pt x="61" y="140"/>
                  </a:lnTo>
                  <a:lnTo>
                    <a:pt x="61" y="143"/>
                  </a:lnTo>
                  <a:lnTo>
                    <a:pt x="59" y="143"/>
                  </a:lnTo>
                  <a:lnTo>
                    <a:pt x="59" y="143"/>
                  </a:lnTo>
                  <a:lnTo>
                    <a:pt x="59" y="143"/>
                  </a:lnTo>
                  <a:lnTo>
                    <a:pt x="59" y="140"/>
                  </a:lnTo>
                  <a:lnTo>
                    <a:pt x="59" y="140"/>
                  </a:lnTo>
                  <a:lnTo>
                    <a:pt x="56" y="140"/>
                  </a:lnTo>
                  <a:lnTo>
                    <a:pt x="56" y="140"/>
                  </a:lnTo>
                  <a:lnTo>
                    <a:pt x="54" y="140"/>
                  </a:lnTo>
                  <a:lnTo>
                    <a:pt x="54" y="140"/>
                  </a:lnTo>
                  <a:lnTo>
                    <a:pt x="54" y="140"/>
                  </a:lnTo>
                  <a:lnTo>
                    <a:pt x="54" y="138"/>
                  </a:lnTo>
                  <a:lnTo>
                    <a:pt x="54" y="138"/>
                  </a:lnTo>
                  <a:lnTo>
                    <a:pt x="54" y="135"/>
                  </a:lnTo>
                  <a:lnTo>
                    <a:pt x="52" y="135"/>
                  </a:lnTo>
                  <a:lnTo>
                    <a:pt x="52" y="138"/>
                  </a:lnTo>
                  <a:lnTo>
                    <a:pt x="52" y="138"/>
                  </a:lnTo>
                  <a:lnTo>
                    <a:pt x="52" y="135"/>
                  </a:lnTo>
                  <a:lnTo>
                    <a:pt x="52" y="135"/>
                  </a:lnTo>
                  <a:lnTo>
                    <a:pt x="52" y="138"/>
                  </a:lnTo>
                  <a:lnTo>
                    <a:pt x="49" y="138"/>
                  </a:lnTo>
                  <a:lnTo>
                    <a:pt x="49" y="138"/>
                  </a:lnTo>
                  <a:lnTo>
                    <a:pt x="49" y="135"/>
                  </a:lnTo>
                  <a:lnTo>
                    <a:pt x="47" y="135"/>
                  </a:lnTo>
                  <a:lnTo>
                    <a:pt x="47" y="138"/>
                  </a:lnTo>
                  <a:lnTo>
                    <a:pt x="47" y="138"/>
                  </a:lnTo>
                  <a:lnTo>
                    <a:pt x="47" y="138"/>
                  </a:lnTo>
                  <a:lnTo>
                    <a:pt x="47" y="138"/>
                  </a:lnTo>
                  <a:lnTo>
                    <a:pt x="47" y="140"/>
                  </a:lnTo>
                  <a:lnTo>
                    <a:pt x="45" y="140"/>
                  </a:lnTo>
                  <a:lnTo>
                    <a:pt x="45" y="140"/>
                  </a:lnTo>
                  <a:lnTo>
                    <a:pt x="45" y="140"/>
                  </a:lnTo>
                  <a:lnTo>
                    <a:pt x="45" y="143"/>
                  </a:lnTo>
                  <a:lnTo>
                    <a:pt x="45" y="143"/>
                  </a:lnTo>
                  <a:lnTo>
                    <a:pt x="42" y="143"/>
                  </a:lnTo>
                  <a:lnTo>
                    <a:pt x="42" y="143"/>
                  </a:lnTo>
                  <a:lnTo>
                    <a:pt x="42" y="143"/>
                  </a:lnTo>
                  <a:lnTo>
                    <a:pt x="40" y="143"/>
                  </a:lnTo>
                  <a:lnTo>
                    <a:pt x="40" y="143"/>
                  </a:lnTo>
                  <a:lnTo>
                    <a:pt x="40" y="143"/>
                  </a:lnTo>
                  <a:lnTo>
                    <a:pt x="40" y="140"/>
                  </a:lnTo>
                  <a:lnTo>
                    <a:pt x="40" y="140"/>
                  </a:lnTo>
                  <a:lnTo>
                    <a:pt x="42" y="140"/>
                  </a:lnTo>
                  <a:lnTo>
                    <a:pt x="42" y="140"/>
                  </a:lnTo>
                  <a:lnTo>
                    <a:pt x="40" y="140"/>
                  </a:lnTo>
                  <a:lnTo>
                    <a:pt x="40" y="140"/>
                  </a:lnTo>
                  <a:lnTo>
                    <a:pt x="40" y="138"/>
                  </a:lnTo>
                  <a:lnTo>
                    <a:pt x="40" y="138"/>
                  </a:lnTo>
                  <a:lnTo>
                    <a:pt x="37" y="138"/>
                  </a:lnTo>
                  <a:lnTo>
                    <a:pt x="37" y="138"/>
                  </a:lnTo>
                  <a:lnTo>
                    <a:pt x="37" y="138"/>
                  </a:lnTo>
                  <a:lnTo>
                    <a:pt x="37" y="138"/>
                  </a:lnTo>
                  <a:lnTo>
                    <a:pt x="35" y="138"/>
                  </a:lnTo>
                  <a:lnTo>
                    <a:pt x="35" y="138"/>
                  </a:lnTo>
                  <a:lnTo>
                    <a:pt x="35" y="138"/>
                  </a:lnTo>
                  <a:lnTo>
                    <a:pt x="35" y="140"/>
                  </a:lnTo>
                  <a:lnTo>
                    <a:pt x="35" y="140"/>
                  </a:lnTo>
                  <a:lnTo>
                    <a:pt x="33" y="140"/>
                  </a:lnTo>
                  <a:lnTo>
                    <a:pt x="33" y="140"/>
                  </a:lnTo>
                  <a:lnTo>
                    <a:pt x="33" y="140"/>
                  </a:lnTo>
                  <a:lnTo>
                    <a:pt x="33" y="140"/>
                  </a:lnTo>
                  <a:lnTo>
                    <a:pt x="30" y="140"/>
                  </a:lnTo>
                  <a:lnTo>
                    <a:pt x="30" y="140"/>
                  </a:lnTo>
                  <a:lnTo>
                    <a:pt x="30" y="140"/>
                  </a:lnTo>
                  <a:lnTo>
                    <a:pt x="30" y="140"/>
                  </a:lnTo>
                  <a:lnTo>
                    <a:pt x="28" y="140"/>
                  </a:lnTo>
                  <a:lnTo>
                    <a:pt x="28" y="140"/>
                  </a:lnTo>
                  <a:lnTo>
                    <a:pt x="28" y="140"/>
                  </a:lnTo>
                  <a:lnTo>
                    <a:pt x="26" y="140"/>
                  </a:lnTo>
                  <a:lnTo>
                    <a:pt x="26" y="138"/>
                  </a:lnTo>
                  <a:lnTo>
                    <a:pt x="26" y="138"/>
                  </a:lnTo>
                  <a:lnTo>
                    <a:pt x="28" y="138"/>
                  </a:lnTo>
                  <a:lnTo>
                    <a:pt x="28" y="138"/>
                  </a:lnTo>
                  <a:lnTo>
                    <a:pt x="28" y="135"/>
                  </a:lnTo>
                  <a:lnTo>
                    <a:pt x="30" y="135"/>
                  </a:lnTo>
                  <a:lnTo>
                    <a:pt x="30" y="135"/>
                  </a:lnTo>
                  <a:lnTo>
                    <a:pt x="30" y="135"/>
                  </a:lnTo>
                  <a:lnTo>
                    <a:pt x="33" y="135"/>
                  </a:lnTo>
                  <a:lnTo>
                    <a:pt x="33" y="135"/>
                  </a:lnTo>
                  <a:lnTo>
                    <a:pt x="33" y="135"/>
                  </a:lnTo>
                  <a:lnTo>
                    <a:pt x="33" y="135"/>
                  </a:lnTo>
                  <a:lnTo>
                    <a:pt x="35" y="135"/>
                  </a:lnTo>
                  <a:lnTo>
                    <a:pt x="35" y="135"/>
                  </a:lnTo>
                  <a:lnTo>
                    <a:pt x="35" y="135"/>
                  </a:lnTo>
                  <a:lnTo>
                    <a:pt x="35" y="135"/>
                  </a:lnTo>
                  <a:lnTo>
                    <a:pt x="37" y="135"/>
                  </a:lnTo>
                  <a:lnTo>
                    <a:pt x="37" y="135"/>
                  </a:lnTo>
                  <a:lnTo>
                    <a:pt x="37" y="135"/>
                  </a:lnTo>
                  <a:lnTo>
                    <a:pt x="40" y="135"/>
                  </a:lnTo>
                  <a:lnTo>
                    <a:pt x="40" y="135"/>
                  </a:lnTo>
                  <a:lnTo>
                    <a:pt x="40" y="135"/>
                  </a:lnTo>
                  <a:lnTo>
                    <a:pt x="40" y="135"/>
                  </a:lnTo>
                  <a:lnTo>
                    <a:pt x="40" y="133"/>
                  </a:lnTo>
                  <a:lnTo>
                    <a:pt x="40" y="133"/>
                  </a:lnTo>
                  <a:lnTo>
                    <a:pt x="42" y="133"/>
                  </a:lnTo>
                  <a:lnTo>
                    <a:pt x="42" y="133"/>
                  </a:lnTo>
                  <a:lnTo>
                    <a:pt x="45" y="133"/>
                  </a:lnTo>
                  <a:lnTo>
                    <a:pt x="45" y="133"/>
                  </a:lnTo>
                  <a:lnTo>
                    <a:pt x="45" y="131"/>
                  </a:lnTo>
                  <a:lnTo>
                    <a:pt x="45" y="131"/>
                  </a:lnTo>
                  <a:lnTo>
                    <a:pt x="42" y="131"/>
                  </a:lnTo>
                  <a:lnTo>
                    <a:pt x="42" y="131"/>
                  </a:lnTo>
                  <a:lnTo>
                    <a:pt x="40" y="131"/>
                  </a:lnTo>
                  <a:lnTo>
                    <a:pt x="40" y="131"/>
                  </a:lnTo>
                  <a:lnTo>
                    <a:pt x="40" y="131"/>
                  </a:lnTo>
                  <a:lnTo>
                    <a:pt x="37" y="131"/>
                  </a:lnTo>
                  <a:lnTo>
                    <a:pt x="37" y="131"/>
                  </a:lnTo>
                  <a:lnTo>
                    <a:pt x="37" y="133"/>
                  </a:lnTo>
                  <a:lnTo>
                    <a:pt x="37" y="133"/>
                  </a:lnTo>
                  <a:lnTo>
                    <a:pt x="35" y="133"/>
                  </a:lnTo>
                  <a:lnTo>
                    <a:pt x="35" y="133"/>
                  </a:lnTo>
                  <a:lnTo>
                    <a:pt x="33" y="133"/>
                  </a:lnTo>
                  <a:lnTo>
                    <a:pt x="33" y="133"/>
                  </a:lnTo>
                  <a:lnTo>
                    <a:pt x="33" y="133"/>
                  </a:lnTo>
                  <a:lnTo>
                    <a:pt x="30" y="133"/>
                  </a:lnTo>
                  <a:lnTo>
                    <a:pt x="30" y="133"/>
                  </a:lnTo>
                  <a:lnTo>
                    <a:pt x="30" y="133"/>
                  </a:lnTo>
                  <a:lnTo>
                    <a:pt x="28" y="133"/>
                  </a:lnTo>
                  <a:lnTo>
                    <a:pt x="28" y="133"/>
                  </a:lnTo>
                  <a:lnTo>
                    <a:pt x="26" y="133"/>
                  </a:lnTo>
                  <a:lnTo>
                    <a:pt x="26" y="133"/>
                  </a:lnTo>
                  <a:lnTo>
                    <a:pt x="26" y="133"/>
                  </a:lnTo>
                  <a:lnTo>
                    <a:pt x="26" y="131"/>
                  </a:lnTo>
                  <a:lnTo>
                    <a:pt x="23" y="131"/>
                  </a:lnTo>
                  <a:lnTo>
                    <a:pt x="23" y="131"/>
                  </a:lnTo>
                  <a:lnTo>
                    <a:pt x="23" y="128"/>
                  </a:lnTo>
                  <a:lnTo>
                    <a:pt x="23" y="128"/>
                  </a:lnTo>
                  <a:lnTo>
                    <a:pt x="26" y="128"/>
                  </a:lnTo>
                  <a:lnTo>
                    <a:pt x="26" y="126"/>
                  </a:lnTo>
                  <a:lnTo>
                    <a:pt x="26" y="126"/>
                  </a:lnTo>
                  <a:lnTo>
                    <a:pt x="26" y="126"/>
                  </a:lnTo>
                  <a:lnTo>
                    <a:pt x="26" y="126"/>
                  </a:lnTo>
                  <a:lnTo>
                    <a:pt x="28" y="126"/>
                  </a:lnTo>
                  <a:lnTo>
                    <a:pt x="28" y="126"/>
                  </a:lnTo>
                  <a:lnTo>
                    <a:pt x="28" y="126"/>
                  </a:lnTo>
                  <a:lnTo>
                    <a:pt x="30" y="126"/>
                  </a:lnTo>
                  <a:lnTo>
                    <a:pt x="30" y="126"/>
                  </a:lnTo>
                  <a:lnTo>
                    <a:pt x="30" y="126"/>
                  </a:lnTo>
                  <a:lnTo>
                    <a:pt x="30" y="126"/>
                  </a:lnTo>
                  <a:lnTo>
                    <a:pt x="30" y="126"/>
                  </a:lnTo>
                  <a:lnTo>
                    <a:pt x="28" y="126"/>
                  </a:lnTo>
                  <a:lnTo>
                    <a:pt x="28" y="124"/>
                  </a:lnTo>
                  <a:lnTo>
                    <a:pt x="28" y="124"/>
                  </a:lnTo>
                  <a:lnTo>
                    <a:pt x="28" y="124"/>
                  </a:lnTo>
                  <a:lnTo>
                    <a:pt x="26" y="124"/>
                  </a:lnTo>
                  <a:lnTo>
                    <a:pt x="26" y="124"/>
                  </a:lnTo>
                  <a:lnTo>
                    <a:pt x="26" y="124"/>
                  </a:lnTo>
                  <a:lnTo>
                    <a:pt x="23" y="124"/>
                  </a:lnTo>
                  <a:lnTo>
                    <a:pt x="23" y="124"/>
                  </a:lnTo>
                  <a:lnTo>
                    <a:pt x="23" y="121"/>
                  </a:lnTo>
                  <a:lnTo>
                    <a:pt x="23" y="121"/>
                  </a:lnTo>
                  <a:lnTo>
                    <a:pt x="23" y="121"/>
                  </a:lnTo>
                  <a:lnTo>
                    <a:pt x="23" y="119"/>
                  </a:lnTo>
                  <a:lnTo>
                    <a:pt x="23" y="119"/>
                  </a:lnTo>
                  <a:lnTo>
                    <a:pt x="23" y="119"/>
                  </a:lnTo>
                  <a:lnTo>
                    <a:pt x="23" y="116"/>
                  </a:lnTo>
                  <a:lnTo>
                    <a:pt x="21" y="116"/>
                  </a:lnTo>
                  <a:lnTo>
                    <a:pt x="21" y="116"/>
                  </a:lnTo>
                  <a:lnTo>
                    <a:pt x="21" y="116"/>
                  </a:lnTo>
                  <a:lnTo>
                    <a:pt x="21" y="116"/>
                  </a:lnTo>
                  <a:lnTo>
                    <a:pt x="21" y="116"/>
                  </a:lnTo>
                  <a:lnTo>
                    <a:pt x="18" y="116"/>
                  </a:lnTo>
                  <a:lnTo>
                    <a:pt x="18" y="114"/>
                  </a:lnTo>
                  <a:lnTo>
                    <a:pt x="18" y="114"/>
                  </a:lnTo>
                  <a:lnTo>
                    <a:pt x="21" y="114"/>
                  </a:lnTo>
                  <a:lnTo>
                    <a:pt x="21" y="114"/>
                  </a:lnTo>
                  <a:lnTo>
                    <a:pt x="21" y="114"/>
                  </a:lnTo>
                  <a:lnTo>
                    <a:pt x="23" y="114"/>
                  </a:lnTo>
                  <a:lnTo>
                    <a:pt x="23" y="112"/>
                  </a:lnTo>
                  <a:lnTo>
                    <a:pt x="23" y="112"/>
                  </a:lnTo>
                  <a:lnTo>
                    <a:pt x="26" y="112"/>
                  </a:lnTo>
                  <a:lnTo>
                    <a:pt x="26" y="112"/>
                  </a:lnTo>
                  <a:lnTo>
                    <a:pt x="23" y="112"/>
                  </a:lnTo>
                  <a:lnTo>
                    <a:pt x="23" y="109"/>
                  </a:lnTo>
                  <a:lnTo>
                    <a:pt x="23" y="109"/>
                  </a:lnTo>
                  <a:lnTo>
                    <a:pt x="26" y="109"/>
                  </a:lnTo>
                  <a:lnTo>
                    <a:pt x="26" y="107"/>
                  </a:lnTo>
                  <a:lnTo>
                    <a:pt x="26" y="107"/>
                  </a:lnTo>
                  <a:lnTo>
                    <a:pt x="23" y="107"/>
                  </a:lnTo>
                  <a:lnTo>
                    <a:pt x="23" y="107"/>
                  </a:lnTo>
                  <a:lnTo>
                    <a:pt x="21" y="107"/>
                  </a:lnTo>
                  <a:lnTo>
                    <a:pt x="21" y="107"/>
                  </a:lnTo>
                  <a:lnTo>
                    <a:pt x="21" y="107"/>
                  </a:lnTo>
                  <a:lnTo>
                    <a:pt x="21" y="107"/>
                  </a:lnTo>
                  <a:lnTo>
                    <a:pt x="21" y="105"/>
                  </a:lnTo>
                  <a:lnTo>
                    <a:pt x="18" y="105"/>
                  </a:lnTo>
                  <a:lnTo>
                    <a:pt x="18" y="105"/>
                  </a:lnTo>
                  <a:lnTo>
                    <a:pt x="18" y="105"/>
                  </a:lnTo>
                  <a:lnTo>
                    <a:pt x="18" y="107"/>
                  </a:lnTo>
                  <a:lnTo>
                    <a:pt x="16" y="107"/>
                  </a:lnTo>
                  <a:lnTo>
                    <a:pt x="16" y="107"/>
                  </a:lnTo>
                  <a:lnTo>
                    <a:pt x="16" y="105"/>
                  </a:lnTo>
                  <a:lnTo>
                    <a:pt x="16" y="105"/>
                  </a:lnTo>
                  <a:lnTo>
                    <a:pt x="16" y="102"/>
                  </a:lnTo>
                  <a:lnTo>
                    <a:pt x="14" y="102"/>
                  </a:lnTo>
                  <a:lnTo>
                    <a:pt x="14" y="102"/>
                  </a:lnTo>
                  <a:lnTo>
                    <a:pt x="14" y="102"/>
                  </a:lnTo>
                  <a:lnTo>
                    <a:pt x="14" y="100"/>
                  </a:lnTo>
                  <a:lnTo>
                    <a:pt x="14" y="100"/>
                  </a:lnTo>
                  <a:lnTo>
                    <a:pt x="14" y="102"/>
                  </a:lnTo>
                  <a:lnTo>
                    <a:pt x="11" y="102"/>
                  </a:lnTo>
                  <a:lnTo>
                    <a:pt x="11" y="102"/>
                  </a:lnTo>
                  <a:lnTo>
                    <a:pt x="11" y="102"/>
                  </a:lnTo>
                  <a:lnTo>
                    <a:pt x="11" y="105"/>
                  </a:lnTo>
                  <a:lnTo>
                    <a:pt x="11" y="105"/>
                  </a:lnTo>
                  <a:lnTo>
                    <a:pt x="9" y="105"/>
                  </a:lnTo>
                  <a:lnTo>
                    <a:pt x="9" y="102"/>
                  </a:lnTo>
                  <a:lnTo>
                    <a:pt x="9" y="102"/>
                  </a:lnTo>
                  <a:lnTo>
                    <a:pt x="9" y="102"/>
                  </a:lnTo>
                  <a:lnTo>
                    <a:pt x="7" y="102"/>
                  </a:lnTo>
                  <a:lnTo>
                    <a:pt x="7" y="102"/>
                  </a:lnTo>
                  <a:lnTo>
                    <a:pt x="7" y="100"/>
                  </a:lnTo>
                  <a:lnTo>
                    <a:pt x="7" y="100"/>
                  </a:lnTo>
                  <a:lnTo>
                    <a:pt x="4" y="100"/>
                  </a:lnTo>
                  <a:lnTo>
                    <a:pt x="4" y="100"/>
                  </a:lnTo>
                  <a:lnTo>
                    <a:pt x="4" y="100"/>
                  </a:lnTo>
                  <a:lnTo>
                    <a:pt x="4" y="100"/>
                  </a:lnTo>
                  <a:lnTo>
                    <a:pt x="2" y="100"/>
                  </a:lnTo>
                  <a:lnTo>
                    <a:pt x="2" y="98"/>
                  </a:lnTo>
                  <a:lnTo>
                    <a:pt x="2" y="98"/>
                  </a:lnTo>
                  <a:lnTo>
                    <a:pt x="4" y="98"/>
                  </a:lnTo>
                  <a:lnTo>
                    <a:pt x="4" y="95"/>
                  </a:lnTo>
                  <a:lnTo>
                    <a:pt x="4" y="95"/>
                  </a:lnTo>
                  <a:lnTo>
                    <a:pt x="4" y="95"/>
                  </a:lnTo>
                  <a:lnTo>
                    <a:pt x="4" y="95"/>
                  </a:lnTo>
                  <a:lnTo>
                    <a:pt x="4" y="95"/>
                  </a:lnTo>
                  <a:lnTo>
                    <a:pt x="4" y="93"/>
                  </a:lnTo>
                  <a:lnTo>
                    <a:pt x="4" y="93"/>
                  </a:lnTo>
                  <a:lnTo>
                    <a:pt x="4" y="90"/>
                  </a:lnTo>
                  <a:lnTo>
                    <a:pt x="4" y="90"/>
                  </a:lnTo>
                  <a:lnTo>
                    <a:pt x="4" y="88"/>
                  </a:lnTo>
                  <a:lnTo>
                    <a:pt x="7" y="88"/>
                  </a:lnTo>
                  <a:lnTo>
                    <a:pt x="7" y="88"/>
                  </a:lnTo>
                  <a:lnTo>
                    <a:pt x="7" y="88"/>
                  </a:lnTo>
                  <a:lnTo>
                    <a:pt x="7" y="88"/>
                  </a:lnTo>
                  <a:lnTo>
                    <a:pt x="9" y="88"/>
                  </a:lnTo>
                  <a:lnTo>
                    <a:pt x="9" y="88"/>
                  </a:lnTo>
                  <a:lnTo>
                    <a:pt x="9" y="88"/>
                  </a:lnTo>
                  <a:lnTo>
                    <a:pt x="9" y="90"/>
                  </a:lnTo>
                  <a:lnTo>
                    <a:pt x="11" y="90"/>
                  </a:lnTo>
                  <a:lnTo>
                    <a:pt x="11" y="90"/>
                  </a:lnTo>
                  <a:lnTo>
                    <a:pt x="11" y="90"/>
                  </a:lnTo>
                  <a:lnTo>
                    <a:pt x="11" y="93"/>
                  </a:lnTo>
                  <a:lnTo>
                    <a:pt x="11" y="93"/>
                  </a:lnTo>
                  <a:lnTo>
                    <a:pt x="11" y="90"/>
                  </a:lnTo>
                  <a:lnTo>
                    <a:pt x="14" y="90"/>
                  </a:lnTo>
                  <a:lnTo>
                    <a:pt x="14" y="90"/>
                  </a:lnTo>
                  <a:lnTo>
                    <a:pt x="14" y="90"/>
                  </a:lnTo>
                  <a:lnTo>
                    <a:pt x="14" y="90"/>
                  </a:lnTo>
                  <a:lnTo>
                    <a:pt x="14" y="88"/>
                  </a:lnTo>
                  <a:lnTo>
                    <a:pt x="11" y="88"/>
                  </a:lnTo>
                  <a:lnTo>
                    <a:pt x="11" y="88"/>
                  </a:lnTo>
                  <a:lnTo>
                    <a:pt x="14" y="88"/>
                  </a:lnTo>
                  <a:lnTo>
                    <a:pt x="14" y="86"/>
                  </a:lnTo>
                  <a:lnTo>
                    <a:pt x="14" y="86"/>
                  </a:lnTo>
                  <a:lnTo>
                    <a:pt x="14" y="86"/>
                  </a:lnTo>
                  <a:lnTo>
                    <a:pt x="14" y="86"/>
                  </a:lnTo>
                  <a:lnTo>
                    <a:pt x="16" y="86"/>
                  </a:lnTo>
                  <a:lnTo>
                    <a:pt x="16" y="86"/>
                  </a:lnTo>
                  <a:lnTo>
                    <a:pt x="16" y="86"/>
                  </a:lnTo>
                  <a:lnTo>
                    <a:pt x="18" y="86"/>
                  </a:lnTo>
                  <a:lnTo>
                    <a:pt x="18" y="83"/>
                  </a:lnTo>
                  <a:lnTo>
                    <a:pt x="18" y="83"/>
                  </a:lnTo>
                  <a:lnTo>
                    <a:pt x="18" y="83"/>
                  </a:lnTo>
                  <a:lnTo>
                    <a:pt x="18" y="83"/>
                  </a:lnTo>
                  <a:lnTo>
                    <a:pt x="16" y="83"/>
                  </a:lnTo>
                  <a:lnTo>
                    <a:pt x="16" y="83"/>
                  </a:lnTo>
                  <a:lnTo>
                    <a:pt x="16" y="83"/>
                  </a:lnTo>
                  <a:lnTo>
                    <a:pt x="14" y="83"/>
                  </a:lnTo>
                  <a:lnTo>
                    <a:pt x="14" y="83"/>
                  </a:lnTo>
                  <a:lnTo>
                    <a:pt x="14" y="81"/>
                  </a:lnTo>
                  <a:lnTo>
                    <a:pt x="14" y="81"/>
                  </a:lnTo>
                  <a:lnTo>
                    <a:pt x="14" y="79"/>
                  </a:lnTo>
                  <a:lnTo>
                    <a:pt x="14" y="79"/>
                  </a:lnTo>
                  <a:lnTo>
                    <a:pt x="16" y="79"/>
                  </a:lnTo>
                  <a:lnTo>
                    <a:pt x="16" y="76"/>
                  </a:lnTo>
                  <a:lnTo>
                    <a:pt x="14" y="76"/>
                  </a:lnTo>
                  <a:lnTo>
                    <a:pt x="14" y="76"/>
                  </a:lnTo>
                  <a:lnTo>
                    <a:pt x="14" y="76"/>
                  </a:lnTo>
                  <a:lnTo>
                    <a:pt x="14" y="76"/>
                  </a:lnTo>
                  <a:lnTo>
                    <a:pt x="14" y="76"/>
                  </a:lnTo>
                  <a:lnTo>
                    <a:pt x="14" y="74"/>
                  </a:lnTo>
                  <a:lnTo>
                    <a:pt x="11" y="74"/>
                  </a:lnTo>
                  <a:lnTo>
                    <a:pt x="11" y="74"/>
                  </a:lnTo>
                  <a:lnTo>
                    <a:pt x="11" y="74"/>
                  </a:lnTo>
                  <a:lnTo>
                    <a:pt x="9" y="74"/>
                  </a:lnTo>
                  <a:lnTo>
                    <a:pt x="9" y="74"/>
                  </a:lnTo>
                  <a:lnTo>
                    <a:pt x="11" y="74"/>
                  </a:lnTo>
                  <a:lnTo>
                    <a:pt x="11" y="71"/>
                  </a:lnTo>
                  <a:lnTo>
                    <a:pt x="11" y="71"/>
                  </a:lnTo>
                  <a:lnTo>
                    <a:pt x="9" y="71"/>
                  </a:lnTo>
                  <a:lnTo>
                    <a:pt x="9" y="69"/>
                  </a:lnTo>
                  <a:lnTo>
                    <a:pt x="11" y="69"/>
                  </a:lnTo>
                  <a:lnTo>
                    <a:pt x="11" y="69"/>
                  </a:lnTo>
                  <a:lnTo>
                    <a:pt x="11" y="69"/>
                  </a:lnTo>
                  <a:lnTo>
                    <a:pt x="14" y="69"/>
                  </a:lnTo>
                  <a:lnTo>
                    <a:pt x="14" y="71"/>
                  </a:lnTo>
                  <a:lnTo>
                    <a:pt x="14" y="71"/>
                  </a:lnTo>
                  <a:lnTo>
                    <a:pt x="14" y="69"/>
                  </a:lnTo>
                  <a:lnTo>
                    <a:pt x="14" y="69"/>
                  </a:lnTo>
                  <a:lnTo>
                    <a:pt x="14" y="69"/>
                  </a:lnTo>
                  <a:lnTo>
                    <a:pt x="16" y="69"/>
                  </a:lnTo>
                  <a:lnTo>
                    <a:pt x="16" y="67"/>
                  </a:lnTo>
                  <a:lnTo>
                    <a:pt x="16" y="67"/>
                  </a:lnTo>
                  <a:lnTo>
                    <a:pt x="18" y="67"/>
                  </a:lnTo>
                  <a:lnTo>
                    <a:pt x="18" y="67"/>
                  </a:lnTo>
                  <a:lnTo>
                    <a:pt x="16" y="67"/>
                  </a:lnTo>
                  <a:lnTo>
                    <a:pt x="16" y="67"/>
                  </a:lnTo>
                  <a:lnTo>
                    <a:pt x="14" y="67"/>
                  </a:lnTo>
                  <a:lnTo>
                    <a:pt x="14" y="67"/>
                  </a:lnTo>
                  <a:lnTo>
                    <a:pt x="14" y="67"/>
                  </a:lnTo>
                  <a:lnTo>
                    <a:pt x="11" y="67"/>
                  </a:lnTo>
                  <a:lnTo>
                    <a:pt x="11" y="67"/>
                  </a:lnTo>
                  <a:lnTo>
                    <a:pt x="11" y="67"/>
                  </a:lnTo>
                  <a:lnTo>
                    <a:pt x="11" y="67"/>
                  </a:lnTo>
                  <a:lnTo>
                    <a:pt x="9" y="67"/>
                  </a:lnTo>
                  <a:lnTo>
                    <a:pt x="9" y="67"/>
                  </a:lnTo>
                  <a:lnTo>
                    <a:pt x="7" y="67"/>
                  </a:lnTo>
                  <a:lnTo>
                    <a:pt x="7" y="67"/>
                  </a:lnTo>
                  <a:lnTo>
                    <a:pt x="7" y="69"/>
                  </a:lnTo>
                  <a:lnTo>
                    <a:pt x="7" y="69"/>
                  </a:lnTo>
                  <a:lnTo>
                    <a:pt x="4" y="69"/>
                  </a:lnTo>
                  <a:lnTo>
                    <a:pt x="4" y="69"/>
                  </a:lnTo>
                  <a:lnTo>
                    <a:pt x="4" y="69"/>
                  </a:lnTo>
                  <a:lnTo>
                    <a:pt x="2" y="69"/>
                  </a:lnTo>
                  <a:lnTo>
                    <a:pt x="2" y="69"/>
                  </a:lnTo>
                  <a:lnTo>
                    <a:pt x="2" y="69"/>
                  </a:lnTo>
                  <a:lnTo>
                    <a:pt x="0" y="69"/>
                  </a:lnTo>
                  <a:lnTo>
                    <a:pt x="0" y="69"/>
                  </a:lnTo>
                  <a:lnTo>
                    <a:pt x="0" y="69"/>
                  </a:lnTo>
                  <a:lnTo>
                    <a:pt x="0" y="69"/>
                  </a:lnTo>
                  <a:lnTo>
                    <a:pt x="0" y="67"/>
                  </a:lnTo>
                  <a:lnTo>
                    <a:pt x="0" y="67"/>
                  </a:lnTo>
                  <a:lnTo>
                    <a:pt x="0" y="67"/>
                  </a:lnTo>
                  <a:lnTo>
                    <a:pt x="0" y="67"/>
                  </a:lnTo>
                  <a:lnTo>
                    <a:pt x="0" y="64"/>
                  </a:lnTo>
                  <a:lnTo>
                    <a:pt x="0" y="64"/>
                  </a:lnTo>
                  <a:lnTo>
                    <a:pt x="0" y="64"/>
                  </a:lnTo>
                  <a:lnTo>
                    <a:pt x="0" y="62"/>
                  </a:lnTo>
                  <a:lnTo>
                    <a:pt x="0" y="62"/>
                  </a:lnTo>
                  <a:lnTo>
                    <a:pt x="0" y="60"/>
                  </a:lnTo>
                  <a:lnTo>
                    <a:pt x="0" y="60"/>
                  </a:lnTo>
                  <a:lnTo>
                    <a:pt x="0" y="57"/>
                  </a:lnTo>
                  <a:lnTo>
                    <a:pt x="0" y="57"/>
                  </a:lnTo>
                  <a:lnTo>
                    <a:pt x="0" y="57"/>
                  </a:lnTo>
                  <a:lnTo>
                    <a:pt x="0" y="55"/>
                  </a:lnTo>
                  <a:lnTo>
                    <a:pt x="2" y="55"/>
                  </a:lnTo>
                  <a:lnTo>
                    <a:pt x="2" y="55"/>
                  </a:lnTo>
                  <a:lnTo>
                    <a:pt x="2" y="52"/>
                  </a:lnTo>
                  <a:lnTo>
                    <a:pt x="2" y="52"/>
                  </a:lnTo>
                  <a:lnTo>
                    <a:pt x="2" y="52"/>
                  </a:lnTo>
                  <a:lnTo>
                    <a:pt x="2" y="50"/>
                  </a:lnTo>
                  <a:lnTo>
                    <a:pt x="2" y="50"/>
                  </a:lnTo>
                  <a:lnTo>
                    <a:pt x="4" y="50"/>
                  </a:lnTo>
                  <a:lnTo>
                    <a:pt x="4" y="48"/>
                  </a:lnTo>
                  <a:lnTo>
                    <a:pt x="2" y="48"/>
                  </a:lnTo>
                  <a:lnTo>
                    <a:pt x="2" y="48"/>
                  </a:lnTo>
                  <a:lnTo>
                    <a:pt x="2" y="48"/>
                  </a:lnTo>
                  <a:lnTo>
                    <a:pt x="2" y="45"/>
                  </a:lnTo>
                  <a:lnTo>
                    <a:pt x="4" y="45"/>
                  </a:lnTo>
                  <a:lnTo>
                    <a:pt x="4" y="45"/>
                  </a:lnTo>
                  <a:lnTo>
                    <a:pt x="4" y="45"/>
                  </a:lnTo>
                  <a:lnTo>
                    <a:pt x="4" y="45"/>
                  </a:lnTo>
                  <a:lnTo>
                    <a:pt x="7" y="45"/>
                  </a:lnTo>
                  <a:lnTo>
                    <a:pt x="7" y="43"/>
                  </a:lnTo>
                  <a:lnTo>
                    <a:pt x="7" y="43"/>
                  </a:lnTo>
                  <a:lnTo>
                    <a:pt x="7" y="43"/>
                  </a:lnTo>
                  <a:lnTo>
                    <a:pt x="9" y="43"/>
                  </a:lnTo>
                  <a:lnTo>
                    <a:pt x="9" y="43"/>
                  </a:lnTo>
                  <a:lnTo>
                    <a:pt x="9" y="43"/>
                  </a:lnTo>
                  <a:lnTo>
                    <a:pt x="11" y="43"/>
                  </a:lnTo>
                  <a:lnTo>
                    <a:pt x="11" y="41"/>
                  </a:lnTo>
                  <a:lnTo>
                    <a:pt x="11" y="41"/>
                  </a:lnTo>
                  <a:lnTo>
                    <a:pt x="11" y="41"/>
                  </a:lnTo>
                  <a:lnTo>
                    <a:pt x="14" y="41"/>
                  </a:lnTo>
                  <a:lnTo>
                    <a:pt x="14" y="41"/>
                  </a:lnTo>
                  <a:lnTo>
                    <a:pt x="14" y="41"/>
                  </a:lnTo>
                  <a:lnTo>
                    <a:pt x="14" y="41"/>
                  </a:lnTo>
                  <a:lnTo>
                    <a:pt x="14" y="38"/>
                  </a:lnTo>
                  <a:lnTo>
                    <a:pt x="14" y="38"/>
                  </a:lnTo>
                  <a:lnTo>
                    <a:pt x="14" y="38"/>
                  </a:lnTo>
                  <a:lnTo>
                    <a:pt x="11" y="38"/>
                  </a:lnTo>
                  <a:lnTo>
                    <a:pt x="11" y="38"/>
                  </a:lnTo>
                  <a:lnTo>
                    <a:pt x="11" y="38"/>
                  </a:lnTo>
                  <a:lnTo>
                    <a:pt x="11" y="41"/>
                  </a:lnTo>
                  <a:lnTo>
                    <a:pt x="9" y="41"/>
                  </a:lnTo>
                  <a:lnTo>
                    <a:pt x="9" y="41"/>
                  </a:lnTo>
                  <a:lnTo>
                    <a:pt x="7" y="41"/>
                  </a:lnTo>
                  <a:lnTo>
                    <a:pt x="7" y="41"/>
                  </a:lnTo>
                  <a:lnTo>
                    <a:pt x="7" y="41"/>
                  </a:lnTo>
                  <a:lnTo>
                    <a:pt x="4" y="41"/>
                  </a:lnTo>
                  <a:lnTo>
                    <a:pt x="4" y="41"/>
                  </a:lnTo>
                  <a:lnTo>
                    <a:pt x="4" y="41"/>
                  </a:lnTo>
                  <a:lnTo>
                    <a:pt x="2" y="41"/>
                  </a:lnTo>
                  <a:lnTo>
                    <a:pt x="2" y="41"/>
                  </a:lnTo>
                  <a:lnTo>
                    <a:pt x="0" y="41"/>
                  </a:lnTo>
                  <a:lnTo>
                    <a:pt x="0" y="41"/>
                  </a:lnTo>
                  <a:lnTo>
                    <a:pt x="0" y="41"/>
                  </a:lnTo>
                  <a:lnTo>
                    <a:pt x="0" y="38"/>
                  </a:lnTo>
                  <a:lnTo>
                    <a:pt x="0" y="38"/>
                  </a:lnTo>
                  <a:lnTo>
                    <a:pt x="0" y="36"/>
                  </a:lnTo>
                  <a:lnTo>
                    <a:pt x="0" y="36"/>
                  </a:lnTo>
                  <a:lnTo>
                    <a:pt x="0" y="36"/>
                  </a:lnTo>
                  <a:lnTo>
                    <a:pt x="0" y="36"/>
                  </a:lnTo>
                  <a:lnTo>
                    <a:pt x="0" y="36"/>
                  </a:lnTo>
                  <a:lnTo>
                    <a:pt x="2" y="36"/>
                  </a:lnTo>
                  <a:lnTo>
                    <a:pt x="2" y="34"/>
                  </a:lnTo>
                  <a:lnTo>
                    <a:pt x="2" y="34"/>
                  </a:lnTo>
                  <a:lnTo>
                    <a:pt x="2" y="34"/>
                  </a:lnTo>
                  <a:lnTo>
                    <a:pt x="4" y="34"/>
                  </a:lnTo>
                  <a:lnTo>
                    <a:pt x="4" y="31"/>
                  </a:lnTo>
                  <a:lnTo>
                    <a:pt x="4" y="31"/>
                  </a:lnTo>
                  <a:lnTo>
                    <a:pt x="4" y="31"/>
                  </a:lnTo>
                  <a:lnTo>
                    <a:pt x="4" y="31"/>
                  </a:lnTo>
                  <a:lnTo>
                    <a:pt x="4" y="29"/>
                  </a:lnTo>
                  <a:lnTo>
                    <a:pt x="7" y="29"/>
                  </a:lnTo>
                  <a:lnTo>
                    <a:pt x="7" y="29"/>
                  </a:lnTo>
                  <a:lnTo>
                    <a:pt x="4" y="29"/>
                  </a:lnTo>
                  <a:lnTo>
                    <a:pt x="4" y="26"/>
                  </a:lnTo>
                  <a:lnTo>
                    <a:pt x="4" y="26"/>
                  </a:lnTo>
                  <a:lnTo>
                    <a:pt x="4" y="26"/>
                  </a:lnTo>
                  <a:lnTo>
                    <a:pt x="4" y="24"/>
                  </a:lnTo>
                  <a:lnTo>
                    <a:pt x="4" y="24"/>
                  </a:lnTo>
                  <a:lnTo>
                    <a:pt x="7" y="24"/>
                  </a:lnTo>
                  <a:lnTo>
                    <a:pt x="7" y="24"/>
                  </a:lnTo>
                  <a:lnTo>
                    <a:pt x="7" y="22"/>
                  </a:lnTo>
                  <a:lnTo>
                    <a:pt x="7" y="22"/>
                  </a:lnTo>
                  <a:lnTo>
                    <a:pt x="9" y="22"/>
                  </a:lnTo>
                  <a:lnTo>
                    <a:pt x="9" y="22"/>
                  </a:lnTo>
                  <a:lnTo>
                    <a:pt x="9" y="22"/>
                  </a:lnTo>
                  <a:lnTo>
                    <a:pt x="11" y="22"/>
                  </a:lnTo>
                  <a:lnTo>
                    <a:pt x="11" y="22"/>
                  </a:lnTo>
                  <a:lnTo>
                    <a:pt x="11" y="19"/>
                  </a:lnTo>
                  <a:lnTo>
                    <a:pt x="11" y="19"/>
                  </a:lnTo>
                  <a:lnTo>
                    <a:pt x="11" y="17"/>
                  </a:lnTo>
                  <a:lnTo>
                    <a:pt x="11" y="17"/>
                  </a:lnTo>
                  <a:lnTo>
                    <a:pt x="11" y="17"/>
                  </a:lnTo>
                  <a:lnTo>
                    <a:pt x="11" y="17"/>
                  </a:lnTo>
                  <a:lnTo>
                    <a:pt x="11" y="15"/>
                  </a:lnTo>
                  <a:lnTo>
                    <a:pt x="11" y="15"/>
                  </a:lnTo>
                  <a:lnTo>
                    <a:pt x="9" y="15"/>
                  </a:lnTo>
                  <a:lnTo>
                    <a:pt x="9" y="15"/>
                  </a:lnTo>
                  <a:lnTo>
                    <a:pt x="9" y="12"/>
                  </a:lnTo>
                  <a:lnTo>
                    <a:pt x="7" y="12"/>
                  </a:lnTo>
                  <a:lnTo>
                    <a:pt x="7" y="12"/>
                  </a:lnTo>
                  <a:lnTo>
                    <a:pt x="7" y="12"/>
                  </a:lnTo>
                  <a:lnTo>
                    <a:pt x="7" y="12"/>
                  </a:lnTo>
                  <a:lnTo>
                    <a:pt x="4" y="12"/>
                  </a:lnTo>
                  <a:lnTo>
                    <a:pt x="4" y="10"/>
                  </a:lnTo>
                  <a:lnTo>
                    <a:pt x="4" y="10"/>
                  </a:lnTo>
                  <a:lnTo>
                    <a:pt x="7" y="10"/>
                  </a:lnTo>
                  <a:lnTo>
                    <a:pt x="7" y="7"/>
                  </a:lnTo>
                  <a:lnTo>
                    <a:pt x="7" y="7"/>
                  </a:lnTo>
                  <a:lnTo>
                    <a:pt x="7" y="7"/>
                  </a:lnTo>
                  <a:lnTo>
                    <a:pt x="9" y="7"/>
                  </a:lnTo>
                  <a:lnTo>
                    <a:pt x="9" y="7"/>
                  </a:lnTo>
                  <a:lnTo>
                    <a:pt x="9" y="7"/>
                  </a:lnTo>
                  <a:lnTo>
                    <a:pt x="11" y="7"/>
                  </a:lnTo>
                  <a:lnTo>
                    <a:pt x="11" y="7"/>
                  </a:lnTo>
                  <a:lnTo>
                    <a:pt x="11" y="5"/>
                  </a:lnTo>
                  <a:lnTo>
                    <a:pt x="11" y="5"/>
                  </a:lnTo>
                  <a:lnTo>
                    <a:pt x="11" y="5"/>
                  </a:lnTo>
                  <a:lnTo>
                    <a:pt x="14" y="5"/>
                  </a:lnTo>
                  <a:lnTo>
                    <a:pt x="14" y="5"/>
                  </a:lnTo>
                  <a:lnTo>
                    <a:pt x="14" y="5"/>
                  </a:lnTo>
                  <a:lnTo>
                    <a:pt x="14" y="5"/>
                  </a:lnTo>
                  <a:lnTo>
                    <a:pt x="16" y="5"/>
                  </a:lnTo>
                  <a:lnTo>
                    <a:pt x="16" y="5"/>
                  </a:lnTo>
                  <a:lnTo>
                    <a:pt x="18" y="5"/>
                  </a:lnTo>
                  <a:lnTo>
                    <a:pt x="18" y="5"/>
                  </a:lnTo>
                  <a:lnTo>
                    <a:pt x="18" y="5"/>
                  </a:lnTo>
                  <a:lnTo>
                    <a:pt x="18" y="3"/>
                  </a:lnTo>
                  <a:lnTo>
                    <a:pt x="21" y="3"/>
                  </a:lnTo>
                  <a:lnTo>
                    <a:pt x="21" y="3"/>
                  </a:lnTo>
                  <a:lnTo>
                    <a:pt x="21" y="3"/>
                  </a:lnTo>
                  <a:lnTo>
                    <a:pt x="21" y="3"/>
                  </a:lnTo>
                  <a:lnTo>
                    <a:pt x="23" y="3"/>
                  </a:lnTo>
                  <a:lnTo>
                    <a:pt x="23" y="3"/>
                  </a:lnTo>
                  <a:lnTo>
                    <a:pt x="26" y="3"/>
                  </a:lnTo>
                  <a:lnTo>
                    <a:pt x="26" y="0"/>
                  </a:lnTo>
                  <a:lnTo>
                    <a:pt x="26" y="0"/>
                  </a:lnTo>
                  <a:lnTo>
                    <a:pt x="26" y="3"/>
                  </a:lnTo>
                  <a:lnTo>
                    <a:pt x="26" y="3"/>
                  </a:lnTo>
                  <a:lnTo>
                    <a:pt x="28" y="3"/>
                  </a:lnTo>
                  <a:lnTo>
                    <a:pt x="28" y="3"/>
                  </a:lnTo>
                  <a:lnTo>
                    <a:pt x="28" y="3"/>
                  </a:lnTo>
                  <a:lnTo>
                    <a:pt x="28" y="5"/>
                  </a:lnTo>
                  <a:lnTo>
                    <a:pt x="30" y="5"/>
                  </a:lnTo>
                  <a:lnTo>
                    <a:pt x="30" y="5"/>
                  </a:lnTo>
                  <a:lnTo>
                    <a:pt x="30" y="5"/>
                  </a:lnTo>
                  <a:lnTo>
                    <a:pt x="30" y="5"/>
                  </a:lnTo>
                  <a:lnTo>
                    <a:pt x="30" y="7"/>
                  </a:lnTo>
                  <a:lnTo>
                    <a:pt x="33" y="7"/>
                  </a:lnTo>
                  <a:lnTo>
                    <a:pt x="33" y="5"/>
                  </a:lnTo>
                  <a:lnTo>
                    <a:pt x="33" y="5"/>
                  </a:lnTo>
                  <a:lnTo>
                    <a:pt x="33" y="5"/>
                  </a:lnTo>
                  <a:lnTo>
                    <a:pt x="35" y="5"/>
                  </a:lnTo>
                  <a:lnTo>
                    <a:pt x="35" y="5"/>
                  </a:lnTo>
                  <a:lnTo>
                    <a:pt x="35" y="5"/>
                  </a:lnTo>
                  <a:lnTo>
                    <a:pt x="35" y="5"/>
                  </a:lnTo>
                  <a:lnTo>
                    <a:pt x="37" y="5"/>
                  </a:lnTo>
                  <a:lnTo>
                    <a:pt x="37" y="5"/>
                  </a:lnTo>
                  <a:lnTo>
                    <a:pt x="37" y="5"/>
                  </a:lnTo>
                  <a:lnTo>
                    <a:pt x="37" y="5"/>
                  </a:lnTo>
                  <a:lnTo>
                    <a:pt x="40" y="5"/>
                  </a:lnTo>
                  <a:lnTo>
                    <a:pt x="40" y="5"/>
                  </a:lnTo>
                  <a:lnTo>
                    <a:pt x="40" y="5"/>
                  </a:lnTo>
                  <a:lnTo>
                    <a:pt x="42" y="5"/>
                  </a:lnTo>
                  <a:lnTo>
                    <a:pt x="42" y="5"/>
                  </a:lnTo>
                  <a:lnTo>
                    <a:pt x="42" y="5"/>
                  </a:lnTo>
                  <a:lnTo>
                    <a:pt x="42" y="7"/>
                  </a:lnTo>
                  <a:lnTo>
                    <a:pt x="42" y="7"/>
                  </a:lnTo>
                  <a:lnTo>
                    <a:pt x="42" y="7"/>
                  </a:lnTo>
                  <a:lnTo>
                    <a:pt x="40" y="7"/>
                  </a:lnTo>
                  <a:lnTo>
                    <a:pt x="40" y="7"/>
                  </a:lnTo>
                  <a:lnTo>
                    <a:pt x="42" y="7"/>
                  </a:lnTo>
                  <a:lnTo>
                    <a:pt x="42" y="10"/>
                  </a:lnTo>
                  <a:lnTo>
                    <a:pt x="42" y="10"/>
                  </a:lnTo>
                  <a:lnTo>
                    <a:pt x="42" y="10"/>
                  </a:lnTo>
                  <a:lnTo>
                    <a:pt x="42" y="12"/>
                  </a:lnTo>
                  <a:lnTo>
                    <a:pt x="45" y="12"/>
                  </a:lnTo>
                  <a:lnTo>
                    <a:pt x="45" y="12"/>
                  </a:lnTo>
                  <a:lnTo>
                    <a:pt x="45" y="15"/>
                  </a:lnTo>
                  <a:lnTo>
                    <a:pt x="45" y="15"/>
                  </a:lnTo>
                  <a:lnTo>
                    <a:pt x="45" y="15"/>
                  </a:lnTo>
                  <a:lnTo>
                    <a:pt x="45" y="15"/>
                  </a:lnTo>
                  <a:lnTo>
                    <a:pt x="47" y="15"/>
                  </a:lnTo>
                  <a:lnTo>
                    <a:pt x="47" y="17"/>
                  </a:lnTo>
                  <a:lnTo>
                    <a:pt x="47" y="17"/>
                  </a:lnTo>
                  <a:lnTo>
                    <a:pt x="47" y="17"/>
                  </a:lnTo>
                  <a:lnTo>
                    <a:pt x="47" y="17"/>
                  </a:lnTo>
                  <a:lnTo>
                    <a:pt x="49" y="17"/>
                  </a:lnTo>
                  <a:lnTo>
                    <a:pt x="49" y="17"/>
                  </a:lnTo>
                  <a:lnTo>
                    <a:pt x="49" y="17"/>
                  </a:lnTo>
                  <a:lnTo>
                    <a:pt x="52" y="17"/>
                  </a:lnTo>
                  <a:lnTo>
                    <a:pt x="52" y="17"/>
                  </a:lnTo>
                  <a:lnTo>
                    <a:pt x="52" y="19"/>
                  </a:lnTo>
                  <a:lnTo>
                    <a:pt x="52" y="19"/>
                  </a:lnTo>
                  <a:lnTo>
                    <a:pt x="54" y="19"/>
                  </a:lnTo>
                  <a:lnTo>
                    <a:pt x="54" y="19"/>
                  </a:lnTo>
                  <a:lnTo>
                    <a:pt x="54" y="19"/>
                  </a:lnTo>
                  <a:lnTo>
                    <a:pt x="54" y="19"/>
                  </a:lnTo>
                  <a:lnTo>
                    <a:pt x="56" y="19"/>
                  </a:lnTo>
                  <a:lnTo>
                    <a:pt x="56" y="19"/>
                  </a:lnTo>
                  <a:lnTo>
                    <a:pt x="56" y="22"/>
                  </a:lnTo>
                  <a:lnTo>
                    <a:pt x="59" y="22"/>
                  </a:lnTo>
                  <a:lnTo>
                    <a:pt x="59" y="22"/>
                  </a:lnTo>
                  <a:lnTo>
                    <a:pt x="59" y="22"/>
                  </a:lnTo>
                  <a:lnTo>
                    <a:pt x="59" y="22"/>
                  </a:lnTo>
                  <a:lnTo>
                    <a:pt x="61" y="22"/>
                  </a:lnTo>
                  <a:lnTo>
                    <a:pt x="61" y="22"/>
                  </a:lnTo>
                  <a:lnTo>
                    <a:pt x="63" y="22"/>
                  </a:lnTo>
                  <a:lnTo>
                    <a:pt x="63" y="22"/>
                  </a:lnTo>
                  <a:lnTo>
                    <a:pt x="63" y="22"/>
                  </a:lnTo>
                  <a:lnTo>
                    <a:pt x="66" y="22"/>
                  </a:lnTo>
                  <a:lnTo>
                    <a:pt x="66" y="24"/>
                  </a:lnTo>
                  <a:lnTo>
                    <a:pt x="66" y="24"/>
                  </a:lnTo>
                  <a:lnTo>
                    <a:pt x="66" y="24"/>
                  </a:lnTo>
                  <a:lnTo>
                    <a:pt x="68" y="24"/>
                  </a:lnTo>
                  <a:lnTo>
                    <a:pt x="68" y="24"/>
                  </a:lnTo>
                  <a:lnTo>
                    <a:pt x="71" y="24"/>
                  </a:lnTo>
                  <a:lnTo>
                    <a:pt x="71" y="24"/>
                  </a:lnTo>
                  <a:lnTo>
                    <a:pt x="71" y="24"/>
                  </a:lnTo>
                  <a:lnTo>
                    <a:pt x="73" y="24"/>
                  </a:lnTo>
                  <a:lnTo>
                    <a:pt x="73" y="24"/>
                  </a:lnTo>
                  <a:lnTo>
                    <a:pt x="73" y="24"/>
                  </a:lnTo>
                  <a:lnTo>
                    <a:pt x="73" y="24"/>
                  </a:lnTo>
                  <a:lnTo>
                    <a:pt x="75" y="24"/>
                  </a:lnTo>
                  <a:lnTo>
                    <a:pt x="75" y="24"/>
                  </a:lnTo>
                  <a:lnTo>
                    <a:pt x="78" y="24"/>
                  </a:lnTo>
                  <a:lnTo>
                    <a:pt x="78" y="24"/>
                  </a:lnTo>
                  <a:lnTo>
                    <a:pt x="78" y="24"/>
                  </a:lnTo>
                  <a:lnTo>
                    <a:pt x="78" y="26"/>
                  </a:lnTo>
                  <a:lnTo>
                    <a:pt x="80" y="26"/>
                  </a:lnTo>
                  <a:lnTo>
                    <a:pt x="80" y="26"/>
                  </a:lnTo>
                  <a:lnTo>
                    <a:pt x="80" y="26"/>
                  </a:lnTo>
                  <a:lnTo>
                    <a:pt x="82" y="26"/>
                  </a:lnTo>
                  <a:lnTo>
                    <a:pt x="82" y="26"/>
                  </a:lnTo>
                  <a:lnTo>
                    <a:pt x="85" y="26"/>
                  </a:lnTo>
                  <a:lnTo>
                    <a:pt x="85" y="26"/>
                  </a:lnTo>
                  <a:lnTo>
                    <a:pt x="85" y="26"/>
                  </a:lnTo>
                  <a:lnTo>
                    <a:pt x="87" y="26"/>
                  </a:lnTo>
                  <a:lnTo>
                    <a:pt x="87" y="26"/>
                  </a:lnTo>
                  <a:lnTo>
                    <a:pt x="87" y="24"/>
                  </a:lnTo>
                  <a:lnTo>
                    <a:pt x="87" y="24"/>
                  </a:lnTo>
                  <a:lnTo>
                    <a:pt x="89" y="24"/>
                  </a:lnTo>
                  <a:lnTo>
                    <a:pt x="89" y="24"/>
                  </a:lnTo>
                  <a:lnTo>
                    <a:pt x="89" y="24"/>
                  </a:lnTo>
                  <a:lnTo>
                    <a:pt x="92" y="24"/>
                  </a:lnTo>
                  <a:lnTo>
                    <a:pt x="92" y="24"/>
                  </a:lnTo>
                  <a:lnTo>
                    <a:pt x="92" y="24"/>
                  </a:lnTo>
                  <a:lnTo>
                    <a:pt x="92" y="24"/>
                  </a:lnTo>
                  <a:lnTo>
                    <a:pt x="94" y="24"/>
                  </a:lnTo>
                  <a:lnTo>
                    <a:pt x="94" y="26"/>
                  </a:lnTo>
                  <a:lnTo>
                    <a:pt x="94" y="26"/>
                  </a:lnTo>
                  <a:lnTo>
                    <a:pt x="94" y="26"/>
                  </a:lnTo>
                  <a:lnTo>
                    <a:pt x="97" y="26"/>
                  </a:lnTo>
                  <a:lnTo>
                    <a:pt x="97" y="26"/>
                  </a:lnTo>
                  <a:lnTo>
                    <a:pt x="99" y="26"/>
                  </a:lnTo>
                  <a:lnTo>
                    <a:pt x="99" y="26"/>
                  </a:lnTo>
                  <a:lnTo>
                    <a:pt x="99" y="26"/>
                  </a:lnTo>
                  <a:lnTo>
                    <a:pt x="99" y="26"/>
                  </a:lnTo>
                  <a:lnTo>
                    <a:pt x="101" y="26"/>
                  </a:lnTo>
                  <a:lnTo>
                    <a:pt x="101" y="26"/>
                  </a:lnTo>
                  <a:lnTo>
                    <a:pt x="104" y="26"/>
                  </a:lnTo>
                  <a:lnTo>
                    <a:pt x="104" y="26"/>
                  </a:lnTo>
                  <a:lnTo>
                    <a:pt x="104" y="26"/>
                  </a:lnTo>
                  <a:lnTo>
                    <a:pt x="104" y="26"/>
                  </a:lnTo>
                  <a:lnTo>
                    <a:pt x="106" y="26"/>
                  </a:lnTo>
                  <a:lnTo>
                    <a:pt x="106" y="26"/>
                  </a:lnTo>
                  <a:lnTo>
                    <a:pt x="106" y="26"/>
                  </a:lnTo>
                  <a:lnTo>
                    <a:pt x="106" y="26"/>
                  </a:lnTo>
                  <a:lnTo>
                    <a:pt x="108" y="26"/>
                  </a:lnTo>
                  <a:lnTo>
                    <a:pt x="108" y="26"/>
                  </a:lnTo>
                  <a:lnTo>
                    <a:pt x="111" y="26"/>
                  </a:lnTo>
                  <a:lnTo>
                    <a:pt x="111" y="26"/>
                  </a:lnTo>
                  <a:lnTo>
                    <a:pt x="111" y="26"/>
                  </a:lnTo>
                  <a:lnTo>
                    <a:pt x="111" y="26"/>
                  </a:lnTo>
                  <a:lnTo>
                    <a:pt x="113" y="26"/>
                  </a:lnTo>
                  <a:lnTo>
                    <a:pt x="113" y="24"/>
                  </a:lnTo>
                  <a:lnTo>
                    <a:pt x="113" y="24"/>
                  </a:lnTo>
                  <a:lnTo>
                    <a:pt x="113" y="24"/>
                  </a:lnTo>
                  <a:lnTo>
                    <a:pt x="113" y="22"/>
                  </a:lnTo>
                  <a:lnTo>
                    <a:pt x="113" y="22"/>
                  </a:lnTo>
                  <a:lnTo>
                    <a:pt x="113" y="22"/>
                  </a:lnTo>
                  <a:lnTo>
                    <a:pt x="113" y="19"/>
                  </a:lnTo>
                  <a:lnTo>
                    <a:pt x="116" y="19"/>
                  </a:lnTo>
                  <a:lnTo>
                    <a:pt x="116" y="19"/>
                  </a:lnTo>
                  <a:lnTo>
                    <a:pt x="118" y="19"/>
                  </a:lnTo>
                  <a:lnTo>
                    <a:pt x="118" y="19"/>
                  </a:lnTo>
                  <a:lnTo>
                    <a:pt x="118" y="19"/>
                  </a:lnTo>
                  <a:lnTo>
                    <a:pt x="118" y="19"/>
                  </a:lnTo>
                  <a:lnTo>
                    <a:pt x="120" y="19"/>
                  </a:lnTo>
                  <a:lnTo>
                    <a:pt x="120" y="17"/>
                  </a:lnTo>
                  <a:lnTo>
                    <a:pt x="120" y="17"/>
                  </a:lnTo>
                  <a:lnTo>
                    <a:pt x="120" y="17"/>
                  </a:lnTo>
                  <a:lnTo>
                    <a:pt x="120" y="17"/>
                  </a:lnTo>
                  <a:lnTo>
                    <a:pt x="123" y="17"/>
                  </a:lnTo>
                  <a:lnTo>
                    <a:pt x="123" y="17"/>
                  </a:lnTo>
                  <a:lnTo>
                    <a:pt x="123" y="17"/>
                  </a:lnTo>
                  <a:lnTo>
                    <a:pt x="125" y="17"/>
                  </a:lnTo>
                  <a:lnTo>
                    <a:pt x="125" y="17"/>
                  </a:lnTo>
                  <a:lnTo>
                    <a:pt x="125" y="15"/>
                  </a:lnTo>
                  <a:lnTo>
                    <a:pt x="125" y="15"/>
                  </a:lnTo>
                  <a:lnTo>
                    <a:pt x="127" y="15"/>
                  </a:lnTo>
                  <a:lnTo>
                    <a:pt x="127" y="15"/>
                  </a:lnTo>
                  <a:lnTo>
                    <a:pt x="127" y="15"/>
                  </a:lnTo>
                  <a:lnTo>
                    <a:pt x="127" y="15"/>
                  </a:lnTo>
                  <a:lnTo>
                    <a:pt x="130" y="15"/>
                  </a:lnTo>
                  <a:lnTo>
                    <a:pt x="130" y="15"/>
                  </a:lnTo>
                  <a:lnTo>
                    <a:pt x="130" y="12"/>
                  </a:lnTo>
                  <a:lnTo>
                    <a:pt x="132" y="12"/>
                  </a:lnTo>
                  <a:lnTo>
                    <a:pt x="132" y="12"/>
                  </a:lnTo>
                  <a:lnTo>
                    <a:pt x="132" y="12"/>
                  </a:lnTo>
                  <a:lnTo>
                    <a:pt x="132" y="10"/>
                  </a:lnTo>
                  <a:lnTo>
                    <a:pt x="132" y="10"/>
                  </a:lnTo>
                  <a:lnTo>
                    <a:pt x="134" y="10"/>
                  </a:lnTo>
                  <a:lnTo>
                    <a:pt x="134" y="10"/>
                  </a:lnTo>
                  <a:lnTo>
                    <a:pt x="134" y="10"/>
                  </a:lnTo>
                  <a:lnTo>
                    <a:pt x="137" y="10"/>
                  </a:lnTo>
                  <a:lnTo>
                    <a:pt x="137" y="10"/>
                  </a:lnTo>
                  <a:lnTo>
                    <a:pt x="137" y="7"/>
                  </a:lnTo>
                  <a:lnTo>
                    <a:pt x="137" y="7"/>
                  </a:lnTo>
                  <a:lnTo>
                    <a:pt x="139" y="7"/>
                  </a:lnTo>
                  <a:lnTo>
                    <a:pt x="139" y="7"/>
                  </a:lnTo>
                  <a:lnTo>
                    <a:pt x="139" y="7"/>
                  </a:lnTo>
                  <a:lnTo>
                    <a:pt x="139" y="7"/>
                  </a:lnTo>
                  <a:lnTo>
                    <a:pt x="142" y="7"/>
                  </a:lnTo>
                  <a:lnTo>
                    <a:pt x="142" y="7"/>
                  </a:lnTo>
                  <a:lnTo>
                    <a:pt x="144" y="7"/>
                  </a:lnTo>
                  <a:lnTo>
                    <a:pt x="144" y="7"/>
                  </a:lnTo>
                  <a:lnTo>
                    <a:pt x="144" y="7"/>
                  </a:lnTo>
                  <a:lnTo>
                    <a:pt x="146" y="7"/>
                  </a:lnTo>
                  <a:lnTo>
                    <a:pt x="146" y="7"/>
                  </a:lnTo>
                  <a:lnTo>
                    <a:pt x="146" y="7"/>
                  </a:lnTo>
                  <a:lnTo>
                    <a:pt x="146" y="7"/>
                  </a:lnTo>
                  <a:lnTo>
                    <a:pt x="149" y="7"/>
                  </a:lnTo>
                  <a:lnTo>
                    <a:pt x="149" y="5"/>
                  </a:lnTo>
                  <a:lnTo>
                    <a:pt x="149" y="5"/>
                  </a:lnTo>
                  <a:lnTo>
                    <a:pt x="151" y="5"/>
                  </a:lnTo>
                  <a:lnTo>
                    <a:pt x="151" y="5"/>
                  </a:lnTo>
                  <a:lnTo>
                    <a:pt x="151" y="5"/>
                  </a:lnTo>
                  <a:lnTo>
                    <a:pt x="151" y="5"/>
                  </a:lnTo>
                  <a:lnTo>
                    <a:pt x="153" y="5"/>
                  </a:lnTo>
                  <a:lnTo>
                    <a:pt x="153" y="5"/>
                  </a:lnTo>
                  <a:lnTo>
                    <a:pt x="153" y="3"/>
                  </a:lnTo>
                  <a:lnTo>
                    <a:pt x="153" y="3"/>
                  </a:lnTo>
                  <a:lnTo>
                    <a:pt x="156" y="3"/>
                  </a:lnTo>
                  <a:lnTo>
                    <a:pt x="156" y="3"/>
                  </a:lnTo>
                  <a:lnTo>
                    <a:pt x="158" y="3"/>
                  </a:lnTo>
                  <a:lnTo>
                    <a:pt x="158" y="3"/>
                  </a:lnTo>
                  <a:lnTo>
                    <a:pt x="158" y="3"/>
                  </a:lnTo>
                  <a:lnTo>
                    <a:pt x="160" y="3"/>
                  </a:lnTo>
                  <a:lnTo>
                    <a:pt x="160" y="3"/>
                  </a:lnTo>
                  <a:lnTo>
                    <a:pt x="160" y="5"/>
                  </a:lnTo>
                  <a:lnTo>
                    <a:pt x="160" y="5"/>
                  </a:lnTo>
                  <a:lnTo>
                    <a:pt x="163" y="5"/>
                  </a:lnTo>
                  <a:lnTo>
                    <a:pt x="163" y="5"/>
                  </a:lnTo>
                  <a:lnTo>
                    <a:pt x="165" y="5"/>
                  </a:lnTo>
                  <a:lnTo>
                    <a:pt x="165" y="5"/>
                  </a:lnTo>
                  <a:lnTo>
                    <a:pt x="165" y="5"/>
                  </a:lnTo>
                  <a:lnTo>
                    <a:pt x="168" y="5"/>
                  </a:lnTo>
                  <a:lnTo>
                    <a:pt x="168" y="5"/>
                  </a:lnTo>
                  <a:lnTo>
                    <a:pt x="170" y="5"/>
                  </a:lnTo>
                  <a:lnTo>
                    <a:pt x="170" y="5"/>
                  </a:lnTo>
                  <a:lnTo>
                    <a:pt x="170" y="5"/>
                  </a:lnTo>
                  <a:lnTo>
                    <a:pt x="172" y="5"/>
                  </a:lnTo>
                  <a:lnTo>
                    <a:pt x="172" y="5"/>
                  </a:lnTo>
                  <a:lnTo>
                    <a:pt x="172" y="5"/>
                  </a:lnTo>
                  <a:lnTo>
                    <a:pt x="175" y="5"/>
                  </a:lnTo>
                  <a:lnTo>
                    <a:pt x="175" y="5"/>
                  </a:lnTo>
                  <a:lnTo>
                    <a:pt x="175" y="5"/>
                  </a:lnTo>
                  <a:lnTo>
                    <a:pt x="177" y="5"/>
                  </a:lnTo>
                  <a:lnTo>
                    <a:pt x="177" y="5"/>
                  </a:lnTo>
                  <a:lnTo>
                    <a:pt x="177" y="5"/>
                  </a:lnTo>
                  <a:lnTo>
                    <a:pt x="177" y="5"/>
                  </a:lnTo>
                  <a:lnTo>
                    <a:pt x="179" y="5"/>
                  </a:lnTo>
                  <a:lnTo>
                    <a:pt x="179" y="5"/>
                  </a:lnTo>
                  <a:lnTo>
                    <a:pt x="179" y="5"/>
                  </a:lnTo>
                  <a:lnTo>
                    <a:pt x="182" y="5"/>
                  </a:lnTo>
                  <a:lnTo>
                    <a:pt x="182" y="5"/>
                  </a:lnTo>
                  <a:lnTo>
                    <a:pt x="182" y="5"/>
                  </a:lnTo>
                  <a:lnTo>
                    <a:pt x="184" y="5"/>
                  </a:lnTo>
                  <a:lnTo>
                    <a:pt x="184" y="5"/>
                  </a:lnTo>
                  <a:lnTo>
                    <a:pt x="184" y="5"/>
                  </a:lnTo>
                  <a:lnTo>
                    <a:pt x="187" y="5"/>
                  </a:lnTo>
                  <a:lnTo>
                    <a:pt x="187" y="5"/>
                  </a:lnTo>
                  <a:lnTo>
                    <a:pt x="187" y="5"/>
                  </a:lnTo>
                  <a:lnTo>
                    <a:pt x="187" y="5"/>
                  </a:lnTo>
                  <a:lnTo>
                    <a:pt x="187" y="3"/>
                  </a:lnTo>
                  <a:lnTo>
                    <a:pt x="189" y="3"/>
                  </a:lnTo>
                  <a:lnTo>
                    <a:pt x="189" y="3"/>
                  </a:lnTo>
                  <a:lnTo>
                    <a:pt x="189" y="3"/>
                  </a:lnTo>
                  <a:lnTo>
                    <a:pt x="189" y="0"/>
                  </a:lnTo>
                  <a:lnTo>
                    <a:pt x="191" y="0"/>
                  </a:lnTo>
                  <a:lnTo>
                    <a:pt x="191" y="0"/>
                  </a:lnTo>
                  <a:lnTo>
                    <a:pt x="191" y="0"/>
                  </a:lnTo>
                  <a:lnTo>
                    <a:pt x="191" y="3"/>
                  </a:lnTo>
                  <a:lnTo>
                    <a:pt x="194" y="3"/>
                  </a:lnTo>
                  <a:lnTo>
                    <a:pt x="194" y="3"/>
                  </a:lnTo>
                  <a:lnTo>
                    <a:pt x="194" y="3"/>
                  </a:lnTo>
                  <a:lnTo>
                    <a:pt x="194" y="3"/>
                  </a:lnTo>
                  <a:lnTo>
                    <a:pt x="196" y="3"/>
                  </a:lnTo>
                  <a:lnTo>
                    <a:pt x="196" y="3"/>
                  </a:lnTo>
                  <a:lnTo>
                    <a:pt x="196" y="5"/>
                  </a:lnTo>
                  <a:lnTo>
                    <a:pt x="196" y="5"/>
                  </a:lnTo>
                  <a:lnTo>
                    <a:pt x="194" y="5"/>
                  </a:lnTo>
                  <a:lnTo>
                    <a:pt x="194" y="5"/>
                  </a:lnTo>
                  <a:lnTo>
                    <a:pt x="194" y="5"/>
                  </a:lnTo>
                  <a:lnTo>
                    <a:pt x="194" y="7"/>
                  </a:lnTo>
                  <a:lnTo>
                    <a:pt x="194" y="7"/>
                  </a:lnTo>
                  <a:lnTo>
                    <a:pt x="194" y="7"/>
                  </a:lnTo>
                  <a:lnTo>
                    <a:pt x="194" y="7"/>
                  </a:lnTo>
                  <a:lnTo>
                    <a:pt x="196" y="7"/>
                  </a:lnTo>
                  <a:lnTo>
                    <a:pt x="196" y="7"/>
                  </a:lnTo>
                  <a:lnTo>
                    <a:pt x="196" y="10"/>
                  </a:lnTo>
                  <a:lnTo>
                    <a:pt x="196" y="10"/>
                  </a:lnTo>
                  <a:lnTo>
                    <a:pt x="198" y="10"/>
                  </a:lnTo>
                  <a:lnTo>
                    <a:pt x="198" y="10"/>
                  </a:lnTo>
                  <a:lnTo>
                    <a:pt x="198" y="12"/>
                  </a:lnTo>
                  <a:lnTo>
                    <a:pt x="198" y="12"/>
                  </a:lnTo>
                  <a:lnTo>
                    <a:pt x="201" y="12"/>
                  </a:lnTo>
                  <a:lnTo>
                    <a:pt x="201" y="12"/>
                  </a:lnTo>
                  <a:lnTo>
                    <a:pt x="201" y="12"/>
                  </a:lnTo>
                  <a:lnTo>
                    <a:pt x="201" y="12"/>
                  </a:lnTo>
                  <a:lnTo>
                    <a:pt x="203" y="12"/>
                  </a:lnTo>
                  <a:lnTo>
                    <a:pt x="203" y="12"/>
                  </a:lnTo>
                  <a:lnTo>
                    <a:pt x="205" y="12"/>
                  </a:lnTo>
                  <a:lnTo>
                    <a:pt x="205" y="12"/>
                  </a:lnTo>
                  <a:lnTo>
                    <a:pt x="205" y="12"/>
                  </a:lnTo>
                  <a:lnTo>
                    <a:pt x="208" y="12"/>
                  </a:lnTo>
                  <a:lnTo>
                    <a:pt x="208" y="12"/>
                  </a:lnTo>
                  <a:lnTo>
                    <a:pt x="208" y="12"/>
                  </a:lnTo>
                  <a:lnTo>
                    <a:pt x="210" y="12"/>
                  </a:lnTo>
                  <a:lnTo>
                    <a:pt x="210" y="12"/>
                  </a:lnTo>
                  <a:lnTo>
                    <a:pt x="210" y="10"/>
                  </a:lnTo>
                  <a:lnTo>
                    <a:pt x="210" y="10"/>
                  </a:lnTo>
                  <a:lnTo>
                    <a:pt x="213" y="10"/>
                  </a:lnTo>
                  <a:lnTo>
                    <a:pt x="213" y="10"/>
                  </a:lnTo>
                  <a:lnTo>
                    <a:pt x="213" y="10"/>
                  </a:lnTo>
                  <a:lnTo>
                    <a:pt x="213" y="12"/>
                  </a:lnTo>
                  <a:lnTo>
                    <a:pt x="215" y="12"/>
                  </a:lnTo>
                  <a:lnTo>
                    <a:pt x="215" y="12"/>
                  </a:lnTo>
                  <a:lnTo>
                    <a:pt x="215" y="12"/>
                  </a:lnTo>
                  <a:lnTo>
                    <a:pt x="215" y="15"/>
                  </a:lnTo>
                  <a:lnTo>
                    <a:pt x="217" y="15"/>
                  </a:lnTo>
                  <a:lnTo>
                    <a:pt x="217" y="15"/>
                  </a:lnTo>
                  <a:lnTo>
                    <a:pt x="217" y="17"/>
                  </a:lnTo>
                  <a:lnTo>
                    <a:pt x="217" y="17"/>
                  </a:lnTo>
                  <a:lnTo>
                    <a:pt x="217" y="17"/>
                  </a:lnTo>
                  <a:lnTo>
                    <a:pt x="217" y="17"/>
                  </a:lnTo>
                  <a:lnTo>
                    <a:pt x="217" y="19"/>
                  </a:lnTo>
                  <a:lnTo>
                    <a:pt x="217" y="19"/>
                  </a:lnTo>
                  <a:lnTo>
                    <a:pt x="217" y="19"/>
                  </a:lnTo>
                  <a:lnTo>
                    <a:pt x="220" y="19"/>
                  </a:lnTo>
                  <a:lnTo>
                    <a:pt x="220" y="22"/>
                  </a:lnTo>
                  <a:lnTo>
                    <a:pt x="220" y="22"/>
                  </a:lnTo>
                  <a:lnTo>
                    <a:pt x="220" y="22"/>
                  </a:lnTo>
                  <a:lnTo>
                    <a:pt x="220" y="22"/>
                  </a:lnTo>
                  <a:lnTo>
                    <a:pt x="222" y="22"/>
                  </a:lnTo>
                  <a:lnTo>
                    <a:pt x="222" y="24"/>
                  </a:lnTo>
                  <a:lnTo>
                    <a:pt x="222" y="24"/>
                  </a:lnTo>
                  <a:lnTo>
                    <a:pt x="222" y="22"/>
                  </a:lnTo>
                  <a:lnTo>
                    <a:pt x="224" y="22"/>
                  </a:lnTo>
                  <a:lnTo>
                    <a:pt x="224" y="22"/>
                  </a:lnTo>
                  <a:lnTo>
                    <a:pt x="224" y="22"/>
                  </a:lnTo>
                  <a:lnTo>
                    <a:pt x="224" y="22"/>
                  </a:lnTo>
                  <a:lnTo>
                    <a:pt x="224" y="19"/>
                  </a:lnTo>
                  <a:lnTo>
                    <a:pt x="227" y="19"/>
                  </a:lnTo>
                  <a:lnTo>
                    <a:pt x="227" y="19"/>
                  </a:lnTo>
                  <a:lnTo>
                    <a:pt x="227" y="19"/>
                  </a:lnTo>
                  <a:lnTo>
                    <a:pt x="229" y="19"/>
                  </a:lnTo>
                  <a:lnTo>
                    <a:pt x="229" y="19"/>
                  </a:lnTo>
                  <a:lnTo>
                    <a:pt x="232" y="19"/>
                  </a:lnTo>
                  <a:lnTo>
                    <a:pt x="232" y="19"/>
                  </a:lnTo>
                  <a:lnTo>
                    <a:pt x="232" y="19"/>
                  </a:lnTo>
                  <a:lnTo>
                    <a:pt x="232" y="22"/>
                  </a:lnTo>
                  <a:lnTo>
                    <a:pt x="234" y="22"/>
                  </a:lnTo>
                  <a:lnTo>
                    <a:pt x="234" y="22"/>
                  </a:lnTo>
                  <a:lnTo>
                    <a:pt x="234" y="22"/>
                  </a:lnTo>
                  <a:lnTo>
                    <a:pt x="234" y="22"/>
                  </a:lnTo>
                  <a:lnTo>
                    <a:pt x="234" y="24"/>
                  </a:lnTo>
                  <a:lnTo>
                    <a:pt x="234" y="24"/>
                  </a:lnTo>
                  <a:lnTo>
                    <a:pt x="236" y="24"/>
                  </a:lnTo>
                  <a:lnTo>
                    <a:pt x="236" y="26"/>
                  </a:lnTo>
                  <a:lnTo>
                    <a:pt x="236" y="26"/>
                  </a:lnTo>
                  <a:lnTo>
                    <a:pt x="239" y="26"/>
                  </a:lnTo>
                  <a:lnTo>
                    <a:pt x="239" y="26"/>
                  </a:lnTo>
                  <a:lnTo>
                    <a:pt x="239" y="26"/>
                  </a:lnTo>
                  <a:lnTo>
                    <a:pt x="241" y="26"/>
                  </a:lnTo>
                  <a:lnTo>
                    <a:pt x="241" y="26"/>
                  </a:lnTo>
                  <a:lnTo>
                    <a:pt x="241" y="26"/>
                  </a:lnTo>
                  <a:lnTo>
                    <a:pt x="243" y="26"/>
                  </a:lnTo>
                  <a:lnTo>
                    <a:pt x="243" y="26"/>
                  </a:lnTo>
                  <a:lnTo>
                    <a:pt x="243" y="26"/>
                  </a:lnTo>
                  <a:lnTo>
                    <a:pt x="243" y="26"/>
                  </a:lnTo>
                  <a:lnTo>
                    <a:pt x="246" y="26"/>
                  </a:lnTo>
                  <a:lnTo>
                    <a:pt x="246" y="29"/>
                  </a:lnTo>
                  <a:lnTo>
                    <a:pt x="246" y="29"/>
                  </a:lnTo>
                  <a:lnTo>
                    <a:pt x="246" y="29"/>
                  </a:lnTo>
                  <a:lnTo>
                    <a:pt x="246" y="26"/>
                  </a:lnTo>
                  <a:lnTo>
                    <a:pt x="248" y="26"/>
                  </a:lnTo>
                  <a:lnTo>
                    <a:pt x="248" y="26"/>
                  </a:lnTo>
                  <a:lnTo>
                    <a:pt x="248" y="26"/>
                  </a:lnTo>
                  <a:lnTo>
                    <a:pt x="248" y="26"/>
                  </a:lnTo>
                  <a:lnTo>
                    <a:pt x="250" y="26"/>
                  </a:lnTo>
                  <a:lnTo>
                    <a:pt x="250" y="26"/>
                  </a:lnTo>
                  <a:lnTo>
                    <a:pt x="250" y="26"/>
                  </a:lnTo>
                  <a:lnTo>
                    <a:pt x="250" y="26"/>
                  </a:lnTo>
                  <a:lnTo>
                    <a:pt x="250" y="26"/>
                  </a:lnTo>
                  <a:lnTo>
                    <a:pt x="253" y="26"/>
                  </a:lnTo>
                  <a:lnTo>
                    <a:pt x="253" y="29"/>
                  </a:lnTo>
                  <a:lnTo>
                    <a:pt x="253" y="29"/>
                  </a:lnTo>
                  <a:lnTo>
                    <a:pt x="253" y="29"/>
                  </a:lnTo>
                  <a:lnTo>
                    <a:pt x="253" y="29"/>
                  </a:lnTo>
                  <a:lnTo>
                    <a:pt x="255" y="29"/>
                  </a:lnTo>
                  <a:lnTo>
                    <a:pt x="255" y="29"/>
                  </a:lnTo>
                  <a:lnTo>
                    <a:pt x="258" y="29"/>
                  </a:lnTo>
                  <a:lnTo>
                    <a:pt x="258" y="29"/>
                  </a:lnTo>
                  <a:lnTo>
                    <a:pt x="258" y="29"/>
                  </a:lnTo>
                  <a:lnTo>
                    <a:pt x="258" y="31"/>
                  </a:lnTo>
                  <a:lnTo>
                    <a:pt x="260" y="31"/>
                  </a:lnTo>
                  <a:lnTo>
                    <a:pt x="260" y="31"/>
                  </a:lnTo>
                  <a:lnTo>
                    <a:pt x="260" y="31"/>
                  </a:lnTo>
                  <a:lnTo>
                    <a:pt x="262" y="31"/>
                  </a:lnTo>
                  <a:lnTo>
                    <a:pt x="262" y="31"/>
                  </a:lnTo>
                  <a:lnTo>
                    <a:pt x="262" y="31"/>
                  </a:lnTo>
                  <a:lnTo>
                    <a:pt x="265" y="31"/>
                  </a:lnTo>
                  <a:lnTo>
                    <a:pt x="265" y="31"/>
                  </a:lnTo>
                  <a:lnTo>
                    <a:pt x="265" y="31"/>
                  </a:lnTo>
                  <a:lnTo>
                    <a:pt x="265" y="31"/>
                  </a:lnTo>
                  <a:lnTo>
                    <a:pt x="265" y="31"/>
                  </a:lnTo>
                  <a:lnTo>
                    <a:pt x="265" y="31"/>
                  </a:lnTo>
                  <a:lnTo>
                    <a:pt x="267" y="31"/>
                  </a:lnTo>
                  <a:lnTo>
                    <a:pt x="267" y="31"/>
                  </a:lnTo>
                  <a:lnTo>
                    <a:pt x="267" y="31"/>
                  </a:lnTo>
                  <a:lnTo>
                    <a:pt x="267" y="29"/>
                  </a:lnTo>
                  <a:lnTo>
                    <a:pt x="269" y="29"/>
                  </a:lnTo>
                  <a:lnTo>
                    <a:pt x="269" y="29"/>
                  </a:lnTo>
                  <a:lnTo>
                    <a:pt x="269" y="31"/>
                  </a:lnTo>
                  <a:lnTo>
                    <a:pt x="272" y="31"/>
                  </a:lnTo>
                  <a:lnTo>
                    <a:pt x="272" y="29"/>
                  </a:lnTo>
                  <a:lnTo>
                    <a:pt x="272" y="29"/>
                  </a:lnTo>
                  <a:lnTo>
                    <a:pt x="272" y="29"/>
                  </a:lnTo>
                  <a:lnTo>
                    <a:pt x="272" y="29"/>
                  </a:lnTo>
                  <a:lnTo>
                    <a:pt x="274" y="29"/>
                  </a:lnTo>
                  <a:lnTo>
                    <a:pt x="274" y="29"/>
                  </a:lnTo>
                  <a:lnTo>
                    <a:pt x="276" y="29"/>
                  </a:lnTo>
                  <a:lnTo>
                    <a:pt x="276" y="29"/>
                  </a:lnTo>
                  <a:lnTo>
                    <a:pt x="276" y="29"/>
                  </a:lnTo>
                  <a:lnTo>
                    <a:pt x="279" y="29"/>
                  </a:lnTo>
                  <a:lnTo>
                    <a:pt x="279" y="26"/>
                  </a:lnTo>
                  <a:lnTo>
                    <a:pt x="279" y="26"/>
                  </a:lnTo>
                  <a:lnTo>
                    <a:pt x="279" y="26"/>
                  </a:lnTo>
                  <a:lnTo>
                    <a:pt x="281" y="26"/>
                  </a:lnTo>
                  <a:lnTo>
                    <a:pt x="281" y="26"/>
                  </a:lnTo>
                  <a:lnTo>
                    <a:pt x="284" y="26"/>
                  </a:lnTo>
                  <a:lnTo>
                    <a:pt x="284" y="26"/>
                  </a:lnTo>
                  <a:lnTo>
                    <a:pt x="284" y="26"/>
                  </a:lnTo>
                  <a:lnTo>
                    <a:pt x="286" y="26"/>
                  </a:lnTo>
                  <a:lnTo>
                    <a:pt x="286" y="26"/>
                  </a:lnTo>
                  <a:lnTo>
                    <a:pt x="286" y="26"/>
                  </a:lnTo>
                  <a:lnTo>
                    <a:pt x="286" y="26"/>
                  </a:lnTo>
                  <a:lnTo>
                    <a:pt x="288" y="26"/>
                  </a:lnTo>
                  <a:lnTo>
                    <a:pt x="288" y="26"/>
                  </a:lnTo>
                  <a:lnTo>
                    <a:pt x="288" y="26"/>
                  </a:lnTo>
                  <a:lnTo>
                    <a:pt x="291" y="26"/>
                  </a:lnTo>
                  <a:lnTo>
                    <a:pt x="291" y="29"/>
                  </a:lnTo>
                  <a:lnTo>
                    <a:pt x="291" y="29"/>
                  </a:lnTo>
                  <a:lnTo>
                    <a:pt x="291" y="29"/>
                  </a:lnTo>
                  <a:lnTo>
                    <a:pt x="293" y="29"/>
                  </a:lnTo>
                  <a:lnTo>
                    <a:pt x="293" y="29"/>
                  </a:lnTo>
                  <a:lnTo>
                    <a:pt x="293" y="29"/>
                  </a:lnTo>
                  <a:lnTo>
                    <a:pt x="293" y="29"/>
                  </a:lnTo>
                  <a:lnTo>
                    <a:pt x="295" y="29"/>
                  </a:lnTo>
                  <a:lnTo>
                    <a:pt x="295" y="29"/>
                  </a:lnTo>
                  <a:lnTo>
                    <a:pt x="295" y="31"/>
                  </a:lnTo>
                  <a:lnTo>
                    <a:pt x="298" y="31"/>
                  </a:lnTo>
                  <a:lnTo>
                    <a:pt x="298" y="29"/>
                  </a:lnTo>
                  <a:lnTo>
                    <a:pt x="298" y="29"/>
                  </a:lnTo>
                  <a:lnTo>
                    <a:pt x="298" y="29"/>
                  </a:lnTo>
                  <a:lnTo>
                    <a:pt x="300" y="29"/>
                  </a:lnTo>
                  <a:lnTo>
                    <a:pt x="300" y="31"/>
                  </a:lnTo>
                  <a:lnTo>
                    <a:pt x="300" y="31"/>
                  </a:lnTo>
                  <a:lnTo>
                    <a:pt x="300" y="31"/>
                  </a:lnTo>
                  <a:lnTo>
                    <a:pt x="300" y="31"/>
                  </a:lnTo>
                  <a:lnTo>
                    <a:pt x="303" y="31"/>
                  </a:lnTo>
                  <a:lnTo>
                    <a:pt x="303" y="31"/>
                  </a:lnTo>
                  <a:lnTo>
                    <a:pt x="303" y="31"/>
                  </a:lnTo>
                  <a:lnTo>
                    <a:pt x="305" y="31"/>
                  </a:lnTo>
                  <a:lnTo>
                    <a:pt x="305" y="29"/>
                  </a:lnTo>
                  <a:lnTo>
                    <a:pt x="305" y="29"/>
                  </a:lnTo>
                  <a:lnTo>
                    <a:pt x="305" y="29"/>
                  </a:lnTo>
                  <a:lnTo>
                    <a:pt x="305" y="29"/>
                  </a:lnTo>
                  <a:lnTo>
                    <a:pt x="307" y="29"/>
                  </a:lnTo>
                  <a:lnTo>
                    <a:pt x="307" y="29"/>
                  </a:lnTo>
                  <a:lnTo>
                    <a:pt x="307" y="29"/>
                  </a:lnTo>
                  <a:lnTo>
                    <a:pt x="310" y="29"/>
                  </a:lnTo>
                  <a:lnTo>
                    <a:pt x="310" y="29"/>
                  </a:lnTo>
                  <a:lnTo>
                    <a:pt x="310" y="26"/>
                  </a:lnTo>
                  <a:lnTo>
                    <a:pt x="312" y="26"/>
                  </a:lnTo>
                  <a:lnTo>
                    <a:pt x="312" y="26"/>
                  </a:lnTo>
                  <a:lnTo>
                    <a:pt x="312" y="26"/>
                  </a:lnTo>
                  <a:lnTo>
                    <a:pt x="312" y="26"/>
                  </a:lnTo>
                  <a:lnTo>
                    <a:pt x="314" y="26"/>
                  </a:lnTo>
                  <a:lnTo>
                    <a:pt x="314" y="26"/>
                  </a:lnTo>
                  <a:lnTo>
                    <a:pt x="314" y="26"/>
                  </a:lnTo>
                  <a:lnTo>
                    <a:pt x="317" y="26"/>
                  </a:lnTo>
                  <a:lnTo>
                    <a:pt x="317" y="24"/>
                  </a:lnTo>
                  <a:lnTo>
                    <a:pt x="317" y="24"/>
                  </a:lnTo>
                  <a:lnTo>
                    <a:pt x="317" y="24"/>
                  </a:lnTo>
                  <a:lnTo>
                    <a:pt x="319" y="24"/>
                  </a:lnTo>
                  <a:lnTo>
                    <a:pt x="319" y="24"/>
                  </a:lnTo>
                  <a:lnTo>
                    <a:pt x="319" y="24"/>
                  </a:lnTo>
                  <a:lnTo>
                    <a:pt x="319" y="24"/>
                  </a:lnTo>
                  <a:lnTo>
                    <a:pt x="321" y="24"/>
                  </a:lnTo>
                  <a:lnTo>
                    <a:pt x="321" y="24"/>
                  </a:lnTo>
                  <a:lnTo>
                    <a:pt x="321" y="22"/>
                  </a:lnTo>
                  <a:lnTo>
                    <a:pt x="324" y="22"/>
                  </a:lnTo>
                  <a:lnTo>
                    <a:pt x="324" y="22"/>
                  </a:lnTo>
                  <a:lnTo>
                    <a:pt x="324" y="22"/>
                  </a:lnTo>
                  <a:lnTo>
                    <a:pt x="324" y="22"/>
                  </a:lnTo>
                  <a:lnTo>
                    <a:pt x="326" y="22"/>
                  </a:lnTo>
                  <a:lnTo>
                    <a:pt x="326" y="19"/>
                  </a:lnTo>
                  <a:lnTo>
                    <a:pt x="326" y="19"/>
                  </a:lnTo>
                  <a:lnTo>
                    <a:pt x="326" y="19"/>
                  </a:lnTo>
                  <a:lnTo>
                    <a:pt x="326" y="19"/>
                  </a:lnTo>
                  <a:lnTo>
                    <a:pt x="329" y="19"/>
                  </a:lnTo>
                  <a:lnTo>
                    <a:pt x="329" y="19"/>
                  </a:lnTo>
                  <a:lnTo>
                    <a:pt x="329" y="17"/>
                  </a:lnTo>
                  <a:lnTo>
                    <a:pt x="331" y="17"/>
                  </a:lnTo>
                  <a:lnTo>
                    <a:pt x="331" y="17"/>
                  </a:lnTo>
                  <a:lnTo>
                    <a:pt x="331" y="17"/>
                  </a:lnTo>
                  <a:lnTo>
                    <a:pt x="331" y="17"/>
                  </a:lnTo>
                  <a:lnTo>
                    <a:pt x="331" y="17"/>
                  </a:lnTo>
                  <a:lnTo>
                    <a:pt x="333" y="17"/>
                  </a:lnTo>
                  <a:lnTo>
                    <a:pt x="333" y="17"/>
                  </a:lnTo>
                  <a:lnTo>
                    <a:pt x="333" y="17"/>
                  </a:lnTo>
                  <a:lnTo>
                    <a:pt x="333" y="17"/>
                  </a:lnTo>
                  <a:lnTo>
                    <a:pt x="336" y="17"/>
                  </a:lnTo>
                  <a:lnTo>
                    <a:pt x="336" y="17"/>
                  </a:lnTo>
                  <a:lnTo>
                    <a:pt x="336" y="17"/>
                  </a:lnTo>
                  <a:lnTo>
                    <a:pt x="338" y="17"/>
                  </a:lnTo>
                  <a:lnTo>
                    <a:pt x="338" y="17"/>
                  </a:lnTo>
                  <a:lnTo>
                    <a:pt x="338" y="17"/>
                  </a:lnTo>
                  <a:lnTo>
                    <a:pt x="338" y="17"/>
                  </a:lnTo>
                  <a:lnTo>
                    <a:pt x="340" y="17"/>
                  </a:lnTo>
                  <a:lnTo>
                    <a:pt x="340" y="17"/>
                  </a:lnTo>
                  <a:lnTo>
                    <a:pt x="340" y="17"/>
                  </a:lnTo>
                  <a:lnTo>
                    <a:pt x="343" y="17"/>
                  </a:lnTo>
                  <a:lnTo>
                    <a:pt x="343" y="17"/>
                  </a:lnTo>
                  <a:lnTo>
                    <a:pt x="345" y="17"/>
                  </a:lnTo>
                  <a:lnTo>
                    <a:pt x="345" y="17"/>
                  </a:lnTo>
                  <a:lnTo>
                    <a:pt x="345" y="17"/>
                  </a:lnTo>
                  <a:lnTo>
                    <a:pt x="347" y="17"/>
                  </a:lnTo>
                  <a:lnTo>
                    <a:pt x="347" y="17"/>
                  </a:lnTo>
                  <a:lnTo>
                    <a:pt x="350" y="17"/>
                  </a:lnTo>
                  <a:lnTo>
                    <a:pt x="350" y="17"/>
                  </a:lnTo>
                  <a:lnTo>
                    <a:pt x="350" y="17"/>
                  </a:lnTo>
                  <a:lnTo>
                    <a:pt x="350" y="17"/>
                  </a:lnTo>
                  <a:lnTo>
                    <a:pt x="352" y="17"/>
                  </a:lnTo>
                  <a:lnTo>
                    <a:pt x="352" y="17"/>
                  </a:lnTo>
                  <a:lnTo>
                    <a:pt x="352" y="17"/>
                  </a:lnTo>
                  <a:lnTo>
                    <a:pt x="352" y="17"/>
                  </a:lnTo>
                  <a:lnTo>
                    <a:pt x="355" y="17"/>
                  </a:lnTo>
                  <a:lnTo>
                    <a:pt x="355" y="17"/>
                  </a:lnTo>
                  <a:lnTo>
                    <a:pt x="355" y="15"/>
                  </a:lnTo>
                  <a:lnTo>
                    <a:pt x="355" y="15"/>
                  </a:lnTo>
                  <a:lnTo>
                    <a:pt x="357" y="15"/>
                  </a:lnTo>
                  <a:lnTo>
                    <a:pt x="357" y="15"/>
                  </a:lnTo>
                  <a:lnTo>
                    <a:pt x="357" y="15"/>
                  </a:lnTo>
                  <a:lnTo>
                    <a:pt x="359" y="15"/>
                  </a:lnTo>
                  <a:lnTo>
                    <a:pt x="359" y="15"/>
                  </a:lnTo>
                  <a:lnTo>
                    <a:pt x="359" y="17"/>
                  </a:lnTo>
                  <a:lnTo>
                    <a:pt x="359" y="17"/>
                  </a:lnTo>
                  <a:lnTo>
                    <a:pt x="359" y="17"/>
                  </a:lnTo>
                  <a:lnTo>
                    <a:pt x="359" y="17"/>
                  </a:lnTo>
                  <a:lnTo>
                    <a:pt x="359" y="17"/>
                  </a:lnTo>
                  <a:lnTo>
                    <a:pt x="362" y="17"/>
                  </a:lnTo>
                  <a:lnTo>
                    <a:pt x="362" y="17"/>
                  </a:lnTo>
                  <a:lnTo>
                    <a:pt x="362" y="17"/>
                  </a:lnTo>
                  <a:lnTo>
                    <a:pt x="362" y="19"/>
                  </a:lnTo>
                  <a:lnTo>
                    <a:pt x="364" y="19"/>
                  </a:lnTo>
                  <a:lnTo>
                    <a:pt x="364" y="19"/>
                  </a:lnTo>
                  <a:lnTo>
                    <a:pt x="364" y="19"/>
                  </a:lnTo>
                  <a:lnTo>
                    <a:pt x="364" y="19"/>
                  </a:lnTo>
                  <a:lnTo>
                    <a:pt x="364" y="22"/>
                  </a:lnTo>
                  <a:lnTo>
                    <a:pt x="366" y="22"/>
                  </a:lnTo>
                  <a:lnTo>
                    <a:pt x="366" y="22"/>
                  </a:lnTo>
                  <a:lnTo>
                    <a:pt x="366" y="22"/>
                  </a:lnTo>
                  <a:lnTo>
                    <a:pt x="366" y="24"/>
                  </a:lnTo>
                  <a:lnTo>
                    <a:pt x="366" y="24"/>
                  </a:lnTo>
                  <a:lnTo>
                    <a:pt x="366" y="24"/>
                  </a:lnTo>
                  <a:lnTo>
                    <a:pt x="369" y="24"/>
                  </a:lnTo>
                  <a:lnTo>
                    <a:pt x="369" y="26"/>
                  </a:lnTo>
                  <a:lnTo>
                    <a:pt x="369" y="26"/>
                  </a:lnTo>
                  <a:lnTo>
                    <a:pt x="369" y="24"/>
                  </a:lnTo>
                  <a:lnTo>
                    <a:pt x="371" y="24"/>
                  </a:lnTo>
                  <a:lnTo>
                    <a:pt x="371" y="24"/>
                  </a:lnTo>
                  <a:lnTo>
                    <a:pt x="371" y="24"/>
                  </a:lnTo>
                  <a:lnTo>
                    <a:pt x="371" y="26"/>
                  </a:lnTo>
                  <a:lnTo>
                    <a:pt x="374" y="26"/>
                  </a:lnTo>
                  <a:lnTo>
                    <a:pt x="374" y="26"/>
                  </a:lnTo>
                  <a:lnTo>
                    <a:pt x="374" y="26"/>
                  </a:lnTo>
                  <a:lnTo>
                    <a:pt x="374" y="29"/>
                  </a:lnTo>
                  <a:lnTo>
                    <a:pt x="374" y="29"/>
                  </a:lnTo>
                  <a:lnTo>
                    <a:pt x="374" y="29"/>
                  </a:lnTo>
                  <a:lnTo>
                    <a:pt x="374" y="29"/>
                  </a:lnTo>
                  <a:lnTo>
                    <a:pt x="376" y="29"/>
                  </a:lnTo>
                  <a:lnTo>
                    <a:pt x="376" y="29"/>
                  </a:lnTo>
                  <a:lnTo>
                    <a:pt x="376" y="31"/>
                  </a:lnTo>
                  <a:lnTo>
                    <a:pt x="378" y="31"/>
                  </a:lnTo>
                  <a:lnTo>
                    <a:pt x="378" y="31"/>
                  </a:lnTo>
                  <a:lnTo>
                    <a:pt x="378" y="34"/>
                  </a:lnTo>
                  <a:lnTo>
                    <a:pt x="378" y="34"/>
                  </a:lnTo>
                  <a:lnTo>
                    <a:pt x="378" y="34"/>
                  </a:lnTo>
                  <a:lnTo>
                    <a:pt x="378" y="36"/>
                  </a:lnTo>
                  <a:lnTo>
                    <a:pt x="378" y="36"/>
                  </a:lnTo>
                  <a:lnTo>
                    <a:pt x="378" y="36"/>
                  </a:lnTo>
                  <a:lnTo>
                    <a:pt x="378" y="36"/>
                  </a:lnTo>
                  <a:lnTo>
                    <a:pt x="378" y="38"/>
                  </a:lnTo>
                  <a:lnTo>
                    <a:pt x="378" y="38"/>
                  </a:lnTo>
                  <a:lnTo>
                    <a:pt x="378" y="38"/>
                  </a:lnTo>
                  <a:lnTo>
                    <a:pt x="378" y="41"/>
                  </a:lnTo>
                  <a:lnTo>
                    <a:pt x="378" y="41"/>
                  </a:lnTo>
                  <a:lnTo>
                    <a:pt x="378" y="41"/>
                  </a:lnTo>
                  <a:lnTo>
                    <a:pt x="376" y="41"/>
                  </a:lnTo>
                  <a:lnTo>
                    <a:pt x="376" y="43"/>
                  </a:lnTo>
                  <a:lnTo>
                    <a:pt x="376" y="43"/>
                  </a:lnTo>
                  <a:lnTo>
                    <a:pt x="374" y="43"/>
                  </a:lnTo>
                  <a:lnTo>
                    <a:pt x="374" y="43"/>
                  </a:lnTo>
                  <a:lnTo>
                    <a:pt x="376" y="43"/>
                  </a:lnTo>
                  <a:lnTo>
                    <a:pt x="376" y="45"/>
                  </a:lnTo>
                  <a:lnTo>
                    <a:pt x="376" y="45"/>
                  </a:lnTo>
                  <a:lnTo>
                    <a:pt x="376" y="45"/>
                  </a:lnTo>
                  <a:lnTo>
                    <a:pt x="376" y="45"/>
                  </a:lnTo>
                  <a:lnTo>
                    <a:pt x="376" y="48"/>
                  </a:lnTo>
                  <a:lnTo>
                    <a:pt x="376" y="48"/>
                  </a:lnTo>
                  <a:lnTo>
                    <a:pt x="376" y="48"/>
                  </a:lnTo>
                  <a:lnTo>
                    <a:pt x="378" y="48"/>
                  </a:lnTo>
                  <a:lnTo>
                    <a:pt x="378" y="48"/>
                  </a:lnTo>
                  <a:lnTo>
                    <a:pt x="378" y="50"/>
                  </a:lnTo>
                  <a:lnTo>
                    <a:pt x="378" y="50"/>
                  </a:lnTo>
                  <a:lnTo>
                    <a:pt x="378" y="50"/>
                  </a:lnTo>
                  <a:lnTo>
                    <a:pt x="378" y="50"/>
                  </a:lnTo>
                  <a:lnTo>
                    <a:pt x="378" y="52"/>
                  </a:lnTo>
                  <a:lnTo>
                    <a:pt x="378" y="52"/>
                  </a:lnTo>
                  <a:lnTo>
                    <a:pt x="378" y="52"/>
                  </a:lnTo>
                  <a:lnTo>
                    <a:pt x="378" y="52"/>
                  </a:lnTo>
                  <a:lnTo>
                    <a:pt x="381" y="52"/>
                  </a:lnTo>
                  <a:lnTo>
                    <a:pt x="381" y="55"/>
                  </a:lnTo>
                  <a:lnTo>
                    <a:pt x="381" y="55"/>
                  </a:lnTo>
                  <a:lnTo>
                    <a:pt x="383" y="55"/>
                  </a:lnTo>
                  <a:lnTo>
                    <a:pt x="383" y="55"/>
                  </a:lnTo>
                  <a:lnTo>
                    <a:pt x="383" y="55"/>
                  </a:lnTo>
                  <a:lnTo>
                    <a:pt x="383" y="55"/>
                  </a:lnTo>
                  <a:lnTo>
                    <a:pt x="383" y="55"/>
                  </a:lnTo>
                  <a:lnTo>
                    <a:pt x="385" y="55"/>
                  </a:lnTo>
                  <a:lnTo>
                    <a:pt x="385" y="55"/>
                  </a:lnTo>
                  <a:lnTo>
                    <a:pt x="385" y="55"/>
                  </a:lnTo>
                  <a:lnTo>
                    <a:pt x="388" y="55"/>
                  </a:lnTo>
                  <a:lnTo>
                    <a:pt x="388" y="55"/>
                  </a:lnTo>
                  <a:lnTo>
                    <a:pt x="390" y="55"/>
                  </a:lnTo>
                  <a:lnTo>
                    <a:pt x="390" y="55"/>
                  </a:lnTo>
                  <a:lnTo>
                    <a:pt x="390" y="55"/>
                  </a:lnTo>
                  <a:lnTo>
                    <a:pt x="392" y="55"/>
                  </a:lnTo>
                  <a:lnTo>
                    <a:pt x="392" y="55"/>
                  </a:lnTo>
                  <a:lnTo>
                    <a:pt x="392" y="55"/>
                  </a:lnTo>
                  <a:lnTo>
                    <a:pt x="392" y="55"/>
                  </a:lnTo>
                  <a:lnTo>
                    <a:pt x="395" y="55"/>
                  </a:lnTo>
                  <a:lnTo>
                    <a:pt x="395" y="57"/>
                  </a:lnTo>
                  <a:lnTo>
                    <a:pt x="395" y="57"/>
                  </a:lnTo>
                  <a:lnTo>
                    <a:pt x="395" y="57"/>
                  </a:lnTo>
                  <a:lnTo>
                    <a:pt x="397" y="57"/>
                  </a:lnTo>
                  <a:lnTo>
                    <a:pt x="397" y="57"/>
                  </a:lnTo>
                  <a:lnTo>
                    <a:pt x="397" y="57"/>
                  </a:lnTo>
                  <a:lnTo>
                    <a:pt x="397" y="60"/>
                  </a:lnTo>
                  <a:lnTo>
                    <a:pt x="397" y="60"/>
                  </a:lnTo>
                  <a:lnTo>
                    <a:pt x="397" y="60"/>
                  </a:lnTo>
                  <a:lnTo>
                    <a:pt x="400" y="60"/>
                  </a:lnTo>
                  <a:lnTo>
                    <a:pt x="400" y="60"/>
                  </a:lnTo>
                  <a:lnTo>
                    <a:pt x="400" y="62"/>
                  </a:lnTo>
                  <a:lnTo>
                    <a:pt x="400" y="62"/>
                  </a:lnTo>
                  <a:lnTo>
                    <a:pt x="400" y="6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3" name="Freeform 261"/>
            <p:cNvSpPr>
              <a:spLocks/>
            </p:cNvSpPr>
            <p:nvPr/>
          </p:nvSpPr>
          <p:spPr bwMode="auto">
            <a:xfrm>
              <a:off x="2206625" y="2673350"/>
              <a:ext cx="638175" cy="257175"/>
            </a:xfrm>
            <a:custGeom>
              <a:avLst/>
              <a:gdLst/>
              <a:ahLst/>
              <a:cxnLst>
                <a:cxn ang="0">
                  <a:pos x="385" y="69"/>
                </a:cxn>
                <a:cxn ang="0">
                  <a:pos x="390" y="90"/>
                </a:cxn>
                <a:cxn ang="0">
                  <a:pos x="390" y="109"/>
                </a:cxn>
                <a:cxn ang="0">
                  <a:pos x="402" y="124"/>
                </a:cxn>
                <a:cxn ang="0">
                  <a:pos x="390" y="126"/>
                </a:cxn>
                <a:cxn ang="0">
                  <a:pos x="374" y="126"/>
                </a:cxn>
                <a:cxn ang="0">
                  <a:pos x="357" y="126"/>
                </a:cxn>
                <a:cxn ang="0">
                  <a:pos x="338" y="128"/>
                </a:cxn>
                <a:cxn ang="0">
                  <a:pos x="314" y="128"/>
                </a:cxn>
                <a:cxn ang="0">
                  <a:pos x="295" y="138"/>
                </a:cxn>
                <a:cxn ang="0">
                  <a:pos x="272" y="138"/>
                </a:cxn>
                <a:cxn ang="0">
                  <a:pos x="253" y="138"/>
                </a:cxn>
                <a:cxn ang="0">
                  <a:pos x="234" y="135"/>
                </a:cxn>
                <a:cxn ang="0">
                  <a:pos x="227" y="150"/>
                </a:cxn>
                <a:cxn ang="0">
                  <a:pos x="213" y="159"/>
                </a:cxn>
                <a:cxn ang="0">
                  <a:pos x="213" y="143"/>
                </a:cxn>
                <a:cxn ang="0">
                  <a:pos x="205" y="140"/>
                </a:cxn>
                <a:cxn ang="0">
                  <a:pos x="187" y="138"/>
                </a:cxn>
                <a:cxn ang="0">
                  <a:pos x="172" y="150"/>
                </a:cxn>
                <a:cxn ang="0">
                  <a:pos x="153" y="154"/>
                </a:cxn>
                <a:cxn ang="0">
                  <a:pos x="134" y="154"/>
                </a:cxn>
                <a:cxn ang="0">
                  <a:pos x="118" y="140"/>
                </a:cxn>
                <a:cxn ang="0">
                  <a:pos x="99" y="135"/>
                </a:cxn>
                <a:cxn ang="0">
                  <a:pos x="92" y="150"/>
                </a:cxn>
                <a:cxn ang="0">
                  <a:pos x="73" y="152"/>
                </a:cxn>
                <a:cxn ang="0">
                  <a:pos x="61" y="138"/>
                </a:cxn>
                <a:cxn ang="0">
                  <a:pos x="47" y="138"/>
                </a:cxn>
                <a:cxn ang="0">
                  <a:pos x="35" y="140"/>
                </a:cxn>
                <a:cxn ang="0">
                  <a:pos x="37" y="135"/>
                </a:cxn>
                <a:cxn ang="0">
                  <a:pos x="30" y="133"/>
                </a:cxn>
                <a:cxn ang="0">
                  <a:pos x="26" y="124"/>
                </a:cxn>
                <a:cxn ang="0">
                  <a:pos x="26" y="107"/>
                </a:cxn>
                <a:cxn ang="0">
                  <a:pos x="9" y="102"/>
                </a:cxn>
                <a:cxn ang="0">
                  <a:pos x="9" y="88"/>
                </a:cxn>
                <a:cxn ang="0">
                  <a:pos x="16" y="83"/>
                </a:cxn>
                <a:cxn ang="0">
                  <a:pos x="14" y="71"/>
                </a:cxn>
                <a:cxn ang="0">
                  <a:pos x="2" y="69"/>
                </a:cxn>
                <a:cxn ang="0">
                  <a:pos x="2" y="48"/>
                </a:cxn>
                <a:cxn ang="0">
                  <a:pos x="9" y="41"/>
                </a:cxn>
                <a:cxn ang="0">
                  <a:pos x="7" y="29"/>
                </a:cxn>
                <a:cxn ang="0">
                  <a:pos x="7" y="12"/>
                </a:cxn>
                <a:cxn ang="0">
                  <a:pos x="23" y="3"/>
                </a:cxn>
                <a:cxn ang="0">
                  <a:pos x="40" y="5"/>
                </a:cxn>
                <a:cxn ang="0">
                  <a:pos x="52" y="19"/>
                </a:cxn>
                <a:cxn ang="0">
                  <a:pos x="73" y="24"/>
                </a:cxn>
                <a:cxn ang="0">
                  <a:pos x="97" y="26"/>
                </a:cxn>
                <a:cxn ang="0">
                  <a:pos x="116" y="19"/>
                </a:cxn>
                <a:cxn ang="0">
                  <a:pos x="134" y="10"/>
                </a:cxn>
                <a:cxn ang="0">
                  <a:pos x="153" y="3"/>
                </a:cxn>
                <a:cxn ang="0">
                  <a:pos x="179" y="5"/>
                </a:cxn>
                <a:cxn ang="0">
                  <a:pos x="194" y="5"/>
                </a:cxn>
                <a:cxn ang="0">
                  <a:pos x="210" y="10"/>
                </a:cxn>
                <a:cxn ang="0">
                  <a:pos x="224" y="22"/>
                </a:cxn>
                <a:cxn ang="0">
                  <a:pos x="246" y="26"/>
                </a:cxn>
                <a:cxn ang="0">
                  <a:pos x="262" y="31"/>
                </a:cxn>
                <a:cxn ang="0">
                  <a:pos x="284" y="26"/>
                </a:cxn>
                <a:cxn ang="0">
                  <a:pos x="303" y="31"/>
                </a:cxn>
                <a:cxn ang="0">
                  <a:pos x="321" y="24"/>
                </a:cxn>
                <a:cxn ang="0">
                  <a:pos x="340" y="17"/>
                </a:cxn>
                <a:cxn ang="0">
                  <a:pos x="359" y="17"/>
                </a:cxn>
                <a:cxn ang="0">
                  <a:pos x="374" y="29"/>
                </a:cxn>
                <a:cxn ang="0">
                  <a:pos x="376" y="48"/>
                </a:cxn>
                <a:cxn ang="0">
                  <a:pos x="392" y="55"/>
                </a:cxn>
              </a:cxnLst>
              <a:rect l="0" t="0" r="r" b="b"/>
              <a:pathLst>
                <a:path w="402" h="162">
                  <a:moveTo>
                    <a:pt x="400" y="62"/>
                  </a:moveTo>
                  <a:lnTo>
                    <a:pt x="400" y="62"/>
                  </a:lnTo>
                  <a:lnTo>
                    <a:pt x="400" y="62"/>
                  </a:lnTo>
                  <a:lnTo>
                    <a:pt x="400" y="62"/>
                  </a:lnTo>
                  <a:lnTo>
                    <a:pt x="397" y="62"/>
                  </a:lnTo>
                  <a:lnTo>
                    <a:pt x="397" y="62"/>
                  </a:lnTo>
                  <a:lnTo>
                    <a:pt x="397" y="62"/>
                  </a:lnTo>
                  <a:lnTo>
                    <a:pt x="397" y="62"/>
                  </a:lnTo>
                  <a:lnTo>
                    <a:pt x="395" y="62"/>
                  </a:lnTo>
                  <a:lnTo>
                    <a:pt x="395" y="64"/>
                  </a:lnTo>
                  <a:lnTo>
                    <a:pt x="395" y="64"/>
                  </a:lnTo>
                  <a:lnTo>
                    <a:pt x="395" y="64"/>
                  </a:lnTo>
                  <a:lnTo>
                    <a:pt x="395" y="67"/>
                  </a:lnTo>
                  <a:lnTo>
                    <a:pt x="395" y="67"/>
                  </a:lnTo>
                  <a:lnTo>
                    <a:pt x="395" y="67"/>
                  </a:lnTo>
                  <a:lnTo>
                    <a:pt x="395" y="69"/>
                  </a:lnTo>
                  <a:lnTo>
                    <a:pt x="395" y="69"/>
                  </a:lnTo>
                  <a:lnTo>
                    <a:pt x="392" y="69"/>
                  </a:lnTo>
                  <a:lnTo>
                    <a:pt x="392" y="69"/>
                  </a:lnTo>
                  <a:lnTo>
                    <a:pt x="392" y="71"/>
                  </a:lnTo>
                  <a:lnTo>
                    <a:pt x="392" y="71"/>
                  </a:lnTo>
                  <a:lnTo>
                    <a:pt x="390" y="71"/>
                  </a:lnTo>
                  <a:lnTo>
                    <a:pt x="390" y="71"/>
                  </a:lnTo>
                  <a:lnTo>
                    <a:pt x="390" y="69"/>
                  </a:lnTo>
                  <a:lnTo>
                    <a:pt x="390" y="69"/>
                  </a:lnTo>
                  <a:lnTo>
                    <a:pt x="388" y="69"/>
                  </a:lnTo>
                  <a:lnTo>
                    <a:pt x="388" y="71"/>
                  </a:lnTo>
                  <a:lnTo>
                    <a:pt x="388" y="71"/>
                  </a:lnTo>
                  <a:lnTo>
                    <a:pt x="388" y="69"/>
                  </a:lnTo>
                  <a:lnTo>
                    <a:pt x="385" y="69"/>
                  </a:lnTo>
                  <a:lnTo>
                    <a:pt x="385" y="71"/>
                  </a:lnTo>
                  <a:lnTo>
                    <a:pt x="385" y="71"/>
                  </a:lnTo>
                  <a:lnTo>
                    <a:pt x="385" y="71"/>
                  </a:lnTo>
                  <a:lnTo>
                    <a:pt x="385" y="71"/>
                  </a:lnTo>
                  <a:lnTo>
                    <a:pt x="385" y="74"/>
                  </a:lnTo>
                  <a:lnTo>
                    <a:pt x="388" y="74"/>
                  </a:lnTo>
                  <a:lnTo>
                    <a:pt x="388" y="74"/>
                  </a:lnTo>
                  <a:lnTo>
                    <a:pt x="388" y="76"/>
                  </a:lnTo>
                  <a:lnTo>
                    <a:pt x="388" y="76"/>
                  </a:lnTo>
                  <a:lnTo>
                    <a:pt x="388" y="76"/>
                  </a:lnTo>
                  <a:lnTo>
                    <a:pt x="390" y="76"/>
                  </a:lnTo>
                  <a:lnTo>
                    <a:pt x="390" y="76"/>
                  </a:lnTo>
                  <a:lnTo>
                    <a:pt x="388" y="76"/>
                  </a:lnTo>
                  <a:lnTo>
                    <a:pt x="388" y="79"/>
                  </a:lnTo>
                  <a:lnTo>
                    <a:pt x="390" y="79"/>
                  </a:lnTo>
                  <a:lnTo>
                    <a:pt x="390" y="79"/>
                  </a:lnTo>
                  <a:lnTo>
                    <a:pt x="390" y="81"/>
                  </a:lnTo>
                  <a:lnTo>
                    <a:pt x="390" y="81"/>
                  </a:lnTo>
                  <a:lnTo>
                    <a:pt x="390" y="83"/>
                  </a:lnTo>
                  <a:lnTo>
                    <a:pt x="390" y="83"/>
                  </a:lnTo>
                  <a:lnTo>
                    <a:pt x="390" y="83"/>
                  </a:lnTo>
                  <a:lnTo>
                    <a:pt x="390" y="83"/>
                  </a:lnTo>
                  <a:lnTo>
                    <a:pt x="390" y="86"/>
                  </a:lnTo>
                  <a:lnTo>
                    <a:pt x="392" y="86"/>
                  </a:lnTo>
                  <a:lnTo>
                    <a:pt x="392" y="86"/>
                  </a:lnTo>
                  <a:lnTo>
                    <a:pt x="390" y="86"/>
                  </a:lnTo>
                  <a:lnTo>
                    <a:pt x="390" y="86"/>
                  </a:lnTo>
                  <a:lnTo>
                    <a:pt x="390" y="88"/>
                  </a:lnTo>
                  <a:lnTo>
                    <a:pt x="390" y="88"/>
                  </a:lnTo>
                  <a:lnTo>
                    <a:pt x="390" y="90"/>
                  </a:lnTo>
                  <a:lnTo>
                    <a:pt x="392" y="90"/>
                  </a:lnTo>
                  <a:lnTo>
                    <a:pt x="392" y="90"/>
                  </a:lnTo>
                  <a:lnTo>
                    <a:pt x="392" y="93"/>
                  </a:lnTo>
                  <a:lnTo>
                    <a:pt x="392" y="93"/>
                  </a:lnTo>
                  <a:lnTo>
                    <a:pt x="392" y="95"/>
                  </a:lnTo>
                  <a:lnTo>
                    <a:pt x="392" y="95"/>
                  </a:lnTo>
                  <a:lnTo>
                    <a:pt x="392" y="95"/>
                  </a:lnTo>
                  <a:lnTo>
                    <a:pt x="392" y="95"/>
                  </a:lnTo>
                  <a:lnTo>
                    <a:pt x="392" y="95"/>
                  </a:lnTo>
                  <a:lnTo>
                    <a:pt x="395" y="95"/>
                  </a:lnTo>
                  <a:lnTo>
                    <a:pt x="395" y="95"/>
                  </a:lnTo>
                  <a:lnTo>
                    <a:pt x="395" y="98"/>
                  </a:lnTo>
                  <a:lnTo>
                    <a:pt x="395" y="98"/>
                  </a:lnTo>
                  <a:lnTo>
                    <a:pt x="395" y="98"/>
                  </a:lnTo>
                  <a:lnTo>
                    <a:pt x="392" y="98"/>
                  </a:lnTo>
                  <a:lnTo>
                    <a:pt x="392" y="100"/>
                  </a:lnTo>
                  <a:lnTo>
                    <a:pt x="392" y="100"/>
                  </a:lnTo>
                  <a:lnTo>
                    <a:pt x="392" y="102"/>
                  </a:lnTo>
                  <a:lnTo>
                    <a:pt x="392" y="102"/>
                  </a:lnTo>
                  <a:lnTo>
                    <a:pt x="392" y="102"/>
                  </a:lnTo>
                  <a:lnTo>
                    <a:pt x="392" y="105"/>
                  </a:lnTo>
                  <a:lnTo>
                    <a:pt x="392" y="105"/>
                  </a:lnTo>
                  <a:lnTo>
                    <a:pt x="392" y="105"/>
                  </a:lnTo>
                  <a:lnTo>
                    <a:pt x="390" y="105"/>
                  </a:lnTo>
                  <a:lnTo>
                    <a:pt x="390" y="107"/>
                  </a:lnTo>
                  <a:lnTo>
                    <a:pt x="390" y="107"/>
                  </a:lnTo>
                  <a:lnTo>
                    <a:pt x="390" y="107"/>
                  </a:lnTo>
                  <a:lnTo>
                    <a:pt x="390" y="107"/>
                  </a:lnTo>
                  <a:lnTo>
                    <a:pt x="390" y="109"/>
                  </a:lnTo>
                  <a:lnTo>
                    <a:pt x="390" y="109"/>
                  </a:lnTo>
                  <a:lnTo>
                    <a:pt x="392" y="109"/>
                  </a:lnTo>
                  <a:lnTo>
                    <a:pt x="392" y="109"/>
                  </a:lnTo>
                  <a:lnTo>
                    <a:pt x="392" y="109"/>
                  </a:lnTo>
                  <a:lnTo>
                    <a:pt x="392" y="109"/>
                  </a:lnTo>
                  <a:lnTo>
                    <a:pt x="392" y="112"/>
                  </a:lnTo>
                  <a:lnTo>
                    <a:pt x="395" y="112"/>
                  </a:lnTo>
                  <a:lnTo>
                    <a:pt x="395" y="112"/>
                  </a:lnTo>
                  <a:lnTo>
                    <a:pt x="395" y="112"/>
                  </a:lnTo>
                  <a:lnTo>
                    <a:pt x="395" y="112"/>
                  </a:lnTo>
                  <a:lnTo>
                    <a:pt x="397" y="112"/>
                  </a:lnTo>
                  <a:lnTo>
                    <a:pt x="397" y="112"/>
                  </a:lnTo>
                  <a:lnTo>
                    <a:pt x="397" y="112"/>
                  </a:lnTo>
                  <a:lnTo>
                    <a:pt x="397" y="112"/>
                  </a:lnTo>
                  <a:lnTo>
                    <a:pt x="397" y="114"/>
                  </a:lnTo>
                  <a:lnTo>
                    <a:pt x="397" y="114"/>
                  </a:lnTo>
                  <a:lnTo>
                    <a:pt x="397" y="114"/>
                  </a:lnTo>
                  <a:lnTo>
                    <a:pt x="397" y="116"/>
                  </a:lnTo>
                  <a:lnTo>
                    <a:pt x="397" y="116"/>
                  </a:lnTo>
                  <a:lnTo>
                    <a:pt x="397" y="116"/>
                  </a:lnTo>
                  <a:lnTo>
                    <a:pt x="397" y="116"/>
                  </a:lnTo>
                  <a:lnTo>
                    <a:pt x="397" y="119"/>
                  </a:lnTo>
                  <a:lnTo>
                    <a:pt x="397" y="119"/>
                  </a:lnTo>
                  <a:lnTo>
                    <a:pt x="397" y="121"/>
                  </a:lnTo>
                  <a:lnTo>
                    <a:pt x="400" y="121"/>
                  </a:lnTo>
                  <a:lnTo>
                    <a:pt x="400" y="121"/>
                  </a:lnTo>
                  <a:lnTo>
                    <a:pt x="400" y="121"/>
                  </a:lnTo>
                  <a:lnTo>
                    <a:pt x="400" y="121"/>
                  </a:lnTo>
                  <a:lnTo>
                    <a:pt x="400" y="124"/>
                  </a:lnTo>
                  <a:lnTo>
                    <a:pt x="402" y="124"/>
                  </a:lnTo>
                  <a:lnTo>
                    <a:pt x="402" y="124"/>
                  </a:lnTo>
                  <a:lnTo>
                    <a:pt x="402" y="124"/>
                  </a:lnTo>
                  <a:lnTo>
                    <a:pt x="402" y="126"/>
                  </a:lnTo>
                  <a:lnTo>
                    <a:pt x="402" y="126"/>
                  </a:lnTo>
                  <a:lnTo>
                    <a:pt x="402" y="126"/>
                  </a:lnTo>
                  <a:lnTo>
                    <a:pt x="402" y="126"/>
                  </a:lnTo>
                  <a:lnTo>
                    <a:pt x="400" y="126"/>
                  </a:lnTo>
                  <a:lnTo>
                    <a:pt x="400" y="126"/>
                  </a:lnTo>
                  <a:lnTo>
                    <a:pt x="400" y="126"/>
                  </a:lnTo>
                  <a:lnTo>
                    <a:pt x="397" y="126"/>
                  </a:lnTo>
                  <a:lnTo>
                    <a:pt x="397" y="126"/>
                  </a:lnTo>
                  <a:lnTo>
                    <a:pt x="397" y="128"/>
                  </a:lnTo>
                  <a:lnTo>
                    <a:pt x="397" y="128"/>
                  </a:lnTo>
                  <a:lnTo>
                    <a:pt x="395" y="128"/>
                  </a:lnTo>
                  <a:lnTo>
                    <a:pt x="395" y="128"/>
                  </a:lnTo>
                  <a:lnTo>
                    <a:pt x="395" y="128"/>
                  </a:lnTo>
                  <a:lnTo>
                    <a:pt x="392" y="128"/>
                  </a:lnTo>
                  <a:lnTo>
                    <a:pt x="392" y="131"/>
                  </a:lnTo>
                  <a:lnTo>
                    <a:pt x="392" y="131"/>
                  </a:lnTo>
                  <a:lnTo>
                    <a:pt x="392" y="131"/>
                  </a:lnTo>
                  <a:lnTo>
                    <a:pt x="392" y="131"/>
                  </a:lnTo>
                  <a:lnTo>
                    <a:pt x="392" y="133"/>
                  </a:lnTo>
                  <a:lnTo>
                    <a:pt x="390" y="133"/>
                  </a:lnTo>
                  <a:lnTo>
                    <a:pt x="390" y="131"/>
                  </a:lnTo>
                  <a:lnTo>
                    <a:pt x="390" y="131"/>
                  </a:lnTo>
                  <a:lnTo>
                    <a:pt x="390" y="131"/>
                  </a:lnTo>
                  <a:lnTo>
                    <a:pt x="390" y="128"/>
                  </a:lnTo>
                  <a:lnTo>
                    <a:pt x="390" y="128"/>
                  </a:lnTo>
                  <a:lnTo>
                    <a:pt x="390" y="128"/>
                  </a:lnTo>
                  <a:lnTo>
                    <a:pt x="390" y="128"/>
                  </a:lnTo>
                  <a:lnTo>
                    <a:pt x="390" y="126"/>
                  </a:lnTo>
                  <a:lnTo>
                    <a:pt x="390" y="126"/>
                  </a:lnTo>
                  <a:lnTo>
                    <a:pt x="390" y="126"/>
                  </a:lnTo>
                  <a:lnTo>
                    <a:pt x="390" y="126"/>
                  </a:lnTo>
                  <a:lnTo>
                    <a:pt x="390" y="126"/>
                  </a:lnTo>
                  <a:lnTo>
                    <a:pt x="390" y="124"/>
                  </a:lnTo>
                  <a:lnTo>
                    <a:pt x="390" y="124"/>
                  </a:lnTo>
                  <a:lnTo>
                    <a:pt x="388" y="124"/>
                  </a:lnTo>
                  <a:lnTo>
                    <a:pt x="388" y="124"/>
                  </a:lnTo>
                  <a:lnTo>
                    <a:pt x="388" y="124"/>
                  </a:lnTo>
                  <a:lnTo>
                    <a:pt x="385" y="124"/>
                  </a:lnTo>
                  <a:lnTo>
                    <a:pt x="385" y="124"/>
                  </a:lnTo>
                  <a:lnTo>
                    <a:pt x="385" y="124"/>
                  </a:lnTo>
                  <a:lnTo>
                    <a:pt x="385" y="124"/>
                  </a:lnTo>
                  <a:lnTo>
                    <a:pt x="383" y="124"/>
                  </a:lnTo>
                  <a:lnTo>
                    <a:pt x="383" y="126"/>
                  </a:lnTo>
                  <a:lnTo>
                    <a:pt x="383" y="126"/>
                  </a:lnTo>
                  <a:lnTo>
                    <a:pt x="383" y="126"/>
                  </a:lnTo>
                  <a:lnTo>
                    <a:pt x="383" y="126"/>
                  </a:lnTo>
                  <a:lnTo>
                    <a:pt x="381" y="126"/>
                  </a:lnTo>
                  <a:lnTo>
                    <a:pt x="381" y="126"/>
                  </a:lnTo>
                  <a:lnTo>
                    <a:pt x="381" y="126"/>
                  </a:lnTo>
                  <a:lnTo>
                    <a:pt x="378" y="126"/>
                  </a:lnTo>
                  <a:lnTo>
                    <a:pt x="378" y="126"/>
                  </a:lnTo>
                  <a:lnTo>
                    <a:pt x="378" y="126"/>
                  </a:lnTo>
                  <a:lnTo>
                    <a:pt x="378" y="126"/>
                  </a:lnTo>
                  <a:lnTo>
                    <a:pt x="376" y="126"/>
                  </a:lnTo>
                  <a:lnTo>
                    <a:pt x="376" y="126"/>
                  </a:lnTo>
                  <a:lnTo>
                    <a:pt x="376" y="126"/>
                  </a:lnTo>
                  <a:lnTo>
                    <a:pt x="374" y="126"/>
                  </a:lnTo>
                  <a:lnTo>
                    <a:pt x="374" y="126"/>
                  </a:lnTo>
                  <a:lnTo>
                    <a:pt x="374" y="126"/>
                  </a:lnTo>
                  <a:lnTo>
                    <a:pt x="374" y="124"/>
                  </a:lnTo>
                  <a:lnTo>
                    <a:pt x="371" y="124"/>
                  </a:lnTo>
                  <a:lnTo>
                    <a:pt x="371" y="124"/>
                  </a:lnTo>
                  <a:lnTo>
                    <a:pt x="371" y="124"/>
                  </a:lnTo>
                  <a:lnTo>
                    <a:pt x="371" y="124"/>
                  </a:lnTo>
                  <a:lnTo>
                    <a:pt x="371" y="124"/>
                  </a:lnTo>
                  <a:lnTo>
                    <a:pt x="369" y="124"/>
                  </a:lnTo>
                  <a:lnTo>
                    <a:pt x="369" y="124"/>
                  </a:lnTo>
                  <a:lnTo>
                    <a:pt x="369" y="124"/>
                  </a:lnTo>
                  <a:lnTo>
                    <a:pt x="366" y="124"/>
                  </a:lnTo>
                  <a:lnTo>
                    <a:pt x="366" y="121"/>
                  </a:lnTo>
                  <a:lnTo>
                    <a:pt x="366" y="121"/>
                  </a:lnTo>
                  <a:lnTo>
                    <a:pt x="366" y="121"/>
                  </a:lnTo>
                  <a:lnTo>
                    <a:pt x="364" y="121"/>
                  </a:lnTo>
                  <a:lnTo>
                    <a:pt x="364" y="121"/>
                  </a:lnTo>
                  <a:lnTo>
                    <a:pt x="364" y="124"/>
                  </a:lnTo>
                  <a:lnTo>
                    <a:pt x="364" y="124"/>
                  </a:lnTo>
                  <a:lnTo>
                    <a:pt x="362" y="124"/>
                  </a:lnTo>
                  <a:lnTo>
                    <a:pt x="362" y="124"/>
                  </a:lnTo>
                  <a:lnTo>
                    <a:pt x="359" y="124"/>
                  </a:lnTo>
                  <a:lnTo>
                    <a:pt x="359" y="124"/>
                  </a:lnTo>
                  <a:lnTo>
                    <a:pt x="359" y="121"/>
                  </a:lnTo>
                  <a:lnTo>
                    <a:pt x="359" y="121"/>
                  </a:lnTo>
                  <a:lnTo>
                    <a:pt x="357" y="121"/>
                  </a:lnTo>
                  <a:lnTo>
                    <a:pt x="357" y="124"/>
                  </a:lnTo>
                  <a:lnTo>
                    <a:pt x="357" y="124"/>
                  </a:lnTo>
                  <a:lnTo>
                    <a:pt x="357" y="124"/>
                  </a:lnTo>
                  <a:lnTo>
                    <a:pt x="357" y="124"/>
                  </a:lnTo>
                  <a:lnTo>
                    <a:pt x="357" y="126"/>
                  </a:lnTo>
                  <a:lnTo>
                    <a:pt x="357" y="126"/>
                  </a:lnTo>
                  <a:lnTo>
                    <a:pt x="355" y="126"/>
                  </a:lnTo>
                  <a:lnTo>
                    <a:pt x="355" y="126"/>
                  </a:lnTo>
                  <a:lnTo>
                    <a:pt x="355" y="126"/>
                  </a:lnTo>
                  <a:lnTo>
                    <a:pt x="352" y="126"/>
                  </a:lnTo>
                  <a:lnTo>
                    <a:pt x="352" y="128"/>
                  </a:lnTo>
                  <a:lnTo>
                    <a:pt x="352" y="128"/>
                  </a:lnTo>
                  <a:lnTo>
                    <a:pt x="352" y="128"/>
                  </a:lnTo>
                  <a:lnTo>
                    <a:pt x="350" y="128"/>
                  </a:lnTo>
                  <a:lnTo>
                    <a:pt x="350" y="128"/>
                  </a:lnTo>
                  <a:lnTo>
                    <a:pt x="350" y="128"/>
                  </a:lnTo>
                  <a:lnTo>
                    <a:pt x="350" y="126"/>
                  </a:lnTo>
                  <a:lnTo>
                    <a:pt x="350" y="126"/>
                  </a:lnTo>
                  <a:lnTo>
                    <a:pt x="350" y="126"/>
                  </a:lnTo>
                  <a:lnTo>
                    <a:pt x="347" y="126"/>
                  </a:lnTo>
                  <a:lnTo>
                    <a:pt x="347" y="124"/>
                  </a:lnTo>
                  <a:lnTo>
                    <a:pt x="347" y="124"/>
                  </a:lnTo>
                  <a:lnTo>
                    <a:pt x="345" y="124"/>
                  </a:lnTo>
                  <a:lnTo>
                    <a:pt x="345" y="124"/>
                  </a:lnTo>
                  <a:lnTo>
                    <a:pt x="345" y="126"/>
                  </a:lnTo>
                  <a:lnTo>
                    <a:pt x="345" y="126"/>
                  </a:lnTo>
                  <a:lnTo>
                    <a:pt x="345" y="126"/>
                  </a:lnTo>
                  <a:lnTo>
                    <a:pt x="343" y="126"/>
                  </a:lnTo>
                  <a:lnTo>
                    <a:pt x="343" y="126"/>
                  </a:lnTo>
                  <a:lnTo>
                    <a:pt x="343" y="126"/>
                  </a:lnTo>
                  <a:lnTo>
                    <a:pt x="340" y="126"/>
                  </a:lnTo>
                  <a:lnTo>
                    <a:pt x="340" y="126"/>
                  </a:lnTo>
                  <a:lnTo>
                    <a:pt x="340" y="126"/>
                  </a:lnTo>
                  <a:lnTo>
                    <a:pt x="340" y="128"/>
                  </a:lnTo>
                  <a:lnTo>
                    <a:pt x="338" y="128"/>
                  </a:lnTo>
                  <a:lnTo>
                    <a:pt x="338" y="128"/>
                  </a:lnTo>
                  <a:lnTo>
                    <a:pt x="338" y="128"/>
                  </a:lnTo>
                  <a:lnTo>
                    <a:pt x="336" y="128"/>
                  </a:lnTo>
                  <a:lnTo>
                    <a:pt x="336" y="128"/>
                  </a:lnTo>
                  <a:lnTo>
                    <a:pt x="333" y="128"/>
                  </a:lnTo>
                  <a:lnTo>
                    <a:pt x="333" y="128"/>
                  </a:lnTo>
                  <a:lnTo>
                    <a:pt x="333" y="128"/>
                  </a:lnTo>
                  <a:lnTo>
                    <a:pt x="333" y="128"/>
                  </a:lnTo>
                  <a:lnTo>
                    <a:pt x="331" y="128"/>
                  </a:lnTo>
                  <a:lnTo>
                    <a:pt x="331" y="128"/>
                  </a:lnTo>
                  <a:lnTo>
                    <a:pt x="331" y="128"/>
                  </a:lnTo>
                  <a:lnTo>
                    <a:pt x="329" y="128"/>
                  </a:lnTo>
                  <a:lnTo>
                    <a:pt x="329" y="128"/>
                  </a:lnTo>
                  <a:lnTo>
                    <a:pt x="326" y="128"/>
                  </a:lnTo>
                  <a:lnTo>
                    <a:pt x="326" y="128"/>
                  </a:lnTo>
                  <a:lnTo>
                    <a:pt x="326" y="128"/>
                  </a:lnTo>
                  <a:lnTo>
                    <a:pt x="324" y="128"/>
                  </a:lnTo>
                  <a:lnTo>
                    <a:pt x="324" y="128"/>
                  </a:lnTo>
                  <a:lnTo>
                    <a:pt x="324" y="128"/>
                  </a:lnTo>
                  <a:lnTo>
                    <a:pt x="321" y="128"/>
                  </a:lnTo>
                  <a:lnTo>
                    <a:pt x="321" y="128"/>
                  </a:lnTo>
                  <a:lnTo>
                    <a:pt x="321" y="128"/>
                  </a:lnTo>
                  <a:lnTo>
                    <a:pt x="319" y="128"/>
                  </a:lnTo>
                  <a:lnTo>
                    <a:pt x="319" y="128"/>
                  </a:lnTo>
                  <a:lnTo>
                    <a:pt x="319" y="128"/>
                  </a:lnTo>
                  <a:lnTo>
                    <a:pt x="317" y="128"/>
                  </a:lnTo>
                  <a:lnTo>
                    <a:pt x="317" y="128"/>
                  </a:lnTo>
                  <a:lnTo>
                    <a:pt x="317" y="128"/>
                  </a:lnTo>
                  <a:lnTo>
                    <a:pt x="314" y="128"/>
                  </a:lnTo>
                  <a:lnTo>
                    <a:pt x="314" y="128"/>
                  </a:lnTo>
                  <a:lnTo>
                    <a:pt x="314" y="128"/>
                  </a:lnTo>
                  <a:lnTo>
                    <a:pt x="312" y="128"/>
                  </a:lnTo>
                  <a:lnTo>
                    <a:pt x="312" y="128"/>
                  </a:lnTo>
                  <a:lnTo>
                    <a:pt x="312" y="131"/>
                  </a:lnTo>
                  <a:lnTo>
                    <a:pt x="312" y="131"/>
                  </a:lnTo>
                  <a:lnTo>
                    <a:pt x="310" y="131"/>
                  </a:lnTo>
                  <a:lnTo>
                    <a:pt x="310" y="131"/>
                  </a:lnTo>
                  <a:lnTo>
                    <a:pt x="310" y="131"/>
                  </a:lnTo>
                  <a:lnTo>
                    <a:pt x="307" y="131"/>
                  </a:lnTo>
                  <a:lnTo>
                    <a:pt x="307" y="131"/>
                  </a:lnTo>
                  <a:lnTo>
                    <a:pt x="307" y="131"/>
                  </a:lnTo>
                  <a:lnTo>
                    <a:pt x="307" y="133"/>
                  </a:lnTo>
                  <a:lnTo>
                    <a:pt x="305" y="133"/>
                  </a:lnTo>
                  <a:lnTo>
                    <a:pt x="305" y="133"/>
                  </a:lnTo>
                  <a:lnTo>
                    <a:pt x="305" y="133"/>
                  </a:lnTo>
                  <a:lnTo>
                    <a:pt x="305" y="133"/>
                  </a:lnTo>
                  <a:lnTo>
                    <a:pt x="303" y="133"/>
                  </a:lnTo>
                  <a:lnTo>
                    <a:pt x="303" y="135"/>
                  </a:lnTo>
                  <a:lnTo>
                    <a:pt x="303" y="135"/>
                  </a:lnTo>
                  <a:lnTo>
                    <a:pt x="300" y="135"/>
                  </a:lnTo>
                  <a:lnTo>
                    <a:pt x="300" y="135"/>
                  </a:lnTo>
                  <a:lnTo>
                    <a:pt x="300" y="135"/>
                  </a:lnTo>
                  <a:lnTo>
                    <a:pt x="300" y="135"/>
                  </a:lnTo>
                  <a:lnTo>
                    <a:pt x="298" y="135"/>
                  </a:lnTo>
                  <a:lnTo>
                    <a:pt x="298" y="135"/>
                  </a:lnTo>
                  <a:lnTo>
                    <a:pt x="298" y="135"/>
                  </a:lnTo>
                  <a:lnTo>
                    <a:pt x="298" y="135"/>
                  </a:lnTo>
                  <a:lnTo>
                    <a:pt x="295" y="135"/>
                  </a:lnTo>
                  <a:lnTo>
                    <a:pt x="295" y="138"/>
                  </a:lnTo>
                  <a:lnTo>
                    <a:pt x="295" y="138"/>
                  </a:lnTo>
                  <a:lnTo>
                    <a:pt x="293" y="138"/>
                  </a:lnTo>
                  <a:lnTo>
                    <a:pt x="293" y="138"/>
                  </a:lnTo>
                  <a:lnTo>
                    <a:pt x="293" y="138"/>
                  </a:lnTo>
                  <a:lnTo>
                    <a:pt x="291" y="138"/>
                  </a:lnTo>
                  <a:lnTo>
                    <a:pt x="291" y="138"/>
                  </a:lnTo>
                  <a:lnTo>
                    <a:pt x="291" y="138"/>
                  </a:lnTo>
                  <a:lnTo>
                    <a:pt x="291" y="138"/>
                  </a:lnTo>
                  <a:lnTo>
                    <a:pt x="288" y="138"/>
                  </a:lnTo>
                  <a:lnTo>
                    <a:pt x="288" y="138"/>
                  </a:lnTo>
                  <a:lnTo>
                    <a:pt x="286" y="138"/>
                  </a:lnTo>
                  <a:lnTo>
                    <a:pt x="286" y="138"/>
                  </a:lnTo>
                  <a:lnTo>
                    <a:pt x="286" y="138"/>
                  </a:lnTo>
                  <a:lnTo>
                    <a:pt x="284" y="138"/>
                  </a:lnTo>
                  <a:lnTo>
                    <a:pt x="284" y="140"/>
                  </a:lnTo>
                  <a:lnTo>
                    <a:pt x="284" y="140"/>
                  </a:lnTo>
                  <a:lnTo>
                    <a:pt x="284" y="140"/>
                  </a:lnTo>
                  <a:lnTo>
                    <a:pt x="281" y="140"/>
                  </a:lnTo>
                  <a:lnTo>
                    <a:pt x="281" y="140"/>
                  </a:lnTo>
                  <a:lnTo>
                    <a:pt x="279" y="140"/>
                  </a:lnTo>
                  <a:lnTo>
                    <a:pt x="279" y="138"/>
                  </a:lnTo>
                  <a:lnTo>
                    <a:pt x="279" y="138"/>
                  </a:lnTo>
                  <a:lnTo>
                    <a:pt x="279" y="138"/>
                  </a:lnTo>
                  <a:lnTo>
                    <a:pt x="276" y="138"/>
                  </a:lnTo>
                  <a:lnTo>
                    <a:pt x="276" y="138"/>
                  </a:lnTo>
                  <a:lnTo>
                    <a:pt x="276" y="138"/>
                  </a:lnTo>
                  <a:lnTo>
                    <a:pt x="274" y="138"/>
                  </a:lnTo>
                  <a:lnTo>
                    <a:pt x="274" y="138"/>
                  </a:lnTo>
                  <a:lnTo>
                    <a:pt x="272" y="138"/>
                  </a:lnTo>
                  <a:lnTo>
                    <a:pt x="272" y="138"/>
                  </a:lnTo>
                  <a:lnTo>
                    <a:pt x="272" y="138"/>
                  </a:lnTo>
                  <a:lnTo>
                    <a:pt x="272" y="138"/>
                  </a:lnTo>
                  <a:lnTo>
                    <a:pt x="269" y="138"/>
                  </a:lnTo>
                  <a:lnTo>
                    <a:pt x="269" y="138"/>
                  </a:lnTo>
                  <a:lnTo>
                    <a:pt x="269" y="135"/>
                  </a:lnTo>
                  <a:lnTo>
                    <a:pt x="267" y="135"/>
                  </a:lnTo>
                  <a:lnTo>
                    <a:pt x="267" y="135"/>
                  </a:lnTo>
                  <a:lnTo>
                    <a:pt x="267" y="135"/>
                  </a:lnTo>
                  <a:lnTo>
                    <a:pt x="267" y="135"/>
                  </a:lnTo>
                  <a:lnTo>
                    <a:pt x="267" y="135"/>
                  </a:lnTo>
                  <a:lnTo>
                    <a:pt x="265" y="135"/>
                  </a:lnTo>
                  <a:lnTo>
                    <a:pt x="265" y="135"/>
                  </a:lnTo>
                  <a:lnTo>
                    <a:pt x="265" y="133"/>
                  </a:lnTo>
                  <a:lnTo>
                    <a:pt x="265" y="133"/>
                  </a:lnTo>
                  <a:lnTo>
                    <a:pt x="262" y="133"/>
                  </a:lnTo>
                  <a:lnTo>
                    <a:pt x="262" y="133"/>
                  </a:lnTo>
                  <a:lnTo>
                    <a:pt x="260" y="133"/>
                  </a:lnTo>
                  <a:lnTo>
                    <a:pt x="260" y="133"/>
                  </a:lnTo>
                  <a:lnTo>
                    <a:pt x="260" y="133"/>
                  </a:lnTo>
                  <a:lnTo>
                    <a:pt x="260" y="135"/>
                  </a:lnTo>
                  <a:lnTo>
                    <a:pt x="258" y="135"/>
                  </a:lnTo>
                  <a:lnTo>
                    <a:pt x="258" y="135"/>
                  </a:lnTo>
                  <a:lnTo>
                    <a:pt x="258" y="135"/>
                  </a:lnTo>
                  <a:lnTo>
                    <a:pt x="258" y="135"/>
                  </a:lnTo>
                  <a:lnTo>
                    <a:pt x="255" y="135"/>
                  </a:lnTo>
                  <a:lnTo>
                    <a:pt x="255" y="135"/>
                  </a:lnTo>
                  <a:lnTo>
                    <a:pt x="255" y="135"/>
                  </a:lnTo>
                  <a:lnTo>
                    <a:pt x="253" y="135"/>
                  </a:lnTo>
                  <a:lnTo>
                    <a:pt x="253" y="135"/>
                  </a:lnTo>
                  <a:lnTo>
                    <a:pt x="253" y="135"/>
                  </a:lnTo>
                  <a:lnTo>
                    <a:pt x="253" y="138"/>
                  </a:lnTo>
                  <a:lnTo>
                    <a:pt x="250" y="138"/>
                  </a:lnTo>
                  <a:lnTo>
                    <a:pt x="250" y="138"/>
                  </a:lnTo>
                  <a:lnTo>
                    <a:pt x="250" y="138"/>
                  </a:lnTo>
                  <a:lnTo>
                    <a:pt x="248" y="138"/>
                  </a:lnTo>
                  <a:lnTo>
                    <a:pt x="248" y="138"/>
                  </a:lnTo>
                  <a:lnTo>
                    <a:pt x="248" y="138"/>
                  </a:lnTo>
                  <a:lnTo>
                    <a:pt x="246" y="138"/>
                  </a:lnTo>
                  <a:lnTo>
                    <a:pt x="246" y="138"/>
                  </a:lnTo>
                  <a:lnTo>
                    <a:pt x="246" y="140"/>
                  </a:lnTo>
                  <a:lnTo>
                    <a:pt x="246" y="140"/>
                  </a:lnTo>
                  <a:lnTo>
                    <a:pt x="246" y="140"/>
                  </a:lnTo>
                  <a:lnTo>
                    <a:pt x="243" y="140"/>
                  </a:lnTo>
                  <a:lnTo>
                    <a:pt x="243" y="140"/>
                  </a:lnTo>
                  <a:lnTo>
                    <a:pt x="243" y="140"/>
                  </a:lnTo>
                  <a:lnTo>
                    <a:pt x="243" y="140"/>
                  </a:lnTo>
                  <a:lnTo>
                    <a:pt x="241" y="140"/>
                  </a:lnTo>
                  <a:lnTo>
                    <a:pt x="241" y="140"/>
                  </a:lnTo>
                  <a:lnTo>
                    <a:pt x="239" y="140"/>
                  </a:lnTo>
                  <a:lnTo>
                    <a:pt x="239" y="140"/>
                  </a:lnTo>
                  <a:lnTo>
                    <a:pt x="239" y="140"/>
                  </a:lnTo>
                  <a:lnTo>
                    <a:pt x="236" y="140"/>
                  </a:lnTo>
                  <a:lnTo>
                    <a:pt x="236" y="140"/>
                  </a:lnTo>
                  <a:lnTo>
                    <a:pt x="236" y="140"/>
                  </a:lnTo>
                  <a:lnTo>
                    <a:pt x="234" y="140"/>
                  </a:lnTo>
                  <a:lnTo>
                    <a:pt x="234" y="140"/>
                  </a:lnTo>
                  <a:lnTo>
                    <a:pt x="234" y="138"/>
                  </a:lnTo>
                  <a:lnTo>
                    <a:pt x="234" y="138"/>
                  </a:lnTo>
                  <a:lnTo>
                    <a:pt x="234" y="138"/>
                  </a:lnTo>
                  <a:lnTo>
                    <a:pt x="234" y="138"/>
                  </a:lnTo>
                  <a:lnTo>
                    <a:pt x="234" y="135"/>
                  </a:lnTo>
                  <a:lnTo>
                    <a:pt x="232" y="135"/>
                  </a:lnTo>
                  <a:lnTo>
                    <a:pt x="232" y="135"/>
                  </a:lnTo>
                  <a:lnTo>
                    <a:pt x="232" y="135"/>
                  </a:lnTo>
                  <a:lnTo>
                    <a:pt x="229" y="135"/>
                  </a:lnTo>
                  <a:lnTo>
                    <a:pt x="229" y="135"/>
                  </a:lnTo>
                  <a:lnTo>
                    <a:pt x="229" y="135"/>
                  </a:lnTo>
                  <a:lnTo>
                    <a:pt x="227" y="135"/>
                  </a:lnTo>
                  <a:lnTo>
                    <a:pt x="227" y="135"/>
                  </a:lnTo>
                  <a:lnTo>
                    <a:pt x="227" y="135"/>
                  </a:lnTo>
                  <a:lnTo>
                    <a:pt x="227" y="135"/>
                  </a:lnTo>
                  <a:lnTo>
                    <a:pt x="227" y="138"/>
                  </a:lnTo>
                  <a:lnTo>
                    <a:pt x="227" y="138"/>
                  </a:lnTo>
                  <a:lnTo>
                    <a:pt x="227" y="140"/>
                  </a:lnTo>
                  <a:lnTo>
                    <a:pt x="224" y="140"/>
                  </a:lnTo>
                  <a:lnTo>
                    <a:pt x="224" y="140"/>
                  </a:lnTo>
                  <a:lnTo>
                    <a:pt x="224" y="143"/>
                  </a:lnTo>
                  <a:lnTo>
                    <a:pt x="224" y="143"/>
                  </a:lnTo>
                  <a:lnTo>
                    <a:pt x="224" y="145"/>
                  </a:lnTo>
                  <a:lnTo>
                    <a:pt x="224" y="145"/>
                  </a:lnTo>
                  <a:lnTo>
                    <a:pt x="224" y="145"/>
                  </a:lnTo>
                  <a:lnTo>
                    <a:pt x="224" y="145"/>
                  </a:lnTo>
                  <a:lnTo>
                    <a:pt x="224" y="145"/>
                  </a:lnTo>
                  <a:lnTo>
                    <a:pt x="224" y="147"/>
                  </a:lnTo>
                  <a:lnTo>
                    <a:pt x="227" y="147"/>
                  </a:lnTo>
                  <a:lnTo>
                    <a:pt x="227" y="147"/>
                  </a:lnTo>
                  <a:lnTo>
                    <a:pt x="227" y="147"/>
                  </a:lnTo>
                  <a:lnTo>
                    <a:pt x="227" y="150"/>
                  </a:lnTo>
                  <a:lnTo>
                    <a:pt x="227" y="150"/>
                  </a:lnTo>
                  <a:lnTo>
                    <a:pt x="227" y="150"/>
                  </a:lnTo>
                  <a:lnTo>
                    <a:pt x="227" y="150"/>
                  </a:lnTo>
                  <a:lnTo>
                    <a:pt x="227" y="152"/>
                  </a:lnTo>
                  <a:lnTo>
                    <a:pt x="227" y="152"/>
                  </a:lnTo>
                  <a:lnTo>
                    <a:pt x="224" y="152"/>
                  </a:lnTo>
                  <a:lnTo>
                    <a:pt x="224" y="150"/>
                  </a:lnTo>
                  <a:lnTo>
                    <a:pt x="224" y="150"/>
                  </a:lnTo>
                  <a:lnTo>
                    <a:pt x="224" y="150"/>
                  </a:lnTo>
                  <a:lnTo>
                    <a:pt x="224" y="152"/>
                  </a:lnTo>
                  <a:lnTo>
                    <a:pt x="222" y="152"/>
                  </a:lnTo>
                  <a:lnTo>
                    <a:pt x="222" y="152"/>
                  </a:lnTo>
                  <a:lnTo>
                    <a:pt x="220" y="152"/>
                  </a:lnTo>
                  <a:lnTo>
                    <a:pt x="220" y="152"/>
                  </a:lnTo>
                  <a:lnTo>
                    <a:pt x="220" y="154"/>
                  </a:lnTo>
                  <a:lnTo>
                    <a:pt x="220" y="154"/>
                  </a:lnTo>
                  <a:lnTo>
                    <a:pt x="220" y="154"/>
                  </a:lnTo>
                  <a:lnTo>
                    <a:pt x="220" y="157"/>
                  </a:lnTo>
                  <a:lnTo>
                    <a:pt x="220" y="157"/>
                  </a:lnTo>
                  <a:lnTo>
                    <a:pt x="220" y="157"/>
                  </a:lnTo>
                  <a:lnTo>
                    <a:pt x="220" y="157"/>
                  </a:lnTo>
                  <a:lnTo>
                    <a:pt x="217" y="157"/>
                  </a:lnTo>
                  <a:lnTo>
                    <a:pt x="217" y="157"/>
                  </a:lnTo>
                  <a:lnTo>
                    <a:pt x="217" y="159"/>
                  </a:lnTo>
                  <a:lnTo>
                    <a:pt x="217" y="159"/>
                  </a:lnTo>
                  <a:lnTo>
                    <a:pt x="217" y="159"/>
                  </a:lnTo>
                  <a:lnTo>
                    <a:pt x="217" y="162"/>
                  </a:lnTo>
                  <a:lnTo>
                    <a:pt x="215" y="162"/>
                  </a:lnTo>
                  <a:lnTo>
                    <a:pt x="215" y="159"/>
                  </a:lnTo>
                  <a:lnTo>
                    <a:pt x="215" y="159"/>
                  </a:lnTo>
                  <a:lnTo>
                    <a:pt x="213" y="159"/>
                  </a:lnTo>
                  <a:lnTo>
                    <a:pt x="213" y="159"/>
                  </a:lnTo>
                  <a:lnTo>
                    <a:pt x="213" y="159"/>
                  </a:lnTo>
                  <a:lnTo>
                    <a:pt x="213" y="159"/>
                  </a:lnTo>
                  <a:lnTo>
                    <a:pt x="210" y="159"/>
                  </a:lnTo>
                  <a:lnTo>
                    <a:pt x="210" y="157"/>
                  </a:lnTo>
                  <a:lnTo>
                    <a:pt x="210" y="157"/>
                  </a:lnTo>
                  <a:lnTo>
                    <a:pt x="213" y="157"/>
                  </a:lnTo>
                  <a:lnTo>
                    <a:pt x="213" y="154"/>
                  </a:lnTo>
                  <a:lnTo>
                    <a:pt x="210" y="154"/>
                  </a:lnTo>
                  <a:lnTo>
                    <a:pt x="210" y="154"/>
                  </a:lnTo>
                  <a:lnTo>
                    <a:pt x="210" y="154"/>
                  </a:lnTo>
                  <a:lnTo>
                    <a:pt x="210" y="154"/>
                  </a:lnTo>
                  <a:lnTo>
                    <a:pt x="210" y="152"/>
                  </a:lnTo>
                  <a:lnTo>
                    <a:pt x="210" y="152"/>
                  </a:lnTo>
                  <a:lnTo>
                    <a:pt x="210" y="152"/>
                  </a:lnTo>
                  <a:lnTo>
                    <a:pt x="208" y="152"/>
                  </a:lnTo>
                  <a:lnTo>
                    <a:pt x="208" y="150"/>
                  </a:lnTo>
                  <a:lnTo>
                    <a:pt x="208" y="150"/>
                  </a:lnTo>
                  <a:lnTo>
                    <a:pt x="208" y="150"/>
                  </a:lnTo>
                  <a:lnTo>
                    <a:pt x="208" y="147"/>
                  </a:lnTo>
                  <a:lnTo>
                    <a:pt x="208" y="147"/>
                  </a:lnTo>
                  <a:lnTo>
                    <a:pt x="208" y="147"/>
                  </a:lnTo>
                  <a:lnTo>
                    <a:pt x="210" y="147"/>
                  </a:lnTo>
                  <a:lnTo>
                    <a:pt x="210" y="145"/>
                  </a:lnTo>
                  <a:lnTo>
                    <a:pt x="210" y="145"/>
                  </a:lnTo>
                  <a:lnTo>
                    <a:pt x="210" y="145"/>
                  </a:lnTo>
                  <a:lnTo>
                    <a:pt x="210" y="145"/>
                  </a:lnTo>
                  <a:lnTo>
                    <a:pt x="210" y="145"/>
                  </a:lnTo>
                  <a:lnTo>
                    <a:pt x="213" y="145"/>
                  </a:lnTo>
                  <a:lnTo>
                    <a:pt x="213" y="145"/>
                  </a:lnTo>
                  <a:lnTo>
                    <a:pt x="213" y="143"/>
                  </a:lnTo>
                  <a:lnTo>
                    <a:pt x="213" y="143"/>
                  </a:lnTo>
                  <a:lnTo>
                    <a:pt x="213" y="143"/>
                  </a:lnTo>
                  <a:lnTo>
                    <a:pt x="215" y="143"/>
                  </a:lnTo>
                  <a:lnTo>
                    <a:pt x="215" y="143"/>
                  </a:lnTo>
                  <a:lnTo>
                    <a:pt x="215" y="140"/>
                  </a:lnTo>
                  <a:lnTo>
                    <a:pt x="217" y="140"/>
                  </a:lnTo>
                  <a:lnTo>
                    <a:pt x="217" y="140"/>
                  </a:lnTo>
                  <a:lnTo>
                    <a:pt x="217" y="138"/>
                  </a:lnTo>
                  <a:lnTo>
                    <a:pt x="217" y="138"/>
                  </a:lnTo>
                  <a:lnTo>
                    <a:pt x="217" y="135"/>
                  </a:lnTo>
                  <a:lnTo>
                    <a:pt x="217" y="135"/>
                  </a:lnTo>
                  <a:lnTo>
                    <a:pt x="215" y="135"/>
                  </a:lnTo>
                  <a:lnTo>
                    <a:pt x="215" y="135"/>
                  </a:lnTo>
                  <a:lnTo>
                    <a:pt x="215" y="135"/>
                  </a:lnTo>
                  <a:lnTo>
                    <a:pt x="213" y="135"/>
                  </a:lnTo>
                  <a:lnTo>
                    <a:pt x="213" y="133"/>
                  </a:lnTo>
                  <a:lnTo>
                    <a:pt x="213" y="133"/>
                  </a:lnTo>
                  <a:lnTo>
                    <a:pt x="213" y="135"/>
                  </a:lnTo>
                  <a:lnTo>
                    <a:pt x="213" y="135"/>
                  </a:lnTo>
                  <a:lnTo>
                    <a:pt x="213" y="135"/>
                  </a:lnTo>
                  <a:lnTo>
                    <a:pt x="210" y="135"/>
                  </a:lnTo>
                  <a:lnTo>
                    <a:pt x="210" y="135"/>
                  </a:lnTo>
                  <a:lnTo>
                    <a:pt x="210" y="135"/>
                  </a:lnTo>
                  <a:lnTo>
                    <a:pt x="210" y="135"/>
                  </a:lnTo>
                  <a:lnTo>
                    <a:pt x="210" y="138"/>
                  </a:lnTo>
                  <a:lnTo>
                    <a:pt x="208" y="138"/>
                  </a:lnTo>
                  <a:lnTo>
                    <a:pt x="208" y="138"/>
                  </a:lnTo>
                  <a:lnTo>
                    <a:pt x="208" y="138"/>
                  </a:lnTo>
                  <a:lnTo>
                    <a:pt x="208" y="140"/>
                  </a:lnTo>
                  <a:lnTo>
                    <a:pt x="205" y="140"/>
                  </a:lnTo>
                  <a:lnTo>
                    <a:pt x="205" y="140"/>
                  </a:lnTo>
                  <a:lnTo>
                    <a:pt x="205" y="140"/>
                  </a:lnTo>
                  <a:lnTo>
                    <a:pt x="205" y="143"/>
                  </a:lnTo>
                  <a:lnTo>
                    <a:pt x="205" y="143"/>
                  </a:lnTo>
                  <a:lnTo>
                    <a:pt x="205" y="143"/>
                  </a:lnTo>
                  <a:lnTo>
                    <a:pt x="203" y="143"/>
                  </a:lnTo>
                  <a:lnTo>
                    <a:pt x="203" y="143"/>
                  </a:lnTo>
                  <a:lnTo>
                    <a:pt x="201" y="143"/>
                  </a:lnTo>
                  <a:lnTo>
                    <a:pt x="201" y="143"/>
                  </a:lnTo>
                  <a:lnTo>
                    <a:pt x="201" y="143"/>
                  </a:lnTo>
                  <a:lnTo>
                    <a:pt x="201" y="143"/>
                  </a:lnTo>
                  <a:lnTo>
                    <a:pt x="201" y="143"/>
                  </a:lnTo>
                  <a:lnTo>
                    <a:pt x="198" y="143"/>
                  </a:lnTo>
                  <a:lnTo>
                    <a:pt x="198" y="143"/>
                  </a:lnTo>
                  <a:lnTo>
                    <a:pt x="198" y="143"/>
                  </a:lnTo>
                  <a:lnTo>
                    <a:pt x="196" y="143"/>
                  </a:lnTo>
                  <a:lnTo>
                    <a:pt x="196" y="143"/>
                  </a:lnTo>
                  <a:lnTo>
                    <a:pt x="196" y="143"/>
                  </a:lnTo>
                  <a:lnTo>
                    <a:pt x="194" y="143"/>
                  </a:lnTo>
                  <a:lnTo>
                    <a:pt x="194" y="140"/>
                  </a:lnTo>
                  <a:lnTo>
                    <a:pt x="194" y="140"/>
                  </a:lnTo>
                  <a:lnTo>
                    <a:pt x="194" y="140"/>
                  </a:lnTo>
                  <a:lnTo>
                    <a:pt x="194" y="140"/>
                  </a:lnTo>
                  <a:lnTo>
                    <a:pt x="191" y="140"/>
                  </a:lnTo>
                  <a:lnTo>
                    <a:pt x="191" y="140"/>
                  </a:lnTo>
                  <a:lnTo>
                    <a:pt x="191" y="138"/>
                  </a:lnTo>
                  <a:lnTo>
                    <a:pt x="191" y="138"/>
                  </a:lnTo>
                  <a:lnTo>
                    <a:pt x="189" y="138"/>
                  </a:lnTo>
                  <a:lnTo>
                    <a:pt x="189" y="138"/>
                  </a:lnTo>
                  <a:lnTo>
                    <a:pt x="189" y="138"/>
                  </a:lnTo>
                  <a:lnTo>
                    <a:pt x="187" y="138"/>
                  </a:lnTo>
                  <a:lnTo>
                    <a:pt x="187" y="135"/>
                  </a:lnTo>
                  <a:lnTo>
                    <a:pt x="187" y="135"/>
                  </a:lnTo>
                  <a:lnTo>
                    <a:pt x="187" y="135"/>
                  </a:lnTo>
                  <a:lnTo>
                    <a:pt x="184" y="135"/>
                  </a:lnTo>
                  <a:lnTo>
                    <a:pt x="184" y="135"/>
                  </a:lnTo>
                  <a:lnTo>
                    <a:pt x="184" y="138"/>
                  </a:lnTo>
                  <a:lnTo>
                    <a:pt x="184" y="138"/>
                  </a:lnTo>
                  <a:lnTo>
                    <a:pt x="182" y="138"/>
                  </a:lnTo>
                  <a:lnTo>
                    <a:pt x="182" y="138"/>
                  </a:lnTo>
                  <a:lnTo>
                    <a:pt x="182" y="138"/>
                  </a:lnTo>
                  <a:lnTo>
                    <a:pt x="179" y="138"/>
                  </a:lnTo>
                  <a:lnTo>
                    <a:pt x="179" y="140"/>
                  </a:lnTo>
                  <a:lnTo>
                    <a:pt x="179" y="140"/>
                  </a:lnTo>
                  <a:lnTo>
                    <a:pt x="179" y="140"/>
                  </a:lnTo>
                  <a:lnTo>
                    <a:pt x="179" y="140"/>
                  </a:lnTo>
                  <a:lnTo>
                    <a:pt x="177" y="140"/>
                  </a:lnTo>
                  <a:lnTo>
                    <a:pt x="177" y="143"/>
                  </a:lnTo>
                  <a:lnTo>
                    <a:pt x="177" y="143"/>
                  </a:lnTo>
                  <a:lnTo>
                    <a:pt x="177" y="143"/>
                  </a:lnTo>
                  <a:lnTo>
                    <a:pt x="177" y="143"/>
                  </a:lnTo>
                  <a:lnTo>
                    <a:pt x="175" y="143"/>
                  </a:lnTo>
                  <a:lnTo>
                    <a:pt x="175" y="145"/>
                  </a:lnTo>
                  <a:lnTo>
                    <a:pt x="175" y="145"/>
                  </a:lnTo>
                  <a:lnTo>
                    <a:pt x="175" y="145"/>
                  </a:lnTo>
                  <a:lnTo>
                    <a:pt x="172" y="145"/>
                  </a:lnTo>
                  <a:lnTo>
                    <a:pt x="172" y="145"/>
                  </a:lnTo>
                  <a:lnTo>
                    <a:pt x="172" y="145"/>
                  </a:lnTo>
                  <a:lnTo>
                    <a:pt x="172" y="147"/>
                  </a:lnTo>
                  <a:lnTo>
                    <a:pt x="172" y="147"/>
                  </a:lnTo>
                  <a:lnTo>
                    <a:pt x="172" y="150"/>
                  </a:lnTo>
                  <a:lnTo>
                    <a:pt x="172" y="150"/>
                  </a:lnTo>
                  <a:lnTo>
                    <a:pt x="170" y="150"/>
                  </a:lnTo>
                  <a:lnTo>
                    <a:pt x="170" y="150"/>
                  </a:lnTo>
                  <a:lnTo>
                    <a:pt x="170" y="150"/>
                  </a:lnTo>
                  <a:lnTo>
                    <a:pt x="170" y="152"/>
                  </a:lnTo>
                  <a:lnTo>
                    <a:pt x="170" y="152"/>
                  </a:lnTo>
                  <a:lnTo>
                    <a:pt x="168" y="152"/>
                  </a:lnTo>
                  <a:lnTo>
                    <a:pt x="168" y="150"/>
                  </a:lnTo>
                  <a:lnTo>
                    <a:pt x="168" y="150"/>
                  </a:lnTo>
                  <a:lnTo>
                    <a:pt x="168" y="150"/>
                  </a:lnTo>
                  <a:lnTo>
                    <a:pt x="168" y="150"/>
                  </a:lnTo>
                  <a:lnTo>
                    <a:pt x="165" y="150"/>
                  </a:lnTo>
                  <a:lnTo>
                    <a:pt x="165" y="152"/>
                  </a:lnTo>
                  <a:lnTo>
                    <a:pt x="165" y="152"/>
                  </a:lnTo>
                  <a:lnTo>
                    <a:pt x="165" y="152"/>
                  </a:lnTo>
                  <a:lnTo>
                    <a:pt x="165" y="152"/>
                  </a:lnTo>
                  <a:lnTo>
                    <a:pt x="165" y="154"/>
                  </a:lnTo>
                  <a:lnTo>
                    <a:pt x="163" y="154"/>
                  </a:lnTo>
                  <a:lnTo>
                    <a:pt x="163" y="154"/>
                  </a:lnTo>
                  <a:lnTo>
                    <a:pt x="160" y="154"/>
                  </a:lnTo>
                  <a:lnTo>
                    <a:pt x="160" y="154"/>
                  </a:lnTo>
                  <a:lnTo>
                    <a:pt x="160" y="154"/>
                  </a:lnTo>
                  <a:lnTo>
                    <a:pt x="160" y="154"/>
                  </a:lnTo>
                  <a:lnTo>
                    <a:pt x="160" y="154"/>
                  </a:lnTo>
                  <a:lnTo>
                    <a:pt x="158" y="154"/>
                  </a:lnTo>
                  <a:lnTo>
                    <a:pt x="158" y="154"/>
                  </a:lnTo>
                  <a:lnTo>
                    <a:pt x="158" y="154"/>
                  </a:lnTo>
                  <a:lnTo>
                    <a:pt x="156" y="154"/>
                  </a:lnTo>
                  <a:lnTo>
                    <a:pt x="156" y="154"/>
                  </a:lnTo>
                  <a:lnTo>
                    <a:pt x="153" y="154"/>
                  </a:lnTo>
                  <a:lnTo>
                    <a:pt x="153" y="154"/>
                  </a:lnTo>
                  <a:lnTo>
                    <a:pt x="153" y="154"/>
                  </a:lnTo>
                  <a:lnTo>
                    <a:pt x="151" y="154"/>
                  </a:lnTo>
                  <a:lnTo>
                    <a:pt x="151" y="154"/>
                  </a:lnTo>
                  <a:lnTo>
                    <a:pt x="151" y="154"/>
                  </a:lnTo>
                  <a:lnTo>
                    <a:pt x="151" y="154"/>
                  </a:lnTo>
                  <a:lnTo>
                    <a:pt x="151" y="154"/>
                  </a:lnTo>
                  <a:lnTo>
                    <a:pt x="149" y="154"/>
                  </a:lnTo>
                  <a:lnTo>
                    <a:pt x="149" y="154"/>
                  </a:lnTo>
                  <a:lnTo>
                    <a:pt x="149" y="154"/>
                  </a:lnTo>
                  <a:lnTo>
                    <a:pt x="146" y="154"/>
                  </a:lnTo>
                  <a:lnTo>
                    <a:pt x="146" y="154"/>
                  </a:lnTo>
                  <a:lnTo>
                    <a:pt x="146" y="154"/>
                  </a:lnTo>
                  <a:lnTo>
                    <a:pt x="146" y="154"/>
                  </a:lnTo>
                  <a:lnTo>
                    <a:pt x="146" y="157"/>
                  </a:lnTo>
                  <a:lnTo>
                    <a:pt x="144" y="157"/>
                  </a:lnTo>
                  <a:lnTo>
                    <a:pt x="144" y="157"/>
                  </a:lnTo>
                  <a:lnTo>
                    <a:pt x="144" y="157"/>
                  </a:lnTo>
                  <a:lnTo>
                    <a:pt x="142" y="157"/>
                  </a:lnTo>
                  <a:lnTo>
                    <a:pt x="142" y="157"/>
                  </a:lnTo>
                  <a:lnTo>
                    <a:pt x="142" y="154"/>
                  </a:lnTo>
                  <a:lnTo>
                    <a:pt x="139" y="154"/>
                  </a:lnTo>
                  <a:lnTo>
                    <a:pt x="139" y="154"/>
                  </a:lnTo>
                  <a:lnTo>
                    <a:pt x="139" y="154"/>
                  </a:lnTo>
                  <a:lnTo>
                    <a:pt x="139" y="154"/>
                  </a:lnTo>
                  <a:lnTo>
                    <a:pt x="137" y="154"/>
                  </a:lnTo>
                  <a:lnTo>
                    <a:pt x="137" y="154"/>
                  </a:lnTo>
                  <a:lnTo>
                    <a:pt x="137" y="154"/>
                  </a:lnTo>
                  <a:lnTo>
                    <a:pt x="137" y="154"/>
                  </a:lnTo>
                  <a:lnTo>
                    <a:pt x="134" y="154"/>
                  </a:lnTo>
                  <a:lnTo>
                    <a:pt x="134" y="152"/>
                  </a:lnTo>
                  <a:lnTo>
                    <a:pt x="134" y="152"/>
                  </a:lnTo>
                  <a:lnTo>
                    <a:pt x="134" y="152"/>
                  </a:lnTo>
                  <a:lnTo>
                    <a:pt x="132" y="152"/>
                  </a:lnTo>
                  <a:lnTo>
                    <a:pt x="132" y="152"/>
                  </a:lnTo>
                  <a:lnTo>
                    <a:pt x="132" y="150"/>
                  </a:lnTo>
                  <a:lnTo>
                    <a:pt x="132" y="150"/>
                  </a:lnTo>
                  <a:lnTo>
                    <a:pt x="132" y="150"/>
                  </a:lnTo>
                  <a:lnTo>
                    <a:pt x="132" y="147"/>
                  </a:lnTo>
                  <a:lnTo>
                    <a:pt x="130" y="147"/>
                  </a:lnTo>
                  <a:lnTo>
                    <a:pt x="130" y="147"/>
                  </a:lnTo>
                  <a:lnTo>
                    <a:pt x="130" y="145"/>
                  </a:lnTo>
                  <a:lnTo>
                    <a:pt x="130" y="145"/>
                  </a:lnTo>
                  <a:lnTo>
                    <a:pt x="130" y="145"/>
                  </a:lnTo>
                  <a:lnTo>
                    <a:pt x="127" y="145"/>
                  </a:lnTo>
                  <a:lnTo>
                    <a:pt x="127" y="145"/>
                  </a:lnTo>
                  <a:lnTo>
                    <a:pt x="127" y="145"/>
                  </a:lnTo>
                  <a:lnTo>
                    <a:pt x="127" y="145"/>
                  </a:lnTo>
                  <a:lnTo>
                    <a:pt x="125" y="145"/>
                  </a:lnTo>
                  <a:lnTo>
                    <a:pt x="125" y="143"/>
                  </a:lnTo>
                  <a:lnTo>
                    <a:pt x="125" y="143"/>
                  </a:lnTo>
                  <a:lnTo>
                    <a:pt x="125" y="143"/>
                  </a:lnTo>
                  <a:lnTo>
                    <a:pt x="125" y="143"/>
                  </a:lnTo>
                  <a:lnTo>
                    <a:pt x="123" y="143"/>
                  </a:lnTo>
                  <a:lnTo>
                    <a:pt x="123" y="143"/>
                  </a:lnTo>
                  <a:lnTo>
                    <a:pt x="120" y="143"/>
                  </a:lnTo>
                  <a:lnTo>
                    <a:pt x="120" y="140"/>
                  </a:lnTo>
                  <a:lnTo>
                    <a:pt x="120" y="140"/>
                  </a:lnTo>
                  <a:lnTo>
                    <a:pt x="120" y="140"/>
                  </a:lnTo>
                  <a:lnTo>
                    <a:pt x="118" y="140"/>
                  </a:lnTo>
                  <a:lnTo>
                    <a:pt x="118" y="140"/>
                  </a:lnTo>
                  <a:lnTo>
                    <a:pt x="118" y="140"/>
                  </a:lnTo>
                  <a:lnTo>
                    <a:pt x="118" y="140"/>
                  </a:lnTo>
                  <a:lnTo>
                    <a:pt x="118" y="138"/>
                  </a:lnTo>
                  <a:lnTo>
                    <a:pt x="116" y="138"/>
                  </a:lnTo>
                  <a:lnTo>
                    <a:pt x="116" y="138"/>
                  </a:lnTo>
                  <a:lnTo>
                    <a:pt x="116" y="138"/>
                  </a:lnTo>
                  <a:lnTo>
                    <a:pt x="113" y="138"/>
                  </a:lnTo>
                  <a:lnTo>
                    <a:pt x="113" y="138"/>
                  </a:lnTo>
                  <a:lnTo>
                    <a:pt x="113" y="135"/>
                  </a:lnTo>
                  <a:lnTo>
                    <a:pt x="113" y="135"/>
                  </a:lnTo>
                  <a:lnTo>
                    <a:pt x="111" y="135"/>
                  </a:lnTo>
                  <a:lnTo>
                    <a:pt x="111" y="135"/>
                  </a:lnTo>
                  <a:lnTo>
                    <a:pt x="111" y="135"/>
                  </a:lnTo>
                  <a:lnTo>
                    <a:pt x="108" y="135"/>
                  </a:lnTo>
                  <a:lnTo>
                    <a:pt x="108" y="135"/>
                  </a:lnTo>
                  <a:lnTo>
                    <a:pt x="108" y="135"/>
                  </a:lnTo>
                  <a:lnTo>
                    <a:pt x="106" y="135"/>
                  </a:lnTo>
                  <a:lnTo>
                    <a:pt x="106" y="135"/>
                  </a:lnTo>
                  <a:lnTo>
                    <a:pt x="106" y="135"/>
                  </a:lnTo>
                  <a:lnTo>
                    <a:pt x="104" y="135"/>
                  </a:lnTo>
                  <a:lnTo>
                    <a:pt x="104" y="135"/>
                  </a:lnTo>
                  <a:lnTo>
                    <a:pt x="104" y="135"/>
                  </a:lnTo>
                  <a:lnTo>
                    <a:pt x="101" y="135"/>
                  </a:lnTo>
                  <a:lnTo>
                    <a:pt x="101" y="135"/>
                  </a:lnTo>
                  <a:lnTo>
                    <a:pt x="99" y="135"/>
                  </a:lnTo>
                  <a:lnTo>
                    <a:pt x="99" y="135"/>
                  </a:lnTo>
                  <a:lnTo>
                    <a:pt x="99" y="135"/>
                  </a:lnTo>
                  <a:lnTo>
                    <a:pt x="99" y="135"/>
                  </a:lnTo>
                  <a:lnTo>
                    <a:pt x="99" y="135"/>
                  </a:lnTo>
                  <a:lnTo>
                    <a:pt x="97" y="135"/>
                  </a:lnTo>
                  <a:lnTo>
                    <a:pt x="97" y="135"/>
                  </a:lnTo>
                  <a:lnTo>
                    <a:pt x="97" y="135"/>
                  </a:lnTo>
                  <a:lnTo>
                    <a:pt x="97" y="138"/>
                  </a:lnTo>
                  <a:lnTo>
                    <a:pt x="97" y="138"/>
                  </a:lnTo>
                  <a:lnTo>
                    <a:pt x="97" y="140"/>
                  </a:lnTo>
                  <a:lnTo>
                    <a:pt x="97" y="140"/>
                  </a:lnTo>
                  <a:lnTo>
                    <a:pt x="97" y="140"/>
                  </a:lnTo>
                  <a:lnTo>
                    <a:pt x="97" y="143"/>
                  </a:lnTo>
                  <a:lnTo>
                    <a:pt x="97" y="143"/>
                  </a:lnTo>
                  <a:lnTo>
                    <a:pt x="97" y="143"/>
                  </a:lnTo>
                  <a:lnTo>
                    <a:pt x="97" y="145"/>
                  </a:lnTo>
                  <a:lnTo>
                    <a:pt x="94" y="145"/>
                  </a:lnTo>
                  <a:lnTo>
                    <a:pt x="94" y="145"/>
                  </a:lnTo>
                  <a:lnTo>
                    <a:pt x="94" y="145"/>
                  </a:lnTo>
                  <a:lnTo>
                    <a:pt x="94" y="147"/>
                  </a:lnTo>
                  <a:lnTo>
                    <a:pt x="94" y="147"/>
                  </a:lnTo>
                  <a:lnTo>
                    <a:pt x="94" y="150"/>
                  </a:lnTo>
                  <a:lnTo>
                    <a:pt x="94" y="150"/>
                  </a:lnTo>
                  <a:lnTo>
                    <a:pt x="94" y="150"/>
                  </a:lnTo>
                  <a:lnTo>
                    <a:pt x="94" y="152"/>
                  </a:lnTo>
                  <a:lnTo>
                    <a:pt x="94" y="152"/>
                  </a:lnTo>
                  <a:lnTo>
                    <a:pt x="94" y="152"/>
                  </a:lnTo>
                  <a:lnTo>
                    <a:pt x="92" y="152"/>
                  </a:lnTo>
                  <a:lnTo>
                    <a:pt x="92" y="154"/>
                  </a:lnTo>
                  <a:lnTo>
                    <a:pt x="92" y="154"/>
                  </a:lnTo>
                  <a:lnTo>
                    <a:pt x="92" y="152"/>
                  </a:lnTo>
                  <a:lnTo>
                    <a:pt x="92" y="152"/>
                  </a:lnTo>
                  <a:lnTo>
                    <a:pt x="92" y="150"/>
                  </a:lnTo>
                  <a:lnTo>
                    <a:pt x="92" y="150"/>
                  </a:lnTo>
                  <a:lnTo>
                    <a:pt x="89" y="150"/>
                  </a:lnTo>
                  <a:lnTo>
                    <a:pt x="89" y="150"/>
                  </a:lnTo>
                  <a:lnTo>
                    <a:pt x="89" y="150"/>
                  </a:lnTo>
                  <a:lnTo>
                    <a:pt x="87" y="150"/>
                  </a:lnTo>
                  <a:lnTo>
                    <a:pt x="87" y="150"/>
                  </a:lnTo>
                  <a:lnTo>
                    <a:pt x="87" y="150"/>
                  </a:lnTo>
                  <a:lnTo>
                    <a:pt x="87" y="152"/>
                  </a:lnTo>
                  <a:lnTo>
                    <a:pt x="87" y="152"/>
                  </a:lnTo>
                  <a:lnTo>
                    <a:pt x="85" y="152"/>
                  </a:lnTo>
                  <a:lnTo>
                    <a:pt x="85" y="152"/>
                  </a:lnTo>
                  <a:lnTo>
                    <a:pt x="85" y="152"/>
                  </a:lnTo>
                  <a:lnTo>
                    <a:pt x="85" y="152"/>
                  </a:lnTo>
                  <a:lnTo>
                    <a:pt x="82" y="152"/>
                  </a:lnTo>
                  <a:lnTo>
                    <a:pt x="82" y="152"/>
                  </a:lnTo>
                  <a:lnTo>
                    <a:pt x="82" y="152"/>
                  </a:lnTo>
                  <a:lnTo>
                    <a:pt x="82" y="152"/>
                  </a:lnTo>
                  <a:lnTo>
                    <a:pt x="82" y="154"/>
                  </a:lnTo>
                  <a:lnTo>
                    <a:pt x="80" y="154"/>
                  </a:lnTo>
                  <a:lnTo>
                    <a:pt x="80" y="154"/>
                  </a:lnTo>
                  <a:lnTo>
                    <a:pt x="80" y="154"/>
                  </a:lnTo>
                  <a:lnTo>
                    <a:pt x="80" y="154"/>
                  </a:lnTo>
                  <a:lnTo>
                    <a:pt x="78" y="154"/>
                  </a:lnTo>
                  <a:lnTo>
                    <a:pt x="78" y="154"/>
                  </a:lnTo>
                  <a:lnTo>
                    <a:pt x="78" y="154"/>
                  </a:lnTo>
                  <a:lnTo>
                    <a:pt x="75" y="154"/>
                  </a:lnTo>
                  <a:lnTo>
                    <a:pt x="75" y="154"/>
                  </a:lnTo>
                  <a:lnTo>
                    <a:pt x="75" y="152"/>
                  </a:lnTo>
                  <a:lnTo>
                    <a:pt x="75" y="152"/>
                  </a:lnTo>
                  <a:lnTo>
                    <a:pt x="73" y="152"/>
                  </a:lnTo>
                  <a:lnTo>
                    <a:pt x="73" y="152"/>
                  </a:lnTo>
                  <a:lnTo>
                    <a:pt x="73" y="152"/>
                  </a:lnTo>
                  <a:lnTo>
                    <a:pt x="73" y="152"/>
                  </a:lnTo>
                  <a:lnTo>
                    <a:pt x="71" y="152"/>
                  </a:lnTo>
                  <a:lnTo>
                    <a:pt x="71" y="152"/>
                  </a:lnTo>
                  <a:lnTo>
                    <a:pt x="71" y="152"/>
                  </a:lnTo>
                  <a:lnTo>
                    <a:pt x="71" y="152"/>
                  </a:lnTo>
                  <a:lnTo>
                    <a:pt x="71" y="152"/>
                  </a:lnTo>
                  <a:lnTo>
                    <a:pt x="68" y="152"/>
                  </a:lnTo>
                  <a:lnTo>
                    <a:pt x="68" y="150"/>
                  </a:lnTo>
                  <a:lnTo>
                    <a:pt x="68" y="150"/>
                  </a:lnTo>
                  <a:lnTo>
                    <a:pt x="68" y="150"/>
                  </a:lnTo>
                  <a:lnTo>
                    <a:pt x="66" y="150"/>
                  </a:lnTo>
                  <a:lnTo>
                    <a:pt x="66" y="147"/>
                  </a:lnTo>
                  <a:lnTo>
                    <a:pt x="66" y="147"/>
                  </a:lnTo>
                  <a:lnTo>
                    <a:pt x="66" y="147"/>
                  </a:lnTo>
                  <a:lnTo>
                    <a:pt x="63" y="147"/>
                  </a:lnTo>
                  <a:lnTo>
                    <a:pt x="63" y="147"/>
                  </a:lnTo>
                  <a:lnTo>
                    <a:pt x="63" y="145"/>
                  </a:lnTo>
                  <a:lnTo>
                    <a:pt x="63" y="145"/>
                  </a:lnTo>
                  <a:lnTo>
                    <a:pt x="63" y="145"/>
                  </a:lnTo>
                  <a:lnTo>
                    <a:pt x="63" y="145"/>
                  </a:lnTo>
                  <a:lnTo>
                    <a:pt x="63" y="145"/>
                  </a:lnTo>
                  <a:lnTo>
                    <a:pt x="63" y="143"/>
                  </a:lnTo>
                  <a:lnTo>
                    <a:pt x="63" y="143"/>
                  </a:lnTo>
                  <a:lnTo>
                    <a:pt x="63" y="140"/>
                  </a:lnTo>
                  <a:lnTo>
                    <a:pt x="63" y="140"/>
                  </a:lnTo>
                  <a:lnTo>
                    <a:pt x="63" y="140"/>
                  </a:lnTo>
                  <a:lnTo>
                    <a:pt x="63" y="140"/>
                  </a:lnTo>
                  <a:lnTo>
                    <a:pt x="63" y="138"/>
                  </a:lnTo>
                  <a:lnTo>
                    <a:pt x="61" y="138"/>
                  </a:lnTo>
                  <a:lnTo>
                    <a:pt x="61" y="140"/>
                  </a:lnTo>
                  <a:lnTo>
                    <a:pt x="61" y="140"/>
                  </a:lnTo>
                  <a:lnTo>
                    <a:pt x="61" y="140"/>
                  </a:lnTo>
                  <a:lnTo>
                    <a:pt x="61" y="143"/>
                  </a:lnTo>
                  <a:lnTo>
                    <a:pt x="59" y="143"/>
                  </a:lnTo>
                  <a:lnTo>
                    <a:pt x="59" y="143"/>
                  </a:lnTo>
                  <a:lnTo>
                    <a:pt x="59" y="143"/>
                  </a:lnTo>
                  <a:lnTo>
                    <a:pt x="59" y="140"/>
                  </a:lnTo>
                  <a:lnTo>
                    <a:pt x="59" y="140"/>
                  </a:lnTo>
                  <a:lnTo>
                    <a:pt x="56" y="140"/>
                  </a:lnTo>
                  <a:lnTo>
                    <a:pt x="56" y="140"/>
                  </a:lnTo>
                  <a:lnTo>
                    <a:pt x="54" y="140"/>
                  </a:lnTo>
                  <a:lnTo>
                    <a:pt x="54" y="140"/>
                  </a:lnTo>
                  <a:lnTo>
                    <a:pt x="54" y="140"/>
                  </a:lnTo>
                  <a:lnTo>
                    <a:pt x="54" y="138"/>
                  </a:lnTo>
                  <a:lnTo>
                    <a:pt x="54" y="138"/>
                  </a:lnTo>
                  <a:lnTo>
                    <a:pt x="54" y="135"/>
                  </a:lnTo>
                  <a:lnTo>
                    <a:pt x="52" y="135"/>
                  </a:lnTo>
                  <a:lnTo>
                    <a:pt x="52" y="138"/>
                  </a:lnTo>
                  <a:lnTo>
                    <a:pt x="52" y="138"/>
                  </a:lnTo>
                  <a:lnTo>
                    <a:pt x="52" y="135"/>
                  </a:lnTo>
                  <a:lnTo>
                    <a:pt x="52" y="135"/>
                  </a:lnTo>
                  <a:lnTo>
                    <a:pt x="52" y="138"/>
                  </a:lnTo>
                  <a:lnTo>
                    <a:pt x="49" y="138"/>
                  </a:lnTo>
                  <a:lnTo>
                    <a:pt x="49" y="138"/>
                  </a:lnTo>
                  <a:lnTo>
                    <a:pt x="49" y="135"/>
                  </a:lnTo>
                  <a:lnTo>
                    <a:pt x="47" y="135"/>
                  </a:lnTo>
                  <a:lnTo>
                    <a:pt x="47" y="138"/>
                  </a:lnTo>
                  <a:lnTo>
                    <a:pt x="47" y="138"/>
                  </a:lnTo>
                  <a:lnTo>
                    <a:pt x="47" y="138"/>
                  </a:lnTo>
                  <a:lnTo>
                    <a:pt x="47" y="138"/>
                  </a:lnTo>
                  <a:lnTo>
                    <a:pt x="47" y="140"/>
                  </a:lnTo>
                  <a:lnTo>
                    <a:pt x="45" y="140"/>
                  </a:lnTo>
                  <a:lnTo>
                    <a:pt x="45" y="140"/>
                  </a:lnTo>
                  <a:lnTo>
                    <a:pt x="45" y="140"/>
                  </a:lnTo>
                  <a:lnTo>
                    <a:pt x="45" y="143"/>
                  </a:lnTo>
                  <a:lnTo>
                    <a:pt x="45" y="143"/>
                  </a:lnTo>
                  <a:lnTo>
                    <a:pt x="42" y="143"/>
                  </a:lnTo>
                  <a:lnTo>
                    <a:pt x="42" y="143"/>
                  </a:lnTo>
                  <a:lnTo>
                    <a:pt x="42" y="143"/>
                  </a:lnTo>
                  <a:lnTo>
                    <a:pt x="40" y="143"/>
                  </a:lnTo>
                  <a:lnTo>
                    <a:pt x="40" y="143"/>
                  </a:lnTo>
                  <a:lnTo>
                    <a:pt x="40" y="143"/>
                  </a:lnTo>
                  <a:lnTo>
                    <a:pt x="40" y="140"/>
                  </a:lnTo>
                  <a:lnTo>
                    <a:pt x="40" y="140"/>
                  </a:lnTo>
                  <a:lnTo>
                    <a:pt x="42" y="140"/>
                  </a:lnTo>
                  <a:lnTo>
                    <a:pt x="42" y="140"/>
                  </a:lnTo>
                  <a:lnTo>
                    <a:pt x="40" y="140"/>
                  </a:lnTo>
                  <a:lnTo>
                    <a:pt x="40" y="140"/>
                  </a:lnTo>
                  <a:lnTo>
                    <a:pt x="40" y="138"/>
                  </a:lnTo>
                  <a:lnTo>
                    <a:pt x="40" y="138"/>
                  </a:lnTo>
                  <a:lnTo>
                    <a:pt x="37" y="138"/>
                  </a:lnTo>
                  <a:lnTo>
                    <a:pt x="37" y="138"/>
                  </a:lnTo>
                  <a:lnTo>
                    <a:pt x="37" y="138"/>
                  </a:lnTo>
                  <a:lnTo>
                    <a:pt x="37" y="138"/>
                  </a:lnTo>
                  <a:lnTo>
                    <a:pt x="35" y="138"/>
                  </a:lnTo>
                  <a:lnTo>
                    <a:pt x="35" y="138"/>
                  </a:lnTo>
                  <a:lnTo>
                    <a:pt x="35" y="138"/>
                  </a:lnTo>
                  <a:lnTo>
                    <a:pt x="35" y="140"/>
                  </a:lnTo>
                  <a:lnTo>
                    <a:pt x="35" y="140"/>
                  </a:lnTo>
                  <a:lnTo>
                    <a:pt x="33" y="140"/>
                  </a:lnTo>
                  <a:lnTo>
                    <a:pt x="33" y="140"/>
                  </a:lnTo>
                  <a:lnTo>
                    <a:pt x="33" y="140"/>
                  </a:lnTo>
                  <a:lnTo>
                    <a:pt x="33" y="140"/>
                  </a:lnTo>
                  <a:lnTo>
                    <a:pt x="30" y="140"/>
                  </a:lnTo>
                  <a:lnTo>
                    <a:pt x="30" y="140"/>
                  </a:lnTo>
                  <a:lnTo>
                    <a:pt x="30" y="140"/>
                  </a:lnTo>
                  <a:lnTo>
                    <a:pt x="30" y="140"/>
                  </a:lnTo>
                  <a:lnTo>
                    <a:pt x="28" y="140"/>
                  </a:lnTo>
                  <a:lnTo>
                    <a:pt x="28" y="140"/>
                  </a:lnTo>
                  <a:lnTo>
                    <a:pt x="28" y="140"/>
                  </a:lnTo>
                  <a:lnTo>
                    <a:pt x="26" y="140"/>
                  </a:lnTo>
                  <a:lnTo>
                    <a:pt x="26" y="138"/>
                  </a:lnTo>
                  <a:lnTo>
                    <a:pt x="26" y="138"/>
                  </a:lnTo>
                  <a:lnTo>
                    <a:pt x="28" y="138"/>
                  </a:lnTo>
                  <a:lnTo>
                    <a:pt x="28" y="138"/>
                  </a:lnTo>
                  <a:lnTo>
                    <a:pt x="28" y="135"/>
                  </a:lnTo>
                  <a:lnTo>
                    <a:pt x="30" y="135"/>
                  </a:lnTo>
                  <a:lnTo>
                    <a:pt x="30" y="135"/>
                  </a:lnTo>
                  <a:lnTo>
                    <a:pt x="30" y="135"/>
                  </a:lnTo>
                  <a:lnTo>
                    <a:pt x="33" y="135"/>
                  </a:lnTo>
                  <a:lnTo>
                    <a:pt x="33" y="135"/>
                  </a:lnTo>
                  <a:lnTo>
                    <a:pt x="33" y="135"/>
                  </a:lnTo>
                  <a:lnTo>
                    <a:pt x="33" y="135"/>
                  </a:lnTo>
                  <a:lnTo>
                    <a:pt x="35" y="135"/>
                  </a:lnTo>
                  <a:lnTo>
                    <a:pt x="35" y="135"/>
                  </a:lnTo>
                  <a:lnTo>
                    <a:pt x="35" y="135"/>
                  </a:lnTo>
                  <a:lnTo>
                    <a:pt x="35" y="135"/>
                  </a:lnTo>
                  <a:lnTo>
                    <a:pt x="37" y="135"/>
                  </a:lnTo>
                  <a:lnTo>
                    <a:pt x="37" y="135"/>
                  </a:lnTo>
                  <a:lnTo>
                    <a:pt x="37" y="135"/>
                  </a:lnTo>
                  <a:lnTo>
                    <a:pt x="40" y="135"/>
                  </a:lnTo>
                  <a:lnTo>
                    <a:pt x="40" y="135"/>
                  </a:lnTo>
                  <a:lnTo>
                    <a:pt x="40" y="135"/>
                  </a:lnTo>
                  <a:lnTo>
                    <a:pt x="40" y="135"/>
                  </a:lnTo>
                  <a:lnTo>
                    <a:pt x="40" y="133"/>
                  </a:lnTo>
                  <a:lnTo>
                    <a:pt x="40" y="133"/>
                  </a:lnTo>
                  <a:lnTo>
                    <a:pt x="42" y="133"/>
                  </a:lnTo>
                  <a:lnTo>
                    <a:pt x="42" y="133"/>
                  </a:lnTo>
                  <a:lnTo>
                    <a:pt x="45" y="133"/>
                  </a:lnTo>
                  <a:lnTo>
                    <a:pt x="45" y="133"/>
                  </a:lnTo>
                  <a:lnTo>
                    <a:pt x="45" y="131"/>
                  </a:lnTo>
                  <a:lnTo>
                    <a:pt x="45" y="131"/>
                  </a:lnTo>
                  <a:lnTo>
                    <a:pt x="42" y="131"/>
                  </a:lnTo>
                  <a:lnTo>
                    <a:pt x="42" y="131"/>
                  </a:lnTo>
                  <a:lnTo>
                    <a:pt x="40" y="131"/>
                  </a:lnTo>
                  <a:lnTo>
                    <a:pt x="40" y="131"/>
                  </a:lnTo>
                  <a:lnTo>
                    <a:pt x="40" y="131"/>
                  </a:lnTo>
                  <a:lnTo>
                    <a:pt x="37" y="131"/>
                  </a:lnTo>
                  <a:lnTo>
                    <a:pt x="37" y="131"/>
                  </a:lnTo>
                  <a:lnTo>
                    <a:pt x="37" y="133"/>
                  </a:lnTo>
                  <a:lnTo>
                    <a:pt x="37" y="133"/>
                  </a:lnTo>
                  <a:lnTo>
                    <a:pt x="35" y="133"/>
                  </a:lnTo>
                  <a:lnTo>
                    <a:pt x="35" y="133"/>
                  </a:lnTo>
                  <a:lnTo>
                    <a:pt x="33" y="133"/>
                  </a:lnTo>
                  <a:lnTo>
                    <a:pt x="33" y="133"/>
                  </a:lnTo>
                  <a:lnTo>
                    <a:pt x="33" y="133"/>
                  </a:lnTo>
                  <a:lnTo>
                    <a:pt x="30" y="133"/>
                  </a:lnTo>
                  <a:lnTo>
                    <a:pt x="30" y="133"/>
                  </a:lnTo>
                  <a:lnTo>
                    <a:pt x="30" y="133"/>
                  </a:lnTo>
                  <a:lnTo>
                    <a:pt x="28" y="133"/>
                  </a:lnTo>
                  <a:lnTo>
                    <a:pt x="28" y="133"/>
                  </a:lnTo>
                  <a:lnTo>
                    <a:pt x="26" y="133"/>
                  </a:lnTo>
                  <a:lnTo>
                    <a:pt x="26" y="133"/>
                  </a:lnTo>
                  <a:lnTo>
                    <a:pt x="26" y="133"/>
                  </a:lnTo>
                  <a:lnTo>
                    <a:pt x="26" y="131"/>
                  </a:lnTo>
                  <a:lnTo>
                    <a:pt x="23" y="131"/>
                  </a:lnTo>
                  <a:lnTo>
                    <a:pt x="23" y="131"/>
                  </a:lnTo>
                  <a:lnTo>
                    <a:pt x="23" y="128"/>
                  </a:lnTo>
                  <a:lnTo>
                    <a:pt x="23" y="128"/>
                  </a:lnTo>
                  <a:lnTo>
                    <a:pt x="26" y="128"/>
                  </a:lnTo>
                  <a:lnTo>
                    <a:pt x="26" y="126"/>
                  </a:lnTo>
                  <a:lnTo>
                    <a:pt x="26" y="126"/>
                  </a:lnTo>
                  <a:lnTo>
                    <a:pt x="26" y="126"/>
                  </a:lnTo>
                  <a:lnTo>
                    <a:pt x="26" y="126"/>
                  </a:lnTo>
                  <a:lnTo>
                    <a:pt x="28" y="126"/>
                  </a:lnTo>
                  <a:lnTo>
                    <a:pt x="28" y="126"/>
                  </a:lnTo>
                  <a:lnTo>
                    <a:pt x="28" y="126"/>
                  </a:lnTo>
                  <a:lnTo>
                    <a:pt x="30" y="126"/>
                  </a:lnTo>
                  <a:lnTo>
                    <a:pt x="30" y="126"/>
                  </a:lnTo>
                  <a:lnTo>
                    <a:pt x="30" y="126"/>
                  </a:lnTo>
                  <a:lnTo>
                    <a:pt x="30" y="126"/>
                  </a:lnTo>
                  <a:lnTo>
                    <a:pt x="30" y="126"/>
                  </a:lnTo>
                  <a:lnTo>
                    <a:pt x="28" y="126"/>
                  </a:lnTo>
                  <a:lnTo>
                    <a:pt x="28" y="124"/>
                  </a:lnTo>
                  <a:lnTo>
                    <a:pt x="28" y="124"/>
                  </a:lnTo>
                  <a:lnTo>
                    <a:pt x="28" y="124"/>
                  </a:lnTo>
                  <a:lnTo>
                    <a:pt x="26" y="124"/>
                  </a:lnTo>
                  <a:lnTo>
                    <a:pt x="26" y="124"/>
                  </a:lnTo>
                  <a:lnTo>
                    <a:pt x="26" y="124"/>
                  </a:lnTo>
                  <a:lnTo>
                    <a:pt x="23" y="124"/>
                  </a:lnTo>
                  <a:lnTo>
                    <a:pt x="23" y="124"/>
                  </a:lnTo>
                  <a:lnTo>
                    <a:pt x="23" y="121"/>
                  </a:lnTo>
                  <a:lnTo>
                    <a:pt x="23" y="121"/>
                  </a:lnTo>
                  <a:lnTo>
                    <a:pt x="23" y="121"/>
                  </a:lnTo>
                  <a:lnTo>
                    <a:pt x="23" y="119"/>
                  </a:lnTo>
                  <a:lnTo>
                    <a:pt x="23" y="119"/>
                  </a:lnTo>
                  <a:lnTo>
                    <a:pt x="23" y="119"/>
                  </a:lnTo>
                  <a:lnTo>
                    <a:pt x="23" y="116"/>
                  </a:lnTo>
                  <a:lnTo>
                    <a:pt x="21" y="116"/>
                  </a:lnTo>
                  <a:lnTo>
                    <a:pt x="21" y="116"/>
                  </a:lnTo>
                  <a:lnTo>
                    <a:pt x="21" y="116"/>
                  </a:lnTo>
                  <a:lnTo>
                    <a:pt x="21" y="116"/>
                  </a:lnTo>
                  <a:lnTo>
                    <a:pt x="21" y="116"/>
                  </a:lnTo>
                  <a:lnTo>
                    <a:pt x="18" y="116"/>
                  </a:lnTo>
                  <a:lnTo>
                    <a:pt x="18" y="114"/>
                  </a:lnTo>
                  <a:lnTo>
                    <a:pt x="18" y="114"/>
                  </a:lnTo>
                  <a:lnTo>
                    <a:pt x="21" y="114"/>
                  </a:lnTo>
                  <a:lnTo>
                    <a:pt x="21" y="114"/>
                  </a:lnTo>
                  <a:lnTo>
                    <a:pt x="21" y="114"/>
                  </a:lnTo>
                  <a:lnTo>
                    <a:pt x="23" y="114"/>
                  </a:lnTo>
                  <a:lnTo>
                    <a:pt x="23" y="112"/>
                  </a:lnTo>
                  <a:lnTo>
                    <a:pt x="23" y="112"/>
                  </a:lnTo>
                  <a:lnTo>
                    <a:pt x="26" y="112"/>
                  </a:lnTo>
                  <a:lnTo>
                    <a:pt x="26" y="112"/>
                  </a:lnTo>
                  <a:lnTo>
                    <a:pt x="23" y="112"/>
                  </a:lnTo>
                  <a:lnTo>
                    <a:pt x="23" y="109"/>
                  </a:lnTo>
                  <a:lnTo>
                    <a:pt x="23" y="109"/>
                  </a:lnTo>
                  <a:lnTo>
                    <a:pt x="26" y="109"/>
                  </a:lnTo>
                  <a:lnTo>
                    <a:pt x="26" y="107"/>
                  </a:lnTo>
                  <a:lnTo>
                    <a:pt x="26" y="107"/>
                  </a:lnTo>
                  <a:lnTo>
                    <a:pt x="23" y="107"/>
                  </a:lnTo>
                  <a:lnTo>
                    <a:pt x="23" y="107"/>
                  </a:lnTo>
                  <a:lnTo>
                    <a:pt x="21" y="107"/>
                  </a:lnTo>
                  <a:lnTo>
                    <a:pt x="21" y="107"/>
                  </a:lnTo>
                  <a:lnTo>
                    <a:pt x="21" y="107"/>
                  </a:lnTo>
                  <a:lnTo>
                    <a:pt x="21" y="107"/>
                  </a:lnTo>
                  <a:lnTo>
                    <a:pt x="21" y="105"/>
                  </a:lnTo>
                  <a:lnTo>
                    <a:pt x="18" y="105"/>
                  </a:lnTo>
                  <a:lnTo>
                    <a:pt x="18" y="105"/>
                  </a:lnTo>
                  <a:lnTo>
                    <a:pt x="18" y="105"/>
                  </a:lnTo>
                  <a:lnTo>
                    <a:pt x="18" y="107"/>
                  </a:lnTo>
                  <a:lnTo>
                    <a:pt x="16" y="107"/>
                  </a:lnTo>
                  <a:lnTo>
                    <a:pt x="16" y="107"/>
                  </a:lnTo>
                  <a:lnTo>
                    <a:pt x="16" y="105"/>
                  </a:lnTo>
                  <a:lnTo>
                    <a:pt x="16" y="105"/>
                  </a:lnTo>
                  <a:lnTo>
                    <a:pt x="16" y="102"/>
                  </a:lnTo>
                  <a:lnTo>
                    <a:pt x="14" y="102"/>
                  </a:lnTo>
                  <a:lnTo>
                    <a:pt x="14" y="102"/>
                  </a:lnTo>
                  <a:lnTo>
                    <a:pt x="14" y="102"/>
                  </a:lnTo>
                  <a:lnTo>
                    <a:pt x="14" y="100"/>
                  </a:lnTo>
                  <a:lnTo>
                    <a:pt x="14" y="100"/>
                  </a:lnTo>
                  <a:lnTo>
                    <a:pt x="14" y="102"/>
                  </a:lnTo>
                  <a:lnTo>
                    <a:pt x="11" y="102"/>
                  </a:lnTo>
                  <a:lnTo>
                    <a:pt x="11" y="102"/>
                  </a:lnTo>
                  <a:lnTo>
                    <a:pt x="11" y="102"/>
                  </a:lnTo>
                  <a:lnTo>
                    <a:pt x="11" y="105"/>
                  </a:lnTo>
                  <a:lnTo>
                    <a:pt x="11" y="105"/>
                  </a:lnTo>
                  <a:lnTo>
                    <a:pt x="9" y="105"/>
                  </a:lnTo>
                  <a:lnTo>
                    <a:pt x="9" y="102"/>
                  </a:lnTo>
                  <a:lnTo>
                    <a:pt x="9" y="102"/>
                  </a:lnTo>
                  <a:lnTo>
                    <a:pt x="9" y="102"/>
                  </a:lnTo>
                  <a:lnTo>
                    <a:pt x="7" y="102"/>
                  </a:lnTo>
                  <a:lnTo>
                    <a:pt x="7" y="102"/>
                  </a:lnTo>
                  <a:lnTo>
                    <a:pt x="7" y="100"/>
                  </a:lnTo>
                  <a:lnTo>
                    <a:pt x="7" y="100"/>
                  </a:lnTo>
                  <a:lnTo>
                    <a:pt x="4" y="100"/>
                  </a:lnTo>
                  <a:lnTo>
                    <a:pt x="4" y="100"/>
                  </a:lnTo>
                  <a:lnTo>
                    <a:pt x="4" y="100"/>
                  </a:lnTo>
                  <a:lnTo>
                    <a:pt x="4" y="100"/>
                  </a:lnTo>
                  <a:lnTo>
                    <a:pt x="2" y="100"/>
                  </a:lnTo>
                  <a:lnTo>
                    <a:pt x="2" y="98"/>
                  </a:lnTo>
                  <a:lnTo>
                    <a:pt x="2" y="98"/>
                  </a:lnTo>
                  <a:lnTo>
                    <a:pt x="4" y="98"/>
                  </a:lnTo>
                  <a:lnTo>
                    <a:pt x="4" y="95"/>
                  </a:lnTo>
                  <a:lnTo>
                    <a:pt x="4" y="95"/>
                  </a:lnTo>
                  <a:lnTo>
                    <a:pt x="4" y="95"/>
                  </a:lnTo>
                  <a:lnTo>
                    <a:pt x="4" y="95"/>
                  </a:lnTo>
                  <a:lnTo>
                    <a:pt x="4" y="95"/>
                  </a:lnTo>
                  <a:lnTo>
                    <a:pt x="4" y="93"/>
                  </a:lnTo>
                  <a:lnTo>
                    <a:pt x="4" y="93"/>
                  </a:lnTo>
                  <a:lnTo>
                    <a:pt x="4" y="90"/>
                  </a:lnTo>
                  <a:lnTo>
                    <a:pt x="4" y="90"/>
                  </a:lnTo>
                  <a:lnTo>
                    <a:pt x="4" y="88"/>
                  </a:lnTo>
                  <a:lnTo>
                    <a:pt x="7" y="88"/>
                  </a:lnTo>
                  <a:lnTo>
                    <a:pt x="7" y="88"/>
                  </a:lnTo>
                  <a:lnTo>
                    <a:pt x="7" y="88"/>
                  </a:lnTo>
                  <a:lnTo>
                    <a:pt x="7" y="88"/>
                  </a:lnTo>
                  <a:lnTo>
                    <a:pt x="9" y="88"/>
                  </a:lnTo>
                  <a:lnTo>
                    <a:pt x="9" y="88"/>
                  </a:lnTo>
                  <a:lnTo>
                    <a:pt x="9" y="88"/>
                  </a:lnTo>
                  <a:lnTo>
                    <a:pt x="9" y="90"/>
                  </a:lnTo>
                  <a:lnTo>
                    <a:pt x="11" y="90"/>
                  </a:lnTo>
                  <a:lnTo>
                    <a:pt x="11" y="90"/>
                  </a:lnTo>
                  <a:lnTo>
                    <a:pt x="11" y="90"/>
                  </a:lnTo>
                  <a:lnTo>
                    <a:pt x="11" y="93"/>
                  </a:lnTo>
                  <a:lnTo>
                    <a:pt x="11" y="93"/>
                  </a:lnTo>
                  <a:lnTo>
                    <a:pt x="11" y="90"/>
                  </a:lnTo>
                  <a:lnTo>
                    <a:pt x="14" y="90"/>
                  </a:lnTo>
                  <a:lnTo>
                    <a:pt x="14" y="90"/>
                  </a:lnTo>
                  <a:lnTo>
                    <a:pt x="14" y="90"/>
                  </a:lnTo>
                  <a:lnTo>
                    <a:pt x="14" y="90"/>
                  </a:lnTo>
                  <a:lnTo>
                    <a:pt x="14" y="88"/>
                  </a:lnTo>
                  <a:lnTo>
                    <a:pt x="11" y="88"/>
                  </a:lnTo>
                  <a:lnTo>
                    <a:pt x="11" y="88"/>
                  </a:lnTo>
                  <a:lnTo>
                    <a:pt x="14" y="88"/>
                  </a:lnTo>
                  <a:lnTo>
                    <a:pt x="14" y="86"/>
                  </a:lnTo>
                  <a:lnTo>
                    <a:pt x="14" y="86"/>
                  </a:lnTo>
                  <a:lnTo>
                    <a:pt x="14" y="86"/>
                  </a:lnTo>
                  <a:lnTo>
                    <a:pt x="14" y="86"/>
                  </a:lnTo>
                  <a:lnTo>
                    <a:pt x="16" y="86"/>
                  </a:lnTo>
                  <a:lnTo>
                    <a:pt x="16" y="86"/>
                  </a:lnTo>
                  <a:lnTo>
                    <a:pt x="16" y="86"/>
                  </a:lnTo>
                  <a:lnTo>
                    <a:pt x="18" y="86"/>
                  </a:lnTo>
                  <a:lnTo>
                    <a:pt x="18" y="83"/>
                  </a:lnTo>
                  <a:lnTo>
                    <a:pt x="18" y="83"/>
                  </a:lnTo>
                  <a:lnTo>
                    <a:pt x="18" y="83"/>
                  </a:lnTo>
                  <a:lnTo>
                    <a:pt x="18" y="83"/>
                  </a:lnTo>
                  <a:lnTo>
                    <a:pt x="16" y="83"/>
                  </a:lnTo>
                  <a:lnTo>
                    <a:pt x="16" y="83"/>
                  </a:lnTo>
                  <a:lnTo>
                    <a:pt x="16" y="83"/>
                  </a:lnTo>
                  <a:lnTo>
                    <a:pt x="14" y="83"/>
                  </a:lnTo>
                  <a:lnTo>
                    <a:pt x="14" y="83"/>
                  </a:lnTo>
                  <a:lnTo>
                    <a:pt x="14" y="81"/>
                  </a:lnTo>
                  <a:lnTo>
                    <a:pt x="14" y="81"/>
                  </a:lnTo>
                  <a:lnTo>
                    <a:pt x="14" y="79"/>
                  </a:lnTo>
                  <a:lnTo>
                    <a:pt x="14" y="79"/>
                  </a:lnTo>
                  <a:lnTo>
                    <a:pt x="16" y="79"/>
                  </a:lnTo>
                  <a:lnTo>
                    <a:pt x="16" y="76"/>
                  </a:lnTo>
                  <a:lnTo>
                    <a:pt x="14" y="76"/>
                  </a:lnTo>
                  <a:lnTo>
                    <a:pt x="14" y="76"/>
                  </a:lnTo>
                  <a:lnTo>
                    <a:pt x="14" y="76"/>
                  </a:lnTo>
                  <a:lnTo>
                    <a:pt x="14" y="76"/>
                  </a:lnTo>
                  <a:lnTo>
                    <a:pt x="14" y="76"/>
                  </a:lnTo>
                  <a:lnTo>
                    <a:pt x="14" y="74"/>
                  </a:lnTo>
                  <a:lnTo>
                    <a:pt x="11" y="74"/>
                  </a:lnTo>
                  <a:lnTo>
                    <a:pt x="11" y="74"/>
                  </a:lnTo>
                  <a:lnTo>
                    <a:pt x="11" y="74"/>
                  </a:lnTo>
                  <a:lnTo>
                    <a:pt x="9" y="74"/>
                  </a:lnTo>
                  <a:lnTo>
                    <a:pt x="9" y="74"/>
                  </a:lnTo>
                  <a:lnTo>
                    <a:pt x="11" y="74"/>
                  </a:lnTo>
                  <a:lnTo>
                    <a:pt x="11" y="71"/>
                  </a:lnTo>
                  <a:lnTo>
                    <a:pt x="11" y="71"/>
                  </a:lnTo>
                  <a:lnTo>
                    <a:pt x="9" y="71"/>
                  </a:lnTo>
                  <a:lnTo>
                    <a:pt x="9" y="69"/>
                  </a:lnTo>
                  <a:lnTo>
                    <a:pt x="11" y="69"/>
                  </a:lnTo>
                  <a:lnTo>
                    <a:pt x="11" y="69"/>
                  </a:lnTo>
                  <a:lnTo>
                    <a:pt x="11" y="69"/>
                  </a:lnTo>
                  <a:lnTo>
                    <a:pt x="14" y="69"/>
                  </a:lnTo>
                  <a:lnTo>
                    <a:pt x="14" y="71"/>
                  </a:lnTo>
                  <a:lnTo>
                    <a:pt x="14" y="71"/>
                  </a:lnTo>
                  <a:lnTo>
                    <a:pt x="14" y="69"/>
                  </a:lnTo>
                  <a:lnTo>
                    <a:pt x="14" y="69"/>
                  </a:lnTo>
                  <a:lnTo>
                    <a:pt x="14" y="69"/>
                  </a:lnTo>
                  <a:lnTo>
                    <a:pt x="16" y="69"/>
                  </a:lnTo>
                  <a:lnTo>
                    <a:pt x="16" y="67"/>
                  </a:lnTo>
                  <a:lnTo>
                    <a:pt x="16" y="67"/>
                  </a:lnTo>
                  <a:lnTo>
                    <a:pt x="18" y="67"/>
                  </a:lnTo>
                  <a:lnTo>
                    <a:pt x="18" y="67"/>
                  </a:lnTo>
                  <a:lnTo>
                    <a:pt x="16" y="67"/>
                  </a:lnTo>
                  <a:lnTo>
                    <a:pt x="16" y="67"/>
                  </a:lnTo>
                  <a:lnTo>
                    <a:pt x="14" y="67"/>
                  </a:lnTo>
                  <a:lnTo>
                    <a:pt x="14" y="67"/>
                  </a:lnTo>
                  <a:lnTo>
                    <a:pt x="14" y="67"/>
                  </a:lnTo>
                  <a:lnTo>
                    <a:pt x="11" y="67"/>
                  </a:lnTo>
                  <a:lnTo>
                    <a:pt x="11" y="67"/>
                  </a:lnTo>
                  <a:lnTo>
                    <a:pt x="11" y="67"/>
                  </a:lnTo>
                  <a:lnTo>
                    <a:pt x="11" y="67"/>
                  </a:lnTo>
                  <a:lnTo>
                    <a:pt x="9" y="67"/>
                  </a:lnTo>
                  <a:lnTo>
                    <a:pt x="9" y="67"/>
                  </a:lnTo>
                  <a:lnTo>
                    <a:pt x="7" y="67"/>
                  </a:lnTo>
                  <a:lnTo>
                    <a:pt x="7" y="67"/>
                  </a:lnTo>
                  <a:lnTo>
                    <a:pt x="7" y="69"/>
                  </a:lnTo>
                  <a:lnTo>
                    <a:pt x="7" y="69"/>
                  </a:lnTo>
                  <a:lnTo>
                    <a:pt x="4" y="69"/>
                  </a:lnTo>
                  <a:lnTo>
                    <a:pt x="4" y="69"/>
                  </a:lnTo>
                  <a:lnTo>
                    <a:pt x="4" y="69"/>
                  </a:lnTo>
                  <a:lnTo>
                    <a:pt x="2" y="69"/>
                  </a:lnTo>
                  <a:lnTo>
                    <a:pt x="2" y="69"/>
                  </a:lnTo>
                  <a:lnTo>
                    <a:pt x="2" y="69"/>
                  </a:lnTo>
                  <a:lnTo>
                    <a:pt x="0" y="69"/>
                  </a:lnTo>
                  <a:lnTo>
                    <a:pt x="0" y="69"/>
                  </a:lnTo>
                  <a:lnTo>
                    <a:pt x="0" y="69"/>
                  </a:lnTo>
                  <a:lnTo>
                    <a:pt x="0" y="69"/>
                  </a:lnTo>
                  <a:lnTo>
                    <a:pt x="0" y="67"/>
                  </a:lnTo>
                  <a:lnTo>
                    <a:pt x="0" y="67"/>
                  </a:lnTo>
                  <a:lnTo>
                    <a:pt x="0" y="67"/>
                  </a:lnTo>
                  <a:lnTo>
                    <a:pt x="0" y="67"/>
                  </a:lnTo>
                  <a:lnTo>
                    <a:pt x="0" y="64"/>
                  </a:lnTo>
                  <a:lnTo>
                    <a:pt x="0" y="64"/>
                  </a:lnTo>
                  <a:lnTo>
                    <a:pt x="0" y="64"/>
                  </a:lnTo>
                  <a:lnTo>
                    <a:pt x="0" y="62"/>
                  </a:lnTo>
                  <a:lnTo>
                    <a:pt x="0" y="62"/>
                  </a:lnTo>
                  <a:lnTo>
                    <a:pt x="0" y="60"/>
                  </a:lnTo>
                  <a:lnTo>
                    <a:pt x="0" y="60"/>
                  </a:lnTo>
                  <a:lnTo>
                    <a:pt x="0" y="57"/>
                  </a:lnTo>
                  <a:lnTo>
                    <a:pt x="0" y="57"/>
                  </a:lnTo>
                  <a:lnTo>
                    <a:pt x="0" y="57"/>
                  </a:lnTo>
                  <a:lnTo>
                    <a:pt x="0" y="55"/>
                  </a:lnTo>
                  <a:lnTo>
                    <a:pt x="2" y="55"/>
                  </a:lnTo>
                  <a:lnTo>
                    <a:pt x="2" y="55"/>
                  </a:lnTo>
                  <a:lnTo>
                    <a:pt x="2" y="52"/>
                  </a:lnTo>
                  <a:lnTo>
                    <a:pt x="2" y="52"/>
                  </a:lnTo>
                  <a:lnTo>
                    <a:pt x="2" y="52"/>
                  </a:lnTo>
                  <a:lnTo>
                    <a:pt x="2" y="50"/>
                  </a:lnTo>
                  <a:lnTo>
                    <a:pt x="2" y="50"/>
                  </a:lnTo>
                  <a:lnTo>
                    <a:pt x="4" y="50"/>
                  </a:lnTo>
                  <a:lnTo>
                    <a:pt x="4" y="48"/>
                  </a:lnTo>
                  <a:lnTo>
                    <a:pt x="2" y="48"/>
                  </a:lnTo>
                  <a:lnTo>
                    <a:pt x="2" y="48"/>
                  </a:lnTo>
                  <a:lnTo>
                    <a:pt x="2" y="48"/>
                  </a:lnTo>
                  <a:lnTo>
                    <a:pt x="2" y="45"/>
                  </a:lnTo>
                  <a:lnTo>
                    <a:pt x="4" y="45"/>
                  </a:lnTo>
                  <a:lnTo>
                    <a:pt x="4" y="45"/>
                  </a:lnTo>
                  <a:lnTo>
                    <a:pt x="4" y="45"/>
                  </a:lnTo>
                  <a:lnTo>
                    <a:pt x="4" y="45"/>
                  </a:lnTo>
                  <a:lnTo>
                    <a:pt x="7" y="45"/>
                  </a:lnTo>
                  <a:lnTo>
                    <a:pt x="7" y="43"/>
                  </a:lnTo>
                  <a:lnTo>
                    <a:pt x="7" y="43"/>
                  </a:lnTo>
                  <a:lnTo>
                    <a:pt x="7" y="43"/>
                  </a:lnTo>
                  <a:lnTo>
                    <a:pt x="9" y="43"/>
                  </a:lnTo>
                  <a:lnTo>
                    <a:pt x="9" y="43"/>
                  </a:lnTo>
                  <a:lnTo>
                    <a:pt x="9" y="43"/>
                  </a:lnTo>
                  <a:lnTo>
                    <a:pt x="11" y="43"/>
                  </a:lnTo>
                  <a:lnTo>
                    <a:pt x="11" y="41"/>
                  </a:lnTo>
                  <a:lnTo>
                    <a:pt x="11" y="41"/>
                  </a:lnTo>
                  <a:lnTo>
                    <a:pt x="11" y="41"/>
                  </a:lnTo>
                  <a:lnTo>
                    <a:pt x="14" y="41"/>
                  </a:lnTo>
                  <a:lnTo>
                    <a:pt x="14" y="41"/>
                  </a:lnTo>
                  <a:lnTo>
                    <a:pt x="14" y="41"/>
                  </a:lnTo>
                  <a:lnTo>
                    <a:pt x="14" y="41"/>
                  </a:lnTo>
                  <a:lnTo>
                    <a:pt x="14" y="38"/>
                  </a:lnTo>
                  <a:lnTo>
                    <a:pt x="14" y="38"/>
                  </a:lnTo>
                  <a:lnTo>
                    <a:pt x="14" y="38"/>
                  </a:lnTo>
                  <a:lnTo>
                    <a:pt x="11" y="38"/>
                  </a:lnTo>
                  <a:lnTo>
                    <a:pt x="11" y="38"/>
                  </a:lnTo>
                  <a:lnTo>
                    <a:pt x="11" y="38"/>
                  </a:lnTo>
                  <a:lnTo>
                    <a:pt x="11" y="41"/>
                  </a:lnTo>
                  <a:lnTo>
                    <a:pt x="9" y="41"/>
                  </a:lnTo>
                  <a:lnTo>
                    <a:pt x="9" y="41"/>
                  </a:lnTo>
                  <a:lnTo>
                    <a:pt x="7" y="41"/>
                  </a:lnTo>
                  <a:lnTo>
                    <a:pt x="7" y="41"/>
                  </a:lnTo>
                  <a:lnTo>
                    <a:pt x="7" y="41"/>
                  </a:lnTo>
                  <a:lnTo>
                    <a:pt x="4" y="41"/>
                  </a:lnTo>
                  <a:lnTo>
                    <a:pt x="4" y="41"/>
                  </a:lnTo>
                  <a:lnTo>
                    <a:pt x="4" y="41"/>
                  </a:lnTo>
                  <a:lnTo>
                    <a:pt x="2" y="41"/>
                  </a:lnTo>
                  <a:lnTo>
                    <a:pt x="2" y="41"/>
                  </a:lnTo>
                  <a:lnTo>
                    <a:pt x="0" y="41"/>
                  </a:lnTo>
                  <a:lnTo>
                    <a:pt x="0" y="41"/>
                  </a:lnTo>
                  <a:lnTo>
                    <a:pt x="0" y="41"/>
                  </a:lnTo>
                  <a:lnTo>
                    <a:pt x="0" y="38"/>
                  </a:lnTo>
                  <a:lnTo>
                    <a:pt x="0" y="38"/>
                  </a:lnTo>
                  <a:lnTo>
                    <a:pt x="0" y="36"/>
                  </a:lnTo>
                  <a:lnTo>
                    <a:pt x="0" y="36"/>
                  </a:lnTo>
                  <a:lnTo>
                    <a:pt x="0" y="36"/>
                  </a:lnTo>
                  <a:lnTo>
                    <a:pt x="0" y="36"/>
                  </a:lnTo>
                  <a:lnTo>
                    <a:pt x="0" y="36"/>
                  </a:lnTo>
                  <a:lnTo>
                    <a:pt x="2" y="36"/>
                  </a:lnTo>
                  <a:lnTo>
                    <a:pt x="2" y="34"/>
                  </a:lnTo>
                  <a:lnTo>
                    <a:pt x="2" y="34"/>
                  </a:lnTo>
                  <a:lnTo>
                    <a:pt x="2" y="34"/>
                  </a:lnTo>
                  <a:lnTo>
                    <a:pt x="4" y="34"/>
                  </a:lnTo>
                  <a:lnTo>
                    <a:pt x="4" y="31"/>
                  </a:lnTo>
                  <a:lnTo>
                    <a:pt x="4" y="31"/>
                  </a:lnTo>
                  <a:lnTo>
                    <a:pt x="4" y="31"/>
                  </a:lnTo>
                  <a:lnTo>
                    <a:pt x="4" y="31"/>
                  </a:lnTo>
                  <a:lnTo>
                    <a:pt x="4" y="29"/>
                  </a:lnTo>
                  <a:lnTo>
                    <a:pt x="7" y="29"/>
                  </a:lnTo>
                  <a:lnTo>
                    <a:pt x="7" y="29"/>
                  </a:lnTo>
                  <a:lnTo>
                    <a:pt x="4" y="29"/>
                  </a:lnTo>
                  <a:lnTo>
                    <a:pt x="4" y="26"/>
                  </a:lnTo>
                  <a:lnTo>
                    <a:pt x="4" y="26"/>
                  </a:lnTo>
                  <a:lnTo>
                    <a:pt x="4" y="26"/>
                  </a:lnTo>
                  <a:lnTo>
                    <a:pt x="4" y="24"/>
                  </a:lnTo>
                  <a:lnTo>
                    <a:pt x="4" y="24"/>
                  </a:lnTo>
                  <a:lnTo>
                    <a:pt x="7" y="24"/>
                  </a:lnTo>
                  <a:lnTo>
                    <a:pt x="7" y="24"/>
                  </a:lnTo>
                  <a:lnTo>
                    <a:pt x="7" y="22"/>
                  </a:lnTo>
                  <a:lnTo>
                    <a:pt x="7" y="22"/>
                  </a:lnTo>
                  <a:lnTo>
                    <a:pt x="9" y="22"/>
                  </a:lnTo>
                  <a:lnTo>
                    <a:pt x="9" y="22"/>
                  </a:lnTo>
                  <a:lnTo>
                    <a:pt x="9" y="22"/>
                  </a:lnTo>
                  <a:lnTo>
                    <a:pt x="11" y="22"/>
                  </a:lnTo>
                  <a:lnTo>
                    <a:pt x="11" y="22"/>
                  </a:lnTo>
                  <a:lnTo>
                    <a:pt x="11" y="19"/>
                  </a:lnTo>
                  <a:lnTo>
                    <a:pt x="11" y="19"/>
                  </a:lnTo>
                  <a:lnTo>
                    <a:pt x="11" y="17"/>
                  </a:lnTo>
                  <a:lnTo>
                    <a:pt x="11" y="17"/>
                  </a:lnTo>
                  <a:lnTo>
                    <a:pt x="11" y="17"/>
                  </a:lnTo>
                  <a:lnTo>
                    <a:pt x="11" y="17"/>
                  </a:lnTo>
                  <a:lnTo>
                    <a:pt x="11" y="15"/>
                  </a:lnTo>
                  <a:lnTo>
                    <a:pt x="11" y="15"/>
                  </a:lnTo>
                  <a:lnTo>
                    <a:pt x="9" y="15"/>
                  </a:lnTo>
                  <a:lnTo>
                    <a:pt x="9" y="15"/>
                  </a:lnTo>
                  <a:lnTo>
                    <a:pt x="9" y="12"/>
                  </a:lnTo>
                  <a:lnTo>
                    <a:pt x="7" y="12"/>
                  </a:lnTo>
                  <a:lnTo>
                    <a:pt x="7" y="12"/>
                  </a:lnTo>
                  <a:lnTo>
                    <a:pt x="7" y="12"/>
                  </a:lnTo>
                  <a:lnTo>
                    <a:pt x="7" y="12"/>
                  </a:lnTo>
                  <a:lnTo>
                    <a:pt x="4" y="12"/>
                  </a:lnTo>
                  <a:lnTo>
                    <a:pt x="4" y="10"/>
                  </a:lnTo>
                  <a:lnTo>
                    <a:pt x="4" y="10"/>
                  </a:lnTo>
                  <a:lnTo>
                    <a:pt x="7" y="10"/>
                  </a:lnTo>
                  <a:lnTo>
                    <a:pt x="7" y="7"/>
                  </a:lnTo>
                  <a:lnTo>
                    <a:pt x="7" y="7"/>
                  </a:lnTo>
                  <a:lnTo>
                    <a:pt x="7" y="7"/>
                  </a:lnTo>
                  <a:lnTo>
                    <a:pt x="9" y="7"/>
                  </a:lnTo>
                  <a:lnTo>
                    <a:pt x="9" y="7"/>
                  </a:lnTo>
                  <a:lnTo>
                    <a:pt x="9" y="7"/>
                  </a:lnTo>
                  <a:lnTo>
                    <a:pt x="11" y="7"/>
                  </a:lnTo>
                  <a:lnTo>
                    <a:pt x="11" y="7"/>
                  </a:lnTo>
                  <a:lnTo>
                    <a:pt x="11" y="5"/>
                  </a:lnTo>
                  <a:lnTo>
                    <a:pt x="11" y="5"/>
                  </a:lnTo>
                  <a:lnTo>
                    <a:pt x="11" y="5"/>
                  </a:lnTo>
                  <a:lnTo>
                    <a:pt x="14" y="5"/>
                  </a:lnTo>
                  <a:lnTo>
                    <a:pt x="14" y="5"/>
                  </a:lnTo>
                  <a:lnTo>
                    <a:pt x="14" y="5"/>
                  </a:lnTo>
                  <a:lnTo>
                    <a:pt x="14" y="5"/>
                  </a:lnTo>
                  <a:lnTo>
                    <a:pt x="16" y="5"/>
                  </a:lnTo>
                  <a:lnTo>
                    <a:pt x="16" y="5"/>
                  </a:lnTo>
                  <a:lnTo>
                    <a:pt x="18" y="5"/>
                  </a:lnTo>
                  <a:lnTo>
                    <a:pt x="18" y="5"/>
                  </a:lnTo>
                  <a:lnTo>
                    <a:pt x="18" y="5"/>
                  </a:lnTo>
                  <a:lnTo>
                    <a:pt x="18" y="3"/>
                  </a:lnTo>
                  <a:lnTo>
                    <a:pt x="21" y="3"/>
                  </a:lnTo>
                  <a:lnTo>
                    <a:pt x="21" y="3"/>
                  </a:lnTo>
                  <a:lnTo>
                    <a:pt x="21" y="3"/>
                  </a:lnTo>
                  <a:lnTo>
                    <a:pt x="21" y="3"/>
                  </a:lnTo>
                  <a:lnTo>
                    <a:pt x="23" y="3"/>
                  </a:lnTo>
                  <a:lnTo>
                    <a:pt x="23" y="3"/>
                  </a:lnTo>
                  <a:lnTo>
                    <a:pt x="26" y="3"/>
                  </a:lnTo>
                  <a:lnTo>
                    <a:pt x="26" y="0"/>
                  </a:lnTo>
                  <a:lnTo>
                    <a:pt x="26" y="0"/>
                  </a:lnTo>
                  <a:lnTo>
                    <a:pt x="26" y="3"/>
                  </a:lnTo>
                  <a:lnTo>
                    <a:pt x="26" y="3"/>
                  </a:lnTo>
                  <a:lnTo>
                    <a:pt x="28" y="3"/>
                  </a:lnTo>
                  <a:lnTo>
                    <a:pt x="28" y="3"/>
                  </a:lnTo>
                  <a:lnTo>
                    <a:pt x="28" y="3"/>
                  </a:lnTo>
                  <a:lnTo>
                    <a:pt x="28" y="5"/>
                  </a:lnTo>
                  <a:lnTo>
                    <a:pt x="30" y="5"/>
                  </a:lnTo>
                  <a:lnTo>
                    <a:pt x="30" y="5"/>
                  </a:lnTo>
                  <a:lnTo>
                    <a:pt x="30" y="5"/>
                  </a:lnTo>
                  <a:lnTo>
                    <a:pt x="30" y="5"/>
                  </a:lnTo>
                  <a:lnTo>
                    <a:pt x="30" y="7"/>
                  </a:lnTo>
                  <a:lnTo>
                    <a:pt x="33" y="7"/>
                  </a:lnTo>
                  <a:lnTo>
                    <a:pt x="33" y="5"/>
                  </a:lnTo>
                  <a:lnTo>
                    <a:pt x="33" y="5"/>
                  </a:lnTo>
                  <a:lnTo>
                    <a:pt x="33" y="5"/>
                  </a:lnTo>
                  <a:lnTo>
                    <a:pt x="35" y="5"/>
                  </a:lnTo>
                  <a:lnTo>
                    <a:pt x="35" y="5"/>
                  </a:lnTo>
                  <a:lnTo>
                    <a:pt x="35" y="5"/>
                  </a:lnTo>
                  <a:lnTo>
                    <a:pt x="35" y="5"/>
                  </a:lnTo>
                  <a:lnTo>
                    <a:pt x="37" y="5"/>
                  </a:lnTo>
                  <a:lnTo>
                    <a:pt x="37" y="5"/>
                  </a:lnTo>
                  <a:lnTo>
                    <a:pt x="37" y="5"/>
                  </a:lnTo>
                  <a:lnTo>
                    <a:pt x="37" y="5"/>
                  </a:lnTo>
                  <a:lnTo>
                    <a:pt x="40" y="5"/>
                  </a:lnTo>
                  <a:lnTo>
                    <a:pt x="40" y="5"/>
                  </a:lnTo>
                  <a:lnTo>
                    <a:pt x="40" y="5"/>
                  </a:lnTo>
                  <a:lnTo>
                    <a:pt x="42" y="5"/>
                  </a:lnTo>
                  <a:lnTo>
                    <a:pt x="42" y="5"/>
                  </a:lnTo>
                  <a:lnTo>
                    <a:pt x="42" y="5"/>
                  </a:lnTo>
                  <a:lnTo>
                    <a:pt x="42" y="7"/>
                  </a:lnTo>
                  <a:lnTo>
                    <a:pt x="42" y="7"/>
                  </a:lnTo>
                  <a:lnTo>
                    <a:pt x="42" y="7"/>
                  </a:lnTo>
                  <a:lnTo>
                    <a:pt x="40" y="7"/>
                  </a:lnTo>
                  <a:lnTo>
                    <a:pt x="40" y="7"/>
                  </a:lnTo>
                  <a:lnTo>
                    <a:pt x="42" y="7"/>
                  </a:lnTo>
                  <a:lnTo>
                    <a:pt x="42" y="10"/>
                  </a:lnTo>
                  <a:lnTo>
                    <a:pt x="42" y="10"/>
                  </a:lnTo>
                  <a:lnTo>
                    <a:pt x="42" y="10"/>
                  </a:lnTo>
                  <a:lnTo>
                    <a:pt x="42" y="12"/>
                  </a:lnTo>
                  <a:lnTo>
                    <a:pt x="45" y="12"/>
                  </a:lnTo>
                  <a:lnTo>
                    <a:pt x="45" y="12"/>
                  </a:lnTo>
                  <a:lnTo>
                    <a:pt x="45" y="15"/>
                  </a:lnTo>
                  <a:lnTo>
                    <a:pt x="45" y="15"/>
                  </a:lnTo>
                  <a:lnTo>
                    <a:pt x="45" y="15"/>
                  </a:lnTo>
                  <a:lnTo>
                    <a:pt x="45" y="15"/>
                  </a:lnTo>
                  <a:lnTo>
                    <a:pt x="47" y="15"/>
                  </a:lnTo>
                  <a:lnTo>
                    <a:pt x="47" y="17"/>
                  </a:lnTo>
                  <a:lnTo>
                    <a:pt x="47" y="17"/>
                  </a:lnTo>
                  <a:lnTo>
                    <a:pt x="47" y="17"/>
                  </a:lnTo>
                  <a:lnTo>
                    <a:pt x="47" y="17"/>
                  </a:lnTo>
                  <a:lnTo>
                    <a:pt x="49" y="17"/>
                  </a:lnTo>
                  <a:lnTo>
                    <a:pt x="49" y="17"/>
                  </a:lnTo>
                  <a:lnTo>
                    <a:pt x="49" y="17"/>
                  </a:lnTo>
                  <a:lnTo>
                    <a:pt x="52" y="17"/>
                  </a:lnTo>
                  <a:lnTo>
                    <a:pt x="52" y="17"/>
                  </a:lnTo>
                  <a:lnTo>
                    <a:pt x="52" y="19"/>
                  </a:lnTo>
                  <a:lnTo>
                    <a:pt x="52" y="19"/>
                  </a:lnTo>
                  <a:lnTo>
                    <a:pt x="54" y="19"/>
                  </a:lnTo>
                  <a:lnTo>
                    <a:pt x="54" y="19"/>
                  </a:lnTo>
                  <a:lnTo>
                    <a:pt x="54" y="19"/>
                  </a:lnTo>
                  <a:lnTo>
                    <a:pt x="54" y="19"/>
                  </a:lnTo>
                  <a:lnTo>
                    <a:pt x="56" y="19"/>
                  </a:lnTo>
                  <a:lnTo>
                    <a:pt x="56" y="19"/>
                  </a:lnTo>
                  <a:lnTo>
                    <a:pt x="56" y="22"/>
                  </a:lnTo>
                  <a:lnTo>
                    <a:pt x="59" y="22"/>
                  </a:lnTo>
                  <a:lnTo>
                    <a:pt x="59" y="22"/>
                  </a:lnTo>
                  <a:lnTo>
                    <a:pt x="59" y="22"/>
                  </a:lnTo>
                  <a:lnTo>
                    <a:pt x="59" y="22"/>
                  </a:lnTo>
                  <a:lnTo>
                    <a:pt x="61" y="22"/>
                  </a:lnTo>
                  <a:lnTo>
                    <a:pt x="61" y="22"/>
                  </a:lnTo>
                  <a:lnTo>
                    <a:pt x="63" y="22"/>
                  </a:lnTo>
                  <a:lnTo>
                    <a:pt x="63" y="22"/>
                  </a:lnTo>
                  <a:lnTo>
                    <a:pt x="63" y="22"/>
                  </a:lnTo>
                  <a:lnTo>
                    <a:pt x="66" y="22"/>
                  </a:lnTo>
                  <a:lnTo>
                    <a:pt x="66" y="24"/>
                  </a:lnTo>
                  <a:lnTo>
                    <a:pt x="66" y="24"/>
                  </a:lnTo>
                  <a:lnTo>
                    <a:pt x="66" y="24"/>
                  </a:lnTo>
                  <a:lnTo>
                    <a:pt x="68" y="24"/>
                  </a:lnTo>
                  <a:lnTo>
                    <a:pt x="68" y="24"/>
                  </a:lnTo>
                  <a:lnTo>
                    <a:pt x="71" y="24"/>
                  </a:lnTo>
                  <a:lnTo>
                    <a:pt x="71" y="24"/>
                  </a:lnTo>
                  <a:lnTo>
                    <a:pt x="71" y="24"/>
                  </a:lnTo>
                  <a:lnTo>
                    <a:pt x="73" y="24"/>
                  </a:lnTo>
                  <a:lnTo>
                    <a:pt x="73" y="24"/>
                  </a:lnTo>
                  <a:lnTo>
                    <a:pt x="73" y="24"/>
                  </a:lnTo>
                  <a:lnTo>
                    <a:pt x="73" y="24"/>
                  </a:lnTo>
                  <a:lnTo>
                    <a:pt x="75" y="24"/>
                  </a:lnTo>
                  <a:lnTo>
                    <a:pt x="75" y="24"/>
                  </a:lnTo>
                  <a:lnTo>
                    <a:pt x="78" y="24"/>
                  </a:lnTo>
                  <a:lnTo>
                    <a:pt x="78" y="24"/>
                  </a:lnTo>
                  <a:lnTo>
                    <a:pt x="78" y="24"/>
                  </a:lnTo>
                  <a:lnTo>
                    <a:pt x="78" y="26"/>
                  </a:lnTo>
                  <a:lnTo>
                    <a:pt x="80" y="26"/>
                  </a:lnTo>
                  <a:lnTo>
                    <a:pt x="80" y="26"/>
                  </a:lnTo>
                  <a:lnTo>
                    <a:pt x="80" y="26"/>
                  </a:lnTo>
                  <a:lnTo>
                    <a:pt x="82" y="26"/>
                  </a:lnTo>
                  <a:lnTo>
                    <a:pt x="82" y="26"/>
                  </a:lnTo>
                  <a:lnTo>
                    <a:pt x="85" y="26"/>
                  </a:lnTo>
                  <a:lnTo>
                    <a:pt x="85" y="26"/>
                  </a:lnTo>
                  <a:lnTo>
                    <a:pt x="85" y="26"/>
                  </a:lnTo>
                  <a:lnTo>
                    <a:pt x="87" y="26"/>
                  </a:lnTo>
                  <a:lnTo>
                    <a:pt x="87" y="26"/>
                  </a:lnTo>
                  <a:lnTo>
                    <a:pt x="87" y="24"/>
                  </a:lnTo>
                  <a:lnTo>
                    <a:pt x="87" y="24"/>
                  </a:lnTo>
                  <a:lnTo>
                    <a:pt x="89" y="24"/>
                  </a:lnTo>
                  <a:lnTo>
                    <a:pt x="89" y="24"/>
                  </a:lnTo>
                  <a:lnTo>
                    <a:pt x="89" y="24"/>
                  </a:lnTo>
                  <a:lnTo>
                    <a:pt x="92" y="24"/>
                  </a:lnTo>
                  <a:lnTo>
                    <a:pt x="92" y="24"/>
                  </a:lnTo>
                  <a:lnTo>
                    <a:pt x="92" y="24"/>
                  </a:lnTo>
                  <a:lnTo>
                    <a:pt x="92" y="24"/>
                  </a:lnTo>
                  <a:lnTo>
                    <a:pt x="94" y="24"/>
                  </a:lnTo>
                  <a:lnTo>
                    <a:pt x="94" y="26"/>
                  </a:lnTo>
                  <a:lnTo>
                    <a:pt x="94" y="26"/>
                  </a:lnTo>
                  <a:lnTo>
                    <a:pt x="94" y="26"/>
                  </a:lnTo>
                  <a:lnTo>
                    <a:pt x="97" y="26"/>
                  </a:lnTo>
                  <a:lnTo>
                    <a:pt x="97" y="26"/>
                  </a:lnTo>
                  <a:lnTo>
                    <a:pt x="99" y="26"/>
                  </a:lnTo>
                  <a:lnTo>
                    <a:pt x="99" y="26"/>
                  </a:lnTo>
                  <a:lnTo>
                    <a:pt x="99" y="26"/>
                  </a:lnTo>
                  <a:lnTo>
                    <a:pt x="99" y="26"/>
                  </a:lnTo>
                  <a:lnTo>
                    <a:pt x="101" y="26"/>
                  </a:lnTo>
                  <a:lnTo>
                    <a:pt x="101" y="26"/>
                  </a:lnTo>
                  <a:lnTo>
                    <a:pt x="104" y="26"/>
                  </a:lnTo>
                  <a:lnTo>
                    <a:pt x="104" y="26"/>
                  </a:lnTo>
                  <a:lnTo>
                    <a:pt x="104" y="26"/>
                  </a:lnTo>
                  <a:lnTo>
                    <a:pt x="104" y="26"/>
                  </a:lnTo>
                  <a:lnTo>
                    <a:pt x="106" y="26"/>
                  </a:lnTo>
                  <a:lnTo>
                    <a:pt x="106" y="26"/>
                  </a:lnTo>
                  <a:lnTo>
                    <a:pt x="106" y="26"/>
                  </a:lnTo>
                  <a:lnTo>
                    <a:pt x="106" y="26"/>
                  </a:lnTo>
                  <a:lnTo>
                    <a:pt x="108" y="26"/>
                  </a:lnTo>
                  <a:lnTo>
                    <a:pt x="108" y="26"/>
                  </a:lnTo>
                  <a:lnTo>
                    <a:pt x="111" y="26"/>
                  </a:lnTo>
                  <a:lnTo>
                    <a:pt x="111" y="26"/>
                  </a:lnTo>
                  <a:lnTo>
                    <a:pt x="111" y="26"/>
                  </a:lnTo>
                  <a:lnTo>
                    <a:pt x="111" y="26"/>
                  </a:lnTo>
                  <a:lnTo>
                    <a:pt x="113" y="26"/>
                  </a:lnTo>
                  <a:lnTo>
                    <a:pt x="113" y="24"/>
                  </a:lnTo>
                  <a:lnTo>
                    <a:pt x="113" y="24"/>
                  </a:lnTo>
                  <a:lnTo>
                    <a:pt x="113" y="24"/>
                  </a:lnTo>
                  <a:lnTo>
                    <a:pt x="113" y="22"/>
                  </a:lnTo>
                  <a:lnTo>
                    <a:pt x="113" y="22"/>
                  </a:lnTo>
                  <a:lnTo>
                    <a:pt x="113" y="22"/>
                  </a:lnTo>
                  <a:lnTo>
                    <a:pt x="113" y="19"/>
                  </a:lnTo>
                  <a:lnTo>
                    <a:pt x="116" y="19"/>
                  </a:lnTo>
                  <a:lnTo>
                    <a:pt x="116" y="19"/>
                  </a:lnTo>
                  <a:lnTo>
                    <a:pt x="118" y="19"/>
                  </a:lnTo>
                  <a:lnTo>
                    <a:pt x="118" y="19"/>
                  </a:lnTo>
                  <a:lnTo>
                    <a:pt x="118" y="19"/>
                  </a:lnTo>
                  <a:lnTo>
                    <a:pt x="118" y="19"/>
                  </a:lnTo>
                  <a:lnTo>
                    <a:pt x="120" y="19"/>
                  </a:lnTo>
                  <a:lnTo>
                    <a:pt x="120" y="17"/>
                  </a:lnTo>
                  <a:lnTo>
                    <a:pt x="120" y="17"/>
                  </a:lnTo>
                  <a:lnTo>
                    <a:pt x="120" y="17"/>
                  </a:lnTo>
                  <a:lnTo>
                    <a:pt x="120" y="17"/>
                  </a:lnTo>
                  <a:lnTo>
                    <a:pt x="123" y="17"/>
                  </a:lnTo>
                  <a:lnTo>
                    <a:pt x="123" y="17"/>
                  </a:lnTo>
                  <a:lnTo>
                    <a:pt x="123" y="17"/>
                  </a:lnTo>
                  <a:lnTo>
                    <a:pt x="125" y="17"/>
                  </a:lnTo>
                  <a:lnTo>
                    <a:pt x="125" y="17"/>
                  </a:lnTo>
                  <a:lnTo>
                    <a:pt x="125" y="15"/>
                  </a:lnTo>
                  <a:lnTo>
                    <a:pt x="125" y="15"/>
                  </a:lnTo>
                  <a:lnTo>
                    <a:pt x="127" y="15"/>
                  </a:lnTo>
                  <a:lnTo>
                    <a:pt x="127" y="15"/>
                  </a:lnTo>
                  <a:lnTo>
                    <a:pt x="127" y="15"/>
                  </a:lnTo>
                  <a:lnTo>
                    <a:pt x="127" y="15"/>
                  </a:lnTo>
                  <a:lnTo>
                    <a:pt x="130" y="15"/>
                  </a:lnTo>
                  <a:lnTo>
                    <a:pt x="130" y="15"/>
                  </a:lnTo>
                  <a:lnTo>
                    <a:pt x="130" y="12"/>
                  </a:lnTo>
                  <a:lnTo>
                    <a:pt x="132" y="12"/>
                  </a:lnTo>
                  <a:lnTo>
                    <a:pt x="132" y="12"/>
                  </a:lnTo>
                  <a:lnTo>
                    <a:pt x="132" y="12"/>
                  </a:lnTo>
                  <a:lnTo>
                    <a:pt x="132" y="10"/>
                  </a:lnTo>
                  <a:lnTo>
                    <a:pt x="132" y="10"/>
                  </a:lnTo>
                  <a:lnTo>
                    <a:pt x="134" y="10"/>
                  </a:lnTo>
                  <a:lnTo>
                    <a:pt x="134" y="10"/>
                  </a:lnTo>
                  <a:lnTo>
                    <a:pt x="134" y="10"/>
                  </a:lnTo>
                  <a:lnTo>
                    <a:pt x="137" y="10"/>
                  </a:lnTo>
                  <a:lnTo>
                    <a:pt x="137" y="10"/>
                  </a:lnTo>
                  <a:lnTo>
                    <a:pt x="137" y="7"/>
                  </a:lnTo>
                  <a:lnTo>
                    <a:pt x="137" y="7"/>
                  </a:lnTo>
                  <a:lnTo>
                    <a:pt x="139" y="7"/>
                  </a:lnTo>
                  <a:lnTo>
                    <a:pt x="139" y="7"/>
                  </a:lnTo>
                  <a:lnTo>
                    <a:pt x="139" y="7"/>
                  </a:lnTo>
                  <a:lnTo>
                    <a:pt x="139" y="7"/>
                  </a:lnTo>
                  <a:lnTo>
                    <a:pt x="142" y="7"/>
                  </a:lnTo>
                  <a:lnTo>
                    <a:pt x="142" y="7"/>
                  </a:lnTo>
                  <a:lnTo>
                    <a:pt x="144" y="7"/>
                  </a:lnTo>
                  <a:lnTo>
                    <a:pt x="144" y="7"/>
                  </a:lnTo>
                  <a:lnTo>
                    <a:pt x="144" y="7"/>
                  </a:lnTo>
                  <a:lnTo>
                    <a:pt x="146" y="7"/>
                  </a:lnTo>
                  <a:lnTo>
                    <a:pt x="146" y="7"/>
                  </a:lnTo>
                  <a:lnTo>
                    <a:pt x="146" y="7"/>
                  </a:lnTo>
                  <a:lnTo>
                    <a:pt x="146" y="7"/>
                  </a:lnTo>
                  <a:lnTo>
                    <a:pt x="149" y="7"/>
                  </a:lnTo>
                  <a:lnTo>
                    <a:pt x="149" y="5"/>
                  </a:lnTo>
                  <a:lnTo>
                    <a:pt x="149" y="5"/>
                  </a:lnTo>
                  <a:lnTo>
                    <a:pt x="151" y="5"/>
                  </a:lnTo>
                  <a:lnTo>
                    <a:pt x="151" y="5"/>
                  </a:lnTo>
                  <a:lnTo>
                    <a:pt x="151" y="5"/>
                  </a:lnTo>
                  <a:lnTo>
                    <a:pt x="151" y="5"/>
                  </a:lnTo>
                  <a:lnTo>
                    <a:pt x="153" y="5"/>
                  </a:lnTo>
                  <a:lnTo>
                    <a:pt x="153" y="5"/>
                  </a:lnTo>
                  <a:lnTo>
                    <a:pt x="153" y="3"/>
                  </a:lnTo>
                  <a:lnTo>
                    <a:pt x="153" y="3"/>
                  </a:lnTo>
                  <a:lnTo>
                    <a:pt x="156" y="3"/>
                  </a:lnTo>
                  <a:lnTo>
                    <a:pt x="156" y="3"/>
                  </a:lnTo>
                  <a:lnTo>
                    <a:pt x="158" y="3"/>
                  </a:lnTo>
                  <a:lnTo>
                    <a:pt x="158" y="3"/>
                  </a:lnTo>
                  <a:lnTo>
                    <a:pt x="158" y="3"/>
                  </a:lnTo>
                  <a:lnTo>
                    <a:pt x="160" y="3"/>
                  </a:lnTo>
                  <a:lnTo>
                    <a:pt x="160" y="3"/>
                  </a:lnTo>
                  <a:lnTo>
                    <a:pt x="160" y="5"/>
                  </a:lnTo>
                  <a:lnTo>
                    <a:pt x="160" y="5"/>
                  </a:lnTo>
                  <a:lnTo>
                    <a:pt x="163" y="5"/>
                  </a:lnTo>
                  <a:lnTo>
                    <a:pt x="163" y="5"/>
                  </a:lnTo>
                  <a:lnTo>
                    <a:pt x="165" y="5"/>
                  </a:lnTo>
                  <a:lnTo>
                    <a:pt x="165" y="5"/>
                  </a:lnTo>
                  <a:lnTo>
                    <a:pt x="165" y="5"/>
                  </a:lnTo>
                  <a:lnTo>
                    <a:pt x="168" y="5"/>
                  </a:lnTo>
                  <a:lnTo>
                    <a:pt x="168" y="5"/>
                  </a:lnTo>
                  <a:lnTo>
                    <a:pt x="170" y="5"/>
                  </a:lnTo>
                  <a:lnTo>
                    <a:pt x="170" y="5"/>
                  </a:lnTo>
                  <a:lnTo>
                    <a:pt x="170" y="5"/>
                  </a:lnTo>
                  <a:lnTo>
                    <a:pt x="172" y="5"/>
                  </a:lnTo>
                  <a:lnTo>
                    <a:pt x="172" y="5"/>
                  </a:lnTo>
                  <a:lnTo>
                    <a:pt x="172" y="5"/>
                  </a:lnTo>
                  <a:lnTo>
                    <a:pt x="175" y="5"/>
                  </a:lnTo>
                  <a:lnTo>
                    <a:pt x="175" y="5"/>
                  </a:lnTo>
                  <a:lnTo>
                    <a:pt x="175" y="5"/>
                  </a:lnTo>
                  <a:lnTo>
                    <a:pt x="177" y="5"/>
                  </a:lnTo>
                  <a:lnTo>
                    <a:pt x="177" y="5"/>
                  </a:lnTo>
                  <a:lnTo>
                    <a:pt x="177" y="5"/>
                  </a:lnTo>
                  <a:lnTo>
                    <a:pt x="177" y="5"/>
                  </a:lnTo>
                  <a:lnTo>
                    <a:pt x="179" y="5"/>
                  </a:lnTo>
                  <a:lnTo>
                    <a:pt x="179" y="5"/>
                  </a:lnTo>
                  <a:lnTo>
                    <a:pt x="179" y="5"/>
                  </a:lnTo>
                  <a:lnTo>
                    <a:pt x="182" y="5"/>
                  </a:lnTo>
                  <a:lnTo>
                    <a:pt x="182" y="5"/>
                  </a:lnTo>
                  <a:lnTo>
                    <a:pt x="182" y="5"/>
                  </a:lnTo>
                  <a:lnTo>
                    <a:pt x="184" y="5"/>
                  </a:lnTo>
                  <a:lnTo>
                    <a:pt x="184" y="5"/>
                  </a:lnTo>
                  <a:lnTo>
                    <a:pt x="184" y="5"/>
                  </a:lnTo>
                  <a:lnTo>
                    <a:pt x="187" y="5"/>
                  </a:lnTo>
                  <a:lnTo>
                    <a:pt x="187" y="5"/>
                  </a:lnTo>
                  <a:lnTo>
                    <a:pt x="187" y="5"/>
                  </a:lnTo>
                  <a:lnTo>
                    <a:pt x="187" y="5"/>
                  </a:lnTo>
                  <a:lnTo>
                    <a:pt x="187" y="3"/>
                  </a:lnTo>
                  <a:lnTo>
                    <a:pt x="189" y="3"/>
                  </a:lnTo>
                  <a:lnTo>
                    <a:pt x="189" y="3"/>
                  </a:lnTo>
                  <a:lnTo>
                    <a:pt x="189" y="3"/>
                  </a:lnTo>
                  <a:lnTo>
                    <a:pt x="189" y="0"/>
                  </a:lnTo>
                  <a:lnTo>
                    <a:pt x="191" y="0"/>
                  </a:lnTo>
                  <a:lnTo>
                    <a:pt x="191" y="0"/>
                  </a:lnTo>
                  <a:lnTo>
                    <a:pt x="191" y="0"/>
                  </a:lnTo>
                  <a:lnTo>
                    <a:pt x="191" y="3"/>
                  </a:lnTo>
                  <a:lnTo>
                    <a:pt x="194" y="3"/>
                  </a:lnTo>
                  <a:lnTo>
                    <a:pt x="194" y="3"/>
                  </a:lnTo>
                  <a:lnTo>
                    <a:pt x="194" y="3"/>
                  </a:lnTo>
                  <a:lnTo>
                    <a:pt x="194" y="3"/>
                  </a:lnTo>
                  <a:lnTo>
                    <a:pt x="196" y="3"/>
                  </a:lnTo>
                  <a:lnTo>
                    <a:pt x="196" y="3"/>
                  </a:lnTo>
                  <a:lnTo>
                    <a:pt x="196" y="5"/>
                  </a:lnTo>
                  <a:lnTo>
                    <a:pt x="196" y="5"/>
                  </a:lnTo>
                  <a:lnTo>
                    <a:pt x="194" y="5"/>
                  </a:lnTo>
                  <a:lnTo>
                    <a:pt x="194" y="5"/>
                  </a:lnTo>
                  <a:lnTo>
                    <a:pt x="194" y="5"/>
                  </a:lnTo>
                  <a:lnTo>
                    <a:pt x="194" y="7"/>
                  </a:lnTo>
                  <a:lnTo>
                    <a:pt x="194" y="7"/>
                  </a:lnTo>
                  <a:lnTo>
                    <a:pt x="194" y="7"/>
                  </a:lnTo>
                  <a:lnTo>
                    <a:pt x="194" y="7"/>
                  </a:lnTo>
                  <a:lnTo>
                    <a:pt x="196" y="7"/>
                  </a:lnTo>
                  <a:lnTo>
                    <a:pt x="196" y="7"/>
                  </a:lnTo>
                  <a:lnTo>
                    <a:pt x="196" y="10"/>
                  </a:lnTo>
                  <a:lnTo>
                    <a:pt x="196" y="10"/>
                  </a:lnTo>
                  <a:lnTo>
                    <a:pt x="198" y="10"/>
                  </a:lnTo>
                  <a:lnTo>
                    <a:pt x="198" y="10"/>
                  </a:lnTo>
                  <a:lnTo>
                    <a:pt x="198" y="12"/>
                  </a:lnTo>
                  <a:lnTo>
                    <a:pt x="198" y="12"/>
                  </a:lnTo>
                  <a:lnTo>
                    <a:pt x="201" y="12"/>
                  </a:lnTo>
                  <a:lnTo>
                    <a:pt x="201" y="12"/>
                  </a:lnTo>
                  <a:lnTo>
                    <a:pt x="201" y="12"/>
                  </a:lnTo>
                  <a:lnTo>
                    <a:pt x="201" y="12"/>
                  </a:lnTo>
                  <a:lnTo>
                    <a:pt x="203" y="12"/>
                  </a:lnTo>
                  <a:lnTo>
                    <a:pt x="203" y="12"/>
                  </a:lnTo>
                  <a:lnTo>
                    <a:pt x="205" y="12"/>
                  </a:lnTo>
                  <a:lnTo>
                    <a:pt x="205" y="12"/>
                  </a:lnTo>
                  <a:lnTo>
                    <a:pt x="205" y="12"/>
                  </a:lnTo>
                  <a:lnTo>
                    <a:pt x="208" y="12"/>
                  </a:lnTo>
                  <a:lnTo>
                    <a:pt x="208" y="12"/>
                  </a:lnTo>
                  <a:lnTo>
                    <a:pt x="208" y="12"/>
                  </a:lnTo>
                  <a:lnTo>
                    <a:pt x="210" y="12"/>
                  </a:lnTo>
                  <a:lnTo>
                    <a:pt x="210" y="12"/>
                  </a:lnTo>
                  <a:lnTo>
                    <a:pt x="210" y="10"/>
                  </a:lnTo>
                  <a:lnTo>
                    <a:pt x="210" y="10"/>
                  </a:lnTo>
                  <a:lnTo>
                    <a:pt x="213" y="10"/>
                  </a:lnTo>
                  <a:lnTo>
                    <a:pt x="213" y="10"/>
                  </a:lnTo>
                  <a:lnTo>
                    <a:pt x="213" y="10"/>
                  </a:lnTo>
                  <a:lnTo>
                    <a:pt x="213" y="12"/>
                  </a:lnTo>
                  <a:lnTo>
                    <a:pt x="215" y="12"/>
                  </a:lnTo>
                  <a:lnTo>
                    <a:pt x="215" y="12"/>
                  </a:lnTo>
                  <a:lnTo>
                    <a:pt x="215" y="12"/>
                  </a:lnTo>
                  <a:lnTo>
                    <a:pt x="215" y="15"/>
                  </a:lnTo>
                  <a:lnTo>
                    <a:pt x="217" y="15"/>
                  </a:lnTo>
                  <a:lnTo>
                    <a:pt x="217" y="15"/>
                  </a:lnTo>
                  <a:lnTo>
                    <a:pt x="217" y="17"/>
                  </a:lnTo>
                  <a:lnTo>
                    <a:pt x="217" y="17"/>
                  </a:lnTo>
                  <a:lnTo>
                    <a:pt x="217" y="17"/>
                  </a:lnTo>
                  <a:lnTo>
                    <a:pt x="217" y="17"/>
                  </a:lnTo>
                  <a:lnTo>
                    <a:pt x="217" y="19"/>
                  </a:lnTo>
                  <a:lnTo>
                    <a:pt x="217" y="19"/>
                  </a:lnTo>
                  <a:lnTo>
                    <a:pt x="217" y="19"/>
                  </a:lnTo>
                  <a:lnTo>
                    <a:pt x="220" y="19"/>
                  </a:lnTo>
                  <a:lnTo>
                    <a:pt x="220" y="22"/>
                  </a:lnTo>
                  <a:lnTo>
                    <a:pt x="220" y="22"/>
                  </a:lnTo>
                  <a:lnTo>
                    <a:pt x="220" y="22"/>
                  </a:lnTo>
                  <a:lnTo>
                    <a:pt x="220" y="22"/>
                  </a:lnTo>
                  <a:lnTo>
                    <a:pt x="222" y="22"/>
                  </a:lnTo>
                  <a:lnTo>
                    <a:pt x="222" y="24"/>
                  </a:lnTo>
                  <a:lnTo>
                    <a:pt x="222" y="24"/>
                  </a:lnTo>
                  <a:lnTo>
                    <a:pt x="222" y="22"/>
                  </a:lnTo>
                  <a:lnTo>
                    <a:pt x="224" y="22"/>
                  </a:lnTo>
                  <a:lnTo>
                    <a:pt x="224" y="22"/>
                  </a:lnTo>
                  <a:lnTo>
                    <a:pt x="224" y="22"/>
                  </a:lnTo>
                  <a:lnTo>
                    <a:pt x="224" y="22"/>
                  </a:lnTo>
                  <a:lnTo>
                    <a:pt x="224" y="19"/>
                  </a:lnTo>
                  <a:lnTo>
                    <a:pt x="227" y="19"/>
                  </a:lnTo>
                  <a:lnTo>
                    <a:pt x="227" y="19"/>
                  </a:lnTo>
                  <a:lnTo>
                    <a:pt x="227" y="19"/>
                  </a:lnTo>
                  <a:lnTo>
                    <a:pt x="229" y="19"/>
                  </a:lnTo>
                  <a:lnTo>
                    <a:pt x="229" y="19"/>
                  </a:lnTo>
                  <a:lnTo>
                    <a:pt x="232" y="19"/>
                  </a:lnTo>
                  <a:lnTo>
                    <a:pt x="232" y="19"/>
                  </a:lnTo>
                  <a:lnTo>
                    <a:pt x="232" y="19"/>
                  </a:lnTo>
                  <a:lnTo>
                    <a:pt x="232" y="22"/>
                  </a:lnTo>
                  <a:lnTo>
                    <a:pt x="234" y="22"/>
                  </a:lnTo>
                  <a:lnTo>
                    <a:pt x="234" y="22"/>
                  </a:lnTo>
                  <a:lnTo>
                    <a:pt x="234" y="22"/>
                  </a:lnTo>
                  <a:lnTo>
                    <a:pt x="234" y="22"/>
                  </a:lnTo>
                  <a:lnTo>
                    <a:pt x="234" y="24"/>
                  </a:lnTo>
                  <a:lnTo>
                    <a:pt x="234" y="24"/>
                  </a:lnTo>
                  <a:lnTo>
                    <a:pt x="236" y="24"/>
                  </a:lnTo>
                  <a:lnTo>
                    <a:pt x="236" y="26"/>
                  </a:lnTo>
                  <a:lnTo>
                    <a:pt x="236" y="26"/>
                  </a:lnTo>
                  <a:lnTo>
                    <a:pt x="239" y="26"/>
                  </a:lnTo>
                  <a:lnTo>
                    <a:pt x="239" y="26"/>
                  </a:lnTo>
                  <a:lnTo>
                    <a:pt x="239" y="26"/>
                  </a:lnTo>
                  <a:lnTo>
                    <a:pt x="241" y="26"/>
                  </a:lnTo>
                  <a:lnTo>
                    <a:pt x="241" y="26"/>
                  </a:lnTo>
                  <a:lnTo>
                    <a:pt x="241" y="26"/>
                  </a:lnTo>
                  <a:lnTo>
                    <a:pt x="243" y="26"/>
                  </a:lnTo>
                  <a:lnTo>
                    <a:pt x="243" y="26"/>
                  </a:lnTo>
                  <a:lnTo>
                    <a:pt x="243" y="26"/>
                  </a:lnTo>
                  <a:lnTo>
                    <a:pt x="243" y="26"/>
                  </a:lnTo>
                  <a:lnTo>
                    <a:pt x="246" y="26"/>
                  </a:lnTo>
                  <a:lnTo>
                    <a:pt x="246" y="29"/>
                  </a:lnTo>
                  <a:lnTo>
                    <a:pt x="246" y="29"/>
                  </a:lnTo>
                  <a:lnTo>
                    <a:pt x="246" y="29"/>
                  </a:lnTo>
                  <a:lnTo>
                    <a:pt x="246" y="26"/>
                  </a:lnTo>
                  <a:lnTo>
                    <a:pt x="248" y="26"/>
                  </a:lnTo>
                  <a:lnTo>
                    <a:pt x="248" y="26"/>
                  </a:lnTo>
                  <a:lnTo>
                    <a:pt x="248" y="26"/>
                  </a:lnTo>
                  <a:lnTo>
                    <a:pt x="248" y="26"/>
                  </a:lnTo>
                  <a:lnTo>
                    <a:pt x="250" y="26"/>
                  </a:lnTo>
                  <a:lnTo>
                    <a:pt x="250" y="26"/>
                  </a:lnTo>
                  <a:lnTo>
                    <a:pt x="250" y="26"/>
                  </a:lnTo>
                  <a:lnTo>
                    <a:pt x="250" y="26"/>
                  </a:lnTo>
                  <a:lnTo>
                    <a:pt x="250" y="26"/>
                  </a:lnTo>
                  <a:lnTo>
                    <a:pt x="253" y="26"/>
                  </a:lnTo>
                  <a:lnTo>
                    <a:pt x="253" y="29"/>
                  </a:lnTo>
                  <a:lnTo>
                    <a:pt x="253" y="29"/>
                  </a:lnTo>
                  <a:lnTo>
                    <a:pt x="253" y="29"/>
                  </a:lnTo>
                  <a:lnTo>
                    <a:pt x="253" y="29"/>
                  </a:lnTo>
                  <a:lnTo>
                    <a:pt x="255" y="29"/>
                  </a:lnTo>
                  <a:lnTo>
                    <a:pt x="255" y="29"/>
                  </a:lnTo>
                  <a:lnTo>
                    <a:pt x="258" y="29"/>
                  </a:lnTo>
                  <a:lnTo>
                    <a:pt x="258" y="29"/>
                  </a:lnTo>
                  <a:lnTo>
                    <a:pt x="258" y="29"/>
                  </a:lnTo>
                  <a:lnTo>
                    <a:pt x="258" y="31"/>
                  </a:lnTo>
                  <a:lnTo>
                    <a:pt x="260" y="31"/>
                  </a:lnTo>
                  <a:lnTo>
                    <a:pt x="260" y="31"/>
                  </a:lnTo>
                  <a:lnTo>
                    <a:pt x="260" y="31"/>
                  </a:lnTo>
                  <a:lnTo>
                    <a:pt x="262" y="31"/>
                  </a:lnTo>
                  <a:lnTo>
                    <a:pt x="262" y="31"/>
                  </a:lnTo>
                  <a:lnTo>
                    <a:pt x="262" y="31"/>
                  </a:lnTo>
                  <a:lnTo>
                    <a:pt x="265" y="31"/>
                  </a:lnTo>
                  <a:lnTo>
                    <a:pt x="265" y="31"/>
                  </a:lnTo>
                  <a:lnTo>
                    <a:pt x="265" y="31"/>
                  </a:lnTo>
                  <a:lnTo>
                    <a:pt x="265" y="31"/>
                  </a:lnTo>
                  <a:lnTo>
                    <a:pt x="265" y="31"/>
                  </a:lnTo>
                  <a:lnTo>
                    <a:pt x="265" y="31"/>
                  </a:lnTo>
                  <a:lnTo>
                    <a:pt x="267" y="31"/>
                  </a:lnTo>
                  <a:lnTo>
                    <a:pt x="267" y="31"/>
                  </a:lnTo>
                  <a:lnTo>
                    <a:pt x="267" y="31"/>
                  </a:lnTo>
                  <a:lnTo>
                    <a:pt x="267" y="29"/>
                  </a:lnTo>
                  <a:lnTo>
                    <a:pt x="269" y="29"/>
                  </a:lnTo>
                  <a:lnTo>
                    <a:pt x="269" y="29"/>
                  </a:lnTo>
                  <a:lnTo>
                    <a:pt x="269" y="31"/>
                  </a:lnTo>
                  <a:lnTo>
                    <a:pt x="272" y="31"/>
                  </a:lnTo>
                  <a:lnTo>
                    <a:pt x="272" y="29"/>
                  </a:lnTo>
                  <a:lnTo>
                    <a:pt x="272" y="29"/>
                  </a:lnTo>
                  <a:lnTo>
                    <a:pt x="272" y="29"/>
                  </a:lnTo>
                  <a:lnTo>
                    <a:pt x="272" y="29"/>
                  </a:lnTo>
                  <a:lnTo>
                    <a:pt x="274" y="29"/>
                  </a:lnTo>
                  <a:lnTo>
                    <a:pt x="274" y="29"/>
                  </a:lnTo>
                  <a:lnTo>
                    <a:pt x="276" y="29"/>
                  </a:lnTo>
                  <a:lnTo>
                    <a:pt x="276" y="29"/>
                  </a:lnTo>
                  <a:lnTo>
                    <a:pt x="276" y="29"/>
                  </a:lnTo>
                  <a:lnTo>
                    <a:pt x="279" y="29"/>
                  </a:lnTo>
                  <a:lnTo>
                    <a:pt x="279" y="26"/>
                  </a:lnTo>
                  <a:lnTo>
                    <a:pt x="279" y="26"/>
                  </a:lnTo>
                  <a:lnTo>
                    <a:pt x="279" y="26"/>
                  </a:lnTo>
                  <a:lnTo>
                    <a:pt x="281" y="26"/>
                  </a:lnTo>
                  <a:lnTo>
                    <a:pt x="281" y="26"/>
                  </a:lnTo>
                  <a:lnTo>
                    <a:pt x="284" y="26"/>
                  </a:lnTo>
                  <a:lnTo>
                    <a:pt x="284" y="26"/>
                  </a:lnTo>
                  <a:lnTo>
                    <a:pt x="284" y="26"/>
                  </a:lnTo>
                  <a:lnTo>
                    <a:pt x="286" y="26"/>
                  </a:lnTo>
                  <a:lnTo>
                    <a:pt x="286" y="26"/>
                  </a:lnTo>
                  <a:lnTo>
                    <a:pt x="286" y="26"/>
                  </a:lnTo>
                  <a:lnTo>
                    <a:pt x="286" y="26"/>
                  </a:lnTo>
                  <a:lnTo>
                    <a:pt x="288" y="26"/>
                  </a:lnTo>
                  <a:lnTo>
                    <a:pt x="288" y="26"/>
                  </a:lnTo>
                  <a:lnTo>
                    <a:pt x="288" y="26"/>
                  </a:lnTo>
                  <a:lnTo>
                    <a:pt x="291" y="26"/>
                  </a:lnTo>
                  <a:lnTo>
                    <a:pt x="291" y="29"/>
                  </a:lnTo>
                  <a:lnTo>
                    <a:pt x="291" y="29"/>
                  </a:lnTo>
                  <a:lnTo>
                    <a:pt x="291" y="29"/>
                  </a:lnTo>
                  <a:lnTo>
                    <a:pt x="293" y="29"/>
                  </a:lnTo>
                  <a:lnTo>
                    <a:pt x="293" y="29"/>
                  </a:lnTo>
                  <a:lnTo>
                    <a:pt x="293" y="29"/>
                  </a:lnTo>
                  <a:lnTo>
                    <a:pt x="293" y="29"/>
                  </a:lnTo>
                  <a:lnTo>
                    <a:pt x="295" y="29"/>
                  </a:lnTo>
                  <a:lnTo>
                    <a:pt x="295" y="29"/>
                  </a:lnTo>
                  <a:lnTo>
                    <a:pt x="295" y="31"/>
                  </a:lnTo>
                  <a:lnTo>
                    <a:pt x="298" y="31"/>
                  </a:lnTo>
                  <a:lnTo>
                    <a:pt x="298" y="29"/>
                  </a:lnTo>
                  <a:lnTo>
                    <a:pt x="298" y="29"/>
                  </a:lnTo>
                  <a:lnTo>
                    <a:pt x="298" y="29"/>
                  </a:lnTo>
                  <a:lnTo>
                    <a:pt x="300" y="29"/>
                  </a:lnTo>
                  <a:lnTo>
                    <a:pt x="300" y="31"/>
                  </a:lnTo>
                  <a:lnTo>
                    <a:pt x="300" y="31"/>
                  </a:lnTo>
                  <a:lnTo>
                    <a:pt x="300" y="31"/>
                  </a:lnTo>
                  <a:lnTo>
                    <a:pt x="300" y="31"/>
                  </a:lnTo>
                  <a:lnTo>
                    <a:pt x="303" y="31"/>
                  </a:lnTo>
                  <a:lnTo>
                    <a:pt x="303" y="31"/>
                  </a:lnTo>
                  <a:lnTo>
                    <a:pt x="303" y="31"/>
                  </a:lnTo>
                  <a:lnTo>
                    <a:pt x="305" y="31"/>
                  </a:lnTo>
                  <a:lnTo>
                    <a:pt x="305" y="29"/>
                  </a:lnTo>
                  <a:lnTo>
                    <a:pt x="305" y="29"/>
                  </a:lnTo>
                  <a:lnTo>
                    <a:pt x="305" y="29"/>
                  </a:lnTo>
                  <a:lnTo>
                    <a:pt x="305" y="29"/>
                  </a:lnTo>
                  <a:lnTo>
                    <a:pt x="307" y="29"/>
                  </a:lnTo>
                  <a:lnTo>
                    <a:pt x="307" y="29"/>
                  </a:lnTo>
                  <a:lnTo>
                    <a:pt x="307" y="29"/>
                  </a:lnTo>
                  <a:lnTo>
                    <a:pt x="310" y="29"/>
                  </a:lnTo>
                  <a:lnTo>
                    <a:pt x="310" y="29"/>
                  </a:lnTo>
                  <a:lnTo>
                    <a:pt x="310" y="26"/>
                  </a:lnTo>
                  <a:lnTo>
                    <a:pt x="312" y="26"/>
                  </a:lnTo>
                  <a:lnTo>
                    <a:pt x="312" y="26"/>
                  </a:lnTo>
                  <a:lnTo>
                    <a:pt x="312" y="26"/>
                  </a:lnTo>
                  <a:lnTo>
                    <a:pt x="312" y="26"/>
                  </a:lnTo>
                  <a:lnTo>
                    <a:pt x="314" y="26"/>
                  </a:lnTo>
                  <a:lnTo>
                    <a:pt x="314" y="26"/>
                  </a:lnTo>
                  <a:lnTo>
                    <a:pt x="314" y="26"/>
                  </a:lnTo>
                  <a:lnTo>
                    <a:pt x="317" y="26"/>
                  </a:lnTo>
                  <a:lnTo>
                    <a:pt x="317" y="24"/>
                  </a:lnTo>
                  <a:lnTo>
                    <a:pt x="317" y="24"/>
                  </a:lnTo>
                  <a:lnTo>
                    <a:pt x="317" y="24"/>
                  </a:lnTo>
                  <a:lnTo>
                    <a:pt x="319" y="24"/>
                  </a:lnTo>
                  <a:lnTo>
                    <a:pt x="319" y="24"/>
                  </a:lnTo>
                  <a:lnTo>
                    <a:pt x="319" y="24"/>
                  </a:lnTo>
                  <a:lnTo>
                    <a:pt x="319" y="24"/>
                  </a:lnTo>
                  <a:lnTo>
                    <a:pt x="321" y="24"/>
                  </a:lnTo>
                  <a:lnTo>
                    <a:pt x="321" y="24"/>
                  </a:lnTo>
                  <a:lnTo>
                    <a:pt x="321" y="22"/>
                  </a:lnTo>
                  <a:lnTo>
                    <a:pt x="324" y="22"/>
                  </a:lnTo>
                  <a:lnTo>
                    <a:pt x="324" y="22"/>
                  </a:lnTo>
                  <a:lnTo>
                    <a:pt x="324" y="22"/>
                  </a:lnTo>
                  <a:lnTo>
                    <a:pt x="324" y="22"/>
                  </a:lnTo>
                  <a:lnTo>
                    <a:pt x="326" y="22"/>
                  </a:lnTo>
                  <a:lnTo>
                    <a:pt x="326" y="19"/>
                  </a:lnTo>
                  <a:lnTo>
                    <a:pt x="326" y="19"/>
                  </a:lnTo>
                  <a:lnTo>
                    <a:pt x="326" y="19"/>
                  </a:lnTo>
                  <a:lnTo>
                    <a:pt x="326" y="19"/>
                  </a:lnTo>
                  <a:lnTo>
                    <a:pt x="329" y="19"/>
                  </a:lnTo>
                  <a:lnTo>
                    <a:pt x="329" y="19"/>
                  </a:lnTo>
                  <a:lnTo>
                    <a:pt x="329" y="17"/>
                  </a:lnTo>
                  <a:lnTo>
                    <a:pt x="331" y="17"/>
                  </a:lnTo>
                  <a:lnTo>
                    <a:pt x="331" y="17"/>
                  </a:lnTo>
                  <a:lnTo>
                    <a:pt x="331" y="17"/>
                  </a:lnTo>
                  <a:lnTo>
                    <a:pt x="331" y="17"/>
                  </a:lnTo>
                  <a:lnTo>
                    <a:pt x="331" y="17"/>
                  </a:lnTo>
                  <a:lnTo>
                    <a:pt x="333" y="17"/>
                  </a:lnTo>
                  <a:lnTo>
                    <a:pt x="333" y="17"/>
                  </a:lnTo>
                  <a:lnTo>
                    <a:pt x="333" y="17"/>
                  </a:lnTo>
                  <a:lnTo>
                    <a:pt x="333" y="17"/>
                  </a:lnTo>
                  <a:lnTo>
                    <a:pt x="336" y="17"/>
                  </a:lnTo>
                  <a:lnTo>
                    <a:pt x="336" y="17"/>
                  </a:lnTo>
                  <a:lnTo>
                    <a:pt x="336" y="17"/>
                  </a:lnTo>
                  <a:lnTo>
                    <a:pt x="338" y="17"/>
                  </a:lnTo>
                  <a:lnTo>
                    <a:pt x="338" y="17"/>
                  </a:lnTo>
                  <a:lnTo>
                    <a:pt x="338" y="17"/>
                  </a:lnTo>
                  <a:lnTo>
                    <a:pt x="338" y="17"/>
                  </a:lnTo>
                  <a:lnTo>
                    <a:pt x="340" y="17"/>
                  </a:lnTo>
                  <a:lnTo>
                    <a:pt x="340" y="17"/>
                  </a:lnTo>
                  <a:lnTo>
                    <a:pt x="340" y="17"/>
                  </a:lnTo>
                  <a:lnTo>
                    <a:pt x="343" y="17"/>
                  </a:lnTo>
                  <a:lnTo>
                    <a:pt x="343" y="17"/>
                  </a:lnTo>
                  <a:lnTo>
                    <a:pt x="345" y="17"/>
                  </a:lnTo>
                  <a:lnTo>
                    <a:pt x="345" y="17"/>
                  </a:lnTo>
                  <a:lnTo>
                    <a:pt x="345" y="17"/>
                  </a:lnTo>
                  <a:lnTo>
                    <a:pt x="347" y="17"/>
                  </a:lnTo>
                  <a:lnTo>
                    <a:pt x="347" y="17"/>
                  </a:lnTo>
                  <a:lnTo>
                    <a:pt x="350" y="17"/>
                  </a:lnTo>
                  <a:lnTo>
                    <a:pt x="350" y="17"/>
                  </a:lnTo>
                  <a:lnTo>
                    <a:pt x="350" y="17"/>
                  </a:lnTo>
                  <a:lnTo>
                    <a:pt x="350" y="17"/>
                  </a:lnTo>
                  <a:lnTo>
                    <a:pt x="352" y="17"/>
                  </a:lnTo>
                  <a:lnTo>
                    <a:pt x="352" y="17"/>
                  </a:lnTo>
                  <a:lnTo>
                    <a:pt x="352" y="17"/>
                  </a:lnTo>
                  <a:lnTo>
                    <a:pt x="352" y="17"/>
                  </a:lnTo>
                  <a:lnTo>
                    <a:pt x="355" y="17"/>
                  </a:lnTo>
                  <a:lnTo>
                    <a:pt x="355" y="17"/>
                  </a:lnTo>
                  <a:lnTo>
                    <a:pt x="355" y="15"/>
                  </a:lnTo>
                  <a:lnTo>
                    <a:pt x="355" y="15"/>
                  </a:lnTo>
                  <a:lnTo>
                    <a:pt x="357" y="15"/>
                  </a:lnTo>
                  <a:lnTo>
                    <a:pt x="357" y="15"/>
                  </a:lnTo>
                  <a:lnTo>
                    <a:pt x="357" y="15"/>
                  </a:lnTo>
                  <a:lnTo>
                    <a:pt x="359" y="15"/>
                  </a:lnTo>
                  <a:lnTo>
                    <a:pt x="359" y="15"/>
                  </a:lnTo>
                  <a:lnTo>
                    <a:pt x="359" y="17"/>
                  </a:lnTo>
                  <a:lnTo>
                    <a:pt x="359" y="17"/>
                  </a:lnTo>
                  <a:lnTo>
                    <a:pt x="359" y="17"/>
                  </a:lnTo>
                  <a:lnTo>
                    <a:pt x="359" y="17"/>
                  </a:lnTo>
                  <a:lnTo>
                    <a:pt x="359" y="17"/>
                  </a:lnTo>
                  <a:lnTo>
                    <a:pt x="362" y="17"/>
                  </a:lnTo>
                  <a:lnTo>
                    <a:pt x="362" y="17"/>
                  </a:lnTo>
                  <a:lnTo>
                    <a:pt x="362" y="17"/>
                  </a:lnTo>
                  <a:lnTo>
                    <a:pt x="362" y="19"/>
                  </a:lnTo>
                  <a:lnTo>
                    <a:pt x="364" y="19"/>
                  </a:lnTo>
                  <a:lnTo>
                    <a:pt x="364" y="19"/>
                  </a:lnTo>
                  <a:lnTo>
                    <a:pt x="364" y="19"/>
                  </a:lnTo>
                  <a:lnTo>
                    <a:pt x="364" y="19"/>
                  </a:lnTo>
                  <a:lnTo>
                    <a:pt x="364" y="22"/>
                  </a:lnTo>
                  <a:lnTo>
                    <a:pt x="366" y="22"/>
                  </a:lnTo>
                  <a:lnTo>
                    <a:pt x="366" y="22"/>
                  </a:lnTo>
                  <a:lnTo>
                    <a:pt x="366" y="22"/>
                  </a:lnTo>
                  <a:lnTo>
                    <a:pt x="366" y="24"/>
                  </a:lnTo>
                  <a:lnTo>
                    <a:pt x="366" y="24"/>
                  </a:lnTo>
                  <a:lnTo>
                    <a:pt x="366" y="24"/>
                  </a:lnTo>
                  <a:lnTo>
                    <a:pt x="369" y="24"/>
                  </a:lnTo>
                  <a:lnTo>
                    <a:pt x="369" y="26"/>
                  </a:lnTo>
                  <a:lnTo>
                    <a:pt x="369" y="26"/>
                  </a:lnTo>
                  <a:lnTo>
                    <a:pt x="369" y="24"/>
                  </a:lnTo>
                  <a:lnTo>
                    <a:pt x="371" y="24"/>
                  </a:lnTo>
                  <a:lnTo>
                    <a:pt x="371" y="24"/>
                  </a:lnTo>
                  <a:lnTo>
                    <a:pt x="371" y="24"/>
                  </a:lnTo>
                  <a:lnTo>
                    <a:pt x="371" y="26"/>
                  </a:lnTo>
                  <a:lnTo>
                    <a:pt x="374" y="26"/>
                  </a:lnTo>
                  <a:lnTo>
                    <a:pt x="374" y="26"/>
                  </a:lnTo>
                  <a:lnTo>
                    <a:pt x="374" y="26"/>
                  </a:lnTo>
                  <a:lnTo>
                    <a:pt x="374" y="29"/>
                  </a:lnTo>
                  <a:lnTo>
                    <a:pt x="374" y="29"/>
                  </a:lnTo>
                  <a:lnTo>
                    <a:pt x="374" y="29"/>
                  </a:lnTo>
                  <a:lnTo>
                    <a:pt x="374" y="29"/>
                  </a:lnTo>
                  <a:lnTo>
                    <a:pt x="376" y="29"/>
                  </a:lnTo>
                  <a:lnTo>
                    <a:pt x="376" y="29"/>
                  </a:lnTo>
                  <a:lnTo>
                    <a:pt x="376" y="31"/>
                  </a:lnTo>
                  <a:lnTo>
                    <a:pt x="378" y="31"/>
                  </a:lnTo>
                  <a:lnTo>
                    <a:pt x="378" y="31"/>
                  </a:lnTo>
                  <a:lnTo>
                    <a:pt x="378" y="34"/>
                  </a:lnTo>
                  <a:lnTo>
                    <a:pt x="378" y="34"/>
                  </a:lnTo>
                  <a:lnTo>
                    <a:pt x="378" y="34"/>
                  </a:lnTo>
                  <a:lnTo>
                    <a:pt x="378" y="36"/>
                  </a:lnTo>
                  <a:lnTo>
                    <a:pt x="378" y="36"/>
                  </a:lnTo>
                  <a:lnTo>
                    <a:pt x="378" y="36"/>
                  </a:lnTo>
                  <a:lnTo>
                    <a:pt x="378" y="36"/>
                  </a:lnTo>
                  <a:lnTo>
                    <a:pt x="378" y="38"/>
                  </a:lnTo>
                  <a:lnTo>
                    <a:pt x="378" y="38"/>
                  </a:lnTo>
                  <a:lnTo>
                    <a:pt x="378" y="38"/>
                  </a:lnTo>
                  <a:lnTo>
                    <a:pt x="378" y="41"/>
                  </a:lnTo>
                  <a:lnTo>
                    <a:pt x="378" y="41"/>
                  </a:lnTo>
                  <a:lnTo>
                    <a:pt x="378" y="41"/>
                  </a:lnTo>
                  <a:lnTo>
                    <a:pt x="376" y="41"/>
                  </a:lnTo>
                  <a:lnTo>
                    <a:pt x="376" y="43"/>
                  </a:lnTo>
                  <a:lnTo>
                    <a:pt x="376" y="43"/>
                  </a:lnTo>
                  <a:lnTo>
                    <a:pt x="374" y="43"/>
                  </a:lnTo>
                  <a:lnTo>
                    <a:pt x="374" y="43"/>
                  </a:lnTo>
                  <a:lnTo>
                    <a:pt x="376" y="43"/>
                  </a:lnTo>
                  <a:lnTo>
                    <a:pt x="376" y="45"/>
                  </a:lnTo>
                  <a:lnTo>
                    <a:pt x="376" y="45"/>
                  </a:lnTo>
                  <a:lnTo>
                    <a:pt x="376" y="45"/>
                  </a:lnTo>
                  <a:lnTo>
                    <a:pt x="376" y="45"/>
                  </a:lnTo>
                  <a:lnTo>
                    <a:pt x="376" y="48"/>
                  </a:lnTo>
                  <a:lnTo>
                    <a:pt x="376" y="48"/>
                  </a:lnTo>
                  <a:lnTo>
                    <a:pt x="376" y="48"/>
                  </a:lnTo>
                  <a:lnTo>
                    <a:pt x="378" y="48"/>
                  </a:lnTo>
                  <a:lnTo>
                    <a:pt x="378" y="48"/>
                  </a:lnTo>
                  <a:lnTo>
                    <a:pt x="378" y="50"/>
                  </a:lnTo>
                  <a:lnTo>
                    <a:pt x="378" y="50"/>
                  </a:lnTo>
                  <a:lnTo>
                    <a:pt x="378" y="50"/>
                  </a:lnTo>
                  <a:lnTo>
                    <a:pt x="378" y="50"/>
                  </a:lnTo>
                  <a:lnTo>
                    <a:pt x="378" y="52"/>
                  </a:lnTo>
                  <a:lnTo>
                    <a:pt x="378" y="52"/>
                  </a:lnTo>
                  <a:lnTo>
                    <a:pt x="378" y="52"/>
                  </a:lnTo>
                  <a:lnTo>
                    <a:pt x="378" y="52"/>
                  </a:lnTo>
                  <a:lnTo>
                    <a:pt x="381" y="52"/>
                  </a:lnTo>
                  <a:lnTo>
                    <a:pt x="381" y="55"/>
                  </a:lnTo>
                  <a:lnTo>
                    <a:pt x="381" y="55"/>
                  </a:lnTo>
                  <a:lnTo>
                    <a:pt x="383" y="55"/>
                  </a:lnTo>
                  <a:lnTo>
                    <a:pt x="383" y="55"/>
                  </a:lnTo>
                  <a:lnTo>
                    <a:pt x="383" y="55"/>
                  </a:lnTo>
                  <a:lnTo>
                    <a:pt x="383" y="55"/>
                  </a:lnTo>
                  <a:lnTo>
                    <a:pt x="383" y="55"/>
                  </a:lnTo>
                  <a:lnTo>
                    <a:pt x="385" y="55"/>
                  </a:lnTo>
                  <a:lnTo>
                    <a:pt x="385" y="55"/>
                  </a:lnTo>
                  <a:lnTo>
                    <a:pt x="385" y="55"/>
                  </a:lnTo>
                  <a:lnTo>
                    <a:pt x="388" y="55"/>
                  </a:lnTo>
                  <a:lnTo>
                    <a:pt x="388" y="55"/>
                  </a:lnTo>
                  <a:lnTo>
                    <a:pt x="390" y="55"/>
                  </a:lnTo>
                  <a:lnTo>
                    <a:pt x="390" y="55"/>
                  </a:lnTo>
                  <a:lnTo>
                    <a:pt x="390" y="55"/>
                  </a:lnTo>
                  <a:lnTo>
                    <a:pt x="392" y="55"/>
                  </a:lnTo>
                  <a:lnTo>
                    <a:pt x="392" y="55"/>
                  </a:lnTo>
                  <a:lnTo>
                    <a:pt x="392" y="55"/>
                  </a:lnTo>
                  <a:lnTo>
                    <a:pt x="392" y="55"/>
                  </a:lnTo>
                  <a:lnTo>
                    <a:pt x="395" y="55"/>
                  </a:lnTo>
                  <a:lnTo>
                    <a:pt x="395" y="57"/>
                  </a:lnTo>
                  <a:lnTo>
                    <a:pt x="395" y="57"/>
                  </a:lnTo>
                  <a:lnTo>
                    <a:pt x="395" y="57"/>
                  </a:lnTo>
                  <a:lnTo>
                    <a:pt x="397" y="57"/>
                  </a:lnTo>
                  <a:lnTo>
                    <a:pt x="397" y="57"/>
                  </a:lnTo>
                  <a:lnTo>
                    <a:pt x="397" y="57"/>
                  </a:lnTo>
                  <a:lnTo>
                    <a:pt x="397" y="60"/>
                  </a:lnTo>
                  <a:lnTo>
                    <a:pt x="397" y="60"/>
                  </a:lnTo>
                  <a:lnTo>
                    <a:pt x="397" y="60"/>
                  </a:lnTo>
                  <a:lnTo>
                    <a:pt x="400" y="60"/>
                  </a:lnTo>
                  <a:lnTo>
                    <a:pt x="400" y="60"/>
                  </a:lnTo>
                  <a:lnTo>
                    <a:pt x="400" y="62"/>
                  </a:lnTo>
                  <a:lnTo>
                    <a:pt x="400" y="62"/>
                  </a:lnTo>
                  <a:lnTo>
                    <a:pt x="400" y="62"/>
                  </a:lnTo>
                </a:path>
              </a:pathLst>
            </a:custGeom>
            <a:solidFill>
              <a:schemeClr val="accent6"/>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4" name="Freeform 262"/>
            <p:cNvSpPr>
              <a:spLocks/>
            </p:cNvSpPr>
            <p:nvPr/>
          </p:nvSpPr>
          <p:spPr bwMode="auto">
            <a:xfrm>
              <a:off x="2247900" y="1239838"/>
              <a:ext cx="5556250" cy="1471612"/>
            </a:xfrm>
            <a:custGeom>
              <a:avLst/>
              <a:gdLst/>
              <a:ahLst/>
              <a:cxnLst>
                <a:cxn ang="0">
                  <a:pos x="3226" y="207"/>
                </a:cxn>
                <a:cxn ang="0">
                  <a:pos x="3017" y="200"/>
                </a:cxn>
                <a:cxn ang="0">
                  <a:pos x="2665" y="159"/>
                </a:cxn>
                <a:cxn ang="0">
                  <a:pos x="2383" y="154"/>
                </a:cxn>
                <a:cxn ang="0">
                  <a:pos x="2191" y="147"/>
                </a:cxn>
                <a:cxn ang="0">
                  <a:pos x="2064" y="119"/>
                </a:cxn>
                <a:cxn ang="0">
                  <a:pos x="1803" y="93"/>
                </a:cxn>
                <a:cxn ang="0">
                  <a:pos x="1846" y="67"/>
                </a:cxn>
                <a:cxn ang="0">
                  <a:pos x="1690" y="5"/>
                </a:cxn>
                <a:cxn ang="0">
                  <a:pos x="1446" y="38"/>
                </a:cxn>
                <a:cxn ang="0">
                  <a:pos x="1233" y="81"/>
                </a:cxn>
                <a:cxn ang="0">
                  <a:pos x="1209" y="159"/>
                </a:cxn>
                <a:cxn ang="0">
                  <a:pos x="1067" y="143"/>
                </a:cxn>
                <a:cxn ang="0">
                  <a:pos x="1020" y="143"/>
                </a:cxn>
                <a:cxn ang="0">
                  <a:pos x="1077" y="249"/>
                </a:cxn>
                <a:cxn ang="0">
                  <a:pos x="944" y="282"/>
                </a:cxn>
                <a:cxn ang="0">
                  <a:pos x="968" y="150"/>
                </a:cxn>
                <a:cxn ang="0">
                  <a:pos x="852" y="197"/>
                </a:cxn>
                <a:cxn ang="0">
                  <a:pos x="712" y="197"/>
                </a:cxn>
                <a:cxn ang="0">
                  <a:pos x="643" y="228"/>
                </a:cxn>
                <a:cxn ang="0">
                  <a:pos x="433" y="273"/>
                </a:cxn>
                <a:cxn ang="0">
                  <a:pos x="357" y="294"/>
                </a:cxn>
                <a:cxn ang="0">
                  <a:pos x="229" y="346"/>
                </a:cxn>
                <a:cxn ang="0">
                  <a:pos x="120" y="275"/>
                </a:cxn>
                <a:cxn ang="0">
                  <a:pos x="220" y="228"/>
                </a:cxn>
                <a:cxn ang="0">
                  <a:pos x="47" y="249"/>
                </a:cxn>
                <a:cxn ang="0">
                  <a:pos x="78" y="365"/>
                </a:cxn>
                <a:cxn ang="0">
                  <a:pos x="52" y="451"/>
                </a:cxn>
                <a:cxn ang="0">
                  <a:pos x="49" y="557"/>
                </a:cxn>
                <a:cxn ang="0">
                  <a:pos x="144" y="647"/>
                </a:cxn>
                <a:cxn ang="0">
                  <a:pos x="274" y="726"/>
                </a:cxn>
                <a:cxn ang="0">
                  <a:pos x="208" y="820"/>
                </a:cxn>
                <a:cxn ang="0">
                  <a:pos x="374" y="889"/>
                </a:cxn>
                <a:cxn ang="0">
                  <a:pos x="430" y="854"/>
                </a:cxn>
                <a:cxn ang="0">
                  <a:pos x="433" y="761"/>
                </a:cxn>
                <a:cxn ang="0">
                  <a:pos x="499" y="664"/>
                </a:cxn>
                <a:cxn ang="0">
                  <a:pos x="672" y="683"/>
                </a:cxn>
                <a:cxn ang="0">
                  <a:pos x="724" y="609"/>
                </a:cxn>
                <a:cxn ang="0">
                  <a:pos x="937" y="574"/>
                </a:cxn>
                <a:cxn ang="0">
                  <a:pos x="1060" y="600"/>
                </a:cxn>
                <a:cxn ang="0">
                  <a:pos x="1162" y="681"/>
                </a:cxn>
                <a:cxn ang="0">
                  <a:pos x="1361" y="692"/>
                </a:cxn>
                <a:cxn ang="0">
                  <a:pos x="1529" y="659"/>
                </a:cxn>
                <a:cxn ang="0">
                  <a:pos x="1753" y="721"/>
                </a:cxn>
                <a:cxn ang="0">
                  <a:pos x="1976" y="702"/>
                </a:cxn>
                <a:cxn ang="0">
                  <a:pos x="2113" y="631"/>
                </a:cxn>
                <a:cxn ang="0">
                  <a:pos x="2217" y="742"/>
                </a:cxn>
                <a:cxn ang="0">
                  <a:pos x="2277" y="818"/>
                </a:cxn>
                <a:cxn ang="0">
                  <a:pos x="2243" y="884"/>
                </a:cxn>
                <a:cxn ang="0">
                  <a:pos x="2378" y="801"/>
                </a:cxn>
                <a:cxn ang="0">
                  <a:pos x="2449" y="645"/>
                </a:cxn>
                <a:cxn ang="0">
                  <a:pos x="2376" y="593"/>
                </a:cxn>
                <a:cxn ang="0">
                  <a:pos x="2402" y="519"/>
                </a:cxn>
                <a:cxn ang="0">
                  <a:pos x="2625" y="455"/>
                </a:cxn>
                <a:cxn ang="0">
                  <a:pos x="2771" y="422"/>
                </a:cxn>
                <a:cxn ang="0">
                  <a:pos x="2909" y="410"/>
                </a:cxn>
                <a:cxn ang="0">
                  <a:pos x="2878" y="453"/>
                </a:cxn>
                <a:cxn ang="0">
                  <a:pos x="2759" y="600"/>
                </a:cxn>
                <a:cxn ang="0">
                  <a:pos x="2861" y="593"/>
                </a:cxn>
                <a:cxn ang="0">
                  <a:pos x="2904" y="484"/>
                </a:cxn>
                <a:cxn ang="0">
                  <a:pos x="3062" y="446"/>
                </a:cxn>
                <a:cxn ang="0">
                  <a:pos x="3261" y="368"/>
                </a:cxn>
                <a:cxn ang="0">
                  <a:pos x="3309" y="309"/>
                </a:cxn>
              </a:cxnLst>
              <a:rect l="0" t="0" r="r" b="b"/>
              <a:pathLst>
                <a:path w="3500" h="927">
                  <a:moveTo>
                    <a:pt x="3500" y="294"/>
                  </a:moveTo>
                  <a:lnTo>
                    <a:pt x="3500" y="294"/>
                  </a:lnTo>
                  <a:lnTo>
                    <a:pt x="3496" y="294"/>
                  </a:lnTo>
                  <a:lnTo>
                    <a:pt x="3496" y="292"/>
                  </a:lnTo>
                  <a:lnTo>
                    <a:pt x="3491" y="292"/>
                  </a:lnTo>
                  <a:lnTo>
                    <a:pt x="3491" y="292"/>
                  </a:lnTo>
                  <a:lnTo>
                    <a:pt x="3488" y="292"/>
                  </a:lnTo>
                  <a:lnTo>
                    <a:pt x="3488" y="290"/>
                  </a:lnTo>
                  <a:lnTo>
                    <a:pt x="3488" y="290"/>
                  </a:lnTo>
                  <a:lnTo>
                    <a:pt x="3488" y="290"/>
                  </a:lnTo>
                  <a:lnTo>
                    <a:pt x="3481" y="290"/>
                  </a:lnTo>
                  <a:lnTo>
                    <a:pt x="3481" y="287"/>
                  </a:lnTo>
                  <a:lnTo>
                    <a:pt x="3479" y="287"/>
                  </a:lnTo>
                  <a:lnTo>
                    <a:pt x="3479" y="287"/>
                  </a:lnTo>
                  <a:lnTo>
                    <a:pt x="3479" y="287"/>
                  </a:lnTo>
                  <a:lnTo>
                    <a:pt x="3479" y="287"/>
                  </a:lnTo>
                  <a:lnTo>
                    <a:pt x="3477" y="287"/>
                  </a:lnTo>
                  <a:lnTo>
                    <a:pt x="3477" y="285"/>
                  </a:lnTo>
                  <a:lnTo>
                    <a:pt x="3474" y="285"/>
                  </a:lnTo>
                  <a:lnTo>
                    <a:pt x="3474" y="285"/>
                  </a:lnTo>
                  <a:lnTo>
                    <a:pt x="3472" y="285"/>
                  </a:lnTo>
                  <a:lnTo>
                    <a:pt x="3472" y="282"/>
                  </a:lnTo>
                  <a:lnTo>
                    <a:pt x="3467" y="282"/>
                  </a:lnTo>
                  <a:lnTo>
                    <a:pt x="3467" y="282"/>
                  </a:lnTo>
                  <a:lnTo>
                    <a:pt x="3467" y="282"/>
                  </a:lnTo>
                  <a:lnTo>
                    <a:pt x="3467" y="280"/>
                  </a:lnTo>
                  <a:lnTo>
                    <a:pt x="3462" y="280"/>
                  </a:lnTo>
                  <a:lnTo>
                    <a:pt x="3462" y="280"/>
                  </a:lnTo>
                  <a:lnTo>
                    <a:pt x="3465" y="280"/>
                  </a:lnTo>
                  <a:lnTo>
                    <a:pt x="3465" y="278"/>
                  </a:lnTo>
                  <a:lnTo>
                    <a:pt x="3460" y="278"/>
                  </a:lnTo>
                  <a:lnTo>
                    <a:pt x="3460" y="278"/>
                  </a:lnTo>
                  <a:lnTo>
                    <a:pt x="3458" y="278"/>
                  </a:lnTo>
                  <a:lnTo>
                    <a:pt x="3458" y="275"/>
                  </a:lnTo>
                  <a:lnTo>
                    <a:pt x="3458" y="275"/>
                  </a:lnTo>
                  <a:lnTo>
                    <a:pt x="3458" y="273"/>
                  </a:lnTo>
                  <a:lnTo>
                    <a:pt x="3455" y="273"/>
                  </a:lnTo>
                  <a:lnTo>
                    <a:pt x="3455" y="273"/>
                  </a:lnTo>
                  <a:lnTo>
                    <a:pt x="3453" y="273"/>
                  </a:lnTo>
                  <a:lnTo>
                    <a:pt x="3453" y="273"/>
                  </a:lnTo>
                  <a:lnTo>
                    <a:pt x="3453" y="273"/>
                  </a:lnTo>
                  <a:lnTo>
                    <a:pt x="3453" y="273"/>
                  </a:lnTo>
                  <a:lnTo>
                    <a:pt x="3448" y="273"/>
                  </a:lnTo>
                  <a:lnTo>
                    <a:pt x="3448" y="273"/>
                  </a:lnTo>
                  <a:lnTo>
                    <a:pt x="3448" y="273"/>
                  </a:lnTo>
                  <a:lnTo>
                    <a:pt x="3448" y="273"/>
                  </a:lnTo>
                  <a:lnTo>
                    <a:pt x="3439" y="273"/>
                  </a:lnTo>
                  <a:lnTo>
                    <a:pt x="3439" y="271"/>
                  </a:lnTo>
                  <a:lnTo>
                    <a:pt x="3434" y="271"/>
                  </a:lnTo>
                  <a:lnTo>
                    <a:pt x="3434" y="271"/>
                  </a:lnTo>
                  <a:lnTo>
                    <a:pt x="3432" y="271"/>
                  </a:lnTo>
                  <a:lnTo>
                    <a:pt x="3432" y="271"/>
                  </a:lnTo>
                  <a:lnTo>
                    <a:pt x="3429" y="271"/>
                  </a:lnTo>
                  <a:lnTo>
                    <a:pt x="3429" y="271"/>
                  </a:lnTo>
                  <a:lnTo>
                    <a:pt x="3420" y="271"/>
                  </a:lnTo>
                  <a:lnTo>
                    <a:pt x="3420" y="268"/>
                  </a:lnTo>
                  <a:lnTo>
                    <a:pt x="3413" y="268"/>
                  </a:lnTo>
                  <a:lnTo>
                    <a:pt x="3413" y="271"/>
                  </a:lnTo>
                  <a:lnTo>
                    <a:pt x="3408" y="271"/>
                  </a:lnTo>
                  <a:lnTo>
                    <a:pt x="3408" y="268"/>
                  </a:lnTo>
                  <a:lnTo>
                    <a:pt x="3401" y="268"/>
                  </a:lnTo>
                  <a:lnTo>
                    <a:pt x="3401" y="271"/>
                  </a:lnTo>
                  <a:lnTo>
                    <a:pt x="3391" y="271"/>
                  </a:lnTo>
                  <a:lnTo>
                    <a:pt x="3391" y="266"/>
                  </a:lnTo>
                  <a:lnTo>
                    <a:pt x="3391" y="266"/>
                  </a:lnTo>
                  <a:lnTo>
                    <a:pt x="3391" y="263"/>
                  </a:lnTo>
                  <a:lnTo>
                    <a:pt x="3389" y="263"/>
                  </a:lnTo>
                  <a:lnTo>
                    <a:pt x="3389" y="263"/>
                  </a:lnTo>
                  <a:lnTo>
                    <a:pt x="3389" y="263"/>
                  </a:lnTo>
                  <a:lnTo>
                    <a:pt x="3389" y="261"/>
                  </a:lnTo>
                  <a:lnTo>
                    <a:pt x="3387" y="261"/>
                  </a:lnTo>
                  <a:lnTo>
                    <a:pt x="3387" y="261"/>
                  </a:lnTo>
                  <a:lnTo>
                    <a:pt x="3384" y="261"/>
                  </a:lnTo>
                  <a:lnTo>
                    <a:pt x="3384" y="259"/>
                  </a:lnTo>
                  <a:lnTo>
                    <a:pt x="3382" y="259"/>
                  </a:lnTo>
                  <a:lnTo>
                    <a:pt x="3382" y="259"/>
                  </a:lnTo>
                  <a:lnTo>
                    <a:pt x="3380" y="259"/>
                  </a:lnTo>
                  <a:lnTo>
                    <a:pt x="3380" y="259"/>
                  </a:lnTo>
                  <a:lnTo>
                    <a:pt x="3380" y="259"/>
                  </a:lnTo>
                  <a:lnTo>
                    <a:pt x="3380" y="256"/>
                  </a:lnTo>
                  <a:lnTo>
                    <a:pt x="3380" y="256"/>
                  </a:lnTo>
                  <a:lnTo>
                    <a:pt x="3380" y="254"/>
                  </a:lnTo>
                  <a:lnTo>
                    <a:pt x="3375" y="254"/>
                  </a:lnTo>
                  <a:lnTo>
                    <a:pt x="3375" y="254"/>
                  </a:lnTo>
                  <a:lnTo>
                    <a:pt x="3370" y="254"/>
                  </a:lnTo>
                  <a:lnTo>
                    <a:pt x="3370" y="252"/>
                  </a:lnTo>
                  <a:lnTo>
                    <a:pt x="3368" y="252"/>
                  </a:lnTo>
                  <a:lnTo>
                    <a:pt x="3368" y="252"/>
                  </a:lnTo>
                  <a:lnTo>
                    <a:pt x="3368" y="252"/>
                  </a:lnTo>
                  <a:lnTo>
                    <a:pt x="3368" y="249"/>
                  </a:lnTo>
                  <a:lnTo>
                    <a:pt x="3363" y="249"/>
                  </a:lnTo>
                  <a:lnTo>
                    <a:pt x="3363" y="249"/>
                  </a:lnTo>
                  <a:lnTo>
                    <a:pt x="3358" y="249"/>
                  </a:lnTo>
                  <a:lnTo>
                    <a:pt x="3358" y="249"/>
                  </a:lnTo>
                  <a:lnTo>
                    <a:pt x="3356" y="249"/>
                  </a:lnTo>
                  <a:lnTo>
                    <a:pt x="3356" y="247"/>
                  </a:lnTo>
                  <a:lnTo>
                    <a:pt x="3354" y="247"/>
                  </a:lnTo>
                  <a:lnTo>
                    <a:pt x="3354" y="247"/>
                  </a:lnTo>
                  <a:lnTo>
                    <a:pt x="3349" y="247"/>
                  </a:lnTo>
                  <a:lnTo>
                    <a:pt x="3349" y="245"/>
                  </a:lnTo>
                  <a:lnTo>
                    <a:pt x="3346" y="245"/>
                  </a:lnTo>
                  <a:lnTo>
                    <a:pt x="3346" y="245"/>
                  </a:lnTo>
                  <a:lnTo>
                    <a:pt x="3344" y="245"/>
                  </a:lnTo>
                  <a:lnTo>
                    <a:pt x="3344" y="242"/>
                  </a:lnTo>
                  <a:lnTo>
                    <a:pt x="3339" y="242"/>
                  </a:lnTo>
                  <a:lnTo>
                    <a:pt x="3339" y="242"/>
                  </a:lnTo>
                  <a:lnTo>
                    <a:pt x="3337" y="242"/>
                  </a:lnTo>
                  <a:lnTo>
                    <a:pt x="3337" y="240"/>
                  </a:lnTo>
                  <a:lnTo>
                    <a:pt x="3332" y="240"/>
                  </a:lnTo>
                  <a:lnTo>
                    <a:pt x="3332" y="240"/>
                  </a:lnTo>
                  <a:lnTo>
                    <a:pt x="3330" y="240"/>
                  </a:lnTo>
                  <a:lnTo>
                    <a:pt x="3330" y="237"/>
                  </a:lnTo>
                  <a:lnTo>
                    <a:pt x="3327" y="237"/>
                  </a:lnTo>
                  <a:lnTo>
                    <a:pt x="3327" y="237"/>
                  </a:lnTo>
                  <a:lnTo>
                    <a:pt x="3325" y="237"/>
                  </a:lnTo>
                  <a:lnTo>
                    <a:pt x="3325" y="237"/>
                  </a:lnTo>
                  <a:lnTo>
                    <a:pt x="3323" y="237"/>
                  </a:lnTo>
                  <a:lnTo>
                    <a:pt x="3323" y="235"/>
                  </a:lnTo>
                  <a:lnTo>
                    <a:pt x="3320" y="235"/>
                  </a:lnTo>
                  <a:lnTo>
                    <a:pt x="3320" y="235"/>
                  </a:lnTo>
                  <a:lnTo>
                    <a:pt x="3316" y="235"/>
                  </a:lnTo>
                  <a:lnTo>
                    <a:pt x="3316" y="233"/>
                  </a:lnTo>
                  <a:lnTo>
                    <a:pt x="3313" y="233"/>
                  </a:lnTo>
                  <a:lnTo>
                    <a:pt x="3313" y="233"/>
                  </a:lnTo>
                  <a:lnTo>
                    <a:pt x="3311" y="233"/>
                  </a:lnTo>
                  <a:lnTo>
                    <a:pt x="3311" y="230"/>
                  </a:lnTo>
                  <a:lnTo>
                    <a:pt x="3309" y="230"/>
                  </a:lnTo>
                  <a:lnTo>
                    <a:pt x="3309" y="230"/>
                  </a:lnTo>
                  <a:lnTo>
                    <a:pt x="3306" y="230"/>
                  </a:lnTo>
                  <a:lnTo>
                    <a:pt x="3306" y="228"/>
                  </a:lnTo>
                  <a:lnTo>
                    <a:pt x="3304" y="228"/>
                  </a:lnTo>
                  <a:lnTo>
                    <a:pt x="3304" y="228"/>
                  </a:lnTo>
                  <a:lnTo>
                    <a:pt x="3301" y="228"/>
                  </a:lnTo>
                  <a:lnTo>
                    <a:pt x="3301" y="228"/>
                  </a:lnTo>
                  <a:lnTo>
                    <a:pt x="3299" y="228"/>
                  </a:lnTo>
                  <a:lnTo>
                    <a:pt x="3299" y="226"/>
                  </a:lnTo>
                  <a:lnTo>
                    <a:pt x="3294" y="226"/>
                  </a:lnTo>
                  <a:lnTo>
                    <a:pt x="3294" y="226"/>
                  </a:lnTo>
                  <a:lnTo>
                    <a:pt x="3292" y="226"/>
                  </a:lnTo>
                  <a:lnTo>
                    <a:pt x="3292" y="223"/>
                  </a:lnTo>
                  <a:lnTo>
                    <a:pt x="3290" y="223"/>
                  </a:lnTo>
                  <a:lnTo>
                    <a:pt x="3290" y="223"/>
                  </a:lnTo>
                  <a:lnTo>
                    <a:pt x="3287" y="223"/>
                  </a:lnTo>
                  <a:lnTo>
                    <a:pt x="3287" y="223"/>
                  </a:lnTo>
                  <a:lnTo>
                    <a:pt x="3283" y="223"/>
                  </a:lnTo>
                  <a:lnTo>
                    <a:pt x="3283" y="223"/>
                  </a:lnTo>
                  <a:lnTo>
                    <a:pt x="3280" y="223"/>
                  </a:lnTo>
                  <a:lnTo>
                    <a:pt x="3280" y="221"/>
                  </a:lnTo>
                  <a:lnTo>
                    <a:pt x="3280" y="221"/>
                  </a:lnTo>
                  <a:lnTo>
                    <a:pt x="3280" y="221"/>
                  </a:lnTo>
                  <a:lnTo>
                    <a:pt x="3278" y="221"/>
                  </a:lnTo>
                  <a:lnTo>
                    <a:pt x="3278" y="218"/>
                  </a:lnTo>
                  <a:lnTo>
                    <a:pt x="3275" y="218"/>
                  </a:lnTo>
                  <a:lnTo>
                    <a:pt x="3275" y="218"/>
                  </a:lnTo>
                  <a:lnTo>
                    <a:pt x="3273" y="218"/>
                  </a:lnTo>
                  <a:lnTo>
                    <a:pt x="3273" y="218"/>
                  </a:lnTo>
                  <a:lnTo>
                    <a:pt x="3271" y="218"/>
                  </a:lnTo>
                  <a:lnTo>
                    <a:pt x="3271" y="216"/>
                  </a:lnTo>
                  <a:lnTo>
                    <a:pt x="3268" y="216"/>
                  </a:lnTo>
                  <a:lnTo>
                    <a:pt x="3268" y="216"/>
                  </a:lnTo>
                  <a:lnTo>
                    <a:pt x="3266" y="216"/>
                  </a:lnTo>
                  <a:lnTo>
                    <a:pt x="3266" y="214"/>
                  </a:lnTo>
                  <a:lnTo>
                    <a:pt x="3264" y="214"/>
                  </a:lnTo>
                  <a:lnTo>
                    <a:pt x="3264" y="214"/>
                  </a:lnTo>
                  <a:lnTo>
                    <a:pt x="3259" y="214"/>
                  </a:lnTo>
                  <a:lnTo>
                    <a:pt x="3259" y="211"/>
                  </a:lnTo>
                  <a:lnTo>
                    <a:pt x="3256" y="211"/>
                  </a:lnTo>
                  <a:lnTo>
                    <a:pt x="3256" y="211"/>
                  </a:lnTo>
                  <a:lnTo>
                    <a:pt x="3252" y="211"/>
                  </a:lnTo>
                  <a:lnTo>
                    <a:pt x="3252" y="209"/>
                  </a:lnTo>
                  <a:lnTo>
                    <a:pt x="3240" y="209"/>
                  </a:lnTo>
                  <a:lnTo>
                    <a:pt x="3240" y="209"/>
                  </a:lnTo>
                  <a:lnTo>
                    <a:pt x="3233" y="209"/>
                  </a:lnTo>
                  <a:lnTo>
                    <a:pt x="3233" y="209"/>
                  </a:lnTo>
                  <a:lnTo>
                    <a:pt x="3230" y="209"/>
                  </a:lnTo>
                  <a:lnTo>
                    <a:pt x="3230" y="207"/>
                  </a:lnTo>
                  <a:lnTo>
                    <a:pt x="3226" y="207"/>
                  </a:lnTo>
                  <a:lnTo>
                    <a:pt x="3226" y="207"/>
                  </a:lnTo>
                  <a:lnTo>
                    <a:pt x="3216" y="207"/>
                  </a:lnTo>
                  <a:lnTo>
                    <a:pt x="3216" y="204"/>
                  </a:lnTo>
                  <a:lnTo>
                    <a:pt x="3212" y="204"/>
                  </a:lnTo>
                  <a:lnTo>
                    <a:pt x="3212" y="204"/>
                  </a:lnTo>
                  <a:lnTo>
                    <a:pt x="3207" y="204"/>
                  </a:lnTo>
                  <a:lnTo>
                    <a:pt x="3207" y="202"/>
                  </a:lnTo>
                  <a:lnTo>
                    <a:pt x="3202" y="202"/>
                  </a:lnTo>
                  <a:lnTo>
                    <a:pt x="3202" y="202"/>
                  </a:lnTo>
                  <a:lnTo>
                    <a:pt x="3202" y="202"/>
                  </a:lnTo>
                  <a:lnTo>
                    <a:pt x="3202" y="200"/>
                  </a:lnTo>
                  <a:lnTo>
                    <a:pt x="3200" y="200"/>
                  </a:lnTo>
                  <a:lnTo>
                    <a:pt x="3200" y="200"/>
                  </a:lnTo>
                  <a:lnTo>
                    <a:pt x="3197" y="200"/>
                  </a:lnTo>
                  <a:lnTo>
                    <a:pt x="3197" y="200"/>
                  </a:lnTo>
                  <a:lnTo>
                    <a:pt x="3195" y="200"/>
                  </a:lnTo>
                  <a:lnTo>
                    <a:pt x="3195" y="200"/>
                  </a:lnTo>
                  <a:lnTo>
                    <a:pt x="3190" y="200"/>
                  </a:lnTo>
                  <a:lnTo>
                    <a:pt x="3190" y="200"/>
                  </a:lnTo>
                  <a:lnTo>
                    <a:pt x="3188" y="200"/>
                  </a:lnTo>
                  <a:lnTo>
                    <a:pt x="3188" y="200"/>
                  </a:lnTo>
                  <a:lnTo>
                    <a:pt x="3150" y="200"/>
                  </a:lnTo>
                  <a:lnTo>
                    <a:pt x="3150" y="200"/>
                  </a:lnTo>
                  <a:lnTo>
                    <a:pt x="3145" y="200"/>
                  </a:lnTo>
                  <a:lnTo>
                    <a:pt x="3145" y="200"/>
                  </a:lnTo>
                  <a:lnTo>
                    <a:pt x="3145" y="200"/>
                  </a:lnTo>
                  <a:lnTo>
                    <a:pt x="3145" y="200"/>
                  </a:lnTo>
                  <a:lnTo>
                    <a:pt x="3143" y="200"/>
                  </a:lnTo>
                  <a:lnTo>
                    <a:pt x="3143" y="197"/>
                  </a:lnTo>
                  <a:lnTo>
                    <a:pt x="3136" y="197"/>
                  </a:lnTo>
                  <a:lnTo>
                    <a:pt x="3136" y="200"/>
                  </a:lnTo>
                  <a:lnTo>
                    <a:pt x="3133" y="200"/>
                  </a:lnTo>
                  <a:lnTo>
                    <a:pt x="3133" y="200"/>
                  </a:lnTo>
                  <a:lnTo>
                    <a:pt x="3129" y="200"/>
                  </a:lnTo>
                  <a:lnTo>
                    <a:pt x="3129" y="200"/>
                  </a:lnTo>
                  <a:lnTo>
                    <a:pt x="3126" y="200"/>
                  </a:lnTo>
                  <a:lnTo>
                    <a:pt x="3126" y="197"/>
                  </a:lnTo>
                  <a:lnTo>
                    <a:pt x="3124" y="197"/>
                  </a:lnTo>
                  <a:lnTo>
                    <a:pt x="3124" y="197"/>
                  </a:lnTo>
                  <a:lnTo>
                    <a:pt x="3124" y="197"/>
                  </a:lnTo>
                  <a:lnTo>
                    <a:pt x="3124" y="197"/>
                  </a:lnTo>
                  <a:lnTo>
                    <a:pt x="3114" y="197"/>
                  </a:lnTo>
                  <a:lnTo>
                    <a:pt x="3114" y="197"/>
                  </a:lnTo>
                  <a:lnTo>
                    <a:pt x="3105" y="197"/>
                  </a:lnTo>
                  <a:lnTo>
                    <a:pt x="3105" y="195"/>
                  </a:lnTo>
                  <a:lnTo>
                    <a:pt x="3098" y="195"/>
                  </a:lnTo>
                  <a:lnTo>
                    <a:pt x="3098" y="195"/>
                  </a:lnTo>
                  <a:lnTo>
                    <a:pt x="3088" y="195"/>
                  </a:lnTo>
                  <a:lnTo>
                    <a:pt x="3088" y="192"/>
                  </a:lnTo>
                  <a:lnTo>
                    <a:pt x="3084" y="192"/>
                  </a:lnTo>
                  <a:lnTo>
                    <a:pt x="3084" y="195"/>
                  </a:lnTo>
                  <a:lnTo>
                    <a:pt x="3084" y="195"/>
                  </a:lnTo>
                  <a:lnTo>
                    <a:pt x="3084" y="192"/>
                  </a:lnTo>
                  <a:lnTo>
                    <a:pt x="3079" y="192"/>
                  </a:lnTo>
                  <a:lnTo>
                    <a:pt x="3079" y="192"/>
                  </a:lnTo>
                  <a:lnTo>
                    <a:pt x="3077" y="192"/>
                  </a:lnTo>
                  <a:lnTo>
                    <a:pt x="3077" y="192"/>
                  </a:lnTo>
                  <a:lnTo>
                    <a:pt x="3074" y="192"/>
                  </a:lnTo>
                  <a:lnTo>
                    <a:pt x="3074" y="195"/>
                  </a:lnTo>
                  <a:lnTo>
                    <a:pt x="3077" y="195"/>
                  </a:lnTo>
                  <a:lnTo>
                    <a:pt x="3077" y="195"/>
                  </a:lnTo>
                  <a:lnTo>
                    <a:pt x="3077" y="195"/>
                  </a:lnTo>
                  <a:lnTo>
                    <a:pt x="3077" y="200"/>
                  </a:lnTo>
                  <a:lnTo>
                    <a:pt x="3077" y="200"/>
                  </a:lnTo>
                  <a:lnTo>
                    <a:pt x="3077" y="202"/>
                  </a:lnTo>
                  <a:lnTo>
                    <a:pt x="3074" y="202"/>
                  </a:lnTo>
                  <a:lnTo>
                    <a:pt x="3074" y="204"/>
                  </a:lnTo>
                  <a:lnTo>
                    <a:pt x="3072" y="204"/>
                  </a:lnTo>
                  <a:lnTo>
                    <a:pt x="3072" y="202"/>
                  </a:lnTo>
                  <a:lnTo>
                    <a:pt x="3072" y="202"/>
                  </a:lnTo>
                  <a:lnTo>
                    <a:pt x="3072" y="202"/>
                  </a:lnTo>
                  <a:lnTo>
                    <a:pt x="3067" y="202"/>
                  </a:lnTo>
                  <a:lnTo>
                    <a:pt x="3067" y="204"/>
                  </a:lnTo>
                  <a:lnTo>
                    <a:pt x="3067" y="204"/>
                  </a:lnTo>
                  <a:lnTo>
                    <a:pt x="3067" y="204"/>
                  </a:lnTo>
                  <a:lnTo>
                    <a:pt x="3069" y="204"/>
                  </a:lnTo>
                  <a:lnTo>
                    <a:pt x="3069" y="207"/>
                  </a:lnTo>
                  <a:lnTo>
                    <a:pt x="3069" y="207"/>
                  </a:lnTo>
                  <a:lnTo>
                    <a:pt x="3069" y="207"/>
                  </a:lnTo>
                  <a:lnTo>
                    <a:pt x="3069" y="207"/>
                  </a:lnTo>
                  <a:lnTo>
                    <a:pt x="3069" y="209"/>
                  </a:lnTo>
                  <a:lnTo>
                    <a:pt x="3074" y="209"/>
                  </a:lnTo>
                  <a:lnTo>
                    <a:pt x="3074" y="207"/>
                  </a:lnTo>
                  <a:lnTo>
                    <a:pt x="3079" y="207"/>
                  </a:lnTo>
                  <a:lnTo>
                    <a:pt x="3079" y="209"/>
                  </a:lnTo>
                  <a:lnTo>
                    <a:pt x="3081" y="209"/>
                  </a:lnTo>
                  <a:lnTo>
                    <a:pt x="3081" y="209"/>
                  </a:lnTo>
                  <a:lnTo>
                    <a:pt x="3081" y="209"/>
                  </a:lnTo>
                  <a:lnTo>
                    <a:pt x="3081" y="211"/>
                  </a:lnTo>
                  <a:lnTo>
                    <a:pt x="3081" y="211"/>
                  </a:lnTo>
                  <a:lnTo>
                    <a:pt x="3081" y="214"/>
                  </a:lnTo>
                  <a:lnTo>
                    <a:pt x="3084" y="214"/>
                  </a:lnTo>
                  <a:lnTo>
                    <a:pt x="3084" y="214"/>
                  </a:lnTo>
                  <a:lnTo>
                    <a:pt x="3084" y="214"/>
                  </a:lnTo>
                  <a:lnTo>
                    <a:pt x="3084" y="216"/>
                  </a:lnTo>
                  <a:lnTo>
                    <a:pt x="3084" y="216"/>
                  </a:lnTo>
                  <a:lnTo>
                    <a:pt x="3084" y="218"/>
                  </a:lnTo>
                  <a:lnTo>
                    <a:pt x="3086" y="218"/>
                  </a:lnTo>
                  <a:lnTo>
                    <a:pt x="3086" y="221"/>
                  </a:lnTo>
                  <a:lnTo>
                    <a:pt x="3086" y="221"/>
                  </a:lnTo>
                  <a:lnTo>
                    <a:pt x="3086" y="221"/>
                  </a:lnTo>
                  <a:lnTo>
                    <a:pt x="3084" y="221"/>
                  </a:lnTo>
                  <a:lnTo>
                    <a:pt x="3084" y="223"/>
                  </a:lnTo>
                  <a:lnTo>
                    <a:pt x="3081" y="223"/>
                  </a:lnTo>
                  <a:lnTo>
                    <a:pt x="3081" y="223"/>
                  </a:lnTo>
                  <a:lnTo>
                    <a:pt x="3077" y="223"/>
                  </a:lnTo>
                  <a:lnTo>
                    <a:pt x="3077" y="226"/>
                  </a:lnTo>
                  <a:lnTo>
                    <a:pt x="3074" y="226"/>
                  </a:lnTo>
                  <a:lnTo>
                    <a:pt x="3074" y="226"/>
                  </a:lnTo>
                  <a:lnTo>
                    <a:pt x="3069" y="226"/>
                  </a:lnTo>
                  <a:lnTo>
                    <a:pt x="3069" y="228"/>
                  </a:lnTo>
                  <a:lnTo>
                    <a:pt x="3055" y="228"/>
                  </a:lnTo>
                  <a:lnTo>
                    <a:pt x="3055" y="226"/>
                  </a:lnTo>
                  <a:lnTo>
                    <a:pt x="3055" y="226"/>
                  </a:lnTo>
                  <a:lnTo>
                    <a:pt x="3055" y="221"/>
                  </a:lnTo>
                  <a:lnTo>
                    <a:pt x="3053" y="221"/>
                  </a:lnTo>
                  <a:lnTo>
                    <a:pt x="3053" y="218"/>
                  </a:lnTo>
                  <a:lnTo>
                    <a:pt x="3051" y="218"/>
                  </a:lnTo>
                  <a:lnTo>
                    <a:pt x="3051" y="218"/>
                  </a:lnTo>
                  <a:lnTo>
                    <a:pt x="3051" y="218"/>
                  </a:lnTo>
                  <a:lnTo>
                    <a:pt x="3051" y="218"/>
                  </a:lnTo>
                  <a:lnTo>
                    <a:pt x="3048" y="218"/>
                  </a:lnTo>
                  <a:lnTo>
                    <a:pt x="3048" y="218"/>
                  </a:lnTo>
                  <a:lnTo>
                    <a:pt x="3043" y="218"/>
                  </a:lnTo>
                  <a:lnTo>
                    <a:pt x="3043" y="218"/>
                  </a:lnTo>
                  <a:lnTo>
                    <a:pt x="3041" y="218"/>
                  </a:lnTo>
                  <a:lnTo>
                    <a:pt x="3041" y="216"/>
                  </a:lnTo>
                  <a:lnTo>
                    <a:pt x="3029" y="216"/>
                  </a:lnTo>
                  <a:lnTo>
                    <a:pt x="3029" y="216"/>
                  </a:lnTo>
                  <a:lnTo>
                    <a:pt x="3029" y="216"/>
                  </a:lnTo>
                  <a:lnTo>
                    <a:pt x="3029" y="214"/>
                  </a:lnTo>
                  <a:lnTo>
                    <a:pt x="3027" y="214"/>
                  </a:lnTo>
                  <a:lnTo>
                    <a:pt x="3027" y="211"/>
                  </a:lnTo>
                  <a:lnTo>
                    <a:pt x="3029" y="211"/>
                  </a:lnTo>
                  <a:lnTo>
                    <a:pt x="3029" y="207"/>
                  </a:lnTo>
                  <a:lnTo>
                    <a:pt x="3025" y="207"/>
                  </a:lnTo>
                  <a:lnTo>
                    <a:pt x="3025" y="204"/>
                  </a:lnTo>
                  <a:lnTo>
                    <a:pt x="3027" y="204"/>
                  </a:lnTo>
                  <a:lnTo>
                    <a:pt x="3027" y="207"/>
                  </a:lnTo>
                  <a:lnTo>
                    <a:pt x="3032" y="207"/>
                  </a:lnTo>
                  <a:lnTo>
                    <a:pt x="3032" y="207"/>
                  </a:lnTo>
                  <a:lnTo>
                    <a:pt x="3036" y="207"/>
                  </a:lnTo>
                  <a:lnTo>
                    <a:pt x="3036" y="209"/>
                  </a:lnTo>
                  <a:lnTo>
                    <a:pt x="3051" y="209"/>
                  </a:lnTo>
                  <a:lnTo>
                    <a:pt x="3051" y="207"/>
                  </a:lnTo>
                  <a:lnTo>
                    <a:pt x="3051" y="207"/>
                  </a:lnTo>
                  <a:lnTo>
                    <a:pt x="3051" y="202"/>
                  </a:lnTo>
                  <a:lnTo>
                    <a:pt x="3053" y="202"/>
                  </a:lnTo>
                  <a:lnTo>
                    <a:pt x="3053" y="202"/>
                  </a:lnTo>
                  <a:lnTo>
                    <a:pt x="3055" y="202"/>
                  </a:lnTo>
                  <a:lnTo>
                    <a:pt x="3055" y="200"/>
                  </a:lnTo>
                  <a:lnTo>
                    <a:pt x="3053" y="200"/>
                  </a:lnTo>
                  <a:lnTo>
                    <a:pt x="3053" y="200"/>
                  </a:lnTo>
                  <a:lnTo>
                    <a:pt x="3051" y="200"/>
                  </a:lnTo>
                  <a:lnTo>
                    <a:pt x="3051" y="200"/>
                  </a:lnTo>
                  <a:lnTo>
                    <a:pt x="3051" y="200"/>
                  </a:lnTo>
                  <a:lnTo>
                    <a:pt x="3051" y="197"/>
                  </a:lnTo>
                  <a:lnTo>
                    <a:pt x="3046" y="197"/>
                  </a:lnTo>
                  <a:lnTo>
                    <a:pt x="3046" y="200"/>
                  </a:lnTo>
                  <a:lnTo>
                    <a:pt x="3041" y="200"/>
                  </a:lnTo>
                  <a:lnTo>
                    <a:pt x="3041" y="197"/>
                  </a:lnTo>
                  <a:lnTo>
                    <a:pt x="3041" y="197"/>
                  </a:lnTo>
                  <a:lnTo>
                    <a:pt x="3041" y="197"/>
                  </a:lnTo>
                  <a:lnTo>
                    <a:pt x="3039" y="197"/>
                  </a:lnTo>
                  <a:lnTo>
                    <a:pt x="3039" y="197"/>
                  </a:lnTo>
                  <a:lnTo>
                    <a:pt x="3036" y="197"/>
                  </a:lnTo>
                  <a:lnTo>
                    <a:pt x="3036" y="197"/>
                  </a:lnTo>
                  <a:lnTo>
                    <a:pt x="3034" y="197"/>
                  </a:lnTo>
                  <a:lnTo>
                    <a:pt x="3034" y="195"/>
                  </a:lnTo>
                  <a:lnTo>
                    <a:pt x="3027" y="195"/>
                  </a:lnTo>
                  <a:lnTo>
                    <a:pt x="3027" y="197"/>
                  </a:lnTo>
                  <a:lnTo>
                    <a:pt x="3025" y="197"/>
                  </a:lnTo>
                  <a:lnTo>
                    <a:pt x="3025" y="197"/>
                  </a:lnTo>
                  <a:lnTo>
                    <a:pt x="3020" y="197"/>
                  </a:lnTo>
                  <a:lnTo>
                    <a:pt x="3020" y="200"/>
                  </a:lnTo>
                  <a:lnTo>
                    <a:pt x="3017" y="200"/>
                  </a:lnTo>
                  <a:lnTo>
                    <a:pt x="3017" y="200"/>
                  </a:lnTo>
                  <a:lnTo>
                    <a:pt x="3017" y="200"/>
                  </a:lnTo>
                  <a:lnTo>
                    <a:pt x="3017" y="200"/>
                  </a:lnTo>
                  <a:lnTo>
                    <a:pt x="3017" y="200"/>
                  </a:lnTo>
                  <a:lnTo>
                    <a:pt x="3017" y="202"/>
                  </a:lnTo>
                  <a:lnTo>
                    <a:pt x="3015" y="202"/>
                  </a:lnTo>
                  <a:lnTo>
                    <a:pt x="3015" y="202"/>
                  </a:lnTo>
                  <a:lnTo>
                    <a:pt x="3013" y="202"/>
                  </a:lnTo>
                  <a:lnTo>
                    <a:pt x="3013" y="204"/>
                  </a:lnTo>
                  <a:lnTo>
                    <a:pt x="3010" y="204"/>
                  </a:lnTo>
                  <a:lnTo>
                    <a:pt x="3010" y="204"/>
                  </a:lnTo>
                  <a:lnTo>
                    <a:pt x="3008" y="204"/>
                  </a:lnTo>
                  <a:lnTo>
                    <a:pt x="3008" y="207"/>
                  </a:lnTo>
                  <a:lnTo>
                    <a:pt x="3008" y="207"/>
                  </a:lnTo>
                  <a:lnTo>
                    <a:pt x="3008" y="207"/>
                  </a:lnTo>
                  <a:lnTo>
                    <a:pt x="3003" y="207"/>
                  </a:lnTo>
                  <a:lnTo>
                    <a:pt x="3003" y="209"/>
                  </a:lnTo>
                  <a:lnTo>
                    <a:pt x="3001" y="209"/>
                  </a:lnTo>
                  <a:lnTo>
                    <a:pt x="3001" y="209"/>
                  </a:lnTo>
                  <a:lnTo>
                    <a:pt x="2996" y="209"/>
                  </a:lnTo>
                  <a:lnTo>
                    <a:pt x="2996" y="209"/>
                  </a:lnTo>
                  <a:lnTo>
                    <a:pt x="2991" y="209"/>
                  </a:lnTo>
                  <a:lnTo>
                    <a:pt x="2991" y="209"/>
                  </a:lnTo>
                  <a:lnTo>
                    <a:pt x="2987" y="209"/>
                  </a:lnTo>
                  <a:lnTo>
                    <a:pt x="2987" y="209"/>
                  </a:lnTo>
                  <a:lnTo>
                    <a:pt x="2980" y="209"/>
                  </a:lnTo>
                  <a:lnTo>
                    <a:pt x="2980" y="207"/>
                  </a:lnTo>
                  <a:lnTo>
                    <a:pt x="2963" y="207"/>
                  </a:lnTo>
                  <a:lnTo>
                    <a:pt x="2963" y="207"/>
                  </a:lnTo>
                  <a:lnTo>
                    <a:pt x="2961" y="207"/>
                  </a:lnTo>
                  <a:lnTo>
                    <a:pt x="2961" y="207"/>
                  </a:lnTo>
                  <a:lnTo>
                    <a:pt x="2949" y="207"/>
                  </a:lnTo>
                  <a:lnTo>
                    <a:pt x="2949" y="207"/>
                  </a:lnTo>
                  <a:lnTo>
                    <a:pt x="2944" y="207"/>
                  </a:lnTo>
                  <a:lnTo>
                    <a:pt x="2944" y="204"/>
                  </a:lnTo>
                  <a:lnTo>
                    <a:pt x="2942" y="204"/>
                  </a:lnTo>
                  <a:lnTo>
                    <a:pt x="2942" y="204"/>
                  </a:lnTo>
                  <a:lnTo>
                    <a:pt x="2942" y="204"/>
                  </a:lnTo>
                  <a:lnTo>
                    <a:pt x="2942" y="202"/>
                  </a:lnTo>
                  <a:lnTo>
                    <a:pt x="2935" y="202"/>
                  </a:lnTo>
                  <a:lnTo>
                    <a:pt x="2935" y="204"/>
                  </a:lnTo>
                  <a:lnTo>
                    <a:pt x="2930" y="204"/>
                  </a:lnTo>
                  <a:lnTo>
                    <a:pt x="2930" y="204"/>
                  </a:lnTo>
                  <a:lnTo>
                    <a:pt x="2927" y="204"/>
                  </a:lnTo>
                  <a:lnTo>
                    <a:pt x="2927" y="204"/>
                  </a:lnTo>
                  <a:lnTo>
                    <a:pt x="2916" y="204"/>
                  </a:lnTo>
                  <a:lnTo>
                    <a:pt x="2916" y="204"/>
                  </a:lnTo>
                  <a:lnTo>
                    <a:pt x="2901" y="204"/>
                  </a:lnTo>
                  <a:lnTo>
                    <a:pt x="2901" y="204"/>
                  </a:lnTo>
                  <a:lnTo>
                    <a:pt x="2901" y="204"/>
                  </a:lnTo>
                  <a:lnTo>
                    <a:pt x="2901" y="204"/>
                  </a:lnTo>
                  <a:lnTo>
                    <a:pt x="2897" y="204"/>
                  </a:lnTo>
                  <a:lnTo>
                    <a:pt x="2897" y="207"/>
                  </a:lnTo>
                  <a:lnTo>
                    <a:pt x="2894" y="207"/>
                  </a:lnTo>
                  <a:lnTo>
                    <a:pt x="2894" y="207"/>
                  </a:lnTo>
                  <a:lnTo>
                    <a:pt x="2892" y="207"/>
                  </a:lnTo>
                  <a:lnTo>
                    <a:pt x="2892" y="204"/>
                  </a:lnTo>
                  <a:lnTo>
                    <a:pt x="2887" y="204"/>
                  </a:lnTo>
                  <a:lnTo>
                    <a:pt x="2887" y="207"/>
                  </a:lnTo>
                  <a:lnTo>
                    <a:pt x="2880" y="207"/>
                  </a:lnTo>
                  <a:lnTo>
                    <a:pt x="2880" y="209"/>
                  </a:lnTo>
                  <a:lnTo>
                    <a:pt x="2880" y="209"/>
                  </a:lnTo>
                  <a:lnTo>
                    <a:pt x="2880" y="207"/>
                  </a:lnTo>
                  <a:lnTo>
                    <a:pt x="2880" y="207"/>
                  </a:lnTo>
                  <a:lnTo>
                    <a:pt x="2880" y="207"/>
                  </a:lnTo>
                  <a:lnTo>
                    <a:pt x="2878" y="207"/>
                  </a:lnTo>
                  <a:lnTo>
                    <a:pt x="2878" y="209"/>
                  </a:lnTo>
                  <a:lnTo>
                    <a:pt x="2878" y="209"/>
                  </a:lnTo>
                  <a:lnTo>
                    <a:pt x="2878" y="209"/>
                  </a:lnTo>
                  <a:lnTo>
                    <a:pt x="2875" y="209"/>
                  </a:lnTo>
                  <a:lnTo>
                    <a:pt x="2875" y="207"/>
                  </a:lnTo>
                  <a:lnTo>
                    <a:pt x="2875" y="207"/>
                  </a:lnTo>
                  <a:lnTo>
                    <a:pt x="2875" y="204"/>
                  </a:lnTo>
                  <a:lnTo>
                    <a:pt x="2873" y="204"/>
                  </a:lnTo>
                  <a:lnTo>
                    <a:pt x="2873" y="204"/>
                  </a:lnTo>
                  <a:lnTo>
                    <a:pt x="2871" y="204"/>
                  </a:lnTo>
                  <a:lnTo>
                    <a:pt x="2871" y="204"/>
                  </a:lnTo>
                  <a:lnTo>
                    <a:pt x="2864" y="204"/>
                  </a:lnTo>
                  <a:lnTo>
                    <a:pt x="2864" y="204"/>
                  </a:lnTo>
                  <a:lnTo>
                    <a:pt x="2856" y="204"/>
                  </a:lnTo>
                  <a:lnTo>
                    <a:pt x="2856" y="202"/>
                  </a:lnTo>
                  <a:lnTo>
                    <a:pt x="2849" y="202"/>
                  </a:lnTo>
                  <a:lnTo>
                    <a:pt x="2849" y="202"/>
                  </a:lnTo>
                  <a:lnTo>
                    <a:pt x="2847" y="202"/>
                  </a:lnTo>
                  <a:lnTo>
                    <a:pt x="2847" y="200"/>
                  </a:lnTo>
                  <a:lnTo>
                    <a:pt x="2847" y="200"/>
                  </a:lnTo>
                  <a:lnTo>
                    <a:pt x="2847" y="200"/>
                  </a:lnTo>
                  <a:lnTo>
                    <a:pt x="2847" y="200"/>
                  </a:lnTo>
                  <a:lnTo>
                    <a:pt x="2847" y="197"/>
                  </a:lnTo>
                  <a:lnTo>
                    <a:pt x="2849" y="197"/>
                  </a:lnTo>
                  <a:lnTo>
                    <a:pt x="2849" y="197"/>
                  </a:lnTo>
                  <a:lnTo>
                    <a:pt x="2849" y="197"/>
                  </a:lnTo>
                  <a:lnTo>
                    <a:pt x="2849" y="195"/>
                  </a:lnTo>
                  <a:lnTo>
                    <a:pt x="2849" y="195"/>
                  </a:lnTo>
                  <a:lnTo>
                    <a:pt x="2849" y="192"/>
                  </a:lnTo>
                  <a:lnTo>
                    <a:pt x="2852" y="192"/>
                  </a:lnTo>
                  <a:lnTo>
                    <a:pt x="2852" y="192"/>
                  </a:lnTo>
                  <a:lnTo>
                    <a:pt x="2852" y="192"/>
                  </a:lnTo>
                  <a:lnTo>
                    <a:pt x="2852" y="190"/>
                  </a:lnTo>
                  <a:lnTo>
                    <a:pt x="2854" y="190"/>
                  </a:lnTo>
                  <a:lnTo>
                    <a:pt x="2854" y="188"/>
                  </a:lnTo>
                  <a:lnTo>
                    <a:pt x="2852" y="188"/>
                  </a:lnTo>
                  <a:lnTo>
                    <a:pt x="2852" y="185"/>
                  </a:lnTo>
                  <a:lnTo>
                    <a:pt x="2852" y="185"/>
                  </a:lnTo>
                  <a:lnTo>
                    <a:pt x="2852" y="185"/>
                  </a:lnTo>
                  <a:lnTo>
                    <a:pt x="2849" y="185"/>
                  </a:lnTo>
                  <a:lnTo>
                    <a:pt x="2849" y="183"/>
                  </a:lnTo>
                  <a:lnTo>
                    <a:pt x="2849" y="183"/>
                  </a:lnTo>
                  <a:lnTo>
                    <a:pt x="2849" y="183"/>
                  </a:lnTo>
                  <a:lnTo>
                    <a:pt x="2849" y="183"/>
                  </a:lnTo>
                  <a:lnTo>
                    <a:pt x="2849" y="181"/>
                  </a:lnTo>
                  <a:lnTo>
                    <a:pt x="2847" y="181"/>
                  </a:lnTo>
                  <a:lnTo>
                    <a:pt x="2847" y="181"/>
                  </a:lnTo>
                  <a:lnTo>
                    <a:pt x="2845" y="181"/>
                  </a:lnTo>
                  <a:lnTo>
                    <a:pt x="2845" y="178"/>
                  </a:lnTo>
                  <a:lnTo>
                    <a:pt x="2842" y="178"/>
                  </a:lnTo>
                  <a:lnTo>
                    <a:pt x="2842" y="178"/>
                  </a:lnTo>
                  <a:lnTo>
                    <a:pt x="2842" y="178"/>
                  </a:lnTo>
                  <a:lnTo>
                    <a:pt x="2842" y="178"/>
                  </a:lnTo>
                  <a:lnTo>
                    <a:pt x="2838" y="178"/>
                  </a:lnTo>
                  <a:lnTo>
                    <a:pt x="2838" y="176"/>
                  </a:lnTo>
                  <a:lnTo>
                    <a:pt x="2835" y="176"/>
                  </a:lnTo>
                  <a:lnTo>
                    <a:pt x="2835" y="176"/>
                  </a:lnTo>
                  <a:lnTo>
                    <a:pt x="2833" y="176"/>
                  </a:lnTo>
                  <a:lnTo>
                    <a:pt x="2833" y="173"/>
                  </a:lnTo>
                  <a:lnTo>
                    <a:pt x="2828" y="173"/>
                  </a:lnTo>
                  <a:lnTo>
                    <a:pt x="2828" y="173"/>
                  </a:lnTo>
                  <a:lnTo>
                    <a:pt x="2823" y="173"/>
                  </a:lnTo>
                  <a:lnTo>
                    <a:pt x="2823" y="171"/>
                  </a:lnTo>
                  <a:lnTo>
                    <a:pt x="2819" y="171"/>
                  </a:lnTo>
                  <a:lnTo>
                    <a:pt x="2819" y="171"/>
                  </a:lnTo>
                  <a:lnTo>
                    <a:pt x="2812" y="171"/>
                  </a:lnTo>
                  <a:lnTo>
                    <a:pt x="2812" y="169"/>
                  </a:lnTo>
                  <a:lnTo>
                    <a:pt x="2802" y="169"/>
                  </a:lnTo>
                  <a:lnTo>
                    <a:pt x="2802" y="169"/>
                  </a:lnTo>
                  <a:lnTo>
                    <a:pt x="2785" y="169"/>
                  </a:lnTo>
                  <a:lnTo>
                    <a:pt x="2785" y="169"/>
                  </a:lnTo>
                  <a:lnTo>
                    <a:pt x="2781" y="169"/>
                  </a:lnTo>
                  <a:lnTo>
                    <a:pt x="2781" y="169"/>
                  </a:lnTo>
                  <a:lnTo>
                    <a:pt x="2781" y="169"/>
                  </a:lnTo>
                  <a:lnTo>
                    <a:pt x="2781" y="169"/>
                  </a:lnTo>
                  <a:lnTo>
                    <a:pt x="2778" y="169"/>
                  </a:lnTo>
                  <a:lnTo>
                    <a:pt x="2778" y="169"/>
                  </a:lnTo>
                  <a:lnTo>
                    <a:pt x="2769" y="169"/>
                  </a:lnTo>
                  <a:lnTo>
                    <a:pt x="2769" y="169"/>
                  </a:lnTo>
                  <a:lnTo>
                    <a:pt x="2767" y="169"/>
                  </a:lnTo>
                  <a:lnTo>
                    <a:pt x="2767" y="169"/>
                  </a:lnTo>
                  <a:lnTo>
                    <a:pt x="2752" y="169"/>
                  </a:lnTo>
                  <a:lnTo>
                    <a:pt x="2752" y="169"/>
                  </a:lnTo>
                  <a:lnTo>
                    <a:pt x="2740" y="169"/>
                  </a:lnTo>
                  <a:lnTo>
                    <a:pt x="2740" y="171"/>
                  </a:lnTo>
                  <a:lnTo>
                    <a:pt x="2731" y="171"/>
                  </a:lnTo>
                  <a:lnTo>
                    <a:pt x="2731" y="171"/>
                  </a:lnTo>
                  <a:lnTo>
                    <a:pt x="2724" y="171"/>
                  </a:lnTo>
                  <a:lnTo>
                    <a:pt x="2724" y="173"/>
                  </a:lnTo>
                  <a:lnTo>
                    <a:pt x="2719" y="173"/>
                  </a:lnTo>
                  <a:lnTo>
                    <a:pt x="2719" y="173"/>
                  </a:lnTo>
                  <a:lnTo>
                    <a:pt x="2703" y="173"/>
                  </a:lnTo>
                  <a:lnTo>
                    <a:pt x="2703" y="176"/>
                  </a:lnTo>
                  <a:lnTo>
                    <a:pt x="2688" y="176"/>
                  </a:lnTo>
                  <a:lnTo>
                    <a:pt x="2688" y="173"/>
                  </a:lnTo>
                  <a:lnTo>
                    <a:pt x="2686" y="173"/>
                  </a:lnTo>
                  <a:lnTo>
                    <a:pt x="2686" y="171"/>
                  </a:lnTo>
                  <a:lnTo>
                    <a:pt x="2681" y="171"/>
                  </a:lnTo>
                  <a:lnTo>
                    <a:pt x="2681" y="169"/>
                  </a:lnTo>
                  <a:lnTo>
                    <a:pt x="2681" y="169"/>
                  </a:lnTo>
                  <a:lnTo>
                    <a:pt x="2681" y="169"/>
                  </a:lnTo>
                  <a:lnTo>
                    <a:pt x="2679" y="169"/>
                  </a:lnTo>
                  <a:lnTo>
                    <a:pt x="2679" y="169"/>
                  </a:lnTo>
                  <a:lnTo>
                    <a:pt x="2677" y="169"/>
                  </a:lnTo>
                  <a:lnTo>
                    <a:pt x="2677" y="166"/>
                  </a:lnTo>
                  <a:lnTo>
                    <a:pt x="2674" y="166"/>
                  </a:lnTo>
                  <a:lnTo>
                    <a:pt x="2674" y="164"/>
                  </a:lnTo>
                  <a:lnTo>
                    <a:pt x="2674" y="164"/>
                  </a:lnTo>
                  <a:lnTo>
                    <a:pt x="2674" y="164"/>
                  </a:lnTo>
                  <a:lnTo>
                    <a:pt x="2672" y="164"/>
                  </a:lnTo>
                  <a:lnTo>
                    <a:pt x="2672" y="162"/>
                  </a:lnTo>
                  <a:lnTo>
                    <a:pt x="2667" y="162"/>
                  </a:lnTo>
                  <a:lnTo>
                    <a:pt x="2667" y="162"/>
                  </a:lnTo>
                  <a:lnTo>
                    <a:pt x="2665" y="162"/>
                  </a:lnTo>
                  <a:lnTo>
                    <a:pt x="2665" y="159"/>
                  </a:lnTo>
                  <a:lnTo>
                    <a:pt x="2662" y="159"/>
                  </a:lnTo>
                  <a:lnTo>
                    <a:pt x="2662" y="159"/>
                  </a:lnTo>
                  <a:lnTo>
                    <a:pt x="2665" y="159"/>
                  </a:lnTo>
                  <a:lnTo>
                    <a:pt x="2665" y="159"/>
                  </a:lnTo>
                  <a:lnTo>
                    <a:pt x="2662" y="159"/>
                  </a:lnTo>
                  <a:lnTo>
                    <a:pt x="2662" y="159"/>
                  </a:lnTo>
                  <a:lnTo>
                    <a:pt x="2660" y="159"/>
                  </a:lnTo>
                  <a:lnTo>
                    <a:pt x="2660" y="159"/>
                  </a:lnTo>
                  <a:lnTo>
                    <a:pt x="2660" y="159"/>
                  </a:lnTo>
                  <a:lnTo>
                    <a:pt x="2660" y="159"/>
                  </a:lnTo>
                  <a:lnTo>
                    <a:pt x="2658" y="159"/>
                  </a:lnTo>
                  <a:lnTo>
                    <a:pt x="2658" y="159"/>
                  </a:lnTo>
                  <a:lnTo>
                    <a:pt x="2653" y="159"/>
                  </a:lnTo>
                  <a:lnTo>
                    <a:pt x="2653" y="157"/>
                  </a:lnTo>
                  <a:lnTo>
                    <a:pt x="2648" y="157"/>
                  </a:lnTo>
                  <a:lnTo>
                    <a:pt x="2648" y="157"/>
                  </a:lnTo>
                  <a:lnTo>
                    <a:pt x="2643" y="157"/>
                  </a:lnTo>
                  <a:lnTo>
                    <a:pt x="2643" y="154"/>
                  </a:lnTo>
                  <a:lnTo>
                    <a:pt x="2639" y="154"/>
                  </a:lnTo>
                  <a:lnTo>
                    <a:pt x="2639" y="154"/>
                  </a:lnTo>
                  <a:lnTo>
                    <a:pt x="2634" y="154"/>
                  </a:lnTo>
                  <a:lnTo>
                    <a:pt x="2634" y="152"/>
                  </a:lnTo>
                  <a:lnTo>
                    <a:pt x="2634" y="152"/>
                  </a:lnTo>
                  <a:lnTo>
                    <a:pt x="2634" y="154"/>
                  </a:lnTo>
                  <a:lnTo>
                    <a:pt x="2622" y="154"/>
                  </a:lnTo>
                  <a:lnTo>
                    <a:pt x="2622" y="152"/>
                  </a:lnTo>
                  <a:lnTo>
                    <a:pt x="2615" y="152"/>
                  </a:lnTo>
                  <a:lnTo>
                    <a:pt x="2615" y="152"/>
                  </a:lnTo>
                  <a:lnTo>
                    <a:pt x="2617" y="152"/>
                  </a:lnTo>
                  <a:lnTo>
                    <a:pt x="2617" y="150"/>
                  </a:lnTo>
                  <a:lnTo>
                    <a:pt x="2622" y="150"/>
                  </a:lnTo>
                  <a:lnTo>
                    <a:pt x="2622" y="150"/>
                  </a:lnTo>
                  <a:lnTo>
                    <a:pt x="2622" y="150"/>
                  </a:lnTo>
                  <a:lnTo>
                    <a:pt x="2622" y="150"/>
                  </a:lnTo>
                  <a:lnTo>
                    <a:pt x="2627" y="150"/>
                  </a:lnTo>
                  <a:lnTo>
                    <a:pt x="2627" y="152"/>
                  </a:lnTo>
                  <a:lnTo>
                    <a:pt x="2629" y="152"/>
                  </a:lnTo>
                  <a:lnTo>
                    <a:pt x="2629" y="152"/>
                  </a:lnTo>
                  <a:lnTo>
                    <a:pt x="2634" y="152"/>
                  </a:lnTo>
                  <a:lnTo>
                    <a:pt x="2634" y="150"/>
                  </a:lnTo>
                  <a:lnTo>
                    <a:pt x="2636" y="150"/>
                  </a:lnTo>
                  <a:lnTo>
                    <a:pt x="2636" y="150"/>
                  </a:lnTo>
                  <a:lnTo>
                    <a:pt x="2639" y="150"/>
                  </a:lnTo>
                  <a:lnTo>
                    <a:pt x="2639" y="147"/>
                  </a:lnTo>
                  <a:lnTo>
                    <a:pt x="2636" y="147"/>
                  </a:lnTo>
                  <a:lnTo>
                    <a:pt x="2636" y="145"/>
                  </a:lnTo>
                  <a:lnTo>
                    <a:pt x="2636" y="145"/>
                  </a:lnTo>
                  <a:lnTo>
                    <a:pt x="2636" y="145"/>
                  </a:lnTo>
                  <a:lnTo>
                    <a:pt x="2634" y="145"/>
                  </a:lnTo>
                  <a:lnTo>
                    <a:pt x="2634" y="143"/>
                  </a:lnTo>
                  <a:lnTo>
                    <a:pt x="2632" y="143"/>
                  </a:lnTo>
                  <a:lnTo>
                    <a:pt x="2632" y="143"/>
                  </a:lnTo>
                  <a:lnTo>
                    <a:pt x="2629" y="143"/>
                  </a:lnTo>
                  <a:lnTo>
                    <a:pt x="2629" y="140"/>
                  </a:lnTo>
                  <a:lnTo>
                    <a:pt x="2625" y="140"/>
                  </a:lnTo>
                  <a:lnTo>
                    <a:pt x="2625" y="140"/>
                  </a:lnTo>
                  <a:lnTo>
                    <a:pt x="2622" y="140"/>
                  </a:lnTo>
                  <a:lnTo>
                    <a:pt x="2622" y="140"/>
                  </a:lnTo>
                  <a:lnTo>
                    <a:pt x="2615" y="140"/>
                  </a:lnTo>
                  <a:lnTo>
                    <a:pt x="2615" y="138"/>
                  </a:lnTo>
                  <a:lnTo>
                    <a:pt x="2608" y="138"/>
                  </a:lnTo>
                  <a:lnTo>
                    <a:pt x="2608" y="138"/>
                  </a:lnTo>
                  <a:lnTo>
                    <a:pt x="2570" y="138"/>
                  </a:lnTo>
                  <a:lnTo>
                    <a:pt x="2570" y="136"/>
                  </a:lnTo>
                  <a:lnTo>
                    <a:pt x="2568" y="136"/>
                  </a:lnTo>
                  <a:lnTo>
                    <a:pt x="2568" y="136"/>
                  </a:lnTo>
                  <a:lnTo>
                    <a:pt x="2561" y="136"/>
                  </a:lnTo>
                  <a:lnTo>
                    <a:pt x="2561" y="133"/>
                  </a:lnTo>
                  <a:lnTo>
                    <a:pt x="2556" y="133"/>
                  </a:lnTo>
                  <a:lnTo>
                    <a:pt x="2556" y="133"/>
                  </a:lnTo>
                  <a:lnTo>
                    <a:pt x="2549" y="133"/>
                  </a:lnTo>
                  <a:lnTo>
                    <a:pt x="2549" y="131"/>
                  </a:lnTo>
                  <a:lnTo>
                    <a:pt x="2542" y="131"/>
                  </a:lnTo>
                  <a:lnTo>
                    <a:pt x="2542" y="131"/>
                  </a:lnTo>
                  <a:lnTo>
                    <a:pt x="2530" y="131"/>
                  </a:lnTo>
                  <a:lnTo>
                    <a:pt x="2530" y="128"/>
                  </a:lnTo>
                  <a:lnTo>
                    <a:pt x="2518" y="128"/>
                  </a:lnTo>
                  <a:lnTo>
                    <a:pt x="2518" y="128"/>
                  </a:lnTo>
                  <a:lnTo>
                    <a:pt x="2501" y="128"/>
                  </a:lnTo>
                  <a:lnTo>
                    <a:pt x="2501" y="128"/>
                  </a:lnTo>
                  <a:lnTo>
                    <a:pt x="2473" y="128"/>
                  </a:lnTo>
                  <a:lnTo>
                    <a:pt x="2473" y="126"/>
                  </a:lnTo>
                  <a:lnTo>
                    <a:pt x="2459" y="126"/>
                  </a:lnTo>
                  <a:lnTo>
                    <a:pt x="2459" y="126"/>
                  </a:lnTo>
                  <a:lnTo>
                    <a:pt x="2454" y="126"/>
                  </a:lnTo>
                  <a:lnTo>
                    <a:pt x="2454" y="124"/>
                  </a:lnTo>
                  <a:lnTo>
                    <a:pt x="2452" y="124"/>
                  </a:lnTo>
                  <a:lnTo>
                    <a:pt x="2452" y="124"/>
                  </a:lnTo>
                  <a:lnTo>
                    <a:pt x="2442" y="124"/>
                  </a:lnTo>
                  <a:lnTo>
                    <a:pt x="2442" y="121"/>
                  </a:lnTo>
                  <a:lnTo>
                    <a:pt x="2435" y="121"/>
                  </a:lnTo>
                  <a:lnTo>
                    <a:pt x="2435" y="124"/>
                  </a:lnTo>
                  <a:lnTo>
                    <a:pt x="2438" y="124"/>
                  </a:lnTo>
                  <a:lnTo>
                    <a:pt x="2438" y="126"/>
                  </a:lnTo>
                  <a:lnTo>
                    <a:pt x="2438" y="126"/>
                  </a:lnTo>
                  <a:lnTo>
                    <a:pt x="2438" y="126"/>
                  </a:lnTo>
                  <a:lnTo>
                    <a:pt x="2440" y="126"/>
                  </a:lnTo>
                  <a:lnTo>
                    <a:pt x="2440" y="128"/>
                  </a:lnTo>
                  <a:lnTo>
                    <a:pt x="2442" y="128"/>
                  </a:lnTo>
                  <a:lnTo>
                    <a:pt x="2442" y="128"/>
                  </a:lnTo>
                  <a:lnTo>
                    <a:pt x="2445" y="128"/>
                  </a:lnTo>
                  <a:lnTo>
                    <a:pt x="2445" y="128"/>
                  </a:lnTo>
                  <a:lnTo>
                    <a:pt x="2445" y="128"/>
                  </a:lnTo>
                  <a:lnTo>
                    <a:pt x="2445" y="131"/>
                  </a:lnTo>
                  <a:lnTo>
                    <a:pt x="2442" y="131"/>
                  </a:lnTo>
                  <a:lnTo>
                    <a:pt x="2442" y="131"/>
                  </a:lnTo>
                  <a:lnTo>
                    <a:pt x="2438" y="131"/>
                  </a:lnTo>
                  <a:lnTo>
                    <a:pt x="2438" y="133"/>
                  </a:lnTo>
                  <a:lnTo>
                    <a:pt x="2409" y="133"/>
                  </a:lnTo>
                  <a:lnTo>
                    <a:pt x="2409" y="133"/>
                  </a:lnTo>
                  <a:lnTo>
                    <a:pt x="2409" y="133"/>
                  </a:lnTo>
                  <a:lnTo>
                    <a:pt x="2409" y="136"/>
                  </a:lnTo>
                  <a:lnTo>
                    <a:pt x="2404" y="136"/>
                  </a:lnTo>
                  <a:lnTo>
                    <a:pt x="2404" y="136"/>
                  </a:lnTo>
                  <a:lnTo>
                    <a:pt x="2404" y="136"/>
                  </a:lnTo>
                  <a:lnTo>
                    <a:pt x="2404" y="138"/>
                  </a:lnTo>
                  <a:lnTo>
                    <a:pt x="2402" y="138"/>
                  </a:lnTo>
                  <a:lnTo>
                    <a:pt x="2402" y="140"/>
                  </a:lnTo>
                  <a:lnTo>
                    <a:pt x="2404" y="140"/>
                  </a:lnTo>
                  <a:lnTo>
                    <a:pt x="2404" y="143"/>
                  </a:lnTo>
                  <a:lnTo>
                    <a:pt x="2409" y="143"/>
                  </a:lnTo>
                  <a:lnTo>
                    <a:pt x="2409" y="140"/>
                  </a:lnTo>
                  <a:lnTo>
                    <a:pt x="2411" y="140"/>
                  </a:lnTo>
                  <a:lnTo>
                    <a:pt x="2411" y="140"/>
                  </a:lnTo>
                  <a:lnTo>
                    <a:pt x="2421" y="140"/>
                  </a:lnTo>
                  <a:lnTo>
                    <a:pt x="2421" y="140"/>
                  </a:lnTo>
                  <a:lnTo>
                    <a:pt x="2419" y="140"/>
                  </a:lnTo>
                  <a:lnTo>
                    <a:pt x="2419" y="143"/>
                  </a:lnTo>
                  <a:lnTo>
                    <a:pt x="2416" y="143"/>
                  </a:lnTo>
                  <a:lnTo>
                    <a:pt x="2416" y="143"/>
                  </a:lnTo>
                  <a:lnTo>
                    <a:pt x="2416" y="143"/>
                  </a:lnTo>
                  <a:lnTo>
                    <a:pt x="2416" y="145"/>
                  </a:lnTo>
                  <a:lnTo>
                    <a:pt x="2414" y="145"/>
                  </a:lnTo>
                  <a:lnTo>
                    <a:pt x="2414" y="147"/>
                  </a:lnTo>
                  <a:lnTo>
                    <a:pt x="2407" y="147"/>
                  </a:lnTo>
                  <a:lnTo>
                    <a:pt x="2407" y="147"/>
                  </a:lnTo>
                  <a:lnTo>
                    <a:pt x="2414" y="147"/>
                  </a:lnTo>
                  <a:lnTo>
                    <a:pt x="2414" y="150"/>
                  </a:lnTo>
                  <a:lnTo>
                    <a:pt x="2416" y="150"/>
                  </a:lnTo>
                  <a:lnTo>
                    <a:pt x="2416" y="154"/>
                  </a:lnTo>
                  <a:lnTo>
                    <a:pt x="2416" y="154"/>
                  </a:lnTo>
                  <a:lnTo>
                    <a:pt x="2416" y="154"/>
                  </a:lnTo>
                  <a:lnTo>
                    <a:pt x="2416" y="154"/>
                  </a:lnTo>
                  <a:lnTo>
                    <a:pt x="2416" y="157"/>
                  </a:lnTo>
                  <a:lnTo>
                    <a:pt x="2419" y="157"/>
                  </a:lnTo>
                  <a:lnTo>
                    <a:pt x="2419" y="157"/>
                  </a:lnTo>
                  <a:lnTo>
                    <a:pt x="2419" y="157"/>
                  </a:lnTo>
                  <a:lnTo>
                    <a:pt x="2419" y="159"/>
                  </a:lnTo>
                  <a:lnTo>
                    <a:pt x="2419" y="159"/>
                  </a:lnTo>
                  <a:lnTo>
                    <a:pt x="2419" y="159"/>
                  </a:lnTo>
                  <a:lnTo>
                    <a:pt x="2416" y="159"/>
                  </a:lnTo>
                  <a:lnTo>
                    <a:pt x="2416" y="159"/>
                  </a:lnTo>
                  <a:lnTo>
                    <a:pt x="2409" y="159"/>
                  </a:lnTo>
                  <a:lnTo>
                    <a:pt x="2409" y="159"/>
                  </a:lnTo>
                  <a:lnTo>
                    <a:pt x="2404" y="159"/>
                  </a:lnTo>
                  <a:lnTo>
                    <a:pt x="2404" y="159"/>
                  </a:lnTo>
                  <a:lnTo>
                    <a:pt x="2402" y="159"/>
                  </a:lnTo>
                  <a:lnTo>
                    <a:pt x="2402" y="157"/>
                  </a:lnTo>
                  <a:lnTo>
                    <a:pt x="2402" y="157"/>
                  </a:lnTo>
                  <a:lnTo>
                    <a:pt x="2402" y="154"/>
                  </a:lnTo>
                  <a:lnTo>
                    <a:pt x="2397" y="154"/>
                  </a:lnTo>
                  <a:lnTo>
                    <a:pt x="2397" y="154"/>
                  </a:lnTo>
                  <a:lnTo>
                    <a:pt x="2397" y="154"/>
                  </a:lnTo>
                  <a:lnTo>
                    <a:pt x="2397" y="152"/>
                  </a:lnTo>
                  <a:lnTo>
                    <a:pt x="2388" y="152"/>
                  </a:lnTo>
                  <a:lnTo>
                    <a:pt x="2388" y="154"/>
                  </a:lnTo>
                  <a:lnTo>
                    <a:pt x="2390" y="154"/>
                  </a:lnTo>
                  <a:lnTo>
                    <a:pt x="2390" y="157"/>
                  </a:lnTo>
                  <a:lnTo>
                    <a:pt x="2390" y="157"/>
                  </a:lnTo>
                  <a:lnTo>
                    <a:pt x="2390" y="157"/>
                  </a:lnTo>
                  <a:lnTo>
                    <a:pt x="2388" y="157"/>
                  </a:lnTo>
                  <a:lnTo>
                    <a:pt x="2388" y="157"/>
                  </a:lnTo>
                  <a:lnTo>
                    <a:pt x="2388" y="157"/>
                  </a:lnTo>
                  <a:lnTo>
                    <a:pt x="2388" y="154"/>
                  </a:lnTo>
                  <a:lnTo>
                    <a:pt x="2383" y="154"/>
                  </a:lnTo>
                  <a:lnTo>
                    <a:pt x="2383" y="157"/>
                  </a:lnTo>
                  <a:lnTo>
                    <a:pt x="2383" y="157"/>
                  </a:lnTo>
                  <a:lnTo>
                    <a:pt x="2383" y="154"/>
                  </a:lnTo>
                  <a:lnTo>
                    <a:pt x="2381" y="154"/>
                  </a:lnTo>
                  <a:lnTo>
                    <a:pt x="2381" y="157"/>
                  </a:lnTo>
                  <a:lnTo>
                    <a:pt x="2378" y="157"/>
                  </a:lnTo>
                  <a:lnTo>
                    <a:pt x="2378" y="159"/>
                  </a:lnTo>
                  <a:lnTo>
                    <a:pt x="2378" y="159"/>
                  </a:lnTo>
                  <a:lnTo>
                    <a:pt x="2378" y="157"/>
                  </a:lnTo>
                  <a:lnTo>
                    <a:pt x="2369" y="157"/>
                  </a:lnTo>
                  <a:lnTo>
                    <a:pt x="2369" y="154"/>
                  </a:lnTo>
                  <a:lnTo>
                    <a:pt x="2364" y="154"/>
                  </a:lnTo>
                  <a:lnTo>
                    <a:pt x="2364" y="157"/>
                  </a:lnTo>
                  <a:lnTo>
                    <a:pt x="2357" y="157"/>
                  </a:lnTo>
                  <a:lnTo>
                    <a:pt x="2357" y="159"/>
                  </a:lnTo>
                  <a:lnTo>
                    <a:pt x="2355" y="159"/>
                  </a:lnTo>
                  <a:lnTo>
                    <a:pt x="2355" y="157"/>
                  </a:lnTo>
                  <a:lnTo>
                    <a:pt x="2348" y="157"/>
                  </a:lnTo>
                  <a:lnTo>
                    <a:pt x="2348" y="157"/>
                  </a:lnTo>
                  <a:lnTo>
                    <a:pt x="2343" y="157"/>
                  </a:lnTo>
                  <a:lnTo>
                    <a:pt x="2343" y="154"/>
                  </a:lnTo>
                  <a:lnTo>
                    <a:pt x="2336" y="154"/>
                  </a:lnTo>
                  <a:lnTo>
                    <a:pt x="2336" y="154"/>
                  </a:lnTo>
                  <a:lnTo>
                    <a:pt x="2331" y="154"/>
                  </a:lnTo>
                  <a:lnTo>
                    <a:pt x="2331" y="154"/>
                  </a:lnTo>
                  <a:lnTo>
                    <a:pt x="2329" y="154"/>
                  </a:lnTo>
                  <a:lnTo>
                    <a:pt x="2329" y="154"/>
                  </a:lnTo>
                  <a:lnTo>
                    <a:pt x="2329" y="154"/>
                  </a:lnTo>
                  <a:lnTo>
                    <a:pt x="2329" y="154"/>
                  </a:lnTo>
                  <a:lnTo>
                    <a:pt x="2317" y="154"/>
                  </a:lnTo>
                  <a:lnTo>
                    <a:pt x="2317" y="157"/>
                  </a:lnTo>
                  <a:lnTo>
                    <a:pt x="2312" y="157"/>
                  </a:lnTo>
                  <a:lnTo>
                    <a:pt x="2312" y="159"/>
                  </a:lnTo>
                  <a:lnTo>
                    <a:pt x="2310" y="159"/>
                  </a:lnTo>
                  <a:lnTo>
                    <a:pt x="2310" y="159"/>
                  </a:lnTo>
                  <a:lnTo>
                    <a:pt x="2307" y="159"/>
                  </a:lnTo>
                  <a:lnTo>
                    <a:pt x="2307" y="159"/>
                  </a:lnTo>
                  <a:lnTo>
                    <a:pt x="2303" y="159"/>
                  </a:lnTo>
                  <a:lnTo>
                    <a:pt x="2303" y="162"/>
                  </a:lnTo>
                  <a:lnTo>
                    <a:pt x="2296" y="162"/>
                  </a:lnTo>
                  <a:lnTo>
                    <a:pt x="2296" y="159"/>
                  </a:lnTo>
                  <a:lnTo>
                    <a:pt x="2288" y="159"/>
                  </a:lnTo>
                  <a:lnTo>
                    <a:pt x="2288" y="159"/>
                  </a:lnTo>
                  <a:lnTo>
                    <a:pt x="2284" y="159"/>
                  </a:lnTo>
                  <a:lnTo>
                    <a:pt x="2284" y="159"/>
                  </a:lnTo>
                  <a:lnTo>
                    <a:pt x="2281" y="159"/>
                  </a:lnTo>
                  <a:lnTo>
                    <a:pt x="2281" y="157"/>
                  </a:lnTo>
                  <a:lnTo>
                    <a:pt x="2277" y="157"/>
                  </a:lnTo>
                  <a:lnTo>
                    <a:pt x="2277" y="157"/>
                  </a:lnTo>
                  <a:lnTo>
                    <a:pt x="2274" y="157"/>
                  </a:lnTo>
                  <a:lnTo>
                    <a:pt x="2274" y="154"/>
                  </a:lnTo>
                  <a:lnTo>
                    <a:pt x="2274" y="154"/>
                  </a:lnTo>
                  <a:lnTo>
                    <a:pt x="2274" y="154"/>
                  </a:lnTo>
                  <a:lnTo>
                    <a:pt x="2272" y="154"/>
                  </a:lnTo>
                  <a:lnTo>
                    <a:pt x="2272" y="152"/>
                  </a:lnTo>
                  <a:lnTo>
                    <a:pt x="2269" y="152"/>
                  </a:lnTo>
                  <a:lnTo>
                    <a:pt x="2269" y="152"/>
                  </a:lnTo>
                  <a:lnTo>
                    <a:pt x="2267" y="152"/>
                  </a:lnTo>
                  <a:lnTo>
                    <a:pt x="2267" y="150"/>
                  </a:lnTo>
                  <a:lnTo>
                    <a:pt x="2269" y="150"/>
                  </a:lnTo>
                  <a:lnTo>
                    <a:pt x="2269" y="147"/>
                  </a:lnTo>
                  <a:lnTo>
                    <a:pt x="2274" y="147"/>
                  </a:lnTo>
                  <a:lnTo>
                    <a:pt x="2274" y="150"/>
                  </a:lnTo>
                  <a:lnTo>
                    <a:pt x="2277" y="150"/>
                  </a:lnTo>
                  <a:lnTo>
                    <a:pt x="2277" y="150"/>
                  </a:lnTo>
                  <a:lnTo>
                    <a:pt x="2279" y="150"/>
                  </a:lnTo>
                  <a:lnTo>
                    <a:pt x="2279" y="147"/>
                  </a:lnTo>
                  <a:lnTo>
                    <a:pt x="2277" y="147"/>
                  </a:lnTo>
                  <a:lnTo>
                    <a:pt x="2277" y="147"/>
                  </a:lnTo>
                  <a:lnTo>
                    <a:pt x="2274" y="147"/>
                  </a:lnTo>
                  <a:lnTo>
                    <a:pt x="2274" y="145"/>
                  </a:lnTo>
                  <a:lnTo>
                    <a:pt x="2269" y="145"/>
                  </a:lnTo>
                  <a:lnTo>
                    <a:pt x="2269" y="147"/>
                  </a:lnTo>
                  <a:lnTo>
                    <a:pt x="2262" y="147"/>
                  </a:lnTo>
                  <a:lnTo>
                    <a:pt x="2262" y="147"/>
                  </a:lnTo>
                  <a:lnTo>
                    <a:pt x="2260" y="147"/>
                  </a:lnTo>
                  <a:lnTo>
                    <a:pt x="2260" y="150"/>
                  </a:lnTo>
                  <a:lnTo>
                    <a:pt x="2260" y="150"/>
                  </a:lnTo>
                  <a:lnTo>
                    <a:pt x="2260" y="150"/>
                  </a:lnTo>
                  <a:lnTo>
                    <a:pt x="2258" y="150"/>
                  </a:lnTo>
                  <a:lnTo>
                    <a:pt x="2258" y="150"/>
                  </a:lnTo>
                  <a:lnTo>
                    <a:pt x="2258" y="150"/>
                  </a:lnTo>
                  <a:lnTo>
                    <a:pt x="2258" y="152"/>
                  </a:lnTo>
                  <a:lnTo>
                    <a:pt x="2255" y="152"/>
                  </a:lnTo>
                  <a:lnTo>
                    <a:pt x="2255" y="152"/>
                  </a:lnTo>
                  <a:lnTo>
                    <a:pt x="2255" y="152"/>
                  </a:lnTo>
                  <a:lnTo>
                    <a:pt x="2255" y="154"/>
                  </a:lnTo>
                  <a:lnTo>
                    <a:pt x="2253" y="154"/>
                  </a:lnTo>
                  <a:lnTo>
                    <a:pt x="2253" y="154"/>
                  </a:lnTo>
                  <a:lnTo>
                    <a:pt x="2253" y="154"/>
                  </a:lnTo>
                  <a:lnTo>
                    <a:pt x="2253" y="157"/>
                  </a:lnTo>
                  <a:lnTo>
                    <a:pt x="2251" y="157"/>
                  </a:lnTo>
                  <a:lnTo>
                    <a:pt x="2251" y="159"/>
                  </a:lnTo>
                  <a:lnTo>
                    <a:pt x="2251" y="159"/>
                  </a:lnTo>
                  <a:lnTo>
                    <a:pt x="2251" y="159"/>
                  </a:lnTo>
                  <a:lnTo>
                    <a:pt x="2251" y="159"/>
                  </a:lnTo>
                  <a:lnTo>
                    <a:pt x="2251" y="162"/>
                  </a:lnTo>
                  <a:lnTo>
                    <a:pt x="2248" y="162"/>
                  </a:lnTo>
                  <a:lnTo>
                    <a:pt x="2248" y="164"/>
                  </a:lnTo>
                  <a:lnTo>
                    <a:pt x="2248" y="164"/>
                  </a:lnTo>
                  <a:lnTo>
                    <a:pt x="2248" y="164"/>
                  </a:lnTo>
                  <a:lnTo>
                    <a:pt x="2248" y="164"/>
                  </a:lnTo>
                  <a:lnTo>
                    <a:pt x="2248" y="166"/>
                  </a:lnTo>
                  <a:lnTo>
                    <a:pt x="2246" y="166"/>
                  </a:lnTo>
                  <a:lnTo>
                    <a:pt x="2246" y="166"/>
                  </a:lnTo>
                  <a:lnTo>
                    <a:pt x="2243" y="166"/>
                  </a:lnTo>
                  <a:lnTo>
                    <a:pt x="2243" y="171"/>
                  </a:lnTo>
                  <a:lnTo>
                    <a:pt x="2243" y="171"/>
                  </a:lnTo>
                  <a:lnTo>
                    <a:pt x="2243" y="171"/>
                  </a:lnTo>
                  <a:lnTo>
                    <a:pt x="2241" y="171"/>
                  </a:lnTo>
                  <a:lnTo>
                    <a:pt x="2241" y="173"/>
                  </a:lnTo>
                  <a:lnTo>
                    <a:pt x="2241" y="173"/>
                  </a:lnTo>
                  <a:lnTo>
                    <a:pt x="2241" y="173"/>
                  </a:lnTo>
                  <a:lnTo>
                    <a:pt x="2239" y="173"/>
                  </a:lnTo>
                  <a:lnTo>
                    <a:pt x="2239" y="176"/>
                  </a:lnTo>
                  <a:lnTo>
                    <a:pt x="2236" y="176"/>
                  </a:lnTo>
                  <a:lnTo>
                    <a:pt x="2236" y="176"/>
                  </a:lnTo>
                  <a:lnTo>
                    <a:pt x="2234" y="176"/>
                  </a:lnTo>
                  <a:lnTo>
                    <a:pt x="2234" y="178"/>
                  </a:lnTo>
                  <a:lnTo>
                    <a:pt x="2229" y="178"/>
                  </a:lnTo>
                  <a:lnTo>
                    <a:pt x="2229" y="178"/>
                  </a:lnTo>
                  <a:lnTo>
                    <a:pt x="2229" y="178"/>
                  </a:lnTo>
                  <a:lnTo>
                    <a:pt x="2229" y="178"/>
                  </a:lnTo>
                  <a:lnTo>
                    <a:pt x="2227" y="178"/>
                  </a:lnTo>
                  <a:lnTo>
                    <a:pt x="2227" y="176"/>
                  </a:lnTo>
                  <a:lnTo>
                    <a:pt x="2227" y="176"/>
                  </a:lnTo>
                  <a:lnTo>
                    <a:pt x="2227" y="173"/>
                  </a:lnTo>
                  <a:lnTo>
                    <a:pt x="2225" y="173"/>
                  </a:lnTo>
                  <a:lnTo>
                    <a:pt x="2225" y="173"/>
                  </a:lnTo>
                  <a:lnTo>
                    <a:pt x="2225" y="173"/>
                  </a:lnTo>
                  <a:lnTo>
                    <a:pt x="2225" y="171"/>
                  </a:lnTo>
                  <a:lnTo>
                    <a:pt x="2225" y="171"/>
                  </a:lnTo>
                  <a:lnTo>
                    <a:pt x="2225" y="171"/>
                  </a:lnTo>
                  <a:lnTo>
                    <a:pt x="2222" y="171"/>
                  </a:lnTo>
                  <a:lnTo>
                    <a:pt x="2222" y="173"/>
                  </a:lnTo>
                  <a:lnTo>
                    <a:pt x="2217" y="173"/>
                  </a:lnTo>
                  <a:lnTo>
                    <a:pt x="2217" y="173"/>
                  </a:lnTo>
                  <a:lnTo>
                    <a:pt x="2213" y="173"/>
                  </a:lnTo>
                  <a:lnTo>
                    <a:pt x="2213" y="171"/>
                  </a:lnTo>
                  <a:lnTo>
                    <a:pt x="2210" y="171"/>
                  </a:lnTo>
                  <a:lnTo>
                    <a:pt x="2210" y="169"/>
                  </a:lnTo>
                  <a:lnTo>
                    <a:pt x="2210" y="169"/>
                  </a:lnTo>
                  <a:lnTo>
                    <a:pt x="2210" y="169"/>
                  </a:lnTo>
                  <a:lnTo>
                    <a:pt x="2208" y="169"/>
                  </a:lnTo>
                  <a:lnTo>
                    <a:pt x="2208" y="169"/>
                  </a:lnTo>
                  <a:lnTo>
                    <a:pt x="2203" y="169"/>
                  </a:lnTo>
                  <a:lnTo>
                    <a:pt x="2203" y="166"/>
                  </a:lnTo>
                  <a:lnTo>
                    <a:pt x="2201" y="166"/>
                  </a:lnTo>
                  <a:lnTo>
                    <a:pt x="2201" y="164"/>
                  </a:lnTo>
                  <a:lnTo>
                    <a:pt x="2198" y="164"/>
                  </a:lnTo>
                  <a:lnTo>
                    <a:pt x="2198" y="164"/>
                  </a:lnTo>
                  <a:lnTo>
                    <a:pt x="2196" y="164"/>
                  </a:lnTo>
                  <a:lnTo>
                    <a:pt x="2196" y="162"/>
                  </a:lnTo>
                  <a:lnTo>
                    <a:pt x="2194" y="162"/>
                  </a:lnTo>
                  <a:lnTo>
                    <a:pt x="2194" y="159"/>
                  </a:lnTo>
                  <a:lnTo>
                    <a:pt x="2194" y="159"/>
                  </a:lnTo>
                  <a:lnTo>
                    <a:pt x="2194" y="159"/>
                  </a:lnTo>
                  <a:lnTo>
                    <a:pt x="2191" y="159"/>
                  </a:lnTo>
                  <a:lnTo>
                    <a:pt x="2191" y="157"/>
                  </a:lnTo>
                  <a:lnTo>
                    <a:pt x="2191" y="157"/>
                  </a:lnTo>
                  <a:lnTo>
                    <a:pt x="2191" y="157"/>
                  </a:lnTo>
                  <a:lnTo>
                    <a:pt x="2189" y="157"/>
                  </a:lnTo>
                  <a:lnTo>
                    <a:pt x="2189" y="154"/>
                  </a:lnTo>
                  <a:lnTo>
                    <a:pt x="2184" y="154"/>
                  </a:lnTo>
                  <a:lnTo>
                    <a:pt x="2184" y="157"/>
                  </a:lnTo>
                  <a:lnTo>
                    <a:pt x="2184" y="157"/>
                  </a:lnTo>
                  <a:lnTo>
                    <a:pt x="2184" y="154"/>
                  </a:lnTo>
                  <a:lnTo>
                    <a:pt x="2182" y="154"/>
                  </a:lnTo>
                  <a:lnTo>
                    <a:pt x="2182" y="154"/>
                  </a:lnTo>
                  <a:lnTo>
                    <a:pt x="2189" y="154"/>
                  </a:lnTo>
                  <a:lnTo>
                    <a:pt x="2189" y="152"/>
                  </a:lnTo>
                  <a:lnTo>
                    <a:pt x="2196" y="152"/>
                  </a:lnTo>
                  <a:lnTo>
                    <a:pt x="2196" y="154"/>
                  </a:lnTo>
                  <a:lnTo>
                    <a:pt x="2198" y="154"/>
                  </a:lnTo>
                  <a:lnTo>
                    <a:pt x="2198" y="152"/>
                  </a:lnTo>
                  <a:lnTo>
                    <a:pt x="2196" y="152"/>
                  </a:lnTo>
                  <a:lnTo>
                    <a:pt x="2196" y="150"/>
                  </a:lnTo>
                  <a:lnTo>
                    <a:pt x="2191" y="150"/>
                  </a:lnTo>
                  <a:lnTo>
                    <a:pt x="2191" y="150"/>
                  </a:lnTo>
                  <a:lnTo>
                    <a:pt x="2191" y="150"/>
                  </a:lnTo>
                  <a:lnTo>
                    <a:pt x="2191" y="147"/>
                  </a:lnTo>
                  <a:lnTo>
                    <a:pt x="2191" y="147"/>
                  </a:lnTo>
                  <a:lnTo>
                    <a:pt x="2191" y="147"/>
                  </a:lnTo>
                  <a:lnTo>
                    <a:pt x="2189" y="147"/>
                  </a:lnTo>
                  <a:lnTo>
                    <a:pt x="2189" y="145"/>
                  </a:lnTo>
                  <a:lnTo>
                    <a:pt x="2189" y="145"/>
                  </a:lnTo>
                  <a:lnTo>
                    <a:pt x="2189" y="145"/>
                  </a:lnTo>
                  <a:lnTo>
                    <a:pt x="2194" y="145"/>
                  </a:lnTo>
                  <a:lnTo>
                    <a:pt x="2194" y="143"/>
                  </a:lnTo>
                  <a:lnTo>
                    <a:pt x="2196" y="143"/>
                  </a:lnTo>
                  <a:lnTo>
                    <a:pt x="2196" y="140"/>
                  </a:lnTo>
                  <a:lnTo>
                    <a:pt x="2198" y="140"/>
                  </a:lnTo>
                  <a:lnTo>
                    <a:pt x="2198" y="140"/>
                  </a:lnTo>
                  <a:lnTo>
                    <a:pt x="2196" y="140"/>
                  </a:lnTo>
                  <a:lnTo>
                    <a:pt x="2196" y="138"/>
                  </a:lnTo>
                  <a:lnTo>
                    <a:pt x="2196" y="138"/>
                  </a:lnTo>
                  <a:lnTo>
                    <a:pt x="2196" y="136"/>
                  </a:lnTo>
                  <a:lnTo>
                    <a:pt x="2196" y="136"/>
                  </a:lnTo>
                  <a:lnTo>
                    <a:pt x="2196" y="136"/>
                  </a:lnTo>
                  <a:lnTo>
                    <a:pt x="2196" y="136"/>
                  </a:lnTo>
                  <a:lnTo>
                    <a:pt x="2196" y="133"/>
                  </a:lnTo>
                  <a:lnTo>
                    <a:pt x="2196" y="133"/>
                  </a:lnTo>
                  <a:lnTo>
                    <a:pt x="2196" y="133"/>
                  </a:lnTo>
                  <a:lnTo>
                    <a:pt x="2196" y="133"/>
                  </a:lnTo>
                  <a:lnTo>
                    <a:pt x="2196" y="131"/>
                  </a:lnTo>
                  <a:lnTo>
                    <a:pt x="2198" y="131"/>
                  </a:lnTo>
                  <a:lnTo>
                    <a:pt x="2198" y="131"/>
                  </a:lnTo>
                  <a:lnTo>
                    <a:pt x="2196" y="131"/>
                  </a:lnTo>
                  <a:lnTo>
                    <a:pt x="2196" y="131"/>
                  </a:lnTo>
                  <a:lnTo>
                    <a:pt x="2191" y="131"/>
                  </a:lnTo>
                  <a:lnTo>
                    <a:pt x="2191" y="131"/>
                  </a:lnTo>
                  <a:lnTo>
                    <a:pt x="2196" y="131"/>
                  </a:lnTo>
                  <a:lnTo>
                    <a:pt x="2196" y="128"/>
                  </a:lnTo>
                  <a:lnTo>
                    <a:pt x="2196" y="128"/>
                  </a:lnTo>
                  <a:lnTo>
                    <a:pt x="2196" y="128"/>
                  </a:lnTo>
                  <a:lnTo>
                    <a:pt x="2196" y="128"/>
                  </a:lnTo>
                  <a:lnTo>
                    <a:pt x="2196" y="126"/>
                  </a:lnTo>
                  <a:lnTo>
                    <a:pt x="2196" y="126"/>
                  </a:lnTo>
                  <a:lnTo>
                    <a:pt x="2196" y="124"/>
                  </a:lnTo>
                  <a:lnTo>
                    <a:pt x="2194" y="124"/>
                  </a:lnTo>
                  <a:lnTo>
                    <a:pt x="2194" y="121"/>
                  </a:lnTo>
                  <a:lnTo>
                    <a:pt x="2198" y="121"/>
                  </a:lnTo>
                  <a:lnTo>
                    <a:pt x="2198" y="119"/>
                  </a:lnTo>
                  <a:lnTo>
                    <a:pt x="2196" y="119"/>
                  </a:lnTo>
                  <a:lnTo>
                    <a:pt x="2196" y="119"/>
                  </a:lnTo>
                  <a:lnTo>
                    <a:pt x="2191" y="119"/>
                  </a:lnTo>
                  <a:lnTo>
                    <a:pt x="2191" y="119"/>
                  </a:lnTo>
                  <a:lnTo>
                    <a:pt x="2191" y="119"/>
                  </a:lnTo>
                  <a:lnTo>
                    <a:pt x="2191" y="117"/>
                  </a:lnTo>
                  <a:lnTo>
                    <a:pt x="2182" y="117"/>
                  </a:lnTo>
                  <a:lnTo>
                    <a:pt x="2182" y="114"/>
                  </a:lnTo>
                  <a:lnTo>
                    <a:pt x="2177" y="114"/>
                  </a:lnTo>
                  <a:lnTo>
                    <a:pt x="2177" y="112"/>
                  </a:lnTo>
                  <a:lnTo>
                    <a:pt x="2177" y="112"/>
                  </a:lnTo>
                  <a:lnTo>
                    <a:pt x="2177" y="114"/>
                  </a:lnTo>
                  <a:lnTo>
                    <a:pt x="2175" y="114"/>
                  </a:lnTo>
                  <a:lnTo>
                    <a:pt x="2175" y="112"/>
                  </a:lnTo>
                  <a:lnTo>
                    <a:pt x="2175" y="112"/>
                  </a:lnTo>
                  <a:lnTo>
                    <a:pt x="2175" y="109"/>
                  </a:lnTo>
                  <a:lnTo>
                    <a:pt x="2170" y="109"/>
                  </a:lnTo>
                  <a:lnTo>
                    <a:pt x="2170" y="109"/>
                  </a:lnTo>
                  <a:lnTo>
                    <a:pt x="2168" y="109"/>
                  </a:lnTo>
                  <a:lnTo>
                    <a:pt x="2168" y="109"/>
                  </a:lnTo>
                  <a:lnTo>
                    <a:pt x="2165" y="109"/>
                  </a:lnTo>
                  <a:lnTo>
                    <a:pt x="2165" y="109"/>
                  </a:lnTo>
                  <a:lnTo>
                    <a:pt x="2165" y="109"/>
                  </a:lnTo>
                  <a:lnTo>
                    <a:pt x="2165" y="109"/>
                  </a:lnTo>
                  <a:lnTo>
                    <a:pt x="2163" y="109"/>
                  </a:lnTo>
                  <a:lnTo>
                    <a:pt x="2163" y="107"/>
                  </a:lnTo>
                  <a:lnTo>
                    <a:pt x="2153" y="107"/>
                  </a:lnTo>
                  <a:lnTo>
                    <a:pt x="2153" y="107"/>
                  </a:lnTo>
                  <a:lnTo>
                    <a:pt x="2151" y="107"/>
                  </a:lnTo>
                  <a:lnTo>
                    <a:pt x="2151" y="107"/>
                  </a:lnTo>
                  <a:lnTo>
                    <a:pt x="2142" y="107"/>
                  </a:lnTo>
                  <a:lnTo>
                    <a:pt x="2142" y="109"/>
                  </a:lnTo>
                  <a:lnTo>
                    <a:pt x="2142" y="109"/>
                  </a:lnTo>
                  <a:lnTo>
                    <a:pt x="2142" y="107"/>
                  </a:lnTo>
                  <a:lnTo>
                    <a:pt x="2139" y="107"/>
                  </a:lnTo>
                  <a:lnTo>
                    <a:pt x="2139" y="109"/>
                  </a:lnTo>
                  <a:lnTo>
                    <a:pt x="2137" y="109"/>
                  </a:lnTo>
                  <a:lnTo>
                    <a:pt x="2137" y="107"/>
                  </a:lnTo>
                  <a:lnTo>
                    <a:pt x="2135" y="107"/>
                  </a:lnTo>
                  <a:lnTo>
                    <a:pt x="2135" y="109"/>
                  </a:lnTo>
                  <a:lnTo>
                    <a:pt x="2130" y="109"/>
                  </a:lnTo>
                  <a:lnTo>
                    <a:pt x="2130" y="107"/>
                  </a:lnTo>
                  <a:lnTo>
                    <a:pt x="2130" y="107"/>
                  </a:lnTo>
                  <a:lnTo>
                    <a:pt x="2130" y="107"/>
                  </a:lnTo>
                  <a:lnTo>
                    <a:pt x="2127" y="107"/>
                  </a:lnTo>
                  <a:lnTo>
                    <a:pt x="2127" y="105"/>
                  </a:lnTo>
                  <a:lnTo>
                    <a:pt x="2125" y="105"/>
                  </a:lnTo>
                  <a:lnTo>
                    <a:pt x="2125" y="107"/>
                  </a:lnTo>
                  <a:lnTo>
                    <a:pt x="2116" y="107"/>
                  </a:lnTo>
                  <a:lnTo>
                    <a:pt x="2116" y="105"/>
                  </a:lnTo>
                  <a:lnTo>
                    <a:pt x="2118" y="105"/>
                  </a:lnTo>
                  <a:lnTo>
                    <a:pt x="2118" y="105"/>
                  </a:lnTo>
                  <a:lnTo>
                    <a:pt x="2118" y="105"/>
                  </a:lnTo>
                  <a:lnTo>
                    <a:pt x="2118" y="102"/>
                  </a:lnTo>
                  <a:lnTo>
                    <a:pt x="2116" y="102"/>
                  </a:lnTo>
                  <a:lnTo>
                    <a:pt x="2116" y="105"/>
                  </a:lnTo>
                  <a:lnTo>
                    <a:pt x="2116" y="105"/>
                  </a:lnTo>
                  <a:lnTo>
                    <a:pt x="2116" y="102"/>
                  </a:lnTo>
                  <a:lnTo>
                    <a:pt x="2113" y="102"/>
                  </a:lnTo>
                  <a:lnTo>
                    <a:pt x="2113" y="105"/>
                  </a:lnTo>
                  <a:lnTo>
                    <a:pt x="2111" y="105"/>
                  </a:lnTo>
                  <a:lnTo>
                    <a:pt x="2111" y="107"/>
                  </a:lnTo>
                  <a:lnTo>
                    <a:pt x="2111" y="107"/>
                  </a:lnTo>
                  <a:lnTo>
                    <a:pt x="2111" y="105"/>
                  </a:lnTo>
                  <a:lnTo>
                    <a:pt x="2109" y="105"/>
                  </a:lnTo>
                  <a:lnTo>
                    <a:pt x="2109" y="105"/>
                  </a:lnTo>
                  <a:lnTo>
                    <a:pt x="2109" y="105"/>
                  </a:lnTo>
                  <a:lnTo>
                    <a:pt x="2109" y="102"/>
                  </a:lnTo>
                  <a:lnTo>
                    <a:pt x="2104" y="102"/>
                  </a:lnTo>
                  <a:lnTo>
                    <a:pt x="2104" y="105"/>
                  </a:lnTo>
                  <a:lnTo>
                    <a:pt x="2104" y="105"/>
                  </a:lnTo>
                  <a:lnTo>
                    <a:pt x="2104" y="102"/>
                  </a:lnTo>
                  <a:lnTo>
                    <a:pt x="2104" y="102"/>
                  </a:lnTo>
                  <a:lnTo>
                    <a:pt x="2104" y="102"/>
                  </a:lnTo>
                  <a:lnTo>
                    <a:pt x="2097" y="102"/>
                  </a:lnTo>
                  <a:lnTo>
                    <a:pt x="2097" y="100"/>
                  </a:lnTo>
                  <a:lnTo>
                    <a:pt x="2090" y="100"/>
                  </a:lnTo>
                  <a:lnTo>
                    <a:pt x="2090" y="100"/>
                  </a:lnTo>
                  <a:lnTo>
                    <a:pt x="2094" y="100"/>
                  </a:lnTo>
                  <a:lnTo>
                    <a:pt x="2094" y="98"/>
                  </a:lnTo>
                  <a:lnTo>
                    <a:pt x="2099" y="98"/>
                  </a:lnTo>
                  <a:lnTo>
                    <a:pt x="2099" y="98"/>
                  </a:lnTo>
                  <a:lnTo>
                    <a:pt x="2097" y="98"/>
                  </a:lnTo>
                  <a:lnTo>
                    <a:pt x="2097" y="95"/>
                  </a:lnTo>
                  <a:lnTo>
                    <a:pt x="2092" y="95"/>
                  </a:lnTo>
                  <a:lnTo>
                    <a:pt x="2092" y="98"/>
                  </a:lnTo>
                  <a:lnTo>
                    <a:pt x="2090" y="98"/>
                  </a:lnTo>
                  <a:lnTo>
                    <a:pt x="2090" y="95"/>
                  </a:lnTo>
                  <a:lnTo>
                    <a:pt x="2085" y="95"/>
                  </a:lnTo>
                  <a:lnTo>
                    <a:pt x="2085" y="98"/>
                  </a:lnTo>
                  <a:lnTo>
                    <a:pt x="2082" y="98"/>
                  </a:lnTo>
                  <a:lnTo>
                    <a:pt x="2082" y="100"/>
                  </a:lnTo>
                  <a:lnTo>
                    <a:pt x="2085" y="100"/>
                  </a:lnTo>
                  <a:lnTo>
                    <a:pt x="2085" y="100"/>
                  </a:lnTo>
                  <a:lnTo>
                    <a:pt x="2080" y="100"/>
                  </a:lnTo>
                  <a:lnTo>
                    <a:pt x="2080" y="100"/>
                  </a:lnTo>
                  <a:lnTo>
                    <a:pt x="2075" y="100"/>
                  </a:lnTo>
                  <a:lnTo>
                    <a:pt x="2075" y="100"/>
                  </a:lnTo>
                  <a:lnTo>
                    <a:pt x="2073" y="100"/>
                  </a:lnTo>
                  <a:lnTo>
                    <a:pt x="2073" y="98"/>
                  </a:lnTo>
                  <a:lnTo>
                    <a:pt x="2071" y="98"/>
                  </a:lnTo>
                  <a:lnTo>
                    <a:pt x="2071" y="100"/>
                  </a:lnTo>
                  <a:lnTo>
                    <a:pt x="2071" y="100"/>
                  </a:lnTo>
                  <a:lnTo>
                    <a:pt x="2071" y="100"/>
                  </a:lnTo>
                  <a:lnTo>
                    <a:pt x="2068" y="100"/>
                  </a:lnTo>
                  <a:lnTo>
                    <a:pt x="2068" y="102"/>
                  </a:lnTo>
                  <a:lnTo>
                    <a:pt x="2068" y="102"/>
                  </a:lnTo>
                  <a:lnTo>
                    <a:pt x="2068" y="102"/>
                  </a:lnTo>
                  <a:lnTo>
                    <a:pt x="2068" y="102"/>
                  </a:lnTo>
                  <a:lnTo>
                    <a:pt x="2068" y="102"/>
                  </a:lnTo>
                  <a:lnTo>
                    <a:pt x="2064" y="102"/>
                  </a:lnTo>
                  <a:lnTo>
                    <a:pt x="2064" y="105"/>
                  </a:lnTo>
                  <a:lnTo>
                    <a:pt x="2061" y="105"/>
                  </a:lnTo>
                  <a:lnTo>
                    <a:pt x="2061" y="105"/>
                  </a:lnTo>
                  <a:lnTo>
                    <a:pt x="2059" y="105"/>
                  </a:lnTo>
                  <a:lnTo>
                    <a:pt x="2059" y="109"/>
                  </a:lnTo>
                  <a:lnTo>
                    <a:pt x="2059" y="109"/>
                  </a:lnTo>
                  <a:lnTo>
                    <a:pt x="2059" y="109"/>
                  </a:lnTo>
                  <a:lnTo>
                    <a:pt x="2061" y="109"/>
                  </a:lnTo>
                  <a:lnTo>
                    <a:pt x="2061" y="112"/>
                  </a:lnTo>
                  <a:lnTo>
                    <a:pt x="2061" y="112"/>
                  </a:lnTo>
                  <a:lnTo>
                    <a:pt x="2061" y="114"/>
                  </a:lnTo>
                  <a:lnTo>
                    <a:pt x="2064" y="114"/>
                  </a:lnTo>
                  <a:lnTo>
                    <a:pt x="2064" y="117"/>
                  </a:lnTo>
                  <a:lnTo>
                    <a:pt x="2064" y="117"/>
                  </a:lnTo>
                  <a:lnTo>
                    <a:pt x="2064" y="112"/>
                  </a:lnTo>
                  <a:lnTo>
                    <a:pt x="2064" y="112"/>
                  </a:lnTo>
                  <a:lnTo>
                    <a:pt x="2064" y="114"/>
                  </a:lnTo>
                  <a:lnTo>
                    <a:pt x="2066" y="114"/>
                  </a:lnTo>
                  <a:lnTo>
                    <a:pt x="2066" y="114"/>
                  </a:lnTo>
                  <a:lnTo>
                    <a:pt x="2066" y="114"/>
                  </a:lnTo>
                  <a:lnTo>
                    <a:pt x="2066" y="117"/>
                  </a:lnTo>
                  <a:lnTo>
                    <a:pt x="2064" y="117"/>
                  </a:lnTo>
                  <a:lnTo>
                    <a:pt x="2064" y="119"/>
                  </a:lnTo>
                  <a:lnTo>
                    <a:pt x="2064" y="119"/>
                  </a:lnTo>
                  <a:lnTo>
                    <a:pt x="2064" y="119"/>
                  </a:lnTo>
                  <a:lnTo>
                    <a:pt x="2064" y="119"/>
                  </a:lnTo>
                  <a:lnTo>
                    <a:pt x="2064" y="121"/>
                  </a:lnTo>
                  <a:lnTo>
                    <a:pt x="2061" y="121"/>
                  </a:lnTo>
                  <a:lnTo>
                    <a:pt x="2061" y="121"/>
                  </a:lnTo>
                  <a:lnTo>
                    <a:pt x="2059" y="121"/>
                  </a:lnTo>
                  <a:lnTo>
                    <a:pt x="2059" y="121"/>
                  </a:lnTo>
                  <a:lnTo>
                    <a:pt x="2054" y="121"/>
                  </a:lnTo>
                  <a:lnTo>
                    <a:pt x="2054" y="119"/>
                  </a:lnTo>
                  <a:lnTo>
                    <a:pt x="2049" y="119"/>
                  </a:lnTo>
                  <a:lnTo>
                    <a:pt x="2049" y="119"/>
                  </a:lnTo>
                  <a:lnTo>
                    <a:pt x="2054" y="119"/>
                  </a:lnTo>
                  <a:lnTo>
                    <a:pt x="2054" y="119"/>
                  </a:lnTo>
                  <a:lnTo>
                    <a:pt x="2052" y="119"/>
                  </a:lnTo>
                  <a:lnTo>
                    <a:pt x="2052" y="117"/>
                  </a:lnTo>
                  <a:lnTo>
                    <a:pt x="2045" y="117"/>
                  </a:lnTo>
                  <a:lnTo>
                    <a:pt x="2045" y="119"/>
                  </a:lnTo>
                  <a:lnTo>
                    <a:pt x="2042" y="119"/>
                  </a:lnTo>
                  <a:lnTo>
                    <a:pt x="2042" y="117"/>
                  </a:lnTo>
                  <a:lnTo>
                    <a:pt x="2040" y="117"/>
                  </a:lnTo>
                  <a:lnTo>
                    <a:pt x="2040" y="119"/>
                  </a:lnTo>
                  <a:lnTo>
                    <a:pt x="2038" y="119"/>
                  </a:lnTo>
                  <a:lnTo>
                    <a:pt x="2038" y="119"/>
                  </a:lnTo>
                  <a:lnTo>
                    <a:pt x="2035" y="119"/>
                  </a:lnTo>
                  <a:lnTo>
                    <a:pt x="2035" y="119"/>
                  </a:lnTo>
                  <a:lnTo>
                    <a:pt x="2035" y="119"/>
                  </a:lnTo>
                  <a:lnTo>
                    <a:pt x="2035" y="119"/>
                  </a:lnTo>
                  <a:lnTo>
                    <a:pt x="2035" y="119"/>
                  </a:lnTo>
                  <a:lnTo>
                    <a:pt x="2035" y="121"/>
                  </a:lnTo>
                  <a:lnTo>
                    <a:pt x="2030" y="121"/>
                  </a:lnTo>
                  <a:lnTo>
                    <a:pt x="2030" y="119"/>
                  </a:lnTo>
                  <a:lnTo>
                    <a:pt x="2021" y="119"/>
                  </a:lnTo>
                  <a:lnTo>
                    <a:pt x="2021" y="121"/>
                  </a:lnTo>
                  <a:lnTo>
                    <a:pt x="2009" y="121"/>
                  </a:lnTo>
                  <a:lnTo>
                    <a:pt x="2009" y="119"/>
                  </a:lnTo>
                  <a:lnTo>
                    <a:pt x="2002" y="119"/>
                  </a:lnTo>
                  <a:lnTo>
                    <a:pt x="2002" y="119"/>
                  </a:lnTo>
                  <a:lnTo>
                    <a:pt x="2002" y="119"/>
                  </a:lnTo>
                  <a:lnTo>
                    <a:pt x="2002" y="119"/>
                  </a:lnTo>
                  <a:lnTo>
                    <a:pt x="2000" y="119"/>
                  </a:lnTo>
                  <a:lnTo>
                    <a:pt x="2000" y="117"/>
                  </a:lnTo>
                  <a:lnTo>
                    <a:pt x="1997" y="117"/>
                  </a:lnTo>
                  <a:lnTo>
                    <a:pt x="1997" y="114"/>
                  </a:lnTo>
                  <a:lnTo>
                    <a:pt x="1995" y="114"/>
                  </a:lnTo>
                  <a:lnTo>
                    <a:pt x="1995" y="117"/>
                  </a:lnTo>
                  <a:lnTo>
                    <a:pt x="1995" y="117"/>
                  </a:lnTo>
                  <a:lnTo>
                    <a:pt x="1995" y="114"/>
                  </a:lnTo>
                  <a:lnTo>
                    <a:pt x="1993" y="114"/>
                  </a:lnTo>
                  <a:lnTo>
                    <a:pt x="1993" y="117"/>
                  </a:lnTo>
                  <a:lnTo>
                    <a:pt x="1990" y="117"/>
                  </a:lnTo>
                  <a:lnTo>
                    <a:pt x="1990" y="114"/>
                  </a:lnTo>
                  <a:lnTo>
                    <a:pt x="1990" y="114"/>
                  </a:lnTo>
                  <a:lnTo>
                    <a:pt x="1990" y="117"/>
                  </a:lnTo>
                  <a:lnTo>
                    <a:pt x="1988" y="117"/>
                  </a:lnTo>
                  <a:lnTo>
                    <a:pt x="1988" y="114"/>
                  </a:lnTo>
                  <a:lnTo>
                    <a:pt x="1985" y="114"/>
                  </a:lnTo>
                  <a:lnTo>
                    <a:pt x="1985" y="117"/>
                  </a:lnTo>
                  <a:lnTo>
                    <a:pt x="1985" y="117"/>
                  </a:lnTo>
                  <a:lnTo>
                    <a:pt x="1985" y="114"/>
                  </a:lnTo>
                  <a:lnTo>
                    <a:pt x="1983" y="114"/>
                  </a:lnTo>
                  <a:lnTo>
                    <a:pt x="1983" y="117"/>
                  </a:lnTo>
                  <a:lnTo>
                    <a:pt x="1981" y="117"/>
                  </a:lnTo>
                  <a:lnTo>
                    <a:pt x="1981" y="117"/>
                  </a:lnTo>
                  <a:lnTo>
                    <a:pt x="1978" y="117"/>
                  </a:lnTo>
                  <a:lnTo>
                    <a:pt x="1978" y="117"/>
                  </a:lnTo>
                  <a:lnTo>
                    <a:pt x="1976" y="117"/>
                  </a:lnTo>
                  <a:lnTo>
                    <a:pt x="1976" y="117"/>
                  </a:lnTo>
                  <a:lnTo>
                    <a:pt x="1976" y="117"/>
                  </a:lnTo>
                  <a:lnTo>
                    <a:pt x="1976" y="119"/>
                  </a:lnTo>
                  <a:lnTo>
                    <a:pt x="1974" y="119"/>
                  </a:lnTo>
                  <a:lnTo>
                    <a:pt x="1974" y="117"/>
                  </a:lnTo>
                  <a:lnTo>
                    <a:pt x="1969" y="117"/>
                  </a:lnTo>
                  <a:lnTo>
                    <a:pt x="1969" y="117"/>
                  </a:lnTo>
                  <a:lnTo>
                    <a:pt x="1962" y="117"/>
                  </a:lnTo>
                  <a:lnTo>
                    <a:pt x="1962" y="114"/>
                  </a:lnTo>
                  <a:lnTo>
                    <a:pt x="1959" y="114"/>
                  </a:lnTo>
                  <a:lnTo>
                    <a:pt x="1959" y="114"/>
                  </a:lnTo>
                  <a:lnTo>
                    <a:pt x="1957" y="114"/>
                  </a:lnTo>
                  <a:lnTo>
                    <a:pt x="1957" y="112"/>
                  </a:lnTo>
                  <a:lnTo>
                    <a:pt x="1959" y="112"/>
                  </a:lnTo>
                  <a:lnTo>
                    <a:pt x="1959" y="109"/>
                  </a:lnTo>
                  <a:lnTo>
                    <a:pt x="1957" y="109"/>
                  </a:lnTo>
                  <a:lnTo>
                    <a:pt x="1957" y="109"/>
                  </a:lnTo>
                  <a:lnTo>
                    <a:pt x="1962" y="109"/>
                  </a:lnTo>
                  <a:lnTo>
                    <a:pt x="1962" y="109"/>
                  </a:lnTo>
                  <a:lnTo>
                    <a:pt x="1962" y="109"/>
                  </a:lnTo>
                  <a:lnTo>
                    <a:pt x="1962" y="112"/>
                  </a:lnTo>
                  <a:lnTo>
                    <a:pt x="1967" y="112"/>
                  </a:lnTo>
                  <a:lnTo>
                    <a:pt x="1967" y="109"/>
                  </a:lnTo>
                  <a:lnTo>
                    <a:pt x="1969" y="109"/>
                  </a:lnTo>
                  <a:lnTo>
                    <a:pt x="1969" y="107"/>
                  </a:lnTo>
                  <a:lnTo>
                    <a:pt x="1967" y="107"/>
                  </a:lnTo>
                  <a:lnTo>
                    <a:pt x="1967" y="105"/>
                  </a:lnTo>
                  <a:lnTo>
                    <a:pt x="1933" y="105"/>
                  </a:lnTo>
                  <a:lnTo>
                    <a:pt x="1933" y="105"/>
                  </a:lnTo>
                  <a:lnTo>
                    <a:pt x="1926" y="105"/>
                  </a:lnTo>
                  <a:lnTo>
                    <a:pt x="1926" y="102"/>
                  </a:lnTo>
                  <a:lnTo>
                    <a:pt x="1917" y="102"/>
                  </a:lnTo>
                  <a:lnTo>
                    <a:pt x="1917" y="102"/>
                  </a:lnTo>
                  <a:lnTo>
                    <a:pt x="1914" y="102"/>
                  </a:lnTo>
                  <a:lnTo>
                    <a:pt x="1914" y="102"/>
                  </a:lnTo>
                  <a:lnTo>
                    <a:pt x="1910" y="102"/>
                  </a:lnTo>
                  <a:lnTo>
                    <a:pt x="1910" y="102"/>
                  </a:lnTo>
                  <a:lnTo>
                    <a:pt x="1895" y="102"/>
                  </a:lnTo>
                  <a:lnTo>
                    <a:pt x="1895" y="100"/>
                  </a:lnTo>
                  <a:lnTo>
                    <a:pt x="1893" y="100"/>
                  </a:lnTo>
                  <a:lnTo>
                    <a:pt x="1893" y="102"/>
                  </a:lnTo>
                  <a:lnTo>
                    <a:pt x="1886" y="102"/>
                  </a:lnTo>
                  <a:lnTo>
                    <a:pt x="1886" y="102"/>
                  </a:lnTo>
                  <a:lnTo>
                    <a:pt x="1884" y="102"/>
                  </a:lnTo>
                  <a:lnTo>
                    <a:pt x="1884" y="105"/>
                  </a:lnTo>
                  <a:lnTo>
                    <a:pt x="1862" y="105"/>
                  </a:lnTo>
                  <a:lnTo>
                    <a:pt x="1862" y="105"/>
                  </a:lnTo>
                  <a:lnTo>
                    <a:pt x="1858" y="105"/>
                  </a:lnTo>
                  <a:lnTo>
                    <a:pt x="1858" y="107"/>
                  </a:lnTo>
                  <a:lnTo>
                    <a:pt x="1851" y="107"/>
                  </a:lnTo>
                  <a:lnTo>
                    <a:pt x="1851" y="109"/>
                  </a:lnTo>
                  <a:lnTo>
                    <a:pt x="1855" y="109"/>
                  </a:lnTo>
                  <a:lnTo>
                    <a:pt x="1855" y="112"/>
                  </a:lnTo>
                  <a:lnTo>
                    <a:pt x="1853" y="112"/>
                  </a:lnTo>
                  <a:lnTo>
                    <a:pt x="1853" y="109"/>
                  </a:lnTo>
                  <a:lnTo>
                    <a:pt x="1848" y="109"/>
                  </a:lnTo>
                  <a:lnTo>
                    <a:pt x="1848" y="109"/>
                  </a:lnTo>
                  <a:lnTo>
                    <a:pt x="1846" y="109"/>
                  </a:lnTo>
                  <a:lnTo>
                    <a:pt x="1846" y="107"/>
                  </a:lnTo>
                  <a:lnTo>
                    <a:pt x="1848" y="107"/>
                  </a:lnTo>
                  <a:lnTo>
                    <a:pt x="1848" y="107"/>
                  </a:lnTo>
                  <a:lnTo>
                    <a:pt x="1851" y="107"/>
                  </a:lnTo>
                  <a:lnTo>
                    <a:pt x="1851" y="105"/>
                  </a:lnTo>
                  <a:lnTo>
                    <a:pt x="1851" y="105"/>
                  </a:lnTo>
                  <a:lnTo>
                    <a:pt x="1851" y="105"/>
                  </a:lnTo>
                  <a:lnTo>
                    <a:pt x="1851" y="105"/>
                  </a:lnTo>
                  <a:lnTo>
                    <a:pt x="1851" y="102"/>
                  </a:lnTo>
                  <a:lnTo>
                    <a:pt x="1851" y="102"/>
                  </a:lnTo>
                  <a:lnTo>
                    <a:pt x="1851" y="102"/>
                  </a:lnTo>
                  <a:lnTo>
                    <a:pt x="1848" y="102"/>
                  </a:lnTo>
                  <a:lnTo>
                    <a:pt x="1848" y="100"/>
                  </a:lnTo>
                  <a:lnTo>
                    <a:pt x="1846" y="100"/>
                  </a:lnTo>
                  <a:lnTo>
                    <a:pt x="1846" y="100"/>
                  </a:lnTo>
                  <a:lnTo>
                    <a:pt x="1846" y="100"/>
                  </a:lnTo>
                  <a:lnTo>
                    <a:pt x="1846" y="100"/>
                  </a:lnTo>
                  <a:lnTo>
                    <a:pt x="1846" y="100"/>
                  </a:lnTo>
                  <a:lnTo>
                    <a:pt x="1846" y="98"/>
                  </a:lnTo>
                  <a:lnTo>
                    <a:pt x="1843" y="98"/>
                  </a:lnTo>
                  <a:lnTo>
                    <a:pt x="1843" y="98"/>
                  </a:lnTo>
                  <a:lnTo>
                    <a:pt x="1841" y="98"/>
                  </a:lnTo>
                  <a:lnTo>
                    <a:pt x="1841" y="95"/>
                  </a:lnTo>
                  <a:lnTo>
                    <a:pt x="1839" y="95"/>
                  </a:lnTo>
                  <a:lnTo>
                    <a:pt x="1839" y="95"/>
                  </a:lnTo>
                  <a:lnTo>
                    <a:pt x="1836" y="95"/>
                  </a:lnTo>
                  <a:lnTo>
                    <a:pt x="1836" y="98"/>
                  </a:lnTo>
                  <a:lnTo>
                    <a:pt x="1836" y="98"/>
                  </a:lnTo>
                  <a:lnTo>
                    <a:pt x="1836" y="98"/>
                  </a:lnTo>
                  <a:lnTo>
                    <a:pt x="1839" y="98"/>
                  </a:lnTo>
                  <a:lnTo>
                    <a:pt x="1839" y="100"/>
                  </a:lnTo>
                  <a:lnTo>
                    <a:pt x="1839" y="100"/>
                  </a:lnTo>
                  <a:lnTo>
                    <a:pt x="1839" y="100"/>
                  </a:lnTo>
                  <a:lnTo>
                    <a:pt x="1834" y="100"/>
                  </a:lnTo>
                  <a:lnTo>
                    <a:pt x="1834" y="102"/>
                  </a:lnTo>
                  <a:lnTo>
                    <a:pt x="1822" y="102"/>
                  </a:lnTo>
                  <a:lnTo>
                    <a:pt x="1822" y="100"/>
                  </a:lnTo>
                  <a:lnTo>
                    <a:pt x="1813" y="100"/>
                  </a:lnTo>
                  <a:lnTo>
                    <a:pt x="1813" y="100"/>
                  </a:lnTo>
                  <a:lnTo>
                    <a:pt x="1808" y="100"/>
                  </a:lnTo>
                  <a:lnTo>
                    <a:pt x="1808" y="100"/>
                  </a:lnTo>
                  <a:lnTo>
                    <a:pt x="1806" y="100"/>
                  </a:lnTo>
                  <a:lnTo>
                    <a:pt x="1806" y="98"/>
                  </a:lnTo>
                  <a:lnTo>
                    <a:pt x="1803" y="98"/>
                  </a:lnTo>
                  <a:lnTo>
                    <a:pt x="1803" y="98"/>
                  </a:lnTo>
                  <a:lnTo>
                    <a:pt x="1803" y="98"/>
                  </a:lnTo>
                  <a:lnTo>
                    <a:pt x="1803" y="95"/>
                  </a:lnTo>
                  <a:lnTo>
                    <a:pt x="1810" y="95"/>
                  </a:lnTo>
                  <a:lnTo>
                    <a:pt x="1810" y="95"/>
                  </a:lnTo>
                  <a:lnTo>
                    <a:pt x="1810" y="95"/>
                  </a:lnTo>
                  <a:lnTo>
                    <a:pt x="1810" y="93"/>
                  </a:lnTo>
                  <a:lnTo>
                    <a:pt x="1810" y="93"/>
                  </a:lnTo>
                  <a:lnTo>
                    <a:pt x="1810" y="93"/>
                  </a:lnTo>
                  <a:lnTo>
                    <a:pt x="1803" y="93"/>
                  </a:lnTo>
                  <a:lnTo>
                    <a:pt x="1803" y="93"/>
                  </a:lnTo>
                  <a:lnTo>
                    <a:pt x="1798" y="93"/>
                  </a:lnTo>
                  <a:lnTo>
                    <a:pt x="1798" y="95"/>
                  </a:lnTo>
                  <a:lnTo>
                    <a:pt x="1798" y="95"/>
                  </a:lnTo>
                  <a:lnTo>
                    <a:pt x="1798" y="98"/>
                  </a:lnTo>
                  <a:lnTo>
                    <a:pt x="1796" y="98"/>
                  </a:lnTo>
                  <a:lnTo>
                    <a:pt x="1796" y="95"/>
                  </a:lnTo>
                  <a:lnTo>
                    <a:pt x="1791" y="95"/>
                  </a:lnTo>
                  <a:lnTo>
                    <a:pt x="1791" y="95"/>
                  </a:lnTo>
                  <a:lnTo>
                    <a:pt x="1787" y="95"/>
                  </a:lnTo>
                  <a:lnTo>
                    <a:pt x="1787" y="93"/>
                  </a:lnTo>
                  <a:lnTo>
                    <a:pt x="1775" y="93"/>
                  </a:lnTo>
                  <a:lnTo>
                    <a:pt x="1775" y="95"/>
                  </a:lnTo>
                  <a:lnTo>
                    <a:pt x="1772" y="95"/>
                  </a:lnTo>
                  <a:lnTo>
                    <a:pt x="1772" y="95"/>
                  </a:lnTo>
                  <a:lnTo>
                    <a:pt x="1772" y="95"/>
                  </a:lnTo>
                  <a:lnTo>
                    <a:pt x="1772" y="98"/>
                  </a:lnTo>
                  <a:lnTo>
                    <a:pt x="1772" y="98"/>
                  </a:lnTo>
                  <a:lnTo>
                    <a:pt x="1772" y="98"/>
                  </a:lnTo>
                  <a:lnTo>
                    <a:pt x="1768" y="98"/>
                  </a:lnTo>
                  <a:lnTo>
                    <a:pt x="1768" y="100"/>
                  </a:lnTo>
                  <a:lnTo>
                    <a:pt x="1765" y="100"/>
                  </a:lnTo>
                  <a:lnTo>
                    <a:pt x="1765" y="100"/>
                  </a:lnTo>
                  <a:lnTo>
                    <a:pt x="1765" y="100"/>
                  </a:lnTo>
                  <a:lnTo>
                    <a:pt x="1765" y="102"/>
                  </a:lnTo>
                  <a:lnTo>
                    <a:pt x="1768" y="102"/>
                  </a:lnTo>
                  <a:lnTo>
                    <a:pt x="1768" y="102"/>
                  </a:lnTo>
                  <a:lnTo>
                    <a:pt x="1770" y="102"/>
                  </a:lnTo>
                  <a:lnTo>
                    <a:pt x="1770" y="105"/>
                  </a:lnTo>
                  <a:lnTo>
                    <a:pt x="1772" y="105"/>
                  </a:lnTo>
                  <a:lnTo>
                    <a:pt x="1772" y="102"/>
                  </a:lnTo>
                  <a:lnTo>
                    <a:pt x="1784" y="102"/>
                  </a:lnTo>
                  <a:lnTo>
                    <a:pt x="1784" y="105"/>
                  </a:lnTo>
                  <a:lnTo>
                    <a:pt x="1784" y="105"/>
                  </a:lnTo>
                  <a:lnTo>
                    <a:pt x="1784" y="105"/>
                  </a:lnTo>
                  <a:lnTo>
                    <a:pt x="1777" y="105"/>
                  </a:lnTo>
                  <a:lnTo>
                    <a:pt x="1777" y="107"/>
                  </a:lnTo>
                  <a:lnTo>
                    <a:pt x="1775" y="107"/>
                  </a:lnTo>
                  <a:lnTo>
                    <a:pt x="1775" y="109"/>
                  </a:lnTo>
                  <a:lnTo>
                    <a:pt x="1765" y="109"/>
                  </a:lnTo>
                  <a:lnTo>
                    <a:pt x="1765" y="109"/>
                  </a:lnTo>
                  <a:lnTo>
                    <a:pt x="1763" y="109"/>
                  </a:lnTo>
                  <a:lnTo>
                    <a:pt x="1763" y="109"/>
                  </a:lnTo>
                  <a:lnTo>
                    <a:pt x="1763" y="109"/>
                  </a:lnTo>
                  <a:lnTo>
                    <a:pt x="1763" y="107"/>
                  </a:lnTo>
                  <a:lnTo>
                    <a:pt x="1761" y="107"/>
                  </a:lnTo>
                  <a:lnTo>
                    <a:pt x="1761" y="105"/>
                  </a:lnTo>
                  <a:lnTo>
                    <a:pt x="1758" y="105"/>
                  </a:lnTo>
                  <a:lnTo>
                    <a:pt x="1758" y="107"/>
                  </a:lnTo>
                  <a:lnTo>
                    <a:pt x="1758" y="107"/>
                  </a:lnTo>
                  <a:lnTo>
                    <a:pt x="1758" y="109"/>
                  </a:lnTo>
                  <a:lnTo>
                    <a:pt x="1758" y="109"/>
                  </a:lnTo>
                  <a:lnTo>
                    <a:pt x="1758" y="109"/>
                  </a:lnTo>
                  <a:lnTo>
                    <a:pt x="1751" y="109"/>
                  </a:lnTo>
                  <a:lnTo>
                    <a:pt x="1751" y="112"/>
                  </a:lnTo>
                  <a:lnTo>
                    <a:pt x="1739" y="112"/>
                  </a:lnTo>
                  <a:lnTo>
                    <a:pt x="1739" y="112"/>
                  </a:lnTo>
                  <a:lnTo>
                    <a:pt x="1737" y="112"/>
                  </a:lnTo>
                  <a:lnTo>
                    <a:pt x="1737" y="114"/>
                  </a:lnTo>
                  <a:lnTo>
                    <a:pt x="1732" y="114"/>
                  </a:lnTo>
                  <a:lnTo>
                    <a:pt x="1732" y="114"/>
                  </a:lnTo>
                  <a:lnTo>
                    <a:pt x="1730" y="114"/>
                  </a:lnTo>
                  <a:lnTo>
                    <a:pt x="1730" y="117"/>
                  </a:lnTo>
                  <a:lnTo>
                    <a:pt x="1709" y="117"/>
                  </a:lnTo>
                  <a:lnTo>
                    <a:pt x="1709" y="117"/>
                  </a:lnTo>
                  <a:lnTo>
                    <a:pt x="1709" y="117"/>
                  </a:lnTo>
                  <a:lnTo>
                    <a:pt x="1709" y="117"/>
                  </a:lnTo>
                  <a:lnTo>
                    <a:pt x="1701" y="117"/>
                  </a:lnTo>
                  <a:lnTo>
                    <a:pt x="1701" y="114"/>
                  </a:lnTo>
                  <a:lnTo>
                    <a:pt x="1697" y="114"/>
                  </a:lnTo>
                  <a:lnTo>
                    <a:pt x="1697" y="117"/>
                  </a:lnTo>
                  <a:lnTo>
                    <a:pt x="1697" y="117"/>
                  </a:lnTo>
                  <a:lnTo>
                    <a:pt x="1697" y="117"/>
                  </a:lnTo>
                  <a:lnTo>
                    <a:pt x="1694" y="117"/>
                  </a:lnTo>
                  <a:lnTo>
                    <a:pt x="1694" y="119"/>
                  </a:lnTo>
                  <a:lnTo>
                    <a:pt x="1694" y="119"/>
                  </a:lnTo>
                  <a:lnTo>
                    <a:pt x="1694" y="119"/>
                  </a:lnTo>
                  <a:lnTo>
                    <a:pt x="1694" y="119"/>
                  </a:lnTo>
                  <a:lnTo>
                    <a:pt x="1694" y="121"/>
                  </a:lnTo>
                  <a:lnTo>
                    <a:pt x="1692" y="121"/>
                  </a:lnTo>
                  <a:lnTo>
                    <a:pt x="1692" y="119"/>
                  </a:lnTo>
                  <a:lnTo>
                    <a:pt x="1690" y="119"/>
                  </a:lnTo>
                  <a:lnTo>
                    <a:pt x="1690" y="119"/>
                  </a:lnTo>
                  <a:lnTo>
                    <a:pt x="1690" y="119"/>
                  </a:lnTo>
                  <a:lnTo>
                    <a:pt x="1690" y="117"/>
                  </a:lnTo>
                  <a:lnTo>
                    <a:pt x="1692" y="117"/>
                  </a:lnTo>
                  <a:lnTo>
                    <a:pt x="1692" y="114"/>
                  </a:lnTo>
                  <a:lnTo>
                    <a:pt x="1692" y="114"/>
                  </a:lnTo>
                  <a:lnTo>
                    <a:pt x="1692" y="114"/>
                  </a:lnTo>
                  <a:lnTo>
                    <a:pt x="1697" y="114"/>
                  </a:lnTo>
                  <a:lnTo>
                    <a:pt x="1697" y="112"/>
                  </a:lnTo>
                  <a:lnTo>
                    <a:pt x="1709" y="112"/>
                  </a:lnTo>
                  <a:lnTo>
                    <a:pt x="1709" y="109"/>
                  </a:lnTo>
                  <a:lnTo>
                    <a:pt x="1711" y="109"/>
                  </a:lnTo>
                  <a:lnTo>
                    <a:pt x="1711" y="109"/>
                  </a:lnTo>
                  <a:lnTo>
                    <a:pt x="1713" y="109"/>
                  </a:lnTo>
                  <a:lnTo>
                    <a:pt x="1713" y="105"/>
                  </a:lnTo>
                  <a:lnTo>
                    <a:pt x="1718" y="105"/>
                  </a:lnTo>
                  <a:lnTo>
                    <a:pt x="1718" y="105"/>
                  </a:lnTo>
                  <a:lnTo>
                    <a:pt x="1720" y="105"/>
                  </a:lnTo>
                  <a:lnTo>
                    <a:pt x="1720" y="105"/>
                  </a:lnTo>
                  <a:lnTo>
                    <a:pt x="1730" y="105"/>
                  </a:lnTo>
                  <a:lnTo>
                    <a:pt x="1730" y="105"/>
                  </a:lnTo>
                  <a:lnTo>
                    <a:pt x="1739" y="105"/>
                  </a:lnTo>
                  <a:lnTo>
                    <a:pt x="1739" y="102"/>
                  </a:lnTo>
                  <a:lnTo>
                    <a:pt x="1739" y="102"/>
                  </a:lnTo>
                  <a:lnTo>
                    <a:pt x="1739" y="102"/>
                  </a:lnTo>
                  <a:lnTo>
                    <a:pt x="1742" y="102"/>
                  </a:lnTo>
                  <a:lnTo>
                    <a:pt x="1742" y="100"/>
                  </a:lnTo>
                  <a:lnTo>
                    <a:pt x="1744" y="100"/>
                  </a:lnTo>
                  <a:lnTo>
                    <a:pt x="1744" y="100"/>
                  </a:lnTo>
                  <a:lnTo>
                    <a:pt x="1746" y="100"/>
                  </a:lnTo>
                  <a:lnTo>
                    <a:pt x="1746" y="100"/>
                  </a:lnTo>
                  <a:lnTo>
                    <a:pt x="1749" y="100"/>
                  </a:lnTo>
                  <a:lnTo>
                    <a:pt x="1749" y="98"/>
                  </a:lnTo>
                  <a:lnTo>
                    <a:pt x="1751" y="98"/>
                  </a:lnTo>
                  <a:lnTo>
                    <a:pt x="1751" y="98"/>
                  </a:lnTo>
                  <a:lnTo>
                    <a:pt x="1753" y="98"/>
                  </a:lnTo>
                  <a:lnTo>
                    <a:pt x="1753" y="95"/>
                  </a:lnTo>
                  <a:lnTo>
                    <a:pt x="1756" y="95"/>
                  </a:lnTo>
                  <a:lnTo>
                    <a:pt x="1756" y="95"/>
                  </a:lnTo>
                  <a:lnTo>
                    <a:pt x="1756" y="95"/>
                  </a:lnTo>
                  <a:lnTo>
                    <a:pt x="1756" y="93"/>
                  </a:lnTo>
                  <a:lnTo>
                    <a:pt x="1765" y="93"/>
                  </a:lnTo>
                  <a:lnTo>
                    <a:pt x="1765" y="93"/>
                  </a:lnTo>
                  <a:lnTo>
                    <a:pt x="1770" y="93"/>
                  </a:lnTo>
                  <a:lnTo>
                    <a:pt x="1770" y="90"/>
                  </a:lnTo>
                  <a:lnTo>
                    <a:pt x="1772" y="90"/>
                  </a:lnTo>
                  <a:lnTo>
                    <a:pt x="1772" y="90"/>
                  </a:lnTo>
                  <a:lnTo>
                    <a:pt x="1775" y="90"/>
                  </a:lnTo>
                  <a:lnTo>
                    <a:pt x="1775" y="90"/>
                  </a:lnTo>
                  <a:lnTo>
                    <a:pt x="1775" y="90"/>
                  </a:lnTo>
                  <a:lnTo>
                    <a:pt x="1775" y="86"/>
                  </a:lnTo>
                  <a:lnTo>
                    <a:pt x="1782" y="86"/>
                  </a:lnTo>
                  <a:lnTo>
                    <a:pt x="1782" y="86"/>
                  </a:lnTo>
                  <a:lnTo>
                    <a:pt x="1784" y="86"/>
                  </a:lnTo>
                  <a:lnTo>
                    <a:pt x="1784" y="83"/>
                  </a:lnTo>
                  <a:lnTo>
                    <a:pt x="1787" y="83"/>
                  </a:lnTo>
                  <a:lnTo>
                    <a:pt x="1787" y="83"/>
                  </a:lnTo>
                  <a:lnTo>
                    <a:pt x="1791" y="83"/>
                  </a:lnTo>
                  <a:lnTo>
                    <a:pt x="1791" y="81"/>
                  </a:lnTo>
                  <a:lnTo>
                    <a:pt x="1796" y="81"/>
                  </a:lnTo>
                  <a:lnTo>
                    <a:pt x="1796" y="81"/>
                  </a:lnTo>
                  <a:lnTo>
                    <a:pt x="1796" y="81"/>
                  </a:lnTo>
                  <a:lnTo>
                    <a:pt x="1796" y="81"/>
                  </a:lnTo>
                  <a:lnTo>
                    <a:pt x="1798" y="81"/>
                  </a:lnTo>
                  <a:lnTo>
                    <a:pt x="1798" y="81"/>
                  </a:lnTo>
                  <a:lnTo>
                    <a:pt x="1801" y="81"/>
                  </a:lnTo>
                  <a:lnTo>
                    <a:pt x="1801" y="81"/>
                  </a:lnTo>
                  <a:lnTo>
                    <a:pt x="1803" y="81"/>
                  </a:lnTo>
                  <a:lnTo>
                    <a:pt x="1803" y="79"/>
                  </a:lnTo>
                  <a:lnTo>
                    <a:pt x="1806" y="79"/>
                  </a:lnTo>
                  <a:lnTo>
                    <a:pt x="1806" y="79"/>
                  </a:lnTo>
                  <a:lnTo>
                    <a:pt x="1813" y="79"/>
                  </a:lnTo>
                  <a:lnTo>
                    <a:pt x="1813" y="79"/>
                  </a:lnTo>
                  <a:lnTo>
                    <a:pt x="1815" y="79"/>
                  </a:lnTo>
                  <a:lnTo>
                    <a:pt x="1815" y="79"/>
                  </a:lnTo>
                  <a:lnTo>
                    <a:pt x="1817" y="79"/>
                  </a:lnTo>
                  <a:lnTo>
                    <a:pt x="1817" y="76"/>
                  </a:lnTo>
                  <a:lnTo>
                    <a:pt x="1820" y="76"/>
                  </a:lnTo>
                  <a:lnTo>
                    <a:pt x="1820" y="76"/>
                  </a:lnTo>
                  <a:lnTo>
                    <a:pt x="1820" y="76"/>
                  </a:lnTo>
                  <a:lnTo>
                    <a:pt x="1820" y="74"/>
                  </a:lnTo>
                  <a:lnTo>
                    <a:pt x="1822" y="74"/>
                  </a:lnTo>
                  <a:lnTo>
                    <a:pt x="1822" y="74"/>
                  </a:lnTo>
                  <a:lnTo>
                    <a:pt x="1822" y="74"/>
                  </a:lnTo>
                  <a:lnTo>
                    <a:pt x="1822" y="72"/>
                  </a:lnTo>
                  <a:lnTo>
                    <a:pt x="1832" y="72"/>
                  </a:lnTo>
                  <a:lnTo>
                    <a:pt x="1832" y="72"/>
                  </a:lnTo>
                  <a:lnTo>
                    <a:pt x="1836" y="72"/>
                  </a:lnTo>
                  <a:lnTo>
                    <a:pt x="1836" y="69"/>
                  </a:lnTo>
                  <a:lnTo>
                    <a:pt x="1839" y="69"/>
                  </a:lnTo>
                  <a:lnTo>
                    <a:pt x="1839" y="69"/>
                  </a:lnTo>
                  <a:lnTo>
                    <a:pt x="1841" y="69"/>
                  </a:lnTo>
                  <a:lnTo>
                    <a:pt x="1841" y="69"/>
                  </a:lnTo>
                  <a:lnTo>
                    <a:pt x="1843" y="69"/>
                  </a:lnTo>
                  <a:lnTo>
                    <a:pt x="1843" y="67"/>
                  </a:lnTo>
                  <a:lnTo>
                    <a:pt x="1846" y="67"/>
                  </a:lnTo>
                  <a:lnTo>
                    <a:pt x="1846" y="67"/>
                  </a:lnTo>
                  <a:lnTo>
                    <a:pt x="1848" y="67"/>
                  </a:lnTo>
                  <a:lnTo>
                    <a:pt x="1848" y="64"/>
                  </a:lnTo>
                  <a:lnTo>
                    <a:pt x="1853" y="64"/>
                  </a:lnTo>
                  <a:lnTo>
                    <a:pt x="1853" y="64"/>
                  </a:lnTo>
                  <a:lnTo>
                    <a:pt x="1853" y="64"/>
                  </a:lnTo>
                  <a:lnTo>
                    <a:pt x="1853" y="62"/>
                  </a:lnTo>
                  <a:lnTo>
                    <a:pt x="1855" y="62"/>
                  </a:lnTo>
                  <a:lnTo>
                    <a:pt x="1855" y="62"/>
                  </a:lnTo>
                  <a:lnTo>
                    <a:pt x="1855" y="62"/>
                  </a:lnTo>
                  <a:lnTo>
                    <a:pt x="1855" y="60"/>
                  </a:lnTo>
                  <a:lnTo>
                    <a:pt x="1858" y="60"/>
                  </a:lnTo>
                  <a:lnTo>
                    <a:pt x="1858" y="57"/>
                  </a:lnTo>
                  <a:lnTo>
                    <a:pt x="1855" y="57"/>
                  </a:lnTo>
                  <a:lnTo>
                    <a:pt x="1855" y="55"/>
                  </a:lnTo>
                  <a:lnTo>
                    <a:pt x="1855" y="55"/>
                  </a:lnTo>
                  <a:lnTo>
                    <a:pt x="1855" y="55"/>
                  </a:lnTo>
                  <a:lnTo>
                    <a:pt x="1858" y="55"/>
                  </a:lnTo>
                  <a:lnTo>
                    <a:pt x="1858" y="53"/>
                  </a:lnTo>
                  <a:lnTo>
                    <a:pt x="1858" y="53"/>
                  </a:lnTo>
                  <a:lnTo>
                    <a:pt x="1858" y="50"/>
                  </a:lnTo>
                  <a:lnTo>
                    <a:pt x="1860" y="50"/>
                  </a:lnTo>
                  <a:lnTo>
                    <a:pt x="1860" y="50"/>
                  </a:lnTo>
                  <a:lnTo>
                    <a:pt x="1860" y="50"/>
                  </a:lnTo>
                  <a:lnTo>
                    <a:pt x="1860" y="48"/>
                  </a:lnTo>
                  <a:lnTo>
                    <a:pt x="1862" y="48"/>
                  </a:lnTo>
                  <a:lnTo>
                    <a:pt x="1862" y="45"/>
                  </a:lnTo>
                  <a:lnTo>
                    <a:pt x="1860" y="45"/>
                  </a:lnTo>
                  <a:lnTo>
                    <a:pt x="1860" y="45"/>
                  </a:lnTo>
                  <a:lnTo>
                    <a:pt x="1858" y="45"/>
                  </a:lnTo>
                  <a:lnTo>
                    <a:pt x="1858" y="43"/>
                  </a:lnTo>
                  <a:lnTo>
                    <a:pt x="1855" y="43"/>
                  </a:lnTo>
                  <a:lnTo>
                    <a:pt x="1855" y="45"/>
                  </a:lnTo>
                  <a:lnTo>
                    <a:pt x="1853" y="45"/>
                  </a:lnTo>
                  <a:lnTo>
                    <a:pt x="1853" y="41"/>
                  </a:lnTo>
                  <a:lnTo>
                    <a:pt x="1851" y="41"/>
                  </a:lnTo>
                  <a:lnTo>
                    <a:pt x="1851" y="38"/>
                  </a:lnTo>
                  <a:lnTo>
                    <a:pt x="1848" y="38"/>
                  </a:lnTo>
                  <a:lnTo>
                    <a:pt x="1848" y="38"/>
                  </a:lnTo>
                  <a:lnTo>
                    <a:pt x="1848" y="38"/>
                  </a:lnTo>
                  <a:lnTo>
                    <a:pt x="1848" y="36"/>
                  </a:lnTo>
                  <a:lnTo>
                    <a:pt x="1843" y="36"/>
                  </a:lnTo>
                  <a:lnTo>
                    <a:pt x="1843" y="38"/>
                  </a:lnTo>
                  <a:lnTo>
                    <a:pt x="1839" y="38"/>
                  </a:lnTo>
                  <a:lnTo>
                    <a:pt x="1839" y="38"/>
                  </a:lnTo>
                  <a:lnTo>
                    <a:pt x="1841" y="38"/>
                  </a:lnTo>
                  <a:lnTo>
                    <a:pt x="1841" y="41"/>
                  </a:lnTo>
                  <a:lnTo>
                    <a:pt x="1839" y="41"/>
                  </a:lnTo>
                  <a:lnTo>
                    <a:pt x="1839" y="41"/>
                  </a:lnTo>
                  <a:lnTo>
                    <a:pt x="1839" y="41"/>
                  </a:lnTo>
                  <a:lnTo>
                    <a:pt x="1839" y="41"/>
                  </a:lnTo>
                  <a:lnTo>
                    <a:pt x="1836" y="41"/>
                  </a:lnTo>
                  <a:lnTo>
                    <a:pt x="1836" y="38"/>
                  </a:lnTo>
                  <a:lnTo>
                    <a:pt x="1836" y="38"/>
                  </a:lnTo>
                  <a:lnTo>
                    <a:pt x="1836" y="36"/>
                  </a:lnTo>
                  <a:lnTo>
                    <a:pt x="1836" y="36"/>
                  </a:lnTo>
                  <a:lnTo>
                    <a:pt x="1836" y="36"/>
                  </a:lnTo>
                  <a:lnTo>
                    <a:pt x="1836" y="36"/>
                  </a:lnTo>
                  <a:lnTo>
                    <a:pt x="1836" y="31"/>
                  </a:lnTo>
                  <a:lnTo>
                    <a:pt x="1836" y="31"/>
                  </a:lnTo>
                  <a:lnTo>
                    <a:pt x="1836" y="29"/>
                  </a:lnTo>
                  <a:lnTo>
                    <a:pt x="1834" y="29"/>
                  </a:lnTo>
                  <a:lnTo>
                    <a:pt x="1834" y="29"/>
                  </a:lnTo>
                  <a:lnTo>
                    <a:pt x="1832" y="29"/>
                  </a:lnTo>
                  <a:lnTo>
                    <a:pt x="1832" y="27"/>
                  </a:lnTo>
                  <a:lnTo>
                    <a:pt x="1822" y="27"/>
                  </a:lnTo>
                  <a:lnTo>
                    <a:pt x="1822" y="29"/>
                  </a:lnTo>
                  <a:lnTo>
                    <a:pt x="1820" y="29"/>
                  </a:lnTo>
                  <a:lnTo>
                    <a:pt x="1820" y="29"/>
                  </a:lnTo>
                  <a:lnTo>
                    <a:pt x="1817" y="29"/>
                  </a:lnTo>
                  <a:lnTo>
                    <a:pt x="1817" y="27"/>
                  </a:lnTo>
                  <a:lnTo>
                    <a:pt x="1817" y="27"/>
                  </a:lnTo>
                  <a:lnTo>
                    <a:pt x="1817" y="27"/>
                  </a:lnTo>
                  <a:lnTo>
                    <a:pt x="1808" y="27"/>
                  </a:lnTo>
                  <a:lnTo>
                    <a:pt x="1808" y="24"/>
                  </a:lnTo>
                  <a:lnTo>
                    <a:pt x="1806" y="24"/>
                  </a:lnTo>
                  <a:lnTo>
                    <a:pt x="1806" y="24"/>
                  </a:lnTo>
                  <a:lnTo>
                    <a:pt x="1803" y="24"/>
                  </a:lnTo>
                  <a:lnTo>
                    <a:pt x="1803" y="22"/>
                  </a:lnTo>
                  <a:lnTo>
                    <a:pt x="1801" y="22"/>
                  </a:lnTo>
                  <a:lnTo>
                    <a:pt x="1801" y="24"/>
                  </a:lnTo>
                  <a:lnTo>
                    <a:pt x="1798" y="24"/>
                  </a:lnTo>
                  <a:lnTo>
                    <a:pt x="1798" y="24"/>
                  </a:lnTo>
                  <a:lnTo>
                    <a:pt x="1796" y="24"/>
                  </a:lnTo>
                  <a:lnTo>
                    <a:pt x="1796" y="24"/>
                  </a:lnTo>
                  <a:lnTo>
                    <a:pt x="1796" y="24"/>
                  </a:lnTo>
                  <a:lnTo>
                    <a:pt x="1796" y="22"/>
                  </a:lnTo>
                  <a:lnTo>
                    <a:pt x="1791" y="22"/>
                  </a:lnTo>
                  <a:lnTo>
                    <a:pt x="1791" y="24"/>
                  </a:lnTo>
                  <a:lnTo>
                    <a:pt x="1784" y="24"/>
                  </a:lnTo>
                  <a:lnTo>
                    <a:pt x="1784" y="24"/>
                  </a:lnTo>
                  <a:lnTo>
                    <a:pt x="1770" y="24"/>
                  </a:lnTo>
                  <a:lnTo>
                    <a:pt x="1770" y="24"/>
                  </a:lnTo>
                  <a:lnTo>
                    <a:pt x="1761" y="24"/>
                  </a:lnTo>
                  <a:lnTo>
                    <a:pt x="1761" y="24"/>
                  </a:lnTo>
                  <a:lnTo>
                    <a:pt x="1758" y="24"/>
                  </a:lnTo>
                  <a:lnTo>
                    <a:pt x="1758" y="24"/>
                  </a:lnTo>
                  <a:lnTo>
                    <a:pt x="1756" y="24"/>
                  </a:lnTo>
                  <a:lnTo>
                    <a:pt x="1756" y="24"/>
                  </a:lnTo>
                  <a:lnTo>
                    <a:pt x="1749" y="24"/>
                  </a:lnTo>
                  <a:lnTo>
                    <a:pt x="1749" y="27"/>
                  </a:lnTo>
                  <a:lnTo>
                    <a:pt x="1746" y="27"/>
                  </a:lnTo>
                  <a:lnTo>
                    <a:pt x="1746" y="24"/>
                  </a:lnTo>
                  <a:lnTo>
                    <a:pt x="1739" y="24"/>
                  </a:lnTo>
                  <a:lnTo>
                    <a:pt x="1739" y="24"/>
                  </a:lnTo>
                  <a:lnTo>
                    <a:pt x="1739" y="24"/>
                  </a:lnTo>
                  <a:lnTo>
                    <a:pt x="1739" y="24"/>
                  </a:lnTo>
                  <a:lnTo>
                    <a:pt x="1732" y="24"/>
                  </a:lnTo>
                  <a:lnTo>
                    <a:pt x="1732" y="29"/>
                  </a:lnTo>
                  <a:lnTo>
                    <a:pt x="1732" y="29"/>
                  </a:lnTo>
                  <a:lnTo>
                    <a:pt x="1732" y="29"/>
                  </a:lnTo>
                  <a:lnTo>
                    <a:pt x="1732" y="29"/>
                  </a:lnTo>
                  <a:lnTo>
                    <a:pt x="1732" y="31"/>
                  </a:lnTo>
                  <a:lnTo>
                    <a:pt x="1727" y="31"/>
                  </a:lnTo>
                  <a:lnTo>
                    <a:pt x="1727" y="31"/>
                  </a:lnTo>
                  <a:lnTo>
                    <a:pt x="1725" y="31"/>
                  </a:lnTo>
                  <a:lnTo>
                    <a:pt x="1725" y="31"/>
                  </a:lnTo>
                  <a:lnTo>
                    <a:pt x="1713" y="31"/>
                  </a:lnTo>
                  <a:lnTo>
                    <a:pt x="1713" y="31"/>
                  </a:lnTo>
                  <a:lnTo>
                    <a:pt x="1706" y="31"/>
                  </a:lnTo>
                  <a:lnTo>
                    <a:pt x="1706" y="31"/>
                  </a:lnTo>
                  <a:lnTo>
                    <a:pt x="1709" y="31"/>
                  </a:lnTo>
                  <a:lnTo>
                    <a:pt x="1709" y="29"/>
                  </a:lnTo>
                  <a:lnTo>
                    <a:pt x="1709" y="29"/>
                  </a:lnTo>
                  <a:lnTo>
                    <a:pt x="1709" y="29"/>
                  </a:lnTo>
                  <a:lnTo>
                    <a:pt x="1709" y="29"/>
                  </a:lnTo>
                  <a:lnTo>
                    <a:pt x="1709" y="27"/>
                  </a:lnTo>
                  <a:lnTo>
                    <a:pt x="1711" y="27"/>
                  </a:lnTo>
                  <a:lnTo>
                    <a:pt x="1711" y="27"/>
                  </a:lnTo>
                  <a:lnTo>
                    <a:pt x="1713" y="27"/>
                  </a:lnTo>
                  <a:lnTo>
                    <a:pt x="1713" y="24"/>
                  </a:lnTo>
                  <a:lnTo>
                    <a:pt x="1718" y="24"/>
                  </a:lnTo>
                  <a:lnTo>
                    <a:pt x="1718" y="22"/>
                  </a:lnTo>
                  <a:lnTo>
                    <a:pt x="1720" y="22"/>
                  </a:lnTo>
                  <a:lnTo>
                    <a:pt x="1720" y="22"/>
                  </a:lnTo>
                  <a:lnTo>
                    <a:pt x="1723" y="22"/>
                  </a:lnTo>
                  <a:lnTo>
                    <a:pt x="1723" y="19"/>
                  </a:lnTo>
                  <a:lnTo>
                    <a:pt x="1720" y="19"/>
                  </a:lnTo>
                  <a:lnTo>
                    <a:pt x="1720" y="17"/>
                  </a:lnTo>
                  <a:lnTo>
                    <a:pt x="1716" y="17"/>
                  </a:lnTo>
                  <a:lnTo>
                    <a:pt x="1716" y="19"/>
                  </a:lnTo>
                  <a:lnTo>
                    <a:pt x="1716" y="19"/>
                  </a:lnTo>
                  <a:lnTo>
                    <a:pt x="1716" y="17"/>
                  </a:lnTo>
                  <a:lnTo>
                    <a:pt x="1716" y="17"/>
                  </a:lnTo>
                  <a:lnTo>
                    <a:pt x="1716" y="19"/>
                  </a:lnTo>
                  <a:lnTo>
                    <a:pt x="1713" y="19"/>
                  </a:lnTo>
                  <a:lnTo>
                    <a:pt x="1713" y="17"/>
                  </a:lnTo>
                  <a:lnTo>
                    <a:pt x="1711" y="17"/>
                  </a:lnTo>
                  <a:lnTo>
                    <a:pt x="1711" y="17"/>
                  </a:lnTo>
                  <a:lnTo>
                    <a:pt x="1706" y="17"/>
                  </a:lnTo>
                  <a:lnTo>
                    <a:pt x="1706" y="17"/>
                  </a:lnTo>
                  <a:lnTo>
                    <a:pt x="1699" y="17"/>
                  </a:lnTo>
                  <a:lnTo>
                    <a:pt x="1699" y="17"/>
                  </a:lnTo>
                  <a:lnTo>
                    <a:pt x="1692" y="17"/>
                  </a:lnTo>
                  <a:lnTo>
                    <a:pt x="1692" y="17"/>
                  </a:lnTo>
                  <a:lnTo>
                    <a:pt x="1690" y="17"/>
                  </a:lnTo>
                  <a:lnTo>
                    <a:pt x="1690" y="19"/>
                  </a:lnTo>
                  <a:lnTo>
                    <a:pt x="1687" y="19"/>
                  </a:lnTo>
                  <a:lnTo>
                    <a:pt x="1687" y="17"/>
                  </a:lnTo>
                  <a:lnTo>
                    <a:pt x="1690" y="17"/>
                  </a:lnTo>
                  <a:lnTo>
                    <a:pt x="1690" y="17"/>
                  </a:lnTo>
                  <a:lnTo>
                    <a:pt x="1690" y="17"/>
                  </a:lnTo>
                  <a:lnTo>
                    <a:pt x="1690" y="12"/>
                  </a:lnTo>
                  <a:lnTo>
                    <a:pt x="1690" y="12"/>
                  </a:lnTo>
                  <a:lnTo>
                    <a:pt x="1690" y="10"/>
                  </a:lnTo>
                  <a:lnTo>
                    <a:pt x="1692" y="10"/>
                  </a:lnTo>
                  <a:lnTo>
                    <a:pt x="1692" y="10"/>
                  </a:lnTo>
                  <a:lnTo>
                    <a:pt x="1697" y="10"/>
                  </a:lnTo>
                  <a:lnTo>
                    <a:pt x="1697" y="10"/>
                  </a:lnTo>
                  <a:lnTo>
                    <a:pt x="1701" y="10"/>
                  </a:lnTo>
                  <a:lnTo>
                    <a:pt x="1701" y="10"/>
                  </a:lnTo>
                  <a:lnTo>
                    <a:pt x="1699" y="10"/>
                  </a:lnTo>
                  <a:lnTo>
                    <a:pt x="1699" y="10"/>
                  </a:lnTo>
                  <a:lnTo>
                    <a:pt x="1697" y="10"/>
                  </a:lnTo>
                  <a:lnTo>
                    <a:pt x="1697" y="8"/>
                  </a:lnTo>
                  <a:lnTo>
                    <a:pt x="1692" y="8"/>
                  </a:lnTo>
                  <a:lnTo>
                    <a:pt x="1692" y="8"/>
                  </a:lnTo>
                  <a:lnTo>
                    <a:pt x="1690" y="8"/>
                  </a:lnTo>
                  <a:lnTo>
                    <a:pt x="1690" y="5"/>
                  </a:lnTo>
                  <a:lnTo>
                    <a:pt x="1690" y="5"/>
                  </a:lnTo>
                  <a:lnTo>
                    <a:pt x="1690" y="3"/>
                  </a:lnTo>
                  <a:lnTo>
                    <a:pt x="1673" y="3"/>
                  </a:lnTo>
                  <a:lnTo>
                    <a:pt x="1673" y="3"/>
                  </a:lnTo>
                  <a:lnTo>
                    <a:pt x="1666" y="3"/>
                  </a:lnTo>
                  <a:lnTo>
                    <a:pt x="1666" y="0"/>
                  </a:lnTo>
                  <a:lnTo>
                    <a:pt x="1666" y="0"/>
                  </a:lnTo>
                  <a:lnTo>
                    <a:pt x="1666" y="0"/>
                  </a:lnTo>
                  <a:lnTo>
                    <a:pt x="1656" y="0"/>
                  </a:lnTo>
                  <a:lnTo>
                    <a:pt x="1656" y="0"/>
                  </a:lnTo>
                  <a:lnTo>
                    <a:pt x="1647" y="0"/>
                  </a:lnTo>
                  <a:lnTo>
                    <a:pt x="1647" y="0"/>
                  </a:lnTo>
                  <a:lnTo>
                    <a:pt x="1645" y="0"/>
                  </a:lnTo>
                  <a:lnTo>
                    <a:pt x="1645" y="0"/>
                  </a:lnTo>
                  <a:lnTo>
                    <a:pt x="1640" y="0"/>
                  </a:lnTo>
                  <a:lnTo>
                    <a:pt x="1640" y="3"/>
                  </a:lnTo>
                  <a:lnTo>
                    <a:pt x="1635" y="3"/>
                  </a:lnTo>
                  <a:lnTo>
                    <a:pt x="1635" y="0"/>
                  </a:lnTo>
                  <a:lnTo>
                    <a:pt x="1630" y="0"/>
                  </a:lnTo>
                  <a:lnTo>
                    <a:pt x="1630" y="3"/>
                  </a:lnTo>
                  <a:lnTo>
                    <a:pt x="1628" y="3"/>
                  </a:lnTo>
                  <a:lnTo>
                    <a:pt x="1628" y="3"/>
                  </a:lnTo>
                  <a:lnTo>
                    <a:pt x="1626" y="3"/>
                  </a:lnTo>
                  <a:lnTo>
                    <a:pt x="1626" y="5"/>
                  </a:lnTo>
                  <a:lnTo>
                    <a:pt x="1619" y="5"/>
                  </a:lnTo>
                  <a:lnTo>
                    <a:pt x="1619" y="5"/>
                  </a:lnTo>
                  <a:lnTo>
                    <a:pt x="1619" y="5"/>
                  </a:lnTo>
                  <a:lnTo>
                    <a:pt x="1619" y="5"/>
                  </a:lnTo>
                  <a:lnTo>
                    <a:pt x="1616" y="5"/>
                  </a:lnTo>
                  <a:lnTo>
                    <a:pt x="1616" y="5"/>
                  </a:lnTo>
                  <a:lnTo>
                    <a:pt x="1616" y="5"/>
                  </a:lnTo>
                  <a:lnTo>
                    <a:pt x="1616" y="8"/>
                  </a:lnTo>
                  <a:lnTo>
                    <a:pt x="1616" y="8"/>
                  </a:lnTo>
                  <a:lnTo>
                    <a:pt x="1616" y="8"/>
                  </a:lnTo>
                  <a:lnTo>
                    <a:pt x="1607" y="8"/>
                  </a:lnTo>
                  <a:lnTo>
                    <a:pt x="1607" y="10"/>
                  </a:lnTo>
                  <a:lnTo>
                    <a:pt x="1607" y="10"/>
                  </a:lnTo>
                  <a:lnTo>
                    <a:pt x="1607" y="10"/>
                  </a:lnTo>
                  <a:lnTo>
                    <a:pt x="1604" y="10"/>
                  </a:lnTo>
                  <a:lnTo>
                    <a:pt x="1604" y="10"/>
                  </a:lnTo>
                  <a:lnTo>
                    <a:pt x="1600" y="10"/>
                  </a:lnTo>
                  <a:lnTo>
                    <a:pt x="1600" y="12"/>
                  </a:lnTo>
                  <a:lnTo>
                    <a:pt x="1597" y="12"/>
                  </a:lnTo>
                  <a:lnTo>
                    <a:pt x="1597" y="12"/>
                  </a:lnTo>
                  <a:lnTo>
                    <a:pt x="1595" y="12"/>
                  </a:lnTo>
                  <a:lnTo>
                    <a:pt x="1595" y="15"/>
                  </a:lnTo>
                  <a:lnTo>
                    <a:pt x="1593" y="15"/>
                  </a:lnTo>
                  <a:lnTo>
                    <a:pt x="1593" y="15"/>
                  </a:lnTo>
                  <a:lnTo>
                    <a:pt x="1590" y="15"/>
                  </a:lnTo>
                  <a:lnTo>
                    <a:pt x="1590" y="17"/>
                  </a:lnTo>
                  <a:lnTo>
                    <a:pt x="1588" y="17"/>
                  </a:lnTo>
                  <a:lnTo>
                    <a:pt x="1588" y="19"/>
                  </a:lnTo>
                  <a:lnTo>
                    <a:pt x="1583" y="19"/>
                  </a:lnTo>
                  <a:lnTo>
                    <a:pt x="1583" y="22"/>
                  </a:lnTo>
                  <a:lnTo>
                    <a:pt x="1583" y="22"/>
                  </a:lnTo>
                  <a:lnTo>
                    <a:pt x="1583" y="22"/>
                  </a:lnTo>
                  <a:lnTo>
                    <a:pt x="1581" y="22"/>
                  </a:lnTo>
                  <a:lnTo>
                    <a:pt x="1581" y="24"/>
                  </a:lnTo>
                  <a:lnTo>
                    <a:pt x="1583" y="24"/>
                  </a:lnTo>
                  <a:lnTo>
                    <a:pt x="1583" y="24"/>
                  </a:lnTo>
                  <a:lnTo>
                    <a:pt x="1585" y="24"/>
                  </a:lnTo>
                  <a:lnTo>
                    <a:pt x="1585" y="29"/>
                  </a:lnTo>
                  <a:lnTo>
                    <a:pt x="1585" y="29"/>
                  </a:lnTo>
                  <a:lnTo>
                    <a:pt x="1585" y="29"/>
                  </a:lnTo>
                  <a:lnTo>
                    <a:pt x="1585" y="29"/>
                  </a:lnTo>
                  <a:lnTo>
                    <a:pt x="1585" y="31"/>
                  </a:lnTo>
                  <a:lnTo>
                    <a:pt x="1581" y="31"/>
                  </a:lnTo>
                  <a:lnTo>
                    <a:pt x="1581" y="31"/>
                  </a:lnTo>
                  <a:lnTo>
                    <a:pt x="1571" y="31"/>
                  </a:lnTo>
                  <a:lnTo>
                    <a:pt x="1571" y="31"/>
                  </a:lnTo>
                  <a:lnTo>
                    <a:pt x="1548" y="31"/>
                  </a:lnTo>
                  <a:lnTo>
                    <a:pt x="1548" y="31"/>
                  </a:lnTo>
                  <a:lnTo>
                    <a:pt x="1538" y="31"/>
                  </a:lnTo>
                  <a:lnTo>
                    <a:pt x="1538" y="34"/>
                  </a:lnTo>
                  <a:lnTo>
                    <a:pt x="1538" y="34"/>
                  </a:lnTo>
                  <a:lnTo>
                    <a:pt x="1538" y="34"/>
                  </a:lnTo>
                  <a:lnTo>
                    <a:pt x="1540" y="34"/>
                  </a:lnTo>
                  <a:lnTo>
                    <a:pt x="1540" y="36"/>
                  </a:lnTo>
                  <a:lnTo>
                    <a:pt x="1543" y="36"/>
                  </a:lnTo>
                  <a:lnTo>
                    <a:pt x="1543" y="36"/>
                  </a:lnTo>
                  <a:lnTo>
                    <a:pt x="1548" y="36"/>
                  </a:lnTo>
                  <a:lnTo>
                    <a:pt x="1548" y="38"/>
                  </a:lnTo>
                  <a:lnTo>
                    <a:pt x="1548" y="38"/>
                  </a:lnTo>
                  <a:lnTo>
                    <a:pt x="1548" y="38"/>
                  </a:lnTo>
                  <a:lnTo>
                    <a:pt x="1543" y="38"/>
                  </a:lnTo>
                  <a:lnTo>
                    <a:pt x="1543" y="38"/>
                  </a:lnTo>
                  <a:lnTo>
                    <a:pt x="1538" y="38"/>
                  </a:lnTo>
                  <a:lnTo>
                    <a:pt x="1538" y="36"/>
                  </a:lnTo>
                  <a:lnTo>
                    <a:pt x="1536" y="36"/>
                  </a:lnTo>
                  <a:lnTo>
                    <a:pt x="1536" y="38"/>
                  </a:lnTo>
                  <a:lnTo>
                    <a:pt x="1531" y="38"/>
                  </a:lnTo>
                  <a:lnTo>
                    <a:pt x="1531" y="38"/>
                  </a:lnTo>
                  <a:lnTo>
                    <a:pt x="1526" y="38"/>
                  </a:lnTo>
                  <a:lnTo>
                    <a:pt x="1526" y="41"/>
                  </a:lnTo>
                  <a:lnTo>
                    <a:pt x="1519" y="41"/>
                  </a:lnTo>
                  <a:lnTo>
                    <a:pt x="1519" y="41"/>
                  </a:lnTo>
                  <a:lnTo>
                    <a:pt x="1517" y="41"/>
                  </a:lnTo>
                  <a:lnTo>
                    <a:pt x="1517" y="41"/>
                  </a:lnTo>
                  <a:lnTo>
                    <a:pt x="1517" y="41"/>
                  </a:lnTo>
                  <a:lnTo>
                    <a:pt x="1517" y="41"/>
                  </a:lnTo>
                  <a:lnTo>
                    <a:pt x="1514" y="41"/>
                  </a:lnTo>
                  <a:lnTo>
                    <a:pt x="1514" y="41"/>
                  </a:lnTo>
                  <a:lnTo>
                    <a:pt x="1510" y="41"/>
                  </a:lnTo>
                  <a:lnTo>
                    <a:pt x="1510" y="43"/>
                  </a:lnTo>
                  <a:lnTo>
                    <a:pt x="1510" y="43"/>
                  </a:lnTo>
                  <a:lnTo>
                    <a:pt x="1510" y="43"/>
                  </a:lnTo>
                  <a:lnTo>
                    <a:pt x="1505" y="43"/>
                  </a:lnTo>
                  <a:lnTo>
                    <a:pt x="1505" y="43"/>
                  </a:lnTo>
                  <a:lnTo>
                    <a:pt x="1505" y="43"/>
                  </a:lnTo>
                  <a:lnTo>
                    <a:pt x="1505" y="41"/>
                  </a:lnTo>
                  <a:lnTo>
                    <a:pt x="1500" y="41"/>
                  </a:lnTo>
                  <a:lnTo>
                    <a:pt x="1500" y="41"/>
                  </a:lnTo>
                  <a:lnTo>
                    <a:pt x="1495" y="41"/>
                  </a:lnTo>
                  <a:lnTo>
                    <a:pt x="1495" y="43"/>
                  </a:lnTo>
                  <a:lnTo>
                    <a:pt x="1491" y="43"/>
                  </a:lnTo>
                  <a:lnTo>
                    <a:pt x="1491" y="43"/>
                  </a:lnTo>
                  <a:lnTo>
                    <a:pt x="1488" y="43"/>
                  </a:lnTo>
                  <a:lnTo>
                    <a:pt x="1488" y="43"/>
                  </a:lnTo>
                  <a:lnTo>
                    <a:pt x="1486" y="43"/>
                  </a:lnTo>
                  <a:lnTo>
                    <a:pt x="1486" y="41"/>
                  </a:lnTo>
                  <a:lnTo>
                    <a:pt x="1486" y="41"/>
                  </a:lnTo>
                  <a:lnTo>
                    <a:pt x="1486" y="41"/>
                  </a:lnTo>
                  <a:lnTo>
                    <a:pt x="1488" y="41"/>
                  </a:lnTo>
                  <a:lnTo>
                    <a:pt x="1488" y="41"/>
                  </a:lnTo>
                  <a:lnTo>
                    <a:pt x="1491" y="41"/>
                  </a:lnTo>
                  <a:lnTo>
                    <a:pt x="1491" y="41"/>
                  </a:lnTo>
                  <a:lnTo>
                    <a:pt x="1493" y="41"/>
                  </a:lnTo>
                  <a:lnTo>
                    <a:pt x="1493" y="41"/>
                  </a:lnTo>
                  <a:lnTo>
                    <a:pt x="1498" y="41"/>
                  </a:lnTo>
                  <a:lnTo>
                    <a:pt x="1498" y="38"/>
                  </a:lnTo>
                  <a:lnTo>
                    <a:pt x="1500" y="38"/>
                  </a:lnTo>
                  <a:lnTo>
                    <a:pt x="1500" y="36"/>
                  </a:lnTo>
                  <a:lnTo>
                    <a:pt x="1495" y="36"/>
                  </a:lnTo>
                  <a:lnTo>
                    <a:pt x="1495" y="34"/>
                  </a:lnTo>
                  <a:lnTo>
                    <a:pt x="1495" y="34"/>
                  </a:lnTo>
                  <a:lnTo>
                    <a:pt x="1495" y="34"/>
                  </a:lnTo>
                  <a:lnTo>
                    <a:pt x="1493" y="34"/>
                  </a:lnTo>
                  <a:lnTo>
                    <a:pt x="1493" y="36"/>
                  </a:lnTo>
                  <a:lnTo>
                    <a:pt x="1491" y="36"/>
                  </a:lnTo>
                  <a:lnTo>
                    <a:pt x="1491" y="34"/>
                  </a:lnTo>
                  <a:lnTo>
                    <a:pt x="1484" y="34"/>
                  </a:lnTo>
                  <a:lnTo>
                    <a:pt x="1484" y="36"/>
                  </a:lnTo>
                  <a:lnTo>
                    <a:pt x="1481" y="36"/>
                  </a:lnTo>
                  <a:lnTo>
                    <a:pt x="1481" y="36"/>
                  </a:lnTo>
                  <a:lnTo>
                    <a:pt x="1481" y="36"/>
                  </a:lnTo>
                  <a:lnTo>
                    <a:pt x="1481" y="34"/>
                  </a:lnTo>
                  <a:lnTo>
                    <a:pt x="1479" y="34"/>
                  </a:lnTo>
                  <a:lnTo>
                    <a:pt x="1479" y="36"/>
                  </a:lnTo>
                  <a:lnTo>
                    <a:pt x="1477" y="36"/>
                  </a:lnTo>
                  <a:lnTo>
                    <a:pt x="1477" y="36"/>
                  </a:lnTo>
                  <a:lnTo>
                    <a:pt x="1474" y="36"/>
                  </a:lnTo>
                  <a:lnTo>
                    <a:pt x="1474" y="36"/>
                  </a:lnTo>
                  <a:lnTo>
                    <a:pt x="1469" y="36"/>
                  </a:lnTo>
                  <a:lnTo>
                    <a:pt x="1469" y="36"/>
                  </a:lnTo>
                  <a:lnTo>
                    <a:pt x="1467" y="36"/>
                  </a:lnTo>
                  <a:lnTo>
                    <a:pt x="1467" y="38"/>
                  </a:lnTo>
                  <a:lnTo>
                    <a:pt x="1467" y="38"/>
                  </a:lnTo>
                  <a:lnTo>
                    <a:pt x="1467" y="36"/>
                  </a:lnTo>
                  <a:lnTo>
                    <a:pt x="1462" y="36"/>
                  </a:lnTo>
                  <a:lnTo>
                    <a:pt x="1462" y="36"/>
                  </a:lnTo>
                  <a:lnTo>
                    <a:pt x="1462" y="36"/>
                  </a:lnTo>
                  <a:lnTo>
                    <a:pt x="1462" y="38"/>
                  </a:lnTo>
                  <a:lnTo>
                    <a:pt x="1460" y="38"/>
                  </a:lnTo>
                  <a:lnTo>
                    <a:pt x="1460" y="38"/>
                  </a:lnTo>
                  <a:lnTo>
                    <a:pt x="1462" y="38"/>
                  </a:lnTo>
                  <a:lnTo>
                    <a:pt x="1462" y="41"/>
                  </a:lnTo>
                  <a:lnTo>
                    <a:pt x="1462" y="41"/>
                  </a:lnTo>
                  <a:lnTo>
                    <a:pt x="1462" y="41"/>
                  </a:lnTo>
                  <a:lnTo>
                    <a:pt x="1460" y="41"/>
                  </a:lnTo>
                  <a:lnTo>
                    <a:pt x="1460" y="41"/>
                  </a:lnTo>
                  <a:lnTo>
                    <a:pt x="1460" y="41"/>
                  </a:lnTo>
                  <a:lnTo>
                    <a:pt x="1460" y="38"/>
                  </a:lnTo>
                  <a:lnTo>
                    <a:pt x="1458" y="38"/>
                  </a:lnTo>
                  <a:lnTo>
                    <a:pt x="1458" y="38"/>
                  </a:lnTo>
                  <a:lnTo>
                    <a:pt x="1455" y="38"/>
                  </a:lnTo>
                  <a:lnTo>
                    <a:pt x="1455" y="36"/>
                  </a:lnTo>
                  <a:lnTo>
                    <a:pt x="1446" y="36"/>
                  </a:lnTo>
                  <a:lnTo>
                    <a:pt x="1446" y="38"/>
                  </a:lnTo>
                  <a:lnTo>
                    <a:pt x="1443" y="38"/>
                  </a:lnTo>
                  <a:lnTo>
                    <a:pt x="1443" y="38"/>
                  </a:lnTo>
                  <a:lnTo>
                    <a:pt x="1441" y="38"/>
                  </a:lnTo>
                  <a:lnTo>
                    <a:pt x="1441" y="41"/>
                  </a:lnTo>
                  <a:lnTo>
                    <a:pt x="1439" y="41"/>
                  </a:lnTo>
                  <a:lnTo>
                    <a:pt x="1439" y="41"/>
                  </a:lnTo>
                  <a:lnTo>
                    <a:pt x="1436" y="41"/>
                  </a:lnTo>
                  <a:lnTo>
                    <a:pt x="1436" y="41"/>
                  </a:lnTo>
                  <a:lnTo>
                    <a:pt x="1434" y="41"/>
                  </a:lnTo>
                  <a:lnTo>
                    <a:pt x="1434" y="41"/>
                  </a:lnTo>
                  <a:lnTo>
                    <a:pt x="1432" y="41"/>
                  </a:lnTo>
                  <a:lnTo>
                    <a:pt x="1432" y="41"/>
                  </a:lnTo>
                  <a:lnTo>
                    <a:pt x="1432" y="41"/>
                  </a:lnTo>
                  <a:lnTo>
                    <a:pt x="1432" y="38"/>
                  </a:lnTo>
                  <a:lnTo>
                    <a:pt x="1429" y="38"/>
                  </a:lnTo>
                  <a:lnTo>
                    <a:pt x="1429" y="41"/>
                  </a:lnTo>
                  <a:lnTo>
                    <a:pt x="1424" y="41"/>
                  </a:lnTo>
                  <a:lnTo>
                    <a:pt x="1424" y="41"/>
                  </a:lnTo>
                  <a:lnTo>
                    <a:pt x="1422" y="41"/>
                  </a:lnTo>
                  <a:lnTo>
                    <a:pt x="1422" y="43"/>
                  </a:lnTo>
                  <a:lnTo>
                    <a:pt x="1422" y="43"/>
                  </a:lnTo>
                  <a:lnTo>
                    <a:pt x="1422" y="41"/>
                  </a:lnTo>
                  <a:lnTo>
                    <a:pt x="1413" y="41"/>
                  </a:lnTo>
                  <a:lnTo>
                    <a:pt x="1413" y="41"/>
                  </a:lnTo>
                  <a:lnTo>
                    <a:pt x="1410" y="41"/>
                  </a:lnTo>
                  <a:lnTo>
                    <a:pt x="1410" y="43"/>
                  </a:lnTo>
                  <a:lnTo>
                    <a:pt x="1406" y="43"/>
                  </a:lnTo>
                  <a:lnTo>
                    <a:pt x="1406" y="45"/>
                  </a:lnTo>
                  <a:lnTo>
                    <a:pt x="1408" y="45"/>
                  </a:lnTo>
                  <a:lnTo>
                    <a:pt x="1408" y="48"/>
                  </a:lnTo>
                  <a:lnTo>
                    <a:pt x="1403" y="48"/>
                  </a:lnTo>
                  <a:lnTo>
                    <a:pt x="1403" y="48"/>
                  </a:lnTo>
                  <a:lnTo>
                    <a:pt x="1403" y="48"/>
                  </a:lnTo>
                  <a:lnTo>
                    <a:pt x="1403" y="50"/>
                  </a:lnTo>
                  <a:lnTo>
                    <a:pt x="1398" y="50"/>
                  </a:lnTo>
                  <a:lnTo>
                    <a:pt x="1398" y="50"/>
                  </a:lnTo>
                  <a:lnTo>
                    <a:pt x="1391" y="50"/>
                  </a:lnTo>
                  <a:lnTo>
                    <a:pt x="1391" y="50"/>
                  </a:lnTo>
                  <a:lnTo>
                    <a:pt x="1391" y="50"/>
                  </a:lnTo>
                  <a:lnTo>
                    <a:pt x="1391" y="50"/>
                  </a:lnTo>
                  <a:lnTo>
                    <a:pt x="1387" y="50"/>
                  </a:lnTo>
                  <a:lnTo>
                    <a:pt x="1387" y="50"/>
                  </a:lnTo>
                  <a:lnTo>
                    <a:pt x="1384" y="50"/>
                  </a:lnTo>
                  <a:lnTo>
                    <a:pt x="1384" y="50"/>
                  </a:lnTo>
                  <a:lnTo>
                    <a:pt x="1382" y="50"/>
                  </a:lnTo>
                  <a:lnTo>
                    <a:pt x="1382" y="50"/>
                  </a:lnTo>
                  <a:lnTo>
                    <a:pt x="1382" y="50"/>
                  </a:lnTo>
                  <a:lnTo>
                    <a:pt x="1382" y="53"/>
                  </a:lnTo>
                  <a:lnTo>
                    <a:pt x="1375" y="53"/>
                  </a:lnTo>
                  <a:lnTo>
                    <a:pt x="1375" y="50"/>
                  </a:lnTo>
                  <a:lnTo>
                    <a:pt x="1372" y="50"/>
                  </a:lnTo>
                  <a:lnTo>
                    <a:pt x="1372" y="53"/>
                  </a:lnTo>
                  <a:lnTo>
                    <a:pt x="1370" y="53"/>
                  </a:lnTo>
                  <a:lnTo>
                    <a:pt x="1370" y="53"/>
                  </a:lnTo>
                  <a:lnTo>
                    <a:pt x="1368" y="53"/>
                  </a:lnTo>
                  <a:lnTo>
                    <a:pt x="1368" y="53"/>
                  </a:lnTo>
                  <a:lnTo>
                    <a:pt x="1361" y="53"/>
                  </a:lnTo>
                  <a:lnTo>
                    <a:pt x="1361" y="53"/>
                  </a:lnTo>
                  <a:lnTo>
                    <a:pt x="1351" y="53"/>
                  </a:lnTo>
                  <a:lnTo>
                    <a:pt x="1351" y="55"/>
                  </a:lnTo>
                  <a:lnTo>
                    <a:pt x="1346" y="55"/>
                  </a:lnTo>
                  <a:lnTo>
                    <a:pt x="1346" y="55"/>
                  </a:lnTo>
                  <a:lnTo>
                    <a:pt x="1344" y="55"/>
                  </a:lnTo>
                  <a:lnTo>
                    <a:pt x="1344" y="57"/>
                  </a:lnTo>
                  <a:lnTo>
                    <a:pt x="1339" y="57"/>
                  </a:lnTo>
                  <a:lnTo>
                    <a:pt x="1339" y="55"/>
                  </a:lnTo>
                  <a:lnTo>
                    <a:pt x="1337" y="55"/>
                  </a:lnTo>
                  <a:lnTo>
                    <a:pt x="1337" y="55"/>
                  </a:lnTo>
                  <a:lnTo>
                    <a:pt x="1335" y="55"/>
                  </a:lnTo>
                  <a:lnTo>
                    <a:pt x="1335" y="55"/>
                  </a:lnTo>
                  <a:lnTo>
                    <a:pt x="1332" y="55"/>
                  </a:lnTo>
                  <a:lnTo>
                    <a:pt x="1332" y="55"/>
                  </a:lnTo>
                  <a:lnTo>
                    <a:pt x="1330" y="55"/>
                  </a:lnTo>
                  <a:lnTo>
                    <a:pt x="1330" y="57"/>
                  </a:lnTo>
                  <a:lnTo>
                    <a:pt x="1330" y="57"/>
                  </a:lnTo>
                  <a:lnTo>
                    <a:pt x="1330" y="57"/>
                  </a:lnTo>
                  <a:lnTo>
                    <a:pt x="1323" y="57"/>
                  </a:lnTo>
                  <a:lnTo>
                    <a:pt x="1323" y="60"/>
                  </a:lnTo>
                  <a:lnTo>
                    <a:pt x="1318" y="60"/>
                  </a:lnTo>
                  <a:lnTo>
                    <a:pt x="1318" y="60"/>
                  </a:lnTo>
                  <a:lnTo>
                    <a:pt x="1318" y="60"/>
                  </a:lnTo>
                  <a:lnTo>
                    <a:pt x="1318" y="60"/>
                  </a:lnTo>
                  <a:lnTo>
                    <a:pt x="1316" y="60"/>
                  </a:lnTo>
                  <a:lnTo>
                    <a:pt x="1316" y="62"/>
                  </a:lnTo>
                  <a:lnTo>
                    <a:pt x="1313" y="62"/>
                  </a:lnTo>
                  <a:lnTo>
                    <a:pt x="1313" y="62"/>
                  </a:lnTo>
                  <a:lnTo>
                    <a:pt x="1311" y="62"/>
                  </a:lnTo>
                  <a:lnTo>
                    <a:pt x="1311" y="64"/>
                  </a:lnTo>
                  <a:lnTo>
                    <a:pt x="1306" y="64"/>
                  </a:lnTo>
                  <a:lnTo>
                    <a:pt x="1306" y="64"/>
                  </a:lnTo>
                  <a:lnTo>
                    <a:pt x="1306" y="64"/>
                  </a:lnTo>
                  <a:lnTo>
                    <a:pt x="1306" y="67"/>
                  </a:lnTo>
                  <a:lnTo>
                    <a:pt x="1294" y="67"/>
                  </a:lnTo>
                  <a:lnTo>
                    <a:pt x="1294" y="64"/>
                  </a:lnTo>
                  <a:lnTo>
                    <a:pt x="1280" y="64"/>
                  </a:lnTo>
                  <a:lnTo>
                    <a:pt x="1280" y="67"/>
                  </a:lnTo>
                  <a:lnTo>
                    <a:pt x="1278" y="67"/>
                  </a:lnTo>
                  <a:lnTo>
                    <a:pt x="1278" y="67"/>
                  </a:lnTo>
                  <a:lnTo>
                    <a:pt x="1280" y="67"/>
                  </a:lnTo>
                  <a:lnTo>
                    <a:pt x="1280" y="69"/>
                  </a:lnTo>
                  <a:lnTo>
                    <a:pt x="1282" y="69"/>
                  </a:lnTo>
                  <a:lnTo>
                    <a:pt x="1282" y="67"/>
                  </a:lnTo>
                  <a:lnTo>
                    <a:pt x="1282" y="67"/>
                  </a:lnTo>
                  <a:lnTo>
                    <a:pt x="1282" y="69"/>
                  </a:lnTo>
                  <a:lnTo>
                    <a:pt x="1290" y="69"/>
                  </a:lnTo>
                  <a:lnTo>
                    <a:pt x="1290" y="69"/>
                  </a:lnTo>
                  <a:lnTo>
                    <a:pt x="1285" y="69"/>
                  </a:lnTo>
                  <a:lnTo>
                    <a:pt x="1285" y="69"/>
                  </a:lnTo>
                  <a:lnTo>
                    <a:pt x="1285" y="69"/>
                  </a:lnTo>
                  <a:lnTo>
                    <a:pt x="1285" y="69"/>
                  </a:lnTo>
                  <a:lnTo>
                    <a:pt x="1278" y="69"/>
                  </a:lnTo>
                  <a:lnTo>
                    <a:pt x="1278" y="69"/>
                  </a:lnTo>
                  <a:lnTo>
                    <a:pt x="1278" y="69"/>
                  </a:lnTo>
                  <a:lnTo>
                    <a:pt x="1278" y="69"/>
                  </a:lnTo>
                  <a:lnTo>
                    <a:pt x="1271" y="69"/>
                  </a:lnTo>
                  <a:lnTo>
                    <a:pt x="1271" y="72"/>
                  </a:lnTo>
                  <a:lnTo>
                    <a:pt x="1271" y="72"/>
                  </a:lnTo>
                  <a:lnTo>
                    <a:pt x="1271" y="69"/>
                  </a:lnTo>
                  <a:lnTo>
                    <a:pt x="1268" y="69"/>
                  </a:lnTo>
                  <a:lnTo>
                    <a:pt x="1268" y="69"/>
                  </a:lnTo>
                  <a:lnTo>
                    <a:pt x="1266" y="69"/>
                  </a:lnTo>
                  <a:lnTo>
                    <a:pt x="1266" y="69"/>
                  </a:lnTo>
                  <a:lnTo>
                    <a:pt x="1266" y="69"/>
                  </a:lnTo>
                  <a:lnTo>
                    <a:pt x="1266" y="72"/>
                  </a:lnTo>
                  <a:lnTo>
                    <a:pt x="1266" y="72"/>
                  </a:lnTo>
                  <a:lnTo>
                    <a:pt x="1266" y="72"/>
                  </a:lnTo>
                  <a:lnTo>
                    <a:pt x="1266" y="72"/>
                  </a:lnTo>
                  <a:lnTo>
                    <a:pt x="1266" y="74"/>
                  </a:lnTo>
                  <a:lnTo>
                    <a:pt x="1264" y="74"/>
                  </a:lnTo>
                  <a:lnTo>
                    <a:pt x="1264" y="72"/>
                  </a:lnTo>
                  <a:lnTo>
                    <a:pt x="1261" y="72"/>
                  </a:lnTo>
                  <a:lnTo>
                    <a:pt x="1261" y="74"/>
                  </a:lnTo>
                  <a:lnTo>
                    <a:pt x="1261" y="74"/>
                  </a:lnTo>
                  <a:lnTo>
                    <a:pt x="1261" y="72"/>
                  </a:lnTo>
                  <a:lnTo>
                    <a:pt x="1259" y="72"/>
                  </a:lnTo>
                  <a:lnTo>
                    <a:pt x="1259" y="72"/>
                  </a:lnTo>
                  <a:lnTo>
                    <a:pt x="1256" y="72"/>
                  </a:lnTo>
                  <a:lnTo>
                    <a:pt x="1256" y="72"/>
                  </a:lnTo>
                  <a:lnTo>
                    <a:pt x="1256" y="72"/>
                  </a:lnTo>
                  <a:lnTo>
                    <a:pt x="1256" y="74"/>
                  </a:lnTo>
                  <a:lnTo>
                    <a:pt x="1254" y="74"/>
                  </a:lnTo>
                  <a:lnTo>
                    <a:pt x="1254" y="72"/>
                  </a:lnTo>
                  <a:lnTo>
                    <a:pt x="1249" y="72"/>
                  </a:lnTo>
                  <a:lnTo>
                    <a:pt x="1249" y="74"/>
                  </a:lnTo>
                  <a:lnTo>
                    <a:pt x="1249" y="74"/>
                  </a:lnTo>
                  <a:lnTo>
                    <a:pt x="1249" y="74"/>
                  </a:lnTo>
                  <a:lnTo>
                    <a:pt x="1247" y="74"/>
                  </a:lnTo>
                  <a:lnTo>
                    <a:pt x="1247" y="74"/>
                  </a:lnTo>
                  <a:lnTo>
                    <a:pt x="1245" y="74"/>
                  </a:lnTo>
                  <a:lnTo>
                    <a:pt x="1245" y="72"/>
                  </a:lnTo>
                  <a:lnTo>
                    <a:pt x="1242" y="72"/>
                  </a:lnTo>
                  <a:lnTo>
                    <a:pt x="1242" y="72"/>
                  </a:lnTo>
                  <a:lnTo>
                    <a:pt x="1240" y="72"/>
                  </a:lnTo>
                  <a:lnTo>
                    <a:pt x="1240" y="74"/>
                  </a:lnTo>
                  <a:lnTo>
                    <a:pt x="1245" y="74"/>
                  </a:lnTo>
                  <a:lnTo>
                    <a:pt x="1245" y="74"/>
                  </a:lnTo>
                  <a:lnTo>
                    <a:pt x="1240" y="74"/>
                  </a:lnTo>
                  <a:lnTo>
                    <a:pt x="1240" y="76"/>
                  </a:lnTo>
                  <a:lnTo>
                    <a:pt x="1242" y="76"/>
                  </a:lnTo>
                  <a:lnTo>
                    <a:pt x="1242" y="76"/>
                  </a:lnTo>
                  <a:lnTo>
                    <a:pt x="1249" y="76"/>
                  </a:lnTo>
                  <a:lnTo>
                    <a:pt x="1249" y="79"/>
                  </a:lnTo>
                  <a:lnTo>
                    <a:pt x="1252" y="79"/>
                  </a:lnTo>
                  <a:lnTo>
                    <a:pt x="1252" y="76"/>
                  </a:lnTo>
                  <a:lnTo>
                    <a:pt x="1252" y="76"/>
                  </a:lnTo>
                  <a:lnTo>
                    <a:pt x="1252" y="81"/>
                  </a:lnTo>
                  <a:lnTo>
                    <a:pt x="1242" y="81"/>
                  </a:lnTo>
                  <a:lnTo>
                    <a:pt x="1242" y="79"/>
                  </a:lnTo>
                  <a:lnTo>
                    <a:pt x="1240" y="79"/>
                  </a:lnTo>
                  <a:lnTo>
                    <a:pt x="1240" y="81"/>
                  </a:lnTo>
                  <a:lnTo>
                    <a:pt x="1240" y="81"/>
                  </a:lnTo>
                  <a:lnTo>
                    <a:pt x="1240" y="79"/>
                  </a:lnTo>
                  <a:lnTo>
                    <a:pt x="1237" y="79"/>
                  </a:lnTo>
                  <a:lnTo>
                    <a:pt x="1237" y="81"/>
                  </a:lnTo>
                  <a:lnTo>
                    <a:pt x="1235" y="81"/>
                  </a:lnTo>
                  <a:lnTo>
                    <a:pt x="1235" y="81"/>
                  </a:lnTo>
                  <a:lnTo>
                    <a:pt x="1233" y="81"/>
                  </a:lnTo>
                  <a:lnTo>
                    <a:pt x="1233" y="81"/>
                  </a:lnTo>
                  <a:lnTo>
                    <a:pt x="1228" y="81"/>
                  </a:lnTo>
                  <a:lnTo>
                    <a:pt x="1228" y="83"/>
                  </a:lnTo>
                  <a:lnTo>
                    <a:pt x="1226" y="83"/>
                  </a:lnTo>
                  <a:lnTo>
                    <a:pt x="1226" y="83"/>
                  </a:lnTo>
                  <a:lnTo>
                    <a:pt x="1233" y="83"/>
                  </a:lnTo>
                  <a:lnTo>
                    <a:pt x="1233" y="86"/>
                  </a:lnTo>
                  <a:lnTo>
                    <a:pt x="1237" y="86"/>
                  </a:lnTo>
                  <a:lnTo>
                    <a:pt x="1237" y="83"/>
                  </a:lnTo>
                  <a:lnTo>
                    <a:pt x="1235" y="83"/>
                  </a:lnTo>
                  <a:lnTo>
                    <a:pt x="1235" y="83"/>
                  </a:lnTo>
                  <a:lnTo>
                    <a:pt x="1237" y="83"/>
                  </a:lnTo>
                  <a:lnTo>
                    <a:pt x="1237" y="83"/>
                  </a:lnTo>
                  <a:lnTo>
                    <a:pt x="1240" y="83"/>
                  </a:lnTo>
                  <a:lnTo>
                    <a:pt x="1240" y="81"/>
                  </a:lnTo>
                  <a:lnTo>
                    <a:pt x="1240" y="81"/>
                  </a:lnTo>
                  <a:lnTo>
                    <a:pt x="1240" y="81"/>
                  </a:lnTo>
                  <a:lnTo>
                    <a:pt x="1242" y="81"/>
                  </a:lnTo>
                  <a:lnTo>
                    <a:pt x="1242" y="83"/>
                  </a:lnTo>
                  <a:lnTo>
                    <a:pt x="1242" y="83"/>
                  </a:lnTo>
                  <a:lnTo>
                    <a:pt x="1242" y="83"/>
                  </a:lnTo>
                  <a:lnTo>
                    <a:pt x="1242" y="83"/>
                  </a:lnTo>
                  <a:lnTo>
                    <a:pt x="1242" y="86"/>
                  </a:lnTo>
                  <a:lnTo>
                    <a:pt x="1240" y="86"/>
                  </a:lnTo>
                  <a:lnTo>
                    <a:pt x="1240" y="86"/>
                  </a:lnTo>
                  <a:lnTo>
                    <a:pt x="1237" y="86"/>
                  </a:lnTo>
                  <a:lnTo>
                    <a:pt x="1237" y="86"/>
                  </a:lnTo>
                  <a:lnTo>
                    <a:pt x="1237" y="86"/>
                  </a:lnTo>
                  <a:lnTo>
                    <a:pt x="1237" y="88"/>
                  </a:lnTo>
                  <a:lnTo>
                    <a:pt x="1237" y="88"/>
                  </a:lnTo>
                  <a:lnTo>
                    <a:pt x="1237" y="88"/>
                  </a:lnTo>
                  <a:lnTo>
                    <a:pt x="1242" y="88"/>
                  </a:lnTo>
                  <a:lnTo>
                    <a:pt x="1242" y="88"/>
                  </a:lnTo>
                  <a:lnTo>
                    <a:pt x="1247" y="88"/>
                  </a:lnTo>
                  <a:lnTo>
                    <a:pt x="1247" y="86"/>
                  </a:lnTo>
                  <a:lnTo>
                    <a:pt x="1245" y="86"/>
                  </a:lnTo>
                  <a:lnTo>
                    <a:pt x="1245" y="86"/>
                  </a:lnTo>
                  <a:lnTo>
                    <a:pt x="1252" y="86"/>
                  </a:lnTo>
                  <a:lnTo>
                    <a:pt x="1252" y="83"/>
                  </a:lnTo>
                  <a:lnTo>
                    <a:pt x="1254" y="83"/>
                  </a:lnTo>
                  <a:lnTo>
                    <a:pt x="1254" y="83"/>
                  </a:lnTo>
                  <a:lnTo>
                    <a:pt x="1256" y="83"/>
                  </a:lnTo>
                  <a:lnTo>
                    <a:pt x="1256" y="83"/>
                  </a:lnTo>
                  <a:lnTo>
                    <a:pt x="1261" y="83"/>
                  </a:lnTo>
                  <a:lnTo>
                    <a:pt x="1261" y="83"/>
                  </a:lnTo>
                  <a:lnTo>
                    <a:pt x="1259" y="83"/>
                  </a:lnTo>
                  <a:lnTo>
                    <a:pt x="1259" y="86"/>
                  </a:lnTo>
                  <a:lnTo>
                    <a:pt x="1259" y="86"/>
                  </a:lnTo>
                  <a:lnTo>
                    <a:pt x="1259" y="88"/>
                  </a:lnTo>
                  <a:lnTo>
                    <a:pt x="1259" y="88"/>
                  </a:lnTo>
                  <a:lnTo>
                    <a:pt x="1259" y="88"/>
                  </a:lnTo>
                  <a:lnTo>
                    <a:pt x="1268" y="88"/>
                  </a:lnTo>
                  <a:lnTo>
                    <a:pt x="1268" y="90"/>
                  </a:lnTo>
                  <a:lnTo>
                    <a:pt x="1275" y="90"/>
                  </a:lnTo>
                  <a:lnTo>
                    <a:pt x="1275" y="90"/>
                  </a:lnTo>
                  <a:lnTo>
                    <a:pt x="1275" y="90"/>
                  </a:lnTo>
                  <a:lnTo>
                    <a:pt x="1275" y="90"/>
                  </a:lnTo>
                  <a:lnTo>
                    <a:pt x="1271" y="90"/>
                  </a:lnTo>
                  <a:lnTo>
                    <a:pt x="1271" y="93"/>
                  </a:lnTo>
                  <a:lnTo>
                    <a:pt x="1273" y="93"/>
                  </a:lnTo>
                  <a:lnTo>
                    <a:pt x="1273" y="93"/>
                  </a:lnTo>
                  <a:lnTo>
                    <a:pt x="1271" y="93"/>
                  </a:lnTo>
                  <a:lnTo>
                    <a:pt x="1271" y="95"/>
                  </a:lnTo>
                  <a:lnTo>
                    <a:pt x="1273" y="95"/>
                  </a:lnTo>
                  <a:lnTo>
                    <a:pt x="1273" y="95"/>
                  </a:lnTo>
                  <a:lnTo>
                    <a:pt x="1271" y="95"/>
                  </a:lnTo>
                  <a:lnTo>
                    <a:pt x="1271" y="95"/>
                  </a:lnTo>
                  <a:lnTo>
                    <a:pt x="1266" y="95"/>
                  </a:lnTo>
                  <a:lnTo>
                    <a:pt x="1266" y="98"/>
                  </a:lnTo>
                  <a:lnTo>
                    <a:pt x="1268" y="98"/>
                  </a:lnTo>
                  <a:lnTo>
                    <a:pt x="1268" y="98"/>
                  </a:lnTo>
                  <a:lnTo>
                    <a:pt x="1261" y="98"/>
                  </a:lnTo>
                  <a:lnTo>
                    <a:pt x="1261" y="100"/>
                  </a:lnTo>
                  <a:lnTo>
                    <a:pt x="1252" y="100"/>
                  </a:lnTo>
                  <a:lnTo>
                    <a:pt x="1252" y="100"/>
                  </a:lnTo>
                  <a:lnTo>
                    <a:pt x="1249" y="100"/>
                  </a:lnTo>
                  <a:lnTo>
                    <a:pt x="1249" y="102"/>
                  </a:lnTo>
                  <a:lnTo>
                    <a:pt x="1240" y="102"/>
                  </a:lnTo>
                  <a:lnTo>
                    <a:pt x="1240" y="100"/>
                  </a:lnTo>
                  <a:lnTo>
                    <a:pt x="1226" y="100"/>
                  </a:lnTo>
                  <a:lnTo>
                    <a:pt x="1226" y="102"/>
                  </a:lnTo>
                  <a:lnTo>
                    <a:pt x="1216" y="102"/>
                  </a:lnTo>
                  <a:lnTo>
                    <a:pt x="1216" y="102"/>
                  </a:lnTo>
                  <a:lnTo>
                    <a:pt x="1176" y="102"/>
                  </a:lnTo>
                  <a:lnTo>
                    <a:pt x="1176" y="105"/>
                  </a:lnTo>
                  <a:lnTo>
                    <a:pt x="1174" y="105"/>
                  </a:lnTo>
                  <a:lnTo>
                    <a:pt x="1174" y="102"/>
                  </a:lnTo>
                  <a:lnTo>
                    <a:pt x="1171" y="102"/>
                  </a:lnTo>
                  <a:lnTo>
                    <a:pt x="1171" y="105"/>
                  </a:lnTo>
                  <a:lnTo>
                    <a:pt x="1162" y="105"/>
                  </a:lnTo>
                  <a:lnTo>
                    <a:pt x="1162" y="105"/>
                  </a:lnTo>
                  <a:lnTo>
                    <a:pt x="1152" y="105"/>
                  </a:lnTo>
                  <a:lnTo>
                    <a:pt x="1152" y="107"/>
                  </a:lnTo>
                  <a:lnTo>
                    <a:pt x="1150" y="107"/>
                  </a:lnTo>
                  <a:lnTo>
                    <a:pt x="1150" y="105"/>
                  </a:lnTo>
                  <a:lnTo>
                    <a:pt x="1140" y="105"/>
                  </a:lnTo>
                  <a:lnTo>
                    <a:pt x="1140" y="107"/>
                  </a:lnTo>
                  <a:lnTo>
                    <a:pt x="1133" y="107"/>
                  </a:lnTo>
                  <a:lnTo>
                    <a:pt x="1133" y="109"/>
                  </a:lnTo>
                  <a:lnTo>
                    <a:pt x="1138" y="109"/>
                  </a:lnTo>
                  <a:lnTo>
                    <a:pt x="1138" y="109"/>
                  </a:lnTo>
                  <a:lnTo>
                    <a:pt x="1138" y="109"/>
                  </a:lnTo>
                  <a:lnTo>
                    <a:pt x="1138" y="109"/>
                  </a:lnTo>
                  <a:lnTo>
                    <a:pt x="1140" y="109"/>
                  </a:lnTo>
                  <a:lnTo>
                    <a:pt x="1140" y="112"/>
                  </a:lnTo>
                  <a:lnTo>
                    <a:pt x="1138" y="112"/>
                  </a:lnTo>
                  <a:lnTo>
                    <a:pt x="1138" y="114"/>
                  </a:lnTo>
                  <a:lnTo>
                    <a:pt x="1143" y="114"/>
                  </a:lnTo>
                  <a:lnTo>
                    <a:pt x="1143" y="114"/>
                  </a:lnTo>
                  <a:lnTo>
                    <a:pt x="1138" y="114"/>
                  </a:lnTo>
                  <a:lnTo>
                    <a:pt x="1138" y="117"/>
                  </a:lnTo>
                  <a:lnTo>
                    <a:pt x="1143" y="117"/>
                  </a:lnTo>
                  <a:lnTo>
                    <a:pt x="1143" y="119"/>
                  </a:lnTo>
                  <a:lnTo>
                    <a:pt x="1148" y="119"/>
                  </a:lnTo>
                  <a:lnTo>
                    <a:pt x="1148" y="119"/>
                  </a:lnTo>
                  <a:lnTo>
                    <a:pt x="1150" y="119"/>
                  </a:lnTo>
                  <a:lnTo>
                    <a:pt x="1150" y="121"/>
                  </a:lnTo>
                  <a:lnTo>
                    <a:pt x="1150" y="121"/>
                  </a:lnTo>
                  <a:lnTo>
                    <a:pt x="1150" y="124"/>
                  </a:lnTo>
                  <a:lnTo>
                    <a:pt x="1150" y="124"/>
                  </a:lnTo>
                  <a:lnTo>
                    <a:pt x="1150" y="126"/>
                  </a:lnTo>
                  <a:lnTo>
                    <a:pt x="1148" y="126"/>
                  </a:lnTo>
                  <a:lnTo>
                    <a:pt x="1148" y="126"/>
                  </a:lnTo>
                  <a:lnTo>
                    <a:pt x="1145" y="126"/>
                  </a:lnTo>
                  <a:lnTo>
                    <a:pt x="1145" y="131"/>
                  </a:lnTo>
                  <a:lnTo>
                    <a:pt x="1150" y="131"/>
                  </a:lnTo>
                  <a:lnTo>
                    <a:pt x="1150" y="131"/>
                  </a:lnTo>
                  <a:lnTo>
                    <a:pt x="1148" y="131"/>
                  </a:lnTo>
                  <a:lnTo>
                    <a:pt x="1148" y="133"/>
                  </a:lnTo>
                  <a:lnTo>
                    <a:pt x="1148" y="133"/>
                  </a:lnTo>
                  <a:lnTo>
                    <a:pt x="1148" y="136"/>
                  </a:lnTo>
                  <a:lnTo>
                    <a:pt x="1148" y="136"/>
                  </a:lnTo>
                  <a:lnTo>
                    <a:pt x="1148" y="136"/>
                  </a:lnTo>
                  <a:lnTo>
                    <a:pt x="1155" y="136"/>
                  </a:lnTo>
                  <a:lnTo>
                    <a:pt x="1155" y="138"/>
                  </a:lnTo>
                  <a:lnTo>
                    <a:pt x="1164" y="138"/>
                  </a:lnTo>
                  <a:lnTo>
                    <a:pt x="1164" y="138"/>
                  </a:lnTo>
                  <a:lnTo>
                    <a:pt x="1166" y="138"/>
                  </a:lnTo>
                  <a:lnTo>
                    <a:pt x="1166" y="138"/>
                  </a:lnTo>
                  <a:lnTo>
                    <a:pt x="1166" y="138"/>
                  </a:lnTo>
                  <a:lnTo>
                    <a:pt x="1166" y="138"/>
                  </a:lnTo>
                  <a:lnTo>
                    <a:pt x="1174" y="138"/>
                  </a:lnTo>
                  <a:lnTo>
                    <a:pt x="1174" y="140"/>
                  </a:lnTo>
                  <a:lnTo>
                    <a:pt x="1181" y="140"/>
                  </a:lnTo>
                  <a:lnTo>
                    <a:pt x="1181" y="140"/>
                  </a:lnTo>
                  <a:lnTo>
                    <a:pt x="1183" y="140"/>
                  </a:lnTo>
                  <a:lnTo>
                    <a:pt x="1183" y="140"/>
                  </a:lnTo>
                  <a:lnTo>
                    <a:pt x="1183" y="140"/>
                  </a:lnTo>
                  <a:lnTo>
                    <a:pt x="1183" y="143"/>
                  </a:lnTo>
                  <a:lnTo>
                    <a:pt x="1181" y="143"/>
                  </a:lnTo>
                  <a:lnTo>
                    <a:pt x="1181" y="145"/>
                  </a:lnTo>
                  <a:lnTo>
                    <a:pt x="1185" y="145"/>
                  </a:lnTo>
                  <a:lnTo>
                    <a:pt x="1185" y="145"/>
                  </a:lnTo>
                  <a:lnTo>
                    <a:pt x="1185" y="145"/>
                  </a:lnTo>
                  <a:lnTo>
                    <a:pt x="1185" y="147"/>
                  </a:lnTo>
                  <a:lnTo>
                    <a:pt x="1188" y="147"/>
                  </a:lnTo>
                  <a:lnTo>
                    <a:pt x="1188" y="147"/>
                  </a:lnTo>
                  <a:lnTo>
                    <a:pt x="1188" y="147"/>
                  </a:lnTo>
                  <a:lnTo>
                    <a:pt x="1188" y="150"/>
                  </a:lnTo>
                  <a:lnTo>
                    <a:pt x="1190" y="150"/>
                  </a:lnTo>
                  <a:lnTo>
                    <a:pt x="1190" y="150"/>
                  </a:lnTo>
                  <a:lnTo>
                    <a:pt x="1190" y="150"/>
                  </a:lnTo>
                  <a:lnTo>
                    <a:pt x="1190" y="150"/>
                  </a:lnTo>
                  <a:lnTo>
                    <a:pt x="1195" y="150"/>
                  </a:lnTo>
                  <a:lnTo>
                    <a:pt x="1195" y="150"/>
                  </a:lnTo>
                  <a:lnTo>
                    <a:pt x="1202" y="150"/>
                  </a:lnTo>
                  <a:lnTo>
                    <a:pt x="1202" y="150"/>
                  </a:lnTo>
                  <a:lnTo>
                    <a:pt x="1204" y="150"/>
                  </a:lnTo>
                  <a:lnTo>
                    <a:pt x="1204" y="152"/>
                  </a:lnTo>
                  <a:lnTo>
                    <a:pt x="1204" y="152"/>
                  </a:lnTo>
                  <a:lnTo>
                    <a:pt x="1204" y="152"/>
                  </a:lnTo>
                  <a:lnTo>
                    <a:pt x="1204" y="152"/>
                  </a:lnTo>
                  <a:lnTo>
                    <a:pt x="1204" y="154"/>
                  </a:lnTo>
                  <a:lnTo>
                    <a:pt x="1209" y="154"/>
                  </a:lnTo>
                  <a:lnTo>
                    <a:pt x="1209" y="154"/>
                  </a:lnTo>
                  <a:lnTo>
                    <a:pt x="1209" y="154"/>
                  </a:lnTo>
                  <a:lnTo>
                    <a:pt x="1209" y="157"/>
                  </a:lnTo>
                  <a:lnTo>
                    <a:pt x="1209" y="157"/>
                  </a:lnTo>
                  <a:lnTo>
                    <a:pt x="1209" y="159"/>
                  </a:lnTo>
                  <a:lnTo>
                    <a:pt x="1204" y="159"/>
                  </a:lnTo>
                  <a:lnTo>
                    <a:pt x="1204" y="159"/>
                  </a:lnTo>
                  <a:lnTo>
                    <a:pt x="1204" y="159"/>
                  </a:lnTo>
                  <a:lnTo>
                    <a:pt x="1204" y="162"/>
                  </a:lnTo>
                  <a:lnTo>
                    <a:pt x="1204" y="162"/>
                  </a:lnTo>
                  <a:lnTo>
                    <a:pt x="1204" y="162"/>
                  </a:lnTo>
                  <a:lnTo>
                    <a:pt x="1202" y="162"/>
                  </a:lnTo>
                  <a:lnTo>
                    <a:pt x="1202" y="164"/>
                  </a:lnTo>
                  <a:lnTo>
                    <a:pt x="1200" y="164"/>
                  </a:lnTo>
                  <a:lnTo>
                    <a:pt x="1200" y="164"/>
                  </a:lnTo>
                  <a:lnTo>
                    <a:pt x="1200" y="164"/>
                  </a:lnTo>
                  <a:lnTo>
                    <a:pt x="1200" y="166"/>
                  </a:lnTo>
                  <a:lnTo>
                    <a:pt x="1200" y="166"/>
                  </a:lnTo>
                  <a:lnTo>
                    <a:pt x="1200" y="166"/>
                  </a:lnTo>
                  <a:lnTo>
                    <a:pt x="1200" y="166"/>
                  </a:lnTo>
                  <a:lnTo>
                    <a:pt x="1200" y="169"/>
                  </a:lnTo>
                  <a:lnTo>
                    <a:pt x="1200" y="169"/>
                  </a:lnTo>
                  <a:lnTo>
                    <a:pt x="1200" y="169"/>
                  </a:lnTo>
                  <a:lnTo>
                    <a:pt x="1200" y="169"/>
                  </a:lnTo>
                  <a:lnTo>
                    <a:pt x="1200" y="169"/>
                  </a:lnTo>
                  <a:lnTo>
                    <a:pt x="1202" y="169"/>
                  </a:lnTo>
                  <a:lnTo>
                    <a:pt x="1202" y="171"/>
                  </a:lnTo>
                  <a:lnTo>
                    <a:pt x="1204" y="171"/>
                  </a:lnTo>
                  <a:lnTo>
                    <a:pt x="1204" y="171"/>
                  </a:lnTo>
                  <a:lnTo>
                    <a:pt x="1204" y="171"/>
                  </a:lnTo>
                  <a:lnTo>
                    <a:pt x="1204" y="173"/>
                  </a:lnTo>
                  <a:lnTo>
                    <a:pt x="1207" y="173"/>
                  </a:lnTo>
                  <a:lnTo>
                    <a:pt x="1207" y="173"/>
                  </a:lnTo>
                  <a:lnTo>
                    <a:pt x="1207" y="173"/>
                  </a:lnTo>
                  <a:lnTo>
                    <a:pt x="1207" y="176"/>
                  </a:lnTo>
                  <a:lnTo>
                    <a:pt x="1209" y="176"/>
                  </a:lnTo>
                  <a:lnTo>
                    <a:pt x="1209" y="178"/>
                  </a:lnTo>
                  <a:lnTo>
                    <a:pt x="1209" y="178"/>
                  </a:lnTo>
                  <a:lnTo>
                    <a:pt x="1209" y="178"/>
                  </a:lnTo>
                  <a:lnTo>
                    <a:pt x="1207" y="178"/>
                  </a:lnTo>
                  <a:lnTo>
                    <a:pt x="1207" y="176"/>
                  </a:lnTo>
                  <a:lnTo>
                    <a:pt x="1204" y="176"/>
                  </a:lnTo>
                  <a:lnTo>
                    <a:pt x="1204" y="176"/>
                  </a:lnTo>
                  <a:lnTo>
                    <a:pt x="1204" y="176"/>
                  </a:lnTo>
                  <a:lnTo>
                    <a:pt x="1204" y="173"/>
                  </a:lnTo>
                  <a:lnTo>
                    <a:pt x="1202" y="173"/>
                  </a:lnTo>
                  <a:lnTo>
                    <a:pt x="1202" y="176"/>
                  </a:lnTo>
                  <a:lnTo>
                    <a:pt x="1202" y="176"/>
                  </a:lnTo>
                  <a:lnTo>
                    <a:pt x="1202" y="171"/>
                  </a:lnTo>
                  <a:lnTo>
                    <a:pt x="1200" y="171"/>
                  </a:lnTo>
                  <a:lnTo>
                    <a:pt x="1200" y="171"/>
                  </a:lnTo>
                  <a:lnTo>
                    <a:pt x="1193" y="171"/>
                  </a:lnTo>
                  <a:lnTo>
                    <a:pt x="1193" y="171"/>
                  </a:lnTo>
                  <a:lnTo>
                    <a:pt x="1190" y="171"/>
                  </a:lnTo>
                  <a:lnTo>
                    <a:pt x="1190" y="171"/>
                  </a:lnTo>
                  <a:lnTo>
                    <a:pt x="1183" y="171"/>
                  </a:lnTo>
                  <a:lnTo>
                    <a:pt x="1183" y="166"/>
                  </a:lnTo>
                  <a:lnTo>
                    <a:pt x="1181" y="166"/>
                  </a:lnTo>
                  <a:lnTo>
                    <a:pt x="1181" y="164"/>
                  </a:lnTo>
                  <a:lnTo>
                    <a:pt x="1183" y="164"/>
                  </a:lnTo>
                  <a:lnTo>
                    <a:pt x="1183" y="164"/>
                  </a:lnTo>
                  <a:lnTo>
                    <a:pt x="1188" y="164"/>
                  </a:lnTo>
                  <a:lnTo>
                    <a:pt x="1188" y="162"/>
                  </a:lnTo>
                  <a:lnTo>
                    <a:pt x="1193" y="162"/>
                  </a:lnTo>
                  <a:lnTo>
                    <a:pt x="1193" y="162"/>
                  </a:lnTo>
                  <a:lnTo>
                    <a:pt x="1197" y="162"/>
                  </a:lnTo>
                  <a:lnTo>
                    <a:pt x="1197" y="159"/>
                  </a:lnTo>
                  <a:lnTo>
                    <a:pt x="1197" y="159"/>
                  </a:lnTo>
                  <a:lnTo>
                    <a:pt x="1197" y="159"/>
                  </a:lnTo>
                  <a:lnTo>
                    <a:pt x="1197" y="159"/>
                  </a:lnTo>
                  <a:lnTo>
                    <a:pt x="1197" y="157"/>
                  </a:lnTo>
                  <a:lnTo>
                    <a:pt x="1200" y="157"/>
                  </a:lnTo>
                  <a:lnTo>
                    <a:pt x="1200" y="157"/>
                  </a:lnTo>
                  <a:lnTo>
                    <a:pt x="1202" y="157"/>
                  </a:lnTo>
                  <a:lnTo>
                    <a:pt x="1202" y="154"/>
                  </a:lnTo>
                  <a:lnTo>
                    <a:pt x="1204" y="154"/>
                  </a:lnTo>
                  <a:lnTo>
                    <a:pt x="1204" y="152"/>
                  </a:lnTo>
                  <a:lnTo>
                    <a:pt x="1202" y="152"/>
                  </a:lnTo>
                  <a:lnTo>
                    <a:pt x="1202" y="152"/>
                  </a:lnTo>
                  <a:lnTo>
                    <a:pt x="1195" y="152"/>
                  </a:lnTo>
                  <a:lnTo>
                    <a:pt x="1195" y="150"/>
                  </a:lnTo>
                  <a:lnTo>
                    <a:pt x="1190" y="150"/>
                  </a:lnTo>
                  <a:lnTo>
                    <a:pt x="1190" y="152"/>
                  </a:lnTo>
                  <a:lnTo>
                    <a:pt x="1183" y="152"/>
                  </a:lnTo>
                  <a:lnTo>
                    <a:pt x="1183" y="152"/>
                  </a:lnTo>
                  <a:lnTo>
                    <a:pt x="1166" y="152"/>
                  </a:lnTo>
                  <a:lnTo>
                    <a:pt x="1166" y="152"/>
                  </a:lnTo>
                  <a:lnTo>
                    <a:pt x="1159" y="152"/>
                  </a:lnTo>
                  <a:lnTo>
                    <a:pt x="1159" y="150"/>
                  </a:lnTo>
                  <a:lnTo>
                    <a:pt x="1159" y="150"/>
                  </a:lnTo>
                  <a:lnTo>
                    <a:pt x="1159" y="150"/>
                  </a:lnTo>
                  <a:lnTo>
                    <a:pt x="1157" y="150"/>
                  </a:lnTo>
                  <a:lnTo>
                    <a:pt x="1157" y="147"/>
                  </a:lnTo>
                  <a:lnTo>
                    <a:pt x="1155" y="147"/>
                  </a:lnTo>
                  <a:lnTo>
                    <a:pt x="1155" y="147"/>
                  </a:lnTo>
                  <a:lnTo>
                    <a:pt x="1152" y="147"/>
                  </a:lnTo>
                  <a:lnTo>
                    <a:pt x="1152" y="145"/>
                  </a:lnTo>
                  <a:lnTo>
                    <a:pt x="1148" y="145"/>
                  </a:lnTo>
                  <a:lnTo>
                    <a:pt x="1148" y="145"/>
                  </a:lnTo>
                  <a:lnTo>
                    <a:pt x="1148" y="145"/>
                  </a:lnTo>
                  <a:lnTo>
                    <a:pt x="1148" y="143"/>
                  </a:lnTo>
                  <a:lnTo>
                    <a:pt x="1145" y="143"/>
                  </a:lnTo>
                  <a:lnTo>
                    <a:pt x="1145" y="143"/>
                  </a:lnTo>
                  <a:lnTo>
                    <a:pt x="1140" y="143"/>
                  </a:lnTo>
                  <a:lnTo>
                    <a:pt x="1140" y="140"/>
                  </a:lnTo>
                  <a:lnTo>
                    <a:pt x="1136" y="140"/>
                  </a:lnTo>
                  <a:lnTo>
                    <a:pt x="1136" y="140"/>
                  </a:lnTo>
                  <a:lnTo>
                    <a:pt x="1131" y="140"/>
                  </a:lnTo>
                  <a:lnTo>
                    <a:pt x="1131" y="140"/>
                  </a:lnTo>
                  <a:lnTo>
                    <a:pt x="1126" y="140"/>
                  </a:lnTo>
                  <a:lnTo>
                    <a:pt x="1126" y="138"/>
                  </a:lnTo>
                  <a:lnTo>
                    <a:pt x="1124" y="138"/>
                  </a:lnTo>
                  <a:lnTo>
                    <a:pt x="1124" y="138"/>
                  </a:lnTo>
                  <a:lnTo>
                    <a:pt x="1122" y="138"/>
                  </a:lnTo>
                  <a:lnTo>
                    <a:pt x="1122" y="136"/>
                  </a:lnTo>
                  <a:lnTo>
                    <a:pt x="1103" y="136"/>
                  </a:lnTo>
                  <a:lnTo>
                    <a:pt x="1103" y="136"/>
                  </a:lnTo>
                  <a:lnTo>
                    <a:pt x="1098" y="136"/>
                  </a:lnTo>
                  <a:lnTo>
                    <a:pt x="1098" y="133"/>
                  </a:lnTo>
                  <a:lnTo>
                    <a:pt x="1095" y="133"/>
                  </a:lnTo>
                  <a:lnTo>
                    <a:pt x="1095" y="131"/>
                  </a:lnTo>
                  <a:lnTo>
                    <a:pt x="1093" y="131"/>
                  </a:lnTo>
                  <a:lnTo>
                    <a:pt x="1093" y="131"/>
                  </a:lnTo>
                  <a:lnTo>
                    <a:pt x="1088" y="131"/>
                  </a:lnTo>
                  <a:lnTo>
                    <a:pt x="1088" y="128"/>
                  </a:lnTo>
                  <a:lnTo>
                    <a:pt x="1079" y="128"/>
                  </a:lnTo>
                  <a:lnTo>
                    <a:pt x="1079" y="131"/>
                  </a:lnTo>
                  <a:lnTo>
                    <a:pt x="1077" y="131"/>
                  </a:lnTo>
                  <a:lnTo>
                    <a:pt x="1077" y="131"/>
                  </a:lnTo>
                  <a:lnTo>
                    <a:pt x="1074" y="131"/>
                  </a:lnTo>
                  <a:lnTo>
                    <a:pt x="1074" y="133"/>
                  </a:lnTo>
                  <a:lnTo>
                    <a:pt x="1072" y="133"/>
                  </a:lnTo>
                  <a:lnTo>
                    <a:pt x="1072" y="133"/>
                  </a:lnTo>
                  <a:lnTo>
                    <a:pt x="1072" y="133"/>
                  </a:lnTo>
                  <a:lnTo>
                    <a:pt x="1072" y="136"/>
                  </a:lnTo>
                  <a:lnTo>
                    <a:pt x="1067" y="136"/>
                  </a:lnTo>
                  <a:lnTo>
                    <a:pt x="1067" y="136"/>
                  </a:lnTo>
                  <a:lnTo>
                    <a:pt x="1065" y="136"/>
                  </a:lnTo>
                  <a:lnTo>
                    <a:pt x="1065" y="138"/>
                  </a:lnTo>
                  <a:lnTo>
                    <a:pt x="1065" y="138"/>
                  </a:lnTo>
                  <a:lnTo>
                    <a:pt x="1065" y="138"/>
                  </a:lnTo>
                  <a:lnTo>
                    <a:pt x="1065" y="138"/>
                  </a:lnTo>
                  <a:lnTo>
                    <a:pt x="1065" y="140"/>
                  </a:lnTo>
                  <a:lnTo>
                    <a:pt x="1065" y="140"/>
                  </a:lnTo>
                  <a:lnTo>
                    <a:pt x="1065" y="140"/>
                  </a:lnTo>
                  <a:lnTo>
                    <a:pt x="1065" y="140"/>
                  </a:lnTo>
                  <a:lnTo>
                    <a:pt x="1065" y="143"/>
                  </a:lnTo>
                  <a:lnTo>
                    <a:pt x="1067" y="143"/>
                  </a:lnTo>
                  <a:lnTo>
                    <a:pt x="1067" y="140"/>
                  </a:lnTo>
                  <a:lnTo>
                    <a:pt x="1069" y="140"/>
                  </a:lnTo>
                  <a:lnTo>
                    <a:pt x="1069" y="140"/>
                  </a:lnTo>
                  <a:lnTo>
                    <a:pt x="1072" y="140"/>
                  </a:lnTo>
                  <a:lnTo>
                    <a:pt x="1072" y="140"/>
                  </a:lnTo>
                  <a:lnTo>
                    <a:pt x="1074" y="140"/>
                  </a:lnTo>
                  <a:lnTo>
                    <a:pt x="1074" y="140"/>
                  </a:lnTo>
                  <a:lnTo>
                    <a:pt x="1077" y="140"/>
                  </a:lnTo>
                  <a:lnTo>
                    <a:pt x="1077" y="143"/>
                  </a:lnTo>
                  <a:lnTo>
                    <a:pt x="1077" y="143"/>
                  </a:lnTo>
                  <a:lnTo>
                    <a:pt x="1077" y="145"/>
                  </a:lnTo>
                  <a:lnTo>
                    <a:pt x="1084" y="145"/>
                  </a:lnTo>
                  <a:lnTo>
                    <a:pt x="1084" y="143"/>
                  </a:lnTo>
                  <a:lnTo>
                    <a:pt x="1091" y="143"/>
                  </a:lnTo>
                  <a:lnTo>
                    <a:pt x="1091" y="145"/>
                  </a:lnTo>
                  <a:lnTo>
                    <a:pt x="1091" y="145"/>
                  </a:lnTo>
                  <a:lnTo>
                    <a:pt x="1091" y="145"/>
                  </a:lnTo>
                  <a:lnTo>
                    <a:pt x="1093" y="145"/>
                  </a:lnTo>
                  <a:lnTo>
                    <a:pt x="1093" y="147"/>
                  </a:lnTo>
                  <a:lnTo>
                    <a:pt x="1091" y="147"/>
                  </a:lnTo>
                  <a:lnTo>
                    <a:pt x="1091" y="150"/>
                  </a:lnTo>
                  <a:lnTo>
                    <a:pt x="1086" y="150"/>
                  </a:lnTo>
                  <a:lnTo>
                    <a:pt x="1086" y="150"/>
                  </a:lnTo>
                  <a:lnTo>
                    <a:pt x="1079" y="150"/>
                  </a:lnTo>
                  <a:lnTo>
                    <a:pt x="1079" y="150"/>
                  </a:lnTo>
                  <a:lnTo>
                    <a:pt x="1077" y="150"/>
                  </a:lnTo>
                  <a:lnTo>
                    <a:pt x="1077" y="147"/>
                  </a:lnTo>
                  <a:lnTo>
                    <a:pt x="1074" y="147"/>
                  </a:lnTo>
                  <a:lnTo>
                    <a:pt x="1074" y="147"/>
                  </a:lnTo>
                  <a:lnTo>
                    <a:pt x="1072" y="147"/>
                  </a:lnTo>
                  <a:lnTo>
                    <a:pt x="1072" y="145"/>
                  </a:lnTo>
                  <a:lnTo>
                    <a:pt x="1067" y="145"/>
                  </a:lnTo>
                  <a:lnTo>
                    <a:pt x="1067" y="145"/>
                  </a:lnTo>
                  <a:lnTo>
                    <a:pt x="1067" y="145"/>
                  </a:lnTo>
                  <a:lnTo>
                    <a:pt x="1067" y="143"/>
                  </a:lnTo>
                  <a:lnTo>
                    <a:pt x="1060" y="143"/>
                  </a:lnTo>
                  <a:lnTo>
                    <a:pt x="1060" y="145"/>
                  </a:lnTo>
                  <a:lnTo>
                    <a:pt x="1053" y="145"/>
                  </a:lnTo>
                  <a:lnTo>
                    <a:pt x="1053" y="145"/>
                  </a:lnTo>
                  <a:lnTo>
                    <a:pt x="1051" y="145"/>
                  </a:lnTo>
                  <a:lnTo>
                    <a:pt x="1051" y="147"/>
                  </a:lnTo>
                  <a:lnTo>
                    <a:pt x="1051" y="147"/>
                  </a:lnTo>
                  <a:lnTo>
                    <a:pt x="1051" y="147"/>
                  </a:lnTo>
                  <a:lnTo>
                    <a:pt x="1046" y="147"/>
                  </a:lnTo>
                  <a:lnTo>
                    <a:pt x="1046" y="150"/>
                  </a:lnTo>
                  <a:lnTo>
                    <a:pt x="1046" y="150"/>
                  </a:lnTo>
                  <a:lnTo>
                    <a:pt x="1046" y="150"/>
                  </a:lnTo>
                  <a:lnTo>
                    <a:pt x="1048" y="150"/>
                  </a:lnTo>
                  <a:lnTo>
                    <a:pt x="1048" y="150"/>
                  </a:lnTo>
                  <a:lnTo>
                    <a:pt x="1048" y="150"/>
                  </a:lnTo>
                  <a:lnTo>
                    <a:pt x="1048" y="152"/>
                  </a:lnTo>
                  <a:lnTo>
                    <a:pt x="1051" y="152"/>
                  </a:lnTo>
                  <a:lnTo>
                    <a:pt x="1051" y="154"/>
                  </a:lnTo>
                  <a:lnTo>
                    <a:pt x="1051" y="154"/>
                  </a:lnTo>
                  <a:lnTo>
                    <a:pt x="1051" y="154"/>
                  </a:lnTo>
                  <a:lnTo>
                    <a:pt x="1053" y="154"/>
                  </a:lnTo>
                  <a:lnTo>
                    <a:pt x="1053" y="157"/>
                  </a:lnTo>
                  <a:lnTo>
                    <a:pt x="1055" y="157"/>
                  </a:lnTo>
                  <a:lnTo>
                    <a:pt x="1055" y="159"/>
                  </a:lnTo>
                  <a:lnTo>
                    <a:pt x="1058" y="159"/>
                  </a:lnTo>
                  <a:lnTo>
                    <a:pt x="1058" y="159"/>
                  </a:lnTo>
                  <a:lnTo>
                    <a:pt x="1060" y="159"/>
                  </a:lnTo>
                  <a:lnTo>
                    <a:pt x="1060" y="159"/>
                  </a:lnTo>
                  <a:lnTo>
                    <a:pt x="1065" y="159"/>
                  </a:lnTo>
                  <a:lnTo>
                    <a:pt x="1065" y="162"/>
                  </a:lnTo>
                  <a:lnTo>
                    <a:pt x="1072" y="162"/>
                  </a:lnTo>
                  <a:lnTo>
                    <a:pt x="1072" y="162"/>
                  </a:lnTo>
                  <a:lnTo>
                    <a:pt x="1072" y="162"/>
                  </a:lnTo>
                  <a:lnTo>
                    <a:pt x="1072" y="164"/>
                  </a:lnTo>
                  <a:lnTo>
                    <a:pt x="1077" y="164"/>
                  </a:lnTo>
                  <a:lnTo>
                    <a:pt x="1077" y="164"/>
                  </a:lnTo>
                  <a:lnTo>
                    <a:pt x="1084" y="164"/>
                  </a:lnTo>
                  <a:lnTo>
                    <a:pt x="1084" y="164"/>
                  </a:lnTo>
                  <a:lnTo>
                    <a:pt x="1086" y="164"/>
                  </a:lnTo>
                  <a:lnTo>
                    <a:pt x="1086" y="166"/>
                  </a:lnTo>
                  <a:lnTo>
                    <a:pt x="1088" y="166"/>
                  </a:lnTo>
                  <a:lnTo>
                    <a:pt x="1088" y="164"/>
                  </a:lnTo>
                  <a:lnTo>
                    <a:pt x="1091" y="164"/>
                  </a:lnTo>
                  <a:lnTo>
                    <a:pt x="1091" y="166"/>
                  </a:lnTo>
                  <a:lnTo>
                    <a:pt x="1093" y="166"/>
                  </a:lnTo>
                  <a:lnTo>
                    <a:pt x="1093" y="166"/>
                  </a:lnTo>
                  <a:lnTo>
                    <a:pt x="1093" y="166"/>
                  </a:lnTo>
                  <a:lnTo>
                    <a:pt x="1093" y="169"/>
                  </a:lnTo>
                  <a:lnTo>
                    <a:pt x="1095" y="169"/>
                  </a:lnTo>
                  <a:lnTo>
                    <a:pt x="1095" y="171"/>
                  </a:lnTo>
                  <a:lnTo>
                    <a:pt x="1098" y="171"/>
                  </a:lnTo>
                  <a:lnTo>
                    <a:pt x="1098" y="171"/>
                  </a:lnTo>
                  <a:lnTo>
                    <a:pt x="1098" y="171"/>
                  </a:lnTo>
                  <a:lnTo>
                    <a:pt x="1098" y="173"/>
                  </a:lnTo>
                  <a:lnTo>
                    <a:pt x="1093" y="173"/>
                  </a:lnTo>
                  <a:lnTo>
                    <a:pt x="1093" y="171"/>
                  </a:lnTo>
                  <a:lnTo>
                    <a:pt x="1088" y="171"/>
                  </a:lnTo>
                  <a:lnTo>
                    <a:pt x="1088" y="171"/>
                  </a:lnTo>
                  <a:lnTo>
                    <a:pt x="1086" y="171"/>
                  </a:lnTo>
                  <a:lnTo>
                    <a:pt x="1086" y="169"/>
                  </a:lnTo>
                  <a:lnTo>
                    <a:pt x="1086" y="169"/>
                  </a:lnTo>
                  <a:lnTo>
                    <a:pt x="1086" y="169"/>
                  </a:lnTo>
                  <a:lnTo>
                    <a:pt x="1081" y="169"/>
                  </a:lnTo>
                  <a:lnTo>
                    <a:pt x="1081" y="166"/>
                  </a:lnTo>
                  <a:lnTo>
                    <a:pt x="1060" y="166"/>
                  </a:lnTo>
                  <a:lnTo>
                    <a:pt x="1060" y="166"/>
                  </a:lnTo>
                  <a:lnTo>
                    <a:pt x="1058" y="166"/>
                  </a:lnTo>
                  <a:lnTo>
                    <a:pt x="1058" y="166"/>
                  </a:lnTo>
                  <a:lnTo>
                    <a:pt x="1058" y="166"/>
                  </a:lnTo>
                  <a:lnTo>
                    <a:pt x="1058" y="166"/>
                  </a:lnTo>
                  <a:lnTo>
                    <a:pt x="1043" y="166"/>
                  </a:lnTo>
                  <a:lnTo>
                    <a:pt x="1043" y="164"/>
                  </a:lnTo>
                  <a:lnTo>
                    <a:pt x="1039" y="164"/>
                  </a:lnTo>
                  <a:lnTo>
                    <a:pt x="1039" y="164"/>
                  </a:lnTo>
                  <a:lnTo>
                    <a:pt x="1034" y="164"/>
                  </a:lnTo>
                  <a:lnTo>
                    <a:pt x="1034" y="162"/>
                  </a:lnTo>
                  <a:lnTo>
                    <a:pt x="1032" y="162"/>
                  </a:lnTo>
                  <a:lnTo>
                    <a:pt x="1032" y="162"/>
                  </a:lnTo>
                  <a:lnTo>
                    <a:pt x="1029" y="162"/>
                  </a:lnTo>
                  <a:lnTo>
                    <a:pt x="1029" y="159"/>
                  </a:lnTo>
                  <a:lnTo>
                    <a:pt x="1034" y="159"/>
                  </a:lnTo>
                  <a:lnTo>
                    <a:pt x="1034" y="159"/>
                  </a:lnTo>
                  <a:lnTo>
                    <a:pt x="1034" y="159"/>
                  </a:lnTo>
                  <a:lnTo>
                    <a:pt x="1034" y="159"/>
                  </a:lnTo>
                  <a:lnTo>
                    <a:pt x="1036" y="159"/>
                  </a:lnTo>
                  <a:lnTo>
                    <a:pt x="1036" y="154"/>
                  </a:lnTo>
                  <a:lnTo>
                    <a:pt x="1034" y="154"/>
                  </a:lnTo>
                  <a:lnTo>
                    <a:pt x="1034" y="152"/>
                  </a:lnTo>
                  <a:lnTo>
                    <a:pt x="1032" y="152"/>
                  </a:lnTo>
                  <a:lnTo>
                    <a:pt x="1032" y="152"/>
                  </a:lnTo>
                  <a:lnTo>
                    <a:pt x="1029" y="152"/>
                  </a:lnTo>
                  <a:lnTo>
                    <a:pt x="1029" y="150"/>
                  </a:lnTo>
                  <a:lnTo>
                    <a:pt x="1032" y="150"/>
                  </a:lnTo>
                  <a:lnTo>
                    <a:pt x="1032" y="147"/>
                  </a:lnTo>
                  <a:lnTo>
                    <a:pt x="1034" y="147"/>
                  </a:lnTo>
                  <a:lnTo>
                    <a:pt x="1034" y="147"/>
                  </a:lnTo>
                  <a:lnTo>
                    <a:pt x="1034" y="147"/>
                  </a:lnTo>
                  <a:lnTo>
                    <a:pt x="1034" y="145"/>
                  </a:lnTo>
                  <a:lnTo>
                    <a:pt x="1034" y="145"/>
                  </a:lnTo>
                  <a:lnTo>
                    <a:pt x="1034" y="145"/>
                  </a:lnTo>
                  <a:lnTo>
                    <a:pt x="1034" y="145"/>
                  </a:lnTo>
                  <a:lnTo>
                    <a:pt x="1034" y="143"/>
                  </a:lnTo>
                  <a:lnTo>
                    <a:pt x="1036" y="143"/>
                  </a:lnTo>
                  <a:lnTo>
                    <a:pt x="1036" y="140"/>
                  </a:lnTo>
                  <a:lnTo>
                    <a:pt x="1036" y="140"/>
                  </a:lnTo>
                  <a:lnTo>
                    <a:pt x="1036" y="140"/>
                  </a:lnTo>
                  <a:lnTo>
                    <a:pt x="1039" y="140"/>
                  </a:lnTo>
                  <a:lnTo>
                    <a:pt x="1039" y="140"/>
                  </a:lnTo>
                  <a:lnTo>
                    <a:pt x="1039" y="140"/>
                  </a:lnTo>
                  <a:lnTo>
                    <a:pt x="1039" y="138"/>
                  </a:lnTo>
                  <a:lnTo>
                    <a:pt x="1039" y="138"/>
                  </a:lnTo>
                  <a:lnTo>
                    <a:pt x="1039" y="136"/>
                  </a:lnTo>
                  <a:lnTo>
                    <a:pt x="1036" y="136"/>
                  </a:lnTo>
                  <a:lnTo>
                    <a:pt x="1036" y="133"/>
                  </a:lnTo>
                  <a:lnTo>
                    <a:pt x="1039" y="133"/>
                  </a:lnTo>
                  <a:lnTo>
                    <a:pt x="1039" y="131"/>
                  </a:lnTo>
                  <a:lnTo>
                    <a:pt x="1039" y="131"/>
                  </a:lnTo>
                  <a:lnTo>
                    <a:pt x="1039" y="131"/>
                  </a:lnTo>
                  <a:lnTo>
                    <a:pt x="1036" y="131"/>
                  </a:lnTo>
                  <a:lnTo>
                    <a:pt x="1036" y="128"/>
                  </a:lnTo>
                  <a:lnTo>
                    <a:pt x="1034" y="128"/>
                  </a:lnTo>
                  <a:lnTo>
                    <a:pt x="1034" y="128"/>
                  </a:lnTo>
                  <a:lnTo>
                    <a:pt x="1032" y="128"/>
                  </a:lnTo>
                  <a:lnTo>
                    <a:pt x="1032" y="128"/>
                  </a:lnTo>
                  <a:lnTo>
                    <a:pt x="1036" y="128"/>
                  </a:lnTo>
                  <a:lnTo>
                    <a:pt x="1036" y="126"/>
                  </a:lnTo>
                  <a:lnTo>
                    <a:pt x="1034" y="126"/>
                  </a:lnTo>
                  <a:lnTo>
                    <a:pt x="1034" y="126"/>
                  </a:lnTo>
                  <a:lnTo>
                    <a:pt x="1032" y="126"/>
                  </a:lnTo>
                  <a:lnTo>
                    <a:pt x="1032" y="124"/>
                  </a:lnTo>
                  <a:lnTo>
                    <a:pt x="1027" y="124"/>
                  </a:lnTo>
                  <a:lnTo>
                    <a:pt x="1027" y="124"/>
                  </a:lnTo>
                  <a:lnTo>
                    <a:pt x="1020" y="124"/>
                  </a:lnTo>
                  <a:lnTo>
                    <a:pt x="1020" y="121"/>
                  </a:lnTo>
                  <a:lnTo>
                    <a:pt x="1017" y="121"/>
                  </a:lnTo>
                  <a:lnTo>
                    <a:pt x="1017" y="119"/>
                  </a:lnTo>
                  <a:lnTo>
                    <a:pt x="1022" y="119"/>
                  </a:lnTo>
                  <a:lnTo>
                    <a:pt x="1022" y="119"/>
                  </a:lnTo>
                  <a:lnTo>
                    <a:pt x="1022" y="119"/>
                  </a:lnTo>
                  <a:lnTo>
                    <a:pt x="1022" y="119"/>
                  </a:lnTo>
                  <a:lnTo>
                    <a:pt x="1020" y="119"/>
                  </a:lnTo>
                  <a:lnTo>
                    <a:pt x="1020" y="117"/>
                  </a:lnTo>
                  <a:lnTo>
                    <a:pt x="1006" y="117"/>
                  </a:lnTo>
                  <a:lnTo>
                    <a:pt x="1006" y="119"/>
                  </a:lnTo>
                  <a:lnTo>
                    <a:pt x="1006" y="119"/>
                  </a:lnTo>
                  <a:lnTo>
                    <a:pt x="1006" y="119"/>
                  </a:lnTo>
                  <a:lnTo>
                    <a:pt x="1006" y="119"/>
                  </a:lnTo>
                  <a:lnTo>
                    <a:pt x="1006" y="119"/>
                  </a:lnTo>
                  <a:lnTo>
                    <a:pt x="1003" y="119"/>
                  </a:lnTo>
                  <a:lnTo>
                    <a:pt x="1003" y="121"/>
                  </a:lnTo>
                  <a:lnTo>
                    <a:pt x="1006" y="121"/>
                  </a:lnTo>
                  <a:lnTo>
                    <a:pt x="1006" y="121"/>
                  </a:lnTo>
                  <a:lnTo>
                    <a:pt x="1008" y="121"/>
                  </a:lnTo>
                  <a:lnTo>
                    <a:pt x="1008" y="124"/>
                  </a:lnTo>
                  <a:lnTo>
                    <a:pt x="1013" y="124"/>
                  </a:lnTo>
                  <a:lnTo>
                    <a:pt x="1013" y="124"/>
                  </a:lnTo>
                  <a:lnTo>
                    <a:pt x="1020" y="124"/>
                  </a:lnTo>
                  <a:lnTo>
                    <a:pt x="1020" y="126"/>
                  </a:lnTo>
                  <a:lnTo>
                    <a:pt x="1020" y="126"/>
                  </a:lnTo>
                  <a:lnTo>
                    <a:pt x="1020" y="128"/>
                  </a:lnTo>
                  <a:lnTo>
                    <a:pt x="1022" y="128"/>
                  </a:lnTo>
                  <a:lnTo>
                    <a:pt x="1022" y="128"/>
                  </a:lnTo>
                  <a:lnTo>
                    <a:pt x="1022" y="128"/>
                  </a:lnTo>
                  <a:lnTo>
                    <a:pt x="1022" y="128"/>
                  </a:lnTo>
                  <a:lnTo>
                    <a:pt x="1024" y="128"/>
                  </a:lnTo>
                  <a:lnTo>
                    <a:pt x="1024" y="131"/>
                  </a:lnTo>
                  <a:lnTo>
                    <a:pt x="1024" y="131"/>
                  </a:lnTo>
                  <a:lnTo>
                    <a:pt x="1024" y="133"/>
                  </a:lnTo>
                  <a:lnTo>
                    <a:pt x="1024" y="133"/>
                  </a:lnTo>
                  <a:lnTo>
                    <a:pt x="1024" y="140"/>
                  </a:lnTo>
                  <a:lnTo>
                    <a:pt x="1024" y="140"/>
                  </a:lnTo>
                  <a:lnTo>
                    <a:pt x="1024" y="140"/>
                  </a:lnTo>
                  <a:lnTo>
                    <a:pt x="1024" y="140"/>
                  </a:lnTo>
                  <a:lnTo>
                    <a:pt x="1024" y="140"/>
                  </a:lnTo>
                  <a:lnTo>
                    <a:pt x="1022" y="140"/>
                  </a:lnTo>
                  <a:lnTo>
                    <a:pt x="1022" y="143"/>
                  </a:lnTo>
                  <a:lnTo>
                    <a:pt x="1020" y="143"/>
                  </a:lnTo>
                  <a:lnTo>
                    <a:pt x="1020" y="143"/>
                  </a:lnTo>
                  <a:lnTo>
                    <a:pt x="1017" y="143"/>
                  </a:lnTo>
                  <a:lnTo>
                    <a:pt x="1017" y="145"/>
                  </a:lnTo>
                  <a:lnTo>
                    <a:pt x="1015" y="145"/>
                  </a:lnTo>
                  <a:lnTo>
                    <a:pt x="1015" y="145"/>
                  </a:lnTo>
                  <a:lnTo>
                    <a:pt x="1010" y="145"/>
                  </a:lnTo>
                  <a:lnTo>
                    <a:pt x="1010" y="147"/>
                  </a:lnTo>
                  <a:lnTo>
                    <a:pt x="1006" y="147"/>
                  </a:lnTo>
                  <a:lnTo>
                    <a:pt x="1006" y="147"/>
                  </a:lnTo>
                  <a:lnTo>
                    <a:pt x="1001" y="147"/>
                  </a:lnTo>
                  <a:lnTo>
                    <a:pt x="1001" y="150"/>
                  </a:lnTo>
                  <a:lnTo>
                    <a:pt x="996" y="150"/>
                  </a:lnTo>
                  <a:lnTo>
                    <a:pt x="996" y="150"/>
                  </a:lnTo>
                  <a:lnTo>
                    <a:pt x="991" y="150"/>
                  </a:lnTo>
                  <a:lnTo>
                    <a:pt x="991" y="150"/>
                  </a:lnTo>
                  <a:lnTo>
                    <a:pt x="991" y="150"/>
                  </a:lnTo>
                  <a:lnTo>
                    <a:pt x="991" y="152"/>
                  </a:lnTo>
                  <a:lnTo>
                    <a:pt x="991" y="152"/>
                  </a:lnTo>
                  <a:lnTo>
                    <a:pt x="991" y="154"/>
                  </a:lnTo>
                  <a:lnTo>
                    <a:pt x="991" y="154"/>
                  </a:lnTo>
                  <a:lnTo>
                    <a:pt x="991" y="154"/>
                  </a:lnTo>
                  <a:lnTo>
                    <a:pt x="989" y="154"/>
                  </a:lnTo>
                  <a:lnTo>
                    <a:pt x="989" y="157"/>
                  </a:lnTo>
                  <a:lnTo>
                    <a:pt x="987" y="157"/>
                  </a:lnTo>
                  <a:lnTo>
                    <a:pt x="987" y="157"/>
                  </a:lnTo>
                  <a:lnTo>
                    <a:pt x="984" y="157"/>
                  </a:lnTo>
                  <a:lnTo>
                    <a:pt x="984" y="159"/>
                  </a:lnTo>
                  <a:lnTo>
                    <a:pt x="982" y="159"/>
                  </a:lnTo>
                  <a:lnTo>
                    <a:pt x="982" y="159"/>
                  </a:lnTo>
                  <a:lnTo>
                    <a:pt x="982" y="159"/>
                  </a:lnTo>
                  <a:lnTo>
                    <a:pt x="982" y="159"/>
                  </a:lnTo>
                  <a:lnTo>
                    <a:pt x="979" y="159"/>
                  </a:lnTo>
                  <a:lnTo>
                    <a:pt x="979" y="162"/>
                  </a:lnTo>
                  <a:lnTo>
                    <a:pt x="982" y="162"/>
                  </a:lnTo>
                  <a:lnTo>
                    <a:pt x="982" y="162"/>
                  </a:lnTo>
                  <a:lnTo>
                    <a:pt x="987" y="162"/>
                  </a:lnTo>
                  <a:lnTo>
                    <a:pt x="987" y="164"/>
                  </a:lnTo>
                  <a:lnTo>
                    <a:pt x="989" y="164"/>
                  </a:lnTo>
                  <a:lnTo>
                    <a:pt x="989" y="164"/>
                  </a:lnTo>
                  <a:lnTo>
                    <a:pt x="991" y="164"/>
                  </a:lnTo>
                  <a:lnTo>
                    <a:pt x="991" y="166"/>
                  </a:lnTo>
                  <a:lnTo>
                    <a:pt x="994" y="166"/>
                  </a:lnTo>
                  <a:lnTo>
                    <a:pt x="994" y="166"/>
                  </a:lnTo>
                  <a:lnTo>
                    <a:pt x="994" y="166"/>
                  </a:lnTo>
                  <a:lnTo>
                    <a:pt x="994" y="169"/>
                  </a:lnTo>
                  <a:lnTo>
                    <a:pt x="996" y="169"/>
                  </a:lnTo>
                  <a:lnTo>
                    <a:pt x="996" y="169"/>
                  </a:lnTo>
                  <a:lnTo>
                    <a:pt x="996" y="169"/>
                  </a:lnTo>
                  <a:lnTo>
                    <a:pt x="996" y="169"/>
                  </a:lnTo>
                  <a:lnTo>
                    <a:pt x="996" y="169"/>
                  </a:lnTo>
                  <a:lnTo>
                    <a:pt x="996" y="171"/>
                  </a:lnTo>
                  <a:lnTo>
                    <a:pt x="998" y="171"/>
                  </a:lnTo>
                  <a:lnTo>
                    <a:pt x="998" y="171"/>
                  </a:lnTo>
                  <a:lnTo>
                    <a:pt x="1001" y="171"/>
                  </a:lnTo>
                  <a:lnTo>
                    <a:pt x="1001" y="176"/>
                  </a:lnTo>
                  <a:lnTo>
                    <a:pt x="1001" y="176"/>
                  </a:lnTo>
                  <a:lnTo>
                    <a:pt x="1001" y="176"/>
                  </a:lnTo>
                  <a:lnTo>
                    <a:pt x="1003" y="176"/>
                  </a:lnTo>
                  <a:lnTo>
                    <a:pt x="1003" y="178"/>
                  </a:lnTo>
                  <a:lnTo>
                    <a:pt x="1006" y="178"/>
                  </a:lnTo>
                  <a:lnTo>
                    <a:pt x="1006" y="178"/>
                  </a:lnTo>
                  <a:lnTo>
                    <a:pt x="1006" y="178"/>
                  </a:lnTo>
                  <a:lnTo>
                    <a:pt x="1006" y="178"/>
                  </a:lnTo>
                  <a:lnTo>
                    <a:pt x="1008" y="178"/>
                  </a:lnTo>
                  <a:lnTo>
                    <a:pt x="1008" y="181"/>
                  </a:lnTo>
                  <a:lnTo>
                    <a:pt x="1010" y="181"/>
                  </a:lnTo>
                  <a:lnTo>
                    <a:pt x="1010" y="183"/>
                  </a:lnTo>
                  <a:lnTo>
                    <a:pt x="1008" y="183"/>
                  </a:lnTo>
                  <a:lnTo>
                    <a:pt x="1008" y="185"/>
                  </a:lnTo>
                  <a:lnTo>
                    <a:pt x="1008" y="185"/>
                  </a:lnTo>
                  <a:lnTo>
                    <a:pt x="1008" y="185"/>
                  </a:lnTo>
                  <a:lnTo>
                    <a:pt x="1006" y="185"/>
                  </a:lnTo>
                  <a:lnTo>
                    <a:pt x="1006" y="188"/>
                  </a:lnTo>
                  <a:lnTo>
                    <a:pt x="1006" y="188"/>
                  </a:lnTo>
                  <a:lnTo>
                    <a:pt x="1006" y="188"/>
                  </a:lnTo>
                  <a:lnTo>
                    <a:pt x="1003" y="188"/>
                  </a:lnTo>
                  <a:lnTo>
                    <a:pt x="1003" y="188"/>
                  </a:lnTo>
                  <a:lnTo>
                    <a:pt x="1001" y="188"/>
                  </a:lnTo>
                  <a:lnTo>
                    <a:pt x="1001" y="190"/>
                  </a:lnTo>
                  <a:lnTo>
                    <a:pt x="998" y="190"/>
                  </a:lnTo>
                  <a:lnTo>
                    <a:pt x="998" y="190"/>
                  </a:lnTo>
                  <a:lnTo>
                    <a:pt x="998" y="190"/>
                  </a:lnTo>
                  <a:lnTo>
                    <a:pt x="998" y="192"/>
                  </a:lnTo>
                  <a:lnTo>
                    <a:pt x="996" y="192"/>
                  </a:lnTo>
                  <a:lnTo>
                    <a:pt x="996" y="192"/>
                  </a:lnTo>
                  <a:lnTo>
                    <a:pt x="996" y="192"/>
                  </a:lnTo>
                  <a:lnTo>
                    <a:pt x="996" y="195"/>
                  </a:lnTo>
                  <a:lnTo>
                    <a:pt x="998" y="195"/>
                  </a:lnTo>
                  <a:lnTo>
                    <a:pt x="998" y="197"/>
                  </a:lnTo>
                  <a:lnTo>
                    <a:pt x="996" y="197"/>
                  </a:lnTo>
                  <a:lnTo>
                    <a:pt x="996" y="200"/>
                  </a:lnTo>
                  <a:lnTo>
                    <a:pt x="996" y="200"/>
                  </a:lnTo>
                  <a:lnTo>
                    <a:pt x="996" y="200"/>
                  </a:lnTo>
                  <a:lnTo>
                    <a:pt x="996" y="200"/>
                  </a:lnTo>
                  <a:lnTo>
                    <a:pt x="996" y="200"/>
                  </a:lnTo>
                  <a:lnTo>
                    <a:pt x="994" y="200"/>
                  </a:lnTo>
                  <a:lnTo>
                    <a:pt x="994" y="202"/>
                  </a:lnTo>
                  <a:lnTo>
                    <a:pt x="991" y="202"/>
                  </a:lnTo>
                  <a:lnTo>
                    <a:pt x="991" y="204"/>
                  </a:lnTo>
                  <a:lnTo>
                    <a:pt x="994" y="204"/>
                  </a:lnTo>
                  <a:lnTo>
                    <a:pt x="994" y="207"/>
                  </a:lnTo>
                  <a:lnTo>
                    <a:pt x="994" y="207"/>
                  </a:lnTo>
                  <a:lnTo>
                    <a:pt x="994" y="207"/>
                  </a:lnTo>
                  <a:lnTo>
                    <a:pt x="996" y="207"/>
                  </a:lnTo>
                  <a:lnTo>
                    <a:pt x="996" y="209"/>
                  </a:lnTo>
                  <a:lnTo>
                    <a:pt x="998" y="209"/>
                  </a:lnTo>
                  <a:lnTo>
                    <a:pt x="998" y="209"/>
                  </a:lnTo>
                  <a:lnTo>
                    <a:pt x="998" y="209"/>
                  </a:lnTo>
                  <a:lnTo>
                    <a:pt x="998" y="209"/>
                  </a:lnTo>
                  <a:lnTo>
                    <a:pt x="1001" y="209"/>
                  </a:lnTo>
                  <a:lnTo>
                    <a:pt x="1001" y="214"/>
                  </a:lnTo>
                  <a:lnTo>
                    <a:pt x="998" y="214"/>
                  </a:lnTo>
                  <a:lnTo>
                    <a:pt x="998" y="214"/>
                  </a:lnTo>
                  <a:lnTo>
                    <a:pt x="998" y="214"/>
                  </a:lnTo>
                  <a:lnTo>
                    <a:pt x="998" y="216"/>
                  </a:lnTo>
                  <a:lnTo>
                    <a:pt x="998" y="216"/>
                  </a:lnTo>
                  <a:lnTo>
                    <a:pt x="998" y="218"/>
                  </a:lnTo>
                  <a:lnTo>
                    <a:pt x="998" y="218"/>
                  </a:lnTo>
                  <a:lnTo>
                    <a:pt x="998" y="218"/>
                  </a:lnTo>
                  <a:lnTo>
                    <a:pt x="998" y="218"/>
                  </a:lnTo>
                  <a:lnTo>
                    <a:pt x="998" y="218"/>
                  </a:lnTo>
                  <a:lnTo>
                    <a:pt x="1003" y="218"/>
                  </a:lnTo>
                  <a:lnTo>
                    <a:pt x="1003" y="221"/>
                  </a:lnTo>
                  <a:lnTo>
                    <a:pt x="1003" y="221"/>
                  </a:lnTo>
                  <a:lnTo>
                    <a:pt x="1003" y="218"/>
                  </a:lnTo>
                  <a:lnTo>
                    <a:pt x="1008" y="218"/>
                  </a:lnTo>
                  <a:lnTo>
                    <a:pt x="1008" y="218"/>
                  </a:lnTo>
                  <a:lnTo>
                    <a:pt x="1017" y="218"/>
                  </a:lnTo>
                  <a:lnTo>
                    <a:pt x="1017" y="218"/>
                  </a:lnTo>
                  <a:lnTo>
                    <a:pt x="1029" y="218"/>
                  </a:lnTo>
                  <a:lnTo>
                    <a:pt x="1029" y="218"/>
                  </a:lnTo>
                  <a:lnTo>
                    <a:pt x="1032" y="218"/>
                  </a:lnTo>
                  <a:lnTo>
                    <a:pt x="1032" y="216"/>
                  </a:lnTo>
                  <a:lnTo>
                    <a:pt x="1034" y="216"/>
                  </a:lnTo>
                  <a:lnTo>
                    <a:pt x="1034" y="216"/>
                  </a:lnTo>
                  <a:lnTo>
                    <a:pt x="1046" y="216"/>
                  </a:lnTo>
                  <a:lnTo>
                    <a:pt x="1046" y="216"/>
                  </a:lnTo>
                  <a:lnTo>
                    <a:pt x="1051" y="216"/>
                  </a:lnTo>
                  <a:lnTo>
                    <a:pt x="1051" y="218"/>
                  </a:lnTo>
                  <a:lnTo>
                    <a:pt x="1053" y="218"/>
                  </a:lnTo>
                  <a:lnTo>
                    <a:pt x="1053" y="218"/>
                  </a:lnTo>
                  <a:lnTo>
                    <a:pt x="1060" y="218"/>
                  </a:lnTo>
                  <a:lnTo>
                    <a:pt x="1060" y="218"/>
                  </a:lnTo>
                  <a:lnTo>
                    <a:pt x="1062" y="218"/>
                  </a:lnTo>
                  <a:lnTo>
                    <a:pt x="1062" y="221"/>
                  </a:lnTo>
                  <a:lnTo>
                    <a:pt x="1065" y="221"/>
                  </a:lnTo>
                  <a:lnTo>
                    <a:pt x="1065" y="221"/>
                  </a:lnTo>
                  <a:lnTo>
                    <a:pt x="1069" y="221"/>
                  </a:lnTo>
                  <a:lnTo>
                    <a:pt x="1069" y="223"/>
                  </a:lnTo>
                  <a:lnTo>
                    <a:pt x="1072" y="223"/>
                  </a:lnTo>
                  <a:lnTo>
                    <a:pt x="1072" y="223"/>
                  </a:lnTo>
                  <a:lnTo>
                    <a:pt x="1079" y="223"/>
                  </a:lnTo>
                  <a:lnTo>
                    <a:pt x="1079" y="226"/>
                  </a:lnTo>
                  <a:lnTo>
                    <a:pt x="1081" y="226"/>
                  </a:lnTo>
                  <a:lnTo>
                    <a:pt x="1081" y="228"/>
                  </a:lnTo>
                  <a:lnTo>
                    <a:pt x="1081" y="228"/>
                  </a:lnTo>
                  <a:lnTo>
                    <a:pt x="1081" y="228"/>
                  </a:lnTo>
                  <a:lnTo>
                    <a:pt x="1084" y="228"/>
                  </a:lnTo>
                  <a:lnTo>
                    <a:pt x="1084" y="233"/>
                  </a:lnTo>
                  <a:lnTo>
                    <a:pt x="1084" y="233"/>
                  </a:lnTo>
                  <a:lnTo>
                    <a:pt x="1084" y="235"/>
                  </a:lnTo>
                  <a:lnTo>
                    <a:pt x="1086" y="235"/>
                  </a:lnTo>
                  <a:lnTo>
                    <a:pt x="1086" y="237"/>
                  </a:lnTo>
                  <a:lnTo>
                    <a:pt x="1086" y="237"/>
                  </a:lnTo>
                  <a:lnTo>
                    <a:pt x="1086" y="237"/>
                  </a:lnTo>
                  <a:lnTo>
                    <a:pt x="1088" y="237"/>
                  </a:lnTo>
                  <a:lnTo>
                    <a:pt x="1088" y="237"/>
                  </a:lnTo>
                  <a:lnTo>
                    <a:pt x="1091" y="237"/>
                  </a:lnTo>
                  <a:lnTo>
                    <a:pt x="1091" y="240"/>
                  </a:lnTo>
                  <a:lnTo>
                    <a:pt x="1091" y="240"/>
                  </a:lnTo>
                  <a:lnTo>
                    <a:pt x="1091" y="240"/>
                  </a:lnTo>
                  <a:lnTo>
                    <a:pt x="1081" y="240"/>
                  </a:lnTo>
                  <a:lnTo>
                    <a:pt x="1081" y="242"/>
                  </a:lnTo>
                  <a:lnTo>
                    <a:pt x="1079" y="242"/>
                  </a:lnTo>
                  <a:lnTo>
                    <a:pt x="1079" y="242"/>
                  </a:lnTo>
                  <a:lnTo>
                    <a:pt x="1079" y="242"/>
                  </a:lnTo>
                  <a:lnTo>
                    <a:pt x="1079" y="245"/>
                  </a:lnTo>
                  <a:lnTo>
                    <a:pt x="1077" y="245"/>
                  </a:lnTo>
                  <a:lnTo>
                    <a:pt x="1077" y="249"/>
                  </a:lnTo>
                  <a:lnTo>
                    <a:pt x="1077" y="249"/>
                  </a:lnTo>
                  <a:lnTo>
                    <a:pt x="1077" y="254"/>
                  </a:lnTo>
                  <a:lnTo>
                    <a:pt x="1072" y="254"/>
                  </a:lnTo>
                  <a:lnTo>
                    <a:pt x="1072" y="254"/>
                  </a:lnTo>
                  <a:lnTo>
                    <a:pt x="1069" y="254"/>
                  </a:lnTo>
                  <a:lnTo>
                    <a:pt x="1069" y="252"/>
                  </a:lnTo>
                  <a:lnTo>
                    <a:pt x="1072" y="252"/>
                  </a:lnTo>
                  <a:lnTo>
                    <a:pt x="1072" y="252"/>
                  </a:lnTo>
                  <a:lnTo>
                    <a:pt x="1074" y="252"/>
                  </a:lnTo>
                  <a:lnTo>
                    <a:pt x="1074" y="249"/>
                  </a:lnTo>
                  <a:lnTo>
                    <a:pt x="1072" y="249"/>
                  </a:lnTo>
                  <a:lnTo>
                    <a:pt x="1072" y="249"/>
                  </a:lnTo>
                  <a:lnTo>
                    <a:pt x="1072" y="249"/>
                  </a:lnTo>
                  <a:lnTo>
                    <a:pt x="1072" y="245"/>
                  </a:lnTo>
                  <a:lnTo>
                    <a:pt x="1074" y="245"/>
                  </a:lnTo>
                  <a:lnTo>
                    <a:pt x="1074" y="242"/>
                  </a:lnTo>
                  <a:lnTo>
                    <a:pt x="1074" y="242"/>
                  </a:lnTo>
                  <a:lnTo>
                    <a:pt x="1074" y="240"/>
                  </a:lnTo>
                  <a:lnTo>
                    <a:pt x="1072" y="240"/>
                  </a:lnTo>
                  <a:lnTo>
                    <a:pt x="1072" y="237"/>
                  </a:lnTo>
                  <a:lnTo>
                    <a:pt x="1072" y="237"/>
                  </a:lnTo>
                  <a:lnTo>
                    <a:pt x="1072" y="237"/>
                  </a:lnTo>
                  <a:lnTo>
                    <a:pt x="1074" y="237"/>
                  </a:lnTo>
                  <a:lnTo>
                    <a:pt x="1074" y="237"/>
                  </a:lnTo>
                  <a:lnTo>
                    <a:pt x="1072" y="237"/>
                  </a:lnTo>
                  <a:lnTo>
                    <a:pt x="1072" y="235"/>
                  </a:lnTo>
                  <a:lnTo>
                    <a:pt x="1074" y="235"/>
                  </a:lnTo>
                  <a:lnTo>
                    <a:pt x="1074" y="233"/>
                  </a:lnTo>
                  <a:lnTo>
                    <a:pt x="1072" y="233"/>
                  </a:lnTo>
                  <a:lnTo>
                    <a:pt x="1072" y="233"/>
                  </a:lnTo>
                  <a:lnTo>
                    <a:pt x="1069" y="233"/>
                  </a:lnTo>
                  <a:lnTo>
                    <a:pt x="1069" y="230"/>
                  </a:lnTo>
                  <a:lnTo>
                    <a:pt x="1067" y="230"/>
                  </a:lnTo>
                  <a:lnTo>
                    <a:pt x="1067" y="230"/>
                  </a:lnTo>
                  <a:lnTo>
                    <a:pt x="1065" y="230"/>
                  </a:lnTo>
                  <a:lnTo>
                    <a:pt x="1065" y="228"/>
                  </a:lnTo>
                  <a:lnTo>
                    <a:pt x="1062" y="228"/>
                  </a:lnTo>
                  <a:lnTo>
                    <a:pt x="1062" y="228"/>
                  </a:lnTo>
                  <a:lnTo>
                    <a:pt x="1060" y="228"/>
                  </a:lnTo>
                  <a:lnTo>
                    <a:pt x="1060" y="228"/>
                  </a:lnTo>
                  <a:lnTo>
                    <a:pt x="1060" y="228"/>
                  </a:lnTo>
                  <a:lnTo>
                    <a:pt x="1060" y="223"/>
                  </a:lnTo>
                  <a:lnTo>
                    <a:pt x="1060" y="223"/>
                  </a:lnTo>
                  <a:lnTo>
                    <a:pt x="1060" y="221"/>
                  </a:lnTo>
                  <a:lnTo>
                    <a:pt x="1058" y="221"/>
                  </a:lnTo>
                  <a:lnTo>
                    <a:pt x="1058" y="221"/>
                  </a:lnTo>
                  <a:lnTo>
                    <a:pt x="1055" y="221"/>
                  </a:lnTo>
                  <a:lnTo>
                    <a:pt x="1055" y="221"/>
                  </a:lnTo>
                  <a:lnTo>
                    <a:pt x="1046" y="221"/>
                  </a:lnTo>
                  <a:lnTo>
                    <a:pt x="1046" y="223"/>
                  </a:lnTo>
                  <a:lnTo>
                    <a:pt x="1039" y="223"/>
                  </a:lnTo>
                  <a:lnTo>
                    <a:pt x="1039" y="223"/>
                  </a:lnTo>
                  <a:lnTo>
                    <a:pt x="1029" y="223"/>
                  </a:lnTo>
                  <a:lnTo>
                    <a:pt x="1029" y="226"/>
                  </a:lnTo>
                  <a:lnTo>
                    <a:pt x="1024" y="226"/>
                  </a:lnTo>
                  <a:lnTo>
                    <a:pt x="1024" y="226"/>
                  </a:lnTo>
                  <a:lnTo>
                    <a:pt x="1017" y="226"/>
                  </a:lnTo>
                  <a:lnTo>
                    <a:pt x="1017" y="228"/>
                  </a:lnTo>
                  <a:lnTo>
                    <a:pt x="1015" y="228"/>
                  </a:lnTo>
                  <a:lnTo>
                    <a:pt x="1015" y="228"/>
                  </a:lnTo>
                  <a:lnTo>
                    <a:pt x="1013" y="228"/>
                  </a:lnTo>
                  <a:lnTo>
                    <a:pt x="1013" y="228"/>
                  </a:lnTo>
                  <a:lnTo>
                    <a:pt x="1013" y="228"/>
                  </a:lnTo>
                  <a:lnTo>
                    <a:pt x="1013" y="233"/>
                  </a:lnTo>
                  <a:lnTo>
                    <a:pt x="1013" y="233"/>
                  </a:lnTo>
                  <a:lnTo>
                    <a:pt x="1013" y="235"/>
                  </a:lnTo>
                  <a:lnTo>
                    <a:pt x="1013" y="235"/>
                  </a:lnTo>
                  <a:lnTo>
                    <a:pt x="1013" y="235"/>
                  </a:lnTo>
                  <a:lnTo>
                    <a:pt x="1010" y="235"/>
                  </a:lnTo>
                  <a:lnTo>
                    <a:pt x="1010" y="237"/>
                  </a:lnTo>
                  <a:lnTo>
                    <a:pt x="1010" y="237"/>
                  </a:lnTo>
                  <a:lnTo>
                    <a:pt x="1010" y="237"/>
                  </a:lnTo>
                  <a:lnTo>
                    <a:pt x="1010" y="237"/>
                  </a:lnTo>
                  <a:lnTo>
                    <a:pt x="1010" y="240"/>
                  </a:lnTo>
                  <a:lnTo>
                    <a:pt x="1013" y="240"/>
                  </a:lnTo>
                  <a:lnTo>
                    <a:pt x="1013" y="240"/>
                  </a:lnTo>
                  <a:lnTo>
                    <a:pt x="1015" y="240"/>
                  </a:lnTo>
                  <a:lnTo>
                    <a:pt x="1015" y="242"/>
                  </a:lnTo>
                  <a:lnTo>
                    <a:pt x="1017" y="242"/>
                  </a:lnTo>
                  <a:lnTo>
                    <a:pt x="1017" y="242"/>
                  </a:lnTo>
                  <a:lnTo>
                    <a:pt x="1017" y="242"/>
                  </a:lnTo>
                  <a:lnTo>
                    <a:pt x="1017" y="245"/>
                  </a:lnTo>
                  <a:lnTo>
                    <a:pt x="1017" y="245"/>
                  </a:lnTo>
                  <a:lnTo>
                    <a:pt x="1017" y="245"/>
                  </a:lnTo>
                  <a:lnTo>
                    <a:pt x="1020" y="245"/>
                  </a:lnTo>
                  <a:lnTo>
                    <a:pt x="1020" y="254"/>
                  </a:lnTo>
                  <a:lnTo>
                    <a:pt x="1017" y="254"/>
                  </a:lnTo>
                  <a:lnTo>
                    <a:pt x="1017" y="256"/>
                  </a:lnTo>
                  <a:lnTo>
                    <a:pt x="1017" y="256"/>
                  </a:lnTo>
                  <a:lnTo>
                    <a:pt x="1017" y="256"/>
                  </a:lnTo>
                  <a:lnTo>
                    <a:pt x="1015" y="256"/>
                  </a:lnTo>
                  <a:lnTo>
                    <a:pt x="1015" y="259"/>
                  </a:lnTo>
                  <a:lnTo>
                    <a:pt x="1013" y="259"/>
                  </a:lnTo>
                  <a:lnTo>
                    <a:pt x="1013" y="259"/>
                  </a:lnTo>
                  <a:lnTo>
                    <a:pt x="1008" y="259"/>
                  </a:lnTo>
                  <a:lnTo>
                    <a:pt x="1008" y="259"/>
                  </a:lnTo>
                  <a:lnTo>
                    <a:pt x="1006" y="259"/>
                  </a:lnTo>
                  <a:lnTo>
                    <a:pt x="1006" y="261"/>
                  </a:lnTo>
                  <a:lnTo>
                    <a:pt x="1006" y="261"/>
                  </a:lnTo>
                  <a:lnTo>
                    <a:pt x="1006" y="261"/>
                  </a:lnTo>
                  <a:lnTo>
                    <a:pt x="1003" y="261"/>
                  </a:lnTo>
                  <a:lnTo>
                    <a:pt x="1003" y="263"/>
                  </a:lnTo>
                  <a:lnTo>
                    <a:pt x="1003" y="263"/>
                  </a:lnTo>
                  <a:lnTo>
                    <a:pt x="1003" y="263"/>
                  </a:lnTo>
                  <a:lnTo>
                    <a:pt x="1001" y="263"/>
                  </a:lnTo>
                  <a:lnTo>
                    <a:pt x="1001" y="268"/>
                  </a:lnTo>
                  <a:lnTo>
                    <a:pt x="1001" y="268"/>
                  </a:lnTo>
                  <a:lnTo>
                    <a:pt x="1001" y="273"/>
                  </a:lnTo>
                  <a:lnTo>
                    <a:pt x="998" y="273"/>
                  </a:lnTo>
                  <a:lnTo>
                    <a:pt x="998" y="273"/>
                  </a:lnTo>
                  <a:lnTo>
                    <a:pt x="994" y="273"/>
                  </a:lnTo>
                  <a:lnTo>
                    <a:pt x="994" y="275"/>
                  </a:lnTo>
                  <a:lnTo>
                    <a:pt x="991" y="275"/>
                  </a:lnTo>
                  <a:lnTo>
                    <a:pt x="991" y="278"/>
                  </a:lnTo>
                  <a:lnTo>
                    <a:pt x="989" y="278"/>
                  </a:lnTo>
                  <a:lnTo>
                    <a:pt x="989" y="278"/>
                  </a:lnTo>
                  <a:lnTo>
                    <a:pt x="984" y="278"/>
                  </a:lnTo>
                  <a:lnTo>
                    <a:pt x="984" y="278"/>
                  </a:lnTo>
                  <a:lnTo>
                    <a:pt x="982" y="278"/>
                  </a:lnTo>
                  <a:lnTo>
                    <a:pt x="982" y="280"/>
                  </a:lnTo>
                  <a:lnTo>
                    <a:pt x="979" y="280"/>
                  </a:lnTo>
                  <a:lnTo>
                    <a:pt x="979" y="280"/>
                  </a:lnTo>
                  <a:lnTo>
                    <a:pt x="977" y="280"/>
                  </a:lnTo>
                  <a:lnTo>
                    <a:pt x="977" y="282"/>
                  </a:lnTo>
                  <a:lnTo>
                    <a:pt x="970" y="282"/>
                  </a:lnTo>
                  <a:lnTo>
                    <a:pt x="970" y="282"/>
                  </a:lnTo>
                  <a:lnTo>
                    <a:pt x="970" y="282"/>
                  </a:lnTo>
                  <a:lnTo>
                    <a:pt x="970" y="285"/>
                  </a:lnTo>
                  <a:lnTo>
                    <a:pt x="968" y="285"/>
                  </a:lnTo>
                  <a:lnTo>
                    <a:pt x="968" y="285"/>
                  </a:lnTo>
                  <a:lnTo>
                    <a:pt x="965" y="285"/>
                  </a:lnTo>
                  <a:lnTo>
                    <a:pt x="965" y="287"/>
                  </a:lnTo>
                  <a:lnTo>
                    <a:pt x="968" y="287"/>
                  </a:lnTo>
                  <a:lnTo>
                    <a:pt x="968" y="287"/>
                  </a:lnTo>
                  <a:lnTo>
                    <a:pt x="968" y="287"/>
                  </a:lnTo>
                  <a:lnTo>
                    <a:pt x="968" y="287"/>
                  </a:lnTo>
                  <a:lnTo>
                    <a:pt x="963" y="287"/>
                  </a:lnTo>
                  <a:lnTo>
                    <a:pt x="963" y="290"/>
                  </a:lnTo>
                  <a:lnTo>
                    <a:pt x="965" y="290"/>
                  </a:lnTo>
                  <a:lnTo>
                    <a:pt x="965" y="290"/>
                  </a:lnTo>
                  <a:lnTo>
                    <a:pt x="963" y="290"/>
                  </a:lnTo>
                  <a:lnTo>
                    <a:pt x="963" y="292"/>
                  </a:lnTo>
                  <a:lnTo>
                    <a:pt x="956" y="292"/>
                  </a:lnTo>
                  <a:lnTo>
                    <a:pt x="956" y="290"/>
                  </a:lnTo>
                  <a:lnTo>
                    <a:pt x="953" y="290"/>
                  </a:lnTo>
                  <a:lnTo>
                    <a:pt x="953" y="290"/>
                  </a:lnTo>
                  <a:lnTo>
                    <a:pt x="949" y="290"/>
                  </a:lnTo>
                  <a:lnTo>
                    <a:pt x="949" y="287"/>
                  </a:lnTo>
                  <a:lnTo>
                    <a:pt x="939" y="287"/>
                  </a:lnTo>
                  <a:lnTo>
                    <a:pt x="939" y="287"/>
                  </a:lnTo>
                  <a:lnTo>
                    <a:pt x="939" y="287"/>
                  </a:lnTo>
                  <a:lnTo>
                    <a:pt x="939" y="287"/>
                  </a:lnTo>
                  <a:lnTo>
                    <a:pt x="932" y="287"/>
                  </a:lnTo>
                  <a:lnTo>
                    <a:pt x="932" y="290"/>
                  </a:lnTo>
                  <a:lnTo>
                    <a:pt x="925" y="290"/>
                  </a:lnTo>
                  <a:lnTo>
                    <a:pt x="925" y="287"/>
                  </a:lnTo>
                  <a:lnTo>
                    <a:pt x="920" y="287"/>
                  </a:lnTo>
                  <a:lnTo>
                    <a:pt x="920" y="285"/>
                  </a:lnTo>
                  <a:lnTo>
                    <a:pt x="920" y="285"/>
                  </a:lnTo>
                  <a:lnTo>
                    <a:pt x="920" y="282"/>
                  </a:lnTo>
                  <a:lnTo>
                    <a:pt x="920" y="282"/>
                  </a:lnTo>
                  <a:lnTo>
                    <a:pt x="920" y="280"/>
                  </a:lnTo>
                  <a:lnTo>
                    <a:pt x="923" y="280"/>
                  </a:lnTo>
                  <a:lnTo>
                    <a:pt x="923" y="282"/>
                  </a:lnTo>
                  <a:lnTo>
                    <a:pt x="923" y="282"/>
                  </a:lnTo>
                  <a:lnTo>
                    <a:pt x="923" y="285"/>
                  </a:lnTo>
                  <a:lnTo>
                    <a:pt x="927" y="285"/>
                  </a:lnTo>
                  <a:lnTo>
                    <a:pt x="927" y="285"/>
                  </a:lnTo>
                  <a:lnTo>
                    <a:pt x="930" y="285"/>
                  </a:lnTo>
                  <a:lnTo>
                    <a:pt x="930" y="287"/>
                  </a:lnTo>
                  <a:lnTo>
                    <a:pt x="935" y="287"/>
                  </a:lnTo>
                  <a:lnTo>
                    <a:pt x="935" y="285"/>
                  </a:lnTo>
                  <a:lnTo>
                    <a:pt x="944" y="285"/>
                  </a:lnTo>
                  <a:lnTo>
                    <a:pt x="944" y="285"/>
                  </a:lnTo>
                  <a:lnTo>
                    <a:pt x="944" y="285"/>
                  </a:lnTo>
                  <a:lnTo>
                    <a:pt x="944" y="282"/>
                  </a:lnTo>
                  <a:lnTo>
                    <a:pt x="944" y="282"/>
                  </a:lnTo>
                  <a:lnTo>
                    <a:pt x="944" y="282"/>
                  </a:lnTo>
                  <a:lnTo>
                    <a:pt x="944" y="282"/>
                  </a:lnTo>
                  <a:lnTo>
                    <a:pt x="944" y="285"/>
                  </a:lnTo>
                  <a:lnTo>
                    <a:pt x="946" y="285"/>
                  </a:lnTo>
                  <a:lnTo>
                    <a:pt x="946" y="282"/>
                  </a:lnTo>
                  <a:lnTo>
                    <a:pt x="951" y="282"/>
                  </a:lnTo>
                  <a:lnTo>
                    <a:pt x="951" y="282"/>
                  </a:lnTo>
                  <a:lnTo>
                    <a:pt x="951" y="282"/>
                  </a:lnTo>
                  <a:lnTo>
                    <a:pt x="951" y="280"/>
                  </a:lnTo>
                  <a:lnTo>
                    <a:pt x="953" y="280"/>
                  </a:lnTo>
                  <a:lnTo>
                    <a:pt x="953" y="278"/>
                  </a:lnTo>
                  <a:lnTo>
                    <a:pt x="951" y="278"/>
                  </a:lnTo>
                  <a:lnTo>
                    <a:pt x="951" y="278"/>
                  </a:lnTo>
                  <a:lnTo>
                    <a:pt x="951" y="278"/>
                  </a:lnTo>
                  <a:lnTo>
                    <a:pt x="951" y="278"/>
                  </a:lnTo>
                  <a:lnTo>
                    <a:pt x="951" y="278"/>
                  </a:lnTo>
                  <a:lnTo>
                    <a:pt x="951" y="275"/>
                  </a:lnTo>
                  <a:lnTo>
                    <a:pt x="953" y="275"/>
                  </a:lnTo>
                  <a:lnTo>
                    <a:pt x="953" y="278"/>
                  </a:lnTo>
                  <a:lnTo>
                    <a:pt x="953" y="278"/>
                  </a:lnTo>
                  <a:lnTo>
                    <a:pt x="953" y="275"/>
                  </a:lnTo>
                  <a:lnTo>
                    <a:pt x="958" y="275"/>
                  </a:lnTo>
                  <a:lnTo>
                    <a:pt x="958" y="273"/>
                  </a:lnTo>
                  <a:lnTo>
                    <a:pt x="958" y="273"/>
                  </a:lnTo>
                  <a:lnTo>
                    <a:pt x="958" y="273"/>
                  </a:lnTo>
                  <a:lnTo>
                    <a:pt x="963" y="273"/>
                  </a:lnTo>
                  <a:lnTo>
                    <a:pt x="963" y="268"/>
                  </a:lnTo>
                  <a:lnTo>
                    <a:pt x="963" y="268"/>
                  </a:lnTo>
                  <a:lnTo>
                    <a:pt x="963" y="271"/>
                  </a:lnTo>
                  <a:lnTo>
                    <a:pt x="965" y="271"/>
                  </a:lnTo>
                  <a:lnTo>
                    <a:pt x="965" y="266"/>
                  </a:lnTo>
                  <a:lnTo>
                    <a:pt x="965" y="266"/>
                  </a:lnTo>
                  <a:lnTo>
                    <a:pt x="965" y="266"/>
                  </a:lnTo>
                  <a:lnTo>
                    <a:pt x="970" y="266"/>
                  </a:lnTo>
                  <a:lnTo>
                    <a:pt x="970" y="263"/>
                  </a:lnTo>
                  <a:lnTo>
                    <a:pt x="970" y="263"/>
                  </a:lnTo>
                  <a:lnTo>
                    <a:pt x="970" y="261"/>
                  </a:lnTo>
                  <a:lnTo>
                    <a:pt x="970" y="261"/>
                  </a:lnTo>
                  <a:lnTo>
                    <a:pt x="970" y="261"/>
                  </a:lnTo>
                  <a:lnTo>
                    <a:pt x="972" y="261"/>
                  </a:lnTo>
                  <a:lnTo>
                    <a:pt x="972" y="259"/>
                  </a:lnTo>
                  <a:lnTo>
                    <a:pt x="975" y="259"/>
                  </a:lnTo>
                  <a:lnTo>
                    <a:pt x="975" y="259"/>
                  </a:lnTo>
                  <a:lnTo>
                    <a:pt x="979" y="259"/>
                  </a:lnTo>
                  <a:lnTo>
                    <a:pt x="979" y="256"/>
                  </a:lnTo>
                  <a:lnTo>
                    <a:pt x="984" y="256"/>
                  </a:lnTo>
                  <a:lnTo>
                    <a:pt x="984" y="254"/>
                  </a:lnTo>
                  <a:lnTo>
                    <a:pt x="984" y="254"/>
                  </a:lnTo>
                  <a:lnTo>
                    <a:pt x="984" y="252"/>
                  </a:lnTo>
                  <a:lnTo>
                    <a:pt x="987" y="252"/>
                  </a:lnTo>
                  <a:lnTo>
                    <a:pt x="987" y="252"/>
                  </a:lnTo>
                  <a:lnTo>
                    <a:pt x="987" y="252"/>
                  </a:lnTo>
                  <a:lnTo>
                    <a:pt x="987" y="249"/>
                  </a:lnTo>
                  <a:lnTo>
                    <a:pt x="987" y="249"/>
                  </a:lnTo>
                  <a:lnTo>
                    <a:pt x="987" y="247"/>
                  </a:lnTo>
                  <a:lnTo>
                    <a:pt x="984" y="247"/>
                  </a:lnTo>
                  <a:lnTo>
                    <a:pt x="984" y="247"/>
                  </a:lnTo>
                  <a:lnTo>
                    <a:pt x="984" y="247"/>
                  </a:lnTo>
                  <a:lnTo>
                    <a:pt x="984" y="245"/>
                  </a:lnTo>
                  <a:lnTo>
                    <a:pt x="984" y="245"/>
                  </a:lnTo>
                  <a:lnTo>
                    <a:pt x="984" y="242"/>
                  </a:lnTo>
                  <a:lnTo>
                    <a:pt x="984" y="242"/>
                  </a:lnTo>
                  <a:lnTo>
                    <a:pt x="984" y="240"/>
                  </a:lnTo>
                  <a:lnTo>
                    <a:pt x="987" y="240"/>
                  </a:lnTo>
                  <a:lnTo>
                    <a:pt x="987" y="240"/>
                  </a:lnTo>
                  <a:lnTo>
                    <a:pt x="989" y="240"/>
                  </a:lnTo>
                  <a:lnTo>
                    <a:pt x="989" y="237"/>
                  </a:lnTo>
                  <a:lnTo>
                    <a:pt x="991" y="237"/>
                  </a:lnTo>
                  <a:lnTo>
                    <a:pt x="991" y="237"/>
                  </a:lnTo>
                  <a:lnTo>
                    <a:pt x="991" y="237"/>
                  </a:lnTo>
                  <a:lnTo>
                    <a:pt x="991" y="235"/>
                  </a:lnTo>
                  <a:lnTo>
                    <a:pt x="994" y="235"/>
                  </a:lnTo>
                  <a:lnTo>
                    <a:pt x="994" y="237"/>
                  </a:lnTo>
                  <a:lnTo>
                    <a:pt x="996" y="237"/>
                  </a:lnTo>
                  <a:lnTo>
                    <a:pt x="996" y="235"/>
                  </a:lnTo>
                  <a:lnTo>
                    <a:pt x="994" y="235"/>
                  </a:lnTo>
                  <a:lnTo>
                    <a:pt x="994" y="233"/>
                  </a:lnTo>
                  <a:lnTo>
                    <a:pt x="994" y="233"/>
                  </a:lnTo>
                  <a:lnTo>
                    <a:pt x="994" y="233"/>
                  </a:lnTo>
                  <a:lnTo>
                    <a:pt x="991" y="233"/>
                  </a:lnTo>
                  <a:lnTo>
                    <a:pt x="991" y="230"/>
                  </a:lnTo>
                  <a:lnTo>
                    <a:pt x="989" y="230"/>
                  </a:lnTo>
                  <a:lnTo>
                    <a:pt x="989" y="230"/>
                  </a:lnTo>
                  <a:lnTo>
                    <a:pt x="987" y="230"/>
                  </a:lnTo>
                  <a:lnTo>
                    <a:pt x="987" y="228"/>
                  </a:lnTo>
                  <a:lnTo>
                    <a:pt x="984" y="228"/>
                  </a:lnTo>
                  <a:lnTo>
                    <a:pt x="984" y="228"/>
                  </a:lnTo>
                  <a:lnTo>
                    <a:pt x="982" y="228"/>
                  </a:lnTo>
                  <a:lnTo>
                    <a:pt x="982" y="228"/>
                  </a:lnTo>
                  <a:lnTo>
                    <a:pt x="977" y="228"/>
                  </a:lnTo>
                  <a:lnTo>
                    <a:pt x="977" y="226"/>
                  </a:lnTo>
                  <a:lnTo>
                    <a:pt x="977" y="226"/>
                  </a:lnTo>
                  <a:lnTo>
                    <a:pt x="977" y="226"/>
                  </a:lnTo>
                  <a:lnTo>
                    <a:pt x="975" y="226"/>
                  </a:lnTo>
                  <a:lnTo>
                    <a:pt x="975" y="223"/>
                  </a:lnTo>
                  <a:lnTo>
                    <a:pt x="972" y="223"/>
                  </a:lnTo>
                  <a:lnTo>
                    <a:pt x="972" y="223"/>
                  </a:lnTo>
                  <a:lnTo>
                    <a:pt x="972" y="223"/>
                  </a:lnTo>
                  <a:lnTo>
                    <a:pt x="972" y="221"/>
                  </a:lnTo>
                  <a:lnTo>
                    <a:pt x="972" y="221"/>
                  </a:lnTo>
                  <a:lnTo>
                    <a:pt x="972" y="218"/>
                  </a:lnTo>
                  <a:lnTo>
                    <a:pt x="970" y="218"/>
                  </a:lnTo>
                  <a:lnTo>
                    <a:pt x="970" y="218"/>
                  </a:lnTo>
                  <a:lnTo>
                    <a:pt x="972" y="218"/>
                  </a:lnTo>
                  <a:lnTo>
                    <a:pt x="972" y="216"/>
                  </a:lnTo>
                  <a:lnTo>
                    <a:pt x="972" y="216"/>
                  </a:lnTo>
                  <a:lnTo>
                    <a:pt x="972" y="216"/>
                  </a:lnTo>
                  <a:lnTo>
                    <a:pt x="975" y="216"/>
                  </a:lnTo>
                  <a:lnTo>
                    <a:pt x="975" y="214"/>
                  </a:lnTo>
                  <a:lnTo>
                    <a:pt x="972" y="214"/>
                  </a:lnTo>
                  <a:lnTo>
                    <a:pt x="972" y="211"/>
                  </a:lnTo>
                  <a:lnTo>
                    <a:pt x="975" y="211"/>
                  </a:lnTo>
                  <a:lnTo>
                    <a:pt x="975" y="211"/>
                  </a:lnTo>
                  <a:lnTo>
                    <a:pt x="975" y="211"/>
                  </a:lnTo>
                  <a:lnTo>
                    <a:pt x="975" y="209"/>
                  </a:lnTo>
                  <a:lnTo>
                    <a:pt x="972" y="209"/>
                  </a:lnTo>
                  <a:lnTo>
                    <a:pt x="972" y="207"/>
                  </a:lnTo>
                  <a:lnTo>
                    <a:pt x="972" y="207"/>
                  </a:lnTo>
                  <a:lnTo>
                    <a:pt x="972" y="204"/>
                  </a:lnTo>
                  <a:lnTo>
                    <a:pt x="972" y="204"/>
                  </a:lnTo>
                  <a:lnTo>
                    <a:pt x="972" y="204"/>
                  </a:lnTo>
                  <a:lnTo>
                    <a:pt x="975" y="204"/>
                  </a:lnTo>
                  <a:lnTo>
                    <a:pt x="975" y="200"/>
                  </a:lnTo>
                  <a:lnTo>
                    <a:pt x="975" y="200"/>
                  </a:lnTo>
                  <a:lnTo>
                    <a:pt x="975" y="200"/>
                  </a:lnTo>
                  <a:lnTo>
                    <a:pt x="972" y="200"/>
                  </a:lnTo>
                  <a:lnTo>
                    <a:pt x="972" y="197"/>
                  </a:lnTo>
                  <a:lnTo>
                    <a:pt x="972" y="197"/>
                  </a:lnTo>
                  <a:lnTo>
                    <a:pt x="972" y="195"/>
                  </a:lnTo>
                  <a:lnTo>
                    <a:pt x="972" y="195"/>
                  </a:lnTo>
                  <a:lnTo>
                    <a:pt x="972" y="190"/>
                  </a:lnTo>
                  <a:lnTo>
                    <a:pt x="970" y="190"/>
                  </a:lnTo>
                  <a:lnTo>
                    <a:pt x="970" y="190"/>
                  </a:lnTo>
                  <a:lnTo>
                    <a:pt x="970" y="190"/>
                  </a:lnTo>
                  <a:lnTo>
                    <a:pt x="970" y="188"/>
                  </a:lnTo>
                  <a:lnTo>
                    <a:pt x="972" y="188"/>
                  </a:lnTo>
                  <a:lnTo>
                    <a:pt x="972" y="188"/>
                  </a:lnTo>
                  <a:lnTo>
                    <a:pt x="975" y="188"/>
                  </a:lnTo>
                  <a:lnTo>
                    <a:pt x="975" y="188"/>
                  </a:lnTo>
                  <a:lnTo>
                    <a:pt x="977" y="188"/>
                  </a:lnTo>
                  <a:lnTo>
                    <a:pt x="977" y="183"/>
                  </a:lnTo>
                  <a:lnTo>
                    <a:pt x="977" y="183"/>
                  </a:lnTo>
                  <a:lnTo>
                    <a:pt x="977" y="181"/>
                  </a:lnTo>
                  <a:lnTo>
                    <a:pt x="977" y="181"/>
                  </a:lnTo>
                  <a:lnTo>
                    <a:pt x="977" y="178"/>
                  </a:lnTo>
                  <a:lnTo>
                    <a:pt x="977" y="178"/>
                  </a:lnTo>
                  <a:lnTo>
                    <a:pt x="977" y="173"/>
                  </a:lnTo>
                  <a:lnTo>
                    <a:pt x="977" y="173"/>
                  </a:lnTo>
                  <a:lnTo>
                    <a:pt x="977" y="171"/>
                  </a:lnTo>
                  <a:lnTo>
                    <a:pt x="975" y="171"/>
                  </a:lnTo>
                  <a:lnTo>
                    <a:pt x="975" y="171"/>
                  </a:lnTo>
                  <a:lnTo>
                    <a:pt x="972" y="171"/>
                  </a:lnTo>
                  <a:lnTo>
                    <a:pt x="972" y="169"/>
                  </a:lnTo>
                  <a:lnTo>
                    <a:pt x="975" y="169"/>
                  </a:lnTo>
                  <a:lnTo>
                    <a:pt x="975" y="169"/>
                  </a:lnTo>
                  <a:lnTo>
                    <a:pt x="972" y="169"/>
                  </a:lnTo>
                  <a:lnTo>
                    <a:pt x="972" y="166"/>
                  </a:lnTo>
                  <a:lnTo>
                    <a:pt x="970" y="166"/>
                  </a:lnTo>
                  <a:lnTo>
                    <a:pt x="970" y="166"/>
                  </a:lnTo>
                  <a:lnTo>
                    <a:pt x="965" y="166"/>
                  </a:lnTo>
                  <a:lnTo>
                    <a:pt x="965" y="164"/>
                  </a:lnTo>
                  <a:lnTo>
                    <a:pt x="963" y="164"/>
                  </a:lnTo>
                  <a:lnTo>
                    <a:pt x="963" y="164"/>
                  </a:lnTo>
                  <a:lnTo>
                    <a:pt x="961" y="164"/>
                  </a:lnTo>
                  <a:lnTo>
                    <a:pt x="961" y="162"/>
                  </a:lnTo>
                  <a:lnTo>
                    <a:pt x="958" y="162"/>
                  </a:lnTo>
                  <a:lnTo>
                    <a:pt x="958" y="159"/>
                  </a:lnTo>
                  <a:lnTo>
                    <a:pt x="958" y="159"/>
                  </a:lnTo>
                  <a:lnTo>
                    <a:pt x="958" y="159"/>
                  </a:lnTo>
                  <a:lnTo>
                    <a:pt x="961" y="159"/>
                  </a:lnTo>
                  <a:lnTo>
                    <a:pt x="961" y="157"/>
                  </a:lnTo>
                  <a:lnTo>
                    <a:pt x="963" y="157"/>
                  </a:lnTo>
                  <a:lnTo>
                    <a:pt x="963" y="157"/>
                  </a:lnTo>
                  <a:lnTo>
                    <a:pt x="965" y="157"/>
                  </a:lnTo>
                  <a:lnTo>
                    <a:pt x="965" y="154"/>
                  </a:lnTo>
                  <a:lnTo>
                    <a:pt x="965" y="154"/>
                  </a:lnTo>
                  <a:lnTo>
                    <a:pt x="965" y="154"/>
                  </a:lnTo>
                  <a:lnTo>
                    <a:pt x="968" y="154"/>
                  </a:lnTo>
                  <a:lnTo>
                    <a:pt x="968" y="150"/>
                  </a:lnTo>
                  <a:lnTo>
                    <a:pt x="968" y="150"/>
                  </a:lnTo>
                  <a:lnTo>
                    <a:pt x="968" y="150"/>
                  </a:lnTo>
                  <a:lnTo>
                    <a:pt x="970" y="150"/>
                  </a:lnTo>
                  <a:lnTo>
                    <a:pt x="970" y="150"/>
                  </a:lnTo>
                  <a:lnTo>
                    <a:pt x="972" y="150"/>
                  </a:lnTo>
                  <a:lnTo>
                    <a:pt x="972" y="147"/>
                  </a:lnTo>
                  <a:lnTo>
                    <a:pt x="972" y="147"/>
                  </a:lnTo>
                  <a:lnTo>
                    <a:pt x="972" y="147"/>
                  </a:lnTo>
                  <a:lnTo>
                    <a:pt x="972" y="147"/>
                  </a:lnTo>
                  <a:lnTo>
                    <a:pt x="972" y="145"/>
                  </a:lnTo>
                  <a:lnTo>
                    <a:pt x="972" y="145"/>
                  </a:lnTo>
                  <a:lnTo>
                    <a:pt x="972" y="145"/>
                  </a:lnTo>
                  <a:lnTo>
                    <a:pt x="972" y="145"/>
                  </a:lnTo>
                  <a:lnTo>
                    <a:pt x="972" y="143"/>
                  </a:lnTo>
                  <a:lnTo>
                    <a:pt x="975" y="143"/>
                  </a:lnTo>
                  <a:lnTo>
                    <a:pt x="975" y="140"/>
                  </a:lnTo>
                  <a:lnTo>
                    <a:pt x="977" y="140"/>
                  </a:lnTo>
                  <a:lnTo>
                    <a:pt x="977" y="140"/>
                  </a:lnTo>
                  <a:lnTo>
                    <a:pt x="977" y="140"/>
                  </a:lnTo>
                  <a:lnTo>
                    <a:pt x="977" y="138"/>
                  </a:lnTo>
                  <a:lnTo>
                    <a:pt x="977" y="138"/>
                  </a:lnTo>
                  <a:lnTo>
                    <a:pt x="977" y="131"/>
                  </a:lnTo>
                  <a:lnTo>
                    <a:pt x="975" y="131"/>
                  </a:lnTo>
                  <a:lnTo>
                    <a:pt x="975" y="131"/>
                  </a:lnTo>
                  <a:lnTo>
                    <a:pt x="977" y="131"/>
                  </a:lnTo>
                  <a:lnTo>
                    <a:pt x="977" y="131"/>
                  </a:lnTo>
                  <a:lnTo>
                    <a:pt x="979" y="131"/>
                  </a:lnTo>
                  <a:lnTo>
                    <a:pt x="979" y="128"/>
                  </a:lnTo>
                  <a:lnTo>
                    <a:pt x="979" y="128"/>
                  </a:lnTo>
                  <a:lnTo>
                    <a:pt x="979" y="128"/>
                  </a:lnTo>
                  <a:lnTo>
                    <a:pt x="979" y="128"/>
                  </a:lnTo>
                  <a:lnTo>
                    <a:pt x="979" y="128"/>
                  </a:lnTo>
                  <a:lnTo>
                    <a:pt x="977" y="128"/>
                  </a:lnTo>
                  <a:lnTo>
                    <a:pt x="977" y="126"/>
                  </a:lnTo>
                  <a:lnTo>
                    <a:pt x="970" y="126"/>
                  </a:lnTo>
                  <a:lnTo>
                    <a:pt x="970" y="126"/>
                  </a:lnTo>
                  <a:lnTo>
                    <a:pt x="965" y="126"/>
                  </a:lnTo>
                  <a:lnTo>
                    <a:pt x="965" y="124"/>
                  </a:lnTo>
                  <a:lnTo>
                    <a:pt x="958" y="124"/>
                  </a:lnTo>
                  <a:lnTo>
                    <a:pt x="958" y="124"/>
                  </a:lnTo>
                  <a:lnTo>
                    <a:pt x="951" y="124"/>
                  </a:lnTo>
                  <a:lnTo>
                    <a:pt x="951" y="121"/>
                  </a:lnTo>
                  <a:lnTo>
                    <a:pt x="935" y="121"/>
                  </a:lnTo>
                  <a:lnTo>
                    <a:pt x="935" y="124"/>
                  </a:lnTo>
                  <a:lnTo>
                    <a:pt x="930" y="124"/>
                  </a:lnTo>
                  <a:lnTo>
                    <a:pt x="930" y="121"/>
                  </a:lnTo>
                  <a:lnTo>
                    <a:pt x="920" y="121"/>
                  </a:lnTo>
                  <a:lnTo>
                    <a:pt x="920" y="124"/>
                  </a:lnTo>
                  <a:lnTo>
                    <a:pt x="916" y="124"/>
                  </a:lnTo>
                  <a:lnTo>
                    <a:pt x="916" y="121"/>
                  </a:lnTo>
                  <a:lnTo>
                    <a:pt x="913" y="121"/>
                  </a:lnTo>
                  <a:lnTo>
                    <a:pt x="913" y="121"/>
                  </a:lnTo>
                  <a:lnTo>
                    <a:pt x="901" y="121"/>
                  </a:lnTo>
                  <a:lnTo>
                    <a:pt x="901" y="121"/>
                  </a:lnTo>
                  <a:lnTo>
                    <a:pt x="901" y="121"/>
                  </a:lnTo>
                  <a:lnTo>
                    <a:pt x="901" y="124"/>
                  </a:lnTo>
                  <a:lnTo>
                    <a:pt x="899" y="124"/>
                  </a:lnTo>
                  <a:lnTo>
                    <a:pt x="899" y="124"/>
                  </a:lnTo>
                  <a:lnTo>
                    <a:pt x="899" y="124"/>
                  </a:lnTo>
                  <a:lnTo>
                    <a:pt x="899" y="126"/>
                  </a:lnTo>
                  <a:lnTo>
                    <a:pt x="899" y="126"/>
                  </a:lnTo>
                  <a:lnTo>
                    <a:pt x="899" y="126"/>
                  </a:lnTo>
                  <a:lnTo>
                    <a:pt x="897" y="126"/>
                  </a:lnTo>
                  <a:lnTo>
                    <a:pt x="897" y="128"/>
                  </a:lnTo>
                  <a:lnTo>
                    <a:pt x="894" y="128"/>
                  </a:lnTo>
                  <a:lnTo>
                    <a:pt x="894" y="131"/>
                  </a:lnTo>
                  <a:lnTo>
                    <a:pt x="892" y="131"/>
                  </a:lnTo>
                  <a:lnTo>
                    <a:pt x="892" y="131"/>
                  </a:lnTo>
                  <a:lnTo>
                    <a:pt x="892" y="131"/>
                  </a:lnTo>
                  <a:lnTo>
                    <a:pt x="892" y="133"/>
                  </a:lnTo>
                  <a:lnTo>
                    <a:pt x="892" y="133"/>
                  </a:lnTo>
                  <a:lnTo>
                    <a:pt x="892" y="136"/>
                  </a:lnTo>
                  <a:lnTo>
                    <a:pt x="890" y="136"/>
                  </a:lnTo>
                  <a:lnTo>
                    <a:pt x="890" y="140"/>
                  </a:lnTo>
                  <a:lnTo>
                    <a:pt x="890" y="140"/>
                  </a:lnTo>
                  <a:lnTo>
                    <a:pt x="890" y="140"/>
                  </a:lnTo>
                  <a:lnTo>
                    <a:pt x="890" y="140"/>
                  </a:lnTo>
                  <a:lnTo>
                    <a:pt x="890" y="143"/>
                  </a:lnTo>
                  <a:lnTo>
                    <a:pt x="887" y="143"/>
                  </a:lnTo>
                  <a:lnTo>
                    <a:pt x="887" y="145"/>
                  </a:lnTo>
                  <a:lnTo>
                    <a:pt x="887" y="145"/>
                  </a:lnTo>
                  <a:lnTo>
                    <a:pt x="887" y="145"/>
                  </a:lnTo>
                  <a:lnTo>
                    <a:pt x="885" y="145"/>
                  </a:lnTo>
                  <a:lnTo>
                    <a:pt x="885" y="147"/>
                  </a:lnTo>
                  <a:lnTo>
                    <a:pt x="885" y="147"/>
                  </a:lnTo>
                  <a:lnTo>
                    <a:pt x="885" y="150"/>
                  </a:lnTo>
                  <a:lnTo>
                    <a:pt x="885" y="150"/>
                  </a:lnTo>
                  <a:lnTo>
                    <a:pt x="885" y="150"/>
                  </a:lnTo>
                  <a:lnTo>
                    <a:pt x="882" y="150"/>
                  </a:lnTo>
                  <a:lnTo>
                    <a:pt x="882" y="152"/>
                  </a:lnTo>
                  <a:lnTo>
                    <a:pt x="880" y="152"/>
                  </a:lnTo>
                  <a:lnTo>
                    <a:pt x="880" y="152"/>
                  </a:lnTo>
                  <a:lnTo>
                    <a:pt x="880" y="152"/>
                  </a:lnTo>
                  <a:lnTo>
                    <a:pt x="880" y="154"/>
                  </a:lnTo>
                  <a:lnTo>
                    <a:pt x="878" y="154"/>
                  </a:lnTo>
                  <a:lnTo>
                    <a:pt x="878" y="154"/>
                  </a:lnTo>
                  <a:lnTo>
                    <a:pt x="878" y="154"/>
                  </a:lnTo>
                  <a:lnTo>
                    <a:pt x="878" y="157"/>
                  </a:lnTo>
                  <a:lnTo>
                    <a:pt x="875" y="157"/>
                  </a:lnTo>
                  <a:lnTo>
                    <a:pt x="875" y="157"/>
                  </a:lnTo>
                  <a:lnTo>
                    <a:pt x="873" y="157"/>
                  </a:lnTo>
                  <a:lnTo>
                    <a:pt x="873" y="159"/>
                  </a:lnTo>
                  <a:lnTo>
                    <a:pt x="868" y="159"/>
                  </a:lnTo>
                  <a:lnTo>
                    <a:pt x="868" y="159"/>
                  </a:lnTo>
                  <a:lnTo>
                    <a:pt x="864" y="159"/>
                  </a:lnTo>
                  <a:lnTo>
                    <a:pt x="864" y="159"/>
                  </a:lnTo>
                  <a:lnTo>
                    <a:pt x="864" y="159"/>
                  </a:lnTo>
                  <a:lnTo>
                    <a:pt x="864" y="162"/>
                  </a:lnTo>
                  <a:lnTo>
                    <a:pt x="859" y="162"/>
                  </a:lnTo>
                  <a:lnTo>
                    <a:pt x="859" y="162"/>
                  </a:lnTo>
                  <a:lnTo>
                    <a:pt x="854" y="162"/>
                  </a:lnTo>
                  <a:lnTo>
                    <a:pt x="854" y="164"/>
                  </a:lnTo>
                  <a:lnTo>
                    <a:pt x="852" y="164"/>
                  </a:lnTo>
                  <a:lnTo>
                    <a:pt x="852" y="164"/>
                  </a:lnTo>
                  <a:lnTo>
                    <a:pt x="849" y="164"/>
                  </a:lnTo>
                  <a:lnTo>
                    <a:pt x="849" y="166"/>
                  </a:lnTo>
                  <a:lnTo>
                    <a:pt x="849" y="166"/>
                  </a:lnTo>
                  <a:lnTo>
                    <a:pt x="849" y="166"/>
                  </a:lnTo>
                  <a:lnTo>
                    <a:pt x="847" y="166"/>
                  </a:lnTo>
                  <a:lnTo>
                    <a:pt x="847" y="169"/>
                  </a:lnTo>
                  <a:lnTo>
                    <a:pt x="847" y="169"/>
                  </a:lnTo>
                  <a:lnTo>
                    <a:pt x="847" y="169"/>
                  </a:lnTo>
                  <a:lnTo>
                    <a:pt x="845" y="169"/>
                  </a:lnTo>
                  <a:lnTo>
                    <a:pt x="845" y="171"/>
                  </a:lnTo>
                  <a:lnTo>
                    <a:pt x="845" y="171"/>
                  </a:lnTo>
                  <a:lnTo>
                    <a:pt x="845" y="171"/>
                  </a:lnTo>
                  <a:lnTo>
                    <a:pt x="842" y="171"/>
                  </a:lnTo>
                  <a:lnTo>
                    <a:pt x="842" y="173"/>
                  </a:lnTo>
                  <a:lnTo>
                    <a:pt x="842" y="173"/>
                  </a:lnTo>
                  <a:lnTo>
                    <a:pt x="842" y="173"/>
                  </a:lnTo>
                  <a:lnTo>
                    <a:pt x="840" y="173"/>
                  </a:lnTo>
                  <a:lnTo>
                    <a:pt x="840" y="176"/>
                  </a:lnTo>
                  <a:lnTo>
                    <a:pt x="845" y="176"/>
                  </a:lnTo>
                  <a:lnTo>
                    <a:pt x="845" y="176"/>
                  </a:lnTo>
                  <a:lnTo>
                    <a:pt x="845" y="176"/>
                  </a:lnTo>
                  <a:lnTo>
                    <a:pt x="845" y="178"/>
                  </a:lnTo>
                  <a:lnTo>
                    <a:pt x="847" y="178"/>
                  </a:lnTo>
                  <a:lnTo>
                    <a:pt x="847" y="178"/>
                  </a:lnTo>
                  <a:lnTo>
                    <a:pt x="852" y="178"/>
                  </a:lnTo>
                  <a:lnTo>
                    <a:pt x="852" y="176"/>
                  </a:lnTo>
                  <a:lnTo>
                    <a:pt x="859" y="176"/>
                  </a:lnTo>
                  <a:lnTo>
                    <a:pt x="859" y="178"/>
                  </a:lnTo>
                  <a:lnTo>
                    <a:pt x="859" y="178"/>
                  </a:lnTo>
                  <a:lnTo>
                    <a:pt x="859" y="178"/>
                  </a:lnTo>
                  <a:lnTo>
                    <a:pt x="859" y="178"/>
                  </a:lnTo>
                  <a:lnTo>
                    <a:pt x="859" y="181"/>
                  </a:lnTo>
                  <a:lnTo>
                    <a:pt x="856" y="181"/>
                  </a:lnTo>
                  <a:lnTo>
                    <a:pt x="856" y="183"/>
                  </a:lnTo>
                  <a:lnTo>
                    <a:pt x="859" y="183"/>
                  </a:lnTo>
                  <a:lnTo>
                    <a:pt x="859" y="185"/>
                  </a:lnTo>
                  <a:lnTo>
                    <a:pt x="859" y="185"/>
                  </a:lnTo>
                  <a:lnTo>
                    <a:pt x="859" y="185"/>
                  </a:lnTo>
                  <a:lnTo>
                    <a:pt x="856" y="185"/>
                  </a:lnTo>
                  <a:lnTo>
                    <a:pt x="856" y="188"/>
                  </a:lnTo>
                  <a:lnTo>
                    <a:pt x="856" y="188"/>
                  </a:lnTo>
                  <a:lnTo>
                    <a:pt x="856" y="188"/>
                  </a:lnTo>
                  <a:lnTo>
                    <a:pt x="856" y="188"/>
                  </a:lnTo>
                  <a:lnTo>
                    <a:pt x="856" y="192"/>
                  </a:lnTo>
                  <a:lnTo>
                    <a:pt x="856" y="192"/>
                  </a:lnTo>
                  <a:lnTo>
                    <a:pt x="856" y="190"/>
                  </a:lnTo>
                  <a:lnTo>
                    <a:pt x="856" y="190"/>
                  </a:lnTo>
                  <a:lnTo>
                    <a:pt x="856" y="192"/>
                  </a:lnTo>
                  <a:lnTo>
                    <a:pt x="859" y="192"/>
                  </a:lnTo>
                  <a:lnTo>
                    <a:pt x="859" y="192"/>
                  </a:lnTo>
                  <a:lnTo>
                    <a:pt x="859" y="192"/>
                  </a:lnTo>
                  <a:lnTo>
                    <a:pt x="859" y="195"/>
                  </a:lnTo>
                  <a:lnTo>
                    <a:pt x="861" y="195"/>
                  </a:lnTo>
                  <a:lnTo>
                    <a:pt x="861" y="195"/>
                  </a:lnTo>
                  <a:lnTo>
                    <a:pt x="859" y="195"/>
                  </a:lnTo>
                  <a:lnTo>
                    <a:pt x="859" y="197"/>
                  </a:lnTo>
                  <a:lnTo>
                    <a:pt x="859" y="197"/>
                  </a:lnTo>
                  <a:lnTo>
                    <a:pt x="859" y="197"/>
                  </a:lnTo>
                  <a:lnTo>
                    <a:pt x="852" y="197"/>
                  </a:lnTo>
                  <a:lnTo>
                    <a:pt x="852" y="197"/>
                  </a:lnTo>
                  <a:lnTo>
                    <a:pt x="854" y="197"/>
                  </a:lnTo>
                  <a:lnTo>
                    <a:pt x="854" y="195"/>
                  </a:lnTo>
                  <a:lnTo>
                    <a:pt x="852" y="195"/>
                  </a:lnTo>
                  <a:lnTo>
                    <a:pt x="852" y="197"/>
                  </a:lnTo>
                  <a:lnTo>
                    <a:pt x="849" y="197"/>
                  </a:lnTo>
                  <a:lnTo>
                    <a:pt x="849" y="197"/>
                  </a:lnTo>
                  <a:lnTo>
                    <a:pt x="849" y="197"/>
                  </a:lnTo>
                  <a:lnTo>
                    <a:pt x="849" y="200"/>
                  </a:lnTo>
                  <a:lnTo>
                    <a:pt x="847" y="200"/>
                  </a:lnTo>
                  <a:lnTo>
                    <a:pt x="847" y="209"/>
                  </a:lnTo>
                  <a:lnTo>
                    <a:pt x="849" y="209"/>
                  </a:lnTo>
                  <a:lnTo>
                    <a:pt x="849" y="209"/>
                  </a:lnTo>
                  <a:lnTo>
                    <a:pt x="852" y="209"/>
                  </a:lnTo>
                  <a:lnTo>
                    <a:pt x="852" y="211"/>
                  </a:lnTo>
                  <a:lnTo>
                    <a:pt x="852" y="211"/>
                  </a:lnTo>
                  <a:lnTo>
                    <a:pt x="852" y="211"/>
                  </a:lnTo>
                  <a:lnTo>
                    <a:pt x="852" y="211"/>
                  </a:lnTo>
                  <a:lnTo>
                    <a:pt x="852" y="214"/>
                  </a:lnTo>
                  <a:lnTo>
                    <a:pt x="859" y="214"/>
                  </a:lnTo>
                  <a:lnTo>
                    <a:pt x="859" y="211"/>
                  </a:lnTo>
                  <a:lnTo>
                    <a:pt x="859" y="211"/>
                  </a:lnTo>
                  <a:lnTo>
                    <a:pt x="859" y="209"/>
                  </a:lnTo>
                  <a:lnTo>
                    <a:pt x="861" y="209"/>
                  </a:lnTo>
                  <a:lnTo>
                    <a:pt x="861" y="207"/>
                  </a:lnTo>
                  <a:lnTo>
                    <a:pt x="866" y="207"/>
                  </a:lnTo>
                  <a:lnTo>
                    <a:pt x="866" y="209"/>
                  </a:lnTo>
                  <a:lnTo>
                    <a:pt x="866" y="209"/>
                  </a:lnTo>
                  <a:lnTo>
                    <a:pt x="866" y="209"/>
                  </a:lnTo>
                  <a:lnTo>
                    <a:pt x="871" y="209"/>
                  </a:lnTo>
                  <a:lnTo>
                    <a:pt x="871" y="209"/>
                  </a:lnTo>
                  <a:lnTo>
                    <a:pt x="875" y="209"/>
                  </a:lnTo>
                  <a:lnTo>
                    <a:pt x="875" y="209"/>
                  </a:lnTo>
                  <a:lnTo>
                    <a:pt x="878" y="209"/>
                  </a:lnTo>
                  <a:lnTo>
                    <a:pt x="878" y="211"/>
                  </a:lnTo>
                  <a:lnTo>
                    <a:pt x="875" y="211"/>
                  </a:lnTo>
                  <a:lnTo>
                    <a:pt x="875" y="211"/>
                  </a:lnTo>
                  <a:lnTo>
                    <a:pt x="873" y="211"/>
                  </a:lnTo>
                  <a:lnTo>
                    <a:pt x="873" y="214"/>
                  </a:lnTo>
                  <a:lnTo>
                    <a:pt x="875" y="214"/>
                  </a:lnTo>
                  <a:lnTo>
                    <a:pt x="875" y="216"/>
                  </a:lnTo>
                  <a:lnTo>
                    <a:pt x="875" y="216"/>
                  </a:lnTo>
                  <a:lnTo>
                    <a:pt x="875" y="216"/>
                  </a:lnTo>
                  <a:lnTo>
                    <a:pt x="878" y="216"/>
                  </a:lnTo>
                  <a:lnTo>
                    <a:pt x="878" y="218"/>
                  </a:lnTo>
                  <a:lnTo>
                    <a:pt x="878" y="218"/>
                  </a:lnTo>
                  <a:lnTo>
                    <a:pt x="878" y="218"/>
                  </a:lnTo>
                  <a:lnTo>
                    <a:pt x="880" y="218"/>
                  </a:lnTo>
                  <a:lnTo>
                    <a:pt x="880" y="218"/>
                  </a:lnTo>
                  <a:lnTo>
                    <a:pt x="880" y="218"/>
                  </a:lnTo>
                  <a:lnTo>
                    <a:pt x="880" y="221"/>
                  </a:lnTo>
                  <a:lnTo>
                    <a:pt x="882" y="221"/>
                  </a:lnTo>
                  <a:lnTo>
                    <a:pt x="882" y="221"/>
                  </a:lnTo>
                  <a:lnTo>
                    <a:pt x="882" y="221"/>
                  </a:lnTo>
                  <a:lnTo>
                    <a:pt x="882" y="223"/>
                  </a:lnTo>
                  <a:lnTo>
                    <a:pt x="885" y="223"/>
                  </a:lnTo>
                  <a:lnTo>
                    <a:pt x="885" y="223"/>
                  </a:lnTo>
                  <a:lnTo>
                    <a:pt x="887" y="223"/>
                  </a:lnTo>
                  <a:lnTo>
                    <a:pt x="887" y="226"/>
                  </a:lnTo>
                  <a:lnTo>
                    <a:pt x="894" y="226"/>
                  </a:lnTo>
                  <a:lnTo>
                    <a:pt x="894" y="223"/>
                  </a:lnTo>
                  <a:lnTo>
                    <a:pt x="894" y="223"/>
                  </a:lnTo>
                  <a:lnTo>
                    <a:pt x="894" y="226"/>
                  </a:lnTo>
                  <a:lnTo>
                    <a:pt x="897" y="226"/>
                  </a:lnTo>
                  <a:lnTo>
                    <a:pt x="897" y="228"/>
                  </a:lnTo>
                  <a:lnTo>
                    <a:pt x="897" y="228"/>
                  </a:lnTo>
                  <a:lnTo>
                    <a:pt x="897" y="228"/>
                  </a:lnTo>
                  <a:lnTo>
                    <a:pt x="894" y="228"/>
                  </a:lnTo>
                  <a:lnTo>
                    <a:pt x="894" y="230"/>
                  </a:lnTo>
                  <a:lnTo>
                    <a:pt x="894" y="230"/>
                  </a:lnTo>
                  <a:lnTo>
                    <a:pt x="894" y="230"/>
                  </a:lnTo>
                  <a:lnTo>
                    <a:pt x="892" y="230"/>
                  </a:lnTo>
                  <a:lnTo>
                    <a:pt x="892" y="233"/>
                  </a:lnTo>
                  <a:lnTo>
                    <a:pt x="892" y="233"/>
                  </a:lnTo>
                  <a:lnTo>
                    <a:pt x="892" y="233"/>
                  </a:lnTo>
                  <a:lnTo>
                    <a:pt x="892" y="233"/>
                  </a:lnTo>
                  <a:lnTo>
                    <a:pt x="892" y="235"/>
                  </a:lnTo>
                  <a:lnTo>
                    <a:pt x="890" y="235"/>
                  </a:lnTo>
                  <a:lnTo>
                    <a:pt x="890" y="235"/>
                  </a:lnTo>
                  <a:lnTo>
                    <a:pt x="890" y="235"/>
                  </a:lnTo>
                  <a:lnTo>
                    <a:pt x="890" y="237"/>
                  </a:lnTo>
                  <a:lnTo>
                    <a:pt x="887" y="237"/>
                  </a:lnTo>
                  <a:lnTo>
                    <a:pt x="887" y="237"/>
                  </a:lnTo>
                  <a:lnTo>
                    <a:pt x="885" y="237"/>
                  </a:lnTo>
                  <a:lnTo>
                    <a:pt x="885" y="240"/>
                  </a:lnTo>
                  <a:lnTo>
                    <a:pt x="885" y="240"/>
                  </a:lnTo>
                  <a:lnTo>
                    <a:pt x="885" y="240"/>
                  </a:lnTo>
                  <a:lnTo>
                    <a:pt x="882" y="240"/>
                  </a:lnTo>
                  <a:lnTo>
                    <a:pt x="882" y="242"/>
                  </a:lnTo>
                  <a:lnTo>
                    <a:pt x="880" y="242"/>
                  </a:lnTo>
                  <a:lnTo>
                    <a:pt x="880" y="240"/>
                  </a:lnTo>
                  <a:lnTo>
                    <a:pt x="880" y="240"/>
                  </a:lnTo>
                  <a:lnTo>
                    <a:pt x="880" y="240"/>
                  </a:lnTo>
                  <a:lnTo>
                    <a:pt x="880" y="240"/>
                  </a:lnTo>
                  <a:lnTo>
                    <a:pt x="880" y="237"/>
                  </a:lnTo>
                  <a:lnTo>
                    <a:pt x="878" y="237"/>
                  </a:lnTo>
                  <a:lnTo>
                    <a:pt x="878" y="237"/>
                  </a:lnTo>
                  <a:lnTo>
                    <a:pt x="875" y="237"/>
                  </a:lnTo>
                  <a:lnTo>
                    <a:pt x="875" y="235"/>
                  </a:lnTo>
                  <a:lnTo>
                    <a:pt x="871" y="235"/>
                  </a:lnTo>
                  <a:lnTo>
                    <a:pt x="871" y="235"/>
                  </a:lnTo>
                  <a:lnTo>
                    <a:pt x="871" y="235"/>
                  </a:lnTo>
                  <a:lnTo>
                    <a:pt x="871" y="233"/>
                  </a:lnTo>
                  <a:lnTo>
                    <a:pt x="868" y="233"/>
                  </a:lnTo>
                  <a:lnTo>
                    <a:pt x="868" y="233"/>
                  </a:lnTo>
                  <a:lnTo>
                    <a:pt x="866" y="233"/>
                  </a:lnTo>
                  <a:lnTo>
                    <a:pt x="866" y="230"/>
                  </a:lnTo>
                  <a:lnTo>
                    <a:pt x="864" y="230"/>
                  </a:lnTo>
                  <a:lnTo>
                    <a:pt x="864" y="230"/>
                  </a:lnTo>
                  <a:lnTo>
                    <a:pt x="859" y="230"/>
                  </a:lnTo>
                  <a:lnTo>
                    <a:pt x="859" y="228"/>
                  </a:lnTo>
                  <a:lnTo>
                    <a:pt x="856" y="228"/>
                  </a:lnTo>
                  <a:lnTo>
                    <a:pt x="856" y="228"/>
                  </a:lnTo>
                  <a:lnTo>
                    <a:pt x="861" y="228"/>
                  </a:lnTo>
                  <a:lnTo>
                    <a:pt x="861" y="226"/>
                  </a:lnTo>
                  <a:lnTo>
                    <a:pt x="854" y="226"/>
                  </a:lnTo>
                  <a:lnTo>
                    <a:pt x="854" y="226"/>
                  </a:lnTo>
                  <a:lnTo>
                    <a:pt x="847" y="226"/>
                  </a:lnTo>
                  <a:lnTo>
                    <a:pt x="847" y="223"/>
                  </a:lnTo>
                  <a:lnTo>
                    <a:pt x="845" y="223"/>
                  </a:lnTo>
                  <a:lnTo>
                    <a:pt x="845" y="223"/>
                  </a:lnTo>
                  <a:lnTo>
                    <a:pt x="842" y="223"/>
                  </a:lnTo>
                  <a:lnTo>
                    <a:pt x="842" y="221"/>
                  </a:lnTo>
                  <a:lnTo>
                    <a:pt x="840" y="221"/>
                  </a:lnTo>
                  <a:lnTo>
                    <a:pt x="840" y="221"/>
                  </a:lnTo>
                  <a:lnTo>
                    <a:pt x="837" y="221"/>
                  </a:lnTo>
                  <a:lnTo>
                    <a:pt x="837" y="218"/>
                  </a:lnTo>
                  <a:lnTo>
                    <a:pt x="835" y="218"/>
                  </a:lnTo>
                  <a:lnTo>
                    <a:pt x="835" y="218"/>
                  </a:lnTo>
                  <a:lnTo>
                    <a:pt x="826" y="218"/>
                  </a:lnTo>
                  <a:lnTo>
                    <a:pt x="826" y="218"/>
                  </a:lnTo>
                  <a:lnTo>
                    <a:pt x="819" y="218"/>
                  </a:lnTo>
                  <a:lnTo>
                    <a:pt x="819" y="216"/>
                  </a:lnTo>
                  <a:lnTo>
                    <a:pt x="814" y="216"/>
                  </a:lnTo>
                  <a:lnTo>
                    <a:pt x="814" y="216"/>
                  </a:lnTo>
                  <a:lnTo>
                    <a:pt x="814" y="216"/>
                  </a:lnTo>
                  <a:lnTo>
                    <a:pt x="814" y="214"/>
                  </a:lnTo>
                  <a:lnTo>
                    <a:pt x="807" y="214"/>
                  </a:lnTo>
                  <a:lnTo>
                    <a:pt x="807" y="214"/>
                  </a:lnTo>
                  <a:lnTo>
                    <a:pt x="807" y="214"/>
                  </a:lnTo>
                  <a:lnTo>
                    <a:pt x="807" y="211"/>
                  </a:lnTo>
                  <a:lnTo>
                    <a:pt x="804" y="211"/>
                  </a:lnTo>
                  <a:lnTo>
                    <a:pt x="804" y="211"/>
                  </a:lnTo>
                  <a:lnTo>
                    <a:pt x="800" y="211"/>
                  </a:lnTo>
                  <a:lnTo>
                    <a:pt x="800" y="209"/>
                  </a:lnTo>
                  <a:lnTo>
                    <a:pt x="797" y="209"/>
                  </a:lnTo>
                  <a:lnTo>
                    <a:pt x="797" y="209"/>
                  </a:lnTo>
                  <a:lnTo>
                    <a:pt x="795" y="209"/>
                  </a:lnTo>
                  <a:lnTo>
                    <a:pt x="795" y="209"/>
                  </a:lnTo>
                  <a:lnTo>
                    <a:pt x="790" y="209"/>
                  </a:lnTo>
                  <a:lnTo>
                    <a:pt x="790" y="207"/>
                  </a:lnTo>
                  <a:lnTo>
                    <a:pt x="785" y="207"/>
                  </a:lnTo>
                  <a:lnTo>
                    <a:pt x="785" y="207"/>
                  </a:lnTo>
                  <a:lnTo>
                    <a:pt x="778" y="207"/>
                  </a:lnTo>
                  <a:lnTo>
                    <a:pt x="778" y="204"/>
                  </a:lnTo>
                  <a:lnTo>
                    <a:pt x="771" y="204"/>
                  </a:lnTo>
                  <a:lnTo>
                    <a:pt x="771" y="204"/>
                  </a:lnTo>
                  <a:lnTo>
                    <a:pt x="764" y="204"/>
                  </a:lnTo>
                  <a:lnTo>
                    <a:pt x="764" y="202"/>
                  </a:lnTo>
                  <a:lnTo>
                    <a:pt x="740" y="202"/>
                  </a:lnTo>
                  <a:lnTo>
                    <a:pt x="740" y="202"/>
                  </a:lnTo>
                  <a:lnTo>
                    <a:pt x="731" y="202"/>
                  </a:lnTo>
                  <a:lnTo>
                    <a:pt x="731" y="200"/>
                  </a:lnTo>
                  <a:lnTo>
                    <a:pt x="731" y="200"/>
                  </a:lnTo>
                  <a:lnTo>
                    <a:pt x="731" y="200"/>
                  </a:lnTo>
                  <a:lnTo>
                    <a:pt x="719" y="200"/>
                  </a:lnTo>
                  <a:lnTo>
                    <a:pt x="719" y="200"/>
                  </a:lnTo>
                  <a:lnTo>
                    <a:pt x="717" y="200"/>
                  </a:lnTo>
                  <a:lnTo>
                    <a:pt x="717" y="202"/>
                  </a:lnTo>
                  <a:lnTo>
                    <a:pt x="717" y="202"/>
                  </a:lnTo>
                  <a:lnTo>
                    <a:pt x="717" y="204"/>
                  </a:lnTo>
                  <a:lnTo>
                    <a:pt x="712" y="204"/>
                  </a:lnTo>
                  <a:lnTo>
                    <a:pt x="712" y="204"/>
                  </a:lnTo>
                  <a:lnTo>
                    <a:pt x="712" y="204"/>
                  </a:lnTo>
                  <a:lnTo>
                    <a:pt x="712" y="202"/>
                  </a:lnTo>
                  <a:lnTo>
                    <a:pt x="714" y="202"/>
                  </a:lnTo>
                  <a:lnTo>
                    <a:pt x="714" y="200"/>
                  </a:lnTo>
                  <a:lnTo>
                    <a:pt x="714" y="200"/>
                  </a:lnTo>
                  <a:lnTo>
                    <a:pt x="714" y="200"/>
                  </a:lnTo>
                  <a:lnTo>
                    <a:pt x="712" y="200"/>
                  </a:lnTo>
                  <a:lnTo>
                    <a:pt x="712" y="200"/>
                  </a:lnTo>
                  <a:lnTo>
                    <a:pt x="712" y="200"/>
                  </a:lnTo>
                  <a:lnTo>
                    <a:pt x="712" y="197"/>
                  </a:lnTo>
                  <a:lnTo>
                    <a:pt x="710" y="197"/>
                  </a:lnTo>
                  <a:lnTo>
                    <a:pt x="710" y="197"/>
                  </a:lnTo>
                  <a:lnTo>
                    <a:pt x="707" y="197"/>
                  </a:lnTo>
                  <a:lnTo>
                    <a:pt x="707" y="195"/>
                  </a:lnTo>
                  <a:lnTo>
                    <a:pt x="705" y="195"/>
                  </a:lnTo>
                  <a:lnTo>
                    <a:pt x="705" y="195"/>
                  </a:lnTo>
                  <a:lnTo>
                    <a:pt x="705" y="195"/>
                  </a:lnTo>
                  <a:lnTo>
                    <a:pt x="705" y="192"/>
                  </a:lnTo>
                  <a:lnTo>
                    <a:pt x="698" y="192"/>
                  </a:lnTo>
                  <a:lnTo>
                    <a:pt x="698" y="192"/>
                  </a:lnTo>
                  <a:lnTo>
                    <a:pt x="698" y="192"/>
                  </a:lnTo>
                  <a:lnTo>
                    <a:pt x="698" y="190"/>
                  </a:lnTo>
                  <a:lnTo>
                    <a:pt x="693" y="190"/>
                  </a:lnTo>
                  <a:lnTo>
                    <a:pt x="693" y="190"/>
                  </a:lnTo>
                  <a:lnTo>
                    <a:pt x="693" y="190"/>
                  </a:lnTo>
                  <a:lnTo>
                    <a:pt x="693" y="188"/>
                  </a:lnTo>
                  <a:lnTo>
                    <a:pt x="691" y="188"/>
                  </a:lnTo>
                  <a:lnTo>
                    <a:pt x="691" y="188"/>
                  </a:lnTo>
                  <a:lnTo>
                    <a:pt x="691" y="188"/>
                  </a:lnTo>
                  <a:lnTo>
                    <a:pt x="691" y="188"/>
                  </a:lnTo>
                  <a:lnTo>
                    <a:pt x="686" y="188"/>
                  </a:lnTo>
                  <a:lnTo>
                    <a:pt x="686" y="185"/>
                  </a:lnTo>
                  <a:lnTo>
                    <a:pt x="684" y="185"/>
                  </a:lnTo>
                  <a:lnTo>
                    <a:pt x="684" y="185"/>
                  </a:lnTo>
                  <a:lnTo>
                    <a:pt x="684" y="185"/>
                  </a:lnTo>
                  <a:lnTo>
                    <a:pt x="684" y="183"/>
                  </a:lnTo>
                  <a:lnTo>
                    <a:pt x="681" y="183"/>
                  </a:lnTo>
                  <a:lnTo>
                    <a:pt x="681" y="185"/>
                  </a:lnTo>
                  <a:lnTo>
                    <a:pt x="677" y="185"/>
                  </a:lnTo>
                  <a:lnTo>
                    <a:pt x="677" y="185"/>
                  </a:lnTo>
                  <a:lnTo>
                    <a:pt x="677" y="185"/>
                  </a:lnTo>
                  <a:lnTo>
                    <a:pt x="677" y="188"/>
                  </a:lnTo>
                  <a:lnTo>
                    <a:pt x="672" y="188"/>
                  </a:lnTo>
                  <a:lnTo>
                    <a:pt x="672" y="188"/>
                  </a:lnTo>
                  <a:lnTo>
                    <a:pt x="672" y="188"/>
                  </a:lnTo>
                  <a:lnTo>
                    <a:pt x="672" y="188"/>
                  </a:lnTo>
                  <a:lnTo>
                    <a:pt x="669" y="188"/>
                  </a:lnTo>
                  <a:lnTo>
                    <a:pt x="669" y="188"/>
                  </a:lnTo>
                  <a:lnTo>
                    <a:pt x="667" y="188"/>
                  </a:lnTo>
                  <a:lnTo>
                    <a:pt x="667" y="190"/>
                  </a:lnTo>
                  <a:lnTo>
                    <a:pt x="667" y="190"/>
                  </a:lnTo>
                  <a:lnTo>
                    <a:pt x="667" y="190"/>
                  </a:lnTo>
                  <a:lnTo>
                    <a:pt x="667" y="190"/>
                  </a:lnTo>
                  <a:lnTo>
                    <a:pt x="667" y="192"/>
                  </a:lnTo>
                  <a:lnTo>
                    <a:pt x="669" y="192"/>
                  </a:lnTo>
                  <a:lnTo>
                    <a:pt x="669" y="192"/>
                  </a:lnTo>
                  <a:lnTo>
                    <a:pt x="672" y="192"/>
                  </a:lnTo>
                  <a:lnTo>
                    <a:pt x="672" y="195"/>
                  </a:lnTo>
                  <a:lnTo>
                    <a:pt x="672" y="195"/>
                  </a:lnTo>
                  <a:lnTo>
                    <a:pt x="672" y="195"/>
                  </a:lnTo>
                  <a:lnTo>
                    <a:pt x="672" y="195"/>
                  </a:lnTo>
                  <a:lnTo>
                    <a:pt x="672" y="197"/>
                  </a:lnTo>
                  <a:lnTo>
                    <a:pt x="674" y="197"/>
                  </a:lnTo>
                  <a:lnTo>
                    <a:pt x="674" y="197"/>
                  </a:lnTo>
                  <a:lnTo>
                    <a:pt x="677" y="197"/>
                  </a:lnTo>
                  <a:lnTo>
                    <a:pt x="677" y="200"/>
                  </a:lnTo>
                  <a:lnTo>
                    <a:pt x="679" y="200"/>
                  </a:lnTo>
                  <a:lnTo>
                    <a:pt x="679" y="200"/>
                  </a:lnTo>
                  <a:lnTo>
                    <a:pt x="681" y="200"/>
                  </a:lnTo>
                  <a:lnTo>
                    <a:pt x="681" y="200"/>
                  </a:lnTo>
                  <a:lnTo>
                    <a:pt x="686" y="200"/>
                  </a:lnTo>
                  <a:lnTo>
                    <a:pt x="686" y="200"/>
                  </a:lnTo>
                  <a:lnTo>
                    <a:pt x="688" y="200"/>
                  </a:lnTo>
                  <a:lnTo>
                    <a:pt x="688" y="202"/>
                  </a:lnTo>
                  <a:lnTo>
                    <a:pt x="691" y="202"/>
                  </a:lnTo>
                  <a:lnTo>
                    <a:pt x="691" y="200"/>
                  </a:lnTo>
                  <a:lnTo>
                    <a:pt x="693" y="200"/>
                  </a:lnTo>
                  <a:lnTo>
                    <a:pt x="693" y="202"/>
                  </a:lnTo>
                  <a:lnTo>
                    <a:pt x="693" y="202"/>
                  </a:lnTo>
                  <a:lnTo>
                    <a:pt x="693" y="202"/>
                  </a:lnTo>
                  <a:lnTo>
                    <a:pt x="693" y="202"/>
                  </a:lnTo>
                  <a:lnTo>
                    <a:pt x="693" y="204"/>
                  </a:lnTo>
                  <a:lnTo>
                    <a:pt x="693" y="204"/>
                  </a:lnTo>
                  <a:lnTo>
                    <a:pt x="693" y="204"/>
                  </a:lnTo>
                  <a:lnTo>
                    <a:pt x="700" y="204"/>
                  </a:lnTo>
                  <a:lnTo>
                    <a:pt x="700" y="207"/>
                  </a:lnTo>
                  <a:lnTo>
                    <a:pt x="703" y="207"/>
                  </a:lnTo>
                  <a:lnTo>
                    <a:pt x="703" y="204"/>
                  </a:lnTo>
                  <a:lnTo>
                    <a:pt x="707" y="204"/>
                  </a:lnTo>
                  <a:lnTo>
                    <a:pt x="707" y="207"/>
                  </a:lnTo>
                  <a:lnTo>
                    <a:pt x="705" y="207"/>
                  </a:lnTo>
                  <a:lnTo>
                    <a:pt x="705" y="209"/>
                  </a:lnTo>
                  <a:lnTo>
                    <a:pt x="707" y="209"/>
                  </a:lnTo>
                  <a:lnTo>
                    <a:pt x="707" y="209"/>
                  </a:lnTo>
                  <a:lnTo>
                    <a:pt x="707" y="209"/>
                  </a:lnTo>
                  <a:lnTo>
                    <a:pt x="707" y="211"/>
                  </a:lnTo>
                  <a:lnTo>
                    <a:pt x="710" y="211"/>
                  </a:lnTo>
                  <a:lnTo>
                    <a:pt x="710" y="211"/>
                  </a:lnTo>
                  <a:lnTo>
                    <a:pt x="712" y="211"/>
                  </a:lnTo>
                  <a:lnTo>
                    <a:pt x="712" y="214"/>
                  </a:lnTo>
                  <a:lnTo>
                    <a:pt x="712" y="214"/>
                  </a:lnTo>
                  <a:lnTo>
                    <a:pt x="712" y="214"/>
                  </a:lnTo>
                  <a:lnTo>
                    <a:pt x="714" y="214"/>
                  </a:lnTo>
                  <a:lnTo>
                    <a:pt x="714" y="216"/>
                  </a:lnTo>
                  <a:lnTo>
                    <a:pt x="717" y="216"/>
                  </a:lnTo>
                  <a:lnTo>
                    <a:pt x="717" y="218"/>
                  </a:lnTo>
                  <a:lnTo>
                    <a:pt x="719" y="218"/>
                  </a:lnTo>
                  <a:lnTo>
                    <a:pt x="719" y="218"/>
                  </a:lnTo>
                  <a:lnTo>
                    <a:pt x="721" y="218"/>
                  </a:lnTo>
                  <a:lnTo>
                    <a:pt x="721" y="218"/>
                  </a:lnTo>
                  <a:lnTo>
                    <a:pt x="721" y="218"/>
                  </a:lnTo>
                  <a:lnTo>
                    <a:pt x="721" y="221"/>
                  </a:lnTo>
                  <a:lnTo>
                    <a:pt x="724" y="221"/>
                  </a:lnTo>
                  <a:lnTo>
                    <a:pt x="724" y="223"/>
                  </a:lnTo>
                  <a:lnTo>
                    <a:pt x="721" y="223"/>
                  </a:lnTo>
                  <a:lnTo>
                    <a:pt x="721" y="223"/>
                  </a:lnTo>
                  <a:lnTo>
                    <a:pt x="719" y="223"/>
                  </a:lnTo>
                  <a:lnTo>
                    <a:pt x="719" y="226"/>
                  </a:lnTo>
                  <a:lnTo>
                    <a:pt x="719" y="226"/>
                  </a:lnTo>
                  <a:lnTo>
                    <a:pt x="719" y="226"/>
                  </a:lnTo>
                  <a:lnTo>
                    <a:pt x="717" y="226"/>
                  </a:lnTo>
                  <a:lnTo>
                    <a:pt x="717" y="228"/>
                  </a:lnTo>
                  <a:lnTo>
                    <a:pt x="717" y="228"/>
                  </a:lnTo>
                  <a:lnTo>
                    <a:pt x="717" y="228"/>
                  </a:lnTo>
                  <a:lnTo>
                    <a:pt x="712" y="228"/>
                  </a:lnTo>
                  <a:lnTo>
                    <a:pt x="712" y="228"/>
                  </a:lnTo>
                  <a:lnTo>
                    <a:pt x="698" y="228"/>
                  </a:lnTo>
                  <a:lnTo>
                    <a:pt x="698" y="230"/>
                  </a:lnTo>
                  <a:lnTo>
                    <a:pt x="698" y="230"/>
                  </a:lnTo>
                  <a:lnTo>
                    <a:pt x="698" y="233"/>
                  </a:lnTo>
                  <a:lnTo>
                    <a:pt x="698" y="233"/>
                  </a:lnTo>
                  <a:lnTo>
                    <a:pt x="698" y="235"/>
                  </a:lnTo>
                  <a:lnTo>
                    <a:pt x="700" y="235"/>
                  </a:lnTo>
                  <a:lnTo>
                    <a:pt x="700" y="237"/>
                  </a:lnTo>
                  <a:lnTo>
                    <a:pt x="698" y="237"/>
                  </a:lnTo>
                  <a:lnTo>
                    <a:pt x="698" y="237"/>
                  </a:lnTo>
                  <a:lnTo>
                    <a:pt x="693" y="237"/>
                  </a:lnTo>
                  <a:lnTo>
                    <a:pt x="693" y="237"/>
                  </a:lnTo>
                  <a:lnTo>
                    <a:pt x="693" y="237"/>
                  </a:lnTo>
                  <a:lnTo>
                    <a:pt x="693" y="237"/>
                  </a:lnTo>
                  <a:lnTo>
                    <a:pt x="686" y="237"/>
                  </a:lnTo>
                  <a:lnTo>
                    <a:pt x="686" y="237"/>
                  </a:lnTo>
                  <a:lnTo>
                    <a:pt x="684" y="237"/>
                  </a:lnTo>
                  <a:lnTo>
                    <a:pt x="684" y="235"/>
                  </a:lnTo>
                  <a:lnTo>
                    <a:pt x="684" y="235"/>
                  </a:lnTo>
                  <a:lnTo>
                    <a:pt x="684" y="233"/>
                  </a:lnTo>
                  <a:lnTo>
                    <a:pt x="684" y="233"/>
                  </a:lnTo>
                  <a:lnTo>
                    <a:pt x="684" y="233"/>
                  </a:lnTo>
                  <a:lnTo>
                    <a:pt x="686" y="233"/>
                  </a:lnTo>
                  <a:lnTo>
                    <a:pt x="686" y="230"/>
                  </a:lnTo>
                  <a:lnTo>
                    <a:pt x="686" y="230"/>
                  </a:lnTo>
                  <a:lnTo>
                    <a:pt x="686" y="230"/>
                  </a:lnTo>
                  <a:lnTo>
                    <a:pt x="686" y="230"/>
                  </a:lnTo>
                  <a:lnTo>
                    <a:pt x="686" y="230"/>
                  </a:lnTo>
                  <a:lnTo>
                    <a:pt x="691" y="230"/>
                  </a:lnTo>
                  <a:lnTo>
                    <a:pt x="691" y="230"/>
                  </a:lnTo>
                  <a:lnTo>
                    <a:pt x="693" y="230"/>
                  </a:lnTo>
                  <a:lnTo>
                    <a:pt x="693" y="228"/>
                  </a:lnTo>
                  <a:lnTo>
                    <a:pt x="691" y="228"/>
                  </a:lnTo>
                  <a:lnTo>
                    <a:pt x="691" y="226"/>
                  </a:lnTo>
                  <a:lnTo>
                    <a:pt x="688" y="226"/>
                  </a:lnTo>
                  <a:lnTo>
                    <a:pt x="688" y="226"/>
                  </a:lnTo>
                  <a:lnTo>
                    <a:pt x="686" y="226"/>
                  </a:lnTo>
                  <a:lnTo>
                    <a:pt x="686" y="223"/>
                  </a:lnTo>
                  <a:lnTo>
                    <a:pt x="686" y="223"/>
                  </a:lnTo>
                  <a:lnTo>
                    <a:pt x="686" y="223"/>
                  </a:lnTo>
                  <a:lnTo>
                    <a:pt x="688" y="223"/>
                  </a:lnTo>
                  <a:lnTo>
                    <a:pt x="688" y="221"/>
                  </a:lnTo>
                  <a:lnTo>
                    <a:pt x="674" y="221"/>
                  </a:lnTo>
                  <a:lnTo>
                    <a:pt x="674" y="223"/>
                  </a:lnTo>
                  <a:lnTo>
                    <a:pt x="669" y="223"/>
                  </a:lnTo>
                  <a:lnTo>
                    <a:pt x="669" y="223"/>
                  </a:lnTo>
                  <a:lnTo>
                    <a:pt x="667" y="223"/>
                  </a:lnTo>
                  <a:lnTo>
                    <a:pt x="667" y="226"/>
                  </a:lnTo>
                  <a:lnTo>
                    <a:pt x="660" y="226"/>
                  </a:lnTo>
                  <a:lnTo>
                    <a:pt x="660" y="226"/>
                  </a:lnTo>
                  <a:lnTo>
                    <a:pt x="658" y="226"/>
                  </a:lnTo>
                  <a:lnTo>
                    <a:pt x="658" y="228"/>
                  </a:lnTo>
                  <a:lnTo>
                    <a:pt x="648" y="228"/>
                  </a:lnTo>
                  <a:lnTo>
                    <a:pt x="648" y="228"/>
                  </a:lnTo>
                  <a:lnTo>
                    <a:pt x="641" y="228"/>
                  </a:lnTo>
                  <a:lnTo>
                    <a:pt x="641" y="228"/>
                  </a:lnTo>
                  <a:lnTo>
                    <a:pt x="641" y="228"/>
                  </a:lnTo>
                  <a:lnTo>
                    <a:pt x="641" y="230"/>
                  </a:lnTo>
                  <a:lnTo>
                    <a:pt x="641" y="230"/>
                  </a:lnTo>
                  <a:lnTo>
                    <a:pt x="641" y="230"/>
                  </a:lnTo>
                  <a:lnTo>
                    <a:pt x="643" y="230"/>
                  </a:lnTo>
                  <a:lnTo>
                    <a:pt x="643" y="228"/>
                  </a:lnTo>
                  <a:lnTo>
                    <a:pt x="646" y="228"/>
                  </a:lnTo>
                  <a:lnTo>
                    <a:pt x="646" y="230"/>
                  </a:lnTo>
                  <a:lnTo>
                    <a:pt x="646" y="230"/>
                  </a:lnTo>
                  <a:lnTo>
                    <a:pt x="646" y="228"/>
                  </a:lnTo>
                  <a:lnTo>
                    <a:pt x="648" y="228"/>
                  </a:lnTo>
                  <a:lnTo>
                    <a:pt x="648" y="230"/>
                  </a:lnTo>
                  <a:lnTo>
                    <a:pt x="648" y="230"/>
                  </a:lnTo>
                  <a:lnTo>
                    <a:pt x="648" y="233"/>
                  </a:lnTo>
                  <a:lnTo>
                    <a:pt x="646" y="233"/>
                  </a:lnTo>
                  <a:lnTo>
                    <a:pt x="646" y="233"/>
                  </a:lnTo>
                  <a:lnTo>
                    <a:pt x="639" y="233"/>
                  </a:lnTo>
                  <a:lnTo>
                    <a:pt x="639" y="233"/>
                  </a:lnTo>
                  <a:lnTo>
                    <a:pt x="634" y="233"/>
                  </a:lnTo>
                  <a:lnTo>
                    <a:pt x="634" y="230"/>
                  </a:lnTo>
                  <a:lnTo>
                    <a:pt x="620" y="230"/>
                  </a:lnTo>
                  <a:lnTo>
                    <a:pt x="620" y="230"/>
                  </a:lnTo>
                  <a:lnTo>
                    <a:pt x="615" y="230"/>
                  </a:lnTo>
                  <a:lnTo>
                    <a:pt x="615" y="230"/>
                  </a:lnTo>
                  <a:lnTo>
                    <a:pt x="613" y="230"/>
                  </a:lnTo>
                  <a:lnTo>
                    <a:pt x="613" y="233"/>
                  </a:lnTo>
                  <a:lnTo>
                    <a:pt x="601" y="233"/>
                  </a:lnTo>
                  <a:lnTo>
                    <a:pt x="601" y="233"/>
                  </a:lnTo>
                  <a:lnTo>
                    <a:pt x="601" y="233"/>
                  </a:lnTo>
                  <a:lnTo>
                    <a:pt x="601" y="235"/>
                  </a:lnTo>
                  <a:lnTo>
                    <a:pt x="598" y="235"/>
                  </a:lnTo>
                  <a:lnTo>
                    <a:pt x="598" y="235"/>
                  </a:lnTo>
                  <a:lnTo>
                    <a:pt x="594" y="235"/>
                  </a:lnTo>
                  <a:lnTo>
                    <a:pt x="594" y="237"/>
                  </a:lnTo>
                  <a:lnTo>
                    <a:pt x="594" y="237"/>
                  </a:lnTo>
                  <a:lnTo>
                    <a:pt x="594" y="237"/>
                  </a:lnTo>
                  <a:lnTo>
                    <a:pt x="591" y="237"/>
                  </a:lnTo>
                  <a:lnTo>
                    <a:pt x="591" y="237"/>
                  </a:lnTo>
                  <a:lnTo>
                    <a:pt x="591" y="237"/>
                  </a:lnTo>
                  <a:lnTo>
                    <a:pt x="591" y="240"/>
                  </a:lnTo>
                  <a:lnTo>
                    <a:pt x="591" y="240"/>
                  </a:lnTo>
                  <a:lnTo>
                    <a:pt x="591" y="242"/>
                  </a:lnTo>
                  <a:lnTo>
                    <a:pt x="589" y="242"/>
                  </a:lnTo>
                  <a:lnTo>
                    <a:pt x="589" y="242"/>
                  </a:lnTo>
                  <a:lnTo>
                    <a:pt x="587" y="242"/>
                  </a:lnTo>
                  <a:lnTo>
                    <a:pt x="587" y="240"/>
                  </a:lnTo>
                  <a:lnTo>
                    <a:pt x="587" y="240"/>
                  </a:lnTo>
                  <a:lnTo>
                    <a:pt x="587" y="240"/>
                  </a:lnTo>
                  <a:lnTo>
                    <a:pt x="584" y="240"/>
                  </a:lnTo>
                  <a:lnTo>
                    <a:pt x="584" y="237"/>
                  </a:lnTo>
                  <a:lnTo>
                    <a:pt x="584" y="237"/>
                  </a:lnTo>
                  <a:lnTo>
                    <a:pt x="584" y="240"/>
                  </a:lnTo>
                  <a:lnTo>
                    <a:pt x="582" y="240"/>
                  </a:lnTo>
                  <a:lnTo>
                    <a:pt x="582" y="237"/>
                  </a:lnTo>
                  <a:lnTo>
                    <a:pt x="579" y="237"/>
                  </a:lnTo>
                  <a:lnTo>
                    <a:pt x="579" y="237"/>
                  </a:lnTo>
                  <a:lnTo>
                    <a:pt x="577" y="237"/>
                  </a:lnTo>
                  <a:lnTo>
                    <a:pt x="577" y="240"/>
                  </a:lnTo>
                  <a:lnTo>
                    <a:pt x="575" y="240"/>
                  </a:lnTo>
                  <a:lnTo>
                    <a:pt x="575" y="240"/>
                  </a:lnTo>
                  <a:lnTo>
                    <a:pt x="572" y="240"/>
                  </a:lnTo>
                  <a:lnTo>
                    <a:pt x="572" y="240"/>
                  </a:lnTo>
                  <a:lnTo>
                    <a:pt x="575" y="240"/>
                  </a:lnTo>
                  <a:lnTo>
                    <a:pt x="575" y="237"/>
                  </a:lnTo>
                  <a:lnTo>
                    <a:pt x="572" y="237"/>
                  </a:lnTo>
                  <a:lnTo>
                    <a:pt x="572" y="233"/>
                  </a:lnTo>
                  <a:lnTo>
                    <a:pt x="570" y="233"/>
                  </a:lnTo>
                  <a:lnTo>
                    <a:pt x="570" y="233"/>
                  </a:lnTo>
                  <a:lnTo>
                    <a:pt x="570" y="233"/>
                  </a:lnTo>
                  <a:lnTo>
                    <a:pt x="570" y="230"/>
                  </a:lnTo>
                  <a:lnTo>
                    <a:pt x="570" y="230"/>
                  </a:lnTo>
                  <a:lnTo>
                    <a:pt x="570" y="230"/>
                  </a:lnTo>
                  <a:lnTo>
                    <a:pt x="570" y="230"/>
                  </a:lnTo>
                  <a:lnTo>
                    <a:pt x="570" y="228"/>
                  </a:lnTo>
                  <a:lnTo>
                    <a:pt x="572" y="228"/>
                  </a:lnTo>
                  <a:lnTo>
                    <a:pt x="572" y="228"/>
                  </a:lnTo>
                  <a:lnTo>
                    <a:pt x="575" y="228"/>
                  </a:lnTo>
                  <a:lnTo>
                    <a:pt x="575" y="226"/>
                  </a:lnTo>
                  <a:lnTo>
                    <a:pt x="572" y="226"/>
                  </a:lnTo>
                  <a:lnTo>
                    <a:pt x="572" y="226"/>
                  </a:lnTo>
                  <a:lnTo>
                    <a:pt x="572" y="226"/>
                  </a:lnTo>
                  <a:lnTo>
                    <a:pt x="572" y="223"/>
                  </a:lnTo>
                  <a:lnTo>
                    <a:pt x="582" y="223"/>
                  </a:lnTo>
                  <a:lnTo>
                    <a:pt x="582" y="223"/>
                  </a:lnTo>
                  <a:lnTo>
                    <a:pt x="584" y="223"/>
                  </a:lnTo>
                  <a:lnTo>
                    <a:pt x="584" y="223"/>
                  </a:lnTo>
                  <a:lnTo>
                    <a:pt x="589" y="223"/>
                  </a:lnTo>
                  <a:lnTo>
                    <a:pt x="589" y="223"/>
                  </a:lnTo>
                  <a:lnTo>
                    <a:pt x="589" y="223"/>
                  </a:lnTo>
                  <a:lnTo>
                    <a:pt x="589" y="221"/>
                  </a:lnTo>
                  <a:lnTo>
                    <a:pt x="570" y="221"/>
                  </a:lnTo>
                  <a:lnTo>
                    <a:pt x="570" y="223"/>
                  </a:lnTo>
                  <a:lnTo>
                    <a:pt x="563" y="223"/>
                  </a:lnTo>
                  <a:lnTo>
                    <a:pt x="563" y="223"/>
                  </a:lnTo>
                  <a:lnTo>
                    <a:pt x="558" y="223"/>
                  </a:lnTo>
                  <a:lnTo>
                    <a:pt x="558" y="226"/>
                  </a:lnTo>
                  <a:lnTo>
                    <a:pt x="556" y="226"/>
                  </a:lnTo>
                  <a:lnTo>
                    <a:pt x="556" y="226"/>
                  </a:lnTo>
                  <a:lnTo>
                    <a:pt x="551" y="226"/>
                  </a:lnTo>
                  <a:lnTo>
                    <a:pt x="551" y="228"/>
                  </a:lnTo>
                  <a:lnTo>
                    <a:pt x="549" y="228"/>
                  </a:lnTo>
                  <a:lnTo>
                    <a:pt x="549" y="228"/>
                  </a:lnTo>
                  <a:lnTo>
                    <a:pt x="544" y="228"/>
                  </a:lnTo>
                  <a:lnTo>
                    <a:pt x="544" y="228"/>
                  </a:lnTo>
                  <a:lnTo>
                    <a:pt x="542" y="228"/>
                  </a:lnTo>
                  <a:lnTo>
                    <a:pt x="542" y="230"/>
                  </a:lnTo>
                  <a:lnTo>
                    <a:pt x="539" y="230"/>
                  </a:lnTo>
                  <a:lnTo>
                    <a:pt x="539" y="230"/>
                  </a:lnTo>
                  <a:lnTo>
                    <a:pt x="537" y="230"/>
                  </a:lnTo>
                  <a:lnTo>
                    <a:pt x="537" y="233"/>
                  </a:lnTo>
                  <a:lnTo>
                    <a:pt x="532" y="233"/>
                  </a:lnTo>
                  <a:lnTo>
                    <a:pt x="532" y="233"/>
                  </a:lnTo>
                  <a:lnTo>
                    <a:pt x="525" y="233"/>
                  </a:lnTo>
                  <a:lnTo>
                    <a:pt x="525" y="235"/>
                  </a:lnTo>
                  <a:lnTo>
                    <a:pt x="508" y="235"/>
                  </a:lnTo>
                  <a:lnTo>
                    <a:pt x="508" y="235"/>
                  </a:lnTo>
                  <a:lnTo>
                    <a:pt x="506" y="235"/>
                  </a:lnTo>
                  <a:lnTo>
                    <a:pt x="506" y="237"/>
                  </a:lnTo>
                  <a:lnTo>
                    <a:pt x="504" y="237"/>
                  </a:lnTo>
                  <a:lnTo>
                    <a:pt x="504" y="237"/>
                  </a:lnTo>
                  <a:lnTo>
                    <a:pt x="504" y="237"/>
                  </a:lnTo>
                  <a:lnTo>
                    <a:pt x="504" y="237"/>
                  </a:lnTo>
                  <a:lnTo>
                    <a:pt x="499" y="237"/>
                  </a:lnTo>
                  <a:lnTo>
                    <a:pt x="499" y="240"/>
                  </a:lnTo>
                  <a:lnTo>
                    <a:pt x="497" y="240"/>
                  </a:lnTo>
                  <a:lnTo>
                    <a:pt x="497" y="240"/>
                  </a:lnTo>
                  <a:lnTo>
                    <a:pt x="494" y="240"/>
                  </a:lnTo>
                  <a:lnTo>
                    <a:pt x="494" y="242"/>
                  </a:lnTo>
                  <a:lnTo>
                    <a:pt x="492" y="242"/>
                  </a:lnTo>
                  <a:lnTo>
                    <a:pt x="492" y="242"/>
                  </a:lnTo>
                  <a:lnTo>
                    <a:pt x="490" y="242"/>
                  </a:lnTo>
                  <a:lnTo>
                    <a:pt x="490" y="245"/>
                  </a:lnTo>
                  <a:lnTo>
                    <a:pt x="487" y="245"/>
                  </a:lnTo>
                  <a:lnTo>
                    <a:pt x="487" y="245"/>
                  </a:lnTo>
                  <a:lnTo>
                    <a:pt x="485" y="245"/>
                  </a:lnTo>
                  <a:lnTo>
                    <a:pt x="485" y="247"/>
                  </a:lnTo>
                  <a:lnTo>
                    <a:pt x="480" y="247"/>
                  </a:lnTo>
                  <a:lnTo>
                    <a:pt x="480" y="247"/>
                  </a:lnTo>
                  <a:lnTo>
                    <a:pt x="478" y="247"/>
                  </a:lnTo>
                  <a:lnTo>
                    <a:pt x="478" y="249"/>
                  </a:lnTo>
                  <a:lnTo>
                    <a:pt x="475" y="249"/>
                  </a:lnTo>
                  <a:lnTo>
                    <a:pt x="475" y="249"/>
                  </a:lnTo>
                  <a:lnTo>
                    <a:pt x="471" y="249"/>
                  </a:lnTo>
                  <a:lnTo>
                    <a:pt x="471" y="249"/>
                  </a:lnTo>
                  <a:lnTo>
                    <a:pt x="461" y="249"/>
                  </a:lnTo>
                  <a:lnTo>
                    <a:pt x="461" y="249"/>
                  </a:lnTo>
                  <a:lnTo>
                    <a:pt x="456" y="249"/>
                  </a:lnTo>
                  <a:lnTo>
                    <a:pt x="456" y="249"/>
                  </a:lnTo>
                  <a:lnTo>
                    <a:pt x="459" y="249"/>
                  </a:lnTo>
                  <a:lnTo>
                    <a:pt x="459" y="252"/>
                  </a:lnTo>
                  <a:lnTo>
                    <a:pt x="461" y="252"/>
                  </a:lnTo>
                  <a:lnTo>
                    <a:pt x="461" y="254"/>
                  </a:lnTo>
                  <a:lnTo>
                    <a:pt x="459" y="254"/>
                  </a:lnTo>
                  <a:lnTo>
                    <a:pt x="459" y="254"/>
                  </a:lnTo>
                  <a:lnTo>
                    <a:pt x="456" y="254"/>
                  </a:lnTo>
                  <a:lnTo>
                    <a:pt x="456" y="256"/>
                  </a:lnTo>
                  <a:lnTo>
                    <a:pt x="447" y="256"/>
                  </a:lnTo>
                  <a:lnTo>
                    <a:pt x="447" y="256"/>
                  </a:lnTo>
                  <a:lnTo>
                    <a:pt x="447" y="256"/>
                  </a:lnTo>
                  <a:lnTo>
                    <a:pt x="447" y="256"/>
                  </a:lnTo>
                  <a:lnTo>
                    <a:pt x="445" y="256"/>
                  </a:lnTo>
                  <a:lnTo>
                    <a:pt x="445" y="256"/>
                  </a:lnTo>
                  <a:lnTo>
                    <a:pt x="440" y="256"/>
                  </a:lnTo>
                  <a:lnTo>
                    <a:pt x="440" y="259"/>
                  </a:lnTo>
                  <a:lnTo>
                    <a:pt x="442" y="259"/>
                  </a:lnTo>
                  <a:lnTo>
                    <a:pt x="442" y="261"/>
                  </a:lnTo>
                  <a:lnTo>
                    <a:pt x="440" y="261"/>
                  </a:lnTo>
                  <a:lnTo>
                    <a:pt x="440" y="263"/>
                  </a:lnTo>
                  <a:lnTo>
                    <a:pt x="440" y="263"/>
                  </a:lnTo>
                  <a:lnTo>
                    <a:pt x="440" y="266"/>
                  </a:lnTo>
                  <a:lnTo>
                    <a:pt x="437" y="266"/>
                  </a:lnTo>
                  <a:lnTo>
                    <a:pt x="437" y="268"/>
                  </a:lnTo>
                  <a:lnTo>
                    <a:pt x="437" y="268"/>
                  </a:lnTo>
                  <a:lnTo>
                    <a:pt x="437" y="268"/>
                  </a:lnTo>
                  <a:lnTo>
                    <a:pt x="440" y="268"/>
                  </a:lnTo>
                  <a:lnTo>
                    <a:pt x="440" y="271"/>
                  </a:lnTo>
                  <a:lnTo>
                    <a:pt x="437" y="271"/>
                  </a:lnTo>
                  <a:lnTo>
                    <a:pt x="437" y="273"/>
                  </a:lnTo>
                  <a:lnTo>
                    <a:pt x="437" y="273"/>
                  </a:lnTo>
                  <a:lnTo>
                    <a:pt x="437" y="273"/>
                  </a:lnTo>
                  <a:lnTo>
                    <a:pt x="435" y="273"/>
                  </a:lnTo>
                  <a:lnTo>
                    <a:pt x="435" y="275"/>
                  </a:lnTo>
                  <a:lnTo>
                    <a:pt x="433" y="275"/>
                  </a:lnTo>
                  <a:lnTo>
                    <a:pt x="433" y="273"/>
                  </a:lnTo>
                  <a:lnTo>
                    <a:pt x="430" y="273"/>
                  </a:lnTo>
                  <a:lnTo>
                    <a:pt x="430" y="275"/>
                  </a:lnTo>
                  <a:lnTo>
                    <a:pt x="426" y="275"/>
                  </a:lnTo>
                  <a:lnTo>
                    <a:pt x="426" y="275"/>
                  </a:lnTo>
                  <a:lnTo>
                    <a:pt x="419" y="275"/>
                  </a:lnTo>
                  <a:lnTo>
                    <a:pt x="419" y="278"/>
                  </a:lnTo>
                  <a:lnTo>
                    <a:pt x="414" y="278"/>
                  </a:lnTo>
                  <a:lnTo>
                    <a:pt x="414" y="275"/>
                  </a:lnTo>
                  <a:lnTo>
                    <a:pt x="407" y="275"/>
                  </a:lnTo>
                  <a:lnTo>
                    <a:pt x="407" y="278"/>
                  </a:lnTo>
                  <a:lnTo>
                    <a:pt x="402" y="278"/>
                  </a:lnTo>
                  <a:lnTo>
                    <a:pt x="402" y="275"/>
                  </a:lnTo>
                  <a:lnTo>
                    <a:pt x="400" y="275"/>
                  </a:lnTo>
                  <a:lnTo>
                    <a:pt x="400" y="275"/>
                  </a:lnTo>
                  <a:lnTo>
                    <a:pt x="397" y="275"/>
                  </a:lnTo>
                  <a:lnTo>
                    <a:pt x="397" y="273"/>
                  </a:lnTo>
                  <a:lnTo>
                    <a:pt x="397" y="273"/>
                  </a:lnTo>
                  <a:lnTo>
                    <a:pt x="397" y="273"/>
                  </a:lnTo>
                  <a:lnTo>
                    <a:pt x="395" y="273"/>
                  </a:lnTo>
                  <a:lnTo>
                    <a:pt x="395" y="271"/>
                  </a:lnTo>
                  <a:lnTo>
                    <a:pt x="395" y="271"/>
                  </a:lnTo>
                  <a:lnTo>
                    <a:pt x="395" y="271"/>
                  </a:lnTo>
                  <a:lnTo>
                    <a:pt x="392" y="271"/>
                  </a:lnTo>
                  <a:lnTo>
                    <a:pt x="392" y="268"/>
                  </a:lnTo>
                  <a:lnTo>
                    <a:pt x="392" y="268"/>
                  </a:lnTo>
                  <a:lnTo>
                    <a:pt x="392" y="268"/>
                  </a:lnTo>
                  <a:lnTo>
                    <a:pt x="388" y="268"/>
                  </a:lnTo>
                  <a:lnTo>
                    <a:pt x="388" y="266"/>
                  </a:lnTo>
                  <a:lnTo>
                    <a:pt x="383" y="266"/>
                  </a:lnTo>
                  <a:lnTo>
                    <a:pt x="383" y="266"/>
                  </a:lnTo>
                  <a:lnTo>
                    <a:pt x="381" y="266"/>
                  </a:lnTo>
                  <a:lnTo>
                    <a:pt x="381" y="263"/>
                  </a:lnTo>
                  <a:lnTo>
                    <a:pt x="378" y="263"/>
                  </a:lnTo>
                  <a:lnTo>
                    <a:pt x="378" y="263"/>
                  </a:lnTo>
                  <a:lnTo>
                    <a:pt x="378" y="263"/>
                  </a:lnTo>
                  <a:lnTo>
                    <a:pt x="378" y="261"/>
                  </a:lnTo>
                  <a:lnTo>
                    <a:pt x="381" y="261"/>
                  </a:lnTo>
                  <a:lnTo>
                    <a:pt x="381" y="259"/>
                  </a:lnTo>
                  <a:lnTo>
                    <a:pt x="383" y="259"/>
                  </a:lnTo>
                  <a:lnTo>
                    <a:pt x="383" y="259"/>
                  </a:lnTo>
                  <a:lnTo>
                    <a:pt x="388" y="259"/>
                  </a:lnTo>
                  <a:lnTo>
                    <a:pt x="388" y="256"/>
                  </a:lnTo>
                  <a:lnTo>
                    <a:pt x="388" y="256"/>
                  </a:lnTo>
                  <a:lnTo>
                    <a:pt x="388" y="254"/>
                  </a:lnTo>
                  <a:lnTo>
                    <a:pt x="397" y="254"/>
                  </a:lnTo>
                  <a:lnTo>
                    <a:pt x="397" y="254"/>
                  </a:lnTo>
                  <a:lnTo>
                    <a:pt x="404" y="254"/>
                  </a:lnTo>
                  <a:lnTo>
                    <a:pt x="404" y="252"/>
                  </a:lnTo>
                  <a:lnTo>
                    <a:pt x="416" y="252"/>
                  </a:lnTo>
                  <a:lnTo>
                    <a:pt x="416" y="249"/>
                  </a:lnTo>
                  <a:lnTo>
                    <a:pt x="416" y="249"/>
                  </a:lnTo>
                  <a:lnTo>
                    <a:pt x="416" y="249"/>
                  </a:lnTo>
                  <a:lnTo>
                    <a:pt x="414" y="249"/>
                  </a:lnTo>
                  <a:lnTo>
                    <a:pt x="414" y="247"/>
                  </a:lnTo>
                  <a:lnTo>
                    <a:pt x="414" y="247"/>
                  </a:lnTo>
                  <a:lnTo>
                    <a:pt x="414" y="247"/>
                  </a:lnTo>
                  <a:lnTo>
                    <a:pt x="414" y="247"/>
                  </a:lnTo>
                  <a:lnTo>
                    <a:pt x="414" y="245"/>
                  </a:lnTo>
                  <a:lnTo>
                    <a:pt x="414" y="245"/>
                  </a:lnTo>
                  <a:lnTo>
                    <a:pt x="414" y="245"/>
                  </a:lnTo>
                  <a:lnTo>
                    <a:pt x="414" y="245"/>
                  </a:lnTo>
                  <a:lnTo>
                    <a:pt x="414" y="242"/>
                  </a:lnTo>
                  <a:lnTo>
                    <a:pt x="409" y="242"/>
                  </a:lnTo>
                  <a:lnTo>
                    <a:pt x="409" y="242"/>
                  </a:lnTo>
                  <a:lnTo>
                    <a:pt x="407" y="242"/>
                  </a:lnTo>
                  <a:lnTo>
                    <a:pt x="407" y="240"/>
                  </a:lnTo>
                  <a:lnTo>
                    <a:pt x="407" y="240"/>
                  </a:lnTo>
                  <a:lnTo>
                    <a:pt x="407" y="240"/>
                  </a:lnTo>
                  <a:lnTo>
                    <a:pt x="407" y="240"/>
                  </a:lnTo>
                  <a:lnTo>
                    <a:pt x="407" y="237"/>
                  </a:lnTo>
                  <a:lnTo>
                    <a:pt x="409" y="237"/>
                  </a:lnTo>
                  <a:lnTo>
                    <a:pt x="409" y="237"/>
                  </a:lnTo>
                  <a:lnTo>
                    <a:pt x="404" y="237"/>
                  </a:lnTo>
                  <a:lnTo>
                    <a:pt x="404" y="237"/>
                  </a:lnTo>
                  <a:lnTo>
                    <a:pt x="402" y="237"/>
                  </a:lnTo>
                  <a:lnTo>
                    <a:pt x="402" y="235"/>
                  </a:lnTo>
                  <a:lnTo>
                    <a:pt x="397" y="235"/>
                  </a:lnTo>
                  <a:lnTo>
                    <a:pt x="397" y="235"/>
                  </a:lnTo>
                  <a:lnTo>
                    <a:pt x="392" y="235"/>
                  </a:lnTo>
                  <a:lnTo>
                    <a:pt x="392" y="233"/>
                  </a:lnTo>
                  <a:lnTo>
                    <a:pt x="359" y="233"/>
                  </a:lnTo>
                  <a:lnTo>
                    <a:pt x="359" y="233"/>
                  </a:lnTo>
                  <a:lnTo>
                    <a:pt x="355" y="233"/>
                  </a:lnTo>
                  <a:lnTo>
                    <a:pt x="355" y="230"/>
                  </a:lnTo>
                  <a:lnTo>
                    <a:pt x="352" y="230"/>
                  </a:lnTo>
                  <a:lnTo>
                    <a:pt x="352" y="230"/>
                  </a:lnTo>
                  <a:lnTo>
                    <a:pt x="348" y="230"/>
                  </a:lnTo>
                  <a:lnTo>
                    <a:pt x="348" y="228"/>
                  </a:lnTo>
                  <a:lnTo>
                    <a:pt x="340" y="228"/>
                  </a:lnTo>
                  <a:lnTo>
                    <a:pt x="340" y="230"/>
                  </a:lnTo>
                  <a:lnTo>
                    <a:pt x="343" y="230"/>
                  </a:lnTo>
                  <a:lnTo>
                    <a:pt x="343" y="233"/>
                  </a:lnTo>
                  <a:lnTo>
                    <a:pt x="345" y="233"/>
                  </a:lnTo>
                  <a:lnTo>
                    <a:pt x="345" y="233"/>
                  </a:lnTo>
                  <a:lnTo>
                    <a:pt x="348" y="233"/>
                  </a:lnTo>
                  <a:lnTo>
                    <a:pt x="348" y="235"/>
                  </a:lnTo>
                  <a:lnTo>
                    <a:pt x="350" y="235"/>
                  </a:lnTo>
                  <a:lnTo>
                    <a:pt x="350" y="235"/>
                  </a:lnTo>
                  <a:lnTo>
                    <a:pt x="352" y="235"/>
                  </a:lnTo>
                  <a:lnTo>
                    <a:pt x="352" y="237"/>
                  </a:lnTo>
                  <a:lnTo>
                    <a:pt x="357" y="237"/>
                  </a:lnTo>
                  <a:lnTo>
                    <a:pt x="357" y="237"/>
                  </a:lnTo>
                  <a:lnTo>
                    <a:pt x="359" y="237"/>
                  </a:lnTo>
                  <a:lnTo>
                    <a:pt x="359" y="237"/>
                  </a:lnTo>
                  <a:lnTo>
                    <a:pt x="362" y="237"/>
                  </a:lnTo>
                  <a:lnTo>
                    <a:pt x="362" y="240"/>
                  </a:lnTo>
                  <a:lnTo>
                    <a:pt x="362" y="240"/>
                  </a:lnTo>
                  <a:lnTo>
                    <a:pt x="362" y="240"/>
                  </a:lnTo>
                  <a:lnTo>
                    <a:pt x="364" y="240"/>
                  </a:lnTo>
                  <a:lnTo>
                    <a:pt x="364" y="242"/>
                  </a:lnTo>
                  <a:lnTo>
                    <a:pt x="362" y="242"/>
                  </a:lnTo>
                  <a:lnTo>
                    <a:pt x="362" y="247"/>
                  </a:lnTo>
                  <a:lnTo>
                    <a:pt x="364" y="247"/>
                  </a:lnTo>
                  <a:lnTo>
                    <a:pt x="364" y="247"/>
                  </a:lnTo>
                  <a:lnTo>
                    <a:pt x="362" y="247"/>
                  </a:lnTo>
                  <a:lnTo>
                    <a:pt x="362" y="249"/>
                  </a:lnTo>
                  <a:lnTo>
                    <a:pt x="362" y="249"/>
                  </a:lnTo>
                  <a:lnTo>
                    <a:pt x="362" y="249"/>
                  </a:lnTo>
                  <a:lnTo>
                    <a:pt x="359" y="249"/>
                  </a:lnTo>
                  <a:lnTo>
                    <a:pt x="359" y="252"/>
                  </a:lnTo>
                  <a:lnTo>
                    <a:pt x="362" y="252"/>
                  </a:lnTo>
                  <a:lnTo>
                    <a:pt x="362" y="254"/>
                  </a:lnTo>
                  <a:lnTo>
                    <a:pt x="359" y="254"/>
                  </a:lnTo>
                  <a:lnTo>
                    <a:pt x="359" y="256"/>
                  </a:lnTo>
                  <a:lnTo>
                    <a:pt x="359" y="256"/>
                  </a:lnTo>
                  <a:lnTo>
                    <a:pt x="359" y="256"/>
                  </a:lnTo>
                  <a:lnTo>
                    <a:pt x="359" y="256"/>
                  </a:lnTo>
                  <a:lnTo>
                    <a:pt x="359" y="259"/>
                  </a:lnTo>
                  <a:lnTo>
                    <a:pt x="357" y="259"/>
                  </a:lnTo>
                  <a:lnTo>
                    <a:pt x="357" y="259"/>
                  </a:lnTo>
                  <a:lnTo>
                    <a:pt x="357" y="259"/>
                  </a:lnTo>
                  <a:lnTo>
                    <a:pt x="357" y="261"/>
                  </a:lnTo>
                  <a:lnTo>
                    <a:pt x="355" y="261"/>
                  </a:lnTo>
                  <a:lnTo>
                    <a:pt x="355" y="261"/>
                  </a:lnTo>
                  <a:lnTo>
                    <a:pt x="355" y="261"/>
                  </a:lnTo>
                  <a:lnTo>
                    <a:pt x="355" y="263"/>
                  </a:lnTo>
                  <a:lnTo>
                    <a:pt x="352" y="263"/>
                  </a:lnTo>
                  <a:lnTo>
                    <a:pt x="352" y="268"/>
                  </a:lnTo>
                  <a:lnTo>
                    <a:pt x="355" y="268"/>
                  </a:lnTo>
                  <a:lnTo>
                    <a:pt x="355" y="268"/>
                  </a:lnTo>
                  <a:lnTo>
                    <a:pt x="362" y="268"/>
                  </a:lnTo>
                  <a:lnTo>
                    <a:pt x="362" y="271"/>
                  </a:lnTo>
                  <a:lnTo>
                    <a:pt x="364" y="271"/>
                  </a:lnTo>
                  <a:lnTo>
                    <a:pt x="364" y="271"/>
                  </a:lnTo>
                  <a:lnTo>
                    <a:pt x="364" y="271"/>
                  </a:lnTo>
                  <a:lnTo>
                    <a:pt x="364" y="273"/>
                  </a:lnTo>
                  <a:lnTo>
                    <a:pt x="366" y="273"/>
                  </a:lnTo>
                  <a:lnTo>
                    <a:pt x="366" y="273"/>
                  </a:lnTo>
                  <a:lnTo>
                    <a:pt x="366" y="273"/>
                  </a:lnTo>
                  <a:lnTo>
                    <a:pt x="366" y="275"/>
                  </a:lnTo>
                  <a:lnTo>
                    <a:pt x="369" y="275"/>
                  </a:lnTo>
                  <a:lnTo>
                    <a:pt x="369" y="278"/>
                  </a:lnTo>
                  <a:lnTo>
                    <a:pt x="366" y="278"/>
                  </a:lnTo>
                  <a:lnTo>
                    <a:pt x="366" y="278"/>
                  </a:lnTo>
                  <a:lnTo>
                    <a:pt x="366" y="278"/>
                  </a:lnTo>
                  <a:lnTo>
                    <a:pt x="366" y="278"/>
                  </a:lnTo>
                  <a:lnTo>
                    <a:pt x="366" y="278"/>
                  </a:lnTo>
                  <a:lnTo>
                    <a:pt x="366" y="280"/>
                  </a:lnTo>
                  <a:lnTo>
                    <a:pt x="366" y="280"/>
                  </a:lnTo>
                  <a:lnTo>
                    <a:pt x="366" y="282"/>
                  </a:lnTo>
                  <a:lnTo>
                    <a:pt x="366" y="282"/>
                  </a:lnTo>
                  <a:lnTo>
                    <a:pt x="366" y="285"/>
                  </a:lnTo>
                  <a:lnTo>
                    <a:pt x="366" y="285"/>
                  </a:lnTo>
                  <a:lnTo>
                    <a:pt x="366" y="285"/>
                  </a:lnTo>
                  <a:lnTo>
                    <a:pt x="364" y="285"/>
                  </a:lnTo>
                  <a:lnTo>
                    <a:pt x="364" y="287"/>
                  </a:lnTo>
                  <a:lnTo>
                    <a:pt x="364" y="287"/>
                  </a:lnTo>
                  <a:lnTo>
                    <a:pt x="364" y="287"/>
                  </a:lnTo>
                  <a:lnTo>
                    <a:pt x="362" y="287"/>
                  </a:lnTo>
                  <a:lnTo>
                    <a:pt x="362" y="287"/>
                  </a:lnTo>
                  <a:lnTo>
                    <a:pt x="362" y="287"/>
                  </a:lnTo>
                  <a:lnTo>
                    <a:pt x="362" y="290"/>
                  </a:lnTo>
                  <a:lnTo>
                    <a:pt x="359" y="290"/>
                  </a:lnTo>
                  <a:lnTo>
                    <a:pt x="359" y="290"/>
                  </a:lnTo>
                  <a:lnTo>
                    <a:pt x="359" y="290"/>
                  </a:lnTo>
                  <a:lnTo>
                    <a:pt x="359" y="294"/>
                  </a:lnTo>
                  <a:lnTo>
                    <a:pt x="357" y="294"/>
                  </a:lnTo>
                  <a:lnTo>
                    <a:pt x="357" y="294"/>
                  </a:lnTo>
                  <a:lnTo>
                    <a:pt x="357" y="294"/>
                  </a:lnTo>
                  <a:lnTo>
                    <a:pt x="357" y="292"/>
                  </a:lnTo>
                  <a:lnTo>
                    <a:pt x="352" y="292"/>
                  </a:lnTo>
                  <a:lnTo>
                    <a:pt x="352" y="292"/>
                  </a:lnTo>
                  <a:lnTo>
                    <a:pt x="352" y="292"/>
                  </a:lnTo>
                  <a:lnTo>
                    <a:pt x="352" y="290"/>
                  </a:lnTo>
                  <a:lnTo>
                    <a:pt x="350" y="290"/>
                  </a:lnTo>
                  <a:lnTo>
                    <a:pt x="350" y="290"/>
                  </a:lnTo>
                  <a:lnTo>
                    <a:pt x="345" y="290"/>
                  </a:lnTo>
                  <a:lnTo>
                    <a:pt x="345" y="287"/>
                  </a:lnTo>
                  <a:lnTo>
                    <a:pt x="345" y="287"/>
                  </a:lnTo>
                  <a:lnTo>
                    <a:pt x="345" y="287"/>
                  </a:lnTo>
                  <a:lnTo>
                    <a:pt x="331" y="287"/>
                  </a:lnTo>
                  <a:lnTo>
                    <a:pt x="331" y="287"/>
                  </a:lnTo>
                  <a:lnTo>
                    <a:pt x="326" y="287"/>
                  </a:lnTo>
                  <a:lnTo>
                    <a:pt x="326" y="285"/>
                  </a:lnTo>
                  <a:lnTo>
                    <a:pt x="324" y="285"/>
                  </a:lnTo>
                  <a:lnTo>
                    <a:pt x="324" y="285"/>
                  </a:lnTo>
                  <a:lnTo>
                    <a:pt x="319" y="285"/>
                  </a:lnTo>
                  <a:lnTo>
                    <a:pt x="319" y="285"/>
                  </a:lnTo>
                  <a:lnTo>
                    <a:pt x="317" y="285"/>
                  </a:lnTo>
                  <a:lnTo>
                    <a:pt x="317" y="287"/>
                  </a:lnTo>
                  <a:lnTo>
                    <a:pt x="317" y="287"/>
                  </a:lnTo>
                  <a:lnTo>
                    <a:pt x="317" y="287"/>
                  </a:lnTo>
                  <a:lnTo>
                    <a:pt x="314" y="287"/>
                  </a:lnTo>
                  <a:lnTo>
                    <a:pt x="314" y="287"/>
                  </a:lnTo>
                  <a:lnTo>
                    <a:pt x="314" y="287"/>
                  </a:lnTo>
                  <a:lnTo>
                    <a:pt x="314" y="290"/>
                  </a:lnTo>
                  <a:lnTo>
                    <a:pt x="312" y="290"/>
                  </a:lnTo>
                  <a:lnTo>
                    <a:pt x="312" y="290"/>
                  </a:lnTo>
                  <a:lnTo>
                    <a:pt x="310" y="290"/>
                  </a:lnTo>
                  <a:lnTo>
                    <a:pt x="310" y="292"/>
                  </a:lnTo>
                  <a:lnTo>
                    <a:pt x="307" y="292"/>
                  </a:lnTo>
                  <a:lnTo>
                    <a:pt x="307" y="292"/>
                  </a:lnTo>
                  <a:lnTo>
                    <a:pt x="307" y="292"/>
                  </a:lnTo>
                  <a:lnTo>
                    <a:pt x="307" y="294"/>
                  </a:lnTo>
                  <a:lnTo>
                    <a:pt x="305" y="294"/>
                  </a:lnTo>
                  <a:lnTo>
                    <a:pt x="305" y="294"/>
                  </a:lnTo>
                  <a:lnTo>
                    <a:pt x="303" y="294"/>
                  </a:lnTo>
                  <a:lnTo>
                    <a:pt x="303" y="297"/>
                  </a:lnTo>
                  <a:lnTo>
                    <a:pt x="298" y="297"/>
                  </a:lnTo>
                  <a:lnTo>
                    <a:pt x="298" y="297"/>
                  </a:lnTo>
                  <a:lnTo>
                    <a:pt x="291" y="297"/>
                  </a:lnTo>
                  <a:lnTo>
                    <a:pt x="291" y="297"/>
                  </a:lnTo>
                  <a:lnTo>
                    <a:pt x="286" y="297"/>
                  </a:lnTo>
                  <a:lnTo>
                    <a:pt x="286" y="299"/>
                  </a:lnTo>
                  <a:lnTo>
                    <a:pt x="286" y="299"/>
                  </a:lnTo>
                  <a:lnTo>
                    <a:pt x="286" y="299"/>
                  </a:lnTo>
                  <a:lnTo>
                    <a:pt x="284" y="299"/>
                  </a:lnTo>
                  <a:lnTo>
                    <a:pt x="284" y="301"/>
                  </a:lnTo>
                  <a:lnTo>
                    <a:pt x="284" y="301"/>
                  </a:lnTo>
                  <a:lnTo>
                    <a:pt x="284" y="301"/>
                  </a:lnTo>
                  <a:lnTo>
                    <a:pt x="281" y="301"/>
                  </a:lnTo>
                  <a:lnTo>
                    <a:pt x="281" y="304"/>
                  </a:lnTo>
                  <a:lnTo>
                    <a:pt x="279" y="304"/>
                  </a:lnTo>
                  <a:lnTo>
                    <a:pt x="279" y="304"/>
                  </a:lnTo>
                  <a:lnTo>
                    <a:pt x="277" y="304"/>
                  </a:lnTo>
                  <a:lnTo>
                    <a:pt x="277" y="306"/>
                  </a:lnTo>
                  <a:lnTo>
                    <a:pt x="274" y="306"/>
                  </a:lnTo>
                  <a:lnTo>
                    <a:pt x="274" y="306"/>
                  </a:lnTo>
                  <a:lnTo>
                    <a:pt x="269" y="306"/>
                  </a:lnTo>
                  <a:lnTo>
                    <a:pt x="269" y="309"/>
                  </a:lnTo>
                  <a:lnTo>
                    <a:pt x="267" y="309"/>
                  </a:lnTo>
                  <a:lnTo>
                    <a:pt x="267" y="309"/>
                  </a:lnTo>
                  <a:lnTo>
                    <a:pt x="267" y="309"/>
                  </a:lnTo>
                  <a:lnTo>
                    <a:pt x="267" y="316"/>
                  </a:lnTo>
                  <a:lnTo>
                    <a:pt x="267" y="316"/>
                  </a:lnTo>
                  <a:lnTo>
                    <a:pt x="267" y="318"/>
                  </a:lnTo>
                  <a:lnTo>
                    <a:pt x="269" y="318"/>
                  </a:lnTo>
                  <a:lnTo>
                    <a:pt x="269" y="318"/>
                  </a:lnTo>
                  <a:lnTo>
                    <a:pt x="272" y="318"/>
                  </a:lnTo>
                  <a:lnTo>
                    <a:pt x="272" y="318"/>
                  </a:lnTo>
                  <a:lnTo>
                    <a:pt x="272" y="318"/>
                  </a:lnTo>
                  <a:lnTo>
                    <a:pt x="272" y="320"/>
                  </a:lnTo>
                  <a:lnTo>
                    <a:pt x="274" y="320"/>
                  </a:lnTo>
                  <a:lnTo>
                    <a:pt x="274" y="323"/>
                  </a:lnTo>
                  <a:lnTo>
                    <a:pt x="274" y="323"/>
                  </a:lnTo>
                  <a:lnTo>
                    <a:pt x="274" y="323"/>
                  </a:lnTo>
                  <a:lnTo>
                    <a:pt x="277" y="323"/>
                  </a:lnTo>
                  <a:lnTo>
                    <a:pt x="277" y="325"/>
                  </a:lnTo>
                  <a:lnTo>
                    <a:pt x="277" y="325"/>
                  </a:lnTo>
                  <a:lnTo>
                    <a:pt x="277" y="327"/>
                  </a:lnTo>
                  <a:lnTo>
                    <a:pt x="279" y="327"/>
                  </a:lnTo>
                  <a:lnTo>
                    <a:pt x="279" y="327"/>
                  </a:lnTo>
                  <a:lnTo>
                    <a:pt x="279" y="327"/>
                  </a:lnTo>
                  <a:lnTo>
                    <a:pt x="279" y="325"/>
                  </a:lnTo>
                  <a:lnTo>
                    <a:pt x="281" y="325"/>
                  </a:lnTo>
                  <a:lnTo>
                    <a:pt x="281" y="327"/>
                  </a:lnTo>
                  <a:lnTo>
                    <a:pt x="281" y="327"/>
                  </a:lnTo>
                  <a:lnTo>
                    <a:pt x="281" y="327"/>
                  </a:lnTo>
                  <a:lnTo>
                    <a:pt x="272" y="327"/>
                  </a:lnTo>
                  <a:lnTo>
                    <a:pt x="272" y="330"/>
                  </a:lnTo>
                  <a:lnTo>
                    <a:pt x="269" y="330"/>
                  </a:lnTo>
                  <a:lnTo>
                    <a:pt x="269" y="330"/>
                  </a:lnTo>
                  <a:lnTo>
                    <a:pt x="267" y="330"/>
                  </a:lnTo>
                  <a:lnTo>
                    <a:pt x="267" y="332"/>
                  </a:lnTo>
                  <a:lnTo>
                    <a:pt x="267" y="332"/>
                  </a:lnTo>
                  <a:lnTo>
                    <a:pt x="267" y="335"/>
                  </a:lnTo>
                  <a:lnTo>
                    <a:pt x="260" y="335"/>
                  </a:lnTo>
                  <a:lnTo>
                    <a:pt x="260" y="332"/>
                  </a:lnTo>
                  <a:lnTo>
                    <a:pt x="260" y="332"/>
                  </a:lnTo>
                  <a:lnTo>
                    <a:pt x="260" y="332"/>
                  </a:lnTo>
                  <a:lnTo>
                    <a:pt x="253" y="332"/>
                  </a:lnTo>
                  <a:lnTo>
                    <a:pt x="253" y="330"/>
                  </a:lnTo>
                  <a:lnTo>
                    <a:pt x="253" y="330"/>
                  </a:lnTo>
                  <a:lnTo>
                    <a:pt x="253" y="330"/>
                  </a:lnTo>
                  <a:lnTo>
                    <a:pt x="246" y="330"/>
                  </a:lnTo>
                  <a:lnTo>
                    <a:pt x="246" y="327"/>
                  </a:lnTo>
                  <a:lnTo>
                    <a:pt x="241" y="327"/>
                  </a:lnTo>
                  <a:lnTo>
                    <a:pt x="241" y="327"/>
                  </a:lnTo>
                  <a:lnTo>
                    <a:pt x="239" y="327"/>
                  </a:lnTo>
                  <a:lnTo>
                    <a:pt x="239" y="327"/>
                  </a:lnTo>
                  <a:lnTo>
                    <a:pt x="229" y="327"/>
                  </a:lnTo>
                  <a:lnTo>
                    <a:pt x="229" y="325"/>
                  </a:lnTo>
                  <a:lnTo>
                    <a:pt x="227" y="325"/>
                  </a:lnTo>
                  <a:lnTo>
                    <a:pt x="227" y="325"/>
                  </a:lnTo>
                  <a:lnTo>
                    <a:pt x="224" y="325"/>
                  </a:lnTo>
                  <a:lnTo>
                    <a:pt x="224" y="323"/>
                  </a:lnTo>
                  <a:lnTo>
                    <a:pt x="222" y="323"/>
                  </a:lnTo>
                  <a:lnTo>
                    <a:pt x="222" y="320"/>
                  </a:lnTo>
                  <a:lnTo>
                    <a:pt x="217" y="320"/>
                  </a:lnTo>
                  <a:lnTo>
                    <a:pt x="217" y="320"/>
                  </a:lnTo>
                  <a:lnTo>
                    <a:pt x="213" y="320"/>
                  </a:lnTo>
                  <a:lnTo>
                    <a:pt x="213" y="318"/>
                  </a:lnTo>
                  <a:lnTo>
                    <a:pt x="206" y="318"/>
                  </a:lnTo>
                  <a:lnTo>
                    <a:pt x="206" y="318"/>
                  </a:lnTo>
                  <a:lnTo>
                    <a:pt x="203" y="318"/>
                  </a:lnTo>
                  <a:lnTo>
                    <a:pt x="203" y="318"/>
                  </a:lnTo>
                  <a:lnTo>
                    <a:pt x="203" y="318"/>
                  </a:lnTo>
                  <a:lnTo>
                    <a:pt x="203" y="318"/>
                  </a:lnTo>
                  <a:lnTo>
                    <a:pt x="203" y="318"/>
                  </a:lnTo>
                  <a:lnTo>
                    <a:pt x="203" y="325"/>
                  </a:lnTo>
                  <a:lnTo>
                    <a:pt x="201" y="325"/>
                  </a:lnTo>
                  <a:lnTo>
                    <a:pt x="201" y="325"/>
                  </a:lnTo>
                  <a:lnTo>
                    <a:pt x="198" y="325"/>
                  </a:lnTo>
                  <a:lnTo>
                    <a:pt x="198" y="325"/>
                  </a:lnTo>
                  <a:lnTo>
                    <a:pt x="196" y="325"/>
                  </a:lnTo>
                  <a:lnTo>
                    <a:pt x="196" y="327"/>
                  </a:lnTo>
                  <a:lnTo>
                    <a:pt x="196" y="327"/>
                  </a:lnTo>
                  <a:lnTo>
                    <a:pt x="196" y="327"/>
                  </a:lnTo>
                  <a:lnTo>
                    <a:pt x="198" y="327"/>
                  </a:lnTo>
                  <a:lnTo>
                    <a:pt x="198" y="330"/>
                  </a:lnTo>
                  <a:lnTo>
                    <a:pt x="201" y="330"/>
                  </a:lnTo>
                  <a:lnTo>
                    <a:pt x="201" y="332"/>
                  </a:lnTo>
                  <a:lnTo>
                    <a:pt x="203" y="332"/>
                  </a:lnTo>
                  <a:lnTo>
                    <a:pt x="203" y="332"/>
                  </a:lnTo>
                  <a:lnTo>
                    <a:pt x="203" y="332"/>
                  </a:lnTo>
                  <a:lnTo>
                    <a:pt x="203" y="335"/>
                  </a:lnTo>
                  <a:lnTo>
                    <a:pt x="206" y="335"/>
                  </a:lnTo>
                  <a:lnTo>
                    <a:pt x="206" y="335"/>
                  </a:lnTo>
                  <a:lnTo>
                    <a:pt x="206" y="335"/>
                  </a:lnTo>
                  <a:lnTo>
                    <a:pt x="206" y="337"/>
                  </a:lnTo>
                  <a:lnTo>
                    <a:pt x="208" y="337"/>
                  </a:lnTo>
                  <a:lnTo>
                    <a:pt x="208" y="337"/>
                  </a:lnTo>
                  <a:lnTo>
                    <a:pt x="208" y="337"/>
                  </a:lnTo>
                  <a:lnTo>
                    <a:pt x="208" y="337"/>
                  </a:lnTo>
                  <a:lnTo>
                    <a:pt x="210" y="337"/>
                  </a:lnTo>
                  <a:lnTo>
                    <a:pt x="210" y="339"/>
                  </a:lnTo>
                  <a:lnTo>
                    <a:pt x="213" y="339"/>
                  </a:lnTo>
                  <a:lnTo>
                    <a:pt x="213" y="339"/>
                  </a:lnTo>
                  <a:lnTo>
                    <a:pt x="217" y="339"/>
                  </a:lnTo>
                  <a:lnTo>
                    <a:pt x="217" y="339"/>
                  </a:lnTo>
                  <a:lnTo>
                    <a:pt x="220" y="339"/>
                  </a:lnTo>
                  <a:lnTo>
                    <a:pt x="220" y="339"/>
                  </a:lnTo>
                  <a:lnTo>
                    <a:pt x="222" y="339"/>
                  </a:lnTo>
                  <a:lnTo>
                    <a:pt x="222" y="337"/>
                  </a:lnTo>
                  <a:lnTo>
                    <a:pt x="224" y="337"/>
                  </a:lnTo>
                  <a:lnTo>
                    <a:pt x="224" y="339"/>
                  </a:lnTo>
                  <a:lnTo>
                    <a:pt x="227" y="339"/>
                  </a:lnTo>
                  <a:lnTo>
                    <a:pt x="227" y="342"/>
                  </a:lnTo>
                  <a:lnTo>
                    <a:pt x="227" y="342"/>
                  </a:lnTo>
                  <a:lnTo>
                    <a:pt x="227" y="342"/>
                  </a:lnTo>
                  <a:lnTo>
                    <a:pt x="227" y="342"/>
                  </a:lnTo>
                  <a:lnTo>
                    <a:pt x="227" y="344"/>
                  </a:lnTo>
                  <a:lnTo>
                    <a:pt x="227" y="344"/>
                  </a:lnTo>
                  <a:lnTo>
                    <a:pt x="227" y="346"/>
                  </a:lnTo>
                  <a:lnTo>
                    <a:pt x="229" y="346"/>
                  </a:lnTo>
                  <a:lnTo>
                    <a:pt x="229" y="346"/>
                  </a:lnTo>
                  <a:lnTo>
                    <a:pt x="232" y="346"/>
                  </a:lnTo>
                  <a:lnTo>
                    <a:pt x="232" y="349"/>
                  </a:lnTo>
                  <a:lnTo>
                    <a:pt x="229" y="349"/>
                  </a:lnTo>
                  <a:lnTo>
                    <a:pt x="229" y="349"/>
                  </a:lnTo>
                  <a:lnTo>
                    <a:pt x="227" y="349"/>
                  </a:lnTo>
                  <a:lnTo>
                    <a:pt x="227" y="351"/>
                  </a:lnTo>
                  <a:lnTo>
                    <a:pt x="222" y="351"/>
                  </a:lnTo>
                  <a:lnTo>
                    <a:pt x="222" y="354"/>
                  </a:lnTo>
                  <a:lnTo>
                    <a:pt x="220" y="354"/>
                  </a:lnTo>
                  <a:lnTo>
                    <a:pt x="220" y="354"/>
                  </a:lnTo>
                  <a:lnTo>
                    <a:pt x="217" y="354"/>
                  </a:lnTo>
                  <a:lnTo>
                    <a:pt x="217" y="354"/>
                  </a:lnTo>
                  <a:lnTo>
                    <a:pt x="213" y="354"/>
                  </a:lnTo>
                  <a:lnTo>
                    <a:pt x="213" y="351"/>
                  </a:lnTo>
                  <a:lnTo>
                    <a:pt x="201" y="351"/>
                  </a:lnTo>
                  <a:lnTo>
                    <a:pt x="201" y="349"/>
                  </a:lnTo>
                  <a:lnTo>
                    <a:pt x="198" y="349"/>
                  </a:lnTo>
                  <a:lnTo>
                    <a:pt x="198" y="349"/>
                  </a:lnTo>
                  <a:lnTo>
                    <a:pt x="194" y="349"/>
                  </a:lnTo>
                  <a:lnTo>
                    <a:pt x="194" y="346"/>
                  </a:lnTo>
                  <a:lnTo>
                    <a:pt x="194" y="346"/>
                  </a:lnTo>
                  <a:lnTo>
                    <a:pt x="194" y="346"/>
                  </a:lnTo>
                  <a:lnTo>
                    <a:pt x="191" y="346"/>
                  </a:lnTo>
                  <a:lnTo>
                    <a:pt x="191" y="344"/>
                  </a:lnTo>
                  <a:lnTo>
                    <a:pt x="191" y="344"/>
                  </a:lnTo>
                  <a:lnTo>
                    <a:pt x="191" y="344"/>
                  </a:lnTo>
                  <a:lnTo>
                    <a:pt x="189" y="344"/>
                  </a:lnTo>
                  <a:lnTo>
                    <a:pt x="189" y="342"/>
                  </a:lnTo>
                  <a:lnTo>
                    <a:pt x="187" y="342"/>
                  </a:lnTo>
                  <a:lnTo>
                    <a:pt x="187" y="344"/>
                  </a:lnTo>
                  <a:lnTo>
                    <a:pt x="187" y="344"/>
                  </a:lnTo>
                  <a:lnTo>
                    <a:pt x="187" y="342"/>
                  </a:lnTo>
                  <a:lnTo>
                    <a:pt x="187" y="342"/>
                  </a:lnTo>
                  <a:lnTo>
                    <a:pt x="187" y="339"/>
                  </a:lnTo>
                  <a:lnTo>
                    <a:pt x="187" y="339"/>
                  </a:lnTo>
                  <a:lnTo>
                    <a:pt x="187" y="337"/>
                  </a:lnTo>
                  <a:lnTo>
                    <a:pt x="184" y="337"/>
                  </a:lnTo>
                  <a:lnTo>
                    <a:pt x="184" y="339"/>
                  </a:lnTo>
                  <a:lnTo>
                    <a:pt x="184" y="339"/>
                  </a:lnTo>
                  <a:lnTo>
                    <a:pt x="184" y="339"/>
                  </a:lnTo>
                  <a:lnTo>
                    <a:pt x="182" y="339"/>
                  </a:lnTo>
                  <a:lnTo>
                    <a:pt x="182" y="337"/>
                  </a:lnTo>
                  <a:lnTo>
                    <a:pt x="179" y="337"/>
                  </a:lnTo>
                  <a:lnTo>
                    <a:pt x="179" y="339"/>
                  </a:lnTo>
                  <a:lnTo>
                    <a:pt x="179" y="339"/>
                  </a:lnTo>
                  <a:lnTo>
                    <a:pt x="179" y="337"/>
                  </a:lnTo>
                  <a:lnTo>
                    <a:pt x="175" y="337"/>
                  </a:lnTo>
                  <a:lnTo>
                    <a:pt x="175" y="339"/>
                  </a:lnTo>
                  <a:lnTo>
                    <a:pt x="177" y="339"/>
                  </a:lnTo>
                  <a:lnTo>
                    <a:pt x="177" y="339"/>
                  </a:lnTo>
                  <a:lnTo>
                    <a:pt x="172" y="339"/>
                  </a:lnTo>
                  <a:lnTo>
                    <a:pt x="172" y="339"/>
                  </a:lnTo>
                  <a:lnTo>
                    <a:pt x="172" y="339"/>
                  </a:lnTo>
                  <a:lnTo>
                    <a:pt x="172" y="337"/>
                  </a:lnTo>
                  <a:lnTo>
                    <a:pt x="170" y="337"/>
                  </a:lnTo>
                  <a:lnTo>
                    <a:pt x="170" y="339"/>
                  </a:lnTo>
                  <a:lnTo>
                    <a:pt x="168" y="339"/>
                  </a:lnTo>
                  <a:lnTo>
                    <a:pt x="168" y="337"/>
                  </a:lnTo>
                  <a:lnTo>
                    <a:pt x="168" y="337"/>
                  </a:lnTo>
                  <a:lnTo>
                    <a:pt x="168" y="337"/>
                  </a:lnTo>
                  <a:lnTo>
                    <a:pt x="168" y="337"/>
                  </a:lnTo>
                  <a:lnTo>
                    <a:pt x="168" y="337"/>
                  </a:lnTo>
                  <a:lnTo>
                    <a:pt x="165" y="337"/>
                  </a:lnTo>
                  <a:lnTo>
                    <a:pt x="165" y="337"/>
                  </a:lnTo>
                  <a:lnTo>
                    <a:pt x="165" y="337"/>
                  </a:lnTo>
                  <a:lnTo>
                    <a:pt x="165" y="335"/>
                  </a:lnTo>
                  <a:lnTo>
                    <a:pt x="165" y="335"/>
                  </a:lnTo>
                  <a:lnTo>
                    <a:pt x="165" y="335"/>
                  </a:lnTo>
                  <a:lnTo>
                    <a:pt x="165" y="335"/>
                  </a:lnTo>
                  <a:lnTo>
                    <a:pt x="165" y="332"/>
                  </a:lnTo>
                  <a:lnTo>
                    <a:pt x="165" y="332"/>
                  </a:lnTo>
                  <a:lnTo>
                    <a:pt x="165" y="330"/>
                  </a:lnTo>
                  <a:lnTo>
                    <a:pt x="168" y="330"/>
                  </a:lnTo>
                  <a:lnTo>
                    <a:pt x="168" y="327"/>
                  </a:lnTo>
                  <a:lnTo>
                    <a:pt x="165" y="327"/>
                  </a:lnTo>
                  <a:lnTo>
                    <a:pt x="165" y="327"/>
                  </a:lnTo>
                  <a:lnTo>
                    <a:pt x="165" y="327"/>
                  </a:lnTo>
                  <a:lnTo>
                    <a:pt x="165" y="325"/>
                  </a:lnTo>
                  <a:lnTo>
                    <a:pt x="163" y="325"/>
                  </a:lnTo>
                  <a:lnTo>
                    <a:pt x="163" y="325"/>
                  </a:lnTo>
                  <a:lnTo>
                    <a:pt x="163" y="325"/>
                  </a:lnTo>
                  <a:lnTo>
                    <a:pt x="163" y="323"/>
                  </a:lnTo>
                  <a:lnTo>
                    <a:pt x="161" y="323"/>
                  </a:lnTo>
                  <a:lnTo>
                    <a:pt x="161" y="320"/>
                  </a:lnTo>
                  <a:lnTo>
                    <a:pt x="161" y="320"/>
                  </a:lnTo>
                  <a:lnTo>
                    <a:pt x="161" y="320"/>
                  </a:lnTo>
                  <a:lnTo>
                    <a:pt x="158" y="320"/>
                  </a:lnTo>
                  <a:lnTo>
                    <a:pt x="158" y="318"/>
                  </a:lnTo>
                  <a:lnTo>
                    <a:pt x="161" y="318"/>
                  </a:lnTo>
                  <a:lnTo>
                    <a:pt x="161" y="318"/>
                  </a:lnTo>
                  <a:lnTo>
                    <a:pt x="158" y="318"/>
                  </a:lnTo>
                  <a:lnTo>
                    <a:pt x="158" y="318"/>
                  </a:lnTo>
                  <a:lnTo>
                    <a:pt x="156" y="318"/>
                  </a:lnTo>
                  <a:lnTo>
                    <a:pt x="156" y="316"/>
                  </a:lnTo>
                  <a:lnTo>
                    <a:pt x="153" y="316"/>
                  </a:lnTo>
                  <a:lnTo>
                    <a:pt x="153" y="313"/>
                  </a:lnTo>
                  <a:lnTo>
                    <a:pt x="156" y="313"/>
                  </a:lnTo>
                  <a:lnTo>
                    <a:pt x="156" y="313"/>
                  </a:lnTo>
                  <a:lnTo>
                    <a:pt x="158" y="313"/>
                  </a:lnTo>
                  <a:lnTo>
                    <a:pt x="158" y="311"/>
                  </a:lnTo>
                  <a:lnTo>
                    <a:pt x="158" y="311"/>
                  </a:lnTo>
                  <a:lnTo>
                    <a:pt x="158" y="311"/>
                  </a:lnTo>
                  <a:lnTo>
                    <a:pt x="161" y="311"/>
                  </a:lnTo>
                  <a:lnTo>
                    <a:pt x="161" y="309"/>
                  </a:lnTo>
                  <a:lnTo>
                    <a:pt x="161" y="309"/>
                  </a:lnTo>
                  <a:lnTo>
                    <a:pt x="161" y="309"/>
                  </a:lnTo>
                  <a:lnTo>
                    <a:pt x="163" y="309"/>
                  </a:lnTo>
                  <a:lnTo>
                    <a:pt x="163" y="309"/>
                  </a:lnTo>
                  <a:lnTo>
                    <a:pt x="163" y="309"/>
                  </a:lnTo>
                  <a:lnTo>
                    <a:pt x="163" y="306"/>
                  </a:lnTo>
                  <a:lnTo>
                    <a:pt x="165" y="306"/>
                  </a:lnTo>
                  <a:lnTo>
                    <a:pt x="165" y="306"/>
                  </a:lnTo>
                  <a:lnTo>
                    <a:pt x="165" y="306"/>
                  </a:lnTo>
                  <a:lnTo>
                    <a:pt x="165" y="304"/>
                  </a:lnTo>
                  <a:lnTo>
                    <a:pt x="163" y="304"/>
                  </a:lnTo>
                  <a:lnTo>
                    <a:pt x="163" y="301"/>
                  </a:lnTo>
                  <a:lnTo>
                    <a:pt x="163" y="301"/>
                  </a:lnTo>
                  <a:lnTo>
                    <a:pt x="163" y="299"/>
                  </a:lnTo>
                  <a:lnTo>
                    <a:pt x="161" y="299"/>
                  </a:lnTo>
                  <a:lnTo>
                    <a:pt x="161" y="297"/>
                  </a:lnTo>
                  <a:lnTo>
                    <a:pt x="158" y="297"/>
                  </a:lnTo>
                  <a:lnTo>
                    <a:pt x="158" y="297"/>
                  </a:lnTo>
                  <a:lnTo>
                    <a:pt x="156" y="297"/>
                  </a:lnTo>
                  <a:lnTo>
                    <a:pt x="156" y="297"/>
                  </a:lnTo>
                  <a:lnTo>
                    <a:pt x="153" y="297"/>
                  </a:lnTo>
                  <a:lnTo>
                    <a:pt x="153" y="294"/>
                  </a:lnTo>
                  <a:lnTo>
                    <a:pt x="151" y="294"/>
                  </a:lnTo>
                  <a:lnTo>
                    <a:pt x="151" y="294"/>
                  </a:lnTo>
                  <a:lnTo>
                    <a:pt x="151" y="294"/>
                  </a:lnTo>
                  <a:lnTo>
                    <a:pt x="151" y="292"/>
                  </a:lnTo>
                  <a:lnTo>
                    <a:pt x="146" y="292"/>
                  </a:lnTo>
                  <a:lnTo>
                    <a:pt x="146" y="292"/>
                  </a:lnTo>
                  <a:lnTo>
                    <a:pt x="144" y="292"/>
                  </a:lnTo>
                  <a:lnTo>
                    <a:pt x="144" y="290"/>
                  </a:lnTo>
                  <a:lnTo>
                    <a:pt x="142" y="290"/>
                  </a:lnTo>
                  <a:lnTo>
                    <a:pt x="142" y="290"/>
                  </a:lnTo>
                  <a:lnTo>
                    <a:pt x="142" y="290"/>
                  </a:lnTo>
                  <a:lnTo>
                    <a:pt x="142" y="287"/>
                  </a:lnTo>
                  <a:lnTo>
                    <a:pt x="139" y="287"/>
                  </a:lnTo>
                  <a:lnTo>
                    <a:pt x="139" y="287"/>
                  </a:lnTo>
                  <a:lnTo>
                    <a:pt x="139" y="287"/>
                  </a:lnTo>
                  <a:lnTo>
                    <a:pt x="139" y="287"/>
                  </a:lnTo>
                  <a:lnTo>
                    <a:pt x="137" y="287"/>
                  </a:lnTo>
                  <a:lnTo>
                    <a:pt x="137" y="287"/>
                  </a:lnTo>
                  <a:lnTo>
                    <a:pt x="137" y="287"/>
                  </a:lnTo>
                  <a:lnTo>
                    <a:pt x="137" y="287"/>
                  </a:lnTo>
                  <a:lnTo>
                    <a:pt x="134" y="287"/>
                  </a:lnTo>
                  <a:lnTo>
                    <a:pt x="134" y="285"/>
                  </a:lnTo>
                  <a:lnTo>
                    <a:pt x="134" y="285"/>
                  </a:lnTo>
                  <a:lnTo>
                    <a:pt x="134" y="285"/>
                  </a:lnTo>
                  <a:lnTo>
                    <a:pt x="132" y="285"/>
                  </a:lnTo>
                  <a:lnTo>
                    <a:pt x="132" y="282"/>
                  </a:lnTo>
                  <a:lnTo>
                    <a:pt x="132" y="282"/>
                  </a:lnTo>
                  <a:lnTo>
                    <a:pt x="132" y="282"/>
                  </a:lnTo>
                  <a:lnTo>
                    <a:pt x="130" y="282"/>
                  </a:lnTo>
                  <a:lnTo>
                    <a:pt x="130" y="280"/>
                  </a:lnTo>
                  <a:lnTo>
                    <a:pt x="127" y="280"/>
                  </a:lnTo>
                  <a:lnTo>
                    <a:pt x="127" y="280"/>
                  </a:lnTo>
                  <a:lnTo>
                    <a:pt x="123" y="280"/>
                  </a:lnTo>
                  <a:lnTo>
                    <a:pt x="123" y="278"/>
                  </a:lnTo>
                  <a:lnTo>
                    <a:pt x="120" y="278"/>
                  </a:lnTo>
                  <a:lnTo>
                    <a:pt x="120" y="278"/>
                  </a:lnTo>
                  <a:lnTo>
                    <a:pt x="116" y="278"/>
                  </a:lnTo>
                  <a:lnTo>
                    <a:pt x="116" y="278"/>
                  </a:lnTo>
                  <a:lnTo>
                    <a:pt x="116" y="278"/>
                  </a:lnTo>
                  <a:lnTo>
                    <a:pt x="116" y="275"/>
                  </a:lnTo>
                  <a:lnTo>
                    <a:pt x="113" y="275"/>
                  </a:lnTo>
                  <a:lnTo>
                    <a:pt x="113" y="273"/>
                  </a:lnTo>
                  <a:lnTo>
                    <a:pt x="116" y="273"/>
                  </a:lnTo>
                  <a:lnTo>
                    <a:pt x="116" y="271"/>
                  </a:lnTo>
                  <a:lnTo>
                    <a:pt x="118" y="271"/>
                  </a:lnTo>
                  <a:lnTo>
                    <a:pt x="118" y="273"/>
                  </a:lnTo>
                  <a:lnTo>
                    <a:pt x="118" y="273"/>
                  </a:lnTo>
                  <a:lnTo>
                    <a:pt x="118" y="273"/>
                  </a:lnTo>
                  <a:lnTo>
                    <a:pt x="118" y="273"/>
                  </a:lnTo>
                  <a:lnTo>
                    <a:pt x="118" y="275"/>
                  </a:lnTo>
                  <a:lnTo>
                    <a:pt x="120" y="275"/>
                  </a:lnTo>
                  <a:lnTo>
                    <a:pt x="120" y="275"/>
                  </a:lnTo>
                  <a:lnTo>
                    <a:pt x="123" y="275"/>
                  </a:lnTo>
                  <a:lnTo>
                    <a:pt x="123" y="278"/>
                  </a:lnTo>
                  <a:lnTo>
                    <a:pt x="125" y="278"/>
                  </a:lnTo>
                  <a:lnTo>
                    <a:pt x="125" y="278"/>
                  </a:lnTo>
                  <a:lnTo>
                    <a:pt x="127" y="278"/>
                  </a:lnTo>
                  <a:lnTo>
                    <a:pt x="127" y="278"/>
                  </a:lnTo>
                  <a:lnTo>
                    <a:pt x="130" y="278"/>
                  </a:lnTo>
                  <a:lnTo>
                    <a:pt x="130" y="280"/>
                  </a:lnTo>
                  <a:lnTo>
                    <a:pt x="134" y="280"/>
                  </a:lnTo>
                  <a:lnTo>
                    <a:pt x="134" y="280"/>
                  </a:lnTo>
                  <a:lnTo>
                    <a:pt x="137" y="280"/>
                  </a:lnTo>
                  <a:lnTo>
                    <a:pt x="137" y="278"/>
                  </a:lnTo>
                  <a:lnTo>
                    <a:pt x="137" y="278"/>
                  </a:lnTo>
                  <a:lnTo>
                    <a:pt x="137" y="278"/>
                  </a:lnTo>
                  <a:lnTo>
                    <a:pt x="139" y="278"/>
                  </a:lnTo>
                  <a:lnTo>
                    <a:pt x="139" y="280"/>
                  </a:lnTo>
                  <a:lnTo>
                    <a:pt x="139" y="280"/>
                  </a:lnTo>
                  <a:lnTo>
                    <a:pt x="139" y="280"/>
                  </a:lnTo>
                  <a:lnTo>
                    <a:pt x="149" y="280"/>
                  </a:lnTo>
                  <a:lnTo>
                    <a:pt x="149" y="282"/>
                  </a:lnTo>
                  <a:lnTo>
                    <a:pt x="151" y="282"/>
                  </a:lnTo>
                  <a:lnTo>
                    <a:pt x="151" y="282"/>
                  </a:lnTo>
                  <a:lnTo>
                    <a:pt x="151" y="282"/>
                  </a:lnTo>
                  <a:lnTo>
                    <a:pt x="151" y="285"/>
                  </a:lnTo>
                  <a:lnTo>
                    <a:pt x="153" y="285"/>
                  </a:lnTo>
                  <a:lnTo>
                    <a:pt x="153" y="285"/>
                  </a:lnTo>
                  <a:lnTo>
                    <a:pt x="156" y="285"/>
                  </a:lnTo>
                  <a:lnTo>
                    <a:pt x="156" y="285"/>
                  </a:lnTo>
                  <a:lnTo>
                    <a:pt x="158" y="285"/>
                  </a:lnTo>
                  <a:lnTo>
                    <a:pt x="158" y="282"/>
                  </a:lnTo>
                  <a:lnTo>
                    <a:pt x="163" y="282"/>
                  </a:lnTo>
                  <a:lnTo>
                    <a:pt x="163" y="285"/>
                  </a:lnTo>
                  <a:lnTo>
                    <a:pt x="165" y="285"/>
                  </a:lnTo>
                  <a:lnTo>
                    <a:pt x="165" y="285"/>
                  </a:lnTo>
                  <a:lnTo>
                    <a:pt x="168" y="285"/>
                  </a:lnTo>
                  <a:lnTo>
                    <a:pt x="168" y="287"/>
                  </a:lnTo>
                  <a:lnTo>
                    <a:pt x="172" y="287"/>
                  </a:lnTo>
                  <a:lnTo>
                    <a:pt x="172" y="287"/>
                  </a:lnTo>
                  <a:lnTo>
                    <a:pt x="177" y="287"/>
                  </a:lnTo>
                  <a:lnTo>
                    <a:pt x="177" y="290"/>
                  </a:lnTo>
                  <a:lnTo>
                    <a:pt x="187" y="290"/>
                  </a:lnTo>
                  <a:lnTo>
                    <a:pt x="187" y="290"/>
                  </a:lnTo>
                  <a:lnTo>
                    <a:pt x="196" y="290"/>
                  </a:lnTo>
                  <a:lnTo>
                    <a:pt x="196" y="292"/>
                  </a:lnTo>
                  <a:lnTo>
                    <a:pt x="208" y="292"/>
                  </a:lnTo>
                  <a:lnTo>
                    <a:pt x="208" y="292"/>
                  </a:lnTo>
                  <a:lnTo>
                    <a:pt x="213" y="292"/>
                  </a:lnTo>
                  <a:lnTo>
                    <a:pt x="213" y="294"/>
                  </a:lnTo>
                  <a:lnTo>
                    <a:pt x="217" y="294"/>
                  </a:lnTo>
                  <a:lnTo>
                    <a:pt x="217" y="294"/>
                  </a:lnTo>
                  <a:lnTo>
                    <a:pt x="220" y="294"/>
                  </a:lnTo>
                  <a:lnTo>
                    <a:pt x="220" y="297"/>
                  </a:lnTo>
                  <a:lnTo>
                    <a:pt x="227" y="297"/>
                  </a:lnTo>
                  <a:lnTo>
                    <a:pt x="227" y="297"/>
                  </a:lnTo>
                  <a:lnTo>
                    <a:pt x="248" y="297"/>
                  </a:lnTo>
                  <a:lnTo>
                    <a:pt x="248" y="297"/>
                  </a:lnTo>
                  <a:lnTo>
                    <a:pt x="255" y="297"/>
                  </a:lnTo>
                  <a:lnTo>
                    <a:pt x="255" y="294"/>
                  </a:lnTo>
                  <a:lnTo>
                    <a:pt x="260" y="294"/>
                  </a:lnTo>
                  <a:lnTo>
                    <a:pt x="260" y="294"/>
                  </a:lnTo>
                  <a:lnTo>
                    <a:pt x="267" y="294"/>
                  </a:lnTo>
                  <a:lnTo>
                    <a:pt x="267" y="292"/>
                  </a:lnTo>
                  <a:lnTo>
                    <a:pt x="272" y="292"/>
                  </a:lnTo>
                  <a:lnTo>
                    <a:pt x="272" y="292"/>
                  </a:lnTo>
                  <a:lnTo>
                    <a:pt x="274" y="292"/>
                  </a:lnTo>
                  <a:lnTo>
                    <a:pt x="274" y="290"/>
                  </a:lnTo>
                  <a:lnTo>
                    <a:pt x="277" y="290"/>
                  </a:lnTo>
                  <a:lnTo>
                    <a:pt x="277" y="290"/>
                  </a:lnTo>
                  <a:lnTo>
                    <a:pt x="279" y="290"/>
                  </a:lnTo>
                  <a:lnTo>
                    <a:pt x="279" y="287"/>
                  </a:lnTo>
                  <a:lnTo>
                    <a:pt x="284" y="287"/>
                  </a:lnTo>
                  <a:lnTo>
                    <a:pt x="284" y="287"/>
                  </a:lnTo>
                  <a:lnTo>
                    <a:pt x="286" y="287"/>
                  </a:lnTo>
                  <a:lnTo>
                    <a:pt x="286" y="287"/>
                  </a:lnTo>
                  <a:lnTo>
                    <a:pt x="286" y="287"/>
                  </a:lnTo>
                  <a:lnTo>
                    <a:pt x="286" y="285"/>
                  </a:lnTo>
                  <a:lnTo>
                    <a:pt x="286" y="285"/>
                  </a:lnTo>
                  <a:lnTo>
                    <a:pt x="286" y="287"/>
                  </a:lnTo>
                  <a:lnTo>
                    <a:pt x="288" y="287"/>
                  </a:lnTo>
                  <a:lnTo>
                    <a:pt x="288" y="285"/>
                  </a:lnTo>
                  <a:lnTo>
                    <a:pt x="288" y="285"/>
                  </a:lnTo>
                  <a:lnTo>
                    <a:pt x="288" y="282"/>
                  </a:lnTo>
                  <a:lnTo>
                    <a:pt x="291" y="282"/>
                  </a:lnTo>
                  <a:lnTo>
                    <a:pt x="291" y="282"/>
                  </a:lnTo>
                  <a:lnTo>
                    <a:pt x="293" y="282"/>
                  </a:lnTo>
                  <a:lnTo>
                    <a:pt x="293" y="280"/>
                  </a:lnTo>
                  <a:lnTo>
                    <a:pt x="293" y="280"/>
                  </a:lnTo>
                  <a:lnTo>
                    <a:pt x="293" y="280"/>
                  </a:lnTo>
                  <a:lnTo>
                    <a:pt x="298" y="280"/>
                  </a:lnTo>
                  <a:lnTo>
                    <a:pt x="298" y="278"/>
                  </a:lnTo>
                  <a:lnTo>
                    <a:pt x="298" y="278"/>
                  </a:lnTo>
                  <a:lnTo>
                    <a:pt x="298" y="278"/>
                  </a:lnTo>
                  <a:lnTo>
                    <a:pt x="300" y="278"/>
                  </a:lnTo>
                  <a:lnTo>
                    <a:pt x="300" y="275"/>
                  </a:lnTo>
                  <a:lnTo>
                    <a:pt x="300" y="275"/>
                  </a:lnTo>
                  <a:lnTo>
                    <a:pt x="300" y="273"/>
                  </a:lnTo>
                  <a:lnTo>
                    <a:pt x="303" y="273"/>
                  </a:lnTo>
                  <a:lnTo>
                    <a:pt x="303" y="271"/>
                  </a:lnTo>
                  <a:lnTo>
                    <a:pt x="303" y="271"/>
                  </a:lnTo>
                  <a:lnTo>
                    <a:pt x="303" y="268"/>
                  </a:lnTo>
                  <a:lnTo>
                    <a:pt x="300" y="268"/>
                  </a:lnTo>
                  <a:lnTo>
                    <a:pt x="300" y="268"/>
                  </a:lnTo>
                  <a:lnTo>
                    <a:pt x="303" y="268"/>
                  </a:lnTo>
                  <a:lnTo>
                    <a:pt x="303" y="268"/>
                  </a:lnTo>
                  <a:lnTo>
                    <a:pt x="300" y="268"/>
                  </a:lnTo>
                  <a:lnTo>
                    <a:pt x="300" y="266"/>
                  </a:lnTo>
                  <a:lnTo>
                    <a:pt x="298" y="266"/>
                  </a:lnTo>
                  <a:lnTo>
                    <a:pt x="298" y="261"/>
                  </a:lnTo>
                  <a:lnTo>
                    <a:pt x="295" y="261"/>
                  </a:lnTo>
                  <a:lnTo>
                    <a:pt x="295" y="259"/>
                  </a:lnTo>
                  <a:lnTo>
                    <a:pt x="295" y="259"/>
                  </a:lnTo>
                  <a:lnTo>
                    <a:pt x="295" y="256"/>
                  </a:lnTo>
                  <a:lnTo>
                    <a:pt x="295" y="256"/>
                  </a:lnTo>
                  <a:lnTo>
                    <a:pt x="295" y="254"/>
                  </a:lnTo>
                  <a:lnTo>
                    <a:pt x="293" y="254"/>
                  </a:lnTo>
                  <a:lnTo>
                    <a:pt x="293" y="254"/>
                  </a:lnTo>
                  <a:lnTo>
                    <a:pt x="288" y="254"/>
                  </a:lnTo>
                  <a:lnTo>
                    <a:pt x="288" y="252"/>
                  </a:lnTo>
                  <a:lnTo>
                    <a:pt x="288" y="252"/>
                  </a:lnTo>
                  <a:lnTo>
                    <a:pt x="288" y="252"/>
                  </a:lnTo>
                  <a:lnTo>
                    <a:pt x="281" y="252"/>
                  </a:lnTo>
                  <a:lnTo>
                    <a:pt x="281" y="252"/>
                  </a:lnTo>
                  <a:lnTo>
                    <a:pt x="281" y="252"/>
                  </a:lnTo>
                  <a:lnTo>
                    <a:pt x="281" y="249"/>
                  </a:lnTo>
                  <a:lnTo>
                    <a:pt x="279" y="249"/>
                  </a:lnTo>
                  <a:lnTo>
                    <a:pt x="279" y="249"/>
                  </a:lnTo>
                  <a:lnTo>
                    <a:pt x="274" y="249"/>
                  </a:lnTo>
                  <a:lnTo>
                    <a:pt x="274" y="247"/>
                  </a:lnTo>
                  <a:lnTo>
                    <a:pt x="272" y="247"/>
                  </a:lnTo>
                  <a:lnTo>
                    <a:pt x="272" y="247"/>
                  </a:lnTo>
                  <a:lnTo>
                    <a:pt x="272" y="247"/>
                  </a:lnTo>
                  <a:lnTo>
                    <a:pt x="272" y="245"/>
                  </a:lnTo>
                  <a:lnTo>
                    <a:pt x="272" y="245"/>
                  </a:lnTo>
                  <a:lnTo>
                    <a:pt x="272" y="245"/>
                  </a:lnTo>
                  <a:lnTo>
                    <a:pt x="269" y="245"/>
                  </a:lnTo>
                  <a:lnTo>
                    <a:pt x="269" y="242"/>
                  </a:lnTo>
                  <a:lnTo>
                    <a:pt x="267" y="242"/>
                  </a:lnTo>
                  <a:lnTo>
                    <a:pt x="267" y="245"/>
                  </a:lnTo>
                  <a:lnTo>
                    <a:pt x="267" y="245"/>
                  </a:lnTo>
                  <a:lnTo>
                    <a:pt x="267" y="245"/>
                  </a:lnTo>
                  <a:lnTo>
                    <a:pt x="267" y="245"/>
                  </a:lnTo>
                  <a:lnTo>
                    <a:pt x="267" y="247"/>
                  </a:lnTo>
                  <a:lnTo>
                    <a:pt x="267" y="247"/>
                  </a:lnTo>
                  <a:lnTo>
                    <a:pt x="267" y="245"/>
                  </a:lnTo>
                  <a:lnTo>
                    <a:pt x="262" y="245"/>
                  </a:lnTo>
                  <a:lnTo>
                    <a:pt x="262" y="245"/>
                  </a:lnTo>
                  <a:lnTo>
                    <a:pt x="258" y="245"/>
                  </a:lnTo>
                  <a:lnTo>
                    <a:pt x="258" y="242"/>
                  </a:lnTo>
                  <a:lnTo>
                    <a:pt x="255" y="242"/>
                  </a:lnTo>
                  <a:lnTo>
                    <a:pt x="255" y="242"/>
                  </a:lnTo>
                  <a:lnTo>
                    <a:pt x="253" y="242"/>
                  </a:lnTo>
                  <a:lnTo>
                    <a:pt x="253" y="240"/>
                  </a:lnTo>
                  <a:lnTo>
                    <a:pt x="250" y="240"/>
                  </a:lnTo>
                  <a:lnTo>
                    <a:pt x="250" y="240"/>
                  </a:lnTo>
                  <a:lnTo>
                    <a:pt x="250" y="240"/>
                  </a:lnTo>
                  <a:lnTo>
                    <a:pt x="250" y="237"/>
                  </a:lnTo>
                  <a:lnTo>
                    <a:pt x="246" y="237"/>
                  </a:lnTo>
                  <a:lnTo>
                    <a:pt x="246" y="237"/>
                  </a:lnTo>
                  <a:lnTo>
                    <a:pt x="241" y="237"/>
                  </a:lnTo>
                  <a:lnTo>
                    <a:pt x="241" y="237"/>
                  </a:lnTo>
                  <a:lnTo>
                    <a:pt x="236" y="237"/>
                  </a:lnTo>
                  <a:lnTo>
                    <a:pt x="236" y="235"/>
                  </a:lnTo>
                  <a:lnTo>
                    <a:pt x="234" y="235"/>
                  </a:lnTo>
                  <a:lnTo>
                    <a:pt x="234" y="235"/>
                  </a:lnTo>
                  <a:lnTo>
                    <a:pt x="232" y="235"/>
                  </a:lnTo>
                  <a:lnTo>
                    <a:pt x="232" y="233"/>
                  </a:lnTo>
                  <a:lnTo>
                    <a:pt x="232" y="233"/>
                  </a:lnTo>
                  <a:lnTo>
                    <a:pt x="232" y="233"/>
                  </a:lnTo>
                  <a:lnTo>
                    <a:pt x="229" y="233"/>
                  </a:lnTo>
                  <a:lnTo>
                    <a:pt x="229" y="230"/>
                  </a:lnTo>
                  <a:lnTo>
                    <a:pt x="227" y="230"/>
                  </a:lnTo>
                  <a:lnTo>
                    <a:pt x="227" y="230"/>
                  </a:lnTo>
                  <a:lnTo>
                    <a:pt x="224" y="230"/>
                  </a:lnTo>
                  <a:lnTo>
                    <a:pt x="224" y="228"/>
                  </a:lnTo>
                  <a:lnTo>
                    <a:pt x="222" y="228"/>
                  </a:lnTo>
                  <a:lnTo>
                    <a:pt x="222" y="228"/>
                  </a:lnTo>
                  <a:lnTo>
                    <a:pt x="220" y="228"/>
                  </a:lnTo>
                  <a:lnTo>
                    <a:pt x="220" y="228"/>
                  </a:lnTo>
                  <a:lnTo>
                    <a:pt x="217" y="228"/>
                  </a:lnTo>
                  <a:lnTo>
                    <a:pt x="217" y="226"/>
                  </a:lnTo>
                  <a:lnTo>
                    <a:pt x="213" y="226"/>
                  </a:lnTo>
                  <a:lnTo>
                    <a:pt x="213" y="226"/>
                  </a:lnTo>
                  <a:lnTo>
                    <a:pt x="208" y="226"/>
                  </a:lnTo>
                  <a:lnTo>
                    <a:pt x="208" y="223"/>
                  </a:lnTo>
                  <a:lnTo>
                    <a:pt x="206" y="223"/>
                  </a:lnTo>
                  <a:lnTo>
                    <a:pt x="206" y="223"/>
                  </a:lnTo>
                  <a:lnTo>
                    <a:pt x="203" y="223"/>
                  </a:lnTo>
                  <a:lnTo>
                    <a:pt x="203" y="221"/>
                  </a:lnTo>
                  <a:lnTo>
                    <a:pt x="201" y="221"/>
                  </a:lnTo>
                  <a:lnTo>
                    <a:pt x="201" y="221"/>
                  </a:lnTo>
                  <a:lnTo>
                    <a:pt x="196" y="221"/>
                  </a:lnTo>
                  <a:lnTo>
                    <a:pt x="196" y="218"/>
                  </a:lnTo>
                  <a:lnTo>
                    <a:pt x="194" y="218"/>
                  </a:lnTo>
                  <a:lnTo>
                    <a:pt x="194" y="218"/>
                  </a:lnTo>
                  <a:lnTo>
                    <a:pt x="189" y="218"/>
                  </a:lnTo>
                  <a:lnTo>
                    <a:pt x="189" y="218"/>
                  </a:lnTo>
                  <a:lnTo>
                    <a:pt x="184" y="218"/>
                  </a:lnTo>
                  <a:lnTo>
                    <a:pt x="184" y="216"/>
                  </a:lnTo>
                  <a:lnTo>
                    <a:pt x="177" y="216"/>
                  </a:lnTo>
                  <a:lnTo>
                    <a:pt x="177" y="216"/>
                  </a:lnTo>
                  <a:lnTo>
                    <a:pt x="168" y="216"/>
                  </a:lnTo>
                  <a:lnTo>
                    <a:pt x="168" y="216"/>
                  </a:lnTo>
                  <a:lnTo>
                    <a:pt x="165" y="216"/>
                  </a:lnTo>
                  <a:lnTo>
                    <a:pt x="165" y="216"/>
                  </a:lnTo>
                  <a:lnTo>
                    <a:pt x="161" y="216"/>
                  </a:lnTo>
                  <a:lnTo>
                    <a:pt x="161" y="214"/>
                  </a:lnTo>
                  <a:lnTo>
                    <a:pt x="158" y="214"/>
                  </a:lnTo>
                  <a:lnTo>
                    <a:pt x="158" y="216"/>
                  </a:lnTo>
                  <a:lnTo>
                    <a:pt x="156" y="216"/>
                  </a:lnTo>
                  <a:lnTo>
                    <a:pt x="156" y="214"/>
                  </a:lnTo>
                  <a:lnTo>
                    <a:pt x="153" y="214"/>
                  </a:lnTo>
                  <a:lnTo>
                    <a:pt x="153" y="211"/>
                  </a:lnTo>
                  <a:lnTo>
                    <a:pt x="149" y="211"/>
                  </a:lnTo>
                  <a:lnTo>
                    <a:pt x="149" y="211"/>
                  </a:lnTo>
                  <a:lnTo>
                    <a:pt x="144" y="211"/>
                  </a:lnTo>
                  <a:lnTo>
                    <a:pt x="144" y="211"/>
                  </a:lnTo>
                  <a:lnTo>
                    <a:pt x="144" y="211"/>
                  </a:lnTo>
                  <a:lnTo>
                    <a:pt x="144" y="214"/>
                  </a:lnTo>
                  <a:lnTo>
                    <a:pt x="139" y="214"/>
                  </a:lnTo>
                  <a:lnTo>
                    <a:pt x="139" y="214"/>
                  </a:lnTo>
                  <a:lnTo>
                    <a:pt x="139" y="214"/>
                  </a:lnTo>
                  <a:lnTo>
                    <a:pt x="139" y="214"/>
                  </a:lnTo>
                  <a:lnTo>
                    <a:pt x="134" y="214"/>
                  </a:lnTo>
                  <a:lnTo>
                    <a:pt x="134" y="214"/>
                  </a:lnTo>
                  <a:lnTo>
                    <a:pt x="132" y="214"/>
                  </a:lnTo>
                  <a:lnTo>
                    <a:pt x="132" y="211"/>
                  </a:lnTo>
                  <a:lnTo>
                    <a:pt x="134" y="211"/>
                  </a:lnTo>
                  <a:lnTo>
                    <a:pt x="134" y="211"/>
                  </a:lnTo>
                  <a:lnTo>
                    <a:pt x="132" y="211"/>
                  </a:lnTo>
                  <a:lnTo>
                    <a:pt x="132" y="209"/>
                  </a:lnTo>
                  <a:lnTo>
                    <a:pt x="132" y="209"/>
                  </a:lnTo>
                  <a:lnTo>
                    <a:pt x="132" y="211"/>
                  </a:lnTo>
                  <a:lnTo>
                    <a:pt x="130" y="211"/>
                  </a:lnTo>
                  <a:lnTo>
                    <a:pt x="130" y="209"/>
                  </a:lnTo>
                  <a:lnTo>
                    <a:pt x="120" y="209"/>
                  </a:lnTo>
                  <a:lnTo>
                    <a:pt x="120" y="209"/>
                  </a:lnTo>
                  <a:lnTo>
                    <a:pt x="120" y="209"/>
                  </a:lnTo>
                  <a:lnTo>
                    <a:pt x="120" y="209"/>
                  </a:lnTo>
                  <a:lnTo>
                    <a:pt x="120" y="209"/>
                  </a:lnTo>
                  <a:lnTo>
                    <a:pt x="120" y="209"/>
                  </a:lnTo>
                  <a:lnTo>
                    <a:pt x="113" y="209"/>
                  </a:lnTo>
                  <a:lnTo>
                    <a:pt x="113" y="209"/>
                  </a:lnTo>
                  <a:lnTo>
                    <a:pt x="111" y="209"/>
                  </a:lnTo>
                  <a:lnTo>
                    <a:pt x="111" y="207"/>
                  </a:lnTo>
                  <a:lnTo>
                    <a:pt x="113" y="207"/>
                  </a:lnTo>
                  <a:lnTo>
                    <a:pt x="113" y="209"/>
                  </a:lnTo>
                  <a:lnTo>
                    <a:pt x="123" y="209"/>
                  </a:lnTo>
                  <a:lnTo>
                    <a:pt x="123" y="207"/>
                  </a:lnTo>
                  <a:lnTo>
                    <a:pt x="125" y="207"/>
                  </a:lnTo>
                  <a:lnTo>
                    <a:pt x="125" y="207"/>
                  </a:lnTo>
                  <a:lnTo>
                    <a:pt x="125" y="207"/>
                  </a:lnTo>
                  <a:lnTo>
                    <a:pt x="125" y="202"/>
                  </a:lnTo>
                  <a:lnTo>
                    <a:pt x="123" y="202"/>
                  </a:lnTo>
                  <a:lnTo>
                    <a:pt x="123" y="202"/>
                  </a:lnTo>
                  <a:lnTo>
                    <a:pt x="113" y="202"/>
                  </a:lnTo>
                  <a:lnTo>
                    <a:pt x="113" y="200"/>
                  </a:lnTo>
                  <a:lnTo>
                    <a:pt x="111" y="200"/>
                  </a:lnTo>
                  <a:lnTo>
                    <a:pt x="111" y="200"/>
                  </a:lnTo>
                  <a:lnTo>
                    <a:pt x="108" y="200"/>
                  </a:lnTo>
                  <a:lnTo>
                    <a:pt x="108" y="200"/>
                  </a:lnTo>
                  <a:lnTo>
                    <a:pt x="106" y="200"/>
                  </a:lnTo>
                  <a:lnTo>
                    <a:pt x="106" y="197"/>
                  </a:lnTo>
                  <a:lnTo>
                    <a:pt x="99" y="197"/>
                  </a:lnTo>
                  <a:lnTo>
                    <a:pt x="99" y="200"/>
                  </a:lnTo>
                  <a:lnTo>
                    <a:pt x="99" y="200"/>
                  </a:lnTo>
                  <a:lnTo>
                    <a:pt x="99" y="200"/>
                  </a:lnTo>
                  <a:lnTo>
                    <a:pt x="94" y="200"/>
                  </a:lnTo>
                  <a:lnTo>
                    <a:pt x="94" y="202"/>
                  </a:lnTo>
                  <a:lnTo>
                    <a:pt x="94" y="202"/>
                  </a:lnTo>
                  <a:lnTo>
                    <a:pt x="94" y="204"/>
                  </a:lnTo>
                  <a:lnTo>
                    <a:pt x="90" y="204"/>
                  </a:lnTo>
                  <a:lnTo>
                    <a:pt x="90" y="202"/>
                  </a:lnTo>
                  <a:lnTo>
                    <a:pt x="85" y="202"/>
                  </a:lnTo>
                  <a:lnTo>
                    <a:pt x="85" y="202"/>
                  </a:lnTo>
                  <a:lnTo>
                    <a:pt x="75" y="202"/>
                  </a:lnTo>
                  <a:lnTo>
                    <a:pt x="75" y="202"/>
                  </a:lnTo>
                  <a:lnTo>
                    <a:pt x="78" y="202"/>
                  </a:lnTo>
                  <a:lnTo>
                    <a:pt x="78" y="204"/>
                  </a:lnTo>
                  <a:lnTo>
                    <a:pt x="78" y="204"/>
                  </a:lnTo>
                  <a:lnTo>
                    <a:pt x="78" y="207"/>
                  </a:lnTo>
                  <a:lnTo>
                    <a:pt x="78" y="207"/>
                  </a:lnTo>
                  <a:lnTo>
                    <a:pt x="78" y="207"/>
                  </a:lnTo>
                  <a:lnTo>
                    <a:pt x="78" y="207"/>
                  </a:lnTo>
                  <a:lnTo>
                    <a:pt x="78" y="209"/>
                  </a:lnTo>
                  <a:lnTo>
                    <a:pt x="68" y="209"/>
                  </a:lnTo>
                  <a:lnTo>
                    <a:pt x="68" y="207"/>
                  </a:lnTo>
                  <a:lnTo>
                    <a:pt x="66" y="207"/>
                  </a:lnTo>
                  <a:lnTo>
                    <a:pt x="66" y="207"/>
                  </a:lnTo>
                  <a:lnTo>
                    <a:pt x="63" y="207"/>
                  </a:lnTo>
                  <a:lnTo>
                    <a:pt x="63" y="204"/>
                  </a:lnTo>
                  <a:lnTo>
                    <a:pt x="61" y="204"/>
                  </a:lnTo>
                  <a:lnTo>
                    <a:pt x="61" y="207"/>
                  </a:lnTo>
                  <a:lnTo>
                    <a:pt x="61" y="207"/>
                  </a:lnTo>
                  <a:lnTo>
                    <a:pt x="61" y="209"/>
                  </a:lnTo>
                  <a:lnTo>
                    <a:pt x="61" y="209"/>
                  </a:lnTo>
                  <a:lnTo>
                    <a:pt x="61" y="209"/>
                  </a:lnTo>
                  <a:lnTo>
                    <a:pt x="59" y="209"/>
                  </a:lnTo>
                  <a:lnTo>
                    <a:pt x="59" y="211"/>
                  </a:lnTo>
                  <a:lnTo>
                    <a:pt x="52" y="211"/>
                  </a:lnTo>
                  <a:lnTo>
                    <a:pt x="52" y="211"/>
                  </a:lnTo>
                  <a:lnTo>
                    <a:pt x="52" y="211"/>
                  </a:lnTo>
                  <a:lnTo>
                    <a:pt x="52" y="214"/>
                  </a:lnTo>
                  <a:lnTo>
                    <a:pt x="45" y="214"/>
                  </a:lnTo>
                  <a:lnTo>
                    <a:pt x="45" y="214"/>
                  </a:lnTo>
                  <a:lnTo>
                    <a:pt x="42" y="214"/>
                  </a:lnTo>
                  <a:lnTo>
                    <a:pt x="42" y="218"/>
                  </a:lnTo>
                  <a:lnTo>
                    <a:pt x="42" y="218"/>
                  </a:lnTo>
                  <a:lnTo>
                    <a:pt x="42" y="218"/>
                  </a:lnTo>
                  <a:lnTo>
                    <a:pt x="40" y="218"/>
                  </a:lnTo>
                  <a:lnTo>
                    <a:pt x="40" y="218"/>
                  </a:lnTo>
                  <a:lnTo>
                    <a:pt x="40" y="218"/>
                  </a:lnTo>
                  <a:lnTo>
                    <a:pt x="40" y="221"/>
                  </a:lnTo>
                  <a:lnTo>
                    <a:pt x="33" y="221"/>
                  </a:lnTo>
                  <a:lnTo>
                    <a:pt x="33" y="221"/>
                  </a:lnTo>
                  <a:lnTo>
                    <a:pt x="28" y="221"/>
                  </a:lnTo>
                  <a:lnTo>
                    <a:pt x="28" y="223"/>
                  </a:lnTo>
                  <a:lnTo>
                    <a:pt x="26" y="223"/>
                  </a:lnTo>
                  <a:lnTo>
                    <a:pt x="26" y="223"/>
                  </a:lnTo>
                  <a:lnTo>
                    <a:pt x="26" y="223"/>
                  </a:lnTo>
                  <a:lnTo>
                    <a:pt x="26" y="226"/>
                  </a:lnTo>
                  <a:lnTo>
                    <a:pt x="33" y="226"/>
                  </a:lnTo>
                  <a:lnTo>
                    <a:pt x="33" y="226"/>
                  </a:lnTo>
                  <a:lnTo>
                    <a:pt x="30" y="226"/>
                  </a:lnTo>
                  <a:lnTo>
                    <a:pt x="30" y="228"/>
                  </a:lnTo>
                  <a:lnTo>
                    <a:pt x="30" y="228"/>
                  </a:lnTo>
                  <a:lnTo>
                    <a:pt x="30" y="228"/>
                  </a:lnTo>
                  <a:lnTo>
                    <a:pt x="28" y="228"/>
                  </a:lnTo>
                  <a:lnTo>
                    <a:pt x="28" y="230"/>
                  </a:lnTo>
                  <a:lnTo>
                    <a:pt x="28" y="230"/>
                  </a:lnTo>
                  <a:lnTo>
                    <a:pt x="28" y="230"/>
                  </a:lnTo>
                  <a:lnTo>
                    <a:pt x="26" y="230"/>
                  </a:lnTo>
                  <a:lnTo>
                    <a:pt x="26" y="233"/>
                  </a:lnTo>
                  <a:lnTo>
                    <a:pt x="26" y="233"/>
                  </a:lnTo>
                  <a:lnTo>
                    <a:pt x="26" y="235"/>
                  </a:lnTo>
                  <a:lnTo>
                    <a:pt x="26" y="235"/>
                  </a:lnTo>
                  <a:lnTo>
                    <a:pt x="26" y="237"/>
                  </a:lnTo>
                  <a:lnTo>
                    <a:pt x="26" y="237"/>
                  </a:lnTo>
                  <a:lnTo>
                    <a:pt x="26" y="237"/>
                  </a:lnTo>
                  <a:lnTo>
                    <a:pt x="28" y="237"/>
                  </a:lnTo>
                  <a:lnTo>
                    <a:pt x="28" y="240"/>
                  </a:lnTo>
                  <a:lnTo>
                    <a:pt x="28" y="240"/>
                  </a:lnTo>
                  <a:lnTo>
                    <a:pt x="28" y="242"/>
                  </a:lnTo>
                  <a:lnTo>
                    <a:pt x="30" y="242"/>
                  </a:lnTo>
                  <a:lnTo>
                    <a:pt x="30" y="242"/>
                  </a:lnTo>
                  <a:lnTo>
                    <a:pt x="35" y="242"/>
                  </a:lnTo>
                  <a:lnTo>
                    <a:pt x="35" y="245"/>
                  </a:lnTo>
                  <a:lnTo>
                    <a:pt x="40" y="245"/>
                  </a:lnTo>
                  <a:lnTo>
                    <a:pt x="40" y="245"/>
                  </a:lnTo>
                  <a:lnTo>
                    <a:pt x="45" y="245"/>
                  </a:lnTo>
                  <a:lnTo>
                    <a:pt x="45" y="247"/>
                  </a:lnTo>
                  <a:lnTo>
                    <a:pt x="45" y="247"/>
                  </a:lnTo>
                  <a:lnTo>
                    <a:pt x="45" y="247"/>
                  </a:lnTo>
                  <a:lnTo>
                    <a:pt x="47" y="247"/>
                  </a:lnTo>
                  <a:lnTo>
                    <a:pt x="47" y="249"/>
                  </a:lnTo>
                  <a:lnTo>
                    <a:pt x="47" y="249"/>
                  </a:lnTo>
                  <a:lnTo>
                    <a:pt x="47" y="249"/>
                  </a:lnTo>
                  <a:lnTo>
                    <a:pt x="47" y="249"/>
                  </a:lnTo>
                  <a:lnTo>
                    <a:pt x="47" y="249"/>
                  </a:lnTo>
                  <a:lnTo>
                    <a:pt x="49" y="249"/>
                  </a:lnTo>
                  <a:lnTo>
                    <a:pt x="49" y="252"/>
                  </a:lnTo>
                  <a:lnTo>
                    <a:pt x="52" y="252"/>
                  </a:lnTo>
                  <a:lnTo>
                    <a:pt x="52" y="252"/>
                  </a:lnTo>
                  <a:lnTo>
                    <a:pt x="52" y="252"/>
                  </a:lnTo>
                  <a:lnTo>
                    <a:pt x="52" y="254"/>
                  </a:lnTo>
                  <a:lnTo>
                    <a:pt x="54" y="254"/>
                  </a:lnTo>
                  <a:lnTo>
                    <a:pt x="54" y="254"/>
                  </a:lnTo>
                  <a:lnTo>
                    <a:pt x="59" y="254"/>
                  </a:lnTo>
                  <a:lnTo>
                    <a:pt x="59" y="256"/>
                  </a:lnTo>
                  <a:lnTo>
                    <a:pt x="56" y="256"/>
                  </a:lnTo>
                  <a:lnTo>
                    <a:pt x="56" y="259"/>
                  </a:lnTo>
                  <a:lnTo>
                    <a:pt x="56" y="259"/>
                  </a:lnTo>
                  <a:lnTo>
                    <a:pt x="56" y="259"/>
                  </a:lnTo>
                  <a:lnTo>
                    <a:pt x="54" y="259"/>
                  </a:lnTo>
                  <a:lnTo>
                    <a:pt x="54" y="261"/>
                  </a:lnTo>
                  <a:lnTo>
                    <a:pt x="54" y="261"/>
                  </a:lnTo>
                  <a:lnTo>
                    <a:pt x="54" y="261"/>
                  </a:lnTo>
                  <a:lnTo>
                    <a:pt x="52" y="261"/>
                  </a:lnTo>
                  <a:lnTo>
                    <a:pt x="52" y="263"/>
                  </a:lnTo>
                  <a:lnTo>
                    <a:pt x="49" y="263"/>
                  </a:lnTo>
                  <a:lnTo>
                    <a:pt x="49" y="263"/>
                  </a:lnTo>
                  <a:lnTo>
                    <a:pt x="47" y="263"/>
                  </a:lnTo>
                  <a:lnTo>
                    <a:pt x="47" y="266"/>
                  </a:lnTo>
                  <a:lnTo>
                    <a:pt x="47" y="266"/>
                  </a:lnTo>
                  <a:lnTo>
                    <a:pt x="47" y="266"/>
                  </a:lnTo>
                  <a:lnTo>
                    <a:pt x="47" y="266"/>
                  </a:lnTo>
                  <a:lnTo>
                    <a:pt x="47" y="268"/>
                  </a:lnTo>
                  <a:lnTo>
                    <a:pt x="45" y="268"/>
                  </a:lnTo>
                  <a:lnTo>
                    <a:pt x="45" y="268"/>
                  </a:lnTo>
                  <a:lnTo>
                    <a:pt x="42" y="268"/>
                  </a:lnTo>
                  <a:lnTo>
                    <a:pt x="42" y="268"/>
                  </a:lnTo>
                  <a:lnTo>
                    <a:pt x="42" y="268"/>
                  </a:lnTo>
                  <a:lnTo>
                    <a:pt x="42" y="271"/>
                  </a:lnTo>
                  <a:lnTo>
                    <a:pt x="40" y="271"/>
                  </a:lnTo>
                  <a:lnTo>
                    <a:pt x="40" y="271"/>
                  </a:lnTo>
                  <a:lnTo>
                    <a:pt x="40" y="271"/>
                  </a:lnTo>
                  <a:lnTo>
                    <a:pt x="40" y="273"/>
                  </a:lnTo>
                  <a:lnTo>
                    <a:pt x="37" y="273"/>
                  </a:lnTo>
                  <a:lnTo>
                    <a:pt x="37" y="275"/>
                  </a:lnTo>
                  <a:lnTo>
                    <a:pt x="37" y="275"/>
                  </a:lnTo>
                  <a:lnTo>
                    <a:pt x="37" y="278"/>
                  </a:lnTo>
                  <a:lnTo>
                    <a:pt x="40" y="278"/>
                  </a:lnTo>
                  <a:lnTo>
                    <a:pt x="40" y="278"/>
                  </a:lnTo>
                  <a:lnTo>
                    <a:pt x="40" y="278"/>
                  </a:lnTo>
                  <a:lnTo>
                    <a:pt x="40" y="280"/>
                  </a:lnTo>
                  <a:lnTo>
                    <a:pt x="42" y="280"/>
                  </a:lnTo>
                  <a:lnTo>
                    <a:pt x="42" y="280"/>
                  </a:lnTo>
                  <a:lnTo>
                    <a:pt x="45" y="280"/>
                  </a:lnTo>
                  <a:lnTo>
                    <a:pt x="45" y="282"/>
                  </a:lnTo>
                  <a:lnTo>
                    <a:pt x="45" y="282"/>
                  </a:lnTo>
                  <a:lnTo>
                    <a:pt x="45" y="282"/>
                  </a:lnTo>
                  <a:lnTo>
                    <a:pt x="47" y="282"/>
                  </a:lnTo>
                  <a:lnTo>
                    <a:pt x="47" y="285"/>
                  </a:lnTo>
                  <a:lnTo>
                    <a:pt x="47" y="285"/>
                  </a:lnTo>
                  <a:lnTo>
                    <a:pt x="47" y="285"/>
                  </a:lnTo>
                  <a:lnTo>
                    <a:pt x="47" y="285"/>
                  </a:lnTo>
                  <a:lnTo>
                    <a:pt x="47" y="287"/>
                  </a:lnTo>
                  <a:lnTo>
                    <a:pt x="49" y="287"/>
                  </a:lnTo>
                  <a:lnTo>
                    <a:pt x="49" y="287"/>
                  </a:lnTo>
                  <a:lnTo>
                    <a:pt x="49" y="287"/>
                  </a:lnTo>
                  <a:lnTo>
                    <a:pt x="49" y="290"/>
                  </a:lnTo>
                  <a:lnTo>
                    <a:pt x="52" y="290"/>
                  </a:lnTo>
                  <a:lnTo>
                    <a:pt x="52" y="290"/>
                  </a:lnTo>
                  <a:lnTo>
                    <a:pt x="52" y="290"/>
                  </a:lnTo>
                  <a:lnTo>
                    <a:pt x="52" y="292"/>
                  </a:lnTo>
                  <a:lnTo>
                    <a:pt x="52" y="292"/>
                  </a:lnTo>
                  <a:lnTo>
                    <a:pt x="52" y="292"/>
                  </a:lnTo>
                  <a:lnTo>
                    <a:pt x="54" y="292"/>
                  </a:lnTo>
                  <a:lnTo>
                    <a:pt x="54" y="294"/>
                  </a:lnTo>
                  <a:lnTo>
                    <a:pt x="54" y="294"/>
                  </a:lnTo>
                  <a:lnTo>
                    <a:pt x="54" y="294"/>
                  </a:lnTo>
                  <a:lnTo>
                    <a:pt x="56" y="294"/>
                  </a:lnTo>
                  <a:lnTo>
                    <a:pt x="56" y="297"/>
                  </a:lnTo>
                  <a:lnTo>
                    <a:pt x="56" y="297"/>
                  </a:lnTo>
                  <a:lnTo>
                    <a:pt x="56" y="297"/>
                  </a:lnTo>
                  <a:lnTo>
                    <a:pt x="59" y="297"/>
                  </a:lnTo>
                  <a:lnTo>
                    <a:pt x="59" y="299"/>
                  </a:lnTo>
                  <a:lnTo>
                    <a:pt x="59" y="299"/>
                  </a:lnTo>
                  <a:lnTo>
                    <a:pt x="59" y="299"/>
                  </a:lnTo>
                  <a:lnTo>
                    <a:pt x="59" y="299"/>
                  </a:lnTo>
                  <a:lnTo>
                    <a:pt x="59" y="304"/>
                  </a:lnTo>
                  <a:lnTo>
                    <a:pt x="61" y="304"/>
                  </a:lnTo>
                  <a:lnTo>
                    <a:pt x="61" y="306"/>
                  </a:lnTo>
                  <a:lnTo>
                    <a:pt x="59" y="306"/>
                  </a:lnTo>
                  <a:lnTo>
                    <a:pt x="59" y="306"/>
                  </a:lnTo>
                  <a:lnTo>
                    <a:pt x="56" y="306"/>
                  </a:lnTo>
                  <a:lnTo>
                    <a:pt x="56" y="306"/>
                  </a:lnTo>
                  <a:lnTo>
                    <a:pt x="52" y="306"/>
                  </a:lnTo>
                  <a:lnTo>
                    <a:pt x="52" y="309"/>
                  </a:lnTo>
                  <a:lnTo>
                    <a:pt x="54" y="309"/>
                  </a:lnTo>
                  <a:lnTo>
                    <a:pt x="54" y="309"/>
                  </a:lnTo>
                  <a:lnTo>
                    <a:pt x="54" y="309"/>
                  </a:lnTo>
                  <a:lnTo>
                    <a:pt x="54" y="311"/>
                  </a:lnTo>
                  <a:lnTo>
                    <a:pt x="52" y="311"/>
                  </a:lnTo>
                  <a:lnTo>
                    <a:pt x="52" y="316"/>
                  </a:lnTo>
                  <a:lnTo>
                    <a:pt x="52" y="316"/>
                  </a:lnTo>
                  <a:lnTo>
                    <a:pt x="52" y="316"/>
                  </a:lnTo>
                  <a:lnTo>
                    <a:pt x="49" y="316"/>
                  </a:lnTo>
                  <a:lnTo>
                    <a:pt x="49" y="318"/>
                  </a:lnTo>
                  <a:lnTo>
                    <a:pt x="52" y="318"/>
                  </a:lnTo>
                  <a:lnTo>
                    <a:pt x="52" y="318"/>
                  </a:lnTo>
                  <a:lnTo>
                    <a:pt x="54" y="318"/>
                  </a:lnTo>
                  <a:lnTo>
                    <a:pt x="54" y="318"/>
                  </a:lnTo>
                  <a:lnTo>
                    <a:pt x="54" y="318"/>
                  </a:lnTo>
                  <a:lnTo>
                    <a:pt x="54" y="320"/>
                  </a:lnTo>
                  <a:lnTo>
                    <a:pt x="54" y="320"/>
                  </a:lnTo>
                  <a:lnTo>
                    <a:pt x="54" y="320"/>
                  </a:lnTo>
                  <a:lnTo>
                    <a:pt x="49" y="320"/>
                  </a:lnTo>
                  <a:lnTo>
                    <a:pt x="49" y="323"/>
                  </a:lnTo>
                  <a:lnTo>
                    <a:pt x="49" y="323"/>
                  </a:lnTo>
                  <a:lnTo>
                    <a:pt x="49" y="325"/>
                  </a:lnTo>
                  <a:lnTo>
                    <a:pt x="49" y="325"/>
                  </a:lnTo>
                  <a:lnTo>
                    <a:pt x="49" y="327"/>
                  </a:lnTo>
                  <a:lnTo>
                    <a:pt x="52" y="327"/>
                  </a:lnTo>
                  <a:lnTo>
                    <a:pt x="52" y="327"/>
                  </a:lnTo>
                  <a:lnTo>
                    <a:pt x="52" y="327"/>
                  </a:lnTo>
                  <a:lnTo>
                    <a:pt x="52" y="327"/>
                  </a:lnTo>
                  <a:lnTo>
                    <a:pt x="59" y="327"/>
                  </a:lnTo>
                  <a:lnTo>
                    <a:pt x="59" y="330"/>
                  </a:lnTo>
                  <a:lnTo>
                    <a:pt x="59" y="330"/>
                  </a:lnTo>
                  <a:lnTo>
                    <a:pt x="59" y="330"/>
                  </a:lnTo>
                  <a:lnTo>
                    <a:pt x="59" y="330"/>
                  </a:lnTo>
                  <a:lnTo>
                    <a:pt x="59" y="332"/>
                  </a:lnTo>
                  <a:lnTo>
                    <a:pt x="61" y="332"/>
                  </a:lnTo>
                  <a:lnTo>
                    <a:pt x="61" y="332"/>
                  </a:lnTo>
                  <a:lnTo>
                    <a:pt x="59" y="332"/>
                  </a:lnTo>
                  <a:lnTo>
                    <a:pt x="59" y="335"/>
                  </a:lnTo>
                  <a:lnTo>
                    <a:pt x="59" y="335"/>
                  </a:lnTo>
                  <a:lnTo>
                    <a:pt x="59" y="337"/>
                  </a:lnTo>
                  <a:lnTo>
                    <a:pt x="59" y="337"/>
                  </a:lnTo>
                  <a:lnTo>
                    <a:pt x="59" y="339"/>
                  </a:lnTo>
                  <a:lnTo>
                    <a:pt x="61" y="339"/>
                  </a:lnTo>
                  <a:lnTo>
                    <a:pt x="61" y="339"/>
                  </a:lnTo>
                  <a:lnTo>
                    <a:pt x="63" y="339"/>
                  </a:lnTo>
                  <a:lnTo>
                    <a:pt x="63" y="342"/>
                  </a:lnTo>
                  <a:lnTo>
                    <a:pt x="66" y="342"/>
                  </a:lnTo>
                  <a:lnTo>
                    <a:pt x="66" y="342"/>
                  </a:lnTo>
                  <a:lnTo>
                    <a:pt x="68" y="342"/>
                  </a:lnTo>
                  <a:lnTo>
                    <a:pt x="68" y="344"/>
                  </a:lnTo>
                  <a:lnTo>
                    <a:pt x="68" y="344"/>
                  </a:lnTo>
                  <a:lnTo>
                    <a:pt x="68" y="346"/>
                  </a:lnTo>
                  <a:lnTo>
                    <a:pt x="68" y="346"/>
                  </a:lnTo>
                  <a:lnTo>
                    <a:pt x="68" y="349"/>
                  </a:lnTo>
                  <a:lnTo>
                    <a:pt x="66" y="349"/>
                  </a:lnTo>
                  <a:lnTo>
                    <a:pt x="66" y="349"/>
                  </a:lnTo>
                  <a:lnTo>
                    <a:pt x="66" y="349"/>
                  </a:lnTo>
                  <a:lnTo>
                    <a:pt x="66" y="351"/>
                  </a:lnTo>
                  <a:lnTo>
                    <a:pt x="66" y="351"/>
                  </a:lnTo>
                  <a:lnTo>
                    <a:pt x="66" y="351"/>
                  </a:lnTo>
                  <a:lnTo>
                    <a:pt x="63" y="351"/>
                  </a:lnTo>
                  <a:lnTo>
                    <a:pt x="63" y="354"/>
                  </a:lnTo>
                  <a:lnTo>
                    <a:pt x="61" y="354"/>
                  </a:lnTo>
                  <a:lnTo>
                    <a:pt x="61" y="354"/>
                  </a:lnTo>
                  <a:lnTo>
                    <a:pt x="59" y="354"/>
                  </a:lnTo>
                  <a:lnTo>
                    <a:pt x="59" y="356"/>
                  </a:lnTo>
                  <a:lnTo>
                    <a:pt x="59" y="356"/>
                  </a:lnTo>
                  <a:lnTo>
                    <a:pt x="59" y="356"/>
                  </a:lnTo>
                  <a:lnTo>
                    <a:pt x="59" y="356"/>
                  </a:lnTo>
                  <a:lnTo>
                    <a:pt x="59" y="356"/>
                  </a:lnTo>
                  <a:lnTo>
                    <a:pt x="61" y="356"/>
                  </a:lnTo>
                  <a:lnTo>
                    <a:pt x="61" y="358"/>
                  </a:lnTo>
                  <a:lnTo>
                    <a:pt x="63" y="358"/>
                  </a:lnTo>
                  <a:lnTo>
                    <a:pt x="63" y="358"/>
                  </a:lnTo>
                  <a:lnTo>
                    <a:pt x="66" y="358"/>
                  </a:lnTo>
                  <a:lnTo>
                    <a:pt x="66" y="361"/>
                  </a:lnTo>
                  <a:lnTo>
                    <a:pt x="66" y="361"/>
                  </a:lnTo>
                  <a:lnTo>
                    <a:pt x="66" y="361"/>
                  </a:lnTo>
                  <a:lnTo>
                    <a:pt x="68" y="361"/>
                  </a:lnTo>
                  <a:lnTo>
                    <a:pt x="68" y="363"/>
                  </a:lnTo>
                  <a:lnTo>
                    <a:pt x="71" y="363"/>
                  </a:lnTo>
                  <a:lnTo>
                    <a:pt x="71" y="363"/>
                  </a:lnTo>
                  <a:lnTo>
                    <a:pt x="75" y="363"/>
                  </a:lnTo>
                  <a:lnTo>
                    <a:pt x="75" y="365"/>
                  </a:lnTo>
                  <a:lnTo>
                    <a:pt x="78" y="365"/>
                  </a:lnTo>
                  <a:lnTo>
                    <a:pt x="78" y="365"/>
                  </a:lnTo>
                  <a:lnTo>
                    <a:pt x="78" y="365"/>
                  </a:lnTo>
                  <a:lnTo>
                    <a:pt x="78" y="368"/>
                  </a:lnTo>
                  <a:lnTo>
                    <a:pt x="82" y="368"/>
                  </a:lnTo>
                  <a:lnTo>
                    <a:pt x="82" y="368"/>
                  </a:lnTo>
                  <a:lnTo>
                    <a:pt x="85" y="368"/>
                  </a:lnTo>
                  <a:lnTo>
                    <a:pt x="85" y="368"/>
                  </a:lnTo>
                  <a:lnTo>
                    <a:pt x="85" y="368"/>
                  </a:lnTo>
                  <a:lnTo>
                    <a:pt x="85" y="370"/>
                  </a:lnTo>
                  <a:lnTo>
                    <a:pt x="85" y="370"/>
                  </a:lnTo>
                  <a:lnTo>
                    <a:pt x="85" y="373"/>
                  </a:lnTo>
                  <a:lnTo>
                    <a:pt x="87" y="373"/>
                  </a:lnTo>
                  <a:lnTo>
                    <a:pt x="87" y="373"/>
                  </a:lnTo>
                  <a:lnTo>
                    <a:pt x="90" y="373"/>
                  </a:lnTo>
                  <a:lnTo>
                    <a:pt x="90" y="375"/>
                  </a:lnTo>
                  <a:lnTo>
                    <a:pt x="90" y="375"/>
                  </a:lnTo>
                  <a:lnTo>
                    <a:pt x="90" y="375"/>
                  </a:lnTo>
                  <a:lnTo>
                    <a:pt x="92" y="375"/>
                  </a:lnTo>
                  <a:lnTo>
                    <a:pt x="92" y="377"/>
                  </a:lnTo>
                  <a:lnTo>
                    <a:pt x="92" y="377"/>
                  </a:lnTo>
                  <a:lnTo>
                    <a:pt x="92" y="377"/>
                  </a:lnTo>
                  <a:lnTo>
                    <a:pt x="90" y="377"/>
                  </a:lnTo>
                  <a:lnTo>
                    <a:pt x="90" y="377"/>
                  </a:lnTo>
                  <a:lnTo>
                    <a:pt x="90" y="377"/>
                  </a:lnTo>
                  <a:lnTo>
                    <a:pt x="90" y="380"/>
                  </a:lnTo>
                  <a:lnTo>
                    <a:pt x="87" y="380"/>
                  </a:lnTo>
                  <a:lnTo>
                    <a:pt x="87" y="382"/>
                  </a:lnTo>
                  <a:lnTo>
                    <a:pt x="87" y="382"/>
                  </a:lnTo>
                  <a:lnTo>
                    <a:pt x="87" y="384"/>
                  </a:lnTo>
                  <a:lnTo>
                    <a:pt x="87" y="384"/>
                  </a:lnTo>
                  <a:lnTo>
                    <a:pt x="87" y="384"/>
                  </a:lnTo>
                  <a:lnTo>
                    <a:pt x="85" y="384"/>
                  </a:lnTo>
                  <a:lnTo>
                    <a:pt x="85" y="387"/>
                  </a:lnTo>
                  <a:lnTo>
                    <a:pt x="85" y="387"/>
                  </a:lnTo>
                  <a:lnTo>
                    <a:pt x="85" y="387"/>
                  </a:lnTo>
                  <a:lnTo>
                    <a:pt x="82" y="387"/>
                  </a:lnTo>
                  <a:lnTo>
                    <a:pt x="82" y="387"/>
                  </a:lnTo>
                  <a:lnTo>
                    <a:pt x="82" y="387"/>
                  </a:lnTo>
                  <a:lnTo>
                    <a:pt x="82" y="389"/>
                  </a:lnTo>
                  <a:lnTo>
                    <a:pt x="80" y="389"/>
                  </a:lnTo>
                  <a:lnTo>
                    <a:pt x="80" y="389"/>
                  </a:lnTo>
                  <a:lnTo>
                    <a:pt x="78" y="389"/>
                  </a:lnTo>
                  <a:lnTo>
                    <a:pt x="78" y="391"/>
                  </a:lnTo>
                  <a:lnTo>
                    <a:pt x="78" y="391"/>
                  </a:lnTo>
                  <a:lnTo>
                    <a:pt x="78" y="391"/>
                  </a:lnTo>
                  <a:lnTo>
                    <a:pt x="75" y="391"/>
                  </a:lnTo>
                  <a:lnTo>
                    <a:pt x="75" y="394"/>
                  </a:lnTo>
                  <a:lnTo>
                    <a:pt x="73" y="394"/>
                  </a:lnTo>
                  <a:lnTo>
                    <a:pt x="73" y="394"/>
                  </a:lnTo>
                  <a:lnTo>
                    <a:pt x="71" y="394"/>
                  </a:lnTo>
                  <a:lnTo>
                    <a:pt x="71" y="396"/>
                  </a:lnTo>
                  <a:lnTo>
                    <a:pt x="68" y="396"/>
                  </a:lnTo>
                  <a:lnTo>
                    <a:pt x="68" y="396"/>
                  </a:lnTo>
                  <a:lnTo>
                    <a:pt x="68" y="396"/>
                  </a:lnTo>
                  <a:lnTo>
                    <a:pt x="68" y="399"/>
                  </a:lnTo>
                  <a:lnTo>
                    <a:pt x="66" y="399"/>
                  </a:lnTo>
                  <a:lnTo>
                    <a:pt x="66" y="399"/>
                  </a:lnTo>
                  <a:lnTo>
                    <a:pt x="66" y="399"/>
                  </a:lnTo>
                  <a:lnTo>
                    <a:pt x="66" y="401"/>
                  </a:lnTo>
                  <a:lnTo>
                    <a:pt x="63" y="401"/>
                  </a:lnTo>
                  <a:lnTo>
                    <a:pt x="63" y="401"/>
                  </a:lnTo>
                  <a:lnTo>
                    <a:pt x="61" y="401"/>
                  </a:lnTo>
                  <a:lnTo>
                    <a:pt x="61" y="403"/>
                  </a:lnTo>
                  <a:lnTo>
                    <a:pt x="59" y="403"/>
                  </a:lnTo>
                  <a:lnTo>
                    <a:pt x="59" y="406"/>
                  </a:lnTo>
                  <a:lnTo>
                    <a:pt x="59" y="406"/>
                  </a:lnTo>
                  <a:lnTo>
                    <a:pt x="59" y="406"/>
                  </a:lnTo>
                  <a:lnTo>
                    <a:pt x="56" y="406"/>
                  </a:lnTo>
                  <a:lnTo>
                    <a:pt x="56" y="406"/>
                  </a:lnTo>
                  <a:lnTo>
                    <a:pt x="54" y="406"/>
                  </a:lnTo>
                  <a:lnTo>
                    <a:pt x="54" y="408"/>
                  </a:lnTo>
                  <a:lnTo>
                    <a:pt x="54" y="408"/>
                  </a:lnTo>
                  <a:lnTo>
                    <a:pt x="54" y="408"/>
                  </a:lnTo>
                  <a:lnTo>
                    <a:pt x="52" y="408"/>
                  </a:lnTo>
                  <a:lnTo>
                    <a:pt x="52" y="410"/>
                  </a:lnTo>
                  <a:lnTo>
                    <a:pt x="52" y="410"/>
                  </a:lnTo>
                  <a:lnTo>
                    <a:pt x="52" y="410"/>
                  </a:lnTo>
                  <a:lnTo>
                    <a:pt x="49" y="410"/>
                  </a:lnTo>
                  <a:lnTo>
                    <a:pt x="49" y="413"/>
                  </a:lnTo>
                  <a:lnTo>
                    <a:pt x="47" y="413"/>
                  </a:lnTo>
                  <a:lnTo>
                    <a:pt x="47" y="413"/>
                  </a:lnTo>
                  <a:lnTo>
                    <a:pt x="47" y="413"/>
                  </a:lnTo>
                  <a:lnTo>
                    <a:pt x="47" y="415"/>
                  </a:lnTo>
                  <a:lnTo>
                    <a:pt x="45" y="415"/>
                  </a:lnTo>
                  <a:lnTo>
                    <a:pt x="45" y="415"/>
                  </a:lnTo>
                  <a:lnTo>
                    <a:pt x="45" y="415"/>
                  </a:lnTo>
                  <a:lnTo>
                    <a:pt x="45" y="415"/>
                  </a:lnTo>
                  <a:lnTo>
                    <a:pt x="42" y="415"/>
                  </a:lnTo>
                  <a:lnTo>
                    <a:pt x="42" y="418"/>
                  </a:lnTo>
                  <a:lnTo>
                    <a:pt x="42" y="418"/>
                  </a:lnTo>
                  <a:lnTo>
                    <a:pt x="42" y="418"/>
                  </a:lnTo>
                  <a:lnTo>
                    <a:pt x="40" y="418"/>
                  </a:lnTo>
                  <a:lnTo>
                    <a:pt x="40" y="420"/>
                  </a:lnTo>
                  <a:lnTo>
                    <a:pt x="37" y="420"/>
                  </a:lnTo>
                  <a:lnTo>
                    <a:pt x="37" y="420"/>
                  </a:lnTo>
                  <a:lnTo>
                    <a:pt x="35" y="420"/>
                  </a:lnTo>
                  <a:lnTo>
                    <a:pt x="35" y="422"/>
                  </a:lnTo>
                  <a:lnTo>
                    <a:pt x="33" y="422"/>
                  </a:lnTo>
                  <a:lnTo>
                    <a:pt x="33" y="422"/>
                  </a:lnTo>
                  <a:lnTo>
                    <a:pt x="30" y="422"/>
                  </a:lnTo>
                  <a:lnTo>
                    <a:pt x="30" y="425"/>
                  </a:lnTo>
                  <a:lnTo>
                    <a:pt x="30" y="425"/>
                  </a:lnTo>
                  <a:lnTo>
                    <a:pt x="30" y="425"/>
                  </a:lnTo>
                  <a:lnTo>
                    <a:pt x="28" y="425"/>
                  </a:lnTo>
                  <a:lnTo>
                    <a:pt x="28" y="427"/>
                  </a:lnTo>
                  <a:lnTo>
                    <a:pt x="26" y="427"/>
                  </a:lnTo>
                  <a:lnTo>
                    <a:pt x="26" y="427"/>
                  </a:lnTo>
                  <a:lnTo>
                    <a:pt x="23" y="427"/>
                  </a:lnTo>
                  <a:lnTo>
                    <a:pt x="23" y="427"/>
                  </a:lnTo>
                  <a:lnTo>
                    <a:pt x="21" y="427"/>
                  </a:lnTo>
                  <a:lnTo>
                    <a:pt x="21" y="429"/>
                  </a:lnTo>
                  <a:lnTo>
                    <a:pt x="21" y="429"/>
                  </a:lnTo>
                  <a:lnTo>
                    <a:pt x="21" y="429"/>
                  </a:lnTo>
                  <a:lnTo>
                    <a:pt x="19" y="429"/>
                  </a:lnTo>
                  <a:lnTo>
                    <a:pt x="19" y="432"/>
                  </a:lnTo>
                  <a:lnTo>
                    <a:pt x="19" y="432"/>
                  </a:lnTo>
                  <a:lnTo>
                    <a:pt x="19" y="432"/>
                  </a:lnTo>
                  <a:lnTo>
                    <a:pt x="16" y="432"/>
                  </a:lnTo>
                  <a:lnTo>
                    <a:pt x="16" y="434"/>
                  </a:lnTo>
                  <a:lnTo>
                    <a:pt x="14" y="434"/>
                  </a:lnTo>
                  <a:lnTo>
                    <a:pt x="14" y="434"/>
                  </a:lnTo>
                  <a:lnTo>
                    <a:pt x="11" y="434"/>
                  </a:lnTo>
                  <a:lnTo>
                    <a:pt x="11" y="436"/>
                  </a:lnTo>
                  <a:lnTo>
                    <a:pt x="11" y="436"/>
                  </a:lnTo>
                  <a:lnTo>
                    <a:pt x="11" y="436"/>
                  </a:lnTo>
                  <a:lnTo>
                    <a:pt x="9" y="436"/>
                  </a:lnTo>
                  <a:lnTo>
                    <a:pt x="9" y="439"/>
                  </a:lnTo>
                  <a:lnTo>
                    <a:pt x="9" y="439"/>
                  </a:lnTo>
                  <a:lnTo>
                    <a:pt x="9" y="439"/>
                  </a:lnTo>
                  <a:lnTo>
                    <a:pt x="11" y="439"/>
                  </a:lnTo>
                  <a:lnTo>
                    <a:pt x="11" y="439"/>
                  </a:lnTo>
                  <a:lnTo>
                    <a:pt x="14" y="439"/>
                  </a:lnTo>
                  <a:lnTo>
                    <a:pt x="14" y="436"/>
                  </a:lnTo>
                  <a:lnTo>
                    <a:pt x="21" y="436"/>
                  </a:lnTo>
                  <a:lnTo>
                    <a:pt x="21" y="436"/>
                  </a:lnTo>
                  <a:lnTo>
                    <a:pt x="21" y="436"/>
                  </a:lnTo>
                  <a:lnTo>
                    <a:pt x="21" y="436"/>
                  </a:lnTo>
                  <a:lnTo>
                    <a:pt x="23" y="436"/>
                  </a:lnTo>
                  <a:lnTo>
                    <a:pt x="23" y="439"/>
                  </a:lnTo>
                  <a:lnTo>
                    <a:pt x="26" y="439"/>
                  </a:lnTo>
                  <a:lnTo>
                    <a:pt x="26" y="441"/>
                  </a:lnTo>
                  <a:lnTo>
                    <a:pt x="23" y="441"/>
                  </a:lnTo>
                  <a:lnTo>
                    <a:pt x="23" y="444"/>
                  </a:lnTo>
                  <a:lnTo>
                    <a:pt x="26" y="444"/>
                  </a:lnTo>
                  <a:lnTo>
                    <a:pt x="26" y="444"/>
                  </a:lnTo>
                  <a:lnTo>
                    <a:pt x="30" y="444"/>
                  </a:lnTo>
                  <a:lnTo>
                    <a:pt x="30" y="444"/>
                  </a:lnTo>
                  <a:lnTo>
                    <a:pt x="33" y="444"/>
                  </a:lnTo>
                  <a:lnTo>
                    <a:pt x="33" y="444"/>
                  </a:lnTo>
                  <a:lnTo>
                    <a:pt x="35" y="444"/>
                  </a:lnTo>
                  <a:lnTo>
                    <a:pt x="35" y="446"/>
                  </a:lnTo>
                  <a:lnTo>
                    <a:pt x="35" y="446"/>
                  </a:lnTo>
                  <a:lnTo>
                    <a:pt x="35" y="446"/>
                  </a:lnTo>
                  <a:lnTo>
                    <a:pt x="40" y="446"/>
                  </a:lnTo>
                  <a:lnTo>
                    <a:pt x="40" y="446"/>
                  </a:lnTo>
                  <a:lnTo>
                    <a:pt x="47" y="446"/>
                  </a:lnTo>
                  <a:lnTo>
                    <a:pt x="47" y="446"/>
                  </a:lnTo>
                  <a:lnTo>
                    <a:pt x="54" y="446"/>
                  </a:lnTo>
                  <a:lnTo>
                    <a:pt x="54" y="446"/>
                  </a:lnTo>
                  <a:lnTo>
                    <a:pt x="56" y="446"/>
                  </a:lnTo>
                  <a:lnTo>
                    <a:pt x="56" y="448"/>
                  </a:lnTo>
                  <a:lnTo>
                    <a:pt x="56" y="448"/>
                  </a:lnTo>
                  <a:lnTo>
                    <a:pt x="56" y="451"/>
                  </a:lnTo>
                  <a:lnTo>
                    <a:pt x="59" y="451"/>
                  </a:lnTo>
                  <a:lnTo>
                    <a:pt x="59" y="451"/>
                  </a:lnTo>
                  <a:lnTo>
                    <a:pt x="61" y="451"/>
                  </a:lnTo>
                  <a:lnTo>
                    <a:pt x="61" y="453"/>
                  </a:lnTo>
                  <a:lnTo>
                    <a:pt x="61" y="453"/>
                  </a:lnTo>
                  <a:lnTo>
                    <a:pt x="61" y="453"/>
                  </a:lnTo>
                  <a:lnTo>
                    <a:pt x="59" y="453"/>
                  </a:lnTo>
                  <a:lnTo>
                    <a:pt x="59" y="453"/>
                  </a:lnTo>
                  <a:lnTo>
                    <a:pt x="54" y="453"/>
                  </a:lnTo>
                  <a:lnTo>
                    <a:pt x="54" y="451"/>
                  </a:lnTo>
                  <a:lnTo>
                    <a:pt x="54" y="451"/>
                  </a:lnTo>
                  <a:lnTo>
                    <a:pt x="54" y="448"/>
                  </a:lnTo>
                  <a:lnTo>
                    <a:pt x="49" y="448"/>
                  </a:lnTo>
                  <a:lnTo>
                    <a:pt x="49" y="451"/>
                  </a:lnTo>
                  <a:lnTo>
                    <a:pt x="52" y="451"/>
                  </a:lnTo>
                  <a:lnTo>
                    <a:pt x="52" y="451"/>
                  </a:lnTo>
                  <a:lnTo>
                    <a:pt x="49" y="451"/>
                  </a:lnTo>
                  <a:lnTo>
                    <a:pt x="49" y="451"/>
                  </a:lnTo>
                  <a:lnTo>
                    <a:pt x="37" y="451"/>
                  </a:lnTo>
                  <a:lnTo>
                    <a:pt x="37" y="451"/>
                  </a:lnTo>
                  <a:lnTo>
                    <a:pt x="37" y="451"/>
                  </a:lnTo>
                  <a:lnTo>
                    <a:pt x="37" y="453"/>
                  </a:lnTo>
                  <a:lnTo>
                    <a:pt x="35" y="453"/>
                  </a:lnTo>
                  <a:lnTo>
                    <a:pt x="35" y="453"/>
                  </a:lnTo>
                  <a:lnTo>
                    <a:pt x="37" y="453"/>
                  </a:lnTo>
                  <a:lnTo>
                    <a:pt x="37" y="455"/>
                  </a:lnTo>
                  <a:lnTo>
                    <a:pt x="30" y="455"/>
                  </a:lnTo>
                  <a:lnTo>
                    <a:pt x="30" y="455"/>
                  </a:lnTo>
                  <a:lnTo>
                    <a:pt x="30" y="455"/>
                  </a:lnTo>
                  <a:lnTo>
                    <a:pt x="30" y="455"/>
                  </a:lnTo>
                  <a:lnTo>
                    <a:pt x="28" y="455"/>
                  </a:lnTo>
                  <a:lnTo>
                    <a:pt x="28" y="453"/>
                  </a:lnTo>
                  <a:lnTo>
                    <a:pt x="26" y="453"/>
                  </a:lnTo>
                  <a:lnTo>
                    <a:pt x="26" y="455"/>
                  </a:lnTo>
                  <a:lnTo>
                    <a:pt x="23" y="455"/>
                  </a:lnTo>
                  <a:lnTo>
                    <a:pt x="23" y="458"/>
                  </a:lnTo>
                  <a:lnTo>
                    <a:pt x="21" y="458"/>
                  </a:lnTo>
                  <a:lnTo>
                    <a:pt x="21" y="455"/>
                  </a:lnTo>
                  <a:lnTo>
                    <a:pt x="19" y="455"/>
                  </a:lnTo>
                  <a:lnTo>
                    <a:pt x="19" y="455"/>
                  </a:lnTo>
                  <a:lnTo>
                    <a:pt x="19" y="455"/>
                  </a:lnTo>
                  <a:lnTo>
                    <a:pt x="19" y="455"/>
                  </a:lnTo>
                  <a:lnTo>
                    <a:pt x="16" y="455"/>
                  </a:lnTo>
                  <a:lnTo>
                    <a:pt x="16" y="455"/>
                  </a:lnTo>
                  <a:lnTo>
                    <a:pt x="14" y="455"/>
                  </a:lnTo>
                  <a:lnTo>
                    <a:pt x="14" y="460"/>
                  </a:lnTo>
                  <a:lnTo>
                    <a:pt x="16" y="460"/>
                  </a:lnTo>
                  <a:lnTo>
                    <a:pt x="16" y="460"/>
                  </a:lnTo>
                  <a:lnTo>
                    <a:pt x="16" y="460"/>
                  </a:lnTo>
                  <a:lnTo>
                    <a:pt x="16" y="463"/>
                  </a:lnTo>
                  <a:lnTo>
                    <a:pt x="16" y="463"/>
                  </a:lnTo>
                  <a:lnTo>
                    <a:pt x="16" y="465"/>
                  </a:lnTo>
                  <a:lnTo>
                    <a:pt x="19" y="465"/>
                  </a:lnTo>
                  <a:lnTo>
                    <a:pt x="19" y="465"/>
                  </a:lnTo>
                  <a:lnTo>
                    <a:pt x="19" y="465"/>
                  </a:lnTo>
                  <a:lnTo>
                    <a:pt x="19" y="467"/>
                  </a:lnTo>
                  <a:lnTo>
                    <a:pt x="19" y="467"/>
                  </a:lnTo>
                  <a:lnTo>
                    <a:pt x="19" y="467"/>
                  </a:lnTo>
                  <a:lnTo>
                    <a:pt x="14" y="467"/>
                  </a:lnTo>
                  <a:lnTo>
                    <a:pt x="14" y="470"/>
                  </a:lnTo>
                  <a:lnTo>
                    <a:pt x="14" y="470"/>
                  </a:lnTo>
                  <a:lnTo>
                    <a:pt x="14" y="470"/>
                  </a:lnTo>
                  <a:lnTo>
                    <a:pt x="11" y="470"/>
                  </a:lnTo>
                  <a:lnTo>
                    <a:pt x="11" y="472"/>
                  </a:lnTo>
                  <a:lnTo>
                    <a:pt x="11" y="472"/>
                  </a:lnTo>
                  <a:lnTo>
                    <a:pt x="11" y="472"/>
                  </a:lnTo>
                  <a:lnTo>
                    <a:pt x="11" y="472"/>
                  </a:lnTo>
                  <a:lnTo>
                    <a:pt x="11" y="474"/>
                  </a:lnTo>
                  <a:lnTo>
                    <a:pt x="9" y="474"/>
                  </a:lnTo>
                  <a:lnTo>
                    <a:pt x="9" y="474"/>
                  </a:lnTo>
                  <a:lnTo>
                    <a:pt x="9" y="474"/>
                  </a:lnTo>
                  <a:lnTo>
                    <a:pt x="9" y="479"/>
                  </a:lnTo>
                  <a:lnTo>
                    <a:pt x="9" y="479"/>
                  </a:lnTo>
                  <a:lnTo>
                    <a:pt x="9" y="486"/>
                  </a:lnTo>
                  <a:lnTo>
                    <a:pt x="11" y="486"/>
                  </a:lnTo>
                  <a:lnTo>
                    <a:pt x="11" y="486"/>
                  </a:lnTo>
                  <a:lnTo>
                    <a:pt x="11" y="486"/>
                  </a:lnTo>
                  <a:lnTo>
                    <a:pt x="11" y="489"/>
                  </a:lnTo>
                  <a:lnTo>
                    <a:pt x="9" y="489"/>
                  </a:lnTo>
                  <a:lnTo>
                    <a:pt x="9" y="489"/>
                  </a:lnTo>
                  <a:lnTo>
                    <a:pt x="7" y="489"/>
                  </a:lnTo>
                  <a:lnTo>
                    <a:pt x="7" y="491"/>
                  </a:lnTo>
                  <a:lnTo>
                    <a:pt x="7" y="491"/>
                  </a:lnTo>
                  <a:lnTo>
                    <a:pt x="7" y="493"/>
                  </a:lnTo>
                  <a:lnTo>
                    <a:pt x="4" y="493"/>
                  </a:lnTo>
                  <a:lnTo>
                    <a:pt x="4" y="496"/>
                  </a:lnTo>
                  <a:lnTo>
                    <a:pt x="4" y="496"/>
                  </a:lnTo>
                  <a:lnTo>
                    <a:pt x="4" y="498"/>
                  </a:lnTo>
                  <a:lnTo>
                    <a:pt x="7" y="498"/>
                  </a:lnTo>
                  <a:lnTo>
                    <a:pt x="7" y="498"/>
                  </a:lnTo>
                  <a:lnTo>
                    <a:pt x="7" y="498"/>
                  </a:lnTo>
                  <a:lnTo>
                    <a:pt x="7" y="500"/>
                  </a:lnTo>
                  <a:lnTo>
                    <a:pt x="9" y="500"/>
                  </a:lnTo>
                  <a:lnTo>
                    <a:pt x="9" y="503"/>
                  </a:lnTo>
                  <a:lnTo>
                    <a:pt x="7" y="503"/>
                  </a:lnTo>
                  <a:lnTo>
                    <a:pt x="7" y="503"/>
                  </a:lnTo>
                  <a:lnTo>
                    <a:pt x="11" y="503"/>
                  </a:lnTo>
                  <a:lnTo>
                    <a:pt x="11" y="505"/>
                  </a:lnTo>
                  <a:lnTo>
                    <a:pt x="4" y="505"/>
                  </a:lnTo>
                  <a:lnTo>
                    <a:pt x="4" y="505"/>
                  </a:lnTo>
                  <a:lnTo>
                    <a:pt x="4" y="505"/>
                  </a:lnTo>
                  <a:lnTo>
                    <a:pt x="4" y="508"/>
                  </a:lnTo>
                  <a:lnTo>
                    <a:pt x="4" y="508"/>
                  </a:lnTo>
                  <a:lnTo>
                    <a:pt x="4" y="508"/>
                  </a:lnTo>
                  <a:lnTo>
                    <a:pt x="2" y="508"/>
                  </a:lnTo>
                  <a:lnTo>
                    <a:pt x="2" y="510"/>
                  </a:lnTo>
                  <a:lnTo>
                    <a:pt x="2" y="510"/>
                  </a:lnTo>
                  <a:lnTo>
                    <a:pt x="2" y="512"/>
                  </a:lnTo>
                  <a:lnTo>
                    <a:pt x="0" y="512"/>
                  </a:lnTo>
                  <a:lnTo>
                    <a:pt x="0" y="512"/>
                  </a:lnTo>
                  <a:lnTo>
                    <a:pt x="4" y="512"/>
                  </a:lnTo>
                  <a:lnTo>
                    <a:pt x="4" y="515"/>
                  </a:lnTo>
                  <a:lnTo>
                    <a:pt x="7" y="515"/>
                  </a:lnTo>
                  <a:lnTo>
                    <a:pt x="7" y="517"/>
                  </a:lnTo>
                  <a:lnTo>
                    <a:pt x="9" y="517"/>
                  </a:lnTo>
                  <a:lnTo>
                    <a:pt x="9" y="517"/>
                  </a:lnTo>
                  <a:lnTo>
                    <a:pt x="11" y="517"/>
                  </a:lnTo>
                  <a:lnTo>
                    <a:pt x="11" y="519"/>
                  </a:lnTo>
                  <a:lnTo>
                    <a:pt x="11" y="519"/>
                  </a:lnTo>
                  <a:lnTo>
                    <a:pt x="11" y="519"/>
                  </a:lnTo>
                  <a:lnTo>
                    <a:pt x="11" y="519"/>
                  </a:lnTo>
                  <a:lnTo>
                    <a:pt x="11" y="522"/>
                  </a:lnTo>
                  <a:lnTo>
                    <a:pt x="11" y="522"/>
                  </a:lnTo>
                  <a:lnTo>
                    <a:pt x="11" y="524"/>
                  </a:lnTo>
                  <a:lnTo>
                    <a:pt x="9" y="524"/>
                  </a:lnTo>
                  <a:lnTo>
                    <a:pt x="9" y="524"/>
                  </a:lnTo>
                  <a:lnTo>
                    <a:pt x="9" y="524"/>
                  </a:lnTo>
                  <a:lnTo>
                    <a:pt x="9" y="527"/>
                  </a:lnTo>
                  <a:lnTo>
                    <a:pt x="9" y="527"/>
                  </a:lnTo>
                  <a:lnTo>
                    <a:pt x="9" y="529"/>
                  </a:lnTo>
                  <a:lnTo>
                    <a:pt x="7" y="529"/>
                  </a:lnTo>
                  <a:lnTo>
                    <a:pt x="7" y="531"/>
                  </a:lnTo>
                  <a:lnTo>
                    <a:pt x="9" y="531"/>
                  </a:lnTo>
                  <a:lnTo>
                    <a:pt x="9" y="529"/>
                  </a:lnTo>
                  <a:lnTo>
                    <a:pt x="11" y="529"/>
                  </a:lnTo>
                  <a:lnTo>
                    <a:pt x="11" y="531"/>
                  </a:lnTo>
                  <a:lnTo>
                    <a:pt x="14" y="531"/>
                  </a:lnTo>
                  <a:lnTo>
                    <a:pt x="14" y="531"/>
                  </a:lnTo>
                  <a:lnTo>
                    <a:pt x="14" y="531"/>
                  </a:lnTo>
                  <a:lnTo>
                    <a:pt x="14" y="534"/>
                  </a:lnTo>
                  <a:lnTo>
                    <a:pt x="14" y="534"/>
                  </a:lnTo>
                  <a:lnTo>
                    <a:pt x="14" y="536"/>
                  </a:lnTo>
                  <a:lnTo>
                    <a:pt x="16" y="536"/>
                  </a:lnTo>
                  <a:lnTo>
                    <a:pt x="16" y="536"/>
                  </a:lnTo>
                  <a:lnTo>
                    <a:pt x="19" y="536"/>
                  </a:lnTo>
                  <a:lnTo>
                    <a:pt x="19" y="538"/>
                  </a:lnTo>
                  <a:lnTo>
                    <a:pt x="16" y="538"/>
                  </a:lnTo>
                  <a:lnTo>
                    <a:pt x="16" y="538"/>
                  </a:lnTo>
                  <a:lnTo>
                    <a:pt x="19" y="538"/>
                  </a:lnTo>
                  <a:lnTo>
                    <a:pt x="19" y="541"/>
                  </a:lnTo>
                  <a:lnTo>
                    <a:pt x="19" y="541"/>
                  </a:lnTo>
                  <a:lnTo>
                    <a:pt x="19" y="543"/>
                  </a:lnTo>
                  <a:lnTo>
                    <a:pt x="19" y="543"/>
                  </a:lnTo>
                  <a:lnTo>
                    <a:pt x="19" y="546"/>
                  </a:lnTo>
                  <a:lnTo>
                    <a:pt x="21" y="546"/>
                  </a:lnTo>
                  <a:lnTo>
                    <a:pt x="21" y="546"/>
                  </a:lnTo>
                  <a:lnTo>
                    <a:pt x="19" y="546"/>
                  </a:lnTo>
                  <a:lnTo>
                    <a:pt x="19" y="546"/>
                  </a:lnTo>
                  <a:lnTo>
                    <a:pt x="19" y="546"/>
                  </a:lnTo>
                  <a:lnTo>
                    <a:pt x="19" y="548"/>
                  </a:lnTo>
                  <a:lnTo>
                    <a:pt x="19" y="548"/>
                  </a:lnTo>
                  <a:lnTo>
                    <a:pt x="19" y="548"/>
                  </a:lnTo>
                  <a:lnTo>
                    <a:pt x="21" y="548"/>
                  </a:lnTo>
                  <a:lnTo>
                    <a:pt x="21" y="550"/>
                  </a:lnTo>
                  <a:lnTo>
                    <a:pt x="26" y="550"/>
                  </a:lnTo>
                  <a:lnTo>
                    <a:pt x="26" y="548"/>
                  </a:lnTo>
                  <a:lnTo>
                    <a:pt x="28" y="548"/>
                  </a:lnTo>
                  <a:lnTo>
                    <a:pt x="28" y="550"/>
                  </a:lnTo>
                  <a:lnTo>
                    <a:pt x="28" y="550"/>
                  </a:lnTo>
                  <a:lnTo>
                    <a:pt x="28" y="550"/>
                  </a:lnTo>
                  <a:lnTo>
                    <a:pt x="30" y="550"/>
                  </a:lnTo>
                  <a:lnTo>
                    <a:pt x="30" y="553"/>
                  </a:lnTo>
                  <a:lnTo>
                    <a:pt x="33" y="553"/>
                  </a:lnTo>
                  <a:lnTo>
                    <a:pt x="33" y="553"/>
                  </a:lnTo>
                  <a:lnTo>
                    <a:pt x="37" y="553"/>
                  </a:lnTo>
                  <a:lnTo>
                    <a:pt x="37" y="550"/>
                  </a:lnTo>
                  <a:lnTo>
                    <a:pt x="40" y="550"/>
                  </a:lnTo>
                  <a:lnTo>
                    <a:pt x="40" y="553"/>
                  </a:lnTo>
                  <a:lnTo>
                    <a:pt x="45" y="553"/>
                  </a:lnTo>
                  <a:lnTo>
                    <a:pt x="45" y="553"/>
                  </a:lnTo>
                  <a:lnTo>
                    <a:pt x="47" y="553"/>
                  </a:lnTo>
                  <a:lnTo>
                    <a:pt x="47" y="555"/>
                  </a:lnTo>
                  <a:lnTo>
                    <a:pt x="45" y="555"/>
                  </a:lnTo>
                  <a:lnTo>
                    <a:pt x="45" y="555"/>
                  </a:lnTo>
                  <a:lnTo>
                    <a:pt x="45" y="555"/>
                  </a:lnTo>
                  <a:lnTo>
                    <a:pt x="45" y="557"/>
                  </a:lnTo>
                  <a:lnTo>
                    <a:pt x="45" y="557"/>
                  </a:lnTo>
                  <a:lnTo>
                    <a:pt x="45" y="557"/>
                  </a:lnTo>
                  <a:lnTo>
                    <a:pt x="45" y="557"/>
                  </a:lnTo>
                  <a:lnTo>
                    <a:pt x="45" y="560"/>
                  </a:lnTo>
                  <a:lnTo>
                    <a:pt x="47" y="560"/>
                  </a:lnTo>
                  <a:lnTo>
                    <a:pt x="47" y="557"/>
                  </a:lnTo>
                  <a:lnTo>
                    <a:pt x="49" y="557"/>
                  </a:lnTo>
                  <a:lnTo>
                    <a:pt x="49" y="557"/>
                  </a:lnTo>
                  <a:lnTo>
                    <a:pt x="54" y="557"/>
                  </a:lnTo>
                  <a:lnTo>
                    <a:pt x="54" y="555"/>
                  </a:lnTo>
                  <a:lnTo>
                    <a:pt x="54" y="555"/>
                  </a:lnTo>
                  <a:lnTo>
                    <a:pt x="54" y="555"/>
                  </a:lnTo>
                  <a:lnTo>
                    <a:pt x="56" y="555"/>
                  </a:lnTo>
                  <a:lnTo>
                    <a:pt x="56" y="555"/>
                  </a:lnTo>
                  <a:lnTo>
                    <a:pt x="56" y="555"/>
                  </a:lnTo>
                  <a:lnTo>
                    <a:pt x="56" y="555"/>
                  </a:lnTo>
                  <a:lnTo>
                    <a:pt x="59" y="555"/>
                  </a:lnTo>
                  <a:lnTo>
                    <a:pt x="59" y="555"/>
                  </a:lnTo>
                  <a:lnTo>
                    <a:pt x="66" y="555"/>
                  </a:lnTo>
                  <a:lnTo>
                    <a:pt x="66" y="557"/>
                  </a:lnTo>
                  <a:lnTo>
                    <a:pt x="68" y="557"/>
                  </a:lnTo>
                  <a:lnTo>
                    <a:pt x="68" y="557"/>
                  </a:lnTo>
                  <a:lnTo>
                    <a:pt x="68" y="557"/>
                  </a:lnTo>
                  <a:lnTo>
                    <a:pt x="68" y="560"/>
                  </a:lnTo>
                  <a:lnTo>
                    <a:pt x="73" y="560"/>
                  </a:lnTo>
                  <a:lnTo>
                    <a:pt x="73" y="562"/>
                  </a:lnTo>
                  <a:lnTo>
                    <a:pt x="73" y="562"/>
                  </a:lnTo>
                  <a:lnTo>
                    <a:pt x="73" y="562"/>
                  </a:lnTo>
                  <a:lnTo>
                    <a:pt x="78" y="562"/>
                  </a:lnTo>
                  <a:lnTo>
                    <a:pt x="78" y="564"/>
                  </a:lnTo>
                  <a:lnTo>
                    <a:pt x="78" y="564"/>
                  </a:lnTo>
                  <a:lnTo>
                    <a:pt x="78" y="569"/>
                  </a:lnTo>
                  <a:lnTo>
                    <a:pt x="75" y="569"/>
                  </a:lnTo>
                  <a:lnTo>
                    <a:pt x="75" y="572"/>
                  </a:lnTo>
                  <a:lnTo>
                    <a:pt x="78" y="572"/>
                  </a:lnTo>
                  <a:lnTo>
                    <a:pt x="78" y="572"/>
                  </a:lnTo>
                  <a:lnTo>
                    <a:pt x="78" y="572"/>
                  </a:lnTo>
                  <a:lnTo>
                    <a:pt x="78" y="574"/>
                  </a:lnTo>
                  <a:lnTo>
                    <a:pt x="80" y="574"/>
                  </a:lnTo>
                  <a:lnTo>
                    <a:pt x="80" y="576"/>
                  </a:lnTo>
                  <a:lnTo>
                    <a:pt x="78" y="576"/>
                  </a:lnTo>
                  <a:lnTo>
                    <a:pt x="78" y="579"/>
                  </a:lnTo>
                  <a:lnTo>
                    <a:pt x="75" y="579"/>
                  </a:lnTo>
                  <a:lnTo>
                    <a:pt x="75" y="581"/>
                  </a:lnTo>
                  <a:lnTo>
                    <a:pt x="75" y="581"/>
                  </a:lnTo>
                  <a:lnTo>
                    <a:pt x="75" y="583"/>
                  </a:lnTo>
                  <a:lnTo>
                    <a:pt x="78" y="583"/>
                  </a:lnTo>
                  <a:lnTo>
                    <a:pt x="78" y="583"/>
                  </a:lnTo>
                  <a:lnTo>
                    <a:pt x="78" y="583"/>
                  </a:lnTo>
                  <a:lnTo>
                    <a:pt x="78" y="583"/>
                  </a:lnTo>
                  <a:lnTo>
                    <a:pt x="80" y="583"/>
                  </a:lnTo>
                  <a:lnTo>
                    <a:pt x="80" y="586"/>
                  </a:lnTo>
                  <a:lnTo>
                    <a:pt x="85" y="586"/>
                  </a:lnTo>
                  <a:lnTo>
                    <a:pt x="85" y="586"/>
                  </a:lnTo>
                  <a:lnTo>
                    <a:pt x="82" y="586"/>
                  </a:lnTo>
                  <a:lnTo>
                    <a:pt x="82" y="588"/>
                  </a:lnTo>
                  <a:lnTo>
                    <a:pt x="82" y="588"/>
                  </a:lnTo>
                  <a:lnTo>
                    <a:pt x="82" y="588"/>
                  </a:lnTo>
                  <a:lnTo>
                    <a:pt x="80" y="588"/>
                  </a:lnTo>
                  <a:lnTo>
                    <a:pt x="80" y="591"/>
                  </a:lnTo>
                  <a:lnTo>
                    <a:pt x="85" y="591"/>
                  </a:lnTo>
                  <a:lnTo>
                    <a:pt x="85" y="591"/>
                  </a:lnTo>
                  <a:lnTo>
                    <a:pt x="85" y="591"/>
                  </a:lnTo>
                  <a:lnTo>
                    <a:pt x="85" y="593"/>
                  </a:lnTo>
                  <a:lnTo>
                    <a:pt x="85" y="593"/>
                  </a:lnTo>
                  <a:lnTo>
                    <a:pt x="85" y="593"/>
                  </a:lnTo>
                  <a:lnTo>
                    <a:pt x="87" y="593"/>
                  </a:lnTo>
                  <a:lnTo>
                    <a:pt x="87" y="595"/>
                  </a:lnTo>
                  <a:lnTo>
                    <a:pt x="87" y="595"/>
                  </a:lnTo>
                  <a:lnTo>
                    <a:pt x="87" y="598"/>
                  </a:lnTo>
                  <a:lnTo>
                    <a:pt x="90" y="598"/>
                  </a:lnTo>
                  <a:lnTo>
                    <a:pt x="90" y="598"/>
                  </a:lnTo>
                  <a:lnTo>
                    <a:pt x="92" y="598"/>
                  </a:lnTo>
                  <a:lnTo>
                    <a:pt x="92" y="600"/>
                  </a:lnTo>
                  <a:lnTo>
                    <a:pt x="94" y="600"/>
                  </a:lnTo>
                  <a:lnTo>
                    <a:pt x="94" y="600"/>
                  </a:lnTo>
                  <a:lnTo>
                    <a:pt x="99" y="600"/>
                  </a:lnTo>
                  <a:lnTo>
                    <a:pt x="99" y="602"/>
                  </a:lnTo>
                  <a:lnTo>
                    <a:pt x="99" y="602"/>
                  </a:lnTo>
                  <a:lnTo>
                    <a:pt x="99" y="605"/>
                  </a:lnTo>
                  <a:lnTo>
                    <a:pt x="97" y="605"/>
                  </a:lnTo>
                  <a:lnTo>
                    <a:pt x="97" y="605"/>
                  </a:lnTo>
                  <a:lnTo>
                    <a:pt x="97" y="605"/>
                  </a:lnTo>
                  <a:lnTo>
                    <a:pt x="97" y="607"/>
                  </a:lnTo>
                  <a:lnTo>
                    <a:pt x="94" y="607"/>
                  </a:lnTo>
                  <a:lnTo>
                    <a:pt x="94" y="607"/>
                  </a:lnTo>
                  <a:lnTo>
                    <a:pt x="106" y="607"/>
                  </a:lnTo>
                  <a:lnTo>
                    <a:pt x="106" y="609"/>
                  </a:lnTo>
                  <a:lnTo>
                    <a:pt x="108" y="609"/>
                  </a:lnTo>
                  <a:lnTo>
                    <a:pt x="108" y="609"/>
                  </a:lnTo>
                  <a:lnTo>
                    <a:pt x="111" y="609"/>
                  </a:lnTo>
                  <a:lnTo>
                    <a:pt x="111" y="612"/>
                  </a:lnTo>
                  <a:lnTo>
                    <a:pt x="111" y="612"/>
                  </a:lnTo>
                  <a:lnTo>
                    <a:pt x="111" y="612"/>
                  </a:lnTo>
                  <a:lnTo>
                    <a:pt x="111" y="612"/>
                  </a:lnTo>
                  <a:lnTo>
                    <a:pt x="111" y="614"/>
                  </a:lnTo>
                  <a:lnTo>
                    <a:pt x="113" y="614"/>
                  </a:lnTo>
                  <a:lnTo>
                    <a:pt x="113" y="614"/>
                  </a:lnTo>
                  <a:lnTo>
                    <a:pt x="116" y="614"/>
                  </a:lnTo>
                  <a:lnTo>
                    <a:pt x="116" y="617"/>
                  </a:lnTo>
                  <a:lnTo>
                    <a:pt x="118" y="617"/>
                  </a:lnTo>
                  <a:lnTo>
                    <a:pt x="118" y="619"/>
                  </a:lnTo>
                  <a:lnTo>
                    <a:pt x="113" y="619"/>
                  </a:lnTo>
                  <a:lnTo>
                    <a:pt x="113" y="621"/>
                  </a:lnTo>
                  <a:lnTo>
                    <a:pt x="111" y="621"/>
                  </a:lnTo>
                  <a:lnTo>
                    <a:pt x="111" y="621"/>
                  </a:lnTo>
                  <a:lnTo>
                    <a:pt x="111" y="621"/>
                  </a:lnTo>
                  <a:lnTo>
                    <a:pt x="111" y="624"/>
                  </a:lnTo>
                  <a:lnTo>
                    <a:pt x="111" y="624"/>
                  </a:lnTo>
                  <a:lnTo>
                    <a:pt x="111" y="624"/>
                  </a:lnTo>
                  <a:lnTo>
                    <a:pt x="108" y="624"/>
                  </a:lnTo>
                  <a:lnTo>
                    <a:pt x="108" y="624"/>
                  </a:lnTo>
                  <a:lnTo>
                    <a:pt x="106" y="624"/>
                  </a:lnTo>
                  <a:lnTo>
                    <a:pt x="106" y="626"/>
                  </a:lnTo>
                  <a:lnTo>
                    <a:pt x="99" y="626"/>
                  </a:lnTo>
                  <a:lnTo>
                    <a:pt x="99" y="624"/>
                  </a:lnTo>
                  <a:lnTo>
                    <a:pt x="97" y="624"/>
                  </a:lnTo>
                  <a:lnTo>
                    <a:pt x="97" y="624"/>
                  </a:lnTo>
                  <a:lnTo>
                    <a:pt x="94" y="624"/>
                  </a:lnTo>
                  <a:lnTo>
                    <a:pt x="94" y="624"/>
                  </a:lnTo>
                  <a:lnTo>
                    <a:pt x="92" y="624"/>
                  </a:lnTo>
                  <a:lnTo>
                    <a:pt x="92" y="624"/>
                  </a:lnTo>
                  <a:lnTo>
                    <a:pt x="92" y="624"/>
                  </a:lnTo>
                  <a:lnTo>
                    <a:pt x="92" y="624"/>
                  </a:lnTo>
                  <a:lnTo>
                    <a:pt x="87" y="624"/>
                  </a:lnTo>
                  <a:lnTo>
                    <a:pt x="87" y="624"/>
                  </a:lnTo>
                  <a:lnTo>
                    <a:pt x="87" y="624"/>
                  </a:lnTo>
                  <a:lnTo>
                    <a:pt x="87" y="626"/>
                  </a:lnTo>
                  <a:lnTo>
                    <a:pt x="87" y="626"/>
                  </a:lnTo>
                  <a:lnTo>
                    <a:pt x="87" y="626"/>
                  </a:lnTo>
                  <a:lnTo>
                    <a:pt x="85" y="626"/>
                  </a:lnTo>
                  <a:lnTo>
                    <a:pt x="85" y="628"/>
                  </a:lnTo>
                  <a:lnTo>
                    <a:pt x="87" y="628"/>
                  </a:lnTo>
                  <a:lnTo>
                    <a:pt x="87" y="631"/>
                  </a:lnTo>
                  <a:lnTo>
                    <a:pt x="90" y="631"/>
                  </a:lnTo>
                  <a:lnTo>
                    <a:pt x="90" y="631"/>
                  </a:lnTo>
                  <a:lnTo>
                    <a:pt x="92" y="631"/>
                  </a:lnTo>
                  <a:lnTo>
                    <a:pt x="92" y="633"/>
                  </a:lnTo>
                  <a:lnTo>
                    <a:pt x="92" y="633"/>
                  </a:lnTo>
                  <a:lnTo>
                    <a:pt x="92" y="636"/>
                  </a:lnTo>
                  <a:lnTo>
                    <a:pt x="92" y="636"/>
                  </a:lnTo>
                  <a:lnTo>
                    <a:pt x="92" y="636"/>
                  </a:lnTo>
                  <a:lnTo>
                    <a:pt x="92" y="636"/>
                  </a:lnTo>
                  <a:lnTo>
                    <a:pt x="92" y="638"/>
                  </a:lnTo>
                  <a:lnTo>
                    <a:pt x="94" y="638"/>
                  </a:lnTo>
                  <a:lnTo>
                    <a:pt x="94" y="640"/>
                  </a:lnTo>
                  <a:lnTo>
                    <a:pt x="92" y="640"/>
                  </a:lnTo>
                  <a:lnTo>
                    <a:pt x="92" y="640"/>
                  </a:lnTo>
                  <a:lnTo>
                    <a:pt x="92" y="640"/>
                  </a:lnTo>
                  <a:lnTo>
                    <a:pt x="92" y="645"/>
                  </a:lnTo>
                  <a:lnTo>
                    <a:pt x="94" y="645"/>
                  </a:lnTo>
                  <a:lnTo>
                    <a:pt x="94" y="647"/>
                  </a:lnTo>
                  <a:lnTo>
                    <a:pt x="97" y="647"/>
                  </a:lnTo>
                  <a:lnTo>
                    <a:pt x="97" y="650"/>
                  </a:lnTo>
                  <a:lnTo>
                    <a:pt x="99" y="650"/>
                  </a:lnTo>
                  <a:lnTo>
                    <a:pt x="99" y="652"/>
                  </a:lnTo>
                  <a:lnTo>
                    <a:pt x="99" y="652"/>
                  </a:lnTo>
                  <a:lnTo>
                    <a:pt x="99" y="652"/>
                  </a:lnTo>
                  <a:lnTo>
                    <a:pt x="104" y="652"/>
                  </a:lnTo>
                  <a:lnTo>
                    <a:pt x="104" y="652"/>
                  </a:lnTo>
                  <a:lnTo>
                    <a:pt x="106" y="652"/>
                  </a:lnTo>
                  <a:lnTo>
                    <a:pt x="106" y="650"/>
                  </a:lnTo>
                  <a:lnTo>
                    <a:pt x="108" y="650"/>
                  </a:lnTo>
                  <a:lnTo>
                    <a:pt x="108" y="647"/>
                  </a:lnTo>
                  <a:lnTo>
                    <a:pt x="108" y="647"/>
                  </a:lnTo>
                  <a:lnTo>
                    <a:pt x="108" y="645"/>
                  </a:lnTo>
                  <a:lnTo>
                    <a:pt x="113" y="645"/>
                  </a:lnTo>
                  <a:lnTo>
                    <a:pt x="113" y="645"/>
                  </a:lnTo>
                  <a:lnTo>
                    <a:pt x="120" y="645"/>
                  </a:lnTo>
                  <a:lnTo>
                    <a:pt x="120" y="647"/>
                  </a:lnTo>
                  <a:lnTo>
                    <a:pt x="120" y="647"/>
                  </a:lnTo>
                  <a:lnTo>
                    <a:pt x="120" y="645"/>
                  </a:lnTo>
                  <a:lnTo>
                    <a:pt x="123" y="645"/>
                  </a:lnTo>
                  <a:lnTo>
                    <a:pt x="123" y="645"/>
                  </a:lnTo>
                  <a:lnTo>
                    <a:pt x="125" y="645"/>
                  </a:lnTo>
                  <a:lnTo>
                    <a:pt x="125" y="643"/>
                  </a:lnTo>
                  <a:lnTo>
                    <a:pt x="132" y="643"/>
                  </a:lnTo>
                  <a:lnTo>
                    <a:pt x="132" y="645"/>
                  </a:lnTo>
                  <a:lnTo>
                    <a:pt x="134" y="645"/>
                  </a:lnTo>
                  <a:lnTo>
                    <a:pt x="134" y="643"/>
                  </a:lnTo>
                  <a:lnTo>
                    <a:pt x="139" y="643"/>
                  </a:lnTo>
                  <a:lnTo>
                    <a:pt x="139" y="645"/>
                  </a:lnTo>
                  <a:lnTo>
                    <a:pt x="142" y="645"/>
                  </a:lnTo>
                  <a:lnTo>
                    <a:pt x="142" y="645"/>
                  </a:lnTo>
                  <a:lnTo>
                    <a:pt x="144" y="645"/>
                  </a:lnTo>
                  <a:lnTo>
                    <a:pt x="144" y="647"/>
                  </a:lnTo>
                  <a:lnTo>
                    <a:pt x="144" y="647"/>
                  </a:lnTo>
                  <a:lnTo>
                    <a:pt x="144" y="647"/>
                  </a:lnTo>
                  <a:lnTo>
                    <a:pt x="146" y="647"/>
                  </a:lnTo>
                  <a:lnTo>
                    <a:pt x="146" y="650"/>
                  </a:lnTo>
                  <a:lnTo>
                    <a:pt x="146" y="650"/>
                  </a:lnTo>
                  <a:lnTo>
                    <a:pt x="146" y="650"/>
                  </a:lnTo>
                  <a:lnTo>
                    <a:pt x="146" y="650"/>
                  </a:lnTo>
                  <a:lnTo>
                    <a:pt x="146" y="652"/>
                  </a:lnTo>
                  <a:lnTo>
                    <a:pt x="146" y="652"/>
                  </a:lnTo>
                  <a:lnTo>
                    <a:pt x="146" y="655"/>
                  </a:lnTo>
                  <a:lnTo>
                    <a:pt x="149" y="655"/>
                  </a:lnTo>
                  <a:lnTo>
                    <a:pt x="149" y="655"/>
                  </a:lnTo>
                  <a:lnTo>
                    <a:pt x="149" y="655"/>
                  </a:lnTo>
                  <a:lnTo>
                    <a:pt x="149" y="657"/>
                  </a:lnTo>
                  <a:lnTo>
                    <a:pt x="151" y="657"/>
                  </a:lnTo>
                  <a:lnTo>
                    <a:pt x="151" y="657"/>
                  </a:lnTo>
                  <a:lnTo>
                    <a:pt x="153" y="657"/>
                  </a:lnTo>
                  <a:lnTo>
                    <a:pt x="153" y="662"/>
                  </a:lnTo>
                  <a:lnTo>
                    <a:pt x="146" y="662"/>
                  </a:lnTo>
                  <a:lnTo>
                    <a:pt x="146" y="662"/>
                  </a:lnTo>
                  <a:lnTo>
                    <a:pt x="146" y="662"/>
                  </a:lnTo>
                  <a:lnTo>
                    <a:pt x="146" y="664"/>
                  </a:lnTo>
                  <a:lnTo>
                    <a:pt x="149" y="664"/>
                  </a:lnTo>
                  <a:lnTo>
                    <a:pt x="149" y="664"/>
                  </a:lnTo>
                  <a:lnTo>
                    <a:pt x="149" y="664"/>
                  </a:lnTo>
                  <a:lnTo>
                    <a:pt x="149" y="664"/>
                  </a:lnTo>
                  <a:lnTo>
                    <a:pt x="151" y="664"/>
                  </a:lnTo>
                  <a:lnTo>
                    <a:pt x="151" y="666"/>
                  </a:lnTo>
                  <a:lnTo>
                    <a:pt x="149" y="666"/>
                  </a:lnTo>
                  <a:lnTo>
                    <a:pt x="149" y="669"/>
                  </a:lnTo>
                  <a:lnTo>
                    <a:pt x="151" y="669"/>
                  </a:lnTo>
                  <a:lnTo>
                    <a:pt x="151" y="671"/>
                  </a:lnTo>
                  <a:lnTo>
                    <a:pt x="149" y="671"/>
                  </a:lnTo>
                  <a:lnTo>
                    <a:pt x="149" y="673"/>
                  </a:lnTo>
                  <a:lnTo>
                    <a:pt x="151" y="673"/>
                  </a:lnTo>
                  <a:lnTo>
                    <a:pt x="151" y="671"/>
                  </a:lnTo>
                  <a:lnTo>
                    <a:pt x="153" y="671"/>
                  </a:lnTo>
                  <a:lnTo>
                    <a:pt x="153" y="673"/>
                  </a:lnTo>
                  <a:lnTo>
                    <a:pt x="158" y="673"/>
                  </a:lnTo>
                  <a:lnTo>
                    <a:pt x="158" y="673"/>
                  </a:lnTo>
                  <a:lnTo>
                    <a:pt x="161" y="673"/>
                  </a:lnTo>
                  <a:lnTo>
                    <a:pt x="161" y="673"/>
                  </a:lnTo>
                  <a:lnTo>
                    <a:pt x="168" y="673"/>
                  </a:lnTo>
                  <a:lnTo>
                    <a:pt x="168" y="673"/>
                  </a:lnTo>
                  <a:lnTo>
                    <a:pt x="168" y="673"/>
                  </a:lnTo>
                  <a:lnTo>
                    <a:pt x="168" y="676"/>
                  </a:lnTo>
                  <a:lnTo>
                    <a:pt x="168" y="676"/>
                  </a:lnTo>
                  <a:lnTo>
                    <a:pt x="168" y="676"/>
                  </a:lnTo>
                  <a:lnTo>
                    <a:pt x="170" y="676"/>
                  </a:lnTo>
                  <a:lnTo>
                    <a:pt x="170" y="678"/>
                  </a:lnTo>
                  <a:lnTo>
                    <a:pt x="170" y="678"/>
                  </a:lnTo>
                  <a:lnTo>
                    <a:pt x="170" y="676"/>
                  </a:lnTo>
                  <a:lnTo>
                    <a:pt x="172" y="676"/>
                  </a:lnTo>
                  <a:lnTo>
                    <a:pt x="172" y="678"/>
                  </a:lnTo>
                  <a:lnTo>
                    <a:pt x="172" y="678"/>
                  </a:lnTo>
                  <a:lnTo>
                    <a:pt x="172" y="681"/>
                  </a:lnTo>
                  <a:lnTo>
                    <a:pt x="172" y="681"/>
                  </a:lnTo>
                  <a:lnTo>
                    <a:pt x="172" y="683"/>
                  </a:lnTo>
                  <a:lnTo>
                    <a:pt x="175" y="683"/>
                  </a:lnTo>
                  <a:lnTo>
                    <a:pt x="175" y="683"/>
                  </a:lnTo>
                  <a:lnTo>
                    <a:pt x="175" y="683"/>
                  </a:lnTo>
                  <a:lnTo>
                    <a:pt x="175" y="685"/>
                  </a:lnTo>
                  <a:lnTo>
                    <a:pt x="175" y="685"/>
                  </a:lnTo>
                  <a:lnTo>
                    <a:pt x="175" y="685"/>
                  </a:lnTo>
                  <a:lnTo>
                    <a:pt x="175" y="685"/>
                  </a:lnTo>
                  <a:lnTo>
                    <a:pt x="175" y="688"/>
                  </a:lnTo>
                  <a:lnTo>
                    <a:pt x="175" y="688"/>
                  </a:lnTo>
                  <a:lnTo>
                    <a:pt x="175" y="690"/>
                  </a:lnTo>
                  <a:lnTo>
                    <a:pt x="175" y="690"/>
                  </a:lnTo>
                  <a:lnTo>
                    <a:pt x="175" y="692"/>
                  </a:lnTo>
                  <a:lnTo>
                    <a:pt x="175" y="692"/>
                  </a:lnTo>
                  <a:lnTo>
                    <a:pt x="175" y="692"/>
                  </a:lnTo>
                  <a:lnTo>
                    <a:pt x="177" y="692"/>
                  </a:lnTo>
                  <a:lnTo>
                    <a:pt x="177" y="695"/>
                  </a:lnTo>
                  <a:lnTo>
                    <a:pt x="179" y="695"/>
                  </a:lnTo>
                  <a:lnTo>
                    <a:pt x="179" y="695"/>
                  </a:lnTo>
                  <a:lnTo>
                    <a:pt x="182" y="695"/>
                  </a:lnTo>
                  <a:lnTo>
                    <a:pt x="182" y="695"/>
                  </a:lnTo>
                  <a:lnTo>
                    <a:pt x="182" y="695"/>
                  </a:lnTo>
                  <a:lnTo>
                    <a:pt x="182" y="692"/>
                  </a:lnTo>
                  <a:lnTo>
                    <a:pt x="187" y="692"/>
                  </a:lnTo>
                  <a:lnTo>
                    <a:pt x="187" y="692"/>
                  </a:lnTo>
                  <a:lnTo>
                    <a:pt x="189" y="692"/>
                  </a:lnTo>
                  <a:lnTo>
                    <a:pt x="189" y="692"/>
                  </a:lnTo>
                  <a:lnTo>
                    <a:pt x="191" y="692"/>
                  </a:lnTo>
                  <a:lnTo>
                    <a:pt x="191" y="695"/>
                  </a:lnTo>
                  <a:lnTo>
                    <a:pt x="191" y="695"/>
                  </a:lnTo>
                  <a:lnTo>
                    <a:pt x="191" y="697"/>
                  </a:lnTo>
                  <a:lnTo>
                    <a:pt x="198" y="697"/>
                  </a:lnTo>
                  <a:lnTo>
                    <a:pt x="198" y="700"/>
                  </a:lnTo>
                  <a:lnTo>
                    <a:pt x="201" y="700"/>
                  </a:lnTo>
                  <a:lnTo>
                    <a:pt x="201" y="697"/>
                  </a:lnTo>
                  <a:lnTo>
                    <a:pt x="201" y="697"/>
                  </a:lnTo>
                  <a:lnTo>
                    <a:pt x="201" y="697"/>
                  </a:lnTo>
                  <a:lnTo>
                    <a:pt x="206" y="697"/>
                  </a:lnTo>
                  <a:lnTo>
                    <a:pt x="206" y="695"/>
                  </a:lnTo>
                  <a:lnTo>
                    <a:pt x="210" y="695"/>
                  </a:lnTo>
                  <a:lnTo>
                    <a:pt x="210" y="695"/>
                  </a:lnTo>
                  <a:lnTo>
                    <a:pt x="215" y="695"/>
                  </a:lnTo>
                  <a:lnTo>
                    <a:pt x="215" y="692"/>
                  </a:lnTo>
                  <a:lnTo>
                    <a:pt x="217" y="692"/>
                  </a:lnTo>
                  <a:lnTo>
                    <a:pt x="217" y="692"/>
                  </a:lnTo>
                  <a:lnTo>
                    <a:pt x="217" y="692"/>
                  </a:lnTo>
                  <a:lnTo>
                    <a:pt x="217" y="695"/>
                  </a:lnTo>
                  <a:lnTo>
                    <a:pt x="220" y="695"/>
                  </a:lnTo>
                  <a:lnTo>
                    <a:pt x="220" y="695"/>
                  </a:lnTo>
                  <a:lnTo>
                    <a:pt x="222" y="695"/>
                  </a:lnTo>
                  <a:lnTo>
                    <a:pt x="222" y="700"/>
                  </a:lnTo>
                  <a:lnTo>
                    <a:pt x="222" y="700"/>
                  </a:lnTo>
                  <a:lnTo>
                    <a:pt x="222" y="702"/>
                  </a:lnTo>
                  <a:lnTo>
                    <a:pt x="224" y="702"/>
                  </a:lnTo>
                  <a:lnTo>
                    <a:pt x="224" y="702"/>
                  </a:lnTo>
                  <a:lnTo>
                    <a:pt x="227" y="702"/>
                  </a:lnTo>
                  <a:lnTo>
                    <a:pt x="227" y="702"/>
                  </a:lnTo>
                  <a:lnTo>
                    <a:pt x="229" y="702"/>
                  </a:lnTo>
                  <a:lnTo>
                    <a:pt x="229" y="704"/>
                  </a:lnTo>
                  <a:lnTo>
                    <a:pt x="229" y="704"/>
                  </a:lnTo>
                  <a:lnTo>
                    <a:pt x="229" y="704"/>
                  </a:lnTo>
                  <a:lnTo>
                    <a:pt x="232" y="704"/>
                  </a:lnTo>
                  <a:lnTo>
                    <a:pt x="232" y="707"/>
                  </a:lnTo>
                  <a:lnTo>
                    <a:pt x="232" y="707"/>
                  </a:lnTo>
                  <a:lnTo>
                    <a:pt x="232" y="704"/>
                  </a:lnTo>
                  <a:lnTo>
                    <a:pt x="232" y="704"/>
                  </a:lnTo>
                  <a:lnTo>
                    <a:pt x="232" y="707"/>
                  </a:lnTo>
                  <a:lnTo>
                    <a:pt x="234" y="707"/>
                  </a:lnTo>
                  <a:lnTo>
                    <a:pt x="234" y="704"/>
                  </a:lnTo>
                  <a:lnTo>
                    <a:pt x="234" y="704"/>
                  </a:lnTo>
                  <a:lnTo>
                    <a:pt x="234" y="702"/>
                  </a:lnTo>
                  <a:lnTo>
                    <a:pt x="236" y="702"/>
                  </a:lnTo>
                  <a:lnTo>
                    <a:pt x="236" y="702"/>
                  </a:lnTo>
                  <a:lnTo>
                    <a:pt x="239" y="702"/>
                  </a:lnTo>
                  <a:lnTo>
                    <a:pt x="239" y="704"/>
                  </a:lnTo>
                  <a:lnTo>
                    <a:pt x="241" y="704"/>
                  </a:lnTo>
                  <a:lnTo>
                    <a:pt x="241" y="704"/>
                  </a:lnTo>
                  <a:lnTo>
                    <a:pt x="243" y="704"/>
                  </a:lnTo>
                  <a:lnTo>
                    <a:pt x="243" y="704"/>
                  </a:lnTo>
                  <a:lnTo>
                    <a:pt x="246" y="704"/>
                  </a:lnTo>
                  <a:lnTo>
                    <a:pt x="246" y="707"/>
                  </a:lnTo>
                  <a:lnTo>
                    <a:pt x="246" y="707"/>
                  </a:lnTo>
                  <a:lnTo>
                    <a:pt x="246" y="707"/>
                  </a:lnTo>
                  <a:lnTo>
                    <a:pt x="250" y="707"/>
                  </a:lnTo>
                  <a:lnTo>
                    <a:pt x="250" y="709"/>
                  </a:lnTo>
                  <a:lnTo>
                    <a:pt x="250" y="709"/>
                  </a:lnTo>
                  <a:lnTo>
                    <a:pt x="250" y="709"/>
                  </a:lnTo>
                  <a:lnTo>
                    <a:pt x="253" y="709"/>
                  </a:lnTo>
                  <a:lnTo>
                    <a:pt x="253" y="707"/>
                  </a:lnTo>
                  <a:lnTo>
                    <a:pt x="255" y="707"/>
                  </a:lnTo>
                  <a:lnTo>
                    <a:pt x="255" y="709"/>
                  </a:lnTo>
                  <a:lnTo>
                    <a:pt x="258" y="709"/>
                  </a:lnTo>
                  <a:lnTo>
                    <a:pt x="258" y="711"/>
                  </a:lnTo>
                  <a:lnTo>
                    <a:pt x="265" y="711"/>
                  </a:lnTo>
                  <a:lnTo>
                    <a:pt x="265" y="711"/>
                  </a:lnTo>
                  <a:lnTo>
                    <a:pt x="265" y="711"/>
                  </a:lnTo>
                  <a:lnTo>
                    <a:pt x="265" y="714"/>
                  </a:lnTo>
                  <a:lnTo>
                    <a:pt x="267" y="714"/>
                  </a:lnTo>
                  <a:lnTo>
                    <a:pt x="267" y="714"/>
                  </a:lnTo>
                  <a:lnTo>
                    <a:pt x="269" y="714"/>
                  </a:lnTo>
                  <a:lnTo>
                    <a:pt x="269" y="716"/>
                  </a:lnTo>
                  <a:lnTo>
                    <a:pt x="272" y="716"/>
                  </a:lnTo>
                  <a:lnTo>
                    <a:pt x="272" y="714"/>
                  </a:lnTo>
                  <a:lnTo>
                    <a:pt x="274" y="714"/>
                  </a:lnTo>
                  <a:lnTo>
                    <a:pt x="274" y="714"/>
                  </a:lnTo>
                  <a:lnTo>
                    <a:pt x="277" y="714"/>
                  </a:lnTo>
                  <a:lnTo>
                    <a:pt x="277" y="716"/>
                  </a:lnTo>
                  <a:lnTo>
                    <a:pt x="274" y="716"/>
                  </a:lnTo>
                  <a:lnTo>
                    <a:pt x="274" y="719"/>
                  </a:lnTo>
                  <a:lnTo>
                    <a:pt x="274" y="719"/>
                  </a:lnTo>
                  <a:lnTo>
                    <a:pt x="274" y="719"/>
                  </a:lnTo>
                  <a:lnTo>
                    <a:pt x="274" y="719"/>
                  </a:lnTo>
                  <a:lnTo>
                    <a:pt x="274" y="721"/>
                  </a:lnTo>
                  <a:lnTo>
                    <a:pt x="277" y="721"/>
                  </a:lnTo>
                  <a:lnTo>
                    <a:pt x="277" y="721"/>
                  </a:lnTo>
                  <a:lnTo>
                    <a:pt x="277" y="721"/>
                  </a:lnTo>
                  <a:lnTo>
                    <a:pt x="277" y="723"/>
                  </a:lnTo>
                  <a:lnTo>
                    <a:pt x="274" y="723"/>
                  </a:lnTo>
                  <a:lnTo>
                    <a:pt x="274" y="723"/>
                  </a:lnTo>
                  <a:lnTo>
                    <a:pt x="274" y="723"/>
                  </a:lnTo>
                  <a:lnTo>
                    <a:pt x="274" y="726"/>
                  </a:lnTo>
                  <a:lnTo>
                    <a:pt x="272" y="726"/>
                  </a:lnTo>
                  <a:lnTo>
                    <a:pt x="272" y="726"/>
                  </a:lnTo>
                  <a:lnTo>
                    <a:pt x="272" y="726"/>
                  </a:lnTo>
                  <a:lnTo>
                    <a:pt x="272" y="728"/>
                  </a:lnTo>
                  <a:lnTo>
                    <a:pt x="272" y="728"/>
                  </a:lnTo>
                  <a:lnTo>
                    <a:pt x="272" y="728"/>
                  </a:lnTo>
                  <a:lnTo>
                    <a:pt x="265" y="728"/>
                  </a:lnTo>
                  <a:lnTo>
                    <a:pt x="265" y="730"/>
                  </a:lnTo>
                  <a:lnTo>
                    <a:pt x="267" y="730"/>
                  </a:lnTo>
                  <a:lnTo>
                    <a:pt x="267" y="730"/>
                  </a:lnTo>
                  <a:lnTo>
                    <a:pt x="267" y="730"/>
                  </a:lnTo>
                  <a:lnTo>
                    <a:pt x="267" y="733"/>
                  </a:lnTo>
                  <a:lnTo>
                    <a:pt x="269" y="733"/>
                  </a:lnTo>
                  <a:lnTo>
                    <a:pt x="269" y="733"/>
                  </a:lnTo>
                  <a:lnTo>
                    <a:pt x="272" y="733"/>
                  </a:lnTo>
                  <a:lnTo>
                    <a:pt x="272" y="733"/>
                  </a:lnTo>
                  <a:lnTo>
                    <a:pt x="272" y="733"/>
                  </a:lnTo>
                  <a:lnTo>
                    <a:pt x="272" y="733"/>
                  </a:lnTo>
                  <a:lnTo>
                    <a:pt x="274" y="733"/>
                  </a:lnTo>
                  <a:lnTo>
                    <a:pt x="274" y="733"/>
                  </a:lnTo>
                  <a:lnTo>
                    <a:pt x="272" y="733"/>
                  </a:lnTo>
                  <a:lnTo>
                    <a:pt x="272" y="735"/>
                  </a:lnTo>
                  <a:lnTo>
                    <a:pt x="269" y="735"/>
                  </a:lnTo>
                  <a:lnTo>
                    <a:pt x="269" y="733"/>
                  </a:lnTo>
                  <a:lnTo>
                    <a:pt x="267" y="733"/>
                  </a:lnTo>
                  <a:lnTo>
                    <a:pt x="267" y="735"/>
                  </a:lnTo>
                  <a:lnTo>
                    <a:pt x="267" y="735"/>
                  </a:lnTo>
                  <a:lnTo>
                    <a:pt x="267" y="735"/>
                  </a:lnTo>
                  <a:lnTo>
                    <a:pt x="267" y="735"/>
                  </a:lnTo>
                  <a:lnTo>
                    <a:pt x="267" y="740"/>
                  </a:lnTo>
                  <a:lnTo>
                    <a:pt x="265" y="740"/>
                  </a:lnTo>
                  <a:lnTo>
                    <a:pt x="265" y="740"/>
                  </a:lnTo>
                  <a:lnTo>
                    <a:pt x="269" y="740"/>
                  </a:lnTo>
                  <a:lnTo>
                    <a:pt x="269" y="742"/>
                  </a:lnTo>
                  <a:lnTo>
                    <a:pt x="269" y="742"/>
                  </a:lnTo>
                  <a:lnTo>
                    <a:pt x="269" y="745"/>
                  </a:lnTo>
                  <a:lnTo>
                    <a:pt x="272" y="745"/>
                  </a:lnTo>
                  <a:lnTo>
                    <a:pt x="272" y="747"/>
                  </a:lnTo>
                  <a:lnTo>
                    <a:pt x="269" y="747"/>
                  </a:lnTo>
                  <a:lnTo>
                    <a:pt x="269" y="747"/>
                  </a:lnTo>
                  <a:lnTo>
                    <a:pt x="272" y="747"/>
                  </a:lnTo>
                  <a:lnTo>
                    <a:pt x="272" y="749"/>
                  </a:lnTo>
                  <a:lnTo>
                    <a:pt x="272" y="749"/>
                  </a:lnTo>
                  <a:lnTo>
                    <a:pt x="272" y="752"/>
                  </a:lnTo>
                  <a:lnTo>
                    <a:pt x="269" y="752"/>
                  </a:lnTo>
                  <a:lnTo>
                    <a:pt x="269" y="752"/>
                  </a:lnTo>
                  <a:lnTo>
                    <a:pt x="269" y="752"/>
                  </a:lnTo>
                  <a:lnTo>
                    <a:pt x="269" y="754"/>
                  </a:lnTo>
                  <a:lnTo>
                    <a:pt x="267" y="754"/>
                  </a:lnTo>
                  <a:lnTo>
                    <a:pt x="267" y="754"/>
                  </a:lnTo>
                  <a:lnTo>
                    <a:pt x="269" y="754"/>
                  </a:lnTo>
                  <a:lnTo>
                    <a:pt x="269" y="756"/>
                  </a:lnTo>
                  <a:lnTo>
                    <a:pt x="267" y="756"/>
                  </a:lnTo>
                  <a:lnTo>
                    <a:pt x="267" y="759"/>
                  </a:lnTo>
                  <a:lnTo>
                    <a:pt x="267" y="759"/>
                  </a:lnTo>
                  <a:lnTo>
                    <a:pt x="267" y="759"/>
                  </a:lnTo>
                  <a:lnTo>
                    <a:pt x="260" y="759"/>
                  </a:lnTo>
                  <a:lnTo>
                    <a:pt x="260" y="759"/>
                  </a:lnTo>
                  <a:lnTo>
                    <a:pt x="258" y="759"/>
                  </a:lnTo>
                  <a:lnTo>
                    <a:pt x="258" y="759"/>
                  </a:lnTo>
                  <a:lnTo>
                    <a:pt x="253" y="759"/>
                  </a:lnTo>
                  <a:lnTo>
                    <a:pt x="253" y="759"/>
                  </a:lnTo>
                  <a:lnTo>
                    <a:pt x="248" y="759"/>
                  </a:lnTo>
                  <a:lnTo>
                    <a:pt x="248" y="759"/>
                  </a:lnTo>
                  <a:lnTo>
                    <a:pt x="248" y="759"/>
                  </a:lnTo>
                  <a:lnTo>
                    <a:pt x="248" y="761"/>
                  </a:lnTo>
                  <a:lnTo>
                    <a:pt x="246" y="761"/>
                  </a:lnTo>
                  <a:lnTo>
                    <a:pt x="246" y="761"/>
                  </a:lnTo>
                  <a:lnTo>
                    <a:pt x="246" y="761"/>
                  </a:lnTo>
                  <a:lnTo>
                    <a:pt x="246" y="764"/>
                  </a:lnTo>
                  <a:lnTo>
                    <a:pt x="246" y="764"/>
                  </a:lnTo>
                  <a:lnTo>
                    <a:pt x="246" y="761"/>
                  </a:lnTo>
                  <a:lnTo>
                    <a:pt x="243" y="761"/>
                  </a:lnTo>
                  <a:lnTo>
                    <a:pt x="243" y="764"/>
                  </a:lnTo>
                  <a:lnTo>
                    <a:pt x="243" y="764"/>
                  </a:lnTo>
                  <a:lnTo>
                    <a:pt x="243" y="764"/>
                  </a:lnTo>
                  <a:lnTo>
                    <a:pt x="239" y="764"/>
                  </a:lnTo>
                  <a:lnTo>
                    <a:pt x="239" y="766"/>
                  </a:lnTo>
                  <a:lnTo>
                    <a:pt x="236" y="766"/>
                  </a:lnTo>
                  <a:lnTo>
                    <a:pt x="236" y="766"/>
                  </a:lnTo>
                  <a:lnTo>
                    <a:pt x="236" y="766"/>
                  </a:lnTo>
                  <a:lnTo>
                    <a:pt x="236" y="771"/>
                  </a:lnTo>
                  <a:lnTo>
                    <a:pt x="234" y="771"/>
                  </a:lnTo>
                  <a:lnTo>
                    <a:pt x="234" y="773"/>
                  </a:lnTo>
                  <a:lnTo>
                    <a:pt x="236" y="773"/>
                  </a:lnTo>
                  <a:lnTo>
                    <a:pt x="236" y="773"/>
                  </a:lnTo>
                  <a:lnTo>
                    <a:pt x="234" y="773"/>
                  </a:lnTo>
                  <a:lnTo>
                    <a:pt x="234" y="778"/>
                  </a:lnTo>
                  <a:lnTo>
                    <a:pt x="236" y="778"/>
                  </a:lnTo>
                  <a:lnTo>
                    <a:pt x="236" y="778"/>
                  </a:lnTo>
                  <a:lnTo>
                    <a:pt x="241" y="778"/>
                  </a:lnTo>
                  <a:lnTo>
                    <a:pt x="241" y="778"/>
                  </a:lnTo>
                  <a:lnTo>
                    <a:pt x="241" y="778"/>
                  </a:lnTo>
                  <a:lnTo>
                    <a:pt x="241" y="778"/>
                  </a:lnTo>
                  <a:lnTo>
                    <a:pt x="246" y="778"/>
                  </a:lnTo>
                  <a:lnTo>
                    <a:pt x="246" y="775"/>
                  </a:lnTo>
                  <a:lnTo>
                    <a:pt x="250" y="775"/>
                  </a:lnTo>
                  <a:lnTo>
                    <a:pt x="250" y="773"/>
                  </a:lnTo>
                  <a:lnTo>
                    <a:pt x="255" y="773"/>
                  </a:lnTo>
                  <a:lnTo>
                    <a:pt x="255" y="778"/>
                  </a:lnTo>
                  <a:lnTo>
                    <a:pt x="258" y="778"/>
                  </a:lnTo>
                  <a:lnTo>
                    <a:pt x="258" y="780"/>
                  </a:lnTo>
                  <a:lnTo>
                    <a:pt x="250" y="780"/>
                  </a:lnTo>
                  <a:lnTo>
                    <a:pt x="250" y="780"/>
                  </a:lnTo>
                  <a:lnTo>
                    <a:pt x="248" y="780"/>
                  </a:lnTo>
                  <a:lnTo>
                    <a:pt x="248" y="782"/>
                  </a:lnTo>
                  <a:lnTo>
                    <a:pt x="248" y="782"/>
                  </a:lnTo>
                  <a:lnTo>
                    <a:pt x="248" y="782"/>
                  </a:lnTo>
                  <a:lnTo>
                    <a:pt x="246" y="782"/>
                  </a:lnTo>
                  <a:lnTo>
                    <a:pt x="246" y="782"/>
                  </a:lnTo>
                  <a:lnTo>
                    <a:pt x="241" y="782"/>
                  </a:lnTo>
                  <a:lnTo>
                    <a:pt x="241" y="782"/>
                  </a:lnTo>
                  <a:lnTo>
                    <a:pt x="239" y="782"/>
                  </a:lnTo>
                  <a:lnTo>
                    <a:pt x="239" y="782"/>
                  </a:lnTo>
                  <a:lnTo>
                    <a:pt x="239" y="782"/>
                  </a:lnTo>
                  <a:lnTo>
                    <a:pt x="239" y="785"/>
                  </a:lnTo>
                  <a:lnTo>
                    <a:pt x="239" y="785"/>
                  </a:lnTo>
                  <a:lnTo>
                    <a:pt x="239" y="785"/>
                  </a:lnTo>
                  <a:lnTo>
                    <a:pt x="236" y="785"/>
                  </a:lnTo>
                  <a:lnTo>
                    <a:pt x="236" y="787"/>
                  </a:lnTo>
                  <a:lnTo>
                    <a:pt x="234" y="787"/>
                  </a:lnTo>
                  <a:lnTo>
                    <a:pt x="234" y="787"/>
                  </a:lnTo>
                  <a:lnTo>
                    <a:pt x="232" y="787"/>
                  </a:lnTo>
                  <a:lnTo>
                    <a:pt x="232" y="790"/>
                  </a:lnTo>
                  <a:lnTo>
                    <a:pt x="224" y="790"/>
                  </a:lnTo>
                  <a:lnTo>
                    <a:pt x="224" y="787"/>
                  </a:lnTo>
                  <a:lnTo>
                    <a:pt x="222" y="787"/>
                  </a:lnTo>
                  <a:lnTo>
                    <a:pt x="222" y="790"/>
                  </a:lnTo>
                  <a:lnTo>
                    <a:pt x="224" y="790"/>
                  </a:lnTo>
                  <a:lnTo>
                    <a:pt x="224" y="790"/>
                  </a:lnTo>
                  <a:lnTo>
                    <a:pt x="224" y="790"/>
                  </a:lnTo>
                  <a:lnTo>
                    <a:pt x="224" y="792"/>
                  </a:lnTo>
                  <a:lnTo>
                    <a:pt x="224" y="792"/>
                  </a:lnTo>
                  <a:lnTo>
                    <a:pt x="224" y="792"/>
                  </a:lnTo>
                  <a:lnTo>
                    <a:pt x="227" y="792"/>
                  </a:lnTo>
                  <a:lnTo>
                    <a:pt x="227" y="794"/>
                  </a:lnTo>
                  <a:lnTo>
                    <a:pt x="227" y="794"/>
                  </a:lnTo>
                  <a:lnTo>
                    <a:pt x="227" y="797"/>
                  </a:lnTo>
                  <a:lnTo>
                    <a:pt x="229" y="797"/>
                  </a:lnTo>
                  <a:lnTo>
                    <a:pt x="229" y="797"/>
                  </a:lnTo>
                  <a:lnTo>
                    <a:pt x="232" y="797"/>
                  </a:lnTo>
                  <a:lnTo>
                    <a:pt x="232" y="797"/>
                  </a:lnTo>
                  <a:lnTo>
                    <a:pt x="232" y="797"/>
                  </a:lnTo>
                  <a:lnTo>
                    <a:pt x="232" y="797"/>
                  </a:lnTo>
                  <a:lnTo>
                    <a:pt x="234" y="797"/>
                  </a:lnTo>
                  <a:lnTo>
                    <a:pt x="234" y="799"/>
                  </a:lnTo>
                  <a:lnTo>
                    <a:pt x="234" y="799"/>
                  </a:lnTo>
                  <a:lnTo>
                    <a:pt x="234" y="799"/>
                  </a:lnTo>
                  <a:lnTo>
                    <a:pt x="234" y="799"/>
                  </a:lnTo>
                  <a:lnTo>
                    <a:pt x="234" y="801"/>
                  </a:lnTo>
                  <a:lnTo>
                    <a:pt x="234" y="801"/>
                  </a:lnTo>
                  <a:lnTo>
                    <a:pt x="234" y="804"/>
                  </a:lnTo>
                  <a:lnTo>
                    <a:pt x="229" y="804"/>
                  </a:lnTo>
                  <a:lnTo>
                    <a:pt x="229" y="804"/>
                  </a:lnTo>
                  <a:lnTo>
                    <a:pt x="227" y="804"/>
                  </a:lnTo>
                  <a:lnTo>
                    <a:pt x="227" y="806"/>
                  </a:lnTo>
                  <a:lnTo>
                    <a:pt x="227" y="806"/>
                  </a:lnTo>
                  <a:lnTo>
                    <a:pt x="227" y="809"/>
                  </a:lnTo>
                  <a:lnTo>
                    <a:pt x="227" y="809"/>
                  </a:lnTo>
                  <a:lnTo>
                    <a:pt x="227" y="811"/>
                  </a:lnTo>
                  <a:lnTo>
                    <a:pt x="224" y="811"/>
                  </a:lnTo>
                  <a:lnTo>
                    <a:pt x="224" y="811"/>
                  </a:lnTo>
                  <a:lnTo>
                    <a:pt x="224" y="811"/>
                  </a:lnTo>
                  <a:lnTo>
                    <a:pt x="224" y="813"/>
                  </a:lnTo>
                  <a:lnTo>
                    <a:pt x="220" y="813"/>
                  </a:lnTo>
                  <a:lnTo>
                    <a:pt x="220" y="820"/>
                  </a:lnTo>
                  <a:lnTo>
                    <a:pt x="220" y="820"/>
                  </a:lnTo>
                  <a:lnTo>
                    <a:pt x="220" y="820"/>
                  </a:lnTo>
                  <a:lnTo>
                    <a:pt x="220" y="820"/>
                  </a:lnTo>
                  <a:lnTo>
                    <a:pt x="220" y="820"/>
                  </a:lnTo>
                  <a:lnTo>
                    <a:pt x="217" y="820"/>
                  </a:lnTo>
                  <a:lnTo>
                    <a:pt x="217" y="823"/>
                  </a:lnTo>
                  <a:lnTo>
                    <a:pt x="213" y="823"/>
                  </a:lnTo>
                  <a:lnTo>
                    <a:pt x="213" y="820"/>
                  </a:lnTo>
                  <a:lnTo>
                    <a:pt x="208" y="820"/>
                  </a:lnTo>
                  <a:lnTo>
                    <a:pt x="208" y="820"/>
                  </a:lnTo>
                  <a:lnTo>
                    <a:pt x="208" y="820"/>
                  </a:lnTo>
                  <a:lnTo>
                    <a:pt x="208" y="820"/>
                  </a:lnTo>
                  <a:lnTo>
                    <a:pt x="203" y="820"/>
                  </a:lnTo>
                  <a:lnTo>
                    <a:pt x="203" y="820"/>
                  </a:lnTo>
                  <a:lnTo>
                    <a:pt x="201" y="820"/>
                  </a:lnTo>
                  <a:lnTo>
                    <a:pt x="201" y="820"/>
                  </a:lnTo>
                  <a:lnTo>
                    <a:pt x="201" y="820"/>
                  </a:lnTo>
                  <a:lnTo>
                    <a:pt x="201" y="823"/>
                  </a:lnTo>
                  <a:lnTo>
                    <a:pt x="198" y="823"/>
                  </a:lnTo>
                  <a:lnTo>
                    <a:pt x="198" y="828"/>
                  </a:lnTo>
                  <a:lnTo>
                    <a:pt x="201" y="828"/>
                  </a:lnTo>
                  <a:lnTo>
                    <a:pt x="201" y="830"/>
                  </a:lnTo>
                  <a:lnTo>
                    <a:pt x="208" y="830"/>
                  </a:lnTo>
                  <a:lnTo>
                    <a:pt x="208" y="830"/>
                  </a:lnTo>
                  <a:lnTo>
                    <a:pt x="210" y="830"/>
                  </a:lnTo>
                  <a:lnTo>
                    <a:pt x="210" y="830"/>
                  </a:lnTo>
                  <a:lnTo>
                    <a:pt x="213" y="830"/>
                  </a:lnTo>
                  <a:lnTo>
                    <a:pt x="213" y="832"/>
                  </a:lnTo>
                  <a:lnTo>
                    <a:pt x="213" y="832"/>
                  </a:lnTo>
                  <a:lnTo>
                    <a:pt x="213" y="832"/>
                  </a:lnTo>
                  <a:lnTo>
                    <a:pt x="215" y="832"/>
                  </a:lnTo>
                  <a:lnTo>
                    <a:pt x="215" y="835"/>
                  </a:lnTo>
                  <a:lnTo>
                    <a:pt x="215" y="835"/>
                  </a:lnTo>
                  <a:lnTo>
                    <a:pt x="215" y="837"/>
                  </a:lnTo>
                  <a:lnTo>
                    <a:pt x="217" y="837"/>
                  </a:lnTo>
                  <a:lnTo>
                    <a:pt x="217" y="839"/>
                  </a:lnTo>
                  <a:lnTo>
                    <a:pt x="217" y="839"/>
                  </a:lnTo>
                  <a:lnTo>
                    <a:pt x="217" y="839"/>
                  </a:lnTo>
                  <a:lnTo>
                    <a:pt x="220" y="839"/>
                  </a:lnTo>
                  <a:lnTo>
                    <a:pt x="220" y="842"/>
                  </a:lnTo>
                  <a:lnTo>
                    <a:pt x="224" y="842"/>
                  </a:lnTo>
                  <a:lnTo>
                    <a:pt x="224" y="839"/>
                  </a:lnTo>
                  <a:lnTo>
                    <a:pt x="227" y="839"/>
                  </a:lnTo>
                  <a:lnTo>
                    <a:pt x="227" y="842"/>
                  </a:lnTo>
                  <a:lnTo>
                    <a:pt x="229" y="842"/>
                  </a:lnTo>
                  <a:lnTo>
                    <a:pt x="229" y="842"/>
                  </a:lnTo>
                  <a:lnTo>
                    <a:pt x="232" y="842"/>
                  </a:lnTo>
                  <a:lnTo>
                    <a:pt x="232" y="844"/>
                  </a:lnTo>
                  <a:lnTo>
                    <a:pt x="232" y="844"/>
                  </a:lnTo>
                  <a:lnTo>
                    <a:pt x="232" y="844"/>
                  </a:lnTo>
                  <a:lnTo>
                    <a:pt x="232" y="844"/>
                  </a:lnTo>
                  <a:lnTo>
                    <a:pt x="232" y="846"/>
                  </a:lnTo>
                  <a:lnTo>
                    <a:pt x="234" y="846"/>
                  </a:lnTo>
                  <a:lnTo>
                    <a:pt x="234" y="846"/>
                  </a:lnTo>
                  <a:lnTo>
                    <a:pt x="236" y="846"/>
                  </a:lnTo>
                  <a:lnTo>
                    <a:pt x="236" y="849"/>
                  </a:lnTo>
                  <a:lnTo>
                    <a:pt x="241" y="849"/>
                  </a:lnTo>
                  <a:lnTo>
                    <a:pt x="241" y="849"/>
                  </a:lnTo>
                  <a:lnTo>
                    <a:pt x="246" y="849"/>
                  </a:lnTo>
                  <a:lnTo>
                    <a:pt x="246" y="851"/>
                  </a:lnTo>
                  <a:lnTo>
                    <a:pt x="246" y="851"/>
                  </a:lnTo>
                  <a:lnTo>
                    <a:pt x="246" y="851"/>
                  </a:lnTo>
                  <a:lnTo>
                    <a:pt x="248" y="851"/>
                  </a:lnTo>
                  <a:lnTo>
                    <a:pt x="248" y="851"/>
                  </a:lnTo>
                  <a:lnTo>
                    <a:pt x="250" y="851"/>
                  </a:lnTo>
                  <a:lnTo>
                    <a:pt x="250" y="854"/>
                  </a:lnTo>
                  <a:lnTo>
                    <a:pt x="250" y="854"/>
                  </a:lnTo>
                  <a:lnTo>
                    <a:pt x="250" y="854"/>
                  </a:lnTo>
                  <a:lnTo>
                    <a:pt x="253" y="854"/>
                  </a:lnTo>
                  <a:lnTo>
                    <a:pt x="253" y="856"/>
                  </a:lnTo>
                  <a:lnTo>
                    <a:pt x="253" y="856"/>
                  </a:lnTo>
                  <a:lnTo>
                    <a:pt x="253" y="856"/>
                  </a:lnTo>
                  <a:lnTo>
                    <a:pt x="255" y="856"/>
                  </a:lnTo>
                  <a:lnTo>
                    <a:pt x="255" y="858"/>
                  </a:lnTo>
                  <a:lnTo>
                    <a:pt x="258" y="858"/>
                  </a:lnTo>
                  <a:lnTo>
                    <a:pt x="258" y="858"/>
                  </a:lnTo>
                  <a:lnTo>
                    <a:pt x="258" y="858"/>
                  </a:lnTo>
                  <a:lnTo>
                    <a:pt x="258" y="861"/>
                  </a:lnTo>
                  <a:lnTo>
                    <a:pt x="260" y="861"/>
                  </a:lnTo>
                  <a:lnTo>
                    <a:pt x="260" y="861"/>
                  </a:lnTo>
                  <a:lnTo>
                    <a:pt x="260" y="861"/>
                  </a:lnTo>
                  <a:lnTo>
                    <a:pt x="260" y="861"/>
                  </a:lnTo>
                  <a:lnTo>
                    <a:pt x="260" y="861"/>
                  </a:lnTo>
                  <a:lnTo>
                    <a:pt x="260" y="863"/>
                  </a:lnTo>
                  <a:lnTo>
                    <a:pt x="262" y="863"/>
                  </a:lnTo>
                  <a:lnTo>
                    <a:pt x="262" y="863"/>
                  </a:lnTo>
                  <a:lnTo>
                    <a:pt x="262" y="863"/>
                  </a:lnTo>
                  <a:lnTo>
                    <a:pt x="262" y="865"/>
                  </a:lnTo>
                  <a:lnTo>
                    <a:pt x="265" y="865"/>
                  </a:lnTo>
                  <a:lnTo>
                    <a:pt x="265" y="865"/>
                  </a:lnTo>
                  <a:lnTo>
                    <a:pt x="265" y="865"/>
                  </a:lnTo>
                  <a:lnTo>
                    <a:pt x="265" y="868"/>
                  </a:lnTo>
                  <a:lnTo>
                    <a:pt x="267" y="868"/>
                  </a:lnTo>
                  <a:lnTo>
                    <a:pt x="267" y="868"/>
                  </a:lnTo>
                  <a:lnTo>
                    <a:pt x="267" y="868"/>
                  </a:lnTo>
                  <a:lnTo>
                    <a:pt x="267" y="870"/>
                  </a:lnTo>
                  <a:lnTo>
                    <a:pt x="269" y="870"/>
                  </a:lnTo>
                  <a:lnTo>
                    <a:pt x="269" y="870"/>
                  </a:lnTo>
                  <a:lnTo>
                    <a:pt x="269" y="870"/>
                  </a:lnTo>
                  <a:lnTo>
                    <a:pt x="269" y="870"/>
                  </a:lnTo>
                  <a:lnTo>
                    <a:pt x="272" y="870"/>
                  </a:lnTo>
                  <a:lnTo>
                    <a:pt x="272" y="873"/>
                  </a:lnTo>
                  <a:lnTo>
                    <a:pt x="272" y="873"/>
                  </a:lnTo>
                  <a:lnTo>
                    <a:pt x="272" y="870"/>
                  </a:lnTo>
                  <a:lnTo>
                    <a:pt x="274" y="870"/>
                  </a:lnTo>
                  <a:lnTo>
                    <a:pt x="274" y="870"/>
                  </a:lnTo>
                  <a:lnTo>
                    <a:pt x="274" y="870"/>
                  </a:lnTo>
                  <a:lnTo>
                    <a:pt x="274" y="868"/>
                  </a:lnTo>
                  <a:lnTo>
                    <a:pt x="274" y="868"/>
                  </a:lnTo>
                  <a:lnTo>
                    <a:pt x="274" y="868"/>
                  </a:lnTo>
                  <a:lnTo>
                    <a:pt x="279" y="868"/>
                  </a:lnTo>
                  <a:lnTo>
                    <a:pt x="279" y="868"/>
                  </a:lnTo>
                  <a:lnTo>
                    <a:pt x="284" y="868"/>
                  </a:lnTo>
                  <a:lnTo>
                    <a:pt x="284" y="870"/>
                  </a:lnTo>
                  <a:lnTo>
                    <a:pt x="286" y="870"/>
                  </a:lnTo>
                  <a:lnTo>
                    <a:pt x="286" y="868"/>
                  </a:lnTo>
                  <a:lnTo>
                    <a:pt x="288" y="868"/>
                  </a:lnTo>
                  <a:lnTo>
                    <a:pt x="288" y="870"/>
                  </a:lnTo>
                  <a:lnTo>
                    <a:pt x="291" y="870"/>
                  </a:lnTo>
                  <a:lnTo>
                    <a:pt x="291" y="870"/>
                  </a:lnTo>
                  <a:lnTo>
                    <a:pt x="293" y="870"/>
                  </a:lnTo>
                  <a:lnTo>
                    <a:pt x="293" y="870"/>
                  </a:lnTo>
                  <a:lnTo>
                    <a:pt x="295" y="870"/>
                  </a:lnTo>
                  <a:lnTo>
                    <a:pt x="295" y="873"/>
                  </a:lnTo>
                  <a:lnTo>
                    <a:pt x="300" y="873"/>
                  </a:lnTo>
                  <a:lnTo>
                    <a:pt x="300" y="873"/>
                  </a:lnTo>
                  <a:lnTo>
                    <a:pt x="303" y="873"/>
                  </a:lnTo>
                  <a:lnTo>
                    <a:pt x="303" y="873"/>
                  </a:lnTo>
                  <a:lnTo>
                    <a:pt x="303" y="873"/>
                  </a:lnTo>
                  <a:lnTo>
                    <a:pt x="303" y="875"/>
                  </a:lnTo>
                  <a:lnTo>
                    <a:pt x="305" y="875"/>
                  </a:lnTo>
                  <a:lnTo>
                    <a:pt x="305" y="875"/>
                  </a:lnTo>
                  <a:lnTo>
                    <a:pt x="307" y="875"/>
                  </a:lnTo>
                  <a:lnTo>
                    <a:pt x="307" y="877"/>
                  </a:lnTo>
                  <a:lnTo>
                    <a:pt x="312" y="877"/>
                  </a:lnTo>
                  <a:lnTo>
                    <a:pt x="312" y="875"/>
                  </a:lnTo>
                  <a:lnTo>
                    <a:pt x="314" y="875"/>
                  </a:lnTo>
                  <a:lnTo>
                    <a:pt x="314" y="877"/>
                  </a:lnTo>
                  <a:lnTo>
                    <a:pt x="324" y="877"/>
                  </a:lnTo>
                  <a:lnTo>
                    <a:pt x="324" y="875"/>
                  </a:lnTo>
                  <a:lnTo>
                    <a:pt x="326" y="875"/>
                  </a:lnTo>
                  <a:lnTo>
                    <a:pt x="326" y="877"/>
                  </a:lnTo>
                  <a:lnTo>
                    <a:pt x="326" y="877"/>
                  </a:lnTo>
                  <a:lnTo>
                    <a:pt x="326" y="877"/>
                  </a:lnTo>
                  <a:lnTo>
                    <a:pt x="331" y="877"/>
                  </a:lnTo>
                  <a:lnTo>
                    <a:pt x="331" y="877"/>
                  </a:lnTo>
                  <a:lnTo>
                    <a:pt x="331" y="877"/>
                  </a:lnTo>
                  <a:lnTo>
                    <a:pt x="331" y="877"/>
                  </a:lnTo>
                  <a:lnTo>
                    <a:pt x="336" y="877"/>
                  </a:lnTo>
                  <a:lnTo>
                    <a:pt x="336" y="880"/>
                  </a:lnTo>
                  <a:lnTo>
                    <a:pt x="336" y="880"/>
                  </a:lnTo>
                  <a:lnTo>
                    <a:pt x="336" y="880"/>
                  </a:lnTo>
                  <a:lnTo>
                    <a:pt x="338" y="880"/>
                  </a:lnTo>
                  <a:lnTo>
                    <a:pt x="338" y="880"/>
                  </a:lnTo>
                  <a:lnTo>
                    <a:pt x="338" y="880"/>
                  </a:lnTo>
                  <a:lnTo>
                    <a:pt x="338" y="882"/>
                  </a:lnTo>
                  <a:lnTo>
                    <a:pt x="340" y="882"/>
                  </a:lnTo>
                  <a:lnTo>
                    <a:pt x="340" y="882"/>
                  </a:lnTo>
                  <a:lnTo>
                    <a:pt x="343" y="882"/>
                  </a:lnTo>
                  <a:lnTo>
                    <a:pt x="343" y="884"/>
                  </a:lnTo>
                  <a:lnTo>
                    <a:pt x="345" y="884"/>
                  </a:lnTo>
                  <a:lnTo>
                    <a:pt x="345" y="884"/>
                  </a:lnTo>
                  <a:lnTo>
                    <a:pt x="345" y="884"/>
                  </a:lnTo>
                  <a:lnTo>
                    <a:pt x="345" y="884"/>
                  </a:lnTo>
                  <a:lnTo>
                    <a:pt x="348" y="884"/>
                  </a:lnTo>
                  <a:lnTo>
                    <a:pt x="348" y="884"/>
                  </a:lnTo>
                  <a:lnTo>
                    <a:pt x="350" y="884"/>
                  </a:lnTo>
                  <a:lnTo>
                    <a:pt x="350" y="887"/>
                  </a:lnTo>
                  <a:lnTo>
                    <a:pt x="350" y="887"/>
                  </a:lnTo>
                  <a:lnTo>
                    <a:pt x="350" y="887"/>
                  </a:lnTo>
                  <a:lnTo>
                    <a:pt x="352" y="887"/>
                  </a:lnTo>
                  <a:lnTo>
                    <a:pt x="352" y="889"/>
                  </a:lnTo>
                  <a:lnTo>
                    <a:pt x="355" y="889"/>
                  </a:lnTo>
                  <a:lnTo>
                    <a:pt x="355" y="892"/>
                  </a:lnTo>
                  <a:lnTo>
                    <a:pt x="352" y="892"/>
                  </a:lnTo>
                  <a:lnTo>
                    <a:pt x="352" y="892"/>
                  </a:lnTo>
                  <a:lnTo>
                    <a:pt x="357" y="892"/>
                  </a:lnTo>
                  <a:lnTo>
                    <a:pt x="357" y="894"/>
                  </a:lnTo>
                  <a:lnTo>
                    <a:pt x="357" y="894"/>
                  </a:lnTo>
                  <a:lnTo>
                    <a:pt x="357" y="892"/>
                  </a:lnTo>
                  <a:lnTo>
                    <a:pt x="359" y="892"/>
                  </a:lnTo>
                  <a:lnTo>
                    <a:pt x="359" y="892"/>
                  </a:lnTo>
                  <a:lnTo>
                    <a:pt x="364" y="892"/>
                  </a:lnTo>
                  <a:lnTo>
                    <a:pt x="364" y="892"/>
                  </a:lnTo>
                  <a:lnTo>
                    <a:pt x="364" y="892"/>
                  </a:lnTo>
                  <a:lnTo>
                    <a:pt x="364" y="889"/>
                  </a:lnTo>
                  <a:lnTo>
                    <a:pt x="369" y="889"/>
                  </a:lnTo>
                  <a:lnTo>
                    <a:pt x="369" y="889"/>
                  </a:lnTo>
                  <a:lnTo>
                    <a:pt x="374" y="889"/>
                  </a:lnTo>
                  <a:lnTo>
                    <a:pt x="374" y="889"/>
                  </a:lnTo>
                  <a:lnTo>
                    <a:pt x="374" y="889"/>
                  </a:lnTo>
                  <a:lnTo>
                    <a:pt x="374" y="892"/>
                  </a:lnTo>
                  <a:lnTo>
                    <a:pt x="376" y="892"/>
                  </a:lnTo>
                  <a:lnTo>
                    <a:pt x="376" y="892"/>
                  </a:lnTo>
                  <a:lnTo>
                    <a:pt x="376" y="892"/>
                  </a:lnTo>
                  <a:lnTo>
                    <a:pt x="376" y="889"/>
                  </a:lnTo>
                  <a:lnTo>
                    <a:pt x="378" y="889"/>
                  </a:lnTo>
                  <a:lnTo>
                    <a:pt x="378" y="889"/>
                  </a:lnTo>
                  <a:lnTo>
                    <a:pt x="381" y="889"/>
                  </a:lnTo>
                  <a:lnTo>
                    <a:pt x="381" y="889"/>
                  </a:lnTo>
                  <a:lnTo>
                    <a:pt x="383" y="889"/>
                  </a:lnTo>
                  <a:lnTo>
                    <a:pt x="383" y="892"/>
                  </a:lnTo>
                  <a:lnTo>
                    <a:pt x="385" y="892"/>
                  </a:lnTo>
                  <a:lnTo>
                    <a:pt x="385" y="892"/>
                  </a:lnTo>
                  <a:lnTo>
                    <a:pt x="385" y="892"/>
                  </a:lnTo>
                  <a:lnTo>
                    <a:pt x="385" y="894"/>
                  </a:lnTo>
                  <a:lnTo>
                    <a:pt x="392" y="894"/>
                  </a:lnTo>
                  <a:lnTo>
                    <a:pt x="392" y="894"/>
                  </a:lnTo>
                  <a:lnTo>
                    <a:pt x="395" y="894"/>
                  </a:lnTo>
                  <a:lnTo>
                    <a:pt x="395" y="896"/>
                  </a:lnTo>
                  <a:lnTo>
                    <a:pt x="397" y="896"/>
                  </a:lnTo>
                  <a:lnTo>
                    <a:pt x="397" y="899"/>
                  </a:lnTo>
                  <a:lnTo>
                    <a:pt x="395" y="899"/>
                  </a:lnTo>
                  <a:lnTo>
                    <a:pt x="395" y="899"/>
                  </a:lnTo>
                  <a:lnTo>
                    <a:pt x="397" y="899"/>
                  </a:lnTo>
                  <a:lnTo>
                    <a:pt x="397" y="901"/>
                  </a:lnTo>
                  <a:lnTo>
                    <a:pt x="392" y="901"/>
                  </a:lnTo>
                  <a:lnTo>
                    <a:pt x="392" y="901"/>
                  </a:lnTo>
                  <a:lnTo>
                    <a:pt x="395" y="901"/>
                  </a:lnTo>
                  <a:lnTo>
                    <a:pt x="395" y="903"/>
                  </a:lnTo>
                  <a:lnTo>
                    <a:pt x="397" y="903"/>
                  </a:lnTo>
                  <a:lnTo>
                    <a:pt x="397" y="903"/>
                  </a:lnTo>
                  <a:lnTo>
                    <a:pt x="400" y="903"/>
                  </a:lnTo>
                  <a:lnTo>
                    <a:pt x="400" y="906"/>
                  </a:lnTo>
                  <a:lnTo>
                    <a:pt x="400" y="906"/>
                  </a:lnTo>
                  <a:lnTo>
                    <a:pt x="400" y="906"/>
                  </a:lnTo>
                  <a:lnTo>
                    <a:pt x="404" y="906"/>
                  </a:lnTo>
                  <a:lnTo>
                    <a:pt x="404" y="908"/>
                  </a:lnTo>
                  <a:lnTo>
                    <a:pt x="407" y="908"/>
                  </a:lnTo>
                  <a:lnTo>
                    <a:pt x="407" y="908"/>
                  </a:lnTo>
                  <a:lnTo>
                    <a:pt x="409" y="908"/>
                  </a:lnTo>
                  <a:lnTo>
                    <a:pt x="409" y="910"/>
                  </a:lnTo>
                  <a:lnTo>
                    <a:pt x="411" y="910"/>
                  </a:lnTo>
                  <a:lnTo>
                    <a:pt x="411" y="910"/>
                  </a:lnTo>
                  <a:lnTo>
                    <a:pt x="414" y="910"/>
                  </a:lnTo>
                  <a:lnTo>
                    <a:pt x="414" y="913"/>
                  </a:lnTo>
                  <a:lnTo>
                    <a:pt x="414" y="913"/>
                  </a:lnTo>
                  <a:lnTo>
                    <a:pt x="414" y="910"/>
                  </a:lnTo>
                  <a:lnTo>
                    <a:pt x="416" y="910"/>
                  </a:lnTo>
                  <a:lnTo>
                    <a:pt x="416" y="910"/>
                  </a:lnTo>
                  <a:lnTo>
                    <a:pt x="419" y="910"/>
                  </a:lnTo>
                  <a:lnTo>
                    <a:pt x="419" y="910"/>
                  </a:lnTo>
                  <a:lnTo>
                    <a:pt x="419" y="910"/>
                  </a:lnTo>
                  <a:lnTo>
                    <a:pt x="419" y="913"/>
                  </a:lnTo>
                  <a:lnTo>
                    <a:pt x="421" y="913"/>
                  </a:lnTo>
                  <a:lnTo>
                    <a:pt x="421" y="915"/>
                  </a:lnTo>
                  <a:lnTo>
                    <a:pt x="421" y="915"/>
                  </a:lnTo>
                  <a:lnTo>
                    <a:pt x="421" y="915"/>
                  </a:lnTo>
                  <a:lnTo>
                    <a:pt x="421" y="915"/>
                  </a:lnTo>
                  <a:lnTo>
                    <a:pt x="421" y="918"/>
                  </a:lnTo>
                  <a:lnTo>
                    <a:pt x="423" y="918"/>
                  </a:lnTo>
                  <a:lnTo>
                    <a:pt x="423" y="920"/>
                  </a:lnTo>
                  <a:lnTo>
                    <a:pt x="423" y="920"/>
                  </a:lnTo>
                  <a:lnTo>
                    <a:pt x="423" y="918"/>
                  </a:lnTo>
                  <a:lnTo>
                    <a:pt x="426" y="918"/>
                  </a:lnTo>
                  <a:lnTo>
                    <a:pt x="426" y="920"/>
                  </a:lnTo>
                  <a:lnTo>
                    <a:pt x="426" y="920"/>
                  </a:lnTo>
                  <a:lnTo>
                    <a:pt x="426" y="920"/>
                  </a:lnTo>
                  <a:lnTo>
                    <a:pt x="428" y="920"/>
                  </a:lnTo>
                  <a:lnTo>
                    <a:pt x="428" y="922"/>
                  </a:lnTo>
                  <a:lnTo>
                    <a:pt x="428" y="922"/>
                  </a:lnTo>
                  <a:lnTo>
                    <a:pt x="428" y="925"/>
                  </a:lnTo>
                  <a:lnTo>
                    <a:pt x="430" y="925"/>
                  </a:lnTo>
                  <a:lnTo>
                    <a:pt x="430" y="925"/>
                  </a:lnTo>
                  <a:lnTo>
                    <a:pt x="430" y="925"/>
                  </a:lnTo>
                  <a:lnTo>
                    <a:pt x="430" y="927"/>
                  </a:lnTo>
                  <a:lnTo>
                    <a:pt x="433" y="927"/>
                  </a:lnTo>
                  <a:lnTo>
                    <a:pt x="433" y="927"/>
                  </a:lnTo>
                  <a:lnTo>
                    <a:pt x="442" y="927"/>
                  </a:lnTo>
                  <a:lnTo>
                    <a:pt x="442" y="927"/>
                  </a:lnTo>
                  <a:lnTo>
                    <a:pt x="442" y="927"/>
                  </a:lnTo>
                  <a:lnTo>
                    <a:pt x="442" y="925"/>
                  </a:lnTo>
                  <a:lnTo>
                    <a:pt x="445" y="925"/>
                  </a:lnTo>
                  <a:lnTo>
                    <a:pt x="445" y="922"/>
                  </a:lnTo>
                  <a:lnTo>
                    <a:pt x="445" y="922"/>
                  </a:lnTo>
                  <a:lnTo>
                    <a:pt x="445" y="922"/>
                  </a:lnTo>
                  <a:lnTo>
                    <a:pt x="445" y="922"/>
                  </a:lnTo>
                  <a:lnTo>
                    <a:pt x="445" y="920"/>
                  </a:lnTo>
                  <a:lnTo>
                    <a:pt x="449" y="920"/>
                  </a:lnTo>
                  <a:lnTo>
                    <a:pt x="449" y="920"/>
                  </a:lnTo>
                  <a:lnTo>
                    <a:pt x="452" y="920"/>
                  </a:lnTo>
                  <a:lnTo>
                    <a:pt x="452" y="918"/>
                  </a:lnTo>
                  <a:lnTo>
                    <a:pt x="452" y="918"/>
                  </a:lnTo>
                  <a:lnTo>
                    <a:pt x="452" y="918"/>
                  </a:lnTo>
                  <a:lnTo>
                    <a:pt x="454" y="918"/>
                  </a:lnTo>
                  <a:lnTo>
                    <a:pt x="454" y="915"/>
                  </a:lnTo>
                  <a:lnTo>
                    <a:pt x="454" y="915"/>
                  </a:lnTo>
                  <a:lnTo>
                    <a:pt x="454" y="913"/>
                  </a:lnTo>
                  <a:lnTo>
                    <a:pt x="454" y="913"/>
                  </a:lnTo>
                  <a:lnTo>
                    <a:pt x="454" y="910"/>
                  </a:lnTo>
                  <a:lnTo>
                    <a:pt x="456" y="910"/>
                  </a:lnTo>
                  <a:lnTo>
                    <a:pt x="456" y="910"/>
                  </a:lnTo>
                  <a:lnTo>
                    <a:pt x="454" y="910"/>
                  </a:lnTo>
                  <a:lnTo>
                    <a:pt x="454" y="908"/>
                  </a:lnTo>
                  <a:lnTo>
                    <a:pt x="452" y="908"/>
                  </a:lnTo>
                  <a:lnTo>
                    <a:pt x="452" y="908"/>
                  </a:lnTo>
                  <a:lnTo>
                    <a:pt x="452" y="908"/>
                  </a:lnTo>
                  <a:lnTo>
                    <a:pt x="452" y="906"/>
                  </a:lnTo>
                  <a:lnTo>
                    <a:pt x="452" y="906"/>
                  </a:lnTo>
                  <a:lnTo>
                    <a:pt x="452" y="903"/>
                  </a:lnTo>
                  <a:lnTo>
                    <a:pt x="449" y="903"/>
                  </a:lnTo>
                  <a:lnTo>
                    <a:pt x="449" y="901"/>
                  </a:lnTo>
                  <a:lnTo>
                    <a:pt x="449" y="901"/>
                  </a:lnTo>
                  <a:lnTo>
                    <a:pt x="449" y="901"/>
                  </a:lnTo>
                  <a:lnTo>
                    <a:pt x="447" y="901"/>
                  </a:lnTo>
                  <a:lnTo>
                    <a:pt x="447" y="899"/>
                  </a:lnTo>
                  <a:lnTo>
                    <a:pt x="447" y="899"/>
                  </a:lnTo>
                  <a:lnTo>
                    <a:pt x="447" y="899"/>
                  </a:lnTo>
                  <a:lnTo>
                    <a:pt x="445" y="899"/>
                  </a:lnTo>
                  <a:lnTo>
                    <a:pt x="445" y="896"/>
                  </a:lnTo>
                  <a:lnTo>
                    <a:pt x="445" y="896"/>
                  </a:lnTo>
                  <a:lnTo>
                    <a:pt x="445" y="896"/>
                  </a:lnTo>
                  <a:lnTo>
                    <a:pt x="445" y="896"/>
                  </a:lnTo>
                  <a:lnTo>
                    <a:pt x="445" y="894"/>
                  </a:lnTo>
                  <a:lnTo>
                    <a:pt x="442" y="894"/>
                  </a:lnTo>
                  <a:lnTo>
                    <a:pt x="442" y="892"/>
                  </a:lnTo>
                  <a:lnTo>
                    <a:pt x="442" y="892"/>
                  </a:lnTo>
                  <a:lnTo>
                    <a:pt x="442" y="892"/>
                  </a:lnTo>
                  <a:lnTo>
                    <a:pt x="440" y="892"/>
                  </a:lnTo>
                  <a:lnTo>
                    <a:pt x="440" y="892"/>
                  </a:lnTo>
                  <a:lnTo>
                    <a:pt x="440" y="892"/>
                  </a:lnTo>
                  <a:lnTo>
                    <a:pt x="440" y="884"/>
                  </a:lnTo>
                  <a:lnTo>
                    <a:pt x="437" y="884"/>
                  </a:lnTo>
                  <a:lnTo>
                    <a:pt x="437" y="884"/>
                  </a:lnTo>
                  <a:lnTo>
                    <a:pt x="437" y="884"/>
                  </a:lnTo>
                  <a:lnTo>
                    <a:pt x="437" y="882"/>
                  </a:lnTo>
                  <a:lnTo>
                    <a:pt x="435" y="882"/>
                  </a:lnTo>
                  <a:lnTo>
                    <a:pt x="435" y="882"/>
                  </a:lnTo>
                  <a:lnTo>
                    <a:pt x="433" y="882"/>
                  </a:lnTo>
                  <a:lnTo>
                    <a:pt x="433" y="877"/>
                  </a:lnTo>
                  <a:lnTo>
                    <a:pt x="435" y="877"/>
                  </a:lnTo>
                  <a:lnTo>
                    <a:pt x="435" y="875"/>
                  </a:lnTo>
                  <a:lnTo>
                    <a:pt x="435" y="875"/>
                  </a:lnTo>
                  <a:lnTo>
                    <a:pt x="435" y="873"/>
                  </a:lnTo>
                  <a:lnTo>
                    <a:pt x="433" y="873"/>
                  </a:lnTo>
                  <a:lnTo>
                    <a:pt x="433" y="870"/>
                  </a:lnTo>
                  <a:lnTo>
                    <a:pt x="435" y="870"/>
                  </a:lnTo>
                  <a:lnTo>
                    <a:pt x="435" y="868"/>
                  </a:lnTo>
                  <a:lnTo>
                    <a:pt x="435" y="868"/>
                  </a:lnTo>
                  <a:lnTo>
                    <a:pt x="435" y="863"/>
                  </a:lnTo>
                  <a:lnTo>
                    <a:pt x="437" y="863"/>
                  </a:lnTo>
                  <a:lnTo>
                    <a:pt x="437" y="863"/>
                  </a:lnTo>
                  <a:lnTo>
                    <a:pt x="437" y="863"/>
                  </a:lnTo>
                  <a:lnTo>
                    <a:pt x="437" y="861"/>
                  </a:lnTo>
                  <a:lnTo>
                    <a:pt x="437" y="861"/>
                  </a:lnTo>
                  <a:lnTo>
                    <a:pt x="437" y="861"/>
                  </a:lnTo>
                  <a:lnTo>
                    <a:pt x="440" y="861"/>
                  </a:lnTo>
                  <a:lnTo>
                    <a:pt x="440" y="858"/>
                  </a:lnTo>
                  <a:lnTo>
                    <a:pt x="440" y="858"/>
                  </a:lnTo>
                  <a:lnTo>
                    <a:pt x="440" y="858"/>
                  </a:lnTo>
                  <a:lnTo>
                    <a:pt x="442" y="858"/>
                  </a:lnTo>
                  <a:lnTo>
                    <a:pt x="442" y="856"/>
                  </a:lnTo>
                  <a:lnTo>
                    <a:pt x="442" y="856"/>
                  </a:lnTo>
                  <a:lnTo>
                    <a:pt x="442" y="856"/>
                  </a:lnTo>
                  <a:lnTo>
                    <a:pt x="440" y="856"/>
                  </a:lnTo>
                  <a:lnTo>
                    <a:pt x="440" y="856"/>
                  </a:lnTo>
                  <a:lnTo>
                    <a:pt x="440" y="856"/>
                  </a:lnTo>
                  <a:lnTo>
                    <a:pt x="440" y="856"/>
                  </a:lnTo>
                  <a:lnTo>
                    <a:pt x="437" y="856"/>
                  </a:lnTo>
                  <a:lnTo>
                    <a:pt x="437" y="858"/>
                  </a:lnTo>
                  <a:lnTo>
                    <a:pt x="435" y="858"/>
                  </a:lnTo>
                  <a:lnTo>
                    <a:pt x="435" y="861"/>
                  </a:lnTo>
                  <a:lnTo>
                    <a:pt x="433" y="861"/>
                  </a:lnTo>
                  <a:lnTo>
                    <a:pt x="433" y="858"/>
                  </a:lnTo>
                  <a:lnTo>
                    <a:pt x="433" y="858"/>
                  </a:lnTo>
                  <a:lnTo>
                    <a:pt x="433" y="856"/>
                  </a:lnTo>
                  <a:lnTo>
                    <a:pt x="430" y="856"/>
                  </a:lnTo>
                  <a:lnTo>
                    <a:pt x="430" y="854"/>
                  </a:lnTo>
                  <a:lnTo>
                    <a:pt x="430" y="854"/>
                  </a:lnTo>
                  <a:lnTo>
                    <a:pt x="430" y="854"/>
                  </a:lnTo>
                  <a:lnTo>
                    <a:pt x="430" y="854"/>
                  </a:lnTo>
                  <a:lnTo>
                    <a:pt x="430" y="851"/>
                  </a:lnTo>
                  <a:lnTo>
                    <a:pt x="428" y="851"/>
                  </a:lnTo>
                  <a:lnTo>
                    <a:pt x="428" y="851"/>
                  </a:lnTo>
                  <a:lnTo>
                    <a:pt x="426" y="851"/>
                  </a:lnTo>
                  <a:lnTo>
                    <a:pt x="426" y="849"/>
                  </a:lnTo>
                  <a:lnTo>
                    <a:pt x="423" y="849"/>
                  </a:lnTo>
                  <a:lnTo>
                    <a:pt x="423" y="846"/>
                  </a:lnTo>
                  <a:lnTo>
                    <a:pt x="421" y="846"/>
                  </a:lnTo>
                  <a:lnTo>
                    <a:pt x="421" y="846"/>
                  </a:lnTo>
                  <a:lnTo>
                    <a:pt x="421" y="846"/>
                  </a:lnTo>
                  <a:lnTo>
                    <a:pt x="421" y="846"/>
                  </a:lnTo>
                  <a:lnTo>
                    <a:pt x="419" y="846"/>
                  </a:lnTo>
                  <a:lnTo>
                    <a:pt x="419" y="846"/>
                  </a:lnTo>
                  <a:lnTo>
                    <a:pt x="419" y="846"/>
                  </a:lnTo>
                  <a:lnTo>
                    <a:pt x="419" y="844"/>
                  </a:lnTo>
                  <a:lnTo>
                    <a:pt x="416" y="844"/>
                  </a:lnTo>
                  <a:lnTo>
                    <a:pt x="416" y="842"/>
                  </a:lnTo>
                  <a:lnTo>
                    <a:pt x="419" y="842"/>
                  </a:lnTo>
                  <a:lnTo>
                    <a:pt x="419" y="842"/>
                  </a:lnTo>
                  <a:lnTo>
                    <a:pt x="419" y="842"/>
                  </a:lnTo>
                  <a:lnTo>
                    <a:pt x="419" y="839"/>
                  </a:lnTo>
                  <a:lnTo>
                    <a:pt x="421" y="839"/>
                  </a:lnTo>
                  <a:lnTo>
                    <a:pt x="421" y="839"/>
                  </a:lnTo>
                  <a:lnTo>
                    <a:pt x="421" y="839"/>
                  </a:lnTo>
                  <a:lnTo>
                    <a:pt x="421" y="837"/>
                  </a:lnTo>
                  <a:lnTo>
                    <a:pt x="423" y="837"/>
                  </a:lnTo>
                  <a:lnTo>
                    <a:pt x="423" y="839"/>
                  </a:lnTo>
                  <a:lnTo>
                    <a:pt x="423" y="839"/>
                  </a:lnTo>
                  <a:lnTo>
                    <a:pt x="423" y="837"/>
                  </a:lnTo>
                  <a:lnTo>
                    <a:pt x="426" y="837"/>
                  </a:lnTo>
                  <a:lnTo>
                    <a:pt x="426" y="837"/>
                  </a:lnTo>
                  <a:lnTo>
                    <a:pt x="428" y="837"/>
                  </a:lnTo>
                  <a:lnTo>
                    <a:pt x="428" y="835"/>
                  </a:lnTo>
                  <a:lnTo>
                    <a:pt x="428" y="835"/>
                  </a:lnTo>
                  <a:lnTo>
                    <a:pt x="428" y="832"/>
                  </a:lnTo>
                  <a:lnTo>
                    <a:pt x="430" y="832"/>
                  </a:lnTo>
                  <a:lnTo>
                    <a:pt x="430" y="830"/>
                  </a:lnTo>
                  <a:lnTo>
                    <a:pt x="430" y="830"/>
                  </a:lnTo>
                  <a:lnTo>
                    <a:pt x="430" y="828"/>
                  </a:lnTo>
                  <a:lnTo>
                    <a:pt x="433" y="828"/>
                  </a:lnTo>
                  <a:lnTo>
                    <a:pt x="433" y="825"/>
                  </a:lnTo>
                  <a:lnTo>
                    <a:pt x="433" y="825"/>
                  </a:lnTo>
                  <a:lnTo>
                    <a:pt x="433" y="823"/>
                  </a:lnTo>
                  <a:lnTo>
                    <a:pt x="433" y="823"/>
                  </a:lnTo>
                  <a:lnTo>
                    <a:pt x="433" y="820"/>
                  </a:lnTo>
                  <a:lnTo>
                    <a:pt x="435" y="820"/>
                  </a:lnTo>
                  <a:lnTo>
                    <a:pt x="435" y="820"/>
                  </a:lnTo>
                  <a:lnTo>
                    <a:pt x="437" y="820"/>
                  </a:lnTo>
                  <a:lnTo>
                    <a:pt x="437" y="818"/>
                  </a:lnTo>
                  <a:lnTo>
                    <a:pt x="437" y="818"/>
                  </a:lnTo>
                  <a:lnTo>
                    <a:pt x="437" y="820"/>
                  </a:lnTo>
                  <a:lnTo>
                    <a:pt x="440" y="820"/>
                  </a:lnTo>
                  <a:lnTo>
                    <a:pt x="440" y="816"/>
                  </a:lnTo>
                  <a:lnTo>
                    <a:pt x="440" y="816"/>
                  </a:lnTo>
                  <a:lnTo>
                    <a:pt x="440" y="818"/>
                  </a:lnTo>
                  <a:lnTo>
                    <a:pt x="440" y="818"/>
                  </a:lnTo>
                  <a:lnTo>
                    <a:pt x="440" y="820"/>
                  </a:lnTo>
                  <a:lnTo>
                    <a:pt x="445" y="820"/>
                  </a:lnTo>
                  <a:lnTo>
                    <a:pt x="445" y="820"/>
                  </a:lnTo>
                  <a:lnTo>
                    <a:pt x="445" y="820"/>
                  </a:lnTo>
                  <a:lnTo>
                    <a:pt x="445" y="820"/>
                  </a:lnTo>
                  <a:lnTo>
                    <a:pt x="445" y="820"/>
                  </a:lnTo>
                  <a:lnTo>
                    <a:pt x="445" y="818"/>
                  </a:lnTo>
                  <a:lnTo>
                    <a:pt x="445" y="818"/>
                  </a:lnTo>
                  <a:lnTo>
                    <a:pt x="445" y="818"/>
                  </a:lnTo>
                  <a:lnTo>
                    <a:pt x="445" y="818"/>
                  </a:lnTo>
                  <a:lnTo>
                    <a:pt x="445" y="813"/>
                  </a:lnTo>
                  <a:lnTo>
                    <a:pt x="447" y="813"/>
                  </a:lnTo>
                  <a:lnTo>
                    <a:pt x="447" y="816"/>
                  </a:lnTo>
                  <a:lnTo>
                    <a:pt x="447" y="816"/>
                  </a:lnTo>
                  <a:lnTo>
                    <a:pt x="447" y="813"/>
                  </a:lnTo>
                  <a:lnTo>
                    <a:pt x="447" y="813"/>
                  </a:lnTo>
                  <a:lnTo>
                    <a:pt x="447" y="813"/>
                  </a:lnTo>
                  <a:lnTo>
                    <a:pt x="452" y="813"/>
                  </a:lnTo>
                  <a:lnTo>
                    <a:pt x="452" y="816"/>
                  </a:lnTo>
                  <a:lnTo>
                    <a:pt x="452" y="816"/>
                  </a:lnTo>
                  <a:lnTo>
                    <a:pt x="452" y="816"/>
                  </a:lnTo>
                  <a:lnTo>
                    <a:pt x="454" y="816"/>
                  </a:lnTo>
                  <a:lnTo>
                    <a:pt x="454" y="813"/>
                  </a:lnTo>
                  <a:lnTo>
                    <a:pt x="456" y="813"/>
                  </a:lnTo>
                  <a:lnTo>
                    <a:pt x="456" y="816"/>
                  </a:lnTo>
                  <a:lnTo>
                    <a:pt x="459" y="816"/>
                  </a:lnTo>
                  <a:lnTo>
                    <a:pt x="459" y="816"/>
                  </a:lnTo>
                  <a:lnTo>
                    <a:pt x="461" y="816"/>
                  </a:lnTo>
                  <a:lnTo>
                    <a:pt x="461" y="811"/>
                  </a:lnTo>
                  <a:lnTo>
                    <a:pt x="461" y="811"/>
                  </a:lnTo>
                  <a:lnTo>
                    <a:pt x="461" y="809"/>
                  </a:lnTo>
                  <a:lnTo>
                    <a:pt x="464" y="809"/>
                  </a:lnTo>
                  <a:lnTo>
                    <a:pt x="464" y="809"/>
                  </a:lnTo>
                  <a:lnTo>
                    <a:pt x="466" y="809"/>
                  </a:lnTo>
                  <a:lnTo>
                    <a:pt x="466" y="806"/>
                  </a:lnTo>
                  <a:lnTo>
                    <a:pt x="464" y="806"/>
                  </a:lnTo>
                  <a:lnTo>
                    <a:pt x="464" y="804"/>
                  </a:lnTo>
                  <a:lnTo>
                    <a:pt x="466" y="804"/>
                  </a:lnTo>
                  <a:lnTo>
                    <a:pt x="466" y="804"/>
                  </a:lnTo>
                  <a:lnTo>
                    <a:pt x="466" y="804"/>
                  </a:lnTo>
                  <a:lnTo>
                    <a:pt x="466" y="801"/>
                  </a:lnTo>
                  <a:lnTo>
                    <a:pt x="468" y="801"/>
                  </a:lnTo>
                  <a:lnTo>
                    <a:pt x="468" y="806"/>
                  </a:lnTo>
                  <a:lnTo>
                    <a:pt x="471" y="806"/>
                  </a:lnTo>
                  <a:lnTo>
                    <a:pt x="471" y="804"/>
                  </a:lnTo>
                  <a:lnTo>
                    <a:pt x="471" y="804"/>
                  </a:lnTo>
                  <a:lnTo>
                    <a:pt x="471" y="804"/>
                  </a:lnTo>
                  <a:lnTo>
                    <a:pt x="471" y="804"/>
                  </a:lnTo>
                  <a:lnTo>
                    <a:pt x="471" y="801"/>
                  </a:lnTo>
                  <a:lnTo>
                    <a:pt x="473" y="801"/>
                  </a:lnTo>
                  <a:lnTo>
                    <a:pt x="473" y="799"/>
                  </a:lnTo>
                  <a:lnTo>
                    <a:pt x="471" y="799"/>
                  </a:lnTo>
                  <a:lnTo>
                    <a:pt x="471" y="797"/>
                  </a:lnTo>
                  <a:lnTo>
                    <a:pt x="466" y="797"/>
                  </a:lnTo>
                  <a:lnTo>
                    <a:pt x="466" y="794"/>
                  </a:lnTo>
                  <a:lnTo>
                    <a:pt x="466" y="794"/>
                  </a:lnTo>
                  <a:lnTo>
                    <a:pt x="466" y="794"/>
                  </a:lnTo>
                  <a:lnTo>
                    <a:pt x="464" y="794"/>
                  </a:lnTo>
                  <a:lnTo>
                    <a:pt x="464" y="792"/>
                  </a:lnTo>
                  <a:lnTo>
                    <a:pt x="461" y="792"/>
                  </a:lnTo>
                  <a:lnTo>
                    <a:pt x="461" y="792"/>
                  </a:lnTo>
                  <a:lnTo>
                    <a:pt x="459" y="792"/>
                  </a:lnTo>
                  <a:lnTo>
                    <a:pt x="459" y="792"/>
                  </a:lnTo>
                  <a:lnTo>
                    <a:pt x="456" y="792"/>
                  </a:lnTo>
                  <a:lnTo>
                    <a:pt x="456" y="790"/>
                  </a:lnTo>
                  <a:lnTo>
                    <a:pt x="456" y="790"/>
                  </a:lnTo>
                  <a:lnTo>
                    <a:pt x="456" y="790"/>
                  </a:lnTo>
                  <a:lnTo>
                    <a:pt x="454" y="790"/>
                  </a:lnTo>
                  <a:lnTo>
                    <a:pt x="454" y="787"/>
                  </a:lnTo>
                  <a:lnTo>
                    <a:pt x="456" y="787"/>
                  </a:lnTo>
                  <a:lnTo>
                    <a:pt x="456" y="785"/>
                  </a:lnTo>
                  <a:lnTo>
                    <a:pt x="459" y="785"/>
                  </a:lnTo>
                  <a:lnTo>
                    <a:pt x="459" y="787"/>
                  </a:lnTo>
                  <a:lnTo>
                    <a:pt x="459" y="787"/>
                  </a:lnTo>
                  <a:lnTo>
                    <a:pt x="459" y="787"/>
                  </a:lnTo>
                  <a:lnTo>
                    <a:pt x="461" y="787"/>
                  </a:lnTo>
                  <a:lnTo>
                    <a:pt x="461" y="790"/>
                  </a:lnTo>
                  <a:lnTo>
                    <a:pt x="464" y="790"/>
                  </a:lnTo>
                  <a:lnTo>
                    <a:pt x="464" y="787"/>
                  </a:lnTo>
                  <a:lnTo>
                    <a:pt x="466" y="787"/>
                  </a:lnTo>
                  <a:lnTo>
                    <a:pt x="466" y="787"/>
                  </a:lnTo>
                  <a:lnTo>
                    <a:pt x="466" y="787"/>
                  </a:lnTo>
                  <a:lnTo>
                    <a:pt x="466" y="785"/>
                  </a:lnTo>
                  <a:lnTo>
                    <a:pt x="466" y="785"/>
                  </a:lnTo>
                  <a:lnTo>
                    <a:pt x="466" y="782"/>
                  </a:lnTo>
                  <a:lnTo>
                    <a:pt x="464" y="782"/>
                  </a:lnTo>
                  <a:lnTo>
                    <a:pt x="464" y="782"/>
                  </a:lnTo>
                  <a:lnTo>
                    <a:pt x="464" y="782"/>
                  </a:lnTo>
                  <a:lnTo>
                    <a:pt x="464" y="782"/>
                  </a:lnTo>
                  <a:lnTo>
                    <a:pt x="464" y="782"/>
                  </a:lnTo>
                  <a:lnTo>
                    <a:pt x="464" y="780"/>
                  </a:lnTo>
                  <a:lnTo>
                    <a:pt x="461" y="780"/>
                  </a:lnTo>
                  <a:lnTo>
                    <a:pt x="461" y="780"/>
                  </a:lnTo>
                  <a:lnTo>
                    <a:pt x="461" y="780"/>
                  </a:lnTo>
                  <a:lnTo>
                    <a:pt x="461" y="778"/>
                  </a:lnTo>
                  <a:lnTo>
                    <a:pt x="459" y="778"/>
                  </a:lnTo>
                  <a:lnTo>
                    <a:pt x="459" y="775"/>
                  </a:lnTo>
                  <a:lnTo>
                    <a:pt x="459" y="775"/>
                  </a:lnTo>
                  <a:lnTo>
                    <a:pt x="459" y="773"/>
                  </a:lnTo>
                  <a:lnTo>
                    <a:pt x="459" y="773"/>
                  </a:lnTo>
                  <a:lnTo>
                    <a:pt x="459" y="771"/>
                  </a:lnTo>
                  <a:lnTo>
                    <a:pt x="452" y="771"/>
                  </a:lnTo>
                  <a:lnTo>
                    <a:pt x="452" y="768"/>
                  </a:lnTo>
                  <a:lnTo>
                    <a:pt x="452" y="768"/>
                  </a:lnTo>
                  <a:lnTo>
                    <a:pt x="452" y="768"/>
                  </a:lnTo>
                  <a:lnTo>
                    <a:pt x="452" y="768"/>
                  </a:lnTo>
                  <a:lnTo>
                    <a:pt x="452" y="766"/>
                  </a:lnTo>
                  <a:lnTo>
                    <a:pt x="449" y="766"/>
                  </a:lnTo>
                  <a:lnTo>
                    <a:pt x="449" y="764"/>
                  </a:lnTo>
                  <a:lnTo>
                    <a:pt x="449" y="764"/>
                  </a:lnTo>
                  <a:lnTo>
                    <a:pt x="449" y="764"/>
                  </a:lnTo>
                  <a:lnTo>
                    <a:pt x="447" y="764"/>
                  </a:lnTo>
                  <a:lnTo>
                    <a:pt x="447" y="761"/>
                  </a:lnTo>
                  <a:lnTo>
                    <a:pt x="447" y="761"/>
                  </a:lnTo>
                  <a:lnTo>
                    <a:pt x="447" y="761"/>
                  </a:lnTo>
                  <a:lnTo>
                    <a:pt x="435" y="761"/>
                  </a:lnTo>
                  <a:lnTo>
                    <a:pt x="435" y="761"/>
                  </a:lnTo>
                  <a:lnTo>
                    <a:pt x="433" y="761"/>
                  </a:lnTo>
                  <a:lnTo>
                    <a:pt x="433" y="761"/>
                  </a:lnTo>
                  <a:lnTo>
                    <a:pt x="430" y="761"/>
                  </a:lnTo>
                  <a:lnTo>
                    <a:pt x="430" y="764"/>
                  </a:lnTo>
                  <a:lnTo>
                    <a:pt x="430" y="764"/>
                  </a:lnTo>
                  <a:lnTo>
                    <a:pt x="430" y="761"/>
                  </a:lnTo>
                  <a:lnTo>
                    <a:pt x="428" y="761"/>
                  </a:lnTo>
                  <a:lnTo>
                    <a:pt x="428" y="761"/>
                  </a:lnTo>
                  <a:lnTo>
                    <a:pt x="426" y="761"/>
                  </a:lnTo>
                  <a:lnTo>
                    <a:pt x="426" y="761"/>
                  </a:lnTo>
                  <a:lnTo>
                    <a:pt x="426" y="761"/>
                  </a:lnTo>
                  <a:lnTo>
                    <a:pt x="426" y="759"/>
                  </a:lnTo>
                  <a:lnTo>
                    <a:pt x="426" y="759"/>
                  </a:lnTo>
                  <a:lnTo>
                    <a:pt x="426" y="759"/>
                  </a:lnTo>
                  <a:lnTo>
                    <a:pt x="426" y="759"/>
                  </a:lnTo>
                  <a:lnTo>
                    <a:pt x="426" y="756"/>
                  </a:lnTo>
                  <a:lnTo>
                    <a:pt x="426" y="756"/>
                  </a:lnTo>
                  <a:lnTo>
                    <a:pt x="426" y="756"/>
                  </a:lnTo>
                  <a:lnTo>
                    <a:pt x="423" y="756"/>
                  </a:lnTo>
                  <a:lnTo>
                    <a:pt x="423" y="754"/>
                  </a:lnTo>
                  <a:lnTo>
                    <a:pt x="426" y="754"/>
                  </a:lnTo>
                  <a:lnTo>
                    <a:pt x="426" y="754"/>
                  </a:lnTo>
                  <a:lnTo>
                    <a:pt x="426" y="754"/>
                  </a:lnTo>
                  <a:lnTo>
                    <a:pt x="426" y="752"/>
                  </a:lnTo>
                  <a:lnTo>
                    <a:pt x="426" y="752"/>
                  </a:lnTo>
                  <a:lnTo>
                    <a:pt x="426" y="749"/>
                  </a:lnTo>
                  <a:lnTo>
                    <a:pt x="423" y="749"/>
                  </a:lnTo>
                  <a:lnTo>
                    <a:pt x="423" y="749"/>
                  </a:lnTo>
                  <a:lnTo>
                    <a:pt x="423" y="749"/>
                  </a:lnTo>
                  <a:lnTo>
                    <a:pt x="423" y="747"/>
                  </a:lnTo>
                  <a:lnTo>
                    <a:pt x="421" y="747"/>
                  </a:lnTo>
                  <a:lnTo>
                    <a:pt x="421" y="747"/>
                  </a:lnTo>
                  <a:lnTo>
                    <a:pt x="419" y="747"/>
                  </a:lnTo>
                  <a:lnTo>
                    <a:pt x="419" y="745"/>
                  </a:lnTo>
                  <a:lnTo>
                    <a:pt x="416" y="745"/>
                  </a:lnTo>
                  <a:lnTo>
                    <a:pt x="416" y="745"/>
                  </a:lnTo>
                  <a:lnTo>
                    <a:pt x="411" y="745"/>
                  </a:lnTo>
                  <a:lnTo>
                    <a:pt x="411" y="742"/>
                  </a:lnTo>
                  <a:lnTo>
                    <a:pt x="414" y="742"/>
                  </a:lnTo>
                  <a:lnTo>
                    <a:pt x="414" y="740"/>
                  </a:lnTo>
                  <a:lnTo>
                    <a:pt x="414" y="740"/>
                  </a:lnTo>
                  <a:lnTo>
                    <a:pt x="414" y="737"/>
                  </a:lnTo>
                  <a:lnTo>
                    <a:pt x="414" y="737"/>
                  </a:lnTo>
                  <a:lnTo>
                    <a:pt x="414" y="737"/>
                  </a:lnTo>
                  <a:lnTo>
                    <a:pt x="416" y="737"/>
                  </a:lnTo>
                  <a:lnTo>
                    <a:pt x="416" y="735"/>
                  </a:lnTo>
                  <a:lnTo>
                    <a:pt x="416" y="735"/>
                  </a:lnTo>
                  <a:lnTo>
                    <a:pt x="416" y="733"/>
                  </a:lnTo>
                  <a:lnTo>
                    <a:pt x="419" y="733"/>
                  </a:lnTo>
                  <a:lnTo>
                    <a:pt x="419" y="733"/>
                  </a:lnTo>
                  <a:lnTo>
                    <a:pt x="419" y="733"/>
                  </a:lnTo>
                  <a:lnTo>
                    <a:pt x="419" y="730"/>
                  </a:lnTo>
                  <a:lnTo>
                    <a:pt x="421" y="730"/>
                  </a:lnTo>
                  <a:lnTo>
                    <a:pt x="421" y="730"/>
                  </a:lnTo>
                  <a:lnTo>
                    <a:pt x="421" y="730"/>
                  </a:lnTo>
                  <a:lnTo>
                    <a:pt x="421" y="728"/>
                  </a:lnTo>
                  <a:lnTo>
                    <a:pt x="423" y="728"/>
                  </a:lnTo>
                  <a:lnTo>
                    <a:pt x="423" y="728"/>
                  </a:lnTo>
                  <a:lnTo>
                    <a:pt x="423" y="728"/>
                  </a:lnTo>
                  <a:lnTo>
                    <a:pt x="423" y="723"/>
                  </a:lnTo>
                  <a:lnTo>
                    <a:pt x="423" y="723"/>
                  </a:lnTo>
                  <a:lnTo>
                    <a:pt x="423" y="723"/>
                  </a:lnTo>
                  <a:lnTo>
                    <a:pt x="421" y="723"/>
                  </a:lnTo>
                  <a:lnTo>
                    <a:pt x="421" y="723"/>
                  </a:lnTo>
                  <a:lnTo>
                    <a:pt x="419" y="723"/>
                  </a:lnTo>
                  <a:lnTo>
                    <a:pt x="419" y="721"/>
                  </a:lnTo>
                  <a:lnTo>
                    <a:pt x="419" y="721"/>
                  </a:lnTo>
                  <a:lnTo>
                    <a:pt x="419" y="716"/>
                  </a:lnTo>
                  <a:lnTo>
                    <a:pt x="419" y="716"/>
                  </a:lnTo>
                  <a:lnTo>
                    <a:pt x="419" y="714"/>
                  </a:lnTo>
                  <a:lnTo>
                    <a:pt x="421" y="714"/>
                  </a:lnTo>
                  <a:lnTo>
                    <a:pt x="421" y="709"/>
                  </a:lnTo>
                  <a:lnTo>
                    <a:pt x="421" y="709"/>
                  </a:lnTo>
                  <a:lnTo>
                    <a:pt x="421" y="707"/>
                  </a:lnTo>
                  <a:lnTo>
                    <a:pt x="426" y="707"/>
                  </a:lnTo>
                  <a:lnTo>
                    <a:pt x="426" y="707"/>
                  </a:lnTo>
                  <a:lnTo>
                    <a:pt x="426" y="707"/>
                  </a:lnTo>
                  <a:lnTo>
                    <a:pt x="426" y="704"/>
                  </a:lnTo>
                  <a:lnTo>
                    <a:pt x="428" y="704"/>
                  </a:lnTo>
                  <a:lnTo>
                    <a:pt x="428" y="704"/>
                  </a:lnTo>
                  <a:lnTo>
                    <a:pt x="430" y="704"/>
                  </a:lnTo>
                  <a:lnTo>
                    <a:pt x="430" y="702"/>
                  </a:lnTo>
                  <a:lnTo>
                    <a:pt x="430" y="702"/>
                  </a:lnTo>
                  <a:lnTo>
                    <a:pt x="430" y="700"/>
                  </a:lnTo>
                  <a:lnTo>
                    <a:pt x="430" y="700"/>
                  </a:lnTo>
                  <a:lnTo>
                    <a:pt x="430" y="695"/>
                  </a:lnTo>
                  <a:lnTo>
                    <a:pt x="433" y="695"/>
                  </a:lnTo>
                  <a:lnTo>
                    <a:pt x="433" y="692"/>
                  </a:lnTo>
                  <a:lnTo>
                    <a:pt x="433" y="692"/>
                  </a:lnTo>
                  <a:lnTo>
                    <a:pt x="433" y="692"/>
                  </a:lnTo>
                  <a:lnTo>
                    <a:pt x="437" y="692"/>
                  </a:lnTo>
                  <a:lnTo>
                    <a:pt x="437" y="692"/>
                  </a:lnTo>
                  <a:lnTo>
                    <a:pt x="437" y="692"/>
                  </a:lnTo>
                  <a:lnTo>
                    <a:pt x="437" y="695"/>
                  </a:lnTo>
                  <a:lnTo>
                    <a:pt x="440" y="695"/>
                  </a:lnTo>
                  <a:lnTo>
                    <a:pt x="440" y="695"/>
                  </a:lnTo>
                  <a:lnTo>
                    <a:pt x="440" y="695"/>
                  </a:lnTo>
                  <a:lnTo>
                    <a:pt x="440" y="697"/>
                  </a:lnTo>
                  <a:lnTo>
                    <a:pt x="442" y="697"/>
                  </a:lnTo>
                  <a:lnTo>
                    <a:pt x="442" y="697"/>
                  </a:lnTo>
                  <a:lnTo>
                    <a:pt x="442" y="697"/>
                  </a:lnTo>
                  <a:lnTo>
                    <a:pt x="442" y="700"/>
                  </a:lnTo>
                  <a:lnTo>
                    <a:pt x="445" y="700"/>
                  </a:lnTo>
                  <a:lnTo>
                    <a:pt x="445" y="700"/>
                  </a:lnTo>
                  <a:lnTo>
                    <a:pt x="445" y="700"/>
                  </a:lnTo>
                  <a:lnTo>
                    <a:pt x="445" y="702"/>
                  </a:lnTo>
                  <a:lnTo>
                    <a:pt x="447" y="702"/>
                  </a:lnTo>
                  <a:lnTo>
                    <a:pt x="447" y="702"/>
                  </a:lnTo>
                  <a:lnTo>
                    <a:pt x="447" y="702"/>
                  </a:lnTo>
                  <a:lnTo>
                    <a:pt x="447" y="704"/>
                  </a:lnTo>
                  <a:lnTo>
                    <a:pt x="449" y="704"/>
                  </a:lnTo>
                  <a:lnTo>
                    <a:pt x="449" y="707"/>
                  </a:lnTo>
                  <a:lnTo>
                    <a:pt x="452" y="707"/>
                  </a:lnTo>
                  <a:lnTo>
                    <a:pt x="452" y="709"/>
                  </a:lnTo>
                  <a:lnTo>
                    <a:pt x="454" y="709"/>
                  </a:lnTo>
                  <a:lnTo>
                    <a:pt x="454" y="707"/>
                  </a:lnTo>
                  <a:lnTo>
                    <a:pt x="459" y="707"/>
                  </a:lnTo>
                  <a:lnTo>
                    <a:pt x="459" y="707"/>
                  </a:lnTo>
                  <a:lnTo>
                    <a:pt x="461" y="707"/>
                  </a:lnTo>
                  <a:lnTo>
                    <a:pt x="461" y="704"/>
                  </a:lnTo>
                  <a:lnTo>
                    <a:pt x="464" y="704"/>
                  </a:lnTo>
                  <a:lnTo>
                    <a:pt x="464" y="704"/>
                  </a:lnTo>
                  <a:lnTo>
                    <a:pt x="464" y="704"/>
                  </a:lnTo>
                  <a:lnTo>
                    <a:pt x="464" y="702"/>
                  </a:lnTo>
                  <a:lnTo>
                    <a:pt x="461" y="702"/>
                  </a:lnTo>
                  <a:lnTo>
                    <a:pt x="461" y="700"/>
                  </a:lnTo>
                  <a:lnTo>
                    <a:pt x="461" y="700"/>
                  </a:lnTo>
                  <a:lnTo>
                    <a:pt x="461" y="700"/>
                  </a:lnTo>
                  <a:lnTo>
                    <a:pt x="461" y="700"/>
                  </a:lnTo>
                  <a:lnTo>
                    <a:pt x="461" y="697"/>
                  </a:lnTo>
                  <a:lnTo>
                    <a:pt x="459" y="697"/>
                  </a:lnTo>
                  <a:lnTo>
                    <a:pt x="459" y="695"/>
                  </a:lnTo>
                  <a:lnTo>
                    <a:pt x="459" y="695"/>
                  </a:lnTo>
                  <a:lnTo>
                    <a:pt x="459" y="692"/>
                  </a:lnTo>
                  <a:lnTo>
                    <a:pt x="459" y="692"/>
                  </a:lnTo>
                  <a:lnTo>
                    <a:pt x="459" y="688"/>
                  </a:lnTo>
                  <a:lnTo>
                    <a:pt x="456" y="688"/>
                  </a:lnTo>
                  <a:lnTo>
                    <a:pt x="456" y="688"/>
                  </a:lnTo>
                  <a:lnTo>
                    <a:pt x="459" y="688"/>
                  </a:lnTo>
                  <a:lnTo>
                    <a:pt x="459" y="688"/>
                  </a:lnTo>
                  <a:lnTo>
                    <a:pt x="461" y="688"/>
                  </a:lnTo>
                  <a:lnTo>
                    <a:pt x="461" y="690"/>
                  </a:lnTo>
                  <a:lnTo>
                    <a:pt x="464" y="690"/>
                  </a:lnTo>
                  <a:lnTo>
                    <a:pt x="464" y="688"/>
                  </a:lnTo>
                  <a:lnTo>
                    <a:pt x="464" y="688"/>
                  </a:lnTo>
                  <a:lnTo>
                    <a:pt x="464" y="688"/>
                  </a:lnTo>
                  <a:lnTo>
                    <a:pt x="466" y="688"/>
                  </a:lnTo>
                  <a:lnTo>
                    <a:pt x="466" y="685"/>
                  </a:lnTo>
                  <a:lnTo>
                    <a:pt x="466" y="685"/>
                  </a:lnTo>
                  <a:lnTo>
                    <a:pt x="466" y="685"/>
                  </a:lnTo>
                  <a:lnTo>
                    <a:pt x="468" y="685"/>
                  </a:lnTo>
                  <a:lnTo>
                    <a:pt x="468" y="683"/>
                  </a:lnTo>
                  <a:lnTo>
                    <a:pt x="471" y="683"/>
                  </a:lnTo>
                  <a:lnTo>
                    <a:pt x="471" y="683"/>
                  </a:lnTo>
                  <a:lnTo>
                    <a:pt x="473" y="683"/>
                  </a:lnTo>
                  <a:lnTo>
                    <a:pt x="473" y="683"/>
                  </a:lnTo>
                  <a:lnTo>
                    <a:pt x="475" y="683"/>
                  </a:lnTo>
                  <a:lnTo>
                    <a:pt x="475" y="681"/>
                  </a:lnTo>
                  <a:lnTo>
                    <a:pt x="473" y="681"/>
                  </a:lnTo>
                  <a:lnTo>
                    <a:pt x="473" y="681"/>
                  </a:lnTo>
                  <a:lnTo>
                    <a:pt x="473" y="681"/>
                  </a:lnTo>
                  <a:lnTo>
                    <a:pt x="473" y="678"/>
                  </a:lnTo>
                  <a:lnTo>
                    <a:pt x="473" y="678"/>
                  </a:lnTo>
                  <a:lnTo>
                    <a:pt x="473" y="676"/>
                  </a:lnTo>
                  <a:lnTo>
                    <a:pt x="482" y="676"/>
                  </a:lnTo>
                  <a:lnTo>
                    <a:pt x="482" y="673"/>
                  </a:lnTo>
                  <a:lnTo>
                    <a:pt x="485" y="673"/>
                  </a:lnTo>
                  <a:lnTo>
                    <a:pt x="485" y="673"/>
                  </a:lnTo>
                  <a:lnTo>
                    <a:pt x="485" y="673"/>
                  </a:lnTo>
                  <a:lnTo>
                    <a:pt x="485" y="673"/>
                  </a:lnTo>
                  <a:lnTo>
                    <a:pt x="490" y="673"/>
                  </a:lnTo>
                  <a:lnTo>
                    <a:pt x="490" y="671"/>
                  </a:lnTo>
                  <a:lnTo>
                    <a:pt x="494" y="671"/>
                  </a:lnTo>
                  <a:lnTo>
                    <a:pt x="494" y="671"/>
                  </a:lnTo>
                  <a:lnTo>
                    <a:pt x="494" y="671"/>
                  </a:lnTo>
                  <a:lnTo>
                    <a:pt x="494" y="669"/>
                  </a:lnTo>
                  <a:lnTo>
                    <a:pt x="497" y="669"/>
                  </a:lnTo>
                  <a:lnTo>
                    <a:pt x="497" y="666"/>
                  </a:lnTo>
                  <a:lnTo>
                    <a:pt x="499" y="666"/>
                  </a:lnTo>
                  <a:lnTo>
                    <a:pt x="499" y="664"/>
                  </a:lnTo>
                  <a:lnTo>
                    <a:pt x="499" y="664"/>
                  </a:lnTo>
                  <a:lnTo>
                    <a:pt x="499" y="664"/>
                  </a:lnTo>
                  <a:lnTo>
                    <a:pt x="504" y="664"/>
                  </a:lnTo>
                  <a:lnTo>
                    <a:pt x="504" y="664"/>
                  </a:lnTo>
                  <a:lnTo>
                    <a:pt x="504" y="664"/>
                  </a:lnTo>
                  <a:lnTo>
                    <a:pt x="504" y="662"/>
                  </a:lnTo>
                  <a:lnTo>
                    <a:pt x="504" y="662"/>
                  </a:lnTo>
                  <a:lnTo>
                    <a:pt x="504" y="659"/>
                  </a:lnTo>
                  <a:lnTo>
                    <a:pt x="506" y="659"/>
                  </a:lnTo>
                  <a:lnTo>
                    <a:pt x="506" y="662"/>
                  </a:lnTo>
                  <a:lnTo>
                    <a:pt x="516" y="662"/>
                  </a:lnTo>
                  <a:lnTo>
                    <a:pt x="516" y="664"/>
                  </a:lnTo>
                  <a:lnTo>
                    <a:pt x="518" y="664"/>
                  </a:lnTo>
                  <a:lnTo>
                    <a:pt x="518" y="664"/>
                  </a:lnTo>
                  <a:lnTo>
                    <a:pt x="513" y="664"/>
                  </a:lnTo>
                  <a:lnTo>
                    <a:pt x="513" y="664"/>
                  </a:lnTo>
                  <a:lnTo>
                    <a:pt x="516" y="664"/>
                  </a:lnTo>
                  <a:lnTo>
                    <a:pt x="516" y="666"/>
                  </a:lnTo>
                  <a:lnTo>
                    <a:pt x="520" y="666"/>
                  </a:lnTo>
                  <a:lnTo>
                    <a:pt x="520" y="664"/>
                  </a:lnTo>
                  <a:lnTo>
                    <a:pt x="523" y="664"/>
                  </a:lnTo>
                  <a:lnTo>
                    <a:pt x="523" y="666"/>
                  </a:lnTo>
                  <a:lnTo>
                    <a:pt x="523" y="666"/>
                  </a:lnTo>
                  <a:lnTo>
                    <a:pt x="523" y="666"/>
                  </a:lnTo>
                  <a:lnTo>
                    <a:pt x="525" y="666"/>
                  </a:lnTo>
                  <a:lnTo>
                    <a:pt x="525" y="664"/>
                  </a:lnTo>
                  <a:lnTo>
                    <a:pt x="525" y="664"/>
                  </a:lnTo>
                  <a:lnTo>
                    <a:pt x="525" y="664"/>
                  </a:lnTo>
                  <a:lnTo>
                    <a:pt x="525" y="664"/>
                  </a:lnTo>
                  <a:lnTo>
                    <a:pt x="525" y="662"/>
                  </a:lnTo>
                  <a:lnTo>
                    <a:pt x="535" y="662"/>
                  </a:lnTo>
                  <a:lnTo>
                    <a:pt x="535" y="662"/>
                  </a:lnTo>
                  <a:lnTo>
                    <a:pt x="537" y="662"/>
                  </a:lnTo>
                  <a:lnTo>
                    <a:pt x="537" y="659"/>
                  </a:lnTo>
                  <a:lnTo>
                    <a:pt x="539" y="659"/>
                  </a:lnTo>
                  <a:lnTo>
                    <a:pt x="539" y="664"/>
                  </a:lnTo>
                  <a:lnTo>
                    <a:pt x="539" y="664"/>
                  </a:lnTo>
                  <a:lnTo>
                    <a:pt x="539" y="664"/>
                  </a:lnTo>
                  <a:lnTo>
                    <a:pt x="542" y="664"/>
                  </a:lnTo>
                  <a:lnTo>
                    <a:pt x="542" y="666"/>
                  </a:lnTo>
                  <a:lnTo>
                    <a:pt x="542" y="666"/>
                  </a:lnTo>
                  <a:lnTo>
                    <a:pt x="542" y="666"/>
                  </a:lnTo>
                  <a:lnTo>
                    <a:pt x="546" y="666"/>
                  </a:lnTo>
                  <a:lnTo>
                    <a:pt x="546" y="666"/>
                  </a:lnTo>
                  <a:lnTo>
                    <a:pt x="551" y="666"/>
                  </a:lnTo>
                  <a:lnTo>
                    <a:pt x="551" y="666"/>
                  </a:lnTo>
                  <a:lnTo>
                    <a:pt x="551" y="666"/>
                  </a:lnTo>
                  <a:lnTo>
                    <a:pt x="551" y="666"/>
                  </a:lnTo>
                  <a:lnTo>
                    <a:pt x="556" y="666"/>
                  </a:lnTo>
                  <a:lnTo>
                    <a:pt x="556" y="664"/>
                  </a:lnTo>
                  <a:lnTo>
                    <a:pt x="556" y="664"/>
                  </a:lnTo>
                  <a:lnTo>
                    <a:pt x="556" y="666"/>
                  </a:lnTo>
                  <a:lnTo>
                    <a:pt x="561" y="666"/>
                  </a:lnTo>
                  <a:lnTo>
                    <a:pt x="561" y="666"/>
                  </a:lnTo>
                  <a:lnTo>
                    <a:pt x="563" y="666"/>
                  </a:lnTo>
                  <a:lnTo>
                    <a:pt x="563" y="669"/>
                  </a:lnTo>
                  <a:lnTo>
                    <a:pt x="565" y="669"/>
                  </a:lnTo>
                  <a:lnTo>
                    <a:pt x="565" y="671"/>
                  </a:lnTo>
                  <a:lnTo>
                    <a:pt x="565" y="671"/>
                  </a:lnTo>
                  <a:lnTo>
                    <a:pt x="565" y="673"/>
                  </a:lnTo>
                  <a:lnTo>
                    <a:pt x="568" y="673"/>
                  </a:lnTo>
                  <a:lnTo>
                    <a:pt x="568" y="673"/>
                  </a:lnTo>
                  <a:lnTo>
                    <a:pt x="572" y="673"/>
                  </a:lnTo>
                  <a:lnTo>
                    <a:pt x="572" y="673"/>
                  </a:lnTo>
                  <a:lnTo>
                    <a:pt x="575" y="673"/>
                  </a:lnTo>
                  <a:lnTo>
                    <a:pt x="575" y="676"/>
                  </a:lnTo>
                  <a:lnTo>
                    <a:pt x="577" y="676"/>
                  </a:lnTo>
                  <a:lnTo>
                    <a:pt x="577" y="676"/>
                  </a:lnTo>
                  <a:lnTo>
                    <a:pt x="577" y="676"/>
                  </a:lnTo>
                  <a:lnTo>
                    <a:pt x="577" y="678"/>
                  </a:lnTo>
                  <a:lnTo>
                    <a:pt x="577" y="678"/>
                  </a:lnTo>
                  <a:lnTo>
                    <a:pt x="577" y="681"/>
                  </a:lnTo>
                  <a:lnTo>
                    <a:pt x="579" y="681"/>
                  </a:lnTo>
                  <a:lnTo>
                    <a:pt x="579" y="681"/>
                  </a:lnTo>
                  <a:lnTo>
                    <a:pt x="579" y="681"/>
                  </a:lnTo>
                  <a:lnTo>
                    <a:pt x="579" y="683"/>
                  </a:lnTo>
                  <a:lnTo>
                    <a:pt x="584" y="683"/>
                  </a:lnTo>
                  <a:lnTo>
                    <a:pt x="584" y="683"/>
                  </a:lnTo>
                  <a:lnTo>
                    <a:pt x="584" y="683"/>
                  </a:lnTo>
                  <a:lnTo>
                    <a:pt x="584" y="688"/>
                  </a:lnTo>
                  <a:lnTo>
                    <a:pt x="582" y="688"/>
                  </a:lnTo>
                  <a:lnTo>
                    <a:pt x="582" y="688"/>
                  </a:lnTo>
                  <a:lnTo>
                    <a:pt x="584" y="688"/>
                  </a:lnTo>
                  <a:lnTo>
                    <a:pt x="584" y="690"/>
                  </a:lnTo>
                  <a:lnTo>
                    <a:pt x="584" y="690"/>
                  </a:lnTo>
                  <a:lnTo>
                    <a:pt x="584" y="690"/>
                  </a:lnTo>
                  <a:lnTo>
                    <a:pt x="587" y="690"/>
                  </a:lnTo>
                  <a:lnTo>
                    <a:pt x="587" y="690"/>
                  </a:lnTo>
                  <a:lnTo>
                    <a:pt x="587" y="690"/>
                  </a:lnTo>
                  <a:lnTo>
                    <a:pt x="587" y="688"/>
                  </a:lnTo>
                  <a:lnTo>
                    <a:pt x="589" y="688"/>
                  </a:lnTo>
                  <a:lnTo>
                    <a:pt x="589" y="685"/>
                  </a:lnTo>
                  <a:lnTo>
                    <a:pt x="587" y="685"/>
                  </a:lnTo>
                  <a:lnTo>
                    <a:pt x="587" y="683"/>
                  </a:lnTo>
                  <a:lnTo>
                    <a:pt x="591" y="683"/>
                  </a:lnTo>
                  <a:lnTo>
                    <a:pt x="591" y="683"/>
                  </a:lnTo>
                  <a:lnTo>
                    <a:pt x="594" y="683"/>
                  </a:lnTo>
                  <a:lnTo>
                    <a:pt x="594" y="683"/>
                  </a:lnTo>
                  <a:lnTo>
                    <a:pt x="594" y="683"/>
                  </a:lnTo>
                  <a:lnTo>
                    <a:pt x="594" y="681"/>
                  </a:lnTo>
                  <a:lnTo>
                    <a:pt x="596" y="681"/>
                  </a:lnTo>
                  <a:lnTo>
                    <a:pt x="596" y="683"/>
                  </a:lnTo>
                  <a:lnTo>
                    <a:pt x="598" y="683"/>
                  </a:lnTo>
                  <a:lnTo>
                    <a:pt x="598" y="685"/>
                  </a:lnTo>
                  <a:lnTo>
                    <a:pt x="601" y="685"/>
                  </a:lnTo>
                  <a:lnTo>
                    <a:pt x="601" y="685"/>
                  </a:lnTo>
                  <a:lnTo>
                    <a:pt x="601" y="685"/>
                  </a:lnTo>
                  <a:lnTo>
                    <a:pt x="601" y="688"/>
                  </a:lnTo>
                  <a:lnTo>
                    <a:pt x="606" y="688"/>
                  </a:lnTo>
                  <a:lnTo>
                    <a:pt x="606" y="688"/>
                  </a:lnTo>
                  <a:lnTo>
                    <a:pt x="608" y="688"/>
                  </a:lnTo>
                  <a:lnTo>
                    <a:pt x="608" y="690"/>
                  </a:lnTo>
                  <a:lnTo>
                    <a:pt x="610" y="690"/>
                  </a:lnTo>
                  <a:lnTo>
                    <a:pt x="610" y="688"/>
                  </a:lnTo>
                  <a:lnTo>
                    <a:pt x="613" y="688"/>
                  </a:lnTo>
                  <a:lnTo>
                    <a:pt x="613" y="688"/>
                  </a:lnTo>
                  <a:lnTo>
                    <a:pt x="615" y="688"/>
                  </a:lnTo>
                  <a:lnTo>
                    <a:pt x="615" y="685"/>
                  </a:lnTo>
                  <a:lnTo>
                    <a:pt x="617" y="685"/>
                  </a:lnTo>
                  <a:lnTo>
                    <a:pt x="617" y="685"/>
                  </a:lnTo>
                  <a:lnTo>
                    <a:pt x="620" y="685"/>
                  </a:lnTo>
                  <a:lnTo>
                    <a:pt x="620" y="683"/>
                  </a:lnTo>
                  <a:lnTo>
                    <a:pt x="620" y="683"/>
                  </a:lnTo>
                  <a:lnTo>
                    <a:pt x="620" y="681"/>
                  </a:lnTo>
                  <a:lnTo>
                    <a:pt x="624" y="681"/>
                  </a:lnTo>
                  <a:lnTo>
                    <a:pt x="624" y="681"/>
                  </a:lnTo>
                  <a:lnTo>
                    <a:pt x="627" y="681"/>
                  </a:lnTo>
                  <a:lnTo>
                    <a:pt x="627" y="676"/>
                  </a:lnTo>
                  <a:lnTo>
                    <a:pt x="627" y="676"/>
                  </a:lnTo>
                  <a:lnTo>
                    <a:pt x="627" y="678"/>
                  </a:lnTo>
                  <a:lnTo>
                    <a:pt x="629" y="678"/>
                  </a:lnTo>
                  <a:lnTo>
                    <a:pt x="629" y="678"/>
                  </a:lnTo>
                  <a:lnTo>
                    <a:pt x="632" y="678"/>
                  </a:lnTo>
                  <a:lnTo>
                    <a:pt x="632" y="681"/>
                  </a:lnTo>
                  <a:lnTo>
                    <a:pt x="632" y="681"/>
                  </a:lnTo>
                  <a:lnTo>
                    <a:pt x="632" y="678"/>
                  </a:lnTo>
                  <a:lnTo>
                    <a:pt x="632" y="678"/>
                  </a:lnTo>
                  <a:lnTo>
                    <a:pt x="632" y="676"/>
                  </a:lnTo>
                  <a:lnTo>
                    <a:pt x="634" y="676"/>
                  </a:lnTo>
                  <a:lnTo>
                    <a:pt x="634" y="678"/>
                  </a:lnTo>
                  <a:lnTo>
                    <a:pt x="636" y="678"/>
                  </a:lnTo>
                  <a:lnTo>
                    <a:pt x="636" y="676"/>
                  </a:lnTo>
                  <a:lnTo>
                    <a:pt x="639" y="676"/>
                  </a:lnTo>
                  <a:lnTo>
                    <a:pt x="639" y="678"/>
                  </a:lnTo>
                  <a:lnTo>
                    <a:pt x="639" y="678"/>
                  </a:lnTo>
                  <a:lnTo>
                    <a:pt x="639" y="676"/>
                  </a:lnTo>
                  <a:lnTo>
                    <a:pt x="643" y="676"/>
                  </a:lnTo>
                  <a:lnTo>
                    <a:pt x="643" y="678"/>
                  </a:lnTo>
                  <a:lnTo>
                    <a:pt x="643" y="678"/>
                  </a:lnTo>
                  <a:lnTo>
                    <a:pt x="643" y="678"/>
                  </a:lnTo>
                  <a:lnTo>
                    <a:pt x="646" y="678"/>
                  </a:lnTo>
                  <a:lnTo>
                    <a:pt x="646" y="681"/>
                  </a:lnTo>
                  <a:lnTo>
                    <a:pt x="646" y="681"/>
                  </a:lnTo>
                  <a:lnTo>
                    <a:pt x="646" y="683"/>
                  </a:lnTo>
                  <a:lnTo>
                    <a:pt x="648" y="683"/>
                  </a:lnTo>
                  <a:lnTo>
                    <a:pt x="648" y="681"/>
                  </a:lnTo>
                  <a:lnTo>
                    <a:pt x="650" y="681"/>
                  </a:lnTo>
                  <a:lnTo>
                    <a:pt x="650" y="681"/>
                  </a:lnTo>
                  <a:lnTo>
                    <a:pt x="653" y="681"/>
                  </a:lnTo>
                  <a:lnTo>
                    <a:pt x="653" y="681"/>
                  </a:lnTo>
                  <a:lnTo>
                    <a:pt x="653" y="681"/>
                  </a:lnTo>
                  <a:lnTo>
                    <a:pt x="653" y="676"/>
                  </a:lnTo>
                  <a:lnTo>
                    <a:pt x="658" y="676"/>
                  </a:lnTo>
                  <a:lnTo>
                    <a:pt x="658" y="676"/>
                  </a:lnTo>
                  <a:lnTo>
                    <a:pt x="660" y="676"/>
                  </a:lnTo>
                  <a:lnTo>
                    <a:pt x="660" y="676"/>
                  </a:lnTo>
                  <a:lnTo>
                    <a:pt x="660" y="676"/>
                  </a:lnTo>
                  <a:lnTo>
                    <a:pt x="660" y="676"/>
                  </a:lnTo>
                  <a:lnTo>
                    <a:pt x="665" y="676"/>
                  </a:lnTo>
                  <a:lnTo>
                    <a:pt x="665" y="676"/>
                  </a:lnTo>
                  <a:lnTo>
                    <a:pt x="665" y="676"/>
                  </a:lnTo>
                  <a:lnTo>
                    <a:pt x="665" y="673"/>
                  </a:lnTo>
                  <a:lnTo>
                    <a:pt x="667" y="673"/>
                  </a:lnTo>
                  <a:lnTo>
                    <a:pt x="667" y="676"/>
                  </a:lnTo>
                  <a:lnTo>
                    <a:pt x="672" y="676"/>
                  </a:lnTo>
                  <a:lnTo>
                    <a:pt x="672" y="678"/>
                  </a:lnTo>
                  <a:lnTo>
                    <a:pt x="672" y="678"/>
                  </a:lnTo>
                  <a:lnTo>
                    <a:pt x="672" y="683"/>
                  </a:lnTo>
                  <a:lnTo>
                    <a:pt x="677" y="683"/>
                  </a:lnTo>
                  <a:lnTo>
                    <a:pt x="677" y="685"/>
                  </a:lnTo>
                  <a:lnTo>
                    <a:pt x="679" y="685"/>
                  </a:lnTo>
                  <a:lnTo>
                    <a:pt x="679" y="685"/>
                  </a:lnTo>
                  <a:lnTo>
                    <a:pt x="684" y="685"/>
                  </a:lnTo>
                  <a:lnTo>
                    <a:pt x="684" y="688"/>
                  </a:lnTo>
                  <a:lnTo>
                    <a:pt x="691" y="688"/>
                  </a:lnTo>
                  <a:lnTo>
                    <a:pt x="691" y="688"/>
                  </a:lnTo>
                  <a:lnTo>
                    <a:pt x="693" y="688"/>
                  </a:lnTo>
                  <a:lnTo>
                    <a:pt x="693" y="690"/>
                  </a:lnTo>
                  <a:lnTo>
                    <a:pt x="691" y="690"/>
                  </a:lnTo>
                  <a:lnTo>
                    <a:pt x="691" y="690"/>
                  </a:lnTo>
                  <a:lnTo>
                    <a:pt x="698" y="690"/>
                  </a:lnTo>
                  <a:lnTo>
                    <a:pt x="698" y="690"/>
                  </a:lnTo>
                  <a:lnTo>
                    <a:pt x="698" y="690"/>
                  </a:lnTo>
                  <a:lnTo>
                    <a:pt x="698" y="688"/>
                  </a:lnTo>
                  <a:lnTo>
                    <a:pt x="700" y="688"/>
                  </a:lnTo>
                  <a:lnTo>
                    <a:pt x="700" y="688"/>
                  </a:lnTo>
                  <a:lnTo>
                    <a:pt x="700" y="688"/>
                  </a:lnTo>
                  <a:lnTo>
                    <a:pt x="700" y="685"/>
                  </a:lnTo>
                  <a:lnTo>
                    <a:pt x="700" y="685"/>
                  </a:lnTo>
                  <a:lnTo>
                    <a:pt x="700" y="683"/>
                  </a:lnTo>
                  <a:lnTo>
                    <a:pt x="703" y="683"/>
                  </a:lnTo>
                  <a:lnTo>
                    <a:pt x="703" y="683"/>
                  </a:lnTo>
                  <a:lnTo>
                    <a:pt x="703" y="683"/>
                  </a:lnTo>
                  <a:lnTo>
                    <a:pt x="703" y="683"/>
                  </a:lnTo>
                  <a:lnTo>
                    <a:pt x="705" y="683"/>
                  </a:lnTo>
                  <a:lnTo>
                    <a:pt x="705" y="683"/>
                  </a:lnTo>
                  <a:lnTo>
                    <a:pt x="707" y="683"/>
                  </a:lnTo>
                  <a:lnTo>
                    <a:pt x="707" y="685"/>
                  </a:lnTo>
                  <a:lnTo>
                    <a:pt x="707" y="685"/>
                  </a:lnTo>
                  <a:lnTo>
                    <a:pt x="707" y="685"/>
                  </a:lnTo>
                  <a:lnTo>
                    <a:pt x="710" y="685"/>
                  </a:lnTo>
                  <a:lnTo>
                    <a:pt x="710" y="688"/>
                  </a:lnTo>
                  <a:lnTo>
                    <a:pt x="724" y="688"/>
                  </a:lnTo>
                  <a:lnTo>
                    <a:pt x="724" y="685"/>
                  </a:lnTo>
                  <a:lnTo>
                    <a:pt x="726" y="685"/>
                  </a:lnTo>
                  <a:lnTo>
                    <a:pt x="726" y="685"/>
                  </a:lnTo>
                  <a:lnTo>
                    <a:pt x="731" y="685"/>
                  </a:lnTo>
                  <a:lnTo>
                    <a:pt x="731" y="683"/>
                  </a:lnTo>
                  <a:lnTo>
                    <a:pt x="733" y="683"/>
                  </a:lnTo>
                  <a:lnTo>
                    <a:pt x="733" y="683"/>
                  </a:lnTo>
                  <a:lnTo>
                    <a:pt x="733" y="683"/>
                  </a:lnTo>
                  <a:lnTo>
                    <a:pt x="733" y="678"/>
                  </a:lnTo>
                  <a:lnTo>
                    <a:pt x="736" y="678"/>
                  </a:lnTo>
                  <a:lnTo>
                    <a:pt x="736" y="673"/>
                  </a:lnTo>
                  <a:lnTo>
                    <a:pt x="736" y="673"/>
                  </a:lnTo>
                  <a:lnTo>
                    <a:pt x="736" y="673"/>
                  </a:lnTo>
                  <a:lnTo>
                    <a:pt x="738" y="673"/>
                  </a:lnTo>
                  <a:lnTo>
                    <a:pt x="738" y="671"/>
                  </a:lnTo>
                  <a:lnTo>
                    <a:pt x="736" y="671"/>
                  </a:lnTo>
                  <a:lnTo>
                    <a:pt x="736" y="671"/>
                  </a:lnTo>
                  <a:lnTo>
                    <a:pt x="736" y="671"/>
                  </a:lnTo>
                  <a:lnTo>
                    <a:pt x="736" y="669"/>
                  </a:lnTo>
                  <a:lnTo>
                    <a:pt x="733" y="669"/>
                  </a:lnTo>
                  <a:lnTo>
                    <a:pt x="733" y="669"/>
                  </a:lnTo>
                  <a:lnTo>
                    <a:pt x="729" y="669"/>
                  </a:lnTo>
                  <a:lnTo>
                    <a:pt x="729" y="666"/>
                  </a:lnTo>
                  <a:lnTo>
                    <a:pt x="724" y="666"/>
                  </a:lnTo>
                  <a:lnTo>
                    <a:pt x="724" y="666"/>
                  </a:lnTo>
                  <a:lnTo>
                    <a:pt x="724" y="666"/>
                  </a:lnTo>
                  <a:lnTo>
                    <a:pt x="724" y="664"/>
                  </a:lnTo>
                  <a:lnTo>
                    <a:pt x="721" y="664"/>
                  </a:lnTo>
                  <a:lnTo>
                    <a:pt x="721" y="664"/>
                  </a:lnTo>
                  <a:lnTo>
                    <a:pt x="712" y="664"/>
                  </a:lnTo>
                  <a:lnTo>
                    <a:pt x="712" y="662"/>
                  </a:lnTo>
                  <a:lnTo>
                    <a:pt x="712" y="662"/>
                  </a:lnTo>
                  <a:lnTo>
                    <a:pt x="712" y="662"/>
                  </a:lnTo>
                  <a:lnTo>
                    <a:pt x="712" y="662"/>
                  </a:lnTo>
                  <a:lnTo>
                    <a:pt x="712" y="659"/>
                  </a:lnTo>
                  <a:lnTo>
                    <a:pt x="712" y="659"/>
                  </a:lnTo>
                  <a:lnTo>
                    <a:pt x="712" y="659"/>
                  </a:lnTo>
                  <a:lnTo>
                    <a:pt x="712" y="659"/>
                  </a:lnTo>
                  <a:lnTo>
                    <a:pt x="712" y="657"/>
                  </a:lnTo>
                  <a:lnTo>
                    <a:pt x="707" y="657"/>
                  </a:lnTo>
                  <a:lnTo>
                    <a:pt x="707" y="657"/>
                  </a:lnTo>
                  <a:lnTo>
                    <a:pt x="705" y="657"/>
                  </a:lnTo>
                  <a:lnTo>
                    <a:pt x="705" y="655"/>
                  </a:lnTo>
                  <a:lnTo>
                    <a:pt x="703" y="655"/>
                  </a:lnTo>
                  <a:lnTo>
                    <a:pt x="703" y="655"/>
                  </a:lnTo>
                  <a:lnTo>
                    <a:pt x="705" y="655"/>
                  </a:lnTo>
                  <a:lnTo>
                    <a:pt x="705" y="652"/>
                  </a:lnTo>
                  <a:lnTo>
                    <a:pt x="707" y="652"/>
                  </a:lnTo>
                  <a:lnTo>
                    <a:pt x="707" y="652"/>
                  </a:lnTo>
                  <a:lnTo>
                    <a:pt x="710" y="652"/>
                  </a:lnTo>
                  <a:lnTo>
                    <a:pt x="710" y="652"/>
                  </a:lnTo>
                  <a:lnTo>
                    <a:pt x="712" y="652"/>
                  </a:lnTo>
                  <a:lnTo>
                    <a:pt x="712" y="650"/>
                  </a:lnTo>
                  <a:lnTo>
                    <a:pt x="712" y="650"/>
                  </a:lnTo>
                  <a:lnTo>
                    <a:pt x="712" y="650"/>
                  </a:lnTo>
                  <a:lnTo>
                    <a:pt x="719" y="650"/>
                  </a:lnTo>
                  <a:lnTo>
                    <a:pt x="719" y="647"/>
                  </a:lnTo>
                  <a:lnTo>
                    <a:pt x="719" y="647"/>
                  </a:lnTo>
                  <a:lnTo>
                    <a:pt x="719" y="647"/>
                  </a:lnTo>
                  <a:lnTo>
                    <a:pt x="724" y="647"/>
                  </a:lnTo>
                  <a:lnTo>
                    <a:pt x="724" y="645"/>
                  </a:lnTo>
                  <a:lnTo>
                    <a:pt x="724" y="645"/>
                  </a:lnTo>
                  <a:lnTo>
                    <a:pt x="724" y="643"/>
                  </a:lnTo>
                  <a:lnTo>
                    <a:pt x="724" y="643"/>
                  </a:lnTo>
                  <a:lnTo>
                    <a:pt x="724" y="643"/>
                  </a:lnTo>
                  <a:lnTo>
                    <a:pt x="724" y="643"/>
                  </a:lnTo>
                  <a:lnTo>
                    <a:pt x="724" y="640"/>
                  </a:lnTo>
                  <a:lnTo>
                    <a:pt x="721" y="640"/>
                  </a:lnTo>
                  <a:lnTo>
                    <a:pt x="721" y="640"/>
                  </a:lnTo>
                  <a:lnTo>
                    <a:pt x="719" y="640"/>
                  </a:lnTo>
                  <a:lnTo>
                    <a:pt x="719" y="638"/>
                  </a:lnTo>
                  <a:lnTo>
                    <a:pt x="719" y="638"/>
                  </a:lnTo>
                  <a:lnTo>
                    <a:pt x="719" y="636"/>
                  </a:lnTo>
                  <a:lnTo>
                    <a:pt x="717" y="636"/>
                  </a:lnTo>
                  <a:lnTo>
                    <a:pt x="717" y="633"/>
                  </a:lnTo>
                  <a:lnTo>
                    <a:pt x="719" y="633"/>
                  </a:lnTo>
                  <a:lnTo>
                    <a:pt x="719" y="633"/>
                  </a:lnTo>
                  <a:lnTo>
                    <a:pt x="721" y="633"/>
                  </a:lnTo>
                  <a:lnTo>
                    <a:pt x="721" y="633"/>
                  </a:lnTo>
                  <a:lnTo>
                    <a:pt x="724" y="633"/>
                  </a:lnTo>
                  <a:lnTo>
                    <a:pt x="724" y="631"/>
                  </a:lnTo>
                  <a:lnTo>
                    <a:pt x="724" y="631"/>
                  </a:lnTo>
                  <a:lnTo>
                    <a:pt x="724" y="628"/>
                  </a:lnTo>
                  <a:lnTo>
                    <a:pt x="726" y="628"/>
                  </a:lnTo>
                  <a:lnTo>
                    <a:pt x="726" y="628"/>
                  </a:lnTo>
                  <a:lnTo>
                    <a:pt x="726" y="628"/>
                  </a:lnTo>
                  <a:lnTo>
                    <a:pt x="726" y="628"/>
                  </a:lnTo>
                  <a:lnTo>
                    <a:pt x="729" y="628"/>
                  </a:lnTo>
                  <a:lnTo>
                    <a:pt x="729" y="626"/>
                  </a:lnTo>
                  <a:lnTo>
                    <a:pt x="731" y="626"/>
                  </a:lnTo>
                  <a:lnTo>
                    <a:pt x="731" y="628"/>
                  </a:lnTo>
                  <a:lnTo>
                    <a:pt x="733" y="628"/>
                  </a:lnTo>
                  <a:lnTo>
                    <a:pt x="733" y="626"/>
                  </a:lnTo>
                  <a:lnTo>
                    <a:pt x="733" y="626"/>
                  </a:lnTo>
                  <a:lnTo>
                    <a:pt x="733" y="628"/>
                  </a:lnTo>
                  <a:lnTo>
                    <a:pt x="738" y="628"/>
                  </a:lnTo>
                  <a:lnTo>
                    <a:pt x="738" y="628"/>
                  </a:lnTo>
                  <a:lnTo>
                    <a:pt x="738" y="628"/>
                  </a:lnTo>
                  <a:lnTo>
                    <a:pt x="738" y="628"/>
                  </a:lnTo>
                  <a:lnTo>
                    <a:pt x="743" y="628"/>
                  </a:lnTo>
                  <a:lnTo>
                    <a:pt x="743" y="628"/>
                  </a:lnTo>
                  <a:lnTo>
                    <a:pt x="748" y="628"/>
                  </a:lnTo>
                  <a:lnTo>
                    <a:pt x="748" y="628"/>
                  </a:lnTo>
                  <a:lnTo>
                    <a:pt x="748" y="628"/>
                  </a:lnTo>
                  <a:lnTo>
                    <a:pt x="748" y="624"/>
                  </a:lnTo>
                  <a:lnTo>
                    <a:pt x="743" y="624"/>
                  </a:lnTo>
                  <a:lnTo>
                    <a:pt x="743" y="624"/>
                  </a:lnTo>
                  <a:lnTo>
                    <a:pt x="740" y="624"/>
                  </a:lnTo>
                  <a:lnTo>
                    <a:pt x="740" y="624"/>
                  </a:lnTo>
                  <a:lnTo>
                    <a:pt x="738" y="624"/>
                  </a:lnTo>
                  <a:lnTo>
                    <a:pt x="738" y="621"/>
                  </a:lnTo>
                  <a:lnTo>
                    <a:pt x="738" y="621"/>
                  </a:lnTo>
                  <a:lnTo>
                    <a:pt x="738" y="624"/>
                  </a:lnTo>
                  <a:lnTo>
                    <a:pt x="733" y="624"/>
                  </a:lnTo>
                  <a:lnTo>
                    <a:pt x="733" y="621"/>
                  </a:lnTo>
                  <a:lnTo>
                    <a:pt x="731" y="621"/>
                  </a:lnTo>
                  <a:lnTo>
                    <a:pt x="731" y="621"/>
                  </a:lnTo>
                  <a:lnTo>
                    <a:pt x="731" y="621"/>
                  </a:lnTo>
                  <a:lnTo>
                    <a:pt x="731" y="621"/>
                  </a:lnTo>
                  <a:lnTo>
                    <a:pt x="729" y="621"/>
                  </a:lnTo>
                  <a:lnTo>
                    <a:pt x="729" y="621"/>
                  </a:lnTo>
                  <a:lnTo>
                    <a:pt x="726" y="621"/>
                  </a:lnTo>
                  <a:lnTo>
                    <a:pt x="726" y="617"/>
                  </a:lnTo>
                  <a:lnTo>
                    <a:pt x="729" y="617"/>
                  </a:lnTo>
                  <a:lnTo>
                    <a:pt x="729" y="617"/>
                  </a:lnTo>
                  <a:lnTo>
                    <a:pt x="729" y="617"/>
                  </a:lnTo>
                  <a:lnTo>
                    <a:pt x="729" y="614"/>
                  </a:lnTo>
                  <a:lnTo>
                    <a:pt x="731" y="614"/>
                  </a:lnTo>
                  <a:lnTo>
                    <a:pt x="731" y="617"/>
                  </a:lnTo>
                  <a:lnTo>
                    <a:pt x="736" y="617"/>
                  </a:lnTo>
                  <a:lnTo>
                    <a:pt x="736" y="614"/>
                  </a:lnTo>
                  <a:lnTo>
                    <a:pt x="736" y="614"/>
                  </a:lnTo>
                  <a:lnTo>
                    <a:pt x="736" y="614"/>
                  </a:lnTo>
                  <a:lnTo>
                    <a:pt x="731" y="614"/>
                  </a:lnTo>
                  <a:lnTo>
                    <a:pt x="731" y="614"/>
                  </a:lnTo>
                  <a:lnTo>
                    <a:pt x="731" y="614"/>
                  </a:lnTo>
                  <a:lnTo>
                    <a:pt x="731" y="614"/>
                  </a:lnTo>
                  <a:lnTo>
                    <a:pt x="724" y="614"/>
                  </a:lnTo>
                  <a:lnTo>
                    <a:pt x="724" y="612"/>
                  </a:lnTo>
                  <a:lnTo>
                    <a:pt x="721" y="612"/>
                  </a:lnTo>
                  <a:lnTo>
                    <a:pt x="721" y="612"/>
                  </a:lnTo>
                  <a:lnTo>
                    <a:pt x="724" y="612"/>
                  </a:lnTo>
                  <a:lnTo>
                    <a:pt x="724" y="609"/>
                  </a:lnTo>
                  <a:lnTo>
                    <a:pt x="726" y="609"/>
                  </a:lnTo>
                  <a:lnTo>
                    <a:pt x="726" y="609"/>
                  </a:lnTo>
                  <a:lnTo>
                    <a:pt x="726" y="609"/>
                  </a:lnTo>
                  <a:lnTo>
                    <a:pt x="726" y="607"/>
                  </a:lnTo>
                  <a:lnTo>
                    <a:pt x="729" y="607"/>
                  </a:lnTo>
                  <a:lnTo>
                    <a:pt x="729" y="607"/>
                  </a:lnTo>
                  <a:lnTo>
                    <a:pt x="726" y="607"/>
                  </a:lnTo>
                  <a:lnTo>
                    <a:pt x="726" y="605"/>
                  </a:lnTo>
                  <a:lnTo>
                    <a:pt x="724" y="605"/>
                  </a:lnTo>
                  <a:lnTo>
                    <a:pt x="724" y="605"/>
                  </a:lnTo>
                  <a:lnTo>
                    <a:pt x="724" y="605"/>
                  </a:lnTo>
                  <a:lnTo>
                    <a:pt x="724" y="605"/>
                  </a:lnTo>
                  <a:lnTo>
                    <a:pt x="726" y="605"/>
                  </a:lnTo>
                  <a:lnTo>
                    <a:pt x="726" y="605"/>
                  </a:lnTo>
                  <a:lnTo>
                    <a:pt x="729" y="605"/>
                  </a:lnTo>
                  <a:lnTo>
                    <a:pt x="729" y="602"/>
                  </a:lnTo>
                  <a:lnTo>
                    <a:pt x="731" y="602"/>
                  </a:lnTo>
                  <a:lnTo>
                    <a:pt x="731" y="600"/>
                  </a:lnTo>
                  <a:lnTo>
                    <a:pt x="733" y="600"/>
                  </a:lnTo>
                  <a:lnTo>
                    <a:pt x="733" y="602"/>
                  </a:lnTo>
                  <a:lnTo>
                    <a:pt x="733" y="602"/>
                  </a:lnTo>
                  <a:lnTo>
                    <a:pt x="733" y="602"/>
                  </a:lnTo>
                  <a:lnTo>
                    <a:pt x="736" y="602"/>
                  </a:lnTo>
                  <a:lnTo>
                    <a:pt x="736" y="605"/>
                  </a:lnTo>
                  <a:lnTo>
                    <a:pt x="738" y="605"/>
                  </a:lnTo>
                  <a:lnTo>
                    <a:pt x="738" y="602"/>
                  </a:lnTo>
                  <a:lnTo>
                    <a:pt x="738" y="602"/>
                  </a:lnTo>
                  <a:lnTo>
                    <a:pt x="738" y="602"/>
                  </a:lnTo>
                  <a:lnTo>
                    <a:pt x="740" y="602"/>
                  </a:lnTo>
                  <a:lnTo>
                    <a:pt x="740" y="602"/>
                  </a:lnTo>
                  <a:lnTo>
                    <a:pt x="743" y="602"/>
                  </a:lnTo>
                  <a:lnTo>
                    <a:pt x="743" y="605"/>
                  </a:lnTo>
                  <a:lnTo>
                    <a:pt x="745" y="605"/>
                  </a:lnTo>
                  <a:lnTo>
                    <a:pt x="745" y="602"/>
                  </a:lnTo>
                  <a:lnTo>
                    <a:pt x="745" y="602"/>
                  </a:lnTo>
                  <a:lnTo>
                    <a:pt x="745" y="602"/>
                  </a:lnTo>
                  <a:lnTo>
                    <a:pt x="755" y="602"/>
                  </a:lnTo>
                  <a:lnTo>
                    <a:pt x="755" y="602"/>
                  </a:lnTo>
                  <a:lnTo>
                    <a:pt x="755" y="602"/>
                  </a:lnTo>
                  <a:lnTo>
                    <a:pt x="755" y="605"/>
                  </a:lnTo>
                  <a:lnTo>
                    <a:pt x="755" y="605"/>
                  </a:lnTo>
                  <a:lnTo>
                    <a:pt x="755" y="605"/>
                  </a:lnTo>
                  <a:lnTo>
                    <a:pt x="757" y="605"/>
                  </a:lnTo>
                  <a:lnTo>
                    <a:pt x="757" y="605"/>
                  </a:lnTo>
                  <a:lnTo>
                    <a:pt x="757" y="605"/>
                  </a:lnTo>
                  <a:lnTo>
                    <a:pt x="757" y="602"/>
                  </a:lnTo>
                  <a:lnTo>
                    <a:pt x="759" y="602"/>
                  </a:lnTo>
                  <a:lnTo>
                    <a:pt x="759" y="602"/>
                  </a:lnTo>
                  <a:lnTo>
                    <a:pt x="762" y="602"/>
                  </a:lnTo>
                  <a:lnTo>
                    <a:pt x="762" y="600"/>
                  </a:lnTo>
                  <a:lnTo>
                    <a:pt x="764" y="600"/>
                  </a:lnTo>
                  <a:lnTo>
                    <a:pt x="764" y="600"/>
                  </a:lnTo>
                  <a:lnTo>
                    <a:pt x="766" y="600"/>
                  </a:lnTo>
                  <a:lnTo>
                    <a:pt x="766" y="600"/>
                  </a:lnTo>
                  <a:lnTo>
                    <a:pt x="769" y="600"/>
                  </a:lnTo>
                  <a:lnTo>
                    <a:pt x="769" y="600"/>
                  </a:lnTo>
                  <a:lnTo>
                    <a:pt x="771" y="600"/>
                  </a:lnTo>
                  <a:lnTo>
                    <a:pt x="771" y="598"/>
                  </a:lnTo>
                  <a:lnTo>
                    <a:pt x="781" y="598"/>
                  </a:lnTo>
                  <a:lnTo>
                    <a:pt x="781" y="595"/>
                  </a:lnTo>
                  <a:lnTo>
                    <a:pt x="783" y="595"/>
                  </a:lnTo>
                  <a:lnTo>
                    <a:pt x="783" y="595"/>
                  </a:lnTo>
                  <a:lnTo>
                    <a:pt x="790" y="595"/>
                  </a:lnTo>
                  <a:lnTo>
                    <a:pt x="790" y="593"/>
                  </a:lnTo>
                  <a:lnTo>
                    <a:pt x="790" y="593"/>
                  </a:lnTo>
                  <a:lnTo>
                    <a:pt x="790" y="595"/>
                  </a:lnTo>
                  <a:lnTo>
                    <a:pt x="793" y="595"/>
                  </a:lnTo>
                  <a:lnTo>
                    <a:pt x="793" y="593"/>
                  </a:lnTo>
                  <a:lnTo>
                    <a:pt x="797" y="593"/>
                  </a:lnTo>
                  <a:lnTo>
                    <a:pt x="797" y="593"/>
                  </a:lnTo>
                  <a:lnTo>
                    <a:pt x="802" y="593"/>
                  </a:lnTo>
                  <a:lnTo>
                    <a:pt x="802" y="593"/>
                  </a:lnTo>
                  <a:lnTo>
                    <a:pt x="804" y="593"/>
                  </a:lnTo>
                  <a:lnTo>
                    <a:pt x="804" y="593"/>
                  </a:lnTo>
                  <a:lnTo>
                    <a:pt x="807" y="593"/>
                  </a:lnTo>
                  <a:lnTo>
                    <a:pt x="807" y="593"/>
                  </a:lnTo>
                  <a:lnTo>
                    <a:pt x="811" y="593"/>
                  </a:lnTo>
                  <a:lnTo>
                    <a:pt x="811" y="593"/>
                  </a:lnTo>
                  <a:lnTo>
                    <a:pt x="811" y="593"/>
                  </a:lnTo>
                  <a:lnTo>
                    <a:pt x="811" y="593"/>
                  </a:lnTo>
                  <a:lnTo>
                    <a:pt x="814" y="593"/>
                  </a:lnTo>
                  <a:lnTo>
                    <a:pt x="814" y="593"/>
                  </a:lnTo>
                  <a:lnTo>
                    <a:pt x="814" y="593"/>
                  </a:lnTo>
                  <a:lnTo>
                    <a:pt x="814" y="588"/>
                  </a:lnTo>
                  <a:lnTo>
                    <a:pt x="816" y="588"/>
                  </a:lnTo>
                  <a:lnTo>
                    <a:pt x="816" y="588"/>
                  </a:lnTo>
                  <a:lnTo>
                    <a:pt x="819" y="588"/>
                  </a:lnTo>
                  <a:lnTo>
                    <a:pt x="819" y="586"/>
                  </a:lnTo>
                  <a:lnTo>
                    <a:pt x="821" y="586"/>
                  </a:lnTo>
                  <a:lnTo>
                    <a:pt x="821" y="586"/>
                  </a:lnTo>
                  <a:lnTo>
                    <a:pt x="828" y="586"/>
                  </a:lnTo>
                  <a:lnTo>
                    <a:pt x="828" y="583"/>
                  </a:lnTo>
                  <a:lnTo>
                    <a:pt x="830" y="583"/>
                  </a:lnTo>
                  <a:lnTo>
                    <a:pt x="830" y="586"/>
                  </a:lnTo>
                  <a:lnTo>
                    <a:pt x="835" y="586"/>
                  </a:lnTo>
                  <a:lnTo>
                    <a:pt x="835" y="586"/>
                  </a:lnTo>
                  <a:lnTo>
                    <a:pt x="837" y="586"/>
                  </a:lnTo>
                  <a:lnTo>
                    <a:pt x="837" y="583"/>
                  </a:lnTo>
                  <a:lnTo>
                    <a:pt x="845" y="583"/>
                  </a:lnTo>
                  <a:lnTo>
                    <a:pt x="845" y="583"/>
                  </a:lnTo>
                  <a:lnTo>
                    <a:pt x="847" y="583"/>
                  </a:lnTo>
                  <a:lnTo>
                    <a:pt x="847" y="583"/>
                  </a:lnTo>
                  <a:lnTo>
                    <a:pt x="847" y="583"/>
                  </a:lnTo>
                  <a:lnTo>
                    <a:pt x="847" y="583"/>
                  </a:lnTo>
                  <a:lnTo>
                    <a:pt x="849" y="583"/>
                  </a:lnTo>
                  <a:lnTo>
                    <a:pt x="849" y="583"/>
                  </a:lnTo>
                  <a:lnTo>
                    <a:pt x="856" y="583"/>
                  </a:lnTo>
                  <a:lnTo>
                    <a:pt x="856" y="581"/>
                  </a:lnTo>
                  <a:lnTo>
                    <a:pt x="859" y="581"/>
                  </a:lnTo>
                  <a:lnTo>
                    <a:pt x="859" y="581"/>
                  </a:lnTo>
                  <a:lnTo>
                    <a:pt x="861" y="581"/>
                  </a:lnTo>
                  <a:lnTo>
                    <a:pt x="861" y="581"/>
                  </a:lnTo>
                  <a:lnTo>
                    <a:pt x="866" y="581"/>
                  </a:lnTo>
                  <a:lnTo>
                    <a:pt x="866" y="581"/>
                  </a:lnTo>
                  <a:lnTo>
                    <a:pt x="871" y="581"/>
                  </a:lnTo>
                  <a:lnTo>
                    <a:pt x="871" y="579"/>
                  </a:lnTo>
                  <a:lnTo>
                    <a:pt x="878" y="579"/>
                  </a:lnTo>
                  <a:lnTo>
                    <a:pt x="878" y="576"/>
                  </a:lnTo>
                  <a:lnTo>
                    <a:pt x="880" y="576"/>
                  </a:lnTo>
                  <a:lnTo>
                    <a:pt x="880" y="574"/>
                  </a:lnTo>
                  <a:lnTo>
                    <a:pt x="878" y="574"/>
                  </a:lnTo>
                  <a:lnTo>
                    <a:pt x="878" y="572"/>
                  </a:lnTo>
                  <a:lnTo>
                    <a:pt x="880" y="572"/>
                  </a:lnTo>
                  <a:lnTo>
                    <a:pt x="880" y="574"/>
                  </a:lnTo>
                  <a:lnTo>
                    <a:pt x="882" y="574"/>
                  </a:lnTo>
                  <a:lnTo>
                    <a:pt x="882" y="572"/>
                  </a:lnTo>
                  <a:lnTo>
                    <a:pt x="887" y="572"/>
                  </a:lnTo>
                  <a:lnTo>
                    <a:pt x="887" y="572"/>
                  </a:lnTo>
                  <a:lnTo>
                    <a:pt x="890" y="572"/>
                  </a:lnTo>
                  <a:lnTo>
                    <a:pt x="890" y="569"/>
                  </a:lnTo>
                  <a:lnTo>
                    <a:pt x="890" y="569"/>
                  </a:lnTo>
                  <a:lnTo>
                    <a:pt x="890" y="569"/>
                  </a:lnTo>
                  <a:lnTo>
                    <a:pt x="890" y="569"/>
                  </a:lnTo>
                  <a:lnTo>
                    <a:pt x="890" y="567"/>
                  </a:lnTo>
                  <a:lnTo>
                    <a:pt x="892" y="567"/>
                  </a:lnTo>
                  <a:lnTo>
                    <a:pt x="892" y="569"/>
                  </a:lnTo>
                  <a:lnTo>
                    <a:pt x="894" y="569"/>
                  </a:lnTo>
                  <a:lnTo>
                    <a:pt x="894" y="569"/>
                  </a:lnTo>
                  <a:lnTo>
                    <a:pt x="897" y="569"/>
                  </a:lnTo>
                  <a:lnTo>
                    <a:pt x="897" y="569"/>
                  </a:lnTo>
                  <a:lnTo>
                    <a:pt x="894" y="569"/>
                  </a:lnTo>
                  <a:lnTo>
                    <a:pt x="894" y="567"/>
                  </a:lnTo>
                  <a:lnTo>
                    <a:pt x="894" y="567"/>
                  </a:lnTo>
                  <a:lnTo>
                    <a:pt x="894" y="567"/>
                  </a:lnTo>
                  <a:lnTo>
                    <a:pt x="899" y="567"/>
                  </a:lnTo>
                  <a:lnTo>
                    <a:pt x="899" y="567"/>
                  </a:lnTo>
                  <a:lnTo>
                    <a:pt x="899" y="567"/>
                  </a:lnTo>
                  <a:lnTo>
                    <a:pt x="899" y="569"/>
                  </a:lnTo>
                  <a:lnTo>
                    <a:pt x="901" y="569"/>
                  </a:lnTo>
                  <a:lnTo>
                    <a:pt x="901" y="567"/>
                  </a:lnTo>
                  <a:lnTo>
                    <a:pt x="904" y="567"/>
                  </a:lnTo>
                  <a:lnTo>
                    <a:pt x="904" y="569"/>
                  </a:lnTo>
                  <a:lnTo>
                    <a:pt x="913" y="569"/>
                  </a:lnTo>
                  <a:lnTo>
                    <a:pt x="913" y="569"/>
                  </a:lnTo>
                  <a:lnTo>
                    <a:pt x="913" y="569"/>
                  </a:lnTo>
                  <a:lnTo>
                    <a:pt x="913" y="572"/>
                  </a:lnTo>
                  <a:lnTo>
                    <a:pt x="916" y="572"/>
                  </a:lnTo>
                  <a:lnTo>
                    <a:pt x="916" y="572"/>
                  </a:lnTo>
                  <a:lnTo>
                    <a:pt x="918" y="572"/>
                  </a:lnTo>
                  <a:lnTo>
                    <a:pt x="918" y="574"/>
                  </a:lnTo>
                  <a:lnTo>
                    <a:pt x="920" y="574"/>
                  </a:lnTo>
                  <a:lnTo>
                    <a:pt x="920" y="574"/>
                  </a:lnTo>
                  <a:lnTo>
                    <a:pt x="923" y="574"/>
                  </a:lnTo>
                  <a:lnTo>
                    <a:pt x="923" y="574"/>
                  </a:lnTo>
                  <a:lnTo>
                    <a:pt x="925" y="574"/>
                  </a:lnTo>
                  <a:lnTo>
                    <a:pt x="925" y="572"/>
                  </a:lnTo>
                  <a:lnTo>
                    <a:pt x="925" y="572"/>
                  </a:lnTo>
                  <a:lnTo>
                    <a:pt x="925" y="572"/>
                  </a:lnTo>
                  <a:lnTo>
                    <a:pt x="927" y="572"/>
                  </a:lnTo>
                  <a:lnTo>
                    <a:pt x="927" y="569"/>
                  </a:lnTo>
                  <a:lnTo>
                    <a:pt x="930" y="569"/>
                  </a:lnTo>
                  <a:lnTo>
                    <a:pt x="930" y="572"/>
                  </a:lnTo>
                  <a:lnTo>
                    <a:pt x="932" y="572"/>
                  </a:lnTo>
                  <a:lnTo>
                    <a:pt x="932" y="569"/>
                  </a:lnTo>
                  <a:lnTo>
                    <a:pt x="935" y="569"/>
                  </a:lnTo>
                  <a:lnTo>
                    <a:pt x="935" y="572"/>
                  </a:lnTo>
                  <a:lnTo>
                    <a:pt x="937" y="572"/>
                  </a:lnTo>
                  <a:lnTo>
                    <a:pt x="937" y="574"/>
                  </a:lnTo>
                  <a:lnTo>
                    <a:pt x="937" y="574"/>
                  </a:lnTo>
                  <a:lnTo>
                    <a:pt x="937" y="574"/>
                  </a:lnTo>
                  <a:lnTo>
                    <a:pt x="939" y="574"/>
                  </a:lnTo>
                  <a:lnTo>
                    <a:pt x="939" y="581"/>
                  </a:lnTo>
                  <a:lnTo>
                    <a:pt x="939" y="581"/>
                  </a:lnTo>
                  <a:lnTo>
                    <a:pt x="939" y="583"/>
                  </a:lnTo>
                  <a:lnTo>
                    <a:pt x="939" y="583"/>
                  </a:lnTo>
                  <a:lnTo>
                    <a:pt x="939" y="583"/>
                  </a:lnTo>
                  <a:lnTo>
                    <a:pt x="944" y="583"/>
                  </a:lnTo>
                  <a:lnTo>
                    <a:pt x="944" y="586"/>
                  </a:lnTo>
                  <a:lnTo>
                    <a:pt x="944" y="586"/>
                  </a:lnTo>
                  <a:lnTo>
                    <a:pt x="944" y="586"/>
                  </a:lnTo>
                  <a:lnTo>
                    <a:pt x="944" y="586"/>
                  </a:lnTo>
                  <a:lnTo>
                    <a:pt x="944" y="588"/>
                  </a:lnTo>
                  <a:lnTo>
                    <a:pt x="944" y="588"/>
                  </a:lnTo>
                  <a:lnTo>
                    <a:pt x="944" y="593"/>
                  </a:lnTo>
                  <a:lnTo>
                    <a:pt x="939" y="593"/>
                  </a:lnTo>
                  <a:lnTo>
                    <a:pt x="939" y="595"/>
                  </a:lnTo>
                  <a:lnTo>
                    <a:pt x="939" y="595"/>
                  </a:lnTo>
                  <a:lnTo>
                    <a:pt x="939" y="598"/>
                  </a:lnTo>
                  <a:lnTo>
                    <a:pt x="942" y="598"/>
                  </a:lnTo>
                  <a:lnTo>
                    <a:pt x="942" y="600"/>
                  </a:lnTo>
                  <a:lnTo>
                    <a:pt x="944" y="600"/>
                  </a:lnTo>
                  <a:lnTo>
                    <a:pt x="944" y="598"/>
                  </a:lnTo>
                  <a:lnTo>
                    <a:pt x="949" y="598"/>
                  </a:lnTo>
                  <a:lnTo>
                    <a:pt x="949" y="600"/>
                  </a:lnTo>
                  <a:lnTo>
                    <a:pt x="953" y="600"/>
                  </a:lnTo>
                  <a:lnTo>
                    <a:pt x="953" y="595"/>
                  </a:lnTo>
                  <a:lnTo>
                    <a:pt x="961" y="595"/>
                  </a:lnTo>
                  <a:lnTo>
                    <a:pt x="961" y="598"/>
                  </a:lnTo>
                  <a:lnTo>
                    <a:pt x="963" y="598"/>
                  </a:lnTo>
                  <a:lnTo>
                    <a:pt x="963" y="595"/>
                  </a:lnTo>
                  <a:lnTo>
                    <a:pt x="963" y="595"/>
                  </a:lnTo>
                  <a:lnTo>
                    <a:pt x="963" y="595"/>
                  </a:lnTo>
                  <a:lnTo>
                    <a:pt x="963" y="595"/>
                  </a:lnTo>
                  <a:lnTo>
                    <a:pt x="963" y="593"/>
                  </a:lnTo>
                  <a:lnTo>
                    <a:pt x="961" y="593"/>
                  </a:lnTo>
                  <a:lnTo>
                    <a:pt x="961" y="593"/>
                  </a:lnTo>
                  <a:lnTo>
                    <a:pt x="963" y="593"/>
                  </a:lnTo>
                  <a:lnTo>
                    <a:pt x="963" y="593"/>
                  </a:lnTo>
                  <a:lnTo>
                    <a:pt x="965" y="593"/>
                  </a:lnTo>
                  <a:lnTo>
                    <a:pt x="965" y="595"/>
                  </a:lnTo>
                  <a:lnTo>
                    <a:pt x="965" y="595"/>
                  </a:lnTo>
                  <a:lnTo>
                    <a:pt x="965" y="598"/>
                  </a:lnTo>
                  <a:lnTo>
                    <a:pt x="968" y="598"/>
                  </a:lnTo>
                  <a:lnTo>
                    <a:pt x="968" y="598"/>
                  </a:lnTo>
                  <a:lnTo>
                    <a:pt x="970" y="598"/>
                  </a:lnTo>
                  <a:lnTo>
                    <a:pt x="970" y="600"/>
                  </a:lnTo>
                  <a:lnTo>
                    <a:pt x="968" y="600"/>
                  </a:lnTo>
                  <a:lnTo>
                    <a:pt x="968" y="602"/>
                  </a:lnTo>
                  <a:lnTo>
                    <a:pt x="970" y="602"/>
                  </a:lnTo>
                  <a:lnTo>
                    <a:pt x="970" y="602"/>
                  </a:lnTo>
                  <a:lnTo>
                    <a:pt x="968" y="602"/>
                  </a:lnTo>
                  <a:lnTo>
                    <a:pt x="968" y="605"/>
                  </a:lnTo>
                  <a:lnTo>
                    <a:pt x="970" y="605"/>
                  </a:lnTo>
                  <a:lnTo>
                    <a:pt x="970" y="605"/>
                  </a:lnTo>
                  <a:lnTo>
                    <a:pt x="970" y="605"/>
                  </a:lnTo>
                  <a:lnTo>
                    <a:pt x="970" y="605"/>
                  </a:lnTo>
                  <a:lnTo>
                    <a:pt x="972" y="605"/>
                  </a:lnTo>
                  <a:lnTo>
                    <a:pt x="972" y="602"/>
                  </a:lnTo>
                  <a:lnTo>
                    <a:pt x="972" y="602"/>
                  </a:lnTo>
                  <a:lnTo>
                    <a:pt x="972" y="605"/>
                  </a:lnTo>
                  <a:lnTo>
                    <a:pt x="975" y="605"/>
                  </a:lnTo>
                  <a:lnTo>
                    <a:pt x="975" y="602"/>
                  </a:lnTo>
                  <a:lnTo>
                    <a:pt x="975" y="602"/>
                  </a:lnTo>
                  <a:lnTo>
                    <a:pt x="975" y="602"/>
                  </a:lnTo>
                  <a:lnTo>
                    <a:pt x="972" y="602"/>
                  </a:lnTo>
                  <a:lnTo>
                    <a:pt x="972" y="600"/>
                  </a:lnTo>
                  <a:lnTo>
                    <a:pt x="979" y="600"/>
                  </a:lnTo>
                  <a:lnTo>
                    <a:pt x="979" y="600"/>
                  </a:lnTo>
                  <a:lnTo>
                    <a:pt x="982" y="600"/>
                  </a:lnTo>
                  <a:lnTo>
                    <a:pt x="982" y="602"/>
                  </a:lnTo>
                  <a:lnTo>
                    <a:pt x="982" y="602"/>
                  </a:lnTo>
                  <a:lnTo>
                    <a:pt x="982" y="602"/>
                  </a:lnTo>
                  <a:lnTo>
                    <a:pt x="984" y="602"/>
                  </a:lnTo>
                  <a:lnTo>
                    <a:pt x="984" y="605"/>
                  </a:lnTo>
                  <a:lnTo>
                    <a:pt x="991" y="605"/>
                  </a:lnTo>
                  <a:lnTo>
                    <a:pt x="991" y="602"/>
                  </a:lnTo>
                  <a:lnTo>
                    <a:pt x="991" y="602"/>
                  </a:lnTo>
                  <a:lnTo>
                    <a:pt x="991" y="605"/>
                  </a:lnTo>
                  <a:lnTo>
                    <a:pt x="994" y="605"/>
                  </a:lnTo>
                  <a:lnTo>
                    <a:pt x="994" y="602"/>
                  </a:lnTo>
                  <a:lnTo>
                    <a:pt x="994" y="602"/>
                  </a:lnTo>
                  <a:lnTo>
                    <a:pt x="994" y="602"/>
                  </a:lnTo>
                  <a:lnTo>
                    <a:pt x="996" y="602"/>
                  </a:lnTo>
                  <a:lnTo>
                    <a:pt x="996" y="600"/>
                  </a:lnTo>
                  <a:lnTo>
                    <a:pt x="996" y="600"/>
                  </a:lnTo>
                  <a:lnTo>
                    <a:pt x="996" y="602"/>
                  </a:lnTo>
                  <a:lnTo>
                    <a:pt x="998" y="602"/>
                  </a:lnTo>
                  <a:lnTo>
                    <a:pt x="998" y="605"/>
                  </a:lnTo>
                  <a:lnTo>
                    <a:pt x="996" y="605"/>
                  </a:lnTo>
                  <a:lnTo>
                    <a:pt x="996" y="605"/>
                  </a:lnTo>
                  <a:lnTo>
                    <a:pt x="991" y="605"/>
                  </a:lnTo>
                  <a:lnTo>
                    <a:pt x="991" y="607"/>
                  </a:lnTo>
                  <a:lnTo>
                    <a:pt x="991" y="607"/>
                  </a:lnTo>
                  <a:lnTo>
                    <a:pt x="991" y="607"/>
                  </a:lnTo>
                  <a:lnTo>
                    <a:pt x="989" y="607"/>
                  </a:lnTo>
                  <a:lnTo>
                    <a:pt x="989" y="609"/>
                  </a:lnTo>
                  <a:lnTo>
                    <a:pt x="989" y="609"/>
                  </a:lnTo>
                  <a:lnTo>
                    <a:pt x="989" y="612"/>
                  </a:lnTo>
                  <a:lnTo>
                    <a:pt x="987" y="612"/>
                  </a:lnTo>
                  <a:lnTo>
                    <a:pt x="987" y="614"/>
                  </a:lnTo>
                  <a:lnTo>
                    <a:pt x="987" y="614"/>
                  </a:lnTo>
                  <a:lnTo>
                    <a:pt x="987" y="614"/>
                  </a:lnTo>
                  <a:lnTo>
                    <a:pt x="989" y="614"/>
                  </a:lnTo>
                  <a:lnTo>
                    <a:pt x="989" y="617"/>
                  </a:lnTo>
                  <a:lnTo>
                    <a:pt x="991" y="617"/>
                  </a:lnTo>
                  <a:lnTo>
                    <a:pt x="991" y="614"/>
                  </a:lnTo>
                  <a:lnTo>
                    <a:pt x="994" y="614"/>
                  </a:lnTo>
                  <a:lnTo>
                    <a:pt x="994" y="614"/>
                  </a:lnTo>
                  <a:lnTo>
                    <a:pt x="996" y="614"/>
                  </a:lnTo>
                  <a:lnTo>
                    <a:pt x="996" y="614"/>
                  </a:lnTo>
                  <a:lnTo>
                    <a:pt x="996" y="614"/>
                  </a:lnTo>
                  <a:lnTo>
                    <a:pt x="996" y="612"/>
                  </a:lnTo>
                  <a:lnTo>
                    <a:pt x="998" y="612"/>
                  </a:lnTo>
                  <a:lnTo>
                    <a:pt x="998" y="614"/>
                  </a:lnTo>
                  <a:lnTo>
                    <a:pt x="1001" y="614"/>
                  </a:lnTo>
                  <a:lnTo>
                    <a:pt x="1001" y="612"/>
                  </a:lnTo>
                  <a:lnTo>
                    <a:pt x="1006" y="612"/>
                  </a:lnTo>
                  <a:lnTo>
                    <a:pt x="1006" y="614"/>
                  </a:lnTo>
                  <a:lnTo>
                    <a:pt x="1006" y="614"/>
                  </a:lnTo>
                  <a:lnTo>
                    <a:pt x="1006" y="614"/>
                  </a:lnTo>
                  <a:lnTo>
                    <a:pt x="1008" y="614"/>
                  </a:lnTo>
                  <a:lnTo>
                    <a:pt x="1008" y="614"/>
                  </a:lnTo>
                  <a:lnTo>
                    <a:pt x="1010" y="614"/>
                  </a:lnTo>
                  <a:lnTo>
                    <a:pt x="1010" y="614"/>
                  </a:lnTo>
                  <a:lnTo>
                    <a:pt x="1010" y="614"/>
                  </a:lnTo>
                  <a:lnTo>
                    <a:pt x="1010" y="617"/>
                  </a:lnTo>
                  <a:lnTo>
                    <a:pt x="1013" y="617"/>
                  </a:lnTo>
                  <a:lnTo>
                    <a:pt x="1013" y="614"/>
                  </a:lnTo>
                  <a:lnTo>
                    <a:pt x="1013" y="614"/>
                  </a:lnTo>
                  <a:lnTo>
                    <a:pt x="1013" y="612"/>
                  </a:lnTo>
                  <a:lnTo>
                    <a:pt x="1017" y="612"/>
                  </a:lnTo>
                  <a:lnTo>
                    <a:pt x="1017" y="609"/>
                  </a:lnTo>
                  <a:lnTo>
                    <a:pt x="1020" y="609"/>
                  </a:lnTo>
                  <a:lnTo>
                    <a:pt x="1020" y="607"/>
                  </a:lnTo>
                  <a:lnTo>
                    <a:pt x="1024" y="607"/>
                  </a:lnTo>
                  <a:lnTo>
                    <a:pt x="1024" y="607"/>
                  </a:lnTo>
                  <a:lnTo>
                    <a:pt x="1027" y="607"/>
                  </a:lnTo>
                  <a:lnTo>
                    <a:pt x="1027" y="607"/>
                  </a:lnTo>
                  <a:lnTo>
                    <a:pt x="1027" y="607"/>
                  </a:lnTo>
                  <a:lnTo>
                    <a:pt x="1027" y="605"/>
                  </a:lnTo>
                  <a:lnTo>
                    <a:pt x="1029" y="605"/>
                  </a:lnTo>
                  <a:lnTo>
                    <a:pt x="1029" y="605"/>
                  </a:lnTo>
                  <a:lnTo>
                    <a:pt x="1032" y="605"/>
                  </a:lnTo>
                  <a:lnTo>
                    <a:pt x="1032" y="605"/>
                  </a:lnTo>
                  <a:lnTo>
                    <a:pt x="1034" y="605"/>
                  </a:lnTo>
                  <a:lnTo>
                    <a:pt x="1034" y="602"/>
                  </a:lnTo>
                  <a:lnTo>
                    <a:pt x="1034" y="602"/>
                  </a:lnTo>
                  <a:lnTo>
                    <a:pt x="1034" y="600"/>
                  </a:lnTo>
                  <a:lnTo>
                    <a:pt x="1034" y="600"/>
                  </a:lnTo>
                  <a:lnTo>
                    <a:pt x="1034" y="600"/>
                  </a:lnTo>
                  <a:lnTo>
                    <a:pt x="1041" y="600"/>
                  </a:lnTo>
                  <a:lnTo>
                    <a:pt x="1041" y="598"/>
                  </a:lnTo>
                  <a:lnTo>
                    <a:pt x="1043" y="598"/>
                  </a:lnTo>
                  <a:lnTo>
                    <a:pt x="1043" y="598"/>
                  </a:lnTo>
                  <a:lnTo>
                    <a:pt x="1048" y="598"/>
                  </a:lnTo>
                  <a:lnTo>
                    <a:pt x="1048" y="595"/>
                  </a:lnTo>
                  <a:lnTo>
                    <a:pt x="1051" y="595"/>
                  </a:lnTo>
                  <a:lnTo>
                    <a:pt x="1051" y="593"/>
                  </a:lnTo>
                  <a:lnTo>
                    <a:pt x="1060" y="593"/>
                  </a:lnTo>
                  <a:lnTo>
                    <a:pt x="1060" y="593"/>
                  </a:lnTo>
                  <a:lnTo>
                    <a:pt x="1060" y="593"/>
                  </a:lnTo>
                  <a:lnTo>
                    <a:pt x="1060" y="593"/>
                  </a:lnTo>
                  <a:lnTo>
                    <a:pt x="1065" y="593"/>
                  </a:lnTo>
                  <a:lnTo>
                    <a:pt x="1065" y="591"/>
                  </a:lnTo>
                  <a:lnTo>
                    <a:pt x="1065" y="591"/>
                  </a:lnTo>
                  <a:lnTo>
                    <a:pt x="1065" y="593"/>
                  </a:lnTo>
                  <a:lnTo>
                    <a:pt x="1065" y="593"/>
                  </a:lnTo>
                  <a:lnTo>
                    <a:pt x="1065" y="593"/>
                  </a:lnTo>
                  <a:lnTo>
                    <a:pt x="1065" y="593"/>
                  </a:lnTo>
                  <a:lnTo>
                    <a:pt x="1065" y="595"/>
                  </a:lnTo>
                  <a:lnTo>
                    <a:pt x="1065" y="595"/>
                  </a:lnTo>
                  <a:lnTo>
                    <a:pt x="1065" y="598"/>
                  </a:lnTo>
                  <a:lnTo>
                    <a:pt x="1062" y="598"/>
                  </a:lnTo>
                  <a:lnTo>
                    <a:pt x="1062" y="598"/>
                  </a:lnTo>
                  <a:lnTo>
                    <a:pt x="1060" y="598"/>
                  </a:lnTo>
                  <a:lnTo>
                    <a:pt x="1060" y="600"/>
                  </a:lnTo>
                  <a:lnTo>
                    <a:pt x="1060" y="600"/>
                  </a:lnTo>
                  <a:lnTo>
                    <a:pt x="1060" y="598"/>
                  </a:lnTo>
                  <a:lnTo>
                    <a:pt x="1055" y="598"/>
                  </a:lnTo>
                  <a:lnTo>
                    <a:pt x="1055" y="600"/>
                  </a:lnTo>
                  <a:lnTo>
                    <a:pt x="1055" y="600"/>
                  </a:lnTo>
                  <a:lnTo>
                    <a:pt x="1055" y="600"/>
                  </a:lnTo>
                  <a:lnTo>
                    <a:pt x="1058" y="600"/>
                  </a:lnTo>
                  <a:lnTo>
                    <a:pt x="1058" y="602"/>
                  </a:lnTo>
                  <a:lnTo>
                    <a:pt x="1058" y="602"/>
                  </a:lnTo>
                  <a:lnTo>
                    <a:pt x="1058" y="602"/>
                  </a:lnTo>
                  <a:lnTo>
                    <a:pt x="1058" y="602"/>
                  </a:lnTo>
                  <a:lnTo>
                    <a:pt x="1058" y="605"/>
                  </a:lnTo>
                  <a:lnTo>
                    <a:pt x="1060" y="605"/>
                  </a:lnTo>
                  <a:lnTo>
                    <a:pt x="1060" y="605"/>
                  </a:lnTo>
                  <a:lnTo>
                    <a:pt x="1060" y="605"/>
                  </a:lnTo>
                  <a:lnTo>
                    <a:pt x="1060" y="605"/>
                  </a:lnTo>
                  <a:lnTo>
                    <a:pt x="1062" y="605"/>
                  </a:lnTo>
                  <a:lnTo>
                    <a:pt x="1062" y="607"/>
                  </a:lnTo>
                  <a:lnTo>
                    <a:pt x="1065" y="607"/>
                  </a:lnTo>
                  <a:lnTo>
                    <a:pt x="1065" y="607"/>
                  </a:lnTo>
                  <a:lnTo>
                    <a:pt x="1067" y="607"/>
                  </a:lnTo>
                  <a:lnTo>
                    <a:pt x="1067" y="609"/>
                  </a:lnTo>
                  <a:lnTo>
                    <a:pt x="1069" y="609"/>
                  </a:lnTo>
                  <a:lnTo>
                    <a:pt x="1069" y="609"/>
                  </a:lnTo>
                  <a:lnTo>
                    <a:pt x="1069" y="609"/>
                  </a:lnTo>
                  <a:lnTo>
                    <a:pt x="1069" y="612"/>
                  </a:lnTo>
                  <a:lnTo>
                    <a:pt x="1072" y="612"/>
                  </a:lnTo>
                  <a:lnTo>
                    <a:pt x="1072" y="612"/>
                  </a:lnTo>
                  <a:lnTo>
                    <a:pt x="1074" y="612"/>
                  </a:lnTo>
                  <a:lnTo>
                    <a:pt x="1074" y="614"/>
                  </a:lnTo>
                  <a:lnTo>
                    <a:pt x="1077" y="614"/>
                  </a:lnTo>
                  <a:lnTo>
                    <a:pt x="1077" y="614"/>
                  </a:lnTo>
                  <a:lnTo>
                    <a:pt x="1079" y="614"/>
                  </a:lnTo>
                  <a:lnTo>
                    <a:pt x="1079" y="614"/>
                  </a:lnTo>
                  <a:lnTo>
                    <a:pt x="1079" y="614"/>
                  </a:lnTo>
                  <a:lnTo>
                    <a:pt x="1079" y="617"/>
                  </a:lnTo>
                  <a:lnTo>
                    <a:pt x="1081" y="617"/>
                  </a:lnTo>
                  <a:lnTo>
                    <a:pt x="1081" y="617"/>
                  </a:lnTo>
                  <a:lnTo>
                    <a:pt x="1084" y="617"/>
                  </a:lnTo>
                  <a:lnTo>
                    <a:pt x="1084" y="619"/>
                  </a:lnTo>
                  <a:lnTo>
                    <a:pt x="1084" y="619"/>
                  </a:lnTo>
                  <a:lnTo>
                    <a:pt x="1084" y="619"/>
                  </a:lnTo>
                  <a:lnTo>
                    <a:pt x="1086" y="619"/>
                  </a:lnTo>
                  <a:lnTo>
                    <a:pt x="1086" y="621"/>
                  </a:lnTo>
                  <a:lnTo>
                    <a:pt x="1086" y="621"/>
                  </a:lnTo>
                  <a:lnTo>
                    <a:pt x="1086" y="621"/>
                  </a:lnTo>
                  <a:lnTo>
                    <a:pt x="1088" y="621"/>
                  </a:lnTo>
                  <a:lnTo>
                    <a:pt x="1088" y="624"/>
                  </a:lnTo>
                  <a:lnTo>
                    <a:pt x="1088" y="624"/>
                  </a:lnTo>
                  <a:lnTo>
                    <a:pt x="1088" y="624"/>
                  </a:lnTo>
                  <a:lnTo>
                    <a:pt x="1091" y="624"/>
                  </a:lnTo>
                  <a:lnTo>
                    <a:pt x="1091" y="624"/>
                  </a:lnTo>
                  <a:lnTo>
                    <a:pt x="1091" y="624"/>
                  </a:lnTo>
                  <a:lnTo>
                    <a:pt x="1091" y="626"/>
                  </a:lnTo>
                  <a:lnTo>
                    <a:pt x="1091" y="626"/>
                  </a:lnTo>
                  <a:lnTo>
                    <a:pt x="1091" y="626"/>
                  </a:lnTo>
                  <a:lnTo>
                    <a:pt x="1093" y="626"/>
                  </a:lnTo>
                  <a:lnTo>
                    <a:pt x="1093" y="628"/>
                  </a:lnTo>
                  <a:lnTo>
                    <a:pt x="1093" y="628"/>
                  </a:lnTo>
                  <a:lnTo>
                    <a:pt x="1093" y="628"/>
                  </a:lnTo>
                  <a:lnTo>
                    <a:pt x="1093" y="628"/>
                  </a:lnTo>
                  <a:lnTo>
                    <a:pt x="1093" y="631"/>
                  </a:lnTo>
                  <a:lnTo>
                    <a:pt x="1095" y="631"/>
                  </a:lnTo>
                  <a:lnTo>
                    <a:pt x="1095" y="631"/>
                  </a:lnTo>
                  <a:lnTo>
                    <a:pt x="1095" y="631"/>
                  </a:lnTo>
                  <a:lnTo>
                    <a:pt x="1095" y="633"/>
                  </a:lnTo>
                  <a:lnTo>
                    <a:pt x="1098" y="633"/>
                  </a:lnTo>
                  <a:lnTo>
                    <a:pt x="1098" y="633"/>
                  </a:lnTo>
                  <a:lnTo>
                    <a:pt x="1098" y="633"/>
                  </a:lnTo>
                  <a:lnTo>
                    <a:pt x="1098" y="633"/>
                  </a:lnTo>
                  <a:lnTo>
                    <a:pt x="1098" y="633"/>
                  </a:lnTo>
                  <a:lnTo>
                    <a:pt x="1098" y="636"/>
                  </a:lnTo>
                  <a:lnTo>
                    <a:pt x="1100" y="636"/>
                  </a:lnTo>
                  <a:lnTo>
                    <a:pt x="1100" y="636"/>
                  </a:lnTo>
                  <a:lnTo>
                    <a:pt x="1100" y="636"/>
                  </a:lnTo>
                  <a:lnTo>
                    <a:pt x="1100" y="638"/>
                  </a:lnTo>
                  <a:lnTo>
                    <a:pt x="1103" y="638"/>
                  </a:lnTo>
                  <a:lnTo>
                    <a:pt x="1103" y="638"/>
                  </a:lnTo>
                  <a:lnTo>
                    <a:pt x="1103" y="638"/>
                  </a:lnTo>
                  <a:lnTo>
                    <a:pt x="1103" y="640"/>
                  </a:lnTo>
                  <a:lnTo>
                    <a:pt x="1103" y="640"/>
                  </a:lnTo>
                  <a:lnTo>
                    <a:pt x="1103" y="643"/>
                  </a:lnTo>
                  <a:lnTo>
                    <a:pt x="1105" y="643"/>
                  </a:lnTo>
                  <a:lnTo>
                    <a:pt x="1105" y="643"/>
                  </a:lnTo>
                  <a:lnTo>
                    <a:pt x="1105" y="643"/>
                  </a:lnTo>
                  <a:lnTo>
                    <a:pt x="1105" y="643"/>
                  </a:lnTo>
                  <a:lnTo>
                    <a:pt x="1105" y="643"/>
                  </a:lnTo>
                  <a:lnTo>
                    <a:pt x="1105" y="645"/>
                  </a:lnTo>
                  <a:lnTo>
                    <a:pt x="1107" y="645"/>
                  </a:lnTo>
                  <a:lnTo>
                    <a:pt x="1107" y="645"/>
                  </a:lnTo>
                  <a:lnTo>
                    <a:pt x="1107" y="645"/>
                  </a:lnTo>
                  <a:lnTo>
                    <a:pt x="1107" y="647"/>
                  </a:lnTo>
                  <a:lnTo>
                    <a:pt x="1110" y="647"/>
                  </a:lnTo>
                  <a:lnTo>
                    <a:pt x="1110" y="647"/>
                  </a:lnTo>
                  <a:lnTo>
                    <a:pt x="1110" y="647"/>
                  </a:lnTo>
                  <a:lnTo>
                    <a:pt x="1110" y="650"/>
                  </a:lnTo>
                  <a:lnTo>
                    <a:pt x="1112" y="650"/>
                  </a:lnTo>
                  <a:lnTo>
                    <a:pt x="1112" y="652"/>
                  </a:lnTo>
                  <a:lnTo>
                    <a:pt x="1112" y="652"/>
                  </a:lnTo>
                  <a:lnTo>
                    <a:pt x="1112" y="652"/>
                  </a:lnTo>
                  <a:lnTo>
                    <a:pt x="1112" y="652"/>
                  </a:lnTo>
                  <a:lnTo>
                    <a:pt x="1112" y="655"/>
                  </a:lnTo>
                  <a:lnTo>
                    <a:pt x="1114" y="655"/>
                  </a:lnTo>
                  <a:lnTo>
                    <a:pt x="1114" y="655"/>
                  </a:lnTo>
                  <a:lnTo>
                    <a:pt x="1114" y="655"/>
                  </a:lnTo>
                  <a:lnTo>
                    <a:pt x="1114" y="657"/>
                  </a:lnTo>
                  <a:lnTo>
                    <a:pt x="1117" y="657"/>
                  </a:lnTo>
                  <a:lnTo>
                    <a:pt x="1117" y="657"/>
                  </a:lnTo>
                  <a:lnTo>
                    <a:pt x="1117" y="657"/>
                  </a:lnTo>
                  <a:lnTo>
                    <a:pt x="1117" y="659"/>
                  </a:lnTo>
                  <a:lnTo>
                    <a:pt x="1117" y="659"/>
                  </a:lnTo>
                  <a:lnTo>
                    <a:pt x="1117" y="662"/>
                  </a:lnTo>
                  <a:lnTo>
                    <a:pt x="1119" y="662"/>
                  </a:lnTo>
                  <a:lnTo>
                    <a:pt x="1119" y="662"/>
                  </a:lnTo>
                  <a:lnTo>
                    <a:pt x="1119" y="662"/>
                  </a:lnTo>
                  <a:lnTo>
                    <a:pt x="1119" y="664"/>
                  </a:lnTo>
                  <a:lnTo>
                    <a:pt x="1119" y="664"/>
                  </a:lnTo>
                  <a:lnTo>
                    <a:pt x="1119" y="664"/>
                  </a:lnTo>
                  <a:lnTo>
                    <a:pt x="1122" y="664"/>
                  </a:lnTo>
                  <a:lnTo>
                    <a:pt x="1122" y="666"/>
                  </a:lnTo>
                  <a:lnTo>
                    <a:pt x="1122" y="666"/>
                  </a:lnTo>
                  <a:lnTo>
                    <a:pt x="1122" y="669"/>
                  </a:lnTo>
                  <a:lnTo>
                    <a:pt x="1124" y="669"/>
                  </a:lnTo>
                  <a:lnTo>
                    <a:pt x="1124" y="669"/>
                  </a:lnTo>
                  <a:lnTo>
                    <a:pt x="1124" y="669"/>
                  </a:lnTo>
                  <a:lnTo>
                    <a:pt x="1124" y="671"/>
                  </a:lnTo>
                  <a:lnTo>
                    <a:pt x="1124" y="671"/>
                  </a:lnTo>
                  <a:lnTo>
                    <a:pt x="1124" y="673"/>
                  </a:lnTo>
                  <a:lnTo>
                    <a:pt x="1126" y="673"/>
                  </a:lnTo>
                  <a:lnTo>
                    <a:pt x="1126" y="673"/>
                  </a:lnTo>
                  <a:lnTo>
                    <a:pt x="1126" y="673"/>
                  </a:lnTo>
                  <a:lnTo>
                    <a:pt x="1126" y="673"/>
                  </a:lnTo>
                  <a:lnTo>
                    <a:pt x="1126" y="673"/>
                  </a:lnTo>
                  <a:lnTo>
                    <a:pt x="1126" y="676"/>
                  </a:lnTo>
                  <a:lnTo>
                    <a:pt x="1129" y="676"/>
                  </a:lnTo>
                  <a:lnTo>
                    <a:pt x="1129" y="678"/>
                  </a:lnTo>
                  <a:lnTo>
                    <a:pt x="1129" y="678"/>
                  </a:lnTo>
                  <a:lnTo>
                    <a:pt x="1129" y="678"/>
                  </a:lnTo>
                  <a:lnTo>
                    <a:pt x="1131" y="678"/>
                  </a:lnTo>
                  <a:lnTo>
                    <a:pt x="1131" y="681"/>
                  </a:lnTo>
                  <a:lnTo>
                    <a:pt x="1131" y="681"/>
                  </a:lnTo>
                  <a:lnTo>
                    <a:pt x="1131" y="683"/>
                  </a:lnTo>
                  <a:lnTo>
                    <a:pt x="1131" y="683"/>
                  </a:lnTo>
                  <a:lnTo>
                    <a:pt x="1131" y="683"/>
                  </a:lnTo>
                  <a:lnTo>
                    <a:pt x="1133" y="683"/>
                  </a:lnTo>
                  <a:lnTo>
                    <a:pt x="1133" y="683"/>
                  </a:lnTo>
                  <a:lnTo>
                    <a:pt x="1133" y="683"/>
                  </a:lnTo>
                  <a:lnTo>
                    <a:pt x="1133" y="683"/>
                  </a:lnTo>
                  <a:lnTo>
                    <a:pt x="1136" y="683"/>
                  </a:lnTo>
                  <a:lnTo>
                    <a:pt x="1136" y="681"/>
                  </a:lnTo>
                  <a:lnTo>
                    <a:pt x="1140" y="681"/>
                  </a:lnTo>
                  <a:lnTo>
                    <a:pt x="1140" y="681"/>
                  </a:lnTo>
                  <a:lnTo>
                    <a:pt x="1143" y="681"/>
                  </a:lnTo>
                  <a:lnTo>
                    <a:pt x="1143" y="676"/>
                  </a:lnTo>
                  <a:lnTo>
                    <a:pt x="1140" y="676"/>
                  </a:lnTo>
                  <a:lnTo>
                    <a:pt x="1140" y="673"/>
                  </a:lnTo>
                  <a:lnTo>
                    <a:pt x="1143" y="673"/>
                  </a:lnTo>
                  <a:lnTo>
                    <a:pt x="1143" y="673"/>
                  </a:lnTo>
                  <a:lnTo>
                    <a:pt x="1145" y="673"/>
                  </a:lnTo>
                  <a:lnTo>
                    <a:pt x="1145" y="671"/>
                  </a:lnTo>
                  <a:lnTo>
                    <a:pt x="1150" y="671"/>
                  </a:lnTo>
                  <a:lnTo>
                    <a:pt x="1150" y="673"/>
                  </a:lnTo>
                  <a:lnTo>
                    <a:pt x="1152" y="673"/>
                  </a:lnTo>
                  <a:lnTo>
                    <a:pt x="1152" y="673"/>
                  </a:lnTo>
                  <a:lnTo>
                    <a:pt x="1155" y="673"/>
                  </a:lnTo>
                  <a:lnTo>
                    <a:pt x="1155" y="673"/>
                  </a:lnTo>
                  <a:lnTo>
                    <a:pt x="1155" y="673"/>
                  </a:lnTo>
                  <a:lnTo>
                    <a:pt x="1155" y="673"/>
                  </a:lnTo>
                  <a:lnTo>
                    <a:pt x="1157" y="673"/>
                  </a:lnTo>
                  <a:lnTo>
                    <a:pt x="1157" y="676"/>
                  </a:lnTo>
                  <a:lnTo>
                    <a:pt x="1157" y="676"/>
                  </a:lnTo>
                  <a:lnTo>
                    <a:pt x="1157" y="678"/>
                  </a:lnTo>
                  <a:lnTo>
                    <a:pt x="1155" y="678"/>
                  </a:lnTo>
                  <a:lnTo>
                    <a:pt x="1155" y="681"/>
                  </a:lnTo>
                  <a:lnTo>
                    <a:pt x="1159" y="681"/>
                  </a:lnTo>
                  <a:lnTo>
                    <a:pt x="1159" y="678"/>
                  </a:lnTo>
                  <a:lnTo>
                    <a:pt x="1162" y="678"/>
                  </a:lnTo>
                  <a:lnTo>
                    <a:pt x="1162" y="681"/>
                  </a:lnTo>
                  <a:lnTo>
                    <a:pt x="1162" y="681"/>
                  </a:lnTo>
                  <a:lnTo>
                    <a:pt x="1162" y="681"/>
                  </a:lnTo>
                  <a:lnTo>
                    <a:pt x="1164" y="681"/>
                  </a:lnTo>
                  <a:lnTo>
                    <a:pt x="1164" y="685"/>
                  </a:lnTo>
                  <a:lnTo>
                    <a:pt x="1169" y="685"/>
                  </a:lnTo>
                  <a:lnTo>
                    <a:pt x="1169" y="683"/>
                  </a:lnTo>
                  <a:lnTo>
                    <a:pt x="1176" y="683"/>
                  </a:lnTo>
                  <a:lnTo>
                    <a:pt x="1176" y="685"/>
                  </a:lnTo>
                  <a:lnTo>
                    <a:pt x="1181" y="685"/>
                  </a:lnTo>
                  <a:lnTo>
                    <a:pt x="1181" y="683"/>
                  </a:lnTo>
                  <a:lnTo>
                    <a:pt x="1183" y="683"/>
                  </a:lnTo>
                  <a:lnTo>
                    <a:pt x="1183" y="685"/>
                  </a:lnTo>
                  <a:lnTo>
                    <a:pt x="1188" y="685"/>
                  </a:lnTo>
                  <a:lnTo>
                    <a:pt x="1188" y="683"/>
                  </a:lnTo>
                  <a:lnTo>
                    <a:pt x="1190" y="683"/>
                  </a:lnTo>
                  <a:lnTo>
                    <a:pt x="1190" y="681"/>
                  </a:lnTo>
                  <a:lnTo>
                    <a:pt x="1197" y="681"/>
                  </a:lnTo>
                  <a:lnTo>
                    <a:pt x="1197" y="681"/>
                  </a:lnTo>
                  <a:lnTo>
                    <a:pt x="1200" y="681"/>
                  </a:lnTo>
                  <a:lnTo>
                    <a:pt x="1200" y="678"/>
                  </a:lnTo>
                  <a:lnTo>
                    <a:pt x="1204" y="678"/>
                  </a:lnTo>
                  <a:lnTo>
                    <a:pt x="1204" y="681"/>
                  </a:lnTo>
                  <a:lnTo>
                    <a:pt x="1209" y="681"/>
                  </a:lnTo>
                  <a:lnTo>
                    <a:pt x="1209" y="681"/>
                  </a:lnTo>
                  <a:lnTo>
                    <a:pt x="1211" y="681"/>
                  </a:lnTo>
                  <a:lnTo>
                    <a:pt x="1211" y="683"/>
                  </a:lnTo>
                  <a:lnTo>
                    <a:pt x="1216" y="683"/>
                  </a:lnTo>
                  <a:lnTo>
                    <a:pt x="1216" y="683"/>
                  </a:lnTo>
                  <a:lnTo>
                    <a:pt x="1216" y="683"/>
                  </a:lnTo>
                  <a:lnTo>
                    <a:pt x="1216" y="683"/>
                  </a:lnTo>
                  <a:lnTo>
                    <a:pt x="1216" y="683"/>
                  </a:lnTo>
                  <a:lnTo>
                    <a:pt x="1216" y="685"/>
                  </a:lnTo>
                  <a:lnTo>
                    <a:pt x="1219" y="685"/>
                  </a:lnTo>
                  <a:lnTo>
                    <a:pt x="1219" y="688"/>
                  </a:lnTo>
                  <a:lnTo>
                    <a:pt x="1219" y="688"/>
                  </a:lnTo>
                  <a:lnTo>
                    <a:pt x="1219" y="688"/>
                  </a:lnTo>
                  <a:lnTo>
                    <a:pt x="1221" y="688"/>
                  </a:lnTo>
                  <a:lnTo>
                    <a:pt x="1221" y="690"/>
                  </a:lnTo>
                  <a:lnTo>
                    <a:pt x="1221" y="690"/>
                  </a:lnTo>
                  <a:lnTo>
                    <a:pt x="1221" y="690"/>
                  </a:lnTo>
                  <a:lnTo>
                    <a:pt x="1223" y="690"/>
                  </a:lnTo>
                  <a:lnTo>
                    <a:pt x="1223" y="692"/>
                  </a:lnTo>
                  <a:lnTo>
                    <a:pt x="1223" y="692"/>
                  </a:lnTo>
                  <a:lnTo>
                    <a:pt x="1223" y="697"/>
                  </a:lnTo>
                  <a:lnTo>
                    <a:pt x="1226" y="697"/>
                  </a:lnTo>
                  <a:lnTo>
                    <a:pt x="1226" y="700"/>
                  </a:lnTo>
                  <a:lnTo>
                    <a:pt x="1226" y="700"/>
                  </a:lnTo>
                  <a:lnTo>
                    <a:pt x="1226" y="697"/>
                  </a:lnTo>
                  <a:lnTo>
                    <a:pt x="1228" y="697"/>
                  </a:lnTo>
                  <a:lnTo>
                    <a:pt x="1228" y="700"/>
                  </a:lnTo>
                  <a:lnTo>
                    <a:pt x="1230" y="700"/>
                  </a:lnTo>
                  <a:lnTo>
                    <a:pt x="1230" y="700"/>
                  </a:lnTo>
                  <a:lnTo>
                    <a:pt x="1233" y="700"/>
                  </a:lnTo>
                  <a:lnTo>
                    <a:pt x="1233" y="702"/>
                  </a:lnTo>
                  <a:lnTo>
                    <a:pt x="1235" y="702"/>
                  </a:lnTo>
                  <a:lnTo>
                    <a:pt x="1235" y="702"/>
                  </a:lnTo>
                  <a:lnTo>
                    <a:pt x="1240" y="702"/>
                  </a:lnTo>
                  <a:lnTo>
                    <a:pt x="1240" y="702"/>
                  </a:lnTo>
                  <a:lnTo>
                    <a:pt x="1240" y="702"/>
                  </a:lnTo>
                  <a:lnTo>
                    <a:pt x="1240" y="704"/>
                  </a:lnTo>
                  <a:lnTo>
                    <a:pt x="1240" y="704"/>
                  </a:lnTo>
                  <a:lnTo>
                    <a:pt x="1240" y="707"/>
                  </a:lnTo>
                  <a:lnTo>
                    <a:pt x="1242" y="707"/>
                  </a:lnTo>
                  <a:lnTo>
                    <a:pt x="1242" y="709"/>
                  </a:lnTo>
                  <a:lnTo>
                    <a:pt x="1242" y="709"/>
                  </a:lnTo>
                  <a:lnTo>
                    <a:pt x="1242" y="711"/>
                  </a:lnTo>
                  <a:lnTo>
                    <a:pt x="1245" y="711"/>
                  </a:lnTo>
                  <a:lnTo>
                    <a:pt x="1245" y="714"/>
                  </a:lnTo>
                  <a:lnTo>
                    <a:pt x="1245" y="714"/>
                  </a:lnTo>
                  <a:lnTo>
                    <a:pt x="1245" y="714"/>
                  </a:lnTo>
                  <a:lnTo>
                    <a:pt x="1254" y="714"/>
                  </a:lnTo>
                  <a:lnTo>
                    <a:pt x="1254" y="716"/>
                  </a:lnTo>
                  <a:lnTo>
                    <a:pt x="1254" y="716"/>
                  </a:lnTo>
                  <a:lnTo>
                    <a:pt x="1254" y="714"/>
                  </a:lnTo>
                  <a:lnTo>
                    <a:pt x="1256" y="714"/>
                  </a:lnTo>
                  <a:lnTo>
                    <a:pt x="1256" y="716"/>
                  </a:lnTo>
                  <a:lnTo>
                    <a:pt x="1259" y="716"/>
                  </a:lnTo>
                  <a:lnTo>
                    <a:pt x="1259" y="716"/>
                  </a:lnTo>
                  <a:lnTo>
                    <a:pt x="1264" y="716"/>
                  </a:lnTo>
                  <a:lnTo>
                    <a:pt x="1264" y="719"/>
                  </a:lnTo>
                  <a:lnTo>
                    <a:pt x="1266" y="719"/>
                  </a:lnTo>
                  <a:lnTo>
                    <a:pt x="1266" y="716"/>
                  </a:lnTo>
                  <a:lnTo>
                    <a:pt x="1266" y="716"/>
                  </a:lnTo>
                  <a:lnTo>
                    <a:pt x="1266" y="714"/>
                  </a:lnTo>
                  <a:lnTo>
                    <a:pt x="1268" y="714"/>
                  </a:lnTo>
                  <a:lnTo>
                    <a:pt x="1268" y="714"/>
                  </a:lnTo>
                  <a:lnTo>
                    <a:pt x="1271" y="714"/>
                  </a:lnTo>
                  <a:lnTo>
                    <a:pt x="1271" y="711"/>
                  </a:lnTo>
                  <a:lnTo>
                    <a:pt x="1271" y="711"/>
                  </a:lnTo>
                  <a:lnTo>
                    <a:pt x="1271" y="711"/>
                  </a:lnTo>
                  <a:lnTo>
                    <a:pt x="1273" y="711"/>
                  </a:lnTo>
                  <a:lnTo>
                    <a:pt x="1273" y="711"/>
                  </a:lnTo>
                  <a:lnTo>
                    <a:pt x="1273" y="711"/>
                  </a:lnTo>
                  <a:lnTo>
                    <a:pt x="1273" y="709"/>
                  </a:lnTo>
                  <a:lnTo>
                    <a:pt x="1278" y="709"/>
                  </a:lnTo>
                  <a:lnTo>
                    <a:pt x="1278" y="711"/>
                  </a:lnTo>
                  <a:lnTo>
                    <a:pt x="1278" y="711"/>
                  </a:lnTo>
                  <a:lnTo>
                    <a:pt x="1278" y="711"/>
                  </a:lnTo>
                  <a:lnTo>
                    <a:pt x="1273" y="711"/>
                  </a:lnTo>
                  <a:lnTo>
                    <a:pt x="1273" y="714"/>
                  </a:lnTo>
                  <a:lnTo>
                    <a:pt x="1278" y="714"/>
                  </a:lnTo>
                  <a:lnTo>
                    <a:pt x="1278" y="716"/>
                  </a:lnTo>
                  <a:lnTo>
                    <a:pt x="1278" y="716"/>
                  </a:lnTo>
                  <a:lnTo>
                    <a:pt x="1278" y="716"/>
                  </a:lnTo>
                  <a:lnTo>
                    <a:pt x="1278" y="716"/>
                  </a:lnTo>
                  <a:lnTo>
                    <a:pt x="1278" y="719"/>
                  </a:lnTo>
                  <a:lnTo>
                    <a:pt x="1280" y="719"/>
                  </a:lnTo>
                  <a:lnTo>
                    <a:pt x="1280" y="721"/>
                  </a:lnTo>
                  <a:lnTo>
                    <a:pt x="1282" y="721"/>
                  </a:lnTo>
                  <a:lnTo>
                    <a:pt x="1282" y="723"/>
                  </a:lnTo>
                  <a:lnTo>
                    <a:pt x="1282" y="723"/>
                  </a:lnTo>
                  <a:lnTo>
                    <a:pt x="1282" y="723"/>
                  </a:lnTo>
                  <a:lnTo>
                    <a:pt x="1287" y="723"/>
                  </a:lnTo>
                  <a:lnTo>
                    <a:pt x="1287" y="723"/>
                  </a:lnTo>
                  <a:lnTo>
                    <a:pt x="1290" y="723"/>
                  </a:lnTo>
                  <a:lnTo>
                    <a:pt x="1290" y="726"/>
                  </a:lnTo>
                  <a:lnTo>
                    <a:pt x="1290" y="726"/>
                  </a:lnTo>
                  <a:lnTo>
                    <a:pt x="1290" y="728"/>
                  </a:lnTo>
                  <a:lnTo>
                    <a:pt x="1292" y="728"/>
                  </a:lnTo>
                  <a:lnTo>
                    <a:pt x="1292" y="726"/>
                  </a:lnTo>
                  <a:lnTo>
                    <a:pt x="1297" y="726"/>
                  </a:lnTo>
                  <a:lnTo>
                    <a:pt x="1297" y="726"/>
                  </a:lnTo>
                  <a:lnTo>
                    <a:pt x="1304" y="726"/>
                  </a:lnTo>
                  <a:lnTo>
                    <a:pt x="1304" y="723"/>
                  </a:lnTo>
                  <a:lnTo>
                    <a:pt x="1306" y="723"/>
                  </a:lnTo>
                  <a:lnTo>
                    <a:pt x="1306" y="721"/>
                  </a:lnTo>
                  <a:lnTo>
                    <a:pt x="1306" y="721"/>
                  </a:lnTo>
                  <a:lnTo>
                    <a:pt x="1306" y="719"/>
                  </a:lnTo>
                  <a:lnTo>
                    <a:pt x="1306" y="719"/>
                  </a:lnTo>
                  <a:lnTo>
                    <a:pt x="1306" y="719"/>
                  </a:lnTo>
                  <a:lnTo>
                    <a:pt x="1308" y="719"/>
                  </a:lnTo>
                  <a:lnTo>
                    <a:pt x="1308" y="716"/>
                  </a:lnTo>
                  <a:lnTo>
                    <a:pt x="1316" y="716"/>
                  </a:lnTo>
                  <a:lnTo>
                    <a:pt x="1316" y="716"/>
                  </a:lnTo>
                  <a:lnTo>
                    <a:pt x="1318" y="716"/>
                  </a:lnTo>
                  <a:lnTo>
                    <a:pt x="1318" y="716"/>
                  </a:lnTo>
                  <a:lnTo>
                    <a:pt x="1318" y="716"/>
                  </a:lnTo>
                  <a:lnTo>
                    <a:pt x="1318" y="719"/>
                  </a:lnTo>
                  <a:lnTo>
                    <a:pt x="1323" y="719"/>
                  </a:lnTo>
                  <a:lnTo>
                    <a:pt x="1323" y="716"/>
                  </a:lnTo>
                  <a:lnTo>
                    <a:pt x="1323" y="716"/>
                  </a:lnTo>
                  <a:lnTo>
                    <a:pt x="1323" y="716"/>
                  </a:lnTo>
                  <a:lnTo>
                    <a:pt x="1325" y="716"/>
                  </a:lnTo>
                  <a:lnTo>
                    <a:pt x="1325" y="716"/>
                  </a:lnTo>
                  <a:lnTo>
                    <a:pt x="1330" y="716"/>
                  </a:lnTo>
                  <a:lnTo>
                    <a:pt x="1330" y="716"/>
                  </a:lnTo>
                  <a:lnTo>
                    <a:pt x="1330" y="716"/>
                  </a:lnTo>
                  <a:lnTo>
                    <a:pt x="1330" y="711"/>
                  </a:lnTo>
                  <a:lnTo>
                    <a:pt x="1332" y="711"/>
                  </a:lnTo>
                  <a:lnTo>
                    <a:pt x="1332" y="714"/>
                  </a:lnTo>
                  <a:lnTo>
                    <a:pt x="1335" y="714"/>
                  </a:lnTo>
                  <a:lnTo>
                    <a:pt x="1335" y="711"/>
                  </a:lnTo>
                  <a:lnTo>
                    <a:pt x="1337" y="711"/>
                  </a:lnTo>
                  <a:lnTo>
                    <a:pt x="1337" y="711"/>
                  </a:lnTo>
                  <a:lnTo>
                    <a:pt x="1339" y="711"/>
                  </a:lnTo>
                  <a:lnTo>
                    <a:pt x="1339" y="709"/>
                  </a:lnTo>
                  <a:lnTo>
                    <a:pt x="1339" y="709"/>
                  </a:lnTo>
                  <a:lnTo>
                    <a:pt x="1339" y="704"/>
                  </a:lnTo>
                  <a:lnTo>
                    <a:pt x="1339" y="704"/>
                  </a:lnTo>
                  <a:lnTo>
                    <a:pt x="1339" y="704"/>
                  </a:lnTo>
                  <a:lnTo>
                    <a:pt x="1346" y="704"/>
                  </a:lnTo>
                  <a:lnTo>
                    <a:pt x="1346" y="702"/>
                  </a:lnTo>
                  <a:lnTo>
                    <a:pt x="1353" y="702"/>
                  </a:lnTo>
                  <a:lnTo>
                    <a:pt x="1353" y="702"/>
                  </a:lnTo>
                  <a:lnTo>
                    <a:pt x="1353" y="702"/>
                  </a:lnTo>
                  <a:lnTo>
                    <a:pt x="1353" y="702"/>
                  </a:lnTo>
                  <a:lnTo>
                    <a:pt x="1356" y="702"/>
                  </a:lnTo>
                  <a:lnTo>
                    <a:pt x="1356" y="700"/>
                  </a:lnTo>
                  <a:lnTo>
                    <a:pt x="1361" y="700"/>
                  </a:lnTo>
                  <a:lnTo>
                    <a:pt x="1361" y="700"/>
                  </a:lnTo>
                  <a:lnTo>
                    <a:pt x="1363" y="700"/>
                  </a:lnTo>
                  <a:lnTo>
                    <a:pt x="1363" y="697"/>
                  </a:lnTo>
                  <a:lnTo>
                    <a:pt x="1363" y="697"/>
                  </a:lnTo>
                  <a:lnTo>
                    <a:pt x="1363" y="697"/>
                  </a:lnTo>
                  <a:lnTo>
                    <a:pt x="1363" y="697"/>
                  </a:lnTo>
                  <a:lnTo>
                    <a:pt x="1363" y="695"/>
                  </a:lnTo>
                  <a:lnTo>
                    <a:pt x="1361" y="695"/>
                  </a:lnTo>
                  <a:lnTo>
                    <a:pt x="1361" y="692"/>
                  </a:lnTo>
                  <a:lnTo>
                    <a:pt x="1363" y="692"/>
                  </a:lnTo>
                  <a:lnTo>
                    <a:pt x="1363" y="692"/>
                  </a:lnTo>
                  <a:lnTo>
                    <a:pt x="1372" y="692"/>
                  </a:lnTo>
                  <a:lnTo>
                    <a:pt x="1372" y="692"/>
                  </a:lnTo>
                  <a:lnTo>
                    <a:pt x="1375" y="692"/>
                  </a:lnTo>
                  <a:lnTo>
                    <a:pt x="1375" y="692"/>
                  </a:lnTo>
                  <a:lnTo>
                    <a:pt x="1377" y="692"/>
                  </a:lnTo>
                  <a:lnTo>
                    <a:pt x="1377" y="690"/>
                  </a:lnTo>
                  <a:lnTo>
                    <a:pt x="1380" y="690"/>
                  </a:lnTo>
                  <a:lnTo>
                    <a:pt x="1380" y="690"/>
                  </a:lnTo>
                  <a:lnTo>
                    <a:pt x="1380" y="690"/>
                  </a:lnTo>
                  <a:lnTo>
                    <a:pt x="1380" y="690"/>
                  </a:lnTo>
                  <a:lnTo>
                    <a:pt x="1380" y="690"/>
                  </a:lnTo>
                  <a:lnTo>
                    <a:pt x="1380" y="690"/>
                  </a:lnTo>
                  <a:lnTo>
                    <a:pt x="1382" y="690"/>
                  </a:lnTo>
                  <a:lnTo>
                    <a:pt x="1382" y="688"/>
                  </a:lnTo>
                  <a:lnTo>
                    <a:pt x="1384" y="688"/>
                  </a:lnTo>
                  <a:lnTo>
                    <a:pt x="1384" y="685"/>
                  </a:lnTo>
                  <a:lnTo>
                    <a:pt x="1387" y="685"/>
                  </a:lnTo>
                  <a:lnTo>
                    <a:pt x="1387" y="685"/>
                  </a:lnTo>
                  <a:lnTo>
                    <a:pt x="1387" y="685"/>
                  </a:lnTo>
                  <a:lnTo>
                    <a:pt x="1387" y="685"/>
                  </a:lnTo>
                  <a:lnTo>
                    <a:pt x="1389" y="685"/>
                  </a:lnTo>
                  <a:lnTo>
                    <a:pt x="1389" y="688"/>
                  </a:lnTo>
                  <a:lnTo>
                    <a:pt x="1394" y="688"/>
                  </a:lnTo>
                  <a:lnTo>
                    <a:pt x="1394" y="685"/>
                  </a:lnTo>
                  <a:lnTo>
                    <a:pt x="1396" y="685"/>
                  </a:lnTo>
                  <a:lnTo>
                    <a:pt x="1396" y="683"/>
                  </a:lnTo>
                  <a:lnTo>
                    <a:pt x="1398" y="683"/>
                  </a:lnTo>
                  <a:lnTo>
                    <a:pt x="1398" y="683"/>
                  </a:lnTo>
                  <a:lnTo>
                    <a:pt x="1401" y="683"/>
                  </a:lnTo>
                  <a:lnTo>
                    <a:pt x="1401" y="685"/>
                  </a:lnTo>
                  <a:lnTo>
                    <a:pt x="1401" y="685"/>
                  </a:lnTo>
                  <a:lnTo>
                    <a:pt x="1401" y="683"/>
                  </a:lnTo>
                  <a:lnTo>
                    <a:pt x="1403" y="683"/>
                  </a:lnTo>
                  <a:lnTo>
                    <a:pt x="1403" y="685"/>
                  </a:lnTo>
                  <a:lnTo>
                    <a:pt x="1403" y="685"/>
                  </a:lnTo>
                  <a:lnTo>
                    <a:pt x="1403" y="685"/>
                  </a:lnTo>
                  <a:lnTo>
                    <a:pt x="1406" y="685"/>
                  </a:lnTo>
                  <a:lnTo>
                    <a:pt x="1406" y="685"/>
                  </a:lnTo>
                  <a:lnTo>
                    <a:pt x="1406" y="685"/>
                  </a:lnTo>
                  <a:lnTo>
                    <a:pt x="1406" y="683"/>
                  </a:lnTo>
                  <a:lnTo>
                    <a:pt x="1413" y="683"/>
                  </a:lnTo>
                  <a:lnTo>
                    <a:pt x="1413" y="685"/>
                  </a:lnTo>
                  <a:lnTo>
                    <a:pt x="1410" y="685"/>
                  </a:lnTo>
                  <a:lnTo>
                    <a:pt x="1410" y="688"/>
                  </a:lnTo>
                  <a:lnTo>
                    <a:pt x="1410" y="688"/>
                  </a:lnTo>
                  <a:lnTo>
                    <a:pt x="1410" y="688"/>
                  </a:lnTo>
                  <a:lnTo>
                    <a:pt x="1410" y="688"/>
                  </a:lnTo>
                  <a:lnTo>
                    <a:pt x="1410" y="690"/>
                  </a:lnTo>
                  <a:lnTo>
                    <a:pt x="1413" y="690"/>
                  </a:lnTo>
                  <a:lnTo>
                    <a:pt x="1413" y="690"/>
                  </a:lnTo>
                  <a:lnTo>
                    <a:pt x="1415" y="690"/>
                  </a:lnTo>
                  <a:lnTo>
                    <a:pt x="1415" y="690"/>
                  </a:lnTo>
                  <a:lnTo>
                    <a:pt x="1439" y="690"/>
                  </a:lnTo>
                  <a:lnTo>
                    <a:pt x="1439" y="692"/>
                  </a:lnTo>
                  <a:lnTo>
                    <a:pt x="1439" y="692"/>
                  </a:lnTo>
                  <a:lnTo>
                    <a:pt x="1439" y="692"/>
                  </a:lnTo>
                  <a:lnTo>
                    <a:pt x="1441" y="692"/>
                  </a:lnTo>
                  <a:lnTo>
                    <a:pt x="1441" y="697"/>
                  </a:lnTo>
                  <a:lnTo>
                    <a:pt x="1441" y="697"/>
                  </a:lnTo>
                  <a:lnTo>
                    <a:pt x="1441" y="700"/>
                  </a:lnTo>
                  <a:lnTo>
                    <a:pt x="1443" y="700"/>
                  </a:lnTo>
                  <a:lnTo>
                    <a:pt x="1443" y="700"/>
                  </a:lnTo>
                  <a:lnTo>
                    <a:pt x="1443" y="700"/>
                  </a:lnTo>
                  <a:lnTo>
                    <a:pt x="1443" y="702"/>
                  </a:lnTo>
                  <a:lnTo>
                    <a:pt x="1446" y="702"/>
                  </a:lnTo>
                  <a:lnTo>
                    <a:pt x="1446" y="702"/>
                  </a:lnTo>
                  <a:lnTo>
                    <a:pt x="1451" y="702"/>
                  </a:lnTo>
                  <a:lnTo>
                    <a:pt x="1451" y="702"/>
                  </a:lnTo>
                  <a:lnTo>
                    <a:pt x="1453" y="702"/>
                  </a:lnTo>
                  <a:lnTo>
                    <a:pt x="1453" y="702"/>
                  </a:lnTo>
                  <a:lnTo>
                    <a:pt x="1453" y="702"/>
                  </a:lnTo>
                  <a:lnTo>
                    <a:pt x="1453" y="704"/>
                  </a:lnTo>
                  <a:lnTo>
                    <a:pt x="1455" y="704"/>
                  </a:lnTo>
                  <a:lnTo>
                    <a:pt x="1455" y="704"/>
                  </a:lnTo>
                  <a:lnTo>
                    <a:pt x="1462" y="704"/>
                  </a:lnTo>
                  <a:lnTo>
                    <a:pt x="1462" y="707"/>
                  </a:lnTo>
                  <a:lnTo>
                    <a:pt x="1467" y="707"/>
                  </a:lnTo>
                  <a:lnTo>
                    <a:pt x="1467" y="704"/>
                  </a:lnTo>
                  <a:lnTo>
                    <a:pt x="1469" y="704"/>
                  </a:lnTo>
                  <a:lnTo>
                    <a:pt x="1469" y="704"/>
                  </a:lnTo>
                  <a:lnTo>
                    <a:pt x="1472" y="704"/>
                  </a:lnTo>
                  <a:lnTo>
                    <a:pt x="1472" y="702"/>
                  </a:lnTo>
                  <a:lnTo>
                    <a:pt x="1474" y="702"/>
                  </a:lnTo>
                  <a:lnTo>
                    <a:pt x="1474" y="704"/>
                  </a:lnTo>
                  <a:lnTo>
                    <a:pt x="1481" y="704"/>
                  </a:lnTo>
                  <a:lnTo>
                    <a:pt x="1481" y="704"/>
                  </a:lnTo>
                  <a:lnTo>
                    <a:pt x="1484" y="704"/>
                  </a:lnTo>
                  <a:lnTo>
                    <a:pt x="1484" y="707"/>
                  </a:lnTo>
                  <a:lnTo>
                    <a:pt x="1486" y="707"/>
                  </a:lnTo>
                  <a:lnTo>
                    <a:pt x="1486" y="704"/>
                  </a:lnTo>
                  <a:lnTo>
                    <a:pt x="1491" y="704"/>
                  </a:lnTo>
                  <a:lnTo>
                    <a:pt x="1491" y="707"/>
                  </a:lnTo>
                  <a:lnTo>
                    <a:pt x="1491" y="707"/>
                  </a:lnTo>
                  <a:lnTo>
                    <a:pt x="1491" y="704"/>
                  </a:lnTo>
                  <a:lnTo>
                    <a:pt x="1495" y="704"/>
                  </a:lnTo>
                  <a:lnTo>
                    <a:pt x="1495" y="707"/>
                  </a:lnTo>
                  <a:lnTo>
                    <a:pt x="1498" y="707"/>
                  </a:lnTo>
                  <a:lnTo>
                    <a:pt x="1498" y="707"/>
                  </a:lnTo>
                  <a:lnTo>
                    <a:pt x="1498" y="707"/>
                  </a:lnTo>
                  <a:lnTo>
                    <a:pt x="1498" y="709"/>
                  </a:lnTo>
                  <a:lnTo>
                    <a:pt x="1500" y="709"/>
                  </a:lnTo>
                  <a:lnTo>
                    <a:pt x="1500" y="709"/>
                  </a:lnTo>
                  <a:lnTo>
                    <a:pt x="1503" y="709"/>
                  </a:lnTo>
                  <a:lnTo>
                    <a:pt x="1503" y="711"/>
                  </a:lnTo>
                  <a:lnTo>
                    <a:pt x="1505" y="711"/>
                  </a:lnTo>
                  <a:lnTo>
                    <a:pt x="1505" y="709"/>
                  </a:lnTo>
                  <a:lnTo>
                    <a:pt x="1507" y="709"/>
                  </a:lnTo>
                  <a:lnTo>
                    <a:pt x="1507" y="709"/>
                  </a:lnTo>
                  <a:lnTo>
                    <a:pt x="1510" y="709"/>
                  </a:lnTo>
                  <a:lnTo>
                    <a:pt x="1510" y="707"/>
                  </a:lnTo>
                  <a:lnTo>
                    <a:pt x="1510" y="707"/>
                  </a:lnTo>
                  <a:lnTo>
                    <a:pt x="1510" y="707"/>
                  </a:lnTo>
                  <a:lnTo>
                    <a:pt x="1510" y="707"/>
                  </a:lnTo>
                  <a:lnTo>
                    <a:pt x="1510" y="704"/>
                  </a:lnTo>
                  <a:lnTo>
                    <a:pt x="1512" y="704"/>
                  </a:lnTo>
                  <a:lnTo>
                    <a:pt x="1512" y="704"/>
                  </a:lnTo>
                  <a:lnTo>
                    <a:pt x="1514" y="704"/>
                  </a:lnTo>
                  <a:lnTo>
                    <a:pt x="1514" y="704"/>
                  </a:lnTo>
                  <a:lnTo>
                    <a:pt x="1517" y="704"/>
                  </a:lnTo>
                  <a:lnTo>
                    <a:pt x="1517" y="704"/>
                  </a:lnTo>
                  <a:lnTo>
                    <a:pt x="1517" y="704"/>
                  </a:lnTo>
                  <a:lnTo>
                    <a:pt x="1517" y="702"/>
                  </a:lnTo>
                  <a:lnTo>
                    <a:pt x="1519" y="702"/>
                  </a:lnTo>
                  <a:lnTo>
                    <a:pt x="1519" y="702"/>
                  </a:lnTo>
                  <a:lnTo>
                    <a:pt x="1522" y="702"/>
                  </a:lnTo>
                  <a:lnTo>
                    <a:pt x="1522" y="700"/>
                  </a:lnTo>
                  <a:lnTo>
                    <a:pt x="1522" y="700"/>
                  </a:lnTo>
                  <a:lnTo>
                    <a:pt x="1522" y="700"/>
                  </a:lnTo>
                  <a:lnTo>
                    <a:pt x="1524" y="700"/>
                  </a:lnTo>
                  <a:lnTo>
                    <a:pt x="1524" y="697"/>
                  </a:lnTo>
                  <a:lnTo>
                    <a:pt x="1524" y="697"/>
                  </a:lnTo>
                  <a:lnTo>
                    <a:pt x="1524" y="697"/>
                  </a:lnTo>
                  <a:lnTo>
                    <a:pt x="1524" y="697"/>
                  </a:lnTo>
                  <a:lnTo>
                    <a:pt x="1524" y="695"/>
                  </a:lnTo>
                  <a:lnTo>
                    <a:pt x="1524" y="695"/>
                  </a:lnTo>
                  <a:lnTo>
                    <a:pt x="1524" y="692"/>
                  </a:lnTo>
                  <a:lnTo>
                    <a:pt x="1524" y="692"/>
                  </a:lnTo>
                  <a:lnTo>
                    <a:pt x="1524" y="692"/>
                  </a:lnTo>
                  <a:lnTo>
                    <a:pt x="1526" y="692"/>
                  </a:lnTo>
                  <a:lnTo>
                    <a:pt x="1526" y="690"/>
                  </a:lnTo>
                  <a:lnTo>
                    <a:pt x="1524" y="690"/>
                  </a:lnTo>
                  <a:lnTo>
                    <a:pt x="1524" y="690"/>
                  </a:lnTo>
                  <a:lnTo>
                    <a:pt x="1522" y="690"/>
                  </a:lnTo>
                  <a:lnTo>
                    <a:pt x="1522" y="688"/>
                  </a:lnTo>
                  <a:lnTo>
                    <a:pt x="1519" y="688"/>
                  </a:lnTo>
                  <a:lnTo>
                    <a:pt x="1519" y="685"/>
                  </a:lnTo>
                  <a:lnTo>
                    <a:pt x="1519" y="685"/>
                  </a:lnTo>
                  <a:lnTo>
                    <a:pt x="1519" y="685"/>
                  </a:lnTo>
                  <a:lnTo>
                    <a:pt x="1517" y="685"/>
                  </a:lnTo>
                  <a:lnTo>
                    <a:pt x="1517" y="683"/>
                  </a:lnTo>
                  <a:lnTo>
                    <a:pt x="1519" y="683"/>
                  </a:lnTo>
                  <a:lnTo>
                    <a:pt x="1519" y="683"/>
                  </a:lnTo>
                  <a:lnTo>
                    <a:pt x="1517" y="683"/>
                  </a:lnTo>
                  <a:lnTo>
                    <a:pt x="1517" y="681"/>
                  </a:lnTo>
                  <a:lnTo>
                    <a:pt x="1517" y="681"/>
                  </a:lnTo>
                  <a:lnTo>
                    <a:pt x="1517" y="678"/>
                  </a:lnTo>
                  <a:lnTo>
                    <a:pt x="1514" y="678"/>
                  </a:lnTo>
                  <a:lnTo>
                    <a:pt x="1514" y="678"/>
                  </a:lnTo>
                  <a:lnTo>
                    <a:pt x="1517" y="678"/>
                  </a:lnTo>
                  <a:lnTo>
                    <a:pt x="1517" y="676"/>
                  </a:lnTo>
                  <a:lnTo>
                    <a:pt x="1517" y="676"/>
                  </a:lnTo>
                  <a:lnTo>
                    <a:pt x="1517" y="673"/>
                  </a:lnTo>
                  <a:lnTo>
                    <a:pt x="1517" y="673"/>
                  </a:lnTo>
                  <a:lnTo>
                    <a:pt x="1517" y="669"/>
                  </a:lnTo>
                  <a:lnTo>
                    <a:pt x="1519" y="669"/>
                  </a:lnTo>
                  <a:lnTo>
                    <a:pt x="1519" y="669"/>
                  </a:lnTo>
                  <a:lnTo>
                    <a:pt x="1519" y="669"/>
                  </a:lnTo>
                  <a:lnTo>
                    <a:pt x="1519" y="666"/>
                  </a:lnTo>
                  <a:lnTo>
                    <a:pt x="1524" y="666"/>
                  </a:lnTo>
                  <a:lnTo>
                    <a:pt x="1524" y="664"/>
                  </a:lnTo>
                  <a:lnTo>
                    <a:pt x="1524" y="664"/>
                  </a:lnTo>
                  <a:lnTo>
                    <a:pt x="1524" y="662"/>
                  </a:lnTo>
                  <a:lnTo>
                    <a:pt x="1526" y="662"/>
                  </a:lnTo>
                  <a:lnTo>
                    <a:pt x="1526" y="659"/>
                  </a:lnTo>
                  <a:lnTo>
                    <a:pt x="1529" y="659"/>
                  </a:lnTo>
                  <a:lnTo>
                    <a:pt x="1529" y="659"/>
                  </a:lnTo>
                  <a:lnTo>
                    <a:pt x="1533" y="659"/>
                  </a:lnTo>
                  <a:lnTo>
                    <a:pt x="1533" y="657"/>
                  </a:lnTo>
                  <a:lnTo>
                    <a:pt x="1536" y="657"/>
                  </a:lnTo>
                  <a:lnTo>
                    <a:pt x="1536" y="655"/>
                  </a:lnTo>
                  <a:lnTo>
                    <a:pt x="1536" y="655"/>
                  </a:lnTo>
                  <a:lnTo>
                    <a:pt x="1536" y="652"/>
                  </a:lnTo>
                  <a:lnTo>
                    <a:pt x="1536" y="652"/>
                  </a:lnTo>
                  <a:lnTo>
                    <a:pt x="1536" y="652"/>
                  </a:lnTo>
                  <a:lnTo>
                    <a:pt x="1538" y="652"/>
                  </a:lnTo>
                  <a:lnTo>
                    <a:pt x="1538" y="650"/>
                  </a:lnTo>
                  <a:lnTo>
                    <a:pt x="1538" y="650"/>
                  </a:lnTo>
                  <a:lnTo>
                    <a:pt x="1538" y="650"/>
                  </a:lnTo>
                  <a:lnTo>
                    <a:pt x="1540" y="650"/>
                  </a:lnTo>
                  <a:lnTo>
                    <a:pt x="1540" y="652"/>
                  </a:lnTo>
                  <a:lnTo>
                    <a:pt x="1543" y="652"/>
                  </a:lnTo>
                  <a:lnTo>
                    <a:pt x="1543" y="652"/>
                  </a:lnTo>
                  <a:lnTo>
                    <a:pt x="1545" y="652"/>
                  </a:lnTo>
                  <a:lnTo>
                    <a:pt x="1545" y="652"/>
                  </a:lnTo>
                  <a:lnTo>
                    <a:pt x="1545" y="652"/>
                  </a:lnTo>
                  <a:lnTo>
                    <a:pt x="1545" y="655"/>
                  </a:lnTo>
                  <a:lnTo>
                    <a:pt x="1550" y="655"/>
                  </a:lnTo>
                  <a:lnTo>
                    <a:pt x="1550" y="655"/>
                  </a:lnTo>
                  <a:lnTo>
                    <a:pt x="1557" y="655"/>
                  </a:lnTo>
                  <a:lnTo>
                    <a:pt x="1557" y="657"/>
                  </a:lnTo>
                  <a:lnTo>
                    <a:pt x="1557" y="657"/>
                  </a:lnTo>
                  <a:lnTo>
                    <a:pt x="1557" y="657"/>
                  </a:lnTo>
                  <a:lnTo>
                    <a:pt x="1557" y="657"/>
                  </a:lnTo>
                  <a:lnTo>
                    <a:pt x="1557" y="659"/>
                  </a:lnTo>
                  <a:lnTo>
                    <a:pt x="1559" y="659"/>
                  </a:lnTo>
                  <a:lnTo>
                    <a:pt x="1559" y="659"/>
                  </a:lnTo>
                  <a:lnTo>
                    <a:pt x="1574" y="659"/>
                  </a:lnTo>
                  <a:lnTo>
                    <a:pt x="1574" y="662"/>
                  </a:lnTo>
                  <a:lnTo>
                    <a:pt x="1576" y="662"/>
                  </a:lnTo>
                  <a:lnTo>
                    <a:pt x="1576" y="662"/>
                  </a:lnTo>
                  <a:lnTo>
                    <a:pt x="1578" y="662"/>
                  </a:lnTo>
                  <a:lnTo>
                    <a:pt x="1578" y="664"/>
                  </a:lnTo>
                  <a:lnTo>
                    <a:pt x="1583" y="664"/>
                  </a:lnTo>
                  <a:lnTo>
                    <a:pt x="1583" y="664"/>
                  </a:lnTo>
                  <a:lnTo>
                    <a:pt x="1585" y="664"/>
                  </a:lnTo>
                  <a:lnTo>
                    <a:pt x="1585" y="664"/>
                  </a:lnTo>
                  <a:lnTo>
                    <a:pt x="1590" y="664"/>
                  </a:lnTo>
                  <a:lnTo>
                    <a:pt x="1590" y="666"/>
                  </a:lnTo>
                  <a:lnTo>
                    <a:pt x="1590" y="666"/>
                  </a:lnTo>
                  <a:lnTo>
                    <a:pt x="1590" y="666"/>
                  </a:lnTo>
                  <a:lnTo>
                    <a:pt x="1593" y="666"/>
                  </a:lnTo>
                  <a:lnTo>
                    <a:pt x="1593" y="666"/>
                  </a:lnTo>
                  <a:lnTo>
                    <a:pt x="1597" y="666"/>
                  </a:lnTo>
                  <a:lnTo>
                    <a:pt x="1597" y="666"/>
                  </a:lnTo>
                  <a:lnTo>
                    <a:pt x="1600" y="666"/>
                  </a:lnTo>
                  <a:lnTo>
                    <a:pt x="1600" y="669"/>
                  </a:lnTo>
                  <a:lnTo>
                    <a:pt x="1604" y="669"/>
                  </a:lnTo>
                  <a:lnTo>
                    <a:pt x="1604" y="669"/>
                  </a:lnTo>
                  <a:lnTo>
                    <a:pt x="1604" y="669"/>
                  </a:lnTo>
                  <a:lnTo>
                    <a:pt x="1604" y="669"/>
                  </a:lnTo>
                  <a:lnTo>
                    <a:pt x="1607" y="669"/>
                  </a:lnTo>
                  <a:lnTo>
                    <a:pt x="1607" y="669"/>
                  </a:lnTo>
                  <a:lnTo>
                    <a:pt x="1609" y="669"/>
                  </a:lnTo>
                  <a:lnTo>
                    <a:pt x="1609" y="671"/>
                  </a:lnTo>
                  <a:lnTo>
                    <a:pt x="1609" y="671"/>
                  </a:lnTo>
                  <a:lnTo>
                    <a:pt x="1609" y="671"/>
                  </a:lnTo>
                  <a:lnTo>
                    <a:pt x="1609" y="671"/>
                  </a:lnTo>
                  <a:lnTo>
                    <a:pt x="1609" y="676"/>
                  </a:lnTo>
                  <a:lnTo>
                    <a:pt x="1609" y="676"/>
                  </a:lnTo>
                  <a:lnTo>
                    <a:pt x="1609" y="678"/>
                  </a:lnTo>
                  <a:lnTo>
                    <a:pt x="1609" y="678"/>
                  </a:lnTo>
                  <a:lnTo>
                    <a:pt x="1609" y="683"/>
                  </a:lnTo>
                  <a:lnTo>
                    <a:pt x="1609" y="683"/>
                  </a:lnTo>
                  <a:lnTo>
                    <a:pt x="1609" y="683"/>
                  </a:lnTo>
                  <a:lnTo>
                    <a:pt x="1609" y="683"/>
                  </a:lnTo>
                  <a:lnTo>
                    <a:pt x="1609" y="683"/>
                  </a:lnTo>
                  <a:lnTo>
                    <a:pt x="1611" y="683"/>
                  </a:lnTo>
                  <a:lnTo>
                    <a:pt x="1611" y="688"/>
                  </a:lnTo>
                  <a:lnTo>
                    <a:pt x="1611" y="688"/>
                  </a:lnTo>
                  <a:lnTo>
                    <a:pt x="1611" y="690"/>
                  </a:lnTo>
                  <a:lnTo>
                    <a:pt x="1611" y="690"/>
                  </a:lnTo>
                  <a:lnTo>
                    <a:pt x="1611" y="690"/>
                  </a:lnTo>
                  <a:lnTo>
                    <a:pt x="1616" y="690"/>
                  </a:lnTo>
                  <a:lnTo>
                    <a:pt x="1616" y="692"/>
                  </a:lnTo>
                  <a:lnTo>
                    <a:pt x="1616" y="692"/>
                  </a:lnTo>
                  <a:lnTo>
                    <a:pt x="1616" y="692"/>
                  </a:lnTo>
                  <a:lnTo>
                    <a:pt x="1619" y="692"/>
                  </a:lnTo>
                  <a:lnTo>
                    <a:pt x="1619" y="692"/>
                  </a:lnTo>
                  <a:lnTo>
                    <a:pt x="1621" y="692"/>
                  </a:lnTo>
                  <a:lnTo>
                    <a:pt x="1621" y="695"/>
                  </a:lnTo>
                  <a:lnTo>
                    <a:pt x="1623" y="695"/>
                  </a:lnTo>
                  <a:lnTo>
                    <a:pt x="1623" y="695"/>
                  </a:lnTo>
                  <a:lnTo>
                    <a:pt x="1623" y="695"/>
                  </a:lnTo>
                  <a:lnTo>
                    <a:pt x="1623" y="697"/>
                  </a:lnTo>
                  <a:lnTo>
                    <a:pt x="1628" y="697"/>
                  </a:lnTo>
                  <a:lnTo>
                    <a:pt x="1628" y="695"/>
                  </a:lnTo>
                  <a:lnTo>
                    <a:pt x="1630" y="695"/>
                  </a:lnTo>
                  <a:lnTo>
                    <a:pt x="1630" y="697"/>
                  </a:lnTo>
                  <a:lnTo>
                    <a:pt x="1630" y="697"/>
                  </a:lnTo>
                  <a:lnTo>
                    <a:pt x="1630" y="697"/>
                  </a:lnTo>
                  <a:lnTo>
                    <a:pt x="1633" y="697"/>
                  </a:lnTo>
                  <a:lnTo>
                    <a:pt x="1633" y="700"/>
                  </a:lnTo>
                  <a:lnTo>
                    <a:pt x="1638" y="700"/>
                  </a:lnTo>
                  <a:lnTo>
                    <a:pt x="1638" y="700"/>
                  </a:lnTo>
                  <a:lnTo>
                    <a:pt x="1640" y="700"/>
                  </a:lnTo>
                  <a:lnTo>
                    <a:pt x="1640" y="702"/>
                  </a:lnTo>
                  <a:lnTo>
                    <a:pt x="1642" y="702"/>
                  </a:lnTo>
                  <a:lnTo>
                    <a:pt x="1642" y="700"/>
                  </a:lnTo>
                  <a:lnTo>
                    <a:pt x="1642" y="700"/>
                  </a:lnTo>
                  <a:lnTo>
                    <a:pt x="1642" y="700"/>
                  </a:lnTo>
                  <a:lnTo>
                    <a:pt x="1645" y="700"/>
                  </a:lnTo>
                  <a:lnTo>
                    <a:pt x="1645" y="700"/>
                  </a:lnTo>
                  <a:lnTo>
                    <a:pt x="1652" y="700"/>
                  </a:lnTo>
                  <a:lnTo>
                    <a:pt x="1652" y="700"/>
                  </a:lnTo>
                  <a:lnTo>
                    <a:pt x="1652" y="700"/>
                  </a:lnTo>
                  <a:lnTo>
                    <a:pt x="1652" y="697"/>
                  </a:lnTo>
                  <a:lnTo>
                    <a:pt x="1654" y="697"/>
                  </a:lnTo>
                  <a:lnTo>
                    <a:pt x="1654" y="697"/>
                  </a:lnTo>
                  <a:lnTo>
                    <a:pt x="1656" y="697"/>
                  </a:lnTo>
                  <a:lnTo>
                    <a:pt x="1656" y="695"/>
                  </a:lnTo>
                  <a:lnTo>
                    <a:pt x="1664" y="695"/>
                  </a:lnTo>
                  <a:lnTo>
                    <a:pt x="1664" y="695"/>
                  </a:lnTo>
                  <a:lnTo>
                    <a:pt x="1668" y="695"/>
                  </a:lnTo>
                  <a:lnTo>
                    <a:pt x="1668" y="692"/>
                  </a:lnTo>
                  <a:lnTo>
                    <a:pt x="1671" y="692"/>
                  </a:lnTo>
                  <a:lnTo>
                    <a:pt x="1671" y="695"/>
                  </a:lnTo>
                  <a:lnTo>
                    <a:pt x="1671" y="695"/>
                  </a:lnTo>
                  <a:lnTo>
                    <a:pt x="1671" y="692"/>
                  </a:lnTo>
                  <a:lnTo>
                    <a:pt x="1673" y="692"/>
                  </a:lnTo>
                  <a:lnTo>
                    <a:pt x="1673" y="692"/>
                  </a:lnTo>
                  <a:lnTo>
                    <a:pt x="1675" y="692"/>
                  </a:lnTo>
                  <a:lnTo>
                    <a:pt x="1675" y="692"/>
                  </a:lnTo>
                  <a:lnTo>
                    <a:pt x="1678" y="692"/>
                  </a:lnTo>
                  <a:lnTo>
                    <a:pt x="1678" y="692"/>
                  </a:lnTo>
                  <a:lnTo>
                    <a:pt x="1682" y="692"/>
                  </a:lnTo>
                  <a:lnTo>
                    <a:pt x="1682" y="692"/>
                  </a:lnTo>
                  <a:lnTo>
                    <a:pt x="1692" y="692"/>
                  </a:lnTo>
                  <a:lnTo>
                    <a:pt x="1692" y="695"/>
                  </a:lnTo>
                  <a:lnTo>
                    <a:pt x="1694" y="695"/>
                  </a:lnTo>
                  <a:lnTo>
                    <a:pt x="1694" y="697"/>
                  </a:lnTo>
                  <a:lnTo>
                    <a:pt x="1697" y="697"/>
                  </a:lnTo>
                  <a:lnTo>
                    <a:pt x="1697" y="695"/>
                  </a:lnTo>
                  <a:lnTo>
                    <a:pt x="1709" y="695"/>
                  </a:lnTo>
                  <a:lnTo>
                    <a:pt x="1709" y="697"/>
                  </a:lnTo>
                  <a:lnTo>
                    <a:pt x="1709" y="697"/>
                  </a:lnTo>
                  <a:lnTo>
                    <a:pt x="1709" y="697"/>
                  </a:lnTo>
                  <a:lnTo>
                    <a:pt x="1711" y="697"/>
                  </a:lnTo>
                  <a:lnTo>
                    <a:pt x="1711" y="700"/>
                  </a:lnTo>
                  <a:lnTo>
                    <a:pt x="1711" y="700"/>
                  </a:lnTo>
                  <a:lnTo>
                    <a:pt x="1711" y="700"/>
                  </a:lnTo>
                  <a:lnTo>
                    <a:pt x="1713" y="700"/>
                  </a:lnTo>
                  <a:lnTo>
                    <a:pt x="1713" y="702"/>
                  </a:lnTo>
                  <a:lnTo>
                    <a:pt x="1713" y="702"/>
                  </a:lnTo>
                  <a:lnTo>
                    <a:pt x="1713" y="702"/>
                  </a:lnTo>
                  <a:lnTo>
                    <a:pt x="1716" y="702"/>
                  </a:lnTo>
                  <a:lnTo>
                    <a:pt x="1716" y="704"/>
                  </a:lnTo>
                  <a:lnTo>
                    <a:pt x="1720" y="704"/>
                  </a:lnTo>
                  <a:lnTo>
                    <a:pt x="1720" y="704"/>
                  </a:lnTo>
                  <a:lnTo>
                    <a:pt x="1723" y="704"/>
                  </a:lnTo>
                  <a:lnTo>
                    <a:pt x="1723" y="704"/>
                  </a:lnTo>
                  <a:lnTo>
                    <a:pt x="1723" y="704"/>
                  </a:lnTo>
                  <a:lnTo>
                    <a:pt x="1723" y="704"/>
                  </a:lnTo>
                  <a:lnTo>
                    <a:pt x="1730" y="704"/>
                  </a:lnTo>
                  <a:lnTo>
                    <a:pt x="1730" y="707"/>
                  </a:lnTo>
                  <a:lnTo>
                    <a:pt x="1732" y="707"/>
                  </a:lnTo>
                  <a:lnTo>
                    <a:pt x="1732" y="711"/>
                  </a:lnTo>
                  <a:lnTo>
                    <a:pt x="1732" y="711"/>
                  </a:lnTo>
                  <a:lnTo>
                    <a:pt x="1732" y="714"/>
                  </a:lnTo>
                  <a:lnTo>
                    <a:pt x="1735" y="714"/>
                  </a:lnTo>
                  <a:lnTo>
                    <a:pt x="1735" y="714"/>
                  </a:lnTo>
                  <a:lnTo>
                    <a:pt x="1737" y="714"/>
                  </a:lnTo>
                  <a:lnTo>
                    <a:pt x="1737" y="716"/>
                  </a:lnTo>
                  <a:lnTo>
                    <a:pt x="1739" y="716"/>
                  </a:lnTo>
                  <a:lnTo>
                    <a:pt x="1739" y="716"/>
                  </a:lnTo>
                  <a:lnTo>
                    <a:pt x="1739" y="716"/>
                  </a:lnTo>
                  <a:lnTo>
                    <a:pt x="1739" y="719"/>
                  </a:lnTo>
                  <a:lnTo>
                    <a:pt x="1742" y="719"/>
                  </a:lnTo>
                  <a:lnTo>
                    <a:pt x="1742" y="719"/>
                  </a:lnTo>
                  <a:lnTo>
                    <a:pt x="1744" y="719"/>
                  </a:lnTo>
                  <a:lnTo>
                    <a:pt x="1744" y="721"/>
                  </a:lnTo>
                  <a:lnTo>
                    <a:pt x="1744" y="721"/>
                  </a:lnTo>
                  <a:lnTo>
                    <a:pt x="1744" y="721"/>
                  </a:lnTo>
                  <a:lnTo>
                    <a:pt x="1753" y="721"/>
                  </a:lnTo>
                  <a:lnTo>
                    <a:pt x="1753" y="721"/>
                  </a:lnTo>
                  <a:lnTo>
                    <a:pt x="1756" y="721"/>
                  </a:lnTo>
                  <a:lnTo>
                    <a:pt x="1756" y="721"/>
                  </a:lnTo>
                  <a:lnTo>
                    <a:pt x="1758" y="721"/>
                  </a:lnTo>
                  <a:lnTo>
                    <a:pt x="1758" y="721"/>
                  </a:lnTo>
                  <a:lnTo>
                    <a:pt x="1761" y="721"/>
                  </a:lnTo>
                  <a:lnTo>
                    <a:pt x="1761" y="721"/>
                  </a:lnTo>
                  <a:lnTo>
                    <a:pt x="1763" y="721"/>
                  </a:lnTo>
                  <a:lnTo>
                    <a:pt x="1763" y="723"/>
                  </a:lnTo>
                  <a:lnTo>
                    <a:pt x="1765" y="723"/>
                  </a:lnTo>
                  <a:lnTo>
                    <a:pt x="1765" y="723"/>
                  </a:lnTo>
                  <a:lnTo>
                    <a:pt x="1765" y="723"/>
                  </a:lnTo>
                  <a:lnTo>
                    <a:pt x="1765" y="723"/>
                  </a:lnTo>
                  <a:lnTo>
                    <a:pt x="1770" y="723"/>
                  </a:lnTo>
                  <a:lnTo>
                    <a:pt x="1770" y="723"/>
                  </a:lnTo>
                  <a:lnTo>
                    <a:pt x="1770" y="723"/>
                  </a:lnTo>
                  <a:lnTo>
                    <a:pt x="1770" y="723"/>
                  </a:lnTo>
                  <a:lnTo>
                    <a:pt x="1777" y="723"/>
                  </a:lnTo>
                  <a:lnTo>
                    <a:pt x="1777" y="726"/>
                  </a:lnTo>
                  <a:lnTo>
                    <a:pt x="1784" y="726"/>
                  </a:lnTo>
                  <a:lnTo>
                    <a:pt x="1784" y="723"/>
                  </a:lnTo>
                  <a:lnTo>
                    <a:pt x="1784" y="723"/>
                  </a:lnTo>
                  <a:lnTo>
                    <a:pt x="1784" y="723"/>
                  </a:lnTo>
                  <a:lnTo>
                    <a:pt x="1787" y="723"/>
                  </a:lnTo>
                  <a:lnTo>
                    <a:pt x="1787" y="723"/>
                  </a:lnTo>
                  <a:lnTo>
                    <a:pt x="1789" y="723"/>
                  </a:lnTo>
                  <a:lnTo>
                    <a:pt x="1789" y="726"/>
                  </a:lnTo>
                  <a:lnTo>
                    <a:pt x="1791" y="726"/>
                  </a:lnTo>
                  <a:lnTo>
                    <a:pt x="1791" y="726"/>
                  </a:lnTo>
                  <a:lnTo>
                    <a:pt x="1791" y="726"/>
                  </a:lnTo>
                  <a:lnTo>
                    <a:pt x="1791" y="726"/>
                  </a:lnTo>
                  <a:lnTo>
                    <a:pt x="1796" y="726"/>
                  </a:lnTo>
                  <a:lnTo>
                    <a:pt x="1796" y="723"/>
                  </a:lnTo>
                  <a:lnTo>
                    <a:pt x="1798" y="723"/>
                  </a:lnTo>
                  <a:lnTo>
                    <a:pt x="1798" y="723"/>
                  </a:lnTo>
                  <a:lnTo>
                    <a:pt x="1801" y="723"/>
                  </a:lnTo>
                  <a:lnTo>
                    <a:pt x="1801" y="723"/>
                  </a:lnTo>
                  <a:lnTo>
                    <a:pt x="1803" y="723"/>
                  </a:lnTo>
                  <a:lnTo>
                    <a:pt x="1803" y="721"/>
                  </a:lnTo>
                  <a:lnTo>
                    <a:pt x="1806" y="721"/>
                  </a:lnTo>
                  <a:lnTo>
                    <a:pt x="1806" y="721"/>
                  </a:lnTo>
                  <a:lnTo>
                    <a:pt x="1808" y="721"/>
                  </a:lnTo>
                  <a:lnTo>
                    <a:pt x="1808" y="721"/>
                  </a:lnTo>
                  <a:lnTo>
                    <a:pt x="1810" y="721"/>
                  </a:lnTo>
                  <a:lnTo>
                    <a:pt x="1810" y="721"/>
                  </a:lnTo>
                  <a:lnTo>
                    <a:pt x="1813" y="721"/>
                  </a:lnTo>
                  <a:lnTo>
                    <a:pt x="1813" y="719"/>
                  </a:lnTo>
                  <a:lnTo>
                    <a:pt x="1815" y="719"/>
                  </a:lnTo>
                  <a:lnTo>
                    <a:pt x="1815" y="721"/>
                  </a:lnTo>
                  <a:lnTo>
                    <a:pt x="1817" y="721"/>
                  </a:lnTo>
                  <a:lnTo>
                    <a:pt x="1817" y="719"/>
                  </a:lnTo>
                  <a:lnTo>
                    <a:pt x="1822" y="719"/>
                  </a:lnTo>
                  <a:lnTo>
                    <a:pt x="1822" y="719"/>
                  </a:lnTo>
                  <a:lnTo>
                    <a:pt x="1824" y="719"/>
                  </a:lnTo>
                  <a:lnTo>
                    <a:pt x="1824" y="716"/>
                  </a:lnTo>
                  <a:lnTo>
                    <a:pt x="1829" y="716"/>
                  </a:lnTo>
                  <a:lnTo>
                    <a:pt x="1829" y="716"/>
                  </a:lnTo>
                  <a:lnTo>
                    <a:pt x="1834" y="716"/>
                  </a:lnTo>
                  <a:lnTo>
                    <a:pt x="1834" y="716"/>
                  </a:lnTo>
                  <a:lnTo>
                    <a:pt x="1836" y="716"/>
                  </a:lnTo>
                  <a:lnTo>
                    <a:pt x="1836" y="716"/>
                  </a:lnTo>
                  <a:lnTo>
                    <a:pt x="1839" y="716"/>
                  </a:lnTo>
                  <a:lnTo>
                    <a:pt x="1839" y="714"/>
                  </a:lnTo>
                  <a:lnTo>
                    <a:pt x="1843" y="714"/>
                  </a:lnTo>
                  <a:lnTo>
                    <a:pt x="1843" y="711"/>
                  </a:lnTo>
                  <a:lnTo>
                    <a:pt x="1843" y="711"/>
                  </a:lnTo>
                  <a:lnTo>
                    <a:pt x="1843" y="711"/>
                  </a:lnTo>
                  <a:lnTo>
                    <a:pt x="1843" y="711"/>
                  </a:lnTo>
                  <a:lnTo>
                    <a:pt x="1843" y="709"/>
                  </a:lnTo>
                  <a:lnTo>
                    <a:pt x="1846" y="709"/>
                  </a:lnTo>
                  <a:lnTo>
                    <a:pt x="1846" y="709"/>
                  </a:lnTo>
                  <a:lnTo>
                    <a:pt x="1846" y="709"/>
                  </a:lnTo>
                  <a:lnTo>
                    <a:pt x="1846" y="707"/>
                  </a:lnTo>
                  <a:lnTo>
                    <a:pt x="1848" y="707"/>
                  </a:lnTo>
                  <a:lnTo>
                    <a:pt x="1848" y="707"/>
                  </a:lnTo>
                  <a:lnTo>
                    <a:pt x="1851" y="707"/>
                  </a:lnTo>
                  <a:lnTo>
                    <a:pt x="1851" y="704"/>
                  </a:lnTo>
                  <a:lnTo>
                    <a:pt x="1853" y="704"/>
                  </a:lnTo>
                  <a:lnTo>
                    <a:pt x="1853" y="704"/>
                  </a:lnTo>
                  <a:lnTo>
                    <a:pt x="1853" y="704"/>
                  </a:lnTo>
                  <a:lnTo>
                    <a:pt x="1853" y="702"/>
                  </a:lnTo>
                  <a:lnTo>
                    <a:pt x="1855" y="702"/>
                  </a:lnTo>
                  <a:lnTo>
                    <a:pt x="1855" y="702"/>
                  </a:lnTo>
                  <a:lnTo>
                    <a:pt x="1860" y="702"/>
                  </a:lnTo>
                  <a:lnTo>
                    <a:pt x="1860" y="702"/>
                  </a:lnTo>
                  <a:lnTo>
                    <a:pt x="1862" y="702"/>
                  </a:lnTo>
                  <a:lnTo>
                    <a:pt x="1862" y="700"/>
                  </a:lnTo>
                  <a:lnTo>
                    <a:pt x="1865" y="700"/>
                  </a:lnTo>
                  <a:lnTo>
                    <a:pt x="1865" y="700"/>
                  </a:lnTo>
                  <a:lnTo>
                    <a:pt x="1865" y="700"/>
                  </a:lnTo>
                  <a:lnTo>
                    <a:pt x="1865" y="697"/>
                  </a:lnTo>
                  <a:lnTo>
                    <a:pt x="1869" y="697"/>
                  </a:lnTo>
                  <a:lnTo>
                    <a:pt x="1869" y="697"/>
                  </a:lnTo>
                  <a:lnTo>
                    <a:pt x="1869" y="697"/>
                  </a:lnTo>
                  <a:lnTo>
                    <a:pt x="1869" y="697"/>
                  </a:lnTo>
                  <a:lnTo>
                    <a:pt x="1879" y="697"/>
                  </a:lnTo>
                  <a:lnTo>
                    <a:pt x="1879" y="700"/>
                  </a:lnTo>
                  <a:lnTo>
                    <a:pt x="1884" y="700"/>
                  </a:lnTo>
                  <a:lnTo>
                    <a:pt x="1884" y="700"/>
                  </a:lnTo>
                  <a:lnTo>
                    <a:pt x="1884" y="700"/>
                  </a:lnTo>
                  <a:lnTo>
                    <a:pt x="1884" y="702"/>
                  </a:lnTo>
                  <a:lnTo>
                    <a:pt x="1886" y="702"/>
                  </a:lnTo>
                  <a:lnTo>
                    <a:pt x="1886" y="702"/>
                  </a:lnTo>
                  <a:lnTo>
                    <a:pt x="1886" y="702"/>
                  </a:lnTo>
                  <a:lnTo>
                    <a:pt x="1886" y="702"/>
                  </a:lnTo>
                  <a:lnTo>
                    <a:pt x="1888" y="702"/>
                  </a:lnTo>
                  <a:lnTo>
                    <a:pt x="1888" y="704"/>
                  </a:lnTo>
                  <a:lnTo>
                    <a:pt x="1888" y="704"/>
                  </a:lnTo>
                  <a:lnTo>
                    <a:pt x="1888" y="704"/>
                  </a:lnTo>
                  <a:lnTo>
                    <a:pt x="1891" y="704"/>
                  </a:lnTo>
                  <a:lnTo>
                    <a:pt x="1891" y="707"/>
                  </a:lnTo>
                  <a:lnTo>
                    <a:pt x="1898" y="707"/>
                  </a:lnTo>
                  <a:lnTo>
                    <a:pt x="1898" y="707"/>
                  </a:lnTo>
                  <a:lnTo>
                    <a:pt x="1900" y="707"/>
                  </a:lnTo>
                  <a:lnTo>
                    <a:pt x="1900" y="707"/>
                  </a:lnTo>
                  <a:lnTo>
                    <a:pt x="1903" y="707"/>
                  </a:lnTo>
                  <a:lnTo>
                    <a:pt x="1903" y="704"/>
                  </a:lnTo>
                  <a:lnTo>
                    <a:pt x="1905" y="704"/>
                  </a:lnTo>
                  <a:lnTo>
                    <a:pt x="1905" y="704"/>
                  </a:lnTo>
                  <a:lnTo>
                    <a:pt x="1907" y="704"/>
                  </a:lnTo>
                  <a:lnTo>
                    <a:pt x="1907" y="702"/>
                  </a:lnTo>
                  <a:lnTo>
                    <a:pt x="1912" y="702"/>
                  </a:lnTo>
                  <a:lnTo>
                    <a:pt x="1912" y="704"/>
                  </a:lnTo>
                  <a:lnTo>
                    <a:pt x="1914" y="704"/>
                  </a:lnTo>
                  <a:lnTo>
                    <a:pt x="1914" y="704"/>
                  </a:lnTo>
                  <a:lnTo>
                    <a:pt x="1919" y="704"/>
                  </a:lnTo>
                  <a:lnTo>
                    <a:pt x="1919" y="707"/>
                  </a:lnTo>
                  <a:lnTo>
                    <a:pt x="1919" y="707"/>
                  </a:lnTo>
                  <a:lnTo>
                    <a:pt x="1919" y="707"/>
                  </a:lnTo>
                  <a:lnTo>
                    <a:pt x="1922" y="707"/>
                  </a:lnTo>
                  <a:lnTo>
                    <a:pt x="1922" y="709"/>
                  </a:lnTo>
                  <a:lnTo>
                    <a:pt x="1922" y="709"/>
                  </a:lnTo>
                  <a:lnTo>
                    <a:pt x="1922" y="709"/>
                  </a:lnTo>
                  <a:lnTo>
                    <a:pt x="1924" y="709"/>
                  </a:lnTo>
                  <a:lnTo>
                    <a:pt x="1924" y="711"/>
                  </a:lnTo>
                  <a:lnTo>
                    <a:pt x="1924" y="711"/>
                  </a:lnTo>
                  <a:lnTo>
                    <a:pt x="1924" y="711"/>
                  </a:lnTo>
                  <a:lnTo>
                    <a:pt x="1929" y="711"/>
                  </a:lnTo>
                  <a:lnTo>
                    <a:pt x="1929" y="711"/>
                  </a:lnTo>
                  <a:lnTo>
                    <a:pt x="1931" y="711"/>
                  </a:lnTo>
                  <a:lnTo>
                    <a:pt x="1931" y="714"/>
                  </a:lnTo>
                  <a:lnTo>
                    <a:pt x="1938" y="714"/>
                  </a:lnTo>
                  <a:lnTo>
                    <a:pt x="1938" y="714"/>
                  </a:lnTo>
                  <a:lnTo>
                    <a:pt x="1940" y="714"/>
                  </a:lnTo>
                  <a:lnTo>
                    <a:pt x="1940" y="716"/>
                  </a:lnTo>
                  <a:lnTo>
                    <a:pt x="1943" y="716"/>
                  </a:lnTo>
                  <a:lnTo>
                    <a:pt x="1943" y="716"/>
                  </a:lnTo>
                  <a:lnTo>
                    <a:pt x="1945" y="716"/>
                  </a:lnTo>
                  <a:lnTo>
                    <a:pt x="1945" y="716"/>
                  </a:lnTo>
                  <a:lnTo>
                    <a:pt x="1948" y="716"/>
                  </a:lnTo>
                  <a:lnTo>
                    <a:pt x="1948" y="714"/>
                  </a:lnTo>
                  <a:lnTo>
                    <a:pt x="1948" y="714"/>
                  </a:lnTo>
                  <a:lnTo>
                    <a:pt x="1948" y="714"/>
                  </a:lnTo>
                  <a:lnTo>
                    <a:pt x="1950" y="714"/>
                  </a:lnTo>
                  <a:lnTo>
                    <a:pt x="1950" y="711"/>
                  </a:lnTo>
                  <a:lnTo>
                    <a:pt x="1952" y="711"/>
                  </a:lnTo>
                  <a:lnTo>
                    <a:pt x="1952" y="711"/>
                  </a:lnTo>
                  <a:lnTo>
                    <a:pt x="1952" y="711"/>
                  </a:lnTo>
                  <a:lnTo>
                    <a:pt x="1952" y="711"/>
                  </a:lnTo>
                  <a:lnTo>
                    <a:pt x="1955" y="711"/>
                  </a:lnTo>
                  <a:lnTo>
                    <a:pt x="1955" y="709"/>
                  </a:lnTo>
                  <a:lnTo>
                    <a:pt x="1957" y="709"/>
                  </a:lnTo>
                  <a:lnTo>
                    <a:pt x="1957" y="709"/>
                  </a:lnTo>
                  <a:lnTo>
                    <a:pt x="1959" y="709"/>
                  </a:lnTo>
                  <a:lnTo>
                    <a:pt x="1959" y="707"/>
                  </a:lnTo>
                  <a:lnTo>
                    <a:pt x="1959" y="707"/>
                  </a:lnTo>
                  <a:lnTo>
                    <a:pt x="1959" y="707"/>
                  </a:lnTo>
                  <a:lnTo>
                    <a:pt x="1962" y="707"/>
                  </a:lnTo>
                  <a:lnTo>
                    <a:pt x="1962" y="704"/>
                  </a:lnTo>
                  <a:lnTo>
                    <a:pt x="1969" y="704"/>
                  </a:lnTo>
                  <a:lnTo>
                    <a:pt x="1969" y="704"/>
                  </a:lnTo>
                  <a:lnTo>
                    <a:pt x="1969" y="704"/>
                  </a:lnTo>
                  <a:lnTo>
                    <a:pt x="1969" y="704"/>
                  </a:lnTo>
                  <a:lnTo>
                    <a:pt x="1971" y="704"/>
                  </a:lnTo>
                  <a:lnTo>
                    <a:pt x="1971" y="704"/>
                  </a:lnTo>
                  <a:lnTo>
                    <a:pt x="1974" y="704"/>
                  </a:lnTo>
                  <a:lnTo>
                    <a:pt x="1974" y="702"/>
                  </a:lnTo>
                  <a:lnTo>
                    <a:pt x="1976" y="702"/>
                  </a:lnTo>
                  <a:lnTo>
                    <a:pt x="1976" y="702"/>
                  </a:lnTo>
                  <a:lnTo>
                    <a:pt x="1976" y="702"/>
                  </a:lnTo>
                  <a:lnTo>
                    <a:pt x="1976" y="702"/>
                  </a:lnTo>
                  <a:lnTo>
                    <a:pt x="1976" y="702"/>
                  </a:lnTo>
                  <a:lnTo>
                    <a:pt x="1976" y="700"/>
                  </a:lnTo>
                  <a:lnTo>
                    <a:pt x="1978" y="700"/>
                  </a:lnTo>
                  <a:lnTo>
                    <a:pt x="1978" y="700"/>
                  </a:lnTo>
                  <a:lnTo>
                    <a:pt x="1976" y="700"/>
                  </a:lnTo>
                  <a:lnTo>
                    <a:pt x="1976" y="695"/>
                  </a:lnTo>
                  <a:lnTo>
                    <a:pt x="1974" y="695"/>
                  </a:lnTo>
                  <a:lnTo>
                    <a:pt x="1974" y="695"/>
                  </a:lnTo>
                  <a:lnTo>
                    <a:pt x="1971" y="695"/>
                  </a:lnTo>
                  <a:lnTo>
                    <a:pt x="1971" y="692"/>
                  </a:lnTo>
                  <a:lnTo>
                    <a:pt x="1974" y="692"/>
                  </a:lnTo>
                  <a:lnTo>
                    <a:pt x="1974" y="692"/>
                  </a:lnTo>
                  <a:lnTo>
                    <a:pt x="1976" y="692"/>
                  </a:lnTo>
                  <a:lnTo>
                    <a:pt x="1976" y="690"/>
                  </a:lnTo>
                  <a:lnTo>
                    <a:pt x="1976" y="690"/>
                  </a:lnTo>
                  <a:lnTo>
                    <a:pt x="1976" y="688"/>
                  </a:lnTo>
                  <a:lnTo>
                    <a:pt x="1978" y="688"/>
                  </a:lnTo>
                  <a:lnTo>
                    <a:pt x="1978" y="688"/>
                  </a:lnTo>
                  <a:lnTo>
                    <a:pt x="1978" y="688"/>
                  </a:lnTo>
                  <a:lnTo>
                    <a:pt x="1978" y="685"/>
                  </a:lnTo>
                  <a:lnTo>
                    <a:pt x="1978" y="685"/>
                  </a:lnTo>
                  <a:lnTo>
                    <a:pt x="1978" y="685"/>
                  </a:lnTo>
                  <a:lnTo>
                    <a:pt x="1981" y="685"/>
                  </a:lnTo>
                  <a:lnTo>
                    <a:pt x="1981" y="681"/>
                  </a:lnTo>
                  <a:lnTo>
                    <a:pt x="1981" y="681"/>
                  </a:lnTo>
                  <a:lnTo>
                    <a:pt x="1981" y="681"/>
                  </a:lnTo>
                  <a:lnTo>
                    <a:pt x="1983" y="681"/>
                  </a:lnTo>
                  <a:lnTo>
                    <a:pt x="1983" y="678"/>
                  </a:lnTo>
                  <a:lnTo>
                    <a:pt x="1983" y="678"/>
                  </a:lnTo>
                  <a:lnTo>
                    <a:pt x="1983" y="678"/>
                  </a:lnTo>
                  <a:lnTo>
                    <a:pt x="1985" y="678"/>
                  </a:lnTo>
                  <a:lnTo>
                    <a:pt x="1985" y="676"/>
                  </a:lnTo>
                  <a:lnTo>
                    <a:pt x="1985" y="676"/>
                  </a:lnTo>
                  <a:lnTo>
                    <a:pt x="1985" y="673"/>
                  </a:lnTo>
                  <a:lnTo>
                    <a:pt x="1985" y="673"/>
                  </a:lnTo>
                  <a:lnTo>
                    <a:pt x="1985" y="671"/>
                  </a:lnTo>
                  <a:lnTo>
                    <a:pt x="1988" y="671"/>
                  </a:lnTo>
                  <a:lnTo>
                    <a:pt x="1988" y="671"/>
                  </a:lnTo>
                  <a:lnTo>
                    <a:pt x="1990" y="671"/>
                  </a:lnTo>
                  <a:lnTo>
                    <a:pt x="1990" y="669"/>
                  </a:lnTo>
                  <a:lnTo>
                    <a:pt x="1990" y="669"/>
                  </a:lnTo>
                  <a:lnTo>
                    <a:pt x="1990" y="666"/>
                  </a:lnTo>
                  <a:lnTo>
                    <a:pt x="1990" y="666"/>
                  </a:lnTo>
                  <a:lnTo>
                    <a:pt x="1990" y="664"/>
                  </a:lnTo>
                  <a:lnTo>
                    <a:pt x="1993" y="664"/>
                  </a:lnTo>
                  <a:lnTo>
                    <a:pt x="1993" y="664"/>
                  </a:lnTo>
                  <a:lnTo>
                    <a:pt x="1993" y="664"/>
                  </a:lnTo>
                  <a:lnTo>
                    <a:pt x="1993" y="662"/>
                  </a:lnTo>
                  <a:lnTo>
                    <a:pt x="1995" y="662"/>
                  </a:lnTo>
                  <a:lnTo>
                    <a:pt x="1995" y="662"/>
                  </a:lnTo>
                  <a:lnTo>
                    <a:pt x="1997" y="662"/>
                  </a:lnTo>
                  <a:lnTo>
                    <a:pt x="1997" y="659"/>
                  </a:lnTo>
                  <a:lnTo>
                    <a:pt x="1997" y="659"/>
                  </a:lnTo>
                  <a:lnTo>
                    <a:pt x="1997" y="659"/>
                  </a:lnTo>
                  <a:lnTo>
                    <a:pt x="2000" y="659"/>
                  </a:lnTo>
                  <a:lnTo>
                    <a:pt x="2000" y="657"/>
                  </a:lnTo>
                  <a:lnTo>
                    <a:pt x="2002" y="657"/>
                  </a:lnTo>
                  <a:lnTo>
                    <a:pt x="2002" y="657"/>
                  </a:lnTo>
                  <a:lnTo>
                    <a:pt x="2002" y="657"/>
                  </a:lnTo>
                  <a:lnTo>
                    <a:pt x="2002" y="655"/>
                  </a:lnTo>
                  <a:lnTo>
                    <a:pt x="2004" y="655"/>
                  </a:lnTo>
                  <a:lnTo>
                    <a:pt x="2004" y="652"/>
                  </a:lnTo>
                  <a:lnTo>
                    <a:pt x="2007" y="652"/>
                  </a:lnTo>
                  <a:lnTo>
                    <a:pt x="2007" y="652"/>
                  </a:lnTo>
                  <a:lnTo>
                    <a:pt x="2007" y="652"/>
                  </a:lnTo>
                  <a:lnTo>
                    <a:pt x="2007" y="647"/>
                  </a:lnTo>
                  <a:lnTo>
                    <a:pt x="2007" y="647"/>
                  </a:lnTo>
                  <a:lnTo>
                    <a:pt x="2007" y="645"/>
                  </a:lnTo>
                  <a:lnTo>
                    <a:pt x="2004" y="645"/>
                  </a:lnTo>
                  <a:lnTo>
                    <a:pt x="2004" y="643"/>
                  </a:lnTo>
                  <a:lnTo>
                    <a:pt x="2004" y="643"/>
                  </a:lnTo>
                  <a:lnTo>
                    <a:pt x="2004" y="640"/>
                  </a:lnTo>
                  <a:lnTo>
                    <a:pt x="2007" y="640"/>
                  </a:lnTo>
                  <a:lnTo>
                    <a:pt x="2007" y="640"/>
                  </a:lnTo>
                  <a:lnTo>
                    <a:pt x="2004" y="640"/>
                  </a:lnTo>
                  <a:lnTo>
                    <a:pt x="2004" y="638"/>
                  </a:lnTo>
                  <a:lnTo>
                    <a:pt x="2002" y="638"/>
                  </a:lnTo>
                  <a:lnTo>
                    <a:pt x="2002" y="638"/>
                  </a:lnTo>
                  <a:lnTo>
                    <a:pt x="1997" y="638"/>
                  </a:lnTo>
                  <a:lnTo>
                    <a:pt x="1997" y="638"/>
                  </a:lnTo>
                  <a:lnTo>
                    <a:pt x="1993" y="638"/>
                  </a:lnTo>
                  <a:lnTo>
                    <a:pt x="1993" y="633"/>
                  </a:lnTo>
                  <a:lnTo>
                    <a:pt x="1995" y="633"/>
                  </a:lnTo>
                  <a:lnTo>
                    <a:pt x="1995" y="633"/>
                  </a:lnTo>
                  <a:lnTo>
                    <a:pt x="1997" y="633"/>
                  </a:lnTo>
                  <a:lnTo>
                    <a:pt x="1997" y="631"/>
                  </a:lnTo>
                  <a:lnTo>
                    <a:pt x="1997" y="631"/>
                  </a:lnTo>
                  <a:lnTo>
                    <a:pt x="1997" y="631"/>
                  </a:lnTo>
                  <a:lnTo>
                    <a:pt x="1997" y="631"/>
                  </a:lnTo>
                  <a:lnTo>
                    <a:pt x="1997" y="628"/>
                  </a:lnTo>
                  <a:lnTo>
                    <a:pt x="2000" y="628"/>
                  </a:lnTo>
                  <a:lnTo>
                    <a:pt x="2000" y="628"/>
                  </a:lnTo>
                  <a:lnTo>
                    <a:pt x="2002" y="628"/>
                  </a:lnTo>
                  <a:lnTo>
                    <a:pt x="2002" y="626"/>
                  </a:lnTo>
                  <a:lnTo>
                    <a:pt x="2002" y="626"/>
                  </a:lnTo>
                  <a:lnTo>
                    <a:pt x="2002" y="626"/>
                  </a:lnTo>
                  <a:lnTo>
                    <a:pt x="2004" y="626"/>
                  </a:lnTo>
                  <a:lnTo>
                    <a:pt x="2004" y="624"/>
                  </a:lnTo>
                  <a:lnTo>
                    <a:pt x="2004" y="624"/>
                  </a:lnTo>
                  <a:lnTo>
                    <a:pt x="2004" y="624"/>
                  </a:lnTo>
                  <a:lnTo>
                    <a:pt x="2007" y="624"/>
                  </a:lnTo>
                  <a:lnTo>
                    <a:pt x="2007" y="624"/>
                  </a:lnTo>
                  <a:lnTo>
                    <a:pt x="2009" y="624"/>
                  </a:lnTo>
                  <a:lnTo>
                    <a:pt x="2009" y="621"/>
                  </a:lnTo>
                  <a:lnTo>
                    <a:pt x="2009" y="621"/>
                  </a:lnTo>
                  <a:lnTo>
                    <a:pt x="2009" y="621"/>
                  </a:lnTo>
                  <a:lnTo>
                    <a:pt x="2019" y="621"/>
                  </a:lnTo>
                  <a:lnTo>
                    <a:pt x="2019" y="619"/>
                  </a:lnTo>
                  <a:lnTo>
                    <a:pt x="2026" y="619"/>
                  </a:lnTo>
                  <a:lnTo>
                    <a:pt x="2026" y="619"/>
                  </a:lnTo>
                  <a:lnTo>
                    <a:pt x="2028" y="619"/>
                  </a:lnTo>
                  <a:lnTo>
                    <a:pt x="2028" y="617"/>
                  </a:lnTo>
                  <a:lnTo>
                    <a:pt x="2035" y="617"/>
                  </a:lnTo>
                  <a:lnTo>
                    <a:pt x="2035" y="617"/>
                  </a:lnTo>
                  <a:lnTo>
                    <a:pt x="2040" y="617"/>
                  </a:lnTo>
                  <a:lnTo>
                    <a:pt x="2040" y="614"/>
                  </a:lnTo>
                  <a:lnTo>
                    <a:pt x="2042" y="614"/>
                  </a:lnTo>
                  <a:lnTo>
                    <a:pt x="2042" y="617"/>
                  </a:lnTo>
                  <a:lnTo>
                    <a:pt x="2054" y="617"/>
                  </a:lnTo>
                  <a:lnTo>
                    <a:pt x="2054" y="614"/>
                  </a:lnTo>
                  <a:lnTo>
                    <a:pt x="2059" y="614"/>
                  </a:lnTo>
                  <a:lnTo>
                    <a:pt x="2059" y="614"/>
                  </a:lnTo>
                  <a:lnTo>
                    <a:pt x="2066" y="614"/>
                  </a:lnTo>
                  <a:lnTo>
                    <a:pt x="2066" y="614"/>
                  </a:lnTo>
                  <a:lnTo>
                    <a:pt x="2066" y="614"/>
                  </a:lnTo>
                  <a:lnTo>
                    <a:pt x="2066" y="614"/>
                  </a:lnTo>
                  <a:lnTo>
                    <a:pt x="2068" y="614"/>
                  </a:lnTo>
                  <a:lnTo>
                    <a:pt x="2068" y="614"/>
                  </a:lnTo>
                  <a:lnTo>
                    <a:pt x="2068" y="614"/>
                  </a:lnTo>
                  <a:lnTo>
                    <a:pt x="2068" y="614"/>
                  </a:lnTo>
                  <a:lnTo>
                    <a:pt x="2071" y="614"/>
                  </a:lnTo>
                  <a:lnTo>
                    <a:pt x="2071" y="614"/>
                  </a:lnTo>
                  <a:lnTo>
                    <a:pt x="2075" y="614"/>
                  </a:lnTo>
                  <a:lnTo>
                    <a:pt x="2075" y="617"/>
                  </a:lnTo>
                  <a:lnTo>
                    <a:pt x="2075" y="617"/>
                  </a:lnTo>
                  <a:lnTo>
                    <a:pt x="2075" y="617"/>
                  </a:lnTo>
                  <a:lnTo>
                    <a:pt x="2078" y="617"/>
                  </a:lnTo>
                  <a:lnTo>
                    <a:pt x="2078" y="619"/>
                  </a:lnTo>
                  <a:lnTo>
                    <a:pt x="2080" y="619"/>
                  </a:lnTo>
                  <a:lnTo>
                    <a:pt x="2080" y="619"/>
                  </a:lnTo>
                  <a:lnTo>
                    <a:pt x="2080" y="619"/>
                  </a:lnTo>
                  <a:lnTo>
                    <a:pt x="2080" y="619"/>
                  </a:lnTo>
                  <a:lnTo>
                    <a:pt x="2082" y="619"/>
                  </a:lnTo>
                  <a:lnTo>
                    <a:pt x="2082" y="619"/>
                  </a:lnTo>
                  <a:lnTo>
                    <a:pt x="2085" y="619"/>
                  </a:lnTo>
                  <a:lnTo>
                    <a:pt x="2085" y="621"/>
                  </a:lnTo>
                  <a:lnTo>
                    <a:pt x="2085" y="621"/>
                  </a:lnTo>
                  <a:lnTo>
                    <a:pt x="2085" y="621"/>
                  </a:lnTo>
                  <a:lnTo>
                    <a:pt x="2085" y="621"/>
                  </a:lnTo>
                  <a:lnTo>
                    <a:pt x="2085" y="624"/>
                  </a:lnTo>
                  <a:lnTo>
                    <a:pt x="2092" y="624"/>
                  </a:lnTo>
                  <a:lnTo>
                    <a:pt x="2092" y="624"/>
                  </a:lnTo>
                  <a:lnTo>
                    <a:pt x="2092" y="624"/>
                  </a:lnTo>
                  <a:lnTo>
                    <a:pt x="2092" y="624"/>
                  </a:lnTo>
                  <a:lnTo>
                    <a:pt x="2097" y="624"/>
                  </a:lnTo>
                  <a:lnTo>
                    <a:pt x="2097" y="624"/>
                  </a:lnTo>
                  <a:lnTo>
                    <a:pt x="2097" y="624"/>
                  </a:lnTo>
                  <a:lnTo>
                    <a:pt x="2097" y="624"/>
                  </a:lnTo>
                  <a:lnTo>
                    <a:pt x="2104" y="624"/>
                  </a:lnTo>
                  <a:lnTo>
                    <a:pt x="2104" y="624"/>
                  </a:lnTo>
                  <a:lnTo>
                    <a:pt x="2104" y="624"/>
                  </a:lnTo>
                  <a:lnTo>
                    <a:pt x="2104" y="624"/>
                  </a:lnTo>
                  <a:lnTo>
                    <a:pt x="2109" y="624"/>
                  </a:lnTo>
                  <a:lnTo>
                    <a:pt x="2109" y="626"/>
                  </a:lnTo>
                  <a:lnTo>
                    <a:pt x="2109" y="626"/>
                  </a:lnTo>
                  <a:lnTo>
                    <a:pt x="2109" y="626"/>
                  </a:lnTo>
                  <a:lnTo>
                    <a:pt x="2111" y="626"/>
                  </a:lnTo>
                  <a:lnTo>
                    <a:pt x="2111" y="626"/>
                  </a:lnTo>
                  <a:lnTo>
                    <a:pt x="2111" y="626"/>
                  </a:lnTo>
                  <a:lnTo>
                    <a:pt x="2111" y="626"/>
                  </a:lnTo>
                  <a:lnTo>
                    <a:pt x="2113" y="626"/>
                  </a:lnTo>
                  <a:lnTo>
                    <a:pt x="2113" y="628"/>
                  </a:lnTo>
                  <a:lnTo>
                    <a:pt x="2113" y="628"/>
                  </a:lnTo>
                  <a:lnTo>
                    <a:pt x="2113" y="631"/>
                  </a:lnTo>
                  <a:lnTo>
                    <a:pt x="2113" y="631"/>
                  </a:lnTo>
                  <a:lnTo>
                    <a:pt x="2113" y="631"/>
                  </a:lnTo>
                  <a:lnTo>
                    <a:pt x="2116" y="631"/>
                  </a:lnTo>
                  <a:lnTo>
                    <a:pt x="2116" y="631"/>
                  </a:lnTo>
                  <a:lnTo>
                    <a:pt x="2116" y="631"/>
                  </a:lnTo>
                  <a:lnTo>
                    <a:pt x="2116" y="631"/>
                  </a:lnTo>
                  <a:lnTo>
                    <a:pt x="2118" y="631"/>
                  </a:lnTo>
                  <a:lnTo>
                    <a:pt x="2118" y="633"/>
                  </a:lnTo>
                  <a:lnTo>
                    <a:pt x="2118" y="633"/>
                  </a:lnTo>
                  <a:lnTo>
                    <a:pt x="2118" y="633"/>
                  </a:lnTo>
                  <a:lnTo>
                    <a:pt x="2118" y="633"/>
                  </a:lnTo>
                  <a:lnTo>
                    <a:pt x="2118" y="633"/>
                  </a:lnTo>
                  <a:lnTo>
                    <a:pt x="2120" y="633"/>
                  </a:lnTo>
                  <a:lnTo>
                    <a:pt x="2120" y="633"/>
                  </a:lnTo>
                  <a:lnTo>
                    <a:pt x="2123" y="633"/>
                  </a:lnTo>
                  <a:lnTo>
                    <a:pt x="2123" y="633"/>
                  </a:lnTo>
                  <a:lnTo>
                    <a:pt x="2120" y="633"/>
                  </a:lnTo>
                  <a:lnTo>
                    <a:pt x="2120" y="636"/>
                  </a:lnTo>
                  <a:lnTo>
                    <a:pt x="2118" y="636"/>
                  </a:lnTo>
                  <a:lnTo>
                    <a:pt x="2118" y="638"/>
                  </a:lnTo>
                  <a:lnTo>
                    <a:pt x="2120" y="638"/>
                  </a:lnTo>
                  <a:lnTo>
                    <a:pt x="2120" y="638"/>
                  </a:lnTo>
                  <a:lnTo>
                    <a:pt x="2123" y="638"/>
                  </a:lnTo>
                  <a:lnTo>
                    <a:pt x="2123" y="640"/>
                  </a:lnTo>
                  <a:lnTo>
                    <a:pt x="2125" y="640"/>
                  </a:lnTo>
                  <a:lnTo>
                    <a:pt x="2125" y="643"/>
                  </a:lnTo>
                  <a:lnTo>
                    <a:pt x="2125" y="643"/>
                  </a:lnTo>
                  <a:lnTo>
                    <a:pt x="2125" y="643"/>
                  </a:lnTo>
                  <a:lnTo>
                    <a:pt x="2127" y="643"/>
                  </a:lnTo>
                  <a:lnTo>
                    <a:pt x="2127" y="645"/>
                  </a:lnTo>
                  <a:lnTo>
                    <a:pt x="2130" y="645"/>
                  </a:lnTo>
                  <a:lnTo>
                    <a:pt x="2130" y="647"/>
                  </a:lnTo>
                  <a:lnTo>
                    <a:pt x="2125" y="647"/>
                  </a:lnTo>
                  <a:lnTo>
                    <a:pt x="2125" y="647"/>
                  </a:lnTo>
                  <a:lnTo>
                    <a:pt x="2127" y="647"/>
                  </a:lnTo>
                  <a:lnTo>
                    <a:pt x="2127" y="650"/>
                  </a:lnTo>
                  <a:lnTo>
                    <a:pt x="2130" y="650"/>
                  </a:lnTo>
                  <a:lnTo>
                    <a:pt x="2130" y="650"/>
                  </a:lnTo>
                  <a:lnTo>
                    <a:pt x="2132" y="650"/>
                  </a:lnTo>
                  <a:lnTo>
                    <a:pt x="2132" y="652"/>
                  </a:lnTo>
                  <a:lnTo>
                    <a:pt x="2130" y="652"/>
                  </a:lnTo>
                  <a:lnTo>
                    <a:pt x="2130" y="655"/>
                  </a:lnTo>
                  <a:lnTo>
                    <a:pt x="2132" y="655"/>
                  </a:lnTo>
                  <a:lnTo>
                    <a:pt x="2132" y="657"/>
                  </a:lnTo>
                  <a:lnTo>
                    <a:pt x="2132" y="657"/>
                  </a:lnTo>
                  <a:lnTo>
                    <a:pt x="2132" y="659"/>
                  </a:lnTo>
                  <a:lnTo>
                    <a:pt x="2135" y="659"/>
                  </a:lnTo>
                  <a:lnTo>
                    <a:pt x="2135" y="659"/>
                  </a:lnTo>
                  <a:lnTo>
                    <a:pt x="2135" y="659"/>
                  </a:lnTo>
                  <a:lnTo>
                    <a:pt x="2135" y="662"/>
                  </a:lnTo>
                  <a:lnTo>
                    <a:pt x="2135" y="662"/>
                  </a:lnTo>
                  <a:lnTo>
                    <a:pt x="2135" y="662"/>
                  </a:lnTo>
                  <a:lnTo>
                    <a:pt x="2137" y="662"/>
                  </a:lnTo>
                  <a:lnTo>
                    <a:pt x="2137" y="664"/>
                  </a:lnTo>
                  <a:lnTo>
                    <a:pt x="2135" y="664"/>
                  </a:lnTo>
                  <a:lnTo>
                    <a:pt x="2135" y="664"/>
                  </a:lnTo>
                  <a:lnTo>
                    <a:pt x="2137" y="664"/>
                  </a:lnTo>
                  <a:lnTo>
                    <a:pt x="2137" y="664"/>
                  </a:lnTo>
                  <a:lnTo>
                    <a:pt x="2137" y="664"/>
                  </a:lnTo>
                  <a:lnTo>
                    <a:pt x="2137" y="666"/>
                  </a:lnTo>
                  <a:lnTo>
                    <a:pt x="2137" y="666"/>
                  </a:lnTo>
                  <a:lnTo>
                    <a:pt x="2137" y="669"/>
                  </a:lnTo>
                  <a:lnTo>
                    <a:pt x="2139" y="669"/>
                  </a:lnTo>
                  <a:lnTo>
                    <a:pt x="2139" y="671"/>
                  </a:lnTo>
                  <a:lnTo>
                    <a:pt x="2142" y="671"/>
                  </a:lnTo>
                  <a:lnTo>
                    <a:pt x="2142" y="673"/>
                  </a:lnTo>
                  <a:lnTo>
                    <a:pt x="2139" y="673"/>
                  </a:lnTo>
                  <a:lnTo>
                    <a:pt x="2139" y="678"/>
                  </a:lnTo>
                  <a:lnTo>
                    <a:pt x="2142" y="678"/>
                  </a:lnTo>
                  <a:lnTo>
                    <a:pt x="2142" y="678"/>
                  </a:lnTo>
                  <a:lnTo>
                    <a:pt x="2142" y="678"/>
                  </a:lnTo>
                  <a:lnTo>
                    <a:pt x="2142" y="681"/>
                  </a:lnTo>
                  <a:lnTo>
                    <a:pt x="2144" y="681"/>
                  </a:lnTo>
                  <a:lnTo>
                    <a:pt x="2144" y="681"/>
                  </a:lnTo>
                  <a:lnTo>
                    <a:pt x="2144" y="681"/>
                  </a:lnTo>
                  <a:lnTo>
                    <a:pt x="2144" y="683"/>
                  </a:lnTo>
                  <a:lnTo>
                    <a:pt x="2146" y="683"/>
                  </a:lnTo>
                  <a:lnTo>
                    <a:pt x="2146" y="683"/>
                  </a:lnTo>
                  <a:lnTo>
                    <a:pt x="2146" y="683"/>
                  </a:lnTo>
                  <a:lnTo>
                    <a:pt x="2146" y="685"/>
                  </a:lnTo>
                  <a:lnTo>
                    <a:pt x="2149" y="685"/>
                  </a:lnTo>
                  <a:lnTo>
                    <a:pt x="2149" y="688"/>
                  </a:lnTo>
                  <a:lnTo>
                    <a:pt x="2149" y="688"/>
                  </a:lnTo>
                  <a:lnTo>
                    <a:pt x="2149" y="690"/>
                  </a:lnTo>
                  <a:lnTo>
                    <a:pt x="2149" y="690"/>
                  </a:lnTo>
                  <a:lnTo>
                    <a:pt x="2149" y="690"/>
                  </a:lnTo>
                  <a:lnTo>
                    <a:pt x="2149" y="690"/>
                  </a:lnTo>
                  <a:lnTo>
                    <a:pt x="2149" y="692"/>
                  </a:lnTo>
                  <a:lnTo>
                    <a:pt x="2149" y="692"/>
                  </a:lnTo>
                  <a:lnTo>
                    <a:pt x="2149" y="692"/>
                  </a:lnTo>
                  <a:lnTo>
                    <a:pt x="2149" y="692"/>
                  </a:lnTo>
                  <a:lnTo>
                    <a:pt x="2149" y="692"/>
                  </a:lnTo>
                  <a:lnTo>
                    <a:pt x="2149" y="692"/>
                  </a:lnTo>
                  <a:lnTo>
                    <a:pt x="2149" y="695"/>
                  </a:lnTo>
                  <a:lnTo>
                    <a:pt x="2149" y="695"/>
                  </a:lnTo>
                  <a:lnTo>
                    <a:pt x="2149" y="697"/>
                  </a:lnTo>
                  <a:lnTo>
                    <a:pt x="2151" y="697"/>
                  </a:lnTo>
                  <a:lnTo>
                    <a:pt x="2151" y="697"/>
                  </a:lnTo>
                  <a:lnTo>
                    <a:pt x="2153" y="697"/>
                  </a:lnTo>
                  <a:lnTo>
                    <a:pt x="2153" y="702"/>
                  </a:lnTo>
                  <a:lnTo>
                    <a:pt x="2153" y="702"/>
                  </a:lnTo>
                  <a:lnTo>
                    <a:pt x="2153" y="702"/>
                  </a:lnTo>
                  <a:lnTo>
                    <a:pt x="2151" y="702"/>
                  </a:lnTo>
                  <a:lnTo>
                    <a:pt x="2151" y="704"/>
                  </a:lnTo>
                  <a:lnTo>
                    <a:pt x="2153" y="704"/>
                  </a:lnTo>
                  <a:lnTo>
                    <a:pt x="2153" y="709"/>
                  </a:lnTo>
                  <a:lnTo>
                    <a:pt x="2156" y="709"/>
                  </a:lnTo>
                  <a:lnTo>
                    <a:pt x="2156" y="711"/>
                  </a:lnTo>
                  <a:lnTo>
                    <a:pt x="2158" y="711"/>
                  </a:lnTo>
                  <a:lnTo>
                    <a:pt x="2158" y="714"/>
                  </a:lnTo>
                  <a:lnTo>
                    <a:pt x="2158" y="714"/>
                  </a:lnTo>
                  <a:lnTo>
                    <a:pt x="2158" y="714"/>
                  </a:lnTo>
                  <a:lnTo>
                    <a:pt x="2163" y="714"/>
                  </a:lnTo>
                  <a:lnTo>
                    <a:pt x="2163" y="716"/>
                  </a:lnTo>
                  <a:lnTo>
                    <a:pt x="2168" y="716"/>
                  </a:lnTo>
                  <a:lnTo>
                    <a:pt x="2168" y="716"/>
                  </a:lnTo>
                  <a:lnTo>
                    <a:pt x="2170" y="716"/>
                  </a:lnTo>
                  <a:lnTo>
                    <a:pt x="2170" y="716"/>
                  </a:lnTo>
                  <a:lnTo>
                    <a:pt x="2170" y="716"/>
                  </a:lnTo>
                  <a:lnTo>
                    <a:pt x="2170" y="714"/>
                  </a:lnTo>
                  <a:lnTo>
                    <a:pt x="2180" y="714"/>
                  </a:lnTo>
                  <a:lnTo>
                    <a:pt x="2180" y="716"/>
                  </a:lnTo>
                  <a:lnTo>
                    <a:pt x="2180" y="716"/>
                  </a:lnTo>
                  <a:lnTo>
                    <a:pt x="2180" y="719"/>
                  </a:lnTo>
                  <a:lnTo>
                    <a:pt x="2182" y="719"/>
                  </a:lnTo>
                  <a:lnTo>
                    <a:pt x="2182" y="716"/>
                  </a:lnTo>
                  <a:lnTo>
                    <a:pt x="2182" y="716"/>
                  </a:lnTo>
                  <a:lnTo>
                    <a:pt x="2182" y="719"/>
                  </a:lnTo>
                  <a:lnTo>
                    <a:pt x="2184" y="719"/>
                  </a:lnTo>
                  <a:lnTo>
                    <a:pt x="2184" y="719"/>
                  </a:lnTo>
                  <a:lnTo>
                    <a:pt x="2184" y="719"/>
                  </a:lnTo>
                  <a:lnTo>
                    <a:pt x="2184" y="721"/>
                  </a:lnTo>
                  <a:lnTo>
                    <a:pt x="2187" y="721"/>
                  </a:lnTo>
                  <a:lnTo>
                    <a:pt x="2187" y="721"/>
                  </a:lnTo>
                  <a:lnTo>
                    <a:pt x="2187" y="721"/>
                  </a:lnTo>
                  <a:lnTo>
                    <a:pt x="2187" y="721"/>
                  </a:lnTo>
                  <a:lnTo>
                    <a:pt x="2189" y="721"/>
                  </a:lnTo>
                  <a:lnTo>
                    <a:pt x="2189" y="719"/>
                  </a:lnTo>
                  <a:lnTo>
                    <a:pt x="2189" y="719"/>
                  </a:lnTo>
                  <a:lnTo>
                    <a:pt x="2189" y="721"/>
                  </a:lnTo>
                  <a:lnTo>
                    <a:pt x="2191" y="721"/>
                  </a:lnTo>
                  <a:lnTo>
                    <a:pt x="2191" y="719"/>
                  </a:lnTo>
                  <a:lnTo>
                    <a:pt x="2196" y="719"/>
                  </a:lnTo>
                  <a:lnTo>
                    <a:pt x="2196" y="723"/>
                  </a:lnTo>
                  <a:lnTo>
                    <a:pt x="2198" y="723"/>
                  </a:lnTo>
                  <a:lnTo>
                    <a:pt x="2198" y="723"/>
                  </a:lnTo>
                  <a:lnTo>
                    <a:pt x="2201" y="723"/>
                  </a:lnTo>
                  <a:lnTo>
                    <a:pt x="2201" y="726"/>
                  </a:lnTo>
                  <a:lnTo>
                    <a:pt x="2203" y="726"/>
                  </a:lnTo>
                  <a:lnTo>
                    <a:pt x="2203" y="726"/>
                  </a:lnTo>
                  <a:lnTo>
                    <a:pt x="2203" y="726"/>
                  </a:lnTo>
                  <a:lnTo>
                    <a:pt x="2203" y="728"/>
                  </a:lnTo>
                  <a:lnTo>
                    <a:pt x="2203" y="728"/>
                  </a:lnTo>
                  <a:lnTo>
                    <a:pt x="2203" y="728"/>
                  </a:lnTo>
                  <a:lnTo>
                    <a:pt x="2206" y="728"/>
                  </a:lnTo>
                  <a:lnTo>
                    <a:pt x="2206" y="730"/>
                  </a:lnTo>
                  <a:lnTo>
                    <a:pt x="2208" y="730"/>
                  </a:lnTo>
                  <a:lnTo>
                    <a:pt x="2208" y="730"/>
                  </a:lnTo>
                  <a:lnTo>
                    <a:pt x="2208" y="730"/>
                  </a:lnTo>
                  <a:lnTo>
                    <a:pt x="2208" y="733"/>
                  </a:lnTo>
                  <a:lnTo>
                    <a:pt x="2210" y="733"/>
                  </a:lnTo>
                  <a:lnTo>
                    <a:pt x="2210" y="733"/>
                  </a:lnTo>
                  <a:lnTo>
                    <a:pt x="2215" y="733"/>
                  </a:lnTo>
                  <a:lnTo>
                    <a:pt x="2215" y="733"/>
                  </a:lnTo>
                  <a:lnTo>
                    <a:pt x="2215" y="733"/>
                  </a:lnTo>
                  <a:lnTo>
                    <a:pt x="2215" y="733"/>
                  </a:lnTo>
                  <a:lnTo>
                    <a:pt x="2217" y="733"/>
                  </a:lnTo>
                  <a:lnTo>
                    <a:pt x="2217" y="733"/>
                  </a:lnTo>
                  <a:lnTo>
                    <a:pt x="2217" y="733"/>
                  </a:lnTo>
                  <a:lnTo>
                    <a:pt x="2217" y="733"/>
                  </a:lnTo>
                  <a:lnTo>
                    <a:pt x="2220" y="733"/>
                  </a:lnTo>
                  <a:lnTo>
                    <a:pt x="2220" y="733"/>
                  </a:lnTo>
                  <a:lnTo>
                    <a:pt x="2220" y="733"/>
                  </a:lnTo>
                  <a:lnTo>
                    <a:pt x="2220" y="735"/>
                  </a:lnTo>
                  <a:lnTo>
                    <a:pt x="2217" y="735"/>
                  </a:lnTo>
                  <a:lnTo>
                    <a:pt x="2217" y="737"/>
                  </a:lnTo>
                  <a:lnTo>
                    <a:pt x="2217" y="737"/>
                  </a:lnTo>
                  <a:lnTo>
                    <a:pt x="2217" y="740"/>
                  </a:lnTo>
                  <a:lnTo>
                    <a:pt x="2217" y="740"/>
                  </a:lnTo>
                  <a:lnTo>
                    <a:pt x="2217" y="742"/>
                  </a:lnTo>
                  <a:lnTo>
                    <a:pt x="2222" y="742"/>
                  </a:lnTo>
                  <a:lnTo>
                    <a:pt x="2222" y="745"/>
                  </a:lnTo>
                  <a:lnTo>
                    <a:pt x="2222" y="745"/>
                  </a:lnTo>
                  <a:lnTo>
                    <a:pt x="2222" y="747"/>
                  </a:lnTo>
                  <a:lnTo>
                    <a:pt x="2225" y="747"/>
                  </a:lnTo>
                  <a:lnTo>
                    <a:pt x="2225" y="747"/>
                  </a:lnTo>
                  <a:lnTo>
                    <a:pt x="2222" y="747"/>
                  </a:lnTo>
                  <a:lnTo>
                    <a:pt x="2222" y="749"/>
                  </a:lnTo>
                  <a:lnTo>
                    <a:pt x="2222" y="749"/>
                  </a:lnTo>
                  <a:lnTo>
                    <a:pt x="2222" y="752"/>
                  </a:lnTo>
                  <a:lnTo>
                    <a:pt x="2222" y="752"/>
                  </a:lnTo>
                  <a:lnTo>
                    <a:pt x="2222" y="752"/>
                  </a:lnTo>
                  <a:lnTo>
                    <a:pt x="2220" y="752"/>
                  </a:lnTo>
                  <a:lnTo>
                    <a:pt x="2220" y="754"/>
                  </a:lnTo>
                  <a:lnTo>
                    <a:pt x="2222" y="754"/>
                  </a:lnTo>
                  <a:lnTo>
                    <a:pt x="2222" y="754"/>
                  </a:lnTo>
                  <a:lnTo>
                    <a:pt x="2222" y="754"/>
                  </a:lnTo>
                  <a:lnTo>
                    <a:pt x="2222" y="756"/>
                  </a:lnTo>
                  <a:lnTo>
                    <a:pt x="2225" y="756"/>
                  </a:lnTo>
                  <a:lnTo>
                    <a:pt x="2225" y="756"/>
                  </a:lnTo>
                  <a:lnTo>
                    <a:pt x="2225" y="756"/>
                  </a:lnTo>
                  <a:lnTo>
                    <a:pt x="2225" y="759"/>
                  </a:lnTo>
                  <a:lnTo>
                    <a:pt x="2225" y="759"/>
                  </a:lnTo>
                  <a:lnTo>
                    <a:pt x="2225" y="759"/>
                  </a:lnTo>
                  <a:lnTo>
                    <a:pt x="2227" y="759"/>
                  </a:lnTo>
                  <a:lnTo>
                    <a:pt x="2227" y="761"/>
                  </a:lnTo>
                  <a:lnTo>
                    <a:pt x="2227" y="761"/>
                  </a:lnTo>
                  <a:lnTo>
                    <a:pt x="2227" y="764"/>
                  </a:lnTo>
                  <a:lnTo>
                    <a:pt x="2229" y="764"/>
                  </a:lnTo>
                  <a:lnTo>
                    <a:pt x="2229" y="761"/>
                  </a:lnTo>
                  <a:lnTo>
                    <a:pt x="2232" y="761"/>
                  </a:lnTo>
                  <a:lnTo>
                    <a:pt x="2232" y="761"/>
                  </a:lnTo>
                  <a:lnTo>
                    <a:pt x="2234" y="761"/>
                  </a:lnTo>
                  <a:lnTo>
                    <a:pt x="2234" y="761"/>
                  </a:lnTo>
                  <a:lnTo>
                    <a:pt x="2236" y="761"/>
                  </a:lnTo>
                  <a:lnTo>
                    <a:pt x="2236" y="761"/>
                  </a:lnTo>
                  <a:lnTo>
                    <a:pt x="2239" y="761"/>
                  </a:lnTo>
                  <a:lnTo>
                    <a:pt x="2239" y="761"/>
                  </a:lnTo>
                  <a:lnTo>
                    <a:pt x="2239" y="761"/>
                  </a:lnTo>
                  <a:lnTo>
                    <a:pt x="2239" y="764"/>
                  </a:lnTo>
                  <a:lnTo>
                    <a:pt x="2241" y="764"/>
                  </a:lnTo>
                  <a:lnTo>
                    <a:pt x="2241" y="761"/>
                  </a:lnTo>
                  <a:lnTo>
                    <a:pt x="2243" y="761"/>
                  </a:lnTo>
                  <a:lnTo>
                    <a:pt x="2243" y="764"/>
                  </a:lnTo>
                  <a:lnTo>
                    <a:pt x="2248" y="764"/>
                  </a:lnTo>
                  <a:lnTo>
                    <a:pt x="2248" y="761"/>
                  </a:lnTo>
                  <a:lnTo>
                    <a:pt x="2255" y="761"/>
                  </a:lnTo>
                  <a:lnTo>
                    <a:pt x="2255" y="761"/>
                  </a:lnTo>
                  <a:lnTo>
                    <a:pt x="2258" y="761"/>
                  </a:lnTo>
                  <a:lnTo>
                    <a:pt x="2258" y="761"/>
                  </a:lnTo>
                  <a:lnTo>
                    <a:pt x="2262" y="761"/>
                  </a:lnTo>
                  <a:lnTo>
                    <a:pt x="2262" y="761"/>
                  </a:lnTo>
                  <a:lnTo>
                    <a:pt x="2262" y="761"/>
                  </a:lnTo>
                  <a:lnTo>
                    <a:pt x="2262" y="759"/>
                  </a:lnTo>
                  <a:lnTo>
                    <a:pt x="2262" y="759"/>
                  </a:lnTo>
                  <a:lnTo>
                    <a:pt x="2262" y="756"/>
                  </a:lnTo>
                  <a:lnTo>
                    <a:pt x="2265" y="756"/>
                  </a:lnTo>
                  <a:lnTo>
                    <a:pt x="2265" y="756"/>
                  </a:lnTo>
                  <a:lnTo>
                    <a:pt x="2267" y="756"/>
                  </a:lnTo>
                  <a:lnTo>
                    <a:pt x="2267" y="754"/>
                  </a:lnTo>
                  <a:lnTo>
                    <a:pt x="2269" y="754"/>
                  </a:lnTo>
                  <a:lnTo>
                    <a:pt x="2269" y="754"/>
                  </a:lnTo>
                  <a:lnTo>
                    <a:pt x="2272" y="754"/>
                  </a:lnTo>
                  <a:lnTo>
                    <a:pt x="2272" y="752"/>
                  </a:lnTo>
                  <a:lnTo>
                    <a:pt x="2281" y="752"/>
                  </a:lnTo>
                  <a:lnTo>
                    <a:pt x="2281" y="752"/>
                  </a:lnTo>
                  <a:lnTo>
                    <a:pt x="2284" y="752"/>
                  </a:lnTo>
                  <a:lnTo>
                    <a:pt x="2284" y="752"/>
                  </a:lnTo>
                  <a:lnTo>
                    <a:pt x="2286" y="752"/>
                  </a:lnTo>
                  <a:lnTo>
                    <a:pt x="2286" y="749"/>
                  </a:lnTo>
                  <a:lnTo>
                    <a:pt x="2288" y="749"/>
                  </a:lnTo>
                  <a:lnTo>
                    <a:pt x="2288" y="752"/>
                  </a:lnTo>
                  <a:lnTo>
                    <a:pt x="2288" y="752"/>
                  </a:lnTo>
                  <a:lnTo>
                    <a:pt x="2288" y="749"/>
                  </a:lnTo>
                  <a:lnTo>
                    <a:pt x="2291" y="749"/>
                  </a:lnTo>
                  <a:lnTo>
                    <a:pt x="2291" y="747"/>
                  </a:lnTo>
                  <a:lnTo>
                    <a:pt x="2291" y="747"/>
                  </a:lnTo>
                  <a:lnTo>
                    <a:pt x="2291" y="747"/>
                  </a:lnTo>
                  <a:lnTo>
                    <a:pt x="2296" y="747"/>
                  </a:lnTo>
                  <a:lnTo>
                    <a:pt x="2296" y="745"/>
                  </a:lnTo>
                  <a:lnTo>
                    <a:pt x="2303" y="745"/>
                  </a:lnTo>
                  <a:lnTo>
                    <a:pt x="2303" y="747"/>
                  </a:lnTo>
                  <a:lnTo>
                    <a:pt x="2303" y="747"/>
                  </a:lnTo>
                  <a:lnTo>
                    <a:pt x="2303" y="745"/>
                  </a:lnTo>
                  <a:lnTo>
                    <a:pt x="2305" y="745"/>
                  </a:lnTo>
                  <a:lnTo>
                    <a:pt x="2305" y="747"/>
                  </a:lnTo>
                  <a:lnTo>
                    <a:pt x="2305" y="747"/>
                  </a:lnTo>
                  <a:lnTo>
                    <a:pt x="2305" y="747"/>
                  </a:lnTo>
                  <a:lnTo>
                    <a:pt x="2307" y="747"/>
                  </a:lnTo>
                  <a:lnTo>
                    <a:pt x="2307" y="749"/>
                  </a:lnTo>
                  <a:lnTo>
                    <a:pt x="2305" y="749"/>
                  </a:lnTo>
                  <a:lnTo>
                    <a:pt x="2305" y="752"/>
                  </a:lnTo>
                  <a:lnTo>
                    <a:pt x="2305" y="752"/>
                  </a:lnTo>
                  <a:lnTo>
                    <a:pt x="2305" y="752"/>
                  </a:lnTo>
                  <a:lnTo>
                    <a:pt x="2305" y="752"/>
                  </a:lnTo>
                  <a:lnTo>
                    <a:pt x="2305" y="754"/>
                  </a:lnTo>
                  <a:lnTo>
                    <a:pt x="2303" y="754"/>
                  </a:lnTo>
                  <a:lnTo>
                    <a:pt x="2303" y="756"/>
                  </a:lnTo>
                  <a:lnTo>
                    <a:pt x="2305" y="756"/>
                  </a:lnTo>
                  <a:lnTo>
                    <a:pt x="2305" y="756"/>
                  </a:lnTo>
                  <a:lnTo>
                    <a:pt x="2305" y="756"/>
                  </a:lnTo>
                  <a:lnTo>
                    <a:pt x="2305" y="759"/>
                  </a:lnTo>
                  <a:lnTo>
                    <a:pt x="2305" y="759"/>
                  </a:lnTo>
                  <a:lnTo>
                    <a:pt x="2305" y="759"/>
                  </a:lnTo>
                  <a:lnTo>
                    <a:pt x="2307" y="759"/>
                  </a:lnTo>
                  <a:lnTo>
                    <a:pt x="2307" y="761"/>
                  </a:lnTo>
                  <a:lnTo>
                    <a:pt x="2307" y="761"/>
                  </a:lnTo>
                  <a:lnTo>
                    <a:pt x="2307" y="764"/>
                  </a:lnTo>
                  <a:lnTo>
                    <a:pt x="2307" y="764"/>
                  </a:lnTo>
                  <a:lnTo>
                    <a:pt x="2307" y="764"/>
                  </a:lnTo>
                  <a:lnTo>
                    <a:pt x="2305" y="764"/>
                  </a:lnTo>
                  <a:lnTo>
                    <a:pt x="2305" y="766"/>
                  </a:lnTo>
                  <a:lnTo>
                    <a:pt x="2305" y="766"/>
                  </a:lnTo>
                  <a:lnTo>
                    <a:pt x="2305" y="766"/>
                  </a:lnTo>
                  <a:lnTo>
                    <a:pt x="2305" y="766"/>
                  </a:lnTo>
                  <a:lnTo>
                    <a:pt x="2305" y="768"/>
                  </a:lnTo>
                  <a:lnTo>
                    <a:pt x="2303" y="768"/>
                  </a:lnTo>
                  <a:lnTo>
                    <a:pt x="2303" y="768"/>
                  </a:lnTo>
                  <a:lnTo>
                    <a:pt x="2300" y="768"/>
                  </a:lnTo>
                  <a:lnTo>
                    <a:pt x="2300" y="771"/>
                  </a:lnTo>
                  <a:lnTo>
                    <a:pt x="2300" y="771"/>
                  </a:lnTo>
                  <a:lnTo>
                    <a:pt x="2300" y="768"/>
                  </a:lnTo>
                  <a:lnTo>
                    <a:pt x="2298" y="768"/>
                  </a:lnTo>
                  <a:lnTo>
                    <a:pt x="2298" y="771"/>
                  </a:lnTo>
                  <a:lnTo>
                    <a:pt x="2298" y="771"/>
                  </a:lnTo>
                  <a:lnTo>
                    <a:pt x="2298" y="771"/>
                  </a:lnTo>
                  <a:lnTo>
                    <a:pt x="2296" y="771"/>
                  </a:lnTo>
                  <a:lnTo>
                    <a:pt x="2296" y="775"/>
                  </a:lnTo>
                  <a:lnTo>
                    <a:pt x="2296" y="775"/>
                  </a:lnTo>
                  <a:lnTo>
                    <a:pt x="2296" y="778"/>
                  </a:lnTo>
                  <a:lnTo>
                    <a:pt x="2296" y="778"/>
                  </a:lnTo>
                  <a:lnTo>
                    <a:pt x="2296" y="780"/>
                  </a:lnTo>
                  <a:lnTo>
                    <a:pt x="2293" y="780"/>
                  </a:lnTo>
                  <a:lnTo>
                    <a:pt x="2293" y="782"/>
                  </a:lnTo>
                  <a:lnTo>
                    <a:pt x="2293" y="782"/>
                  </a:lnTo>
                  <a:lnTo>
                    <a:pt x="2293" y="790"/>
                  </a:lnTo>
                  <a:lnTo>
                    <a:pt x="2291" y="790"/>
                  </a:lnTo>
                  <a:lnTo>
                    <a:pt x="2291" y="790"/>
                  </a:lnTo>
                  <a:lnTo>
                    <a:pt x="2291" y="790"/>
                  </a:lnTo>
                  <a:lnTo>
                    <a:pt x="2291" y="792"/>
                  </a:lnTo>
                  <a:lnTo>
                    <a:pt x="2291" y="792"/>
                  </a:lnTo>
                  <a:lnTo>
                    <a:pt x="2291" y="792"/>
                  </a:lnTo>
                  <a:lnTo>
                    <a:pt x="2288" y="792"/>
                  </a:lnTo>
                  <a:lnTo>
                    <a:pt x="2288" y="794"/>
                  </a:lnTo>
                  <a:lnTo>
                    <a:pt x="2291" y="794"/>
                  </a:lnTo>
                  <a:lnTo>
                    <a:pt x="2291" y="794"/>
                  </a:lnTo>
                  <a:lnTo>
                    <a:pt x="2291" y="794"/>
                  </a:lnTo>
                  <a:lnTo>
                    <a:pt x="2291" y="797"/>
                  </a:lnTo>
                  <a:lnTo>
                    <a:pt x="2288" y="797"/>
                  </a:lnTo>
                  <a:lnTo>
                    <a:pt x="2288" y="797"/>
                  </a:lnTo>
                  <a:lnTo>
                    <a:pt x="2291" y="797"/>
                  </a:lnTo>
                  <a:lnTo>
                    <a:pt x="2291" y="799"/>
                  </a:lnTo>
                  <a:lnTo>
                    <a:pt x="2288" y="799"/>
                  </a:lnTo>
                  <a:lnTo>
                    <a:pt x="2288" y="801"/>
                  </a:lnTo>
                  <a:lnTo>
                    <a:pt x="2288" y="801"/>
                  </a:lnTo>
                  <a:lnTo>
                    <a:pt x="2288" y="801"/>
                  </a:lnTo>
                  <a:lnTo>
                    <a:pt x="2286" y="801"/>
                  </a:lnTo>
                  <a:lnTo>
                    <a:pt x="2286" y="804"/>
                  </a:lnTo>
                  <a:lnTo>
                    <a:pt x="2286" y="804"/>
                  </a:lnTo>
                  <a:lnTo>
                    <a:pt x="2286" y="804"/>
                  </a:lnTo>
                  <a:lnTo>
                    <a:pt x="2286" y="804"/>
                  </a:lnTo>
                  <a:lnTo>
                    <a:pt x="2286" y="806"/>
                  </a:lnTo>
                  <a:lnTo>
                    <a:pt x="2284" y="806"/>
                  </a:lnTo>
                  <a:lnTo>
                    <a:pt x="2284" y="806"/>
                  </a:lnTo>
                  <a:lnTo>
                    <a:pt x="2284" y="806"/>
                  </a:lnTo>
                  <a:lnTo>
                    <a:pt x="2284" y="809"/>
                  </a:lnTo>
                  <a:lnTo>
                    <a:pt x="2284" y="809"/>
                  </a:lnTo>
                  <a:lnTo>
                    <a:pt x="2284" y="809"/>
                  </a:lnTo>
                  <a:lnTo>
                    <a:pt x="2281" y="809"/>
                  </a:lnTo>
                  <a:lnTo>
                    <a:pt x="2281" y="811"/>
                  </a:lnTo>
                  <a:lnTo>
                    <a:pt x="2281" y="811"/>
                  </a:lnTo>
                  <a:lnTo>
                    <a:pt x="2281" y="816"/>
                  </a:lnTo>
                  <a:lnTo>
                    <a:pt x="2279" y="816"/>
                  </a:lnTo>
                  <a:lnTo>
                    <a:pt x="2279" y="816"/>
                  </a:lnTo>
                  <a:lnTo>
                    <a:pt x="2279" y="816"/>
                  </a:lnTo>
                  <a:lnTo>
                    <a:pt x="2279" y="818"/>
                  </a:lnTo>
                  <a:lnTo>
                    <a:pt x="2277" y="818"/>
                  </a:lnTo>
                  <a:lnTo>
                    <a:pt x="2277" y="818"/>
                  </a:lnTo>
                  <a:lnTo>
                    <a:pt x="2274" y="818"/>
                  </a:lnTo>
                  <a:lnTo>
                    <a:pt x="2274" y="820"/>
                  </a:lnTo>
                  <a:lnTo>
                    <a:pt x="2274" y="820"/>
                  </a:lnTo>
                  <a:lnTo>
                    <a:pt x="2274" y="823"/>
                  </a:lnTo>
                  <a:lnTo>
                    <a:pt x="2272" y="823"/>
                  </a:lnTo>
                  <a:lnTo>
                    <a:pt x="2272" y="825"/>
                  </a:lnTo>
                  <a:lnTo>
                    <a:pt x="2274" y="825"/>
                  </a:lnTo>
                  <a:lnTo>
                    <a:pt x="2274" y="828"/>
                  </a:lnTo>
                  <a:lnTo>
                    <a:pt x="2272" y="828"/>
                  </a:lnTo>
                  <a:lnTo>
                    <a:pt x="2272" y="830"/>
                  </a:lnTo>
                  <a:lnTo>
                    <a:pt x="2272" y="830"/>
                  </a:lnTo>
                  <a:lnTo>
                    <a:pt x="2272" y="830"/>
                  </a:lnTo>
                  <a:lnTo>
                    <a:pt x="2267" y="830"/>
                  </a:lnTo>
                  <a:lnTo>
                    <a:pt x="2267" y="828"/>
                  </a:lnTo>
                  <a:lnTo>
                    <a:pt x="2265" y="828"/>
                  </a:lnTo>
                  <a:lnTo>
                    <a:pt x="2265" y="828"/>
                  </a:lnTo>
                  <a:lnTo>
                    <a:pt x="2265" y="828"/>
                  </a:lnTo>
                  <a:lnTo>
                    <a:pt x="2265" y="825"/>
                  </a:lnTo>
                  <a:lnTo>
                    <a:pt x="2265" y="825"/>
                  </a:lnTo>
                  <a:lnTo>
                    <a:pt x="2265" y="825"/>
                  </a:lnTo>
                  <a:lnTo>
                    <a:pt x="2262" y="825"/>
                  </a:lnTo>
                  <a:lnTo>
                    <a:pt x="2262" y="823"/>
                  </a:lnTo>
                  <a:lnTo>
                    <a:pt x="2258" y="823"/>
                  </a:lnTo>
                  <a:lnTo>
                    <a:pt x="2258" y="823"/>
                  </a:lnTo>
                  <a:lnTo>
                    <a:pt x="2253" y="823"/>
                  </a:lnTo>
                  <a:lnTo>
                    <a:pt x="2253" y="823"/>
                  </a:lnTo>
                  <a:lnTo>
                    <a:pt x="2251" y="823"/>
                  </a:lnTo>
                  <a:lnTo>
                    <a:pt x="2251" y="825"/>
                  </a:lnTo>
                  <a:lnTo>
                    <a:pt x="2251" y="825"/>
                  </a:lnTo>
                  <a:lnTo>
                    <a:pt x="2251" y="825"/>
                  </a:lnTo>
                  <a:lnTo>
                    <a:pt x="2248" y="825"/>
                  </a:lnTo>
                  <a:lnTo>
                    <a:pt x="2248" y="825"/>
                  </a:lnTo>
                  <a:lnTo>
                    <a:pt x="2248" y="825"/>
                  </a:lnTo>
                  <a:lnTo>
                    <a:pt x="2248" y="823"/>
                  </a:lnTo>
                  <a:lnTo>
                    <a:pt x="2248" y="823"/>
                  </a:lnTo>
                  <a:lnTo>
                    <a:pt x="2248" y="823"/>
                  </a:lnTo>
                  <a:lnTo>
                    <a:pt x="2246" y="823"/>
                  </a:lnTo>
                  <a:lnTo>
                    <a:pt x="2246" y="823"/>
                  </a:lnTo>
                  <a:lnTo>
                    <a:pt x="2243" y="823"/>
                  </a:lnTo>
                  <a:lnTo>
                    <a:pt x="2243" y="825"/>
                  </a:lnTo>
                  <a:lnTo>
                    <a:pt x="2241" y="825"/>
                  </a:lnTo>
                  <a:lnTo>
                    <a:pt x="2241" y="830"/>
                  </a:lnTo>
                  <a:lnTo>
                    <a:pt x="2241" y="830"/>
                  </a:lnTo>
                  <a:lnTo>
                    <a:pt x="2241" y="830"/>
                  </a:lnTo>
                  <a:lnTo>
                    <a:pt x="2239" y="830"/>
                  </a:lnTo>
                  <a:lnTo>
                    <a:pt x="2239" y="830"/>
                  </a:lnTo>
                  <a:lnTo>
                    <a:pt x="2239" y="830"/>
                  </a:lnTo>
                  <a:lnTo>
                    <a:pt x="2239" y="832"/>
                  </a:lnTo>
                  <a:lnTo>
                    <a:pt x="2236" y="832"/>
                  </a:lnTo>
                  <a:lnTo>
                    <a:pt x="2236" y="830"/>
                  </a:lnTo>
                  <a:lnTo>
                    <a:pt x="2234" y="830"/>
                  </a:lnTo>
                  <a:lnTo>
                    <a:pt x="2234" y="832"/>
                  </a:lnTo>
                  <a:lnTo>
                    <a:pt x="2234" y="832"/>
                  </a:lnTo>
                  <a:lnTo>
                    <a:pt x="2234" y="832"/>
                  </a:lnTo>
                  <a:lnTo>
                    <a:pt x="2229" y="832"/>
                  </a:lnTo>
                  <a:lnTo>
                    <a:pt x="2229" y="835"/>
                  </a:lnTo>
                  <a:lnTo>
                    <a:pt x="2227" y="835"/>
                  </a:lnTo>
                  <a:lnTo>
                    <a:pt x="2227" y="835"/>
                  </a:lnTo>
                  <a:lnTo>
                    <a:pt x="2227" y="835"/>
                  </a:lnTo>
                  <a:lnTo>
                    <a:pt x="2227" y="837"/>
                  </a:lnTo>
                  <a:lnTo>
                    <a:pt x="2229" y="837"/>
                  </a:lnTo>
                  <a:lnTo>
                    <a:pt x="2229" y="837"/>
                  </a:lnTo>
                  <a:lnTo>
                    <a:pt x="2229" y="837"/>
                  </a:lnTo>
                  <a:lnTo>
                    <a:pt x="2229" y="839"/>
                  </a:lnTo>
                  <a:lnTo>
                    <a:pt x="2229" y="839"/>
                  </a:lnTo>
                  <a:lnTo>
                    <a:pt x="2229" y="842"/>
                  </a:lnTo>
                  <a:lnTo>
                    <a:pt x="2232" y="842"/>
                  </a:lnTo>
                  <a:lnTo>
                    <a:pt x="2232" y="846"/>
                  </a:lnTo>
                  <a:lnTo>
                    <a:pt x="2232" y="846"/>
                  </a:lnTo>
                  <a:lnTo>
                    <a:pt x="2232" y="849"/>
                  </a:lnTo>
                  <a:lnTo>
                    <a:pt x="2232" y="849"/>
                  </a:lnTo>
                  <a:lnTo>
                    <a:pt x="2232" y="851"/>
                  </a:lnTo>
                  <a:lnTo>
                    <a:pt x="2234" y="851"/>
                  </a:lnTo>
                  <a:lnTo>
                    <a:pt x="2234" y="856"/>
                  </a:lnTo>
                  <a:lnTo>
                    <a:pt x="2232" y="856"/>
                  </a:lnTo>
                  <a:lnTo>
                    <a:pt x="2232" y="861"/>
                  </a:lnTo>
                  <a:lnTo>
                    <a:pt x="2232" y="861"/>
                  </a:lnTo>
                  <a:lnTo>
                    <a:pt x="2232" y="870"/>
                  </a:lnTo>
                  <a:lnTo>
                    <a:pt x="2234" y="870"/>
                  </a:lnTo>
                  <a:lnTo>
                    <a:pt x="2234" y="873"/>
                  </a:lnTo>
                  <a:lnTo>
                    <a:pt x="2232" y="873"/>
                  </a:lnTo>
                  <a:lnTo>
                    <a:pt x="2232" y="875"/>
                  </a:lnTo>
                  <a:lnTo>
                    <a:pt x="2232" y="875"/>
                  </a:lnTo>
                  <a:lnTo>
                    <a:pt x="2232" y="880"/>
                  </a:lnTo>
                  <a:lnTo>
                    <a:pt x="2232" y="880"/>
                  </a:lnTo>
                  <a:lnTo>
                    <a:pt x="2232" y="880"/>
                  </a:lnTo>
                  <a:lnTo>
                    <a:pt x="2229" y="880"/>
                  </a:lnTo>
                  <a:lnTo>
                    <a:pt x="2229" y="880"/>
                  </a:lnTo>
                  <a:lnTo>
                    <a:pt x="2229" y="880"/>
                  </a:lnTo>
                  <a:lnTo>
                    <a:pt x="2229" y="882"/>
                  </a:lnTo>
                  <a:lnTo>
                    <a:pt x="2229" y="882"/>
                  </a:lnTo>
                  <a:lnTo>
                    <a:pt x="2229" y="884"/>
                  </a:lnTo>
                  <a:lnTo>
                    <a:pt x="2227" y="884"/>
                  </a:lnTo>
                  <a:lnTo>
                    <a:pt x="2227" y="884"/>
                  </a:lnTo>
                  <a:lnTo>
                    <a:pt x="2222" y="884"/>
                  </a:lnTo>
                  <a:lnTo>
                    <a:pt x="2222" y="887"/>
                  </a:lnTo>
                  <a:lnTo>
                    <a:pt x="2217" y="887"/>
                  </a:lnTo>
                  <a:lnTo>
                    <a:pt x="2217" y="887"/>
                  </a:lnTo>
                  <a:lnTo>
                    <a:pt x="2217" y="887"/>
                  </a:lnTo>
                  <a:lnTo>
                    <a:pt x="2217" y="889"/>
                  </a:lnTo>
                  <a:lnTo>
                    <a:pt x="2215" y="889"/>
                  </a:lnTo>
                  <a:lnTo>
                    <a:pt x="2215" y="889"/>
                  </a:lnTo>
                  <a:lnTo>
                    <a:pt x="2215" y="889"/>
                  </a:lnTo>
                  <a:lnTo>
                    <a:pt x="2215" y="892"/>
                  </a:lnTo>
                  <a:lnTo>
                    <a:pt x="2217" y="892"/>
                  </a:lnTo>
                  <a:lnTo>
                    <a:pt x="2217" y="889"/>
                  </a:lnTo>
                  <a:lnTo>
                    <a:pt x="2217" y="889"/>
                  </a:lnTo>
                  <a:lnTo>
                    <a:pt x="2217" y="892"/>
                  </a:lnTo>
                  <a:lnTo>
                    <a:pt x="2217" y="892"/>
                  </a:lnTo>
                  <a:lnTo>
                    <a:pt x="2217" y="892"/>
                  </a:lnTo>
                  <a:lnTo>
                    <a:pt x="2220" y="892"/>
                  </a:lnTo>
                  <a:lnTo>
                    <a:pt x="2220" y="894"/>
                  </a:lnTo>
                  <a:lnTo>
                    <a:pt x="2217" y="894"/>
                  </a:lnTo>
                  <a:lnTo>
                    <a:pt x="2217" y="896"/>
                  </a:lnTo>
                  <a:lnTo>
                    <a:pt x="2220" y="896"/>
                  </a:lnTo>
                  <a:lnTo>
                    <a:pt x="2220" y="896"/>
                  </a:lnTo>
                  <a:lnTo>
                    <a:pt x="2220" y="896"/>
                  </a:lnTo>
                  <a:lnTo>
                    <a:pt x="2220" y="901"/>
                  </a:lnTo>
                  <a:lnTo>
                    <a:pt x="2222" y="901"/>
                  </a:lnTo>
                  <a:lnTo>
                    <a:pt x="2222" y="901"/>
                  </a:lnTo>
                  <a:lnTo>
                    <a:pt x="2222" y="901"/>
                  </a:lnTo>
                  <a:lnTo>
                    <a:pt x="2222" y="899"/>
                  </a:lnTo>
                  <a:lnTo>
                    <a:pt x="2222" y="899"/>
                  </a:lnTo>
                  <a:lnTo>
                    <a:pt x="2222" y="896"/>
                  </a:lnTo>
                  <a:lnTo>
                    <a:pt x="2225" y="896"/>
                  </a:lnTo>
                  <a:lnTo>
                    <a:pt x="2225" y="896"/>
                  </a:lnTo>
                  <a:lnTo>
                    <a:pt x="2227" y="896"/>
                  </a:lnTo>
                  <a:lnTo>
                    <a:pt x="2227" y="894"/>
                  </a:lnTo>
                  <a:lnTo>
                    <a:pt x="2225" y="894"/>
                  </a:lnTo>
                  <a:lnTo>
                    <a:pt x="2225" y="892"/>
                  </a:lnTo>
                  <a:lnTo>
                    <a:pt x="2227" y="892"/>
                  </a:lnTo>
                  <a:lnTo>
                    <a:pt x="2227" y="892"/>
                  </a:lnTo>
                  <a:lnTo>
                    <a:pt x="2229" y="892"/>
                  </a:lnTo>
                  <a:lnTo>
                    <a:pt x="2229" y="892"/>
                  </a:lnTo>
                  <a:lnTo>
                    <a:pt x="2229" y="892"/>
                  </a:lnTo>
                  <a:lnTo>
                    <a:pt x="2229" y="894"/>
                  </a:lnTo>
                  <a:lnTo>
                    <a:pt x="2232" y="894"/>
                  </a:lnTo>
                  <a:lnTo>
                    <a:pt x="2232" y="892"/>
                  </a:lnTo>
                  <a:lnTo>
                    <a:pt x="2234" y="892"/>
                  </a:lnTo>
                  <a:lnTo>
                    <a:pt x="2234" y="889"/>
                  </a:lnTo>
                  <a:lnTo>
                    <a:pt x="2236" y="889"/>
                  </a:lnTo>
                  <a:lnTo>
                    <a:pt x="2236" y="887"/>
                  </a:lnTo>
                  <a:lnTo>
                    <a:pt x="2236" y="887"/>
                  </a:lnTo>
                  <a:lnTo>
                    <a:pt x="2236" y="887"/>
                  </a:lnTo>
                  <a:lnTo>
                    <a:pt x="2239" y="887"/>
                  </a:lnTo>
                  <a:lnTo>
                    <a:pt x="2239" y="884"/>
                  </a:lnTo>
                  <a:lnTo>
                    <a:pt x="2239" y="884"/>
                  </a:lnTo>
                  <a:lnTo>
                    <a:pt x="2239" y="882"/>
                  </a:lnTo>
                  <a:lnTo>
                    <a:pt x="2241" y="882"/>
                  </a:lnTo>
                  <a:lnTo>
                    <a:pt x="2241" y="880"/>
                  </a:lnTo>
                  <a:lnTo>
                    <a:pt x="2241" y="880"/>
                  </a:lnTo>
                  <a:lnTo>
                    <a:pt x="2241" y="880"/>
                  </a:lnTo>
                  <a:lnTo>
                    <a:pt x="2243" y="880"/>
                  </a:lnTo>
                  <a:lnTo>
                    <a:pt x="2243" y="880"/>
                  </a:lnTo>
                  <a:lnTo>
                    <a:pt x="2243" y="880"/>
                  </a:lnTo>
                  <a:lnTo>
                    <a:pt x="2243" y="877"/>
                  </a:lnTo>
                  <a:lnTo>
                    <a:pt x="2243" y="877"/>
                  </a:lnTo>
                  <a:lnTo>
                    <a:pt x="2243" y="875"/>
                  </a:lnTo>
                  <a:lnTo>
                    <a:pt x="2246" y="875"/>
                  </a:lnTo>
                  <a:lnTo>
                    <a:pt x="2246" y="875"/>
                  </a:lnTo>
                  <a:lnTo>
                    <a:pt x="2248" y="875"/>
                  </a:lnTo>
                  <a:lnTo>
                    <a:pt x="2248" y="875"/>
                  </a:lnTo>
                  <a:lnTo>
                    <a:pt x="2248" y="875"/>
                  </a:lnTo>
                  <a:lnTo>
                    <a:pt x="2248" y="877"/>
                  </a:lnTo>
                  <a:lnTo>
                    <a:pt x="2246" y="877"/>
                  </a:lnTo>
                  <a:lnTo>
                    <a:pt x="2246" y="880"/>
                  </a:lnTo>
                  <a:lnTo>
                    <a:pt x="2246" y="880"/>
                  </a:lnTo>
                  <a:lnTo>
                    <a:pt x="2246" y="880"/>
                  </a:lnTo>
                  <a:lnTo>
                    <a:pt x="2243" y="880"/>
                  </a:lnTo>
                  <a:lnTo>
                    <a:pt x="2243" y="882"/>
                  </a:lnTo>
                  <a:lnTo>
                    <a:pt x="2243" y="882"/>
                  </a:lnTo>
                  <a:lnTo>
                    <a:pt x="2243" y="884"/>
                  </a:lnTo>
                  <a:lnTo>
                    <a:pt x="2241" y="884"/>
                  </a:lnTo>
                  <a:lnTo>
                    <a:pt x="2241" y="887"/>
                  </a:lnTo>
                  <a:lnTo>
                    <a:pt x="2243" y="887"/>
                  </a:lnTo>
                  <a:lnTo>
                    <a:pt x="2243" y="884"/>
                  </a:lnTo>
                  <a:lnTo>
                    <a:pt x="2243" y="884"/>
                  </a:lnTo>
                  <a:lnTo>
                    <a:pt x="2243" y="884"/>
                  </a:lnTo>
                  <a:lnTo>
                    <a:pt x="2248" y="884"/>
                  </a:lnTo>
                  <a:lnTo>
                    <a:pt x="2248" y="882"/>
                  </a:lnTo>
                  <a:lnTo>
                    <a:pt x="2248" y="882"/>
                  </a:lnTo>
                  <a:lnTo>
                    <a:pt x="2248" y="880"/>
                  </a:lnTo>
                  <a:lnTo>
                    <a:pt x="2248" y="880"/>
                  </a:lnTo>
                  <a:lnTo>
                    <a:pt x="2248" y="880"/>
                  </a:lnTo>
                  <a:lnTo>
                    <a:pt x="2251" y="880"/>
                  </a:lnTo>
                  <a:lnTo>
                    <a:pt x="2251" y="880"/>
                  </a:lnTo>
                  <a:lnTo>
                    <a:pt x="2251" y="880"/>
                  </a:lnTo>
                  <a:lnTo>
                    <a:pt x="2251" y="877"/>
                  </a:lnTo>
                  <a:lnTo>
                    <a:pt x="2253" y="877"/>
                  </a:lnTo>
                  <a:lnTo>
                    <a:pt x="2253" y="877"/>
                  </a:lnTo>
                  <a:lnTo>
                    <a:pt x="2255" y="877"/>
                  </a:lnTo>
                  <a:lnTo>
                    <a:pt x="2255" y="880"/>
                  </a:lnTo>
                  <a:lnTo>
                    <a:pt x="2255" y="880"/>
                  </a:lnTo>
                  <a:lnTo>
                    <a:pt x="2255" y="880"/>
                  </a:lnTo>
                  <a:lnTo>
                    <a:pt x="2255" y="880"/>
                  </a:lnTo>
                  <a:lnTo>
                    <a:pt x="2255" y="887"/>
                  </a:lnTo>
                  <a:lnTo>
                    <a:pt x="2258" y="887"/>
                  </a:lnTo>
                  <a:lnTo>
                    <a:pt x="2258" y="887"/>
                  </a:lnTo>
                  <a:lnTo>
                    <a:pt x="2258" y="887"/>
                  </a:lnTo>
                  <a:lnTo>
                    <a:pt x="2258" y="889"/>
                  </a:lnTo>
                  <a:lnTo>
                    <a:pt x="2260" y="889"/>
                  </a:lnTo>
                  <a:lnTo>
                    <a:pt x="2260" y="887"/>
                  </a:lnTo>
                  <a:lnTo>
                    <a:pt x="2265" y="887"/>
                  </a:lnTo>
                  <a:lnTo>
                    <a:pt x="2265" y="887"/>
                  </a:lnTo>
                  <a:lnTo>
                    <a:pt x="2265" y="887"/>
                  </a:lnTo>
                  <a:lnTo>
                    <a:pt x="2265" y="889"/>
                  </a:lnTo>
                  <a:lnTo>
                    <a:pt x="2269" y="889"/>
                  </a:lnTo>
                  <a:lnTo>
                    <a:pt x="2269" y="889"/>
                  </a:lnTo>
                  <a:lnTo>
                    <a:pt x="2269" y="889"/>
                  </a:lnTo>
                  <a:lnTo>
                    <a:pt x="2269" y="887"/>
                  </a:lnTo>
                  <a:lnTo>
                    <a:pt x="2269" y="887"/>
                  </a:lnTo>
                  <a:lnTo>
                    <a:pt x="2269" y="892"/>
                  </a:lnTo>
                  <a:lnTo>
                    <a:pt x="2274" y="892"/>
                  </a:lnTo>
                  <a:lnTo>
                    <a:pt x="2274" y="889"/>
                  </a:lnTo>
                  <a:lnTo>
                    <a:pt x="2277" y="889"/>
                  </a:lnTo>
                  <a:lnTo>
                    <a:pt x="2277" y="889"/>
                  </a:lnTo>
                  <a:lnTo>
                    <a:pt x="2281" y="889"/>
                  </a:lnTo>
                  <a:lnTo>
                    <a:pt x="2281" y="887"/>
                  </a:lnTo>
                  <a:lnTo>
                    <a:pt x="2284" y="887"/>
                  </a:lnTo>
                  <a:lnTo>
                    <a:pt x="2284" y="887"/>
                  </a:lnTo>
                  <a:lnTo>
                    <a:pt x="2284" y="887"/>
                  </a:lnTo>
                  <a:lnTo>
                    <a:pt x="2284" y="887"/>
                  </a:lnTo>
                  <a:lnTo>
                    <a:pt x="2286" y="887"/>
                  </a:lnTo>
                  <a:lnTo>
                    <a:pt x="2286" y="887"/>
                  </a:lnTo>
                  <a:lnTo>
                    <a:pt x="2288" y="887"/>
                  </a:lnTo>
                  <a:lnTo>
                    <a:pt x="2288" y="884"/>
                  </a:lnTo>
                  <a:lnTo>
                    <a:pt x="2288" y="884"/>
                  </a:lnTo>
                  <a:lnTo>
                    <a:pt x="2288" y="887"/>
                  </a:lnTo>
                  <a:lnTo>
                    <a:pt x="2291" y="887"/>
                  </a:lnTo>
                  <a:lnTo>
                    <a:pt x="2291" y="884"/>
                  </a:lnTo>
                  <a:lnTo>
                    <a:pt x="2291" y="884"/>
                  </a:lnTo>
                  <a:lnTo>
                    <a:pt x="2291" y="884"/>
                  </a:lnTo>
                  <a:lnTo>
                    <a:pt x="2293" y="884"/>
                  </a:lnTo>
                  <a:lnTo>
                    <a:pt x="2293" y="882"/>
                  </a:lnTo>
                  <a:lnTo>
                    <a:pt x="2296" y="882"/>
                  </a:lnTo>
                  <a:lnTo>
                    <a:pt x="2296" y="882"/>
                  </a:lnTo>
                  <a:lnTo>
                    <a:pt x="2296" y="882"/>
                  </a:lnTo>
                  <a:lnTo>
                    <a:pt x="2296" y="880"/>
                  </a:lnTo>
                  <a:lnTo>
                    <a:pt x="2298" y="880"/>
                  </a:lnTo>
                  <a:lnTo>
                    <a:pt x="2298" y="880"/>
                  </a:lnTo>
                  <a:lnTo>
                    <a:pt x="2300" y="880"/>
                  </a:lnTo>
                  <a:lnTo>
                    <a:pt x="2300" y="880"/>
                  </a:lnTo>
                  <a:lnTo>
                    <a:pt x="2303" y="880"/>
                  </a:lnTo>
                  <a:lnTo>
                    <a:pt x="2303" y="877"/>
                  </a:lnTo>
                  <a:lnTo>
                    <a:pt x="2303" y="877"/>
                  </a:lnTo>
                  <a:lnTo>
                    <a:pt x="2303" y="877"/>
                  </a:lnTo>
                  <a:lnTo>
                    <a:pt x="2305" y="877"/>
                  </a:lnTo>
                  <a:lnTo>
                    <a:pt x="2305" y="875"/>
                  </a:lnTo>
                  <a:lnTo>
                    <a:pt x="2307" y="875"/>
                  </a:lnTo>
                  <a:lnTo>
                    <a:pt x="2307" y="875"/>
                  </a:lnTo>
                  <a:lnTo>
                    <a:pt x="2310" y="875"/>
                  </a:lnTo>
                  <a:lnTo>
                    <a:pt x="2310" y="873"/>
                  </a:lnTo>
                  <a:lnTo>
                    <a:pt x="2310" y="873"/>
                  </a:lnTo>
                  <a:lnTo>
                    <a:pt x="2310" y="873"/>
                  </a:lnTo>
                  <a:lnTo>
                    <a:pt x="2312" y="873"/>
                  </a:lnTo>
                  <a:lnTo>
                    <a:pt x="2312" y="870"/>
                  </a:lnTo>
                  <a:lnTo>
                    <a:pt x="2314" y="870"/>
                  </a:lnTo>
                  <a:lnTo>
                    <a:pt x="2314" y="870"/>
                  </a:lnTo>
                  <a:lnTo>
                    <a:pt x="2317" y="870"/>
                  </a:lnTo>
                  <a:lnTo>
                    <a:pt x="2317" y="868"/>
                  </a:lnTo>
                  <a:lnTo>
                    <a:pt x="2317" y="868"/>
                  </a:lnTo>
                  <a:lnTo>
                    <a:pt x="2317" y="865"/>
                  </a:lnTo>
                  <a:lnTo>
                    <a:pt x="2319" y="865"/>
                  </a:lnTo>
                  <a:lnTo>
                    <a:pt x="2319" y="865"/>
                  </a:lnTo>
                  <a:lnTo>
                    <a:pt x="2322" y="865"/>
                  </a:lnTo>
                  <a:lnTo>
                    <a:pt x="2322" y="863"/>
                  </a:lnTo>
                  <a:lnTo>
                    <a:pt x="2322" y="863"/>
                  </a:lnTo>
                  <a:lnTo>
                    <a:pt x="2322" y="863"/>
                  </a:lnTo>
                  <a:lnTo>
                    <a:pt x="2324" y="863"/>
                  </a:lnTo>
                  <a:lnTo>
                    <a:pt x="2324" y="861"/>
                  </a:lnTo>
                  <a:lnTo>
                    <a:pt x="2324" y="861"/>
                  </a:lnTo>
                  <a:lnTo>
                    <a:pt x="2324" y="861"/>
                  </a:lnTo>
                  <a:lnTo>
                    <a:pt x="2324" y="861"/>
                  </a:lnTo>
                  <a:lnTo>
                    <a:pt x="2324" y="856"/>
                  </a:lnTo>
                  <a:lnTo>
                    <a:pt x="2329" y="856"/>
                  </a:lnTo>
                  <a:lnTo>
                    <a:pt x="2329" y="851"/>
                  </a:lnTo>
                  <a:lnTo>
                    <a:pt x="2329" y="851"/>
                  </a:lnTo>
                  <a:lnTo>
                    <a:pt x="2329" y="851"/>
                  </a:lnTo>
                  <a:lnTo>
                    <a:pt x="2331" y="851"/>
                  </a:lnTo>
                  <a:lnTo>
                    <a:pt x="2331" y="851"/>
                  </a:lnTo>
                  <a:lnTo>
                    <a:pt x="2331" y="851"/>
                  </a:lnTo>
                  <a:lnTo>
                    <a:pt x="2331" y="849"/>
                  </a:lnTo>
                  <a:lnTo>
                    <a:pt x="2331" y="849"/>
                  </a:lnTo>
                  <a:lnTo>
                    <a:pt x="2331" y="846"/>
                  </a:lnTo>
                  <a:lnTo>
                    <a:pt x="2333" y="846"/>
                  </a:lnTo>
                  <a:lnTo>
                    <a:pt x="2333" y="846"/>
                  </a:lnTo>
                  <a:lnTo>
                    <a:pt x="2336" y="846"/>
                  </a:lnTo>
                  <a:lnTo>
                    <a:pt x="2336" y="844"/>
                  </a:lnTo>
                  <a:lnTo>
                    <a:pt x="2338" y="844"/>
                  </a:lnTo>
                  <a:lnTo>
                    <a:pt x="2338" y="844"/>
                  </a:lnTo>
                  <a:lnTo>
                    <a:pt x="2338" y="844"/>
                  </a:lnTo>
                  <a:lnTo>
                    <a:pt x="2338" y="842"/>
                  </a:lnTo>
                  <a:lnTo>
                    <a:pt x="2340" y="842"/>
                  </a:lnTo>
                  <a:lnTo>
                    <a:pt x="2340" y="839"/>
                  </a:lnTo>
                  <a:lnTo>
                    <a:pt x="2343" y="839"/>
                  </a:lnTo>
                  <a:lnTo>
                    <a:pt x="2343" y="839"/>
                  </a:lnTo>
                  <a:lnTo>
                    <a:pt x="2343" y="839"/>
                  </a:lnTo>
                  <a:lnTo>
                    <a:pt x="2343" y="837"/>
                  </a:lnTo>
                  <a:lnTo>
                    <a:pt x="2345" y="837"/>
                  </a:lnTo>
                  <a:lnTo>
                    <a:pt x="2345" y="837"/>
                  </a:lnTo>
                  <a:lnTo>
                    <a:pt x="2345" y="837"/>
                  </a:lnTo>
                  <a:lnTo>
                    <a:pt x="2345" y="835"/>
                  </a:lnTo>
                  <a:lnTo>
                    <a:pt x="2348" y="835"/>
                  </a:lnTo>
                  <a:lnTo>
                    <a:pt x="2348" y="832"/>
                  </a:lnTo>
                  <a:lnTo>
                    <a:pt x="2348" y="832"/>
                  </a:lnTo>
                  <a:lnTo>
                    <a:pt x="2348" y="830"/>
                  </a:lnTo>
                  <a:lnTo>
                    <a:pt x="2350" y="830"/>
                  </a:lnTo>
                  <a:lnTo>
                    <a:pt x="2350" y="830"/>
                  </a:lnTo>
                  <a:lnTo>
                    <a:pt x="2352" y="830"/>
                  </a:lnTo>
                  <a:lnTo>
                    <a:pt x="2352" y="828"/>
                  </a:lnTo>
                  <a:lnTo>
                    <a:pt x="2352" y="828"/>
                  </a:lnTo>
                  <a:lnTo>
                    <a:pt x="2352" y="825"/>
                  </a:lnTo>
                  <a:lnTo>
                    <a:pt x="2355" y="825"/>
                  </a:lnTo>
                  <a:lnTo>
                    <a:pt x="2355" y="825"/>
                  </a:lnTo>
                  <a:lnTo>
                    <a:pt x="2357" y="825"/>
                  </a:lnTo>
                  <a:lnTo>
                    <a:pt x="2357" y="823"/>
                  </a:lnTo>
                  <a:lnTo>
                    <a:pt x="2357" y="823"/>
                  </a:lnTo>
                  <a:lnTo>
                    <a:pt x="2357" y="823"/>
                  </a:lnTo>
                  <a:lnTo>
                    <a:pt x="2359" y="823"/>
                  </a:lnTo>
                  <a:lnTo>
                    <a:pt x="2359" y="820"/>
                  </a:lnTo>
                  <a:lnTo>
                    <a:pt x="2362" y="820"/>
                  </a:lnTo>
                  <a:lnTo>
                    <a:pt x="2362" y="820"/>
                  </a:lnTo>
                  <a:lnTo>
                    <a:pt x="2362" y="820"/>
                  </a:lnTo>
                  <a:lnTo>
                    <a:pt x="2362" y="820"/>
                  </a:lnTo>
                  <a:lnTo>
                    <a:pt x="2362" y="820"/>
                  </a:lnTo>
                  <a:lnTo>
                    <a:pt x="2362" y="818"/>
                  </a:lnTo>
                  <a:lnTo>
                    <a:pt x="2364" y="818"/>
                  </a:lnTo>
                  <a:lnTo>
                    <a:pt x="2364" y="818"/>
                  </a:lnTo>
                  <a:lnTo>
                    <a:pt x="2364" y="818"/>
                  </a:lnTo>
                  <a:lnTo>
                    <a:pt x="2364" y="816"/>
                  </a:lnTo>
                  <a:lnTo>
                    <a:pt x="2364" y="816"/>
                  </a:lnTo>
                  <a:lnTo>
                    <a:pt x="2364" y="816"/>
                  </a:lnTo>
                  <a:lnTo>
                    <a:pt x="2367" y="816"/>
                  </a:lnTo>
                  <a:lnTo>
                    <a:pt x="2367" y="813"/>
                  </a:lnTo>
                  <a:lnTo>
                    <a:pt x="2369" y="813"/>
                  </a:lnTo>
                  <a:lnTo>
                    <a:pt x="2369" y="813"/>
                  </a:lnTo>
                  <a:lnTo>
                    <a:pt x="2369" y="813"/>
                  </a:lnTo>
                  <a:lnTo>
                    <a:pt x="2369" y="811"/>
                  </a:lnTo>
                  <a:lnTo>
                    <a:pt x="2371" y="811"/>
                  </a:lnTo>
                  <a:lnTo>
                    <a:pt x="2371" y="811"/>
                  </a:lnTo>
                  <a:lnTo>
                    <a:pt x="2371" y="811"/>
                  </a:lnTo>
                  <a:lnTo>
                    <a:pt x="2371" y="809"/>
                  </a:lnTo>
                  <a:lnTo>
                    <a:pt x="2374" y="809"/>
                  </a:lnTo>
                  <a:lnTo>
                    <a:pt x="2374" y="809"/>
                  </a:lnTo>
                  <a:lnTo>
                    <a:pt x="2374" y="809"/>
                  </a:lnTo>
                  <a:lnTo>
                    <a:pt x="2374" y="806"/>
                  </a:lnTo>
                  <a:lnTo>
                    <a:pt x="2376" y="806"/>
                  </a:lnTo>
                  <a:lnTo>
                    <a:pt x="2376" y="806"/>
                  </a:lnTo>
                  <a:lnTo>
                    <a:pt x="2376" y="806"/>
                  </a:lnTo>
                  <a:lnTo>
                    <a:pt x="2376" y="804"/>
                  </a:lnTo>
                  <a:lnTo>
                    <a:pt x="2376" y="804"/>
                  </a:lnTo>
                  <a:lnTo>
                    <a:pt x="2376" y="804"/>
                  </a:lnTo>
                  <a:lnTo>
                    <a:pt x="2378" y="804"/>
                  </a:lnTo>
                  <a:lnTo>
                    <a:pt x="2378" y="801"/>
                  </a:lnTo>
                  <a:lnTo>
                    <a:pt x="2378" y="801"/>
                  </a:lnTo>
                  <a:lnTo>
                    <a:pt x="2378" y="801"/>
                  </a:lnTo>
                  <a:lnTo>
                    <a:pt x="2378" y="801"/>
                  </a:lnTo>
                  <a:lnTo>
                    <a:pt x="2378" y="801"/>
                  </a:lnTo>
                  <a:lnTo>
                    <a:pt x="2381" y="801"/>
                  </a:lnTo>
                  <a:lnTo>
                    <a:pt x="2381" y="797"/>
                  </a:lnTo>
                  <a:lnTo>
                    <a:pt x="2381" y="797"/>
                  </a:lnTo>
                  <a:lnTo>
                    <a:pt x="2381" y="797"/>
                  </a:lnTo>
                  <a:lnTo>
                    <a:pt x="2383" y="797"/>
                  </a:lnTo>
                  <a:lnTo>
                    <a:pt x="2383" y="794"/>
                  </a:lnTo>
                  <a:lnTo>
                    <a:pt x="2383" y="794"/>
                  </a:lnTo>
                  <a:lnTo>
                    <a:pt x="2383" y="792"/>
                  </a:lnTo>
                  <a:lnTo>
                    <a:pt x="2385" y="792"/>
                  </a:lnTo>
                  <a:lnTo>
                    <a:pt x="2385" y="790"/>
                  </a:lnTo>
                  <a:lnTo>
                    <a:pt x="2388" y="790"/>
                  </a:lnTo>
                  <a:lnTo>
                    <a:pt x="2388" y="787"/>
                  </a:lnTo>
                  <a:lnTo>
                    <a:pt x="2388" y="787"/>
                  </a:lnTo>
                  <a:lnTo>
                    <a:pt x="2388" y="785"/>
                  </a:lnTo>
                  <a:lnTo>
                    <a:pt x="2388" y="785"/>
                  </a:lnTo>
                  <a:lnTo>
                    <a:pt x="2388" y="785"/>
                  </a:lnTo>
                  <a:lnTo>
                    <a:pt x="2390" y="785"/>
                  </a:lnTo>
                  <a:lnTo>
                    <a:pt x="2390" y="782"/>
                  </a:lnTo>
                  <a:lnTo>
                    <a:pt x="2390" y="782"/>
                  </a:lnTo>
                  <a:lnTo>
                    <a:pt x="2390" y="780"/>
                  </a:lnTo>
                  <a:lnTo>
                    <a:pt x="2393" y="780"/>
                  </a:lnTo>
                  <a:lnTo>
                    <a:pt x="2393" y="778"/>
                  </a:lnTo>
                  <a:lnTo>
                    <a:pt x="2393" y="778"/>
                  </a:lnTo>
                  <a:lnTo>
                    <a:pt x="2393" y="778"/>
                  </a:lnTo>
                  <a:lnTo>
                    <a:pt x="2395" y="778"/>
                  </a:lnTo>
                  <a:lnTo>
                    <a:pt x="2395" y="775"/>
                  </a:lnTo>
                  <a:lnTo>
                    <a:pt x="2395" y="775"/>
                  </a:lnTo>
                  <a:lnTo>
                    <a:pt x="2395" y="775"/>
                  </a:lnTo>
                  <a:lnTo>
                    <a:pt x="2395" y="775"/>
                  </a:lnTo>
                  <a:lnTo>
                    <a:pt x="2395" y="773"/>
                  </a:lnTo>
                  <a:lnTo>
                    <a:pt x="2397" y="773"/>
                  </a:lnTo>
                  <a:lnTo>
                    <a:pt x="2397" y="773"/>
                  </a:lnTo>
                  <a:lnTo>
                    <a:pt x="2400" y="773"/>
                  </a:lnTo>
                  <a:lnTo>
                    <a:pt x="2400" y="771"/>
                  </a:lnTo>
                  <a:lnTo>
                    <a:pt x="2402" y="771"/>
                  </a:lnTo>
                  <a:lnTo>
                    <a:pt x="2402" y="768"/>
                  </a:lnTo>
                  <a:lnTo>
                    <a:pt x="2402" y="768"/>
                  </a:lnTo>
                  <a:lnTo>
                    <a:pt x="2402" y="766"/>
                  </a:lnTo>
                  <a:lnTo>
                    <a:pt x="2402" y="766"/>
                  </a:lnTo>
                  <a:lnTo>
                    <a:pt x="2402" y="766"/>
                  </a:lnTo>
                  <a:lnTo>
                    <a:pt x="2404" y="766"/>
                  </a:lnTo>
                  <a:lnTo>
                    <a:pt x="2404" y="764"/>
                  </a:lnTo>
                  <a:lnTo>
                    <a:pt x="2404" y="764"/>
                  </a:lnTo>
                  <a:lnTo>
                    <a:pt x="2404" y="761"/>
                  </a:lnTo>
                  <a:lnTo>
                    <a:pt x="2404" y="761"/>
                  </a:lnTo>
                  <a:lnTo>
                    <a:pt x="2404" y="761"/>
                  </a:lnTo>
                  <a:lnTo>
                    <a:pt x="2407" y="761"/>
                  </a:lnTo>
                  <a:lnTo>
                    <a:pt x="2407" y="759"/>
                  </a:lnTo>
                  <a:lnTo>
                    <a:pt x="2407" y="759"/>
                  </a:lnTo>
                  <a:lnTo>
                    <a:pt x="2407" y="759"/>
                  </a:lnTo>
                  <a:lnTo>
                    <a:pt x="2409" y="759"/>
                  </a:lnTo>
                  <a:lnTo>
                    <a:pt x="2409" y="756"/>
                  </a:lnTo>
                  <a:lnTo>
                    <a:pt x="2411" y="756"/>
                  </a:lnTo>
                  <a:lnTo>
                    <a:pt x="2411" y="756"/>
                  </a:lnTo>
                  <a:lnTo>
                    <a:pt x="2411" y="756"/>
                  </a:lnTo>
                  <a:lnTo>
                    <a:pt x="2411" y="754"/>
                  </a:lnTo>
                  <a:lnTo>
                    <a:pt x="2411" y="754"/>
                  </a:lnTo>
                  <a:lnTo>
                    <a:pt x="2411" y="754"/>
                  </a:lnTo>
                  <a:lnTo>
                    <a:pt x="2414" y="754"/>
                  </a:lnTo>
                  <a:lnTo>
                    <a:pt x="2414" y="752"/>
                  </a:lnTo>
                  <a:lnTo>
                    <a:pt x="2414" y="752"/>
                  </a:lnTo>
                  <a:lnTo>
                    <a:pt x="2414" y="752"/>
                  </a:lnTo>
                  <a:lnTo>
                    <a:pt x="2416" y="752"/>
                  </a:lnTo>
                  <a:lnTo>
                    <a:pt x="2416" y="752"/>
                  </a:lnTo>
                  <a:lnTo>
                    <a:pt x="2416" y="752"/>
                  </a:lnTo>
                  <a:lnTo>
                    <a:pt x="2416" y="749"/>
                  </a:lnTo>
                  <a:lnTo>
                    <a:pt x="2419" y="749"/>
                  </a:lnTo>
                  <a:lnTo>
                    <a:pt x="2419" y="749"/>
                  </a:lnTo>
                  <a:lnTo>
                    <a:pt x="2419" y="749"/>
                  </a:lnTo>
                  <a:lnTo>
                    <a:pt x="2419" y="747"/>
                  </a:lnTo>
                  <a:lnTo>
                    <a:pt x="2421" y="747"/>
                  </a:lnTo>
                  <a:lnTo>
                    <a:pt x="2421" y="747"/>
                  </a:lnTo>
                  <a:lnTo>
                    <a:pt x="2423" y="747"/>
                  </a:lnTo>
                  <a:lnTo>
                    <a:pt x="2423" y="745"/>
                  </a:lnTo>
                  <a:lnTo>
                    <a:pt x="2423" y="745"/>
                  </a:lnTo>
                  <a:lnTo>
                    <a:pt x="2423" y="745"/>
                  </a:lnTo>
                  <a:lnTo>
                    <a:pt x="2426" y="745"/>
                  </a:lnTo>
                  <a:lnTo>
                    <a:pt x="2426" y="735"/>
                  </a:lnTo>
                  <a:lnTo>
                    <a:pt x="2426" y="735"/>
                  </a:lnTo>
                  <a:lnTo>
                    <a:pt x="2426" y="733"/>
                  </a:lnTo>
                  <a:lnTo>
                    <a:pt x="2428" y="733"/>
                  </a:lnTo>
                  <a:lnTo>
                    <a:pt x="2428" y="733"/>
                  </a:lnTo>
                  <a:lnTo>
                    <a:pt x="2428" y="733"/>
                  </a:lnTo>
                  <a:lnTo>
                    <a:pt x="2428" y="730"/>
                  </a:lnTo>
                  <a:lnTo>
                    <a:pt x="2430" y="730"/>
                  </a:lnTo>
                  <a:lnTo>
                    <a:pt x="2430" y="730"/>
                  </a:lnTo>
                  <a:lnTo>
                    <a:pt x="2428" y="730"/>
                  </a:lnTo>
                  <a:lnTo>
                    <a:pt x="2428" y="728"/>
                  </a:lnTo>
                  <a:lnTo>
                    <a:pt x="2428" y="728"/>
                  </a:lnTo>
                  <a:lnTo>
                    <a:pt x="2428" y="728"/>
                  </a:lnTo>
                  <a:lnTo>
                    <a:pt x="2428" y="728"/>
                  </a:lnTo>
                  <a:lnTo>
                    <a:pt x="2428" y="723"/>
                  </a:lnTo>
                  <a:lnTo>
                    <a:pt x="2430" y="723"/>
                  </a:lnTo>
                  <a:lnTo>
                    <a:pt x="2430" y="723"/>
                  </a:lnTo>
                  <a:lnTo>
                    <a:pt x="2430" y="723"/>
                  </a:lnTo>
                  <a:lnTo>
                    <a:pt x="2430" y="719"/>
                  </a:lnTo>
                  <a:lnTo>
                    <a:pt x="2430" y="719"/>
                  </a:lnTo>
                  <a:lnTo>
                    <a:pt x="2430" y="719"/>
                  </a:lnTo>
                  <a:lnTo>
                    <a:pt x="2433" y="719"/>
                  </a:lnTo>
                  <a:lnTo>
                    <a:pt x="2433" y="716"/>
                  </a:lnTo>
                  <a:lnTo>
                    <a:pt x="2433" y="716"/>
                  </a:lnTo>
                  <a:lnTo>
                    <a:pt x="2433" y="714"/>
                  </a:lnTo>
                  <a:lnTo>
                    <a:pt x="2433" y="714"/>
                  </a:lnTo>
                  <a:lnTo>
                    <a:pt x="2433" y="709"/>
                  </a:lnTo>
                  <a:lnTo>
                    <a:pt x="2430" y="709"/>
                  </a:lnTo>
                  <a:lnTo>
                    <a:pt x="2430" y="709"/>
                  </a:lnTo>
                  <a:lnTo>
                    <a:pt x="2430" y="709"/>
                  </a:lnTo>
                  <a:lnTo>
                    <a:pt x="2430" y="707"/>
                  </a:lnTo>
                  <a:lnTo>
                    <a:pt x="2430" y="707"/>
                  </a:lnTo>
                  <a:lnTo>
                    <a:pt x="2430" y="704"/>
                  </a:lnTo>
                  <a:lnTo>
                    <a:pt x="2433" y="704"/>
                  </a:lnTo>
                  <a:lnTo>
                    <a:pt x="2433" y="704"/>
                  </a:lnTo>
                  <a:lnTo>
                    <a:pt x="2435" y="704"/>
                  </a:lnTo>
                  <a:lnTo>
                    <a:pt x="2435" y="702"/>
                  </a:lnTo>
                  <a:lnTo>
                    <a:pt x="2435" y="702"/>
                  </a:lnTo>
                  <a:lnTo>
                    <a:pt x="2435" y="702"/>
                  </a:lnTo>
                  <a:lnTo>
                    <a:pt x="2433" y="702"/>
                  </a:lnTo>
                  <a:lnTo>
                    <a:pt x="2433" y="692"/>
                  </a:lnTo>
                  <a:lnTo>
                    <a:pt x="2430" y="692"/>
                  </a:lnTo>
                  <a:lnTo>
                    <a:pt x="2430" y="692"/>
                  </a:lnTo>
                  <a:lnTo>
                    <a:pt x="2430" y="692"/>
                  </a:lnTo>
                  <a:lnTo>
                    <a:pt x="2430" y="690"/>
                  </a:lnTo>
                  <a:lnTo>
                    <a:pt x="2430" y="690"/>
                  </a:lnTo>
                  <a:lnTo>
                    <a:pt x="2430" y="685"/>
                  </a:lnTo>
                  <a:lnTo>
                    <a:pt x="2430" y="685"/>
                  </a:lnTo>
                  <a:lnTo>
                    <a:pt x="2430" y="685"/>
                  </a:lnTo>
                  <a:lnTo>
                    <a:pt x="2430" y="685"/>
                  </a:lnTo>
                  <a:lnTo>
                    <a:pt x="2430" y="683"/>
                  </a:lnTo>
                  <a:lnTo>
                    <a:pt x="2433" y="683"/>
                  </a:lnTo>
                  <a:lnTo>
                    <a:pt x="2433" y="683"/>
                  </a:lnTo>
                  <a:lnTo>
                    <a:pt x="2433" y="683"/>
                  </a:lnTo>
                  <a:lnTo>
                    <a:pt x="2433" y="681"/>
                  </a:lnTo>
                  <a:lnTo>
                    <a:pt x="2435" y="681"/>
                  </a:lnTo>
                  <a:lnTo>
                    <a:pt x="2435" y="678"/>
                  </a:lnTo>
                  <a:lnTo>
                    <a:pt x="2435" y="678"/>
                  </a:lnTo>
                  <a:lnTo>
                    <a:pt x="2435" y="676"/>
                  </a:lnTo>
                  <a:lnTo>
                    <a:pt x="2435" y="676"/>
                  </a:lnTo>
                  <a:lnTo>
                    <a:pt x="2435" y="673"/>
                  </a:lnTo>
                  <a:lnTo>
                    <a:pt x="2435" y="673"/>
                  </a:lnTo>
                  <a:lnTo>
                    <a:pt x="2435" y="671"/>
                  </a:lnTo>
                  <a:lnTo>
                    <a:pt x="2438" y="671"/>
                  </a:lnTo>
                  <a:lnTo>
                    <a:pt x="2438" y="671"/>
                  </a:lnTo>
                  <a:lnTo>
                    <a:pt x="2438" y="671"/>
                  </a:lnTo>
                  <a:lnTo>
                    <a:pt x="2438" y="671"/>
                  </a:lnTo>
                  <a:lnTo>
                    <a:pt x="2440" y="671"/>
                  </a:lnTo>
                  <a:lnTo>
                    <a:pt x="2440" y="669"/>
                  </a:lnTo>
                  <a:lnTo>
                    <a:pt x="2440" y="669"/>
                  </a:lnTo>
                  <a:lnTo>
                    <a:pt x="2440" y="664"/>
                  </a:lnTo>
                  <a:lnTo>
                    <a:pt x="2442" y="664"/>
                  </a:lnTo>
                  <a:lnTo>
                    <a:pt x="2442" y="662"/>
                  </a:lnTo>
                  <a:lnTo>
                    <a:pt x="2445" y="662"/>
                  </a:lnTo>
                  <a:lnTo>
                    <a:pt x="2445" y="662"/>
                  </a:lnTo>
                  <a:lnTo>
                    <a:pt x="2445" y="662"/>
                  </a:lnTo>
                  <a:lnTo>
                    <a:pt x="2445" y="659"/>
                  </a:lnTo>
                  <a:lnTo>
                    <a:pt x="2447" y="659"/>
                  </a:lnTo>
                  <a:lnTo>
                    <a:pt x="2447" y="657"/>
                  </a:lnTo>
                  <a:lnTo>
                    <a:pt x="2447" y="657"/>
                  </a:lnTo>
                  <a:lnTo>
                    <a:pt x="2447" y="657"/>
                  </a:lnTo>
                  <a:lnTo>
                    <a:pt x="2449" y="657"/>
                  </a:lnTo>
                  <a:lnTo>
                    <a:pt x="2449" y="655"/>
                  </a:lnTo>
                  <a:lnTo>
                    <a:pt x="2452" y="655"/>
                  </a:lnTo>
                  <a:lnTo>
                    <a:pt x="2452" y="655"/>
                  </a:lnTo>
                  <a:lnTo>
                    <a:pt x="2452" y="655"/>
                  </a:lnTo>
                  <a:lnTo>
                    <a:pt x="2452" y="652"/>
                  </a:lnTo>
                  <a:lnTo>
                    <a:pt x="2449" y="652"/>
                  </a:lnTo>
                  <a:lnTo>
                    <a:pt x="2449" y="652"/>
                  </a:lnTo>
                  <a:lnTo>
                    <a:pt x="2452" y="652"/>
                  </a:lnTo>
                  <a:lnTo>
                    <a:pt x="2452" y="650"/>
                  </a:lnTo>
                  <a:lnTo>
                    <a:pt x="2454" y="650"/>
                  </a:lnTo>
                  <a:lnTo>
                    <a:pt x="2454" y="650"/>
                  </a:lnTo>
                  <a:lnTo>
                    <a:pt x="2454" y="650"/>
                  </a:lnTo>
                  <a:lnTo>
                    <a:pt x="2454" y="647"/>
                  </a:lnTo>
                  <a:lnTo>
                    <a:pt x="2449" y="647"/>
                  </a:lnTo>
                  <a:lnTo>
                    <a:pt x="2449" y="645"/>
                  </a:lnTo>
                  <a:lnTo>
                    <a:pt x="2449" y="645"/>
                  </a:lnTo>
                  <a:lnTo>
                    <a:pt x="2449" y="645"/>
                  </a:lnTo>
                  <a:lnTo>
                    <a:pt x="2447" y="645"/>
                  </a:lnTo>
                  <a:lnTo>
                    <a:pt x="2447" y="643"/>
                  </a:lnTo>
                  <a:lnTo>
                    <a:pt x="2445" y="643"/>
                  </a:lnTo>
                  <a:lnTo>
                    <a:pt x="2445" y="643"/>
                  </a:lnTo>
                  <a:lnTo>
                    <a:pt x="2445" y="643"/>
                  </a:lnTo>
                  <a:lnTo>
                    <a:pt x="2445" y="643"/>
                  </a:lnTo>
                  <a:lnTo>
                    <a:pt x="2445" y="643"/>
                  </a:lnTo>
                  <a:lnTo>
                    <a:pt x="2445" y="640"/>
                  </a:lnTo>
                  <a:lnTo>
                    <a:pt x="2447" y="640"/>
                  </a:lnTo>
                  <a:lnTo>
                    <a:pt x="2447" y="640"/>
                  </a:lnTo>
                  <a:lnTo>
                    <a:pt x="2449" y="640"/>
                  </a:lnTo>
                  <a:lnTo>
                    <a:pt x="2449" y="636"/>
                  </a:lnTo>
                  <a:lnTo>
                    <a:pt x="2447" y="636"/>
                  </a:lnTo>
                  <a:lnTo>
                    <a:pt x="2447" y="631"/>
                  </a:lnTo>
                  <a:lnTo>
                    <a:pt x="2445" y="631"/>
                  </a:lnTo>
                  <a:lnTo>
                    <a:pt x="2445" y="631"/>
                  </a:lnTo>
                  <a:lnTo>
                    <a:pt x="2442" y="631"/>
                  </a:lnTo>
                  <a:lnTo>
                    <a:pt x="2442" y="628"/>
                  </a:lnTo>
                  <a:lnTo>
                    <a:pt x="2447" y="628"/>
                  </a:lnTo>
                  <a:lnTo>
                    <a:pt x="2447" y="628"/>
                  </a:lnTo>
                  <a:lnTo>
                    <a:pt x="2447" y="628"/>
                  </a:lnTo>
                  <a:lnTo>
                    <a:pt x="2447" y="626"/>
                  </a:lnTo>
                  <a:lnTo>
                    <a:pt x="2449" y="626"/>
                  </a:lnTo>
                  <a:lnTo>
                    <a:pt x="2449" y="624"/>
                  </a:lnTo>
                  <a:lnTo>
                    <a:pt x="2452" y="624"/>
                  </a:lnTo>
                  <a:lnTo>
                    <a:pt x="2452" y="624"/>
                  </a:lnTo>
                  <a:lnTo>
                    <a:pt x="2452" y="624"/>
                  </a:lnTo>
                  <a:lnTo>
                    <a:pt x="2452" y="621"/>
                  </a:lnTo>
                  <a:lnTo>
                    <a:pt x="2454" y="621"/>
                  </a:lnTo>
                  <a:lnTo>
                    <a:pt x="2454" y="619"/>
                  </a:lnTo>
                  <a:lnTo>
                    <a:pt x="2452" y="619"/>
                  </a:lnTo>
                  <a:lnTo>
                    <a:pt x="2452" y="619"/>
                  </a:lnTo>
                  <a:lnTo>
                    <a:pt x="2449" y="619"/>
                  </a:lnTo>
                  <a:lnTo>
                    <a:pt x="2449" y="617"/>
                  </a:lnTo>
                  <a:lnTo>
                    <a:pt x="2447" y="617"/>
                  </a:lnTo>
                  <a:lnTo>
                    <a:pt x="2447" y="617"/>
                  </a:lnTo>
                  <a:lnTo>
                    <a:pt x="2445" y="617"/>
                  </a:lnTo>
                  <a:lnTo>
                    <a:pt x="2445" y="614"/>
                  </a:lnTo>
                  <a:lnTo>
                    <a:pt x="2442" y="614"/>
                  </a:lnTo>
                  <a:lnTo>
                    <a:pt x="2442" y="614"/>
                  </a:lnTo>
                  <a:lnTo>
                    <a:pt x="2438" y="614"/>
                  </a:lnTo>
                  <a:lnTo>
                    <a:pt x="2438" y="614"/>
                  </a:lnTo>
                  <a:lnTo>
                    <a:pt x="2435" y="614"/>
                  </a:lnTo>
                  <a:lnTo>
                    <a:pt x="2435" y="612"/>
                  </a:lnTo>
                  <a:lnTo>
                    <a:pt x="2433" y="612"/>
                  </a:lnTo>
                  <a:lnTo>
                    <a:pt x="2433" y="612"/>
                  </a:lnTo>
                  <a:lnTo>
                    <a:pt x="2433" y="612"/>
                  </a:lnTo>
                  <a:lnTo>
                    <a:pt x="2433" y="609"/>
                  </a:lnTo>
                  <a:lnTo>
                    <a:pt x="2430" y="609"/>
                  </a:lnTo>
                  <a:lnTo>
                    <a:pt x="2430" y="607"/>
                  </a:lnTo>
                  <a:lnTo>
                    <a:pt x="2428" y="607"/>
                  </a:lnTo>
                  <a:lnTo>
                    <a:pt x="2428" y="607"/>
                  </a:lnTo>
                  <a:lnTo>
                    <a:pt x="2428" y="607"/>
                  </a:lnTo>
                  <a:lnTo>
                    <a:pt x="2428" y="605"/>
                  </a:lnTo>
                  <a:lnTo>
                    <a:pt x="2428" y="605"/>
                  </a:lnTo>
                  <a:lnTo>
                    <a:pt x="2428" y="602"/>
                  </a:lnTo>
                  <a:lnTo>
                    <a:pt x="2426" y="602"/>
                  </a:lnTo>
                  <a:lnTo>
                    <a:pt x="2426" y="602"/>
                  </a:lnTo>
                  <a:lnTo>
                    <a:pt x="2426" y="602"/>
                  </a:lnTo>
                  <a:lnTo>
                    <a:pt x="2426" y="600"/>
                  </a:lnTo>
                  <a:lnTo>
                    <a:pt x="2423" y="600"/>
                  </a:lnTo>
                  <a:lnTo>
                    <a:pt x="2423" y="600"/>
                  </a:lnTo>
                  <a:lnTo>
                    <a:pt x="2421" y="600"/>
                  </a:lnTo>
                  <a:lnTo>
                    <a:pt x="2421" y="598"/>
                  </a:lnTo>
                  <a:lnTo>
                    <a:pt x="2419" y="598"/>
                  </a:lnTo>
                  <a:lnTo>
                    <a:pt x="2419" y="598"/>
                  </a:lnTo>
                  <a:lnTo>
                    <a:pt x="2416" y="598"/>
                  </a:lnTo>
                  <a:lnTo>
                    <a:pt x="2416" y="593"/>
                  </a:lnTo>
                  <a:lnTo>
                    <a:pt x="2416" y="593"/>
                  </a:lnTo>
                  <a:lnTo>
                    <a:pt x="2416" y="593"/>
                  </a:lnTo>
                  <a:lnTo>
                    <a:pt x="2416" y="593"/>
                  </a:lnTo>
                  <a:lnTo>
                    <a:pt x="2416" y="593"/>
                  </a:lnTo>
                  <a:lnTo>
                    <a:pt x="2414" y="593"/>
                  </a:lnTo>
                  <a:lnTo>
                    <a:pt x="2414" y="595"/>
                  </a:lnTo>
                  <a:lnTo>
                    <a:pt x="2411" y="595"/>
                  </a:lnTo>
                  <a:lnTo>
                    <a:pt x="2411" y="595"/>
                  </a:lnTo>
                  <a:lnTo>
                    <a:pt x="2409" y="595"/>
                  </a:lnTo>
                  <a:lnTo>
                    <a:pt x="2409" y="598"/>
                  </a:lnTo>
                  <a:lnTo>
                    <a:pt x="2402" y="598"/>
                  </a:lnTo>
                  <a:lnTo>
                    <a:pt x="2402" y="595"/>
                  </a:lnTo>
                  <a:lnTo>
                    <a:pt x="2397" y="595"/>
                  </a:lnTo>
                  <a:lnTo>
                    <a:pt x="2397" y="595"/>
                  </a:lnTo>
                  <a:lnTo>
                    <a:pt x="2395" y="595"/>
                  </a:lnTo>
                  <a:lnTo>
                    <a:pt x="2395" y="593"/>
                  </a:lnTo>
                  <a:lnTo>
                    <a:pt x="2393" y="593"/>
                  </a:lnTo>
                  <a:lnTo>
                    <a:pt x="2393" y="595"/>
                  </a:lnTo>
                  <a:lnTo>
                    <a:pt x="2390" y="595"/>
                  </a:lnTo>
                  <a:lnTo>
                    <a:pt x="2390" y="595"/>
                  </a:lnTo>
                  <a:lnTo>
                    <a:pt x="2393" y="595"/>
                  </a:lnTo>
                  <a:lnTo>
                    <a:pt x="2393" y="600"/>
                  </a:lnTo>
                  <a:lnTo>
                    <a:pt x="2393" y="600"/>
                  </a:lnTo>
                  <a:lnTo>
                    <a:pt x="2393" y="600"/>
                  </a:lnTo>
                  <a:lnTo>
                    <a:pt x="2390" y="600"/>
                  </a:lnTo>
                  <a:lnTo>
                    <a:pt x="2390" y="602"/>
                  </a:lnTo>
                  <a:lnTo>
                    <a:pt x="2395" y="602"/>
                  </a:lnTo>
                  <a:lnTo>
                    <a:pt x="2395" y="605"/>
                  </a:lnTo>
                  <a:lnTo>
                    <a:pt x="2393" y="605"/>
                  </a:lnTo>
                  <a:lnTo>
                    <a:pt x="2393" y="605"/>
                  </a:lnTo>
                  <a:lnTo>
                    <a:pt x="2393" y="605"/>
                  </a:lnTo>
                  <a:lnTo>
                    <a:pt x="2393" y="609"/>
                  </a:lnTo>
                  <a:lnTo>
                    <a:pt x="2390" y="609"/>
                  </a:lnTo>
                  <a:lnTo>
                    <a:pt x="2390" y="612"/>
                  </a:lnTo>
                  <a:lnTo>
                    <a:pt x="2390" y="612"/>
                  </a:lnTo>
                  <a:lnTo>
                    <a:pt x="2390" y="612"/>
                  </a:lnTo>
                  <a:lnTo>
                    <a:pt x="2390" y="612"/>
                  </a:lnTo>
                  <a:lnTo>
                    <a:pt x="2390" y="614"/>
                  </a:lnTo>
                  <a:lnTo>
                    <a:pt x="2388" y="614"/>
                  </a:lnTo>
                  <a:lnTo>
                    <a:pt x="2388" y="614"/>
                  </a:lnTo>
                  <a:lnTo>
                    <a:pt x="2385" y="614"/>
                  </a:lnTo>
                  <a:lnTo>
                    <a:pt x="2385" y="612"/>
                  </a:lnTo>
                  <a:lnTo>
                    <a:pt x="2388" y="612"/>
                  </a:lnTo>
                  <a:lnTo>
                    <a:pt x="2388" y="612"/>
                  </a:lnTo>
                  <a:lnTo>
                    <a:pt x="2388" y="612"/>
                  </a:lnTo>
                  <a:lnTo>
                    <a:pt x="2388" y="609"/>
                  </a:lnTo>
                  <a:lnTo>
                    <a:pt x="2390" y="609"/>
                  </a:lnTo>
                  <a:lnTo>
                    <a:pt x="2390" y="609"/>
                  </a:lnTo>
                  <a:lnTo>
                    <a:pt x="2390" y="609"/>
                  </a:lnTo>
                  <a:lnTo>
                    <a:pt x="2390" y="607"/>
                  </a:lnTo>
                  <a:lnTo>
                    <a:pt x="2390" y="607"/>
                  </a:lnTo>
                  <a:lnTo>
                    <a:pt x="2390" y="605"/>
                  </a:lnTo>
                  <a:lnTo>
                    <a:pt x="2390" y="605"/>
                  </a:lnTo>
                  <a:lnTo>
                    <a:pt x="2390" y="605"/>
                  </a:lnTo>
                  <a:lnTo>
                    <a:pt x="2390" y="605"/>
                  </a:lnTo>
                  <a:lnTo>
                    <a:pt x="2390" y="602"/>
                  </a:lnTo>
                  <a:lnTo>
                    <a:pt x="2388" y="602"/>
                  </a:lnTo>
                  <a:lnTo>
                    <a:pt x="2388" y="605"/>
                  </a:lnTo>
                  <a:lnTo>
                    <a:pt x="2385" y="605"/>
                  </a:lnTo>
                  <a:lnTo>
                    <a:pt x="2385" y="605"/>
                  </a:lnTo>
                  <a:lnTo>
                    <a:pt x="2385" y="605"/>
                  </a:lnTo>
                  <a:lnTo>
                    <a:pt x="2385" y="607"/>
                  </a:lnTo>
                  <a:lnTo>
                    <a:pt x="2383" y="607"/>
                  </a:lnTo>
                  <a:lnTo>
                    <a:pt x="2383" y="609"/>
                  </a:lnTo>
                  <a:lnTo>
                    <a:pt x="2383" y="609"/>
                  </a:lnTo>
                  <a:lnTo>
                    <a:pt x="2383" y="609"/>
                  </a:lnTo>
                  <a:lnTo>
                    <a:pt x="2381" y="609"/>
                  </a:lnTo>
                  <a:lnTo>
                    <a:pt x="2381" y="612"/>
                  </a:lnTo>
                  <a:lnTo>
                    <a:pt x="2378" y="612"/>
                  </a:lnTo>
                  <a:lnTo>
                    <a:pt x="2378" y="612"/>
                  </a:lnTo>
                  <a:lnTo>
                    <a:pt x="2376" y="612"/>
                  </a:lnTo>
                  <a:lnTo>
                    <a:pt x="2376" y="614"/>
                  </a:lnTo>
                  <a:lnTo>
                    <a:pt x="2367" y="614"/>
                  </a:lnTo>
                  <a:lnTo>
                    <a:pt x="2367" y="614"/>
                  </a:lnTo>
                  <a:lnTo>
                    <a:pt x="2362" y="614"/>
                  </a:lnTo>
                  <a:lnTo>
                    <a:pt x="2362" y="612"/>
                  </a:lnTo>
                  <a:lnTo>
                    <a:pt x="2364" y="612"/>
                  </a:lnTo>
                  <a:lnTo>
                    <a:pt x="2364" y="612"/>
                  </a:lnTo>
                  <a:lnTo>
                    <a:pt x="2367" y="612"/>
                  </a:lnTo>
                  <a:lnTo>
                    <a:pt x="2367" y="612"/>
                  </a:lnTo>
                  <a:lnTo>
                    <a:pt x="2369" y="612"/>
                  </a:lnTo>
                  <a:lnTo>
                    <a:pt x="2369" y="609"/>
                  </a:lnTo>
                  <a:lnTo>
                    <a:pt x="2369" y="609"/>
                  </a:lnTo>
                  <a:lnTo>
                    <a:pt x="2369" y="609"/>
                  </a:lnTo>
                  <a:lnTo>
                    <a:pt x="2369" y="609"/>
                  </a:lnTo>
                  <a:lnTo>
                    <a:pt x="2369" y="607"/>
                  </a:lnTo>
                  <a:lnTo>
                    <a:pt x="2371" y="607"/>
                  </a:lnTo>
                  <a:lnTo>
                    <a:pt x="2371" y="605"/>
                  </a:lnTo>
                  <a:lnTo>
                    <a:pt x="2374" y="605"/>
                  </a:lnTo>
                  <a:lnTo>
                    <a:pt x="2374" y="605"/>
                  </a:lnTo>
                  <a:lnTo>
                    <a:pt x="2376" y="605"/>
                  </a:lnTo>
                  <a:lnTo>
                    <a:pt x="2376" y="602"/>
                  </a:lnTo>
                  <a:lnTo>
                    <a:pt x="2374" y="602"/>
                  </a:lnTo>
                  <a:lnTo>
                    <a:pt x="2374" y="605"/>
                  </a:lnTo>
                  <a:lnTo>
                    <a:pt x="2371" y="605"/>
                  </a:lnTo>
                  <a:lnTo>
                    <a:pt x="2371" y="602"/>
                  </a:lnTo>
                  <a:lnTo>
                    <a:pt x="2367" y="602"/>
                  </a:lnTo>
                  <a:lnTo>
                    <a:pt x="2367" y="600"/>
                  </a:lnTo>
                  <a:lnTo>
                    <a:pt x="2369" y="600"/>
                  </a:lnTo>
                  <a:lnTo>
                    <a:pt x="2369" y="598"/>
                  </a:lnTo>
                  <a:lnTo>
                    <a:pt x="2369" y="598"/>
                  </a:lnTo>
                  <a:lnTo>
                    <a:pt x="2369" y="598"/>
                  </a:lnTo>
                  <a:lnTo>
                    <a:pt x="2371" y="598"/>
                  </a:lnTo>
                  <a:lnTo>
                    <a:pt x="2371" y="595"/>
                  </a:lnTo>
                  <a:lnTo>
                    <a:pt x="2371" y="595"/>
                  </a:lnTo>
                  <a:lnTo>
                    <a:pt x="2371" y="593"/>
                  </a:lnTo>
                  <a:lnTo>
                    <a:pt x="2374" y="593"/>
                  </a:lnTo>
                  <a:lnTo>
                    <a:pt x="2374" y="593"/>
                  </a:lnTo>
                  <a:lnTo>
                    <a:pt x="2376" y="593"/>
                  </a:lnTo>
                  <a:lnTo>
                    <a:pt x="2376" y="593"/>
                  </a:lnTo>
                  <a:lnTo>
                    <a:pt x="2376" y="593"/>
                  </a:lnTo>
                  <a:lnTo>
                    <a:pt x="2376" y="591"/>
                  </a:lnTo>
                  <a:lnTo>
                    <a:pt x="2374" y="591"/>
                  </a:lnTo>
                  <a:lnTo>
                    <a:pt x="2374" y="591"/>
                  </a:lnTo>
                  <a:lnTo>
                    <a:pt x="2374" y="591"/>
                  </a:lnTo>
                  <a:lnTo>
                    <a:pt x="2374" y="593"/>
                  </a:lnTo>
                  <a:lnTo>
                    <a:pt x="2371" y="593"/>
                  </a:lnTo>
                  <a:lnTo>
                    <a:pt x="2371" y="593"/>
                  </a:lnTo>
                  <a:lnTo>
                    <a:pt x="2364" y="593"/>
                  </a:lnTo>
                  <a:lnTo>
                    <a:pt x="2364" y="595"/>
                  </a:lnTo>
                  <a:lnTo>
                    <a:pt x="2362" y="595"/>
                  </a:lnTo>
                  <a:lnTo>
                    <a:pt x="2362" y="595"/>
                  </a:lnTo>
                  <a:lnTo>
                    <a:pt x="2359" y="595"/>
                  </a:lnTo>
                  <a:lnTo>
                    <a:pt x="2359" y="598"/>
                  </a:lnTo>
                  <a:lnTo>
                    <a:pt x="2359" y="598"/>
                  </a:lnTo>
                  <a:lnTo>
                    <a:pt x="2359" y="598"/>
                  </a:lnTo>
                  <a:lnTo>
                    <a:pt x="2357" y="598"/>
                  </a:lnTo>
                  <a:lnTo>
                    <a:pt x="2357" y="600"/>
                  </a:lnTo>
                  <a:lnTo>
                    <a:pt x="2359" y="600"/>
                  </a:lnTo>
                  <a:lnTo>
                    <a:pt x="2359" y="602"/>
                  </a:lnTo>
                  <a:lnTo>
                    <a:pt x="2362" y="602"/>
                  </a:lnTo>
                  <a:lnTo>
                    <a:pt x="2362" y="605"/>
                  </a:lnTo>
                  <a:lnTo>
                    <a:pt x="2362" y="605"/>
                  </a:lnTo>
                  <a:lnTo>
                    <a:pt x="2362" y="605"/>
                  </a:lnTo>
                  <a:lnTo>
                    <a:pt x="2359" y="605"/>
                  </a:lnTo>
                  <a:lnTo>
                    <a:pt x="2359" y="607"/>
                  </a:lnTo>
                  <a:lnTo>
                    <a:pt x="2357" y="607"/>
                  </a:lnTo>
                  <a:lnTo>
                    <a:pt x="2357" y="605"/>
                  </a:lnTo>
                  <a:lnTo>
                    <a:pt x="2355" y="605"/>
                  </a:lnTo>
                  <a:lnTo>
                    <a:pt x="2355" y="607"/>
                  </a:lnTo>
                  <a:lnTo>
                    <a:pt x="2352" y="607"/>
                  </a:lnTo>
                  <a:lnTo>
                    <a:pt x="2352" y="607"/>
                  </a:lnTo>
                  <a:lnTo>
                    <a:pt x="2350" y="607"/>
                  </a:lnTo>
                  <a:lnTo>
                    <a:pt x="2350" y="607"/>
                  </a:lnTo>
                  <a:lnTo>
                    <a:pt x="2350" y="607"/>
                  </a:lnTo>
                  <a:lnTo>
                    <a:pt x="2350" y="602"/>
                  </a:lnTo>
                  <a:lnTo>
                    <a:pt x="2352" y="602"/>
                  </a:lnTo>
                  <a:lnTo>
                    <a:pt x="2352" y="602"/>
                  </a:lnTo>
                  <a:lnTo>
                    <a:pt x="2352" y="602"/>
                  </a:lnTo>
                  <a:lnTo>
                    <a:pt x="2352" y="593"/>
                  </a:lnTo>
                  <a:lnTo>
                    <a:pt x="2352" y="593"/>
                  </a:lnTo>
                  <a:lnTo>
                    <a:pt x="2352" y="593"/>
                  </a:lnTo>
                  <a:lnTo>
                    <a:pt x="2352" y="593"/>
                  </a:lnTo>
                  <a:lnTo>
                    <a:pt x="2352" y="591"/>
                  </a:lnTo>
                  <a:lnTo>
                    <a:pt x="2355" y="591"/>
                  </a:lnTo>
                  <a:lnTo>
                    <a:pt x="2355" y="588"/>
                  </a:lnTo>
                  <a:lnTo>
                    <a:pt x="2355" y="588"/>
                  </a:lnTo>
                  <a:lnTo>
                    <a:pt x="2355" y="588"/>
                  </a:lnTo>
                  <a:lnTo>
                    <a:pt x="2355" y="588"/>
                  </a:lnTo>
                  <a:lnTo>
                    <a:pt x="2355" y="586"/>
                  </a:lnTo>
                  <a:lnTo>
                    <a:pt x="2350" y="586"/>
                  </a:lnTo>
                  <a:lnTo>
                    <a:pt x="2350" y="586"/>
                  </a:lnTo>
                  <a:lnTo>
                    <a:pt x="2350" y="586"/>
                  </a:lnTo>
                  <a:lnTo>
                    <a:pt x="2350" y="583"/>
                  </a:lnTo>
                  <a:lnTo>
                    <a:pt x="2348" y="583"/>
                  </a:lnTo>
                  <a:lnTo>
                    <a:pt x="2348" y="586"/>
                  </a:lnTo>
                  <a:lnTo>
                    <a:pt x="2348" y="586"/>
                  </a:lnTo>
                  <a:lnTo>
                    <a:pt x="2348" y="586"/>
                  </a:lnTo>
                  <a:lnTo>
                    <a:pt x="2345" y="586"/>
                  </a:lnTo>
                  <a:lnTo>
                    <a:pt x="2345" y="586"/>
                  </a:lnTo>
                  <a:lnTo>
                    <a:pt x="2343" y="586"/>
                  </a:lnTo>
                  <a:lnTo>
                    <a:pt x="2343" y="583"/>
                  </a:lnTo>
                  <a:lnTo>
                    <a:pt x="2340" y="583"/>
                  </a:lnTo>
                  <a:lnTo>
                    <a:pt x="2340" y="586"/>
                  </a:lnTo>
                  <a:lnTo>
                    <a:pt x="2336" y="586"/>
                  </a:lnTo>
                  <a:lnTo>
                    <a:pt x="2336" y="588"/>
                  </a:lnTo>
                  <a:lnTo>
                    <a:pt x="2329" y="588"/>
                  </a:lnTo>
                  <a:lnTo>
                    <a:pt x="2329" y="586"/>
                  </a:lnTo>
                  <a:lnTo>
                    <a:pt x="2329" y="586"/>
                  </a:lnTo>
                  <a:lnTo>
                    <a:pt x="2329" y="586"/>
                  </a:lnTo>
                  <a:lnTo>
                    <a:pt x="2324" y="586"/>
                  </a:lnTo>
                  <a:lnTo>
                    <a:pt x="2324" y="583"/>
                  </a:lnTo>
                  <a:lnTo>
                    <a:pt x="2322" y="583"/>
                  </a:lnTo>
                  <a:lnTo>
                    <a:pt x="2322" y="583"/>
                  </a:lnTo>
                  <a:lnTo>
                    <a:pt x="2319" y="583"/>
                  </a:lnTo>
                  <a:lnTo>
                    <a:pt x="2319" y="583"/>
                  </a:lnTo>
                  <a:lnTo>
                    <a:pt x="2317" y="583"/>
                  </a:lnTo>
                  <a:lnTo>
                    <a:pt x="2317" y="581"/>
                  </a:lnTo>
                  <a:lnTo>
                    <a:pt x="2319" y="581"/>
                  </a:lnTo>
                  <a:lnTo>
                    <a:pt x="2319" y="581"/>
                  </a:lnTo>
                  <a:lnTo>
                    <a:pt x="2319" y="581"/>
                  </a:lnTo>
                  <a:lnTo>
                    <a:pt x="2319" y="579"/>
                  </a:lnTo>
                  <a:lnTo>
                    <a:pt x="2322" y="579"/>
                  </a:lnTo>
                  <a:lnTo>
                    <a:pt x="2322" y="579"/>
                  </a:lnTo>
                  <a:lnTo>
                    <a:pt x="2322" y="579"/>
                  </a:lnTo>
                  <a:lnTo>
                    <a:pt x="2322" y="576"/>
                  </a:lnTo>
                  <a:lnTo>
                    <a:pt x="2324" y="576"/>
                  </a:lnTo>
                  <a:lnTo>
                    <a:pt x="2324" y="576"/>
                  </a:lnTo>
                  <a:lnTo>
                    <a:pt x="2326" y="576"/>
                  </a:lnTo>
                  <a:lnTo>
                    <a:pt x="2326" y="574"/>
                  </a:lnTo>
                  <a:lnTo>
                    <a:pt x="2329" y="574"/>
                  </a:lnTo>
                  <a:lnTo>
                    <a:pt x="2329" y="574"/>
                  </a:lnTo>
                  <a:lnTo>
                    <a:pt x="2331" y="574"/>
                  </a:lnTo>
                  <a:lnTo>
                    <a:pt x="2331" y="574"/>
                  </a:lnTo>
                  <a:lnTo>
                    <a:pt x="2333" y="574"/>
                  </a:lnTo>
                  <a:lnTo>
                    <a:pt x="2333" y="572"/>
                  </a:lnTo>
                  <a:lnTo>
                    <a:pt x="2336" y="572"/>
                  </a:lnTo>
                  <a:lnTo>
                    <a:pt x="2336" y="572"/>
                  </a:lnTo>
                  <a:lnTo>
                    <a:pt x="2338" y="572"/>
                  </a:lnTo>
                  <a:lnTo>
                    <a:pt x="2338" y="569"/>
                  </a:lnTo>
                  <a:lnTo>
                    <a:pt x="2338" y="569"/>
                  </a:lnTo>
                  <a:lnTo>
                    <a:pt x="2338" y="569"/>
                  </a:lnTo>
                  <a:lnTo>
                    <a:pt x="2340" y="569"/>
                  </a:lnTo>
                  <a:lnTo>
                    <a:pt x="2340" y="567"/>
                  </a:lnTo>
                  <a:lnTo>
                    <a:pt x="2340" y="567"/>
                  </a:lnTo>
                  <a:lnTo>
                    <a:pt x="2340" y="567"/>
                  </a:lnTo>
                  <a:lnTo>
                    <a:pt x="2343" y="567"/>
                  </a:lnTo>
                  <a:lnTo>
                    <a:pt x="2343" y="564"/>
                  </a:lnTo>
                  <a:lnTo>
                    <a:pt x="2343" y="564"/>
                  </a:lnTo>
                  <a:lnTo>
                    <a:pt x="2343" y="564"/>
                  </a:lnTo>
                  <a:lnTo>
                    <a:pt x="2343" y="564"/>
                  </a:lnTo>
                  <a:lnTo>
                    <a:pt x="2343" y="564"/>
                  </a:lnTo>
                  <a:lnTo>
                    <a:pt x="2348" y="564"/>
                  </a:lnTo>
                  <a:lnTo>
                    <a:pt x="2348" y="562"/>
                  </a:lnTo>
                  <a:lnTo>
                    <a:pt x="2350" y="562"/>
                  </a:lnTo>
                  <a:lnTo>
                    <a:pt x="2350" y="562"/>
                  </a:lnTo>
                  <a:lnTo>
                    <a:pt x="2352" y="562"/>
                  </a:lnTo>
                  <a:lnTo>
                    <a:pt x="2352" y="560"/>
                  </a:lnTo>
                  <a:lnTo>
                    <a:pt x="2355" y="560"/>
                  </a:lnTo>
                  <a:lnTo>
                    <a:pt x="2355" y="557"/>
                  </a:lnTo>
                  <a:lnTo>
                    <a:pt x="2357" y="557"/>
                  </a:lnTo>
                  <a:lnTo>
                    <a:pt x="2357" y="555"/>
                  </a:lnTo>
                  <a:lnTo>
                    <a:pt x="2359" y="555"/>
                  </a:lnTo>
                  <a:lnTo>
                    <a:pt x="2359" y="555"/>
                  </a:lnTo>
                  <a:lnTo>
                    <a:pt x="2362" y="555"/>
                  </a:lnTo>
                  <a:lnTo>
                    <a:pt x="2362" y="555"/>
                  </a:lnTo>
                  <a:lnTo>
                    <a:pt x="2364" y="555"/>
                  </a:lnTo>
                  <a:lnTo>
                    <a:pt x="2364" y="553"/>
                  </a:lnTo>
                  <a:lnTo>
                    <a:pt x="2367" y="553"/>
                  </a:lnTo>
                  <a:lnTo>
                    <a:pt x="2367" y="550"/>
                  </a:lnTo>
                  <a:lnTo>
                    <a:pt x="2369" y="550"/>
                  </a:lnTo>
                  <a:lnTo>
                    <a:pt x="2369" y="550"/>
                  </a:lnTo>
                  <a:lnTo>
                    <a:pt x="2371" y="550"/>
                  </a:lnTo>
                  <a:lnTo>
                    <a:pt x="2371" y="548"/>
                  </a:lnTo>
                  <a:lnTo>
                    <a:pt x="2371" y="548"/>
                  </a:lnTo>
                  <a:lnTo>
                    <a:pt x="2371" y="548"/>
                  </a:lnTo>
                  <a:lnTo>
                    <a:pt x="2374" y="548"/>
                  </a:lnTo>
                  <a:lnTo>
                    <a:pt x="2374" y="546"/>
                  </a:lnTo>
                  <a:lnTo>
                    <a:pt x="2376" y="546"/>
                  </a:lnTo>
                  <a:lnTo>
                    <a:pt x="2376" y="546"/>
                  </a:lnTo>
                  <a:lnTo>
                    <a:pt x="2376" y="546"/>
                  </a:lnTo>
                  <a:lnTo>
                    <a:pt x="2376" y="543"/>
                  </a:lnTo>
                  <a:lnTo>
                    <a:pt x="2376" y="543"/>
                  </a:lnTo>
                  <a:lnTo>
                    <a:pt x="2376" y="543"/>
                  </a:lnTo>
                  <a:lnTo>
                    <a:pt x="2378" y="543"/>
                  </a:lnTo>
                  <a:lnTo>
                    <a:pt x="2378" y="541"/>
                  </a:lnTo>
                  <a:lnTo>
                    <a:pt x="2383" y="541"/>
                  </a:lnTo>
                  <a:lnTo>
                    <a:pt x="2383" y="538"/>
                  </a:lnTo>
                  <a:lnTo>
                    <a:pt x="2381" y="538"/>
                  </a:lnTo>
                  <a:lnTo>
                    <a:pt x="2381" y="538"/>
                  </a:lnTo>
                  <a:lnTo>
                    <a:pt x="2381" y="538"/>
                  </a:lnTo>
                  <a:lnTo>
                    <a:pt x="2381" y="536"/>
                  </a:lnTo>
                  <a:lnTo>
                    <a:pt x="2383" y="536"/>
                  </a:lnTo>
                  <a:lnTo>
                    <a:pt x="2383" y="534"/>
                  </a:lnTo>
                  <a:lnTo>
                    <a:pt x="2385" y="534"/>
                  </a:lnTo>
                  <a:lnTo>
                    <a:pt x="2385" y="534"/>
                  </a:lnTo>
                  <a:lnTo>
                    <a:pt x="2388" y="534"/>
                  </a:lnTo>
                  <a:lnTo>
                    <a:pt x="2388" y="534"/>
                  </a:lnTo>
                  <a:lnTo>
                    <a:pt x="2388" y="534"/>
                  </a:lnTo>
                  <a:lnTo>
                    <a:pt x="2388" y="531"/>
                  </a:lnTo>
                  <a:lnTo>
                    <a:pt x="2390" y="531"/>
                  </a:lnTo>
                  <a:lnTo>
                    <a:pt x="2390" y="534"/>
                  </a:lnTo>
                  <a:lnTo>
                    <a:pt x="2390" y="534"/>
                  </a:lnTo>
                  <a:lnTo>
                    <a:pt x="2390" y="529"/>
                  </a:lnTo>
                  <a:lnTo>
                    <a:pt x="2390" y="529"/>
                  </a:lnTo>
                  <a:lnTo>
                    <a:pt x="2390" y="527"/>
                  </a:lnTo>
                  <a:lnTo>
                    <a:pt x="2395" y="527"/>
                  </a:lnTo>
                  <a:lnTo>
                    <a:pt x="2395" y="527"/>
                  </a:lnTo>
                  <a:lnTo>
                    <a:pt x="2397" y="527"/>
                  </a:lnTo>
                  <a:lnTo>
                    <a:pt x="2397" y="524"/>
                  </a:lnTo>
                  <a:lnTo>
                    <a:pt x="2397" y="524"/>
                  </a:lnTo>
                  <a:lnTo>
                    <a:pt x="2397" y="524"/>
                  </a:lnTo>
                  <a:lnTo>
                    <a:pt x="2400" y="524"/>
                  </a:lnTo>
                  <a:lnTo>
                    <a:pt x="2400" y="522"/>
                  </a:lnTo>
                  <a:lnTo>
                    <a:pt x="2402" y="522"/>
                  </a:lnTo>
                  <a:lnTo>
                    <a:pt x="2402" y="522"/>
                  </a:lnTo>
                  <a:lnTo>
                    <a:pt x="2402" y="522"/>
                  </a:lnTo>
                  <a:lnTo>
                    <a:pt x="2402" y="519"/>
                  </a:lnTo>
                  <a:lnTo>
                    <a:pt x="2407" y="519"/>
                  </a:lnTo>
                  <a:lnTo>
                    <a:pt x="2407" y="519"/>
                  </a:lnTo>
                  <a:lnTo>
                    <a:pt x="2409" y="519"/>
                  </a:lnTo>
                  <a:lnTo>
                    <a:pt x="2409" y="517"/>
                  </a:lnTo>
                  <a:lnTo>
                    <a:pt x="2411" y="517"/>
                  </a:lnTo>
                  <a:lnTo>
                    <a:pt x="2411" y="517"/>
                  </a:lnTo>
                  <a:lnTo>
                    <a:pt x="2411" y="517"/>
                  </a:lnTo>
                  <a:lnTo>
                    <a:pt x="2411" y="515"/>
                  </a:lnTo>
                  <a:lnTo>
                    <a:pt x="2411" y="515"/>
                  </a:lnTo>
                  <a:lnTo>
                    <a:pt x="2411" y="515"/>
                  </a:lnTo>
                  <a:lnTo>
                    <a:pt x="2416" y="515"/>
                  </a:lnTo>
                  <a:lnTo>
                    <a:pt x="2416" y="512"/>
                  </a:lnTo>
                  <a:lnTo>
                    <a:pt x="2419" y="512"/>
                  </a:lnTo>
                  <a:lnTo>
                    <a:pt x="2419" y="512"/>
                  </a:lnTo>
                  <a:lnTo>
                    <a:pt x="2419" y="512"/>
                  </a:lnTo>
                  <a:lnTo>
                    <a:pt x="2419" y="510"/>
                  </a:lnTo>
                  <a:lnTo>
                    <a:pt x="2421" y="510"/>
                  </a:lnTo>
                  <a:lnTo>
                    <a:pt x="2421" y="510"/>
                  </a:lnTo>
                  <a:lnTo>
                    <a:pt x="2421" y="510"/>
                  </a:lnTo>
                  <a:lnTo>
                    <a:pt x="2421" y="508"/>
                  </a:lnTo>
                  <a:lnTo>
                    <a:pt x="2426" y="508"/>
                  </a:lnTo>
                  <a:lnTo>
                    <a:pt x="2426" y="508"/>
                  </a:lnTo>
                  <a:lnTo>
                    <a:pt x="2428" y="508"/>
                  </a:lnTo>
                  <a:lnTo>
                    <a:pt x="2428" y="508"/>
                  </a:lnTo>
                  <a:lnTo>
                    <a:pt x="2428" y="508"/>
                  </a:lnTo>
                  <a:lnTo>
                    <a:pt x="2428" y="508"/>
                  </a:lnTo>
                  <a:lnTo>
                    <a:pt x="2428" y="508"/>
                  </a:lnTo>
                  <a:lnTo>
                    <a:pt x="2428" y="505"/>
                  </a:lnTo>
                  <a:lnTo>
                    <a:pt x="2430" y="505"/>
                  </a:lnTo>
                  <a:lnTo>
                    <a:pt x="2430" y="505"/>
                  </a:lnTo>
                  <a:lnTo>
                    <a:pt x="2430" y="505"/>
                  </a:lnTo>
                  <a:lnTo>
                    <a:pt x="2430" y="505"/>
                  </a:lnTo>
                  <a:lnTo>
                    <a:pt x="2433" y="505"/>
                  </a:lnTo>
                  <a:lnTo>
                    <a:pt x="2433" y="503"/>
                  </a:lnTo>
                  <a:lnTo>
                    <a:pt x="2433" y="503"/>
                  </a:lnTo>
                  <a:lnTo>
                    <a:pt x="2433" y="500"/>
                  </a:lnTo>
                  <a:lnTo>
                    <a:pt x="2435" y="500"/>
                  </a:lnTo>
                  <a:lnTo>
                    <a:pt x="2435" y="498"/>
                  </a:lnTo>
                  <a:lnTo>
                    <a:pt x="2435" y="498"/>
                  </a:lnTo>
                  <a:lnTo>
                    <a:pt x="2435" y="496"/>
                  </a:lnTo>
                  <a:lnTo>
                    <a:pt x="2435" y="496"/>
                  </a:lnTo>
                  <a:lnTo>
                    <a:pt x="2435" y="496"/>
                  </a:lnTo>
                  <a:lnTo>
                    <a:pt x="2438" y="496"/>
                  </a:lnTo>
                  <a:lnTo>
                    <a:pt x="2438" y="496"/>
                  </a:lnTo>
                  <a:lnTo>
                    <a:pt x="2438" y="496"/>
                  </a:lnTo>
                  <a:lnTo>
                    <a:pt x="2438" y="493"/>
                  </a:lnTo>
                  <a:lnTo>
                    <a:pt x="2440" y="493"/>
                  </a:lnTo>
                  <a:lnTo>
                    <a:pt x="2440" y="493"/>
                  </a:lnTo>
                  <a:lnTo>
                    <a:pt x="2440" y="493"/>
                  </a:lnTo>
                  <a:lnTo>
                    <a:pt x="2440" y="491"/>
                  </a:lnTo>
                  <a:lnTo>
                    <a:pt x="2442" y="491"/>
                  </a:lnTo>
                  <a:lnTo>
                    <a:pt x="2442" y="491"/>
                  </a:lnTo>
                  <a:lnTo>
                    <a:pt x="2445" y="491"/>
                  </a:lnTo>
                  <a:lnTo>
                    <a:pt x="2445" y="489"/>
                  </a:lnTo>
                  <a:lnTo>
                    <a:pt x="2449" y="489"/>
                  </a:lnTo>
                  <a:lnTo>
                    <a:pt x="2449" y="489"/>
                  </a:lnTo>
                  <a:lnTo>
                    <a:pt x="2452" y="489"/>
                  </a:lnTo>
                  <a:lnTo>
                    <a:pt x="2452" y="486"/>
                  </a:lnTo>
                  <a:lnTo>
                    <a:pt x="2454" y="486"/>
                  </a:lnTo>
                  <a:lnTo>
                    <a:pt x="2454" y="486"/>
                  </a:lnTo>
                  <a:lnTo>
                    <a:pt x="2456" y="486"/>
                  </a:lnTo>
                  <a:lnTo>
                    <a:pt x="2456" y="486"/>
                  </a:lnTo>
                  <a:lnTo>
                    <a:pt x="2456" y="486"/>
                  </a:lnTo>
                  <a:lnTo>
                    <a:pt x="2456" y="484"/>
                  </a:lnTo>
                  <a:lnTo>
                    <a:pt x="2459" y="484"/>
                  </a:lnTo>
                  <a:lnTo>
                    <a:pt x="2459" y="484"/>
                  </a:lnTo>
                  <a:lnTo>
                    <a:pt x="2459" y="484"/>
                  </a:lnTo>
                  <a:lnTo>
                    <a:pt x="2459" y="482"/>
                  </a:lnTo>
                  <a:lnTo>
                    <a:pt x="2461" y="482"/>
                  </a:lnTo>
                  <a:lnTo>
                    <a:pt x="2461" y="482"/>
                  </a:lnTo>
                  <a:lnTo>
                    <a:pt x="2461" y="482"/>
                  </a:lnTo>
                  <a:lnTo>
                    <a:pt x="2461" y="479"/>
                  </a:lnTo>
                  <a:lnTo>
                    <a:pt x="2461" y="479"/>
                  </a:lnTo>
                  <a:lnTo>
                    <a:pt x="2461" y="479"/>
                  </a:lnTo>
                  <a:lnTo>
                    <a:pt x="2464" y="479"/>
                  </a:lnTo>
                  <a:lnTo>
                    <a:pt x="2464" y="477"/>
                  </a:lnTo>
                  <a:lnTo>
                    <a:pt x="2464" y="477"/>
                  </a:lnTo>
                  <a:lnTo>
                    <a:pt x="2464" y="477"/>
                  </a:lnTo>
                  <a:lnTo>
                    <a:pt x="2464" y="477"/>
                  </a:lnTo>
                  <a:lnTo>
                    <a:pt x="2464" y="474"/>
                  </a:lnTo>
                  <a:lnTo>
                    <a:pt x="2466" y="474"/>
                  </a:lnTo>
                  <a:lnTo>
                    <a:pt x="2466" y="474"/>
                  </a:lnTo>
                  <a:lnTo>
                    <a:pt x="2468" y="474"/>
                  </a:lnTo>
                  <a:lnTo>
                    <a:pt x="2468" y="474"/>
                  </a:lnTo>
                  <a:lnTo>
                    <a:pt x="2471" y="474"/>
                  </a:lnTo>
                  <a:lnTo>
                    <a:pt x="2471" y="472"/>
                  </a:lnTo>
                  <a:lnTo>
                    <a:pt x="2473" y="472"/>
                  </a:lnTo>
                  <a:lnTo>
                    <a:pt x="2473" y="472"/>
                  </a:lnTo>
                  <a:lnTo>
                    <a:pt x="2475" y="472"/>
                  </a:lnTo>
                  <a:lnTo>
                    <a:pt x="2475" y="470"/>
                  </a:lnTo>
                  <a:lnTo>
                    <a:pt x="2478" y="470"/>
                  </a:lnTo>
                  <a:lnTo>
                    <a:pt x="2478" y="470"/>
                  </a:lnTo>
                  <a:lnTo>
                    <a:pt x="2482" y="470"/>
                  </a:lnTo>
                  <a:lnTo>
                    <a:pt x="2482" y="467"/>
                  </a:lnTo>
                  <a:lnTo>
                    <a:pt x="2487" y="467"/>
                  </a:lnTo>
                  <a:lnTo>
                    <a:pt x="2487" y="467"/>
                  </a:lnTo>
                  <a:lnTo>
                    <a:pt x="2492" y="467"/>
                  </a:lnTo>
                  <a:lnTo>
                    <a:pt x="2492" y="467"/>
                  </a:lnTo>
                  <a:lnTo>
                    <a:pt x="2497" y="467"/>
                  </a:lnTo>
                  <a:lnTo>
                    <a:pt x="2497" y="467"/>
                  </a:lnTo>
                  <a:lnTo>
                    <a:pt x="2501" y="467"/>
                  </a:lnTo>
                  <a:lnTo>
                    <a:pt x="2501" y="465"/>
                  </a:lnTo>
                  <a:lnTo>
                    <a:pt x="2511" y="465"/>
                  </a:lnTo>
                  <a:lnTo>
                    <a:pt x="2511" y="467"/>
                  </a:lnTo>
                  <a:lnTo>
                    <a:pt x="2530" y="467"/>
                  </a:lnTo>
                  <a:lnTo>
                    <a:pt x="2530" y="465"/>
                  </a:lnTo>
                  <a:lnTo>
                    <a:pt x="2544" y="465"/>
                  </a:lnTo>
                  <a:lnTo>
                    <a:pt x="2544" y="467"/>
                  </a:lnTo>
                  <a:lnTo>
                    <a:pt x="2546" y="467"/>
                  </a:lnTo>
                  <a:lnTo>
                    <a:pt x="2546" y="467"/>
                  </a:lnTo>
                  <a:lnTo>
                    <a:pt x="2544" y="467"/>
                  </a:lnTo>
                  <a:lnTo>
                    <a:pt x="2544" y="470"/>
                  </a:lnTo>
                  <a:lnTo>
                    <a:pt x="2549" y="470"/>
                  </a:lnTo>
                  <a:lnTo>
                    <a:pt x="2549" y="472"/>
                  </a:lnTo>
                  <a:lnTo>
                    <a:pt x="2549" y="472"/>
                  </a:lnTo>
                  <a:lnTo>
                    <a:pt x="2549" y="472"/>
                  </a:lnTo>
                  <a:lnTo>
                    <a:pt x="2551" y="472"/>
                  </a:lnTo>
                  <a:lnTo>
                    <a:pt x="2551" y="472"/>
                  </a:lnTo>
                  <a:lnTo>
                    <a:pt x="2558" y="472"/>
                  </a:lnTo>
                  <a:lnTo>
                    <a:pt x="2558" y="467"/>
                  </a:lnTo>
                  <a:lnTo>
                    <a:pt x="2556" y="467"/>
                  </a:lnTo>
                  <a:lnTo>
                    <a:pt x="2556" y="465"/>
                  </a:lnTo>
                  <a:lnTo>
                    <a:pt x="2558" y="465"/>
                  </a:lnTo>
                  <a:lnTo>
                    <a:pt x="2558" y="465"/>
                  </a:lnTo>
                  <a:lnTo>
                    <a:pt x="2561" y="465"/>
                  </a:lnTo>
                  <a:lnTo>
                    <a:pt x="2561" y="465"/>
                  </a:lnTo>
                  <a:lnTo>
                    <a:pt x="2561" y="465"/>
                  </a:lnTo>
                  <a:lnTo>
                    <a:pt x="2561" y="465"/>
                  </a:lnTo>
                  <a:lnTo>
                    <a:pt x="2563" y="465"/>
                  </a:lnTo>
                  <a:lnTo>
                    <a:pt x="2563" y="465"/>
                  </a:lnTo>
                  <a:lnTo>
                    <a:pt x="2565" y="465"/>
                  </a:lnTo>
                  <a:lnTo>
                    <a:pt x="2565" y="467"/>
                  </a:lnTo>
                  <a:lnTo>
                    <a:pt x="2575" y="467"/>
                  </a:lnTo>
                  <a:lnTo>
                    <a:pt x="2575" y="467"/>
                  </a:lnTo>
                  <a:lnTo>
                    <a:pt x="2580" y="467"/>
                  </a:lnTo>
                  <a:lnTo>
                    <a:pt x="2580" y="470"/>
                  </a:lnTo>
                  <a:lnTo>
                    <a:pt x="2582" y="470"/>
                  </a:lnTo>
                  <a:lnTo>
                    <a:pt x="2582" y="470"/>
                  </a:lnTo>
                  <a:lnTo>
                    <a:pt x="2584" y="470"/>
                  </a:lnTo>
                  <a:lnTo>
                    <a:pt x="2584" y="470"/>
                  </a:lnTo>
                  <a:lnTo>
                    <a:pt x="2584" y="470"/>
                  </a:lnTo>
                  <a:lnTo>
                    <a:pt x="2584" y="467"/>
                  </a:lnTo>
                  <a:lnTo>
                    <a:pt x="2587" y="467"/>
                  </a:lnTo>
                  <a:lnTo>
                    <a:pt x="2587" y="470"/>
                  </a:lnTo>
                  <a:lnTo>
                    <a:pt x="2589" y="470"/>
                  </a:lnTo>
                  <a:lnTo>
                    <a:pt x="2589" y="465"/>
                  </a:lnTo>
                  <a:lnTo>
                    <a:pt x="2601" y="465"/>
                  </a:lnTo>
                  <a:lnTo>
                    <a:pt x="2601" y="467"/>
                  </a:lnTo>
                  <a:lnTo>
                    <a:pt x="2601" y="467"/>
                  </a:lnTo>
                  <a:lnTo>
                    <a:pt x="2601" y="470"/>
                  </a:lnTo>
                  <a:lnTo>
                    <a:pt x="2606" y="470"/>
                  </a:lnTo>
                  <a:lnTo>
                    <a:pt x="2606" y="470"/>
                  </a:lnTo>
                  <a:lnTo>
                    <a:pt x="2608" y="470"/>
                  </a:lnTo>
                  <a:lnTo>
                    <a:pt x="2608" y="470"/>
                  </a:lnTo>
                  <a:lnTo>
                    <a:pt x="2610" y="470"/>
                  </a:lnTo>
                  <a:lnTo>
                    <a:pt x="2610" y="470"/>
                  </a:lnTo>
                  <a:lnTo>
                    <a:pt x="2610" y="470"/>
                  </a:lnTo>
                  <a:lnTo>
                    <a:pt x="2610" y="470"/>
                  </a:lnTo>
                  <a:lnTo>
                    <a:pt x="2615" y="470"/>
                  </a:lnTo>
                  <a:lnTo>
                    <a:pt x="2615" y="467"/>
                  </a:lnTo>
                  <a:lnTo>
                    <a:pt x="2613" y="467"/>
                  </a:lnTo>
                  <a:lnTo>
                    <a:pt x="2613" y="467"/>
                  </a:lnTo>
                  <a:lnTo>
                    <a:pt x="2615" y="467"/>
                  </a:lnTo>
                  <a:lnTo>
                    <a:pt x="2615" y="465"/>
                  </a:lnTo>
                  <a:lnTo>
                    <a:pt x="2615" y="465"/>
                  </a:lnTo>
                  <a:lnTo>
                    <a:pt x="2615" y="465"/>
                  </a:lnTo>
                  <a:lnTo>
                    <a:pt x="2615" y="465"/>
                  </a:lnTo>
                  <a:lnTo>
                    <a:pt x="2615" y="465"/>
                  </a:lnTo>
                  <a:lnTo>
                    <a:pt x="2620" y="465"/>
                  </a:lnTo>
                  <a:lnTo>
                    <a:pt x="2620" y="463"/>
                  </a:lnTo>
                  <a:lnTo>
                    <a:pt x="2617" y="463"/>
                  </a:lnTo>
                  <a:lnTo>
                    <a:pt x="2617" y="460"/>
                  </a:lnTo>
                  <a:lnTo>
                    <a:pt x="2617" y="460"/>
                  </a:lnTo>
                  <a:lnTo>
                    <a:pt x="2617" y="458"/>
                  </a:lnTo>
                  <a:lnTo>
                    <a:pt x="2622" y="458"/>
                  </a:lnTo>
                  <a:lnTo>
                    <a:pt x="2622" y="458"/>
                  </a:lnTo>
                  <a:lnTo>
                    <a:pt x="2625" y="458"/>
                  </a:lnTo>
                  <a:lnTo>
                    <a:pt x="2625" y="455"/>
                  </a:lnTo>
                  <a:lnTo>
                    <a:pt x="2629" y="455"/>
                  </a:lnTo>
                  <a:lnTo>
                    <a:pt x="2629" y="458"/>
                  </a:lnTo>
                  <a:lnTo>
                    <a:pt x="2634" y="458"/>
                  </a:lnTo>
                  <a:lnTo>
                    <a:pt x="2634" y="458"/>
                  </a:lnTo>
                  <a:lnTo>
                    <a:pt x="2636" y="458"/>
                  </a:lnTo>
                  <a:lnTo>
                    <a:pt x="2636" y="460"/>
                  </a:lnTo>
                  <a:lnTo>
                    <a:pt x="2643" y="460"/>
                  </a:lnTo>
                  <a:lnTo>
                    <a:pt x="2643" y="460"/>
                  </a:lnTo>
                  <a:lnTo>
                    <a:pt x="2643" y="460"/>
                  </a:lnTo>
                  <a:lnTo>
                    <a:pt x="2643" y="463"/>
                  </a:lnTo>
                  <a:lnTo>
                    <a:pt x="2646" y="463"/>
                  </a:lnTo>
                  <a:lnTo>
                    <a:pt x="2646" y="463"/>
                  </a:lnTo>
                  <a:lnTo>
                    <a:pt x="2646" y="463"/>
                  </a:lnTo>
                  <a:lnTo>
                    <a:pt x="2646" y="465"/>
                  </a:lnTo>
                  <a:lnTo>
                    <a:pt x="2651" y="465"/>
                  </a:lnTo>
                  <a:lnTo>
                    <a:pt x="2651" y="465"/>
                  </a:lnTo>
                  <a:lnTo>
                    <a:pt x="2655" y="465"/>
                  </a:lnTo>
                  <a:lnTo>
                    <a:pt x="2655" y="463"/>
                  </a:lnTo>
                  <a:lnTo>
                    <a:pt x="2665" y="463"/>
                  </a:lnTo>
                  <a:lnTo>
                    <a:pt x="2665" y="460"/>
                  </a:lnTo>
                  <a:lnTo>
                    <a:pt x="2667" y="460"/>
                  </a:lnTo>
                  <a:lnTo>
                    <a:pt x="2667" y="463"/>
                  </a:lnTo>
                  <a:lnTo>
                    <a:pt x="2667" y="463"/>
                  </a:lnTo>
                  <a:lnTo>
                    <a:pt x="2667" y="463"/>
                  </a:lnTo>
                  <a:lnTo>
                    <a:pt x="2669" y="463"/>
                  </a:lnTo>
                  <a:lnTo>
                    <a:pt x="2669" y="465"/>
                  </a:lnTo>
                  <a:lnTo>
                    <a:pt x="2669" y="465"/>
                  </a:lnTo>
                  <a:lnTo>
                    <a:pt x="2669" y="465"/>
                  </a:lnTo>
                  <a:lnTo>
                    <a:pt x="2672" y="465"/>
                  </a:lnTo>
                  <a:lnTo>
                    <a:pt x="2672" y="465"/>
                  </a:lnTo>
                  <a:lnTo>
                    <a:pt x="2672" y="465"/>
                  </a:lnTo>
                  <a:lnTo>
                    <a:pt x="2672" y="467"/>
                  </a:lnTo>
                  <a:lnTo>
                    <a:pt x="2677" y="467"/>
                  </a:lnTo>
                  <a:lnTo>
                    <a:pt x="2677" y="470"/>
                  </a:lnTo>
                  <a:lnTo>
                    <a:pt x="2684" y="470"/>
                  </a:lnTo>
                  <a:lnTo>
                    <a:pt x="2684" y="470"/>
                  </a:lnTo>
                  <a:lnTo>
                    <a:pt x="2681" y="470"/>
                  </a:lnTo>
                  <a:lnTo>
                    <a:pt x="2681" y="472"/>
                  </a:lnTo>
                  <a:lnTo>
                    <a:pt x="2665" y="472"/>
                  </a:lnTo>
                  <a:lnTo>
                    <a:pt x="2665" y="472"/>
                  </a:lnTo>
                  <a:lnTo>
                    <a:pt x="2658" y="472"/>
                  </a:lnTo>
                  <a:lnTo>
                    <a:pt x="2658" y="474"/>
                  </a:lnTo>
                  <a:lnTo>
                    <a:pt x="2660" y="474"/>
                  </a:lnTo>
                  <a:lnTo>
                    <a:pt x="2660" y="474"/>
                  </a:lnTo>
                  <a:lnTo>
                    <a:pt x="2662" y="474"/>
                  </a:lnTo>
                  <a:lnTo>
                    <a:pt x="2662" y="477"/>
                  </a:lnTo>
                  <a:lnTo>
                    <a:pt x="2662" y="477"/>
                  </a:lnTo>
                  <a:lnTo>
                    <a:pt x="2662" y="479"/>
                  </a:lnTo>
                  <a:lnTo>
                    <a:pt x="2665" y="479"/>
                  </a:lnTo>
                  <a:lnTo>
                    <a:pt x="2665" y="482"/>
                  </a:lnTo>
                  <a:lnTo>
                    <a:pt x="2665" y="482"/>
                  </a:lnTo>
                  <a:lnTo>
                    <a:pt x="2665" y="479"/>
                  </a:lnTo>
                  <a:lnTo>
                    <a:pt x="2677" y="479"/>
                  </a:lnTo>
                  <a:lnTo>
                    <a:pt x="2677" y="479"/>
                  </a:lnTo>
                  <a:lnTo>
                    <a:pt x="2681" y="479"/>
                  </a:lnTo>
                  <a:lnTo>
                    <a:pt x="2681" y="477"/>
                  </a:lnTo>
                  <a:lnTo>
                    <a:pt x="2684" y="477"/>
                  </a:lnTo>
                  <a:lnTo>
                    <a:pt x="2684" y="474"/>
                  </a:lnTo>
                  <a:lnTo>
                    <a:pt x="2688" y="474"/>
                  </a:lnTo>
                  <a:lnTo>
                    <a:pt x="2688" y="477"/>
                  </a:lnTo>
                  <a:lnTo>
                    <a:pt x="2691" y="477"/>
                  </a:lnTo>
                  <a:lnTo>
                    <a:pt x="2691" y="477"/>
                  </a:lnTo>
                  <a:lnTo>
                    <a:pt x="2693" y="477"/>
                  </a:lnTo>
                  <a:lnTo>
                    <a:pt x="2693" y="479"/>
                  </a:lnTo>
                  <a:lnTo>
                    <a:pt x="2696" y="479"/>
                  </a:lnTo>
                  <a:lnTo>
                    <a:pt x="2696" y="477"/>
                  </a:lnTo>
                  <a:lnTo>
                    <a:pt x="2698" y="477"/>
                  </a:lnTo>
                  <a:lnTo>
                    <a:pt x="2698" y="479"/>
                  </a:lnTo>
                  <a:lnTo>
                    <a:pt x="2698" y="479"/>
                  </a:lnTo>
                  <a:lnTo>
                    <a:pt x="2698" y="474"/>
                  </a:lnTo>
                  <a:lnTo>
                    <a:pt x="2700" y="474"/>
                  </a:lnTo>
                  <a:lnTo>
                    <a:pt x="2700" y="474"/>
                  </a:lnTo>
                  <a:lnTo>
                    <a:pt x="2705" y="474"/>
                  </a:lnTo>
                  <a:lnTo>
                    <a:pt x="2705" y="474"/>
                  </a:lnTo>
                  <a:lnTo>
                    <a:pt x="2705" y="474"/>
                  </a:lnTo>
                  <a:lnTo>
                    <a:pt x="2705" y="474"/>
                  </a:lnTo>
                  <a:lnTo>
                    <a:pt x="2707" y="474"/>
                  </a:lnTo>
                  <a:lnTo>
                    <a:pt x="2707" y="474"/>
                  </a:lnTo>
                  <a:lnTo>
                    <a:pt x="2707" y="474"/>
                  </a:lnTo>
                  <a:lnTo>
                    <a:pt x="2707" y="470"/>
                  </a:lnTo>
                  <a:lnTo>
                    <a:pt x="2712" y="470"/>
                  </a:lnTo>
                  <a:lnTo>
                    <a:pt x="2712" y="472"/>
                  </a:lnTo>
                  <a:lnTo>
                    <a:pt x="2717" y="472"/>
                  </a:lnTo>
                  <a:lnTo>
                    <a:pt x="2717" y="472"/>
                  </a:lnTo>
                  <a:lnTo>
                    <a:pt x="2719" y="472"/>
                  </a:lnTo>
                  <a:lnTo>
                    <a:pt x="2719" y="474"/>
                  </a:lnTo>
                  <a:lnTo>
                    <a:pt x="2724" y="474"/>
                  </a:lnTo>
                  <a:lnTo>
                    <a:pt x="2724" y="474"/>
                  </a:lnTo>
                  <a:lnTo>
                    <a:pt x="2729" y="474"/>
                  </a:lnTo>
                  <a:lnTo>
                    <a:pt x="2729" y="472"/>
                  </a:lnTo>
                  <a:lnTo>
                    <a:pt x="2731" y="472"/>
                  </a:lnTo>
                  <a:lnTo>
                    <a:pt x="2731" y="470"/>
                  </a:lnTo>
                  <a:lnTo>
                    <a:pt x="2733" y="470"/>
                  </a:lnTo>
                  <a:lnTo>
                    <a:pt x="2733" y="472"/>
                  </a:lnTo>
                  <a:lnTo>
                    <a:pt x="2733" y="472"/>
                  </a:lnTo>
                  <a:lnTo>
                    <a:pt x="2733" y="472"/>
                  </a:lnTo>
                  <a:lnTo>
                    <a:pt x="2740" y="472"/>
                  </a:lnTo>
                  <a:lnTo>
                    <a:pt x="2740" y="472"/>
                  </a:lnTo>
                  <a:lnTo>
                    <a:pt x="2748" y="472"/>
                  </a:lnTo>
                  <a:lnTo>
                    <a:pt x="2748" y="467"/>
                  </a:lnTo>
                  <a:lnTo>
                    <a:pt x="2748" y="467"/>
                  </a:lnTo>
                  <a:lnTo>
                    <a:pt x="2748" y="465"/>
                  </a:lnTo>
                  <a:lnTo>
                    <a:pt x="2748" y="465"/>
                  </a:lnTo>
                  <a:lnTo>
                    <a:pt x="2748" y="465"/>
                  </a:lnTo>
                  <a:lnTo>
                    <a:pt x="2745" y="465"/>
                  </a:lnTo>
                  <a:lnTo>
                    <a:pt x="2745" y="465"/>
                  </a:lnTo>
                  <a:lnTo>
                    <a:pt x="2743" y="465"/>
                  </a:lnTo>
                  <a:lnTo>
                    <a:pt x="2743" y="463"/>
                  </a:lnTo>
                  <a:lnTo>
                    <a:pt x="2738" y="463"/>
                  </a:lnTo>
                  <a:lnTo>
                    <a:pt x="2738" y="463"/>
                  </a:lnTo>
                  <a:lnTo>
                    <a:pt x="2736" y="463"/>
                  </a:lnTo>
                  <a:lnTo>
                    <a:pt x="2736" y="460"/>
                  </a:lnTo>
                  <a:lnTo>
                    <a:pt x="2736" y="460"/>
                  </a:lnTo>
                  <a:lnTo>
                    <a:pt x="2736" y="463"/>
                  </a:lnTo>
                  <a:lnTo>
                    <a:pt x="2731" y="463"/>
                  </a:lnTo>
                  <a:lnTo>
                    <a:pt x="2731" y="460"/>
                  </a:lnTo>
                  <a:lnTo>
                    <a:pt x="2729" y="460"/>
                  </a:lnTo>
                  <a:lnTo>
                    <a:pt x="2729" y="460"/>
                  </a:lnTo>
                  <a:lnTo>
                    <a:pt x="2729" y="460"/>
                  </a:lnTo>
                  <a:lnTo>
                    <a:pt x="2729" y="458"/>
                  </a:lnTo>
                  <a:lnTo>
                    <a:pt x="2729" y="458"/>
                  </a:lnTo>
                  <a:lnTo>
                    <a:pt x="2729" y="455"/>
                  </a:lnTo>
                  <a:lnTo>
                    <a:pt x="2726" y="455"/>
                  </a:lnTo>
                  <a:lnTo>
                    <a:pt x="2726" y="453"/>
                  </a:lnTo>
                  <a:lnTo>
                    <a:pt x="2729" y="453"/>
                  </a:lnTo>
                  <a:lnTo>
                    <a:pt x="2729" y="455"/>
                  </a:lnTo>
                  <a:lnTo>
                    <a:pt x="2731" y="455"/>
                  </a:lnTo>
                  <a:lnTo>
                    <a:pt x="2731" y="451"/>
                  </a:lnTo>
                  <a:lnTo>
                    <a:pt x="2733" y="451"/>
                  </a:lnTo>
                  <a:lnTo>
                    <a:pt x="2733" y="448"/>
                  </a:lnTo>
                  <a:lnTo>
                    <a:pt x="2733" y="448"/>
                  </a:lnTo>
                  <a:lnTo>
                    <a:pt x="2733" y="448"/>
                  </a:lnTo>
                  <a:lnTo>
                    <a:pt x="2736" y="448"/>
                  </a:lnTo>
                  <a:lnTo>
                    <a:pt x="2736" y="446"/>
                  </a:lnTo>
                  <a:lnTo>
                    <a:pt x="2736" y="446"/>
                  </a:lnTo>
                  <a:lnTo>
                    <a:pt x="2736" y="446"/>
                  </a:lnTo>
                  <a:lnTo>
                    <a:pt x="2738" y="446"/>
                  </a:lnTo>
                  <a:lnTo>
                    <a:pt x="2738" y="446"/>
                  </a:lnTo>
                  <a:lnTo>
                    <a:pt x="2738" y="446"/>
                  </a:lnTo>
                  <a:lnTo>
                    <a:pt x="2738" y="444"/>
                  </a:lnTo>
                  <a:lnTo>
                    <a:pt x="2740" y="444"/>
                  </a:lnTo>
                  <a:lnTo>
                    <a:pt x="2740" y="444"/>
                  </a:lnTo>
                  <a:lnTo>
                    <a:pt x="2740" y="444"/>
                  </a:lnTo>
                  <a:lnTo>
                    <a:pt x="2740" y="441"/>
                  </a:lnTo>
                  <a:lnTo>
                    <a:pt x="2743" y="441"/>
                  </a:lnTo>
                  <a:lnTo>
                    <a:pt x="2743" y="441"/>
                  </a:lnTo>
                  <a:lnTo>
                    <a:pt x="2748" y="441"/>
                  </a:lnTo>
                  <a:lnTo>
                    <a:pt x="2748" y="439"/>
                  </a:lnTo>
                  <a:lnTo>
                    <a:pt x="2748" y="439"/>
                  </a:lnTo>
                  <a:lnTo>
                    <a:pt x="2748" y="439"/>
                  </a:lnTo>
                  <a:lnTo>
                    <a:pt x="2750" y="439"/>
                  </a:lnTo>
                  <a:lnTo>
                    <a:pt x="2750" y="436"/>
                  </a:lnTo>
                  <a:lnTo>
                    <a:pt x="2755" y="436"/>
                  </a:lnTo>
                  <a:lnTo>
                    <a:pt x="2755" y="436"/>
                  </a:lnTo>
                  <a:lnTo>
                    <a:pt x="2755" y="436"/>
                  </a:lnTo>
                  <a:lnTo>
                    <a:pt x="2755" y="436"/>
                  </a:lnTo>
                  <a:lnTo>
                    <a:pt x="2757" y="436"/>
                  </a:lnTo>
                  <a:lnTo>
                    <a:pt x="2757" y="434"/>
                  </a:lnTo>
                  <a:lnTo>
                    <a:pt x="2759" y="434"/>
                  </a:lnTo>
                  <a:lnTo>
                    <a:pt x="2759" y="434"/>
                  </a:lnTo>
                  <a:lnTo>
                    <a:pt x="2762" y="434"/>
                  </a:lnTo>
                  <a:lnTo>
                    <a:pt x="2762" y="432"/>
                  </a:lnTo>
                  <a:lnTo>
                    <a:pt x="2762" y="432"/>
                  </a:lnTo>
                  <a:lnTo>
                    <a:pt x="2762" y="434"/>
                  </a:lnTo>
                  <a:lnTo>
                    <a:pt x="2762" y="434"/>
                  </a:lnTo>
                  <a:lnTo>
                    <a:pt x="2762" y="432"/>
                  </a:lnTo>
                  <a:lnTo>
                    <a:pt x="2764" y="432"/>
                  </a:lnTo>
                  <a:lnTo>
                    <a:pt x="2764" y="427"/>
                  </a:lnTo>
                  <a:lnTo>
                    <a:pt x="2764" y="427"/>
                  </a:lnTo>
                  <a:lnTo>
                    <a:pt x="2764" y="427"/>
                  </a:lnTo>
                  <a:lnTo>
                    <a:pt x="2767" y="427"/>
                  </a:lnTo>
                  <a:lnTo>
                    <a:pt x="2767" y="427"/>
                  </a:lnTo>
                  <a:lnTo>
                    <a:pt x="2767" y="427"/>
                  </a:lnTo>
                  <a:lnTo>
                    <a:pt x="2767" y="425"/>
                  </a:lnTo>
                  <a:lnTo>
                    <a:pt x="2769" y="425"/>
                  </a:lnTo>
                  <a:lnTo>
                    <a:pt x="2769" y="425"/>
                  </a:lnTo>
                  <a:lnTo>
                    <a:pt x="2771" y="425"/>
                  </a:lnTo>
                  <a:lnTo>
                    <a:pt x="2771" y="422"/>
                  </a:lnTo>
                  <a:lnTo>
                    <a:pt x="2774" y="422"/>
                  </a:lnTo>
                  <a:lnTo>
                    <a:pt x="2774" y="422"/>
                  </a:lnTo>
                  <a:lnTo>
                    <a:pt x="2774" y="422"/>
                  </a:lnTo>
                  <a:lnTo>
                    <a:pt x="2774" y="420"/>
                  </a:lnTo>
                  <a:lnTo>
                    <a:pt x="2781" y="420"/>
                  </a:lnTo>
                  <a:lnTo>
                    <a:pt x="2781" y="418"/>
                  </a:lnTo>
                  <a:lnTo>
                    <a:pt x="2778" y="418"/>
                  </a:lnTo>
                  <a:lnTo>
                    <a:pt x="2778" y="415"/>
                  </a:lnTo>
                  <a:lnTo>
                    <a:pt x="2781" y="415"/>
                  </a:lnTo>
                  <a:lnTo>
                    <a:pt x="2781" y="413"/>
                  </a:lnTo>
                  <a:lnTo>
                    <a:pt x="2785" y="413"/>
                  </a:lnTo>
                  <a:lnTo>
                    <a:pt x="2785" y="410"/>
                  </a:lnTo>
                  <a:lnTo>
                    <a:pt x="2785" y="410"/>
                  </a:lnTo>
                  <a:lnTo>
                    <a:pt x="2785" y="410"/>
                  </a:lnTo>
                  <a:lnTo>
                    <a:pt x="2788" y="410"/>
                  </a:lnTo>
                  <a:lnTo>
                    <a:pt x="2788" y="408"/>
                  </a:lnTo>
                  <a:lnTo>
                    <a:pt x="2790" y="408"/>
                  </a:lnTo>
                  <a:lnTo>
                    <a:pt x="2790" y="408"/>
                  </a:lnTo>
                  <a:lnTo>
                    <a:pt x="2795" y="408"/>
                  </a:lnTo>
                  <a:lnTo>
                    <a:pt x="2795" y="406"/>
                  </a:lnTo>
                  <a:lnTo>
                    <a:pt x="2795" y="406"/>
                  </a:lnTo>
                  <a:lnTo>
                    <a:pt x="2795" y="406"/>
                  </a:lnTo>
                  <a:lnTo>
                    <a:pt x="2804" y="406"/>
                  </a:lnTo>
                  <a:lnTo>
                    <a:pt x="2804" y="406"/>
                  </a:lnTo>
                  <a:lnTo>
                    <a:pt x="2809" y="406"/>
                  </a:lnTo>
                  <a:lnTo>
                    <a:pt x="2809" y="406"/>
                  </a:lnTo>
                  <a:lnTo>
                    <a:pt x="2814" y="406"/>
                  </a:lnTo>
                  <a:lnTo>
                    <a:pt x="2814" y="406"/>
                  </a:lnTo>
                  <a:lnTo>
                    <a:pt x="2816" y="406"/>
                  </a:lnTo>
                  <a:lnTo>
                    <a:pt x="2816" y="406"/>
                  </a:lnTo>
                  <a:lnTo>
                    <a:pt x="2819" y="406"/>
                  </a:lnTo>
                  <a:lnTo>
                    <a:pt x="2819" y="406"/>
                  </a:lnTo>
                  <a:lnTo>
                    <a:pt x="2826" y="406"/>
                  </a:lnTo>
                  <a:lnTo>
                    <a:pt x="2826" y="403"/>
                  </a:lnTo>
                  <a:lnTo>
                    <a:pt x="2828" y="403"/>
                  </a:lnTo>
                  <a:lnTo>
                    <a:pt x="2828" y="403"/>
                  </a:lnTo>
                  <a:lnTo>
                    <a:pt x="2838" y="403"/>
                  </a:lnTo>
                  <a:lnTo>
                    <a:pt x="2838" y="403"/>
                  </a:lnTo>
                  <a:lnTo>
                    <a:pt x="2835" y="403"/>
                  </a:lnTo>
                  <a:lnTo>
                    <a:pt x="2835" y="406"/>
                  </a:lnTo>
                  <a:lnTo>
                    <a:pt x="2838" y="406"/>
                  </a:lnTo>
                  <a:lnTo>
                    <a:pt x="2838" y="406"/>
                  </a:lnTo>
                  <a:lnTo>
                    <a:pt x="2840" y="406"/>
                  </a:lnTo>
                  <a:lnTo>
                    <a:pt x="2840" y="408"/>
                  </a:lnTo>
                  <a:lnTo>
                    <a:pt x="2842" y="408"/>
                  </a:lnTo>
                  <a:lnTo>
                    <a:pt x="2842" y="408"/>
                  </a:lnTo>
                  <a:lnTo>
                    <a:pt x="2849" y="408"/>
                  </a:lnTo>
                  <a:lnTo>
                    <a:pt x="2849" y="406"/>
                  </a:lnTo>
                  <a:lnTo>
                    <a:pt x="2849" y="406"/>
                  </a:lnTo>
                  <a:lnTo>
                    <a:pt x="2849" y="406"/>
                  </a:lnTo>
                  <a:lnTo>
                    <a:pt x="2852" y="406"/>
                  </a:lnTo>
                  <a:lnTo>
                    <a:pt x="2852" y="406"/>
                  </a:lnTo>
                  <a:lnTo>
                    <a:pt x="2852" y="406"/>
                  </a:lnTo>
                  <a:lnTo>
                    <a:pt x="2852" y="403"/>
                  </a:lnTo>
                  <a:lnTo>
                    <a:pt x="2854" y="403"/>
                  </a:lnTo>
                  <a:lnTo>
                    <a:pt x="2854" y="403"/>
                  </a:lnTo>
                  <a:lnTo>
                    <a:pt x="2856" y="403"/>
                  </a:lnTo>
                  <a:lnTo>
                    <a:pt x="2856" y="401"/>
                  </a:lnTo>
                  <a:lnTo>
                    <a:pt x="2856" y="401"/>
                  </a:lnTo>
                  <a:lnTo>
                    <a:pt x="2856" y="403"/>
                  </a:lnTo>
                  <a:lnTo>
                    <a:pt x="2859" y="403"/>
                  </a:lnTo>
                  <a:lnTo>
                    <a:pt x="2859" y="403"/>
                  </a:lnTo>
                  <a:lnTo>
                    <a:pt x="2856" y="403"/>
                  </a:lnTo>
                  <a:lnTo>
                    <a:pt x="2856" y="406"/>
                  </a:lnTo>
                  <a:lnTo>
                    <a:pt x="2859" y="406"/>
                  </a:lnTo>
                  <a:lnTo>
                    <a:pt x="2859" y="406"/>
                  </a:lnTo>
                  <a:lnTo>
                    <a:pt x="2856" y="406"/>
                  </a:lnTo>
                  <a:lnTo>
                    <a:pt x="2856" y="406"/>
                  </a:lnTo>
                  <a:lnTo>
                    <a:pt x="2856" y="406"/>
                  </a:lnTo>
                  <a:lnTo>
                    <a:pt x="2856" y="408"/>
                  </a:lnTo>
                  <a:lnTo>
                    <a:pt x="2856" y="408"/>
                  </a:lnTo>
                  <a:lnTo>
                    <a:pt x="2856" y="408"/>
                  </a:lnTo>
                  <a:lnTo>
                    <a:pt x="2856" y="408"/>
                  </a:lnTo>
                  <a:lnTo>
                    <a:pt x="2856" y="410"/>
                  </a:lnTo>
                  <a:lnTo>
                    <a:pt x="2854" y="410"/>
                  </a:lnTo>
                  <a:lnTo>
                    <a:pt x="2854" y="413"/>
                  </a:lnTo>
                  <a:lnTo>
                    <a:pt x="2852" y="413"/>
                  </a:lnTo>
                  <a:lnTo>
                    <a:pt x="2852" y="415"/>
                  </a:lnTo>
                  <a:lnTo>
                    <a:pt x="2849" y="415"/>
                  </a:lnTo>
                  <a:lnTo>
                    <a:pt x="2849" y="415"/>
                  </a:lnTo>
                  <a:lnTo>
                    <a:pt x="2847" y="415"/>
                  </a:lnTo>
                  <a:lnTo>
                    <a:pt x="2847" y="418"/>
                  </a:lnTo>
                  <a:lnTo>
                    <a:pt x="2847" y="418"/>
                  </a:lnTo>
                  <a:lnTo>
                    <a:pt x="2847" y="418"/>
                  </a:lnTo>
                  <a:lnTo>
                    <a:pt x="2845" y="418"/>
                  </a:lnTo>
                  <a:lnTo>
                    <a:pt x="2845" y="420"/>
                  </a:lnTo>
                  <a:lnTo>
                    <a:pt x="2847" y="420"/>
                  </a:lnTo>
                  <a:lnTo>
                    <a:pt x="2847" y="418"/>
                  </a:lnTo>
                  <a:lnTo>
                    <a:pt x="2849" y="418"/>
                  </a:lnTo>
                  <a:lnTo>
                    <a:pt x="2849" y="420"/>
                  </a:lnTo>
                  <a:lnTo>
                    <a:pt x="2849" y="420"/>
                  </a:lnTo>
                  <a:lnTo>
                    <a:pt x="2849" y="422"/>
                  </a:lnTo>
                  <a:lnTo>
                    <a:pt x="2849" y="422"/>
                  </a:lnTo>
                  <a:lnTo>
                    <a:pt x="2849" y="425"/>
                  </a:lnTo>
                  <a:lnTo>
                    <a:pt x="2847" y="425"/>
                  </a:lnTo>
                  <a:lnTo>
                    <a:pt x="2847" y="425"/>
                  </a:lnTo>
                  <a:lnTo>
                    <a:pt x="2847" y="425"/>
                  </a:lnTo>
                  <a:lnTo>
                    <a:pt x="2847" y="427"/>
                  </a:lnTo>
                  <a:lnTo>
                    <a:pt x="2847" y="427"/>
                  </a:lnTo>
                  <a:lnTo>
                    <a:pt x="2847" y="427"/>
                  </a:lnTo>
                  <a:lnTo>
                    <a:pt x="2847" y="427"/>
                  </a:lnTo>
                  <a:lnTo>
                    <a:pt x="2847" y="427"/>
                  </a:lnTo>
                  <a:lnTo>
                    <a:pt x="2849" y="427"/>
                  </a:lnTo>
                  <a:lnTo>
                    <a:pt x="2849" y="427"/>
                  </a:lnTo>
                  <a:lnTo>
                    <a:pt x="2849" y="427"/>
                  </a:lnTo>
                  <a:lnTo>
                    <a:pt x="2849" y="427"/>
                  </a:lnTo>
                  <a:lnTo>
                    <a:pt x="2852" y="427"/>
                  </a:lnTo>
                  <a:lnTo>
                    <a:pt x="2852" y="425"/>
                  </a:lnTo>
                  <a:lnTo>
                    <a:pt x="2859" y="425"/>
                  </a:lnTo>
                  <a:lnTo>
                    <a:pt x="2859" y="427"/>
                  </a:lnTo>
                  <a:lnTo>
                    <a:pt x="2856" y="427"/>
                  </a:lnTo>
                  <a:lnTo>
                    <a:pt x="2856" y="427"/>
                  </a:lnTo>
                  <a:lnTo>
                    <a:pt x="2856" y="427"/>
                  </a:lnTo>
                  <a:lnTo>
                    <a:pt x="2856" y="427"/>
                  </a:lnTo>
                  <a:lnTo>
                    <a:pt x="2854" y="427"/>
                  </a:lnTo>
                  <a:lnTo>
                    <a:pt x="2854" y="429"/>
                  </a:lnTo>
                  <a:lnTo>
                    <a:pt x="2854" y="429"/>
                  </a:lnTo>
                  <a:lnTo>
                    <a:pt x="2854" y="429"/>
                  </a:lnTo>
                  <a:lnTo>
                    <a:pt x="2854" y="429"/>
                  </a:lnTo>
                  <a:lnTo>
                    <a:pt x="2854" y="432"/>
                  </a:lnTo>
                  <a:lnTo>
                    <a:pt x="2854" y="432"/>
                  </a:lnTo>
                  <a:lnTo>
                    <a:pt x="2854" y="434"/>
                  </a:lnTo>
                  <a:lnTo>
                    <a:pt x="2854" y="434"/>
                  </a:lnTo>
                  <a:lnTo>
                    <a:pt x="2854" y="436"/>
                  </a:lnTo>
                  <a:lnTo>
                    <a:pt x="2856" y="436"/>
                  </a:lnTo>
                  <a:lnTo>
                    <a:pt x="2856" y="436"/>
                  </a:lnTo>
                  <a:lnTo>
                    <a:pt x="2856" y="436"/>
                  </a:lnTo>
                  <a:lnTo>
                    <a:pt x="2856" y="434"/>
                  </a:lnTo>
                  <a:lnTo>
                    <a:pt x="2859" y="434"/>
                  </a:lnTo>
                  <a:lnTo>
                    <a:pt x="2859" y="434"/>
                  </a:lnTo>
                  <a:lnTo>
                    <a:pt x="2861" y="434"/>
                  </a:lnTo>
                  <a:lnTo>
                    <a:pt x="2861" y="432"/>
                  </a:lnTo>
                  <a:lnTo>
                    <a:pt x="2868" y="432"/>
                  </a:lnTo>
                  <a:lnTo>
                    <a:pt x="2868" y="432"/>
                  </a:lnTo>
                  <a:lnTo>
                    <a:pt x="2868" y="432"/>
                  </a:lnTo>
                  <a:lnTo>
                    <a:pt x="2868" y="429"/>
                  </a:lnTo>
                  <a:lnTo>
                    <a:pt x="2871" y="429"/>
                  </a:lnTo>
                  <a:lnTo>
                    <a:pt x="2871" y="429"/>
                  </a:lnTo>
                  <a:lnTo>
                    <a:pt x="2871" y="429"/>
                  </a:lnTo>
                  <a:lnTo>
                    <a:pt x="2871" y="427"/>
                  </a:lnTo>
                  <a:lnTo>
                    <a:pt x="2873" y="427"/>
                  </a:lnTo>
                  <a:lnTo>
                    <a:pt x="2873" y="427"/>
                  </a:lnTo>
                  <a:lnTo>
                    <a:pt x="2875" y="427"/>
                  </a:lnTo>
                  <a:lnTo>
                    <a:pt x="2875" y="427"/>
                  </a:lnTo>
                  <a:lnTo>
                    <a:pt x="2875" y="427"/>
                  </a:lnTo>
                  <a:lnTo>
                    <a:pt x="2875" y="425"/>
                  </a:lnTo>
                  <a:lnTo>
                    <a:pt x="2878" y="425"/>
                  </a:lnTo>
                  <a:lnTo>
                    <a:pt x="2878" y="425"/>
                  </a:lnTo>
                  <a:lnTo>
                    <a:pt x="2880" y="425"/>
                  </a:lnTo>
                  <a:lnTo>
                    <a:pt x="2880" y="422"/>
                  </a:lnTo>
                  <a:lnTo>
                    <a:pt x="2883" y="422"/>
                  </a:lnTo>
                  <a:lnTo>
                    <a:pt x="2883" y="420"/>
                  </a:lnTo>
                  <a:lnTo>
                    <a:pt x="2885" y="420"/>
                  </a:lnTo>
                  <a:lnTo>
                    <a:pt x="2885" y="418"/>
                  </a:lnTo>
                  <a:lnTo>
                    <a:pt x="2887" y="418"/>
                  </a:lnTo>
                  <a:lnTo>
                    <a:pt x="2887" y="418"/>
                  </a:lnTo>
                  <a:lnTo>
                    <a:pt x="2890" y="418"/>
                  </a:lnTo>
                  <a:lnTo>
                    <a:pt x="2890" y="415"/>
                  </a:lnTo>
                  <a:lnTo>
                    <a:pt x="2894" y="415"/>
                  </a:lnTo>
                  <a:lnTo>
                    <a:pt x="2894" y="415"/>
                  </a:lnTo>
                  <a:lnTo>
                    <a:pt x="2894" y="415"/>
                  </a:lnTo>
                  <a:lnTo>
                    <a:pt x="2894" y="415"/>
                  </a:lnTo>
                  <a:lnTo>
                    <a:pt x="2897" y="415"/>
                  </a:lnTo>
                  <a:lnTo>
                    <a:pt x="2897" y="413"/>
                  </a:lnTo>
                  <a:lnTo>
                    <a:pt x="2897" y="413"/>
                  </a:lnTo>
                  <a:lnTo>
                    <a:pt x="2897" y="413"/>
                  </a:lnTo>
                  <a:lnTo>
                    <a:pt x="2899" y="413"/>
                  </a:lnTo>
                  <a:lnTo>
                    <a:pt x="2899" y="410"/>
                  </a:lnTo>
                  <a:lnTo>
                    <a:pt x="2901" y="410"/>
                  </a:lnTo>
                  <a:lnTo>
                    <a:pt x="2901" y="410"/>
                  </a:lnTo>
                  <a:lnTo>
                    <a:pt x="2901" y="410"/>
                  </a:lnTo>
                  <a:lnTo>
                    <a:pt x="2901" y="408"/>
                  </a:lnTo>
                  <a:lnTo>
                    <a:pt x="2904" y="408"/>
                  </a:lnTo>
                  <a:lnTo>
                    <a:pt x="2904" y="410"/>
                  </a:lnTo>
                  <a:lnTo>
                    <a:pt x="2904" y="410"/>
                  </a:lnTo>
                  <a:lnTo>
                    <a:pt x="2904" y="410"/>
                  </a:lnTo>
                  <a:lnTo>
                    <a:pt x="2909" y="410"/>
                  </a:lnTo>
                  <a:lnTo>
                    <a:pt x="2909" y="410"/>
                  </a:lnTo>
                  <a:lnTo>
                    <a:pt x="2911" y="410"/>
                  </a:lnTo>
                  <a:lnTo>
                    <a:pt x="2911" y="408"/>
                  </a:lnTo>
                  <a:lnTo>
                    <a:pt x="2909" y="408"/>
                  </a:lnTo>
                  <a:lnTo>
                    <a:pt x="2909" y="408"/>
                  </a:lnTo>
                  <a:lnTo>
                    <a:pt x="2911" y="408"/>
                  </a:lnTo>
                  <a:lnTo>
                    <a:pt x="2911" y="408"/>
                  </a:lnTo>
                  <a:lnTo>
                    <a:pt x="2911" y="408"/>
                  </a:lnTo>
                  <a:lnTo>
                    <a:pt x="2911" y="410"/>
                  </a:lnTo>
                  <a:lnTo>
                    <a:pt x="2911" y="410"/>
                  </a:lnTo>
                  <a:lnTo>
                    <a:pt x="2911" y="410"/>
                  </a:lnTo>
                  <a:lnTo>
                    <a:pt x="2913" y="410"/>
                  </a:lnTo>
                  <a:lnTo>
                    <a:pt x="2913" y="413"/>
                  </a:lnTo>
                  <a:lnTo>
                    <a:pt x="2916" y="413"/>
                  </a:lnTo>
                  <a:lnTo>
                    <a:pt x="2916" y="415"/>
                  </a:lnTo>
                  <a:lnTo>
                    <a:pt x="2916" y="415"/>
                  </a:lnTo>
                  <a:lnTo>
                    <a:pt x="2916" y="413"/>
                  </a:lnTo>
                  <a:lnTo>
                    <a:pt x="2918" y="413"/>
                  </a:lnTo>
                  <a:lnTo>
                    <a:pt x="2918" y="410"/>
                  </a:lnTo>
                  <a:lnTo>
                    <a:pt x="2920" y="410"/>
                  </a:lnTo>
                  <a:lnTo>
                    <a:pt x="2920" y="408"/>
                  </a:lnTo>
                  <a:lnTo>
                    <a:pt x="2923" y="408"/>
                  </a:lnTo>
                  <a:lnTo>
                    <a:pt x="2923" y="406"/>
                  </a:lnTo>
                  <a:lnTo>
                    <a:pt x="2923" y="406"/>
                  </a:lnTo>
                  <a:lnTo>
                    <a:pt x="2923" y="406"/>
                  </a:lnTo>
                  <a:lnTo>
                    <a:pt x="2918" y="406"/>
                  </a:lnTo>
                  <a:lnTo>
                    <a:pt x="2918" y="406"/>
                  </a:lnTo>
                  <a:lnTo>
                    <a:pt x="2916" y="406"/>
                  </a:lnTo>
                  <a:lnTo>
                    <a:pt x="2916" y="403"/>
                  </a:lnTo>
                  <a:lnTo>
                    <a:pt x="2916" y="403"/>
                  </a:lnTo>
                  <a:lnTo>
                    <a:pt x="2916" y="401"/>
                  </a:lnTo>
                  <a:lnTo>
                    <a:pt x="2918" y="401"/>
                  </a:lnTo>
                  <a:lnTo>
                    <a:pt x="2918" y="401"/>
                  </a:lnTo>
                  <a:lnTo>
                    <a:pt x="2918" y="401"/>
                  </a:lnTo>
                  <a:lnTo>
                    <a:pt x="2918" y="399"/>
                  </a:lnTo>
                  <a:lnTo>
                    <a:pt x="2920" y="399"/>
                  </a:lnTo>
                  <a:lnTo>
                    <a:pt x="2920" y="396"/>
                  </a:lnTo>
                  <a:lnTo>
                    <a:pt x="2918" y="396"/>
                  </a:lnTo>
                  <a:lnTo>
                    <a:pt x="2918" y="396"/>
                  </a:lnTo>
                  <a:lnTo>
                    <a:pt x="2918" y="396"/>
                  </a:lnTo>
                  <a:lnTo>
                    <a:pt x="2918" y="394"/>
                  </a:lnTo>
                  <a:lnTo>
                    <a:pt x="2918" y="394"/>
                  </a:lnTo>
                  <a:lnTo>
                    <a:pt x="2918" y="394"/>
                  </a:lnTo>
                  <a:lnTo>
                    <a:pt x="2920" y="394"/>
                  </a:lnTo>
                  <a:lnTo>
                    <a:pt x="2920" y="391"/>
                  </a:lnTo>
                  <a:lnTo>
                    <a:pt x="2923" y="391"/>
                  </a:lnTo>
                  <a:lnTo>
                    <a:pt x="2923" y="389"/>
                  </a:lnTo>
                  <a:lnTo>
                    <a:pt x="2920" y="389"/>
                  </a:lnTo>
                  <a:lnTo>
                    <a:pt x="2920" y="387"/>
                  </a:lnTo>
                  <a:lnTo>
                    <a:pt x="2923" y="387"/>
                  </a:lnTo>
                  <a:lnTo>
                    <a:pt x="2923" y="387"/>
                  </a:lnTo>
                  <a:lnTo>
                    <a:pt x="2925" y="387"/>
                  </a:lnTo>
                  <a:lnTo>
                    <a:pt x="2925" y="387"/>
                  </a:lnTo>
                  <a:lnTo>
                    <a:pt x="2925" y="387"/>
                  </a:lnTo>
                  <a:lnTo>
                    <a:pt x="2925" y="387"/>
                  </a:lnTo>
                  <a:lnTo>
                    <a:pt x="2930" y="387"/>
                  </a:lnTo>
                  <a:lnTo>
                    <a:pt x="2930" y="384"/>
                  </a:lnTo>
                  <a:lnTo>
                    <a:pt x="2935" y="384"/>
                  </a:lnTo>
                  <a:lnTo>
                    <a:pt x="2935" y="387"/>
                  </a:lnTo>
                  <a:lnTo>
                    <a:pt x="2935" y="387"/>
                  </a:lnTo>
                  <a:lnTo>
                    <a:pt x="2935" y="384"/>
                  </a:lnTo>
                  <a:lnTo>
                    <a:pt x="2937" y="384"/>
                  </a:lnTo>
                  <a:lnTo>
                    <a:pt x="2937" y="384"/>
                  </a:lnTo>
                  <a:lnTo>
                    <a:pt x="2944" y="384"/>
                  </a:lnTo>
                  <a:lnTo>
                    <a:pt x="2944" y="382"/>
                  </a:lnTo>
                  <a:lnTo>
                    <a:pt x="2949" y="382"/>
                  </a:lnTo>
                  <a:lnTo>
                    <a:pt x="2949" y="384"/>
                  </a:lnTo>
                  <a:lnTo>
                    <a:pt x="2951" y="384"/>
                  </a:lnTo>
                  <a:lnTo>
                    <a:pt x="2951" y="384"/>
                  </a:lnTo>
                  <a:lnTo>
                    <a:pt x="2951" y="384"/>
                  </a:lnTo>
                  <a:lnTo>
                    <a:pt x="2951" y="387"/>
                  </a:lnTo>
                  <a:lnTo>
                    <a:pt x="2956" y="387"/>
                  </a:lnTo>
                  <a:lnTo>
                    <a:pt x="2956" y="387"/>
                  </a:lnTo>
                  <a:lnTo>
                    <a:pt x="2958" y="387"/>
                  </a:lnTo>
                  <a:lnTo>
                    <a:pt x="2958" y="387"/>
                  </a:lnTo>
                  <a:lnTo>
                    <a:pt x="2961" y="387"/>
                  </a:lnTo>
                  <a:lnTo>
                    <a:pt x="2961" y="389"/>
                  </a:lnTo>
                  <a:lnTo>
                    <a:pt x="2956" y="389"/>
                  </a:lnTo>
                  <a:lnTo>
                    <a:pt x="2956" y="387"/>
                  </a:lnTo>
                  <a:lnTo>
                    <a:pt x="2946" y="387"/>
                  </a:lnTo>
                  <a:lnTo>
                    <a:pt x="2946" y="389"/>
                  </a:lnTo>
                  <a:lnTo>
                    <a:pt x="2944" y="389"/>
                  </a:lnTo>
                  <a:lnTo>
                    <a:pt x="2944" y="389"/>
                  </a:lnTo>
                  <a:lnTo>
                    <a:pt x="2944" y="389"/>
                  </a:lnTo>
                  <a:lnTo>
                    <a:pt x="2944" y="391"/>
                  </a:lnTo>
                  <a:lnTo>
                    <a:pt x="2942" y="391"/>
                  </a:lnTo>
                  <a:lnTo>
                    <a:pt x="2942" y="391"/>
                  </a:lnTo>
                  <a:lnTo>
                    <a:pt x="2939" y="391"/>
                  </a:lnTo>
                  <a:lnTo>
                    <a:pt x="2939" y="396"/>
                  </a:lnTo>
                  <a:lnTo>
                    <a:pt x="2937" y="396"/>
                  </a:lnTo>
                  <a:lnTo>
                    <a:pt x="2937" y="399"/>
                  </a:lnTo>
                  <a:lnTo>
                    <a:pt x="2937" y="399"/>
                  </a:lnTo>
                  <a:lnTo>
                    <a:pt x="2937" y="401"/>
                  </a:lnTo>
                  <a:lnTo>
                    <a:pt x="2937" y="401"/>
                  </a:lnTo>
                  <a:lnTo>
                    <a:pt x="2937" y="403"/>
                  </a:lnTo>
                  <a:lnTo>
                    <a:pt x="2937" y="403"/>
                  </a:lnTo>
                  <a:lnTo>
                    <a:pt x="2937" y="406"/>
                  </a:lnTo>
                  <a:lnTo>
                    <a:pt x="2937" y="406"/>
                  </a:lnTo>
                  <a:lnTo>
                    <a:pt x="2937" y="408"/>
                  </a:lnTo>
                  <a:lnTo>
                    <a:pt x="2932" y="408"/>
                  </a:lnTo>
                  <a:lnTo>
                    <a:pt x="2932" y="410"/>
                  </a:lnTo>
                  <a:lnTo>
                    <a:pt x="2932" y="410"/>
                  </a:lnTo>
                  <a:lnTo>
                    <a:pt x="2932" y="413"/>
                  </a:lnTo>
                  <a:lnTo>
                    <a:pt x="2930" y="413"/>
                  </a:lnTo>
                  <a:lnTo>
                    <a:pt x="2930" y="415"/>
                  </a:lnTo>
                  <a:lnTo>
                    <a:pt x="2932" y="415"/>
                  </a:lnTo>
                  <a:lnTo>
                    <a:pt x="2932" y="415"/>
                  </a:lnTo>
                  <a:lnTo>
                    <a:pt x="2935" y="415"/>
                  </a:lnTo>
                  <a:lnTo>
                    <a:pt x="2935" y="415"/>
                  </a:lnTo>
                  <a:lnTo>
                    <a:pt x="2937" y="415"/>
                  </a:lnTo>
                  <a:lnTo>
                    <a:pt x="2937" y="415"/>
                  </a:lnTo>
                  <a:lnTo>
                    <a:pt x="2935" y="415"/>
                  </a:lnTo>
                  <a:lnTo>
                    <a:pt x="2935" y="418"/>
                  </a:lnTo>
                  <a:lnTo>
                    <a:pt x="2935" y="418"/>
                  </a:lnTo>
                  <a:lnTo>
                    <a:pt x="2935" y="420"/>
                  </a:lnTo>
                  <a:lnTo>
                    <a:pt x="2930" y="420"/>
                  </a:lnTo>
                  <a:lnTo>
                    <a:pt x="2930" y="420"/>
                  </a:lnTo>
                  <a:lnTo>
                    <a:pt x="2930" y="420"/>
                  </a:lnTo>
                  <a:lnTo>
                    <a:pt x="2930" y="422"/>
                  </a:lnTo>
                  <a:lnTo>
                    <a:pt x="2927" y="422"/>
                  </a:lnTo>
                  <a:lnTo>
                    <a:pt x="2927" y="422"/>
                  </a:lnTo>
                  <a:lnTo>
                    <a:pt x="2927" y="422"/>
                  </a:lnTo>
                  <a:lnTo>
                    <a:pt x="2927" y="425"/>
                  </a:lnTo>
                  <a:lnTo>
                    <a:pt x="2925" y="425"/>
                  </a:lnTo>
                  <a:lnTo>
                    <a:pt x="2925" y="427"/>
                  </a:lnTo>
                  <a:lnTo>
                    <a:pt x="2927" y="427"/>
                  </a:lnTo>
                  <a:lnTo>
                    <a:pt x="2927" y="427"/>
                  </a:lnTo>
                  <a:lnTo>
                    <a:pt x="2930" y="427"/>
                  </a:lnTo>
                  <a:lnTo>
                    <a:pt x="2930" y="427"/>
                  </a:lnTo>
                  <a:lnTo>
                    <a:pt x="2925" y="427"/>
                  </a:lnTo>
                  <a:lnTo>
                    <a:pt x="2925" y="429"/>
                  </a:lnTo>
                  <a:lnTo>
                    <a:pt x="2923" y="429"/>
                  </a:lnTo>
                  <a:lnTo>
                    <a:pt x="2923" y="427"/>
                  </a:lnTo>
                  <a:lnTo>
                    <a:pt x="2920" y="427"/>
                  </a:lnTo>
                  <a:lnTo>
                    <a:pt x="2920" y="429"/>
                  </a:lnTo>
                  <a:lnTo>
                    <a:pt x="2918" y="429"/>
                  </a:lnTo>
                  <a:lnTo>
                    <a:pt x="2918" y="429"/>
                  </a:lnTo>
                  <a:lnTo>
                    <a:pt x="2918" y="429"/>
                  </a:lnTo>
                  <a:lnTo>
                    <a:pt x="2918" y="432"/>
                  </a:lnTo>
                  <a:lnTo>
                    <a:pt x="2916" y="432"/>
                  </a:lnTo>
                  <a:lnTo>
                    <a:pt x="2916" y="429"/>
                  </a:lnTo>
                  <a:lnTo>
                    <a:pt x="2911" y="429"/>
                  </a:lnTo>
                  <a:lnTo>
                    <a:pt x="2911" y="432"/>
                  </a:lnTo>
                  <a:lnTo>
                    <a:pt x="2911" y="432"/>
                  </a:lnTo>
                  <a:lnTo>
                    <a:pt x="2911" y="434"/>
                  </a:lnTo>
                  <a:lnTo>
                    <a:pt x="2909" y="434"/>
                  </a:lnTo>
                  <a:lnTo>
                    <a:pt x="2909" y="434"/>
                  </a:lnTo>
                  <a:lnTo>
                    <a:pt x="2904" y="434"/>
                  </a:lnTo>
                  <a:lnTo>
                    <a:pt x="2904" y="436"/>
                  </a:lnTo>
                  <a:lnTo>
                    <a:pt x="2901" y="436"/>
                  </a:lnTo>
                  <a:lnTo>
                    <a:pt x="2901" y="436"/>
                  </a:lnTo>
                  <a:lnTo>
                    <a:pt x="2897" y="436"/>
                  </a:lnTo>
                  <a:lnTo>
                    <a:pt x="2897" y="436"/>
                  </a:lnTo>
                  <a:lnTo>
                    <a:pt x="2897" y="436"/>
                  </a:lnTo>
                  <a:lnTo>
                    <a:pt x="2897" y="436"/>
                  </a:lnTo>
                  <a:lnTo>
                    <a:pt x="2894" y="436"/>
                  </a:lnTo>
                  <a:lnTo>
                    <a:pt x="2894" y="439"/>
                  </a:lnTo>
                  <a:lnTo>
                    <a:pt x="2892" y="439"/>
                  </a:lnTo>
                  <a:lnTo>
                    <a:pt x="2892" y="441"/>
                  </a:lnTo>
                  <a:lnTo>
                    <a:pt x="2890" y="441"/>
                  </a:lnTo>
                  <a:lnTo>
                    <a:pt x="2890" y="444"/>
                  </a:lnTo>
                  <a:lnTo>
                    <a:pt x="2892" y="444"/>
                  </a:lnTo>
                  <a:lnTo>
                    <a:pt x="2892" y="446"/>
                  </a:lnTo>
                  <a:lnTo>
                    <a:pt x="2890" y="446"/>
                  </a:lnTo>
                  <a:lnTo>
                    <a:pt x="2890" y="446"/>
                  </a:lnTo>
                  <a:lnTo>
                    <a:pt x="2887" y="446"/>
                  </a:lnTo>
                  <a:lnTo>
                    <a:pt x="2887" y="446"/>
                  </a:lnTo>
                  <a:lnTo>
                    <a:pt x="2887" y="446"/>
                  </a:lnTo>
                  <a:lnTo>
                    <a:pt x="2887" y="448"/>
                  </a:lnTo>
                  <a:lnTo>
                    <a:pt x="2883" y="448"/>
                  </a:lnTo>
                  <a:lnTo>
                    <a:pt x="2883" y="448"/>
                  </a:lnTo>
                  <a:lnTo>
                    <a:pt x="2883" y="448"/>
                  </a:lnTo>
                  <a:lnTo>
                    <a:pt x="2883" y="451"/>
                  </a:lnTo>
                  <a:lnTo>
                    <a:pt x="2880" y="451"/>
                  </a:lnTo>
                  <a:lnTo>
                    <a:pt x="2880" y="451"/>
                  </a:lnTo>
                  <a:lnTo>
                    <a:pt x="2880" y="451"/>
                  </a:lnTo>
                  <a:lnTo>
                    <a:pt x="2880" y="453"/>
                  </a:lnTo>
                  <a:lnTo>
                    <a:pt x="2878" y="453"/>
                  </a:lnTo>
                  <a:lnTo>
                    <a:pt x="2878" y="453"/>
                  </a:lnTo>
                  <a:lnTo>
                    <a:pt x="2875" y="453"/>
                  </a:lnTo>
                  <a:lnTo>
                    <a:pt x="2875" y="455"/>
                  </a:lnTo>
                  <a:lnTo>
                    <a:pt x="2875" y="455"/>
                  </a:lnTo>
                  <a:lnTo>
                    <a:pt x="2875" y="455"/>
                  </a:lnTo>
                  <a:lnTo>
                    <a:pt x="2873" y="455"/>
                  </a:lnTo>
                  <a:lnTo>
                    <a:pt x="2873" y="455"/>
                  </a:lnTo>
                  <a:lnTo>
                    <a:pt x="2871" y="455"/>
                  </a:lnTo>
                  <a:lnTo>
                    <a:pt x="2871" y="458"/>
                  </a:lnTo>
                  <a:lnTo>
                    <a:pt x="2871" y="458"/>
                  </a:lnTo>
                  <a:lnTo>
                    <a:pt x="2871" y="458"/>
                  </a:lnTo>
                  <a:lnTo>
                    <a:pt x="2868" y="458"/>
                  </a:lnTo>
                  <a:lnTo>
                    <a:pt x="2868" y="460"/>
                  </a:lnTo>
                  <a:lnTo>
                    <a:pt x="2864" y="460"/>
                  </a:lnTo>
                  <a:lnTo>
                    <a:pt x="2864" y="460"/>
                  </a:lnTo>
                  <a:lnTo>
                    <a:pt x="2861" y="460"/>
                  </a:lnTo>
                  <a:lnTo>
                    <a:pt x="2861" y="463"/>
                  </a:lnTo>
                  <a:lnTo>
                    <a:pt x="2859" y="463"/>
                  </a:lnTo>
                  <a:lnTo>
                    <a:pt x="2859" y="465"/>
                  </a:lnTo>
                  <a:lnTo>
                    <a:pt x="2856" y="465"/>
                  </a:lnTo>
                  <a:lnTo>
                    <a:pt x="2856" y="465"/>
                  </a:lnTo>
                  <a:lnTo>
                    <a:pt x="2854" y="465"/>
                  </a:lnTo>
                  <a:lnTo>
                    <a:pt x="2854" y="467"/>
                  </a:lnTo>
                  <a:lnTo>
                    <a:pt x="2854" y="467"/>
                  </a:lnTo>
                  <a:lnTo>
                    <a:pt x="2854" y="467"/>
                  </a:lnTo>
                  <a:lnTo>
                    <a:pt x="2852" y="467"/>
                  </a:lnTo>
                  <a:lnTo>
                    <a:pt x="2852" y="470"/>
                  </a:lnTo>
                  <a:lnTo>
                    <a:pt x="2849" y="470"/>
                  </a:lnTo>
                  <a:lnTo>
                    <a:pt x="2849" y="470"/>
                  </a:lnTo>
                  <a:lnTo>
                    <a:pt x="2849" y="470"/>
                  </a:lnTo>
                  <a:lnTo>
                    <a:pt x="2849" y="472"/>
                  </a:lnTo>
                  <a:lnTo>
                    <a:pt x="2847" y="472"/>
                  </a:lnTo>
                  <a:lnTo>
                    <a:pt x="2847" y="474"/>
                  </a:lnTo>
                  <a:lnTo>
                    <a:pt x="2845" y="474"/>
                  </a:lnTo>
                  <a:lnTo>
                    <a:pt x="2845" y="474"/>
                  </a:lnTo>
                  <a:lnTo>
                    <a:pt x="2845" y="474"/>
                  </a:lnTo>
                  <a:lnTo>
                    <a:pt x="2845" y="477"/>
                  </a:lnTo>
                  <a:lnTo>
                    <a:pt x="2845" y="477"/>
                  </a:lnTo>
                  <a:lnTo>
                    <a:pt x="2845" y="477"/>
                  </a:lnTo>
                  <a:lnTo>
                    <a:pt x="2845" y="477"/>
                  </a:lnTo>
                  <a:lnTo>
                    <a:pt x="2845" y="479"/>
                  </a:lnTo>
                  <a:lnTo>
                    <a:pt x="2842" y="479"/>
                  </a:lnTo>
                  <a:lnTo>
                    <a:pt x="2842" y="479"/>
                  </a:lnTo>
                  <a:lnTo>
                    <a:pt x="2842" y="479"/>
                  </a:lnTo>
                  <a:lnTo>
                    <a:pt x="2842" y="482"/>
                  </a:lnTo>
                  <a:lnTo>
                    <a:pt x="2840" y="482"/>
                  </a:lnTo>
                  <a:lnTo>
                    <a:pt x="2840" y="482"/>
                  </a:lnTo>
                  <a:lnTo>
                    <a:pt x="2838" y="482"/>
                  </a:lnTo>
                  <a:lnTo>
                    <a:pt x="2838" y="484"/>
                  </a:lnTo>
                  <a:lnTo>
                    <a:pt x="2838" y="484"/>
                  </a:lnTo>
                  <a:lnTo>
                    <a:pt x="2838" y="484"/>
                  </a:lnTo>
                  <a:lnTo>
                    <a:pt x="2835" y="484"/>
                  </a:lnTo>
                  <a:lnTo>
                    <a:pt x="2835" y="486"/>
                  </a:lnTo>
                  <a:lnTo>
                    <a:pt x="2835" y="486"/>
                  </a:lnTo>
                  <a:lnTo>
                    <a:pt x="2835" y="486"/>
                  </a:lnTo>
                  <a:lnTo>
                    <a:pt x="2833" y="486"/>
                  </a:lnTo>
                  <a:lnTo>
                    <a:pt x="2833" y="486"/>
                  </a:lnTo>
                  <a:lnTo>
                    <a:pt x="2830" y="486"/>
                  </a:lnTo>
                  <a:lnTo>
                    <a:pt x="2830" y="489"/>
                  </a:lnTo>
                  <a:lnTo>
                    <a:pt x="2830" y="489"/>
                  </a:lnTo>
                  <a:lnTo>
                    <a:pt x="2830" y="489"/>
                  </a:lnTo>
                  <a:lnTo>
                    <a:pt x="2830" y="489"/>
                  </a:lnTo>
                  <a:lnTo>
                    <a:pt x="2830" y="491"/>
                  </a:lnTo>
                  <a:lnTo>
                    <a:pt x="2828" y="491"/>
                  </a:lnTo>
                  <a:lnTo>
                    <a:pt x="2828" y="491"/>
                  </a:lnTo>
                  <a:lnTo>
                    <a:pt x="2826" y="491"/>
                  </a:lnTo>
                  <a:lnTo>
                    <a:pt x="2826" y="493"/>
                  </a:lnTo>
                  <a:lnTo>
                    <a:pt x="2823" y="493"/>
                  </a:lnTo>
                  <a:lnTo>
                    <a:pt x="2823" y="493"/>
                  </a:lnTo>
                  <a:lnTo>
                    <a:pt x="2821" y="493"/>
                  </a:lnTo>
                  <a:lnTo>
                    <a:pt x="2821" y="496"/>
                  </a:lnTo>
                  <a:lnTo>
                    <a:pt x="2819" y="496"/>
                  </a:lnTo>
                  <a:lnTo>
                    <a:pt x="2819" y="496"/>
                  </a:lnTo>
                  <a:lnTo>
                    <a:pt x="2816" y="496"/>
                  </a:lnTo>
                  <a:lnTo>
                    <a:pt x="2816" y="496"/>
                  </a:lnTo>
                  <a:lnTo>
                    <a:pt x="2816" y="496"/>
                  </a:lnTo>
                  <a:lnTo>
                    <a:pt x="2816" y="498"/>
                  </a:lnTo>
                  <a:lnTo>
                    <a:pt x="2814" y="498"/>
                  </a:lnTo>
                  <a:lnTo>
                    <a:pt x="2814" y="498"/>
                  </a:lnTo>
                  <a:lnTo>
                    <a:pt x="2812" y="498"/>
                  </a:lnTo>
                  <a:lnTo>
                    <a:pt x="2812" y="500"/>
                  </a:lnTo>
                  <a:lnTo>
                    <a:pt x="2809" y="500"/>
                  </a:lnTo>
                  <a:lnTo>
                    <a:pt x="2809" y="500"/>
                  </a:lnTo>
                  <a:lnTo>
                    <a:pt x="2802" y="500"/>
                  </a:lnTo>
                  <a:lnTo>
                    <a:pt x="2802" y="500"/>
                  </a:lnTo>
                  <a:lnTo>
                    <a:pt x="2800" y="500"/>
                  </a:lnTo>
                  <a:lnTo>
                    <a:pt x="2800" y="503"/>
                  </a:lnTo>
                  <a:lnTo>
                    <a:pt x="2797" y="503"/>
                  </a:lnTo>
                  <a:lnTo>
                    <a:pt x="2797" y="505"/>
                  </a:lnTo>
                  <a:lnTo>
                    <a:pt x="2795" y="505"/>
                  </a:lnTo>
                  <a:lnTo>
                    <a:pt x="2795" y="505"/>
                  </a:lnTo>
                  <a:lnTo>
                    <a:pt x="2788" y="505"/>
                  </a:lnTo>
                  <a:lnTo>
                    <a:pt x="2788" y="505"/>
                  </a:lnTo>
                  <a:lnTo>
                    <a:pt x="2788" y="505"/>
                  </a:lnTo>
                  <a:lnTo>
                    <a:pt x="2788" y="505"/>
                  </a:lnTo>
                  <a:lnTo>
                    <a:pt x="2783" y="505"/>
                  </a:lnTo>
                  <a:lnTo>
                    <a:pt x="2783" y="505"/>
                  </a:lnTo>
                  <a:lnTo>
                    <a:pt x="2783" y="505"/>
                  </a:lnTo>
                  <a:lnTo>
                    <a:pt x="2783" y="505"/>
                  </a:lnTo>
                  <a:lnTo>
                    <a:pt x="2781" y="505"/>
                  </a:lnTo>
                  <a:lnTo>
                    <a:pt x="2781" y="508"/>
                  </a:lnTo>
                  <a:lnTo>
                    <a:pt x="2781" y="508"/>
                  </a:lnTo>
                  <a:lnTo>
                    <a:pt x="2781" y="508"/>
                  </a:lnTo>
                  <a:lnTo>
                    <a:pt x="2783" y="508"/>
                  </a:lnTo>
                  <a:lnTo>
                    <a:pt x="2783" y="510"/>
                  </a:lnTo>
                  <a:lnTo>
                    <a:pt x="2783" y="510"/>
                  </a:lnTo>
                  <a:lnTo>
                    <a:pt x="2783" y="510"/>
                  </a:lnTo>
                  <a:lnTo>
                    <a:pt x="2783" y="510"/>
                  </a:lnTo>
                  <a:lnTo>
                    <a:pt x="2783" y="512"/>
                  </a:lnTo>
                  <a:lnTo>
                    <a:pt x="2785" y="512"/>
                  </a:lnTo>
                  <a:lnTo>
                    <a:pt x="2785" y="515"/>
                  </a:lnTo>
                  <a:lnTo>
                    <a:pt x="2785" y="515"/>
                  </a:lnTo>
                  <a:lnTo>
                    <a:pt x="2785" y="515"/>
                  </a:lnTo>
                  <a:lnTo>
                    <a:pt x="2785" y="515"/>
                  </a:lnTo>
                  <a:lnTo>
                    <a:pt x="2785" y="517"/>
                  </a:lnTo>
                  <a:lnTo>
                    <a:pt x="2783" y="517"/>
                  </a:lnTo>
                  <a:lnTo>
                    <a:pt x="2783" y="517"/>
                  </a:lnTo>
                  <a:lnTo>
                    <a:pt x="2783" y="517"/>
                  </a:lnTo>
                  <a:lnTo>
                    <a:pt x="2783" y="519"/>
                  </a:lnTo>
                  <a:lnTo>
                    <a:pt x="2783" y="519"/>
                  </a:lnTo>
                  <a:lnTo>
                    <a:pt x="2783" y="519"/>
                  </a:lnTo>
                  <a:lnTo>
                    <a:pt x="2781" y="519"/>
                  </a:lnTo>
                  <a:lnTo>
                    <a:pt x="2781" y="522"/>
                  </a:lnTo>
                  <a:lnTo>
                    <a:pt x="2781" y="522"/>
                  </a:lnTo>
                  <a:lnTo>
                    <a:pt x="2781" y="522"/>
                  </a:lnTo>
                  <a:lnTo>
                    <a:pt x="2781" y="522"/>
                  </a:lnTo>
                  <a:lnTo>
                    <a:pt x="2781" y="524"/>
                  </a:lnTo>
                  <a:lnTo>
                    <a:pt x="2776" y="524"/>
                  </a:lnTo>
                  <a:lnTo>
                    <a:pt x="2776" y="522"/>
                  </a:lnTo>
                  <a:lnTo>
                    <a:pt x="2776" y="522"/>
                  </a:lnTo>
                  <a:lnTo>
                    <a:pt x="2776" y="527"/>
                  </a:lnTo>
                  <a:lnTo>
                    <a:pt x="2774" y="527"/>
                  </a:lnTo>
                  <a:lnTo>
                    <a:pt x="2774" y="527"/>
                  </a:lnTo>
                  <a:lnTo>
                    <a:pt x="2774" y="527"/>
                  </a:lnTo>
                  <a:lnTo>
                    <a:pt x="2774" y="529"/>
                  </a:lnTo>
                  <a:lnTo>
                    <a:pt x="2769" y="529"/>
                  </a:lnTo>
                  <a:lnTo>
                    <a:pt x="2769" y="529"/>
                  </a:lnTo>
                  <a:lnTo>
                    <a:pt x="2767" y="529"/>
                  </a:lnTo>
                  <a:lnTo>
                    <a:pt x="2767" y="531"/>
                  </a:lnTo>
                  <a:lnTo>
                    <a:pt x="2767" y="531"/>
                  </a:lnTo>
                  <a:lnTo>
                    <a:pt x="2767" y="531"/>
                  </a:lnTo>
                  <a:lnTo>
                    <a:pt x="2764" y="531"/>
                  </a:lnTo>
                  <a:lnTo>
                    <a:pt x="2764" y="534"/>
                  </a:lnTo>
                  <a:lnTo>
                    <a:pt x="2764" y="534"/>
                  </a:lnTo>
                  <a:lnTo>
                    <a:pt x="2764" y="534"/>
                  </a:lnTo>
                  <a:lnTo>
                    <a:pt x="2764" y="534"/>
                  </a:lnTo>
                  <a:lnTo>
                    <a:pt x="2764" y="534"/>
                  </a:lnTo>
                  <a:lnTo>
                    <a:pt x="2762" y="534"/>
                  </a:lnTo>
                  <a:lnTo>
                    <a:pt x="2762" y="538"/>
                  </a:lnTo>
                  <a:lnTo>
                    <a:pt x="2762" y="538"/>
                  </a:lnTo>
                  <a:lnTo>
                    <a:pt x="2762" y="541"/>
                  </a:lnTo>
                  <a:lnTo>
                    <a:pt x="2762" y="541"/>
                  </a:lnTo>
                  <a:lnTo>
                    <a:pt x="2762" y="543"/>
                  </a:lnTo>
                  <a:lnTo>
                    <a:pt x="2759" y="543"/>
                  </a:lnTo>
                  <a:lnTo>
                    <a:pt x="2759" y="546"/>
                  </a:lnTo>
                  <a:lnTo>
                    <a:pt x="2759" y="546"/>
                  </a:lnTo>
                  <a:lnTo>
                    <a:pt x="2759" y="548"/>
                  </a:lnTo>
                  <a:lnTo>
                    <a:pt x="2757" y="548"/>
                  </a:lnTo>
                  <a:lnTo>
                    <a:pt x="2757" y="550"/>
                  </a:lnTo>
                  <a:lnTo>
                    <a:pt x="2757" y="550"/>
                  </a:lnTo>
                  <a:lnTo>
                    <a:pt x="2757" y="550"/>
                  </a:lnTo>
                  <a:lnTo>
                    <a:pt x="2757" y="550"/>
                  </a:lnTo>
                  <a:lnTo>
                    <a:pt x="2757" y="560"/>
                  </a:lnTo>
                  <a:lnTo>
                    <a:pt x="2755" y="560"/>
                  </a:lnTo>
                  <a:lnTo>
                    <a:pt x="2755" y="564"/>
                  </a:lnTo>
                  <a:lnTo>
                    <a:pt x="2755" y="564"/>
                  </a:lnTo>
                  <a:lnTo>
                    <a:pt x="2755" y="576"/>
                  </a:lnTo>
                  <a:lnTo>
                    <a:pt x="2755" y="576"/>
                  </a:lnTo>
                  <a:lnTo>
                    <a:pt x="2755" y="583"/>
                  </a:lnTo>
                  <a:lnTo>
                    <a:pt x="2757" y="583"/>
                  </a:lnTo>
                  <a:lnTo>
                    <a:pt x="2757" y="586"/>
                  </a:lnTo>
                  <a:lnTo>
                    <a:pt x="2757" y="586"/>
                  </a:lnTo>
                  <a:lnTo>
                    <a:pt x="2757" y="591"/>
                  </a:lnTo>
                  <a:lnTo>
                    <a:pt x="2757" y="591"/>
                  </a:lnTo>
                  <a:lnTo>
                    <a:pt x="2757" y="593"/>
                  </a:lnTo>
                  <a:lnTo>
                    <a:pt x="2759" y="593"/>
                  </a:lnTo>
                  <a:lnTo>
                    <a:pt x="2759" y="598"/>
                  </a:lnTo>
                  <a:lnTo>
                    <a:pt x="2759" y="598"/>
                  </a:lnTo>
                  <a:lnTo>
                    <a:pt x="2759" y="600"/>
                  </a:lnTo>
                  <a:lnTo>
                    <a:pt x="2762" y="600"/>
                  </a:lnTo>
                  <a:lnTo>
                    <a:pt x="2762" y="602"/>
                  </a:lnTo>
                  <a:lnTo>
                    <a:pt x="2762" y="602"/>
                  </a:lnTo>
                  <a:lnTo>
                    <a:pt x="2762" y="605"/>
                  </a:lnTo>
                  <a:lnTo>
                    <a:pt x="2762" y="605"/>
                  </a:lnTo>
                  <a:lnTo>
                    <a:pt x="2762" y="609"/>
                  </a:lnTo>
                  <a:lnTo>
                    <a:pt x="2764" y="609"/>
                  </a:lnTo>
                  <a:lnTo>
                    <a:pt x="2764" y="614"/>
                  </a:lnTo>
                  <a:lnTo>
                    <a:pt x="2764" y="614"/>
                  </a:lnTo>
                  <a:lnTo>
                    <a:pt x="2764" y="619"/>
                  </a:lnTo>
                  <a:lnTo>
                    <a:pt x="2764" y="619"/>
                  </a:lnTo>
                  <a:lnTo>
                    <a:pt x="2764" y="624"/>
                  </a:lnTo>
                  <a:lnTo>
                    <a:pt x="2767" y="624"/>
                  </a:lnTo>
                  <a:lnTo>
                    <a:pt x="2767" y="631"/>
                  </a:lnTo>
                  <a:lnTo>
                    <a:pt x="2767" y="631"/>
                  </a:lnTo>
                  <a:lnTo>
                    <a:pt x="2767" y="633"/>
                  </a:lnTo>
                  <a:lnTo>
                    <a:pt x="2769" y="633"/>
                  </a:lnTo>
                  <a:lnTo>
                    <a:pt x="2769" y="636"/>
                  </a:lnTo>
                  <a:lnTo>
                    <a:pt x="2769" y="636"/>
                  </a:lnTo>
                  <a:lnTo>
                    <a:pt x="2769" y="638"/>
                  </a:lnTo>
                  <a:lnTo>
                    <a:pt x="2769" y="638"/>
                  </a:lnTo>
                  <a:lnTo>
                    <a:pt x="2769" y="640"/>
                  </a:lnTo>
                  <a:lnTo>
                    <a:pt x="2771" y="640"/>
                  </a:lnTo>
                  <a:lnTo>
                    <a:pt x="2771" y="643"/>
                  </a:lnTo>
                  <a:lnTo>
                    <a:pt x="2771" y="643"/>
                  </a:lnTo>
                  <a:lnTo>
                    <a:pt x="2771" y="643"/>
                  </a:lnTo>
                  <a:lnTo>
                    <a:pt x="2774" y="643"/>
                  </a:lnTo>
                  <a:lnTo>
                    <a:pt x="2774" y="647"/>
                  </a:lnTo>
                  <a:lnTo>
                    <a:pt x="2774" y="647"/>
                  </a:lnTo>
                  <a:lnTo>
                    <a:pt x="2774" y="650"/>
                  </a:lnTo>
                  <a:lnTo>
                    <a:pt x="2774" y="650"/>
                  </a:lnTo>
                  <a:lnTo>
                    <a:pt x="2774" y="669"/>
                  </a:lnTo>
                  <a:lnTo>
                    <a:pt x="2776" y="669"/>
                  </a:lnTo>
                  <a:lnTo>
                    <a:pt x="2776" y="673"/>
                  </a:lnTo>
                  <a:lnTo>
                    <a:pt x="2778" y="673"/>
                  </a:lnTo>
                  <a:lnTo>
                    <a:pt x="2778" y="673"/>
                  </a:lnTo>
                  <a:lnTo>
                    <a:pt x="2778" y="673"/>
                  </a:lnTo>
                  <a:lnTo>
                    <a:pt x="2778" y="676"/>
                  </a:lnTo>
                  <a:lnTo>
                    <a:pt x="2781" y="676"/>
                  </a:lnTo>
                  <a:lnTo>
                    <a:pt x="2781" y="678"/>
                  </a:lnTo>
                  <a:lnTo>
                    <a:pt x="2781" y="678"/>
                  </a:lnTo>
                  <a:lnTo>
                    <a:pt x="2781" y="681"/>
                  </a:lnTo>
                  <a:lnTo>
                    <a:pt x="2778" y="681"/>
                  </a:lnTo>
                  <a:lnTo>
                    <a:pt x="2778" y="681"/>
                  </a:lnTo>
                  <a:lnTo>
                    <a:pt x="2778" y="681"/>
                  </a:lnTo>
                  <a:lnTo>
                    <a:pt x="2778" y="683"/>
                  </a:lnTo>
                  <a:lnTo>
                    <a:pt x="2781" y="683"/>
                  </a:lnTo>
                  <a:lnTo>
                    <a:pt x="2781" y="683"/>
                  </a:lnTo>
                  <a:lnTo>
                    <a:pt x="2781" y="683"/>
                  </a:lnTo>
                  <a:lnTo>
                    <a:pt x="2781" y="681"/>
                  </a:lnTo>
                  <a:lnTo>
                    <a:pt x="2783" y="681"/>
                  </a:lnTo>
                  <a:lnTo>
                    <a:pt x="2783" y="681"/>
                  </a:lnTo>
                  <a:lnTo>
                    <a:pt x="2783" y="681"/>
                  </a:lnTo>
                  <a:lnTo>
                    <a:pt x="2783" y="678"/>
                  </a:lnTo>
                  <a:lnTo>
                    <a:pt x="2785" y="678"/>
                  </a:lnTo>
                  <a:lnTo>
                    <a:pt x="2785" y="678"/>
                  </a:lnTo>
                  <a:lnTo>
                    <a:pt x="2785" y="678"/>
                  </a:lnTo>
                  <a:lnTo>
                    <a:pt x="2785" y="676"/>
                  </a:lnTo>
                  <a:lnTo>
                    <a:pt x="2788" y="676"/>
                  </a:lnTo>
                  <a:lnTo>
                    <a:pt x="2788" y="676"/>
                  </a:lnTo>
                  <a:lnTo>
                    <a:pt x="2790" y="676"/>
                  </a:lnTo>
                  <a:lnTo>
                    <a:pt x="2790" y="673"/>
                  </a:lnTo>
                  <a:lnTo>
                    <a:pt x="2790" y="673"/>
                  </a:lnTo>
                  <a:lnTo>
                    <a:pt x="2790" y="673"/>
                  </a:lnTo>
                  <a:lnTo>
                    <a:pt x="2793" y="673"/>
                  </a:lnTo>
                  <a:lnTo>
                    <a:pt x="2793" y="671"/>
                  </a:lnTo>
                  <a:lnTo>
                    <a:pt x="2795" y="671"/>
                  </a:lnTo>
                  <a:lnTo>
                    <a:pt x="2795" y="671"/>
                  </a:lnTo>
                  <a:lnTo>
                    <a:pt x="2797" y="671"/>
                  </a:lnTo>
                  <a:lnTo>
                    <a:pt x="2797" y="669"/>
                  </a:lnTo>
                  <a:lnTo>
                    <a:pt x="2797" y="669"/>
                  </a:lnTo>
                  <a:lnTo>
                    <a:pt x="2797" y="666"/>
                  </a:lnTo>
                  <a:lnTo>
                    <a:pt x="2797" y="666"/>
                  </a:lnTo>
                  <a:lnTo>
                    <a:pt x="2797" y="666"/>
                  </a:lnTo>
                  <a:lnTo>
                    <a:pt x="2802" y="666"/>
                  </a:lnTo>
                  <a:lnTo>
                    <a:pt x="2802" y="664"/>
                  </a:lnTo>
                  <a:lnTo>
                    <a:pt x="2804" y="664"/>
                  </a:lnTo>
                  <a:lnTo>
                    <a:pt x="2804" y="664"/>
                  </a:lnTo>
                  <a:lnTo>
                    <a:pt x="2804" y="664"/>
                  </a:lnTo>
                  <a:lnTo>
                    <a:pt x="2804" y="664"/>
                  </a:lnTo>
                  <a:lnTo>
                    <a:pt x="2807" y="664"/>
                  </a:lnTo>
                  <a:lnTo>
                    <a:pt x="2807" y="662"/>
                  </a:lnTo>
                  <a:lnTo>
                    <a:pt x="2807" y="662"/>
                  </a:lnTo>
                  <a:lnTo>
                    <a:pt x="2807" y="662"/>
                  </a:lnTo>
                  <a:lnTo>
                    <a:pt x="2809" y="662"/>
                  </a:lnTo>
                  <a:lnTo>
                    <a:pt x="2809" y="659"/>
                  </a:lnTo>
                  <a:lnTo>
                    <a:pt x="2809" y="659"/>
                  </a:lnTo>
                  <a:lnTo>
                    <a:pt x="2809" y="659"/>
                  </a:lnTo>
                  <a:lnTo>
                    <a:pt x="2809" y="659"/>
                  </a:lnTo>
                  <a:lnTo>
                    <a:pt x="2809" y="657"/>
                  </a:lnTo>
                  <a:lnTo>
                    <a:pt x="2812" y="657"/>
                  </a:lnTo>
                  <a:lnTo>
                    <a:pt x="2812" y="657"/>
                  </a:lnTo>
                  <a:lnTo>
                    <a:pt x="2814" y="657"/>
                  </a:lnTo>
                  <a:lnTo>
                    <a:pt x="2814" y="655"/>
                  </a:lnTo>
                  <a:lnTo>
                    <a:pt x="2814" y="655"/>
                  </a:lnTo>
                  <a:lnTo>
                    <a:pt x="2814" y="652"/>
                  </a:lnTo>
                  <a:lnTo>
                    <a:pt x="2814" y="652"/>
                  </a:lnTo>
                  <a:lnTo>
                    <a:pt x="2814" y="652"/>
                  </a:lnTo>
                  <a:lnTo>
                    <a:pt x="2816" y="652"/>
                  </a:lnTo>
                  <a:lnTo>
                    <a:pt x="2816" y="647"/>
                  </a:lnTo>
                  <a:lnTo>
                    <a:pt x="2816" y="647"/>
                  </a:lnTo>
                  <a:lnTo>
                    <a:pt x="2816" y="647"/>
                  </a:lnTo>
                  <a:lnTo>
                    <a:pt x="2821" y="647"/>
                  </a:lnTo>
                  <a:lnTo>
                    <a:pt x="2821" y="643"/>
                  </a:lnTo>
                  <a:lnTo>
                    <a:pt x="2819" y="643"/>
                  </a:lnTo>
                  <a:lnTo>
                    <a:pt x="2819" y="638"/>
                  </a:lnTo>
                  <a:lnTo>
                    <a:pt x="2821" y="638"/>
                  </a:lnTo>
                  <a:lnTo>
                    <a:pt x="2821" y="638"/>
                  </a:lnTo>
                  <a:lnTo>
                    <a:pt x="2821" y="638"/>
                  </a:lnTo>
                  <a:lnTo>
                    <a:pt x="2821" y="636"/>
                  </a:lnTo>
                  <a:lnTo>
                    <a:pt x="2821" y="636"/>
                  </a:lnTo>
                  <a:lnTo>
                    <a:pt x="2821" y="633"/>
                  </a:lnTo>
                  <a:lnTo>
                    <a:pt x="2821" y="633"/>
                  </a:lnTo>
                  <a:lnTo>
                    <a:pt x="2821" y="631"/>
                  </a:lnTo>
                  <a:lnTo>
                    <a:pt x="2823" y="631"/>
                  </a:lnTo>
                  <a:lnTo>
                    <a:pt x="2823" y="631"/>
                  </a:lnTo>
                  <a:lnTo>
                    <a:pt x="2826" y="631"/>
                  </a:lnTo>
                  <a:lnTo>
                    <a:pt x="2826" y="628"/>
                  </a:lnTo>
                  <a:lnTo>
                    <a:pt x="2828" y="628"/>
                  </a:lnTo>
                  <a:lnTo>
                    <a:pt x="2828" y="628"/>
                  </a:lnTo>
                  <a:lnTo>
                    <a:pt x="2828" y="628"/>
                  </a:lnTo>
                  <a:lnTo>
                    <a:pt x="2828" y="626"/>
                  </a:lnTo>
                  <a:lnTo>
                    <a:pt x="2830" y="626"/>
                  </a:lnTo>
                  <a:lnTo>
                    <a:pt x="2830" y="626"/>
                  </a:lnTo>
                  <a:lnTo>
                    <a:pt x="2833" y="626"/>
                  </a:lnTo>
                  <a:lnTo>
                    <a:pt x="2833" y="624"/>
                  </a:lnTo>
                  <a:lnTo>
                    <a:pt x="2838" y="624"/>
                  </a:lnTo>
                  <a:lnTo>
                    <a:pt x="2838" y="624"/>
                  </a:lnTo>
                  <a:lnTo>
                    <a:pt x="2842" y="624"/>
                  </a:lnTo>
                  <a:lnTo>
                    <a:pt x="2842" y="624"/>
                  </a:lnTo>
                  <a:lnTo>
                    <a:pt x="2845" y="624"/>
                  </a:lnTo>
                  <a:lnTo>
                    <a:pt x="2845" y="624"/>
                  </a:lnTo>
                  <a:lnTo>
                    <a:pt x="2847" y="624"/>
                  </a:lnTo>
                  <a:lnTo>
                    <a:pt x="2847" y="624"/>
                  </a:lnTo>
                  <a:lnTo>
                    <a:pt x="2849" y="624"/>
                  </a:lnTo>
                  <a:lnTo>
                    <a:pt x="2849" y="626"/>
                  </a:lnTo>
                  <a:lnTo>
                    <a:pt x="2852" y="626"/>
                  </a:lnTo>
                  <a:lnTo>
                    <a:pt x="2852" y="624"/>
                  </a:lnTo>
                  <a:lnTo>
                    <a:pt x="2852" y="624"/>
                  </a:lnTo>
                  <a:lnTo>
                    <a:pt x="2852" y="621"/>
                  </a:lnTo>
                  <a:lnTo>
                    <a:pt x="2849" y="621"/>
                  </a:lnTo>
                  <a:lnTo>
                    <a:pt x="2849" y="619"/>
                  </a:lnTo>
                  <a:lnTo>
                    <a:pt x="2849" y="619"/>
                  </a:lnTo>
                  <a:lnTo>
                    <a:pt x="2849" y="617"/>
                  </a:lnTo>
                  <a:lnTo>
                    <a:pt x="2847" y="617"/>
                  </a:lnTo>
                  <a:lnTo>
                    <a:pt x="2847" y="617"/>
                  </a:lnTo>
                  <a:lnTo>
                    <a:pt x="2849" y="617"/>
                  </a:lnTo>
                  <a:lnTo>
                    <a:pt x="2849" y="614"/>
                  </a:lnTo>
                  <a:lnTo>
                    <a:pt x="2849" y="614"/>
                  </a:lnTo>
                  <a:lnTo>
                    <a:pt x="2849" y="612"/>
                  </a:lnTo>
                  <a:lnTo>
                    <a:pt x="2849" y="612"/>
                  </a:lnTo>
                  <a:lnTo>
                    <a:pt x="2849" y="612"/>
                  </a:lnTo>
                  <a:lnTo>
                    <a:pt x="2849" y="612"/>
                  </a:lnTo>
                  <a:lnTo>
                    <a:pt x="2849" y="609"/>
                  </a:lnTo>
                  <a:lnTo>
                    <a:pt x="2847" y="609"/>
                  </a:lnTo>
                  <a:lnTo>
                    <a:pt x="2847" y="605"/>
                  </a:lnTo>
                  <a:lnTo>
                    <a:pt x="2849" y="605"/>
                  </a:lnTo>
                  <a:lnTo>
                    <a:pt x="2849" y="605"/>
                  </a:lnTo>
                  <a:lnTo>
                    <a:pt x="2849" y="605"/>
                  </a:lnTo>
                  <a:lnTo>
                    <a:pt x="2849" y="602"/>
                  </a:lnTo>
                  <a:lnTo>
                    <a:pt x="2849" y="602"/>
                  </a:lnTo>
                  <a:lnTo>
                    <a:pt x="2849" y="600"/>
                  </a:lnTo>
                  <a:lnTo>
                    <a:pt x="2852" y="600"/>
                  </a:lnTo>
                  <a:lnTo>
                    <a:pt x="2852" y="600"/>
                  </a:lnTo>
                  <a:lnTo>
                    <a:pt x="2852" y="600"/>
                  </a:lnTo>
                  <a:lnTo>
                    <a:pt x="2852" y="598"/>
                  </a:lnTo>
                  <a:lnTo>
                    <a:pt x="2854" y="598"/>
                  </a:lnTo>
                  <a:lnTo>
                    <a:pt x="2854" y="598"/>
                  </a:lnTo>
                  <a:lnTo>
                    <a:pt x="2854" y="598"/>
                  </a:lnTo>
                  <a:lnTo>
                    <a:pt x="2854" y="595"/>
                  </a:lnTo>
                  <a:lnTo>
                    <a:pt x="2856" y="595"/>
                  </a:lnTo>
                  <a:lnTo>
                    <a:pt x="2856" y="595"/>
                  </a:lnTo>
                  <a:lnTo>
                    <a:pt x="2859" y="595"/>
                  </a:lnTo>
                  <a:lnTo>
                    <a:pt x="2859" y="593"/>
                  </a:lnTo>
                  <a:lnTo>
                    <a:pt x="2859" y="593"/>
                  </a:lnTo>
                  <a:lnTo>
                    <a:pt x="2859" y="593"/>
                  </a:lnTo>
                  <a:lnTo>
                    <a:pt x="2861" y="593"/>
                  </a:lnTo>
                  <a:lnTo>
                    <a:pt x="2861" y="593"/>
                  </a:lnTo>
                  <a:lnTo>
                    <a:pt x="2864" y="593"/>
                  </a:lnTo>
                  <a:lnTo>
                    <a:pt x="2864" y="591"/>
                  </a:lnTo>
                  <a:lnTo>
                    <a:pt x="2864" y="591"/>
                  </a:lnTo>
                  <a:lnTo>
                    <a:pt x="2864" y="591"/>
                  </a:lnTo>
                  <a:lnTo>
                    <a:pt x="2868" y="591"/>
                  </a:lnTo>
                  <a:lnTo>
                    <a:pt x="2868" y="588"/>
                  </a:lnTo>
                  <a:lnTo>
                    <a:pt x="2871" y="588"/>
                  </a:lnTo>
                  <a:lnTo>
                    <a:pt x="2871" y="588"/>
                  </a:lnTo>
                  <a:lnTo>
                    <a:pt x="2875" y="588"/>
                  </a:lnTo>
                  <a:lnTo>
                    <a:pt x="2875" y="591"/>
                  </a:lnTo>
                  <a:lnTo>
                    <a:pt x="2875" y="591"/>
                  </a:lnTo>
                  <a:lnTo>
                    <a:pt x="2875" y="591"/>
                  </a:lnTo>
                  <a:lnTo>
                    <a:pt x="2880" y="591"/>
                  </a:lnTo>
                  <a:lnTo>
                    <a:pt x="2880" y="591"/>
                  </a:lnTo>
                  <a:lnTo>
                    <a:pt x="2890" y="591"/>
                  </a:lnTo>
                  <a:lnTo>
                    <a:pt x="2890" y="588"/>
                  </a:lnTo>
                  <a:lnTo>
                    <a:pt x="2890" y="588"/>
                  </a:lnTo>
                  <a:lnTo>
                    <a:pt x="2890" y="588"/>
                  </a:lnTo>
                  <a:lnTo>
                    <a:pt x="2892" y="588"/>
                  </a:lnTo>
                  <a:lnTo>
                    <a:pt x="2892" y="586"/>
                  </a:lnTo>
                  <a:lnTo>
                    <a:pt x="2894" y="586"/>
                  </a:lnTo>
                  <a:lnTo>
                    <a:pt x="2894" y="586"/>
                  </a:lnTo>
                  <a:lnTo>
                    <a:pt x="2894" y="586"/>
                  </a:lnTo>
                  <a:lnTo>
                    <a:pt x="2894" y="583"/>
                  </a:lnTo>
                  <a:lnTo>
                    <a:pt x="2897" y="583"/>
                  </a:lnTo>
                  <a:lnTo>
                    <a:pt x="2897" y="583"/>
                  </a:lnTo>
                  <a:lnTo>
                    <a:pt x="2897" y="583"/>
                  </a:lnTo>
                  <a:lnTo>
                    <a:pt x="2897" y="583"/>
                  </a:lnTo>
                  <a:lnTo>
                    <a:pt x="2897" y="583"/>
                  </a:lnTo>
                  <a:lnTo>
                    <a:pt x="2897" y="581"/>
                  </a:lnTo>
                  <a:lnTo>
                    <a:pt x="2897" y="581"/>
                  </a:lnTo>
                  <a:lnTo>
                    <a:pt x="2897" y="581"/>
                  </a:lnTo>
                  <a:lnTo>
                    <a:pt x="2897" y="581"/>
                  </a:lnTo>
                  <a:lnTo>
                    <a:pt x="2897" y="579"/>
                  </a:lnTo>
                  <a:lnTo>
                    <a:pt x="2894" y="579"/>
                  </a:lnTo>
                  <a:lnTo>
                    <a:pt x="2894" y="579"/>
                  </a:lnTo>
                  <a:lnTo>
                    <a:pt x="2894" y="579"/>
                  </a:lnTo>
                  <a:lnTo>
                    <a:pt x="2894" y="576"/>
                  </a:lnTo>
                  <a:lnTo>
                    <a:pt x="2894" y="576"/>
                  </a:lnTo>
                  <a:lnTo>
                    <a:pt x="2894" y="576"/>
                  </a:lnTo>
                  <a:lnTo>
                    <a:pt x="2892" y="576"/>
                  </a:lnTo>
                  <a:lnTo>
                    <a:pt x="2892" y="574"/>
                  </a:lnTo>
                  <a:lnTo>
                    <a:pt x="2890" y="574"/>
                  </a:lnTo>
                  <a:lnTo>
                    <a:pt x="2890" y="574"/>
                  </a:lnTo>
                  <a:lnTo>
                    <a:pt x="2890" y="574"/>
                  </a:lnTo>
                  <a:lnTo>
                    <a:pt x="2890" y="572"/>
                  </a:lnTo>
                  <a:lnTo>
                    <a:pt x="2890" y="572"/>
                  </a:lnTo>
                  <a:lnTo>
                    <a:pt x="2890" y="569"/>
                  </a:lnTo>
                  <a:lnTo>
                    <a:pt x="2887" y="569"/>
                  </a:lnTo>
                  <a:lnTo>
                    <a:pt x="2887" y="564"/>
                  </a:lnTo>
                  <a:lnTo>
                    <a:pt x="2890" y="564"/>
                  </a:lnTo>
                  <a:lnTo>
                    <a:pt x="2890" y="562"/>
                  </a:lnTo>
                  <a:lnTo>
                    <a:pt x="2890" y="562"/>
                  </a:lnTo>
                  <a:lnTo>
                    <a:pt x="2890" y="560"/>
                  </a:lnTo>
                  <a:lnTo>
                    <a:pt x="2890" y="560"/>
                  </a:lnTo>
                  <a:lnTo>
                    <a:pt x="2890" y="560"/>
                  </a:lnTo>
                  <a:lnTo>
                    <a:pt x="2892" y="560"/>
                  </a:lnTo>
                  <a:lnTo>
                    <a:pt x="2892" y="557"/>
                  </a:lnTo>
                  <a:lnTo>
                    <a:pt x="2892" y="557"/>
                  </a:lnTo>
                  <a:lnTo>
                    <a:pt x="2892" y="555"/>
                  </a:lnTo>
                  <a:lnTo>
                    <a:pt x="2894" y="555"/>
                  </a:lnTo>
                  <a:lnTo>
                    <a:pt x="2894" y="555"/>
                  </a:lnTo>
                  <a:lnTo>
                    <a:pt x="2894" y="555"/>
                  </a:lnTo>
                  <a:lnTo>
                    <a:pt x="2894" y="553"/>
                  </a:lnTo>
                  <a:lnTo>
                    <a:pt x="2894" y="553"/>
                  </a:lnTo>
                  <a:lnTo>
                    <a:pt x="2894" y="553"/>
                  </a:lnTo>
                  <a:lnTo>
                    <a:pt x="2897" y="553"/>
                  </a:lnTo>
                  <a:lnTo>
                    <a:pt x="2897" y="550"/>
                  </a:lnTo>
                  <a:lnTo>
                    <a:pt x="2897" y="550"/>
                  </a:lnTo>
                  <a:lnTo>
                    <a:pt x="2897" y="548"/>
                  </a:lnTo>
                  <a:lnTo>
                    <a:pt x="2901" y="548"/>
                  </a:lnTo>
                  <a:lnTo>
                    <a:pt x="2901" y="548"/>
                  </a:lnTo>
                  <a:lnTo>
                    <a:pt x="2904" y="548"/>
                  </a:lnTo>
                  <a:lnTo>
                    <a:pt x="2904" y="546"/>
                  </a:lnTo>
                  <a:lnTo>
                    <a:pt x="2909" y="546"/>
                  </a:lnTo>
                  <a:lnTo>
                    <a:pt x="2909" y="548"/>
                  </a:lnTo>
                  <a:lnTo>
                    <a:pt x="2909" y="548"/>
                  </a:lnTo>
                  <a:lnTo>
                    <a:pt x="2909" y="548"/>
                  </a:lnTo>
                  <a:lnTo>
                    <a:pt x="2909" y="548"/>
                  </a:lnTo>
                  <a:lnTo>
                    <a:pt x="2909" y="550"/>
                  </a:lnTo>
                  <a:lnTo>
                    <a:pt x="2911" y="550"/>
                  </a:lnTo>
                  <a:lnTo>
                    <a:pt x="2911" y="550"/>
                  </a:lnTo>
                  <a:lnTo>
                    <a:pt x="2911" y="550"/>
                  </a:lnTo>
                  <a:lnTo>
                    <a:pt x="2911" y="553"/>
                  </a:lnTo>
                  <a:lnTo>
                    <a:pt x="2916" y="553"/>
                  </a:lnTo>
                  <a:lnTo>
                    <a:pt x="2916" y="550"/>
                  </a:lnTo>
                  <a:lnTo>
                    <a:pt x="2918" y="550"/>
                  </a:lnTo>
                  <a:lnTo>
                    <a:pt x="2918" y="550"/>
                  </a:lnTo>
                  <a:lnTo>
                    <a:pt x="2920" y="550"/>
                  </a:lnTo>
                  <a:lnTo>
                    <a:pt x="2920" y="548"/>
                  </a:lnTo>
                  <a:lnTo>
                    <a:pt x="2923" y="548"/>
                  </a:lnTo>
                  <a:lnTo>
                    <a:pt x="2923" y="548"/>
                  </a:lnTo>
                  <a:lnTo>
                    <a:pt x="2923" y="548"/>
                  </a:lnTo>
                  <a:lnTo>
                    <a:pt x="2923" y="543"/>
                  </a:lnTo>
                  <a:lnTo>
                    <a:pt x="2923" y="543"/>
                  </a:lnTo>
                  <a:lnTo>
                    <a:pt x="2923" y="541"/>
                  </a:lnTo>
                  <a:lnTo>
                    <a:pt x="2920" y="541"/>
                  </a:lnTo>
                  <a:lnTo>
                    <a:pt x="2920" y="534"/>
                  </a:lnTo>
                  <a:lnTo>
                    <a:pt x="2920" y="534"/>
                  </a:lnTo>
                  <a:lnTo>
                    <a:pt x="2920" y="531"/>
                  </a:lnTo>
                  <a:lnTo>
                    <a:pt x="2920" y="531"/>
                  </a:lnTo>
                  <a:lnTo>
                    <a:pt x="2920" y="534"/>
                  </a:lnTo>
                  <a:lnTo>
                    <a:pt x="2913" y="534"/>
                  </a:lnTo>
                  <a:lnTo>
                    <a:pt x="2913" y="534"/>
                  </a:lnTo>
                  <a:lnTo>
                    <a:pt x="2913" y="534"/>
                  </a:lnTo>
                  <a:lnTo>
                    <a:pt x="2913" y="534"/>
                  </a:lnTo>
                  <a:lnTo>
                    <a:pt x="2911" y="534"/>
                  </a:lnTo>
                  <a:lnTo>
                    <a:pt x="2911" y="527"/>
                  </a:lnTo>
                  <a:lnTo>
                    <a:pt x="2911" y="527"/>
                  </a:lnTo>
                  <a:lnTo>
                    <a:pt x="2911" y="524"/>
                  </a:lnTo>
                  <a:lnTo>
                    <a:pt x="2911" y="524"/>
                  </a:lnTo>
                  <a:lnTo>
                    <a:pt x="2911" y="522"/>
                  </a:lnTo>
                  <a:lnTo>
                    <a:pt x="2911" y="522"/>
                  </a:lnTo>
                  <a:lnTo>
                    <a:pt x="2911" y="517"/>
                  </a:lnTo>
                  <a:lnTo>
                    <a:pt x="2911" y="517"/>
                  </a:lnTo>
                  <a:lnTo>
                    <a:pt x="2911" y="517"/>
                  </a:lnTo>
                  <a:lnTo>
                    <a:pt x="2913" y="517"/>
                  </a:lnTo>
                  <a:lnTo>
                    <a:pt x="2913" y="515"/>
                  </a:lnTo>
                  <a:lnTo>
                    <a:pt x="2916" y="515"/>
                  </a:lnTo>
                  <a:lnTo>
                    <a:pt x="2916" y="515"/>
                  </a:lnTo>
                  <a:lnTo>
                    <a:pt x="2918" y="515"/>
                  </a:lnTo>
                  <a:lnTo>
                    <a:pt x="2918" y="515"/>
                  </a:lnTo>
                  <a:lnTo>
                    <a:pt x="2918" y="515"/>
                  </a:lnTo>
                  <a:lnTo>
                    <a:pt x="2918" y="512"/>
                  </a:lnTo>
                  <a:lnTo>
                    <a:pt x="2920" y="512"/>
                  </a:lnTo>
                  <a:lnTo>
                    <a:pt x="2920" y="510"/>
                  </a:lnTo>
                  <a:lnTo>
                    <a:pt x="2923" y="510"/>
                  </a:lnTo>
                  <a:lnTo>
                    <a:pt x="2923" y="508"/>
                  </a:lnTo>
                  <a:lnTo>
                    <a:pt x="2920" y="508"/>
                  </a:lnTo>
                  <a:lnTo>
                    <a:pt x="2920" y="505"/>
                  </a:lnTo>
                  <a:lnTo>
                    <a:pt x="2920" y="505"/>
                  </a:lnTo>
                  <a:lnTo>
                    <a:pt x="2920" y="505"/>
                  </a:lnTo>
                  <a:lnTo>
                    <a:pt x="2916" y="505"/>
                  </a:lnTo>
                  <a:lnTo>
                    <a:pt x="2916" y="505"/>
                  </a:lnTo>
                  <a:lnTo>
                    <a:pt x="2913" y="505"/>
                  </a:lnTo>
                  <a:lnTo>
                    <a:pt x="2913" y="503"/>
                  </a:lnTo>
                  <a:lnTo>
                    <a:pt x="2911" y="503"/>
                  </a:lnTo>
                  <a:lnTo>
                    <a:pt x="2911" y="503"/>
                  </a:lnTo>
                  <a:lnTo>
                    <a:pt x="2904" y="503"/>
                  </a:lnTo>
                  <a:lnTo>
                    <a:pt x="2904" y="503"/>
                  </a:lnTo>
                  <a:lnTo>
                    <a:pt x="2904" y="503"/>
                  </a:lnTo>
                  <a:lnTo>
                    <a:pt x="2904" y="505"/>
                  </a:lnTo>
                  <a:lnTo>
                    <a:pt x="2904" y="505"/>
                  </a:lnTo>
                  <a:lnTo>
                    <a:pt x="2904" y="505"/>
                  </a:lnTo>
                  <a:lnTo>
                    <a:pt x="2901" y="505"/>
                  </a:lnTo>
                  <a:lnTo>
                    <a:pt x="2901" y="505"/>
                  </a:lnTo>
                  <a:lnTo>
                    <a:pt x="2901" y="505"/>
                  </a:lnTo>
                  <a:lnTo>
                    <a:pt x="2901" y="505"/>
                  </a:lnTo>
                  <a:lnTo>
                    <a:pt x="2897" y="505"/>
                  </a:lnTo>
                  <a:lnTo>
                    <a:pt x="2897" y="505"/>
                  </a:lnTo>
                  <a:lnTo>
                    <a:pt x="2897" y="505"/>
                  </a:lnTo>
                  <a:lnTo>
                    <a:pt x="2897" y="503"/>
                  </a:lnTo>
                  <a:lnTo>
                    <a:pt x="2894" y="503"/>
                  </a:lnTo>
                  <a:lnTo>
                    <a:pt x="2894" y="503"/>
                  </a:lnTo>
                  <a:lnTo>
                    <a:pt x="2894" y="503"/>
                  </a:lnTo>
                  <a:lnTo>
                    <a:pt x="2894" y="496"/>
                  </a:lnTo>
                  <a:lnTo>
                    <a:pt x="2894" y="496"/>
                  </a:lnTo>
                  <a:lnTo>
                    <a:pt x="2894" y="496"/>
                  </a:lnTo>
                  <a:lnTo>
                    <a:pt x="2897" y="496"/>
                  </a:lnTo>
                  <a:lnTo>
                    <a:pt x="2897" y="493"/>
                  </a:lnTo>
                  <a:lnTo>
                    <a:pt x="2897" y="493"/>
                  </a:lnTo>
                  <a:lnTo>
                    <a:pt x="2897" y="491"/>
                  </a:lnTo>
                  <a:lnTo>
                    <a:pt x="2897" y="491"/>
                  </a:lnTo>
                  <a:lnTo>
                    <a:pt x="2897" y="491"/>
                  </a:lnTo>
                  <a:lnTo>
                    <a:pt x="2899" y="491"/>
                  </a:lnTo>
                  <a:lnTo>
                    <a:pt x="2899" y="489"/>
                  </a:lnTo>
                  <a:lnTo>
                    <a:pt x="2899" y="489"/>
                  </a:lnTo>
                  <a:lnTo>
                    <a:pt x="2899" y="489"/>
                  </a:lnTo>
                  <a:lnTo>
                    <a:pt x="2901" y="489"/>
                  </a:lnTo>
                  <a:lnTo>
                    <a:pt x="2901" y="486"/>
                  </a:lnTo>
                  <a:lnTo>
                    <a:pt x="2901" y="486"/>
                  </a:lnTo>
                  <a:lnTo>
                    <a:pt x="2901" y="486"/>
                  </a:lnTo>
                  <a:lnTo>
                    <a:pt x="2901" y="486"/>
                  </a:lnTo>
                  <a:lnTo>
                    <a:pt x="2901" y="486"/>
                  </a:lnTo>
                  <a:lnTo>
                    <a:pt x="2904" y="486"/>
                  </a:lnTo>
                  <a:lnTo>
                    <a:pt x="2904" y="484"/>
                  </a:lnTo>
                  <a:lnTo>
                    <a:pt x="2904" y="484"/>
                  </a:lnTo>
                  <a:lnTo>
                    <a:pt x="2904" y="484"/>
                  </a:lnTo>
                  <a:lnTo>
                    <a:pt x="2906" y="484"/>
                  </a:lnTo>
                  <a:lnTo>
                    <a:pt x="2906" y="482"/>
                  </a:lnTo>
                  <a:lnTo>
                    <a:pt x="2909" y="482"/>
                  </a:lnTo>
                  <a:lnTo>
                    <a:pt x="2909" y="482"/>
                  </a:lnTo>
                  <a:lnTo>
                    <a:pt x="2911" y="482"/>
                  </a:lnTo>
                  <a:lnTo>
                    <a:pt x="2911" y="479"/>
                  </a:lnTo>
                  <a:lnTo>
                    <a:pt x="2911" y="479"/>
                  </a:lnTo>
                  <a:lnTo>
                    <a:pt x="2911" y="479"/>
                  </a:lnTo>
                  <a:lnTo>
                    <a:pt x="2913" y="479"/>
                  </a:lnTo>
                  <a:lnTo>
                    <a:pt x="2913" y="477"/>
                  </a:lnTo>
                  <a:lnTo>
                    <a:pt x="2916" y="477"/>
                  </a:lnTo>
                  <a:lnTo>
                    <a:pt x="2916" y="477"/>
                  </a:lnTo>
                  <a:lnTo>
                    <a:pt x="2918" y="477"/>
                  </a:lnTo>
                  <a:lnTo>
                    <a:pt x="2918" y="474"/>
                  </a:lnTo>
                  <a:lnTo>
                    <a:pt x="2916" y="474"/>
                  </a:lnTo>
                  <a:lnTo>
                    <a:pt x="2916" y="474"/>
                  </a:lnTo>
                  <a:lnTo>
                    <a:pt x="2913" y="474"/>
                  </a:lnTo>
                  <a:lnTo>
                    <a:pt x="2913" y="472"/>
                  </a:lnTo>
                  <a:lnTo>
                    <a:pt x="2916" y="472"/>
                  </a:lnTo>
                  <a:lnTo>
                    <a:pt x="2916" y="474"/>
                  </a:lnTo>
                  <a:lnTo>
                    <a:pt x="2918" y="474"/>
                  </a:lnTo>
                  <a:lnTo>
                    <a:pt x="2918" y="474"/>
                  </a:lnTo>
                  <a:lnTo>
                    <a:pt x="2920" y="474"/>
                  </a:lnTo>
                  <a:lnTo>
                    <a:pt x="2920" y="474"/>
                  </a:lnTo>
                  <a:lnTo>
                    <a:pt x="2920" y="474"/>
                  </a:lnTo>
                  <a:lnTo>
                    <a:pt x="2920" y="472"/>
                  </a:lnTo>
                  <a:lnTo>
                    <a:pt x="2918" y="472"/>
                  </a:lnTo>
                  <a:lnTo>
                    <a:pt x="2918" y="470"/>
                  </a:lnTo>
                  <a:lnTo>
                    <a:pt x="2918" y="470"/>
                  </a:lnTo>
                  <a:lnTo>
                    <a:pt x="2918" y="470"/>
                  </a:lnTo>
                  <a:lnTo>
                    <a:pt x="2920" y="470"/>
                  </a:lnTo>
                  <a:lnTo>
                    <a:pt x="2920" y="470"/>
                  </a:lnTo>
                  <a:lnTo>
                    <a:pt x="2923" y="470"/>
                  </a:lnTo>
                  <a:lnTo>
                    <a:pt x="2923" y="470"/>
                  </a:lnTo>
                  <a:lnTo>
                    <a:pt x="2923" y="470"/>
                  </a:lnTo>
                  <a:lnTo>
                    <a:pt x="2923" y="465"/>
                  </a:lnTo>
                  <a:lnTo>
                    <a:pt x="2923" y="465"/>
                  </a:lnTo>
                  <a:lnTo>
                    <a:pt x="2923" y="465"/>
                  </a:lnTo>
                  <a:lnTo>
                    <a:pt x="2920" y="465"/>
                  </a:lnTo>
                  <a:lnTo>
                    <a:pt x="2920" y="463"/>
                  </a:lnTo>
                  <a:lnTo>
                    <a:pt x="2923" y="463"/>
                  </a:lnTo>
                  <a:lnTo>
                    <a:pt x="2923" y="460"/>
                  </a:lnTo>
                  <a:lnTo>
                    <a:pt x="2925" y="460"/>
                  </a:lnTo>
                  <a:lnTo>
                    <a:pt x="2925" y="458"/>
                  </a:lnTo>
                  <a:lnTo>
                    <a:pt x="2923" y="458"/>
                  </a:lnTo>
                  <a:lnTo>
                    <a:pt x="2923" y="455"/>
                  </a:lnTo>
                  <a:lnTo>
                    <a:pt x="2925" y="455"/>
                  </a:lnTo>
                  <a:lnTo>
                    <a:pt x="2925" y="455"/>
                  </a:lnTo>
                  <a:lnTo>
                    <a:pt x="2927" y="455"/>
                  </a:lnTo>
                  <a:lnTo>
                    <a:pt x="2927" y="453"/>
                  </a:lnTo>
                  <a:lnTo>
                    <a:pt x="2930" y="453"/>
                  </a:lnTo>
                  <a:lnTo>
                    <a:pt x="2930" y="455"/>
                  </a:lnTo>
                  <a:lnTo>
                    <a:pt x="2930" y="455"/>
                  </a:lnTo>
                  <a:lnTo>
                    <a:pt x="2930" y="453"/>
                  </a:lnTo>
                  <a:lnTo>
                    <a:pt x="2932" y="453"/>
                  </a:lnTo>
                  <a:lnTo>
                    <a:pt x="2932" y="451"/>
                  </a:lnTo>
                  <a:lnTo>
                    <a:pt x="2935" y="451"/>
                  </a:lnTo>
                  <a:lnTo>
                    <a:pt x="2935" y="451"/>
                  </a:lnTo>
                  <a:lnTo>
                    <a:pt x="2937" y="451"/>
                  </a:lnTo>
                  <a:lnTo>
                    <a:pt x="2937" y="451"/>
                  </a:lnTo>
                  <a:lnTo>
                    <a:pt x="2937" y="451"/>
                  </a:lnTo>
                  <a:lnTo>
                    <a:pt x="2937" y="453"/>
                  </a:lnTo>
                  <a:lnTo>
                    <a:pt x="2937" y="453"/>
                  </a:lnTo>
                  <a:lnTo>
                    <a:pt x="2937" y="455"/>
                  </a:lnTo>
                  <a:lnTo>
                    <a:pt x="2942" y="455"/>
                  </a:lnTo>
                  <a:lnTo>
                    <a:pt x="2942" y="453"/>
                  </a:lnTo>
                  <a:lnTo>
                    <a:pt x="2942" y="453"/>
                  </a:lnTo>
                  <a:lnTo>
                    <a:pt x="2942" y="451"/>
                  </a:lnTo>
                  <a:lnTo>
                    <a:pt x="2944" y="451"/>
                  </a:lnTo>
                  <a:lnTo>
                    <a:pt x="2944" y="448"/>
                  </a:lnTo>
                  <a:lnTo>
                    <a:pt x="2944" y="448"/>
                  </a:lnTo>
                  <a:lnTo>
                    <a:pt x="2944" y="448"/>
                  </a:lnTo>
                  <a:lnTo>
                    <a:pt x="2949" y="448"/>
                  </a:lnTo>
                  <a:lnTo>
                    <a:pt x="2949" y="448"/>
                  </a:lnTo>
                  <a:lnTo>
                    <a:pt x="2949" y="448"/>
                  </a:lnTo>
                  <a:lnTo>
                    <a:pt x="2949" y="451"/>
                  </a:lnTo>
                  <a:lnTo>
                    <a:pt x="2951" y="451"/>
                  </a:lnTo>
                  <a:lnTo>
                    <a:pt x="2951" y="453"/>
                  </a:lnTo>
                  <a:lnTo>
                    <a:pt x="2954" y="453"/>
                  </a:lnTo>
                  <a:lnTo>
                    <a:pt x="2954" y="455"/>
                  </a:lnTo>
                  <a:lnTo>
                    <a:pt x="2954" y="455"/>
                  </a:lnTo>
                  <a:lnTo>
                    <a:pt x="2954" y="455"/>
                  </a:lnTo>
                  <a:lnTo>
                    <a:pt x="2956" y="455"/>
                  </a:lnTo>
                  <a:lnTo>
                    <a:pt x="2956" y="455"/>
                  </a:lnTo>
                  <a:lnTo>
                    <a:pt x="2958" y="455"/>
                  </a:lnTo>
                  <a:lnTo>
                    <a:pt x="2958" y="455"/>
                  </a:lnTo>
                  <a:lnTo>
                    <a:pt x="2961" y="455"/>
                  </a:lnTo>
                  <a:lnTo>
                    <a:pt x="2961" y="453"/>
                  </a:lnTo>
                  <a:lnTo>
                    <a:pt x="2961" y="453"/>
                  </a:lnTo>
                  <a:lnTo>
                    <a:pt x="2961" y="453"/>
                  </a:lnTo>
                  <a:lnTo>
                    <a:pt x="2963" y="453"/>
                  </a:lnTo>
                  <a:lnTo>
                    <a:pt x="2963" y="451"/>
                  </a:lnTo>
                  <a:lnTo>
                    <a:pt x="2963" y="451"/>
                  </a:lnTo>
                  <a:lnTo>
                    <a:pt x="2963" y="448"/>
                  </a:lnTo>
                  <a:lnTo>
                    <a:pt x="2963" y="448"/>
                  </a:lnTo>
                  <a:lnTo>
                    <a:pt x="2963" y="448"/>
                  </a:lnTo>
                  <a:lnTo>
                    <a:pt x="2965" y="448"/>
                  </a:lnTo>
                  <a:lnTo>
                    <a:pt x="2965" y="446"/>
                  </a:lnTo>
                  <a:lnTo>
                    <a:pt x="2968" y="446"/>
                  </a:lnTo>
                  <a:lnTo>
                    <a:pt x="2968" y="446"/>
                  </a:lnTo>
                  <a:lnTo>
                    <a:pt x="2970" y="446"/>
                  </a:lnTo>
                  <a:lnTo>
                    <a:pt x="2970" y="446"/>
                  </a:lnTo>
                  <a:lnTo>
                    <a:pt x="2972" y="446"/>
                  </a:lnTo>
                  <a:lnTo>
                    <a:pt x="2972" y="444"/>
                  </a:lnTo>
                  <a:lnTo>
                    <a:pt x="2975" y="444"/>
                  </a:lnTo>
                  <a:lnTo>
                    <a:pt x="2975" y="444"/>
                  </a:lnTo>
                  <a:lnTo>
                    <a:pt x="2977" y="444"/>
                  </a:lnTo>
                  <a:lnTo>
                    <a:pt x="2977" y="441"/>
                  </a:lnTo>
                  <a:lnTo>
                    <a:pt x="2980" y="441"/>
                  </a:lnTo>
                  <a:lnTo>
                    <a:pt x="2980" y="441"/>
                  </a:lnTo>
                  <a:lnTo>
                    <a:pt x="2982" y="441"/>
                  </a:lnTo>
                  <a:lnTo>
                    <a:pt x="2982" y="439"/>
                  </a:lnTo>
                  <a:lnTo>
                    <a:pt x="2984" y="439"/>
                  </a:lnTo>
                  <a:lnTo>
                    <a:pt x="2984" y="441"/>
                  </a:lnTo>
                  <a:lnTo>
                    <a:pt x="2984" y="441"/>
                  </a:lnTo>
                  <a:lnTo>
                    <a:pt x="2984" y="441"/>
                  </a:lnTo>
                  <a:lnTo>
                    <a:pt x="2984" y="441"/>
                  </a:lnTo>
                  <a:lnTo>
                    <a:pt x="2984" y="446"/>
                  </a:lnTo>
                  <a:lnTo>
                    <a:pt x="2982" y="446"/>
                  </a:lnTo>
                  <a:lnTo>
                    <a:pt x="2982" y="448"/>
                  </a:lnTo>
                  <a:lnTo>
                    <a:pt x="2982" y="448"/>
                  </a:lnTo>
                  <a:lnTo>
                    <a:pt x="2982" y="451"/>
                  </a:lnTo>
                  <a:lnTo>
                    <a:pt x="2982" y="451"/>
                  </a:lnTo>
                  <a:lnTo>
                    <a:pt x="2982" y="455"/>
                  </a:lnTo>
                  <a:lnTo>
                    <a:pt x="2987" y="455"/>
                  </a:lnTo>
                  <a:lnTo>
                    <a:pt x="2987" y="455"/>
                  </a:lnTo>
                  <a:lnTo>
                    <a:pt x="2987" y="455"/>
                  </a:lnTo>
                  <a:lnTo>
                    <a:pt x="2987" y="453"/>
                  </a:lnTo>
                  <a:lnTo>
                    <a:pt x="2989" y="453"/>
                  </a:lnTo>
                  <a:lnTo>
                    <a:pt x="2989" y="453"/>
                  </a:lnTo>
                  <a:lnTo>
                    <a:pt x="2989" y="453"/>
                  </a:lnTo>
                  <a:lnTo>
                    <a:pt x="2989" y="451"/>
                  </a:lnTo>
                  <a:lnTo>
                    <a:pt x="2991" y="451"/>
                  </a:lnTo>
                  <a:lnTo>
                    <a:pt x="2991" y="451"/>
                  </a:lnTo>
                  <a:lnTo>
                    <a:pt x="2994" y="451"/>
                  </a:lnTo>
                  <a:lnTo>
                    <a:pt x="2994" y="448"/>
                  </a:lnTo>
                  <a:lnTo>
                    <a:pt x="2994" y="448"/>
                  </a:lnTo>
                  <a:lnTo>
                    <a:pt x="2994" y="448"/>
                  </a:lnTo>
                  <a:lnTo>
                    <a:pt x="2996" y="448"/>
                  </a:lnTo>
                  <a:lnTo>
                    <a:pt x="2996" y="446"/>
                  </a:lnTo>
                  <a:lnTo>
                    <a:pt x="2998" y="446"/>
                  </a:lnTo>
                  <a:lnTo>
                    <a:pt x="2998" y="446"/>
                  </a:lnTo>
                  <a:lnTo>
                    <a:pt x="2998" y="446"/>
                  </a:lnTo>
                  <a:lnTo>
                    <a:pt x="2998" y="444"/>
                  </a:lnTo>
                  <a:lnTo>
                    <a:pt x="3001" y="444"/>
                  </a:lnTo>
                  <a:lnTo>
                    <a:pt x="3001" y="444"/>
                  </a:lnTo>
                  <a:lnTo>
                    <a:pt x="3003" y="444"/>
                  </a:lnTo>
                  <a:lnTo>
                    <a:pt x="3003" y="441"/>
                  </a:lnTo>
                  <a:lnTo>
                    <a:pt x="3008" y="441"/>
                  </a:lnTo>
                  <a:lnTo>
                    <a:pt x="3008" y="441"/>
                  </a:lnTo>
                  <a:lnTo>
                    <a:pt x="3010" y="441"/>
                  </a:lnTo>
                  <a:lnTo>
                    <a:pt x="3010" y="439"/>
                  </a:lnTo>
                  <a:lnTo>
                    <a:pt x="3015" y="439"/>
                  </a:lnTo>
                  <a:lnTo>
                    <a:pt x="3015" y="439"/>
                  </a:lnTo>
                  <a:lnTo>
                    <a:pt x="3017" y="439"/>
                  </a:lnTo>
                  <a:lnTo>
                    <a:pt x="3017" y="436"/>
                  </a:lnTo>
                  <a:lnTo>
                    <a:pt x="3022" y="436"/>
                  </a:lnTo>
                  <a:lnTo>
                    <a:pt x="3022" y="436"/>
                  </a:lnTo>
                  <a:lnTo>
                    <a:pt x="3027" y="436"/>
                  </a:lnTo>
                  <a:lnTo>
                    <a:pt x="3027" y="436"/>
                  </a:lnTo>
                  <a:lnTo>
                    <a:pt x="3034" y="436"/>
                  </a:lnTo>
                  <a:lnTo>
                    <a:pt x="3034" y="436"/>
                  </a:lnTo>
                  <a:lnTo>
                    <a:pt x="3048" y="436"/>
                  </a:lnTo>
                  <a:lnTo>
                    <a:pt x="3048" y="436"/>
                  </a:lnTo>
                  <a:lnTo>
                    <a:pt x="3053" y="436"/>
                  </a:lnTo>
                  <a:lnTo>
                    <a:pt x="3053" y="439"/>
                  </a:lnTo>
                  <a:lnTo>
                    <a:pt x="3055" y="439"/>
                  </a:lnTo>
                  <a:lnTo>
                    <a:pt x="3055" y="439"/>
                  </a:lnTo>
                  <a:lnTo>
                    <a:pt x="3058" y="439"/>
                  </a:lnTo>
                  <a:lnTo>
                    <a:pt x="3058" y="441"/>
                  </a:lnTo>
                  <a:lnTo>
                    <a:pt x="3060" y="441"/>
                  </a:lnTo>
                  <a:lnTo>
                    <a:pt x="3060" y="444"/>
                  </a:lnTo>
                  <a:lnTo>
                    <a:pt x="3060" y="444"/>
                  </a:lnTo>
                  <a:lnTo>
                    <a:pt x="3060" y="444"/>
                  </a:lnTo>
                  <a:lnTo>
                    <a:pt x="3062" y="444"/>
                  </a:lnTo>
                  <a:lnTo>
                    <a:pt x="3062" y="446"/>
                  </a:lnTo>
                  <a:lnTo>
                    <a:pt x="3062" y="446"/>
                  </a:lnTo>
                  <a:lnTo>
                    <a:pt x="3062" y="446"/>
                  </a:lnTo>
                  <a:lnTo>
                    <a:pt x="3062" y="446"/>
                  </a:lnTo>
                  <a:lnTo>
                    <a:pt x="3062" y="448"/>
                  </a:lnTo>
                  <a:lnTo>
                    <a:pt x="3067" y="448"/>
                  </a:lnTo>
                  <a:lnTo>
                    <a:pt x="3067" y="451"/>
                  </a:lnTo>
                  <a:lnTo>
                    <a:pt x="3067" y="451"/>
                  </a:lnTo>
                  <a:lnTo>
                    <a:pt x="3067" y="451"/>
                  </a:lnTo>
                  <a:lnTo>
                    <a:pt x="3069" y="451"/>
                  </a:lnTo>
                  <a:lnTo>
                    <a:pt x="3069" y="453"/>
                  </a:lnTo>
                  <a:lnTo>
                    <a:pt x="3074" y="453"/>
                  </a:lnTo>
                  <a:lnTo>
                    <a:pt x="3074" y="448"/>
                  </a:lnTo>
                  <a:lnTo>
                    <a:pt x="3077" y="448"/>
                  </a:lnTo>
                  <a:lnTo>
                    <a:pt x="3077" y="446"/>
                  </a:lnTo>
                  <a:lnTo>
                    <a:pt x="3077" y="446"/>
                  </a:lnTo>
                  <a:lnTo>
                    <a:pt x="3077" y="444"/>
                  </a:lnTo>
                  <a:lnTo>
                    <a:pt x="3079" y="444"/>
                  </a:lnTo>
                  <a:lnTo>
                    <a:pt x="3079" y="444"/>
                  </a:lnTo>
                  <a:lnTo>
                    <a:pt x="3081" y="444"/>
                  </a:lnTo>
                  <a:lnTo>
                    <a:pt x="3081" y="441"/>
                  </a:lnTo>
                  <a:lnTo>
                    <a:pt x="3081" y="441"/>
                  </a:lnTo>
                  <a:lnTo>
                    <a:pt x="3081" y="439"/>
                  </a:lnTo>
                  <a:lnTo>
                    <a:pt x="3084" y="439"/>
                  </a:lnTo>
                  <a:lnTo>
                    <a:pt x="3084" y="439"/>
                  </a:lnTo>
                  <a:lnTo>
                    <a:pt x="3086" y="439"/>
                  </a:lnTo>
                  <a:lnTo>
                    <a:pt x="3086" y="436"/>
                  </a:lnTo>
                  <a:lnTo>
                    <a:pt x="3088" y="436"/>
                  </a:lnTo>
                  <a:lnTo>
                    <a:pt x="3088" y="436"/>
                  </a:lnTo>
                  <a:lnTo>
                    <a:pt x="3093" y="436"/>
                  </a:lnTo>
                  <a:lnTo>
                    <a:pt x="3093" y="436"/>
                  </a:lnTo>
                  <a:lnTo>
                    <a:pt x="3096" y="436"/>
                  </a:lnTo>
                  <a:lnTo>
                    <a:pt x="3096" y="434"/>
                  </a:lnTo>
                  <a:lnTo>
                    <a:pt x="3096" y="434"/>
                  </a:lnTo>
                  <a:lnTo>
                    <a:pt x="3096" y="434"/>
                  </a:lnTo>
                  <a:lnTo>
                    <a:pt x="3098" y="434"/>
                  </a:lnTo>
                  <a:lnTo>
                    <a:pt x="3098" y="432"/>
                  </a:lnTo>
                  <a:lnTo>
                    <a:pt x="3100" y="432"/>
                  </a:lnTo>
                  <a:lnTo>
                    <a:pt x="3100" y="429"/>
                  </a:lnTo>
                  <a:lnTo>
                    <a:pt x="3103" y="429"/>
                  </a:lnTo>
                  <a:lnTo>
                    <a:pt x="3103" y="429"/>
                  </a:lnTo>
                  <a:lnTo>
                    <a:pt x="3103" y="429"/>
                  </a:lnTo>
                  <a:lnTo>
                    <a:pt x="3103" y="429"/>
                  </a:lnTo>
                  <a:lnTo>
                    <a:pt x="3107" y="429"/>
                  </a:lnTo>
                  <a:lnTo>
                    <a:pt x="3107" y="429"/>
                  </a:lnTo>
                  <a:lnTo>
                    <a:pt x="3110" y="429"/>
                  </a:lnTo>
                  <a:lnTo>
                    <a:pt x="3110" y="427"/>
                  </a:lnTo>
                  <a:lnTo>
                    <a:pt x="3112" y="427"/>
                  </a:lnTo>
                  <a:lnTo>
                    <a:pt x="3112" y="427"/>
                  </a:lnTo>
                  <a:lnTo>
                    <a:pt x="3114" y="427"/>
                  </a:lnTo>
                  <a:lnTo>
                    <a:pt x="3114" y="425"/>
                  </a:lnTo>
                  <a:lnTo>
                    <a:pt x="3119" y="425"/>
                  </a:lnTo>
                  <a:lnTo>
                    <a:pt x="3119" y="422"/>
                  </a:lnTo>
                  <a:lnTo>
                    <a:pt x="3117" y="422"/>
                  </a:lnTo>
                  <a:lnTo>
                    <a:pt x="3117" y="420"/>
                  </a:lnTo>
                  <a:lnTo>
                    <a:pt x="3119" y="420"/>
                  </a:lnTo>
                  <a:lnTo>
                    <a:pt x="3119" y="422"/>
                  </a:lnTo>
                  <a:lnTo>
                    <a:pt x="3122" y="422"/>
                  </a:lnTo>
                  <a:lnTo>
                    <a:pt x="3122" y="420"/>
                  </a:lnTo>
                  <a:lnTo>
                    <a:pt x="3124" y="420"/>
                  </a:lnTo>
                  <a:lnTo>
                    <a:pt x="3124" y="420"/>
                  </a:lnTo>
                  <a:lnTo>
                    <a:pt x="3124" y="420"/>
                  </a:lnTo>
                  <a:lnTo>
                    <a:pt x="3124" y="418"/>
                  </a:lnTo>
                  <a:lnTo>
                    <a:pt x="3129" y="418"/>
                  </a:lnTo>
                  <a:lnTo>
                    <a:pt x="3129" y="415"/>
                  </a:lnTo>
                  <a:lnTo>
                    <a:pt x="3129" y="415"/>
                  </a:lnTo>
                  <a:lnTo>
                    <a:pt x="3129" y="415"/>
                  </a:lnTo>
                  <a:lnTo>
                    <a:pt x="3126" y="415"/>
                  </a:lnTo>
                  <a:lnTo>
                    <a:pt x="3126" y="415"/>
                  </a:lnTo>
                  <a:lnTo>
                    <a:pt x="3126" y="415"/>
                  </a:lnTo>
                  <a:lnTo>
                    <a:pt x="3126" y="413"/>
                  </a:lnTo>
                  <a:lnTo>
                    <a:pt x="3129" y="413"/>
                  </a:lnTo>
                  <a:lnTo>
                    <a:pt x="3129" y="415"/>
                  </a:lnTo>
                  <a:lnTo>
                    <a:pt x="3129" y="415"/>
                  </a:lnTo>
                  <a:lnTo>
                    <a:pt x="3129" y="415"/>
                  </a:lnTo>
                  <a:lnTo>
                    <a:pt x="3136" y="415"/>
                  </a:lnTo>
                  <a:lnTo>
                    <a:pt x="3136" y="415"/>
                  </a:lnTo>
                  <a:lnTo>
                    <a:pt x="3136" y="415"/>
                  </a:lnTo>
                  <a:lnTo>
                    <a:pt x="3136" y="413"/>
                  </a:lnTo>
                  <a:lnTo>
                    <a:pt x="3141" y="413"/>
                  </a:lnTo>
                  <a:lnTo>
                    <a:pt x="3141" y="410"/>
                  </a:lnTo>
                  <a:lnTo>
                    <a:pt x="3141" y="410"/>
                  </a:lnTo>
                  <a:lnTo>
                    <a:pt x="3141" y="406"/>
                  </a:lnTo>
                  <a:lnTo>
                    <a:pt x="3145" y="406"/>
                  </a:lnTo>
                  <a:lnTo>
                    <a:pt x="3145" y="408"/>
                  </a:lnTo>
                  <a:lnTo>
                    <a:pt x="3148" y="408"/>
                  </a:lnTo>
                  <a:lnTo>
                    <a:pt x="3148" y="408"/>
                  </a:lnTo>
                  <a:lnTo>
                    <a:pt x="3150" y="408"/>
                  </a:lnTo>
                  <a:lnTo>
                    <a:pt x="3150" y="408"/>
                  </a:lnTo>
                  <a:lnTo>
                    <a:pt x="3152" y="408"/>
                  </a:lnTo>
                  <a:lnTo>
                    <a:pt x="3152" y="406"/>
                  </a:lnTo>
                  <a:lnTo>
                    <a:pt x="3152" y="406"/>
                  </a:lnTo>
                  <a:lnTo>
                    <a:pt x="3152" y="406"/>
                  </a:lnTo>
                  <a:lnTo>
                    <a:pt x="3155" y="406"/>
                  </a:lnTo>
                  <a:lnTo>
                    <a:pt x="3155" y="406"/>
                  </a:lnTo>
                  <a:lnTo>
                    <a:pt x="3167" y="406"/>
                  </a:lnTo>
                  <a:lnTo>
                    <a:pt x="3167" y="403"/>
                  </a:lnTo>
                  <a:lnTo>
                    <a:pt x="3167" y="403"/>
                  </a:lnTo>
                  <a:lnTo>
                    <a:pt x="3167" y="403"/>
                  </a:lnTo>
                  <a:lnTo>
                    <a:pt x="3169" y="403"/>
                  </a:lnTo>
                  <a:lnTo>
                    <a:pt x="3169" y="401"/>
                  </a:lnTo>
                  <a:lnTo>
                    <a:pt x="3174" y="401"/>
                  </a:lnTo>
                  <a:lnTo>
                    <a:pt x="3174" y="401"/>
                  </a:lnTo>
                  <a:lnTo>
                    <a:pt x="3176" y="401"/>
                  </a:lnTo>
                  <a:lnTo>
                    <a:pt x="3176" y="399"/>
                  </a:lnTo>
                  <a:lnTo>
                    <a:pt x="3181" y="399"/>
                  </a:lnTo>
                  <a:lnTo>
                    <a:pt x="3181" y="399"/>
                  </a:lnTo>
                  <a:lnTo>
                    <a:pt x="3181" y="399"/>
                  </a:lnTo>
                  <a:lnTo>
                    <a:pt x="3181" y="396"/>
                  </a:lnTo>
                  <a:lnTo>
                    <a:pt x="3183" y="396"/>
                  </a:lnTo>
                  <a:lnTo>
                    <a:pt x="3183" y="396"/>
                  </a:lnTo>
                  <a:lnTo>
                    <a:pt x="3188" y="396"/>
                  </a:lnTo>
                  <a:lnTo>
                    <a:pt x="3188" y="396"/>
                  </a:lnTo>
                  <a:lnTo>
                    <a:pt x="3190" y="396"/>
                  </a:lnTo>
                  <a:lnTo>
                    <a:pt x="3190" y="394"/>
                  </a:lnTo>
                  <a:lnTo>
                    <a:pt x="3195" y="394"/>
                  </a:lnTo>
                  <a:lnTo>
                    <a:pt x="3195" y="394"/>
                  </a:lnTo>
                  <a:lnTo>
                    <a:pt x="3202" y="394"/>
                  </a:lnTo>
                  <a:lnTo>
                    <a:pt x="3202" y="391"/>
                  </a:lnTo>
                  <a:lnTo>
                    <a:pt x="3202" y="391"/>
                  </a:lnTo>
                  <a:lnTo>
                    <a:pt x="3202" y="391"/>
                  </a:lnTo>
                  <a:lnTo>
                    <a:pt x="3204" y="391"/>
                  </a:lnTo>
                  <a:lnTo>
                    <a:pt x="3204" y="389"/>
                  </a:lnTo>
                  <a:lnTo>
                    <a:pt x="3207" y="389"/>
                  </a:lnTo>
                  <a:lnTo>
                    <a:pt x="3207" y="389"/>
                  </a:lnTo>
                  <a:lnTo>
                    <a:pt x="3209" y="389"/>
                  </a:lnTo>
                  <a:lnTo>
                    <a:pt x="3209" y="387"/>
                  </a:lnTo>
                  <a:lnTo>
                    <a:pt x="3214" y="387"/>
                  </a:lnTo>
                  <a:lnTo>
                    <a:pt x="3214" y="387"/>
                  </a:lnTo>
                  <a:lnTo>
                    <a:pt x="3221" y="387"/>
                  </a:lnTo>
                  <a:lnTo>
                    <a:pt x="3221" y="387"/>
                  </a:lnTo>
                  <a:lnTo>
                    <a:pt x="3233" y="387"/>
                  </a:lnTo>
                  <a:lnTo>
                    <a:pt x="3233" y="387"/>
                  </a:lnTo>
                  <a:lnTo>
                    <a:pt x="3240" y="387"/>
                  </a:lnTo>
                  <a:lnTo>
                    <a:pt x="3240" y="387"/>
                  </a:lnTo>
                  <a:lnTo>
                    <a:pt x="3242" y="387"/>
                  </a:lnTo>
                  <a:lnTo>
                    <a:pt x="3242" y="389"/>
                  </a:lnTo>
                  <a:lnTo>
                    <a:pt x="3247" y="389"/>
                  </a:lnTo>
                  <a:lnTo>
                    <a:pt x="3247" y="389"/>
                  </a:lnTo>
                  <a:lnTo>
                    <a:pt x="3254" y="389"/>
                  </a:lnTo>
                  <a:lnTo>
                    <a:pt x="3254" y="391"/>
                  </a:lnTo>
                  <a:lnTo>
                    <a:pt x="3259" y="391"/>
                  </a:lnTo>
                  <a:lnTo>
                    <a:pt x="3259" y="391"/>
                  </a:lnTo>
                  <a:lnTo>
                    <a:pt x="3259" y="391"/>
                  </a:lnTo>
                  <a:lnTo>
                    <a:pt x="3259" y="394"/>
                  </a:lnTo>
                  <a:lnTo>
                    <a:pt x="3261" y="394"/>
                  </a:lnTo>
                  <a:lnTo>
                    <a:pt x="3261" y="391"/>
                  </a:lnTo>
                  <a:lnTo>
                    <a:pt x="3264" y="391"/>
                  </a:lnTo>
                  <a:lnTo>
                    <a:pt x="3264" y="389"/>
                  </a:lnTo>
                  <a:lnTo>
                    <a:pt x="3261" y="389"/>
                  </a:lnTo>
                  <a:lnTo>
                    <a:pt x="3261" y="387"/>
                  </a:lnTo>
                  <a:lnTo>
                    <a:pt x="3268" y="387"/>
                  </a:lnTo>
                  <a:lnTo>
                    <a:pt x="3268" y="387"/>
                  </a:lnTo>
                  <a:lnTo>
                    <a:pt x="3268" y="387"/>
                  </a:lnTo>
                  <a:lnTo>
                    <a:pt x="3268" y="384"/>
                  </a:lnTo>
                  <a:lnTo>
                    <a:pt x="3273" y="384"/>
                  </a:lnTo>
                  <a:lnTo>
                    <a:pt x="3273" y="382"/>
                  </a:lnTo>
                  <a:lnTo>
                    <a:pt x="3273" y="382"/>
                  </a:lnTo>
                  <a:lnTo>
                    <a:pt x="3273" y="382"/>
                  </a:lnTo>
                  <a:lnTo>
                    <a:pt x="3273" y="382"/>
                  </a:lnTo>
                  <a:lnTo>
                    <a:pt x="3273" y="377"/>
                  </a:lnTo>
                  <a:lnTo>
                    <a:pt x="3271" y="377"/>
                  </a:lnTo>
                  <a:lnTo>
                    <a:pt x="3271" y="377"/>
                  </a:lnTo>
                  <a:lnTo>
                    <a:pt x="3266" y="377"/>
                  </a:lnTo>
                  <a:lnTo>
                    <a:pt x="3266" y="377"/>
                  </a:lnTo>
                  <a:lnTo>
                    <a:pt x="3266" y="377"/>
                  </a:lnTo>
                  <a:lnTo>
                    <a:pt x="3266" y="375"/>
                  </a:lnTo>
                  <a:lnTo>
                    <a:pt x="3264" y="375"/>
                  </a:lnTo>
                  <a:lnTo>
                    <a:pt x="3264" y="375"/>
                  </a:lnTo>
                  <a:lnTo>
                    <a:pt x="3266" y="375"/>
                  </a:lnTo>
                  <a:lnTo>
                    <a:pt x="3266" y="373"/>
                  </a:lnTo>
                  <a:lnTo>
                    <a:pt x="3268" y="373"/>
                  </a:lnTo>
                  <a:lnTo>
                    <a:pt x="3268" y="373"/>
                  </a:lnTo>
                  <a:lnTo>
                    <a:pt x="3268" y="373"/>
                  </a:lnTo>
                  <a:lnTo>
                    <a:pt x="3268" y="370"/>
                  </a:lnTo>
                  <a:lnTo>
                    <a:pt x="3266" y="370"/>
                  </a:lnTo>
                  <a:lnTo>
                    <a:pt x="3266" y="368"/>
                  </a:lnTo>
                  <a:lnTo>
                    <a:pt x="3264" y="368"/>
                  </a:lnTo>
                  <a:lnTo>
                    <a:pt x="3264" y="368"/>
                  </a:lnTo>
                  <a:lnTo>
                    <a:pt x="3261" y="368"/>
                  </a:lnTo>
                  <a:lnTo>
                    <a:pt x="3261" y="368"/>
                  </a:lnTo>
                  <a:lnTo>
                    <a:pt x="3261" y="368"/>
                  </a:lnTo>
                  <a:lnTo>
                    <a:pt x="3261" y="365"/>
                  </a:lnTo>
                  <a:lnTo>
                    <a:pt x="3259" y="365"/>
                  </a:lnTo>
                  <a:lnTo>
                    <a:pt x="3259" y="365"/>
                  </a:lnTo>
                  <a:lnTo>
                    <a:pt x="3256" y="365"/>
                  </a:lnTo>
                  <a:lnTo>
                    <a:pt x="3256" y="363"/>
                  </a:lnTo>
                  <a:lnTo>
                    <a:pt x="3256" y="363"/>
                  </a:lnTo>
                  <a:lnTo>
                    <a:pt x="3256" y="363"/>
                  </a:lnTo>
                  <a:lnTo>
                    <a:pt x="3256" y="363"/>
                  </a:lnTo>
                  <a:lnTo>
                    <a:pt x="3256" y="361"/>
                  </a:lnTo>
                  <a:lnTo>
                    <a:pt x="3254" y="361"/>
                  </a:lnTo>
                  <a:lnTo>
                    <a:pt x="3254" y="356"/>
                  </a:lnTo>
                  <a:lnTo>
                    <a:pt x="3254" y="356"/>
                  </a:lnTo>
                  <a:lnTo>
                    <a:pt x="3254" y="354"/>
                  </a:lnTo>
                  <a:lnTo>
                    <a:pt x="3254" y="354"/>
                  </a:lnTo>
                  <a:lnTo>
                    <a:pt x="3254" y="351"/>
                  </a:lnTo>
                  <a:lnTo>
                    <a:pt x="3252" y="351"/>
                  </a:lnTo>
                  <a:lnTo>
                    <a:pt x="3252" y="346"/>
                  </a:lnTo>
                  <a:lnTo>
                    <a:pt x="3252" y="346"/>
                  </a:lnTo>
                  <a:lnTo>
                    <a:pt x="3252" y="346"/>
                  </a:lnTo>
                  <a:lnTo>
                    <a:pt x="3249" y="346"/>
                  </a:lnTo>
                  <a:lnTo>
                    <a:pt x="3249" y="346"/>
                  </a:lnTo>
                  <a:lnTo>
                    <a:pt x="3249" y="346"/>
                  </a:lnTo>
                  <a:lnTo>
                    <a:pt x="3249" y="344"/>
                  </a:lnTo>
                  <a:lnTo>
                    <a:pt x="3247" y="344"/>
                  </a:lnTo>
                  <a:lnTo>
                    <a:pt x="3247" y="342"/>
                  </a:lnTo>
                  <a:lnTo>
                    <a:pt x="3247" y="342"/>
                  </a:lnTo>
                  <a:lnTo>
                    <a:pt x="3247" y="339"/>
                  </a:lnTo>
                  <a:lnTo>
                    <a:pt x="3245" y="339"/>
                  </a:lnTo>
                  <a:lnTo>
                    <a:pt x="3245" y="339"/>
                  </a:lnTo>
                  <a:lnTo>
                    <a:pt x="3245" y="339"/>
                  </a:lnTo>
                  <a:lnTo>
                    <a:pt x="3245" y="337"/>
                  </a:lnTo>
                  <a:lnTo>
                    <a:pt x="3242" y="337"/>
                  </a:lnTo>
                  <a:lnTo>
                    <a:pt x="3242" y="337"/>
                  </a:lnTo>
                  <a:lnTo>
                    <a:pt x="3242" y="337"/>
                  </a:lnTo>
                  <a:lnTo>
                    <a:pt x="3242" y="339"/>
                  </a:lnTo>
                  <a:lnTo>
                    <a:pt x="3242" y="339"/>
                  </a:lnTo>
                  <a:lnTo>
                    <a:pt x="3242" y="339"/>
                  </a:lnTo>
                  <a:lnTo>
                    <a:pt x="3242" y="339"/>
                  </a:lnTo>
                  <a:lnTo>
                    <a:pt x="3242" y="342"/>
                  </a:lnTo>
                  <a:lnTo>
                    <a:pt x="3240" y="342"/>
                  </a:lnTo>
                  <a:lnTo>
                    <a:pt x="3240" y="342"/>
                  </a:lnTo>
                  <a:lnTo>
                    <a:pt x="3240" y="342"/>
                  </a:lnTo>
                  <a:lnTo>
                    <a:pt x="3240" y="344"/>
                  </a:lnTo>
                  <a:lnTo>
                    <a:pt x="3238" y="344"/>
                  </a:lnTo>
                  <a:lnTo>
                    <a:pt x="3238" y="342"/>
                  </a:lnTo>
                  <a:lnTo>
                    <a:pt x="3233" y="342"/>
                  </a:lnTo>
                  <a:lnTo>
                    <a:pt x="3233" y="342"/>
                  </a:lnTo>
                  <a:lnTo>
                    <a:pt x="3230" y="342"/>
                  </a:lnTo>
                  <a:lnTo>
                    <a:pt x="3230" y="339"/>
                  </a:lnTo>
                  <a:lnTo>
                    <a:pt x="3230" y="339"/>
                  </a:lnTo>
                  <a:lnTo>
                    <a:pt x="3230" y="339"/>
                  </a:lnTo>
                  <a:lnTo>
                    <a:pt x="3228" y="339"/>
                  </a:lnTo>
                  <a:lnTo>
                    <a:pt x="3228" y="337"/>
                  </a:lnTo>
                  <a:lnTo>
                    <a:pt x="3226" y="337"/>
                  </a:lnTo>
                  <a:lnTo>
                    <a:pt x="3226" y="337"/>
                  </a:lnTo>
                  <a:lnTo>
                    <a:pt x="3226" y="337"/>
                  </a:lnTo>
                  <a:lnTo>
                    <a:pt x="3226" y="335"/>
                  </a:lnTo>
                  <a:lnTo>
                    <a:pt x="3226" y="335"/>
                  </a:lnTo>
                  <a:lnTo>
                    <a:pt x="3226" y="332"/>
                  </a:lnTo>
                  <a:lnTo>
                    <a:pt x="3228" y="332"/>
                  </a:lnTo>
                  <a:lnTo>
                    <a:pt x="3228" y="330"/>
                  </a:lnTo>
                  <a:lnTo>
                    <a:pt x="3228" y="330"/>
                  </a:lnTo>
                  <a:lnTo>
                    <a:pt x="3228" y="332"/>
                  </a:lnTo>
                  <a:lnTo>
                    <a:pt x="3238" y="332"/>
                  </a:lnTo>
                  <a:lnTo>
                    <a:pt x="3238" y="332"/>
                  </a:lnTo>
                  <a:lnTo>
                    <a:pt x="3249" y="332"/>
                  </a:lnTo>
                  <a:lnTo>
                    <a:pt x="3249" y="335"/>
                  </a:lnTo>
                  <a:lnTo>
                    <a:pt x="3247" y="335"/>
                  </a:lnTo>
                  <a:lnTo>
                    <a:pt x="3247" y="335"/>
                  </a:lnTo>
                  <a:lnTo>
                    <a:pt x="3252" y="335"/>
                  </a:lnTo>
                  <a:lnTo>
                    <a:pt x="3252" y="335"/>
                  </a:lnTo>
                  <a:lnTo>
                    <a:pt x="3254" y="335"/>
                  </a:lnTo>
                  <a:lnTo>
                    <a:pt x="3254" y="332"/>
                  </a:lnTo>
                  <a:lnTo>
                    <a:pt x="3256" y="332"/>
                  </a:lnTo>
                  <a:lnTo>
                    <a:pt x="3256" y="332"/>
                  </a:lnTo>
                  <a:lnTo>
                    <a:pt x="3259" y="332"/>
                  </a:lnTo>
                  <a:lnTo>
                    <a:pt x="3259" y="330"/>
                  </a:lnTo>
                  <a:lnTo>
                    <a:pt x="3261" y="330"/>
                  </a:lnTo>
                  <a:lnTo>
                    <a:pt x="3261" y="330"/>
                  </a:lnTo>
                  <a:lnTo>
                    <a:pt x="3268" y="330"/>
                  </a:lnTo>
                  <a:lnTo>
                    <a:pt x="3268" y="327"/>
                  </a:lnTo>
                  <a:lnTo>
                    <a:pt x="3273" y="327"/>
                  </a:lnTo>
                  <a:lnTo>
                    <a:pt x="3273" y="327"/>
                  </a:lnTo>
                  <a:lnTo>
                    <a:pt x="3273" y="327"/>
                  </a:lnTo>
                  <a:lnTo>
                    <a:pt x="3273" y="327"/>
                  </a:lnTo>
                  <a:lnTo>
                    <a:pt x="3275" y="327"/>
                  </a:lnTo>
                  <a:lnTo>
                    <a:pt x="3275" y="325"/>
                  </a:lnTo>
                  <a:lnTo>
                    <a:pt x="3275" y="325"/>
                  </a:lnTo>
                  <a:lnTo>
                    <a:pt x="3275" y="325"/>
                  </a:lnTo>
                  <a:lnTo>
                    <a:pt x="3278" y="325"/>
                  </a:lnTo>
                  <a:lnTo>
                    <a:pt x="3278" y="323"/>
                  </a:lnTo>
                  <a:lnTo>
                    <a:pt x="3280" y="323"/>
                  </a:lnTo>
                  <a:lnTo>
                    <a:pt x="3280" y="323"/>
                  </a:lnTo>
                  <a:lnTo>
                    <a:pt x="3280" y="323"/>
                  </a:lnTo>
                  <a:lnTo>
                    <a:pt x="3280" y="320"/>
                  </a:lnTo>
                  <a:lnTo>
                    <a:pt x="3283" y="320"/>
                  </a:lnTo>
                  <a:lnTo>
                    <a:pt x="3283" y="320"/>
                  </a:lnTo>
                  <a:lnTo>
                    <a:pt x="3285" y="320"/>
                  </a:lnTo>
                  <a:lnTo>
                    <a:pt x="3285" y="318"/>
                  </a:lnTo>
                  <a:lnTo>
                    <a:pt x="3287" y="318"/>
                  </a:lnTo>
                  <a:lnTo>
                    <a:pt x="3287" y="318"/>
                  </a:lnTo>
                  <a:lnTo>
                    <a:pt x="3287" y="318"/>
                  </a:lnTo>
                  <a:lnTo>
                    <a:pt x="3287" y="316"/>
                  </a:lnTo>
                  <a:lnTo>
                    <a:pt x="3290" y="316"/>
                  </a:lnTo>
                  <a:lnTo>
                    <a:pt x="3290" y="313"/>
                  </a:lnTo>
                  <a:lnTo>
                    <a:pt x="3292" y="313"/>
                  </a:lnTo>
                  <a:lnTo>
                    <a:pt x="3292" y="311"/>
                  </a:lnTo>
                  <a:lnTo>
                    <a:pt x="3292" y="311"/>
                  </a:lnTo>
                  <a:lnTo>
                    <a:pt x="3292" y="311"/>
                  </a:lnTo>
                  <a:lnTo>
                    <a:pt x="3294" y="311"/>
                  </a:lnTo>
                  <a:lnTo>
                    <a:pt x="3294" y="306"/>
                  </a:lnTo>
                  <a:lnTo>
                    <a:pt x="3290" y="306"/>
                  </a:lnTo>
                  <a:lnTo>
                    <a:pt x="3290" y="306"/>
                  </a:lnTo>
                  <a:lnTo>
                    <a:pt x="3287" y="306"/>
                  </a:lnTo>
                  <a:lnTo>
                    <a:pt x="3287" y="304"/>
                  </a:lnTo>
                  <a:lnTo>
                    <a:pt x="3285" y="304"/>
                  </a:lnTo>
                  <a:lnTo>
                    <a:pt x="3285" y="304"/>
                  </a:lnTo>
                  <a:lnTo>
                    <a:pt x="3285" y="304"/>
                  </a:lnTo>
                  <a:lnTo>
                    <a:pt x="3285" y="301"/>
                  </a:lnTo>
                  <a:lnTo>
                    <a:pt x="3283" y="301"/>
                  </a:lnTo>
                  <a:lnTo>
                    <a:pt x="3283" y="301"/>
                  </a:lnTo>
                  <a:lnTo>
                    <a:pt x="3283" y="301"/>
                  </a:lnTo>
                  <a:lnTo>
                    <a:pt x="3283" y="297"/>
                  </a:lnTo>
                  <a:lnTo>
                    <a:pt x="3283" y="297"/>
                  </a:lnTo>
                  <a:lnTo>
                    <a:pt x="3283" y="297"/>
                  </a:lnTo>
                  <a:lnTo>
                    <a:pt x="3294" y="297"/>
                  </a:lnTo>
                  <a:lnTo>
                    <a:pt x="3294" y="294"/>
                  </a:lnTo>
                  <a:lnTo>
                    <a:pt x="3294" y="294"/>
                  </a:lnTo>
                  <a:lnTo>
                    <a:pt x="3294" y="292"/>
                  </a:lnTo>
                  <a:lnTo>
                    <a:pt x="3294" y="292"/>
                  </a:lnTo>
                  <a:lnTo>
                    <a:pt x="3294" y="292"/>
                  </a:lnTo>
                  <a:lnTo>
                    <a:pt x="3297" y="292"/>
                  </a:lnTo>
                  <a:lnTo>
                    <a:pt x="3297" y="292"/>
                  </a:lnTo>
                  <a:lnTo>
                    <a:pt x="3297" y="292"/>
                  </a:lnTo>
                  <a:lnTo>
                    <a:pt x="3297" y="294"/>
                  </a:lnTo>
                  <a:lnTo>
                    <a:pt x="3299" y="294"/>
                  </a:lnTo>
                  <a:lnTo>
                    <a:pt x="3299" y="294"/>
                  </a:lnTo>
                  <a:lnTo>
                    <a:pt x="3304" y="294"/>
                  </a:lnTo>
                  <a:lnTo>
                    <a:pt x="3304" y="294"/>
                  </a:lnTo>
                  <a:lnTo>
                    <a:pt x="3304" y="294"/>
                  </a:lnTo>
                  <a:lnTo>
                    <a:pt x="3304" y="292"/>
                  </a:lnTo>
                  <a:lnTo>
                    <a:pt x="3306" y="292"/>
                  </a:lnTo>
                  <a:lnTo>
                    <a:pt x="3306" y="292"/>
                  </a:lnTo>
                  <a:lnTo>
                    <a:pt x="3309" y="292"/>
                  </a:lnTo>
                  <a:lnTo>
                    <a:pt x="3309" y="290"/>
                  </a:lnTo>
                  <a:lnTo>
                    <a:pt x="3309" y="290"/>
                  </a:lnTo>
                  <a:lnTo>
                    <a:pt x="3309" y="287"/>
                  </a:lnTo>
                  <a:lnTo>
                    <a:pt x="3311" y="287"/>
                  </a:lnTo>
                  <a:lnTo>
                    <a:pt x="3311" y="290"/>
                  </a:lnTo>
                  <a:lnTo>
                    <a:pt x="3309" y="290"/>
                  </a:lnTo>
                  <a:lnTo>
                    <a:pt x="3309" y="292"/>
                  </a:lnTo>
                  <a:lnTo>
                    <a:pt x="3309" y="292"/>
                  </a:lnTo>
                  <a:lnTo>
                    <a:pt x="3309" y="294"/>
                  </a:lnTo>
                  <a:lnTo>
                    <a:pt x="3306" y="294"/>
                  </a:lnTo>
                  <a:lnTo>
                    <a:pt x="3306" y="297"/>
                  </a:lnTo>
                  <a:lnTo>
                    <a:pt x="3304" y="297"/>
                  </a:lnTo>
                  <a:lnTo>
                    <a:pt x="3304" y="297"/>
                  </a:lnTo>
                  <a:lnTo>
                    <a:pt x="3301" y="297"/>
                  </a:lnTo>
                  <a:lnTo>
                    <a:pt x="3301" y="297"/>
                  </a:lnTo>
                  <a:lnTo>
                    <a:pt x="3301" y="297"/>
                  </a:lnTo>
                  <a:lnTo>
                    <a:pt x="3301" y="297"/>
                  </a:lnTo>
                  <a:lnTo>
                    <a:pt x="3301" y="297"/>
                  </a:lnTo>
                  <a:lnTo>
                    <a:pt x="3301" y="299"/>
                  </a:lnTo>
                  <a:lnTo>
                    <a:pt x="3301" y="299"/>
                  </a:lnTo>
                  <a:lnTo>
                    <a:pt x="3301" y="299"/>
                  </a:lnTo>
                  <a:lnTo>
                    <a:pt x="3301" y="299"/>
                  </a:lnTo>
                  <a:lnTo>
                    <a:pt x="3301" y="301"/>
                  </a:lnTo>
                  <a:lnTo>
                    <a:pt x="3304" y="301"/>
                  </a:lnTo>
                  <a:lnTo>
                    <a:pt x="3304" y="301"/>
                  </a:lnTo>
                  <a:lnTo>
                    <a:pt x="3304" y="301"/>
                  </a:lnTo>
                  <a:lnTo>
                    <a:pt x="3304" y="304"/>
                  </a:lnTo>
                  <a:lnTo>
                    <a:pt x="3306" y="304"/>
                  </a:lnTo>
                  <a:lnTo>
                    <a:pt x="3306" y="306"/>
                  </a:lnTo>
                  <a:lnTo>
                    <a:pt x="3311" y="306"/>
                  </a:lnTo>
                  <a:lnTo>
                    <a:pt x="3311" y="309"/>
                  </a:lnTo>
                  <a:lnTo>
                    <a:pt x="3309" y="309"/>
                  </a:lnTo>
                  <a:lnTo>
                    <a:pt x="3309" y="309"/>
                  </a:lnTo>
                  <a:lnTo>
                    <a:pt x="3309" y="309"/>
                  </a:lnTo>
                  <a:lnTo>
                    <a:pt x="3309" y="311"/>
                  </a:lnTo>
                  <a:lnTo>
                    <a:pt x="3306" y="311"/>
                  </a:lnTo>
                  <a:lnTo>
                    <a:pt x="3306" y="311"/>
                  </a:lnTo>
                  <a:lnTo>
                    <a:pt x="3304" y="311"/>
                  </a:lnTo>
                  <a:lnTo>
                    <a:pt x="3304" y="311"/>
                  </a:lnTo>
                  <a:lnTo>
                    <a:pt x="3306" y="311"/>
                  </a:lnTo>
                  <a:lnTo>
                    <a:pt x="3306" y="313"/>
                  </a:lnTo>
                  <a:lnTo>
                    <a:pt x="3335" y="313"/>
                  </a:lnTo>
                  <a:lnTo>
                    <a:pt x="3335" y="311"/>
                  </a:lnTo>
                  <a:lnTo>
                    <a:pt x="3337" y="311"/>
                  </a:lnTo>
                  <a:lnTo>
                    <a:pt x="3337" y="311"/>
                  </a:lnTo>
                  <a:lnTo>
                    <a:pt x="3339" y="311"/>
                  </a:lnTo>
                  <a:lnTo>
                    <a:pt x="3339" y="309"/>
                  </a:lnTo>
                  <a:lnTo>
                    <a:pt x="3339" y="309"/>
                  </a:lnTo>
                  <a:lnTo>
                    <a:pt x="3339" y="309"/>
                  </a:lnTo>
                  <a:lnTo>
                    <a:pt x="3346" y="309"/>
                  </a:lnTo>
                  <a:lnTo>
                    <a:pt x="3346" y="309"/>
                  </a:lnTo>
                  <a:lnTo>
                    <a:pt x="3351" y="309"/>
                  </a:lnTo>
                  <a:lnTo>
                    <a:pt x="3351" y="311"/>
                  </a:lnTo>
                  <a:lnTo>
                    <a:pt x="3354" y="311"/>
                  </a:lnTo>
                  <a:lnTo>
                    <a:pt x="3354" y="311"/>
                  </a:lnTo>
                  <a:lnTo>
                    <a:pt x="3361" y="311"/>
                  </a:lnTo>
                  <a:lnTo>
                    <a:pt x="3361" y="313"/>
                  </a:lnTo>
                  <a:lnTo>
                    <a:pt x="3363" y="313"/>
                  </a:lnTo>
                  <a:lnTo>
                    <a:pt x="3363" y="313"/>
                  </a:lnTo>
                  <a:lnTo>
                    <a:pt x="3363" y="313"/>
                  </a:lnTo>
                  <a:lnTo>
                    <a:pt x="3363" y="316"/>
                  </a:lnTo>
                  <a:lnTo>
                    <a:pt x="3363" y="316"/>
                  </a:lnTo>
                  <a:lnTo>
                    <a:pt x="3363" y="316"/>
                  </a:lnTo>
                  <a:lnTo>
                    <a:pt x="3365" y="316"/>
                  </a:lnTo>
                  <a:lnTo>
                    <a:pt x="3365" y="318"/>
                  </a:lnTo>
                  <a:lnTo>
                    <a:pt x="3365" y="318"/>
                  </a:lnTo>
                  <a:lnTo>
                    <a:pt x="3365" y="318"/>
                  </a:lnTo>
                  <a:lnTo>
                    <a:pt x="3368" y="318"/>
                  </a:lnTo>
                  <a:lnTo>
                    <a:pt x="3368" y="318"/>
                  </a:lnTo>
                  <a:lnTo>
                    <a:pt x="3368" y="318"/>
                  </a:lnTo>
                  <a:lnTo>
                    <a:pt x="3368" y="323"/>
                  </a:lnTo>
                  <a:lnTo>
                    <a:pt x="3365" y="323"/>
                  </a:lnTo>
                  <a:lnTo>
                    <a:pt x="3365" y="325"/>
                  </a:lnTo>
                  <a:lnTo>
                    <a:pt x="3368" y="325"/>
                  </a:lnTo>
                  <a:lnTo>
                    <a:pt x="3368" y="325"/>
                  </a:lnTo>
                  <a:lnTo>
                    <a:pt x="3370" y="325"/>
                  </a:lnTo>
                  <a:lnTo>
                    <a:pt x="3370" y="327"/>
                  </a:lnTo>
                  <a:lnTo>
                    <a:pt x="3375" y="327"/>
                  </a:lnTo>
                  <a:lnTo>
                    <a:pt x="3375" y="327"/>
                  </a:lnTo>
                  <a:lnTo>
                    <a:pt x="3375" y="327"/>
                  </a:lnTo>
                  <a:lnTo>
                    <a:pt x="3375" y="330"/>
                  </a:lnTo>
                  <a:lnTo>
                    <a:pt x="3377" y="330"/>
                  </a:lnTo>
                  <a:lnTo>
                    <a:pt x="3377" y="327"/>
                  </a:lnTo>
                  <a:lnTo>
                    <a:pt x="3377" y="327"/>
                  </a:lnTo>
                  <a:lnTo>
                    <a:pt x="3377" y="330"/>
                  </a:lnTo>
                  <a:lnTo>
                    <a:pt x="3387" y="330"/>
                  </a:lnTo>
                  <a:lnTo>
                    <a:pt x="3387" y="327"/>
                  </a:lnTo>
                  <a:lnTo>
                    <a:pt x="3387" y="327"/>
                  </a:lnTo>
                  <a:lnTo>
                    <a:pt x="3387" y="330"/>
                  </a:lnTo>
                  <a:lnTo>
                    <a:pt x="3389" y="330"/>
                  </a:lnTo>
                  <a:lnTo>
                    <a:pt x="3389" y="330"/>
                  </a:lnTo>
                  <a:lnTo>
                    <a:pt x="3394" y="330"/>
                  </a:lnTo>
                  <a:lnTo>
                    <a:pt x="3394" y="332"/>
                  </a:lnTo>
                  <a:lnTo>
                    <a:pt x="3396" y="332"/>
                  </a:lnTo>
                  <a:lnTo>
                    <a:pt x="3396" y="332"/>
                  </a:lnTo>
                  <a:lnTo>
                    <a:pt x="3401" y="332"/>
                  </a:lnTo>
                  <a:lnTo>
                    <a:pt x="3401" y="335"/>
                  </a:lnTo>
                  <a:lnTo>
                    <a:pt x="3403" y="335"/>
                  </a:lnTo>
                  <a:lnTo>
                    <a:pt x="3403" y="335"/>
                  </a:lnTo>
                  <a:lnTo>
                    <a:pt x="3403" y="335"/>
                  </a:lnTo>
                  <a:lnTo>
                    <a:pt x="3403" y="337"/>
                  </a:lnTo>
                  <a:lnTo>
                    <a:pt x="3406" y="337"/>
                  </a:lnTo>
                  <a:lnTo>
                    <a:pt x="3406" y="337"/>
                  </a:lnTo>
                  <a:lnTo>
                    <a:pt x="3408" y="337"/>
                  </a:lnTo>
                  <a:lnTo>
                    <a:pt x="3408" y="339"/>
                  </a:lnTo>
                  <a:lnTo>
                    <a:pt x="3410" y="339"/>
                  </a:lnTo>
                  <a:lnTo>
                    <a:pt x="3410" y="339"/>
                  </a:lnTo>
                  <a:lnTo>
                    <a:pt x="3413" y="339"/>
                  </a:lnTo>
                  <a:lnTo>
                    <a:pt x="3413" y="342"/>
                  </a:lnTo>
                  <a:lnTo>
                    <a:pt x="3415" y="342"/>
                  </a:lnTo>
                  <a:lnTo>
                    <a:pt x="3415" y="339"/>
                  </a:lnTo>
                  <a:lnTo>
                    <a:pt x="3420" y="339"/>
                  </a:lnTo>
                  <a:lnTo>
                    <a:pt x="3420" y="339"/>
                  </a:lnTo>
                  <a:lnTo>
                    <a:pt x="3420" y="339"/>
                  </a:lnTo>
                  <a:lnTo>
                    <a:pt x="3420" y="342"/>
                  </a:lnTo>
                  <a:lnTo>
                    <a:pt x="3420" y="342"/>
                  </a:lnTo>
                  <a:lnTo>
                    <a:pt x="3420" y="342"/>
                  </a:lnTo>
                  <a:lnTo>
                    <a:pt x="3425" y="342"/>
                  </a:lnTo>
                  <a:lnTo>
                    <a:pt x="3425" y="344"/>
                  </a:lnTo>
                  <a:lnTo>
                    <a:pt x="3427" y="344"/>
                  </a:lnTo>
                  <a:lnTo>
                    <a:pt x="3427" y="342"/>
                  </a:lnTo>
                  <a:lnTo>
                    <a:pt x="3429" y="342"/>
                  </a:lnTo>
                  <a:lnTo>
                    <a:pt x="3429" y="342"/>
                  </a:lnTo>
                  <a:lnTo>
                    <a:pt x="3432" y="342"/>
                  </a:lnTo>
                  <a:lnTo>
                    <a:pt x="3432" y="337"/>
                  </a:lnTo>
                  <a:lnTo>
                    <a:pt x="3434" y="337"/>
                  </a:lnTo>
                  <a:lnTo>
                    <a:pt x="3434" y="339"/>
                  </a:lnTo>
                  <a:lnTo>
                    <a:pt x="3443" y="339"/>
                  </a:lnTo>
                  <a:lnTo>
                    <a:pt x="3443" y="337"/>
                  </a:lnTo>
                  <a:lnTo>
                    <a:pt x="3443" y="337"/>
                  </a:lnTo>
                  <a:lnTo>
                    <a:pt x="3443" y="337"/>
                  </a:lnTo>
                  <a:lnTo>
                    <a:pt x="3443" y="337"/>
                  </a:lnTo>
                  <a:lnTo>
                    <a:pt x="3443" y="337"/>
                  </a:lnTo>
                  <a:lnTo>
                    <a:pt x="3441" y="337"/>
                  </a:lnTo>
                  <a:lnTo>
                    <a:pt x="3441" y="335"/>
                  </a:lnTo>
                  <a:lnTo>
                    <a:pt x="3441" y="335"/>
                  </a:lnTo>
                  <a:lnTo>
                    <a:pt x="3441" y="332"/>
                  </a:lnTo>
                  <a:lnTo>
                    <a:pt x="3441" y="332"/>
                  </a:lnTo>
                  <a:lnTo>
                    <a:pt x="3441" y="330"/>
                  </a:lnTo>
                  <a:lnTo>
                    <a:pt x="3446" y="330"/>
                  </a:lnTo>
                  <a:lnTo>
                    <a:pt x="3446" y="330"/>
                  </a:lnTo>
                  <a:lnTo>
                    <a:pt x="3448" y="330"/>
                  </a:lnTo>
                  <a:lnTo>
                    <a:pt x="3448" y="327"/>
                  </a:lnTo>
                  <a:lnTo>
                    <a:pt x="3446" y="327"/>
                  </a:lnTo>
                  <a:lnTo>
                    <a:pt x="3446" y="327"/>
                  </a:lnTo>
                  <a:lnTo>
                    <a:pt x="3441" y="327"/>
                  </a:lnTo>
                  <a:lnTo>
                    <a:pt x="3441" y="327"/>
                  </a:lnTo>
                  <a:lnTo>
                    <a:pt x="3441" y="327"/>
                  </a:lnTo>
                  <a:lnTo>
                    <a:pt x="3441" y="325"/>
                  </a:lnTo>
                  <a:lnTo>
                    <a:pt x="3443" y="325"/>
                  </a:lnTo>
                  <a:lnTo>
                    <a:pt x="3443" y="325"/>
                  </a:lnTo>
                  <a:lnTo>
                    <a:pt x="3443" y="325"/>
                  </a:lnTo>
                  <a:lnTo>
                    <a:pt x="3443" y="323"/>
                  </a:lnTo>
                  <a:lnTo>
                    <a:pt x="3448" y="323"/>
                  </a:lnTo>
                  <a:lnTo>
                    <a:pt x="3448" y="323"/>
                  </a:lnTo>
                  <a:lnTo>
                    <a:pt x="3448" y="323"/>
                  </a:lnTo>
                  <a:lnTo>
                    <a:pt x="3448" y="320"/>
                  </a:lnTo>
                  <a:lnTo>
                    <a:pt x="3448" y="320"/>
                  </a:lnTo>
                  <a:lnTo>
                    <a:pt x="3448" y="318"/>
                  </a:lnTo>
                  <a:lnTo>
                    <a:pt x="3446" y="318"/>
                  </a:lnTo>
                  <a:lnTo>
                    <a:pt x="3446" y="313"/>
                  </a:lnTo>
                  <a:lnTo>
                    <a:pt x="3446" y="313"/>
                  </a:lnTo>
                  <a:lnTo>
                    <a:pt x="3446" y="313"/>
                  </a:lnTo>
                  <a:lnTo>
                    <a:pt x="3448" y="313"/>
                  </a:lnTo>
                  <a:lnTo>
                    <a:pt x="3448" y="311"/>
                  </a:lnTo>
                  <a:lnTo>
                    <a:pt x="3455" y="311"/>
                  </a:lnTo>
                  <a:lnTo>
                    <a:pt x="3455" y="311"/>
                  </a:lnTo>
                  <a:lnTo>
                    <a:pt x="3467" y="311"/>
                  </a:lnTo>
                  <a:lnTo>
                    <a:pt x="3467" y="311"/>
                  </a:lnTo>
                  <a:lnTo>
                    <a:pt x="3472" y="311"/>
                  </a:lnTo>
                  <a:lnTo>
                    <a:pt x="3472" y="309"/>
                  </a:lnTo>
                  <a:lnTo>
                    <a:pt x="3474" y="309"/>
                  </a:lnTo>
                  <a:lnTo>
                    <a:pt x="3474" y="309"/>
                  </a:lnTo>
                  <a:lnTo>
                    <a:pt x="3481" y="309"/>
                  </a:lnTo>
                  <a:lnTo>
                    <a:pt x="3481" y="309"/>
                  </a:lnTo>
                  <a:lnTo>
                    <a:pt x="3481" y="309"/>
                  </a:lnTo>
                  <a:lnTo>
                    <a:pt x="3481" y="306"/>
                  </a:lnTo>
                  <a:lnTo>
                    <a:pt x="3481" y="306"/>
                  </a:lnTo>
                  <a:lnTo>
                    <a:pt x="3481" y="304"/>
                  </a:lnTo>
                  <a:lnTo>
                    <a:pt x="3481" y="304"/>
                  </a:lnTo>
                  <a:lnTo>
                    <a:pt x="3481" y="304"/>
                  </a:lnTo>
                  <a:lnTo>
                    <a:pt x="3481" y="304"/>
                  </a:lnTo>
                  <a:lnTo>
                    <a:pt x="3481" y="301"/>
                  </a:lnTo>
                  <a:lnTo>
                    <a:pt x="3484" y="301"/>
                  </a:lnTo>
                  <a:lnTo>
                    <a:pt x="3484" y="299"/>
                  </a:lnTo>
                  <a:lnTo>
                    <a:pt x="3486" y="299"/>
                  </a:lnTo>
                  <a:lnTo>
                    <a:pt x="3486" y="299"/>
                  </a:lnTo>
                  <a:lnTo>
                    <a:pt x="3488" y="299"/>
                  </a:lnTo>
                  <a:lnTo>
                    <a:pt x="3488" y="297"/>
                  </a:lnTo>
                  <a:lnTo>
                    <a:pt x="3493" y="297"/>
                  </a:lnTo>
                  <a:lnTo>
                    <a:pt x="3493" y="297"/>
                  </a:lnTo>
                  <a:lnTo>
                    <a:pt x="3493" y="297"/>
                  </a:lnTo>
                  <a:lnTo>
                    <a:pt x="3493" y="297"/>
                  </a:lnTo>
                  <a:lnTo>
                    <a:pt x="3500" y="297"/>
                  </a:lnTo>
                  <a:lnTo>
                    <a:pt x="3500" y="297"/>
                  </a:lnTo>
                  <a:lnTo>
                    <a:pt x="3500" y="297"/>
                  </a:lnTo>
                  <a:lnTo>
                    <a:pt x="3500" y="294"/>
                  </a:lnTo>
                  <a:lnTo>
                    <a:pt x="3500" y="29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5" name="Freeform 263"/>
            <p:cNvSpPr>
              <a:spLocks/>
            </p:cNvSpPr>
            <p:nvPr/>
          </p:nvSpPr>
          <p:spPr bwMode="auto">
            <a:xfrm>
              <a:off x="2762250" y="3606800"/>
              <a:ext cx="363538" cy="260350"/>
            </a:xfrm>
            <a:custGeom>
              <a:avLst/>
              <a:gdLst/>
              <a:ahLst/>
              <a:cxnLst>
                <a:cxn ang="0">
                  <a:pos x="9" y="76"/>
                </a:cxn>
                <a:cxn ang="0">
                  <a:pos x="12" y="64"/>
                </a:cxn>
                <a:cxn ang="0">
                  <a:pos x="19" y="55"/>
                </a:cxn>
                <a:cxn ang="0">
                  <a:pos x="19" y="43"/>
                </a:cxn>
                <a:cxn ang="0">
                  <a:pos x="24" y="38"/>
                </a:cxn>
                <a:cxn ang="0">
                  <a:pos x="33" y="43"/>
                </a:cxn>
                <a:cxn ang="0">
                  <a:pos x="42" y="43"/>
                </a:cxn>
                <a:cxn ang="0">
                  <a:pos x="54" y="47"/>
                </a:cxn>
                <a:cxn ang="0">
                  <a:pos x="61" y="55"/>
                </a:cxn>
                <a:cxn ang="0">
                  <a:pos x="73" y="59"/>
                </a:cxn>
                <a:cxn ang="0">
                  <a:pos x="80" y="66"/>
                </a:cxn>
                <a:cxn ang="0">
                  <a:pos x="85" y="78"/>
                </a:cxn>
                <a:cxn ang="0">
                  <a:pos x="87" y="81"/>
                </a:cxn>
                <a:cxn ang="0">
                  <a:pos x="95" y="71"/>
                </a:cxn>
                <a:cxn ang="0">
                  <a:pos x="102" y="64"/>
                </a:cxn>
                <a:cxn ang="0">
                  <a:pos x="109" y="55"/>
                </a:cxn>
                <a:cxn ang="0">
                  <a:pos x="116" y="45"/>
                </a:cxn>
                <a:cxn ang="0">
                  <a:pos x="123" y="38"/>
                </a:cxn>
                <a:cxn ang="0">
                  <a:pos x="130" y="29"/>
                </a:cxn>
                <a:cxn ang="0">
                  <a:pos x="137" y="19"/>
                </a:cxn>
                <a:cxn ang="0">
                  <a:pos x="149" y="17"/>
                </a:cxn>
                <a:cxn ang="0">
                  <a:pos x="161" y="12"/>
                </a:cxn>
                <a:cxn ang="0">
                  <a:pos x="170" y="10"/>
                </a:cxn>
                <a:cxn ang="0">
                  <a:pos x="182" y="7"/>
                </a:cxn>
                <a:cxn ang="0">
                  <a:pos x="194" y="2"/>
                </a:cxn>
                <a:cxn ang="0">
                  <a:pos x="206" y="0"/>
                </a:cxn>
                <a:cxn ang="0">
                  <a:pos x="203" y="12"/>
                </a:cxn>
                <a:cxn ang="0">
                  <a:pos x="211" y="21"/>
                </a:cxn>
                <a:cxn ang="0">
                  <a:pos x="215" y="33"/>
                </a:cxn>
                <a:cxn ang="0">
                  <a:pos x="222" y="43"/>
                </a:cxn>
                <a:cxn ang="0">
                  <a:pos x="225" y="55"/>
                </a:cxn>
                <a:cxn ang="0">
                  <a:pos x="227" y="62"/>
                </a:cxn>
                <a:cxn ang="0">
                  <a:pos x="215" y="66"/>
                </a:cxn>
                <a:cxn ang="0">
                  <a:pos x="211" y="76"/>
                </a:cxn>
                <a:cxn ang="0">
                  <a:pos x="208" y="88"/>
                </a:cxn>
                <a:cxn ang="0">
                  <a:pos x="199" y="93"/>
                </a:cxn>
                <a:cxn ang="0">
                  <a:pos x="189" y="97"/>
                </a:cxn>
                <a:cxn ang="0">
                  <a:pos x="177" y="102"/>
                </a:cxn>
                <a:cxn ang="0">
                  <a:pos x="168" y="107"/>
                </a:cxn>
                <a:cxn ang="0">
                  <a:pos x="156" y="109"/>
                </a:cxn>
                <a:cxn ang="0">
                  <a:pos x="147" y="114"/>
                </a:cxn>
                <a:cxn ang="0">
                  <a:pos x="140" y="121"/>
                </a:cxn>
                <a:cxn ang="0">
                  <a:pos x="130" y="128"/>
                </a:cxn>
                <a:cxn ang="0">
                  <a:pos x="121" y="128"/>
                </a:cxn>
                <a:cxn ang="0">
                  <a:pos x="111" y="133"/>
                </a:cxn>
                <a:cxn ang="0">
                  <a:pos x="102" y="140"/>
                </a:cxn>
                <a:cxn ang="0">
                  <a:pos x="90" y="142"/>
                </a:cxn>
                <a:cxn ang="0">
                  <a:pos x="78" y="142"/>
                </a:cxn>
                <a:cxn ang="0">
                  <a:pos x="68" y="147"/>
                </a:cxn>
                <a:cxn ang="0">
                  <a:pos x="59" y="154"/>
                </a:cxn>
                <a:cxn ang="0">
                  <a:pos x="50" y="159"/>
                </a:cxn>
                <a:cxn ang="0">
                  <a:pos x="42" y="161"/>
                </a:cxn>
                <a:cxn ang="0">
                  <a:pos x="33" y="161"/>
                </a:cxn>
                <a:cxn ang="0">
                  <a:pos x="21" y="161"/>
                </a:cxn>
                <a:cxn ang="0">
                  <a:pos x="21" y="154"/>
                </a:cxn>
                <a:cxn ang="0">
                  <a:pos x="19" y="142"/>
                </a:cxn>
                <a:cxn ang="0">
                  <a:pos x="16" y="128"/>
                </a:cxn>
                <a:cxn ang="0">
                  <a:pos x="12" y="116"/>
                </a:cxn>
                <a:cxn ang="0">
                  <a:pos x="9" y="104"/>
                </a:cxn>
                <a:cxn ang="0">
                  <a:pos x="5" y="97"/>
                </a:cxn>
                <a:cxn ang="0">
                  <a:pos x="2" y="88"/>
                </a:cxn>
                <a:cxn ang="0">
                  <a:pos x="2" y="83"/>
                </a:cxn>
              </a:cxnLst>
              <a:rect l="0" t="0" r="r" b="b"/>
              <a:pathLst>
                <a:path w="229" h="164">
                  <a:moveTo>
                    <a:pt x="5" y="83"/>
                  </a:moveTo>
                  <a:lnTo>
                    <a:pt x="5" y="85"/>
                  </a:lnTo>
                  <a:lnTo>
                    <a:pt x="5" y="85"/>
                  </a:lnTo>
                  <a:lnTo>
                    <a:pt x="7" y="85"/>
                  </a:lnTo>
                  <a:lnTo>
                    <a:pt x="7" y="83"/>
                  </a:lnTo>
                  <a:lnTo>
                    <a:pt x="7" y="83"/>
                  </a:lnTo>
                  <a:lnTo>
                    <a:pt x="7" y="83"/>
                  </a:lnTo>
                  <a:lnTo>
                    <a:pt x="7" y="81"/>
                  </a:lnTo>
                  <a:lnTo>
                    <a:pt x="7" y="81"/>
                  </a:lnTo>
                  <a:lnTo>
                    <a:pt x="7" y="81"/>
                  </a:lnTo>
                  <a:lnTo>
                    <a:pt x="7" y="81"/>
                  </a:lnTo>
                  <a:lnTo>
                    <a:pt x="9" y="81"/>
                  </a:lnTo>
                  <a:lnTo>
                    <a:pt x="9" y="78"/>
                  </a:lnTo>
                  <a:lnTo>
                    <a:pt x="9" y="78"/>
                  </a:lnTo>
                  <a:lnTo>
                    <a:pt x="9" y="76"/>
                  </a:lnTo>
                  <a:lnTo>
                    <a:pt x="9" y="76"/>
                  </a:lnTo>
                  <a:lnTo>
                    <a:pt x="9" y="74"/>
                  </a:lnTo>
                  <a:lnTo>
                    <a:pt x="9" y="74"/>
                  </a:lnTo>
                  <a:lnTo>
                    <a:pt x="9" y="71"/>
                  </a:lnTo>
                  <a:lnTo>
                    <a:pt x="9" y="71"/>
                  </a:lnTo>
                  <a:lnTo>
                    <a:pt x="9" y="71"/>
                  </a:lnTo>
                  <a:lnTo>
                    <a:pt x="7" y="71"/>
                  </a:lnTo>
                  <a:lnTo>
                    <a:pt x="7" y="69"/>
                  </a:lnTo>
                  <a:lnTo>
                    <a:pt x="7" y="69"/>
                  </a:lnTo>
                  <a:lnTo>
                    <a:pt x="7" y="66"/>
                  </a:lnTo>
                  <a:lnTo>
                    <a:pt x="9" y="66"/>
                  </a:lnTo>
                  <a:lnTo>
                    <a:pt x="9" y="66"/>
                  </a:lnTo>
                  <a:lnTo>
                    <a:pt x="9" y="66"/>
                  </a:lnTo>
                  <a:lnTo>
                    <a:pt x="12" y="66"/>
                  </a:lnTo>
                  <a:lnTo>
                    <a:pt x="12" y="66"/>
                  </a:lnTo>
                  <a:lnTo>
                    <a:pt x="12" y="66"/>
                  </a:lnTo>
                  <a:lnTo>
                    <a:pt x="12" y="64"/>
                  </a:lnTo>
                  <a:lnTo>
                    <a:pt x="12" y="64"/>
                  </a:lnTo>
                  <a:lnTo>
                    <a:pt x="14" y="64"/>
                  </a:lnTo>
                  <a:lnTo>
                    <a:pt x="14" y="64"/>
                  </a:lnTo>
                  <a:lnTo>
                    <a:pt x="14" y="62"/>
                  </a:lnTo>
                  <a:lnTo>
                    <a:pt x="14" y="62"/>
                  </a:lnTo>
                  <a:lnTo>
                    <a:pt x="16" y="62"/>
                  </a:lnTo>
                  <a:lnTo>
                    <a:pt x="16" y="62"/>
                  </a:lnTo>
                  <a:lnTo>
                    <a:pt x="16" y="62"/>
                  </a:lnTo>
                  <a:lnTo>
                    <a:pt x="16" y="59"/>
                  </a:lnTo>
                  <a:lnTo>
                    <a:pt x="16" y="59"/>
                  </a:lnTo>
                  <a:lnTo>
                    <a:pt x="16" y="59"/>
                  </a:lnTo>
                  <a:lnTo>
                    <a:pt x="19" y="59"/>
                  </a:lnTo>
                  <a:lnTo>
                    <a:pt x="19" y="59"/>
                  </a:lnTo>
                  <a:lnTo>
                    <a:pt x="19" y="57"/>
                  </a:lnTo>
                  <a:lnTo>
                    <a:pt x="19" y="57"/>
                  </a:lnTo>
                  <a:lnTo>
                    <a:pt x="19" y="55"/>
                  </a:lnTo>
                  <a:lnTo>
                    <a:pt x="16" y="55"/>
                  </a:lnTo>
                  <a:lnTo>
                    <a:pt x="16" y="55"/>
                  </a:lnTo>
                  <a:lnTo>
                    <a:pt x="16" y="55"/>
                  </a:lnTo>
                  <a:lnTo>
                    <a:pt x="16" y="52"/>
                  </a:lnTo>
                  <a:lnTo>
                    <a:pt x="16" y="52"/>
                  </a:lnTo>
                  <a:lnTo>
                    <a:pt x="16" y="52"/>
                  </a:lnTo>
                  <a:lnTo>
                    <a:pt x="16" y="50"/>
                  </a:lnTo>
                  <a:lnTo>
                    <a:pt x="16" y="50"/>
                  </a:lnTo>
                  <a:lnTo>
                    <a:pt x="16" y="47"/>
                  </a:lnTo>
                  <a:lnTo>
                    <a:pt x="16" y="47"/>
                  </a:lnTo>
                  <a:lnTo>
                    <a:pt x="16" y="47"/>
                  </a:lnTo>
                  <a:lnTo>
                    <a:pt x="16" y="45"/>
                  </a:lnTo>
                  <a:lnTo>
                    <a:pt x="16" y="45"/>
                  </a:lnTo>
                  <a:lnTo>
                    <a:pt x="16" y="43"/>
                  </a:lnTo>
                  <a:lnTo>
                    <a:pt x="19" y="43"/>
                  </a:lnTo>
                  <a:lnTo>
                    <a:pt x="19" y="43"/>
                  </a:lnTo>
                  <a:lnTo>
                    <a:pt x="21" y="43"/>
                  </a:lnTo>
                  <a:lnTo>
                    <a:pt x="21" y="43"/>
                  </a:lnTo>
                  <a:lnTo>
                    <a:pt x="19" y="43"/>
                  </a:lnTo>
                  <a:lnTo>
                    <a:pt x="19" y="40"/>
                  </a:lnTo>
                  <a:lnTo>
                    <a:pt x="19" y="40"/>
                  </a:lnTo>
                  <a:lnTo>
                    <a:pt x="19" y="40"/>
                  </a:lnTo>
                  <a:lnTo>
                    <a:pt x="19" y="40"/>
                  </a:lnTo>
                  <a:lnTo>
                    <a:pt x="19" y="38"/>
                  </a:lnTo>
                  <a:lnTo>
                    <a:pt x="19" y="38"/>
                  </a:lnTo>
                  <a:lnTo>
                    <a:pt x="19" y="38"/>
                  </a:lnTo>
                  <a:lnTo>
                    <a:pt x="19" y="36"/>
                  </a:lnTo>
                  <a:lnTo>
                    <a:pt x="21" y="36"/>
                  </a:lnTo>
                  <a:lnTo>
                    <a:pt x="21" y="36"/>
                  </a:lnTo>
                  <a:lnTo>
                    <a:pt x="21" y="36"/>
                  </a:lnTo>
                  <a:lnTo>
                    <a:pt x="24" y="36"/>
                  </a:lnTo>
                  <a:lnTo>
                    <a:pt x="24" y="38"/>
                  </a:lnTo>
                  <a:lnTo>
                    <a:pt x="24" y="38"/>
                  </a:lnTo>
                  <a:lnTo>
                    <a:pt x="24" y="38"/>
                  </a:lnTo>
                  <a:lnTo>
                    <a:pt x="24" y="38"/>
                  </a:lnTo>
                  <a:lnTo>
                    <a:pt x="26" y="38"/>
                  </a:lnTo>
                  <a:lnTo>
                    <a:pt x="26" y="40"/>
                  </a:lnTo>
                  <a:lnTo>
                    <a:pt x="26" y="40"/>
                  </a:lnTo>
                  <a:lnTo>
                    <a:pt x="26" y="40"/>
                  </a:lnTo>
                  <a:lnTo>
                    <a:pt x="28" y="40"/>
                  </a:lnTo>
                  <a:lnTo>
                    <a:pt x="28" y="40"/>
                  </a:lnTo>
                  <a:lnTo>
                    <a:pt x="28" y="40"/>
                  </a:lnTo>
                  <a:lnTo>
                    <a:pt x="28" y="40"/>
                  </a:lnTo>
                  <a:lnTo>
                    <a:pt x="31" y="40"/>
                  </a:lnTo>
                  <a:lnTo>
                    <a:pt x="31" y="43"/>
                  </a:lnTo>
                  <a:lnTo>
                    <a:pt x="31" y="43"/>
                  </a:lnTo>
                  <a:lnTo>
                    <a:pt x="33" y="43"/>
                  </a:lnTo>
                  <a:lnTo>
                    <a:pt x="33" y="43"/>
                  </a:lnTo>
                  <a:lnTo>
                    <a:pt x="33" y="43"/>
                  </a:lnTo>
                  <a:lnTo>
                    <a:pt x="33" y="43"/>
                  </a:lnTo>
                  <a:lnTo>
                    <a:pt x="33" y="43"/>
                  </a:lnTo>
                  <a:lnTo>
                    <a:pt x="35" y="43"/>
                  </a:lnTo>
                  <a:lnTo>
                    <a:pt x="35" y="40"/>
                  </a:lnTo>
                  <a:lnTo>
                    <a:pt x="35" y="40"/>
                  </a:lnTo>
                  <a:lnTo>
                    <a:pt x="35" y="40"/>
                  </a:lnTo>
                  <a:lnTo>
                    <a:pt x="38" y="40"/>
                  </a:lnTo>
                  <a:lnTo>
                    <a:pt x="38" y="40"/>
                  </a:lnTo>
                  <a:lnTo>
                    <a:pt x="40" y="40"/>
                  </a:lnTo>
                  <a:lnTo>
                    <a:pt x="40" y="40"/>
                  </a:lnTo>
                  <a:lnTo>
                    <a:pt x="40" y="40"/>
                  </a:lnTo>
                  <a:lnTo>
                    <a:pt x="42" y="40"/>
                  </a:lnTo>
                  <a:lnTo>
                    <a:pt x="42" y="40"/>
                  </a:lnTo>
                  <a:lnTo>
                    <a:pt x="42" y="40"/>
                  </a:lnTo>
                  <a:lnTo>
                    <a:pt x="42" y="43"/>
                  </a:lnTo>
                  <a:lnTo>
                    <a:pt x="45" y="43"/>
                  </a:lnTo>
                  <a:lnTo>
                    <a:pt x="45" y="43"/>
                  </a:lnTo>
                  <a:lnTo>
                    <a:pt x="45" y="43"/>
                  </a:lnTo>
                  <a:lnTo>
                    <a:pt x="47" y="43"/>
                  </a:lnTo>
                  <a:lnTo>
                    <a:pt x="47" y="43"/>
                  </a:lnTo>
                  <a:lnTo>
                    <a:pt x="47" y="45"/>
                  </a:lnTo>
                  <a:lnTo>
                    <a:pt x="47" y="45"/>
                  </a:lnTo>
                  <a:lnTo>
                    <a:pt x="50" y="45"/>
                  </a:lnTo>
                  <a:lnTo>
                    <a:pt x="50" y="45"/>
                  </a:lnTo>
                  <a:lnTo>
                    <a:pt x="50" y="45"/>
                  </a:lnTo>
                  <a:lnTo>
                    <a:pt x="50" y="45"/>
                  </a:lnTo>
                  <a:lnTo>
                    <a:pt x="50" y="47"/>
                  </a:lnTo>
                  <a:lnTo>
                    <a:pt x="52" y="47"/>
                  </a:lnTo>
                  <a:lnTo>
                    <a:pt x="52" y="47"/>
                  </a:lnTo>
                  <a:lnTo>
                    <a:pt x="52" y="47"/>
                  </a:lnTo>
                  <a:lnTo>
                    <a:pt x="54" y="47"/>
                  </a:lnTo>
                  <a:lnTo>
                    <a:pt x="54" y="47"/>
                  </a:lnTo>
                  <a:lnTo>
                    <a:pt x="54" y="50"/>
                  </a:lnTo>
                  <a:lnTo>
                    <a:pt x="54" y="50"/>
                  </a:lnTo>
                  <a:lnTo>
                    <a:pt x="57" y="50"/>
                  </a:lnTo>
                  <a:lnTo>
                    <a:pt x="57" y="50"/>
                  </a:lnTo>
                  <a:lnTo>
                    <a:pt x="57" y="50"/>
                  </a:lnTo>
                  <a:lnTo>
                    <a:pt x="57" y="50"/>
                  </a:lnTo>
                  <a:lnTo>
                    <a:pt x="57" y="52"/>
                  </a:lnTo>
                  <a:lnTo>
                    <a:pt x="59" y="52"/>
                  </a:lnTo>
                  <a:lnTo>
                    <a:pt x="59" y="52"/>
                  </a:lnTo>
                  <a:lnTo>
                    <a:pt x="59" y="52"/>
                  </a:lnTo>
                  <a:lnTo>
                    <a:pt x="61" y="52"/>
                  </a:lnTo>
                  <a:lnTo>
                    <a:pt x="61" y="52"/>
                  </a:lnTo>
                  <a:lnTo>
                    <a:pt x="61" y="52"/>
                  </a:lnTo>
                  <a:lnTo>
                    <a:pt x="61" y="52"/>
                  </a:lnTo>
                  <a:lnTo>
                    <a:pt x="61" y="55"/>
                  </a:lnTo>
                  <a:lnTo>
                    <a:pt x="64" y="55"/>
                  </a:lnTo>
                  <a:lnTo>
                    <a:pt x="64" y="55"/>
                  </a:lnTo>
                  <a:lnTo>
                    <a:pt x="64" y="55"/>
                  </a:lnTo>
                  <a:lnTo>
                    <a:pt x="64" y="55"/>
                  </a:lnTo>
                  <a:lnTo>
                    <a:pt x="66" y="55"/>
                  </a:lnTo>
                  <a:lnTo>
                    <a:pt x="66" y="57"/>
                  </a:lnTo>
                  <a:lnTo>
                    <a:pt x="66" y="57"/>
                  </a:lnTo>
                  <a:lnTo>
                    <a:pt x="68" y="57"/>
                  </a:lnTo>
                  <a:lnTo>
                    <a:pt x="68" y="57"/>
                  </a:lnTo>
                  <a:lnTo>
                    <a:pt x="68" y="57"/>
                  </a:lnTo>
                  <a:lnTo>
                    <a:pt x="68" y="57"/>
                  </a:lnTo>
                  <a:lnTo>
                    <a:pt x="68" y="59"/>
                  </a:lnTo>
                  <a:lnTo>
                    <a:pt x="71" y="59"/>
                  </a:lnTo>
                  <a:lnTo>
                    <a:pt x="71" y="59"/>
                  </a:lnTo>
                  <a:lnTo>
                    <a:pt x="71" y="59"/>
                  </a:lnTo>
                  <a:lnTo>
                    <a:pt x="73" y="59"/>
                  </a:lnTo>
                  <a:lnTo>
                    <a:pt x="73" y="59"/>
                  </a:lnTo>
                  <a:lnTo>
                    <a:pt x="73" y="62"/>
                  </a:lnTo>
                  <a:lnTo>
                    <a:pt x="73" y="62"/>
                  </a:lnTo>
                  <a:lnTo>
                    <a:pt x="76" y="62"/>
                  </a:lnTo>
                  <a:lnTo>
                    <a:pt x="76" y="62"/>
                  </a:lnTo>
                  <a:lnTo>
                    <a:pt x="76" y="62"/>
                  </a:lnTo>
                  <a:lnTo>
                    <a:pt x="76" y="62"/>
                  </a:lnTo>
                  <a:lnTo>
                    <a:pt x="76" y="62"/>
                  </a:lnTo>
                  <a:lnTo>
                    <a:pt x="78" y="62"/>
                  </a:lnTo>
                  <a:lnTo>
                    <a:pt x="78" y="64"/>
                  </a:lnTo>
                  <a:lnTo>
                    <a:pt x="78" y="64"/>
                  </a:lnTo>
                  <a:lnTo>
                    <a:pt x="80" y="64"/>
                  </a:lnTo>
                  <a:lnTo>
                    <a:pt x="80" y="64"/>
                  </a:lnTo>
                  <a:lnTo>
                    <a:pt x="80" y="64"/>
                  </a:lnTo>
                  <a:lnTo>
                    <a:pt x="80" y="64"/>
                  </a:lnTo>
                  <a:lnTo>
                    <a:pt x="80" y="66"/>
                  </a:lnTo>
                  <a:lnTo>
                    <a:pt x="83" y="66"/>
                  </a:lnTo>
                  <a:lnTo>
                    <a:pt x="83" y="66"/>
                  </a:lnTo>
                  <a:lnTo>
                    <a:pt x="83" y="66"/>
                  </a:lnTo>
                  <a:lnTo>
                    <a:pt x="83" y="66"/>
                  </a:lnTo>
                  <a:lnTo>
                    <a:pt x="85" y="66"/>
                  </a:lnTo>
                  <a:lnTo>
                    <a:pt x="85" y="69"/>
                  </a:lnTo>
                  <a:lnTo>
                    <a:pt x="85" y="69"/>
                  </a:lnTo>
                  <a:lnTo>
                    <a:pt x="85" y="71"/>
                  </a:lnTo>
                  <a:lnTo>
                    <a:pt x="85" y="71"/>
                  </a:lnTo>
                  <a:lnTo>
                    <a:pt x="85" y="71"/>
                  </a:lnTo>
                  <a:lnTo>
                    <a:pt x="85" y="74"/>
                  </a:lnTo>
                  <a:lnTo>
                    <a:pt x="85" y="74"/>
                  </a:lnTo>
                  <a:lnTo>
                    <a:pt x="85" y="76"/>
                  </a:lnTo>
                  <a:lnTo>
                    <a:pt x="85" y="76"/>
                  </a:lnTo>
                  <a:lnTo>
                    <a:pt x="85" y="78"/>
                  </a:lnTo>
                  <a:lnTo>
                    <a:pt x="85" y="78"/>
                  </a:lnTo>
                  <a:lnTo>
                    <a:pt x="85" y="81"/>
                  </a:lnTo>
                  <a:lnTo>
                    <a:pt x="85" y="81"/>
                  </a:lnTo>
                  <a:lnTo>
                    <a:pt x="85" y="81"/>
                  </a:lnTo>
                  <a:lnTo>
                    <a:pt x="85" y="83"/>
                  </a:lnTo>
                  <a:lnTo>
                    <a:pt x="85" y="83"/>
                  </a:lnTo>
                  <a:lnTo>
                    <a:pt x="85" y="85"/>
                  </a:lnTo>
                  <a:lnTo>
                    <a:pt x="85" y="85"/>
                  </a:lnTo>
                  <a:lnTo>
                    <a:pt x="85" y="85"/>
                  </a:lnTo>
                  <a:lnTo>
                    <a:pt x="85" y="85"/>
                  </a:lnTo>
                  <a:lnTo>
                    <a:pt x="87" y="85"/>
                  </a:lnTo>
                  <a:lnTo>
                    <a:pt x="87" y="83"/>
                  </a:lnTo>
                  <a:lnTo>
                    <a:pt x="87" y="83"/>
                  </a:lnTo>
                  <a:lnTo>
                    <a:pt x="87" y="83"/>
                  </a:lnTo>
                  <a:lnTo>
                    <a:pt x="87" y="81"/>
                  </a:lnTo>
                  <a:lnTo>
                    <a:pt x="87" y="81"/>
                  </a:lnTo>
                  <a:lnTo>
                    <a:pt x="87" y="81"/>
                  </a:lnTo>
                  <a:lnTo>
                    <a:pt x="90" y="81"/>
                  </a:lnTo>
                  <a:lnTo>
                    <a:pt x="90" y="81"/>
                  </a:lnTo>
                  <a:lnTo>
                    <a:pt x="90" y="81"/>
                  </a:lnTo>
                  <a:lnTo>
                    <a:pt x="90" y="78"/>
                  </a:lnTo>
                  <a:lnTo>
                    <a:pt x="90" y="78"/>
                  </a:lnTo>
                  <a:lnTo>
                    <a:pt x="90" y="78"/>
                  </a:lnTo>
                  <a:lnTo>
                    <a:pt x="92" y="78"/>
                  </a:lnTo>
                  <a:lnTo>
                    <a:pt x="92" y="76"/>
                  </a:lnTo>
                  <a:lnTo>
                    <a:pt x="92" y="76"/>
                  </a:lnTo>
                  <a:lnTo>
                    <a:pt x="92" y="76"/>
                  </a:lnTo>
                  <a:lnTo>
                    <a:pt x="95" y="76"/>
                  </a:lnTo>
                  <a:lnTo>
                    <a:pt x="95" y="74"/>
                  </a:lnTo>
                  <a:lnTo>
                    <a:pt x="95" y="74"/>
                  </a:lnTo>
                  <a:lnTo>
                    <a:pt x="95" y="74"/>
                  </a:lnTo>
                  <a:lnTo>
                    <a:pt x="95" y="71"/>
                  </a:lnTo>
                  <a:lnTo>
                    <a:pt x="95" y="71"/>
                  </a:lnTo>
                  <a:lnTo>
                    <a:pt x="95" y="71"/>
                  </a:lnTo>
                  <a:lnTo>
                    <a:pt x="97" y="71"/>
                  </a:lnTo>
                  <a:lnTo>
                    <a:pt x="97" y="71"/>
                  </a:lnTo>
                  <a:lnTo>
                    <a:pt x="97" y="71"/>
                  </a:lnTo>
                  <a:lnTo>
                    <a:pt x="97" y="69"/>
                  </a:lnTo>
                  <a:lnTo>
                    <a:pt x="97" y="69"/>
                  </a:lnTo>
                  <a:lnTo>
                    <a:pt x="97" y="69"/>
                  </a:lnTo>
                  <a:lnTo>
                    <a:pt x="99" y="69"/>
                  </a:lnTo>
                  <a:lnTo>
                    <a:pt x="99" y="66"/>
                  </a:lnTo>
                  <a:lnTo>
                    <a:pt x="99" y="66"/>
                  </a:lnTo>
                  <a:lnTo>
                    <a:pt x="99" y="66"/>
                  </a:lnTo>
                  <a:lnTo>
                    <a:pt x="102" y="66"/>
                  </a:lnTo>
                  <a:lnTo>
                    <a:pt x="102" y="64"/>
                  </a:lnTo>
                  <a:lnTo>
                    <a:pt x="102" y="64"/>
                  </a:lnTo>
                  <a:lnTo>
                    <a:pt x="102" y="64"/>
                  </a:lnTo>
                  <a:lnTo>
                    <a:pt x="102" y="64"/>
                  </a:lnTo>
                  <a:lnTo>
                    <a:pt x="102" y="62"/>
                  </a:lnTo>
                  <a:lnTo>
                    <a:pt x="104" y="62"/>
                  </a:lnTo>
                  <a:lnTo>
                    <a:pt x="104" y="62"/>
                  </a:lnTo>
                  <a:lnTo>
                    <a:pt x="104" y="62"/>
                  </a:lnTo>
                  <a:lnTo>
                    <a:pt x="104" y="62"/>
                  </a:lnTo>
                  <a:lnTo>
                    <a:pt x="104" y="59"/>
                  </a:lnTo>
                  <a:lnTo>
                    <a:pt x="106" y="59"/>
                  </a:lnTo>
                  <a:lnTo>
                    <a:pt x="106" y="59"/>
                  </a:lnTo>
                  <a:lnTo>
                    <a:pt x="106" y="59"/>
                  </a:lnTo>
                  <a:lnTo>
                    <a:pt x="106" y="57"/>
                  </a:lnTo>
                  <a:lnTo>
                    <a:pt x="106" y="57"/>
                  </a:lnTo>
                  <a:lnTo>
                    <a:pt x="106" y="57"/>
                  </a:lnTo>
                  <a:lnTo>
                    <a:pt x="109" y="57"/>
                  </a:lnTo>
                  <a:lnTo>
                    <a:pt x="109" y="55"/>
                  </a:lnTo>
                  <a:lnTo>
                    <a:pt x="109" y="55"/>
                  </a:lnTo>
                  <a:lnTo>
                    <a:pt x="109" y="55"/>
                  </a:lnTo>
                  <a:lnTo>
                    <a:pt x="109" y="55"/>
                  </a:lnTo>
                  <a:lnTo>
                    <a:pt x="109" y="52"/>
                  </a:lnTo>
                  <a:lnTo>
                    <a:pt x="111" y="52"/>
                  </a:lnTo>
                  <a:lnTo>
                    <a:pt x="111" y="52"/>
                  </a:lnTo>
                  <a:lnTo>
                    <a:pt x="111" y="52"/>
                  </a:lnTo>
                  <a:lnTo>
                    <a:pt x="111" y="52"/>
                  </a:lnTo>
                  <a:lnTo>
                    <a:pt x="113" y="52"/>
                  </a:lnTo>
                  <a:lnTo>
                    <a:pt x="113" y="50"/>
                  </a:lnTo>
                  <a:lnTo>
                    <a:pt x="113" y="50"/>
                  </a:lnTo>
                  <a:lnTo>
                    <a:pt x="113" y="50"/>
                  </a:lnTo>
                  <a:lnTo>
                    <a:pt x="113" y="47"/>
                  </a:lnTo>
                  <a:lnTo>
                    <a:pt x="113" y="47"/>
                  </a:lnTo>
                  <a:lnTo>
                    <a:pt x="113" y="47"/>
                  </a:lnTo>
                  <a:lnTo>
                    <a:pt x="116" y="47"/>
                  </a:lnTo>
                  <a:lnTo>
                    <a:pt x="116" y="45"/>
                  </a:lnTo>
                  <a:lnTo>
                    <a:pt x="116" y="45"/>
                  </a:lnTo>
                  <a:lnTo>
                    <a:pt x="116" y="45"/>
                  </a:lnTo>
                  <a:lnTo>
                    <a:pt x="116" y="45"/>
                  </a:lnTo>
                  <a:lnTo>
                    <a:pt x="116" y="43"/>
                  </a:lnTo>
                  <a:lnTo>
                    <a:pt x="118" y="43"/>
                  </a:lnTo>
                  <a:lnTo>
                    <a:pt x="118" y="43"/>
                  </a:lnTo>
                  <a:lnTo>
                    <a:pt x="118" y="43"/>
                  </a:lnTo>
                  <a:lnTo>
                    <a:pt x="118" y="40"/>
                  </a:lnTo>
                  <a:lnTo>
                    <a:pt x="121" y="40"/>
                  </a:lnTo>
                  <a:lnTo>
                    <a:pt x="121" y="40"/>
                  </a:lnTo>
                  <a:lnTo>
                    <a:pt x="121" y="40"/>
                  </a:lnTo>
                  <a:lnTo>
                    <a:pt x="121" y="40"/>
                  </a:lnTo>
                  <a:lnTo>
                    <a:pt x="121" y="40"/>
                  </a:lnTo>
                  <a:lnTo>
                    <a:pt x="121" y="38"/>
                  </a:lnTo>
                  <a:lnTo>
                    <a:pt x="123" y="38"/>
                  </a:lnTo>
                  <a:lnTo>
                    <a:pt x="123" y="38"/>
                  </a:lnTo>
                  <a:lnTo>
                    <a:pt x="123" y="38"/>
                  </a:lnTo>
                  <a:lnTo>
                    <a:pt x="123" y="36"/>
                  </a:lnTo>
                  <a:lnTo>
                    <a:pt x="123" y="36"/>
                  </a:lnTo>
                  <a:lnTo>
                    <a:pt x="123" y="36"/>
                  </a:lnTo>
                  <a:lnTo>
                    <a:pt x="123" y="33"/>
                  </a:lnTo>
                  <a:lnTo>
                    <a:pt x="125" y="33"/>
                  </a:lnTo>
                  <a:lnTo>
                    <a:pt x="125" y="33"/>
                  </a:lnTo>
                  <a:lnTo>
                    <a:pt x="125" y="33"/>
                  </a:lnTo>
                  <a:lnTo>
                    <a:pt x="125" y="31"/>
                  </a:lnTo>
                  <a:lnTo>
                    <a:pt x="128" y="31"/>
                  </a:lnTo>
                  <a:lnTo>
                    <a:pt x="128" y="31"/>
                  </a:lnTo>
                  <a:lnTo>
                    <a:pt x="128" y="31"/>
                  </a:lnTo>
                  <a:lnTo>
                    <a:pt x="128" y="31"/>
                  </a:lnTo>
                  <a:lnTo>
                    <a:pt x="128" y="31"/>
                  </a:lnTo>
                  <a:lnTo>
                    <a:pt x="128" y="29"/>
                  </a:lnTo>
                  <a:lnTo>
                    <a:pt x="130" y="29"/>
                  </a:lnTo>
                  <a:lnTo>
                    <a:pt x="130" y="29"/>
                  </a:lnTo>
                  <a:lnTo>
                    <a:pt x="130" y="29"/>
                  </a:lnTo>
                  <a:lnTo>
                    <a:pt x="130" y="26"/>
                  </a:lnTo>
                  <a:lnTo>
                    <a:pt x="130" y="26"/>
                  </a:lnTo>
                  <a:lnTo>
                    <a:pt x="130" y="26"/>
                  </a:lnTo>
                  <a:lnTo>
                    <a:pt x="132" y="26"/>
                  </a:lnTo>
                  <a:lnTo>
                    <a:pt x="132" y="24"/>
                  </a:lnTo>
                  <a:lnTo>
                    <a:pt x="132" y="24"/>
                  </a:lnTo>
                  <a:lnTo>
                    <a:pt x="132" y="24"/>
                  </a:lnTo>
                  <a:lnTo>
                    <a:pt x="135" y="24"/>
                  </a:lnTo>
                  <a:lnTo>
                    <a:pt x="135" y="21"/>
                  </a:lnTo>
                  <a:lnTo>
                    <a:pt x="135" y="21"/>
                  </a:lnTo>
                  <a:lnTo>
                    <a:pt x="135" y="21"/>
                  </a:lnTo>
                  <a:lnTo>
                    <a:pt x="135" y="21"/>
                  </a:lnTo>
                  <a:lnTo>
                    <a:pt x="135" y="21"/>
                  </a:lnTo>
                  <a:lnTo>
                    <a:pt x="137" y="21"/>
                  </a:lnTo>
                  <a:lnTo>
                    <a:pt x="137" y="19"/>
                  </a:lnTo>
                  <a:lnTo>
                    <a:pt x="137" y="19"/>
                  </a:lnTo>
                  <a:lnTo>
                    <a:pt x="137" y="19"/>
                  </a:lnTo>
                  <a:lnTo>
                    <a:pt x="140" y="19"/>
                  </a:lnTo>
                  <a:lnTo>
                    <a:pt x="140" y="19"/>
                  </a:lnTo>
                  <a:lnTo>
                    <a:pt x="140" y="19"/>
                  </a:lnTo>
                  <a:lnTo>
                    <a:pt x="142" y="19"/>
                  </a:lnTo>
                  <a:lnTo>
                    <a:pt x="142" y="17"/>
                  </a:lnTo>
                  <a:lnTo>
                    <a:pt x="142" y="17"/>
                  </a:lnTo>
                  <a:lnTo>
                    <a:pt x="142" y="17"/>
                  </a:lnTo>
                  <a:lnTo>
                    <a:pt x="144" y="17"/>
                  </a:lnTo>
                  <a:lnTo>
                    <a:pt x="144" y="17"/>
                  </a:lnTo>
                  <a:lnTo>
                    <a:pt x="144" y="17"/>
                  </a:lnTo>
                  <a:lnTo>
                    <a:pt x="147" y="17"/>
                  </a:lnTo>
                  <a:lnTo>
                    <a:pt x="147" y="17"/>
                  </a:lnTo>
                  <a:lnTo>
                    <a:pt x="147" y="17"/>
                  </a:lnTo>
                  <a:lnTo>
                    <a:pt x="149" y="17"/>
                  </a:lnTo>
                  <a:lnTo>
                    <a:pt x="149" y="14"/>
                  </a:lnTo>
                  <a:lnTo>
                    <a:pt x="149" y="14"/>
                  </a:lnTo>
                  <a:lnTo>
                    <a:pt x="149" y="14"/>
                  </a:lnTo>
                  <a:lnTo>
                    <a:pt x="151" y="14"/>
                  </a:lnTo>
                  <a:lnTo>
                    <a:pt x="151" y="14"/>
                  </a:lnTo>
                  <a:lnTo>
                    <a:pt x="154" y="14"/>
                  </a:lnTo>
                  <a:lnTo>
                    <a:pt x="154" y="14"/>
                  </a:lnTo>
                  <a:lnTo>
                    <a:pt x="154" y="14"/>
                  </a:lnTo>
                  <a:lnTo>
                    <a:pt x="154" y="14"/>
                  </a:lnTo>
                  <a:lnTo>
                    <a:pt x="156" y="14"/>
                  </a:lnTo>
                  <a:lnTo>
                    <a:pt x="156" y="14"/>
                  </a:lnTo>
                  <a:lnTo>
                    <a:pt x="156" y="12"/>
                  </a:lnTo>
                  <a:lnTo>
                    <a:pt x="156" y="12"/>
                  </a:lnTo>
                  <a:lnTo>
                    <a:pt x="158" y="12"/>
                  </a:lnTo>
                  <a:lnTo>
                    <a:pt x="158" y="12"/>
                  </a:lnTo>
                  <a:lnTo>
                    <a:pt x="161" y="12"/>
                  </a:lnTo>
                  <a:lnTo>
                    <a:pt x="161" y="12"/>
                  </a:lnTo>
                  <a:lnTo>
                    <a:pt x="161" y="12"/>
                  </a:lnTo>
                  <a:lnTo>
                    <a:pt x="161" y="12"/>
                  </a:lnTo>
                  <a:lnTo>
                    <a:pt x="163" y="12"/>
                  </a:lnTo>
                  <a:lnTo>
                    <a:pt x="163" y="12"/>
                  </a:lnTo>
                  <a:lnTo>
                    <a:pt x="163" y="12"/>
                  </a:lnTo>
                  <a:lnTo>
                    <a:pt x="163" y="12"/>
                  </a:lnTo>
                  <a:lnTo>
                    <a:pt x="166" y="12"/>
                  </a:lnTo>
                  <a:lnTo>
                    <a:pt x="166" y="12"/>
                  </a:lnTo>
                  <a:lnTo>
                    <a:pt x="168" y="12"/>
                  </a:lnTo>
                  <a:lnTo>
                    <a:pt x="168" y="12"/>
                  </a:lnTo>
                  <a:lnTo>
                    <a:pt x="168" y="10"/>
                  </a:lnTo>
                  <a:lnTo>
                    <a:pt x="168" y="10"/>
                  </a:lnTo>
                  <a:lnTo>
                    <a:pt x="170" y="10"/>
                  </a:lnTo>
                  <a:lnTo>
                    <a:pt x="170" y="10"/>
                  </a:lnTo>
                  <a:lnTo>
                    <a:pt x="170" y="10"/>
                  </a:lnTo>
                  <a:lnTo>
                    <a:pt x="170" y="10"/>
                  </a:lnTo>
                  <a:lnTo>
                    <a:pt x="173" y="10"/>
                  </a:lnTo>
                  <a:lnTo>
                    <a:pt x="173" y="10"/>
                  </a:lnTo>
                  <a:lnTo>
                    <a:pt x="175" y="10"/>
                  </a:lnTo>
                  <a:lnTo>
                    <a:pt x="175" y="10"/>
                  </a:lnTo>
                  <a:lnTo>
                    <a:pt x="175" y="10"/>
                  </a:lnTo>
                  <a:lnTo>
                    <a:pt x="175" y="7"/>
                  </a:lnTo>
                  <a:lnTo>
                    <a:pt x="177" y="7"/>
                  </a:lnTo>
                  <a:lnTo>
                    <a:pt x="177" y="7"/>
                  </a:lnTo>
                  <a:lnTo>
                    <a:pt x="180" y="7"/>
                  </a:lnTo>
                  <a:lnTo>
                    <a:pt x="180" y="7"/>
                  </a:lnTo>
                  <a:lnTo>
                    <a:pt x="180" y="7"/>
                  </a:lnTo>
                  <a:lnTo>
                    <a:pt x="180" y="7"/>
                  </a:lnTo>
                  <a:lnTo>
                    <a:pt x="182" y="7"/>
                  </a:lnTo>
                  <a:lnTo>
                    <a:pt x="182" y="7"/>
                  </a:lnTo>
                  <a:lnTo>
                    <a:pt x="182" y="7"/>
                  </a:lnTo>
                  <a:lnTo>
                    <a:pt x="184" y="7"/>
                  </a:lnTo>
                  <a:lnTo>
                    <a:pt x="184" y="5"/>
                  </a:lnTo>
                  <a:lnTo>
                    <a:pt x="184" y="5"/>
                  </a:lnTo>
                  <a:lnTo>
                    <a:pt x="187" y="5"/>
                  </a:lnTo>
                  <a:lnTo>
                    <a:pt x="187" y="5"/>
                  </a:lnTo>
                  <a:lnTo>
                    <a:pt x="187" y="5"/>
                  </a:lnTo>
                  <a:lnTo>
                    <a:pt x="187" y="5"/>
                  </a:lnTo>
                  <a:lnTo>
                    <a:pt x="189" y="5"/>
                  </a:lnTo>
                  <a:lnTo>
                    <a:pt x="189" y="5"/>
                  </a:lnTo>
                  <a:lnTo>
                    <a:pt x="189" y="5"/>
                  </a:lnTo>
                  <a:lnTo>
                    <a:pt x="192" y="5"/>
                  </a:lnTo>
                  <a:lnTo>
                    <a:pt x="192" y="5"/>
                  </a:lnTo>
                  <a:lnTo>
                    <a:pt x="192" y="2"/>
                  </a:lnTo>
                  <a:lnTo>
                    <a:pt x="194" y="2"/>
                  </a:lnTo>
                  <a:lnTo>
                    <a:pt x="194" y="2"/>
                  </a:lnTo>
                  <a:lnTo>
                    <a:pt x="194" y="2"/>
                  </a:lnTo>
                  <a:lnTo>
                    <a:pt x="196" y="2"/>
                  </a:lnTo>
                  <a:lnTo>
                    <a:pt x="196" y="2"/>
                  </a:lnTo>
                  <a:lnTo>
                    <a:pt x="196" y="2"/>
                  </a:lnTo>
                  <a:lnTo>
                    <a:pt x="196" y="2"/>
                  </a:lnTo>
                  <a:lnTo>
                    <a:pt x="199" y="2"/>
                  </a:lnTo>
                  <a:lnTo>
                    <a:pt x="199" y="2"/>
                  </a:lnTo>
                  <a:lnTo>
                    <a:pt x="201" y="2"/>
                  </a:lnTo>
                  <a:lnTo>
                    <a:pt x="201" y="2"/>
                  </a:lnTo>
                  <a:lnTo>
                    <a:pt x="201" y="2"/>
                  </a:lnTo>
                  <a:lnTo>
                    <a:pt x="201" y="2"/>
                  </a:lnTo>
                  <a:lnTo>
                    <a:pt x="203" y="2"/>
                  </a:lnTo>
                  <a:lnTo>
                    <a:pt x="203" y="2"/>
                  </a:lnTo>
                  <a:lnTo>
                    <a:pt x="203" y="0"/>
                  </a:lnTo>
                  <a:lnTo>
                    <a:pt x="203" y="0"/>
                  </a:lnTo>
                  <a:lnTo>
                    <a:pt x="206" y="0"/>
                  </a:lnTo>
                  <a:lnTo>
                    <a:pt x="206" y="0"/>
                  </a:lnTo>
                  <a:lnTo>
                    <a:pt x="206" y="2"/>
                  </a:lnTo>
                  <a:lnTo>
                    <a:pt x="206" y="2"/>
                  </a:lnTo>
                  <a:lnTo>
                    <a:pt x="206" y="2"/>
                  </a:lnTo>
                  <a:lnTo>
                    <a:pt x="206" y="2"/>
                  </a:lnTo>
                  <a:lnTo>
                    <a:pt x="206" y="5"/>
                  </a:lnTo>
                  <a:lnTo>
                    <a:pt x="206" y="5"/>
                  </a:lnTo>
                  <a:lnTo>
                    <a:pt x="203" y="5"/>
                  </a:lnTo>
                  <a:lnTo>
                    <a:pt x="203" y="7"/>
                  </a:lnTo>
                  <a:lnTo>
                    <a:pt x="203" y="7"/>
                  </a:lnTo>
                  <a:lnTo>
                    <a:pt x="203" y="10"/>
                  </a:lnTo>
                  <a:lnTo>
                    <a:pt x="203" y="10"/>
                  </a:lnTo>
                  <a:lnTo>
                    <a:pt x="203" y="10"/>
                  </a:lnTo>
                  <a:lnTo>
                    <a:pt x="203" y="12"/>
                  </a:lnTo>
                  <a:lnTo>
                    <a:pt x="203" y="12"/>
                  </a:lnTo>
                  <a:lnTo>
                    <a:pt x="203" y="12"/>
                  </a:lnTo>
                  <a:lnTo>
                    <a:pt x="203" y="12"/>
                  </a:lnTo>
                  <a:lnTo>
                    <a:pt x="206" y="12"/>
                  </a:lnTo>
                  <a:lnTo>
                    <a:pt x="206" y="14"/>
                  </a:lnTo>
                  <a:lnTo>
                    <a:pt x="206" y="14"/>
                  </a:lnTo>
                  <a:lnTo>
                    <a:pt x="206" y="14"/>
                  </a:lnTo>
                  <a:lnTo>
                    <a:pt x="206" y="17"/>
                  </a:lnTo>
                  <a:lnTo>
                    <a:pt x="208" y="17"/>
                  </a:lnTo>
                  <a:lnTo>
                    <a:pt x="208" y="17"/>
                  </a:lnTo>
                  <a:lnTo>
                    <a:pt x="208" y="17"/>
                  </a:lnTo>
                  <a:lnTo>
                    <a:pt x="208" y="19"/>
                  </a:lnTo>
                  <a:lnTo>
                    <a:pt x="208" y="19"/>
                  </a:lnTo>
                  <a:lnTo>
                    <a:pt x="208" y="19"/>
                  </a:lnTo>
                  <a:lnTo>
                    <a:pt x="208" y="21"/>
                  </a:lnTo>
                  <a:lnTo>
                    <a:pt x="211" y="21"/>
                  </a:lnTo>
                  <a:lnTo>
                    <a:pt x="211" y="21"/>
                  </a:lnTo>
                  <a:lnTo>
                    <a:pt x="211" y="21"/>
                  </a:lnTo>
                  <a:lnTo>
                    <a:pt x="211" y="21"/>
                  </a:lnTo>
                  <a:lnTo>
                    <a:pt x="211" y="24"/>
                  </a:lnTo>
                  <a:lnTo>
                    <a:pt x="213" y="24"/>
                  </a:lnTo>
                  <a:lnTo>
                    <a:pt x="213" y="24"/>
                  </a:lnTo>
                  <a:lnTo>
                    <a:pt x="213" y="26"/>
                  </a:lnTo>
                  <a:lnTo>
                    <a:pt x="213" y="26"/>
                  </a:lnTo>
                  <a:lnTo>
                    <a:pt x="213" y="26"/>
                  </a:lnTo>
                  <a:lnTo>
                    <a:pt x="213" y="26"/>
                  </a:lnTo>
                  <a:lnTo>
                    <a:pt x="213" y="29"/>
                  </a:lnTo>
                  <a:lnTo>
                    <a:pt x="215" y="29"/>
                  </a:lnTo>
                  <a:lnTo>
                    <a:pt x="215" y="29"/>
                  </a:lnTo>
                  <a:lnTo>
                    <a:pt x="215" y="31"/>
                  </a:lnTo>
                  <a:lnTo>
                    <a:pt x="215" y="31"/>
                  </a:lnTo>
                  <a:lnTo>
                    <a:pt x="215" y="31"/>
                  </a:lnTo>
                  <a:lnTo>
                    <a:pt x="215" y="31"/>
                  </a:lnTo>
                  <a:lnTo>
                    <a:pt x="215" y="31"/>
                  </a:lnTo>
                  <a:lnTo>
                    <a:pt x="215" y="33"/>
                  </a:lnTo>
                  <a:lnTo>
                    <a:pt x="218" y="33"/>
                  </a:lnTo>
                  <a:lnTo>
                    <a:pt x="218" y="33"/>
                  </a:lnTo>
                  <a:lnTo>
                    <a:pt x="218" y="33"/>
                  </a:lnTo>
                  <a:lnTo>
                    <a:pt x="218" y="36"/>
                  </a:lnTo>
                  <a:lnTo>
                    <a:pt x="218" y="36"/>
                  </a:lnTo>
                  <a:lnTo>
                    <a:pt x="220" y="36"/>
                  </a:lnTo>
                  <a:lnTo>
                    <a:pt x="220" y="38"/>
                  </a:lnTo>
                  <a:lnTo>
                    <a:pt x="220" y="38"/>
                  </a:lnTo>
                  <a:lnTo>
                    <a:pt x="220" y="38"/>
                  </a:lnTo>
                  <a:lnTo>
                    <a:pt x="220" y="38"/>
                  </a:lnTo>
                  <a:lnTo>
                    <a:pt x="220" y="40"/>
                  </a:lnTo>
                  <a:lnTo>
                    <a:pt x="220" y="40"/>
                  </a:lnTo>
                  <a:lnTo>
                    <a:pt x="222" y="40"/>
                  </a:lnTo>
                  <a:lnTo>
                    <a:pt x="222" y="40"/>
                  </a:lnTo>
                  <a:lnTo>
                    <a:pt x="222" y="40"/>
                  </a:lnTo>
                  <a:lnTo>
                    <a:pt x="222" y="43"/>
                  </a:lnTo>
                  <a:lnTo>
                    <a:pt x="222" y="43"/>
                  </a:lnTo>
                  <a:lnTo>
                    <a:pt x="222" y="45"/>
                  </a:lnTo>
                  <a:lnTo>
                    <a:pt x="222" y="45"/>
                  </a:lnTo>
                  <a:lnTo>
                    <a:pt x="222" y="45"/>
                  </a:lnTo>
                  <a:lnTo>
                    <a:pt x="222" y="47"/>
                  </a:lnTo>
                  <a:lnTo>
                    <a:pt x="222" y="47"/>
                  </a:lnTo>
                  <a:lnTo>
                    <a:pt x="222" y="50"/>
                  </a:lnTo>
                  <a:lnTo>
                    <a:pt x="222" y="50"/>
                  </a:lnTo>
                  <a:lnTo>
                    <a:pt x="222" y="50"/>
                  </a:lnTo>
                  <a:lnTo>
                    <a:pt x="222" y="52"/>
                  </a:lnTo>
                  <a:lnTo>
                    <a:pt x="222" y="52"/>
                  </a:lnTo>
                  <a:lnTo>
                    <a:pt x="222" y="52"/>
                  </a:lnTo>
                  <a:lnTo>
                    <a:pt x="225" y="52"/>
                  </a:lnTo>
                  <a:lnTo>
                    <a:pt x="225" y="52"/>
                  </a:lnTo>
                  <a:lnTo>
                    <a:pt x="225" y="52"/>
                  </a:lnTo>
                  <a:lnTo>
                    <a:pt x="225" y="55"/>
                  </a:lnTo>
                  <a:lnTo>
                    <a:pt x="227" y="55"/>
                  </a:lnTo>
                  <a:lnTo>
                    <a:pt x="227" y="55"/>
                  </a:lnTo>
                  <a:lnTo>
                    <a:pt x="227" y="55"/>
                  </a:lnTo>
                  <a:lnTo>
                    <a:pt x="227" y="57"/>
                  </a:lnTo>
                  <a:lnTo>
                    <a:pt x="227" y="57"/>
                  </a:lnTo>
                  <a:lnTo>
                    <a:pt x="227" y="57"/>
                  </a:lnTo>
                  <a:lnTo>
                    <a:pt x="227" y="59"/>
                  </a:lnTo>
                  <a:lnTo>
                    <a:pt x="229" y="59"/>
                  </a:lnTo>
                  <a:lnTo>
                    <a:pt x="229" y="59"/>
                  </a:lnTo>
                  <a:lnTo>
                    <a:pt x="229" y="59"/>
                  </a:lnTo>
                  <a:lnTo>
                    <a:pt x="229" y="62"/>
                  </a:lnTo>
                  <a:lnTo>
                    <a:pt x="229" y="62"/>
                  </a:lnTo>
                  <a:lnTo>
                    <a:pt x="227" y="62"/>
                  </a:lnTo>
                  <a:lnTo>
                    <a:pt x="227" y="62"/>
                  </a:lnTo>
                  <a:lnTo>
                    <a:pt x="227" y="62"/>
                  </a:lnTo>
                  <a:lnTo>
                    <a:pt x="227" y="62"/>
                  </a:lnTo>
                  <a:lnTo>
                    <a:pt x="225" y="62"/>
                  </a:lnTo>
                  <a:lnTo>
                    <a:pt x="225" y="62"/>
                  </a:lnTo>
                  <a:lnTo>
                    <a:pt x="225" y="62"/>
                  </a:lnTo>
                  <a:lnTo>
                    <a:pt x="222" y="62"/>
                  </a:lnTo>
                  <a:lnTo>
                    <a:pt x="222" y="64"/>
                  </a:lnTo>
                  <a:lnTo>
                    <a:pt x="222" y="64"/>
                  </a:lnTo>
                  <a:lnTo>
                    <a:pt x="222" y="64"/>
                  </a:lnTo>
                  <a:lnTo>
                    <a:pt x="220" y="64"/>
                  </a:lnTo>
                  <a:lnTo>
                    <a:pt x="220" y="64"/>
                  </a:lnTo>
                  <a:lnTo>
                    <a:pt x="220" y="64"/>
                  </a:lnTo>
                  <a:lnTo>
                    <a:pt x="220" y="64"/>
                  </a:lnTo>
                  <a:lnTo>
                    <a:pt x="218" y="64"/>
                  </a:lnTo>
                  <a:lnTo>
                    <a:pt x="218" y="66"/>
                  </a:lnTo>
                  <a:lnTo>
                    <a:pt x="218" y="66"/>
                  </a:lnTo>
                  <a:lnTo>
                    <a:pt x="215" y="66"/>
                  </a:lnTo>
                  <a:lnTo>
                    <a:pt x="215" y="66"/>
                  </a:lnTo>
                  <a:lnTo>
                    <a:pt x="215" y="66"/>
                  </a:lnTo>
                  <a:lnTo>
                    <a:pt x="215" y="69"/>
                  </a:lnTo>
                  <a:lnTo>
                    <a:pt x="215" y="69"/>
                  </a:lnTo>
                  <a:lnTo>
                    <a:pt x="215" y="69"/>
                  </a:lnTo>
                  <a:lnTo>
                    <a:pt x="213" y="69"/>
                  </a:lnTo>
                  <a:lnTo>
                    <a:pt x="213" y="71"/>
                  </a:lnTo>
                  <a:lnTo>
                    <a:pt x="213" y="71"/>
                  </a:lnTo>
                  <a:lnTo>
                    <a:pt x="213" y="71"/>
                  </a:lnTo>
                  <a:lnTo>
                    <a:pt x="213" y="71"/>
                  </a:lnTo>
                  <a:lnTo>
                    <a:pt x="213" y="71"/>
                  </a:lnTo>
                  <a:lnTo>
                    <a:pt x="213" y="74"/>
                  </a:lnTo>
                  <a:lnTo>
                    <a:pt x="211" y="74"/>
                  </a:lnTo>
                  <a:lnTo>
                    <a:pt x="211" y="74"/>
                  </a:lnTo>
                  <a:lnTo>
                    <a:pt x="211" y="76"/>
                  </a:lnTo>
                  <a:lnTo>
                    <a:pt x="211" y="76"/>
                  </a:lnTo>
                  <a:lnTo>
                    <a:pt x="211" y="76"/>
                  </a:lnTo>
                  <a:lnTo>
                    <a:pt x="211" y="78"/>
                  </a:lnTo>
                  <a:lnTo>
                    <a:pt x="211" y="78"/>
                  </a:lnTo>
                  <a:lnTo>
                    <a:pt x="211" y="78"/>
                  </a:lnTo>
                  <a:lnTo>
                    <a:pt x="211" y="81"/>
                  </a:lnTo>
                  <a:lnTo>
                    <a:pt x="211" y="81"/>
                  </a:lnTo>
                  <a:lnTo>
                    <a:pt x="211" y="81"/>
                  </a:lnTo>
                  <a:lnTo>
                    <a:pt x="211" y="83"/>
                  </a:lnTo>
                  <a:lnTo>
                    <a:pt x="211" y="83"/>
                  </a:lnTo>
                  <a:lnTo>
                    <a:pt x="213" y="83"/>
                  </a:lnTo>
                  <a:lnTo>
                    <a:pt x="213" y="85"/>
                  </a:lnTo>
                  <a:lnTo>
                    <a:pt x="213" y="85"/>
                  </a:lnTo>
                  <a:lnTo>
                    <a:pt x="213" y="88"/>
                  </a:lnTo>
                  <a:lnTo>
                    <a:pt x="211" y="88"/>
                  </a:lnTo>
                  <a:lnTo>
                    <a:pt x="211" y="88"/>
                  </a:lnTo>
                  <a:lnTo>
                    <a:pt x="208" y="88"/>
                  </a:lnTo>
                  <a:lnTo>
                    <a:pt x="208" y="88"/>
                  </a:lnTo>
                  <a:lnTo>
                    <a:pt x="208" y="88"/>
                  </a:lnTo>
                  <a:lnTo>
                    <a:pt x="208" y="88"/>
                  </a:lnTo>
                  <a:lnTo>
                    <a:pt x="208" y="90"/>
                  </a:lnTo>
                  <a:lnTo>
                    <a:pt x="206" y="90"/>
                  </a:lnTo>
                  <a:lnTo>
                    <a:pt x="206" y="90"/>
                  </a:lnTo>
                  <a:lnTo>
                    <a:pt x="203" y="90"/>
                  </a:lnTo>
                  <a:lnTo>
                    <a:pt x="203" y="90"/>
                  </a:lnTo>
                  <a:lnTo>
                    <a:pt x="203" y="90"/>
                  </a:lnTo>
                  <a:lnTo>
                    <a:pt x="203" y="90"/>
                  </a:lnTo>
                  <a:lnTo>
                    <a:pt x="203" y="90"/>
                  </a:lnTo>
                  <a:lnTo>
                    <a:pt x="201" y="90"/>
                  </a:lnTo>
                  <a:lnTo>
                    <a:pt x="201" y="90"/>
                  </a:lnTo>
                  <a:lnTo>
                    <a:pt x="201" y="93"/>
                  </a:lnTo>
                  <a:lnTo>
                    <a:pt x="201" y="93"/>
                  </a:lnTo>
                  <a:lnTo>
                    <a:pt x="201" y="93"/>
                  </a:lnTo>
                  <a:lnTo>
                    <a:pt x="199" y="93"/>
                  </a:lnTo>
                  <a:lnTo>
                    <a:pt x="199" y="95"/>
                  </a:lnTo>
                  <a:lnTo>
                    <a:pt x="199" y="95"/>
                  </a:lnTo>
                  <a:lnTo>
                    <a:pt x="196" y="95"/>
                  </a:lnTo>
                  <a:lnTo>
                    <a:pt x="196" y="95"/>
                  </a:lnTo>
                  <a:lnTo>
                    <a:pt x="196" y="95"/>
                  </a:lnTo>
                  <a:lnTo>
                    <a:pt x="196" y="95"/>
                  </a:lnTo>
                  <a:lnTo>
                    <a:pt x="194" y="95"/>
                  </a:lnTo>
                  <a:lnTo>
                    <a:pt x="194" y="95"/>
                  </a:lnTo>
                  <a:lnTo>
                    <a:pt x="194" y="97"/>
                  </a:lnTo>
                  <a:lnTo>
                    <a:pt x="194" y="97"/>
                  </a:lnTo>
                  <a:lnTo>
                    <a:pt x="192" y="97"/>
                  </a:lnTo>
                  <a:lnTo>
                    <a:pt x="192" y="97"/>
                  </a:lnTo>
                  <a:lnTo>
                    <a:pt x="192" y="97"/>
                  </a:lnTo>
                  <a:lnTo>
                    <a:pt x="189" y="97"/>
                  </a:lnTo>
                  <a:lnTo>
                    <a:pt x="189" y="97"/>
                  </a:lnTo>
                  <a:lnTo>
                    <a:pt x="189" y="97"/>
                  </a:lnTo>
                  <a:lnTo>
                    <a:pt x="189" y="100"/>
                  </a:lnTo>
                  <a:lnTo>
                    <a:pt x="187" y="100"/>
                  </a:lnTo>
                  <a:lnTo>
                    <a:pt x="187" y="100"/>
                  </a:lnTo>
                  <a:lnTo>
                    <a:pt x="187" y="100"/>
                  </a:lnTo>
                  <a:lnTo>
                    <a:pt x="184" y="100"/>
                  </a:lnTo>
                  <a:lnTo>
                    <a:pt x="184" y="100"/>
                  </a:lnTo>
                  <a:lnTo>
                    <a:pt x="184" y="100"/>
                  </a:lnTo>
                  <a:lnTo>
                    <a:pt x="182" y="100"/>
                  </a:lnTo>
                  <a:lnTo>
                    <a:pt x="182" y="100"/>
                  </a:lnTo>
                  <a:lnTo>
                    <a:pt x="182" y="100"/>
                  </a:lnTo>
                  <a:lnTo>
                    <a:pt x="180" y="100"/>
                  </a:lnTo>
                  <a:lnTo>
                    <a:pt x="180" y="102"/>
                  </a:lnTo>
                  <a:lnTo>
                    <a:pt x="180" y="102"/>
                  </a:lnTo>
                  <a:lnTo>
                    <a:pt x="180" y="102"/>
                  </a:lnTo>
                  <a:lnTo>
                    <a:pt x="177" y="102"/>
                  </a:lnTo>
                  <a:lnTo>
                    <a:pt x="177" y="102"/>
                  </a:lnTo>
                  <a:lnTo>
                    <a:pt x="175" y="102"/>
                  </a:lnTo>
                  <a:lnTo>
                    <a:pt x="175" y="102"/>
                  </a:lnTo>
                  <a:lnTo>
                    <a:pt x="175" y="102"/>
                  </a:lnTo>
                  <a:lnTo>
                    <a:pt x="175" y="102"/>
                  </a:lnTo>
                  <a:lnTo>
                    <a:pt x="173" y="102"/>
                  </a:lnTo>
                  <a:lnTo>
                    <a:pt x="173" y="102"/>
                  </a:lnTo>
                  <a:lnTo>
                    <a:pt x="173" y="102"/>
                  </a:lnTo>
                  <a:lnTo>
                    <a:pt x="170" y="102"/>
                  </a:lnTo>
                  <a:lnTo>
                    <a:pt x="170" y="104"/>
                  </a:lnTo>
                  <a:lnTo>
                    <a:pt x="170" y="104"/>
                  </a:lnTo>
                  <a:lnTo>
                    <a:pt x="170" y="104"/>
                  </a:lnTo>
                  <a:lnTo>
                    <a:pt x="170" y="104"/>
                  </a:lnTo>
                  <a:lnTo>
                    <a:pt x="168" y="104"/>
                  </a:lnTo>
                  <a:lnTo>
                    <a:pt x="168" y="107"/>
                  </a:lnTo>
                  <a:lnTo>
                    <a:pt x="168" y="107"/>
                  </a:lnTo>
                  <a:lnTo>
                    <a:pt x="168" y="107"/>
                  </a:lnTo>
                  <a:lnTo>
                    <a:pt x="166" y="107"/>
                  </a:lnTo>
                  <a:lnTo>
                    <a:pt x="166" y="107"/>
                  </a:lnTo>
                  <a:lnTo>
                    <a:pt x="166" y="107"/>
                  </a:lnTo>
                  <a:lnTo>
                    <a:pt x="163" y="107"/>
                  </a:lnTo>
                  <a:lnTo>
                    <a:pt x="163" y="107"/>
                  </a:lnTo>
                  <a:lnTo>
                    <a:pt x="163" y="107"/>
                  </a:lnTo>
                  <a:lnTo>
                    <a:pt x="163" y="107"/>
                  </a:lnTo>
                  <a:lnTo>
                    <a:pt x="161" y="107"/>
                  </a:lnTo>
                  <a:lnTo>
                    <a:pt x="161" y="107"/>
                  </a:lnTo>
                  <a:lnTo>
                    <a:pt x="161" y="107"/>
                  </a:lnTo>
                  <a:lnTo>
                    <a:pt x="161" y="107"/>
                  </a:lnTo>
                  <a:lnTo>
                    <a:pt x="161" y="109"/>
                  </a:lnTo>
                  <a:lnTo>
                    <a:pt x="158" y="109"/>
                  </a:lnTo>
                  <a:lnTo>
                    <a:pt x="158" y="109"/>
                  </a:lnTo>
                  <a:lnTo>
                    <a:pt x="156" y="109"/>
                  </a:lnTo>
                  <a:lnTo>
                    <a:pt x="156" y="109"/>
                  </a:lnTo>
                  <a:lnTo>
                    <a:pt x="156" y="109"/>
                  </a:lnTo>
                  <a:lnTo>
                    <a:pt x="156" y="109"/>
                  </a:lnTo>
                  <a:lnTo>
                    <a:pt x="154" y="109"/>
                  </a:lnTo>
                  <a:lnTo>
                    <a:pt x="154" y="109"/>
                  </a:lnTo>
                  <a:lnTo>
                    <a:pt x="154" y="111"/>
                  </a:lnTo>
                  <a:lnTo>
                    <a:pt x="154" y="111"/>
                  </a:lnTo>
                  <a:lnTo>
                    <a:pt x="151" y="111"/>
                  </a:lnTo>
                  <a:lnTo>
                    <a:pt x="151" y="111"/>
                  </a:lnTo>
                  <a:lnTo>
                    <a:pt x="151" y="111"/>
                  </a:lnTo>
                  <a:lnTo>
                    <a:pt x="149" y="111"/>
                  </a:lnTo>
                  <a:lnTo>
                    <a:pt x="149" y="111"/>
                  </a:lnTo>
                  <a:lnTo>
                    <a:pt x="149" y="111"/>
                  </a:lnTo>
                  <a:lnTo>
                    <a:pt x="149" y="111"/>
                  </a:lnTo>
                  <a:lnTo>
                    <a:pt x="149" y="114"/>
                  </a:lnTo>
                  <a:lnTo>
                    <a:pt x="147" y="114"/>
                  </a:lnTo>
                  <a:lnTo>
                    <a:pt x="147" y="114"/>
                  </a:lnTo>
                  <a:lnTo>
                    <a:pt x="147" y="114"/>
                  </a:lnTo>
                  <a:lnTo>
                    <a:pt x="147" y="114"/>
                  </a:lnTo>
                  <a:lnTo>
                    <a:pt x="144" y="114"/>
                  </a:lnTo>
                  <a:lnTo>
                    <a:pt x="144" y="114"/>
                  </a:lnTo>
                  <a:lnTo>
                    <a:pt x="144" y="116"/>
                  </a:lnTo>
                  <a:lnTo>
                    <a:pt x="142" y="116"/>
                  </a:lnTo>
                  <a:lnTo>
                    <a:pt x="142" y="116"/>
                  </a:lnTo>
                  <a:lnTo>
                    <a:pt x="142" y="119"/>
                  </a:lnTo>
                  <a:lnTo>
                    <a:pt x="142" y="119"/>
                  </a:lnTo>
                  <a:lnTo>
                    <a:pt x="142" y="121"/>
                  </a:lnTo>
                  <a:lnTo>
                    <a:pt x="142" y="121"/>
                  </a:lnTo>
                  <a:lnTo>
                    <a:pt x="142" y="121"/>
                  </a:lnTo>
                  <a:lnTo>
                    <a:pt x="142" y="121"/>
                  </a:lnTo>
                  <a:lnTo>
                    <a:pt x="142" y="121"/>
                  </a:lnTo>
                  <a:lnTo>
                    <a:pt x="140" y="121"/>
                  </a:lnTo>
                  <a:lnTo>
                    <a:pt x="140" y="121"/>
                  </a:lnTo>
                  <a:lnTo>
                    <a:pt x="140" y="123"/>
                  </a:lnTo>
                  <a:lnTo>
                    <a:pt x="140" y="123"/>
                  </a:lnTo>
                  <a:lnTo>
                    <a:pt x="140" y="123"/>
                  </a:lnTo>
                  <a:lnTo>
                    <a:pt x="137" y="123"/>
                  </a:lnTo>
                  <a:lnTo>
                    <a:pt x="137" y="126"/>
                  </a:lnTo>
                  <a:lnTo>
                    <a:pt x="137" y="126"/>
                  </a:lnTo>
                  <a:lnTo>
                    <a:pt x="137" y="126"/>
                  </a:lnTo>
                  <a:lnTo>
                    <a:pt x="135" y="126"/>
                  </a:lnTo>
                  <a:lnTo>
                    <a:pt x="135" y="128"/>
                  </a:lnTo>
                  <a:lnTo>
                    <a:pt x="135" y="128"/>
                  </a:lnTo>
                  <a:lnTo>
                    <a:pt x="135" y="128"/>
                  </a:lnTo>
                  <a:lnTo>
                    <a:pt x="132" y="128"/>
                  </a:lnTo>
                  <a:lnTo>
                    <a:pt x="132" y="128"/>
                  </a:lnTo>
                  <a:lnTo>
                    <a:pt x="130" y="128"/>
                  </a:lnTo>
                  <a:lnTo>
                    <a:pt x="130" y="128"/>
                  </a:lnTo>
                  <a:lnTo>
                    <a:pt x="130" y="128"/>
                  </a:lnTo>
                  <a:lnTo>
                    <a:pt x="130" y="128"/>
                  </a:lnTo>
                  <a:lnTo>
                    <a:pt x="130" y="128"/>
                  </a:lnTo>
                  <a:lnTo>
                    <a:pt x="128" y="128"/>
                  </a:lnTo>
                  <a:lnTo>
                    <a:pt x="128" y="128"/>
                  </a:lnTo>
                  <a:lnTo>
                    <a:pt x="128" y="128"/>
                  </a:lnTo>
                  <a:lnTo>
                    <a:pt x="128" y="128"/>
                  </a:lnTo>
                  <a:lnTo>
                    <a:pt x="125" y="128"/>
                  </a:lnTo>
                  <a:lnTo>
                    <a:pt x="125" y="128"/>
                  </a:lnTo>
                  <a:lnTo>
                    <a:pt x="123" y="128"/>
                  </a:lnTo>
                  <a:lnTo>
                    <a:pt x="123" y="128"/>
                  </a:lnTo>
                  <a:lnTo>
                    <a:pt x="123" y="128"/>
                  </a:lnTo>
                  <a:lnTo>
                    <a:pt x="123" y="128"/>
                  </a:lnTo>
                  <a:lnTo>
                    <a:pt x="121" y="128"/>
                  </a:lnTo>
                  <a:lnTo>
                    <a:pt x="121" y="126"/>
                  </a:lnTo>
                  <a:lnTo>
                    <a:pt x="121" y="126"/>
                  </a:lnTo>
                  <a:lnTo>
                    <a:pt x="121" y="128"/>
                  </a:lnTo>
                  <a:lnTo>
                    <a:pt x="121" y="128"/>
                  </a:lnTo>
                  <a:lnTo>
                    <a:pt x="118" y="128"/>
                  </a:lnTo>
                  <a:lnTo>
                    <a:pt x="118" y="128"/>
                  </a:lnTo>
                  <a:lnTo>
                    <a:pt x="118" y="128"/>
                  </a:lnTo>
                  <a:lnTo>
                    <a:pt x="118" y="130"/>
                  </a:lnTo>
                  <a:lnTo>
                    <a:pt x="116" y="130"/>
                  </a:lnTo>
                  <a:lnTo>
                    <a:pt x="116" y="130"/>
                  </a:lnTo>
                  <a:lnTo>
                    <a:pt x="116" y="130"/>
                  </a:lnTo>
                  <a:lnTo>
                    <a:pt x="116" y="130"/>
                  </a:lnTo>
                  <a:lnTo>
                    <a:pt x="113" y="130"/>
                  </a:lnTo>
                  <a:lnTo>
                    <a:pt x="113" y="130"/>
                  </a:lnTo>
                  <a:lnTo>
                    <a:pt x="113" y="130"/>
                  </a:lnTo>
                  <a:lnTo>
                    <a:pt x="113" y="130"/>
                  </a:lnTo>
                  <a:lnTo>
                    <a:pt x="113" y="133"/>
                  </a:lnTo>
                  <a:lnTo>
                    <a:pt x="111" y="133"/>
                  </a:lnTo>
                  <a:lnTo>
                    <a:pt x="111" y="133"/>
                  </a:lnTo>
                  <a:lnTo>
                    <a:pt x="111" y="133"/>
                  </a:lnTo>
                  <a:lnTo>
                    <a:pt x="111" y="135"/>
                  </a:lnTo>
                  <a:lnTo>
                    <a:pt x="109" y="135"/>
                  </a:lnTo>
                  <a:lnTo>
                    <a:pt x="109" y="135"/>
                  </a:lnTo>
                  <a:lnTo>
                    <a:pt x="109" y="135"/>
                  </a:lnTo>
                  <a:lnTo>
                    <a:pt x="109" y="138"/>
                  </a:lnTo>
                  <a:lnTo>
                    <a:pt x="109" y="138"/>
                  </a:lnTo>
                  <a:lnTo>
                    <a:pt x="106" y="138"/>
                  </a:lnTo>
                  <a:lnTo>
                    <a:pt x="106" y="138"/>
                  </a:lnTo>
                  <a:lnTo>
                    <a:pt x="106" y="138"/>
                  </a:lnTo>
                  <a:lnTo>
                    <a:pt x="106" y="138"/>
                  </a:lnTo>
                  <a:lnTo>
                    <a:pt x="104" y="138"/>
                  </a:lnTo>
                  <a:lnTo>
                    <a:pt x="104" y="138"/>
                  </a:lnTo>
                  <a:lnTo>
                    <a:pt x="102" y="138"/>
                  </a:lnTo>
                  <a:lnTo>
                    <a:pt x="102" y="140"/>
                  </a:lnTo>
                  <a:lnTo>
                    <a:pt x="102" y="140"/>
                  </a:lnTo>
                  <a:lnTo>
                    <a:pt x="102" y="140"/>
                  </a:lnTo>
                  <a:lnTo>
                    <a:pt x="99" y="140"/>
                  </a:lnTo>
                  <a:lnTo>
                    <a:pt x="99" y="140"/>
                  </a:lnTo>
                  <a:lnTo>
                    <a:pt x="97" y="140"/>
                  </a:lnTo>
                  <a:lnTo>
                    <a:pt x="97" y="140"/>
                  </a:lnTo>
                  <a:lnTo>
                    <a:pt x="97" y="140"/>
                  </a:lnTo>
                  <a:lnTo>
                    <a:pt x="97" y="140"/>
                  </a:lnTo>
                  <a:lnTo>
                    <a:pt x="97" y="140"/>
                  </a:lnTo>
                  <a:lnTo>
                    <a:pt x="95" y="140"/>
                  </a:lnTo>
                  <a:lnTo>
                    <a:pt x="95" y="140"/>
                  </a:lnTo>
                  <a:lnTo>
                    <a:pt x="95" y="142"/>
                  </a:lnTo>
                  <a:lnTo>
                    <a:pt x="95" y="142"/>
                  </a:lnTo>
                  <a:lnTo>
                    <a:pt x="92" y="142"/>
                  </a:lnTo>
                  <a:lnTo>
                    <a:pt x="92" y="142"/>
                  </a:lnTo>
                  <a:lnTo>
                    <a:pt x="90" y="142"/>
                  </a:lnTo>
                  <a:lnTo>
                    <a:pt x="90" y="142"/>
                  </a:lnTo>
                  <a:lnTo>
                    <a:pt x="90" y="142"/>
                  </a:lnTo>
                  <a:lnTo>
                    <a:pt x="90" y="142"/>
                  </a:lnTo>
                  <a:lnTo>
                    <a:pt x="87" y="142"/>
                  </a:lnTo>
                  <a:lnTo>
                    <a:pt x="87" y="142"/>
                  </a:lnTo>
                  <a:lnTo>
                    <a:pt x="87" y="142"/>
                  </a:lnTo>
                  <a:lnTo>
                    <a:pt x="85" y="142"/>
                  </a:lnTo>
                  <a:lnTo>
                    <a:pt x="85" y="142"/>
                  </a:lnTo>
                  <a:lnTo>
                    <a:pt x="83" y="142"/>
                  </a:lnTo>
                  <a:lnTo>
                    <a:pt x="83" y="142"/>
                  </a:lnTo>
                  <a:lnTo>
                    <a:pt x="83" y="142"/>
                  </a:lnTo>
                  <a:lnTo>
                    <a:pt x="83" y="142"/>
                  </a:lnTo>
                  <a:lnTo>
                    <a:pt x="83" y="142"/>
                  </a:lnTo>
                  <a:lnTo>
                    <a:pt x="80" y="142"/>
                  </a:lnTo>
                  <a:lnTo>
                    <a:pt x="80" y="142"/>
                  </a:lnTo>
                  <a:lnTo>
                    <a:pt x="80" y="142"/>
                  </a:lnTo>
                  <a:lnTo>
                    <a:pt x="78" y="142"/>
                  </a:lnTo>
                  <a:lnTo>
                    <a:pt x="78" y="142"/>
                  </a:lnTo>
                  <a:lnTo>
                    <a:pt x="76" y="142"/>
                  </a:lnTo>
                  <a:lnTo>
                    <a:pt x="76" y="142"/>
                  </a:lnTo>
                  <a:lnTo>
                    <a:pt x="76" y="142"/>
                  </a:lnTo>
                  <a:lnTo>
                    <a:pt x="73" y="142"/>
                  </a:lnTo>
                  <a:lnTo>
                    <a:pt x="73" y="145"/>
                  </a:lnTo>
                  <a:lnTo>
                    <a:pt x="73" y="145"/>
                  </a:lnTo>
                  <a:lnTo>
                    <a:pt x="73" y="145"/>
                  </a:lnTo>
                  <a:lnTo>
                    <a:pt x="71" y="145"/>
                  </a:lnTo>
                  <a:lnTo>
                    <a:pt x="71" y="145"/>
                  </a:lnTo>
                  <a:lnTo>
                    <a:pt x="71" y="145"/>
                  </a:lnTo>
                  <a:lnTo>
                    <a:pt x="68" y="145"/>
                  </a:lnTo>
                  <a:lnTo>
                    <a:pt x="68" y="147"/>
                  </a:lnTo>
                  <a:lnTo>
                    <a:pt x="68" y="147"/>
                  </a:lnTo>
                  <a:lnTo>
                    <a:pt x="68" y="147"/>
                  </a:lnTo>
                  <a:lnTo>
                    <a:pt x="68" y="147"/>
                  </a:lnTo>
                  <a:lnTo>
                    <a:pt x="68" y="149"/>
                  </a:lnTo>
                  <a:lnTo>
                    <a:pt x="66" y="149"/>
                  </a:lnTo>
                  <a:lnTo>
                    <a:pt x="66" y="149"/>
                  </a:lnTo>
                  <a:lnTo>
                    <a:pt x="66" y="149"/>
                  </a:lnTo>
                  <a:lnTo>
                    <a:pt x="66" y="149"/>
                  </a:lnTo>
                  <a:lnTo>
                    <a:pt x="64" y="149"/>
                  </a:lnTo>
                  <a:lnTo>
                    <a:pt x="64" y="152"/>
                  </a:lnTo>
                  <a:lnTo>
                    <a:pt x="64" y="152"/>
                  </a:lnTo>
                  <a:lnTo>
                    <a:pt x="64" y="152"/>
                  </a:lnTo>
                  <a:lnTo>
                    <a:pt x="64" y="152"/>
                  </a:lnTo>
                  <a:lnTo>
                    <a:pt x="61" y="152"/>
                  </a:lnTo>
                  <a:lnTo>
                    <a:pt x="61" y="152"/>
                  </a:lnTo>
                  <a:lnTo>
                    <a:pt x="61" y="152"/>
                  </a:lnTo>
                  <a:lnTo>
                    <a:pt x="61" y="154"/>
                  </a:lnTo>
                  <a:lnTo>
                    <a:pt x="59" y="154"/>
                  </a:lnTo>
                  <a:lnTo>
                    <a:pt x="59" y="154"/>
                  </a:lnTo>
                  <a:lnTo>
                    <a:pt x="59" y="154"/>
                  </a:lnTo>
                  <a:lnTo>
                    <a:pt x="59" y="156"/>
                  </a:lnTo>
                  <a:lnTo>
                    <a:pt x="57" y="156"/>
                  </a:lnTo>
                  <a:lnTo>
                    <a:pt x="57" y="156"/>
                  </a:lnTo>
                  <a:lnTo>
                    <a:pt x="57" y="159"/>
                  </a:lnTo>
                  <a:lnTo>
                    <a:pt x="57" y="159"/>
                  </a:lnTo>
                  <a:lnTo>
                    <a:pt x="57" y="159"/>
                  </a:lnTo>
                  <a:lnTo>
                    <a:pt x="57" y="159"/>
                  </a:lnTo>
                  <a:lnTo>
                    <a:pt x="54" y="159"/>
                  </a:lnTo>
                  <a:lnTo>
                    <a:pt x="54" y="161"/>
                  </a:lnTo>
                  <a:lnTo>
                    <a:pt x="54" y="161"/>
                  </a:lnTo>
                  <a:lnTo>
                    <a:pt x="54" y="161"/>
                  </a:lnTo>
                  <a:lnTo>
                    <a:pt x="52" y="161"/>
                  </a:lnTo>
                  <a:lnTo>
                    <a:pt x="52" y="161"/>
                  </a:lnTo>
                  <a:lnTo>
                    <a:pt x="52" y="159"/>
                  </a:lnTo>
                  <a:lnTo>
                    <a:pt x="50" y="159"/>
                  </a:lnTo>
                  <a:lnTo>
                    <a:pt x="50" y="161"/>
                  </a:lnTo>
                  <a:lnTo>
                    <a:pt x="50" y="161"/>
                  </a:lnTo>
                  <a:lnTo>
                    <a:pt x="50" y="161"/>
                  </a:lnTo>
                  <a:lnTo>
                    <a:pt x="50" y="159"/>
                  </a:lnTo>
                  <a:lnTo>
                    <a:pt x="50" y="159"/>
                  </a:lnTo>
                  <a:lnTo>
                    <a:pt x="47" y="159"/>
                  </a:lnTo>
                  <a:lnTo>
                    <a:pt x="47" y="159"/>
                  </a:lnTo>
                  <a:lnTo>
                    <a:pt x="47" y="159"/>
                  </a:lnTo>
                  <a:lnTo>
                    <a:pt x="47" y="159"/>
                  </a:lnTo>
                  <a:lnTo>
                    <a:pt x="45" y="159"/>
                  </a:lnTo>
                  <a:lnTo>
                    <a:pt x="45" y="161"/>
                  </a:lnTo>
                  <a:lnTo>
                    <a:pt x="45" y="161"/>
                  </a:lnTo>
                  <a:lnTo>
                    <a:pt x="45" y="161"/>
                  </a:lnTo>
                  <a:lnTo>
                    <a:pt x="42" y="161"/>
                  </a:lnTo>
                  <a:lnTo>
                    <a:pt x="42" y="161"/>
                  </a:lnTo>
                  <a:lnTo>
                    <a:pt x="42" y="161"/>
                  </a:lnTo>
                  <a:lnTo>
                    <a:pt x="42" y="161"/>
                  </a:lnTo>
                  <a:lnTo>
                    <a:pt x="40" y="161"/>
                  </a:lnTo>
                  <a:lnTo>
                    <a:pt x="40" y="164"/>
                  </a:lnTo>
                  <a:lnTo>
                    <a:pt x="40" y="164"/>
                  </a:lnTo>
                  <a:lnTo>
                    <a:pt x="40" y="161"/>
                  </a:lnTo>
                  <a:lnTo>
                    <a:pt x="40" y="161"/>
                  </a:lnTo>
                  <a:lnTo>
                    <a:pt x="40" y="164"/>
                  </a:lnTo>
                  <a:lnTo>
                    <a:pt x="38" y="164"/>
                  </a:lnTo>
                  <a:lnTo>
                    <a:pt x="38" y="164"/>
                  </a:lnTo>
                  <a:lnTo>
                    <a:pt x="35" y="164"/>
                  </a:lnTo>
                  <a:lnTo>
                    <a:pt x="35" y="164"/>
                  </a:lnTo>
                  <a:lnTo>
                    <a:pt x="35" y="164"/>
                  </a:lnTo>
                  <a:lnTo>
                    <a:pt x="33" y="164"/>
                  </a:lnTo>
                  <a:lnTo>
                    <a:pt x="33" y="164"/>
                  </a:lnTo>
                  <a:lnTo>
                    <a:pt x="33" y="161"/>
                  </a:lnTo>
                  <a:lnTo>
                    <a:pt x="33" y="161"/>
                  </a:lnTo>
                  <a:lnTo>
                    <a:pt x="31" y="161"/>
                  </a:lnTo>
                  <a:lnTo>
                    <a:pt x="31" y="161"/>
                  </a:lnTo>
                  <a:lnTo>
                    <a:pt x="31" y="161"/>
                  </a:lnTo>
                  <a:lnTo>
                    <a:pt x="28" y="161"/>
                  </a:lnTo>
                  <a:lnTo>
                    <a:pt x="28" y="161"/>
                  </a:lnTo>
                  <a:lnTo>
                    <a:pt x="28" y="161"/>
                  </a:lnTo>
                  <a:lnTo>
                    <a:pt x="28" y="161"/>
                  </a:lnTo>
                  <a:lnTo>
                    <a:pt x="26" y="161"/>
                  </a:lnTo>
                  <a:lnTo>
                    <a:pt x="26" y="161"/>
                  </a:lnTo>
                  <a:lnTo>
                    <a:pt x="26" y="161"/>
                  </a:lnTo>
                  <a:lnTo>
                    <a:pt x="24" y="161"/>
                  </a:lnTo>
                  <a:lnTo>
                    <a:pt x="24" y="161"/>
                  </a:lnTo>
                  <a:lnTo>
                    <a:pt x="24" y="161"/>
                  </a:lnTo>
                  <a:lnTo>
                    <a:pt x="24" y="161"/>
                  </a:lnTo>
                  <a:lnTo>
                    <a:pt x="21" y="161"/>
                  </a:lnTo>
                  <a:lnTo>
                    <a:pt x="21" y="161"/>
                  </a:lnTo>
                  <a:lnTo>
                    <a:pt x="21" y="161"/>
                  </a:lnTo>
                  <a:lnTo>
                    <a:pt x="21" y="161"/>
                  </a:lnTo>
                  <a:lnTo>
                    <a:pt x="21" y="161"/>
                  </a:lnTo>
                  <a:lnTo>
                    <a:pt x="24" y="161"/>
                  </a:lnTo>
                  <a:lnTo>
                    <a:pt x="24" y="159"/>
                  </a:lnTo>
                  <a:lnTo>
                    <a:pt x="24" y="159"/>
                  </a:lnTo>
                  <a:lnTo>
                    <a:pt x="24" y="156"/>
                  </a:lnTo>
                  <a:lnTo>
                    <a:pt x="21" y="156"/>
                  </a:lnTo>
                  <a:lnTo>
                    <a:pt x="21" y="156"/>
                  </a:lnTo>
                  <a:lnTo>
                    <a:pt x="21" y="154"/>
                  </a:lnTo>
                  <a:lnTo>
                    <a:pt x="24" y="154"/>
                  </a:lnTo>
                  <a:lnTo>
                    <a:pt x="24" y="154"/>
                  </a:lnTo>
                  <a:lnTo>
                    <a:pt x="24" y="154"/>
                  </a:lnTo>
                  <a:lnTo>
                    <a:pt x="24" y="154"/>
                  </a:lnTo>
                  <a:lnTo>
                    <a:pt x="21" y="154"/>
                  </a:lnTo>
                  <a:lnTo>
                    <a:pt x="21" y="154"/>
                  </a:lnTo>
                  <a:lnTo>
                    <a:pt x="21" y="152"/>
                  </a:lnTo>
                  <a:lnTo>
                    <a:pt x="21" y="152"/>
                  </a:lnTo>
                  <a:lnTo>
                    <a:pt x="21" y="152"/>
                  </a:lnTo>
                  <a:lnTo>
                    <a:pt x="21" y="149"/>
                  </a:lnTo>
                  <a:lnTo>
                    <a:pt x="19" y="149"/>
                  </a:lnTo>
                  <a:lnTo>
                    <a:pt x="19" y="149"/>
                  </a:lnTo>
                  <a:lnTo>
                    <a:pt x="19" y="149"/>
                  </a:lnTo>
                  <a:lnTo>
                    <a:pt x="19" y="149"/>
                  </a:lnTo>
                  <a:lnTo>
                    <a:pt x="19" y="147"/>
                  </a:lnTo>
                  <a:lnTo>
                    <a:pt x="16" y="147"/>
                  </a:lnTo>
                  <a:lnTo>
                    <a:pt x="16" y="147"/>
                  </a:lnTo>
                  <a:lnTo>
                    <a:pt x="16" y="145"/>
                  </a:lnTo>
                  <a:lnTo>
                    <a:pt x="16" y="145"/>
                  </a:lnTo>
                  <a:lnTo>
                    <a:pt x="16" y="142"/>
                  </a:lnTo>
                  <a:lnTo>
                    <a:pt x="19" y="142"/>
                  </a:lnTo>
                  <a:lnTo>
                    <a:pt x="19" y="142"/>
                  </a:lnTo>
                  <a:lnTo>
                    <a:pt x="19" y="140"/>
                  </a:lnTo>
                  <a:lnTo>
                    <a:pt x="19" y="140"/>
                  </a:lnTo>
                  <a:lnTo>
                    <a:pt x="19" y="140"/>
                  </a:lnTo>
                  <a:lnTo>
                    <a:pt x="19" y="138"/>
                  </a:lnTo>
                  <a:lnTo>
                    <a:pt x="19" y="138"/>
                  </a:lnTo>
                  <a:lnTo>
                    <a:pt x="19" y="135"/>
                  </a:lnTo>
                  <a:lnTo>
                    <a:pt x="19" y="135"/>
                  </a:lnTo>
                  <a:lnTo>
                    <a:pt x="19" y="133"/>
                  </a:lnTo>
                  <a:lnTo>
                    <a:pt x="16" y="133"/>
                  </a:lnTo>
                  <a:lnTo>
                    <a:pt x="16" y="133"/>
                  </a:lnTo>
                  <a:lnTo>
                    <a:pt x="16" y="130"/>
                  </a:lnTo>
                  <a:lnTo>
                    <a:pt x="16" y="130"/>
                  </a:lnTo>
                  <a:lnTo>
                    <a:pt x="16" y="130"/>
                  </a:lnTo>
                  <a:lnTo>
                    <a:pt x="16" y="130"/>
                  </a:lnTo>
                  <a:lnTo>
                    <a:pt x="16" y="130"/>
                  </a:lnTo>
                  <a:lnTo>
                    <a:pt x="16" y="128"/>
                  </a:lnTo>
                  <a:lnTo>
                    <a:pt x="16" y="128"/>
                  </a:lnTo>
                  <a:lnTo>
                    <a:pt x="14" y="128"/>
                  </a:lnTo>
                  <a:lnTo>
                    <a:pt x="14" y="126"/>
                  </a:lnTo>
                  <a:lnTo>
                    <a:pt x="14" y="126"/>
                  </a:lnTo>
                  <a:lnTo>
                    <a:pt x="14" y="123"/>
                  </a:lnTo>
                  <a:lnTo>
                    <a:pt x="14" y="123"/>
                  </a:lnTo>
                  <a:lnTo>
                    <a:pt x="14" y="123"/>
                  </a:lnTo>
                  <a:lnTo>
                    <a:pt x="14" y="121"/>
                  </a:lnTo>
                  <a:lnTo>
                    <a:pt x="14" y="121"/>
                  </a:lnTo>
                  <a:lnTo>
                    <a:pt x="14" y="121"/>
                  </a:lnTo>
                  <a:lnTo>
                    <a:pt x="14" y="121"/>
                  </a:lnTo>
                  <a:lnTo>
                    <a:pt x="14" y="119"/>
                  </a:lnTo>
                  <a:lnTo>
                    <a:pt x="14" y="119"/>
                  </a:lnTo>
                  <a:lnTo>
                    <a:pt x="12" y="119"/>
                  </a:lnTo>
                  <a:lnTo>
                    <a:pt x="12" y="116"/>
                  </a:lnTo>
                  <a:lnTo>
                    <a:pt x="12" y="116"/>
                  </a:lnTo>
                  <a:lnTo>
                    <a:pt x="12" y="114"/>
                  </a:lnTo>
                  <a:lnTo>
                    <a:pt x="12" y="114"/>
                  </a:lnTo>
                  <a:lnTo>
                    <a:pt x="12" y="114"/>
                  </a:lnTo>
                  <a:lnTo>
                    <a:pt x="12" y="111"/>
                  </a:lnTo>
                  <a:lnTo>
                    <a:pt x="9" y="111"/>
                  </a:lnTo>
                  <a:lnTo>
                    <a:pt x="9" y="111"/>
                  </a:lnTo>
                  <a:lnTo>
                    <a:pt x="12" y="111"/>
                  </a:lnTo>
                  <a:lnTo>
                    <a:pt x="12" y="111"/>
                  </a:lnTo>
                  <a:lnTo>
                    <a:pt x="12" y="109"/>
                  </a:lnTo>
                  <a:lnTo>
                    <a:pt x="12" y="109"/>
                  </a:lnTo>
                  <a:lnTo>
                    <a:pt x="12" y="107"/>
                  </a:lnTo>
                  <a:lnTo>
                    <a:pt x="9" y="107"/>
                  </a:lnTo>
                  <a:lnTo>
                    <a:pt x="9" y="107"/>
                  </a:lnTo>
                  <a:lnTo>
                    <a:pt x="9" y="107"/>
                  </a:lnTo>
                  <a:lnTo>
                    <a:pt x="9" y="104"/>
                  </a:lnTo>
                  <a:lnTo>
                    <a:pt x="9" y="104"/>
                  </a:lnTo>
                  <a:lnTo>
                    <a:pt x="9" y="104"/>
                  </a:lnTo>
                  <a:lnTo>
                    <a:pt x="9" y="102"/>
                  </a:lnTo>
                  <a:lnTo>
                    <a:pt x="9" y="102"/>
                  </a:lnTo>
                  <a:lnTo>
                    <a:pt x="9" y="102"/>
                  </a:lnTo>
                  <a:lnTo>
                    <a:pt x="9" y="102"/>
                  </a:lnTo>
                  <a:lnTo>
                    <a:pt x="9" y="100"/>
                  </a:lnTo>
                  <a:lnTo>
                    <a:pt x="9" y="100"/>
                  </a:lnTo>
                  <a:lnTo>
                    <a:pt x="9" y="100"/>
                  </a:lnTo>
                  <a:lnTo>
                    <a:pt x="9" y="97"/>
                  </a:lnTo>
                  <a:lnTo>
                    <a:pt x="7" y="97"/>
                  </a:lnTo>
                  <a:lnTo>
                    <a:pt x="7" y="97"/>
                  </a:lnTo>
                  <a:lnTo>
                    <a:pt x="7" y="97"/>
                  </a:lnTo>
                  <a:lnTo>
                    <a:pt x="7" y="97"/>
                  </a:lnTo>
                  <a:lnTo>
                    <a:pt x="7" y="97"/>
                  </a:lnTo>
                  <a:lnTo>
                    <a:pt x="5" y="97"/>
                  </a:lnTo>
                  <a:lnTo>
                    <a:pt x="5" y="97"/>
                  </a:lnTo>
                  <a:lnTo>
                    <a:pt x="5" y="97"/>
                  </a:lnTo>
                  <a:lnTo>
                    <a:pt x="5" y="95"/>
                  </a:lnTo>
                  <a:lnTo>
                    <a:pt x="2" y="95"/>
                  </a:lnTo>
                  <a:lnTo>
                    <a:pt x="2" y="95"/>
                  </a:lnTo>
                  <a:lnTo>
                    <a:pt x="2" y="95"/>
                  </a:lnTo>
                  <a:lnTo>
                    <a:pt x="2" y="93"/>
                  </a:lnTo>
                  <a:lnTo>
                    <a:pt x="2" y="93"/>
                  </a:lnTo>
                  <a:lnTo>
                    <a:pt x="2" y="93"/>
                  </a:lnTo>
                  <a:lnTo>
                    <a:pt x="2" y="90"/>
                  </a:lnTo>
                  <a:lnTo>
                    <a:pt x="2" y="90"/>
                  </a:lnTo>
                  <a:lnTo>
                    <a:pt x="2" y="90"/>
                  </a:lnTo>
                  <a:lnTo>
                    <a:pt x="2" y="90"/>
                  </a:lnTo>
                  <a:lnTo>
                    <a:pt x="2" y="90"/>
                  </a:lnTo>
                  <a:lnTo>
                    <a:pt x="2" y="88"/>
                  </a:lnTo>
                  <a:lnTo>
                    <a:pt x="2" y="88"/>
                  </a:lnTo>
                  <a:lnTo>
                    <a:pt x="2" y="88"/>
                  </a:lnTo>
                  <a:lnTo>
                    <a:pt x="2" y="88"/>
                  </a:lnTo>
                  <a:lnTo>
                    <a:pt x="5" y="88"/>
                  </a:lnTo>
                  <a:lnTo>
                    <a:pt x="5" y="85"/>
                  </a:lnTo>
                  <a:lnTo>
                    <a:pt x="2" y="85"/>
                  </a:lnTo>
                  <a:lnTo>
                    <a:pt x="2" y="85"/>
                  </a:lnTo>
                  <a:lnTo>
                    <a:pt x="2" y="85"/>
                  </a:lnTo>
                  <a:lnTo>
                    <a:pt x="2" y="85"/>
                  </a:lnTo>
                  <a:lnTo>
                    <a:pt x="0" y="85"/>
                  </a:lnTo>
                  <a:lnTo>
                    <a:pt x="0" y="85"/>
                  </a:lnTo>
                  <a:lnTo>
                    <a:pt x="0" y="83"/>
                  </a:lnTo>
                  <a:lnTo>
                    <a:pt x="0" y="83"/>
                  </a:lnTo>
                  <a:lnTo>
                    <a:pt x="0" y="83"/>
                  </a:lnTo>
                  <a:lnTo>
                    <a:pt x="2" y="83"/>
                  </a:lnTo>
                  <a:lnTo>
                    <a:pt x="2" y="83"/>
                  </a:lnTo>
                  <a:lnTo>
                    <a:pt x="2" y="83"/>
                  </a:lnTo>
                  <a:lnTo>
                    <a:pt x="2" y="83"/>
                  </a:lnTo>
                  <a:lnTo>
                    <a:pt x="5" y="8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6" name="Freeform 264"/>
            <p:cNvSpPr>
              <a:spLocks/>
            </p:cNvSpPr>
            <p:nvPr/>
          </p:nvSpPr>
          <p:spPr bwMode="auto">
            <a:xfrm>
              <a:off x="2762250" y="3606800"/>
              <a:ext cx="363538" cy="260350"/>
            </a:xfrm>
            <a:custGeom>
              <a:avLst/>
              <a:gdLst/>
              <a:ahLst/>
              <a:cxnLst>
                <a:cxn ang="0">
                  <a:pos x="9" y="76"/>
                </a:cxn>
                <a:cxn ang="0">
                  <a:pos x="12" y="64"/>
                </a:cxn>
                <a:cxn ang="0">
                  <a:pos x="19" y="55"/>
                </a:cxn>
                <a:cxn ang="0">
                  <a:pos x="19" y="43"/>
                </a:cxn>
                <a:cxn ang="0">
                  <a:pos x="24" y="38"/>
                </a:cxn>
                <a:cxn ang="0">
                  <a:pos x="33" y="43"/>
                </a:cxn>
                <a:cxn ang="0">
                  <a:pos x="42" y="43"/>
                </a:cxn>
                <a:cxn ang="0">
                  <a:pos x="54" y="47"/>
                </a:cxn>
                <a:cxn ang="0">
                  <a:pos x="61" y="55"/>
                </a:cxn>
                <a:cxn ang="0">
                  <a:pos x="73" y="59"/>
                </a:cxn>
                <a:cxn ang="0">
                  <a:pos x="80" y="66"/>
                </a:cxn>
                <a:cxn ang="0">
                  <a:pos x="85" y="78"/>
                </a:cxn>
                <a:cxn ang="0">
                  <a:pos x="87" y="81"/>
                </a:cxn>
                <a:cxn ang="0">
                  <a:pos x="95" y="71"/>
                </a:cxn>
                <a:cxn ang="0">
                  <a:pos x="102" y="64"/>
                </a:cxn>
                <a:cxn ang="0">
                  <a:pos x="109" y="55"/>
                </a:cxn>
                <a:cxn ang="0">
                  <a:pos x="116" y="45"/>
                </a:cxn>
                <a:cxn ang="0">
                  <a:pos x="123" y="38"/>
                </a:cxn>
                <a:cxn ang="0">
                  <a:pos x="130" y="29"/>
                </a:cxn>
                <a:cxn ang="0">
                  <a:pos x="137" y="19"/>
                </a:cxn>
                <a:cxn ang="0">
                  <a:pos x="149" y="17"/>
                </a:cxn>
                <a:cxn ang="0">
                  <a:pos x="161" y="12"/>
                </a:cxn>
                <a:cxn ang="0">
                  <a:pos x="170" y="10"/>
                </a:cxn>
                <a:cxn ang="0">
                  <a:pos x="182" y="7"/>
                </a:cxn>
                <a:cxn ang="0">
                  <a:pos x="194" y="2"/>
                </a:cxn>
                <a:cxn ang="0">
                  <a:pos x="206" y="0"/>
                </a:cxn>
                <a:cxn ang="0">
                  <a:pos x="203" y="12"/>
                </a:cxn>
                <a:cxn ang="0">
                  <a:pos x="211" y="21"/>
                </a:cxn>
                <a:cxn ang="0">
                  <a:pos x="215" y="33"/>
                </a:cxn>
                <a:cxn ang="0">
                  <a:pos x="222" y="43"/>
                </a:cxn>
                <a:cxn ang="0">
                  <a:pos x="225" y="55"/>
                </a:cxn>
                <a:cxn ang="0">
                  <a:pos x="227" y="62"/>
                </a:cxn>
                <a:cxn ang="0">
                  <a:pos x="215" y="66"/>
                </a:cxn>
                <a:cxn ang="0">
                  <a:pos x="211" y="76"/>
                </a:cxn>
                <a:cxn ang="0">
                  <a:pos x="208" y="88"/>
                </a:cxn>
                <a:cxn ang="0">
                  <a:pos x="199" y="93"/>
                </a:cxn>
                <a:cxn ang="0">
                  <a:pos x="189" y="97"/>
                </a:cxn>
                <a:cxn ang="0">
                  <a:pos x="177" y="102"/>
                </a:cxn>
                <a:cxn ang="0">
                  <a:pos x="168" y="107"/>
                </a:cxn>
                <a:cxn ang="0">
                  <a:pos x="156" y="109"/>
                </a:cxn>
                <a:cxn ang="0">
                  <a:pos x="147" y="114"/>
                </a:cxn>
                <a:cxn ang="0">
                  <a:pos x="140" y="121"/>
                </a:cxn>
                <a:cxn ang="0">
                  <a:pos x="130" y="128"/>
                </a:cxn>
                <a:cxn ang="0">
                  <a:pos x="121" y="128"/>
                </a:cxn>
                <a:cxn ang="0">
                  <a:pos x="111" y="133"/>
                </a:cxn>
                <a:cxn ang="0">
                  <a:pos x="102" y="140"/>
                </a:cxn>
                <a:cxn ang="0">
                  <a:pos x="90" y="142"/>
                </a:cxn>
                <a:cxn ang="0">
                  <a:pos x="78" y="142"/>
                </a:cxn>
                <a:cxn ang="0">
                  <a:pos x="68" y="147"/>
                </a:cxn>
                <a:cxn ang="0">
                  <a:pos x="59" y="154"/>
                </a:cxn>
                <a:cxn ang="0">
                  <a:pos x="50" y="159"/>
                </a:cxn>
                <a:cxn ang="0">
                  <a:pos x="42" y="161"/>
                </a:cxn>
                <a:cxn ang="0">
                  <a:pos x="33" y="161"/>
                </a:cxn>
                <a:cxn ang="0">
                  <a:pos x="21" y="161"/>
                </a:cxn>
                <a:cxn ang="0">
                  <a:pos x="21" y="154"/>
                </a:cxn>
                <a:cxn ang="0">
                  <a:pos x="19" y="142"/>
                </a:cxn>
                <a:cxn ang="0">
                  <a:pos x="16" y="128"/>
                </a:cxn>
                <a:cxn ang="0">
                  <a:pos x="12" y="116"/>
                </a:cxn>
                <a:cxn ang="0">
                  <a:pos x="9" y="104"/>
                </a:cxn>
                <a:cxn ang="0">
                  <a:pos x="5" y="97"/>
                </a:cxn>
                <a:cxn ang="0">
                  <a:pos x="2" y="88"/>
                </a:cxn>
                <a:cxn ang="0">
                  <a:pos x="2" y="83"/>
                </a:cxn>
              </a:cxnLst>
              <a:rect l="0" t="0" r="r" b="b"/>
              <a:pathLst>
                <a:path w="229" h="164">
                  <a:moveTo>
                    <a:pt x="5" y="83"/>
                  </a:moveTo>
                  <a:lnTo>
                    <a:pt x="5" y="85"/>
                  </a:lnTo>
                  <a:lnTo>
                    <a:pt x="5" y="85"/>
                  </a:lnTo>
                  <a:lnTo>
                    <a:pt x="7" y="85"/>
                  </a:lnTo>
                  <a:lnTo>
                    <a:pt x="7" y="83"/>
                  </a:lnTo>
                  <a:lnTo>
                    <a:pt x="7" y="83"/>
                  </a:lnTo>
                  <a:lnTo>
                    <a:pt x="7" y="83"/>
                  </a:lnTo>
                  <a:lnTo>
                    <a:pt x="7" y="81"/>
                  </a:lnTo>
                  <a:lnTo>
                    <a:pt x="7" y="81"/>
                  </a:lnTo>
                  <a:lnTo>
                    <a:pt x="7" y="81"/>
                  </a:lnTo>
                  <a:lnTo>
                    <a:pt x="7" y="81"/>
                  </a:lnTo>
                  <a:lnTo>
                    <a:pt x="9" y="81"/>
                  </a:lnTo>
                  <a:lnTo>
                    <a:pt x="9" y="78"/>
                  </a:lnTo>
                  <a:lnTo>
                    <a:pt x="9" y="78"/>
                  </a:lnTo>
                  <a:lnTo>
                    <a:pt x="9" y="76"/>
                  </a:lnTo>
                  <a:lnTo>
                    <a:pt x="9" y="76"/>
                  </a:lnTo>
                  <a:lnTo>
                    <a:pt x="9" y="74"/>
                  </a:lnTo>
                  <a:lnTo>
                    <a:pt x="9" y="74"/>
                  </a:lnTo>
                  <a:lnTo>
                    <a:pt x="9" y="71"/>
                  </a:lnTo>
                  <a:lnTo>
                    <a:pt x="9" y="71"/>
                  </a:lnTo>
                  <a:lnTo>
                    <a:pt x="9" y="71"/>
                  </a:lnTo>
                  <a:lnTo>
                    <a:pt x="7" y="71"/>
                  </a:lnTo>
                  <a:lnTo>
                    <a:pt x="7" y="69"/>
                  </a:lnTo>
                  <a:lnTo>
                    <a:pt x="7" y="69"/>
                  </a:lnTo>
                  <a:lnTo>
                    <a:pt x="7" y="66"/>
                  </a:lnTo>
                  <a:lnTo>
                    <a:pt x="9" y="66"/>
                  </a:lnTo>
                  <a:lnTo>
                    <a:pt x="9" y="66"/>
                  </a:lnTo>
                  <a:lnTo>
                    <a:pt x="9" y="66"/>
                  </a:lnTo>
                  <a:lnTo>
                    <a:pt x="12" y="66"/>
                  </a:lnTo>
                  <a:lnTo>
                    <a:pt x="12" y="66"/>
                  </a:lnTo>
                  <a:lnTo>
                    <a:pt x="12" y="66"/>
                  </a:lnTo>
                  <a:lnTo>
                    <a:pt x="12" y="64"/>
                  </a:lnTo>
                  <a:lnTo>
                    <a:pt x="12" y="64"/>
                  </a:lnTo>
                  <a:lnTo>
                    <a:pt x="14" y="64"/>
                  </a:lnTo>
                  <a:lnTo>
                    <a:pt x="14" y="64"/>
                  </a:lnTo>
                  <a:lnTo>
                    <a:pt x="14" y="62"/>
                  </a:lnTo>
                  <a:lnTo>
                    <a:pt x="14" y="62"/>
                  </a:lnTo>
                  <a:lnTo>
                    <a:pt x="16" y="62"/>
                  </a:lnTo>
                  <a:lnTo>
                    <a:pt x="16" y="62"/>
                  </a:lnTo>
                  <a:lnTo>
                    <a:pt x="16" y="62"/>
                  </a:lnTo>
                  <a:lnTo>
                    <a:pt x="16" y="59"/>
                  </a:lnTo>
                  <a:lnTo>
                    <a:pt x="16" y="59"/>
                  </a:lnTo>
                  <a:lnTo>
                    <a:pt x="16" y="59"/>
                  </a:lnTo>
                  <a:lnTo>
                    <a:pt x="19" y="59"/>
                  </a:lnTo>
                  <a:lnTo>
                    <a:pt x="19" y="59"/>
                  </a:lnTo>
                  <a:lnTo>
                    <a:pt x="19" y="57"/>
                  </a:lnTo>
                  <a:lnTo>
                    <a:pt x="19" y="57"/>
                  </a:lnTo>
                  <a:lnTo>
                    <a:pt x="19" y="55"/>
                  </a:lnTo>
                  <a:lnTo>
                    <a:pt x="16" y="55"/>
                  </a:lnTo>
                  <a:lnTo>
                    <a:pt x="16" y="55"/>
                  </a:lnTo>
                  <a:lnTo>
                    <a:pt x="16" y="55"/>
                  </a:lnTo>
                  <a:lnTo>
                    <a:pt x="16" y="52"/>
                  </a:lnTo>
                  <a:lnTo>
                    <a:pt x="16" y="52"/>
                  </a:lnTo>
                  <a:lnTo>
                    <a:pt x="16" y="52"/>
                  </a:lnTo>
                  <a:lnTo>
                    <a:pt x="16" y="50"/>
                  </a:lnTo>
                  <a:lnTo>
                    <a:pt x="16" y="50"/>
                  </a:lnTo>
                  <a:lnTo>
                    <a:pt x="16" y="47"/>
                  </a:lnTo>
                  <a:lnTo>
                    <a:pt x="16" y="47"/>
                  </a:lnTo>
                  <a:lnTo>
                    <a:pt x="16" y="47"/>
                  </a:lnTo>
                  <a:lnTo>
                    <a:pt x="16" y="45"/>
                  </a:lnTo>
                  <a:lnTo>
                    <a:pt x="16" y="45"/>
                  </a:lnTo>
                  <a:lnTo>
                    <a:pt x="16" y="43"/>
                  </a:lnTo>
                  <a:lnTo>
                    <a:pt x="19" y="43"/>
                  </a:lnTo>
                  <a:lnTo>
                    <a:pt x="19" y="43"/>
                  </a:lnTo>
                  <a:lnTo>
                    <a:pt x="21" y="43"/>
                  </a:lnTo>
                  <a:lnTo>
                    <a:pt x="21" y="43"/>
                  </a:lnTo>
                  <a:lnTo>
                    <a:pt x="19" y="43"/>
                  </a:lnTo>
                  <a:lnTo>
                    <a:pt x="19" y="40"/>
                  </a:lnTo>
                  <a:lnTo>
                    <a:pt x="19" y="40"/>
                  </a:lnTo>
                  <a:lnTo>
                    <a:pt x="19" y="40"/>
                  </a:lnTo>
                  <a:lnTo>
                    <a:pt x="19" y="40"/>
                  </a:lnTo>
                  <a:lnTo>
                    <a:pt x="19" y="38"/>
                  </a:lnTo>
                  <a:lnTo>
                    <a:pt x="19" y="38"/>
                  </a:lnTo>
                  <a:lnTo>
                    <a:pt x="19" y="38"/>
                  </a:lnTo>
                  <a:lnTo>
                    <a:pt x="19" y="36"/>
                  </a:lnTo>
                  <a:lnTo>
                    <a:pt x="21" y="36"/>
                  </a:lnTo>
                  <a:lnTo>
                    <a:pt x="21" y="36"/>
                  </a:lnTo>
                  <a:lnTo>
                    <a:pt x="21" y="36"/>
                  </a:lnTo>
                  <a:lnTo>
                    <a:pt x="24" y="36"/>
                  </a:lnTo>
                  <a:lnTo>
                    <a:pt x="24" y="38"/>
                  </a:lnTo>
                  <a:lnTo>
                    <a:pt x="24" y="38"/>
                  </a:lnTo>
                  <a:lnTo>
                    <a:pt x="24" y="38"/>
                  </a:lnTo>
                  <a:lnTo>
                    <a:pt x="24" y="38"/>
                  </a:lnTo>
                  <a:lnTo>
                    <a:pt x="26" y="38"/>
                  </a:lnTo>
                  <a:lnTo>
                    <a:pt x="26" y="40"/>
                  </a:lnTo>
                  <a:lnTo>
                    <a:pt x="26" y="40"/>
                  </a:lnTo>
                  <a:lnTo>
                    <a:pt x="26" y="40"/>
                  </a:lnTo>
                  <a:lnTo>
                    <a:pt x="28" y="40"/>
                  </a:lnTo>
                  <a:lnTo>
                    <a:pt x="28" y="40"/>
                  </a:lnTo>
                  <a:lnTo>
                    <a:pt x="28" y="40"/>
                  </a:lnTo>
                  <a:lnTo>
                    <a:pt x="28" y="40"/>
                  </a:lnTo>
                  <a:lnTo>
                    <a:pt x="31" y="40"/>
                  </a:lnTo>
                  <a:lnTo>
                    <a:pt x="31" y="43"/>
                  </a:lnTo>
                  <a:lnTo>
                    <a:pt x="31" y="43"/>
                  </a:lnTo>
                  <a:lnTo>
                    <a:pt x="33" y="43"/>
                  </a:lnTo>
                  <a:lnTo>
                    <a:pt x="33" y="43"/>
                  </a:lnTo>
                  <a:lnTo>
                    <a:pt x="33" y="43"/>
                  </a:lnTo>
                  <a:lnTo>
                    <a:pt x="33" y="43"/>
                  </a:lnTo>
                  <a:lnTo>
                    <a:pt x="33" y="43"/>
                  </a:lnTo>
                  <a:lnTo>
                    <a:pt x="35" y="43"/>
                  </a:lnTo>
                  <a:lnTo>
                    <a:pt x="35" y="40"/>
                  </a:lnTo>
                  <a:lnTo>
                    <a:pt x="35" y="40"/>
                  </a:lnTo>
                  <a:lnTo>
                    <a:pt x="35" y="40"/>
                  </a:lnTo>
                  <a:lnTo>
                    <a:pt x="38" y="40"/>
                  </a:lnTo>
                  <a:lnTo>
                    <a:pt x="38" y="40"/>
                  </a:lnTo>
                  <a:lnTo>
                    <a:pt x="40" y="40"/>
                  </a:lnTo>
                  <a:lnTo>
                    <a:pt x="40" y="40"/>
                  </a:lnTo>
                  <a:lnTo>
                    <a:pt x="40" y="40"/>
                  </a:lnTo>
                  <a:lnTo>
                    <a:pt x="42" y="40"/>
                  </a:lnTo>
                  <a:lnTo>
                    <a:pt x="42" y="40"/>
                  </a:lnTo>
                  <a:lnTo>
                    <a:pt x="42" y="40"/>
                  </a:lnTo>
                  <a:lnTo>
                    <a:pt x="42" y="43"/>
                  </a:lnTo>
                  <a:lnTo>
                    <a:pt x="45" y="43"/>
                  </a:lnTo>
                  <a:lnTo>
                    <a:pt x="45" y="43"/>
                  </a:lnTo>
                  <a:lnTo>
                    <a:pt x="45" y="43"/>
                  </a:lnTo>
                  <a:lnTo>
                    <a:pt x="47" y="43"/>
                  </a:lnTo>
                  <a:lnTo>
                    <a:pt x="47" y="43"/>
                  </a:lnTo>
                  <a:lnTo>
                    <a:pt x="47" y="45"/>
                  </a:lnTo>
                  <a:lnTo>
                    <a:pt x="47" y="45"/>
                  </a:lnTo>
                  <a:lnTo>
                    <a:pt x="50" y="45"/>
                  </a:lnTo>
                  <a:lnTo>
                    <a:pt x="50" y="45"/>
                  </a:lnTo>
                  <a:lnTo>
                    <a:pt x="50" y="45"/>
                  </a:lnTo>
                  <a:lnTo>
                    <a:pt x="50" y="45"/>
                  </a:lnTo>
                  <a:lnTo>
                    <a:pt x="50" y="47"/>
                  </a:lnTo>
                  <a:lnTo>
                    <a:pt x="52" y="47"/>
                  </a:lnTo>
                  <a:lnTo>
                    <a:pt x="52" y="47"/>
                  </a:lnTo>
                  <a:lnTo>
                    <a:pt x="52" y="47"/>
                  </a:lnTo>
                  <a:lnTo>
                    <a:pt x="54" y="47"/>
                  </a:lnTo>
                  <a:lnTo>
                    <a:pt x="54" y="47"/>
                  </a:lnTo>
                  <a:lnTo>
                    <a:pt x="54" y="50"/>
                  </a:lnTo>
                  <a:lnTo>
                    <a:pt x="54" y="50"/>
                  </a:lnTo>
                  <a:lnTo>
                    <a:pt x="57" y="50"/>
                  </a:lnTo>
                  <a:lnTo>
                    <a:pt x="57" y="50"/>
                  </a:lnTo>
                  <a:lnTo>
                    <a:pt x="57" y="50"/>
                  </a:lnTo>
                  <a:lnTo>
                    <a:pt x="57" y="50"/>
                  </a:lnTo>
                  <a:lnTo>
                    <a:pt x="57" y="52"/>
                  </a:lnTo>
                  <a:lnTo>
                    <a:pt x="59" y="52"/>
                  </a:lnTo>
                  <a:lnTo>
                    <a:pt x="59" y="52"/>
                  </a:lnTo>
                  <a:lnTo>
                    <a:pt x="59" y="52"/>
                  </a:lnTo>
                  <a:lnTo>
                    <a:pt x="61" y="52"/>
                  </a:lnTo>
                  <a:lnTo>
                    <a:pt x="61" y="52"/>
                  </a:lnTo>
                  <a:lnTo>
                    <a:pt x="61" y="52"/>
                  </a:lnTo>
                  <a:lnTo>
                    <a:pt x="61" y="52"/>
                  </a:lnTo>
                  <a:lnTo>
                    <a:pt x="61" y="55"/>
                  </a:lnTo>
                  <a:lnTo>
                    <a:pt x="64" y="55"/>
                  </a:lnTo>
                  <a:lnTo>
                    <a:pt x="64" y="55"/>
                  </a:lnTo>
                  <a:lnTo>
                    <a:pt x="64" y="55"/>
                  </a:lnTo>
                  <a:lnTo>
                    <a:pt x="64" y="55"/>
                  </a:lnTo>
                  <a:lnTo>
                    <a:pt x="66" y="55"/>
                  </a:lnTo>
                  <a:lnTo>
                    <a:pt x="66" y="57"/>
                  </a:lnTo>
                  <a:lnTo>
                    <a:pt x="66" y="57"/>
                  </a:lnTo>
                  <a:lnTo>
                    <a:pt x="68" y="57"/>
                  </a:lnTo>
                  <a:lnTo>
                    <a:pt x="68" y="57"/>
                  </a:lnTo>
                  <a:lnTo>
                    <a:pt x="68" y="57"/>
                  </a:lnTo>
                  <a:lnTo>
                    <a:pt x="68" y="57"/>
                  </a:lnTo>
                  <a:lnTo>
                    <a:pt x="68" y="59"/>
                  </a:lnTo>
                  <a:lnTo>
                    <a:pt x="71" y="59"/>
                  </a:lnTo>
                  <a:lnTo>
                    <a:pt x="71" y="59"/>
                  </a:lnTo>
                  <a:lnTo>
                    <a:pt x="71" y="59"/>
                  </a:lnTo>
                  <a:lnTo>
                    <a:pt x="73" y="59"/>
                  </a:lnTo>
                  <a:lnTo>
                    <a:pt x="73" y="59"/>
                  </a:lnTo>
                  <a:lnTo>
                    <a:pt x="73" y="62"/>
                  </a:lnTo>
                  <a:lnTo>
                    <a:pt x="73" y="62"/>
                  </a:lnTo>
                  <a:lnTo>
                    <a:pt x="76" y="62"/>
                  </a:lnTo>
                  <a:lnTo>
                    <a:pt x="76" y="62"/>
                  </a:lnTo>
                  <a:lnTo>
                    <a:pt x="76" y="62"/>
                  </a:lnTo>
                  <a:lnTo>
                    <a:pt x="76" y="62"/>
                  </a:lnTo>
                  <a:lnTo>
                    <a:pt x="76" y="62"/>
                  </a:lnTo>
                  <a:lnTo>
                    <a:pt x="78" y="62"/>
                  </a:lnTo>
                  <a:lnTo>
                    <a:pt x="78" y="64"/>
                  </a:lnTo>
                  <a:lnTo>
                    <a:pt x="78" y="64"/>
                  </a:lnTo>
                  <a:lnTo>
                    <a:pt x="80" y="64"/>
                  </a:lnTo>
                  <a:lnTo>
                    <a:pt x="80" y="64"/>
                  </a:lnTo>
                  <a:lnTo>
                    <a:pt x="80" y="64"/>
                  </a:lnTo>
                  <a:lnTo>
                    <a:pt x="80" y="64"/>
                  </a:lnTo>
                  <a:lnTo>
                    <a:pt x="80" y="66"/>
                  </a:lnTo>
                  <a:lnTo>
                    <a:pt x="83" y="66"/>
                  </a:lnTo>
                  <a:lnTo>
                    <a:pt x="83" y="66"/>
                  </a:lnTo>
                  <a:lnTo>
                    <a:pt x="83" y="66"/>
                  </a:lnTo>
                  <a:lnTo>
                    <a:pt x="83" y="66"/>
                  </a:lnTo>
                  <a:lnTo>
                    <a:pt x="85" y="66"/>
                  </a:lnTo>
                  <a:lnTo>
                    <a:pt x="85" y="69"/>
                  </a:lnTo>
                  <a:lnTo>
                    <a:pt x="85" y="69"/>
                  </a:lnTo>
                  <a:lnTo>
                    <a:pt x="85" y="71"/>
                  </a:lnTo>
                  <a:lnTo>
                    <a:pt x="85" y="71"/>
                  </a:lnTo>
                  <a:lnTo>
                    <a:pt x="85" y="71"/>
                  </a:lnTo>
                  <a:lnTo>
                    <a:pt x="85" y="74"/>
                  </a:lnTo>
                  <a:lnTo>
                    <a:pt x="85" y="74"/>
                  </a:lnTo>
                  <a:lnTo>
                    <a:pt x="85" y="76"/>
                  </a:lnTo>
                  <a:lnTo>
                    <a:pt x="85" y="76"/>
                  </a:lnTo>
                  <a:lnTo>
                    <a:pt x="85" y="78"/>
                  </a:lnTo>
                  <a:lnTo>
                    <a:pt x="85" y="78"/>
                  </a:lnTo>
                  <a:lnTo>
                    <a:pt x="85" y="81"/>
                  </a:lnTo>
                  <a:lnTo>
                    <a:pt x="85" y="81"/>
                  </a:lnTo>
                  <a:lnTo>
                    <a:pt x="85" y="81"/>
                  </a:lnTo>
                  <a:lnTo>
                    <a:pt x="85" y="83"/>
                  </a:lnTo>
                  <a:lnTo>
                    <a:pt x="85" y="83"/>
                  </a:lnTo>
                  <a:lnTo>
                    <a:pt x="85" y="85"/>
                  </a:lnTo>
                  <a:lnTo>
                    <a:pt x="85" y="85"/>
                  </a:lnTo>
                  <a:lnTo>
                    <a:pt x="85" y="85"/>
                  </a:lnTo>
                  <a:lnTo>
                    <a:pt x="85" y="85"/>
                  </a:lnTo>
                  <a:lnTo>
                    <a:pt x="87" y="85"/>
                  </a:lnTo>
                  <a:lnTo>
                    <a:pt x="87" y="83"/>
                  </a:lnTo>
                  <a:lnTo>
                    <a:pt x="87" y="83"/>
                  </a:lnTo>
                  <a:lnTo>
                    <a:pt x="87" y="83"/>
                  </a:lnTo>
                  <a:lnTo>
                    <a:pt x="87" y="81"/>
                  </a:lnTo>
                  <a:lnTo>
                    <a:pt x="87" y="81"/>
                  </a:lnTo>
                  <a:lnTo>
                    <a:pt x="87" y="81"/>
                  </a:lnTo>
                  <a:lnTo>
                    <a:pt x="90" y="81"/>
                  </a:lnTo>
                  <a:lnTo>
                    <a:pt x="90" y="81"/>
                  </a:lnTo>
                  <a:lnTo>
                    <a:pt x="90" y="81"/>
                  </a:lnTo>
                  <a:lnTo>
                    <a:pt x="90" y="78"/>
                  </a:lnTo>
                  <a:lnTo>
                    <a:pt x="90" y="78"/>
                  </a:lnTo>
                  <a:lnTo>
                    <a:pt x="90" y="78"/>
                  </a:lnTo>
                  <a:lnTo>
                    <a:pt x="92" y="78"/>
                  </a:lnTo>
                  <a:lnTo>
                    <a:pt x="92" y="76"/>
                  </a:lnTo>
                  <a:lnTo>
                    <a:pt x="92" y="76"/>
                  </a:lnTo>
                  <a:lnTo>
                    <a:pt x="92" y="76"/>
                  </a:lnTo>
                  <a:lnTo>
                    <a:pt x="95" y="76"/>
                  </a:lnTo>
                  <a:lnTo>
                    <a:pt x="95" y="74"/>
                  </a:lnTo>
                  <a:lnTo>
                    <a:pt x="95" y="74"/>
                  </a:lnTo>
                  <a:lnTo>
                    <a:pt x="95" y="74"/>
                  </a:lnTo>
                  <a:lnTo>
                    <a:pt x="95" y="71"/>
                  </a:lnTo>
                  <a:lnTo>
                    <a:pt x="95" y="71"/>
                  </a:lnTo>
                  <a:lnTo>
                    <a:pt x="95" y="71"/>
                  </a:lnTo>
                  <a:lnTo>
                    <a:pt x="97" y="71"/>
                  </a:lnTo>
                  <a:lnTo>
                    <a:pt x="97" y="71"/>
                  </a:lnTo>
                  <a:lnTo>
                    <a:pt x="97" y="71"/>
                  </a:lnTo>
                  <a:lnTo>
                    <a:pt x="97" y="69"/>
                  </a:lnTo>
                  <a:lnTo>
                    <a:pt x="97" y="69"/>
                  </a:lnTo>
                  <a:lnTo>
                    <a:pt x="97" y="69"/>
                  </a:lnTo>
                  <a:lnTo>
                    <a:pt x="99" y="69"/>
                  </a:lnTo>
                  <a:lnTo>
                    <a:pt x="99" y="66"/>
                  </a:lnTo>
                  <a:lnTo>
                    <a:pt x="99" y="66"/>
                  </a:lnTo>
                  <a:lnTo>
                    <a:pt x="99" y="66"/>
                  </a:lnTo>
                  <a:lnTo>
                    <a:pt x="102" y="66"/>
                  </a:lnTo>
                  <a:lnTo>
                    <a:pt x="102" y="64"/>
                  </a:lnTo>
                  <a:lnTo>
                    <a:pt x="102" y="64"/>
                  </a:lnTo>
                  <a:lnTo>
                    <a:pt x="102" y="64"/>
                  </a:lnTo>
                  <a:lnTo>
                    <a:pt x="102" y="64"/>
                  </a:lnTo>
                  <a:lnTo>
                    <a:pt x="102" y="62"/>
                  </a:lnTo>
                  <a:lnTo>
                    <a:pt x="104" y="62"/>
                  </a:lnTo>
                  <a:lnTo>
                    <a:pt x="104" y="62"/>
                  </a:lnTo>
                  <a:lnTo>
                    <a:pt x="104" y="62"/>
                  </a:lnTo>
                  <a:lnTo>
                    <a:pt x="104" y="62"/>
                  </a:lnTo>
                  <a:lnTo>
                    <a:pt x="104" y="59"/>
                  </a:lnTo>
                  <a:lnTo>
                    <a:pt x="106" y="59"/>
                  </a:lnTo>
                  <a:lnTo>
                    <a:pt x="106" y="59"/>
                  </a:lnTo>
                  <a:lnTo>
                    <a:pt x="106" y="59"/>
                  </a:lnTo>
                  <a:lnTo>
                    <a:pt x="106" y="57"/>
                  </a:lnTo>
                  <a:lnTo>
                    <a:pt x="106" y="57"/>
                  </a:lnTo>
                  <a:lnTo>
                    <a:pt x="106" y="57"/>
                  </a:lnTo>
                  <a:lnTo>
                    <a:pt x="109" y="57"/>
                  </a:lnTo>
                  <a:lnTo>
                    <a:pt x="109" y="55"/>
                  </a:lnTo>
                  <a:lnTo>
                    <a:pt x="109" y="55"/>
                  </a:lnTo>
                  <a:lnTo>
                    <a:pt x="109" y="55"/>
                  </a:lnTo>
                  <a:lnTo>
                    <a:pt x="109" y="55"/>
                  </a:lnTo>
                  <a:lnTo>
                    <a:pt x="109" y="52"/>
                  </a:lnTo>
                  <a:lnTo>
                    <a:pt x="111" y="52"/>
                  </a:lnTo>
                  <a:lnTo>
                    <a:pt x="111" y="52"/>
                  </a:lnTo>
                  <a:lnTo>
                    <a:pt x="111" y="52"/>
                  </a:lnTo>
                  <a:lnTo>
                    <a:pt x="111" y="52"/>
                  </a:lnTo>
                  <a:lnTo>
                    <a:pt x="113" y="52"/>
                  </a:lnTo>
                  <a:lnTo>
                    <a:pt x="113" y="50"/>
                  </a:lnTo>
                  <a:lnTo>
                    <a:pt x="113" y="50"/>
                  </a:lnTo>
                  <a:lnTo>
                    <a:pt x="113" y="50"/>
                  </a:lnTo>
                  <a:lnTo>
                    <a:pt x="113" y="47"/>
                  </a:lnTo>
                  <a:lnTo>
                    <a:pt x="113" y="47"/>
                  </a:lnTo>
                  <a:lnTo>
                    <a:pt x="113" y="47"/>
                  </a:lnTo>
                  <a:lnTo>
                    <a:pt x="116" y="47"/>
                  </a:lnTo>
                  <a:lnTo>
                    <a:pt x="116" y="45"/>
                  </a:lnTo>
                  <a:lnTo>
                    <a:pt x="116" y="45"/>
                  </a:lnTo>
                  <a:lnTo>
                    <a:pt x="116" y="45"/>
                  </a:lnTo>
                  <a:lnTo>
                    <a:pt x="116" y="45"/>
                  </a:lnTo>
                  <a:lnTo>
                    <a:pt x="116" y="43"/>
                  </a:lnTo>
                  <a:lnTo>
                    <a:pt x="118" y="43"/>
                  </a:lnTo>
                  <a:lnTo>
                    <a:pt x="118" y="43"/>
                  </a:lnTo>
                  <a:lnTo>
                    <a:pt x="118" y="43"/>
                  </a:lnTo>
                  <a:lnTo>
                    <a:pt x="118" y="40"/>
                  </a:lnTo>
                  <a:lnTo>
                    <a:pt x="121" y="40"/>
                  </a:lnTo>
                  <a:lnTo>
                    <a:pt x="121" y="40"/>
                  </a:lnTo>
                  <a:lnTo>
                    <a:pt x="121" y="40"/>
                  </a:lnTo>
                  <a:lnTo>
                    <a:pt x="121" y="40"/>
                  </a:lnTo>
                  <a:lnTo>
                    <a:pt x="121" y="40"/>
                  </a:lnTo>
                  <a:lnTo>
                    <a:pt x="121" y="38"/>
                  </a:lnTo>
                  <a:lnTo>
                    <a:pt x="123" y="38"/>
                  </a:lnTo>
                  <a:lnTo>
                    <a:pt x="123" y="38"/>
                  </a:lnTo>
                  <a:lnTo>
                    <a:pt x="123" y="38"/>
                  </a:lnTo>
                  <a:lnTo>
                    <a:pt x="123" y="36"/>
                  </a:lnTo>
                  <a:lnTo>
                    <a:pt x="123" y="36"/>
                  </a:lnTo>
                  <a:lnTo>
                    <a:pt x="123" y="36"/>
                  </a:lnTo>
                  <a:lnTo>
                    <a:pt x="123" y="33"/>
                  </a:lnTo>
                  <a:lnTo>
                    <a:pt x="125" y="33"/>
                  </a:lnTo>
                  <a:lnTo>
                    <a:pt x="125" y="33"/>
                  </a:lnTo>
                  <a:lnTo>
                    <a:pt x="125" y="33"/>
                  </a:lnTo>
                  <a:lnTo>
                    <a:pt x="125" y="31"/>
                  </a:lnTo>
                  <a:lnTo>
                    <a:pt x="128" y="31"/>
                  </a:lnTo>
                  <a:lnTo>
                    <a:pt x="128" y="31"/>
                  </a:lnTo>
                  <a:lnTo>
                    <a:pt x="128" y="31"/>
                  </a:lnTo>
                  <a:lnTo>
                    <a:pt x="128" y="31"/>
                  </a:lnTo>
                  <a:lnTo>
                    <a:pt x="128" y="31"/>
                  </a:lnTo>
                  <a:lnTo>
                    <a:pt x="128" y="29"/>
                  </a:lnTo>
                  <a:lnTo>
                    <a:pt x="130" y="29"/>
                  </a:lnTo>
                  <a:lnTo>
                    <a:pt x="130" y="29"/>
                  </a:lnTo>
                  <a:lnTo>
                    <a:pt x="130" y="29"/>
                  </a:lnTo>
                  <a:lnTo>
                    <a:pt x="130" y="26"/>
                  </a:lnTo>
                  <a:lnTo>
                    <a:pt x="130" y="26"/>
                  </a:lnTo>
                  <a:lnTo>
                    <a:pt x="130" y="26"/>
                  </a:lnTo>
                  <a:lnTo>
                    <a:pt x="132" y="26"/>
                  </a:lnTo>
                  <a:lnTo>
                    <a:pt x="132" y="24"/>
                  </a:lnTo>
                  <a:lnTo>
                    <a:pt x="132" y="24"/>
                  </a:lnTo>
                  <a:lnTo>
                    <a:pt x="132" y="24"/>
                  </a:lnTo>
                  <a:lnTo>
                    <a:pt x="135" y="24"/>
                  </a:lnTo>
                  <a:lnTo>
                    <a:pt x="135" y="21"/>
                  </a:lnTo>
                  <a:lnTo>
                    <a:pt x="135" y="21"/>
                  </a:lnTo>
                  <a:lnTo>
                    <a:pt x="135" y="21"/>
                  </a:lnTo>
                  <a:lnTo>
                    <a:pt x="135" y="21"/>
                  </a:lnTo>
                  <a:lnTo>
                    <a:pt x="135" y="21"/>
                  </a:lnTo>
                  <a:lnTo>
                    <a:pt x="137" y="21"/>
                  </a:lnTo>
                  <a:lnTo>
                    <a:pt x="137" y="19"/>
                  </a:lnTo>
                  <a:lnTo>
                    <a:pt x="137" y="19"/>
                  </a:lnTo>
                  <a:lnTo>
                    <a:pt x="137" y="19"/>
                  </a:lnTo>
                  <a:lnTo>
                    <a:pt x="140" y="19"/>
                  </a:lnTo>
                  <a:lnTo>
                    <a:pt x="140" y="19"/>
                  </a:lnTo>
                  <a:lnTo>
                    <a:pt x="140" y="19"/>
                  </a:lnTo>
                  <a:lnTo>
                    <a:pt x="142" y="19"/>
                  </a:lnTo>
                  <a:lnTo>
                    <a:pt x="142" y="17"/>
                  </a:lnTo>
                  <a:lnTo>
                    <a:pt x="142" y="17"/>
                  </a:lnTo>
                  <a:lnTo>
                    <a:pt x="142" y="17"/>
                  </a:lnTo>
                  <a:lnTo>
                    <a:pt x="144" y="17"/>
                  </a:lnTo>
                  <a:lnTo>
                    <a:pt x="144" y="17"/>
                  </a:lnTo>
                  <a:lnTo>
                    <a:pt x="144" y="17"/>
                  </a:lnTo>
                  <a:lnTo>
                    <a:pt x="147" y="17"/>
                  </a:lnTo>
                  <a:lnTo>
                    <a:pt x="147" y="17"/>
                  </a:lnTo>
                  <a:lnTo>
                    <a:pt x="147" y="17"/>
                  </a:lnTo>
                  <a:lnTo>
                    <a:pt x="149" y="17"/>
                  </a:lnTo>
                  <a:lnTo>
                    <a:pt x="149" y="14"/>
                  </a:lnTo>
                  <a:lnTo>
                    <a:pt x="149" y="14"/>
                  </a:lnTo>
                  <a:lnTo>
                    <a:pt x="149" y="14"/>
                  </a:lnTo>
                  <a:lnTo>
                    <a:pt x="151" y="14"/>
                  </a:lnTo>
                  <a:lnTo>
                    <a:pt x="151" y="14"/>
                  </a:lnTo>
                  <a:lnTo>
                    <a:pt x="154" y="14"/>
                  </a:lnTo>
                  <a:lnTo>
                    <a:pt x="154" y="14"/>
                  </a:lnTo>
                  <a:lnTo>
                    <a:pt x="154" y="14"/>
                  </a:lnTo>
                  <a:lnTo>
                    <a:pt x="154" y="14"/>
                  </a:lnTo>
                  <a:lnTo>
                    <a:pt x="156" y="14"/>
                  </a:lnTo>
                  <a:lnTo>
                    <a:pt x="156" y="14"/>
                  </a:lnTo>
                  <a:lnTo>
                    <a:pt x="156" y="12"/>
                  </a:lnTo>
                  <a:lnTo>
                    <a:pt x="156" y="12"/>
                  </a:lnTo>
                  <a:lnTo>
                    <a:pt x="158" y="12"/>
                  </a:lnTo>
                  <a:lnTo>
                    <a:pt x="158" y="12"/>
                  </a:lnTo>
                  <a:lnTo>
                    <a:pt x="161" y="12"/>
                  </a:lnTo>
                  <a:lnTo>
                    <a:pt x="161" y="12"/>
                  </a:lnTo>
                  <a:lnTo>
                    <a:pt x="161" y="12"/>
                  </a:lnTo>
                  <a:lnTo>
                    <a:pt x="161" y="12"/>
                  </a:lnTo>
                  <a:lnTo>
                    <a:pt x="163" y="12"/>
                  </a:lnTo>
                  <a:lnTo>
                    <a:pt x="163" y="12"/>
                  </a:lnTo>
                  <a:lnTo>
                    <a:pt x="163" y="12"/>
                  </a:lnTo>
                  <a:lnTo>
                    <a:pt x="163" y="12"/>
                  </a:lnTo>
                  <a:lnTo>
                    <a:pt x="166" y="12"/>
                  </a:lnTo>
                  <a:lnTo>
                    <a:pt x="166" y="12"/>
                  </a:lnTo>
                  <a:lnTo>
                    <a:pt x="168" y="12"/>
                  </a:lnTo>
                  <a:lnTo>
                    <a:pt x="168" y="12"/>
                  </a:lnTo>
                  <a:lnTo>
                    <a:pt x="168" y="10"/>
                  </a:lnTo>
                  <a:lnTo>
                    <a:pt x="168" y="10"/>
                  </a:lnTo>
                  <a:lnTo>
                    <a:pt x="170" y="10"/>
                  </a:lnTo>
                  <a:lnTo>
                    <a:pt x="170" y="10"/>
                  </a:lnTo>
                  <a:lnTo>
                    <a:pt x="170" y="10"/>
                  </a:lnTo>
                  <a:lnTo>
                    <a:pt x="170" y="10"/>
                  </a:lnTo>
                  <a:lnTo>
                    <a:pt x="173" y="10"/>
                  </a:lnTo>
                  <a:lnTo>
                    <a:pt x="173" y="10"/>
                  </a:lnTo>
                  <a:lnTo>
                    <a:pt x="175" y="10"/>
                  </a:lnTo>
                  <a:lnTo>
                    <a:pt x="175" y="10"/>
                  </a:lnTo>
                  <a:lnTo>
                    <a:pt x="175" y="10"/>
                  </a:lnTo>
                  <a:lnTo>
                    <a:pt x="175" y="7"/>
                  </a:lnTo>
                  <a:lnTo>
                    <a:pt x="177" y="7"/>
                  </a:lnTo>
                  <a:lnTo>
                    <a:pt x="177" y="7"/>
                  </a:lnTo>
                  <a:lnTo>
                    <a:pt x="180" y="7"/>
                  </a:lnTo>
                  <a:lnTo>
                    <a:pt x="180" y="7"/>
                  </a:lnTo>
                  <a:lnTo>
                    <a:pt x="180" y="7"/>
                  </a:lnTo>
                  <a:lnTo>
                    <a:pt x="180" y="7"/>
                  </a:lnTo>
                  <a:lnTo>
                    <a:pt x="182" y="7"/>
                  </a:lnTo>
                  <a:lnTo>
                    <a:pt x="182" y="7"/>
                  </a:lnTo>
                  <a:lnTo>
                    <a:pt x="182" y="7"/>
                  </a:lnTo>
                  <a:lnTo>
                    <a:pt x="184" y="7"/>
                  </a:lnTo>
                  <a:lnTo>
                    <a:pt x="184" y="5"/>
                  </a:lnTo>
                  <a:lnTo>
                    <a:pt x="184" y="5"/>
                  </a:lnTo>
                  <a:lnTo>
                    <a:pt x="187" y="5"/>
                  </a:lnTo>
                  <a:lnTo>
                    <a:pt x="187" y="5"/>
                  </a:lnTo>
                  <a:lnTo>
                    <a:pt x="187" y="5"/>
                  </a:lnTo>
                  <a:lnTo>
                    <a:pt x="187" y="5"/>
                  </a:lnTo>
                  <a:lnTo>
                    <a:pt x="189" y="5"/>
                  </a:lnTo>
                  <a:lnTo>
                    <a:pt x="189" y="5"/>
                  </a:lnTo>
                  <a:lnTo>
                    <a:pt x="189" y="5"/>
                  </a:lnTo>
                  <a:lnTo>
                    <a:pt x="192" y="5"/>
                  </a:lnTo>
                  <a:lnTo>
                    <a:pt x="192" y="5"/>
                  </a:lnTo>
                  <a:lnTo>
                    <a:pt x="192" y="2"/>
                  </a:lnTo>
                  <a:lnTo>
                    <a:pt x="194" y="2"/>
                  </a:lnTo>
                  <a:lnTo>
                    <a:pt x="194" y="2"/>
                  </a:lnTo>
                  <a:lnTo>
                    <a:pt x="194" y="2"/>
                  </a:lnTo>
                  <a:lnTo>
                    <a:pt x="196" y="2"/>
                  </a:lnTo>
                  <a:lnTo>
                    <a:pt x="196" y="2"/>
                  </a:lnTo>
                  <a:lnTo>
                    <a:pt x="196" y="2"/>
                  </a:lnTo>
                  <a:lnTo>
                    <a:pt x="196" y="2"/>
                  </a:lnTo>
                  <a:lnTo>
                    <a:pt x="199" y="2"/>
                  </a:lnTo>
                  <a:lnTo>
                    <a:pt x="199" y="2"/>
                  </a:lnTo>
                  <a:lnTo>
                    <a:pt x="201" y="2"/>
                  </a:lnTo>
                  <a:lnTo>
                    <a:pt x="201" y="2"/>
                  </a:lnTo>
                  <a:lnTo>
                    <a:pt x="201" y="2"/>
                  </a:lnTo>
                  <a:lnTo>
                    <a:pt x="201" y="2"/>
                  </a:lnTo>
                  <a:lnTo>
                    <a:pt x="203" y="2"/>
                  </a:lnTo>
                  <a:lnTo>
                    <a:pt x="203" y="2"/>
                  </a:lnTo>
                  <a:lnTo>
                    <a:pt x="203" y="0"/>
                  </a:lnTo>
                  <a:lnTo>
                    <a:pt x="203" y="0"/>
                  </a:lnTo>
                  <a:lnTo>
                    <a:pt x="206" y="0"/>
                  </a:lnTo>
                  <a:lnTo>
                    <a:pt x="206" y="0"/>
                  </a:lnTo>
                  <a:lnTo>
                    <a:pt x="206" y="2"/>
                  </a:lnTo>
                  <a:lnTo>
                    <a:pt x="206" y="2"/>
                  </a:lnTo>
                  <a:lnTo>
                    <a:pt x="206" y="2"/>
                  </a:lnTo>
                  <a:lnTo>
                    <a:pt x="206" y="2"/>
                  </a:lnTo>
                  <a:lnTo>
                    <a:pt x="206" y="5"/>
                  </a:lnTo>
                  <a:lnTo>
                    <a:pt x="206" y="5"/>
                  </a:lnTo>
                  <a:lnTo>
                    <a:pt x="203" y="5"/>
                  </a:lnTo>
                  <a:lnTo>
                    <a:pt x="203" y="7"/>
                  </a:lnTo>
                  <a:lnTo>
                    <a:pt x="203" y="7"/>
                  </a:lnTo>
                  <a:lnTo>
                    <a:pt x="203" y="10"/>
                  </a:lnTo>
                  <a:lnTo>
                    <a:pt x="203" y="10"/>
                  </a:lnTo>
                  <a:lnTo>
                    <a:pt x="203" y="10"/>
                  </a:lnTo>
                  <a:lnTo>
                    <a:pt x="203" y="12"/>
                  </a:lnTo>
                  <a:lnTo>
                    <a:pt x="203" y="12"/>
                  </a:lnTo>
                  <a:lnTo>
                    <a:pt x="203" y="12"/>
                  </a:lnTo>
                  <a:lnTo>
                    <a:pt x="203" y="12"/>
                  </a:lnTo>
                  <a:lnTo>
                    <a:pt x="206" y="12"/>
                  </a:lnTo>
                  <a:lnTo>
                    <a:pt x="206" y="14"/>
                  </a:lnTo>
                  <a:lnTo>
                    <a:pt x="206" y="14"/>
                  </a:lnTo>
                  <a:lnTo>
                    <a:pt x="206" y="14"/>
                  </a:lnTo>
                  <a:lnTo>
                    <a:pt x="206" y="17"/>
                  </a:lnTo>
                  <a:lnTo>
                    <a:pt x="208" y="17"/>
                  </a:lnTo>
                  <a:lnTo>
                    <a:pt x="208" y="17"/>
                  </a:lnTo>
                  <a:lnTo>
                    <a:pt x="208" y="17"/>
                  </a:lnTo>
                  <a:lnTo>
                    <a:pt x="208" y="19"/>
                  </a:lnTo>
                  <a:lnTo>
                    <a:pt x="208" y="19"/>
                  </a:lnTo>
                  <a:lnTo>
                    <a:pt x="208" y="19"/>
                  </a:lnTo>
                  <a:lnTo>
                    <a:pt x="208" y="21"/>
                  </a:lnTo>
                  <a:lnTo>
                    <a:pt x="211" y="21"/>
                  </a:lnTo>
                  <a:lnTo>
                    <a:pt x="211" y="21"/>
                  </a:lnTo>
                  <a:lnTo>
                    <a:pt x="211" y="21"/>
                  </a:lnTo>
                  <a:lnTo>
                    <a:pt x="211" y="21"/>
                  </a:lnTo>
                  <a:lnTo>
                    <a:pt x="211" y="24"/>
                  </a:lnTo>
                  <a:lnTo>
                    <a:pt x="213" y="24"/>
                  </a:lnTo>
                  <a:lnTo>
                    <a:pt x="213" y="24"/>
                  </a:lnTo>
                  <a:lnTo>
                    <a:pt x="213" y="26"/>
                  </a:lnTo>
                  <a:lnTo>
                    <a:pt x="213" y="26"/>
                  </a:lnTo>
                  <a:lnTo>
                    <a:pt x="213" y="26"/>
                  </a:lnTo>
                  <a:lnTo>
                    <a:pt x="213" y="26"/>
                  </a:lnTo>
                  <a:lnTo>
                    <a:pt x="213" y="29"/>
                  </a:lnTo>
                  <a:lnTo>
                    <a:pt x="215" y="29"/>
                  </a:lnTo>
                  <a:lnTo>
                    <a:pt x="215" y="29"/>
                  </a:lnTo>
                  <a:lnTo>
                    <a:pt x="215" y="31"/>
                  </a:lnTo>
                  <a:lnTo>
                    <a:pt x="215" y="31"/>
                  </a:lnTo>
                  <a:lnTo>
                    <a:pt x="215" y="31"/>
                  </a:lnTo>
                  <a:lnTo>
                    <a:pt x="215" y="31"/>
                  </a:lnTo>
                  <a:lnTo>
                    <a:pt x="215" y="31"/>
                  </a:lnTo>
                  <a:lnTo>
                    <a:pt x="215" y="33"/>
                  </a:lnTo>
                  <a:lnTo>
                    <a:pt x="218" y="33"/>
                  </a:lnTo>
                  <a:lnTo>
                    <a:pt x="218" y="33"/>
                  </a:lnTo>
                  <a:lnTo>
                    <a:pt x="218" y="33"/>
                  </a:lnTo>
                  <a:lnTo>
                    <a:pt x="218" y="36"/>
                  </a:lnTo>
                  <a:lnTo>
                    <a:pt x="218" y="36"/>
                  </a:lnTo>
                  <a:lnTo>
                    <a:pt x="220" y="36"/>
                  </a:lnTo>
                  <a:lnTo>
                    <a:pt x="220" y="38"/>
                  </a:lnTo>
                  <a:lnTo>
                    <a:pt x="220" y="38"/>
                  </a:lnTo>
                  <a:lnTo>
                    <a:pt x="220" y="38"/>
                  </a:lnTo>
                  <a:lnTo>
                    <a:pt x="220" y="38"/>
                  </a:lnTo>
                  <a:lnTo>
                    <a:pt x="220" y="40"/>
                  </a:lnTo>
                  <a:lnTo>
                    <a:pt x="220" y="40"/>
                  </a:lnTo>
                  <a:lnTo>
                    <a:pt x="222" y="40"/>
                  </a:lnTo>
                  <a:lnTo>
                    <a:pt x="222" y="40"/>
                  </a:lnTo>
                  <a:lnTo>
                    <a:pt x="222" y="40"/>
                  </a:lnTo>
                  <a:lnTo>
                    <a:pt x="222" y="43"/>
                  </a:lnTo>
                  <a:lnTo>
                    <a:pt x="222" y="43"/>
                  </a:lnTo>
                  <a:lnTo>
                    <a:pt x="222" y="45"/>
                  </a:lnTo>
                  <a:lnTo>
                    <a:pt x="222" y="45"/>
                  </a:lnTo>
                  <a:lnTo>
                    <a:pt x="222" y="45"/>
                  </a:lnTo>
                  <a:lnTo>
                    <a:pt x="222" y="47"/>
                  </a:lnTo>
                  <a:lnTo>
                    <a:pt x="222" y="47"/>
                  </a:lnTo>
                  <a:lnTo>
                    <a:pt x="222" y="50"/>
                  </a:lnTo>
                  <a:lnTo>
                    <a:pt x="222" y="50"/>
                  </a:lnTo>
                  <a:lnTo>
                    <a:pt x="222" y="50"/>
                  </a:lnTo>
                  <a:lnTo>
                    <a:pt x="222" y="52"/>
                  </a:lnTo>
                  <a:lnTo>
                    <a:pt x="222" y="52"/>
                  </a:lnTo>
                  <a:lnTo>
                    <a:pt x="222" y="52"/>
                  </a:lnTo>
                  <a:lnTo>
                    <a:pt x="225" y="52"/>
                  </a:lnTo>
                  <a:lnTo>
                    <a:pt x="225" y="52"/>
                  </a:lnTo>
                  <a:lnTo>
                    <a:pt x="225" y="52"/>
                  </a:lnTo>
                  <a:lnTo>
                    <a:pt x="225" y="55"/>
                  </a:lnTo>
                  <a:lnTo>
                    <a:pt x="227" y="55"/>
                  </a:lnTo>
                  <a:lnTo>
                    <a:pt x="227" y="55"/>
                  </a:lnTo>
                  <a:lnTo>
                    <a:pt x="227" y="55"/>
                  </a:lnTo>
                  <a:lnTo>
                    <a:pt x="227" y="57"/>
                  </a:lnTo>
                  <a:lnTo>
                    <a:pt x="227" y="57"/>
                  </a:lnTo>
                  <a:lnTo>
                    <a:pt x="227" y="57"/>
                  </a:lnTo>
                  <a:lnTo>
                    <a:pt x="227" y="59"/>
                  </a:lnTo>
                  <a:lnTo>
                    <a:pt x="229" y="59"/>
                  </a:lnTo>
                  <a:lnTo>
                    <a:pt x="229" y="59"/>
                  </a:lnTo>
                  <a:lnTo>
                    <a:pt x="229" y="59"/>
                  </a:lnTo>
                  <a:lnTo>
                    <a:pt x="229" y="62"/>
                  </a:lnTo>
                  <a:lnTo>
                    <a:pt x="229" y="62"/>
                  </a:lnTo>
                  <a:lnTo>
                    <a:pt x="227" y="62"/>
                  </a:lnTo>
                  <a:lnTo>
                    <a:pt x="227" y="62"/>
                  </a:lnTo>
                  <a:lnTo>
                    <a:pt x="227" y="62"/>
                  </a:lnTo>
                  <a:lnTo>
                    <a:pt x="227" y="62"/>
                  </a:lnTo>
                  <a:lnTo>
                    <a:pt x="225" y="62"/>
                  </a:lnTo>
                  <a:lnTo>
                    <a:pt x="225" y="62"/>
                  </a:lnTo>
                  <a:lnTo>
                    <a:pt x="225" y="62"/>
                  </a:lnTo>
                  <a:lnTo>
                    <a:pt x="222" y="62"/>
                  </a:lnTo>
                  <a:lnTo>
                    <a:pt x="222" y="64"/>
                  </a:lnTo>
                  <a:lnTo>
                    <a:pt x="222" y="64"/>
                  </a:lnTo>
                  <a:lnTo>
                    <a:pt x="222" y="64"/>
                  </a:lnTo>
                  <a:lnTo>
                    <a:pt x="220" y="64"/>
                  </a:lnTo>
                  <a:lnTo>
                    <a:pt x="220" y="64"/>
                  </a:lnTo>
                  <a:lnTo>
                    <a:pt x="220" y="64"/>
                  </a:lnTo>
                  <a:lnTo>
                    <a:pt x="220" y="64"/>
                  </a:lnTo>
                  <a:lnTo>
                    <a:pt x="218" y="64"/>
                  </a:lnTo>
                  <a:lnTo>
                    <a:pt x="218" y="66"/>
                  </a:lnTo>
                  <a:lnTo>
                    <a:pt x="218" y="66"/>
                  </a:lnTo>
                  <a:lnTo>
                    <a:pt x="215" y="66"/>
                  </a:lnTo>
                  <a:lnTo>
                    <a:pt x="215" y="66"/>
                  </a:lnTo>
                  <a:lnTo>
                    <a:pt x="215" y="66"/>
                  </a:lnTo>
                  <a:lnTo>
                    <a:pt x="215" y="69"/>
                  </a:lnTo>
                  <a:lnTo>
                    <a:pt x="215" y="69"/>
                  </a:lnTo>
                  <a:lnTo>
                    <a:pt x="215" y="69"/>
                  </a:lnTo>
                  <a:lnTo>
                    <a:pt x="213" y="69"/>
                  </a:lnTo>
                  <a:lnTo>
                    <a:pt x="213" y="71"/>
                  </a:lnTo>
                  <a:lnTo>
                    <a:pt x="213" y="71"/>
                  </a:lnTo>
                  <a:lnTo>
                    <a:pt x="213" y="71"/>
                  </a:lnTo>
                  <a:lnTo>
                    <a:pt x="213" y="71"/>
                  </a:lnTo>
                  <a:lnTo>
                    <a:pt x="213" y="71"/>
                  </a:lnTo>
                  <a:lnTo>
                    <a:pt x="213" y="74"/>
                  </a:lnTo>
                  <a:lnTo>
                    <a:pt x="211" y="74"/>
                  </a:lnTo>
                  <a:lnTo>
                    <a:pt x="211" y="74"/>
                  </a:lnTo>
                  <a:lnTo>
                    <a:pt x="211" y="76"/>
                  </a:lnTo>
                  <a:lnTo>
                    <a:pt x="211" y="76"/>
                  </a:lnTo>
                  <a:lnTo>
                    <a:pt x="211" y="76"/>
                  </a:lnTo>
                  <a:lnTo>
                    <a:pt x="211" y="78"/>
                  </a:lnTo>
                  <a:lnTo>
                    <a:pt x="211" y="78"/>
                  </a:lnTo>
                  <a:lnTo>
                    <a:pt x="211" y="78"/>
                  </a:lnTo>
                  <a:lnTo>
                    <a:pt x="211" y="81"/>
                  </a:lnTo>
                  <a:lnTo>
                    <a:pt x="211" y="81"/>
                  </a:lnTo>
                  <a:lnTo>
                    <a:pt x="211" y="81"/>
                  </a:lnTo>
                  <a:lnTo>
                    <a:pt x="211" y="83"/>
                  </a:lnTo>
                  <a:lnTo>
                    <a:pt x="211" y="83"/>
                  </a:lnTo>
                  <a:lnTo>
                    <a:pt x="213" y="83"/>
                  </a:lnTo>
                  <a:lnTo>
                    <a:pt x="213" y="85"/>
                  </a:lnTo>
                  <a:lnTo>
                    <a:pt x="213" y="85"/>
                  </a:lnTo>
                  <a:lnTo>
                    <a:pt x="213" y="88"/>
                  </a:lnTo>
                  <a:lnTo>
                    <a:pt x="211" y="88"/>
                  </a:lnTo>
                  <a:lnTo>
                    <a:pt x="211" y="88"/>
                  </a:lnTo>
                  <a:lnTo>
                    <a:pt x="208" y="88"/>
                  </a:lnTo>
                  <a:lnTo>
                    <a:pt x="208" y="88"/>
                  </a:lnTo>
                  <a:lnTo>
                    <a:pt x="208" y="88"/>
                  </a:lnTo>
                  <a:lnTo>
                    <a:pt x="208" y="88"/>
                  </a:lnTo>
                  <a:lnTo>
                    <a:pt x="208" y="90"/>
                  </a:lnTo>
                  <a:lnTo>
                    <a:pt x="206" y="90"/>
                  </a:lnTo>
                  <a:lnTo>
                    <a:pt x="206" y="90"/>
                  </a:lnTo>
                  <a:lnTo>
                    <a:pt x="203" y="90"/>
                  </a:lnTo>
                  <a:lnTo>
                    <a:pt x="203" y="90"/>
                  </a:lnTo>
                  <a:lnTo>
                    <a:pt x="203" y="90"/>
                  </a:lnTo>
                  <a:lnTo>
                    <a:pt x="203" y="90"/>
                  </a:lnTo>
                  <a:lnTo>
                    <a:pt x="203" y="90"/>
                  </a:lnTo>
                  <a:lnTo>
                    <a:pt x="201" y="90"/>
                  </a:lnTo>
                  <a:lnTo>
                    <a:pt x="201" y="90"/>
                  </a:lnTo>
                  <a:lnTo>
                    <a:pt x="201" y="93"/>
                  </a:lnTo>
                  <a:lnTo>
                    <a:pt x="201" y="93"/>
                  </a:lnTo>
                  <a:lnTo>
                    <a:pt x="201" y="93"/>
                  </a:lnTo>
                  <a:lnTo>
                    <a:pt x="199" y="93"/>
                  </a:lnTo>
                  <a:lnTo>
                    <a:pt x="199" y="95"/>
                  </a:lnTo>
                  <a:lnTo>
                    <a:pt x="199" y="95"/>
                  </a:lnTo>
                  <a:lnTo>
                    <a:pt x="196" y="95"/>
                  </a:lnTo>
                  <a:lnTo>
                    <a:pt x="196" y="95"/>
                  </a:lnTo>
                  <a:lnTo>
                    <a:pt x="196" y="95"/>
                  </a:lnTo>
                  <a:lnTo>
                    <a:pt x="196" y="95"/>
                  </a:lnTo>
                  <a:lnTo>
                    <a:pt x="194" y="95"/>
                  </a:lnTo>
                  <a:lnTo>
                    <a:pt x="194" y="95"/>
                  </a:lnTo>
                  <a:lnTo>
                    <a:pt x="194" y="97"/>
                  </a:lnTo>
                  <a:lnTo>
                    <a:pt x="194" y="97"/>
                  </a:lnTo>
                  <a:lnTo>
                    <a:pt x="192" y="97"/>
                  </a:lnTo>
                  <a:lnTo>
                    <a:pt x="192" y="97"/>
                  </a:lnTo>
                  <a:lnTo>
                    <a:pt x="192" y="97"/>
                  </a:lnTo>
                  <a:lnTo>
                    <a:pt x="189" y="97"/>
                  </a:lnTo>
                  <a:lnTo>
                    <a:pt x="189" y="97"/>
                  </a:lnTo>
                  <a:lnTo>
                    <a:pt x="189" y="97"/>
                  </a:lnTo>
                  <a:lnTo>
                    <a:pt x="189" y="100"/>
                  </a:lnTo>
                  <a:lnTo>
                    <a:pt x="187" y="100"/>
                  </a:lnTo>
                  <a:lnTo>
                    <a:pt x="187" y="100"/>
                  </a:lnTo>
                  <a:lnTo>
                    <a:pt x="187" y="100"/>
                  </a:lnTo>
                  <a:lnTo>
                    <a:pt x="184" y="100"/>
                  </a:lnTo>
                  <a:lnTo>
                    <a:pt x="184" y="100"/>
                  </a:lnTo>
                  <a:lnTo>
                    <a:pt x="184" y="100"/>
                  </a:lnTo>
                  <a:lnTo>
                    <a:pt x="182" y="100"/>
                  </a:lnTo>
                  <a:lnTo>
                    <a:pt x="182" y="100"/>
                  </a:lnTo>
                  <a:lnTo>
                    <a:pt x="182" y="100"/>
                  </a:lnTo>
                  <a:lnTo>
                    <a:pt x="180" y="100"/>
                  </a:lnTo>
                  <a:lnTo>
                    <a:pt x="180" y="102"/>
                  </a:lnTo>
                  <a:lnTo>
                    <a:pt x="180" y="102"/>
                  </a:lnTo>
                  <a:lnTo>
                    <a:pt x="180" y="102"/>
                  </a:lnTo>
                  <a:lnTo>
                    <a:pt x="177" y="102"/>
                  </a:lnTo>
                  <a:lnTo>
                    <a:pt x="177" y="102"/>
                  </a:lnTo>
                  <a:lnTo>
                    <a:pt x="175" y="102"/>
                  </a:lnTo>
                  <a:lnTo>
                    <a:pt x="175" y="102"/>
                  </a:lnTo>
                  <a:lnTo>
                    <a:pt x="175" y="102"/>
                  </a:lnTo>
                  <a:lnTo>
                    <a:pt x="175" y="102"/>
                  </a:lnTo>
                  <a:lnTo>
                    <a:pt x="173" y="102"/>
                  </a:lnTo>
                  <a:lnTo>
                    <a:pt x="173" y="102"/>
                  </a:lnTo>
                  <a:lnTo>
                    <a:pt x="173" y="102"/>
                  </a:lnTo>
                  <a:lnTo>
                    <a:pt x="170" y="102"/>
                  </a:lnTo>
                  <a:lnTo>
                    <a:pt x="170" y="104"/>
                  </a:lnTo>
                  <a:lnTo>
                    <a:pt x="170" y="104"/>
                  </a:lnTo>
                  <a:lnTo>
                    <a:pt x="170" y="104"/>
                  </a:lnTo>
                  <a:lnTo>
                    <a:pt x="170" y="104"/>
                  </a:lnTo>
                  <a:lnTo>
                    <a:pt x="168" y="104"/>
                  </a:lnTo>
                  <a:lnTo>
                    <a:pt x="168" y="107"/>
                  </a:lnTo>
                  <a:lnTo>
                    <a:pt x="168" y="107"/>
                  </a:lnTo>
                  <a:lnTo>
                    <a:pt x="168" y="107"/>
                  </a:lnTo>
                  <a:lnTo>
                    <a:pt x="166" y="107"/>
                  </a:lnTo>
                  <a:lnTo>
                    <a:pt x="166" y="107"/>
                  </a:lnTo>
                  <a:lnTo>
                    <a:pt x="166" y="107"/>
                  </a:lnTo>
                  <a:lnTo>
                    <a:pt x="163" y="107"/>
                  </a:lnTo>
                  <a:lnTo>
                    <a:pt x="163" y="107"/>
                  </a:lnTo>
                  <a:lnTo>
                    <a:pt x="163" y="107"/>
                  </a:lnTo>
                  <a:lnTo>
                    <a:pt x="163" y="107"/>
                  </a:lnTo>
                  <a:lnTo>
                    <a:pt x="161" y="107"/>
                  </a:lnTo>
                  <a:lnTo>
                    <a:pt x="161" y="107"/>
                  </a:lnTo>
                  <a:lnTo>
                    <a:pt x="161" y="107"/>
                  </a:lnTo>
                  <a:lnTo>
                    <a:pt x="161" y="107"/>
                  </a:lnTo>
                  <a:lnTo>
                    <a:pt x="161" y="109"/>
                  </a:lnTo>
                  <a:lnTo>
                    <a:pt x="158" y="109"/>
                  </a:lnTo>
                  <a:lnTo>
                    <a:pt x="158" y="109"/>
                  </a:lnTo>
                  <a:lnTo>
                    <a:pt x="156" y="109"/>
                  </a:lnTo>
                  <a:lnTo>
                    <a:pt x="156" y="109"/>
                  </a:lnTo>
                  <a:lnTo>
                    <a:pt x="156" y="109"/>
                  </a:lnTo>
                  <a:lnTo>
                    <a:pt x="156" y="109"/>
                  </a:lnTo>
                  <a:lnTo>
                    <a:pt x="154" y="109"/>
                  </a:lnTo>
                  <a:lnTo>
                    <a:pt x="154" y="109"/>
                  </a:lnTo>
                  <a:lnTo>
                    <a:pt x="154" y="111"/>
                  </a:lnTo>
                  <a:lnTo>
                    <a:pt x="154" y="111"/>
                  </a:lnTo>
                  <a:lnTo>
                    <a:pt x="151" y="111"/>
                  </a:lnTo>
                  <a:lnTo>
                    <a:pt x="151" y="111"/>
                  </a:lnTo>
                  <a:lnTo>
                    <a:pt x="151" y="111"/>
                  </a:lnTo>
                  <a:lnTo>
                    <a:pt x="149" y="111"/>
                  </a:lnTo>
                  <a:lnTo>
                    <a:pt x="149" y="111"/>
                  </a:lnTo>
                  <a:lnTo>
                    <a:pt x="149" y="111"/>
                  </a:lnTo>
                  <a:lnTo>
                    <a:pt x="149" y="111"/>
                  </a:lnTo>
                  <a:lnTo>
                    <a:pt x="149" y="114"/>
                  </a:lnTo>
                  <a:lnTo>
                    <a:pt x="147" y="114"/>
                  </a:lnTo>
                  <a:lnTo>
                    <a:pt x="147" y="114"/>
                  </a:lnTo>
                  <a:lnTo>
                    <a:pt x="147" y="114"/>
                  </a:lnTo>
                  <a:lnTo>
                    <a:pt x="147" y="114"/>
                  </a:lnTo>
                  <a:lnTo>
                    <a:pt x="144" y="114"/>
                  </a:lnTo>
                  <a:lnTo>
                    <a:pt x="144" y="114"/>
                  </a:lnTo>
                  <a:lnTo>
                    <a:pt x="144" y="116"/>
                  </a:lnTo>
                  <a:lnTo>
                    <a:pt x="142" y="116"/>
                  </a:lnTo>
                  <a:lnTo>
                    <a:pt x="142" y="116"/>
                  </a:lnTo>
                  <a:lnTo>
                    <a:pt x="142" y="119"/>
                  </a:lnTo>
                  <a:lnTo>
                    <a:pt x="142" y="119"/>
                  </a:lnTo>
                  <a:lnTo>
                    <a:pt x="142" y="121"/>
                  </a:lnTo>
                  <a:lnTo>
                    <a:pt x="142" y="121"/>
                  </a:lnTo>
                  <a:lnTo>
                    <a:pt x="142" y="121"/>
                  </a:lnTo>
                  <a:lnTo>
                    <a:pt x="142" y="121"/>
                  </a:lnTo>
                  <a:lnTo>
                    <a:pt x="142" y="121"/>
                  </a:lnTo>
                  <a:lnTo>
                    <a:pt x="140" y="121"/>
                  </a:lnTo>
                  <a:lnTo>
                    <a:pt x="140" y="121"/>
                  </a:lnTo>
                  <a:lnTo>
                    <a:pt x="140" y="123"/>
                  </a:lnTo>
                  <a:lnTo>
                    <a:pt x="140" y="123"/>
                  </a:lnTo>
                  <a:lnTo>
                    <a:pt x="140" y="123"/>
                  </a:lnTo>
                  <a:lnTo>
                    <a:pt x="137" y="123"/>
                  </a:lnTo>
                  <a:lnTo>
                    <a:pt x="137" y="126"/>
                  </a:lnTo>
                  <a:lnTo>
                    <a:pt x="137" y="126"/>
                  </a:lnTo>
                  <a:lnTo>
                    <a:pt x="137" y="126"/>
                  </a:lnTo>
                  <a:lnTo>
                    <a:pt x="135" y="126"/>
                  </a:lnTo>
                  <a:lnTo>
                    <a:pt x="135" y="128"/>
                  </a:lnTo>
                  <a:lnTo>
                    <a:pt x="135" y="128"/>
                  </a:lnTo>
                  <a:lnTo>
                    <a:pt x="135" y="128"/>
                  </a:lnTo>
                  <a:lnTo>
                    <a:pt x="132" y="128"/>
                  </a:lnTo>
                  <a:lnTo>
                    <a:pt x="132" y="128"/>
                  </a:lnTo>
                  <a:lnTo>
                    <a:pt x="130" y="128"/>
                  </a:lnTo>
                  <a:lnTo>
                    <a:pt x="130" y="128"/>
                  </a:lnTo>
                  <a:lnTo>
                    <a:pt x="130" y="128"/>
                  </a:lnTo>
                  <a:lnTo>
                    <a:pt x="130" y="128"/>
                  </a:lnTo>
                  <a:lnTo>
                    <a:pt x="130" y="128"/>
                  </a:lnTo>
                  <a:lnTo>
                    <a:pt x="128" y="128"/>
                  </a:lnTo>
                  <a:lnTo>
                    <a:pt x="128" y="128"/>
                  </a:lnTo>
                  <a:lnTo>
                    <a:pt x="128" y="128"/>
                  </a:lnTo>
                  <a:lnTo>
                    <a:pt x="128" y="128"/>
                  </a:lnTo>
                  <a:lnTo>
                    <a:pt x="125" y="128"/>
                  </a:lnTo>
                  <a:lnTo>
                    <a:pt x="125" y="128"/>
                  </a:lnTo>
                  <a:lnTo>
                    <a:pt x="123" y="128"/>
                  </a:lnTo>
                  <a:lnTo>
                    <a:pt x="123" y="128"/>
                  </a:lnTo>
                  <a:lnTo>
                    <a:pt x="123" y="128"/>
                  </a:lnTo>
                  <a:lnTo>
                    <a:pt x="123" y="128"/>
                  </a:lnTo>
                  <a:lnTo>
                    <a:pt x="121" y="128"/>
                  </a:lnTo>
                  <a:lnTo>
                    <a:pt x="121" y="126"/>
                  </a:lnTo>
                  <a:lnTo>
                    <a:pt x="121" y="126"/>
                  </a:lnTo>
                  <a:lnTo>
                    <a:pt x="121" y="128"/>
                  </a:lnTo>
                  <a:lnTo>
                    <a:pt x="121" y="128"/>
                  </a:lnTo>
                  <a:lnTo>
                    <a:pt x="118" y="128"/>
                  </a:lnTo>
                  <a:lnTo>
                    <a:pt x="118" y="128"/>
                  </a:lnTo>
                  <a:lnTo>
                    <a:pt x="118" y="128"/>
                  </a:lnTo>
                  <a:lnTo>
                    <a:pt x="118" y="130"/>
                  </a:lnTo>
                  <a:lnTo>
                    <a:pt x="116" y="130"/>
                  </a:lnTo>
                  <a:lnTo>
                    <a:pt x="116" y="130"/>
                  </a:lnTo>
                  <a:lnTo>
                    <a:pt x="116" y="130"/>
                  </a:lnTo>
                  <a:lnTo>
                    <a:pt x="116" y="130"/>
                  </a:lnTo>
                  <a:lnTo>
                    <a:pt x="113" y="130"/>
                  </a:lnTo>
                  <a:lnTo>
                    <a:pt x="113" y="130"/>
                  </a:lnTo>
                  <a:lnTo>
                    <a:pt x="113" y="130"/>
                  </a:lnTo>
                  <a:lnTo>
                    <a:pt x="113" y="130"/>
                  </a:lnTo>
                  <a:lnTo>
                    <a:pt x="113" y="133"/>
                  </a:lnTo>
                  <a:lnTo>
                    <a:pt x="111" y="133"/>
                  </a:lnTo>
                  <a:lnTo>
                    <a:pt x="111" y="133"/>
                  </a:lnTo>
                  <a:lnTo>
                    <a:pt x="111" y="133"/>
                  </a:lnTo>
                  <a:lnTo>
                    <a:pt x="111" y="135"/>
                  </a:lnTo>
                  <a:lnTo>
                    <a:pt x="109" y="135"/>
                  </a:lnTo>
                  <a:lnTo>
                    <a:pt x="109" y="135"/>
                  </a:lnTo>
                  <a:lnTo>
                    <a:pt x="109" y="135"/>
                  </a:lnTo>
                  <a:lnTo>
                    <a:pt x="109" y="138"/>
                  </a:lnTo>
                  <a:lnTo>
                    <a:pt x="109" y="138"/>
                  </a:lnTo>
                  <a:lnTo>
                    <a:pt x="106" y="138"/>
                  </a:lnTo>
                  <a:lnTo>
                    <a:pt x="106" y="138"/>
                  </a:lnTo>
                  <a:lnTo>
                    <a:pt x="106" y="138"/>
                  </a:lnTo>
                  <a:lnTo>
                    <a:pt x="106" y="138"/>
                  </a:lnTo>
                  <a:lnTo>
                    <a:pt x="104" y="138"/>
                  </a:lnTo>
                  <a:lnTo>
                    <a:pt x="104" y="138"/>
                  </a:lnTo>
                  <a:lnTo>
                    <a:pt x="102" y="138"/>
                  </a:lnTo>
                  <a:lnTo>
                    <a:pt x="102" y="140"/>
                  </a:lnTo>
                  <a:lnTo>
                    <a:pt x="102" y="140"/>
                  </a:lnTo>
                  <a:lnTo>
                    <a:pt x="102" y="140"/>
                  </a:lnTo>
                  <a:lnTo>
                    <a:pt x="99" y="140"/>
                  </a:lnTo>
                  <a:lnTo>
                    <a:pt x="99" y="140"/>
                  </a:lnTo>
                  <a:lnTo>
                    <a:pt x="97" y="140"/>
                  </a:lnTo>
                  <a:lnTo>
                    <a:pt x="97" y="140"/>
                  </a:lnTo>
                  <a:lnTo>
                    <a:pt x="97" y="140"/>
                  </a:lnTo>
                  <a:lnTo>
                    <a:pt x="97" y="140"/>
                  </a:lnTo>
                  <a:lnTo>
                    <a:pt x="97" y="140"/>
                  </a:lnTo>
                  <a:lnTo>
                    <a:pt x="95" y="140"/>
                  </a:lnTo>
                  <a:lnTo>
                    <a:pt x="95" y="140"/>
                  </a:lnTo>
                  <a:lnTo>
                    <a:pt x="95" y="142"/>
                  </a:lnTo>
                  <a:lnTo>
                    <a:pt x="95" y="142"/>
                  </a:lnTo>
                  <a:lnTo>
                    <a:pt x="92" y="142"/>
                  </a:lnTo>
                  <a:lnTo>
                    <a:pt x="92" y="142"/>
                  </a:lnTo>
                  <a:lnTo>
                    <a:pt x="90" y="142"/>
                  </a:lnTo>
                  <a:lnTo>
                    <a:pt x="90" y="142"/>
                  </a:lnTo>
                  <a:lnTo>
                    <a:pt x="90" y="142"/>
                  </a:lnTo>
                  <a:lnTo>
                    <a:pt x="90" y="142"/>
                  </a:lnTo>
                  <a:lnTo>
                    <a:pt x="87" y="142"/>
                  </a:lnTo>
                  <a:lnTo>
                    <a:pt x="87" y="142"/>
                  </a:lnTo>
                  <a:lnTo>
                    <a:pt x="87" y="142"/>
                  </a:lnTo>
                  <a:lnTo>
                    <a:pt x="85" y="142"/>
                  </a:lnTo>
                  <a:lnTo>
                    <a:pt x="85" y="142"/>
                  </a:lnTo>
                  <a:lnTo>
                    <a:pt x="83" y="142"/>
                  </a:lnTo>
                  <a:lnTo>
                    <a:pt x="83" y="142"/>
                  </a:lnTo>
                  <a:lnTo>
                    <a:pt x="83" y="142"/>
                  </a:lnTo>
                  <a:lnTo>
                    <a:pt x="83" y="142"/>
                  </a:lnTo>
                  <a:lnTo>
                    <a:pt x="83" y="142"/>
                  </a:lnTo>
                  <a:lnTo>
                    <a:pt x="80" y="142"/>
                  </a:lnTo>
                  <a:lnTo>
                    <a:pt x="80" y="142"/>
                  </a:lnTo>
                  <a:lnTo>
                    <a:pt x="80" y="142"/>
                  </a:lnTo>
                  <a:lnTo>
                    <a:pt x="78" y="142"/>
                  </a:lnTo>
                  <a:lnTo>
                    <a:pt x="78" y="142"/>
                  </a:lnTo>
                  <a:lnTo>
                    <a:pt x="76" y="142"/>
                  </a:lnTo>
                  <a:lnTo>
                    <a:pt x="76" y="142"/>
                  </a:lnTo>
                  <a:lnTo>
                    <a:pt x="76" y="142"/>
                  </a:lnTo>
                  <a:lnTo>
                    <a:pt x="73" y="142"/>
                  </a:lnTo>
                  <a:lnTo>
                    <a:pt x="73" y="145"/>
                  </a:lnTo>
                  <a:lnTo>
                    <a:pt x="73" y="145"/>
                  </a:lnTo>
                  <a:lnTo>
                    <a:pt x="73" y="145"/>
                  </a:lnTo>
                  <a:lnTo>
                    <a:pt x="71" y="145"/>
                  </a:lnTo>
                  <a:lnTo>
                    <a:pt x="71" y="145"/>
                  </a:lnTo>
                  <a:lnTo>
                    <a:pt x="71" y="145"/>
                  </a:lnTo>
                  <a:lnTo>
                    <a:pt x="68" y="145"/>
                  </a:lnTo>
                  <a:lnTo>
                    <a:pt x="68" y="147"/>
                  </a:lnTo>
                  <a:lnTo>
                    <a:pt x="68" y="147"/>
                  </a:lnTo>
                  <a:lnTo>
                    <a:pt x="68" y="147"/>
                  </a:lnTo>
                  <a:lnTo>
                    <a:pt x="68" y="147"/>
                  </a:lnTo>
                  <a:lnTo>
                    <a:pt x="68" y="149"/>
                  </a:lnTo>
                  <a:lnTo>
                    <a:pt x="66" y="149"/>
                  </a:lnTo>
                  <a:lnTo>
                    <a:pt x="66" y="149"/>
                  </a:lnTo>
                  <a:lnTo>
                    <a:pt x="66" y="149"/>
                  </a:lnTo>
                  <a:lnTo>
                    <a:pt x="66" y="149"/>
                  </a:lnTo>
                  <a:lnTo>
                    <a:pt x="64" y="149"/>
                  </a:lnTo>
                  <a:lnTo>
                    <a:pt x="64" y="152"/>
                  </a:lnTo>
                  <a:lnTo>
                    <a:pt x="64" y="152"/>
                  </a:lnTo>
                  <a:lnTo>
                    <a:pt x="64" y="152"/>
                  </a:lnTo>
                  <a:lnTo>
                    <a:pt x="64" y="152"/>
                  </a:lnTo>
                  <a:lnTo>
                    <a:pt x="61" y="152"/>
                  </a:lnTo>
                  <a:lnTo>
                    <a:pt x="61" y="152"/>
                  </a:lnTo>
                  <a:lnTo>
                    <a:pt x="61" y="152"/>
                  </a:lnTo>
                  <a:lnTo>
                    <a:pt x="61" y="154"/>
                  </a:lnTo>
                  <a:lnTo>
                    <a:pt x="59" y="154"/>
                  </a:lnTo>
                  <a:lnTo>
                    <a:pt x="59" y="154"/>
                  </a:lnTo>
                  <a:lnTo>
                    <a:pt x="59" y="154"/>
                  </a:lnTo>
                  <a:lnTo>
                    <a:pt x="59" y="156"/>
                  </a:lnTo>
                  <a:lnTo>
                    <a:pt x="57" y="156"/>
                  </a:lnTo>
                  <a:lnTo>
                    <a:pt x="57" y="156"/>
                  </a:lnTo>
                  <a:lnTo>
                    <a:pt x="57" y="159"/>
                  </a:lnTo>
                  <a:lnTo>
                    <a:pt x="57" y="159"/>
                  </a:lnTo>
                  <a:lnTo>
                    <a:pt x="57" y="159"/>
                  </a:lnTo>
                  <a:lnTo>
                    <a:pt x="57" y="159"/>
                  </a:lnTo>
                  <a:lnTo>
                    <a:pt x="54" y="159"/>
                  </a:lnTo>
                  <a:lnTo>
                    <a:pt x="54" y="161"/>
                  </a:lnTo>
                  <a:lnTo>
                    <a:pt x="54" y="161"/>
                  </a:lnTo>
                  <a:lnTo>
                    <a:pt x="54" y="161"/>
                  </a:lnTo>
                  <a:lnTo>
                    <a:pt x="52" y="161"/>
                  </a:lnTo>
                  <a:lnTo>
                    <a:pt x="52" y="161"/>
                  </a:lnTo>
                  <a:lnTo>
                    <a:pt x="52" y="159"/>
                  </a:lnTo>
                  <a:lnTo>
                    <a:pt x="50" y="159"/>
                  </a:lnTo>
                  <a:lnTo>
                    <a:pt x="50" y="161"/>
                  </a:lnTo>
                  <a:lnTo>
                    <a:pt x="50" y="161"/>
                  </a:lnTo>
                  <a:lnTo>
                    <a:pt x="50" y="161"/>
                  </a:lnTo>
                  <a:lnTo>
                    <a:pt x="50" y="159"/>
                  </a:lnTo>
                  <a:lnTo>
                    <a:pt x="50" y="159"/>
                  </a:lnTo>
                  <a:lnTo>
                    <a:pt x="47" y="159"/>
                  </a:lnTo>
                  <a:lnTo>
                    <a:pt x="47" y="159"/>
                  </a:lnTo>
                  <a:lnTo>
                    <a:pt x="47" y="159"/>
                  </a:lnTo>
                  <a:lnTo>
                    <a:pt x="47" y="159"/>
                  </a:lnTo>
                  <a:lnTo>
                    <a:pt x="45" y="159"/>
                  </a:lnTo>
                  <a:lnTo>
                    <a:pt x="45" y="161"/>
                  </a:lnTo>
                  <a:lnTo>
                    <a:pt x="45" y="161"/>
                  </a:lnTo>
                  <a:lnTo>
                    <a:pt x="45" y="161"/>
                  </a:lnTo>
                  <a:lnTo>
                    <a:pt x="42" y="161"/>
                  </a:lnTo>
                  <a:lnTo>
                    <a:pt x="42" y="161"/>
                  </a:lnTo>
                  <a:lnTo>
                    <a:pt x="42" y="161"/>
                  </a:lnTo>
                  <a:lnTo>
                    <a:pt x="42" y="161"/>
                  </a:lnTo>
                  <a:lnTo>
                    <a:pt x="40" y="161"/>
                  </a:lnTo>
                  <a:lnTo>
                    <a:pt x="40" y="164"/>
                  </a:lnTo>
                  <a:lnTo>
                    <a:pt x="40" y="164"/>
                  </a:lnTo>
                  <a:lnTo>
                    <a:pt x="40" y="161"/>
                  </a:lnTo>
                  <a:lnTo>
                    <a:pt x="40" y="161"/>
                  </a:lnTo>
                  <a:lnTo>
                    <a:pt x="40" y="164"/>
                  </a:lnTo>
                  <a:lnTo>
                    <a:pt x="38" y="164"/>
                  </a:lnTo>
                  <a:lnTo>
                    <a:pt x="38" y="164"/>
                  </a:lnTo>
                  <a:lnTo>
                    <a:pt x="35" y="164"/>
                  </a:lnTo>
                  <a:lnTo>
                    <a:pt x="35" y="164"/>
                  </a:lnTo>
                  <a:lnTo>
                    <a:pt x="35" y="164"/>
                  </a:lnTo>
                  <a:lnTo>
                    <a:pt x="33" y="164"/>
                  </a:lnTo>
                  <a:lnTo>
                    <a:pt x="33" y="164"/>
                  </a:lnTo>
                  <a:lnTo>
                    <a:pt x="33" y="161"/>
                  </a:lnTo>
                  <a:lnTo>
                    <a:pt x="33" y="161"/>
                  </a:lnTo>
                  <a:lnTo>
                    <a:pt x="31" y="161"/>
                  </a:lnTo>
                  <a:lnTo>
                    <a:pt x="31" y="161"/>
                  </a:lnTo>
                  <a:lnTo>
                    <a:pt x="31" y="161"/>
                  </a:lnTo>
                  <a:lnTo>
                    <a:pt x="28" y="161"/>
                  </a:lnTo>
                  <a:lnTo>
                    <a:pt x="28" y="161"/>
                  </a:lnTo>
                  <a:lnTo>
                    <a:pt x="28" y="161"/>
                  </a:lnTo>
                  <a:lnTo>
                    <a:pt x="28" y="161"/>
                  </a:lnTo>
                  <a:lnTo>
                    <a:pt x="26" y="161"/>
                  </a:lnTo>
                  <a:lnTo>
                    <a:pt x="26" y="161"/>
                  </a:lnTo>
                  <a:lnTo>
                    <a:pt x="26" y="161"/>
                  </a:lnTo>
                  <a:lnTo>
                    <a:pt x="24" y="161"/>
                  </a:lnTo>
                  <a:lnTo>
                    <a:pt x="24" y="161"/>
                  </a:lnTo>
                  <a:lnTo>
                    <a:pt x="24" y="161"/>
                  </a:lnTo>
                  <a:lnTo>
                    <a:pt x="24" y="161"/>
                  </a:lnTo>
                  <a:lnTo>
                    <a:pt x="21" y="161"/>
                  </a:lnTo>
                  <a:lnTo>
                    <a:pt x="21" y="161"/>
                  </a:lnTo>
                  <a:lnTo>
                    <a:pt x="21" y="161"/>
                  </a:lnTo>
                  <a:lnTo>
                    <a:pt x="21" y="161"/>
                  </a:lnTo>
                  <a:lnTo>
                    <a:pt x="21" y="161"/>
                  </a:lnTo>
                  <a:lnTo>
                    <a:pt x="24" y="161"/>
                  </a:lnTo>
                  <a:lnTo>
                    <a:pt x="24" y="159"/>
                  </a:lnTo>
                  <a:lnTo>
                    <a:pt x="24" y="159"/>
                  </a:lnTo>
                  <a:lnTo>
                    <a:pt x="24" y="156"/>
                  </a:lnTo>
                  <a:lnTo>
                    <a:pt x="21" y="156"/>
                  </a:lnTo>
                  <a:lnTo>
                    <a:pt x="21" y="156"/>
                  </a:lnTo>
                  <a:lnTo>
                    <a:pt x="21" y="154"/>
                  </a:lnTo>
                  <a:lnTo>
                    <a:pt x="24" y="154"/>
                  </a:lnTo>
                  <a:lnTo>
                    <a:pt x="24" y="154"/>
                  </a:lnTo>
                  <a:lnTo>
                    <a:pt x="24" y="154"/>
                  </a:lnTo>
                  <a:lnTo>
                    <a:pt x="24" y="154"/>
                  </a:lnTo>
                  <a:lnTo>
                    <a:pt x="21" y="154"/>
                  </a:lnTo>
                  <a:lnTo>
                    <a:pt x="21" y="154"/>
                  </a:lnTo>
                  <a:lnTo>
                    <a:pt x="21" y="152"/>
                  </a:lnTo>
                  <a:lnTo>
                    <a:pt x="21" y="152"/>
                  </a:lnTo>
                  <a:lnTo>
                    <a:pt x="21" y="152"/>
                  </a:lnTo>
                  <a:lnTo>
                    <a:pt x="21" y="149"/>
                  </a:lnTo>
                  <a:lnTo>
                    <a:pt x="19" y="149"/>
                  </a:lnTo>
                  <a:lnTo>
                    <a:pt x="19" y="149"/>
                  </a:lnTo>
                  <a:lnTo>
                    <a:pt x="19" y="149"/>
                  </a:lnTo>
                  <a:lnTo>
                    <a:pt x="19" y="149"/>
                  </a:lnTo>
                  <a:lnTo>
                    <a:pt x="19" y="147"/>
                  </a:lnTo>
                  <a:lnTo>
                    <a:pt x="16" y="147"/>
                  </a:lnTo>
                  <a:lnTo>
                    <a:pt x="16" y="147"/>
                  </a:lnTo>
                  <a:lnTo>
                    <a:pt x="16" y="145"/>
                  </a:lnTo>
                  <a:lnTo>
                    <a:pt x="16" y="145"/>
                  </a:lnTo>
                  <a:lnTo>
                    <a:pt x="16" y="142"/>
                  </a:lnTo>
                  <a:lnTo>
                    <a:pt x="19" y="142"/>
                  </a:lnTo>
                  <a:lnTo>
                    <a:pt x="19" y="142"/>
                  </a:lnTo>
                  <a:lnTo>
                    <a:pt x="19" y="140"/>
                  </a:lnTo>
                  <a:lnTo>
                    <a:pt x="19" y="140"/>
                  </a:lnTo>
                  <a:lnTo>
                    <a:pt x="19" y="140"/>
                  </a:lnTo>
                  <a:lnTo>
                    <a:pt x="19" y="138"/>
                  </a:lnTo>
                  <a:lnTo>
                    <a:pt x="19" y="138"/>
                  </a:lnTo>
                  <a:lnTo>
                    <a:pt x="19" y="135"/>
                  </a:lnTo>
                  <a:lnTo>
                    <a:pt x="19" y="135"/>
                  </a:lnTo>
                  <a:lnTo>
                    <a:pt x="19" y="133"/>
                  </a:lnTo>
                  <a:lnTo>
                    <a:pt x="16" y="133"/>
                  </a:lnTo>
                  <a:lnTo>
                    <a:pt x="16" y="133"/>
                  </a:lnTo>
                  <a:lnTo>
                    <a:pt x="16" y="130"/>
                  </a:lnTo>
                  <a:lnTo>
                    <a:pt x="16" y="130"/>
                  </a:lnTo>
                  <a:lnTo>
                    <a:pt x="16" y="130"/>
                  </a:lnTo>
                  <a:lnTo>
                    <a:pt x="16" y="130"/>
                  </a:lnTo>
                  <a:lnTo>
                    <a:pt x="16" y="130"/>
                  </a:lnTo>
                  <a:lnTo>
                    <a:pt x="16" y="128"/>
                  </a:lnTo>
                  <a:lnTo>
                    <a:pt x="16" y="128"/>
                  </a:lnTo>
                  <a:lnTo>
                    <a:pt x="14" y="128"/>
                  </a:lnTo>
                  <a:lnTo>
                    <a:pt x="14" y="126"/>
                  </a:lnTo>
                  <a:lnTo>
                    <a:pt x="14" y="126"/>
                  </a:lnTo>
                  <a:lnTo>
                    <a:pt x="14" y="123"/>
                  </a:lnTo>
                  <a:lnTo>
                    <a:pt x="14" y="123"/>
                  </a:lnTo>
                  <a:lnTo>
                    <a:pt x="14" y="123"/>
                  </a:lnTo>
                  <a:lnTo>
                    <a:pt x="14" y="121"/>
                  </a:lnTo>
                  <a:lnTo>
                    <a:pt x="14" y="121"/>
                  </a:lnTo>
                  <a:lnTo>
                    <a:pt x="14" y="121"/>
                  </a:lnTo>
                  <a:lnTo>
                    <a:pt x="14" y="121"/>
                  </a:lnTo>
                  <a:lnTo>
                    <a:pt x="14" y="119"/>
                  </a:lnTo>
                  <a:lnTo>
                    <a:pt x="14" y="119"/>
                  </a:lnTo>
                  <a:lnTo>
                    <a:pt x="12" y="119"/>
                  </a:lnTo>
                  <a:lnTo>
                    <a:pt x="12" y="116"/>
                  </a:lnTo>
                  <a:lnTo>
                    <a:pt x="12" y="116"/>
                  </a:lnTo>
                  <a:lnTo>
                    <a:pt x="12" y="114"/>
                  </a:lnTo>
                  <a:lnTo>
                    <a:pt x="12" y="114"/>
                  </a:lnTo>
                  <a:lnTo>
                    <a:pt x="12" y="114"/>
                  </a:lnTo>
                  <a:lnTo>
                    <a:pt x="12" y="111"/>
                  </a:lnTo>
                  <a:lnTo>
                    <a:pt x="9" y="111"/>
                  </a:lnTo>
                  <a:lnTo>
                    <a:pt x="9" y="111"/>
                  </a:lnTo>
                  <a:lnTo>
                    <a:pt x="12" y="111"/>
                  </a:lnTo>
                  <a:lnTo>
                    <a:pt x="12" y="111"/>
                  </a:lnTo>
                  <a:lnTo>
                    <a:pt x="12" y="109"/>
                  </a:lnTo>
                  <a:lnTo>
                    <a:pt x="12" y="109"/>
                  </a:lnTo>
                  <a:lnTo>
                    <a:pt x="12" y="107"/>
                  </a:lnTo>
                  <a:lnTo>
                    <a:pt x="9" y="107"/>
                  </a:lnTo>
                  <a:lnTo>
                    <a:pt x="9" y="107"/>
                  </a:lnTo>
                  <a:lnTo>
                    <a:pt x="9" y="107"/>
                  </a:lnTo>
                  <a:lnTo>
                    <a:pt x="9" y="104"/>
                  </a:lnTo>
                  <a:lnTo>
                    <a:pt x="9" y="104"/>
                  </a:lnTo>
                  <a:lnTo>
                    <a:pt x="9" y="104"/>
                  </a:lnTo>
                  <a:lnTo>
                    <a:pt x="9" y="102"/>
                  </a:lnTo>
                  <a:lnTo>
                    <a:pt x="9" y="102"/>
                  </a:lnTo>
                  <a:lnTo>
                    <a:pt x="9" y="102"/>
                  </a:lnTo>
                  <a:lnTo>
                    <a:pt x="9" y="102"/>
                  </a:lnTo>
                  <a:lnTo>
                    <a:pt x="9" y="100"/>
                  </a:lnTo>
                  <a:lnTo>
                    <a:pt x="9" y="100"/>
                  </a:lnTo>
                  <a:lnTo>
                    <a:pt x="9" y="100"/>
                  </a:lnTo>
                  <a:lnTo>
                    <a:pt x="9" y="97"/>
                  </a:lnTo>
                  <a:lnTo>
                    <a:pt x="7" y="97"/>
                  </a:lnTo>
                  <a:lnTo>
                    <a:pt x="7" y="97"/>
                  </a:lnTo>
                  <a:lnTo>
                    <a:pt x="7" y="97"/>
                  </a:lnTo>
                  <a:lnTo>
                    <a:pt x="7" y="97"/>
                  </a:lnTo>
                  <a:lnTo>
                    <a:pt x="7" y="97"/>
                  </a:lnTo>
                  <a:lnTo>
                    <a:pt x="5" y="97"/>
                  </a:lnTo>
                  <a:lnTo>
                    <a:pt x="5" y="97"/>
                  </a:lnTo>
                  <a:lnTo>
                    <a:pt x="5" y="97"/>
                  </a:lnTo>
                  <a:lnTo>
                    <a:pt x="5" y="95"/>
                  </a:lnTo>
                  <a:lnTo>
                    <a:pt x="2" y="95"/>
                  </a:lnTo>
                  <a:lnTo>
                    <a:pt x="2" y="95"/>
                  </a:lnTo>
                  <a:lnTo>
                    <a:pt x="2" y="95"/>
                  </a:lnTo>
                  <a:lnTo>
                    <a:pt x="2" y="93"/>
                  </a:lnTo>
                  <a:lnTo>
                    <a:pt x="2" y="93"/>
                  </a:lnTo>
                  <a:lnTo>
                    <a:pt x="2" y="93"/>
                  </a:lnTo>
                  <a:lnTo>
                    <a:pt x="2" y="90"/>
                  </a:lnTo>
                  <a:lnTo>
                    <a:pt x="2" y="90"/>
                  </a:lnTo>
                  <a:lnTo>
                    <a:pt x="2" y="90"/>
                  </a:lnTo>
                  <a:lnTo>
                    <a:pt x="2" y="90"/>
                  </a:lnTo>
                  <a:lnTo>
                    <a:pt x="2" y="90"/>
                  </a:lnTo>
                  <a:lnTo>
                    <a:pt x="2" y="88"/>
                  </a:lnTo>
                  <a:lnTo>
                    <a:pt x="2" y="88"/>
                  </a:lnTo>
                  <a:lnTo>
                    <a:pt x="2" y="88"/>
                  </a:lnTo>
                  <a:lnTo>
                    <a:pt x="2" y="88"/>
                  </a:lnTo>
                  <a:lnTo>
                    <a:pt x="5" y="88"/>
                  </a:lnTo>
                  <a:lnTo>
                    <a:pt x="5" y="85"/>
                  </a:lnTo>
                  <a:lnTo>
                    <a:pt x="2" y="85"/>
                  </a:lnTo>
                  <a:lnTo>
                    <a:pt x="2" y="85"/>
                  </a:lnTo>
                  <a:lnTo>
                    <a:pt x="2" y="85"/>
                  </a:lnTo>
                  <a:lnTo>
                    <a:pt x="2" y="85"/>
                  </a:lnTo>
                  <a:lnTo>
                    <a:pt x="0" y="85"/>
                  </a:lnTo>
                  <a:lnTo>
                    <a:pt x="0" y="85"/>
                  </a:lnTo>
                  <a:lnTo>
                    <a:pt x="0" y="83"/>
                  </a:lnTo>
                  <a:lnTo>
                    <a:pt x="0" y="83"/>
                  </a:lnTo>
                  <a:lnTo>
                    <a:pt x="0" y="83"/>
                  </a:lnTo>
                  <a:lnTo>
                    <a:pt x="2" y="83"/>
                  </a:lnTo>
                  <a:lnTo>
                    <a:pt x="2" y="83"/>
                  </a:lnTo>
                  <a:lnTo>
                    <a:pt x="2" y="83"/>
                  </a:lnTo>
                  <a:lnTo>
                    <a:pt x="2" y="83"/>
                  </a:lnTo>
                  <a:lnTo>
                    <a:pt x="5" y="8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7" name="Freeform 265"/>
            <p:cNvSpPr>
              <a:spLocks/>
            </p:cNvSpPr>
            <p:nvPr/>
          </p:nvSpPr>
          <p:spPr bwMode="auto">
            <a:xfrm>
              <a:off x="3048000" y="3317875"/>
              <a:ext cx="30163" cy="66675"/>
            </a:xfrm>
            <a:custGeom>
              <a:avLst/>
              <a:gdLst/>
              <a:ahLst/>
              <a:cxnLst>
                <a:cxn ang="0">
                  <a:pos x="12" y="0"/>
                </a:cxn>
                <a:cxn ang="0">
                  <a:pos x="14" y="2"/>
                </a:cxn>
                <a:cxn ang="0">
                  <a:pos x="14" y="4"/>
                </a:cxn>
                <a:cxn ang="0">
                  <a:pos x="16" y="7"/>
                </a:cxn>
                <a:cxn ang="0">
                  <a:pos x="16" y="7"/>
                </a:cxn>
                <a:cxn ang="0">
                  <a:pos x="19" y="9"/>
                </a:cxn>
                <a:cxn ang="0">
                  <a:pos x="19" y="11"/>
                </a:cxn>
                <a:cxn ang="0">
                  <a:pos x="16" y="14"/>
                </a:cxn>
                <a:cxn ang="0">
                  <a:pos x="16" y="16"/>
                </a:cxn>
                <a:cxn ang="0">
                  <a:pos x="16" y="16"/>
                </a:cxn>
                <a:cxn ang="0">
                  <a:pos x="16" y="19"/>
                </a:cxn>
                <a:cxn ang="0">
                  <a:pos x="19" y="21"/>
                </a:cxn>
                <a:cxn ang="0">
                  <a:pos x="19" y="23"/>
                </a:cxn>
                <a:cxn ang="0">
                  <a:pos x="19" y="26"/>
                </a:cxn>
                <a:cxn ang="0">
                  <a:pos x="19" y="28"/>
                </a:cxn>
                <a:cxn ang="0">
                  <a:pos x="19" y="30"/>
                </a:cxn>
                <a:cxn ang="0">
                  <a:pos x="16" y="33"/>
                </a:cxn>
                <a:cxn ang="0">
                  <a:pos x="16" y="35"/>
                </a:cxn>
                <a:cxn ang="0">
                  <a:pos x="16" y="35"/>
                </a:cxn>
                <a:cxn ang="0">
                  <a:pos x="14" y="38"/>
                </a:cxn>
                <a:cxn ang="0">
                  <a:pos x="14" y="40"/>
                </a:cxn>
                <a:cxn ang="0">
                  <a:pos x="12" y="42"/>
                </a:cxn>
                <a:cxn ang="0">
                  <a:pos x="12" y="40"/>
                </a:cxn>
                <a:cxn ang="0">
                  <a:pos x="9" y="40"/>
                </a:cxn>
                <a:cxn ang="0">
                  <a:pos x="9" y="42"/>
                </a:cxn>
                <a:cxn ang="0">
                  <a:pos x="7" y="42"/>
                </a:cxn>
                <a:cxn ang="0">
                  <a:pos x="4" y="40"/>
                </a:cxn>
                <a:cxn ang="0">
                  <a:pos x="2" y="40"/>
                </a:cxn>
                <a:cxn ang="0">
                  <a:pos x="2" y="38"/>
                </a:cxn>
                <a:cxn ang="0">
                  <a:pos x="2" y="35"/>
                </a:cxn>
                <a:cxn ang="0">
                  <a:pos x="2" y="33"/>
                </a:cxn>
                <a:cxn ang="0">
                  <a:pos x="0" y="30"/>
                </a:cxn>
                <a:cxn ang="0">
                  <a:pos x="0" y="28"/>
                </a:cxn>
                <a:cxn ang="0">
                  <a:pos x="0" y="26"/>
                </a:cxn>
                <a:cxn ang="0">
                  <a:pos x="0" y="21"/>
                </a:cxn>
                <a:cxn ang="0">
                  <a:pos x="0" y="19"/>
                </a:cxn>
                <a:cxn ang="0">
                  <a:pos x="0" y="16"/>
                </a:cxn>
                <a:cxn ang="0">
                  <a:pos x="0" y="14"/>
                </a:cxn>
                <a:cxn ang="0">
                  <a:pos x="0" y="11"/>
                </a:cxn>
                <a:cxn ang="0">
                  <a:pos x="2" y="9"/>
                </a:cxn>
                <a:cxn ang="0">
                  <a:pos x="2" y="14"/>
                </a:cxn>
                <a:cxn ang="0">
                  <a:pos x="2" y="11"/>
                </a:cxn>
                <a:cxn ang="0">
                  <a:pos x="2" y="9"/>
                </a:cxn>
                <a:cxn ang="0">
                  <a:pos x="4" y="7"/>
                </a:cxn>
                <a:cxn ang="0">
                  <a:pos x="4" y="4"/>
                </a:cxn>
                <a:cxn ang="0">
                  <a:pos x="7" y="2"/>
                </a:cxn>
                <a:cxn ang="0">
                  <a:pos x="7" y="2"/>
                </a:cxn>
                <a:cxn ang="0">
                  <a:pos x="9" y="0"/>
                </a:cxn>
                <a:cxn ang="0">
                  <a:pos x="12" y="0"/>
                </a:cxn>
              </a:cxnLst>
              <a:rect l="0" t="0" r="r" b="b"/>
              <a:pathLst>
                <a:path w="19" h="42">
                  <a:moveTo>
                    <a:pt x="12" y="0"/>
                  </a:moveTo>
                  <a:lnTo>
                    <a:pt x="12" y="0"/>
                  </a:lnTo>
                  <a:lnTo>
                    <a:pt x="12" y="0"/>
                  </a:lnTo>
                  <a:lnTo>
                    <a:pt x="12" y="2"/>
                  </a:lnTo>
                  <a:lnTo>
                    <a:pt x="14" y="2"/>
                  </a:lnTo>
                  <a:lnTo>
                    <a:pt x="14" y="2"/>
                  </a:lnTo>
                  <a:lnTo>
                    <a:pt x="14" y="4"/>
                  </a:lnTo>
                  <a:lnTo>
                    <a:pt x="14" y="4"/>
                  </a:lnTo>
                  <a:lnTo>
                    <a:pt x="14" y="4"/>
                  </a:lnTo>
                  <a:lnTo>
                    <a:pt x="14" y="4"/>
                  </a:lnTo>
                  <a:lnTo>
                    <a:pt x="14" y="7"/>
                  </a:lnTo>
                  <a:lnTo>
                    <a:pt x="16" y="7"/>
                  </a:lnTo>
                  <a:lnTo>
                    <a:pt x="16" y="7"/>
                  </a:lnTo>
                  <a:lnTo>
                    <a:pt x="16" y="7"/>
                  </a:lnTo>
                  <a:lnTo>
                    <a:pt x="16" y="7"/>
                  </a:lnTo>
                  <a:lnTo>
                    <a:pt x="16" y="7"/>
                  </a:lnTo>
                  <a:lnTo>
                    <a:pt x="19" y="7"/>
                  </a:lnTo>
                  <a:lnTo>
                    <a:pt x="19" y="9"/>
                  </a:lnTo>
                  <a:lnTo>
                    <a:pt x="19" y="9"/>
                  </a:lnTo>
                  <a:lnTo>
                    <a:pt x="19" y="11"/>
                  </a:lnTo>
                  <a:lnTo>
                    <a:pt x="19" y="11"/>
                  </a:lnTo>
                  <a:lnTo>
                    <a:pt x="19" y="14"/>
                  </a:lnTo>
                  <a:lnTo>
                    <a:pt x="16" y="14"/>
                  </a:lnTo>
                  <a:lnTo>
                    <a:pt x="16" y="14"/>
                  </a:lnTo>
                  <a:lnTo>
                    <a:pt x="16" y="16"/>
                  </a:lnTo>
                  <a:lnTo>
                    <a:pt x="16" y="16"/>
                  </a:lnTo>
                  <a:lnTo>
                    <a:pt x="16" y="16"/>
                  </a:lnTo>
                  <a:lnTo>
                    <a:pt x="16" y="16"/>
                  </a:lnTo>
                  <a:lnTo>
                    <a:pt x="16" y="16"/>
                  </a:lnTo>
                  <a:lnTo>
                    <a:pt x="16" y="16"/>
                  </a:lnTo>
                  <a:lnTo>
                    <a:pt x="16" y="19"/>
                  </a:lnTo>
                  <a:lnTo>
                    <a:pt x="16" y="19"/>
                  </a:lnTo>
                  <a:lnTo>
                    <a:pt x="16" y="19"/>
                  </a:lnTo>
                  <a:lnTo>
                    <a:pt x="16" y="21"/>
                  </a:lnTo>
                  <a:lnTo>
                    <a:pt x="19" y="21"/>
                  </a:lnTo>
                  <a:lnTo>
                    <a:pt x="19" y="21"/>
                  </a:lnTo>
                  <a:lnTo>
                    <a:pt x="16" y="21"/>
                  </a:lnTo>
                  <a:lnTo>
                    <a:pt x="16" y="23"/>
                  </a:lnTo>
                  <a:lnTo>
                    <a:pt x="19" y="23"/>
                  </a:lnTo>
                  <a:lnTo>
                    <a:pt x="19" y="23"/>
                  </a:lnTo>
                  <a:lnTo>
                    <a:pt x="19" y="26"/>
                  </a:lnTo>
                  <a:lnTo>
                    <a:pt x="19" y="26"/>
                  </a:lnTo>
                  <a:lnTo>
                    <a:pt x="19" y="26"/>
                  </a:lnTo>
                  <a:lnTo>
                    <a:pt x="19" y="26"/>
                  </a:lnTo>
                  <a:lnTo>
                    <a:pt x="19" y="28"/>
                  </a:lnTo>
                  <a:lnTo>
                    <a:pt x="19" y="28"/>
                  </a:lnTo>
                  <a:lnTo>
                    <a:pt x="19" y="30"/>
                  </a:lnTo>
                  <a:lnTo>
                    <a:pt x="19" y="30"/>
                  </a:lnTo>
                  <a:lnTo>
                    <a:pt x="19" y="30"/>
                  </a:lnTo>
                  <a:lnTo>
                    <a:pt x="19" y="33"/>
                  </a:lnTo>
                  <a:lnTo>
                    <a:pt x="16" y="33"/>
                  </a:lnTo>
                  <a:lnTo>
                    <a:pt x="16" y="33"/>
                  </a:lnTo>
                  <a:lnTo>
                    <a:pt x="16" y="35"/>
                  </a:lnTo>
                  <a:lnTo>
                    <a:pt x="16" y="35"/>
                  </a:lnTo>
                  <a:lnTo>
                    <a:pt x="16" y="35"/>
                  </a:lnTo>
                  <a:lnTo>
                    <a:pt x="16" y="35"/>
                  </a:lnTo>
                  <a:lnTo>
                    <a:pt x="16" y="35"/>
                  </a:lnTo>
                  <a:lnTo>
                    <a:pt x="16" y="38"/>
                  </a:lnTo>
                  <a:lnTo>
                    <a:pt x="16" y="38"/>
                  </a:lnTo>
                  <a:lnTo>
                    <a:pt x="14" y="38"/>
                  </a:lnTo>
                  <a:lnTo>
                    <a:pt x="14" y="40"/>
                  </a:lnTo>
                  <a:lnTo>
                    <a:pt x="14" y="40"/>
                  </a:lnTo>
                  <a:lnTo>
                    <a:pt x="14" y="40"/>
                  </a:lnTo>
                  <a:lnTo>
                    <a:pt x="14" y="40"/>
                  </a:lnTo>
                  <a:lnTo>
                    <a:pt x="14" y="42"/>
                  </a:lnTo>
                  <a:lnTo>
                    <a:pt x="12" y="42"/>
                  </a:lnTo>
                  <a:lnTo>
                    <a:pt x="12" y="40"/>
                  </a:lnTo>
                  <a:lnTo>
                    <a:pt x="12" y="40"/>
                  </a:lnTo>
                  <a:lnTo>
                    <a:pt x="12" y="40"/>
                  </a:lnTo>
                  <a:lnTo>
                    <a:pt x="9" y="40"/>
                  </a:lnTo>
                  <a:lnTo>
                    <a:pt x="9" y="40"/>
                  </a:lnTo>
                  <a:lnTo>
                    <a:pt x="9" y="40"/>
                  </a:lnTo>
                  <a:lnTo>
                    <a:pt x="9" y="42"/>
                  </a:lnTo>
                  <a:lnTo>
                    <a:pt x="9" y="42"/>
                  </a:lnTo>
                  <a:lnTo>
                    <a:pt x="9" y="42"/>
                  </a:lnTo>
                  <a:lnTo>
                    <a:pt x="7" y="42"/>
                  </a:lnTo>
                  <a:lnTo>
                    <a:pt x="7" y="42"/>
                  </a:lnTo>
                  <a:lnTo>
                    <a:pt x="7" y="42"/>
                  </a:lnTo>
                  <a:lnTo>
                    <a:pt x="7" y="40"/>
                  </a:lnTo>
                  <a:lnTo>
                    <a:pt x="7" y="40"/>
                  </a:lnTo>
                  <a:lnTo>
                    <a:pt x="4" y="40"/>
                  </a:lnTo>
                  <a:lnTo>
                    <a:pt x="4" y="40"/>
                  </a:lnTo>
                  <a:lnTo>
                    <a:pt x="4" y="40"/>
                  </a:lnTo>
                  <a:lnTo>
                    <a:pt x="2" y="40"/>
                  </a:lnTo>
                  <a:lnTo>
                    <a:pt x="2" y="38"/>
                  </a:lnTo>
                  <a:lnTo>
                    <a:pt x="2" y="38"/>
                  </a:lnTo>
                  <a:lnTo>
                    <a:pt x="2" y="38"/>
                  </a:lnTo>
                  <a:lnTo>
                    <a:pt x="2" y="38"/>
                  </a:lnTo>
                  <a:lnTo>
                    <a:pt x="2" y="35"/>
                  </a:lnTo>
                  <a:lnTo>
                    <a:pt x="2" y="35"/>
                  </a:lnTo>
                  <a:lnTo>
                    <a:pt x="2" y="35"/>
                  </a:lnTo>
                  <a:lnTo>
                    <a:pt x="2" y="33"/>
                  </a:lnTo>
                  <a:lnTo>
                    <a:pt x="2" y="33"/>
                  </a:lnTo>
                  <a:lnTo>
                    <a:pt x="0" y="33"/>
                  </a:lnTo>
                  <a:lnTo>
                    <a:pt x="0" y="30"/>
                  </a:lnTo>
                  <a:lnTo>
                    <a:pt x="0" y="30"/>
                  </a:lnTo>
                  <a:lnTo>
                    <a:pt x="0" y="28"/>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6"/>
                  </a:lnTo>
                  <a:lnTo>
                    <a:pt x="0" y="16"/>
                  </a:lnTo>
                  <a:lnTo>
                    <a:pt x="0" y="14"/>
                  </a:lnTo>
                  <a:lnTo>
                    <a:pt x="0" y="14"/>
                  </a:lnTo>
                  <a:lnTo>
                    <a:pt x="0" y="11"/>
                  </a:lnTo>
                  <a:lnTo>
                    <a:pt x="0" y="11"/>
                  </a:lnTo>
                  <a:lnTo>
                    <a:pt x="0" y="11"/>
                  </a:lnTo>
                  <a:lnTo>
                    <a:pt x="0" y="9"/>
                  </a:lnTo>
                  <a:lnTo>
                    <a:pt x="0" y="9"/>
                  </a:lnTo>
                  <a:lnTo>
                    <a:pt x="2" y="9"/>
                  </a:lnTo>
                  <a:lnTo>
                    <a:pt x="2" y="11"/>
                  </a:lnTo>
                  <a:lnTo>
                    <a:pt x="2" y="11"/>
                  </a:lnTo>
                  <a:lnTo>
                    <a:pt x="2" y="14"/>
                  </a:lnTo>
                  <a:lnTo>
                    <a:pt x="2" y="14"/>
                  </a:lnTo>
                  <a:lnTo>
                    <a:pt x="2" y="11"/>
                  </a:lnTo>
                  <a:lnTo>
                    <a:pt x="2" y="11"/>
                  </a:lnTo>
                  <a:lnTo>
                    <a:pt x="2" y="9"/>
                  </a:lnTo>
                  <a:lnTo>
                    <a:pt x="2" y="9"/>
                  </a:lnTo>
                  <a:lnTo>
                    <a:pt x="2" y="9"/>
                  </a:lnTo>
                  <a:lnTo>
                    <a:pt x="4" y="9"/>
                  </a:lnTo>
                  <a:lnTo>
                    <a:pt x="4" y="7"/>
                  </a:lnTo>
                  <a:lnTo>
                    <a:pt x="4" y="7"/>
                  </a:lnTo>
                  <a:lnTo>
                    <a:pt x="4" y="7"/>
                  </a:lnTo>
                  <a:lnTo>
                    <a:pt x="4" y="4"/>
                  </a:lnTo>
                  <a:lnTo>
                    <a:pt x="4" y="4"/>
                  </a:lnTo>
                  <a:lnTo>
                    <a:pt x="7" y="4"/>
                  </a:lnTo>
                  <a:lnTo>
                    <a:pt x="7" y="4"/>
                  </a:lnTo>
                  <a:lnTo>
                    <a:pt x="7" y="2"/>
                  </a:lnTo>
                  <a:lnTo>
                    <a:pt x="7" y="2"/>
                  </a:lnTo>
                  <a:lnTo>
                    <a:pt x="7" y="2"/>
                  </a:lnTo>
                  <a:lnTo>
                    <a:pt x="7" y="2"/>
                  </a:lnTo>
                  <a:lnTo>
                    <a:pt x="9" y="2"/>
                  </a:lnTo>
                  <a:lnTo>
                    <a:pt x="9" y="0"/>
                  </a:lnTo>
                  <a:lnTo>
                    <a:pt x="9" y="0"/>
                  </a:lnTo>
                  <a:lnTo>
                    <a:pt x="9" y="0"/>
                  </a:lnTo>
                  <a:lnTo>
                    <a:pt x="9" y="0"/>
                  </a:lnTo>
                  <a:lnTo>
                    <a:pt x="1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8" name="Freeform 266"/>
            <p:cNvSpPr>
              <a:spLocks/>
            </p:cNvSpPr>
            <p:nvPr/>
          </p:nvSpPr>
          <p:spPr bwMode="auto">
            <a:xfrm>
              <a:off x="3048000" y="3317875"/>
              <a:ext cx="30163" cy="66675"/>
            </a:xfrm>
            <a:custGeom>
              <a:avLst/>
              <a:gdLst/>
              <a:ahLst/>
              <a:cxnLst>
                <a:cxn ang="0">
                  <a:pos x="12" y="0"/>
                </a:cxn>
                <a:cxn ang="0">
                  <a:pos x="14" y="2"/>
                </a:cxn>
                <a:cxn ang="0">
                  <a:pos x="14" y="4"/>
                </a:cxn>
                <a:cxn ang="0">
                  <a:pos x="16" y="7"/>
                </a:cxn>
                <a:cxn ang="0">
                  <a:pos x="16" y="7"/>
                </a:cxn>
                <a:cxn ang="0">
                  <a:pos x="19" y="9"/>
                </a:cxn>
                <a:cxn ang="0">
                  <a:pos x="19" y="11"/>
                </a:cxn>
                <a:cxn ang="0">
                  <a:pos x="16" y="14"/>
                </a:cxn>
                <a:cxn ang="0">
                  <a:pos x="16" y="16"/>
                </a:cxn>
                <a:cxn ang="0">
                  <a:pos x="16" y="16"/>
                </a:cxn>
                <a:cxn ang="0">
                  <a:pos x="16" y="19"/>
                </a:cxn>
                <a:cxn ang="0">
                  <a:pos x="19" y="21"/>
                </a:cxn>
                <a:cxn ang="0">
                  <a:pos x="19" y="23"/>
                </a:cxn>
                <a:cxn ang="0">
                  <a:pos x="19" y="26"/>
                </a:cxn>
                <a:cxn ang="0">
                  <a:pos x="19" y="28"/>
                </a:cxn>
                <a:cxn ang="0">
                  <a:pos x="19" y="30"/>
                </a:cxn>
                <a:cxn ang="0">
                  <a:pos x="16" y="33"/>
                </a:cxn>
                <a:cxn ang="0">
                  <a:pos x="16" y="35"/>
                </a:cxn>
                <a:cxn ang="0">
                  <a:pos x="16" y="35"/>
                </a:cxn>
                <a:cxn ang="0">
                  <a:pos x="14" y="38"/>
                </a:cxn>
                <a:cxn ang="0">
                  <a:pos x="14" y="40"/>
                </a:cxn>
                <a:cxn ang="0">
                  <a:pos x="12" y="42"/>
                </a:cxn>
                <a:cxn ang="0">
                  <a:pos x="12" y="40"/>
                </a:cxn>
                <a:cxn ang="0">
                  <a:pos x="9" y="40"/>
                </a:cxn>
                <a:cxn ang="0">
                  <a:pos x="9" y="42"/>
                </a:cxn>
                <a:cxn ang="0">
                  <a:pos x="7" y="42"/>
                </a:cxn>
                <a:cxn ang="0">
                  <a:pos x="4" y="40"/>
                </a:cxn>
                <a:cxn ang="0">
                  <a:pos x="2" y="40"/>
                </a:cxn>
                <a:cxn ang="0">
                  <a:pos x="2" y="38"/>
                </a:cxn>
                <a:cxn ang="0">
                  <a:pos x="2" y="35"/>
                </a:cxn>
                <a:cxn ang="0">
                  <a:pos x="2" y="33"/>
                </a:cxn>
                <a:cxn ang="0">
                  <a:pos x="0" y="30"/>
                </a:cxn>
                <a:cxn ang="0">
                  <a:pos x="0" y="28"/>
                </a:cxn>
                <a:cxn ang="0">
                  <a:pos x="0" y="26"/>
                </a:cxn>
                <a:cxn ang="0">
                  <a:pos x="0" y="21"/>
                </a:cxn>
                <a:cxn ang="0">
                  <a:pos x="0" y="19"/>
                </a:cxn>
                <a:cxn ang="0">
                  <a:pos x="0" y="16"/>
                </a:cxn>
                <a:cxn ang="0">
                  <a:pos x="0" y="14"/>
                </a:cxn>
                <a:cxn ang="0">
                  <a:pos x="0" y="11"/>
                </a:cxn>
                <a:cxn ang="0">
                  <a:pos x="2" y="9"/>
                </a:cxn>
                <a:cxn ang="0">
                  <a:pos x="2" y="14"/>
                </a:cxn>
                <a:cxn ang="0">
                  <a:pos x="2" y="11"/>
                </a:cxn>
                <a:cxn ang="0">
                  <a:pos x="2" y="9"/>
                </a:cxn>
                <a:cxn ang="0">
                  <a:pos x="4" y="7"/>
                </a:cxn>
                <a:cxn ang="0">
                  <a:pos x="4" y="4"/>
                </a:cxn>
                <a:cxn ang="0">
                  <a:pos x="7" y="2"/>
                </a:cxn>
                <a:cxn ang="0">
                  <a:pos x="7" y="2"/>
                </a:cxn>
                <a:cxn ang="0">
                  <a:pos x="9" y="0"/>
                </a:cxn>
                <a:cxn ang="0">
                  <a:pos x="12" y="0"/>
                </a:cxn>
              </a:cxnLst>
              <a:rect l="0" t="0" r="r" b="b"/>
              <a:pathLst>
                <a:path w="19" h="42">
                  <a:moveTo>
                    <a:pt x="12" y="0"/>
                  </a:moveTo>
                  <a:lnTo>
                    <a:pt x="12" y="0"/>
                  </a:lnTo>
                  <a:lnTo>
                    <a:pt x="12" y="0"/>
                  </a:lnTo>
                  <a:lnTo>
                    <a:pt x="12" y="2"/>
                  </a:lnTo>
                  <a:lnTo>
                    <a:pt x="14" y="2"/>
                  </a:lnTo>
                  <a:lnTo>
                    <a:pt x="14" y="2"/>
                  </a:lnTo>
                  <a:lnTo>
                    <a:pt x="14" y="4"/>
                  </a:lnTo>
                  <a:lnTo>
                    <a:pt x="14" y="4"/>
                  </a:lnTo>
                  <a:lnTo>
                    <a:pt x="14" y="4"/>
                  </a:lnTo>
                  <a:lnTo>
                    <a:pt x="14" y="4"/>
                  </a:lnTo>
                  <a:lnTo>
                    <a:pt x="14" y="7"/>
                  </a:lnTo>
                  <a:lnTo>
                    <a:pt x="16" y="7"/>
                  </a:lnTo>
                  <a:lnTo>
                    <a:pt x="16" y="7"/>
                  </a:lnTo>
                  <a:lnTo>
                    <a:pt x="16" y="7"/>
                  </a:lnTo>
                  <a:lnTo>
                    <a:pt x="16" y="7"/>
                  </a:lnTo>
                  <a:lnTo>
                    <a:pt x="16" y="7"/>
                  </a:lnTo>
                  <a:lnTo>
                    <a:pt x="19" y="7"/>
                  </a:lnTo>
                  <a:lnTo>
                    <a:pt x="19" y="9"/>
                  </a:lnTo>
                  <a:lnTo>
                    <a:pt x="19" y="9"/>
                  </a:lnTo>
                  <a:lnTo>
                    <a:pt x="19" y="11"/>
                  </a:lnTo>
                  <a:lnTo>
                    <a:pt x="19" y="11"/>
                  </a:lnTo>
                  <a:lnTo>
                    <a:pt x="19" y="14"/>
                  </a:lnTo>
                  <a:lnTo>
                    <a:pt x="16" y="14"/>
                  </a:lnTo>
                  <a:lnTo>
                    <a:pt x="16" y="14"/>
                  </a:lnTo>
                  <a:lnTo>
                    <a:pt x="16" y="16"/>
                  </a:lnTo>
                  <a:lnTo>
                    <a:pt x="16" y="16"/>
                  </a:lnTo>
                  <a:lnTo>
                    <a:pt x="16" y="16"/>
                  </a:lnTo>
                  <a:lnTo>
                    <a:pt x="16" y="16"/>
                  </a:lnTo>
                  <a:lnTo>
                    <a:pt x="16" y="16"/>
                  </a:lnTo>
                  <a:lnTo>
                    <a:pt x="16" y="16"/>
                  </a:lnTo>
                  <a:lnTo>
                    <a:pt x="16" y="19"/>
                  </a:lnTo>
                  <a:lnTo>
                    <a:pt x="16" y="19"/>
                  </a:lnTo>
                  <a:lnTo>
                    <a:pt x="16" y="19"/>
                  </a:lnTo>
                  <a:lnTo>
                    <a:pt x="16" y="21"/>
                  </a:lnTo>
                  <a:lnTo>
                    <a:pt x="19" y="21"/>
                  </a:lnTo>
                  <a:lnTo>
                    <a:pt x="19" y="21"/>
                  </a:lnTo>
                  <a:lnTo>
                    <a:pt x="16" y="21"/>
                  </a:lnTo>
                  <a:lnTo>
                    <a:pt x="16" y="23"/>
                  </a:lnTo>
                  <a:lnTo>
                    <a:pt x="19" y="23"/>
                  </a:lnTo>
                  <a:lnTo>
                    <a:pt x="19" y="23"/>
                  </a:lnTo>
                  <a:lnTo>
                    <a:pt x="19" y="26"/>
                  </a:lnTo>
                  <a:lnTo>
                    <a:pt x="19" y="26"/>
                  </a:lnTo>
                  <a:lnTo>
                    <a:pt x="19" y="26"/>
                  </a:lnTo>
                  <a:lnTo>
                    <a:pt x="19" y="26"/>
                  </a:lnTo>
                  <a:lnTo>
                    <a:pt x="19" y="28"/>
                  </a:lnTo>
                  <a:lnTo>
                    <a:pt x="19" y="28"/>
                  </a:lnTo>
                  <a:lnTo>
                    <a:pt x="19" y="30"/>
                  </a:lnTo>
                  <a:lnTo>
                    <a:pt x="19" y="30"/>
                  </a:lnTo>
                  <a:lnTo>
                    <a:pt x="19" y="30"/>
                  </a:lnTo>
                  <a:lnTo>
                    <a:pt x="19" y="33"/>
                  </a:lnTo>
                  <a:lnTo>
                    <a:pt x="16" y="33"/>
                  </a:lnTo>
                  <a:lnTo>
                    <a:pt x="16" y="33"/>
                  </a:lnTo>
                  <a:lnTo>
                    <a:pt x="16" y="35"/>
                  </a:lnTo>
                  <a:lnTo>
                    <a:pt x="16" y="35"/>
                  </a:lnTo>
                  <a:lnTo>
                    <a:pt x="16" y="35"/>
                  </a:lnTo>
                  <a:lnTo>
                    <a:pt x="16" y="35"/>
                  </a:lnTo>
                  <a:lnTo>
                    <a:pt x="16" y="35"/>
                  </a:lnTo>
                  <a:lnTo>
                    <a:pt x="16" y="38"/>
                  </a:lnTo>
                  <a:lnTo>
                    <a:pt x="16" y="38"/>
                  </a:lnTo>
                  <a:lnTo>
                    <a:pt x="14" y="38"/>
                  </a:lnTo>
                  <a:lnTo>
                    <a:pt x="14" y="40"/>
                  </a:lnTo>
                  <a:lnTo>
                    <a:pt x="14" y="40"/>
                  </a:lnTo>
                  <a:lnTo>
                    <a:pt x="14" y="40"/>
                  </a:lnTo>
                  <a:lnTo>
                    <a:pt x="14" y="40"/>
                  </a:lnTo>
                  <a:lnTo>
                    <a:pt x="14" y="42"/>
                  </a:lnTo>
                  <a:lnTo>
                    <a:pt x="12" y="42"/>
                  </a:lnTo>
                  <a:lnTo>
                    <a:pt x="12" y="40"/>
                  </a:lnTo>
                  <a:lnTo>
                    <a:pt x="12" y="40"/>
                  </a:lnTo>
                  <a:lnTo>
                    <a:pt x="12" y="40"/>
                  </a:lnTo>
                  <a:lnTo>
                    <a:pt x="9" y="40"/>
                  </a:lnTo>
                  <a:lnTo>
                    <a:pt x="9" y="40"/>
                  </a:lnTo>
                  <a:lnTo>
                    <a:pt x="9" y="40"/>
                  </a:lnTo>
                  <a:lnTo>
                    <a:pt x="9" y="42"/>
                  </a:lnTo>
                  <a:lnTo>
                    <a:pt x="9" y="42"/>
                  </a:lnTo>
                  <a:lnTo>
                    <a:pt x="9" y="42"/>
                  </a:lnTo>
                  <a:lnTo>
                    <a:pt x="7" y="42"/>
                  </a:lnTo>
                  <a:lnTo>
                    <a:pt x="7" y="42"/>
                  </a:lnTo>
                  <a:lnTo>
                    <a:pt x="7" y="42"/>
                  </a:lnTo>
                  <a:lnTo>
                    <a:pt x="7" y="40"/>
                  </a:lnTo>
                  <a:lnTo>
                    <a:pt x="7" y="40"/>
                  </a:lnTo>
                  <a:lnTo>
                    <a:pt x="4" y="40"/>
                  </a:lnTo>
                  <a:lnTo>
                    <a:pt x="4" y="40"/>
                  </a:lnTo>
                  <a:lnTo>
                    <a:pt x="4" y="40"/>
                  </a:lnTo>
                  <a:lnTo>
                    <a:pt x="2" y="40"/>
                  </a:lnTo>
                  <a:lnTo>
                    <a:pt x="2" y="38"/>
                  </a:lnTo>
                  <a:lnTo>
                    <a:pt x="2" y="38"/>
                  </a:lnTo>
                  <a:lnTo>
                    <a:pt x="2" y="38"/>
                  </a:lnTo>
                  <a:lnTo>
                    <a:pt x="2" y="38"/>
                  </a:lnTo>
                  <a:lnTo>
                    <a:pt x="2" y="35"/>
                  </a:lnTo>
                  <a:lnTo>
                    <a:pt x="2" y="35"/>
                  </a:lnTo>
                  <a:lnTo>
                    <a:pt x="2" y="35"/>
                  </a:lnTo>
                  <a:lnTo>
                    <a:pt x="2" y="33"/>
                  </a:lnTo>
                  <a:lnTo>
                    <a:pt x="2" y="33"/>
                  </a:lnTo>
                  <a:lnTo>
                    <a:pt x="0" y="33"/>
                  </a:lnTo>
                  <a:lnTo>
                    <a:pt x="0" y="30"/>
                  </a:lnTo>
                  <a:lnTo>
                    <a:pt x="0" y="30"/>
                  </a:lnTo>
                  <a:lnTo>
                    <a:pt x="0" y="28"/>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6"/>
                  </a:lnTo>
                  <a:lnTo>
                    <a:pt x="0" y="16"/>
                  </a:lnTo>
                  <a:lnTo>
                    <a:pt x="0" y="14"/>
                  </a:lnTo>
                  <a:lnTo>
                    <a:pt x="0" y="14"/>
                  </a:lnTo>
                  <a:lnTo>
                    <a:pt x="0" y="11"/>
                  </a:lnTo>
                  <a:lnTo>
                    <a:pt x="0" y="11"/>
                  </a:lnTo>
                  <a:lnTo>
                    <a:pt x="0" y="11"/>
                  </a:lnTo>
                  <a:lnTo>
                    <a:pt x="0" y="9"/>
                  </a:lnTo>
                  <a:lnTo>
                    <a:pt x="0" y="9"/>
                  </a:lnTo>
                  <a:lnTo>
                    <a:pt x="2" y="9"/>
                  </a:lnTo>
                  <a:lnTo>
                    <a:pt x="2" y="11"/>
                  </a:lnTo>
                  <a:lnTo>
                    <a:pt x="2" y="11"/>
                  </a:lnTo>
                  <a:lnTo>
                    <a:pt x="2" y="14"/>
                  </a:lnTo>
                  <a:lnTo>
                    <a:pt x="2" y="14"/>
                  </a:lnTo>
                  <a:lnTo>
                    <a:pt x="2" y="11"/>
                  </a:lnTo>
                  <a:lnTo>
                    <a:pt x="2" y="11"/>
                  </a:lnTo>
                  <a:lnTo>
                    <a:pt x="2" y="9"/>
                  </a:lnTo>
                  <a:lnTo>
                    <a:pt x="2" y="9"/>
                  </a:lnTo>
                  <a:lnTo>
                    <a:pt x="2" y="9"/>
                  </a:lnTo>
                  <a:lnTo>
                    <a:pt x="4" y="9"/>
                  </a:lnTo>
                  <a:lnTo>
                    <a:pt x="4" y="7"/>
                  </a:lnTo>
                  <a:lnTo>
                    <a:pt x="4" y="7"/>
                  </a:lnTo>
                  <a:lnTo>
                    <a:pt x="4" y="7"/>
                  </a:lnTo>
                  <a:lnTo>
                    <a:pt x="4" y="4"/>
                  </a:lnTo>
                  <a:lnTo>
                    <a:pt x="4" y="4"/>
                  </a:lnTo>
                  <a:lnTo>
                    <a:pt x="7" y="4"/>
                  </a:lnTo>
                  <a:lnTo>
                    <a:pt x="7" y="4"/>
                  </a:lnTo>
                  <a:lnTo>
                    <a:pt x="7" y="2"/>
                  </a:lnTo>
                  <a:lnTo>
                    <a:pt x="7" y="2"/>
                  </a:lnTo>
                  <a:lnTo>
                    <a:pt x="7" y="2"/>
                  </a:lnTo>
                  <a:lnTo>
                    <a:pt x="7" y="2"/>
                  </a:lnTo>
                  <a:lnTo>
                    <a:pt x="9" y="2"/>
                  </a:lnTo>
                  <a:lnTo>
                    <a:pt x="9" y="0"/>
                  </a:lnTo>
                  <a:lnTo>
                    <a:pt x="9" y="0"/>
                  </a:lnTo>
                  <a:lnTo>
                    <a:pt x="9" y="0"/>
                  </a:lnTo>
                  <a:lnTo>
                    <a:pt x="9" y="0"/>
                  </a:lnTo>
                  <a:lnTo>
                    <a:pt x="1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9" name="Freeform 267"/>
            <p:cNvSpPr>
              <a:spLocks/>
            </p:cNvSpPr>
            <p:nvPr/>
          </p:nvSpPr>
          <p:spPr bwMode="auto">
            <a:xfrm>
              <a:off x="3084513" y="3365500"/>
              <a:ext cx="274638" cy="339725"/>
            </a:xfrm>
            <a:custGeom>
              <a:avLst/>
              <a:gdLst/>
              <a:ahLst/>
              <a:cxnLst>
                <a:cxn ang="0">
                  <a:pos x="102" y="10"/>
                </a:cxn>
                <a:cxn ang="0">
                  <a:pos x="107" y="19"/>
                </a:cxn>
                <a:cxn ang="0">
                  <a:pos x="114" y="26"/>
                </a:cxn>
                <a:cxn ang="0">
                  <a:pos x="123" y="29"/>
                </a:cxn>
                <a:cxn ang="0">
                  <a:pos x="133" y="31"/>
                </a:cxn>
                <a:cxn ang="0">
                  <a:pos x="142" y="34"/>
                </a:cxn>
                <a:cxn ang="0">
                  <a:pos x="150" y="41"/>
                </a:cxn>
                <a:cxn ang="0">
                  <a:pos x="157" y="48"/>
                </a:cxn>
                <a:cxn ang="0">
                  <a:pos x="161" y="55"/>
                </a:cxn>
                <a:cxn ang="0">
                  <a:pos x="168" y="62"/>
                </a:cxn>
                <a:cxn ang="0">
                  <a:pos x="171" y="72"/>
                </a:cxn>
                <a:cxn ang="0">
                  <a:pos x="166" y="79"/>
                </a:cxn>
                <a:cxn ang="0">
                  <a:pos x="161" y="88"/>
                </a:cxn>
                <a:cxn ang="0">
                  <a:pos x="154" y="95"/>
                </a:cxn>
                <a:cxn ang="0">
                  <a:pos x="150" y="105"/>
                </a:cxn>
                <a:cxn ang="0">
                  <a:pos x="145" y="114"/>
                </a:cxn>
                <a:cxn ang="0">
                  <a:pos x="138" y="117"/>
                </a:cxn>
                <a:cxn ang="0">
                  <a:pos x="133" y="117"/>
                </a:cxn>
                <a:cxn ang="0">
                  <a:pos x="131" y="124"/>
                </a:cxn>
                <a:cxn ang="0">
                  <a:pos x="126" y="135"/>
                </a:cxn>
                <a:cxn ang="0">
                  <a:pos x="128" y="145"/>
                </a:cxn>
                <a:cxn ang="0">
                  <a:pos x="126" y="154"/>
                </a:cxn>
                <a:cxn ang="0">
                  <a:pos x="114" y="154"/>
                </a:cxn>
                <a:cxn ang="0">
                  <a:pos x="107" y="162"/>
                </a:cxn>
                <a:cxn ang="0">
                  <a:pos x="102" y="171"/>
                </a:cxn>
                <a:cxn ang="0">
                  <a:pos x="97" y="181"/>
                </a:cxn>
                <a:cxn ang="0">
                  <a:pos x="88" y="181"/>
                </a:cxn>
                <a:cxn ang="0">
                  <a:pos x="79" y="183"/>
                </a:cxn>
                <a:cxn ang="0">
                  <a:pos x="74" y="192"/>
                </a:cxn>
                <a:cxn ang="0">
                  <a:pos x="71" y="202"/>
                </a:cxn>
                <a:cxn ang="0">
                  <a:pos x="62" y="204"/>
                </a:cxn>
                <a:cxn ang="0">
                  <a:pos x="50" y="204"/>
                </a:cxn>
                <a:cxn ang="0">
                  <a:pos x="43" y="207"/>
                </a:cxn>
                <a:cxn ang="0">
                  <a:pos x="34" y="211"/>
                </a:cxn>
                <a:cxn ang="0">
                  <a:pos x="24" y="211"/>
                </a:cxn>
                <a:cxn ang="0">
                  <a:pos x="19" y="202"/>
                </a:cxn>
                <a:cxn ang="0">
                  <a:pos x="17" y="192"/>
                </a:cxn>
                <a:cxn ang="0">
                  <a:pos x="12" y="183"/>
                </a:cxn>
                <a:cxn ang="0">
                  <a:pos x="8" y="173"/>
                </a:cxn>
                <a:cxn ang="0">
                  <a:pos x="3" y="164"/>
                </a:cxn>
                <a:cxn ang="0">
                  <a:pos x="3" y="154"/>
                </a:cxn>
                <a:cxn ang="0">
                  <a:pos x="10" y="150"/>
                </a:cxn>
                <a:cxn ang="0">
                  <a:pos x="19" y="145"/>
                </a:cxn>
                <a:cxn ang="0">
                  <a:pos x="29" y="143"/>
                </a:cxn>
                <a:cxn ang="0">
                  <a:pos x="38" y="138"/>
                </a:cxn>
                <a:cxn ang="0">
                  <a:pos x="48" y="135"/>
                </a:cxn>
                <a:cxn ang="0">
                  <a:pos x="57" y="131"/>
                </a:cxn>
                <a:cxn ang="0">
                  <a:pos x="67" y="126"/>
                </a:cxn>
                <a:cxn ang="0">
                  <a:pos x="71" y="117"/>
                </a:cxn>
                <a:cxn ang="0">
                  <a:pos x="74" y="105"/>
                </a:cxn>
                <a:cxn ang="0">
                  <a:pos x="76" y="95"/>
                </a:cxn>
                <a:cxn ang="0">
                  <a:pos x="81" y="83"/>
                </a:cxn>
                <a:cxn ang="0">
                  <a:pos x="81" y="74"/>
                </a:cxn>
                <a:cxn ang="0">
                  <a:pos x="76" y="64"/>
                </a:cxn>
                <a:cxn ang="0">
                  <a:pos x="71" y="53"/>
                </a:cxn>
                <a:cxn ang="0">
                  <a:pos x="76" y="43"/>
                </a:cxn>
                <a:cxn ang="0">
                  <a:pos x="79" y="31"/>
                </a:cxn>
                <a:cxn ang="0">
                  <a:pos x="83" y="24"/>
                </a:cxn>
                <a:cxn ang="0">
                  <a:pos x="88" y="22"/>
                </a:cxn>
                <a:cxn ang="0">
                  <a:pos x="86" y="15"/>
                </a:cxn>
                <a:cxn ang="0">
                  <a:pos x="86" y="3"/>
                </a:cxn>
                <a:cxn ang="0">
                  <a:pos x="90" y="5"/>
                </a:cxn>
                <a:cxn ang="0">
                  <a:pos x="97" y="0"/>
                </a:cxn>
              </a:cxnLst>
              <a:rect l="0" t="0" r="r" b="b"/>
              <a:pathLst>
                <a:path w="173" h="214">
                  <a:moveTo>
                    <a:pt x="97" y="3"/>
                  </a:moveTo>
                  <a:lnTo>
                    <a:pt x="97" y="3"/>
                  </a:lnTo>
                  <a:lnTo>
                    <a:pt x="100" y="3"/>
                  </a:lnTo>
                  <a:lnTo>
                    <a:pt x="100" y="5"/>
                  </a:lnTo>
                  <a:lnTo>
                    <a:pt x="100" y="5"/>
                  </a:lnTo>
                  <a:lnTo>
                    <a:pt x="100" y="5"/>
                  </a:lnTo>
                  <a:lnTo>
                    <a:pt x="100" y="5"/>
                  </a:lnTo>
                  <a:lnTo>
                    <a:pt x="100" y="8"/>
                  </a:lnTo>
                  <a:lnTo>
                    <a:pt x="100" y="8"/>
                  </a:lnTo>
                  <a:lnTo>
                    <a:pt x="100" y="8"/>
                  </a:lnTo>
                  <a:lnTo>
                    <a:pt x="100" y="10"/>
                  </a:lnTo>
                  <a:lnTo>
                    <a:pt x="102" y="10"/>
                  </a:lnTo>
                  <a:lnTo>
                    <a:pt x="102" y="10"/>
                  </a:lnTo>
                  <a:lnTo>
                    <a:pt x="102" y="10"/>
                  </a:lnTo>
                  <a:lnTo>
                    <a:pt x="102" y="12"/>
                  </a:lnTo>
                  <a:lnTo>
                    <a:pt x="102" y="12"/>
                  </a:lnTo>
                  <a:lnTo>
                    <a:pt x="105" y="12"/>
                  </a:lnTo>
                  <a:lnTo>
                    <a:pt x="105" y="15"/>
                  </a:lnTo>
                  <a:lnTo>
                    <a:pt x="105" y="15"/>
                  </a:lnTo>
                  <a:lnTo>
                    <a:pt x="105" y="15"/>
                  </a:lnTo>
                  <a:lnTo>
                    <a:pt x="105" y="15"/>
                  </a:lnTo>
                  <a:lnTo>
                    <a:pt x="105" y="15"/>
                  </a:lnTo>
                  <a:lnTo>
                    <a:pt x="107" y="15"/>
                  </a:lnTo>
                  <a:lnTo>
                    <a:pt x="107" y="17"/>
                  </a:lnTo>
                  <a:lnTo>
                    <a:pt x="107" y="17"/>
                  </a:lnTo>
                  <a:lnTo>
                    <a:pt x="107" y="17"/>
                  </a:lnTo>
                  <a:lnTo>
                    <a:pt x="107" y="19"/>
                  </a:lnTo>
                  <a:lnTo>
                    <a:pt x="107" y="19"/>
                  </a:lnTo>
                  <a:lnTo>
                    <a:pt x="107" y="19"/>
                  </a:lnTo>
                  <a:lnTo>
                    <a:pt x="109" y="19"/>
                  </a:lnTo>
                  <a:lnTo>
                    <a:pt x="109" y="22"/>
                  </a:lnTo>
                  <a:lnTo>
                    <a:pt x="109" y="22"/>
                  </a:lnTo>
                  <a:lnTo>
                    <a:pt x="109" y="22"/>
                  </a:lnTo>
                  <a:lnTo>
                    <a:pt x="112" y="22"/>
                  </a:lnTo>
                  <a:lnTo>
                    <a:pt x="112" y="24"/>
                  </a:lnTo>
                  <a:lnTo>
                    <a:pt x="112" y="24"/>
                  </a:lnTo>
                  <a:lnTo>
                    <a:pt x="112" y="24"/>
                  </a:lnTo>
                  <a:lnTo>
                    <a:pt x="112" y="24"/>
                  </a:lnTo>
                  <a:lnTo>
                    <a:pt x="114" y="24"/>
                  </a:lnTo>
                  <a:lnTo>
                    <a:pt x="114" y="26"/>
                  </a:lnTo>
                  <a:lnTo>
                    <a:pt x="114" y="26"/>
                  </a:lnTo>
                  <a:lnTo>
                    <a:pt x="114" y="26"/>
                  </a:lnTo>
                  <a:lnTo>
                    <a:pt x="116" y="26"/>
                  </a:lnTo>
                  <a:lnTo>
                    <a:pt x="116" y="26"/>
                  </a:lnTo>
                  <a:lnTo>
                    <a:pt x="116" y="26"/>
                  </a:lnTo>
                  <a:lnTo>
                    <a:pt x="116" y="26"/>
                  </a:lnTo>
                  <a:lnTo>
                    <a:pt x="119" y="26"/>
                  </a:lnTo>
                  <a:lnTo>
                    <a:pt x="119" y="26"/>
                  </a:lnTo>
                  <a:lnTo>
                    <a:pt x="119" y="29"/>
                  </a:lnTo>
                  <a:lnTo>
                    <a:pt x="119" y="29"/>
                  </a:lnTo>
                  <a:lnTo>
                    <a:pt x="121" y="29"/>
                  </a:lnTo>
                  <a:lnTo>
                    <a:pt x="121" y="29"/>
                  </a:lnTo>
                  <a:lnTo>
                    <a:pt x="121" y="29"/>
                  </a:lnTo>
                  <a:lnTo>
                    <a:pt x="123" y="29"/>
                  </a:lnTo>
                  <a:lnTo>
                    <a:pt x="123" y="29"/>
                  </a:lnTo>
                  <a:lnTo>
                    <a:pt x="123" y="29"/>
                  </a:lnTo>
                  <a:lnTo>
                    <a:pt x="123" y="31"/>
                  </a:lnTo>
                  <a:lnTo>
                    <a:pt x="126" y="31"/>
                  </a:lnTo>
                  <a:lnTo>
                    <a:pt x="126" y="31"/>
                  </a:lnTo>
                  <a:lnTo>
                    <a:pt x="126" y="31"/>
                  </a:lnTo>
                  <a:lnTo>
                    <a:pt x="126" y="29"/>
                  </a:lnTo>
                  <a:lnTo>
                    <a:pt x="128" y="29"/>
                  </a:lnTo>
                  <a:lnTo>
                    <a:pt x="128" y="31"/>
                  </a:lnTo>
                  <a:lnTo>
                    <a:pt x="128" y="31"/>
                  </a:lnTo>
                  <a:lnTo>
                    <a:pt x="128" y="31"/>
                  </a:lnTo>
                  <a:lnTo>
                    <a:pt x="131" y="31"/>
                  </a:lnTo>
                  <a:lnTo>
                    <a:pt x="131" y="31"/>
                  </a:lnTo>
                  <a:lnTo>
                    <a:pt x="131" y="31"/>
                  </a:lnTo>
                  <a:lnTo>
                    <a:pt x="133" y="31"/>
                  </a:lnTo>
                  <a:lnTo>
                    <a:pt x="133" y="31"/>
                  </a:lnTo>
                  <a:lnTo>
                    <a:pt x="133" y="31"/>
                  </a:lnTo>
                  <a:lnTo>
                    <a:pt x="135" y="31"/>
                  </a:lnTo>
                  <a:lnTo>
                    <a:pt x="135" y="34"/>
                  </a:lnTo>
                  <a:lnTo>
                    <a:pt x="135" y="34"/>
                  </a:lnTo>
                  <a:lnTo>
                    <a:pt x="138" y="34"/>
                  </a:lnTo>
                  <a:lnTo>
                    <a:pt x="138" y="34"/>
                  </a:lnTo>
                  <a:lnTo>
                    <a:pt x="138" y="34"/>
                  </a:lnTo>
                  <a:lnTo>
                    <a:pt x="138" y="34"/>
                  </a:lnTo>
                  <a:lnTo>
                    <a:pt x="138" y="36"/>
                  </a:lnTo>
                  <a:lnTo>
                    <a:pt x="140" y="36"/>
                  </a:lnTo>
                  <a:lnTo>
                    <a:pt x="140" y="36"/>
                  </a:lnTo>
                  <a:lnTo>
                    <a:pt x="140" y="36"/>
                  </a:lnTo>
                  <a:lnTo>
                    <a:pt x="142" y="36"/>
                  </a:lnTo>
                  <a:lnTo>
                    <a:pt x="142" y="34"/>
                  </a:lnTo>
                  <a:lnTo>
                    <a:pt x="142" y="34"/>
                  </a:lnTo>
                  <a:lnTo>
                    <a:pt x="145" y="34"/>
                  </a:lnTo>
                  <a:lnTo>
                    <a:pt x="145" y="34"/>
                  </a:lnTo>
                  <a:lnTo>
                    <a:pt x="145" y="34"/>
                  </a:lnTo>
                  <a:lnTo>
                    <a:pt x="145" y="36"/>
                  </a:lnTo>
                  <a:lnTo>
                    <a:pt x="145" y="36"/>
                  </a:lnTo>
                  <a:lnTo>
                    <a:pt x="147" y="36"/>
                  </a:lnTo>
                  <a:lnTo>
                    <a:pt x="147" y="36"/>
                  </a:lnTo>
                  <a:lnTo>
                    <a:pt x="147" y="36"/>
                  </a:lnTo>
                  <a:lnTo>
                    <a:pt x="150" y="36"/>
                  </a:lnTo>
                  <a:lnTo>
                    <a:pt x="150" y="36"/>
                  </a:lnTo>
                  <a:lnTo>
                    <a:pt x="150" y="38"/>
                  </a:lnTo>
                  <a:lnTo>
                    <a:pt x="150" y="38"/>
                  </a:lnTo>
                  <a:lnTo>
                    <a:pt x="150" y="41"/>
                  </a:lnTo>
                  <a:lnTo>
                    <a:pt x="150" y="41"/>
                  </a:lnTo>
                  <a:lnTo>
                    <a:pt x="152" y="41"/>
                  </a:lnTo>
                  <a:lnTo>
                    <a:pt x="152" y="41"/>
                  </a:lnTo>
                  <a:lnTo>
                    <a:pt x="152" y="41"/>
                  </a:lnTo>
                  <a:lnTo>
                    <a:pt x="152" y="43"/>
                  </a:lnTo>
                  <a:lnTo>
                    <a:pt x="152" y="43"/>
                  </a:lnTo>
                  <a:lnTo>
                    <a:pt x="152" y="43"/>
                  </a:lnTo>
                  <a:lnTo>
                    <a:pt x="152" y="45"/>
                  </a:lnTo>
                  <a:lnTo>
                    <a:pt x="154" y="45"/>
                  </a:lnTo>
                  <a:lnTo>
                    <a:pt x="154" y="45"/>
                  </a:lnTo>
                  <a:lnTo>
                    <a:pt x="154" y="45"/>
                  </a:lnTo>
                  <a:lnTo>
                    <a:pt x="154" y="45"/>
                  </a:lnTo>
                  <a:lnTo>
                    <a:pt x="154" y="48"/>
                  </a:lnTo>
                  <a:lnTo>
                    <a:pt x="157" y="48"/>
                  </a:lnTo>
                  <a:lnTo>
                    <a:pt x="157" y="48"/>
                  </a:lnTo>
                  <a:lnTo>
                    <a:pt x="157" y="50"/>
                  </a:lnTo>
                  <a:lnTo>
                    <a:pt x="157" y="50"/>
                  </a:lnTo>
                  <a:lnTo>
                    <a:pt x="157" y="50"/>
                  </a:lnTo>
                  <a:lnTo>
                    <a:pt x="157" y="50"/>
                  </a:lnTo>
                  <a:lnTo>
                    <a:pt x="159" y="50"/>
                  </a:lnTo>
                  <a:lnTo>
                    <a:pt x="159" y="53"/>
                  </a:lnTo>
                  <a:lnTo>
                    <a:pt x="159" y="53"/>
                  </a:lnTo>
                  <a:lnTo>
                    <a:pt x="159" y="53"/>
                  </a:lnTo>
                  <a:lnTo>
                    <a:pt x="159" y="55"/>
                  </a:lnTo>
                  <a:lnTo>
                    <a:pt x="159" y="55"/>
                  </a:lnTo>
                  <a:lnTo>
                    <a:pt x="159" y="55"/>
                  </a:lnTo>
                  <a:lnTo>
                    <a:pt x="159" y="55"/>
                  </a:lnTo>
                  <a:lnTo>
                    <a:pt x="161" y="55"/>
                  </a:lnTo>
                  <a:lnTo>
                    <a:pt x="161" y="55"/>
                  </a:lnTo>
                  <a:lnTo>
                    <a:pt x="161" y="57"/>
                  </a:lnTo>
                  <a:lnTo>
                    <a:pt x="161" y="57"/>
                  </a:lnTo>
                  <a:lnTo>
                    <a:pt x="164" y="57"/>
                  </a:lnTo>
                  <a:lnTo>
                    <a:pt x="164" y="60"/>
                  </a:lnTo>
                  <a:lnTo>
                    <a:pt x="164" y="60"/>
                  </a:lnTo>
                  <a:lnTo>
                    <a:pt x="164" y="60"/>
                  </a:lnTo>
                  <a:lnTo>
                    <a:pt x="164" y="60"/>
                  </a:lnTo>
                  <a:lnTo>
                    <a:pt x="166" y="60"/>
                  </a:lnTo>
                  <a:lnTo>
                    <a:pt x="166" y="62"/>
                  </a:lnTo>
                  <a:lnTo>
                    <a:pt x="166" y="62"/>
                  </a:lnTo>
                  <a:lnTo>
                    <a:pt x="166" y="62"/>
                  </a:lnTo>
                  <a:lnTo>
                    <a:pt x="168" y="62"/>
                  </a:lnTo>
                  <a:lnTo>
                    <a:pt x="168" y="62"/>
                  </a:lnTo>
                  <a:lnTo>
                    <a:pt x="168" y="62"/>
                  </a:lnTo>
                  <a:lnTo>
                    <a:pt x="171" y="62"/>
                  </a:lnTo>
                  <a:lnTo>
                    <a:pt x="171" y="62"/>
                  </a:lnTo>
                  <a:lnTo>
                    <a:pt x="171" y="62"/>
                  </a:lnTo>
                  <a:lnTo>
                    <a:pt x="171" y="64"/>
                  </a:lnTo>
                  <a:lnTo>
                    <a:pt x="171" y="64"/>
                  </a:lnTo>
                  <a:lnTo>
                    <a:pt x="173" y="64"/>
                  </a:lnTo>
                  <a:lnTo>
                    <a:pt x="173" y="64"/>
                  </a:lnTo>
                  <a:lnTo>
                    <a:pt x="171" y="64"/>
                  </a:lnTo>
                  <a:lnTo>
                    <a:pt x="171" y="67"/>
                  </a:lnTo>
                  <a:lnTo>
                    <a:pt x="171" y="67"/>
                  </a:lnTo>
                  <a:lnTo>
                    <a:pt x="171" y="69"/>
                  </a:lnTo>
                  <a:lnTo>
                    <a:pt x="171" y="69"/>
                  </a:lnTo>
                  <a:lnTo>
                    <a:pt x="171" y="72"/>
                  </a:lnTo>
                  <a:lnTo>
                    <a:pt x="171" y="72"/>
                  </a:lnTo>
                  <a:lnTo>
                    <a:pt x="171" y="72"/>
                  </a:lnTo>
                  <a:lnTo>
                    <a:pt x="171" y="74"/>
                  </a:lnTo>
                  <a:lnTo>
                    <a:pt x="171" y="74"/>
                  </a:lnTo>
                  <a:lnTo>
                    <a:pt x="171" y="74"/>
                  </a:lnTo>
                  <a:lnTo>
                    <a:pt x="168" y="74"/>
                  </a:lnTo>
                  <a:lnTo>
                    <a:pt x="168" y="74"/>
                  </a:lnTo>
                  <a:lnTo>
                    <a:pt x="168" y="76"/>
                  </a:lnTo>
                  <a:lnTo>
                    <a:pt x="168" y="76"/>
                  </a:lnTo>
                  <a:lnTo>
                    <a:pt x="168" y="76"/>
                  </a:lnTo>
                  <a:lnTo>
                    <a:pt x="168" y="79"/>
                  </a:lnTo>
                  <a:lnTo>
                    <a:pt x="166" y="79"/>
                  </a:lnTo>
                  <a:lnTo>
                    <a:pt x="166" y="79"/>
                  </a:lnTo>
                  <a:lnTo>
                    <a:pt x="166" y="79"/>
                  </a:lnTo>
                  <a:lnTo>
                    <a:pt x="166" y="81"/>
                  </a:lnTo>
                  <a:lnTo>
                    <a:pt x="166" y="81"/>
                  </a:lnTo>
                  <a:lnTo>
                    <a:pt x="166" y="81"/>
                  </a:lnTo>
                  <a:lnTo>
                    <a:pt x="166" y="83"/>
                  </a:lnTo>
                  <a:lnTo>
                    <a:pt x="164" y="83"/>
                  </a:lnTo>
                  <a:lnTo>
                    <a:pt x="164" y="83"/>
                  </a:lnTo>
                  <a:lnTo>
                    <a:pt x="164" y="86"/>
                  </a:lnTo>
                  <a:lnTo>
                    <a:pt x="164" y="86"/>
                  </a:lnTo>
                  <a:lnTo>
                    <a:pt x="164" y="86"/>
                  </a:lnTo>
                  <a:lnTo>
                    <a:pt x="164" y="86"/>
                  </a:lnTo>
                  <a:lnTo>
                    <a:pt x="164" y="88"/>
                  </a:lnTo>
                  <a:lnTo>
                    <a:pt x="164" y="88"/>
                  </a:lnTo>
                  <a:lnTo>
                    <a:pt x="164" y="88"/>
                  </a:lnTo>
                  <a:lnTo>
                    <a:pt x="161" y="88"/>
                  </a:lnTo>
                  <a:lnTo>
                    <a:pt x="161" y="90"/>
                  </a:lnTo>
                  <a:lnTo>
                    <a:pt x="161" y="90"/>
                  </a:lnTo>
                  <a:lnTo>
                    <a:pt x="161" y="90"/>
                  </a:lnTo>
                  <a:lnTo>
                    <a:pt x="161" y="93"/>
                  </a:lnTo>
                  <a:lnTo>
                    <a:pt x="159" y="93"/>
                  </a:lnTo>
                  <a:lnTo>
                    <a:pt x="159" y="93"/>
                  </a:lnTo>
                  <a:lnTo>
                    <a:pt x="159" y="93"/>
                  </a:lnTo>
                  <a:lnTo>
                    <a:pt x="159" y="93"/>
                  </a:lnTo>
                  <a:lnTo>
                    <a:pt x="157" y="93"/>
                  </a:lnTo>
                  <a:lnTo>
                    <a:pt x="157" y="95"/>
                  </a:lnTo>
                  <a:lnTo>
                    <a:pt x="157" y="95"/>
                  </a:lnTo>
                  <a:lnTo>
                    <a:pt x="157" y="95"/>
                  </a:lnTo>
                  <a:lnTo>
                    <a:pt x="157" y="95"/>
                  </a:lnTo>
                  <a:lnTo>
                    <a:pt x="154" y="95"/>
                  </a:lnTo>
                  <a:lnTo>
                    <a:pt x="154" y="95"/>
                  </a:lnTo>
                  <a:lnTo>
                    <a:pt x="154" y="95"/>
                  </a:lnTo>
                  <a:lnTo>
                    <a:pt x="154" y="98"/>
                  </a:lnTo>
                  <a:lnTo>
                    <a:pt x="152" y="98"/>
                  </a:lnTo>
                  <a:lnTo>
                    <a:pt x="152" y="98"/>
                  </a:lnTo>
                  <a:lnTo>
                    <a:pt x="152" y="98"/>
                  </a:lnTo>
                  <a:lnTo>
                    <a:pt x="152" y="100"/>
                  </a:lnTo>
                  <a:lnTo>
                    <a:pt x="152" y="100"/>
                  </a:lnTo>
                  <a:lnTo>
                    <a:pt x="152" y="100"/>
                  </a:lnTo>
                  <a:lnTo>
                    <a:pt x="152" y="102"/>
                  </a:lnTo>
                  <a:lnTo>
                    <a:pt x="150" y="102"/>
                  </a:lnTo>
                  <a:lnTo>
                    <a:pt x="150" y="102"/>
                  </a:lnTo>
                  <a:lnTo>
                    <a:pt x="150" y="105"/>
                  </a:lnTo>
                  <a:lnTo>
                    <a:pt x="150" y="105"/>
                  </a:lnTo>
                  <a:lnTo>
                    <a:pt x="150" y="105"/>
                  </a:lnTo>
                  <a:lnTo>
                    <a:pt x="150" y="105"/>
                  </a:lnTo>
                  <a:lnTo>
                    <a:pt x="150" y="105"/>
                  </a:lnTo>
                  <a:lnTo>
                    <a:pt x="150" y="107"/>
                  </a:lnTo>
                  <a:lnTo>
                    <a:pt x="150" y="107"/>
                  </a:lnTo>
                  <a:lnTo>
                    <a:pt x="150" y="109"/>
                  </a:lnTo>
                  <a:lnTo>
                    <a:pt x="147" y="109"/>
                  </a:lnTo>
                  <a:lnTo>
                    <a:pt x="147" y="109"/>
                  </a:lnTo>
                  <a:lnTo>
                    <a:pt x="147" y="109"/>
                  </a:lnTo>
                  <a:lnTo>
                    <a:pt x="145" y="109"/>
                  </a:lnTo>
                  <a:lnTo>
                    <a:pt x="145" y="112"/>
                  </a:lnTo>
                  <a:lnTo>
                    <a:pt x="145" y="112"/>
                  </a:lnTo>
                  <a:lnTo>
                    <a:pt x="145" y="112"/>
                  </a:lnTo>
                  <a:lnTo>
                    <a:pt x="145" y="114"/>
                  </a:lnTo>
                  <a:lnTo>
                    <a:pt x="145" y="114"/>
                  </a:lnTo>
                  <a:lnTo>
                    <a:pt x="145" y="114"/>
                  </a:lnTo>
                  <a:lnTo>
                    <a:pt x="145" y="114"/>
                  </a:lnTo>
                  <a:lnTo>
                    <a:pt x="145" y="117"/>
                  </a:lnTo>
                  <a:lnTo>
                    <a:pt x="145" y="117"/>
                  </a:lnTo>
                  <a:lnTo>
                    <a:pt x="142" y="117"/>
                  </a:lnTo>
                  <a:lnTo>
                    <a:pt x="142" y="119"/>
                  </a:lnTo>
                  <a:lnTo>
                    <a:pt x="142" y="119"/>
                  </a:lnTo>
                  <a:lnTo>
                    <a:pt x="140" y="119"/>
                  </a:lnTo>
                  <a:lnTo>
                    <a:pt x="140" y="119"/>
                  </a:lnTo>
                  <a:lnTo>
                    <a:pt x="140" y="119"/>
                  </a:lnTo>
                  <a:lnTo>
                    <a:pt x="138" y="119"/>
                  </a:lnTo>
                  <a:lnTo>
                    <a:pt x="138" y="119"/>
                  </a:lnTo>
                  <a:lnTo>
                    <a:pt x="138" y="117"/>
                  </a:lnTo>
                  <a:lnTo>
                    <a:pt x="138" y="117"/>
                  </a:lnTo>
                  <a:lnTo>
                    <a:pt x="135" y="117"/>
                  </a:lnTo>
                  <a:lnTo>
                    <a:pt x="135" y="117"/>
                  </a:lnTo>
                  <a:lnTo>
                    <a:pt x="135" y="114"/>
                  </a:lnTo>
                  <a:lnTo>
                    <a:pt x="138" y="114"/>
                  </a:lnTo>
                  <a:lnTo>
                    <a:pt x="138" y="114"/>
                  </a:lnTo>
                  <a:lnTo>
                    <a:pt x="138" y="114"/>
                  </a:lnTo>
                  <a:lnTo>
                    <a:pt x="135" y="114"/>
                  </a:lnTo>
                  <a:lnTo>
                    <a:pt x="135" y="114"/>
                  </a:lnTo>
                  <a:lnTo>
                    <a:pt x="133" y="114"/>
                  </a:lnTo>
                  <a:lnTo>
                    <a:pt x="133" y="114"/>
                  </a:lnTo>
                  <a:lnTo>
                    <a:pt x="133" y="114"/>
                  </a:lnTo>
                  <a:lnTo>
                    <a:pt x="133" y="117"/>
                  </a:lnTo>
                  <a:lnTo>
                    <a:pt x="133" y="117"/>
                  </a:lnTo>
                  <a:lnTo>
                    <a:pt x="133" y="117"/>
                  </a:lnTo>
                  <a:lnTo>
                    <a:pt x="133" y="117"/>
                  </a:lnTo>
                  <a:lnTo>
                    <a:pt x="133" y="119"/>
                  </a:lnTo>
                  <a:lnTo>
                    <a:pt x="133" y="119"/>
                  </a:lnTo>
                  <a:lnTo>
                    <a:pt x="131" y="119"/>
                  </a:lnTo>
                  <a:lnTo>
                    <a:pt x="131" y="121"/>
                  </a:lnTo>
                  <a:lnTo>
                    <a:pt x="131" y="121"/>
                  </a:lnTo>
                  <a:lnTo>
                    <a:pt x="131" y="121"/>
                  </a:lnTo>
                  <a:lnTo>
                    <a:pt x="131" y="121"/>
                  </a:lnTo>
                  <a:lnTo>
                    <a:pt x="128" y="121"/>
                  </a:lnTo>
                  <a:lnTo>
                    <a:pt x="128" y="124"/>
                  </a:lnTo>
                  <a:lnTo>
                    <a:pt x="131" y="124"/>
                  </a:lnTo>
                  <a:lnTo>
                    <a:pt x="131" y="124"/>
                  </a:lnTo>
                  <a:lnTo>
                    <a:pt x="131" y="124"/>
                  </a:lnTo>
                  <a:lnTo>
                    <a:pt x="128" y="124"/>
                  </a:lnTo>
                  <a:lnTo>
                    <a:pt x="128" y="126"/>
                  </a:lnTo>
                  <a:lnTo>
                    <a:pt x="128" y="126"/>
                  </a:lnTo>
                  <a:lnTo>
                    <a:pt x="128" y="128"/>
                  </a:lnTo>
                  <a:lnTo>
                    <a:pt x="128" y="128"/>
                  </a:lnTo>
                  <a:lnTo>
                    <a:pt x="128" y="128"/>
                  </a:lnTo>
                  <a:lnTo>
                    <a:pt x="128" y="131"/>
                  </a:lnTo>
                  <a:lnTo>
                    <a:pt x="128" y="131"/>
                  </a:lnTo>
                  <a:lnTo>
                    <a:pt x="128" y="133"/>
                  </a:lnTo>
                  <a:lnTo>
                    <a:pt x="126" y="133"/>
                  </a:lnTo>
                  <a:lnTo>
                    <a:pt x="126" y="133"/>
                  </a:lnTo>
                  <a:lnTo>
                    <a:pt x="126" y="133"/>
                  </a:lnTo>
                  <a:lnTo>
                    <a:pt x="126" y="135"/>
                  </a:lnTo>
                  <a:lnTo>
                    <a:pt x="126" y="135"/>
                  </a:lnTo>
                  <a:lnTo>
                    <a:pt x="126" y="135"/>
                  </a:lnTo>
                  <a:lnTo>
                    <a:pt x="126" y="135"/>
                  </a:lnTo>
                  <a:lnTo>
                    <a:pt x="126" y="138"/>
                  </a:lnTo>
                  <a:lnTo>
                    <a:pt x="126" y="138"/>
                  </a:lnTo>
                  <a:lnTo>
                    <a:pt x="126" y="140"/>
                  </a:lnTo>
                  <a:lnTo>
                    <a:pt x="126" y="140"/>
                  </a:lnTo>
                  <a:lnTo>
                    <a:pt x="128" y="140"/>
                  </a:lnTo>
                  <a:lnTo>
                    <a:pt x="128" y="143"/>
                  </a:lnTo>
                  <a:lnTo>
                    <a:pt x="128" y="143"/>
                  </a:lnTo>
                  <a:lnTo>
                    <a:pt x="128" y="145"/>
                  </a:lnTo>
                  <a:lnTo>
                    <a:pt x="126" y="145"/>
                  </a:lnTo>
                  <a:lnTo>
                    <a:pt x="126" y="145"/>
                  </a:lnTo>
                  <a:lnTo>
                    <a:pt x="126" y="145"/>
                  </a:lnTo>
                  <a:lnTo>
                    <a:pt x="128" y="145"/>
                  </a:lnTo>
                  <a:lnTo>
                    <a:pt x="128" y="147"/>
                  </a:lnTo>
                  <a:lnTo>
                    <a:pt x="128" y="147"/>
                  </a:lnTo>
                  <a:lnTo>
                    <a:pt x="128" y="147"/>
                  </a:lnTo>
                  <a:lnTo>
                    <a:pt x="128" y="150"/>
                  </a:lnTo>
                  <a:lnTo>
                    <a:pt x="128" y="150"/>
                  </a:lnTo>
                  <a:lnTo>
                    <a:pt x="128" y="152"/>
                  </a:lnTo>
                  <a:lnTo>
                    <a:pt x="131" y="152"/>
                  </a:lnTo>
                  <a:lnTo>
                    <a:pt x="131" y="152"/>
                  </a:lnTo>
                  <a:lnTo>
                    <a:pt x="131" y="154"/>
                  </a:lnTo>
                  <a:lnTo>
                    <a:pt x="128" y="154"/>
                  </a:lnTo>
                  <a:lnTo>
                    <a:pt x="128" y="154"/>
                  </a:lnTo>
                  <a:lnTo>
                    <a:pt x="126" y="154"/>
                  </a:lnTo>
                  <a:lnTo>
                    <a:pt x="126" y="154"/>
                  </a:lnTo>
                  <a:lnTo>
                    <a:pt x="126" y="154"/>
                  </a:lnTo>
                  <a:lnTo>
                    <a:pt x="126" y="154"/>
                  </a:lnTo>
                  <a:lnTo>
                    <a:pt x="123" y="154"/>
                  </a:lnTo>
                  <a:lnTo>
                    <a:pt x="123" y="154"/>
                  </a:lnTo>
                  <a:lnTo>
                    <a:pt x="123" y="154"/>
                  </a:lnTo>
                  <a:lnTo>
                    <a:pt x="121" y="154"/>
                  </a:lnTo>
                  <a:lnTo>
                    <a:pt x="121" y="154"/>
                  </a:lnTo>
                  <a:lnTo>
                    <a:pt x="119" y="154"/>
                  </a:lnTo>
                  <a:lnTo>
                    <a:pt x="119" y="154"/>
                  </a:lnTo>
                  <a:lnTo>
                    <a:pt x="119" y="154"/>
                  </a:lnTo>
                  <a:lnTo>
                    <a:pt x="116" y="154"/>
                  </a:lnTo>
                  <a:lnTo>
                    <a:pt x="116" y="154"/>
                  </a:lnTo>
                  <a:lnTo>
                    <a:pt x="116" y="154"/>
                  </a:lnTo>
                  <a:lnTo>
                    <a:pt x="116" y="154"/>
                  </a:lnTo>
                  <a:lnTo>
                    <a:pt x="114" y="154"/>
                  </a:lnTo>
                  <a:lnTo>
                    <a:pt x="114" y="154"/>
                  </a:lnTo>
                  <a:lnTo>
                    <a:pt x="114" y="157"/>
                  </a:lnTo>
                  <a:lnTo>
                    <a:pt x="112" y="157"/>
                  </a:lnTo>
                  <a:lnTo>
                    <a:pt x="112" y="157"/>
                  </a:lnTo>
                  <a:lnTo>
                    <a:pt x="112" y="157"/>
                  </a:lnTo>
                  <a:lnTo>
                    <a:pt x="112" y="157"/>
                  </a:lnTo>
                  <a:lnTo>
                    <a:pt x="109" y="157"/>
                  </a:lnTo>
                  <a:lnTo>
                    <a:pt x="109" y="157"/>
                  </a:lnTo>
                  <a:lnTo>
                    <a:pt x="107" y="157"/>
                  </a:lnTo>
                  <a:lnTo>
                    <a:pt x="107" y="159"/>
                  </a:lnTo>
                  <a:lnTo>
                    <a:pt x="107" y="159"/>
                  </a:lnTo>
                  <a:lnTo>
                    <a:pt x="107" y="159"/>
                  </a:lnTo>
                  <a:lnTo>
                    <a:pt x="107" y="159"/>
                  </a:lnTo>
                  <a:lnTo>
                    <a:pt x="107" y="162"/>
                  </a:lnTo>
                  <a:lnTo>
                    <a:pt x="105" y="162"/>
                  </a:lnTo>
                  <a:lnTo>
                    <a:pt x="105" y="162"/>
                  </a:lnTo>
                  <a:lnTo>
                    <a:pt x="105" y="162"/>
                  </a:lnTo>
                  <a:lnTo>
                    <a:pt x="105" y="164"/>
                  </a:lnTo>
                  <a:lnTo>
                    <a:pt x="105" y="164"/>
                  </a:lnTo>
                  <a:lnTo>
                    <a:pt x="105" y="164"/>
                  </a:lnTo>
                  <a:lnTo>
                    <a:pt x="105" y="164"/>
                  </a:lnTo>
                  <a:lnTo>
                    <a:pt x="105" y="166"/>
                  </a:lnTo>
                  <a:lnTo>
                    <a:pt x="105" y="166"/>
                  </a:lnTo>
                  <a:lnTo>
                    <a:pt x="102" y="166"/>
                  </a:lnTo>
                  <a:lnTo>
                    <a:pt x="102" y="169"/>
                  </a:lnTo>
                  <a:lnTo>
                    <a:pt x="102" y="169"/>
                  </a:lnTo>
                  <a:lnTo>
                    <a:pt x="102" y="171"/>
                  </a:lnTo>
                  <a:lnTo>
                    <a:pt x="102" y="171"/>
                  </a:lnTo>
                  <a:lnTo>
                    <a:pt x="102" y="171"/>
                  </a:lnTo>
                  <a:lnTo>
                    <a:pt x="102" y="173"/>
                  </a:lnTo>
                  <a:lnTo>
                    <a:pt x="102" y="173"/>
                  </a:lnTo>
                  <a:lnTo>
                    <a:pt x="102" y="173"/>
                  </a:lnTo>
                  <a:lnTo>
                    <a:pt x="102" y="176"/>
                  </a:lnTo>
                  <a:lnTo>
                    <a:pt x="100" y="176"/>
                  </a:lnTo>
                  <a:lnTo>
                    <a:pt x="100" y="176"/>
                  </a:lnTo>
                  <a:lnTo>
                    <a:pt x="100" y="176"/>
                  </a:lnTo>
                  <a:lnTo>
                    <a:pt x="100" y="176"/>
                  </a:lnTo>
                  <a:lnTo>
                    <a:pt x="100" y="178"/>
                  </a:lnTo>
                  <a:lnTo>
                    <a:pt x="97" y="178"/>
                  </a:lnTo>
                  <a:lnTo>
                    <a:pt x="97" y="178"/>
                  </a:lnTo>
                  <a:lnTo>
                    <a:pt x="97" y="178"/>
                  </a:lnTo>
                  <a:lnTo>
                    <a:pt x="97" y="181"/>
                  </a:lnTo>
                  <a:lnTo>
                    <a:pt x="97" y="181"/>
                  </a:lnTo>
                  <a:lnTo>
                    <a:pt x="97" y="181"/>
                  </a:lnTo>
                  <a:lnTo>
                    <a:pt x="95" y="181"/>
                  </a:lnTo>
                  <a:lnTo>
                    <a:pt x="95" y="181"/>
                  </a:lnTo>
                  <a:lnTo>
                    <a:pt x="95" y="181"/>
                  </a:lnTo>
                  <a:lnTo>
                    <a:pt x="93" y="181"/>
                  </a:lnTo>
                  <a:lnTo>
                    <a:pt x="93" y="181"/>
                  </a:lnTo>
                  <a:lnTo>
                    <a:pt x="93" y="181"/>
                  </a:lnTo>
                  <a:lnTo>
                    <a:pt x="90" y="181"/>
                  </a:lnTo>
                  <a:lnTo>
                    <a:pt x="90" y="181"/>
                  </a:lnTo>
                  <a:lnTo>
                    <a:pt x="90" y="181"/>
                  </a:lnTo>
                  <a:lnTo>
                    <a:pt x="88" y="181"/>
                  </a:lnTo>
                  <a:lnTo>
                    <a:pt x="88" y="181"/>
                  </a:lnTo>
                  <a:lnTo>
                    <a:pt x="88" y="181"/>
                  </a:lnTo>
                  <a:lnTo>
                    <a:pt x="86" y="181"/>
                  </a:lnTo>
                  <a:lnTo>
                    <a:pt x="86" y="181"/>
                  </a:lnTo>
                  <a:lnTo>
                    <a:pt x="86" y="181"/>
                  </a:lnTo>
                  <a:lnTo>
                    <a:pt x="83" y="181"/>
                  </a:lnTo>
                  <a:lnTo>
                    <a:pt x="83" y="181"/>
                  </a:lnTo>
                  <a:lnTo>
                    <a:pt x="83" y="181"/>
                  </a:lnTo>
                  <a:lnTo>
                    <a:pt x="81" y="181"/>
                  </a:lnTo>
                  <a:lnTo>
                    <a:pt x="81" y="181"/>
                  </a:lnTo>
                  <a:lnTo>
                    <a:pt x="81" y="183"/>
                  </a:lnTo>
                  <a:lnTo>
                    <a:pt x="79" y="183"/>
                  </a:lnTo>
                  <a:lnTo>
                    <a:pt x="79" y="183"/>
                  </a:lnTo>
                  <a:lnTo>
                    <a:pt x="79" y="183"/>
                  </a:lnTo>
                  <a:lnTo>
                    <a:pt x="79" y="183"/>
                  </a:lnTo>
                  <a:lnTo>
                    <a:pt x="79" y="183"/>
                  </a:lnTo>
                  <a:lnTo>
                    <a:pt x="76" y="183"/>
                  </a:lnTo>
                  <a:lnTo>
                    <a:pt x="76" y="185"/>
                  </a:lnTo>
                  <a:lnTo>
                    <a:pt x="76" y="185"/>
                  </a:lnTo>
                  <a:lnTo>
                    <a:pt x="76" y="185"/>
                  </a:lnTo>
                  <a:lnTo>
                    <a:pt x="76" y="188"/>
                  </a:lnTo>
                  <a:lnTo>
                    <a:pt x="74" y="188"/>
                  </a:lnTo>
                  <a:lnTo>
                    <a:pt x="74" y="188"/>
                  </a:lnTo>
                  <a:lnTo>
                    <a:pt x="74" y="188"/>
                  </a:lnTo>
                  <a:lnTo>
                    <a:pt x="74" y="190"/>
                  </a:lnTo>
                  <a:lnTo>
                    <a:pt x="74" y="190"/>
                  </a:lnTo>
                  <a:lnTo>
                    <a:pt x="74" y="190"/>
                  </a:lnTo>
                  <a:lnTo>
                    <a:pt x="74" y="192"/>
                  </a:lnTo>
                  <a:lnTo>
                    <a:pt x="74" y="192"/>
                  </a:lnTo>
                  <a:lnTo>
                    <a:pt x="74" y="192"/>
                  </a:lnTo>
                  <a:lnTo>
                    <a:pt x="74" y="192"/>
                  </a:lnTo>
                  <a:lnTo>
                    <a:pt x="74" y="192"/>
                  </a:lnTo>
                  <a:lnTo>
                    <a:pt x="74" y="195"/>
                  </a:lnTo>
                  <a:lnTo>
                    <a:pt x="74" y="195"/>
                  </a:lnTo>
                  <a:lnTo>
                    <a:pt x="74" y="195"/>
                  </a:lnTo>
                  <a:lnTo>
                    <a:pt x="74" y="197"/>
                  </a:lnTo>
                  <a:lnTo>
                    <a:pt x="74" y="197"/>
                  </a:lnTo>
                  <a:lnTo>
                    <a:pt x="74" y="197"/>
                  </a:lnTo>
                  <a:lnTo>
                    <a:pt x="74" y="199"/>
                  </a:lnTo>
                  <a:lnTo>
                    <a:pt x="71" y="199"/>
                  </a:lnTo>
                  <a:lnTo>
                    <a:pt x="71" y="199"/>
                  </a:lnTo>
                  <a:lnTo>
                    <a:pt x="71" y="199"/>
                  </a:lnTo>
                  <a:lnTo>
                    <a:pt x="71" y="202"/>
                  </a:lnTo>
                  <a:lnTo>
                    <a:pt x="71" y="202"/>
                  </a:lnTo>
                  <a:lnTo>
                    <a:pt x="71" y="202"/>
                  </a:lnTo>
                  <a:lnTo>
                    <a:pt x="69" y="202"/>
                  </a:lnTo>
                  <a:lnTo>
                    <a:pt x="69" y="204"/>
                  </a:lnTo>
                  <a:lnTo>
                    <a:pt x="69" y="204"/>
                  </a:lnTo>
                  <a:lnTo>
                    <a:pt x="67" y="204"/>
                  </a:lnTo>
                  <a:lnTo>
                    <a:pt x="67" y="204"/>
                  </a:lnTo>
                  <a:lnTo>
                    <a:pt x="67" y="204"/>
                  </a:lnTo>
                  <a:lnTo>
                    <a:pt x="67" y="204"/>
                  </a:lnTo>
                  <a:lnTo>
                    <a:pt x="64" y="204"/>
                  </a:lnTo>
                  <a:lnTo>
                    <a:pt x="64" y="204"/>
                  </a:lnTo>
                  <a:lnTo>
                    <a:pt x="64" y="204"/>
                  </a:lnTo>
                  <a:lnTo>
                    <a:pt x="64" y="204"/>
                  </a:lnTo>
                  <a:lnTo>
                    <a:pt x="62" y="204"/>
                  </a:lnTo>
                  <a:lnTo>
                    <a:pt x="62" y="204"/>
                  </a:lnTo>
                  <a:lnTo>
                    <a:pt x="62" y="204"/>
                  </a:lnTo>
                  <a:lnTo>
                    <a:pt x="60" y="204"/>
                  </a:lnTo>
                  <a:lnTo>
                    <a:pt x="60" y="204"/>
                  </a:lnTo>
                  <a:lnTo>
                    <a:pt x="60" y="204"/>
                  </a:lnTo>
                  <a:lnTo>
                    <a:pt x="60" y="204"/>
                  </a:lnTo>
                  <a:lnTo>
                    <a:pt x="57" y="204"/>
                  </a:lnTo>
                  <a:lnTo>
                    <a:pt x="57" y="204"/>
                  </a:lnTo>
                  <a:lnTo>
                    <a:pt x="57" y="204"/>
                  </a:lnTo>
                  <a:lnTo>
                    <a:pt x="55" y="204"/>
                  </a:lnTo>
                  <a:lnTo>
                    <a:pt x="55" y="204"/>
                  </a:lnTo>
                  <a:lnTo>
                    <a:pt x="52" y="204"/>
                  </a:lnTo>
                  <a:lnTo>
                    <a:pt x="52" y="204"/>
                  </a:lnTo>
                  <a:lnTo>
                    <a:pt x="52" y="204"/>
                  </a:lnTo>
                  <a:lnTo>
                    <a:pt x="50" y="204"/>
                  </a:lnTo>
                  <a:lnTo>
                    <a:pt x="50" y="204"/>
                  </a:lnTo>
                  <a:lnTo>
                    <a:pt x="50" y="204"/>
                  </a:lnTo>
                  <a:lnTo>
                    <a:pt x="50" y="204"/>
                  </a:lnTo>
                  <a:lnTo>
                    <a:pt x="48" y="204"/>
                  </a:lnTo>
                  <a:lnTo>
                    <a:pt x="48" y="204"/>
                  </a:lnTo>
                  <a:lnTo>
                    <a:pt x="48" y="204"/>
                  </a:lnTo>
                  <a:lnTo>
                    <a:pt x="45" y="204"/>
                  </a:lnTo>
                  <a:lnTo>
                    <a:pt x="45" y="207"/>
                  </a:lnTo>
                  <a:lnTo>
                    <a:pt x="45" y="207"/>
                  </a:lnTo>
                  <a:lnTo>
                    <a:pt x="45" y="207"/>
                  </a:lnTo>
                  <a:lnTo>
                    <a:pt x="43" y="207"/>
                  </a:lnTo>
                  <a:lnTo>
                    <a:pt x="43" y="207"/>
                  </a:lnTo>
                  <a:lnTo>
                    <a:pt x="43" y="207"/>
                  </a:lnTo>
                  <a:lnTo>
                    <a:pt x="43" y="207"/>
                  </a:lnTo>
                  <a:lnTo>
                    <a:pt x="41" y="207"/>
                  </a:lnTo>
                  <a:lnTo>
                    <a:pt x="41" y="209"/>
                  </a:lnTo>
                  <a:lnTo>
                    <a:pt x="41" y="209"/>
                  </a:lnTo>
                  <a:lnTo>
                    <a:pt x="41" y="209"/>
                  </a:lnTo>
                  <a:lnTo>
                    <a:pt x="38" y="209"/>
                  </a:lnTo>
                  <a:lnTo>
                    <a:pt x="38" y="209"/>
                  </a:lnTo>
                  <a:lnTo>
                    <a:pt x="38" y="211"/>
                  </a:lnTo>
                  <a:lnTo>
                    <a:pt x="38" y="211"/>
                  </a:lnTo>
                  <a:lnTo>
                    <a:pt x="36" y="211"/>
                  </a:lnTo>
                  <a:lnTo>
                    <a:pt x="36" y="209"/>
                  </a:lnTo>
                  <a:lnTo>
                    <a:pt x="36" y="209"/>
                  </a:lnTo>
                  <a:lnTo>
                    <a:pt x="34" y="209"/>
                  </a:lnTo>
                  <a:lnTo>
                    <a:pt x="34" y="211"/>
                  </a:lnTo>
                  <a:lnTo>
                    <a:pt x="34" y="211"/>
                  </a:lnTo>
                  <a:lnTo>
                    <a:pt x="34" y="211"/>
                  </a:lnTo>
                  <a:lnTo>
                    <a:pt x="31" y="211"/>
                  </a:lnTo>
                  <a:lnTo>
                    <a:pt x="31" y="211"/>
                  </a:lnTo>
                  <a:lnTo>
                    <a:pt x="31" y="211"/>
                  </a:lnTo>
                  <a:lnTo>
                    <a:pt x="31" y="211"/>
                  </a:lnTo>
                  <a:lnTo>
                    <a:pt x="29" y="211"/>
                  </a:lnTo>
                  <a:lnTo>
                    <a:pt x="29" y="211"/>
                  </a:lnTo>
                  <a:lnTo>
                    <a:pt x="29" y="214"/>
                  </a:lnTo>
                  <a:lnTo>
                    <a:pt x="26" y="214"/>
                  </a:lnTo>
                  <a:lnTo>
                    <a:pt x="26" y="214"/>
                  </a:lnTo>
                  <a:lnTo>
                    <a:pt x="26" y="211"/>
                  </a:lnTo>
                  <a:lnTo>
                    <a:pt x="26" y="211"/>
                  </a:lnTo>
                  <a:lnTo>
                    <a:pt x="26" y="211"/>
                  </a:lnTo>
                  <a:lnTo>
                    <a:pt x="24" y="211"/>
                  </a:lnTo>
                  <a:lnTo>
                    <a:pt x="24" y="209"/>
                  </a:lnTo>
                  <a:lnTo>
                    <a:pt x="24" y="209"/>
                  </a:lnTo>
                  <a:lnTo>
                    <a:pt x="24" y="209"/>
                  </a:lnTo>
                  <a:lnTo>
                    <a:pt x="24" y="207"/>
                  </a:lnTo>
                  <a:lnTo>
                    <a:pt x="24" y="207"/>
                  </a:lnTo>
                  <a:lnTo>
                    <a:pt x="24" y="207"/>
                  </a:lnTo>
                  <a:lnTo>
                    <a:pt x="22" y="207"/>
                  </a:lnTo>
                  <a:lnTo>
                    <a:pt x="22" y="204"/>
                  </a:lnTo>
                  <a:lnTo>
                    <a:pt x="22" y="204"/>
                  </a:lnTo>
                  <a:lnTo>
                    <a:pt x="22" y="204"/>
                  </a:lnTo>
                  <a:lnTo>
                    <a:pt x="19" y="204"/>
                  </a:lnTo>
                  <a:lnTo>
                    <a:pt x="19" y="204"/>
                  </a:lnTo>
                  <a:lnTo>
                    <a:pt x="19" y="204"/>
                  </a:lnTo>
                  <a:lnTo>
                    <a:pt x="19" y="202"/>
                  </a:lnTo>
                  <a:lnTo>
                    <a:pt x="19" y="202"/>
                  </a:lnTo>
                  <a:lnTo>
                    <a:pt x="19" y="202"/>
                  </a:lnTo>
                  <a:lnTo>
                    <a:pt x="19" y="199"/>
                  </a:lnTo>
                  <a:lnTo>
                    <a:pt x="19" y="199"/>
                  </a:lnTo>
                  <a:lnTo>
                    <a:pt x="19" y="197"/>
                  </a:lnTo>
                  <a:lnTo>
                    <a:pt x="19" y="197"/>
                  </a:lnTo>
                  <a:lnTo>
                    <a:pt x="19" y="197"/>
                  </a:lnTo>
                  <a:lnTo>
                    <a:pt x="19" y="195"/>
                  </a:lnTo>
                  <a:lnTo>
                    <a:pt x="19" y="195"/>
                  </a:lnTo>
                  <a:lnTo>
                    <a:pt x="19" y="192"/>
                  </a:lnTo>
                  <a:lnTo>
                    <a:pt x="19" y="192"/>
                  </a:lnTo>
                  <a:lnTo>
                    <a:pt x="19" y="192"/>
                  </a:lnTo>
                  <a:lnTo>
                    <a:pt x="17" y="192"/>
                  </a:lnTo>
                  <a:lnTo>
                    <a:pt x="17" y="192"/>
                  </a:lnTo>
                  <a:lnTo>
                    <a:pt x="17" y="190"/>
                  </a:lnTo>
                  <a:lnTo>
                    <a:pt x="17" y="190"/>
                  </a:lnTo>
                  <a:lnTo>
                    <a:pt x="17" y="190"/>
                  </a:lnTo>
                  <a:lnTo>
                    <a:pt x="17" y="190"/>
                  </a:lnTo>
                  <a:lnTo>
                    <a:pt x="17" y="188"/>
                  </a:lnTo>
                  <a:lnTo>
                    <a:pt x="15" y="188"/>
                  </a:lnTo>
                  <a:lnTo>
                    <a:pt x="15" y="188"/>
                  </a:lnTo>
                  <a:lnTo>
                    <a:pt x="15" y="185"/>
                  </a:lnTo>
                  <a:lnTo>
                    <a:pt x="15" y="185"/>
                  </a:lnTo>
                  <a:lnTo>
                    <a:pt x="15" y="185"/>
                  </a:lnTo>
                  <a:lnTo>
                    <a:pt x="12" y="185"/>
                  </a:lnTo>
                  <a:lnTo>
                    <a:pt x="12" y="183"/>
                  </a:lnTo>
                  <a:lnTo>
                    <a:pt x="12" y="183"/>
                  </a:lnTo>
                  <a:lnTo>
                    <a:pt x="12" y="183"/>
                  </a:lnTo>
                  <a:lnTo>
                    <a:pt x="12" y="183"/>
                  </a:lnTo>
                  <a:lnTo>
                    <a:pt x="12" y="183"/>
                  </a:lnTo>
                  <a:lnTo>
                    <a:pt x="12" y="181"/>
                  </a:lnTo>
                  <a:lnTo>
                    <a:pt x="12" y="181"/>
                  </a:lnTo>
                  <a:lnTo>
                    <a:pt x="10" y="181"/>
                  </a:lnTo>
                  <a:lnTo>
                    <a:pt x="10" y="178"/>
                  </a:lnTo>
                  <a:lnTo>
                    <a:pt x="10" y="178"/>
                  </a:lnTo>
                  <a:lnTo>
                    <a:pt x="10" y="178"/>
                  </a:lnTo>
                  <a:lnTo>
                    <a:pt x="10" y="178"/>
                  </a:lnTo>
                  <a:lnTo>
                    <a:pt x="10" y="176"/>
                  </a:lnTo>
                  <a:lnTo>
                    <a:pt x="10" y="176"/>
                  </a:lnTo>
                  <a:lnTo>
                    <a:pt x="8" y="176"/>
                  </a:lnTo>
                  <a:lnTo>
                    <a:pt x="8" y="173"/>
                  </a:lnTo>
                  <a:lnTo>
                    <a:pt x="8" y="173"/>
                  </a:lnTo>
                  <a:lnTo>
                    <a:pt x="8" y="173"/>
                  </a:lnTo>
                  <a:lnTo>
                    <a:pt x="8" y="173"/>
                  </a:lnTo>
                  <a:lnTo>
                    <a:pt x="5" y="173"/>
                  </a:lnTo>
                  <a:lnTo>
                    <a:pt x="5" y="171"/>
                  </a:lnTo>
                  <a:lnTo>
                    <a:pt x="5" y="171"/>
                  </a:lnTo>
                  <a:lnTo>
                    <a:pt x="5" y="171"/>
                  </a:lnTo>
                  <a:lnTo>
                    <a:pt x="5" y="169"/>
                  </a:lnTo>
                  <a:lnTo>
                    <a:pt x="5" y="169"/>
                  </a:lnTo>
                  <a:lnTo>
                    <a:pt x="5" y="169"/>
                  </a:lnTo>
                  <a:lnTo>
                    <a:pt x="3" y="169"/>
                  </a:lnTo>
                  <a:lnTo>
                    <a:pt x="3" y="166"/>
                  </a:lnTo>
                  <a:lnTo>
                    <a:pt x="3" y="166"/>
                  </a:lnTo>
                  <a:lnTo>
                    <a:pt x="3" y="166"/>
                  </a:lnTo>
                  <a:lnTo>
                    <a:pt x="3" y="164"/>
                  </a:lnTo>
                  <a:lnTo>
                    <a:pt x="0" y="164"/>
                  </a:lnTo>
                  <a:lnTo>
                    <a:pt x="0" y="164"/>
                  </a:lnTo>
                  <a:lnTo>
                    <a:pt x="0" y="164"/>
                  </a:lnTo>
                  <a:lnTo>
                    <a:pt x="0" y="164"/>
                  </a:lnTo>
                  <a:lnTo>
                    <a:pt x="0" y="162"/>
                  </a:lnTo>
                  <a:lnTo>
                    <a:pt x="0" y="162"/>
                  </a:lnTo>
                  <a:lnTo>
                    <a:pt x="0" y="162"/>
                  </a:lnTo>
                  <a:lnTo>
                    <a:pt x="0" y="159"/>
                  </a:lnTo>
                  <a:lnTo>
                    <a:pt x="0" y="159"/>
                  </a:lnTo>
                  <a:lnTo>
                    <a:pt x="0" y="157"/>
                  </a:lnTo>
                  <a:lnTo>
                    <a:pt x="3" y="157"/>
                  </a:lnTo>
                  <a:lnTo>
                    <a:pt x="3" y="157"/>
                  </a:lnTo>
                  <a:lnTo>
                    <a:pt x="3" y="154"/>
                  </a:lnTo>
                  <a:lnTo>
                    <a:pt x="3" y="154"/>
                  </a:lnTo>
                  <a:lnTo>
                    <a:pt x="3" y="154"/>
                  </a:lnTo>
                  <a:lnTo>
                    <a:pt x="3" y="154"/>
                  </a:lnTo>
                  <a:lnTo>
                    <a:pt x="3" y="152"/>
                  </a:lnTo>
                  <a:lnTo>
                    <a:pt x="5" y="152"/>
                  </a:lnTo>
                  <a:lnTo>
                    <a:pt x="5" y="152"/>
                  </a:lnTo>
                  <a:lnTo>
                    <a:pt x="5" y="152"/>
                  </a:lnTo>
                  <a:lnTo>
                    <a:pt x="5" y="152"/>
                  </a:lnTo>
                  <a:lnTo>
                    <a:pt x="8" y="152"/>
                  </a:lnTo>
                  <a:lnTo>
                    <a:pt x="8" y="150"/>
                  </a:lnTo>
                  <a:lnTo>
                    <a:pt x="8" y="150"/>
                  </a:lnTo>
                  <a:lnTo>
                    <a:pt x="10" y="150"/>
                  </a:lnTo>
                  <a:lnTo>
                    <a:pt x="10" y="150"/>
                  </a:lnTo>
                  <a:lnTo>
                    <a:pt x="10" y="150"/>
                  </a:lnTo>
                  <a:lnTo>
                    <a:pt x="10" y="150"/>
                  </a:lnTo>
                  <a:lnTo>
                    <a:pt x="12" y="150"/>
                  </a:lnTo>
                  <a:lnTo>
                    <a:pt x="12" y="150"/>
                  </a:lnTo>
                  <a:lnTo>
                    <a:pt x="12" y="147"/>
                  </a:lnTo>
                  <a:lnTo>
                    <a:pt x="12" y="147"/>
                  </a:lnTo>
                  <a:lnTo>
                    <a:pt x="15" y="147"/>
                  </a:lnTo>
                  <a:lnTo>
                    <a:pt x="15" y="147"/>
                  </a:lnTo>
                  <a:lnTo>
                    <a:pt x="15" y="147"/>
                  </a:lnTo>
                  <a:lnTo>
                    <a:pt x="17" y="147"/>
                  </a:lnTo>
                  <a:lnTo>
                    <a:pt x="17" y="147"/>
                  </a:lnTo>
                  <a:lnTo>
                    <a:pt x="17" y="147"/>
                  </a:lnTo>
                  <a:lnTo>
                    <a:pt x="17" y="145"/>
                  </a:lnTo>
                  <a:lnTo>
                    <a:pt x="19" y="145"/>
                  </a:lnTo>
                  <a:lnTo>
                    <a:pt x="19" y="145"/>
                  </a:lnTo>
                  <a:lnTo>
                    <a:pt x="19" y="145"/>
                  </a:lnTo>
                  <a:lnTo>
                    <a:pt x="19" y="145"/>
                  </a:lnTo>
                  <a:lnTo>
                    <a:pt x="22" y="145"/>
                  </a:lnTo>
                  <a:lnTo>
                    <a:pt x="22" y="145"/>
                  </a:lnTo>
                  <a:lnTo>
                    <a:pt x="24" y="145"/>
                  </a:lnTo>
                  <a:lnTo>
                    <a:pt x="24" y="145"/>
                  </a:lnTo>
                  <a:lnTo>
                    <a:pt x="24" y="145"/>
                  </a:lnTo>
                  <a:lnTo>
                    <a:pt x="24" y="145"/>
                  </a:lnTo>
                  <a:lnTo>
                    <a:pt x="26" y="145"/>
                  </a:lnTo>
                  <a:lnTo>
                    <a:pt x="26" y="143"/>
                  </a:lnTo>
                  <a:lnTo>
                    <a:pt x="26" y="143"/>
                  </a:lnTo>
                  <a:lnTo>
                    <a:pt x="26" y="143"/>
                  </a:lnTo>
                  <a:lnTo>
                    <a:pt x="29" y="143"/>
                  </a:lnTo>
                  <a:lnTo>
                    <a:pt x="29" y="143"/>
                  </a:lnTo>
                  <a:lnTo>
                    <a:pt x="29" y="143"/>
                  </a:lnTo>
                  <a:lnTo>
                    <a:pt x="31" y="143"/>
                  </a:lnTo>
                  <a:lnTo>
                    <a:pt x="31" y="143"/>
                  </a:lnTo>
                  <a:lnTo>
                    <a:pt x="31" y="140"/>
                  </a:lnTo>
                  <a:lnTo>
                    <a:pt x="31" y="140"/>
                  </a:lnTo>
                  <a:lnTo>
                    <a:pt x="34" y="140"/>
                  </a:lnTo>
                  <a:lnTo>
                    <a:pt x="34" y="140"/>
                  </a:lnTo>
                  <a:lnTo>
                    <a:pt x="34" y="140"/>
                  </a:lnTo>
                  <a:lnTo>
                    <a:pt x="34" y="140"/>
                  </a:lnTo>
                  <a:lnTo>
                    <a:pt x="36" y="140"/>
                  </a:lnTo>
                  <a:lnTo>
                    <a:pt x="36" y="140"/>
                  </a:lnTo>
                  <a:lnTo>
                    <a:pt x="36" y="138"/>
                  </a:lnTo>
                  <a:lnTo>
                    <a:pt x="38" y="138"/>
                  </a:lnTo>
                  <a:lnTo>
                    <a:pt x="38" y="138"/>
                  </a:lnTo>
                  <a:lnTo>
                    <a:pt x="38" y="138"/>
                  </a:lnTo>
                  <a:lnTo>
                    <a:pt x="38" y="138"/>
                  </a:lnTo>
                  <a:lnTo>
                    <a:pt x="41" y="138"/>
                  </a:lnTo>
                  <a:lnTo>
                    <a:pt x="41" y="138"/>
                  </a:lnTo>
                  <a:lnTo>
                    <a:pt x="43" y="138"/>
                  </a:lnTo>
                  <a:lnTo>
                    <a:pt x="43" y="135"/>
                  </a:lnTo>
                  <a:lnTo>
                    <a:pt x="43" y="135"/>
                  </a:lnTo>
                  <a:lnTo>
                    <a:pt x="43" y="135"/>
                  </a:lnTo>
                  <a:lnTo>
                    <a:pt x="45" y="135"/>
                  </a:lnTo>
                  <a:lnTo>
                    <a:pt x="45" y="135"/>
                  </a:lnTo>
                  <a:lnTo>
                    <a:pt x="45" y="135"/>
                  </a:lnTo>
                  <a:lnTo>
                    <a:pt x="45" y="135"/>
                  </a:lnTo>
                  <a:lnTo>
                    <a:pt x="48" y="135"/>
                  </a:lnTo>
                  <a:lnTo>
                    <a:pt x="48" y="135"/>
                  </a:lnTo>
                  <a:lnTo>
                    <a:pt x="48" y="135"/>
                  </a:lnTo>
                  <a:lnTo>
                    <a:pt x="50" y="135"/>
                  </a:lnTo>
                  <a:lnTo>
                    <a:pt x="50" y="135"/>
                  </a:lnTo>
                  <a:lnTo>
                    <a:pt x="50" y="133"/>
                  </a:lnTo>
                  <a:lnTo>
                    <a:pt x="50" y="133"/>
                  </a:lnTo>
                  <a:lnTo>
                    <a:pt x="52" y="133"/>
                  </a:lnTo>
                  <a:lnTo>
                    <a:pt x="52" y="133"/>
                  </a:lnTo>
                  <a:lnTo>
                    <a:pt x="52" y="133"/>
                  </a:lnTo>
                  <a:lnTo>
                    <a:pt x="52" y="133"/>
                  </a:lnTo>
                  <a:lnTo>
                    <a:pt x="55" y="133"/>
                  </a:lnTo>
                  <a:lnTo>
                    <a:pt x="55" y="133"/>
                  </a:lnTo>
                  <a:lnTo>
                    <a:pt x="55" y="131"/>
                  </a:lnTo>
                  <a:lnTo>
                    <a:pt x="57" y="131"/>
                  </a:lnTo>
                  <a:lnTo>
                    <a:pt x="57" y="131"/>
                  </a:lnTo>
                  <a:lnTo>
                    <a:pt x="57" y="131"/>
                  </a:lnTo>
                  <a:lnTo>
                    <a:pt x="57" y="131"/>
                  </a:lnTo>
                  <a:lnTo>
                    <a:pt x="60" y="131"/>
                  </a:lnTo>
                  <a:lnTo>
                    <a:pt x="60" y="131"/>
                  </a:lnTo>
                  <a:lnTo>
                    <a:pt x="60" y="131"/>
                  </a:lnTo>
                  <a:lnTo>
                    <a:pt x="60" y="128"/>
                  </a:lnTo>
                  <a:lnTo>
                    <a:pt x="62" y="128"/>
                  </a:lnTo>
                  <a:lnTo>
                    <a:pt x="62" y="128"/>
                  </a:lnTo>
                  <a:lnTo>
                    <a:pt x="64" y="128"/>
                  </a:lnTo>
                  <a:lnTo>
                    <a:pt x="64" y="128"/>
                  </a:lnTo>
                  <a:lnTo>
                    <a:pt x="64" y="128"/>
                  </a:lnTo>
                  <a:lnTo>
                    <a:pt x="64" y="128"/>
                  </a:lnTo>
                  <a:lnTo>
                    <a:pt x="67" y="128"/>
                  </a:lnTo>
                  <a:lnTo>
                    <a:pt x="67" y="128"/>
                  </a:lnTo>
                  <a:lnTo>
                    <a:pt x="67" y="126"/>
                  </a:lnTo>
                  <a:lnTo>
                    <a:pt x="67" y="126"/>
                  </a:lnTo>
                  <a:lnTo>
                    <a:pt x="67" y="126"/>
                  </a:lnTo>
                  <a:lnTo>
                    <a:pt x="67" y="124"/>
                  </a:lnTo>
                  <a:lnTo>
                    <a:pt x="69" y="124"/>
                  </a:lnTo>
                  <a:lnTo>
                    <a:pt x="69" y="124"/>
                  </a:lnTo>
                  <a:lnTo>
                    <a:pt x="69" y="124"/>
                  </a:lnTo>
                  <a:lnTo>
                    <a:pt x="69" y="121"/>
                  </a:lnTo>
                  <a:lnTo>
                    <a:pt x="69" y="121"/>
                  </a:lnTo>
                  <a:lnTo>
                    <a:pt x="69" y="121"/>
                  </a:lnTo>
                  <a:lnTo>
                    <a:pt x="69" y="119"/>
                  </a:lnTo>
                  <a:lnTo>
                    <a:pt x="69" y="119"/>
                  </a:lnTo>
                  <a:lnTo>
                    <a:pt x="71" y="119"/>
                  </a:lnTo>
                  <a:lnTo>
                    <a:pt x="71" y="117"/>
                  </a:lnTo>
                  <a:lnTo>
                    <a:pt x="71" y="117"/>
                  </a:lnTo>
                  <a:lnTo>
                    <a:pt x="71" y="114"/>
                  </a:lnTo>
                  <a:lnTo>
                    <a:pt x="71" y="114"/>
                  </a:lnTo>
                  <a:lnTo>
                    <a:pt x="71" y="114"/>
                  </a:lnTo>
                  <a:lnTo>
                    <a:pt x="71" y="114"/>
                  </a:lnTo>
                  <a:lnTo>
                    <a:pt x="71" y="112"/>
                  </a:lnTo>
                  <a:lnTo>
                    <a:pt x="71" y="112"/>
                  </a:lnTo>
                  <a:lnTo>
                    <a:pt x="71" y="112"/>
                  </a:lnTo>
                  <a:lnTo>
                    <a:pt x="71" y="109"/>
                  </a:lnTo>
                  <a:lnTo>
                    <a:pt x="71" y="109"/>
                  </a:lnTo>
                  <a:lnTo>
                    <a:pt x="74" y="109"/>
                  </a:lnTo>
                  <a:lnTo>
                    <a:pt x="74" y="107"/>
                  </a:lnTo>
                  <a:lnTo>
                    <a:pt x="74" y="107"/>
                  </a:lnTo>
                  <a:lnTo>
                    <a:pt x="74" y="105"/>
                  </a:lnTo>
                  <a:lnTo>
                    <a:pt x="74" y="105"/>
                  </a:lnTo>
                  <a:lnTo>
                    <a:pt x="74" y="105"/>
                  </a:lnTo>
                  <a:lnTo>
                    <a:pt x="74" y="105"/>
                  </a:lnTo>
                  <a:lnTo>
                    <a:pt x="74" y="102"/>
                  </a:lnTo>
                  <a:lnTo>
                    <a:pt x="74" y="102"/>
                  </a:lnTo>
                  <a:lnTo>
                    <a:pt x="74" y="102"/>
                  </a:lnTo>
                  <a:lnTo>
                    <a:pt x="74" y="100"/>
                  </a:lnTo>
                  <a:lnTo>
                    <a:pt x="74" y="100"/>
                  </a:lnTo>
                  <a:lnTo>
                    <a:pt x="76" y="100"/>
                  </a:lnTo>
                  <a:lnTo>
                    <a:pt x="76" y="98"/>
                  </a:lnTo>
                  <a:lnTo>
                    <a:pt x="76" y="98"/>
                  </a:lnTo>
                  <a:lnTo>
                    <a:pt x="76" y="95"/>
                  </a:lnTo>
                  <a:lnTo>
                    <a:pt x="76" y="95"/>
                  </a:lnTo>
                  <a:lnTo>
                    <a:pt x="76" y="95"/>
                  </a:lnTo>
                  <a:lnTo>
                    <a:pt x="76" y="95"/>
                  </a:lnTo>
                  <a:lnTo>
                    <a:pt x="76" y="93"/>
                  </a:lnTo>
                  <a:lnTo>
                    <a:pt x="79" y="93"/>
                  </a:lnTo>
                  <a:lnTo>
                    <a:pt x="79" y="93"/>
                  </a:lnTo>
                  <a:lnTo>
                    <a:pt x="79" y="90"/>
                  </a:lnTo>
                  <a:lnTo>
                    <a:pt x="79" y="90"/>
                  </a:lnTo>
                  <a:lnTo>
                    <a:pt x="79" y="90"/>
                  </a:lnTo>
                  <a:lnTo>
                    <a:pt x="79" y="88"/>
                  </a:lnTo>
                  <a:lnTo>
                    <a:pt x="79" y="88"/>
                  </a:lnTo>
                  <a:lnTo>
                    <a:pt x="79" y="88"/>
                  </a:lnTo>
                  <a:lnTo>
                    <a:pt x="79" y="86"/>
                  </a:lnTo>
                  <a:lnTo>
                    <a:pt x="79" y="86"/>
                  </a:lnTo>
                  <a:lnTo>
                    <a:pt x="79" y="86"/>
                  </a:lnTo>
                  <a:lnTo>
                    <a:pt x="81" y="86"/>
                  </a:lnTo>
                  <a:lnTo>
                    <a:pt x="81" y="83"/>
                  </a:lnTo>
                  <a:lnTo>
                    <a:pt x="81" y="83"/>
                  </a:lnTo>
                  <a:lnTo>
                    <a:pt x="81" y="81"/>
                  </a:lnTo>
                  <a:lnTo>
                    <a:pt x="81" y="81"/>
                  </a:lnTo>
                  <a:lnTo>
                    <a:pt x="81" y="81"/>
                  </a:lnTo>
                  <a:lnTo>
                    <a:pt x="81" y="79"/>
                  </a:lnTo>
                  <a:lnTo>
                    <a:pt x="81" y="79"/>
                  </a:lnTo>
                  <a:lnTo>
                    <a:pt x="83" y="79"/>
                  </a:lnTo>
                  <a:lnTo>
                    <a:pt x="83" y="76"/>
                  </a:lnTo>
                  <a:lnTo>
                    <a:pt x="83" y="76"/>
                  </a:lnTo>
                  <a:lnTo>
                    <a:pt x="83" y="74"/>
                  </a:lnTo>
                  <a:lnTo>
                    <a:pt x="81" y="74"/>
                  </a:lnTo>
                  <a:lnTo>
                    <a:pt x="81" y="74"/>
                  </a:lnTo>
                  <a:lnTo>
                    <a:pt x="81" y="74"/>
                  </a:lnTo>
                  <a:lnTo>
                    <a:pt x="81" y="74"/>
                  </a:lnTo>
                  <a:lnTo>
                    <a:pt x="81" y="72"/>
                  </a:lnTo>
                  <a:lnTo>
                    <a:pt x="79" y="72"/>
                  </a:lnTo>
                  <a:lnTo>
                    <a:pt x="79" y="72"/>
                  </a:lnTo>
                  <a:lnTo>
                    <a:pt x="79" y="72"/>
                  </a:lnTo>
                  <a:lnTo>
                    <a:pt x="79" y="69"/>
                  </a:lnTo>
                  <a:lnTo>
                    <a:pt x="79" y="69"/>
                  </a:lnTo>
                  <a:lnTo>
                    <a:pt x="79" y="69"/>
                  </a:lnTo>
                  <a:lnTo>
                    <a:pt x="79" y="67"/>
                  </a:lnTo>
                  <a:lnTo>
                    <a:pt x="79" y="67"/>
                  </a:lnTo>
                  <a:lnTo>
                    <a:pt x="76" y="67"/>
                  </a:lnTo>
                  <a:lnTo>
                    <a:pt x="76" y="64"/>
                  </a:lnTo>
                  <a:lnTo>
                    <a:pt x="76" y="64"/>
                  </a:lnTo>
                  <a:lnTo>
                    <a:pt x="76" y="64"/>
                  </a:lnTo>
                  <a:lnTo>
                    <a:pt x="76" y="64"/>
                  </a:lnTo>
                  <a:lnTo>
                    <a:pt x="74" y="64"/>
                  </a:lnTo>
                  <a:lnTo>
                    <a:pt x="74" y="62"/>
                  </a:lnTo>
                  <a:lnTo>
                    <a:pt x="74" y="62"/>
                  </a:lnTo>
                  <a:lnTo>
                    <a:pt x="74" y="62"/>
                  </a:lnTo>
                  <a:lnTo>
                    <a:pt x="74" y="60"/>
                  </a:lnTo>
                  <a:lnTo>
                    <a:pt x="74" y="60"/>
                  </a:lnTo>
                  <a:lnTo>
                    <a:pt x="74" y="60"/>
                  </a:lnTo>
                  <a:lnTo>
                    <a:pt x="71" y="60"/>
                  </a:lnTo>
                  <a:lnTo>
                    <a:pt x="71" y="57"/>
                  </a:lnTo>
                  <a:lnTo>
                    <a:pt x="71" y="57"/>
                  </a:lnTo>
                  <a:lnTo>
                    <a:pt x="71" y="55"/>
                  </a:lnTo>
                  <a:lnTo>
                    <a:pt x="71" y="55"/>
                  </a:lnTo>
                  <a:lnTo>
                    <a:pt x="71" y="55"/>
                  </a:lnTo>
                  <a:lnTo>
                    <a:pt x="71" y="53"/>
                  </a:lnTo>
                  <a:lnTo>
                    <a:pt x="71" y="53"/>
                  </a:lnTo>
                  <a:lnTo>
                    <a:pt x="71" y="50"/>
                  </a:lnTo>
                  <a:lnTo>
                    <a:pt x="71" y="50"/>
                  </a:lnTo>
                  <a:lnTo>
                    <a:pt x="74" y="50"/>
                  </a:lnTo>
                  <a:lnTo>
                    <a:pt x="74" y="48"/>
                  </a:lnTo>
                  <a:lnTo>
                    <a:pt x="74" y="48"/>
                  </a:lnTo>
                  <a:lnTo>
                    <a:pt x="74" y="45"/>
                  </a:lnTo>
                  <a:lnTo>
                    <a:pt x="74" y="45"/>
                  </a:lnTo>
                  <a:lnTo>
                    <a:pt x="74" y="45"/>
                  </a:lnTo>
                  <a:lnTo>
                    <a:pt x="74" y="45"/>
                  </a:lnTo>
                  <a:lnTo>
                    <a:pt x="74" y="45"/>
                  </a:lnTo>
                  <a:lnTo>
                    <a:pt x="74" y="43"/>
                  </a:lnTo>
                  <a:lnTo>
                    <a:pt x="76" y="43"/>
                  </a:lnTo>
                  <a:lnTo>
                    <a:pt x="76" y="43"/>
                  </a:lnTo>
                  <a:lnTo>
                    <a:pt x="76" y="41"/>
                  </a:lnTo>
                  <a:lnTo>
                    <a:pt x="76" y="41"/>
                  </a:lnTo>
                  <a:lnTo>
                    <a:pt x="76" y="41"/>
                  </a:lnTo>
                  <a:lnTo>
                    <a:pt x="76" y="38"/>
                  </a:lnTo>
                  <a:lnTo>
                    <a:pt x="76" y="38"/>
                  </a:lnTo>
                  <a:lnTo>
                    <a:pt x="79" y="38"/>
                  </a:lnTo>
                  <a:lnTo>
                    <a:pt x="79" y="36"/>
                  </a:lnTo>
                  <a:lnTo>
                    <a:pt x="79" y="36"/>
                  </a:lnTo>
                  <a:lnTo>
                    <a:pt x="79" y="36"/>
                  </a:lnTo>
                  <a:lnTo>
                    <a:pt x="79" y="36"/>
                  </a:lnTo>
                  <a:lnTo>
                    <a:pt x="79" y="34"/>
                  </a:lnTo>
                  <a:lnTo>
                    <a:pt x="79" y="34"/>
                  </a:lnTo>
                  <a:lnTo>
                    <a:pt x="79" y="34"/>
                  </a:lnTo>
                  <a:lnTo>
                    <a:pt x="79" y="31"/>
                  </a:lnTo>
                  <a:lnTo>
                    <a:pt x="81" y="31"/>
                  </a:lnTo>
                  <a:lnTo>
                    <a:pt x="81" y="31"/>
                  </a:lnTo>
                  <a:lnTo>
                    <a:pt x="81" y="29"/>
                  </a:lnTo>
                  <a:lnTo>
                    <a:pt x="81" y="29"/>
                  </a:lnTo>
                  <a:lnTo>
                    <a:pt x="79" y="29"/>
                  </a:lnTo>
                  <a:lnTo>
                    <a:pt x="79" y="26"/>
                  </a:lnTo>
                  <a:lnTo>
                    <a:pt x="79" y="26"/>
                  </a:lnTo>
                  <a:lnTo>
                    <a:pt x="79" y="26"/>
                  </a:lnTo>
                  <a:lnTo>
                    <a:pt x="79" y="26"/>
                  </a:lnTo>
                  <a:lnTo>
                    <a:pt x="79" y="26"/>
                  </a:lnTo>
                  <a:lnTo>
                    <a:pt x="81" y="26"/>
                  </a:lnTo>
                  <a:lnTo>
                    <a:pt x="81" y="26"/>
                  </a:lnTo>
                  <a:lnTo>
                    <a:pt x="81" y="24"/>
                  </a:lnTo>
                  <a:lnTo>
                    <a:pt x="83" y="24"/>
                  </a:lnTo>
                  <a:lnTo>
                    <a:pt x="83" y="24"/>
                  </a:lnTo>
                  <a:lnTo>
                    <a:pt x="83" y="24"/>
                  </a:lnTo>
                  <a:lnTo>
                    <a:pt x="86" y="24"/>
                  </a:lnTo>
                  <a:lnTo>
                    <a:pt x="86" y="26"/>
                  </a:lnTo>
                  <a:lnTo>
                    <a:pt x="86" y="26"/>
                  </a:lnTo>
                  <a:lnTo>
                    <a:pt x="86" y="24"/>
                  </a:lnTo>
                  <a:lnTo>
                    <a:pt x="86" y="24"/>
                  </a:lnTo>
                  <a:lnTo>
                    <a:pt x="88" y="24"/>
                  </a:lnTo>
                  <a:lnTo>
                    <a:pt x="88" y="24"/>
                  </a:lnTo>
                  <a:lnTo>
                    <a:pt x="90" y="24"/>
                  </a:lnTo>
                  <a:lnTo>
                    <a:pt x="90" y="24"/>
                  </a:lnTo>
                  <a:lnTo>
                    <a:pt x="90" y="22"/>
                  </a:lnTo>
                  <a:lnTo>
                    <a:pt x="90" y="22"/>
                  </a:lnTo>
                  <a:lnTo>
                    <a:pt x="88" y="22"/>
                  </a:lnTo>
                  <a:lnTo>
                    <a:pt x="88" y="19"/>
                  </a:lnTo>
                  <a:lnTo>
                    <a:pt x="88" y="19"/>
                  </a:lnTo>
                  <a:lnTo>
                    <a:pt x="88" y="19"/>
                  </a:lnTo>
                  <a:lnTo>
                    <a:pt x="88" y="19"/>
                  </a:lnTo>
                  <a:lnTo>
                    <a:pt x="86" y="19"/>
                  </a:lnTo>
                  <a:lnTo>
                    <a:pt x="86" y="19"/>
                  </a:lnTo>
                  <a:lnTo>
                    <a:pt x="86" y="19"/>
                  </a:lnTo>
                  <a:lnTo>
                    <a:pt x="86" y="19"/>
                  </a:lnTo>
                  <a:lnTo>
                    <a:pt x="86" y="17"/>
                  </a:lnTo>
                  <a:lnTo>
                    <a:pt x="86" y="17"/>
                  </a:lnTo>
                  <a:lnTo>
                    <a:pt x="86" y="17"/>
                  </a:lnTo>
                  <a:lnTo>
                    <a:pt x="86" y="15"/>
                  </a:lnTo>
                  <a:lnTo>
                    <a:pt x="86" y="15"/>
                  </a:lnTo>
                  <a:lnTo>
                    <a:pt x="86" y="15"/>
                  </a:lnTo>
                  <a:lnTo>
                    <a:pt x="86" y="15"/>
                  </a:lnTo>
                  <a:lnTo>
                    <a:pt x="86" y="12"/>
                  </a:lnTo>
                  <a:lnTo>
                    <a:pt x="86" y="12"/>
                  </a:lnTo>
                  <a:lnTo>
                    <a:pt x="86" y="10"/>
                  </a:lnTo>
                  <a:lnTo>
                    <a:pt x="86" y="10"/>
                  </a:lnTo>
                  <a:lnTo>
                    <a:pt x="86" y="10"/>
                  </a:lnTo>
                  <a:lnTo>
                    <a:pt x="86" y="8"/>
                  </a:lnTo>
                  <a:lnTo>
                    <a:pt x="86" y="8"/>
                  </a:lnTo>
                  <a:lnTo>
                    <a:pt x="86" y="5"/>
                  </a:lnTo>
                  <a:lnTo>
                    <a:pt x="86" y="5"/>
                  </a:lnTo>
                  <a:lnTo>
                    <a:pt x="86" y="5"/>
                  </a:lnTo>
                  <a:lnTo>
                    <a:pt x="86" y="5"/>
                  </a:lnTo>
                  <a:lnTo>
                    <a:pt x="86" y="3"/>
                  </a:lnTo>
                  <a:lnTo>
                    <a:pt x="86" y="3"/>
                  </a:lnTo>
                  <a:lnTo>
                    <a:pt x="86" y="3"/>
                  </a:lnTo>
                  <a:lnTo>
                    <a:pt x="86" y="3"/>
                  </a:lnTo>
                  <a:lnTo>
                    <a:pt x="86" y="0"/>
                  </a:lnTo>
                  <a:lnTo>
                    <a:pt x="88" y="0"/>
                  </a:lnTo>
                  <a:lnTo>
                    <a:pt x="88" y="0"/>
                  </a:lnTo>
                  <a:lnTo>
                    <a:pt x="88" y="0"/>
                  </a:lnTo>
                  <a:lnTo>
                    <a:pt x="90" y="0"/>
                  </a:lnTo>
                  <a:lnTo>
                    <a:pt x="90" y="0"/>
                  </a:lnTo>
                  <a:lnTo>
                    <a:pt x="90" y="0"/>
                  </a:lnTo>
                  <a:lnTo>
                    <a:pt x="90" y="3"/>
                  </a:lnTo>
                  <a:lnTo>
                    <a:pt x="90" y="3"/>
                  </a:lnTo>
                  <a:lnTo>
                    <a:pt x="90" y="3"/>
                  </a:lnTo>
                  <a:lnTo>
                    <a:pt x="90" y="5"/>
                  </a:lnTo>
                  <a:lnTo>
                    <a:pt x="90" y="5"/>
                  </a:lnTo>
                  <a:lnTo>
                    <a:pt x="90" y="5"/>
                  </a:lnTo>
                  <a:lnTo>
                    <a:pt x="90" y="5"/>
                  </a:lnTo>
                  <a:lnTo>
                    <a:pt x="90" y="5"/>
                  </a:lnTo>
                  <a:lnTo>
                    <a:pt x="93" y="5"/>
                  </a:lnTo>
                  <a:lnTo>
                    <a:pt x="93" y="5"/>
                  </a:lnTo>
                  <a:lnTo>
                    <a:pt x="93" y="5"/>
                  </a:lnTo>
                  <a:lnTo>
                    <a:pt x="93" y="5"/>
                  </a:lnTo>
                  <a:lnTo>
                    <a:pt x="93" y="5"/>
                  </a:lnTo>
                  <a:lnTo>
                    <a:pt x="95" y="5"/>
                  </a:lnTo>
                  <a:lnTo>
                    <a:pt x="95" y="5"/>
                  </a:lnTo>
                  <a:lnTo>
                    <a:pt x="95" y="3"/>
                  </a:lnTo>
                  <a:lnTo>
                    <a:pt x="97" y="3"/>
                  </a:lnTo>
                  <a:lnTo>
                    <a:pt x="97" y="3"/>
                  </a:lnTo>
                  <a:lnTo>
                    <a:pt x="97" y="0"/>
                  </a:lnTo>
                  <a:lnTo>
                    <a:pt x="97" y="0"/>
                  </a:lnTo>
                  <a:lnTo>
                    <a:pt x="97" y="0"/>
                  </a:lnTo>
                  <a:lnTo>
                    <a:pt x="97" y="0"/>
                  </a:lnTo>
                  <a:lnTo>
                    <a:pt x="97" y="0"/>
                  </a:lnTo>
                  <a:lnTo>
                    <a:pt x="97"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0" name="Freeform 268"/>
            <p:cNvSpPr>
              <a:spLocks/>
            </p:cNvSpPr>
            <p:nvPr/>
          </p:nvSpPr>
          <p:spPr bwMode="auto">
            <a:xfrm>
              <a:off x="3084513" y="3365500"/>
              <a:ext cx="274638" cy="339725"/>
            </a:xfrm>
            <a:custGeom>
              <a:avLst/>
              <a:gdLst/>
              <a:ahLst/>
              <a:cxnLst>
                <a:cxn ang="0">
                  <a:pos x="102" y="10"/>
                </a:cxn>
                <a:cxn ang="0">
                  <a:pos x="107" y="19"/>
                </a:cxn>
                <a:cxn ang="0">
                  <a:pos x="114" y="26"/>
                </a:cxn>
                <a:cxn ang="0">
                  <a:pos x="123" y="29"/>
                </a:cxn>
                <a:cxn ang="0">
                  <a:pos x="133" y="31"/>
                </a:cxn>
                <a:cxn ang="0">
                  <a:pos x="142" y="34"/>
                </a:cxn>
                <a:cxn ang="0">
                  <a:pos x="150" y="41"/>
                </a:cxn>
                <a:cxn ang="0">
                  <a:pos x="157" y="48"/>
                </a:cxn>
                <a:cxn ang="0">
                  <a:pos x="161" y="55"/>
                </a:cxn>
                <a:cxn ang="0">
                  <a:pos x="168" y="62"/>
                </a:cxn>
                <a:cxn ang="0">
                  <a:pos x="171" y="72"/>
                </a:cxn>
                <a:cxn ang="0">
                  <a:pos x="166" y="79"/>
                </a:cxn>
                <a:cxn ang="0">
                  <a:pos x="161" y="88"/>
                </a:cxn>
                <a:cxn ang="0">
                  <a:pos x="154" y="95"/>
                </a:cxn>
                <a:cxn ang="0">
                  <a:pos x="150" y="105"/>
                </a:cxn>
                <a:cxn ang="0">
                  <a:pos x="145" y="114"/>
                </a:cxn>
                <a:cxn ang="0">
                  <a:pos x="138" y="117"/>
                </a:cxn>
                <a:cxn ang="0">
                  <a:pos x="133" y="117"/>
                </a:cxn>
                <a:cxn ang="0">
                  <a:pos x="131" y="124"/>
                </a:cxn>
                <a:cxn ang="0">
                  <a:pos x="126" y="135"/>
                </a:cxn>
                <a:cxn ang="0">
                  <a:pos x="128" y="145"/>
                </a:cxn>
                <a:cxn ang="0">
                  <a:pos x="126" y="154"/>
                </a:cxn>
                <a:cxn ang="0">
                  <a:pos x="114" y="154"/>
                </a:cxn>
                <a:cxn ang="0">
                  <a:pos x="107" y="162"/>
                </a:cxn>
                <a:cxn ang="0">
                  <a:pos x="102" y="171"/>
                </a:cxn>
                <a:cxn ang="0">
                  <a:pos x="97" y="181"/>
                </a:cxn>
                <a:cxn ang="0">
                  <a:pos x="88" y="181"/>
                </a:cxn>
                <a:cxn ang="0">
                  <a:pos x="79" y="183"/>
                </a:cxn>
                <a:cxn ang="0">
                  <a:pos x="74" y="192"/>
                </a:cxn>
                <a:cxn ang="0">
                  <a:pos x="71" y="202"/>
                </a:cxn>
                <a:cxn ang="0">
                  <a:pos x="62" y="204"/>
                </a:cxn>
                <a:cxn ang="0">
                  <a:pos x="50" y="204"/>
                </a:cxn>
                <a:cxn ang="0">
                  <a:pos x="43" y="207"/>
                </a:cxn>
                <a:cxn ang="0">
                  <a:pos x="34" y="211"/>
                </a:cxn>
                <a:cxn ang="0">
                  <a:pos x="24" y="211"/>
                </a:cxn>
                <a:cxn ang="0">
                  <a:pos x="19" y="202"/>
                </a:cxn>
                <a:cxn ang="0">
                  <a:pos x="17" y="192"/>
                </a:cxn>
                <a:cxn ang="0">
                  <a:pos x="12" y="183"/>
                </a:cxn>
                <a:cxn ang="0">
                  <a:pos x="8" y="173"/>
                </a:cxn>
                <a:cxn ang="0">
                  <a:pos x="3" y="164"/>
                </a:cxn>
                <a:cxn ang="0">
                  <a:pos x="3" y="154"/>
                </a:cxn>
                <a:cxn ang="0">
                  <a:pos x="10" y="150"/>
                </a:cxn>
                <a:cxn ang="0">
                  <a:pos x="19" y="145"/>
                </a:cxn>
                <a:cxn ang="0">
                  <a:pos x="29" y="143"/>
                </a:cxn>
                <a:cxn ang="0">
                  <a:pos x="38" y="138"/>
                </a:cxn>
                <a:cxn ang="0">
                  <a:pos x="48" y="135"/>
                </a:cxn>
                <a:cxn ang="0">
                  <a:pos x="57" y="131"/>
                </a:cxn>
                <a:cxn ang="0">
                  <a:pos x="67" y="126"/>
                </a:cxn>
                <a:cxn ang="0">
                  <a:pos x="71" y="117"/>
                </a:cxn>
                <a:cxn ang="0">
                  <a:pos x="74" y="105"/>
                </a:cxn>
                <a:cxn ang="0">
                  <a:pos x="76" y="95"/>
                </a:cxn>
                <a:cxn ang="0">
                  <a:pos x="81" y="83"/>
                </a:cxn>
                <a:cxn ang="0">
                  <a:pos x="81" y="74"/>
                </a:cxn>
                <a:cxn ang="0">
                  <a:pos x="76" y="64"/>
                </a:cxn>
                <a:cxn ang="0">
                  <a:pos x="71" y="53"/>
                </a:cxn>
                <a:cxn ang="0">
                  <a:pos x="76" y="43"/>
                </a:cxn>
                <a:cxn ang="0">
                  <a:pos x="79" y="31"/>
                </a:cxn>
                <a:cxn ang="0">
                  <a:pos x="83" y="24"/>
                </a:cxn>
                <a:cxn ang="0">
                  <a:pos x="88" y="22"/>
                </a:cxn>
                <a:cxn ang="0">
                  <a:pos x="86" y="15"/>
                </a:cxn>
                <a:cxn ang="0">
                  <a:pos x="86" y="3"/>
                </a:cxn>
                <a:cxn ang="0">
                  <a:pos x="90" y="5"/>
                </a:cxn>
                <a:cxn ang="0">
                  <a:pos x="97" y="0"/>
                </a:cxn>
              </a:cxnLst>
              <a:rect l="0" t="0" r="r" b="b"/>
              <a:pathLst>
                <a:path w="173" h="214">
                  <a:moveTo>
                    <a:pt x="97" y="3"/>
                  </a:moveTo>
                  <a:lnTo>
                    <a:pt x="97" y="3"/>
                  </a:lnTo>
                  <a:lnTo>
                    <a:pt x="100" y="3"/>
                  </a:lnTo>
                  <a:lnTo>
                    <a:pt x="100" y="5"/>
                  </a:lnTo>
                  <a:lnTo>
                    <a:pt x="100" y="5"/>
                  </a:lnTo>
                  <a:lnTo>
                    <a:pt x="100" y="5"/>
                  </a:lnTo>
                  <a:lnTo>
                    <a:pt x="100" y="5"/>
                  </a:lnTo>
                  <a:lnTo>
                    <a:pt x="100" y="8"/>
                  </a:lnTo>
                  <a:lnTo>
                    <a:pt x="100" y="8"/>
                  </a:lnTo>
                  <a:lnTo>
                    <a:pt x="100" y="8"/>
                  </a:lnTo>
                  <a:lnTo>
                    <a:pt x="100" y="10"/>
                  </a:lnTo>
                  <a:lnTo>
                    <a:pt x="102" y="10"/>
                  </a:lnTo>
                  <a:lnTo>
                    <a:pt x="102" y="10"/>
                  </a:lnTo>
                  <a:lnTo>
                    <a:pt x="102" y="10"/>
                  </a:lnTo>
                  <a:lnTo>
                    <a:pt x="102" y="12"/>
                  </a:lnTo>
                  <a:lnTo>
                    <a:pt x="102" y="12"/>
                  </a:lnTo>
                  <a:lnTo>
                    <a:pt x="105" y="12"/>
                  </a:lnTo>
                  <a:lnTo>
                    <a:pt x="105" y="15"/>
                  </a:lnTo>
                  <a:lnTo>
                    <a:pt x="105" y="15"/>
                  </a:lnTo>
                  <a:lnTo>
                    <a:pt x="105" y="15"/>
                  </a:lnTo>
                  <a:lnTo>
                    <a:pt x="105" y="15"/>
                  </a:lnTo>
                  <a:lnTo>
                    <a:pt x="105" y="15"/>
                  </a:lnTo>
                  <a:lnTo>
                    <a:pt x="107" y="15"/>
                  </a:lnTo>
                  <a:lnTo>
                    <a:pt x="107" y="17"/>
                  </a:lnTo>
                  <a:lnTo>
                    <a:pt x="107" y="17"/>
                  </a:lnTo>
                  <a:lnTo>
                    <a:pt x="107" y="17"/>
                  </a:lnTo>
                  <a:lnTo>
                    <a:pt x="107" y="19"/>
                  </a:lnTo>
                  <a:lnTo>
                    <a:pt x="107" y="19"/>
                  </a:lnTo>
                  <a:lnTo>
                    <a:pt x="107" y="19"/>
                  </a:lnTo>
                  <a:lnTo>
                    <a:pt x="109" y="19"/>
                  </a:lnTo>
                  <a:lnTo>
                    <a:pt x="109" y="22"/>
                  </a:lnTo>
                  <a:lnTo>
                    <a:pt x="109" y="22"/>
                  </a:lnTo>
                  <a:lnTo>
                    <a:pt x="109" y="22"/>
                  </a:lnTo>
                  <a:lnTo>
                    <a:pt x="112" y="22"/>
                  </a:lnTo>
                  <a:lnTo>
                    <a:pt x="112" y="24"/>
                  </a:lnTo>
                  <a:lnTo>
                    <a:pt x="112" y="24"/>
                  </a:lnTo>
                  <a:lnTo>
                    <a:pt x="112" y="24"/>
                  </a:lnTo>
                  <a:lnTo>
                    <a:pt x="112" y="24"/>
                  </a:lnTo>
                  <a:lnTo>
                    <a:pt x="114" y="24"/>
                  </a:lnTo>
                  <a:lnTo>
                    <a:pt x="114" y="26"/>
                  </a:lnTo>
                  <a:lnTo>
                    <a:pt x="114" y="26"/>
                  </a:lnTo>
                  <a:lnTo>
                    <a:pt x="114" y="26"/>
                  </a:lnTo>
                  <a:lnTo>
                    <a:pt x="116" y="26"/>
                  </a:lnTo>
                  <a:lnTo>
                    <a:pt x="116" y="26"/>
                  </a:lnTo>
                  <a:lnTo>
                    <a:pt x="116" y="26"/>
                  </a:lnTo>
                  <a:lnTo>
                    <a:pt x="116" y="26"/>
                  </a:lnTo>
                  <a:lnTo>
                    <a:pt x="119" y="26"/>
                  </a:lnTo>
                  <a:lnTo>
                    <a:pt x="119" y="26"/>
                  </a:lnTo>
                  <a:lnTo>
                    <a:pt x="119" y="29"/>
                  </a:lnTo>
                  <a:lnTo>
                    <a:pt x="119" y="29"/>
                  </a:lnTo>
                  <a:lnTo>
                    <a:pt x="121" y="29"/>
                  </a:lnTo>
                  <a:lnTo>
                    <a:pt x="121" y="29"/>
                  </a:lnTo>
                  <a:lnTo>
                    <a:pt x="121" y="29"/>
                  </a:lnTo>
                  <a:lnTo>
                    <a:pt x="123" y="29"/>
                  </a:lnTo>
                  <a:lnTo>
                    <a:pt x="123" y="29"/>
                  </a:lnTo>
                  <a:lnTo>
                    <a:pt x="123" y="29"/>
                  </a:lnTo>
                  <a:lnTo>
                    <a:pt x="123" y="31"/>
                  </a:lnTo>
                  <a:lnTo>
                    <a:pt x="126" y="31"/>
                  </a:lnTo>
                  <a:lnTo>
                    <a:pt x="126" y="31"/>
                  </a:lnTo>
                  <a:lnTo>
                    <a:pt x="126" y="31"/>
                  </a:lnTo>
                  <a:lnTo>
                    <a:pt x="126" y="29"/>
                  </a:lnTo>
                  <a:lnTo>
                    <a:pt x="128" y="29"/>
                  </a:lnTo>
                  <a:lnTo>
                    <a:pt x="128" y="31"/>
                  </a:lnTo>
                  <a:lnTo>
                    <a:pt x="128" y="31"/>
                  </a:lnTo>
                  <a:lnTo>
                    <a:pt x="128" y="31"/>
                  </a:lnTo>
                  <a:lnTo>
                    <a:pt x="131" y="31"/>
                  </a:lnTo>
                  <a:lnTo>
                    <a:pt x="131" y="31"/>
                  </a:lnTo>
                  <a:lnTo>
                    <a:pt x="131" y="31"/>
                  </a:lnTo>
                  <a:lnTo>
                    <a:pt x="133" y="31"/>
                  </a:lnTo>
                  <a:lnTo>
                    <a:pt x="133" y="31"/>
                  </a:lnTo>
                  <a:lnTo>
                    <a:pt x="133" y="31"/>
                  </a:lnTo>
                  <a:lnTo>
                    <a:pt x="135" y="31"/>
                  </a:lnTo>
                  <a:lnTo>
                    <a:pt x="135" y="34"/>
                  </a:lnTo>
                  <a:lnTo>
                    <a:pt x="135" y="34"/>
                  </a:lnTo>
                  <a:lnTo>
                    <a:pt x="138" y="34"/>
                  </a:lnTo>
                  <a:lnTo>
                    <a:pt x="138" y="34"/>
                  </a:lnTo>
                  <a:lnTo>
                    <a:pt x="138" y="34"/>
                  </a:lnTo>
                  <a:lnTo>
                    <a:pt x="138" y="34"/>
                  </a:lnTo>
                  <a:lnTo>
                    <a:pt x="138" y="36"/>
                  </a:lnTo>
                  <a:lnTo>
                    <a:pt x="140" y="36"/>
                  </a:lnTo>
                  <a:lnTo>
                    <a:pt x="140" y="36"/>
                  </a:lnTo>
                  <a:lnTo>
                    <a:pt x="140" y="36"/>
                  </a:lnTo>
                  <a:lnTo>
                    <a:pt x="142" y="36"/>
                  </a:lnTo>
                  <a:lnTo>
                    <a:pt x="142" y="34"/>
                  </a:lnTo>
                  <a:lnTo>
                    <a:pt x="142" y="34"/>
                  </a:lnTo>
                  <a:lnTo>
                    <a:pt x="145" y="34"/>
                  </a:lnTo>
                  <a:lnTo>
                    <a:pt x="145" y="34"/>
                  </a:lnTo>
                  <a:lnTo>
                    <a:pt x="145" y="34"/>
                  </a:lnTo>
                  <a:lnTo>
                    <a:pt x="145" y="36"/>
                  </a:lnTo>
                  <a:lnTo>
                    <a:pt x="145" y="36"/>
                  </a:lnTo>
                  <a:lnTo>
                    <a:pt x="147" y="36"/>
                  </a:lnTo>
                  <a:lnTo>
                    <a:pt x="147" y="36"/>
                  </a:lnTo>
                  <a:lnTo>
                    <a:pt x="147" y="36"/>
                  </a:lnTo>
                  <a:lnTo>
                    <a:pt x="150" y="36"/>
                  </a:lnTo>
                  <a:lnTo>
                    <a:pt x="150" y="36"/>
                  </a:lnTo>
                  <a:lnTo>
                    <a:pt x="150" y="38"/>
                  </a:lnTo>
                  <a:lnTo>
                    <a:pt x="150" y="38"/>
                  </a:lnTo>
                  <a:lnTo>
                    <a:pt x="150" y="41"/>
                  </a:lnTo>
                  <a:lnTo>
                    <a:pt x="150" y="41"/>
                  </a:lnTo>
                  <a:lnTo>
                    <a:pt x="152" y="41"/>
                  </a:lnTo>
                  <a:lnTo>
                    <a:pt x="152" y="41"/>
                  </a:lnTo>
                  <a:lnTo>
                    <a:pt x="152" y="41"/>
                  </a:lnTo>
                  <a:lnTo>
                    <a:pt x="152" y="43"/>
                  </a:lnTo>
                  <a:lnTo>
                    <a:pt x="152" y="43"/>
                  </a:lnTo>
                  <a:lnTo>
                    <a:pt x="152" y="43"/>
                  </a:lnTo>
                  <a:lnTo>
                    <a:pt x="152" y="45"/>
                  </a:lnTo>
                  <a:lnTo>
                    <a:pt x="154" y="45"/>
                  </a:lnTo>
                  <a:lnTo>
                    <a:pt x="154" y="45"/>
                  </a:lnTo>
                  <a:lnTo>
                    <a:pt x="154" y="45"/>
                  </a:lnTo>
                  <a:lnTo>
                    <a:pt x="154" y="45"/>
                  </a:lnTo>
                  <a:lnTo>
                    <a:pt x="154" y="48"/>
                  </a:lnTo>
                  <a:lnTo>
                    <a:pt x="157" y="48"/>
                  </a:lnTo>
                  <a:lnTo>
                    <a:pt x="157" y="48"/>
                  </a:lnTo>
                  <a:lnTo>
                    <a:pt x="157" y="50"/>
                  </a:lnTo>
                  <a:lnTo>
                    <a:pt x="157" y="50"/>
                  </a:lnTo>
                  <a:lnTo>
                    <a:pt x="157" y="50"/>
                  </a:lnTo>
                  <a:lnTo>
                    <a:pt x="157" y="50"/>
                  </a:lnTo>
                  <a:lnTo>
                    <a:pt x="159" y="50"/>
                  </a:lnTo>
                  <a:lnTo>
                    <a:pt x="159" y="53"/>
                  </a:lnTo>
                  <a:lnTo>
                    <a:pt x="159" y="53"/>
                  </a:lnTo>
                  <a:lnTo>
                    <a:pt x="159" y="53"/>
                  </a:lnTo>
                  <a:lnTo>
                    <a:pt x="159" y="55"/>
                  </a:lnTo>
                  <a:lnTo>
                    <a:pt x="159" y="55"/>
                  </a:lnTo>
                  <a:lnTo>
                    <a:pt x="159" y="55"/>
                  </a:lnTo>
                  <a:lnTo>
                    <a:pt x="159" y="55"/>
                  </a:lnTo>
                  <a:lnTo>
                    <a:pt x="161" y="55"/>
                  </a:lnTo>
                  <a:lnTo>
                    <a:pt x="161" y="55"/>
                  </a:lnTo>
                  <a:lnTo>
                    <a:pt x="161" y="57"/>
                  </a:lnTo>
                  <a:lnTo>
                    <a:pt x="161" y="57"/>
                  </a:lnTo>
                  <a:lnTo>
                    <a:pt x="164" y="57"/>
                  </a:lnTo>
                  <a:lnTo>
                    <a:pt x="164" y="60"/>
                  </a:lnTo>
                  <a:lnTo>
                    <a:pt x="164" y="60"/>
                  </a:lnTo>
                  <a:lnTo>
                    <a:pt x="164" y="60"/>
                  </a:lnTo>
                  <a:lnTo>
                    <a:pt x="164" y="60"/>
                  </a:lnTo>
                  <a:lnTo>
                    <a:pt x="166" y="60"/>
                  </a:lnTo>
                  <a:lnTo>
                    <a:pt x="166" y="62"/>
                  </a:lnTo>
                  <a:lnTo>
                    <a:pt x="166" y="62"/>
                  </a:lnTo>
                  <a:lnTo>
                    <a:pt x="166" y="62"/>
                  </a:lnTo>
                  <a:lnTo>
                    <a:pt x="168" y="62"/>
                  </a:lnTo>
                  <a:lnTo>
                    <a:pt x="168" y="62"/>
                  </a:lnTo>
                  <a:lnTo>
                    <a:pt x="168" y="62"/>
                  </a:lnTo>
                  <a:lnTo>
                    <a:pt x="171" y="62"/>
                  </a:lnTo>
                  <a:lnTo>
                    <a:pt x="171" y="62"/>
                  </a:lnTo>
                  <a:lnTo>
                    <a:pt x="171" y="62"/>
                  </a:lnTo>
                  <a:lnTo>
                    <a:pt x="171" y="64"/>
                  </a:lnTo>
                  <a:lnTo>
                    <a:pt x="171" y="64"/>
                  </a:lnTo>
                  <a:lnTo>
                    <a:pt x="173" y="64"/>
                  </a:lnTo>
                  <a:lnTo>
                    <a:pt x="173" y="64"/>
                  </a:lnTo>
                  <a:lnTo>
                    <a:pt x="171" y="64"/>
                  </a:lnTo>
                  <a:lnTo>
                    <a:pt x="171" y="67"/>
                  </a:lnTo>
                  <a:lnTo>
                    <a:pt x="171" y="67"/>
                  </a:lnTo>
                  <a:lnTo>
                    <a:pt x="171" y="69"/>
                  </a:lnTo>
                  <a:lnTo>
                    <a:pt x="171" y="69"/>
                  </a:lnTo>
                  <a:lnTo>
                    <a:pt x="171" y="72"/>
                  </a:lnTo>
                  <a:lnTo>
                    <a:pt x="171" y="72"/>
                  </a:lnTo>
                  <a:lnTo>
                    <a:pt x="171" y="72"/>
                  </a:lnTo>
                  <a:lnTo>
                    <a:pt x="171" y="74"/>
                  </a:lnTo>
                  <a:lnTo>
                    <a:pt x="171" y="74"/>
                  </a:lnTo>
                  <a:lnTo>
                    <a:pt x="171" y="74"/>
                  </a:lnTo>
                  <a:lnTo>
                    <a:pt x="168" y="74"/>
                  </a:lnTo>
                  <a:lnTo>
                    <a:pt x="168" y="74"/>
                  </a:lnTo>
                  <a:lnTo>
                    <a:pt x="168" y="76"/>
                  </a:lnTo>
                  <a:lnTo>
                    <a:pt x="168" y="76"/>
                  </a:lnTo>
                  <a:lnTo>
                    <a:pt x="168" y="76"/>
                  </a:lnTo>
                  <a:lnTo>
                    <a:pt x="168" y="79"/>
                  </a:lnTo>
                  <a:lnTo>
                    <a:pt x="166" y="79"/>
                  </a:lnTo>
                  <a:lnTo>
                    <a:pt x="166" y="79"/>
                  </a:lnTo>
                  <a:lnTo>
                    <a:pt x="166" y="79"/>
                  </a:lnTo>
                  <a:lnTo>
                    <a:pt x="166" y="81"/>
                  </a:lnTo>
                  <a:lnTo>
                    <a:pt x="166" y="81"/>
                  </a:lnTo>
                  <a:lnTo>
                    <a:pt x="166" y="81"/>
                  </a:lnTo>
                  <a:lnTo>
                    <a:pt x="166" y="83"/>
                  </a:lnTo>
                  <a:lnTo>
                    <a:pt x="164" y="83"/>
                  </a:lnTo>
                  <a:lnTo>
                    <a:pt x="164" y="83"/>
                  </a:lnTo>
                  <a:lnTo>
                    <a:pt x="164" y="86"/>
                  </a:lnTo>
                  <a:lnTo>
                    <a:pt x="164" y="86"/>
                  </a:lnTo>
                  <a:lnTo>
                    <a:pt x="164" y="86"/>
                  </a:lnTo>
                  <a:lnTo>
                    <a:pt x="164" y="86"/>
                  </a:lnTo>
                  <a:lnTo>
                    <a:pt x="164" y="88"/>
                  </a:lnTo>
                  <a:lnTo>
                    <a:pt x="164" y="88"/>
                  </a:lnTo>
                  <a:lnTo>
                    <a:pt x="164" y="88"/>
                  </a:lnTo>
                  <a:lnTo>
                    <a:pt x="161" y="88"/>
                  </a:lnTo>
                  <a:lnTo>
                    <a:pt x="161" y="90"/>
                  </a:lnTo>
                  <a:lnTo>
                    <a:pt x="161" y="90"/>
                  </a:lnTo>
                  <a:lnTo>
                    <a:pt x="161" y="90"/>
                  </a:lnTo>
                  <a:lnTo>
                    <a:pt x="161" y="93"/>
                  </a:lnTo>
                  <a:lnTo>
                    <a:pt x="159" y="93"/>
                  </a:lnTo>
                  <a:lnTo>
                    <a:pt x="159" y="93"/>
                  </a:lnTo>
                  <a:lnTo>
                    <a:pt x="159" y="93"/>
                  </a:lnTo>
                  <a:lnTo>
                    <a:pt x="159" y="93"/>
                  </a:lnTo>
                  <a:lnTo>
                    <a:pt x="157" y="93"/>
                  </a:lnTo>
                  <a:lnTo>
                    <a:pt x="157" y="95"/>
                  </a:lnTo>
                  <a:lnTo>
                    <a:pt x="157" y="95"/>
                  </a:lnTo>
                  <a:lnTo>
                    <a:pt x="157" y="95"/>
                  </a:lnTo>
                  <a:lnTo>
                    <a:pt x="157" y="95"/>
                  </a:lnTo>
                  <a:lnTo>
                    <a:pt x="154" y="95"/>
                  </a:lnTo>
                  <a:lnTo>
                    <a:pt x="154" y="95"/>
                  </a:lnTo>
                  <a:lnTo>
                    <a:pt x="154" y="95"/>
                  </a:lnTo>
                  <a:lnTo>
                    <a:pt x="154" y="98"/>
                  </a:lnTo>
                  <a:lnTo>
                    <a:pt x="152" y="98"/>
                  </a:lnTo>
                  <a:lnTo>
                    <a:pt x="152" y="98"/>
                  </a:lnTo>
                  <a:lnTo>
                    <a:pt x="152" y="98"/>
                  </a:lnTo>
                  <a:lnTo>
                    <a:pt x="152" y="100"/>
                  </a:lnTo>
                  <a:lnTo>
                    <a:pt x="152" y="100"/>
                  </a:lnTo>
                  <a:lnTo>
                    <a:pt x="152" y="100"/>
                  </a:lnTo>
                  <a:lnTo>
                    <a:pt x="152" y="102"/>
                  </a:lnTo>
                  <a:lnTo>
                    <a:pt x="150" y="102"/>
                  </a:lnTo>
                  <a:lnTo>
                    <a:pt x="150" y="102"/>
                  </a:lnTo>
                  <a:lnTo>
                    <a:pt x="150" y="105"/>
                  </a:lnTo>
                  <a:lnTo>
                    <a:pt x="150" y="105"/>
                  </a:lnTo>
                  <a:lnTo>
                    <a:pt x="150" y="105"/>
                  </a:lnTo>
                  <a:lnTo>
                    <a:pt x="150" y="105"/>
                  </a:lnTo>
                  <a:lnTo>
                    <a:pt x="150" y="105"/>
                  </a:lnTo>
                  <a:lnTo>
                    <a:pt x="150" y="107"/>
                  </a:lnTo>
                  <a:lnTo>
                    <a:pt x="150" y="107"/>
                  </a:lnTo>
                  <a:lnTo>
                    <a:pt x="150" y="109"/>
                  </a:lnTo>
                  <a:lnTo>
                    <a:pt x="147" y="109"/>
                  </a:lnTo>
                  <a:lnTo>
                    <a:pt x="147" y="109"/>
                  </a:lnTo>
                  <a:lnTo>
                    <a:pt x="147" y="109"/>
                  </a:lnTo>
                  <a:lnTo>
                    <a:pt x="145" y="109"/>
                  </a:lnTo>
                  <a:lnTo>
                    <a:pt x="145" y="112"/>
                  </a:lnTo>
                  <a:lnTo>
                    <a:pt x="145" y="112"/>
                  </a:lnTo>
                  <a:lnTo>
                    <a:pt x="145" y="112"/>
                  </a:lnTo>
                  <a:lnTo>
                    <a:pt x="145" y="114"/>
                  </a:lnTo>
                  <a:lnTo>
                    <a:pt x="145" y="114"/>
                  </a:lnTo>
                  <a:lnTo>
                    <a:pt x="145" y="114"/>
                  </a:lnTo>
                  <a:lnTo>
                    <a:pt x="145" y="114"/>
                  </a:lnTo>
                  <a:lnTo>
                    <a:pt x="145" y="117"/>
                  </a:lnTo>
                  <a:lnTo>
                    <a:pt x="145" y="117"/>
                  </a:lnTo>
                  <a:lnTo>
                    <a:pt x="142" y="117"/>
                  </a:lnTo>
                  <a:lnTo>
                    <a:pt x="142" y="119"/>
                  </a:lnTo>
                  <a:lnTo>
                    <a:pt x="142" y="119"/>
                  </a:lnTo>
                  <a:lnTo>
                    <a:pt x="140" y="119"/>
                  </a:lnTo>
                  <a:lnTo>
                    <a:pt x="140" y="119"/>
                  </a:lnTo>
                  <a:lnTo>
                    <a:pt x="140" y="119"/>
                  </a:lnTo>
                  <a:lnTo>
                    <a:pt x="138" y="119"/>
                  </a:lnTo>
                  <a:lnTo>
                    <a:pt x="138" y="119"/>
                  </a:lnTo>
                  <a:lnTo>
                    <a:pt x="138" y="117"/>
                  </a:lnTo>
                  <a:lnTo>
                    <a:pt x="138" y="117"/>
                  </a:lnTo>
                  <a:lnTo>
                    <a:pt x="135" y="117"/>
                  </a:lnTo>
                  <a:lnTo>
                    <a:pt x="135" y="117"/>
                  </a:lnTo>
                  <a:lnTo>
                    <a:pt x="135" y="114"/>
                  </a:lnTo>
                  <a:lnTo>
                    <a:pt x="138" y="114"/>
                  </a:lnTo>
                  <a:lnTo>
                    <a:pt x="138" y="114"/>
                  </a:lnTo>
                  <a:lnTo>
                    <a:pt x="138" y="114"/>
                  </a:lnTo>
                  <a:lnTo>
                    <a:pt x="135" y="114"/>
                  </a:lnTo>
                  <a:lnTo>
                    <a:pt x="135" y="114"/>
                  </a:lnTo>
                  <a:lnTo>
                    <a:pt x="133" y="114"/>
                  </a:lnTo>
                  <a:lnTo>
                    <a:pt x="133" y="114"/>
                  </a:lnTo>
                  <a:lnTo>
                    <a:pt x="133" y="114"/>
                  </a:lnTo>
                  <a:lnTo>
                    <a:pt x="133" y="117"/>
                  </a:lnTo>
                  <a:lnTo>
                    <a:pt x="133" y="117"/>
                  </a:lnTo>
                  <a:lnTo>
                    <a:pt x="133" y="117"/>
                  </a:lnTo>
                  <a:lnTo>
                    <a:pt x="133" y="117"/>
                  </a:lnTo>
                  <a:lnTo>
                    <a:pt x="133" y="119"/>
                  </a:lnTo>
                  <a:lnTo>
                    <a:pt x="133" y="119"/>
                  </a:lnTo>
                  <a:lnTo>
                    <a:pt x="131" y="119"/>
                  </a:lnTo>
                  <a:lnTo>
                    <a:pt x="131" y="121"/>
                  </a:lnTo>
                  <a:lnTo>
                    <a:pt x="131" y="121"/>
                  </a:lnTo>
                  <a:lnTo>
                    <a:pt x="131" y="121"/>
                  </a:lnTo>
                  <a:lnTo>
                    <a:pt x="131" y="121"/>
                  </a:lnTo>
                  <a:lnTo>
                    <a:pt x="128" y="121"/>
                  </a:lnTo>
                  <a:lnTo>
                    <a:pt x="128" y="124"/>
                  </a:lnTo>
                  <a:lnTo>
                    <a:pt x="131" y="124"/>
                  </a:lnTo>
                  <a:lnTo>
                    <a:pt x="131" y="124"/>
                  </a:lnTo>
                  <a:lnTo>
                    <a:pt x="131" y="124"/>
                  </a:lnTo>
                  <a:lnTo>
                    <a:pt x="128" y="124"/>
                  </a:lnTo>
                  <a:lnTo>
                    <a:pt x="128" y="126"/>
                  </a:lnTo>
                  <a:lnTo>
                    <a:pt x="128" y="126"/>
                  </a:lnTo>
                  <a:lnTo>
                    <a:pt x="128" y="128"/>
                  </a:lnTo>
                  <a:lnTo>
                    <a:pt x="128" y="128"/>
                  </a:lnTo>
                  <a:lnTo>
                    <a:pt x="128" y="128"/>
                  </a:lnTo>
                  <a:lnTo>
                    <a:pt x="128" y="131"/>
                  </a:lnTo>
                  <a:lnTo>
                    <a:pt x="128" y="131"/>
                  </a:lnTo>
                  <a:lnTo>
                    <a:pt x="128" y="133"/>
                  </a:lnTo>
                  <a:lnTo>
                    <a:pt x="126" y="133"/>
                  </a:lnTo>
                  <a:lnTo>
                    <a:pt x="126" y="133"/>
                  </a:lnTo>
                  <a:lnTo>
                    <a:pt x="126" y="133"/>
                  </a:lnTo>
                  <a:lnTo>
                    <a:pt x="126" y="135"/>
                  </a:lnTo>
                  <a:lnTo>
                    <a:pt x="126" y="135"/>
                  </a:lnTo>
                  <a:lnTo>
                    <a:pt x="126" y="135"/>
                  </a:lnTo>
                  <a:lnTo>
                    <a:pt x="126" y="135"/>
                  </a:lnTo>
                  <a:lnTo>
                    <a:pt x="126" y="138"/>
                  </a:lnTo>
                  <a:lnTo>
                    <a:pt x="126" y="138"/>
                  </a:lnTo>
                  <a:lnTo>
                    <a:pt x="126" y="140"/>
                  </a:lnTo>
                  <a:lnTo>
                    <a:pt x="126" y="140"/>
                  </a:lnTo>
                  <a:lnTo>
                    <a:pt x="128" y="140"/>
                  </a:lnTo>
                  <a:lnTo>
                    <a:pt x="128" y="143"/>
                  </a:lnTo>
                  <a:lnTo>
                    <a:pt x="128" y="143"/>
                  </a:lnTo>
                  <a:lnTo>
                    <a:pt x="128" y="145"/>
                  </a:lnTo>
                  <a:lnTo>
                    <a:pt x="126" y="145"/>
                  </a:lnTo>
                  <a:lnTo>
                    <a:pt x="126" y="145"/>
                  </a:lnTo>
                  <a:lnTo>
                    <a:pt x="126" y="145"/>
                  </a:lnTo>
                  <a:lnTo>
                    <a:pt x="128" y="145"/>
                  </a:lnTo>
                  <a:lnTo>
                    <a:pt x="128" y="147"/>
                  </a:lnTo>
                  <a:lnTo>
                    <a:pt x="128" y="147"/>
                  </a:lnTo>
                  <a:lnTo>
                    <a:pt x="128" y="147"/>
                  </a:lnTo>
                  <a:lnTo>
                    <a:pt x="128" y="150"/>
                  </a:lnTo>
                  <a:lnTo>
                    <a:pt x="128" y="150"/>
                  </a:lnTo>
                  <a:lnTo>
                    <a:pt x="128" y="152"/>
                  </a:lnTo>
                  <a:lnTo>
                    <a:pt x="131" y="152"/>
                  </a:lnTo>
                  <a:lnTo>
                    <a:pt x="131" y="152"/>
                  </a:lnTo>
                  <a:lnTo>
                    <a:pt x="131" y="154"/>
                  </a:lnTo>
                  <a:lnTo>
                    <a:pt x="128" y="154"/>
                  </a:lnTo>
                  <a:lnTo>
                    <a:pt x="128" y="154"/>
                  </a:lnTo>
                  <a:lnTo>
                    <a:pt x="126" y="154"/>
                  </a:lnTo>
                  <a:lnTo>
                    <a:pt x="126" y="154"/>
                  </a:lnTo>
                  <a:lnTo>
                    <a:pt x="126" y="154"/>
                  </a:lnTo>
                  <a:lnTo>
                    <a:pt x="126" y="154"/>
                  </a:lnTo>
                  <a:lnTo>
                    <a:pt x="123" y="154"/>
                  </a:lnTo>
                  <a:lnTo>
                    <a:pt x="123" y="154"/>
                  </a:lnTo>
                  <a:lnTo>
                    <a:pt x="123" y="154"/>
                  </a:lnTo>
                  <a:lnTo>
                    <a:pt x="121" y="154"/>
                  </a:lnTo>
                  <a:lnTo>
                    <a:pt x="121" y="154"/>
                  </a:lnTo>
                  <a:lnTo>
                    <a:pt x="119" y="154"/>
                  </a:lnTo>
                  <a:lnTo>
                    <a:pt x="119" y="154"/>
                  </a:lnTo>
                  <a:lnTo>
                    <a:pt x="119" y="154"/>
                  </a:lnTo>
                  <a:lnTo>
                    <a:pt x="116" y="154"/>
                  </a:lnTo>
                  <a:lnTo>
                    <a:pt x="116" y="154"/>
                  </a:lnTo>
                  <a:lnTo>
                    <a:pt x="116" y="154"/>
                  </a:lnTo>
                  <a:lnTo>
                    <a:pt x="116" y="154"/>
                  </a:lnTo>
                  <a:lnTo>
                    <a:pt x="114" y="154"/>
                  </a:lnTo>
                  <a:lnTo>
                    <a:pt x="114" y="154"/>
                  </a:lnTo>
                  <a:lnTo>
                    <a:pt x="114" y="157"/>
                  </a:lnTo>
                  <a:lnTo>
                    <a:pt x="112" y="157"/>
                  </a:lnTo>
                  <a:lnTo>
                    <a:pt x="112" y="157"/>
                  </a:lnTo>
                  <a:lnTo>
                    <a:pt x="112" y="157"/>
                  </a:lnTo>
                  <a:lnTo>
                    <a:pt x="112" y="157"/>
                  </a:lnTo>
                  <a:lnTo>
                    <a:pt x="109" y="157"/>
                  </a:lnTo>
                  <a:lnTo>
                    <a:pt x="109" y="157"/>
                  </a:lnTo>
                  <a:lnTo>
                    <a:pt x="107" y="157"/>
                  </a:lnTo>
                  <a:lnTo>
                    <a:pt x="107" y="159"/>
                  </a:lnTo>
                  <a:lnTo>
                    <a:pt x="107" y="159"/>
                  </a:lnTo>
                  <a:lnTo>
                    <a:pt x="107" y="159"/>
                  </a:lnTo>
                  <a:lnTo>
                    <a:pt x="107" y="159"/>
                  </a:lnTo>
                  <a:lnTo>
                    <a:pt x="107" y="162"/>
                  </a:lnTo>
                  <a:lnTo>
                    <a:pt x="105" y="162"/>
                  </a:lnTo>
                  <a:lnTo>
                    <a:pt x="105" y="162"/>
                  </a:lnTo>
                  <a:lnTo>
                    <a:pt x="105" y="162"/>
                  </a:lnTo>
                  <a:lnTo>
                    <a:pt x="105" y="164"/>
                  </a:lnTo>
                  <a:lnTo>
                    <a:pt x="105" y="164"/>
                  </a:lnTo>
                  <a:lnTo>
                    <a:pt x="105" y="164"/>
                  </a:lnTo>
                  <a:lnTo>
                    <a:pt x="105" y="164"/>
                  </a:lnTo>
                  <a:lnTo>
                    <a:pt x="105" y="166"/>
                  </a:lnTo>
                  <a:lnTo>
                    <a:pt x="105" y="166"/>
                  </a:lnTo>
                  <a:lnTo>
                    <a:pt x="102" y="166"/>
                  </a:lnTo>
                  <a:lnTo>
                    <a:pt x="102" y="169"/>
                  </a:lnTo>
                  <a:lnTo>
                    <a:pt x="102" y="169"/>
                  </a:lnTo>
                  <a:lnTo>
                    <a:pt x="102" y="171"/>
                  </a:lnTo>
                  <a:lnTo>
                    <a:pt x="102" y="171"/>
                  </a:lnTo>
                  <a:lnTo>
                    <a:pt x="102" y="171"/>
                  </a:lnTo>
                  <a:lnTo>
                    <a:pt x="102" y="173"/>
                  </a:lnTo>
                  <a:lnTo>
                    <a:pt x="102" y="173"/>
                  </a:lnTo>
                  <a:lnTo>
                    <a:pt x="102" y="173"/>
                  </a:lnTo>
                  <a:lnTo>
                    <a:pt x="102" y="176"/>
                  </a:lnTo>
                  <a:lnTo>
                    <a:pt x="100" y="176"/>
                  </a:lnTo>
                  <a:lnTo>
                    <a:pt x="100" y="176"/>
                  </a:lnTo>
                  <a:lnTo>
                    <a:pt x="100" y="176"/>
                  </a:lnTo>
                  <a:lnTo>
                    <a:pt x="100" y="176"/>
                  </a:lnTo>
                  <a:lnTo>
                    <a:pt x="100" y="178"/>
                  </a:lnTo>
                  <a:lnTo>
                    <a:pt x="97" y="178"/>
                  </a:lnTo>
                  <a:lnTo>
                    <a:pt x="97" y="178"/>
                  </a:lnTo>
                  <a:lnTo>
                    <a:pt x="97" y="178"/>
                  </a:lnTo>
                  <a:lnTo>
                    <a:pt x="97" y="181"/>
                  </a:lnTo>
                  <a:lnTo>
                    <a:pt x="97" y="181"/>
                  </a:lnTo>
                  <a:lnTo>
                    <a:pt x="97" y="181"/>
                  </a:lnTo>
                  <a:lnTo>
                    <a:pt x="95" y="181"/>
                  </a:lnTo>
                  <a:lnTo>
                    <a:pt x="95" y="181"/>
                  </a:lnTo>
                  <a:lnTo>
                    <a:pt x="95" y="181"/>
                  </a:lnTo>
                  <a:lnTo>
                    <a:pt x="93" y="181"/>
                  </a:lnTo>
                  <a:lnTo>
                    <a:pt x="93" y="181"/>
                  </a:lnTo>
                  <a:lnTo>
                    <a:pt x="93" y="181"/>
                  </a:lnTo>
                  <a:lnTo>
                    <a:pt x="90" y="181"/>
                  </a:lnTo>
                  <a:lnTo>
                    <a:pt x="90" y="181"/>
                  </a:lnTo>
                  <a:lnTo>
                    <a:pt x="90" y="181"/>
                  </a:lnTo>
                  <a:lnTo>
                    <a:pt x="88" y="181"/>
                  </a:lnTo>
                  <a:lnTo>
                    <a:pt x="88" y="181"/>
                  </a:lnTo>
                  <a:lnTo>
                    <a:pt x="88" y="181"/>
                  </a:lnTo>
                  <a:lnTo>
                    <a:pt x="86" y="181"/>
                  </a:lnTo>
                  <a:lnTo>
                    <a:pt x="86" y="181"/>
                  </a:lnTo>
                  <a:lnTo>
                    <a:pt x="86" y="181"/>
                  </a:lnTo>
                  <a:lnTo>
                    <a:pt x="83" y="181"/>
                  </a:lnTo>
                  <a:lnTo>
                    <a:pt x="83" y="181"/>
                  </a:lnTo>
                  <a:lnTo>
                    <a:pt x="83" y="181"/>
                  </a:lnTo>
                  <a:lnTo>
                    <a:pt x="81" y="181"/>
                  </a:lnTo>
                  <a:lnTo>
                    <a:pt x="81" y="181"/>
                  </a:lnTo>
                  <a:lnTo>
                    <a:pt x="81" y="183"/>
                  </a:lnTo>
                  <a:lnTo>
                    <a:pt x="79" y="183"/>
                  </a:lnTo>
                  <a:lnTo>
                    <a:pt x="79" y="183"/>
                  </a:lnTo>
                  <a:lnTo>
                    <a:pt x="79" y="183"/>
                  </a:lnTo>
                  <a:lnTo>
                    <a:pt x="79" y="183"/>
                  </a:lnTo>
                  <a:lnTo>
                    <a:pt x="79" y="183"/>
                  </a:lnTo>
                  <a:lnTo>
                    <a:pt x="76" y="183"/>
                  </a:lnTo>
                  <a:lnTo>
                    <a:pt x="76" y="185"/>
                  </a:lnTo>
                  <a:lnTo>
                    <a:pt x="76" y="185"/>
                  </a:lnTo>
                  <a:lnTo>
                    <a:pt x="76" y="185"/>
                  </a:lnTo>
                  <a:lnTo>
                    <a:pt x="76" y="188"/>
                  </a:lnTo>
                  <a:lnTo>
                    <a:pt x="74" y="188"/>
                  </a:lnTo>
                  <a:lnTo>
                    <a:pt x="74" y="188"/>
                  </a:lnTo>
                  <a:lnTo>
                    <a:pt x="74" y="188"/>
                  </a:lnTo>
                  <a:lnTo>
                    <a:pt x="74" y="190"/>
                  </a:lnTo>
                  <a:lnTo>
                    <a:pt x="74" y="190"/>
                  </a:lnTo>
                  <a:lnTo>
                    <a:pt x="74" y="190"/>
                  </a:lnTo>
                  <a:lnTo>
                    <a:pt x="74" y="192"/>
                  </a:lnTo>
                  <a:lnTo>
                    <a:pt x="74" y="192"/>
                  </a:lnTo>
                  <a:lnTo>
                    <a:pt x="74" y="192"/>
                  </a:lnTo>
                  <a:lnTo>
                    <a:pt x="74" y="192"/>
                  </a:lnTo>
                  <a:lnTo>
                    <a:pt x="74" y="192"/>
                  </a:lnTo>
                  <a:lnTo>
                    <a:pt x="74" y="195"/>
                  </a:lnTo>
                  <a:lnTo>
                    <a:pt x="74" y="195"/>
                  </a:lnTo>
                  <a:lnTo>
                    <a:pt x="74" y="195"/>
                  </a:lnTo>
                  <a:lnTo>
                    <a:pt x="74" y="197"/>
                  </a:lnTo>
                  <a:lnTo>
                    <a:pt x="74" y="197"/>
                  </a:lnTo>
                  <a:lnTo>
                    <a:pt x="74" y="197"/>
                  </a:lnTo>
                  <a:lnTo>
                    <a:pt x="74" y="199"/>
                  </a:lnTo>
                  <a:lnTo>
                    <a:pt x="71" y="199"/>
                  </a:lnTo>
                  <a:lnTo>
                    <a:pt x="71" y="199"/>
                  </a:lnTo>
                  <a:lnTo>
                    <a:pt x="71" y="199"/>
                  </a:lnTo>
                  <a:lnTo>
                    <a:pt x="71" y="202"/>
                  </a:lnTo>
                  <a:lnTo>
                    <a:pt x="71" y="202"/>
                  </a:lnTo>
                  <a:lnTo>
                    <a:pt x="71" y="202"/>
                  </a:lnTo>
                  <a:lnTo>
                    <a:pt x="69" y="202"/>
                  </a:lnTo>
                  <a:lnTo>
                    <a:pt x="69" y="204"/>
                  </a:lnTo>
                  <a:lnTo>
                    <a:pt x="69" y="204"/>
                  </a:lnTo>
                  <a:lnTo>
                    <a:pt x="67" y="204"/>
                  </a:lnTo>
                  <a:lnTo>
                    <a:pt x="67" y="204"/>
                  </a:lnTo>
                  <a:lnTo>
                    <a:pt x="67" y="204"/>
                  </a:lnTo>
                  <a:lnTo>
                    <a:pt x="67" y="204"/>
                  </a:lnTo>
                  <a:lnTo>
                    <a:pt x="64" y="204"/>
                  </a:lnTo>
                  <a:lnTo>
                    <a:pt x="64" y="204"/>
                  </a:lnTo>
                  <a:lnTo>
                    <a:pt x="64" y="204"/>
                  </a:lnTo>
                  <a:lnTo>
                    <a:pt x="64" y="204"/>
                  </a:lnTo>
                  <a:lnTo>
                    <a:pt x="62" y="204"/>
                  </a:lnTo>
                  <a:lnTo>
                    <a:pt x="62" y="204"/>
                  </a:lnTo>
                  <a:lnTo>
                    <a:pt x="62" y="204"/>
                  </a:lnTo>
                  <a:lnTo>
                    <a:pt x="60" y="204"/>
                  </a:lnTo>
                  <a:lnTo>
                    <a:pt x="60" y="204"/>
                  </a:lnTo>
                  <a:lnTo>
                    <a:pt x="60" y="204"/>
                  </a:lnTo>
                  <a:lnTo>
                    <a:pt x="60" y="204"/>
                  </a:lnTo>
                  <a:lnTo>
                    <a:pt x="57" y="204"/>
                  </a:lnTo>
                  <a:lnTo>
                    <a:pt x="57" y="204"/>
                  </a:lnTo>
                  <a:lnTo>
                    <a:pt x="57" y="204"/>
                  </a:lnTo>
                  <a:lnTo>
                    <a:pt x="55" y="204"/>
                  </a:lnTo>
                  <a:lnTo>
                    <a:pt x="55" y="204"/>
                  </a:lnTo>
                  <a:lnTo>
                    <a:pt x="52" y="204"/>
                  </a:lnTo>
                  <a:lnTo>
                    <a:pt x="52" y="204"/>
                  </a:lnTo>
                  <a:lnTo>
                    <a:pt x="52" y="204"/>
                  </a:lnTo>
                  <a:lnTo>
                    <a:pt x="50" y="204"/>
                  </a:lnTo>
                  <a:lnTo>
                    <a:pt x="50" y="204"/>
                  </a:lnTo>
                  <a:lnTo>
                    <a:pt x="50" y="204"/>
                  </a:lnTo>
                  <a:lnTo>
                    <a:pt x="50" y="204"/>
                  </a:lnTo>
                  <a:lnTo>
                    <a:pt x="48" y="204"/>
                  </a:lnTo>
                  <a:lnTo>
                    <a:pt x="48" y="204"/>
                  </a:lnTo>
                  <a:lnTo>
                    <a:pt x="48" y="204"/>
                  </a:lnTo>
                  <a:lnTo>
                    <a:pt x="45" y="204"/>
                  </a:lnTo>
                  <a:lnTo>
                    <a:pt x="45" y="207"/>
                  </a:lnTo>
                  <a:lnTo>
                    <a:pt x="45" y="207"/>
                  </a:lnTo>
                  <a:lnTo>
                    <a:pt x="45" y="207"/>
                  </a:lnTo>
                  <a:lnTo>
                    <a:pt x="43" y="207"/>
                  </a:lnTo>
                  <a:lnTo>
                    <a:pt x="43" y="207"/>
                  </a:lnTo>
                  <a:lnTo>
                    <a:pt x="43" y="207"/>
                  </a:lnTo>
                  <a:lnTo>
                    <a:pt x="43" y="207"/>
                  </a:lnTo>
                  <a:lnTo>
                    <a:pt x="41" y="207"/>
                  </a:lnTo>
                  <a:lnTo>
                    <a:pt x="41" y="209"/>
                  </a:lnTo>
                  <a:lnTo>
                    <a:pt x="41" y="209"/>
                  </a:lnTo>
                  <a:lnTo>
                    <a:pt x="41" y="209"/>
                  </a:lnTo>
                  <a:lnTo>
                    <a:pt x="38" y="209"/>
                  </a:lnTo>
                  <a:lnTo>
                    <a:pt x="38" y="209"/>
                  </a:lnTo>
                  <a:lnTo>
                    <a:pt x="38" y="211"/>
                  </a:lnTo>
                  <a:lnTo>
                    <a:pt x="38" y="211"/>
                  </a:lnTo>
                  <a:lnTo>
                    <a:pt x="36" y="211"/>
                  </a:lnTo>
                  <a:lnTo>
                    <a:pt x="36" y="209"/>
                  </a:lnTo>
                  <a:lnTo>
                    <a:pt x="36" y="209"/>
                  </a:lnTo>
                  <a:lnTo>
                    <a:pt x="34" y="209"/>
                  </a:lnTo>
                  <a:lnTo>
                    <a:pt x="34" y="211"/>
                  </a:lnTo>
                  <a:lnTo>
                    <a:pt x="34" y="211"/>
                  </a:lnTo>
                  <a:lnTo>
                    <a:pt x="34" y="211"/>
                  </a:lnTo>
                  <a:lnTo>
                    <a:pt x="31" y="211"/>
                  </a:lnTo>
                  <a:lnTo>
                    <a:pt x="31" y="211"/>
                  </a:lnTo>
                  <a:lnTo>
                    <a:pt x="31" y="211"/>
                  </a:lnTo>
                  <a:lnTo>
                    <a:pt x="31" y="211"/>
                  </a:lnTo>
                  <a:lnTo>
                    <a:pt x="29" y="211"/>
                  </a:lnTo>
                  <a:lnTo>
                    <a:pt x="29" y="211"/>
                  </a:lnTo>
                  <a:lnTo>
                    <a:pt x="29" y="214"/>
                  </a:lnTo>
                  <a:lnTo>
                    <a:pt x="26" y="214"/>
                  </a:lnTo>
                  <a:lnTo>
                    <a:pt x="26" y="214"/>
                  </a:lnTo>
                  <a:lnTo>
                    <a:pt x="26" y="211"/>
                  </a:lnTo>
                  <a:lnTo>
                    <a:pt x="26" y="211"/>
                  </a:lnTo>
                  <a:lnTo>
                    <a:pt x="26" y="211"/>
                  </a:lnTo>
                  <a:lnTo>
                    <a:pt x="24" y="211"/>
                  </a:lnTo>
                  <a:lnTo>
                    <a:pt x="24" y="209"/>
                  </a:lnTo>
                  <a:lnTo>
                    <a:pt x="24" y="209"/>
                  </a:lnTo>
                  <a:lnTo>
                    <a:pt x="24" y="209"/>
                  </a:lnTo>
                  <a:lnTo>
                    <a:pt x="24" y="207"/>
                  </a:lnTo>
                  <a:lnTo>
                    <a:pt x="24" y="207"/>
                  </a:lnTo>
                  <a:lnTo>
                    <a:pt x="24" y="207"/>
                  </a:lnTo>
                  <a:lnTo>
                    <a:pt x="22" y="207"/>
                  </a:lnTo>
                  <a:lnTo>
                    <a:pt x="22" y="204"/>
                  </a:lnTo>
                  <a:lnTo>
                    <a:pt x="22" y="204"/>
                  </a:lnTo>
                  <a:lnTo>
                    <a:pt x="22" y="204"/>
                  </a:lnTo>
                  <a:lnTo>
                    <a:pt x="19" y="204"/>
                  </a:lnTo>
                  <a:lnTo>
                    <a:pt x="19" y="204"/>
                  </a:lnTo>
                  <a:lnTo>
                    <a:pt x="19" y="204"/>
                  </a:lnTo>
                  <a:lnTo>
                    <a:pt x="19" y="202"/>
                  </a:lnTo>
                  <a:lnTo>
                    <a:pt x="19" y="202"/>
                  </a:lnTo>
                  <a:lnTo>
                    <a:pt x="19" y="202"/>
                  </a:lnTo>
                  <a:lnTo>
                    <a:pt x="19" y="199"/>
                  </a:lnTo>
                  <a:lnTo>
                    <a:pt x="19" y="199"/>
                  </a:lnTo>
                  <a:lnTo>
                    <a:pt x="19" y="197"/>
                  </a:lnTo>
                  <a:lnTo>
                    <a:pt x="19" y="197"/>
                  </a:lnTo>
                  <a:lnTo>
                    <a:pt x="19" y="197"/>
                  </a:lnTo>
                  <a:lnTo>
                    <a:pt x="19" y="195"/>
                  </a:lnTo>
                  <a:lnTo>
                    <a:pt x="19" y="195"/>
                  </a:lnTo>
                  <a:lnTo>
                    <a:pt x="19" y="192"/>
                  </a:lnTo>
                  <a:lnTo>
                    <a:pt x="19" y="192"/>
                  </a:lnTo>
                  <a:lnTo>
                    <a:pt x="19" y="192"/>
                  </a:lnTo>
                  <a:lnTo>
                    <a:pt x="17" y="192"/>
                  </a:lnTo>
                  <a:lnTo>
                    <a:pt x="17" y="192"/>
                  </a:lnTo>
                  <a:lnTo>
                    <a:pt x="17" y="190"/>
                  </a:lnTo>
                  <a:lnTo>
                    <a:pt x="17" y="190"/>
                  </a:lnTo>
                  <a:lnTo>
                    <a:pt x="17" y="190"/>
                  </a:lnTo>
                  <a:lnTo>
                    <a:pt x="17" y="190"/>
                  </a:lnTo>
                  <a:lnTo>
                    <a:pt x="17" y="188"/>
                  </a:lnTo>
                  <a:lnTo>
                    <a:pt x="15" y="188"/>
                  </a:lnTo>
                  <a:lnTo>
                    <a:pt x="15" y="188"/>
                  </a:lnTo>
                  <a:lnTo>
                    <a:pt x="15" y="185"/>
                  </a:lnTo>
                  <a:lnTo>
                    <a:pt x="15" y="185"/>
                  </a:lnTo>
                  <a:lnTo>
                    <a:pt x="15" y="185"/>
                  </a:lnTo>
                  <a:lnTo>
                    <a:pt x="12" y="185"/>
                  </a:lnTo>
                  <a:lnTo>
                    <a:pt x="12" y="183"/>
                  </a:lnTo>
                  <a:lnTo>
                    <a:pt x="12" y="183"/>
                  </a:lnTo>
                  <a:lnTo>
                    <a:pt x="12" y="183"/>
                  </a:lnTo>
                  <a:lnTo>
                    <a:pt x="12" y="183"/>
                  </a:lnTo>
                  <a:lnTo>
                    <a:pt x="12" y="183"/>
                  </a:lnTo>
                  <a:lnTo>
                    <a:pt x="12" y="181"/>
                  </a:lnTo>
                  <a:lnTo>
                    <a:pt x="12" y="181"/>
                  </a:lnTo>
                  <a:lnTo>
                    <a:pt x="10" y="181"/>
                  </a:lnTo>
                  <a:lnTo>
                    <a:pt x="10" y="178"/>
                  </a:lnTo>
                  <a:lnTo>
                    <a:pt x="10" y="178"/>
                  </a:lnTo>
                  <a:lnTo>
                    <a:pt x="10" y="178"/>
                  </a:lnTo>
                  <a:lnTo>
                    <a:pt x="10" y="178"/>
                  </a:lnTo>
                  <a:lnTo>
                    <a:pt x="10" y="176"/>
                  </a:lnTo>
                  <a:lnTo>
                    <a:pt x="10" y="176"/>
                  </a:lnTo>
                  <a:lnTo>
                    <a:pt x="8" y="176"/>
                  </a:lnTo>
                  <a:lnTo>
                    <a:pt x="8" y="173"/>
                  </a:lnTo>
                  <a:lnTo>
                    <a:pt x="8" y="173"/>
                  </a:lnTo>
                  <a:lnTo>
                    <a:pt x="8" y="173"/>
                  </a:lnTo>
                  <a:lnTo>
                    <a:pt x="8" y="173"/>
                  </a:lnTo>
                  <a:lnTo>
                    <a:pt x="5" y="173"/>
                  </a:lnTo>
                  <a:lnTo>
                    <a:pt x="5" y="171"/>
                  </a:lnTo>
                  <a:lnTo>
                    <a:pt x="5" y="171"/>
                  </a:lnTo>
                  <a:lnTo>
                    <a:pt x="5" y="171"/>
                  </a:lnTo>
                  <a:lnTo>
                    <a:pt x="5" y="169"/>
                  </a:lnTo>
                  <a:lnTo>
                    <a:pt x="5" y="169"/>
                  </a:lnTo>
                  <a:lnTo>
                    <a:pt x="5" y="169"/>
                  </a:lnTo>
                  <a:lnTo>
                    <a:pt x="3" y="169"/>
                  </a:lnTo>
                  <a:lnTo>
                    <a:pt x="3" y="166"/>
                  </a:lnTo>
                  <a:lnTo>
                    <a:pt x="3" y="166"/>
                  </a:lnTo>
                  <a:lnTo>
                    <a:pt x="3" y="166"/>
                  </a:lnTo>
                  <a:lnTo>
                    <a:pt x="3" y="164"/>
                  </a:lnTo>
                  <a:lnTo>
                    <a:pt x="0" y="164"/>
                  </a:lnTo>
                  <a:lnTo>
                    <a:pt x="0" y="164"/>
                  </a:lnTo>
                  <a:lnTo>
                    <a:pt x="0" y="164"/>
                  </a:lnTo>
                  <a:lnTo>
                    <a:pt x="0" y="164"/>
                  </a:lnTo>
                  <a:lnTo>
                    <a:pt x="0" y="162"/>
                  </a:lnTo>
                  <a:lnTo>
                    <a:pt x="0" y="162"/>
                  </a:lnTo>
                  <a:lnTo>
                    <a:pt x="0" y="162"/>
                  </a:lnTo>
                  <a:lnTo>
                    <a:pt x="0" y="159"/>
                  </a:lnTo>
                  <a:lnTo>
                    <a:pt x="0" y="159"/>
                  </a:lnTo>
                  <a:lnTo>
                    <a:pt x="0" y="157"/>
                  </a:lnTo>
                  <a:lnTo>
                    <a:pt x="3" y="157"/>
                  </a:lnTo>
                  <a:lnTo>
                    <a:pt x="3" y="157"/>
                  </a:lnTo>
                  <a:lnTo>
                    <a:pt x="3" y="154"/>
                  </a:lnTo>
                  <a:lnTo>
                    <a:pt x="3" y="154"/>
                  </a:lnTo>
                  <a:lnTo>
                    <a:pt x="3" y="154"/>
                  </a:lnTo>
                  <a:lnTo>
                    <a:pt x="3" y="154"/>
                  </a:lnTo>
                  <a:lnTo>
                    <a:pt x="3" y="152"/>
                  </a:lnTo>
                  <a:lnTo>
                    <a:pt x="5" y="152"/>
                  </a:lnTo>
                  <a:lnTo>
                    <a:pt x="5" y="152"/>
                  </a:lnTo>
                  <a:lnTo>
                    <a:pt x="5" y="152"/>
                  </a:lnTo>
                  <a:lnTo>
                    <a:pt x="5" y="152"/>
                  </a:lnTo>
                  <a:lnTo>
                    <a:pt x="8" y="152"/>
                  </a:lnTo>
                  <a:lnTo>
                    <a:pt x="8" y="150"/>
                  </a:lnTo>
                  <a:lnTo>
                    <a:pt x="8" y="150"/>
                  </a:lnTo>
                  <a:lnTo>
                    <a:pt x="10" y="150"/>
                  </a:lnTo>
                  <a:lnTo>
                    <a:pt x="10" y="150"/>
                  </a:lnTo>
                  <a:lnTo>
                    <a:pt x="10" y="150"/>
                  </a:lnTo>
                  <a:lnTo>
                    <a:pt x="10" y="150"/>
                  </a:lnTo>
                  <a:lnTo>
                    <a:pt x="12" y="150"/>
                  </a:lnTo>
                  <a:lnTo>
                    <a:pt x="12" y="150"/>
                  </a:lnTo>
                  <a:lnTo>
                    <a:pt x="12" y="147"/>
                  </a:lnTo>
                  <a:lnTo>
                    <a:pt x="12" y="147"/>
                  </a:lnTo>
                  <a:lnTo>
                    <a:pt x="15" y="147"/>
                  </a:lnTo>
                  <a:lnTo>
                    <a:pt x="15" y="147"/>
                  </a:lnTo>
                  <a:lnTo>
                    <a:pt x="15" y="147"/>
                  </a:lnTo>
                  <a:lnTo>
                    <a:pt x="17" y="147"/>
                  </a:lnTo>
                  <a:lnTo>
                    <a:pt x="17" y="147"/>
                  </a:lnTo>
                  <a:lnTo>
                    <a:pt x="17" y="147"/>
                  </a:lnTo>
                  <a:lnTo>
                    <a:pt x="17" y="145"/>
                  </a:lnTo>
                  <a:lnTo>
                    <a:pt x="19" y="145"/>
                  </a:lnTo>
                  <a:lnTo>
                    <a:pt x="19" y="145"/>
                  </a:lnTo>
                  <a:lnTo>
                    <a:pt x="19" y="145"/>
                  </a:lnTo>
                  <a:lnTo>
                    <a:pt x="19" y="145"/>
                  </a:lnTo>
                  <a:lnTo>
                    <a:pt x="22" y="145"/>
                  </a:lnTo>
                  <a:lnTo>
                    <a:pt x="22" y="145"/>
                  </a:lnTo>
                  <a:lnTo>
                    <a:pt x="24" y="145"/>
                  </a:lnTo>
                  <a:lnTo>
                    <a:pt x="24" y="145"/>
                  </a:lnTo>
                  <a:lnTo>
                    <a:pt x="24" y="145"/>
                  </a:lnTo>
                  <a:lnTo>
                    <a:pt x="24" y="145"/>
                  </a:lnTo>
                  <a:lnTo>
                    <a:pt x="26" y="145"/>
                  </a:lnTo>
                  <a:lnTo>
                    <a:pt x="26" y="143"/>
                  </a:lnTo>
                  <a:lnTo>
                    <a:pt x="26" y="143"/>
                  </a:lnTo>
                  <a:lnTo>
                    <a:pt x="26" y="143"/>
                  </a:lnTo>
                  <a:lnTo>
                    <a:pt x="29" y="143"/>
                  </a:lnTo>
                  <a:lnTo>
                    <a:pt x="29" y="143"/>
                  </a:lnTo>
                  <a:lnTo>
                    <a:pt x="29" y="143"/>
                  </a:lnTo>
                  <a:lnTo>
                    <a:pt x="31" y="143"/>
                  </a:lnTo>
                  <a:lnTo>
                    <a:pt x="31" y="143"/>
                  </a:lnTo>
                  <a:lnTo>
                    <a:pt x="31" y="140"/>
                  </a:lnTo>
                  <a:lnTo>
                    <a:pt x="31" y="140"/>
                  </a:lnTo>
                  <a:lnTo>
                    <a:pt x="34" y="140"/>
                  </a:lnTo>
                  <a:lnTo>
                    <a:pt x="34" y="140"/>
                  </a:lnTo>
                  <a:lnTo>
                    <a:pt x="34" y="140"/>
                  </a:lnTo>
                  <a:lnTo>
                    <a:pt x="34" y="140"/>
                  </a:lnTo>
                  <a:lnTo>
                    <a:pt x="36" y="140"/>
                  </a:lnTo>
                  <a:lnTo>
                    <a:pt x="36" y="140"/>
                  </a:lnTo>
                  <a:lnTo>
                    <a:pt x="36" y="138"/>
                  </a:lnTo>
                  <a:lnTo>
                    <a:pt x="38" y="138"/>
                  </a:lnTo>
                  <a:lnTo>
                    <a:pt x="38" y="138"/>
                  </a:lnTo>
                  <a:lnTo>
                    <a:pt x="38" y="138"/>
                  </a:lnTo>
                  <a:lnTo>
                    <a:pt x="38" y="138"/>
                  </a:lnTo>
                  <a:lnTo>
                    <a:pt x="41" y="138"/>
                  </a:lnTo>
                  <a:lnTo>
                    <a:pt x="41" y="138"/>
                  </a:lnTo>
                  <a:lnTo>
                    <a:pt x="43" y="138"/>
                  </a:lnTo>
                  <a:lnTo>
                    <a:pt x="43" y="135"/>
                  </a:lnTo>
                  <a:lnTo>
                    <a:pt x="43" y="135"/>
                  </a:lnTo>
                  <a:lnTo>
                    <a:pt x="43" y="135"/>
                  </a:lnTo>
                  <a:lnTo>
                    <a:pt x="45" y="135"/>
                  </a:lnTo>
                  <a:lnTo>
                    <a:pt x="45" y="135"/>
                  </a:lnTo>
                  <a:lnTo>
                    <a:pt x="45" y="135"/>
                  </a:lnTo>
                  <a:lnTo>
                    <a:pt x="45" y="135"/>
                  </a:lnTo>
                  <a:lnTo>
                    <a:pt x="48" y="135"/>
                  </a:lnTo>
                  <a:lnTo>
                    <a:pt x="48" y="135"/>
                  </a:lnTo>
                  <a:lnTo>
                    <a:pt x="48" y="135"/>
                  </a:lnTo>
                  <a:lnTo>
                    <a:pt x="50" y="135"/>
                  </a:lnTo>
                  <a:lnTo>
                    <a:pt x="50" y="135"/>
                  </a:lnTo>
                  <a:lnTo>
                    <a:pt x="50" y="133"/>
                  </a:lnTo>
                  <a:lnTo>
                    <a:pt x="50" y="133"/>
                  </a:lnTo>
                  <a:lnTo>
                    <a:pt x="52" y="133"/>
                  </a:lnTo>
                  <a:lnTo>
                    <a:pt x="52" y="133"/>
                  </a:lnTo>
                  <a:lnTo>
                    <a:pt x="52" y="133"/>
                  </a:lnTo>
                  <a:lnTo>
                    <a:pt x="52" y="133"/>
                  </a:lnTo>
                  <a:lnTo>
                    <a:pt x="55" y="133"/>
                  </a:lnTo>
                  <a:lnTo>
                    <a:pt x="55" y="133"/>
                  </a:lnTo>
                  <a:lnTo>
                    <a:pt x="55" y="131"/>
                  </a:lnTo>
                  <a:lnTo>
                    <a:pt x="57" y="131"/>
                  </a:lnTo>
                  <a:lnTo>
                    <a:pt x="57" y="131"/>
                  </a:lnTo>
                  <a:lnTo>
                    <a:pt x="57" y="131"/>
                  </a:lnTo>
                  <a:lnTo>
                    <a:pt x="57" y="131"/>
                  </a:lnTo>
                  <a:lnTo>
                    <a:pt x="60" y="131"/>
                  </a:lnTo>
                  <a:lnTo>
                    <a:pt x="60" y="131"/>
                  </a:lnTo>
                  <a:lnTo>
                    <a:pt x="60" y="131"/>
                  </a:lnTo>
                  <a:lnTo>
                    <a:pt x="60" y="128"/>
                  </a:lnTo>
                  <a:lnTo>
                    <a:pt x="62" y="128"/>
                  </a:lnTo>
                  <a:lnTo>
                    <a:pt x="62" y="128"/>
                  </a:lnTo>
                  <a:lnTo>
                    <a:pt x="64" y="128"/>
                  </a:lnTo>
                  <a:lnTo>
                    <a:pt x="64" y="128"/>
                  </a:lnTo>
                  <a:lnTo>
                    <a:pt x="64" y="128"/>
                  </a:lnTo>
                  <a:lnTo>
                    <a:pt x="64" y="128"/>
                  </a:lnTo>
                  <a:lnTo>
                    <a:pt x="67" y="128"/>
                  </a:lnTo>
                  <a:lnTo>
                    <a:pt x="67" y="128"/>
                  </a:lnTo>
                  <a:lnTo>
                    <a:pt x="67" y="126"/>
                  </a:lnTo>
                  <a:lnTo>
                    <a:pt x="67" y="126"/>
                  </a:lnTo>
                  <a:lnTo>
                    <a:pt x="67" y="126"/>
                  </a:lnTo>
                  <a:lnTo>
                    <a:pt x="67" y="124"/>
                  </a:lnTo>
                  <a:lnTo>
                    <a:pt x="69" y="124"/>
                  </a:lnTo>
                  <a:lnTo>
                    <a:pt x="69" y="124"/>
                  </a:lnTo>
                  <a:lnTo>
                    <a:pt x="69" y="124"/>
                  </a:lnTo>
                  <a:lnTo>
                    <a:pt x="69" y="121"/>
                  </a:lnTo>
                  <a:lnTo>
                    <a:pt x="69" y="121"/>
                  </a:lnTo>
                  <a:lnTo>
                    <a:pt x="69" y="121"/>
                  </a:lnTo>
                  <a:lnTo>
                    <a:pt x="69" y="119"/>
                  </a:lnTo>
                  <a:lnTo>
                    <a:pt x="69" y="119"/>
                  </a:lnTo>
                  <a:lnTo>
                    <a:pt x="71" y="119"/>
                  </a:lnTo>
                  <a:lnTo>
                    <a:pt x="71" y="117"/>
                  </a:lnTo>
                  <a:lnTo>
                    <a:pt x="71" y="117"/>
                  </a:lnTo>
                  <a:lnTo>
                    <a:pt x="71" y="114"/>
                  </a:lnTo>
                  <a:lnTo>
                    <a:pt x="71" y="114"/>
                  </a:lnTo>
                  <a:lnTo>
                    <a:pt x="71" y="114"/>
                  </a:lnTo>
                  <a:lnTo>
                    <a:pt x="71" y="114"/>
                  </a:lnTo>
                  <a:lnTo>
                    <a:pt x="71" y="112"/>
                  </a:lnTo>
                  <a:lnTo>
                    <a:pt x="71" y="112"/>
                  </a:lnTo>
                  <a:lnTo>
                    <a:pt x="71" y="112"/>
                  </a:lnTo>
                  <a:lnTo>
                    <a:pt x="71" y="109"/>
                  </a:lnTo>
                  <a:lnTo>
                    <a:pt x="71" y="109"/>
                  </a:lnTo>
                  <a:lnTo>
                    <a:pt x="74" y="109"/>
                  </a:lnTo>
                  <a:lnTo>
                    <a:pt x="74" y="107"/>
                  </a:lnTo>
                  <a:lnTo>
                    <a:pt x="74" y="107"/>
                  </a:lnTo>
                  <a:lnTo>
                    <a:pt x="74" y="105"/>
                  </a:lnTo>
                  <a:lnTo>
                    <a:pt x="74" y="105"/>
                  </a:lnTo>
                  <a:lnTo>
                    <a:pt x="74" y="105"/>
                  </a:lnTo>
                  <a:lnTo>
                    <a:pt x="74" y="105"/>
                  </a:lnTo>
                  <a:lnTo>
                    <a:pt x="74" y="102"/>
                  </a:lnTo>
                  <a:lnTo>
                    <a:pt x="74" y="102"/>
                  </a:lnTo>
                  <a:lnTo>
                    <a:pt x="74" y="102"/>
                  </a:lnTo>
                  <a:lnTo>
                    <a:pt x="74" y="100"/>
                  </a:lnTo>
                  <a:lnTo>
                    <a:pt x="74" y="100"/>
                  </a:lnTo>
                  <a:lnTo>
                    <a:pt x="76" y="100"/>
                  </a:lnTo>
                  <a:lnTo>
                    <a:pt x="76" y="98"/>
                  </a:lnTo>
                  <a:lnTo>
                    <a:pt x="76" y="98"/>
                  </a:lnTo>
                  <a:lnTo>
                    <a:pt x="76" y="95"/>
                  </a:lnTo>
                  <a:lnTo>
                    <a:pt x="76" y="95"/>
                  </a:lnTo>
                  <a:lnTo>
                    <a:pt x="76" y="95"/>
                  </a:lnTo>
                  <a:lnTo>
                    <a:pt x="76" y="95"/>
                  </a:lnTo>
                  <a:lnTo>
                    <a:pt x="76" y="93"/>
                  </a:lnTo>
                  <a:lnTo>
                    <a:pt x="79" y="93"/>
                  </a:lnTo>
                  <a:lnTo>
                    <a:pt x="79" y="93"/>
                  </a:lnTo>
                  <a:lnTo>
                    <a:pt x="79" y="90"/>
                  </a:lnTo>
                  <a:lnTo>
                    <a:pt x="79" y="90"/>
                  </a:lnTo>
                  <a:lnTo>
                    <a:pt x="79" y="90"/>
                  </a:lnTo>
                  <a:lnTo>
                    <a:pt x="79" y="88"/>
                  </a:lnTo>
                  <a:lnTo>
                    <a:pt x="79" y="88"/>
                  </a:lnTo>
                  <a:lnTo>
                    <a:pt x="79" y="88"/>
                  </a:lnTo>
                  <a:lnTo>
                    <a:pt x="79" y="86"/>
                  </a:lnTo>
                  <a:lnTo>
                    <a:pt x="79" y="86"/>
                  </a:lnTo>
                  <a:lnTo>
                    <a:pt x="79" y="86"/>
                  </a:lnTo>
                  <a:lnTo>
                    <a:pt x="81" y="86"/>
                  </a:lnTo>
                  <a:lnTo>
                    <a:pt x="81" y="83"/>
                  </a:lnTo>
                  <a:lnTo>
                    <a:pt x="81" y="83"/>
                  </a:lnTo>
                  <a:lnTo>
                    <a:pt x="81" y="81"/>
                  </a:lnTo>
                  <a:lnTo>
                    <a:pt x="81" y="81"/>
                  </a:lnTo>
                  <a:lnTo>
                    <a:pt x="81" y="81"/>
                  </a:lnTo>
                  <a:lnTo>
                    <a:pt x="81" y="79"/>
                  </a:lnTo>
                  <a:lnTo>
                    <a:pt x="81" y="79"/>
                  </a:lnTo>
                  <a:lnTo>
                    <a:pt x="83" y="79"/>
                  </a:lnTo>
                  <a:lnTo>
                    <a:pt x="83" y="76"/>
                  </a:lnTo>
                  <a:lnTo>
                    <a:pt x="83" y="76"/>
                  </a:lnTo>
                  <a:lnTo>
                    <a:pt x="83" y="74"/>
                  </a:lnTo>
                  <a:lnTo>
                    <a:pt x="81" y="74"/>
                  </a:lnTo>
                  <a:lnTo>
                    <a:pt x="81" y="74"/>
                  </a:lnTo>
                  <a:lnTo>
                    <a:pt x="81" y="74"/>
                  </a:lnTo>
                  <a:lnTo>
                    <a:pt x="81" y="74"/>
                  </a:lnTo>
                  <a:lnTo>
                    <a:pt x="81" y="72"/>
                  </a:lnTo>
                  <a:lnTo>
                    <a:pt x="79" y="72"/>
                  </a:lnTo>
                  <a:lnTo>
                    <a:pt x="79" y="72"/>
                  </a:lnTo>
                  <a:lnTo>
                    <a:pt x="79" y="72"/>
                  </a:lnTo>
                  <a:lnTo>
                    <a:pt x="79" y="69"/>
                  </a:lnTo>
                  <a:lnTo>
                    <a:pt x="79" y="69"/>
                  </a:lnTo>
                  <a:lnTo>
                    <a:pt x="79" y="69"/>
                  </a:lnTo>
                  <a:lnTo>
                    <a:pt x="79" y="67"/>
                  </a:lnTo>
                  <a:lnTo>
                    <a:pt x="79" y="67"/>
                  </a:lnTo>
                  <a:lnTo>
                    <a:pt x="76" y="67"/>
                  </a:lnTo>
                  <a:lnTo>
                    <a:pt x="76" y="64"/>
                  </a:lnTo>
                  <a:lnTo>
                    <a:pt x="76" y="64"/>
                  </a:lnTo>
                  <a:lnTo>
                    <a:pt x="76" y="64"/>
                  </a:lnTo>
                  <a:lnTo>
                    <a:pt x="76" y="64"/>
                  </a:lnTo>
                  <a:lnTo>
                    <a:pt x="74" y="64"/>
                  </a:lnTo>
                  <a:lnTo>
                    <a:pt x="74" y="62"/>
                  </a:lnTo>
                  <a:lnTo>
                    <a:pt x="74" y="62"/>
                  </a:lnTo>
                  <a:lnTo>
                    <a:pt x="74" y="62"/>
                  </a:lnTo>
                  <a:lnTo>
                    <a:pt x="74" y="60"/>
                  </a:lnTo>
                  <a:lnTo>
                    <a:pt x="74" y="60"/>
                  </a:lnTo>
                  <a:lnTo>
                    <a:pt x="74" y="60"/>
                  </a:lnTo>
                  <a:lnTo>
                    <a:pt x="71" y="60"/>
                  </a:lnTo>
                  <a:lnTo>
                    <a:pt x="71" y="57"/>
                  </a:lnTo>
                  <a:lnTo>
                    <a:pt x="71" y="57"/>
                  </a:lnTo>
                  <a:lnTo>
                    <a:pt x="71" y="55"/>
                  </a:lnTo>
                  <a:lnTo>
                    <a:pt x="71" y="55"/>
                  </a:lnTo>
                  <a:lnTo>
                    <a:pt x="71" y="55"/>
                  </a:lnTo>
                  <a:lnTo>
                    <a:pt x="71" y="53"/>
                  </a:lnTo>
                  <a:lnTo>
                    <a:pt x="71" y="53"/>
                  </a:lnTo>
                  <a:lnTo>
                    <a:pt x="71" y="50"/>
                  </a:lnTo>
                  <a:lnTo>
                    <a:pt x="71" y="50"/>
                  </a:lnTo>
                  <a:lnTo>
                    <a:pt x="74" y="50"/>
                  </a:lnTo>
                  <a:lnTo>
                    <a:pt x="74" y="48"/>
                  </a:lnTo>
                  <a:lnTo>
                    <a:pt x="74" y="48"/>
                  </a:lnTo>
                  <a:lnTo>
                    <a:pt x="74" y="45"/>
                  </a:lnTo>
                  <a:lnTo>
                    <a:pt x="74" y="45"/>
                  </a:lnTo>
                  <a:lnTo>
                    <a:pt x="74" y="45"/>
                  </a:lnTo>
                  <a:lnTo>
                    <a:pt x="74" y="45"/>
                  </a:lnTo>
                  <a:lnTo>
                    <a:pt x="74" y="45"/>
                  </a:lnTo>
                  <a:lnTo>
                    <a:pt x="74" y="43"/>
                  </a:lnTo>
                  <a:lnTo>
                    <a:pt x="76" y="43"/>
                  </a:lnTo>
                  <a:lnTo>
                    <a:pt x="76" y="43"/>
                  </a:lnTo>
                  <a:lnTo>
                    <a:pt x="76" y="41"/>
                  </a:lnTo>
                  <a:lnTo>
                    <a:pt x="76" y="41"/>
                  </a:lnTo>
                  <a:lnTo>
                    <a:pt x="76" y="41"/>
                  </a:lnTo>
                  <a:lnTo>
                    <a:pt x="76" y="38"/>
                  </a:lnTo>
                  <a:lnTo>
                    <a:pt x="76" y="38"/>
                  </a:lnTo>
                  <a:lnTo>
                    <a:pt x="79" y="38"/>
                  </a:lnTo>
                  <a:lnTo>
                    <a:pt x="79" y="36"/>
                  </a:lnTo>
                  <a:lnTo>
                    <a:pt x="79" y="36"/>
                  </a:lnTo>
                  <a:lnTo>
                    <a:pt x="79" y="36"/>
                  </a:lnTo>
                  <a:lnTo>
                    <a:pt x="79" y="36"/>
                  </a:lnTo>
                  <a:lnTo>
                    <a:pt x="79" y="34"/>
                  </a:lnTo>
                  <a:lnTo>
                    <a:pt x="79" y="34"/>
                  </a:lnTo>
                  <a:lnTo>
                    <a:pt x="79" y="34"/>
                  </a:lnTo>
                  <a:lnTo>
                    <a:pt x="79" y="31"/>
                  </a:lnTo>
                  <a:lnTo>
                    <a:pt x="81" y="31"/>
                  </a:lnTo>
                  <a:lnTo>
                    <a:pt x="81" y="31"/>
                  </a:lnTo>
                  <a:lnTo>
                    <a:pt x="81" y="29"/>
                  </a:lnTo>
                  <a:lnTo>
                    <a:pt x="81" y="29"/>
                  </a:lnTo>
                  <a:lnTo>
                    <a:pt x="79" y="29"/>
                  </a:lnTo>
                  <a:lnTo>
                    <a:pt x="79" y="26"/>
                  </a:lnTo>
                  <a:lnTo>
                    <a:pt x="79" y="26"/>
                  </a:lnTo>
                  <a:lnTo>
                    <a:pt x="79" y="26"/>
                  </a:lnTo>
                  <a:lnTo>
                    <a:pt x="79" y="26"/>
                  </a:lnTo>
                  <a:lnTo>
                    <a:pt x="79" y="26"/>
                  </a:lnTo>
                  <a:lnTo>
                    <a:pt x="81" y="26"/>
                  </a:lnTo>
                  <a:lnTo>
                    <a:pt x="81" y="26"/>
                  </a:lnTo>
                  <a:lnTo>
                    <a:pt x="81" y="24"/>
                  </a:lnTo>
                  <a:lnTo>
                    <a:pt x="83" y="24"/>
                  </a:lnTo>
                  <a:lnTo>
                    <a:pt x="83" y="24"/>
                  </a:lnTo>
                  <a:lnTo>
                    <a:pt x="83" y="24"/>
                  </a:lnTo>
                  <a:lnTo>
                    <a:pt x="86" y="24"/>
                  </a:lnTo>
                  <a:lnTo>
                    <a:pt x="86" y="26"/>
                  </a:lnTo>
                  <a:lnTo>
                    <a:pt x="86" y="26"/>
                  </a:lnTo>
                  <a:lnTo>
                    <a:pt x="86" y="24"/>
                  </a:lnTo>
                  <a:lnTo>
                    <a:pt x="86" y="24"/>
                  </a:lnTo>
                  <a:lnTo>
                    <a:pt x="88" y="24"/>
                  </a:lnTo>
                  <a:lnTo>
                    <a:pt x="88" y="24"/>
                  </a:lnTo>
                  <a:lnTo>
                    <a:pt x="90" y="24"/>
                  </a:lnTo>
                  <a:lnTo>
                    <a:pt x="90" y="24"/>
                  </a:lnTo>
                  <a:lnTo>
                    <a:pt x="90" y="22"/>
                  </a:lnTo>
                  <a:lnTo>
                    <a:pt x="90" y="22"/>
                  </a:lnTo>
                  <a:lnTo>
                    <a:pt x="88" y="22"/>
                  </a:lnTo>
                  <a:lnTo>
                    <a:pt x="88" y="19"/>
                  </a:lnTo>
                  <a:lnTo>
                    <a:pt x="88" y="19"/>
                  </a:lnTo>
                  <a:lnTo>
                    <a:pt x="88" y="19"/>
                  </a:lnTo>
                  <a:lnTo>
                    <a:pt x="88" y="19"/>
                  </a:lnTo>
                  <a:lnTo>
                    <a:pt x="86" y="19"/>
                  </a:lnTo>
                  <a:lnTo>
                    <a:pt x="86" y="19"/>
                  </a:lnTo>
                  <a:lnTo>
                    <a:pt x="86" y="19"/>
                  </a:lnTo>
                  <a:lnTo>
                    <a:pt x="86" y="19"/>
                  </a:lnTo>
                  <a:lnTo>
                    <a:pt x="86" y="17"/>
                  </a:lnTo>
                  <a:lnTo>
                    <a:pt x="86" y="17"/>
                  </a:lnTo>
                  <a:lnTo>
                    <a:pt x="86" y="17"/>
                  </a:lnTo>
                  <a:lnTo>
                    <a:pt x="86" y="15"/>
                  </a:lnTo>
                  <a:lnTo>
                    <a:pt x="86" y="15"/>
                  </a:lnTo>
                  <a:lnTo>
                    <a:pt x="86" y="15"/>
                  </a:lnTo>
                  <a:lnTo>
                    <a:pt x="86" y="15"/>
                  </a:lnTo>
                  <a:lnTo>
                    <a:pt x="86" y="12"/>
                  </a:lnTo>
                  <a:lnTo>
                    <a:pt x="86" y="12"/>
                  </a:lnTo>
                  <a:lnTo>
                    <a:pt x="86" y="10"/>
                  </a:lnTo>
                  <a:lnTo>
                    <a:pt x="86" y="10"/>
                  </a:lnTo>
                  <a:lnTo>
                    <a:pt x="86" y="10"/>
                  </a:lnTo>
                  <a:lnTo>
                    <a:pt x="86" y="8"/>
                  </a:lnTo>
                  <a:lnTo>
                    <a:pt x="86" y="8"/>
                  </a:lnTo>
                  <a:lnTo>
                    <a:pt x="86" y="5"/>
                  </a:lnTo>
                  <a:lnTo>
                    <a:pt x="86" y="5"/>
                  </a:lnTo>
                  <a:lnTo>
                    <a:pt x="86" y="5"/>
                  </a:lnTo>
                  <a:lnTo>
                    <a:pt x="86" y="5"/>
                  </a:lnTo>
                  <a:lnTo>
                    <a:pt x="86" y="3"/>
                  </a:lnTo>
                  <a:lnTo>
                    <a:pt x="86" y="3"/>
                  </a:lnTo>
                  <a:lnTo>
                    <a:pt x="86" y="3"/>
                  </a:lnTo>
                  <a:lnTo>
                    <a:pt x="86" y="3"/>
                  </a:lnTo>
                  <a:lnTo>
                    <a:pt x="86" y="0"/>
                  </a:lnTo>
                  <a:lnTo>
                    <a:pt x="88" y="0"/>
                  </a:lnTo>
                  <a:lnTo>
                    <a:pt x="88" y="0"/>
                  </a:lnTo>
                  <a:lnTo>
                    <a:pt x="88" y="0"/>
                  </a:lnTo>
                  <a:lnTo>
                    <a:pt x="90" y="0"/>
                  </a:lnTo>
                  <a:lnTo>
                    <a:pt x="90" y="0"/>
                  </a:lnTo>
                  <a:lnTo>
                    <a:pt x="90" y="0"/>
                  </a:lnTo>
                  <a:lnTo>
                    <a:pt x="90" y="3"/>
                  </a:lnTo>
                  <a:lnTo>
                    <a:pt x="90" y="3"/>
                  </a:lnTo>
                  <a:lnTo>
                    <a:pt x="90" y="3"/>
                  </a:lnTo>
                  <a:lnTo>
                    <a:pt x="90" y="5"/>
                  </a:lnTo>
                  <a:lnTo>
                    <a:pt x="90" y="5"/>
                  </a:lnTo>
                  <a:lnTo>
                    <a:pt x="90" y="5"/>
                  </a:lnTo>
                  <a:lnTo>
                    <a:pt x="90" y="5"/>
                  </a:lnTo>
                  <a:lnTo>
                    <a:pt x="90" y="5"/>
                  </a:lnTo>
                  <a:lnTo>
                    <a:pt x="93" y="5"/>
                  </a:lnTo>
                  <a:lnTo>
                    <a:pt x="93" y="5"/>
                  </a:lnTo>
                  <a:lnTo>
                    <a:pt x="93" y="5"/>
                  </a:lnTo>
                  <a:lnTo>
                    <a:pt x="93" y="5"/>
                  </a:lnTo>
                  <a:lnTo>
                    <a:pt x="93" y="5"/>
                  </a:lnTo>
                  <a:lnTo>
                    <a:pt x="95" y="5"/>
                  </a:lnTo>
                  <a:lnTo>
                    <a:pt x="95" y="5"/>
                  </a:lnTo>
                  <a:lnTo>
                    <a:pt x="95" y="3"/>
                  </a:lnTo>
                  <a:lnTo>
                    <a:pt x="97" y="3"/>
                  </a:lnTo>
                  <a:lnTo>
                    <a:pt x="97" y="3"/>
                  </a:lnTo>
                  <a:lnTo>
                    <a:pt x="97" y="0"/>
                  </a:lnTo>
                  <a:lnTo>
                    <a:pt x="97" y="0"/>
                  </a:lnTo>
                  <a:lnTo>
                    <a:pt x="97" y="0"/>
                  </a:lnTo>
                  <a:lnTo>
                    <a:pt x="97" y="0"/>
                  </a:lnTo>
                  <a:lnTo>
                    <a:pt x="97" y="0"/>
                  </a:lnTo>
                  <a:lnTo>
                    <a:pt x="97"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1" name="Freeform 269"/>
            <p:cNvSpPr>
              <a:spLocks/>
            </p:cNvSpPr>
            <p:nvPr/>
          </p:nvSpPr>
          <p:spPr bwMode="auto">
            <a:xfrm>
              <a:off x="3059113" y="3321050"/>
              <a:ext cx="179388" cy="146050"/>
            </a:xfrm>
            <a:custGeom>
              <a:avLst/>
              <a:gdLst/>
              <a:ahLst/>
              <a:cxnLst>
                <a:cxn ang="0">
                  <a:pos x="14" y="47"/>
                </a:cxn>
                <a:cxn ang="0">
                  <a:pos x="19" y="54"/>
                </a:cxn>
                <a:cxn ang="0">
                  <a:pos x="21" y="57"/>
                </a:cxn>
                <a:cxn ang="0">
                  <a:pos x="26" y="52"/>
                </a:cxn>
                <a:cxn ang="0">
                  <a:pos x="31" y="47"/>
                </a:cxn>
                <a:cxn ang="0">
                  <a:pos x="40" y="50"/>
                </a:cxn>
                <a:cxn ang="0">
                  <a:pos x="45" y="50"/>
                </a:cxn>
                <a:cxn ang="0">
                  <a:pos x="50" y="47"/>
                </a:cxn>
                <a:cxn ang="0">
                  <a:pos x="47" y="45"/>
                </a:cxn>
                <a:cxn ang="0">
                  <a:pos x="50" y="50"/>
                </a:cxn>
                <a:cxn ang="0">
                  <a:pos x="57" y="50"/>
                </a:cxn>
                <a:cxn ang="0">
                  <a:pos x="57" y="47"/>
                </a:cxn>
                <a:cxn ang="0">
                  <a:pos x="59" y="45"/>
                </a:cxn>
                <a:cxn ang="0">
                  <a:pos x="64" y="47"/>
                </a:cxn>
                <a:cxn ang="0">
                  <a:pos x="68" y="43"/>
                </a:cxn>
                <a:cxn ang="0">
                  <a:pos x="73" y="36"/>
                </a:cxn>
                <a:cxn ang="0">
                  <a:pos x="78" y="31"/>
                </a:cxn>
                <a:cxn ang="0">
                  <a:pos x="83" y="28"/>
                </a:cxn>
                <a:cxn ang="0">
                  <a:pos x="87" y="24"/>
                </a:cxn>
                <a:cxn ang="0">
                  <a:pos x="92" y="17"/>
                </a:cxn>
                <a:cxn ang="0">
                  <a:pos x="97" y="12"/>
                </a:cxn>
                <a:cxn ang="0">
                  <a:pos x="102" y="7"/>
                </a:cxn>
                <a:cxn ang="0">
                  <a:pos x="106" y="2"/>
                </a:cxn>
                <a:cxn ang="0">
                  <a:pos x="109" y="7"/>
                </a:cxn>
                <a:cxn ang="0">
                  <a:pos x="111" y="12"/>
                </a:cxn>
                <a:cxn ang="0">
                  <a:pos x="113" y="19"/>
                </a:cxn>
                <a:cxn ang="0">
                  <a:pos x="113" y="28"/>
                </a:cxn>
                <a:cxn ang="0">
                  <a:pos x="109" y="33"/>
                </a:cxn>
                <a:cxn ang="0">
                  <a:pos x="106" y="28"/>
                </a:cxn>
                <a:cxn ang="0">
                  <a:pos x="102" y="31"/>
                </a:cxn>
                <a:cxn ang="0">
                  <a:pos x="102" y="40"/>
                </a:cxn>
                <a:cxn ang="0">
                  <a:pos x="102" y="47"/>
                </a:cxn>
                <a:cxn ang="0">
                  <a:pos x="106" y="52"/>
                </a:cxn>
                <a:cxn ang="0">
                  <a:pos x="99" y="52"/>
                </a:cxn>
                <a:cxn ang="0">
                  <a:pos x="95" y="57"/>
                </a:cxn>
                <a:cxn ang="0">
                  <a:pos x="95" y="64"/>
                </a:cxn>
                <a:cxn ang="0">
                  <a:pos x="92" y="71"/>
                </a:cxn>
                <a:cxn ang="0">
                  <a:pos x="87" y="78"/>
                </a:cxn>
                <a:cxn ang="0">
                  <a:pos x="87" y="88"/>
                </a:cxn>
                <a:cxn ang="0">
                  <a:pos x="83" y="92"/>
                </a:cxn>
                <a:cxn ang="0">
                  <a:pos x="76" y="90"/>
                </a:cxn>
                <a:cxn ang="0">
                  <a:pos x="66" y="88"/>
                </a:cxn>
                <a:cxn ang="0">
                  <a:pos x="59" y="85"/>
                </a:cxn>
                <a:cxn ang="0">
                  <a:pos x="52" y="85"/>
                </a:cxn>
                <a:cxn ang="0">
                  <a:pos x="42" y="83"/>
                </a:cxn>
                <a:cxn ang="0">
                  <a:pos x="35" y="83"/>
                </a:cxn>
                <a:cxn ang="0">
                  <a:pos x="28" y="81"/>
                </a:cxn>
                <a:cxn ang="0">
                  <a:pos x="21" y="78"/>
                </a:cxn>
                <a:cxn ang="0">
                  <a:pos x="16" y="73"/>
                </a:cxn>
                <a:cxn ang="0">
                  <a:pos x="16" y="64"/>
                </a:cxn>
                <a:cxn ang="0">
                  <a:pos x="14" y="57"/>
                </a:cxn>
                <a:cxn ang="0">
                  <a:pos x="7" y="52"/>
                </a:cxn>
                <a:cxn ang="0">
                  <a:pos x="2" y="47"/>
                </a:cxn>
                <a:cxn ang="0">
                  <a:pos x="2" y="40"/>
                </a:cxn>
                <a:cxn ang="0">
                  <a:pos x="7" y="40"/>
                </a:cxn>
                <a:cxn ang="0">
                  <a:pos x="7" y="40"/>
                </a:cxn>
                <a:cxn ang="0">
                  <a:pos x="7" y="45"/>
                </a:cxn>
                <a:cxn ang="0">
                  <a:pos x="9" y="45"/>
                </a:cxn>
              </a:cxnLst>
              <a:rect l="0" t="0" r="r" b="b"/>
              <a:pathLst>
                <a:path w="113" h="92">
                  <a:moveTo>
                    <a:pt x="9" y="43"/>
                  </a:moveTo>
                  <a:lnTo>
                    <a:pt x="12" y="43"/>
                  </a:lnTo>
                  <a:lnTo>
                    <a:pt x="12" y="43"/>
                  </a:lnTo>
                  <a:lnTo>
                    <a:pt x="12" y="45"/>
                  </a:lnTo>
                  <a:lnTo>
                    <a:pt x="14" y="45"/>
                  </a:lnTo>
                  <a:lnTo>
                    <a:pt x="14" y="45"/>
                  </a:lnTo>
                  <a:lnTo>
                    <a:pt x="14" y="45"/>
                  </a:lnTo>
                  <a:lnTo>
                    <a:pt x="14" y="45"/>
                  </a:lnTo>
                  <a:lnTo>
                    <a:pt x="14" y="47"/>
                  </a:lnTo>
                  <a:lnTo>
                    <a:pt x="14" y="47"/>
                  </a:lnTo>
                  <a:lnTo>
                    <a:pt x="14" y="50"/>
                  </a:lnTo>
                  <a:lnTo>
                    <a:pt x="14" y="50"/>
                  </a:lnTo>
                  <a:lnTo>
                    <a:pt x="16" y="50"/>
                  </a:lnTo>
                  <a:lnTo>
                    <a:pt x="16" y="52"/>
                  </a:lnTo>
                  <a:lnTo>
                    <a:pt x="16" y="52"/>
                  </a:lnTo>
                  <a:lnTo>
                    <a:pt x="16" y="54"/>
                  </a:lnTo>
                  <a:lnTo>
                    <a:pt x="16" y="54"/>
                  </a:lnTo>
                  <a:lnTo>
                    <a:pt x="16" y="54"/>
                  </a:lnTo>
                  <a:lnTo>
                    <a:pt x="19" y="54"/>
                  </a:lnTo>
                  <a:lnTo>
                    <a:pt x="19" y="54"/>
                  </a:lnTo>
                  <a:lnTo>
                    <a:pt x="21" y="54"/>
                  </a:lnTo>
                  <a:lnTo>
                    <a:pt x="21" y="54"/>
                  </a:lnTo>
                  <a:lnTo>
                    <a:pt x="21" y="54"/>
                  </a:lnTo>
                  <a:lnTo>
                    <a:pt x="19" y="54"/>
                  </a:lnTo>
                  <a:lnTo>
                    <a:pt x="19" y="57"/>
                  </a:lnTo>
                  <a:lnTo>
                    <a:pt x="21" y="57"/>
                  </a:lnTo>
                  <a:lnTo>
                    <a:pt x="21" y="57"/>
                  </a:lnTo>
                  <a:lnTo>
                    <a:pt x="21" y="57"/>
                  </a:lnTo>
                  <a:lnTo>
                    <a:pt x="21" y="57"/>
                  </a:lnTo>
                  <a:lnTo>
                    <a:pt x="21" y="57"/>
                  </a:lnTo>
                  <a:lnTo>
                    <a:pt x="21" y="54"/>
                  </a:lnTo>
                  <a:lnTo>
                    <a:pt x="21" y="54"/>
                  </a:lnTo>
                  <a:lnTo>
                    <a:pt x="21" y="54"/>
                  </a:lnTo>
                  <a:lnTo>
                    <a:pt x="21" y="54"/>
                  </a:lnTo>
                  <a:lnTo>
                    <a:pt x="21" y="54"/>
                  </a:lnTo>
                  <a:lnTo>
                    <a:pt x="24" y="54"/>
                  </a:lnTo>
                  <a:lnTo>
                    <a:pt x="24" y="54"/>
                  </a:lnTo>
                  <a:lnTo>
                    <a:pt x="26" y="54"/>
                  </a:lnTo>
                  <a:lnTo>
                    <a:pt x="26" y="54"/>
                  </a:lnTo>
                  <a:lnTo>
                    <a:pt x="26" y="52"/>
                  </a:lnTo>
                  <a:lnTo>
                    <a:pt x="26" y="52"/>
                  </a:lnTo>
                  <a:lnTo>
                    <a:pt x="28" y="52"/>
                  </a:lnTo>
                  <a:lnTo>
                    <a:pt x="28" y="52"/>
                  </a:lnTo>
                  <a:lnTo>
                    <a:pt x="28" y="52"/>
                  </a:lnTo>
                  <a:lnTo>
                    <a:pt x="28" y="50"/>
                  </a:lnTo>
                  <a:lnTo>
                    <a:pt x="28" y="50"/>
                  </a:lnTo>
                  <a:lnTo>
                    <a:pt x="31" y="50"/>
                  </a:lnTo>
                  <a:lnTo>
                    <a:pt x="31" y="50"/>
                  </a:lnTo>
                  <a:lnTo>
                    <a:pt x="31" y="50"/>
                  </a:lnTo>
                  <a:lnTo>
                    <a:pt x="31" y="47"/>
                  </a:lnTo>
                  <a:lnTo>
                    <a:pt x="33" y="47"/>
                  </a:lnTo>
                  <a:lnTo>
                    <a:pt x="33" y="47"/>
                  </a:lnTo>
                  <a:lnTo>
                    <a:pt x="33" y="47"/>
                  </a:lnTo>
                  <a:lnTo>
                    <a:pt x="33" y="50"/>
                  </a:lnTo>
                  <a:lnTo>
                    <a:pt x="35" y="50"/>
                  </a:lnTo>
                  <a:lnTo>
                    <a:pt x="35" y="50"/>
                  </a:lnTo>
                  <a:lnTo>
                    <a:pt x="35" y="50"/>
                  </a:lnTo>
                  <a:lnTo>
                    <a:pt x="38" y="50"/>
                  </a:lnTo>
                  <a:lnTo>
                    <a:pt x="38" y="50"/>
                  </a:lnTo>
                  <a:lnTo>
                    <a:pt x="40" y="50"/>
                  </a:lnTo>
                  <a:lnTo>
                    <a:pt x="40" y="50"/>
                  </a:lnTo>
                  <a:lnTo>
                    <a:pt x="40" y="50"/>
                  </a:lnTo>
                  <a:lnTo>
                    <a:pt x="42" y="50"/>
                  </a:lnTo>
                  <a:lnTo>
                    <a:pt x="42" y="50"/>
                  </a:lnTo>
                  <a:lnTo>
                    <a:pt x="42" y="50"/>
                  </a:lnTo>
                  <a:lnTo>
                    <a:pt x="42" y="47"/>
                  </a:lnTo>
                  <a:lnTo>
                    <a:pt x="45" y="47"/>
                  </a:lnTo>
                  <a:lnTo>
                    <a:pt x="45" y="50"/>
                  </a:lnTo>
                  <a:lnTo>
                    <a:pt x="45" y="50"/>
                  </a:lnTo>
                  <a:lnTo>
                    <a:pt x="45" y="50"/>
                  </a:lnTo>
                  <a:lnTo>
                    <a:pt x="47" y="50"/>
                  </a:lnTo>
                  <a:lnTo>
                    <a:pt x="47" y="50"/>
                  </a:lnTo>
                  <a:lnTo>
                    <a:pt x="47" y="50"/>
                  </a:lnTo>
                  <a:lnTo>
                    <a:pt x="47" y="50"/>
                  </a:lnTo>
                  <a:lnTo>
                    <a:pt x="47" y="50"/>
                  </a:lnTo>
                  <a:lnTo>
                    <a:pt x="50" y="50"/>
                  </a:lnTo>
                  <a:lnTo>
                    <a:pt x="50" y="50"/>
                  </a:lnTo>
                  <a:lnTo>
                    <a:pt x="50" y="50"/>
                  </a:lnTo>
                  <a:lnTo>
                    <a:pt x="50" y="50"/>
                  </a:lnTo>
                  <a:lnTo>
                    <a:pt x="50" y="47"/>
                  </a:lnTo>
                  <a:lnTo>
                    <a:pt x="50" y="47"/>
                  </a:lnTo>
                  <a:lnTo>
                    <a:pt x="47" y="47"/>
                  </a:lnTo>
                  <a:lnTo>
                    <a:pt x="47" y="47"/>
                  </a:lnTo>
                  <a:lnTo>
                    <a:pt x="47" y="47"/>
                  </a:lnTo>
                  <a:lnTo>
                    <a:pt x="45" y="47"/>
                  </a:lnTo>
                  <a:lnTo>
                    <a:pt x="45" y="47"/>
                  </a:lnTo>
                  <a:lnTo>
                    <a:pt x="45" y="45"/>
                  </a:lnTo>
                  <a:lnTo>
                    <a:pt x="45" y="45"/>
                  </a:lnTo>
                  <a:lnTo>
                    <a:pt x="45" y="45"/>
                  </a:lnTo>
                  <a:lnTo>
                    <a:pt x="47" y="45"/>
                  </a:lnTo>
                  <a:lnTo>
                    <a:pt x="47" y="45"/>
                  </a:lnTo>
                  <a:lnTo>
                    <a:pt x="47" y="45"/>
                  </a:lnTo>
                  <a:lnTo>
                    <a:pt x="50" y="45"/>
                  </a:lnTo>
                  <a:lnTo>
                    <a:pt x="50" y="45"/>
                  </a:lnTo>
                  <a:lnTo>
                    <a:pt x="50" y="45"/>
                  </a:lnTo>
                  <a:lnTo>
                    <a:pt x="50" y="47"/>
                  </a:lnTo>
                  <a:lnTo>
                    <a:pt x="50" y="47"/>
                  </a:lnTo>
                  <a:lnTo>
                    <a:pt x="50" y="47"/>
                  </a:lnTo>
                  <a:lnTo>
                    <a:pt x="50" y="50"/>
                  </a:lnTo>
                  <a:lnTo>
                    <a:pt x="50" y="50"/>
                  </a:lnTo>
                  <a:lnTo>
                    <a:pt x="52" y="50"/>
                  </a:lnTo>
                  <a:lnTo>
                    <a:pt x="52" y="50"/>
                  </a:lnTo>
                  <a:lnTo>
                    <a:pt x="52" y="52"/>
                  </a:lnTo>
                  <a:lnTo>
                    <a:pt x="54" y="52"/>
                  </a:lnTo>
                  <a:lnTo>
                    <a:pt x="54" y="52"/>
                  </a:lnTo>
                  <a:lnTo>
                    <a:pt x="54" y="52"/>
                  </a:lnTo>
                  <a:lnTo>
                    <a:pt x="57" y="52"/>
                  </a:lnTo>
                  <a:lnTo>
                    <a:pt x="57" y="52"/>
                  </a:lnTo>
                  <a:lnTo>
                    <a:pt x="57" y="50"/>
                  </a:lnTo>
                  <a:lnTo>
                    <a:pt x="57" y="50"/>
                  </a:lnTo>
                  <a:lnTo>
                    <a:pt x="54" y="50"/>
                  </a:lnTo>
                  <a:lnTo>
                    <a:pt x="54" y="50"/>
                  </a:lnTo>
                  <a:lnTo>
                    <a:pt x="54" y="50"/>
                  </a:lnTo>
                  <a:lnTo>
                    <a:pt x="54" y="50"/>
                  </a:lnTo>
                  <a:lnTo>
                    <a:pt x="54" y="47"/>
                  </a:lnTo>
                  <a:lnTo>
                    <a:pt x="54" y="47"/>
                  </a:lnTo>
                  <a:lnTo>
                    <a:pt x="54" y="47"/>
                  </a:lnTo>
                  <a:lnTo>
                    <a:pt x="54" y="47"/>
                  </a:lnTo>
                  <a:lnTo>
                    <a:pt x="57" y="47"/>
                  </a:lnTo>
                  <a:lnTo>
                    <a:pt x="57" y="47"/>
                  </a:lnTo>
                  <a:lnTo>
                    <a:pt x="59" y="47"/>
                  </a:lnTo>
                  <a:lnTo>
                    <a:pt x="59" y="45"/>
                  </a:lnTo>
                  <a:lnTo>
                    <a:pt x="57" y="45"/>
                  </a:lnTo>
                  <a:lnTo>
                    <a:pt x="57" y="45"/>
                  </a:lnTo>
                  <a:lnTo>
                    <a:pt x="57" y="45"/>
                  </a:lnTo>
                  <a:lnTo>
                    <a:pt x="57" y="45"/>
                  </a:lnTo>
                  <a:lnTo>
                    <a:pt x="59" y="45"/>
                  </a:lnTo>
                  <a:lnTo>
                    <a:pt x="59" y="43"/>
                  </a:lnTo>
                  <a:lnTo>
                    <a:pt x="59" y="43"/>
                  </a:lnTo>
                  <a:lnTo>
                    <a:pt x="59" y="45"/>
                  </a:lnTo>
                  <a:lnTo>
                    <a:pt x="59" y="45"/>
                  </a:lnTo>
                  <a:lnTo>
                    <a:pt x="59" y="45"/>
                  </a:lnTo>
                  <a:lnTo>
                    <a:pt x="59" y="47"/>
                  </a:lnTo>
                  <a:lnTo>
                    <a:pt x="61" y="47"/>
                  </a:lnTo>
                  <a:lnTo>
                    <a:pt x="61" y="47"/>
                  </a:lnTo>
                  <a:lnTo>
                    <a:pt x="61" y="47"/>
                  </a:lnTo>
                  <a:lnTo>
                    <a:pt x="61" y="47"/>
                  </a:lnTo>
                  <a:lnTo>
                    <a:pt x="64" y="47"/>
                  </a:lnTo>
                  <a:lnTo>
                    <a:pt x="64" y="47"/>
                  </a:lnTo>
                  <a:lnTo>
                    <a:pt x="64" y="47"/>
                  </a:lnTo>
                  <a:lnTo>
                    <a:pt x="64" y="45"/>
                  </a:lnTo>
                  <a:lnTo>
                    <a:pt x="64" y="45"/>
                  </a:lnTo>
                  <a:lnTo>
                    <a:pt x="66" y="45"/>
                  </a:lnTo>
                  <a:lnTo>
                    <a:pt x="66" y="45"/>
                  </a:lnTo>
                  <a:lnTo>
                    <a:pt x="66" y="43"/>
                  </a:lnTo>
                  <a:lnTo>
                    <a:pt x="66" y="43"/>
                  </a:lnTo>
                  <a:lnTo>
                    <a:pt x="66" y="43"/>
                  </a:lnTo>
                  <a:lnTo>
                    <a:pt x="68" y="43"/>
                  </a:lnTo>
                  <a:lnTo>
                    <a:pt x="68" y="43"/>
                  </a:lnTo>
                  <a:lnTo>
                    <a:pt x="68" y="43"/>
                  </a:lnTo>
                  <a:lnTo>
                    <a:pt x="68" y="40"/>
                  </a:lnTo>
                  <a:lnTo>
                    <a:pt x="68" y="40"/>
                  </a:lnTo>
                  <a:lnTo>
                    <a:pt x="68" y="40"/>
                  </a:lnTo>
                  <a:lnTo>
                    <a:pt x="71" y="40"/>
                  </a:lnTo>
                  <a:lnTo>
                    <a:pt x="71" y="40"/>
                  </a:lnTo>
                  <a:lnTo>
                    <a:pt x="71" y="38"/>
                  </a:lnTo>
                  <a:lnTo>
                    <a:pt x="73" y="38"/>
                  </a:lnTo>
                  <a:lnTo>
                    <a:pt x="73" y="38"/>
                  </a:lnTo>
                  <a:lnTo>
                    <a:pt x="73" y="38"/>
                  </a:lnTo>
                  <a:lnTo>
                    <a:pt x="73" y="36"/>
                  </a:lnTo>
                  <a:lnTo>
                    <a:pt x="73" y="36"/>
                  </a:lnTo>
                  <a:lnTo>
                    <a:pt x="76" y="36"/>
                  </a:lnTo>
                  <a:lnTo>
                    <a:pt x="76" y="36"/>
                  </a:lnTo>
                  <a:lnTo>
                    <a:pt x="76" y="36"/>
                  </a:lnTo>
                  <a:lnTo>
                    <a:pt x="76" y="33"/>
                  </a:lnTo>
                  <a:lnTo>
                    <a:pt x="76" y="33"/>
                  </a:lnTo>
                  <a:lnTo>
                    <a:pt x="76" y="33"/>
                  </a:lnTo>
                  <a:lnTo>
                    <a:pt x="76" y="33"/>
                  </a:lnTo>
                  <a:lnTo>
                    <a:pt x="78" y="33"/>
                  </a:lnTo>
                  <a:lnTo>
                    <a:pt x="78" y="31"/>
                  </a:lnTo>
                  <a:lnTo>
                    <a:pt x="78" y="31"/>
                  </a:lnTo>
                  <a:lnTo>
                    <a:pt x="80" y="31"/>
                  </a:lnTo>
                  <a:lnTo>
                    <a:pt x="80" y="31"/>
                  </a:lnTo>
                  <a:lnTo>
                    <a:pt x="80" y="31"/>
                  </a:lnTo>
                  <a:lnTo>
                    <a:pt x="80" y="31"/>
                  </a:lnTo>
                  <a:lnTo>
                    <a:pt x="80" y="28"/>
                  </a:lnTo>
                  <a:lnTo>
                    <a:pt x="83" y="28"/>
                  </a:lnTo>
                  <a:lnTo>
                    <a:pt x="83" y="28"/>
                  </a:lnTo>
                  <a:lnTo>
                    <a:pt x="83" y="28"/>
                  </a:lnTo>
                  <a:lnTo>
                    <a:pt x="83" y="28"/>
                  </a:lnTo>
                  <a:lnTo>
                    <a:pt x="85" y="28"/>
                  </a:lnTo>
                  <a:lnTo>
                    <a:pt x="85" y="26"/>
                  </a:lnTo>
                  <a:lnTo>
                    <a:pt x="85" y="26"/>
                  </a:lnTo>
                  <a:lnTo>
                    <a:pt x="85" y="26"/>
                  </a:lnTo>
                  <a:lnTo>
                    <a:pt x="87" y="26"/>
                  </a:lnTo>
                  <a:lnTo>
                    <a:pt x="87" y="24"/>
                  </a:lnTo>
                  <a:lnTo>
                    <a:pt x="87" y="24"/>
                  </a:lnTo>
                  <a:lnTo>
                    <a:pt x="87" y="24"/>
                  </a:lnTo>
                  <a:lnTo>
                    <a:pt x="87" y="24"/>
                  </a:lnTo>
                  <a:lnTo>
                    <a:pt x="87" y="24"/>
                  </a:lnTo>
                  <a:lnTo>
                    <a:pt x="87" y="21"/>
                  </a:lnTo>
                  <a:lnTo>
                    <a:pt x="90" y="21"/>
                  </a:lnTo>
                  <a:lnTo>
                    <a:pt x="90" y="21"/>
                  </a:lnTo>
                  <a:lnTo>
                    <a:pt x="90" y="21"/>
                  </a:lnTo>
                  <a:lnTo>
                    <a:pt x="90" y="19"/>
                  </a:lnTo>
                  <a:lnTo>
                    <a:pt x="90" y="19"/>
                  </a:lnTo>
                  <a:lnTo>
                    <a:pt x="90" y="19"/>
                  </a:lnTo>
                  <a:lnTo>
                    <a:pt x="92" y="19"/>
                  </a:lnTo>
                  <a:lnTo>
                    <a:pt x="92" y="17"/>
                  </a:lnTo>
                  <a:lnTo>
                    <a:pt x="92" y="17"/>
                  </a:lnTo>
                  <a:lnTo>
                    <a:pt x="92" y="17"/>
                  </a:lnTo>
                  <a:lnTo>
                    <a:pt x="95" y="17"/>
                  </a:lnTo>
                  <a:lnTo>
                    <a:pt x="95" y="14"/>
                  </a:lnTo>
                  <a:lnTo>
                    <a:pt x="95" y="14"/>
                  </a:lnTo>
                  <a:lnTo>
                    <a:pt x="95" y="14"/>
                  </a:lnTo>
                  <a:lnTo>
                    <a:pt x="95" y="14"/>
                  </a:lnTo>
                  <a:lnTo>
                    <a:pt x="95" y="14"/>
                  </a:lnTo>
                  <a:lnTo>
                    <a:pt x="95" y="12"/>
                  </a:lnTo>
                  <a:lnTo>
                    <a:pt x="97" y="12"/>
                  </a:lnTo>
                  <a:lnTo>
                    <a:pt x="97" y="12"/>
                  </a:lnTo>
                  <a:lnTo>
                    <a:pt x="97" y="12"/>
                  </a:lnTo>
                  <a:lnTo>
                    <a:pt x="99" y="12"/>
                  </a:lnTo>
                  <a:lnTo>
                    <a:pt x="99" y="12"/>
                  </a:lnTo>
                  <a:lnTo>
                    <a:pt x="99" y="12"/>
                  </a:lnTo>
                  <a:lnTo>
                    <a:pt x="99" y="9"/>
                  </a:lnTo>
                  <a:lnTo>
                    <a:pt x="99" y="9"/>
                  </a:lnTo>
                  <a:lnTo>
                    <a:pt x="102" y="9"/>
                  </a:lnTo>
                  <a:lnTo>
                    <a:pt x="102" y="9"/>
                  </a:lnTo>
                  <a:lnTo>
                    <a:pt x="102" y="9"/>
                  </a:lnTo>
                  <a:lnTo>
                    <a:pt x="102" y="7"/>
                  </a:lnTo>
                  <a:lnTo>
                    <a:pt x="104" y="7"/>
                  </a:lnTo>
                  <a:lnTo>
                    <a:pt x="104" y="7"/>
                  </a:lnTo>
                  <a:lnTo>
                    <a:pt x="104" y="7"/>
                  </a:lnTo>
                  <a:lnTo>
                    <a:pt x="104" y="5"/>
                  </a:lnTo>
                  <a:lnTo>
                    <a:pt x="106" y="5"/>
                  </a:lnTo>
                  <a:lnTo>
                    <a:pt x="106" y="5"/>
                  </a:lnTo>
                  <a:lnTo>
                    <a:pt x="106" y="5"/>
                  </a:lnTo>
                  <a:lnTo>
                    <a:pt x="106" y="5"/>
                  </a:lnTo>
                  <a:lnTo>
                    <a:pt x="106" y="2"/>
                  </a:lnTo>
                  <a:lnTo>
                    <a:pt x="106" y="2"/>
                  </a:lnTo>
                  <a:lnTo>
                    <a:pt x="106" y="0"/>
                  </a:lnTo>
                  <a:lnTo>
                    <a:pt x="106" y="0"/>
                  </a:lnTo>
                  <a:lnTo>
                    <a:pt x="109" y="0"/>
                  </a:lnTo>
                  <a:lnTo>
                    <a:pt x="109" y="0"/>
                  </a:lnTo>
                  <a:lnTo>
                    <a:pt x="109" y="2"/>
                  </a:lnTo>
                  <a:lnTo>
                    <a:pt x="109" y="2"/>
                  </a:lnTo>
                  <a:lnTo>
                    <a:pt x="109" y="5"/>
                  </a:lnTo>
                  <a:lnTo>
                    <a:pt x="109" y="5"/>
                  </a:lnTo>
                  <a:lnTo>
                    <a:pt x="109" y="5"/>
                  </a:lnTo>
                  <a:lnTo>
                    <a:pt x="109" y="7"/>
                  </a:lnTo>
                  <a:lnTo>
                    <a:pt x="109" y="7"/>
                  </a:lnTo>
                  <a:lnTo>
                    <a:pt x="109" y="7"/>
                  </a:lnTo>
                  <a:lnTo>
                    <a:pt x="109" y="7"/>
                  </a:lnTo>
                  <a:lnTo>
                    <a:pt x="109" y="9"/>
                  </a:lnTo>
                  <a:lnTo>
                    <a:pt x="109" y="9"/>
                  </a:lnTo>
                  <a:lnTo>
                    <a:pt x="109" y="12"/>
                  </a:lnTo>
                  <a:lnTo>
                    <a:pt x="109" y="12"/>
                  </a:lnTo>
                  <a:lnTo>
                    <a:pt x="109" y="12"/>
                  </a:lnTo>
                  <a:lnTo>
                    <a:pt x="111" y="12"/>
                  </a:lnTo>
                  <a:lnTo>
                    <a:pt x="111" y="12"/>
                  </a:lnTo>
                  <a:lnTo>
                    <a:pt x="113" y="12"/>
                  </a:lnTo>
                  <a:lnTo>
                    <a:pt x="113" y="12"/>
                  </a:lnTo>
                  <a:lnTo>
                    <a:pt x="113" y="14"/>
                  </a:lnTo>
                  <a:lnTo>
                    <a:pt x="113" y="14"/>
                  </a:lnTo>
                  <a:lnTo>
                    <a:pt x="113" y="14"/>
                  </a:lnTo>
                  <a:lnTo>
                    <a:pt x="113" y="17"/>
                  </a:lnTo>
                  <a:lnTo>
                    <a:pt x="113" y="17"/>
                  </a:lnTo>
                  <a:lnTo>
                    <a:pt x="113" y="19"/>
                  </a:lnTo>
                  <a:lnTo>
                    <a:pt x="113" y="19"/>
                  </a:lnTo>
                  <a:lnTo>
                    <a:pt x="113" y="19"/>
                  </a:lnTo>
                  <a:lnTo>
                    <a:pt x="113" y="21"/>
                  </a:lnTo>
                  <a:lnTo>
                    <a:pt x="113" y="21"/>
                  </a:lnTo>
                  <a:lnTo>
                    <a:pt x="113" y="21"/>
                  </a:lnTo>
                  <a:lnTo>
                    <a:pt x="113" y="24"/>
                  </a:lnTo>
                  <a:lnTo>
                    <a:pt x="113" y="24"/>
                  </a:lnTo>
                  <a:lnTo>
                    <a:pt x="113" y="24"/>
                  </a:lnTo>
                  <a:lnTo>
                    <a:pt x="113" y="26"/>
                  </a:lnTo>
                  <a:lnTo>
                    <a:pt x="113" y="26"/>
                  </a:lnTo>
                  <a:lnTo>
                    <a:pt x="113" y="28"/>
                  </a:lnTo>
                  <a:lnTo>
                    <a:pt x="113" y="28"/>
                  </a:lnTo>
                  <a:lnTo>
                    <a:pt x="113" y="28"/>
                  </a:lnTo>
                  <a:lnTo>
                    <a:pt x="113" y="31"/>
                  </a:lnTo>
                  <a:lnTo>
                    <a:pt x="113" y="31"/>
                  </a:lnTo>
                  <a:lnTo>
                    <a:pt x="111" y="31"/>
                  </a:lnTo>
                  <a:lnTo>
                    <a:pt x="111" y="33"/>
                  </a:lnTo>
                  <a:lnTo>
                    <a:pt x="111" y="33"/>
                  </a:lnTo>
                  <a:lnTo>
                    <a:pt x="109" y="33"/>
                  </a:lnTo>
                  <a:lnTo>
                    <a:pt x="109" y="33"/>
                  </a:lnTo>
                  <a:lnTo>
                    <a:pt x="109" y="33"/>
                  </a:lnTo>
                  <a:lnTo>
                    <a:pt x="109" y="33"/>
                  </a:lnTo>
                  <a:lnTo>
                    <a:pt x="109" y="33"/>
                  </a:lnTo>
                  <a:lnTo>
                    <a:pt x="106" y="33"/>
                  </a:lnTo>
                  <a:lnTo>
                    <a:pt x="106" y="33"/>
                  </a:lnTo>
                  <a:lnTo>
                    <a:pt x="106" y="33"/>
                  </a:lnTo>
                  <a:lnTo>
                    <a:pt x="106" y="33"/>
                  </a:lnTo>
                  <a:lnTo>
                    <a:pt x="106" y="33"/>
                  </a:lnTo>
                  <a:lnTo>
                    <a:pt x="106" y="31"/>
                  </a:lnTo>
                  <a:lnTo>
                    <a:pt x="106" y="31"/>
                  </a:lnTo>
                  <a:lnTo>
                    <a:pt x="106" y="31"/>
                  </a:lnTo>
                  <a:lnTo>
                    <a:pt x="106" y="28"/>
                  </a:lnTo>
                  <a:lnTo>
                    <a:pt x="106" y="28"/>
                  </a:lnTo>
                  <a:lnTo>
                    <a:pt x="106" y="28"/>
                  </a:lnTo>
                  <a:lnTo>
                    <a:pt x="104" y="28"/>
                  </a:lnTo>
                  <a:lnTo>
                    <a:pt x="104" y="28"/>
                  </a:lnTo>
                  <a:lnTo>
                    <a:pt x="104" y="28"/>
                  </a:lnTo>
                  <a:lnTo>
                    <a:pt x="102" y="28"/>
                  </a:lnTo>
                  <a:lnTo>
                    <a:pt x="102" y="31"/>
                  </a:lnTo>
                  <a:lnTo>
                    <a:pt x="102" y="31"/>
                  </a:lnTo>
                  <a:lnTo>
                    <a:pt x="102" y="31"/>
                  </a:lnTo>
                  <a:lnTo>
                    <a:pt x="102" y="31"/>
                  </a:lnTo>
                  <a:lnTo>
                    <a:pt x="102" y="33"/>
                  </a:lnTo>
                  <a:lnTo>
                    <a:pt x="102" y="33"/>
                  </a:lnTo>
                  <a:lnTo>
                    <a:pt x="102" y="33"/>
                  </a:lnTo>
                  <a:lnTo>
                    <a:pt x="102" y="33"/>
                  </a:lnTo>
                  <a:lnTo>
                    <a:pt x="102" y="36"/>
                  </a:lnTo>
                  <a:lnTo>
                    <a:pt x="102" y="36"/>
                  </a:lnTo>
                  <a:lnTo>
                    <a:pt x="102" y="38"/>
                  </a:lnTo>
                  <a:lnTo>
                    <a:pt x="102" y="38"/>
                  </a:lnTo>
                  <a:lnTo>
                    <a:pt x="102" y="38"/>
                  </a:lnTo>
                  <a:lnTo>
                    <a:pt x="102" y="40"/>
                  </a:lnTo>
                  <a:lnTo>
                    <a:pt x="102" y="40"/>
                  </a:lnTo>
                  <a:lnTo>
                    <a:pt x="102" y="43"/>
                  </a:lnTo>
                  <a:lnTo>
                    <a:pt x="102" y="43"/>
                  </a:lnTo>
                  <a:lnTo>
                    <a:pt x="102" y="43"/>
                  </a:lnTo>
                  <a:lnTo>
                    <a:pt x="102" y="43"/>
                  </a:lnTo>
                  <a:lnTo>
                    <a:pt x="102" y="45"/>
                  </a:lnTo>
                  <a:lnTo>
                    <a:pt x="102" y="45"/>
                  </a:lnTo>
                  <a:lnTo>
                    <a:pt x="102" y="45"/>
                  </a:lnTo>
                  <a:lnTo>
                    <a:pt x="102" y="47"/>
                  </a:lnTo>
                  <a:lnTo>
                    <a:pt x="102" y="47"/>
                  </a:lnTo>
                  <a:lnTo>
                    <a:pt x="102" y="47"/>
                  </a:lnTo>
                  <a:lnTo>
                    <a:pt x="102" y="47"/>
                  </a:lnTo>
                  <a:lnTo>
                    <a:pt x="104" y="47"/>
                  </a:lnTo>
                  <a:lnTo>
                    <a:pt x="104" y="47"/>
                  </a:lnTo>
                  <a:lnTo>
                    <a:pt x="104" y="47"/>
                  </a:lnTo>
                  <a:lnTo>
                    <a:pt x="104" y="47"/>
                  </a:lnTo>
                  <a:lnTo>
                    <a:pt x="104" y="50"/>
                  </a:lnTo>
                  <a:lnTo>
                    <a:pt x="106" y="50"/>
                  </a:lnTo>
                  <a:lnTo>
                    <a:pt x="106" y="50"/>
                  </a:lnTo>
                  <a:lnTo>
                    <a:pt x="106" y="52"/>
                  </a:lnTo>
                  <a:lnTo>
                    <a:pt x="106" y="52"/>
                  </a:lnTo>
                  <a:lnTo>
                    <a:pt x="104" y="52"/>
                  </a:lnTo>
                  <a:lnTo>
                    <a:pt x="104" y="52"/>
                  </a:lnTo>
                  <a:lnTo>
                    <a:pt x="102" y="52"/>
                  </a:lnTo>
                  <a:lnTo>
                    <a:pt x="102" y="52"/>
                  </a:lnTo>
                  <a:lnTo>
                    <a:pt x="102" y="54"/>
                  </a:lnTo>
                  <a:lnTo>
                    <a:pt x="102" y="54"/>
                  </a:lnTo>
                  <a:lnTo>
                    <a:pt x="102" y="52"/>
                  </a:lnTo>
                  <a:lnTo>
                    <a:pt x="99" y="52"/>
                  </a:lnTo>
                  <a:lnTo>
                    <a:pt x="99" y="52"/>
                  </a:lnTo>
                  <a:lnTo>
                    <a:pt x="99" y="52"/>
                  </a:lnTo>
                  <a:lnTo>
                    <a:pt x="97" y="52"/>
                  </a:lnTo>
                  <a:lnTo>
                    <a:pt x="97" y="54"/>
                  </a:lnTo>
                  <a:lnTo>
                    <a:pt x="97" y="54"/>
                  </a:lnTo>
                  <a:lnTo>
                    <a:pt x="95" y="54"/>
                  </a:lnTo>
                  <a:lnTo>
                    <a:pt x="95" y="54"/>
                  </a:lnTo>
                  <a:lnTo>
                    <a:pt x="95" y="54"/>
                  </a:lnTo>
                  <a:lnTo>
                    <a:pt x="95" y="54"/>
                  </a:lnTo>
                  <a:lnTo>
                    <a:pt x="95" y="54"/>
                  </a:lnTo>
                  <a:lnTo>
                    <a:pt x="95" y="57"/>
                  </a:lnTo>
                  <a:lnTo>
                    <a:pt x="97" y="57"/>
                  </a:lnTo>
                  <a:lnTo>
                    <a:pt x="97" y="57"/>
                  </a:lnTo>
                  <a:lnTo>
                    <a:pt x="97" y="59"/>
                  </a:lnTo>
                  <a:lnTo>
                    <a:pt x="97" y="59"/>
                  </a:lnTo>
                  <a:lnTo>
                    <a:pt x="95" y="59"/>
                  </a:lnTo>
                  <a:lnTo>
                    <a:pt x="95" y="62"/>
                  </a:lnTo>
                  <a:lnTo>
                    <a:pt x="95" y="62"/>
                  </a:lnTo>
                  <a:lnTo>
                    <a:pt x="95" y="62"/>
                  </a:lnTo>
                  <a:lnTo>
                    <a:pt x="95" y="64"/>
                  </a:lnTo>
                  <a:lnTo>
                    <a:pt x="95" y="64"/>
                  </a:lnTo>
                  <a:lnTo>
                    <a:pt x="95" y="64"/>
                  </a:lnTo>
                  <a:lnTo>
                    <a:pt x="95" y="64"/>
                  </a:lnTo>
                  <a:lnTo>
                    <a:pt x="95" y="66"/>
                  </a:lnTo>
                  <a:lnTo>
                    <a:pt x="92" y="66"/>
                  </a:lnTo>
                  <a:lnTo>
                    <a:pt x="92" y="66"/>
                  </a:lnTo>
                  <a:lnTo>
                    <a:pt x="92" y="69"/>
                  </a:lnTo>
                  <a:lnTo>
                    <a:pt x="92" y="69"/>
                  </a:lnTo>
                  <a:lnTo>
                    <a:pt x="92" y="69"/>
                  </a:lnTo>
                  <a:lnTo>
                    <a:pt x="92" y="71"/>
                  </a:lnTo>
                  <a:lnTo>
                    <a:pt x="92" y="71"/>
                  </a:lnTo>
                  <a:lnTo>
                    <a:pt x="90" y="71"/>
                  </a:lnTo>
                  <a:lnTo>
                    <a:pt x="90" y="73"/>
                  </a:lnTo>
                  <a:lnTo>
                    <a:pt x="90" y="73"/>
                  </a:lnTo>
                  <a:lnTo>
                    <a:pt x="90" y="73"/>
                  </a:lnTo>
                  <a:lnTo>
                    <a:pt x="90" y="73"/>
                  </a:lnTo>
                  <a:lnTo>
                    <a:pt x="90" y="73"/>
                  </a:lnTo>
                  <a:lnTo>
                    <a:pt x="90" y="76"/>
                  </a:lnTo>
                  <a:lnTo>
                    <a:pt x="90" y="76"/>
                  </a:lnTo>
                  <a:lnTo>
                    <a:pt x="90" y="78"/>
                  </a:lnTo>
                  <a:lnTo>
                    <a:pt x="87" y="78"/>
                  </a:lnTo>
                  <a:lnTo>
                    <a:pt x="87" y="78"/>
                  </a:lnTo>
                  <a:lnTo>
                    <a:pt x="87" y="81"/>
                  </a:lnTo>
                  <a:lnTo>
                    <a:pt x="87" y="81"/>
                  </a:lnTo>
                  <a:lnTo>
                    <a:pt x="87" y="83"/>
                  </a:lnTo>
                  <a:lnTo>
                    <a:pt x="87" y="83"/>
                  </a:lnTo>
                  <a:lnTo>
                    <a:pt x="87" y="83"/>
                  </a:lnTo>
                  <a:lnTo>
                    <a:pt x="87" y="85"/>
                  </a:lnTo>
                  <a:lnTo>
                    <a:pt x="87" y="85"/>
                  </a:lnTo>
                  <a:lnTo>
                    <a:pt x="87" y="88"/>
                  </a:lnTo>
                  <a:lnTo>
                    <a:pt x="87" y="88"/>
                  </a:lnTo>
                  <a:lnTo>
                    <a:pt x="87" y="88"/>
                  </a:lnTo>
                  <a:lnTo>
                    <a:pt x="87" y="88"/>
                  </a:lnTo>
                  <a:lnTo>
                    <a:pt x="87" y="90"/>
                  </a:lnTo>
                  <a:lnTo>
                    <a:pt x="85" y="90"/>
                  </a:lnTo>
                  <a:lnTo>
                    <a:pt x="85" y="90"/>
                  </a:lnTo>
                  <a:lnTo>
                    <a:pt x="85" y="90"/>
                  </a:lnTo>
                  <a:lnTo>
                    <a:pt x="85" y="92"/>
                  </a:lnTo>
                  <a:lnTo>
                    <a:pt x="83" y="92"/>
                  </a:lnTo>
                  <a:lnTo>
                    <a:pt x="83" y="92"/>
                  </a:lnTo>
                  <a:lnTo>
                    <a:pt x="83" y="92"/>
                  </a:lnTo>
                  <a:lnTo>
                    <a:pt x="80" y="92"/>
                  </a:lnTo>
                  <a:lnTo>
                    <a:pt x="80" y="90"/>
                  </a:lnTo>
                  <a:lnTo>
                    <a:pt x="80" y="90"/>
                  </a:lnTo>
                  <a:lnTo>
                    <a:pt x="80" y="90"/>
                  </a:lnTo>
                  <a:lnTo>
                    <a:pt x="78" y="90"/>
                  </a:lnTo>
                  <a:lnTo>
                    <a:pt x="78" y="90"/>
                  </a:lnTo>
                  <a:lnTo>
                    <a:pt x="76" y="90"/>
                  </a:lnTo>
                  <a:lnTo>
                    <a:pt x="76" y="90"/>
                  </a:lnTo>
                  <a:lnTo>
                    <a:pt x="76" y="90"/>
                  </a:lnTo>
                  <a:lnTo>
                    <a:pt x="76" y="90"/>
                  </a:lnTo>
                  <a:lnTo>
                    <a:pt x="73" y="90"/>
                  </a:lnTo>
                  <a:lnTo>
                    <a:pt x="73" y="90"/>
                  </a:lnTo>
                  <a:lnTo>
                    <a:pt x="73" y="90"/>
                  </a:lnTo>
                  <a:lnTo>
                    <a:pt x="71" y="90"/>
                  </a:lnTo>
                  <a:lnTo>
                    <a:pt x="71" y="90"/>
                  </a:lnTo>
                  <a:lnTo>
                    <a:pt x="71" y="88"/>
                  </a:lnTo>
                  <a:lnTo>
                    <a:pt x="68" y="88"/>
                  </a:lnTo>
                  <a:lnTo>
                    <a:pt x="68" y="88"/>
                  </a:lnTo>
                  <a:lnTo>
                    <a:pt x="68" y="88"/>
                  </a:lnTo>
                  <a:lnTo>
                    <a:pt x="66" y="88"/>
                  </a:lnTo>
                  <a:lnTo>
                    <a:pt x="66" y="88"/>
                  </a:lnTo>
                  <a:lnTo>
                    <a:pt x="66" y="88"/>
                  </a:lnTo>
                  <a:lnTo>
                    <a:pt x="66" y="88"/>
                  </a:lnTo>
                  <a:lnTo>
                    <a:pt x="64" y="88"/>
                  </a:lnTo>
                  <a:lnTo>
                    <a:pt x="64" y="88"/>
                  </a:lnTo>
                  <a:lnTo>
                    <a:pt x="61" y="88"/>
                  </a:lnTo>
                  <a:lnTo>
                    <a:pt x="61" y="88"/>
                  </a:lnTo>
                  <a:lnTo>
                    <a:pt x="61" y="88"/>
                  </a:lnTo>
                  <a:lnTo>
                    <a:pt x="59" y="88"/>
                  </a:lnTo>
                  <a:lnTo>
                    <a:pt x="59" y="85"/>
                  </a:lnTo>
                  <a:lnTo>
                    <a:pt x="59" y="85"/>
                  </a:lnTo>
                  <a:lnTo>
                    <a:pt x="59" y="85"/>
                  </a:lnTo>
                  <a:lnTo>
                    <a:pt x="57" y="85"/>
                  </a:lnTo>
                  <a:lnTo>
                    <a:pt x="57" y="85"/>
                  </a:lnTo>
                  <a:lnTo>
                    <a:pt x="54" y="85"/>
                  </a:lnTo>
                  <a:lnTo>
                    <a:pt x="54" y="85"/>
                  </a:lnTo>
                  <a:lnTo>
                    <a:pt x="54" y="85"/>
                  </a:lnTo>
                  <a:lnTo>
                    <a:pt x="54" y="85"/>
                  </a:lnTo>
                  <a:lnTo>
                    <a:pt x="52" y="85"/>
                  </a:lnTo>
                  <a:lnTo>
                    <a:pt x="52" y="85"/>
                  </a:lnTo>
                  <a:lnTo>
                    <a:pt x="50" y="85"/>
                  </a:lnTo>
                  <a:lnTo>
                    <a:pt x="50" y="85"/>
                  </a:lnTo>
                  <a:lnTo>
                    <a:pt x="50" y="85"/>
                  </a:lnTo>
                  <a:lnTo>
                    <a:pt x="50" y="83"/>
                  </a:lnTo>
                  <a:lnTo>
                    <a:pt x="47" y="83"/>
                  </a:lnTo>
                  <a:lnTo>
                    <a:pt x="47" y="83"/>
                  </a:lnTo>
                  <a:lnTo>
                    <a:pt x="47" y="83"/>
                  </a:lnTo>
                  <a:lnTo>
                    <a:pt x="45" y="83"/>
                  </a:lnTo>
                  <a:lnTo>
                    <a:pt x="45" y="83"/>
                  </a:lnTo>
                  <a:lnTo>
                    <a:pt x="42" y="83"/>
                  </a:lnTo>
                  <a:lnTo>
                    <a:pt x="42" y="83"/>
                  </a:lnTo>
                  <a:lnTo>
                    <a:pt x="42" y="83"/>
                  </a:lnTo>
                  <a:lnTo>
                    <a:pt x="42" y="83"/>
                  </a:lnTo>
                  <a:lnTo>
                    <a:pt x="40" y="83"/>
                  </a:lnTo>
                  <a:lnTo>
                    <a:pt x="40" y="83"/>
                  </a:lnTo>
                  <a:lnTo>
                    <a:pt x="40" y="83"/>
                  </a:lnTo>
                  <a:lnTo>
                    <a:pt x="38" y="83"/>
                  </a:lnTo>
                  <a:lnTo>
                    <a:pt x="38" y="83"/>
                  </a:lnTo>
                  <a:lnTo>
                    <a:pt x="38" y="83"/>
                  </a:lnTo>
                  <a:lnTo>
                    <a:pt x="35" y="83"/>
                  </a:lnTo>
                  <a:lnTo>
                    <a:pt x="35" y="83"/>
                  </a:lnTo>
                  <a:lnTo>
                    <a:pt x="35" y="83"/>
                  </a:lnTo>
                  <a:lnTo>
                    <a:pt x="33" y="83"/>
                  </a:lnTo>
                  <a:lnTo>
                    <a:pt x="33" y="83"/>
                  </a:lnTo>
                  <a:lnTo>
                    <a:pt x="33" y="81"/>
                  </a:lnTo>
                  <a:lnTo>
                    <a:pt x="33" y="81"/>
                  </a:lnTo>
                  <a:lnTo>
                    <a:pt x="31" y="81"/>
                  </a:lnTo>
                  <a:lnTo>
                    <a:pt x="31" y="81"/>
                  </a:lnTo>
                  <a:lnTo>
                    <a:pt x="28" y="81"/>
                  </a:lnTo>
                  <a:lnTo>
                    <a:pt x="28" y="81"/>
                  </a:lnTo>
                  <a:lnTo>
                    <a:pt x="28" y="81"/>
                  </a:lnTo>
                  <a:lnTo>
                    <a:pt x="28" y="81"/>
                  </a:lnTo>
                  <a:lnTo>
                    <a:pt x="26" y="81"/>
                  </a:lnTo>
                  <a:lnTo>
                    <a:pt x="26" y="81"/>
                  </a:lnTo>
                  <a:lnTo>
                    <a:pt x="26" y="81"/>
                  </a:lnTo>
                  <a:lnTo>
                    <a:pt x="24" y="81"/>
                  </a:lnTo>
                  <a:lnTo>
                    <a:pt x="24" y="81"/>
                  </a:lnTo>
                  <a:lnTo>
                    <a:pt x="21" y="81"/>
                  </a:lnTo>
                  <a:lnTo>
                    <a:pt x="21" y="78"/>
                  </a:lnTo>
                  <a:lnTo>
                    <a:pt x="21" y="78"/>
                  </a:lnTo>
                  <a:lnTo>
                    <a:pt x="21" y="78"/>
                  </a:lnTo>
                  <a:lnTo>
                    <a:pt x="19" y="78"/>
                  </a:lnTo>
                  <a:lnTo>
                    <a:pt x="19" y="78"/>
                  </a:lnTo>
                  <a:lnTo>
                    <a:pt x="19" y="76"/>
                  </a:lnTo>
                  <a:lnTo>
                    <a:pt x="19" y="76"/>
                  </a:lnTo>
                  <a:lnTo>
                    <a:pt x="19" y="76"/>
                  </a:lnTo>
                  <a:lnTo>
                    <a:pt x="19" y="73"/>
                  </a:lnTo>
                  <a:lnTo>
                    <a:pt x="19" y="73"/>
                  </a:lnTo>
                  <a:lnTo>
                    <a:pt x="19" y="73"/>
                  </a:lnTo>
                  <a:lnTo>
                    <a:pt x="16" y="73"/>
                  </a:lnTo>
                  <a:lnTo>
                    <a:pt x="16" y="71"/>
                  </a:lnTo>
                  <a:lnTo>
                    <a:pt x="16" y="71"/>
                  </a:lnTo>
                  <a:lnTo>
                    <a:pt x="16" y="69"/>
                  </a:lnTo>
                  <a:lnTo>
                    <a:pt x="16" y="69"/>
                  </a:lnTo>
                  <a:lnTo>
                    <a:pt x="16" y="69"/>
                  </a:lnTo>
                  <a:lnTo>
                    <a:pt x="16" y="66"/>
                  </a:lnTo>
                  <a:lnTo>
                    <a:pt x="16" y="66"/>
                  </a:lnTo>
                  <a:lnTo>
                    <a:pt x="16" y="64"/>
                  </a:lnTo>
                  <a:lnTo>
                    <a:pt x="16" y="64"/>
                  </a:lnTo>
                  <a:lnTo>
                    <a:pt x="16" y="64"/>
                  </a:lnTo>
                  <a:lnTo>
                    <a:pt x="16" y="64"/>
                  </a:lnTo>
                  <a:lnTo>
                    <a:pt x="16" y="62"/>
                  </a:lnTo>
                  <a:lnTo>
                    <a:pt x="14" y="62"/>
                  </a:lnTo>
                  <a:lnTo>
                    <a:pt x="14" y="62"/>
                  </a:lnTo>
                  <a:lnTo>
                    <a:pt x="14" y="62"/>
                  </a:lnTo>
                  <a:lnTo>
                    <a:pt x="14" y="59"/>
                  </a:lnTo>
                  <a:lnTo>
                    <a:pt x="14" y="59"/>
                  </a:lnTo>
                  <a:lnTo>
                    <a:pt x="14" y="57"/>
                  </a:lnTo>
                  <a:lnTo>
                    <a:pt x="14" y="57"/>
                  </a:lnTo>
                  <a:lnTo>
                    <a:pt x="14" y="57"/>
                  </a:lnTo>
                  <a:lnTo>
                    <a:pt x="14" y="54"/>
                  </a:lnTo>
                  <a:lnTo>
                    <a:pt x="12" y="54"/>
                  </a:lnTo>
                  <a:lnTo>
                    <a:pt x="12" y="54"/>
                  </a:lnTo>
                  <a:lnTo>
                    <a:pt x="12" y="54"/>
                  </a:lnTo>
                  <a:lnTo>
                    <a:pt x="9" y="54"/>
                  </a:lnTo>
                  <a:lnTo>
                    <a:pt x="9" y="54"/>
                  </a:lnTo>
                  <a:lnTo>
                    <a:pt x="9" y="54"/>
                  </a:lnTo>
                  <a:lnTo>
                    <a:pt x="9" y="54"/>
                  </a:lnTo>
                  <a:lnTo>
                    <a:pt x="9" y="52"/>
                  </a:lnTo>
                  <a:lnTo>
                    <a:pt x="7" y="52"/>
                  </a:lnTo>
                  <a:lnTo>
                    <a:pt x="7" y="52"/>
                  </a:lnTo>
                  <a:lnTo>
                    <a:pt x="7" y="52"/>
                  </a:lnTo>
                  <a:lnTo>
                    <a:pt x="7" y="52"/>
                  </a:lnTo>
                  <a:lnTo>
                    <a:pt x="7" y="50"/>
                  </a:lnTo>
                  <a:lnTo>
                    <a:pt x="5" y="50"/>
                  </a:lnTo>
                  <a:lnTo>
                    <a:pt x="5" y="50"/>
                  </a:lnTo>
                  <a:lnTo>
                    <a:pt x="5" y="50"/>
                  </a:lnTo>
                  <a:lnTo>
                    <a:pt x="2" y="50"/>
                  </a:lnTo>
                  <a:lnTo>
                    <a:pt x="2" y="47"/>
                  </a:lnTo>
                  <a:lnTo>
                    <a:pt x="2" y="47"/>
                  </a:lnTo>
                  <a:lnTo>
                    <a:pt x="2" y="47"/>
                  </a:lnTo>
                  <a:lnTo>
                    <a:pt x="2" y="47"/>
                  </a:lnTo>
                  <a:lnTo>
                    <a:pt x="0" y="47"/>
                  </a:lnTo>
                  <a:lnTo>
                    <a:pt x="0" y="45"/>
                  </a:lnTo>
                  <a:lnTo>
                    <a:pt x="0" y="45"/>
                  </a:lnTo>
                  <a:lnTo>
                    <a:pt x="0" y="43"/>
                  </a:lnTo>
                  <a:lnTo>
                    <a:pt x="0" y="43"/>
                  </a:lnTo>
                  <a:lnTo>
                    <a:pt x="0" y="43"/>
                  </a:lnTo>
                  <a:lnTo>
                    <a:pt x="0" y="40"/>
                  </a:lnTo>
                  <a:lnTo>
                    <a:pt x="2" y="40"/>
                  </a:lnTo>
                  <a:lnTo>
                    <a:pt x="2" y="40"/>
                  </a:lnTo>
                  <a:lnTo>
                    <a:pt x="2" y="40"/>
                  </a:lnTo>
                  <a:lnTo>
                    <a:pt x="2" y="38"/>
                  </a:lnTo>
                  <a:lnTo>
                    <a:pt x="2" y="38"/>
                  </a:lnTo>
                  <a:lnTo>
                    <a:pt x="2" y="38"/>
                  </a:lnTo>
                  <a:lnTo>
                    <a:pt x="5" y="38"/>
                  </a:lnTo>
                  <a:lnTo>
                    <a:pt x="5" y="38"/>
                  </a:lnTo>
                  <a:lnTo>
                    <a:pt x="5" y="38"/>
                  </a:lnTo>
                  <a:lnTo>
                    <a:pt x="5" y="40"/>
                  </a:lnTo>
                  <a:lnTo>
                    <a:pt x="7" y="40"/>
                  </a:lnTo>
                  <a:lnTo>
                    <a:pt x="7" y="38"/>
                  </a:lnTo>
                  <a:lnTo>
                    <a:pt x="7" y="38"/>
                  </a:lnTo>
                  <a:lnTo>
                    <a:pt x="7" y="38"/>
                  </a:lnTo>
                  <a:lnTo>
                    <a:pt x="7" y="38"/>
                  </a:lnTo>
                  <a:lnTo>
                    <a:pt x="9" y="38"/>
                  </a:lnTo>
                  <a:lnTo>
                    <a:pt x="9" y="38"/>
                  </a:lnTo>
                  <a:lnTo>
                    <a:pt x="9" y="38"/>
                  </a:lnTo>
                  <a:lnTo>
                    <a:pt x="9" y="40"/>
                  </a:lnTo>
                  <a:lnTo>
                    <a:pt x="9" y="40"/>
                  </a:lnTo>
                  <a:lnTo>
                    <a:pt x="7" y="40"/>
                  </a:lnTo>
                  <a:lnTo>
                    <a:pt x="7" y="40"/>
                  </a:lnTo>
                  <a:lnTo>
                    <a:pt x="7" y="43"/>
                  </a:lnTo>
                  <a:lnTo>
                    <a:pt x="7" y="43"/>
                  </a:lnTo>
                  <a:lnTo>
                    <a:pt x="7" y="43"/>
                  </a:lnTo>
                  <a:lnTo>
                    <a:pt x="7" y="43"/>
                  </a:lnTo>
                  <a:lnTo>
                    <a:pt x="5" y="43"/>
                  </a:lnTo>
                  <a:lnTo>
                    <a:pt x="5" y="43"/>
                  </a:lnTo>
                  <a:lnTo>
                    <a:pt x="5" y="45"/>
                  </a:lnTo>
                  <a:lnTo>
                    <a:pt x="5" y="45"/>
                  </a:lnTo>
                  <a:lnTo>
                    <a:pt x="7" y="45"/>
                  </a:lnTo>
                  <a:lnTo>
                    <a:pt x="7" y="45"/>
                  </a:lnTo>
                  <a:lnTo>
                    <a:pt x="7" y="45"/>
                  </a:lnTo>
                  <a:lnTo>
                    <a:pt x="7" y="45"/>
                  </a:lnTo>
                  <a:lnTo>
                    <a:pt x="9" y="45"/>
                  </a:lnTo>
                  <a:lnTo>
                    <a:pt x="9" y="45"/>
                  </a:lnTo>
                  <a:lnTo>
                    <a:pt x="9" y="45"/>
                  </a:lnTo>
                  <a:lnTo>
                    <a:pt x="9" y="47"/>
                  </a:lnTo>
                  <a:lnTo>
                    <a:pt x="9" y="47"/>
                  </a:lnTo>
                  <a:lnTo>
                    <a:pt x="9" y="45"/>
                  </a:lnTo>
                  <a:lnTo>
                    <a:pt x="9" y="45"/>
                  </a:lnTo>
                  <a:lnTo>
                    <a:pt x="9" y="4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2" name="Freeform 270"/>
            <p:cNvSpPr>
              <a:spLocks/>
            </p:cNvSpPr>
            <p:nvPr/>
          </p:nvSpPr>
          <p:spPr bwMode="auto">
            <a:xfrm>
              <a:off x="3059113" y="3321050"/>
              <a:ext cx="179388" cy="146050"/>
            </a:xfrm>
            <a:custGeom>
              <a:avLst/>
              <a:gdLst/>
              <a:ahLst/>
              <a:cxnLst>
                <a:cxn ang="0">
                  <a:pos x="14" y="47"/>
                </a:cxn>
                <a:cxn ang="0">
                  <a:pos x="19" y="54"/>
                </a:cxn>
                <a:cxn ang="0">
                  <a:pos x="21" y="57"/>
                </a:cxn>
                <a:cxn ang="0">
                  <a:pos x="26" y="52"/>
                </a:cxn>
                <a:cxn ang="0">
                  <a:pos x="31" y="47"/>
                </a:cxn>
                <a:cxn ang="0">
                  <a:pos x="40" y="50"/>
                </a:cxn>
                <a:cxn ang="0">
                  <a:pos x="45" y="50"/>
                </a:cxn>
                <a:cxn ang="0">
                  <a:pos x="50" y="47"/>
                </a:cxn>
                <a:cxn ang="0">
                  <a:pos x="47" y="45"/>
                </a:cxn>
                <a:cxn ang="0">
                  <a:pos x="50" y="50"/>
                </a:cxn>
                <a:cxn ang="0">
                  <a:pos x="57" y="50"/>
                </a:cxn>
                <a:cxn ang="0">
                  <a:pos x="57" y="47"/>
                </a:cxn>
                <a:cxn ang="0">
                  <a:pos x="59" y="45"/>
                </a:cxn>
                <a:cxn ang="0">
                  <a:pos x="64" y="47"/>
                </a:cxn>
                <a:cxn ang="0">
                  <a:pos x="68" y="43"/>
                </a:cxn>
                <a:cxn ang="0">
                  <a:pos x="73" y="36"/>
                </a:cxn>
                <a:cxn ang="0">
                  <a:pos x="78" y="31"/>
                </a:cxn>
                <a:cxn ang="0">
                  <a:pos x="83" y="28"/>
                </a:cxn>
                <a:cxn ang="0">
                  <a:pos x="87" y="24"/>
                </a:cxn>
                <a:cxn ang="0">
                  <a:pos x="92" y="17"/>
                </a:cxn>
                <a:cxn ang="0">
                  <a:pos x="97" y="12"/>
                </a:cxn>
                <a:cxn ang="0">
                  <a:pos x="102" y="7"/>
                </a:cxn>
                <a:cxn ang="0">
                  <a:pos x="106" y="2"/>
                </a:cxn>
                <a:cxn ang="0">
                  <a:pos x="109" y="7"/>
                </a:cxn>
                <a:cxn ang="0">
                  <a:pos x="111" y="12"/>
                </a:cxn>
                <a:cxn ang="0">
                  <a:pos x="113" y="19"/>
                </a:cxn>
                <a:cxn ang="0">
                  <a:pos x="113" y="28"/>
                </a:cxn>
                <a:cxn ang="0">
                  <a:pos x="109" y="33"/>
                </a:cxn>
                <a:cxn ang="0">
                  <a:pos x="106" y="28"/>
                </a:cxn>
                <a:cxn ang="0">
                  <a:pos x="102" y="31"/>
                </a:cxn>
                <a:cxn ang="0">
                  <a:pos x="102" y="40"/>
                </a:cxn>
                <a:cxn ang="0">
                  <a:pos x="102" y="47"/>
                </a:cxn>
                <a:cxn ang="0">
                  <a:pos x="106" y="52"/>
                </a:cxn>
                <a:cxn ang="0">
                  <a:pos x="99" y="52"/>
                </a:cxn>
                <a:cxn ang="0">
                  <a:pos x="95" y="57"/>
                </a:cxn>
                <a:cxn ang="0">
                  <a:pos x="95" y="64"/>
                </a:cxn>
                <a:cxn ang="0">
                  <a:pos x="92" y="71"/>
                </a:cxn>
                <a:cxn ang="0">
                  <a:pos x="87" y="78"/>
                </a:cxn>
                <a:cxn ang="0">
                  <a:pos x="87" y="88"/>
                </a:cxn>
                <a:cxn ang="0">
                  <a:pos x="83" y="92"/>
                </a:cxn>
                <a:cxn ang="0">
                  <a:pos x="76" y="90"/>
                </a:cxn>
                <a:cxn ang="0">
                  <a:pos x="66" y="88"/>
                </a:cxn>
                <a:cxn ang="0">
                  <a:pos x="59" y="85"/>
                </a:cxn>
                <a:cxn ang="0">
                  <a:pos x="52" y="85"/>
                </a:cxn>
                <a:cxn ang="0">
                  <a:pos x="42" y="83"/>
                </a:cxn>
                <a:cxn ang="0">
                  <a:pos x="35" y="83"/>
                </a:cxn>
                <a:cxn ang="0">
                  <a:pos x="28" y="81"/>
                </a:cxn>
                <a:cxn ang="0">
                  <a:pos x="21" y="78"/>
                </a:cxn>
                <a:cxn ang="0">
                  <a:pos x="16" y="73"/>
                </a:cxn>
                <a:cxn ang="0">
                  <a:pos x="16" y="64"/>
                </a:cxn>
                <a:cxn ang="0">
                  <a:pos x="14" y="57"/>
                </a:cxn>
                <a:cxn ang="0">
                  <a:pos x="7" y="52"/>
                </a:cxn>
                <a:cxn ang="0">
                  <a:pos x="2" y="47"/>
                </a:cxn>
                <a:cxn ang="0">
                  <a:pos x="2" y="40"/>
                </a:cxn>
                <a:cxn ang="0">
                  <a:pos x="7" y="40"/>
                </a:cxn>
                <a:cxn ang="0">
                  <a:pos x="7" y="40"/>
                </a:cxn>
                <a:cxn ang="0">
                  <a:pos x="7" y="45"/>
                </a:cxn>
                <a:cxn ang="0">
                  <a:pos x="9" y="45"/>
                </a:cxn>
              </a:cxnLst>
              <a:rect l="0" t="0" r="r" b="b"/>
              <a:pathLst>
                <a:path w="113" h="92">
                  <a:moveTo>
                    <a:pt x="9" y="43"/>
                  </a:moveTo>
                  <a:lnTo>
                    <a:pt x="12" y="43"/>
                  </a:lnTo>
                  <a:lnTo>
                    <a:pt x="12" y="43"/>
                  </a:lnTo>
                  <a:lnTo>
                    <a:pt x="12" y="45"/>
                  </a:lnTo>
                  <a:lnTo>
                    <a:pt x="14" y="45"/>
                  </a:lnTo>
                  <a:lnTo>
                    <a:pt x="14" y="45"/>
                  </a:lnTo>
                  <a:lnTo>
                    <a:pt x="14" y="45"/>
                  </a:lnTo>
                  <a:lnTo>
                    <a:pt x="14" y="45"/>
                  </a:lnTo>
                  <a:lnTo>
                    <a:pt x="14" y="47"/>
                  </a:lnTo>
                  <a:lnTo>
                    <a:pt x="14" y="47"/>
                  </a:lnTo>
                  <a:lnTo>
                    <a:pt x="14" y="50"/>
                  </a:lnTo>
                  <a:lnTo>
                    <a:pt x="14" y="50"/>
                  </a:lnTo>
                  <a:lnTo>
                    <a:pt x="16" y="50"/>
                  </a:lnTo>
                  <a:lnTo>
                    <a:pt x="16" y="52"/>
                  </a:lnTo>
                  <a:lnTo>
                    <a:pt x="16" y="52"/>
                  </a:lnTo>
                  <a:lnTo>
                    <a:pt x="16" y="54"/>
                  </a:lnTo>
                  <a:lnTo>
                    <a:pt x="16" y="54"/>
                  </a:lnTo>
                  <a:lnTo>
                    <a:pt x="16" y="54"/>
                  </a:lnTo>
                  <a:lnTo>
                    <a:pt x="19" y="54"/>
                  </a:lnTo>
                  <a:lnTo>
                    <a:pt x="19" y="54"/>
                  </a:lnTo>
                  <a:lnTo>
                    <a:pt x="21" y="54"/>
                  </a:lnTo>
                  <a:lnTo>
                    <a:pt x="21" y="54"/>
                  </a:lnTo>
                  <a:lnTo>
                    <a:pt x="21" y="54"/>
                  </a:lnTo>
                  <a:lnTo>
                    <a:pt x="19" y="54"/>
                  </a:lnTo>
                  <a:lnTo>
                    <a:pt x="19" y="57"/>
                  </a:lnTo>
                  <a:lnTo>
                    <a:pt x="21" y="57"/>
                  </a:lnTo>
                  <a:lnTo>
                    <a:pt x="21" y="57"/>
                  </a:lnTo>
                  <a:lnTo>
                    <a:pt x="21" y="57"/>
                  </a:lnTo>
                  <a:lnTo>
                    <a:pt x="21" y="57"/>
                  </a:lnTo>
                  <a:lnTo>
                    <a:pt x="21" y="57"/>
                  </a:lnTo>
                  <a:lnTo>
                    <a:pt x="21" y="54"/>
                  </a:lnTo>
                  <a:lnTo>
                    <a:pt x="21" y="54"/>
                  </a:lnTo>
                  <a:lnTo>
                    <a:pt x="21" y="54"/>
                  </a:lnTo>
                  <a:lnTo>
                    <a:pt x="21" y="54"/>
                  </a:lnTo>
                  <a:lnTo>
                    <a:pt x="21" y="54"/>
                  </a:lnTo>
                  <a:lnTo>
                    <a:pt x="24" y="54"/>
                  </a:lnTo>
                  <a:lnTo>
                    <a:pt x="24" y="54"/>
                  </a:lnTo>
                  <a:lnTo>
                    <a:pt x="26" y="54"/>
                  </a:lnTo>
                  <a:lnTo>
                    <a:pt x="26" y="54"/>
                  </a:lnTo>
                  <a:lnTo>
                    <a:pt x="26" y="52"/>
                  </a:lnTo>
                  <a:lnTo>
                    <a:pt x="26" y="52"/>
                  </a:lnTo>
                  <a:lnTo>
                    <a:pt x="28" y="52"/>
                  </a:lnTo>
                  <a:lnTo>
                    <a:pt x="28" y="52"/>
                  </a:lnTo>
                  <a:lnTo>
                    <a:pt x="28" y="52"/>
                  </a:lnTo>
                  <a:lnTo>
                    <a:pt x="28" y="50"/>
                  </a:lnTo>
                  <a:lnTo>
                    <a:pt x="28" y="50"/>
                  </a:lnTo>
                  <a:lnTo>
                    <a:pt x="31" y="50"/>
                  </a:lnTo>
                  <a:lnTo>
                    <a:pt x="31" y="50"/>
                  </a:lnTo>
                  <a:lnTo>
                    <a:pt x="31" y="50"/>
                  </a:lnTo>
                  <a:lnTo>
                    <a:pt x="31" y="47"/>
                  </a:lnTo>
                  <a:lnTo>
                    <a:pt x="33" y="47"/>
                  </a:lnTo>
                  <a:lnTo>
                    <a:pt x="33" y="47"/>
                  </a:lnTo>
                  <a:lnTo>
                    <a:pt x="33" y="47"/>
                  </a:lnTo>
                  <a:lnTo>
                    <a:pt x="33" y="50"/>
                  </a:lnTo>
                  <a:lnTo>
                    <a:pt x="35" y="50"/>
                  </a:lnTo>
                  <a:lnTo>
                    <a:pt x="35" y="50"/>
                  </a:lnTo>
                  <a:lnTo>
                    <a:pt x="35" y="50"/>
                  </a:lnTo>
                  <a:lnTo>
                    <a:pt x="38" y="50"/>
                  </a:lnTo>
                  <a:lnTo>
                    <a:pt x="38" y="50"/>
                  </a:lnTo>
                  <a:lnTo>
                    <a:pt x="40" y="50"/>
                  </a:lnTo>
                  <a:lnTo>
                    <a:pt x="40" y="50"/>
                  </a:lnTo>
                  <a:lnTo>
                    <a:pt x="40" y="50"/>
                  </a:lnTo>
                  <a:lnTo>
                    <a:pt x="42" y="50"/>
                  </a:lnTo>
                  <a:lnTo>
                    <a:pt x="42" y="50"/>
                  </a:lnTo>
                  <a:lnTo>
                    <a:pt x="42" y="50"/>
                  </a:lnTo>
                  <a:lnTo>
                    <a:pt x="42" y="47"/>
                  </a:lnTo>
                  <a:lnTo>
                    <a:pt x="45" y="47"/>
                  </a:lnTo>
                  <a:lnTo>
                    <a:pt x="45" y="50"/>
                  </a:lnTo>
                  <a:lnTo>
                    <a:pt x="45" y="50"/>
                  </a:lnTo>
                  <a:lnTo>
                    <a:pt x="45" y="50"/>
                  </a:lnTo>
                  <a:lnTo>
                    <a:pt x="47" y="50"/>
                  </a:lnTo>
                  <a:lnTo>
                    <a:pt x="47" y="50"/>
                  </a:lnTo>
                  <a:lnTo>
                    <a:pt x="47" y="50"/>
                  </a:lnTo>
                  <a:lnTo>
                    <a:pt x="47" y="50"/>
                  </a:lnTo>
                  <a:lnTo>
                    <a:pt x="47" y="50"/>
                  </a:lnTo>
                  <a:lnTo>
                    <a:pt x="50" y="50"/>
                  </a:lnTo>
                  <a:lnTo>
                    <a:pt x="50" y="50"/>
                  </a:lnTo>
                  <a:lnTo>
                    <a:pt x="50" y="50"/>
                  </a:lnTo>
                  <a:lnTo>
                    <a:pt x="50" y="50"/>
                  </a:lnTo>
                  <a:lnTo>
                    <a:pt x="50" y="47"/>
                  </a:lnTo>
                  <a:lnTo>
                    <a:pt x="50" y="47"/>
                  </a:lnTo>
                  <a:lnTo>
                    <a:pt x="47" y="47"/>
                  </a:lnTo>
                  <a:lnTo>
                    <a:pt x="47" y="47"/>
                  </a:lnTo>
                  <a:lnTo>
                    <a:pt x="47" y="47"/>
                  </a:lnTo>
                  <a:lnTo>
                    <a:pt x="45" y="47"/>
                  </a:lnTo>
                  <a:lnTo>
                    <a:pt x="45" y="47"/>
                  </a:lnTo>
                  <a:lnTo>
                    <a:pt x="45" y="45"/>
                  </a:lnTo>
                  <a:lnTo>
                    <a:pt x="45" y="45"/>
                  </a:lnTo>
                  <a:lnTo>
                    <a:pt x="45" y="45"/>
                  </a:lnTo>
                  <a:lnTo>
                    <a:pt x="47" y="45"/>
                  </a:lnTo>
                  <a:lnTo>
                    <a:pt x="47" y="45"/>
                  </a:lnTo>
                  <a:lnTo>
                    <a:pt x="47" y="45"/>
                  </a:lnTo>
                  <a:lnTo>
                    <a:pt x="50" y="45"/>
                  </a:lnTo>
                  <a:lnTo>
                    <a:pt x="50" y="45"/>
                  </a:lnTo>
                  <a:lnTo>
                    <a:pt x="50" y="45"/>
                  </a:lnTo>
                  <a:lnTo>
                    <a:pt x="50" y="47"/>
                  </a:lnTo>
                  <a:lnTo>
                    <a:pt x="50" y="47"/>
                  </a:lnTo>
                  <a:lnTo>
                    <a:pt x="50" y="47"/>
                  </a:lnTo>
                  <a:lnTo>
                    <a:pt x="50" y="50"/>
                  </a:lnTo>
                  <a:lnTo>
                    <a:pt x="50" y="50"/>
                  </a:lnTo>
                  <a:lnTo>
                    <a:pt x="52" y="50"/>
                  </a:lnTo>
                  <a:lnTo>
                    <a:pt x="52" y="50"/>
                  </a:lnTo>
                  <a:lnTo>
                    <a:pt x="52" y="52"/>
                  </a:lnTo>
                  <a:lnTo>
                    <a:pt x="54" y="52"/>
                  </a:lnTo>
                  <a:lnTo>
                    <a:pt x="54" y="52"/>
                  </a:lnTo>
                  <a:lnTo>
                    <a:pt x="54" y="52"/>
                  </a:lnTo>
                  <a:lnTo>
                    <a:pt x="57" y="52"/>
                  </a:lnTo>
                  <a:lnTo>
                    <a:pt x="57" y="52"/>
                  </a:lnTo>
                  <a:lnTo>
                    <a:pt x="57" y="50"/>
                  </a:lnTo>
                  <a:lnTo>
                    <a:pt x="57" y="50"/>
                  </a:lnTo>
                  <a:lnTo>
                    <a:pt x="54" y="50"/>
                  </a:lnTo>
                  <a:lnTo>
                    <a:pt x="54" y="50"/>
                  </a:lnTo>
                  <a:lnTo>
                    <a:pt x="54" y="50"/>
                  </a:lnTo>
                  <a:lnTo>
                    <a:pt x="54" y="50"/>
                  </a:lnTo>
                  <a:lnTo>
                    <a:pt x="54" y="47"/>
                  </a:lnTo>
                  <a:lnTo>
                    <a:pt x="54" y="47"/>
                  </a:lnTo>
                  <a:lnTo>
                    <a:pt x="54" y="47"/>
                  </a:lnTo>
                  <a:lnTo>
                    <a:pt x="54" y="47"/>
                  </a:lnTo>
                  <a:lnTo>
                    <a:pt x="57" y="47"/>
                  </a:lnTo>
                  <a:lnTo>
                    <a:pt x="57" y="47"/>
                  </a:lnTo>
                  <a:lnTo>
                    <a:pt x="59" y="47"/>
                  </a:lnTo>
                  <a:lnTo>
                    <a:pt x="59" y="45"/>
                  </a:lnTo>
                  <a:lnTo>
                    <a:pt x="57" y="45"/>
                  </a:lnTo>
                  <a:lnTo>
                    <a:pt x="57" y="45"/>
                  </a:lnTo>
                  <a:lnTo>
                    <a:pt x="57" y="45"/>
                  </a:lnTo>
                  <a:lnTo>
                    <a:pt x="57" y="45"/>
                  </a:lnTo>
                  <a:lnTo>
                    <a:pt x="59" y="45"/>
                  </a:lnTo>
                  <a:lnTo>
                    <a:pt x="59" y="43"/>
                  </a:lnTo>
                  <a:lnTo>
                    <a:pt x="59" y="43"/>
                  </a:lnTo>
                  <a:lnTo>
                    <a:pt x="59" y="45"/>
                  </a:lnTo>
                  <a:lnTo>
                    <a:pt x="59" y="45"/>
                  </a:lnTo>
                  <a:lnTo>
                    <a:pt x="59" y="45"/>
                  </a:lnTo>
                  <a:lnTo>
                    <a:pt x="59" y="47"/>
                  </a:lnTo>
                  <a:lnTo>
                    <a:pt x="61" y="47"/>
                  </a:lnTo>
                  <a:lnTo>
                    <a:pt x="61" y="47"/>
                  </a:lnTo>
                  <a:lnTo>
                    <a:pt x="61" y="47"/>
                  </a:lnTo>
                  <a:lnTo>
                    <a:pt x="61" y="47"/>
                  </a:lnTo>
                  <a:lnTo>
                    <a:pt x="64" y="47"/>
                  </a:lnTo>
                  <a:lnTo>
                    <a:pt x="64" y="47"/>
                  </a:lnTo>
                  <a:lnTo>
                    <a:pt x="64" y="47"/>
                  </a:lnTo>
                  <a:lnTo>
                    <a:pt x="64" y="45"/>
                  </a:lnTo>
                  <a:lnTo>
                    <a:pt x="64" y="45"/>
                  </a:lnTo>
                  <a:lnTo>
                    <a:pt x="66" y="45"/>
                  </a:lnTo>
                  <a:lnTo>
                    <a:pt x="66" y="45"/>
                  </a:lnTo>
                  <a:lnTo>
                    <a:pt x="66" y="43"/>
                  </a:lnTo>
                  <a:lnTo>
                    <a:pt x="66" y="43"/>
                  </a:lnTo>
                  <a:lnTo>
                    <a:pt x="66" y="43"/>
                  </a:lnTo>
                  <a:lnTo>
                    <a:pt x="68" y="43"/>
                  </a:lnTo>
                  <a:lnTo>
                    <a:pt x="68" y="43"/>
                  </a:lnTo>
                  <a:lnTo>
                    <a:pt x="68" y="43"/>
                  </a:lnTo>
                  <a:lnTo>
                    <a:pt x="68" y="40"/>
                  </a:lnTo>
                  <a:lnTo>
                    <a:pt x="68" y="40"/>
                  </a:lnTo>
                  <a:lnTo>
                    <a:pt x="68" y="40"/>
                  </a:lnTo>
                  <a:lnTo>
                    <a:pt x="71" y="40"/>
                  </a:lnTo>
                  <a:lnTo>
                    <a:pt x="71" y="40"/>
                  </a:lnTo>
                  <a:lnTo>
                    <a:pt x="71" y="38"/>
                  </a:lnTo>
                  <a:lnTo>
                    <a:pt x="73" y="38"/>
                  </a:lnTo>
                  <a:lnTo>
                    <a:pt x="73" y="38"/>
                  </a:lnTo>
                  <a:lnTo>
                    <a:pt x="73" y="38"/>
                  </a:lnTo>
                  <a:lnTo>
                    <a:pt x="73" y="36"/>
                  </a:lnTo>
                  <a:lnTo>
                    <a:pt x="73" y="36"/>
                  </a:lnTo>
                  <a:lnTo>
                    <a:pt x="76" y="36"/>
                  </a:lnTo>
                  <a:lnTo>
                    <a:pt x="76" y="36"/>
                  </a:lnTo>
                  <a:lnTo>
                    <a:pt x="76" y="36"/>
                  </a:lnTo>
                  <a:lnTo>
                    <a:pt x="76" y="33"/>
                  </a:lnTo>
                  <a:lnTo>
                    <a:pt x="76" y="33"/>
                  </a:lnTo>
                  <a:lnTo>
                    <a:pt x="76" y="33"/>
                  </a:lnTo>
                  <a:lnTo>
                    <a:pt x="76" y="33"/>
                  </a:lnTo>
                  <a:lnTo>
                    <a:pt x="78" y="33"/>
                  </a:lnTo>
                  <a:lnTo>
                    <a:pt x="78" y="31"/>
                  </a:lnTo>
                  <a:lnTo>
                    <a:pt x="78" y="31"/>
                  </a:lnTo>
                  <a:lnTo>
                    <a:pt x="80" y="31"/>
                  </a:lnTo>
                  <a:lnTo>
                    <a:pt x="80" y="31"/>
                  </a:lnTo>
                  <a:lnTo>
                    <a:pt x="80" y="31"/>
                  </a:lnTo>
                  <a:lnTo>
                    <a:pt x="80" y="31"/>
                  </a:lnTo>
                  <a:lnTo>
                    <a:pt x="80" y="28"/>
                  </a:lnTo>
                  <a:lnTo>
                    <a:pt x="83" y="28"/>
                  </a:lnTo>
                  <a:lnTo>
                    <a:pt x="83" y="28"/>
                  </a:lnTo>
                  <a:lnTo>
                    <a:pt x="83" y="28"/>
                  </a:lnTo>
                  <a:lnTo>
                    <a:pt x="83" y="28"/>
                  </a:lnTo>
                  <a:lnTo>
                    <a:pt x="85" y="28"/>
                  </a:lnTo>
                  <a:lnTo>
                    <a:pt x="85" y="26"/>
                  </a:lnTo>
                  <a:lnTo>
                    <a:pt x="85" y="26"/>
                  </a:lnTo>
                  <a:lnTo>
                    <a:pt x="85" y="26"/>
                  </a:lnTo>
                  <a:lnTo>
                    <a:pt x="87" y="26"/>
                  </a:lnTo>
                  <a:lnTo>
                    <a:pt x="87" y="24"/>
                  </a:lnTo>
                  <a:lnTo>
                    <a:pt x="87" y="24"/>
                  </a:lnTo>
                  <a:lnTo>
                    <a:pt x="87" y="24"/>
                  </a:lnTo>
                  <a:lnTo>
                    <a:pt x="87" y="24"/>
                  </a:lnTo>
                  <a:lnTo>
                    <a:pt x="87" y="24"/>
                  </a:lnTo>
                  <a:lnTo>
                    <a:pt x="87" y="21"/>
                  </a:lnTo>
                  <a:lnTo>
                    <a:pt x="90" y="21"/>
                  </a:lnTo>
                  <a:lnTo>
                    <a:pt x="90" y="21"/>
                  </a:lnTo>
                  <a:lnTo>
                    <a:pt x="90" y="21"/>
                  </a:lnTo>
                  <a:lnTo>
                    <a:pt x="90" y="19"/>
                  </a:lnTo>
                  <a:lnTo>
                    <a:pt x="90" y="19"/>
                  </a:lnTo>
                  <a:lnTo>
                    <a:pt x="90" y="19"/>
                  </a:lnTo>
                  <a:lnTo>
                    <a:pt x="92" y="19"/>
                  </a:lnTo>
                  <a:lnTo>
                    <a:pt x="92" y="17"/>
                  </a:lnTo>
                  <a:lnTo>
                    <a:pt x="92" y="17"/>
                  </a:lnTo>
                  <a:lnTo>
                    <a:pt x="92" y="17"/>
                  </a:lnTo>
                  <a:lnTo>
                    <a:pt x="95" y="17"/>
                  </a:lnTo>
                  <a:lnTo>
                    <a:pt x="95" y="14"/>
                  </a:lnTo>
                  <a:lnTo>
                    <a:pt x="95" y="14"/>
                  </a:lnTo>
                  <a:lnTo>
                    <a:pt x="95" y="14"/>
                  </a:lnTo>
                  <a:lnTo>
                    <a:pt x="95" y="14"/>
                  </a:lnTo>
                  <a:lnTo>
                    <a:pt x="95" y="14"/>
                  </a:lnTo>
                  <a:lnTo>
                    <a:pt x="95" y="12"/>
                  </a:lnTo>
                  <a:lnTo>
                    <a:pt x="97" y="12"/>
                  </a:lnTo>
                  <a:lnTo>
                    <a:pt x="97" y="12"/>
                  </a:lnTo>
                  <a:lnTo>
                    <a:pt x="97" y="12"/>
                  </a:lnTo>
                  <a:lnTo>
                    <a:pt x="99" y="12"/>
                  </a:lnTo>
                  <a:lnTo>
                    <a:pt x="99" y="12"/>
                  </a:lnTo>
                  <a:lnTo>
                    <a:pt x="99" y="12"/>
                  </a:lnTo>
                  <a:lnTo>
                    <a:pt x="99" y="9"/>
                  </a:lnTo>
                  <a:lnTo>
                    <a:pt x="99" y="9"/>
                  </a:lnTo>
                  <a:lnTo>
                    <a:pt x="102" y="9"/>
                  </a:lnTo>
                  <a:lnTo>
                    <a:pt x="102" y="9"/>
                  </a:lnTo>
                  <a:lnTo>
                    <a:pt x="102" y="9"/>
                  </a:lnTo>
                  <a:lnTo>
                    <a:pt x="102" y="7"/>
                  </a:lnTo>
                  <a:lnTo>
                    <a:pt x="104" y="7"/>
                  </a:lnTo>
                  <a:lnTo>
                    <a:pt x="104" y="7"/>
                  </a:lnTo>
                  <a:lnTo>
                    <a:pt x="104" y="7"/>
                  </a:lnTo>
                  <a:lnTo>
                    <a:pt x="104" y="5"/>
                  </a:lnTo>
                  <a:lnTo>
                    <a:pt x="106" y="5"/>
                  </a:lnTo>
                  <a:lnTo>
                    <a:pt x="106" y="5"/>
                  </a:lnTo>
                  <a:lnTo>
                    <a:pt x="106" y="5"/>
                  </a:lnTo>
                  <a:lnTo>
                    <a:pt x="106" y="5"/>
                  </a:lnTo>
                  <a:lnTo>
                    <a:pt x="106" y="2"/>
                  </a:lnTo>
                  <a:lnTo>
                    <a:pt x="106" y="2"/>
                  </a:lnTo>
                  <a:lnTo>
                    <a:pt x="106" y="0"/>
                  </a:lnTo>
                  <a:lnTo>
                    <a:pt x="106" y="0"/>
                  </a:lnTo>
                  <a:lnTo>
                    <a:pt x="109" y="0"/>
                  </a:lnTo>
                  <a:lnTo>
                    <a:pt x="109" y="0"/>
                  </a:lnTo>
                  <a:lnTo>
                    <a:pt x="109" y="2"/>
                  </a:lnTo>
                  <a:lnTo>
                    <a:pt x="109" y="2"/>
                  </a:lnTo>
                  <a:lnTo>
                    <a:pt x="109" y="5"/>
                  </a:lnTo>
                  <a:lnTo>
                    <a:pt x="109" y="5"/>
                  </a:lnTo>
                  <a:lnTo>
                    <a:pt x="109" y="5"/>
                  </a:lnTo>
                  <a:lnTo>
                    <a:pt x="109" y="7"/>
                  </a:lnTo>
                  <a:lnTo>
                    <a:pt x="109" y="7"/>
                  </a:lnTo>
                  <a:lnTo>
                    <a:pt x="109" y="7"/>
                  </a:lnTo>
                  <a:lnTo>
                    <a:pt x="109" y="7"/>
                  </a:lnTo>
                  <a:lnTo>
                    <a:pt x="109" y="9"/>
                  </a:lnTo>
                  <a:lnTo>
                    <a:pt x="109" y="9"/>
                  </a:lnTo>
                  <a:lnTo>
                    <a:pt x="109" y="12"/>
                  </a:lnTo>
                  <a:lnTo>
                    <a:pt x="109" y="12"/>
                  </a:lnTo>
                  <a:lnTo>
                    <a:pt x="109" y="12"/>
                  </a:lnTo>
                  <a:lnTo>
                    <a:pt x="111" y="12"/>
                  </a:lnTo>
                  <a:lnTo>
                    <a:pt x="111" y="12"/>
                  </a:lnTo>
                  <a:lnTo>
                    <a:pt x="113" y="12"/>
                  </a:lnTo>
                  <a:lnTo>
                    <a:pt x="113" y="12"/>
                  </a:lnTo>
                  <a:lnTo>
                    <a:pt x="113" y="14"/>
                  </a:lnTo>
                  <a:lnTo>
                    <a:pt x="113" y="14"/>
                  </a:lnTo>
                  <a:lnTo>
                    <a:pt x="113" y="14"/>
                  </a:lnTo>
                  <a:lnTo>
                    <a:pt x="113" y="17"/>
                  </a:lnTo>
                  <a:lnTo>
                    <a:pt x="113" y="17"/>
                  </a:lnTo>
                  <a:lnTo>
                    <a:pt x="113" y="19"/>
                  </a:lnTo>
                  <a:lnTo>
                    <a:pt x="113" y="19"/>
                  </a:lnTo>
                  <a:lnTo>
                    <a:pt x="113" y="19"/>
                  </a:lnTo>
                  <a:lnTo>
                    <a:pt x="113" y="21"/>
                  </a:lnTo>
                  <a:lnTo>
                    <a:pt x="113" y="21"/>
                  </a:lnTo>
                  <a:lnTo>
                    <a:pt x="113" y="21"/>
                  </a:lnTo>
                  <a:lnTo>
                    <a:pt x="113" y="24"/>
                  </a:lnTo>
                  <a:lnTo>
                    <a:pt x="113" y="24"/>
                  </a:lnTo>
                  <a:lnTo>
                    <a:pt x="113" y="24"/>
                  </a:lnTo>
                  <a:lnTo>
                    <a:pt x="113" y="26"/>
                  </a:lnTo>
                  <a:lnTo>
                    <a:pt x="113" y="26"/>
                  </a:lnTo>
                  <a:lnTo>
                    <a:pt x="113" y="28"/>
                  </a:lnTo>
                  <a:lnTo>
                    <a:pt x="113" y="28"/>
                  </a:lnTo>
                  <a:lnTo>
                    <a:pt x="113" y="28"/>
                  </a:lnTo>
                  <a:lnTo>
                    <a:pt x="113" y="31"/>
                  </a:lnTo>
                  <a:lnTo>
                    <a:pt x="113" y="31"/>
                  </a:lnTo>
                  <a:lnTo>
                    <a:pt x="111" y="31"/>
                  </a:lnTo>
                  <a:lnTo>
                    <a:pt x="111" y="33"/>
                  </a:lnTo>
                  <a:lnTo>
                    <a:pt x="111" y="33"/>
                  </a:lnTo>
                  <a:lnTo>
                    <a:pt x="109" y="33"/>
                  </a:lnTo>
                  <a:lnTo>
                    <a:pt x="109" y="33"/>
                  </a:lnTo>
                  <a:lnTo>
                    <a:pt x="109" y="33"/>
                  </a:lnTo>
                  <a:lnTo>
                    <a:pt x="109" y="33"/>
                  </a:lnTo>
                  <a:lnTo>
                    <a:pt x="109" y="33"/>
                  </a:lnTo>
                  <a:lnTo>
                    <a:pt x="106" y="33"/>
                  </a:lnTo>
                  <a:lnTo>
                    <a:pt x="106" y="33"/>
                  </a:lnTo>
                  <a:lnTo>
                    <a:pt x="106" y="33"/>
                  </a:lnTo>
                  <a:lnTo>
                    <a:pt x="106" y="33"/>
                  </a:lnTo>
                  <a:lnTo>
                    <a:pt x="106" y="33"/>
                  </a:lnTo>
                  <a:lnTo>
                    <a:pt x="106" y="31"/>
                  </a:lnTo>
                  <a:lnTo>
                    <a:pt x="106" y="31"/>
                  </a:lnTo>
                  <a:lnTo>
                    <a:pt x="106" y="31"/>
                  </a:lnTo>
                  <a:lnTo>
                    <a:pt x="106" y="28"/>
                  </a:lnTo>
                  <a:lnTo>
                    <a:pt x="106" y="28"/>
                  </a:lnTo>
                  <a:lnTo>
                    <a:pt x="106" y="28"/>
                  </a:lnTo>
                  <a:lnTo>
                    <a:pt x="104" y="28"/>
                  </a:lnTo>
                  <a:lnTo>
                    <a:pt x="104" y="28"/>
                  </a:lnTo>
                  <a:lnTo>
                    <a:pt x="104" y="28"/>
                  </a:lnTo>
                  <a:lnTo>
                    <a:pt x="102" y="28"/>
                  </a:lnTo>
                  <a:lnTo>
                    <a:pt x="102" y="31"/>
                  </a:lnTo>
                  <a:lnTo>
                    <a:pt x="102" y="31"/>
                  </a:lnTo>
                  <a:lnTo>
                    <a:pt x="102" y="31"/>
                  </a:lnTo>
                  <a:lnTo>
                    <a:pt x="102" y="31"/>
                  </a:lnTo>
                  <a:lnTo>
                    <a:pt x="102" y="33"/>
                  </a:lnTo>
                  <a:lnTo>
                    <a:pt x="102" y="33"/>
                  </a:lnTo>
                  <a:lnTo>
                    <a:pt x="102" y="33"/>
                  </a:lnTo>
                  <a:lnTo>
                    <a:pt x="102" y="33"/>
                  </a:lnTo>
                  <a:lnTo>
                    <a:pt x="102" y="36"/>
                  </a:lnTo>
                  <a:lnTo>
                    <a:pt x="102" y="36"/>
                  </a:lnTo>
                  <a:lnTo>
                    <a:pt x="102" y="38"/>
                  </a:lnTo>
                  <a:lnTo>
                    <a:pt x="102" y="38"/>
                  </a:lnTo>
                  <a:lnTo>
                    <a:pt x="102" y="38"/>
                  </a:lnTo>
                  <a:lnTo>
                    <a:pt x="102" y="40"/>
                  </a:lnTo>
                  <a:lnTo>
                    <a:pt x="102" y="40"/>
                  </a:lnTo>
                  <a:lnTo>
                    <a:pt x="102" y="43"/>
                  </a:lnTo>
                  <a:lnTo>
                    <a:pt x="102" y="43"/>
                  </a:lnTo>
                  <a:lnTo>
                    <a:pt x="102" y="43"/>
                  </a:lnTo>
                  <a:lnTo>
                    <a:pt x="102" y="43"/>
                  </a:lnTo>
                  <a:lnTo>
                    <a:pt x="102" y="45"/>
                  </a:lnTo>
                  <a:lnTo>
                    <a:pt x="102" y="45"/>
                  </a:lnTo>
                  <a:lnTo>
                    <a:pt x="102" y="45"/>
                  </a:lnTo>
                  <a:lnTo>
                    <a:pt x="102" y="47"/>
                  </a:lnTo>
                  <a:lnTo>
                    <a:pt x="102" y="47"/>
                  </a:lnTo>
                  <a:lnTo>
                    <a:pt x="102" y="47"/>
                  </a:lnTo>
                  <a:lnTo>
                    <a:pt x="102" y="47"/>
                  </a:lnTo>
                  <a:lnTo>
                    <a:pt x="104" y="47"/>
                  </a:lnTo>
                  <a:lnTo>
                    <a:pt x="104" y="47"/>
                  </a:lnTo>
                  <a:lnTo>
                    <a:pt x="104" y="47"/>
                  </a:lnTo>
                  <a:lnTo>
                    <a:pt x="104" y="47"/>
                  </a:lnTo>
                  <a:lnTo>
                    <a:pt x="104" y="50"/>
                  </a:lnTo>
                  <a:lnTo>
                    <a:pt x="106" y="50"/>
                  </a:lnTo>
                  <a:lnTo>
                    <a:pt x="106" y="50"/>
                  </a:lnTo>
                  <a:lnTo>
                    <a:pt x="106" y="52"/>
                  </a:lnTo>
                  <a:lnTo>
                    <a:pt x="106" y="52"/>
                  </a:lnTo>
                  <a:lnTo>
                    <a:pt x="104" y="52"/>
                  </a:lnTo>
                  <a:lnTo>
                    <a:pt x="104" y="52"/>
                  </a:lnTo>
                  <a:lnTo>
                    <a:pt x="102" y="52"/>
                  </a:lnTo>
                  <a:lnTo>
                    <a:pt x="102" y="52"/>
                  </a:lnTo>
                  <a:lnTo>
                    <a:pt x="102" y="54"/>
                  </a:lnTo>
                  <a:lnTo>
                    <a:pt x="102" y="54"/>
                  </a:lnTo>
                  <a:lnTo>
                    <a:pt x="102" y="52"/>
                  </a:lnTo>
                  <a:lnTo>
                    <a:pt x="99" y="52"/>
                  </a:lnTo>
                  <a:lnTo>
                    <a:pt x="99" y="52"/>
                  </a:lnTo>
                  <a:lnTo>
                    <a:pt x="99" y="52"/>
                  </a:lnTo>
                  <a:lnTo>
                    <a:pt x="97" y="52"/>
                  </a:lnTo>
                  <a:lnTo>
                    <a:pt x="97" y="54"/>
                  </a:lnTo>
                  <a:lnTo>
                    <a:pt x="97" y="54"/>
                  </a:lnTo>
                  <a:lnTo>
                    <a:pt x="95" y="54"/>
                  </a:lnTo>
                  <a:lnTo>
                    <a:pt x="95" y="54"/>
                  </a:lnTo>
                  <a:lnTo>
                    <a:pt x="95" y="54"/>
                  </a:lnTo>
                  <a:lnTo>
                    <a:pt x="95" y="54"/>
                  </a:lnTo>
                  <a:lnTo>
                    <a:pt x="95" y="54"/>
                  </a:lnTo>
                  <a:lnTo>
                    <a:pt x="95" y="57"/>
                  </a:lnTo>
                  <a:lnTo>
                    <a:pt x="97" y="57"/>
                  </a:lnTo>
                  <a:lnTo>
                    <a:pt x="97" y="57"/>
                  </a:lnTo>
                  <a:lnTo>
                    <a:pt x="97" y="59"/>
                  </a:lnTo>
                  <a:lnTo>
                    <a:pt x="97" y="59"/>
                  </a:lnTo>
                  <a:lnTo>
                    <a:pt x="95" y="59"/>
                  </a:lnTo>
                  <a:lnTo>
                    <a:pt x="95" y="62"/>
                  </a:lnTo>
                  <a:lnTo>
                    <a:pt x="95" y="62"/>
                  </a:lnTo>
                  <a:lnTo>
                    <a:pt x="95" y="62"/>
                  </a:lnTo>
                  <a:lnTo>
                    <a:pt x="95" y="64"/>
                  </a:lnTo>
                  <a:lnTo>
                    <a:pt x="95" y="64"/>
                  </a:lnTo>
                  <a:lnTo>
                    <a:pt x="95" y="64"/>
                  </a:lnTo>
                  <a:lnTo>
                    <a:pt x="95" y="64"/>
                  </a:lnTo>
                  <a:lnTo>
                    <a:pt x="95" y="66"/>
                  </a:lnTo>
                  <a:lnTo>
                    <a:pt x="92" y="66"/>
                  </a:lnTo>
                  <a:lnTo>
                    <a:pt x="92" y="66"/>
                  </a:lnTo>
                  <a:lnTo>
                    <a:pt x="92" y="69"/>
                  </a:lnTo>
                  <a:lnTo>
                    <a:pt x="92" y="69"/>
                  </a:lnTo>
                  <a:lnTo>
                    <a:pt x="92" y="69"/>
                  </a:lnTo>
                  <a:lnTo>
                    <a:pt x="92" y="71"/>
                  </a:lnTo>
                  <a:lnTo>
                    <a:pt x="92" y="71"/>
                  </a:lnTo>
                  <a:lnTo>
                    <a:pt x="90" y="71"/>
                  </a:lnTo>
                  <a:lnTo>
                    <a:pt x="90" y="73"/>
                  </a:lnTo>
                  <a:lnTo>
                    <a:pt x="90" y="73"/>
                  </a:lnTo>
                  <a:lnTo>
                    <a:pt x="90" y="73"/>
                  </a:lnTo>
                  <a:lnTo>
                    <a:pt x="90" y="73"/>
                  </a:lnTo>
                  <a:lnTo>
                    <a:pt x="90" y="73"/>
                  </a:lnTo>
                  <a:lnTo>
                    <a:pt x="90" y="76"/>
                  </a:lnTo>
                  <a:lnTo>
                    <a:pt x="90" y="76"/>
                  </a:lnTo>
                  <a:lnTo>
                    <a:pt x="90" y="78"/>
                  </a:lnTo>
                  <a:lnTo>
                    <a:pt x="87" y="78"/>
                  </a:lnTo>
                  <a:lnTo>
                    <a:pt x="87" y="78"/>
                  </a:lnTo>
                  <a:lnTo>
                    <a:pt x="87" y="81"/>
                  </a:lnTo>
                  <a:lnTo>
                    <a:pt x="87" y="81"/>
                  </a:lnTo>
                  <a:lnTo>
                    <a:pt x="87" y="83"/>
                  </a:lnTo>
                  <a:lnTo>
                    <a:pt x="87" y="83"/>
                  </a:lnTo>
                  <a:lnTo>
                    <a:pt x="87" y="83"/>
                  </a:lnTo>
                  <a:lnTo>
                    <a:pt x="87" y="85"/>
                  </a:lnTo>
                  <a:lnTo>
                    <a:pt x="87" y="85"/>
                  </a:lnTo>
                  <a:lnTo>
                    <a:pt x="87" y="88"/>
                  </a:lnTo>
                  <a:lnTo>
                    <a:pt x="87" y="88"/>
                  </a:lnTo>
                  <a:lnTo>
                    <a:pt x="87" y="88"/>
                  </a:lnTo>
                  <a:lnTo>
                    <a:pt x="87" y="88"/>
                  </a:lnTo>
                  <a:lnTo>
                    <a:pt x="87" y="90"/>
                  </a:lnTo>
                  <a:lnTo>
                    <a:pt x="85" y="90"/>
                  </a:lnTo>
                  <a:lnTo>
                    <a:pt x="85" y="90"/>
                  </a:lnTo>
                  <a:lnTo>
                    <a:pt x="85" y="90"/>
                  </a:lnTo>
                  <a:lnTo>
                    <a:pt x="85" y="92"/>
                  </a:lnTo>
                  <a:lnTo>
                    <a:pt x="83" y="92"/>
                  </a:lnTo>
                  <a:lnTo>
                    <a:pt x="83" y="92"/>
                  </a:lnTo>
                  <a:lnTo>
                    <a:pt x="83" y="92"/>
                  </a:lnTo>
                  <a:lnTo>
                    <a:pt x="80" y="92"/>
                  </a:lnTo>
                  <a:lnTo>
                    <a:pt x="80" y="90"/>
                  </a:lnTo>
                  <a:lnTo>
                    <a:pt x="80" y="90"/>
                  </a:lnTo>
                  <a:lnTo>
                    <a:pt x="80" y="90"/>
                  </a:lnTo>
                  <a:lnTo>
                    <a:pt x="78" y="90"/>
                  </a:lnTo>
                  <a:lnTo>
                    <a:pt x="78" y="90"/>
                  </a:lnTo>
                  <a:lnTo>
                    <a:pt x="76" y="90"/>
                  </a:lnTo>
                  <a:lnTo>
                    <a:pt x="76" y="90"/>
                  </a:lnTo>
                  <a:lnTo>
                    <a:pt x="76" y="90"/>
                  </a:lnTo>
                  <a:lnTo>
                    <a:pt x="76" y="90"/>
                  </a:lnTo>
                  <a:lnTo>
                    <a:pt x="73" y="90"/>
                  </a:lnTo>
                  <a:lnTo>
                    <a:pt x="73" y="90"/>
                  </a:lnTo>
                  <a:lnTo>
                    <a:pt x="73" y="90"/>
                  </a:lnTo>
                  <a:lnTo>
                    <a:pt x="71" y="90"/>
                  </a:lnTo>
                  <a:lnTo>
                    <a:pt x="71" y="90"/>
                  </a:lnTo>
                  <a:lnTo>
                    <a:pt x="71" y="88"/>
                  </a:lnTo>
                  <a:lnTo>
                    <a:pt x="68" y="88"/>
                  </a:lnTo>
                  <a:lnTo>
                    <a:pt x="68" y="88"/>
                  </a:lnTo>
                  <a:lnTo>
                    <a:pt x="68" y="88"/>
                  </a:lnTo>
                  <a:lnTo>
                    <a:pt x="66" y="88"/>
                  </a:lnTo>
                  <a:lnTo>
                    <a:pt x="66" y="88"/>
                  </a:lnTo>
                  <a:lnTo>
                    <a:pt x="66" y="88"/>
                  </a:lnTo>
                  <a:lnTo>
                    <a:pt x="66" y="88"/>
                  </a:lnTo>
                  <a:lnTo>
                    <a:pt x="64" y="88"/>
                  </a:lnTo>
                  <a:lnTo>
                    <a:pt x="64" y="88"/>
                  </a:lnTo>
                  <a:lnTo>
                    <a:pt x="61" y="88"/>
                  </a:lnTo>
                  <a:lnTo>
                    <a:pt x="61" y="88"/>
                  </a:lnTo>
                  <a:lnTo>
                    <a:pt x="61" y="88"/>
                  </a:lnTo>
                  <a:lnTo>
                    <a:pt x="59" y="88"/>
                  </a:lnTo>
                  <a:lnTo>
                    <a:pt x="59" y="85"/>
                  </a:lnTo>
                  <a:lnTo>
                    <a:pt x="59" y="85"/>
                  </a:lnTo>
                  <a:lnTo>
                    <a:pt x="59" y="85"/>
                  </a:lnTo>
                  <a:lnTo>
                    <a:pt x="57" y="85"/>
                  </a:lnTo>
                  <a:lnTo>
                    <a:pt x="57" y="85"/>
                  </a:lnTo>
                  <a:lnTo>
                    <a:pt x="54" y="85"/>
                  </a:lnTo>
                  <a:lnTo>
                    <a:pt x="54" y="85"/>
                  </a:lnTo>
                  <a:lnTo>
                    <a:pt x="54" y="85"/>
                  </a:lnTo>
                  <a:lnTo>
                    <a:pt x="54" y="85"/>
                  </a:lnTo>
                  <a:lnTo>
                    <a:pt x="52" y="85"/>
                  </a:lnTo>
                  <a:lnTo>
                    <a:pt x="52" y="85"/>
                  </a:lnTo>
                  <a:lnTo>
                    <a:pt x="50" y="85"/>
                  </a:lnTo>
                  <a:lnTo>
                    <a:pt x="50" y="85"/>
                  </a:lnTo>
                  <a:lnTo>
                    <a:pt x="50" y="85"/>
                  </a:lnTo>
                  <a:lnTo>
                    <a:pt x="50" y="83"/>
                  </a:lnTo>
                  <a:lnTo>
                    <a:pt x="47" y="83"/>
                  </a:lnTo>
                  <a:lnTo>
                    <a:pt x="47" y="83"/>
                  </a:lnTo>
                  <a:lnTo>
                    <a:pt x="47" y="83"/>
                  </a:lnTo>
                  <a:lnTo>
                    <a:pt x="45" y="83"/>
                  </a:lnTo>
                  <a:lnTo>
                    <a:pt x="45" y="83"/>
                  </a:lnTo>
                  <a:lnTo>
                    <a:pt x="42" y="83"/>
                  </a:lnTo>
                  <a:lnTo>
                    <a:pt x="42" y="83"/>
                  </a:lnTo>
                  <a:lnTo>
                    <a:pt x="42" y="83"/>
                  </a:lnTo>
                  <a:lnTo>
                    <a:pt x="42" y="83"/>
                  </a:lnTo>
                  <a:lnTo>
                    <a:pt x="40" y="83"/>
                  </a:lnTo>
                  <a:lnTo>
                    <a:pt x="40" y="83"/>
                  </a:lnTo>
                  <a:lnTo>
                    <a:pt x="40" y="83"/>
                  </a:lnTo>
                  <a:lnTo>
                    <a:pt x="38" y="83"/>
                  </a:lnTo>
                  <a:lnTo>
                    <a:pt x="38" y="83"/>
                  </a:lnTo>
                  <a:lnTo>
                    <a:pt x="38" y="83"/>
                  </a:lnTo>
                  <a:lnTo>
                    <a:pt x="35" y="83"/>
                  </a:lnTo>
                  <a:lnTo>
                    <a:pt x="35" y="83"/>
                  </a:lnTo>
                  <a:lnTo>
                    <a:pt x="35" y="83"/>
                  </a:lnTo>
                  <a:lnTo>
                    <a:pt x="33" y="83"/>
                  </a:lnTo>
                  <a:lnTo>
                    <a:pt x="33" y="83"/>
                  </a:lnTo>
                  <a:lnTo>
                    <a:pt x="33" y="81"/>
                  </a:lnTo>
                  <a:lnTo>
                    <a:pt x="33" y="81"/>
                  </a:lnTo>
                  <a:lnTo>
                    <a:pt x="31" y="81"/>
                  </a:lnTo>
                  <a:lnTo>
                    <a:pt x="31" y="81"/>
                  </a:lnTo>
                  <a:lnTo>
                    <a:pt x="28" y="81"/>
                  </a:lnTo>
                  <a:lnTo>
                    <a:pt x="28" y="81"/>
                  </a:lnTo>
                  <a:lnTo>
                    <a:pt x="28" y="81"/>
                  </a:lnTo>
                  <a:lnTo>
                    <a:pt x="28" y="81"/>
                  </a:lnTo>
                  <a:lnTo>
                    <a:pt x="26" y="81"/>
                  </a:lnTo>
                  <a:lnTo>
                    <a:pt x="26" y="81"/>
                  </a:lnTo>
                  <a:lnTo>
                    <a:pt x="26" y="81"/>
                  </a:lnTo>
                  <a:lnTo>
                    <a:pt x="24" y="81"/>
                  </a:lnTo>
                  <a:lnTo>
                    <a:pt x="24" y="81"/>
                  </a:lnTo>
                  <a:lnTo>
                    <a:pt x="21" y="81"/>
                  </a:lnTo>
                  <a:lnTo>
                    <a:pt x="21" y="78"/>
                  </a:lnTo>
                  <a:lnTo>
                    <a:pt x="21" y="78"/>
                  </a:lnTo>
                  <a:lnTo>
                    <a:pt x="21" y="78"/>
                  </a:lnTo>
                  <a:lnTo>
                    <a:pt x="19" y="78"/>
                  </a:lnTo>
                  <a:lnTo>
                    <a:pt x="19" y="78"/>
                  </a:lnTo>
                  <a:lnTo>
                    <a:pt x="19" y="76"/>
                  </a:lnTo>
                  <a:lnTo>
                    <a:pt x="19" y="76"/>
                  </a:lnTo>
                  <a:lnTo>
                    <a:pt x="19" y="76"/>
                  </a:lnTo>
                  <a:lnTo>
                    <a:pt x="19" y="73"/>
                  </a:lnTo>
                  <a:lnTo>
                    <a:pt x="19" y="73"/>
                  </a:lnTo>
                  <a:lnTo>
                    <a:pt x="19" y="73"/>
                  </a:lnTo>
                  <a:lnTo>
                    <a:pt x="16" y="73"/>
                  </a:lnTo>
                  <a:lnTo>
                    <a:pt x="16" y="71"/>
                  </a:lnTo>
                  <a:lnTo>
                    <a:pt x="16" y="71"/>
                  </a:lnTo>
                  <a:lnTo>
                    <a:pt x="16" y="69"/>
                  </a:lnTo>
                  <a:lnTo>
                    <a:pt x="16" y="69"/>
                  </a:lnTo>
                  <a:lnTo>
                    <a:pt x="16" y="69"/>
                  </a:lnTo>
                  <a:lnTo>
                    <a:pt x="16" y="66"/>
                  </a:lnTo>
                  <a:lnTo>
                    <a:pt x="16" y="66"/>
                  </a:lnTo>
                  <a:lnTo>
                    <a:pt x="16" y="64"/>
                  </a:lnTo>
                  <a:lnTo>
                    <a:pt x="16" y="64"/>
                  </a:lnTo>
                  <a:lnTo>
                    <a:pt x="16" y="64"/>
                  </a:lnTo>
                  <a:lnTo>
                    <a:pt x="16" y="64"/>
                  </a:lnTo>
                  <a:lnTo>
                    <a:pt x="16" y="62"/>
                  </a:lnTo>
                  <a:lnTo>
                    <a:pt x="14" y="62"/>
                  </a:lnTo>
                  <a:lnTo>
                    <a:pt x="14" y="62"/>
                  </a:lnTo>
                  <a:lnTo>
                    <a:pt x="14" y="62"/>
                  </a:lnTo>
                  <a:lnTo>
                    <a:pt x="14" y="59"/>
                  </a:lnTo>
                  <a:lnTo>
                    <a:pt x="14" y="59"/>
                  </a:lnTo>
                  <a:lnTo>
                    <a:pt x="14" y="57"/>
                  </a:lnTo>
                  <a:lnTo>
                    <a:pt x="14" y="57"/>
                  </a:lnTo>
                  <a:lnTo>
                    <a:pt x="14" y="57"/>
                  </a:lnTo>
                  <a:lnTo>
                    <a:pt x="14" y="54"/>
                  </a:lnTo>
                  <a:lnTo>
                    <a:pt x="12" y="54"/>
                  </a:lnTo>
                  <a:lnTo>
                    <a:pt x="12" y="54"/>
                  </a:lnTo>
                  <a:lnTo>
                    <a:pt x="12" y="54"/>
                  </a:lnTo>
                  <a:lnTo>
                    <a:pt x="9" y="54"/>
                  </a:lnTo>
                  <a:lnTo>
                    <a:pt x="9" y="54"/>
                  </a:lnTo>
                  <a:lnTo>
                    <a:pt x="9" y="54"/>
                  </a:lnTo>
                  <a:lnTo>
                    <a:pt x="9" y="54"/>
                  </a:lnTo>
                  <a:lnTo>
                    <a:pt x="9" y="52"/>
                  </a:lnTo>
                  <a:lnTo>
                    <a:pt x="7" y="52"/>
                  </a:lnTo>
                  <a:lnTo>
                    <a:pt x="7" y="52"/>
                  </a:lnTo>
                  <a:lnTo>
                    <a:pt x="7" y="52"/>
                  </a:lnTo>
                  <a:lnTo>
                    <a:pt x="7" y="52"/>
                  </a:lnTo>
                  <a:lnTo>
                    <a:pt x="7" y="50"/>
                  </a:lnTo>
                  <a:lnTo>
                    <a:pt x="5" y="50"/>
                  </a:lnTo>
                  <a:lnTo>
                    <a:pt x="5" y="50"/>
                  </a:lnTo>
                  <a:lnTo>
                    <a:pt x="5" y="50"/>
                  </a:lnTo>
                  <a:lnTo>
                    <a:pt x="2" y="50"/>
                  </a:lnTo>
                  <a:lnTo>
                    <a:pt x="2" y="47"/>
                  </a:lnTo>
                  <a:lnTo>
                    <a:pt x="2" y="47"/>
                  </a:lnTo>
                  <a:lnTo>
                    <a:pt x="2" y="47"/>
                  </a:lnTo>
                  <a:lnTo>
                    <a:pt x="2" y="47"/>
                  </a:lnTo>
                  <a:lnTo>
                    <a:pt x="0" y="47"/>
                  </a:lnTo>
                  <a:lnTo>
                    <a:pt x="0" y="45"/>
                  </a:lnTo>
                  <a:lnTo>
                    <a:pt x="0" y="45"/>
                  </a:lnTo>
                  <a:lnTo>
                    <a:pt x="0" y="43"/>
                  </a:lnTo>
                  <a:lnTo>
                    <a:pt x="0" y="43"/>
                  </a:lnTo>
                  <a:lnTo>
                    <a:pt x="0" y="43"/>
                  </a:lnTo>
                  <a:lnTo>
                    <a:pt x="0" y="40"/>
                  </a:lnTo>
                  <a:lnTo>
                    <a:pt x="2" y="40"/>
                  </a:lnTo>
                  <a:lnTo>
                    <a:pt x="2" y="40"/>
                  </a:lnTo>
                  <a:lnTo>
                    <a:pt x="2" y="40"/>
                  </a:lnTo>
                  <a:lnTo>
                    <a:pt x="2" y="38"/>
                  </a:lnTo>
                  <a:lnTo>
                    <a:pt x="2" y="38"/>
                  </a:lnTo>
                  <a:lnTo>
                    <a:pt x="2" y="38"/>
                  </a:lnTo>
                  <a:lnTo>
                    <a:pt x="5" y="38"/>
                  </a:lnTo>
                  <a:lnTo>
                    <a:pt x="5" y="38"/>
                  </a:lnTo>
                  <a:lnTo>
                    <a:pt x="5" y="38"/>
                  </a:lnTo>
                  <a:lnTo>
                    <a:pt x="5" y="40"/>
                  </a:lnTo>
                  <a:lnTo>
                    <a:pt x="7" y="40"/>
                  </a:lnTo>
                  <a:lnTo>
                    <a:pt x="7" y="38"/>
                  </a:lnTo>
                  <a:lnTo>
                    <a:pt x="7" y="38"/>
                  </a:lnTo>
                  <a:lnTo>
                    <a:pt x="7" y="38"/>
                  </a:lnTo>
                  <a:lnTo>
                    <a:pt x="7" y="38"/>
                  </a:lnTo>
                  <a:lnTo>
                    <a:pt x="9" y="38"/>
                  </a:lnTo>
                  <a:lnTo>
                    <a:pt x="9" y="38"/>
                  </a:lnTo>
                  <a:lnTo>
                    <a:pt x="9" y="38"/>
                  </a:lnTo>
                  <a:lnTo>
                    <a:pt x="9" y="40"/>
                  </a:lnTo>
                  <a:lnTo>
                    <a:pt x="9" y="40"/>
                  </a:lnTo>
                  <a:lnTo>
                    <a:pt x="7" y="40"/>
                  </a:lnTo>
                  <a:lnTo>
                    <a:pt x="7" y="40"/>
                  </a:lnTo>
                  <a:lnTo>
                    <a:pt x="7" y="43"/>
                  </a:lnTo>
                  <a:lnTo>
                    <a:pt x="7" y="43"/>
                  </a:lnTo>
                  <a:lnTo>
                    <a:pt x="7" y="43"/>
                  </a:lnTo>
                  <a:lnTo>
                    <a:pt x="7" y="43"/>
                  </a:lnTo>
                  <a:lnTo>
                    <a:pt x="5" y="43"/>
                  </a:lnTo>
                  <a:lnTo>
                    <a:pt x="5" y="43"/>
                  </a:lnTo>
                  <a:lnTo>
                    <a:pt x="5" y="45"/>
                  </a:lnTo>
                  <a:lnTo>
                    <a:pt x="5" y="45"/>
                  </a:lnTo>
                  <a:lnTo>
                    <a:pt x="7" y="45"/>
                  </a:lnTo>
                  <a:lnTo>
                    <a:pt x="7" y="45"/>
                  </a:lnTo>
                  <a:lnTo>
                    <a:pt x="7" y="45"/>
                  </a:lnTo>
                  <a:lnTo>
                    <a:pt x="7" y="45"/>
                  </a:lnTo>
                  <a:lnTo>
                    <a:pt x="9" y="45"/>
                  </a:lnTo>
                  <a:lnTo>
                    <a:pt x="9" y="45"/>
                  </a:lnTo>
                  <a:lnTo>
                    <a:pt x="9" y="45"/>
                  </a:lnTo>
                  <a:lnTo>
                    <a:pt x="9" y="47"/>
                  </a:lnTo>
                  <a:lnTo>
                    <a:pt x="9" y="47"/>
                  </a:lnTo>
                  <a:lnTo>
                    <a:pt x="9" y="45"/>
                  </a:lnTo>
                  <a:lnTo>
                    <a:pt x="9" y="45"/>
                  </a:lnTo>
                  <a:lnTo>
                    <a:pt x="9" y="4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3" name="Freeform 271"/>
            <p:cNvSpPr>
              <a:spLocks/>
            </p:cNvSpPr>
            <p:nvPr/>
          </p:nvSpPr>
          <p:spPr bwMode="auto">
            <a:xfrm>
              <a:off x="2490788" y="3076575"/>
              <a:ext cx="725488" cy="665162"/>
            </a:xfrm>
            <a:custGeom>
              <a:avLst/>
              <a:gdLst/>
              <a:ahLst/>
              <a:cxnLst>
                <a:cxn ang="0">
                  <a:pos x="124" y="306"/>
                </a:cxn>
                <a:cxn ang="0">
                  <a:pos x="107" y="291"/>
                </a:cxn>
                <a:cxn ang="0">
                  <a:pos x="100" y="270"/>
                </a:cxn>
                <a:cxn ang="0">
                  <a:pos x="100" y="244"/>
                </a:cxn>
                <a:cxn ang="0">
                  <a:pos x="90" y="225"/>
                </a:cxn>
                <a:cxn ang="0">
                  <a:pos x="83" y="208"/>
                </a:cxn>
                <a:cxn ang="0">
                  <a:pos x="67" y="201"/>
                </a:cxn>
                <a:cxn ang="0">
                  <a:pos x="60" y="180"/>
                </a:cxn>
                <a:cxn ang="0">
                  <a:pos x="48" y="173"/>
                </a:cxn>
                <a:cxn ang="0">
                  <a:pos x="45" y="156"/>
                </a:cxn>
                <a:cxn ang="0">
                  <a:pos x="36" y="144"/>
                </a:cxn>
                <a:cxn ang="0">
                  <a:pos x="29" y="126"/>
                </a:cxn>
                <a:cxn ang="0">
                  <a:pos x="15" y="107"/>
                </a:cxn>
                <a:cxn ang="0">
                  <a:pos x="0" y="107"/>
                </a:cxn>
                <a:cxn ang="0">
                  <a:pos x="5" y="78"/>
                </a:cxn>
                <a:cxn ang="0">
                  <a:pos x="22" y="73"/>
                </a:cxn>
                <a:cxn ang="0">
                  <a:pos x="45" y="69"/>
                </a:cxn>
                <a:cxn ang="0">
                  <a:pos x="64" y="54"/>
                </a:cxn>
                <a:cxn ang="0">
                  <a:pos x="74" y="38"/>
                </a:cxn>
                <a:cxn ang="0">
                  <a:pos x="57" y="21"/>
                </a:cxn>
                <a:cxn ang="0">
                  <a:pos x="74" y="12"/>
                </a:cxn>
                <a:cxn ang="0">
                  <a:pos x="97" y="5"/>
                </a:cxn>
                <a:cxn ang="0">
                  <a:pos x="119" y="2"/>
                </a:cxn>
                <a:cxn ang="0">
                  <a:pos x="140" y="14"/>
                </a:cxn>
                <a:cxn ang="0">
                  <a:pos x="159" y="24"/>
                </a:cxn>
                <a:cxn ang="0">
                  <a:pos x="180" y="35"/>
                </a:cxn>
                <a:cxn ang="0">
                  <a:pos x="197" y="47"/>
                </a:cxn>
                <a:cxn ang="0">
                  <a:pos x="206" y="69"/>
                </a:cxn>
                <a:cxn ang="0">
                  <a:pos x="230" y="76"/>
                </a:cxn>
                <a:cxn ang="0">
                  <a:pos x="258" y="78"/>
                </a:cxn>
                <a:cxn ang="0">
                  <a:pos x="282" y="83"/>
                </a:cxn>
                <a:cxn ang="0">
                  <a:pos x="303" y="92"/>
                </a:cxn>
                <a:cxn ang="0">
                  <a:pos x="311" y="114"/>
                </a:cxn>
                <a:cxn ang="0">
                  <a:pos x="327" y="123"/>
                </a:cxn>
                <a:cxn ang="0">
                  <a:pos x="337" y="137"/>
                </a:cxn>
                <a:cxn ang="0">
                  <a:pos x="337" y="159"/>
                </a:cxn>
                <a:cxn ang="0">
                  <a:pos x="348" y="180"/>
                </a:cxn>
                <a:cxn ang="0">
                  <a:pos x="360" y="201"/>
                </a:cxn>
                <a:cxn ang="0">
                  <a:pos x="374" y="218"/>
                </a:cxn>
                <a:cxn ang="0">
                  <a:pos x="391" y="235"/>
                </a:cxn>
                <a:cxn ang="0">
                  <a:pos x="417" y="239"/>
                </a:cxn>
                <a:cxn ang="0">
                  <a:pos x="441" y="246"/>
                </a:cxn>
                <a:cxn ang="0">
                  <a:pos x="455" y="256"/>
                </a:cxn>
                <a:cxn ang="0">
                  <a:pos x="450" y="282"/>
                </a:cxn>
                <a:cxn ang="0">
                  <a:pos x="441" y="306"/>
                </a:cxn>
                <a:cxn ang="0">
                  <a:pos x="422" y="317"/>
                </a:cxn>
                <a:cxn ang="0">
                  <a:pos x="398" y="327"/>
                </a:cxn>
                <a:cxn ang="0">
                  <a:pos x="377" y="334"/>
                </a:cxn>
                <a:cxn ang="0">
                  <a:pos x="353" y="341"/>
                </a:cxn>
                <a:cxn ang="0">
                  <a:pos x="327" y="346"/>
                </a:cxn>
                <a:cxn ang="0">
                  <a:pos x="306" y="355"/>
                </a:cxn>
                <a:cxn ang="0">
                  <a:pos x="292" y="374"/>
                </a:cxn>
                <a:cxn ang="0">
                  <a:pos x="277" y="391"/>
                </a:cxn>
                <a:cxn ang="0">
                  <a:pos x="263" y="410"/>
                </a:cxn>
                <a:cxn ang="0">
                  <a:pos x="256" y="405"/>
                </a:cxn>
                <a:cxn ang="0">
                  <a:pos x="237" y="391"/>
                </a:cxn>
                <a:cxn ang="0">
                  <a:pos x="218" y="379"/>
                </a:cxn>
                <a:cxn ang="0">
                  <a:pos x="197" y="374"/>
                </a:cxn>
                <a:cxn ang="0">
                  <a:pos x="187" y="386"/>
                </a:cxn>
                <a:cxn ang="0">
                  <a:pos x="178" y="396"/>
                </a:cxn>
                <a:cxn ang="0">
                  <a:pos x="168" y="374"/>
                </a:cxn>
                <a:cxn ang="0">
                  <a:pos x="154" y="358"/>
                </a:cxn>
                <a:cxn ang="0">
                  <a:pos x="145" y="336"/>
                </a:cxn>
              </a:cxnLst>
              <a:rect l="0" t="0" r="r" b="b"/>
              <a:pathLst>
                <a:path w="457" h="419">
                  <a:moveTo>
                    <a:pt x="135" y="320"/>
                  </a:moveTo>
                  <a:lnTo>
                    <a:pt x="135" y="317"/>
                  </a:lnTo>
                  <a:lnTo>
                    <a:pt x="135" y="317"/>
                  </a:lnTo>
                  <a:lnTo>
                    <a:pt x="133" y="317"/>
                  </a:lnTo>
                  <a:lnTo>
                    <a:pt x="133" y="320"/>
                  </a:lnTo>
                  <a:lnTo>
                    <a:pt x="133" y="320"/>
                  </a:lnTo>
                  <a:lnTo>
                    <a:pt x="133" y="320"/>
                  </a:lnTo>
                  <a:lnTo>
                    <a:pt x="133" y="317"/>
                  </a:lnTo>
                  <a:lnTo>
                    <a:pt x="133" y="317"/>
                  </a:lnTo>
                  <a:lnTo>
                    <a:pt x="133" y="317"/>
                  </a:lnTo>
                  <a:lnTo>
                    <a:pt x="133" y="317"/>
                  </a:lnTo>
                  <a:lnTo>
                    <a:pt x="133" y="315"/>
                  </a:lnTo>
                  <a:lnTo>
                    <a:pt x="133" y="315"/>
                  </a:lnTo>
                  <a:lnTo>
                    <a:pt x="131" y="315"/>
                  </a:lnTo>
                  <a:lnTo>
                    <a:pt x="131" y="315"/>
                  </a:lnTo>
                  <a:lnTo>
                    <a:pt x="131" y="313"/>
                  </a:lnTo>
                  <a:lnTo>
                    <a:pt x="131" y="313"/>
                  </a:lnTo>
                  <a:lnTo>
                    <a:pt x="131" y="313"/>
                  </a:lnTo>
                  <a:lnTo>
                    <a:pt x="131" y="310"/>
                  </a:lnTo>
                  <a:lnTo>
                    <a:pt x="131" y="310"/>
                  </a:lnTo>
                  <a:lnTo>
                    <a:pt x="128" y="310"/>
                  </a:lnTo>
                  <a:lnTo>
                    <a:pt x="128" y="308"/>
                  </a:lnTo>
                  <a:lnTo>
                    <a:pt x="128" y="308"/>
                  </a:lnTo>
                  <a:lnTo>
                    <a:pt x="128" y="310"/>
                  </a:lnTo>
                  <a:lnTo>
                    <a:pt x="128" y="310"/>
                  </a:lnTo>
                  <a:lnTo>
                    <a:pt x="128" y="308"/>
                  </a:lnTo>
                  <a:lnTo>
                    <a:pt x="128" y="308"/>
                  </a:lnTo>
                  <a:lnTo>
                    <a:pt x="126" y="308"/>
                  </a:lnTo>
                  <a:lnTo>
                    <a:pt x="126" y="308"/>
                  </a:lnTo>
                  <a:lnTo>
                    <a:pt x="126" y="306"/>
                  </a:lnTo>
                  <a:lnTo>
                    <a:pt x="126" y="306"/>
                  </a:lnTo>
                  <a:lnTo>
                    <a:pt x="126" y="306"/>
                  </a:lnTo>
                  <a:lnTo>
                    <a:pt x="124" y="306"/>
                  </a:lnTo>
                  <a:lnTo>
                    <a:pt x="124" y="306"/>
                  </a:lnTo>
                  <a:lnTo>
                    <a:pt x="124" y="306"/>
                  </a:lnTo>
                  <a:lnTo>
                    <a:pt x="121" y="306"/>
                  </a:lnTo>
                  <a:lnTo>
                    <a:pt x="121" y="306"/>
                  </a:lnTo>
                  <a:lnTo>
                    <a:pt x="121" y="303"/>
                  </a:lnTo>
                  <a:lnTo>
                    <a:pt x="121" y="303"/>
                  </a:lnTo>
                  <a:lnTo>
                    <a:pt x="119" y="303"/>
                  </a:lnTo>
                  <a:lnTo>
                    <a:pt x="119" y="303"/>
                  </a:lnTo>
                  <a:lnTo>
                    <a:pt x="119" y="303"/>
                  </a:lnTo>
                  <a:lnTo>
                    <a:pt x="119" y="303"/>
                  </a:lnTo>
                  <a:lnTo>
                    <a:pt x="116" y="303"/>
                  </a:lnTo>
                  <a:lnTo>
                    <a:pt x="116" y="303"/>
                  </a:lnTo>
                  <a:lnTo>
                    <a:pt x="116" y="301"/>
                  </a:lnTo>
                  <a:lnTo>
                    <a:pt x="114" y="301"/>
                  </a:lnTo>
                  <a:lnTo>
                    <a:pt x="114" y="301"/>
                  </a:lnTo>
                  <a:lnTo>
                    <a:pt x="114" y="301"/>
                  </a:lnTo>
                  <a:lnTo>
                    <a:pt x="114" y="301"/>
                  </a:lnTo>
                  <a:lnTo>
                    <a:pt x="114" y="301"/>
                  </a:lnTo>
                  <a:lnTo>
                    <a:pt x="114" y="301"/>
                  </a:lnTo>
                  <a:lnTo>
                    <a:pt x="114" y="299"/>
                  </a:lnTo>
                  <a:lnTo>
                    <a:pt x="112" y="299"/>
                  </a:lnTo>
                  <a:lnTo>
                    <a:pt x="112" y="299"/>
                  </a:lnTo>
                  <a:lnTo>
                    <a:pt x="112" y="299"/>
                  </a:lnTo>
                  <a:lnTo>
                    <a:pt x="112" y="296"/>
                  </a:lnTo>
                  <a:lnTo>
                    <a:pt x="112" y="296"/>
                  </a:lnTo>
                  <a:lnTo>
                    <a:pt x="112" y="296"/>
                  </a:lnTo>
                  <a:lnTo>
                    <a:pt x="112" y="296"/>
                  </a:lnTo>
                  <a:lnTo>
                    <a:pt x="109" y="296"/>
                  </a:lnTo>
                  <a:lnTo>
                    <a:pt x="109" y="294"/>
                  </a:lnTo>
                  <a:lnTo>
                    <a:pt x="109" y="294"/>
                  </a:lnTo>
                  <a:lnTo>
                    <a:pt x="109" y="294"/>
                  </a:lnTo>
                  <a:lnTo>
                    <a:pt x="109" y="291"/>
                  </a:lnTo>
                  <a:lnTo>
                    <a:pt x="107" y="291"/>
                  </a:lnTo>
                  <a:lnTo>
                    <a:pt x="107" y="291"/>
                  </a:lnTo>
                  <a:lnTo>
                    <a:pt x="107" y="291"/>
                  </a:lnTo>
                  <a:lnTo>
                    <a:pt x="107" y="289"/>
                  </a:lnTo>
                  <a:lnTo>
                    <a:pt x="107" y="289"/>
                  </a:lnTo>
                  <a:lnTo>
                    <a:pt x="107" y="289"/>
                  </a:lnTo>
                  <a:lnTo>
                    <a:pt x="107" y="287"/>
                  </a:lnTo>
                  <a:lnTo>
                    <a:pt x="105" y="287"/>
                  </a:lnTo>
                  <a:lnTo>
                    <a:pt x="105" y="287"/>
                  </a:lnTo>
                  <a:lnTo>
                    <a:pt x="105" y="287"/>
                  </a:lnTo>
                  <a:lnTo>
                    <a:pt x="105" y="287"/>
                  </a:lnTo>
                  <a:lnTo>
                    <a:pt x="105" y="287"/>
                  </a:lnTo>
                  <a:lnTo>
                    <a:pt x="105" y="284"/>
                  </a:lnTo>
                  <a:lnTo>
                    <a:pt x="105" y="284"/>
                  </a:lnTo>
                  <a:lnTo>
                    <a:pt x="105" y="282"/>
                  </a:lnTo>
                  <a:lnTo>
                    <a:pt x="102" y="282"/>
                  </a:lnTo>
                  <a:lnTo>
                    <a:pt x="102" y="282"/>
                  </a:lnTo>
                  <a:lnTo>
                    <a:pt x="102" y="282"/>
                  </a:lnTo>
                  <a:lnTo>
                    <a:pt x="102" y="280"/>
                  </a:lnTo>
                  <a:lnTo>
                    <a:pt x="102" y="280"/>
                  </a:lnTo>
                  <a:lnTo>
                    <a:pt x="100" y="280"/>
                  </a:lnTo>
                  <a:lnTo>
                    <a:pt x="100" y="277"/>
                  </a:lnTo>
                  <a:lnTo>
                    <a:pt x="100" y="277"/>
                  </a:lnTo>
                  <a:lnTo>
                    <a:pt x="100" y="277"/>
                  </a:lnTo>
                  <a:lnTo>
                    <a:pt x="100" y="277"/>
                  </a:lnTo>
                  <a:lnTo>
                    <a:pt x="100" y="275"/>
                  </a:lnTo>
                  <a:lnTo>
                    <a:pt x="100" y="275"/>
                  </a:lnTo>
                  <a:lnTo>
                    <a:pt x="100" y="275"/>
                  </a:lnTo>
                  <a:lnTo>
                    <a:pt x="102" y="275"/>
                  </a:lnTo>
                  <a:lnTo>
                    <a:pt x="102" y="272"/>
                  </a:lnTo>
                  <a:lnTo>
                    <a:pt x="100" y="272"/>
                  </a:lnTo>
                  <a:lnTo>
                    <a:pt x="100" y="272"/>
                  </a:lnTo>
                  <a:lnTo>
                    <a:pt x="100" y="270"/>
                  </a:lnTo>
                  <a:lnTo>
                    <a:pt x="100" y="270"/>
                  </a:lnTo>
                  <a:lnTo>
                    <a:pt x="100" y="270"/>
                  </a:lnTo>
                  <a:lnTo>
                    <a:pt x="100" y="268"/>
                  </a:lnTo>
                  <a:lnTo>
                    <a:pt x="100" y="268"/>
                  </a:lnTo>
                  <a:lnTo>
                    <a:pt x="100" y="268"/>
                  </a:lnTo>
                  <a:lnTo>
                    <a:pt x="100" y="268"/>
                  </a:lnTo>
                  <a:lnTo>
                    <a:pt x="100" y="265"/>
                  </a:lnTo>
                  <a:lnTo>
                    <a:pt x="100" y="265"/>
                  </a:lnTo>
                  <a:lnTo>
                    <a:pt x="97" y="265"/>
                  </a:lnTo>
                  <a:lnTo>
                    <a:pt x="97" y="263"/>
                  </a:lnTo>
                  <a:lnTo>
                    <a:pt x="97" y="263"/>
                  </a:lnTo>
                  <a:lnTo>
                    <a:pt x="97" y="263"/>
                  </a:lnTo>
                  <a:lnTo>
                    <a:pt x="97" y="261"/>
                  </a:lnTo>
                  <a:lnTo>
                    <a:pt x="97" y="261"/>
                  </a:lnTo>
                  <a:lnTo>
                    <a:pt x="97" y="261"/>
                  </a:lnTo>
                  <a:lnTo>
                    <a:pt x="97" y="258"/>
                  </a:lnTo>
                  <a:lnTo>
                    <a:pt x="97" y="258"/>
                  </a:lnTo>
                  <a:lnTo>
                    <a:pt x="97" y="256"/>
                  </a:lnTo>
                  <a:lnTo>
                    <a:pt x="97" y="256"/>
                  </a:lnTo>
                  <a:lnTo>
                    <a:pt x="97" y="256"/>
                  </a:lnTo>
                  <a:lnTo>
                    <a:pt x="97" y="256"/>
                  </a:lnTo>
                  <a:lnTo>
                    <a:pt x="97" y="256"/>
                  </a:lnTo>
                  <a:lnTo>
                    <a:pt x="97" y="254"/>
                  </a:lnTo>
                  <a:lnTo>
                    <a:pt x="97" y="254"/>
                  </a:lnTo>
                  <a:lnTo>
                    <a:pt x="97" y="251"/>
                  </a:lnTo>
                  <a:lnTo>
                    <a:pt x="100" y="251"/>
                  </a:lnTo>
                  <a:lnTo>
                    <a:pt x="100" y="251"/>
                  </a:lnTo>
                  <a:lnTo>
                    <a:pt x="100" y="249"/>
                  </a:lnTo>
                  <a:lnTo>
                    <a:pt x="100" y="249"/>
                  </a:lnTo>
                  <a:lnTo>
                    <a:pt x="100" y="246"/>
                  </a:lnTo>
                  <a:lnTo>
                    <a:pt x="100" y="246"/>
                  </a:lnTo>
                  <a:lnTo>
                    <a:pt x="100" y="246"/>
                  </a:lnTo>
                  <a:lnTo>
                    <a:pt x="100" y="244"/>
                  </a:lnTo>
                  <a:lnTo>
                    <a:pt x="100" y="244"/>
                  </a:lnTo>
                  <a:lnTo>
                    <a:pt x="97" y="244"/>
                  </a:lnTo>
                  <a:lnTo>
                    <a:pt x="97" y="242"/>
                  </a:lnTo>
                  <a:lnTo>
                    <a:pt x="97" y="242"/>
                  </a:lnTo>
                  <a:lnTo>
                    <a:pt x="97" y="242"/>
                  </a:lnTo>
                  <a:lnTo>
                    <a:pt x="97" y="242"/>
                  </a:lnTo>
                  <a:lnTo>
                    <a:pt x="97" y="242"/>
                  </a:lnTo>
                  <a:lnTo>
                    <a:pt x="97" y="242"/>
                  </a:lnTo>
                  <a:lnTo>
                    <a:pt x="97" y="239"/>
                  </a:lnTo>
                  <a:lnTo>
                    <a:pt x="97" y="239"/>
                  </a:lnTo>
                  <a:lnTo>
                    <a:pt x="97" y="239"/>
                  </a:lnTo>
                  <a:lnTo>
                    <a:pt x="97" y="239"/>
                  </a:lnTo>
                  <a:lnTo>
                    <a:pt x="97" y="237"/>
                  </a:lnTo>
                  <a:lnTo>
                    <a:pt x="95" y="237"/>
                  </a:lnTo>
                  <a:lnTo>
                    <a:pt x="95" y="237"/>
                  </a:lnTo>
                  <a:lnTo>
                    <a:pt x="95" y="237"/>
                  </a:lnTo>
                  <a:lnTo>
                    <a:pt x="95" y="237"/>
                  </a:lnTo>
                  <a:lnTo>
                    <a:pt x="95" y="235"/>
                  </a:lnTo>
                  <a:lnTo>
                    <a:pt x="95" y="235"/>
                  </a:lnTo>
                  <a:lnTo>
                    <a:pt x="93" y="235"/>
                  </a:lnTo>
                  <a:lnTo>
                    <a:pt x="93" y="232"/>
                  </a:lnTo>
                  <a:lnTo>
                    <a:pt x="93" y="232"/>
                  </a:lnTo>
                  <a:lnTo>
                    <a:pt x="93" y="232"/>
                  </a:lnTo>
                  <a:lnTo>
                    <a:pt x="93" y="230"/>
                  </a:lnTo>
                  <a:lnTo>
                    <a:pt x="93" y="230"/>
                  </a:lnTo>
                  <a:lnTo>
                    <a:pt x="93" y="230"/>
                  </a:lnTo>
                  <a:lnTo>
                    <a:pt x="93" y="227"/>
                  </a:lnTo>
                  <a:lnTo>
                    <a:pt x="93" y="227"/>
                  </a:lnTo>
                  <a:lnTo>
                    <a:pt x="90" y="227"/>
                  </a:lnTo>
                  <a:lnTo>
                    <a:pt x="90" y="227"/>
                  </a:lnTo>
                  <a:lnTo>
                    <a:pt x="88" y="227"/>
                  </a:lnTo>
                  <a:lnTo>
                    <a:pt x="88" y="227"/>
                  </a:lnTo>
                  <a:lnTo>
                    <a:pt x="90" y="227"/>
                  </a:lnTo>
                  <a:lnTo>
                    <a:pt x="90" y="225"/>
                  </a:lnTo>
                  <a:lnTo>
                    <a:pt x="90" y="225"/>
                  </a:lnTo>
                  <a:lnTo>
                    <a:pt x="90" y="223"/>
                  </a:lnTo>
                  <a:lnTo>
                    <a:pt x="88" y="223"/>
                  </a:lnTo>
                  <a:lnTo>
                    <a:pt x="88" y="223"/>
                  </a:lnTo>
                  <a:lnTo>
                    <a:pt x="88" y="223"/>
                  </a:lnTo>
                  <a:lnTo>
                    <a:pt x="88" y="223"/>
                  </a:lnTo>
                  <a:lnTo>
                    <a:pt x="88" y="220"/>
                  </a:lnTo>
                  <a:lnTo>
                    <a:pt x="88" y="220"/>
                  </a:lnTo>
                  <a:lnTo>
                    <a:pt x="88" y="220"/>
                  </a:lnTo>
                  <a:lnTo>
                    <a:pt x="88" y="220"/>
                  </a:lnTo>
                  <a:lnTo>
                    <a:pt x="88" y="220"/>
                  </a:lnTo>
                  <a:lnTo>
                    <a:pt x="88" y="220"/>
                  </a:lnTo>
                  <a:lnTo>
                    <a:pt x="88" y="218"/>
                  </a:lnTo>
                  <a:lnTo>
                    <a:pt x="88" y="218"/>
                  </a:lnTo>
                  <a:lnTo>
                    <a:pt x="88" y="218"/>
                  </a:lnTo>
                  <a:lnTo>
                    <a:pt x="86" y="218"/>
                  </a:lnTo>
                  <a:lnTo>
                    <a:pt x="86" y="216"/>
                  </a:lnTo>
                  <a:lnTo>
                    <a:pt x="86" y="216"/>
                  </a:lnTo>
                  <a:lnTo>
                    <a:pt x="86" y="216"/>
                  </a:lnTo>
                  <a:lnTo>
                    <a:pt x="86" y="216"/>
                  </a:lnTo>
                  <a:lnTo>
                    <a:pt x="86" y="216"/>
                  </a:lnTo>
                  <a:lnTo>
                    <a:pt x="83" y="216"/>
                  </a:lnTo>
                  <a:lnTo>
                    <a:pt x="83" y="216"/>
                  </a:lnTo>
                  <a:lnTo>
                    <a:pt x="86" y="216"/>
                  </a:lnTo>
                  <a:lnTo>
                    <a:pt x="86" y="213"/>
                  </a:lnTo>
                  <a:lnTo>
                    <a:pt x="86" y="213"/>
                  </a:lnTo>
                  <a:lnTo>
                    <a:pt x="86" y="213"/>
                  </a:lnTo>
                  <a:lnTo>
                    <a:pt x="86" y="213"/>
                  </a:lnTo>
                  <a:lnTo>
                    <a:pt x="86" y="211"/>
                  </a:lnTo>
                  <a:lnTo>
                    <a:pt x="83" y="211"/>
                  </a:lnTo>
                  <a:lnTo>
                    <a:pt x="83" y="211"/>
                  </a:lnTo>
                  <a:lnTo>
                    <a:pt x="83" y="211"/>
                  </a:lnTo>
                  <a:lnTo>
                    <a:pt x="83" y="208"/>
                  </a:lnTo>
                  <a:lnTo>
                    <a:pt x="81" y="208"/>
                  </a:lnTo>
                  <a:lnTo>
                    <a:pt x="81" y="211"/>
                  </a:lnTo>
                  <a:lnTo>
                    <a:pt x="81" y="211"/>
                  </a:lnTo>
                  <a:lnTo>
                    <a:pt x="81" y="211"/>
                  </a:lnTo>
                  <a:lnTo>
                    <a:pt x="81" y="211"/>
                  </a:lnTo>
                  <a:lnTo>
                    <a:pt x="81" y="211"/>
                  </a:lnTo>
                  <a:lnTo>
                    <a:pt x="81" y="208"/>
                  </a:lnTo>
                  <a:lnTo>
                    <a:pt x="81" y="208"/>
                  </a:lnTo>
                  <a:lnTo>
                    <a:pt x="79" y="208"/>
                  </a:lnTo>
                  <a:lnTo>
                    <a:pt x="79" y="208"/>
                  </a:lnTo>
                  <a:lnTo>
                    <a:pt x="79" y="208"/>
                  </a:lnTo>
                  <a:lnTo>
                    <a:pt x="79" y="206"/>
                  </a:lnTo>
                  <a:lnTo>
                    <a:pt x="79" y="206"/>
                  </a:lnTo>
                  <a:lnTo>
                    <a:pt x="76" y="206"/>
                  </a:lnTo>
                  <a:lnTo>
                    <a:pt x="76" y="206"/>
                  </a:lnTo>
                  <a:lnTo>
                    <a:pt x="76" y="206"/>
                  </a:lnTo>
                  <a:lnTo>
                    <a:pt x="74" y="206"/>
                  </a:lnTo>
                  <a:lnTo>
                    <a:pt x="74" y="204"/>
                  </a:lnTo>
                  <a:lnTo>
                    <a:pt x="74" y="204"/>
                  </a:lnTo>
                  <a:lnTo>
                    <a:pt x="74" y="204"/>
                  </a:lnTo>
                  <a:lnTo>
                    <a:pt x="71" y="204"/>
                  </a:lnTo>
                  <a:lnTo>
                    <a:pt x="71" y="204"/>
                  </a:lnTo>
                  <a:lnTo>
                    <a:pt x="71" y="204"/>
                  </a:lnTo>
                  <a:lnTo>
                    <a:pt x="71" y="201"/>
                  </a:lnTo>
                  <a:lnTo>
                    <a:pt x="71" y="201"/>
                  </a:lnTo>
                  <a:lnTo>
                    <a:pt x="71" y="201"/>
                  </a:lnTo>
                  <a:lnTo>
                    <a:pt x="69" y="201"/>
                  </a:lnTo>
                  <a:lnTo>
                    <a:pt x="69" y="201"/>
                  </a:lnTo>
                  <a:lnTo>
                    <a:pt x="69" y="201"/>
                  </a:lnTo>
                  <a:lnTo>
                    <a:pt x="67" y="201"/>
                  </a:lnTo>
                  <a:lnTo>
                    <a:pt x="67" y="201"/>
                  </a:lnTo>
                  <a:lnTo>
                    <a:pt x="67" y="201"/>
                  </a:lnTo>
                  <a:lnTo>
                    <a:pt x="67" y="201"/>
                  </a:lnTo>
                  <a:lnTo>
                    <a:pt x="64" y="201"/>
                  </a:lnTo>
                  <a:lnTo>
                    <a:pt x="64" y="199"/>
                  </a:lnTo>
                  <a:lnTo>
                    <a:pt x="64" y="199"/>
                  </a:lnTo>
                  <a:lnTo>
                    <a:pt x="64" y="199"/>
                  </a:lnTo>
                  <a:lnTo>
                    <a:pt x="64" y="197"/>
                  </a:lnTo>
                  <a:lnTo>
                    <a:pt x="64" y="197"/>
                  </a:lnTo>
                  <a:lnTo>
                    <a:pt x="64" y="197"/>
                  </a:lnTo>
                  <a:lnTo>
                    <a:pt x="64" y="197"/>
                  </a:lnTo>
                  <a:lnTo>
                    <a:pt x="64" y="194"/>
                  </a:lnTo>
                  <a:lnTo>
                    <a:pt x="64" y="194"/>
                  </a:lnTo>
                  <a:lnTo>
                    <a:pt x="62" y="194"/>
                  </a:lnTo>
                  <a:lnTo>
                    <a:pt x="62" y="192"/>
                  </a:lnTo>
                  <a:lnTo>
                    <a:pt x="62" y="192"/>
                  </a:lnTo>
                  <a:lnTo>
                    <a:pt x="62" y="192"/>
                  </a:lnTo>
                  <a:lnTo>
                    <a:pt x="62" y="190"/>
                  </a:lnTo>
                  <a:lnTo>
                    <a:pt x="60" y="190"/>
                  </a:lnTo>
                  <a:lnTo>
                    <a:pt x="60" y="190"/>
                  </a:lnTo>
                  <a:lnTo>
                    <a:pt x="60" y="190"/>
                  </a:lnTo>
                  <a:lnTo>
                    <a:pt x="60" y="187"/>
                  </a:lnTo>
                  <a:lnTo>
                    <a:pt x="60" y="187"/>
                  </a:lnTo>
                  <a:lnTo>
                    <a:pt x="60" y="187"/>
                  </a:lnTo>
                  <a:lnTo>
                    <a:pt x="57" y="187"/>
                  </a:lnTo>
                  <a:lnTo>
                    <a:pt x="57" y="187"/>
                  </a:lnTo>
                  <a:lnTo>
                    <a:pt x="57" y="185"/>
                  </a:lnTo>
                  <a:lnTo>
                    <a:pt x="57" y="185"/>
                  </a:lnTo>
                  <a:lnTo>
                    <a:pt x="60" y="185"/>
                  </a:lnTo>
                  <a:lnTo>
                    <a:pt x="60" y="185"/>
                  </a:lnTo>
                  <a:lnTo>
                    <a:pt x="60" y="185"/>
                  </a:lnTo>
                  <a:lnTo>
                    <a:pt x="60" y="185"/>
                  </a:lnTo>
                  <a:lnTo>
                    <a:pt x="60" y="185"/>
                  </a:lnTo>
                  <a:lnTo>
                    <a:pt x="60" y="182"/>
                  </a:lnTo>
                  <a:lnTo>
                    <a:pt x="60" y="182"/>
                  </a:lnTo>
                  <a:lnTo>
                    <a:pt x="60" y="180"/>
                  </a:lnTo>
                  <a:lnTo>
                    <a:pt x="60" y="180"/>
                  </a:lnTo>
                  <a:lnTo>
                    <a:pt x="60" y="180"/>
                  </a:lnTo>
                  <a:lnTo>
                    <a:pt x="60" y="180"/>
                  </a:lnTo>
                  <a:lnTo>
                    <a:pt x="60" y="178"/>
                  </a:lnTo>
                  <a:lnTo>
                    <a:pt x="60" y="178"/>
                  </a:lnTo>
                  <a:lnTo>
                    <a:pt x="60" y="178"/>
                  </a:lnTo>
                  <a:lnTo>
                    <a:pt x="60" y="178"/>
                  </a:lnTo>
                  <a:lnTo>
                    <a:pt x="60" y="178"/>
                  </a:lnTo>
                  <a:lnTo>
                    <a:pt x="60" y="175"/>
                  </a:lnTo>
                  <a:lnTo>
                    <a:pt x="57" y="175"/>
                  </a:lnTo>
                  <a:lnTo>
                    <a:pt x="57" y="175"/>
                  </a:lnTo>
                  <a:lnTo>
                    <a:pt x="57" y="175"/>
                  </a:lnTo>
                  <a:lnTo>
                    <a:pt x="57" y="173"/>
                  </a:lnTo>
                  <a:lnTo>
                    <a:pt x="57" y="173"/>
                  </a:lnTo>
                  <a:lnTo>
                    <a:pt x="55" y="173"/>
                  </a:lnTo>
                  <a:lnTo>
                    <a:pt x="55" y="173"/>
                  </a:lnTo>
                  <a:lnTo>
                    <a:pt x="55" y="173"/>
                  </a:lnTo>
                  <a:lnTo>
                    <a:pt x="55" y="175"/>
                  </a:lnTo>
                  <a:lnTo>
                    <a:pt x="55" y="175"/>
                  </a:lnTo>
                  <a:lnTo>
                    <a:pt x="53" y="175"/>
                  </a:lnTo>
                  <a:lnTo>
                    <a:pt x="53" y="173"/>
                  </a:lnTo>
                  <a:lnTo>
                    <a:pt x="53" y="173"/>
                  </a:lnTo>
                  <a:lnTo>
                    <a:pt x="53" y="173"/>
                  </a:lnTo>
                  <a:lnTo>
                    <a:pt x="53" y="173"/>
                  </a:lnTo>
                  <a:lnTo>
                    <a:pt x="50" y="173"/>
                  </a:lnTo>
                  <a:lnTo>
                    <a:pt x="50" y="171"/>
                  </a:lnTo>
                  <a:lnTo>
                    <a:pt x="50" y="171"/>
                  </a:lnTo>
                  <a:lnTo>
                    <a:pt x="50" y="171"/>
                  </a:lnTo>
                  <a:lnTo>
                    <a:pt x="48" y="171"/>
                  </a:lnTo>
                  <a:lnTo>
                    <a:pt x="48" y="171"/>
                  </a:lnTo>
                  <a:lnTo>
                    <a:pt x="48" y="173"/>
                  </a:lnTo>
                  <a:lnTo>
                    <a:pt x="48" y="173"/>
                  </a:lnTo>
                  <a:lnTo>
                    <a:pt x="48" y="173"/>
                  </a:lnTo>
                  <a:lnTo>
                    <a:pt x="48" y="171"/>
                  </a:lnTo>
                  <a:lnTo>
                    <a:pt x="48" y="171"/>
                  </a:lnTo>
                  <a:lnTo>
                    <a:pt x="48" y="168"/>
                  </a:lnTo>
                  <a:lnTo>
                    <a:pt x="45" y="168"/>
                  </a:lnTo>
                  <a:lnTo>
                    <a:pt x="45" y="168"/>
                  </a:lnTo>
                  <a:lnTo>
                    <a:pt x="45" y="168"/>
                  </a:lnTo>
                  <a:lnTo>
                    <a:pt x="45" y="168"/>
                  </a:lnTo>
                  <a:lnTo>
                    <a:pt x="45" y="168"/>
                  </a:lnTo>
                  <a:lnTo>
                    <a:pt x="43" y="168"/>
                  </a:lnTo>
                  <a:lnTo>
                    <a:pt x="43" y="166"/>
                  </a:lnTo>
                  <a:lnTo>
                    <a:pt x="43" y="166"/>
                  </a:lnTo>
                  <a:lnTo>
                    <a:pt x="45" y="166"/>
                  </a:lnTo>
                  <a:lnTo>
                    <a:pt x="45" y="163"/>
                  </a:lnTo>
                  <a:lnTo>
                    <a:pt x="45" y="163"/>
                  </a:lnTo>
                  <a:lnTo>
                    <a:pt x="45" y="161"/>
                  </a:lnTo>
                  <a:lnTo>
                    <a:pt x="45" y="161"/>
                  </a:lnTo>
                  <a:lnTo>
                    <a:pt x="45" y="161"/>
                  </a:lnTo>
                  <a:lnTo>
                    <a:pt x="45" y="159"/>
                  </a:lnTo>
                  <a:lnTo>
                    <a:pt x="45" y="159"/>
                  </a:lnTo>
                  <a:lnTo>
                    <a:pt x="45" y="159"/>
                  </a:lnTo>
                  <a:lnTo>
                    <a:pt x="48" y="159"/>
                  </a:lnTo>
                  <a:lnTo>
                    <a:pt x="48" y="159"/>
                  </a:lnTo>
                  <a:lnTo>
                    <a:pt x="48" y="159"/>
                  </a:lnTo>
                  <a:lnTo>
                    <a:pt x="48" y="159"/>
                  </a:lnTo>
                  <a:lnTo>
                    <a:pt x="48" y="156"/>
                  </a:lnTo>
                  <a:lnTo>
                    <a:pt x="48" y="156"/>
                  </a:lnTo>
                  <a:lnTo>
                    <a:pt x="48" y="156"/>
                  </a:lnTo>
                  <a:lnTo>
                    <a:pt x="48" y="156"/>
                  </a:lnTo>
                  <a:lnTo>
                    <a:pt x="45" y="156"/>
                  </a:lnTo>
                  <a:lnTo>
                    <a:pt x="45" y="156"/>
                  </a:lnTo>
                  <a:lnTo>
                    <a:pt x="45" y="154"/>
                  </a:lnTo>
                  <a:lnTo>
                    <a:pt x="45" y="154"/>
                  </a:lnTo>
                  <a:lnTo>
                    <a:pt x="45" y="156"/>
                  </a:lnTo>
                  <a:lnTo>
                    <a:pt x="43" y="156"/>
                  </a:lnTo>
                  <a:lnTo>
                    <a:pt x="43" y="154"/>
                  </a:lnTo>
                  <a:lnTo>
                    <a:pt x="43" y="154"/>
                  </a:lnTo>
                  <a:lnTo>
                    <a:pt x="43" y="154"/>
                  </a:lnTo>
                  <a:lnTo>
                    <a:pt x="41" y="154"/>
                  </a:lnTo>
                  <a:lnTo>
                    <a:pt x="41" y="152"/>
                  </a:lnTo>
                  <a:lnTo>
                    <a:pt x="41" y="152"/>
                  </a:lnTo>
                  <a:lnTo>
                    <a:pt x="41" y="152"/>
                  </a:lnTo>
                  <a:lnTo>
                    <a:pt x="41" y="152"/>
                  </a:lnTo>
                  <a:lnTo>
                    <a:pt x="43" y="152"/>
                  </a:lnTo>
                  <a:lnTo>
                    <a:pt x="43" y="149"/>
                  </a:lnTo>
                  <a:lnTo>
                    <a:pt x="41" y="149"/>
                  </a:lnTo>
                  <a:lnTo>
                    <a:pt x="41" y="149"/>
                  </a:lnTo>
                  <a:lnTo>
                    <a:pt x="41" y="149"/>
                  </a:lnTo>
                  <a:lnTo>
                    <a:pt x="41" y="149"/>
                  </a:lnTo>
                  <a:lnTo>
                    <a:pt x="41" y="147"/>
                  </a:lnTo>
                  <a:lnTo>
                    <a:pt x="41" y="147"/>
                  </a:lnTo>
                  <a:lnTo>
                    <a:pt x="41" y="147"/>
                  </a:lnTo>
                  <a:lnTo>
                    <a:pt x="41" y="144"/>
                  </a:lnTo>
                  <a:lnTo>
                    <a:pt x="41" y="144"/>
                  </a:lnTo>
                  <a:lnTo>
                    <a:pt x="38" y="144"/>
                  </a:lnTo>
                  <a:lnTo>
                    <a:pt x="38" y="142"/>
                  </a:lnTo>
                  <a:lnTo>
                    <a:pt x="38" y="142"/>
                  </a:lnTo>
                  <a:lnTo>
                    <a:pt x="38" y="142"/>
                  </a:lnTo>
                  <a:lnTo>
                    <a:pt x="38" y="140"/>
                  </a:lnTo>
                  <a:lnTo>
                    <a:pt x="38" y="140"/>
                  </a:lnTo>
                  <a:lnTo>
                    <a:pt x="38" y="140"/>
                  </a:lnTo>
                  <a:lnTo>
                    <a:pt x="36" y="140"/>
                  </a:lnTo>
                  <a:lnTo>
                    <a:pt x="36" y="140"/>
                  </a:lnTo>
                  <a:lnTo>
                    <a:pt x="36" y="142"/>
                  </a:lnTo>
                  <a:lnTo>
                    <a:pt x="36" y="142"/>
                  </a:lnTo>
                  <a:lnTo>
                    <a:pt x="36" y="144"/>
                  </a:lnTo>
                  <a:lnTo>
                    <a:pt x="36" y="144"/>
                  </a:lnTo>
                  <a:lnTo>
                    <a:pt x="36" y="142"/>
                  </a:lnTo>
                  <a:lnTo>
                    <a:pt x="36" y="142"/>
                  </a:lnTo>
                  <a:lnTo>
                    <a:pt x="34" y="142"/>
                  </a:lnTo>
                  <a:lnTo>
                    <a:pt x="34" y="140"/>
                  </a:lnTo>
                  <a:lnTo>
                    <a:pt x="34" y="140"/>
                  </a:lnTo>
                  <a:lnTo>
                    <a:pt x="34" y="140"/>
                  </a:lnTo>
                  <a:lnTo>
                    <a:pt x="34" y="140"/>
                  </a:lnTo>
                  <a:lnTo>
                    <a:pt x="34" y="137"/>
                  </a:lnTo>
                  <a:lnTo>
                    <a:pt x="34" y="137"/>
                  </a:lnTo>
                  <a:lnTo>
                    <a:pt x="34" y="137"/>
                  </a:lnTo>
                  <a:lnTo>
                    <a:pt x="34" y="137"/>
                  </a:lnTo>
                  <a:lnTo>
                    <a:pt x="34" y="137"/>
                  </a:lnTo>
                  <a:lnTo>
                    <a:pt x="34" y="135"/>
                  </a:lnTo>
                  <a:lnTo>
                    <a:pt x="34" y="135"/>
                  </a:lnTo>
                  <a:lnTo>
                    <a:pt x="34" y="135"/>
                  </a:lnTo>
                  <a:lnTo>
                    <a:pt x="34" y="135"/>
                  </a:lnTo>
                  <a:lnTo>
                    <a:pt x="34" y="133"/>
                  </a:lnTo>
                  <a:lnTo>
                    <a:pt x="34" y="133"/>
                  </a:lnTo>
                  <a:lnTo>
                    <a:pt x="31" y="133"/>
                  </a:lnTo>
                  <a:lnTo>
                    <a:pt x="31" y="130"/>
                  </a:lnTo>
                  <a:lnTo>
                    <a:pt x="31" y="130"/>
                  </a:lnTo>
                  <a:lnTo>
                    <a:pt x="31" y="130"/>
                  </a:lnTo>
                  <a:lnTo>
                    <a:pt x="31" y="130"/>
                  </a:lnTo>
                  <a:lnTo>
                    <a:pt x="31" y="128"/>
                  </a:lnTo>
                  <a:lnTo>
                    <a:pt x="29" y="128"/>
                  </a:lnTo>
                  <a:lnTo>
                    <a:pt x="29" y="130"/>
                  </a:lnTo>
                  <a:lnTo>
                    <a:pt x="29" y="130"/>
                  </a:lnTo>
                  <a:lnTo>
                    <a:pt x="29" y="128"/>
                  </a:lnTo>
                  <a:lnTo>
                    <a:pt x="26" y="128"/>
                  </a:lnTo>
                  <a:lnTo>
                    <a:pt x="26" y="128"/>
                  </a:lnTo>
                  <a:lnTo>
                    <a:pt x="26" y="128"/>
                  </a:lnTo>
                  <a:lnTo>
                    <a:pt x="26" y="126"/>
                  </a:lnTo>
                  <a:lnTo>
                    <a:pt x="29" y="126"/>
                  </a:lnTo>
                  <a:lnTo>
                    <a:pt x="29" y="126"/>
                  </a:lnTo>
                  <a:lnTo>
                    <a:pt x="29" y="123"/>
                  </a:lnTo>
                  <a:lnTo>
                    <a:pt x="26" y="123"/>
                  </a:lnTo>
                  <a:lnTo>
                    <a:pt x="26" y="123"/>
                  </a:lnTo>
                  <a:lnTo>
                    <a:pt x="26" y="123"/>
                  </a:lnTo>
                  <a:lnTo>
                    <a:pt x="26" y="123"/>
                  </a:lnTo>
                  <a:lnTo>
                    <a:pt x="26" y="121"/>
                  </a:lnTo>
                  <a:lnTo>
                    <a:pt x="24" y="121"/>
                  </a:lnTo>
                  <a:lnTo>
                    <a:pt x="24" y="121"/>
                  </a:lnTo>
                  <a:lnTo>
                    <a:pt x="24" y="118"/>
                  </a:lnTo>
                  <a:lnTo>
                    <a:pt x="24" y="118"/>
                  </a:lnTo>
                  <a:lnTo>
                    <a:pt x="24" y="118"/>
                  </a:lnTo>
                  <a:lnTo>
                    <a:pt x="22" y="118"/>
                  </a:lnTo>
                  <a:lnTo>
                    <a:pt x="22" y="118"/>
                  </a:lnTo>
                  <a:lnTo>
                    <a:pt x="22" y="116"/>
                  </a:lnTo>
                  <a:lnTo>
                    <a:pt x="22" y="116"/>
                  </a:lnTo>
                  <a:lnTo>
                    <a:pt x="22" y="116"/>
                  </a:lnTo>
                  <a:lnTo>
                    <a:pt x="22" y="114"/>
                  </a:lnTo>
                  <a:lnTo>
                    <a:pt x="22" y="114"/>
                  </a:lnTo>
                  <a:lnTo>
                    <a:pt x="22" y="114"/>
                  </a:lnTo>
                  <a:lnTo>
                    <a:pt x="22" y="111"/>
                  </a:lnTo>
                  <a:lnTo>
                    <a:pt x="19" y="111"/>
                  </a:lnTo>
                  <a:lnTo>
                    <a:pt x="19" y="111"/>
                  </a:lnTo>
                  <a:lnTo>
                    <a:pt x="19" y="111"/>
                  </a:lnTo>
                  <a:lnTo>
                    <a:pt x="19" y="111"/>
                  </a:lnTo>
                  <a:lnTo>
                    <a:pt x="17" y="111"/>
                  </a:lnTo>
                  <a:lnTo>
                    <a:pt x="17" y="109"/>
                  </a:lnTo>
                  <a:lnTo>
                    <a:pt x="17" y="109"/>
                  </a:lnTo>
                  <a:lnTo>
                    <a:pt x="17" y="109"/>
                  </a:lnTo>
                  <a:lnTo>
                    <a:pt x="17" y="109"/>
                  </a:lnTo>
                  <a:lnTo>
                    <a:pt x="15" y="109"/>
                  </a:lnTo>
                  <a:lnTo>
                    <a:pt x="15" y="107"/>
                  </a:lnTo>
                  <a:lnTo>
                    <a:pt x="15" y="107"/>
                  </a:lnTo>
                  <a:lnTo>
                    <a:pt x="15" y="107"/>
                  </a:lnTo>
                  <a:lnTo>
                    <a:pt x="15" y="104"/>
                  </a:lnTo>
                  <a:lnTo>
                    <a:pt x="15" y="104"/>
                  </a:lnTo>
                  <a:lnTo>
                    <a:pt x="15" y="107"/>
                  </a:lnTo>
                  <a:lnTo>
                    <a:pt x="12" y="107"/>
                  </a:lnTo>
                  <a:lnTo>
                    <a:pt x="12" y="104"/>
                  </a:lnTo>
                  <a:lnTo>
                    <a:pt x="12" y="104"/>
                  </a:lnTo>
                  <a:lnTo>
                    <a:pt x="12" y="104"/>
                  </a:lnTo>
                  <a:lnTo>
                    <a:pt x="12" y="104"/>
                  </a:lnTo>
                  <a:lnTo>
                    <a:pt x="12" y="104"/>
                  </a:lnTo>
                  <a:lnTo>
                    <a:pt x="10" y="104"/>
                  </a:lnTo>
                  <a:lnTo>
                    <a:pt x="10" y="104"/>
                  </a:lnTo>
                  <a:lnTo>
                    <a:pt x="8" y="104"/>
                  </a:lnTo>
                  <a:lnTo>
                    <a:pt x="8" y="104"/>
                  </a:lnTo>
                  <a:lnTo>
                    <a:pt x="8" y="104"/>
                  </a:lnTo>
                  <a:lnTo>
                    <a:pt x="5" y="104"/>
                  </a:lnTo>
                  <a:lnTo>
                    <a:pt x="5" y="107"/>
                  </a:lnTo>
                  <a:lnTo>
                    <a:pt x="5" y="107"/>
                  </a:lnTo>
                  <a:lnTo>
                    <a:pt x="8" y="107"/>
                  </a:lnTo>
                  <a:lnTo>
                    <a:pt x="8" y="109"/>
                  </a:lnTo>
                  <a:lnTo>
                    <a:pt x="8" y="109"/>
                  </a:lnTo>
                  <a:lnTo>
                    <a:pt x="5" y="109"/>
                  </a:lnTo>
                  <a:lnTo>
                    <a:pt x="5" y="109"/>
                  </a:lnTo>
                  <a:lnTo>
                    <a:pt x="5" y="109"/>
                  </a:lnTo>
                  <a:lnTo>
                    <a:pt x="5" y="109"/>
                  </a:lnTo>
                  <a:lnTo>
                    <a:pt x="5" y="109"/>
                  </a:lnTo>
                  <a:lnTo>
                    <a:pt x="3" y="109"/>
                  </a:lnTo>
                  <a:lnTo>
                    <a:pt x="3" y="109"/>
                  </a:lnTo>
                  <a:lnTo>
                    <a:pt x="3" y="109"/>
                  </a:lnTo>
                  <a:lnTo>
                    <a:pt x="0" y="109"/>
                  </a:lnTo>
                  <a:lnTo>
                    <a:pt x="0" y="107"/>
                  </a:lnTo>
                  <a:lnTo>
                    <a:pt x="0" y="107"/>
                  </a:lnTo>
                  <a:lnTo>
                    <a:pt x="0" y="107"/>
                  </a:lnTo>
                  <a:lnTo>
                    <a:pt x="0" y="104"/>
                  </a:lnTo>
                  <a:lnTo>
                    <a:pt x="0" y="104"/>
                  </a:lnTo>
                  <a:lnTo>
                    <a:pt x="0" y="102"/>
                  </a:lnTo>
                  <a:lnTo>
                    <a:pt x="0" y="102"/>
                  </a:lnTo>
                  <a:lnTo>
                    <a:pt x="0" y="99"/>
                  </a:lnTo>
                  <a:lnTo>
                    <a:pt x="0" y="99"/>
                  </a:lnTo>
                  <a:lnTo>
                    <a:pt x="0" y="99"/>
                  </a:lnTo>
                  <a:lnTo>
                    <a:pt x="0" y="97"/>
                  </a:lnTo>
                  <a:lnTo>
                    <a:pt x="0" y="97"/>
                  </a:lnTo>
                  <a:lnTo>
                    <a:pt x="0" y="97"/>
                  </a:lnTo>
                  <a:lnTo>
                    <a:pt x="0" y="95"/>
                  </a:lnTo>
                  <a:lnTo>
                    <a:pt x="0" y="95"/>
                  </a:lnTo>
                  <a:lnTo>
                    <a:pt x="3" y="95"/>
                  </a:lnTo>
                  <a:lnTo>
                    <a:pt x="3" y="92"/>
                  </a:lnTo>
                  <a:lnTo>
                    <a:pt x="3" y="92"/>
                  </a:lnTo>
                  <a:lnTo>
                    <a:pt x="3" y="92"/>
                  </a:lnTo>
                  <a:lnTo>
                    <a:pt x="3" y="90"/>
                  </a:lnTo>
                  <a:lnTo>
                    <a:pt x="3" y="90"/>
                  </a:lnTo>
                  <a:lnTo>
                    <a:pt x="5" y="90"/>
                  </a:lnTo>
                  <a:lnTo>
                    <a:pt x="5" y="90"/>
                  </a:lnTo>
                  <a:lnTo>
                    <a:pt x="5" y="88"/>
                  </a:lnTo>
                  <a:lnTo>
                    <a:pt x="5" y="88"/>
                  </a:lnTo>
                  <a:lnTo>
                    <a:pt x="5" y="88"/>
                  </a:lnTo>
                  <a:lnTo>
                    <a:pt x="5" y="85"/>
                  </a:lnTo>
                  <a:lnTo>
                    <a:pt x="5" y="85"/>
                  </a:lnTo>
                  <a:lnTo>
                    <a:pt x="5" y="83"/>
                  </a:lnTo>
                  <a:lnTo>
                    <a:pt x="5" y="83"/>
                  </a:lnTo>
                  <a:lnTo>
                    <a:pt x="5" y="81"/>
                  </a:lnTo>
                  <a:lnTo>
                    <a:pt x="5" y="81"/>
                  </a:lnTo>
                  <a:lnTo>
                    <a:pt x="5" y="81"/>
                  </a:lnTo>
                  <a:lnTo>
                    <a:pt x="5" y="78"/>
                  </a:lnTo>
                  <a:lnTo>
                    <a:pt x="5" y="78"/>
                  </a:lnTo>
                  <a:lnTo>
                    <a:pt x="5" y="78"/>
                  </a:lnTo>
                  <a:lnTo>
                    <a:pt x="5" y="76"/>
                  </a:lnTo>
                  <a:lnTo>
                    <a:pt x="8" y="76"/>
                  </a:lnTo>
                  <a:lnTo>
                    <a:pt x="8" y="76"/>
                  </a:lnTo>
                  <a:lnTo>
                    <a:pt x="8" y="73"/>
                  </a:lnTo>
                  <a:lnTo>
                    <a:pt x="8" y="73"/>
                  </a:lnTo>
                  <a:lnTo>
                    <a:pt x="8" y="73"/>
                  </a:lnTo>
                  <a:lnTo>
                    <a:pt x="8" y="71"/>
                  </a:lnTo>
                  <a:lnTo>
                    <a:pt x="8" y="71"/>
                  </a:lnTo>
                  <a:lnTo>
                    <a:pt x="8" y="71"/>
                  </a:lnTo>
                  <a:lnTo>
                    <a:pt x="8" y="69"/>
                  </a:lnTo>
                  <a:lnTo>
                    <a:pt x="10" y="69"/>
                  </a:lnTo>
                  <a:lnTo>
                    <a:pt x="10" y="69"/>
                  </a:lnTo>
                  <a:lnTo>
                    <a:pt x="10" y="69"/>
                  </a:lnTo>
                  <a:lnTo>
                    <a:pt x="10" y="69"/>
                  </a:lnTo>
                  <a:lnTo>
                    <a:pt x="12" y="69"/>
                  </a:lnTo>
                  <a:lnTo>
                    <a:pt x="12" y="69"/>
                  </a:lnTo>
                  <a:lnTo>
                    <a:pt x="12" y="69"/>
                  </a:lnTo>
                  <a:lnTo>
                    <a:pt x="12" y="71"/>
                  </a:lnTo>
                  <a:lnTo>
                    <a:pt x="12" y="71"/>
                  </a:lnTo>
                  <a:lnTo>
                    <a:pt x="12" y="71"/>
                  </a:lnTo>
                  <a:lnTo>
                    <a:pt x="12" y="71"/>
                  </a:lnTo>
                  <a:lnTo>
                    <a:pt x="15" y="71"/>
                  </a:lnTo>
                  <a:lnTo>
                    <a:pt x="15" y="71"/>
                  </a:lnTo>
                  <a:lnTo>
                    <a:pt x="15" y="71"/>
                  </a:lnTo>
                  <a:lnTo>
                    <a:pt x="17" y="71"/>
                  </a:lnTo>
                  <a:lnTo>
                    <a:pt x="17" y="71"/>
                  </a:lnTo>
                  <a:lnTo>
                    <a:pt x="17" y="73"/>
                  </a:lnTo>
                  <a:lnTo>
                    <a:pt x="19" y="73"/>
                  </a:lnTo>
                  <a:lnTo>
                    <a:pt x="19" y="73"/>
                  </a:lnTo>
                  <a:lnTo>
                    <a:pt x="19" y="73"/>
                  </a:lnTo>
                  <a:lnTo>
                    <a:pt x="22" y="73"/>
                  </a:lnTo>
                  <a:lnTo>
                    <a:pt x="22" y="73"/>
                  </a:lnTo>
                  <a:lnTo>
                    <a:pt x="22" y="73"/>
                  </a:lnTo>
                  <a:lnTo>
                    <a:pt x="24" y="73"/>
                  </a:lnTo>
                  <a:lnTo>
                    <a:pt x="24" y="73"/>
                  </a:lnTo>
                  <a:lnTo>
                    <a:pt x="24" y="73"/>
                  </a:lnTo>
                  <a:lnTo>
                    <a:pt x="26" y="73"/>
                  </a:lnTo>
                  <a:lnTo>
                    <a:pt x="26" y="73"/>
                  </a:lnTo>
                  <a:lnTo>
                    <a:pt x="26" y="73"/>
                  </a:lnTo>
                  <a:lnTo>
                    <a:pt x="29" y="73"/>
                  </a:lnTo>
                  <a:lnTo>
                    <a:pt x="29" y="73"/>
                  </a:lnTo>
                  <a:lnTo>
                    <a:pt x="29" y="76"/>
                  </a:lnTo>
                  <a:lnTo>
                    <a:pt x="31" y="76"/>
                  </a:lnTo>
                  <a:lnTo>
                    <a:pt x="31" y="76"/>
                  </a:lnTo>
                  <a:lnTo>
                    <a:pt x="31" y="76"/>
                  </a:lnTo>
                  <a:lnTo>
                    <a:pt x="34" y="76"/>
                  </a:lnTo>
                  <a:lnTo>
                    <a:pt x="34" y="76"/>
                  </a:lnTo>
                  <a:lnTo>
                    <a:pt x="34" y="76"/>
                  </a:lnTo>
                  <a:lnTo>
                    <a:pt x="36" y="76"/>
                  </a:lnTo>
                  <a:lnTo>
                    <a:pt x="36" y="76"/>
                  </a:lnTo>
                  <a:lnTo>
                    <a:pt x="36" y="73"/>
                  </a:lnTo>
                  <a:lnTo>
                    <a:pt x="38" y="73"/>
                  </a:lnTo>
                  <a:lnTo>
                    <a:pt x="38" y="73"/>
                  </a:lnTo>
                  <a:lnTo>
                    <a:pt x="38" y="73"/>
                  </a:lnTo>
                  <a:lnTo>
                    <a:pt x="38" y="73"/>
                  </a:lnTo>
                  <a:lnTo>
                    <a:pt x="38" y="71"/>
                  </a:lnTo>
                  <a:lnTo>
                    <a:pt x="41" y="71"/>
                  </a:lnTo>
                  <a:lnTo>
                    <a:pt x="41" y="71"/>
                  </a:lnTo>
                  <a:lnTo>
                    <a:pt x="41" y="71"/>
                  </a:lnTo>
                  <a:lnTo>
                    <a:pt x="41" y="71"/>
                  </a:lnTo>
                  <a:lnTo>
                    <a:pt x="41" y="69"/>
                  </a:lnTo>
                  <a:lnTo>
                    <a:pt x="43" y="69"/>
                  </a:lnTo>
                  <a:lnTo>
                    <a:pt x="43" y="69"/>
                  </a:lnTo>
                  <a:lnTo>
                    <a:pt x="43" y="69"/>
                  </a:lnTo>
                  <a:lnTo>
                    <a:pt x="43" y="69"/>
                  </a:lnTo>
                  <a:lnTo>
                    <a:pt x="45" y="69"/>
                  </a:lnTo>
                  <a:lnTo>
                    <a:pt x="45" y="66"/>
                  </a:lnTo>
                  <a:lnTo>
                    <a:pt x="45" y="66"/>
                  </a:lnTo>
                  <a:lnTo>
                    <a:pt x="45" y="66"/>
                  </a:lnTo>
                  <a:lnTo>
                    <a:pt x="45" y="66"/>
                  </a:lnTo>
                  <a:lnTo>
                    <a:pt x="45" y="64"/>
                  </a:lnTo>
                  <a:lnTo>
                    <a:pt x="45" y="64"/>
                  </a:lnTo>
                  <a:lnTo>
                    <a:pt x="48" y="64"/>
                  </a:lnTo>
                  <a:lnTo>
                    <a:pt x="48" y="62"/>
                  </a:lnTo>
                  <a:lnTo>
                    <a:pt x="48" y="62"/>
                  </a:lnTo>
                  <a:lnTo>
                    <a:pt x="48" y="62"/>
                  </a:lnTo>
                  <a:lnTo>
                    <a:pt x="48" y="59"/>
                  </a:lnTo>
                  <a:lnTo>
                    <a:pt x="48" y="59"/>
                  </a:lnTo>
                  <a:lnTo>
                    <a:pt x="48" y="59"/>
                  </a:lnTo>
                  <a:lnTo>
                    <a:pt x="50" y="59"/>
                  </a:lnTo>
                  <a:lnTo>
                    <a:pt x="50" y="59"/>
                  </a:lnTo>
                  <a:lnTo>
                    <a:pt x="50" y="59"/>
                  </a:lnTo>
                  <a:lnTo>
                    <a:pt x="53" y="59"/>
                  </a:lnTo>
                  <a:lnTo>
                    <a:pt x="53" y="59"/>
                  </a:lnTo>
                  <a:lnTo>
                    <a:pt x="53" y="59"/>
                  </a:lnTo>
                  <a:lnTo>
                    <a:pt x="53" y="57"/>
                  </a:lnTo>
                  <a:lnTo>
                    <a:pt x="55" y="57"/>
                  </a:lnTo>
                  <a:lnTo>
                    <a:pt x="55" y="57"/>
                  </a:lnTo>
                  <a:lnTo>
                    <a:pt x="55" y="57"/>
                  </a:lnTo>
                  <a:lnTo>
                    <a:pt x="57" y="57"/>
                  </a:lnTo>
                  <a:lnTo>
                    <a:pt x="57" y="57"/>
                  </a:lnTo>
                  <a:lnTo>
                    <a:pt x="60" y="57"/>
                  </a:lnTo>
                  <a:lnTo>
                    <a:pt x="60" y="57"/>
                  </a:lnTo>
                  <a:lnTo>
                    <a:pt x="60" y="57"/>
                  </a:lnTo>
                  <a:lnTo>
                    <a:pt x="60" y="57"/>
                  </a:lnTo>
                  <a:lnTo>
                    <a:pt x="62" y="57"/>
                  </a:lnTo>
                  <a:lnTo>
                    <a:pt x="62" y="57"/>
                  </a:lnTo>
                  <a:lnTo>
                    <a:pt x="64" y="57"/>
                  </a:lnTo>
                  <a:lnTo>
                    <a:pt x="64" y="54"/>
                  </a:lnTo>
                  <a:lnTo>
                    <a:pt x="64" y="54"/>
                  </a:lnTo>
                  <a:lnTo>
                    <a:pt x="64" y="54"/>
                  </a:lnTo>
                  <a:lnTo>
                    <a:pt x="67" y="54"/>
                  </a:lnTo>
                  <a:lnTo>
                    <a:pt x="67" y="54"/>
                  </a:lnTo>
                  <a:lnTo>
                    <a:pt x="67" y="54"/>
                  </a:lnTo>
                  <a:lnTo>
                    <a:pt x="67" y="52"/>
                  </a:lnTo>
                  <a:lnTo>
                    <a:pt x="67" y="52"/>
                  </a:lnTo>
                  <a:lnTo>
                    <a:pt x="67" y="52"/>
                  </a:lnTo>
                  <a:lnTo>
                    <a:pt x="67" y="50"/>
                  </a:lnTo>
                  <a:lnTo>
                    <a:pt x="67" y="50"/>
                  </a:lnTo>
                  <a:lnTo>
                    <a:pt x="69" y="50"/>
                  </a:lnTo>
                  <a:lnTo>
                    <a:pt x="69" y="50"/>
                  </a:lnTo>
                  <a:lnTo>
                    <a:pt x="69" y="47"/>
                  </a:lnTo>
                  <a:lnTo>
                    <a:pt x="69" y="47"/>
                  </a:lnTo>
                  <a:lnTo>
                    <a:pt x="69" y="47"/>
                  </a:lnTo>
                  <a:lnTo>
                    <a:pt x="71" y="47"/>
                  </a:lnTo>
                  <a:lnTo>
                    <a:pt x="71" y="45"/>
                  </a:lnTo>
                  <a:lnTo>
                    <a:pt x="71" y="45"/>
                  </a:lnTo>
                  <a:lnTo>
                    <a:pt x="71" y="45"/>
                  </a:lnTo>
                  <a:lnTo>
                    <a:pt x="71" y="45"/>
                  </a:lnTo>
                  <a:lnTo>
                    <a:pt x="74" y="45"/>
                  </a:lnTo>
                  <a:lnTo>
                    <a:pt x="74" y="45"/>
                  </a:lnTo>
                  <a:lnTo>
                    <a:pt x="74" y="43"/>
                  </a:lnTo>
                  <a:lnTo>
                    <a:pt x="74" y="43"/>
                  </a:lnTo>
                  <a:lnTo>
                    <a:pt x="76" y="43"/>
                  </a:lnTo>
                  <a:lnTo>
                    <a:pt x="76" y="43"/>
                  </a:lnTo>
                  <a:lnTo>
                    <a:pt x="76" y="40"/>
                  </a:lnTo>
                  <a:lnTo>
                    <a:pt x="74" y="40"/>
                  </a:lnTo>
                  <a:lnTo>
                    <a:pt x="74" y="40"/>
                  </a:lnTo>
                  <a:lnTo>
                    <a:pt x="74" y="40"/>
                  </a:lnTo>
                  <a:lnTo>
                    <a:pt x="74" y="40"/>
                  </a:lnTo>
                  <a:lnTo>
                    <a:pt x="74" y="40"/>
                  </a:lnTo>
                  <a:lnTo>
                    <a:pt x="74" y="38"/>
                  </a:lnTo>
                  <a:lnTo>
                    <a:pt x="71" y="38"/>
                  </a:lnTo>
                  <a:lnTo>
                    <a:pt x="71" y="38"/>
                  </a:lnTo>
                  <a:lnTo>
                    <a:pt x="71" y="38"/>
                  </a:lnTo>
                  <a:lnTo>
                    <a:pt x="71" y="35"/>
                  </a:lnTo>
                  <a:lnTo>
                    <a:pt x="71" y="35"/>
                  </a:lnTo>
                  <a:lnTo>
                    <a:pt x="71" y="35"/>
                  </a:lnTo>
                  <a:lnTo>
                    <a:pt x="69" y="35"/>
                  </a:lnTo>
                  <a:lnTo>
                    <a:pt x="69" y="33"/>
                  </a:lnTo>
                  <a:lnTo>
                    <a:pt x="69" y="33"/>
                  </a:lnTo>
                  <a:lnTo>
                    <a:pt x="69" y="33"/>
                  </a:lnTo>
                  <a:lnTo>
                    <a:pt x="67" y="33"/>
                  </a:lnTo>
                  <a:lnTo>
                    <a:pt x="67" y="31"/>
                  </a:lnTo>
                  <a:lnTo>
                    <a:pt x="67" y="31"/>
                  </a:lnTo>
                  <a:lnTo>
                    <a:pt x="67" y="31"/>
                  </a:lnTo>
                  <a:lnTo>
                    <a:pt x="67" y="31"/>
                  </a:lnTo>
                  <a:lnTo>
                    <a:pt x="67" y="31"/>
                  </a:lnTo>
                  <a:lnTo>
                    <a:pt x="64" y="31"/>
                  </a:lnTo>
                  <a:lnTo>
                    <a:pt x="64" y="28"/>
                  </a:lnTo>
                  <a:lnTo>
                    <a:pt x="64" y="28"/>
                  </a:lnTo>
                  <a:lnTo>
                    <a:pt x="64" y="28"/>
                  </a:lnTo>
                  <a:lnTo>
                    <a:pt x="64" y="28"/>
                  </a:lnTo>
                  <a:lnTo>
                    <a:pt x="64" y="26"/>
                  </a:lnTo>
                  <a:lnTo>
                    <a:pt x="62" y="26"/>
                  </a:lnTo>
                  <a:lnTo>
                    <a:pt x="62" y="26"/>
                  </a:lnTo>
                  <a:lnTo>
                    <a:pt x="62" y="26"/>
                  </a:lnTo>
                  <a:lnTo>
                    <a:pt x="62" y="24"/>
                  </a:lnTo>
                  <a:lnTo>
                    <a:pt x="60" y="24"/>
                  </a:lnTo>
                  <a:lnTo>
                    <a:pt x="60" y="24"/>
                  </a:lnTo>
                  <a:lnTo>
                    <a:pt x="60" y="24"/>
                  </a:lnTo>
                  <a:lnTo>
                    <a:pt x="60" y="21"/>
                  </a:lnTo>
                  <a:lnTo>
                    <a:pt x="60" y="21"/>
                  </a:lnTo>
                  <a:lnTo>
                    <a:pt x="60" y="21"/>
                  </a:lnTo>
                  <a:lnTo>
                    <a:pt x="57" y="21"/>
                  </a:lnTo>
                  <a:lnTo>
                    <a:pt x="57" y="19"/>
                  </a:lnTo>
                  <a:lnTo>
                    <a:pt x="57" y="19"/>
                  </a:lnTo>
                  <a:lnTo>
                    <a:pt x="57" y="19"/>
                  </a:lnTo>
                  <a:lnTo>
                    <a:pt x="55" y="19"/>
                  </a:lnTo>
                  <a:lnTo>
                    <a:pt x="55" y="19"/>
                  </a:lnTo>
                  <a:lnTo>
                    <a:pt x="55" y="19"/>
                  </a:lnTo>
                  <a:lnTo>
                    <a:pt x="55" y="17"/>
                  </a:lnTo>
                  <a:lnTo>
                    <a:pt x="55" y="17"/>
                  </a:lnTo>
                  <a:lnTo>
                    <a:pt x="57" y="17"/>
                  </a:lnTo>
                  <a:lnTo>
                    <a:pt x="57" y="17"/>
                  </a:lnTo>
                  <a:lnTo>
                    <a:pt x="57" y="17"/>
                  </a:lnTo>
                  <a:lnTo>
                    <a:pt x="60" y="17"/>
                  </a:lnTo>
                  <a:lnTo>
                    <a:pt x="60" y="17"/>
                  </a:lnTo>
                  <a:lnTo>
                    <a:pt x="60" y="17"/>
                  </a:lnTo>
                  <a:lnTo>
                    <a:pt x="62" y="17"/>
                  </a:lnTo>
                  <a:lnTo>
                    <a:pt x="62" y="14"/>
                  </a:lnTo>
                  <a:lnTo>
                    <a:pt x="62" y="14"/>
                  </a:lnTo>
                  <a:lnTo>
                    <a:pt x="64" y="14"/>
                  </a:lnTo>
                  <a:lnTo>
                    <a:pt x="64" y="14"/>
                  </a:lnTo>
                  <a:lnTo>
                    <a:pt x="64" y="14"/>
                  </a:lnTo>
                  <a:lnTo>
                    <a:pt x="64" y="14"/>
                  </a:lnTo>
                  <a:lnTo>
                    <a:pt x="67" y="14"/>
                  </a:lnTo>
                  <a:lnTo>
                    <a:pt x="67" y="14"/>
                  </a:lnTo>
                  <a:lnTo>
                    <a:pt x="67" y="14"/>
                  </a:lnTo>
                  <a:lnTo>
                    <a:pt x="69" y="14"/>
                  </a:lnTo>
                  <a:lnTo>
                    <a:pt x="69" y="12"/>
                  </a:lnTo>
                  <a:lnTo>
                    <a:pt x="69" y="12"/>
                  </a:lnTo>
                  <a:lnTo>
                    <a:pt x="71" y="12"/>
                  </a:lnTo>
                  <a:lnTo>
                    <a:pt x="71" y="12"/>
                  </a:lnTo>
                  <a:lnTo>
                    <a:pt x="71" y="12"/>
                  </a:lnTo>
                  <a:lnTo>
                    <a:pt x="71" y="12"/>
                  </a:lnTo>
                  <a:lnTo>
                    <a:pt x="74" y="12"/>
                  </a:lnTo>
                  <a:lnTo>
                    <a:pt x="74" y="12"/>
                  </a:lnTo>
                  <a:lnTo>
                    <a:pt x="74" y="12"/>
                  </a:lnTo>
                  <a:lnTo>
                    <a:pt x="76" y="12"/>
                  </a:lnTo>
                  <a:lnTo>
                    <a:pt x="76" y="9"/>
                  </a:lnTo>
                  <a:lnTo>
                    <a:pt x="76" y="9"/>
                  </a:lnTo>
                  <a:lnTo>
                    <a:pt x="79" y="9"/>
                  </a:lnTo>
                  <a:lnTo>
                    <a:pt x="79" y="9"/>
                  </a:lnTo>
                  <a:lnTo>
                    <a:pt x="79" y="9"/>
                  </a:lnTo>
                  <a:lnTo>
                    <a:pt x="79" y="9"/>
                  </a:lnTo>
                  <a:lnTo>
                    <a:pt x="81" y="9"/>
                  </a:lnTo>
                  <a:lnTo>
                    <a:pt x="81" y="9"/>
                  </a:lnTo>
                  <a:lnTo>
                    <a:pt x="81" y="9"/>
                  </a:lnTo>
                  <a:lnTo>
                    <a:pt x="83" y="9"/>
                  </a:lnTo>
                  <a:lnTo>
                    <a:pt x="83" y="9"/>
                  </a:lnTo>
                  <a:lnTo>
                    <a:pt x="83" y="9"/>
                  </a:lnTo>
                  <a:lnTo>
                    <a:pt x="86" y="9"/>
                  </a:lnTo>
                  <a:lnTo>
                    <a:pt x="86" y="9"/>
                  </a:lnTo>
                  <a:lnTo>
                    <a:pt x="86" y="7"/>
                  </a:lnTo>
                  <a:lnTo>
                    <a:pt x="86" y="7"/>
                  </a:lnTo>
                  <a:lnTo>
                    <a:pt x="88" y="7"/>
                  </a:lnTo>
                  <a:lnTo>
                    <a:pt x="88" y="7"/>
                  </a:lnTo>
                  <a:lnTo>
                    <a:pt x="88" y="7"/>
                  </a:lnTo>
                  <a:lnTo>
                    <a:pt x="88" y="7"/>
                  </a:lnTo>
                  <a:lnTo>
                    <a:pt x="90" y="7"/>
                  </a:lnTo>
                  <a:lnTo>
                    <a:pt x="90" y="7"/>
                  </a:lnTo>
                  <a:lnTo>
                    <a:pt x="93" y="7"/>
                  </a:lnTo>
                  <a:lnTo>
                    <a:pt x="93" y="7"/>
                  </a:lnTo>
                  <a:lnTo>
                    <a:pt x="93" y="5"/>
                  </a:lnTo>
                  <a:lnTo>
                    <a:pt x="93" y="5"/>
                  </a:lnTo>
                  <a:lnTo>
                    <a:pt x="95" y="5"/>
                  </a:lnTo>
                  <a:lnTo>
                    <a:pt x="95" y="5"/>
                  </a:lnTo>
                  <a:lnTo>
                    <a:pt x="97" y="5"/>
                  </a:lnTo>
                  <a:lnTo>
                    <a:pt x="97" y="5"/>
                  </a:lnTo>
                  <a:lnTo>
                    <a:pt x="97" y="5"/>
                  </a:lnTo>
                  <a:lnTo>
                    <a:pt x="97" y="5"/>
                  </a:lnTo>
                  <a:lnTo>
                    <a:pt x="100" y="5"/>
                  </a:lnTo>
                  <a:lnTo>
                    <a:pt x="100" y="2"/>
                  </a:lnTo>
                  <a:lnTo>
                    <a:pt x="100" y="2"/>
                  </a:lnTo>
                  <a:lnTo>
                    <a:pt x="100" y="2"/>
                  </a:lnTo>
                  <a:lnTo>
                    <a:pt x="100" y="2"/>
                  </a:lnTo>
                  <a:lnTo>
                    <a:pt x="102" y="2"/>
                  </a:lnTo>
                  <a:lnTo>
                    <a:pt x="102" y="0"/>
                  </a:lnTo>
                  <a:lnTo>
                    <a:pt x="102" y="0"/>
                  </a:lnTo>
                  <a:lnTo>
                    <a:pt x="102" y="0"/>
                  </a:lnTo>
                  <a:lnTo>
                    <a:pt x="105" y="0"/>
                  </a:lnTo>
                  <a:lnTo>
                    <a:pt x="105" y="0"/>
                  </a:lnTo>
                  <a:lnTo>
                    <a:pt x="105" y="0"/>
                  </a:lnTo>
                  <a:lnTo>
                    <a:pt x="105" y="0"/>
                  </a:lnTo>
                  <a:lnTo>
                    <a:pt x="107" y="0"/>
                  </a:lnTo>
                  <a:lnTo>
                    <a:pt x="107" y="0"/>
                  </a:lnTo>
                  <a:lnTo>
                    <a:pt x="107" y="0"/>
                  </a:lnTo>
                  <a:lnTo>
                    <a:pt x="107" y="0"/>
                  </a:lnTo>
                  <a:lnTo>
                    <a:pt x="109" y="0"/>
                  </a:lnTo>
                  <a:lnTo>
                    <a:pt x="109" y="0"/>
                  </a:lnTo>
                  <a:lnTo>
                    <a:pt x="112" y="0"/>
                  </a:lnTo>
                  <a:lnTo>
                    <a:pt x="112" y="0"/>
                  </a:lnTo>
                  <a:lnTo>
                    <a:pt x="112" y="0"/>
                  </a:lnTo>
                  <a:lnTo>
                    <a:pt x="112" y="0"/>
                  </a:lnTo>
                  <a:lnTo>
                    <a:pt x="114" y="0"/>
                  </a:lnTo>
                  <a:lnTo>
                    <a:pt x="114" y="0"/>
                  </a:lnTo>
                  <a:lnTo>
                    <a:pt x="114" y="0"/>
                  </a:lnTo>
                  <a:lnTo>
                    <a:pt x="114" y="2"/>
                  </a:lnTo>
                  <a:lnTo>
                    <a:pt x="116" y="2"/>
                  </a:lnTo>
                  <a:lnTo>
                    <a:pt x="116" y="2"/>
                  </a:lnTo>
                  <a:lnTo>
                    <a:pt x="119" y="2"/>
                  </a:lnTo>
                  <a:lnTo>
                    <a:pt x="119" y="2"/>
                  </a:lnTo>
                  <a:lnTo>
                    <a:pt x="119" y="2"/>
                  </a:lnTo>
                  <a:lnTo>
                    <a:pt x="119" y="2"/>
                  </a:lnTo>
                  <a:lnTo>
                    <a:pt x="121" y="2"/>
                  </a:lnTo>
                  <a:lnTo>
                    <a:pt x="121" y="2"/>
                  </a:lnTo>
                  <a:lnTo>
                    <a:pt x="121" y="5"/>
                  </a:lnTo>
                  <a:lnTo>
                    <a:pt x="121" y="5"/>
                  </a:lnTo>
                  <a:lnTo>
                    <a:pt x="124" y="5"/>
                  </a:lnTo>
                  <a:lnTo>
                    <a:pt x="124" y="5"/>
                  </a:lnTo>
                  <a:lnTo>
                    <a:pt x="124" y="5"/>
                  </a:lnTo>
                  <a:lnTo>
                    <a:pt x="126" y="5"/>
                  </a:lnTo>
                  <a:lnTo>
                    <a:pt x="126" y="7"/>
                  </a:lnTo>
                  <a:lnTo>
                    <a:pt x="126" y="7"/>
                  </a:lnTo>
                  <a:lnTo>
                    <a:pt x="126" y="7"/>
                  </a:lnTo>
                  <a:lnTo>
                    <a:pt x="126" y="7"/>
                  </a:lnTo>
                  <a:lnTo>
                    <a:pt x="128" y="7"/>
                  </a:lnTo>
                  <a:lnTo>
                    <a:pt x="128" y="7"/>
                  </a:lnTo>
                  <a:lnTo>
                    <a:pt x="128" y="7"/>
                  </a:lnTo>
                  <a:lnTo>
                    <a:pt x="128" y="9"/>
                  </a:lnTo>
                  <a:lnTo>
                    <a:pt x="131" y="9"/>
                  </a:lnTo>
                  <a:lnTo>
                    <a:pt x="131" y="9"/>
                  </a:lnTo>
                  <a:lnTo>
                    <a:pt x="131" y="9"/>
                  </a:lnTo>
                  <a:lnTo>
                    <a:pt x="133" y="9"/>
                  </a:lnTo>
                  <a:lnTo>
                    <a:pt x="133" y="9"/>
                  </a:lnTo>
                  <a:lnTo>
                    <a:pt x="133" y="9"/>
                  </a:lnTo>
                  <a:lnTo>
                    <a:pt x="133" y="9"/>
                  </a:lnTo>
                  <a:lnTo>
                    <a:pt x="135" y="9"/>
                  </a:lnTo>
                  <a:lnTo>
                    <a:pt x="135" y="9"/>
                  </a:lnTo>
                  <a:lnTo>
                    <a:pt x="135" y="12"/>
                  </a:lnTo>
                  <a:lnTo>
                    <a:pt x="138" y="12"/>
                  </a:lnTo>
                  <a:lnTo>
                    <a:pt x="138" y="12"/>
                  </a:lnTo>
                  <a:lnTo>
                    <a:pt x="138" y="12"/>
                  </a:lnTo>
                  <a:lnTo>
                    <a:pt x="138" y="12"/>
                  </a:lnTo>
                  <a:lnTo>
                    <a:pt x="140" y="12"/>
                  </a:lnTo>
                  <a:lnTo>
                    <a:pt x="140" y="14"/>
                  </a:lnTo>
                  <a:lnTo>
                    <a:pt x="140" y="14"/>
                  </a:lnTo>
                  <a:lnTo>
                    <a:pt x="140" y="14"/>
                  </a:lnTo>
                  <a:lnTo>
                    <a:pt x="142" y="14"/>
                  </a:lnTo>
                  <a:lnTo>
                    <a:pt x="142" y="14"/>
                  </a:lnTo>
                  <a:lnTo>
                    <a:pt x="142" y="14"/>
                  </a:lnTo>
                  <a:lnTo>
                    <a:pt x="145" y="14"/>
                  </a:lnTo>
                  <a:lnTo>
                    <a:pt x="145" y="17"/>
                  </a:lnTo>
                  <a:lnTo>
                    <a:pt x="145" y="17"/>
                  </a:lnTo>
                  <a:lnTo>
                    <a:pt x="145" y="17"/>
                  </a:lnTo>
                  <a:lnTo>
                    <a:pt x="145" y="17"/>
                  </a:lnTo>
                  <a:lnTo>
                    <a:pt x="147" y="17"/>
                  </a:lnTo>
                  <a:lnTo>
                    <a:pt x="147" y="17"/>
                  </a:lnTo>
                  <a:lnTo>
                    <a:pt x="147" y="19"/>
                  </a:lnTo>
                  <a:lnTo>
                    <a:pt x="147" y="19"/>
                  </a:lnTo>
                  <a:lnTo>
                    <a:pt x="150" y="19"/>
                  </a:lnTo>
                  <a:lnTo>
                    <a:pt x="150" y="19"/>
                  </a:lnTo>
                  <a:lnTo>
                    <a:pt x="150" y="19"/>
                  </a:lnTo>
                  <a:lnTo>
                    <a:pt x="152" y="19"/>
                  </a:lnTo>
                  <a:lnTo>
                    <a:pt x="152" y="19"/>
                  </a:lnTo>
                  <a:lnTo>
                    <a:pt x="152" y="19"/>
                  </a:lnTo>
                  <a:lnTo>
                    <a:pt x="152" y="19"/>
                  </a:lnTo>
                  <a:lnTo>
                    <a:pt x="152" y="21"/>
                  </a:lnTo>
                  <a:lnTo>
                    <a:pt x="154" y="21"/>
                  </a:lnTo>
                  <a:lnTo>
                    <a:pt x="154" y="21"/>
                  </a:lnTo>
                  <a:lnTo>
                    <a:pt x="154" y="21"/>
                  </a:lnTo>
                  <a:lnTo>
                    <a:pt x="154" y="21"/>
                  </a:lnTo>
                  <a:lnTo>
                    <a:pt x="157" y="21"/>
                  </a:lnTo>
                  <a:lnTo>
                    <a:pt x="157" y="21"/>
                  </a:lnTo>
                  <a:lnTo>
                    <a:pt x="157" y="24"/>
                  </a:lnTo>
                  <a:lnTo>
                    <a:pt x="159" y="24"/>
                  </a:lnTo>
                  <a:lnTo>
                    <a:pt x="159" y="24"/>
                  </a:lnTo>
                  <a:lnTo>
                    <a:pt x="159" y="24"/>
                  </a:lnTo>
                  <a:lnTo>
                    <a:pt x="159" y="24"/>
                  </a:lnTo>
                  <a:lnTo>
                    <a:pt x="161" y="24"/>
                  </a:lnTo>
                  <a:lnTo>
                    <a:pt x="161" y="26"/>
                  </a:lnTo>
                  <a:lnTo>
                    <a:pt x="161" y="26"/>
                  </a:lnTo>
                  <a:lnTo>
                    <a:pt x="161" y="26"/>
                  </a:lnTo>
                  <a:lnTo>
                    <a:pt x="161" y="26"/>
                  </a:lnTo>
                  <a:lnTo>
                    <a:pt x="164" y="26"/>
                  </a:lnTo>
                  <a:lnTo>
                    <a:pt x="164" y="26"/>
                  </a:lnTo>
                  <a:lnTo>
                    <a:pt x="164" y="28"/>
                  </a:lnTo>
                  <a:lnTo>
                    <a:pt x="166" y="28"/>
                  </a:lnTo>
                  <a:lnTo>
                    <a:pt x="166" y="28"/>
                  </a:lnTo>
                  <a:lnTo>
                    <a:pt x="166" y="28"/>
                  </a:lnTo>
                  <a:lnTo>
                    <a:pt x="166" y="28"/>
                  </a:lnTo>
                  <a:lnTo>
                    <a:pt x="168" y="28"/>
                  </a:lnTo>
                  <a:lnTo>
                    <a:pt x="168" y="28"/>
                  </a:lnTo>
                  <a:lnTo>
                    <a:pt x="168" y="31"/>
                  </a:lnTo>
                  <a:lnTo>
                    <a:pt x="171" y="31"/>
                  </a:lnTo>
                  <a:lnTo>
                    <a:pt x="171" y="31"/>
                  </a:lnTo>
                  <a:lnTo>
                    <a:pt x="171" y="31"/>
                  </a:lnTo>
                  <a:lnTo>
                    <a:pt x="171" y="31"/>
                  </a:lnTo>
                  <a:lnTo>
                    <a:pt x="173" y="31"/>
                  </a:lnTo>
                  <a:lnTo>
                    <a:pt x="173" y="31"/>
                  </a:lnTo>
                  <a:lnTo>
                    <a:pt x="173" y="31"/>
                  </a:lnTo>
                  <a:lnTo>
                    <a:pt x="173" y="31"/>
                  </a:lnTo>
                  <a:lnTo>
                    <a:pt x="176" y="31"/>
                  </a:lnTo>
                  <a:lnTo>
                    <a:pt x="176" y="33"/>
                  </a:lnTo>
                  <a:lnTo>
                    <a:pt x="176" y="33"/>
                  </a:lnTo>
                  <a:lnTo>
                    <a:pt x="178" y="33"/>
                  </a:lnTo>
                  <a:lnTo>
                    <a:pt x="178" y="33"/>
                  </a:lnTo>
                  <a:lnTo>
                    <a:pt x="178" y="33"/>
                  </a:lnTo>
                  <a:lnTo>
                    <a:pt x="178" y="33"/>
                  </a:lnTo>
                  <a:lnTo>
                    <a:pt x="180" y="33"/>
                  </a:lnTo>
                  <a:lnTo>
                    <a:pt x="180" y="35"/>
                  </a:lnTo>
                  <a:lnTo>
                    <a:pt x="180" y="35"/>
                  </a:lnTo>
                  <a:lnTo>
                    <a:pt x="180" y="35"/>
                  </a:lnTo>
                  <a:lnTo>
                    <a:pt x="180" y="35"/>
                  </a:lnTo>
                  <a:lnTo>
                    <a:pt x="183" y="35"/>
                  </a:lnTo>
                  <a:lnTo>
                    <a:pt x="183" y="35"/>
                  </a:lnTo>
                  <a:lnTo>
                    <a:pt x="183" y="38"/>
                  </a:lnTo>
                  <a:lnTo>
                    <a:pt x="185" y="38"/>
                  </a:lnTo>
                  <a:lnTo>
                    <a:pt x="185" y="38"/>
                  </a:lnTo>
                  <a:lnTo>
                    <a:pt x="185" y="40"/>
                  </a:lnTo>
                  <a:lnTo>
                    <a:pt x="185" y="40"/>
                  </a:lnTo>
                  <a:lnTo>
                    <a:pt x="185" y="40"/>
                  </a:lnTo>
                  <a:lnTo>
                    <a:pt x="185" y="40"/>
                  </a:lnTo>
                  <a:lnTo>
                    <a:pt x="185" y="43"/>
                  </a:lnTo>
                  <a:lnTo>
                    <a:pt x="185" y="43"/>
                  </a:lnTo>
                  <a:lnTo>
                    <a:pt x="185" y="45"/>
                  </a:lnTo>
                  <a:lnTo>
                    <a:pt x="185" y="45"/>
                  </a:lnTo>
                  <a:lnTo>
                    <a:pt x="187" y="45"/>
                  </a:lnTo>
                  <a:lnTo>
                    <a:pt x="187" y="45"/>
                  </a:lnTo>
                  <a:lnTo>
                    <a:pt x="187" y="45"/>
                  </a:lnTo>
                  <a:lnTo>
                    <a:pt x="190" y="45"/>
                  </a:lnTo>
                  <a:lnTo>
                    <a:pt x="190" y="45"/>
                  </a:lnTo>
                  <a:lnTo>
                    <a:pt x="192" y="45"/>
                  </a:lnTo>
                  <a:lnTo>
                    <a:pt x="192" y="45"/>
                  </a:lnTo>
                  <a:lnTo>
                    <a:pt x="192" y="45"/>
                  </a:lnTo>
                  <a:lnTo>
                    <a:pt x="192" y="45"/>
                  </a:lnTo>
                  <a:lnTo>
                    <a:pt x="195" y="45"/>
                  </a:lnTo>
                  <a:lnTo>
                    <a:pt x="195" y="45"/>
                  </a:lnTo>
                  <a:lnTo>
                    <a:pt x="195" y="45"/>
                  </a:lnTo>
                  <a:lnTo>
                    <a:pt x="197" y="45"/>
                  </a:lnTo>
                  <a:lnTo>
                    <a:pt x="197" y="45"/>
                  </a:lnTo>
                  <a:lnTo>
                    <a:pt x="199" y="45"/>
                  </a:lnTo>
                  <a:lnTo>
                    <a:pt x="199" y="47"/>
                  </a:lnTo>
                  <a:lnTo>
                    <a:pt x="199" y="47"/>
                  </a:lnTo>
                  <a:lnTo>
                    <a:pt x="197" y="47"/>
                  </a:lnTo>
                  <a:lnTo>
                    <a:pt x="197" y="50"/>
                  </a:lnTo>
                  <a:lnTo>
                    <a:pt x="197" y="50"/>
                  </a:lnTo>
                  <a:lnTo>
                    <a:pt x="197" y="50"/>
                  </a:lnTo>
                  <a:lnTo>
                    <a:pt x="197" y="52"/>
                  </a:lnTo>
                  <a:lnTo>
                    <a:pt x="197" y="52"/>
                  </a:lnTo>
                  <a:lnTo>
                    <a:pt x="197" y="54"/>
                  </a:lnTo>
                  <a:lnTo>
                    <a:pt x="197" y="54"/>
                  </a:lnTo>
                  <a:lnTo>
                    <a:pt x="197" y="57"/>
                  </a:lnTo>
                  <a:lnTo>
                    <a:pt x="197" y="57"/>
                  </a:lnTo>
                  <a:lnTo>
                    <a:pt x="197" y="59"/>
                  </a:lnTo>
                  <a:lnTo>
                    <a:pt x="197" y="59"/>
                  </a:lnTo>
                  <a:lnTo>
                    <a:pt x="197" y="59"/>
                  </a:lnTo>
                  <a:lnTo>
                    <a:pt x="197" y="59"/>
                  </a:lnTo>
                  <a:lnTo>
                    <a:pt x="197" y="62"/>
                  </a:lnTo>
                  <a:lnTo>
                    <a:pt x="197" y="62"/>
                  </a:lnTo>
                  <a:lnTo>
                    <a:pt x="197" y="64"/>
                  </a:lnTo>
                  <a:lnTo>
                    <a:pt x="197" y="64"/>
                  </a:lnTo>
                  <a:lnTo>
                    <a:pt x="197" y="64"/>
                  </a:lnTo>
                  <a:lnTo>
                    <a:pt x="197" y="66"/>
                  </a:lnTo>
                  <a:lnTo>
                    <a:pt x="199" y="66"/>
                  </a:lnTo>
                  <a:lnTo>
                    <a:pt x="199" y="66"/>
                  </a:lnTo>
                  <a:lnTo>
                    <a:pt x="199" y="66"/>
                  </a:lnTo>
                  <a:lnTo>
                    <a:pt x="199" y="66"/>
                  </a:lnTo>
                  <a:lnTo>
                    <a:pt x="202" y="66"/>
                  </a:lnTo>
                  <a:lnTo>
                    <a:pt x="202" y="66"/>
                  </a:lnTo>
                  <a:lnTo>
                    <a:pt x="202" y="69"/>
                  </a:lnTo>
                  <a:lnTo>
                    <a:pt x="204" y="69"/>
                  </a:lnTo>
                  <a:lnTo>
                    <a:pt x="204" y="69"/>
                  </a:lnTo>
                  <a:lnTo>
                    <a:pt x="204" y="69"/>
                  </a:lnTo>
                  <a:lnTo>
                    <a:pt x="204" y="69"/>
                  </a:lnTo>
                  <a:lnTo>
                    <a:pt x="206" y="69"/>
                  </a:lnTo>
                  <a:lnTo>
                    <a:pt x="206" y="69"/>
                  </a:lnTo>
                  <a:lnTo>
                    <a:pt x="206" y="69"/>
                  </a:lnTo>
                  <a:lnTo>
                    <a:pt x="206" y="69"/>
                  </a:lnTo>
                  <a:lnTo>
                    <a:pt x="209" y="69"/>
                  </a:lnTo>
                  <a:lnTo>
                    <a:pt x="209" y="69"/>
                  </a:lnTo>
                  <a:lnTo>
                    <a:pt x="209" y="71"/>
                  </a:lnTo>
                  <a:lnTo>
                    <a:pt x="211" y="71"/>
                  </a:lnTo>
                  <a:lnTo>
                    <a:pt x="211" y="71"/>
                  </a:lnTo>
                  <a:lnTo>
                    <a:pt x="211" y="71"/>
                  </a:lnTo>
                  <a:lnTo>
                    <a:pt x="211" y="71"/>
                  </a:lnTo>
                  <a:lnTo>
                    <a:pt x="213" y="71"/>
                  </a:lnTo>
                  <a:lnTo>
                    <a:pt x="213" y="71"/>
                  </a:lnTo>
                  <a:lnTo>
                    <a:pt x="213" y="71"/>
                  </a:lnTo>
                  <a:lnTo>
                    <a:pt x="213" y="73"/>
                  </a:lnTo>
                  <a:lnTo>
                    <a:pt x="216" y="73"/>
                  </a:lnTo>
                  <a:lnTo>
                    <a:pt x="216" y="73"/>
                  </a:lnTo>
                  <a:lnTo>
                    <a:pt x="218" y="73"/>
                  </a:lnTo>
                  <a:lnTo>
                    <a:pt x="218" y="73"/>
                  </a:lnTo>
                  <a:lnTo>
                    <a:pt x="218" y="73"/>
                  </a:lnTo>
                  <a:lnTo>
                    <a:pt x="218" y="73"/>
                  </a:lnTo>
                  <a:lnTo>
                    <a:pt x="221" y="73"/>
                  </a:lnTo>
                  <a:lnTo>
                    <a:pt x="221" y="76"/>
                  </a:lnTo>
                  <a:lnTo>
                    <a:pt x="221" y="76"/>
                  </a:lnTo>
                  <a:lnTo>
                    <a:pt x="221" y="76"/>
                  </a:lnTo>
                  <a:lnTo>
                    <a:pt x="223" y="76"/>
                  </a:lnTo>
                  <a:lnTo>
                    <a:pt x="223" y="76"/>
                  </a:lnTo>
                  <a:lnTo>
                    <a:pt x="225" y="76"/>
                  </a:lnTo>
                  <a:lnTo>
                    <a:pt x="225" y="76"/>
                  </a:lnTo>
                  <a:lnTo>
                    <a:pt x="225" y="76"/>
                  </a:lnTo>
                  <a:lnTo>
                    <a:pt x="228" y="76"/>
                  </a:lnTo>
                  <a:lnTo>
                    <a:pt x="228" y="76"/>
                  </a:lnTo>
                  <a:lnTo>
                    <a:pt x="228" y="76"/>
                  </a:lnTo>
                  <a:lnTo>
                    <a:pt x="228" y="76"/>
                  </a:lnTo>
                  <a:lnTo>
                    <a:pt x="230" y="76"/>
                  </a:lnTo>
                  <a:lnTo>
                    <a:pt x="230" y="76"/>
                  </a:lnTo>
                  <a:lnTo>
                    <a:pt x="232" y="76"/>
                  </a:lnTo>
                  <a:lnTo>
                    <a:pt x="232" y="76"/>
                  </a:lnTo>
                  <a:lnTo>
                    <a:pt x="232" y="76"/>
                  </a:lnTo>
                  <a:lnTo>
                    <a:pt x="235" y="76"/>
                  </a:lnTo>
                  <a:lnTo>
                    <a:pt x="235" y="76"/>
                  </a:lnTo>
                  <a:lnTo>
                    <a:pt x="235" y="76"/>
                  </a:lnTo>
                  <a:lnTo>
                    <a:pt x="237" y="76"/>
                  </a:lnTo>
                  <a:lnTo>
                    <a:pt x="237" y="76"/>
                  </a:lnTo>
                  <a:lnTo>
                    <a:pt x="239" y="76"/>
                  </a:lnTo>
                  <a:lnTo>
                    <a:pt x="239" y="76"/>
                  </a:lnTo>
                  <a:lnTo>
                    <a:pt x="239" y="76"/>
                  </a:lnTo>
                  <a:lnTo>
                    <a:pt x="242" y="76"/>
                  </a:lnTo>
                  <a:lnTo>
                    <a:pt x="242" y="76"/>
                  </a:lnTo>
                  <a:lnTo>
                    <a:pt x="244" y="76"/>
                  </a:lnTo>
                  <a:lnTo>
                    <a:pt x="244" y="76"/>
                  </a:lnTo>
                  <a:lnTo>
                    <a:pt x="244" y="76"/>
                  </a:lnTo>
                  <a:lnTo>
                    <a:pt x="244" y="78"/>
                  </a:lnTo>
                  <a:lnTo>
                    <a:pt x="247" y="78"/>
                  </a:lnTo>
                  <a:lnTo>
                    <a:pt x="247" y="78"/>
                  </a:lnTo>
                  <a:lnTo>
                    <a:pt x="247" y="78"/>
                  </a:lnTo>
                  <a:lnTo>
                    <a:pt x="249" y="78"/>
                  </a:lnTo>
                  <a:lnTo>
                    <a:pt x="249" y="78"/>
                  </a:lnTo>
                  <a:lnTo>
                    <a:pt x="251" y="78"/>
                  </a:lnTo>
                  <a:lnTo>
                    <a:pt x="251" y="78"/>
                  </a:lnTo>
                  <a:lnTo>
                    <a:pt x="251" y="78"/>
                  </a:lnTo>
                  <a:lnTo>
                    <a:pt x="254" y="78"/>
                  </a:lnTo>
                  <a:lnTo>
                    <a:pt x="254" y="78"/>
                  </a:lnTo>
                  <a:lnTo>
                    <a:pt x="254" y="78"/>
                  </a:lnTo>
                  <a:lnTo>
                    <a:pt x="256" y="78"/>
                  </a:lnTo>
                  <a:lnTo>
                    <a:pt x="256" y="78"/>
                  </a:lnTo>
                  <a:lnTo>
                    <a:pt x="258" y="78"/>
                  </a:lnTo>
                  <a:lnTo>
                    <a:pt x="258" y="78"/>
                  </a:lnTo>
                  <a:lnTo>
                    <a:pt x="258" y="78"/>
                  </a:lnTo>
                  <a:lnTo>
                    <a:pt x="261" y="78"/>
                  </a:lnTo>
                  <a:lnTo>
                    <a:pt x="261" y="78"/>
                  </a:lnTo>
                  <a:lnTo>
                    <a:pt x="261" y="78"/>
                  </a:lnTo>
                  <a:lnTo>
                    <a:pt x="261" y="78"/>
                  </a:lnTo>
                  <a:lnTo>
                    <a:pt x="263" y="78"/>
                  </a:lnTo>
                  <a:lnTo>
                    <a:pt x="263" y="78"/>
                  </a:lnTo>
                  <a:lnTo>
                    <a:pt x="266" y="78"/>
                  </a:lnTo>
                  <a:lnTo>
                    <a:pt x="266" y="78"/>
                  </a:lnTo>
                  <a:lnTo>
                    <a:pt x="266" y="78"/>
                  </a:lnTo>
                  <a:lnTo>
                    <a:pt x="266" y="78"/>
                  </a:lnTo>
                  <a:lnTo>
                    <a:pt x="268" y="78"/>
                  </a:lnTo>
                  <a:lnTo>
                    <a:pt x="268" y="78"/>
                  </a:lnTo>
                  <a:lnTo>
                    <a:pt x="268" y="78"/>
                  </a:lnTo>
                  <a:lnTo>
                    <a:pt x="268" y="78"/>
                  </a:lnTo>
                  <a:lnTo>
                    <a:pt x="268" y="78"/>
                  </a:lnTo>
                  <a:lnTo>
                    <a:pt x="270" y="78"/>
                  </a:lnTo>
                  <a:lnTo>
                    <a:pt x="270" y="78"/>
                  </a:lnTo>
                  <a:lnTo>
                    <a:pt x="273" y="78"/>
                  </a:lnTo>
                  <a:lnTo>
                    <a:pt x="273" y="78"/>
                  </a:lnTo>
                  <a:lnTo>
                    <a:pt x="273" y="78"/>
                  </a:lnTo>
                  <a:lnTo>
                    <a:pt x="275" y="78"/>
                  </a:lnTo>
                  <a:lnTo>
                    <a:pt x="275" y="78"/>
                  </a:lnTo>
                  <a:lnTo>
                    <a:pt x="277" y="78"/>
                  </a:lnTo>
                  <a:lnTo>
                    <a:pt x="277" y="81"/>
                  </a:lnTo>
                  <a:lnTo>
                    <a:pt x="277" y="81"/>
                  </a:lnTo>
                  <a:lnTo>
                    <a:pt x="277" y="81"/>
                  </a:lnTo>
                  <a:lnTo>
                    <a:pt x="280" y="81"/>
                  </a:lnTo>
                  <a:lnTo>
                    <a:pt x="280" y="81"/>
                  </a:lnTo>
                  <a:lnTo>
                    <a:pt x="280" y="81"/>
                  </a:lnTo>
                  <a:lnTo>
                    <a:pt x="280" y="81"/>
                  </a:lnTo>
                  <a:lnTo>
                    <a:pt x="280" y="83"/>
                  </a:lnTo>
                  <a:lnTo>
                    <a:pt x="282" y="83"/>
                  </a:lnTo>
                  <a:lnTo>
                    <a:pt x="282" y="83"/>
                  </a:lnTo>
                  <a:lnTo>
                    <a:pt x="282" y="83"/>
                  </a:lnTo>
                  <a:lnTo>
                    <a:pt x="282" y="85"/>
                  </a:lnTo>
                  <a:lnTo>
                    <a:pt x="282" y="85"/>
                  </a:lnTo>
                  <a:lnTo>
                    <a:pt x="282" y="88"/>
                  </a:lnTo>
                  <a:lnTo>
                    <a:pt x="282" y="88"/>
                  </a:lnTo>
                  <a:lnTo>
                    <a:pt x="282" y="90"/>
                  </a:lnTo>
                  <a:lnTo>
                    <a:pt x="284" y="90"/>
                  </a:lnTo>
                  <a:lnTo>
                    <a:pt x="284" y="90"/>
                  </a:lnTo>
                  <a:lnTo>
                    <a:pt x="284" y="90"/>
                  </a:lnTo>
                  <a:lnTo>
                    <a:pt x="284" y="90"/>
                  </a:lnTo>
                  <a:lnTo>
                    <a:pt x="284" y="90"/>
                  </a:lnTo>
                  <a:lnTo>
                    <a:pt x="284" y="92"/>
                  </a:lnTo>
                  <a:lnTo>
                    <a:pt x="287" y="92"/>
                  </a:lnTo>
                  <a:lnTo>
                    <a:pt x="287" y="92"/>
                  </a:lnTo>
                  <a:lnTo>
                    <a:pt x="287" y="92"/>
                  </a:lnTo>
                  <a:lnTo>
                    <a:pt x="289" y="92"/>
                  </a:lnTo>
                  <a:lnTo>
                    <a:pt x="289" y="92"/>
                  </a:lnTo>
                  <a:lnTo>
                    <a:pt x="292" y="92"/>
                  </a:lnTo>
                  <a:lnTo>
                    <a:pt x="292" y="92"/>
                  </a:lnTo>
                  <a:lnTo>
                    <a:pt x="292" y="92"/>
                  </a:lnTo>
                  <a:lnTo>
                    <a:pt x="294" y="92"/>
                  </a:lnTo>
                  <a:lnTo>
                    <a:pt x="294" y="92"/>
                  </a:lnTo>
                  <a:lnTo>
                    <a:pt x="294" y="92"/>
                  </a:lnTo>
                  <a:lnTo>
                    <a:pt x="296" y="92"/>
                  </a:lnTo>
                  <a:lnTo>
                    <a:pt x="296" y="92"/>
                  </a:lnTo>
                  <a:lnTo>
                    <a:pt x="299" y="92"/>
                  </a:lnTo>
                  <a:lnTo>
                    <a:pt x="299" y="92"/>
                  </a:lnTo>
                  <a:lnTo>
                    <a:pt x="299" y="92"/>
                  </a:lnTo>
                  <a:lnTo>
                    <a:pt x="301" y="92"/>
                  </a:lnTo>
                  <a:lnTo>
                    <a:pt x="301" y="92"/>
                  </a:lnTo>
                  <a:lnTo>
                    <a:pt x="301" y="92"/>
                  </a:lnTo>
                  <a:lnTo>
                    <a:pt x="301" y="92"/>
                  </a:lnTo>
                  <a:lnTo>
                    <a:pt x="303" y="92"/>
                  </a:lnTo>
                  <a:lnTo>
                    <a:pt x="303" y="95"/>
                  </a:lnTo>
                  <a:lnTo>
                    <a:pt x="303" y="95"/>
                  </a:lnTo>
                  <a:lnTo>
                    <a:pt x="303" y="95"/>
                  </a:lnTo>
                  <a:lnTo>
                    <a:pt x="303" y="97"/>
                  </a:lnTo>
                  <a:lnTo>
                    <a:pt x="303" y="97"/>
                  </a:lnTo>
                  <a:lnTo>
                    <a:pt x="303" y="97"/>
                  </a:lnTo>
                  <a:lnTo>
                    <a:pt x="303" y="99"/>
                  </a:lnTo>
                  <a:lnTo>
                    <a:pt x="303" y="99"/>
                  </a:lnTo>
                  <a:lnTo>
                    <a:pt x="306" y="99"/>
                  </a:lnTo>
                  <a:lnTo>
                    <a:pt x="306" y="99"/>
                  </a:lnTo>
                  <a:lnTo>
                    <a:pt x="306" y="99"/>
                  </a:lnTo>
                  <a:lnTo>
                    <a:pt x="306" y="99"/>
                  </a:lnTo>
                  <a:lnTo>
                    <a:pt x="306" y="102"/>
                  </a:lnTo>
                  <a:lnTo>
                    <a:pt x="306" y="102"/>
                  </a:lnTo>
                  <a:lnTo>
                    <a:pt x="306" y="104"/>
                  </a:lnTo>
                  <a:lnTo>
                    <a:pt x="306" y="104"/>
                  </a:lnTo>
                  <a:lnTo>
                    <a:pt x="306" y="104"/>
                  </a:lnTo>
                  <a:lnTo>
                    <a:pt x="308" y="104"/>
                  </a:lnTo>
                  <a:lnTo>
                    <a:pt x="308" y="104"/>
                  </a:lnTo>
                  <a:lnTo>
                    <a:pt x="308" y="107"/>
                  </a:lnTo>
                  <a:lnTo>
                    <a:pt x="311" y="107"/>
                  </a:lnTo>
                  <a:lnTo>
                    <a:pt x="311" y="107"/>
                  </a:lnTo>
                  <a:lnTo>
                    <a:pt x="308" y="107"/>
                  </a:lnTo>
                  <a:lnTo>
                    <a:pt x="308" y="109"/>
                  </a:lnTo>
                  <a:lnTo>
                    <a:pt x="311" y="109"/>
                  </a:lnTo>
                  <a:lnTo>
                    <a:pt x="311" y="109"/>
                  </a:lnTo>
                  <a:lnTo>
                    <a:pt x="311" y="109"/>
                  </a:lnTo>
                  <a:lnTo>
                    <a:pt x="311" y="109"/>
                  </a:lnTo>
                  <a:lnTo>
                    <a:pt x="311" y="109"/>
                  </a:lnTo>
                  <a:lnTo>
                    <a:pt x="311" y="111"/>
                  </a:lnTo>
                  <a:lnTo>
                    <a:pt x="311" y="111"/>
                  </a:lnTo>
                  <a:lnTo>
                    <a:pt x="311" y="114"/>
                  </a:lnTo>
                  <a:lnTo>
                    <a:pt x="311" y="114"/>
                  </a:lnTo>
                  <a:lnTo>
                    <a:pt x="311" y="116"/>
                  </a:lnTo>
                  <a:lnTo>
                    <a:pt x="313" y="116"/>
                  </a:lnTo>
                  <a:lnTo>
                    <a:pt x="313" y="116"/>
                  </a:lnTo>
                  <a:lnTo>
                    <a:pt x="313" y="116"/>
                  </a:lnTo>
                  <a:lnTo>
                    <a:pt x="313" y="116"/>
                  </a:lnTo>
                  <a:lnTo>
                    <a:pt x="315" y="116"/>
                  </a:lnTo>
                  <a:lnTo>
                    <a:pt x="315" y="116"/>
                  </a:lnTo>
                  <a:lnTo>
                    <a:pt x="315" y="118"/>
                  </a:lnTo>
                  <a:lnTo>
                    <a:pt x="318" y="118"/>
                  </a:lnTo>
                  <a:lnTo>
                    <a:pt x="318" y="118"/>
                  </a:lnTo>
                  <a:lnTo>
                    <a:pt x="318" y="118"/>
                  </a:lnTo>
                  <a:lnTo>
                    <a:pt x="320" y="118"/>
                  </a:lnTo>
                  <a:lnTo>
                    <a:pt x="320" y="118"/>
                  </a:lnTo>
                  <a:lnTo>
                    <a:pt x="320" y="118"/>
                  </a:lnTo>
                  <a:lnTo>
                    <a:pt x="320" y="118"/>
                  </a:lnTo>
                  <a:lnTo>
                    <a:pt x="320" y="121"/>
                  </a:lnTo>
                  <a:lnTo>
                    <a:pt x="320" y="121"/>
                  </a:lnTo>
                  <a:lnTo>
                    <a:pt x="320" y="123"/>
                  </a:lnTo>
                  <a:lnTo>
                    <a:pt x="320" y="123"/>
                  </a:lnTo>
                  <a:lnTo>
                    <a:pt x="320" y="123"/>
                  </a:lnTo>
                  <a:lnTo>
                    <a:pt x="320" y="126"/>
                  </a:lnTo>
                  <a:lnTo>
                    <a:pt x="322" y="126"/>
                  </a:lnTo>
                  <a:lnTo>
                    <a:pt x="322" y="126"/>
                  </a:lnTo>
                  <a:lnTo>
                    <a:pt x="322" y="126"/>
                  </a:lnTo>
                  <a:lnTo>
                    <a:pt x="322" y="126"/>
                  </a:lnTo>
                  <a:lnTo>
                    <a:pt x="322" y="123"/>
                  </a:lnTo>
                  <a:lnTo>
                    <a:pt x="322" y="123"/>
                  </a:lnTo>
                  <a:lnTo>
                    <a:pt x="322" y="121"/>
                  </a:lnTo>
                  <a:lnTo>
                    <a:pt x="325" y="121"/>
                  </a:lnTo>
                  <a:lnTo>
                    <a:pt x="325" y="121"/>
                  </a:lnTo>
                  <a:lnTo>
                    <a:pt x="325" y="121"/>
                  </a:lnTo>
                  <a:lnTo>
                    <a:pt x="325" y="123"/>
                  </a:lnTo>
                  <a:lnTo>
                    <a:pt x="327" y="123"/>
                  </a:lnTo>
                  <a:lnTo>
                    <a:pt x="327" y="123"/>
                  </a:lnTo>
                  <a:lnTo>
                    <a:pt x="327" y="123"/>
                  </a:lnTo>
                  <a:lnTo>
                    <a:pt x="327" y="123"/>
                  </a:lnTo>
                  <a:lnTo>
                    <a:pt x="327" y="123"/>
                  </a:lnTo>
                  <a:lnTo>
                    <a:pt x="327" y="123"/>
                  </a:lnTo>
                  <a:lnTo>
                    <a:pt x="325" y="123"/>
                  </a:lnTo>
                  <a:lnTo>
                    <a:pt x="325" y="126"/>
                  </a:lnTo>
                  <a:lnTo>
                    <a:pt x="325" y="126"/>
                  </a:lnTo>
                  <a:lnTo>
                    <a:pt x="327" y="126"/>
                  </a:lnTo>
                  <a:lnTo>
                    <a:pt x="327" y="128"/>
                  </a:lnTo>
                  <a:lnTo>
                    <a:pt x="327" y="128"/>
                  </a:lnTo>
                  <a:lnTo>
                    <a:pt x="327" y="128"/>
                  </a:lnTo>
                  <a:lnTo>
                    <a:pt x="327" y="128"/>
                  </a:lnTo>
                  <a:lnTo>
                    <a:pt x="327" y="128"/>
                  </a:lnTo>
                  <a:lnTo>
                    <a:pt x="327" y="130"/>
                  </a:lnTo>
                  <a:lnTo>
                    <a:pt x="327" y="130"/>
                  </a:lnTo>
                  <a:lnTo>
                    <a:pt x="327" y="133"/>
                  </a:lnTo>
                  <a:lnTo>
                    <a:pt x="329" y="133"/>
                  </a:lnTo>
                  <a:lnTo>
                    <a:pt x="329" y="133"/>
                  </a:lnTo>
                  <a:lnTo>
                    <a:pt x="329" y="133"/>
                  </a:lnTo>
                  <a:lnTo>
                    <a:pt x="332" y="133"/>
                  </a:lnTo>
                  <a:lnTo>
                    <a:pt x="332" y="133"/>
                  </a:lnTo>
                  <a:lnTo>
                    <a:pt x="332" y="135"/>
                  </a:lnTo>
                  <a:lnTo>
                    <a:pt x="332" y="135"/>
                  </a:lnTo>
                  <a:lnTo>
                    <a:pt x="334" y="135"/>
                  </a:lnTo>
                  <a:lnTo>
                    <a:pt x="334" y="135"/>
                  </a:lnTo>
                  <a:lnTo>
                    <a:pt x="334" y="135"/>
                  </a:lnTo>
                  <a:lnTo>
                    <a:pt x="334" y="135"/>
                  </a:lnTo>
                  <a:lnTo>
                    <a:pt x="334" y="137"/>
                  </a:lnTo>
                  <a:lnTo>
                    <a:pt x="337" y="137"/>
                  </a:lnTo>
                  <a:lnTo>
                    <a:pt x="337" y="137"/>
                  </a:lnTo>
                  <a:lnTo>
                    <a:pt x="337" y="137"/>
                  </a:lnTo>
                  <a:lnTo>
                    <a:pt x="337" y="137"/>
                  </a:lnTo>
                  <a:lnTo>
                    <a:pt x="339" y="137"/>
                  </a:lnTo>
                  <a:lnTo>
                    <a:pt x="339" y="140"/>
                  </a:lnTo>
                  <a:lnTo>
                    <a:pt x="339" y="140"/>
                  </a:lnTo>
                  <a:lnTo>
                    <a:pt x="339" y="140"/>
                  </a:lnTo>
                  <a:lnTo>
                    <a:pt x="339" y="142"/>
                  </a:lnTo>
                  <a:lnTo>
                    <a:pt x="339" y="142"/>
                  </a:lnTo>
                  <a:lnTo>
                    <a:pt x="337" y="142"/>
                  </a:lnTo>
                  <a:lnTo>
                    <a:pt x="337" y="142"/>
                  </a:lnTo>
                  <a:lnTo>
                    <a:pt x="339" y="142"/>
                  </a:lnTo>
                  <a:lnTo>
                    <a:pt x="339" y="144"/>
                  </a:lnTo>
                  <a:lnTo>
                    <a:pt x="339" y="144"/>
                  </a:lnTo>
                  <a:lnTo>
                    <a:pt x="339" y="142"/>
                  </a:lnTo>
                  <a:lnTo>
                    <a:pt x="339" y="142"/>
                  </a:lnTo>
                  <a:lnTo>
                    <a:pt x="339" y="144"/>
                  </a:lnTo>
                  <a:lnTo>
                    <a:pt x="339" y="144"/>
                  </a:lnTo>
                  <a:lnTo>
                    <a:pt x="339" y="144"/>
                  </a:lnTo>
                  <a:lnTo>
                    <a:pt x="339" y="147"/>
                  </a:lnTo>
                  <a:lnTo>
                    <a:pt x="339" y="147"/>
                  </a:lnTo>
                  <a:lnTo>
                    <a:pt x="339" y="147"/>
                  </a:lnTo>
                  <a:lnTo>
                    <a:pt x="339" y="149"/>
                  </a:lnTo>
                  <a:lnTo>
                    <a:pt x="339" y="149"/>
                  </a:lnTo>
                  <a:lnTo>
                    <a:pt x="339" y="149"/>
                  </a:lnTo>
                  <a:lnTo>
                    <a:pt x="339" y="152"/>
                  </a:lnTo>
                  <a:lnTo>
                    <a:pt x="339" y="152"/>
                  </a:lnTo>
                  <a:lnTo>
                    <a:pt x="339" y="152"/>
                  </a:lnTo>
                  <a:lnTo>
                    <a:pt x="339" y="154"/>
                  </a:lnTo>
                  <a:lnTo>
                    <a:pt x="339" y="154"/>
                  </a:lnTo>
                  <a:lnTo>
                    <a:pt x="339" y="154"/>
                  </a:lnTo>
                  <a:lnTo>
                    <a:pt x="339" y="156"/>
                  </a:lnTo>
                  <a:lnTo>
                    <a:pt x="339" y="156"/>
                  </a:lnTo>
                  <a:lnTo>
                    <a:pt x="339" y="159"/>
                  </a:lnTo>
                  <a:lnTo>
                    <a:pt x="339" y="159"/>
                  </a:lnTo>
                  <a:lnTo>
                    <a:pt x="337" y="159"/>
                  </a:lnTo>
                  <a:lnTo>
                    <a:pt x="337" y="159"/>
                  </a:lnTo>
                  <a:lnTo>
                    <a:pt x="339" y="159"/>
                  </a:lnTo>
                  <a:lnTo>
                    <a:pt x="339" y="161"/>
                  </a:lnTo>
                  <a:lnTo>
                    <a:pt x="339" y="161"/>
                  </a:lnTo>
                  <a:lnTo>
                    <a:pt x="339" y="161"/>
                  </a:lnTo>
                  <a:lnTo>
                    <a:pt x="339" y="163"/>
                  </a:lnTo>
                  <a:lnTo>
                    <a:pt x="339" y="163"/>
                  </a:lnTo>
                  <a:lnTo>
                    <a:pt x="339" y="163"/>
                  </a:lnTo>
                  <a:lnTo>
                    <a:pt x="341" y="163"/>
                  </a:lnTo>
                  <a:lnTo>
                    <a:pt x="341" y="166"/>
                  </a:lnTo>
                  <a:lnTo>
                    <a:pt x="341" y="166"/>
                  </a:lnTo>
                  <a:lnTo>
                    <a:pt x="341" y="168"/>
                  </a:lnTo>
                  <a:lnTo>
                    <a:pt x="341" y="168"/>
                  </a:lnTo>
                  <a:lnTo>
                    <a:pt x="341" y="168"/>
                  </a:lnTo>
                  <a:lnTo>
                    <a:pt x="341" y="168"/>
                  </a:lnTo>
                  <a:lnTo>
                    <a:pt x="344" y="168"/>
                  </a:lnTo>
                  <a:lnTo>
                    <a:pt x="344" y="168"/>
                  </a:lnTo>
                  <a:lnTo>
                    <a:pt x="344" y="168"/>
                  </a:lnTo>
                  <a:lnTo>
                    <a:pt x="344" y="171"/>
                  </a:lnTo>
                  <a:lnTo>
                    <a:pt x="346" y="171"/>
                  </a:lnTo>
                  <a:lnTo>
                    <a:pt x="346" y="171"/>
                  </a:lnTo>
                  <a:lnTo>
                    <a:pt x="346" y="171"/>
                  </a:lnTo>
                  <a:lnTo>
                    <a:pt x="346" y="173"/>
                  </a:lnTo>
                  <a:lnTo>
                    <a:pt x="346" y="173"/>
                  </a:lnTo>
                  <a:lnTo>
                    <a:pt x="346" y="175"/>
                  </a:lnTo>
                  <a:lnTo>
                    <a:pt x="346" y="175"/>
                  </a:lnTo>
                  <a:lnTo>
                    <a:pt x="346" y="178"/>
                  </a:lnTo>
                  <a:lnTo>
                    <a:pt x="346" y="178"/>
                  </a:lnTo>
                  <a:lnTo>
                    <a:pt x="346" y="178"/>
                  </a:lnTo>
                  <a:lnTo>
                    <a:pt x="346" y="178"/>
                  </a:lnTo>
                  <a:lnTo>
                    <a:pt x="346" y="180"/>
                  </a:lnTo>
                  <a:lnTo>
                    <a:pt x="348" y="180"/>
                  </a:lnTo>
                  <a:lnTo>
                    <a:pt x="348" y="180"/>
                  </a:lnTo>
                  <a:lnTo>
                    <a:pt x="348" y="180"/>
                  </a:lnTo>
                  <a:lnTo>
                    <a:pt x="348" y="182"/>
                  </a:lnTo>
                  <a:lnTo>
                    <a:pt x="351" y="182"/>
                  </a:lnTo>
                  <a:lnTo>
                    <a:pt x="351" y="182"/>
                  </a:lnTo>
                  <a:lnTo>
                    <a:pt x="351" y="185"/>
                  </a:lnTo>
                  <a:lnTo>
                    <a:pt x="351" y="185"/>
                  </a:lnTo>
                  <a:lnTo>
                    <a:pt x="351" y="185"/>
                  </a:lnTo>
                  <a:lnTo>
                    <a:pt x="351" y="187"/>
                  </a:lnTo>
                  <a:lnTo>
                    <a:pt x="351" y="187"/>
                  </a:lnTo>
                  <a:lnTo>
                    <a:pt x="351" y="187"/>
                  </a:lnTo>
                  <a:lnTo>
                    <a:pt x="351" y="187"/>
                  </a:lnTo>
                  <a:lnTo>
                    <a:pt x="353" y="187"/>
                  </a:lnTo>
                  <a:lnTo>
                    <a:pt x="353" y="190"/>
                  </a:lnTo>
                  <a:lnTo>
                    <a:pt x="353" y="190"/>
                  </a:lnTo>
                  <a:lnTo>
                    <a:pt x="353" y="190"/>
                  </a:lnTo>
                  <a:lnTo>
                    <a:pt x="353" y="190"/>
                  </a:lnTo>
                  <a:lnTo>
                    <a:pt x="353" y="192"/>
                  </a:lnTo>
                  <a:lnTo>
                    <a:pt x="355" y="192"/>
                  </a:lnTo>
                  <a:lnTo>
                    <a:pt x="355" y="192"/>
                  </a:lnTo>
                  <a:lnTo>
                    <a:pt x="355" y="192"/>
                  </a:lnTo>
                  <a:lnTo>
                    <a:pt x="358" y="192"/>
                  </a:lnTo>
                  <a:lnTo>
                    <a:pt x="358" y="192"/>
                  </a:lnTo>
                  <a:lnTo>
                    <a:pt x="358" y="194"/>
                  </a:lnTo>
                  <a:lnTo>
                    <a:pt x="358" y="194"/>
                  </a:lnTo>
                  <a:lnTo>
                    <a:pt x="358" y="194"/>
                  </a:lnTo>
                  <a:lnTo>
                    <a:pt x="358" y="197"/>
                  </a:lnTo>
                  <a:lnTo>
                    <a:pt x="358" y="197"/>
                  </a:lnTo>
                  <a:lnTo>
                    <a:pt x="358" y="197"/>
                  </a:lnTo>
                  <a:lnTo>
                    <a:pt x="358" y="199"/>
                  </a:lnTo>
                  <a:lnTo>
                    <a:pt x="358" y="199"/>
                  </a:lnTo>
                  <a:lnTo>
                    <a:pt x="358" y="201"/>
                  </a:lnTo>
                  <a:lnTo>
                    <a:pt x="360" y="201"/>
                  </a:lnTo>
                  <a:lnTo>
                    <a:pt x="360" y="201"/>
                  </a:lnTo>
                  <a:lnTo>
                    <a:pt x="360" y="201"/>
                  </a:lnTo>
                  <a:lnTo>
                    <a:pt x="360" y="201"/>
                  </a:lnTo>
                  <a:lnTo>
                    <a:pt x="360" y="204"/>
                  </a:lnTo>
                  <a:lnTo>
                    <a:pt x="363" y="204"/>
                  </a:lnTo>
                  <a:lnTo>
                    <a:pt x="363" y="204"/>
                  </a:lnTo>
                  <a:lnTo>
                    <a:pt x="363" y="204"/>
                  </a:lnTo>
                  <a:lnTo>
                    <a:pt x="365" y="204"/>
                  </a:lnTo>
                  <a:lnTo>
                    <a:pt x="365" y="206"/>
                  </a:lnTo>
                  <a:lnTo>
                    <a:pt x="365" y="206"/>
                  </a:lnTo>
                  <a:lnTo>
                    <a:pt x="365" y="206"/>
                  </a:lnTo>
                  <a:lnTo>
                    <a:pt x="365" y="206"/>
                  </a:lnTo>
                  <a:lnTo>
                    <a:pt x="367" y="206"/>
                  </a:lnTo>
                  <a:lnTo>
                    <a:pt x="367" y="208"/>
                  </a:lnTo>
                  <a:lnTo>
                    <a:pt x="367" y="208"/>
                  </a:lnTo>
                  <a:lnTo>
                    <a:pt x="367" y="208"/>
                  </a:lnTo>
                  <a:lnTo>
                    <a:pt x="367" y="208"/>
                  </a:lnTo>
                  <a:lnTo>
                    <a:pt x="370" y="208"/>
                  </a:lnTo>
                  <a:lnTo>
                    <a:pt x="370" y="208"/>
                  </a:lnTo>
                  <a:lnTo>
                    <a:pt x="370" y="208"/>
                  </a:lnTo>
                  <a:lnTo>
                    <a:pt x="372" y="208"/>
                  </a:lnTo>
                  <a:lnTo>
                    <a:pt x="372" y="211"/>
                  </a:lnTo>
                  <a:lnTo>
                    <a:pt x="372" y="211"/>
                  </a:lnTo>
                  <a:lnTo>
                    <a:pt x="372" y="211"/>
                  </a:lnTo>
                  <a:lnTo>
                    <a:pt x="372" y="213"/>
                  </a:lnTo>
                  <a:lnTo>
                    <a:pt x="372" y="213"/>
                  </a:lnTo>
                  <a:lnTo>
                    <a:pt x="372" y="216"/>
                  </a:lnTo>
                  <a:lnTo>
                    <a:pt x="372" y="216"/>
                  </a:lnTo>
                  <a:lnTo>
                    <a:pt x="372" y="216"/>
                  </a:lnTo>
                  <a:lnTo>
                    <a:pt x="374" y="216"/>
                  </a:lnTo>
                  <a:lnTo>
                    <a:pt x="374" y="218"/>
                  </a:lnTo>
                  <a:lnTo>
                    <a:pt x="374" y="218"/>
                  </a:lnTo>
                  <a:lnTo>
                    <a:pt x="374" y="218"/>
                  </a:lnTo>
                  <a:lnTo>
                    <a:pt x="374" y="218"/>
                  </a:lnTo>
                  <a:lnTo>
                    <a:pt x="374" y="220"/>
                  </a:lnTo>
                  <a:lnTo>
                    <a:pt x="374" y="220"/>
                  </a:lnTo>
                  <a:lnTo>
                    <a:pt x="374" y="223"/>
                  </a:lnTo>
                  <a:lnTo>
                    <a:pt x="374" y="223"/>
                  </a:lnTo>
                  <a:lnTo>
                    <a:pt x="374" y="223"/>
                  </a:lnTo>
                  <a:lnTo>
                    <a:pt x="374" y="225"/>
                  </a:lnTo>
                  <a:lnTo>
                    <a:pt x="374" y="225"/>
                  </a:lnTo>
                  <a:lnTo>
                    <a:pt x="374" y="227"/>
                  </a:lnTo>
                  <a:lnTo>
                    <a:pt x="377" y="227"/>
                  </a:lnTo>
                  <a:lnTo>
                    <a:pt x="377" y="227"/>
                  </a:lnTo>
                  <a:lnTo>
                    <a:pt x="377" y="227"/>
                  </a:lnTo>
                  <a:lnTo>
                    <a:pt x="377" y="230"/>
                  </a:lnTo>
                  <a:lnTo>
                    <a:pt x="377" y="230"/>
                  </a:lnTo>
                  <a:lnTo>
                    <a:pt x="377" y="230"/>
                  </a:lnTo>
                  <a:lnTo>
                    <a:pt x="377" y="232"/>
                  </a:lnTo>
                  <a:lnTo>
                    <a:pt x="377" y="232"/>
                  </a:lnTo>
                  <a:lnTo>
                    <a:pt x="379" y="232"/>
                  </a:lnTo>
                  <a:lnTo>
                    <a:pt x="379" y="232"/>
                  </a:lnTo>
                  <a:lnTo>
                    <a:pt x="379" y="232"/>
                  </a:lnTo>
                  <a:lnTo>
                    <a:pt x="379" y="235"/>
                  </a:lnTo>
                  <a:lnTo>
                    <a:pt x="382" y="235"/>
                  </a:lnTo>
                  <a:lnTo>
                    <a:pt x="382" y="235"/>
                  </a:lnTo>
                  <a:lnTo>
                    <a:pt x="384" y="235"/>
                  </a:lnTo>
                  <a:lnTo>
                    <a:pt x="384" y="235"/>
                  </a:lnTo>
                  <a:lnTo>
                    <a:pt x="384" y="235"/>
                  </a:lnTo>
                  <a:lnTo>
                    <a:pt x="386" y="235"/>
                  </a:lnTo>
                  <a:lnTo>
                    <a:pt x="386" y="235"/>
                  </a:lnTo>
                  <a:lnTo>
                    <a:pt x="386" y="235"/>
                  </a:lnTo>
                  <a:lnTo>
                    <a:pt x="386" y="235"/>
                  </a:lnTo>
                  <a:lnTo>
                    <a:pt x="389" y="235"/>
                  </a:lnTo>
                  <a:lnTo>
                    <a:pt x="389" y="235"/>
                  </a:lnTo>
                  <a:lnTo>
                    <a:pt x="391" y="235"/>
                  </a:lnTo>
                  <a:lnTo>
                    <a:pt x="391" y="235"/>
                  </a:lnTo>
                  <a:lnTo>
                    <a:pt x="391" y="237"/>
                  </a:lnTo>
                  <a:lnTo>
                    <a:pt x="391" y="237"/>
                  </a:lnTo>
                  <a:lnTo>
                    <a:pt x="393" y="237"/>
                  </a:lnTo>
                  <a:lnTo>
                    <a:pt x="393" y="237"/>
                  </a:lnTo>
                  <a:lnTo>
                    <a:pt x="393" y="237"/>
                  </a:lnTo>
                  <a:lnTo>
                    <a:pt x="396" y="237"/>
                  </a:lnTo>
                  <a:lnTo>
                    <a:pt x="396" y="237"/>
                  </a:lnTo>
                  <a:lnTo>
                    <a:pt x="396" y="237"/>
                  </a:lnTo>
                  <a:lnTo>
                    <a:pt x="398" y="237"/>
                  </a:lnTo>
                  <a:lnTo>
                    <a:pt x="398" y="237"/>
                  </a:lnTo>
                  <a:lnTo>
                    <a:pt x="398" y="237"/>
                  </a:lnTo>
                  <a:lnTo>
                    <a:pt x="400" y="237"/>
                  </a:lnTo>
                  <a:lnTo>
                    <a:pt x="400" y="237"/>
                  </a:lnTo>
                  <a:lnTo>
                    <a:pt x="400" y="237"/>
                  </a:lnTo>
                  <a:lnTo>
                    <a:pt x="400" y="237"/>
                  </a:lnTo>
                  <a:lnTo>
                    <a:pt x="403" y="237"/>
                  </a:lnTo>
                  <a:lnTo>
                    <a:pt x="403" y="237"/>
                  </a:lnTo>
                  <a:lnTo>
                    <a:pt x="405" y="237"/>
                  </a:lnTo>
                  <a:lnTo>
                    <a:pt x="405" y="237"/>
                  </a:lnTo>
                  <a:lnTo>
                    <a:pt x="405" y="237"/>
                  </a:lnTo>
                  <a:lnTo>
                    <a:pt x="408" y="237"/>
                  </a:lnTo>
                  <a:lnTo>
                    <a:pt x="408" y="239"/>
                  </a:lnTo>
                  <a:lnTo>
                    <a:pt x="408" y="239"/>
                  </a:lnTo>
                  <a:lnTo>
                    <a:pt x="408" y="239"/>
                  </a:lnTo>
                  <a:lnTo>
                    <a:pt x="410" y="239"/>
                  </a:lnTo>
                  <a:lnTo>
                    <a:pt x="410" y="239"/>
                  </a:lnTo>
                  <a:lnTo>
                    <a:pt x="412" y="239"/>
                  </a:lnTo>
                  <a:lnTo>
                    <a:pt x="412" y="239"/>
                  </a:lnTo>
                  <a:lnTo>
                    <a:pt x="412" y="239"/>
                  </a:lnTo>
                  <a:lnTo>
                    <a:pt x="412" y="239"/>
                  </a:lnTo>
                  <a:lnTo>
                    <a:pt x="415" y="239"/>
                  </a:lnTo>
                  <a:lnTo>
                    <a:pt x="415" y="239"/>
                  </a:lnTo>
                  <a:lnTo>
                    <a:pt x="417" y="239"/>
                  </a:lnTo>
                  <a:lnTo>
                    <a:pt x="417" y="239"/>
                  </a:lnTo>
                  <a:lnTo>
                    <a:pt x="417" y="239"/>
                  </a:lnTo>
                  <a:lnTo>
                    <a:pt x="417" y="242"/>
                  </a:lnTo>
                  <a:lnTo>
                    <a:pt x="419" y="242"/>
                  </a:lnTo>
                  <a:lnTo>
                    <a:pt x="419" y="242"/>
                  </a:lnTo>
                  <a:lnTo>
                    <a:pt x="419" y="242"/>
                  </a:lnTo>
                  <a:lnTo>
                    <a:pt x="422" y="242"/>
                  </a:lnTo>
                  <a:lnTo>
                    <a:pt x="422" y="242"/>
                  </a:lnTo>
                  <a:lnTo>
                    <a:pt x="424" y="242"/>
                  </a:lnTo>
                  <a:lnTo>
                    <a:pt x="424" y="242"/>
                  </a:lnTo>
                  <a:lnTo>
                    <a:pt x="424" y="242"/>
                  </a:lnTo>
                  <a:lnTo>
                    <a:pt x="424" y="242"/>
                  </a:lnTo>
                  <a:lnTo>
                    <a:pt x="426" y="242"/>
                  </a:lnTo>
                  <a:lnTo>
                    <a:pt x="426" y="242"/>
                  </a:lnTo>
                  <a:lnTo>
                    <a:pt x="426" y="242"/>
                  </a:lnTo>
                  <a:lnTo>
                    <a:pt x="429" y="242"/>
                  </a:lnTo>
                  <a:lnTo>
                    <a:pt x="429" y="244"/>
                  </a:lnTo>
                  <a:lnTo>
                    <a:pt x="429" y="244"/>
                  </a:lnTo>
                  <a:lnTo>
                    <a:pt x="431" y="244"/>
                  </a:lnTo>
                  <a:lnTo>
                    <a:pt x="431" y="244"/>
                  </a:lnTo>
                  <a:lnTo>
                    <a:pt x="431" y="244"/>
                  </a:lnTo>
                  <a:lnTo>
                    <a:pt x="434" y="244"/>
                  </a:lnTo>
                  <a:lnTo>
                    <a:pt x="434" y="244"/>
                  </a:lnTo>
                  <a:lnTo>
                    <a:pt x="434" y="244"/>
                  </a:lnTo>
                  <a:lnTo>
                    <a:pt x="434" y="244"/>
                  </a:lnTo>
                  <a:lnTo>
                    <a:pt x="436" y="244"/>
                  </a:lnTo>
                  <a:lnTo>
                    <a:pt x="436" y="244"/>
                  </a:lnTo>
                  <a:lnTo>
                    <a:pt x="438" y="244"/>
                  </a:lnTo>
                  <a:lnTo>
                    <a:pt x="438" y="244"/>
                  </a:lnTo>
                  <a:lnTo>
                    <a:pt x="438" y="244"/>
                  </a:lnTo>
                  <a:lnTo>
                    <a:pt x="438" y="246"/>
                  </a:lnTo>
                  <a:lnTo>
                    <a:pt x="441" y="246"/>
                  </a:lnTo>
                  <a:lnTo>
                    <a:pt x="441" y="246"/>
                  </a:lnTo>
                  <a:lnTo>
                    <a:pt x="441" y="246"/>
                  </a:lnTo>
                  <a:lnTo>
                    <a:pt x="443" y="246"/>
                  </a:lnTo>
                  <a:lnTo>
                    <a:pt x="443" y="244"/>
                  </a:lnTo>
                  <a:lnTo>
                    <a:pt x="443" y="244"/>
                  </a:lnTo>
                  <a:lnTo>
                    <a:pt x="443" y="244"/>
                  </a:lnTo>
                  <a:lnTo>
                    <a:pt x="445" y="244"/>
                  </a:lnTo>
                  <a:lnTo>
                    <a:pt x="445" y="242"/>
                  </a:lnTo>
                  <a:lnTo>
                    <a:pt x="445" y="242"/>
                  </a:lnTo>
                  <a:lnTo>
                    <a:pt x="445" y="242"/>
                  </a:lnTo>
                  <a:lnTo>
                    <a:pt x="445" y="242"/>
                  </a:lnTo>
                  <a:lnTo>
                    <a:pt x="448" y="242"/>
                  </a:lnTo>
                  <a:lnTo>
                    <a:pt x="448" y="242"/>
                  </a:lnTo>
                  <a:lnTo>
                    <a:pt x="448" y="242"/>
                  </a:lnTo>
                  <a:lnTo>
                    <a:pt x="448" y="244"/>
                  </a:lnTo>
                  <a:lnTo>
                    <a:pt x="448" y="244"/>
                  </a:lnTo>
                  <a:lnTo>
                    <a:pt x="448" y="244"/>
                  </a:lnTo>
                  <a:lnTo>
                    <a:pt x="448" y="246"/>
                  </a:lnTo>
                  <a:lnTo>
                    <a:pt x="450" y="246"/>
                  </a:lnTo>
                  <a:lnTo>
                    <a:pt x="450" y="246"/>
                  </a:lnTo>
                  <a:lnTo>
                    <a:pt x="450" y="246"/>
                  </a:lnTo>
                  <a:lnTo>
                    <a:pt x="450" y="246"/>
                  </a:lnTo>
                  <a:lnTo>
                    <a:pt x="450" y="249"/>
                  </a:lnTo>
                  <a:lnTo>
                    <a:pt x="453" y="249"/>
                  </a:lnTo>
                  <a:lnTo>
                    <a:pt x="453" y="249"/>
                  </a:lnTo>
                  <a:lnTo>
                    <a:pt x="453" y="251"/>
                  </a:lnTo>
                  <a:lnTo>
                    <a:pt x="453" y="251"/>
                  </a:lnTo>
                  <a:lnTo>
                    <a:pt x="453" y="251"/>
                  </a:lnTo>
                  <a:lnTo>
                    <a:pt x="453" y="254"/>
                  </a:lnTo>
                  <a:lnTo>
                    <a:pt x="453" y="254"/>
                  </a:lnTo>
                  <a:lnTo>
                    <a:pt x="453" y="254"/>
                  </a:lnTo>
                  <a:lnTo>
                    <a:pt x="455" y="254"/>
                  </a:lnTo>
                  <a:lnTo>
                    <a:pt x="455" y="256"/>
                  </a:lnTo>
                  <a:lnTo>
                    <a:pt x="455" y="256"/>
                  </a:lnTo>
                  <a:lnTo>
                    <a:pt x="455" y="256"/>
                  </a:lnTo>
                  <a:lnTo>
                    <a:pt x="455" y="256"/>
                  </a:lnTo>
                  <a:lnTo>
                    <a:pt x="457" y="256"/>
                  </a:lnTo>
                  <a:lnTo>
                    <a:pt x="457" y="258"/>
                  </a:lnTo>
                  <a:lnTo>
                    <a:pt x="457" y="258"/>
                  </a:lnTo>
                  <a:lnTo>
                    <a:pt x="457" y="261"/>
                  </a:lnTo>
                  <a:lnTo>
                    <a:pt x="455" y="261"/>
                  </a:lnTo>
                  <a:lnTo>
                    <a:pt x="455" y="261"/>
                  </a:lnTo>
                  <a:lnTo>
                    <a:pt x="455" y="263"/>
                  </a:lnTo>
                  <a:lnTo>
                    <a:pt x="455" y="263"/>
                  </a:lnTo>
                  <a:lnTo>
                    <a:pt x="455" y="263"/>
                  </a:lnTo>
                  <a:lnTo>
                    <a:pt x="455" y="265"/>
                  </a:lnTo>
                  <a:lnTo>
                    <a:pt x="455" y="265"/>
                  </a:lnTo>
                  <a:lnTo>
                    <a:pt x="455" y="268"/>
                  </a:lnTo>
                  <a:lnTo>
                    <a:pt x="453" y="268"/>
                  </a:lnTo>
                  <a:lnTo>
                    <a:pt x="453" y="268"/>
                  </a:lnTo>
                  <a:lnTo>
                    <a:pt x="453" y="268"/>
                  </a:lnTo>
                  <a:lnTo>
                    <a:pt x="453" y="270"/>
                  </a:lnTo>
                  <a:lnTo>
                    <a:pt x="453" y="270"/>
                  </a:lnTo>
                  <a:lnTo>
                    <a:pt x="453" y="270"/>
                  </a:lnTo>
                  <a:lnTo>
                    <a:pt x="453" y="272"/>
                  </a:lnTo>
                  <a:lnTo>
                    <a:pt x="453" y="272"/>
                  </a:lnTo>
                  <a:lnTo>
                    <a:pt x="453" y="272"/>
                  </a:lnTo>
                  <a:lnTo>
                    <a:pt x="453" y="275"/>
                  </a:lnTo>
                  <a:lnTo>
                    <a:pt x="453" y="275"/>
                  </a:lnTo>
                  <a:lnTo>
                    <a:pt x="450" y="275"/>
                  </a:lnTo>
                  <a:lnTo>
                    <a:pt x="450" y="277"/>
                  </a:lnTo>
                  <a:lnTo>
                    <a:pt x="450" y="277"/>
                  </a:lnTo>
                  <a:lnTo>
                    <a:pt x="450" y="277"/>
                  </a:lnTo>
                  <a:lnTo>
                    <a:pt x="450" y="277"/>
                  </a:lnTo>
                  <a:lnTo>
                    <a:pt x="450" y="280"/>
                  </a:lnTo>
                  <a:lnTo>
                    <a:pt x="450" y="280"/>
                  </a:lnTo>
                  <a:lnTo>
                    <a:pt x="450" y="282"/>
                  </a:lnTo>
                  <a:lnTo>
                    <a:pt x="448" y="282"/>
                  </a:lnTo>
                  <a:lnTo>
                    <a:pt x="448" y="282"/>
                  </a:lnTo>
                  <a:lnTo>
                    <a:pt x="448" y="284"/>
                  </a:lnTo>
                  <a:lnTo>
                    <a:pt x="448" y="284"/>
                  </a:lnTo>
                  <a:lnTo>
                    <a:pt x="448" y="284"/>
                  </a:lnTo>
                  <a:lnTo>
                    <a:pt x="448" y="287"/>
                  </a:lnTo>
                  <a:lnTo>
                    <a:pt x="448" y="287"/>
                  </a:lnTo>
                  <a:lnTo>
                    <a:pt x="448" y="287"/>
                  </a:lnTo>
                  <a:lnTo>
                    <a:pt x="448" y="287"/>
                  </a:lnTo>
                  <a:lnTo>
                    <a:pt x="448" y="289"/>
                  </a:lnTo>
                  <a:lnTo>
                    <a:pt x="448" y="289"/>
                  </a:lnTo>
                  <a:lnTo>
                    <a:pt x="448" y="291"/>
                  </a:lnTo>
                  <a:lnTo>
                    <a:pt x="445" y="291"/>
                  </a:lnTo>
                  <a:lnTo>
                    <a:pt x="445" y="291"/>
                  </a:lnTo>
                  <a:lnTo>
                    <a:pt x="445" y="294"/>
                  </a:lnTo>
                  <a:lnTo>
                    <a:pt x="445" y="294"/>
                  </a:lnTo>
                  <a:lnTo>
                    <a:pt x="445" y="294"/>
                  </a:lnTo>
                  <a:lnTo>
                    <a:pt x="445" y="296"/>
                  </a:lnTo>
                  <a:lnTo>
                    <a:pt x="445" y="296"/>
                  </a:lnTo>
                  <a:lnTo>
                    <a:pt x="445" y="296"/>
                  </a:lnTo>
                  <a:lnTo>
                    <a:pt x="445" y="296"/>
                  </a:lnTo>
                  <a:lnTo>
                    <a:pt x="445" y="299"/>
                  </a:lnTo>
                  <a:lnTo>
                    <a:pt x="445" y="299"/>
                  </a:lnTo>
                  <a:lnTo>
                    <a:pt x="445" y="301"/>
                  </a:lnTo>
                  <a:lnTo>
                    <a:pt x="443" y="301"/>
                  </a:lnTo>
                  <a:lnTo>
                    <a:pt x="443" y="301"/>
                  </a:lnTo>
                  <a:lnTo>
                    <a:pt x="443" y="303"/>
                  </a:lnTo>
                  <a:lnTo>
                    <a:pt x="443" y="303"/>
                  </a:lnTo>
                  <a:lnTo>
                    <a:pt x="443" y="303"/>
                  </a:lnTo>
                  <a:lnTo>
                    <a:pt x="443" y="306"/>
                  </a:lnTo>
                  <a:lnTo>
                    <a:pt x="443" y="306"/>
                  </a:lnTo>
                  <a:lnTo>
                    <a:pt x="443" y="306"/>
                  </a:lnTo>
                  <a:lnTo>
                    <a:pt x="441" y="306"/>
                  </a:lnTo>
                  <a:lnTo>
                    <a:pt x="441" y="308"/>
                  </a:lnTo>
                  <a:lnTo>
                    <a:pt x="441" y="308"/>
                  </a:lnTo>
                  <a:lnTo>
                    <a:pt x="441" y="308"/>
                  </a:lnTo>
                  <a:lnTo>
                    <a:pt x="441" y="310"/>
                  </a:lnTo>
                  <a:lnTo>
                    <a:pt x="441" y="310"/>
                  </a:lnTo>
                  <a:lnTo>
                    <a:pt x="438" y="310"/>
                  </a:lnTo>
                  <a:lnTo>
                    <a:pt x="438" y="310"/>
                  </a:lnTo>
                  <a:lnTo>
                    <a:pt x="438" y="310"/>
                  </a:lnTo>
                  <a:lnTo>
                    <a:pt x="438" y="310"/>
                  </a:lnTo>
                  <a:lnTo>
                    <a:pt x="436" y="310"/>
                  </a:lnTo>
                  <a:lnTo>
                    <a:pt x="436" y="310"/>
                  </a:lnTo>
                  <a:lnTo>
                    <a:pt x="434" y="310"/>
                  </a:lnTo>
                  <a:lnTo>
                    <a:pt x="434" y="313"/>
                  </a:lnTo>
                  <a:lnTo>
                    <a:pt x="434" y="313"/>
                  </a:lnTo>
                  <a:lnTo>
                    <a:pt x="434" y="313"/>
                  </a:lnTo>
                  <a:lnTo>
                    <a:pt x="431" y="313"/>
                  </a:lnTo>
                  <a:lnTo>
                    <a:pt x="431" y="313"/>
                  </a:lnTo>
                  <a:lnTo>
                    <a:pt x="431" y="313"/>
                  </a:lnTo>
                  <a:lnTo>
                    <a:pt x="431" y="313"/>
                  </a:lnTo>
                  <a:lnTo>
                    <a:pt x="429" y="313"/>
                  </a:lnTo>
                  <a:lnTo>
                    <a:pt x="429" y="315"/>
                  </a:lnTo>
                  <a:lnTo>
                    <a:pt x="429" y="315"/>
                  </a:lnTo>
                  <a:lnTo>
                    <a:pt x="426" y="315"/>
                  </a:lnTo>
                  <a:lnTo>
                    <a:pt x="426" y="315"/>
                  </a:lnTo>
                  <a:lnTo>
                    <a:pt x="426" y="315"/>
                  </a:lnTo>
                  <a:lnTo>
                    <a:pt x="426" y="315"/>
                  </a:lnTo>
                  <a:lnTo>
                    <a:pt x="424" y="315"/>
                  </a:lnTo>
                  <a:lnTo>
                    <a:pt x="424" y="315"/>
                  </a:lnTo>
                  <a:lnTo>
                    <a:pt x="424" y="317"/>
                  </a:lnTo>
                  <a:lnTo>
                    <a:pt x="424" y="317"/>
                  </a:lnTo>
                  <a:lnTo>
                    <a:pt x="422" y="317"/>
                  </a:lnTo>
                  <a:lnTo>
                    <a:pt x="422" y="317"/>
                  </a:lnTo>
                  <a:lnTo>
                    <a:pt x="422" y="317"/>
                  </a:lnTo>
                  <a:lnTo>
                    <a:pt x="419" y="317"/>
                  </a:lnTo>
                  <a:lnTo>
                    <a:pt x="419" y="317"/>
                  </a:lnTo>
                  <a:lnTo>
                    <a:pt x="419" y="317"/>
                  </a:lnTo>
                  <a:lnTo>
                    <a:pt x="419" y="317"/>
                  </a:lnTo>
                  <a:lnTo>
                    <a:pt x="417" y="317"/>
                  </a:lnTo>
                  <a:lnTo>
                    <a:pt x="417" y="317"/>
                  </a:lnTo>
                  <a:lnTo>
                    <a:pt x="417" y="317"/>
                  </a:lnTo>
                  <a:lnTo>
                    <a:pt x="417" y="320"/>
                  </a:lnTo>
                  <a:lnTo>
                    <a:pt x="415" y="320"/>
                  </a:lnTo>
                  <a:lnTo>
                    <a:pt x="415" y="320"/>
                  </a:lnTo>
                  <a:lnTo>
                    <a:pt x="412" y="320"/>
                  </a:lnTo>
                  <a:lnTo>
                    <a:pt x="412" y="320"/>
                  </a:lnTo>
                  <a:lnTo>
                    <a:pt x="412" y="320"/>
                  </a:lnTo>
                  <a:lnTo>
                    <a:pt x="412" y="320"/>
                  </a:lnTo>
                  <a:lnTo>
                    <a:pt x="410" y="320"/>
                  </a:lnTo>
                  <a:lnTo>
                    <a:pt x="410" y="322"/>
                  </a:lnTo>
                  <a:lnTo>
                    <a:pt x="410" y="322"/>
                  </a:lnTo>
                  <a:lnTo>
                    <a:pt x="408" y="322"/>
                  </a:lnTo>
                  <a:lnTo>
                    <a:pt x="408" y="322"/>
                  </a:lnTo>
                  <a:lnTo>
                    <a:pt x="408" y="322"/>
                  </a:lnTo>
                  <a:lnTo>
                    <a:pt x="408" y="322"/>
                  </a:lnTo>
                  <a:lnTo>
                    <a:pt x="405" y="322"/>
                  </a:lnTo>
                  <a:lnTo>
                    <a:pt x="405" y="322"/>
                  </a:lnTo>
                  <a:lnTo>
                    <a:pt x="405" y="325"/>
                  </a:lnTo>
                  <a:lnTo>
                    <a:pt x="405" y="325"/>
                  </a:lnTo>
                  <a:lnTo>
                    <a:pt x="403" y="325"/>
                  </a:lnTo>
                  <a:lnTo>
                    <a:pt x="403" y="325"/>
                  </a:lnTo>
                  <a:lnTo>
                    <a:pt x="403" y="325"/>
                  </a:lnTo>
                  <a:lnTo>
                    <a:pt x="400" y="325"/>
                  </a:lnTo>
                  <a:lnTo>
                    <a:pt x="400" y="325"/>
                  </a:lnTo>
                  <a:lnTo>
                    <a:pt x="400" y="325"/>
                  </a:lnTo>
                  <a:lnTo>
                    <a:pt x="400" y="327"/>
                  </a:lnTo>
                  <a:lnTo>
                    <a:pt x="398" y="327"/>
                  </a:lnTo>
                  <a:lnTo>
                    <a:pt x="398" y="327"/>
                  </a:lnTo>
                  <a:lnTo>
                    <a:pt x="398" y="327"/>
                  </a:lnTo>
                  <a:lnTo>
                    <a:pt x="398" y="327"/>
                  </a:lnTo>
                  <a:lnTo>
                    <a:pt x="396" y="327"/>
                  </a:lnTo>
                  <a:lnTo>
                    <a:pt x="396" y="327"/>
                  </a:lnTo>
                  <a:lnTo>
                    <a:pt x="393" y="327"/>
                  </a:lnTo>
                  <a:lnTo>
                    <a:pt x="393" y="327"/>
                  </a:lnTo>
                  <a:lnTo>
                    <a:pt x="393" y="327"/>
                  </a:lnTo>
                  <a:lnTo>
                    <a:pt x="393" y="327"/>
                  </a:lnTo>
                  <a:lnTo>
                    <a:pt x="391" y="327"/>
                  </a:lnTo>
                  <a:lnTo>
                    <a:pt x="391" y="329"/>
                  </a:lnTo>
                  <a:lnTo>
                    <a:pt x="391" y="329"/>
                  </a:lnTo>
                  <a:lnTo>
                    <a:pt x="391" y="329"/>
                  </a:lnTo>
                  <a:lnTo>
                    <a:pt x="389" y="329"/>
                  </a:lnTo>
                  <a:lnTo>
                    <a:pt x="389" y="329"/>
                  </a:lnTo>
                  <a:lnTo>
                    <a:pt x="389" y="329"/>
                  </a:lnTo>
                  <a:lnTo>
                    <a:pt x="386" y="329"/>
                  </a:lnTo>
                  <a:lnTo>
                    <a:pt x="386" y="329"/>
                  </a:lnTo>
                  <a:lnTo>
                    <a:pt x="386" y="332"/>
                  </a:lnTo>
                  <a:lnTo>
                    <a:pt x="386" y="332"/>
                  </a:lnTo>
                  <a:lnTo>
                    <a:pt x="384" y="332"/>
                  </a:lnTo>
                  <a:lnTo>
                    <a:pt x="384" y="332"/>
                  </a:lnTo>
                  <a:lnTo>
                    <a:pt x="384" y="332"/>
                  </a:lnTo>
                  <a:lnTo>
                    <a:pt x="384" y="332"/>
                  </a:lnTo>
                  <a:lnTo>
                    <a:pt x="382" y="332"/>
                  </a:lnTo>
                  <a:lnTo>
                    <a:pt x="382" y="332"/>
                  </a:lnTo>
                  <a:lnTo>
                    <a:pt x="382" y="334"/>
                  </a:lnTo>
                  <a:lnTo>
                    <a:pt x="379" y="334"/>
                  </a:lnTo>
                  <a:lnTo>
                    <a:pt x="379" y="334"/>
                  </a:lnTo>
                  <a:lnTo>
                    <a:pt x="379" y="334"/>
                  </a:lnTo>
                  <a:lnTo>
                    <a:pt x="379" y="334"/>
                  </a:lnTo>
                  <a:lnTo>
                    <a:pt x="377" y="334"/>
                  </a:lnTo>
                  <a:lnTo>
                    <a:pt x="377" y="334"/>
                  </a:lnTo>
                  <a:lnTo>
                    <a:pt x="374" y="334"/>
                  </a:lnTo>
                  <a:lnTo>
                    <a:pt x="374" y="334"/>
                  </a:lnTo>
                  <a:lnTo>
                    <a:pt x="374" y="336"/>
                  </a:lnTo>
                  <a:lnTo>
                    <a:pt x="374" y="336"/>
                  </a:lnTo>
                  <a:lnTo>
                    <a:pt x="372" y="336"/>
                  </a:lnTo>
                  <a:lnTo>
                    <a:pt x="372" y="336"/>
                  </a:lnTo>
                  <a:lnTo>
                    <a:pt x="372" y="336"/>
                  </a:lnTo>
                  <a:lnTo>
                    <a:pt x="372" y="336"/>
                  </a:lnTo>
                  <a:lnTo>
                    <a:pt x="370" y="336"/>
                  </a:lnTo>
                  <a:lnTo>
                    <a:pt x="370" y="336"/>
                  </a:lnTo>
                  <a:lnTo>
                    <a:pt x="367" y="336"/>
                  </a:lnTo>
                  <a:lnTo>
                    <a:pt x="367" y="336"/>
                  </a:lnTo>
                  <a:lnTo>
                    <a:pt x="367" y="336"/>
                  </a:lnTo>
                  <a:lnTo>
                    <a:pt x="367" y="336"/>
                  </a:lnTo>
                  <a:lnTo>
                    <a:pt x="365" y="336"/>
                  </a:lnTo>
                  <a:lnTo>
                    <a:pt x="365" y="336"/>
                  </a:lnTo>
                  <a:lnTo>
                    <a:pt x="365" y="336"/>
                  </a:lnTo>
                  <a:lnTo>
                    <a:pt x="363" y="336"/>
                  </a:lnTo>
                  <a:lnTo>
                    <a:pt x="363" y="339"/>
                  </a:lnTo>
                  <a:lnTo>
                    <a:pt x="363" y="339"/>
                  </a:lnTo>
                  <a:lnTo>
                    <a:pt x="360" y="339"/>
                  </a:lnTo>
                  <a:lnTo>
                    <a:pt x="360" y="339"/>
                  </a:lnTo>
                  <a:lnTo>
                    <a:pt x="360" y="339"/>
                  </a:lnTo>
                  <a:lnTo>
                    <a:pt x="358" y="339"/>
                  </a:lnTo>
                  <a:lnTo>
                    <a:pt x="358" y="339"/>
                  </a:lnTo>
                  <a:lnTo>
                    <a:pt x="358" y="339"/>
                  </a:lnTo>
                  <a:lnTo>
                    <a:pt x="358" y="339"/>
                  </a:lnTo>
                  <a:lnTo>
                    <a:pt x="355" y="339"/>
                  </a:lnTo>
                  <a:lnTo>
                    <a:pt x="355" y="339"/>
                  </a:lnTo>
                  <a:lnTo>
                    <a:pt x="355" y="341"/>
                  </a:lnTo>
                  <a:lnTo>
                    <a:pt x="353" y="341"/>
                  </a:lnTo>
                  <a:lnTo>
                    <a:pt x="353" y="341"/>
                  </a:lnTo>
                  <a:lnTo>
                    <a:pt x="353" y="341"/>
                  </a:lnTo>
                  <a:lnTo>
                    <a:pt x="351" y="341"/>
                  </a:lnTo>
                  <a:lnTo>
                    <a:pt x="351" y="341"/>
                  </a:lnTo>
                  <a:lnTo>
                    <a:pt x="351" y="341"/>
                  </a:lnTo>
                  <a:lnTo>
                    <a:pt x="351" y="341"/>
                  </a:lnTo>
                  <a:lnTo>
                    <a:pt x="348" y="341"/>
                  </a:lnTo>
                  <a:lnTo>
                    <a:pt x="348" y="341"/>
                  </a:lnTo>
                  <a:lnTo>
                    <a:pt x="346" y="341"/>
                  </a:lnTo>
                  <a:lnTo>
                    <a:pt x="346" y="344"/>
                  </a:lnTo>
                  <a:lnTo>
                    <a:pt x="346" y="344"/>
                  </a:lnTo>
                  <a:lnTo>
                    <a:pt x="346" y="344"/>
                  </a:lnTo>
                  <a:lnTo>
                    <a:pt x="344" y="344"/>
                  </a:lnTo>
                  <a:lnTo>
                    <a:pt x="344" y="344"/>
                  </a:lnTo>
                  <a:lnTo>
                    <a:pt x="341" y="344"/>
                  </a:lnTo>
                  <a:lnTo>
                    <a:pt x="341" y="344"/>
                  </a:lnTo>
                  <a:lnTo>
                    <a:pt x="341" y="344"/>
                  </a:lnTo>
                  <a:lnTo>
                    <a:pt x="341" y="344"/>
                  </a:lnTo>
                  <a:lnTo>
                    <a:pt x="339" y="344"/>
                  </a:lnTo>
                  <a:lnTo>
                    <a:pt x="339" y="344"/>
                  </a:lnTo>
                  <a:lnTo>
                    <a:pt x="339" y="346"/>
                  </a:lnTo>
                  <a:lnTo>
                    <a:pt x="339" y="346"/>
                  </a:lnTo>
                  <a:lnTo>
                    <a:pt x="337" y="346"/>
                  </a:lnTo>
                  <a:lnTo>
                    <a:pt x="337" y="346"/>
                  </a:lnTo>
                  <a:lnTo>
                    <a:pt x="334" y="346"/>
                  </a:lnTo>
                  <a:lnTo>
                    <a:pt x="334" y="346"/>
                  </a:lnTo>
                  <a:lnTo>
                    <a:pt x="334" y="346"/>
                  </a:lnTo>
                  <a:lnTo>
                    <a:pt x="334" y="346"/>
                  </a:lnTo>
                  <a:lnTo>
                    <a:pt x="332" y="346"/>
                  </a:lnTo>
                  <a:lnTo>
                    <a:pt x="332" y="346"/>
                  </a:lnTo>
                  <a:lnTo>
                    <a:pt x="332" y="346"/>
                  </a:lnTo>
                  <a:lnTo>
                    <a:pt x="332" y="346"/>
                  </a:lnTo>
                  <a:lnTo>
                    <a:pt x="329" y="346"/>
                  </a:lnTo>
                  <a:lnTo>
                    <a:pt x="329" y="346"/>
                  </a:lnTo>
                  <a:lnTo>
                    <a:pt x="327" y="346"/>
                  </a:lnTo>
                  <a:lnTo>
                    <a:pt x="327" y="346"/>
                  </a:lnTo>
                  <a:lnTo>
                    <a:pt x="327" y="348"/>
                  </a:lnTo>
                  <a:lnTo>
                    <a:pt x="327" y="348"/>
                  </a:lnTo>
                  <a:lnTo>
                    <a:pt x="325" y="348"/>
                  </a:lnTo>
                  <a:lnTo>
                    <a:pt x="325" y="348"/>
                  </a:lnTo>
                  <a:lnTo>
                    <a:pt x="325" y="348"/>
                  </a:lnTo>
                  <a:lnTo>
                    <a:pt x="325" y="348"/>
                  </a:lnTo>
                  <a:lnTo>
                    <a:pt x="322" y="348"/>
                  </a:lnTo>
                  <a:lnTo>
                    <a:pt x="322" y="348"/>
                  </a:lnTo>
                  <a:lnTo>
                    <a:pt x="320" y="348"/>
                  </a:lnTo>
                  <a:lnTo>
                    <a:pt x="320" y="348"/>
                  </a:lnTo>
                  <a:lnTo>
                    <a:pt x="320" y="348"/>
                  </a:lnTo>
                  <a:lnTo>
                    <a:pt x="320" y="351"/>
                  </a:lnTo>
                  <a:lnTo>
                    <a:pt x="318" y="351"/>
                  </a:lnTo>
                  <a:lnTo>
                    <a:pt x="318" y="351"/>
                  </a:lnTo>
                  <a:lnTo>
                    <a:pt x="318" y="351"/>
                  </a:lnTo>
                  <a:lnTo>
                    <a:pt x="315" y="351"/>
                  </a:lnTo>
                  <a:lnTo>
                    <a:pt x="315" y="351"/>
                  </a:lnTo>
                  <a:lnTo>
                    <a:pt x="315" y="351"/>
                  </a:lnTo>
                  <a:lnTo>
                    <a:pt x="313" y="351"/>
                  </a:lnTo>
                  <a:lnTo>
                    <a:pt x="313" y="351"/>
                  </a:lnTo>
                  <a:lnTo>
                    <a:pt x="313" y="351"/>
                  </a:lnTo>
                  <a:lnTo>
                    <a:pt x="313" y="353"/>
                  </a:lnTo>
                  <a:lnTo>
                    <a:pt x="311" y="353"/>
                  </a:lnTo>
                  <a:lnTo>
                    <a:pt x="311" y="353"/>
                  </a:lnTo>
                  <a:lnTo>
                    <a:pt x="311" y="353"/>
                  </a:lnTo>
                  <a:lnTo>
                    <a:pt x="308" y="353"/>
                  </a:lnTo>
                  <a:lnTo>
                    <a:pt x="308" y="353"/>
                  </a:lnTo>
                  <a:lnTo>
                    <a:pt x="308" y="353"/>
                  </a:lnTo>
                  <a:lnTo>
                    <a:pt x="308" y="355"/>
                  </a:lnTo>
                  <a:lnTo>
                    <a:pt x="306" y="355"/>
                  </a:lnTo>
                  <a:lnTo>
                    <a:pt x="306" y="355"/>
                  </a:lnTo>
                  <a:lnTo>
                    <a:pt x="306" y="355"/>
                  </a:lnTo>
                  <a:lnTo>
                    <a:pt x="306" y="355"/>
                  </a:lnTo>
                  <a:lnTo>
                    <a:pt x="306" y="355"/>
                  </a:lnTo>
                  <a:lnTo>
                    <a:pt x="306" y="358"/>
                  </a:lnTo>
                  <a:lnTo>
                    <a:pt x="303" y="358"/>
                  </a:lnTo>
                  <a:lnTo>
                    <a:pt x="303" y="358"/>
                  </a:lnTo>
                  <a:lnTo>
                    <a:pt x="303" y="358"/>
                  </a:lnTo>
                  <a:lnTo>
                    <a:pt x="303" y="360"/>
                  </a:lnTo>
                  <a:lnTo>
                    <a:pt x="301" y="360"/>
                  </a:lnTo>
                  <a:lnTo>
                    <a:pt x="301" y="360"/>
                  </a:lnTo>
                  <a:lnTo>
                    <a:pt x="301" y="360"/>
                  </a:lnTo>
                  <a:lnTo>
                    <a:pt x="301" y="363"/>
                  </a:lnTo>
                  <a:lnTo>
                    <a:pt x="301" y="363"/>
                  </a:lnTo>
                  <a:lnTo>
                    <a:pt x="301" y="363"/>
                  </a:lnTo>
                  <a:lnTo>
                    <a:pt x="299" y="363"/>
                  </a:lnTo>
                  <a:lnTo>
                    <a:pt x="299" y="365"/>
                  </a:lnTo>
                  <a:lnTo>
                    <a:pt x="299" y="365"/>
                  </a:lnTo>
                  <a:lnTo>
                    <a:pt x="299" y="365"/>
                  </a:lnTo>
                  <a:lnTo>
                    <a:pt x="299" y="365"/>
                  </a:lnTo>
                  <a:lnTo>
                    <a:pt x="299" y="365"/>
                  </a:lnTo>
                  <a:lnTo>
                    <a:pt x="296" y="365"/>
                  </a:lnTo>
                  <a:lnTo>
                    <a:pt x="296" y="367"/>
                  </a:lnTo>
                  <a:lnTo>
                    <a:pt x="296" y="367"/>
                  </a:lnTo>
                  <a:lnTo>
                    <a:pt x="296" y="367"/>
                  </a:lnTo>
                  <a:lnTo>
                    <a:pt x="294" y="367"/>
                  </a:lnTo>
                  <a:lnTo>
                    <a:pt x="294" y="370"/>
                  </a:lnTo>
                  <a:lnTo>
                    <a:pt x="294" y="370"/>
                  </a:lnTo>
                  <a:lnTo>
                    <a:pt x="294" y="370"/>
                  </a:lnTo>
                  <a:lnTo>
                    <a:pt x="294" y="372"/>
                  </a:lnTo>
                  <a:lnTo>
                    <a:pt x="294" y="372"/>
                  </a:lnTo>
                  <a:lnTo>
                    <a:pt x="294" y="372"/>
                  </a:lnTo>
                  <a:lnTo>
                    <a:pt x="292" y="372"/>
                  </a:lnTo>
                  <a:lnTo>
                    <a:pt x="292" y="374"/>
                  </a:lnTo>
                  <a:lnTo>
                    <a:pt x="292" y="374"/>
                  </a:lnTo>
                  <a:lnTo>
                    <a:pt x="292" y="374"/>
                  </a:lnTo>
                  <a:lnTo>
                    <a:pt x="292" y="374"/>
                  </a:lnTo>
                  <a:lnTo>
                    <a:pt x="292" y="374"/>
                  </a:lnTo>
                  <a:lnTo>
                    <a:pt x="289" y="374"/>
                  </a:lnTo>
                  <a:lnTo>
                    <a:pt x="289" y="377"/>
                  </a:lnTo>
                  <a:lnTo>
                    <a:pt x="289" y="377"/>
                  </a:lnTo>
                  <a:lnTo>
                    <a:pt x="289" y="377"/>
                  </a:lnTo>
                  <a:lnTo>
                    <a:pt x="287" y="377"/>
                  </a:lnTo>
                  <a:lnTo>
                    <a:pt x="287" y="379"/>
                  </a:lnTo>
                  <a:lnTo>
                    <a:pt x="287" y="379"/>
                  </a:lnTo>
                  <a:lnTo>
                    <a:pt x="287" y="379"/>
                  </a:lnTo>
                  <a:lnTo>
                    <a:pt x="287" y="379"/>
                  </a:lnTo>
                  <a:lnTo>
                    <a:pt x="287" y="381"/>
                  </a:lnTo>
                  <a:lnTo>
                    <a:pt x="284" y="381"/>
                  </a:lnTo>
                  <a:lnTo>
                    <a:pt x="284" y="381"/>
                  </a:lnTo>
                  <a:lnTo>
                    <a:pt x="284" y="381"/>
                  </a:lnTo>
                  <a:lnTo>
                    <a:pt x="284" y="384"/>
                  </a:lnTo>
                  <a:lnTo>
                    <a:pt x="284" y="384"/>
                  </a:lnTo>
                  <a:lnTo>
                    <a:pt x="284" y="384"/>
                  </a:lnTo>
                  <a:lnTo>
                    <a:pt x="284" y="386"/>
                  </a:lnTo>
                  <a:lnTo>
                    <a:pt x="282" y="386"/>
                  </a:lnTo>
                  <a:lnTo>
                    <a:pt x="282" y="386"/>
                  </a:lnTo>
                  <a:lnTo>
                    <a:pt x="282" y="386"/>
                  </a:lnTo>
                  <a:lnTo>
                    <a:pt x="282" y="386"/>
                  </a:lnTo>
                  <a:lnTo>
                    <a:pt x="280" y="386"/>
                  </a:lnTo>
                  <a:lnTo>
                    <a:pt x="280" y="389"/>
                  </a:lnTo>
                  <a:lnTo>
                    <a:pt x="280" y="389"/>
                  </a:lnTo>
                  <a:lnTo>
                    <a:pt x="280" y="389"/>
                  </a:lnTo>
                  <a:lnTo>
                    <a:pt x="280" y="389"/>
                  </a:lnTo>
                  <a:lnTo>
                    <a:pt x="280" y="391"/>
                  </a:lnTo>
                  <a:lnTo>
                    <a:pt x="277" y="391"/>
                  </a:lnTo>
                  <a:lnTo>
                    <a:pt x="277" y="391"/>
                  </a:lnTo>
                  <a:lnTo>
                    <a:pt x="277" y="391"/>
                  </a:lnTo>
                  <a:lnTo>
                    <a:pt x="277" y="393"/>
                  </a:lnTo>
                  <a:lnTo>
                    <a:pt x="277" y="393"/>
                  </a:lnTo>
                  <a:lnTo>
                    <a:pt x="277" y="393"/>
                  </a:lnTo>
                  <a:lnTo>
                    <a:pt x="275" y="393"/>
                  </a:lnTo>
                  <a:lnTo>
                    <a:pt x="275" y="396"/>
                  </a:lnTo>
                  <a:lnTo>
                    <a:pt x="275" y="396"/>
                  </a:lnTo>
                  <a:lnTo>
                    <a:pt x="275" y="396"/>
                  </a:lnTo>
                  <a:lnTo>
                    <a:pt x="275" y="396"/>
                  </a:lnTo>
                  <a:lnTo>
                    <a:pt x="273" y="396"/>
                  </a:lnTo>
                  <a:lnTo>
                    <a:pt x="273" y="398"/>
                  </a:lnTo>
                  <a:lnTo>
                    <a:pt x="273" y="398"/>
                  </a:lnTo>
                  <a:lnTo>
                    <a:pt x="273" y="398"/>
                  </a:lnTo>
                  <a:lnTo>
                    <a:pt x="273" y="398"/>
                  </a:lnTo>
                  <a:lnTo>
                    <a:pt x="273" y="400"/>
                  </a:lnTo>
                  <a:lnTo>
                    <a:pt x="270" y="400"/>
                  </a:lnTo>
                  <a:lnTo>
                    <a:pt x="270" y="400"/>
                  </a:lnTo>
                  <a:lnTo>
                    <a:pt x="270" y="400"/>
                  </a:lnTo>
                  <a:lnTo>
                    <a:pt x="270" y="403"/>
                  </a:lnTo>
                  <a:lnTo>
                    <a:pt x="268" y="403"/>
                  </a:lnTo>
                  <a:lnTo>
                    <a:pt x="268" y="403"/>
                  </a:lnTo>
                  <a:lnTo>
                    <a:pt x="268" y="403"/>
                  </a:lnTo>
                  <a:lnTo>
                    <a:pt x="268" y="405"/>
                  </a:lnTo>
                  <a:lnTo>
                    <a:pt x="268" y="405"/>
                  </a:lnTo>
                  <a:lnTo>
                    <a:pt x="268" y="405"/>
                  </a:lnTo>
                  <a:lnTo>
                    <a:pt x="266" y="405"/>
                  </a:lnTo>
                  <a:lnTo>
                    <a:pt x="266" y="405"/>
                  </a:lnTo>
                  <a:lnTo>
                    <a:pt x="266" y="405"/>
                  </a:lnTo>
                  <a:lnTo>
                    <a:pt x="266" y="408"/>
                  </a:lnTo>
                  <a:lnTo>
                    <a:pt x="266" y="408"/>
                  </a:lnTo>
                  <a:lnTo>
                    <a:pt x="266" y="408"/>
                  </a:lnTo>
                  <a:lnTo>
                    <a:pt x="266" y="410"/>
                  </a:lnTo>
                  <a:lnTo>
                    <a:pt x="263" y="410"/>
                  </a:lnTo>
                  <a:lnTo>
                    <a:pt x="263" y="410"/>
                  </a:lnTo>
                  <a:lnTo>
                    <a:pt x="263" y="410"/>
                  </a:lnTo>
                  <a:lnTo>
                    <a:pt x="263" y="412"/>
                  </a:lnTo>
                  <a:lnTo>
                    <a:pt x="261" y="412"/>
                  </a:lnTo>
                  <a:lnTo>
                    <a:pt x="261" y="412"/>
                  </a:lnTo>
                  <a:lnTo>
                    <a:pt x="261" y="412"/>
                  </a:lnTo>
                  <a:lnTo>
                    <a:pt x="261" y="415"/>
                  </a:lnTo>
                  <a:lnTo>
                    <a:pt x="261" y="415"/>
                  </a:lnTo>
                  <a:lnTo>
                    <a:pt x="261" y="415"/>
                  </a:lnTo>
                  <a:lnTo>
                    <a:pt x="258" y="415"/>
                  </a:lnTo>
                  <a:lnTo>
                    <a:pt x="258" y="415"/>
                  </a:lnTo>
                  <a:lnTo>
                    <a:pt x="258" y="415"/>
                  </a:lnTo>
                  <a:lnTo>
                    <a:pt x="258" y="417"/>
                  </a:lnTo>
                  <a:lnTo>
                    <a:pt x="258" y="417"/>
                  </a:lnTo>
                  <a:lnTo>
                    <a:pt x="258" y="417"/>
                  </a:lnTo>
                  <a:lnTo>
                    <a:pt x="258" y="419"/>
                  </a:lnTo>
                  <a:lnTo>
                    <a:pt x="256" y="419"/>
                  </a:lnTo>
                  <a:lnTo>
                    <a:pt x="256" y="419"/>
                  </a:lnTo>
                  <a:lnTo>
                    <a:pt x="256" y="419"/>
                  </a:lnTo>
                  <a:lnTo>
                    <a:pt x="256" y="419"/>
                  </a:lnTo>
                  <a:lnTo>
                    <a:pt x="256" y="417"/>
                  </a:lnTo>
                  <a:lnTo>
                    <a:pt x="256" y="417"/>
                  </a:lnTo>
                  <a:lnTo>
                    <a:pt x="256" y="415"/>
                  </a:lnTo>
                  <a:lnTo>
                    <a:pt x="256" y="415"/>
                  </a:lnTo>
                  <a:lnTo>
                    <a:pt x="256" y="415"/>
                  </a:lnTo>
                  <a:lnTo>
                    <a:pt x="256" y="412"/>
                  </a:lnTo>
                  <a:lnTo>
                    <a:pt x="256" y="412"/>
                  </a:lnTo>
                  <a:lnTo>
                    <a:pt x="256" y="410"/>
                  </a:lnTo>
                  <a:lnTo>
                    <a:pt x="256" y="410"/>
                  </a:lnTo>
                  <a:lnTo>
                    <a:pt x="256" y="408"/>
                  </a:lnTo>
                  <a:lnTo>
                    <a:pt x="256" y="408"/>
                  </a:lnTo>
                  <a:lnTo>
                    <a:pt x="256" y="405"/>
                  </a:lnTo>
                  <a:lnTo>
                    <a:pt x="256" y="405"/>
                  </a:lnTo>
                  <a:lnTo>
                    <a:pt x="256" y="405"/>
                  </a:lnTo>
                  <a:lnTo>
                    <a:pt x="256" y="403"/>
                  </a:lnTo>
                  <a:lnTo>
                    <a:pt x="256" y="403"/>
                  </a:lnTo>
                  <a:lnTo>
                    <a:pt x="256" y="400"/>
                  </a:lnTo>
                  <a:lnTo>
                    <a:pt x="254" y="400"/>
                  </a:lnTo>
                  <a:lnTo>
                    <a:pt x="254" y="400"/>
                  </a:lnTo>
                  <a:lnTo>
                    <a:pt x="254" y="400"/>
                  </a:lnTo>
                  <a:lnTo>
                    <a:pt x="254" y="400"/>
                  </a:lnTo>
                  <a:lnTo>
                    <a:pt x="251" y="400"/>
                  </a:lnTo>
                  <a:lnTo>
                    <a:pt x="251" y="398"/>
                  </a:lnTo>
                  <a:lnTo>
                    <a:pt x="251" y="398"/>
                  </a:lnTo>
                  <a:lnTo>
                    <a:pt x="251" y="398"/>
                  </a:lnTo>
                  <a:lnTo>
                    <a:pt x="251" y="398"/>
                  </a:lnTo>
                  <a:lnTo>
                    <a:pt x="249" y="398"/>
                  </a:lnTo>
                  <a:lnTo>
                    <a:pt x="249" y="398"/>
                  </a:lnTo>
                  <a:lnTo>
                    <a:pt x="249" y="396"/>
                  </a:lnTo>
                  <a:lnTo>
                    <a:pt x="247" y="396"/>
                  </a:lnTo>
                  <a:lnTo>
                    <a:pt x="247" y="396"/>
                  </a:lnTo>
                  <a:lnTo>
                    <a:pt x="247" y="396"/>
                  </a:lnTo>
                  <a:lnTo>
                    <a:pt x="247" y="396"/>
                  </a:lnTo>
                  <a:lnTo>
                    <a:pt x="247" y="396"/>
                  </a:lnTo>
                  <a:lnTo>
                    <a:pt x="244" y="396"/>
                  </a:lnTo>
                  <a:lnTo>
                    <a:pt x="244" y="396"/>
                  </a:lnTo>
                  <a:lnTo>
                    <a:pt x="244" y="393"/>
                  </a:lnTo>
                  <a:lnTo>
                    <a:pt x="244" y="393"/>
                  </a:lnTo>
                  <a:lnTo>
                    <a:pt x="242" y="393"/>
                  </a:lnTo>
                  <a:lnTo>
                    <a:pt x="242" y="393"/>
                  </a:lnTo>
                  <a:lnTo>
                    <a:pt x="242" y="393"/>
                  </a:lnTo>
                  <a:lnTo>
                    <a:pt x="239" y="393"/>
                  </a:lnTo>
                  <a:lnTo>
                    <a:pt x="239" y="391"/>
                  </a:lnTo>
                  <a:lnTo>
                    <a:pt x="239" y="391"/>
                  </a:lnTo>
                  <a:lnTo>
                    <a:pt x="239" y="391"/>
                  </a:lnTo>
                  <a:lnTo>
                    <a:pt x="239" y="391"/>
                  </a:lnTo>
                  <a:lnTo>
                    <a:pt x="237" y="391"/>
                  </a:lnTo>
                  <a:lnTo>
                    <a:pt x="237" y="391"/>
                  </a:lnTo>
                  <a:lnTo>
                    <a:pt x="237" y="389"/>
                  </a:lnTo>
                  <a:lnTo>
                    <a:pt x="235" y="389"/>
                  </a:lnTo>
                  <a:lnTo>
                    <a:pt x="235" y="389"/>
                  </a:lnTo>
                  <a:lnTo>
                    <a:pt x="235" y="389"/>
                  </a:lnTo>
                  <a:lnTo>
                    <a:pt x="235" y="389"/>
                  </a:lnTo>
                  <a:lnTo>
                    <a:pt x="232" y="389"/>
                  </a:lnTo>
                  <a:lnTo>
                    <a:pt x="232" y="386"/>
                  </a:lnTo>
                  <a:lnTo>
                    <a:pt x="232" y="386"/>
                  </a:lnTo>
                  <a:lnTo>
                    <a:pt x="232" y="386"/>
                  </a:lnTo>
                  <a:lnTo>
                    <a:pt x="232" y="386"/>
                  </a:lnTo>
                  <a:lnTo>
                    <a:pt x="230" y="386"/>
                  </a:lnTo>
                  <a:lnTo>
                    <a:pt x="230" y="386"/>
                  </a:lnTo>
                  <a:lnTo>
                    <a:pt x="230" y="386"/>
                  </a:lnTo>
                  <a:lnTo>
                    <a:pt x="228" y="386"/>
                  </a:lnTo>
                  <a:lnTo>
                    <a:pt x="228" y="384"/>
                  </a:lnTo>
                  <a:lnTo>
                    <a:pt x="228" y="384"/>
                  </a:lnTo>
                  <a:lnTo>
                    <a:pt x="228" y="384"/>
                  </a:lnTo>
                  <a:lnTo>
                    <a:pt x="228" y="384"/>
                  </a:lnTo>
                  <a:lnTo>
                    <a:pt x="225" y="384"/>
                  </a:lnTo>
                  <a:lnTo>
                    <a:pt x="225" y="384"/>
                  </a:lnTo>
                  <a:lnTo>
                    <a:pt x="225" y="381"/>
                  </a:lnTo>
                  <a:lnTo>
                    <a:pt x="225" y="381"/>
                  </a:lnTo>
                  <a:lnTo>
                    <a:pt x="223" y="381"/>
                  </a:lnTo>
                  <a:lnTo>
                    <a:pt x="223" y="381"/>
                  </a:lnTo>
                  <a:lnTo>
                    <a:pt x="223" y="381"/>
                  </a:lnTo>
                  <a:lnTo>
                    <a:pt x="221" y="381"/>
                  </a:lnTo>
                  <a:lnTo>
                    <a:pt x="221" y="379"/>
                  </a:lnTo>
                  <a:lnTo>
                    <a:pt x="221" y="379"/>
                  </a:lnTo>
                  <a:lnTo>
                    <a:pt x="221" y="379"/>
                  </a:lnTo>
                  <a:lnTo>
                    <a:pt x="221" y="379"/>
                  </a:lnTo>
                  <a:lnTo>
                    <a:pt x="218" y="379"/>
                  </a:lnTo>
                  <a:lnTo>
                    <a:pt x="218" y="379"/>
                  </a:lnTo>
                  <a:lnTo>
                    <a:pt x="218" y="377"/>
                  </a:lnTo>
                  <a:lnTo>
                    <a:pt x="218" y="377"/>
                  </a:lnTo>
                  <a:lnTo>
                    <a:pt x="216" y="377"/>
                  </a:lnTo>
                  <a:lnTo>
                    <a:pt x="216" y="377"/>
                  </a:lnTo>
                  <a:lnTo>
                    <a:pt x="216" y="377"/>
                  </a:lnTo>
                  <a:lnTo>
                    <a:pt x="213" y="377"/>
                  </a:lnTo>
                  <a:lnTo>
                    <a:pt x="213" y="374"/>
                  </a:lnTo>
                  <a:lnTo>
                    <a:pt x="213" y="374"/>
                  </a:lnTo>
                  <a:lnTo>
                    <a:pt x="213" y="374"/>
                  </a:lnTo>
                  <a:lnTo>
                    <a:pt x="211" y="374"/>
                  </a:lnTo>
                  <a:lnTo>
                    <a:pt x="211" y="374"/>
                  </a:lnTo>
                  <a:lnTo>
                    <a:pt x="211" y="374"/>
                  </a:lnTo>
                  <a:lnTo>
                    <a:pt x="209" y="374"/>
                  </a:lnTo>
                  <a:lnTo>
                    <a:pt x="209" y="374"/>
                  </a:lnTo>
                  <a:lnTo>
                    <a:pt x="206" y="374"/>
                  </a:lnTo>
                  <a:lnTo>
                    <a:pt x="206" y="374"/>
                  </a:lnTo>
                  <a:lnTo>
                    <a:pt x="206" y="374"/>
                  </a:lnTo>
                  <a:lnTo>
                    <a:pt x="206" y="377"/>
                  </a:lnTo>
                  <a:lnTo>
                    <a:pt x="204" y="377"/>
                  </a:lnTo>
                  <a:lnTo>
                    <a:pt x="204" y="377"/>
                  </a:lnTo>
                  <a:lnTo>
                    <a:pt x="204" y="377"/>
                  </a:lnTo>
                  <a:lnTo>
                    <a:pt x="204" y="377"/>
                  </a:lnTo>
                  <a:lnTo>
                    <a:pt x="204" y="377"/>
                  </a:lnTo>
                  <a:lnTo>
                    <a:pt x="202" y="377"/>
                  </a:lnTo>
                  <a:lnTo>
                    <a:pt x="202" y="377"/>
                  </a:lnTo>
                  <a:lnTo>
                    <a:pt x="202" y="374"/>
                  </a:lnTo>
                  <a:lnTo>
                    <a:pt x="199" y="374"/>
                  </a:lnTo>
                  <a:lnTo>
                    <a:pt x="199" y="374"/>
                  </a:lnTo>
                  <a:lnTo>
                    <a:pt x="199" y="374"/>
                  </a:lnTo>
                  <a:lnTo>
                    <a:pt x="199" y="374"/>
                  </a:lnTo>
                  <a:lnTo>
                    <a:pt x="197" y="374"/>
                  </a:lnTo>
                  <a:lnTo>
                    <a:pt x="197" y="374"/>
                  </a:lnTo>
                  <a:lnTo>
                    <a:pt x="197" y="374"/>
                  </a:lnTo>
                  <a:lnTo>
                    <a:pt x="197" y="372"/>
                  </a:lnTo>
                  <a:lnTo>
                    <a:pt x="195" y="372"/>
                  </a:lnTo>
                  <a:lnTo>
                    <a:pt x="195" y="372"/>
                  </a:lnTo>
                  <a:lnTo>
                    <a:pt x="195" y="372"/>
                  </a:lnTo>
                  <a:lnTo>
                    <a:pt x="195" y="372"/>
                  </a:lnTo>
                  <a:lnTo>
                    <a:pt x="195" y="370"/>
                  </a:lnTo>
                  <a:lnTo>
                    <a:pt x="192" y="370"/>
                  </a:lnTo>
                  <a:lnTo>
                    <a:pt x="192" y="370"/>
                  </a:lnTo>
                  <a:lnTo>
                    <a:pt x="192" y="370"/>
                  </a:lnTo>
                  <a:lnTo>
                    <a:pt x="190" y="370"/>
                  </a:lnTo>
                  <a:lnTo>
                    <a:pt x="190" y="372"/>
                  </a:lnTo>
                  <a:lnTo>
                    <a:pt x="190" y="372"/>
                  </a:lnTo>
                  <a:lnTo>
                    <a:pt x="190" y="372"/>
                  </a:lnTo>
                  <a:lnTo>
                    <a:pt x="190" y="374"/>
                  </a:lnTo>
                  <a:lnTo>
                    <a:pt x="190" y="374"/>
                  </a:lnTo>
                  <a:lnTo>
                    <a:pt x="190" y="374"/>
                  </a:lnTo>
                  <a:lnTo>
                    <a:pt x="190" y="374"/>
                  </a:lnTo>
                  <a:lnTo>
                    <a:pt x="190" y="377"/>
                  </a:lnTo>
                  <a:lnTo>
                    <a:pt x="192" y="377"/>
                  </a:lnTo>
                  <a:lnTo>
                    <a:pt x="192" y="377"/>
                  </a:lnTo>
                  <a:lnTo>
                    <a:pt x="190" y="377"/>
                  </a:lnTo>
                  <a:lnTo>
                    <a:pt x="190" y="377"/>
                  </a:lnTo>
                  <a:lnTo>
                    <a:pt x="187" y="377"/>
                  </a:lnTo>
                  <a:lnTo>
                    <a:pt x="187" y="379"/>
                  </a:lnTo>
                  <a:lnTo>
                    <a:pt x="187" y="379"/>
                  </a:lnTo>
                  <a:lnTo>
                    <a:pt x="187" y="381"/>
                  </a:lnTo>
                  <a:lnTo>
                    <a:pt x="187" y="381"/>
                  </a:lnTo>
                  <a:lnTo>
                    <a:pt x="187" y="381"/>
                  </a:lnTo>
                  <a:lnTo>
                    <a:pt x="187" y="384"/>
                  </a:lnTo>
                  <a:lnTo>
                    <a:pt x="187" y="384"/>
                  </a:lnTo>
                  <a:lnTo>
                    <a:pt x="187" y="386"/>
                  </a:lnTo>
                  <a:lnTo>
                    <a:pt x="187" y="386"/>
                  </a:lnTo>
                  <a:lnTo>
                    <a:pt x="187" y="386"/>
                  </a:lnTo>
                  <a:lnTo>
                    <a:pt x="187" y="389"/>
                  </a:lnTo>
                  <a:lnTo>
                    <a:pt x="187" y="389"/>
                  </a:lnTo>
                  <a:lnTo>
                    <a:pt x="187" y="389"/>
                  </a:lnTo>
                  <a:lnTo>
                    <a:pt x="190" y="389"/>
                  </a:lnTo>
                  <a:lnTo>
                    <a:pt x="190" y="391"/>
                  </a:lnTo>
                  <a:lnTo>
                    <a:pt x="190" y="391"/>
                  </a:lnTo>
                  <a:lnTo>
                    <a:pt x="190" y="393"/>
                  </a:lnTo>
                  <a:lnTo>
                    <a:pt x="190" y="393"/>
                  </a:lnTo>
                  <a:lnTo>
                    <a:pt x="187" y="393"/>
                  </a:lnTo>
                  <a:lnTo>
                    <a:pt x="187" y="393"/>
                  </a:lnTo>
                  <a:lnTo>
                    <a:pt x="187" y="393"/>
                  </a:lnTo>
                  <a:lnTo>
                    <a:pt x="187" y="396"/>
                  </a:lnTo>
                  <a:lnTo>
                    <a:pt x="187" y="396"/>
                  </a:lnTo>
                  <a:lnTo>
                    <a:pt x="187" y="396"/>
                  </a:lnTo>
                  <a:lnTo>
                    <a:pt x="185" y="396"/>
                  </a:lnTo>
                  <a:lnTo>
                    <a:pt x="185" y="396"/>
                  </a:lnTo>
                  <a:lnTo>
                    <a:pt x="185" y="398"/>
                  </a:lnTo>
                  <a:lnTo>
                    <a:pt x="185" y="398"/>
                  </a:lnTo>
                  <a:lnTo>
                    <a:pt x="183" y="398"/>
                  </a:lnTo>
                  <a:lnTo>
                    <a:pt x="183" y="398"/>
                  </a:lnTo>
                  <a:lnTo>
                    <a:pt x="183" y="400"/>
                  </a:lnTo>
                  <a:lnTo>
                    <a:pt x="183" y="400"/>
                  </a:lnTo>
                  <a:lnTo>
                    <a:pt x="183" y="400"/>
                  </a:lnTo>
                  <a:lnTo>
                    <a:pt x="180" y="400"/>
                  </a:lnTo>
                  <a:lnTo>
                    <a:pt x="180" y="400"/>
                  </a:lnTo>
                  <a:lnTo>
                    <a:pt x="180" y="400"/>
                  </a:lnTo>
                  <a:lnTo>
                    <a:pt x="178" y="400"/>
                  </a:lnTo>
                  <a:lnTo>
                    <a:pt x="178" y="400"/>
                  </a:lnTo>
                  <a:lnTo>
                    <a:pt x="178" y="398"/>
                  </a:lnTo>
                  <a:lnTo>
                    <a:pt x="178" y="398"/>
                  </a:lnTo>
                  <a:lnTo>
                    <a:pt x="178" y="398"/>
                  </a:lnTo>
                  <a:lnTo>
                    <a:pt x="178" y="396"/>
                  </a:lnTo>
                  <a:lnTo>
                    <a:pt x="178" y="396"/>
                  </a:lnTo>
                  <a:lnTo>
                    <a:pt x="178" y="396"/>
                  </a:lnTo>
                  <a:lnTo>
                    <a:pt x="178" y="396"/>
                  </a:lnTo>
                  <a:lnTo>
                    <a:pt x="178" y="396"/>
                  </a:lnTo>
                  <a:lnTo>
                    <a:pt x="178" y="393"/>
                  </a:lnTo>
                  <a:lnTo>
                    <a:pt x="178" y="393"/>
                  </a:lnTo>
                  <a:lnTo>
                    <a:pt x="178" y="393"/>
                  </a:lnTo>
                  <a:lnTo>
                    <a:pt x="178" y="391"/>
                  </a:lnTo>
                  <a:lnTo>
                    <a:pt x="176" y="391"/>
                  </a:lnTo>
                  <a:lnTo>
                    <a:pt x="176" y="391"/>
                  </a:lnTo>
                  <a:lnTo>
                    <a:pt x="176" y="391"/>
                  </a:lnTo>
                  <a:lnTo>
                    <a:pt x="176" y="389"/>
                  </a:lnTo>
                  <a:lnTo>
                    <a:pt x="173" y="389"/>
                  </a:lnTo>
                  <a:lnTo>
                    <a:pt x="173" y="389"/>
                  </a:lnTo>
                  <a:lnTo>
                    <a:pt x="173" y="389"/>
                  </a:lnTo>
                  <a:lnTo>
                    <a:pt x="173" y="386"/>
                  </a:lnTo>
                  <a:lnTo>
                    <a:pt x="173" y="386"/>
                  </a:lnTo>
                  <a:lnTo>
                    <a:pt x="173" y="386"/>
                  </a:lnTo>
                  <a:lnTo>
                    <a:pt x="173" y="386"/>
                  </a:lnTo>
                  <a:lnTo>
                    <a:pt x="173" y="386"/>
                  </a:lnTo>
                  <a:lnTo>
                    <a:pt x="171" y="386"/>
                  </a:lnTo>
                  <a:lnTo>
                    <a:pt x="171" y="386"/>
                  </a:lnTo>
                  <a:lnTo>
                    <a:pt x="171" y="386"/>
                  </a:lnTo>
                  <a:lnTo>
                    <a:pt x="171" y="386"/>
                  </a:lnTo>
                  <a:lnTo>
                    <a:pt x="171" y="384"/>
                  </a:lnTo>
                  <a:lnTo>
                    <a:pt x="171" y="384"/>
                  </a:lnTo>
                  <a:lnTo>
                    <a:pt x="171" y="381"/>
                  </a:lnTo>
                  <a:lnTo>
                    <a:pt x="171" y="381"/>
                  </a:lnTo>
                  <a:lnTo>
                    <a:pt x="171" y="379"/>
                  </a:lnTo>
                  <a:lnTo>
                    <a:pt x="168" y="379"/>
                  </a:lnTo>
                  <a:lnTo>
                    <a:pt x="168" y="379"/>
                  </a:lnTo>
                  <a:lnTo>
                    <a:pt x="168" y="377"/>
                  </a:lnTo>
                  <a:lnTo>
                    <a:pt x="168" y="377"/>
                  </a:lnTo>
                  <a:lnTo>
                    <a:pt x="168" y="374"/>
                  </a:lnTo>
                  <a:lnTo>
                    <a:pt x="168" y="374"/>
                  </a:lnTo>
                  <a:lnTo>
                    <a:pt x="168" y="374"/>
                  </a:lnTo>
                  <a:lnTo>
                    <a:pt x="168" y="374"/>
                  </a:lnTo>
                  <a:lnTo>
                    <a:pt x="166" y="374"/>
                  </a:lnTo>
                  <a:lnTo>
                    <a:pt x="166" y="372"/>
                  </a:lnTo>
                  <a:lnTo>
                    <a:pt x="166" y="372"/>
                  </a:lnTo>
                  <a:lnTo>
                    <a:pt x="166" y="372"/>
                  </a:lnTo>
                  <a:lnTo>
                    <a:pt x="166" y="372"/>
                  </a:lnTo>
                  <a:lnTo>
                    <a:pt x="166" y="370"/>
                  </a:lnTo>
                  <a:lnTo>
                    <a:pt x="164" y="370"/>
                  </a:lnTo>
                  <a:lnTo>
                    <a:pt x="164" y="370"/>
                  </a:lnTo>
                  <a:lnTo>
                    <a:pt x="164" y="370"/>
                  </a:lnTo>
                  <a:lnTo>
                    <a:pt x="164" y="367"/>
                  </a:lnTo>
                  <a:lnTo>
                    <a:pt x="161" y="367"/>
                  </a:lnTo>
                  <a:lnTo>
                    <a:pt x="161" y="367"/>
                  </a:lnTo>
                  <a:lnTo>
                    <a:pt x="161" y="367"/>
                  </a:lnTo>
                  <a:lnTo>
                    <a:pt x="161" y="367"/>
                  </a:lnTo>
                  <a:lnTo>
                    <a:pt x="161" y="365"/>
                  </a:lnTo>
                  <a:lnTo>
                    <a:pt x="159" y="365"/>
                  </a:lnTo>
                  <a:lnTo>
                    <a:pt x="159" y="365"/>
                  </a:lnTo>
                  <a:lnTo>
                    <a:pt x="159" y="365"/>
                  </a:lnTo>
                  <a:lnTo>
                    <a:pt x="159" y="365"/>
                  </a:lnTo>
                  <a:lnTo>
                    <a:pt x="159" y="365"/>
                  </a:lnTo>
                  <a:lnTo>
                    <a:pt x="157" y="365"/>
                  </a:lnTo>
                  <a:lnTo>
                    <a:pt x="157" y="363"/>
                  </a:lnTo>
                  <a:lnTo>
                    <a:pt x="157" y="363"/>
                  </a:lnTo>
                  <a:lnTo>
                    <a:pt x="157" y="363"/>
                  </a:lnTo>
                  <a:lnTo>
                    <a:pt x="154" y="363"/>
                  </a:lnTo>
                  <a:lnTo>
                    <a:pt x="154" y="360"/>
                  </a:lnTo>
                  <a:lnTo>
                    <a:pt x="154" y="360"/>
                  </a:lnTo>
                  <a:lnTo>
                    <a:pt x="154" y="360"/>
                  </a:lnTo>
                  <a:lnTo>
                    <a:pt x="154" y="358"/>
                  </a:lnTo>
                  <a:lnTo>
                    <a:pt x="154" y="358"/>
                  </a:lnTo>
                  <a:lnTo>
                    <a:pt x="154" y="358"/>
                  </a:lnTo>
                  <a:lnTo>
                    <a:pt x="152" y="358"/>
                  </a:lnTo>
                  <a:lnTo>
                    <a:pt x="152" y="355"/>
                  </a:lnTo>
                  <a:lnTo>
                    <a:pt x="152" y="355"/>
                  </a:lnTo>
                  <a:lnTo>
                    <a:pt x="152" y="355"/>
                  </a:lnTo>
                  <a:lnTo>
                    <a:pt x="152" y="355"/>
                  </a:lnTo>
                  <a:lnTo>
                    <a:pt x="152" y="355"/>
                  </a:lnTo>
                  <a:lnTo>
                    <a:pt x="152" y="353"/>
                  </a:lnTo>
                  <a:lnTo>
                    <a:pt x="152" y="353"/>
                  </a:lnTo>
                  <a:lnTo>
                    <a:pt x="152" y="351"/>
                  </a:lnTo>
                  <a:lnTo>
                    <a:pt x="150" y="351"/>
                  </a:lnTo>
                  <a:lnTo>
                    <a:pt x="150" y="351"/>
                  </a:lnTo>
                  <a:lnTo>
                    <a:pt x="150" y="348"/>
                  </a:lnTo>
                  <a:lnTo>
                    <a:pt x="150" y="348"/>
                  </a:lnTo>
                  <a:lnTo>
                    <a:pt x="150" y="348"/>
                  </a:lnTo>
                  <a:lnTo>
                    <a:pt x="150" y="346"/>
                  </a:lnTo>
                  <a:lnTo>
                    <a:pt x="150" y="346"/>
                  </a:lnTo>
                  <a:lnTo>
                    <a:pt x="147" y="346"/>
                  </a:lnTo>
                  <a:lnTo>
                    <a:pt x="147" y="346"/>
                  </a:lnTo>
                  <a:lnTo>
                    <a:pt x="147" y="346"/>
                  </a:lnTo>
                  <a:lnTo>
                    <a:pt x="147" y="346"/>
                  </a:lnTo>
                  <a:lnTo>
                    <a:pt x="147" y="344"/>
                  </a:lnTo>
                  <a:lnTo>
                    <a:pt x="145" y="344"/>
                  </a:lnTo>
                  <a:lnTo>
                    <a:pt x="145" y="344"/>
                  </a:lnTo>
                  <a:lnTo>
                    <a:pt x="145" y="344"/>
                  </a:lnTo>
                  <a:lnTo>
                    <a:pt x="145" y="341"/>
                  </a:lnTo>
                  <a:lnTo>
                    <a:pt x="145" y="341"/>
                  </a:lnTo>
                  <a:lnTo>
                    <a:pt x="145" y="341"/>
                  </a:lnTo>
                  <a:lnTo>
                    <a:pt x="145" y="339"/>
                  </a:lnTo>
                  <a:lnTo>
                    <a:pt x="145" y="339"/>
                  </a:lnTo>
                  <a:lnTo>
                    <a:pt x="145" y="339"/>
                  </a:lnTo>
                  <a:lnTo>
                    <a:pt x="145" y="339"/>
                  </a:lnTo>
                  <a:lnTo>
                    <a:pt x="145" y="336"/>
                  </a:lnTo>
                  <a:lnTo>
                    <a:pt x="145" y="336"/>
                  </a:lnTo>
                  <a:lnTo>
                    <a:pt x="145" y="336"/>
                  </a:lnTo>
                  <a:lnTo>
                    <a:pt x="145" y="334"/>
                  </a:lnTo>
                  <a:lnTo>
                    <a:pt x="145" y="334"/>
                  </a:lnTo>
                  <a:lnTo>
                    <a:pt x="145" y="332"/>
                  </a:lnTo>
                  <a:lnTo>
                    <a:pt x="142" y="332"/>
                  </a:lnTo>
                  <a:lnTo>
                    <a:pt x="142" y="332"/>
                  </a:lnTo>
                  <a:lnTo>
                    <a:pt x="142" y="332"/>
                  </a:lnTo>
                  <a:lnTo>
                    <a:pt x="142" y="329"/>
                  </a:lnTo>
                  <a:lnTo>
                    <a:pt x="140" y="329"/>
                  </a:lnTo>
                  <a:lnTo>
                    <a:pt x="140" y="329"/>
                  </a:lnTo>
                  <a:lnTo>
                    <a:pt x="140" y="327"/>
                  </a:lnTo>
                  <a:lnTo>
                    <a:pt x="140" y="327"/>
                  </a:lnTo>
                  <a:lnTo>
                    <a:pt x="140" y="327"/>
                  </a:lnTo>
                  <a:lnTo>
                    <a:pt x="140" y="327"/>
                  </a:lnTo>
                  <a:lnTo>
                    <a:pt x="140" y="327"/>
                  </a:lnTo>
                  <a:lnTo>
                    <a:pt x="140" y="327"/>
                  </a:lnTo>
                  <a:lnTo>
                    <a:pt x="140" y="327"/>
                  </a:lnTo>
                  <a:lnTo>
                    <a:pt x="138" y="327"/>
                  </a:lnTo>
                  <a:lnTo>
                    <a:pt x="138" y="327"/>
                  </a:lnTo>
                  <a:lnTo>
                    <a:pt x="138" y="327"/>
                  </a:lnTo>
                  <a:lnTo>
                    <a:pt x="138" y="327"/>
                  </a:lnTo>
                  <a:lnTo>
                    <a:pt x="138" y="325"/>
                  </a:lnTo>
                  <a:lnTo>
                    <a:pt x="138" y="325"/>
                  </a:lnTo>
                  <a:lnTo>
                    <a:pt x="138" y="325"/>
                  </a:lnTo>
                  <a:lnTo>
                    <a:pt x="138" y="322"/>
                  </a:lnTo>
                  <a:lnTo>
                    <a:pt x="138" y="322"/>
                  </a:lnTo>
                  <a:lnTo>
                    <a:pt x="138" y="322"/>
                  </a:lnTo>
                  <a:lnTo>
                    <a:pt x="138" y="320"/>
                  </a:lnTo>
                  <a:lnTo>
                    <a:pt x="138" y="320"/>
                  </a:lnTo>
                  <a:lnTo>
                    <a:pt x="138" y="320"/>
                  </a:lnTo>
                  <a:lnTo>
                    <a:pt x="135" y="32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4" name="Freeform 272"/>
            <p:cNvSpPr>
              <a:spLocks/>
            </p:cNvSpPr>
            <p:nvPr/>
          </p:nvSpPr>
          <p:spPr bwMode="auto">
            <a:xfrm>
              <a:off x="2490788" y="3076575"/>
              <a:ext cx="725488" cy="665162"/>
            </a:xfrm>
            <a:custGeom>
              <a:avLst/>
              <a:gdLst/>
              <a:ahLst/>
              <a:cxnLst>
                <a:cxn ang="0">
                  <a:pos x="124" y="306"/>
                </a:cxn>
                <a:cxn ang="0">
                  <a:pos x="107" y="291"/>
                </a:cxn>
                <a:cxn ang="0">
                  <a:pos x="100" y="270"/>
                </a:cxn>
                <a:cxn ang="0">
                  <a:pos x="100" y="244"/>
                </a:cxn>
                <a:cxn ang="0">
                  <a:pos x="90" y="225"/>
                </a:cxn>
                <a:cxn ang="0">
                  <a:pos x="83" y="208"/>
                </a:cxn>
                <a:cxn ang="0">
                  <a:pos x="67" y="201"/>
                </a:cxn>
                <a:cxn ang="0">
                  <a:pos x="60" y="180"/>
                </a:cxn>
                <a:cxn ang="0">
                  <a:pos x="48" y="173"/>
                </a:cxn>
                <a:cxn ang="0">
                  <a:pos x="45" y="156"/>
                </a:cxn>
                <a:cxn ang="0">
                  <a:pos x="36" y="144"/>
                </a:cxn>
                <a:cxn ang="0">
                  <a:pos x="29" y="126"/>
                </a:cxn>
                <a:cxn ang="0">
                  <a:pos x="15" y="107"/>
                </a:cxn>
                <a:cxn ang="0">
                  <a:pos x="0" y="107"/>
                </a:cxn>
                <a:cxn ang="0">
                  <a:pos x="5" y="78"/>
                </a:cxn>
                <a:cxn ang="0">
                  <a:pos x="22" y="73"/>
                </a:cxn>
                <a:cxn ang="0">
                  <a:pos x="45" y="69"/>
                </a:cxn>
                <a:cxn ang="0">
                  <a:pos x="64" y="54"/>
                </a:cxn>
                <a:cxn ang="0">
                  <a:pos x="74" y="38"/>
                </a:cxn>
                <a:cxn ang="0">
                  <a:pos x="57" y="21"/>
                </a:cxn>
                <a:cxn ang="0">
                  <a:pos x="74" y="12"/>
                </a:cxn>
                <a:cxn ang="0">
                  <a:pos x="97" y="5"/>
                </a:cxn>
                <a:cxn ang="0">
                  <a:pos x="119" y="2"/>
                </a:cxn>
                <a:cxn ang="0">
                  <a:pos x="140" y="14"/>
                </a:cxn>
                <a:cxn ang="0">
                  <a:pos x="159" y="24"/>
                </a:cxn>
                <a:cxn ang="0">
                  <a:pos x="180" y="35"/>
                </a:cxn>
                <a:cxn ang="0">
                  <a:pos x="197" y="47"/>
                </a:cxn>
                <a:cxn ang="0">
                  <a:pos x="206" y="69"/>
                </a:cxn>
                <a:cxn ang="0">
                  <a:pos x="230" y="76"/>
                </a:cxn>
                <a:cxn ang="0">
                  <a:pos x="258" y="78"/>
                </a:cxn>
                <a:cxn ang="0">
                  <a:pos x="282" y="83"/>
                </a:cxn>
                <a:cxn ang="0">
                  <a:pos x="303" y="92"/>
                </a:cxn>
                <a:cxn ang="0">
                  <a:pos x="311" y="114"/>
                </a:cxn>
                <a:cxn ang="0">
                  <a:pos x="327" y="123"/>
                </a:cxn>
                <a:cxn ang="0">
                  <a:pos x="337" y="137"/>
                </a:cxn>
                <a:cxn ang="0">
                  <a:pos x="337" y="159"/>
                </a:cxn>
                <a:cxn ang="0">
                  <a:pos x="348" y="180"/>
                </a:cxn>
                <a:cxn ang="0">
                  <a:pos x="360" y="201"/>
                </a:cxn>
                <a:cxn ang="0">
                  <a:pos x="374" y="218"/>
                </a:cxn>
                <a:cxn ang="0">
                  <a:pos x="391" y="235"/>
                </a:cxn>
                <a:cxn ang="0">
                  <a:pos x="417" y="239"/>
                </a:cxn>
                <a:cxn ang="0">
                  <a:pos x="441" y="246"/>
                </a:cxn>
                <a:cxn ang="0">
                  <a:pos x="455" y="256"/>
                </a:cxn>
                <a:cxn ang="0">
                  <a:pos x="450" y="282"/>
                </a:cxn>
                <a:cxn ang="0">
                  <a:pos x="441" y="306"/>
                </a:cxn>
                <a:cxn ang="0">
                  <a:pos x="422" y="317"/>
                </a:cxn>
                <a:cxn ang="0">
                  <a:pos x="398" y="327"/>
                </a:cxn>
                <a:cxn ang="0">
                  <a:pos x="377" y="334"/>
                </a:cxn>
                <a:cxn ang="0">
                  <a:pos x="353" y="341"/>
                </a:cxn>
                <a:cxn ang="0">
                  <a:pos x="327" y="346"/>
                </a:cxn>
                <a:cxn ang="0">
                  <a:pos x="306" y="355"/>
                </a:cxn>
                <a:cxn ang="0">
                  <a:pos x="292" y="374"/>
                </a:cxn>
                <a:cxn ang="0">
                  <a:pos x="277" y="391"/>
                </a:cxn>
                <a:cxn ang="0">
                  <a:pos x="263" y="410"/>
                </a:cxn>
                <a:cxn ang="0">
                  <a:pos x="256" y="405"/>
                </a:cxn>
                <a:cxn ang="0">
                  <a:pos x="237" y="391"/>
                </a:cxn>
                <a:cxn ang="0">
                  <a:pos x="218" y="379"/>
                </a:cxn>
                <a:cxn ang="0">
                  <a:pos x="197" y="374"/>
                </a:cxn>
                <a:cxn ang="0">
                  <a:pos x="187" y="386"/>
                </a:cxn>
                <a:cxn ang="0">
                  <a:pos x="178" y="396"/>
                </a:cxn>
                <a:cxn ang="0">
                  <a:pos x="168" y="374"/>
                </a:cxn>
                <a:cxn ang="0">
                  <a:pos x="154" y="358"/>
                </a:cxn>
                <a:cxn ang="0">
                  <a:pos x="145" y="336"/>
                </a:cxn>
              </a:cxnLst>
              <a:rect l="0" t="0" r="r" b="b"/>
              <a:pathLst>
                <a:path w="457" h="419">
                  <a:moveTo>
                    <a:pt x="135" y="320"/>
                  </a:moveTo>
                  <a:lnTo>
                    <a:pt x="135" y="317"/>
                  </a:lnTo>
                  <a:lnTo>
                    <a:pt x="135" y="317"/>
                  </a:lnTo>
                  <a:lnTo>
                    <a:pt x="133" y="317"/>
                  </a:lnTo>
                  <a:lnTo>
                    <a:pt x="133" y="320"/>
                  </a:lnTo>
                  <a:lnTo>
                    <a:pt x="133" y="320"/>
                  </a:lnTo>
                  <a:lnTo>
                    <a:pt x="133" y="320"/>
                  </a:lnTo>
                  <a:lnTo>
                    <a:pt x="133" y="317"/>
                  </a:lnTo>
                  <a:lnTo>
                    <a:pt x="133" y="317"/>
                  </a:lnTo>
                  <a:lnTo>
                    <a:pt x="133" y="317"/>
                  </a:lnTo>
                  <a:lnTo>
                    <a:pt x="133" y="317"/>
                  </a:lnTo>
                  <a:lnTo>
                    <a:pt x="133" y="315"/>
                  </a:lnTo>
                  <a:lnTo>
                    <a:pt x="133" y="315"/>
                  </a:lnTo>
                  <a:lnTo>
                    <a:pt x="131" y="315"/>
                  </a:lnTo>
                  <a:lnTo>
                    <a:pt x="131" y="315"/>
                  </a:lnTo>
                  <a:lnTo>
                    <a:pt x="131" y="313"/>
                  </a:lnTo>
                  <a:lnTo>
                    <a:pt x="131" y="313"/>
                  </a:lnTo>
                  <a:lnTo>
                    <a:pt x="131" y="313"/>
                  </a:lnTo>
                  <a:lnTo>
                    <a:pt x="131" y="310"/>
                  </a:lnTo>
                  <a:lnTo>
                    <a:pt x="131" y="310"/>
                  </a:lnTo>
                  <a:lnTo>
                    <a:pt x="128" y="310"/>
                  </a:lnTo>
                  <a:lnTo>
                    <a:pt x="128" y="308"/>
                  </a:lnTo>
                  <a:lnTo>
                    <a:pt x="128" y="308"/>
                  </a:lnTo>
                  <a:lnTo>
                    <a:pt x="128" y="310"/>
                  </a:lnTo>
                  <a:lnTo>
                    <a:pt x="128" y="310"/>
                  </a:lnTo>
                  <a:lnTo>
                    <a:pt x="128" y="308"/>
                  </a:lnTo>
                  <a:lnTo>
                    <a:pt x="128" y="308"/>
                  </a:lnTo>
                  <a:lnTo>
                    <a:pt x="126" y="308"/>
                  </a:lnTo>
                  <a:lnTo>
                    <a:pt x="126" y="308"/>
                  </a:lnTo>
                  <a:lnTo>
                    <a:pt x="126" y="306"/>
                  </a:lnTo>
                  <a:lnTo>
                    <a:pt x="126" y="306"/>
                  </a:lnTo>
                  <a:lnTo>
                    <a:pt x="126" y="306"/>
                  </a:lnTo>
                  <a:lnTo>
                    <a:pt x="124" y="306"/>
                  </a:lnTo>
                  <a:lnTo>
                    <a:pt x="124" y="306"/>
                  </a:lnTo>
                  <a:lnTo>
                    <a:pt x="124" y="306"/>
                  </a:lnTo>
                  <a:lnTo>
                    <a:pt x="121" y="306"/>
                  </a:lnTo>
                  <a:lnTo>
                    <a:pt x="121" y="306"/>
                  </a:lnTo>
                  <a:lnTo>
                    <a:pt x="121" y="303"/>
                  </a:lnTo>
                  <a:lnTo>
                    <a:pt x="121" y="303"/>
                  </a:lnTo>
                  <a:lnTo>
                    <a:pt x="119" y="303"/>
                  </a:lnTo>
                  <a:lnTo>
                    <a:pt x="119" y="303"/>
                  </a:lnTo>
                  <a:lnTo>
                    <a:pt x="119" y="303"/>
                  </a:lnTo>
                  <a:lnTo>
                    <a:pt x="119" y="303"/>
                  </a:lnTo>
                  <a:lnTo>
                    <a:pt x="116" y="303"/>
                  </a:lnTo>
                  <a:lnTo>
                    <a:pt x="116" y="303"/>
                  </a:lnTo>
                  <a:lnTo>
                    <a:pt x="116" y="301"/>
                  </a:lnTo>
                  <a:lnTo>
                    <a:pt x="114" y="301"/>
                  </a:lnTo>
                  <a:lnTo>
                    <a:pt x="114" y="301"/>
                  </a:lnTo>
                  <a:lnTo>
                    <a:pt x="114" y="301"/>
                  </a:lnTo>
                  <a:lnTo>
                    <a:pt x="114" y="301"/>
                  </a:lnTo>
                  <a:lnTo>
                    <a:pt x="114" y="301"/>
                  </a:lnTo>
                  <a:lnTo>
                    <a:pt x="114" y="301"/>
                  </a:lnTo>
                  <a:lnTo>
                    <a:pt x="114" y="299"/>
                  </a:lnTo>
                  <a:lnTo>
                    <a:pt x="112" y="299"/>
                  </a:lnTo>
                  <a:lnTo>
                    <a:pt x="112" y="299"/>
                  </a:lnTo>
                  <a:lnTo>
                    <a:pt x="112" y="299"/>
                  </a:lnTo>
                  <a:lnTo>
                    <a:pt x="112" y="296"/>
                  </a:lnTo>
                  <a:lnTo>
                    <a:pt x="112" y="296"/>
                  </a:lnTo>
                  <a:lnTo>
                    <a:pt x="112" y="296"/>
                  </a:lnTo>
                  <a:lnTo>
                    <a:pt x="112" y="296"/>
                  </a:lnTo>
                  <a:lnTo>
                    <a:pt x="109" y="296"/>
                  </a:lnTo>
                  <a:lnTo>
                    <a:pt x="109" y="294"/>
                  </a:lnTo>
                  <a:lnTo>
                    <a:pt x="109" y="294"/>
                  </a:lnTo>
                  <a:lnTo>
                    <a:pt x="109" y="294"/>
                  </a:lnTo>
                  <a:lnTo>
                    <a:pt x="109" y="291"/>
                  </a:lnTo>
                  <a:lnTo>
                    <a:pt x="107" y="291"/>
                  </a:lnTo>
                  <a:lnTo>
                    <a:pt x="107" y="291"/>
                  </a:lnTo>
                  <a:lnTo>
                    <a:pt x="107" y="291"/>
                  </a:lnTo>
                  <a:lnTo>
                    <a:pt x="107" y="289"/>
                  </a:lnTo>
                  <a:lnTo>
                    <a:pt x="107" y="289"/>
                  </a:lnTo>
                  <a:lnTo>
                    <a:pt x="107" y="289"/>
                  </a:lnTo>
                  <a:lnTo>
                    <a:pt x="107" y="287"/>
                  </a:lnTo>
                  <a:lnTo>
                    <a:pt x="105" y="287"/>
                  </a:lnTo>
                  <a:lnTo>
                    <a:pt x="105" y="287"/>
                  </a:lnTo>
                  <a:lnTo>
                    <a:pt x="105" y="287"/>
                  </a:lnTo>
                  <a:lnTo>
                    <a:pt x="105" y="287"/>
                  </a:lnTo>
                  <a:lnTo>
                    <a:pt x="105" y="287"/>
                  </a:lnTo>
                  <a:lnTo>
                    <a:pt x="105" y="284"/>
                  </a:lnTo>
                  <a:lnTo>
                    <a:pt x="105" y="284"/>
                  </a:lnTo>
                  <a:lnTo>
                    <a:pt x="105" y="282"/>
                  </a:lnTo>
                  <a:lnTo>
                    <a:pt x="102" y="282"/>
                  </a:lnTo>
                  <a:lnTo>
                    <a:pt x="102" y="282"/>
                  </a:lnTo>
                  <a:lnTo>
                    <a:pt x="102" y="282"/>
                  </a:lnTo>
                  <a:lnTo>
                    <a:pt x="102" y="280"/>
                  </a:lnTo>
                  <a:lnTo>
                    <a:pt x="102" y="280"/>
                  </a:lnTo>
                  <a:lnTo>
                    <a:pt x="100" y="280"/>
                  </a:lnTo>
                  <a:lnTo>
                    <a:pt x="100" y="277"/>
                  </a:lnTo>
                  <a:lnTo>
                    <a:pt x="100" y="277"/>
                  </a:lnTo>
                  <a:lnTo>
                    <a:pt x="100" y="277"/>
                  </a:lnTo>
                  <a:lnTo>
                    <a:pt x="100" y="277"/>
                  </a:lnTo>
                  <a:lnTo>
                    <a:pt x="100" y="275"/>
                  </a:lnTo>
                  <a:lnTo>
                    <a:pt x="100" y="275"/>
                  </a:lnTo>
                  <a:lnTo>
                    <a:pt x="100" y="275"/>
                  </a:lnTo>
                  <a:lnTo>
                    <a:pt x="102" y="275"/>
                  </a:lnTo>
                  <a:lnTo>
                    <a:pt x="102" y="272"/>
                  </a:lnTo>
                  <a:lnTo>
                    <a:pt x="100" y="272"/>
                  </a:lnTo>
                  <a:lnTo>
                    <a:pt x="100" y="272"/>
                  </a:lnTo>
                  <a:lnTo>
                    <a:pt x="100" y="270"/>
                  </a:lnTo>
                  <a:lnTo>
                    <a:pt x="100" y="270"/>
                  </a:lnTo>
                  <a:lnTo>
                    <a:pt x="100" y="270"/>
                  </a:lnTo>
                  <a:lnTo>
                    <a:pt x="100" y="268"/>
                  </a:lnTo>
                  <a:lnTo>
                    <a:pt x="100" y="268"/>
                  </a:lnTo>
                  <a:lnTo>
                    <a:pt x="100" y="268"/>
                  </a:lnTo>
                  <a:lnTo>
                    <a:pt x="100" y="268"/>
                  </a:lnTo>
                  <a:lnTo>
                    <a:pt x="100" y="265"/>
                  </a:lnTo>
                  <a:lnTo>
                    <a:pt x="100" y="265"/>
                  </a:lnTo>
                  <a:lnTo>
                    <a:pt x="97" y="265"/>
                  </a:lnTo>
                  <a:lnTo>
                    <a:pt x="97" y="263"/>
                  </a:lnTo>
                  <a:lnTo>
                    <a:pt x="97" y="263"/>
                  </a:lnTo>
                  <a:lnTo>
                    <a:pt x="97" y="263"/>
                  </a:lnTo>
                  <a:lnTo>
                    <a:pt x="97" y="261"/>
                  </a:lnTo>
                  <a:lnTo>
                    <a:pt x="97" y="261"/>
                  </a:lnTo>
                  <a:lnTo>
                    <a:pt x="97" y="261"/>
                  </a:lnTo>
                  <a:lnTo>
                    <a:pt x="97" y="258"/>
                  </a:lnTo>
                  <a:lnTo>
                    <a:pt x="97" y="258"/>
                  </a:lnTo>
                  <a:lnTo>
                    <a:pt x="97" y="256"/>
                  </a:lnTo>
                  <a:lnTo>
                    <a:pt x="97" y="256"/>
                  </a:lnTo>
                  <a:lnTo>
                    <a:pt x="97" y="256"/>
                  </a:lnTo>
                  <a:lnTo>
                    <a:pt x="97" y="256"/>
                  </a:lnTo>
                  <a:lnTo>
                    <a:pt x="97" y="256"/>
                  </a:lnTo>
                  <a:lnTo>
                    <a:pt x="97" y="254"/>
                  </a:lnTo>
                  <a:lnTo>
                    <a:pt x="97" y="254"/>
                  </a:lnTo>
                  <a:lnTo>
                    <a:pt x="97" y="251"/>
                  </a:lnTo>
                  <a:lnTo>
                    <a:pt x="100" y="251"/>
                  </a:lnTo>
                  <a:lnTo>
                    <a:pt x="100" y="251"/>
                  </a:lnTo>
                  <a:lnTo>
                    <a:pt x="100" y="249"/>
                  </a:lnTo>
                  <a:lnTo>
                    <a:pt x="100" y="249"/>
                  </a:lnTo>
                  <a:lnTo>
                    <a:pt x="100" y="246"/>
                  </a:lnTo>
                  <a:lnTo>
                    <a:pt x="100" y="246"/>
                  </a:lnTo>
                  <a:lnTo>
                    <a:pt x="100" y="246"/>
                  </a:lnTo>
                  <a:lnTo>
                    <a:pt x="100" y="244"/>
                  </a:lnTo>
                  <a:lnTo>
                    <a:pt x="100" y="244"/>
                  </a:lnTo>
                  <a:lnTo>
                    <a:pt x="97" y="244"/>
                  </a:lnTo>
                  <a:lnTo>
                    <a:pt x="97" y="242"/>
                  </a:lnTo>
                  <a:lnTo>
                    <a:pt x="97" y="242"/>
                  </a:lnTo>
                  <a:lnTo>
                    <a:pt x="97" y="242"/>
                  </a:lnTo>
                  <a:lnTo>
                    <a:pt x="97" y="242"/>
                  </a:lnTo>
                  <a:lnTo>
                    <a:pt x="97" y="242"/>
                  </a:lnTo>
                  <a:lnTo>
                    <a:pt x="97" y="242"/>
                  </a:lnTo>
                  <a:lnTo>
                    <a:pt x="97" y="239"/>
                  </a:lnTo>
                  <a:lnTo>
                    <a:pt x="97" y="239"/>
                  </a:lnTo>
                  <a:lnTo>
                    <a:pt x="97" y="239"/>
                  </a:lnTo>
                  <a:lnTo>
                    <a:pt x="97" y="239"/>
                  </a:lnTo>
                  <a:lnTo>
                    <a:pt x="97" y="237"/>
                  </a:lnTo>
                  <a:lnTo>
                    <a:pt x="95" y="237"/>
                  </a:lnTo>
                  <a:lnTo>
                    <a:pt x="95" y="237"/>
                  </a:lnTo>
                  <a:lnTo>
                    <a:pt x="95" y="237"/>
                  </a:lnTo>
                  <a:lnTo>
                    <a:pt x="95" y="237"/>
                  </a:lnTo>
                  <a:lnTo>
                    <a:pt x="95" y="235"/>
                  </a:lnTo>
                  <a:lnTo>
                    <a:pt x="95" y="235"/>
                  </a:lnTo>
                  <a:lnTo>
                    <a:pt x="93" y="235"/>
                  </a:lnTo>
                  <a:lnTo>
                    <a:pt x="93" y="232"/>
                  </a:lnTo>
                  <a:lnTo>
                    <a:pt x="93" y="232"/>
                  </a:lnTo>
                  <a:lnTo>
                    <a:pt x="93" y="232"/>
                  </a:lnTo>
                  <a:lnTo>
                    <a:pt x="93" y="230"/>
                  </a:lnTo>
                  <a:lnTo>
                    <a:pt x="93" y="230"/>
                  </a:lnTo>
                  <a:lnTo>
                    <a:pt x="93" y="230"/>
                  </a:lnTo>
                  <a:lnTo>
                    <a:pt x="93" y="227"/>
                  </a:lnTo>
                  <a:lnTo>
                    <a:pt x="93" y="227"/>
                  </a:lnTo>
                  <a:lnTo>
                    <a:pt x="90" y="227"/>
                  </a:lnTo>
                  <a:lnTo>
                    <a:pt x="90" y="227"/>
                  </a:lnTo>
                  <a:lnTo>
                    <a:pt x="88" y="227"/>
                  </a:lnTo>
                  <a:lnTo>
                    <a:pt x="88" y="227"/>
                  </a:lnTo>
                  <a:lnTo>
                    <a:pt x="90" y="227"/>
                  </a:lnTo>
                  <a:lnTo>
                    <a:pt x="90" y="225"/>
                  </a:lnTo>
                  <a:lnTo>
                    <a:pt x="90" y="225"/>
                  </a:lnTo>
                  <a:lnTo>
                    <a:pt x="90" y="223"/>
                  </a:lnTo>
                  <a:lnTo>
                    <a:pt x="88" y="223"/>
                  </a:lnTo>
                  <a:lnTo>
                    <a:pt x="88" y="223"/>
                  </a:lnTo>
                  <a:lnTo>
                    <a:pt x="88" y="223"/>
                  </a:lnTo>
                  <a:lnTo>
                    <a:pt x="88" y="223"/>
                  </a:lnTo>
                  <a:lnTo>
                    <a:pt x="88" y="220"/>
                  </a:lnTo>
                  <a:lnTo>
                    <a:pt x="88" y="220"/>
                  </a:lnTo>
                  <a:lnTo>
                    <a:pt x="88" y="220"/>
                  </a:lnTo>
                  <a:lnTo>
                    <a:pt x="88" y="220"/>
                  </a:lnTo>
                  <a:lnTo>
                    <a:pt x="88" y="220"/>
                  </a:lnTo>
                  <a:lnTo>
                    <a:pt x="88" y="220"/>
                  </a:lnTo>
                  <a:lnTo>
                    <a:pt x="88" y="218"/>
                  </a:lnTo>
                  <a:lnTo>
                    <a:pt x="88" y="218"/>
                  </a:lnTo>
                  <a:lnTo>
                    <a:pt x="88" y="218"/>
                  </a:lnTo>
                  <a:lnTo>
                    <a:pt x="86" y="218"/>
                  </a:lnTo>
                  <a:lnTo>
                    <a:pt x="86" y="216"/>
                  </a:lnTo>
                  <a:lnTo>
                    <a:pt x="86" y="216"/>
                  </a:lnTo>
                  <a:lnTo>
                    <a:pt x="86" y="216"/>
                  </a:lnTo>
                  <a:lnTo>
                    <a:pt x="86" y="216"/>
                  </a:lnTo>
                  <a:lnTo>
                    <a:pt x="86" y="216"/>
                  </a:lnTo>
                  <a:lnTo>
                    <a:pt x="83" y="216"/>
                  </a:lnTo>
                  <a:lnTo>
                    <a:pt x="83" y="216"/>
                  </a:lnTo>
                  <a:lnTo>
                    <a:pt x="86" y="216"/>
                  </a:lnTo>
                  <a:lnTo>
                    <a:pt x="86" y="213"/>
                  </a:lnTo>
                  <a:lnTo>
                    <a:pt x="86" y="213"/>
                  </a:lnTo>
                  <a:lnTo>
                    <a:pt x="86" y="213"/>
                  </a:lnTo>
                  <a:lnTo>
                    <a:pt x="86" y="213"/>
                  </a:lnTo>
                  <a:lnTo>
                    <a:pt x="86" y="211"/>
                  </a:lnTo>
                  <a:lnTo>
                    <a:pt x="83" y="211"/>
                  </a:lnTo>
                  <a:lnTo>
                    <a:pt x="83" y="211"/>
                  </a:lnTo>
                  <a:lnTo>
                    <a:pt x="83" y="211"/>
                  </a:lnTo>
                  <a:lnTo>
                    <a:pt x="83" y="208"/>
                  </a:lnTo>
                  <a:lnTo>
                    <a:pt x="81" y="208"/>
                  </a:lnTo>
                  <a:lnTo>
                    <a:pt x="81" y="211"/>
                  </a:lnTo>
                  <a:lnTo>
                    <a:pt x="81" y="211"/>
                  </a:lnTo>
                  <a:lnTo>
                    <a:pt x="81" y="211"/>
                  </a:lnTo>
                  <a:lnTo>
                    <a:pt x="81" y="211"/>
                  </a:lnTo>
                  <a:lnTo>
                    <a:pt x="81" y="211"/>
                  </a:lnTo>
                  <a:lnTo>
                    <a:pt x="81" y="208"/>
                  </a:lnTo>
                  <a:lnTo>
                    <a:pt x="81" y="208"/>
                  </a:lnTo>
                  <a:lnTo>
                    <a:pt x="79" y="208"/>
                  </a:lnTo>
                  <a:lnTo>
                    <a:pt x="79" y="208"/>
                  </a:lnTo>
                  <a:lnTo>
                    <a:pt x="79" y="208"/>
                  </a:lnTo>
                  <a:lnTo>
                    <a:pt x="79" y="206"/>
                  </a:lnTo>
                  <a:lnTo>
                    <a:pt x="79" y="206"/>
                  </a:lnTo>
                  <a:lnTo>
                    <a:pt x="76" y="206"/>
                  </a:lnTo>
                  <a:lnTo>
                    <a:pt x="76" y="206"/>
                  </a:lnTo>
                  <a:lnTo>
                    <a:pt x="76" y="206"/>
                  </a:lnTo>
                  <a:lnTo>
                    <a:pt x="74" y="206"/>
                  </a:lnTo>
                  <a:lnTo>
                    <a:pt x="74" y="204"/>
                  </a:lnTo>
                  <a:lnTo>
                    <a:pt x="74" y="204"/>
                  </a:lnTo>
                  <a:lnTo>
                    <a:pt x="74" y="204"/>
                  </a:lnTo>
                  <a:lnTo>
                    <a:pt x="71" y="204"/>
                  </a:lnTo>
                  <a:lnTo>
                    <a:pt x="71" y="204"/>
                  </a:lnTo>
                  <a:lnTo>
                    <a:pt x="71" y="204"/>
                  </a:lnTo>
                  <a:lnTo>
                    <a:pt x="71" y="201"/>
                  </a:lnTo>
                  <a:lnTo>
                    <a:pt x="71" y="201"/>
                  </a:lnTo>
                  <a:lnTo>
                    <a:pt x="71" y="201"/>
                  </a:lnTo>
                  <a:lnTo>
                    <a:pt x="69" y="201"/>
                  </a:lnTo>
                  <a:lnTo>
                    <a:pt x="69" y="201"/>
                  </a:lnTo>
                  <a:lnTo>
                    <a:pt x="69" y="201"/>
                  </a:lnTo>
                  <a:lnTo>
                    <a:pt x="67" y="201"/>
                  </a:lnTo>
                  <a:lnTo>
                    <a:pt x="67" y="201"/>
                  </a:lnTo>
                  <a:lnTo>
                    <a:pt x="67" y="201"/>
                  </a:lnTo>
                  <a:lnTo>
                    <a:pt x="67" y="201"/>
                  </a:lnTo>
                  <a:lnTo>
                    <a:pt x="64" y="201"/>
                  </a:lnTo>
                  <a:lnTo>
                    <a:pt x="64" y="199"/>
                  </a:lnTo>
                  <a:lnTo>
                    <a:pt x="64" y="199"/>
                  </a:lnTo>
                  <a:lnTo>
                    <a:pt x="64" y="199"/>
                  </a:lnTo>
                  <a:lnTo>
                    <a:pt x="64" y="197"/>
                  </a:lnTo>
                  <a:lnTo>
                    <a:pt x="64" y="197"/>
                  </a:lnTo>
                  <a:lnTo>
                    <a:pt x="64" y="197"/>
                  </a:lnTo>
                  <a:lnTo>
                    <a:pt x="64" y="197"/>
                  </a:lnTo>
                  <a:lnTo>
                    <a:pt x="64" y="194"/>
                  </a:lnTo>
                  <a:lnTo>
                    <a:pt x="64" y="194"/>
                  </a:lnTo>
                  <a:lnTo>
                    <a:pt x="62" y="194"/>
                  </a:lnTo>
                  <a:lnTo>
                    <a:pt x="62" y="192"/>
                  </a:lnTo>
                  <a:lnTo>
                    <a:pt x="62" y="192"/>
                  </a:lnTo>
                  <a:lnTo>
                    <a:pt x="62" y="192"/>
                  </a:lnTo>
                  <a:lnTo>
                    <a:pt x="62" y="190"/>
                  </a:lnTo>
                  <a:lnTo>
                    <a:pt x="60" y="190"/>
                  </a:lnTo>
                  <a:lnTo>
                    <a:pt x="60" y="190"/>
                  </a:lnTo>
                  <a:lnTo>
                    <a:pt x="60" y="190"/>
                  </a:lnTo>
                  <a:lnTo>
                    <a:pt x="60" y="187"/>
                  </a:lnTo>
                  <a:lnTo>
                    <a:pt x="60" y="187"/>
                  </a:lnTo>
                  <a:lnTo>
                    <a:pt x="60" y="187"/>
                  </a:lnTo>
                  <a:lnTo>
                    <a:pt x="57" y="187"/>
                  </a:lnTo>
                  <a:lnTo>
                    <a:pt x="57" y="187"/>
                  </a:lnTo>
                  <a:lnTo>
                    <a:pt x="57" y="185"/>
                  </a:lnTo>
                  <a:lnTo>
                    <a:pt x="57" y="185"/>
                  </a:lnTo>
                  <a:lnTo>
                    <a:pt x="60" y="185"/>
                  </a:lnTo>
                  <a:lnTo>
                    <a:pt x="60" y="185"/>
                  </a:lnTo>
                  <a:lnTo>
                    <a:pt x="60" y="185"/>
                  </a:lnTo>
                  <a:lnTo>
                    <a:pt x="60" y="185"/>
                  </a:lnTo>
                  <a:lnTo>
                    <a:pt x="60" y="185"/>
                  </a:lnTo>
                  <a:lnTo>
                    <a:pt x="60" y="182"/>
                  </a:lnTo>
                  <a:lnTo>
                    <a:pt x="60" y="182"/>
                  </a:lnTo>
                  <a:lnTo>
                    <a:pt x="60" y="180"/>
                  </a:lnTo>
                  <a:lnTo>
                    <a:pt x="60" y="180"/>
                  </a:lnTo>
                  <a:lnTo>
                    <a:pt x="60" y="180"/>
                  </a:lnTo>
                  <a:lnTo>
                    <a:pt x="60" y="180"/>
                  </a:lnTo>
                  <a:lnTo>
                    <a:pt x="60" y="178"/>
                  </a:lnTo>
                  <a:lnTo>
                    <a:pt x="60" y="178"/>
                  </a:lnTo>
                  <a:lnTo>
                    <a:pt x="60" y="178"/>
                  </a:lnTo>
                  <a:lnTo>
                    <a:pt x="60" y="178"/>
                  </a:lnTo>
                  <a:lnTo>
                    <a:pt x="60" y="178"/>
                  </a:lnTo>
                  <a:lnTo>
                    <a:pt x="60" y="175"/>
                  </a:lnTo>
                  <a:lnTo>
                    <a:pt x="57" y="175"/>
                  </a:lnTo>
                  <a:lnTo>
                    <a:pt x="57" y="175"/>
                  </a:lnTo>
                  <a:lnTo>
                    <a:pt x="57" y="175"/>
                  </a:lnTo>
                  <a:lnTo>
                    <a:pt x="57" y="173"/>
                  </a:lnTo>
                  <a:lnTo>
                    <a:pt x="57" y="173"/>
                  </a:lnTo>
                  <a:lnTo>
                    <a:pt x="55" y="173"/>
                  </a:lnTo>
                  <a:lnTo>
                    <a:pt x="55" y="173"/>
                  </a:lnTo>
                  <a:lnTo>
                    <a:pt x="55" y="173"/>
                  </a:lnTo>
                  <a:lnTo>
                    <a:pt x="55" y="175"/>
                  </a:lnTo>
                  <a:lnTo>
                    <a:pt x="55" y="175"/>
                  </a:lnTo>
                  <a:lnTo>
                    <a:pt x="53" y="175"/>
                  </a:lnTo>
                  <a:lnTo>
                    <a:pt x="53" y="173"/>
                  </a:lnTo>
                  <a:lnTo>
                    <a:pt x="53" y="173"/>
                  </a:lnTo>
                  <a:lnTo>
                    <a:pt x="53" y="173"/>
                  </a:lnTo>
                  <a:lnTo>
                    <a:pt x="53" y="173"/>
                  </a:lnTo>
                  <a:lnTo>
                    <a:pt x="50" y="173"/>
                  </a:lnTo>
                  <a:lnTo>
                    <a:pt x="50" y="171"/>
                  </a:lnTo>
                  <a:lnTo>
                    <a:pt x="50" y="171"/>
                  </a:lnTo>
                  <a:lnTo>
                    <a:pt x="50" y="171"/>
                  </a:lnTo>
                  <a:lnTo>
                    <a:pt x="48" y="171"/>
                  </a:lnTo>
                  <a:lnTo>
                    <a:pt x="48" y="171"/>
                  </a:lnTo>
                  <a:lnTo>
                    <a:pt x="48" y="173"/>
                  </a:lnTo>
                  <a:lnTo>
                    <a:pt x="48" y="173"/>
                  </a:lnTo>
                  <a:lnTo>
                    <a:pt x="48" y="173"/>
                  </a:lnTo>
                  <a:lnTo>
                    <a:pt x="48" y="171"/>
                  </a:lnTo>
                  <a:lnTo>
                    <a:pt x="48" y="171"/>
                  </a:lnTo>
                  <a:lnTo>
                    <a:pt x="48" y="168"/>
                  </a:lnTo>
                  <a:lnTo>
                    <a:pt x="45" y="168"/>
                  </a:lnTo>
                  <a:lnTo>
                    <a:pt x="45" y="168"/>
                  </a:lnTo>
                  <a:lnTo>
                    <a:pt x="45" y="168"/>
                  </a:lnTo>
                  <a:lnTo>
                    <a:pt x="45" y="168"/>
                  </a:lnTo>
                  <a:lnTo>
                    <a:pt x="45" y="168"/>
                  </a:lnTo>
                  <a:lnTo>
                    <a:pt x="43" y="168"/>
                  </a:lnTo>
                  <a:lnTo>
                    <a:pt x="43" y="166"/>
                  </a:lnTo>
                  <a:lnTo>
                    <a:pt x="43" y="166"/>
                  </a:lnTo>
                  <a:lnTo>
                    <a:pt x="45" y="166"/>
                  </a:lnTo>
                  <a:lnTo>
                    <a:pt x="45" y="163"/>
                  </a:lnTo>
                  <a:lnTo>
                    <a:pt x="45" y="163"/>
                  </a:lnTo>
                  <a:lnTo>
                    <a:pt x="45" y="161"/>
                  </a:lnTo>
                  <a:lnTo>
                    <a:pt x="45" y="161"/>
                  </a:lnTo>
                  <a:lnTo>
                    <a:pt x="45" y="161"/>
                  </a:lnTo>
                  <a:lnTo>
                    <a:pt x="45" y="159"/>
                  </a:lnTo>
                  <a:lnTo>
                    <a:pt x="45" y="159"/>
                  </a:lnTo>
                  <a:lnTo>
                    <a:pt x="45" y="159"/>
                  </a:lnTo>
                  <a:lnTo>
                    <a:pt x="48" y="159"/>
                  </a:lnTo>
                  <a:lnTo>
                    <a:pt x="48" y="159"/>
                  </a:lnTo>
                  <a:lnTo>
                    <a:pt x="48" y="159"/>
                  </a:lnTo>
                  <a:lnTo>
                    <a:pt x="48" y="159"/>
                  </a:lnTo>
                  <a:lnTo>
                    <a:pt x="48" y="156"/>
                  </a:lnTo>
                  <a:lnTo>
                    <a:pt x="48" y="156"/>
                  </a:lnTo>
                  <a:lnTo>
                    <a:pt x="48" y="156"/>
                  </a:lnTo>
                  <a:lnTo>
                    <a:pt x="48" y="156"/>
                  </a:lnTo>
                  <a:lnTo>
                    <a:pt x="45" y="156"/>
                  </a:lnTo>
                  <a:lnTo>
                    <a:pt x="45" y="156"/>
                  </a:lnTo>
                  <a:lnTo>
                    <a:pt x="45" y="154"/>
                  </a:lnTo>
                  <a:lnTo>
                    <a:pt x="45" y="154"/>
                  </a:lnTo>
                  <a:lnTo>
                    <a:pt x="45" y="156"/>
                  </a:lnTo>
                  <a:lnTo>
                    <a:pt x="43" y="156"/>
                  </a:lnTo>
                  <a:lnTo>
                    <a:pt x="43" y="154"/>
                  </a:lnTo>
                  <a:lnTo>
                    <a:pt x="43" y="154"/>
                  </a:lnTo>
                  <a:lnTo>
                    <a:pt x="43" y="154"/>
                  </a:lnTo>
                  <a:lnTo>
                    <a:pt x="41" y="154"/>
                  </a:lnTo>
                  <a:lnTo>
                    <a:pt x="41" y="152"/>
                  </a:lnTo>
                  <a:lnTo>
                    <a:pt x="41" y="152"/>
                  </a:lnTo>
                  <a:lnTo>
                    <a:pt x="41" y="152"/>
                  </a:lnTo>
                  <a:lnTo>
                    <a:pt x="41" y="152"/>
                  </a:lnTo>
                  <a:lnTo>
                    <a:pt x="43" y="152"/>
                  </a:lnTo>
                  <a:lnTo>
                    <a:pt x="43" y="149"/>
                  </a:lnTo>
                  <a:lnTo>
                    <a:pt x="41" y="149"/>
                  </a:lnTo>
                  <a:lnTo>
                    <a:pt x="41" y="149"/>
                  </a:lnTo>
                  <a:lnTo>
                    <a:pt x="41" y="149"/>
                  </a:lnTo>
                  <a:lnTo>
                    <a:pt x="41" y="149"/>
                  </a:lnTo>
                  <a:lnTo>
                    <a:pt x="41" y="147"/>
                  </a:lnTo>
                  <a:lnTo>
                    <a:pt x="41" y="147"/>
                  </a:lnTo>
                  <a:lnTo>
                    <a:pt x="41" y="147"/>
                  </a:lnTo>
                  <a:lnTo>
                    <a:pt x="41" y="144"/>
                  </a:lnTo>
                  <a:lnTo>
                    <a:pt x="41" y="144"/>
                  </a:lnTo>
                  <a:lnTo>
                    <a:pt x="38" y="144"/>
                  </a:lnTo>
                  <a:lnTo>
                    <a:pt x="38" y="142"/>
                  </a:lnTo>
                  <a:lnTo>
                    <a:pt x="38" y="142"/>
                  </a:lnTo>
                  <a:lnTo>
                    <a:pt x="38" y="142"/>
                  </a:lnTo>
                  <a:lnTo>
                    <a:pt x="38" y="140"/>
                  </a:lnTo>
                  <a:lnTo>
                    <a:pt x="38" y="140"/>
                  </a:lnTo>
                  <a:lnTo>
                    <a:pt x="38" y="140"/>
                  </a:lnTo>
                  <a:lnTo>
                    <a:pt x="36" y="140"/>
                  </a:lnTo>
                  <a:lnTo>
                    <a:pt x="36" y="140"/>
                  </a:lnTo>
                  <a:lnTo>
                    <a:pt x="36" y="142"/>
                  </a:lnTo>
                  <a:lnTo>
                    <a:pt x="36" y="142"/>
                  </a:lnTo>
                  <a:lnTo>
                    <a:pt x="36" y="144"/>
                  </a:lnTo>
                  <a:lnTo>
                    <a:pt x="36" y="144"/>
                  </a:lnTo>
                  <a:lnTo>
                    <a:pt x="36" y="142"/>
                  </a:lnTo>
                  <a:lnTo>
                    <a:pt x="36" y="142"/>
                  </a:lnTo>
                  <a:lnTo>
                    <a:pt x="34" y="142"/>
                  </a:lnTo>
                  <a:lnTo>
                    <a:pt x="34" y="140"/>
                  </a:lnTo>
                  <a:lnTo>
                    <a:pt x="34" y="140"/>
                  </a:lnTo>
                  <a:lnTo>
                    <a:pt x="34" y="140"/>
                  </a:lnTo>
                  <a:lnTo>
                    <a:pt x="34" y="140"/>
                  </a:lnTo>
                  <a:lnTo>
                    <a:pt x="34" y="137"/>
                  </a:lnTo>
                  <a:lnTo>
                    <a:pt x="34" y="137"/>
                  </a:lnTo>
                  <a:lnTo>
                    <a:pt x="34" y="137"/>
                  </a:lnTo>
                  <a:lnTo>
                    <a:pt x="34" y="137"/>
                  </a:lnTo>
                  <a:lnTo>
                    <a:pt x="34" y="137"/>
                  </a:lnTo>
                  <a:lnTo>
                    <a:pt x="34" y="135"/>
                  </a:lnTo>
                  <a:lnTo>
                    <a:pt x="34" y="135"/>
                  </a:lnTo>
                  <a:lnTo>
                    <a:pt x="34" y="135"/>
                  </a:lnTo>
                  <a:lnTo>
                    <a:pt x="34" y="135"/>
                  </a:lnTo>
                  <a:lnTo>
                    <a:pt x="34" y="133"/>
                  </a:lnTo>
                  <a:lnTo>
                    <a:pt x="34" y="133"/>
                  </a:lnTo>
                  <a:lnTo>
                    <a:pt x="31" y="133"/>
                  </a:lnTo>
                  <a:lnTo>
                    <a:pt x="31" y="130"/>
                  </a:lnTo>
                  <a:lnTo>
                    <a:pt x="31" y="130"/>
                  </a:lnTo>
                  <a:lnTo>
                    <a:pt x="31" y="130"/>
                  </a:lnTo>
                  <a:lnTo>
                    <a:pt x="31" y="130"/>
                  </a:lnTo>
                  <a:lnTo>
                    <a:pt x="31" y="128"/>
                  </a:lnTo>
                  <a:lnTo>
                    <a:pt x="29" y="128"/>
                  </a:lnTo>
                  <a:lnTo>
                    <a:pt x="29" y="130"/>
                  </a:lnTo>
                  <a:lnTo>
                    <a:pt x="29" y="130"/>
                  </a:lnTo>
                  <a:lnTo>
                    <a:pt x="29" y="128"/>
                  </a:lnTo>
                  <a:lnTo>
                    <a:pt x="26" y="128"/>
                  </a:lnTo>
                  <a:lnTo>
                    <a:pt x="26" y="128"/>
                  </a:lnTo>
                  <a:lnTo>
                    <a:pt x="26" y="128"/>
                  </a:lnTo>
                  <a:lnTo>
                    <a:pt x="26" y="126"/>
                  </a:lnTo>
                  <a:lnTo>
                    <a:pt x="29" y="126"/>
                  </a:lnTo>
                  <a:lnTo>
                    <a:pt x="29" y="126"/>
                  </a:lnTo>
                  <a:lnTo>
                    <a:pt x="29" y="123"/>
                  </a:lnTo>
                  <a:lnTo>
                    <a:pt x="26" y="123"/>
                  </a:lnTo>
                  <a:lnTo>
                    <a:pt x="26" y="123"/>
                  </a:lnTo>
                  <a:lnTo>
                    <a:pt x="26" y="123"/>
                  </a:lnTo>
                  <a:lnTo>
                    <a:pt x="26" y="123"/>
                  </a:lnTo>
                  <a:lnTo>
                    <a:pt x="26" y="121"/>
                  </a:lnTo>
                  <a:lnTo>
                    <a:pt x="24" y="121"/>
                  </a:lnTo>
                  <a:lnTo>
                    <a:pt x="24" y="121"/>
                  </a:lnTo>
                  <a:lnTo>
                    <a:pt x="24" y="118"/>
                  </a:lnTo>
                  <a:lnTo>
                    <a:pt x="24" y="118"/>
                  </a:lnTo>
                  <a:lnTo>
                    <a:pt x="24" y="118"/>
                  </a:lnTo>
                  <a:lnTo>
                    <a:pt x="22" y="118"/>
                  </a:lnTo>
                  <a:lnTo>
                    <a:pt x="22" y="118"/>
                  </a:lnTo>
                  <a:lnTo>
                    <a:pt x="22" y="116"/>
                  </a:lnTo>
                  <a:lnTo>
                    <a:pt x="22" y="116"/>
                  </a:lnTo>
                  <a:lnTo>
                    <a:pt x="22" y="116"/>
                  </a:lnTo>
                  <a:lnTo>
                    <a:pt x="22" y="114"/>
                  </a:lnTo>
                  <a:lnTo>
                    <a:pt x="22" y="114"/>
                  </a:lnTo>
                  <a:lnTo>
                    <a:pt x="22" y="114"/>
                  </a:lnTo>
                  <a:lnTo>
                    <a:pt x="22" y="111"/>
                  </a:lnTo>
                  <a:lnTo>
                    <a:pt x="19" y="111"/>
                  </a:lnTo>
                  <a:lnTo>
                    <a:pt x="19" y="111"/>
                  </a:lnTo>
                  <a:lnTo>
                    <a:pt x="19" y="111"/>
                  </a:lnTo>
                  <a:lnTo>
                    <a:pt x="19" y="111"/>
                  </a:lnTo>
                  <a:lnTo>
                    <a:pt x="17" y="111"/>
                  </a:lnTo>
                  <a:lnTo>
                    <a:pt x="17" y="109"/>
                  </a:lnTo>
                  <a:lnTo>
                    <a:pt x="17" y="109"/>
                  </a:lnTo>
                  <a:lnTo>
                    <a:pt x="17" y="109"/>
                  </a:lnTo>
                  <a:lnTo>
                    <a:pt x="17" y="109"/>
                  </a:lnTo>
                  <a:lnTo>
                    <a:pt x="15" y="109"/>
                  </a:lnTo>
                  <a:lnTo>
                    <a:pt x="15" y="107"/>
                  </a:lnTo>
                  <a:lnTo>
                    <a:pt x="15" y="107"/>
                  </a:lnTo>
                  <a:lnTo>
                    <a:pt x="15" y="107"/>
                  </a:lnTo>
                  <a:lnTo>
                    <a:pt x="15" y="104"/>
                  </a:lnTo>
                  <a:lnTo>
                    <a:pt x="15" y="104"/>
                  </a:lnTo>
                  <a:lnTo>
                    <a:pt x="15" y="107"/>
                  </a:lnTo>
                  <a:lnTo>
                    <a:pt x="12" y="107"/>
                  </a:lnTo>
                  <a:lnTo>
                    <a:pt x="12" y="104"/>
                  </a:lnTo>
                  <a:lnTo>
                    <a:pt x="12" y="104"/>
                  </a:lnTo>
                  <a:lnTo>
                    <a:pt x="12" y="104"/>
                  </a:lnTo>
                  <a:lnTo>
                    <a:pt x="12" y="104"/>
                  </a:lnTo>
                  <a:lnTo>
                    <a:pt x="12" y="104"/>
                  </a:lnTo>
                  <a:lnTo>
                    <a:pt x="10" y="104"/>
                  </a:lnTo>
                  <a:lnTo>
                    <a:pt x="10" y="104"/>
                  </a:lnTo>
                  <a:lnTo>
                    <a:pt x="8" y="104"/>
                  </a:lnTo>
                  <a:lnTo>
                    <a:pt x="8" y="104"/>
                  </a:lnTo>
                  <a:lnTo>
                    <a:pt x="8" y="104"/>
                  </a:lnTo>
                  <a:lnTo>
                    <a:pt x="5" y="104"/>
                  </a:lnTo>
                  <a:lnTo>
                    <a:pt x="5" y="107"/>
                  </a:lnTo>
                  <a:lnTo>
                    <a:pt x="5" y="107"/>
                  </a:lnTo>
                  <a:lnTo>
                    <a:pt x="8" y="107"/>
                  </a:lnTo>
                  <a:lnTo>
                    <a:pt x="8" y="109"/>
                  </a:lnTo>
                  <a:lnTo>
                    <a:pt x="8" y="109"/>
                  </a:lnTo>
                  <a:lnTo>
                    <a:pt x="5" y="109"/>
                  </a:lnTo>
                  <a:lnTo>
                    <a:pt x="5" y="109"/>
                  </a:lnTo>
                  <a:lnTo>
                    <a:pt x="5" y="109"/>
                  </a:lnTo>
                  <a:lnTo>
                    <a:pt x="5" y="109"/>
                  </a:lnTo>
                  <a:lnTo>
                    <a:pt x="5" y="109"/>
                  </a:lnTo>
                  <a:lnTo>
                    <a:pt x="3" y="109"/>
                  </a:lnTo>
                  <a:lnTo>
                    <a:pt x="3" y="109"/>
                  </a:lnTo>
                  <a:lnTo>
                    <a:pt x="3" y="109"/>
                  </a:lnTo>
                  <a:lnTo>
                    <a:pt x="0" y="109"/>
                  </a:lnTo>
                  <a:lnTo>
                    <a:pt x="0" y="107"/>
                  </a:lnTo>
                  <a:lnTo>
                    <a:pt x="0" y="107"/>
                  </a:lnTo>
                  <a:lnTo>
                    <a:pt x="0" y="107"/>
                  </a:lnTo>
                  <a:lnTo>
                    <a:pt x="0" y="104"/>
                  </a:lnTo>
                  <a:lnTo>
                    <a:pt x="0" y="104"/>
                  </a:lnTo>
                  <a:lnTo>
                    <a:pt x="0" y="102"/>
                  </a:lnTo>
                  <a:lnTo>
                    <a:pt x="0" y="102"/>
                  </a:lnTo>
                  <a:lnTo>
                    <a:pt x="0" y="99"/>
                  </a:lnTo>
                  <a:lnTo>
                    <a:pt x="0" y="99"/>
                  </a:lnTo>
                  <a:lnTo>
                    <a:pt x="0" y="99"/>
                  </a:lnTo>
                  <a:lnTo>
                    <a:pt x="0" y="97"/>
                  </a:lnTo>
                  <a:lnTo>
                    <a:pt x="0" y="97"/>
                  </a:lnTo>
                  <a:lnTo>
                    <a:pt x="0" y="97"/>
                  </a:lnTo>
                  <a:lnTo>
                    <a:pt x="0" y="95"/>
                  </a:lnTo>
                  <a:lnTo>
                    <a:pt x="0" y="95"/>
                  </a:lnTo>
                  <a:lnTo>
                    <a:pt x="3" y="95"/>
                  </a:lnTo>
                  <a:lnTo>
                    <a:pt x="3" y="92"/>
                  </a:lnTo>
                  <a:lnTo>
                    <a:pt x="3" y="92"/>
                  </a:lnTo>
                  <a:lnTo>
                    <a:pt x="3" y="92"/>
                  </a:lnTo>
                  <a:lnTo>
                    <a:pt x="3" y="90"/>
                  </a:lnTo>
                  <a:lnTo>
                    <a:pt x="3" y="90"/>
                  </a:lnTo>
                  <a:lnTo>
                    <a:pt x="5" y="90"/>
                  </a:lnTo>
                  <a:lnTo>
                    <a:pt x="5" y="90"/>
                  </a:lnTo>
                  <a:lnTo>
                    <a:pt x="5" y="88"/>
                  </a:lnTo>
                  <a:lnTo>
                    <a:pt x="5" y="88"/>
                  </a:lnTo>
                  <a:lnTo>
                    <a:pt x="5" y="88"/>
                  </a:lnTo>
                  <a:lnTo>
                    <a:pt x="5" y="85"/>
                  </a:lnTo>
                  <a:lnTo>
                    <a:pt x="5" y="85"/>
                  </a:lnTo>
                  <a:lnTo>
                    <a:pt x="5" y="83"/>
                  </a:lnTo>
                  <a:lnTo>
                    <a:pt x="5" y="83"/>
                  </a:lnTo>
                  <a:lnTo>
                    <a:pt x="5" y="81"/>
                  </a:lnTo>
                  <a:lnTo>
                    <a:pt x="5" y="81"/>
                  </a:lnTo>
                  <a:lnTo>
                    <a:pt x="5" y="81"/>
                  </a:lnTo>
                  <a:lnTo>
                    <a:pt x="5" y="78"/>
                  </a:lnTo>
                  <a:lnTo>
                    <a:pt x="5" y="78"/>
                  </a:lnTo>
                  <a:lnTo>
                    <a:pt x="5" y="78"/>
                  </a:lnTo>
                  <a:lnTo>
                    <a:pt x="5" y="76"/>
                  </a:lnTo>
                  <a:lnTo>
                    <a:pt x="8" y="76"/>
                  </a:lnTo>
                  <a:lnTo>
                    <a:pt x="8" y="76"/>
                  </a:lnTo>
                  <a:lnTo>
                    <a:pt x="8" y="73"/>
                  </a:lnTo>
                  <a:lnTo>
                    <a:pt x="8" y="73"/>
                  </a:lnTo>
                  <a:lnTo>
                    <a:pt x="8" y="73"/>
                  </a:lnTo>
                  <a:lnTo>
                    <a:pt x="8" y="71"/>
                  </a:lnTo>
                  <a:lnTo>
                    <a:pt x="8" y="71"/>
                  </a:lnTo>
                  <a:lnTo>
                    <a:pt x="8" y="71"/>
                  </a:lnTo>
                  <a:lnTo>
                    <a:pt x="8" y="69"/>
                  </a:lnTo>
                  <a:lnTo>
                    <a:pt x="10" y="69"/>
                  </a:lnTo>
                  <a:lnTo>
                    <a:pt x="10" y="69"/>
                  </a:lnTo>
                  <a:lnTo>
                    <a:pt x="10" y="69"/>
                  </a:lnTo>
                  <a:lnTo>
                    <a:pt x="10" y="69"/>
                  </a:lnTo>
                  <a:lnTo>
                    <a:pt x="12" y="69"/>
                  </a:lnTo>
                  <a:lnTo>
                    <a:pt x="12" y="69"/>
                  </a:lnTo>
                  <a:lnTo>
                    <a:pt x="12" y="69"/>
                  </a:lnTo>
                  <a:lnTo>
                    <a:pt x="12" y="71"/>
                  </a:lnTo>
                  <a:lnTo>
                    <a:pt x="12" y="71"/>
                  </a:lnTo>
                  <a:lnTo>
                    <a:pt x="12" y="71"/>
                  </a:lnTo>
                  <a:lnTo>
                    <a:pt x="12" y="71"/>
                  </a:lnTo>
                  <a:lnTo>
                    <a:pt x="15" y="71"/>
                  </a:lnTo>
                  <a:lnTo>
                    <a:pt x="15" y="71"/>
                  </a:lnTo>
                  <a:lnTo>
                    <a:pt x="15" y="71"/>
                  </a:lnTo>
                  <a:lnTo>
                    <a:pt x="17" y="71"/>
                  </a:lnTo>
                  <a:lnTo>
                    <a:pt x="17" y="71"/>
                  </a:lnTo>
                  <a:lnTo>
                    <a:pt x="17" y="73"/>
                  </a:lnTo>
                  <a:lnTo>
                    <a:pt x="19" y="73"/>
                  </a:lnTo>
                  <a:lnTo>
                    <a:pt x="19" y="73"/>
                  </a:lnTo>
                  <a:lnTo>
                    <a:pt x="19" y="73"/>
                  </a:lnTo>
                  <a:lnTo>
                    <a:pt x="22" y="73"/>
                  </a:lnTo>
                  <a:lnTo>
                    <a:pt x="22" y="73"/>
                  </a:lnTo>
                  <a:lnTo>
                    <a:pt x="22" y="73"/>
                  </a:lnTo>
                  <a:lnTo>
                    <a:pt x="24" y="73"/>
                  </a:lnTo>
                  <a:lnTo>
                    <a:pt x="24" y="73"/>
                  </a:lnTo>
                  <a:lnTo>
                    <a:pt x="24" y="73"/>
                  </a:lnTo>
                  <a:lnTo>
                    <a:pt x="26" y="73"/>
                  </a:lnTo>
                  <a:lnTo>
                    <a:pt x="26" y="73"/>
                  </a:lnTo>
                  <a:lnTo>
                    <a:pt x="26" y="73"/>
                  </a:lnTo>
                  <a:lnTo>
                    <a:pt x="29" y="73"/>
                  </a:lnTo>
                  <a:lnTo>
                    <a:pt x="29" y="73"/>
                  </a:lnTo>
                  <a:lnTo>
                    <a:pt x="29" y="76"/>
                  </a:lnTo>
                  <a:lnTo>
                    <a:pt x="31" y="76"/>
                  </a:lnTo>
                  <a:lnTo>
                    <a:pt x="31" y="76"/>
                  </a:lnTo>
                  <a:lnTo>
                    <a:pt x="31" y="76"/>
                  </a:lnTo>
                  <a:lnTo>
                    <a:pt x="34" y="76"/>
                  </a:lnTo>
                  <a:lnTo>
                    <a:pt x="34" y="76"/>
                  </a:lnTo>
                  <a:lnTo>
                    <a:pt x="34" y="76"/>
                  </a:lnTo>
                  <a:lnTo>
                    <a:pt x="36" y="76"/>
                  </a:lnTo>
                  <a:lnTo>
                    <a:pt x="36" y="76"/>
                  </a:lnTo>
                  <a:lnTo>
                    <a:pt x="36" y="73"/>
                  </a:lnTo>
                  <a:lnTo>
                    <a:pt x="38" y="73"/>
                  </a:lnTo>
                  <a:lnTo>
                    <a:pt x="38" y="73"/>
                  </a:lnTo>
                  <a:lnTo>
                    <a:pt x="38" y="73"/>
                  </a:lnTo>
                  <a:lnTo>
                    <a:pt x="38" y="73"/>
                  </a:lnTo>
                  <a:lnTo>
                    <a:pt x="38" y="71"/>
                  </a:lnTo>
                  <a:lnTo>
                    <a:pt x="41" y="71"/>
                  </a:lnTo>
                  <a:lnTo>
                    <a:pt x="41" y="71"/>
                  </a:lnTo>
                  <a:lnTo>
                    <a:pt x="41" y="71"/>
                  </a:lnTo>
                  <a:lnTo>
                    <a:pt x="41" y="71"/>
                  </a:lnTo>
                  <a:lnTo>
                    <a:pt x="41" y="69"/>
                  </a:lnTo>
                  <a:lnTo>
                    <a:pt x="43" y="69"/>
                  </a:lnTo>
                  <a:lnTo>
                    <a:pt x="43" y="69"/>
                  </a:lnTo>
                  <a:lnTo>
                    <a:pt x="43" y="69"/>
                  </a:lnTo>
                  <a:lnTo>
                    <a:pt x="43" y="69"/>
                  </a:lnTo>
                  <a:lnTo>
                    <a:pt x="45" y="69"/>
                  </a:lnTo>
                  <a:lnTo>
                    <a:pt x="45" y="66"/>
                  </a:lnTo>
                  <a:lnTo>
                    <a:pt x="45" y="66"/>
                  </a:lnTo>
                  <a:lnTo>
                    <a:pt x="45" y="66"/>
                  </a:lnTo>
                  <a:lnTo>
                    <a:pt x="45" y="66"/>
                  </a:lnTo>
                  <a:lnTo>
                    <a:pt x="45" y="64"/>
                  </a:lnTo>
                  <a:lnTo>
                    <a:pt x="45" y="64"/>
                  </a:lnTo>
                  <a:lnTo>
                    <a:pt x="48" y="64"/>
                  </a:lnTo>
                  <a:lnTo>
                    <a:pt x="48" y="62"/>
                  </a:lnTo>
                  <a:lnTo>
                    <a:pt x="48" y="62"/>
                  </a:lnTo>
                  <a:lnTo>
                    <a:pt x="48" y="62"/>
                  </a:lnTo>
                  <a:lnTo>
                    <a:pt x="48" y="59"/>
                  </a:lnTo>
                  <a:lnTo>
                    <a:pt x="48" y="59"/>
                  </a:lnTo>
                  <a:lnTo>
                    <a:pt x="48" y="59"/>
                  </a:lnTo>
                  <a:lnTo>
                    <a:pt x="50" y="59"/>
                  </a:lnTo>
                  <a:lnTo>
                    <a:pt x="50" y="59"/>
                  </a:lnTo>
                  <a:lnTo>
                    <a:pt x="50" y="59"/>
                  </a:lnTo>
                  <a:lnTo>
                    <a:pt x="53" y="59"/>
                  </a:lnTo>
                  <a:lnTo>
                    <a:pt x="53" y="59"/>
                  </a:lnTo>
                  <a:lnTo>
                    <a:pt x="53" y="59"/>
                  </a:lnTo>
                  <a:lnTo>
                    <a:pt x="53" y="57"/>
                  </a:lnTo>
                  <a:lnTo>
                    <a:pt x="55" y="57"/>
                  </a:lnTo>
                  <a:lnTo>
                    <a:pt x="55" y="57"/>
                  </a:lnTo>
                  <a:lnTo>
                    <a:pt x="55" y="57"/>
                  </a:lnTo>
                  <a:lnTo>
                    <a:pt x="57" y="57"/>
                  </a:lnTo>
                  <a:lnTo>
                    <a:pt x="57" y="57"/>
                  </a:lnTo>
                  <a:lnTo>
                    <a:pt x="60" y="57"/>
                  </a:lnTo>
                  <a:lnTo>
                    <a:pt x="60" y="57"/>
                  </a:lnTo>
                  <a:lnTo>
                    <a:pt x="60" y="57"/>
                  </a:lnTo>
                  <a:lnTo>
                    <a:pt x="60" y="57"/>
                  </a:lnTo>
                  <a:lnTo>
                    <a:pt x="62" y="57"/>
                  </a:lnTo>
                  <a:lnTo>
                    <a:pt x="62" y="57"/>
                  </a:lnTo>
                  <a:lnTo>
                    <a:pt x="64" y="57"/>
                  </a:lnTo>
                  <a:lnTo>
                    <a:pt x="64" y="54"/>
                  </a:lnTo>
                  <a:lnTo>
                    <a:pt x="64" y="54"/>
                  </a:lnTo>
                  <a:lnTo>
                    <a:pt x="64" y="54"/>
                  </a:lnTo>
                  <a:lnTo>
                    <a:pt x="67" y="54"/>
                  </a:lnTo>
                  <a:lnTo>
                    <a:pt x="67" y="54"/>
                  </a:lnTo>
                  <a:lnTo>
                    <a:pt x="67" y="54"/>
                  </a:lnTo>
                  <a:lnTo>
                    <a:pt x="67" y="52"/>
                  </a:lnTo>
                  <a:lnTo>
                    <a:pt x="67" y="52"/>
                  </a:lnTo>
                  <a:lnTo>
                    <a:pt x="67" y="52"/>
                  </a:lnTo>
                  <a:lnTo>
                    <a:pt x="67" y="50"/>
                  </a:lnTo>
                  <a:lnTo>
                    <a:pt x="67" y="50"/>
                  </a:lnTo>
                  <a:lnTo>
                    <a:pt x="69" y="50"/>
                  </a:lnTo>
                  <a:lnTo>
                    <a:pt x="69" y="50"/>
                  </a:lnTo>
                  <a:lnTo>
                    <a:pt x="69" y="47"/>
                  </a:lnTo>
                  <a:lnTo>
                    <a:pt x="69" y="47"/>
                  </a:lnTo>
                  <a:lnTo>
                    <a:pt x="69" y="47"/>
                  </a:lnTo>
                  <a:lnTo>
                    <a:pt x="71" y="47"/>
                  </a:lnTo>
                  <a:lnTo>
                    <a:pt x="71" y="45"/>
                  </a:lnTo>
                  <a:lnTo>
                    <a:pt x="71" y="45"/>
                  </a:lnTo>
                  <a:lnTo>
                    <a:pt x="71" y="45"/>
                  </a:lnTo>
                  <a:lnTo>
                    <a:pt x="71" y="45"/>
                  </a:lnTo>
                  <a:lnTo>
                    <a:pt x="74" y="45"/>
                  </a:lnTo>
                  <a:lnTo>
                    <a:pt x="74" y="45"/>
                  </a:lnTo>
                  <a:lnTo>
                    <a:pt x="74" y="43"/>
                  </a:lnTo>
                  <a:lnTo>
                    <a:pt x="74" y="43"/>
                  </a:lnTo>
                  <a:lnTo>
                    <a:pt x="76" y="43"/>
                  </a:lnTo>
                  <a:lnTo>
                    <a:pt x="76" y="43"/>
                  </a:lnTo>
                  <a:lnTo>
                    <a:pt x="76" y="40"/>
                  </a:lnTo>
                  <a:lnTo>
                    <a:pt x="74" y="40"/>
                  </a:lnTo>
                  <a:lnTo>
                    <a:pt x="74" y="40"/>
                  </a:lnTo>
                  <a:lnTo>
                    <a:pt x="74" y="40"/>
                  </a:lnTo>
                  <a:lnTo>
                    <a:pt x="74" y="40"/>
                  </a:lnTo>
                  <a:lnTo>
                    <a:pt x="74" y="40"/>
                  </a:lnTo>
                  <a:lnTo>
                    <a:pt x="74" y="38"/>
                  </a:lnTo>
                  <a:lnTo>
                    <a:pt x="71" y="38"/>
                  </a:lnTo>
                  <a:lnTo>
                    <a:pt x="71" y="38"/>
                  </a:lnTo>
                  <a:lnTo>
                    <a:pt x="71" y="38"/>
                  </a:lnTo>
                  <a:lnTo>
                    <a:pt x="71" y="35"/>
                  </a:lnTo>
                  <a:lnTo>
                    <a:pt x="71" y="35"/>
                  </a:lnTo>
                  <a:lnTo>
                    <a:pt x="71" y="35"/>
                  </a:lnTo>
                  <a:lnTo>
                    <a:pt x="69" y="35"/>
                  </a:lnTo>
                  <a:lnTo>
                    <a:pt x="69" y="33"/>
                  </a:lnTo>
                  <a:lnTo>
                    <a:pt x="69" y="33"/>
                  </a:lnTo>
                  <a:lnTo>
                    <a:pt x="69" y="33"/>
                  </a:lnTo>
                  <a:lnTo>
                    <a:pt x="67" y="33"/>
                  </a:lnTo>
                  <a:lnTo>
                    <a:pt x="67" y="31"/>
                  </a:lnTo>
                  <a:lnTo>
                    <a:pt x="67" y="31"/>
                  </a:lnTo>
                  <a:lnTo>
                    <a:pt x="67" y="31"/>
                  </a:lnTo>
                  <a:lnTo>
                    <a:pt x="67" y="31"/>
                  </a:lnTo>
                  <a:lnTo>
                    <a:pt x="67" y="31"/>
                  </a:lnTo>
                  <a:lnTo>
                    <a:pt x="64" y="31"/>
                  </a:lnTo>
                  <a:lnTo>
                    <a:pt x="64" y="28"/>
                  </a:lnTo>
                  <a:lnTo>
                    <a:pt x="64" y="28"/>
                  </a:lnTo>
                  <a:lnTo>
                    <a:pt x="64" y="28"/>
                  </a:lnTo>
                  <a:lnTo>
                    <a:pt x="64" y="28"/>
                  </a:lnTo>
                  <a:lnTo>
                    <a:pt x="64" y="26"/>
                  </a:lnTo>
                  <a:lnTo>
                    <a:pt x="62" y="26"/>
                  </a:lnTo>
                  <a:lnTo>
                    <a:pt x="62" y="26"/>
                  </a:lnTo>
                  <a:lnTo>
                    <a:pt x="62" y="26"/>
                  </a:lnTo>
                  <a:lnTo>
                    <a:pt x="62" y="24"/>
                  </a:lnTo>
                  <a:lnTo>
                    <a:pt x="60" y="24"/>
                  </a:lnTo>
                  <a:lnTo>
                    <a:pt x="60" y="24"/>
                  </a:lnTo>
                  <a:lnTo>
                    <a:pt x="60" y="24"/>
                  </a:lnTo>
                  <a:lnTo>
                    <a:pt x="60" y="21"/>
                  </a:lnTo>
                  <a:lnTo>
                    <a:pt x="60" y="21"/>
                  </a:lnTo>
                  <a:lnTo>
                    <a:pt x="60" y="21"/>
                  </a:lnTo>
                  <a:lnTo>
                    <a:pt x="57" y="21"/>
                  </a:lnTo>
                  <a:lnTo>
                    <a:pt x="57" y="19"/>
                  </a:lnTo>
                  <a:lnTo>
                    <a:pt x="57" y="19"/>
                  </a:lnTo>
                  <a:lnTo>
                    <a:pt x="57" y="19"/>
                  </a:lnTo>
                  <a:lnTo>
                    <a:pt x="55" y="19"/>
                  </a:lnTo>
                  <a:lnTo>
                    <a:pt x="55" y="19"/>
                  </a:lnTo>
                  <a:lnTo>
                    <a:pt x="55" y="19"/>
                  </a:lnTo>
                  <a:lnTo>
                    <a:pt x="55" y="17"/>
                  </a:lnTo>
                  <a:lnTo>
                    <a:pt x="55" y="17"/>
                  </a:lnTo>
                  <a:lnTo>
                    <a:pt x="57" y="17"/>
                  </a:lnTo>
                  <a:lnTo>
                    <a:pt x="57" y="17"/>
                  </a:lnTo>
                  <a:lnTo>
                    <a:pt x="57" y="17"/>
                  </a:lnTo>
                  <a:lnTo>
                    <a:pt x="60" y="17"/>
                  </a:lnTo>
                  <a:lnTo>
                    <a:pt x="60" y="17"/>
                  </a:lnTo>
                  <a:lnTo>
                    <a:pt x="60" y="17"/>
                  </a:lnTo>
                  <a:lnTo>
                    <a:pt x="62" y="17"/>
                  </a:lnTo>
                  <a:lnTo>
                    <a:pt x="62" y="14"/>
                  </a:lnTo>
                  <a:lnTo>
                    <a:pt x="62" y="14"/>
                  </a:lnTo>
                  <a:lnTo>
                    <a:pt x="64" y="14"/>
                  </a:lnTo>
                  <a:lnTo>
                    <a:pt x="64" y="14"/>
                  </a:lnTo>
                  <a:lnTo>
                    <a:pt x="64" y="14"/>
                  </a:lnTo>
                  <a:lnTo>
                    <a:pt x="64" y="14"/>
                  </a:lnTo>
                  <a:lnTo>
                    <a:pt x="67" y="14"/>
                  </a:lnTo>
                  <a:lnTo>
                    <a:pt x="67" y="14"/>
                  </a:lnTo>
                  <a:lnTo>
                    <a:pt x="67" y="14"/>
                  </a:lnTo>
                  <a:lnTo>
                    <a:pt x="69" y="14"/>
                  </a:lnTo>
                  <a:lnTo>
                    <a:pt x="69" y="12"/>
                  </a:lnTo>
                  <a:lnTo>
                    <a:pt x="69" y="12"/>
                  </a:lnTo>
                  <a:lnTo>
                    <a:pt x="71" y="12"/>
                  </a:lnTo>
                  <a:lnTo>
                    <a:pt x="71" y="12"/>
                  </a:lnTo>
                  <a:lnTo>
                    <a:pt x="71" y="12"/>
                  </a:lnTo>
                  <a:lnTo>
                    <a:pt x="71" y="12"/>
                  </a:lnTo>
                  <a:lnTo>
                    <a:pt x="74" y="12"/>
                  </a:lnTo>
                  <a:lnTo>
                    <a:pt x="74" y="12"/>
                  </a:lnTo>
                  <a:lnTo>
                    <a:pt x="74" y="12"/>
                  </a:lnTo>
                  <a:lnTo>
                    <a:pt x="76" y="12"/>
                  </a:lnTo>
                  <a:lnTo>
                    <a:pt x="76" y="9"/>
                  </a:lnTo>
                  <a:lnTo>
                    <a:pt x="76" y="9"/>
                  </a:lnTo>
                  <a:lnTo>
                    <a:pt x="79" y="9"/>
                  </a:lnTo>
                  <a:lnTo>
                    <a:pt x="79" y="9"/>
                  </a:lnTo>
                  <a:lnTo>
                    <a:pt x="79" y="9"/>
                  </a:lnTo>
                  <a:lnTo>
                    <a:pt x="79" y="9"/>
                  </a:lnTo>
                  <a:lnTo>
                    <a:pt x="81" y="9"/>
                  </a:lnTo>
                  <a:lnTo>
                    <a:pt x="81" y="9"/>
                  </a:lnTo>
                  <a:lnTo>
                    <a:pt x="81" y="9"/>
                  </a:lnTo>
                  <a:lnTo>
                    <a:pt x="83" y="9"/>
                  </a:lnTo>
                  <a:lnTo>
                    <a:pt x="83" y="9"/>
                  </a:lnTo>
                  <a:lnTo>
                    <a:pt x="83" y="9"/>
                  </a:lnTo>
                  <a:lnTo>
                    <a:pt x="86" y="9"/>
                  </a:lnTo>
                  <a:lnTo>
                    <a:pt x="86" y="9"/>
                  </a:lnTo>
                  <a:lnTo>
                    <a:pt x="86" y="7"/>
                  </a:lnTo>
                  <a:lnTo>
                    <a:pt x="86" y="7"/>
                  </a:lnTo>
                  <a:lnTo>
                    <a:pt x="88" y="7"/>
                  </a:lnTo>
                  <a:lnTo>
                    <a:pt x="88" y="7"/>
                  </a:lnTo>
                  <a:lnTo>
                    <a:pt x="88" y="7"/>
                  </a:lnTo>
                  <a:lnTo>
                    <a:pt x="88" y="7"/>
                  </a:lnTo>
                  <a:lnTo>
                    <a:pt x="90" y="7"/>
                  </a:lnTo>
                  <a:lnTo>
                    <a:pt x="90" y="7"/>
                  </a:lnTo>
                  <a:lnTo>
                    <a:pt x="93" y="7"/>
                  </a:lnTo>
                  <a:lnTo>
                    <a:pt x="93" y="7"/>
                  </a:lnTo>
                  <a:lnTo>
                    <a:pt x="93" y="5"/>
                  </a:lnTo>
                  <a:lnTo>
                    <a:pt x="93" y="5"/>
                  </a:lnTo>
                  <a:lnTo>
                    <a:pt x="95" y="5"/>
                  </a:lnTo>
                  <a:lnTo>
                    <a:pt x="95" y="5"/>
                  </a:lnTo>
                  <a:lnTo>
                    <a:pt x="97" y="5"/>
                  </a:lnTo>
                  <a:lnTo>
                    <a:pt x="97" y="5"/>
                  </a:lnTo>
                  <a:lnTo>
                    <a:pt x="97" y="5"/>
                  </a:lnTo>
                  <a:lnTo>
                    <a:pt x="97" y="5"/>
                  </a:lnTo>
                  <a:lnTo>
                    <a:pt x="100" y="5"/>
                  </a:lnTo>
                  <a:lnTo>
                    <a:pt x="100" y="2"/>
                  </a:lnTo>
                  <a:lnTo>
                    <a:pt x="100" y="2"/>
                  </a:lnTo>
                  <a:lnTo>
                    <a:pt x="100" y="2"/>
                  </a:lnTo>
                  <a:lnTo>
                    <a:pt x="100" y="2"/>
                  </a:lnTo>
                  <a:lnTo>
                    <a:pt x="102" y="2"/>
                  </a:lnTo>
                  <a:lnTo>
                    <a:pt x="102" y="0"/>
                  </a:lnTo>
                  <a:lnTo>
                    <a:pt x="102" y="0"/>
                  </a:lnTo>
                  <a:lnTo>
                    <a:pt x="102" y="0"/>
                  </a:lnTo>
                  <a:lnTo>
                    <a:pt x="105" y="0"/>
                  </a:lnTo>
                  <a:lnTo>
                    <a:pt x="105" y="0"/>
                  </a:lnTo>
                  <a:lnTo>
                    <a:pt x="105" y="0"/>
                  </a:lnTo>
                  <a:lnTo>
                    <a:pt x="105" y="0"/>
                  </a:lnTo>
                  <a:lnTo>
                    <a:pt x="107" y="0"/>
                  </a:lnTo>
                  <a:lnTo>
                    <a:pt x="107" y="0"/>
                  </a:lnTo>
                  <a:lnTo>
                    <a:pt x="107" y="0"/>
                  </a:lnTo>
                  <a:lnTo>
                    <a:pt x="107" y="0"/>
                  </a:lnTo>
                  <a:lnTo>
                    <a:pt x="109" y="0"/>
                  </a:lnTo>
                  <a:lnTo>
                    <a:pt x="109" y="0"/>
                  </a:lnTo>
                  <a:lnTo>
                    <a:pt x="112" y="0"/>
                  </a:lnTo>
                  <a:lnTo>
                    <a:pt x="112" y="0"/>
                  </a:lnTo>
                  <a:lnTo>
                    <a:pt x="112" y="0"/>
                  </a:lnTo>
                  <a:lnTo>
                    <a:pt x="112" y="0"/>
                  </a:lnTo>
                  <a:lnTo>
                    <a:pt x="114" y="0"/>
                  </a:lnTo>
                  <a:lnTo>
                    <a:pt x="114" y="0"/>
                  </a:lnTo>
                  <a:lnTo>
                    <a:pt x="114" y="0"/>
                  </a:lnTo>
                  <a:lnTo>
                    <a:pt x="114" y="2"/>
                  </a:lnTo>
                  <a:lnTo>
                    <a:pt x="116" y="2"/>
                  </a:lnTo>
                  <a:lnTo>
                    <a:pt x="116" y="2"/>
                  </a:lnTo>
                  <a:lnTo>
                    <a:pt x="119" y="2"/>
                  </a:lnTo>
                  <a:lnTo>
                    <a:pt x="119" y="2"/>
                  </a:lnTo>
                  <a:lnTo>
                    <a:pt x="119" y="2"/>
                  </a:lnTo>
                  <a:lnTo>
                    <a:pt x="119" y="2"/>
                  </a:lnTo>
                  <a:lnTo>
                    <a:pt x="121" y="2"/>
                  </a:lnTo>
                  <a:lnTo>
                    <a:pt x="121" y="2"/>
                  </a:lnTo>
                  <a:lnTo>
                    <a:pt x="121" y="5"/>
                  </a:lnTo>
                  <a:lnTo>
                    <a:pt x="121" y="5"/>
                  </a:lnTo>
                  <a:lnTo>
                    <a:pt x="124" y="5"/>
                  </a:lnTo>
                  <a:lnTo>
                    <a:pt x="124" y="5"/>
                  </a:lnTo>
                  <a:lnTo>
                    <a:pt x="124" y="5"/>
                  </a:lnTo>
                  <a:lnTo>
                    <a:pt x="126" y="5"/>
                  </a:lnTo>
                  <a:lnTo>
                    <a:pt x="126" y="7"/>
                  </a:lnTo>
                  <a:lnTo>
                    <a:pt x="126" y="7"/>
                  </a:lnTo>
                  <a:lnTo>
                    <a:pt x="126" y="7"/>
                  </a:lnTo>
                  <a:lnTo>
                    <a:pt x="126" y="7"/>
                  </a:lnTo>
                  <a:lnTo>
                    <a:pt x="128" y="7"/>
                  </a:lnTo>
                  <a:lnTo>
                    <a:pt x="128" y="7"/>
                  </a:lnTo>
                  <a:lnTo>
                    <a:pt x="128" y="7"/>
                  </a:lnTo>
                  <a:lnTo>
                    <a:pt x="128" y="9"/>
                  </a:lnTo>
                  <a:lnTo>
                    <a:pt x="131" y="9"/>
                  </a:lnTo>
                  <a:lnTo>
                    <a:pt x="131" y="9"/>
                  </a:lnTo>
                  <a:lnTo>
                    <a:pt x="131" y="9"/>
                  </a:lnTo>
                  <a:lnTo>
                    <a:pt x="133" y="9"/>
                  </a:lnTo>
                  <a:lnTo>
                    <a:pt x="133" y="9"/>
                  </a:lnTo>
                  <a:lnTo>
                    <a:pt x="133" y="9"/>
                  </a:lnTo>
                  <a:lnTo>
                    <a:pt x="133" y="9"/>
                  </a:lnTo>
                  <a:lnTo>
                    <a:pt x="135" y="9"/>
                  </a:lnTo>
                  <a:lnTo>
                    <a:pt x="135" y="9"/>
                  </a:lnTo>
                  <a:lnTo>
                    <a:pt x="135" y="12"/>
                  </a:lnTo>
                  <a:lnTo>
                    <a:pt x="138" y="12"/>
                  </a:lnTo>
                  <a:lnTo>
                    <a:pt x="138" y="12"/>
                  </a:lnTo>
                  <a:lnTo>
                    <a:pt x="138" y="12"/>
                  </a:lnTo>
                  <a:lnTo>
                    <a:pt x="138" y="12"/>
                  </a:lnTo>
                  <a:lnTo>
                    <a:pt x="140" y="12"/>
                  </a:lnTo>
                  <a:lnTo>
                    <a:pt x="140" y="14"/>
                  </a:lnTo>
                  <a:lnTo>
                    <a:pt x="140" y="14"/>
                  </a:lnTo>
                  <a:lnTo>
                    <a:pt x="140" y="14"/>
                  </a:lnTo>
                  <a:lnTo>
                    <a:pt x="142" y="14"/>
                  </a:lnTo>
                  <a:lnTo>
                    <a:pt x="142" y="14"/>
                  </a:lnTo>
                  <a:lnTo>
                    <a:pt x="142" y="14"/>
                  </a:lnTo>
                  <a:lnTo>
                    <a:pt x="145" y="14"/>
                  </a:lnTo>
                  <a:lnTo>
                    <a:pt x="145" y="17"/>
                  </a:lnTo>
                  <a:lnTo>
                    <a:pt x="145" y="17"/>
                  </a:lnTo>
                  <a:lnTo>
                    <a:pt x="145" y="17"/>
                  </a:lnTo>
                  <a:lnTo>
                    <a:pt x="145" y="17"/>
                  </a:lnTo>
                  <a:lnTo>
                    <a:pt x="147" y="17"/>
                  </a:lnTo>
                  <a:lnTo>
                    <a:pt x="147" y="17"/>
                  </a:lnTo>
                  <a:lnTo>
                    <a:pt x="147" y="19"/>
                  </a:lnTo>
                  <a:lnTo>
                    <a:pt x="147" y="19"/>
                  </a:lnTo>
                  <a:lnTo>
                    <a:pt x="150" y="19"/>
                  </a:lnTo>
                  <a:lnTo>
                    <a:pt x="150" y="19"/>
                  </a:lnTo>
                  <a:lnTo>
                    <a:pt x="150" y="19"/>
                  </a:lnTo>
                  <a:lnTo>
                    <a:pt x="152" y="19"/>
                  </a:lnTo>
                  <a:lnTo>
                    <a:pt x="152" y="19"/>
                  </a:lnTo>
                  <a:lnTo>
                    <a:pt x="152" y="19"/>
                  </a:lnTo>
                  <a:lnTo>
                    <a:pt x="152" y="19"/>
                  </a:lnTo>
                  <a:lnTo>
                    <a:pt x="152" y="21"/>
                  </a:lnTo>
                  <a:lnTo>
                    <a:pt x="154" y="21"/>
                  </a:lnTo>
                  <a:lnTo>
                    <a:pt x="154" y="21"/>
                  </a:lnTo>
                  <a:lnTo>
                    <a:pt x="154" y="21"/>
                  </a:lnTo>
                  <a:lnTo>
                    <a:pt x="154" y="21"/>
                  </a:lnTo>
                  <a:lnTo>
                    <a:pt x="157" y="21"/>
                  </a:lnTo>
                  <a:lnTo>
                    <a:pt x="157" y="21"/>
                  </a:lnTo>
                  <a:lnTo>
                    <a:pt x="157" y="24"/>
                  </a:lnTo>
                  <a:lnTo>
                    <a:pt x="159" y="24"/>
                  </a:lnTo>
                  <a:lnTo>
                    <a:pt x="159" y="24"/>
                  </a:lnTo>
                  <a:lnTo>
                    <a:pt x="159" y="24"/>
                  </a:lnTo>
                  <a:lnTo>
                    <a:pt x="159" y="24"/>
                  </a:lnTo>
                  <a:lnTo>
                    <a:pt x="161" y="24"/>
                  </a:lnTo>
                  <a:lnTo>
                    <a:pt x="161" y="26"/>
                  </a:lnTo>
                  <a:lnTo>
                    <a:pt x="161" y="26"/>
                  </a:lnTo>
                  <a:lnTo>
                    <a:pt x="161" y="26"/>
                  </a:lnTo>
                  <a:lnTo>
                    <a:pt x="161" y="26"/>
                  </a:lnTo>
                  <a:lnTo>
                    <a:pt x="164" y="26"/>
                  </a:lnTo>
                  <a:lnTo>
                    <a:pt x="164" y="26"/>
                  </a:lnTo>
                  <a:lnTo>
                    <a:pt x="164" y="28"/>
                  </a:lnTo>
                  <a:lnTo>
                    <a:pt x="166" y="28"/>
                  </a:lnTo>
                  <a:lnTo>
                    <a:pt x="166" y="28"/>
                  </a:lnTo>
                  <a:lnTo>
                    <a:pt x="166" y="28"/>
                  </a:lnTo>
                  <a:lnTo>
                    <a:pt x="166" y="28"/>
                  </a:lnTo>
                  <a:lnTo>
                    <a:pt x="168" y="28"/>
                  </a:lnTo>
                  <a:lnTo>
                    <a:pt x="168" y="28"/>
                  </a:lnTo>
                  <a:lnTo>
                    <a:pt x="168" y="31"/>
                  </a:lnTo>
                  <a:lnTo>
                    <a:pt x="171" y="31"/>
                  </a:lnTo>
                  <a:lnTo>
                    <a:pt x="171" y="31"/>
                  </a:lnTo>
                  <a:lnTo>
                    <a:pt x="171" y="31"/>
                  </a:lnTo>
                  <a:lnTo>
                    <a:pt x="171" y="31"/>
                  </a:lnTo>
                  <a:lnTo>
                    <a:pt x="173" y="31"/>
                  </a:lnTo>
                  <a:lnTo>
                    <a:pt x="173" y="31"/>
                  </a:lnTo>
                  <a:lnTo>
                    <a:pt x="173" y="31"/>
                  </a:lnTo>
                  <a:lnTo>
                    <a:pt x="173" y="31"/>
                  </a:lnTo>
                  <a:lnTo>
                    <a:pt x="176" y="31"/>
                  </a:lnTo>
                  <a:lnTo>
                    <a:pt x="176" y="33"/>
                  </a:lnTo>
                  <a:lnTo>
                    <a:pt x="176" y="33"/>
                  </a:lnTo>
                  <a:lnTo>
                    <a:pt x="178" y="33"/>
                  </a:lnTo>
                  <a:lnTo>
                    <a:pt x="178" y="33"/>
                  </a:lnTo>
                  <a:lnTo>
                    <a:pt x="178" y="33"/>
                  </a:lnTo>
                  <a:lnTo>
                    <a:pt x="178" y="33"/>
                  </a:lnTo>
                  <a:lnTo>
                    <a:pt x="180" y="33"/>
                  </a:lnTo>
                  <a:lnTo>
                    <a:pt x="180" y="35"/>
                  </a:lnTo>
                  <a:lnTo>
                    <a:pt x="180" y="35"/>
                  </a:lnTo>
                  <a:lnTo>
                    <a:pt x="180" y="35"/>
                  </a:lnTo>
                  <a:lnTo>
                    <a:pt x="180" y="35"/>
                  </a:lnTo>
                  <a:lnTo>
                    <a:pt x="183" y="35"/>
                  </a:lnTo>
                  <a:lnTo>
                    <a:pt x="183" y="35"/>
                  </a:lnTo>
                  <a:lnTo>
                    <a:pt x="183" y="38"/>
                  </a:lnTo>
                  <a:lnTo>
                    <a:pt x="185" y="38"/>
                  </a:lnTo>
                  <a:lnTo>
                    <a:pt x="185" y="38"/>
                  </a:lnTo>
                  <a:lnTo>
                    <a:pt x="185" y="40"/>
                  </a:lnTo>
                  <a:lnTo>
                    <a:pt x="185" y="40"/>
                  </a:lnTo>
                  <a:lnTo>
                    <a:pt x="185" y="40"/>
                  </a:lnTo>
                  <a:lnTo>
                    <a:pt x="185" y="40"/>
                  </a:lnTo>
                  <a:lnTo>
                    <a:pt x="185" y="43"/>
                  </a:lnTo>
                  <a:lnTo>
                    <a:pt x="185" y="43"/>
                  </a:lnTo>
                  <a:lnTo>
                    <a:pt x="185" y="45"/>
                  </a:lnTo>
                  <a:lnTo>
                    <a:pt x="185" y="45"/>
                  </a:lnTo>
                  <a:lnTo>
                    <a:pt x="187" y="45"/>
                  </a:lnTo>
                  <a:lnTo>
                    <a:pt x="187" y="45"/>
                  </a:lnTo>
                  <a:lnTo>
                    <a:pt x="187" y="45"/>
                  </a:lnTo>
                  <a:lnTo>
                    <a:pt x="190" y="45"/>
                  </a:lnTo>
                  <a:lnTo>
                    <a:pt x="190" y="45"/>
                  </a:lnTo>
                  <a:lnTo>
                    <a:pt x="192" y="45"/>
                  </a:lnTo>
                  <a:lnTo>
                    <a:pt x="192" y="45"/>
                  </a:lnTo>
                  <a:lnTo>
                    <a:pt x="192" y="45"/>
                  </a:lnTo>
                  <a:lnTo>
                    <a:pt x="192" y="45"/>
                  </a:lnTo>
                  <a:lnTo>
                    <a:pt x="195" y="45"/>
                  </a:lnTo>
                  <a:lnTo>
                    <a:pt x="195" y="45"/>
                  </a:lnTo>
                  <a:lnTo>
                    <a:pt x="195" y="45"/>
                  </a:lnTo>
                  <a:lnTo>
                    <a:pt x="197" y="45"/>
                  </a:lnTo>
                  <a:lnTo>
                    <a:pt x="197" y="45"/>
                  </a:lnTo>
                  <a:lnTo>
                    <a:pt x="199" y="45"/>
                  </a:lnTo>
                  <a:lnTo>
                    <a:pt x="199" y="47"/>
                  </a:lnTo>
                  <a:lnTo>
                    <a:pt x="199" y="47"/>
                  </a:lnTo>
                  <a:lnTo>
                    <a:pt x="197" y="47"/>
                  </a:lnTo>
                  <a:lnTo>
                    <a:pt x="197" y="50"/>
                  </a:lnTo>
                  <a:lnTo>
                    <a:pt x="197" y="50"/>
                  </a:lnTo>
                  <a:lnTo>
                    <a:pt x="197" y="50"/>
                  </a:lnTo>
                  <a:lnTo>
                    <a:pt x="197" y="52"/>
                  </a:lnTo>
                  <a:lnTo>
                    <a:pt x="197" y="52"/>
                  </a:lnTo>
                  <a:lnTo>
                    <a:pt x="197" y="54"/>
                  </a:lnTo>
                  <a:lnTo>
                    <a:pt x="197" y="54"/>
                  </a:lnTo>
                  <a:lnTo>
                    <a:pt x="197" y="57"/>
                  </a:lnTo>
                  <a:lnTo>
                    <a:pt x="197" y="57"/>
                  </a:lnTo>
                  <a:lnTo>
                    <a:pt x="197" y="59"/>
                  </a:lnTo>
                  <a:lnTo>
                    <a:pt x="197" y="59"/>
                  </a:lnTo>
                  <a:lnTo>
                    <a:pt x="197" y="59"/>
                  </a:lnTo>
                  <a:lnTo>
                    <a:pt x="197" y="59"/>
                  </a:lnTo>
                  <a:lnTo>
                    <a:pt x="197" y="62"/>
                  </a:lnTo>
                  <a:lnTo>
                    <a:pt x="197" y="62"/>
                  </a:lnTo>
                  <a:lnTo>
                    <a:pt x="197" y="64"/>
                  </a:lnTo>
                  <a:lnTo>
                    <a:pt x="197" y="64"/>
                  </a:lnTo>
                  <a:lnTo>
                    <a:pt x="197" y="64"/>
                  </a:lnTo>
                  <a:lnTo>
                    <a:pt x="197" y="66"/>
                  </a:lnTo>
                  <a:lnTo>
                    <a:pt x="199" y="66"/>
                  </a:lnTo>
                  <a:lnTo>
                    <a:pt x="199" y="66"/>
                  </a:lnTo>
                  <a:lnTo>
                    <a:pt x="199" y="66"/>
                  </a:lnTo>
                  <a:lnTo>
                    <a:pt x="199" y="66"/>
                  </a:lnTo>
                  <a:lnTo>
                    <a:pt x="202" y="66"/>
                  </a:lnTo>
                  <a:lnTo>
                    <a:pt x="202" y="66"/>
                  </a:lnTo>
                  <a:lnTo>
                    <a:pt x="202" y="69"/>
                  </a:lnTo>
                  <a:lnTo>
                    <a:pt x="204" y="69"/>
                  </a:lnTo>
                  <a:lnTo>
                    <a:pt x="204" y="69"/>
                  </a:lnTo>
                  <a:lnTo>
                    <a:pt x="204" y="69"/>
                  </a:lnTo>
                  <a:lnTo>
                    <a:pt x="204" y="69"/>
                  </a:lnTo>
                  <a:lnTo>
                    <a:pt x="206" y="69"/>
                  </a:lnTo>
                  <a:lnTo>
                    <a:pt x="206" y="69"/>
                  </a:lnTo>
                  <a:lnTo>
                    <a:pt x="206" y="69"/>
                  </a:lnTo>
                  <a:lnTo>
                    <a:pt x="206" y="69"/>
                  </a:lnTo>
                  <a:lnTo>
                    <a:pt x="209" y="69"/>
                  </a:lnTo>
                  <a:lnTo>
                    <a:pt x="209" y="69"/>
                  </a:lnTo>
                  <a:lnTo>
                    <a:pt x="209" y="71"/>
                  </a:lnTo>
                  <a:lnTo>
                    <a:pt x="211" y="71"/>
                  </a:lnTo>
                  <a:lnTo>
                    <a:pt x="211" y="71"/>
                  </a:lnTo>
                  <a:lnTo>
                    <a:pt x="211" y="71"/>
                  </a:lnTo>
                  <a:lnTo>
                    <a:pt x="211" y="71"/>
                  </a:lnTo>
                  <a:lnTo>
                    <a:pt x="213" y="71"/>
                  </a:lnTo>
                  <a:lnTo>
                    <a:pt x="213" y="71"/>
                  </a:lnTo>
                  <a:lnTo>
                    <a:pt x="213" y="71"/>
                  </a:lnTo>
                  <a:lnTo>
                    <a:pt x="213" y="73"/>
                  </a:lnTo>
                  <a:lnTo>
                    <a:pt x="216" y="73"/>
                  </a:lnTo>
                  <a:lnTo>
                    <a:pt x="216" y="73"/>
                  </a:lnTo>
                  <a:lnTo>
                    <a:pt x="218" y="73"/>
                  </a:lnTo>
                  <a:lnTo>
                    <a:pt x="218" y="73"/>
                  </a:lnTo>
                  <a:lnTo>
                    <a:pt x="218" y="73"/>
                  </a:lnTo>
                  <a:lnTo>
                    <a:pt x="218" y="73"/>
                  </a:lnTo>
                  <a:lnTo>
                    <a:pt x="221" y="73"/>
                  </a:lnTo>
                  <a:lnTo>
                    <a:pt x="221" y="76"/>
                  </a:lnTo>
                  <a:lnTo>
                    <a:pt x="221" y="76"/>
                  </a:lnTo>
                  <a:lnTo>
                    <a:pt x="221" y="76"/>
                  </a:lnTo>
                  <a:lnTo>
                    <a:pt x="223" y="76"/>
                  </a:lnTo>
                  <a:lnTo>
                    <a:pt x="223" y="76"/>
                  </a:lnTo>
                  <a:lnTo>
                    <a:pt x="225" y="76"/>
                  </a:lnTo>
                  <a:lnTo>
                    <a:pt x="225" y="76"/>
                  </a:lnTo>
                  <a:lnTo>
                    <a:pt x="225" y="76"/>
                  </a:lnTo>
                  <a:lnTo>
                    <a:pt x="228" y="76"/>
                  </a:lnTo>
                  <a:lnTo>
                    <a:pt x="228" y="76"/>
                  </a:lnTo>
                  <a:lnTo>
                    <a:pt x="228" y="76"/>
                  </a:lnTo>
                  <a:lnTo>
                    <a:pt x="228" y="76"/>
                  </a:lnTo>
                  <a:lnTo>
                    <a:pt x="230" y="76"/>
                  </a:lnTo>
                  <a:lnTo>
                    <a:pt x="230" y="76"/>
                  </a:lnTo>
                  <a:lnTo>
                    <a:pt x="232" y="76"/>
                  </a:lnTo>
                  <a:lnTo>
                    <a:pt x="232" y="76"/>
                  </a:lnTo>
                  <a:lnTo>
                    <a:pt x="232" y="76"/>
                  </a:lnTo>
                  <a:lnTo>
                    <a:pt x="235" y="76"/>
                  </a:lnTo>
                  <a:lnTo>
                    <a:pt x="235" y="76"/>
                  </a:lnTo>
                  <a:lnTo>
                    <a:pt x="235" y="76"/>
                  </a:lnTo>
                  <a:lnTo>
                    <a:pt x="237" y="76"/>
                  </a:lnTo>
                  <a:lnTo>
                    <a:pt x="237" y="76"/>
                  </a:lnTo>
                  <a:lnTo>
                    <a:pt x="239" y="76"/>
                  </a:lnTo>
                  <a:lnTo>
                    <a:pt x="239" y="76"/>
                  </a:lnTo>
                  <a:lnTo>
                    <a:pt x="239" y="76"/>
                  </a:lnTo>
                  <a:lnTo>
                    <a:pt x="242" y="76"/>
                  </a:lnTo>
                  <a:lnTo>
                    <a:pt x="242" y="76"/>
                  </a:lnTo>
                  <a:lnTo>
                    <a:pt x="244" y="76"/>
                  </a:lnTo>
                  <a:lnTo>
                    <a:pt x="244" y="76"/>
                  </a:lnTo>
                  <a:lnTo>
                    <a:pt x="244" y="76"/>
                  </a:lnTo>
                  <a:lnTo>
                    <a:pt x="244" y="78"/>
                  </a:lnTo>
                  <a:lnTo>
                    <a:pt x="247" y="78"/>
                  </a:lnTo>
                  <a:lnTo>
                    <a:pt x="247" y="78"/>
                  </a:lnTo>
                  <a:lnTo>
                    <a:pt x="247" y="78"/>
                  </a:lnTo>
                  <a:lnTo>
                    <a:pt x="249" y="78"/>
                  </a:lnTo>
                  <a:lnTo>
                    <a:pt x="249" y="78"/>
                  </a:lnTo>
                  <a:lnTo>
                    <a:pt x="251" y="78"/>
                  </a:lnTo>
                  <a:lnTo>
                    <a:pt x="251" y="78"/>
                  </a:lnTo>
                  <a:lnTo>
                    <a:pt x="251" y="78"/>
                  </a:lnTo>
                  <a:lnTo>
                    <a:pt x="254" y="78"/>
                  </a:lnTo>
                  <a:lnTo>
                    <a:pt x="254" y="78"/>
                  </a:lnTo>
                  <a:lnTo>
                    <a:pt x="254" y="78"/>
                  </a:lnTo>
                  <a:lnTo>
                    <a:pt x="256" y="78"/>
                  </a:lnTo>
                  <a:lnTo>
                    <a:pt x="256" y="78"/>
                  </a:lnTo>
                  <a:lnTo>
                    <a:pt x="258" y="78"/>
                  </a:lnTo>
                  <a:lnTo>
                    <a:pt x="258" y="78"/>
                  </a:lnTo>
                  <a:lnTo>
                    <a:pt x="258" y="78"/>
                  </a:lnTo>
                  <a:lnTo>
                    <a:pt x="261" y="78"/>
                  </a:lnTo>
                  <a:lnTo>
                    <a:pt x="261" y="78"/>
                  </a:lnTo>
                  <a:lnTo>
                    <a:pt x="261" y="78"/>
                  </a:lnTo>
                  <a:lnTo>
                    <a:pt x="261" y="78"/>
                  </a:lnTo>
                  <a:lnTo>
                    <a:pt x="263" y="78"/>
                  </a:lnTo>
                  <a:lnTo>
                    <a:pt x="263" y="78"/>
                  </a:lnTo>
                  <a:lnTo>
                    <a:pt x="266" y="78"/>
                  </a:lnTo>
                  <a:lnTo>
                    <a:pt x="266" y="78"/>
                  </a:lnTo>
                  <a:lnTo>
                    <a:pt x="266" y="78"/>
                  </a:lnTo>
                  <a:lnTo>
                    <a:pt x="266" y="78"/>
                  </a:lnTo>
                  <a:lnTo>
                    <a:pt x="268" y="78"/>
                  </a:lnTo>
                  <a:lnTo>
                    <a:pt x="268" y="78"/>
                  </a:lnTo>
                  <a:lnTo>
                    <a:pt x="268" y="78"/>
                  </a:lnTo>
                  <a:lnTo>
                    <a:pt x="268" y="78"/>
                  </a:lnTo>
                  <a:lnTo>
                    <a:pt x="268" y="78"/>
                  </a:lnTo>
                  <a:lnTo>
                    <a:pt x="270" y="78"/>
                  </a:lnTo>
                  <a:lnTo>
                    <a:pt x="270" y="78"/>
                  </a:lnTo>
                  <a:lnTo>
                    <a:pt x="273" y="78"/>
                  </a:lnTo>
                  <a:lnTo>
                    <a:pt x="273" y="78"/>
                  </a:lnTo>
                  <a:lnTo>
                    <a:pt x="273" y="78"/>
                  </a:lnTo>
                  <a:lnTo>
                    <a:pt x="275" y="78"/>
                  </a:lnTo>
                  <a:lnTo>
                    <a:pt x="275" y="78"/>
                  </a:lnTo>
                  <a:lnTo>
                    <a:pt x="277" y="78"/>
                  </a:lnTo>
                  <a:lnTo>
                    <a:pt x="277" y="81"/>
                  </a:lnTo>
                  <a:lnTo>
                    <a:pt x="277" y="81"/>
                  </a:lnTo>
                  <a:lnTo>
                    <a:pt x="277" y="81"/>
                  </a:lnTo>
                  <a:lnTo>
                    <a:pt x="280" y="81"/>
                  </a:lnTo>
                  <a:lnTo>
                    <a:pt x="280" y="81"/>
                  </a:lnTo>
                  <a:lnTo>
                    <a:pt x="280" y="81"/>
                  </a:lnTo>
                  <a:lnTo>
                    <a:pt x="280" y="81"/>
                  </a:lnTo>
                  <a:lnTo>
                    <a:pt x="280" y="83"/>
                  </a:lnTo>
                  <a:lnTo>
                    <a:pt x="282" y="83"/>
                  </a:lnTo>
                  <a:lnTo>
                    <a:pt x="282" y="83"/>
                  </a:lnTo>
                  <a:lnTo>
                    <a:pt x="282" y="83"/>
                  </a:lnTo>
                  <a:lnTo>
                    <a:pt x="282" y="85"/>
                  </a:lnTo>
                  <a:lnTo>
                    <a:pt x="282" y="85"/>
                  </a:lnTo>
                  <a:lnTo>
                    <a:pt x="282" y="88"/>
                  </a:lnTo>
                  <a:lnTo>
                    <a:pt x="282" y="88"/>
                  </a:lnTo>
                  <a:lnTo>
                    <a:pt x="282" y="90"/>
                  </a:lnTo>
                  <a:lnTo>
                    <a:pt x="284" y="90"/>
                  </a:lnTo>
                  <a:lnTo>
                    <a:pt x="284" y="90"/>
                  </a:lnTo>
                  <a:lnTo>
                    <a:pt x="284" y="90"/>
                  </a:lnTo>
                  <a:lnTo>
                    <a:pt x="284" y="90"/>
                  </a:lnTo>
                  <a:lnTo>
                    <a:pt x="284" y="90"/>
                  </a:lnTo>
                  <a:lnTo>
                    <a:pt x="284" y="92"/>
                  </a:lnTo>
                  <a:lnTo>
                    <a:pt x="287" y="92"/>
                  </a:lnTo>
                  <a:lnTo>
                    <a:pt x="287" y="92"/>
                  </a:lnTo>
                  <a:lnTo>
                    <a:pt x="287" y="92"/>
                  </a:lnTo>
                  <a:lnTo>
                    <a:pt x="289" y="92"/>
                  </a:lnTo>
                  <a:lnTo>
                    <a:pt x="289" y="92"/>
                  </a:lnTo>
                  <a:lnTo>
                    <a:pt x="292" y="92"/>
                  </a:lnTo>
                  <a:lnTo>
                    <a:pt x="292" y="92"/>
                  </a:lnTo>
                  <a:lnTo>
                    <a:pt x="292" y="92"/>
                  </a:lnTo>
                  <a:lnTo>
                    <a:pt x="294" y="92"/>
                  </a:lnTo>
                  <a:lnTo>
                    <a:pt x="294" y="92"/>
                  </a:lnTo>
                  <a:lnTo>
                    <a:pt x="294" y="92"/>
                  </a:lnTo>
                  <a:lnTo>
                    <a:pt x="296" y="92"/>
                  </a:lnTo>
                  <a:lnTo>
                    <a:pt x="296" y="92"/>
                  </a:lnTo>
                  <a:lnTo>
                    <a:pt x="299" y="92"/>
                  </a:lnTo>
                  <a:lnTo>
                    <a:pt x="299" y="92"/>
                  </a:lnTo>
                  <a:lnTo>
                    <a:pt x="299" y="92"/>
                  </a:lnTo>
                  <a:lnTo>
                    <a:pt x="301" y="92"/>
                  </a:lnTo>
                  <a:lnTo>
                    <a:pt x="301" y="92"/>
                  </a:lnTo>
                  <a:lnTo>
                    <a:pt x="301" y="92"/>
                  </a:lnTo>
                  <a:lnTo>
                    <a:pt x="301" y="92"/>
                  </a:lnTo>
                  <a:lnTo>
                    <a:pt x="303" y="92"/>
                  </a:lnTo>
                  <a:lnTo>
                    <a:pt x="303" y="95"/>
                  </a:lnTo>
                  <a:lnTo>
                    <a:pt x="303" y="95"/>
                  </a:lnTo>
                  <a:lnTo>
                    <a:pt x="303" y="95"/>
                  </a:lnTo>
                  <a:lnTo>
                    <a:pt x="303" y="97"/>
                  </a:lnTo>
                  <a:lnTo>
                    <a:pt x="303" y="97"/>
                  </a:lnTo>
                  <a:lnTo>
                    <a:pt x="303" y="97"/>
                  </a:lnTo>
                  <a:lnTo>
                    <a:pt x="303" y="99"/>
                  </a:lnTo>
                  <a:lnTo>
                    <a:pt x="303" y="99"/>
                  </a:lnTo>
                  <a:lnTo>
                    <a:pt x="306" y="99"/>
                  </a:lnTo>
                  <a:lnTo>
                    <a:pt x="306" y="99"/>
                  </a:lnTo>
                  <a:lnTo>
                    <a:pt x="306" y="99"/>
                  </a:lnTo>
                  <a:lnTo>
                    <a:pt x="306" y="99"/>
                  </a:lnTo>
                  <a:lnTo>
                    <a:pt x="306" y="102"/>
                  </a:lnTo>
                  <a:lnTo>
                    <a:pt x="306" y="102"/>
                  </a:lnTo>
                  <a:lnTo>
                    <a:pt x="306" y="104"/>
                  </a:lnTo>
                  <a:lnTo>
                    <a:pt x="306" y="104"/>
                  </a:lnTo>
                  <a:lnTo>
                    <a:pt x="306" y="104"/>
                  </a:lnTo>
                  <a:lnTo>
                    <a:pt x="308" y="104"/>
                  </a:lnTo>
                  <a:lnTo>
                    <a:pt x="308" y="104"/>
                  </a:lnTo>
                  <a:lnTo>
                    <a:pt x="308" y="107"/>
                  </a:lnTo>
                  <a:lnTo>
                    <a:pt x="311" y="107"/>
                  </a:lnTo>
                  <a:lnTo>
                    <a:pt x="311" y="107"/>
                  </a:lnTo>
                  <a:lnTo>
                    <a:pt x="308" y="107"/>
                  </a:lnTo>
                  <a:lnTo>
                    <a:pt x="308" y="109"/>
                  </a:lnTo>
                  <a:lnTo>
                    <a:pt x="311" y="109"/>
                  </a:lnTo>
                  <a:lnTo>
                    <a:pt x="311" y="109"/>
                  </a:lnTo>
                  <a:lnTo>
                    <a:pt x="311" y="109"/>
                  </a:lnTo>
                  <a:lnTo>
                    <a:pt x="311" y="109"/>
                  </a:lnTo>
                  <a:lnTo>
                    <a:pt x="311" y="109"/>
                  </a:lnTo>
                  <a:lnTo>
                    <a:pt x="311" y="111"/>
                  </a:lnTo>
                  <a:lnTo>
                    <a:pt x="311" y="111"/>
                  </a:lnTo>
                  <a:lnTo>
                    <a:pt x="311" y="114"/>
                  </a:lnTo>
                  <a:lnTo>
                    <a:pt x="311" y="114"/>
                  </a:lnTo>
                  <a:lnTo>
                    <a:pt x="311" y="116"/>
                  </a:lnTo>
                  <a:lnTo>
                    <a:pt x="313" y="116"/>
                  </a:lnTo>
                  <a:lnTo>
                    <a:pt x="313" y="116"/>
                  </a:lnTo>
                  <a:lnTo>
                    <a:pt x="313" y="116"/>
                  </a:lnTo>
                  <a:lnTo>
                    <a:pt x="313" y="116"/>
                  </a:lnTo>
                  <a:lnTo>
                    <a:pt x="315" y="116"/>
                  </a:lnTo>
                  <a:lnTo>
                    <a:pt x="315" y="116"/>
                  </a:lnTo>
                  <a:lnTo>
                    <a:pt x="315" y="118"/>
                  </a:lnTo>
                  <a:lnTo>
                    <a:pt x="318" y="118"/>
                  </a:lnTo>
                  <a:lnTo>
                    <a:pt x="318" y="118"/>
                  </a:lnTo>
                  <a:lnTo>
                    <a:pt x="318" y="118"/>
                  </a:lnTo>
                  <a:lnTo>
                    <a:pt x="320" y="118"/>
                  </a:lnTo>
                  <a:lnTo>
                    <a:pt x="320" y="118"/>
                  </a:lnTo>
                  <a:lnTo>
                    <a:pt x="320" y="118"/>
                  </a:lnTo>
                  <a:lnTo>
                    <a:pt x="320" y="118"/>
                  </a:lnTo>
                  <a:lnTo>
                    <a:pt x="320" y="121"/>
                  </a:lnTo>
                  <a:lnTo>
                    <a:pt x="320" y="121"/>
                  </a:lnTo>
                  <a:lnTo>
                    <a:pt x="320" y="123"/>
                  </a:lnTo>
                  <a:lnTo>
                    <a:pt x="320" y="123"/>
                  </a:lnTo>
                  <a:lnTo>
                    <a:pt x="320" y="123"/>
                  </a:lnTo>
                  <a:lnTo>
                    <a:pt x="320" y="126"/>
                  </a:lnTo>
                  <a:lnTo>
                    <a:pt x="322" y="126"/>
                  </a:lnTo>
                  <a:lnTo>
                    <a:pt x="322" y="126"/>
                  </a:lnTo>
                  <a:lnTo>
                    <a:pt x="322" y="126"/>
                  </a:lnTo>
                  <a:lnTo>
                    <a:pt x="322" y="126"/>
                  </a:lnTo>
                  <a:lnTo>
                    <a:pt x="322" y="123"/>
                  </a:lnTo>
                  <a:lnTo>
                    <a:pt x="322" y="123"/>
                  </a:lnTo>
                  <a:lnTo>
                    <a:pt x="322" y="121"/>
                  </a:lnTo>
                  <a:lnTo>
                    <a:pt x="325" y="121"/>
                  </a:lnTo>
                  <a:lnTo>
                    <a:pt x="325" y="121"/>
                  </a:lnTo>
                  <a:lnTo>
                    <a:pt x="325" y="121"/>
                  </a:lnTo>
                  <a:lnTo>
                    <a:pt x="325" y="123"/>
                  </a:lnTo>
                  <a:lnTo>
                    <a:pt x="327" y="123"/>
                  </a:lnTo>
                  <a:lnTo>
                    <a:pt x="327" y="123"/>
                  </a:lnTo>
                  <a:lnTo>
                    <a:pt x="327" y="123"/>
                  </a:lnTo>
                  <a:lnTo>
                    <a:pt x="327" y="123"/>
                  </a:lnTo>
                  <a:lnTo>
                    <a:pt x="327" y="123"/>
                  </a:lnTo>
                  <a:lnTo>
                    <a:pt x="327" y="123"/>
                  </a:lnTo>
                  <a:lnTo>
                    <a:pt x="325" y="123"/>
                  </a:lnTo>
                  <a:lnTo>
                    <a:pt x="325" y="126"/>
                  </a:lnTo>
                  <a:lnTo>
                    <a:pt x="325" y="126"/>
                  </a:lnTo>
                  <a:lnTo>
                    <a:pt x="327" y="126"/>
                  </a:lnTo>
                  <a:lnTo>
                    <a:pt x="327" y="128"/>
                  </a:lnTo>
                  <a:lnTo>
                    <a:pt x="327" y="128"/>
                  </a:lnTo>
                  <a:lnTo>
                    <a:pt x="327" y="128"/>
                  </a:lnTo>
                  <a:lnTo>
                    <a:pt x="327" y="128"/>
                  </a:lnTo>
                  <a:lnTo>
                    <a:pt x="327" y="128"/>
                  </a:lnTo>
                  <a:lnTo>
                    <a:pt x="327" y="130"/>
                  </a:lnTo>
                  <a:lnTo>
                    <a:pt x="327" y="130"/>
                  </a:lnTo>
                  <a:lnTo>
                    <a:pt x="327" y="133"/>
                  </a:lnTo>
                  <a:lnTo>
                    <a:pt x="329" y="133"/>
                  </a:lnTo>
                  <a:lnTo>
                    <a:pt x="329" y="133"/>
                  </a:lnTo>
                  <a:lnTo>
                    <a:pt x="329" y="133"/>
                  </a:lnTo>
                  <a:lnTo>
                    <a:pt x="332" y="133"/>
                  </a:lnTo>
                  <a:lnTo>
                    <a:pt x="332" y="133"/>
                  </a:lnTo>
                  <a:lnTo>
                    <a:pt x="332" y="135"/>
                  </a:lnTo>
                  <a:lnTo>
                    <a:pt x="332" y="135"/>
                  </a:lnTo>
                  <a:lnTo>
                    <a:pt x="334" y="135"/>
                  </a:lnTo>
                  <a:lnTo>
                    <a:pt x="334" y="135"/>
                  </a:lnTo>
                  <a:lnTo>
                    <a:pt x="334" y="135"/>
                  </a:lnTo>
                  <a:lnTo>
                    <a:pt x="334" y="135"/>
                  </a:lnTo>
                  <a:lnTo>
                    <a:pt x="334" y="137"/>
                  </a:lnTo>
                  <a:lnTo>
                    <a:pt x="337" y="137"/>
                  </a:lnTo>
                  <a:lnTo>
                    <a:pt x="337" y="137"/>
                  </a:lnTo>
                  <a:lnTo>
                    <a:pt x="337" y="137"/>
                  </a:lnTo>
                  <a:lnTo>
                    <a:pt x="337" y="137"/>
                  </a:lnTo>
                  <a:lnTo>
                    <a:pt x="339" y="137"/>
                  </a:lnTo>
                  <a:lnTo>
                    <a:pt x="339" y="140"/>
                  </a:lnTo>
                  <a:lnTo>
                    <a:pt x="339" y="140"/>
                  </a:lnTo>
                  <a:lnTo>
                    <a:pt x="339" y="140"/>
                  </a:lnTo>
                  <a:lnTo>
                    <a:pt x="339" y="142"/>
                  </a:lnTo>
                  <a:lnTo>
                    <a:pt x="339" y="142"/>
                  </a:lnTo>
                  <a:lnTo>
                    <a:pt x="337" y="142"/>
                  </a:lnTo>
                  <a:lnTo>
                    <a:pt x="337" y="142"/>
                  </a:lnTo>
                  <a:lnTo>
                    <a:pt x="339" y="142"/>
                  </a:lnTo>
                  <a:lnTo>
                    <a:pt x="339" y="144"/>
                  </a:lnTo>
                  <a:lnTo>
                    <a:pt x="339" y="144"/>
                  </a:lnTo>
                  <a:lnTo>
                    <a:pt x="339" y="142"/>
                  </a:lnTo>
                  <a:lnTo>
                    <a:pt x="339" y="142"/>
                  </a:lnTo>
                  <a:lnTo>
                    <a:pt x="339" y="144"/>
                  </a:lnTo>
                  <a:lnTo>
                    <a:pt x="339" y="144"/>
                  </a:lnTo>
                  <a:lnTo>
                    <a:pt x="339" y="144"/>
                  </a:lnTo>
                  <a:lnTo>
                    <a:pt x="339" y="147"/>
                  </a:lnTo>
                  <a:lnTo>
                    <a:pt x="339" y="147"/>
                  </a:lnTo>
                  <a:lnTo>
                    <a:pt x="339" y="147"/>
                  </a:lnTo>
                  <a:lnTo>
                    <a:pt x="339" y="149"/>
                  </a:lnTo>
                  <a:lnTo>
                    <a:pt x="339" y="149"/>
                  </a:lnTo>
                  <a:lnTo>
                    <a:pt x="339" y="149"/>
                  </a:lnTo>
                  <a:lnTo>
                    <a:pt x="339" y="152"/>
                  </a:lnTo>
                  <a:lnTo>
                    <a:pt x="339" y="152"/>
                  </a:lnTo>
                  <a:lnTo>
                    <a:pt x="339" y="152"/>
                  </a:lnTo>
                  <a:lnTo>
                    <a:pt x="339" y="154"/>
                  </a:lnTo>
                  <a:lnTo>
                    <a:pt x="339" y="154"/>
                  </a:lnTo>
                  <a:lnTo>
                    <a:pt x="339" y="154"/>
                  </a:lnTo>
                  <a:lnTo>
                    <a:pt x="339" y="156"/>
                  </a:lnTo>
                  <a:lnTo>
                    <a:pt x="339" y="156"/>
                  </a:lnTo>
                  <a:lnTo>
                    <a:pt x="339" y="159"/>
                  </a:lnTo>
                  <a:lnTo>
                    <a:pt x="339" y="159"/>
                  </a:lnTo>
                  <a:lnTo>
                    <a:pt x="337" y="159"/>
                  </a:lnTo>
                  <a:lnTo>
                    <a:pt x="337" y="159"/>
                  </a:lnTo>
                  <a:lnTo>
                    <a:pt x="339" y="159"/>
                  </a:lnTo>
                  <a:lnTo>
                    <a:pt x="339" y="161"/>
                  </a:lnTo>
                  <a:lnTo>
                    <a:pt x="339" y="161"/>
                  </a:lnTo>
                  <a:lnTo>
                    <a:pt x="339" y="161"/>
                  </a:lnTo>
                  <a:lnTo>
                    <a:pt x="339" y="163"/>
                  </a:lnTo>
                  <a:lnTo>
                    <a:pt x="339" y="163"/>
                  </a:lnTo>
                  <a:lnTo>
                    <a:pt x="339" y="163"/>
                  </a:lnTo>
                  <a:lnTo>
                    <a:pt x="341" y="163"/>
                  </a:lnTo>
                  <a:lnTo>
                    <a:pt x="341" y="166"/>
                  </a:lnTo>
                  <a:lnTo>
                    <a:pt x="341" y="166"/>
                  </a:lnTo>
                  <a:lnTo>
                    <a:pt x="341" y="168"/>
                  </a:lnTo>
                  <a:lnTo>
                    <a:pt x="341" y="168"/>
                  </a:lnTo>
                  <a:lnTo>
                    <a:pt x="341" y="168"/>
                  </a:lnTo>
                  <a:lnTo>
                    <a:pt x="341" y="168"/>
                  </a:lnTo>
                  <a:lnTo>
                    <a:pt x="344" y="168"/>
                  </a:lnTo>
                  <a:lnTo>
                    <a:pt x="344" y="168"/>
                  </a:lnTo>
                  <a:lnTo>
                    <a:pt x="344" y="168"/>
                  </a:lnTo>
                  <a:lnTo>
                    <a:pt x="344" y="171"/>
                  </a:lnTo>
                  <a:lnTo>
                    <a:pt x="346" y="171"/>
                  </a:lnTo>
                  <a:lnTo>
                    <a:pt x="346" y="171"/>
                  </a:lnTo>
                  <a:lnTo>
                    <a:pt x="346" y="171"/>
                  </a:lnTo>
                  <a:lnTo>
                    <a:pt x="346" y="173"/>
                  </a:lnTo>
                  <a:lnTo>
                    <a:pt x="346" y="173"/>
                  </a:lnTo>
                  <a:lnTo>
                    <a:pt x="346" y="175"/>
                  </a:lnTo>
                  <a:lnTo>
                    <a:pt x="346" y="175"/>
                  </a:lnTo>
                  <a:lnTo>
                    <a:pt x="346" y="178"/>
                  </a:lnTo>
                  <a:lnTo>
                    <a:pt x="346" y="178"/>
                  </a:lnTo>
                  <a:lnTo>
                    <a:pt x="346" y="178"/>
                  </a:lnTo>
                  <a:lnTo>
                    <a:pt x="346" y="178"/>
                  </a:lnTo>
                  <a:lnTo>
                    <a:pt x="346" y="180"/>
                  </a:lnTo>
                  <a:lnTo>
                    <a:pt x="348" y="180"/>
                  </a:lnTo>
                  <a:lnTo>
                    <a:pt x="348" y="180"/>
                  </a:lnTo>
                  <a:lnTo>
                    <a:pt x="348" y="180"/>
                  </a:lnTo>
                  <a:lnTo>
                    <a:pt x="348" y="182"/>
                  </a:lnTo>
                  <a:lnTo>
                    <a:pt x="351" y="182"/>
                  </a:lnTo>
                  <a:lnTo>
                    <a:pt x="351" y="182"/>
                  </a:lnTo>
                  <a:lnTo>
                    <a:pt x="351" y="185"/>
                  </a:lnTo>
                  <a:lnTo>
                    <a:pt x="351" y="185"/>
                  </a:lnTo>
                  <a:lnTo>
                    <a:pt x="351" y="185"/>
                  </a:lnTo>
                  <a:lnTo>
                    <a:pt x="351" y="187"/>
                  </a:lnTo>
                  <a:lnTo>
                    <a:pt x="351" y="187"/>
                  </a:lnTo>
                  <a:lnTo>
                    <a:pt x="351" y="187"/>
                  </a:lnTo>
                  <a:lnTo>
                    <a:pt x="351" y="187"/>
                  </a:lnTo>
                  <a:lnTo>
                    <a:pt x="353" y="187"/>
                  </a:lnTo>
                  <a:lnTo>
                    <a:pt x="353" y="190"/>
                  </a:lnTo>
                  <a:lnTo>
                    <a:pt x="353" y="190"/>
                  </a:lnTo>
                  <a:lnTo>
                    <a:pt x="353" y="190"/>
                  </a:lnTo>
                  <a:lnTo>
                    <a:pt x="353" y="190"/>
                  </a:lnTo>
                  <a:lnTo>
                    <a:pt x="353" y="192"/>
                  </a:lnTo>
                  <a:lnTo>
                    <a:pt x="355" y="192"/>
                  </a:lnTo>
                  <a:lnTo>
                    <a:pt x="355" y="192"/>
                  </a:lnTo>
                  <a:lnTo>
                    <a:pt x="355" y="192"/>
                  </a:lnTo>
                  <a:lnTo>
                    <a:pt x="358" y="192"/>
                  </a:lnTo>
                  <a:lnTo>
                    <a:pt x="358" y="192"/>
                  </a:lnTo>
                  <a:lnTo>
                    <a:pt x="358" y="194"/>
                  </a:lnTo>
                  <a:lnTo>
                    <a:pt x="358" y="194"/>
                  </a:lnTo>
                  <a:lnTo>
                    <a:pt x="358" y="194"/>
                  </a:lnTo>
                  <a:lnTo>
                    <a:pt x="358" y="197"/>
                  </a:lnTo>
                  <a:lnTo>
                    <a:pt x="358" y="197"/>
                  </a:lnTo>
                  <a:lnTo>
                    <a:pt x="358" y="197"/>
                  </a:lnTo>
                  <a:lnTo>
                    <a:pt x="358" y="199"/>
                  </a:lnTo>
                  <a:lnTo>
                    <a:pt x="358" y="199"/>
                  </a:lnTo>
                  <a:lnTo>
                    <a:pt x="358" y="201"/>
                  </a:lnTo>
                  <a:lnTo>
                    <a:pt x="360" y="201"/>
                  </a:lnTo>
                  <a:lnTo>
                    <a:pt x="360" y="201"/>
                  </a:lnTo>
                  <a:lnTo>
                    <a:pt x="360" y="201"/>
                  </a:lnTo>
                  <a:lnTo>
                    <a:pt x="360" y="201"/>
                  </a:lnTo>
                  <a:lnTo>
                    <a:pt x="360" y="204"/>
                  </a:lnTo>
                  <a:lnTo>
                    <a:pt x="363" y="204"/>
                  </a:lnTo>
                  <a:lnTo>
                    <a:pt x="363" y="204"/>
                  </a:lnTo>
                  <a:lnTo>
                    <a:pt x="363" y="204"/>
                  </a:lnTo>
                  <a:lnTo>
                    <a:pt x="365" y="204"/>
                  </a:lnTo>
                  <a:lnTo>
                    <a:pt x="365" y="206"/>
                  </a:lnTo>
                  <a:lnTo>
                    <a:pt x="365" y="206"/>
                  </a:lnTo>
                  <a:lnTo>
                    <a:pt x="365" y="206"/>
                  </a:lnTo>
                  <a:lnTo>
                    <a:pt x="365" y="206"/>
                  </a:lnTo>
                  <a:lnTo>
                    <a:pt x="367" y="206"/>
                  </a:lnTo>
                  <a:lnTo>
                    <a:pt x="367" y="208"/>
                  </a:lnTo>
                  <a:lnTo>
                    <a:pt x="367" y="208"/>
                  </a:lnTo>
                  <a:lnTo>
                    <a:pt x="367" y="208"/>
                  </a:lnTo>
                  <a:lnTo>
                    <a:pt x="367" y="208"/>
                  </a:lnTo>
                  <a:lnTo>
                    <a:pt x="370" y="208"/>
                  </a:lnTo>
                  <a:lnTo>
                    <a:pt x="370" y="208"/>
                  </a:lnTo>
                  <a:lnTo>
                    <a:pt x="370" y="208"/>
                  </a:lnTo>
                  <a:lnTo>
                    <a:pt x="372" y="208"/>
                  </a:lnTo>
                  <a:lnTo>
                    <a:pt x="372" y="211"/>
                  </a:lnTo>
                  <a:lnTo>
                    <a:pt x="372" y="211"/>
                  </a:lnTo>
                  <a:lnTo>
                    <a:pt x="372" y="211"/>
                  </a:lnTo>
                  <a:lnTo>
                    <a:pt x="372" y="213"/>
                  </a:lnTo>
                  <a:lnTo>
                    <a:pt x="372" y="213"/>
                  </a:lnTo>
                  <a:lnTo>
                    <a:pt x="372" y="216"/>
                  </a:lnTo>
                  <a:lnTo>
                    <a:pt x="372" y="216"/>
                  </a:lnTo>
                  <a:lnTo>
                    <a:pt x="372" y="216"/>
                  </a:lnTo>
                  <a:lnTo>
                    <a:pt x="374" y="216"/>
                  </a:lnTo>
                  <a:lnTo>
                    <a:pt x="374" y="218"/>
                  </a:lnTo>
                  <a:lnTo>
                    <a:pt x="374" y="218"/>
                  </a:lnTo>
                  <a:lnTo>
                    <a:pt x="374" y="218"/>
                  </a:lnTo>
                  <a:lnTo>
                    <a:pt x="374" y="218"/>
                  </a:lnTo>
                  <a:lnTo>
                    <a:pt x="374" y="220"/>
                  </a:lnTo>
                  <a:lnTo>
                    <a:pt x="374" y="220"/>
                  </a:lnTo>
                  <a:lnTo>
                    <a:pt x="374" y="223"/>
                  </a:lnTo>
                  <a:lnTo>
                    <a:pt x="374" y="223"/>
                  </a:lnTo>
                  <a:lnTo>
                    <a:pt x="374" y="223"/>
                  </a:lnTo>
                  <a:lnTo>
                    <a:pt x="374" y="225"/>
                  </a:lnTo>
                  <a:lnTo>
                    <a:pt x="374" y="225"/>
                  </a:lnTo>
                  <a:lnTo>
                    <a:pt x="374" y="227"/>
                  </a:lnTo>
                  <a:lnTo>
                    <a:pt x="377" y="227"/>
                  </a:lnTo>
                  <a:lnTo>
                    <a:pt x="377" y="227"/>
                  </a:lnTo>
                  <a:lnTo>
                    <a:pt x="377" y="227"/>
                  </a:lnTo>
                  <a:lnTo>
                    <a:pt x="377" y="230"/>
                  </a:lnTo>
                  <a:lnTo>
                    <a:pt x="377" y="230"/>
                  </a:lnTo>
                  <a:lnTo>
                    <a:pt x="377" y="230"/>
                  </a:lnTo>
                  <a:lnTo>
                    <a:pt x="377" y="232"/>
                  </a:lnTo>
                  <a:lnTo>
                    <a:pt x="377" y="232"/>
                  </a:lnTo>
                  <a:lnTo>
                    <a:pt x="379" y="232"/>
                  </a:lnTo>
                  <a:lnTo>
                    <a:pt x="379" y="232"/>
                  </a:lnTo>
                  <a:lnTo>
                    <a:pt x="379" y="232"/>
                  </a:lnTo>
                  <a:lnTo>
                    <a:pt x="379" y="235"/>
                  </a:lnTo>
                  <a:lnTo>
                    <a:pt x="382" y="235"/>
                  </a:lnTo>
                  <a:lnTo>
                    <a:pt x="382" y="235"/>
                  </a:lnTo>
                  <a:lnTo>
                    <a:pt x="384" y="235"/>
                  </a:lnTo>
                  <a:lnTo>
                    <a:pt x="384" y="235"/>
                  </a:lnTo>
                  <a:lnTo>
                    <a:pt x="384" y="235"/>
                  </a:lnTo>
                  <a:lnTo>
                    <a:pt x="386" y="235"/>
                  </a:lnTo>
                  <a:lnTo>
                    <a:pt x="386" y="235"/>
                  </a:lnTo>
                  <a:lnTo>
                    <a:pt x="386" y="235"/>
                  </a:lnTo>
                  <a:lnTo>
                    <a:pt x="386" y="235"/>
                  </a:lnTo>
                  <a:lnTo>
                    <a:pt x="389" y="235"/>
                  </a:lnTo>
                  <a:lnTo>
                    <a:pt x="389" y="235"/>
                  </a:lnTo>
                  <a:lnTo>
                    <a:pt x="391" y="235"/>
                  </a:lnTo>
                  <a:lnTo>
                    <a:pt x="391" y="235"/>
                  </a:lnTo>
                  <a:lnTo>
                    <a:pt x="391" y="237"/>
                  </a:lnTo>
                  <a:lnTo>
                    <a:pt x="391" y="237"/>
                  </a:lnTo>
                  <a:lnTo>
                    <a:pt x="393" y="237"/>
                  </a:lnTo>
                  <a:lnTo>
                    <a:pt x="393" y="237"/>
                  </a:lnTo>
                  <a:lnTo>
                    <a:pt x="393" y="237"/>
                  </a:lnTo>
                  <a:lnTo>
                    <a:pt x="396" y="237"/>
                  </a:lnTo>
                  <a:lnTo>
                    <a:pt x="396" y="237"/>
                  </a:lnTo>
                  <a:lnTo>
                    <a:pt x="396" y="237"/>
                  </a:lnTo>
                  <a:lnTo>
                    <a:pt x="398" y="237"/>
                  </a:lnTo>
                  <a:lnTo>
                    <a:pt x="398" y="237"/>
                  </a:lnTo>
                  <a:lnTo>
                    <a:pt x="398" y="237"/>
                  </a:lnTo>
                  <a:lnTo>
                    <a:pt x="400" y="237"/>
                  </a:lnTo>
                  <a:lnTo>
                    <a:pt x="400" y="237"/>
                  </a:lnTo>
                  <a:lnTo>
                    <a:pt x="400" y="237"/>
                  </a:lnTo>
                  <a:lnTo>
                    <a:pt x="400" y="237"/>
                  </a:lnTo>
                  <a:lnTo>
                    <a:pt x="403" y="237"/>
                  </a:lnTo>
                  <a:lnTo>
                    <a:pt x="403" y="237"/>
                  </a:lnTo>
                  <a:lnTo>
                    <a:pt x="405" y="237"/>
                  </a:lnTo>
                  <a:lnTo>
                    <a:pt x="405" y="237"/>
                  </a:lnTo>
                  <a:lnTo>
                    <a:pt x="405" y="237"/>
                  </a:lnTo>
                  <a:lnTo>
                    <a:pt x="408" y="237"/>
                  </a:lnTo>
                  <a:lnTo>
                    <a:pt x="408" y="239"/>
                  </a:lnTo>
                  <a:lnTo>
                    <a:pt x="408" y="239"/>
                  </a:lnTo>
                  <a:lnTo>
                    <a:pt x="408" y="239"/>
                  </a:lnTo>
                  <a:lnTo>
                    <a:pt x="410" y="239"/>
                  </a:lnTo>
                  <a:lnTo>
                    <a:pt x="410" y="239"/>
                  </a:lnTo>
                  <a:lnTo>
                    <a:pt x="412" y="239"/>
                  </a:lnTo>
                  <a:lnTo>
                    <a:pt x="412" y="239"/>
                  </a:lnTo>
                  <a:lnTo>
                    <a:pt x="412" y="239"/>
                  </a:lnTo>
                  <a:lnTo>
                    <a:pt x="412" y="239"/>
                  </a:lnTo>
                  <a:lnTo>
                    <a:pt x="415" y="239"/>
                  </a:lnTo>
                  <a:lnTo>
                    <a:pt x="415" y="239"/>
                  </a:lnTo>
                  <a:lnTo>
                    <a:pt x="417" y="239"/>
                  </a:lnTo>
                  <a:lnTo>
                    <a:pt x="417" y="239"/>
                  </a:lnTo>
                  <a:lnTo>
                    <a:pt x="417" y="239"/>
                  </a:lnTo>
                  <a:lnTo>
                    <a:pt x="417" y="242"/>
                  </a:lnTo>
                  <a:lnTo>
                    <a:pt x="419" y="242"/>
                  </a:lnTo>
                  <a:lnTo>
                    <a:pt x="419" y="242"/>
                  </a:lnTo>
                  <a:lnTo>
                    <a:pt x="419" y="242"/>
                  </a:lnTo>
                  <a:lnTo>
                    <a:pt x="422" y="242"/>
                  </a:lnTo>
                  <a:lnTo>
                    <a:pt x="422" y="242"/>
                  </a:lnTo>
                  <a:lnTo>
                    <a:pt x="424" y="242"/>
                  </a:lnTo>
                  <a:lnTo>
                    <a:pt x="424" y="242"/>
                  </a:lnTo>
                  <a:lnTo>
                    <a:pt x="424" y="242"/>
                  </a:lnTo>
                  <a:lnTo>
                    <a:pt x="424" y="242"/>
                  </a:lnTo>
                  <a:lnTo>
                    <a:pt x="426" y="242"/>
                  </a:lnTo>
                  <a:lnTo>
                    <a:pt x="426" y="242"/>
                  </a:lnTo>
                  <a:lnTo>
                    <a:pt x="426" y="242"/>
                  </a:lnTo>
                  <a:lnTo>
                    <a:pt x="429" y="242"/>
                  </a:lnTo>
                  <a:lnTo>
                    <a:pt x="429" y="244"/>
                  </a:lnTo>
                  <a:lnTo>
                    <a:pt x="429" y="244"/>
                  </a:lnTo>
                  <a:lnTo>
                    <a:pt x="431" y="244"/>
                  </a:lnTo>
                  <a:lnTo>
                    <a:pt x="431" y="244"/>
                  </a:lnTo>
                  <a:lnTo>
                    <a:pt x="431" y="244"/>
                  </a:lnTo>
                  <a:lnTo>
                    <a:pt x="434" y="244"/>
                  </a:lnTo>
                  <a:lnTo>
                    <a:pt x="434" y="244"/>
                  </a:lnTo>
                  <a:lnTo>
                    <a:pt x="434" y="244"/>
                  </a:lnTo>
                  <a:lnTo>
                    <a:pt x="434" y="244"/>
                  </a:lnTo>
                  <a:lnTo>
                    <a:pt x="436" y="244"/>
                  </a:lnTo>
                  <a:lnTo>
                    <a:pt x="436" y="244"/>
                  </a:lnTo>
                  <a:lnTo>
                    <a:pt x="438" y="244"/>
                  </a:lnTo>
                  <a:lnTo>
                    <a:pt x="438" y="244"/>
                  </a:lnTo>
                  <a:lnTo>
                    <a:pt x="438" y="244"/>
                  </a:lnTo>
                  <a:lnTo>
                    <a:pt x="438" y="246"/>
                  </a:lnTo>
                  <a:lnTo>
                    <a:pt x="441" y="246"/>
                  </a:lnTo>
                  <a:lnTo>
                    <a:pt x="441" y="246"/>
                  </a:lnTo>
                  <a:lnTo>
                    <a:pt x="441" y="246"/>
                  </a:lnTo>
                  <a:lnTo>
                    <a:pt x="443" y="246"/>
                  </a:lnTo>
                  <a:lnTo>
                    <a:pt x="443" y="244"/>
                  </a:lnTo>
                  <a:lnTo>
                    <a:pt x="443" y="244"/>
                  </a:lnTo>
                  <a:lnTo>
                    <a:pt x="443" y="244"/>
                  </a:lnTo>
                  <a:lnTo>
                    <a:pt x="445" y="244"/>
                  </a:lnTo>
                  <a:lnTo>
                    <a:pt x="445" y="242"/>
                  </a:lnTo>
                  <a:lnTo>
                    <a:pt x="445" y="242"/>
                  </a:lnTo>
                  <a:lnTo>
                    <a:pt x="445" y="242"/>
                  </a:lnTo>
                  <a:lnTo>
                    <a:pt x="445" y="242"/>
                  </a:lnTo>
                  <a:lnTo>
                    <a:pt x="448" y="242"/>
                  </a:lnTo>
                  <a:lnTo>
                    <a:pt x="448" y="242"/>
                  </a:lnTo>
                  <a:lnTo>
                    <a:pt x="448" y="242"/>
                  </a:lnTo>
                  <a:lnTo>
                    <a:pt x="448" y="244"/>
                  </a:lnTo>
                  <a:lnTo>
                    <a:pt x="448" y="244"/>
                  </a:lnTo>
                  <a:lnTo>
                    <a:pt x="448" y="244"/>
                  </a:lnTo>
                  <a:lnTo>
                    <a:pt x="448" y="246"/>
                  </a:lnTo>
                  <a:lnTo>
                    <a:pt x="450" y="246"/>
                  </a:lnTo>
                  <a:lnTo>
                    <a:pt x="450" y="246"/>
                  </a:lnTo>
                  <a:lnTo>
                    <a:pt x="450" y="246"/>
                  </a:lnTo>
                  <a:lnTo>
                    <a:pt x="450" y="246"/>
                  </a:lnTo>
                  <a:lnTo>
                    <a:pt x="450" y="249"/>
                  </a:lnTo>
                  <a:lnTo>
                    <a:pt x="453" y="249"/>
                  </a:lnTo>
                  <a:lnTo>
                    <a:pt x="453" y="249"/>
                  </a:lnTo>
                  <a:lnTo>
                    <a:pt x="453" y="251"/>
                  </a:lnTo>
                  <a:lnTo>
                    <a:pt x="453" y="251"/>
                  </a:lnTo>
                  <a:lnTo>
                    <a:pt x="453" y="251"/>
                  </a:lnTo>
                  <a:lnTo>
                    <a:pt x="453" y="254"/>
                  </a:lnTo>
                  <a:lnTo>
                    <a:pt x="453" y="254"/>
                  </a:lnTo>
                  <a:lnTo>
                    <a:pt x="453" y="254"/>
                  </a:lnTo>
                  <a:lnTo>
                    <a:pt x="455" y="254"/>
                  </a:lnTo>
                  <a:lnTo>
                    <a:pt x="455" y="256"/>
                  </a:lnTo>
                  <a:lnTo>
                    <a:pt x="455" y="256"/>
                  </a:lnTo>
                  <a:lnTo>
                    <a:pt x="455" y="256"/>
                  </a:lnTo>
                  <a:lnTo>
                    <a:pt x="455" y="256"/>
                  </a:lnTo>
                  <a:lnTo>
                    <a:pt x="457" y="256"/>
                  </a:lnTo>
                  <a:lnTo>
                    <a:pt x="457" y="258"/>
                  </a:lnTo>
                  <a:lnTo>
                    <a:pt x="457" y="258"/>
                  </a:lnTo>
                  <a:lnTo>
                    <a:pt x="457" y="261"/>
                  </a:lnTo>
                  <a:lnTo>
                    <a:pt x="455" y="261"/>
                  </a:lnTo>
                  <a:lnTo>
                    <a:pt x="455" y="261"/>
                  </a:lnTo>
                  <a:lnTo>
                    <a:pt x="455" y="263"/>
                  </a:lnTo>
                  <a:lnTo>
                    <a:pt x="455" y="263"/>
                  </a:lnTo>
                  <a:lnTo>
                    <a:pt x="455" y="263"/>
                  </a:lnTo>
                  <a:lnTo>
                    <a:pt x="455" y="265"/>
                  </a:lnTo>
                  <a:lnTo>
                    <a:pt x="455" y="265"/>
                  </a:lnTo>
                  <a:lnTo>
                    <a:pt x="455" y="268"/>
                  </a:lnTo>
                  <a:lnTo>
                    <a:pt x="453" y="268"/>
                  </a:lnTo>
                  <a:lnTo>
                    <a:pt x="453" y="268"/>
                  </a:lnTo>
                  <a:lnTo>
                    <a:pt x="453" y="268"/>
                  </a:lnTo>
                  <a:lnTo>
                    <a:pt x="453" y="270"/>
                  </a:lnTo>
                  <a:lnTo>
                    <a:pt x="453" y="270"/>
                  </a:lnTo>
                  <a:lnTo>
                    <a:pt x="453" y="270"/>
                  </a:lnTo>
                  <a:lnTo>
                    <a:pt x="453" y="272"/>
                  </a:lnTo>
                  <a:lnTo>
                    <a:pt x="453" y="272"/>
                  </a:lnTo>
                  <a:lnTo>
                    <a:pt x="453" y="272"/>
                  </a:lnTo>
                  <a:lnTo>
                    <a:pt x="453" y="275"/>
                  </a:lnTo>
                  <a:lnTo>
                    <a:pt x="453" y="275"/>
                  </a:lnTo>
                  <a:lnTo>
                    <a:pt x="450" y="275"/>
                  </a:lnTo>
                  <a:lnTo>
                    <a:pt x="450" y="277"/>
                  </a:lnTo>
                  <a:lnTo>
                    <a:pt x="450" y="277"/>
                  </a:lnTo>
                  <a:lnTo>
                    <a:pt x="450" y="277"/>
                  </a:lnTo>
                  <a:lnTo>
                    <a:pt x="450" y="277"/>
                  </a:lnTo>
                  <a:lnTo>
                    <a:pt x="450" y="280"/>
                  </a:lnTo>
                  <a:lnTo>
                    <a:pt x="450" y="280"/>
                  </a:lnTo>
                  <a:lnTo>
                    <a:pt x="450" y="282"/>
                  </a:lnTo>
                  <a:lnTo>
                    <a:pt x="448" y="282"/>
                  </a:lnTo>
                  <a:lnTo>
                    <a:pt x="448" y="282"/>
                  </a:lnTo>
                  <a:lnTo>
                    <a:pt x="448" y="284"/>
                  </a:lnTo>
                  <a:lnTo>
                    <a:pt x="448" y="284"/>
                  </a:lnTo>
                  <a:lnTo>
                    <a:pt x="448" y="284"/>
                  </a:lnTo>
                  <a:lnTo>
                    <a:pt x="448" y="287"/>
                  </a:lnTo>
                  <a:lnTo>
                    <a:pt x="448" y="287"/>
                  </a:lnTo>
                  <a:lnTo>
                    <a:pt x="448" y="287"/>
                  </a:lnTo>
                  <a:lnTo>
                    <a:pt x="448" y="287"/>
                  </a:lnTo>
                  <a:lnTo>
                    <a:pt x="448" y="289"/>
                  </a:lnTo>
                  <a:lnTo>
                    <a:pt x="448" y="289"/>
                  </a:lnTo>
                  <a:lnTo>
                    <a:pt x="448" y="291"/>
                  </a:lnTo>
                  <a:lnTo>
                    <a:pt x="445" y="291"/>
                  </a:lnTo>
                  <a:lnTo>
                    <a:pt x="445" y="291"/>
                  </a:lnTo>
                  <a:lnTo>
                    <a:pt x="445" y="294"/>
                  </a:lnTo>
                  <a:lnTo>
                    <a:pt x="445" y="294"/>
                  </a:lnTo>
                  <a:lnTo>
                    <a:pt x="445" y="294"/>
                  </a:lnTo>
                  <a:lnTo>
                    <a:pt x="445" y="296"/>
                  </a:lnTo>
                  <a:lnTo>
                    <a:pt x="445" y="296"/>
                  </a:lnTo>
                  <a:lnTo>
                    <a:pt x="445" y="296"/>
                  </a:lnTo>
                  <a:lnTo>
                    <a:pt x="445" y="296"/>
                  </a:lnTo>
                  <a:lnTo>
                    <a:pt x="445" y="299"/>
                  </a:lnTo>
                  <a:lnTo>
                    <a:pt x="445" y="299"/>
                  </a:lnTo>
                  <a:lnTo>
                    <a:pt x="445" y="301"/>
                  </a:lnTo>
                  <a:lnTo>
                    <a:pt x="443" y="301"/>
                  </a:lnTo>
                  <a:lnTo>
                    <a:pt x="443" y="301"/>
                  </a:lnTo>
                  <a:lnTo>
                    <a:pt x="443" y="303"/>
                  </a:lnTo>
                  <a:lnTo>
                    <a:pt x="443" y="303"/>
                  </a:lnTo>
                  <a:lnTo>
                    <a:pt x="443" y="303"/>
                  </a:lnTo>
                  <a:lnTo>
                    <a:pt x="443" y="306"/>
                  </a:lnTo>
                  <a:lnTo>
                    <a:pt x="443" y="306"/>
                  </a:lnTo>
                  <a:lnTo>
                    <a:pt x="443" y="306"/>
                  </a:lnTo>
                  <a:lnTo>
                    <a:pt x="441" y="306"/>
                  </a:lnTo>
                  <a:lnTo>
                    <a:pt x="441" y="308"/>
                  </a:lnTo>
                  <a:lnTo>
                    <a:pt x="441" y="308"/>
                  </a:lnTo>
                  <a:lnTo>
                    <a:pt x="441" y="308"/>
                  </a:lnTo>
                  <a:lnTo>
                    <a:pt x="441" y="310"/>
                  </a:lnTo>
                  <a:lnTo>
                    <a:pt x="441" y="310"/>
                  </a:lnTo>
                  <a:lnTo>
                    <a:pt x="438" y="310"/>
                  </a:lnTo>
                  <a:lnTo>
                    <a:pt x="438" y="310"/>
                  </a:lnTo>
                  <a:lnTo>
                    <a:pt x="438" y="310"/>
                  </a:lnTo>
                  <a:lnTo>
                    <a:pt x="438" y="310"/>
                  </a:lnTo>
                  <a:lnTo>
                    <a:pt x="436" y="310"/>
                  </a:lnTo>
                  <a:lnTo>
                    <a:pt x="436" y="310"/>
                  </a:lnTo>
                  <a:lnTo>
                    <a:pt x="434" y="310"/>
                  </a:lnTo>
                  <a:lnTo>
                    <a:pt x="434" y="313"/>
                  </a:lnTo>
                  <a:lnTo>
                    <a:pt x="434" y="313"/>
                  </a:lnTo>
                  <a:lnTo>
                    <a:pt x="434" y="313"/>
                  </a:lnTo>
                  <a:lnTo>
                    <a:pt x="431" y="313"/>
                  </a:lnTo>
                  <a:lnTo>
                    <a:pt x="431" y="313"/>
                  </a:lnTo>
                  <a:lnTo>
                    <a:pt x="431" y="313"/>
                  </a:lnTo>
                  <a:lnTo>
                    <a:pt x="431" y="313"/>
                  </a:lnTo>
                  <a:lnTo>
                    <a:pt x="429" y="313"/>
                  </a:lnTo>
                  <a:lnTo>
                    <a:pt x="429" y="315"/>
                  </a:lnTo>
                  <a:lnTo>
                    <a:pt x="429" y="315"/>
                  </a:lnTo>
                  <a:lnTo>
                    <a:pt x="426" y="315"/>
                  </a:lnTo>
                  <a:lnTo>
                    <a:pt x="426" y="315"/>
                  </a:lnTo>
                  <a:lnTo>
                    <a:pt x="426" y="315"/>
                  </a:lnTo>
                  <a:lnTo>
                    <a:pt x="426" y="315"/>
                  </a:lnTo>
                  <a:lnTo>
                    <a:pt x="424" y="315"/>
                  </a:lnTo>
                  <a:lnTo>
                    <a:pt x="424" y="315"/>
                  </a:lnTo>
                  <a:lnTo>
                    <a:pt x="424" y="317"/>
                  </a:lnTo>
                  <a:lnTo>
                    <a:pt x="424" y="317"/>
                  </a:lnTo>
                  <a:lnTo>
                    <a:pt x="422" y="317"/>
                  </a:lnTo>
                  <a:lnTo>
                    <a:pt x="422" y="317"/>
                  </a:lnTo>
                  <a:lnTo>
                    <a:pt x="422" y="317"/>
                  </a:lnTo>
                  <a:lnTo>
                    <a:pt x="419" y="317"/>
                  </a:lnTo>
                  <a:lnTo>
                    <a:pt x="419" y="317"/>
                  </a:lnTo>
                  <a:lnTo>
                    <a:pt x="419" y="317"/>
                  </a:lnTo>
                  <a:lnTo>
                    <a:pt x="419" y="317"/>
                  </a:lnTo>
                  <a:lnTo>
                    <a:pt x="417" y="317"/>
                  </a:lnTo>
                  <a:lnTo>
                    <a:pt x="417" y="317"/>
                  </a:lnTo>
                  <a:lnTo>
                    <a:pt x="417" y="317"/>
                  </a:lnTo>
                  <a:lnTo>
                    <a:pt x="417" y="320"/>
                  </a:lnTo>
                  <a:lnTo>
                    <a:pt x="415" y="320"/>
                  </a:lnTo>
                  <a:lnTo>
                    <a:pt x="415" y="320"/>
                  </a:lnTo>
                  <a:lnTo>
                    <a:pt x="412" y="320"/>
                  </a:lnTo>
                  <a:lnTo>
                    <a:pt x="412" y="320"/>
                  </a:lnTo>
                  <a:lnTo>
                    <a:pt x="412" y="320"/>
                  </a:lnTo>
                  <a:lnTo>
                    <a:pt x="412" y="320"/>
                  </a:lnTo>
                  <a:lnTo>
                    <a:pt x="410" y="320"/>
                  </a:lnTo>
                  <a:lnTo>
                    <a:pt x="410" y="322"/>
                  </a:lnTo>
                  <a:lnTo>
                    <a:pt x="410" y="322"/>
                  </a:lnTo>
                  <a:lnTo>
                    <a:pt x="408" y="322"/>
                  </a:lnTo>
                  <a:lnTo>
                    <a:pt x="408" y="322"/>
                  </a:lnTo>
                  <a:lnTo>
                    <a:pt x="408" y="322"/>
                  </a:lnTo>
                  <a:lnTo>
                    <a:pt x="408" y="322"/>
                  </a:lnTo>
                  <a:lnTo>
                    <a:pt x="405" y="322"/>
                  </a:lnTo>
                  <a:lnTo>
                    <a:pt x="405" y="322"/>
                  </a:lnTo>
                  <a:lnTo>
                    <a:pt x="405" y="325"/>
                  </a:lnTo>
                  <a:lnTo>
                    <a:pt x="405" y="325"/>
                  </a:lnTo>
                  <a:lnTo>
                    <a:pt x="403" y="325"/>
                  </a:lnTo>
                  <a:lnTo>
                    <a:pt x="403" y="325"/>
                  </a:lnTo>
                  <a:lnTo>
                    <a:pt x="403" y="325"/>
                  </a:lnTo>
                  <a:lnTo>
                    <a:pt x="400" y="325"/>
                  </a:lnTo>
                  <a:lnTo>
                    <a:pt x="400" y="325"/>
                  </a:lnTo>
                  <a:lnTo>
                    <a:pt x="400" y="325"/>
                  </a:lnTo>
                  <a:lnTo>
                    <a:pt x="400" y="327"/>
                  </a:lnTo>
                  <a:lnTo>
                    <a:pt x="398" y="327"/>
                  </a:lnTo>
                  <a:lnTo>
                    <a:pt x="398" y="327"/>
                  </a:lnTo>
                  <a:lnTo>
                    <a:pt x="398" y="327"/>
                  </a:lnTo>
                  <a:lnTo>
                    <a:pt x="398" y="327"/>
                  </a:lnTo>
                  <a:lnTo>
                    <a:pt x="396" y="327"/>
                  </a:lnTo>
                  <a:lnTo>
                    <a:pt x="396" y="327"/>
                  </a:lnTo>
                  <a:lnTo>
                    <a:pt x="393" y="327"/>
                  </a:lnTo>
                  <a:lnTo>
                    <a:pt x="393" y="327"/>
                  </a:lnTo>
                  <a:lnTo>
                    <a:pt x="393" y="327"/>
                  </a:lnTo>
                  <a:lnTo>
                    <a:pt x="393" y="327"/>
                  </a:lnTo>
                  <a:lnTo>
                    <a:pt x="391" y="327"/>
                  </a:lnTo>
                  <a:lnTo>
                    <a:pt x="391" y="329"/>
                  </a:lnTo>
                  <a:lnTo>
                    <a:pt x="391" y="329"/>
                  </a:lnTo>
                  <a:lnTo>
                    <a:pt x="391" y="329"/>
                  </a:lnTo>
                  <a:lnTo>
                    <a:pt x="389" y="329"/>
                  </a:lnTo>
                  <a:lnTo>
                    <a:pt x="389" y="329"/>
                  </a:lnTo>
                  <a:lnTo>
                    <a:pt x="389" y="329"/>
                  </a:lnTo>
                  <a:lnTo>
                    <a:pt x="386" y="329"/>
                  </a:lnTo>
                  <a:lnTo>
                    <a:pt x="386" y="329"/>
                  </a:lnTo>
                  <a:lnTo>
                    <a:pt x="386" y="332"/>
                  </a:lnTo>
                  <a:lnTo>
                    <a:pt x="386" y="332"/>
                  </a:lnTo>
                  <a:lnTo>
                    <a:pt x="384" y="332"/>
                  </a:lnTo>
                  <a:lnTo>
                    <a:pt x="384" y="332"/>
                  </a:lnTo>
                  <a:lnTo>
                    <a:pt x="384" y="332"/>
                  </a:lnTo>
                  <a:lnTo>
                    <a:pt x="384" y="332"/>
                  </a:lnTo>
                  <a:lnTo>
                    <a:pt x="382" y="332"/>
                  </a:lnTo>
                  <a:lnTo>
                    <a:pt x="382" y="332"/>
                  </a:lnTo>
                  <a:lnTo>
                    <a:pt x="382" y="334"/>
                  </a:lnTo>
                  <a:lnTo>
                    <a:pt x="379" y="334"/>
                  </a:lnTo>
                  <a:lnTo>
                    <a:pt x="379" y="334"/>
                  </a:lnTo>
                  <a:lnTo>
                    <a:pt x="379" y="334"/>
                  </a:lnTo>
                  <a:lnTo>
                    <a:pt x="379" y="334"/>
                  </a:lnTo>
                  <a:lnTo>
                    <a:pt x="377" y="334"/>
                  </a:lnTo>
                  <a:lnTo>
                    <a:pt x="377" y="334"/>
                  </a:lnTo>
                  <a:lnTo>
                    <a:pt x="374" y="334"/>
                  </a:lnTo>
                  <a:lnTo>
                    <a:pt x="374" y="334"/>
                  </a:lnTo>
                  <a:lnTo>
                    <a:pt x="374" y="336"/>
                  </a:lnTo>
                  <a:lnTo>
                    <a:pt x="374" y="336"/>
                  </a:lnTo>
                  <a:lnTo>
                    <a:pt x="372" y="336"/>
                  </a:lnTo>
                  <a:lnTo>
                    <a:pt x="372" y="336"/>
                  </a:lnTo>
                  <a:lnTo>
                    <a:pt x="372" y="336"/>
                  </a:lnTo>
                  <a:lnTo>
                    <a:pt x="372" y="336"/>
                  </a:lnTo>
                  <a:lnTo>
                    <a:pt x="370" y="336"/>
                  </a:lnTo>
                  <a:lnTo>
                    <a:pt x="370" y="336"/>
                  </a:lnTo>
                  <a:lnTo>
                    <a:pt x="367" y="336"/>
                  </a:lnTo>
                  <a:lnTo>
                    <a:pt x="367" y="336"/>
                  </a:lnTo>
                  <a:lnTo>
                    <a:pt x="367" y="336"/>
                  </a:lnTo>
                  <a:lnTo>
                    <a:pt x="367" y="336"/>
                  </a:lnTo>
                  <a:lnTo>
                    <a:pt x="365" y="336"/>
                  </a:lnTo>
                  <a:lnTo>
                    <a:pt x="365" y="336"/>
                  </a:lnTo>
                  <a:lnTo>
                    <a:pt x="365" y="336"/>
                  </a:lnTo>
                  <a:lnTo>
                    <a:pt x="363" y="336"/>
                  </a:lnTo>
                  <a:lnTo>
                    <a:pt x="363" y="339"/>
                  </a:lnTo>
                  <a:lnTo>
                    <a:pt x="363" y="339"/>
                  </a:lnTo>
                  <a:lnTo>
                    <a:pt x="360" y="339"/>
                  </a:lnTo>
                  <a:lnTo>
                    <a:pt x="360" y="339"/>
                  </a:lnTo>
                  <a:lnTo>
                    <a:pt x="360" y="339"/>
                  </a:lnTo>
                  <a:lnTo>
                    <a:pt x="358" y="339"/>
                  </a:lnTo>
                  <a:lnTo>
                    <a:pt x="358" y="339"/>
                  </a:lnTo>
                  <a:lnTo>
                    <a:pt x="358" y="339"/>
                  </a:lnTo>
                  <a:lnTo>
                    <a:pt x="358" y="339"/>
                  </a:lnTo>
                  <a:lnTo>
                    <a:pt x="355" y="339"/>
                  </a:lnTo>
                  <a:lnTo>
                    <a:pt x="355" y="339"/>
                  </a:lnTo>
                  <a:lnTo>
                    <a:pt x="355" y="341"/>
                  </a:lnTo>
                  <a:lnTo>
                    <a:pt x="353" y="341"/>
                  </a:lnTo>
                  <a:lnTo>
                    <a:pt x="353" y="341"/>
                  </a:lnTo>
                  <a:lnTo>
                    <a:pt x="353" y="341"/>
                  </a:lnTo>
                  <a:lnTo>
                    <a:pt x="351" y="341"/>
                  </a:lnTo>
                  <a:lnTo>
                    <a:pt x="351" y="341"/>
                  </a:lnTo>
                  <a:lnTo>
                    <a:pt x="351" y="341"/>
                  </a:lnTo>
                  <a:lnTo>
                    <a:pt x="351" y="341"/>
                  </a:lnTo>
                  <a:lnTo>
                    <a:pt x="348" y="341"/>
                  </a:lnTo>
                  <a:lnTo>
                    <a:pt x="348" y="341"/>
                  </a:lnTo>
                  <a:lnTo>
                    <a:pt x="346" y="341"/>
                  </a:lnTo>
                  <a:lnTo>
                    <a:pt x="346" y="344"/>
                  </a:lnTo>
                  <a:lnTo>
                    <a:pt x="346" y="344"/>
                  </a:lnTo>
                  <a:lnTo>
                    <a:pt x="346" y="344"/>
                  </a:lnTo>
                  <a:lnTo>
                    <a:pt x="344" y="344"/>
                  </a:lnTo>
                  <a:lnTo>
                    <a:pt x="344" y="344"/>
                  </a:lnTo>
                  <a:lnTo>
                    <a:pt x="341" y="344"/>
                  </a:lnTo>
                  <a:lnTo>
                    <a:pt x="341" y="344"/>
                  </a:lnTo>
                  <a:lnTo>
                    <a:pt x="341" y="344"/>
                  </a:lnTo>
                  <a:lnTo>
                    <a:pt x="341" y="344"/>
                  </a:lnTo>
                  <a:lnTo>
                    <a:pt x="339" y="344"/>
                  </a:lnTo>
                  <a:lnTo>
                    <a:pt x="339" y="344"/>
                  </a:lnTo>
                  <a:lnTo>
                    <a:pt x="339" y="346"/>
                  </a:lnTo>
                  <a:lnTo>
                    <a:pt x="339" y="346"/>
                  </a:lnTo>
                  <a:lnTo>
                    <a:pt x="337" y="346"/>
                  </a:lnTo>
                  <a:lnTo>
                    <a:pt x="337" y="346"/>
                  </a:lnTo>
                  <a:lnTo>
                    <a:pt x="334" y="346"/>
                  </a:lnTo>
                  <a:lnTo>
                    <a:pt x="334" y="346"/>
                  </a:lnTo>
                  <a:lnTo>
                    <a:pt x="334" y="346"/>
                  </a:lnTo>
                  <a:lnTo>
                    <a:pt x="334" y="346"/>
                  </a:lnTo>
                  <a:lnTo>
                    <a:pt x="332" y="346"/>
                  </a:lnTo>
                  <a:lnTo>
                    <a:pt x="332" y="346"/>
                  </a:lnTo>
                  <a:lnTo>
                    <a:pt x="332" y="346"/>
                  </a:lnTo>
                  <a:lnTo>
                    <a:pt x="332" y="346"/>
                  </a:lnTo>
                  <a:lnTo>
                    <a:pt x="329" y="346"/>
                  </a:lnTo>
                  <a:lnTo>
                    <a:pt x="329" y="346"/>
                  </a:lnTo>
                  <a:lnTo>
                    <a:pt x="327" y="346"/>
                  </a:lnTo>
                  <a:lnTo>
                    <a:pt x="327" y="346"/>
                  </a:lnTo>
                  <a:lnTo>
                    <a:pt x="327" y="348"/>
                  </a:lnTo>
                  <a:lnTo>
                    <a:pt x="327" y="348"/>
                  </a:lnTo>
                  <a:lnTo>
                    <a:pt x="325" y="348"/>
                  </a:lnTo>
                  <a:lnTo>
                    <a:pt x="325" y="348"/>
                  </a:lnTo>
                  <a:lnTo>
                    <a:pt x="325" y="348"/>
                  </a:lnTo>
                  <a:lnTo>
                    <a:pt x="325" y="348"/>
                  </a:lnTo>
                  <a:lnTo>
                    <a:pt x="322" y="348"/>
                  </a:lnTo>
                  <a:lnTo>
                    <a:pt x="322" y="348"/>
                  </a:lnTo>
                  <a:lnTo>
                    <a:pt x="320" y="348"/>
                  </a:lnTo>
                  <a:lnTo>
                    <a:pt x="320" y="348"/>
                  </a:lnTo>
                  <a:lnTo>
                    <a:pt x="320" y="348"/>
                  </a:lnTo>
                  <a:lnTo>
                    <a:pt x="320" y="351"/>
                  </a:lnTo>
                  <a:lnTo>
                    <a:pt x="318" y="351"/>
                  </a:lnTo>
                  <a:lnTo>
                    <a:pt x="318" y="351"/>
                  </a:lnTo>
                  <a:lnTo>
                    <a:pt x="318" y="351"/>
                  </a:lnTo>
                  <a:lnTo>
                    <a:pt x="315" y="351"/>
                  </a:lnTo>
                  <a:lnTo>
                    <a:pt x="315" y="351"/>
                  </a:lnTo>
                  <a:lnTo>
                    <a:pt x="315" y="351"/>
                  </a:lnTo>
                  <a:lnTo>
                    <a:pt x="313" y="351"/>
                  </a:lnTo>
                  <a:lnTo>
                    <a:pt x="313" y="351"/>
                  </a:lnTo>
                  <a:lnTo>
                    <a:pt x="313" y="351"/>
                  </a:lnTo>
                  <a:lnTo>
                    <a:pt x="313" y="353"/>
                  </a:lnTo>
                  <a:lnTo>
                    <a:pt x="311" y="353"/>
                  </a:lnTo>
                  <a:lnTo>
                    <a:pt x="311" y="353"/>
                  </a:lnTo>
                  <a:lnTo>
                    <a:pt x="311" y="353"/>
                  </a:lnTo>
                  <a:lnTo>
                    <a:pt x="308" y="353"/>
                  </a:lnTo>
                  <a:lnTo>
                    <a:pt x="308" y="353"/>
                  </a:lnTo>
                  <a:lnTo>
                    <a:pt x="308" y="353"/>
                  </a:lnTo>
                  <a:lnTo>
                    <a:pt x="308" y="355"/>
                  </a:lnTo>
                  <a:lnTo>
                    <a:pt x="306" y="355"/>
                  </a:lnTo>
                  <a:lnTo>
                    <a:pt x="306" y="355"/>
                  </a:lnTo>
                  <a:lnTo>
                    <a:pt x="306" y="355"/>
                  </a:lnTo>
                  <a:lnTo>
                    <a:pt x="306" y="355"/>
                  </a:lnTo>
                  <a:lnTo>
                    <a:pt x="306" y="355"/>
                  </a:lnTo>
                  <a:lnTo>
                    <a:pt x="306" y="358"/>
                  </a:lnTo>
                  <a:lnTo>
                    <a:pt x="303" y="358"/>
                  </a:lnTo>
                  <a:lnTo>
                    <a:pt x="303" y="358"/>
                  </a:lnTo>
                  <a:lnTo>
                    <a:pt x="303" y="358"/>
                  </a:lnTo>
                  <a:lnTo>
                    <a:pt x="303" y="360"/>
                  </a:lnTo>
                  <a:lnTo>
                    <a:pt x="301" y="360"/>
                  </a:lnTo>
                  <a:lnTo>
                    <a:pt x="301" y="360"/>
                  </a:lnTo>
                  <a:lnTo>
                    <a:pt x="301" y="360"/>
                  </a:lnTo>
                  <a:lnTo>
                    <a:pt x="301" y="363"/>
                  </a:lnTo>
                  <a:lnTo>
                    <a:pt x="301" y="363"/>
                  </a:lnTo>
                  <a:lnTo>
                    <a:pt x="301" y="363"/>
                  </a:lnTo>
                  <a:lnTo>
                    <a:pt x="299" y="363"/>
                  </a:lnTo>
                  <a:lnTo>
                    <a:pt x="299" y="365"/>
                  </a:lnTo>
                  <a:lnTo>
                    <a:pt x="299" y="365"/>
                  </a:lnTo>
                  <a:lnTo>
                    <a:pt x="299" y="365"/>
                  </a:lnTo>
                  <a:lnTo>
                    <a:pt x="299" y="365"/>
                  </a:lnTo>
                  <a:lnTo>
                    <a:pt x="299" y="365"/>
                  </a:lnTo>
                  <a:lnTo>
                    <a:pt x="296" y="365"/>
                  </a:lnTo>
                  <a:lnTo>
                    <a:pt x="296" y="367"/>
                  </a:lnTo>
                  <a:lnTo>
                    <a:pt x="296" y="367"/>
                  </a:lnTo>
                  <a:lnTo>
                    <a:pt x="296" y="367"/>
                  </a:lnTo>
                  <a:lnTo>
                    <a:pt x="294" y="367"/>
                  </a:lnTo>
                  <a:lnTo>
                    <a:pt x="294" y="370"/>
                  </a:lnTo>
                  <a:lnTo>
                    <a:pt x="294" y="370"/>
                  </a:lnTo>
                  <a:lnTo>
                    <a:pt x="294" y="370"/>
                  </a:lnTo>
                  <a:lnTo>
                    <a:pt x="294" y="372"/>
                  </a:lnTo>
                  <a:lnTo>
                    <a:pt x="294" y="372"/>
                  </a:lnTo>
                  <a:lnTo>
                    <a:pt x="294" y="372"/>
                  </a:lnTo>
                  <a:lnTo>
                    <a:pt x="292" y="372"/>
                  </a:lnTo>
                  <a:lnTo>
                    <a:pt x="292" y="374"/>
                  </a:lnTo>
                  <a:lnTo>
                    <a:pt x="292" y="374"/>
                  </a:lnTo>
                  <a:lnTo>
                    <a:pt x="292" y="374"/>
                  </a:lnTo>
                  <a:lnTo>
                    <a:pt x="292" y="374"/>
                  </a:lnTo>
                  <a:lnTo>
                    <a:pt x="292" y="374"/>
                  </a:lnTo>
                  <a:lnTo>
                    <a:pt x="289" y="374"/>
                  </a:lnTo>
                  <a:lnTo>
                    <a:pt x="289" y="377"/>
                  </a:lnTo>
                  <a:lnTo>
                    <a:pt x="289" y="377"/>
                  </a:lnTo>
                  <a:lnTo>
                    <a:pt x="289" y="377"/>
                  </a:lnTo>
                  <a:lnTo>
                    <a:pt x="287" y="377"/>
                  </a:lnTo>
                  <a:lnTo>
                    <a:pt x="287" y="379"/>
                  </a:lnTo>
                  <a:lnTo>
                    <a:pt x="287" y="379"/>
                  </a:lnTo>
                  <a:lnTo>
                    <a:pt x="287" y="379"/>
                  </a:lnTo>
                  <a:lnTo>
                    <a:pt x="287" y="379"/>
                  </a:lnTo>
                  <a:lnTo>
                    <a:pt x="287" y="381"/>
                  </a:lnTo>
                  <a:lnTo>
                    <a:pt x="284" y="381"/>
                  </a:lnTo>
                  <a:lnTo>
                    <a:pt x="284" y="381"/>
                  </a:lnTo>
                  <a:lnTo>
                    <a:pt x="284" y="381"/>
                  </a:lnTo>
                  <a:lnTo>
                    <a:pt x="284" y="384"/>
                  </a:lnTo>
                  <a:lnTo>
                    <a:pt x="284" y="384"/>
                  </a:lnTo>
                  <a:lnTo>
                    <a:pt x="284" y="384"/>
                  </a:lnTo>
                  <a:lnTo>
                    <a:pt x="284" y="386"/>
                  </a:lnTo>
                  <a:lnTo>
                    <a:pt x="282" y="386"/>
                  </a:lnTo>
                  <a:lnTo>
                    <a:pt x="282" y="386"/>
                  </a:lnTo>
                  <a:lnTo>
                    <a:pt x="282" y="386"/>
                  </a:lnTo>
                  <a:lnTo>
                    <a:pt x="282" y="386"/>
                  </a:lnTo>
                  <a:lnTo>
                    <a:pt x="280" y="386"/>
                  </a:lnTo>
                  <a:lnTo>
                    <a:pt x="280" y="389"/>
                  </a:lnTo>
                  <a:lnTo>
                    <a:pt x="280" y="389"/>
                  </a:lnTo>
                  <a:lnTo>
                    <a:pt x="280" y="389"/>
                  </a:lnTo>
                  <a:lnTo>
                    <a:pt x="280" y="389"/>
                  </a:lnTo>
                  <a:lnTo>
                    <a:pt x="280" y="391"/>
                  </a:lnTo>
                  <a:lnTo>
                    <a:pt x="277" y="391"/>
                  </a:lnTo>
                  <a:lnTo>
                    <a:pt x="277" y="391"/>
                  </a:lnTo>
                  <a:lnTo>
                    <a:pt x="277" y="391"/>
                  </a:lnTo>
                  <a:lnTo>
                    <a:pt x="277" y="393"/>
                  </a:lnTo>
                  <a:lnTo>
                    <a:pt x="277" y="393"/>
                  </a:lnTo>
                  <a:lnTo>
                    <a:pt x="277" y="393"/>
                  </a:lnTo>
                  <a:lnTo>
                    <a:pt x="275" y="393"/>
                  </a:lnTo>
                  <a:lnTo>
                    <a:pt x="275" y="396"/>
                  </a:lnTo>
                  <a:lnTo>
                    <a:pt x="275" y="396"/>
                  </a:lnTo>
                  <a:lnTo>
                    <a:pt x="275" y="396"/>
                  </a:lnTo>
                  <a:lnTo>
                    <a:pt x="275" y="396"/>
                  </a:lnTo>
                  <a:lnTo>
                    <a:pt x="273" y="396"/>
                  </a:lnTo>
                  <a:lnTo>
                    <a:pt x="273" y="398"/>
                  </a:lnTo>
                  <a:lnTo>
                    <a:pt x="273" y="398"/>
                  </a:lnTo>
                  <a:lnTo>
                    <a:pt x="273" y="398"/>
                  </a:lnTo>
                  <a:lnTo>
                    <a:pt x="273" y="398"/>
                  </a:lnTo>
                  <a:lnTo>
                    <a:pt x="273" y="400"/>
                  </a:lnTo>
                  <a:lnTo>
                    <a:pt x="270" y="400"/>
                  </a:lnTo>
                  <a:lnTo>
                    <a:pt x="270" y="400"/>
                  </a:lnTo>
                  <a:lnTo>
                    <a:pt x="270" y="400"/>
                  </a:lnTo>
                  <a:lnTo>
                    <a:pt x="270" y="403"/>
                  </a:lnTo>
                  <a:lnTo>
                    <a:pt x="268" y="403"/>
                  </a:lnTo>
                  <a:lnTo>
                    <a:pt x="268" y="403"/>
                  </a:lnTo>
                  <a:lnTo>
                    <a:pt x="268" y="403"/>
                  </a:lnTo>
                  <a:lnTo>
                    <a:pt x="268" y="405"/>
                  </a:lnTo>
                  <a:lnTo>
                    <a:pt x="268" y="405"/>
                  </a:lnTo>
                  <a:lnTo>
                    <a:pt x="268" y="405"/>
                  </a:lnTo>
                  <a:lnTo>
                    <a:pt x="266" y="405"/>
                  </a:lnTo>
                  <a:lnTo>
                    <a:pt x="266" y="405"/>
                  </a:lnTo>
                  <a:lnTo>
                    <a:pt x="266" y="405"/>
                  </a:lnTo>
                  <a:lnTo>
                    <a:pt x="266" y="408"/>
                  </a:lnTo>
                  <a:lnTo>
                    <a:pt x="266" y="408"/>
                  </a:lnTo>
                  <a:lnTo>
                    <a:pt x="266" y="408"/>
                  </a:lnTo>
                  <a:lnTo>
                    <a:pt x="266" y="410"/>
                  </a:lnTo>
                  <a:lnTo>
                    <a:pt x="263" y="410"/>
                  </a:lnTo>
                  <a:lnTo>
                    <a:pt x="263" y="410"/>
                  </a:lnTo>
                  <a:lnTo>
                    <a:pt x="263" y="410"/>
                  </a:lnTo>
                  <a:lnTo>
                    <a:pt x="263" y="412"/>
                  </a:lnTo>
                  <a:lnTo>
                    <a:pt x="261" y="412"/>
                  </a:lnTo>
                  <a:lnTo>
                    <a:pt x="261" y="412"/>
                  </a:lnTo>
                  <a:lnTo>
                    <a:pt x="261" y="412"/>
                  </a:lnTo>
                  <a:lnTo>
                    <a:pt x="261" y="415"/>
                  </a:lnTo>
                  <a:lnTo>
                    <a:pt x="261" y="415"/>
                  </a:lnTo>
                  <a:lnTo>
                    <a:pt x="261" y="415"/>
                  </a:lnTo>
                  <a:lnTo>
                    <a:pt x="258" y="415"/>
                  </a:lnTo>
                  <a:lnTo>
                    <a:pt x="258" y="415"/>
                  </a:lnTo>
                  <a:lnTo>
                    <a:pt x="258" y="415"/>
                  </a:lnTo>
                  <a:lnTo>
                    <a:pt x="258" y="417"/>
                  </a:lnTo>
                  <a:lnTo>
                    <a:pt x="258" y="417"/>
                  </a:lnTo>
                  <a:lnTo>
                    <a:pt x="258" y="417"/>
                  </a:lnTo>
                  <a:lnTo>
                    <a:pt x="258" y="419"/>
                  </a:lnTo>
                  <a:lnTo>
                    <a:pt x="256" y="419"/>
                  </a:lnTo>
                  <a:lnTo>
                    <a:pt x="256" y="419"/>
                  </a:lnTo>
                  <a:lnTo>
                    <a:pt x="256" y="419"/>
                  </a:lnTo>
                  <a:lnTo>
                    <a:pt x="256" y="419"/>
                  </a:lnTo>
                  <a:lnTo>
                    <a:pt x="256" y="417"/>
                  </a:lnTo>
                  <a:lnTo>
                    <a:pt x="256" y="417"/>
                  </a:lnTo>
                  <a:lnTo>
                    <a:pt x="256" y="415"/>
                  </a:lnTo>
                  <a:lnTo>
                    <a:pt x="256" y="415"/>
                  </a:lnTo>
                  <a:lnTo>
                    <a:pt x="256" y="415"/>
                  </a:lnTo>
                  <a:lnTo>
                    <a:pt x="256" y="412"/>
                  </a:lnTo>
                  <a:lnTo>
                    <a:pt x="256" y="412"/>
                  </a:lnTo>
                  <a:lnTo>
                    <a:pt x="256" y="410"/>
                  </a:lnTo>
                  <a:lnTo>
                    <a:pt x="256" y="410"/>
                  </a:lnTo>
                  <a:lnTo>
                    <a:pt x="256" y="408"/>
                  </a:lnTo>
                  <a:lnTo>
                    <a:pt x="256" y="408"/>
                  </a:lnTo>
                  <a:lnTo>
                    <a:pt x="256" y="405"/>
                  </a:lnTo>
                  <a:lnTo>
                    <a:pt x="256" y="405"/>
                  </a:lnTo>
                  <a:lnTo>
                    <a:pt x="256" y="405"/>
                  </a:lnTo>
                  <a:lnTo>
                    <a:pt x="256" y="403"/>
                  </a:lnTo>
                  <a:lnTo>
                    <a:pt x="256" y="403"/>
                  </a:lnTo>
                  <a:lnTo>
                    <a:pt x="256" y="400"/>
                  </a:lnTo>
                  <a:lnTo>
                    <a:pt x="254" y="400"/>
                  </a:lnTo>
                  <a:lnTo>
                    <a:pt x="254" y="400"/>
                  </a:lnTo>
                  <a:lnTo>
                    <a:pt x="254" y="400"/>
                  </a:lnTo>
                  <a:lnTo>
                    <a:pt x="254" y="400"/>
                  </a:lnTo>
                  <a:lnTo>
                    <a:pt x="251" y="400"/>
                  </a:lnTo>
                  <a:lnTo>
                    <a:pt x="251" y="398"/>
                  </a:lnTo>
                  <a:lnTo>
                    <a:pt x="251" y="398"/>
                  </a:lnTo>
                  <a:lnTo>
                    <a:pt x="251" y="398"/>
                  </a:lnTo>
                  <a:lnTo>
                    <a:pt x="251" y="398"/>
                  </a:lnTo>
                  <a:lnTo>
                    <a:pt x="249" y="398"/>
                  </a:lnTo>
                  <a:lnTo>
                    <a:pt x="249" y="398"/>
                  </a:lnTo>
                  <a:lnTo>
                    <a:pt x="249" y="396"/>
                  </a:lnTo>
                  <a:lnTo>
                    <a:pt x="247" y="396"/>
                  </a:lnTo>
                  <a:lnTo>
                    <a:pt x="247" y="396"/>
                  </a:lnTo>
                  <a:lnTo>
                    <a:pt x="247" y="396"/>
                  </a:lnTo>
                  <a:lnTo>
                    <a:pt x="247" y="396"/>
                  </a:lnTo>
                  <a:lnTo>
                    <a:pt x="247" y="396"/>
                  </a:lnTo>
                  <a:lnTo>
                    <a:pt x="244" y="396"/>
                  </a:lnTo>
                  <a:lnTo>
                    <a:pt x="244" y="396"/>
                  </a:lnTo>
                  <a:lnTo>
                    <a:pt x="244" y="393"/>
                  </a:lnTo>
                  <a:lnTo>
                    <a:pt x="244" y="393"/>
                  </a:lnTo>
                  <a:lnTo>
                    <a:pt x="242" y="393"/>
                  </a:lnTo>
                  <a:lnTo>
                    <a:pt x="242" y="393"/>
                  </a:lnTo>
                  <a:lnTo>
                    <a:pt x="242" y="393"/>
                  </a:lnTo>
                  <a:lnTo>
                    <a:pt x="239" y="393"/>
                  </a:lnTo>
                  <a:lnTo>
                    <a:pt x="239" y="391"/>
                  </a:lnTo>
                  <a:lnTo>
                    <a:pt x="239" y="391"/>
                  </a:lnTo>
                  <a:lnTo>
                    <a:pt x="239" y="391"/>
                  </a:lnTo>
                  <a:lnTo>
                    <a:pt x="239" y="391"/>
                  </a:lnTo>
                  <a:lnTo>
                    <a:pt x="237" y="391"/>
                  </a:lnTo>
                  <a:lnTo>
                    <a:pt x="237" y="391"/>
                  </a:lnTo>
                  <a:lnTo>
                    <a:pt x="237" y="389"/>
                  </a:lnTo>
                  <a:lnTo>
                    <a:pt x="235" y="389"/>
                  </a:lnTo>
                  <a:lnTo>
                    <a:pt x="235" y="389"/>
                  </a:lnTo>
                  <a:lnTo>
                    <a:pt x="235" y="389"/>
                  </a:lnTo>
                  <a:lnTo>
                    <a:pt x="235" y="389"/>
                  </a:lnTo>
                  <a:lnTo>
                    <a:pt x="232" y="389"/>
                  </a:lnTo>
                  <a:lnTo>
                    <a:pt x="232" y="386"/>
                  </a:lnTo>
                  <a:lnTo>
                    <a:pt x="232" y="386"/>
                  </a:lnTo>
                  <a:lnTo>
                    <a:pt x="232" y="386"/>
                  </a:lnTo>
                  <a:lnTo>
                    <a:pt x="232" y="386"/>
                  </a:lnTo>
                  <a:lnTo>
                    <a:pt x="230" y="386"/>
                  </a:lnTo>
                  <a:lnTo>
                    <a:pt x="230" y="386"/>
                  </a:lnTo>
                  <a:lnTo>
                    <a:pt x="230" y="386"/>
                  </a:lnTo>
                  <a:lnTo>
                    <a:pt x="228" y="386"/>
                  </a:lnTo>
                  <a:lnTo>
                    <a:pt x="228" y="384"/>
                  </a:lnTo>
                  <a:lnTo>
                    <a:pt x="228" y="384"/>
                  </a:lnTo>
                  <a:lnTo>
                    <a:pt x="228" y="384"/>
                  </a:lnTo>
                  <a:lnTo>
                    <a:pt x="228" y="384"/>
                  </a:lnTo>
                  <a:lnTo>
                    <a:pt x="225" y="384"/>
                  </a:lnTo>
                  <a:lnTo>
                    <a:pt x="225" y="384"/>
                  </a:lnTo>
                  <a:lnTo>
                    <a:pt x="225" y="381"/>
                  </a:lnTo>
                  <a:lnTo>
                    <a:pt x="225" y="381"/>
                  </a:lnTo>
                  <a:lnTo>
                    <a:pt x="223" y="381"/>
                  </a:lnTo>
                  <a:lnTo>
                    <a:pt x="223" y="381"/>
                  </a:lnTo>
                  <a:lnTo>
                    <a:pt x="223" y="381"/>
                  </a:lnTo>
                  <a:lnTo>
                    <a:pt x="221" y="381"/>
                  </a:lnTo>
                  <a:lnTo>
                    <a:pt x="221" y="379"/>
                  </a:lnTo>
                  <a:lnTo>
                    <a:pt x="221" y="379"/>
                  </a:lnTo>
                  <a:lnTo>
                    <a:pt x="221" y="379"/>
                  </a:lnTo>
                  <a:lnTo>
                    <a:pt x="221" y="379"/>
                  </a:lnTo>
                  <a:lnTo>
                    <a:pt x="218" y="379"/>
                  </a:lnTo>
                  <a:lnTo>
                    <a:pt x="218" y="379"/>
                  </a:lnTo>
                  <a:lnTo>
                    <a:pt x="218" y="377"/>
                  </a:lnTo>
                  <a:lnTo>
                    <a:pt x="218" y="377"/>
                  </a:lnTo>
                  <a:lnTo>
                    <a:pt x="216" y="377"/>
                  </a:lnTo>
                  <a:lnTo>
                    <a:pt x="216" y="377"/>
                  </a:lnTo>
                  <a:lnTo>
                    <a:pt x="216" y="377"/>
                  </a:lnTo>
                  <a:lnTo>
                    <a:pt x="213" y="377"/>
                  </a:lnTo>
                  <a:lnTo>
                    <a:pt x="213" y="374"/>
                  </a:lnTo>
                  <a:lnTo>
                    <a:pt x="213" y="374"/>
                  </a:lnTo>
                  <a:lnTo>
                    <a:pt x="213" y="374"/>
                  </a:lnTo>
                  <a:lnTo>
                    <a:pt x="211" y="374"/>
                  </a:lnTo>
                  <a:lnTo>
                    <a:pt x="211" y="374"/>
                  </a:lnTo>
                  <a:lnTo>
                    <a:pt x="211" y="374"/>
                  </a:lnTo>
                  <a:lnTo>
                    <a:pt x="209" y="374"/>
                  </a:lnTo>
                  <a:lnTo>
                    <a:pt x="209" y="374"/>
                  </a:lnTo>
                  <a:lnTo>
                    <a:pt x="206" y="374"/>
                  </a:lnTo>
                  <a:lnTo>
                    <a:pt x="206" y="374"/>
                  </a:lnTo>
                  <a:lnTo>
                    <a:pt x="206" y="374"/>
                  </a:lnTo>
                  <a:lnTo>
                    <a:pt x="206" y="377"/>
                  </a:lnTo>
                  <a:lnTo>
                    <a:pt x="204" y="377"/>
                  </a:lnTo>
                  <a:lnTo>
                    <a:pt x="204" y="377"/>
                  </a:lnTo>
                  <a:lnTo>
                    <a:pt x="204" y="377"/>
                  </a:lnTo>
                  <a:lnTo>
                    <a:pt x="204" y="377"/>
                  </a:lnTo>
                  <a:lnTo>
                    <a:pt x="204" y="377"/>
                  </a:lnTo>
                  <a:lnTo>
                    <a:pt x="202" y="377"/>
                  </a:lnTo>
                  <a:lnTo>
                    <a:pt x="202" y="377"/>
                  </a:lnTo>
                  <a:lnTo>
                    <a:pt x="202" y="374"/>
                  </a:lnTo>
                  <a:lnTo>
                    <a:pt x="199" y="374"/>
                  </a:lnTo>
                  <a:lnTo>
                    <a:pt x="199" y="374"/>
                  </a:lnTo>
                  <a:lnTo>
                    <a:pt x="199" y="374"/>
                  </a:lnTo>
                  <a:lnTo>
                    <a:pt x="199" y="374"/>
                  </a:lnTo>
                  <a:lnTo>
                    <a:pt x="197" y="374"/>
                  </a:lnTo>
                  <a:lnTo>
                    <a:pt x="197" y="374"/>
                  </a:lnTo>
                  <a:lnTo>
                    <a:pt x="197" y="374"/>
                  </a:lnTo>
                  <a:lnTo>
                    <a:pt x="197" y="372"/>
                  </a:lnTo>
                  <a:lnTo>
                    <a:pt x="195" y="372"/>
                  </a:lnTo>
                  <a:lnTo>
                    <a:pt x="195" y="372"/>
                  </a:lnTo>
                  <a:lnTo>
                    <a:pt x="195" y="372"/>
                  </a:lnTo>
                  <a:lnTo>
                    <a:pt x="195" y="372"/>
                  </a:lnTo>
                  <a:lnTo>
                    <a:pt x="195" y="370"/>
                  </a:lnTo>
                  <a:lnTo>
                    <a:pt x="192" y="370"/>
                  </a:lnTo>
                  <a:lnTo>
                    <a:pt x="192" y="370"/>
                  </a:lnTo>
                  <a:lnTo>
                    <a:pt x="192" y="370"/>
                  </a:lnTo>
                  <a:lnTo>
                    <a:pt x="190" y="370"/>
                  </a:lnTo>
                  <a:lnTo>
                    <a:pt x="190" y="372"/>
                  </a:lnTo>
                  <a:lnTo>
                    <a:pt x="190" y="372"/>
                  </a:lnTo>
                  <a:lnTo>
                    <a:pt x="190" y="372"/>
                  </a:lnTo>
                  <a:lnTo>
                    <a:pt x="190" y="374"/>
                  </a:lnTo>
                  <a:lnTo>
                    <a:pt x="190" y="374"/>
                  </a:lnTo>
                  <a:lnTo>
                    <a:pt x="190" y="374"/>
                  </a:lnTo>
                  <a:lnTo>
                    <a:pt x="190" y="374"/>
                  </a:lnTo>
                  <a:lnTo>
                    <a:pt x="190" y="377"/>
                  </a:lnTo>
                  <a:lnTo>
                    <a:pt x="192" y="377"/>
                  </a:lnTo>
                  <a:lnTo>
                    <a:pt x="192" y="377"/>
                  </a:lnTo>
                  <a:lnTo>
                    <a:pt x="190" y="377"/>
                  </a:lnTo>
                  <a:lnTo>
                    <a:pt x="190" y="377"/>
                  </a:lnTo>
                  <a:lnTo>
                    <a:pt x="187" y="377"/>
                  </a:lnTo>
                  <a:lnTo>
                    <a:pt x="187" y="379"/>
                  </a:lnTo>
                  <a:lnTo>
                    <a:pt x="187" y="379"/>
                  </a:lnTo>
                  <a:lnTo>
                    <a:pt x="187" y="381"/>
                  </a:lnTo>
                  <a:lnTo>
                    <a:pt x="187" y="381"/>
                  </a:lnTo>
                  <a:lnTo>
                    <a:pt x="187" y="381"/>
                  </a:lnTo>
                  <a:lnTo>
                    <a:pt x="187" y="384"/>
                  </a:lnTo>
                  <a:lnTo>
                    <a:pt x="187" y="384"/>
                  </a:lnTo>
                  <a:lnTo>
                    <a:pt x="187" y="386"/>
                  </a:lnTo>
                  <a:lnTo>
                    <a:pt x="187" y="386"/>
                  </a:lnTo>
                  <a:lnTo>
                    <a:pt x="187" y="386"/>
                  </a:lnTo>
                  <a:lnTo>
                    <a:pt x="187" y="389"/>
                  </a:lnTo>
                  <a:lnTo>
                    <a:pt x="187" y="389"/>
                  </a:lnTo>
                  <a:lnTo>
                    <a:pt x="187" y="389"/>
                  </a:lnTo>
                  <a:lnTo>
                    <a:pt x="190" y="389"/>
                  </a:lnTo>
                  <a:lnTo>
                    <a:pt x="190" y="391"/>
                  </a:lnTo>
                  <a:lnTo>
                    <a:pt x="190" y="391"/>
                  </a:lnTo>
                  <a:lnTo>
                    <a:pt x="190" y="393"/>
                  </a:lnTo>
                  <a:lnTo>
                    <a:pt x="190" y="393"/>
                  </a:lnTo>
                  <a:lnTo>
                    <a:pt x="187" y="393"/>
                  </a:lnTo>
                  <a:lnTo>
                    <a:pt x="187" y="393"/>
                  </a:lnTo>
                  <a:lnTo>
                    <a:pt x="187" y="393"/>
                  </a:lnTo>
                  <a:lnTo>
                    <a:pt x="187" y="396"/>
                  </a:lnTo>
                  <a:lnTo>
                    <a:pt x="187" y="396"/>
                  </a:lnTo>
                  <a:lnTo>
                    <a:pt x="187" y="396"/>
                  </a:lnTo>
                  <a:lnTo>
                    <a:pt x="185" y="396"/>
                  </a:lnTo>
                  <a:lnTo>
                    <a:pt x="185" y="396"/>
                  </a:lnTo>
                  <a:lnTo>
                    <a:pt x="185" y="398"/>
                  </a:lnTo>
                  <a:lnTo>
                    <a:pt x="185" y="398"/>
                  </a:lnTo>
                  <a:lnTo>
                    <a:pt x="183" y="398"/>
                  </a:lnTo>
                  <a:lnTo>
                    <a:pt x="183" y="398"/>
                  </a:lnTo>
                  <a:lnTo>
                    <a:pt x="183" y="400"/>
                  </a:lnTo>
                  <a:lnTo>
                    <a:pt x="183" y="400"/>
                  </a:lnTo>
                  <a:lnTo>
                    <a:pt x="183" y="400"/>
                  </a:lnTo>
                  <a:lnTo>
                    <a:pt x="180" y="400"/>
                  </a:lnTo>
                  <a:lnTo>
                    <a:pt x="180" y="400"/>
                  </a:lnTo>
                  <a:lnTo>
                    <a:pt x="180" y="400"/>
                  </a:lnTo>
                  <a:lnTo>
                    <a:pt x="178" y="400"/>
                  </a:lnTo>
                  <a:lnTo>
                    <a:pt x="178" y="400"/>
                  </a:lnTo>
                  <a:lnTo>
                    <a:pt x="178" y="398"/>
                  </a:lnTo>
                  <a:lnTo>
                    <a:pt x="178" y="398"/>
                  </a:lnTo>
                  <a:lnTo>
                    <a:pt x="178" y="398"/>
                  </a:lnTo>
                  <a:lnTo>
                    <a:pt x="178" y="396"/>
                  </a:lnTo>
                  <a:lnTo>
                    <a:pt x="178" y="396"/>
                  </a:lnTo>
                  <a:lnTo>
                    <a:pt x="178" y="396"/>
                  </a:lnTo>
                  <a:lnTo>
                    <a:pt x="178" y="396"/>
                  </a:lnTo>
                  <a:lnTo>
                    <a:pt x="178" y="396"/>
                  </a:lnTo>
                  <a:lnTo>
                    <a:pt x="178" y="393"/>
                  </a:lnTo>
                  <a:lnTo>
                    <a:pt x="178" y="393"/>
                  </a:lnTo>
                  <a:lnTo>
                    <a:pt x="178" y="393"/>
                  </a:lnTo>
                  <a:lnTo>
                    <a:pt x="178" y="391"/>
                  </a:lnTo>
                  <a:lnTo>
                    <a:pt x="176" y="391"/>
                  </a:lnTo>
                  <a:lnTo>
                    <a:pt x="176" y="391"/>
                  </a:lnTo>
                  <a:lnTo>
                    <a:pt x="176" y="391"/>
                  </a:lnTo>
                  <a:lnTo>
                    <a:pt x="176" y="389"/>
                  </a:lnTo>
                  <a:lnTo>
                    <a:pt x="173" y="389"/>
                  </a:lnTo>
                  <a:lnTo>
                    <a:pt x="173" y="389"/>
                  </a:lnTo>
                  <a:lnTo>
                    <a:pt x="173" y="389"/>
                  </a:lnTo>
                  <a:lnTo>
                    <a:pt x="173" y="386"/>
                  </a:lnTo>
                  <a:lnTo>
                    <a:pt x="173" y="386"/>
                  </a:lnTo>
                  <a:lnTo>
                    <a:pt x="173" y="386"/>
                  </a:lnTo>
                  <a:lnTo>
                    <a:pt x="173" y="386"/>
                  </a:lnTo>
                  <a:lnTo>
                    <a:pt x="173" y="386"/>
                  </a:lnTo>
                  <a:lnTo>
                    <a:pt x="171" y="386"/>
                  </a:lnTo>
                  <a:lnTo>
                    <a:pt x="171" y="386"/>
                  </a:lnTo>
                  <a:lnTo>
                    <a:pt x="171" y="386"/>
                  </a:lnTo>
                  <a:lnTo>
                    <a:pt x="171" y="386"/>
                  </a:lnTo>
                  <a:lnTo>
                    <a:pt x="171" y="384"/>
                  </a:lnTo>
                  <a:lnTo>
                    <a:pt x="171" y="384"/>
                  </a:lnTo>
                  <a:lnTo>
                    <a:pt x="171" y="381"/>
                  </a:lnTo>
                  <a:lnTo>
                    <a:pt x="171" y="381"/>
                  </a:lnTo>
                  <a:lnTo>
                    <a:pt x="171" y="379"/>
                  </a:lnTo>
                  <a:lnTo>
                    <a:pt x="168" y="379"/>
                  </a:lnTo>
                  <a:lnTo>
                    <a:pt x="168" y="379"/>
                  </a:lnTo>
                  <a:lnTo>
                    <a:pt x="168" y="377"/>
                  </a:lnTo>
                  <a:lnTo>
                    <a:pt x="168" y="377"/>
                  </a:lnTo>
                  <a:lnTo>
                    <a:pt x="168" y="374"/>
                  </a:lnTo>
                  <a:lnTo>
                    <a:pt x="168" y="374"/>
                  </a:lnTo>
                  <a:lnTo>
                    <a:pt x="168" y="374"/>
                  </a:lnTo>
                  <a:lnTo>
                    <a:pt x="168" y="374"/>
                  </a:lnTo>
                  <a:lnTo>
                    <a:pt x="166" y="374"/>
                  </a:lnTo>
                  <a:lnTo>
                    <a:pt x="166" y="372"/>
                  </a:lnTo>
                  <a:lnTo>
                    <a:pt x="166" y="372"/>
                  </a:lnTo>
                  <a:lnTo>
                    <a:pt x="166" y="372"/>
                  </a:lnTo>
                  <a:lnTo>
                    <a:pt x="166" y="372"/>
                  </a:lnTo>
                  <a:lnTo>
                    <a:pt x="166" y="370"/>
                  </a:lnTo>
                  <a:lnTo>
                    <a:pt x="164" y="370"/>
                  </a:lnTo>
                  <a:lnTo>
                    <a:pt x="164" y="370"/>
                  </a:lnTo>
                  <a:lnTo>
                    <a:pt x="164" y="370"/>
                  </a:lnTo>
                  <a:lnTo>
                    <a:pt x="164" y="367"/>
                  </a:lnTo>
                  <a:lnTo>
                    <a:pt x="161" y="367"/>
                  </a:lnTo>
                  <a:lnTo>
                    <a:pt x="161" y="367"/>
                  </a:lnTo>
                  <a:lnTo>
                    <a:pt x="161" y="367"/>
                  </a:lnTo>
                  <a:lnTo>
                    <a:pt x="161" y="367"/>
                  </a:lnTo>
                  <a:lnTo>
                    <a:pt x="161" y="365"/>
                  </a:lnTo>
                  <a:lnTo>
                    <a:pt x="159" y="365"/>
                  </a:lnTo>
                  <a:lnTo>
                    <a:pt x="159" y="365"/>
                  </a:lnTo>
                  <a:lnTo>
                    <a:pt x="159" y="365"/>
                  </a:lnTo>
                  <a:lnTo>
                    <a:pt x="159" y="365"/>
                  </a:lnTo>
                  <a:lnTo>
                    <a:pt x="159" y="365"/>
                  </a:lnTo>
                  <a:lnTo>
                    <a:pt x="157" y="365"/>
                  </a:lnTo>
                  <a:lnTo>
                    <a:pt x="157" y="363"/>
                  </a:lnTo>
                  <a:lnTo>
                    <a:pt x="157" y="363"/>
                  </a:lnTo>
                  <a:lnTo>
                    <a:pt x="157" y="363"/>
                  </a:lnTo>
                  <a:lnTo>
                    <a:pt x="154" y="363"/>
                  </a:lnTo>
                  <a:lnTo>
                    <a:pt x="154" y="360"/>
                  </a:lnTo>
                  <a:lnTo>
                    <a:pt x="154" y="360"/>
                  </a:lnTo>
                  <a:lnTo>
                    <a:pt x="154" y="360"/>
                  </a:lnTo>
                  <a:lnTo>
                    <a:pt x="154" y="358"/>
                  </a:lnTo>
                  <a:lnTo>
                    <a:pt x="154" y="358"/>
                  </a:lnTo>
                  <a:lnTo>
                    <a:pt x="154" y="358"/>
                  </a:lnTo>
                  <a:lnTo>
                    <a:pt x="152" y="358"/>
                  </a:lnTo>
                  <a:lnTo>
                    <a:pt x="152" y="355"/>
                  </a:lnTo>
                  <a:lnTo>
                    <a:pt x="152" y="355"/>
                  </a:lnTo>
                  <a:lnTo>
                    <a:pt x="152" y="355"/>
                  </a:lnTo>
                  <a:lnTo>
                    <a:pt x="152" y="355"/>
                  </a:lnTo>
                  <a:lnTo>
                    <a:pt x="152" y="355"/>
                  </a:lnTo>
                  <a:lnTo>
                    <a:pt x="152" y="353"/>
                  </a:lnTo>
                  <a:lnTo>
                    <a:pt x="152" y="353"/>
                  </a:lnTo>
                  <a:lnTo>
                    <a:pt x="152" y="351"/>
                  </a:lnTo>
                  <a:lnTo>
                    <a:pt x="150" y="351"/>
                  </a:lnTo>
                  <a:lnTo>
                    <a:pt x="150" y="351"/>
                  </a:lnTo>
                  <a:lnTo>
                    <a:pt x="150" y="348"/>
                  </a:lnTo>
                  <a:lnTo>
                    <a:pt x="150" y="348"/>
                  </a:lnTo>
                  <a:lnTo>
                    <a:pt x="150" y="348"/>
                  </a:lnTo>
                  <a:lnTo>
                    <a:pt x="150" y="346"/>
                  </a:lnTo>
                  <a:lnTo>
                    <a:pt x="150" y="346"/>
                  </a:lnTo>
                  <a:lnTo>
                    <a:pt x="147" y="346"/>
                  </a:lnTo>
                  <a:lnTo>
                    <a:pt x="147" y="346"/>
                  </a:lnTo>
                  <a:lnTo>
                    <a:pt x="147" y="346"/>
                  </a:lnTo>
                  <a:lnTo>
                    <a:pt x="147" y="346"/>
                  </a:lnTo>
                  <a:lnTo>
                    <a:pt x="147" y="344"/>
                  </a:lnTo>
                  <a:lnTo>
                    <a:pt x="145" y="344"/>
                  </a:lnTo>
                  <a:lnTo>
                    <a:pt x="145" y="344"/>
                  </a:lnTo>
                  <a:lnTo>
                    <a:pt x="145" y="344"/>
                  </a:lnTo>
                  <a:lnTo>
                    <a:pt x="145" y="341"/>
                  </a:lnTo>
                  <a:lnTo>
                    <a:pt x="145" y="341"/>
                  </a:lnTo>
                  <a:lnTo>
                    <a:pt x="145" y="341"/>
                  </a:lnTo>
                  <a:lnTo>
                    <a:pt x="145" y="339"/>
                  </a:lnTo>
                  <a:lnTo>
                    <a:pt x="145" y="339"/>
                  </a:lnTo>
                  <a:lnTo>
                    <a:pt x="145" y="339"/>
                  </a:lnTo>
                  <a:lnTo>
                    <a:pt x="145" y="339"/>
                  </a:lnTo>
                  <a:lnTo>
                    <a:pt x="145" y="336"/>
                  </a:lnTo>
                  <a:lnTo>
                    <a:pt x="145" y="336"/>
                  </a:lnTo>
                  <a:lnTo>
                    <a:pt x="145" y="336"/>
                  </a:lnTo>
                  <a:lnTo>
                    <a:pt x="145" y="334"/>
                  </a:lnTo>
                  <a:lnTo>
                    <a:pt x="145" y="334"/>
                  </a:lnTo>
                  <a:lnTo>
                    <a:pt x="145" y="332"/>
                  </a:lnTo>
                  <a:lnTo>
                    <a:pt x="142" y="332"/>
                  </a:lnTo>
                  <a:lnTo>
                    <a:pt x="142" y="332"/>
                  </a:lnTo>
                  <a:lnTo>
                    <a:pt x="142" y="332"/>
                  </a:lnTo>
                  <a:lnTo>
                    <a:pt x="142" y="329"/>
                  </a:lnTo>
                  <a:lnTo>
                    <a:pt x="140" y="329"/>
                  </a:lnTo>
                  <a:lnTo>
                    <a:pt x="140" y="329"/>
                  </a:lnTo>
                  <a:lnTo>
                    <a:pt x="140" y="327"/>
                  </a:lnTo>
                  <a:lnTo>
                    <a:pt x="140" y="327"/>
                  </a:lnTo>
                  <a:lnTo>
                    <a:pt x="140" y="327"/>
                  </a:lnTo>
                  <a:lnTo>
                    <a:pt x="140" y="327"/>
                  </a:lnTo>
                  <a:lnTo>
                    <a:pt x="140" y="327"/>
                  </a:lnTo>
                  <a:lnTo>
                    <a:pt x="140" y="327"/>
                  </a:lnTo>
                  <a:lnTo>
                    <a:pt x="140" y="327"/>
                  </a:lnTo>
                  <a:lnTo>
                    <a:pt x="138" y="327"/>
                  </a:lnTo>
                  <a:lnTo>
                    <a:pt x="138" y="327"/>
                  </a:lnTo>
                  <a:lnTo>
                    <a:pt x="138" y="327"/>
                  </a:lnTo>
                  <a:lnTo>
                    <a:pt x="138" y="327"/>
                  </a:lnTo>
                  <a:lnTo>
                    <a:pt x="138" y="325"/>
                  </a:lnTo>
                  <a:lnTo>
                    <a:pt x="138" y="325"/>
                  </a:lnTo>
                  <a:lnTo>
                    <a:pt x="138" y="325"/>
                  </a:lnTo>
                  <a:lnTo>
                    <a:pt x="138" y="322"/>
                  </a:lnTo>
                  <a:lnTo>
                    <a:pt x="138" y="322"/>
                  </a:lnTo>
                  <a:lnTo>
                    <a:pt x="138" y="322"/>
                  </a:lnTo>
                  <a:lnTo>
                    <a:pt x="138" y="320"/>
                  </a:lnTo>
                  <a:lnTo>
                    <a:pt x="138" y="320"/>
                  </a:lnTo>
                  <a:lnTo>
                    <a:pt x="138" y="320"/>
                  </a:lnTo>
                  <a:lnTo>
                    <a:pt x="135" y="320"/>
                  </a:lnTo>
                </a:path>
              </a:pathLst>
            </a:custGeom>
            <a:solidFill>
              <a:schemeClr val="accent3"/>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06" name="TextBox 505"/>
          <p:cNvSpPr txBox="1"/>
          <p:nvPr/>
        </p:nvSpPr>
        <p:spPr>
          <a:xfrm>
            <a:off x="5288252" y="1116509"/>
            <a:ext cx="3056057" cy="769441"/>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injected humour, or randomized words which</a:t>
            </a:r>
          </a:p>
        </p:txBody>
      </p:sp>
      <p:grpSp>
        <p:nvGrpSpPr>
          <p:cNvPr id="545" name="Group 544"/>
          <p:cNvGrpSpPr/>
          <p:nvPr/>
        </p:nvGrpSpPr>
        <p:grpSpPr>
          <a:xfrm>
            <a:off x="5257800" y="2132162"/>
            <a:ext cx="2964482" cy="2336882"/>
            <a:chOff x="5146739" y="1868220"/>
            <a:chExt cx="3387661" cy="2864765"/>
          </a:xfrm>
        </p:grpSpPr>
        <p:sp>
          <p:nvSpPr>
            <p:cNvPr id="507" name="Round Same Side Corner Rectangle 506"/>
            <p:cNvSpPr/>
            <p:nvPr/>
          </p:nvSpPr>
          <p:spPr>
            <a:xfrm>
              <a:off x="5199477" y="186822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8" name="Round Same Side Corner Rectangle 507"/>
            <p:cNvSpPr/>
            <p:nvPr/>
          </p:nvSpPr>
          <p:spPr>
            <a:xfrm>
              <a:off x="5775549" y="186822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9" name="Round Same Side Corner Rectangle 508"/>
            <p:cNvSpPr/>
            <p:nvPr/>
          </p:nvSpPr>
          <p:spPr>
            <a:xfrm>
              <a:off x="6351621" y="186822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ound Same Side Corner Rectangle 509"/>
            <p:cNvSpPr/>
            <p:nvPr/>
          </p:nvSpPr>
          <p:spPr>
            <a:xfrm>
              <a:off x="6927693" y="186822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1" name="Round Same Side Corner Rectangle 510"/>
            <p:cNvSpPr/>
            <p:nvPr/>
          </p:nvSpPr>
          <p:spPr>
            <a:xfrm>
              <a:off x="7503765" y="186822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2" name="Round Same Side Corner Rectangle 511"/>
            <p:cNvSpPr/>
            <p:nvPr/>
          </p:nvSpPr>
          <p:spPr>
            <a:xfrm>
              <a:off x="8079837" y="1868220"/>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3" name="Group 117"/>
            <p:cNvGrpSpPr/>
            <p:nvPr/>
          </p:nvGrpSpPr>
          <p:grpSpPr>
            <a:xfrm>
              <a:off x="5146739" y="4406635"/>
              <a:ext cx="3387661" cy="326350"/>
              <a:chOff x="4747862" y="3954465"/>
              <a:chExt cx="3387661" cy="326350"/>
            </a:xfrm>
          </p:grpSpPr>
          <p:cxnSp>
            <p:nvCxnSpPr>
              <p:cNvPr id="514" name="Straight Connector 513"/>
              <p:cNvCxnSpPr/>
              <p:nvPr/>
            </p:nvCxnSpPr>
            <p:spPr>
              <a:xfrm>
                <a:off x="4800600" y="4004858"/>
                <a:ext cx="3261360" cy="1588"/>
              </a:xfrm>
              <a:prstGeom prst="line">
                <a:avLst/>
              </a:prstGeom>
              <a:ln w="12700">
                <a:solidFill>
                  <a:schemeClr val="tx1">
                    <a:lumMod val="25000"/>
                    <a:lumOff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15" name="Oval 514"/>
              <p:cNvSpPr/>
              <p:nvPr/>
            </p:nvSpPr>
            <p:spPr>
              <a:xfrm>
                <a:off x="4943044" y="3954465"/>
                <a:ext cx="96113" cy="961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Oval 515"/>
              <p:cNvSpPr/>
              <p:nvPr/>
            </p:nvSpPr>
            <p:spPr>
              <a:xfrm>
                <a:off x="5519116" y="3954465"/>
                <a:ext cx="96113" cy="961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Oval 516"/>
              <p:cNvSpPr/>
              <p:nvPr/>
            </p:nvSpPr>
            <p:spPr>
              <a:xfrm>
                <a:off x="6095188" y="3954465"/>
                <a:ext cx="96113" cy="961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Oval 517"/>
              <p:cNvSpPr/>
              <p:nvPr/>
            </p:nvSpPr>
            <p:spPr>
              <a:xfrm>
                <a:off x="6671260" y="3954465"/>
                <a:ext cx="96113" cy="961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9" name="Oval 518"/>
              <p:cNvSpPr/>
              <p:nvPr/>
            </p:nvSpPr>
            <p:spPr>
              <a:xfrm>
                <a:off x="7247332" y="3954465"/>
                <a:ext cx="96113" cy="961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0" name="Oval 519"/>
              <p:cNvSpPr/>
              <p:nvPr/>
            </p:nvSpPr>
            <p:spPr>
              <a:xfrm>
                <a:off x="7823404" y="3954465"/>
                <a:ext cx="96113" cy="961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Text Placeholder 3"/>
              <p:cNvSpPr txBox="1">
                <a:spLocks/>
              </p:cNvSpPr>
              <p:nvPr/>
            </p:nvSpPr>
            <p:spPr>
              <a:xfrm>
                <a:off x="4747862"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2002</a:t>
                </a:r>
              </a:p>
            </p:txBody>
          </p:sp>
          <p:sp>
            <p:nvSpPr>
              <p:cNvPr id="522" name="Text Placeholder 3"/>
              <p:cNvSpPr txBox="1">
                <a:spLocks/>
              </p:cNvSpPr>
              <p:nvPr/>
            </p:nvSpPr>
            <p:spPr>
              <a:xfrm>
                <a:off x="5324931"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2008</a:t>
                </a:r>
              </a:p>
            </p:txBody>
          </p:sp>
          <p:sp>
            <p:nvSpPr>
              <p:cNvPr id="523" name="Text Placeholder 3"/>
              <p:cNvSpPr txBox="1">
                <a:spLocks/>
              </p:cNvSpPr>
              <p:nvPr/>
            </p:nvSpPr>
            <p:spPr>
              <a:xfrm>
                <a:off x="5902000"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2010</a:t>
                </a:r>
              </a:p>
            </p:txBody>
          </p:sp>
          <p:sp>
            <p:nvSpPr>
              <p:cNvPr id="524" name="Text Placeholder 3"/>
              <p:cNvSpPr txBox="1">
                <a:spLocks/>
              </p:cNvSpPr>
              <p:nvPr/>
            </p:nvSpPr>
            <p:spPr>
              <a:xfrm>
                <a:off x="6479069"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2012</a:t>
                </a:r>
              </a:p>
            </p:txBody>
          </p:sp>
          <p:sp>
            <p:nvSpPr>
              <p:cNvPr id="525" name="Text Placeholder 3"/>
              <p:cNvSpPr txBox="1">
                <a:spLocks/>
              </p:cNvSpPr>
              <p:nvPr/>
            </p:nvSpPr>
            <p:spPr>
              <a:xfrm>
                <a:off x="7056138"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2014</a:t>
                </a:r>
              </a:p>
            </p:txBody>
          </p:sp>
          <p:sp>
            <p:nvSpPr>
              <p:cNvPr id="526" name="Text Placeholder 3"/>
              <p:cNvSpPr txBox="1">
                <a:spLocks/>
              </p:cNvSpPr>
              <p:nvPr/>
            </p:nvSpPr>
            <p:spPr>
              <a:xfrm>
                <a:off x="7633205"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2015</a:t>
                </a:r>
              </a:p>
            </p:txBody>
          </p:sp>
        </p:grpSp>
        <p:grpSp>
          <p:nvGrpSpPr>
            <p:cNvPr id="527" name="Group 116"/>
            <p:cNvGrpSpPr/>
            <p:nvPr/>
          </p:nvGrpSpPr>
          <p:grpSpPr>
            <a:xfrm>
              <a:off x="5146739" y="3428606"/>
              <a:ext cx="502318" cy="801814"/>
              <a:chOff x="4747862" y="2976436"/>
              <a:chExt cx="502318" cy="801814"/>
            </a:xfrm>
          </p:grpSpPr>
          <p:sp>
            <p:nvSpPr>
              <p:cNvPr id="528" name="Round Same Side Corner Rectangle 527"/>
              <p:cNvSpPr/>
              <p:nvPr/>
            </p:nvSpPr>
            <p:spPr>
              <a:xfrm>
                <a:off x="4800600" y="2976436"/>
                <a:ext cx="381000" cy="80181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Text Placeholder 3"/>
              <p:cNvSpPr txBox="1">
                <a:spLocks/>
              </p:cNvSpPr>
              <p:nvPr/>
            </p:nvSpPr>
            <p:spPr>
              <a:xfrm>
                <a:off x="4747862" y="311531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530" name="Group 115"/>
            <p:cNvGrpSpPr/>
            <p:nvPr/>
          </p:nvGrpSpPr>
          <p:grpSpPr>
            <a:xfrm>
              <a:off x="5714283" y="2782620"/>
              <a:ext cx="502318" cy="1447800"/>
              <a:chOff x="5315406" y="2330450"/>
              <a:chExt cx="502318" cy="1447800"/>
            </a:xfrm>
          </p:grpSpPr>
          <p:sp>
            <p:nvSpPr>
              <p:cNvPr id="531" name="Round Same Side Corner Rectangle 530"/>
              <p:cNvSpPr/>
              <p:nvPr/>
            </p:nvSpPr>
            <p:spPr>
              <a:xfrm>
                <a:off x="5376672" y="2330450"/>
                <a:ext cx="381000" cy="1447800"/>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2" name="Text Placeholder 3"/>
              <p:cNvSpPr txBox="1">
                <a:spLocks/>
              </p:cNvSpPr>
              <p:nvPr/>
            </p:nvSpPr>
            <p:spPr>
              <a:xfrm>
                <a:off x="5315406" y="2469515"/>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533" name="Group 114"/>
            <p:cNvGrpSpPr/>
            <p:nvPr/>
          </p:nvGrpSpPr>
          <p:grpSpPr>
            <a:xfrm>
              <a:off x="6300877" y="2477820"/>
              <a:ext cx="502318" cy="1752600"/>
              <a:chOff x="5902000" y="2025650"/>
              <a:chExt cx="502318" cy="1752600"/>
            </a:xfrm>
          </p:grpSpPr>
          <p:sp>
            <p:nvSpPr>
              <p:cNvPr id="534" name="Round Same Side Corner Rectangle 533"/>
              <p:cNvSpPr/>
              <p:nvPr/>
            </p:nvSpPr>
            <p:spPr>
              <a:xfrm>
                <a:off x="5952744" y="2025650"/>
                <a:ext cx="381000" cy="1752600"/>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Text Placeholder 3"/>
              <p:cNvSpPr txBox="1">
                <a:spLocks/>
              </p:cNvSpPr>
              <p:nvPr/>
            </p:nvSpPr>
            <p:spPr>
              <a:xfrm>
                <a:off x="5902000" y="21780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70%</a:t>
                </a:r>
              </a:p>
            </p:txBody>
          </p:sp>
        </p:grpSp>
        <p:grpSp>
          <p:nvGrpSpPr>
            <p:cNvPr id="536" name="Group 113"/>
            <p:cNvGrpSpPr/>
            <p:nvPr/>
          </p:nvGrpSpPr>
          <p:grpSpPr>
            <a:xfrm>
              <a:off x="6871596" y="1868220"/>
              <a:ext cx="502318" cy="2362200"/>
              <a:chOff x="6472719" y="1416050"/>
              <a:chExt cx="502318" cy="2362200"/>
            </a:xfrm>
          </p:grpSpPr>
          <p:sp>
            <p:nvSpPr>
              <p:cNvPr id="537" name="Round Same Side Corner Rectangle 536"/>
              <p:cNvSpPr/>
              <p:nvPr/>
            </p:nvSpPr>
            <p:spPr>
              <a:xfrm>
                <a:off x="6528816" y="1416050"/>
                <a:ext cx="381000" cy="2362200"/>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8" name="Text Placeholder 3"/>
              <p:cNvSpPr txBox="1">
                <a:spLocks/>
              </p:cNvSpPr>
              <p:nvPr/>
            </p:nvSpPr>
            <p:spPr>
              <a:xfrm>
                <a:off x="6472719" y="15684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100%</a:t>
                </a:r>
              </a:p>
            </p:txBody>
          </p:sp>
        </p:grpSp>
        <p:grpSp>
          <p:nvGrpSpPr>
            <p:cNvPr id="539" name="Group 112"/>
            <p:cNvGrpSpPr/>
            <p:nvPr/>
          </p:nvGrpSpPr>
          <p:grpSpPr>
            <a:xfrm>
              <a:off x="7440359" y="3114447"/>
              <a:ext cx="502318" cy="1115973"/>
              <a:chOff x="7041482" y="2662277"/>
              <a:chExt cx="502318" cy="1115973"/>
            </a:xfrm>
          </p:grpSpPr>
          <p:sp>
            <p:nvSpPr>
              <p:cNvPr id="540" name="Round Same Side Corner Rectangle 539"/>
              <p:cNvSpPr/>
              <p:nvPr/>
            </p:nvSpPr>
            <p:spPr>
              <a:xfrm>
                <a:off x="7104888" y="2662277"/>
                <a:ext cx="381000" cy="1115973"/>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1" name="Text Placeholder 3"/>
              <p:cNvSpPr txBox="1">
                <a:spLocks/>
              </p:cNvSpPr>
              <p:nvPr/>
            </p:nvSpPr>
            <p:spPr>
              <a:xfrm>
                <a:off x="7041482" y="27876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30%</a:t>
                </a:r>
              </a:p>
            </p:txBody>
          </p:sp>
        </p:grpSp>
        <p:grpSp>
          <p:nvGrpSpPr>
            <p:cNvPr id="542" name="Group 111"/>
            <p:cNvGrpSpPr/>
            <p:nvPr/>
          </p:nvGrpSpPr>
          <p:grpSpPr>
            <a:xfrm>
              <a:off x="8032082" y="2782620"/>
              <a:ext cx="502318" cy="1447800"/>
              <a:chOff x="7633205" y="2330450"/>
              <a:chExt cx="502318" cy="1447800"/>
            </a:xfrm>
          </p:grpSpPr>
          <p:sp>
            <p:nvSpPr>
              <p:cNvPr id="543" name="Round Same Side Corner Rectangle 542"/>
              <p:cNvSpPr/>
              <p:nvPr/>
            </p:nvSpPr>
            <p:spPr>
              <a:xfrm>
                <a:off x="7680960" y="2330450"/>
                <a:ext cx="381000" cy="1447800"/>
              </a:xfrm>
              <a:prstGeom prst="round2SameRect">
                <a:avLst>
                  <a:gd name="adj1" fmla="val 50000"/>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Text Placeholder 3"/>
              <p:cNvSpPr txBox="1">
                <a:spLocks/>
              </p:cNvSpPr>
              <p:nvPr/>
            </p:nvSpPr>
            <p:spPr>
              <a:xfrm>
                <a:off x="7633205" y="2492999"/>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65%</a:t>
                </a:r>
              </a:p>
            </p:txBody>
          </p:sp>
        </p:gr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505"/>
                                        </p:tgtEl>
                                        <p:attrNameLst>
                                          <p:attrName>style.visibility</p:attrName>
                                        </p:attrNameLst>
                                      </p:cBhvr>
                                      <p:to>
                                        <p:strVal val="visible"/>
                                      </p:to>
                                    </p:set>
                                    <p:anim calcmode="lin" valueType="num">
                                      <p:cBhvr>
                                        <p:cTn id="7" dur="500" fill="hold"/>
                                        <p:tgtEl>
                                          <p:spTgt spid="505"/>
                                        </p:tgtEl>
                                        <p:attrNameLst>
                                          <p:attrName>ppt_w</p:attrName>
                                        </p:attrNameLst>
                                      </p:cBhvr>
                                      <p:tavLst>
                                        <p:tav tm="0">
                                          <p:val>
                                            <p:fltVal val="0"/>
                                          </p:val>
                                        </p:tav>
                                        <p:tav tm="100000">
                                          <p:val>
                                            <p:strVal val="#ppt_w"/>
                                          </p:val>
                                        </p:tav>
                                      </p:tavLst>
                                    </p:anim>
                                    <p:anim calcmode="lin" valueType="num">
                                      <p:cBhvr>
                                        <p:cTn id="8" dur="500" fill="hold"/>
                                        <p:tgtEl>
                                          <p:spTgt spid="505"/>
                                        </p:tgtEl>
                                        <p:attrNameLst>
                                          <p:attrName>ppt_h</p:attrName>
                                        </p:attrNameLst>
                                      </p:cBhvr>
                                      <p:tavLst>
                                        <p:tav tm="0">
                                          <p:val>
                                            <p:fltVal val="0"/>
                                          </p:val>
                                        </p:tav>
                                        <p:tav tm="100000">
                                          <p:val>
                                            <p:strVal val="#ppt_h"/>
                                          </p:val>
                                        </p:tav>
                                      </p:tavLst>
                                    </p:anim>
                                    <p:animEffect transition="in" filter="fade">
                                      <p:cBhvr>
                                        <p:cTn id="9" dur="500"/>
                                        <p:tgtEl>
                                          <p:spTgt spid="505"/>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506"/>
                                        </p:tgtEl>
                                        <p:attrNameLst>
                                          <p:attrName>style.visibility</p:attrName>
                                        </p:attrNameLst>
                                      </p:cBhvr>
                                      <p:to>
                                        <p:strVal val="visible"/>
                                      </p:to>
                                    </p:set>
                                    <p:animEffect transition="in" filter="wipe(left)">
                                      <p:cBhvr>
                                        <p:cTn id="13" dur="500"/>
                                        <p:tgtEl>
                                          <p:spTgt spid="506"/>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545"/>
                                        </p:tgtEl>
                                        <p:attrNameLst>
                                          <p:attrName>style.visibility</p:attrName>
                                        </p:attrNameLst>
                                      </p:cBhvr>
                                      <p:to>
                                        <p:strVal val="visible"/>
                                      </p:to>
                                    </p:set>
                                    <p:animEffect transition="in" filter="wipe(down)">
                                      <p:cBhvr>
                                        <p:cTn id="17" dur="500"/>
                                        <p:tgtEl>
                                          <p:spTgt spid="5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96"/>
          <p:cNvGrpSpPr/>
          <p:nvPr/>
        </p:nvGrpSpPr>
        <p:grpSpPr>
          <a:xfrm>
            <a:off x="5539667" y="1029083"/>
            <a:ext cx="2028728" cy="3276536"/>
            <a:chOff x="3030538" y="2674938"/>
            <a:chExt cx="779463" cy="1258888"/>
          </a:xfrm>
          <a:solidFill>
            <a:schemeClr val="tx1">
              <a:lumMod val="10000"/>
              <a:lumOff val="90000"/>
            </a:schemeClr>
          </a:solidFill>
        </p:grpSpPr>
        <p:sp>
          <p:nvSpPr>
            <p:cNvPr id="198"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Title 35"/>
          <p:cNvSpPr>
            <a:spLocks noGrp="1"/>
          </p:cNvSpPr>
          <p:nvPr>
            <p:ph type="title"/>
          </p:nvPr>
        </p:nvSpPr>
        <p:spPr/>
        <p:txBody>
          <a:bodyPr/>
          <a:lstStyle/>
          <a:p>
            <a:r>
              <a:rPr lang="en-US"/>
              <a:t>North America Map infographic</a:t>
            </a:r>
            <a:endParaRPr lang="en-US" dirty="0"/>
          </a:p>
        </p:txBody>
      </p:sp>
      <p:sp>
        <p:nvSpPr>
          <p:cNvPr id="37" name="Text Placeholder 36"/>
          <p:cNvSpPr>
            <a:spLocks noGrp="1"/>
          </p:cNvSpPr>
          <p:nvPr>
            <p:ph type="body" sz="half" idx="2"/>
          </p:nvPr>
        </p:nvSpPr>
        <p:spPr/>
        <p:txBody>
          <a:bodyPr/>
          <a:lstStyle/>
          <a:p>
            <a:r>
              <a:rPr lang="en-US" dirty="0"/>
              <a:t>Maps Infographic Data Design</a:t>
            </a:r>
          </a:p>
        </p:txBody>
      </p:sp>
      <p:sp>
        <p:nvSpPr>
          <p:cNvPr id="82" name="Slide Number Placeholder 81"/>
          <p:cNvSpPr>
            <a:spLocks noGrp="1"/>
          </p:cNvSpPr>
          <p:nvPr>
            <p:ph type="sldNum" sz="quarter" idx="12"/>
          </p:nvPr>
        </p:nvSpPr>
        <p:spPr/>
        <p:txBody>
          <a:bodyPr/>
          <a:lstStyle/>
          <a:p>
            <a:fld id="{C136B7D2-B98C-44FD-8D04-7EC62A564975}" type="slidenum">
              <a:rPr lang="en-US" smtClean="0"/>
              <a:pPr/>
              <a:t>325</a:t>
            </a:fld>
            <a:endParaRPr lang="en-US" dirty="0"/>
          </a:p>
        </p:txBody>
      </p:sp>
      <p:sp>
        <p:nvSpPr>
          <p:cNvPr id="1033" name="Freeform 9"/>
          <p:cNvSpPr>
            <a:spLocks/>
          </p:cNvSpPr>
          <p:nvPr/>
        </p:nvSpPr>
        <p:spPr bwMode="auto">
          <a:xfrm>
            <a:off x="2710694" y="4633841"/>
            <a:ext cx="1588" cy="1588"/>
          </a:xfrm>
          <a:custGeom>
            <a:avLst/>
            <a:gdLst/>
            <a:ahLst/>
            <a:cxnLst>
              <a:cxn ang="0">
                <a:pos x="1" y="0"/>
              </a:cxn>
              <a:cxn ang="0">
                <a:pos x="0" y="0"/>
              </a:cxn>
              <a:cxn ang="0">
                <a:pos x="1" y="0"/>
              </a:cxn>
            </a:cxnLst>
            <a:rect l="0" t="0" r="r" b="b"/>
            <a:pathLst>
              <a:path w="1">
                <a:moveTo>
                  <a:pt x="1" y="0"/>
                </a:moveTo>
                <a:cubicBezTo>
                  <a:pt x="1"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110" name="Straight Connector 109"/>
          <p:cNvCxnSpPr/>
          <p:nvPr/>
        </p:nvCxnSpPr>
        <p:spPr>
          <a:xfrm flipV="1">
            <a:off x="4572000" y="1146753"/>
            <a:ext cx="0" cy="3179351"/>
          </a:xfrm>
          <a:prstGeom prst="line">
            <a:avLst/>
          </a:prstGeom>
          <a:ln w="19050">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6121340" y="2857886"/>
            <a:ext cx="618935" cy="618935"/>
          </a:xfrm>
          <a:prstGeom prst="ellipse">
            <a:avLst/>
          </a:prstGeom>
          <a:solidFill>
            <a:schemeClr val="accent3">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Oval 112"/>
          <p:cNvSpPr/>
          <p:nvPr/>
        </p:nvSpPr>
        <p:spPr>
          <a:xfrm>
            <a:off x="6032410" y="3747405"/>
            <a:ext cx="342561" cy="342561"/>
          </a:xfrm>
          <a:prstGeom prst="ellipse">
            <a:avLst/>
          </a:prstGeom>
          <a:solidFill>
            <a:schemeClr val="accent5">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Oval 113"/>
          <p:cNvSpPr/>
          <p:nvPr/>
        </p:nvSpPr>
        <p:spPr>
          <a:xfrm flipH="1">
            <a:off x="7138251" y="2011520"/>
            <a:ext cx="231314" cy="231312"/>
          </a:xfrm>
          <a:prstGeom prst="ellipse">
            <a:avLst/>
          </a:prstGeom>
          <a:solidFill>
            <a:schemeClr val="accent2">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Oval 114"/>
          <p:cNvSpPr/>
          <p:nvPr/>
        </p:nvSpPr>
        <p:spPr>
          <a:xfrm>
            <a:off x="5951724" y="1557711"/>
            <a:ext cx="453809" cy="453809"/>
          </a:xfrm>
          <a:prstGeom prst="ellipse">
            <a:avLst/>
          </a:prstGeom>
          <a:solidFill>
            <a:schemeClr val="accent1">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115"/>
          <p:cNvGrpSpPr/>
          <p:nvPr/>
        </p:nvGrpSpPr>
        <p:grpSpPr>
          <a:xfrm>
            <a:off x="4742358" y="1787780"/>
            <a:ext cx="1433530" cy="730370"/>
            <a:chOff x="1418082" y="2037108"/>
            <a:chExt cx="1484636" cy="756408"/>
          </a:xfrm>
        </p:grpSpPr>
        <p:cxnSp>
          <p:nvCxnSpPr>
            <p:cNvPr id="117" name="Straight Connector 116"/>
            <p:cNvCxnSpPr/>
            <p:nvPr/>
          </p:nvCxnSpPr>
          <p:spPr>
            <a:xfrm flipH="1">
              <a:off x="2079660" y="2037108"/>
              <a:ext cx="823058" cy="534642"/>
            </a:xfrm>
            <a:prstGeom prst="line">
              <a:avLst/>
            </a:prstGeom>
            <a:ln w="19050">
              <a:solidFill>
                <a:schemeClr val="bg1">
                  <a:lumMod val="65000"/>
                </a:schemeClr>
              </a:solidFill>
              <a:prstDash val="sysDot"/>
              <a:headEnd type="ova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flipH="1">
              <a:off x="1450647" y="2571750"/>
              <a:ext cx="644254"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9" name="Text Placeholder 3"/>
            <p:cNvSpPr txBox="1">
              <a:spLocks/>
            </p:cNvSpPr>
            <p:nvPr/>
          </p:nvSpPr>
          <p:spPr>
            <a:xfrm>
              <a:off x="1418082" y="2626173"/>
              <a:ext cx="766989" cy="167343"/>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5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120" name="Text Placeholder 3"/>
            <p:cNvSpPr txBox="1">
              <a:spLocks/>
            </p:cNvSpPr>
            <p:nvPr/>
          </p:nvSpPr>
          <p:spPr>
            <a:xfrm>
              <a:off x="1662124" y="2347162"/>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60%</a:t>
              </a:r>
            </a:p>
          </p:txBody>
        </p:sp>
      </p:grpSp>
      <p:grpSp>
        <p:nvGrpSpPr>
          <p:cNvPr id="4" name="Group 120"/>
          <p:cNvGrpSpPr/>
          <p:nvPr/>
        </p:nvGrpSpPr>
        <p:grpSpPr>
          <a:xfrm>
            <a:off x="7254768" y="1008647"/>
            <a:ext cx="1196950" cy="1117007"/>
            <a:chOff x="969865" y="2347162"/>
            <a:chExt cx="1239621" cy="1156828"/>
          </a:xfrm>
        </p:grpSpPr>
        <p:cxnSp>
          <p:nvCxnSpPr>
            <p:cNvPr id="122" name="Straight Connector 121"/>
            <p:cNvCxnSpPr/>
            <p:nvPr/>
          </p:nvCxnSpPr>
          <p:spPr>
            <a:xfrm flipH="1">
              <a:off x="969865" y="2581226"/>
              <a:ext cx="480782" cy="922764"/>
            </a:xfrm>
            <a:prstGeom prst="line">
              <a:avLst/>
            </a:prstGeom>
            <a:ln w="19050">
              <a:solidFill>
                <a:schemeClr val="bg1">
                  <a:lumMod val="65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1450647" y="2571750"/>
              <a:ext cx="644254"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4" name="Text Placeholder 3"/>
            <p:cNvSpPr txBox="1">
              <a:spLocks/>
            </p:cNvSpPr>
            <p:nvPr/>
          </p:nvSpPr>
          <p:spPr>
            <a:xfrm>
              <a:off x="1479020" y="2630157"/>
              <a:ext cx="730466" cy="15937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125" name="Text Placeholder 3"/>
            <p:cNvSpPr txBox="1">
              <a:spLocks/>
            </p:cNvSpPr>
            <p:nvPr/>
          </p:nvSpPr>
          <p:spPr>
            <a:xfrm>
              <a:off x="1704800" y="2347162"/>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20%</a:t>
              </a:r>
            </a:p>
          </p:txBody>
        </p:sp>
      </p:grpSp>
      <p:grpSp>
        <p:nvGrpSpPr>
          <p:cNvPr id="5" name="Group 125"/>
          <p:cNvGrpSpPr/>
          <p:nvPr/>
        </p:nvGrpSpPr>
        <p:grpSpPr>
          <a:xfrm>
            <a:off x="4998824" y="3174166"/>
            <a:ext cx="1430613" cy="726523"/>
            <a:chOff x="1483696" y="1981867"/>
            <a:chExt cx="1481614" cy="752424"/>
          </a:xfrm>
        </p:grpSpPr>
        <p:cxnSp>
          <p:nvCxnSpPr>
            <p:cNvPr id="127" name="Straight Connector 126"/>
            <p:cNvCxnSpPr/>
            <p:nvPr/>
          </p:nvCxnSpPr>
          <p:spPr>
            <a:xfrm flipH="1">
              <a:off x="1497999" y="2516509"/>
              <a:ext cx="644254"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8" name="Text Placeholder 3"/>
            <p:cNvSpPr txBox="1">
              <a:spLocks/>
            </p:cNvSpPr>
            <p:nvPr/>
          </p:nvSpPr>
          <p:spPr>
            <a:xfrm>
              <a:off x="1483696" y="2574917"/>
              <a:ext cx="730466" cy="15937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129" name="Text Placeholder 3"/>
            <p:cNvSpPr txBox="1">
              <a:spLocks/>
            </p:cNvSpPr>
            <p:nvPr/>
          </p:nvSpPr>
          <p:spPr>
            <a:xfrm>
              <a:off x="1714276" y="2295212"/>
              <a:ext cx="26930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90%</a:t>
              </a:r>
            </a:p>
          </p:txBody>
        </p:sp>
        <p:cxnSp>
          <p:nvCxnSpPr>
            <p:cNvPr id="130" name="Straight Connector 129"/>
            <p:cNvCxnSpPr/>
            <p:nvPr/>
          </p:nvCxnSpPr>
          <p:spPr>
            <a:xfrm flipH="1">
              <a:off x="2142252" y="1981867"/>
              <a:ext cx="823058" cy="534642"/>
            </a:xfrm>
            <a:prstGeom prst="line">
              <a:avLst/>
            </a:prstGeom>
            <a:ln w="19050">
              <a:solidFill>
                <a:schemeClr val="bg1">
                  <a:lumMod val="65000"/>
                </a:schemeClr>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grpSp>
      <p:grpSp>
        <p:nvGrpSpPr>
          <p:cNvPr id="6" name="Group 130"/>
          <p:cNvGrpSpPr/>
          <p:nvPr/>
        </p:nvGrpSpPr>
        <p:grpSpPr>
          <a:xfrm>
            <a:off x="6206155" y="3722312"/>
            <a:ext cx="1054060" cy="389533"/>
            <a:chOff x="972019" y="2384111"/>
            <a:chExt cx="1091637" cy="403420"/>
          </a:xfrm>
        </p:grpSpPr>
        <p:cxnSp>
          <p:nvCxnSpPr>
            <p:cNvPr id="132" name="Straight Connector 131"/>
            <p:cNvCxnSpPr/>
            <p:nvPr/>
          </p:nvCxnSpPr>
          <p:spPr>
            <a:xfrm flipH="1">
              <a:off x="972019" y="2592414"/>
              <a:ext cx="1062433" cy="0"/>
            </a:xfrm>
            <a:prstGeom prst="line">
              <a:avLst/>
            </a:prstGeom>
            <a:ln w="19050">
              <a:solidFill>
                <a:schemeClr val="bg1">
                  <a:lumMod val="65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133" name="Text Placeholder 3"/>
            <p:cNvSpPr txBox="1">
              <a:spLocks/>
            </p:cNvSpPr>
            <p:nvPr/>
          </p:nvSpPr>
          <p:spPr>
            <a:xfrm>
              <a:off x="1296667" y="2620188"/>
              <a:ext cx="766989" cy="167343"/>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5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134" name="Text Placeholder 3"/>
            <p:cNvSpPr txBox="1">
              <a:spLocks/>
            </p:cNvSpPr>
            <p:nvPr/>
          </p:nvSpPr>
          <p:spPr>
            <a:xfrm>
              <a:off x="1540709" y="2384111"/>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50%</a:t>
              </a:r>
            </a:p>
          </p:txBody>
        </p:sp>
      </p:grpSp>
      <p:sp>
        <p:nvSpPr>
          <p:cNvPr id="200" name="Oval 199"/>
          <p:cNvSpPr/>
          <p:nvPr/>
        </p:nvSpPr>
        <p:spPr>
          <a:xfrm>
            <a:off x="6755269" y="2682438"/>
            <a:ext cx="342561" cy="342561"/>
          </a:xfrm>
          <a:prstGeom prst="ellipse">
            <a:avLst/>
          </a:prstGeom>
          <a:solidFill>
            <a:schemeClr val="accent4">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130"/>
          <p:cNvGrpSpPr/>
          <p:nvPr/>
        </p:nvGrpSpPr>
        <p:grpSpPr>
          <a:xfrm>
            <a:off x="6929014" y="2657345"/>
            <a:ext cx="1036427" cy="385691"/>
            <a:chOff x="972019" y="2384111"/>
            <a:chExt cx="1073376" cy="399441"/>
          </a:xfrm>
        </p:grpSpPr>
        <p:cxnSp>
          <p:nvCxnSpPr>
            <p:cNvPr id="202" name="Straight Connector 201"/>
            <p:cNvCxnSpPr/>
            <p:nvPr/>
          </p:nvCxnSpPr>
          <p:spPr>
            <a:xfrm flipH="1">
              <a:off x="972019" y="2592414"/>
              <a:ext cx="1062433" cy="0"/>
            </a:xfrm>
            <a:prstGeom prst="line">
              <a:avLst/>
            </a:prstGeom>
            <a:ln w="19050">
              <a:solidFill>
                <a:schemeClr val="bg1">
                  <a:lumMod val="65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203" name="Text Placeholder 3"/>
            <p:cNvSpPr txBox="1">
              <a:spLocks/>
            </p:cNvSpPr>
            <p:nvPr/>
          </p:nvSpPr>
          <p:spPr>
            <a:xfrm>
              <a:off x="1314929" y="2624178"/>
              <a:ext cx="730466" cy="15937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204" name="Text Placeholder 3"/>
            <p:cNvSpPr txBox="1">
              <a:spLocks/>
            </p:cNvSpPr>
            <p:nvPr/>
          </p:nvSpPr>
          <p:spPr>
            <a:xfrm>
              <a:off x="1540709" y="2384111"/>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50%</a:t>
              </a:r>
            </a:p>
          </p:txBody>
        </p:sp>
      </p:grpSp>
      <p:sp>
        <p:nvSpPr>
          <p:cNvPr id="96" name="TextBox 95"/>
          <p:cNvSpPr txBox="1"/>
          <p:nvPr/>
        </p:nvSpPr>
        <p:spPr>
          <a:xfrm>
            <a:off x="567038" y="982348"/>
            <a:ext cx="3889748" cy="923330"/>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which don't look even</a:t>
            </a:r>
            <a:br>
              <a:rPr lang="en-US" sz="1000" dirty="0">
                <a:solidFill>
                  <a:schemeClr val="tx1">
                    <a:lumMod val="65000"/>
                    <a:lumOff val="35000"/>
                  </a:schemeClr>
                </a:solidFill>
              </a:rPr>
            </a:br>
            <a:r>
              <a:rPr lang="en-US" sz="1000" dirty="0">
                <a:solidFill>
                  <a:schemeClr val="tx1">
                    <a:lumMod val="65000"/>
                    <a:lumOff val="35000"/>
                  </a:schemeClr>
                </a:solidFill>
              </a:rPr>
              <a:t>slightly believable </a:t>
            </a:r>
          </a:p>
        </p:txBody>
      </p:sp>
      <p:graphicFrame>
        <p:nvGraphicFramePr>
          <p:cNvPr id="100" name="Chart 99"/>
          <p:cNvGraphicFramePr/>
          <p:nvPr/>
        </p:nvGraphicFramePr>
        <p:xfrm>
          <a:off x="539510" y="1934529"/>
          <a:ext cx="4004962" cy="1108505"/>
        </p:xfrm>
        <a:graphic>
          <a:graphicData uri="http://schemas.openxmlformats.org/drawingml/2006/chart">
            <c:chart xmlns:c="http://schemas.openxmlformats.org/drawingml/2006/chart" xmlns:r="http://schemas.openxmlformats.org/officeDocument/2006/relationships" r:id="rId3"/>
          </a:graphicData>
        </a:graphic>
      </p:graphicFrame>
      <p:grpSp>
        <p:nvGrpSpPr>
          <p:cNvPr id="8" name="Group 47"/>
          <p:cNvGrpSpPr/>
          <p:nvPr/>
        </p:nvGrpSpPr>
        <p:grpSpPr>
          <a:xfrm>
            <a:off x="1915119" y="4617255"/>
            <a:ext cx="5313763" cy="201168"/>
            <a:chOff x="2221306" y="3931835"/>
            <a:chExt cx="5313763" cy="201168"/>
          </a:xfrm>
        </p:grpSpPr>
        <p:grpSp>
          <p:nvGrpSpPr>
            <p:cNvPr id="9" name="Group 50"/>
            <p:cNvGrpSpPr/>
            <p:nvPr/>
          </p:nvGrpSpPr>
          <p:grpSpPr>
            <a:xfrm>
              <a:off x="2221306" y="3931835"/>
              <a:ext cx="1245947" cy="201168"/>
              <a:chOff x="2221306" y="3914656"/>
              <a:chExt cx="1245947" cy="201168"/>
            </a:xfrm>
          </p:grpSpPr>
          <p:sp>
            <p:nvSpPr>
              <p:cNvPr id="146" name="TextBox 145"/>
              <p:cNvSpPr txBox="1"/>
              <p:nvPr/>
            </p:nvSpPr>
            <p:spPr>
              <a:xfrm>
                <a:off x="2433317" y="3934938"/>
                <a:ext cx="1033936"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CONSTRUCTION</a:t>
                </a:r>
              </a:p>
            </p:txBody>
          </p:sp>
          <p:sp>
            <p:nvSpPr>
              <p:cNvPr id="147" name="Oval 146"/>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45"/>
            <p:cNvGrpSpPr/>
            <p:nvPr/>
          </p:nvGrpSpPr>
          <p:grpSpPr>
            <a:xfrm>
              <a:off x="3599144" y="3931835"/>
              <a:ext cx="873098" cy="201168"/>
              <a:chOff x="3776442" y="3947915"/>
              <a:chExt cx="873098" cy="201168"/>
            </a:xfrm>
          </p:grpSpPr>
          <p:sp>
            <p:nvSpPr>
              <p:cNvPr id="144" name="TextBox 143"/>
              <p:cNvSpPr txBox="1"/>
              <p:nvPr/>
            </p:nvSpPr>
            <p:spPr>
              <a:xfrm>
                <a:off x="4001927" y="3968197"/>
                <a:ext cx="647613"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ANALYSIS</a:t>
                </a:r>
              </a:p>
            </p:txBody>
          </p:sp>
          <p:sp>
            <p:nvSpPr>
              <p:cNvPr id="145" name="Oval 144"/>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37"/>
            <p:cNvGrpSpPr/>
            <p:nvPr/>
          </p:nvGrpSpPr>
          <p:grpSpPr>
            <a:xfrm>
              <a:off x="4664700" y="3931835"/>
              <a:ext cx="1173634" cy="201168"/>
              <a:chOff x="4725932" y="3949014"/>
              <a:chExt cx="1173634" cy="201168"/>
            </a:xfrm>
          </p:grpSpPr>
          <p:sp>
            <p:nvSpPr>
              <p:cNvPr id="108" name="TextBox 107"/>
              <p:cNvSpPr txBox="1"/>
              <p:nvPr/>
            </p:nvSpPr>
            <p:spPr>
              <a:xfrm>
                <a:off x="4945779" y="3966831"/>
                <a:ext cx="953787"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IMPROVEMENT</a:t>
                </a:r>
              </a:p>
            </p:txBody>
          </p:sp>
          <p:sp>
            <p:nvSpPr>
              <p:cNvPr id="109" name="Oval 108"/>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41"/>
            <p:cNvGrpSpPr/>
            <p:nvPr/>
          </p:nvGrpSpPr>
          <p:grpSpPr>
            <a:xfrm>
              <a:off x="6077268" y="3931835"/>
              <a:ext cx="1457801" cy="201168"/>
              <a:chOff x="6077268" y="3949014"/>
              <a:chExt cx="1457801" cy="201168"/>
            </a:xfrm>
          </p:grpSpPr>
          <p:sp>
            <p:nvSpPr>
              <p:cNvPr id="106" name="TextBox 105"/>
              <p:cNvSpPr txBox="1"/>
              <p:nvPr/>
            </p:nvSpPr>
            <p:spPr>
              <a:xfrm>
                <a:off x="6323199" y="3976991"/>
                <a:ext cx="1211870"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RECONSTRUCTION</a:t>
                </a:r>
              </a:p>
            </p:txBody>
          </p:sp>
          <p:sp>
            <p:nvSpPr>
              <p:cNvPr id="107" name="Oval 106"/>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3" name="Group 67"/>
          <p:cNvGrpSpPr/>
          <p:nvPr/>
        </p:nvGrpSpPr>
        <p:grpSpPr>
          <a:xfrm>
            <a:off x="972876" y="3147820"/>
            <a:ext cx="3541517" cy="533860"/>
            <a:chOff x="1270277" y="1192718"/>
            <a:chExt cx="3541517" cy="533860"/>
          </a:xfrm>
        </p:grpSpPr>
        <p:sp>
          <p:nvSpPr>
            <p:cNvPr id="69" name="Text Placeholder 3"/>
            <p:cNvSpPr txBox="1">
              <a:spLocks/>
            </p:cNvSpPr>
            <p:nvPr/>
          </p:nvSpPr>
          <p:spPr>
            <a:xfrm>
              <a:off x="1270277" y="1192718"/>
              <a:ext cx="1075615"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1"/>
                  </a:solidFill>
                  <a:effectLst/>
                  <a:uLnTx/>
                  <a:uFillTx/>
                  <a:latin typeface="+mj-lt"/>
                  <a:ea typeface="+mn-ea"/>
                  <a:cs typeface="+mn-cs"/>
                </a:rPr>
                <a:t>Number One</a:t>
              </a:r>
            </a:p>
          </p:txBody>
        </p:sp>
        <p:sp>
          <p:nvSpPr>
            <p:cNvPr id="70" name="Text Placeholder 3"/>
            <p:cNvSpPr txBox="1">
              <a:spLocks/>
            </p:cNvSpPr>
            <p:nvPr/>
          </p:nvSpPr>
          <p:spPr>
            <a:xfrm>
              <a:off x="1270278" y="1418801"/>
              <a:ext cx="3541516"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cs typeface="+mj-cs"/>
                </a:rPr>
                <a:t>There are many variations of passages but the majority have  suffered alteration in some form by injected.</a:t>
              </a:r>
            </a:p>
          </p:txBody>
        </p:sp>
      </p:grpSp>
      <p:grpSp>
        <p:nvGrpSpPr>
          <p:cNvPr id="14" name="Group 70"/>
          <p:cNvGrpSpPr/>
          <p:nvPr/>
        </p:nvGrpSpPr>
        <p:grpSpPr>
          <a:xfrm>
            <a:off x="972876" y="3823707"/>
            <a:ext cx="3541517" cy="533860"/>
            <a:chOff x="1270277" y="2114430"/>
            <a:chExt cx="3541517" cy="533860"/>
          </a:xfrm>
        </p:grpSpPr>
        <p:sp>
          <p:nvSpPr>
            <p:cNvPr id="72" name="Text Placeholder 3"/>
            <p:cNvSpPr txBox="1">
              <a:spLocks/>
            </p:cNvSpPr>
            <p:nvPr/>
          </p:nvSpPr>
          <p:spPr>
            <a:xfrm>
              <a:off x="1270277" y="2114430"/>
              <a:ext cx="1071897" cy="215444"/>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accent2"/>
                  </a:solidFill>
                  <a:effectLst/>
                  <a:uLnTx/>
                  <a:uFillTx/>
                  <a:latin typeface="+mj-lt"/>
                  <a:ea typeface="+mn-ea"/>
                  <a:cs typeface="+mn-cs"/>
                </a:rPr>
                <a:t>Number </a:t>
              </a:r>
              <a:r>
                <a:rPr lang="en-US" b="1" dirty="0">
                  <a:solidFill>
                    <a:schemeClr val="accent2"/>
                  </a:solidFill>
                  <a:latin typeface="+mj-lt"/>
                </a:rPr>
                <a:t>Two</a:t>
              </a:r>
              <a:endParaRPr kumimoji="0" lang="en-US" b="1" i="0" u="none" strike="noStrike" kern="1200" cap="none" spc="0" normalizeH="0" baseline="0" noProof="0" dirty="0">
                <a:ln>
                  <a:noFill/>
                </a:ln>
                <a:solidFill>
                  <a:schemeClr val="accent2"/>
                </a:solidFill>
                <a:effectLst/>
                <a:uLnTx/>
                <a:uFillTx/>
                <a:latin typeface="+mj-lt"/>
                <a:ea typeface="+mn-ea"/>
                <a:cs typeface="+mn-cs"/>
              </a:endParaRPr>
            </a:p>
          </p:txBody>
        </p:sp>
        <p:sp>
          <p:nvSpPr>
            <p:cNvPr id="73" name="Text Placeholder 3"/>
            <p:cNvSpPr txBox="1">
              <a:spLocks/>
            </p:cNvSpPr>
            <p:nvPr/>
          </p:nvSpPr>
          <p:spPr>
            <a:xfrm>
              <a:off x="1270277" y="2340513"/>
              <a:ext cx="3541517" cy="30777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of passages but the majority have  suffered alteration in some form by injected.</a:t>
              </a:r>
            </a:p>
          </p:txBody>
        </p:sp>
      </p:grpSp>
      <p:sp>
        <p:nvSpPr>
          <p:cNvPr id="74" name="Freeform 45"/>
          <p:cNvSpPr>
            <a:spLocks noEditPoints="1"/>
          </p:cNvSpPr>
          <p:nvPr/>
        </p:nvSpPr>
        <p:spPr bwMode="auto">
          <a:xfrm>
            <a:off x="576728" y="3351197"/>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45"/>
          <p:cNvSpPr>
            <a:spLocks noEditPoints="1"/>
          </p:cNvSpPr>
          <p:nvPr/>
        </p:nvSpPr>
        <p:spPr bwMode="auto">
          <a:xfrm>
            <a:off x="576728" y="3992703"/>
            <a:ext cx="310968" cy="31096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112"/>
                                        </p:tgtEl>
                                        <p:attrNameLst>
                                          <p:attrName>style.visibility</p:attrName>
                                        </p:attrNameLst>
                                      </p:cBhvr>
                                      <p:to>
                                        <p:strVal val="visible"/>
                                      </p:to>
                                    </p:set>
                                    <p:anim calcmode="lin" valueType="num">
                                      <p:cBhvr>
                                        <p:cTn id="12" dur="500" fill="hold"/>
                                        <p:tgtEl>
                                          <p:spTgt spid="112"/>
                                        </p:tgtEl>
                                        <p:attrNameLst>
                                          <p:attrName>ppt_w</p:attrName>
                                        </p:attrNameLst>
                                      </p:cBhvr>
                                      <p:tavLst>
                                        <p:tav tm="0">
                                          <p:val>
                                            <p:fltVal val="0"/>
                                          </p:val>
                                        </p:tav>
                                        <p:tav tm="100000">
                                          <p:val>
                                            <p:strVal val="#ppt_w"/>
                                          </p:val>
                                        </p:tav>
                                      </p:tavLst>
                                    </p:anim>
                                    <p:anim calcmode="lin" valueType="num">
                                      <p:cBhvr>
                                        <p:cTn id="13" dur="500" fill="hold"/>
                                        <p:tgtEl>
                                          <p:spTgt spid="112"/>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18" presetClass="entr" presetSubtype="12"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strips(downLeft)">
                                      <p:cBhvr>
                                        <p:cTn id="17" dur="500"/>
                                        <p:tgtEl>
                                          <p:spTgt spid="5"/>
                                        </p:tgtEl>
                                      </p:cBhvr>
                                    </p:animEffect>
                                  </p:childTnLst>
                                </p:cTn>
                              </p:par>
                            </p:childTnLst>
                          </p:cTn>
                        </p:par>
                        <p:par>
                          <p:cTn id="18" fill="hold">
                            <p:stCondLst>
                              <p:cond delay="1500"/>
                            </p:stCondLst>
                            <p:childTnLst>
                              <p:par>
                                <p:cTn id="19" presetID="23" presetClass="entr" presetSubtype="16" fill="hold" grpId="0" nodeType="afterEffect">
                                  <p:stCondLst>
                                    <p:cond delay="0"/>
                                  </p:stCondLst>
                                  <p:childTnLst>
                                    <p:set>
                                      <p:cBhvr>
                                        <p:cTn id="20" dur="1" fill="hold">
                                          <p:stCondLst>
                                            <p:cond delay="0"/>
                                          </p:stCondLst>
                                        </p:cTn>
                                        <p:tgtEl>
                                          <p:spTgt spid="115"/>
                                        </p:tgtEl>
                                        <p:attrNameLst>
                                          <p:attrName>style.visibility</p:attrName>
                                        </p:attrNameLst>
                                      </p:cBhvr>
                                      <p:to>
                                        <p:strVal val="visible"/>
                                      </p:to>
                                    </p:set>
                                    <p:anim calcmode="lin" valueType="num">
                                      <p:cBhvr>
                                        <p:cTn id="21" dur="500" fill="hold"/>
                                        <p:tgtEl>
                                          <p:spTgt spid="115"/>
                                        </p:tgtEl>
                                        <p:attrNameLst>
                                          <p:attrName>ppt_w</p:attrName>
                                        </p:attrNameLst>
                                      </p:cBhvr>
                                      <p:tavLst>
                                        <p:tav tm="0">
                                          <p:val>
                                            <p:fltVal val="0"/>
                                          </p:val>
                                        </p:tav>
                                        <p:tav tm="100000">
                                          <p:val>
                                            <p:strVal val="#ppt_w"/>
                                          </p:val>
                                        </p:tav>
                                      </p:tavLst>
                                    </p:anim>
                                    <p:anim calcmode="lin" valueType="num">
                                      <p:cBhvr>
                                        <p:cTn id="22" dur="500" fill="hold"/>
                                        <p:tgtEl>
                                          <p:spTgt spid="115"/>
                                        </p:tgtEl>
                                        <p:attrNameLst>
                                          <p:attrName>ppt_h</p:attrName>
                                        </p:attrNameLst>
                                      </p:cBhvr>
                                      <p:tavLst>
                                        <p:tav tm="0">
                                          <p:val>
                                            <p:fltVal val="0"/>
                                          </p:val>
                                        </p:tav>
                                        <p:tav tm="100000">
                                          <p:val>
                                            <p:strVal val="#ppt_h"/>
                                          </p:val>
                                        </p:tav>
                                      </p:tavLst>
                                    </p:anim>
                                  </p:childTnLst>
                                </p:cTn>
                              </p:par>
                            </p:childTnLst>
                          </p:cTn>
                        </p:par>
                        <p:par>
                          <p:cTn id="23" fill="hold">
                            <p:stCondLst>
                              <p:cond delay="2000"/>
                            </p:stCondLst>
                            <p:childTnLst>
                              <p:par>
                                <p:cTn id="24" presetID="18" presetClass="entr" presetSubtype="12"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strips(downLeft)">
                                      <p:cBhvr>
                                        <p:cTn id="26" dur="500"/>
                                        <p:tgtEl>
                                          <p:spTgt spid="3"/>
                                        </p:tgtEl>
                                      </p:cBhvr>
                                    </p:animEffect>
                                  </p:childTnLst>
                                </p:cTn>
                              </p:par>
                            </p:childTnLst>
                          </p:cTn>
                        </p:par>
                        <p:par>
                          <p:cTn id="27" fill="hold">
                            <p:stCondLst>
                              <p:cond delay="2500"/>
                            </p:stCondLst>
                            <p:childTnLst>
                              <p:par>
                                <p:cTn id="28" presetID="23" presetClass="entr" presetSubtype="16" fill="hold" grpId="0" nodeType="afterEffect">
                                  <p:stCondLst>
                                    <p:cond delay="0"/>
                                  </p:stCondLst>
                                  <p:childTnLst>
                                    <p:set>
                                      <p:cBhvr>
                                        <p:cTn id="29" dur="1" fill="hold">
                                          <p:stCondLst>
                                            <p:cond delay="0"/>
                                          </p:stCondLst>
                                        </p:cTn>
                                        <p:tgtEl>
                                          <p:spTgt spid="113"/>
                                        </p:tgtEl>
                                        <p:attrNameLst>
                                          <p:attrName>style.visibility</p:attrName>
                                        </p:attrNameLst>
                                      </p:cBhvr>
                                      <p:to>
                                        <p:strVal val="visible"/>
                                      </p:to>
                                    </p:set>
                                    <p:anim calcmode="lin" valueType="num">
                                      <p:cBhvr>
                                        <p:cTn id="30" dur="500" fill="hold"/>
                                        <p:tgtEl>
                                          <p:spTgt spid="113"/>
                                        </p:tgtEl>
                                        <p:attrNameLst>
                                          <p:attrName>ppt_w</p:attrName>
                                        </p:attrNameLst>
                                      </p:cBhvr>
                                      <p:tavLst>
                                        <p:tav tm="0">
                                          <p:val>
                                            <p:fltVal val="0"/>
                                          </p:val>
                                        </p:tav>
                                        <p:tav tm="100000">
                                          <p:val>
                                            <p:strVal val="#ppt_w"/>
                                          </p:val>
                                        </p:tav>
                                      </p:tavLst>
                                    </p:anim>
                                    <p:anim calcmode="lin" valueType="num">
                                      <p:cBhvr>
                                        <p:cTn id="31" dur="500" fill="hold"/>
                                        <p:tgtEl>
                                          <p:spTgt spid="113"/>
                                        </p:tgtEl>
                                        <p:attrNameLst>
                                          <p:attrName>ppt_h</p:attrName>
                                        </p:attrNameLst>
                                      </p:cBhvr>
                                      <p:tavLst>
                                        <p:tav tm="0">
                                          <p:val>
                                            <p:fltVal val="0"/>
                                          </p:val>
                                        </p:tav>
                                        <p:tav tm="100000">
                                          <p:val>
                                            <p:strVal val="#ppt_h"/>
                                          </p:val>
                                        </p:tav>
                                      </p:tavLst>
                                    </p:anim>
                                  </p:childTnLst>
                                </p:cTn>
                              </p:par>
                            </p:childTnLst>
                          </p:cTn>
                        </p:par>
                        <p:par>
                          <p:cTn id="32" fill="hold">
                            <p:stCondLst>
                              <p:cond delay="3000"/>
                            </p:stCondLst>
                            <p:childTnLst>
                              <p:par>
                                <p:cTn id="33" presetID="18" presetClass="entr" presetSubtype="3"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strips(upRight)">
                                      <p:cBhvr>
                                        <p:cTn id="35" dur="500"/>
                                        <p:tgtEl>
                                          <p:spTgt spid="6"/>
                                        </p:tgtEl>
                                      </p:cBhvr>
                                    </p:animEffect>
                                  </p:childTnLst>
                                </p:cTn>
                              </p:par>
                            </p:childTnLst>
                          </p:cTn>
                        </p:par>
                        <p:par>
                          <p:cTn id="36" fill="hold">
                            <p:stCondLst>
                              <p:cond delay="3500"/>
                            </p:stCondLst>
                            <p:childTnLst>
                              <p:par>
                                <p:cTn id="37" presetID="23" presetClass="entr" presetSubtype="16" fill="hold" grpId="0" nodeType="afterEffect">
                                  <p:stCondLst>
                                    <p:cond delay="0"/>
                                  </p:stCondLst>
                                  <p:childTnLst>
                                    <p:set>
                                      <p:cBhvr>
                                        <p:cTn id="38" dur="1" fill="hold">
                                          <p:stCondLst>
                                            <p:cond delay="0"/>
                                          </p:stCondLst>
                                        </p:cTn>
                                        <p:tgtEl>
                                          <p:spTgt spid="200"/>
                                        </p:tgtEl>
                                        <p:attrNameLst>
                                          <p:attrName>style.visibility</p:attrName>
                                        </p:attrNameLst>
                                      </p:cBhvr>
                                      <p:to>
                                        <p:strVal val="visible"/>
                                      </p:to>
                                    </p:set>
                                    <p:anim calcmode="lin" valueType="num">
                                      <p:cBhvr>
                                        <p:cTn id="39" dur="500" fill="hold"/>
                                        <p:tgtEl>
                                          <p:spTgt spid="200"/>
                                        </p:tgtEl>
                                        <p:attrNameLst>
                                          <p:attrName>ppt_w</p:attrName>
                                        </p:attrNameLst>
                                      </p:cBhvr>
                                      <p:tavLst>
                                        <p:tav tm="0">
                                          <p:val>
                                            <p:fltVal val="0"/>
                                          </p:val>
                                        </p:tav>
                                        <p:tav tm="100000">
                                          <p:val>
                                            <p:strVal val="#ppt_w"/>
                                          </p:val>
                                        </p:tav>
                                      </p:tavLst>
                                    </p:anim>
                                    <p:anim calcmode="lin" valueType="num">
                                      <p:cBhvr>
                                        <p:cTn id="40" dur="500" fill="hold"/>
                                        <p:tgtEl>
                                          <p:spTgt spid="200"/>
                                        </p:tgtEl>
                                        <p:attrNameLst>
                                          <p:attrName>ppt_h</p:attrName>
                                        </p:attrNameLst>
                                      </p:cBhvr>
                                      <p:tavLst>
                                        <p:tav tm="0">
                                          <p:val>
                                            <p:fltVal val="0"/>
                                          </p:val>
                                        </p:tav>
                                        <p:tav tm="100000">
                                          <p:val>
                                            <p:strVal val="#ppt_h"/>
                                          </p:val>
                                        </p:tav>
                                      </p:tavLst>
                                    </p:anim>
                                  </p:childTnLst>
                                </p:cTn>
                              </p:par>
                            </p:childTnLst>
                          </p:cTn>
                        </p:par>
                        <p:par>
                          <p:cTn id="41" fill="hold">
                            <p:stCondLst>
                              <p:cond delay="4000"/>
                            </p:stCondLst>
                            <p:childTnLst>
                              <p:par>
                                <p:cTn id="42" presetID="18" presetClass="entr" presetSubtype="3" fill="hold" nodeType="after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strips(upRight)">
                                      <p:cBhvr>
                                        <p:cTn id="44" dur="500"/>
                                        <p:tgtEl>
                                          <p:spTgt spid="7"/>
                                        </p:tgtEl>
                                      </p:cBhvr>
                                    </p:animEffect>
                                  </p:childTnLst>
                                </p:cTn>
                              </p:par>
                            </p:childTnLst>
                          </p:cTn>
                        </p:par>
                        <p:par>
                          <p:cTn id="45" fill="hold">
                            <p:stCondLst>
                              <p:cond delay="4500"/>
                            </p:stCondLst>
                            <p:childTnLst>
                              <p:par>
                                <p:cTn id="46" presetID="49" presetClass="entr" presetSubtype="0" decel="100000" fill="hold" grpId="0" nodeType="afterEffect">
                                  <p:stCondLst>
                                    <p:cond delay="0"/>
                                  </p:stCondLst>
                                  <p:childTnLst>
                                    <p:set>
                                      <p:cBhvr>
                                        <p:cTn id="47" dur="1" fill="hold">
                                          <p:stCondLst>
                                            <p:cond delay="0"/>
                                          </p:stCondLst>
                                        </p:cTn>
                                        <p:tgtEl>
                                          <p:spTgt spid="114"/>
                                        </p:tgtEl>
                                        <p:attrNameLst>
                                          <p:attrName>style.visibility</p:attrName>
                                        </p:attrNameLst>
                                      </p:cBhvr>
                                      <p:to>
                                        <p:strVal val="visible"/>
                                      </p:to>
                                    </p:set>
                                    <p:anim calcmode="lin" valueType="num">
                                      <p:cBhvr>
                                        <p:cTn id="48" dur="500" fill="hold"/>
                                        <p:tgtEl>
                                          <p:spTgt spid="114"/>
                                        </p:tgtEl>
                                        <p:attrNameLst>
                                          <p:attrName>ppt_w</p:attrName>
                                        </p:attrNameLst>
                                      </p:cBhvr>
                                      <p:tavLst>
                                        <p:tav tm="0">
                                          <p:val>
                                            <p:fltVal val="0"/>
                                          </p:val>
                                        </p:tav>
                                        <p:tav tm="100000">
                                          <p:val>
                                            <p:strVal val="#ppt_w"/>
                                          </p:val>
                                        </p:tav>
                                      </p:tavLst>
                                    </p:anim>
                                    <p:anim calcmode="lin" valueType="num">
                                      <p:cBhvr>
                                        <p:cTn id="49" dur="500" fill="hold"/>
                                        <p:tgtEl>
                                          <p:spTgt spid="114"/>
                                        </p:tgtEl>
                                        <p:attrNameLst>
                                          <p:attrName>ppt_h</p:attrName>
                                        </p:attrNameLst>
                                      </p:cBhvr>
                                      <p:tavLst>
                                        <p:tav tm="0">
                                          <p:val>
                                            <p:fltVal val="0"/>
                                          </p:val>
                                        </p:tav>
                                        <p:tav tm="100000">
                                          <p:val>
                                            <p:strVal val="#ppt_h"/>
                                          </p:val>
                                        </p:tav>
                                      </p:tavLst>
                                    </p:anim>
                                    <p:anim calcmode="lin" valueType="num">
                                      <p:cBhvr>
                                        <p:cTn id="50" dur="500" fill="hold"/>
                                        <p:tgtEl>
                                          <p:spTgt spid="114"/>
                                        </p:tgtEl>
                                        <p:attrNameLst>
                                          <p:attrName>style.rotation</p:attrName>
                                        </p:attrNameLst>
                                      </p:cBhvr>
                                      <p:tavLst>
                                        <p:tav tm="0">
                                          <p:val>
                                            <p:fltVal val="360"/>
                                          </p:val>
                                        </p:tav>
                                        <p:tav tm="100000">
                                          <p:val>
                                            <p:fltVal val="0"/>
                                          </p:val>
                                        </p:tav>
                                      </p:tavLst>
                                    </p:anim>
                                    <p:animEffect transition="in" filter="fade">
                                      <p:cBhvr>
                                        <p:cTn id="51" dur="500"/>
                                        <p:tgtEl>
                                          <p:spTgt spid="114"/>
                                        </p:tgtEl>
                                      </p:cBhvr>
                                    </p:animEffect>
                                  </p:childTnLst>
                                </p:cTn>
                              </p:par>
                            </p:childTnLst>
                          </p:cTn>
                        </p:par>
                        <p:par>
                          <p:cTn id="52" fill="hold">
                            <p:stCondLst>
                              <p:cond delay="5000"/>
                            </p:stCondLst>
                            <p:childTnLst>
                              <p:par>
                                <p:cTn id="53" presetID="18" presetClass="entr" presetSubtype="3"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strips(upRight)">
                                      <p:cBhvr>
                                        <p:cTn id="55" dur="500"/>
                                        <p:tgtEl>
                                          <p:spTgt spid="4"/>
                                        </p:tgtEl>
                                      </p:cBhvr>
                                    </p:animEffect>
                                  </p:childTnLst>
                                </p:cTn>
                              </p:par>
                            </p:childTnLst>
                          </p:cTn>
                        </p:par>
                        <p:par>
                          <p:cTn id="56" fill="hold">
                            <p:stCondLst>
                              <p:cond delay="5500"/>
                            </p:stCondLst>
                            <p:childTnLst>
                              <p:par>
                                <p:cTn id="57" presetID="18" presetClass="entr" presetSubtype="3" fill="hold" nodeType="afterEffect">
                                  <p:stCondLst>
                                    <p:cond delay="0"/>
                                  </p:stCondLst>
                                  <p:childTnLst>
                                    <p:set>
                                      <p:cBhvr>
                                        <p:cTn id="58" dur="1" fill="hold">
                                          <p:stCondLst>
                                            <p:cond delay="0"/>
                                          </p:stCondLst>
                                        </p:cTn>
                                        <p:tgtEl>
                                          <p:spTgt spid="110"/>
                                        </p:tgtEl>
                                        <p:attrNameLst>
                                          <p:attrName>style.visibility</p:attrName>
                                        </p:attrNameLst>
                                      </p:cBhvr>
                                      <p:to>
                                        <p:strVal val="visible"/>
                                      </p:to>
                                    </p:set>
                                    <p:animEffect transition="in" filter="strips(upRight)">
                                      <p:cBhvr>
                                        <p:cTn id="59" dur="500"/>
                                        <p:tgtEl>
                                          <p:spTgt spid="110"/>
                                        </p:tgtEl>
                                      </p:cBhvr>
                                    </p:animEffect>
                                  </p:childTnLst>
                                </p:cTn>
                              </p:par>
                            </p:childTnLst>
                          </p:cTn>
                        </p:par>
                        <p:par>
                          <p:cTn id="60" fill="hold">
                            <p:stCondLst>
                              <p:cond delay="6000"/>
                            </p:stCondLst>
                            <p:childTnLst>
                              <p:par>
                                <p:cTn id="61" presetID="12" presetClass="entr" presetSubtype="4" fill="hold" grpId="0" nodeType="afterEffect">
                                  <p:stCondLst>
                                    <p:cond delay="0"/>
                                  </p:stCondLst>
                                  <p:childTnLst>
                                    <p:set>
                                      <p:cBhvr>
                                        <p:cTn id="62" dur="1" fill="hold">
                                          <p:stCondLst>
                                            <p:cond delay="0"/>
                                          </p:stCondLst>
                                        </p:cTn>
                                        <p:tgtEl>
                                          <p:spTgt spid="96"/>
                                        </p:tgtEl>
                                        <p:attrNameLst>
                                          <p:attrName>style.visibility</p:attrName>
                                        </p:attrNameLst>
                                      </p:cBhvr>
                                      <p:to>
                                        <p:strVal val="visible"/>
                                      </p:to>
                                    </p:set>
                                    <p:animEffect transition="in" filter="slide(fromBottom)">
                                      <p:cBhvr>
                                        <p:cTn id="63" dur="500"/>
                                        <p:tgtEl>
                                          <p:spTgt spid="96"/>
                                        </p:tgtEl>
                                      </p:cBhvr>
                                    </p:animEffect>
                                  </p:childTnLst>
                                </p:cTn>
                              </p:par>
                            </p:childTnLst>
                          </p:cTn>
                        </p:par>
                        <p:par>
                          <p:cTn id="64" fill="hold">
                            <p:stCondLst>
                              <p:cond delay="6500"/>
                            </p:stCondLst>
                            <p:childTnLst>
                              <p:par>
                                <p:cTn id="65" presetID="12" presetClass="entr" presetSubtype="8" fill="hold" grpId="0" nodeType="afterEffect">
                                  <p:stCondLst>
                                    <p:cond delay="0"/>
                                  </p:stCondLst>
                                  <p:childTnLst>
                                    <p:set>
                                      <p:cBhvr>
                                        <p:cTn id="66" dur="1" fill="hold">
                                          <p:stCondLst>
                                            <p:cond delay="0"/>
                                          </p:stCondLst>
                                        </p:cTn>
                                        <p:tgtEl>
                                          <p:spTgt spid="100">
                                            <p:graphicEl>
                                              <a:chart seriesIdx="-3" categoryIdx="-3" bldStep="gridLegend"/>
                                            </p:graphicEl>
                                          </p:spTgt>
                                        </p:tgtEl>
                                        <p:attrNameLst>
                                          <p:attrName>style.visibility</p:attrName>
                                        </p:attrNameLst>
                                      </p:cBhvr>
                                      <p:to>
                                        <p:strVal val="visible"/>
                                      </p:to>
                                    </p:set>
                                    <p:animEffect transition="in" filter="slide(fromLeft)">
                                      <p:cBhvr>
                                        <p:cTn id="67" dur="500"/>
                                        <p:tgtEl>
                                          <p:spTgt spid="100">
                                            <p:graphicEl>
                                              <a:chart seriesIdx="-3" categoryIdx="-3" bldStep="gridLegend"/>
                                            </p:graphicEl>
                                          </p:spTgt>
                                        </p:tgtEl>
                                      </p:cBhvr>
                                    </p:animEffect>
                                  </p:childTnLst>
                                </p:cTn>
                              </p:par>
                            </p:childTnLst>
                          </p:cTn>
                        </p:par>
                        <p:par>
                          <p:cTn id="68" fill="hold">
                            <p:stCondLst>
                              <p:cond delay="7000"/>
                            </p:stCondLst>
                            <p:childTnLst>
                              <p:par>
                                <p:cTn id="69" presetID="12" presetClass="entr" presetSubtype="8" fill="hold" grpId="0" nodeType="afterEffect">
                                  <p:stCondLst>
                                    <p:cond delay="0"/>
                                  </p:stCondLst>
                                  <p:childTnLst>
                                    <p:set>
                                      <p:cBhvr>
                                        <p:cTn id="70" dur="1" fill="hold">
                                          <p:stCondLst>
                                            <p:cond delay="0"/>
                                          </p:stCondLst>
                                        </p:cTn>
                                        <p:tgtEl>
                                          <p:spTgt spid="100">
                                            <p:graphicEl>
                                              <a:chart seriesIdx="0" categoryIdx="-4" bldStep="series"/>
                                            </p:graphicEl>
                                          </p:spTgt>
                                        </p:tgtEl>
                                        <p:attrNameLst>
                                          <p:attrName>style.visibility</p:attrName>
                                        </p:attrNameLst>
                                      </p:cBhvr>
                                      <p:to>
                                        <p:strVal val="visible"/>
                                      </p:to>
                                    </p:set>
                                    <p:animEffect transition="in" filter="slide(fromLeft)">
                                      <p:cBhvr>
                                        <p:cTn id="71" dur="500"/>
                                        <p:tgtEl>
                                          <p:spTgt spid="100">
                                            <p:graphicEl>
                                              <a:chart seriesIdx="0" categoryIdx="-4" bldStep="series"/>
                                            </p:graphicEl>
                                          </p:spTgt>
                                        </p:tgtEl>
                                      </p:cBhvr>
                                    </p:animEffect>
                                  </p:childTnLst>
                                </p:cTn>
                              </p:par>
                            </p:childTnLst>
                          </p:cTn>
                        </p:par>
                        <p:par>
                          <p:cTn id="72" fill="hold">
                            <p:stCondLst>
                              <p:cond delay="7500"/>
                            </p:stCondLst>
                            <p:childTnLst>
                              <p:par>
                                <p:cTn id="73" presetID="12" presetClass="entr" presetSubtype="8" fill="hold" grpId="0" nodeType="afterEffect">
                                  <p:stCondLst>
                                    <p:cond delay="0"/>
                                  </p:stCondLst>
                                  <p:childTnLst>
                                    <p:set>
                                      <p:cBhvr>
                                        <p:cTn id="74" dur="1" fill="hold">
                                          <p:stCondLst>
                                            <p:cond delay="0"/>
                                          </p:stCondLst>
                                        </p:cTn>
                                        <p:tgtEl>
                                          <p:spTgt spid="100">
                                            <p:graphicEl>
                                              <a:chart seriesIdx="1" categoryIdx="-4" bldStep="series"/>
                                            </p:graphicEl>
                                          </p:spTgt>
                                        </p:tgtEl>
                                        <p:attrNameLst>
                                          <p:attrName>style.visibility</p:attrName>
                                        </p:attrNameLst>
                                      </p:cBhvr>
                                      <p:to>
                                        <p:strVal val="visible"/>
                                      </p:to>
                                    </p:set>
                                    <p:animEffect transition="in" filter="slide(fromLeft)">
                                      <p:cBhvr>
                                        <p:cTn id="75" dur="500"/>
                                        <p:tgtEl>
                                          <p:spTgt spid="100">
                                            <p:graphicEl>
                                              <a:chart seriesIdx="1" categoryIdx="-4" bldStep="series"/>
                                            </p:graphicEl>
                                          </p:spTgt>
                                        </p:tgtEl>
                                      </p:cBhvr>
                                    </p:animEffect>
                                  </p:childTnLst>
                                </p:cTn>
                              </p:par>
                            </p:childTnLst>
                          </p:cTn>
                        </p:par>
                        <p:par>
                          <p:cTn id="76" fill="hold">
                            <p:stCondLst>
                              <p:cond delay="8000"/>
                            </p:stCondLst>
                            <p:childTnLst>
                              <p:par>
                                <p:cTn id="77" presetID="12" presetClass="entr" presetSubtype="8" fill="hold" grpId="0" nodeType="afterEffect">
                                  <p:stCondLst>
                                    <p:cond delay="0"/>
                                  </p:stCondLst>
                                  <p:childTnLst>
                                    <p:set>
                                      <p:cBhvr>
                                        <p:cTn id="78" dur="1" fill="hold">
                                          <p:stCondLst>
                                            <p:cond delay="0"/>
                                          </p:stCondLst>
                                        </p:cTn>
                                        <p:tgtEl>
                                          <p:spTgt spid="100">
                                            <p:graphicEl>
                                              <a:chart seriesIdx="2" categoryIdx="-4" bldStep="series"/>
                                            </p:graphicEl>
                                          </p:spTgt>
                                        </p:tgtEl>
                                        <p:attrNameLst>
                                          <p:attrName>style.visibility</p:attrName>
                                        </p:attrNameLst>
                                      </p:cBhvr>
                                      <p:to>
                                        <p:strVal val="visible"/>
                                      </p:to>
                                    </p:set>
                                    <p:animEffect transition="in" filter="slide(fromLeft)">
                                      <p:cBhvr>
                                        <p:cTn id="79" dur="500"/>
                                        <p:tgtEl>
                                          <p:spTgt spid="100">
                                            <p:graphicEl>
                                              <a:chart seriesIdx="2" categoryIdx="-4" bldStep="series"/>
                                            </p:graphicEl>
                                          </p:spTgt>
                                        </p:tgtEl>
                                      </p:cBhvr>
                                    </p:animEffect>
                                  </p:childTnLst>
                                </p:cTn>
                              </p:par>
                            </p:childTnLst>
                          </p:cTn>
                        </p:par>
                        <p:par>
                          <p:cTn id="80" fill="hold">
                            <p:stCondLst>
                              <p:cond delay="8500"/>
                            </p:stCondLst>
                            <p:childTnLst>
                              <p:par>
                                <p:cTn id="81" presetID="12" presetClass="entr" presetSubtype="8" fill="hold" grpId="0" nodeType="afterEffect">
                                  <p:stCondLst>
                                    <p:cond delay="0"/>
                                  </p:stCondLst>
                                  <p:childTnLst>
                                    <p:set>
                                      <p:cBhvr>
                                        <p:cTn id="82" dur="1" fill="hold">
                                          <p:stCondLst>
                                            <p:cond delay="0"/>
                                          </p:stCondLst>
                                        </p:cTn>
                                        <p:tgtEl>
                                          <p:spTgt spid="100">
                                            <p:graphicEl>
                                              <a:chart seriesIdx="3" categoryIdx="-4" bldStep="series"/>
                                            </p:graphicEl>
                                          </p:spTgt>
                                        </p:tgtEl>
                                        <p:attrNameLst>
                                          <p:attrName>style.visibility</p:attrName>
                                        </p:attrNameLst>
                                      </p:cBhvr>
                                      <p:to>
                                        <p:strVal val="visible"/>
                                      </p:to>
                                    </p:set>
                                    <p:animEffect transition="in" filter="slide(fromLeft)">
                                      <p:cBhvr>
                                        <p:cTn id="83" dur="500"/>
                                        <p:tgtEl>
                                          <p:spTgt spid="100">
                                            <p:graphicEl>
                                              <a:chart seriesIdx="3" categoryIdx="-4" bldStep="series"/>
                                            </p:graphicEl>
                                          </p:spTgt>
                                        </p:tgtEl>
                                      </p:cBhvr>
                                    </p:animEffect>
                                  </p:childTnLst>
                                </p:cTn>
                              </p:par>
                            </p:childTnLst>
                          </p:cTn>
                        </p:par>
                        <p:par>
                          <p:cTn id="84" fill="hold">
                            <p:stCondLst>
                              <p:cond delay="9000"/>
                            </p:stCondLst>
                            <p:childTnLst>
                              <p:par>
                                <p:cTn id="85" presetID="53" presetClass="entr" presetSubtype="0" fill="hold" grpId="0" nodeType="after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p:cTn id="87" dur="500" fill="hold"/>
                                        <p:tgtEl>
                                          <p:spTgt spid="74"/>
                                        </p:tgtEl>
                                        <p:attrNameLst>
                                          <p:attrName>ppt_w</p:attrName>
                                        </p:attrNameLst>
                                      </p:cBhvr>
                                      <p:tavLst>
                                        <p:tav tm="0">
                                          <p:val>
                                            <p:fltVal val="0"/>
                                          </p:val>
                                        </p:tav>
                                        <p:tav tm="100000">
                                          <p:val>
                                            <p:strVal val="#ppt_w"/>
                                          </p:val>
                                        </p:tav>
                                      </p:tavLst>
                                    </p:anim>
                                    <p:anim calcmode="lin" valueType="num">
                                      <p:cBhvr>
                                        <p:cTn id="88" dur="500" fill="hold"/>
                                        <p:tgtEl>
                                          <p:spTgt spid="74"/>
                                        </p:tgtEl>
                                        <p:attrNameLst>
                                          <p:attrName>ppt_h</p:attrName>
                                        </p:attrNameLst>
                                      </p:cBhvr>
                                      <p:tavLst>
                                        <p:tav tm="0">
                                          <p:val>
                                            <p:fltVal val="0"/>
                                          </p:val>
                                        </p:tav>
                                        <p:tav tm="100000">
                                          <p:val>
                                            <p:strVal val="#ppt_h"/>
                                          </p:val>
                                        </p:tav>
                                      </p:tavLst>
                                    </p:anim>
                                    <p:animEffect transition="in" filter="fade">
                                      <p:cBhvr>
                                        <p:cTn id="89" dur="500"/>
                                        <p:tgtEl>
                                          <p:spTgt spid="74"/>
                                        </p:tgtEl>
                                      </p:cBhvr>
                                    </p:animEffect>
                                  </p:childTnLst>
                                </p:cTn>
                              </p:par>
                              <p:par>
                                <p:cTn id="90" presetID="42" presetClass="entr" presetSubtype="0" fill="hold" nodeType="with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fade">
                                      <p:cBhvr>
                                        <p:cTn id="92" dur="500"/>
                                        <p:tgtEl>
                                          <p:spTgt spid="13"/>
                                        </p:tgtEl>
                                      </p:cBhvr>
                                    </p:animEffect>
                                    <p:anim calcmode="lin" valueType="num">
                                      <p:cBhvr>
                                        <p:cTn id="93" dur="500" fill="hold"/>
                                        <p:tgtEl>
                                          <p:spTgt spid="13"/>
                                        </p:tgtEl>
                                        <p:attrNameLst>
                                          <p:attrName>ppt_x</p:attrName>
                                        </p:attrNameLst>
                                      </p:cBhvr>
                                      <p:tavLst>
                                        <p:tav tm="0">
                                          <p:val>
                                            <p:strVal val="#ppt_x"/>
                                          </p:val>
                                        </p:tav>
                                        <p:tav tm="100000">
                                          <p:val>
                                            <p:strVal val="#ppt_x"/>
                                          </p:val>
                                        </p:tav>
                                      </p:tavLst>
                                    </p:anim>
                                    <p:anim calcmode="lin" valueType="num">
                                      <p:cBhvr>
                                        <p:cTn id="94" dur="500" fill="hold"/>
                                        <p:tgtEl>
                                          <p:spTgt spid="13"/>
                                        </p:tgtEl>
                                        <p:attrNameLst>
                                          <p:attrName>ppt_y</p:attrName>
                                        </p:attrNameLst>
                                      </p:cBhvr>
                                      <p:tavLst>
                                        <p:tav tm="0">
                                          <p:val>
                                            <p:strVal val="#ppt_y+.1"/>
                                          </p:val>
                                        </p:tav>
                                        <p:tav tm="100000">
                                          <p:val>
                                            <p:strVal val="#ppt_y"/>
                                          </p:val>
                                        </p:tav>
                                      </p:tavLst>
                                    </p:anim>
                                  </p:childTnLst>
                                </p:cTn>
                              </p:par>
                            </p:childTnLst>
                          </p:cTn>
                        </p:par>
                        <p:par>
                          <p:cTn id="95" fill="hold">
                            <p:stCondLst>
                              <p:cond delay="9500"/>
                            </p:stCondLst>
                            <p:childTnLst>
                              <p:par>
                                <p:cTn id="96" presetID="53" presetClass="entr" presetSubtype="0" fill="hold" grpId="0" nodeType="afterEffect">
                                  <p:stCondLst>
                                    <p:cond delay="0"/>
                                  </p:stCondLst>
                                  <p:childTnLst>
                                    <p:set>
                                      <p:cBhvr>
                                        <p:cTn id="97" dur="1" fill="hold">
                                          <p:stCondLst>
                                            <p:cond delay="0"/>
                                          </p:stCondLst>
                                        </p:cTn>
                                        <p:tgtEl>
                                          <p:spTgt spid="75"/>
                                        </p:tgtEl>
                                        <p:attrNameLst>
                                          <p:attrName>style.visibility</p:attrName>
                                        </p:attrNameLst>
                                      </p:cBhvr>
                                      <p:to>
                                        <p:strVal val="visible"/>
                                      </p:to>
                                    </p:set>
                                    <p:anim calcmode="lin" valueType="num">
                                      <p:cBhvr>
                                        <p:cTn id="98" dur="500" fill="hold"/>
                                        <p:tgtEl>
                                          <p:spTgt spid="75"/>
                                        </p:tgtEl>
                                        <p:attrNameLst>
                                          <p:attrName>ppt_w</p:attrName>
                                        </p:attrNameLst>
                                      </p:cBhvr>
                                      <p:tavLst>
                                        <p:tav tm="0">
                                          <p:val>
                                            <p:fltVal val="0"/>
                                          </p:val>
                                        </p:tav>
                                        <p:tav tm="100000">
                                          <p:val>
                                            <p:strVal val="#ppt_w"/>
                                          </p:val>
                                        </p:tav>
                                      </p:tavLst>
                                    </p:anim>
                                    <p:anim calcmode="lin" valueType="num">
                                      <p:cBhvr>
                                        <p:cTn id="99" dur="500" fill="hold"/>
                                        <p:tgtEl>
                                          <p:spTgt spid="75"/>
                                        </p:tgtEl>
                                        <p:attrNameLst>
                                          <p:attrName>ppt_h</p:attrName>
                                        </p:attrNameLst>
                                      </p:cBhvr>
                                      <p:tavLst>
                                        <p:tav tm="0">
                                          <p:val>
                                            <p:fltVal val="0"/>
                                          </p:val>
                                        </p:tav>
                                        <p:tav tm="100000">
                                          <p:val>
                                            <p:strVal val="#ppt_h"/>
                                          </p:val>
                                        </p:tav>
                                      </p:tavLst>
                                    </p:anim>
                                    <p:animEffect transition="in" filter="fade">
                                      <p:cBhvr>
                                        <p:cTn id="100" dur="500"/>
                                        <p:tgtEl>
                                          <p:spTgt spid="75"/>
                                        </p:tgtEl>
                                      </p:cBhvr>
                                    </p:animEffect>
                                  </p:childTnLst>
                                </p:cTn>
                              </p:par>
                              <p:par>
                                <p:cTn id="101" presetID="42" presetClass="entr" presetSubtype="0" fill="hold" nodeType="withEffect">
                                  <p:stCondLst>
                                    <p:cond delay="0"/>
                                  </p:stCondLst>
                                  <p:childTnLst>
                                    <p:set>
                                      <p:cBhvr>
                                        <p:cTn id="102" dur="1" fill="hold">
                                          <p:stCondLst>
                                            <p:cond delay="0"/>
                                          </p:stCondLst>
                                        </p:cTn>
                                        <p:tgtEl>
                                          <p:spTgt spid="14"/>
                                        </p:tgtEl>
                                        <p:attrNameLst>
                                          <p:attrName>style.visibility</p:attrName>
                                        </p:attrNameLst>
                                      </p:cBhvr>
                                      <p:to>
                                        <p:strVal val="visible"/>
                                      </p:to>
                                    </p:set>
                                    <p:animEffect transition="in" filter="fade">
                                      <p:cBhvr>
                                        <p:cTn id="103" dur="500"/>
                                        <p:tgtEl>
                                          <p:spTgt spid="14"/>
                                        </p:tgtEl>
                                      </p:cBhvr>
                                    </p:animEffect>
                                    <p:anim calcmode="lin" valueType="num">
                                      <p:cBhvr>
                                        <p:cTn id="104" dur="500" fill="hold"/>
                                        <p:tgtEl>
                                          <p:spTgt spid="14"/>
                                        </p:tgtEl>
                                        <p:attrNameLst>
                                          <p:attrName>ppt_x</p:attrName>
                                        </p:attrNameLst>
                                      </p:cBhvr>
                                      <p:tavLst>
                                        <p:tav tm="0">
                                          <p:val>
                                            <p:strVal val="#ppt_x"/>
                                          </p:val>
                                        </p:tav>
                                        <p:tav tm="100000">
                                          <p:val>
                                            <p:strVal val="#ppt_x"/>
                                          </p:val>
                                        </p:tav>
                                      </p:tavLst>
                                    </p:anim>
                                    <p:anim calcmode="lin" valueType="num">
                                      <p:cBhvr>
                                        <p:cTn id="105" dur="500" fill="hold"/>
                                        <p:tgtEl>
                                          <p:spTgt spid="14"/>
                                        </p:tgtEl>
                                        <p:attrNameLst>
                                          <p:attrName>ppt_y</p:attrName>
                                        </p:attrNameLst>
                                      </p:cBhvr>
                                      <p:tavLst>
                                        <p:tav tm="0">
                                          <p:val>
                                            <p:strVal val="#ppt_y+.1"/>
                                          </p:val>
                                        </p:tav>
                                        <p:tav tm="100000">
                                          <p:val>
                                            <p:strVal val="#ppt_y"/>
                                          </p:val>
                                        </p:tav>
                                      </p:tavLst>
                                    </p:anim>
                                  </p:childTnLst>
                                </p:cTn>
                              </p:par>
                            </p:childTnLst>
                          </p:cTn>
                        </p:par>
                        <p:par>
                          <p:cTn id="106" fill="hold">
                            <p:stCondLst>
                              <p:cond delay="10000"/>
                            </p:stCondLst>
                            <p:childTnLst>
                              <p:par>
                                <p:cTn id="107" presetID="12" presetClass="entr" presetSubtype="4" fill="hold" nodeType="afterEffect">
                                  <p:stCondLst>
                                    <p:cond delay="0"/>
                                  </p:stCondLst>
                                  <p:childTnLst>
                                    <p:set>
                                      <p:cBhvr>
                                        <p:cTn id="108" dur="1" fill="hold">
                                          <p:stCondLst>
                                            <p:cond delay="0"/>
                                          </p:stCondLst>
                                        </p:cTn>
                                        <p:tgtEl>
                                          <p:spTgt spid="8"/>
                                        </p:tgtEl>
                                        <p:attrNameLst>
                                          <p:attrName>style.visibility</p:attrName>
                                        </p:attrNameLst>
                                      </p:cBhvr>
                                      <p:to>
                                        <p:strVal val="visible"/>
                                      </p:to>
                                    </p:set>
                                    <p:animEffect transition="in" filter="slide(fromBottom)">
                                      <p:cBhvr>
                                        <p:cTn id="10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P spid="113" grpId="0" animBg="1"/>
      <p:bldP spid="114" grpId="0" animBg="1"/>
      <p:bldP spid="115" grpId="0" animBg="1"/>
      <p:bldP spid="200" grpId="0" animBg="1"/>
      <p:bldP spid="96" grpId="0"/>
      <p:bldGraphic spid="100" grpId="0">
        <p:bldSub>
          <a:bldChart bld="series"/>
        </p:bldSub>
      </p:bldGraphic>
      <p:bldP spid="74" grpId="0" animBg="1"/>
      <p:bldP spid="75" grpId="0" animBg="1"/>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2"/>
          <p:cNvGrpSpPr/>
          <p:nvPr/>
        </p:nvGrpSpPr>
        <p:grpSpPr>
          <a:xfrm>
            <a:off x="4769390" y="771205"/>
            <a:ext cx="3821823" cy="3276220"/>
            <a:chOff x="2246313" y="3175"/>
            <a:chExt cx="4659313" cy="3994150"/>
          </a:xfrm>
          <a:solidFill>
            <a:schemeClr val="tx1">
              <a:lumMod val="10000"/>
              <a:lumOff val="90000"/>
            </a:schemeClr>
          </a:solidFill>
        </p:grpSpPr>
        <p:sp>
          <p:nvSpPr>
            <p:cNvPr id="74" name="Freeform 5"/>
            <p:cNvSpPr>
              <a:spLocks/>
            </p:cNvSpPr>
            <p:nvPr/>
          </p:nvSpPr>
          <p:spPr bwMode="auto">
            <a:xfrm>
              <a:off x="2246313" y="873125"/>
              <a:ext cx="4273550" cy="3124200"/>
            </a:xfrm>
            <a:custGeom>
              <a:avLst/>
              <a:gdLst/>
              <a:ahLst/>
              <a:cxnLst>
                <a:cxn ang="0">
                  <a:pos x="1751" y="960"/>
                </a:cxn>
                <a:cxn ang="0">
                  <a:pos x="1692" y="961"/>
                </a:cxn>
                <a:cxn ang="0">
                  <a:pos x="1615" y="924"/>
                </a:cxn>
                <a:cxn ang="0">
                  <a:pos x="1515" y="1025"/>
                </a:cxn>
                <a:cxn ang="0">
                  <a:pos x="1529" y="952"/>
                </a:cxn>
                <a:cxn ang="0">
                  <a:pos x="1645" y="805"/>
                </a:cxn>
                <a:cxn ang="0">
                  <a:pos x="1729" y="592"/>
                </a:cxn>
                <a:cxn ang="0">
                  <a:pos x="1674" y="610"/>
                </a:cxn>
                <a:cxn ang="0">
                  <a:pos x="1665" y="605"/>
                </a:cxn>
                <a:cxn ang="0">
                  <a:pos x="1602" y="570"/>
                </a:cxn>
                <a:cxn ang="0">
                  <a:pos x="1468" y="485"/>
                </a:cxn>
                <a:cxn ang="0">
                  <a:pos x="1358" y="563"/>
                </a:cxn>
                <a:cxn ang="0">
                  <a:pos x="1239" y="447"/>
                </a:cxn>
                <a:cxn ang="0">
                  <a:pos x="1173" y="528"/>
                </a:cxn>
                <a:cxn ang="0">
                  <a:pos x="1229" y="765"/>
                </a:cxn>
                <a:cxn ang="0">
                  <a:pos x="1239" y="901"/>
                </a:cxn>
                <a:cxn ang="0">
                  <a:pos x="1150" y="836"/>
                </a:cxn>
                <a:cxn ang="0">
                  <a:pos x="1055" y="771"/>
                </a:cxn>
                <a:cxn ang="0">
                  <a:pos x="974" y="729"/>
                </a:cxn>
                <a:cxn ang="0">
                  <a:pos x="893" y="673"/>
                </a:cxn>
                <a:cxn ang="0">
                  <a:pos x="865" y="458"/>
                </a:cxn>
                <a:cxn ang="0">
                  <a:pos x="973" y="392"/>
                </a:cxn>
                <a:cxn ang="0">
                  <a:pos x="995" y="351"/>
                </a:cxn>
                <a:cxn ang="0">
                  <a:pos x="1027" y="246"/>
                </a:cxn>
                <a:cxn ang="0">
                  <a:pos x="986" y="224"/>
                </a:cxn>
                <a:cxn ang="0">
                  <a:pos x="913" y="270"/>
                </a:cxn>
                <a:cxn ang="0">
                  <a:pos x="829" y="174"/>
                </a:cxn>
                <a:cxn ang="0">
                  <a:pos x="830" y="278"/>
                </a:cxn>
                <a:cxn ang="0">
                  <a:pos x="743" y="296"/>
                </a:cxn>
                <a:cxn ang="0">
                  <a:pos x="552" y="232"/>
                </a:cxn>
                <a:cxn ang="0">
                  <a:pos x="431" y="122"/>
                </a:cxn>
                <a:cxn ang="0">
                  <a:pos x="295" y="54"/>
                </a:cxn>
                <a:cxn ang="0">
                  <a:pos x="24" y="302"/>
                </a:cxn>
                <a:cxn ang="0">
                  <a:pos x="46" y="370"/>
                </a:cxn>
                <a:cxn ang="0">
                  <a:pos x="75" y="379"/>
                </a:cxn>
                <a:cxn ang="0">
                  <a:pos x="71" y="448"/>
                </a:cxn>
                <a:cxn ang="0">
                  <a:pos x="65" y="498"/>
                </a:cxn>
                <a:cxn ang="0">
                  <a:pos x="44" y="651"/>
                </a:cxn>
                <a:cxn ang="0">
                  <a:pos x="51" y="698"/>
                </a:cxn>
                <a:cxn ang="0">
                  <a:pos x="35" y="758"/>
                </a:cxn>
                <a:cxn ang="0">
                  <a:pos x="85" y="829"/>
                </a:cxn>
                <a:cxn ang="0">
                  <a:pos x="793" y="1059"/>
                </a:cxn>
                <a:cxn ang="0">
                  <a:pos x="902" y="1074"/>
                </a:cxn>
                <a:cxn ang="0">
                  <a:pos x="1010" y="1086"/>
                </a:cxn>
                <a:cxn ang="0">
                  <a:pos x="1124" y="1087"/>
                </a:cxn>
                <a:cxn ang="0">
                  <a:pos x="1166" y="1148"/>
                </a:cxn>
                <a:cxn ang="0">
                  <a:pos x="1251" y="1180"/>
                </a:cxn>
                <a:cxn ang="0">
                  <a:pos x="1244" y="1264"/>
                </a:cxn>
                <a:cxn ang="0">
                  <a:pos x="1341" y="1249"/>
                </a:cxn>
                <a:cxn ang="0">
                  <a:pos x="1401" y="1184"/>
                </a:cxn>
                <a:cxn ang="0">
                  <a:pos x="1542" y="1075"/>
                </a:cxn>
                <a:cxn ang="0">
                  <a:pos x="1577" y="972"/>
                </a:cxn>
                <a:cxn ang="0">
                  <a:pos x="1663" y="1039"/>
                </a:cxn>
                <a:cxn ang="0">
                  <a:pos x="1708" y="981"/>
                </a:cxn>
                <a:cxn ang="0">
                  <a:pos x="1742" y="990"/>
                </a:cxn>
                <a:cxn ang="0">
                  <a:pos x="1693" y="1040"/>
                </a:cxn>
                <a:cxn ang="0">
                  <a:pos x="1726" y="1084"/>
                </a:cxn>
                <a:cxn ang="0">
                  <a:pos x="1756" y="1011"/>
                </a:cxn>
                <a:cxn ang="0">
                  <a:pos x="1808" y="952"/>
                </a:cxn>
              </a:cxnLst>
              <a:rect l="0" t="0" r="r" b="b"/>
              <a:pathLst>
                <a:path w="1808" h="1321">
                  <a:moveTo>
                    <a:pt x="1800" y="950"/>
                  </a:moveTo>
                  <a:cubicBezTo>
                    <a:pt x="1795" y="951"/>
                    <a:pt x="1797" y="951"/>
                    <a:pt x="1793" y="948"/>
                  </a:cubicBezTo>
                  <a:cubicBezTo>
                    <a:pt x="1786" y="944"/>
                    <a:pt x="1785" y="947"/>
                    <a:pt x="1778" y="948"/>
                  </a:cubicBezTo>
                  <a:cubicBezTo>
                    <a:pt x="1770" y="949"/>
                    <a:pt x="1772" y="944"/>
                    <a:pt x="1766" y="952"/>
                  </a:cubicBezTo>
                  <a:cubicBezTo>
                    <a:pt x="1762" y="959"/>
                    <a:pt x="1759" y="959"/>
                    <a:pt x="1751" y="960"/>
                  </a:cubicBezTo>
                  <a:cubicBezTo>
                    <a:pt x="1747" y="960"/>
                    <a:pt x="1745" y="964"/>
                    <a:pt x="1741" y="965"/>
                  </a:cubicBezTo>
                  <a:cubicBezTo>
                    <a:pt x="1737" y="966"/>
                    <a:pt x="1734" y="965"/>
                    <a:pt x="1730" y="965"/>
                  </a:cubicBezTo>
                  <a:cubicBezTo>
                    <a:pt x="1731" y="965"/>
                    <a:pt x="1716" y="969"/>
                    <a:pt x="1718" y="966"/>
                  </a:cubicBezTo>
                  <a:cubicBezTo>
                    <a:pt x="1726" y="954"/>
                    <a:pt x="1712" y="959"/>
                    <a:pt x="1706" y="962"/>
                  </a:cubicBezTo>
                  <a:cubicBezTo>
                    <a:pt x="1700" y="965"/>
                    <a:pt x="1697" y="964"/>
                    <a:pt x="1692" y="961"/>
                  </a:cubicBezTo>
                  <a:cubicBezTo>
                    <a:pt x="1685" y="958"/>
                    <a:pt x="1674" y="948"/>
                    <a:pt x="1673" y="939"/>
                  </a:cubicBezTo>
                  <a:cubicBezTo>
                    <a:pt x="1657" y="944"/>
                    <a:pt x="1665" y="931"/>
                    <a:pt x="1664" y="922"/>
                  </a:cubicBezTo>
                  <a:cubicBezTo>
                    <a:pt x="1661" y="904"/>
                    <a:pt x="1647" y="917"/>
                    <a:pt x="1645" y="928"/>
                  </a:cubicBezTo>
                  <a:cubicBezTo>
                    <a:pt x="1638" y="930"/>
                    <a:pt x="1638" y="920"/>
                    <a:pt x="1631" y="919"/>
                  </a:cubicBezTo>
                  <a:cubicBezTo>
                    <a:pt x="1624" y="917"/>
                    <a:pt x="1620" y="922"/>
                    <a:pt x="1615" y="924"/>
                  </a:cubicBezTo>
                  <a:cubicBezTo>
                    <a:pt x="1618" y="917"/>
                    <a:pt x="1623" y="914"/>
                    <a:pt x="1631" y="912"/>
                  </a:cubicBezTo>
                  <a:cubicBezTo>
                    <a:pt x="1645" y="908"/>
                    <a:pt x="1654" y="902"/>
                    <a:pt x="1658" y="887"/>
                  </a:cubicBezTo>
                  <a:cubicBezTo>
                    <a:pt x="1668" y="852"/>
                    <a:pt x="1628" y="859"/>
                    <a:pt x="1610" y="871"/>
                  </a:cubicBezTo>
                  <a:cubicBezTo>
                    <a:pt x="1586" y="888"/>
                    <a:pt x="1555" y="917"/>
                    <a:pt x="1546" y="945"/>
                  </a:cubicBezTo>
                  <a:cubicBezTo>
                    <a:pt x="1538" y="971"/>
                    <a:pt x="1533" y="1005"/>
                    <a:pt x="1515" y="1025"/>
                  </a:cubicBezTo>
                  <a:cubicBezTo>
                    <a:pt x="1501" y="1041"/>
                    <a:pt x="1482" y="1053"/>
                    <a:pt x="1470" y="1071"/>
                  </a:cubicBezTo>
                  <a:cubicBezTo>
                    <a:pt x="1471" y="1066"/>
                    <a:pt x="1473" y="1061"/>
                    <a:pt x="1475" y="1058"/>
                  </a:cubicBezTo>
                  <a:cubicBezTo>
                    <a:pt x="1480" y="1049"/>
                    <a:pt x="1486" y="1042"/>
                    <a:pt x="1493" y="1035"/>
                  </a:cubicBezTo>
                  <a:cubicBezTo>
                    <a:pt x="1503" y="1023"/>
                    <a:pt x="1512" y="1014"/>
                    <a:pt x="1518" y="999"/>
                  </a:cubicBezTo>
                  <a:cubicBezTo>
                    <a:pt x="1524" y="984"/>
                    <a:pt x="1527" y="968"/>
                    <a:pt x="1529" y="952"/>
                  </a:cubicBezTo>
                  <a:cubicBezTo>
                    <a:pt x="1531" y="937"/>
                    <a:pt x="1537" y="924"/>
                    <a:pt x="1544" y="910"/>
                  </a:cubicBezTo>
                  <a:cubicBezTo>
                    <a:pt x="1549" y="901"/>
                    <a:pt x="1558" y="896"/>
                    <a:pt x="1563" y="887"/>
                  </a:cubicBezTo>
                  <a:cubicBezTo>
                    <a:pt x="1568" y="879"/>
                    <a:pt x="1562" y="868"/>
                    <a:pt x="1565" y="859"/>
                  </a:cubicBezTo>
                  <a:cubicBezTo>
                    <a:pt x="1569" y="844"/>
                    <a:pt x="1586" y="834"/>
                    <a:pt x="1597" y="824"/>
                  </a:cubicBezTo>
                  <a:cubicBezTo>
                    <a:pt x="1613" y="812"/>
                    <a:pt x="1627" y="812"/>
                    <a:pt x="1645" y="805"/>
                  </a:cubicBezTo>
                  <a:cubicBezTo>
                    <a:pt x="1668" y="798"/>
                    <a:pt x="1697" y="787"/>
                    <a:pt x="1715" y="770"/>
                  </a:cubicBezTo>
                  <a:cubicBezTo>
                    <a:pt x="1725" y="760"/>
                    <a:pt x="1725" y="747"/>
                    <a:pt x="1727" y="734"/>
                  </a:cubicBezTo>
                  <a:cubicBezTo>
                    <a:pt x="1731" y="716"/>
                    <a:pt x="1738" y="697"/>
                    <a:pt x="1749" y="682"/>
                  </a:cubicBezTo>
                  <a:cubicBezTo>
                    <a:pt x="1763" y="664"/>
                    <a:pt x="1774" y="655"/>
                    <a:pt x="1774" y="631"/>
                  </a:cubicBezTo>
                  <a:cubicBezTo>
                    <a:pt x="1764" y="619"/>
                    <a:pt x="1744" y="596"/>
                    <a:pt x="1729" y="592"/>
                  </a:cubicBezTo>
                  <a:cubicBezTo>
                    <a:pt x="1725" y="591"/>
                    <a:pt x="1716" y="589"/>
                    <a:pt x="1712" y="591"/>
                  </a:cubicBezTo>
                  <a:cubicBezTo>
                    <a:pt x="1708" y="594"/>
                    <a:pt x="1711" y="602"/>
                    <a:pt x="1708" y="604"/>
                  </a:cubicBezTo>
                  <a:cubicBezTo>
                    <a:pt x="1708" y="604"/>
                    <a:pt x="1705" y="606"/>
                    <a:pt x="1704" y="606"/>
                  </a:cubicBezTo>
                  <a:cubicBezTo>
                    <a:pt x="1701" y="599"/>
                    <a:pt x="1696" y="589"/>
                    <a:pt x="1687" y="589"/>
                  </a:cubicBezTo>
                  <a:cubicBezTo>
                    <a:pt x="1675" y="590"/>
                    <a:pt x="1678" y="602"/>
                    <a:pt x="1674" y="610"/>
                  </a:cubicBezTo>
                  <a:cubicBezTo>
                    <a:pt x="1672" y="617"/>
                    <a:pt x="1669" y="626"/>
                    <a:pt x="1665" y="632"/>
                  </a:cubicBezTo>
                  <a:cubicBezTo>
                    <a:pt x="1662" y="640"/>
                    <a:pt x="1654" y="643"/>
                    <a:pt x="1650" y="649"/>
                  </a:cubicBezTo>
                  <a:cubicBezTo>
                    <a:pt x="1649" y="649"/>
                    <a:pt x="1648" y="649"/>
                    <a:pt x="1648" y="649"/>
                  </a:cubicBezTo>
                  <a:cubicBezTo>
                    <a:pt x="1648" y="638"/>
                    <a:pt x="1652" y="633"/>
                    <a:pt x="1657" y="624"/>
                  </a:cubicBezTo>
                  <a:cubicBezTo>
                    <a:pt x="1661" y="618"/>
                    <a:pt x="1662" y="612"/>
                    <a:pt x="1665" y="605"/>
                  </a:cubicBezTo>
                  <a:cubicBezTo>
                    <a:pt x="1667" y="598"/>
                    <a:pt x="1675" y="593"/>
                    <a:pt x="1678" y="586"/>
                  </a:cubicBezTo>
                  <a:cubicBezTo>
                    <a:pt x="1684" y="568"/>
                    <a:pt x="1658" y="567"/>
                    <a:pt x="1653" y="583"/>
                  </a:cubicBezTo>
                  <a:cubicBezTo>
                    <a:pt x="1646" y="577"/>
                    <a:pt x="1633" y="577"/>
                    <a:pt x="1625" y="578"/>
                  </a:cubicBezTo>
                  <a:cubicBezTo>
                    <a:pt x="1621" y="579"/>
                    <a:pt x="1603" y="591"/>
                    <a:pt x="1603" y="582"/>
                  </a:cubicBezTo>
                  <a:cubicBezTo>
                    <a:pt x="1603" y="578"/>
                    <a:pt x="1602" y="574"/>
                    <a:pt x="1602" y="570"/>
                  </a:cubicBezTo>
                  <a:cubicBezTo>
                    <a:pt x="1580" y="569"/>
                    <a:pt x="1563" y="568"/>
                    <a:pt x="1549" y="549"/>
                  </a:cubicBezTo>
                  <a:cubicBezTo>
                    <a:pt x="1551" y="546"/>
                    <a:pt x="1550" y="543"/>
                    <a:pt x="1552" y="540"/>
                  </a:cubicBezTo>
                  <a:cubicBezTo>
                    <a:pt x="1547" y="532"/>
                    <a:pt x="1534" y="529"/>
                    <a:pt x="1527" y="525"/>
                  </a:cubicBezTo>
                  <a:cubicBezTo>
                    <a:pt x="1550" y="514"/>
                    <a:pt x="1491" y="499"/>
                    <a:pt x="1494" y="506"/>
                  </a:cubicBezTo>
                  <a:cubicBezTo>
                    <a:pt x="1491" y="498"/>
                    <a:pt x="1479" y="484"/>
                    <a:pt x="1468" y="485"/>
                  </a:cubicBezTo>
                  <a:cubicBezTo>
                    <a:pt x="1466" y="485"/>
                    <a:pt x="1453" y="466"/>
                    <a:pt x="1450" y="464"/>
                  </a:cubicBezTo>
                  <a:cubicBezTo>
                    <a:pt x="1443" y="458"/>
                    <a:pt x="1431" y="454"/>
                    <a:pt x="1425" y="447"/>
                  </a:cubicBezTo>
                  <a:cubicBezTo>
                    <a:pt x="1422" y="461"/>
                    <a:pt x="1423" y="475"/>
                    <a:pt x="1425" y="489"/>
                  </a:cubicBezTo>
                  <a:cubicBezTo>
                    <a:pt x="1427" y="506"/>
                    <a:pt x="1429" y="538"/>
                    <a:pt x="1411" y="550"/>
                  </a:cubicBezTo>
                  <a:cubicBezTo>
                    <a:pt x="1391" y="564"/>
                    <a:pt x="1374" y="534"/>
                    <a:pt x="1358" y="563"/>
                  </a:cubicBezTo>
                  <a:cubicBezTo>
                    <a:pt x="1355" y="551"/>
                    <a:pt x="1362" y="542"/>
                    <a:pt x="1358" y="530"/>
                  </a:cubicBezTo>
                  <a:cubicBezTo>
                    <a:pt x="1343" y="521"/>
                    <a:pt x="1343" y="506"/>
                    <a:pt x="1337" y="491"/>
                  </a:cubicBezTo>
                  <a:cubicBezTo>
                    <a:pt x="1331" y="476"/>
                    <a:pt x="1323" y="474"/>
                    <a:pt x="1308" y="477"/>
                  </a:cubicBezTo>
                  <a:cubicBezTo>
                    <a:pt x="1290" y="482"/>
                    <a:pt x="1288" y="479"/>
                    <a:pt x="1275" y="466"/>
                  </a:cubicBezTo>
                  <a:cubicBezTo>
                    <a:pt x="1267" y="457"/>
                    <a:pt x="1252" y="448"/>
                    <a:pt x="1239" y="447"/>
                  </a:cubicBezTo>
                  <a:cubicBezTo>
                    <a:pt x="1226" y="446"/>
                    <a:pt x="1221" y="456"/>
                    <a:pt x="1215" y="466"/>
                  </a:cubicBezTo>
                  <a:cubicBezTo>
                    <a:pt x="1203" y="468"/>
                    <a:pt x="1188" y="465"/>
                    <a:pt x="1177" y="462"/>
                  </a:cubicBezTo>
                  <a:cubicBezTo>
                    <a:pt x="1169" y="461"/>
                    <a:pt x="1158" y="469"/>
                    <a:pt x="1157" y="476"/>
                  </a:cubicBezTo>
                  <a:cubicBezTo>
                    <a:pt x="1155" y="488"/>
                    <a:pt x="1166" y="491"/>
                    <a:pt x="1170" y="500"/>
                  </a:cubicBezTo>
                  <a:cubicBezTo>
                    <a:pt x="1176" y="509"/>
                    <a:pt x="1170" y="519"/>
                    <a:pt x="1173" y="528"/>
                  </a:cubicBezTo>
                  <a:cubicBezTo>
                    <a:pt x="1175" y="537"/>
                    <a:pt x="1186" y="541"/>
                    <a:pt x="1190" y="548"/>
                  </a:cubicBezTo>
                  <a:cubicBezTo>
                    <a:pt x="1201" y="567"/>
                    <a:pt x="1187" y="584"/>
                    <a:pt x="1184" y="602"/>
                  </a:cubicBezTo>
                  <a:cubicBezTo>
                    <a:pt x="1179" y="623"/>
                    <a:pt x="1203" y="630"/>
                    <a:pt x="1217" y="641"/>
                  </a:cubicBezTo>
                  <a:cubicBezTo>
                    <a:pt x="1251" y="666"/>
                    <a:pt x="1265" y="702"/>
                    <a:pt x="1243" y="742"/>
                  </a:cubicBezTo>
                  <a:cubicBezTo>
                    <a:pt x="1239" y="749"/>
                    <a:pt x="1235" y="759"/>
                    <a:pt x="1229" y="765"/>
                  </a:cubicBezTo>
                  <a:cubicBezTo>
                    <a:pt x="1222" y="771"/>
                    <a:pt x="1212" y="771"/>
                    <a:pt x="1206" y="778"/>
                  </a:cubicBezTo>
                  <a:cubicBezTo>
                    <a:pt x="1193" y="791"/>
                    <a:pt x="1218" y="802"/>
                    <a:pt x="1222" y="814"/>
                  </a:cubicBezTo>
                  <a:cubicBezTo>
                    <a:pt x="1229" y="832"/>
                    <a:pt x="1236" y="844"/>
                    <a:pt x="1246" y="859"/>
                  </a:cubicBezTo>
                  <a:cubicBezTo>
                    <a:pt x="1256" y="874"/>
                    <a:pt x="1249" y="892"/>
                    <a:pt x="1253" y="910"/>
                  </a:cubicBezTo>
                  <a:cubicBezTo>
                    <a:pt x="1247" y="909"/>
                    <a:pt x="1242" y="905"/>
                    <a:pt x="1239" y="901"/>
                  </a:cubicBezTo>
                  <a:cubicBezTo>
                    <a:pt x="1235" y="911"/>
                    <a:pt x="1235" y="934"/>
                    <a:pt x="1216" y="921"/>
                  </a:cubicBezTo>
                  <a:cubicBezTo>
                    <a:pt x="1211" y="918"/>
                    <a:pt x="1210" y="910"/>
                    <a:pt x="1205" y="906"/>
                  </a:cubicBezTo>
                  <a:cubicBezTo>
                    <a:pt x="1200" y="902"/>
                    <a:pt x="1194" y="900"/>
                    <a:pt x="1189" y="897"/>
                  </a:cubicBezTo>
                  <a:cubicBezTo>
                    <a:pt x="1186" y="887"/>
                    <a:pt x="1177" y="884"/>
                    <a:pt x="1170" y="877"/>
                  </a:cubicBezTo>
                  <a:cubicBezTo>
                    <a:pt x="1157" y="867"/>
                    <a:pt x="1155" y="851"/>
                    <a:pt x="1150" y="836"/>
                  </a:cubicBezTo>
                  <a:cubicBezTo>
                    <a:pt x="1144" y="821"/>
                    <a:pt x="1146" y="805"/>
                    <a:pt x="1142" y="790"/>
                  </a:cubicBezTo>
                  <a:cubicBezTo>
                    <a:pt x="1139" y="776"/>
                    <a:pt x="1128" y="779"/>
                    <a:pt x="1115" y="779"/>
                  </a:cubicBezTo>
                  <a:cubicBezTo>
                    <a:pt x="1104" y="780"/>
                    <a:pt x="1093" y="780"/>
                    <a:pt x="1082" y="782"/>
                  </a:cubicBezTo>
                  <a:cubicBezTo>
                    <a:pt x="1075" y="784"/>
                    <a:pt x="1071" y="787"/>
                    <a:pt x="1065" y="783"/>
                  </a:cubicBezTo>
                  <a:cubicBezTo>
                    <a:pt x="1060" y="781"/>
                    <a:pt x="1060" y="774"/>
                    <a:pt x="1055" y="771"/>
                  </a:cubicBezTo>
                  <a:cubicBezTo>
                    <a:pt x="1050" y="768"/>
                    <a:pt x="1045" y="772"/>
                    <a:pt x="1040" y="770"/>
                  </a:cubicBezTo>
                  <a:cubicBezTo>
                    <a:pt x="1036" y="769"/>
                    <a:pt x="1034" y="764"/>
                    <a:pt x="1030" y="763"/>
                  </a:cubicBezTo>
                  <a:cubicBezTo>
                    <a:pt x="1024" y="761"/>
                    <a:pt x="1016" y="765"/>
                    <a:pt x="1011" y="762"/>
                  </a:cubicBezTo>
                  <a:cubicBezTo>
                    <a:pt x="1006" y="759"/>
                    <a:pt x="1004" y="752"/>
                    <a:pt x="1000" y="746"/>
                  </a:cubicBezTo>
                  <a:cubicBezTo>
                    <a:pt x="993" y="738"/>
                    <a:pt x="986" y="730"/>
                    <a:pt x="974" y="729"/>
                  </a:cubicBezTo>
                  <a:cubicBezTo>
                    <a:pt x="970" y="728"/>
                    <a:pt x="964" y="731"/>
                    <a:pt x="960" y="729"/>
                  </a:cubicBezTo>
                  <a:cubicBezTo>
                    <a:pt x="956" y="728"/>
                    <a:pt x="955" y="724"/>
                    <a:pt x="952" y="722"/>
                  </a:cubicBezTo>
                  <a:cubicBezTo>
                    <a:pt x="944" y="719"/>
                    <a:pt x="930" y="718"/>
                    <a:pt x="921" y="721"/>
                  </a:cubicBezTo>
                  <a:cubicBezTo>
                    <a:pt x="920" y="721"/>
                    <a:pt x="899" y="729"/>
                    <a:pt x="899" y="724"/>
                  </a:cubicBezTo>
                  <a:cubicBezTo>
                    <a:pt x="898" y="708"/>
                    <a:pt x="897" y="688"/>
                    <a:pt x="893" y="673"/>
                  </a:cubicBezTo>
                  <a:cubicBezTo>
                    <a:pt x="886" y="651"/>
                    <a:pt x="874" y="665"/>
                    <a:pt x="858" y="660"/>
                  </a:cubicBezTo>
                  <a:cubicBezTo>
                    <a:pt x="842" y="655"/>
                    <a:pt x="847" y="629"/>
                    <a:pt x="849" y="617"/>
                  </a:cubicBezTo>
                  <a:cubicBezTo>
                    <a:pt x="855" y="579"/>
                    <a:pt x="871" y="535"/>
                    <a:pt x="893" y="504"/>
                  </a:cubicBezTo>
                  <a:cubicBezTo>
                    <a:pt x="901" y="494"/>
                    <a:pt x="931" y="490"/>
                    <a:pt x="915" y="472"/>
                  </a:cubicBezTo>
                  <a:cubicBezTo>
                    <a:pt x="906" y="461"/>
                    <a:pt x="878" y="459"/>
                    <a:pt x="865" y="458"/>
                  </a:cubicBezTo>
                  <a:cubicBezTo>
                    <a:pt x="864" y="438"/>
                    <a:pt x="901" y="456"/>
                    <a:pt x="910" y="459"/>
                  </a:cubicBezTo>
                  <a:cubicBezTo>
                    <a:pt x="920" y="463"/>
                    <a:pt x="924" y="467"/>
                    <a:pt x="933" y="454"/>
                  </a:cubicBezTo>
                  <a:cubicBezTo>
                    <a:pt x="939" y="445"/>
                    <a:pt x="942" y="440"/>
                    <a:pt x="956" y="444"/>
                  </a:cubicBezTo>
                  <a:cubicBezTo>
                    <a:pt x="963" y="436"/>
                    <a:pt x="970" y="422"/>
                    <a:pt x="975" y="411"/>
                  </a:cubicBezTo>
                  <a:cubicBezTo>
                    <a:pt x="977" y="405"/>
                    <a:pt x="979" y="397"/>
                    <a:pt x="973" y="392"/>
                  </a:cubicBezTo>
                  <a:cubicBezTo>
                    <a:pt x="966" y="388"/>
                    <a:pt x="961" y="394"/>
                    <a:pt x="955" y="394"/>
                  </a:cubicBezTo>
                  <a:cubicBezTo>
                    <a:pt x="939" y="394"/>
                    <a:pt x="926" y="377"/>
                    <a:pt x="913" y="370"/>
                  </a:cubicBezTo>
                  <a:cubicBezTo>
                    <a:pt x="921" y="374"/>
                    <a:pt x="937" y="368"/>
                    <a:pt x="947" y="373"/>
                  </a:cubicBezTo>
                  <a:cubicBezTo>
                    <a:pt x="957" y="379"/>
                    <a:pt x="962" y="390"/>
                    <a:pt x="976" y="382"/>
                  </a:cubicBezTo>
                  <a:cubicBezTo>
                    <a:pt x="987" y="377"/>
                    <a:pt x="990" y="361"/>
                    <a:pt x="995" y="351"/>
                  </a:cubicBezTo>
                  <a:cubicBezTo>
                    <a:pt x="993" y="349"/>
                    <a:pt x="979" y="342"/>
                    <a:pt x="977" y="343"/>
                  </a:cubicBezTo>
                  <a:cubicBezTo>
                    <a:pt x="982" y="340"/>
                    <a:pt x="1000" y="329"/>
                    <a:pt x="1002" y="342"/>
                  </a:cubicBezTo>
                  <a:cubicBezTo>
                    <a:pt x="1019" y="343"/>
                    <a:pt x="1025" y="333"/>
                    <a:pt x="1036" y="322"/>
                  </a:cubicBezTo>
                  <a:cubicBezTo>
                    <a:pt x="1047" y="312"/>
                    <a:pt x="1062" y="305"/>
                    <a:pt x="1057" y="288"/>
                  </a:cubicBezTo>
                  <a:cubicBezTo>
                    <a:pt x="1056" y="285"/>
                    <a:pt x="1026" y="246"/>
                    <a:pt x="1027" y="246"/>
                  </a:cubicBezTo>
                  <a:cubicBezTo>
                    <a:pt x="1052" y="244"/>
                    <a:pt x="1038" y="220"/>
                    <a:pt x="1027" y="210"/>
                  </a:cubicBezTo>
                  <a:cubicBezTo>
                    <a:pt x="1013" y="214"/>
                    <a:pt x="1004" y="197"/>
                    <a:pt x="991" y="208"/>
                  </a:cubicBezTo>
                  <a:cubicBezTo>
                    <a:pt x="986" y="205"/>
                    <a:pt x="982" y="206"/>
                    <a:pt x="977" y="204"/>
                  </a:cubicBezTo>
                  <a:cubicBezTo>
                    <a:pt x="975" y="211"/>
                    <a:pt x="975" y="217"/>
                    <a:pt x="979" y="224"/>
                  </a:cubicBezTo>
                  <a:cubicBezTo>
                    <a:pt x="981" y="224"/>
                    <a:pt x="984" y="224"/>
                    <a:pt x="986" y="224"/>
                  </a:cubicBezTo>
                  <a:cubicBezTo>
                    <a:pt x="991" y="238"/>
                    <a:pt x="987" y="268"/>
                    <a:pt x="984" y="282"/>
                  </a:cubicBezTo>
                  <a:cubicBezTo>
                    <a:pt x="969" y="345"/>
                    <a:pt x="931" y="280"/>
                    <a:pt x="949" y="258"/>
                  </a:cubicBezTo>
                  <a:cubicBezTo>
                    <a:pt x="939" y="250"/>
                    <a:pt x="933" y="240"/>
                    <a:pt x="923" y="233"/>
                  </a:cubicBezTo>
                  <a:cubicBezTo>
                    <a:pt x="922" y="246"/>
                    <a:pt x="931" y="265"/>
                    <a:pt x="923" y="274"/>
                  </a:cubicBezTo>
                  <a:cubicBezTo>
                    <a:pt x="920" y="273"/>
                    <a:pt x="915" y="271"/>
                    <a:pt x="913" y="270"/>
                  </a:cubicBezTo>
                  <a:cubicBezTo>
                    <a:pt x="914" y="251"/>
                    <a:pt x="907" y="225"/>
                    <a:pt x="883" y="232"/>
                  </a:cubicBezTo>
                  <a:cubicBezTo>
                    <a:pt x="879" y="215"/>
                    <a:pt x="885" y="199"/>
                    <a:pt x="882" y="183"/>
                  </a:cubicBezTo>
                  <a:cubicBezTo>
                    <a:pt x="881" y="175"/>
                    <a:pt x="872" y="152"/>
                    <a:pt x="866" y="142"/>
                  </a:cubicBezTo>
                  <a:cubicBezTo>
                    <a:pt x="857" y="143"/>
                    <a:pt x="849" y="139"/>
                    <a:pt x="841" y="137"/>
                  </a:cubicBezTo>
                  <a:cubicBezTo>
                    <a:pt x="841" y="148"/>
                    <a:pt x="832" y="164"/>
                    <a:pt x="829" y="174"/>
                  </a:cubicBezTo>
                  <a:cubicBezTo>
                    <a:pt x="821" y="210"/>
                    <a:pt x="848" y="213"/>
                    <a:pt x="859" y="245"/>
                  </a:cubicBezTo>
                  <a:cubicBezTo>
                    <a:pt x="867" y="266"/>
                    <a:pt x="865" y="259"/>
                    <a:pt x="851" y="279"/>
                  </a:cubicBezTo>
                  <a:cubicBezTo>
                    <a:pt x="841" y="293"/>
                    <a:pt x="841" y="299"/>
                    <a:pt x="836" y="318"/>
                  </a:cubicBezTo>
                  <a:cubicBezTo>
                    <a:pt x="835" y="321"/>
                    <a:pt x="826" y="311"/>
                    <a:pt x="826" y="310"/>
                  </a:cubicBezTo>
                  <a:cubicBezTo>
                    <a:pt x="820" y="300"/>
                    <a:pt x="822" y="287"/>
                    <a:pt x="830" y="278"/>
                  </a:cubicBezTo>
                  <a:cubicBezTo>
                    <a:pt x="825" y="284"/>
                    <a:pt x="814" y="274"/>
                    <a:pt x="812" y="273"/>
                  </a:cubicBezTo>
                  <a:cubicBezTo>
                    <a:pt x="800" y="267"/>
                    <a:pt x="790" y="273"/>
                    <a:pt x="793" y="287"/>
                  </a:cubicBezTo>
                  <a:cubicBezTo>
                    <a:pt x="803" y="286"/>
                    <a:pt x="804" y="290"/>
                    <a:pt x="811" y="294"/>
                  </a:cubicBezTo>
                  <a:cubicBezTo>
                    <a:pt x="800" y="309"/>
                    <a:pt x="793" y="296"/>
                    <a:pt x="782" y="294"/>
                  </a:cubicBezTo>
                  <a:cubicBezTo>
                    <a:pt x="769" y="293"/>
                    <a:pt x="755" y="299"/>
                    <a:pt x="743" y="296"/>
                  </a:cubicBezTo>
                  <a:cubicBezTo>
                    <a:pt x="722" y="291"/>
                    <a:pt x="673" y="231"/>
                    <a:pt x="654" y="273"/>
                  </a:cubicBezTo>
                  <a:cubicBezTo>
                    <a:pt x="652" y="277"/>
                    <a:pt x="652" y="314"/>
                    <a:pt x="652" y="314"/>
                  </a:cubicBezTo>
                  <a:cubicBezTo>
                    <a:pt x="646" y="313"/>
                    <a:pt x="644" y="312"/>
                    <a:pt x="640" y="308"/>
                  </a:cubicBezTo>
                  <a:cubicBezTo>
                    <a:pt x="656" y="259"/>
                    <a:pt x="565" y="262"/>
                    <a:pt x="542" y="240"/>
                  </a:cubicBezTo>
                  <a:cubicBezTo>
                    <a:pt x="545" y="234"/>
                    <a:pt x="546" y="233"/>
                    <a:pt x="552" y="232"/>
                  </a:cubicBezTo>
                  <a:cubicBezTo>
                    <a:pt x="567" y="242"/>
                    <a:pt x="568" y="219"/>
                    <a:pt x="562" y="210"/>
                  </a:cubicBezTo>
                  <a:cubicBezTo>
                    <a:pt x="555" y="200"/>
                    <a:pt x="540" y="198"/>
                    <a:pt x="529" y="198"/>
                  </a:cubicBezTo>
                  <a:cubicBezTo>
                    <a:pt x="516" y="171"/>
                    <a:pt x="485" y="156"/>
                    <a:pt x="468" y="132"/>
                  </a:cubicBezTo>
                  <a:cubicBezTo>
                    <a:pt x="456" y="131"/>
                    <a:pt x="452" y="140"/>
                    <a:pt x="441" y="137"/>
                  </a:cubicBezTo>
                  <a:cubicBezTo>
                    <a:pt x="450" y="116"/>
                    <a:pt x="454" y="97"/>
                    <a:pt x="431" y="122"/>
                  </a:cubicBezTo>
                  <a:cubicBezTo>
                    <a:pt x="430" y="105"/>
                    <a:pt x="434" y="85"/>
                    <a:pt x="424" y="72"/>
                  </a:cubicBezTo>
                  <a:cubicBezTo>
                    <a:pt x="433" y="82"/>
                    <a:pt x="368" y="68"/>
                    <a:pt x="367" y="68"/>
                  </a:cubicBezTo>
                  <a:cubicBezTo>
                    <a:pt x="355" y="73"/>
                    <a:pt x="292" y="79"/>
                    <a:pt x="327" y="54"/>
                  </a:cubicBezTo>
                  <a:cubicBezTo>
                    <a:pt x="328" y="54"/>
                    <a:pt x="325" y="51"/>
                    <a:pt x="325" y="51"/>
                  </a:cubicBezTo>
                  <a:cubicBezTo>
                    <a:pt x="315" y="55"/>
                    <a:pt x="305" y="56"/>
                    <a:pt x="295" y="54"/>
                  </a:cubicBezTo>
                  <a:cubicBezTo>
                    <a:pt x="297" y="58"/>
                    <a:pt x="297" y="62"/>
                    <a:pt x="298" y="66"/>
                  </a:cubicBezTo>
                  <a:cubicBezTo>
                    <a:pt x="267" y="60"/>
                    <a:pt x="268" y="24"/>
                    <a:pt x="257" y="0"/>
                  </a:cubicBezTo>
                  <a:cubicBezTo>
                    <a:pt x="223" y="34"/>
                    <a:pt x="20" y="271"/>
                    <a:pt x="0" y="285"/>
                  </a:cubicBezTo>
                  <a:cubicBezTo>
                    <a:pt x="7" y="287"/>
                    <a:pt x="15" y="289"/>
                    <a:pt x="22" y="292"/>
                  </a:cubicBezTo>
                  <a:cubicBezTo>
                    <a:pt x="24" y="293"/>
                    <a:pt x="24" y="300"/>
                    <a:pt x="24" y="302"/>
                  </a:cubicBezTo>
                  <a:cubicBezTo>
                    <a:pt x="25" y="316"/>
                    <a:pt x="25" y="329"/>
                    <a:pt x="24" y="343"/>
                  </a:cubicBezTo>
                  <a:cubicBezTo>
                    <a:pt x="24" y="349"/>
                    <a:pt x="24" y="356"/>
                    <a:pt x="24" y="362"/>
                  </a:cubicBezTo>
                  <a:cubicBezTo>
                    <a:pt x="25" y="366"/>
                    <a:pt x="25" y="368"/>
                    <a:pt x="27" y="368"/>
                  </a:cubicBezTo>
                  <a:cubicBezTo>
                    <a:pt x="28" y="369"/>
                    <a:pt x="31" y="368"/>
                    <a:pt x="36" y="369"/>
                  </a:cubicBezTo>
                  <a:cubicBezTo>
                    <a:pt x="39" y="370"/>
                    <a:pt x="44" y="378"/>
                    <a:pt x="46" y="370"/>
                  </a:cubicBezTo>
                  <a:cubicBezTo>
                    <a:pt x="49" y="370"/>
                    <a:pt x="50" y="367"/>
                    <a:pt x="52" y="365"/>
                  </a:cubicBezTo>
                  <a:cubicBezTo>
                    <a:pt x="55" y="361"/>
                    <a:pt x="52" y="362"/>
                    <a:pt x="57" y="362"/>
                  </a:cubicBezTo>
                  <a:cubicBezTo>
                    <a:pt x="61" y="362"/>
                    <a:pt x="67" y="364"/>
                    <a:pt x="72" y="361"/>
                  </a:cubicBezTo>
                  <a:cubicBezTo>
                    <a:pt x="75" y="363"/>
                    <a:pt x="78" y="375"/>
                    <a:pt x="77" y="379"/>
                  </a:cubicBezTo>
                  <a:cubicBezTo>
                    <a:pt x="76" y="379"/>
                    <a:pt x="76" y="379"/>
                    <a:pt x="75" y="379"/>
                  </a:cubicBezTo>
                  <a:cubicBezTo>
                    <a:pt x="72" y="384"/>
                    <a:pt x="74" y="394"/>
                    <a:pt x="73" y="400"/>
                  </a:cubicBezTo>
                  <a:cubicBezTo>
                    <a:pt x="73" y="404"/>
                    <a:pt x="72" y="408"/>
                    <a:pt x="73" y="411"/>
                  </a:cubicBezTo>
                  <a:cubicBezTo>
                    <a:pt x="76" y="419"/>
                    <a:pt x="80" y="423"/>
                    <a:pt x="78" y="433"/>
                  </a:cubicBezTo>
                  <a:cubicBezTo>
                    <a:pt x="78" y="436"/>
                    <a:pt x="77" y="440"/>
                    <a:pt x="76" y="442"/>
                  </a:cubicBezTo>
                  <a:cubicBezTo>
                    <a:pt x="74" y="445"/>
                    <a:pt x="72" y="445"/>
                    <a:pt x="71" y="448"/>
                  </a:cubicBezTo>
                  <a:cubicBezTo>
                    <a:pt x="70" y="453"/>
                    <a:pt x="74" y="461"/>
                    <a:pt x="75" y="466"/>
                  </a:cubicBezTo>
                  <a:cubicBezTo>
                    <a:pt x="75" y="473"/>
                    <a:pt x="76" y="479"/>
                    <a:pt x="72" y="485"/>
                  </a:cubicBezTo>
                  <a:cubicBezTo>
                    <a:pt x="71" y="487"/>
                    <a:pt x="69" y="487"/>
                    <a:pt x="69" y="488"/>
                  </a:cubicBezTo>
                  <a:cubicBezTo>
                    <a:pt x="68" y="490"/>
                    <a:pt x="69" y="491"/>
                    <a:pt x="69" y="492"/>
                  </a:cubicBezTo>
                  <a:cubicBezTo>
                    <a:pt x="68" y="495"/>
                    <a:pt x="70" y="498"/>
                    <a:pt x="65" y="498"/>
                  </a:cubicBezTo>
                  <a:cubicBezTo>
                    <a:pt x="62" y="503"/>
                    <a:pt x="66" y="513"/>
                    <a:pt x="69" y="517"/>
                  </a:cubicBezTo>
                  <a:cubicBezTo>
                    <a:pt x="75" y="525"/>
                    <a:pt x="80" y="534"/>
                    <a:pt x="84" y="542"/>
                  </a:cubicBezTo>
                  <a:cubicBezTo>
                    <a:pt x="91" y="555"/>
                    <a:pt x="80" y="566"/>
                    <a:pt x="74" y="577"/>
                  </a:cubicBezTo>
                  <a:cubicBezTo>
                    <a:pt x="66" y="591"/>
                    <a:pt x="50" y="600"/>
                    <a:pt x="46" y="616"/>
                  </a:cubicBezTo>
                  <a:cubicBezTo>
                    <a:pt x="44" y="623"/>
                    <a:pt x="35" y="646"/>
                    <a:pt x="44" y="651"/>
                  </a:cubicBezTo>
                  <a:cubicBezTo>
                    <a:pt x="49" y="653"/>
                    <a:pt x="54" y="647"/>
                    <a:pt x="58" y="646"/>
                  </a:cubicBezTo>
                  <a:cubicBezTo>
                    <a:pt x="74" y="643"/>
                    <a:pt x="60" y="656"/>
                    <a:pt x="57" y="660"/>
                  </a:cubicBezTo>
                  <a:cubicBezTo>
                    <a:pt x="54" y="664"/>
                    <a:pt x="54" y="667"/>
                    <a:pt x="54" y="672"/>
                  </a:cubicBezTo>
                  <a:cubicBezTo>
                    <a:pt x="54" y="677"/>
                    <a:pt x="52" y="681"/>
                    <a:pt x="52" y="686"/>
                  </a:cubicBezTo>
                  <a:cubicBezTo>
                    <a:pt x="51" y="690"/>
                    <a:pt x="54" y="693"/>
                    <a:pt x="51" y="698"/>
                  </a:cubicBezTo>
                  <a:cubicBezTo>
                    <a:pt x="49" y="702"/>
                    <a:pt x="45" y="702"/>
                    <a:pt x="49" y="708"/>
                  </a:cubicBezTo>
                  <a:cubicBezTo>
                    <a:pt x="54" y="716"/>
                    <a:pt x="64" y="716"/>
                    <a:pt x="72" y="716"/>
                  </a:cubicBezTo>
                  <a:cubicBezTo>
                    <a:pt x="71" y="725"/>
                    <a:pt x="61" y="727"/>
                    <a:pt x="54" y="730"/>
                  </a:cubicBezTo>
                  <a:cubicBezTo>
                    <a:pt x="45" y="733"/>
                    <a:pt x="41" y="740"/>
                    <a:pt x="38" y="748"/>
                  </a:cubicBezTo>
                  <a:cubicBezTo>
                    <a:pt x="37" y="751"/>
                    <a:pt x="35" y="756"/>
                    <a:pt x="35" y="758"/>
                  </a:cubicBezTo>
                  <a:cubicBezTo>
                    <a:pt x="34" y="762"/>
                    <a:pt x="36" y="771"/>
                    <a:pt x="40" y="775"/>
                  </a:cubicBezTo>
                  <a:cubicBezTo>
                    <a:pt x="49" y="775"/>
                    <a:pt x="60" y="782"/>
                    <a:pt x="59" y="792"/>
                  </a:cubicBezTo>
                  <a:cubicBezTo>
                    <a:pt x="59" y="797"/>
                    <a:pt x="57" y="798"/>
                    <a:pt x="61" y="802"/>
                  </a:cubicBezTo>
                  <a:cubicBezTo>
                    <a:pt x="64" y="805"/>
                    <a:pt x="69" y="806"/>
                    <a:pt x="72" y="809"/>
                  </a:cubicBezTo>
                  <a:cubicBezTo>
                    <a:pt x="77" y="814"/>
                    <a:pt x="87" y="821"/>
                    <a:pt x="85" y="829"/>
                  </a:cubicBezTo>
                  <a:cubicBezTo>
                    <a:pt x="83" y="833"/>
                    <a:pt x="80" y="835"/>
                    <a:pt x="80" y="840"/>
                  </a:cubicBezTo>
                  <a:cubicBezTo>
                    <a:pt x="80" y="845"/>
                    <a:pt x="82" y="847"/>
                    <a:pt x="86" y="851"/>
                  </a:cubicBezTo>
                  <a:cubicBezTo>
                    <a:pt x="92" y="858"/>
                    <a:pt x="96" y="871"/>
                    <a:pt x="100" y="880"/>
                  </a:cubicBezTo>
                  <a:cubicBezTo>
                    <a:pt x="104" y="889"/>
                    <a:pt x="101" y="892"/>
                    <a:pt x="110" y="898"/>
                  </a:cubicBezTo>
                  <a:cubicBezTo>
                    <a:pt x="121" y="905"/>
                    <a:pt x="413" y="1050"/>
                    <a:pt x="793" y="1059"/>
                  </a:cubicBezTo>
                  <a:cubicBezTo>
                    <a:pt x="797" y="1059"/>
                    <a:pt x="841" y="1063"/>
                    <a:pt x="840" y="1059"/>
                  </a:cubicBezTo>
                  <a:cubicBezTo>
                    <a:pt x="840" y="1053"/>
                    <a:pt x="841" y="1047"/>
                    <a:pt x="843" y="1042"/>
                  </a:cubicBezTo>
                  <a:cubicBezTo>
                    <a:pt x="855" y="1045"/>
                    <a:pt x="849" y="1055"/>
                    <a:pt x="852" y="1063"/>
                  </a:cubicBezTo>
                  <a:cubicBezTo>
                    <a:pt x="857" y="1075"/>
                    <a:pt x="862" y="1072"/>
                    <a:pt x="871" y="1074"/>
                  </a:cubicBezTo>
                  <a:cubicBezTo>
                    <a:pt x="881" y="1076"/>
                    <a:pt x="893" y="1071"/>
                    <a:pt x="902" y="1074"/>
                  </a:cubicBezTo>
                  <a:cubicBezTo>
                    <a:pt x="914" y="1079"/>
                    <a:pt x="914" y="1085"/>
                    <a:pt x="928" y="1085"/>
                  </a:cubicBezTo>
                  <a:cubicBezTo>
                    <a:pt x="937" y="1086"/>
                    <a:pt x="932" y="1088"/>
                    <a:pt x="940" y="1092"/>
                  </a:cubicBezTo>
                  <a:cubicBezTo>
                    <a:pt x="948" y="1097"/>
                    <a:pt x="950" y="1088"/>
                    <a:pt x="957" y="1087"/>
                  </a:cubicBezTo>
                  <a:cubicBezTo>
                    <a:pt x="963" y="1086"/>
                    <a:pt x="967" y="1093"/>
                    <a:pt x="973" y="1094"/>
                  </a:cubicBezTo>
                  <a:cubicBezTo>
                    <a:pt x="983" y="1095"/>
                    <a:pt x="1003" y="1093"/>
                    <a:pt x="1010" y="1086"/>
                  </a:cubicBezTo>
                  <a:cubicBezTo>
                    <a:pt x="1016" y="1078"/>
                    <a:pt x="1022" y="1068"/>
                    <a:pt x="1027" y="1059"/>
                  </a:cubicBezTo>
                  <a:cubicBezTo>
                    <a:pt x="1035" y="1045"/>
                    <a:pt x="1042" y="1056"/>
                    <a:pt x="1055" y="1056"/>
                  </a:cubicBezTo>
                  <a:cubicBezTo>
                    <a:pt x="1067" y="1056"/>
                    <a:pt x="1082" y="1055"/>
                    <a:pt x="1084" y="1071"/>
                  </a:cubicBezTo>
                  <a:cubicBezTo>
                    <a:pt x="1087" y="1076"/>
                    <a:pt x="1105" y="1095"/>
                    <a:pt x="1111" y="1085"/>
                  </a:cubicBezTo>
                  <a:cubicBezTo>
                    <a:pt x="1116" y="1085"/>
                    <a:pt x="1121" y="1084"/>
                    <a:pt x="1124" y="1087"/>
                  </a:cubicBezTo>
                  <a:cubicBezTo>
                    <a:pt x="1127" y="1090"/>
                    <a:pt x="1126" y="1094"/>
                    <a:pt x="1129" y="1097"/>
                  </a:cubicBezTo>
                  <a:cubicBezTo>
                    <a:pt x="1136" y="1095"/>
                    <a:pt x="1139" y="1109"/>
                    <a:pt x="1131" y="1111"/>
                  </a:cubicBezTo>
                  <a:cubicBezTo>
                    <a:pt x="1134" y="1116"/>
                    <a:pt x="1132" y="1122"/>
                    <a:pt x="1134" y="1127"/>
                  </a:cubicBezTo>
                  <a:cubicBezTo>
                    <a:pt x="1137" y="1132"/>
                    <a:pt x="1140" y="1133"/>
                    <a:pt x="1145" y="1136"/>
                  </a:cubicBezTo>
                  <a:cubicBezTo>
                    <a:pt x="1152" y="1140"/>
                    <a:pt x="1157" y="1147"/>
                    <a:pt x="1166" y="1148"/>
                  </a:cubicBezTo>
                  <a:cubicBezTo>
                    <a:pt x="1175" y="1149"/>
                    <a:pt x="1180" y="1143"/>
                    <a:pt x="1188" y="1141"/>
                  </a:cubicBezTo>
                  <a:cubicBezTo>
                    <a:pt x="1193" y="1140"/>
                    <a:pt x="1199" y="1140"/>
                    <a:pt x="1204" y="1140"/>
                  </a:cubicBezTo>
                  <a:cubicBezTo>
                    <a:pt x="1226" y="1141"/>
                    <a:pt x="1258" y="1138"/>
                    <a:pt x="1276" y="1153"/>
                  </a:cubicBezTo>
                  <a:cubicBezTo>
                    <a:pt x="1284" y="1159"/>
                    <a:pt x="1290" y="1173"/>
                    <a:pt x="1283" y="1182"/>
                  </a:cubicBezTo>
                  <a:cubicBezTo>
                    <a:pt x="1274" y="1192"/>
                    <a:pt x="1260" y="1185"/>
                    <a:pt x="1251" y="1180"/>
                  </a:cubicBezTo>
                  <a:cubicBezTo>
                    <a:pt x="1249" y="1188"/>
                    <a:pt x="1256" y="1193"/>
                    <a:pt x="1256" y="1200"/>
                  </a:cubicBezTo>
                  <a:cubicBezTo>
                    <a:pt x="1256" y="1210"/>
                    <a:pt x="1245" y="1216"/>
                    <a:pt x="1247" y="1226"/>
                  </a:cubicBezTo>
                  <a:cubicBezTo>
                    <a:pt x="1248" y="1231"/>
                    <a:pt x="1251" y="1235"/>
                    <a:pt x="1251" y="1241"/>
                  </a:cubicBezTo>
                  <a:cubicBezTo>
                    <a:pt x="1252" y="1247"/>
                    <a:pt x="1252" y="1253"/>
                    <a:pt x="1250" y="1257"/>
                  </a:cubicBezTo>
                  <a:cubicBezTo>
                    <a:pt x="1248" y="1260"/>
                    <a:pt x="1245" y="1261"/>
                    <a:pt x="1244" y="1264"/>
                  </a:cubicBezTo>
                  <a:cubicBezTo>
                    <a:pt x="1239" y="1274"/>
                    <a:pt x="1236" y="1284"/>
                    <a:pt x="1230" y="1294"/>
                  </a:cubicBezTo>
                  <a:cubicBezTo>
                    <a:pt x="1224" y="1305"/>
                    <a:pt x="1222" y="1321"/>
                    <a:pt x="1241" y="1312"/>
                  </a:cubicBezTo>
                  <a:cubicBezTo>
                    <a:pt x="1254" y="1305"/>
                    <a:pt x="1257" y="1287"/>
                    <a:pt x="1272" y="1281"/>
                  </a:cubicBezTo>
                  <a:cubicBezTo>
                    <a:pt x="1284" y="1276"/>
                    <a:pt x="1295" y="1270"/>
                    <a:pt x="1306" y="1265"/>
                  </a:cubicBezTo>
                  <a:cubicBezTo>
                    <a:pt x="1314" y="1261"/>
                    <a:pt x="1339" y="1259"/>
                    <a:pt x="1341" y="1249"/>
                  </a:cubicBezTo>
                  <a:cubicBezTo>
                    <a:pt x="1345" y="1235"/>
                    <a:pt x="1319" y="1242"/>
                    <a:pt x="1313" y="1240"/>
                  </a:cubicBezTo>
                  <a:cubicBezTo>
                    <a:pt x="1314" y="1232"/>
                    <a:pt x="1319" y="1224"/>
                    <a:pt x="1325" y="1218"/>
                  </a:cubicBezTo>
                  <a:cubicBezTo>
                    <a:pt x="1337" y="1205"/>
                    <a:pt x="1353" y="1200"/>
                    <a:pt x="1369" y="1198"/>
                  </a:cubicBezTo>
                  <a:cubicBezTo>
                    <a:pt x="1383" y="1197"/>
                    <a:pt x="1378" y="1194"/>
                    <a:pt x="1383" y="1184"/>
                  </a:cubicBezTo>
                  <a:cubicBezTo>
                    <a:pt x="1386" y="1177"/>
                    <a:pt x="1396" y="1178"/>
                    <a:pt x="1401" y="1184"/>
                  </a:cubicBezTo>
                  <a:cubicBezTo>
                    <a:pt x="1405" y="1173"/>
                    <a:pt x="1410" y="1163"/>
                    <a:pt x="1416" y="1153"/>
                  </a:cubicBezTo>
                  <a:cubicBezTo>
                    <a:pt x="1427" y="1135"/>
                    <a:pt x="1438" y="1129"/>
                    <a:pt x="1458" y="1122"/>
                  </a:cubicBezTo>
                  <a:cubicBezTo>
                    <a:pt x="1482" y="1113"/>
                    <a:pt x="1508" y="1108"/>
                    <a:pt x="1531" y="1097"/>
                  </a:cubicBezTo>
                  <a:cubicBezTo>
                    <a:pt x="1532" y="1092"/>
                    <a:pt x="1528" y="1085"/>
                    <a:pt x="1530" y="1081"/>
                  </a:cubicBezTo>
                  <a:cubicBezTo>
                    <a:pt x="1533" y="1078"/>
                    <a:pt x="1539" y="1079"/>
                    <a:pt x="1542" y="1075"/>
                  </a:cubicBezTo>
                  <a:cubicBezTo>
                    <a:pt x="1555" y="1062"/>
                    <a:pt x="1547" y="1035"/>
                    <a:pt x="1545" y="1019"/>
                  </a:cubicBezTo>
                  <a:cubicBezTo>
                    <a:pt x="1545" y="1011"/>
                    <a:pt x="1547" y="1002"/>
                    <a:pt x="1549" y="993"/>
                  </a:cubicBezTo>
                  <a:cubicBezTo>
                    <a:pt x="1550" y="990"/>
                    <a:pt x="1550" y="986"/>
                    <a:pt x="1553" y="984"/>
                  </a:cubicBezTo>
                  <a:cubicBezTo>
                    <a:pt x="1555" y="983"/>
                    <a:pt x="1563" y="983"/>
                    <a:pt x="1562" y="984"/>
                  </a:cubicBezTo>
                  <a:cubicBezTo>
                    <a:pt x="1565" y="980"/>
                    <a:pt x="1571" y="974"/>
                    <a:pt x="1577" y="972"/>
                  </a:cubicBezTo>
                  <a:cubicBezTo>
                    <a:pt x="1597" y="965"/>
                    <a:pt x="1606" y="999"/>
                    <a:pt x="1608" y="1012"/>
                  </a:cubicBezTo>
                  <a:cubicBezTo>
                    <a:pt x="1610" y="1018"/>
                    <a:pt x="1611" y="1025"/>
                    <a:pt x="1616" y="1030"/>
                  </a:cubicBezTo>
                  <a:cubicBezTo>
                    <a:pt x="1619" y="1034"/>
                    <a:pt x="1624" y="1032"/>
                    <a:pt x="1628" y="1035"/>
                  </a:cubicBezTo>
                  <a:cubicBezTo>
                    <a:pt x="1631" y="1038"/>
                    <a:pt x="1631" y="1042"/>
                    <a:pt x="1634" y="1044"/>
                  </a:cubicBezTo>
                  <a:cubicBezTo>
                    <a:pt x="1639" y="1050"/>
                    <a:pt x="1658" y="1042"/>
                    <a:pt x="1663" y="1039"/>
                  </a:cubicBezTo>
                  <a:cubicBezTo>
                    <a:pt x="1668" y="1036"/>
                    <a:pt x="1668" y="1037"/>
                    <a:pt x="1670" y="1032"/>
                  </a:cubicBezTo>
                  <a:cubicBezTo>
                    <a:pt x="1673" y="1027"/>
                    <a:pt x="1674" y="1028"/>
                    <a:pt x="1678" y="1025"/>
                  </a:cubicBezTo>
                  <a:cubicBezTo>
                    <a:pt x="1686" y="1020"/>
                    <a:pt x="1689" y="1007"/>
                    <a:pt x="1695" y="1000"/>
                  </a:cubicBezTo>
                  <a:cubicBezTo>
                    <a:pt x="1698" y="997"/>
                    <a:pt x="1701" y="993"/>
                    <a:pt x="1702" y="989"/>
                  </a:cubicBezTo>
                  <a:cubicBezTo>
                    <a:pt x="1703" y="987"/>
                    <a:pt x="1704" y="978"/>
                    <a:pt x="1708" y="981"/>
                  </a:cubicBezTo>
                  <a:cubicBezTo>
                    <a:pt x="1714" y="985"/>
                    <a:pt x="1704" y="1000"/>
                    <a:pt x="1704" y="1005"/>
                  </a:cubicBezTo>
                  <a:cubicBezTo>
                    <a:pt x="1708" y="1006"/>
                    <a:pt x="1709" y="1001"/>
                    <a:pt x="1712" y="998"/>
                  </a:cubicBezTo>
                  <a:cubicBezTo>
                    <a:pt x="1714" y="996"/>
                    <a:pt x="1718" y="995"/>
                    <a:pt x="1721" y="994"/>
                  </a:cubicBezTo>
                  <a:cubicBezTo>
                    <a:pt x="1727" y="991"/>
                    <a:pt x="1733" y="989"/>
                    <a:pt x="1740" y="987"/>
                  </a:cubicBezTo>
                  <a:cubicBezTo>
                    <a:pt x="1741" y="988"/>
                    <a:pt x="1741" y="988"/>
                    <a:pt x="1742" y="990"/>
                  </a:cubicBezTo>
                  <a:cubicBezTo>
                    <a:pt x="1740" y="993"/>
                    <a:pt x="1734" y="994"/>
                    <a:pt x="1731" y="997"/>
                  </a:cubicBezTo>
                  <a:cubicBezTo>
                    <a:pt x="1727" y="1001"/>
                    <a:pt x="1726" y="1005"/>
                    <a:pt x="1724" y="1009"/>
                  </a:cubicBezTo>
                  <a:cubicBezTo>
                    <a:pt x="1721" y="1006"/>
                    <a:pt x="1721" y="1001"/>
                    <a:pt x="1717" y="1002"/>
                  </a:cubicBezTo>
                  <a:cubicBezTo>
                    <a:pt x="1713" y="1003"/>
                    <a:pt x="1707" y="1018"/>
                    <a:pt x="1705" y="1022"/>
                  </a:cubicBezTo>
                  <a:cubicBezTo>
                    <a:pt x="1701" y="1028"/>
                    <a:pt x="1699" y="1036"/>
                    <a:pt x="1693" y="1040"/>
                  </a:cubicBezTo>
                  <a:cubicBezTo>
                    <a:pt x="1694" y="1046"/>
                    <a:pt x="1689" y="1047"/>
                    <a:pt x="1688" y="1052"/>
                  </a:cubicBezTo>
                  <a:cubicBezTo>
                    <a:pt x="1687" y="1056"/>
                    <a:pt x="1690" y="1056"/>
                    <a:pt x="1690" y="1059"/>
                  </a:cubicBezTo>
                  <a:cubicBezTo>
                    <a:pt x="1690" y="1064"/>
                    <a:pt x="1690" y="1069"/>
                    <a:pt x="1692" y="1074"/>
                  </a:cubicBezTo>
                  <a:cubicBezTo>
                    <a:pt x="1697" y="1084"/>
                    <a:pt x="1702" y="1081"/>
                    <a:pt x="1710" y="1084"/>
                  </a:cubicBezTo>
                  <a:cubicBezTo>
                    <a:pt x="1717" y="1087"/>
                    <a:pt x="1719" y="1093"/>
                    <a:pt x="1726" y="1084"/>
                  </a:cubicBezTo>
                  <a:cubicBezTo>
                    <a:pt x="1723" y="1078"/>
                    <a:pt x="1728" y="1073"/>
                    <a:pt x="1731" y="1068"/>
                  </a:cubicBezTo>
                  <a:cubicBezTo>
                    <a:pt x="1734" y="1062"/>
                    <a:pt x="1737" y="1055"/>
                    <a:pt x="1738" y="1048"/>
                  </a:cubicBezTo>
                  <a:cubicBezTo>
                    <a:pt x="1739" y="1042"/>
                    <a:pt x="1736" y="1032"/>
                    <a:pt x="1738" y="1027"/>
                  </a:cubicBezTo>
                  <a:cubicBezTo>
                    <a:pt x="1741" y="1021"/>
                    <a:pt x="1746" y="1024"/>
                    <a:pt x="1750" y="1023"/>
                  </a:cubicBezTo>
                  <a:cubicBezTo>
                    <a:pt x="1757" y="1021"/>
                    <a:pt x="1753" y="1016"/>
                    <a:pt x="1756" y="1011"/>
                  </a:cubicBezTo>
                  <a:cubicBezTo>
                    <a:pt x="1758" y="1007"/>
                    <a:pt x="1763" y="1005"/>
                    <a:pt x="1766" y="1002"/>
                  </a:cubicBezTo>
                  <a:cubicBezTo>
                    <a:pt x="1772" y="998"/>
                    <a:pt x="1776" y="992"/>
                    <a:pt x="1780" y="987"/>
                  </a:cubicBezTo>
                  <a:cubicBezTo>
                    <a:pt x="1786" y="981"/>
                    <a:pt x="1788" y="974"/>
                    <a:pt x="1793" y="968"/>
                  </a:cubicBezTo>
                  <a:cubicBezTo>
                    <a:pt x="1795" y="965"/>
                    <a:pt x="1798" y="963"/>
                    <a:pt x="1801" y="960"/>
                  </a:cubicBezTo>
                  <a:cubicBezTo>
                    <a:pt x="1803" y="957"/>
                    <a:pt x="1804" y="955"/>
                    <a:pt x="1808" y="952"/>
                  </a:cubicBezTo>
                  <a:cubicBezTo>
                    <a:pt x="1806" y="947"/>
                    <a:pt x="1803" y="950"/>
                    <a:pt x="1800" y="950"/>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6"/>
            <p:cNvSpPr>
              <a:spLocks/>
            </p:cNvSpPr>
            <p:nvPr/>
          </p:nvSpPr>
          <p:spPr bwMode="auto">
            <a:xfrm>
              <a:off x="6248401" y="3079750"/>
              <a:ext cx="1588" cy="1588"/>
            </a:xfrm>
            <a:custGeom>
              <a:avLst/>
              <a:gdLst/>
              <a:ahLst/>
              <a:cxnLst>
                <a:cxn ang="0">
                  <a:pos x="0" y="1"/>
                </a:cxn>
                <a:cxn ang="0">
                  <a:pos x="0" y="1"/>
                </a:cxn>
                <a:cxn ang="0">
                  <a:pos x="0" y="0"/>
                </a:cxn>
                <a:cxn ang="0">
                  <a:pos x="0" y="1"/>
                </a:cxn>
              </a:cxnLst>
              <a:rect l="0" t="0" r="r" b="b"/>
              <a:pathLst>
                <a:path h="1">
                  <a:moveTo>
                    <a:pt x="0" y="1"/>
                  </a:moveTo>
                  <a:cubicBezTo>
                    <a:pt x="0" y="1"/>
                    <a:pt x="0" y="1"/>
                    <a:pt x="0" y="1"/>
                  </a:cubicBezTo>
                  <a:cubicBezTo>
                    <a:pt x="0" y="1"/>
                    <a:pt x="0" y="1"/>
                    <a:pt x="0" y="0"/>
                  </a:cubicBezTo>
                  <a:lnTo>
                    <a:pt x="0" y="1"/>
                  </a:ln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7"/>
            <p:cNvSpPr>
              <a:spLocks/>
            </p:cNvSpPr>
            <p:nvPr/>
          </p:nvSpPr>
          <p:spPr bwMode="auto">
            <a:xfrm>
              <a:off x="6242051" y="3048000"/>
              <a:ext cx="157163" cy="77788"/>
            </a:xfrm>
            <a:custGeom>
              <a:avLst/>
              <a:gdLst/>
              <a:ahLst/>
              <a:cxnLst>
                <a:cxn ang="0">
                  <a:pos x="67" y="2"/>
                </a:cxn>
                <a:cxn ang="0">
                  <a:pos x="50" y="12"/>
                </a:cxn>
                <a:cxn ang="0">
                  <a:pos x="40" y="16"/>
                </a:cxn>
                <a:cxn ang="0">
                  <a:pos x="29" y="21"/>
                </a:cxn>
                <a:cxn ang="0">
                  <a:pos x="23" y="21"/>
                </a:cxn>
                <a:cxn ang="0">
                  <a:pos x="18" y="24"/>
                </a:cxn>
                <a:cxn ang="0">
                  <a:pos x="10" y="20"/>
                </a:cxn>
                <a:cxn ang="0">
                  <a:pos x="3" y="14"/>
                </a:cxn>
                <a:cxn ang="0">
                  <a:pos x="1" y="25"/>
                </a:cxn>
                <a:cxn ang="0">
                  <a:pos x="10" y="29"/>
                </a:cxn>
                <a:cxn ang="0">
                  <a:pos x="14" y="32"/>
                </a:cxn>
                <a:cxn ang="0">
                  <a:pos x="19" y="30"/>
                </a:cxn>
                <a:cxn ang="0">
                  <a:pos x="28" y="33"/>
                </a:cxn>
                <a:cxn ang="0">
                  <a:pos x="41" y="31"/>
                </a:cxn>
                <a:cxn ang="0">
                  <a:pos x="44" y="26"/>
                </a:cxn>
                <a:cxn ang="0">
                  <a:pos x="49" y="30"/>
                </a:cxn>
                <a:cxn ang="0">
                  <a:pos x="61" y="30"/>
                </a:cxn>
                <a:cxn ang="0">
                  <a:pos x="63" y="22"/>
                </a:cxn>
                <a:cxn ang="0">
                  <a:pos x="62" y="12"/>
                </a:cxn>
                <a:cxn ang="0">
                  <a:pos x="67" y="2"/>
                </a:cxn>
              </a:cxnLst>
              <a:rect l="0" t="0" r="r" b="b"/>
              <a:pathLst>
                <a:path w="67" h="33">
                  <a:moveTo>
                    <a:pt x="67" y="2"/>
                  </a:moveTo>
                  <a:cubicBezTo>
                    <a:pt x="61" y="0"/>
                    <a:pt x="54" y="9"/>
                    <a:pt x="50" y="12"/>
                  </a:cubicBezTo>
                  <a:cubicBezTo>
                    <a:pt x="47" y="14"/>
                    <a:pt x="43" y="14"/>
                    <a:pt x="40" y="16"/>
                  </a:cubicBezTo>
                  <a:cubicBezTo>
                    <a:pt x="37" y="17"/>
                    <a:pt x="33" y="20"/>
                    <a:pt x="29" y="21"/>
                  </a:cubicBezTo>
                  <a:cubicBezTo>
                    <a:pt x="27" y="21"/>
                    <a:pt x="24" y="21"/>
                    <a:pt x="23" y="21"/>
                  </a:cubicBezTo>
                  <a:cubicBezTo>
                    <a:pt x="21" y="22"/>
                    <a:pt x="20" y="24"/>
                    <a:pt x="18" y="24"/>
                  </a:cubicBezTo>
                  <a:cubicBezTo>
                    <a:pt x="16" y="21"/>
                    <a:pt x="12" y="22"/>
                    <a:pt x="10" y="20"/>
                  </a:cubicBezTo>
                  <a:cubicBezTo>
                    <a:pt x="9" y="19"/>
                    <a:pt x="3" y="7"/>
                    <a:pt x="3" y="14"/>
                  </a:cubicBezTo>
                  <a:cubicBezTo>
                    <a:pt x="3" y="17"/>
                    <a:pt x="0" y="22"/>
                    <a:pt x="1" y="25"/>
                  </a:cubicBezTo>
                  <a:cubicBezTo>
                    <a:pt x="2" y="27"/>
                    <a:pt x="8" y="28"/>
                    <a:pt x="10" y="29"/>
                  </a:cubicBezTo>
                  <a:cubicBezTo>
                    <a:pt x="11" y="30"/>
                    <a:pt x="12" y="32"/>
                    <a:pt x="14" y="32"/>
                  </a:cubicBezTo>
                  <a:cubicBezTo>
                    <a:pt x="16" y="33"/>
                    <a:pt x="18" y="30"/>
                    <a:pt x="19" y="30"/>
                  </a:cubicBezTo>
                  <a:cubicBezTo>
                    <a:pt x="22" y="31"/>
                    <a:pt x="23" y="33"/>
                    <a:pt x="28" y="33"/>
                  </a:cubicBezTo>
                  <a:cubicBezTo>
                    <a:pt x="31" y="33"/>
                    <a:pt x="38" y="33"/>
                    <a:pt x="41" y="31"/>
                  </a:cubicBezTo>
                  <a:cubicBezTo>
                    <a:pt x="43" y="30"/>
                    <a:pt x="41" y="27"/>
                    <a:pt x="44" y="26"/>
                  </a:cubicBezTo>
                  <a:cubicBezTo>
                    <a:pt x="47" y="25"/>
                    <a:pt x="49" y="27"/>
                    <a:pt x="49" y="30"/>
                  </a:cubicBezTo>
                  <a:cubicBezTo>
                    <a:pt x="52" y="31"/>
                    <a:pt x="58" y="31"/>
                    <a:pt x="61" y="30"/>
                  </a:cubicBezTo>
                  <a:cubicBezTo>
                    <a:pt x="67" y="27"/>
                    <a:pt x="64" y="25"/>
                    <a:pt x="63" y="22"/>
                  </a:cubicBezTo>
                  <a:cubicBezTo>
                    <a:pt x="61" y="18"/>
                    <a:pt x="60" y="17"/>
                    <a:pt x="62" y="12"/>
                  </a:cubicBezTo>
                  <a:cubicBezTo>
                    <a:pt x="63" y="8"/>
                    <a:pt x="66" y="6"/>
                    <a:pt x="67" y="2"/>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8"/>
            <p:cNvSpPr>
              <a:spLocks/>
            </p:cNvSpPr>
            <p:nvPr/>
          </p:nvSpPr>
          <p:spPr bwMode="auto">
            <a:xfrm>
              <a:off x="6446838" y="2935288"/>
              <a:ext cx="111125" cy="166688"/>
            </a:xfrm>
            <a:custGeom>
              <a:avLst/>
              <a:gdLst/>
              <a:ahLst/>
              <a:cxnLst>
                <a:cxn ang="0">
                  <a:pos x="43" y="26"/>
                </a:cxn>
                <a:cxn ang="0">
                  <a:pos x="32" y="29"/>
                </a:cxn>
                <a:cxn ang="0">
                  <a:pos x="27" y="28"/>
                </a:cxn>
                <a:cxn ang="0">
                  <a:pos x="22" y="31"/>
                </a:cxn>
                <a:cxn ang="0">
                  <a:pos x="19" y="20"/>
                </a:cxn>
                <a:cxn ang="0">
                  <a:pos x="12" y="7"/>
                </a:cxn>
                <a:cxn ang="0">
                  <a:pos x="4" y="21"/>
                </a:cxn>
                <a:cxn ang="0">
                  <a:pos x="5" y="31"/>
                </a:cxn>
                <a:cxn ang="0">
                  <a:pos x="0" y="48"/>
                </a:cxn>
                <a:cxn ang="0">
                  <a:pos x="17" y="68"/>
                </a:cxn>
                <a:cxn ang="0">
                  <a:pos x="39" y="50"/>
                </a:cxn>
                <a:cxn ang="0">
                  <a:pos x="47" y="34"/>
                </a:cxn>
                <a:cxn ang="0">
                  <a:pos x="43" y="26"/>
                </a:cxn>
              </a:cxnLst>
              <a:rect l="0" t="0" r="r" b="b"/>
              <a:pathLst>
                <a:path w="47" h="71">
                  <a:moveTo>
                    <a:pt x="43" y="26"/>
                  </a:moveTo>
                  <a:cubicBezTo>
                    <a:pt x="39" y="23"/>
                    <a:pt x="36" y="28"/>
                    <a:pt x="32" y="29"/>
                  </a:cubicBezTo>
                  <a:cubicBezTo>
                    <a:pt x="31" y="29"/>
                    <a:pt x="29" y="28"/>
                    <a:pt x="27" y="28"/>
                  </a:cubicBezTo>
                  <a:cubicBezTo>
                    <a:pt x="26" y="28"/>
                    <a:pt x="23" y="31"/>
                    <a:pt x="22" y="31"/>
                  </a:cubicBezTo>
                  <a:cubicBezTo>
                    <a:pt x="16" y="30"/>
                    <a:pt x="19" y="24"/>
                    <a:pt x="19" y="20"/>
                  </a:cubicBezTo>
                  <a:cubicBezTo>
                    <a:pt x="19" y="15"/>
                    <a:pt x="16" y="11"/>
                    <a:pt x="12" y="7"/>
                  </a:cubicBezTo>
                  <a:cubicBezTo>
                    <a:pt x="3" y="0"/>
                    <a:pt x="4" y="18"/>
                    <a:pt x="4" y="21"/>
                  </a:cubicBezTo>
                  <a:cubicBezTo>
                    <a:pt x="4" y="25"/>
                    <a:pt x="5" y="28"/>
                    <a:pt x="5" y="31"/>
                  </a:cubicBezTo>
                  <a:cubicBezTo>
                    <a:pt x="5" y="37"/>
                    <a:pt x="4" y="43"/>
                    <a:pt x="0" y="48"/>
                  </a:cubicBezTo>
                  <a:cubicBezTo>
                    <a:pt x="2" y="56"/>
                    <a:pt x="7" y="71"/>
                    <a:pt x="17" y="68"/>
                  </a:cubicBezTo>
                  <a:cubicBezTo>
                    <a:pt x="25" y="67"/>
                    <a:pt x="36" y="57"/>
                    <a:pt x="39" y="50"/>
                  </a:cubicBezTo>
                  <a:cubicBezTo>
                    <a:pt x="42" y="45"/>
                    <a:pt x="43" y="39"/>
                    <a:pt x="47" y="34"/>
                  </a:cubicBezTo>
                  <a:cubicBezTo>
                    <a:pt x="44" y="32"/>
                    <a:pt x="42" y="29"/>
                    <a:pt x="43" y="26"/>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9"/>
            <p:cNvSpPr>
              <a:spLocks/>
            </p:cNvSpPr>
            <p:nvPr/>
          </p:nvSpPr>
          <p:spPr bwMode="auto">
            <a:xfrm>
              <a:off x="6097588" y="2801938"/>
              <a:ext cx="212725" cy="50800"/>
            </a:xfrm>
            <a:custGeom>
              <a:avLst/>
              <a:gdLst/>
              <a:ahLst/>
              <a:cxnLst>
                <a:cxn ang="0">
                  <a:pos x="50" y="1"/>
                </a:cxn>
                <a:cxn ang="0">
                  <a:pos x="0" y="14"/>
                </a:cxn>
                <a:cxn ang="0">
                  <a:pos x="1" y="16"/>
                </a:cxn>
                <a:cxn ang="0">
                  <a:pos x="52" y="19"/>
                </a:cxn>
                <a:cxn ang="0">
                  <a:pos x="73" y="15"/>
                </a:cxn>
                <a:cxn ang="0">
                  <a:pos x="50" y="1"/>
                </a:cxn>
              </a:cxnLst>
              <a:rect l="0" t="0" r="r" b="b"/>
              <a:pathLst>
                <a:path w="90" h="21">
                  <a:moveTo>
                    <a:pt x="50" y="1"/>
                  </a:moveTo>
                  <a:cubicBezTo>
                    <a:pt x="33" y="0"/>
                    <a:pt x="14" y="2"/>
                    <a:pt x="0" y="14"/>
                  </a:cubicBezTo>
                  <a:cubicBezTo>
                    <a:pt x="0" y="14"/>
                    <a:pt x="1" y="15"/>
                    <a:pt x="1" y="16"/>
                  </a:cubicBezTo>
                  <a:cubicBezTo>
                    <a:pt x="18" y="18"/>
                    <a:pt x="34" y="21"/>
                    <a:pt x="52" y="19"/>
                  </a:cubicBezTo>
                  <a:cubicBezTo>
                    <a:pt x="57" y="19"/>
                    <a:pt x="69" y="19"/>
                    <a:pt x="73" y="15"/>
                  </a:cubicBezTo>
                  <a:cubicBezTo>
                    <a:pt x="90" y="4"/>
                    <a:pt x="56" y="2"/>
                    <a:pt x="50" y="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
            <p:cNvSpPr>
              <a:spLocks/>
            </p:cNvSpPr>
            <p:nvPr/>
          </p:nvSpPr>
          <p:spPr bwMode="auto">
            <a:xfrm>
              <a:off x="6402388" y="2400300"/>
              <a:ext cx="395288" cy="477838"/>
            </a:xfrm>
            <a:custGeom>
              <a:avLst/>
              <a:gdLst/>
              <a:ahLst/>
              <a:cxnLst>
                <a:cxn ang="0">
                  <a:pos x="155" y="89"/>
                </a:cxn>
                <a:cxn ang="0">
                  <a:pos x="161" y="60"/>
                </a:cxn>
                <a:cxn ang="0">
                  <a:pos x="141" y="75"/>
                </a:cxn>
                <a:cxn ang="0">
                  <a:pos x="135" y="67"/>
                </a:cxn>
                <a:cxn ang="0">
                  <a:pos x="124" y="47"/>
                </a:cxn>
                <a:cxn ang="0">
                  <a:pos x="104" y="60"/>
                </a:cxn>
                <a:cxn ang="0">
                  <a:pos x="85" y="72"/>
                </a:cxn>
                <a:cxn ang="0">
                  <a:pos x="68" y="63"/>
                </a:cxn>
                <a:cxn ang="0">
                  <a:pos x="51" y="76"/>
                </a:cxn>
                <a:cxn ang="0">
                  <a:pos x="44" y="73"/>
                </a:cxn>
                <a:cxn ang="0">
                  <a:pos x="37" y="38"/>
                </a:cxn>
                <a:cxn ang="0">
                  <a:pos x="29" y="6"/>
                </a:cxn>
                <a:cxn ang="0">
                  <a:pos x="30" y="4"/>
                </a:cxn>
                <a:cxn ang="0">
                  <a:pos x="31" y="136"/>
                </a:cxn>
                <a:cxn ang="0">
                  <a:pos x="18" y="164"/>
                </a:cxn>
                <a:cxn ang="0">
                  <a:pos x="37" y="158"/>
                </a:cxn>
                <a:cxn ang="0">
                  <a:pos x="36" y="192"/>
                </a:cxn>
                <a:cxn ang="0">
                  <a:pos x="64" y="179"/>
                </a:cxn>
                <a:cxn ang="0">
                  <a:pos x="94" y="161"/>
                </a:cxn>
                <a:cxn ang="0">
                  <a:pos x="118" y="144"/>
                </a:cxn>
                <a:cxn ang="0">
                  <a:pos x="147" y="131"/>
                </a:cxn>
                <a:cxn ang="0">
                  <a:pos x="148" y="159"/>
                </a:cxn>
                <a:cxn ang="0">
                  <a:pos x="157" y="109"/>
                </a:cxn>
                <a:cxn ang="0">
                  <a:pos x="161" y="98"/>
                </a:cxn>
                <a:cxn ang="0">
                  <a:pos x="155" y="89"/>
                </a:cxn>
              </a:cxnLst>
              <a:rect l="0" t="0" r="r" b="b"/>
              <a:pathLst>
                <a:path w="167" h="202">
                  <a:moveTo>
                    <a:pt x="155" y="89"/>
                  </a:moveTo>
                  <a:cubicBezTo>
                    <a:pt x="155" y="81"/>
                    <a:pt x="167" y="67"/>
                    <a:pt x="161" y="60"/>
                  </a:cubicBezTo>
                  <a:cubicBezTo>
                    <a:pt x="154" y="64"/>
                    <a:pt x="150" y="71"/>
                    <a:pt x="141" y="75"/>
                  </a:cubicBezTo>
                  <a:cubicBezTo>
                    <a:pt x="140" y="70"/>
                    <a:pt x="138" y="70"/>
                    <a:pt x="135" y="67"/>
                  </a:cubicBezTo>
                  <a:cubicBezTo>
                    <a:pt x="136" y="57"/>
                    <a:pt x="133" y="49"/>
                    <a:pt x="124" y="47"/>
                  </a:cubicBezTo>
                  <a:cubicBezTo>
                    <a:pt x="113" y="45"/>
                    <a:pt x="110" y="54"/>
                    <a:pt x="104" y="60"/>
                  </a:cubicBezTo>
                  <a:cubicBezTo>
                    <a:pt x="98" y="67"/>
                    <a:pt x="92" y="69"/>
                    <a:pt x="85" y="72"/>
                  </a:cubicBezTo>
                  <a:cubicBezTo>
                    <a:pt x="68" y="80"/>
                    <a:pt x="79" y="68"/>
                    <a:pt x="68" y="63"/>
                  </a:cubicBezTo>
                  <a:cubicBezTo>
                    <a:pt x="59" y="59"/>
                    <a:pt x="58" y="72"/>
                    <a:pt x="51" y="76"/>
                  </a:cubicBezTo>
                  <a:cubicBezTo>
                    <a:pt x="45" y="79"/>
                    <a:pt x="48" y="80"/>
                    <a:pt x="44" y="73"/>
                  </a:cubicBezTo>
                  <a:cubicBezTo>
                    <a:pt x="38" y="65"/>
                    <a:pt x="38" y="48"/>
                    <a:pt x="37" y="38"/>
                  </a:cubicBezTo>
                  <a:cubicBezTo>
                    <a:pt x="36" y="31"/>
                    <a:pt x="42" y="0"/>
                    <a:pt x="29" y="6"/>
                  </a:cubicBezTo>
                  <a:cubicBezTo>
                    <a:pt x="30" y="4"/>
                    <a:pt x="30" y="4"/>
                    <a:pt x="30" y="4"/>
                  </a:cubicBezTo>
                  <a:cubicBezTo>
                    <a:pt x="0" y="37"/>
                    <a:pt x="24" y="98"/>
                    <a:pt x="31" y="136"/>
                  </a:cubicBezTo>
                  <a:cubicBezTo>
                    <a:pt x="34" y="153"/>
                    <a:pt x="20" y="150"/>
                    <a:pt x="18" y="164"/>
                  </a:cubicBezTo>
                  <a:cubicBezTo>
                    <a:pt x="24" y="162"/>
                    <a:pt x="29" y="157"/>
                    <a:pt x="37" y="158"/>
                  </a:cubicBezTo>
                  <a:cubicBezTo>
                    <a:pt x="37" y="166"/>
                    <a:pt x="30" y="186"/>
                    <a:pt x="36" y="192"/>
                  </a:cubicBezTo>
                  <a:cubicBezTo>
                    <a:pt x="47" y="202"/>
                    <a:pt x="58" y="185"/>
                    <a:pt x="64" y="179"/>
                  </a:cubicBezTo>
                  <a:cubicBezTo>
                    <a:pt x="73" y="168"/>
                    <a:pt x="83" y="169"/>
                    <a:pt x="94" y="161"/>
                  </a:cubicBezTo>
                  <a:cubicBezTo>
                    <a:pt x="104" y="154"/>
                    <a:pt x="106" y="149"/>
                    <a:pt x="118" y="144"/>
                  </a:cubicBezTo>
                  <a:cubicBezTo>
                    <a:pt x="128" y="140"/>
                    <a:pt x="135" y="131"/>
                    <a:pt x="147" y="131"/>
                  </a:cubicBezTo>
                  <a:cubicBezTo>
                    <a:pt x="140" y="138"/>
                    <a:pt x="134" y="169"/>
                    <a:pt x="148" y="159"/>
                  </a:cubicBezTo>
                  <a:cubicBezTo>
                    <a:pt x="157" y="153"/>
                    <a:pt x="155" y="119"/>
                    <a:pt x="157" y="109"/>
                  </a:cubicBezTo>
                  <a:cubicBezTo>
                    <a:pt x="158" y="104"/>
                    <a:pt x="162" y="103"/>
                    <a:pt x="161" y="98"/>
                  </a:cubicBezTo>
                  <a:cubicBezTo>
                    <a:pt x="161" y="95"/>
                    <a:pt x="155" y="90"/>
                    <a:pt x="155" y="89"/>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1"/>
            <p:cNvSpPr>
              <a:spLocks/>
            </p:cNvSpPr>
            <p:nvPr/>
          </p:nvSpPr>
          <p:spPr bwMode="auto">
            <a:xfrm>
              <a:off x="6783388" y="2574925"/>
              <a:ext cx="122238" cy="163513"/>
            </a:xfrm>
            <a:custGeom>
              <a:avLst/>
              <a:gdLst/>
              <a:ahLst/>
              <a:cxnLst>
                <a:cxn ang="0">
                  <a:pos x="37" y="11"/>
                </a:cxn>
                <a:cxn ang="0">
                  <a:pos x="21" y="25"/>
                </a:cxn>
                <a:cxn ang="0">
                  <a:pos x="9" y="2"/>
                </a:cxn>
                <a:cxn ang="0">
                  <a:pos x="10" y="31"/>
                </a:cxn>
                <a:cxn ang="0">
                  <a:pos x="1" y="37"/>
                </a:cxn>
                <a:cxn ang="0">
                  <a:pos x="10" y="52"/>
                </a:cxn>
                <a:cxn ang="0">
                  <a:pos x="19" y="64"/>
                </a:cxn>
                <a:cxn ang="0">
                  <a:pos x="31" y="59"/>
                </a:cxn>
                <a:cxn ang="0">
                  <a:pos x="37" y="11"/>
                </a:cxn>
              </a:cxnLst>
              <a:rect l="0" t="0" r="r" b="b"/>
              <a:pathLst>
                <a:path w="52" h="69">
                  <a:moveTo>
                    <a:pt x="37" y="11"/>
                  </a:moveTo>
                  <a:cubicBezTo>
                    <a:pt x="27" y="10"/>
                    <a:pt x="29" y="23"/>
                    <a:pt x="21" y="25"/>
                  </a:cubicBezTo>
                  <a:cubicBezTo>
                    <a:pt x="28" y="23"/>
                    <a:pt x="15" y="3"/>
                    <a:pt x="9" y="2"/>
                  </a:cubicBezTo>
                  <a:cubicBezTo>
                    <a:pt x="5" y="0"/>
                    <a:pt x="9" y="30"/>
                    <a:pt x="10" y="31"/>
                  </a:cubicBezTo>
                  <a:cubicBezTo>
                    <a:pt x="9" y="28"/>
                    <a:pt x="0" y="30"/>
                    <a:pt x="1" y="37"/>
                  </a:cubicBezTo>
                  <a:cubicBezTo>
                    <a:pt x="1" y="40"/>
                    <a:pt x="9" y="48"/>
                    <a:pt x="10" y="52"/>
                  </a:cubicBezTo>
                  <a:cubicBezTo>
                    <a:pt x="12" y="56"/>
                    <a:pt x="11" y="69"/>
                    <a:pt x="19" y="64"/>
                  </a:cubicBezTo>
                  <a:cubicBezTo>
                    <a:pt x="19" y="63"/>
                    <a:pt x="30" y="37"/>
                    <a:pt x="31" y="59"/>
                  </a:cubicBezTo>
                  <a:cubicBezTo>
                    <a:pt x="52" y="67"/>
                    <a:pt x="38" y="20"/>
                    <a:pt x="37" y="1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12"/>
            <p:cNvSpPr>
              <a:spLocks/>
            </p:cNvSpPr>
            <p:nvPr/>
          </p:nvSpPr>
          <p:spPr bwMode="auto">
            <a:xfrm>
              <a:off x="2255838" y="2671763"/>
              <a:ext cx="193675" cy="374650"/>
            </a:xfrm>
            <a:custGeom>
              <a:avLst/>
              <a:gdLst/>
              <a:ahLst/>
              <a:cxnLst>
                <a:cxn ang="0">
                  <a:pos x="65" y="89"/>
                </a:cxn>
                <a:cxn ang="0">
                  <a:pos x="58" y="54"/>
                </a:cxn>
                <a:cxn ang="0">
                  <a:pos x="35" y="30"/>
                </a:cxn>
                <a:cxn ang="0">
                  <a:pos x="17" y="4"/>
                </a:cxn>
                <a:cxn ang="0">
                  <a:pos x="14" y="24"/>
                </a:cxn>
                <a:cxn ang="0">
                  <a:pos x="20" y="48"/>
                </a:cxn>
                <a:cxn ang="0">
                  <a:pos x="29" y="61"/>
                </a:cxn>
                <a:cxn ang="0">
                  <a:pos x="25" y="74"/>
                </a:cxn>
                <a:cxn ang="0">
                  <a:pos x="40" y="97"/>
                </a:cxn>
                <a:cxn ang="0">
                  <a:pos x="49" y="127"/>
                </a:cxn>
                <a:cxn ang="0">
                  <a:pos x="75" y="153"/>
                </a:cxn>
                <a:cxn ang="0">
                  <a:pos x="80" y="128"/>
                </a:cxn>
                <a:cxn ang="0">
                  <a:pos x="65" y="89"/>
                </a:cxn>
              </a:cxnLst>
              <a:rect l="0" t="0" r="r" b="b"/>
              <a:pathLst>
                <a:path w="82" h="158">
                  <a:moveTo>
                    <a:pt x="65" y="89"/>
                  </a:moveTo>
                  <a:cubicBezTo>
                    <a:pt x="61" y="78"/>
                    <a:pt x="64" y="65"/>
                    <a:pt x="58" y="54"/>
                  </a:cubicBezTo>
                  <a:cubicBezTo>
                    <a:pt x="53" y="44"/>
                    <a:pt x="42" y="39"/>
                    <a:pt x="35" y="30"/>
                  </a:cubicBezTo>
                  <a:cubicBezTo>
                    <a:pt x="29" y="22"/>
                    <a:pt x="27" y="8"/>
                    <a:pt x="17" y="4"/>
                  </a:cubicBezTo>
                  <a:cubicBezTo>
                    <a:pt x="2" y="0"/>
                    <a:pt x="10" y="17"/>
                    <a:pt x="14" y="24"/>
                  </a:cubicBezTo>
                  <a:cubicBezTo>
                    <a:pt x="0" y="28"/>
                    <a:pt x="15" y="43"/>
                    <a:pt x="20" y="48"/>
                  </a:cubicBezTo>
                  <a:cubicBezTo>
                    <a:pt x="23" y="52"/>
                    <a:pt x="28" y="56"/>
                    <a:pt x="29" y="61"/>
                  </a:cubicBezTo>
                  <a:cubicBezTo>
                    <a:pt x="30" y="68"/>
                    <a:pt x="25" y="69"/>
                    <a:pt x="25" y="74"/>
                  </a:cubicBezTo>
                  <a:cubicBezTo>
                    <a:pt x="24" y="85"/>
                    <a:pt x="34" y="90"/>
                    <a:pt x="40" y="97"/>
                  </a:cubicBezTo>
                  <a:cubicBezTo>
                    <a:pt x="48" y="106"/>
                    <a:pt x="43" y="117"/>
                    <a:pt x="49" y="127"/>
                  </a:cubicBezTo>
                  <a:cubicBezTo>
                    <a:pt x="54" y="135"/>
                    <a:pt x="66" y="149"/>
                    <a:pt x="75" y="153"/>
                  </a:cubicBezTo>
                  <a:cubicBezTo>
                    <a:pt x="82" y="158"/>
                    <a:pt x="80" y="131"/>
                    <a:pt x="80" y="128"/>
                  </a:cubicBezTo>
                  <a:cubicBezTo>
                    <a:pt x="79" y="112"/>
                    <a:pt x="70" y="104"/>
                    <a:pt x="65" y="89"/>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13"/>
            <p:cNvSpPr>
              <a:spLocks/>
            </p:cNvSpPr>
            <p:nvPr/>
          </p:nvSpPr>
          <p:spPr bwMode="auto">
            <a:xfrm>
              <a:off x="4913313" y="1095375"/>
              <a:ext cx="1588" cy="1588"/>
            </a:xfrm>
            <a:custGeom>
              <a:avLst/>
              <a:gdLst/>
              <a:ahLst/>
              <a:cxnLst>
                <a:cxn ang="0">
                  <a:pos x="0" y="1"/>
                </a:cxn>
                <a:cxn ang="0">
                  <a:pos x="0" y="0"/>
                </a:cxn>
                <a:cxn ang="0">
                  <a:pos x="0" y="1"/>
                </a:cxn>
              </a:cxnLst>
              <a:rect l="0" t="0" r="r" b="b"/>
              <a:pathLst>
                <a:path h="1">
                  <a:moveTo>
                    <a:pt x="0" y="1"/>
                  </a:moveTo>
                  <a:cubicBezTo>
                    <a:pt x="0" y="1"/>
                    <a:pt x="0" y="0"/>
                    <a:pt x="0" y="0"/>
                  </a:cubicBezTo>
                  <a:cubicBezTo>
                    <a:pt x="0" y="1"/>
                    <a:pt x="0" y="1"/>
                    <a:pt x="0" y="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14"/>
            <p:cNvSpPr>
              <a:spLocks/>
            </p:cNvSpPr>
            <p:nvPr/>
          </p:nvSpPr>
          <p:spPr bwMode="auto">
            <a:xfrm>
              <a:off x="4383088" y="955675"/>
              <a:ext cx="1144588" cy="909638"/>
            </a:xfrm>
            <a:custGeom>
              <a:avLst/>
              <a:gdLst/>
              <a:ahLst/>
              <a:cxnLst>
                <a:cxn ang="0">
                  <a:pos x="139" y="61"/>
                </a:cxn>
                <a:cxn ang="0">
                  <a:pos x="117" y="69"/>
                </a:cxn>
                <a:cxn ang="0">
                  <a:pos x="96" y="5"/>
                </a:cxn>
                <a:cxn ang="0">
                  <a:pos x="58" y="53"/>
                </a:cxn>
                <a:cxn ang="0">
                  <a:pos x="71" y="108"/>
                </a:cxn>
                <a:cxn ang="0">
                  <a:pos x="44" y="35"/>
                </a:cxn>
                <a:cxn ang="0">
                  <a:pos x="11" y="40"/>
                </a:cxn>
                <a:cxn ang="0">
                  <a:pos x="44" y="128"/>
                </a:cxn>
                <a:cxn ang="0">
                  <a:pos x="29" y="154"/>
                </a:cxn>
                <a:cxn ang="0">
                  <a:pos x="141" y="146"/>
                </a:cxn>
                <a:cxn ang="0">
                  <a:pos x="166" y="125"/>
                </a:cxn>
                <a:cxn ang="0">
                  <a:pos x="210" y="163"/>
                </a:cxn>
                <a:cxn ang="0">
                  <a:pos x="221" y="164"/>
                </a:cxn>
                <a:cxn ang="0">
                  <a:pos x="240" y="175"/>
                </a:cxn>
                <a:cxn ang="0">
                  <a:pos x="284" y="229"/>
                </a:cxn>
                <a:cxn ang="0">
                  <a:pos x="268" y="283"/>
                </a:cxn>
                <a:cxn ang="0">
                  <a:pos x="270" y="306"/>
                </a:cxn>
                <a:cxn ang="0">
                  <a:pos x="230" y="329"/>
                </a:cxn>
                <a:cxn ang="0">
                  <a:pos x="231" y="355"/>
                </a:cxn>
                <a:cxn ang="0">
                  <a:pos x="283" y="340"/>
                </a:cxn>
                <a:cxn ang="0">
                  <a:pos x="331" y="355"/>
                </a:cxn>
                <a:cxn ang="0">
                  <a:pos x="356" y="371"/>
                </a:cxn>
                <a:cxn ang="0">
                  <a:pos x="388" y="369"/>
                </a:cxn>
                <a:cxn ang="0">
                  <a:pos x="435" y="377"/>
                </a:cxn>
                <a:cxn ang="0">
                  <a:pos x="393" y="329"/>
                </a:cxn>
                <a:cxn ang="0">
                  <a:pos x="456" y="312"/>
                </a:cxn>
                <a:cxn ang="0">
                  <a:pos x="453" y="291"/>
                </a:cxn>
                <a:cxn ang="0">
                  <a:pos x="424" y="265"/>
                </a:cxn>
                <a:cxn ang="0">
                  <a:pos x="376" y="260"/>
                </a:cxn>
                <a:cxn ang="0">
                  <a:pos x="387" y="220"/>
                </a:cxn>
                <a:cxn ang="0">
                  <a:pos x="413" y="220"/>
                </a:cxn>
                <a:cxn ang="0">
                  <a:pos x="452" y="234"/>
                </a:cxn>
                <a:cxn ang="0">
                  <a:pos x="455" y="170"/>
                </a:cxn>
                <a:cxn ang="0">
                  <a:pos x="405" y="158"/>
                </a:cxn>
                <a:cxn ang="0">
                  <a:pos x="358" y="155"/>
                </a:cxn>
                <a:cxn ang="0">
                  <a:pos x="312" y="143"/>
                </a:cxn>
                <a:cxn ang="0">
                  <a:pos x="327" y="111"/>
                </a:cxn>
                <a:cxn ang="0">
                  <a:pos x="315" y="94"/>
                </a:cxn>
                <a:cxn ang="0">
                  <a:pos x="278" y="100"/>
                </a:cxn>
                <a:cxn ang="0">
                  <a:pos x="261" y="80"/>
                </a:cxn>
                <a:cxn ang="0">
                  <a:pos x="237" y="84"/>
                </a:cxn>
                <a:cxn ang="0">
                  <a:pos x="229" y="58"/>
                </a:cxn>
                <a:cxn ang="0">
                  <a:pos x="220" y="73"/>
                </a:cxn>
                <a:cxn ang="0">
                  <a:pos x="190" y="64"/>
                </a:cxn>
                <a:cxn ang="0">
                  <a:pos x="167" y="35"/>
                </a:cxn>
                <a:cxn ang="0">
                  <a:pos x="141" y="36"/>
                </a:cxn>
              </a:cxnLst>
              <a:rect l="0" t="0" r="r" b="b"/>
              <a:pathLst>
                <a:path w="484" h="385">
                  <a:moveTo>
                    <a:pt x="141" y="36"/>
                  </a:moveTo>
                  <a:cubicBezTo>
                    <a:pt x="134" y="43"/>
                    <a:pt x="140" y="53"/>
                    <a:pt x="139" y="61"/>
                  </a:cubicBezTo>
                  <a:cubicBezTo>
                    <a:pt x="133" y="61"/>
                    <a:pt x="129" y="56"/>
                    <a:pt x="127" y="50"/>
                  </a:cubicBezTo>
                  <a:cubicBezTo>
                    <a:pt x="118" y="54"/>
                    <a:pt x="126" y="64"/>
                    <a:pt x="117" y="69"/>
                  </a:cubicBezTo>
                  <a:cubicBezTo>
                    <a:pt x="110" y="56"/>
                    <a:pt x="120" y="44"/>
                    <a:pt x="112" y="29"/>
                  </a:cubicBezTo>
                  <a:cubicBezTo>
                    <a:pt x="108" y="22"/>
                    <a:pt x="104" y="8"/>
                    <a:pt x="96" y="5"/>
                  </a:cubicBezTo>
                  <a:cubicBezTo>
                    <a:pt x="82" y="0"/>
                    <a:pt x="78" y="16"/>
                    <a:pt x="72" y="16"/>
                  </a:cubicBezTo>
                  <a:cubicBezTo>
                    <a:pt x="54" y="15"/>
                    <a:pt x="56" y="41"/>
                    <a:pt x="58" y="53"/>
                  </a:cubicBezTo>
                  <a:cubicBezTo>
                    <a:pt x="60" y="65"/>
                    <a:pt x="61" y="63"/>
                    <a:pt x="57" y="76"/>
                  </a:cubicBezTo>
                  <a:cubicBezTo>
                    <a:pt x="65" y="84"/>
                    <a:pt x="74" y="96"/>
                    <a:pt x="71" y="108"/>
                  </a:cubicBezTo>
                  <a:cubicBezTo>
                    <a:pt x="53" y="98"/>
                    <a:pt x="48" y="78"/>
                    <a:pt x="44" y="60"/>
                  </a:cubicBezTo>
                  <a:cubicBezTo>
                    <a:pt x="42" y="47"/>
                    <a:pt x="40" y="49"/>
                    <a:pt x="44" y="35"/>
                  </a:cubicBezTo>
                  <a:cubicBezTo>
                    <a:pt x="47" y="26"/>
                    <a:pt x="51" y="17"/>
                    <a:pt x="52" y="7"/>
                  </a:cubicBezTo>
                  <a:cubicBezTo>
                    <a:pt x="32" y="13"/>
                    <a:pt x="18" y="19"/>
                    <a:pt x="11" y="40"/>
                  </a:cubicBezTo>
                  <a:cubicBezTo>
                    <a:pt x="7" y="53"/>
                    <a:pt x="0" y="105"/>
                    <a:pt x="9" y="113"/>
                  </a:cubicBezTo>
                  <a:cubicBezTo>
                    <a:pt x="20" y="122"/>
                    <a:pt x="37" y="111"/>
                    <a:pt x="44" y="128"/>
                  </a:cubicBezTo>
                  <a:cubicBezTo>
                    <a:pt x="34" y="131"/>
                    <a:pt x="28" y="125"/>
                    <a:pt x="18" y="127"/>
                  </a:cubicBezTo>
                  <a:cubicBezTo>
                    <a:pt x="18" y="133"/>
                    <a:pt x="23" y="152"/>
                    <a:pt x="29" y="154"/>
                  </a:cubicBezTo>
                  <a:cubicBezTo>
                    <a:pt x="33" y="156"/>
                    <a:pt x="54" y="147"/>
                    <a:pt x="52" y="144"/>
                  </a:cubicBezTo>
                  <a:cubicBezTo>
                    <a:pt x="61" y="166"/>
                    <a:pt x="130" y="159"/>
                    <a:pt x="141" y="146"/>
                  </a:cubicBezTo>
                  <a:cubicBezTo>
                    <a:pt x="172" y="156"/>
                    <a:pt x="142" y="130"/>
                    <a:pt x="145" y="123"/>
                  </a:cubicBezTo>
                  <a:cubicBezTo>
                    <a:pt x="151" y="124"/>
                    <a:pt x="161" y="122"/>
                    <a:pt x="166" y="125"/>
                  </a:cubicBezTo>
                  <a:cubicBezTo>
                    <a:pt x="171" y="128"/>
                    <a:pt x="172" y="136"/>
                    <a:pt x="176" y="140"/>
                  </a:cubicBezTo>
                  <a:cubicBezTo>
                    <a:pt x="185" y="150"/>
                    <a:pt x="201" y="152"/>
                    <a:pt x="210" y="163"/>
                  </a:cubicBezTo>
                  <a:cubicBezTo>
                    <a:pt x="204" y="171"/>
                    <a:pt x="199" y="176"/>
                    <a:pt x="206" y="185"/>
                  </a:cubicBezTo>
                  <a:cubicBezTo>
                    <a:pt x="213" y="181"/>
                    <a:pt x="214" y="170"/>
                    <a:pt x="221" y="164"/>
                  </a:cubicBezTo>
                  <a:cubicBezTo>
                    <a:pt x="227" y="166"/>
                    <a:pt x="233" y="170"/>
                    <a:pt x="236" y="176"/>
                  </a:cubicBezTo>
                  <a:cubicBezTo>
                    <a:pt x="237" y="176"/>
                    <a:pt x="239" y="175"/>
                    <a:pt x="240" y="175"/>
                  </a:cubicBezTo>
                  <a:cubicBezTo>
                    <a:pt x="250" y="192"/>
                    <a:pt x="267" y="193"/>
                    <a:pt x="279" y="206"/>
                  </a:cubicBezTo>
                  <a:cubicBezTo>
                    <a:pt x="287" y="216"/>
                    <a:pt x="287" y="217"/>
                    <a:pt x="284" y="229"/>
                  </a:cubicBezTo>
                  <a:cubicBezTo>
                    <a:pt x="282" y="236"/>
                    <a:pt x="270" y="244"/>
                    <a:pt x="283" y="250"/>
                  </a:cubicBezTo>
                  <a:cubicBezTo>
                    <a:pt x="283" y="262"/>
                    <a:pt x="267" y="268"/>
                    <a:pt x="268" y="283"/>
                  </a:cubicBezTo>
                  <a:cubicBezTo>
                    <a:pt x="277" y="282"/>
                    <a:pt x="286" y="283"/>
                    <a:pt x="292" y="291"/>
                  </a:cubicBezTo>
                  <a:cubicBezTo>
                    <a:pt x="286" y="297"/>
                    <a:pt x="278" y="304"/>
                    <a:pt x="270" y="306"/>
                  </a:cubicBezTo>
                  <a:cubicBezTo>
                    <a:pt x="270" y="310"/>
                    <a:pt x="266" y="312"/>
                    <a:pt x="265" y="316"/>
                  </a:cubicBezTo>
                  <a:cubicBezTo>
                    <a:pt x="248" y="311"/>
                    <a:pt x="233" y="309"/>
                    <a:pt x="230" y="329"/>
                  </a:cubicBezTo>
                  <a:cubicBezTo>
                    <a:pt x="220" y="329"/>
                    <a:pt x="219" y="337"/>
                    <a:pt x="221" y="345"/>
                  </a:cubicBezTo>
                  <a:cubicBezTo>
                    <a:pt x="227" y="345"/>
                    <a:pt x="231" y="349"/>
                    <a:pt x="231" y="355"/>
                  </a:cubicBezTo>
                  <a:cubicBezTo>
                    <a:pt x="244" y="357"/>
                    <a:pt x="248" y="360"/>
                    <a:pt x="260" y="352"/>
                  </a:cubicBezTo>
                  <a:cubicBezTo>
                    <a:pt x="266" y="347"/>
                    <a:pt x="274" y="329"/>
                    <a:pt x="283" y="340"/>
                  </a:cubicBezTo>
                  <a:cubicBezTo>
                    <a:pt x="293" y="321"/>
                    <a:pt x="313" y="339"/>
                    <a:pt x="323" y="346"/>
                  </a:cubicBezTo>
                  <a:cubicBezTo>
                    <a:pt x="327" y="349"/>
                    <a:pt x="327" y="353"/>
                    <a:pt x="331" y="355"/>
                  </a:cubicBezTo>
                  <a:cubicBezTo>
                    <a:pt x="335" y="356"/>
                    <a:pt x="340" y="352"/>
                    <a:pt x="344" y="353"/>
                  </a:cubicBezTo>
                  <a:cubicBezTo>
                    <a:pt x="353" y="356"/>
                    <a:pt x="355" y="359"/>
                    <a:pt x="356" y="371"/>
                  </a:cubicBezTo>
                  <a:cubicBezTo>
                    <a:pt x="361" y="372"/>
                    <a:pt x="368" y="373"/>
                    <a:pt x="373" y="373"/>
                  </a:cubicBezTo>
                  <a:cubicBezTo>
                    <a:pt x="377" y="373"/>
                    <a:pt x="385" y="368"/>
                    <a:pt x="388" y="369"/>
                  </a:cubicBezTo>
                  <a:cubicBezTo>
                    <a:pt x="396" y="370"/>
                    <a:pt x="401" y="379"/>
                    <a:pt x="408" y="381"/>
                  </a:cubicBezTo>
                  <a:cubicBezTo>
                    <a:pt x="419" y="385"/>
                    <a:pt x="426" y="378"/>
                    <a:pt x="435" y="377"/>
                  </a:cubicBezTo>
                  <a:cubicBezTo>
                    <a:pt x="447" y="375"/>
                    <a:pt x="459" y="378"/>
                    <a:pt x="471" y="377"/>
                  </a:cubicBezTo>
                  <a:cubicBezTo>
                    <a:pt x="467" y="346"/>
                    <a:pt x="411" y="353"/>
                    <a:pt x="393" y="329"/>
                  </a:cubicBezTo>
                  <a:cubicBezTo>
                    <a:pt x="403" y="305"/>
                    <a:pt x="436" y="334"/>
                    <a:pt x="452" y="335"/>
                  </a:cubicBezTo>
                  <a:cubicBezTo>
                    <a:pt x="484" y="338"/>
                    <a:pt x="473" y="309"/>
                    <a:pt x="456" y="312"/>
                  </a:cubicBezTo>
                  <a:cubicBezTo>
                    <a:pt x="459" y="312"/>
                    <a:pt x="461" y="309"/>
                    <a:pt x="466" y="310"/>
                  </a:cubicBezTo>
                  <a:cubicBezTo>
                    <a:pt x="457" y="305"/>
                    <a:pt x="458" y="298"/>
                    <a:pt x="453" y="291"/>
                  </a:cubicBezTo>
                  <a:cubicBezTo>
                    <a:pt x="447" y="285"/>
                    <a:pt x="440" y="286"/>
                    <a:pt x="436" y="278"/>
                  </a:cubicBezTo>
                  <a:cubicBezTo>
                    <a:pt x="424" y="281"/>
                    <a:pt x="431" y="269"/>
                    <a:pt x="424" y="265"/>
                  </a:cubicBezTo>
                  <a:cubicBezTo>
                    <a:pt x="418" y="263"/>
                    <a:pt x="409" y="271"/>
                    <a:pt x="403" y="268"/>
                  </a:cubicBezTo>
                  <a:cubicBezTo>
                    <a:pt x="393" y="264"/>
                    <a:pt x="388" y="239"/>
                    <a:pt x="376" y="260"/>
                  </a:cubicBezTo>
                  <a:cubicBezTo>
                    <a:pt x="376" y="249"/>
                    <a:pt x="368" y="249"/>
                    <a:pt x="362" y="242"/>
                  </a:cubicBezTo>
                  <a:cubicBezTo>
                    <a:pt x="378" y="242"/>
                    <a:pt x="360" y="214"/>
                    <a:pt x="387" y="220"/>
                  </a:cubicBezTo>
                  <a:cubicBezTo>
                    <a:pt x="390" y="221"/>
                    <a:pt x="395" y="227"/>
                    <a:pt x="397" y="227"/>
                  </a:cubicBezTo>
                  <a:cubicBezTo>
                    <a:pt x="401" y="227"/>
                    <a:pt x="408" y="221"/>
                    <a:pt x="413" y="220"/>
                  </a:cubicBezTo>
                  <a:cubicBezTo>
                    <a:pt x="414" y="228"/>
                    <a:pt x="440" y="251"/>
                    <a:pt x="446" y="246"/>
                  </a:cubicBezTo>
                  <a:cubicBezTo>
                    <a:pt x="451" y="243"/>
                    <a:pt x="453" y="239"/>
                    <a:pt x="452" y="234"/>
                  </a:cubicBezTo>
                  <a:cubicBezTo>
                    <a:pt x="436" y="223"/>
                    <a:pt x="451" y="220"/>
                    <a:pt x="454" y="212"/>
                  </a:cubicBezTo>
                  <a:cubicBezTo>
                    <a:pt x="459" y="200"/>
                    <a:pt x="454" y="183"/>
                    <a:pt x="455" y="170"/>
                  </a:cubicBezTo>
                  <a:cubicBezTo>
                    <a:pt x="447" y="163"/>
                    <a:pt x="436" y="159"/>
                    <a:pt x="425" y="157"/>
                  </a:cubicBezTo>
                  <a:cubicBezTo>
                    <a:pt x="418" y="156"/>
                    <a:pt x="411" y="158"/>
                    <a:pt x="405" y="158"/>
                  </a:cubicBezTo>
                  <a:cubicBezTo>
                    <a:pt x="398" y="156"/>
                    <a:pt x="393" y="151"/>
                    <a:pt x="387" y="150"/>
                  </a:cubicBezTo>
                  <a:cubicBezTo>
                    <a:pt x="377" y="148"/>
                    <a:pt x="367" y="156"/>
                    <a:pt x="358" y="155"/>
                  </a:cubicBezTo>
                  <a:cubicBezTo>
                    <a:pt x="351" y="153"/>
                    <a:pt x="350" y="146"/>
                    <a:pt x="347" y="144"/>
                  </a:cubicBezTo>
                  <a:cubicBezTo>
                    <a:pt x="335" y="140"/>
                    <a:pt x="322" y="153"/>
                    <a:pt x="312" y="143"/>
                  </a:cubicBezTo>
                  <a:cubicBezTo>
                    <a:pt x="318" y="141"/>
                    <a:pt x="324" y="126"/>
                    <a:pt x="317" y="123"/>
                  </a:cubicBezTo>
                  <a:cubicBezTo>
                    <a:pt x="326" y="127"/>
                    <a:pt x="335" y="119"/>
                    <a:pt x="327" y="111"/>
                  </a:cubicBezTo>
                  <a:cubicBezTo>
                    <a:pt x="320" y="117"/>
                    <a:pt x="312" y="116"/>
                    <a:pt x="305" y="116"/>
                  </a:cubicBezTo>
                  <a:cubicBezTo>
                    <a:pt x="295" y="105"/>
                    <a:pt x="317" y="102"/>
                    <a:pt x="315" y="94"/>
                  </a:cubicBezTo>
                  <a:cubicBezTo>
                    <a:pt x="314" y="89"/>
                    <a:pt x="302" y="92"/>
                    <a:pt x="297" y="86"/>
                  </a:cubicBezTo>
                  <a:cubicBezTo>
                    <a:pt x="295" y="99"/>
                    <a:pt x="289" y="99"/>
                    <a:pt x="278" y="100"/>
                  </a:cubicBezTo>
                  <a:cubicBezTo>
                    <a:pt x="277" y="92"/>
                    <a:pt x="289" y="86"/>
                    <a:pt x="285" y="79"/>
                  </a:cubicBezTo>
                  <a:cubicBezTo>
                    <a:pt x="280" y="70"/>
                    <a:pt x="265" y="73"/>
                    <a:pt x="261" y="80"/>
                  </a:cubicBezTo>
                  <a:cubicBezTo>
                    <a:pt x="259" y="77"/>
                    <a:pt x="256" y="77"/>
                    <a:pt x="254" y="73"/>
                  </a:cubicBezTo>
                  <a:cubicBezTo>
                    <a:pt x="249" y="77"/>
                    <a:pt x="244" y="83"/>
                    <a:pt x="237" y="84"/>
                  </a:cubicBezTo>
                  <a:cubicBezTo>
                    <a:pt x="236" y="74"/>
                    <a:pt x="249" y="49"/>
                    <a:pt x="228" y="54"/>
                  </a:cubicBezTo>
                  <a:cubicBezTo>
                    <a:pt x="227" y="56"/>
                    <a:pt x="229" y="56"/>
                    <a:pt x="229" y="58"/>
                  </a:cubicBezTo>
                  <a:cubicBezTo>
                    <a:pt x="230" y="57"/>
                    <a:pt x="225" y="60"/>
                    <a:pt x="224" y="60"/>
                  </a:cubicBezTo>
                  <a:cubicBezTo>
                    <a:pt x="223" y="64"/>
                    <a:pt x="221" y="69"/>
                    <a:pt x="220" y="73"/>
                  </a:cubicBezTo>
                  <a:cubicBezTo>
                    <a:pt x="214" y="70"/>
                    <a:pt x="212" y="60"/>
                    <a:pt x="205" y="59"/>
                  </a:cubicBezTo>
                  <a:cubicBezTo>
                    <a:pt x="202" y="58"/>
                    <a:pt x="193" y="63"/>
                    <a:pt x="190" y="64"/>
                  </a:cubicBezTo>
                  <a:cubicBezTo>
                    <a:pt x="198" y="50"/>
                    <a:pt x="195" y="45"/>
                    <a:pt x="181" y="39"/>
                  </a:cubicBezTo>
                  <a:cubicBezTo>
                    <a:pt x="179" y="38"/>
                    <a:pt x="167" y="35"/>
                    <a:pt x="167" y="35"/>
                  </a:cubicBezTo>
                  <a:cubicBezTo>
                    <a:pt x="165" y="33"/>
                    <a:pt x="163" y="32"/>
                    <a:pt x="161" y="31"/>
                  </a:cubicBezTo>
                  <a:cubicBezTo>
                    <a:pt x="153" y="36"/>
                    <a:pt x="148" y="28"/>
                    <a:pt x="141" y="36"/>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5"/>
            <p:cNvSpPr>
              <a:spLocks/>
            </p:cNvSpPr>
            <p:nvPr/>
          </p:nvSpPr>
          <p:spPr bwMode="auto">
            <a:xfrm>
              <a:off x="3508376" y="931863"/>
              <a:ext cx="566738" cy="520700"/>
            </a:xfrm>
            <a:custGeom>
              <a:avLst/>
              <a:gdLst/>
              <a:ahLst/>
              <a:cxnLst>
                <a:cxn ang="0">
                  <a:pos x="233" y="183"/>
                </a:cxn>
                <a:cxn ang="0">
                  <a:pos x="207" y="150"/>
                </a:cxn>
                <a:cxn ang="0">
                  <a:pos x="194" y="112"/>
                </a:cxn>
                <a:cxn ang="0">
                  <a:pos x="187" y="82"/>
                </a:cxn>
                <a:cxn ang="0">
                  <a:pos x="188" y="55"/>
                </a:cxn>
                <a:cxn ang="0">
                  <a:pos x="157" y="47"/>
                </a:cxn>
                <a:cxn ang="0">
                  <a:pos x="146" y="98"/>
                </a:cxn>
                <a:cxn ang="0">
                  <a:pos x="140" y="46"/>
                </a:cxn>
                <a:cxn ang="0">
                  <a:pos x="116" y="59"/>
                </a:cxn>
                <a:cxn ang="0">
                  <a:pos x="106" y="59"/>
                </a:cxn>
                <a:cxn ang="0">
                  <a:pos x="106" y="59"/>
                </a:cxn>
                <a:cxn ang="0">
                  <a:pos x="96" y="31"/>
                </a:cxn>
                <a:cxn ang="0">
                  <a:pos x="77" y="41"/>
                </a:cxn>
                <a:cxn ang="0">
                  <a:pos x="83" y="29"/>
                </a:cxn>
                <a:cxn ang="0">
                  <a:pos x="50" y="22"/>
                </a:cxn>
                <a:cxn ang="0">
                  <a:pos x="34" y="30"/>
                </a:cxn>
                <a:cxn ang="0">
                  <a:pos x="29" y="30"/>
                </a:cxn>
                <a:cxn ang="0">
                  <a:pos x="16" y="62"/>
                </a:cxn>
                <a:cxn ang="0">
                  <a:pos x="51" y="79"/>
                </a:cxn>
                <a:cxn ang="0">
                  <a:pos x="12" y="96"/>
                </a:cxn>
                <a:cxn ang="0">
                  <a:pos x="56" y="115"/>
                </a:cxn>
                <a:cxn ang="0">
                  <a:pos x="80" y="141"/>
                </a:cxn>
                <a:cxn ang="0">
                  <a:pos x="31" y="123"/>
                </a:cxn>
                <a:cxn ang="0">
                  <a:pos x="21" y="168"/>
                </a:cxn>
                <a:cxn ang="0">
                  <a:pos x="47" y="197"/>
                </a:cxn>
                <a:cxn ang="0">
                  <a:pos x="49" y="205"/>
                </a:cxn>
                <a:cxn ang="0">
                  <a:pos x="103" y="209"/>
                </a:cxn>
                <a:cxn ang="0">
                  <a:pos x="127" y="204"/>
                </a:cxn>
                <a:cxn ang="0">
                  <a:pos x="147" y="193"/>
                </a:cxn>
                <a:cxn ang="0">
                  <a:pos x="173" y="210"/>
                </a:cxn>
                <a:cxn ang="0">
                  <a:pos x="172" y="212"/>
                </a:cxn>
                <a:cxn ang="0">
                  <a:pos x="207" y="220"/>
                </a:cxn>
                <a:cxn ang="0">
                  <a:pos x="213" y="200"/>
                </a:cxn>
                <a:cxn ang="0">
                  <a:pos x="201" y="187"/>
                </a:cxn>
                <a:cxn ang="0">
                  <a:pos x="233" y="183"/>
                </a:cxn>
              </a:cxnLst>
              <a:rect l="0" t="0" r="r" b="b"/>
              <a:pathLst>
                <a:path w="240" h="220">
                  <a:moveTo>
                    <a:pt x="233" y="183"/>
                  </a:moveTo>
                  <a:cubicBezTo>
                    <a:pt x="240" y="168"/>
                    <a:pt x="214" y="159"/>
                    <a:pt x="207" y="150"/>
                  </a:cubicBezTo>
                  <a:cubicBezTo>
                    <a:pt x="195" y="136"/>
                    <a:pt x="197" y="128"/>
                    <a:pt x="194" y="112"/>
                  </a:cubicBezTo>
                  <a:cubicBezTo>
                    <a:pt x="193" y="101"/>
                    <a:pt x="188" y="93"/>
                    <a:pt x="187" y="82"/>
                  </a:cubicBezTo>
                  <a:cubicBezTo>
                    <a:pt x="187" y="73"/>
                    <a:pt x="189" y="64"/>
                    <a:pt x="188" y="55"/>
                  </a:cubicBezTo>
                  <a:cubicBezTo>
                    <a:pt x="178" y="45"/>
                    <a:pt x="161" y="17"/>
                    <a:pt x="157" y="47"/>
                  </a:cubicBezTo>
                  <a:cubicBezTo>
                    <a:pt x="156" y="53"/>
                    <a:pt x="159" y="102"/>
                    <a:pt x="146" y="98"/>
                  </a:cubicBezTo>
                  <a:cubicBezTo>
                    <a:pt x="134" y="94"/>
                    <a:pt x="150" y="50"/>
                    <a:pt x="140" y="46"/>
                  </a:cubicBezTo>
                  <a:cubicBezTo>
                    <a:pt x="134" y="43"/>
                    <a:pt x="119" y="54"/>
                    <a:pt x="116" y="59"/>
                  </a:cubicBezTo>
                  <a:cubicBezTo>
                    <a:pt x="113" y="59"/>
                    <a:pt x="109" y="58"/>
                    <a:pt x="106" y="59"/>
                  </a:cubicBezTo>
                  <a:cubicBezTo>
                    <a:pt x="106" y="59"/>
                    <a:pt x="106" y="59"/>
                    <a:pt x="106" y="59"/>
                  </a:cubicBezTo>
                  <a:cubicBezTo>
                    <a:pt x="105" y="48"/>
                    <a:pt x="118" y="28"/>
                    <a:pt x="96" y="31"/>
                  </a:cubicBezTo>
                  <a:cubicBezTo>
                    <a:pt x="91" y="32"/>
                    <a:pt x="83" y="45"/>
                    <a:pt x="77" y="41"/>
                  </a:cubicBezTo>
                  <a:cubicBezTo>
                    <a:pt x="70" y="38"/>
                    <a:pt x="81" y="32"/>
                    <a:pt x="83" y="29"/>
                  </a:cubicBezTo>
                  <a:cubicBezTo>
                    <a:pt x="105" y="0"/>
                    <a:pt x="61" y="20"/>
                    <a:pt x="50" y="22"/>
                  </a:cubicBezTo>
                  <a:cubicBezTo>
                    <a:pt x="42" y="23"/>
                    <a:pt x="36" y="17"/>
                    <a:pt x="34" y="30"/>
                  </a:cubicBezTo>
                  <a:cubicBezTo>
                    <a:pt x="32" y="30"/>
                    <a:pt x="30" y="30"/>
                    <a:pt x="29" y="30"/>
                  </a:cubicBezTo>
                  <a:cubicBezTo>
                    <a:pt x="27" y="45"/>
                    <a:pt x="6" y="46"/>
                    <a:pt x="16" y="62"/>
                  </a:cubicBezTo>
                  <a:cubicBezTo>
                    <a:pt x="23" y="75"/>
                    <a:pt x="39" y="71"/>
                    <a:pt x="51" y="79"/>
                  </a:cubicBezTo>
                  <a:cubicBezTo>
                    <a:pt x="38" y="80"/>
                    <a:pt x="4" y="75"/>
                    <a:pt x="12" y="96"/>
                  </a:cubicBezTo>
                  <a:cubicBezTo>
                    <a:pt x="18" y="114"/>
                    <a:pt x="42" y="111"/>
                    <a:pt x="56" y="115"/>
                  </a:cubicBezTo>
                  <a:cubicBezTo>
                    <a:pt x="63" y="118"/>
                    <a:pt x="96" y="133"/>
                    <a:pt x="80" y="141"/>
                  </a:cubicBezTo>
                  <a:cubicBezTo>
                    <a:pt x="68" y="147"/>
                    <a:pt x="45" y="124"/>
                    <a:pt x="31" y="123"/>
                  </a:cubicBezTo>
                  <a:cubicBezTo>
                    <a:pt x="0" y="122"/>
                    <a:pt x="15" y="150"/>
                    <a:pt x="21" y="168"/>
                  </a:cubicBezTo>
                  <a:cubicBezTo>
                    <a:pt x="37" y="165"/>
                    <a:pt x="49" y="184"/>
                    <a:pt x="47" y="197"/>
                  </a:cubicBezTo>
                  <a:cubicBezTo>
                    <a:pt x="46" y="200"/>
                    <a:pt x="47" y="202"/>
                    <a:pt x="49" y="205"/>
                  </a:cubicBezTo>
                  <a:cubicBezTo>
                    <a:pt x="67" y="207"/>
                    <a:pt x="85" y="216"/>
                    <a:pt x="103" y="209"/>
                  </a:cubicBezTo>
                  <a:cubicBezTo>
                    <a:pt x="112" y="206"/>
                    <a:pt x="118" y="206"/>
                    <a:pt x="127" y="204"/>
                  </a:cubicBezTo>
                  <a:cubicBezTo>
                    <a:pt x="135" y="203"/>
                    <a:pt x="139" y="192"/>
                    <a:pt x="147" y="193"/>
                  </a:cubicBezTo>
                  <a:cubicBezTo>
                    <a:pt x="154" y="193"/>
                    <a:pt x="165" y="206"/>
                    <a:pt x="173" y="210"/>
                  </a:cubicBezTo>
                  <a:cubicBezTo>
                    <a:pt x="173" y="210"/>
                    <a:pt x="172" y="212"/>
                    <a:pt x="172" y="212"/>
                  </a:cubicBezTo>
                  <a:cubicBezTo>
                    <a:pt x="184" y="220"/>
                    <a:pt x="196" y="214"/>
                    <a:pt x="207" y="220"/>
                  </a:cubicBezTo>
                  <a:cubicBezTo>
                    <a:pt x="210" y="213"/>
                    <a:pt x="210" y="206"/>
                    <a:pt x="213" y="200"/>
                  </a:cubicBezTo>
                  <a:cubicBezTo>
                    <a:pt x="204" y="201"/>
                    <a:pt x="198" y="195"/>
                    <a:pt x="201" y="187"/>
                  </a:cubicBezTo>
                  <a:cubicBezTo>
                    <a:pt x="209" y="188"/>
                    <a:pt x="229" y="192"/>
                    <a:pt x="233" y="183"/>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16"/>
            <p:cNvSpPr>
              <a:spLocks/>
            </p:cNvSpPr>
            <p:nvPr/>
          </p:nvSpPr>
          <p:spPr bwMode="auto">
            <a:xfrm>
              <a:off x="3363913" y="763588"/>
              <a:ext cx="336550" cy="336550"/>
            </a:xfrm>
            <a:custGeom>
              <a:avLst/>
              <a:gdLst/>
              <a:ahLst/>
              <a:cxnLst>
                <a:cxn ang="0">
                  <a:pos x="13" y="100"/>
                </a:cxn>
                <a:cxn ang="0">
                  <a:pos x="11" y="122"/>
                </a:cxn>
                <a:cxn ang="0">
                  <a:pos x="39" y="128"/>
                </a:cxn>
                <a:cxn ang="0">
                  <a:pos x="66" y="105"/>
                </a:cxn>
                <a:cxn ang="0">
                  <a:pos x="93" y="87"/>
                </a:cxn>
                <a:cxn ang="0">
                  <a:pos x="130" y="79"/>
                </a:cxn>
                <a:cxn ang="0">
                  <a:pos x="136" y="45"/>
                </a:cxn>
                <a:cxn ang="0">
                  <a:pos x="103" y="27"/>
                </a:cxn>
                <a:cxn ang="0">
                  <a:pos x="98" y="27"/>
                </a:cxn>
                <a:cxn ang="0">
                  <a:pos x="93" y="9"/>
                </a:cxn>
                <a:cxn ang="0">
                  <a:pos x="79" y="8"/>
                </a:cxn>
                <a:cxn ang="0">
                  <a:pos x="59" y="2"/>
                </a:cxn>
                <a:cxn ang="0">
                  <a:pos x="51" y="25"/>
                </a:cxn>
                <a:cxn ang="0">
                  <a:pos x="20" y="60"/>
                </a:cxn>
                <a:cxn ang="0">
                  <a:pos x="4" y="84"/>
                </a:cxn>
                <a:cxn ang="0">
                  <a:pos x="13" y="100"/>
                </a:cxn>
              </a:cxnLst>
              <a:rect l="0" t="0" r="r" b="b"/>
              <a:pathLst>
                <a:path w="142" h="142">
                  <a:moveTo>
                    <a:pt x="13" y="100"/>
                  </a:moveTo>
                  <a:cubicBezTo>
                    <a:pt x="14" y="107"/>
                    <a:pt x="9" y="115"/>
                    <a:pt x="11" y="122"/>
                  </a:cubicBezTo>
                  <a:cubicBezTo>
                    <a:pt x="18" y="142"/>
                    <a:pt x="34" y="112"/>
                    <a:pt x="39" y="128"/>
                  </a:cubicBezTo>
                  <a:cubicBezTo>
                    <a:pt x="54" y="125"/>
                    <a:pt x="57" y="116"/>
                    <a:pt x="66" y="105"/>
                  </a:cubicBezTo>
                  <a:cubicBezTo>
                    <a:pt x="72" y="97"/>
                    <a:pt x="83" y="91"/>
                    <a:pt x="93" y="87"/>
                  </a:cubicBezTo>
                  <a:cubicBezTo>
                    <a:pt x="104" y="83"/>
                    <a:pt x="121" y="86"/>
                    <a:pt x="130" y="79"/>
                  </a:cubicBezTo>
                  <a:cubicBezTo>
                    <a:pt x="140" y="73"/>
                    <a:pt x="142" y="54"/>
                    <a:pt x="136" y="45"/>
                  </a:cubicBezTo>
                  <a:cubicBezTo>
                    <a:pt x="129" y="34"/>
                    <a:pt x="113" y="34"/>
                    <a:pt x="103" y="27"/>
                  </a:cubicBezTo>
                  <a:cubicBezTo>
                    <a:pt x="101" y="27"/>
                    <a:pt x="99" y="27"/>
                    <a:pt x="98" y="27"/>
                  </a:cubicBezTo>
                  <a:cubicBezTo>
                    <a:pt x="95" y="27"/>
                    <a:pt x="95" y="11"/>
                    <a:pt x="93" y="9"/>
                  </a:cubicBezTo>
                  <a:cubicBezTo>
                    <a:pt x="88" y="5"/>
                    <a:pt x="85" y="9"/>
                    <a:pt x="79" y="8"/>
                  </a:cubicBezTo>
                  <a:cubicBezTo>
                    <a:pt x="72" y="6"/>
                    <a:pt x="67" y="0"/>
                    <a:pt x="59" y="2"/>
                  </a:cubicBezTo>
                  <a:cubicBezTo>
                    <a:pt x="50" y="5"/>
                    <a:pt x="54" y="17"/>
                    <a:pt x="51" y="25"/>
                  </a:cubicBezTo>
                  <a:cubicBezTo>
                    <a:pt x="46" y="40"/>
                    <a:pt x="30" y="49"/>
                    <a:pt x="20" y="60"/>
                  </a:cubicBezTo>
                  <a:cubicBezTo>
                    <a:pt x="12" y="68"/>
                    <a:pt x="0" y="71"/>
                    <a:pt x="4" y="84"/>
                  </a:cubicBezTo>
                  <a:cubicBezTo>
                    <a:pt x="6" y="90"/>
                    <a:pt x="12" y="93"/>
                    <a:pt x="13" y="100"/>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7"/>
            <p:cNvSpPr>
              <a:spLocks/>
            </p:cNvSpPr>
            <p:nvPr/>
          </p:nvSpPr>
          <p:spPr bwMode="auto">
            <a:xfrm>
              <a:off x="4087813" y="1355725"/>
              <a:ext cx="139700" cy="146050"/>
            </a:xfrm>
            <a:custGeom>
              <a:avLst/>
              <a:gdLst/>
              <a:ahLst/>
              <a:cxnLst>
                <a:cxn ang="0">
                  <a:pos x="38" y="20"/>
                </a:cxn>
                <a:cxn ang="0">
                  <a:pos x="20" y="11"/>
                </a:cxn>
                <a:cxn ang="0">
                  <a:pos x="17" y="29"/>
                </a:cxn>
                <a:cxn ang="0">
                  <a:pos x="11" y="52"/>
                </a:cxn>
                <a:cxn ang="0">
                  <a:pos x="45" y="61"/>
                </a:cxn>
                <a:cxn ang="0">
                  <a:pos x="53" y="44"/>
                </a:cxn>
                <a:cxn ang="0">
                  <a:pos x="38" y="20"/>
                </a:cxn>
              </a:cxnLst>
              <a:rect l="0" t="0" r="r" b="b"/>
              <a:pathLst>
                <a:path w="59" h="62">
                  <a:moveTo>
                    <a:pt x="38" y="20"/>
                  </a:moveTo>
                  <a:cubicBezTo>
                    <a:pt x="34" y="15"/>
                    <a:pt x="27" y="0"/>
                    <a:pt x="20" y="11"/>
                  </a:cubicBezTo>
                  <a:cubicBezTo>
                    <a:pt x="16" y="15"/>
                    <a:pt x="16" y="24"/>
                    <a:pt x="17" y="29"/>
                  </a:cubicBezTo>
                  <a:cubicBezTo>
                    <a:pt x="1" y="31"/>
                    <a:pt x="0" y="44"/>
                    <a:pt x="11" y="52"/>
                  </a:cubicBezTo>
                  <a:cubicBezTo>
                    <a:pt x="19" y="57"/>
                    <a:pt x="36" y="62"/>
                    <a:pt x="45" y="61"/>
                  </a:cubicBezTo>
                  <a:cubicBezTo>
                    <a:pt x="54" y="59"/>
                    <a:pt x="59" y="52"/>
                    <a:pt x="53" y="44"/>
                  </a:cubicBezTo>
                  <a:cubicBezTo>
                    <a:pt x="56" y="36"/>
                    <a:pt x="42" y="27"/>
                    <a:pt x="38" y="20"/>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18"/>
            <p:cNvSpPr>
              <a:spLocks/>
            </p:cNvSpPr>
            <p:nvPr/>
          </p:nvSpPr>
          <p:spPr bwMode="auto">
            <a:xfrm>
              <a:off x="3717926" y="1430338"/>
              <a:ext cx="161925" cy="65088"/>
            </a:xfrm>
            <a:custGeom>
              <a:avLst/>
              <a:gdLst/>
              <a:ahLst/>
              <a:cxnLst>
                <a:cxn ang="0">
                  <a:pos x="20" y="24"/>
                </a:cxn>
                <a:cxn ang="0">
                  <a:pos x="37" y="18"/>
                </a:cxn>
                <a:cxn ang="0">
                  <a:pos x="53" y="18"/>
                </a:cxn>
                <a:cxn ang="0">
                  <a:pos x="68" y="5"/>
                </a:cxn>
                <a:cxn ang="0">
                  <a:pos x="55" y="2"/>
                </a:cxn>
                <a:cxn ang="0">
                  <a:pos x="61" y="2"/>
                </a:cxn>
                <a:cxn ang="0">
                  <a:pos x="20" y="24"/>
                </a:cxn>
              </a:cxnLst>
              <a:rect l="0" t="0" r="r" b="b"/>
              <a:pathLst>
                <a:path w="68" h="27">
                  <a:moveTo>
                    <a:pt x="20" y="24"/>
                  </a:moveTo>
                  <a:cubicBezTo>
                    <a:pt x="25" y="27"/>
                    <a:pt x="33" y="19"/>
                    <a:pt x="37" y="18"/>
                  </a:cubicBezTo>
                  <a:cubicBezTo>
                    <a:pt x="42" y="16"/>
                    <a:pt x="47" y="17"/>
                    <a:pt x="53" y="18"/>
                  </a:cubicBezTo>
                  <a:cubicBezTo>
                    <a:pt x="55" y="9"/>
                    <a:pt x="65" y="13"/>
                    <a:pt x="68" y="5"/>
                  </a:cubicBezTo>
                  <a:cubicBezTo>
                    <a:pt x="65" y="1"/>
                    <a:pt x="59" y="0"/>
                    <a:pt x="55" y="2"/>
                  </a:cubicBezTo>
                  <a:cubicBezTo>
                    <a:pt x="61" y="2"/>
                    <a:pt x="61" y="2"/>
                    <a:pt x="61" y="2"/>
                  </a:cubicBezTo>
                  <a:cubicBezTo>
                    <a:pt x="58" y="2"/>
                    <a:pt x="0" y="11"/>
                    <a:pt x="20" y="24"/>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9"/>
            <p:cNvSpPr>
              <a:spLocks/>
            </p:cNvSpPr>
            <p:nvPr/>
          </p:nvSpPr>
          <p:spPr bwMode="auto">
            <a:xfrm>
              <a:off x="4011613" y="974725"/>
              <a:ext cx="192088" cy="269875"/>
            </a:xfrm>
            <a:custGeom>
              <a:avLst/>
              <a:gdLst/>
              <a:ahLst/>
              <a:cxnLst>
                <a:cxn ang="0">
                  <a:pos x="53" y="105"/>
                </a:cxn>
                <a:cxn ang="0">
                  <a:pos x="59" y="94"/>
                </a:cxn>
                <a:cxn ang="0">
                  <a:pos x="70" y="89"/>
                </a:cxn>
                <a:cxn ang="0">
                  <a:pos x="78" y="54"/>
                </a:cxn>
                <a:cxn ang="0">
                  <a:pos x="73" y="54"/>
                </a:cxn>
                <a:cxn ang="0">
                  <a:pos x="60" y="38"/>
                </a:cxn>
                <a:cxn ang="0">
                  <a:pos x="71" y="6"/>
                </a:cxn>
                <a:cxn ang="0">
                  <a:pos x="54" y="10"/>
                </a:cxn>
                <a:cxn ang="0">
                  <a:pos x="41" y="3"/>
                </a:cxn>
                <a:cxn ang="0">
                  <a:pos x="25" y="15"/>
                </a:cxn>
                <a:cxn ang="0">
                  <a:pos x="24" y="23"/>
                </a:cxn>
                <a:cxn ang="0">
                  <a:pos x="32" y="43"/>
                </a:cxn>
                <a:cxn ang="0">
                  <a:pos x="17" y="34"/>
                </a:cxn>
                <a:cxn ang="0">
                  <a:pos x="37" y="93"/>
                </a:cxn>
                <a:cxn ang="0">
                  <a:pos x="53" y="105"/>
                </a:cxn>
              </a:cxnLst>
              <a:rect l="0" t="0" r="r" b="b"/>
              <a:pathLst>
                <a:path w="81" h="114">
                  <a:moveTo>
                    <a:pt x="53" y="105"/>
                  </a:moveTo>
                  <a:cubicBezTo>
                    <a:pt x="56" y="103"/>
                    <a:pt x="56" y="97"/>
                    <a:pt x="59" y="94"/>
                  </a:cubicBezTo>
                  <a:cubicBezTo>
                    <a:pt x="62" y="91"/>
                    <a:pt x="67" y="92"/>
                    <a:pt x="70" y="89"/>
                  </a:cubicBezTo>
                  <a:cubicBezTo>
                    <a:pt x="81" y="81"/>
                    <a:pt x="80" y="66"/>
                    <a:pt x="78" y="54"/>
                  </a:cubicBezTo>
                  <a:cubicBezTo>
                    <a:pt x="76" y="54"/>
                    <a:pt x="74" y="54"/>
                    <a:pt x="73" y="54"/>
                  </a:cubicBezTo>
                  <a:cubicBezTo>
                    <a:pt x="75" y="44"/>
                    <a:pt x="67" y="41"/>
                    <a:pt x="60" y="38"/>
                  </a:cubicBezTo>
                  <a:cubicBezTo>
                    <a:pt x="60" y="26"/>
                    <a:pt x="76" y="20"/>
                    <a:pt x="71" y="6"/>
                  </a:cubicBezTo>
                  <a:cubicBezTo>
                    <a:pt x="63" y="4"/>
                    <a:pt x="60" y="11"/>
                    <a:pt x="54" y="10"/>
                  </a:cubicBezTo>
                  <a:cubicBezTo>
                    <a:pt x="48" y="9"/>
                    <a:pt x="46" y="0"/>
                    <a:pt x="41" y="3"/>
                  </a:cubicBezTo>
                  <a:cubicBezTo>
                    <a:pt x="34" y="1"/>
                    <a:pt x="26" y="8"/>
                    <a:pt x="25" y="15"/>
                  </a:cubicBezTo>
                  <a:cubicBezTo>
                    <a:pt x="30" y="18"/>
                    <a:pt x="30" y="21"/>
                    <a:pt x="24" y="23"/>
                  </a:cubicBezTo>
                  <a:cubicBezTo>
                    <a:pt x="26" y="22"/>
                    <a:pt x="34" y="39"/>
                    <a:pt x="32" y="43"/>
                  </a:cubicBezTo>
                  <a:cubicBezTo>
                    <a:pt x="25" y="55"/>
                    <a:pt x="18" y="42"/>
                    <a:pt x="17" y="34"/>
                  </a:cubicBezTo>
                  <a:cubicBezTo>
                    <a:pt x="0" y="54"/>
                    <a:pt x="29" y="75"/>
                    <a:pt x="37" y="93"/>
                  </a:cubicBezTo>
                  <a:cubicBezTo>
                    <a:pt x="41" y="104"/>
                    <a:pt x="44" y="114"/>
                    <a:pt x="53" y="105"/>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20"/>
            <p:cNvSpPr>
              <a:spLocks/>
            </p:cNvSpPr>
            <p:nvPr/>
          </p:nvSpPr>
          <p:spPr bwMode="auto">
            <a:xfrm>
              <a:off x="3917951" y="966788"/>
              <a:ext cx="63500" cy="85725"/>
            </a:xfrm>
            <a:custGeom>
              <a:avLst/>
              <a:gdLst/>
              <a:ahLst/>
              <a:cxnLst>
                <a:cxn ang="0">
                  <a:pos x="26" y="14"/>
                </a:cxn>
                <a:cxn ang="0">
                  <a:pos x="5" y="8"/>
                </a:cxn>
                <a:cxn ang="0">
                  <a:pos x="16" y="33"/>
                </a:cxn>
                <a:cxn ang="0">
                  <a:pos x="26" y="14"/>
                </a:cxn>
              </a:cxnLst>
              <a:rect l="0" t="0" r="r" b="b"/>
              <a:pathLst>
                <a:path w="27" h="36">
                  <a:moveTo>
                    <a:pt x="26" y="14"/>
                  </a:moveTo>
                  <a:cubicBezTo>
                    <a:pt x="24" y="6"/>
                    <a:pt x="11" y="0"/>
                    <a:pt x="5" y="8"/>
                  </a:cubicBezTo>
                  <a:cubicBezTo>
                    <a:pt x="0" y="15"/>
                    <a:pt x="12" y="26"/>
                    <a:pt x="16" y="33"/>
                  </a:cubicBezTo>
                  <a:cubicBezTo>
                    <a:pt x="17" y="36"/>
                    <a:pt x="27" y="18"/>
                    <a:pt x="26" y="14"/>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21"/>
            <p:cNvSpPr>
              <a:spLocks/>
            </p:cNvSpPr>
            <p:nvPr/>
          </p:nvSpPr>
          <p:spPr bwMode="auto">
            <a:xfrm>
              <a:off x="4217988" y="933450"/>
              <a:ext cx="161925" cy="239713"/>
            </a:xfrm>
            <a:custGeom>
              <a:avLst/>
              <a:gdLst/>
              <a:ahLst/>
              <a:cxnLst>
                <a:cxn ang="0">
                  <a:pos x="44" y="67"/>
                </a:cxn>
                <a:cxn ang="0">
                  <a:pos x="61" y="19"/>
                </a:cxn>
                <a:cxn ang="0">
                  <a:pos x="30" y="11"/>
                </a:cxn>
                <a:cxn ang="0">
                  <a:pos x="3" y="38"/>
                </a:cxn>
                <a:cxn ang="0">
                  <a:pos x="3" y="74"/>
                </a:cxn>
                <a:cxn ang="0">
                  <a:pos x="18" y="101"/>
                </a:cxn>
                <a:cxn ang="0">
                  <a:pos x="25" y="72"/>
                </a:cxn>
                <a:cxn ang="0">
                  <a:pos x="44" y="67"/>
                </a:cxn>
              </a:cxnLst>
              <a:rect l="0" t="0" r="r" b="b"/>
              <a:pathLst>
                <a:path w="69" h="101">
                  <a:moveTo>
                    <a:pt x="44" y="67"/>
                  </a:moveTo>
                  <a:cubicBezTo>
                    <a:pt x="52" y="64"/>
                    <a:pt x="69" y="25"/>
                    <a:pt x="61" y="19"/>
                  </a:cubicBezTo>
                  <a:cubicBezTo>
                    <a:pt x="51" y="11"/>
                    <a:pt x="37" y="26"/>
                    <a:pt x="30" y="11"/>
                  </a:cubicBezTo>
                  <a:cubicBezTo>
                    <a:pt x="26" y="0"/>
                    <a:pt x="4" y="33"/>
                    <a:pt x="3" y="38"/>
                  </a:cubicBezTo>
                  <a:cubicBezTo>
                    <a:pt x="0" y="48"/>
                    <a:pt x="2" y="64"/>
                    <a:pt x="3" y="74"/>
                  </a:cubicBezTo>
                  <a:cubicBezTo>
                    <a:pt x="15" y="75"/>
                    <a:pt x="9" y="95"/>
                    <a:pt x="18" y="101"/>
                  </a:cubicBezTo>
                  <a:cubicBezTo>
                    <a:pt x="29" y="92"/>
                    <a:pt x="21" y="83"/>
                    <a:pt x="25" y="72"/>
                  </a:cubicBezTo>
                  <a:cubicBezTo>
                    <a:pt x="29" y="59"/>
                    <a:pt x="34" y="71"/>
                    <a:pt x="44" y="67"/>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22"/>
            <p:cNvSpPr>
              <a:spLocks/>
            </p:cNvSpPr>
            <p:nvPr/>
          </p:nvSpPr>
          <p:spPr bwMode="auto">
            <a:xfrm>
              <a:off x="4297363" y="3175"/>
              <a:ext cx="393700" cy="735013"/>
            </a:xfrm>
            <a:custGeom>
              <a:avLst/>
              <a:gdLst/>
              <a:ahLst/>
              <a:cxnLst>
                <a:cxn ang="0">
                  <a:pos x="40" y="105"/>
                </a:cxn>
                <a:cxn ang="0">
                  <a:pos x="71" y="120"/>
                </a:cxn>
                <a:cxn ang="0">
                  <a:pos x="69" y="134"/>
                </a:cxn>
                <a:cxn ang="0">
                  <a:pos x="53" y="145"/>
                </a:cxn>
                <a:cxn ang="0">
                  <a:pos x="58" y="176"/>
                </a:cxn>
                <a:cxn ang="0">
                  <a:pos x="80" y="199"/>
                </a:cxn>
                <a:cxn ang="0">
                  <a:pos x="40" y="235"/>
                </a:cxn>
                <a:cxn ang="0">
                  <a:pos x="61" y="246"/>
                </a:cxn>
                <a:cxn ang="0">
                  <a:pos x="70" y="260"/>
                </a:cxn>
                <a:cxn ang="0">
                  <a:pos x="55" y="249"/>
                </a:cxn>
                <a:cxn ang="0">
                  <a:pos x="38" y="306"/>
                </a:cxn>
                <a:cxn ang="0">
                  <a:pos x="79" y="300"/>
                </a:cxn>
                <a:cxn ang="0">
                  <a:pos x="113" y="306"/>
                </a:cxn>
                <a:cxn ang="0">
                  <a:pos x="121" y="273"/>
                </a:cxn>
                <a:cxn ang="0">
                  <a:pos x="95" y="254"/>
                </a:cxn>
                <a:cxn ang="0">
                  <a:pos x="125" y="228"/>
                </a:cxn>
                <a:cxn ang="0">
                  <a:pos x="143" y="203"/>
                </a:cxn>
                <a:cxn ang="0">
                  <a:pos x="132" y="184"/>
                </a:cxn>
                <a:cxn ang="0">
                  <a:pos x="120" y="179"/>
                </a:cxn>
                <a:cxn ang="0">
                  <a:pos x="126" y="165"/>
                </a:cxn>
                <a:cxn ang="0">
                  <a:pos x="150" y="142"/>
                </a:cxn>
                <a:cxn ang="0">
                  <a:pos x="155" y="102"/>
                </a:cxn>
                <a:cxn ang="0">
                  <a:pos x="161" y="80"/>
                </a:cxn>
                <a:cxn ang="0">
                  <a:pos x="142" y="78"/>
                </a:cxn>
                <a:cxn ang="0">
                  <a:pos x="148" y="53"/>
                </a:cxn>
                <a:cxn ang="0">
                  <a:pos x="120" y="11"/>
                </a:cxn>
                <a:cxn ang="0">
                  <a:pos x="101" y="3"/>
                </a:cxn>
                <a:cxn ang="0">
                  <a:pos x="74" y="24"/>
                </a:cxn>
                <a:cxn ang="0">
                  <a:pos x="51" y="46"/>
                </a:cxn>
                <a:cxn ang="0">
                  <a:pos x="29" y="58"/>
                </a:cxn>
                <a:cxn ang="0">
                  <a:pos x="32" y="71"/>
                </a:cxn>
                <a:cxn ang="0">
                  <a:pos x="1" y="83"/>
                </a:cxn>
                <a:cxn ang="0">
                  <a:pos x="14" y="111"/>
                </a:cxn>
              </a:cxnLst>
              <a:rect l="0" t="0" r="r" b="b"/>
              <a:pathLst>
                <a:path w="166" h="311">
                  <a:moveTo>
                    <a:pt x="14" y="111"/>
                  </a:moveTo>
                  <a:cubicBezTo>
                    <a:pt x="19" y="115"/>
                    <a:pt x="33" y="108"/>
                    <a:pt x="40" y="105"/>
                  </a:cubicBezTo>
                  <a:cubicBezTo>
                    <a:pt x="37" y="115"/>
                    <a:pt x="30" y="131"/>
                    <a:pt x="45" y="132"/>
                  </a:cubicBezTo>
                  <a:cubicBezTo>
                    <a:pt x="52" y="133"/>
                    <a:pt x="65" y="124"/>
                    <a:pt x="71" y="120"/>
                  </a:cubicBezTo>
                  <a:cubicBezTo>
                    <a:pt x="75" y="117"/>
                    <a:pt x="89" y="100"/>
                    <a:pt x="91" y="112"/>
                  </a:cubicBezTo>
                  <a:cubicBezTo>
                    <a:pt x="93" y="124"/>
                    <a:pt x="71" y="126"/>
                    <a:pt x="69" y="134"/>
                  </a:cubicBezTo>
                  <a:cubicBezTo>
                    <a:pt x="67" y="141"/>
                    <a:pt x="81" y="155"/>
                    <a:pt x="82" y="165"/>
                  </a:cubicBezTo>
                  <a:cubicBezTo>
                    <a:pt x="68" y="161"/>
                    <a:pt x="65" y="148"/>
                    <a:pt x="53" y="145"/>
                  </a:cubicBezTo>
                  <a:cubicBezTo>
                    <a:pt x="35" y="140"/>
                    <a:pt x="39" y="155"/>
                    <a:pt x="47" y="165"/>
                  </a:cubicBezTo>
                  <a:cubicBezTo>
                    <a:pt x="50" y="169"/>
                    <a:pt x="55" y="170"/>
                    <a:pt x="58" y="176"/>
                  </a:cubicBezTo>
                  <a:cubicBezTo>
                    <a:pt x="61" y="182"/>
                    <a:pt x="59" y="187"/>
                    <a:pt x="65" y="192"/>
                  </a:cubicBezTo>
                  <a:cubicBezTo>
                    <a:pt x="69" y="195"/>
                    <a:pt x="80" y="192"/>
                    <a:pt x="80" y="199"/>
                  </a:cubicBezTo>
                  <a:cubicBezTo>
                    <a:pt x="80" y="206"/>
                    <a:pt x="70" y="205"/>
                    <a:pt x="66" y="206"/>
                  </a:cubicBezTo>
                  <a:cubicBezTo>
                    <a:pt x="48" y="208"/>
                    <a:pt x="40" y="214"/>
                    <a:pt x="40" y="235"/>
                  </a:cubicBezTo>
                  <a:cubicBezTo>
                    <a:pt x="45" y="241"/>
                    <a:pt x="48" y="235"/>
                    <a:pt x="54" y="238"/>
                  </a:cubicBezTo>
                  <a:cubicBezTo>
                    <a:pt x="63" y="241"/>
                    <a:pt x="56" y="239"/>
                    <a:pt x="61" y="246"/>
                  </a:cubicBezTo>
                  <a:cubicBezTo>
                    <a:pt x="69" y="256"/>
                    <a:pt x="70" y="245"/>
                    <a:pt x="77" y="248"/>
                  </a:cubicBezTo>
                  <a:cubicBezTo>
                    <a:pt x="88" y="253"/>
                    <a:pt x="78" y="260"/>
                    <a:pt x="70" y="260"/>
                  </a:cubicBezTo>
                  <a:cubicBezTo>
                    <a:pt x="62" y="260"/>
                    <a:pt x="61" y="257"/>
                    <a:pt x="55" y="253"/>
                  </a:cubicBezTo>
                  <a:cubicBezTo>
                    <a:pt x="55" y="251"/>
                    <a:pt x="55" y="250"/>
                    <a:pt x="55" y="249"/>
                  </a:cubicBezTo>
                  <a:cubicBezTo>
                    <a:pt x="42" y="244"/>
                    <a:pt x="41" y="255"/>
                    <a:pt x="38" y="264"/>
                  </a:cubicBezTo>
                  <a:cubicBezTo>
                    <a:pt x="62" y="274"/>
                    <a:pt x="19" y="287"/>
                    <a:pt x="38" y="306"/>
                  </a:cubicBezTo>
                  <a:cubicBezTo>
                    <a:pt x="46" y="306"/>
                    <a:pt x="56" y="305"/>
                    <a:pt x="63" y="306"/>
                  </a:cubicBezTo>
                  <a:cubicBezTo>
                    <a:pt x="70" y="306"/>
                    <a:pt x="74" y="311"/>
                    <a:pt x="79" y="300"/>
                  </a:cubicBezTo>
                  <a:cubicBezTo>
                    <a:pt x="89" y="304"/>
                    <a:pt x="99" y="294"/>
                    <a:pt x="111" y="293"/>
                  </a:cubicBezTo>
                  <a:cubicBezTo>
                    <a:pt x="111" y="298"/>
                    <a:pt x="111" y="303"/>
                    <a:pt x="113" y="306"/>
                  </a:cubicBezTo>
                  <a:cubicBezTo>
                    <a:pt x="120" y="301"/>
                    <a:pt x="154" y="272"/>
                    <a:pt x="132" y="266"/>
                  </a:cubicBezTo>
                  <a:cubicBezTo>
                    <a:pt x="129" y="270"/>
                    <a:pt x="126" y="273"/>
                    <a:pt x="121" y="273"/>
                  </a:cubicBezTo>
                  <a:cubicBezTo>
                    <a:pt x="121" y="271"/>
                    <a:pt x="121" y="270"/>
                    <a:pt x="122" y="268"/>
                  </a:cubicBezTo>
                  <a:cubicBezTo>
                    <a:pt x="113" y="262"/>
                    <a:pt x="98" y="269"/>
                    <a:pt x="95" y="254"/>
                  </a:cubicBezTo>
                  <a:cubicBezTo>
                    <a:pt x="105" y="253"/>
                    <a:pt x="111" y="262"/>
                    <a:pt x="122" y="254"/>
                  </a:cubicBezTo>
                  <a:cubicBezTo>
                    <a:pt x="132" y="245"/>
                    <a:pt x="121" y="240"/>
                    <a:pt x="125" y="228"/>
                  </a:cubicBezTo>
                  <a:cubicBezTo>
                    <a:pt x="131" y="227"/>
                    <a:pt x="148" y="219"/>
                    <a:pt x="133" y="218"/>
                  </a:cubicBezTo>
                  <a:cubicBezTo>
                    <a:pt x="132" y="208"/>
                    <a:pt x="145" y="214"/>
                    <a:pt x="143" y="203"/>
                  </a:cubicBezTo>
                  <a:cubicBezTo>
                    <a:pt x="140" y="203"/>
                    <a:pt x="137" y="201"/>
                    <a:pt x="134" y="202"/>
                  </a:cubicBezTo>
                  <a:cubicBezTo>
                    <a:pt x="139" y="194"/>
                    <a:pt x="142" y="190"/>
                    <a:pt x="132" y="184"/>
                  </a:cubicBezTo>
                  <a:cubicBezTo>
                    <a:pt x="128" y="184"/>
                    <a:pt x="125" y="183"/>
                    <a:pt x="122" y="182"/>
                  </a:cubicBezTo>
                  <a:cubicBezTo>
                    <a:pt x="122" y="179"/>
                    <a:pt x="121" y="180"/>
                    <a:pt x="120" y="179"/>
                  </a:cubicBezTo>
                  <a:cubicBezTo>
                    <a:pt x="120" y="174"/>
                    <a:pt x="117" y="173"/>
                    <a:pt x="112" y="174"/>
                  </a:cubicBezTo>
                  <a:cubicBezTo>
                    <a:pt x="116" y="168"/>
                    <a:pt x="122" y="169"/>
                    <a:pt x="126" y="165"/>
                  </a:cubicBezTo>
                  <a:cubicBezTo>
                    <a:pt x="129" y="162"/>
                    <a:pt x="132" y="151"/>
                    <a:pt x="133" y="147"/>
                  </a:cubicBezTo>
                  <a:cubicBezTo>
                    <a:pt x="133" y="148"/>
                    <a:pt x="149" y="143"/>
                    <a:pt x="150" y="142"/>
                  </a:cubicBezTo>
                  <a:cubicBezTo>
                    <a:pt x="156" y="136"/>
                    <a:pt x="152" y="124"/>
                    <a:pt x="145" y="122"/>
                  </a:cubicBezTo>
                  <a:cubicBezTo>
                    <a:pt x="149" y="114"/>
                    <a:pt x="153" y="110"/>
                    <a:pt x="155" y="102"/>
                  </a:cubicBezTo>
                  <a:cubicBezTo>
                    <a:pt x="156" y="95"/>
                    <a:pt x="157" y="88"/>
                    <a:pt x="160" y="80"/>
                  </a:cubicBezTo>
                  <a:cubicBezTo>
                    <a:pt x="160" y="80"/>
                    <a:pt x="161" y="80"/>
                    <a:pt x="161" y="80"/>
                  </a:cubicBezTo>
                  <a:cubicBezTo>
                    <a:pt x="163" y="77"/>
                    <a:pt x="163" y="58"/>
                    <a:pt x="163" y="54"/>
                  </a:cubicBezTo>
                  <a:cubicBezTo>
                    <a:pt x="152" y="56"/>
                    <a:pt x="152" y="74"/>
                    <a:pt x="142" y="78"/>
                  </a:cubicBezTo>
                  <a:cubicBezTo>
                    <a:pt x="141" y="68"/>
                    <a:pt x="142" y="60"/>
                    <a:pt x="139" y="51"/>
                  </a:cubicBezTo>
                  <a:cubicBezTo>
                    <a:pt x="142" y="51"/>
                    <a:pt x="144" y="51"/>
                    <a:pt x="148" y="53"/>
                  </a:cubicBezTo>
                  <a:cubicBezTo>
                    <a:pt x="157" y="42"/>
                    <a:pt x="166" y="22"/>
                    <a:pt x="152" y="10"/>
                  </a:cubicBezTo>
                  <a:cubicBezTo>
                    <a:pt x="141" y="1"/>
                    <a:pt x="128" y="18"/>
                    <a:pt x="120" y="11"/>
                  </a:cubicBezTo>
                  <a:cubicBezTo>
                    <a:pt x="115" y="7"/>
                    <a:pt x="122" y="5"/>
                    <a:pt x="114" y="1"/>
                  </a:cubicBezTo>
                  <a:cubicBezTo>
                    <a:pt x="109" y="0"/>
                    <a:pt x="105" y="2"/>
                    <a:pt x="101" y="3"/>
                  </a:cubicBezTo>
                  <a:cubicBezTo>
                    <a:pt x="96" y="6"/>
                    <a:pt x="83" y="10"/>
                    <a:pt x="79" y="13"/>
                  </a:cubicBezTo>
                  <a:cubicBezTo>
                    <a:pt x="74" y="17"/>
                    <a:pt x="76" y="18"/>
                    <a:pt x="74" y="24"/>
                  </a:cubicBezTo>
                  <a:cubicBezTo>
                    <a:pt x="71" y="29"/>
                    <a:pt x="65" y="31"/>
                    <a:pt x="60" y="29"/>
                  </a:cubicBezTo>
                  <a:cubicBezTo>
                    <a:pt x="55" y="35"/>
                    <a:pt x="54" y="39"/>
                    <a:pt x="51" y="46"/>
                  </a:cubicBezTo>
                  <a:cubicBezTo>
                    <a:pt x="46" y="56"/>
                    <a:pt x="45" y="56"/>
                    <a:pt x="34" y="51"/>
                  </a:cubicBezTo>
                  <a:cubicBezTo>
                    <a:pt x="32" y="52"/>
                    <a:pt x="30" y="56"/>
                    <a:pt x="29" y="58"/>
                  </a:cubicBezTo>
                  <a:cubicBezTo>
                    <a:pt x="31" y="61"/>
                    <a:pt x="33" y="64"/>
                    <a:pt x="35" y="68"/>
                  </a:cubicBezTo>
                  <a:cubicBezTo>
                    <a:pt x="34" y="69"/>
                    <a:pt x="33" y="70"/>
                    <a:pt x="32" y="71"/>
                  </a:cubicBezTo>
                  <a:cubicBezTo>
                    <a:pt x="23" y="66"/>
                    <a:pt x="23" y="72"/>
                    <a:pt x="17" y="76"/>
                  </a:cubicBezTo>
                  <a:cubicBezTo>
                    <a:pt x="12" y="79"/>
                    <a:pt x="6" y="79"/>
                    <a:pt x="1" y="83"/>
                  </a:cubicBezTo>
                  <a:cubicBezTo>
                    <a:pt x="0" y="84"/>
                    <a:pt x="0" y="88"/>
                    <a:pt x="0" y="89"/>
                  </a:cubicBezTo>
                  <a:cubicBezTo>
                    <a:pt x="14" y="89"/>
                    <a:pt x="5" y="106"/>
                    <a:pt x="14" y="11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23"/>
            <p:cNvSpPr>
              <a:spLocks/>
            </p:cNvSpPr>
            <p:nvPr/>
          </p:nvSpPr>
          <p:spPr bwMode="auto">
            <a:xfrm>
              <a:off x="4195763" y="231775"/>
              <a:ext cx="231775" cy="331788"/>
            </a:xfrm>
            <a:custGeom>
              <a:avLst/>
              <a:gdLst/>
              <a:ahLst/>
              <a:cxnLst>
                <a:cxn ang="0">
                  <a:pos x="34" y="102"/>
                </a:cxn>
                <a:cxn ang="0">
                  <a:pos x="28" y="106"/>
                </a:cxn>
                <a:cxn ang="0">
                  <a:pos x="29" y="123"/>
                </a:cxn>
                <a:cxn ang="0">
                  <a:pos x="39" y="122"/>
                </a:cxn>
                <a:cxn ang="0">
                  <a:pos x="49" y="138"/>
                </a:cxn>
                <a:cxn ang="0">
                  <a:pos x="67" y="130"/>
                </a:cxn>
                <a:cxn ang="0">
                  <a:pos x="95" y="84"/>
                </a:cxn>
                <a:cxn ang="0">
                  <a:pos x="78" y="67"/>
                </a:cxn>
                <a:cxn ang="0">
                  <a:pos x="62" y="57"/>
                </a:cxn>
                <a:cxn ang="0">
                  <a:pos x="27" y="9"/>
                </a:cxn>
                <a:cxn ang="0">
                  <a:pos x="32" y="8"/>
                </a:cxn>
                <a:cxn ang="0">
                  <a:pos x="19" y="32"/>
                </a:cxn>
                <a:cxn ang="0">
                  <a:pos x="21" y="62"/>
                </a:cxn>
                <a:cxn ang="0">
                  <a:pos x="16" y="90"/>
                </a:cxn>
                <a:cxn ang="0">
                  <a:pos x="34" y="102"/>
                </a:cxn>
              </a:cxnLst>
              <a:rect l="0" t="0" r="r" b="b"/>
              <a:pathLst>
                <a:path w="98" h="140">
                  <a:moveTo>
                    <a:pt x="34" y="102"/>
                  </a:moveTo>
                  <a:cubicBezTo>
                    <a:pt x="33" y="103"/>
                    <a:pt x="30" y="103"/>
                    <a:pt x="28" y="106"/>
                  </a:cubicBezTo>
                  <a:cubicBezTo>
                    <a:pt x="27" y="108"/>
                    <a:pt x="29" y="121"/>
                    <a:pt x="29" y="123"/>
                  </a:cubicBezTo>
                  <a:cubicBezTo>
                    <a:pt x="33" y="123"/>
                    <a:pt x="36" y="124"/>
                    <a:pt x="39" y="122"/>
                  </a:cubicBezTo>
                  <a:cubicBezTo>
                    <a:pt x="43" y="127"/>
                    <a:pt x="42" y="135"/>
                    <a:pt x="49" y="138"/>
                  </a:cubicBezTo>
                  <a:cubicBezTo>
                    <a:pt x="55" y="140"/>
                    <a:pt x="64" y="134"/>
                    <a:pt x="67" y="130"/>
                  </a:cubicBezTo>
                  <a:cubicBezTo>
                    <a:pt x="75" y="120"/>
                    <a:pt x="98" y="98"/>
                    <a:pt x="95" y="84"/>
                  </a:cubicBezTo>
                  <a:cubicBezTo>
                    <a:pt x="94" y="77"/>
                    <a:pt x="83" y="71"/>
                    <a:pt x="78" y="67"/>
                  </a:cubicBezTo>
                  <a:cubicBezTo>
                    <a:pt x="73" y="64"/>
                    <a:pt x="66" y="61"/>
                    <a:pt x="62" y="57"/>
                  </a:cubicBezTo>
                  <a:cubicBezTo>
                    <a:pt x="54" y="49"/>
                    <a:pt x="44" y="0"/>
                    <a:pt x="27" y="9"/>
                  </a:cubicBezTo>
                  <a:cubicBezTo>
                    <a:pt x="32" y="8"/>
                    <a:pt x="32" y="8"/>
                    <a:pt x="32" y="8"/>
                  </a:cubicBezTo>
                  <a:cubicBezTo>
                    <a:pt x="26" y="13"/>
                    <a:pt x="18" y="24"/>
                    <a:pt x="19" y="32"/>
                  </a:cubicBezTo>
                  <a:cubicBezTo>
                    <a:pt x="19" y="44"/>
                    <a:pt x="29" y="49"/>
                    <a:pt x="21" y="62"/>
                  </a:cubicBezTo>
                  <a:cubicBezTo>
                    <a:pt x="0" y="58"/>
                    <a:pt x="14" y="77"/>
                    <a:pt x="16" y="90"/>
                  </a:cubicBezTo>
                  <a:cubicBezTo>
                    <a:pt x="27" y="93"/>
                    <a:pt x="48" y="82"/>
                    <a:pt x="34" y="102"/>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24"/>
            <p:cNvSpPr>
              <a:spLocks/>
            </p:cNvSpPr>
            <p:nvPr/>
          </p:nvSpPr>
          <p:spPr bwMode="auto">
            <a:xfrm>
              <a:off x="4203701" y="669925"/>
              <a:ext cx="417513" cy="252413"/>
            </a:xfrm>
            <a:custGeom>
              <a:avLst/>
              <a:gdLst/>
              <a:ahLst/>
              <a:cxnLst>
                <a:cxn ang="0">
                  <a:pos x="98" y="104"/>
                </a:cxn>
                <a:cxn ang="0">
                  <a:pos x="122" y="102"/>
                </a:cxn>
                <a:cxn ang="0">
                  <a:pos x="149" y="90"/>
                </a:cxn>
                <a:cxn ang="0">
                  <a:pos x="165" y="92"/>
                </a:cxn>
                <a:cxn ang="0">
                  <a:pos x="172" y="66"/>
                </a:cxn>
                <a:cxn ang="0">
                  <a:pos x="171" y="49"/>
                </a:cxn>
                <a:cxn ang="0">
                  <a:pos x="155" y="44"/>
                </a:cxn>
                <a:cxn ang="0">
                  <a:pos x="129" y="47"/>
                </a:cxn>
                <a:cxn ang="0">
                  <a:pos x="120" y="54"/>
                </a:cxn>
                <a:cxn ang="0">
                  <a:pos x="112" y="54"/>
                </a:cxn>
                <a:cxn ang="0">
                  <a:pos x="93" y="62"/>
                </a:cxn>
                <a:cxn ang="0">
                  <a:pos x="76" y="50"/>
                </a:cxn>
                <a:cxn ang="0">
                  <a:pos x="58" y="44"/>
                </a:cxn>
                <a:cxn ang="0">
                  <a:pos x="65" y="27"/>
                </a:cxn>
                <a:cxn ang="0">
                  <a:pos x="52" y="18"/>
                </a:cxn>
                <a:cxn ang="0">
                  <a:pos x="33" y="22"/>
                </a:cxn>
                <a:cxn ang="0">
                  <a:pos x="27" y="13"/>
                </a:cxn>
                <a:cxn ang="0">
                  <a:pos x="24" y="12"/>
                </a:cxn>
                <a:cxn ang="0">
                  <a:pos x="2" y="18"/>
                </a:cxn>
                <a:cxn ang="0">
                  <a:pos x="25" y="35"/>
                </a:cxn>
                <a:cxn ang="0">
                  <a:pos x="40" y="37"/>
                </a:cxn>
                <a:cxn ang="0">
                  <a:pos x="62" y="103"/>
                </a:cxn>
                <a:cxn ang="0">
                  <a:pos x="84" y="94"/>
                </a:cxn>
                <a:cxn ang="0">
                  <a:pos x="98" y="104"/>
                </a:cxn>
              </a:cxnLst>
              <a:rect l="0" t="0" r="r" b="b"/>
              <a:pathLst>
                <a:path w="177" h="107">
                  <a:moveTo>
                    <a:pt x="98" y="104"/>
                  </a:moveTo>
                  <a:cubicBezTo>
                    <a:pt x="105" y="106"/>
                    <a:pt x="115" y="103"/>
                    <a:pt x="122" y="102"/>
                  </a:cubicBezTo>
                  <a:cubicBezTo>
                    <a:pt x="132" y="100"/>
                    <a:pt x="139" y="90"/>
                    <a:pt x="149" y="90"/>
                  </a:cubicBezTo>
                  <a:cubicBezTo>
                    <a:pt x="155" y="89"/>
                    <a:pt x="157" y="96"/>
                    <a:pt x="165" y="92"/>
                  </a:cubicBezTo>
                  <a:cubicBezTo>
                    <a:pt x="175" y="88"/>
                    <a:pt x="176" y="75"/>
                    <a:pt x="172" y="66"/>
                  </a:cubicBezTo>
                  <a:cubicBezTo>
                    <a:pt x="170" y="61"/>
                    <a:pt x="177" y="56"/>
                    <a:pt x="171" y="49"/>
                  </a:cubicBezTo>
                  <a:cubicBezTo>
                    <a:pt x="166" y="44"/>
                    <a:pt x="161" y="45"/>
                    <a:pt x="155" y="44"/>
                  </a:cubicBezTo>
                  <a:cubicBezTo>
                    <a:pt x="147" y="43"/>
                    <a:pt x="136" y="44"/>
                    <a:pt x="129" y="47"/>
                  </a:cubicBezTo>
                  <a:cubicBezTo>
                    <a:pt x="125" y="48"/>
                    <a:pt x="123" y="53"/>
                    <a:pt x="120" y="54"/>
                  </a:cubicBezTo>
                  <a:cubicBezTo>
                    <a:pt x="118" y="54"/>
                    <a:pt x="113" y="54"/>
                    <a:pt x="112" y="54"/>
                  </a:cubicBezTo>
                  <a:cubicBezTo>
                    <a:pt x="103" y="58"/>
                    <a:pt x="103" y="62"/>
                    <a:pt x="93" y="62"/>
                  </a:cubicBezTo>
                  <a:cubicBezTo>
                    <a:pt x="78" y="63"/>
                    <a:pt x="84" y="56"/>
                    <a:pt x="76" y="50"/>
                  </a:cubicBezTo>
                  <a:cubicBezTo>
                    <a:pt x="68" y="46"/>
                    <a:pt x="59" y="56"/>
                    <a:pt x="58" y="44"/>
                  </a:cubicBezTo>
                  <a:cubicBezTo>
                    <a:pt x="57" y="36"/>
                    <a:pt x="67" y="33"/>
                    <a:pt x="65" y="27"/>
                  </a:cubicBezTo>
                  <a:cubicBezTo>
                    <a:pt x="65" y="28"/>
                    <a:pt x="51" y="18"/>
                    <a:pt x="52" y="18"/>
                  </a:cubicBezTo>
                  <a:cubicBezTo>
                    <a:pt x="45" y="16"/>
                    <a:pt x="40" y="22"/>
                    <a:pt x="33" y="22"/>
                  </a:cubicBezTo>
                  <a:cubicBezTo>
                    <a:pt x="33" y="16"/>
                    <a:pt x="33" y="14"/>
                    <a:pt x="27" y="13"/>
                  </a:cubicBezTo>
                  <a:cubicBezTo>
                    <a:pt x="24" y="12"/>
                    <a:pt x="24" y="12"/>
                    <a:pt x="24" y="12"/>
                  </a:cubicBezTo>
                  <a:cubicBezTo>
                    <a:pt x="13" y="2"/>
                    <a:pt x="0" y="0"/>
                    <a:pt x="2" y="18"/>
                  </a:cubicBezTo>
                  <a:cubicBezTo>
                    <a:pt x="9" y="22"/>
                    <a:pt x="17" y="32"/>
                    <a:pt x="25" y="35"/>
                  </a:cubicBezTo>
                  <a:cubicBezTo>
                    <a:pt x="32" y="36"/>
                    <a:pt x="35" y="31"/>
                    <a:pt x="40" y="37"/>
                  </a:cubicBezTo>
                  <a:cubicBezTo>
                    <a:pt x="52" y="53"/>
                    <a:pt x="41" y="95"/>
                    <a:pt x="62" y="103"/>
                  </a:cubicBezTo>
                  <a:cubicBezTo>
                    <a:pt x="74" y="107"/>
                    <a:pt x="76" y="99"/>
                    <a:pt x="84" y="94"/>
                  </a:cubicBezTo>
                  <a:cubicBezTo>
                    <a:pt x="90" y="97"/>
                    <a:pt x="91" y="102"/>
                    <a:pt x="98" y="104"/>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25"/>
            <p:cNvSpPr>
              <a:spLocks/>
            </p:cNvSpPr>
            <p:nvPr/>
          </p:nvSpPr>
          <p:spPr bwMode="auto">
            <a:xfrm>
              <a:off x="3584576" y="549275"/>
              <a:ext cx="217488" cy="134938"/>
            </a:xfrm>
            <a:custGeom>
              <a:avLst/>
              <a:gdLst/>
              <a:ahLst/>
              <a:cxnLst>
                <a:cxn ang="0">
                  <a:pos x="38" y="57"/>
                </a:cxn>
                <a:cxn ang="0">
                  <a:pos x="42" y="46"/>
                </a:cxn>
                <a:cxn ang="0">
                  <a:pos x="52" y="43"/>
                </a:cxn>
                <a:cxn ang="0">
                  <a:pos x="64" y="25"/>
                </a:cxn>
                <a:cxn ang="0">
                  <a:pos x="69" y="44"/>
                </a:cxn>
                <a:cxn ang="0">
                  <a:pos x="84" y="27"/>
                </a:cxn>
                <a:cxn ang="0">
                  <a:pos x="92" y="3"/>
                </a:cxn>
                <a:cxn ang="0">
                  <a:pos x="82" y="3"/>
                </a:cxn>
                <a:cxn ang="0">
                  <a:pos x="73" y="0"/>
                </a:cxn>
                <a:cxn ang="0">
                  <a:pos x="53" y="8"/>
                </a:cxn>
                <a:cxn ang="0">
                  <a:pos x="56" y="7"/>
                </a:cxn>
                <a:cxn ang="0">
                  <a:pos x="39" y="21"/>
                </a:cxn>
                <a:cxn ang="0">
                  <a:pos x="14" y="29"/>
                </a:cxn>
                <a:cxn ang="0">
                  <a:pos x="38" y="57"/>
                </a:cxn>
              </a:cxnLst>
              <a:rect l="0" t="0" r="r" b="b"/>
              <a:pathLst>
                <a:path w="92" h="57">
                  <a:moveTo>
                    <a:pt x="38" y="57"/>
                  </a:moveTo>
                  <a:cubicBezTo>
                    <a:pt x="42" y="54"/>
                    <a:pt x="39" y="49"/>
                    <a:pt x="42" y="46"/>
                  </a:cubicBezTo>
                  <a:cubicBezTo>
                    <a:pt x="45" y="43"/>
                    <a:pt x="49" y="46"/>
                    <a:pt x="52" y="43"/>
                  </a:cubicBezTo>
                  <a:cubicBezTo>
                    <a:pt x="54" y="39"/>
                    <a:pt x="56" y="22"/>
                    <a:pt x="64" y="25"/>
                  </a:cubicBezTo>
                  <a:cubicBezTo>
                    <a:pt x="72" y="28"/>
                    <a:pt x="57" y="43"/>
                    <a:pt x="69" y="44"/>
                  </a:cubicBezTo>
                  <a:cubicBezTo>
                    <a:pt x="74" y="44"/>
                    <a:pt x="83" y="31"/>
                    <a:pt x="84" y="27"/>
                  </a:cubicBezTo>
                  <a:cubicBezTo>
                    <a:pt x="87" y="20"/>
                    <a:pt x="90" y="11"/>
                    <a:pt x="92" y="3"/>
                  </a:cubicBezTo>
                  <a:cubicBezTo>
                    <a:pt x="88" y="1"/>
                    <a:pt x="85" y="4"/>
                    <a:pt x="82" y="3"/>
                  </a:cubicBezTo>
                  <a:cubicBezTo>
                    <a:pt x="81" y="3"/>
                    <a:pt x="74" y="1"/>
                    <a:pt x="73" y="0"/>
                  </a:cubicBezTo>
                  <a:cubicBezTo>
                    <a:pt x="66" y="0"/>
                    <a:pt x="60" y="3"/>
                    <a:pt x="53" y="8"/>
                  </a:cubicBezTo>
                  <a:cubicBezTo>
                    <a:pt x="56" y="7"/>
                    <a:pt x="56" y="7"/>
                    <a:pt x="56" y="7"/>
                  </a:cubicBezTo>
                  <a:cubicBezTo>
                    <a:pt x="51" y="12"/>
                    <a:pt x="45" y="18"/>
                    <a:pt x="39" y="21"/>
                  </a:cubicBezTo>
                  <a:cubicBezTo>
                    <a:pt x="32" y="25"/>
                    <a:pt x="19" y="23"/>
                    <a:pt x="14" y="29"/>
                  </a:cubicBezTo>
                  <a:cubicBezTo>
                    <a:pt x="0" y="43"/>
                    <a:pt x="33" y="45"/>
                    <a:pt x="38" y="57"/>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26"/>
            <p:cNvSpPr>
              <a:spLocks/>
            </p:cNvSpPr>
            <p:nvPr/>
          </p:nvSpPr>
          <p:spPr bwMode="auto">
            <a:xfrm>
              <a:off x="3695701" y="636588"/>
              <a:ext cx="320675" cy="241300"/>
            </a:xfrm>
            <a:custGeom>
              <a:avLst/>
              <a:gdLst/>
              <a:ahLst/>
              <a:cxnLst>
                <a:cxn ang="0">
                  <a:pos x="16" y="30"/>
                </a:cxn>
                <a:cxn ang="0">
                  <a:pos x="20" y="32"/>
                </a:cxn>
                <a:cxn ang="0">
                  <a:pos x="13" y="38"/>
                </a:cxn>
                <a:cxn ang="0">
                  <a:pos x="15" y="42"/>
                </a:cxn>
                <a:cxn ang="0">
                  <a:pos x="2" y="53"/>
                </a:cxn>
                <a:cxn ang="0">
                  <a:pos x="13" y="64"/>
                </a:cxn>
                <a:cxn ang="0">
                  <a:pos x="27" y="67"/>
                </a:cxn>
                <a:cxn ang="0">
                  <a:pos x="37" y="69"/>
                </a:cxn>
                <a:cxn ang="0">
                  <a:pos x="62" y="78"/>
                </a:cxn>
                <a:cxn ang="0">
                  <a:pos x="28" y="86"/>
                </a:cxn>
                <a:cxn ang="0">
                  <a:pos x="28" y="94"/>
                </a:cxn>
                <a:cxn ang="0">
                  <a:pos x="63" y="92"/>
                </a:cxn>
                <a:cxn ang="0">
                  <a:pos x="91" y="90"/>
                </a:cxn>
                <a:cxn ang="0">
                  <a:pos x="120" y="83"/>
                </a:cxn>
                <a:cxn ang="0">
                  <a:pos x="130" y="54"/>
                </a:cxn>
                <a:cxn ang="0">
                  <a:pos x="104" y="42"/>
                </a:cxn>
                <a:cxn ang="0">
                  <a:pos x="101" y="42"/>
                </a:cxn>
                <a:cxn ang="0">
                  <a:pos x="100" y="15"/>
                </a:cxn>
                <a:cxn ang="0">
                  <a:pos x="89" y="61"/>
                </a:cxn>
                <a:cxn ang="0">
                  <a:pos x="69" y="52"/>
                </a:cxn>
                <a:cxn ang="0">
                  <a:pos x="52" y="28"/>
                </a:cxn>
                <a:cxn ang="0">
                  <a:pos x="16" y="30"/>
                </a:cxn>
              </a:cxnLst>
              <a:rect l="0" t="0" r="r" b="b"/>
              <a:pathLst>
                <a:path w="136" h="102">
                  <a:moveTo>
                    <a:pt x="16" y="30"/>
                  </a:moveTo>
                  <a:cubicBezTo>
                    <a:pt x="17" y="31"/>
                    <a:pt x="18" y="32"/>
                    <a:pt x="20" y="32"/>
                  </a:cubicBezTo>
                  <a:cubicBezTo>
                    <a:pt x="20" y="33"/>
                    <a:pt x="15" y="37"/>
                    <a:pt x="13" y="38"/>
                  </a:cubicBezTo>
                  <a:cubicBezTo>
                    <a:pt x="14" y="39"/>
                    <a:pt x="14" y="41"/>
                    <a:pt x="15" y="42"/>
                  </a:cubicBezTo>
                  <a:cubicBezTo>
                    <a:pt x="7" y="46"/>
                    <a:pt x="0" y="43"/>
                    <a:pt x="2" y="53"/>
                  </a:cubicBezTo>
                  <a:cubicBezTo>
                    <a:pt x="3" y="58"/>
                    <a:pt x="10" y="62"/>
                    <a:pt x="13" y="64"/>
                  </a:cubicBezTo>
                  <a:cubicBezTo>
                    <a:pt x="20" y="69"/>
                    <a:pt x="21" y="68"/>
                    <a:pt x="27" y="67"/>
                  </a:cubicBezTo>
                  <a:cubicBezTo>
                    <a:pt x="31" y="67"/>
                    <a:pt x="37" y="56"/>
                    <a:pt x="37" y="69"/>
                  </a:cubicBezTo>
                  <a:cubicBezTo>
                    <a:pt x="42" y="72"/>
                    <a:pt x="67" y="66"/>
                    <a:pt x="62" y="78"/>
                  </a:cubicBezTo>
                  <a:cubicBezTo>
                    <a:pt x="60" y="85"/>
                    <a:pt x="34" y="87"/>
                    <a:pt x="28" y="86"/>
                  </a:cubicBezTo>
                  <a:cubicBezTo>
                    <a:pt x="27" y="89"/>
                    <a:pt x="27" y="91"/>
                    <a:pt x="28" y="94"/>
                  </a:cubicBezTo>
                  <a:cubicBezTo>
                    <a:pt x="42" y="102"/>
                    <a:pt x="50" y="98"/>
                    <a:pt x="63" y="92"/>
                  </a:cubicBezTo>
                  <a:cubicBezTo>
                    <a:pt x="75" y="87"/>
                    <a:pt x="79" y="89"/>
                    <a:pt x="91" y="90"/>
                  </a:cubicBezTo>
                  <a:cubicBezTo>
                    <a:pt x="102" y="91"/>
                    <a:pt x="112" y="91"/>
                    <a:pt x="120" y="83"/>
                  </a:cubicBezTo>
                  <a:cubicBezTo>
                    <a:pt x="126" y="78"/>
                    <a:pt x="136" y="62"/>
                    <a:pt x="130" y="54"/>
                  </a:cubicBezTo>
                  <a:cubicBezTo>
                    <a:pt x="125" y="46"/>
                    <a:pt x="111" y="49"/>
                    <a:pt x="104" y="42"/>
                  </a:cubicBezTo>
                  <a:cubicBezTo>
                    <a:pt x="103" y="42"/>
                    <a:pt x="102" y="42"/>
                    <a:pt x="101" y="42"/>
                  </a:cubicBezTo>
                  <a:cubicBezTo>
                    <a:pt x="100" y="36"/>
                    <a:pt x="104" y="19"/>
                    <a:pt x="100" y="15"/>
                  </a:cubicBezTo>
                  <a:cubicBezTo>
                    <a:pt x="84" y="0"/>
                    <a:pt x="89" y="61"/>
                    <a:pt x="89" y="61"/>
                  </a:cubicBezTo>
                  <a:cubicBezTo>
                    <a:pt x="83" y="66"/>
                    <a:pt x="72" y="57"/>
                    <a:pt x="69" y="52"/>
                  </a:cubicBezTo>
                  <a:cubicBezTo>
                    <a:pt x="63" y="44"/>
                    <a:pt x="67" y="25"/>
                    <a:pt x="52" y="28"/>
                  </a:cubicBezTo>
                  <a:cubicBezTo>
                    <a:pt x="60" y="3"/>
                    <a:pt x="22" y="15"/>
                    <a:pt x="16" y="30"/>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27"/>
            <p:cNvSpPr>
              <a:spLocks/>
            </p:cNvSpPr>
            <p:nvPr/>
          </p:nvSpPr>
          <p:spPr bwMode="auto">
            <a:xfrm>
              <a:off x="3862388" y="511175"/>
              <a:ext cx="95250" cy="103188"/>
            </a:xfrm>
            <a:custGeom>
              <a:avLst/>
              <a:gdLst/>
              <a:ahLst/>
              <a:cxnLst>
                <a:cxn ang="0">
                  <a:pos x="22" y="37"/>
                </a:cxn>
                <a:cxn ang="0">
                  <a:pos x="21" y="9"/>
                </a:cxn>
                <a:cxn ang="0">
                  <a:pos x="21" y="8"/>
                </a:cxn>
                <a:cxn ang="0">
                  <a:pos x="2" y="24"/>
                </a:cxn>
                <a:cxn ang="0">
                  <a:pos x="22" y="37"/>
                </a:cxn>
              </a:cxnLst>
              <a:rect l="0" t="0" r="r" b="b"/>
              <a:pathLst>
                <a:path w="40" h="44">
                  <a:moveTo>
                    <a:pt x="22" y="37"/>
                  </a:moveTo>
                  <a:cubicBezTo>
                    <a:pt x="28" y="32"/>
                    <a:pt x="40" y="0"/>
                    <a:pt x="21" y="9"/>
                  </a:cubicBezTo>
                  <a:cubicBezTo>
                    <a:pt x="21" y="8"/>
                    <a:pt x="21" y="8"/>
                    <a:pt x="21" y="8"/>
                  </a:cubicBezTo>
                  <a:cubicBezTo>
                    <a:pt x="11" y="13"/>
                    <a:pt x="3" y="12"/>
                    <a:pt x="2" y="24"/>
                  </a:cubicBezTo>
                  <a:cubicBezTo>
                    <a:pt x="0" y="44"/>
                    <a:pt x="12" y="31"/>
                    <a:pt x="22" y="37"/>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28"/>
            <p:cNvSpPr>
              <a:spLocks/>
            </p:cNvSpPr>
            <p:nvPr/>
          </p:nvSpPr>
          <p:spPr bwMode="auto">
            <a:xfrm>
              <a:off x="3884613" y="461963"/>
              <a:ext cx="82550" cy="63500"/>
            </a:xfrm>
            <a:custGeom>
              <a:avLst/>
              <a:gdLst/>
              <a:ahLst/>
              <a:cxnLst>
                <a:cxn ang="0">
                  <a:pos x="30" y="9"/>
                </a:cxn>
                <a:cxn ang="0">
                  <a:pos x="0" y="13"/>
                </a:cxn>
                <a:cxn ang="0">
                  <a:pos x="30" y="9"/>
                </a:cxn>
              </a:cxnLst>
              <a:rect l="0" t="0" r="r" b="b"/>
              <a:pathLst>
                <a:path w="35" h="27">
                  <a:moveTo>
                    <a:pt x="30" y="9"/>
                  </a:moveTo>
                  <a:cubicBezTo>
                    <a:pt x="26" y="0"/>
                    <a:pt x="5" y="9"/>
                    <a:pt x="0" y="13"/>
                  </a:cubicBezTo>
                  <a:cubicBezTo>
                    <a:pt x="4" y="27"/>
                    <a:pt x="35" y="21"/>
                    <a:pt x="30" y="9"/>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29"/>
            <p:cNvSpPr>
              <a:spLocks/>
            </p:cNvSpPr>
            <p:nvPr/>
          </p:nvSpPr>
          <p:spPr bwMode="auto">
            <a:xfrm>
              <a:off x="4638676" y="947738"/>
              <a:ext cx="150813" cy="114300"/>
            </a:xfrm>
            <a:custGeom>
              <a:avLst/>
              <a:gdLst/>
              <a:ahLst/>
              <a:cxnLst>
                <a:cxn ang="0">
                  <a:pos x="2" y="17"/>
                </a:cxn>
                <a:cxn ang="0">
                  <a:pos x="10" y="31"/>
                </a:cxn>
                <a:cxn ang="0">
                  <a:pos x="30" y="32"/>
                </a:cxn>
                <a:cxn ang="0">
                  <a:pos x="47" y="30"/>
                </a:cxn>
                <a:cxn ang="0">
                  <a:pos x="46" y="7"/>
                </a:cxn>
                <a:cxn ang="0">
                  <a:pos x="10" y="5"/>
                </a:cxn>
                <a:cxn ang="0">
                  <a:pos x="2" y="17"/>
                </a:cxn>
              </a:cxnLst>
              <a:rect l="0" t="0" r="r" b="b"/>
              <a:pathLst>
                <a:path w="64" h="48">
                  <a:moveTo>
                    <a:pt x="2" y="17"/>
                  </a:moveTo>
                  <a:cubicBezTo>
                    <a:pt x="3" y="20"/>
                    <a:pt x="7" y="25"/>
                    <a:pt x="10" y="31"/>
                  </a:cubicBezTo>
                  <a:cubicBezTo>
                    <a:pt x="19" y="48"/>
                    <a:pt x="17" y="39"/>
                    <a:pt x="30" y="32"/>
                  </a:cubicBezTo>
                  <a:cubicBezTo>
                    <a:pt x="36" y="28"/>
                    <a:pt x="40" y="31"/>
                    <a:pt x="47" y="30"/>
                  </a:cubicBezTo>
                  <a:cubicBezTo>
                    <a:pt x="64" y="27"/>
                    <a:pt x="56" y="15"/>
                    <a:pt x="46" y="7"/>
                  </a:cubicBezTo>
                  <a:cubicBezTo>
                    <a:pt x="37" y="0"/>
                    <a:pt x="20" y="2"/>
                    <a:pt x="10" y="5"/>
                  </a:cubicBezTo>
                  <a:cubicBezTo>
                    <a:pt x="1" y="8"/>
                    <a:pt x="0" y="12"/>
                    <a:pt x="2" y="17"/>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30"/>
            <p:cNvSpPr>
              <a:spLocks/>
            </p:cNvSpPr>
            <p:nvPr/>
          </p:nvSpPr>
          <p:spPr bwMode="auto">
            <a:xfrm>
              <a:off x="4037013" y="439738"/>
              <a:ext cx="111125" cy="174625"/>
            </a:xfrm>
            <a:custGeom>
              <a:avLst/>
              <a:gdLst/>
              <a:ahLst/>
              <a:cxnLst>
                <a:cxn ang="0">
                  <a:pos x="34" y="52"/>
                </a:cxn>
                <a:cxn ang="0">
                  <a:pos x="46" y="58"/>
                </a:cxn>
                <a:cxn ang="0">
                  <a:pos x="43" y="20"/>
                </a:cxn>
                <a:cxn ang="0">
                  <a:pos x="16" y="3"/>
                </a:cxn>
                <a:cxn ang="0">
                  <a:pos x="11" y="1"/>
                </a:cxn>
                <a:cxn ang="0">
                  <a:pos x="10" y="0"/>
                </a:cxn>
                <a:cxn ang="0">
                  <a:pos x="7" y="37"/>
                </a:cxn>
                <a:cxn ang="0">
                  <a:pos x="34" y="52"/>
                </a:cxn>
              </a:cxnLst>
              <a:rect l="0" t="0" r="r" b="b"/>
              <a:pathLst>
                <a:path w="47" h="74">
                  <a:moveTo>
                    <a:pt x="34" y="52"/>
                  </a:moveTo>
                  <a:cubicBezTo>
                    <a:pt x="43" y="60"/>
                    <a:pt x="44" y="74"/>
                    <a:pt x="46" y="58"/>
                  </a:cubicBezTo>
                  <a:cubicBezTo>
                    <a:pt x="47" y="47"/>
                    <a:pt x="47" y="30"/>
                    <a:pt x="43" y="20"/>
                  </a:cubicBezTo>
                  <a:cubicBezTo>
                    <a:pt x="38" y="10"/>
                    <a:pt x="27" y="2"/>
                    <a:pt x="16" y="3"/>
                  </a:cubicBezTo>
                  <a:cubicBezTo>
                    <a:pt x="11" y="1"/>
                    <a:pt x="11" y="1"/>
                    <a:pt x="11" y="1"/>
                  </a:cubicBezTo>
                  <a:cubicBezTo>
                    <a:pt x="12" y="1"/>
                    <a:pt x="12" y="0"/>
                    <a:pt x="10" y="0"/>
                  </a:cubicBezTo>
                  <a:cubicBezTo>
                    <a:pt x="4" y="9"/>
                    <a:pt x="0" y="27"/>
                    <a:pt x="7" y="37"/>
                  </a:cubicBezTo>
                  <a:cubicBezTo>
                    <a:pt x="13" y="46"/>
                    <a:pt x="26" y="45"/>
                    <a:pt x="34" y="52"/>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31"/>
            <p:cNvSpPr>
              <a:spLocks/>
            </p:cNvSpPr>
            <p:nvPr/>
          </p:nvSpPr>
          <p:spPr bwMode="auto">
            <a:xfrm>
              <a:off x="4167188" y="479425"/>
              <a:ext cx="79375" cy="123825"/>
            </a:xfrm>
            <a:custGeom>
              <a:avLst/>
              <a:gdLst/>
              <a:ahLst/>
              <a:cxnLst>
                <a:cxn ang="0">
                  <a:pos x="12" y="33"/>
                </a:cxn>
                <a:cxn ang="0">
                  <a:pos x="14" y="52"/>
                </a:cxn>
                <a:cxn ang="0">
                  <a:pos x="23" y="43"/>
                </a:cxn>
                <a:cxn ang="0">
                  <a:pos x="33" y="43"/>
                </a:cxn>
                <a:cxn ang="0">
                  <a:pos x="7" y="11"/>
                </a:cxn>
                <a:cxn ang="0">
                  <a:pos x="7" y="11"/>
                </a:cxn>
                <a:cxn ang="0">
                  <a:pos x="12" y="33"/>
                </a:cxn>
              </a:cxnLst>
              <a:rect l="0" t="0" r="r" b="b"/>
              <a:pathLst>
                <a:path w="33" h="52">
                  <a:moveTo>
                    <a:pt x="12" y="33"/>
                  </a:moveTo>
                  <a:cubicBezTo>
                    <a:pt x="13" y="41"/>
                    <a:pt x="6" y="44"/>
                    <a:pt x="14" y="52"/>
                  </a:cubicBezTo>
                  <a:cubicBezTo>
                    <a:pt x="18" y="51"/>
                    <a:pt x="21" y="47"/>
                    <a:pt x="23" y="43"/>
                  </a:cubicBezTo>
                  <a:cubicBezTo>
                    <a:pt x="27" y="45"/>
                    <a:pt x="29" y="44"/>
                    <a:pt x="33" y="43"/>
                  </a:cubicBezTo>
                  <a:cubicBezTo>
                    <a:pt x="33" y="32"/>
                    <a:pt x="22" y="0"/>
                    <a:pt x="7" y="11"/>
                  </a:cubicBezTo>
                  <a:cubicBezTo>
                    <a:pt x="7" y="11"/>
                    <a:pt x="7" y="11"/>
                    <a:pt x="7" y="11"/>
                  </a:cubicBezTo>
                  <a:cubicBezTo>
                    <a:pt x="0" y="19"/>
                    <a:pt x="10" y="26"/>
                    <a:pt x="12" y="33"/>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32"/>
            <p:cNvSpPr>
              <a:spLocks/>
            </p:cNvSpPr>
            <p:nvPr/>
          </p:nvSpPr>
          <p:spPr bwMode="auto">
            <a:xfrm>
              <a:off x="4213226" y="600075"/>
              <a:ext cx="92075" cy="47625"/>
            </a:xfrm>
            <a:custGeom>
              <a:avLst/>
              <a:gdLst/>
              <a:ahLst/>
              <a:cxnLst>
                <a:cxn ang="0">
                  <a:pos x="27" y="17"/>
                </a:cxn>
                <a:cxn ang="0">
                  <a:pos x="15" y="2"/>
                </a:cxn>
                <a:cxn ang="0">
                  <a:pos x="2" y="11"/>
                </a:cxn>
                <a:cxn ang="0">
                  <a:pos x="15" y="14"/>
                </a:cxn>
                <a:cxn ang="0">
                  <a:pos x="27" y="17"/>
                </a:cxn>
              </a:cxnLst>
              <a:rect l="0" t="0" r="r" b="b"/>
              <a:pathLst>
                <a:path w="39" h="20">
                  <a:moveTo>
                    <a:pt x="27" y="17"/>
                  </a:moveTo>
                  <a:cubicBezTo>
                    <a:pt x="39" y="9"/>
                    <a:pt x="23" y="0"/>
                    <a:pt x="15" y="2"/>
                  </a:cubicBezTo>
                  <a:cubicBezTo>
                    <a:pt x="8" y="2"/>
                    <a:pt x="0" y="4"/>
                    <a:pt x="2" y="11"/>
                  </a:cubicBezTo>
                  <a:cubicBezTo>
                    <a:pt x="8" y="11"/>
                    <a:pt x="11" y="13"/>
                    <a:pt x="15" y="14"/>
                  </a:cubicBezTo>
                  <a:cubicBezTo>
                    <a:pt x="19" y="15"/>
                    <a:pt x="22" y="20"/>
                    <a:pt x="27" y="17"/>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33"/>
            <p:cNvSpPr>
              <a:spLocks/>
            </p:cNvSpPr>
            <p:nvPr/>
          </p:nvSpPr>
          <p:spPr bwMode="auto">
            <a:xfrm>
              <a:off x="4324351" y="619125"/>
              <a:ext cx="39688" cy="31750"/>
            </a:xfrm>
            <a:custGeom>
              <a:avLst/>
              <a:gdLst/>
              <a:ahLst/>
              <a:cxnLst>
                <a:cxn ang="0">
                  <a:pos x="11" y="0"/>
                </a:cxn>
                <a:cxn ang="0">
                  <a:pos x="11" y="3"/>
                </a:cxn>
                <a:cxn ang="0">
                  <a:pos x="0" y="10"/>
                </a:cxn>
                <a:cxn ang="0">
                  <a:pos x="15" y="13"/>
                </a:cxn>
                <a:cxn ang="0">
                  <a:pos x="11" y="0"/>
                </a:cxn>
              </a:cxnLst>
              <a:rect l="0" t="0" r="r" b="b"/>
              <a:pathLst>
                <a:path w="17" h="13">
                  <a:moveTo>
                    <a:pt x="11" y="0"/>
                  </a:moveTo>
                  <a:cubicBezTo>
                    <a:pt x="11" y="3"/>
                    <a:pt x="11" y="3"/>
                    <a:pt x="11" y="3"/>
                  </a:cubicBezTo>
                  <a:cubicBezTo>
                    <a:pt x="5" y="1"/>
                    <a:pt x="1" y="5"/>
                    <a:pt x="0" y="10"/>
                  </a:cubicBezTo>
                  <a:cubicBezTo>
                    <a:pt x="5" y="12"/>
                    <a:pt x="10" y="13"/>
                    <a:pt x="15" y="13"/>
                  </a:cubicBezTo>
                  <a:cubicBezTo>
                    <a:pt x="17" y="8"/>
                    <a:pt x="15" y="3"/>
                    <a:pt x="11" y="0"/>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34"/>
            <p:cNvSpPr>
              <a:spLocks/>
            </p:cNvSpPr>
            <p:nvPr/>
          </p:nvSpPr>
          <p:spPr bwMode="auto">
            <a:xfrm>
              <a:off x="4059238" y="714375"/>
              <a:ext cx="131763" cy="174625"/>
            </a:xfrm>
            <a:custGeom>
              <a:avLst/>
              <a:gdLst/>
              <a:ahLst/>
              <a:cxnLst>
                <a:cxn ang="0">
                  <a:pos x="35" y="6"/>
                </a:cxn>
                <a:cxn ang="0">
                  <a:pos x="25" y="0"/>
                </a:cxn>
                <a:cxn ang="0">
                  <a:pos x="25" y="2"/>
                </a:cxn>
                <a:cxn ang="0">
                  <a:pos x="29" y="28"/>
                </a:cxn>
                <a:cxn ang="0">
                  <a:pos x="13" y="9"/>
                </a:cxn>
                <a:cxn ang="0">
                  <a:pos x="11" y="27"/>
                </a:cxn>
                <a:cxn ang="0">
                  <a:pos x="1" y="41"/>
                </a:cxn>
                <a:cxn ang="0">
                  <a:pos x="27" y="42"/>
                </a:cxn>
                <a:cxn ang="0">
                  <a:pos x="34" y="71"/>
                </a:cxn>
                <a:cxn ang="0">
                  <a:pos x="51" y="39"/>
                </a:cxn>
                <a:cxn ang="0">
                  <a:pos x="52" y="10"/>
                </a:cxn>
                <a:cxn ang="0">
                  <a:pos x="43" y="5"/>
                </a:cxn>
                <a:cxn ang="0">
                  <a:pos x="35" y="6"/>
                </a:cxn>
              </a:cxnLst>
              <a:rect l="0" t="0" r="r" b="b"/>
              <a:pathLst>
                <a:path w="56" h="74">
                  <a:moveTo>
                    <a:pt x="35" y="6"/>
                  </a:moveTo>
                  <a:cubicBezTo>
                    <a:pt x="32" y="5"/>
                    <a:pt x="29" y="0"/>
                    <a:pt x="25" y="0"/>
                  </a:cubicBezTo>
                  <a:cubicBezTo>
                    <a:pt x="25" y="2"/>
                    <a:pt x="25" y="2"/>
                    <a:pt x="25" y="2"/>
                  </a:cubicBezTo>
                  <a:cubicBezTo>
                    <a:pt x="19" y="11"/>
                    <a:pt x="30" y="18"/>
                    <a:pt x="29" y="28"/>
                  </a:cubicBezTo>
                  <a:cubicBezTo>
                    <a:pt x="20" y="29"/>
                    <a:pt x="18" y="14"/>
                    <a:pt x="13" y="9"/>
                  </a:cubicBezTo>
                  <a:cubicBezTo>
                    <a:pt x="13" y="15"/>
                    <a:pt x="13" y="21"/>
                    <a:pt x="11" y="27"/>
                  </a:cubicBezTo>
                  <a:cubicBezTo>
                    <a:pt x="9" y="31"/>
                    <a:pt x="1" y="37"/>
                    <a:pt x="1" y="41"/>
                  </a:cubicBezTo>
                  <a:cubicBezTo>
                    <a:pt x="0" y="56"/>
                    <a:pt x="22" y="34"/>
                    <a:pt x="27" y="42"/>
                  </a:cubicBezTo>
                  <a:cubicBezTo>
                    <a:pt x="30" y="48"/>
                    <a:pt x="7" y="74"/>
                    <a:pt x="34" y="71"/>
                  </a:cubicBezTo>
                  <a:cubicBezTo>
                    <a:pt x="49" y="70"/>
                    <a:pt x="49" y="50"/>
                    <a:pt x="51" y="39"/>
                  </a:cubicBezTo>
                  <a:cubicBezTo>
                    <a:pt x="53" y="32"/>
                    <a:pt x="56" y="17"/>
                    <a:pt x="52" y="10"/>
                  </a:cubicBezTo>
                  <a:cubicBezTo>
                    <a:pt x="49" y="5"/>
                    <a:pt x="47" y="6"/>
                    <a:pt x="43" y="5"/>
                  </a:cubicBezTo>
                  <a:cubicBezTo>
                    <a:pt x="42" y="4"/>
                    <a:pt x="37" y="6"/>
                    <a:pt x="35" y="6"/>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35"/>
            <p:cNvSpPr>
              <a:spLocks/>
            </p:cNvSpPr>
            <p:nvPr/>
          </p:nvSpPr>
          <p:spPr bwMode="auto">
            <a:xfrm>
              <a:off x="4189413" y="801688"/>
              <a:ext cx="101600" cy="100013"/>
            </a:xfrm>
            <a:custGeom>
              <a:avLst/>
              <a:gdLst/>
              <a:ahLst/>
              <a:cxnLst>
                <a:cxn ang="0">
                  <a:pos x="24" y="41"/>
                </a:cxn>
                <a:cxn ang="0">
                  <a:pos x="33" y="14"/>
                </a:cxn>
                <a:cxn ang="0">
                  <a:pos x="24" y="41"/>
                </a:cxn>
              </a:cxnLst>
              <a:rect l="0" t="0" r="r" b="b"/>
              <a:pathLst>
                <a:path w="43" h="42">
                  <a:moveTo>
                    <a:pt x="24" y="41"/>
                  </a:moveTo>
                  <a:cubicBezTo>
                    <a:pt x="38" y="42"/>
                    <a:pt x="43" y="22"/>
                    <a:pt x="33" y="14"/>
                  </a:cubicBezTo>
                  <a:cubicBezTo>
                    <a:pt x="17" y="0"/>
                    <a:pt x="0" y="41"/>
                    <a:pt x="24" y="4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36"/>
            <p:cNvSpPr>
              <a:spLocks/>
            </p:cNvSpPr>
            <p:nvPr/>
          </p:nvSpPr>
          <p:spPr bwMode="auto">
            <a:xfrm>
              <a:off x="4875213" y="1416050"/>
              <a:ext cx="84138" cy="123825"/>
            </a:xfrm>
            <a:custGeom>
              <a:avLst/>
              <a:gdLst/>
              <a:ahLst/>
              <a:cxnLst>
                <a:cxn ang="0">
                  <a:pos x="2" y="13"/>
                </a:cxn>
                <a:cxn ang="0">
                  <a:pos x="4" y="45"/>
                </a:cxn>
                <a:cxn ang="0">
                  <a:pos x="34" y="34"/>
                </a:cxn>
                <a:cxn ang="0">
                  <a:pos x="29" y="18"/>
                </a:cxn>
                <a:cxn ang="0">
                  <a:pos x="21" y="3"/>
                </a:cxn>
                <a:cxn ang="0">
                  <a:pos x="23" y="3"/>
                </a:cxn>
                <a:cxn ang="0">
                  <a:pos x="2" y="13"/>
                </a:cxn>
              </a:cxnLst>
              <a:rect l="0" t="0" r="r" b="b"/>
              <a:pathLst>
                <a:path w="36" h="52">
                  <a:moveTo>
                    <a:pt x="2" y="13"/>
                  </a:moveTo>
                  <a:cubicBezTo>
                    <a:pt x="0" y="19"/>
                    <a:pt x="3" y="37"/>
                    <a:pt x="4" y="45"/>
                  </a:cubicBezTo>
                  <a:cubicBezTo>
                    <a:pt x="13" y="52"/>
                    <a:pt x="32" y="44"/>
                    <a:pt x="34" y="34"/>
                  </a:cubicBezTo>
                  <a:cubicBezTo>
                    <a:pt x="36" y="24"/>
                    <a:pt x="31" y="25"/>
                    <a:pt x="29" y="18"/>
                  </a:cubicBezTo>
                  <a:cubicBezTo>
                    <a:pt x="28" y="12"/>
                    <a:pt x="31" y="0"/>
                    <a:pt x="21" y="3"/>
                  </a:cubicBezTo>
                  <a:cubicBezTo>
                    <a:pt x="23" y="3"/>
                    <a:pt x="23" y="3"/>
                    <a:pt x="23" y="3"/>
                  </a:cubicBezTo>
                  <a:cubicBezTo>
                    <a:pt x="14" y="3"/>
                    <a:pt x="5" y="4"/>
                    <a:pt x="2" y="13"/>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37"/>
            <p:cNvSpPr>
              <a:spLocks/>
            </p:cNvSpPr>
            <p:nvPr/>
          </p:nvSpPr>
          <p:spPr bwMode="auto">
            <a:xfrm>
              <a:off x="4570413" y="1733550"/>
              <a:ext cx="292100" cy="260350"/>
            </a:xfrm>
            <a:custGeom>
              <a:avLst/>
              <a:gdLst/>
              <a:ahLst/>
              <a:cxnLst>
                <a:cxn ang="0">
                  <a:pos x="119" y="60"/>
                </a:cxn>
                <a:cxn ang="0">
                  <a:pos x="97" y="58"/>
                </a:cxn>
                <a:cxn ang="0">
                  <a:pos x="93" y="58"/>
                </a:cxn>
                <a:cxn ang="0">
                  <a:pos x="76" y="33"/>
                </a:cxn>
                <a:cxn ang="0">
                  <a:pos x="61" y="20"/>
                </a:cxn>
                <a:cxn ang="0">
                  <a:pos x="39" y="11"/>
                </a:cxn>
                <a:cxn ang="0">
                  <a:pos x="16" y="0"/>
                </a:cxn>
                <a:cxn ang="0">
                  <a:pos x="12" y="25"/>
                </a:cxn>
                <a:cxn ang="0">
                  <a:pos x="16" y="26"/>
                </a:cxn>
                <a:cxn ang="0">
                  <a:pos x="15" y="63"/>
                </a:cxn>
                <a:cxn ang="0">
                  <a:pos x="0" y="92"/>
                </a:cxn>
                <a:cxn ang="0">
                  <a:pos x="25" y="86"/>
                </a:cxn>
                <a:cxn ang="0">
                  <a:pos x="38" y="110"/>
                </a:cxn>
                <a:cxn ang="0">
                  <a:pos x="59" y="78"/>
                </a:cxn>
                <a:cxn ang="0">
                  <a:pos x="87" y="74"/>
                </a:cxn>
                <a:cxn ang="0">
                  <a:pos x="110" y="80"/>
                </a:cxn>
                <a:cxn ang="0">
                  <a:pos x="119" y="60"/>
                </a:cxn>
              </a:cxnLst>
              <a:rect l="0" t="0" r="r" b="b"/>
              <a:pathLst>
                <a:path w="124" h="110">
                  <a:moveTo>
                    <a:pt x="119" y="60"/>
                  </a:moveTo>
                  <a:cubicBezTo>
                    <a:pt x="114" y="54"/>
                    <a:pt x="102" y="57"/>
                    <a:pt x="97" y="58"/>
                  </a:cubicBezTo>
                  <a:cubicBezTo>
                    <a:pt x="95" y="58"/>
                    <a:pt x="95" y="58"/>
                    <a:pt x="93" y="58"/>
                  </a:cubicBezTo>
                  <a:cubicBezTo>
                    <a:pt x="92" y="43"/>
                    <a:pt x="84" y="44"/>
                    <a:pt x="76" y="33"/>
                  </a:cubicBezTo>
                  <a:cubicBezTo>
                    <a:pt x="70" y="32"/>
                    <a:pt x="66" y="24"/>
                    <a:pt x="61" y="20"/>
                  </a:cubicBezTo>
                  <a:cubicBezTo>
                    <a:pt x="54" y="16"/>
                    <a:pt x="45" y="14"/>
                    <a:pt x="39" y="11"/>
                  </a:cubicBezTo>
                  <a:cubicBezTo>
                    <a:pt x="32" y="37"/>
                    <a:pt x="23" y="0"/>
                    <a:pt x="16" y="0"/>
                  </a:cubicBezTo>
                  <a:cubicBezTo>
                    <a:pt x="10" y="1"/>
                    <a:pt x="5" y="22"/>
                    <a:pt x="12" y="25"/>
                  </a:cubicBezTo>
                  <a:cubicBezTo>
                    <a:pt x="13" y="25"/>
                    <a:pt x="14" y="26"/>
                    <a:pt x="16" y="26"/>
                  </a:cubicBezTo>
                  <a:cubicBezTo>
                    <a:pt x="15" y="38"/>
                    <a:pt x="19" y="51"/>
                    <a:pt x="15" y="63"/>
                  </a:cubicBezTo>
                  <a:cubicBezTo>
                    <a:pt x="12" y="73"/>
                    <a:pt x="3" y="81"/>
                    <a:pt x="0" y="92"/>
                  </a:cubicBezTo>
                  <a:cubicBezTo>
                    <a:pt x="8" y="93"/>
                    <a:pt x="18" y="85"/>
                    <a:pt x="25" y="86"/>
                  </a:cubicBezTo>
                  <a:cubicBezTo>
                    <a:pt x="37" y="89"/>
                    <a:pt x="24" y="105"/>
                    <a:pt x="38" y="110"/>
                  </a:cubicBezTo>
                  <a:cubicBezTo>
                    <a:pt x="47" y="105"/>
                    <a:pt x="55" y="87"/>
                    <a:pt x="59" y="78"/>
                  </a:cubicBezTo>
                  <a:cubicBezTo>
                    <a:pt x="71" y="57"/>
                    <a:pt x="69" y="67"/>
                    <a:pt x="87" y="74"/>
                  </a:cubicBezTo>
                  <a:cubicBezTo>
                    <a:pt x="93" y="77"/>
                    <a:pt x="104" y="79"/>
                    <a:pt x="110" y="80"/>
                  </a:cubicBezTo>
                  <a:cubicBezTo>
                    <a:pt x="115" y="74"/>
                    <a:pt x="124" y="68"/>
                    <a:pt x="119" y="60"/>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38"/>
            <p:cNvSpPr>
              <a:spLocks/>
            </p:cNvSpPr>
            <p:nvPr/>
          </p:nvSpPr>
          <p:spPr bwMode="auto">
            <a:xfrm>
              <a:off x="4721226" y="1957388"/>
              <a:ext cx="88900" cy="109538"/>
            </a:xfrm>
            <a:custGeom>
              <a:avLst/>
              <a:gdLst/>
              <a:ahLst/>
              <a:cxnLst>
                <a:cxn ang="0">
                  <a:pos x="5" y="19"/>
                </a:cxn>
                <a:cxn ang="0">
                  <a:pos x="18" y="43"/>
                </a:cxn>
                <a:cxn ang="0">
                  <a:pos x="36" y="15"/>
                </a:cxn>
                <a:cxn ang="0">
                  <a:pos x="27" y="9"/>
                </a:cxn>
                <a:cxn ang="0">
                  <a:pos x="28" y="10"/>
                </a:cxn>
                <a:cxn ang="0">
                  <a:pos x="5" y="19"/>
                </a:cxn>
              </a:cxnLst>
              <a:rect l="0" t="0" r="r" b="b"/>
              <a:pathLst>
                <a:path w="38" h="46">
                  <a:moveTo>
                    <a:pt x="5" y="19"/>
                  </a:moveTo>
                  <a:cubicBezTo>
                    <a:pt x="0" y="27"/>
                    <a:pt x="5" y="46"/>
                    <a:pt x="18" y="43"/>
                  </a:cubicBezTo>
                  <a:cubicBezTo>
                    <a:pt x="24" y="41"/>
                    <a:pt x="35" y="22"/>
                    <a:pt x="36" y="15"/>
                  </a:cubicBezTo>
                  <a:cubicBezTo>
                    <a:pt x="38" y="7"/>
                    <a:pt x="36" y="0"/>
                    <a:pt x="27" y="9"/>
                  </a:cubicBezTo>
                  <a:cubicBezTo>
                    <a:pt x="28" y="10"/>
                    <a:pt x="28" y="10"/>
                    <a:pt x="28" y="10"/>
                  </a:cubicBezTo>
                  <a:cubicBezTo>
                    <a:pt x="19" y="11"/>
                    <a:pt x="9" y="10"/>
                    <a:pt x="5" y="19"/>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39"/>
            <p:cNvSpPr>
              <a:spLocks/>
            </p:cNvSpPr>
            <p:nvPr/>
          </p:nvSpPr>
          <p:spPr bwMode="auto">
            <a:xfrm>
              <a:off x="4876801" y="2000250"/>
              <a:ext cx="71438" cy="82550"/>
            </a:xfrm>
            <a:custGeom>
              <a:avLst/>
              <a:gdLst/>
              <a:ahLst/>
              <a:cxnLst>
                <a:cxn ang="0">
                  <a:pos x="15" y="1"/>
                </a:cxn>
                <a:cxn ang="0">
                  <a:pos x="18" y="35"/>
                </a:cxn>
                <a:cxn ang="0">
                  <a:pos x="15" y="1"/>
                </a:cxn>
              </a:cxnLst>
              <a:rect l="0" t="0" r="r" b="b"/>
              <a:pathLst>
                <a:path w="30" h="35">
                  <a:moveTo>
                    <a:pt x="15" y="1"/>
                  </a:moveTo>
                  <a:cubicBezTo>
                    <a:pt x="0" y="3"/>
                    <a:pt x="14" y="29"/>
                    <a:pt x="18" y="35"/>
                  </a:cubicBezTo>
                  <a:cubicBezTo>
                    <a:pt x="30" y="31"/>
                    <a:pt x="28" y="0"/>
                    <a:pt x="15" y="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40"/>
            <p:cNvSpPr>
              <a:spLocks/>
            </p:cNvSpPr>
            <p:nvPr/>
          </p:nvSpPr>
          <p:spPr bwMode="auto">
            <a:xfrm>
              <a:off x="4945063" y="1882775"/>
              <a:ext cx="42863" cy="38100"/>
            </a:xfrm>
            <a:custGeom>
              <a:avLst/>
              <a:gdLst/>
              <a:ahLst/>
              <a:cxnLst>
                <a:cxn ang="0">
                  <a:pos x="11" y="1"/>
                </a:cxn>
                <a:cxn ang="0">
                  <a:pos x="8" y="0"/>
                </a:cxn>
                <a:cxn ang="0">
                  <a:pos x="8" y="0"/>
                </a:cxn>
                <a:cxn ang="0">
                  <a:pos x="0" y="2"/>
                </a:cxn>
                <a:cxn ang="0">
                  <a:pos x="12" y="4"/>
                </a:cxn>
                <a:cxn ang="0">
                  <a:pos x="11" y="2"/>
                </a:cxn>
                <a:cxn ang="0">
                  <a:pos x="13" y="3"/>
                </a:cxn>
                <a:cxn ang="0">
                  <a:pos x="11" y="1"/>
                </a:cxn>
              </a:cxnLst>
              <a:rect l="0" t="0" r="r" b="b"/>
              <a:pathLst>
                <a:path w="18" h="16">
                  <a:moveTo>
                    <a:pt x="11" y="1"/>
                  </a:moveTo>
                  <a:cubicBezTo>
                    <a:pt x="10" y="1"/>
                    <a:pt x="9" y="0"/>
                    <a:pt x="8" y="0"/>
                  </a:cubicBezTo>
                  <a:cubicBezTo>
                    <a:pt x="8" y="0"/>
                    <a:pt x="8" y="0"/>
                    <a:pt x="8" y="0"/>
                  </a:cubicBezTo>
                  <a:cubicBezTo>
                    <a:pt x="5" y="0"/>
                    <a:pt x="2" y="0"/>
                    <a:pt x="0" y="2"/>
                  </a:cubicBezTo>
                  <a:cubicBezTo>
                    <a:pt x="2" y="16"/>
                    <a:pt x="18" y="13"/>
                    <a:pt x="12" y="4"/>
                  </a:cubicBezTo>
                  <a:cubicBezTo>
                    <a:pt x="12" y="3"/>
                    <a:pt x="12" y="2"/>
                    <a:pt x="11" y="2"/>
                  </a:cubicBezTo>
                  <a:cubicBezTo>
                    <a:pt x="13" y="3"/>
                    <a:pt x="13" y="3"/>
                    <a:pt x="13" y="3"/>
                  </a:cubicBezTo>
                  <a:cubicBezTo>
                    <a:pt x="12" y="2"/>
                    <a:pt x="11" y="2"/>
                    <a:pt x="11" y="1"/>
                  </a:cubicBezTo>
                  <a:close/>
                </a:path>
              </a:pathLst>
            </a:custGeom>
            <a:grpFill/>
            <a:ln w="952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Title 35"/>
          <p:cNvSpPr>
            <a:spLocks noGrp="1"/>
          </p:cNvSpPr>
          <p:nvPr>
            <p:ph type="title"/>
          </p:nvPr>
        </p:nvSpPr>
        <p:spPr/>
        <p:txBody>
          <a:bodyPr/>
          <a:lstStyle/>
          <a:p>
            <a:r>
              <a:rPr lang="en-US"/>
              <a:t>Canada Map infographic</a:t>
            </a:r>
            <a:endParaRPr lang="en-US" dirty="0"/>
          </a:p>
        </p:txBody>
      </p:sp>
      <p:sp>
        <p:nvSpPr>
          <p:cNvPr id="37" name="Text Placeholder 36"/>
          <p:cNvSpPr>
            <a:spLocks noGrp="1"/>
          </p:cNvSpPr>
          <p:nvPr>
            <p:ph type="body" sz="half" idx="2"/>
          </p:nvPr>
        </p:nvSpPr>
        <p:spPr/>
        <p:txBody>
          <a:bodyPr/>
          <a:lstStyle/>
          <a:p>
            <a:r>
              <a:rPr lang="en-US" dirty="0"/>
              <a:t>Maps Infographic Data Design</a:t>
            </a:r>
          </a:p>
        </p:txBody>
      </p:sp>
      <p:sp>
        <p:nvSpPr>
          <p:cNvPr id="135" name="Slide Number Placeholder 134"/>
          <p:cNvSpPr>
            <a:spLocks noGrp="1"/>
          </p:cNvSpPr>
          <p:nvPr>
            <p:ph type="sldNum" sz="quarter" idx="12"/>
          </p:nvPr>
        </p:nvSpPr>
        <p:spPr/>
        <p:txBody>
          <a:bodyPr/>
          <a:lstStyle/>
          <a:p>
            <a:fld id="{C136B7D2-B98C-44FD-8D04-7EC62A564975}" type="slidenum">
              <a:rPr lang="en-US" smtClean="0"/>
              <a:pPr/>
              <a:t>326</a:t>
            </a:fld>
            <a:endParaRPr lang="en-US" dirty="0"/>
          </a:p>
        </p:txBody>
      </p:sp>
      <p:cxnSp>
        <p:nvCxnSpPr>
          <p:cNvPr id="110" name="Straight Connector 109"/>
          <p:cNvCxnSpPr/>
          <p:nvPr/>
        </p:nvCxnSpPr>
        <p:spPr>
          <a:xfrm flipV="1">
            <a:off x="4628165" y="1074419"/>
            <a:ext cx="0" cy="3614062"/>
          </a:xfrm>
          <a:prstGeom prst="line">
            <a:avLst/>
          </a:prstGeom>
          <a:ln w="19050">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a:off x="4716400" y="3919040"/>
            <a:ext cx="4176125" cy="769441"/>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a:t>
            </a:r>
          </a:p>
        </p:txBody>
      </p:sp>
      <p:grpSp>
        <p:nvGrpSpPr>
          <p:cNvPr id="3" name="Group 155"/>
          <p:cNvGrpSpPr/>
          <p:nvPr/>
        </p:nvGrpSpPr>
        <p:grpSpPr>
          <a:xfrm>
            <a:off x="597117" y="1398679"/>
            <a:ext cx="3915834" cy="2044618"/>
            <a:chOff x="803822" y="1016361"/>
            <a:chExt cx="7536357" cy="2044618"/>
          </a:xfrm>
        </p:grpSpPr>
        <p:cxnSp>
          <p:nvCxnSpPr>
            <p:cNvPr id="159" name="Straight Connector 158"/>
            <p:cNvCxnSpPr/>
            <p:nvPr/>
          </p:nvCxnSpPr>
          <p:spPr>
            <a:xfrm>
              <a:off x="803822" y="101636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a:off x="803822" y="135713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803822" y="169790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803822" y="203867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803822" y="237944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a:off x="803822" y="272021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803822" y="3060979"/>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99" name="Isosceles Triangle 198"/>
          <p:cNvSpPr/>
          <p:nvPr/>
        </p:nvSpPr>
        <p:spPr>
          <a:xfrm>
            <a:off x="765035" y="2030426"/>
            <a:ext cx="914400" cy="1412871"/>
          </a:xfrm>
          <a:prstGeom prst="triangle">
            <a:avLst/>
          </a:prstGeom>
          <a:gradFill>
            <a:gsLst>
              <a:gs pos="0">
                <a:schemeClr val="accent1"/>
              </a:gs>
              <a:gs pos="48000">
                <a:schemeClr val="accent1"/>
              </a:gs>
              <a:gs pos="50000">
                <a:schemeClr val="accent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0" name="Isosceles Triangle 199"/>
          <p:cNvSpPr/>
          <p:nvPr/>
        </p:nvSpPr>
        <p:spPr>
          <a:xfrm>
            <a:off x="1416725" y="2333184"/>
            <a:ext cx="914400" cy="1110113"/>
          </a:xfrm>
          <a:prstGeom prst="triangle">
            <a:avLst/>
          </a:prstGeom>
          <a:gradFill>
            <a:gsLst>
              <a:gs pos="0">
                <a:schemeClr val="accent2"/>
              </a:gs>
              <a:gs pos="48000">
                <a:schemeClr val="accent2"/>
              </a:gs>
              <a:gs pos="50000">
                <a:schemeClr val="accent2">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Isosceles Triangle 200"/>
          <p:cNvSpPr/>
          <p:nvPr/>
        </p:nvSpPr>
        <p:spPr>
          <a:xfrm flipH="1">
            <a:off x="2720105" y="1727669"/>
            <a:ext cx="914400" cy="1715628"/>
          </a:xfrm>
          <a:prstGeom prst="triangle">
            <a:avLst/>
          </a:prstGeom>
          <a:gradFill>
            <a:gsLst>
              <a:gs pos="100000">
                <a:schemeClr val="accent4"/>
              </a:gs>
              <a:gs pos="51000">
                <a:schemeClr val="accent4"/>
              </a:gs>
              <a:gs pos="50000">
                <a:schemeClr val="accent4">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Isosceles Triangle 201"/>
          <p:cNvSpPr/>
          <p:nvPr/>
        </p:nvSpPr>
        <p:spPr>
          <a:xfrm>
            <a:off x="2068415" y="2669583"/>
            <a:ext cx="914400" cy="773714"/>
          </a:xfrm>
          <a:prstGeom prst="triangle">
            <a:avLst/>
          </a:prstGeom>
          <a:gradFill>
            <a:gsLst>
              <a:gs pos="0">
                <a:schemeClr val="accent3"/>
              </a:gs>
              <a:gs pos="48000">
                <a:schemeClr val="accent3"/>
              </a:gs>
              <a:gs pos="50000">
                <a:schemeClr val="accent3">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Isosceles Triangle 202"/>
          <p:cNvSpPr/>
          <p:nvPr/>
        </p:nvSpPr>
        <p:spPr>
          <a:xfrm flipH="1">
            <a:off x="3371795" y="2095303"/>
            <a:ext cx="914400" cy="1347994"/>
          </a:xfrm>
          <a:prstGeom prst="triangle">
            <a:avLst/>
          </a:prstGeom>
          <a:gradFill>
            <a:gsLst>
              <a:gs pos="100000">
                <a:schemeClr val="accent5"/>
              </a:gs>
              <a:gs pos="51000">
                <a:schemeClr val="accent5"/>
              </a:gs>
              <a:gs pos="50000">
                <a:schemeClr val="accent5">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136"/>
          <p:cNvGrpSpPr/>
          <p:nvPr/>
        </p:nvGrpSpPr>
        <p:grpSpPr>
          <a:xfrm>
            <a:off x="848420" y="3663340"/>
            <a:ext cx="738985" cy="714749"/>
            <a:chOff x="822843" y="3281022"/>
            <a:chExt cx="738985" cy="714749"/>
          </a:xfrm>
        </p:grpSpPr>
        <p:sp>
          <p:nvSpPr>
            <p:cNvPr id="206" name="Oval 205"/>
            <p:cNvSpPr>
              <a:spLocks noChangeAspect="1"/>
            </p:cNvSpPr>
            <p:nvPr/>
          </p:nvSpPr>
          <p:spPr>
            <a:xfrm>
              <a:off x="1088218" y="3281022"/>
              <a:ext cx="200183" cy="194452"/>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120"/>
            <p:cNvGrpSpPr/>
            <p:nvPr/>
          </p:nvGrpSpPr>
          <p:grpSpPr>
            <a:xfrm>
              <a:off x="822843" y="3475474"/>
              <a:ext cx="738985" cy="520297"/>
              <a:chOff x="880450" y="3705902"/>
              <a:chExt cx="738985" cy="520297"/>
            </a:xfrm>
          </p:grpSpPr>
          <p:sp>
            <p:nvSpPr>
              <p:cNvPr id="208" name="TextBox 207"/>
              <p:cNvSpPr txBox="1"/>
              <p:nvPr/>
            </p:nvSpPr>
            <p:spPr>
              <a:xfrm>
                <a:off x="880450" y="4056922"/>
                <a:ext cx="738985" cy="169277"/>
              </a:xfrm>
              <a:prstGeom prst="rect">
                <a:avLst/>
              </a:prstGeom>
              <a:noFill/>
            </p:spPr>
            <p:txBody>
              <a:bodyPr wrap="none" lIns="0" tIns="0" rIns="0" bIns="0" rtlCol="0" anchor="t">
                <a:spAutoFit/>
              </a:bodyPr>
              <a:lstStyle/>
              <a:p>
                <a:pPr algn="ctr"/>
                <a:r>
                  <a:rPr lang="en-US" sz="1100" b="1" dirty="0">
                    <a:solidFill>
                      <a:schemeClr val="bg1">
                        <a:lumMod val="65000"/>
                      </a:schemeClr>
                    </a:solidFill>
                  </a:rPr>
                  <a:t>KEYWORD</a:t>
                </a:r>
              </a:p>
            </p:txBody>
          </p:sp>
          <p:cxnSp>
            <p:nvCxnSpPr>
              <p:cNvPr id="209" name="Straight Connector 208"/>
              <p:cNvCxnSpPr/>
              <p:nvPr/>
            </p:nvCxnSpPr>
            <p:spPr>
              <a:xfrm>
                <a:off x="1246034" y="3705902"/>
                <a:ext cx="0" cy="34209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grpSp>
        <p:nvGrpSpPr>
          <p:cNvPr id="6" name="Group 137"/>
          <p:cNvGrpSpPr/>
          <p:nvPr/>
        </p:nvGrpSpPr>
        <p:grpSpPr>
          <a:xfrm>
            <a:off x="1482097" y="3663340"/>
            <a:ext cx="738985" cy="1039869"/>
            <a:chOff x="1480184" y="3281022"/>
            <a:chExt cx="738985" cy="1039869"/>
          </a:xfrm>
        </p:grpSpPr>
        <p:sp>
          <p:nvSpPr>
            <p:cNvPr id="211" name="Oval 210"/>
            <p:cNvSpPr>
              <a:spLocks noChangeAspect="1"/>
            </p:cNvSpPr>
            <p:nvPr/>
          </p:nvSpPr>
          <p:spPr>
            <a:xfrm>
              <a:off x="1744938" y="3281022"/>
              <a:ext cx="200183" cy="19445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107"/>
            <p:cNvGrpSpPr/>
            <p:nvPr/>
          </p:nvGrpSpPr>
          <p:grpSpPr>
            <a:xfrm>
              <a:off x="1480184" y="3475474"/>
              <a:ext cx="738985" cy="845417"/>
              <a:chOff x="1528980" y="3705902"/>
              <a:chExt cx="738985" cy="845417"/>
            </a:xfrm>
          </p:grpSpPr>
          <p:cxnSp>
            <p:nvCxnSpPr>
              <p:cNvPr id="213" name="Straight Connector 212"/>
              <p:cNvCxnSpPr/>
              <p:nvPr/>
            </p:nvCxnSpPr>
            <p:spPr>
              <a:xfrm>
                <a:off x="1898472" y="3705902"/>
                <a:ext cx="0" cy="65166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14" name="TextBox 213"/>
              <p:cNvSpPr txBox="1"/>
              <p:nvPr/>
            </p:nvSpPr>
            <p:spPr>
              <a:xfrm>
                <a:off x="1528980" y="4382042"/>
                <a:ext cx="738985" cy="169277"/>
              </a:xfrm>
              <a:prstGeom prst="rect">
                <a:avLst/>
              </a:prstGeom>
              <a:noFill/>
            </p:spPr>
            <p:txBody>
              <a:bodyPr wrap="none" lIns="0" tIns="0" rIns="0" bIns="0" rtlCol="0" anchor="t">
                <a:spAutoFit/>
              </a:bodyPr>
              <a:lstStyle/>
              <a:p>
                <a:pPr algn="ctr"/>
                <a:r>
                  <a:rPr lang="en-US" sz="1100" b="1" dirty="0">
                    <a:solidFill>
                      <a:schemeClr val="bg1">
                        <a:lumMod val="65000"/>
                      </a:schemeClr>
                    </a:solidFill>
                  </a:rPr>
                  <a:t>KEYWORD</a:t>
                </a:r>
              </a:p>
            </p:txBody>
          </p:sp>
        </p:grpSp>
      </p:grpSp>
      <p:grpSp>
        <p:nvGrpSpPr>
          <p:cNvPr id="8" name="Group 139"/>
          <p:cNvGrpSpPr/>
          <p:nvPr/>
        </p:nvGrpSpPr>
        <p:grpSpPr>
          <a:xfrm>
            <a:off x="2807058" y="3663340"/>
            <a:ext cx="738985" cy="1039869"/>
            <a:chOff x="2794866" y="3281022"/>
            <a:chExt cx="738985" cy="1039869"/>
          </a:xfrm>
        </p:grpSpPr>
        <p:sp>
          <p:nvSpPr>
            <p:cNvPr id="216" name="Oval 215"/>
            <p:cNvSpPr>
              <a:spLocks noChangeAspect="1"/>
            </p:cNvSpPr>
            <p:nvPr/>
          </p:nvSpPr>
          <p:spPr>
            <a:xfrm>
              <a:off x="3058378" y="3281022"/>
              <a:ext cx="200183" cy="194452"/>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108"/>
            <p:cNvGrpSpPr/>
            <p:nvPr/>
          </p:nvGrpSpPr>
          <p:grpSpPr>
            <a:xfrm>
              <a:off x="2794866" y="3475474"/>
              <a:ext cx="738985" cy="845417"/>
              <a:chOff x="1528980" y="3705902"/>
              <a:chExt cx="738985" cy="845417"/>
            </a:xfrm>
          </p:grpSpPr>
          <p:cxnSp>
            <p:nvCxnSpPr>
              <p:cNvPr id="218" name="Straight Connector 217"/>
              <p:cNvCxnSpPr/>
              <p:nvPr/>
            </p:nvCxnSpPr>
            <p:spPr>
              <a:xfrm>
                <a:off x="1899218" y="3705902"/>
                <a:ext cx="0" cy="65166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19" name="TextBox 218"/>
              <p:cNvSpPr txBox="1"/>
              <p:nvPr/>
            </p:nvSpPr>
            <p:spPr>
              <a:xfrm>
                <a:off x="1528980" y="4382042"/>
                <a:ext cx="738985" cy="169277"/>
              </a:xfrm>
              <a:prstGeom prst="rect">
                <a:avLst/>
              </a:prstGeom>
              <a:noFill/>
            </p:spPr>
            <p:txBody>
              <a:bodyPr wrap="none" lIns="0" tIns="0" rIns="0" bIns="0" rtlCol="0" anchor="t">
                <a:spAutoFit/>
              </a:bodyPr>
              <a:lstStyle/>
              <a:p>
                <a:pPr algn="ctr"/>
                <a:r>
                  <a:rPr lang="en-US" sz="1100" b="1" dirty="0">
                    <a:solidFill>
                      <a:schemeClr val="bg1">
                        <a:lumMod val="65000"/>
                      </a:schemeClr>
                    </a:solidFill>
                  </a:rPr>
                  <a:t>KEYWORD</a:t>
                </a:r>
              </a:p>
            </p:txBody>
          </p:sp>
        </p:grpSp>
      </p:grpSp>
      <p:grpSp>
        <p:nvGrpSpPr>
          <p:cNvPr id="10" name="Group 138"/>
          <p:cNvGrpSpPr/>
          <p:nvPr/>
        </p:nvGrpSpPr>
        <p:grpSpPr>
          <a:xfrm>
            <a:off x="2152833" y="3663340"/>
            <a:ext cx="738985" cy="714749"/>
            <a:chOff x="2137525" y="3281022"/>
            <a:chExt cx="738985" cy="714749"/>
          </a:xfrm>
        </p:grpSpPr>
        <p:sp>
          <p:nvSpPr>
            <p:cNvPr id="226" name="Oval 225"/>
            <p:cNvSpPr>
              <a:spLocks noChangeAspect="1"/>
            </p:cNvSpPr>
            <p:nvPr/>
          </p:nvSpPr>
          <p:spPr>
            <a:xfrm>
              <a:off x="2401658" y="3281022"/>
              <a:ext cx="200183" cy="194452"/>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21"/>
            <p:cNvGrpSpPr/>
            <p:nvPr/>
          </p:nvGrpSpPr>
          <p:grpSpPr>
            <a:xfrm>
              <a:off x="2137525" y="3475474"/>
              <a:ext cx="738985" cy="520297"/>
              <a:chOff x="880450" y="3705902"/>
              <a:chExt cx="738985" cy="520297"/>
            </a:xfrm>
          </p:grpSpPr>
          <p:sp>
            <p:nvSpPr>
              <p:cNvPr id="228" name="TextBox 227"/>
              <p:cNvSpPr txBox="1"/>
              <p:nvPr/>
            </p:nvSpPr>
            <p:spPr>
              <a:xfrm>
                <a:off x="880450" y="4056922"/>
                <a:ext cx="738985" cy="169277"/>
              </a:xfrm>
              <a:prstGeom prst="rect">
                <a:avLst/>
              </a:prstGeom>
              <a:noFill/>
            </p:spPr>
            <p:txBody>
              <a:bodyPr wrap="none" lIns="0" tIns="0" rIns="0" bIns="0" rtlCol="0" anchor="t">
                <a:spAutoFit/>
              </a:bodyPr>
              <a:lstStyle/>
              <a:p>
                <a:pPr algn="ctr"/>
                <a:r>
                  <a:rPr lang="en-US" sz="1100" b="1" dirty="0">
                    <a:solidFill>
                      <a:schemeClr val="bg1">
                        <a:lumMod val="65000"/>
                      </a:schemeClr>
                    </a:solidFill>
                  </a:rPr>
                  <a:t>KEYWORD</a:t>
                </a:r>
              </a:p>
            </p:txBody>
          </p:sp>
          <p:cxnSp>
            <p:nvCxnSpPr>
              <p:cNvPr id="229" name="Straight Connector 228"/>
              <p:cNvCxnSpPr/>
              <p:nvPr/>
            </p:nvCxnSpPr>
            <p:spPr>
              <a:xfrm>
                <a:off x="1246034" y="3705902"/>
                <a:ext cx="0" cy="34209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2" name="Group 140"/>
          <p:cNvGrpSpPr/>
          <p:nvPr/>
        </p:nvGrpSpPr>
        <p:grpSpPr>
          <a:xfrm>
            <a:off x="3457246" y="3663340"/>
            <a:ext cx="738985" cy="714749"/>
            <a:chOff x="3452207" y="3281022"/>
            <a:chExt cx="738985" cy="714749"/>
          </a:xfrm>
        </p:grpSpPr>
        <p:sp>
          <p:nvSpPr>
            <p:cNvPr id="231" name="Oval 230"/>
            <p:cNvSpPr>
              <a:spLocks noChangeAspect="1"/>
            </p:cNvSpPr>
            <p:nvPr/>
          </p:nvSpPr>
          <p:spPr>
            <a:xfrm>
              <a:off x="3715098" y="3281022"/>
              <a:ext cx="200183" cy="194452"/>
            </a:xfrm>
            <a:prstGeom prst="ellipse">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4"/>
            <p:cNvGrpSpPr/>
            <p:nvPr/>
          </p:nvGrpSpPr>
          <p:grpSpPr>
            <a:xfrm>
              <a:off x="3452207" y="3475474"/>
              <a:ext cx="738985" cy="520297"/>
              <a:chOff x="880450" y="3705902"/>
              <a:chExt cx="738985" cy="520297"/>
            </a:xfrm>
          </p:grpSpPr>
          <p:sp>
            <p:nvSpPr>
              <p:cNvPr id="233" name="TextBox 232"/>
              <p:cNvSpPr txBox="1"/>
              <p:nvPr/>
            </p:nvSpPr>
            <p:spPr>
              <a:xfrm>
                <a:off x="880450" y="4056922"/>
                <a:ext cx="738985" cy="169277"/>
              </a:xfrm>
              <a:prstGeom prst="rect">
                <a:avLst/>
              </a:prstGeom>
              <a:noFill/>
            </p:spPr>
            <p:txBody>
              <a:bodyPr wrap="none" lIns="0" tIns="0" rIns="0" bIns="0" rtlCol="0" anchor="t">
                <a:spAutoFit/>
              </a:bodyPr>
              <a:lstStyle/>
              <a:p>
                <a:pPr algn="ctr"/>
                <a:r>
                  <a:rPr lang="en-US" sz="1100" b="1" dirty="0">
                    <a:solidFill>
                      <a:schemeClr val="bg1">
                        <a:lumMod val="65000"/>
                      </a:schemeClr>
                    </a:solidFill>
                  </a:rPr>
                  <a:t>KEYWORD</a:t>
                </a:r>
              </a:p>
            </p:txBody>
          </p:sp>
          <p:cxnSp>
            <p:nvCxnSpPr>
              <p:cNvPr id="234" name="Straight Connector 233"/>
              <p:cNvCxnSpPr/>
              <p:nvPr/>
            </p:nvCxnSpPr>
            <p:spPr>
              <a:xfrm>
                <a:off x="1246034" y="3705902"/>
                <a:ext cx="0" cy="34209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4" name="Group 279"/>
          <p:cNvGrpSpPr/>
          <p:nvPr/>
        </p:nvGrpSpPr>
        <p:grpSpPr>
          <a:xfrm>
            <a:off x="925211" y="1229497"/>
            <a:ext cx="555782" cy="555779"/>
            <a:chOff x="846989" y="1401020"/>
            <a:chExt cx="877416" cy="877416"/>
          </a:xfrm>
          <a:effectLst/>
        </p:grpSpPr>
        <p:sp>
          <p:nvSpPr>
            <p:cNvPr id="236" name="Teardrop 235"/>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237" name="Oval 23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90%</a:t>
              </a:r>
            </a:p>
          </p:txBody>
        </p:sp>
      </p:grpSp>
      <p:grpSp>
        <p:nvGrpSpPr>
          <p:cNvPr id="15" name="Group 279"/>
          <p:cNvGrpSpPr/>
          <p:nvPr/>
        </p:nvGrpSpPr>
        <p:grpSpPr>
          <a:xfrm>
            <a:off x="1594446" y="1602705"/>
            <a:ext cx="555782" cy="555779"/>
            <a:chOff x="846989" y="1401020"/>
            <a:chExt cx="877416" cy="877416"/>
          </a:xfrm>
          <a:effectLst/>
        </p:grpSpPr>
        <p:sp>
          <p:nvSpPr>
            <p:cNvPr id="239" name="Teardrop 23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240" name="Oval 23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80%</a:t>
              </a:r>
            </a:p>
          </p:txBody>
        </p:sp>
      </p:grpSp>
      <p:grpSp>
        <p:nvGrpSpPr>
          <p:cNvPr id="16" name="Group 279"/>
          <p:cNvGrpSpPr/>
          <p:nvPr/>
        </p:nvGrpSpPr>
        <p:grpSpPr>
          <a:xfrm>
            <a:off x="2240892" y="1975153"/>
            <a:ext cx="555782" cy="555779"/>
            <a:chOff x="846989" y="1401020"/>
            <a:chExt cx="877416" cy="877416"/>
          </a:xfrm>
          <a:effectLst/>
        </p:grpSpPr>
        <p:sp>
          <p:nvSpPr>
            <p:cNvPr id="242" name="Teardrop 241"/>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243" name="Oval 24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70%</a:t>
              </a:r>
            </a:p>
          </p:txBody>
        </p:sp>
      </p:grpSp>
      <p:grpSp>
        <p:nvGrpSpPr>
          <p:cNvPr id="17" name="Group 279"/>
          <p:cNvGrpSpPr/>
          <p:nvPr/>
        </p:nvGrpSpPr>
        <p:grpSpPr>
          <a:xfrm>
            <a:off x="2891232" y="1034125"/>
            <a:ext cx="555782" cy="555779"/>
            <a:chOff x="846989" y="1401020"/>
            <a:chExt cx="877416" cy="877416"/>
          </a:xfrm>
          <a:effectLst/>
        </p:grpSpPr>
        <p:sp>
          <p:nvSpPr>
            <p:cNvPr id="245" name="Teardrop 244"/>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246" name="Oval 24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95%</a:t>
              </a:r>
            </a:p>
          </p:txBody>
        </p:sp>
      </p:grpSp>
      <p:grpSp>
        <p:nvGrpSpPr>
          <p:cNvPr id="18" name="Group 279"/>
          <p:cNvGrpSpPr/>
          <p:nvPr/>
        </p:nvGrpSpPr>
        <p:grpSpPr>
          <a:xfrm>
            <a:off x="3562120" y="1416522"/>
            <a:ext cx="555782" cy="555779"/>
            <a:chOff x="846989" y="1401020"/>
            <a:chExt cx="877416" cy="877416"/>
          </a:xfrm>
          <a:effectLst/>
        </p:grpSpPr>
        <p:sp>
          <p:nvSpPr>
            <p:cNvPr id="248" name="Teardrop 247"/>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lumMod val="75000"/>
                    <a:lumOff val="25000"/>
                  </a:schemeClr>
                </a:solidFill>
              </a:endParaRPr>
            </a:p>
          </p:txBody>
        </p:sp>
        <p:sp>
          <p:nvSpPr>
            <p:cNvPr id="249" name="Oval 24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solidFill>
                    <a:schemeClr val="tx1">
                      <a:lumMod val="75000"/>
                      <a:lumOff val="25000"/>
                    </a:schemeClr>
                  </a:solidFill>
                </a:rPr>
                <a:t>85%</a:t>
              </a:r>
            </a:p>
          </p:txBody>
        </p:sp>
      </p:grpSp>
      <p:sp>
        <p:nvSpPr>
          <p:cNvPr id="109" name="Freeform 83"/>
          <p:cNvSpPr>
            <a:spLocks noEditPoints="1"/>
          </p:cNvSpPr>
          <p:nvPr/>
        </p:nvSpPr>
        <p:spPr bwMode="auto">
          <a:xfrm>
            <a:off x="5090463" y="1750835"/>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1"/>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83"/>
          <p:cNvSpPr>
            <a:spLocks noEditPoints="1"/>
          </p:cNvSpPr>
          <p:nvPr/>
        </p:nvSpPr>
        <p:spPr bwMode="auto">
          <a:xfrm>
            <a:off x="5423267" y="2298633"/>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2"/>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83"/>
          <p:cNvSpPr>
            <a:spLocks noEditPoints="1"/>
          </p:cNvSpPr>
          <p:nvPr/>
        </p:nvSpPr>
        <p:spPr bwMode="auto">
          <a:xfrm>
            <a:off x="6090048" y="1880640"/>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3"/>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83"/>
          <p:cNvSpPr>
            <a:spLocks noEditPoints="1"/>
          </p:cNvSpPr>
          <p:nvPr/>
        </p:nvSpPr>
        <p:spPr bwMode="auto">
          <a:xfrm>
            <a:off x="6633047" y="2817300"/>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4"/>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83"/>
          <p:cNvSpPr>
            <a:spLocks noEditPoints="1"/>
          </p:cNvSpPr>
          <p:nvPr/>
        </p:nvSpPr>
        <p:spPr bwMode="auto">
          <a:xfrm>
            <a:off x="7557802" y="2344208"/>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5"/>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83"/>
          <p:cNvSpPr>
            <a:spLocks noEditPoints="1"/>
          </p:cNvSpPr>
          <p:nvPr/>
        </p:nvSpPr>
        <p:spPr bwMode="auto">
          <a:xfrm>
            <a:off x="7128140" y="3316506"/>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6"/>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 presetClass="entr" presetSubtype="1" accel="50000" decel="50000" fill="hold" grpId="0" nodeType="afterEffect">
                                  <p:stCondLst>
                                    <p:cond delay="0"/>
                                  </p:stCondLst>
                                  <p:childTnLst>
                                    <p:set>
                                      <p:cBhvr>
                                        <p:cTn id="11" dur="1" fill="hold">
                                          <p:stCondLst>
                                            <p:cond delay="0"/>
                                          </p:stCondLst>
                                        </p:cTn>
                                        <p:tgtEl>
                                          <p:spTgt spid="109"/>
                                        </p:tgtEl>
                                        <p:attrNameLst>
                                          <p:attrName>style.visibility</p:attrName>
                                        </p:attrNameLst>
                                      </p:cBhvr>
                                      <p:to>
                                        <p:strVal val="visible"/>
                                      </p:to>
                                    </p:set>
                                    <p:anim calcmode="lin" valueType="num">
                                      <p:cBhvr additive="base">
                                        <p:cTn id="12" dur="500" fill="hold"/>
                                        <p:tgtEl>
                                          <p:spTgt spid="109"/>
                                        </p:tgtEl>
                                        <p:attrNameLst>
                                          <p:attrName>ppt_x</p:attrName>
                                        </p:attrNameLst>
                                      </p:cBhvr>
                                      <p:tavLst>
                                        <p:tav tm="0">
                                          <p:val>
                                            <p:strVal val="#ppt_x"/>
                                          </p:val>
                                        </p:tav>
                                        <p:tav tm="100000">
                                          <p:val>
                                            <p:strVal val="#ppt_x"/>
                                          </p:val>
                                        </p:tav>
                                      </p:tavLst>
                                    </p:anim>
                                    <p:anim calcmode="lin" valueType="num">
                                      <p:cBhvr additive="base">
                                        <p:cTn id="13" dur="500" fill="hold"/>
                                        <p:tgtEl>
                                          <p:spTgt spid="109"/>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grpId="0" nodeType="afterEffect">
                                  <p:stCondLst>
                                    <p:cond delay="0"/>
                                  </p:stCondLst>
                                  <p:childTnLst>
                                    <p:set>
                                      <p:cBhvr>
                                        <p:cTn id="16" dur="1" fill="hold">
                                          <p:stCondLst>
                                            <p:cond delay="0"/>
                                          </p:stCondLst>
                                        </p:cTn>
                                        <p:tgtEl>
                                          <p:spTgt spid="112"/>
                                        </p:tgtEl>
                                        <p:attrNameLst>
                                          <p:attrName>style.visibility</p:attrName>
                                        </p:attrNameLst>
                                      </p:cBhvr>
                                      <p:to>
                                        <p:strVal val="visible"/>
                                      </p:to>
                                    </p:set>
                                    <p:anim calcmode="lin" valueType="num">
                                      <p:cBhvr additive="base">
                                        <p:cTn id="17" dur="500" fill="hold"/>
                                        <p:tgtEl>
                                          <p:spTgt spid="112"/>
                                        </p:tgtEl>
                                        <p:attrNameLst>
                                          <p:attrName>ppt_x</p:attrName>
                                        </p:attrNameLst>
                                      </p:cBhvr>
                                      <p:tavLst>
                                        <p:tav tm="0">
                                          <p:val>
                                            <p:strVal val="#ppt_x"/>
                                          </p:val>
                                        </p:tav>
                                        <p:tav tm="100000">
                                          <p:val>
                                            <p:strVal val="#ppt_x"/>
                                          </p:val>
                                        </p:tav>
                                      </p:tavLst>
                                    </p:anim>
                                    <p:anim calcmode="lin" valueType="num">
                                      <p:cBhvr additive="base">
                                        <p:cTn id="18" dur="500" fill="hold"/>
                                        <p:tgtEl>
                                          <p:spTgt spid="112"/>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grpId="0" nodeType="afterEffect">
                                  <p:stCondLst>
                                    <p:cond delay="0"/>
                                  </p:stCondLst>
                                  <p:childTnLst>
                                    <p:set>
                                      <p:cBhvr>
                                        <p:cTn id="21" dur="1" fill="hold">
                                          <p:stCondLst>
                                            <p:cond delay="0"/>
                                          </p:stCondLst>
                                        </p:cTn>
                                        <p:tgtEl>
                                          <p:spTgt spid="113"/>
                                        </p:tgtEl>
                                        <p:attrNameLst>
                                          <p:attrName>style.visibility</p:attrName>
                                        </p:attrNameLst>
                                      </p:cBhvr>
                                      <p:to>
                                        <p:strVal val="visible"/>
                                      </p:to>
                                    </p:set>
                                    <p:anim calcmode="lin" valueType="num">
                                      <p:cBhvr additive="base">
                                        <p:cTn id="22" dur="500" fill="hold"/>
                                        <p:tgtEl>
                                          <p:spTgt spid="113"/>
                                        </p:tgtEl>
                                        <p:attrNameLst>
                                          <p:attrName>ppt_x</p:attrName>
                                        </p:attrNameLst>
                                      </p:cBhvr>
                                      <p:tavLst>
                                        <p:tav tm="0">
                                          <p:val>
                                            <p:strVal val="#ppt_x"/>
                                          </p:val>
                                        </p:tav>
                                        <p:tav tm="100000">
                                          <p:val>
                                            <p:strVal val="#ppt_x"/>
                                          </p:val>
                                        </p:tav>
                                      </p:tavLst>
                                    </p:anim>
                                    <p:anim calcmode="lin" valueType="num">
                                      <p:cBhvr additive="base">
                                        <p:cTn id="23" dur="500" fill="hold"/>
                                        <p:tgtEl>
                                          <p:spTgt spid="113"/>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grpId="0" nodeType="afterEffect">
                                  <p:stCondLst>
                                    <p:cond delay="0"/>
                                  </p:stCondLst>
                                  <p:childTnLst>
                                    <p:set>
                                      <p:cBhvr>
                                        <p:cTn id="26" dur="1" fill="hold">
                                          <p:stCondLst>
                                            <p:cond delay="0"/>
                                          </p:stCondLst>
                                        </p:cTn>
                                        <p:tgtEl>
                                          <p:spTgt spid="115"/>
                                        </p:tgtEl>
                                        <p:attrNameLst>
                                          <p:attrName>style.visibility</p:attrName>
                                        </p:attrNameLst>
                                      </p:cBhvr>
                                      <p:to>
                                        <p:strVal val="visible"/>
                                      </p:to>
                                    </p:set>
                                    <p:anim calcmode="lin" valueType="num">
                                      <p:cBhvr additive="base">
                                        <p:cTn id="27" dur="500" fill="hold"/>
                                        <p:tgtEl>
                                          <p:spTgt spid="115"/>
                                        </p:tgtEl>
                                        <p:attrNameLst>
                                          <p:attrName>ppt_x</p:attrName>
                                        </p:attrNameLst>
                                      </p:cBhvr>
                                      <p:tavLst>
                                        <p:tav tm="0">
                                          <p:val>
                                            <p:strVal val="#ppt_x"/>
                                          </p:val>
                                        </p:tav>
                                        <p:tav tm="100000">
                                          <p:val>
                                            <p:strVal val="#ppt_x"/>
                                          </p:val>
                                        </p:tav>
                                      </p:tavLst>
                                    </p:anim>
                                    <p:anim calcmode="lin" valueType="num">
                                      <p:cBhvr additive="base">
                                        <p:cTn id="28" dur="500" fill="hold"/>
                                        <p:tgtEl>
                                          <p:spTgt spid="115"/>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grpId="0" nodeType="afterEffect">
                                  <p:stCondLst>
                                    <p:cond delay="0"/>
                                  </p:stCondLst>
                                  <p:childTnLst>
                                    <p:set>
                                      <p:cBhvr>
                                        <p:cTn id="31" dur="1" fill="hold">
                                          <p:stCondLst>
                                            <p:cond delay="0"/>
                                          </p:stCondLst>
                                        </p:cTn>
                                        <p:tgtEl>
                                          <p:spTgt spid="114"/>
                                        </p:tgtEl>
                                        <p:attrNameLst>
                                          <p:attrName>style.visibility</p:attrName>
                                        </p:attrNameLst>
                                      </p:cBhvr>
                                      <p:to>
                                        <p:strVal val="visible"/>
                                      </p:to>
                                    </p:set>
                                    <p:anim calcmode="lin" valueType="num">
                                      <p:cBhvr additive="base">
                                        <p:cTn id="32" dur="500" fill="hold"/>
                                        <p:tgtEl>
                                          <p:spTgt spid="114"/>
                                        </p:tgtEl>
                                        <p:attrNameLst>
                                          <p:attrName>ppt_x</p:attrName>
                                        </p:attrNameLst>
                                      </p:cBhvr>
                                      <p:tavLst>
                                        <p:tav tm="0">
                                          <p:val>
                                            <p:strVal val="#ppt_x"/>
                                          </p:val>
                                        </p:tav>
                                        <p:tav tm="100000">
                                          <p:val>
                                            <p:strVal val="#ppt_x"/>
                                          </p:val>
                                        </p:tav>
                                      </p:tavLst>
                                    </p:anim>
                                    <p:anim calcmode="lin" valueType="num">
                                      <p:cBhvr additive="base">
                                        <p:cTn id="33" dur="500" fill="hold"/>
                                        <p:tgtEl>
                                          <p:spTgt spid="114"/>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2" presetClass="entr" presetSubtype="1" accel="50000" decel="50000" fill="hold" grpId="0" nodeType="afterEffect">
                                  <p:stCondLst>
                                    <p:cond delay="0"/>
                                  </p:stCondLst>
                                  <p:childTnLst>
                                    <p:set>
                                      <p:cBhvr>
                                        <p:cTn id="36" dur="1" fill="hold">
                                          <p:stCondLst>
                                            <p:cond delay="0"/>
                                          </p:stCondLst>
                                        </p:cTn>
                                        <p:tgtEl>
                                          <p:spTgt spid="117"/>
                                        </p:tgtEl>
                                        <p:attrNameLst>
                                          <p:attrName>style.visibility</p:attrName>
                                        </p:attrNameLst>
                                      </p:cBhvr>
                                      <p:to>
                                        <p:strVal val="visible"/>
                                      </p:to>
                                    </p:set>
                                    <p:anim calcmode="lin" valueType="num">
                                      <p:cBhvr additive="base">
                                        <p:cTn id="37" dur="500" fill="hold"/>
                                        <p:tgtEl>
                                          <p:spTgt spid="117"/>
                                        </p:tgtEl>
                                        <p:attrNameLst>
                                          <p:attrName>ppt_x</p:attrName>
                                        </p:attrNameLst>
                                      </p:cBhvr>
                                      <p:tavLst>
                                        <p:tav tm="0">
                                          <p:val>
                                            <p:strVal val="#ppt_x"/>
                                          </p:val>
                                        </p:tav>
                                        <p:tav tm="100000">
                                          <p:val>
                                            <p:strVal val="#ppt_x"/>
                                          </p:val>
                                        </p:tav>
                                      </p:tavLst>
                                    </p:anim>
                                    <p:anim calcmode="lin" valueType="num">
                                      <p:cBhvr additive="base">
                                        <p:cTn id="38" dur="500" fill="hold"/>
                                        <p:tgtEl>
                                          <p:spTgt spid="117"/>
                                        </p:tgtEl>
                                        <p:attrNameLst>
                                          <p:attrName>ppt_y</p:attrName>
                                        </p:attrNameLst>
                                      </p:cBhvr>
                                      <p:tavLst>
                                        <p:tav tm="0">
                                          <p:val>
                                            <p:strVal val="0-#ppt_h/2"/>
                                          </p:val>
                                        </p:tav>
                                        <p:tav tm="100000">
                                          <p:val>
                                            <p:strVal val="#ppt_y"/>
                                          </p:val>
                                        </p:tav>
                                      </p:tavLst>
                                    </p:anim>
                                  </p:childTnLst>
                                </p:cTn>
                              </p:par>
                            </p:childTnLst>
                          </p:cTn>
                        </p:par>
                        <p:par>
                          <p:cTn id="39" fill="hold">
                            <p:stCondLst>
                              <p:cond delay="3500"/>
                            </p:stCondLst>
                            <p:childTnLst>
                              <p:par>
                                <p:cTn id="40" presetID="18" presetClass="entr" presetSubtype="3" fill="hold" nodeType="afterEffect">
                                  <p:stCondLst>
                                    <p:cond delay="0"/>
                                  </p:stCondLst>
                                  <p:childTnLst>
                                    <p:set>
                                      <p:cBhvr>
                                        <p:cTn id="41" dur="1" fill="hold">
                                          <p:stCondLst>
                                            <p:cond delay="0"/>
                                          </p:stCondLst>
                                        </p:cTn>
                                        <p:tgtEl>
                                          <p:spTgt spid="110"/>
                                        </p:tgtEl>
                                        <p:attrNameLst>
                                          <p:attrName>style.visibility</p:attrName>
                                        </p:attrNameLst>
                                      </p:cBhvr>
                                      <p:to>
                                        <p:strVal val="visible"/>
                                      </p:to>
                                    </p:set>
                                    <p:animEffect transition="in" filter="strips(upRight)">
                                      <p:cBhvr>
                                        <p:cTn id="42" dur="500"/>
                                        <p:tgtEl>
                                          <p:spTgt spid="110"/>
                                        </p:tgtEl>
                                      </p:cBhvr>
                                    </p:animEffect>
                                  </p:childTnLst>
                                </p:cTn>
                              </p:par>
                            </p:childTnLst>
                          </p:cTn>
                        </p:par>
                        <p:par>
                          <p:cTn id="43" fill="hold">
                            <p:stCondLst>
                              <p:cond delay="4000"/>
                            </p:stCondLst>
                            <p:childTnLst>
                              <p:par>
                                <p:cTn id="44" presetID="12" presetClass="entr" presetSubtype="4" fill="hold" grpId="0" nodeType="afterEffect">
                                  <p:stCondLst>
                                    <p:cond delay="0"/>
                                  </p:stCondLst>
                                  <p:childTnLst>
                                    <p:set>
                                      <p:cBhvr>
                                        <p:cTn id="45" dur="1" fill="hold">
                                          <p:stCondLst>
                                            <p:cond delay="0"/>
                                          </p:stCondLst>
                                        </p:cTn>
                                        <p:tgtEl>
                                          <p:spTgt spid="169"/>
                                        </p:tgtEl>
                                        <p:attrNameLst>
                                          <p:attrName>style.visibility</p:attrName>
                                        </p:attrNameLst>
                                      </p:cBhvr>
                                      <p:to>
                                        <p:strVal val="visible"/>
                                      </p:to>
                                    </p:set>
                                    <p:animEffect transition="in" filter="slide(fromBottom)">
                                      <p:cBhvr>
                                        <p:cTn id="46" dur="500"/>
                                        <p:tgtEl>
                                          <p:spTgt spid="169"/>
                                        </p:tgtEl>
                                      </p:cBhvr>
                                    </p:animEffect>
                                  </p:childTnLst>
                                </p:cTn>
                              </p:par>
                            </p:childTnLst>
                          </p:cTn>
                        </p:par>
                        <p:par>
                          <p:cTn id="47" fill="hold">
                            <p:stCondLst>
                              <p:cond delay="4500"/>
                            </p:stCondLst>
                            <p:childTnLst>
                              <p:par>
                                <p:cTn id="48" presetID="18" presetClass="entr" presetSubtype="6" fill="hold" nodeType="after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strips(downRight)">
                                      <p:cBhvr>
                                        <p:cTn id="50" dur="500"/>
                                        <p:tgtEl>
                                          <p:spTgt spid="3"/>
                                        </p:tgtEl>
                                      </p:cBhvr>
                                    </p:animEffect>
                                  </p:childTnLst>
                                </p:cTn>
                              </p:par>
                            </p:childTnLst>
                          </p:cTn>
                        </p:par>
                        <p:par>
                          <p:cTn id="51" fill="hold">
                            <p:stCondLst>
                              <p:cond delay="5000"/>
                            </p:stCondLst>
                            <p:childTnLst>
                              <p:par>
                                <p:cTn id="52" presetID="2" presetClass="entr" presetSubtype="4" accel="50000" decel="50000" fill="hold" grpId="0" nodeType="afterEffect">
                                  <p:stCondLst>
                                    <p:cond delay="0"/>
                                  </p:stCondLst>
                                  <p:childTnLst>
                                    <p:set>
                                      <p:cBhvr>
                                        <p:cTn id="53" dur="1" fill="hold">
                                          <p:stCondLst>
                                            <p:cond delay="0"/>
                                          </p:stCondLst>
                                        </p:cTn>
                                        <p:tgtEl>
                                          <p:spTgt spid="199"/>
                                        </p:tgtEl>
                                        <p:attrNameLst>
                                          <p:attrName>style.visibility</p:attrName>
                                        </p:attrNameLst>
                                      </p:cBhvr>
                                      <p:to>
                                        <p:strVal val="visible"/>
                                      </p:to>
                                    </p:set>
                                    <p:anim calcmode="lin" valueType="num">
                                      <p:cBhvr additive="base">
                                        <p:cTn id="54" dur="500" fill="hold"/>
                                        <p:tgtEl>
                                          <p:spTgt spid="199"/>
                                        </p:tgtEl>
                                        <p:attrNameLst>
                                          <p:attrName>ppt_x</p:attrName>
                                        </p:attrNameLst>
                                      </p:cBhvr>
                                      <p:tavLst>
                                        <p:tav tm="0">
                                          <p:val>
                                            <p:strVal val="#ppt_x"/>
                                          </p:val>
                                        </p:tav>
                                        <p:tav tm="100000">
                                          <p:val>
                                            <p:strVal val="#ppt_x"/>
                                          </p:val>
                                        </p:tav>
                                      </p:tavLst>
                                    </p:anim>
                                    <p:anim calcmode="lin" valueType="num">
                                      <p:cBhvr additive="base">
                                        <p:cTn id="55" dur="500" fill="hold"/>
                                        <p:tgtEl>
                                          <p:spTgt spid="199"/>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4" accel="50000" decel="50000"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additive="base">
                                        <p:cTn id="59" dur="500" fill="hold"/>
                                        <p:tgtEl>
                                          <p:spTgt spid="4"/>
                                        </p:tgtEl>
                                        <p:attrNameLst>
                                          <p:attrName>ppt_x</p:attrName>
                                        </p:attrNameLst>
                                      </p:cBhvr>
                                      <p:tavLst>
                                        <p:tav tm="0">
                                          <p:val>
                                            <p:strVal val="#ppt_x"/>
                                          </p:val>
                                        </p:tav>
                                        <p:tav tm="100000">
                                          <p:val>
                                            <p:strVal val="#ppt_x"/>
                                          </p:val>
                                        </p:tav>
                                      </p:tavLst>
                                    </p:anim>
                                    <p:anim calcmode="lin" valueType="num">
                                      <p:cBhvr additive="base">
                                        <p:cTn id="60" dur="500" fill="hold"/>
                                        <p:tgtEl>
                                          <p:spTgt spid="4"/>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4" accel="50000" decel="50000" fill="hold" grpId="0" nodeType="afterEffect">
                                  <p:stCondLst>
                                    <p:cond delay="0"/>
                                  </p:stCondLst>
                                  <p:childTnLst>
                                    <p:set>
                                      <p:cBhvr>
                                        <p:cTn id="63" dur="1" fill="hold">
                                          <p:stCondLst>
                                            <p:cond delay="0"/>
                                          </p:stCondLst>
                                        </p:cTn>
                                        <p:tgtEl>
                                          <p:spTgt spid="200"/>
                                        </p:tgtEl>
                                        <p:attrNameLst>
                                          <p:attrName>style.visibility</p:attrName>
                                        </p:attrNameLst>
                                      </p:cBhvr>
                                      <p:to>
                                        <p:strVal val="visible"/>
                                      </p:to>
                                    </p:set>
                                    <p:anim calcmode="lin" valueType="num">
                                      <p:cBhvr additive="base">
                                        <p:cTn id="64" dur="500" fill="hold"/>
                                        <p:tgtEl>
                                          <p:spTgt spid="200"/>
                                        </p:tgtEl>
                                        <p:attrNameLst>
                                          <p:attrName>ppt_x</p:attrName>
                                        </p:attrNameLst>
                                      </p:cBhvr>
                                      <p:tavLst>
                                        <p:tav tm="0">
                                          <p:val>
                                            <p:strVal val="#ppt_x"/>
                                          </p:val>
                                        </p:tav>
                                        <p:tav tm="100000">
                                          <p:val>
                                            <p:strVal val="#ppt_x"/>
                                          </p:val>
                                        </p:tav>
                                      </p:tavLst>
                                    </p:anim>
                                    <p:anim calcmode="lin" valueType="num">
                                      <p:cBhvr additive="base">
                                        <p:cTn id="65" dur="500" fill="hold"/>
                                        <p:tgtEl>
                                          <p:spTgt spid="200"/>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 presetClass="entr" presetSubtype="4" accel="50000" decel="50000" fill="hold" nodeType="afterEffect">
                                  <p:stCondLst>
                                    <p:cond delay="0"/>
                                  </p:stCondLst>
                                  <p:childTnLst>
                                    <p:set>
                                      <p:cBhvr>
                                        <p:cTn id="68" dur="1" fill="hold">
                                          <p:stCondLst>
                                            <p:cond delay="0"/>
                                          </p:stCondLst>
                                        </p:cTn>
                                        <p:tgtEl>
                                          <p:spTgt spid="6"/>
                                        </p:tgtEl>
                                        <p:attrNameLst>
                                          <p:attrName>style.visibility</p:attrName>
                                        </p:attrNameLst>
                                      </p:cBhvr>
                                      <p:to>
                                        <p:strVal val="visible"/>
                                      </p:to>
                                    </p:set>
                                    <p:anim calcmode="lin" valueType="num">
                                      <p:cBhvr additive="base">
                                        <p:cTn id="69" dur="500" fill="hold"/>
                                        <p:tgtEl>
                                          <p:spTgt spid="6"/>
                                        </p:tgtEl>
                                        <p:attrNameLst>
                                          <p:attrName>ppt_x</p:attrName>
                                        </p:attrNameLst>
                                      </p:cBhvr>
                                      <p:tavLst>
                                        <p:tav tm="0">
                                          <p:val>
                                            <p:strVal val="#ppt_x"/>
                                          </p:val>
                                        </p:tav>
                                        <p:tav tm="100000">
                                          <p:val>
                                            <p:strVal val="#ppt_x"/>
                                          </p:val>
                                        </p:tav>
                                      </p:tavLst>
                                    </p:anim>
                                    <p:anim calcmode="lin" valueType="num">
                                      <p:cBhvr additive="base">
                                        <p:cTn id="70" dur="500" fill="hold"/>
                                        <p:tgtEl>
                                          <p:spTgt spid="6"/>
                                        </p:tgtEl>
                                        <p:attrNameLst>
                                          <p:attrName>ppt_y</p:attrName>
                                        </p:attrNameLst>
                                      </p:cBhvr>
                                      <p:tavLst>
                                        <p:tav tm="0">
                                          <p:val>
                                            <p:strVal val="1+#ppt_h/2"/>
                                          </p:val>
                                        </p:tav>
                                        <p:tav tm="100000">
                                          <p:val>
                                            <p:strVal val="#ppt_y"/>
                                          </p:val>
                                        </p:tav>
                                      </p:tavLst>
                                    </p:anim>
                                  </p:childTnLst>
                                </p:cTn>
                              </p:par>
                            </p:childTnLst>
                          </p:cTn>
                        </p:par>
                        <p:par>
                          <p:cTn id="71" fill="hold">
                            <p:stCondLst>
                              <p:cond delay="7000"/>
                            </p:stCondLst>
                            <p:childTnLst>
                              <p:par>
                                <p:cTn id="72" presetID="2" presetClass="entr" presetSubtype="4" accel="50000" decel="50000" fill="hold" grpId="0" nodeType="afterEffect">
                                  <p:stCondLst>
                                    <p:cond delay="0"/>
                                  </p:stCondLst>
                                  <p:childTnLst>
                                    <p:set>
                                      <p:cBhvr>
                                        <p:cTn id="73" dur="1" fill="hold">
                                          <p:stCondLst>
                                            <p:cond delay="0"/>
                                          </p:stCondLst>
                                        </p:cTn>
                                        <p:tgtEl>
                                          <p:spTgt spid="202"/>
                                        </p:tgtEl>
                                        <p:attrNameLst>
                                          <p:attrName>style.visibility</p:attrName>
                                        </p:attrNameLst>
                                      </p:cBhvr>
                                      <p:to>
                                        <p:strVal val="visible"/>
                                      </p:to>
                                    </p:set>
                                    <p:anim calcmode="lin" valueType="num">
                                      <p:cBhvr additive="base">
                                        <p:cTn id="74" dur="500" fill="hold"/>
                                        <p:tgtEl>
                                          <p:spTgt spid="202"/>
                                        </p:tgtEl>
                                        <p:attrNameLst>
                                          <p:attrName>ppt_x</p:attrName>
                                        </p:attrNameLst>
                                      </p:cBhvr>
                                      <p:tavLst>
                                        <p:tav tm="0">
                                          <p:val>
                                            <p:strVal val="#ppt_x"/>
                                          </p:val>
                                        </p:tav>
                                        <p:tav tm="100000">
                                          <p:val>
                                            <p:strVal val="#ppt_x"/>
                                          </p:val>
                                        </p:tav>
                                      </p:tavLst>
                                    </p:anim>
                                    <p:anim calcmode="lin" valueType="num">
                                      <p:cBhvr additive="base">
                                        <p:cTn id="75" dur="500" fill="hold"/>
                                        <p:tgtEl>
                                          <p:spTgt spid="202"/>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accel="50000" decel="50000" fill="hold" nodeType="afterEffect">
                                  <p:stCondLst>
                                    <p:cond delay="0"/>
                                  </p:stCondLst>
                                  <p:childTnLst>
                                    <p:set>
                                      <p:cBhvr>
                                        <p:cTn id="78" dur="1" fill="hold">
                                          <p:stCondLst>
                                            <p:cond delay="0"/>
                                          </p:stCondLst>
                                        </p:cTn>
                                        <p:tgtEl>
                                          <p:spTgt spid="10"/>
                                        </p:tgtEl>
                                        <p:attrNameLst>
                                          <p:attrName>style.visibility</p:attrName>
                                        </p:attrNameLst>
                                      </p:cBhvr>
                                      <p:to>
                                        <p:strVal val="visible"/>
                                      </p:to>
                                    </p:set>
                                    <p:anim calcmode="lin" valueType="num">
                                      <p:cBhvr additive="base">
                                        <p:cTn id="79" dur="500" fill="hold"/>
                                        <p:tgtEl>
                                          <p:spTgt spid="10"/>
                                        </p:tgtEl>
                                        <p:attrNameLst>
                                          <p:attrName>ppt_x</p:attrName>
                                        </p:attrNameLst>
                                      </p:cBhvr>
                                      <p:tavLst>
                                        <p:tav tm="0">
                                          <p:val>
                                            <p:strVal val="#ppt_x"/>
                                          </p:val>
                                        </p:tav>
                                        <p:tav tm="100000">
                                          <p:val>
                                            <p:strVal val="#ppt_x"/>
                                          </p:val>
                                        </p:tav>
                                      </p:tavLst>
                                    </p:anim>
                                    <p:anim calcmode="lin" valueType="num">
                                      <p:cBhvr additive="base">
                                        <p:cTn id="80" dur="500" fill="hold"/>
                                        <p:tgtEl>
                                          <p:spTgt spid="10"/>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2" presetClass="entr" presetSubtype="4" accel="50000" decel="50000" fill="hold" grpId="0" nodeType="afterEffect">
                                  <p:stCondLst>
                                    <p:cond delay="0"/>
                                  </p:stCondLst>
                                  <p:childTnLst>
                                    <p:set>
                                      <p:cBhvr>
                                        <p:cTn id="83" dur="1" fill="hold">
                                          <p:stCondLst>
                                            <p:cond delay="0"/>
                                          </p:stCondLst>
                                        </p:cTn>
                                        <p:tgtEl>
                                          <p:spTgt spid="201"/>
                                        </p:tgtEl>
                                        <p:attrNameLst>
                                          <p:attrName>style.visibility</p:attrName>
                                        </p:attrNameLst>
                                      </p:cBhvr>
                                      <p:to>
                                        <p:strVal val="visible"/>
                                      </p:to>
                                    </p:set>
                                    <p:anim calcmode="lin" valueType="num">
                                      <p:cBhvr additive="base">
                                        <p:cTn id="84" dur="500" fill="hold"/>
                                        <p:tgtEl>
                                          <p:spTgt spid="201"/>
                                        </p:tgtEl>
                                        <p:attrNameLst>
                                          <p:attrName>ppt_x</p:attrName>
                                        </p:attrNameLst>
                                      </p:cBhvr>
                                      <p:tavLst>
                                        <p:tav tm="0">
                                          <p:val>
                                            <p:strVal val="#ppt_x"/>
                                          </p:val>
                                        </p:tav>
                                        <p:tav tm="100000">
                                          <p:val>
                                            <p:strVal val="#ppt_x"/>
                                          </p:val>
                                        </p:tav>
                                      </p:tavLst>
                                    </p:anim>
                                    <p:anim calcmode="lin" valueType="num">
                                      <p:cBhvr additive="base">
                                        <p:cTn id="85" dur="500" fill="hold"/>
                                        <p:tgtEl>
                                          <p:spTgt spid="201"/>
                                        </p:tgtEl>
                                        <p:attrNameLst>
                                          <p:attrName>ppt_y</p:attrName>
                                        </p:attrNameLst>
                                      </p:cBhvr>
                                      <p:tavLst>
                                        <p:tav tm="0">
                                          <p:val>
                                            <p:strVal val="1+#ppt_h/2"/>
                                          </p:val>
                                        </p:tav>
                                        <p:tav tm="100000">
                                          <p:val>
                                            <p:strVal val="#ppt_y"/>
                                          </p:val>
                                        </p:tav>
                                      </p:tavLst>
                                    </p:anim>
                                  </p:childTnLst>
                                </p:cTn>
                              </p:par>
                            </p:childTnLst>
                          </p:cTn>
                        </p:par>
                        <p:par>
                          <p:cTn id="86" fill="hold">
                            <p:stCondLst>
                              <p:cond delay="8500"/>
                            </p:stCondLst>
                            <p:childTnLst>
                              <p:par>
                                <p:cTn id="87" presetID="2" presetClass="entr" presetSubtype="4" accel="50000" decel="50000" fill="hold" nodeType="afterEffect">
                                  <p:stCondLst>
                                    <p:cond delay="0"/>
                                  </p:stCondLst>
                                  <p:childTnLst>
                                    <p:set>
                                      <p:cBhvr>
                                        <p:cTn id="88" dur="1" fill="hold">
                                          <p:stCondLst>
                                            <p:cond delay="0"/>
                                          </p:stCondLst>
                                        </p:cTn>
                                        <p:tgtEl>
                                          <p:spTgt spid="8"/>
                                        </p:tgtEl>
                                        <p:attrNameLst>
                                          <p:attrName>style.visibility</p:attrName>
                                        </p:attrNameLst>
                                      </p:cBhvr>
                                      <p:to>
                                        <p:strVal val="visible"/>
                                      </p:to>
                                    </p:set>
                                    <p:anim calcmode="lin" valueType="num">
                                      <p:cBhvr additive="base">
                                        <p:cTn id="89" dur="500" fill="hold"/>
                                        <p:tgtEl>
                                          <p:spTgt spid="8"/>
                                        </p:tgtEl>
                                        <p:attrNameLst>
                                          <p:attrName>ppt_x</p:attrName>
                                        </p:attrNameLst>
                                      </p:cBhvr>
                                      <p:tavLst>
                                        <p:tav tm="0">
                                          <p:val>
                                            <p:strVal val="#ppt_x"/>
                                          </p:val>
                                        </p:tav>
                                        <p:tav tm="100000">
                                          <p:val>
                                            <p:strVal val="#ppt_x"/>
                                          </p:val>
                                        </p:tav>
                                      </p:tavLst>
                                    </p:anim>
                                    <p:anim calcmode="lin" valueType="num">
                                      <p:cBhvr additive="base">
                                        <p:cTn id="90" dur="500" fill="hold"/>
                                        <p:tgtEl>
                                          <p:spTgt spid="8"/>
                                        </p:tgtEl>
                                        <p:attrNameLst>
                                          <p:attrName>ppt_y</p:attrName>
                                        </p:attrNameLst>
                                      </p:cBhvr>
                                      <p:tavLst>
                                        <p:tav tm="0">
                                          <p:val>
                                            <p:strVal val="1+#ppt_h/2"/>
                                          </p:val>
                                        </p:tav>
                                        <p:tav tm="100000">
                                          <p:val>
                                            <p:strVal val="#ppt_y"/>
                                          </p:val>
                                        </p:tav>
                                      </p:tavLst>
                                    </p:anim>
                                  </p:childTnLst>
                                </p:cTn>
                              </p:par>
                            </p:childTnLst>
                          </p:cTn>
                        </p:par>
                        <p:par>
                          <p:cTn id="91" fill="hold">
                            <p:stCondLst>
                              <p:cond delay="9000"/>
                            </p:stCondLst>
                            <p:childTnLst>
                              <p:par>
                                <p:cTn id="92" presetID="2" presetClass="entr" presetSubtype="4" accel="50000" decel="50000" fill="hold" grpId="0" nodeType="afterEffect">
                                  <p:stCondLst>
                                    <p:cond delay="0"/>
                                  </p:stCondLst>
                                  <p:childTnLst>
                                    <p:set>
                                      <p:cBhvr>
                                        <p:cTn id="93" dur="1" fill="hold">
                                          <p:stCondLst>
                                            <p:cond delay="0"/>
                                          </p:stCondLst>
                                        </p:cTn>
                                        <p:tgtEl>
                                          <p:spTgt spid="203"/>
                                        </p:tgtEl>
                                        <p:attrNameLst>
                                          <p:attrName>style.visibility</p:attrName>
                                        </p:attrNameLst>
                                      </p:cBhvr>
                                      <p:to>
                                        <p:strVal val="visible"/>
                                      </p:to>
                                    </p:set>
                                    <p:anim calcmode="lin" valueType="num">
                                      <p:cBhvr additive="base">
                                        <p:cTn id="94" dur="500" fill="hold"/>
                                        <p:tgtEl>
                                          <p:spTgt spid="203"/>
                                        </p:tgtEl>
                                        <p:attrNameLst>
                                          <p:attrName>ppt_x</p:attrName>
                                        </p:attrNameLst>
                                      </p:cBhvr>
                                      <p:tavLst>
                                        <p:tav tm="0">
                                          <p:val>
                                            <p:strVal val="#ppt_x"/>
                                          </p:val>
                                        </p:tav>
                                        <p:tav tm="100000">
                                          <p:val>
                                            <p:strVal val="#ppt_x"/>
                                          </p:val>
                                        </p:tav>
                                      </p:tavLst>
                                    </p:anim>
                                    <p:anim calcmode="lin" valueType="num">
                                      <p:cBhvr additive="base">
                                        <p:cTn id="95" dur="500" fill="hold"/>
                                        <p:tgtEl>
                                          <p:spTgt spid="203"/>
                                        </p:tgtEl>
                                        <p:attrNameLst>
                                          <p:attrName>ppt_y</p:attrName>
                                        </p:attrNameLst>
                                      </p:cBhvr>
                                      <p:tavLst>
                                        <p:tav tm="0">
                                          <p:val>
                                            <p:strVal val="1+#ppt_h/2"/>
                                          </p:val>
                                        </p:tav>
                                        <p:tav tm="100000">
                                          <p:val>
                                            <p:strVal val="#ppt_y"/>
                                          </p:val>
                                        </p:tav>
                                      </p:tavLst>
                                    </p:anim>
                                  </p:childTnLst>
                                </p:cTn>
                              </p:par>
                            </p:childTnLst>
                          </p:cTn>
                        </p:par>
                        <p:par>
                          <p:cTn id="96" fill="hold">
                            <p:stCondLst>
                              <p:cond delay="9500"/>
                            </p:stCondLst>
                            <p:childTnLst>
                              <p:par>
                                <p:cTn id="97" presetID="2" presetClass="entr" presetSubtype="4" accel="50000" decel="50000" fill="hold" nodeType="afterEffect">
                                  <p:stCondLst>
                                    <p:cond delay="0"/>
                                  </p:stCondLst>
                                  <p:childTnLst>
                                    <p:set>
                                      <p:cBhvr>
                                        <p:cTn id="98" dur="1" fill="hold">
                                          <p:stCondLst>
                                            <p:cond delay="0"/>
                                          </p:stCondLst>
                                        </p:cTn>
                                        <p:tgtEl>
                                          <p:spTgt spid="12"/>
                                        </p:tgtEl>
                                        <p:attrNameLst>
                                          <p:attrName>style.visibility</p:attrName>
                                        </p:attrNameLst>
                                      </p:cBhvr>
                                      <p:to>
                                        <p:strVal val="visible"/>
                                      </p:to>
                                    </p:set>
                                    <p:anim calcmode="lin" valueType="num">
                                      <p:cBhvr additive="base">
                                        <p:cTn id="99" dur="500" fill="hold"/>
                                        <p:tgtEl>
                                          <p:spTgt spid="12"/>
                                        </p:tgtEl>
                                        <p:attrNameLst>
                                          <p:attrName>ppt_x</p:attrName>
                                        </p:attrNameLst>
                                      </p:cBhvr>
                                      <p:tavLst>
                                        <p:tav tm="0">
                                          <p:val>
                                            <p:strVal val="#ppt_x"/>
                                          </p:val>
                                        </p:tav>
                                        <p:tav tm="100000">
                                          <p:val>
                                            <p:strVal val="#ppt_x"/>
                                          </p:val>
                                        </p:tav>
                                      </p:tavLst>
                                    </p:anim>
                                    <p:anim calcmode="lin" valueType="num">
                                      <p:cBhvr additive="base">
                                        <p:cTn id="100" dur="500" fill="hold"/>
                                        <p:tgtEl>
                                          <p:spTgt spid="12"/>
                                        </p:tgtEl>
                                        <p:attrNameLst>
                                          <p:attrName>ppt_y</p:attrName>
                                        </p:attrNameLst>
                                      </p:cBhvr>
                                      <p:tavLst>
                                        <p:tav tm="0">
                                          <p:val>
                                            <p:strVal val="1+#ppt_h/2"/>
                                          </p:val>
                                        </p:tav>
                                        <p:tav tm="100000">
                                          <p:val>
                                            <p:strVal val="#ppt_y"/>
                                          </p:val>
                                        </p:tav>
                                      </p:tavLst>
                                    </p:anim>
                                  </p:childTnLst>
                                </p:cTn>
                              </p:par>
                            </p:childTnLst>
                          </p:cTn>
                        </p:par>
                        <p:par>
                          <p:cTn id="101" fill="hold">
                            <p:stCondLst>
                              <p:cond delay="10000"/>
                            </p:stCondLst>
                            <p:childTnLst>
                              <p:par>
                                <p:cTn id="102" presetID="2" presetClass="entr" presetSubtype="1" accel="50000" decel="50000" fill="hold" nodeType="afterEffect">
                                  <p:stCondLst>
                                    <p:cond delay="0"/>
                                  </p:stCondLst>
                                  <p:childTnLst>
                                    <p:set>
                                      <p:cBhvr>
                                        <p:cTn id="103" dur="1" fill="hold">
                                          <p:stCondLst>
                                            <p:cond delay="0"/>
                                          </p:stCondLst>
                                        </p:cTn>
                                        <p:tgtEl>
                                          <p:spTgt spid="14"/>
                                        </p:tgtEl>
                                        <p:attrNameLst>
                                          <p:attrName>style.visibility</p:attrName>
                                        </p:attrNameLst>
                                      </p:cBhvr>
                                      <p:to>
                                        <p:strVal val="visible"/>
                                      </p:to>
                                    </p:set>
                                    <p:anim calcmode="lin" valueType="num">
                                      <p:cBhvr additive="base">
                                        <p:cTn id="104" dur="500" fill="hold"/>
                                        <p:tgtEl>
                                          <p:spTgt spid="14"/>
                                        </p:tgtEl>
                                        <p:attrNameLst>
                                          <p:attrName>ppt_x</p:attrName>
                                        </p:attrNameLst>
                                      </p:cBhvr>
                                      <p:tavLst>
                                        <p:tav tm="0">
                                          <p:val>
                                            <p:strVal val="#ppt_x"/>
                                          </p:val>
                                        </p:tav>
                                        <p:tav tm="100000">
                                          <p:val>
                                            <p:strVal val="#ppt_x"/>
                                          </p:val>
                                        </p:tav>
                                      </p:tavLst>
                                    </p:anim>
                                    <p:anim calcmode="lin" valueType="num">
                                      <p:cBhvr additive="base">
                                        <p:cTn id="105" dur="500" fill="hold"/>
                                        <p:tgtEl>
                                          <p:spTgt spid="14"/>
                                        </p:tgtEl>
                                        <p:attrNameLst>
                                          <p:attrName>ppt_y</p:attrName>
                                        </p:attrNameLst>
                                      </p:cBhvr>
                                      <p:tavLst>
                                        <p:tav tm="0">
                                          <p:val>
                                            <p:strVal val="0-#ppt_h/2"/>
                                          </p:val>
                                        </p:tav>
                                        <p:tav tm="100000">
                                          <p:val>
                                            <p:strVal val="#ppt_y"/>
                                          </p:val>
                                        </p:tav>
                                      </p:tavLst>
                                    </p:anim>
                                  </p:childTnLst>
                                </p:cTn>
                              </p:par>
                            </p:childTnLst>
                          </p:cTn>
                        </p:par>
                        <p:par>
                          <p:cTn id="106" fill="hold">
                            <p:stCondLst>
                              <p:cond delay="10500"/>
                            </p:stCondLst>
                            <p:childTnLst>
                              <p:par>
                                <p:cTn id="107" presetID="2" presetClass="entr" presetSubtype="1" accel="50000" decel="50000" fill="hold" nodeType="afterEffect">
                                  <p:stCondLst>
                                    <p:cond delay="0"/>
                                  </p:stCondLst>
                                  <p:childTnLst>
                                    <p:set>
                                      <p:cBhvr>
                                        <p:cTn id="108" dur="1" fill="hold">
                                          <p:stCondLst>
                                            <p:cond delay="0"/>
                                          </p:stCondLst>
                                        </p:cTn>
                                        <p:tgtEl>
                                          <p:spTgt spid="15"/>
                                        </p:tgtEl>
                                        <p:attrNameLst>
                                          <p:attrName>style.visibility</p:attrName>
                                        </p:attrNameLst>
                                      </p:cBhvr>
                                      <p:to>
                                        <p:strVal val="visible"/>
                                      </p:to>
                                    </p:set>
                                    <p:anim calcmode="lin" valueType="num">
                                      <p:cBhvr additive="base">
                                        <p:cTn id="109" dur="500" fill="hold"/>
                                        <p:tgtEl>
                                          <p:spTgt spid="15"/>
                                        </p:tgtEl>
                                        <p:attrNameLst>
                                          <p:attrName>ppt_x</p:attrName>
                                        </p:attrNameLst>
                                      </p:cBhvr>
                                      <p:tavLst>
                                        <p:tav tm="0">
                                          <p:val>
                                            <p:strVal val="#ppt_x"/>
                                          </p:val>
                                        </p:tav>
                                        <p:tav tm="100000">
                                          <p:val>
                                            <p:strVal val="#ppt_x"/>
                                          </p:val>
                                        </p:tav>
                                      </p:tavLst>
                                    </p:anim>
                                    <p:anim calcmode="lin" valueType="num">
                                      <p:cBhvr additive="base">
                                        <p:cTn id="110" dur="500" fill="hold"/>
                                        <p:tgtEl>
                                          <p:spTgt spid="15"/>
                                        </p:tgtEl>
                                        <p:attrNameLst>
                                          <p:attrName>ppt_y</p:attrName>
                                        </p:attrNameLst>
                                      </p:cBhvr>
                                      <p:tavLst>
                                        <p:tav tm="0">
                                          <p:val>
                                            <p:strVal val="0-#ppt_h/2"/>
                                          </p:val>
                                        </p:tav>
                                        <p:tav tm="100000">
                                          <p:val>
                                            <p:strVal val="#ppt_y"/>
                                          </p:val>
                                        </p:tav>
                                      </p:tavLst>
                                    </p:anim>
                                  </p:childTnLst>
                                </p:cTn>
                              </p:par>
                            </p:childTnLst>
                          </p:cTn>
                        </p:par>
                        <p:par>
                          <p:cTn id="111" fill="hold">
                            <p:stCondLst>
                              <p:cond delay="11000"/>
                            </p:stCondLst>
                            <p:childTnLst>
                              <p:par>
                                <p:cTn id="112" presetID="2" presetClass="entr" presetSubtype="1" accel="50000" decel="50000" fill="hold" nodeType="after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additive="base">
                                        <p:cTn id="114" dur="500" fill="hold"/>
                                        <p:tgtEl>
                                          <p:spTgt spid="16"/>
                                        </p:tgtEl>
                                        <p:attrNameLst>
                                          <p:attrName>ppt_x</p:attrName>
                                        </p:attrNameLst>
                                      </p:cBhvr>
                                      <p:tavLst>
                                        <p:tav tm="0">
                                          <p:val>
                                            <p:strVal val="#ppt_x"/>
                                          </p:val>
                                        </p:tav>
                                        <p:tav tm="100000">
                                          <p:val>
                                            <p:strVal val="#ppt_x"/>
                                          </p:val>
                                        </p:tav>
                                      </p:tavLst>
                                    </p:anim>
                                    <p:anim calcmode="lin" valueType="num">
                                      <p:cBhvr additive="base">
                                        <p:cTn id="115" dur="500" fill="hold"/>
                                        <p:tgtEl>
                                          <p:spTgt spid="16"/>
                                        </p:tgtEl>
                                        <p:attrNameLst>
                                          <p:attrName>ppt_y</p:attrName>
                                        </p:attrNameLst>
                                      </p:cBhvr>
                                      <p:tavLst>
                                        <p:tav tm="0">
                                          <p:val>
                                            <p:strVal val="0-#ppt_h/2"/>
                                          </p:val>
                                        </p:tav>
                                        <p:tav tm="100000">
                                          <p:val>
                                            <p:strVal val="#ppt_y"/>
                                          </p:val>
                                        </p:tav>
                                      </p:tavLst>
                                    </p:anim>
                                  </p:childTnLst>
                                </p:cTn>
                              </p:par>
                            </p:childTnLst>
                          </p:cTn>
                        </p:par>
                        <p:par>
                          <p:cTn id="116" fill="hold">
                            <p:stCondLst>
                              <p:cond delay="11500"/>
                            </p:stCondLst>
                            <p:childTnLst>
                              <p:par>
                                <p:cTn id="117" presetID="2" presetClass="entr" presetSubtype="1" accel="50000" decel="50000" fill="hold" nodeType="afterEffect">
                                  <p:stCondLst>
                                    <p:cond delay="0"/>
                                  </p:stCondLst>
                                  <p:childTnLst>
                                    <p:set>
                                      <p:cBhvr>
                                        <p:cTn id="118" dur="1" fill="hold">
                                          <p:stCondLst>
                                            <p:cond delay="0"/>
                                          </p:stCondLst>
                                        </p:cTn>
                                        <p:tgtEl>
                                          <p:spTgt spid="17"/>
                                        </p:tgtEl>
                                        <p:attrNameLst>
                                          <p:attrName>style.visibility</p:attrName>
                                        </p:attrNameLst>
                                      </p:cBhvr>
                                      <p:to>
                                        <p:strVal val="visible"/>
                                      </p:to>
                                    </p:set>
                                    <p:anim calcmode="lin" valueType="num">
                                      <p:cBhvr additive="base">
                                        <p:cTn id="119" dur="500" fill="hold"/>
                                        <p:tgtEl>
                                          <p:spTgt spid="17"/>
                                        </p:tgtEl>
                                        <p:attrNameLst>
                                          <p:attrName>ppt_x</p:attrName>
                                        </p:attrNameLst>
                                      </p:cBhvr>
                                      <p:tavLst>
                                        <p:tav tm="0">
                                          <p:val>
                                            <p:strVal val="#ppt_x"/>
                                          </p:val>
                                        </p:tav>
                                        <p:tav tm="100000">
                                          <p:val>
                                            <p:strVal val="#ppt_x"/>
                                          </p:val>
                                        </p:tav>
                                      </p:tavLst>
                                    </p:anim>
                                    <p:anim calcmode="lin" valueType="num">
                                      <p:cBhvr additive="base">
                                        <p:cTn id="120" dur="500" fill="hold"/>
                                        <p:tgtEl>
                                          <p:spTgt spid="17"/>
                                        </p:tgtEl>
                                        <p:attrNameLst>
                                          <p:attrName>ppt_y</p:attrName>
                                        </p:attrNameLst>
                                      </p:cBhvr>
                                      <p:tavLst>
                                        <p:tav tm="0">
                                          <p:val>
                                            <p:strVal val="0-#ppt_h/2"/>
                                          </p:val>
                                        </p:tav>
                                        <p:tav tm="100000">
                                          <p:val>
                                            <p:strVal val="#ppt_y"/>
                                          </p:val>
                                        </p:tav>
                                      </p:tavLst>
                                    </p:anim>
                                  </p:childTnLst>
                                </p:cTn>
                              </p:par>
                            </p:childTnLst>
                          </p:cTn>
                        </p:par>
                        <p:par>
                          <p:cTn id="121" fill="hold">
                            <p:stCondLst>
                              <p:cond delay="12000"/>
                            </p:stCondLst>
                            <p:childTnLst>
                              <p:par>
                                <p:cTn id="122" presetID="2" presetClass="entr" presetSubtype="1" accel="50000" decel="50000" fill="hold" nodeType="afterEffect">
                                  <p:stCondLst>
                                    <p:cond delay="0"/>
                                  </p:stCondLst>
                                  <p:childTnLst>
                                    <p:set>
                                      <p:cBhvr>
                                        <p:cTn id="123" dur="1" fill="hold">
                                          <p:stCondLst>
                                            <p:cond delay="0"/>
                                          </p:stCondLst>
                                        </p:cTn>
                                        <p:tgtEl>
                                          <p:spTgt spid="18"/>
                                        </p:tgtEl>
                                        <p:attrNameLst>
                                          <p:attrName>style.visibility</p:attrName>
                                        </p:attrNameLst>
                                      </p:cBhvr>
                                      <p:to>
                                        <p:strVal val="visible"/>
                                      </p:to>
                                    </p:set>
                                    <p:anim calcmode="lin" valueType="num">
                                      <p:cBhvr additive="base">
                                        <p:cTn id="124" dur="500" fill="hold"/>
                                        <p:tgtEl>
                                          <p:spTgt spid="18"/>
                                        </p:tgtEl>
                                        <p:attrNameLst>
                                          <p:attrName>ppt_x</p:attrName>
                                        </p:attrNameLst>
                                      </p:cBhvr>
                                      <p:tavLst>
                                        <p:tav tm="0">
                                          <p:val>
                                            <p:strVal val="#ppt_x"/>
                                          </p:val>
                                        </p:tav>
                                        <p:tav tm="100000">
                                          <p:val>
                                            <p:strVal val="#ppt_x"/>
                                          </p:val>
                                        </p:tav>
                                      </p:tavLst>
                                    </p:anim>
                                    <p:anim calcmode="lin" valueType="num">
                                      <p:cBhvr additive="base">
                                        <p:cTn id="125" dur="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p:bldP spid="199" grpId="0" animBg="1"/>
      <p:bldP spid="200" grpId="0" animBg="1"/>
      <p:bldP spid="201" grpId="0" animBg="1"/>
      <p:bldP spid="202" grpId="0" animBg="1"/>
      <p:bldP spid="203" grpId="0" animBg="1"/>
      <p:bldP spid="109" grpId="0" animBg="1"/>
      <p:bldP spid="112" grpId="0" animBg="1"/>
      <p:bldP spid="113" grpId="0" animBg="1"/>
      <p:bldP spid="114" grpId="0" animBg="1"/>
      <p:bldP spid="115" grpId="0" animBg="1"/>
      <p:bldP spid="117"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8" name="Group 247"/>
          <p:cNvGrpSpPr/>
          <p:nvPr/>
        </p:nvGrpSpPr>
        <p:grpSpPr>
          <a:xfrm>
            <a:off x="7015365" y="2739523"/>
            <a:ext cx="1121410" cy="267012"/>
            <a:chOff x="6886158" y="2984392"/>
            <a:chExt cx="1121410" cy="267012"/>
          </a:xfrm>
        </p:grpSpPr>
        <p:sp>
          <p:nvSpPr>
            <p:cNvPr id="240" name="Rounded Rectangle 239"/>
            <p:cNvSpPr/>
            <p:nvPr/>
          </p:nvSpPr>
          <p:spPr>
            <a:xfrm>
              <a:off x="6886158" y="2984392"/>
              <a:ext cx="1121410" cy="267012"/>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TextBox 205"/>
            <p:cNvSpPr txBox="1"/>
            <p:nvPr/>
          </p:nvSpPr>
          <p:spPr>
            <a:xfrm>
              <a:off x="7300189" y="3025565"/>
              <a:ext cx="293349" cy="184666"/>
            </a:xfrm>
            <a:prstGeom prst="rect">
              <a:avLst/>
            </a:prstGeom>
            <a:noFill/>
          </p:spPr>
          <p:txBody>
            <a:bodyPr wrap="none" lIns="0" tIns="0" rIns="0" bIns="0" rtlCol="0" anchor="t">
              <a:spAutoFit/>
            </a:bodyPr>
            <a:lstStyle/>
            <a:p>
              <a:pPr algn="ctr"/>
              <a:r>
                <a:rPr lang="en-US" sz="1200" b="1" dirty="0">
                  <a:solidFill>
                    <a:schemeClr val="bg1"/>
                  </a:solidFill>
                </a:rPr>
                <a:t>ASIA</a:t>
              </a:r>
            </a:p>
          </p:txBody>
        </p:sp>
      </p:grpSp>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p:txBody>
          <a:bodyPr/>
          <a:lstStyle/>
          <a:p>
            <a:r>
              <a:rPr lang="en-US"/>
              <a:t>World Map Infographic</a:t>
            </a:r>
            <a:endParaRPr lang="en-US" dirty="0"/>
          </a:p>
        </p:txBody>
      </p:sp>
      <p:sp>
        <p:nvSpPr>
          <p:cNvPr id="97" name="Slide Number Placeholder 96"/>
          <p:cNvSpPr>
            <a:spLocks noGrp="1"/>
          </p:cNvSpPr>
          <p:nvPr>
            <p:ph type="sldNum" sz="quarter" idx="12"/>
          </p:nvPr>
        </p:nvSpPr>
        <p:spPr/>
        <p:txBody>
          <a:bodyPr/>
          <a:lstStyle/>
          <a:p>
            <a:fld id="{C136B7D2-B98C-44FD-8D04-7EC62A564975}" type="slidenum">
              <a:rPr lang="en-US" smtClean="0"/>
              <a:pPr/>
              <a:t>327</a:t>
            </a:fld>
            <a:endParaRPr lang="en-US" dirty="0"/>
          </a:p>
        </p:txBody>
      </p:sp>
      <p:grpSp>
        <p:nvGrpSpPr>
          <p:cNvPr id="96" name="Group 144"/>
          <p:cNvGrpSpPr/>
          <p:nvPr/>
        </p:nvGrpSpPr>
        <p:grpSpPr>
          <a:xfrm>
            <a:off x="927298" y="1117211"/>
            <a:ext cx="1193048" cy="1438270"/>
            <a:chOff x="4219575" y="1416050"/>
            <a:chExt cx="687388" cy="828676"/>
          </a:xfrm>
          <a:solidFill>
            <a:schemeClr val="accent1"/>
          </a:solidFill>
        </p:grpSpPr>
        <p:sp>
          <p:nvSpPr>
            <p:cNvPr id="98"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99" name="Group 343"/>
            <p:cNvGrpSpPr/>
            <p:nvPr/>
          </p:nvGrpSpPr>
          <p:grpSpPr>
            <a:xfrm>
              <a:off x="4219575" y="1416050"/>
              <a:ext cx="687388" cy="828676"/>
              <a:chOff x="4219575" y="1416050"/>
              <a:chExt cx="687388" cy="828676"/>
            </a:xfrm>
            <a:grpFill/>
          </p:grpSpPr>
          <p:sp>
            <p:nvSpPr>
              <p:cNvPr id="100"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119" name="Freeform 113"/>
          <p:cNvSpPr>
            <a:spLocks/>
          </p:cNvSpPr>
          <p:nvPr/>
        </p:nvSpPr>
        <p:spPr bwMode="auto">
          <a:xfrm>
            <a:off x="2557290" y="1243047"/>
            <a:ext cx="1925256" cy="1186598"/>
          </a:xfrm>
          <a:custGeom>
            <a:avLst/>
            <a:gdLst/>
            <a:ahLst/>
            <a:cxnLst>
              <a:cxn ang="0">
                <a:pos x="2667" y="186"/>
              </a:cxn>
              <a:cxn ang="0">
                <a:pos x="2594" y="86"/>
              </a:cxn>
              <a:cxn ang="0">
                <a:pos x="2535" y="205"/>
              </a:cxn>
              <a:cxn ang="0">
                <a:pos x="2487" y="275"/>
              </a:cxn>
              <a:cxn ang="0">
                <a:pos x="2309" y="357"/>
              </a:cxn>
              <a:cxn ang="0">
                <a:pos x="2175" y="458"/>
              </a:cxn>
              <a:cxn ang="0">
                <a:pos x="1986" y="587"/>
              </a:cxn>
              <a:cxn ang="0">
                <a:pos x="1955" y="470"/>
              </a:cxn>
              <a:cxn ang="0">
                <a:pos x="1955" y="357"/>
              </a:cxn>
              <a:cxn ang="0">
                <a:pos x="1866" y="373"/>
              </a:cxn>
              <a:cxn ang="0">
                <a:pos x="1824" y="492"/>
              </a:cxn>
              <a:cxn ang="0">
                <a:pos x="1750" y="428"/>
              </a:cxn>
              <a:cxn ang="0">
                <a:pos x="1931" y="321"/>
              </a:cxn>
              <a:cxn ang="0">
                <a:pos x="1873" y="275"/>
              </a:cxn>
              <a:cxn ang="0">
                <a:pos x="1747" y="241"/>
              </a:cxn>
              <a:cxn ang="0">
                <a:pos x="1607" y="305"/>
              </a:cxn>
              <a:cxn ang="0">
                <a:pos x="1610" y="244"/>
              </a:cxn>
              <a:cxn ang="0">
                <a:pos x="1555" y="196"/>
              </a:cxn>
              <a:cxn ang="0">
                <a:pos x="1417" y="134"/>
              </a:cxn>
              <a:cxn ang="0">
                <a:pos x="238" y="67"/>
              </a:cxn>
              <a:cxn ang="0">
                <a:pos x="140" y="12"/>
              </a:cxn>
              <a:cxn ang="0">
                <a:pos x="143" y="131"/>
              </a:cxn>
              <a:cxn ang="0">
                <a:pos x="43" y="357"/>
              </a:cxn>
              <a:cxn ang="0">
                <a:pos x="6" y="614"/>
              </a:cxn>
              <a:cxn ang="0">
                <a:pos x="64" y="773"/>
              </a:cxn>
              <a:cxn ang="0">
                <a:pos x="88" y="944"/>
              </a:cxn>
              <a:cxn ang="0">
                <a:pos x="232" y="1103"/>
              </a:cxn>
              <a:cxn ang="0">
                <a:pos x="495" y="1219"/>
              </a:cxn>
              <a:cxn ang="0">
                <a:pos x="803" y="1253"/>
              </a:cxn>
              <a:cxn ang="0">
                <a:pos x="971" y="1451"/>
              </a:cxn>
              <a:cxn ang="0">
                <a:pos x="1179" y="1558"/>
              </a:cxn>
              <a:cxn ang="0">
                <a:pos x="1457" y="1436"/>
              </a:cxn>
              <a:cxn ang="0">
                <a:pos x="1650" y="1430"/>
              </a:cxn>
              <a:cxn ang="0">
                <a:pos x="1705" y="1439"/>
              </a:cxn>
              <a:cxn ang="0">
                <a:pos x="1778" y="1436"/>
              </a:cxn>
              <a:cxn ang="0">
                <a:pos x="1729" y="1393"/>
              </a:cxn>
              <a:cxn ang="0">
                <a:pos x="1833" y="1366"/>
              </a:cxn>
              <a:cxn ang="0">
                <a:pos x="2129" y="1402"/>
              </a:cxn>
              <a:cxn ang="0">
                <a:pos x="2163" y="1482"/>
              </a:cxn>
              <a:cxn ang="0">
                <a:pos x="2206" y="1567"/>
              </a:cxn>
              <a:cxn ang="0">
                <a:pos x="2306" y="1634"/>
              </a:cxn>
              <a:cxn ang="0">
                <a:pos x="2309" y="1619"/>
              </a:cxn>
              <a:cxn ang="0">
                <a:pos x="2199" y="1219"/>
              </a:cxn>
              <a:cxn ang="0">
                <a:pos x="2343" y="1054"/>
              </a:cxn>
              <a:cxn ang="0">
                <a:pos x="2398" y="944"/>
              </a:cxn>
              <a:cxn ang="0">
                <a:pos x="2438" y="907"/>
              </a:cxn>
              <a:cxn ang="0">
                <a:pos x="2407" y="840"/>
              </a:cxn>
              <a:cxn ang="0">
                <a:pos x="2386" y="816"/>
              </a:cxn>
              <a:cxn ang="0">
                <a:pos x="2367" y="684"/>
              </a:cxn>
              <a:cxn ang="0">
                <a:pos x="2392" y="776"/>
              </a:cxn>
              <a:cxn ang="0">
                <a:pos x="2426" y="709"/>
              </a:cxn>
              <a:cxn ang="0">
                <a:pos x="2426" y="700"/>
              </a:cxn>
              <a:cxn ang="0">
                <a:pos x="2453" y="580"/>
              </a:cxn>
              <a:cxn ang="0">
                <a:pos x="2578" y="492"/>
              </a:cxn>
              <a:cxn ang="0">
                <a:pos x="2624" y="467"/>
              </a:cxn>
              <a:cxn ang="0">
                <a:pos x="2566" y="437"/>
              </a:cxn>
              <a:cxn ang="0">
                <a:pos x="2621" y="278"/>
              </a:cxn>
              <a:cxn ang="0">
                <a:pos x="2645" y="272"/>
              </a:cxn>
              <a:cxn ang="0">
                <a:pos x="2688" y="208"/>
              </a:cxn>
            </a:cxnLst>
            <a:rect l="0" t="0" r="r" b="b"/>
            <a:pathLst>
              <a:path w="2717" h="1674">
                <a:moveTo>
                  <a:pt x="2688" y="208"/>
                </a:moveTo>
                <a:cubicBezTo>
                  <a:pt x="2679" y="206"/>
                  <a:pt x="2676" y="214"/>
                  <a:pt x="2670" y="208"/>
                </a:cubicBezTo>
                <a:cubicBezTo>
                  <a:pt x="2672" y="197"/>
                  <a:pt x="2665" y="196"/>
                  <a:pt x="2667" y="186"/>
                </a:cubicBezTo>
                <a:cubicBezTo>
                  <a:pt x="2659" y="186"/>
                  <a:pt x="2649" y="188"/>
                  <a:pt x="2645" y="183"/>
                </a:cubicBezTo>
                <a:cubicBezTo>
                  <a:pt x="2640" y="151"/>
                  <a:pt x="2627" y="126"/>
                  <a:pt x="2621" y="95"/>
                </a:cubicBezTo>
                <a:cubicBezTo>
                  <a:pt x="2609" y="95"/>
                  <a:pt x="2603" y="88"/>
                  <a:pt x="2594" y="86"/>
                </a:cubicBezTo>
                <a:cubicBezTo>
                  <a:pt x="2586" y="92"/>
                  <a:pt x="2580" y="101"/>
                  <a:pt x="2569" y="104"/>
                </a:cubicBezTo>
                <a:cubicBezTo>
                  <a:pt x="2560" y="103"/>
                  <a:pt x="2565" y="89"/>
                  <a:pt x="2554" y="92"/>
                </a:cubicBezTo>
                <a:cubicBezTo>
                  <a:pt x="2542" y="121"/>
                  <a:pt x="2520" y="168"/>
                  <a:pt x="2535" y="205"/>
                </a:cubicBezTo>
                <a:cubicBezTo>
                  <a:pt x="2528" y="217"/>
                  <a:pt x="2519" y="229"/>
                  <a:pt x="2520" y="251"/>
                </a:cubicBezTo>
                <a:cubicBezTo>
                  <a:pt x="2509" y="248"/>
                  <a:pt x="2505" y="257"/>
                  <a:pt x="2499" y="251"/>
                </a:cubicBezTo>
                <a:cubicBezTo>
                  <a:pt x="2496" y="260"/>
                  <a:pt x="2497" y="273"/>
                  <a:pt x="2487" y="275"/>
                </a:cubicBezTo>
                <a:cubicBezTo>
                  <a:pt x="2455" y="281"/>
                  <a:pt x="2420" y="295"/>
                  <a:pt x="2386" y="302"/>
                </a:cubicBezTo>
                <a:cubicBezTo>
                  <a:pt x="2370" y="306"/>
                  <a:pt x="2353" y="303"/>
                  <a:pt x="2340" y="312"/>
                </a:cubicBezTo>
                <a:cubicBezTo>
                  <a:pt x="2325" y="321"/>
                  <a:pt x="2320" y="343"/>
                  <a:pt x="2309" y="357"/>
                </a:cubicBezTo>
                <a:cubicBezTo>
                  <a:pt x="2302" y="368"/>
                  <a:pt x="2287" y="369"/>
                  <a:pt x="2291" y="385"/>
                </a:cubicBezTo>
                <a:cubicBezTo>
                  <a:pt x="2305" y="390"/>
                  <a:pt x="2303" y="406"/>
                  <a:pt x="2303" y="415"/>
                </a:cubicBezTo>
                <a:cubicBezTo>
                  <a:pt x="2274" y="457"/>
                  <a:pt x="2221" y="437"/>
                  <a:pt x="2175" y="458"/>
                </a:cubicBezTo>
                <a:cubicBezTo>
                  <a:pt x="2176" y="473"/>
                  <a:pt x="2185" y="479"/>
                  <a:pt x="2190" y="489"/>
                </a:cubicBezTo>
                <a:cubicBezTo>
                  <a:pt x="2151" y="542"/>
                  <a:pt x="2094" y="578"/>
                  <a:pt x="2031" y="608"/>
                </a:cubicBezTo>
                <a:cubicBezTo>
                  <a:pt x="2022" y="595"/>
                  <a:pt x="1991" y="604"/>
                  <a:pt x="1986" y="587"/>
                </a:cubicBezTo>
                <a:cubicBezTo>
                  <a:pt x="2001" y="571"/>
                  <a:pt x="1998" y="530"/>
                  <a:pt x="2022" y="532"/>
                </a:cubicBezTo>
                <a:cubicBezTo>
                  <a:pt x="2019" y="492"/>
                  <a:pt x="2014" y="454"/>
                  <a:pt x="1989" y="437"/>
                </a:cubicBezTo>
                <a:cubicBezTo>
                  <a:pt x="1969" y="439"/>
                  <a:pt x="1971" y="464"/>
                  <a:pt x="1955" y="470"/>
                </a:cubicBezTo>
                <a:cubicBezTo>
                  <a:pt x="1943" y="472"/>
                  <a:pt x="1946" y="459"/>
                  <a:pt x="1946" y="449"/>
                </a:cubicBezTo>
                <a:cubicBezTo>
                  <a:pt x="1981" y="440"/>
                  <a:pt x="1957" y="386"/>
                  <a:pt x="1964" y="370"/>
                </a:cubicBezTo>
                <a:cubicBezTo>
                  <a:pt x="1956" y="371"/>
                  <a:pt x="1956" y="363"/>
                  <a:pt x="1955" y="357"/>
                </a:cubicBezTo>
                <a:cubicBezTo>
                  <a:pt x="1922" y="357"/>
                  <a:pt x="1894" y="321"/>
                  <a:pt x="1876" y="354"/>
                </a:cubicBezTo>
                <a:cubicBezTo>
                  <a:pt x="1873" y="364"/>
                  <a:pt x="1886" y="359"/>
                  <a:pt x="1885" y="367"/>
                </a:cubicBezTo>
                <a:cubicBezTo>
                  <a:pt x="1874" y="364"/>
                  <a:pt x="1872" y="370"/>
                  <a:pt x="1866" y="373"/>
                </a:cubicBezTo>
                <a:cubicBezTo>
                  <a:pt x="1864" y="391"/>
                  <a:pt x="1875" y="404"/>
                  <a:pt x="1857" y="406"/>
                </a:cubicBezTo>
                <a:cubicBezTo>
                  <a:pt x="1853" y="392"/>
                  <a:pt x="1870" y="380"/>
                  <a:pt x="1857" y="376"/>
                </a:cubicBezTo>
                <a:cubicBezTo>
                  <a:pt x="1829" y="406"/>
                  <a:pt x="1828" y="439"/>
                  <a:pt x="1824" y="492"/>
                </a:cubicBezTo>
                <a:cubicBezTo>
                  <a:pt x="1858" y="525"/>
                  <a:pt x="1848" y="607"/>
                  <a:pt x="1802" y="620"/>
                </a:cubicBezTo>
                <a:cubicBezTo>
                  <a:pt x="1738" y="563"/>
                  <a:pt x="1774" y="444"/>
                  <a:pt x="1790" y="379"/>
                </a:cubicBezTo>
                <a:cubicBezTo>
                  <a:pt x="1778" y="394"/>
                  <a:pt x="1765" y="425"/>
                  <a:pt x="1750" y="428"/>
                </a:cubicBezTo>
                <a:cubicBezTo>
                  <a:pt x="1761" y="398"/>
                  <a:pt x="1779" y="377"/>
                  <a:pt x="1787" y="345"/>
                </a:cubicBezTo>
                <a:cubicBezTo>
                  <a:pt x="1813" y="352"/>
                  <a:pt x="1828" y="332"/>
                  <a:pt x="1860" y="324"/>
                </a:cubicBezTo>
                <a:cubicBezTo>
                  <a:pt x="1887" y="328"/>
                  <a:pt x="1911" y="324"/>
                  <a:pt x="1931" y="321"/>
                </a:cubicBezTo>
                <a:cubicBezTo>
                  <a:pt x="1917" y="318"/>
                  <a:pt x="1913" y="306"/>
                  <a:pt x="1915" y="287"/>
                </a:cubicBezTo>
                <a:cubicBezTo>
                  <a:pt x="1899" y="288"/>
                  <a:pt x="1887" y="300"/>
                  <a:pt x="1873" y="293"/>
                </a:cubicBezTo>
                <a:cubicBezTo>
                  <a:pt x="1873" y="287"/>
                  <a:pt x="1873" y="281"/>
                  <a:pt x="1873" y="275"/>
                </a:cubicBezTo>
                <a:cubicBezTo>
                  <a:pt x="1828" y="280"/>
                  <a:pt x="1805" y="309"/>
                  <a:pt x="1766" y="302"/>
                </a:cubicBezTo>
                <a:cubicBezTo>
                  <a:pt x="1760" y="278"/>
                  <a:pt x="1725" y="273"/>
                  <a:pt x="1717" y="284"/>
                </a:cubicBezTo>
                <a:cubicBezTo>
                  <a:pt x="1721" y="264"/>
                  <a:pt x="1737" y="256"/>
                  <a:pt x="1747" y="241"/>
                </a:cubicBezTo>
                <a:cubicBezTo>
                  <a:pt x="1717" y="242"/>
                  <a:pt x="1706" y="262"/>
                  <a:pt x="1692" y="278"/>
                </a:cubicBezTo>
                <a:cubicBezTo>
                  <a:pt x="1671" y="290"/>
                  <a:pt x="1647" y="298"/>
                  <a:pt x="1628" y="312"/>
                </a:cubicBezTo>
                <a:cubicBezTo>
                  <a:pt x="1625" y="300"/>
                  <a:pt x="1610" y="312"/>
                  <a:pt x="1607" y="305"/>
                </a:cubicBezTo>
                <a:cubicBezTo>
                  <a:pt x="1609" y="299"/>
                  <a:pt x="1616" y="296"/>
                  <a:pt x="1616" y="287"/>
                </a:cubicBezTo>
                <a:cubicBezTo>
                  <a:pt x="1600" y="281"/>
                  <a:pt x="1580" y="312"/>
                  <a:pt x="1558" y="299"/>
                </a:cubicBezTo>
                <a:cubicBezTo>
                  <a:pt x="1580" y="287"/>
                  <a:pt x="1589" y="259"/>
                  <a:pt x="1610" y="244"/>
                </a:cubicBezTo>
                <a:cubicBezTo>
                  <a:pt x="1627" y="232"/>
                  <a:pt x="1652" y="234"/>
                  <a:pt x="1665" y="214"/>
                </a:cubicBezTo>
                <a:cubicBezTo>
                  <a:pt x="1647" y="210"/>
                  <a:pt x="1618" y="213"/>
                  <a:pt x="1607" y="202"/>
                </a:cubicBezTo>
                <a:cubicBezTo>
                  <a:pt x="1591" y="218"/>
                  <a:pt x="1559" y="216"/>
                  <a:pt x="1555" y="196"/>
                </a:cubicBezTo>
                <a:cubicBezTo>
                  <a:pt x="1529" y="204"/>
                  <a:pt x="1506" y="166"/>
                  <a:pt x="1482" y="189"/>
                </a:cubicBezTo>
                <a:cubicBezTo>
                  <a:pt x="1469" y="185"/>
                  <a:pt x="1459" y="177"/>
                  <a:pt x="1442" y="177"/>
                </a:cubicBezTo>
                <a:cubicBezTo>
                  <a:pt x="1428" y="168"/>
                  <a:pt x="1441" y="133"/>
                  <a:pt x="1417" y="134"/>
                </a:cubicBezTo>
                <a:cubicBezTo>
                  <a:pt x="1410" y="138"/>
                  <a:pt x="1419" y="156"/>
                  <a:pt x="1411" y="159"/>
                </a:cubicBezTo>
                <a:cubicBezTo>
                  <a:pt x="959" y="167"/>
                  <a:pt x="577" y="89"/>
                  <a:pt x="232" y="0"/>
                </a:cubicBezTo>
                <a:cubicBezTo>
                  <a:pt x="246" y="22"/>
                  <a:pt x="233" y="49"/>
                  <a:pt x="238" y="67"/>
                </a:cubicBezTo>
                <a:cubicBezTo>
                  <a:pt x="224" y="56"/>
                  <a:pt x="231" y="46"/>
                  <a:pt x="232" y="37"/>
                </a:cubicBezTo>
                <a:cubicBezTo>
                  <a:pt x="220" y="35"/>
                  <a:pt x="225" y="50"/>
                  <a:pt x="214" y="49"/>
                </a:cubicBezTo>
                <a:cubicBezTo>
                  <a:pt x="182" y="44"/>
                  <a:pt x="165" y="24"/>
                  <a:pt x="140" y="12"/>
                </a:cubicBezTo>
                <a:cubicBezTo>
                  <a:pt x="138" y="41"/>
                  <a:pt x="136" y="88"/>
                  <a:pt x="150" y="110"/>
                </a:cubicBezTo>
                <a:cubicBezTo>
                  <a:pt x="144" y="110"/>
                  <a:pt x="140" y="111"/>
                  <a:pt x="137" y="113"/>
                </a:cubicBezTo>
                <a:cubicBezTo>
                  <a:pt x="134" y="124"/>
                  <a:pt x="145" y="122"/>
                  <a:pt x="143" y="131"/>
                </a:cubicBezTo>
                <a:cubicBezTo>
                  <a:pt x="131" y="139"/>
                  <a:pt x="126" y="155"/>
                  <a:pt x="140" y="162"/>
                </a:cubicBezTo>
                <a:cubicBezTo>
                  <a:pt x="131" y="159"/>
                  <a:pt x="134" y="170"/>
                  <a:pt x="128" y="171"/>
                </a:cubicBezTo>
                <a:cubicBezTo>
                  <a:pt x="107" y="240"/>
                  <a:pt x="82" y="306"/>
                  <a:pt x="43" y="357"/>
                </a:cubicBezTo>
                <a:cubicBezTo>
                  <a:pt x="43" y="376"/>
                  <a:pt x="39" y="389"/>
                  <a:pt x="37" y="403"/>
                </a:cubicBezTo>
                <a:cubicBezTo>
                  <a:pt x="55" y="451"/>
                  <a:pt x="14" y="488"/>
                  <a:pt x="0" y="522"/>
                </a:cubicBezTo>
                <a:cubicBezTo>
                  <a:pt x="34" y="544"/>
                  <a:pt x="2" y="585"/>
                  <a:pt x="6" y="614"/>
                </a:cubicBezTo>
                <a:cubicBezTo>
                  <a:pt x="8" y="627"/>
                  <a:pt x="29" y="646"/>
                  <a:pt x="30" y="666"/>
                </a:cubicBezTo>
                <a:cubicBezTo>
                  <a:pt x="31" y="685"/>
                  <a:pt x="33" y="691"/>
                  <a:pt x="46" y="703"/>
                </a:cubicBezTo>
                <a:cubicBezTo>
                  <a:pt x="30" y="729"/>
                  <a:pt x="45" y="763"/>
                  <a:pt x="64" y="773"/>
                </a:cubicBezTo>
                <a:cubicBezTo>
                  <a:pt x="62" y="783"/>
                  <a:pt x="50" y="783"/>
                  <a:pt x="49" y="794"/>
                </a:cubicBezTo>
                <a:cubicBezTo>
                  <a:pt x="50" y="834"/>
                  <a:pt x="89" y="866"/>
                  <a:pt x="92" y="901"/>
                </a:cubicBezTo>
                <a:cubicBezTo>
                  <a:pt x="93" y="917"/>
                  <a:pt x="77" y="929"/>
                  <a:pt x="88" y="944"/>
                </a:cubicBezTo>
                <a:cubicBezTo>
                  <a:pt x="142" y="942"/>
                  <a:pt x="148" y="989"/>
                  <a:pt x="186" y="1002"/>
                </a:cubicBezTo>
                <a:cubicBezTo>
                  <a:pt x="188" y="1012"/>
                  <a:pt x="180" y="1011"/>
                  <a:pt x="186" y="1017"/>
                </a:cubicBezTo>
                <a:cubicBezTo>
                  <a:pt x="222" y="1026"/>
                  <a:pt x="234" y="1057"/>
                  <a:pt x="232" y="1103"/>
                </a:cubicBezTo>
                <a:cubicBezTo>
                  <a:pt x="269" y="1116"/>
                  <a:pt x="321" y="1116"/>
                  <a:pt x="363" y="1124"/>
                </a:cubicBezTo>
                <a:cubicBezTo>
                  <a:pt x="363" y="1130"/>
                  <a:pt x="355" y="1128"/>
                  <a:pt x="357" y="1136"/>
                </a:cubicBezTo>
                <a:cubicBezTo>
                  <a:pt x="405" y="1160"/>
                  <a:pt x="451" y="1193"/>
                  <a:pt x="495" y="1219"/>
                </a:cubicBezTo>
                <a:cubicBezTo>
                  <a:pt x="552" y="1252"/>
                  <a:pt x="619" y="1261"/>
                  <a:pt x="706" y="1271"/>
                </a:cubicBezTo>
                <a:cubicBezTo>
                  <a:pt x="707" y="1260"/>
                  <a:pt x="707" y="1248"/>
                  <a:pt x="712" y="1240"/>
                </a:cubicBezTo>
                <a:cubicBezTo>
                  <a:pt x="741" y="1245"/>
                  <a:pt x="771" y="1251"/>
                  <a:pt x="803" y="1253"/>
                </a:cubicBezTo>
                <a:cubicBezTo>
                  <a:pt x="824" y="1279"/>
                  <a:pt x="841" y="1311"/>
                  <a:pt x="874" y="1326"/>
                </a:cubicBezTo>
                <a:cubicBezTo>
                  <a:pt x="891" y="1344"/>
                  <a:pt x="885" y="1364"/>
                  <a:pt x="892" y="1390"/>
                </a:cubicBezTo>
                <a:cubicBezTo>
                  <a:pt x="901" y="1424"/>
                  <a:pt x="944" y="1432"/>
                  <a:pt x="971" y="1451"/>
                </a:cubicBezTo>
                <a:cubicBezTo>
                  <a:pt x="993" y="1437"/>
                  <a:pt x="990" y="1399"/>
                  <a:pt x="1023" y="1396"/>
                </a:cubicBezTo>
                <a:cubicBezTo>
                  <a:pt x="1088" y="1404"/>
                  <a:pt x="1120" y="1444"/>
                  <a:pt x="1130" y="1506"/>
                </a:cubicBezTo>
                <a:cubicBezTo>
                  <a:pt x="1152" y="1518"/>
                  <a:pt x="1158" y="1546"/>
                  <a:pt x="1179" y="1558"/>
                </a:cubicBezTo>
                <a:cubicBezTo>
                  <a:pt x="1166" y="1635"/>
                  <a:pt x="1252" y="1654"/>
                  <a:pt x="1304" y="1665"/>
                </a:cubicBezTo>
                <a:cubicBezTo>
                  <a:pt x="1295" y="1624"/>
                  <a:pt x="1297" y="1584"/>
                  <a:pt x="1301" y="1540"/>
                </a:cubicBezTo>
                <a:cubicBezTo>
                  <a:pt x="1353" y="1505"/>
                  <a:pt x="1416" y="1481"/>
                  <a:pt x="1457" y="1436"/>
                </a:cubicBezTo>
                <a:cubicBezTo>
                  <a:pt x="1501" y="1399"/>
                  <a:pt x="1577" y="1426"/>
                  <a:pt x="1622" y="1427"/>
                </a:cubicBezTo>
                <a:cubicBezTo>
                  <a:pt x="1620" y="1409"/>
                  <a:pt x="1602" y="1426"/>
                  <a:pt x="1598" y="1414"/>
                </a:cubicBezTo>
                <a:cubicBezTo>
                  <a:pt x="1617" y="1397"/>
                  <a:pt x="1632" y="1426"/>
                  <a:pt x="1650" y="1430"/>
                </a:cubicBezTo>
                <a:cubicBezTo>
                  <a:pt x="1650" y="1436"/>
                  <a:pt x="1646" y="1436"/>
                  <a:pt x="1646" y="1442"/>
                </a:cubicBezTo>
                <a:cubicBezTo>
                  <a:pt x="1657" y="1447"/>
                  <a:pt x="1665" y="1454"/>
                  <a:pt x="1680" y="1454"/>
                </a:cubicBezTo>
                <a:cubicBezTo>
                  <a:pt x="1688" y="1448"/>
                  <a:pt x="1692" y="1439"/>
                  <a:pt x="1705" y="1439"/>
                </a:cubicBezTo>
                <a:cubicBezTo>
                  <a:pt x="1715" y="1445"/>
                  <a:pt x="1697" y="1452"/>
                  <a:pt x="1705" y="1454"/>
                </a:cubicBezTo>
                <a:cubicBezTo>
                  <a:pt x="1729" y="1447"/>
                  <a:pt x="1710" y="1431"/>
                  <a:pt x="1729" y="1424"/>
                </a:cubicBezTo>
                <a:cubicBezTo>
                  <a:pt x="1734" y="1438"/>
                  <a:pt x="1775" y="1458"/>
                  <a:pt x="1778" y="1436"/>
                </a:cubicBezTo>
                <a:cubicBezTo>
                  <a:pt x="1769" y="1424"/>
                  <a:pt x="1744" y="1429"/>
                  <a:pt x="1738" y="1414"/>
                </a:cubicBezTo>
                <a:cubicBezTo>
                  <a:pt x="1748" y="1406"/>
                  <a:pt x="1760" y="1404"/>
                  <a:pt x="1753" y="1381"/>
                </a:cubicBezTo>
                <a:cubicBezTo>
                  <a:pt x="1740" y="1380"/>
                  <a:pt x="1746" y="1398"/>
                  <a:pt x="1729" y="1393"/>
                </a:cubicBezTo>
                <a:cubicBezTo>
                  <a:pt x="1743" y="1357"/>
                  <a:pt x="1774" y="1361"/>
                  <a:pt x="1818" y="1359"/>
                </a:cubicBezTo>
                <a:cubicBezTo>
                  <a:pt x="1824" y="1354"/>
                  <a:pt x="1819" y="1338"/>
                  <a:pt x="1830" y="1338"/>
                </a:cubicBezTo>
                <a:cubicBezTo>
                  <a:pt x="1836" y="1343"/>
                  <a:pt x="1845" y="1360"/>
                  <a:pt x="1833" y="1366"/>
                </a:cubicBezTo>
                <a:cubicBezTo>
                  <a:pt x="1883" y="1349"/>
                  <a:pt x="1957" y="1336"/>
                  <a:pt x="1983" y="1384"/>
                </a:cubicBezTo>
                <a:cubicBezTo>
                  <a:pt x="2010" y="1382"/>
                  <a:pt x="2034" y="1370"/>
                  <a:pt x="2038" y="1353"/>
                </a:cubicBezTo>
                <a:cubicBezTo>
                  <a:pt x="2090" y="1348"/>
                  <a:pt x="2086" y="1398"/>
                  <a:pt x="2129" y="1402"/>
                </a:cubicBezTo>
                <a:cubicBezTo>
                  <a:pt x="2155" y="1423"/>
                  <a:pt x="2126" y="1480"/>
                  <a:pt x="2151" y="1500"/>
                </a:cubicBezTo>
                <a:cubicBezTo>
                  <a:pt x="2158" y="1491"/>
                  <a:pt x="2148" y="1479"/>
                  <a:pt x="2151" y="1479"/>
                </a:cubicBezTo>
                <a:cubicBezTo>
                  <a:pt x="2155" y="1479"/>
                  <a:pt x="2162" y="1478"/>
                  <a:pt x="2163" y="1482"/>
                </a:cubicBezTo>
                <a:cubicBezTo>
                  <a:pt x="2164" y="1496"/>
                  <a:pt x="2151" y="1497"/>
                  <a:pt x="2151" y="1509"/>
                </a:cubicBezTo>
                <a:cubicBezTo>
                  <a:pt x="2166" y="1527"/>
                  <a:pt x="2179" y="1548"/>
                  <a:pt x="2190" y="1570"/>
                </a:cubicBezTo>
                <a:cubicBezTo>
                  <a:pt x="2199" y="1573"/>
                  <a:pt x="2198" y="1566"/>
                  <a:pt x="2206" y="1567"/>
                </a:cubicBezTo>
                <a:cubicBezTo>
                  <a:pt x="2212" y="1577"/>
                  <a:pt x="2215" y="1590"/>
                  <a:pt x="2221" y="1601"/>
                </a:cubicBezTo>
                <a:cubicBezTo>
                  <a:pt x="2248" y="1595"/>
                  <a:pt x="2259" y="1624"/>
                  <a:pt x="2267" y="1647"/>
                </a:cubicBezTo>
                <a:cubicBezTo>
                  <a:pt x="2278" y="1643"/>
                  <a:pt x="2298" y="1632"/>
                  <a:pt x="2306" y="1634"/>
                </a:cubicBezTo>
                <a:cubicBezTo>
                  <a:pt x="2302" y="1653"/>
                  <a:pt x="2272" y="1661"/>
                  <a:pt x="2273" y="1674"/>
                </a:cubicBezTo>
                <a:cubicBezTo>
                  <a:pt x="2294" y="1659"/>
                  <a:pt x="2314" y="1642"/>
                  <a:pt x="2319" y="1610"/>
                </a:cubicBezTo>
                <a:cubicBezTo>
                  <a:pt x="2308" y="1605"/>
                  <a:pt x="2317" y="1620"/>
                  <a:pt x="2309" y="1619"/>
                </a:cubicBezTo>
                <a:cubicBezTo>
                  <a:pt x="2332" y="1539"/>
                  <a:pt x="2288" y="1484"/>
                  <a:pt x="2261" y="1436"/>
                </a:cubicBezTo>
                <a:cubicBezTo>
                  <a:pt x="2261" y="1430"/>
                  <a:pt x="2269" y="1432"/>
                  <a:pt x="2267" y="1424"/>
                </a:cubicBezTo>
                <a:cubicBezTo>
                  <a:pt x="2220" y="1382"/>
                  <a:pt x="2172" y="1299"/>
                  <a:pt x="2199" y="1219"/>
                </a:cubicBezTo>
                <a:cubicBezTo>
                  <a:pt x="2206" y="1200"/>
                  <a:pt x="2227" y="1190"/>
                  <a:pt x="2227" y="1170"/>
                </a:cubicBezTo>
                <a:cubicBezTo>
                  <a:pt x="2256" y="1160"/>
                  <a:pt x="2264" y="1129"/>
                  <a:pt x="2288" y="1115"/>
                </a:cubicBezTo>
                <a:cubicBezTo>
                  <a:pt x="2286" y="1075"/>
                  <a:pt x="2308" y="1058"/>
                  <a:pt x="2343" y="1054"/>
                </a:cubicBezTo>
                <a:cubicBezTo>
                  <a:pt x="2340" y="993"/>
                  <a:pt x="2418" y="1005"/>
                  <a:pt x="2419" y="965"/>
                </a:cubicBezTo>
                <a:cubicBezTo>
                  <a:pt x="2417" y="971"/>
                  <a:pt x="2393" y="974"/>
                  <a:pt x="2389" y="965"/>
                </a:cubicBezTo>
                <a:cubicBezTo>
                  <a:pt x="2402" y="976"/>
                  <a:pt x="2410" y="949"/>
                  <a:pt x="2398" y="944"/>
                </a:cubicBezTo>
                <a:cubicBezTo>
                  <a:pt x="2418" y="950"/>
                  <a:pt x="2439" y="941"/>
                  <a:pt x="2441" y="920"/>
                </a:cubicBezTo>
                <a:cubicBezTo>
                  <a:pt x="2436" y="911"/>
                  <a:pt x="2422" y="927"/>
                  <a:pt x="2416" y="916"/>
                </a:cubicBezTo>
                <a:cubicBezTo>
                  <a:pt x="2427" y="917"/>
                  <a:pt x="2435" y="914"/>
                  <a:pt x="2438" y="907"/>
                </a:cubicBezTo>
                <a:cubicBezTo>
                  <a:pt x="2436" y="903"/>
                  <a:pt x="2436" y="903"/>
                  <a:pt x="2436" y="903"/>
                </a:cubicBezTo>
                <a:cubicBezTo>
                  <a:pt x="2441" y="904"/>
                  <a:pt x="2441" y="904"/>
                  <a:pt x="2441" y="904"/>
                </a:cubicBezTo>
                <a:cubicBezTo>
                  <a:pt x="2428" y="885"/>
                  <a:pt x="2417" y="862"/>
                  <a:pt x="2407" y="840"/>
                </a:cubicBezTo>
                <a:cubicBezTo>
                  <a:pt x="2400" y="840"/>
                  <a:pt x="2392" y="839"/>
                  <a:pt x="2388" y="842"/>
                </a:cubicBezTo>
                <a:cubicBezTo>
                  <a:pt x="2400" y="832"/>
                  <a:pt x="2374" y="820"/>
                  <a:pt x="2380" y="813"/>
                </a:cubicBezTo>
                <a:cubicBezTo>
                  <a:pt x="2383" y="813"/>
                  <a:pt x="2383" y="815"/>
                  <a:pt x="2386" y="816"/>
                </a:cubicBezTo>
                <a:cubicBezTo>
                  <a:pt x="2384" y="793"/>
                  <a:pt x="2377" y="775"/>
                  <a:pt x="2361" y="767"/>
                </a:cubicBezTo>
                <a:cubicBezTo>
                  <a:pt x="2370" y="769"/>
                  <a:pt x="2367" y="760"/>
                  <a:pt x="2371" y="758"/>
                </a:cubicBezTo>
                <a:cubicBezTo>
                  <a:pt x="2349" y="744"/>
                  <a:pt x="2346" y="687"/>
                  <a:pt x="2367" y="684"/>
                </a:cubicBezTo>
                <a:cubicBezTo>
                  <a:pt x="2354" y="697"/>
                  <a:pt x="2376" y="712"/>
                  <a:pt x="2361" y="727"/>
                </a:cubicBezTo>
                <a:cubicBezTo>
                  <a:pt x="2375" y="727"/>
                  <a:pt x="2366" y="731"/>
                  <a:pt x="2367" y="748"/>
                </a:cubicBezTo>
                <a:cubicBezTo>
                  <a:pt x="2384" y="750"/>
                  <a:pt x="2380" y="770"/>
                  <a:pt x="2392" y="776"/>
                </a:cubicBezTo>
                <a:cubicBezTo>
                  <a:pt x="2396" y="765"/>
                  <a:pt x="2382" y="758"/>
                  <a:pt x="2389" y="755"/>
                </a:cubicBezTo>
                <a:cubicBezTo>
                  <a:pt x="2421" y="766"/>
                  <a:pt x="2383" y="811"/>
                  <a:pt x="2407" y="828"/>
                </a:cubicBezTo>
                <a:cubicBezTo>
                  <a:pt x="2413" y="788"/>
                  <a:pt x="2442" y="751"/>
                  <a:pt x="2426" y="709"/>
                </a:cubicBezTo>
                <a:cubicBezTo>
                  <a:pt x="2404" y="703"/>
                  <a:pt x="2401" y="678"/>
                  <a:pt x="2389" y="663"/>
                </a:cubicBezTo>
                <a:cubicBezTo>
                  <a:pt x="2397" y="675"/>
                  <a:pt x="2409" y="684"/>
                  <a:pt x="2429" y="684"/>
                </a:cubicBezTo>
                <a:cubicBezTo>
                  <a:pt x="2430" y="692"/>
                  <a:pt x="2423" y="691"/>
                  <a:pt x="2426" y="700"/>
                </a:cubicBezTo>
                <a:cubicBezTo>
                  <a:pt x="2448" y="678"/>
                  <a:pt x="2467" y="638"/>
                  <a:pt x="2456" y="593"/>
                </a:cubicBezTo>
                <a:cubicBezTo>
                  <a:pt x="2452" y="585"/>
                  <a:pt x="2445" y="599"/>
                  <a:pt x="2441" y="590"/>
                </a:cubicBezTo>
                <a:cubicBezTo>
                  <a:pt x="2447" y="589"/>
                  <a:pt x="2447" y="581"/>
                  <a:pt x="2453" y="580"/>
                </a:cubicBezTo>
                <a:cubicBezTo>
                  <a:pt x="2451" y="572"/>
                  <a:pt x="2451" y="572"/>
                  <a:pt x="2451" y="572"/>
                </a:cubicBezTo>
                <a:cubicBezTo>
                  <a:pt x="2456" y="565"/>
                  <a:pt x="2456" y="565"/>
                  <a:pt x="2456" y="565"/>
                </a:cubicBezTo>
                <a:cubicBezTo>
                  <a:pt x="2478" y="522"/>
                  <a:pt x="2541" y="519"/>
                  <a:pt x="2578" y="492"/>
                </a:cubicBezTo>
                <a:cubicBezTo>
                  <a:pt x="2582" y="483"/>
                  <a:pt x="2577" y="477"/>
                  <a:pt x="2590" y="474"/>
                </a:cubicBezTo>
                <a:cubicBezTo>
                  <a:pt x="2592" y="483"/>
                  <a:pt x="2590" y="489"/>
                  <a:pt x="2584" y="492"/>
                </a:cubicBezTo>
                <a:cubicBezTo>
                  <a:pt x="2598" y="484"/>
                  <a:pt x="2605" y="470"/>
                  <a:pt x="2624" y="467"/>
                </a:cubicBezTo>
                <a:cubicBezTo>
                  <a:pt x="2624" y="452"/>
                  <a:pt x="2619" y="440"/>
                  <a:pt x="2603" y="440"/>
                </a:cubicBezTo>
                <a:cubicBezTo>
                  <a:pt x="2604" y="450"/>
                  <a:pt x="2618" y="447"/>
                  <a:pt x="2618" y="458"/>
                </a:cubicBezTo>
                <a:cubicBezTo>
                  <a:pt x="2592" y="482"/>
                  <a:pt x="2586" y="430"/>
                  <a:pt x="2566" y="437"/>
                </a:cubicBezTo>
                <a:cubicBezTo>
                  <a:pt x="2568" y="410"/>
                  <a:pt x="2564" y="373"/>
                  <a:pt x="2578" y="333"/>
                </a:cubicBezTo>
                <a:cubicBezTo>
                  <a:pt x="2595" y="336"/>
                  <a:pt x="2607" y="317"/>
                  <a:pt x="2621" y="309"/>
                </a:cubicBezTo>
                <a:cubicBezTo>
                  <a:pt x="2623" y="298"/>
                  <a:pt x="2618" y="280"/>
                  <a:pt x="2621" y="278"/>
                </a:cubicBezTo>
                <a:cubicBezTo>
                  <a:pt x="2625" y="283"/>
                  <a:pt x="2634" y="282"/>
                  <a:pt x="2633" y="290"/>
                </a:cubicBezTo>
                <a:cubicBezTo>
                  <a:pt x="2626" y="295"/>
                  <a:pt x="2622" y="295"/>
                  <a:pt x="2627" y="305"/>
                </a:cubicBezTo>
                <a:cubicBezTo>
                  <a:pt x="2643" y="302"/>
                  <a:pt x="2635" y="281"/>
                  <a:pt x="2645" y="272"/>
                </a:cubicBezTo>
                <a:cubicBezTo>
                  <a:pt x="2645" y="280"/>
                  <a:pt x="2644" y="287"/>
                  <a:pt x="2655" y="284"/>
                </a:cubicBezTo>
                <a:cubicBezTo>
                  <a:pt x="2660" y="266"/>
                  <a:pt x="2651" y="276"/>
                  <a:pt x="2649" y="266"/>
                </a:cubicBezTo>
                <a:cubicBezTo>
                  <a:pt x="2672" y="277"/>
                  <a:pt x="2717" y="231"/>
                  <a:pt x="2688"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sz="1600" dirty="0"/>
          </a:p>
        </p:txBody>
      </p:sp>
      <p:grpSp>
        <p:nvGrpSpPr>
          <p:cNvPr id="120" name="Group 45"/>
          <p:cNvGrpSpPr/>
          <p:nvPr/>
        </p:nvGrpSpPr>
        <p:grpSpPr>
          <a:xfrm>
            <a:off x="4787346" y="1145065"/>
            <a:ext cx="1251366" cy="1382562"/>
            <a:chOff x="766763" y="1246789"/>
            <a:chExt cx="2982913" cy="3295650"/>
          </a:xfrm>
          <a:solidFill>
            <a:schemeClr val="accent3"/>
          </a:solidFill>
        </p:grpSpPr>
        <p:sp>
          <p:nvSpPr>
            <p:cNvPr id="121" name="Freeform 5"/>
            <p:cNvSpPr>
              <a:spLocks/>
            </p:cNvSpPr>
            <p:nvPr/>
          </p:nvSpPr>
          <p:spPr bwMode="auto">
            <a:xfrm>
              <a:off x="766763" y="1246789"/>
              <a:ext cx="2982913" cy="3295650"/>
            </a:xfrm>
            <a:custGeom>
              <a:avLst/>
              <a:gdLst/>
              <a:ahLst/>
              <a:cxnLst>
                <a:cxn ang="0">
                  <a:pos x="977" y="424"/>
                </a:cxn>
                <a:cxn ang="0">
                  <a:pos x="914" y="417"/>
                </a:cxn>
                <a:cxn ang="0">
                  <a:pos x="905" y="397"/>
                </a:cxn>
                <a:cxn ang="0">
                  <a:pos x="855" y="354"/>
                </a:cxn>
                <a:cxn ang="0">
                  <a:pos x="814" y="267"/>
                </a:cxn>
                <a:cxn ang="0">
                  <a:pos x="784" y="212"/>
                </a:cxn>
                <a:cxn ang="0">
                  <a:pos x="756" y="142"/>
                </a:cxn>
                <a:cxn ang="0">
                  <a:pos x="763" y="104"/>
                </a:cxn>
                <a:cxn ang="0">
                  <a:pos x="680" y="106"/>
                </a:cxn>
                <a:cxn ang="0">
                  <a:pos x="607" y="86"/>
                </a:cxn>
                <a:cxn ang="0">
                  <a:pos x="556" y="113"/>
                </a:cxn>
                <a:cxn ang="0">
                  <a:pos x="458" y="77"/>
                </a:cxn>
                <a:cxn ang="0">
                  <a:pos x="424" y="37"/>
                </a:cxn>
                <a:cxn ang="0">
                  <a:pos x="412" y="4"/>
                </a:cxn>
                <a:cxn ang="0">
                  <a:pos x="344" y="11"/>
                </a:cxn>
                <a:cxn ang="0">
                  <a:pos x="255" y="25"/>
                </a:cxn>
                <a:cxn ang="0">
                  <a:pos x="187" y="25"/>
                </a:cxn>
                <a:cxn ang="0">
                  <a:pos x="136" y="75"/>
                </a:cxn>
                <a:cxn ang="0">
                  <a:pos x="115" y="130"/>
                </a:cxn>
                <a:cxn ang="0">
                  <a:pos x="55" y="180"/>
                </a:cxn>
                <a:cxn ang="0">
                  <a:pos x="8" y="249"/>
                </a:cxn>
                <a:cxn ang="0">
                  <a:pos x="18" y="306"/>
                </a:cxn>
                <a:cxn ang="0">
                  <a:pos x="5" y="374"/>
                </a:cxn>
                <a:cxn ang="0">
                  <a:pos x="23" y="411"/>
                </a:cxn>
                <a:cxn ang="0">
                  <a:pos x="41" y="438"/>
                </a:cxn>
                <a:cxn ang="0">
                  <a:pos x="62" y="460"/>
                </a:cxn>
                <a:cxn ang="0">
                  <a:pos x="80" y="487"/>
                </a:cxn>
                <a:cxn ang="0">
                  <a:pos x="107" y="505"/>
                </a:cxn>
                <a:cxn ang="0">
                  <a:pos x="152" y="523"/>
                </a:cxn>
                <a:cxn ang="0">
                  <a:pos x="214" y="517"/>
                </a:cxn>
                <a:cxn ang="0">
                  <a:pos x="263" y="506"/>
                </a:cxn>
                <a:cxn ang="0">
                  <a:pos x="317" y="496"/>
                </a:cxn>
                <a:cxn ang="0">
                  <a:pos x="372" y="526"/>
                </a:cxn>
                <a:cxn ang="0">
                  <a:pos x="409" y="547"/>
                </a:cxn>
                <a:cxn ang="0">
                  <a:pos x="402" y="587"/>
                </a:cxn>
                <a:cxn ang="0">
                  <a:pos x="401" y="624"/>
                </a:cxn>
                <a:cxn ang="0">
                  <a:pos x="445" y="680"/>
                </a:cxn>
                <a:cxn ang="0">
                  <a:pos x="461" y="719"/>
                </a:cxn>
                <a:cxn ang="0">
                  <a:pos x="461" y="783"/>
                </a:cxn>
                <a:cxn ang="0">
                  <a:pos x="440" y="831"/>
                </a:cxn>
                <a:cxn ang="0">
                  <a:pos x="464" y="920"/>
                </a:cxn>
                <a:cxn ang="0">
                  <a:pos x="480" y="991"/>
                </a:cxn>
                <a:cxn ang="0">
                  <a:pos x="493" y="1028"/>
                </a:cxn>
                <a:cxn ang="0">
                  <a:pos x="519" y="1068"/>
                </a:cxn>
                <a:cxn ang="0">
                  <a:pos x="528" y="1109"/>
                </a:cxn>
                <a:cxn ang="0">
                  <a:pos x="548" y="1138"/>
                </a:cxn>
                <a:cxn ang="0">
                  <a:pos x="597" y="1130"/>
                </a:cxn>
                <a:cxn ang="0">
                  <a:pos x="633" y="1130"/>
                </a:cxn>
                <a:cxn ang="0">
                  <a:pos x="693" y="1095"/>
                </a:cxn>
                <a:cxn ang="0">
                  <a:pos x="738" y="1041"/>
                </a:cxn>
                <a:cxn ang="0">
                  <a:pos x="758" y="982"/>
                </a:cxn>
                <a:cxn ang="0">
                  <a:pos x="787" y="928"/>
                </a:cxn>
                <a:cxn ang="0">
                  <a:pos x="849" y="851"/>
                </a:cxn>
                <a:cxn ang="0">
                  <a:pos x="873" y="775"/>
                </a:cxn>
                <a:cxn ang="0">
                  <a:pos x="855" y="707"/>
                </a:cxn>
                <a:cxn ang="0">
                  <a:pos x="880" y="624"/>
                </a:cxn>
                <a:cxn ang="0">
                  <a:pos x="951" y="559"/>
                </a:cxn>
                <a:cxn ang="0">
                  <a:pos x="1008" y="483"/>
                </a:cxn>
                <a:cxn ang="0">
                  <a:pos x="1032" y="418"/>
                </a:cxn>
              </a:cxnLst>
              <a:rect l="0" t="0" r="r" b="b"/>
              <a:pathLst>
                <a:path w="1032" h="1140">
                  <a:moveTo>
                    <a:pt x="1032" y="418"/>
                  </a:moveTo>
                  <a:cubicBezTo>
                    <a:pt x="1032" y="417"/>
                    <a:pt x="1031" y="415"/>
                    <a:pt x="1030" y="414"/>
                  </a:cubicBezTo>
                  <a:cubicBezTo>
                    <a:pt x="1030" y="412"/>
                    <a:pt x="1028" y="411"/>
                    <a:pt x="1027" y="410"/>
                  </a:cubicBezTo>
                  <a:cubicBezTo>
                    <a:pt x="1026" y="410"/>
                    <a:pt x="1023" y="413"/>
                    <a:pt x="1021" y="414"/>
                  </a:cubicBezTo>
                  <a:cubicBezTo>
                    <a:pt x="1020" y="414"/>
                    <a:pt x="1015" y="419"/>
                    <a:pt x="1011" y="419"/>
                  </a:cubicBezTo>
                  <a:cubicBezTo>
                    <a:pt x="1007" y="420"/>
                    <a:pt x="1006" y="422"/>
                    <a:pt x="1005" y="421"/>
                  </a:cubicBezTo>
                  <a:cubicBezTo>
                    <a:pt x="1003" y="421"/>
                    <a:pt x="1001" y="421"/>
                    <a:pt x="999" y="421"/>
                  </a:cubicBezTo>
                  <a:cubicBezTo>
                    <a:pt x="998" y="421"/>
                    <a:pt x="996" y="422"/>
                    <a:pt x="995" y="421"/>
                  </a:cubicBezTo>
                  <a:cubicBezTo>
                    <a:pt x="994" y="421"/>
                    <a:pt x="997" y="421"/>
                    <a:pt x="991" y="420"/>
                  </a:cubicBezTo>
                  <a:cubicBezTo>
                    <a:pt x="986" y="420"/>
                    <a:pt x="984" y="421"/>
                    <a:pt x="983" y="421"/>
                  </a:cubicBezTo>
                  <a:cubicBezTo>
                    <a:pt x="982" y="423"/>
                    <a:pt x="981" y="424"/>
                    <a:pt x="980" y="424"/>
                  </a:cubicBezTo>
                  <a:cubicBezTo>
                    <a:pt x="979" y="425"/>
                    <a:pt x="979" y="425"/>
                    <a:pt x="977" y="424"/>
                  </a:cubicBezTo>
                  <a:cubicBezTo>
                    <a:pt x="974" y="423"/>
                    <a:pt x="972" y="424"/>
                    <a:pt x="972" y="423"/>
                  </a:cubicBezTo>
                  <a:cubicBezTo>
                    <a:pt x="971" y="422"/>
                    <a:pt x="970" y="422"/>
                    <a:pt x="969" y="424"/>
                  </a:cubicBezTo>
                  <a:cubicBezTo>
                    <a:pt x="968" y="426"/>
                    <a:pt x="965" y="427"/>
                    <a:pt x="965" y="428"/>
                  </a:cubicBezTo>
                  <a:cubicBezTo>
                    <a:pt x="964" y="429"/>
                    <a:pt x="957" y="430"/>
                    <a:pt x="956" y="430"/>
                  </a:cubicBezTo>
                  <a:cubicBezTo>
                    <a:pt x="955" y="430"/>
                    <a:pt x="955" y="428"/>
                    <a:pt x="953" y="428"/>
                  </a:cubicBezTo>
                  <a:cubicBezTo>
                    <a:pt x="951" y="427"/>
                    <a:pt x="943" y="430"/>
                    <a:pt x="942" y="431"/>
                  </a:cubicBezTo>
                  <a:cubicBezTo>
                    <a:pt x="940" y="433"/>
                    <a:pt x="937" y="436"/>
                    <a:pt x="936" y="436"/>
                  </a:cubicBezTo>
                  <a:cubicBezTo>
                    <a:pt x="935" y="436"/>
                    <a:pt x="933" y="436"/>
                    <a:pt x="932" y="435"/>
                  </a:cubicBezTo>
                  <a:cubicBezTo>
                    <a:pt x="931" y="434"/>
                    <a:pt x="929" y="434"/>
                    <a:pt x="928" y="433"/>
                  </a:cubicBezTo>
                  <a:cubicBezTo>
                    <a:pt x="927" y="432"/>
                    <a:pt x="921" y="430"/>
                    <a:pt x="920" y="428"/>
                  </a:cubicBezTo>
                  <a:cubicBezTo>
                    <a:pt x="919" y="427"/>
                    <a:pt x="916" y="425"/>
                    <a:pt x="916" y="422"/>
                  </a:cubicBezTo>
                  <a:cubicBezTo>
                    <a:pt x="915" y="419"/>
                    <a:pt x="914" y="418"/>
                    <a:pt x="914" y="417"/>
                  </a:cubicBezTo>
                  <a:cubicBezTo>
                    <a:pt x="914" y="417"/>
                    <a:pt x="912" y="414"/>
                    <a:pt x="911" y="415"/>
                  </a:cubicBezTo>
                  <a:cubicBezTo>
                    <a:pt x="909" y="416"/>
                    <a:pt x="911" y="414"/>
                    <a:pt x="907" y="416"/>
                  </a:cubicBezTo>
                  <a:cubicBezTo>
                    <a:pt x="904" y="418"/>
                    <a:pt x="908" y="419"/>
                    <a:pt x="904" y="418"/>
                  </a:cubicBezTo>
                  <a:cubicBezTo>
                    <a:pt x="903" y="417"/>
                    <a:pt x="902" y="417"/>
                    <a:pt x="902" y="417"/>
                  </a:cubicBezTo>
                  <a:cubicBezTo>
                    <a:pt x="908" y="409"/>
                    <a:pt x="908" y="409"/>
                    <a:pt x="908" y="409"/>
                  </a:cubicBezTo>
                  <a:cubicBezTo>
                    <a:pt x="910" y="408"/>
                    <a:pt x="910" y="408"/>
                    <a:pt x="911" y="408"/>
                  </a:cubicBezTo>
                  <a:cubicBezTo>
                    <a:pt x="913" y="409"/>
                    <a:pt x="914" y="411"/>
                    <a:pt x="914" y="408"/>
                  </a:cubicBezTo>
                  <a:cubicBezTo>
                    <a:pt x="914" y="406"/>
                    <a:pt x="915" y="406"/>
                    <a:pt x="914" y="404"/>
                  </a:cubicBezTo>
                  <a:cubicBezTo>
                    <a:pt x="914" y="404"/>
                    <a:pt x="913" y="403"/>
                    <a:pt x="912" y="402"/>
                  </a:cubicBezTo>
                  <a:cubicBezTo>
                    <a:pt x="912" y="402"/>
                    <a:pt x="912" y="402"/>
                    <a:pt x="912" y="401"/>
                  </a:cubicBezTo>
                  <a:cubicBezTo>
                    <a:pt x="912" y="401"/>
                    <a:pt x="912" y="401"/>
                    <a:pt x="912" y="401"/>
                  </a:cubicBezTo>
                  <a:cubicBezTo>
                    <a:pt x="909" y="399"/>
                    <a:pt x="906" y="398"/>
                    <a:pt x="905" y="397"/>
                  </a:cubicBezTo>
                  <a:cubicBezTo>
                    <a:pt x="904" y="396"/>
                    <a:pt x="901" y="393"/>
                    <a:pt x="901" y="393"/>
                  </a:cubicBezTo>
                  <a:cubicBezTo>
                    <a:pt x="901" y="393"/>
                    <a:pt x="897" y="388"/>
                    <a:pt x="896" y="387"/>
                  </a:cubicBezTo>
                  <a:cubicBezTo>
                    <a:pt x="896" y="386"/>
                    <a:pt x="894" y="386"/>
                    <a:pt x="894" y="384"/>
                  </a:cubicBezTo>
                  <a:cubicBezTo>
                    <a:pt x="894" y="383"/>
                    <a:pt x="890" y="380"/>
                    <a:pt x="888" y="378"/>
                  </a:cubicBezTo>
                  <a:cubicBezTo>
                    <a:pt x="886" y="376"/>
                    <a:pt x="885" y="375"/>
                    <a:pt x="884" y="374"/>
                  </a:cubicBezTo>
                  <a:cubicBezTo>
                    <a:pt x="884" y="372"/>
                    <a:pt x="883" y="371"/>
                    <a:pt x="883" y="371"/>
                  </a:cubicBezTo>
                  <a:cubicBezTo>
                    <a:pt x="883" y="371"/>
                    <a:pt x="880" y="370"/>
                    <a:pt x="880" y="369"/>
                  </a:cubicBezTo>
                  <a:cubicBezTo>
                    <a:pt x="879" y="367"/>
                    <a:pt x="876" y="366"/>
                    <a:pt x="876" y="365"/>
                  </a:cubicBezTo>
                  <a:cubicBezTo>
                    <a:pt x="876" y="364"/>
                    <a:pt x="871" y="363"/>
                    <a:pt x="871" y="363"/>
                  </a:cubicBezTo>
                  <a:cubicBezTo>
                    <a:pt x="871" y="363"/>
                    <a:pt x="870" y="363"/>
                    <a:pt x="867" y="362"/>
                  </a:cubicBezTo>
                  <a:cubicBezTo>
                    <a:pt x="864" y="361"/>
                    <a:pt x="861" y="360"/>
                    <a:pt x="860" y="360"/>
                  </a:cubicBezTo>
                  <a:cubicBezTo>
                    <a:pt x="859" y="360"/>
                    <a:pt x="858" y="359"/>
                    <a:pt x="855" y="354"/>
                  </a:cubicBezTo>
                  <a:cubicBezTo>
                    <a:pt x="851" y="349"/>
                    <a:pt x="849" y="348"/>
                    <a:pt x="849" y="346"/>
                  </a:cubicBezTo>
                  <a:cubicBezTo>
                    <a:pt x="848" y="344"/>
                    <a:pt x="847" y="341"/>
                    <a:pt x="847" y="339"/>
                  </a:cubicBezTo>
                  <a:cubicBezTo>
                    <a:pt x="847" y="337"/>
                    <a:pt x="849" y="340"/>
                    <a:pt x="846" y="331"/>
                  </a:cubicBezTo>
                  <a:cubicBezTo>
                    <a:pt x="844" y="323"/>
                    <a:pt x="838" y="320"/>
                    <a:pt x="840" y="320"/>
                  </a:cubicBezTo>
                  <a:cubicBezTo>
                    <a:pt x="842" y="320"/>
                    <a:pt x="835" y="315"/>
                    <a:pt x="834" y="313"/>
                  </a:cubicBezTo>
                  <a:cubicBezTo>
                    <a:pt x="833" y="312"/>
                    <a:pt x="829" y="310"/>
                    <a:pt x="828" y="308"/>
                  </a:cubicBezTo>
                  <a:cubicBezTo>
                    <a:pt x="827" y="307"/>
                    <a:pt x="827" y="307"/>
                    <a:pt x="827" y="307"/>
                  </a:cubicBezTo>
                  <a:cubicBezTo>
                    <a:pt x="827" y="307"/>
                    <a:pt x="827" y="306"/>
                    <a:pt x="824" y="304"/>
                  </a:cubicBezTo>
                  <a:cubicBezTo>
                    <a:pt x="819" y="299"/>
                    <a:pt x="820" y="300"/>
                    <a:pt x="819" y="297"/>
                  </a:cubicBezTo>
                  <a:cubicBezTo>
                    <a:pt x="818" y="294"/>
                    <a:pt x="818" y="294"/>
                    <a:pt x="818" y="293"/>
                  </a:cubicBezTo>
                  <a:cubicBezTo>
                    <a:pt x="818" y="292"/>
                    <a:pt x="818" y="289"/>
                    <a:pt x="819" y="286"/>
                  </a:cubicBezTo>
                  <a:cubicBezTo>
                    <a:pt x="819" y="284"/>
                    <a:pt x="813" y="269"/>
                    <a:pt x="814" y="267"/>
                  </a:cubicBezTo>
                  <a:cubicBezTo>
                    <a:pt x="814" y="266"/>
                    <a:pt x="814" y="265"/>
                    <a:pt x="813" y="261"/>
                  </a:cubicBezTo>
                  <a:cubicBezTo>
                    <a:pt x="812" y="258"/>
                    <a:pt x="812" y="257"/>
                    <a:pt x="811" y="255"/>
                  </a:cubicBezTo>
                  <a:cubicBezTo>
                    <a:pt x="809" y="253"/>
                    <a:pt x="806" y="250"/>
                    <a:pt x="805" y="249"/>
                  </a:cubicBezTo>
                  <a:cubicBezTo>
                    <a:pt x="804" y="248"/>
                    <a:pt x="802" y="247"/>
                    <a:pt x="800" y="245"/>
                  </a:cubicBezTo>
                  <a:cubicBezTo>
                    <a:pt x="799" y="243"/>
                    <a:pt x="798" y="243"/>
                    <a:pt x="796" y="241"/>
                  </a:cubicBezTo>
                  <a:cubicBezTo>
                    <a:pt x="795" y="239"/>
                    <a:pt x="794" y="237"/>
                    <a:pt x="793" y="237"/>
                  </a:cubicBezTo>
                  <a:cubicBezTo>
                    <a:pt x="793" y="236"/>
                    <a:pt x="791" y="235"/>
                    <a:pt x="791" y="234"/>
                  </a:cubicBezTo>
                  <a:cubicBezTo>
                    <a:pt x="791" y="232"/>
                    <a:pt x="790" y="230"/>
                    <a:pt x="790" y="229"/>
                  </a:cubicBezTo>
                  <a:cubicBezTo>
                    <a:pt x="790" y="228"/>
                    <a:pt x="791" y="221"/>
                    <a:pt x="790" y="219"/>
                  </a:cubicBezTo>
                  <a:cubicBezTo>
                    <a:pt x="788" y="217"/>
                    <a:pt x="785" y="214"/>
                    <a:pt x="785" y="213"/>
                  </a:cubicBezTo>
                  <a:cubicBezTo>
                    <a:pt x="785" y="213"/>
                    <a:pt x="784" y="212"/>
                    <a:pt x="784" y="212"/>
                  </a:cubicBezTo>
                  <a:cubicBezTo>
                    <a:pt x="784" y="212"/>
                    <a:pt x="784" y="212"/>
                    <a:pt x="784" y="212"/>
                  </a:cubicBezTo>
                  <a:cubicBezTo>
                    <a:pt x="782" y="210"/>
                    <a:pt x="779" y="207"/>
                    <a:pt x="779" y="206"/>
                  </a:cubicBezTo>
                  <a:cubicBezTo>
                    <a:pt x="778" y="205"/>
                    <a:pt x="777" y="209"/>
                    <a:pt x="776" y="203"/>
                  </a:cubicBezTo>
                  <a:cubicBezTo>
                    <a:pt x="775" y="196"/>
                    <a:pt x="774" y="196"/>
                    <a:pt x="774" y="195"/>
                  </a:cubicBezTo>
                  <a:cubicBezTo>
                    <a:pt x="774" y="193"/>
                    <a:pt x="771" y="188"/>
                    <a:pt x="771" y="187"/>
                  </a:cubicBezTo>
                  <a:cubicBezTo>
                    <a:pt x="771" y="185"/>
                    <a:pt x="767" y="181"/>
                    <a:pt x="766" y="180"/>
                  </a:cubicBezTo>
                  <a:cubicBezTo>
                    <a:pt x="766" y="179"/>
                    <a:pt x="762" y="175"/>
                    <a:pt x="762" y="173"/>
                  </a:cubicBezTo>
                  <a:cubicBezTo>
                    <a:pt x="762" y="171"/>
                    <a:pt x="761" y="170"/>
                    <a:pt x="759" y="167"/>
                  </a:cubicBezTo>
                  <a:cubicBezTo>
                    <a:pt x="757" y="163"/>
                    <a:pt x="756" y="161"/>
                    <a:pt x="756" y="161"/>
                  </a:cubicBezTo>
                  <a:cubicBezTo>
                    <a:pt x="756" y="160"/>
                    <a:pt x="748" y="147"/>
                    <a:pt x="747" y="146"/>
                  </a:cubicBezTo>
                  <a:cubicBezTo>
                    <a:pt x="747" y="146"/>
                    <a:pt x="746" y="146"/>
                    <a:pt x="746" y="145"/>
                  </a:cubicBezTo>
                  <a:cubicBezTo>
                    <a:pt x="752" y="137"/>
                    <a:pt x="752" y="137"/>
                    <a:pt x="752" y="137"/>
                  </a:cubicBezTo>
                  <a:cubicBezTo>
                    <a:pt x="752" y="138"/>
                    <a:pt x="753" y="139"/>
                    <a:pt x="756" y="142"/>
                  </a:cubicBezTo>
                  <a:cubicBezTo>
                    <a:pt x="764" y="152"/>
                    <a:pt x="765" y="154"/>
                    <a:pt x="766" y="155"/>
                  </a:cubicBezTo>
                  <a:cubicBezTo>
                    <a:pt x="768" y="156"/>
                    <a:pt x="769" y="157"/>
                    <a:pt x="769" y="157"/>
                  </a:cubicBezTo>
                  <a:cubicBezTo>
                    <a:pt x="772" y="153"/>
                    <a:pt x="772" y="150"/>
                    <a:pt x="772" y="150"/>
                  </a:cubicBezTo>
                  <a:cubicBezTo>
                    <a:pt x="772" y="150"/>
                    <a:pt x="774" y="139"/>
                    <a:pt x="774" y="137"/>
                  </a:cubicBezTo>
                  <a:cubicBezTo>
                    <a:pt x="774" y="134"/>
                    <a:pt x="776" y="131"/>
                    <a:pt x="776" y="131"/>
                  </a:cubicBezTo>
                  <a:cubicBezTo>
                    <a:pt x="776" y="131"/>
                    <a:pt x="776" y="128"/>
                    <a:pt x="776" y="127"/>
                  </a:cubicBezTo>
                  <a:cubicBezTo>
                    <a:pt x="775" y="125"/>
                    <a:pt x="774" y="124"/>
                    <a:pt x="774" y="123"/>
                  </a:cubicBezTo>
                  <a:cubicBezTo>
                    <a:pt x="774" y="123"/>
                    <a:pt x="771" y="119"/>
                    <a:pt x="771" y="116"/>
                  </a:cubicBezTo>
                  <a:cubicBezTo>
                    <a:pt x="771" y="114"/>
                    <a:pt x="770" y="113"/>
                    <a:pt x="770" y="112"/>
                  </a:cubicBezTo>
                  <a:cubicBezTo>
                    <a:pt x="769" y="111"/>
                    <a:pt x="769" y="110"/>
                    <a:pt x="769" y="110"/>
                  </a:cubicBezTo>
                  <a:cubicBezTo>
                    <a:pt x="768" y="109"/>
                    <a:pt x="767" y="108"/>
                    <a:pt x="767" y="108"/>
                  </a:cubicBezTo>
                  <a:cubicBezTo>
                    <a:pt x="763" y="104"/>
                    <a:pt x="763" y="104"/>
                    <a:pt x="763" y="104"/>
                  </a:cubicBezTo>
                  <a:cubicBezTo>
                    <a:pt x="763" y="104"/>
                    <a:pt x="761" y="103"/>
                    <a:pt x="760" y="103"/>
                  </a:cubicBezTo>
                  <a:cubicBezTo>
                    <a:pt x="759" y="104"/>
                    <a:pt x="758" y="104"/>
                    <a:pt x="758" y="104"/>
                  </a:cubicBezTo>
                  <a:cubicBezTo>
                    <a:pt x="758" y="104"/>
                    <a:pt x="754" y="104"/>
                    <a:pt x="752" y="104"/>
                  </a:cubicBezTo>
                  <a:cubicBezTo>
                    <a:pt x="751" y="104"/>
                    <a:pt x="746" y="105"/>
                    <a:pt x="742" y="104"/>
                  </a:cubicBezTo>
                  <a:cubicBezTo>
                    <a:pt x="739" y="104"/>
                    <a:pt x="742" y="105"/>
                    <a:pt x="737" y="104"/>
                  </a:cubicBezTo>
                  <a:cubicBezTo>
                    <a:pt x="731" y="102"/>
                    <a:pt x="728" y="102"/>
                    <a:pt x="728" y="101"/>
                  </a:cubicBezTo>
                  <a:cubicBezTo>
                    <a:pt x="728" y="99"/>
                    <a:pt x="724" y="97"/>
                    <a:pt x="724" y="97"/>
                  </a:cubicBezTo>
                  <a:cubicBezTo>
                    <a:pt x="724" y="97"/>
                    <a:pt x="727" y="91"/>
                    <a:pt x="717" y="96"/>
                  </a:cubicBezTo>
                  <a:cubicBezTo>
                    <a:pt x="707" y="101"/>
                    <a:pt x="707" y="101"/>
                    <a:pt x="707" y="101"/>
                  </a:cubicBezTo>
                  <a:cubicBezTo>
                    <a:pt x="707" y="101"/>
                    <a:pt x="696" y="111"/>
                    <a:pt x="693" y="111"/>
                  </a:cubicBezTo>
                  <a:cubicBezTo>
                    <a:pt x="689" y="110"/>
                    <a:pt x="687" y="111"/>
                    <a:pt x="686" y="110"/>
                  </a:cubicBezTo>
                  <a:cubicBezTo>
                    <a:pt x="684" y="109"/>
                    <a:pt x="682" y="108"/>
                    <a:pt x="680" y="106"/>
                  </a:cubicBezTo>
                  <a:cubicBezTo>
                    <a:pt x="678" y="105"/>
                    <a:pt x="674" y="106"/>
                    <a:pt x="673" y="105"/>
                  </a:cubicBezTo>
                  <a:cubicBezTo>
                    <a:pt x="672" y="105"/>
                    <a:pt x="671" y="105"/>
                    <a:pt x="668" y="103"/>
                  </a:cubicBezTo>
                  <a:cubicBezTo>
                    <a:pt x="666" y="102"/>
                    <a:pt x="672" y="103"/>
                    <a:pt x="661" y="100"/>
                  </a:cubicBezTo>
                  <a:cubicBezTo>
                    <a:pt x="650" y="97"/>
                    <a:pt x="652" y="99"/>
                    <a:pt x="649" y="97"/>
                  </a:cubicBezTo>
                  <a:cubicBezTo>
                    <a:pt x="646" y="95"/>
                    <a:pt x="642" y="95"/>
                    <a:pt x="642" y="95"/>
                  </a:cubicBezTo>
                  <a:cubicBezTo>
                    <a:pt x="642" y="95"/>
                    <a:pt x="637" y="97"/>
                    <a:pt x="637" y="97"/>
                  </a:cubicBezTo>
                  <a:cubicBezTo>
                    <a:pt x="636" y="98"/>
                    <a:pt x="629" y="98"/>
                    <a:pt x="629" y="98"/>
                  </a:cubicBezTo>
                  <a:cubicBezTo>
                    <a:pt x="629" y="98"/>
                    <a:pt x="627" y="99"/>
                    <a:pt x="627" y="96"/>
                  </a:cubicBezTo>
                  <a:cubicBezTo>
                    <a:pt x="626" y="94"/>
                    <a:pt x="626" y="91"/>
                    <a:pt x="626" y="91"/>
                  </a:cubicBezTo>
                  <a:cubicBezTo>
                    <a:pt x="626" y="91"/>
                    <a:pt x="621" y="91"/>
                    <a:pt x="619" y="90"/>
                  </a:cubicBezTo>
                  <a:cubicBezTo>
                    <a:pt x="617" y="89"/>
                    <a:pt x="613" y="90"/>
                    <a:pt x="611" y="89"/>
                  </a:cubicBezTo>
                  <a:cubicBezTo>
                    <a:pt x="610" y="88"/>
                    <a:pt x="607" y="86"/>
                    <a:pt x="607" y="86"/>
                  </a:cubicBezTo>
                  <a:cubicBezTo>
                    <a:pt x="604" y="83"/>
                    <a:pt x="606" y="84"/>
                    <a:pt x="602" y="82"/>
                  </a:cubicBezTo>
                  <a:cubicBezTo>
                    <a:pt x="599" y="80"/>
                    <a:pt x="600" y="82"/>
                    <a:pt x="599" y="80"/>
                  </a:cubicBezTo>
                  <a:cubicBezTo>
                    <a:pt x="598" y="78"/>
                    <a:pt x="600" y="81"/>
                    <a:pt x="598" y="78"/>
                  </a:cubicBezTo>
                  <a:cubicBezTo>
                    <a:pt x="596" y="76"/>
                    <a:pt x="582" y="78"/>
                    <a:pt x="581" y="78"/>
                  </a:cubicBezTo>
                  <a:cubicBezTo>
                    <a:pt x="580" y="78"/>
                    <a:pt x="575" y="79"/>
                    <a:pt x="574" y="79"/>
                  </a:cubicBezTo>
                  <a:cubicBezTo>
                    <a:pt x="572" y="79"/>
                    <a:pt x="574" y="76"/>
                    <a:pt x="572" y="79"/>
                  </a:cubicBezTo>
                  <a:cubicBezTo>
                    <a:pt x="570" y="82"/>
                    <a:pt x="570" y="80"/>
                    <a:pt x="570" y="80"/>
                  </a:cubicBezTo>
                  <a:cubicBezTo>
                    <a:pt x="570" y="80"/>
                    <a:pt x="559" y="91"/>
                    <a:pt x="559" y="92"/>
                  </a:cubicBezTo>
                  <a:cubicBezTo>
                    <a:pt x="559" y="93"/>
                    <a:pt x="558" y="98"/>
                    <a:pt x="558" y="98"/>
                  </a:cubicBezTo>
                  <a:cubicBezTo>
                    <a:pt x="558" y="99"/>
                    <a:pt x="559" y="103"/>
                    <a:pt x="559" y="104"/>
                  </a:cubicBezTo>
                  <a:cubicBezTo>
                    <a:pt x="559" y="104"/>
                    <a:pt x="559" y="105"/>
                    <a:pt x="558" y="107"/>
                  </a:cubicBezTo>
                  <a:cubicBezTo>
                    <a:pt x="557" y="109"/>
                    <a:pt x="559" y="111"/>
                    <a:pt x="556" y="113"/>
                  </a:cubicBezTo>
                  <a:cubicBezTo>
                    <a:pt x="553" y="115"/>
                    <a:pt x="544" y="117"/>
                    <a:pt x="542" y="117"/>
                  </a:cubicBezTo>
                  <a:cubicBezTo>
                    <a:pt x="540" y="117"/>
                    <a:pt x="537" y="118"/>
                    <a:pt x="535" y="116"/>
                  </a:cubicBezTo>
                  <a:cubicBezTo>
                    <a:pt x="533" y="113"/>
                    <a:pt x="531" y="112"/>
                    <a:pt x="531" y="111"/>
                  </a:cubicBezTo>
                  <a:cubicBezTo>
                    <a:pt x="530" y="110"/>
                    <a:pt x="532" y="112"/>
                    <a:pt x="529" y="109"/>
                  </a:cubicBezTo>
                  <a:cubicBezTo>
                    <a:pt x="525" y="106"/>
                    <a:pt x="503" y="104"/>
                    <a:pt x="501" y="104"/>
                  </a:cubicBezTo>
                  <a:cubicBezTo>
                    <a:pt x="500" y="103"/>
                    <a:pt x="494" y="105"/>
                    <a:pt x="493" y="104"/>
                  </a:cubicBezTo>
                  <a:cubicBezTo>
                    <a:pt x="492" y="103"/>
                    <a:pt x="489" y="101"/>
                    <a:pt x="490" y="100"/>
                  </a:cubicBezTo>
                  <a:cubicBezTo>
                    <a:pt x="490" y="98"/>
                    <a:pt x="488" y="97"/>
                    <a:pt x="488" y="95"/>
                  </a:cubicBezTo>
                  <a:cubicBezTo>
                    <a:pt x="488" y="93"/>
                    <a:pt x="487" y="92"/>
                    <a:pt x="487" y="90"/>
                  </a:cubicBezTo>
                  <a:cubicBezTo>
                    <a:pt x="487" y="88"/>
                    <a:pt x="486" y="86"/>
                    <a:pt x="485" y="85"/>
                  </a:cubicBezTo>
                  <a:cubicBezTo>
                    <a:pt x="483" y="84"/>
                    <a:pt x="469" y="81"/>
                    <a:pt x="468" y="80"/>
                  </a:cubicBezTo>
                  <a:cubicBezTo>
                    <a:pt x="467" y="79"/>
                    <a:pt x="462" y="79"/>
                    <a:pt x="458" y="77"/>
                  </a:cubicBezTo>
                  <a:cubicBezTo>
                    <a:pt x="454" y="74"/>
                    <a:pt x="452" y="75"/>
                    <a:pt x="450" y="75"/>
                  </a:cubicBezTo>
                  <a:cubicBezTo>
                    <a:pt x="448" y="75"/>
                    <a:pt x="448" y="76"/>
                    <a:pt x="446" y="76"/>
                  </a:cubicBezTo>
                  <a:cubicBezTo>
                    <a:pt x="444" y="75"/>
                    <a:pt x="443" y="77"/>
                    <a:pt x="441" y="75"/>
                  </a:cubicBezTo>
                  <a:cubicBezTo>
                    <a:pt x="438" y="73"/>
                    <a:pt x="429" y="71"/>
                    <a:pt x="428" y="70"/>
                  </a:cubicBezTo>
                  <a:cubicBezTo>
                    <a:pt x="427" y="70"/>
                    <a:pt x="422" y="69"/>
                    <a:pt x="420" y="67"/>
                  </a:cubicBezTo>
                  <a:cubicBezTo>
                    <a:pt x="418" y="65"/>
                    <a:pt x="420" y="65"/>
                    <a:pt x="417" y="64"/>
                  </a:cubicBezTo>
                  <a:cubicBezTo>
                    <a:pt x="414" y="62"/>
                    <a:pt x="416" y="65"/>
                    <a:pt x="414" y="62"/>
                  </a:cubicBezTo>
                  <a:cubicBezTo>
                    <a:pt x="412" y="59"/>
                    <a:pt x="415" y="67"/>
                    <a:pt x="412" y="60"/>
                  </a:cubicBezTo>
                  <a:cubicBezTo>
                    <a:pt x="410" y="54"/>
                    <a:pt x="410" y="54"/>
                    <a:pt x="411" y="52"/>
                  </a:cubicBezTo>
                  <a:cubicBezTo>
                    <a:pt x="413" y="50"/>
                    <a:pt x="412" y="49"/>
                    <a:pt x="414" y="48"/>
                  </a:cubicBezTo>
                  <a:cubicBezTo>
                    <a:pt x="417" y="47"/>
                    <a:pt x="418" y="47"/>
                    <a:pt x="420" y="44"/>
                  </a:cubicBezTo>
                  <a:cubicBezTo>
                    <a:pt x="422" y="40"/>
                    <a:pt x="424" y="39"/>
                    <a:pt x="424" y="37"/>
                  </a:cubicBezTo>
                  <a:cubicBezTo>
                    <a:pt x="424" y="34"/>
                    <a:pt x="423" y="33"/>
                    <a:pt x="423" y="32"/>
                  </a:cubicBezTo>
                  <a:cubicBezTo>
                    <a:pt x="424" y="31"/>
                    <a:pt x="423" y="28"/>
                    <a:pt x="422" y="27"/>
                  </a:cubicBezTo>
                  <a:cubicBezTo>
                    <a:pt x="421" y="26"/>
                    <a:pt x="419" y="26"/>
                    <a:pt x="418" y="24"/>
                  </a:cubicBezTo>
                  <a:cubicBezTo>
                    <a:pt x="417" y="22"/>
                    <a:pt x="416" y="22"/>
                    <a:pt x="415" y="21"/>
                  </a:cubicBezTo>
                  <a:cubicBezTo>
                    <a:pt x="415" y="20"/>
                    <a:pt x="411" y="23"/>
                    <a:pt x="415" y="18"/>
                  </a:cubicBezTo>
                  <a:cubicBezTo>
                    <a:pt x="419" y="14"/>
                    <a:pt x="420" y="12"/>
                    <a:pt x="421" y="12"/>
                  </a:cubicBezTo>
                  <a:cubicBezTo>
                    <a:pt x="424" y="10"/>
                    <a:pt x="426" y="6"/>
                    <a:pt x="426" y="5"/>
                  </a:cubicBezTo>
                  <a:cubicBezTo>
                    <a:pt x="426" y="3"/>
                    <a:pt x="428" y="4"/>
                    <a:pt x="426" y="3"/>
                  </a:cubicBezTo>
                  <a:cubicBezTo>
                    <a:pt x="423" y="1"/>
                    <a:pt x="420" y="2"/>
                    <a:pt x="420" y="3"/>
                  </a:cubicBezTo>
                  <a:cubicBezTo>
                    <a:pt x="420" y="4"/>
                    <a:pt x="419" y="5"/>
                    <a:pt x="419" y="6"/>
                  </a:cubicBezTo>
                  <a:cubicBezTo>
                    <a:pt x="418" y="7"/>
                    <a:pt x="417" y="9"/>
                    <a:pt x="414" y="7"/>
                  </a:cubicBezTo>
                  <a:cubicBezTo>
                    <a:pt x="412" y="6"/>
                    <a:pt x="413" y="5"/>
                    <a:pt x="412" y="4"/>
                  </a:cubicBezTo>
                  <a:cubicBezTo>
                    <a:pt x="411" y="2"/>
                    <a:pt x="411" y="0"/>
                    <a:pt x="409" y="0"/>
                  </a:cubicBezTo>
                  <a:cubicBezTo>
                    <a:pt x="407" y="1"/>
                    <a:pt x="400" y="1"/>
                    <a:pt x="397" y="2"/>
                  </a:cubicBezTo>
                  <a:cubicBezTo>
                    <a:pt x="394" y="4"/>
                    <a:pt x="394" y="4"/>
                    <a:pt x="393" y="5"/>
                  </a:cubicBezTo>
                  <a:cubicBezTo>
                    <a:pt x="392" y="5"/>
                    <a:pt x="392" y="7"/>
                    <a:pt x="388" y="6"/>
                  </a:cubicBezTo>
                  <a:cubicBezTo>
                    <a:pt x="384" y="4"/>
                    <a:pt x="386" y="4"/>
                    <a:pt x="383" y="4"/>
                  </a:cubicBezTo>
                  <a:cubicBezTo>
                    <a:pt x="381" y="4"/>
                    <a:pt x="389" y="6"/>
                    <a:pt x="383" y="6"/>
                  </a:cubicBezTo>
                  <a:cubicBezTo>
                    <a:pt x="377" y="6"/>
                    <a:pt x="377" y="6"/>
                    <a:pt x="375" y="6"/>
                  </a:cubicBezTo>
                  <a:cubicBezTo>
                    <a:pt x="369" y="3"/>
                    <a:pt x="367" y="4"/>
                    <a:pt x="367" y="4"/>
                  </a:cubicBezTo>
                  <a:cubicBezTo>
                    <a:pt x="367" y="4"/>
                    <a:pt x="362" y="6"/>
                    <a:pt x="358" y="6"/>
                  </a:cubicBezTo>
                  <a:cubicBezTo>
                    <a:pt x="355" y="6"/>
                    <a:pt x="353" y="5"/>
                    <a:pt x="352" y="6"/>
                  </a:cubicBezTo>
                  <a:cubicBezTo>
                    <a:pt x="351" y="6"/>
                    <a:pt x="347" y="7"/>
                    <a:pt x="346" y="9"/>
                  </a:cubicBezTo>
                  <a:cubicBezTo>
                    <a:pt x="346" y="10"/>
                    <a:pt x="347" y="10"/>
                    <a:pt x="344" y="11"/>
                  </a:cubicBezTo>
                  <a:cubicBezTo>
                    <a:pt x="342" y="11"/>
                    <a:pt x="343" y="13"/>
                    <a:pt x="340" y="12"/>
                  </a:cubicBezTo>
                  <a:cubicBezTo>
                    <a:pt x="338" y="10"/>
                    <a:pt x="337" y="10"/>
                    <a:pt x="337" y="10"/>
                  </a:cubicBezTo>
                  <a:cubicBezTo>
                    <a:pt x="337" y="10"/>
                    <a:pt x="326" y="7"/>
                    <a:pt x="323" y="8"/>
                  </a:cubicBezTo>
                  <a:cubicBezTo>
                    <a:pt x="320" y="8"/>
                    <a:pt x="318" y="10"/>
                    <a:pt x="315" y="10"/>
                  </a:cubicBezTo>
                  <a:cubicBezTo>
                    <a:pt x="313" y="10"/>
                    <a:pt x="308" y="11"/>
                    <a:pt x="306" y="11"/>
                  </a:cubicBezTo>
                  <a:cubicBezTo>
                    <a:pt x="304" y="11"/>
                    <a:pt x="292" y="13"/>
                    <a:pt x="290" y="13"/>
                  </a:cubicBezTo>
                  <a:cubicBezTo>
                    <a:pt x="288" y="13"/>
                    <a:pt x="287" y="14"/>
                    <a:pt x="282" y="14"/>
                  </a:cubicBezTo>
                  <a:cubicBezTo>
                    <a:pt x="277" y="14"/>
                    <a:pt x="275" y="13"/>
                    <a:pt x="273" y="15"/>
                  </a:cubicBezTo>
                  <a:cubicBezTo>
                    <a:pt x="272" y="17"/>
                    <a:pt x="270" y="19"/>
                    <a:pt x="269" y="20"/>
                  </a:cubicBezTo>
                  <a:cubicBezTo>
                    <a:pt x="268" y="20"/>
                    <a:pt x="266" y="26"/>
                    <a:pt x="262" y="25"/>
                  </a:cubicBezTo>
                  <a:cubicBezTo>
                    <a:pt x="259" y="24"/>
                    <a:pt x="257" y="25"/>
                    <a:pt x="256" y="25"/>
                  </a:cubicBezTo>
                  <a:cubicBezTo>
                    <a:pt x="255" y="25"/>
                    <a:pt x="255" y="25"/>
                    <a:pt x="255" y="25"/>
                  </a:cubicBezTo>
                  <a:cubicBezTo>
                    <a:pt x="254" y="26"/>
                    <a:pt x="253" y="26"/>
                    <a:pt x="249" y="29"/>
                  </a:cubicBezTo>
                  <a:cubicBezTo>
                    <a:pt x="245" y="33"/>
                    <a:pt x="238" y="36"/>
                    <a:pt x="237" y="37"/>
                  </a:cubicBezTo>
                  <a:cubicBezTo>
                    <a:pt x="237" y="37"/>
                    <a:pt x="235" y="40"/>
                    <a:pt x="232" y="39"/>
                  </a:cubicBezTo>
                  <a:cubicBezTo>
                    <a:pt x="230" y="38"/>
                    <a:pt x="228" y="38"/>
                    <a:pt x="227" y="37"/>
                  </a:cubicBezTo>
                  <a:cubicBezTo>
                    <a:pt x="225" y="37"/>
                    <a:pt x="224" y="36"/>
                    <a:pt x="223" y="36"/>
                  </a:cubicBezTo>
                  <a:cubicBezTo>
                    <a:pt x="221" y="35"/>
                    <a:pt x="216" y="36"/>
                    <a:pt x="216" y="36"/>
                  </a:cubicBezTo>
                  <a:cubicBezTo>
                    <a:pt x="216" y="36"/>
                    <a:pt x="211" y="36"/>
                    <a:pt x="208" y="36"/>
                  </a:cubicBezTo>
                  <a:cubicBezTo>
                    <a:pt x="205" y="36"/>
                    <a:pt x="201" y="38"/>
                    <a:pt x="199" y="37"/>
                  </a:cubicBezTo>
                  <a:cubicBezTo>
                    <a:pt x="198" y="36"/>
                    <a:pt x="197" y="36"/>
                    <a:pt x="195" y="35"/>
                  </a:cubicBezTo>
                  <a:cubicBezTo>
                    <a:pt x="193" y="33"/>
                    <a:pt x="190" y="32"/>
                    <a:pt x="190" y="31"/>
                  </a:cubicBezTo>
                  <a:cubicBezTo>
                    <a:pt x="190" y="31"/>
                    <a:pt x="187" y="29"/>
                    <a:pt x="187" y="28"/>
                  </a:cubicBezTo>
                  <a:cubicBezTo>
                    <a:pt x="187" y="27"/>
                    <a:pt x="187" y="25"/>
                    <a:pt x="187" y="25"/>
                  </a:cubicBezTo>
                  <a:cubicBezTo>
                    <a:pt x="187" y="23"/>
                    <a:pt x="187" y="23"/>
                    <a:pt x="187" y="23"/>
                  </a:cubicBezTo>
                  <a:cubicBezTo>
                    <a:pt x="185" y="23"/>
                    <a:pt x="185" y="23"/>
                    <a:pt x="185" y="23"/>
                  </a:cubicBezTo>
                  <a:cubicBezTo>
                    <a:pt x="181" y="26"/>
                    <a:pt x="178" y="24"/>
                    <a:pt x="178" y="26"/>
                  </a:cubicBezTo>
                  <a:cubicBezTo>
                    <a:pt x="178" y="26"/>
                    <a:pt x="177" y="29"/>
                    <a:pt x="176" y="32"/>
                  </a:cubicBezTo>
                  <a:cubicBezTo>
                    <a:pt x="176" y="33"/>
                    <a:pt x="176" y="33"/>
                    <a:pt x="176" y="34"/>
                  </a:cubicBezTo>
                  <a:cubicBezTo>
                    <a:pt x="175" y="35"/>
                    <a:pt x="175" y="37"/>
                    <a:pt x="174" y="38"/>
                  </a:cubicBezTo>
                  <a:cubicBezTo>
                    <a:pt x="172" y="42"/>
                    <a:pt x="168" y="53"/>
                    <a:pt x="164" y="55"/>
                  </a:cubicBezTo>
                  <a:cubicBezTo>
                    <a:pt x="159" y="57"/>
                    <a:pt x="160" y="60"/>
                    <a:pt x="158" y="60"/>
                  </a:cubicBezTo>
                  <a:cubicBezTo>
                    <a:pt x="155" y="60"/>
                    <a:pt x="155" y="60"/>
                    <a:pt x="153" y="62"/>
                  </a:cubicBezTo>
                  <a:cubicBezTo>
                    <a:pt x="151" y="63"/>
                    <a:pt x="152" y="63"/>
                    <a:pt x="148" y="64"/>
                  </a:cubicBezTo>
                  <a:cubicBezTo>
                    <a:pt x="145" y="65"/>
                    <a:pt x="140" y="67"/>
                    <a:pt x="139" y="70"/>
                  </a:cubicBezTo>
                  <a:cubicBezTo>
                    <a:pt x="137" y="72"/>
                    <a:pt x="137" y="74"/>
                    <a:pt x="136" y="75"/>
                  </a:cubicBezTo>
                  <a:cubicBezTo>
                    <a:pt x="135" y="76"/>
                    <a:pt x="131" y="79"/>
                    <a:pt x="130" y="79"/>
                  </a:cubicBezTo>
                  <a:cubicBezTo>
                    <a:pt x="130" y="79"/>
                    <a:pt x="127" y="82"/>
                    <a:pt x="127" y="83"/>
                  </a:cubicBezTo>
                  <a:cubicBezTo>
                    <a:pt x="128" y="84"/>
                    <a:pt x="127" y="86"/>
                    <a:pt x="127" y="86"/>
                  </a:cubicBezTo>
                  <a:cubicBezTo>
                    <a:pt x="126" y="87"/>
                    <a:pt x="127" y="89"/>
                    <a:pt x="125" y="90"/>
                  </a:cubicBezTo>
                  <a:cubicBezTo>
                    <a:pt x="124" y="91"/>
                    <a:pt x="123" y="91"/>
                    <a:pt x="121" y="94"/>
                  </a:cubicBezTo>
                  <a:cubicBezTo>
                    <a:pt x="119" y="96"/>
                    <a:pt x="122" y="94"/>
                    <a:pt x="121" y="97"/>
                  </a:cubicBezTo>
                  <a:cubicBezTo>
                    <a:pt x="121" y="99"/>
                    <a:pt x="119" y="100"/>
                    <a:pt x="118" y="102"/>
                  </a:cubicBezTo>
                  <a:cubicBezTo>
                    <a:pt x="117" y="103"/>
                    <a:pt x="118" y="104"/>
                    <a:pt x="118" y="107"/>
                  </a:cubicBezTo>
                  <a:cubicBezTo>
                    <a:pt x="118" y="110"/>
                    <a:pt x="117" y="111"/>
                    <a:pt x="118" y="112"/>
                  </a:cubicBezTo>
                  <a:cubicBezTo>
                    <a:pt x="119" y="113"/>
                    <a:pt x="120" y="114"/>
                    <a:pt x="120" y="115"/>
                  </a:cubicBezTo>
                  <a:cubicBezTo>
                    <a:pt x="121" y="116"/>
                    <a:pt x="122" y="120"/>
                    <a:pt x="120" y="123"/>
                  </a:cubicBezTo>
                  <a:cubicBezTo>
                    <a:pt x="117" y="126"/>
                    <a:pt x="116" y="129"/>
                    <a:pt x="115" y="130"/>
                  </a:cubicBezTo>
                  <a:cubicBezTo>
                    <a:pt x="113" y="131"/>
                    <a:pt x="111" y="131"/>
                    <a:pt x="111" y="134"/>
                  </a:cubicBezTo>
                  <a:cubicBezTo>
                    <a:pt x="110" y="137"/>
                    <a:pt x="109" y="138"/>
                    <a:pt x="107" y="139"/>
                  </a:cubicBezTo>
                  <a:cubicBezTo>
                    <a:pt x="104" y="141"/>
                    <a:pt x="102" y="141"/>
                    <a:pt x="100" y="143"/>
                  </a:cubicBezTo>
                  <a:cubicBezTo>
                    <a:pt x="97" y="146"/>
                    <a:pt x="95" y="147"/>
                    <a:pt x="94" y="149"/>
                  </a:cubicBezTo>
                  <a:cubicBezTo>
                    <a:pt x="92" y="150"/>
                    <a:pt x="93" y="151"/>
                    <a:pt x="90" y="152"/>
                  </a:cubicBezTo>
                  <a:cubicBezTo>
                    <a:pt x="87" y="154"/>
                    <a:pt x="86" y="154"/>
                    <a:pt x="83" y="154"/>
                  </a:cubicBezTo>
                  <a:cubicBezTo>
                    <a:pt x="80" y="154"/>
                    <a:pt x="80" y="156"/>
                    <a:pt x="77" y="156"/>
                  </a:cubicBezTo>
                  <a:cubicBezTo>
                    <a:pt x="74" y="156"/>
                    <a:pt x="73" y="157"/>
                    <a:pt x="72" y="157"/>
                  </a:cubicBezTo>
                  <a:cubicBezTo>
                    <a:pt x="71" y="156"/>
                    <a:pt x="70" y="154"/>
                    <a:pt x="68" y="158"/>
                  </a:cubicBezTo>
                  <a:cubicBezTo>
                    <a:pt x="66" y="161"/>
                    <a:pt x="67" y="165"/>
                    <a:pt x="64" y="169"/>
                  </a:cubicBezTo>
                  <a:cubicBezTo>
                    <a:pt x="62" y="173"/>
                    <a:pt x="61" y="174"/>
                    <a:pt x="59" y="176"/>
                  </a:cubicBezTo>
                  <a:cubicBezTo>
                    <a:pt x="57" y="177"/>
                    <a:pt x="58" y="178"/>
                    <a:pt x="55" y="180"/>
                  </a:cubicBezTo>
                  <a:cubicBezTo>
                    <a:pt x="53" y="181"/>
                    <a:pt x="52" y="182"/>
                    <a:pt x="51" y="182"/>
                  </a:cubicBezTo>
                  <a:cubicBezTo>
                    <a:pt x="49" y="183"/>
                    <a:pt x="44" y="190"/>
                    <a:pt x="44" y="192"/>
                  </a:cubicBezTo>
                  <a:cubicBezTo>
                    <a:pt x="43" y="194"/>
                    <a:pt x="43" y="195"/>
                    <a:pt x="42" y="198"/>
                  </a:cubicBezTo>
                  <a:cubicBezTo>
                    <a:pt x="42" y="200"/>
                    <a:pt x="41" y="205"/>
                    <a:pt x="40" y="208"/>
                  </a:cubicBezTo>
                  <a:cubicBezTo>
                    <a:pt x="39" y="209"/>
                    <a:pt x="39" y="210"/>
                    <a:pt x="39" y="211"/>
                  </a:cubicBezTo>
                  <a:cubicBezTo>
                    <a:pt x="39" y="212"/>
                    <a:pt x="38" y="212"/>
                    <a:pt x="38" y="213"/>
                  </a:cubicBezTo>
                  <a:cubicBezTo>
                    <a:pt x="38" y="214"/>
                    <a:pt x="37" y="214"/>
                    <a:pt x="36" y="215"/>
                  </a:cubicBezTo>
                  <a:cubicBezTo>
                    <a:pt x="34" y="216"/>
                    <a:pt x="34" y="214"/>
                    <a:pt x="32" y="217"/>
                  </a:cubicBezTo>
                  <a:cubicBezTo>
                    <a:pt x="29" y="220"/>
                    <a:pt x="23" y="229"/>
                    <a:pt x="21" y="232"/>
                  </a:cubicBezTo>
                  <a:cubicBezTo>
                    <a:pt x="20" y="236"/>
                    <a:pt x="19" y="238"/>
                    <a:pt x="17" y="240"/>
                  </a:cubicBezTo>
                  <a:cubicBezTo>
                    <a:pt x="15" y="242"/>
                    <a:pt x="14" y="245"/>
                    <a:pt x="13" y="246"/>
                  </a:cubicBezTo>
                  <a:cubicBezTo>
                    <a:pt x="11" y="246"/>
                    <a:pt x="9" y="248"/>
                    <a:pt x="8" y="249"/>
                  </a:cubicBezTo>
                  <a:cubicBezTo>
                    <a:pt x="8" y="251"/>
                    <a:pt x="7" y="253"/>
                    <a:pt x="6" y="255"/>
                  </a:cubicBezTo>
                  <a:cubicBezTo>
                    <a:pt x="6" y="256"/>
                    <a:pt x="5" y="259"/>
                    <a:pt x="6" y="261"/>
                  </a:cubicBezTo>
                  <a:cubicBezTo>
                    <a:pt x="6" y="263"/>
                    <a:pt x="7" y="265"/>
                    <a:pt x="8" y="267"/>
                  </a:cubicBezTo>
                  <a:cubicBezTo>
                    <a:pt x="9" y="269"/>
                    <a:pt x="9" y="271"/>
                    <a:pt x="10" y="272"/>
                  </a:cubicBezTo>
                  <a:cubicBezTo>
                    <a:pt x="10" y="272"/>
                    <a:pt x="14" y="273"/>
                    <a:pt x="15" y="275"/>
                  </a:cubicBezTo>
                  <a:cubicBezTo>
                    <a:pt x="16" y="277"/>
                    <a:pt x="17" y="278"/>
                    <a:pt x="17" y="280"/>
                  </a:cubicBezTo>
                  <a:cubicBezTo>
                    <a:pt x="18" y="283"/>
                    <a:pt x="19" y="282"/>
                    <a:pt x="18" y="285"/>
                  </a:cubicBezTo>
                  <a:cubicBezTo>
                    <a:pt x="17" y="287"/>
                    <a:pt x="17" y="288"/>
                    <a:pt x="15" y="290"/>
                  </a:cubicBezTo>
                  <a:cubicBezTo>
                    <a:pt x="14" y="292"/>
                    <a:pt x="13" y="294"/>
                    <a:pt x="13" y="296"/>
                  </a:cubicBezTo>
                  <a:cubicBezTo>
                    <a:pt x="13" y="296"/>
                    <a:pt x="13" y="296"/>
                    <a:pt x="13" y="296"/>
                  </a:cubicBezTo>
                  <a:cubicBezTo>
                    <a:pt x="14" y="299"/>
                    <a:pt x="14" y="298"/>
                    <a:pt x="15" y="300"/>
                  </a:cubicBezTo>
                  <a:cubicBezTo>
                    <a:pt x="17" y="303"/>
                    <a:pt x="18" y="302"/>
                    <a:pt x="18" y="306"/>
                  </a:cubicBezTo>
                  <a:cubicBezTo>
                    <a:pt x="19" y="310"/>
                    <a:pt x="20" y="309"/>
                    <a:pt x="19" y="313"/>
                  </a:cubicBezTo>
                  <a:cubicBezTo>
                    <a:pt x="18" y="318"/>
                    <a:pt x="20" y="319"/>
                    <a:pt x="18" y="321"/>
                  </a:cubicBezTo>
                  <a:cubicBezTo>
                    <a:pt x="16" y="323"/>
                    <a:pt x="16" y="326"/>
                    <a:pt x="15" y="327"/>
                  </a:cubicBezTo>
                  <a:cubicBezTo>
                    <a:pt x="14" y="328"/>
                    <a:pt x="12" y="328"/>
                    <a:pt x="13" y="330"/>
                  </a:cubicBezTo>
                  <a:cubicBezTo>
                    <a:pt x="14" y="333"/>
                    <a:pt x="15" y="332"/>
                    <a:pt x="15" y="334"/>
                  </a:cubicBezTo>
                  <a:cubicBezTo>
                    <a:pt x="14" y="335"/>
                    <a:pt x="14" y="337"/>
                    <a:pt x="12" y="339"/>
                  </a:cubicBezTo>
                  <a:cubicBezTo>
                    <a:pt x="11" y="342"/>
                    <a:pt x="14" y="337"/>
                    <a:pt x="11" y="346"/>
                  </a:cubicBezTo>
                  <a:cubicBezTo>
                    <a:pt x="8" y="355"/>
                    <a:pt x="8" y="356"/>
                    <a:pt x="7" y="357"/>
                  </a:cubicBezTo>
                  <a:cubicBezTo>
                    <a:pt x="5" y="358"/>
                    <a:pt x="8" y="355"/>
                    <a:pt x="5" y="358"/>
                  </a:cubicBezTo>
                  <a:cubicBezTo>
                    <a:pt x="3" y="361"/>
                    <a:pt x="2" y="363"/>
                    <a:pt x="2" y="364"/>
                  </a:cubicBezTo>
                  <a:cubicBezTo>
                    <a:pt x="2" y="366"/>
                    <a:pt x="0" y="366"/>
                    <a:pt x="2" y="368"/>
                  </a:cubicBezTo>
                  <a:cubicBezTo>
                    <a:pt x="4" y="371"/>
                    <a:pt x="3" y="371"/>
                    <a:pt x="5" y="374"/>
                  </a:cubicBezTo>
                  <a:cubicBezTo>
                    <a:pt x="6" y="377"/>
                    <a:pt x="6" y="379"/>
                    <a:pt x="7" y="380"/>
                  </a:cubicBezTo>
                  <a:cubicBezTo>
                    <a:pt x="8" y="382"/>
                    <a:pt x="11" y="381"/>
                    <a:pt x="11" y="383"/>
                  </a:cubicBezTo>
                  <a:cubicBezTo>
                    <a:pt x="11" y="385"/>
                    <a:pt x="16" y="385"/>
                    <a:pt x="15" y="388"/>
                  </a:cubicBezTo>
                  <a:cubicBezTo>
                    <a:pt x="14" y="391"/>
                    <a:pt x="12" y="393"/>
                    <a:pt x="10" y="393"/>
                  </a:cubicBezTo>
                  <a:cubicBezTo>
                    <a:pt x="10" y="393"/>
                    <a:pt x="7" y="396"/>
                    <a:pt x="7" y="397"/>
                  </a:cubicBezTo>
                  <a:cubicBezTo>
                    <a:pt x="6" y="398"/>
                    <a:pt x="4" y="399"/>
                    <a:pt x="7" y="400"/>
                  </a:cubicBezTo>
                  <a:cubicBezTo>
                    <a:pt x="9" y="400"/>
                    <a:pt x="11" y="399"/>
                    <a:pt x="11" y="401"/>
                  </a:cubicBezTo>
                  <a:cubicBezTo>
                    <a:pt x="12" y="402"/>
                    <a:pt x="12" y="404"/>
                    <a:pt x="12" y="404"/>
                  </a:cubicBezTo>
                  <a:cubicBezTo>
                    <a:pt x="12" y="404"/>
                    <a:pt x="12" y="409"/>
                    <a:pt x="13" y="409"/>
                  </a:cubicBezTo>
                  <a:cubicBezTo>
                    <a:pt x="14" y="409"/>
                    <a:pt x="17" y="409"/>
                    <a:pt x="17" y="409"/>
                  </a:cubicBezTo>
                  <a:cubicBezTo>
                    <a:pt x="17" y="409"/>
                    <a:pt x="18" y="409"/>
                    <a:pt x="20" y="409"/>
                  </a:cubicBezTo>
                  <a:cubicBezTo>
                    <a:pt x="21" y="410"/>
                    <a:pt x="22" y="411"/>
                    <a:pt x="23" y="411"/>
                  </a:cubicBezTo>
                  <a:cubicBezTo>
                    <a:pt x="25" y="411"/>
                    <a:pt x="27" y="409"/>
                    <a:pt x="28" y="409"/>
                  </a:cubicBezTo>
                  <a:cubicBezTo>
                    <a:pt x="28" y="409"/>
                    <a:pt x="32" y="409"/>
                    <a:pt x="32" y="410"/>
                  </a:cubicBezTo>
                  <a:cubicBezTo>
                    <a:pt x="32" y="411"/>
                    <a:pt x="32" y="411"/>
                    <a:pt x="31" y="414"/>
                  </a:cubicBezTo>
                  <a:cubicBezTo>
                    <a:pt x="31" y="417"/>
                    <a:pt x="27" y="418"/>
                    <a:pt x="27" y="418"/>
                  </a:cubicBezTo>
                  <a:cubicBezTo>
                    <a:pt x="25" y="419"/>
                    <a:pt x="25" y="418"/>
                    <a:pt x="26" y="420"/>
                  </a:cubicBezTo>
                  <a:cubicBezTo>
                    <a:pt x="27" y="423"/>
                    <a:pt x="28" y="423"/>
                    <a:pt x="29" y="423"/>
                  </a:cubicBezTo>
                  <a:cubicBezTo>
                    <a:pt x="31" y="423"/>
                    <a:pt x="32" y="424"/>
                    <a:pt x="33" y="424"/>
                  </a:cubicBezTo>
                  <a:cubicBezTo>
                    <a:pt x="34" y="424"/>
                    <a:pt x="35" y="424"/>
                    <a:pt x="36" y="425"/>
                  </a:cubicBezTo>
                  <a:cubicBezTo>
                    <a:pt x="37" y="427"/>
                    <a:pt x="38" y="426"/>
                    <a:pt x="39" y="428"/>
                  </a:cubicBezTo>
                  <a:cubicBezTo>
                    <a:pt x="40" y="430"/>
                    <a:pt x="41" y="432"/>
                    <a:pt x="40" y="433"/>
                  </a:cubicBezTo>
                  <a:cubicBezTo>
                    <a:pt x="38" y="433"/>
                    <a:pt x="37" y="434"/>
                    <a:pt x="38" y="436"/>
                  </a:cubicBezTo>
                  <a:cubicBezTo>
                    <a:pt x="40" y="437"/>
                    <a:pt x="40" y="437"/>
                    <a:pt x="41" y="438"/>
                  </a:cubicBezTo>
                  <a:cubicBezTo>
                    <a:pt x="43" y="438"/>
                    <a:pt x="43" y="439"/>
                    <a:pt x="44" y="439"/>
                  </a:cubicBezTo>
                  <a:cubicBezTo>
                    <a:pt x="45" y="439"/>
                    <a:pt x="45" y="439"/>
                    <a:pt x="47" y="439"/>
                  </a:cubicBezTo>
                  <a:cubicBezTo>
                    <a:pt x="48" y="439"/>
                    <a:pt x="48" y="439"/>
                    <a:pt x="49" y="440"/>
                  </a:cubicBezTo>
                  <a:cubicBezTo>
                    <a:pt x="49" y="440"/>
                    <a:pt x="51" y="442"/>
                    <a:pt x="51" y="443"/>
                  </a:cubicBezTo>
                  <a:cubicBezTo>
                    <a:pt x="52" y="444"/>
                    <a:pt x="53" y="445"/>
                    <a:pt x="52" y="446"/>
                  </a:cubicBezTo>
                  <a:cubicBezTo>
                    <a:pt x="51" y="447"/>
                    <a:pt x="50" y="448"/>
                    <a:pt x="51" y="448"/>
                  </a:cubicBezTo>
                  <a:cubicBezTo>
                    <a:pt x="52" y="449"/>
                    <a:pt x="55" y="450"/>
                    <a:pt x="55" y="450"/>
                  </a:cubicBezTo>
                  <a:cubicBezTo>
                    <a:pt x="55" y="450"/>
                    <a:pt x="57" y="451"/>
                    <a:pt x="58" y="452"/>
                  </a:cubicBezTo>
                  <a:cubicBezTo>
                    <a:pt x="58" y="452"/>
                    <a:pt x="59" y="455"/>
                    <a:pt x="59" y="456"/>
                  </a:cubicBezTo>
                  <a:cubicBezTo>
                    <a:pt x="59" y="457"/>
                    <a:pt x="59" y="458"/>
                    <a:pt x="59" y="458"/>
                  </a:cubicBezTo>
                  <a:cubicBezTo>
                    <a:pt x="59" y="458"/>
                    <a:pt x="58" y="460"/>
                    <a:pt x="59" y="461"/>
                  </a:cubicBezTo>
                  <a:cubicBezTo>
                    <a:pt x="59" y="462"/>
                    <a:pt x="61" y="459"/>
                    <a:pt x="62" y="460"/>
                  </a:cubicBezTo>
                  <a:cubicBezTo>
                    <a:pt x="64" y="461"/>
                    <a:pt x="63" y="463"/>
                    <a:pt x="63" y="463"/>
                  </a:cubicBezTo>
                  <a:cubicBezTo>
                    <a:pt x="63" y="463"/>
                    <a:pt x="62" y="465"/>
                    <a:pt x="61" y="465"/>
                  </a:cubicBezTo>
                  <a:cubicBezTo>
                    <a:pt x="61" y="466"/>
                    <a:pt x="60" y="467"/>
                    <a:pt x="61" y="468"/>
                  </a:cubicBezTo>
                  <a:cubicBezTo>
                    <a:pt x="62" y="468"/>
                    <a:pt x="62" y="470"/>
                    <a:pt x="64" y="471"/>
                  </a:cubicBezTo>
                  <a:cubicBezTo>
                    <a:pt x="65" y="471"/>
                    <a:pt x="67" y="473"/>
                    <a:pt x="67" y="473"/>
                  </a:cubicBezTo>
                  <a:cubicBezTo>
                    <a:pt x="70" y="474"/>
                    <a:pt x="70" y="474"/>
                    <a:pt x="70" y="474"/>
                  </a:cubicBezTo>
                  <a:cubicBezTo>
                    <a:pt x="70" y="474"/>
                    <a:pt x="70" y="476"/>
                    <a:pt x="70" y="476"/>
                  </a:cubicBezTo>
                  <a:cubicBezTo>
                    <a:pt x="70" y="476"/>
                    <a:pt x="72" y="479"/>
                    <a:pt x="73" y="480"/>
                  </a:cubicBezTo>
                  <a:cubicBezTo>
                    <a:pt x="74" y="481"/>
                    <a:pt x="74" y="481"/>
                    <a:pt x="75" y="481"/>
                  </a:cubicBezTo>
                  <a:cubicBezTo>
                    <a:pt x="76" y="481"/>
                    <a:pt x="77" y="483"/>
                    <a:pt x="77" y="483"/>
                  </a:cubicBezTo>
                  <a:cubicBezTo>
                    <a:pt x="78" y="483"/>
                    <a:pt x="79" y="484"/>
                    <a:pt x="79" y="484"/>
                  </a:cubicBezTo>
                  <a:cubicBezTo>
                    <a:pt x="79" y="484"/>
                    <a:pt x="79" y="486"/>
                    <a:pt x="80" y="487"/>
                  </a:cubicBezTo>
                  <a:cubicBezTo>
                    <a:pt x="81" y="487"/>
                    <a:pt x="82" y="488"/>
                    <a:pt x="82" y="488"/>
                  </a:cubicBezTo>
                  <a:cubicBezTo>
                    <a:pt x="82" y="488"/>
                    <a:pt x="84" y="487"/>
                    <a:pt x="85" y="488"/>
                  </a:cubicBezTo>
                  <a:cubicBezTo>
                    <a:pt x="85" y="488"/>
                    <a:pt x="87" y="490"/>
                    <a:pt x="87" y="491"/>
                  </a:cubicBezTo>
                  <a:cubicBezTo>
                    <a:pt x="87" y="492"/>
                    <a:pt x="89" y="491"/>
                    <a:pt x="90" y="492"/>
                  </a:cubicBezTo>
                  <a:cubicBezTo>
                    <a:pt x="92" y="493"/>
                    <a:pt x="92" y="494"/>
                    <a:pt x="93" y="495"/>
                  </a:cubicBezTo>
                  <a:cubicBezTo>
                    <a:pt x="95" y="496"/>
                    <a:pt x="95" y="496"/>
                    <a:pt x="95" y="497"/>
                  </a:cubicBezTo>
                  <a:cubicBezTo>
                    <a:pt x="98" y="499"/>
                    <a:pt x="97" y="499"/>
                    <a:pt x="98" y="499"/>
                  </a:cubicBezTo>
                  <a:cubicBezTo>
                    <a:pt x="98" y="499"/>
                    <a:pt x="99" y="499"/>
                    <a:pt x="100" y="500"/>
                  </a:cubicBezTo>
                  <a:cubicBezTo>
                    <a:pt x="102" y="500"/>
                    <a:pt x="101" y="500"/>
                    <a:pt x="102" y="500"/>
                  </a:cubicBezTo>
                  <a:cubicBezTo>
                    <a:pt x="104" y="500"/>
                    <a:pt x="102" y="499"/>
                    <a:pt x="104" y="500"/>
                  </a:cubicBezTo>
                  <a:cubicBezTo>
                    <a:pt x="105" y="501"/>
                    <a:pt x="107" y="502"/>
                    <a:pt x="107" y="502"/>
                  </a:cubicBezTo>
                  <a:cubicBezTo>
                    <a:pt x="107" y="504"/>
                    <a:pt x="107" y="504"/>
                    <a:pt x="107" y="505"/>
                  </a:cubicBezTo>
                  <a:cubicBezTo>
                    <a:pt x="110" y="507"/>
                    <a:pt x="105" y="501"/>
                    <a:pt x="110" y="507"/>
                  </a:cubicBezTo>
                  <a:cubicBezTo>
                    <a:pt x="116" y="512"/>
                    <a:pt x="114" y="512"/>
                    <a:pt x="117" y="514"/>
                  </a:cubicBezTo>
                  <a:cubicBezTo>
                    <a:pt x="120" y="516"/>
                    <a:pt x="120" y="517"/>
                    <a:pt x="121" y="517"/>
                  </a:cubicBezTo>
                  <a:cubicBezTo>
                    <a:pt x="121" y="516"/>
                    <a:pt x="122" y="517"/>
                    <a:pt x="124" y="517"/>
                  </a:cubicBezTo>
                  <a:cubicBezTo>
                    <a:pt x="125" y="517"/>
                    <a:pt x="124" y="516"/>
                    <a:pt x="126" y="517"/>
                  </a:cubicBezTo>
                  <a:cubicBezTo>
                    <a:pt x="128" y="519"/>
                    <a:pt x="129" y="519"/>
                    <a:pt x="129" y="519"/>
                  </a:cubicBezTo>
                  <a:cubicBezTo>
                    <a:pt x="131" y="520"/>
                    <a:pt x="131" y="520"/>
                    <a:pt x="131" y="520"/>
                  </a:cubicBezTo>
                  <a:cubicBezTo>
                    <a:pt x="132" y="521"/>
                    <a:pt x="135" y="523"/>
                    <a:pt x="135" y="523"/>
                  </a:cubicBezTo>
                  <a:cubicBezTo>
                    <a:pt x="138" y="524"/>
                    <a:pt x="137" y="524"/>
                    <a:pt x="140" y="525"/>
                  </a:cubicBezTo>
                  <a:cubicBezTo>
                    <a:pt x="142" y="526"/>
                    <a:pt x="142" y="526"/>
                    <a:pt x="142" y="526"/>
                  </a:cubicBezTo>
                  <a:cubicBezTo>
                    <a:pt x="142" y="526"/>
                    <a:pt x="146" y="527"/>
                    <a:pt x="147" y="526"/>
                  </a:cubicBezTo>
                  <a:cubicBezTo>
                    <a:pt x="147" y="526"/>
                    <a:pt x="151" y="524"/>
                    <a:pt x="152" y="523"/>
                  </a:cubicBezTo>
                  <a:cubicBezTo>
                    <a:pt x="154" y="522"/>
                    <a:pt x="161" y="518"/>
                    <a:pt x="162" y="518"/>
                  </a:cubicBezTo>
                  <a:cubicBezTo>
                    <a:pt x="163" y="518"/>
                    <a:pt x="165" y="517"/>
                    <a:pt x="167" y="516"/>
                  </a:cubicBezTo>
                  <a:cubicBezTo>
                    <a:pt x="167" y="516"/>
                    <a:pt x="167" y="516"/>
                    <a:pt x="168" y="516"/>
                  </a:cubicBezTo>
                  <a:cubicBezTo>
                    <a:pt x="169" y="516"/>
                    <a:pt x="171" y="515"/>
                    <a:pt x="172" y="515"/>
                  </a:cubicBezTo>
                  <a:cubicBezTo>
                    <a:pt x="173" y="515"/>
                    <a:pt x="174" y="515"/>
                    <a:pt x="176" y="515"/>
                  </a:cubicBezTo>
                  <a:cubicBezTo>
                    <a:pt x="177" y="515"/>
                    <a:pt x="181" y="514"/>
                    <a:pt x="182" y="514"/>
                  </a:cubicBezTo>
                  <a:cubicBezTo>
                    <a:pt x="183" y="514"/>
                    <a:pt x="184" y="514"/>
                    <a:pt x="186" y="514"/>
                  </a:cubicBezTo>
                  <a:cubicBezTo>
                    <a:pt x="187" y="514"/>
                    <a:pt x="190" y="513"/>
                    <a:pt x="191" y="513"/>
                  </a:cubicBezTo>
                  <a:cubicBezTo>
                    <a:pt x="193" y="513"/>
                    <a:pt x="195" y="513"/>
                    <a:pt x="197" y="514"/>
                  </a:cubicBezTo>
                  <a:cubicBezTo>
                    <a:pt x="198" y="514"/>
                    <a:pt x="199" y="513"/>
                    <a:pt x="203" y="514"/>
                  </a:cubicBezTo>
                  <a:cubicBezTo>
                    <a:pt x="206" y="514"/>
                    <a:pt x="205" y="516"/>
                    <a:pt x="208" y="516"/>
                  </a:cubicBezTo>
                  <a:cubicBezTo>
                    <a:pt x="211" y="516"/>
                    <a:pt x="211" y="517"/>
                    <a:pt x="214" y="517"/>
                  </a:cubicBezTo>
                  <a:cubicBezTo>
                    <a:pt x="216" y="517"/>
                    <a:pt x="212" y="517"/>
                    <a:pt x="216" y="517"/>
                  </a:cubicBezTo>
                  <a:cubicBezTo>
                    <a:pt x="220" y="516"/>
                    <a:pt x="221" y="517"/>
                    <a:pt x="221" y="517"/>
                  </a:cubicBezTo>
                  <a:cubicBezTo>
                    <a:pt x="222" y="517"/>
                    <a:pt x="220" y="517"/>
                    <a:pt x="224" y="519"/>
                  </a:cubicBezTo>
                  <a:cubicBezTo>
                    <a:pt x="227" y="520"/>
                    <a:pt x="227" y="520"/>
                    <a:pt x="228" y="520"/>
                  </a:cubicBezTo>
                  <a:cubicBezTo>
                    <a:pt x="230" y="519"/>
                    <a:pt x="230" y="519"/>
                    <a:pt x="232" y="518"/>
                  </a:cubicBezTo>
                  <a:cubicBezTo>
                    <a:pt x="233" y="518"/>
                    <a:pt x="242" y="513"/>
                    <a:pt x="244" y="513"/>
                  </a:cubicBezTo>
                  <a:cubicBezTo>
                    <a:pt x="246" y="513"/>
                    <a:pt x="246" y="513"/>
                    <a:pt x="249" y="512"/>
                  </a:cubicBezTo>
                  <a:cubicBezTo>
                    <a:pt x="249" y="512"/>
                    <a:pt x="249" y="512"/>
                    <a:pt x="250" y="512"/>
                  </a:cubicBezTo>
                  <a:cubicBezTo>
                    <a:pt x="250" y="512"/>
                    <a:pt x="250" y="512"/>
                    <a:pt x="250" y="512"/>
                  </a:cubicBezTo>
                  <a:cubicBezTo>
                    <a:pt x="252" y="511"/>
                    <a:pt x="254" y="511"/>
                    <a:pt x="254" y="511"/>
                  </a:cubicBezTo>
                  <a:cubicBezTo>
                    <a:pt x="257" y="509"/>
                    <a:pt x="256" y="510"/>
                    <a:pt x="258" y="508"/>
                  </a:cubicBezTo>
                  <a:cubicBezTo>
                    <a:pt x="261" y="506"/>
                    <a:pt x="262" y="507"/>
                    <a:pt x="263" y="506"/>
                  </a:cubicBezTo>
                  <a:cubicBezTo>
                    <a:pt x="265" y="504"/>
                    <a:pt x="268" y="504"/>
                    <a:pt x="270" y="503"/>
                  </a:cubicBezTo>
                  <a:cubicBezTo>
                    <a:pt x="271" y="503"/>
                    <a:pt x="274" y="503"/>
                    <a:pt x="275" y="502"/>
                  </a:cubicBezTo>
                  <a:cubicBezTo>
                    <a:pt x="276" y="501"/>
                    <a:pt x="277" y="500"/>
                    <a:pt x="278" y="499"/>
                  </a:cubicBezTo>
                  <a:cubicBezTo>
                    <a:pt x="280" y="498"/>
                    <a:pt x="280" y="499"/>
                    <a:pt x="282" y="498"/>
                  </a:cubicBezTo>
                  <a:cubicBezTo>
                    <a:pt x="284" y="497"/>
                    <a:pt x="284" y="498"/>
                    <a:pt x="286" y="498"/>
                  </a:cubicBezTo>
                  <a:cubicBezTo>
                    <a:pt x="288" y="497"/>
                    <a:pt x="289" y="497"/>
                    <a:pt x="290" y="497"/>
                  </a:cubicBezTo>
                  <a:cubicBezTo>
                    <a:pt x="291" y="497"/>
                    <a:pt x="293" y="498"/>
                    <a:pt x="295" y="497"/>
                  </a:cubicBezTo>
                  <a:cubicBezTo>
                    <a:pt x="297" y="497"/>
                    <a:pt x="298" y="497"/>
                    <a:pt x="299" y="497"/>
                  </a:cubicBezTo>
                  <a:cubicBezTo>
                    <a:pt x="301" y="497"/>
                    <a:pt x="304" y="498"/>
                    <a:pt x="305" y="497"/>
                  </a:cubicBezTo>
                  <a:cubicBezTo>
                    <a:pt x="307" y="496"/>
                    <a:pt x="308" y="497"/>
                    <a:pt x="309" y="496"/>
                  </a:cubicBezTo>
                  <a:cubicBezTo>
                    <a:pt x="310" y="495"/>
                    <a:pt x="312" y="496"/>
                    <a:pt x="312" y="496"/>
                  </a:cubicBezTo>
                  <a:cubicBezTo>
                    <a:pt x="312" y="496"/>
                    <a:pt x="315" y="496"/>
                    <a:pt x="317" y="496"/>
                  </a:cubicBezTo>
                  <a:cubicBezTo>
                    <a:pt x="318" y="496"/>
                    <a:pt x="319" y="496"/>
                    <a:pt x="321" y="496"/>
                  </a:cubicBezTo>
                  <a:cubicBezTo>
                    <a:pt x="322" y="496"/>
                    <a:pt x="323" y="496"/>
                    <a:pt x="323" y="496"/>
                  </a:cubicBezTo>
                  <a:cubicBezTo>
                    <a:pt x="327" y="498"/>
                    <a:pt x="327" y="498"/>
                    <a:pt x="327" y="498"/>
                  </a:cubicBezTo>
                  <a:cubicBezTo>
                    <a:pt x="327" y="498"/>
                    <a:pt x="331" y="499"/>
                    <a:pt x="333" y="501"/>
                  </a:cubicBezTo>
                  <a:cubicBezTo>
                    <a:pt x="337" y="505"/>
                    <a:pt x="335" y="505"/>
                    <a:pt x="338" y="507"/>
                  </a:cubicBezTo>
                  <a:cubicBezTo>
                    <a:pt x="340" y="510"/>
                    <a:pt x="338" y="513"/>
                    <a:pt x="339" y="515"/>
                  </a:cubicBezTo>
                  <a:cubicBezTo>
                    <a:pt x="340" y="517"/>
                    <a:pt x="349" y="527"/>
                    <a:pt x="349" y="527"/>
                  </a:cubicBezTo>
                  <a:cubicBezTo>
                    <a:pt x="350" y="528"/>
                    <a:pt x="352" y="529"/>
                    <a:pt x="353" y="529"/>
                  </a:cubicBezTo>
                  <a:cubicBezTo>
                    <a:pt x="354" y="528"/>
                    <a:pt x="359" y="528"/>
                    <a:pt x="359" y="528"/>
                  </a:cubicBezTo>
                  <a:cubicBezTo>
                    <a:pt x="359" y="528"/>
                    <a:pt x="362" y="528"/>
                    <a:pt x="363" y="528"/>
                  </a:cubicBezTo>
                  <a:cubicBezTo>
                    <a:pt x="364" y="527"/>
                    <a:pt x="365" y="527"/>
                    <a:pt x="367" y="526"/>
                  </a:cubicBezTo>
                  <a:cubicBezTo>
                    <a:pt x="369" y="526"/>
                    <a:pt x="371" y="526"/>
                    <a:pt x="372" y="526"/>
                  </a:cubicBezTo>
                  <a:cubicBezTo>
                    <a:pt x="372" y="525"/>
                    <a:pt x="372" y="526"/>
                    <a:pt x="374" y="524"/>
                  </a:cubicBezTo>
                  <a:cubicBezTo>
                    <a:pt x="377" y="523"/>
                    <a:pt x="377" y="523"/>
                    <a:pt x="378" y="523"/>
                  </a:cubicBezTo>
                  <a:cubicBezTo>
                    <a:pt x="380" y="522"/>
                    <a:pt x="380" y="522"/>
                    <a:pt x="382" y="521"/>
                  </a:cubicBezTo>
                  <a:cubicBezTo>
                    <a:pt x="383" y="520"/>
                    <a:pt x="382" y="520"/>
                    <a:pt x="384" y="520"/>
                  </a:cubicBezTo>
                  <a:cubicBezTo>
                    <a:pt x="387" y="520"/>
                    <a:pt x="382" y="516"/>
                    <a:pt x="388" y="521"/>
                  </a:cubicBezTo>
                  <a:cubicBezTo>
                    <a:pt x="395" y="525"/>
                    <a:pt x="393" y="527"/>
                    <a:pt x="395" y="527"/>
                  </a:cubicBezTo>
                  <a:cubicBezTo>
                    <a:pt x="397" y="527"/>
                    <a:pt x="396" y="528"/>
                    <a:pt x="399" y="528"/>
                  </a:cubicBezTo>
                  <a:cubicBezTo>
                    <a:pt x="402" y="528"/>
                    <a:pt x="402" y="529"/>
                    <a:pt x="403" y="530"/>
                  </a:cubicBezTo>
                  <a:cubicBezTo>
                    <a:pt x="405" y="531"/>
                    <a:pt x="403" y="527"/>
                    <a:pt x="405" y="532"/>
                  </a:cubicBezTo>
                  <a:cubicBezTo>
                    <a:pt x="407" y="537"/>
                    <a:pt x="407" y="531"/>
                    <a:pt x="407" y="537"/>
                  </a:cubicBezTo>
                  <a:cubicBezTo>
                    <a:pt x="408" y="543"/>
                    <a:pt x="409" y="543"/>
                    <a:pt x="409" y="544"/>
                  </a:cubicBezTo>
                  <a:cubicBezTo>
                    <a:pt x="409" y="545"/>
                    <a:pt x="408" y="546"/>
                    <a:pt x="409" y="547"/>
                  </a:cubicBezTo>
                  <a:cubicBezTo>
                    <a:pt x="409" y="547"/>
                    <a:pt x="411" y="547"/>
                    <a:pt x="410" y="549"/>
                  </a:cubicBezTo>
                  <a:cubicBezTo>
                    <a:pt x="410" y="551"/>
                    <a:pt x="409" y="554"/>
                    <a:pt x="409" y="554"/>
                  </a:cubicBezTo>
                  <a:cubicBezTo>
                    <a:pt x="407" y="557"/>
                    <a:pt x="407" y="557"/>
                    <a:pt x="407" y="557"/>
                  </a:cubicBezTo>
                  <a:cubicBezTo>
                    <a:pt x="407" y="557"/>
                    <a:pt x="409" y="559"/>
                    <a:pt x="409" y="560"/>
                  </a:cubicBezTo>
                  <a:cubicBezTo>
                    <a:pt x="407" y="564"/>
                    <a:pt x="407" y="564"/>
                    <a:pt x="407" y="564"/>
                  </a:cubicBezTo>
                  <a:cubicBezTo>
                    <a:pt x="407" y="564"/>
                    <a:pt x="405" y="565"/>
                    <a:pt x="405" y="566"/>
                  </a:cubicBezTo>
                  <a:cubicBezTo>
                    <a:pt x="405" y="570"/>
                    <a:pt x="405" y="568"/>
                    <a:pt x="405" y="569"/>
                  </a:cubicBezTo>
                  <a:cubicBezTo>
                    <a:pt x="404" y="570"/>
                    <a:pt x="402" y="570"/>
                    <a:pt x="402" y="573"/>
                  </a:cubicBezTo>
                  <a:cubicBezTo>
                    <a:pt x="402" y="575"/>
                    <a:pt x="402" y="573"/>
                    <a:pt x="402" y="576"/>
                  </a:cubicBezTo>
                  <a:cubicBezTo>
                    <a:pt x="403" y="580"/>
                    <a:pt x="402" y="580"/>
                    <a:pt x="402" y="580"/>
                  </a:cubicBezTo>
                  <a:cubicBezTo>
                    <a:pt x="404" y="584"/>
                    <a:pt x="405" y="581"/>
                    <a:pt x="404" y="583"/>
                  </a:cubicBezTo>
                  <a:cubicBezTo>
                    <a:pt x="403" y="586"/>
                    <a:pt x="402" y="586"/>
                    <a:pt x="402" y="587"/>
                  </a:cubicBezTo>
                  <a:cubicBezTo>
                    <a:pt x="402" y="588"/>
                    <a:pt x="406" y="590"/>
                    <a:pt x="405" y="590"/>
                  </a:cubicBezTo>
                  <a:cubicBezTo>
                    <a:pt x="404" y="591"/>
                    <a:pt x="403" y="594"/>
                    <a:pt x="402" y="594"/>
                  </a:cubicBezTo>
                  <a:cubicBezTo>
                    <a:pt x="402" y="594"/>
                    <a:pt x="399" y="596"/>
                    <a:pt x="399" y="596"/>
                  </a:cubicBezTo>
                  <a:cubicBezTo>
                    <a:pt x="399" y="600"/>
                    <a:pt x="399" y="600"/>
                    <a:pt x="399" y="600"/>
                  </a:cubicBezTo>
                  <a:cubicBezTo>
                    <a:pt x="399" y="600"/>
                    <a:pt x="397" y="600"/>
                    <a:pt x="396" y="603"/>
                  </a:cubicBezTo>
                  <a:cubicBezTo>
                    <a:pt x="395" y="606"/>
                    <a:pt x="397" y="608"/>
                    <a:pt x="396" y="610"/>
                  </a:cubicBezTo>
                  <a:cubicBezTo>
                    <a:pt x="396" y="612"/>
                    <a:pt x="394" y="612"/>
                    <a:pt x="395" y="614"/>
                  </a:cubicBezTo>
                  <a:cubicBezTo>
                    <a:pt x="395" y="616"/>
                    <a:pt x="394" y="617"/>
                    <a:pt x="396" y="618"/>
                  </a:cubicBezTo>
                  <a:cubicBezTo>
                    <a:pt x="398" y="618"/>
                    <a:pt x="395" y="617"/>
                    <a:pt x="398" y="618"/>
                  </a:cubicBezTo>
                  <a:cubicBezTo>
                    <a:pt x="398" y="619"/>
                    <a:pt x="399" y="619"/>
                    <a:pt x="399" y="619"/>
                  </a:cubicBezTo>
                  <a:cubicBezTo>
                    <a:pt x="399" y="619"/>
                    <a:pt x="399" y="619"/>
                    <a:pt x="399" y="619"/>
                  </a:cubicBezTo>
                  <a:cubicBezTo>
                    <a:pt x="400" y="622"/>
                    <a:pt x="401" y="624"/>
                    <a:pt x="401" y="624"/>
                  </a:cubicBezTo>
                  <a:cubicBezTo>
                    <a:pt x="401" y="624"/>
                    <a:pt x="405" y="630"/>
                    <a:pt x="406" y="631"/>
                  </a:cubicBezTo>
                  <a:cubicBezTo>
                    <a:pt x="408" y="632"/>
                    <a:pt x="410" y="635"/>
                    <a:pt x="411" y="635"/>
                  </a:cubicBezTo>
                  <a:cubicBezTo>
                    <a:pt x="411" y="635"/>
                    <a:pt x="415" y="639"/>
                    <a:pt x="415" y="640"/>
                  </a:cubicBezTo>
                  <a:cubicBezTo>
                    <a:pt x="415" y="640"/>
                    <a:pt x="416" y="642"/>
                    <a:pt x="416" y="643"/>
                  </a:cubicBezTo>
                  <a:cubicBezTo>
                    <a:pt x="416" y="643"/>
                    <a:pt x="418" y="645"/>
                    <a:pt x="421" y="646"/>
                  </a:cubicBezTo>
                  <a:cubicBezTo>
                    <a:pt x="423" y="647"/>
                    <a:pt x="423" y="648"/>
                    <a:pt x="425" y="650"/>
                  </a:cubicBezTo>
                  <a:cubicBezTo>
                    <a:pt x="427" y="651"/>
                    <a:pt x="431" y="656"/>
                    <a:pt x="432" y="656"/>
                  </a:cubicBezTo>
                  <a:cubicBezTo>
                    <a:pt x="433" y="657"/>
                    <a:pt x="434" y="660"/>
                    <a:pt x="435" y="660"/>
                  </a:cubicBezTo>
                  <a:cubicBezTo>
                    <a:pt x="437" y="661"/>
                    <a:pt x="438" y="666"/>
                    <a:pt x="438" y="666"/>
                  </a:cubicBezTo>
                  <a:cubicBezTo>
                    <a:pt x="438" y="666"/>
                    <a:pt x="439" y="668"/>
                    <a:pt x="440" y="669"/>
                  </a:cubicBezTo>
                  <a:cubicBezTo>
                    <a:pt x="441" y="670"/>
                    <a:pt x="442" y="671"/>
                    <a:pt x="443" y="673"/>
                  </a:cubicBezTo>
                  <a:cubicBezTo>
                    <a:pt x="444" y="675"/>
                    <a:pt x="442" y="678"/>
                    <a:pt x="445" y="680"/>
                  </a:cubicBezTo>
                  <a:cubicBezTo>
                    <a:pt x="447" y="682"/>
                    <a:pt x="448" y="682"/>
                    <a:pt x="449" y="682"/>
                  </a:cubicBezTo>
                  <a:cubicBezTo>
                    <a:pt x="450" y="682"/>
                    <a:pt x="452" y="683"/>
                    <a:pt x="452" y="683"/>
                  </a:cubicBezTo>
                  <a:cubicBezTo>
                    <a:pt x="452" y="683"/>
                    <a:pt x="453" y="682"/>
                    <a:pt x="454" y="682"/>
                  </a:cubicBezTo>
                  <a:cubicBezTo>
                    <a:pt x="455" y="682"/>
                    <a:pt x="456" y="685"/>
                    <a:pt x="456" y="685"/>
                  </a:cubicBezTo>
                  <a:cubicBezTo>
                    <a:pt x="456" y="685"/>
                    <a:pt x="454" y="689"/>
                    <a:pt x="452" y="689"/>
                  </a:cubicBezTo>
                  <a:cubicBezTo>
                    <a:pt x="451" y="688"/>
                    <a:pt x="448" y="688"/>
                    <a:pt x="448" y="689"/>
                  </a:cubicBezTo>
                  <a:cubicBezTo>
                    <a:pt x="447" y="691"/>
                    <a:pt x="449" y="693"/>
                    <a:pt x="449" y="694"/>
                  </a:cubicBezTo>
                  <a:cubicBezTo>
                    <a:pt x="450" y="694"/>
                    <a:pt x="449" y="694"/>
                    <a:pt x="451" y="697"/>
                  </a:cubicBezTo>
                  <a:cubicBezTo>
                    <a:pt x="453" y="699"/>
                    <a:pt x="453" y="705"/>
                    <a:pt x="454" y="706"/>
                  </a:cubicBezTo>
                  <a:cubicBezTo>
                    <a:pt x="455" y="707"/>
                    <a:pt x="457" y="711"/>
                    <a:pt x="458" y="712"/>
                  </a:cubicBezTo>
                  <a:cubicBezTo>
                    <a:pt x="458" y="713"/>
                    <a:pt x="459" y="716"/>
                    <a:pt x="460" y="718"/>
                  </a:cubicBezTo>
                  <a:cubicBezTo>
                    <a:pt x="461" y="719"/>
                    <a:pt x="460" y="716"/>
                    <a:pt x="461" y="719"/>
                  </a:cubicBezTo>
                  <a:cubicBezTo>
                    <a:pt x="462" y="722"/>
                    <a:pt x="462" y="718"/>
                    <a:pt x="462" y="722"/>
                  </a:cubicBezTo>
                  <a:cubicBezTo>
                    <a:pt x="462" y="725"/>
                    <a:pt x="461" y="725"/>
                    <a:pt x="461" y="726"/>
                  </a:cubicBezTo>
                  <a:cubicBezTo>
                    <a:pt x="461" y="727"/>
                    <a:pt x="460" y="728"/>
                    <a:pt x="459" y="728"/>
                  </a:cubicBezTo>
                  <a:cubicBezTo>
                    <a:pt x="458" y="728"/>
                    <a:pt x="457" y="728"/>
                    <a:pt x="457" y="728"/>
                  </a:cubicBezTo>
                  <a:cubicBezTo>
                    <a:pt x="457" y="728"/>
                    <a:pt x="457" y="732"/>
                    <a:pt x="457" y="733"/>
                  </a:cubicBezTo>
                  <a:cubicBezTo>
                    <a:pt x="459" y="738"/>
                    <a:pt x="459" y="738"/>
                    <a:pt x="459" y="738"/>
                  </a:cubicBezTo>
                  <a:cubicBezTo>
                    <a:pt x="459" y="738"/>
                    <a:pt x="463" y="748"/>
                    <a:pt x="464" y="750"/>
                  </a:cubicBezTo>
                  <a:cubicBezTo>
                    <a:pt x="465" y="751"/>
                    <a:pt x="465" y="755"/>
                    <a:pt x="467" y="756"/>
                  </a:cubicBezTo>
                  <a:cubicBezTo>
                    <a:pt x="468" y="757"/>
                    <a:pt x="468" y="762"/>
                    <a:pt x="468" y="763"/>
                  </a:cubicBezTo>
                  <a:cubicBezTo>
                    <a:pt x="468" y="764"/>
                    <a:pt x="468" y="768"/>
                    <a:pt x="468" y="768"/>
                  </a:cubicBezTo>
                  <a:cubicBezTo>
                    <a:pt x="468" y="769"/>
                    <a:pt x="467" y="771"/>
                    <a:pt x="467" y="773"/>
                  </a:cubicBezTo>
                  <a:cubicBezTo>
                    <a:pt x="466" y="774"/>
                    <a:pt x="464" y="782"/>
                    <a:pt x="461" y="783"/>
                  </a:cubicBezTo>
                  <a:cubicBezTo>
                    <a:pt x="459" y="784"/>
                    <a:pt x="457" y="788"/>
                    <a:pt x="456" y="788"/>
                  </a:cubicBezTo>
                  <a:cubicBezTo>
                    <a:pt x="455" y="787"/>
                    <a:pt x="453" y="788"/>
                    <a:pt x="453" y="789"/>
                  </a:cubicBezTo>
                  <a:cubicBezTo>
                    <a:pt x="453" y="791"/>
                    <a:pt x="453" y="787"/>
                    <a:pt x="453" y="791"/>
                  </a:cubicBezTo>
                  <a:cubicBezTo>
                    <a:pt x="452" y="794"/>
                    <a:pt x="452" y="794"/>
                    <a:pt x="452" y="794"/>
                  </a:cubicBezTo>
                  <a:cubicBezTo>
                    <a:pt x="452" y="795"/>
                    <a:pt x="451" y="798"/>
                    <a:pt x="451" y="798"/>
                  </a:cubicBezTo>
                  <a:cubicBezTo>
                    <a:pt x="451" y="798"/>
                    <a:pt x="449" y="801"/>
                    <a:pt x="448" y="803"/>
                  </a:cubicBezTo>
                  <a:cubicBezTo>
                    <a:pt x="448" y="805"/>
                    <a:pt x="448" y="805"/>
                    <a:pt x="447" y="807"/>
                  </a:cubicBezTo>
                  <a:cubicBezTo>
                    <a:pt x="446" y="809"/>
                    <a:pt x="444" y="810"/>
                    <a:pt x="445" y="812"/>
                  </a:cubicBezTo>
                  <a:cubicBezTo>
                    <a:pt x="445" y="813"/>
                    <a:pt x="445" y="816"/>
                    <a:pt x="445" y="817"/>
                  </a:cubicBezTo>
                  <a:cubicBezTo>
                    <a:pt x="444" y="819"/>
                    <a:pt x="443" y="823"/>
                    <a:pt x="442" y="824"/>
                  </a:cubicBezTo>
                  <a:cubicBezTo>
                    <a:pt x="441" y="825"/>
                    <a:pt x="441" y="822"/>
                    <a:pt x="441" y="826"/>
                  </a:cubicBezTo>
                  <a:cubicBezTo>
                    <a:pt x="440" y="830"/>
                    <a:pt x="443" y="828"/>
                    <a:pt x="440" y="831"/>
                  </a:cubicBezTo>
                  <a:cubicBezTo>
                    <a:pt x="437" y="833"/>
                    <a:pt x="437" y="833"/>
                    <a:pt x="437" y="833"/>
                  </a:cubicBezTo>
                  <a:cubicBezTo>
                    <a:pt x="437" y="833"/>
                    <a:pt x="435" y="837"/>
                    <a:pt x="435" y="838"/>
                  </a:cubicBezTo>
                  <a:cubicBezTo>
                    <a:pt x="435" y="839"/>
                    <a:pt x="435" y="837"/>
                    <a:pt x="436" y="843"/>
                  </a:cubicBezTo>
                  <a:cubicBezTo>
                    <a:pt x="437" y="848"/>
                    <a:pt x="437" y="857"/>
                    <a:pt x="437" y="857"/>
                  </a:cubicBezTo>
                  <a:cubicBezTo>
                    <a:pt x="436" y="858"/>
                    <a:pt x="436" y="866"/>
                    <a:pt x="436" y="866"/>
                  </a:cubicBezTo>
                  <a:cubicBezTo>
                    <a:pt x="437" y="870"/>
                    <a:pt x="435" y="867"/>
                    <a:pt x="437" y="870"/>
                  </a:cubicBezTo>
                  <a:cubicBezTo>
                    <a:pt x="439" y="873"/>
                    <a:pt x="438" y="870"/>
                    <a:pt x="441" y="875"/>
                  </a:cubicBezTo>
                  <a:cubicBezTo>
                    <a:pt x="444" y="880"/>
                    <a:pt x="444" y="879"/>
                    <a:pt x="447" y="884"/>
                  </a:cubicBezTo>
                  <a:cubicBezTo>
                    <a:pt x="450" y="888"/>
                    <a:pt x="454" y="900"/>
                    <a:pt x="456" y="903"/>
                  </a:cubicBezTo>
                  <a:cubicBezTo>
                    <a:pt x="458" y="905"/>
                    <a:pt x="459" y="909"/>
                    <a:pt x="459" y="910"/>
                  </a:cubicBezTo>
                  <a:cubicBezTo>
                    <a:pt x="461" y="917"/>
                    <a:pt x="458" y="913"/>
                    <a:pt x="460" y="916"/>
                  </a:cubicBezTo>
                  <a:cubicBezTo>
                    <a:pt x="462" y="918"/>
                    <a:pt x="464" y="920"/>
                    <a:pt x="464" y="920"/>
                  </a:cubicBezTo>
                  <a:cubicBezTo>
                    <a:pt x="464" y="920"/>
                    <a:pt x="465" y="922"/>
                    <a:pt x="467" y="923"/>
                  </a:cubicBezTo>
                  <a:cubicBezTo>
                    <a:pt x="468" y="923"/>
                    <a:pt x="468" y="925"/>
                    <a:pt x="470" y="927"/>
                  </a:cubicBezTo>
                  <a:cubicBezTo>
                    <a:pt x="471" y="928"/>
                    <a:pt x="468" y="922"/>
                    <a:pt x="471" y="928"/>
                  </a:cubicBezTo>
                  <a:cubicBezTo>
                    <a:pt x="475" y="935"/>
                    <a:pt x="475" y="937"/>
                    <a:pt x="476" y="938"/>
                  </a:cubicBezTo>
                  <a:cubicBezTo>
                    <a:pt x="478" y="943"/>
                    <a:pt x="478" y="940"/>
                    <a:pt x="478" y="943"/>
                  </a:cubicBezTo>
                  <a:cubicBezTo>
                    <a:pt x="475" y="950"/>
                    <a:pt x="476" y="954"/>
                    <a:pt x="476" y="956"/>
                  </a:cubicBezTo>
                  <a:cubicBezTo>
                    <a:pt x="476" y="958"/>
                    <a:pt x="476" y="960"/>
                    <a:pt x="477" y="962"/>
                  </a:cubicBezTo>
                  <a:cubicBezTo>
                    <a:pt x="477" y="964"/>
                    <a:pt x="478" y="962"/>
                    <a:pt x="478" y="967"/>
                  </a:cubicBezTo>
                  <a:cubicBezTo>
                    <a:pt x="477" y="972"/>
                    <a:pt x="474" y="968"/>
                    <a:pt x="478" y="974"/>
                  </a:cubicBezTo>
                  <a:cubicBezTo>
                    <a:pt x="481" y="979"/>
                    <a:pt x="481" y="979"/>
                    <a:pt x="481" y="981"/>
                  </a:cubicBezTo>
                  <a:cubicBezTo>
                    <a:pt x="481" y="982"/>
                    <a:pt x="482" y="985"/>
                    <a:pt x="481" y="986"/>
                  </a:cubicBezTo>
                  <a:cubicBezTo>
                    <a:pt x="480" y="987"/>
                    <a:pt x="480" y="990"/>
                    <a:pt x="480" y="991"/>
                  </a:cubicBezTo>
                  <a:cubicBezTo>
                    <a:pt x="480" y="991"/>
                    <a:pt x="482" y="994"/>
                    <a:pt x="482" y="994"/>
                  </a:cubicBezTo>
                  <a:cubicBezTo>
                    <a:pt x="483" y="1000"/>
                    <a:pt x="483" y="1000"/>
                    <a:pt x="483" y="1000"/>
                  </a:cubicBezTo>
                  <a:cubicBezTo>
                    <a:pt x="483" y="1000"/>
                    <a:pt x="485" y="1000"/>
                    <a:pt x="485" y="1001"/>
                  </a:cubicBezTo>
                  <a:cubicBezTo>
                    <a:pt x="485" y="1003"/>
                    <a:pt x="485" y="1005"/>
                    <a:pt x="485" y="1006"/>
                  </a:cubicBezTo>
                  <a:cubicBezTo>
                    <a:pt x="485" y="1006"/>
                    <a:pt x="485" y="1009"/>
                    <a:pt x="485" y="1009"/>
                  </a:cubicBezTo>
                  <a:cubicBezTo>
                    <a:pt x="487" y="1011"/>
                    <a:pt x="485" y="1010"/>
                    <a:pt x="487" y="1011"/>
                  </a:cubicBezTo>
                  <a:cubicBezTo>
                    <a:pt x="488" y="1013"/>
                    <a:pt x="488" y="1013"/>
                    <a:pt x="488" y="1013"/>
                  </a:cubicBezTo>
                  <a:cubicBezTo>
                    <a:pt x="489" y="1013"/>
                    <a:pt x="489" y="1014"/>
                    <a:pt x="489" y="1015"/>
                  </a:cubicBezTo>
                  <a:cubicBezTo>
                    <a:pt x="489" y="1016"/>
                    <a:pt x="489" y="1018"/>
                    <a:pt x="489" y="1018"/>
                  </a:cubicBezTo>
                  <a:cubicBezTo>
                    <a:pt x="489" y="1020"/>
                    <a:pt x="488" y="1018"/>
                    <a:pt x="489" y="1020"/>
                  </a:cubicBezTo>
                  <a:cubicBezTo>
                    <a:pt x="491" y="1023"/>
                    <a:pt x="491" y="1023"/>
                    <a:pt x="491" y="1024"/>
                  </a:cubicBezTo>
                  <a:cubicBezTo>
                    <a:pt x="492" y="1025"/>
                    <a:pt x="492" y="1028"/>
                    <a:pt x="493" y="1028"/>
                  </a:cubicBezTo>
                  <a:cubicBezTo>
                    <a:pt x="494" y="1028"/>
                    <a:pt x="495" y="1029"/>
                    <a:pt x="495" y="1029"/>
                  </a:cubicBezTo>
                  <a:cubicBezTo>
                    <a:pt x="497" y="1031"/>
                    <a:pt x="497" y="1031"/>
                    <a:pt x="497" y="1031"/>
                  </a:cubicBezTo>
                  <a:cubicBezTo>
                    <a:pt x="507" y="1042"/>
                    <a:pt x="506" y="1041"/>
                    <a:pt x="507" y="1042"/>
                  </a:cubicBezTo>
                  <a:cubicBezTo>
                    <a:pt x="508" y="1044"/>
                    <a:pt x="509" y="1045"/>
                    <a:pt x="510" y="1047"/>
                  </a:cubicBezTo>
                  <a:cubicBezTo>
                    <a:pt x="510" y="1048"/>
                    <a:pt x="510" y="1050"/>
                    <a:pt x="510" y="1051"/>
                  </a:cubicBezTo>
                  <a:cubicBezTo>
                    <a:pt x="510" y="1052"/>
                    <a:pt x="510" y="1054"/>
                    <a:pt x="510" y="1054"/>
                  </a:cubicBezTo>
                  <a:cubicBezTo>
                    <a:pt x="510" y="1054"/>
                    <a:pt x="511" y="1056"/>
                    <a:pt x="511" y="1057"/>
                  </a:cubicBezTo>
                  <a:cubicBezTo>
                    <a:pt x="512" y="1057"/>
                    <a:pt x="512" y="1059"/>
                    <a:pt x="513" y="1060"/>
                  </a:cubicBezTo>
                  <a:cubicBezTo>
                    <a:pt x="514" y="1060"/>
                    <a:pt x="514" y="1061"/>
                    <a:pt x="515" y="1061"/>
                  </a:cubicBezTo>
                  <a:cubicBezTo>
                    <a:pt x="515" y="1062"/>
                    <a:pt x="516" y="1064"/>
                    <a:pt x="517" y="1065"/>
                  </a:cubicBezTo>
                  <a:cubicBezTo>
                    <a:pt x="519" y="1067"/>
                    <a:pt x="519" y="1068"/>
                    <a:pt x="519" y="1068"/>
                  </a:cubicBezTo>
                  <a:cubicBezTo>
                    <a:pt x="519" y="1068"/>
                    <a:pt x="519" y="1068"/>
                    <a:pt x="519" y="1068"/>
                  </a:cubicBezTo>
                  <a:cubicBezTo>
                    <a:pt x="519" y="1068"/>
                    <a:pt x="519" y="1068"/>
                    <a:pt x="519" y="1068"/>
                  </a:cubicBezTo>
                  <a:cubicBezTo>
                    <a:pt x="521" y="1071"/>
                    <a:pt x="521" y="1071"/>
                    <a:pt x="521" y="1071"/>
                  </a:cubicBezTo>
                  <a:cubicBezTo>
                    <a:pt x="522" y="1074"/>
                    <a:pt x="522" y="1074"/>
                    <a:pt x="522" y="1074"/>
                  </a:cubicBezTo>
                  <a:cubicBezTo>
                    <a:pt x="523" y="1077"/>
                    <a:pt x="523" y="1077"/>
                    <a:pt x="523" y="1077"/>
                  </a:cubicBezTo>
                  <a:cubicBezTo>
                    <a:pt x="524" y="1079"/>
                    <a:pt x="524" y="1079"/>
                    <a:pt x="524" y="1079"/>
                  </a:cubicBezTo>
                  <a:cubicBezTo>
                    <a:pt x="526" y="1084"/>
                    <a:pt x="526" y="1084"/>
                    <a:pt x="526" y="1084"/>
                  </a:cubicBezTo>
                  <a:cubicBezTo>
                    <a:pt x="527" y="1088"/>
                    <a:pt x="527" y="1088"/>
                    <a:pt x="527" y="1088"/>
                  </a:cubicBezTo>
                  <a:cubicBezTo>
                    <a:pt x="530" y="1091"/>
                    <a:pt x="530" y="1091"/>
                    <a:pt x="530" y="1091"/>
                  </a:cubicBezTo>
                  <a:cubicBezTo>
                    <a:pt x="532" y="1098"/>
                    <a:pt x="532" y="1098"/>
                    <a:pt x="532" y="1098"/>
                  </a:cubicBezTo>
                  <a:cubicBezTo>
                    <a:pt x="532" y="1098"/>
                    <a:pt x="532" y="1101"/>
                    <a:pt x="532" y="1103"/>
                  </a:cubicBezTo>
                  <a:cubicBezTo>
                    <a:pt x="532" y="1104"/>
                    <a:pt x="531" y="1107"/>
                    <a:pt x="530" y="1107"/>
                  </a:cubicBezTo>
                  <a:cubicBezTo>
                    <a:pt x="530" y="1107"/>
                    <a:pt x="529" y="1109"/>
                    <a:pt x="528" y="1109"/>
                  </a:cubicBezTo>
                  <a:cubicBezTo>
                    <a:pt x="526" y="1109"/>
                    <a:pt x="525" y="1110"/>
                    <a:pt x="525" y="1110"/>
                  </a:cubicBezTo>
                  <a:cubicBezTo>
                    <a:pt x="525" y="1110"/>
                    <a:pt x="524" y="1111"/>
                    <a:pt x="526" y="1113"/>
                  </a:cubicBezTo>
                  <a:cubicBezTo>
                    <a:pt x="529" y="1117"/>
                    <a:pt x="529" y="1117"/>
                    <a:pt x="529" y="1117"/>
                  </a:cubicBezTo>
                  <a:cubicBezTo>
                    <a:pt x="529" y="1117"/>
                    <a:pt x="529" y="1118"/>
                    <a:pt x="531" y="1120"/>
                  </a:cubicBezTo>
                  <a:cubicBezTo>
                    <a:pt x="532" y="1122"/>
                    <a:pt x="531" y="1120"/>
                    <a:pt x="532" y="1122"/>
                  </a:cubicBezTo>
                  <a:cubicBezTo>
                    <a:pt x="534" y="1123"/>
                    <a:pt x="532" y="1124"/>
                    <a:pt x="533" y="1125"/>
                  </a:cubicBezTo>
                  <a:cubicBezTo>
                    <a:pt x="533" y="1126"/>
                    <a:pt x="532" y="1129"/>
                    <a:pt x="533" y="1129"/>
                  </a:cubicBezTo>
                  <a:cubicBezTo>
                    <a:pt x="538" y="1130"/>
                    <a:pt x="540" y="1131"/>
                    <a:pt x="540" y="1131"/>
                  </a:cubicBezTo>
                  <a:cubicBezTo>
                    <a:pt x="541" y="1133"/>
                    <a:pt x="541" y="1133"/>
                    <a:pt x="541" y="1133"/>
                  </a:cubicBezTo>
                  <a:cubicBezTo>
                    <a:pt x="541" y="1133"/>
                    <a:pt x="539" y="1134"/>
                    <a:pt x="542" y="1135"/>
                  </a:cubicBezTo>
                  <a:cubicBezTo>
                    <a:pt x="545" y="1136"/>
                    <a:pt x="546" y="1136"/>
                    <a:pt x="546" y="1136"/>
                  </a:cubicBezTo>
                  <a:cubicBezTo>
                    <a:pt x="548" y="1138"/>
                    <a:pt x="548" y="1138"/>
                    <a:pt x="548" y="1138"/>
                  </a:cubicBezTo>
                  <a:cubicBezTo>
                    <a:pt x="548" y="1138"/>
                    <a:pt x="548" y="1139"/>
                    <a:pt x="550" y="1139"/>
                  </a:cubicBezTo>
                  <a:cubicBezTo>
                    <a:pt x="551" y="1140"/>
                    <a:pt x="549" y="1138"/>
                    <a:pt x="554" y="1139"/>
                  </a:cubicBezTo>
                  <a:cubicBezTo>
                    <a:pt x="559" y="1140"/>
                    <a:pt x="559" y="1140"/>
                    <a:pt x="560" y="1139"/>
                  </a:cubicBezTo>
                  <a:cubicBezTo>
                    <a:pt x="561" y="1138"/>
                    <a:pt x="559" y="1138"/>
                    <a:pt x="563" y="1138"/>
                  </a:cubicBezTo>
                  <a:cubicBezTo>
                    <a:pt x="567" y="1137"/>
                    <a:pt x="572" y="1136"/>
                    <a:pt x="572" y="1136"/>
                  </a:cubicBezTo>
                  <a:cubicBezTo>
                    <a:pt x="573" y="1136"/>
                    <a:pt x="576" y="1137"/>
                    <a:pt x="576" y="1137"/>
                  </a:cubicBezTo>
                  <a:cubicBezTo>
                    <a:pt x="576" y="1137"/>
                    <a:pt x="578" y="1139"/>
                    <a:pt x="579" y="1138"/>
                  </a:cubicBezTo>
                  <a:cubicBezTo>
                    <a:pt x="581" y="1137"/>
                    <a:pt x="582" y="1135"/>
                    <a:pt x="583" y="1135"/>
                  </a:cubicBezTo>
                  <a:cubicBezTo>
                    <a:pt x="584" y="1135"/>
                    <a:pt x="585" y="1134"/>
                    <a:pt x="585" y="1133"/>
                  </a:cubicBezTo>
                  <a:cubicBezTo>
                    <a:pt x="586" y="1133"/>
                    <a:pt x="584" y="1133"/>
                    <a:pt x="588" y="1132"/>
                  </a:cubicBezTo>
                  <a:cubicBezTo>
                    <a:pt x="592" y="1131"/>
                    <a:pt x="591" y="1131"/>
                    <a:pt x="594" y="1131"/>
                  </a:cubicBezTo>
                  <a:cubicBezTo>
                    <a:pt x="597" y="1130"/>
                    <a:pt x="592" y="1129"/>
                    <a:pt x="597" y="1130"/>
                  </a:cubicBezTo>
                  <a:cubicBezTo>
                    <a:pt x="602" y="1131"/>
                    <a:pt x="598" y="1130"/>
                    <a:pt x="598" y="1130"/>
                  </a:cubicBezTo>
                  <a:cubicBezTo>
                    <a:pt x="604" y="1131"/>
                    <a:pt x="604" y="1131"/>
                    <a:pt x="604" y="1131"/>
                  </a:cubicBezTo>
                  <a:cubicBezTo>
                    <a:pt x="604" y="1131"/>
                    <a:pt x="605" y="1131"/>
                    <a:pt x="608" y="1132"/>
                  </a:cubicBezTo>
                  <a:cubicBezTo>
                    <a:pt x="611" y="1133"/>
                    <a:pt x="616" y="1130"/>
                    <a:pt x="618" y="1131"/>
                  </a:cubicBezTo>
                  <a:cubicBezTo>
                    <a:pt x="620" y="1131"/>
                    <a:pt x="619" y="1131"/>
                    <a:pt x="621" y="1131"/>
                  </a:cubicBezTo>
                  <a:cubicBezTo>
                    <a:pt x="624" y="1132"/>
                    <a:pt x="624" y="1132"/>
                    <a:pt x="624" y="1132"/>
                  </a:cubicBezTo>
                  <a:cubicBezTo>
                    <a:pt x="627" y="1132"/>
                    <a:pt x="625" y="1134"/>
                    <a:pt x="627" y="1132"/>
                  </a:cubicBezTo>
                  <a:cubicBezTo>
                    <a:pt x="627" y="1132"/>
                    <a:pt x="627" y="1132"/>
                    <a:pt x="627" y="1132"/>
                  </a:cubicBezTo>
                  <a:cubicBezTo>
                    <a:pt x="627" y="1132"/>
                    <a:pt x="627" y="1132"/>
                    <a:pt x="628" y="1132"/>
                  </a:cubicBezTo>
                  <a:cubicBezTo>
                    <a:pt x="630" y="1131"/>
                    <a:pt x="627" y="1132"/>
                    <a:pt x="630" y="1131"/>
                  </a:cubicBezTo>
                  <a:cubicBezTo>
                    <a:pt x="632" y="1130"/>
                    <a:pt x="632" y="1130"/>
                    <a:pt x="632" y="1130"/>
                  </a:cubicBezTo>
                  <a:cubicBezTo>
                    <a:pt x="632" y="1130"/>
                    <a:pt x="632" y="1130"/>
                    <a:pt x="633" y="1130"/>
                  </a:cubicBezTo>
                  <a:cubicBezTo>
                    <a:pt x="634" y="1129"/>
                    <a:pt x="631" y="1129"/>
                    <a:pt x="634" y="1129"/>
                  </a:cubicBezTo>
                  <a:cubicBezTo>
                    <a:pt x="638" y="1129"/>
                    <a:pt x="637" y="1129"/>
                    <a:pt x="640" y="1128"/>
                  </a:cubicBezTo>
                  <a:cubicBezTo>
                    <a:pt x="643" y="1128"/>
                    <a:pt x="645" y="1128"/>
                    <a:pt x="645" y="1126"/>
                  </a:cubicBezTo>
                  <a:cubicBezTo>
                    <a:pt x="645" y="1124"/>
                    <a:pt x="645" y="1124"/>
                    <a:pt x="645" y="1124"/>
                  </a:cubicBezTo>
                  <a:cubicBezTo>
                    <a:pt x="645" y="1124"/>
                    <a:pt x="646" y="1124"/>
                    <a:pt x="649" y="1124"/>
                  </a:cubicBezTo>
                  <a:cubicBezTo>
                    <a:pt x="649" y="1124"/>
                    <a:pt x="649" y="1124"/>
                    <a:pt x="649" y="1124"/>
                  </a:cubicBezTo>
                  <a:cubicBezTo>
                    <a:pt x="650" y="1124"/>
                    <a:pt x="650" y="1124"/>
                    <a:pt x="649" y="1124"/>
                  </a:cubicBezTo>
                  <a:cubicBezTo>
                    <a:pt x="650" y="1124"/>
                    <a:pt x="650" y="1124"/>
                    <a:pt x="650" y="1124"/>
                  </a:cubicBezTo>
                  <a:cubicBezTo>
                    <a:pt x="651" y="1124"/>
                    <a:pt x="652" y="1124"/>
                    <a:pt x="652" y="1125"/>
                  </a:cubicBezTo>
                  <a:cubicBezTo>
                    <a:pt x="653" y="1126"/>
                    <a:pt x="653" y="1126"/>
                    <a:pt x="656" y="1124"/>
                  </a:cubicBezTo>
                  <a:cubicBezTo>
                    <a:pt x="660" y="1122"/>
                    <a:pt x="686" y="1098"/>
                    <a:pt x="687" y="1098"/>
                  </a:cubicBezTo>
                  <a:cubicBezTo>
                    <a:pt x="689" y="1098"/>
                    <a:pt x="692" y="1095"/>
                    <a:pt x="693" y="1095"/>
                  </a:cubicBezTo>
                  <a:cubicBezTo>
                    <a:pt x="694" y="1094"/>
                    <a:pt x="695" y="1093"/>
                    <a:pt x="696" y="1091"/>
                  </a:cubicBezTo>
                  <a:cubicBezTo>
                    <a:pt x="697" y="1090"/>
                    <a:pt x="691" y="1091"/>
                    <a:pt x="697" y="1090"/>
                  </a:cubicBezTo>
                  <a:cubicBezTo>
                    <a:pt x="702" y="1088"/>
                    <a:pt x="705" y="1080"/>
                    <a:pt x="707" y="1078"/>
                  </a:cubicBezTo>
                  <a:cubicBezTo>
                    <a:pt x="710" y="1076"/>
                    <a:pt x="712" y="1074"/>
                    <a:pt x="712" y="1073"/>
                  </a:cubicBezTo>
                  <a:cubicBezTo>
                    <a:pt x="712" y="1072"/>
                    <a:pt x="714" y="1069"/>
                    <a:pt x="714" y="1069"/>
                  </a:cubicBezTo>
                  <a:cubicBezTo>
                    <a:pt x="717" y="1064"/>
                    <a:pt x="717" y="1064"/>
                    <a:pt x="717" y="1064"/>
                  </a:cubicBezTo>
                  <a:cubicBezTo>
                    <a:pt x="717" y="1064"/>
                    <a:pt x="719" y="1062"/>
                    <a:pt x="720" y="1060"/>
                  </a:cubicBezTo>
                  <a:cubicBezTo>
                    <a:pt x="720" y="1059"/>
                    <a:pt x="721" y="1059"/>
                    <a:pt x="721" y="1058"/>
                  </a:cubicBezTo>
                  <a:cubicBezTo>
                    <a:pt x="721" y="1057"/>
                    <a:pt x="722" y="1056"/>
                    <a:pt x="722" y="1055"/>
                  </a:cubicBezTo>
                  <a:cubicBezTo>
                    <a:pt x="723" y="1053"/>
                    <a:pt x="727" y="1049"/>
                    <a:pt x="729" y="1048"/>
                  </a:cubicBezTo>
                  <a:cubicBezTo>
                    <a:pt x="731" y="1046"/>
                    <a:pt x="733" y="1046"/>
                    <a:pt x="735" y="1044"/>
                  </a:cubicBezTo>
                  <a:cubicBezTo>
                    <a:pt x="737" y="1043"/>
                    <a:pt x="738" y="1043"/>
                    <a:pt x="738" y="1041"/>
                  </a:cubicBezTo>
                  <a:cubicBezTo>
                    <a:pt x="739" y="1040"/>
                    <a:pt x="740" y="1037"/>
                    <a:pt x="741" y="1036"/>
                  </a:cubicBezTo>
                  <a:cubicBezTo>
                    <a:pt x="742" y="1034"/>
                    <a:pt x="742" y="1031"/>
                    <a:pt x="742" y="1029"/>
                  </a:cubicBezTo>
                  <a:cubicBezTo>
                    <a:pt x="743" y="1027"/>
                    <a:pt x="742" y="1029"/>
                    <a:pt x="743" y="1026"/>
                  </a:cubicBezTo>
                  <a:cubicBezTo>
                    <a:pt x="744" y="1023"/>
                    <a:pt x="744" y="1025"/>
                    <a:pt x="744" y="1023"/>
                  </a:cubicBezTo>
                  <a:cubicBezTo>
                    <a:pt x="745" y="1021"/>
                    <a:pt x="745" y="1019"/>
                    <a:pt x="746" y="1018"/>
                  </a:cubicBezTo>
                  <a:cubicBezTo>
                    <a:pt x="747" y="1017"/>
                    <a:pt x="747" y="1014"/>
                    <a:pt x="747" y="1012"/>
                  </a:cubicBezTo>
                  <a:cubicBezTo>
                    <a:pt x="748" y="1011"/>
                    <a:pt x="751" y="1013"/>
                    <a:pt x="749" y="1007"/>
                  </a:cubicBezTo>
                  <a:cubicBezTo>
                    <a:pt x="748" y="1001"/>
                    <a:pt x="749" y="1003"/>
                    <a:pt x="748" y="1001"/>
                  </a:cubicBezTo>
                  <a:cubicBezTo>
                    <a:pt x="746" y="999"/>
                    <a:pt x="744" y="1000"/>
                    <a:pt x="743" y="997"/>
                  </a:cubicBezTo>
                  <a:cubicBezTo>
                    <a:pt x="743" y="995"/>
                    <a:pt x="749" y="990"/>
                    <a:pt x="749" y="989"/>
                  </a:cubicBezTo>
                  <a:cubicBezTo>
                    <a:pt x="750" y="989"/>
                    <a:pt x="752" y="987"/>
                    <a:pt x="753" y="986"/>
                  </a:cubicBezTo>
                  <a:cubicBezTo>
                    <a:pt x="755" y="984"/>
                    <a:pt x="757" y="983"/>
                    <a:pt x="758" y="982"/>
                  </a:cubicBezTo>
                  <a:cubicBezTo>
                    <a:pt x="759" y="982"/>
                    <a:pt x="760" y="981"/>
                    <a:pt x="763" y="981"/>
                  </a:cubicBezTo>
                  <a:cubicBezTo>
                    <a:pt x="765" y="981"/>
                    <a:pt x="774" y="978"/>
                    <a:pt x="777" y="977"/>
                  </a:cubicBezTo>
                  <a:cubicBezTo>
                    <a:pt x="780" y="975"/>
                    <a:pt x="780" y="975"/>
                    <a:pt x="783" y="974"/>
                  </a:cubicBezTo>
                  <a:cubicBezTo>
                    <a:pt x="785" y="972"/>
                    <a:pt x="788" y="967"/>
                    <a:pt x="788" y="966"/>
                  </a:cubicBezTo>
                  <a:cubicBezTo>
                    <a:pt x="789" y="965"/>
                    <a:pt x="789" y="964"/>
                    <a:pt x="788" y="961"/>
                  </a:cubicBezTo>
                  <a:cubicBezTo>
                    <a:pt x="787" y="958"/>
                    <a:pt x="786" y="960"/>
                    <a:pt x="787" y="958"/>
                  </a:cubicBezTo>
                  <a:cubicBezTo>
                    <a:pt x="787" y="955"/>
                    <a:pt x="788" y="954"/>
                    <a:pt x="788" y="954"/>
                  </a:cubicBezTo>
                  <a:cubicBezTo>
                    <a:pt x="788" y="954"/>
                    <a:pt x="789" y="953"/>
                    <a:pt x="789" y="951"/>
                  </a:cubicBezTo>
                  <a:cubicBezTo>
                    <a:pt x="790" y="950"/>
                    <a:pt x="790" y="948"/>
                    <a:pt x="790" y="945"/>
                  </a:cubicBezTo>
                  <a:cubicBezTo>
                    <a:pt x="791" y="943"/>
                    <a:pt x="792" y="945"/>
                    <a:pt x="791" y="941"/>
                  </a:cubicBezTo>
                  <a:cubicBezTo>
                    <a:pt x="791" y="937"/>
                    <a:pt x="791" y="935"/>
                    <a:pt x="790" y="933"/>
                  </a:cubicBezTo>
                  <a:cubicBezTo>
                    <a:pt x="789" y="931"/>
                    <a:pt x="787" y="931"/>
                    <a:pt x="787" y="928"/>
                  </a:cubicBezTo>
                  <a:cubicBezTo>
                    <a:pt x="786" y="925"/>
                    <a:pt x="785" y="923"/>
                    <a:pt x="785" y="921"/>
                  </a:cubicBezTo>
                  <a:cubicBezTo>
                    <a:pt x="785" y="920"/>
                    <a:pt x="784" y="916"/>
                    <a:pt x="784" y="915"/>
                  </a:cubicBezTo>
                  <a:cubicBezTo>
                    <a:pt x="784" y="914"/>
                    <a:pt x="784" y="914"/>
                    <a:pt x="781" y="910"/>
                  </a:cubicBezTo>
                  <a:cubicBezTo>
                    <a:pt x="779" y="906"/>
                    <a:pt x="777" y="904"/>
                    <a:pt x="778" y="904"/>
                  </a:cubicBezTo>
                  <a:cubicBezTo>
                    <a:pt x="779" y="904"/>
                    <a:pt x="792" y="895"/>
                    <a:pt x="793" y="893"/>
                  </a:cubicBezTo>
                  <a:cubicBezTo>
                    <a:pt x="793" y="891"/>
                    <a:pt x="795" y="888"/>
                    <a:pt x="796" y="887"/>
                  </a:cubicBezTo>
                  <a:cubicBezTo>
                    <a:pt x="797" y="886"/>
                    <a:pt x="815" y="870"/>
                    <a:pt x="816" y="869"/>
                  </a:cubicBezTo>
                  <a:cubicBezTo>
                    <a:pt x="816" y="868"/>
                    <a:pt x="818" y="866"/>
                    <a:pt x="819" y="866"/>
                  </a:cubicBezTo>
                  <a:cubicBezTo>
                    <a:pt x="821" y="865"/>
                    <a:pt x="821" y="864"/>
                    <a:pt x="823" y="862"/>
                  </a:cubicBezTo>
                  <a:cubicBezTo>
                    <a:pt x="826" y="860"/>
                    <a:pt x="824" y="859"/>
                    <a:pt x="828" y="859"/>
                  </a:cubicBezTo>
                  <a:cubicBezTo>
                    <a:pt x="831" y="859"/>
                    <a:pt x="832" y="859"/>
                    <a:pt x="832" y="859"/>
                  </a:cubicBezTo>
                  <a:cubicBezTo>
                    <a:pt x="832" y="859"/>
                    <a:pt x="847" y="853"/>
                    <a:pt x="849" y="851"/>
                  </a:cubicBezTo>
                  <a:cubicBezTo>
                    <a:pt x="851" y="850"/>
                    <a:pt x="851" y="850"/>
                    <a:pt x="854" y="849"/>
                  </a:cubicBezTo>
                  <a:cubicBezTo>
                    <a:pt x="856" y="847"/>
                    <a:pt x="856" y="847"/>
                    <a:pt x="858" y="846"/>
                  </a:cubicBezTo>
                  <a:cubicBezTo>
                    <a:pt x="859" y="844"/>
                    <a:pt x="858" y="847"/>
                    <a:pt x="859" y="843"/>
                  </a:cubicBezTo>
                  <a:cubicBezTo>
                    <a:pt x="860" y="840"/>
                    <a:pt x="861" y="839"/>
                    <a:pt x="861" y="838"/>
                  </a:cubicBezTo>
                  <a:cubicBezTo>
                    <a:pt x="861" y="838"/>
                    <a:pt x="859" y="840"/>
                    <a:pt x="865" y="834"/>
                  </a:cubicBezTo>
                  <a:cubicBezTo>
                    <a:pt x="871" y="829"/>
                    <a:pt x="871" y="829"/>
                    <a:pt x="871" y="829"/>
                  </a:cubicBezTo>
                  <a:cubicBezTo>
                    <a:pt x="871" y="829"/>
                    <a:pt x="871" y="831"/>
                    <a:pt x="872" y="825"/>
                  </a:cubicBezTo>
                  <a:cubicBezTo>
                    <a:pt x="873" y="818"/>
                    <a:pt x="869" y="806"/>
                    <a:pt x="869" y="802"/>
                  </a:cubicBezTo>
                  <a:cubicBezTo>
                    <a:pt x="869" y="798"/>
                    <a:pt x="869" y="796"/>
                    <a:pt x="869" y="794"/>
                  </a:cubicBezTo>
                  <a:cubicBezTo>
                    <a:pt x="870" y="792"/>
                    <a:pt x="867" y="794"/>
                    <a:pt x="869" y="788"/>
                  </a:cubicBezTo>
                  <a:cubicBezTo>
                    <a:pt x="872" y="782"/>
                    <a:pt x="872" y="781"/>
                    <a:pt x="873" y="779"/>
                  </a:cubicBezTo>
                  <a:cubicBezTo>
                    <a:pt x="874" y="777"/>
                    <a:pt x="873" y="775"/>
                    <a:pt x="873" y="775"/>
                  </a:cubicBezTo>
                  <a:cubicBezTo>
                    <a:pt x="873" y="773"/>
                    <a:pt x="873" y="773"/>
                    <a:pt x="873" y="773"/>
                  </a:cubicBezTo>
                  <a:cubicBezTo>
                    <a:pt x="873" y="773"/>
                    <a:pt x="872" y="771"/>
                    <a:pt x="872" y="770"/>
                  </a:cubicBezTo>
                  <a:cubicBezTo>
                    <a:pt x="872" y="769"/>
                    <a:pt x="871" y="761"/>
                    <a:pt x="871" y="760"/>
                  </a:cubicBezTo>
                  <a:cubicBezTo>
                    <a:pt x="872" y="759"/>
                    <a:pt x="868" y="748"/>
                    <a:pt x="868" y="748"/>
                  </a:cubicBezTo>
                  <a:cubicBezTo>
                    <a:pt x="868" y="748"/>
                    <a:pt x="865" y="746"/>
                    <a:pt x="864" y="745"/>
                  </a:cubicBezTo>
                  <a:cubicBezTo>
                    <a:pt x="864" y="745"/>
                    <a:pt x="861" y="741"/>
                    <a:pt x="860" y="740"/>
                  </a:cubicBezTo>
                  <a:cubicBezTo>
                    <a:pt x="859" y="739"/>
                    <a:pt x="857" y="738"/>
                    <a:pt x="857" y="738"/>
                  </a:cubicBezTo>
                  <a:cubicBezTo>
                    <a:pt x="856" y="735"/>
                    <a:pt x="856" y="735"/>
                    <a:pt x="856" y="735"/>
                  </a:cubicBezTo>
                  <a:cubicBezTo>
                    <a:pt x="856" y="735"/>
                    <a:pt x="858" y="739"/>
                    <a:pt x="856" y="729"/>
                  </a:cubicBezTo>
                  <a:cubicBezTo>
                    <a:pt x="854" y="719"/>
                    <a:pt x="855" y="721"/>
                    <a:pt x="855" y="719"/>
                  </a:cubicBezTo>
                  <a:cubicBezTo>
                    <a:pt x="854" y="717"/>
                    <a:pt x="854" y="716"/>
                    <a:pt x="854" y="714"/>
                  </a:cubicBezTo>
                  <a:cubicBezTo>
                    <a:pt x="855" y="712"/>
                    <a:pt x="855" y="708"/>
                    <a:pt x="855" y="707"/>
                  </a:cubicBezTo>
                  <a:cubicBezTo>
                    <a:pt x="855" y="707"/>
                    <a:pt x="855" y="710"/>
                    <a:pt x="855" y="705"/>
                  </a:cubicBezTo>
                  <a:cubicBezTo>
                    <a:pt x="855" y="701"/>
                    <a:pt x="854" y="700"/>
                    <a:pt x="854" y="699"/>
                  </a:cubicBezTo>
                  <a:cubicBezTo>
                    <a:pt x="854" y="697"/>
                    <a:pt x="854" y="697"/>
                    <a:pt x="852" y="695"/>
                  </a:cubicBezTo>
                  <a:cubicBezTo>
                    <a:pt x="851" y="692"/>
                    <a:pt x="847" y="678"/>
                    <a:pt x="847" y="677"/>
                  </a:cubicBezTo>
                  <a:cubicBezTo>
                    <a:pt x="847" y="676"/>
                    <a:pt x="848" y="676"/>
                    <a:pt x="848" y="674"/>
                  </a:cubicBezTo>
                  <a:cubicBezTo>
                    <a:pt x="849" y="673"/>
                    <a:pt x="855" y="659"/>
                    <a:pt x="857" y="656"/>
                  </a:cubicBezTo>
                  <a:cubicBezTo>
                    <a:pt x="859" y="654"/>
                    <a:pt x="858" y="653"/>
                    <a:pt x="861" y="651"/>
                  </a:cubicBezTo>
                  <a:cubicBezTo>
                    <a:pt x="864" y="648"/>
                    <a:pt x="864" y="649"/>
                    <a:pt x="865" y="646"/>
                  </a:cubicBezTo>
                  <a:cubicBezTo>
                    <a:pt x="866" y="643"/>
                    <a:pt x="866" y="641"/>
                    <a:pt x="866" y="641"/>
                  </a:cubicBezTo>
                  <a:cubicBezTo>
                    <a:pt x="866" y="641"/>
                    <a:pt x="866" y="641"/>
                    <a:pt x="869" y="637"/>
                  </a:cubicBezTo>
                  <a:cubicBezTo>
                    <a:pt x="875" y="627"/>
                    <a:pt x="871" y="630"/>
                    <a:pt x="876" y="627"/>
                  </a:cubicBezTo>
                  <a:cubicBezTo>
                    <a:pt x="882" y="623"/>
                    <a:pt x="876" y="627"/>
                    <a:pt x="880" y="624"/>
                  </a:cubicBezTo>
                  <a:cubicBezTo>
                    <a:pt x="884" y="620"/>
                    <a:pt x="868" y="639"/>
                    <a:pt x="885" y="619"/>
                  </a:cubicBezTo>
                  <a:cubicBezTo>
                    <a:pt x="902" y="598"/>
                    <a:pt x="898" y="603"/>
                    <a:pt x="902" y="598"/>
                  </a:cubicBezTo>
                  <a:cubicBezTo>
                    <a:pt x="907" y="594"/>
                    <a:pt x="905" y="597"/>
                    <a:pt x="908" y="594"/>
                  </a:cubicBezTo>
                  <a:cubicBezTo>
                    <a:pt x="911" y="590"/>
                    <a:pt x="910" y="591"/>
                    <a:pt x="912" y="589"/>
                  </a:cubicBezTo>
                  <a:cubicBezTo>
                    <a:pt x="914" y="586"/>
                    <a:pt x="912" y="591"/>
                    <a:pt x="914" y="588"/>
                  </a:cubicBezTo>
                  <a:cubicBezTo>
                    <a:pt x="916" y="585"/>
                    <a:pt x="915" y="586"/>
                    <a:pt x="917" y="584"/>
                  </a:cubicBezTo>
                  <a:cubicBezTo>
                    <a:pt x="919" y="582"/>
                    <a:pt x="918" y="583"/>
                    <a:pt x="918" y="583"/>
                  </a:cubicBezTo>
                  <a:cubicBezTo>
                    <a:pt x="921" y="579"/>
                    <a:pt x="921" y="579"/>
                    <a:pt x="921" y="579"/>
                  </a:cubicBezTo>
                  <a:cubicBezTo>
                    <a:pt x="921" y="579"/>
                    <a:pt x="927" y="576"/>
                    <a:pt x="928" y="575"/>
                  </a:cubicBezTo>
                  <a:cubicBezTo>
                    <a:pt x="929" y="574"/>
                    <a:pt x="931" y="568"/>
                    <a:pt x="933" y="568"/>
                  </a:cubicBezTo>
                  <a:cubicBezTo>
                    <a:pt x="936" y="567"/>
                    <a:pt x="943" y="564"/>
                    <a:pt x="945" y="563"/>
                  </a:cubicBezTo>
                  <a:cubicBezTo>
                    <a:pt x="947" y="561"/>
                    <a:pt x="948" y="560"/>
                    <a:pt x="951" y="559"/>
                  </a:cubicBezTo>
                  <a:cubicBezTo>
                    <a:pt x="954" y="558"/>
                    <a:pt x="954" y="557"/>
                    <a:pt x="954" y="557"/>
                  </a:cubicBezTo>
                  <a:cubicBezTo>
                    <a:pt x="956" y="556"/>
                    <a:pt x="956" y="556"/>
                    <a:pt x="956" y="556"/>
                  </a:cubicBezTo>
                  <a:cubicBezTo>
                    <a:pt x="956" y="556"/>
                    <a:pt x="970" y="542"/>
                    <a:pt x="971" y="541"/>
                  </a:cubicBezTo>
                  <a:cubicBezTo>
                    <a:pt x="972" y="540"/>
                    <a:pt x="976" y="536"/>
                    <a:pt x="977" y="536"/>
                  </a:cubicBezTo>
                  <a:cubicBezTo>
                    <a:pt x="978" y="535"/>
                    <a:pt x="981" y="528"/>
                    <a:pt x="981" y="528"/>
                  </a:cubicBezTo>
                  <a:cubicBezTo>
                    <a:pt x="983" y="524"/>
                    <a:pt x="983" y="524"/>
                    <a:pt x="983" y="524"/>
                  </a:cubicBezTo>
                  <a:cubicBezTo>
                    <a:pt x="983" y="524"/>
                    <a:pt x="992" y="512"/>
                    <a:pt x="995" y="509"/>
                  </a:cubicBezTo>
                  <a:cubicBezTo>
                    <a:pt x="997" y="507"/>
                    <a:pt x="997" y="507"/>
                    <a:pt x="999" y="504"/>
                  </a:cubicBezTo>
                  <a:cubicBezTo>
                    <a:pt x="1000" y="502"/>
                    <a:pt x="1000" y="501"/>
                    <a:pt x="1001" y="499"/>
                  </a:cubicBezTo>
                  <a:cubicBezTo>
                    <a:pt x="1001" y="497"/>
                    <a:pt x="1001" y="496"/>
                    <a:pt x="1002" y="494"/>
                  </a:cubicBezTo>
                  <a:cubicBezTo>
                    <a:pt x="1002" y="493"/>
                    <a:pt x="1004" y="488"/>
                    <a:pt x="1004" y="487"/>
                  </a:cubicBezTo>
                  <a:cubicBezTo>
                    <a:pt x="1005" y="486"/>
                    <a:pt x="1007" y="483"/>
                    <a:pt x="1008" y="483"/>
                  </a:cubicBezTo>
                  <a:cubicBezTo>
                    <a:pt x="1008" y="482"/>
                    <a:pt x="1012" y="474"/>
                    <a:pt x="1013" y="471"/>
                  </a:cubicBezTo>
                  <a:cubicBezTo>
                    <a:pt x="1014" y="468"/>
                    <a:pt x="1006" y="476"/>
                    <a:pt x="1015" y="468"/>
                  </a:cubicBezTo>
                  <a:cubicBezTo>
                    <a:pt x="1023" y="459"/>
                    <a:pt x="1023" y="458"/>
                    <a:pt x="1023" y="458"/>
                  </a:cubicBezTo>
                  <a:cubicBezTo>
                    <a:pt x="1023" y="458"/>
                    <a:pt x="1023" y="455"/>
                    <a:pt x="1024" y="454"/>
                  </a:cubicBezTo>
                  <a:cubicBezTo>
                    <a:pt x="1025" y="452"/>
                    <a:pt x="1025" y="451"/>
                    <a:pt x="1025" y="450"/>
                  </a:cubicBezTo>
                  <a:cubicBezTo>
                    <a:pt x="1026" y="449"/>
                    <a:pt x="1026" y="447"/>
                    <a:pt x="1027" y="446"/>
                  </a:cubicBezTo>
                  <a:cubicBezTo>
                    <a:pt x="1027" y="445"/>
                    <a:pt x="1027" y="444"/>
                    <a:pt x="1028" y="442"/>
                  </a:cubicBezTo>
                  <a:cubicBezTo>
                    <a:pt x="1029" y="441"/>
                    <a:pt x="1030" y="437"/>
                    <a:pt x="1030" y="437"/>
                  </a:cubicBezTo>
                  <a:cubicBezTo>
                    <a:pt x="1030" y="436"/>
                    <a:pt x="1027" y="433"/>
                    <a:pt x="1028" y="431"/>
                  </a:cubicBezTo>
                  <a:cubicBezTo>
                    <a:pt x="1030" y="430"/>
                    <a:pt x="1031" y="429"/>
                    <a:pt x="1031" y="427"/>
                  </a:cubicBezTo>
                  <a:cubicBezTo>
                    <a:pt x="1031" y="426"/>
                    <a:pt x="1031" y="427"/>
                    <a:pt x="1031" y="423"/>
                  </a:cubicBezTo>
                  <a:cubicBezTo>
                    <a:pt x="1031" y="420"/>
                    <a:pt x="1032" y="419"/>
                    <a:pt x="1032"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6"/>
            <p:cNvSpPr>
              <a:spLocks/>
            </p:cNvSpPr>
            <p:nvPr/>
          </p:nvSpPr>
          <p:spPr bwMode="auto">
            <a:xfrm>
              <a:off x="3390901" y="3496277"/>
              <a:ext cx="327025" cy="630238"/>
            </a:xfrm>
            <a:custGeom>
              <a:avLst/>
              <a:gdLst/>
              <a:ahLst/>
              <a:cxnLst>
                <a:cxn ang="0">
                  <a:pos x="107" y="33"/>
                </a:cxn>
                <a:cxn ang="0">
                  <a:pos x="106" y="21"/>
                </a:cxn>
                <a:cxn ang="0">
                  <a:pos x="99" y="5"/>
                </a:cxn>
                <a:cxn ang="0">
                  <a:pos x="90" y="4"/>
                </a:cxn>
                <a:cxn ang="0">
                  <a:pos x="86" y="20"/>
                </a:cxn>
                <a:cxn ang="0">
                  <a:pos x="75" y="31"/>
                </a:cxn>
                <a:cxn ang="0">
                  <a:pos x="60" y="48"/>
                </a:cxn>
                <a:cxn ang="0">
                  <a:pos x="50" y="55"/>
                </a:cxn>
                <a:cxn ang="0">
                  <a:pos x="40" y="60"/>
                </a:cxn>
                <a:cxn ang="0">
                  <a:pos x="30" y="62"/>
                </a:cxn>
                <a:cxn ang="0">
                  <a:pos x="20" y="66"/>
                </a:cxn>
                <a:cxn ang="0">
                  <a:pos x="21" y="73"/>
                </a:cxn>
                <a:cxn ang="0">
                  <a:pos x="14" y="83"/>
                </a:cxn>
                <a:cxn ang="0">
                  <a:pos x="13" y="93"/>
                </a:cxn>
                <a:cxn ang="0">
                  <a:pos x="18" y="107"/>
                </a:cxn>
                <a:cxn ang="0">
                  <a:pos x="19" y="127"/>
                </a:cxn>
                <a:cxn ang="0">
                  <a:pos x="3" y="146"/>
                </a:cxn>
                <a:cxn ang="0">
                  <a:pos x="1" y="160"/>
                </a:cxn>
                <a:cxn ang="0">
                  <a:pos x="4" y="174"/>
                </a:cxn>
                <a:cxn ang="0">
                  <a:pos x="6" y="184"/>
                </a:cxn>
                <a:cxn ang="0">
                  <a:pos x="4" y="197"/>
                </a:cxn>
                <a:cxn ang="0">
                  <a:pos x="12" y="206"/>
                </a:cxn>
                <a:cxn ang="0">
                  <a:pos x="33" y="215"/>
                </a:cxn>
                <a:cxn ang="0">
                  <a:pos x="42" y="207"/>
                </a:cxn>
                <a:cxn ang="0">
                  <a:pos x="63" y="186"/>
                </a:cxn>
                <a:cxn ang="0">
                  <a:pos x="71" y="151"/>
                </a:cxn>
                <a:cxn ang="0">
                  <a:pos x="79" y="134"/>
                </a:cxn>
                <a:cxn ang="0">
                  <a:pos x="84" y="123"/>
                </a:cxn>
                <a:cxn ang="0">
                  <a:pos x="94" y="95"/>
                </a:cxn>
                <a:cxn ang="0">
                  <a:pos x="94" y="84"/>
                </a:cxn>
                <a:cxn ang="0">
                  <a:pos x="100" y="68"/>
                </a:cxn>
                <a:cxn ang="0">
                  <a:pos x="98" y="53"/>
                </a:cxn>
                <a:cxn ang="0">
                  <a:pos x="105" y="59"/>
                </a:cxn>
                <a:cxn ang="0">
                  <a:pos x="111" y="44"/>
                </a:cxn>
              </a:cxnLst>
              <a:rect l="0" t="0" r="r" b="b"/>
              <a:pathLst>
                <a:path w="113" h="218">
                  <a:moveTo>
                    <a:pt x="108" y="39"/>
                  </a:moveTo>
                  <a:cubicBezTo>
                    <a:pt x="108" y="37"/>
                    <a:pt x="108" y="36"/>
                    <a:pt x="107" y="33"/>
                  </a:cubicBezTo>
                  <a:cubicBezTo>
                    <a:pt x="107" y="31"/>
                    <a:pt x="107" y="31"/>
                    <a:pt x="107" y="28"/>
                  </a:cubicBezTo>
                  <a:cubicBezTo>
                    <a:pt x="107" y="25"/>
                    <a:pt x="107" y="26"/>
                    <a:pt x="106" y="21"/>
                  </a:cubicBezTo>
                  <a:cubicBezTo>
                    <a:pt x="105" y="16"/>
                    <a:pt x="103" y="14"/>
                    <a:pt x="103" y="12"/>
                  </a:cubicBezTo>
                  <a:cubicBezTo>
                    <a:pt x="102" y="10"/>
                    <a:pt x="100" y="8"/>
                    <a:pt x="99" y="5"/>
                  </a:cubicBezTo>
                  <a:cubicBezTo>
                    <a:pt x="98" y="3"/>
                    <a:pt x="97" y="0"/>
                    <a:pt x="95" y="1"/>
                  </a:cubicBezTo>
                  <a:cubicBezTo>
                    <a:pt x="94" y="1"/>
                    <a:pt x="90" y="1"/>
                    <a:pt x="90" y="4"/>
                  </a:cubicBezTo>
                  <a:cubicBezTo>
                    <a:pt x="90" y="7"/>
                    <a:pt x="89" y="12"/>
                    <a:pt x="88" y="14"/>
                  </a:cubicBezTo>
                  <a:cubicBezTo>
                    <a:pt x="88" y="16"/>
                    <a:pt x="87" y="19"/>
                    <a:pt x="86" y="20"/>
                  </a:cubicBezTo>
                  <a:cubicBezTo>
                    <a:pt x="85" y="22"/>
                    <a:pt x="82" y="24"/>
                    <a:pt x="81" y="25"/>
                  </a:cubicBezTo>
                  <a:cubicBezTo>
                    <a:pt x="79" y="27"/>
                    <a:pt x="77" y="29"/>
                    <a:pt x="75" y="31"/>
                  </a:cubicBezTo>
                  <a:cubicBezTo>
                    <a:pt x="74" y="33"/>
                    <a:pt x="72" y="41"/>
                    <a:pt x="68" y="43"/>
                  </a:cubicBezTo>
                  <a:cubicBezTo>
                    <a:pt x="64" y="45"/>
                    <a:pt x="61" y="47"/>
                    <a:pt x="60" y="48"/>
                  </a:cubicBezTo>
                  <a:cubicBezTo>
                    <a:pt x="58" y="50"/>
                    <a:pt x="57" y="52"/>
                    <a:pt x="55" y="53"/>
                  </a:cubicBezTo>
                  <a:cubicBezTo>
                    <a:pt x="54" y="54"/>
                    <a:pt x="50" y="55"/>
                    <a:pt x="50" y="55"/>
                  </a:cubicBezTo>
                  <a:cubicBezTo>
                    <a:pt x="50" y="55"/>
                    <a:pt x="47" y="56"/>
                    <a:pt x="46" y="57"/>
                  </a:cubicBezTo>
                  <a:cubicBezTo>
                    <a:pt x="44" y="58"/>
                    <a:pt x="41" y="60"/>
                    <a:pt x="40" y="60"/>
                  </a:cubicBezTo>
                  <a:cubicBezTo>
                    <a:pt x="38" y="60"/>
                    <a:pt x="37" y="61"/>
                    <a:pt x="35" y="61"/>
                  </a:cubicBezTo>
                  <a:cubicBezTo>
                    <a:pt x="35" y="61"/>
                    <a:pt x="35" y="60"/>
                    <a:pt x="30" y="62"/>
                  </a:cubicBezTo>
                  <a:cubicBezTo>
                    <a:pt x="25" y="64"/>
                    <a:pt x="25" y="64"/>
                    <a:pt x="25" y="64"/>
                  </a:cubicBezTo>
                  <a:cubicBezTo>
                    <a:pt x="25" y="64"/>
                    <a:pt x="20" y="65"/>
                    <a:pt x="20" y="66"/>
                  </a:cubicBezTo>
                  <a:cubicBezTo>
                    <a:pt x="20" y="66"/>
                    <a:pt x="20" y="70"/>
                    <a:pt x="20" y="70"/>
                  </a:cubicBezTo>
                  <a:cubicBezTo>
                    <a:pt x="21" y="73"/>
                    <a:pt x="21" y="73"/>
                    <a:pt x="21" y="73"/>
                  </a:cubicBezTo>
                  <a:cubicBezTo>
                    <a:pt x="18" y="78"/>
                    <a:pt x="18" y="78"/>
                    <a:pt x="18" y="78"/>
                  </a:cubicBezTo>
                  <a:cubicBezTo>
                    <a:pt x="14" y="83"/>
                    <a:pt x="14" y="83"/>
                    <a:pt x="14" y="83"/>
                  </a:cubicBezTo>
                  <a:cubicBezTo>
                    <a:pt x="14" y="83"/>
                    <a:pt x="12" y="86"/>
                    <a:pt x="12" y="87"/>
                  </a:cubicBezTo>
                  <a:cubicBezTo>
                    <a:pt x="12" y="88"/>
                    <a:pt x="12" y="91"/>
                    <a:pt x="13" y="93"/>
                  </a:cubicBezTo>
                  <a:cubicBezTo>
                    <a:pt x="14" y="94"/>
                    <a:pt x="14" y="98"/>
                    <a:pt x="15" y="100"/>
                  </a:cubicBezTo>
                  <a:cubicBezTo>
                    <a:pt x="16" y="102"/>
                    <a:pt x="17" y="106"/>
                    <a:pt x="18" y="107"/>
                  </a:cubicBezTo>
                  <a:cubicBezTo>
                    <a:pt x="19" y="108"/>
                    <a:pt x="18" y="117"/>
                    <a:pt x="19" y="119"/>
                  </a:cubicBezTo>
                  <a:cubicBezTo>
                    <a:pt x="19" y="122"/>
                    <a:pt x="19" y="127"/>
                    <a:pt x="19" y="127"/>
                  </a:cubicBezTo>
                  <a:cubicBezTo>
                    <a:pt x="19" y="127"/>
                    <a:pt x="18" y="130"/>
                    <a:pt x="16" y="132"/>
                  </a:cubicBezTo>
                  <a:cubicBezTo>
                    <a:pt x="14" y="134"/>
                    <a:pt x="3" y="144"/>
                    <a:pt x="3" y="146"/>
                  </a:cubicBezTo>
                  <a:cubicBezTo>
                    <a:pt x="2" y="148"/>
                    <a:pt x="1" y="152"/>
                    <a:pt x="1" y="152"/>
                  </a:cubicBezTo>
                  <a:cubicBezTo>
                    <a:pt x="1" y="152"/>
                    <a:pt x="2" y="159"/>
                    <a:pt x="1" y="160"/>
                  </a:cubicBezTo>
                  <a:cubicBezTo>
                    <a:pt x="0" y="161"/>
                    <a:pt x="0" y="167"/>
                    <a:pt x="0" y="167"/>
                  </a:cubicBezTo>
                  <a:cubicBezTo>
                    <a:pt x="0" y="167"/>
                    <a:pt x="4" y="173"/>
                    <a:pt x="4" y="174"/>
                  </a:cubicBezTo>
                  <a:cubicBezTo>
                    <a:pt x="4" y="174"/>
                    <a:pt x="6" y="180"/>
                    <a:pt x="6" y="182"/>
                  </a:cubicBezTo>
                  <a:cubicBezTo>
                    <a:pt x="6" y="184"/>
                    <a:pt x="6" y="184"/>
                    <a:pt x="6" y="184"/>
                  </a:cubicBezTo>
                  <a:cubicBezTo>
                    <a:pt x="6" y="184"/>
                    <a:pt x="4" y="189"/>
                    <a:pt x="4" y="190"/>
                  </a:cubicBezTo>
                  <a:cubicBezTo>
                    <a:pt x="4" y="191"/>
                    <a:pt x="2" y="195"/>
                    <a:pt x="4" y="197"/>
                  </a:cubicBezTo>
                  <a:cubicBezTo>
                    <a:pt x="7" y="199"/>
                    <a:pt x="7" y="200"/>
                    <a:pt x="8" y="201"/>
                  </a:cubicBezTo>
                  <a:cubicBezTo>
                    <a:pt x="10" y="203"/>
                    <a:pt x="10" y="204"/>
                    <a:pt x="12" y="206"/>
                  </a:cubicBezTo>
                  <a:cubicBezTo>
                    <a:pt x="14" y="208"/>
                    <a:pt x="19" y="211"/>
                    <a:pt x="24" y="212"/>
                  </a:cubicBezTo>
                  <a:cubicBezTo>
                    <a:pt x="28" y="213"/>
                    <a:pt x="31" y="218"/>
                    <a:pt x="33" y="215"/>
                  </a:cubicBezTo>
                  <a:cubicBezTo>
                    <a:pt x="34" y="212"/>
                    <a:pt x="35" y="211"/>
                    <a:pt x="37" y="210"/>
                  </a:cubicBezTo>
                  <a:cubicBezTo>
                    <a:pt x="38" y="209"/>
                    <a:pt x="35" y="207"/>
                    <a:pt x="42" y="207"/>
                  </a:cubicBezTo>
                  <a:cubicBezTo>
                    <a:pt x="48" y="207"/>
                    <a:pt x="56" y="198"/>
                    <a:pt x="57" y="195"/>
                  </a:cubicBezTo>
                  <a:cubicBezTo>
                    <a:pt x="59" y="191"/>
                    <a:pt x="62" y="188"/>
                    <a:pt x="63" y="186"/>
                  </a:cubicBezTo>
                  <a:cubicBezTo>
                    <a:pt x="64" y="184"/>
                    <a:pt x="64" y="180"/>
                    <a:pt x="65" y="178"/>
                  </a:cubicBezTo>
                  <a:cubicBezTo>
                    <a:pt x="66" y="176"/>
                    <a:pt x="69" y="155"/>
                    <a:pt x="71" y="151"/>
                  </a:cubicBezTo>
                  <a:cubicBezTo>
                    <a:pt x="73" y="146"/>
                    <a:pt x="74" y="144"/>
                    <a:pt x="76" y="141"/>
                  </a:cubicBezTo>
                  <a:cubicBezTo>
                    <a:pt x="78" y="137"/>
                    <a:pt x="77" y="137"/>
                    <a:pt x="79" y="134"/>
                  </a:cubicBezTo>
                  <a:cubicBezTo>
                    <a:pt x="81" y="131"/>
                    <a:pt x="81" y="132"/>
                    <a:pt x="82" y="128"/>
                  </a:cubicBezTo>
                  <a:cubicBezTo>
                    <a:pt x="84" y="125"/>
                    <a:pt x="83" y="130"/>
                    <a:pt x="84" y="123"/>
                  </a:cubicBezTo>
                  <a:cubicBezTo>
                    <a:pt x="86" y="116"/>
                    <a:pt x="89" y="104"/>
                    <a:pt x="90" y="101"/>
                  </a:cubicBezTo>
                  <a:cubicBezTo>
                    <a:pt x="92" y="98"/>
                    <a:pt x="93" y="98"/>
                    <a:pt x="94" y="95"/>
                  </a:cubicBezTo>
                  <a:cubicBezTo>
                    <a:pt x="95" y="92"/>
                    <a:pt x="96" y="90"/>
                    <a:pt x="95" y="88"/>
                  </a:cubicBezTo>
                  <a:cubicBezTo>
                    <a:pt x="94" y="85"/>
                    <a:pt x="93" y="90"/>
                    <a:pt x="94" y="84"/>
                  </a:cubicBezTo>
                  <a:cubicBezTo>
                    <a:pt x="96" y="78"/>
                    <a:pt x="94" y="79"/>
                    <a:pt x="97" y="75"/>
                  </a:cubicBezTo>
                  <a:cubicBezTo>
                    <a:pt x="101" y="71"/>
                    <a:pt x="101" y="70"/>
                    <a:pt x="100" y="68"/>
                  </a:cubicBezTo>
                  <a:cubicBezTo>
                    <a:pt x="100" y="65"/>
                    <a:pt x="99" y="63"/>
                    <a:pt x="99" y="61"/>
                  </a:cubicBezTo>
                  <a:cubicBezTo>
                    <a:pt x="99" y="58"/>
                    <a:pt x="95" y="56"/>
                    <a:pt x="98" y="53"/>
                  </a:cubicBezTo>
                  <a:cubicBezTo>
                    <a:pt x="102" y="49"/>
                    <a:pt x="103" y="49"/>
                    <a:pt x="104" y="52"/>
                  </a:cubicBezTo>
                  <a:cubicBezTo>
                    <a:pt x="104" y="55"/>
                    <a:pt x="101" y="62"/>
                    <a:pt x="105" y="59"/>
                  </a:cubicBezTo>
                  <a:cubicBezTo>
                    <a:pt x="109" y="56"/>
                    <a:pt x="113" y="52"/>
                    <a:pt x="113" y="50"/>
                  </a:cubicBezTo>
                  <a:cubicBezTo>
                    <a:pt x="113" y="48"/>
                    <a:pt x="111" y="47"/>
                    <a:pt x="111" y="44"/>
                  </a:cubicBezTo>
                  <a:cubicBezTo>
                    <a:pt x="111" y="42"/>
                    <a:pt x="108" y="41"/>
                    <a:pt x="10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3" name="Group 383"/>
          <p:cNvGrpSpPr/>
          <p:nvPr/>
        </p:nvGrpSpPr>
        <p:grpSpPr>
          <a:xfrm>
            <a:off x="6539946" y="1143290"/>
            <a:ext cx="1961108" cy="1386112"/>
            <a:chOff x="4713288" y="1038225"/>
            <a:chExt cx="2847975" cy="2012950"/>
          </a:xfrm>
          <a:solidFill>
            <a:schemeClr val="accent4"/>
          </a:solidFill>
        </p:grpSpPr>
        <p:sp>
          <p:nvSpPr>
            <p:cNvPr id="124"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4" name="Group 223"/>
          <p:cNvGrpSpPr/>
          <p:nvPr/>
        </p:nvGrpSpPr>
        <p:grpSpPr>
          <a:xfrm>
            <a:off x="923388" y="2739523"/>
            <a:ext cx="1121410" cy="267012"/>
            <a:chOff x="807440" y="1012722"/>
            <a:chExt cx="1121410" cy="267012"/>
          </a:xfrm>
        </p:grpSpPr>
        <p:sp>
          <p:nvSpPr>
            <p:cNvPr id="208" name="Rounded Rectangle 207"/>
            <p:cNvSpPr/>
            <p:nvPr/>
          </p:nvSpPr>
          <p:spPr>
            <a:xfrm>
              <a:off x="807440" y="1012722"/>
              <a:ext cx="1121410" cy="267012"/>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TextBox 208"/>
            <p:cNvSpPr txBox="1"/>
            <p:nvPr/>
          </p:nvSpPr>
          <p:spPr>
            <a:xfrm>
              <a:off x="1118077" y="1053895"/>
              <a:ext cx="500137" cy="184666"/>
            </a:xfrm>
            <a:prstGeom prst="rect">
              <a:avLst/>
            </a:prstGeom>
            <a:noFill/>
          </p:spPr>
          <p:txBody>
            <a:bodyPr wrap="none" lIns="0" tIns="0" rIns="0" bIns="0" rtlCol="0" anchor="t">
              <a:spAutoFit/>
            </a:bodyPr>
            <a:lstStyle/>
            <a:p>
              <a:pPr algn="ctr"/>
              <a:r>
                <a:rPr lang="en-US" sz="1200" b="1" dirty="0">
                  <a:solidFill>
                    <a:schemeClr val="bg1"/>
                  </a:solidFill>
                </a:rPr>
                <a:t>EUROPE</a:t>
              </a:r>
            </a:p>
          </p:txBody>
        </p:sp>
      </p:grpSp>
      <p:grpSp>
        <p:nvGrpSpPr>
          <p:cNvPr id="246" name="Group 245"/>
          <p:cNvGrpSpPr/>
          <p:nvPr/>
        </p:nvGrpSpPr>
        <p:grpSpPr>
          <a:xfrm>
            <a:off x="2898966" y="2739523"/>
            <a:ext cx="1121410" cy="267012"/>
            <a:chOff x="2691059" y="2984392"/>
            <a:chExt cx="1121410" cy="267012"/>
          </a:xfrm>
        </p:grpSpPr>
        <p:sp>
          <p:nvSpPr>
            <p:cNvPr id="226" name="Rounded Rectangle 225"/>
            <p:cNvSpPr/>
            <p:nvPr/>
          </p:nvSpPr>
          <p:spPr>
            <a:xfrm>
              <a:off x="2691059" y="2984392"/>
              <a:ext cx="1121410" cy="267012"/>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TextBox 215"/>
            <p:cNvSpPr txBox="1"/>
            <p:nvPr/>
          </p:nvSpPr>
          <p:spPr>
            <a:xfrm>
              <a:off x="3123524" y="3025565"/>
              <a:ext cx="256480" cy="184666"/>
            </a:xfrm>
            <a:prstGeom prst="rect">
              <a:avLst/>
            </a:prstGeom>
            <a:noFill/>
          </p:spPr>
          <p:txBody>
            <a:bodyPr wrap="none" lIns="0" tIns="0" rIns="0" bIns="0" rtlCol="0" anchor="t">
              <a:spAutoFit/>
            </a:bodyPr>
            <a:lstStyle/>
            <a:p>
              <a:pPr algn="ctr"/>
              <a:r>
                <a:rPr lang="en-US" sz="1200" b="1" dirty="0">
                  <a:solidFill>
                    <a:schemeClr val="bg1"/>
                  </a:solidFill>
                </a:rPr>
                <a:t>USA</a:t>
              </a:r>
            </a:p>
          </p:txBody>
        </p:sp>
      </p:grpSp>
      <p:grpSp>
        <p:nvGrpSpPr>
          <p:cNvPr id="247" name="Group 246"/>
          <p:cNvGrpSpPr/>
          <p:nvPr/>
        </p:nvGrpSpPr>
        <p:grpSpPr>
          <a:xfrm>
            <a:off x="4944797" y="2739523"/>
            <a:ext cx="1121410" cy="267012"/>
            <a:chOff x="4779174" y="2984392"/>
            <a:chExt cx="1121410" cy="267012"/>
          </a:xfrm>
        </p:grpSpPr>
        <p:sp>
          <p:nvSpPr>
            <p:cNvPr id="233" name="Rounded Rectangle 232"/>
            <p:cNvSpPr/>
            <p:nvPr/>
          </p:nvSpPr>
          <p:spPr>
            <a:xfrm>
              <a:off x="4779174" y="2984392"/>
              <a:ext cx="1121410" cy="267012"/>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TextBox 222"/>
            <p:cNvSpPr txBox="1"/>
            <p:nvPr/>
          </p:nvSpPr>
          <p:spPr>
            <a:xfrm>
              <a:off x="5112252" y="3025565"/>
              <a:ext cx="455254" cy="184666"/>
            </a:xfrm>
            <a:prstGeom prst="rect">
              <a:avLst/>
            </a:prstGeom>
            <a:noFill/>
          </p:spPr>
          <p:txBody>
            <a:bodyPr wrap="none" lIns="0" tIns="0" rIns="0" bIns="0" rtlCol="0" anchor="t">
              <a:spAutoFit/>
            </a:bodyPr>
            <a:lstStyle/>
            <a:p>
              <a:pPr algn="ctr"/>
              <a:r>
                <a:rPr lang="en-US" sz="1200" b="1" dirty="0">
                  <a:solidFill>
                    <a:schemeClr val="bg1"/>
                  </a:solidFill>
                </a:rPr>
                <a:t>AFRICA</a:t>
              </a:r>
            </a:p>
          </p:txBody>
        </p:sp>
      </p:grpSp>
      <p:grpSp>
        <p:nvGrpSpPr>
          <p:cNvPr id="275" name="Group 274"/>
          <p:cNvGrpSpPr/>
          <p:nvPr/>
        </p:nvGrpSpPr>
        <p:grpSpPr>
          <a:xfrm>
            <a:off x="983228" y="3161472"/>
            <a:ext cx="1001731" cy="1001731"/>
            <a:chOff x="807440" y="3350978"/>
            <a:chExt cx="1001731" cy="1001731"/>
          </a:xfrm>
        </p:grpSpPr>
        <p:sp>
          <p:nvSpPr>
            <p:cNvPr id="255" name="Chord 254"/>
            <p:cNvSpPr/>
            <p:nvPr/>
          </p:nvSpPr>
          <p:spPr>
            <a:xfrm rot="17559509">
              <a:off x="911787" y="3455325"/>
              <a:ext cx="793037" cy="793037"/>
            </a:xfrm>
            <a:prstGeom prst="chord">
              <a:avLst>
                <a:gd name="adj1" fmla="val 3532333"/>
                <a:gd name="adj2" fmla="val 153026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6" name="Oval 255"/>
            <p:cNvSpPr/>
            <p:nvPr/>
          </p:nvSpPr>
          <p:spPr>
            <a:xfrm>
              <a:off x="807440" y="3350978"/>
              <a:ext cx="1001731" cy="1001731"/>
            </a:xfrm>
            <a:prstGeom prst="ellipse">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74" name="Group 273"/>
          <p:cNvGrpSpPr/>
          <p:nvPr/>
        </p:nvGrpSpPr>
        <p:grpSpPr>
          <a:xfrm>
            <a:off x="2958806" y="3161473"/>
            <a:ext cx="1001731" cy="1001731"/>
            <a:chOff x="2034851" y="3350979"/>
            <a:chExt cx="1001731" cy="1001731"/>
          </a:xfrm>
        </p:grpSpPr>
        <p:sp>
          <p:nvSpPr>
            <p:cNvPr id="257" name="Chord 256"/>
            <p:cNvSpPr/>
            <p:nvPr/>
          </p:nvSpPr>
          <p:spPr>
            <a:xfrm rot="17559509">
              <a:off x="2139197" y="3455325"/>
              <a:ext cx="793037" cy="793037"/>
            </a:xfrm>
            <a:prstGeom prst="chord">
              <a:avLst>
                <a:gd name="adj1" fmla="val 4911705"/>
                <a:gd name="adj2" fmla="val 1398645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8" name="Oval 257"/>
            <p:cNvSpPr/>
            <p:nvPr/>
          </p:nvSpPr>
          <p:spPr>
            <a:xfrm>
              <a:off x="2034851" y="3350979"/>
              <a:ext cx="1001731" cy="1001731"/>
            </a:xfrm>
            <a:prstGeom prst="ellipse">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73" name="Group 272"/>
          <p:cNvGrpSpPr/>
          <p:nvPr/>
        </p:nvGrpSpPr>
        <p:grpSpPr>
          <a:xfrm>
            <a:off x="5004637" y="3161473"/>
            <a:ext cx="1001731" cy="1001731"/>
            <a:chOff x="3271395" y="3350979"/>
            <a:chExt cx="1001731" cy="1001731"/>
          </a:xfrm>
        </p:grpSpPr>
        <p:sp>
          <p:nvSpPr>
            <p:cNvPr id="259" name="Chord 258"/>
            <p:cNvSpPr/>
            <p:nvPr/>
          </p:nvSpPr>
          <p:spPr>
            <a:xfrm rot="17559509">
              <a:off x="3375742" y="3455325"/>
              <a:ext cx="793037" cy="793037"/>
            </a:xfrm>
            <a:prstGeom prst="chord">
              <a:avLst>
                <a:gd name="adj1" fmla="val 2121391"/>
                <a:gd name="adj2" fmla="val 168323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0" name="Oval 259"/>
            <p:cNvSpPr/>
            <p:nvPr/>
          </p:nvSpPr>
          <p:spPr>
            <a:xfrm>
              <a:off x="3271395" y="3350979"/>
              <a:ext cx="1001731" cy="1001731"/>
            </a:xfrm>
            <a:prstGeom prst="ellipse">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72" name="Group 271"/>
          <p:cNvGrpSpPr/>
          <p:nvPr/>
        </p:nvGrpSpPr>
        <p:grpSpPr>
          <a:xfrm>
            <a:off x="7075205" y="3161473"/>
            <a:ext cx="1001731" cy="1001731"/>
            <a:chOff x="4504423" y="3350979"/>
            <a:chExt cx="1001731" cy="1001731"/>
          </a:xfrm>
        </p:grpSpPr>
        <p:sp>
          <p:nvSpPr>
            <p:cNvPr id="261" name="Chord 260"/>
            <p:cNvSpPr/>
            <p:nvPr/>
          </p:nvSpPr>
          <p:spPr>
            <a:xfrm rot="17559509">
              <a:off x="4608769" y="3455325"/>
              <a:ext cx="793037" cy="793037"/>
            </a:xfrm>
            <a:prstGeom prst="chord">
              <a:avLst>
                <a:gd name="adj1" fmla="val 18346902"/>
                <a:gd name="adj2" fmla="val 1813972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2" name="Oval 261"/>
            <p:cNvSpPr/>
            <p:nvPr/>
          </p:nvSpPr>
          <p:spPr>
            <a:xfrm>
              <a:off x="4504423" y="3350979"/>
              <a:ext cx="1001731" cy="1001731"/>
            </a:xfrm>
            <a:prstGeom prst="ellipse">
              <a:avLst/>
            </a:prstGeom>
            <a:no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3" name="TextBox 262"/>
          <p:cNvSpPr txBox="1"/>
          <p:nvPr/>
        </p:nvSpPr>
        <p:spPr>
          <a:xfrm>
            <a:off x="931698" y="4587738"/>
            <a:ext cx="1104790" cy="276999"/>
          </a:xfrm>
          <a:prstGeom prst="rect">
            <a:avLst/>
          </a:prstGeom>
          <a:noFill/>
        </p:spPr>
        <p:txBody>
          <a:bodyPr wrap="none" rtlCol="0">
            <a:spAutoFit/>
          </a:bodyPr>
          <a:lstStyle/>
          <a:p>
            <a:pPr algn="ctr" rtl="1"/>
            <a:r>
              <a:rPr lang="en-US" sz="1200" b="1" dirty="0">
                <a:solidFill>
                  <a:schemeClr val="accent1"/>
                </a:solidFill>
              </a:rPr>
              <a:t>Title Goes Here</a:t>
            </a:r>
            <a:endParaRPr lang="en-US" sz="1200" dirty="0">
              <a:solidFill>
                <a:schemeClr val="accent1"/>
              </a:solidFill>
            </a:endParaRPr>
          </a:p>
        </p:txBody>
      </p:sp>
      <p:sp>
        <p:nvSpPr>
          <p:cNvPr id="264" name="TextBox 263"/>
          <p:cNvSpPr txBox="1"/>
          <p:nvPr/>
        </p:nvSpPr>
        <p:spPr>
          <a:xfrm>
            <a:off x="2907276" y="4587738"/>
            <a:ext cx="1104790" cy="276999"/>
          </a:xfrm>
          <a:prstGeom prst="rect">
            <a:avLst/>
          </a:prstGeom>
          <a:noFill/>
        </p:spPr>
        <p:txBody>
          <a:bodyPr wrap="none" rtlCol="0">
            <a:spAutoFit/>
          </a:bodyPr>
          <a:lstStyle/>
          <a:p>
            <a:pPr algn="ctr" rtl="1"/>
            <a:r>
              <a:rPr lang="en-US" sz="1200" b="1" dirty="0">
                <a:solidFill>
                  <a:schemeClr val="accent2"/>
                </a:solidFill>
              </a:rPr>
              <a:t>Title Goes Here</a:t>
            </a:r>
            <a:endParaRPr lang="en-US" sz="1200" dirty="0">
              <a:solidFill>
                <a:schemeClr val="accent2"/>
              </a:solidFill>
            </a:endParaRPr>
          </a:p>
        </p:txBody>
      </p:sp>
      <p:sp>
        <p:nvSpPr>
          <p:cNvPr id="265" name="TextBox 264"/>
          <p:cNvSpPr txBox="1"/>
          <p:nvPr/>
        </p:nvSpPr>
        <p:spPr>
          <a:xfrm>
            <a:off x="4953107" y="4587738"/>
            <a:ext cx="1104790" cy="276999"/>
          </a:xfrm>
          <a:prstGeom prst="rect">
            <a:avLst/>
          </a:prstGeom>
          <a:noFill/>
        </p:spPr>
        <p:txBody>
          <a:bodyPr wrap="none" rtlCol="0">
            <a:spAutoFit/>
          </a:bodyPr>
          <a:lstStyle/>
          <a:p>
            <a:pPr algn="ctr" rtl="1"/>
            <a:r>
              <a:rPr lang="en-US" sz="1200" b="1" dirty="0">
                <a:solidFill>
                  <a:schemeClr val="accent3"/>
                </a:solidFill>
              </a:rPr>
              <a:t>Title Goes Here</a:t>
            </a:r>
            <a:endParaRPr lang="en-US" sz="1200" dirty="0">
              <a:solidFill>
                <a:schemeClr val="accent3"/>
              </a:solidFill>
            </a:endParaRPr>
          </a:p>
        </p:txBody>
      </p:sp>
      <p:sp>
        <p:nvSpPr>
          <p:cNvPr id="266" name="TextBox 265"/>
          <p:cNvSpPr txBox="1"/>
          <p:nvPr/>
        </p:nvSpPr>
        <p:spPr>
          <a:xfrm>
            <a:off x="7023675" y="4587738"/>
            <a:ext cx="1104790" cy="276999"/>
          </a:xfrm>
          <a:prstGeom prst="rect">
            <a:avLst/>
          </a:prstGeom>
          <a:noFill/>
        </p:spPr>
        <p:txBody>
          <a:bodyPr wrap="none" rtlCol="0">
            <a:spAutoFit/>
          </a:bodyPr>
          <a:lstStyle/>
          <a:p>
            <a:pPr algn="ctr" rtl="1"/>
            <a:r>
              <a:rPr lang="en-US" sz="1200" b="1" dirty="0">
                <a:solidFill>
                  <a:schemeClr val="accent4"/>
                </a:solidFill>
              </a:rPr>
              <a:t>Title Goes Here</a:t>
            </a:r>
            <a:endParaRPr lang="en-US" sz="1200" dirty="0">
              <a:solidFill>
                <a:schemeClr val="accent4"/>
              </a:solidFill>
            </a:endParaRPr>
          </a:p>
        </p:txBody>
      </p:sp>
      <p:sp>
        <p:nvSpPr>
          <p:cNvPr id="267" name="TextBox 266"/>
          <p:cNvSpPr txBox="1"/>
          <p:nvPr/>
        </p:nvSpPr>
        <p:spPr>
          <a:xfrm>
            <a:off x="1271696" y="4272999"/>
            <a:ext cx="424795" cy="307777"/>
          </a:xfrm>
          <a:prstGeom prst="rect">
            <a:avLst/>
          </a:prstGeom>
          <a:noFill/>
        </p:spPr>
        <p:txBody>
          <a:bodyPr wrap="none" lIns="0" tIns="0" rIns="0" bIns="0" rtlCol="0">
            <a:spAutoFit/>
          </a:bodyPr>
          <a:lstStyle/>
          <a:p>
            <a:pPr algn="ctr" rtl="1"/>
            <a:r>
              <a:rPr lang="en-US" b="1" dirty="0">
                <a:solidFill>
                  <a:schemeClr val="accent1"/>
                </a:solidFill>
              </a:rPr>
              <a:t>50%</a:t>
            </a:r>
            <a:endParaRPr lang="en-US" dirty="0">
              <a:solidFill>
                <a:schemeClr val="accent1"/>
              </a:solidFill>
            </a:endParaRPr>
          </a:p>
        </p:txBody>
      </p:sp>
      <p:sp>
        <p:nvSpPr>
          <p:cNvPr id="268" name="TextBox 267"/>
          <p:cNvSpPr txBox="1"/>
          <p:nvPr/>
        </p:nvSpPr>
        <p:spPr>
          <a:xfrm>
            <a:off x="3246472" y="4272999"/>
            <a:ext cx="426399" cy="307777"/>
          </a:xfrm>
          <a:prstGeom prst="rect">
            <a:avLst/>
          </a:prstGeom>
          <a:noFill/>
        </p:spPr>
        <p:txBody>
          <a:bodyPr wrap="none" lIns="0" tIns="0" rIns="0" bIns="0" rtlCol="0">
            <a:spAutoFit/>
          </a:bodyPr>
          <a:lstStyle/>
          <a:p>
            <a:pPr algn="ctr" rtl="1"/>
            <a:r>
              <a:rPr lang="en-US" b="1" dirty="0">
                <a:solidFill>
                  <a:schemeClr val="accent2"/>
                </a:solidFill>
              </a:rPr>
              <a:t>25%</a:t>
            </a:r>
            <a:endParaRPr lang="en-US" dirty="0">
              <a:solidFill>
                <a:schemeClr val="accent2"/>
              </a:solidFill>
            </a:endParaRPr>
          </a:p>
        </p:txBody>
      </p:sp>
      <p:sp>
        <p:nvSpPr>
          <p:cNvPr id="269" name="TextBox 268"/>
          <p:cNvSpPr txBox="1"/>
          <p:nvPr/>
        </p:nvSpPr>
        <p:spPr>
          <a:xfrm>
            <a:off x="5292303" y="4272999"/>
            <a:ext cx="426399" cy="307777"/>
          </a:xfrm>
          <a:prstGeom prst="rect">
            <a:avLst/>
          </a:prstGeom>
          <a:noFill/>
        </p:spPr>
        <p:txBody>
          <a:bodyPr wrap="none" lIns="0" tIns="0" rIns="0" bIns="0" rtlCol="0">
            <a:spAutoFit/>
          </a:bodyPr>
          <a:lstStyle/>
          <a:p>
            <a:pPr algn="ctr" rtl="1"/>
            <a:r>
              <a:rPr lang="en-US" b="1" dirty="0">
                <a:solidFill>
                  <a:schemeClr val="accent3"/>
                </a:solidFill>
              </a:rPr>
              <a:t>75%</a:t>
            </a:r>
            <a:endParaRPr lang="en-US" dirty="0">
              <a:solidFill>
                <a:schemeClr val="accent3"/>
              </a:solidFill>
            </a:endParaRPr>
          </a:p>
        </p:txBody>
      </p:sp>
      <p:sp>
        <p:nvSpPr>
          <p:cNvPr id="270" name="TextBox 269"/>
          <p:cNvSpPr txBox="1"/>
          <p:nvPr/>
        </p:nvSpPr>
        <p:spPr>
          <a:xfrm>
            <a:off x="7300354" y="4272999"/>
            <a:ext cx="551433" cy="307777"/>
          </a:xfrm>
          <a:prstGeom prst="rect">
            <a:avLst/>
          </a:prstGeom>
          <a:noFill/>
        </p:spPr>
        <p:txBody>
          <a:bodyPr wrap="none" lIns="0" tIns="0" rIns="0" bIns="0" rtlCol="0">
            <a:spAutoFit/>
          </a:bodyPr>
          <a:lstStyle/>
          <a:p>
            <a:pPr algn="ctr" rtl="1"/>
            <a:r>
              <a:rPr lang="en-US" b="1" dirty="0">
                <a:solidFill>
                  <a:schemeClr val="accent4"/>
                </a:solidFill>
              </a:rPr>
              <a:t>100%</a:t>
            </a:r>
            <a:endParaRPr lang="en-US" dirty="0">
              <a:solidFill>
                <a:schemeClr val="accent4"/>
              </a:solidFill>
            </a:endParaRPr>
          </a:p>
        </p:txBody>
      </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p:cTn id="7" dur="500" fill="hold"/>
                                        <p:tgtEl>
                                          <p:spTgt spid="96"/>
                                        </p:tgtEl>
                                        <p:attrNameLst>
                                          <p:attrName>ppt_w</p:attrName>
                                        </p:attrNameLst>
                                      </p:cBhvr>
                                      <p:tavLst>
                                        <p:tav tm="0">
                                          <p:val>
                                            <p:fltVal val="0"/>
                                          </p:val>
                                        </p:tav>
                                        <p:tav tm="100000">
                                          <p:val>
                                            <p:strVal val="#ppt_w"/>
                                          </p:val>
                                        </p:tav>
                                      </p:tavLst>
                                    </p:anim>
                                    <p:anim calcmode="lin" valueType="num">
                                      <p:cBhvr>
                                        <p:cTn id="8" dur="500" fill="hold"/>
                                        <p:tgtEl>
                                          <p:spTgt spid="96"/>
                                        </p:tgtEl>
                                        <p:attrNameLst>
                                          <p:attrName>ppt_h</p:attrName>
                                        </p:attrNameLst>
                                      </p:cBhvr>
                                      <p:tavLst>
                                        <p:tav tm="0">
                                          <p:val>
                                            <p:fltVal val="0"/>
                                          </p:val>
                                        </p:tav>
                                        <p:tav tm="100000">
                                          <p:val>
                                            <p:strVal val="#ppt_h"/>
                                          </p:val>
                                        </p:tav>
                                      </p:tavLst>
                                    </p:anim>
                                    <p:animEffect transition="in" filter="fade">
                                      <p:cBhvr>
                                        <p:cTn id="9" dur="500"/>
                                        <p:tgtEl>
                                          <p:spTgt spid="9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224"/>
                                        </p:tgtEl>
                                        <p:attrNameLst>
                                          <p:attrName>style.visibility</p:attrName>
                                        </p:attrNameLst>
                                      </p:cBhvr>
                                      <p:to>
                                        <p:strVal val="visible"/>
                                      </p:to>
                                    </p:set>
                                    <p:anim calcmode="lin" valueType="num">
                                      <p:cBhvr>
                                        <p:cTn id="13" dur="500" fill="hold"/>
                                        <p:tgtEl>
                                          <p:spTgt spid="224"/>
                                        </p:tgtEl>
                                        <p:attrNameLst>
                                          <p:attrName>ppt_w</p:attrName>
                                        </p:attrNameLst>
                                      </p:cBhvr>
                                      <p:tavLst>
                                        <p:tav tm="0">
                                          <p:val>
                                            <p:fltVal val="0"/>
                                          </p:val>
                                        </p:tav>
                                        <p:tav tm="100000">
                                          <p:val>
                                            <p:strVal val="#ppt_w"/>
                                          </p:val>
                                        </p:tav>
                                      </p:tavLst>
                                    </p:anim>
                                    <p:anim calcmode="lin" valueType="num">
                                      <p:cBhvr>
                                        <p:cTn id="14" dur="500" fill="hold"/>
                                        <p:tgtEl>
                                          <p:spTgt spid="224"/>
                                        </p:tgtEl>
                                        <p:attrNameLst>
                                          <p:attrName>ppt_h</p:attrName>
                                        </p:attrNameLst>
                                      </p:cBhvr>
                                      <p:tavLst>
                                        <p:tav tm="0">
                                          <p:val>
                                            <p:fltVal val="0"/>
                                          </p:val>
                                        </p:tav>
                                        <p:tav tm="100000">
                                          <p:val>
                                            <p:strVal val="#ppt_h"/>
                                          </p:val>
                                        </p:tav>
                                      </p:tavLst>
                                    </p:anim>
                                    <p:animEffect transition="in" filter="fade">
                                      <p:cBhvr>
                                        <p:cTn id="15" dur="500"/>
                                        <p:tgtEl>
                                          <p:spTgt spid="224"/>
                                        </p:tgtEl>
                                      </p:cBhvr>
                                    </p:animEffect>
                                  </p:childTnLst>
                                </p:cTn>
                              </p:par>
                            </p:childTnLst>
                          </p:cTn>
                        </p:par>
                        <p:par>
                          <p:cTn id="16" fill="hold">
                            <p:stCondLst>
                              <p:cond delay="1000"/>
                            </p:stCondLst>
                            <p:childTnLst>
                              <p:par>
                                <p:cTn id="17" presetID="20" presetClass="entr" presetSubtype="0" fill="hold" nodeType="afterEffect">
                                  <p:stCondLst>
                                    <p:cond delay="0"/>
                                  </p:stCondLst>
                                  <p:childTnLst>
                                    <p:set>
                                      <p:cBhvr>
                                        <p:cTn id="18" dur="1" fill="hold">
                                          <p:stCondLst>
                                            <p:cond delay="0"/>
                                          </p:stCondLst>
                                        </p:cTn>
                                        <p:tgtEl>
                                          <p:spTgt spid="275"/>
                                        </p:tgtEl>
                                        <p:attrNameLst>
                                          <p:attrName>style.visibility</p:attrName>
                                        </p:attrNameLst>
                                      </p:cBhvr>
                                      <p:to>
                                        <p:strVal val="visible"/>
                                      </p:to>
                                    </p:set>
                                    <p:animEffect transition="in" filter="wedge">
                                      <p:cBhvr>
                                        <p:cTn id="19" dur="1000"/>
                                        <p:tgtEl>
                                          <p:spTgt spid="275"/>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267"/>
                                        </p:tgtEl>
                                        <p:attrNameLst>
                                          <p:attrName>style.visibility</p:attrName>
                                        </p:attrNameLst>
                                      </p:cBhvr>
                                      <p:to>
                                        <p:strVal val="visible"/>
                                      </p:to>
                                    </p:set>
                                    <p:anim calcmode="lin" valueType="num">
                                      <p:cBhvr>
                                        <p:cTn id="23" dur="500" fill="hold"/>
                                        <p:tgtEl>
                                          <p:spTgt spid="267"/>
                                        </p:tgtEl>
                                        <p:attrNameLst>
                                          <p:attrName>ppt_w</p:attrName>
                                        </p:attrNameLst>
                                      </p:cBhvr>
                                      <p:tavLst>
                                        <p:tav tm="0">
                                          <p:val>
                                            <p:fltVal val="0"/>
                                          </p:val>
                                        </p:tav>
                                        <p:tav tm="100000">
                                          <p:val>
                                            <p:strVal val="#ppt_w"/>
                                          </p:val>
                                        </p:tav>
                                      </p:tavLst>
                                    </p:anim>
                                    <p:anim calcmode="lin" valueType="num">
                                      <p:cBhvr>
                                        <p:cTn id="24" dur="500" fill="hold"/>
                                        <p:tgtEl>
                                          <p:spTgt spid="267"/>
                                        </p:tgtEl>
                                        <p:attrNameLst>
                                          <p:attrName>ppt_h</p:attrName>
                                        </p:attrNameLst>
                                      </p:cBhvr>
                                      <p:tavLst>
                                        <p:tav tm="0">
                                          <p:val>
                                            <p:fltVal val="0"/>
                                          </p:val>
                                        </p:tav>
                                        <p:tav tm="100000">
                                          <p:val>
                                            <p:strVal val="#ppt_h"/>
                                          </p:val>
                                        </p:tav>
                                      </p:tavLst>
                                    </p:anim>
                                    <p:animEffect transition="in" filter="fade">
                                      <p:cBhvr>
                                        <p:cTn id="25" dur="500"/>
                                        <p:tgtEl>
                                          <p:spTgt spid="267"/>
                                        </p:tgtEl>
                                      </p:cBhvr>
                                    </p:animEffect>
                                  </p:childTnLst>
                                </p:cTn>
                              </p:par>
                            </p:childTnLst>
                          </p:cTn>
                        </p:par>
                        <p:par>
                          <p:cTn id="26" fill="hold">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263"/>
                                        </p:tgtEl>
                                        <p:attrNameLst>
                                          <p:attrName>style.visibility</p:attrName>
                                        </p:attrNameLst>
                                      </p:cBhvr>
                                      <p:to>
                                        <p:strVal val="visible"/>
                                      </p:to>
                                    </p:set>
                                    <p:animEffect transition="in" filter="wipe(down)">
                                      <p:cBhvr>
                                        <p:cTn id="29" dur="500"/>
                                        <p:tgtEl>
                                          <p:spTgt spid="263"/>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119"/>
                                        </p:tgtEl>
                                        <p:attrNameLst>
                                          <p:attrName>style.visibility</p:attrName>
                                        </p:attrNameLst>
                                      </p:cBhvr>
                                      <p:to>
                                        <p:strVal val="visible"/>
                                      </p:to>
                                    </p:set>
                                    <p:anim calcmode="lin" valueType="num">
                                      <p:cBhvr>
                                        <p:cTn id="33" dur="500" fill="hold"/>
                                        <p:tgtEl>
                                          <p:spTgt spid="119"/>
                                        </p:tgtEl>
                                        <p:attrNameLst>
                                          <p:attrName>ppt_w</p:attrName>
                                        </p:attrNameLst>
                                      </p:cBhvr>
                                      <p:tavLst>
                                        <p:tav tm="0">
                                          <p:val>
                                            <p:fltVal val="0"/>
                                          </p:val>
                                        </p:tav>
                                        <p:tav tm="100000">
                                          <p:val>
                                            <p:strVal val="#ppt_w"/>
                                          </p:val>
                                        </p:tav>
                                      </p:tavLst>
                                    </p:anim>
                                    <p:anim calcmode="lin" valueType="num">
                                      <p:cBhvr>
                                        <p:cTn id="34" dur="500" fill="hold"/>
                                        <p:tgtEl>
                                          <p:spTgt spid="119"/>
                                        </p:tgtEl>
                                        <p:attrNameLst>
                                          <p:attrName>ppt_h</p:attrName>
                                        </p:attrNameLst>
                                      </p:cBhvr>
                                      <p:tavLst>
                                        <p:tav tm="0">
                                          <p:val>
                                            <p:fltVal val="0"/>
                                          </p:val>
                                        </p:tav>
                                        <p:tav tm="100000">
                                          <p:val>
                                            <p:strVal val="#ppt_h"/>
                                          </p:val>
                                        </p:tav>
                                      </p:tavLst>
                                    </p:anim>
                                    <p:animEffect transition="in" filter="fade">
                                      <p:cBhvr>
                                        <p:cTn id="35" dur="500"/>
                                        <p:tgtEl>
                                          <p:spTgt spid="119"/>
                                        </p:tgtEl>
                                      </p:cBhvr>
                                    </p:animEffect>
                                  </p:childTnLst>
                                </p:cTn>
                              </p:par>
                            </p:childTnLst>
                          </p:cTn>
                        </p:par>
                        <p:par>
                          <p:cTn id="36" fill="hold">
                            <p:stCondLst>
                              <p:cond delay="3500"/>
                            </p:stCondLst>
                            <p:childTnLst>
                              <p:par>
                                <p:cTn id="37" presetID="53" presetClass="entr" presetSubtype="0" fill="hold" nodeType="afterEffect">
                                  <p:stCondLst>
                                    <p:cond delay="0"/>
                                  </p:stCondLst>
                                  <p:childTnLst>
                                    <p:set>
                                      <p:cBhvr>
                                        <p:cTn id="38" dur="1" fill="hold">
                                          <p:stCondLst>
                                            <p:cond delay="0"/>
                                          </p:stCondLst>
                                        </p:cTn>
                                        <p:tgtEl>
                                          <p:spTgt spid="246"/>
                                        </p:tgtEl>
                                        <p:attrNameLst>
                                          <p:attrName>style.visibility</p:attrName>
                                        </p:attrNameLst>
                                      </p:cBhvr>
                                      <p:to>
                                        <p:strVal val="visible"/>
                                      </p:to>
                                    </p:set>
                                    <p:anim calcmode="lin" valueType="num">
                                      <p:cBhvr>
                                        <p:cTn id="39" dur="500" fill="hold"/>
                                        <p:tgtEl>
                                          <p:spTgt spid="246"/>
                                        </p:tgtEl>
                                        <p:attrNameLst>
                                          <p:attrName>ppt_w</p:attrName>
                                        </p:attrNameLst>
                                      </p:cBhvr>
                                      <p:tavLst>
                                        <p:tav tm="0">
                                          <p:val>
                                            <p:fltVal val="0"/>
                                          </p:val>
                                        </p:tav>
                                        <p:tav tm="100000">
                                          <p:val>
                                            <p:strVal val="#ppt_w"/>
                                          </p:val>
                                        </p:tav>
                                      </p:tavLst>
                                    </p:anim>
                                    <p:anim calcmode="lin" valueType="num">
                                      <p:cBhvr>
                                        <p:cTn id="40" dur="500" fill="hold"/>
                                        <p:tgtEl>
                                          <p:spTgt spid="246"/>
                                        </p:tgtEl>
                                        <p:attrNameLst>
                                          <p:attrName>ppt_h</p:attrName>
                                        </p:attrNameLst>
                                      </p:cBhvr>
                                      <p:tavLst>
                                        <p:tav tm="0">
                                          <p:val>
                                            <p:fltVal val="0"/>
                                          </p:val>
                                        </p:tav>
                                        <p:tav tm="100000">
                                          <p:val>
                                            <p:strVal val="#ppt_h"/>
                                          </p:val>
                                        </p:tav>
                                      </p:tavLst>
                                    </p:anim>
                                    <p:animEffect transition="in" filter="fade">
                                      <p:cBhvr>
                                        <p:cTn id="41" dur="500"/>
                                        <p:tgtEl>
                                          <p:spTgt spid="246"/>
                                        </p:tgtEl>
                                      </p:cBhvr>
                                    </p:animEffect>
                                  </p:childTnLst>
                                </p:cTn>
                              </p:par>
                            </p:childTnLst>
                          </p:cTn>
                        </p:par>
                        <p:par>
                          <p:cTn id="42" fill="hold">
                            <p:stCondLst>
                              <p:cond delay="4000"/>
                            </p:stCondLst>
                            <p:childTnLst>
                              <p:par>
                                <p:cTn id="43" presetID="20" presetClass="entr" presetSubtype="0" fill="hold" nodeType="afterEffect">
                                  <p:stCondLst>
                                    <p:cond delay="0"/>
                                  </p:stCondLst>
                                  <p:childTnLst>
                                    <p:set>
                                      <p:cBhvr>
                                        <p:cTn id="44" dur="1" fill="hold">
                                          <p:stCondLst>
                                            <p:cond delay="0"/>
                                          </p:stCondLst>
                                        </p:cTn>
                                        <p:tgtEl>
                                          <p:spTgt spid="274"/>
                                        </p:tgtEl>
                                        <p:attrNameLst>
                                          <p:attrName>style.visibility</p:attrName>
                                        </p:attrNameLst>
                                      </p:cBhvr>
                                      <p:to>
                                        <p:strVal val="visible"/>
                                      </p:to>
                                    </p:set>
                                    <p:animEffect transition="in" filter="wedge">
                                      <p:cBhvr>
                                        <p:cTn id="45" dur="1000"/>
                                        <p:tgtEl>
                                          <p:spTgt spid="274"/>
                                        </p:tgtEl>
                                      </p:cBhvr>
                                    </p:animEffect>
                                  </p:childTnLst>
                                </p:cTn>
                              </p:par>
                            </p:childTnLst>
                          </p:cTn>
                        </p:par>
                        <p:par>
                          <p:cTn id="46" fill="hold">
                            <p:stCondLst>
                              <p:cond delay="5000"/>
                            </p:stCondLst>
                            <p:childTnLst>
                              <p:par>
                                <p:cTn id="47" presetID="53" presetClass="entr" presetSubtype="0" fill="hold" grpId="0" nodeType="afterEffect">
                                  <p:stCondLst>
                                    <p:cond delay="0"/>
                                  </p:stCondLst>
                                  <p:childTnLst>
                                    <p:set>
                                      <p:cBhvr>
                                        <p:cTn id="48" dur="1" fill="hold">
                                          <p:stCondLst>
                                            <p:cond delay="0"/>
                                          </p:stCondLst>
                                        </p:cTn>
                                        <p:tgtEl>
                                          <p:spTgt spid="268"/>
                                        </p:tgtEl>
                                        <p:attrNameLst>
                                          <p:attrName>style.visibility</p:attrName>
                                        </p:attrNameLst>
                                      </p:cBhvr>
                                      <p:to>
                                        <p:strVal val="visible"/>
                                      </p:to>
                                    </p:set>
                                    <p:anim calcmode="lin" valueType="num">
                                      <p:cBhvr>
                                        <p:cTn id="49" dur="500" fill="hold"/>
                                        <p:tgtEl>
                                          <p:spTgt spid="268"/>
                                        </p:tgtEl>
                                        <p:attrNameLst>
                                          <p:attrName>ppt_w</p:attrName>
                                        </p:attrNameLst>
                                      </p:cBhvr>
                                      <p:tavLst>
                                        <p:tav tm="0">
                                          <p:val>
                                            <p:fltVal val="0"/>
                                          </p:val>
                                        </p:tav>
                                        <p:tav tm="100000">
                                          <p:val>
                                            <p:strVal val="#ppt_w"/>
                                          </p:val>
                                        </p:tav>
                                      </p:tavLst>
                                    </p:anim>
                                    <p:anim calcmode="lin" valueType="num">
                                      <p:cBhvr>
                                        <p:cTn id="50" dur="500" fill="hold"/>
                                        <p:tgtEl>
                                          <p:spTgt spid="268"/>
                                        </p:tgtEl>
                                        <p:attrNameLst>
                                          <p:attrName>ppt_h</p:attrName>
                                        </p:attrNameLst>
                                      </p:cBhvr>
                                      <p:tavLst>
                                        <p:tav tm="0">
                                          <p:val>
                                            <p:fltVal val="0"/>
                                          </p:val>
                                        </p:tav>
                                        <p:tav tm="100000">
                                          <p:val>
                                            <p:strVal val="#ppt_h"/>
                                          </p:val>
                                        </p:tav>
                                      </p:tavLst>
                                    </p:anim>
                                    <p:animEffect transition="in" filter="fade">
                                      <p:cBhvr>
                                        <p:cTn id="51" dur="500"/>
                                        <p:tgtEl>
                                          <p:spTgt spid="268"/>
                                        </p:tgtEl>
                                      </p:cBhvr>
                                    </p:animEffect>
                                  </p:childTnLst>
                                </p:cTn>
                              </p:par>
                            </p:childTnLst>
                          </p:cTn>
                        </p:par>
                        <p:par>
                          <p:cTn id="52" fill="hold">
                            <p:stCondLst>
                              <p:cond delay="5500"/>
                            </p:stCondLst>
                            <p:childTnLst>
                              <p:par>
                                <p:cTn id="53" presetID="22" presetClass="entr" presetSubtype="4" fill="hold" grpId="0" nodeType="afterEffect">
                                  <p:stCondLst>
                                    <p:cond delay="0"/>
                                  </p:stCondLst>
                                  <p:childTnLst>
                                    <p:set>
                                      <p:cBhvr>
                                        <p:cTn id="54" dur="1" fill="hold">
                                          <p:stCondLst>
                                            <p:cond delay="0"/>
                                          </p:stCondLst>
                                        </p:cTn>
                                        <p:tgtEl>
                                          <p:spTgt spid="264"/>
                                        </p:tgtEl>
                                        <p:attrNameLst>
                                          <p:attrName>style.visibility</p:attrName>
                                        </p:attrNameLst>
                                      </p:cBhvr>
                                      <p:to>
                                        <p:strVal val="visible"/>
                                      </p:to>
                                    </p:set>
                                    <p:animEffect transition="in" filter="wipe(down)">
                                      <p:cBhvr>
                                        <p:cTn id="55" dur="500"/>
                                        <p:tgtEl>
                                          <p:spTgt spid="264"/>
                                        </p:tgtEl>
                                      </p:cBhvr>
                                    </p:animEffect>
                                  </p:childTnLst>
                                </p:cTn>
                              </p:par>
                            </p:childTnLst>
                          </p:cTn>
                        </p:par>
                        <p:par>
                          <p:cTn id="56" fill="hold">
                            <p:stCondLst>
                              <p:cond delay="6000"/>
                            </p:stCondLst>
                            <p:childTnLst>
                              <p:par>
                                <p:cTn id="57" presetID="53" presetClass="entr" presetSubtype="0" fill="hold" nodeType="afterEffect">
                                  <p:stCondLst>
                                    <p:cond delay="0"/>
                                  </p:stCondLst>
                                  <p:childTnLst>
                                    <p:set>
                                      <p:cBhvr>
                                        <p:cTn id="58" dur="1" fill="hold">
                                          <p:stCondLst>
                                            <p:cond delay="0"/>
                                          </p:stCondLst>
                                        </p:cTn>
                                        <p:tgtEl>
                                          <p:spTgt spid="120"/>
                                        </p:tgtEl>
                                        <p:attrNameLst>
                                          <p:attrName>style.visibility</p:attrName>
                                        </p:attrNameLst>
                                      </p:cBhvr>
                                      <p:to>
                                        <p:strVal val="visible"/>
                                      </p:to>
                                    </p:set>
                                    <p:anim calcmode="lin" valueType="num">
                                      <p:cBhvr>
                                        <p:cTn id="59" dur="500" fill="hold"/>
                                        <p:tgtEl>
                                          <p:spTgt spid="120"/>
                                        </p:tgtEl>
                                        <p:attrNameLst>
                                          <p:attrName>ppt_w</p:attrName>
                                        </p:attrNameLst>
                                      </p:cBhvr>
                                      <p:tavLst>
                                        <p:tav tm="0">
                                          <p:val>
                                            <p:fltVal val="0"/>
                                          </p:val>
                                        </p:tav>
                                        <p:tav tm="100000">
                                          <p:val>
                                            <p:strVal val="#ppt_w"/>
                                          </p:val>
                                        </p:tav>
                                      </p:tavLst>
                                    </p:anim>
                                    <p:anim calcmode="lin" valueType="num">
                                      <p:cBhvr>
                                        <p:cTn id="60" dur="500" fill="hold"/>
                                        <p:tgtEl>
                                          <p:spTgt spid="120"/>
                                        </p:tgtEl>
                                        <p:attrNameLst>
                                          <p:attrName>ppt_h</p:attrName>
                                        </p:attrNameLst>
                                      </p:cBhvr>
                                      <p:tavLst>
                                        <p:tav tm="0">
                                          <p:val>
                                            <p:fltVal val="0"/>
                                          </p:val>
                                        </p:tav>
                                        <p:tav tm="100000">
                                          <p:val>
                                            <p:strVal val="#ppt_h"/>
                                          </p:val>
                                        </p:tav>
                                      </p:tavLst>
                                    </p:anim>
                                    <p:animEffect transition="in" filter="fade">
                                      <p:cBhvr>
                                        <p:cTn id="61" dur="500"/>
                                        <p:tgtEl>
                                          <p:spTgt spid="120"/>
                                        </p:tgtEl>
                                      </p:cBhvr>
                                    </p:animEffect>
                                  </p:childTnLst>
                                </p:cTn>
                              </p:par>
                            </p:childTnLst>
                          </p:cTn>
                        </p:par>
                        <p:par>
                          <p:cTn id="62" fill="hold">
                            <p:stCondLst>
                              <p:cond delay="6500"/>
                            </p:stCondLst>
                            <p:childTnLst>
                              <p:par>
                                <p:cTn id="63" presetID="53" presetClass="entr" presetSubtype="0" fill="hold" nodeType="afterEffect">
                                  <p:stCondLst>
                                    <p:cond delay="0"/>
                                  </p:stCondLst>
                                  <p:childTnLst>
                                    <p:set>
                                      <p:cBhvr>
                                        <p:cTn id="64" dur="1" fill="hold">
                                          <p:stCondLst>
                                            <p:cond delay="0"/>
                                          </p:stCondLst>
                                        </p:cTn>
                                        <p:tgtEl>
                                          <p:spTgt spid="247"/>
                                        </p:tgtEl>
                                        <p:attrNameLst>
                                          <p:attrName>style.visibility</p:attrName>
                                        </p:attrNameLst>
                                      </p:cBhvr>
                                      <p:to>
                                        <p:strVal val="visible"/>
                                      </p:to>
                                    </p:set>
                                    <p:anim calcmode="lin" valueType="num">
                                      <p:cBhvr>
                                        <p:cTn id="65" dur="500" fill="hold"/>
                                        <p:tgtEl>
                                          <p:spTgt spid="247"/>
                                        </p:tgtEl>
                                        <p:attrNameLst>
                                          <p:attrName>ppt_w</p:attrName>
                                        </p:attrNameLst>
                                      </p:cBhvr>
                                      <p:tavLst>
                                        <p:tav tm="0">
                                          <p:val>
                                            <p:fltVal val="0"/>
                                          </p:val>
                                        </p:tav>
                                        <p:tav tm="100000">
                                          <p:val>
                                            <p:strVal val="#ppt_w"/>
                                          </p:val>
                                        </p:tav>
                                      </p:tavLst>
                                    </p:anim>
                                    <p:anim calcmode="lin" valueType="num">
                                      <p:cBhvr>
                                        <p:cTn id="66" dur="500" fill="hold"/>
                                        <p:tgtEl>
                                          <p:spTgt spid="247"/>
                                        </p:tgtEl>
                                        <p:attrNameLst>
                                          <p:attrName>ppt_h</p:attrName>
                                        </p:attrNameLst>
                                      </p:cBhvr>
                                      <p:tavLst>
                                        <p:tav tm="0">
                                          <p:val>
                                            <p:fltVal val="0"/>
                                          </p:val>
                                        </p:tav>
                                        <p:tav tm="100000">
                                          <p:val>
                                            <p:strVal val="#ppt_h"/>
                                          </p:val>
                                        </p:tav>
                                      </p:tavLst>
                                    </p:anim>
                                    <p:animEffect transition="in" filter="fade">
                                      <p:cBhvr>
                                        <p:cTn id="67" dur="500"/>
                                        <p:tgtEl>
                                          <p:spTgt spid="247"/>
                                        </p:tgtEl>
                                      </p:cBhvr>
                                    </p:animEffect>
                                  </p:childTnLst>
                                </p:cTn>
                              </p:par>
                            </p:childTnLst>
                          </p:cTn>
                        </p:par>
                        <p:par>
                          <p:cTn id="68" fill="hold">
                            <p:stCondLst>
                              <p:cond delay="7000"/>
                            </p:stCondLst>
                            <p:childTnLst>
                              <p:par>
                                <p:cTn id="69" presetID="20" presetClass="entr" presetSubtype="0" fill="hold" nodeType="afterEffect">
                                  <p:stCondLst>
                                    <p:cond delay="0"/>
                                  </p:stCondLst>
                                  <p:childTnLst>
                                    <p:set>
                                      <p:cBhvr>
                                        <p:cTn id="70" dur="1" fill="hold">
                                          <p:stCondLst>
                                            <p:cond delay="0"/>
                                          </p:stCondLst>
                                        </p:cTn>
                                        <p:tgtEl>
                                          <p:spTgt spid="273"/>
                                        </p:tgtEl>
                                        <p:attrNameLst>
                                          <p:attrName>style.visibility</p:attrName>
                                        </p:attrNameLst>
                                      </p:cBhvr>
                                      <p:to>
                                        <p:strVal val="visible"/>
                                      </p:to>
                                    </p:set>
                                    <p:animEffect transition="in" filter="wedge">
                                      <p:cBhvr>
                                        <p:cTn id="71" dur="1000"/>
                                        <p:tgtEl>
                                          <p:spTgt spid="273"/>
                                        </p:tgtEl>
                                      </p:cBhvr>
                                    </p:animEffect>
                                  </p:childTnLst>
                                </p:cTn>
                              </p:par>
                            </p:childTnLst>
                          </p:cTn>
                        </p:par>
                        <p:par>
                          <p:cTn id="72" fill="hold">
                            <p:stCondLst>
                              <p:cond delay="8000"/>
                            </p:stCondLst>
                            <p:childTnLst>
                              <p:par>
                                <p:cTn id="73" presetID="53" presetClass="entr" presetSubtype="0" fill="hold" grpId="0" nodeType="afterEffect">
                                  <p:stCondLst>
                                    <p:cond delay="0"/>
                                  </p:stCondLst>
                                  <p:childTnLst>
                                    <p:set>
                                      <p:cBhvr>
                                        <p:cTn id="74" dur="1" fill="hold">
                                          <p:stCondLst>
                                            <p:cond delay="0"/>
                                          </p:stCondLst>
                                        </p:cTn>
                                        <p:tgtEl>
                                          <p:spTgt spid="269"/>
                                        </p:tgtEl>
                                        <p:attrNameLst>
                                          <p:attrName>style.visibility</p:attrName>
                                        </p:attrNameLst>
                                      </p:cBhvr>
                                      <p:to>
                                        <p:strVal val="visible"/>
                                      </p:to>
                                    </p:set>
                                    <p:anim calcmode="lin" valueType="num">
                                      <p:cBhvr>
                                        <p:cTn id="75" dur="500" fill="hold"/>
                                        <p:tgtEl>
                                          <p:spTgt spid="269"/>
                                        </p:tgtEl>
                                        <p:attrNameLst>
                                          <p:attrName>ppt_w</p:attrName>
                                        </p:attrNameLst>
                                      </p:cBhvr>
                                      <p:tavLst>
                                        <p:tav tm="0">
                                          <p:val>
                                            <p:fltVal val="0"/>
                                          </p:val>
                                        </p:tav>
                                        <p:tav tm="100000">
                                          <p:val>
                                            <p:strVal val="#ppt_w"/>
                                          </p:val>
                                        </p:tav>
                                      </p:tavLst>
                                    </p:anim>
                                    <p:anim calcmode="lin" valueType="num">
                                      <p:cBhvr>
                                        <p:cTn id="76" dur="500" fill="hold"/>
                                        <p:tgtEl>
                                          <p:spTgt spid="269"/>
                                        </p:tgtEl>
                                        <p:attrNameLst>
                                          <p:attrName>ppt_h</p:attrName>
                                        </p:attrNameLst>
                                      </p:cBhvr>
                                      <p:tavLst>
                                        <p:tav tm="0">
                                          <p:val>
                                            <p:fltVal val="0"/>
                                          </p:val>
                                        </p:tav>
                                        <p:tav tm="100000">
                                          <p:val>
                                            <p:strVal val="#ppt_h"/>
                                          </p:val>
                                        </p:tav>
                                      </p:tavLst>
                                    </p:anim>
                                    <p:animEffect transition="in" filter="fade">
                                      <p:cBhvr>
                                        <p:cTn id="77" dur="500"/>
                                        <p:tgtEl>
                                          <p:spTgt spid="269"/>
                                        </p:tgtEl>
                                      </p:cBhvr>
                                    </p:animEffect>
                                  </p:childTnLst>
                                </p:cTn>
                              </p:par>
                            </p:childTnLst>
                          </p:cTn>
                        </p:par>
                        <p:par>
                          <p:cTn id="78" fill="hold">
                            <p:stCondLst>
                              <p:cond delay="8500"/>
                            </p:stCondLst>
                            <p:childTnLst>
                              <p:par>
                                <p:cTn id="79" presetID="22" presetClass="entr" presetSubtype="4" fill="hold" grpId="0" nodeType="afterEffect">
                                  <p:stCondLst>
                                    <p:cond delay="0"/>
                                  </p:stCondLst>
                                  <p:childTnLst>
                                    <p:set>
                                      <p:cBhvr>
                                        <p:cTn id="80" dur="1" fill="hold">
                                          <p:stCondLst>
                                            <p:cond delay="0"/>
                                          </p:stCondLst>
                                        </p:cTn>
                                        <p:tgtEl>
                                          <p:spTgt spid="265"/>
                                        </p:tgtEl>
                                        <p:attrNameLst>
                                          <p:attrName>style.visibility</p:attrName>
                                        </p:attrNameLst>
                                      </p:cBhvr>
                                      <p:to>
                                        <p:strVal val="visible"/>
                                      </p:to>
                                    </p:set>
                                    <p:animEffect transition="in" filter="wipe(down)">
                                      <p:cBhvr>
                                        <p:cTn id="81" dur="500"/>
                                        <p:tgtEl>
                                          <p:spTgt spid="265"/>
                                        </p:tgtEl>
                                      </p:cBhvr>
                                    </p:animEffect>
                                  </p:childTnLst>
                                </p:cTn>
                              </p:par>
                            </p:childTnLst>
                          </p:cTn>
                        </p:par>
                        <p:par>
                          <p:cTn id="82" fill="hold">
                            <p:stCondLst>
                              <p:cond delay="9000"/>
                            </p:stCondLst>
                            <p:childTnLst>
                              <p:par>
                                <p:cTn id="83" presetID="53" presetClass="entr" presetSubtype="0" fill="hold" nodeType="afterEffect">
                                  <p:stCondLst>
                                    <p:cond delay="0"/>
                                  </p:stCondLst>
                                  <p:childTnLst>
                                    <p:set>
                                      <p:cBhvr>
                                        <p:cTn id="84" dur="1" fill="hold">
                                          <p:stCondLst>
                                            <p:cond delay="0"/>
                                          </p:stCondLst>
                                        </p:cTn>
                                        <p:tgtEl>
                                          <p:spTgt spid="123"/>
                                        </p:tgtEl>
                                        <p:attrNameLst>
                                          <p:attrName>style.visibility</p:attrName>
                                        </p:attrNameLst>
                                      </p:cBhvr>
                                      <p:to>
                                        <p:strVal val="visible"/>
                                      </p:to>
                                    </p:set>
                                    <p:anim calcmode="lin" valueType="num">
                                      <p:cBhvr>
                                        <p:cTn id="85" dur="500" fill="hold"/>
                                        <p:tgtEl>
                                          <p:spTgt spid="123"/>
                                        </p:tgtEl>
                                        <p:attrNameLst>
                                          <p:attrName>ppt_w</p:attrName>
                                        </p:attrNameLst>
                                      </p:cBhvr>
                                      <p:tavLst>
                                        <p:tav tm="0">
                                          <p:val>
                                            <p:fltVal val="0"/>
                                          </p:val>
                                        </p:tav>
                                        <p:tav tm="100000">
                                          <p:val>
                                            <p:strVal val="#ppt_w"/>
                                          </p:val>
                                        </p:tav>
                                      </p:tavLst>
                                    </p:anim>
                                    <p:anim calcmode="lin" valueType="num">
                                      <p:cBhvr>
                                        <p:cTn id="86" dur="500" fill="hold"/>
                                        <p:tgtEl>
                                          <p:spTgt spid="123"/>
                                        </p:tgtEl>
                                        <p:attrNameLst>
                                          <p:attrName>ppt_h</p:attrName>
                                        </p:attrNameLst>
                                      </p:cBhvr>
                                      <p:tavLst>
                                        <p:tav tm="0">
                                          <p:val>
                                            <p:fltVal val="0"/>
                                          </p:val>
                                        </p:tav>
                                        <p:tav tm="100000">
                                          <p:val>
                                            <p:strVal val="#ppt_h"/>
                                          </p:val>
                                        </p:tav>
                                      </p:tavLst>
                                    </p:anim>
                                    <p:animEffect transition="in" filter="fade">
                                      <p:cBhvr>
                                        <p:cTn id="87" dur="500"/>
                                        <p:tgtEl>
                                          <p:spTgt spid="123"/>
                                        </p:tgtEl>
                                      </p:cBhvr>
                                    </p:animEffect>
                                  </p:childTnLst>
                                </p:cTn>
                              </p:par>
                            </p:childTnLst>
                          </p:cTn>
                        </p:par>
                        <p:par>
                          <p:cTn id="88" fill="hold">
                            <p:stCondLst>
                              <p:cond delay="9500"/>
                            </p:stCondLst>
                            <p:childTnLst>
                              <p:par>
                                <p:cTn id="89" presetID="53" presetClass="entr" presetSubtype="0" fill="hold" nodeType="afterEffect">
                                  <p:stCondLst>
                                    <p:cond delay="0"/>
                                  </p:stCondLst>
                                  <p:childTnLst>
                                    <p:set>
                                      <p:cBhvr>
                                        <p:cTn id="90" dur="1" fill="hold">
                                          <p:stCondLst>
                                            <p:cond delay="0"/>
                                          </p:stCondLst>
                                        </p:cTn>
                                        <p:tgtEl>
                                          <p:spTgt spid="248"/>
                                        </p:tgtEl>
                                        <p:attrNameLst>
                                          <p:attrName>style.visibility</p:attrName>
                                        </p:attrNameLst>
                                      </p:cBhvr>
                                      <p:to>
                                        <p:strVal val="visible"/>
                                      </p:to>
                                    </p:set>
                                    <p:anim calcmode="lin" valueType="num">
                                      <p:cBhvr>
                                        <p:cTn id="91" dur="500" fill="hold"/>
                                        <p:tgtEl>
                                          <p:spTgt spid="248"/>
                                        </p:tgtEl>
                                        <p:attrNameLst>
                                          <p:attrName>ppt_w</p:attrName>
                                        </p:attrNameLst>
                                      </p:cBhvr>
                                      <p:tavLst>
                                        <p:tav tm="0">
                                          <p:val>
                                            <p:fltVal val="0"/>
                                          </p:val>
                                        </p:tav>
                                        <p:tav tm="100000">
                                          <p:val>
                                            <p:strVal val="#ppt_w"/>
                                          </p:val>
                                        </p:tav>
                                      </p:tavLst>
                                    </p:anim>
                                    <p:anim calcmode="lin" valueType="num">
                                      <p:cBhvr>
                                        <p:cTn id="92" dur="500" fill="hold"/>
                                        <p:tgtEl>
                                          <p:spTgt spid="248"/>
                                        </p:tgtEl>
                                        <p:attrNameLst>
                                          <p:attrName>ppt_h</p:attrName>
                                        </p:attrNameLst>
                                      </p:cBhvr>
                                      <p:tavLst>
                                        <p:tav tm="0">
                                          <p:val>
                                            <p:fltVal val="0"/>
                                          </p:val>
                                        </p:tav>
                                        <p:tav tm="100000">
                                          <p:val>
                                            <p:strVal val="#ppt_h"/>
                                          </p:val>
                                        </p:tav>
                                      </p:tavLst>
                                    </p:anim>
                                    <p:animEffect transition="in" filter="fade">
                                      <p:cBhvr>
                                        <p:cTn id="93" dur="500"/>
                                        <p:tgtEl>
                                          <p:spTgt spid="248"/>
                                        </p:tgtEl>
                                      </p:cBhvr>
                                    </p:animEffect>
                                  </p:childTnLst>
                                </p:cTn>
                              </p:par>
                            </p:childTnLst>
                          </p:cTn>
                        </p:par>
                        <p:par>
                          <p:cTn id="94" fill="hold">
                            <p:stCondLst>
                              <p:cond delay="10000"/>
                            </p:stCondLst>
                            <p:childTnLst>
                              <p:par>
                                <p:cTn id="95" presetID="20" presetClass="entr" presetSubtype="0" fill="hold" nodeType="afterEffect">
                                  <p:stCondLst>
                                    <p:cond delay="0"/>
                                  </p:stCondLst>
                                  <p:childTnLst>
                                    <p:set>
                                      <p:cBhvr>
                                        <p:cTn id="96" dur="1" fill="hold">
                                          <p:stCondLst>
                                            <p:cond delay="0"/>
                                          </p:stCondLst>
                                        </p:cTn>
                                        <p:tgtEl>
                                          <p:spTgt spid="272"/>
                                        </p:tgtEl>
                                        <p:attrNameLst>
                                          <p:attrName>style.visibility</p:attrName>
                                        </p:attrNameLst>
                                      </p:cBhvr>
                                      <p:to>
                                        <p:strVal val="visible"/>
                                      </p:to>
                                    </p:set>
                                    <p:animEffect transition="in" filter="wedge">
                                      <p:cBhvr>
                                        <p:cTn id="97" dur="1000"/>
                                        <p:tgtEl>
                                          <p:spTgt spid="272"/>
                                        </p:tgtEl>
                                      </p:cBhvr>
                                    </p:animEffect>
                                  </p:childTnLst>
                                </p:cTn>
                              </p:par>
                            </p:childTnLst>
                          </p:cTn>
                        </p:par>
                        <p:par>
                          <p:cTn id="98" fill="hold">
                            <p:stCondLst>
                              <p:cond delay="11000"/>
                            </p:stCondLst>
                            <p:childTnLst>
                              <p:par>
                                <p:cTn id="99" presetID="53" presetClass="entr" presetSubtype="0" fill="hold" grpId="0" nodeType="afterEffect">
                                  <p:stCondLst>
                                    <p:cond delay="0"/>
                                  </p:stCondLst>
                                  <p:childTnLst>
                                    <p:set>
                                      <p:cBhvr>
                                        <p:cTn id="100" dur="1" fill="hold">
                                          <p:stCondLst>
                                            <p:cond delay="0"/>
                                          </p:stCondLst>
                                        </p:cTn>
                                        <p:tgtEl>
                                          <p:spTgt spid="270"/>
                                        </p:tgtEl>
                                        <p:attrNameLst>
                                          <p:attrName>style.visibility</p:attrName>
                                        </p:attrNameLst>
                                      </p:cBhvr>
                                      <p:to>
                                        <p:strVal val="visible"/>
                                      </p:to>
                                    </p:set>
                                    <p:anim calcmode="lin" valueType="num">
                                      <p:cBhvr>
                                        <p:cTn id="101" dur="500" fill="hold"/>
                                        <p:tgtEl>
                                          <p:spTgt spid="270"/>
                                        </p:tgtEl>
                                        <p:attrNameLst>
                                          <p:attrName>ppt_w</p:attrName>
                                        </p:attrNameLst>
                                      </p:cBhvr>
                                      <p:tavLst>
                                        <p:tav tm="0">
                                          <p:val>
                                            <p:fltVal val="0"/>
                                          </p:val>
                                        </p:tav>
                                        <p:tav tm="100000">
                                          <p:val>
                                            <p:strVal val="#ppt_w"/>
                                          </p:val>
                                        </p:tav>
                                      </p:tavLst>
                                    </p:anim>
                                    <p:anim calcmode="lin" valueType="num">
                                      <p:cBhvr>
                                        <p:cTn id="102" dur="500" fill="hold"/>
                                        <p:tgtEl>
                                          <p:spTgt spid="270"/>
                                        </p:tgtEl>
                                        <p:attrNameLst>
                                          <p:attrName>ppt_h</p:attrName>
                                        </p:attrNameLst>
                                      </p:cBhvr>
                                      <p:tavLst>
                                        <p:tav tm="0">
                                          <p:val>
                                            <p:fltVal val="0"/>
                                          </p:val>
                                        </p:tav>
                                        <p:tav tm="100000">
                                          <p:val>
                                            <p:strVal val="#ppt_h"/>
                                          </p:val>
                                        </p:tav>
                                      </p:tavLst>
                                    </p:anim>
                                    <p:animEffect transition="in" filter="fade">
                                      <p:cBhvr>
                                        <p:cTn id="103" dur="500"/>
                                        <p:tgtEl>
                                          <p:spTgt spid="270"/>
                                        </p:tgtEl>
                                      </p:cBhvr>
                                    </p:animEffect>
                                  </p:childTnLst>
                                </p:cTn>
                              </p:par>
                            </p:childTnLst>
                          </p:cTn>
                        </p:par>
                        <p:par>
                          <p:cTn id="104" fill="hold">
                            <p:stCondLst>
                              <p:cond delay="11500"/>
                            </p:stCondLst>
                            <p:childTnLst>
                              <p:par>
                                <p:cTn id="105" presetID="22" presetClass="entr" presetSubtype="4" fill="hold" grpId="0" nodeType="afterEffect">
                                  <p:stCondLst>
                                    <p:cond delay="0"/>
                                  </p:stCondLst>
                                  <p:childTnLst>
                                    <p:set>
                                      <p:cBhvr>
                                        <p:cTn id="106" dur="1" fill="hold">
                                          <p:stCondLst>
                                            <p:cond delay="0"/>
                                          </p:stCondLst>
                                        </p:cTn>
                                        <p:tgtEl>
                                          <p:spTgt spid="266"/>
                                        </p:tgtEl>
                                        <p:attrNameLst>
                                          <p:attrName>style.visibility</p:attrName>
                                        </p:attrNameLst>
                                      </p:cBhvr>
                                      <p:to>
                                        <p:strVal val="visible"/>
                                      </p:to>
                                    </p:set>
                                    <p:animEffect transition="in" filter="wipe(down)">
                                      <p:cBhvr>
                                        <p:cTn id="107" dur="500"/>
                                        <p:tgtEl>
                                          <p:spTgt spid="2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263" grpId="0"/>
      <p:bldP spid="264" grpId="0"/>
      <p:bldP spid="265" grpId="0"/>
      <p:bldP spid="266" grpId="0"/>
      <p:bldP spid="267" grpId="0"/>
      <p:bldP spid="268" grpId="0"/>
      <p:bldP spid="269" grpId="0"/>
      <p:bldP spid="270"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 name="Group 274"/>
          <p:cNvGrpSpPr/>
          <p:nvPr/>
        </p:nvGrpSpPr>
        <p:grpSpPr>
          <a:xfrm>
            <a:off x="611418" y="1250792"/>
            <a:ext cx="3703904" cy="3530758"/>
            <a:chOff x="949325" y="1003301"/>
            <a:chExt cx="2513012" cy="2395537"/>
          </a:xfrm>
          <a:solidFill>
            <a:schemeClr val="tx1">
              <a:lumMod val="10000"/>
              <a:lumOff val="90000"/>
            </a:schemeClr>
          </a:solidFill>
          <a:effectLst/>
        </p:grpSpPr>
        <p:sp>
          <p:nvSpPr>
            <p:cNvPr id="84" name="Freeform 39"/>
            <p:cNvSpPr>
              <a:spLocks/>
            </p:cNvSpPr>
            <p:nvPr/>
          </p:nvSpPr>
          <p:spPr bwMode="auto">
            <a:xfrm>
              <a:off x="2571750" y="1422401"/>
              <a:ext cx="39687" cy="26988"/>
            </a:xfrm>
            <a:custGeom>
              <a:avLst/>
              <a:gdLst/>
              <a:ahLst/>
              <a:cxnLst>
                <a:cxn ang="0">
                  <a:pos x="10" y="23"/>
                </a:cxn>
                <a:cxn ang="0">
                  <a:pos x="27" y="2"/>
                </a:cxn>
                <a:cxn ang="0">
                  <a:pos x="32" y="8"/>
                </a:cxn>
                <a:cxn ang="0">
                  <a:pos x="22" y="8"/>
                </a:cxn>
                <a:cxn ang="0">
                  <a:pos x="20" y="18"/>
                </a:cxn>
                <a:cxn ang="0">
                  <a:pos x="10" y="23"/>
                </a:cxn>
              </a:cxnLst>
              <a:rect l="0" t="0" r="r" b="b"/>
              <a:pathLst>
                <a:path w="34" h="23">
                  <a:moveTo>
                    <a:pt x="10" y="23"/>
                  </a:moveTo>
                  <a:cubicBezTo>
                    <a:pt x="0" y="13"/>
                    <a:pt x="16" y="0"/>
                    <a:pt x="27" y="2"/>
                  </a:cubicBezTo>
                  <a:cubicBezTo>
                    <a:pt x="29" y="3"/>
                    <a:pt x="34" y="6"/>
                    <a:pt x="32" y="8"/>
                  </a:cubicBezTo>
                  <a:cubicBezTo>
                    <a:pt x="30" y="11"/>
                    <a:pt x="25" y="8"/>
                    <a:pt x="22" y="8"/>
                  </a:cubicBezTo>
                  <a:cubicBezTo>
                    <a:pt x="19" y="9"/>
                    <a:pt x="22" y="15"/>
                    <a:pt x="20" y="18"/>
                  </a:cubicBezTo>
                  <a:cubicBezTo>
                    <a:pt x="17" y="20"/>
                    <a:pt x="13" y="21"/>
                    <a:pt x="10" y="23"/>
                  </a:cubicBezTo>
                </a:path>
              </a:pathLst>
            </a:custGeom>
            <a:grpFill/>
            <a:ln w="3175" cap="flat">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42"/>
            <p:cNvSpPr>
              <a:spLocks/>
            </p:cNvSpPr>
            <p:nvPr/>
          </p:nvSpPr>
          <p:spPr bwMode="auto">
            <a:xfrm>
              <a:off x="949325" y="1003301"/>
              <a:ext cx="2513012" cy="2076450"/>
            </a:xfrm>
            <a:custGeom>
              <a:avLst/>
              <a:gdLst/>
              <a:ahLst/>
              <a:cxnLst>
                <a:cxn ang="0">
                  <a:pos x="1485" y="1701"/>
                </a:cxn>
                <a:cxn ang="0">
                  <a:pos x="1347" y="1534"/>
                </a:cxn>
                <a:cxn ang="0">
                  <a:pos x="1307" y="1448"/>
                </a:cxn>
                <a:cxn ang="0">
                  <a:pos x="1293" y="1391"/>
                </a:cxn>
                <a:cxn ang="0">
                  <a:pos x="1189" y="1489"/>
                </a:cxn>
                <a:cxn ang="0">
                  <a:pos x="1159" y="1449"/>
                </a:cxn>
                <a:cxn ang="0">
                  <a:pos x="1105" y="1373"/>
                </a:cxn>
                <a:cxn ang="0">
                  <a:pos x="1060" y="1325"/>
                </a:cxn>
                <a:cxn ang="0">
                  <a:pos x="616" y="1373"/>
                </a:cxn>
                <a:cxn ang="0">
                  <a:pos x="381" y="1432"/>
                </a:cxn>
                <a:cxn ang="0">
                  <a:pos x="288" y="1503"/>
                </a:cxn>
                <a:cxn ang="0">
                  <a:pos x="151" y="1465"/>
                </a:cxn>
                <a:cxn ang="0">
                  <a:pos x="151" y="1332"/>
                </a:cxn>
                <a:cxn ang="0">
                  <a:pos x="8" y="965"/>
                </a:cxn>
                <a:cxn ang="0">
                  <a:pos x="26" y="976"/>
                </a:cxn>
                <a:cxn ang="0">
                  <a:pos x="56" y="969"/>
                </a:cxn>
                <a:cxn ang="0">
                  <a:pos x="32" y="700"/>
                </a:cxn>
                <a:cxn ang="0">
                  <a:pos x="175" y="621"/>
                </a:cxn>
                <a:cxn ang="0">
                  <a:pos x="397" y="557"/>
                </a:cxn>
                <a:cxn ang="0">
                  <a:pos x="488" y="388"/>
                </a:cxn>
                <a:cxn ang="0">
                  <a:pos x="522" y="380"/>
                </a:cxn>
                <a:cxn ang="0">
                  <a:pos x="556" y="389"/>
                </a:cxn>
                <a:cxn ang="0">
                  <a:pos x="557" y="357"/>
                </a:cxn>
                <a:cxn ang="0">
                  <a:pos x="593" y="331"/>
                </a:cxn>
                <a:cxn ang="0">
                  <a:pos x="601" y="292"/>
                </a:cxn>
                <a:cxn ang="0">
                  <a:pos x="616" y="276"/>
                </a:cxn>
                <a:cxn ang="0">
                  <a:pos x="629" y="247"/>
                </a:cxn>
                <a:cxn ang="0">
                  <a:pos x="670" y="233"/>
                </a:cxn>
                <a:cxn ang="0">
                  <a:pos x="700" y="218"/>
                </a:cxn>
                <a:cxn ang="0">
                  <a:pos x="783" y="262"/>
                </a:cxn>
                <a:cxn ang="0">
                  <a:pos x="804" y="257"/>
                </a:cxn>
                <a:cxn ang="0">
                  <a:pos x="894" y="297"/>
                </a:cxn>
                <a:cxn ang="0">
                  <a:pos x="875" y="197"/>
                </a:cxn>
                <a:cxn ang="0">
                  <a:pos x="918" y="130"/>
                </a:cxn>
                <a:cxn ang="0">
                  <a:pos x="1011" y="112"/>
                </a:cxn>
                <a:cxn ang="0">
                  <a:pos x="1030" y="64"/>
                </a:cxn>
                <a:cxn ang="0">
                  <a:pos x="1007" y="46"/>
                </a:cxn>
                <a:cxn ang="0">
                  <a:pos x="1088" y="74"/>
                </a:cxn>
                <a:cxn ang="0">
                  <a:pos x="1201" y="88"/>
                </a:cxn>
                <a:cxn ang="0">
                  <a:pos x="1249" y="100"/>
                </a:cxn>
                <a:cxn ang="0">
                  <a:pos x="1215" y="159"/>
                </a:cxn>
                <a:cxn ang="0">
                  <a:pos x="1260" y="325"/>
                </a:cxn>
                <a:cxn ang="0">
                  <a:pos x="1499" y="304"/>
                </a:cxn>
                <a:cxn ang="0">
                  <a:pos x="1517" y="173"/>
                </a:cxn>
                <a:cxn ang="0">
                  <a:pos x="1534" y="123"/>
                </a:cxn>
                <a:cxn ang="0">
                  <a:pos x="1565" y="16"/>
                </a:cxn>
                <a:cxn ang="0">
                  <a:pos x="1613" y="146"/>
                </a:cxn>
                <a:cxn ang="0">
                  <a:pos x="1711" y="269"/>
                </a:cxn>
                <a:cxn ang="0">
                  <a:pos x="1745" y="474"/>
                </a:cxn>
                <a:cxn ang="0">
                  <a:pos x="1841" y="571"/>
                </a:cxn>
                <a:cxn ang="0">
                  <a:pos x="1909" y="646"/>
                </a:cxn>
                <a:cxn ang="0">
                  <a:pos x="1929" y="735"/>
                </a:cxn>
                <a:cxn ang="0">
                  <a:pos x="1985" y="740"/>
                </a:cxn>
                <a:cxn ang="0">
                  <a:pos x="2074" y="873"/>
                </a:cxn>
                <a:cxn ang="0">
                  <a:pos x="2110" y="1042"/>
                </a:cxn>
                <a:cxn ang="0">
                  <a:pos x="2057" y="1319"/>
                </a:cxn>
                <a:cxn ang="0">
                  <a:pos x="1973" y="1427"/>
                </a:cxn>
                <a:cxn ang="0">
                  <a:pos x="1950" y="1511"/>
                </a:cxn>
                <a:cxn ang="0">
                  <a:pos x="1893" y="1657"/>
                </a:cxn>
                <a:cxn ang="0">
                  <a:pos x="1706" y="1733"/>
                </a:cxn>
              </a:cxnLst>
              <a:rect l="0" t="0" r="r" b="b"/>
              <a:pathLst>
                <a:path w="2126" h="1757">
                  <a:moveTo>
                    <a:pt x="1632" y="1704"/>
                  </a:moveTo>
                  <a:cubicBezTo>
                    <a:pt x="1631" y="1703"/>
                    <a:pt x="1641" y="1706"/>
                    <a:pt x="1647" y="1703"/>
                  </a:cubicBezTo>
                  <a:cubicBezTo>
                    <a:pt x="1658" y="1697"/>
                    <a:pt x="1654" y="1682"/>
                    <a:pt x="1646" y="1676"/>
                  </a:cubicBezTo>
                  <a:cubicBezTo>
                    <a:pt x="1643" y="1674"/>
                    <a:pt x="1622" y="1689"/>
                    <a:pt x="1618" y="1690"/>
                  </a:cubicBezTo>
                  <a:cubicBezTo>
                    <a:pt x="1617" y="1690"/>
                    <a:pt x="1616" y="1691"/>
                    <a:pt x="1616" y="1692"/>
                  </a:cubicBezTo>
                  <a:cubicBezTo>
                    <a:pt x="1614" y="1697"/>
                    <a:pt x="1629" y="1688"/>
                    <a:pt x="1633" y="1692"/>
                  </a:cubicBezTo>
                  <a:cubicBezTo>
                    <a:pt x="1638" y="1696"/>
                    <a:pt x="1611" y="1709"/>
                    <a:pt x="1605" y="1712"/>
                  </a:cubicBezTo>
                  <a:cubicBezTo>
                    <a:pt x="1600" y="1715"/>
                    <a:pt x="1579" y="1737"/>
                    <a:pt x="1576" y="1737"/>
                  </a:cubicBezTo>
                  <a:cubicBezTo>
                    <a:pt x="1565" y="1736"/>
                    <a:pt x="1534" y="1713"/>
                    <a:pt x="1524" y="1708"/>
                  </a:cubicBezTo>
                  <a:cubicBezTo>
                    <a:pt x="1517" y="1705"/>
                    <a:pt x="1511" y="1710"/>
                    <a:pt x="1504" y="1708"/>
                  </a:cubicBezTo>
                  <a:cubicBezTo>
                    <a:pt x="1498" y="1707"/>
                    <a:pt x="1492" y="1697"/>
                    <a:pt x="1485" y="1701"/>
                  </a:cubicBezTo>
                  <a:cubicBezTo>
                    <a:pt x="1477" y="1705"/>
                    <a:pt x="1483" y="1711"/>
                    <a:pt x="1474" y="1711"/>
                  </a:cubicBezTo>
                  <a:cubicBezTo>
                    <a:pt x="1465" y="1711"/>
                    <a:pt x="1463" y="1697"/>
                    <a:pt x="1453" y="1691"/>
                  </a:cubicBezTo>
                  <a:cubicBezTo>
                    <a:pt x="1444" y="1686"/>
                    <a:pt x="1430" y="1691"/>
                    <a:pt x="1423" y="1686"/>
                  </a:cubicBezTo>
                  <a:cubicBezTo>
                    <a:pt x="1414" y="1678"/>
                    <a:pt x="1411" y="1663"/>
                    <a:pt x="1402" y="1655"/>
                  </a:cubicBezTo>
                  <a:cubicBezTo>
                    <a:pt x="1396" y="1650"/>
                    <a:pt x="1390" y="1648"/>
                    <a:pt x="1386" y="1641"/>
                  </a:cubicBezTo>
                  <a:cubicBezTo>
                    <a:pt x="1385" y="1639"/>
                    <a:pt x="1384" y="1637"/>
                    <a:pt x="1384" y="1635"/>
                  </a:cubicBezTo>
                  <a:cubicBezTo>
                    <a:pt x="1384" y="1633"/>
                    <a:pt x="1387" y="1632"/>
                    <a:pt x="1387" y="1630"/>
                  </a:cubicBezTo>
                  <a:cubicBezTo>
                    <a:pt x="1383" y="1608"/>
                    <a:pt x="1378" y="1632"/>
                    <a:pt x="1390" y="1614"/>
                  </a:cubicBezTo>
                  <a:cubicBezTo>
                    <a:pt x="1395" y="1608"/>
                    <a:pt x="1385" y="1579"/>
                    <a:pt x="1381" y="1572"/>
                  </a:cubicBezTo>
                  <a:cubicBezTo>
                    <a:pt x="1375" y="1562"/>
                    <a:pt x="1369" y="1554"/>
                    <a:pt x="1359" y="1546"/>
                  </a:cubicBezTo>
                  <a:cubicBezTo>
                    <a:pt x="1359" y="1546"/>
                    <a:pt x="1344" y="1534"/>
                    <a:pt x="1347" y="1534"/>
                  </a:cubicBezTo>
                  <a:cubicBezTo>
                    <a:pt x="1362" y="1534"/>
                    <a:pt x="1381" y="1574"/>
                    <a:pt x="1389" y="1585"/>
                  </a:cubicBezTo>
                  <a:cubicBezTo>
                    <a:pt x="1393" y="1592"/>
                    <a:pt x="1389" y="1582"/>
                    <a:pt x="1379" y="1563"/>
                  </a:cubicBezTo>
                  <a:cubicBezTo>
                    <a:pt x="1374" y="1552"/>
                    <a:pt x="1362" y="1542"/>
                    <a:pt x="1353" y="1535"/>
                  </a:cubicBezTo>
                  <a:cubicBezTo>
                    <a:pt x="1343" y="1525"/>
                    <a:pt x="1325" y="1542"/>
                    <a:pt x="1308" y="1542"/>
                  </a:cubicBezTo>
                  <a:cubicBezTo>
                    <a:pt x="1307" y="1542"/>
                    <a:pt x="1306" y="1541"/>
                    <a:pt x="1306" y="1540"/>
                  </a:cubicBezTo>
                  <a:cubicBezTo>
                    <a:pt x="1305" y="1529"/>
                    <a:pt x="1319" y="1529"/>
                    <a:pt x="1323" y="1520"/>
                  </a:cubicBezTo>
                  <a:cubicBezTo>
                    <a:pt x="1327" y="1513"/>
                    <a:pt x="1323" y="1489"/>
                    <a:pt x="1328" y="1489"/>
                  </a:cubicBezTo>
                  <a:cubicBezTo>
                    <a:pt x="1329" y="1489"/>
                    <a:pt x="1329" y="1487"/>
                    <a:pt x="1330" y="1487"/>
                  </a:cubicBezTo>
                  <a:cubicBezTo>
                    <a:pt x="1331" y="1480"/>
                    <a:pt x="1315" y="1471"/>
                    <a:pt x="1314" y="1467"/>
                  </a:cubicBezTo>
                  <a:cubicBezTo>
                    <a:pt x="1311" y="1459"/>
                    <a:pt x="1311" y="1457"/>
                    <a:pt x="1309" y="1452"/>
                  </a:cubicBezTo>
                  <a:cubicBezTo>
                    <a:pt x="1308" y="1450"/>
                    <a:pt x="1308" y="1447"/>
                    <a:pt x="1307" y="1448"/>
                  </a:cubicBezTo>
                  <a:cubicBezTo>
                    <a:pt x="1295" y="1453"/>
                    <a:pt x="1294" y="1503"/>
                    <a:pt x="1287" y="1508"/>
                  </a:cubicBezTo>
                  <a:cubicBezTo>
                    <a:pt x="1279" y="1514"/>
                    <a:pt x="1269" y="1504"/>
                    <a:pt x="1260" y="1511"/>
                  </a:cubicBezTo>
                  <a:cubicBezTo>
                    <a:pt x="1255" y="1515"/>
                    <a:pt x="1242" y="1519"/>
                    <a:pt x="1241" y="1518"/>
                  </a:cubicBezTo>
                  <a:cubicBezTo>
                    <a:pt x="1237" y="1511"/>
                    <a:pt x="1242" y="1512"/>
                    <a:pt x="1247" y="1507"/>
                  </a:cubicBezTo>
                  <a:cubicBezTo>
                    <a:pt x="1251" y="1503"/>
                    <a:pt x="1241" y="1501"/>
                    <a:pt x="1249" y="1495"/>
                  </a:cubicBezTo>
                  <a:cubicBezTo>
                    <a:pt x="1256" y="1490"/>
                    <a:pt x="1262" y="1496"/>
                    <a:pt x="1268" y="1496"/>
                  </a:cubicBezTo>
                  <a:cubicBezTo>
                    <a:pt x="1270" y="1496"/>
                    <a:pt x="1272" y="1495"/>
                    <a:pt x="1272" y="1494"/>
                  </a:cubicBezTo>
                  <a:cubicBezTo>
                    <a:pt x="1281" y="1476"/>
                    <a:pt x="1270" y="1463"/>
                    <a:pt x="1273" y="1447"/>
                  </a:cubicBezTo>
                  <a:cubicBezTo>
                    <a:pt x="1273" y="1445"/>
                    <a:pt x="1277" y="1447"/>
                    <a:pt x="1277" y="1446"/>
                  </a:cubicBezTo>
                  <a:cubicBezTo>
                    <a:pt x="1286" y="1431"/>
                    <a:pt x="1285" y="1427"/>
                    <a:pt x="1298" y="1416"/>
                  </a:cubicBezTo>
                  <a:cubicBezTo>
                    <a:pt x="1305" y="1410"/>
                    <a:pt x="1292" y="1400"/>
                    <a:pt x="1293" y="1391"/>
                  </a:cubicBezTo>
                  <a:cubicBezTo>
                    <a:pt x="1294" y="1385"/>
                    <a:pt x="1304" y="1389"/>
                    <a:pt x="1304" y="1381"/>
                  </a:cubicBezTo>
                  <a:cubicBezTo>
                    <a:pt x="1304" y="1379"/>
                    <a:pt x="1301" y="1377"/>
                    <a:pt x="1300" y="1375"/>
                  </a:cubicBezTo>
                  <a:cubicBezTo>
                    <a:pt x="1297" y="1368"/>
                    <a:pt x="1299" y="1351"/>
                    <a:pt x="1292" y="1347"/>
                  </a:cubicBezTo>
                  <a:cubicBezTo>
                    <a:pt x="1291" y="1347"/>
                    <a:pt x="1293" y="1376"/>
                    <a:pt x="1291" y="1376"/>
                  </a:cubicBezTo>
                  <a:cubicBezTo>
                    <a:pt x="1289" y="1376"/>
                    <a:pt x="1288" y="1374"/>
                    <a:pt x="1285" y="1374"/>
                  </a:cubicBezTo>
                  <a:cubicBezTo>
                    <a:pt x="1275" y="1374"/>
                    <a:pt x="1269" y="1410"/>
                    <a:pt x="1262" y="1416"/>
                  </a:cubicBezTo>
                  <a:cubicBezTo>
                    <a:pt x="1255" y="1421"/>
                    <a:pt x="1251" y="1416"/>
                    <a:pt x="1247" y="1418"/>
                  </a:cubicBezTo>
                  <a:cubicBezTo>
                    <a:pt x="1235" y="1423"/>
                    <a:pt x="1253" y="1420"/>
                    <a:pt x="1246" y="1424"/>
                  </a:cubicBezTo>
                  <a:cubicBezTo>
                    <a:pt x="1225" y="1437"/>
                    <a:pt x="1213" y="1447"/>
                    <a:pt x="1203" y="1470"/>
                  </a:cubicBezTo>
                  <a:cubicBezTo>
                    <a:pt x="1202" y="1472"/>
                    <a:pt x="1197" y="1469"/>
                    <a:pt x="1196" y="1471"/>
                  </a:cubicBezTo>
                  <a:cubicBezTo>
                    <a:pt x="1194" y="1474"/>
                    <a:pt x="1189" y="1485"/>
                    <a:pt x="1189" y="1489"/>
                  </a:cubicBezTo>
                  <a:cubicBezTo>
                    <a:pt x="1189" y="1492"/>
                    <a:pt x="1194" y="1485"/>
                    <a:pt x="1197" y="1483"/>
                  </a:cubicBezTo>
                  <a:cubicBezTo>
                    <a:pt x="1198" y="1483"/>
                    <a:pt x="1197" y="1496"/>
                    <a:pt x="1197" y="1498"/>
                  </a:cubicBezTo>
                  <a:cubicBezTo>
                    <a:pt x="1197" y="1502"/>
                    <a:pt x="1187" y="1492"/>
                    <a:pt x="1187" y="1492"/>
                  </a:cubicBezTo>
                  <a:cubicBezTo>
                    <a:pt x="1184" y="1493"/>
                    <a:pt x="1182" y="1498"/>
                    <a:pt x="1179" y="1498"/>
                  </a:cubicBezTo>
                  <a:cubicBezTo>
                    <a:pt x="1178" y="1498"/>
                    <a:pt x="1170" y="1483"/>
                    <a:pt x="1168" y="1481"/>
                  </a:cubicBezTo>
                  <a:cubicBezTo>
                    <a:pt x="1164" y="1480"/>
                    <a:pt x="1162" y="1474"/>
                    <a:pt x="1157" y="1473"/>
                  </a:cubicBezTo>
                  <a:cubicBezTo>
                    <a:pt x="1156" y="1473"/>
                    <a:pt x="1153" y="1477"/>
                    <a:pt x="1153" y="1475"/>
                  </a:cubicBezTo>
                  <a:cubicBezTo>
                    <a:pt x="1153" y="1472"/>
                    <a:pt x="1155" y="1469"/>
                    <a:pt x="1157" y="1466"/>
                  </a:cubicBezTo>
                  <a:cubicBezTo>
                    <a:pt x="1158" y="1466"/>
                    <a:pt x="1165" y="1481"/>
                    <a:pt x="1174" y="1476"/>
                  </a:cubicBezTo>
                  <a:cubicBezTo>
                    <a:pt x="1175" y="1476"/>
                    <a:pt x="1171" y="1476"/>
                    <a:pt x="1170" y="1475"/>
                  </a:cubicBezTo>
                  <a:cubicBezTo>
                    <a:pt x="1165" y="1469"/>
                    <a:pt x="1161" y="1456"/>
                    <a:pt x="1159" y="1449"/>
                  </a:cubicBezTo>
                  <a:cubicBezTo>
                    <a:pt x="1158" y="1443"/>
                    <a:pt x="1161" y="1434"/>
                    <a:pt x="1154" y="1428"/>
                  </a:cubicBezTo>
                  <a:cubicBezTo>
                    <a:pt x="1153" y="1427"/>
                    <a:pt x="1138" y="1417"/>
                    <a:pt x="1138" y="1416"/>
                  </a:cubicBezTo>
                  <a:cubicBezTo>
                    <a:pt x="1143" y="1404"/>
                    <a:pt x="1137" y="1400"/>
                    <a:pt x="1130" y="1391"/>
                  </a:cubicBezTo>
                  <a:cubicBezTo>
                    <a:pt x="1129" y="1391"/>
                    <a:pt x="1132" y="1392"/>
                    <a:pt x="1132" y="1391"/>
                  </a:cubicBezTo>
                  <a:cubicBezTo>
                    <a:pt x="1136" y="1389"/>
                    <a:pt x="1124" y="1384"/>
                    <a:pt x="1126" y="1387"/>
                  </a:cubicBezTo>
                  <a:cubicBezTo>
                    <a:pt x="1126" y="1389"/>
                    <a:pt x="1129" y="1392"/>
                    <a:pt x="1128" y="1391"/>
                  </a:cubicBezTo>
                  <a:cubicBezTo>
                    <a:pt x="1124" y="1389"/>
                    <a:pt x="1119" y="1389"/>
                    <a:pt x="1115" y="1386"/>
                  </a:cubicBezTo>
                  <a:cubicBezTo>
                    <a:pt x="1113" y="1385"/>
                    <a:pt x="1114" y="1378"/>
                    <a:pt x="1112" y="1379"/>
                  </a:cubicBezTo>
                  <a:cubicBezTo>
                    <a:pt x="1109" y="1381"/>
                    <a:pt x="1113" y="1385"/>
                    <a:pt x="1112" y="1388"/>
                  </a:cubicBezTo>
                  <a:cubicBezTo>
                    <a:pt x="1111" y="1390"/>
                    <a:pt x="1110" y="1386"/>
                    <a:pt x="1109" y="1385"/>
                  </a:cubicBezTo>
                  <a:cubicBezTo>
                    <a:pt x="1107" y="1380"/>
                    <a:pt x="1107" y="1376"/>
                    <a:pt x="1105" y="1373"/>
                  </a:cubicBezTo>
                  <a:cubicBezTo>
                    <a:pt x="1104" y="1371"/>
                    <a:pt x="1100" y="1374"/>
                    <a:pt x="1100" y="1372"/>
                  </a:cubicBezTo>
                  <a:cubicBezTo>
                    <a:pt x="1099" y="1370"/>
                    <a:pt x="1103" y="1368"/>
                    <a:pt x="1102" y="1366"/>
                  </a:cubicBezTo>
                  <a:cubicBezTo>
                    <a:pt x="1102" y="1363"/>
                    <a:pt x="1097" y="1362"/>
                    <a:pt x="1097" y="1360"/>
                  </a:cubicBezTo>
                  <a:cubicBezTo>
                    <a:pt x="1098" y="1356"/>
                    <a:pt x="1112" y="1368"/>
                    <a:pt x="1110" y="1356"/>
                  </a:cubicBezTo>
                  <a:cubicBezTo>
                    <a:pt x="1107" y="1334"/>
                    <a:pt x="1092" y="1352"/>
                    <a:pt x="1088" y="1347"/>
                  </a:cubicBezTo>
                  <a:cubicBezTo>
                    <a:pt x="1083" y="1341"/>
                    <a:pt x="1092" y="1340"/>
                    <a:pt x="1092" y="1339"/>
                  </a:cubicBezTo>
                  <a:cubicBezTo>
                    <a:pt x="1093" y="1337"/>
                    <a:pt x="1076" y="1320"/>
                    <a:pt x="1076" y="1320"/>
                  </a:cubicBezTo>
                  <a:cubicBezTo>
                    <a:pt x="1074" y="1319"/>
                    <a:pt x="1075" y="1324"/>
                    <a:pt x="1073" y="1324"/>
                  </a:cubicBezTo>
                  <a:cubicBezTo>
                    <a:pt x="1071" y="1324"/>
                    <a:pt x="1070" y="1321"/>
                    <a:pt x="1068" y="1321"/>
                  </a:cubicBezTo>
                  <a:cubicBezTo>
                    <a:pt x="1066" y="1320"/>
                    <a:pt x="1071" y="1326"/>
                    <a:pt x="1069" y="1327"/>
                  </a:cubicBezTo>
                  <a:cubicBezTo>
                    <a:pt x="1066" y="1328"/>
                    <a:pt x="1063" y="1325"/>
                    <a:pt x="1060" y="1325"/>
                  </a:cubicBezTo>
                  <a:cubicBezTo>
                    <a:pt x="1057" y="1325"/>
                    <a:pt x="1053" y="1329"/>
                    <a:pt x="1051" y="1327"/>
                  </a:cubicBezTo>
                  <a:cubicBezTo>
                    <a:pt x="1043" y="1320"/>
                    <a:pt x="1040" y="1310"/>
                    <a:pt x="1025" y="1309"/>
                  </a:cubicBezTo>
                  <a:cubicBezTo>
                    <a:pt x="1018" y="1309"/>
                    <a:pt x="1010" y="1322"/>
                    <a:pt x="1002" y="1316"/>
                  </a:cubicBezTo>
                  <a:cubicBezTo>
                    <a:pt x="986" y="1303"/>
                    <a:pt x="973" y="1291"/>
                    <a:pt x="953" y="1284"/>
                  </a:cubicBezTo>
                  <a:cubicBezTo>
                    <a:pt x="948" y="1282"/>
                    <a:pt x="939" y="1292"/>
                    <a:pt x="934" y="1293"/>
                  </a:cubicBezTo>
                  <a:cubicBezTo>
                    <a:pt x="925" y="1295"/>
                    <a:pt x="912" y="1290"/>
                    <a:pt x="903" y="1289"/>
                  </a:cubicBezTo>
                  <a:cubicBezTo>
                    <a:pt x="886" y="1287"/>
                    <a:pt x="861" y="1293"/>
                    <a:pt x="845" y="1295"/>
                  </a:cubicBezTo>
                  <a:cubicBezTo>
                    <a:pt x="835" y="1297"/>
                    <a:pt x="827" y="1304"/>
                    <a:pt x="821" y="1308"/>
                  </a:cubicBezTo>
                  <a:cubicBezTo>
                    <a:pt x="804" y="1318"/>
                    <a:pt x="780" y="1325"/>
                    <a:pt x="761" y="1331"/>
                  </a:cubicBezTo>
                  <a:cubicBezTo>
                    <a:pt x="733" y="1339"/>
                    <a:pt x="705" y="1329"/>
                    <a:pt x="678" y="1337"/>
                  </a:cubicBezTo>
                  <a:cubicBezTo>
                    <a:pt x="656" y="1344"/>
                    <a:pt x="639" y="1366"/>
                    <a:pt x="616" y="1373"/>
                  </a:cubicBezTo>
                  <a:cubicBezTo>
                    <a:pt x="606" y="1376"/>
                    <a:pt x="598" y="1372"/>
                    <a:pt x="589" y="1380"/>
                  </a:cubicBezTo>
                  <a:cubicBezTo>
                    <a:pt x="582" y="1388"/>
                    <a:pt x="574" y="1437"/>
                    <a:pt x="558" y="1437"/>
                  </a:cubicBezTo>
                  <a:cubicBezTo>
                    <a:pt x="552" y="1437"/>
                    <a:pt x="559" y="1430"/>
                    <a:pt x="551" y="1433"/>
                  </a:cubicBezTo>
                  <a:cubicBezTo>
                    <a:pt x="549" y="1434"/>
                    <a:pt x="545" y="1443"/>
                    <a:pt x="541" y="1440"/>
                  </a:cubicBezTo>
                  <a:cubicBezTo>
                    <a:pt x="525" y="1429"/>
                    <a:pt x="542" y="1435"/>
                    <a:pt x="518" y="1432"/>
                  </a:cubicBezTo>
                  <a:cubicBezTo>
                    <a:pt x="514" y="1432"/>
                    <a:pt x="489" y="1441"/>
                    <a:pt x="488" y="1440"/>
                  </a:cubicBezTo>
                  <a:cubicBezTo>
                    <a:pt x="483" y="1439"/>
                    <a:pt x="483" y="1433"/>
                    <a:pt x="479" y="1430"/>
                  </a:cubicBezTo>
                  <a:cubicBezTo>
                    <a:pt x="477" y="1428"/>
                    <a:pt x="472" y="1434"/>
                    <a:pt x="469" y="1433"/>
                  </a:cubicBezTo>
                  <a:cubicBezTo>
                    <a:pt x="458" y="1432"/>
                    <a:pt x="443" y="1428"/>
                    <a:pt x="435" y="1428"/>
                  </a:cubicBezTo>
                  <a:cubicBezTo>
                    <a:pt x="418" y="1428"/>
                    <a:pt x="400" y="1437"/>
                    <a:pt x="384" y="1437"/>
                  </a:cubicBezTo>
                  <a:cubicBezTo>
                    <a:pt x="381" y="1437"/>
                    <a:pt x="383" y="1433"/>
                    <a:pt x="381" y="1432"/>
                  </a:cubicBezTo>
                  <a:cubicBezTo>
                    <a:pt x="377" y="1431"/>
                    <a:pt x="355" y="1451"/>
                    <a:pt x="353" y="1457"/>
                  </a:cubicBezTo>
                  <a:cubicBezTo>
                    <a:pt x="349" y="1467"/>
                    <a:pt x="356" y="1456"/>
                    <a:pt x="356" y="1463"/>
                  </a:cubicBezTo>
                  <a:cubicBezTo>
                    <a:pt x="356" y="1469"/>
                    <a:pt x="349" y="1460"/>
                    <a:pt x="347" y="1464"/>
                  </a:cubicBezTo>
                  <a:cubicBezTo>
                    <a:pt x="347" y="1465"/>
                    <a:pt x="344" y="1474"/>
                    <a:pt x="341" y="1473"/>
                  </a:cubicBezTo>
                  <a:cubicBezTo>
                    <a:pt x="340" y="1473"/>
                    <a:pt x="339" y="1471"/>
                    <a:pt x="338" y="1470"/>
                  </a:cubicBezTo>
                  <a:cubicBezTo>
                    <a:pt x="335" y="1469"/>
                    <a:pt x="331" y="1468"/>
                    <a:pt x="328" y="1468"/>
                  </a:cubicBezTo>
                  <a:cubicBezTo>
                    <a:pt x="317" y="1467"/>
                    <a:pt x="319" y="1480"/>
                    <a:pt x="311" y="1482"/>
                  </a:cubicBezTo>
                  <a:cubicBezTo>
                    <a:pt x="306" y="1484"/>
                    <a:pt x="302" y="1482"/>
                    <a:pt x="300" y="1488"/>
                  </a:cubicBezTo>
                  <a:cubicBezTo>
                    <a:pt x="298" y="1490"/>
                    <a:pt x="300" y="1493"/>
                    <a:pt x="298" y="1496"/>
                  </a:cubicBezTo>
                  <a:cubicBezTo>
                    <a:pt x="297" y="1499"/>
                    <a:pt x="291" y="1496"/>
                    <a:pt x="287" y="1498"/>
                  </a:cubicBezTo>
                  <a:cubicBezTo>
                    <a:pt x="286" y="1499"/>
                    <a:pt x="289" y="1503"/>
                    <a:pt x="288" y="1503"/>
                  </a:cubicBezTo>
                  <a:cubicBezTo>
                    <a:pt x="273" y="1503"/>
                    <a:pt x="278" y="1495"/>
                    <a:pt x="276" y="1509"/>
                  </a:cubicBezTo>
                  <a:cubicBezTo>
                    <a:pt x="276" y="1510"/>
                    <a:pt x="262" y="1504"/>
                    <a:pt x="261" y="1504"/>
                  </a:cubicBezTo>
                  <a:cubicBezTo>
                    <a:pt x="257" y="1505"/>
                    <a:pt x="252" y="1512"/>
                    <a:pt x="245" y="1504"/>
                  </a:cubicBezTo>
                  <a:cubicBezTo>
                    <a:pt x="243" y="1502"/>
                    <a:pt x="254" y="1501"/>
                    <a:pt x="247" y="1500"/>
                  </a:cubicBezTo>
                  <a:cubicBezTo>
                    <a:pt x="244" y="1499"/>
                    <a:pt x="239" y="1506"/>
                    <a:pt x="233" y="1506"/>
                  </a:cubicBezTo>
                  <a:cubicBezTo>
                    <a:pt x="230" y="1506"/>
                    <a:pt x="228" y="1500"/>
                    <a:pt x="225" y="1501"/>
                  </a:cubicBezTo>
                  <a:cubicBezTo>
                    <a:pt x="224" y="1501"/>
                    <a:pt x="209" y="1505"/>
                    <a:pt x="208" y="1505"/>
                  </a:cubicBezTo>
                  <a:cubicBezTo>
                    <a:pt x="199" y="1503"/>
                    <a:pt x="203" y="1498"/>
                    <a:pt x="195" y="1494"/>
                  </a:cubicBezTo>
                  <a:cubicBezTo>
                    <a:pt x="194" y="1493"/>
                    <a:pt x="194" y="1498"/>
                    <a:pt x="193" y="1498"/>
                  </a:cubicBezTo>
                  <a:cubicBezTo>
                    <a:pt x="187" y="1498"/>
                    <a:pt x="180" y="1496"/>
                    <a:pt x="175" y="1492"/>
                  </a:cubicBezTo>
                  <a:cubicBezTo>
                    <a:pt x="167" y="1484"/>
                    <a:pt x="163" y="1470"/>
                    <a:pt x="151" y="1465"/>
                  </a:cubicBezTo>
                  <a:cubicBezTo>
                    <a:pt x="145" y="1463"/>
                    <a:pt x="125" y="1460"/>
                    <a:pt x="121" y="1456"/>
                  </a:cubicBezTo>
                  <a:cubicBezTo>
                    <a:pt x="119" y="1453"/>
                    <a:pt x="118" y="1426"/>
                    <a:pt x="118" y="1421"/>
                  </a:cubicBezTo>
                  <a:cubicBezTo>
                    <a:pt x="117" y="1417"/>
                    <a:pt x="116" y="1410"/>
                    <a:pt x="119" y="1410"/>
                  </a:cubicBezTo>
                  <a:cubicBezTo>
                    <a:pt x="124" y="1409"/>
                    <a:pt x="127" y="1417"/>
                    <a:pt x="132" y="1417"/>
                  </a:cubicBezTo>
                  <a:cubicBezTo>
                    <a:pt x="146" y="1417"/>
                    <a:pt x="143" y="1406"/>
                    <a:pt x="150" y="1398"/>
                  </a:cubicBezTo>
                  <a:cubicBezTo>
                    <a:pt x="152" y="1395"/>
                    <a:pt x="154" y="1401"/>
                    <a:pt x="155" y="1395"/>
                  </a:cubicBezTo>
                  <a:cubicBezTo>
                    <a:pt x="156" y="1389"/>
                    <a:pt x="152" y="1397"/>
                    <a:pt x="151" y="1394"/>
                  </a:cubicBezTo>
                  <a:cubicBezTo>
                    <a:pt x="150" y="1385"/>
                    <a:pt x="143" y="1358"/>
                    <a:pt x="150" y="1349"/>
                  </a:cubicBezTo>
                  <a:cubicBezTo>
                    <a:pt x="151" y="1348"/>
                    <a:pt x="146" y="1364"/>
                    <a:pt x="153" y="1363"/>
                  </a:cubicBezTo>
                  <a:cubicBezTo>
                    <a:pt x="156" y="1362"/>
                    <a:pt x="155" y="1357"/>
                    <a:pt x="155" y="1353"/>
                  </a:cubicBezTo>
                  <a:cubicBezTo>
                    <a:pt x="155" y="1348"/>
                    <a:pt x="150" y="1338"/>
                    <a:pt x="151" y="1332"/>
                  </a:cubicBezTo>
                  <a:cubicBezTo>
                    <a:pt x="152" y="1324"/>
                    <a:pt x="153" y="1319"/>
                    <a:pt x="152" y="1309"/>
                  </a:cubicBezTo>
                  <a:cubicBezTo>
                    <a:pt x="150" y="1292"/>
                    <a:pt x="119" y="1246"/>
                    <a:pt x="112" y="1224"/>
                  </a:cubicBezTo>
                  <a:cubicBezTo>
                    <a:pt x="106" y="1209"/>
                    <a:pt x="103" y="1192"/>
                    <a:pt x="103" y="1175"/>
                  </a:cubicBezTo>
                  <a:cubicBezTo>
                    <a:pt x="103" y="1171"/>
                    <a:pt x="106" y="1166"/>
                    <a:pt x="105" y="1162"/>
                  </a:cubicBezTo>
                  <a:cubicBezTo>
                    <a:pt x="103" y="1146"/>
                    <a:pt x="91" y="1138"/>
                    <a:pt x="84" y="1124"/>
                  </a:cubicBezTo>
                  <a:cubicBezTo>
                    <a:pt x="81" y="1116"/>
                    <a:pt x="83" y="1109"/>
                    <a:pt x="78" y="1102"/>
                  </a:cubicBezTo>
                  <a:cubicBezTo>
                    <a:pt x="72" y="1093"/>
                    <a:pt x="61" y="1084"/>
                    <a:pt x="58" y="1075"/>
                  </a:cubicBezTo>
                  <a:cubicBezTo>
                    <a:pt x="55" y="1067"/>
                    <a:pt x="55" y="1061"/>
                    <a:pt x="57" y="1055"/>
                  </a:cubicBezTo>
                  <a:cubicBezTo>
                    <a:pt x="60" y="1041"/>
                    <a:pt x="44" y="1020"/>
                    <a:pt x="38" y="1008"/>
                  </a:cubicBezTo>
                  <a:cubicBezTo>
                    <a:pt x="32" y="995"/>
                    <a:pt x="18" y="986"/>
                    <a:pt x="11" y="974"/>
                  </a:cubicBezTo>
                  <a:cubicBezTo>
                    <a:pt x="9" y="971"/>
                    <a:pt x="9" y="968"/>
                    <a:pt x="8" y="965"/>
                  </a:cubicBezTo>
                  <a:cubicBezTo>
                    <a:pt x="6" y="963"/>
                    <a:pt x="4" y="961"/>
                    <a:pt x="3" y="959"/>
                  </a:cubicBezTo>
                  <a:cubicBezTo>
                    <a:pt x="2" y="958"/>
                    <a:pt x="0" y="955"/>
                    <a:pt x="1" y="955"/>
                  </a:cubicBezTo>
                  <a:cubicBezTo>
                    <a:pt x="3" y="955"/>
                    <a:pt x="4" y="960"/>
                    <a:pt x="6" y="959"/>
                  </a:cubicBezTo>
                  <a:cubicBezTo>
                    <a:pt x="8" y="959"/>
                    <a:pt x="6" y="957"/>
                    <a:pt x="6" y="955"/>
                  </a:cubicBezTo>
                  <a:cubicBezTo>
                    <a:pt x="7" y="952"/>
                    <a:pt x="5" y="946"/>
                    <a:pt x="8" y="947"/>
                  </a:cubicBezTo>
                  <a:cubicBezTo>
                    <a:pt x="14" y="950"/>
                    <a:pt x="3" y="963"/>
                    <a:pt x="11" y="965"/>
                  </a:cubicBezTo>
                  <a:cubicBezTo>
                    <a:pt x="14" y="966"/>
                    <a:pt x="12" y="960"/>
                    <a:pt x="12" y="957"/>
                  </a:cubicBezTo>
                  <a:cubicBezTo>
                    <a:pt x="13" y="954"/>
                    <a:pt x="8" y="948"/>
                    <a:pt x="11" y="947"/>
                  </a:cubicBezTo>
                  <a:cubicBezTo>
                    <a:pt x="16" y="946"/>
                    <a:pt x="21" y="991"/>
                    <a:pt x="20" y="962"/>
                  </a:cubicBezTo>
                  <a:cubicBezTo>
                    <a:pt x="20" y="962"/>
                    <a:pt x="20" y="975"/>
                    <a:pt x="23" y="982"/>
                  </a:cubicBezTo>
                  <a:cubicBezTo>
                    <a:pt x="24" y="984"/>
                    <a:pt x="25" y="978"/>
                    <a:pt x="26" y="976"/>
                  </a:cubicBezTo>
                  <a:cubicBezTo>
                    <a:pt x="26" y="976"/>
                    <a:pt x="24" y="988"/>
                    <a:pt x="32" y="983"/>
                  </a:cubicBezTo>
                  <a:cubicBezTo>
                    <a:pt x="33" y="982"/>
                    <a:pt x="36" y="982"/>
                    <a:pt x="37" y="981"/>
                  </a:cubicBezTo>
                  <a:cubicBezTo>
                    <a:pt x="48" y="970"/>
                    <a:pt x="25" y="958"/>
                    <a:pt x="22" y="950"/>
                  </a:cubicBezTo>
                  <a:cubicBezTo>
                    <a:pt x="19" y="943"/>
                    <a:pt x="19" y="934"/>
                    <a:pt x="17" y="927"/>
                  </a:cubicBezTo>
                  <a:cubicBezTo>
                    <a:pt x="16" y="925"/>
                    <a:pt x="17" y="932"/>
                    <a:pt x="15" y="932"/>
                  </a:cubicBezTo>
                  <a:cubicBezTo>
                    <a:pt x="11" y="932"/>
                    <a:pt x="13" y="916"/>
                    <a:pt x="17" y="916"/>
                  </a:cubicBezTo>
                  <a:cubicBezTo>
                    <a:pt x="19" y="917"/>
                    <a:pt x="18" y="921"/>
                    <a:pt x="19" y="922"/>
                  </a:cubicBezTo>
                  <a:cubicBezTo>
                    <a:pt x="23" y="928"/>
                    <a:pt x="32" y="932"/>
                    <a:pt x="32" y="940"/>
                  </a:cubicBezTo>
                  <a:cubicBezTo>
                    <a:pt x="32" y="946"/>
                    <a:pt x="25" y="950"/>
                    <a:pt x="31" y="957"/>
                  </a:cubicBezTo>
                  <a:cubicBezTo>
                    <a:pt x="37" y="966"/>
                    <a:pt x="37" y="937"/>
                    <a:pt x="39" y="944"/>
                  </a:cubicBezTo>
                  <a:cubicBezTo>
                    <a:pt x="42" y="951"/>
                    <a:pt x="43" y="984"/>
                    <a:pt x="56" y="969"/>
                  </a:cubicBezTo>
                  <a:cubicBezTo>
                    <a:pt x="58" y="966"/>
                    <a:pt x="55" y="957"/>
                    <a:pt x="55" y="956"/>
                  </a:cubicBezTo>
                  <a:cubicBezTo>
                    <a:pt x="55" y="955"/>
                    <a:pt x="59" y="942"/>
                    <a:pt x="57" y="939"/>
                  </a:cubicBezTo>
                  <a:cubicBezTo>
                    <a:pt x="55" y="934"/>
                    <a:pt x="46" y="927"/>
                    <a:pt x="43" y="921"/>
                  </a:cubicBezTo>
                  <a:cubicBezTo>
                    <a:pt x="36" y="910"/>
                    <a:pt x="32" y="898"/>
                    <a:pt x="26" y="888"/>
                  </a:cubicBezTo>
                  <a:cubicBezTo>
                    <a:pt x="24" y="885"/>
                    <a:pt x="23" y="872"/>
                    <a:pt x="23" y="872"/>
                  </a:cubicBezTo>
                  <a:cubicBezTo>
                    <a:pt x="20" y="866"/>
                    <a:pt x="11" y="861"/>
                    <a:pt x="9" y="854"/>
                  </a:cubicBezTo>
                  <a:cubicBezTo>
                    <a:pt x="4" y="841"/>
                    <a:pt x="10" y="812"/>
                    <a:pt x="18" y="802"/>
                  </a:cubicBezTo>
                  <a:cubicBezTo>
                    <a:pt x="24" y="795"/>
                    <a:pt x="27" y="798"/>
                    <a:pt x="28" y="791"/>
                  </a:cubicBezTo>
                  <a:cubicBezTo>
                    <a:pt x="29" y="783"/>
                    <a:pt x="29" y="771"/>
                    <a:pt x="30" y="763"/>
                  </a:cubicBezTo>
                  <a:cubicBezTo>
                    <a:pt x="31" y="752"/>
                    <a:pt x="19" y="745"/>
                    <a:pt x="20" y="735"/>
                  </a:cubicBezTo>
                  <a:cubicBezTo>
                    <a:pt x="20" y="735"/>
                    <a:pt x="31" y="703"/>
                    <a:pt x="32" y="700"/>
                  </a:cubicBezTo>
                  <a:cubicBezTo>
                    <a:pt x="35" y="695"/>
                    <a:pt x="39" y="686"/>
                    <a:pt x="47" y="689"/>
                  </a:cubicBezTo>
                  <a:cubicBezTo>
                    <a:pt x="48" y="689"/>
                    <a:pt x="45" y="691"/>
                    <a:pt x="45" y="692"/>
                  </a:cubicBezTo>
                  <a:cubicBezTo>
                    <a:pt x="45" y="692"/>
                    <a:pt x="42" y="712"/>
                    <a:pt x="42" y="712"/>
                  </a:cubicBezTo>
                  <a:cubicBezTo>
                    <a:pt x="42" y="722"/>
                    <a:pt x="47" y="716"/>
                    <a:pt x="45" y="726"/>
                  </a:cubicBezTo>
                  <a:cubicBezTo>
                    <a:pt x="45" y="728"/>
                    <a:pt x="45" y="731"/>
                    <a:pt x="46" y="731"/>
                  </a:cubicBezTo>
                  <a:cubicBezTo>
                    <a:pt x="61" y="733"/>
                    <a:pt x="48" y="727"/>
                    <a:pt x="57" y="730"/>
                  </a:cubicBezTo>
                  <a:cubicBezTo>
                    <a:pt x="61" y="731"/>
                    <a:pt x="60" y="716"/>
                    <a:pt x="61" y="714"/>
                  </a:cubicBezTo>
                  <a:cubicBezTo>
                    <a:pt x="62" y="711"/>
                    <a:pt x="69" y="691"/>
                    <a:pt x="73" y="688"/>
                  </a:cubicBezTo>
                  <a:cubicBezTo>
                    <a:pt x="86" y="681"/>
                    <a:pt x="104" y="677"/>
                    <a:pt x="115" y="669"/>
                  </a:cubicBezTo>
                  <a:cubicBezTo>
                    <a:pt x="122" y="663"/>
                    <a:pt x="130" y="648"/>
                    <a:pt x="136" y="643"/>
                  </a:cubicBezTo>
                  <a:cubicBezTo>
                    <a:pt x="147" y="633"/>
                    <a:pt x="162" y="628"/>
                    <a:pt x="175" y="621"/>
                  </a:cubicBezTo>
                  <a:cubicBezTo>
                    <a:pt x="178" y="620"/>
                    <a:pt x="181" y="611"/>
                    <a:pt x="185" y="609"/>
                  </a:cubicBezTo>
                  <a:cubicBezTo>
                    <a:pt x="191" y="605"/>
                    <a:pt x="179" y="620"/>
                    <a:pt x="185" y="620"/>
                  </a:cubicBezTo>
                  <a:cubicBezTo>
                    <a:pt x="191" y="620"/>
                    <a:pt x="198" y="615"/>
                    <a:pt x="203" y="612"/>
                  </a:cubicBezTo>
                  <a:cubicBezTo>
                    <a:pt x="203" y="612"/>
                    <a:pt x="202" y="622"/>
                    <a:pt x="212" y="622"/>
                  </a:cubicBezTo>
                  <a:cubicBezTo>
                    <a:pt x="219" y="623"/>
                    <a:pt x="224" y="618"/>
                    <a:pt x="228" y="619"/>
                  </a:cubicBezTo>
                  <a:cubicBezTo>
                    <a:pt x="237" y="622"/>
                    <a:pt x="248" y="601"/>
                    <a:pt x="256" y="598"/>
                  </a:cubicBezTo>
                  <a:cubicBezTo>
                    <a:pt x="263" y="596"/>
                    <a:pt x="286" y="601"/>
                    <a:pt x="292" y="594"/>
                  </a:cubicBezTo>
                  <a:cubicBezTo>
                    <a:pt x="300" y="584"/>
                    <a:pt x="301" y="578"/>
                    <a:pt x="311" y="573"/>
                  </a:cubicBezTo>
                  <a:cubicBezTo>
                    <a:pt x="317" y="570"/>
                    <a:pt x="327" y="582"/>
                    <a:pt x="331" y="582"/>
                  </a:cubicBezTo>
                  <a:cubicBezTo>
                    <a:pt x="333" y="582"/>
                    <a:pt x="339" y="575"/>
                    <a:pt x="341" y="574"/>
                  </a:cubicBezTo>
                  <a:cubicBezTo>
                    <a:pt x="358" y="567"/>
                    <a:pt x="377" y="567"/>
                    <a:pt x="397" y="557"/>
                  </a:cubicBezTo>
                  <a:cubicBezTo>
                    <a:pt x="413" y="549"/>
                    <a:pt x="439" y="523"/>
                    <a:pt x="439" y="503"/>
                  </a:cubicBezTo>
                  <a:cubicBezTo>
                    <a:pt x="439" y="501"/>
                    <a:pt x="436" y="498"/>
                    <a:pt x="437" y="497"/>
                  </a:cubicBezTo>
                  <a:cubicBezTo>
                    <a:pt x="440" y="491"/>
                    <a:pt x="444" y="501"/>
                    <a:pt x="446" y="493"/>
                  </a:cubicBezTo>
                  <a:cubicBezTo>
                    <a:pt x="447" y="490"/>
                    <a:pt x="444" y="483"/>
                    <a:pt x="448" y="480"/>
                  </a:cubicBezTo>
                  <a:cubicBezTo>
                    <a:pt x="449" y="479"/>
                    <a:pt x="451" y="483"/>
                    <a:pt x="453" y="482"/>
                  </a:cubicBezTo>
                  <a:cubicBezTo>
                    <a:pt x="455" y="481"/>
                    <a:pt x="477" y="462"/>
                    <a:pt x="478" y="461"/>
                  </a:cubicBezTo>
                  <a:cubicBezTo>
                    <a:pt x="485" y="443"/>
                    <a:pt x="471" y="454"/>
                    <a:pt x="467" y="453"/>
                  </a:cubicBezTo>
                  <a:cubicBezTo>
                    <a:pt x="465" y="452"/>
                    <a:pt x="471" y="453"/>
                    <a:pt x="469" y="439"/>
                  </a:cubicBezTo>
                  <a:cubicBezTo>
                    <a:pt x="467" y="431"/>
                    <a:pt x="459" y="416"/>
                    <a:pt x="467" y="407"/>
                  </a:cubicBezTo>
                  <a:cubicBezTo>
                    <a:pt x="474" y="399"/>
                    <a:pt x="477" y="390"/>
                    <a:pt x="483" y="386"/>
                  </a:cubicBezTo>
                  <a:cubicBezTo>
                    <a:pt x="485" y="385"/>
                    <a:pt x="487" y="390"/>
                    <a:pt x="488" y="388"/>
                  </a:cubicBezTo>
                  <a:cubicBezTo>
                    <a:pt x="489" y="385"/>
                    <a:pt x="487" y="381"/>
                    <a:pt x="488" y="378"/>
                  </a:cubicBezTo>
                  <a:cubicBezTo>
                    <a:pt x="490" y="374"/>
                    <a:pt x="502" y="383"/>
                    <a:pt x="502" y="379"/>
                  </a:cubicBezTo>
                  <a:cubicBezTo>
                    <a:pt x="502" y="376"/>
                    <a:pt x="497" y="375"/>
                    <a:pt x="496" y="373"/>
                  </a:cubicBezTo>
                  <a:cubicBezTo>
                    <a:pt x="496" y="369"/>
                    <a:pt x="509" y="350"/>
                    <a:pt x="514" y="357"/>
                  </a:cubicBezTo>
                  <a:cubicBezTo>
                    <a:pt x="516" y="360"/>
                    <a:pt x="508" y="363"/>
                    <a:pt x="508" y="367"/>
                  </a:cubicBezTo>
                  <a:cubicBezTo>
                    <a:pt x="508" y="374"/>
                    <a:pt x="511" y="366"/>
                    <a:pt x="513" y="369"/>
                  </a:cubicBezTo>
                  <a:cubicBezTo>
                    <a:pt x="515" y="370"/>
                    <a:pt x="513" y="373"/>
                    <a:pt x="514" y="375"/>
                  </a:cubicBezTo>
                  <a:cubicBezTo>
                    <a:pt x="515" y="376"/>
                    <a:pt x="517" y="374"/>
                    <a:pt x="518" y="375"/>
                  </a:cubicBezTo>
                  <a:cubicBezTo>
                    <a:pt x="519" y="375"/>
                    <a:pt x="520" y="373"/>
                    <a:pt x="521" y="374"/>
                  </a:cubicBezTo>
                  <a:cubicBezTo>
                    <a:pt x="522" y="374"/>
                    <a:pt x="519" y="376"/>
                    <a:pt x="518" y="378"/>
                  </a:cubicBezTo>
                  <a:cubicBezTo>
                    <a:pt x="516" y="381"/>
                    <a:pt x="520" y="379"/>
                    <a:pt x="522" y="380"/>
                  </a:cubicBezTo>
                  <a:cubicBezTo>
                    <a:pt x="524" y="381"/>
                    <a:pt x="519" y="385"/>
                    <a:pt x="520" y="387"/>
                  </a:cubicBezTo>
                  <a:cubicBezTo>
                    <a:pt x="522" y="391"/>
                    <a:pt x="530" y="399"/>
                    <a:pt x="533" y="404"/>
                  </a:cubicBezTo>
                  <a:cubicBezTo>
                    <a:pt x="538" y="415"/>
                    <a:pt x="542" y="423"/>
                    <a:pt x="543" y="436"/>
                  </a:cubicBezTo>
                  <a:cubicBezTo>
                    <a:pt x="543" y="441"/>
                    <a:pt x="547" y="443"/>
                    <a:pt x="550" y="446"/>
                  </a:cubicBezTo>
                  <a:cubicBezTo>
                    <a:pt x="551" y="447"/>
                    <a:pt x="553" y="449"/>
                    <a:pt x="553" y="448"/>
                  </a:cubicBezTo>
                  <a:cubicBezTo>
                    <a:pt x="549" y="438"/>
                    <a:pt x="543" y="431"/>
                    <a:pt x="543" y="419"/>
                  </a:cubicBezTo>
                  <a:cubicBezTo>
                    <a:pt x="542" y="411"/>
                    <a:pt x="550" y="407"/>
                    <a:pt x="549" y="405"/>
                  </a:cubicBezTo>
                  <a:cubicBezTo>
                    <a:pt x="545" y="398"/>
                    <a:pt x="541" y="402"/>
                    <a:pt x="543" y="393"/>
                  </a:cubicBezTo>
                  <a:cubicBezTo>
                    <a:pt x="544" y="388"/>
                    <a:pt x="552" y="405"/>
                    <a:pt x="555" y="402"/>
                  </a:cubicBezTo>
                  <a:cubicBezTo>
                    <a:pt x="558" y="400"/>
                    <a:pt x="558" y="396"/>
                    <a:pt x="558" y="393"/>
                  </a:cubicBezTo>
                  <a:cubicBezTo>
                    <a:pt x="559" y="392"/>
                    <a:pt x="556" y="390"/>
                    <a:pt x="556" y="389"/>
                  </a:cubicBezTo>
                  <a:cubicBezTo>
                    <a:pt x="557" y="386"/>
                    <a:pt x="563" y="384"/>
                    <a:pt x="562" y="382"/>
                  </a:cubicBezTo>
                  <a:cubicBezTo>
                    <a:pt x="560" y="379"/>
                    <a:pt x="555" y="383"/>
                    <a:pt x="552" y="382"/>
                  </a:cubicBezTo>
                  <a:cubicBezTo>
                    <a:pt x="547" y="380"/>
                    <a:pt x="543" y="376"/>
                    <a:pt x="541" y="371"/>
                  </a:cubicBezTo>
                  <a:cubicBezTo>
                    <a:pt x="540" y="368"/>
                    <a:pt x="546" y="366"/>
                    <a:pt x="545" y="363"/>
                  </a:cubicBezTo>
                  <a:cubicBezTo>
                    <a:pt x="531" y="346"/>
                    <a:pt x="535" y="375"/>
                    <a:pt x="545" y="360"/>
                  </a:cubicBezTo>
                  <a:cubicBezTo>
                    <a:pt x="547" y="359"/>
                    <a:pt x="544" y="356"/>
                    <a:pt x="545" y="354"/>
                  </a:cubicBezTo>
                  <a:cubicBezTo>
                    <a:pt x="546" y="353"/>
                    <a:pt x="548" y="355"/>
                    <a:pt x="549" y="354"/>
                  </a:cubicBezTo>
                  <a:cubicBezTo>
                    <a:pt x="558" y="333"/>
                    <a:pt x="538" y="361"/>
                    <a:pt x="545" y="344"/>
                  </a:cubicBezTo>
                  <a:cubicBezTo>
                    <a:pt x="546" y="343"/>
                    <a:pt x="542" y="341"/>
                    <a:pt x="543" y="341"/>
                  </a:cubicBezTo>
                  <a:cubicBezTo>
                    <a:pt x="553" y="340"/>
                    <a:pt x="554" y="347"/>
                    <a:pt x="556" y="351"/>
                  </a:cubicBezTo>
                  <a:cubicBezTo>
                    <a:pt x="557" y="353"/>
                    <a:pt x="555" y="358"/>
                    <a:pt x="557" y="357"/>
                  </a:cubicBezTo>
                  <a:cubicBezTo>
                    <a:pt x="559" y="357"/>
                    <a:pt x="557" y="351"/>
                    <a:pt x="560" y="350"/>
                  </a:cubicBezTo>
                  <a:cubicBezTo>
                    <a:pt x="562" y="349"/>
                    <a:pt x="565" y="355"/>
                    <a:pt x="566" y="353"/>
                  </a:cubicBezTo>
                  <a:cubicBezTo>
                    <a:pt x="567" y="351"/>
                    <a:pt x="561" y="347"/>
                    <a:pt x="562" y="345"/>
                  </a:cubicBezTo>
                  <a:cubicBezTo>
                    <a:pt x="563" y="344"/>
                    <a:pt x="596" y="374"/>
                    <a:pt x="586" y="359"/>
                  </a:cubicBezTo>
                  <a:cubicBezTo>
                    <a:pt x="585" y="358"/>
                    <a:pt x="583" y="357"/>
                    <a:pt x="582" y="355"/>
                  </a:cubicBezTo>
                  <a:cubicBezTo>
                    <a:pt x="582" y="355"/>
                    <a:pt x="603" y="357"/>
                    <a:pt x="606" y="357"/>
                  </a:cubicBezTo>
                  <a:cubicBezTo>
                    <a:pt x="608" y="358"/>
                    <a:pt x="613" y="356"/>
                    <a:pt x="612" y="355"/>
                  </a:cubicBezTo>
                  <a:cubicBezTo>
                    <a:pt x="603" y="350"/>
                    <a:pt x="594" y="353"/>
                    <a:pt x="586" y="352"/>
                  </a:cubicBezTo>
                  <a:cubicBezTo>
                    <a:pt x="581" y="352"/>
                    <a:pt x="585" y="338"/>
                    <a:pt x="586" y="336"/>
                  </a:cubicBezTo>
                  <a:cubicBezTo>
                    <a:pt x="588" y="333"/>
                    <a:pt x="588" y="344"/>
                    <a:pt x="592" y="345"/>
                  </a:cubicBezTo>
                  <a:cubicBezTo>
                    <a:pt x="596" y="346"/>
                    <a:pt x="593" y="332"/>
                    <a:pt x="593" y="331"/>
                  </a:cubicBezTo>
                  <a:cubicBezTo>
                    <a:pt x="595" y="324"/>
                    <a:pt x="605" y="320"/>
                    <a:pt x="604" y="312"/>
                  </a:cubicBezTo>
                  <a:cubicBezTo>
                    <a:pt x="604" y="310"/>
                    <a:pt x="601" y="316"/>
                    <a:pt x="600" y="318"/>
                  </a:cubicBezTo>
                  <a:cubicBezTo>
                    <a:pt x="599" y="319"/>
                    <a:pt x="598" y="318"/>
                    <a:pt x="597" y="318"/>
                  </a:cubicBezTo>
                  <a:cubicBezTo>
                    <a:pt x="595" y="319"/>
                    <a:pt x="594" y="321"/>
                    <a:pt x="592" y="322"/>
                  </a:cubicBezTo>
                  <a:cubicBezTo>
                    <a:pt x="591" y="325"/>
                    <a:pt x="592" y="330"/>
                    <a:pt x="589" y="331"/>
                  </a:cubicBezTo>
                  <a:cubicBezTo>
                    <a:pt x="585" y="332"/>
                    <a:pt x="590" y="322"/>
                    <a:pt x="587" y="319"/>
                  </a:cubicBezTo>
                  <a:cubicBezTo>
                    <a:pt x="586" y="318"/>
                    <a:pt x="586" y="324"/>
                    <a:pt x="584" y="324"/>
                  </a:cubicBezTo>
                  <a:cubicBezTo>
                    <a:pt x="583" y="324"/>
                    <a:pt x="584" y="321"/>
                    <a:pt x="583" y="319"/>
                  </a:cubicBezTo>
                  <a:cubicBezTo>
                    <a:pt x="582" y="315"/>
                    <a:pt x="584" y="300"/>
                    <a:pt x="589" y="299"/>
                  </a:cubicBezTo>
                  <a:cubicBezTo>
                    <a:pt x="592" y="299"/>
                    <a:pt x="597" y="302"/>
                    <a:pt x="599" y="299"/>
                  </a:cubicBezTo>
                  <a:cubicBezTo>
                    <a:pt x="601" y="297"/>
                    <a:pt x="601" y="294"/>
                    <a:pt x="601" y="292"/>
                  </a:cubicBezTo>
                  <a:cubicBezTo>
                    <a:pt x="601" y="291"/>
                    <a:pt x="599" y="292"/>
                    <a:pt x="598" y="291"/>
                  </a:cubicBezTo>
                  <a:cubicBezTo>
                    <a:pt x="598" y="289"/>
                    <a:pt x="598" y="288"/>
                    <a:pt x="599" y="287"/>
                  </a:cubicBezTo>
                  <a:cubicBezTo>
                    <a:pt x="600" y="285"/>
                    <a:pt x="601" y="289"/>
                    <a:pt x="603" y="290"/>
                  </a:cubicBezTo>
                  <a:cubicBezTo>
                    <a:pt x="609" y="293"/>
                    <a:pt x="615" y="295"/>
                    <a:pt x="621" y="299"/>
                  </a:cubicBezTo>
                  <a:cubicBezTo>
                    <a:pt x="625" y="301"/>
                    <a:pt x="629" y="311"/>
                    <a:pt x="631" y="307"/>
                  </a:cubicBezTo>
                  <a:cubicBezTo>
                    <a:pt x="633" y="303"/>
                    <a:pt x="622" y="301"/>
                    <a:pt x="620" y="297"/>
                  </a:cubicBezTo>
                  <a:cubicBezTo>
                    <a:pt x="619" y="294"/>
                    <a:pt x="623" y="290"/>
                    <a:pt x="621" y="289"/>
                  </a:cubicBezTo>
                  <a:cubicBezTo>
                    <a:pt x="618" y="287"/>
                    <a:pt x="614" y="291"/>
                    <a:pt x="611" y="291"/>
                  </a:cubicBezTo>
                  <a:cubicBezTo>
                    <a:pt x="606" y="290"/>
                    <a:pt x="619" y="280"/>
                    <a:pt x="618" y="280"/>
                  </a:cubicBezTo>
                  <a:cubicBezTo>
                    <a:pt x="616" y="278"/>
                    <a:pt x="604" y="286"/>
                    <a:pt x="607" y="280"/>
                  </a:cubicBezTo>
                  <a:cubicBezTo>
                    <a:pt x="612" y="268"/>
                    <a:pt x="609" y="284"/>
                    <a:pt x="616" y="276"/>
                  </a:cubicBezTo>
                  <a:cubicBezTo>
                    <a:pt x="620" y="272"/>
                    <a:pt x="619" y="265"/>
                    <a:pt x="623" y="273"/>
                  </a:cubicBezTo>
                  <a:cubicBezTo>
                    <a:pt x="624" y="275"/>
                    <a:pt x="620" y="279"/>
                    <a:pt x="624" y="280"/>
                  </a:cubicBezTo>
                  <a:cubicBezTo>
                    <a:pt x="626" y="280"/>
                    <a:pt x="628" y="277"/>
                    <a:pt x="630" y="277"/>
                  </a:cubicBezTo>
                  <a:cubicBezTo>
                    <a:pt x="631" y="278"/>
                    <a:pt x="631" y="280"/>
                    <a:pt x="632" y="281"/>
                  </a:cubicBezTo>
                  <a:cubicBezTo>
                    <a:pt x="635" y="281"/>
                    <a:pt x="639" y="281"/>
                    <a:pt x="640" y="278"/>
                  </a:cubicBezTo>
                  <a:cubicBezTo>
                    <a:pt x="642" y="277"/>
                    <a:pt x="639" y="274"/>
                    <a:pt x="638" y="272"/>
                  </a:cubicBezTo>
                  <a:cubicBezTo>
                    <a:pt x="633" y="266"/>
                    <a:pt x="637" y="274"/>
                    <a:pt x="631" y="271"/>
                  </a:cubicBezTo>
                  <a:cubicBezTo>
                    <a:pt x="621" y="266"/>
                    <a:pt x="636" y="265"/>
                    <a:pt x="633" y="262"/>
                  </a:cubicBezTo>
                  <a:cubicBezTo>
                    <a:pt x="632" y="262"/>
                    <a:pt x="622" y="258"/>
                    <a:pt x="623" y="255"/>
                  </a:cubicBezTo>
                  <a:cubicBezTo>
                    <a:pt x="623" y="254"/>
                    <a:pt x="632" y="249"/>
                    <a:pt x="632" y="249"/>
                  </a:cubicBezTo>
                  <a:cubicBezTo>
                    <a:pt x="633" y="248"/>
                    <a:pt x="629" y="248"/>
                    <a:pt x="629" y="247"/>
                  </a:cubicBezTo>
                  <a:cubicBezTo>
                    <a:pt x="630" y="245"/>
                    <a:pt x="632" y="242"/>
                    <a:pt x="634" y="242"/>
                  </a:cubicBezTo>
                  <a:cubicBezTo>
                    <a:pt x="635" y="241"/>
                    <a:pt x="634" y="244"/>
                    <a:pt x="636" y="245"/>
                  </a:cubicBezTo>
                  <a:cubicBezTo>
                    <a:pt x="641" y="247"/>
                    <a:pt x="634" y="249"/>
                    <a:pt x="642" y="241"/>
                  </a:cubicBezTo>
                  <a:cubicBezTo>
                    <a:pt x="646" y="236"/>
                    <a:pt x="643" y="248"/>
                    <a:pt x="647" y="244"/>
                  </a:cubicBezTo>
                  <a:cubicBezTo>
                    <a:pt x="647" y="243"/>
                    <a:pt x="648" y="224"/>
                    <a:pt x="649" y="224"/>
                  </a:cubicBezTo>
                  <a:cubicBezTo>
                    <a:pt x="662" y="224"/>
                    <a:pt x="645" y="241"/>
                    <a:pt x="651" y="247"/>
                  </a:cubicBezTo>
                  <a:cubicBezTo>
                    <a:pt x="654" y="250"/>
                    <a:pt x="661" y="233"/>
                    <a:pt x="662" y="238"/>
                  </a:cubicBezTo>
                  <a:cubicBezTo>
                    <a:pt x="662" y="241"/>
                    <a:pt x="662" y="250"/>
                    <a:pt x="665" y="248"/>
                  </a:cubicBezTo>
                  <a:cubicBezTo>
                    <a:pt x="667" y="247"/>
                    <a:pt x="664" y="243"/>
                    <a:pt x="665" y="242"/>
                  </a:cubicBezTo>
                  <a:cubicBezTo>
                    <a:pt x="666" y="240"/>
                    <a:pt x="670" y="241"/>
                    <a:pt x="671" y="240"/>
                  </a:cubicBezTo>
                  <a:cubicBezTo>
                    <a:pt x="672" y="238"/>
                    <a:pt x="669" y="236"/>
                    <a:pt x="670" y="233"/>
                  </a:cubicBezTo>
                  <a:cubicBezTo>
                    <a:pt x="670" y="228"/>
                    <a:pt x="679" y="223"/>
                    <a:pt x="678" y="218"/>
                  </a:cubicBezTo>
                  <a:cubicBezTo>
                    <a:pt x="676" y="214"/>
                    <a:pt x="668" y="217"/>
                    <a:pt x="668" y="213"/>
                  </a:cubicBezTo>
                  <a:cubicBezTo>
                    <a:pt x="668" y="211"/>
                    <a:pt x="673" y="214"/>
                    <a:pt x="674" y="212"/>
                  </a:cubicBezTo>
                  <a:cubicBezTo>
                    <a:pt x="675" y="209"/>
                    <a:pt x="670" y="206"/>
                    <a:pt x="671" y="204"/>
                  </a:cubicBezTo>
                  <a:cubicBezTo>
                    <a:pt x="672" y="202"/>
                    <a:pt x="675" y="204"/>
                    <a:pt x="677" y="205"/>
                  </a:cubicBezTo>
                  <a:cubicBezTo>
                    <a:pt x="683" y="207"/>
                    <a:pt x="679" y="213"/>
                    <a:pt x="680" y="219"/>
                  </a:cubicBezTo>
                  <a:cubicBezTo>
                    <a:pt x="681" y="221"/>
                    <a:pt x="679" y="224"/>
                    <a:pt x="681" y="224"/>
                  </a:cubicBezTo>
                  <a:cubicBezTo>
                    <a:pt x="689" y="224"/>
                    <a:pt x="686" y="213"/>
                    <a:pt x="692" y="209"/>
                  </a:cubicBezTo>
                  <a:cubicBezTo>
                    <a:pt x="694" y="207"/>
                    <a:pt x="698" y="203"/>
                    <a:pt x="699" y="206"/>
                  </a:cubicBezTo>
                  <a:cubicBezTo>
                    <a:pt x="700" y="208"/>
                    <a:pt x="691" y="218"/>
                    <a:pt x="697" y="219"/>
                  </a:cubicBezTo>
                  <a:cubicBezTo>
                    <a:pt x="698" y="219"/>
                    <a:pt x="699" y="217"/>
                    <a:pt x="700" y="218"/>
                  </a:cubicBezTo>
                  <a:cubicBezTo>
                    <a:pt x="701" y="220"/>
                    <a:pt x="700" y="226"/>
                    <a:pt x="702" y="224"/>
                  </a:cubicBezTo>
                  <a:cubicBezTo>
                    <a:pt x="704" y="223"/>
                    <a:pt x="704" y="215"/>
                    <a:pt x="705" y="214"/>
                  </a:cubicBezTo>
                  <a:cubicBezTo>
                    <a:pt x="707" y="212"/>
                    <a:pt x="710" y="227"/>
                    <a:pt x="710" y="212"/>
                  </a:cubicBezTo>
                  <a:cubicBezTo>
                    <a:pt x="710" y="211"/>
                    <a:pt x="707" y="209"/>
                    <a:pt x="708" y="209"/>
                  </a:cubicBezTo>
                  <a:cubicBezTo>
                    <a:pt x="710" y="208"/>
                    <a:pt x="711" y="210"/>
                    <a:pt x="713" y="210"/>
                  </a:cubicBezTo>
                  <a:cubicBezTo>
                    <a:pt x="715" y="210"/>
                    <a:pt x="718" y="210"/>
                    <a:pt x="720" y="209"/>
                  </a:cubicBezTo>
                  <a:cubicBezTo>
                    <a:pt x="721" y="208"/>
                    <a:pt x="697" y="195"/>
                    <a:pt x="719" y="194"/>
                  </a:cubicBezTo>
                  <a:cubicBezTo>
                    <a:pt x="727" y="193"/>
                    <a:pt x="726" y="205"/>
                    <a:pt x="730" y="207"/>
                  </a:cubicBezTo>
                  <a:cubicBezTo>
                    <a:pt x="733" y="208"/>
                    <a:pt x="740" y="203"/>
                    <a:pt x="741" y="204"/>
                  </a:cubicBezTo>
                  <a:cubicBezTo>
                    <a:pt x="752" y="206"/>
                    <a:pt x="770" y="246"/>
                    <a:pt x="789" y="253"/>
                  </a:cubicBezTo>
                  <a:cubicBezTo>
                    <a:pt x="792" y="254"/>
                    <a:pt x="784" y="259"/>
                    <a:pt x="783" y="262"/>
                  </a:cubicBezTo>
                  <a:cubicBezTo>
                    <a:pt x="778" y="272"/>
                    <a:pt x="788" y="289"/>
                    <a:pt x="779" y="299"/>
                  </a:cubicBezTo>
                  <a:cubicBezTo>
                    <a:pt x="778" y="300"/>
                    <a:pt x="765" y="309"/>
                    <a:pt x="769" y="308"/>
                  </a:cubicBezTo>
                  <a:cubicBezTo>
                    <a:pt x="777" y="307"/>
                    <a:pt x="783" y="299"/>
                    <a:pt x="785" y="292"/>
                  </a:cubicBezTo>
                  <a:cubicBezTo>
                    <a:pt x="785" y="289"/>
                    <a:pt x="782" y="284"/>
                    <a:pt x="784" y="283"/>
                  </a:cubicBezTo>
                  <a:cubicBezTo>
                    <a:pt x="789" y="280"/>
                    <a:pt x="796" y="302"/>
                    <a:pt x="796" y="301"/>
                  </a:cubicBezTo>
                  <a:cubicBezTo>
                    <a:pt x="799" y="294"/>
                    <a:pt x="786" y="281"/>
                    <a:pt x="788" y="275"/>
                  </a:cubicBezTo>
                  <a:cubicBezTo>
                    <a:pt x="792" y="263"/>
                    <a:pt x="792" y="272"/>
                    <a:pt x="797" y="276"/>
                  </a:cubicBezTo>
                  <a:cubicBezTo>
                    <a:pt x="797" y="277"/>
                    <a:pt x="798" y="276"/>
                    <a:pt x="798" y="275"/>
                  </a:cubicBezTo>
                  <a:cubicBezTo>
                    <a:pt x="798" y="274"/>
                    <a:pt x="795" y="271"/>
                    <a:pt x="797" y="270"/>
                  </a:cubicBezTo>
                  <a:cubicBezTo>
                    <a:pt x="799" y="269"/>
                    <a:pt x="801" y="275"/>
                    <a:pt x="801" y="273"/>
                  </a:cubicBezTo>
                  <a:cubicBezTo>
                    <a:pt x="805" y="267"/>
                    <a:pt x="794" y="258"/>
                    <a:pt x="804" y="257"/>
                  </a:cubicBezTo>
                  <a:cubicBezTo>
                    <a:pt x="816" y="256"/>
                    <a:pt x="832" y="263"/>
                    <a:pt x="839" y="268"/>
                  </a:cubicBezTo>
                  <a:cubicBezTo>
                    <a:pt x="841" y="270"/>
                    <a:pt x="841" y="288"/>
                    <a:pt x="843" y="285"/>
                  </a:cubicBezTo>
                  <a:cubicBezTo>
                    <a:pt x="847" y="277"/>
                    <a:pt x="841" y="268"/>
                    <a:pt x="846" y="262"/>
                  </a:cubicBezTo>
                  <a:cubicBezTo>
                    <a:pt x="849" y="259"/>
                    <a:pt x="854" y="273"/>
                    <a:pt x="855" y="269"/>
                  </a:cubicBezTo>
                  <a:cubicBezTo>
                    <a:pt x="856" y="268"/>
                    <a:pt x="852" y="265"/>
                    <a:pt x="853" y="265"/>
                  </a:cubicBezTo>
                  <a:cubicBezTo>
                    <a:pt x="862" y="268"/>
                    <a:pt x="860" y="281"/>
                    <a:pt x="862" y="283"/>
                  </a:cubicBezTo>
                  <a:cubicBezTo>
                    <a:pt x="864" y="284"/>
                    <a:pt x="865" y="279"/>
                    <a:pt x="867" y="280"/>
                  </a:cubicBezTo>
                  <a:cubicBezTo>
                    <a:pt x="868" y="280"/>
                    <a:pt x="866" y="283"/>
                    <a:pt x="868" y="284"/>
                  </a:cubicBezTo>
                  <a:cubicBezTo>
                    <a:pt x="869" y="284"/>
                    <a:pt x="872" y="281"/>
                    <a:pt x="873" y="283"/>
                  </a:cubicBezTo>
                  <a:cubicBezTo>
                    <a:pt x="884" y="292"/>
                    <a:pt x="864" y="298"/>
                    <a:pt x="887" y="296"/>
                  </a:cubicBezTo>
                  <a:cubicBezTo>
                    <a:pt x="896" y="295"/>
                    <a:pt x="887" y="301"/>
                    <a:pt x="894" y="297"/>
                  </a:cubicBezTo>
                  <a:cubicBezTo>
                    <a:pt x="904" y="291"/>
                    <a:pt x="880" y="297"/>
                    <a:pt x="879" y="294"/>
                  </a:cubicBezTo>
                  <a:cubicBezTo>
                    <a:pt x="875" y="283"/>
                    <a:pt x="865" y="278"/>
                    <a:pt x="865" y="270"/>
                  </a:cubicBezTo>
                  <a:cubicBezTo>
                    <a:pt x="865" y="255"/>
                    <a:pt x="872" y="263"/>
                    <a:pt x="877" y="266"/>
                  </a:cubicBezTo>
                  <a:cubicBezTo>
                    <a:pt x="879" y="267"/>
                    <a:pt x="876" y="260"/>
                    <a:pt x="878" y="259"/>
                  </a:cubicBezTo>
                  <a:cubicBezTo>
                    <a:pt x="882" y="256"/>
                    <a:pt x="885" y="259"/>
                    <a:pt x="885" y="254"/>
                  </a:cubicBezTo>
                  <a:cubicBezTo>
                    <a:pt x="885" y="250"/>
                    <a:pt x="877" y="261"/>
                    <a:pt x="873" y="260"/>
                  </a:cubicBezTo>
                  <a:cubicBezTo>
                    <a:pt x="859" y="255"/>
                    <a:pt x="874" y="244"/>
                    <a:pt x="872" y="243"/>
                  </a:cubicBezTo>
                  <a:cubicBezTo>
                    <a:pt x="869" y="241"/>
                    <a:pt x="852" y="244"/>
                    <a:pt x="851" y="234"/>
                  </a:cubicBezTo>
                  <a:cubicBezTo>
                    <a:pt x="849" y="223"/>
                    <a:pt x="864" y="213"/>
                    <a:pt x="869" y="212"/>
                  </a:cubicBezTo>
                  <a:cubicBezTo>
                    <a:pt x="872" y="211"/>
                    <a:pt x="869" y="206"/>
                    <a:pt x="869" y="203"/>
                  </a:cubicBezTo>
                  <a:cubicBezTo>
                    <a:pt x="869" y="200"/>
                    <a:pt x="874" y="198"/>
                    <a:pt x="875" y="197"/>
                  </a:cubicBezTo>
                  <a:cubicBezTo>
                    <a:pt x="876" y="194"/>
                    <a:pt x="873" y="183"/>
                    <a:pt x="875" y="179"/>
                  </a:cubicBezTo>
                  <a:cubicBezTo>
                    <a:pt x="880" y="172"/>
                    <a:pt x="879" y="182"/>
                    <a:pt x="883" y="181"/>
                  </a:cubicBezTo>
                  <a:cubicBezTo>
                    <a:pt x="889" y="179"/>
                    <a:pt x="891" y="176"/>
                    <a:pt x="895" y="171"/>
                  </a:cubicBezTo>
                  <a:cubicBezTo>
                    <a:pt x="901" y="164"/>
                    <a:pt x="894" y="174"/>
                    <a:pt x="902" y="172"/>
                  </a:cubicBezTo>
                  <a:cubicBezTo>
                    <a:pt x="904" y="172"/>
                    <a:pt x="892" y="159"/>
                    <a:pt x="892" y="158"/>
                  </a:cubicBezTo>
                  <a:cubicBezTo>
                    <a:pt x="888" y="146"/>
                    <a:pt x="896" y="147"/>
                    <a:pt x="902" y="142"/>
                  </a:cubicBezTo>
                  <a:cubicBezTo>
                    <a:pt x="906" y="140"/>
                    <a:pt x="902" y="132"/>
                    <a:pt x="903" y="130"/>
                  </a:cubicBezTo>
                  <a:cubicBezTo>
                    <a:pt x="904" y="129"/>
                    <a:pt x="905" y="132"/>
                    <a:pt x="907" y="132"/>
                  </a:cubicBezTo>
                  <a:cubicBezTo>
                    <a:pt x="909" y="132"/>
                    <a:pt x="903" y="125"/>
                    <a:pt x="909" y="127"/>
                  </a:cubicBezTo>
                  <a:cubicBezTo>
                    <a:pt x="920" y="131"/>
                    <a:pt x="903" y="135"/>
                    <a:pt x="919" y="133"/>
                  </a:cubicBezTo>
                  <a:cubicBezTo>
                    <a:pt x="921" y="133"/>
                    <a:pt x="918" y="131"/>
                    <a:pt x="918" y="130"/>
                  </a:cubicBezTo>
                  <a:cubicBezTo>
                    <a:pt x="915" y="128"/>
                    <a:pt x="915" y="120"/>
                    <a:pt x="917" y="116"/>
                  </a:cubicBezTo>
                  <a:cubicBezTo>
                    <a:pt x="917" y="115"/>
                    <a:pt x="916" y="112"/>
                    <a:pt x="918" y="113"/>
                  </a:cubicBezTo>
                  <a:cubicBezTo>
                    <a:pt x="932" y="114"/>
                    <a:pt x="924" y="125"/>
                    <a:pt x="932" y="127"/>
                  </a:cubicBezTo>
                  <a:cubicBezTo>
                    <a:pt x="939" y="129"/>
                    <a:pt x="929" y="117"/>
                    <a:pt x="930" y="114"/>
                  </a:cubicBezTo>
                  <a:cubicBezTo>
                    <a:pt x="936" y="98"/>
                    <a:pt x="943" y="127"/>
                    <a:pt x="938" y="98"/>
                  </a:cubicBezTo>
                  <a:cubicBezTo>
                    <a:pt x="937" y="90"/>
                    <a:pt x="946" y="103"/>
                    <a:pt x="953" y="104"/>
                  </a:cubicBezTo>
                  <a:cubicBezTo>
                    <a:pt x="957" y="105"/>
                    <a:pt x="949" y="80"/>
                    <a:pt x="957" y="101"/>
                  </a:cubicBezTo>
                  <a:cubicBezTo>
                    <a:pt x="962" y="114"/>
                    <a:pt x="979" y="101"/>
                    <a:pt x="986" y="102"/>
                  </a:cubicBezTo>
                  <a:cubicBezTo>
                    <a:pt x="1005" y="105"/>
                    <a:pt x="970" y="106"/>
                    <a:pt x="993" y="106"/>
                  </a:cubicBezTo>
                  <a:cubicBezTo>
                    <a:pt x="997" y="106"/>
                    <a:pt x="1001" y="100"/>
                    <a:pt x="1005" y="100"/>
                  </a:cubicBezTo>
                  <a:cubicBezTo>
                    <a:pt x="1011" y="102"/>
                    <a:pt x="1013" y="105"/>
                    <a:pt x="1011" y="112"/>
                  </a:cubicBezTo>
                  <a:cubicBezTo>
                    <a:pt x="1011" y="112"/>
                    <a:pt x="1012" y="112"/>
                    <a:pt x="1012" y="112"/>
                  </a:cubicBezTo>
                  <a:cubicBezTo>
                    <a:pt x="1017" y="107"/>
                    <a:pt x="1010" y="97"/>
                    <a:pt x="1021" y="95"/>
                  </a:cubicBezTo>
                  <a:cubicBezTo>
                    <a:pt x="1022" y="95"/>
                    <a:pt x="1022" y="97"/>
                    <a:pt x="1024" y="97"/>
                  </a:cubicBezTo>
                  <a:cubicBezTo>
                    <a:pt x="1026" y="98"/>
                    <a:pt x="1029" y="100"/>
                    <a:pt x="1030" y="98"/>
                  </a:cubicBezTo>
                  <a:cubicBezTo>
                    <a:pt x="1031" y="96"/>
                    <a:pt x="1026" y="94"/>
                    <a:pt x="1025" y="91"/>
                  </a:cubicBezTo>
                  <a:cubicBezTo>
                    <a:pt x="1025" y="87"/>
                    <a:pt x="1032" y="84"/>
                    <a:pt x="1031" y="81"/>
                  </a:cubicBezTo>
                  <a:cubicBezTo>
                    <a:pt x="1029" y="78"/>
                    <a:pt x="1024" y="79"/>
                    <a:pt x="1024" y="77"/>
                  </a:cubicBezTo>
                  <a:cubicBezTo>
                    <a:pt x="1023" y="74"/>
                    <a:pt x="1026" y="72"/>
                    <a:pt x="1028" y="71"/>
                  </a:cubicBezTo>
                  <a:cubicBezTo>
                    <a:pt x="1029" y="70"/>
                    <a:pt x="1032" y="72"/>
                    <a:pt x="1032" y="71"/>
                  </a:cubicBezTo>
                  <a:cubicBezTo>
                    <a:pt x="1032" y="69"/>
                    <a:pt x="1028" y="70"/>
                    <a:pt x="1028" y="69"/>
                  </a:cubicBezTo>
                  <a:cubicBezTo>
                    <a:pt x="1028" y="67"/>
                    <a:pt x="1031" y="65"/>
                    <a:pt x="1030" y="64"/>
                  </a:cubicBezTo>
                  <a:cubicBezTo>
                    <a:pt x="1028" y="63"/>
                    <a:pt x="1024" y="66"/>
                    <a:pt x="1022" y="64"/>
                  </a:cubicBezTo>
                  <a:cubicBezTo>
                    <a:pt x="1020" y="63"/>
                    <a:pt x="1023" y="58"/>
                    <a:pt x="1021" y="56"/>
                  </a:cubicBezTo>
                  <a:cubicBezTo>
                    <a:pt x="1015" y="49"/>
                    <a:pt x="1000" y="64"/>
                    <a:pt x="995" y="61"/>
                  </a:cubicBezTo>
                  <a:cubicBezTo>
                    <a:pt x="995" y="61"/>
                    <a:pt x="988" y="46"/>
                    <a:pt x="985" y="46"/>
                  </a:cubicBezTo>
                  <a:cubicBezTo>
                    <a:pt x="983" y="46"/>
                    <a:pt x="981" y="49"/>
                    <a:pt x="979" y="48"/>
                  </a:cubicBezTo>
                  <a:cubicBezTo>
                    <a:pt x="978" y="48"/>
                    <a:pt x="983" y="47"/>
                    <a:pt x="984" y="45"/>
                  </a:cubicBezTo>
                  <a:cubicBezTo>
                    <a:pt x="986" y="41"/>
                    <a:pt x="989" y="45"/>
                    <a:pt x="990" y="40"/>
                  </a:cubicBezTo>
                  <a:cubicBezTo>
                    <a:pt x="990" y="39"/>
                    <a:pt x="991" y="38"/>
                    <a:pt x="992" y="38"/>
                  </a:cubicBezTo>
                  <a:cubicBezTo>
                    <a:pt x="996" y="39"/>
                    <a:pt x="1001" y="56"/>
                    <a:pt x="1003" y="53"/>
                  </a:cubicBezTo>
                  <a:cubicBezTo>
                    <a:pt x="1005" y="50"/>
                    <a:pt x="1000" y="37"/>
                    <a:pt x="1001" y="37"/>
                  </a:cubicBezTo>
                  <a:cubicBezTo>
                    <a:pt x="1005" y="37"/>
                    <a:pt x="1004" y="48"/>
                    <a:pt x="1007" y="46"/>
                  </a:cubicBezTo>
                  <a:cubicBezTo>
                    <a:pt x="1010" y="45"/>
                    <a:pt x="1008" y="38"/>
                    <a:pt x="1011" y="39"/>
                  </a:cubicBezTo>
                  <a:cubicBezTo>
                    <a:pt x="1014" y="39"/>
                    <a:pt x="1010" y="45"/>
                    <a:pt x="1012" y="47"/>
                  </a:cubicBezTo>
                  <a:cubicBezTo>
                    <a:pt x="1013" y="48"/>
                    <a:pt x="1014" y="43"/>
                    <a:pt x="1016" y="43"/>
                  </a:cubicBezTo>
                  <a:cubicBezTo>
                    <a:pt x="1016" y="43"/>
                    <a:pt x="1026" y="58"/>
                    <a:pt x="1028" y="59"/>
                  </a:cubicBezTo>
                  <a:cubicBezTo>
                    <a:pt x="1031" y="62"/>
                    <a:pt x="1036" y="55"/>
                    <a:pt x="1037" y="54"/>
                  </a:cubicBezTo>
                  <a:cubicBezTo>
                    <a:pt x="1038" y="54"/>
                    <a:pt x="1040" y="56"/>
                    <a:pt x="1041" y="55"/>
                  </a:cubicBezTo>
                  <a:cubicBezTo>
                    <a:pt x="1042" y="54"/>
                    <a:pt x="1040" y="49"/>
                    <a:pt x="1041" y="50"/>
                  </a:cubicBezTo>
                  <a:cubicBezTo>
                    <a:pt x="1047" y="54"/>
                    <a:pt x="1052" y="74"/>
                    <a:pt x="1059" y="74"/>
                  </a:cubicBezTo>
                  <a:cubicBezTo>
                    <a:pt x="1063" y="74"/>
                    <a:pt x="1072" y="75"/>
                    <a:pt x="1075" y="77"/>
                  </a:cubicBezTo>
                  <a:cubicBezTo>
                    <a:pt x="1076" y="78"/>
                    <a:pt x="1072" y="81"/>
                    <a:pt x="1074" y="82"/>
                  </a:cubicBezTo>
                  <a:cubicBezTo>
                    <a:pt x="1076" y="83"/>
                    <a:pt x="1085" y="74"/>
                    <a:pt x="1088" y="74"/>
                  </a:cubicBezTo>
                  <a:cubicBezTo>
                    <a:pt x="1090" y="73"/>
                    <a:pt x="1091" y="75"/>
                    <a:pt x="1093" y="75"/>
                  </a:cubicBezTo>
                  <a:cubicBezTo>
                    <a:pt x="1094" y="75"/>
                    <a:pt x="1096" y="73"/>
                    <a:pt x="1095" y="74"/>
                  </a:cubicBezTo>
                  <a:cubicBezTo>
                    <a:pt x="1094" y="81"/>
                    <a:pt x="1088" y="81"/>
                    <a:pt x="1095" y="85"/>
                  </a:cubicBezTo>
                  <a:cubicBezTo>
                    <a:pt x="1099" y="87"/>
                    <a:pt x="1102" y="81"/>
                    <a:pt x="1106" y="84"/>
                  </a:cubicBezTo>
                  <a:cubicBezTo>
                    <a:pt x="1111" y="87"/>
                    <a:pt x="1108" y="100"/>
                    <a:pt x="1110" y="98"/>
                  </a:cubicBezTo>
                  <a:cubicBezTo>
                    <a:pt x="1112" y="96"/>
                    <a:pt x="1112" y="92"/>
                    <a:pt x="1114" y="89"/>
                  </a:cubicBezTo>
                  <a:cubicBezTo>
                    <a:pt x="1116" y="88"/>
                    <a:pt x="1117" y="92"/>
                    <a:pt x="1119" y="93"/>
                  </a:cubicBezTo>
                  <a:cubicBezTo>
                    <a:pt x="1123" y="95"/>
                    <a:pt x="1129" y="99"/>
                    <a:pt x="1132" y="96"/>
                  </a:cubicBezTo>
                  <a:cubicBezTo>
                    <a:pt x="1135" y="94"/>
                    <a:pt x="1134" y="83"/>
                    <a:pt x="1141" y="89"/>
                  </a:cubicBezTo>
                  <a:cubicBezTo>
                    <a:pt x="1147" y="93"/>
                    <a:pt x="1150" y="101"/>
                    <a:pt x="1157" y="105"/>
                  </a:cubicBezTo>
                  <a:cubicBezTo>
                    <a:pt x="1170" y="112"/>
                    <a:pt x="1187" y="90"/>
                    <a:pt x="1201" y="88"/>
                  </a:cubicBezTo>
                  <a:cubicBezTo>
                    <a:pt x="1205" y="88"/>
                    <a:pt x="1182" y="98"/>
                    <a:pt x="1193" y="105"/>
                  </a:cubicBezTo>
                  <a:cubicBezTo>
                    <a:pt x="1199" y="109"/>
                    <a:pt x="1204" y="90"/>
                    <a:pt x="1209" y="94"/>
                  </a:cubicBezTo>
                  <a:cubicBezTo>
                    <a:pt x="1211" y="96"/>
                    <a:pt x="1208" y="99"/>
                    <a:pt x="1207" y="101"/>
                  </a:cubicBezTo>
                  <a:cubicBezTo>
                    <a:pt x="1206" y="102"/>
                    <a:pt x="1203" y="103"/>
                    <a:pt x="1204" y="103"/>
                  </a:cubicBezTo>
                  <a:cubicBezTo>
                    <a:pt x="1206" y="105"/>
                    <a:pt x="1211" y="103"/>
                    <a:pt x="1211" y="105"/>
                  </a:cubicBezTo>
                  <a:cubicBezTo>
                    <a:pt x="1214" y="116"/>
                    <a:pt x="1200" y="118"/>
                    <a:pt x="1220" y="118"/>
                  </a:cubicBezTo>
                  <a:cubicBezTo>
                    <a:pt x="1237" y="118"/>
                    <a:pt x="1219" y="101"/>
                    <a:pt x="1218" y="100"/>
                  </a:cubicBezTo>
                  <a:cubicBezTo>
                    <a:pt x="1218" y="97"/>
                    <a:pt x="1236" y="83"/>
                    <a:pt x="1238" y="85"/>
                  </a:cubicBezTo>
                  <a:cubicBezTo>
                    <a:pt x="1240" y="86"/>
                    <a:pt x="1234" y="88"/>
                    <a:pt x="1233" y="90"/>
                  </a:cubicBezTo>
                  <a:cubicBezTo>
                    <a:pt x="1233" y="90"/>
                    <a:pt x="1241" y="105"/>
                    <a:pt x="1244" y="106"/>
                  </a:cubicBezTo>
                  <a:cubicBezTo>
                    <a:pt x="1252" y="112"/>
                    <a:pt x="1241" y="100"/>
                    <a:pt x="1249" y="100"/>
                  </a:cubicBezTo>
                  <a:cubicBezTo>
                    <a:pt x="1256" y="100"/>
                    <a:pt x="1256" y="111"/>
                    <a:pt x="1257" y="112"/>
                  </a:cubicBezTo>
                  <a:cubicBezTo>
                    <a:pt x="1258" y="113"/>
                    <a:pt x="1262" y="110"/>
                    <a:pt x="1262" y="112"/>
                  </a:cubicBezTo>
                  <a:cubicBezTo>
                    <a:pt x="1261" y="114"/>
                    <a:pt x="1249" y="115"/>
                    <a:pt x="1248" y="120"/>
                  </a:cubicBezTo>
                  <a:cubicBezTo>
                    <a:pt x="1246" y="134"/>
                    <a:pt x="1244" y="135"/>
                    <a:pt x="1234" y="138"/>
                  </a:cubicBezTo>
                  <a:cubicBezTo>
                    <a:pt x="1230" y="139"/>
                    <a:pt x="1243" y="149"/>
                    <a:pt x="1243" y="150"/>
                  </a:cubicBezTo>
                  <a:cubicBezTo>
                    <a:pt x="1244" y="154"/>
                    <a:pt x="1231" y="147"/>
                    <a:pt x="1233" y="150"/>
                  </a:cubicBezTo>
                  <a:cubicBezTo>
                    <a:pt x="1233" y="153"/>
                    <a:pt x="1237" y="153"/>
                    <a:pt x="1238" y="155"/>
                  </a:cubicBezTo>
                  <a:cubicBezTo>
                    <a:pt x="1240" y="160"/>
                    <a:pt x="1230" y="166"/>
                    <a:pt x="1226" y="166"/>
                  </a:cubicBezTo>
                  <a:cubicBezTo>
                    <a:pt x="1222" y="166"/>
                    <a:pt x="1229" y="155"/>
                    <a:pt x="1225" y="154"/>
                  </a:cubicBezTo>
                  <a:cubicBezTo>
                    <a:pt x="1225" y="154"/>
                    <a:pt x="1219" y="168"/>
                    <a:pt x="1217" y="167"/>
                  </a:cubicBezTo>
                  <a:cubicBezTo>
                    <a:pt x="1215" y="165"/>
                    <a:pt x="1217" y="160"/>
                    <a:pt x="1215" y="159"/>
                  </a:cubicBezTo>
                  <a:cubicBezTo>
                    <a:pt x="1211" y="157"/>
                    <a:pt x="1213" y="170"/>
                    <a:pt x="1209" y="169"/>
                  </a:cubicBezTo>
                  <a:cubicBezTo>
                    <a:pt x="1208" y="168"/>
                    <a:pt x="1209" y="164"/>
                    <a:pt x="1207" y="164"/>
                  </a:cubicBezTo>
                  <a:cubicBezTo>
                    <a:pt x="1197" y="161"/>
                    <a:pt x="1205" y="169"/>
                    <a:pt x="1206" y="177"/>
                  </a:cubicBezTo>
                  <a:cubicBezTo>
                    <a:pt x="1207" y="186"/>
                    <a:pt x="1195" y="163"/>
                    <a:pt x="1199" y="185"/>
                  </a:cubicBezTo>
                  <a:cubicBezTo>
                    <a:pt x="1203" y="206"/>
                    <a:pt x="1215" y="179"/>
                    <a:pt x="1206" y="206"/>
                  </a:cubicBezTo>
                  <a:cubicBezTo>
                    <a:pt x="1202" y="219"/>
                    <a:pt x="1190" y="240"/>
                    <a:pt x="1182" y="251"/>
                  </a:cubicBezTo>
                  <a:cubicBezTo>
                    <a:pt x="1180" y="253"/>
                    <a:pt x="1175" y="253"/>
                    <a:pt x="1174" y="256"/>
                  </a:cubicBezTo>
                  <a:cubicBezTo>
                    <a:pt x="1172" y="261"/>
                    <a:pt x="1174" y="268"/>
                    <a:pt x="1178" y="270"/>
                  </a:cubicBezTo>
                  <a:cubicBezTo>
                    <a:pt x="1200" y="284"/>
                    <a:pt x="1219" y="302"/>
                    <a:pt x="1239" y="316"/>
                  </a:cubicBezTo>
                  <a:cubicBezTo>
                    <a:pt x="1243" y="319"/>
                    <a:pt x="1241" y="326"/>
                    <a:pt x="1245" y="329"/>
                  </a:cubicBezTo>
                  <a:cubicBezTo>
                    <a:pt x="1247" y="330"/>
                    <a:pt x="1258" y="324"/>
                    <a:pt x="1260" y="325"/>
                  </a:cubicBezTo>
                  <a:cubicBezTo>
                    <a:pt x="1269" y="328"/>
                    <a:pt x="1276" y="342"/>
                    <a:pt x="1285" y="344"/>
                  </a:cubicBezTo>
                  <a:cubicBezTo>
                    <a:pt x="1289" y="345"/>
                    <a:pt x="1296" y="345"/>
                    <a:pt x="1299" y="349"/>
                  </a:cubicBezTo>
                  <a:cubicBezTo>
                    <a:pt x="1301" y="352"/>
                    <a:pt x="1312" y="369"/>
                    <a:pt x="1321" y="375"/>
                  </a:cubicBezTo>
                  <a:cubicBezTo>
                    <a:pt x="1329" y="380"/>
                    <a:pt x="1365" y="382"/>
                    <a:pt x="1370" y="388"/>
                  </a:cubicBezTo>
                  <a:cubicBezTo>
                    <a:pt x="1376" y="395"/>
                    <a:pt x="1375" y="412"/>
                    <a:pt x="1384" y="418"/>
                  </a:cubicBezTo>
                  <a:cubicBezTo>
                    <a:pt x="1387" y="419"/>
                    <a:pt x="1391" y="418"/>
                    <a:pt x="1394" y="419"/>
                  </a:cubicBezTo>
                  <a:cubicBezTo>
                    <a:pt x="1404" y="422"/>
                    <a:pt x="1415" y="438"/>
                    <a:pt x="1427" y="438"/>
                  </a:cubicBezTo>
                  <a:cubicBezTo>
                    <a:pt x="1433" y="438"/>
                    <a:pt x="1440" y="434"/>
                    <a:pt x="1445" y="432"/>
                  </a:cubicBezTo>
                  <a:cubicBezTo>
                    <a:pt x="1470" y="422"/>
                    <a:pt x="1463" y="413"/>
                    <a:pt x="1473" y="392"/>
                  </a:cubicBezTo>
                  <a:cubicBezTo>
                    <a:pt x="1481" y="373"/>
                    <a:pt x="1491" y="362"/>
                    <a:pt x="1497" y="339"/>
                  </a:cubicBezTo>
                  <a:cubicBezTo>
                    <a:pt x="1500" y="328"/>
                    <a:pt x="1494" y="315"/>
                    <a:pt x="1499" y="304"/>
                  </a:cubicBezTo>
                  <a:cubicBezTo>
                    <a:pt x="1503" y="296"/>
                    <a:pt x="1503" y="286"/>
                    <a:pt x="1515" y="286"/>
                  </a:cubicBezTo>
                  <a:cubicBezTo>
                    <a:pt x="1516" y="286"/>
                    <a:pt x="1512" y="286"/>
                    <a:pt x="1512" y="285"/>
                  </a:cubicBezTo>
                  <a:cubicBezTo>
                    <a:pt x="1511" y="282"/>
                    <a:pt x="1512" y="280"/>
                    <a:pt x="1512" y="277"/>
                  </a:cubicBezTo>
                  <a:cubicBezTo>
                    <a:pt x="1512" y="270"/>
                    <a:pt x="1507" y="263"/>
                    <a:pt x="1505" y="255"/>
                  </a:cubicBezTo>
                  <a:cubicBezTo>
                    <a:pt x="1503" y="242"/>
                    <a:pt x="1509" y="232"/>
                    <a:pt x="1508" y="220"/>
                  </a:cubicBezTo>
                  <a:cubicBezTo>
                    <a:pt x="1508" y="203"/>
                    <a:pt x="1499" y="206"/>
                    <a:pt x="1505" y="184"/>
                  </a:cubicBezTo>
                  <a:cubicBezTo>
                    <a:pt x="1506" y="180"/>
                    <a:pt x="1512" y="169"/>
                    <a:pt x="1513" y="173"/>
                  </a:cubicBezTo>
                  <a:cubicBezTo>
                    <a:pt x="1514" y="176"/>
                    <a:pt x="1513" y="180"/>
                    <a:pt x="1513" y="183"/>
                  </a:cubicBezTo>
                  <a:cubicBezTo>
                    <a:pt x="1513" y="185"/>
                    <a:pt x="1514" y="188"/>
                    <a:pt x="1515" y="187"/>
                  </a:cubicBezTo>
                  <a:cubicBezTo>
                    <a:pt x="1516" y="186"/>
                    <a:pt x="1514" y="184"/>
                    <a:pt x="1514" y="182"/>
                  </a:cubicBezTo>
                  <a:cubicBezTo>
                    <a:pt x="1515" y="179"/>
                    <a:pt x="1517" y="176"/>
                    <a:pt x="1517" y="173"/>
                  </a:cubicBezTo>
                  <a:cubicBezTo>
                    <a:pt x="1517" y="172"/>
                    <a:pt x="1515" y="171"/>
                    <a:pt x="1515" y="170"/>
                  </a:cubicBezTo>
                  <a:cubicBezTo>
                    <a:pt x="1515" y="169"/>
                    <a:pt x="1518" y="168"/>
                    <a:pt x="1517" y="168"/>
                  </a:cubicBezTo>
                  <a:cubicBezTo>
                    <a:pt x="1516" y="168"/>
                    <a:pt x="1515" y="170"/>
                    <a:pt x="1513" y="170"/>
                  </a:cubicBezTo>
                  <a:cubicBezTo>
                    <a:pt x="1513" y="170"/>
                    <a:pt x="1513" y="169"/>
                    <a:pt x="1513" y="168"/>
                  </a:cubicBezTo>
                  <a:cubicBezTo>
                    <a:pt x="1514" y="167"/>
                    <a:pt x="1515" y="165"/>
                    <a:pt x="1514" y="164"/>
                  </a:cubicBezTo>
                  <a:cubicBezTo>
                    <a:pt x="1512" y="155"/>
                    <a:pt x="1506" y="162"/>
                    <a:pt x="1509" y="148"/>
                  </a:cubicBezTo>
                  <a:cubicBezTo>
                    <a:pt x="1519" y="138"/>
                    <a:pt x="1519" y="138"/>
                    <a:pt x="1519" y="138"/>
                  </a:cubicBezTo>
                  <a:cubicBezTo>
                    <a:pt x="1520" y="136"/>
                    <a:pt x="1519" y="133"/>
                    <a:pt x="1521" y="131"/>
                  </a:cubicBezTo>
                  <a:cubicBezTo>
                    <a:pt x="1524" y="129"/>
                    <a:pt x="1526" y="143"/>
                    <a:pt x="1527" y="142"/>
                  </a:cubicBezTo>
                  <a:cubicBezTo>
                    <a:pt x="1537" y="129"/>
                    <a:pt x="1529" y="136"/>
                    <a:pt x="1523" y="129"/>
                  </a:cubicBezTo>
                  <a:cubicBezTo>
                    <a:pt x="1521" y="128"/>
                    <a:pt x="1536" y="126"/>
                    <a:pt x="1534" y="123"/>
                  </a:cubicBezTo>
                  <a:cubicBezTo>
                    <a:pt x="1531" y="120"/>
                    <a:pt x="1525" y="125"/>
                    <a:pt x="1521" y="125"/>
                  </a:cubicBezTo>
                  <a:cubicBezTo>
                    <a:pt x="1520" y="125"/>
                    <a:pt x="1515" y="123"/>
                    <a:pt x="1515" y="121"/>
                  </a:cubicBezTo>
                  <a:cubicBezTo>
                    <a:pt x="1513" y="112"/>
                    <a:pt x="1516" y="125"/>
                    <a:pt x="1511" y="125"/>
                  </a:cubicBezTo>
                  <a:cubicBezTo>
                    <a:pt x="1510" y="125"/>
                    <a:pt x="1514" y="106"/>
                    <a:pt x="1516" y="104"/>
                  </a:cubicBezTo>
                  <a:cubicBezTo>
                    <a:pt x="1519" y="101"/>
                    <a:pt x="1523" y="99"/>
                    <a:pt x="1527" y="98"/>
                  </a:cubicBezTo>
                  <a:cubicBezTo>
                    <a:pt x="1531" y="98"/>
                    <a:pt x="1534" y="94"/>
                    <a:pt x="1535" y="91"/>
                  </a:cubicBezTo>
                  <a:cubicBezTo>
                    <a:pt x="1535" y="88"/>
                    <a:pt x="1530" y="88"/>
                    <a:pt x="1529" y="85"/>
                  </a:cubicBezTo>
                  <a:cubicBezTo>
                    <a:pt x="1527" y="78"/>
                    <a:pt x="1537" y="62"/>
                    <a:pt x="1539" y="56"/>
                  </a:cubicBezTo>
                  <a:cubicBezTo>
                    <a:pt x="1541" y="49"/>
                    <a:pt x="1537" y="36"/>
                    <a:pt x="1540" y="28"/>
                  </a:cubicBezTo>
                  <a:cubicBezTo>
                    <a:pt x="1541" y="24"/>
                    <a:pt x="1549" y="24"/>
                    <a:pt x="1550" y="24"/>
                  </a:cubicBezTo>
                  <a:cubicBezTo>
                    <a:pt x="1551" y="23"/>
                    <a:pt x="1564" y="0"/>
                    <a:pt x="1565" y="16"/>
                  </a:cubicBezTo>
                  <a:cubicBezTo>
                    <a:pt x="1565" y="17"/>
                    <a:pt x="1555" y="34"/>
                    <a:pt x="1563" y="27"/>
                  </a:cubicBezTo>
                  <a:cubicBezTo>
                    <a:pt x="1564" y="26"/>
                    <a:pt x="1565" y="23"/>
                    <a:pt x="1566" y="24"/>
                  </a:cubicBezTo>
                  <a:cubicBezTo>
                    <a:pt x="1582" y="38"/>
                    <a:pt x="1577" y="60"/>
                    <a:pt x="1578" y="79"/>
                  </a:cubicBezTo>
                  <a:cubicBezTo>
                    <a:pt x="1578" y="87"/>
                    <a:pt x="1596" y="87"/>
                    <a:pt x="1598" y="87"/>
                  </a:cubicBezTo>
                  <a:cubicBezTo>
                    <a:pt x="1598" y="87"/>
                    <a:pt x="1600" y="87"/>
                    <a:pt x="1599" y="88"/>
                  </a:cubicBezTo>
                  <a:cubicBezTo>
                    <a:pt x="1585" y="114"/>
                    <a:pt x="1589" y="102"/>
                    <a:pt x="1608" y="127"/>
                  </a:cubicBezTo>
                  <a:cubicBezTo>
                    <a:pt x="1609" y="128"/>
                    <a:pt x="1608" y="130"/>
                    <a:pt x="1608" y="131"/>
                  </a:cubicBezTo>
                  <a:cubicBezTo>
                    <a:pt x="1607" y="133"/>
                    <a:pt x="1606" y="134"/>
                    <a:pt x="1605" y="135"/>
                  </a:cubicBezTo>
                  <a:cubicBezTo>
                    <a:pt x="1605" y="138"/>
                    <a:pt x="1603" y="143"/>
                    <a:pt x="1605" y="144"/>
                  </a:cubicBezTo>
                  <a:cubicBezTo>
                    <a:pt x="1608" y="146"/>
                    <a:pt x="1612" y="140"/>
                    <a:pt x="1615" y="141"/>
                  </a:cubicBezTo>
                  <a:cubicBezTo>
                    <a:pt x="1617" y="142"/>
                    <a:pt x="1613" y="145"/>
                    <a:pt x="1613" y="146"/>
                  </a:cubicBezTo>
                  <a:cubicBezTo>
                    <a:pt x="1613" y="149"/>
                    <a:pt x="1613" y="151"/>
                    <a:pt x="1613" y="154"/>
                  </a:cubicBezTo>
                  <a:cubicBezTo>
                    <a:pt x="1614" y="156"/>
                    <a:pt x="1614" y="159"/>
                    <a:pt x="1614" y="161"/>
                  </a:cubicBezTo>
                  <a:cubicBezTo>
                    <a:pt x="1614" y="164"/>
                    <a:pt x="1613" y="167"/>
                    <a:pt x="1614" y="169"/>
                  </a:cubicBezTo>
                  <a:cubicBezTo>
                    <a:pt x="1620" y="188"/>
                    <a:pt x="1613" y="215"/>
                    <a:pt x="1627" y="233"/>
                  </a:cubicBezTo>
                  <a:cubicBezTo>
                    <a:pt x="1639" y="251"/>
                    <a:pt x="1641" y="231"/>
                    <a:pt x="1649" y="226"/>
                  </a:cubicBezTo>
                  <a:cubicBezTo>
                    <a:pt x="1651" y="225"/>
                    <a:pt x="1652" y="228"/>
                    <a:pt x="1654" y="228"/>
                  </a:cubicBezTo>
                  <a:cubicBezTo>
                    <a:pt x="1657" y="228"/>
                    <a:pt x="1659" y="228"/>
                    <a:pt x="1661" y="226"/>
                  </a:cubicBezTo>
                  <a:cubicBezTo>
                    <a:pt x="1663" y="225"/>
                    <a:pt x="1663" y="220"/>
                    <a:pt x="1666" y="220"/>
                  </a:cubicBezTo>
                  <a:cubicBezTo>
                    <a:pt x="1672" y="220"/>
                    <a:pt x="1671" y="244"/>
                    <a:pt x="1676" y="245"/>
                  </a:cubicBezTo>
                  <a:cubicBezTo>
                    <a:pt x="1687" y="247"/>
                    <a:pt x="1697" y="261"/>
                    <a:pt x="1707" y="269"/>
                  </a:cubicBezTo>
                  <a:cubicBezTo>
                    <a:pt x="1708" y="270"/>
                    <a:pt x="1711" y="268"/>
                    <a:pt x="1711" y="269"/>
                  </a:cubicBezTo>
                  <a:cubicBezTo>
                    <a:pt x="1711" y="273"/>
                    <a:pt x="1707" y="274"/>
                    <a:pt x="1706" y="277"/>
                  </a:cubicBezTo>
                  <a:cubicBezTo>
                    <a:pt x="1701" y="287"/>
                    <a:pt x="1711" y="288"/>
                    <a:pt x="1710" y="289"/>
                  </a:cubicBezTo>
                  <a:cubicBezTo>
                    <a:pt x="1708" y="291"/>
                    <a:pt x="1704" y="295"/>
                    <a:pt x="1704" y="300"/>
                  </a:cubicBezTo>
                  <a:cubicBezTo>
                    <a:pt x="1703" y="307"/>
                    <a:pt x="1714" y="329"/>
                    <a:pt x="1715" y="338"/>
                  </a:cubicBezTo>
                  <a:cubicBezTo>
                    <a:pt x="1717" y="349"/>
                    <a:pt x="1710" y="350"/>
                    <a:pt x="1712" y="360"/>
                  </a:cubicBezTo>
                  <a:cubicBezTo>
                    <a:pt x="1712" y="365"/>
                    <a:pt x="1725" y="377"/>
                    <a:pt x="1727" y="380"/>
                  </a:cubicBezTo>
                  <a:cubicBezTo>
                    <a:pt x="1729" y="382"/>
                    <a:pt x="1729" y="386"/>
                    <a:pt x="1732" y="388"/>
                  </a:cubicBezTo>
                  <a:cubicBezTo>
                    <a:pt x="1734" y="389"/>
                    <a:pt x="1737" y="386"/>
                    <a:pt x="1740" y="387"/>
                  </a:cubicBezTo>
                  <a:cubicBezTo>
                    <a:pt x="1742" y="388"/>
                    <a:pt x="1736" y="397"/>
                    <a:pt x="1737" y="398"/>
                  </a:cubicBezTo>
                  <a:cubicBezTo>
                    <a:pt x="1739" y="411"/>
                    <a:pt x="1748" y="422"/>
                    <a:pt x="1749" y="435"/>
                  </a:cubicBezTo>
                  <a:cubicBezTo>
                    <a:pt x="1751" y="448"/>
                    <a:pt x="1743" y="460"/>
                    <a:pt x="1745" y="474"/>
                  </a:cubicBezTo>
                  <a:cubicBezTo>
                    <a:pt x="1747" y="483"/>
                    <a:pt x="1757" y="485"/>
                    <a:pt x="1759" y="488"/>
                  </a:cubicBezTo>
                  <a:cubicBezTo>
                    <a:pt x="1765" y="499"/>
                    <a:pt x="1751" y="507"/>
                    <a:pt x="1763" y="519"/>
                  </a:cubicBezTo>
                  <a:cubicBezTo>
                    <a:pt x="1769" y="525"/>
                    <a:pt x="1776" y="524"/>
                    <a:pt x="1781" y="527"/>
                  </a:cubicBezTo>
                  <a:cubicBezTo>
                    <a:pt x="1784" y="529"/>
                    <a:pt x="1784" y="534"/>
                    <a:pt x="1787" y="534"/>
                  </a:cubicBezTo>
                  <a:cubicBezTo>
                    <a:pt x="1791" y="535"/>
                    <a:pt x="1793" y="529"/>
                    <a:pt x="1797" y="529"/>
                  </a:cubicBezTo>
                  <a:cubicBezTo>
                    <a:pt x="1800" y="530"/>
                    <a:pt x="1792" y="544"/>
                    <a:pt x="1810" y="542"/>
                  </a:cubicBezTo>
                  <a:cubicBezTo>
                    <a:pt x="1828" y="540"/>
                    <a:pt x="1808" y="548"/>
                    <a:pt x="1818" y="536"/>
                  </a:cubicBezTo>
                  <a:cubicBezTo>
                    <a:pt x="1821" y="533"/>
                    <a:pt x="1821" y="545"/>
                    <a:pt x="1823" y="550"/>
                  </a:cubicBezTo>
                  <a:cubicBezTo>
                    <a:pt x="1823" y="550"/>
                    <a:pt x="1810" y="562"/>
                    <a:pt x="1832" y="567"/>
                  </a:cubicBezTo>
                  <a:cubicBezTo>
                    <a:pt x="1834" y="568"/>
                    <a:pt x="1831" y="560"/>
                    <a:pt x="1835" y="560"/>
                  </a:cubicBezTo>
                  <a:cubicBezTo>
                    <a:pt x="1841" y="560"/>
                    <a:pt x="1839" y="569"/>
                    <a:pt x="1841" y="571"/>
                  </a:cubicBezTo>
                  <a:cubicBezTo>
                    <a:pt x="1842" y="573"/>
                    <a:pt x="1854" y="570"/>
                    <a:pt x="1859" y="574"/>
                  </a:cubicBezTo>
                  <a:cubicBezTo>
                    <a:pt x="1864" y="581"/>
                    <a:pt x="1850" y="596"/>
                    <a:pt x="1874" y="580"/>
                  </a:cubicBezTo>
                  <a:cubicBezTo>
                    <a:pt x="1877" y="579"/>
                    <a:pt x="1876" y="586"/>
                    <a:pt x="1877" y="589"/>
                  </a:cubicBezTo>
                  <a:cubicBezTo>
                    <a:pt x="1877" y="590"/>
                    <a:pt x="1884" y="592"/>
                    <a:pt x="1887" y="594"/>
                  </a:cubicBezTo>
                  <a:cubicBezTo>
                    <a:pt x="1889" y="595"/>
                    <a:pt x="1894" y="609"/>
                    <a:pt x="1893" y="610"/>
                  </a:cubicBezTo>
                  <a:cubicBezTo>
                    <a:pt x="1891" y="613"/>
                    <a:pt x="1882" y="601"/>
                    <a:pt x="1879" y="603"/>
                  </a:cubicBezTo>
                  <a:cubicBezTo>
                    <a:pt x="1877" y="605"/>
                    <a:pt x="1880" y="608"/>
                    <a:pt x="1881" y="610"/>
                  </a:cubicBezTo>
                  <a:cubicBezTo>
                    <a:pt x="1881" y="613"/>
                    <a:pt x="1881" y="616"/>
                    <a:pt x="1881" y="619"/>
                  </a:cubicBezTo>
                  <a:cubicBezTo>
                    <a:pt x="1883" y="624"/>
                    <a:pt x="1885" y="629"/>
                    <a:pt x="1889" y="632"/>
                  </a:cubicBezTo>
                  <a:cubicBezTo>
                    <a:pt x="1892" y="634"/>
                    <a:pt x="1899" y="630"/>
                    <a:pt x="1900" y="634"/>
                  </a:cubicBezTo>
                  <a:cubicBezTo>
                    <a:pt x="1902" y="642"/>
                    <a:pt x="1910" y="639"/>
                    <a:pt x="1909" y="646"/>
                  </a:cubicBezTo>
                  <a:cubicBezTo>
                    <a:pt x="1909" y="650"/>
                    <a:pt x="1903" y="654"/>
                    <a:pt x="1906" y="656"/>
                  </a:cubicBezTo>
                  <a:cubicBezTo>
                    <a:pt x="1910" y="659"/>
                    <a:pt x="1909" y="651"/>
                    <a:pt x="1912" y="657"/>
                  </a:cubicBezTo>
                  <a:cubicBezTo>
                    <a:pt x="1914" y="660"/>
                    <a:pt x="1912" y="671"/>
                    <a:pt x="1912" y="671"/>
                  </a:cubicBezTo>
                  <a:cubicBezTo>
                    <a:pt x="1914" y="672"/>
                    <a:pt x="1916" y="674"/>
                    <a:pt x="1919" y="675"/>
                  </a:cubicBezTo>
                  <a:cubicBezTo>
                    <a:pt x="1921" y="675"/>
                    <a:pt x="1923" y="671"/>
                    <a:pt x="1924" y="673"/>
                  </a:cubicBezTo>
                  <a:cubicBezTo>
                    <a:pt x="1924" y="673"/>
                    <a:pt x="1920" y="685"/>
                    <a:pt x="1920" y="686"/>
                  </a:cubicBezTo>
                  <a:cubicBezTo>
                    <a:pt x="1918" y="693"/>
                    <a:pt x="1925" y="720"/>
                    <a:pt x="1928" y="722"/>
                  </a:cubicBezTo>
                  <a:cubicBezTo>
                    <a:pt x="1929" y="722"/>
                    <a:pt x="1929" y="722"/>
                    <a:pt x="1929" y="723"/>
                  </a:cubicBezTo>
                  <a:cubicBezTo>
                    <a:pt x="1928" y="724"/>
                    <a:pt x="1924" y="725"/>
                    <a:pt x="1926" y="726"/>
                  </a:cubicBezTo>
                  <a:cubicBezTo>
                    <a:pt x="1927" y="727"/>
                    <a:pt x="1930" y="724"/>
                    <a:pt x="1932" y="725"/>
                  </a:cubicBezTo>
                  <a:cubicBezTo>
                    <a:pt x="1935" y="727"/>
                    <a:pt x="1926" y="737"/>
                    <a:pt x="1929" y="735"/>
                  </a:cubicBezTo>
                  <a:cubicBezTo>
                    <a:pt x="1933" y="733"/>
                    <a:pt x="1934" y="725"/>
                    <a:pt x="1938" y="726"/>
                  </a:cubicBezTo>
                  <a:cubicBezTo>
                    <a:pt x="1941" y="726"/>
                    <a:pt x="1946" y="736"/>
                    <a:pt x="1946" y="737"/>
                  </a:cubicBezTo>
                  <a:cubicBezTo>
                    <a:pt x="1947" y="739"/>
                    <a:pt x="1948" y="742"/>
                    <a:pt x="1949" y="741"/>
                  </a:cubicBezTo>
                  <a:cubicBezTo>
                    <a:pt x="1957" y="735"/>
                    <a:pt x="1931" y="717"/>
                    <a:pt x="1951" y="711"/>
                  </a:cubicBezTo>
                  <a:cubicBezTo>
                    <a:pt x="1957" y="709"/>
                    <a:pt x="1957" y="721"/>
                    <a:pt x="1959" y="724"/>
                  </a:cubicBezTo>
                  <a:cubicBezTo>
                    <a:pt x="1963" y="729"/>
                    <a:pt x="1972" y="732"/>
                    <a:pt x="1977" y="735"/>
                  </a:cubicBezTo>
                  <a:cubicBezTo>
                    <a:pt x="1977" y="735"/>
                    <a:pt x="1982" y="743"/>
                    <a:pt x="1982" y="742"/>
                  </a:cubicBezTo>
                  <a:cubicBezTo>
                    <a:pt x="1982" y="734"/>
                    <a:pt x="1977" y="735"/>
                    <a:pt x="1978" y="727"/>
                  </a:cubicBezTo>
                  <a:cubicBezTo>
                    <a:pt x="1979" y="712"/>
                    <a:pt x="1981" y="726"/>
                    <a:pt x="1983" y="728"/>
                  </a:cubicBezTo>
                  <a:cubicBezTo>
                    <a:pt x="1984" y="729"/>
                    <a:pt x="1983" y="723"/>
                    <a:pt x="1984" y="724"/>
                  </a:cubicBezTo>
                  <a:cubicBezTo>
                    <a:pt x="1994" y="728"/>
                    <a:pt x="1981" y="734"/>
                    <a:pt x="1985" y="740"/>
                  </a:cubicBezTo>
                  <a:cubicBezTo>
                    <a:pt x="1987" y="742"/>
                    <a:pt x="1988" y="735"/>
                    <a:pt x="1991" y="734"/>
                  </a:cubicBezTo>
                  <a:cubicBezTo>
                    <a:pt x="1995" y="733"/>
                    <a:pt x="1988" y="756"/>
                    <a:pt x="1987" y="760"/>
                  </a:cubicBezTo>
                  <a:cubicBezTo>
                    <a:pt x="1987" y="771"/>
                    <a:pt x="1991" y="782"/>
                    <a:pt x="1993" y="793"/>
                  </a:cubicBezTo>
                  <a:cubicBezTo>
                    <a:pt x="1993" y="794"/>
                    <a:pt x="1980" y="793"/>
                    <a:pt x="1981" y="794"/>
                  </a:cubicBezTo>
                  <a:cubicBezTo>
                    <a:pt x="1985" y="799"/>
                    <a:pt x="1988" y="792"/>
                    <a:pt x="1992" y="797"/>
                  </a:cubicBezTo>
                  <a:cubicBezTo>
                    <a:pt x="1994" y="799"/>
                    <a:pt x="1993" y="804"/>
                    <a:pt x="1996" y="805"/>
                  </a:cubicBezTo>
                  <a:cubicBezTo>
                    <a:pt x="1998" y="805"/>
                    <a:pt x="1997" y="799"/>
                    <a:pt x="1999" y="800"/>
                  </a:cubicBezTo>
                  <a:cubicBezTo>
                    <a:pt x="2005" y="801"/>
                    <a:pt x="2014" y="820"/>
                    <a:pt x="2016" y="823"/>
                  </a:cubicBezTo>
                  <a:cubicBezTo>
                    <a:pt x="2021" y="831"/>
                    <a:pt x="2033" y="829"/>
                    <a:pt x="2041" y="834"/>
                  </a:cubicBezTo>
                  <a:cubicBezTo>
                    <a:pt x="2050" y="842"/>
                    <a:pt x="2052" y="855"/>
                    <a:pt x="2059" y="864"/>
                  </a:cubicBezTo>
                  <a:cubicBezTo>
                    <a:pt x="2062" y="868"/>
                    <a:pt x="2070" y="870"/>
                    <a:pt x="2074" y="873"/>
                  </a:cubicBezTo>
                  <a:cubicBezTo>
                    <a:pt x="2074" y="874"/>
                    <a:pt x="2082" y="893"/>
                    <a:pt x="2082" y="894"/>
                  </a:cubicBezTo>
                  <a:cubicBezTo>
                    <a:pt x="2082" y="895"/>
                    <a:pt x="2078" y="895"/>
                    <a:pt x="2078" y="896"/>
                  </a:cubicBezTo>
                  <a:cubicBezTo>
                    <a:pt x="2080" y="902"/>
                    <a:pt x="2095" y="898"/>
                    <a:pt x="2097" y="904"/>
                  </a:cubicBezTo>
                  <a:cubicBezTo>
                    <a:pt x="2099" y="908"/>
                    <a:pt x="2095" y="941"/>
                    <a:pt x="2101" y="945"/>
                  </a:cubicBezTo>
                  <a:cubicBezTo>
                    <a:pt x="2103" y="946"/>
                    <a:pt x="2102" y="940"/>
                    <a:pt x="2104" y="940"/>
                  </a:cubicBezTo>
                  <a:cubicBezTo>
                    <a:pt x="2107" y="940"/>
                    <a:pt x="2109" y="943"/>
                    <a:pt x="2109" y="945"/>
                  </a:cubicBezTo>
                  <a:cubicBezTo>
                    <a:pt x="2110" y="949"/>
                    <a:pt x="2102" y="962"/>
                    <a:pt x="2101" y="967"/>
                  </a:cubicBezTo>
                  <a:cubicBezTo>
                    <a:pt x="2100" y="974"/>
                    <a:pt x="2102" y="1006"/>
                    <a:pt x="2102" y="1016"/>
                  </a:cubicBezTo>
                  <a:cubicBezTo>
                    <a:pt x="2101" y="1026"/>
                    <a:pt x="2098" y="1016"/>
                    <a:pt x="2102" y="1024"/>
                  </a:cubicBezTo>
                  <a:cubicBezTo>
                    <a:pt x="2104" y="1027"/>
                    <a:pt x="2095" y="1025"/>
                    <a:pt x="2097" y="1028"/>
                  </a:cubicBezTo>
                  <a:cubicBezTo>
                    <a:pt x="2100" y="1033"/>
                    <a:pt x="2109" y="1040"/>
                    <a:pt x="2110" y="1042"/>
                  </a:cubicBezTo>
                  <a:cubicBezTo>
                    <a:pt x="2112" y="1044"/>
                    <a:pt x="2112" y="1048"/>
                    <a:pt x="2113" y="1050"/>
                  </a:cubicBezTo>
                  <a:cubicBezTo>
                    <a:pt x="2113" y="1052"/>
                    <a:pt x="2110" y="1052"/>
                    <a:pt x="2111" y="1054"/>
                  </a:cubicBezTo>
                  <a:cubicBezTo>
                    <a:pt x="2112" y="1064"/>
                    <a:pt x="2125" y="1075"/>
                    <a:pt x="2125" y="1085"/>
                  </a:cubicBezTo>
                  <a:cubicBezTo>
                    <a:pt x="2125" y="1094"/>
                    <a:pt x="2126" y="1109"/>
                    <a:pt x="2124" y="1118"/>
                  </a:cubicBezTo>
                  <a:cubicBezTo>
                    <a:pt x="2121" y="1129"/>
                    <a:pt x="2112" y="1137"/>
                    <a:pt x="2108" y="1148"/>
                  </a:cubicBezTo>
                  <a:cubicBezTo>
                    <a:pt x="2103" y="1164"/>
                    <a:pt x="2104" y="1185"/>
                    <a:pt x="2099" y="1202"/>
                  </a:cubicBezTo>
                  <a:cubicBezTo>
                    <a:pt x="2095" y="1214"/>
                    <a:pt x="2088" y="1223"/>
                    <a:pt x="2086" y="1236"/>
                  </a:cubicBezTo>
                  <a:cubicBezTo>
                    <a:pt x="2085" y="1250"/>
                    <a:pt x="2091" y="1247"/>
                    <a:pt x="2088" y="1258"/>
                  </a:cubicBezTo>
                  <a:cubicBezTo>
                    <a:pt x="2080" y="1281"/>
                    <a:pt x="2078" y="1288"/>
                    <a:pt x="2077" y="1288"/>
                  </a:cubicBezTo>
                  <a:cubicBezTo>
                    <a:pt x="2076" y="1288"/>
                    <a:pt x="2075" y="1285"/>
                    <a:pt x="2075" y="1286"/>
                  </a:cubicBezTo>
                  <a:cubicBezTo>
                    <a:pt x="2072" y="1301"/>
                    <a:pt x="2063" y="1306"/>
                    <a:pt x="2057" y="1319"/>
                  </a:cubicBezTo>
                  <a:cubicBezTo>
                    <a:pt x="2055" y="1323"/>
                    <a:pt x="2059" y="1341"/>
                    <a:pt x="2055" y="1344"/>
                  </a:cubicBezTo>
                  <a:cubicBezTo>
                    <a:pt x="2051" y="1347"/>
                    <a:pt x="2039" y="1358"/>
                    <a:pt x="2036" y="1360"/>
                  </a:cubicBezTo>
                  <a:cubicBezTo>
                    <a:pt x="2034" y="1360"/>
                    <a:pt x="2013" y="1351"/>
                    <a:pt x="2022" y="1363"/>
                  </a:cubicBezTo>
                  <a:cubicBezTo>
                    <a:pt x="2023" y="1364"/>
                    <a:pt x="2026" y="1363"/>
                    <a:pt x="2028" y="1363"/>
                  </a:cubicBezTo>
                  <a:cubicBezTo>
                    <a:pt x="2029" y="1363"/>
                    <a:pt x="2029" y="1362"/>
                    <a:pt x="2030" y="1362"/>
                  </a:cubicBezTo>
                  <a:cubicBezTo>
                    <a:pt x="2045" y="1359"/>
                    <a:pt x="2013" y="1372"/>
                    <a:pt x="2013" y="1373"/>
                  </a:cubicBezTo>
                  <a:cubicBezTo>
                    <a:pt x="2006" y="1380"/>
                    <a:pt x="2002" y="1398"/>
                    <a:pt x="1995" y="1407"/>
                  </a:cubicBezTo>
                  <a:cubicBezTo>
                    <a:pt x="1995" y="1407"/>
                    <a:pt x="1977" y="1413"/>
                    <a:pt x="1981" y="1415"/>
                  </a:cubicBezTo>
                  <a:cubicBezTo>
                    <a:pt x="1984" y="1416"/>
                    <a:pt x="1988" y="1410"/>
                    <a:pt x="1991" y="1412"/>
                  </a:cubicBezTo>
                  <a:cubicBezTo>
                    <a:pt x="1986" y="1426"/>
                    <a:pt x="1986" y="1426"/>
                    <a:pt x="1986" y="1426"/>
                  </a:cubicBezTo>
                  <a:cubicBezTo>
                    <a:pt x="1984" y="1429"/>
                    <a:pt x="1979" y="1424"/>
                    <a:pt x="1973" y="1427"/>
                  </a:cubicBezTo>
                  <a:cubicBezTo>
                    <a:pt x="1970" y="1429"/>
                    <a:pt x="1985" y="1427"/>
                    <a:pt x="1985" y="1431"/>
                  </a:cubicBezTo>
                  <a:cubicBezTo>
                    <a:pt x="1984" y="1443"/>
                    <a:pt x="1972" y="1430"/>
                    <a:pt x="1982" y="1439"/>
                  </a:cubicBezTo>
                  <a:cubicBezTo>
                    <a:pt x="1984" y="1441"/>
                    <a:pt x="1979" y="1444"/>
                    <a:pt x="1977" y="1446"/>
                  </a:cubicBezTo>
                  <a:cubicBezTo>
                    <a:pt x="1973" y="1451"/>
                    <a:pt x="1966" y="1454"/>
                    <a:pt x="1964" y="1462"/>
                  </a:cubicBezTo>
                  <a:cubicBezTo>
                    <a:pt x="1964" y="1464"/>
                    <a:pt x="1965" y="1466"/>
                    <a:pt x="1965" y="1468"/>
                  </a:cubicBezTo>
                  <a:cubicBezTo>
                    <a:pt x="1963" y="1473"/>
                    <a:pt x="1958" y="1466"/>
                    <a:pt x="1959" y="1470"/>
                  </a:cubicBezTo>
                  <a:cubicBezTo>
                    <a:pt x="1962" y="1484"/>
                    <a:pt x="1959" y="1484"/>
                    <a:pt x="1949" y="1492"/>
                  </a:cubicBezTo>
                  <a:cubicBezTo>
                    <a:pt x="1948" y="1493"/>
                    <a:pt x="1952" y="1494"/>
                    <a:pt x="1953" y="1495"/>
                  </a:cubicBezTo>
                  <a:cubicBezTo>
                    <a:pt x="1955" y="1496"/>
                    <a:pt x="1956" y="1496"/>
                    <a:pt x="1959" y="1501"/>
                  </a:cubicBezTo>
                  <a:cubicBezTo>
                    <a:pt x="1960" y="1504"/>
                    <a:pt x="1952" y="1501"/>
                    <a:pt x="1950" y="1503"/>
                  </a:cubicBezTo>
                  <a:cubicBezTo>
                    <a:pt x="1948" y="1505"/>
                    <a:pt x="1953" y="1510"/>
                    <a:pt x="1950" y="1511"/>
                  </a:cubicBezTo>
                  <a:cubicBezTo>
                    <a:pt x="1948" y="1512"/>
                    <a:pt x="1946" y="1506"/>
                    <a:pt x="1944" y="1506"/>
                  </a:cubicBezTo>
                  <a:cubicBezTo>
                    <a:pt x="1942" y="1506"/>
                    <a:pt x="1946" y="1509"/>
                    <a:pt x="1945" y="1511"/>
                  </a:cubicBezTo>
                  <a:cubicBezTo>
                    <a:pt x="1942" y="1519"/>
                    <a:pt x="1934" y="1536"/>
                    <a:pt x="1928" y="1543"/>
                  </a:cubicBezTo>
                  <a:cubicBezTo>
                    <a:pt x="1923" y="1548"/>
                    <a:pt x="1917" y="1557"/>
                    <a:pt x="1915" y="1565"/>
                  </a:cubicBezTo>
                  <a:cubicBezTo>
                    <a:pt x="1915" y="1568"/>
                    <a:pt x="1919" y="1577"/>
                    <a:pt x="1917" y="1581"/>
                  </a:cubicBezTo>
                  <a:cubicBezTo>
                    <a:pt x="1911" y="1594"/>
                    <a:pt x="1906" y="1610"/>
                    <a:pt x="1904" y="1626"/>
                  </a:cubicBezTo>
                  <a:cubicBezTo>
                    <a:pt x="1904" y="1627"/>
                    <a:pt x="1901" y="1627"/>
                    <a:pt x="1901" y="1629"/>
                  </a:cubicBezTo>
                  <a:cubicBezTo>
                    <a:pt x="1902" y="1631"/>
                    <a:pt x="1906" y="1630"/>
                    <a:pt x="1907" y="1632"/>
                  </a:cubicBezTo>
                  <a:cubicBezTo>
                    <a:pt x="1907" y="1632"/>
                    <a:pt x="1902" y="1655"/>
                    <a:pt x="1901" y="1655"/>
                  </a:cubicBezTo>
                  <a:cubicBezTo>
                    <a:pt x="1898" y="1656"/>
                    <a:pt x="1891" y="1652"/>
                    <a:pt x="1890" y="1653"/>
                  </a:cubicBezTo>
                  <a:cubicBezTo>
                    <a:pt x="1890" y="1654"/>
                    <a:pt x="1893" y="1656"/>
                    <a:pt x="1893" y="1657"/>
                  </a:cubicBezTo>
                  <a:cubicBezTo>
                    <a:pt x="1889" y="1673"/>
                    <a:pt x="1852" y="1672"/>
                    <a:pt x="1839" y="1672"/>
                  </a:cubicBezTo>
                  <a:cubicBezTo>
                    <a:pt x="1826" y="1672"/>
                    <a:pt x="1815" y="1676"/>
                    <a:pt x="1802" y="1678"/>
                  </a:cubicBezTo>
                  <a:cubicBezTo>
                    <a:pt x="1797" y="1678"/>
                    <a:pt x="1790" y="1670"/>
                    <a:pt x="1788" y="1675"/>
                  </a:cubicBezTo>
                  <a:cubicBezTo>
                    <a:pt x="1783" y="1686"/>
                    <a:pt x="1790" y="1680"/>
                    <a:pt x="1794" y="1679"/>
                  </a:cubicBezTo>
                  <a:cubicBezTo>
                    <a:pt x="1795" y="1678"/>
                    <a:pt x="1800" y="1678"/>
                    <a:pt x="1799" y="1679"/>
                  </a:cubicBezTo>
                  <a:cubicBezTo>
                    <a:pt x="1778" y="1690"/>
                    <a:pt x="1760" y="1707"/>
                    <a:pt x="1743" y="1723"/>
                  </a:cubicBezTo>
                  <a:cubicBezTo>
                    <a:pt x="1741" y="1726"/>
                    <a:pt x="1716" y="1724"/>
                    <a:pt x="1710" y="1727"/>
                  </a:cubicBezTo>
                  <a:cubicBezTo>
                    <a:pt x="1707" y="1728"/>
                    <a:pt x="1709" y="1731"/>
                    <a:pt x="1710" y="1733"/>
                  </a:cubicBezTo>
                  <a:cubicBezTo>
                    <a:pt x="1716" y="1744"/>
                    <a:pt x="1710" y="1732"/>
                    <a:pt x="1722" y="1734"/>
                  </a:cubicBezTo>
                  <a:cubicBezTo>
                    <a:pt x="1725" y="1734"/>
                    <a:pt x="1718" y="1753"/>
                    <a:pt x="1716" y="1754"/>
                  </a:cubicBezTo>
                  <a:cubicBezTo>
                    <a:pt x="1711" y="1757"/>
                    <a:pt x="1707" y="1735"/>
                    <a:pt x="1706" y="1733"/>
                  </a:cubicBezTo>
                  <a:cubicBezTo>
                    <a:pt x="1705" y="1731"/>
                    <a:pt x="1696" y="1740"/>
                    <a:pt x="1694" y="1740"/>
                  </a:cubicBezTo>
                  <a:cubicBezTo>
                    <a:pt x="1688" y="1738"/>
                    <a:pt x="1686" y="1731"/>
                    <a:pt x="1686" y="1726"/>
                  </a:cubicBezTo>
                  <a:cubicBezTo>
                    <a:pt x="1686" y="1724"/>
                    <a:pt x="1689" y="1726"/>
                    <a:pt x="1690" y="1726"/>
                  </a:cubicBezTo>
                  <a:cubicBezTo>
                    <a:pt x="1694" y="1723"/>
                    <a:pt x="1682" y="1726"/>
                    <a:pt x="1678" y="1726"/>
                  </a:cubicBezTo>
                  <a:cubicBezTo>
                    <a:pt x="1675" y="1725"/>
                    <a:pt x="1669" y="1718"/>
                    <a:pt x="1666" y="1716"/>
                  </a:cubicBezTo>
                  <a:cubicBezTo>
                    <a:pt x="1666" y="1716"/>
                    <a:pt x="1679" y="1705"/>
                    <a:pt x="1672" y="1699"/>
                  </a:cubicBezTo>
                  <a:cubicBezTo>
                    <a:pt x="1659" y="1689"/>
                    <a:pt x="1657" y="1715"/>
                    <a:pt x="1645" y="1715"/>
                  </a:cubicBezTo>
                  <a:cubicBezTo>
                    <a:pt x="1642" y="1715"/>
                    <a:pt x="1635" y="1706"/>
                    <a:pt x="1632" y="1704"/>
                  </a:cubicBezTo>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81"/>
            <p:cNvSpPr>
              <a:spLocks/>
            </p:cNvSpPr>
            <p:nvPr/>
          </p:nvSpPr>
          <p:spPr bwMode="auto">
            <a:xfrm>
              <a:off x="2397125" y="1227138"/>
              <a:ext cx="46037" cy="44450"/>
            </a:xfrm>
            <a:custGeom>
              <a:avLst/>
              <a:gdLst/>
              <a:ahLst/>
              <a:cxnLst>
                <a:cxn ang="0">
                  <a:pos x="32" y="8"/>
                </a:cxn>
                <a:cxn ang="0">
                  <a:pos x="22" y="12"/>
                </a:cxn>
                <a:cxn ang="0">
                  <a:pos x="21" y="0"/>
                </a:cxn>
                <a:cxn ang="0">
                  <a:pos x="15" y="10"/>
                </a:cxn>
                <a:cxn ang="0">
                  <a:pos x="12" y="9"/>
                </a:cxn>
                <a:cxn ang="0">
                  <a:pos x="5" y="11"/>
                </a:cxn>
                <a:cxn ang="0">
                  <a:pos x="6" y="28"/>
                </a:cxn>
                <a:cxn ang="0">
                  <a:pos x="0" y="34"/>
                </a:cxn>
                <a:cxn ang="0">
                  <a:pos x="29" y="38"/>
                </a:cxn>
                <a:cxn ang="0">
                  <a:pos x="32" y="8"/>
                </a:cxn>
              </a:cxnLst>
              <a:rect l="0" t="0" r="r" b="b"/>
              <a:pathLst>
                <a:path w="39" h="38">
                  <a:moveTo>
                    <a:pt x="32" y="8"/>
                  </a:moveTo>
                  <a:cubicBezTo>
                    <a:pt x="24" y="1"/>
                    <a:pt x="31" y="18"/>
                    <a:pt x="22" y="12"/>
                  </a:cubicBezTo>
                  <a:cubicBezTo>
                    <a:pt x="20" y="10"/>
                    <a:pt x="22" y="0"/>
                    <a:pt x="21" y="0"/>
                  </a:cubicBezTo>
                  <a:cubicBezTo>
                    <a:pt x="11" y="0"/>
                    <a:pt x="20" y="9"/>
                    <a:pt x="15" y="10"/>
                  </a:cubicBezTo>
                  <a:cubicBezTo>
                    <a:pt x="14" y="10"/>
                    <a:pt x="13" y="9"/>
                    <a:pt x="12" y="9"/>
                  </a:cubicBezTo>
                  <a:cubicBezTo>
                    <a:pt x="9" y="9"/>
                    <a:pt x="6" y="9"/>
                    <a:pt x="5" y="11"/>
                  </a:cubicBezTo>
                  <a:cubicBezTo>
                    <a:pt x="1" y="14"/>
                    <a:pt x="5" y="25"/>
                    <a:pt x="6" y="28"/>
                  </a:cubicBezTo>
                  <a:cubicBezTo>
                    <a:pt x="6" y="31"/>
                    <a:pt x="0" y="31"/>
                    <a:pt x="0" y="34"/>
                  </a:cubicBezTo>
                  <a:cubicBezTo>
                    <a:pt x="0" y="35"/>
                    <a:pt x="19" y="36"/>
                    <a:pt x="29" y="38"/>
                  </a:cubicBezTo>
                  <a:cubicBezTo>
                    <a:pt x="8" y="21"/>
                    <a:pt x="39" y="14"/>
                    <a:pt x="32" y="8"/>
                  </a:cubicBezTo>
                  <a:close/>
                </a:path>
              </a:pathLst>
            </a:custGeom>
            <a:grpFill/>
            <a:ln w="3175" cap="flat">
              <a:solidFill>
                <a:schemeClr val="tx1">
                  <a:lumMod val="50000"/>
                  <a:lumOff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88"/>
            <p:cNvSpPr>
              <a:spLocks noEditPoints="1"/>
            </p:cNvSpPr>
            <p:nvPr/>
          </p:nvSpPr>
          <p:spPr bwMode="auto">
            <a:xfrm>
              <a:off x="2863850" y="3179763"/>
              <a:ext cx="223837" cy="219075"/>
            </a:xfrm>
            <a:custGeom>
              <a:avLst/>
              <a:gdLst/>
              <a:ahLst/>
              <a:cxnLst>
                <a:cxn ang="0">
                  <a:pos x="170" y="11"/>
                </a:cxn>
                <a:cxn ang="0">
                  <a:pos x="168" y="19"/>
                </a:cxn>
                <a:cxn ang="0">
                  <a:pos x="145" y="26"/>
                </a:cxn>
                <a:cxn ang="0">
                  <a:pos x="116" y="36"/>
                </a:cxn>
                <a:cxn ang="0">
                  <a:pos x="99" y="34"/>
                </a:cxn>
                <a:cxn ang="0">
                  <a:pos x="49" y="17"/>
                </a:cxn>
                <a:cxn ang="0">
                  <a:pos x="39" y="16"/>
                </a:cxn>
                <a:cxn ang="0">
                  <a:pos x="10" y="10"/>
                </a:cxn>
                <a:cxn ang="0">
                  <a:pos x="3" y="27"/>
                </a:cxn>
                <a:cxn ang="0">
                  <a:pos x="30" y="98"/>
                </a:cxn>
                <a:cxn ang="0">
                  <a:pos x="28" y="98"/>
                </a:cxn>
                <a:cxn ang="0">
                  <a:pos x="30" y="123"/>
                </a:cxn>
                <a:cxn ang="0">
                  <a:pos x="40" y="145"/>
                </a:cxn>
                <a:cxn ang="0">
                  <a:pos x="61" y="156"/>
                </a:cxn>
                <a:cxn ang="0">
                  <a:pos x="76" y="164"/>
                </a:cxn>
                <a:cxn ang="0">
                  <a:pos x="60" y="167"/>
                </a:cxn>
                <a:cxn ang="0">
                  <a:pos x="70" y="178"/>
                </a:cxn>
                <a:cxn ang="0">
                  <a:pos x="92" y="174"/>
                </a:cxn>
                <a:cxn ang="0">
                  <a:pos x="98" y="183"/>
                </a:cxn>
                <a:cxn ang="0">
                  <a:pos x="130" y="133"/>
                </a:cxn>
                <a:cxn ang="0">
                  <a:pos x="154" y="139"/>
                </a:cxn>
                <a:cxn ang="0">
                  <a:pos x="151" y="152"/>
                </a:cxn>
                <a:cxn ang="0">
                  <a:pos x="151" y="158"/>
                </a:cxn>
                <a:cxn ang="0">
                  <a:pos x="162" y="158"/>
                </a:cxn>
                <a:cxn ang="0">
                  <a:pos x="156" y="138"/>
                </a:cxn>
                <a:cxn ang="0">
                  <a:pos x="161" y="118"/>
                </a:cxn>
                <a:cxn ang="0">
                  <a:pos x="177" y="92"/>
                </a:cxn>
                <a:cxn ang="0">
                  <a:pos x="179" y="86"/>
                </a:cxn>
                <a:cxn ang="0">
                  <a:pos x="184" y="76"/>
                </a:cxn>
                <a:cxn ang="0">
                  <a:pos x="46" y="108"/>
                </a:cxn>
                <a:cxn ang="0">
                  <a:pos x="36" y="96"/>
                </a:cxn>
                <a:cxn ang="0">
                  <a:pos x="46" y="108"/>
                </a:cxn>
                <a:cxn ang="0">
                  <a:pos x="117" y="37"/>
                </a:cxn>
                <a:cxn ang="0">
                  <a:pos x="122" y="46"/>
                </a:cxn>
              </a:cxnLst>
              <a:rect l="0" t="0" r="r" b="b"/>
              <a:pathLst>
                <a:path w="190" h="185">
                  <a:moveTo>
                    <a:pt x="190" y="23"/>
                  </a:moveTo>
                  <a:cubicBezTo>
                    <a:pt x="188" y="20"/>
                    <a:pt x="174" y="6"/>
                    <a:pt x="170" y="11"/>
                  </a:cubicBezTo>
                  <a:cubicBezTo>
                    <a:pt x="169" y="12"/>
                    <a:pt x="171" y="13"/>
                    <a:pt x="170" y="14"/>
                  </a:cubicBezTo>
                  <a:cubicBezTo>
                    <a:pt x="170" y="16"/>
                    <a:pt x="169" y="18"/>
                    <a:pt x="168" y="19"/>
                  </a:cubicBezTo>
                  <a:cubicBezTo>
                    <a:pt x="165" y="21"/>
                    <a:pt x="157" y="16"/>
                    <a:pt x="156" y="16"/>
                  </a:cubicBezTo>
                  <a:cubicBezTo>
                    <a:pt x="150" y="16"/>
                    <a:pt x="149" y="25"/>
                    <a:pt x="145" y="26"/>
                  </a:cubicBezTo>
                  <a:cubicBezTo>
                    <a:pt x="141" y="27"/>
                    <a:pt x="117" y="23"/>
                    <a:pt x="112" y="29"/>
                  </a:cubicBezTo>
                  <a:cubicBezTo>
                    <a:pt x="111" y="30"/>
                    <a:pt x="113" y="33"/>
                    <a:pt x="116" y="36"/>
                  </a:cubicBezTo>
                  <a:cubicBezTo>
                    <a:pt x="104" y="30"/>
                    <a:pt x="103" y="40"/>
                    <a:pt x="102" y="40"/>
                  </a:cubicBezTo>
                  <a:cubicBezTo>
                    <a:pt x="100" y="39"/>
                    <a:pt x="102" y="35"/>
                    <a:pt x="99" y="34"/>
                  </a:cubicBezTo>
                  <a:cubicBezTo>
                    <a:pt x="94" y="32"/>
                    <a:pt x="89" y="37"/>
                    <a:pt x="84" y="35"/>
                  </a:cubicBezTo>
                  <a:cubicBezTo>
                    <a:pt x="70" y="31"/>
                    <a:pt x="60" y="23"/>
                    <a:pt x="49" y="17"/>
                  </a:cubicBezTo>
                  <a:cubicBezTo>
                    <a:pt x="48" y="16"/>
                    <a:pt x="47" y="18"/>
                    <a:pt x="46" y="18"/>
                  </a:cubicBezTo>
                  <a:cubicBezTo>
                    <a:pt x="43" y="18"/>
                    <a:pt x="41" y="18"/>
                    <a:pt x="39" y="16"/>
                  </a:cubicBezTo>
                  <a:cubicBezTo>
                    <a:pt x="37" y="14"/>
                    <a:pt x="39" y="9"/>
                    <a:pt x="37" y="9"/>
                  </a:cubicBezTo>
                  <a:cubicBezTo>
                    <a:pt x="36" y="9"/>
                    <a:pt x="18" y="18"/>
                    <a:pt x="10" y="10"/>
                  </a:cubicBezTo>
                  <a:cubicBezTo>
                    <a:pt x="1" y="0"/>
                    <a:pt x="9" y="15"/>
                    <a:pt x="7" y="19"/>
                  </a:cubicBezTo>
                  <a:cubicBezTo>
                    <a:pt x="5" y="25"/>
                    <a:pt x="0" y="18"/>
                    <a:pt x="3" y="27"/>
                  </a:cubicBezTo>
                  <a:cubicBezTo>
                    <a:pt x="7" y="40"/>
                    <a:pt x="10" y="58"/>
                    <a:pt x="15" y="70"/>
                  </a:cubicBezTo>
                  <a:cubicBezTo>
                    <a:pt x="22" y="84"/>
                    <a:pt x="30" y="77"/>
                    <a:pt x="30" y="98"/>
                  </a:cubicBezTo>
                  <a:cubicBezTo>
                    <a:pt x="30" y="98"/>
                    <a:pt x="30" y="98"/>
                    <a:pt x="30" y="98"/>
                  </a:cubicBezTo>
                  <a:cubicBezTo>
                    <a:pt x="30" y="98"/>
                    <a:pt x="29" y="98"/>
                    <a:pt x="28" y="98"/>
                  </a:cubicBezTo>
                  <a:cubicBezTo>
                    <a:pt x="26" y="99"/>
                    <a:pt x="28" y="102"/>
                    <a:pt x="29" y="104"/>
                  </a:cubicBezTo>
                  <a:cubicBezTo>
                    <a:pt x="30" y="108"/>
                    <a:pt x="28" y="121"/>
                    <a:pt x="30" y="123"/>
                  </a:cubicBezTo>
                  <a:cubicBezTo>
                    <a:pt x="32" y="127"/>
                    <a:pt x="37" y="131"/>
                    <a:pt x="39" y="136"/>
                  </a:cubicBezTo>
                  <a:cubicBezTo>
                    <a:pt x="39" y="138"/>
                    <a:pt x="37" y="143"/>
                    <a:pt x="40" y="145"/>
                  </a:cubicBezTo>
                  <a:cubicBezTo>
                    <a:pt x="48" y="149"/>
                    <a:pt x="47" y="144"/>
                    <a:pt x="53" y="156"/>
                  </a:cubicBezTo>
                  <a:cubicBezTo>
                    <a:pt x="60" y="176"/>
                    <a:pt x="51" y="156"/>
                    <a:pt x="61" y="156"/>
                  </a:cubicBezTo>
                  <a:cubicBezTo>
                    <a:pt x="63" y="156"/>
                    <a:pt x="61" y="161"/>
                    <a:pt x="63" y="164"/>
                  </a:cubicBezTo>
                  <a:cubicBezTo>
                    <a:pt x="64" y="166"/>
                    <a:pt x="74" y="163"/>
                    <a:pt x="76" y="164"/>
                  </a:cubicBezTo>
                  <a:cubicBezTo>
                    <a:pt x="80" y="165"/>
                    <a:pt x="74" y="166"/>
                    <a:pt x="63" y="166"/>
                  </a:cubicBezTo>
                  <a:cubicBezTo>
                    <a:pt x="62" y="166"/>
                    <a:pt x="60" y="166"/>
                    <a:pt x="60" y="167"/>
                  </a:cubicBezTo>
                  <a:cubicBezTo>
                    <a:pt x="61" y="171"/>
                    <a:pt x="63" y="176"/>
                    <a:pt x="66" y="179"/>
                  </a:cubicBezTo>
                  <a:cubicBezTo>
                    <a:pt x="67" y="180"/>
                    <a:pt x="69" y="179"/>
                    <a:pt x="70" y="178"/>
                  </a:cubicBezTo>
                  <a:cubicBezTo>
                    <a:pt x="76" y="175"/>
                    <a:pt x="79" y="177"/>
                    <a:pt x="89" y="178"/>
                  </a:cubicBezTo>
                  <a:cubicBezTo>
                    <a:pt x="90" y="178"/>
                    <a:pt x="91" y="173"/>
                    <a:pt x="92" y="174"/>
                  </a:cubicBezTo>
                  <a:cubicBezTo>
                    <a:pt x="93" y="174"/>
                    <a:pt x="93" y="177"/>
                    <a:pt x="94" y="178"/>
                  </a:cubicBezTo>
                  <a:cubicBezTo>
                    <a:pt x="95" y="180"/>
                    <a:pt x="96" y="182"/>
                    <a:pt x="98" y="183"/>
                  </a:cubicBezTo>
                  <a:cubicBezTo>
                    <a:pt x="104" y="185"/>
                    <a:pt x="135" y="149"/>
                    <a:pt x="134" y="141"/>
                  </a:cubicBezTo>
                  <a:cubicBezTo>
                    <a:pt x="133" y="139"/>
                    <a:pt x="129" y="136"/>
                    <a:pt x="130" y="133"/>
                  </a:cubicBezTo>
                  <a:cubicBezTo>
                    <a:pt x="131" y="132"/>
                    <a:pt x="136" y="138"/>
                    <a:pt x="138" y="143"/>
                  </a:cubicBezTo>
                  <a:cubicBezTo>
                    <a:pt x="141" y="139"/>
                    <a:pt x="148" y="135"/>
                    <a:pt x="154" y="139"/>
                  </a:cubicBezTo>
                  <a:cubicBezTo>
                    <a:pt x="173" y="153"/>
                    <a:pt x="142" y="136"/>
                    <a:pt x="145" y="151"/>
                  </a:cubicBezTo>
                  <a:cubicBezTo>
                    <a:pt x="146" y="152"/>
                    <a:pt x="150" y="150"/>
                    <a:pt x="151" y="152"/>
                  </a:cubicBezTo>
                  <a:cubicBezTo>
                    <a:pt x="152" y="153"/>
                    <a:pt x="148" y="153"/>
                    <a:pt x="148" y="155"/>
                  </a:cubicBezTo>
                  <a:cubicBezTo>
                    <a:pt x="148" y="156"/>
                    <a:pt x="150" y="157"/>
                    <a:pt x="151" y="158"/>
                  </a:cubicBezTo>
                  <a:cubicBezTo>
                    <a:pt x="155" y="162"/>
                    <a:pt x="153" y="154"/>
                    <a:pt x="158" y="153"/>
                  </a:cubicBezTo>
                  <a:cubicBezTo>
                    <a:pt x="160" y="152"/>
                    <a:pt x="161" y="159"/>
                    <a:pt x="162" y="158"/>
                  </a:cubicBezTo>
                  <a:cubicBezTo>
                    <a:pt x="164" y="155"/>
                    <a:pt x="166" y="135"/>
                    <a:pt x="160" y="135"/>
                  </a:cubicBezTo>
                  <a:cubicBezTo>
                    <a:pt x="159" y="135"/>
                    <a:pt x="156" y="140"/>
                    <a:pt x="156" y="138"/>
                  </a:cubicBezTo>
                  <a:cubicBezTo>
                    <a:pt x="156" y="131"/>
                    <a:pt x="164" y="133"/>
                    <a:pt x="163" y="127"/>
                  </a:cubicBezTo>
                  <a:cubicBezTo>
                    <a:pt x="163" y="124"/>
                    <a:pt x="160" y="121"/>
                    <a:pt x="161" y="118"/>
                  </a:cubicBezTo>
                  <a:cubicBezTo>
                    <a:pt x="161" y="116"/>
                    <a:pt x="165" y="118"/>
                    <a:pt x="167" y="116"/>
                  </a:cubicBezTo>
                  <a:cubicBezTo>
                    <a:pt x="172" y="108"/>
                    <a:pt x="167" y="104"/>
                    <a:pt x="177" y="92"/>
                  </a:cubicBezTo>
                  <a:cubicBezTo>
                    <a:pt x="178" y="91"/>
                    <a:pt x="175" y="92"/>
                    <a:pt x="175" y="91"/>
                  </a:cubicBezTo>
                  <a:cubicBezTo>
                    <a:pt x="175" y="89"/>
                    <a:pt x="178" y="84"/>
                    <a:pt x="179" y="86"/>
                  </a:cubicBezTo>
                  <a:cubicBezTo>
                    <a:pt x="180" y="87"/>
                    <a:pt x="179" y="101"/>
                    <a:pt x="182" y="102"/>
                  </a:cubicBezTo>
                  <a:cubicBezTo>
                    <a:pt x="188" y="103"/>
                    <a:pt x="184" y="77"/>
                    <a:pt x="184" y="76"/>
                  </a:cubicBezTo>
                  <a:cubicBezTo>
                    <a:pt x="183" y="67"/>
                    <a:pt x="190" y="24"/>
                    <a:pt x="190" y="23"/>
                  </a:cubicBezTo>
                  <a:close/>
                  <a:moveTo>
                    <a:pt x="46" y="108"/>
                  </a:moveTo>
                  <a:cubicBezTo>
                    <a:pt x="41" y="127"/>
                    <a:pt x="36" y="103"/>
                    <a:pt x="31" y="98"/>
                  </a:cubicBezTo>
                  <a:cubicBezTo>
                    <a:pt x="32" y="99"/>
                    <a:pt x="35" y="95"/>
                    <a:pt x="36" y="96"/>
                  </a:cubicBezTo>
                  <a:cubicBezTo>
                    <a:pt x="39" y="98"/>
                    <a:pt x="38" y="102"/>
                    <a:pt x="39" y="105"/>
                  </a:cubicBezTo>
                  <a:cubicBezTo>
                    <a:pt x="41" y="109"/>
                    <a:pt x="48" y="103"/>
                    <a:pt x="46" y="108"/>
                  </a:cubicBezTo>
                  <a:close/>
                  <a:moveTo>
                    <a:pt x="122" y="46"/>
                  </a:moveTo>
                  <a:cubicBezTo>
                    <a:pt x="121" y="45"/>
                    <a:pt x="118" y="39"/>
                    <a:pt x="117" y="37"/>
                  </a:cubicBezTo>
                  <a:cubicBezTo>
                    <a:pt x="121" y="42"/>
                    <a:pt x="127" y="47"/>
                    <a:pt x="127" y="50"/>
                  </a:cubicBezTo>
                  <a:cubicBezTo>
                    <a:pt x="126" y="52"/>
                    <a:pt x="123" y="48"/>
                    <a:pt x="122" y="46"/>
                  </a:cubicBezTo>
                  <a:close/>
                </a:path>
              </a:pathLst>
            </a:custGeom>
            <a:grpFill/>
            <a:ln w="3175" cap="flat">
              <a:solidFill>
                <a:schemeClr val="tx1">
                  <a:lumMod val="50000"/>
                  <a:lumOff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Title 35"/>
          <p:cNvSpPr>
            <a:spLocks noGrp="1"/>
          </p:cNvSpPr>
          <p:nvPr>
            <p:ph type="title"/>
          </p:nvPr>
        </p:nvSpPr>
        <p:spPr/>
        <p:txBody>
          <a:bodyPr/>
          <a:lstStyle/>
          <a:p>
            <a:r>
              <a:rPr lang="en-US"/>
              <a:t>Australia Map infographic</a:t>
            </a:r>
            <a:endParaRPr lang="en-US" dirty="0"/>
          </a:p>
        </p:txBody>
      </p:sp>
      <p:sp>
        <p:nvSpPr>
          <p:cNvPr id="37" name="Text Placeholder 36"/>
          <p:cNvSpPr>
            <a:spLocks noGrp="1"/>
          </p:cNvSpPr>
          <p:nvPr>
            <p:ph type="body" sz="half" idx="2"/>
          </p:nvPr>
        </p:nvSpPr>
        <p:spPr/>
        <p:txBody>
          <a:bodyPr/>
          <a:lstStyle/>
          <a:p>
            <a:r>
              <a:rPr lang="en-US"/>
              <a:t>Australia Map infographic</a:t>
            </a:r>
            <a:endParaRPr lang="en-US" dirty="0"/>
          </a:p>
        </p:txBody>
      </p:sp>
      <p:sp>
        <p:nvSpPr>
          <p:cNvPr id="67" name="Slide Number Placeholder 66"/>
          <p:cNvSpPr>
            <a:spLocks noGrp="1"/>
          </p:cNvSpPr>
          <p:nvPr>
            <p:ph type="sldNum" sz="quarter" idx="12"/>
          </p:nvPr>
        </p:nvSpPr>
        <p:spPr/>
        <p:txBody>
          <a:bodyPr/>
          <a:lstStyle/>
          <a:p>
            <a:fld id="{C136B7D2-B98C-44FD-8D04-7EC62A564975}" type="slidenum">
              <a:rPr lang="en-US" smtClean="0"/>
              <a:pPr/>
              <a:t>328</a:t>
            </a:fld>
            <a:endParaRPr lang="en-US" dirty="0"/>
          </a:p>
        </p:txBody>
      </p:sp>
      <p:sp>
        <p:nvSpPr>
          <p:cNvPr id="1031" name="Freeform 7"/>
          <p:cNvSpPr>
            <a:spLocks/>
          </p:cNvSpPr>
          <p:nvPr/>
        </p:nvSpPr>
        <p:spPr bwMode="auto">
          <a:xfrm>
            <a:off x="2566988" y="4839033"/>
            <a:ext cx="3175" cy="1588"/>
          </a:xfrm>
          <a:custGeom>
            <a:avLst/>
            <a:gdLst/>
            <a:ahLst/>
            <a:cxnLst>
              <a:cxn ang="0">
                <a:pos x="1" y="0"/>
              </a:cxn>
              <a:cxn ang="0">
                <a:pos x="0" y="0"/>
              </a:cxn>
              <a:cxn ang="0">
                <a:pos x="1" y="0"/>
              </a:cxn>
            </a:cxnLst>
            <a:rect l="0" t="0" r="r" b="b"/>
            <a:pathLst>
              <a:path w="1">
                <a:moveTo>
                  <a:pt x="1" y="0"/>
                </a:moveTo>
                <a:cubicBezTo>
                  <a:pt x="0"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2" name="Freeform 8"/>
          <p:cNvSpPr>
            <a:spLocks/>
          </p:cNvSpPr>
          <p:nvPr/>
        </p:nvSpPr>
        <p:spPr bwMode="auto">
          <a:xfrm>
            <a:off x="2590801" y="4834270"/>
            <a:ext cx="3175" cy="3175"/>
          </a:xfrm>
          <a:custGeom>
            <a:avLst/>
            <a:gdLst/>
            <a:ahLst/>
            <a:cxnLst>
              <a:cxn ang="0">
                <a:pos x="1" y="0"/>
              </a:cxn>
              <a:cxn ang="0">
                <a:pos x="0" y="1"/>
              </a:cxn>
              <a:cxn ang="0">
                <a:pos x="1" y="0"/>
              </a:cxn>
            </a:cxnLst>
            <a:rect l="0" t="0" r="r" b="b"/>
            <a:pathLst>
              <a:path w="1" h="1">
                <a:moveTo>
                  <a:pt x="1" y="0"/>
                </a:moveTo>
                <a:cubicBezTo>
                  <a:pt x="0" y="1"/>
                  <a:pt x="0" y="1"/>
                  <a:pt x="0" y="1"/>
                </a:cubicBezTo>
                <a:cubicBezTo>
                  <a:pt x="0" y="1"/>
                  <a:pt x="0" y="1"/>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Freeform 9"/>
          <p:cNvSpPr>
            <a:spLocks/>
          </p:cNvSpPr>
          <p:nvPr/>
        </p:nvSpPr>
        <p:spPr bwMode="auto">
          <a:xfrm>
            <a:off x="2565401" y="4839033"/>
            <a:ext cx="1588" cy="1588"/>
          </a:xfrm>
          <a:custGeom>
            <a:avLst/>
            <a:gdLst/>
            <a:ahLst/>
            <a:cxnLst>
              <a:cxn ang="0">
                <a:pos x="1" y="0"/>
              </a:cxn>
              <a:cxn ang="0">
                <a:pos x="0" y="0"/>
              </a:cxn>
              <a:cxn ang="0">
                <a:pos x="1" y="0"/>
              </a:cxn>
            </a:cxnLst>
            <a:rect l="0" t="0" r="r" b="b"/>
            <a:pathLst>
              <a:path w="1">
                <a:moveTo>
                  <a:pt x="1" y="0"/>
                </a:moveTo>
                <a:cubicBezTo>
                  <a:pt x="1"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3"/>
          <p:cNvSpPr>
            <a:spLocks noEditPoints="1"/>
          </p:cNvSpPr>
          <p:nvPr/>
        </p:nvSpPr>
        <p:spPr bwMode="auto">
          <a:xfrm>
            <a:off x="1752600" y="1539144"/>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1"/>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3"/>
          <p:cNvSpPr>
            <a:spLocks noEditPoints="1"/>
          </p:cNvSpPr>
          <p:nvPr/>
        </p:nvSpPr>
        <p:spPr bwMode="auto">
          <a:xfrm>
            <a:off x="990600" y="2793431"/>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2"/>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3"/>
          <p:cNvSpPr>
            <a:spLocks noEditPoints="1"/>
          </p:cNvSpPr>
          <p:nvPr/>
        </p:nvSpPr>
        <p:spPr bwMode="auto">
          <a:xfrm>
            <a:off x="2486596" y="1767744"/>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3"/>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3"/>
          <p:cNvSpPr>
            <a:spLocks noEditPoints="1"/>
          </p:cNvSpPr>
          <p:nvPr/>
        </p:nvSpPr>
        <p:spPr bwMode="auto">
          <a:xfrm>
            <a:off x="2646767" y="2667356"/>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4"/>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3"/>
          <p:cNvSpPr>
            <a:spLocks noEditPoints="1"/>
          </p:cNvSpPr>
          <p:nvPr/>
        </p:nvSpPr>
        <p:spPr bwMode="auto">
          <a:xfrm>
            <a:off x="3356346" y="3166562"/>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5"/>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83"/>
          <p:cNvSpPr>
            <a:spLocks noEditPoints="1"/>
          </p:cNvSpPr>
          <p:nvPr/>
        </p:nvSpPr>
        <p:spPr bwMode="auto">
          <a:xfrm>
            <a:off x="1752600" y="2498588"/>
            <a:ext cx="332804" cy="499206"/>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accent6"/>
          </a:solid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Rectangle 135"/>
          <p:cNvSpPr/>
          <p:nvPr/>
        </p:nvSpPr>
        <p:spPr>
          <a:xfrm>
            <a:off x="7472660" y="3889385"/>
            <a:ext cx="764633" cy="553998"/>
          </a:xfrm>
          <a:prstGeom prst="rect">
            <a:avLst/>
          </a:prstGeom>
        </p:spPr>
        <p:txBody>
          <a:bodyPr wrap="none" lIns="0" tIns="0" rIns="0" bIns="0">
            <a:spAutoFit/>
          </a:bodyPr>
          <a:lstStyle/>
          <a:p>
            <a:r>
              <a:rPr lang="en-US" sz="3600" b="1" dirty="0">
                <a:solidFill>
                  <a:schemeClr val="accent2"/>
                </a:solidFill>
              </a:rPr>
              <a:t>80%</a:t>
            </a:r>
            <a:endParaRPr lang="en-US" sz="2400" b="1" dirty="0">
              <a:solidFill>
                <a:schemeClr val="accent2"/>
              </a:solidFill>
            </a:endParaRPr>
          </a:p>
        </p:txBody>
      </p:sp>
      <p:sp>
        <p:nvSpPr>
          <p:cNvPr id="138" name="Rectangle 137"/>
          <p:cNvSpPr/>
          <p:nvPr/>
        </p:nvSpPr>
        <p:spPr>
          <a:xfrm>
            <a:off x="7472660" y="3166562"/>
            <a:ext cx="764633" cy="553998"/>
          </a:xfrm>
          <a:prstGeom prst="rect">
            <a:avLst/>
          </a:prstGeom>
        </p:spPr>
        <p:txBody>
          <a:bodyPr wrap="none" lIns="0" tIns="0" rIns="0" bIns="0">
            <a:spAutoFit/>
          </a:bodyPr>
          <a:lstStyle/>
          <a:p>
            <a:r>
              <a:rPr lang="en-US" sz="3600" b="1" dirty="0">
                <a:solidFill>
                  <a:schemeClr val="accent1"/>
                </a:solidFill>
              </a:rPr>
              <a:t>50%</a:t>
            </a:r>
            <a:endParaRPr lang="en-US" sz="2400" b="1" dirty="0">
              <a:solidFill>
                <a:schemeClr val="accent1"/>
              </a:solidFill>
            </a:endParaRPr>
          </a:p>
        </p:txBody>
      </p:sp>
      <p:grpSp>
        <p:nvGrpSpPr>
          <p:cNvPr id="3" name="Group 87"/>
          <p:cNvGrpSpPr/>
          <p:nvPr/>
        </p:nvGrpSpPr>
        <p:grpSpPr>
          <a:xfrm>
            <a:off x="4465890" y="3886497"/>
            <a:ext cx="2660838" cy="559774"/>
            <a:chOff x="609600" y="2841943"/>
            <a:chExt cx="2660838" cy="559774"/>
          </a:xfrm>
        </p:grpSpPr>
        <p:grpSp>
          <p:nvGrpSpPr>
            <p:cNvPr id="4" name="Group 184"/>
            <p:cNvGrpSpPr/>
            <p:nvPr/>
          </p:nvGrpSpPr>
          <p:grpSpPr>
            <a:xfrm>
              <a:off x="609600" y="2841943"/>
              <a:ext cx="260742" cy="559774"/>
              <a:chOff x="6213475" y="1668463"/>
              <a:chExt cx="227013" cy="487362"/>
            </a:xfrm>
            <a:solidFill>
              <a:schemeClr val="accent1"/>
            </a:solidFill>
          </p:grpSpPr>
          <p:sp>
            <p:nvSpPr>
              <p:cNvPr id="16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184"/>
            <p:cNvGrpSpPr/>
            <p:nvPr/>
          </p:nvGrpSpPr>
          <p:grpSpPr>
            <a:xfrm>
              <a:off x="876277" y="2841943"/>
              <a:ext cx="260742" cy="559774"/>
              <a:chOff x="6213475" y="1668463"/>
              <a:chExt cx="227013" cy="487362"/>
            </a:xfrm>
            <a:solidFill>
              <a:schemeClr val="accent1"/>
            </a:solidFill>
          </p:grpSpPr>
          <p:sp>
            <p:nvSpPr>
              <p:cNvPr id="166"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184"/>
            <p:cNvGrpSpPr/>
            <p:nvPr/>
          </p:nvGrpSpPr>
          <p:grpSpPr>
            <a:xfrm>
              <a:off x="1142954" y="2841943"/>
              <a:ext cx="260742" cy="559774"/>
              <a:chOff x="6213475" y="1668463"/>
              <a:chExt cx="227013" cy="487362"/>
            </a:xfrm>
            <a:solidFill>
              <a:schemeClr val="accent1"/>
            </a:solidFill>
          </p:grpSpPr>
          <p:sp>
            <p:nvSpPr>
              <p:cNvPr id="164"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184"/>
            <p:cNvGrpSpPr/>
            <p:nvPr/>
          </p:nvGrpSpPr>
          <p:grpSpPr>
            <a:xfrm>
              <a:off x="1409631" y="2841943"/>
              <a:ext cx="260742" cy="559774"/>
              <a:chOff x="6213475" y="1668463"/>
              <a:chExt cx="227013" cy="487362"/>
            </a:xfrm>
            <a:solidFill>
              <a:schemeClr val="accent1"/>
            </a:solidFill>
          </p:grpSpPr>
          <p:sp>
            <p:nvSpPr>
              <p:cNvPr id="162"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184"/>
            <p:cNvGrpSpPr/>
            <p:nvPr/>
          </p:nvGrpSpPr>
          <p:grpSpPr>
            <a:xfrm>
              <a:off x="1676308" y="2841943"/>
              <a:ext cx="260742" cy="559774"/>
              <a:chOff x="6213475" y="1668463"/>
              <a:chExt cx="227013" cy="487362"/>
            </a:xfrm>
            <a:solidFill>
              <a:schemeClr val="accent1"/>
            </a:solidFill>
          </p:grpSpPr>
          <p:sp>
            <p:nvSpPr>
              <p:cNvPr id="16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184"/>
            <p:cNvGrpSpPr/>
            <p:nvPr/>
          </p:nvGrpSpPr>
          <p:grpSpPr>
            <a:xfrm>
              <a:off x="1942985" y="2841943"/>
              <a:ext cx="260742" cy="559774"/>
              <a:chOff x="6213475" y="1668463"/>
              <a:chExt cx="227013" cy="487362"/>
            </a:xfrm>
            <a:solidFill>
              <a:schemeClr val="accent1"/>
            </a:solidFill>
          </p:grpSpPr>
          <p:sp>
            <p:nvSpPr>
              <p:cNvPr id="15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184"/>
            <p:cNvGrpSpPr/>
            <p:nvPr/>
          </p:nvGrpSpPr>
          <p:grpSpPr>
            <a:xfrm>
              <a:off x="2209662" y="2841943"/>
              <a:ext cx="260742" cy="559774"/>
              <a:chOff x="6213475" y="1668463"/>
              <a:chExt cx="227013" cy="487362"/>
            </a:xfrm>
            <a:solidFill>
              <a:schemeClr val="accent1"/>
            </a:solidFill>
          </p:grpSpPr>
          <p:sp>
            <p:nvSpPr>
              <p:cNvPr id="156"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1" name="Group 184"/>
            <p:cNvGrpSpPr/>
            <p:nvPr/>
          </p:nvGrpSpPr>
          <p:grpSpPr>
            <a:xfrm>
              <a:off x="2476339" y="2841943"/>
              <a:ext cx="260742" cy="559774"/>
              <a:chOff x="6213475" y="1668463"/>
              <a:chExt cx="227013" cy="487362"/>
            </a:xfrm>
            <a:solidFill>
              <a:schemeClr val="accent1"/>
            </a:solidFill>
          </p:grpSpPr>
          <p:sp>
            <p:nvSpPr>
              <p:cNvPr id="154"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184"/>
            <p:cNvGrpSpPr/>
            <p:nvPr/>
          </p:nvGrpSpPr>
          <p:grpSpPr>
            <a:xfrm>
              <a:off x="2743016" y="2841943"/>
              <a:ext cx="260742" cy="559774"/>
              <a:chOff x="6213475" y="1668463"/>
              <a:chExt cx="227013" cy="487362"/>
            </a:xfrm>
            <a:solidFill>
              <a:schemeClr val="bg1">
                <a:lumMod val="75000"/>
              </a:schemeClr>
            </a:solidFill>
          </p:grpSpPr>
          <p:sp>
            <p:nvSpPr>
              <p:cNvPr id="152"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184"/>
            <p:cNvGrpSpPr/>
            <p:nvPr/>
          </p:nvGrpSpPr>
          <p:grpSpPr>
            <a:xfrm>
              <a:off x="3009696" y="2841943"/>
              <a:ext cx="260742" cy="559774"/>
              <a:chOff x="6213475" y="1668463"/>
              <a:chExt cx="227013" cy="487362"/>
            </a:xfrm>
            <a:solidFill>
              <a:schemeClr val="bg1">
                <a:lumMod val="75000"/>
              </a:schemeClr>
            </a:solidFill>
          </p:grpSpPr>
          <p:sp>
            <p:nvSpPr>
              <p:cNvPr id="150"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4" name="Group 86"/>
          <p:cNvGrpSpPr/>
          <p:nvPr/>
        </p:nvGrpSpPr>
        <p:grpSpPr>
          <a:xfrm>
            <a:off x="4496369" y="3147353"/>
            <a:ext cx="2573317" cy="592417"/>
            <a:chOff x="5932686" y="2855964"/>
            <a:chExt cx="2449314" cy="563870"/>
          </a:xfrm>
        </p:grpSpPr>
        <p:grpSp>
          <p:nvGrpSpPr>
            <p:cNvPr id="15" name="Group 179"/>
            <p:cNvGrpSpPr/>
            <p:nvPr/>
          </p:nvGrpSpPr>
          <p:grpSpPr>
            <a:xfrm>
              <a:off x="5932686" y="2855964"/>
              <a:ext cx="220321" cy="563870"/>
              <a:chOff x="5054600" y="1652588"/>
              <a:chExt cx="187325" cy="479424"/>
            </a:xfrm>
            <a:solidFill>
              <a:schemeClr val="accent4"/>
            </a:solidFill>
          </p:grpSpPr>
          <p:sp>
            <p:nvSpPr>
              <p:cNvPr id="19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Group 179"/>
            <p:cNvGrpSpPr/>
            <p:nvPr/>
          </p:nvGrpSpPr>
          <p:grpSpPr>
            <a:xfrm>
              <a:off x="6180352" y="2855964"/>
              <a:ext cx="220321" cy="563870"/>
              <a:chOff x="5054600" y="1652588"/>
              <a:chExt cx="187325" cy="479424"/>
            </a:xfrm>
            <a:solidFill>
              <a:schemeClr val="accent4"/>
            </a:solidFill>
          </p:grpSpPr>
          <p:sp>
            <p:nvSpPr>
              <p:cNvPr id="19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Group 179"/>
            <p:cNvGrpSpPr/>
            <p:nvPr/>
          </p:nvGrpSpPr>
          <p:grpSpPr>
            <a:xfrm>
              <a:off x="6428018" y="2855964"/>
              <a:ext cx="220321" cy="563870"/>
              <a:chOff x="5054600" y="1652588"/>
              <a:chExt cx="187325" cy="479424"/>
            </a:xfrm>
            <a:solidFill>
              <a:schemeClr val="accent4"/>
            </a:solidFill>
          </p:grpSpPr>
          <p:sp>
            <p:nvSpPr>
              <p:cNvPr id="19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8" name="Group 179"/>
            <p:cNvGrpSpPr/>
            <p:nvPr/>
          </p:nvGrpSpPr>
          <p:grpSpPr>
            <a:xfrm>
              <a:off x="6675684" y="2855964"/>
              <a:ext cx="220321" cy="563870"/>
              <a:chOff x="5054600" y="1652588"/>
              <a:chExt cx="187325" cy="479424"/>
            </a:xfrm>
            <a:solidFill>
              <a:schemeClr val="accent4"/>
            </a:solidFill>
          </p:grpSpPr>
          <p:sp>
            <p:nvSpPr>
              <p:cNvPr id="19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79"/>
            <p:cNvGrpSpPr/>
            <p:nvPr/>
          </p:nvGrpSpPr>
          <p:grpSpPr>
            <a:xfrm>
              <a:off x="6923350" y="2855964"/>
              <a:ext cx="220321" cy="563870"/>
              <a:chOff x="5054600" y="1652588"/>
              <a:chExt cx="187325" cy="479424"/>
            </a:xfrm>
            <a:solidFill>
              <a:schemeClr val="accent4"/>
            </a:solidFill>
          </p:grpSpPr>
          <p:sp>
            <p:nvSpPr>
              <p:cNvPr id="19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79"/>
            <p:cNvGrpSpPr/>
            <p:nvPr/>
          </p:nvGrpSpPr>
          <p:grpSpPr>
            <a:xfrm>
              <a:off x="7171017" y="2855964"/>
              <a:ext cx="220321" cy="563870"/>
              <a:chOff x="5054600" y="1652588"/>
              <a:chExt cx="187325" cy="479424"/>
            </a:xfrm>
            <a:solidFill>
              <a:schemeClr val="bg1">
                <a:lumMod val="75000"/>
              </a:schemeClr>
            </a:solidFill>
          </p:grpSpPr>
          <p:sp>
            <p:nvSpPr>
              <p:cNvPr id="18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179"/>
            <p:cNvGrpSpPr/>
            <p:nvPr/>
          </p:nvGrpSpPr>
          <p:grpSpPr>
            <a:xfrm>
              <a:off x="7418683" y="2855964"/>
              <a:ext cx="220321" cy="563870"/>
              <a:chOff x="5054600" y="1652588"/>
              <a:chExt cx="187325" cy="479424"/>
            </a:xfrm>
            <a:solidFill>
              <a:schemeClr val="bg1">
                <a:lumMod val="75000"/>
              </a:schemeClr>
            </a:solidFill>
          </p:grpSpPr>
          <p:sp>
            <p:nvSpPr>
              <p:cNvPr id="18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179"/>
            <p:cNvGrpSpPr/>
            <p:nvPr/>
          </p:nvGrpSpPr>
          <p:grpSpPr>
            <a:xfrm>
              <a:off x="7666349" y="2855964"/>
              <a:ext cx="220321" cy="563870"/>
              <a:chOff x="5054600" y="1652588"/>
              <a:chExt cx="187325" cy="479424"/>
            </a:xfrm>
            <a:solidFill>
              <a:schemeClr val="bg1">
                <a:lumMod val="75000"/>
              </a:schemeClr>
            </a:solidFill>
          </p:grpSpPr>
          <p:sp>
            <p:nvSpPr>
              <p:cNvPr id="18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179"/>
            <p:cNvGrpSpPr/>
            <p:nvPr/>
          </p:nvGrpSpPr>
          <p:grpSpPr>
            <a:xfrm>
              <a:off x="7914015" y="2855964"/>
              <a:ext cx="220321" cy="563870"/>
              <a:chOff x="5054600" y="1652588"/>
              <a:chExt cx="187325" cy="479424"/>
            </a:xfrm>
            <a:solidFill>
              <a:schemeClr val="bg1">
                <a:lumMod val="75000"/>
              </a:schemeClr>
            </a:solidFill>
          </p:grpSpPr>
          <p:sp>
            <p:nvSpPr>
              <p:cNvPr id="18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179"/>
            <p:cNvGrpSpPr/>
            <p:nvPr/>
          </p:nvGrpSpPr>
          <p:grpSpPr>
            <a:xfrm>
              <a:off x="8161679" y="2855964"/>
              <a:ext cx="220321" cy="563870"/>
              <a:chOff x="5054600" y="1652588"/>
              <a:chExt cx="187325" cy="479424"/>
            </a:xfrm>
            <a:solidFill>
              <a:schemeClr val="bg1">
                <a:lumMod val="75000"/>
              </a:schemeClr>
            </a:solidFill>
          </p:grpSpPr>
          <p:sp>
            <p:nvSpPr>
              <p:cNvPr id="18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01" name="TextBox 200"/>
          <p:cNvSpPr txBox="1"/>
          <p:nvPr/>
        </p:nvSpPr>
        <p:spPr>
          <a:xfrm>
            <a:off x="4347545" y="1200150"/>
            <a:ext cx="4177330" cy="769441"/>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which don't look even slightly believable </a:t>
            </a:r>
          </a:p>
        </p:txBody>
      </p:sp>
      <p:graphicFrame>
        <p:nvGraphicFramePr>
          <p:cNvPr id="202" name="Chart 201"/>
          <p:cNvGraphicFramePr/>
          <p:nvPr/>
        </p:nvGraphicFramePr>
        <p:xfrm>
          <a:off x="4315322" y="1934529"/>
          <a:ext cx="4004962" cy="1108505"/>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p:cTn id="7" dur="500" fill="hold"/>
                                        <p:tgtEl>
                                          <p:spTgt spid="83"/>
                                        </p:tgtEl>
                                        <p:attrNameLst>
                                          <p:attrName>ppt_w</p:attrName>
                                        </p:attrNameLst>
                                      </p:cBhvr>
                                      <p:tavLst>
                                        <p:tav tm="0">
                                          <p:val>
                                            <p:fltVal val="0"/>
                                          </p:val>
                                        </p:tav>
                                        <p:tav tm="100000">
                                          <p:val>
                                            <p:strVal val="#ppt_w"/>
                                          </p:val>
                                        </p:tav>
                                      </p:tavLst>
                                    </p:anim>
                                    <p:anim calcmode="lin" valueType="num">
                                      <p:cBhvr>
                                        <p:cTn id="8" dur="500" fill="hold"/>
                                        <p:tgtEl>
                                          <p:spTgt spid="83"/>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 presetClass="entr" presetSubtype="1" accel="50000" decel="50000" fill="hold" grpId="0" nodeType="afterEffect">
                                  <p:stCondLst>
                                    <p:cond delay="0"/>
                                  </p:stCondLst>
                                  <p:childTnLst>
                                    <p:set>
                                      <p:cBhvr>
                                        <p:cTn id="11" dur="1" fill="hold">
                                          <p:stCondLst>
                                            <p:cond delay="0"/>
                                          </p:stCondLst>
                                        </p:cTn>
                                        <p:tgtEl>
                                          <p:spTgt spid="50"/>
                                        </p:tgtEl>
                                        <p:attrNameLst>
                                          <p:attrName>style.visibility</p:attrName>
                                        </p:attrNameLst>
                                      </p:cBhvr>
                                      <p:to>
                                        <p:strVal val="visible"/>
                                      </p:to>
                                    </p:set>
                                    <p:anim calcmode="lin" valueType="num">
                                      <p:cBhvr additive="base">
                                        <p:cTn id="12" dur="500" fill="hold"/>
                                        <p:tgtEl>
                                          <p:spTgt spid="50"/>
                                        </p:tgtEl>
                                        <p:attrNameLst>
                                          <p:attrName>ppt_x</p:attrName>
                                        </p:attrNameLst>
                                      </p:cBhvr>
                                      <p:tavLst>
                                        <p:tav tm="0">
                                          <p:val>
                                            <p:strVal val="#ppt_x"/>
                                          </p:val>
                                        </p:tav>
                                        <p:tav tm="100000">
                                          <p:val>
                                            <p:strVal val="#ppt_x"/>
                                          </p:val>
                                        </p:tav>
                                      </p:tavLst>
                                    </p:anim>
                                    <p:anim calcmode="lin" valueType="num">
                                      <p:cBhvr additive="base">
                                        <p:cTn id="13" dur="500" fill="hold"/>
                                        <p:tgtEl>
                                          <p:spTgt spid="50"/>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grpId="0" nodeType="afterEffect">
                                  <p:stCondLst>
                                    <p:cond delay="0"/>
                                  </p:stCondLst>
                                  <p:childTnLst>
                                    <p:set>
                                      <p:cBhvr>
                                        <p:cTn id="16" dur="1" fill="hold">
                                          <p:stCondLst>
                                            <p:cond delay="0"/>
                                          </p:stCondLst>
                                        </p:cTn>
                                        <p:tgtEl>
                                          <p:spTgt spid="51"/>
                                        </p:tgtEl>
                                        <p:attrNameLst>
                                          <p:attrName>style.visibility</p:attrName>
                                        </p:attrNameLst>
                                      </p:cBhvr>
                                      <p:to>
                                        <p:strVal val="visible"/>
                                      </p:to>
                                    </p:set>
                                    <p:anim calcmode="lin" valueType="num">
                                      <p:cBhvr additive="base">
                                        <p:cTn id="17" dur="500" fill="hold"/>
                                        <p:tgtEl>
                                          <p:spTgt spid="51"/>
                                        </p:tgtEl>
                                        <p:attrNameLst>
                                          <p:attrName>ppt_x</p:attrName>
                                        </p:attrNameLst>
                                      </p:cBhvr>
                                      <p:tavLst>
                                        <p:tav tm="0">
                                          <p:val>
                                            <p:strVal val="#ppt_x"/>
                                          </p:val>
                                        </p:tav>
                                        <p:tav tm="100000">
                                          <p:val>
                                            <p:strVal val="#ppt_x"/>
                                          </p:val>
                                        </p:tav>
                                      </p:tavLst>
                                    </p:anim>
                                    <p:anim calcmode="lin" valueType="num">
                                      <p:cBhvr additive="base">
                                        <p:cTn id="18" dur="500" fill="hold"/>
                                        <p:tgtEl>
                                          <p:spTgt spid="51"/>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grpId="0" nodeType="afterEffect">
                                  <p:stCondLst>
                                    <p:cond delay="0"/>
                                  </p:stCondLst>
                                  <p:childTnLst>
                                    <p:set>
                                      <p:cBhvr>
                                        <p:cTn id="21" dur="1" fill="hold">
                                          <p:stCondLst>
                                            <p:cond delay="0"/>
                                          </p:stCondLst>
                                        </p:cTn>
                                        <p:tgtEl>
                                          <p:spTgt spid="52"/>
                                        </p:tgtEl>
                                        <p:attrNameLst>
                                          <p:attrName>style.visibility</p:attrName>
                                        </p:attrNameLst>
                                      </p:cBhvr>
                                      <p:to>
                                        <p:strVal val="visible"/>
                                      </p:to>
                                    </p:set>
                                    <p:anim calcmode="lin" valueType="num">
                                      <p:cBhvr additive="base">
                                        <p:cTn id="22" dur="500" fill="hold"/>
                                        <p:tgtEl>
                                          <p:spTgt spid="52"/>
                                        </p:tgtEl>
                                        <p:attrNameLst>
                                          <p:attrName>ppt_x</p:attrName>
                                        </p:attrNameLst>
                                      </p:cBhvr>
                                      <p:tavLst>
                                        <p:tav tm="0">
                                          <p:val>
                                            <p:strVal val="#ppt_x"/>
                                          </p:val>
                                        </p:tav>
                                        <p:tav tm="100000">
                                          <p:val>
                                            <p:strVal val="#ppt_x"/>
                                          </p:val>
                                        </p:tav>
                                      </p:tavLst>
                                    </p:anim>
                                    <p:anim calcmode="lin" valueType="num">
                                      <p:cBhvr additive="base">
                                        <p:cTn id="23" dur="500" fill="hold"/>
                                        <p:tgtEl>
                                          <p:spTgt spid="52"/>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grpId="0" nodeType="after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additive="base">
                                        <p:cTn id="27" dur="500" fill="hold"/>
                                        <p:tgtEl>
                                          <p:spTgt spid="54"/>
                                        </p:tgtEl>
                                        <p:attrNameLst>
                                          <p:attrName>ppt_x</p:attrName>
                                        </p:attrNameLst>
                                      </p:cBhvr>
                                      <p:tavLst>
                                        <p:tav tm="0">
                                          <p:val>
                                            <p:strVal val="#ppt_x"/>
                                          </p:val>
                                        </p:tav>
                                        <p:tav tm="100000">
                                          <p:val>
                                            <p:strVal val="#ppt_x"/>
                                          </p:val>
                                        </p:tav>
                                      </p:tavLst>
                                    </p:anim>
                                    <p:anim calcmode="lin" valueType="num">
                                      <p:cBhvr additive="base">
                                        <p:cTn id="28" dur="500" fill="hold"/>
                                        <p:tgtEl>
                                          <p:spTgt spid="54"/>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grpId="0" nodeType="afterEffect">
                                  <p:stCondLst>
                                    <p:cond delay="0"/>
                                  </p:stCondLst>
                                  <p:childTnLst>
                                    <p:set>
                                      <p:cBhvr>
                                        <p:cTn id="31" dur="1" fill="hold">
                                          <p:stCondLst>
                                            <p:cond delay="0"/>
                                          </p:stCondLst>
                                        </p:cTn>
                                        <p:tgtEl>
                                          <p:spTgt spid="53"/>
                                        </p:tgtEl>
                                        <p:attrNameLst>
                                          <p:attrName>style.visibility</p:attrName>
                                        </p:attrNameLst>
                                      </p:cBhvr>
                                      <p:to>
                                        <p:strVal val="visible"/>
                                      </p:to>
                                    </p:set>
                                    <p:anim calcmode="lin" valueType="num">
                                      <p:cBhvr additive="base">
                                        <p:cTn id="32" dur="500" fill="hold"/>
                                        <p:tgtEl>
                                          <p:spTgt spid="53"/>
                                        </p:tgtEl>
                                        <p:attrNameLst>
                                          <p:attrName>ppt_x</p:attrName>
                                        </p:attrNameLst>
                                      </p:cBhvr>
                                      <p:tavLst>
                                        <p:tav tm="0">
                                          <p:val>
                                            <p:strVal val="#ppt_x"/>
                                          </p:val>
                                        </p:tav>
                                        <p:tav tm="100000">
                                          <p:val>
                                            <p:strVal val="#ppt_x"/>
                                          </p:val>
                                        </p:tav>
                                      </p:tavLst>
                                    </p:anim>
                                    <p:anim calcmode="lin" valueType="num">
                                      <p:cBhvr additive="base">
                                        <p:cTn id="33" dur="500" fill="hold"/>
                                        <p:tgtEl>
                                          <p:spTgt spid="53"/>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2" presetClass="entr" presetSubtype="1" accel="50000" decel="50000" fill="hold" grpId="0" nodeType="afterEffect">
                                  <p:stCondLst>
                                    <p:cond delay="0"/>
                                  </p:stCondLst>
                                  <p:childTnLst>
                                    <p:set>
                                      <p:cBhvr>
                                        <p:cTn id="36" dur="1" fill="hold">
                                          <p:stCondLst>
                                            <p:cond delay="0"/>
                                          </p:stCondLst>
                                        </p:cTn>
                                        <p:tgtEl>
                                          <p:spTgt spid="55"/>
                                        </p:tgtEl>
                                        <p:attrNameLst>
                                          <p:attrName>style.visibility</p:attrName>
                                        </p:attrNameLst>
                                      </p:cBhvr>
                                      <p:to>
                                        <p:strVal val="visible"/>
                                      </p:to>
                                    </p:set>
                                    <p:anim calcmode="lin" valueType="num">
                                      <p:cBhvr additive="base">
                                        <p:cTn id="37" dur="500" fill="hold"/>
                                        <p:tgtEl>
                                          <p:spTgt spid="55"/>
                                        </p:tgtEl>
                                        <p:attrNameLst>
                                          <p:attrName>ppt_x</p:attrName>
                                        </p:attrNameLst>
                                      </p:cBhvr>
                                      <p:tavLst>
                                        <p:tav tm="0">
                                          <p:val>
                                            <p:strVal val="#ppt_x"/>
                                          </p:val>
                                        </p:tav>
                                        <p:tav tm="100000">
                                          <p:val>
                                            <p:strVal val="#ppt_x"/>
                                          </p:val>
                                        </p:tav>
                                      </p:tavLst>
                                    </p:anim>
                                    <p:anim calcmode="lin" valueType="num">
                                      <p:cBhvr additive="base">
                                        <p:cTn id="38" dur="500" fill="hold"/>
                                        <p:tgtEl>
                                          <p:spTgt spid="55"/>
                                        </p:tgtEl>
                                        <p:attrNameLst>
                                          <p:attrName>ppt_y</p:attrName>
                                        </p:attrNameLst>
                                      </p:cBhvr>
                                      <p:tavLst>
                                        <p:tav tm="0">
                                          <p:val>
                                            <p:strVal val="0-#ppt_h/2"/>
                                          </p:val>
                                        </p:tav>
                                        <p:tav tm="100000">
                                          <p:val>
                                            <p:strVal val="#ppt_y"/>
                                          </p:val>
                                        </p:tav>
                                      </p:tavLst>
                                    </p:anim>
                                  </p:childTnLst>
                                </p:cTn>
                              </p:par>
                            </p:childTnLst>
                          </p:cTn>
                        </p:par>
                        <p:par>
                          <p:cTn id="39" fill="hold">
                            <p:stCondLst>
                              <p:cond delay="3500"/>
                            </p:stCondLst>
                            <p:childTnLst>
                              <p:par>
                                <p:cTn id="40" presetID="12" presetClass="entr" presetSubtype="4" fill="hold" grpId="0" nodeType="afterEffect">
                                  <p:stCondLst>
                                    <p:cond delay="0"/>
                                  </p:stCondLst>
                                  <p:childTnLst>
                                    <p:set>
                                      <p:cBhvr>
                                        <p:cTn id="41" dur="1" fill="hold">
                                          <p:stCondLst>
                                            <p:cond delay="0"/>
                                          </p:stCondLst>
                                        </p:cTn>
                                        <p:tgtEl>
                                          <p:spTgt spid="201"/>
                                        </p:tgtEl>
                                        <p:attrNameLst>
                                          <p:attrName>style.visibility</p:attrName>
                                        </p:attrNameLst>
                                      </p:cBhvr>
                                      <p:to>
                                        <p:strVal val="visible"/>
                                      </p:to>
                                    </p:set>
                                    <p:animEffect transition="in" filter="slide(fromBottom)">
                                      <p:cBhvr>
                                        <p:cTn id="42" dur="500"/>
                                        <p:tgtEl>
                                          <p:spTgt spid="201"/>
                                        </p:tgtEl>
                                      </p:cBhvr>
                                    </p:animEffect>
                                  </p:childTnLst>
                                </p:cTn>
                              </p:par>
                            </p:childTnLst>
                          </p:cTn>
                        </p:par>
                        <p:par>
                          <p:cTn id="43" fill="hold">
                            <p:stCondLst>
                              <p:cond delay="4000"/>
                            </p:stCondLst>
                            <p:childTnLst>
                              <p:par>
                                <p:cTn id="44" presetID="22" presetClass="entr" presetSubtype="8" fill="hold" grpId="0" nodeType="afterEffect">
                                  <p:stCondLst>
                                    <p:cond delay="0"/>
                                  </p:stCondLst>
                                  <p:childTnLst>
                                    <p:set>
                                      <p:cBhvr>
                                        <p:cTn id="45" dur="1" fill="hold">
                                          <p:stCondLst>
                                            <p:cond delay="0"/>
                                          </p:stCondLst>
                                        </p:cTn>
                                        <p:tgtEl>
                                          <p:spTgt spid="202">
                                            <p:graphicEl>
                                              <a:chart seriesIdx="-3" categoryIdx="-3" bldStep="gridLegend"/>
                                            </p:graphicEl>
                                          </p:spTgt>
                                        </p:tgtEl>
                                        <p:attrNameLst>
                                          <p:attrName>style.visibility</p:attrName>
                                        </p:attrNameLst>
                                      </p:cBhvr>
                                      <p:to>
                                        <p:strVal val="visible"/>
                                      </p:to>
                                    </p:set>
                                    <p:animEffect transition="in" filter="wipe(left)">
                                      <p:cBhvr>
                                        <p:cTn id="46" dur="500"/>
                                        <p:tgtEl>
                                          <p:spTgt spid="202">
                                            <p:graphicEl>
                                              <a:chart seriesIdx="-3" categoryIdx="-3" bldStep="gridLegend"/>
                                            </p:graphicEl>
                                          </p:spTgt>
                                        </p:tgtEl>
                                      </p:cBhvr>
                                    </p:animEffect>
                                  </p:childTnLst>
                                </p:cTn>
                              </p:par>
                            </p:childTnLst>
                          </p:cTn>
                        </p:par>
                        <p:par>
                          <p:cTn id="47" fill="hold">
                            <p:stCondLst>
                              <p:cond delay="4500"/>
                            </p:stCondLst>
                            <p:childTnLst>
                              <p:par>
                                <p:cTn id="48" presetID="22" presetClass="entr" presetSubtype="8" fill="hold" grpId="0" nodeType="afterEffect">
                                  <p:stCondLst>
                                    <p:cond delay="0"/>
                                  </p:stCondLst>
                                  <p:childTnLst>
                                    <p:set>
                                      <p:cBhvr>
                                        <p:cTn id="49" dur="1" fill="hold">
                                          <p:stCondLst>
                                            <p:cond delay="0"/>
                                          </p:stCondLst>
                                        </p:cTn>
                                        <p:tgtEl>
                                          <p:spTgt spid="202">
                                            <p:graphicEl>
                                              <a:chart seriesIdx="0" categoryIdx="-4" bldStep="series"/>
                                            </p:graphicEl>
                                          </p:spTgt>
                                        </p:tgtEl>
                                        <p:attrNameLst>
                                          <p:attrName>style.visibility</p:attrName>
                                        </p:attrNameLst>
                                      </p:cBhvr>
                                      <p:to>
                                        <p:strVal val="visible"/>
                                      </p:to>
                                    </p:set>
                                    <p:animEffect transition="in" filter="wipe(left)">
                                      <p:cBhvr>
                                        <p:cTn id="50" dur="500"/>
                                        <p:tgtEl>
                                          <p:spTgt spid="202">
                                            <p:graphicEl>
                                              <a:chart seriesIdx="0" categoryIdx="-4" bldStep="series"/>
                                            </p:graphicEl>
                                          </p:spTgt>
                                        </p:tgtEl>
                                      </p:cBhvr>
                                    </p:animEffect>
                                  </p:childTnLst>
                                </p:cTn>
                              </p:par>
                            </p:childTnLst>
                          </p:cTn>
                        </p:par>
                        <p:par>
                          <p:cTn id="51" fill="hold">
                            <p:stCondLst>
                              <p:cond delay="5000"/>
                            </p:stCondLst>
                            <p:childTnLst>
                              <p:par>
                                <p:cTn id="52" presetID="22" presetClass="entr" presetSubtype="8" fill="hold" grpId="0" nodeType="afterEffect">
                                  <p:stCondLst>
                                    <p:cond delay="0"/>
                                  </p:stCondLst>
                                  <p:childTnLst>
                                    <p:set>
                                      <p:cBhvr>
                                        <p:cTn id="53" dur="1" fill="hold">
                                          <p:stCondLst>
                                            <p:cond delay="0"/>
                                          </p:stCondLst>
                                        </p:cTn>
                                        <p:tgtEl>
                                          <p:spTgt spid="202">
                                            <p:graphicEl>
                                              <a:chart seriesIdx="1" categoryIdx="-4" bldStep="series"/>
                                            </p:graphicEl>
                                          </p:spTgt>
                                        </p:tgtEl>
                                        <p:attrNameLst>
                                          <p:attrName>style.visibility</p:attrName>
                                        </p:attrNameLst>
                                      </p:cBhvr>
                                      <p:to>
                                        <p:strVal val="visible"/>
                                      </p:to>
                                    </p:set>
                                    <p:animEffect transition="in" filter="wipe(left)">
                                      <p:cBhvr>
                                        <p:cTn id="54" dur="500"/>
                                        <p:tgtEl>
                                          <p:spTgt spid="202">
                                            <p:graphicEl>
                                              <a:chart seriesIdx="1" categoryIdx="-4" bldStep="series"/>
                                            </p:graphicEl>
                                          </p:spTgt>
                                        </p:tgtEl>
                                      </p:cBhvr>
                                    </p:animEffect>
                                  </p:childTnLst>
                                </p:cTn>
                              </p:par>
                            </p:childTnLst>
                          </p:cTn>
                        </p:par>
                        <p:par>
                          <p:cTn id="55" fill="hold">
                            <p:stCondLst>
                              <p:cond delay="5500"/>
                            </p:stCondLst>
                            <p:childTnLst>
                              <p:par>
                                <p:cTn id="56" presetID="22" presetClass="entr" presetSubtype="8" fill="hold" grpId="0" nodeType="afterEffect">
                                  <p:stCondLst>
                                    <p:cond delay="0"/>
                                  </p:stCondLst>
                                  <p:childTnLst>
                                    <p:set>
                                      <p:cBhvr>
                                        <p:cTn id="57" dur="1" fill="hold">
                                          <p:stCondLst>
                                            <p:cond delay="0"/>
                                          </p:stCondLst>
                                        </p:cTn>
                                        <p:tgtEl>
                                          <p:spTgt spid="202">
                                            <p:graphicEl>
                                              <a:chart seriesIdx="2" categoryIdx="-4" bldStep="series"/>
                                            </p:graphicEl>
                                          </p:spTgt>
                                        </p:tgtEl>
                                        <p:attrNameLst>
                                          <p:attrName>style.visibility</p:attrName>
                                        </p:attrNameLst>
                                      </p:cBhvr>
                                      <p:to>
                                        <p:strVal val="visible"/>
                                      </p:to>
                                    </p:set>
                                    <p:animEffect transition="in" filter="wipe(left)">
                                      <p:cBhvr>
                                        <p:cTn id="58" dur="500"/>
                                        <p:tgtEl>
                                          <p:spTgt spid="202">
                                            <p:graphicEl>
                                              <a:chart seriesIdx="2" categoryIdx="-4" bldStep="series"/>
                                            </p:graphicEl>
                                          </p:spTgt>
                                        </p:tgtEl>
                                      </p:cBhvr>
                                    </p:animEffect>
                                  </p:childTnLst>
                                </p:cTn>
                              </p:par>
                            </p:childTnLst>
                          </p:cTn>
                        </p:par>
                        <p:par>
                          <p:cTn id="59" fill="hold">
                            <p:stCondLst>
                              <p:cond delay="6000"/>
                            </p:stCondLst>
                            <p:childTnLst>
                              <p:par>
                                <p:cTn id="60" presetID="22" presetClass="entr" presetSubtype="8" fill="hold" grpId="0" nodeType="afterEffect">
                                  <p:stCondLst>
                                    <p:cond delay="0"/>
                                  </p:stCondLst>
                                  <p:childTnLst>
                                    <p:set>
                                      <p:cBhvr>
                                        <p:cTn id="61" dur="1" fill="hold">
                                          <p:stCondLst>
                                            <p:cond delay="0"/>
                                          </p:stCondLst>
                                        </p:cTn>
                                        <p:tgtEl>
                                          <p:spTgt spid="202">
                                            <p:graphicEl>
                                              <a:chart seriesIdx="3" categoryIdx="-4" bldStep="series"/>
                                            </p:graphicEl>
                                          </p:spTgt>
                                        </p:tgtEl>
                                        <p:attrNameLst>
                                          <p:attrName>style.visibility</p:attrName>
                                        </p:attrNameLst>
                                      </p:cBhvr>
                                      <p:to>
                                        <p:strVal val="visible"/>
                                      </p:to>
                                    </p:set>
                                    <p:animEffect transition="in" filter="wipe(left)">
                                      <p:cBhvr>
                                        <p:cTn id="62" dur="500"/>
                                        <p:tgtEl>
                                          <p:spTgt spid="202">
                                            <p:graphicEl>
                                              <a:chart seriesIdx="3" categoryIdx="-4" bldStep="series"/>
                                            </p:graphicEl>
                                          </p:spTgt>
                                        </p:tgtEl>
                                      </p:cBhvr>
                                    </p:animEffect>
                                  </p:childTnLst>
                                </p:cTn>
                              </p:par>
                            </p:childTnLst>
                          </p:cTn>
                        </p:par>
                        <p:par>
                          <p:cTn id="63" fill="hold">
                            <p:stCondLst>
                              <p:cond delay="6500"/>
                            </p:stCondLst>
                            <p:childTnLst>
                              <p:par>
                                <p:cTn id="64" presetID="22" presetClass="entr" presetSubtype="4" fill="hold" nodeType="after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wipe(down)">
                                      <p:cBhvr>
                                        <p:cTn id="66" dur="500"/>
                                        <p:tgtEl>
                                          <p:spTgt spid="14"/>
                                        </p:tgtEl>
                                      </p:cBhvr>
                                    </p:animEffect>
                                  </p:childTnLst>
                                </p:cTn>
                              </p:par>
                            </p:childTnLst>
                          </p:cTn>
                        </p:par>
                        <p:par>
                          <p:cTn id="67" fill="hold">
                            <p:stCondLst>
                              <p:cond delay="7000"/>
                            </p:stCondLst>
                            <p:childTnLst>
                              <p:par>
                                <p:cTn id="68" presetID="22" presetClass="entr" presetSubtype="4" fill="hold" grpId="0" nodeType="afterEffect">
                                  <p:stCondLst>
                                    <p:cond delay="0"/>
                                  </p:stCondLst>
                                  <p:childTnLst>
                                    <p:set>
                                      <p:cBhvr>
                                        <p:cTn id="69" dur="1" fill="hold">
                                          <p:stCondLst>
                                            <p:cond delay="0"/>
                                          </p:stCondLst>
                                        </p:cTn>
                                        <p:tgtEl>
                                          <p:spTgt spid="138"/>
                                        </p:tgtEl>
                                        <p:attrNameLst>
                                          <p:attrName>style.visibility</p:attrName>
                                        </p:attrNameLst>
                                      </p:cBhvr>
                                      <p:to>
                                        <p:strVal val="visible"/>
                                      </p:to>
                                    </p:set>
                                    <p:animEffect transition="in" filter="wipe(down)">
                                      <p:cBhvr>
                                        <p:cTn id="70" dur="500"/>
                                        <p:tgtEl>
                                          <p:spTgt spid="138"/>
                                        </p:tgtEl>
                                      </p:cBhvr>
                                    </p:animEffect>
                                  </p:childTnLst>
                                </p:cTn>
                              </p:par>
                            </p:childTnLst>
                          </p:cTn>
                        </p:par>
                        <p:par>
                          <p:cTn id="71" fill="hold">
                            <p:stCondLst>
                              <p:cond delay="7500"/>
                            </p:stCondLst>
                            <p:childTnLst>
                              <p:par>
                                <p:cTn id="72" presetID="22" presetClass="entr" presetSubtype="4" fill="hold" nodeType="afterEffect">
                                  <p:stCondLst>
                                    <p:cond delay="0"/>
                                  </p:stCondLst>
                                  <p:childTnLst>
                                    <p:set>
                                      <p:cBhvr>
                                        <p:cTn id="73" dur="1" fill="hold">
                                          <p:stCondLst>
                                            <p:cond delay="0"/>
                                          </p:stCondLst>
                                        </p:cTn>
                                        <p:tgtEl>
                                          <p:spTgt spid="3"/>
                                        </p:tgtEl>
                                        <p:attrNameLst>
                                          <p:attrName>style.visibility</p:attrName>
                                        </p:attrNameLst>
                                      </p:cBhvr>
                                      <p:to>
                                        <p:strVal val="visible"/>
                                      </p:to>
                                    </p:set>
                                    <p:animEffect transition="in" filter="wipe(down)">
                                      <p:cBhvr>
                                        <p:cTn id="74" dur="500"/>
                                        <p:tgtEl>
                                          <p:spTgt spid="3"/>
                                        </p:tgtEl>
                                      </p:cBhvr>
                                    </p:animEffect>
                                  </p:childTnLst>
                                </p:cTn>
                              </p:par>
                            </p:childTnLst>
                          </p:cTn>
                        </p:par>
                        <p:par>
                          <p:cTn id="75" fill="hold">
                            <p:stCondLst>
                              <p:cond delay="8000"/>
                            </p:stCondLst>
                            <p:childTnLst>
                              <p:par>
                                <p:cTn id="76" presetID="22" presetClass="entr" presetSubtype="4" fill="hold" grpId="0" nodeType="afterEffect">
                                  <p:stCondLst>
                                    <p:cond delay="0"/>
                                  </p:stCondLst>
                                  <p:childTnLst>
                                    <p:set>
                                      <p:cBhvr>
                                        <p:cTn id="77" dur="1" fill="hold">
                                          <p:stCondLst>
                                            <p:cond delay="0"/>
                                          </p:stCondLst>
                                        </p:cTn>
                                        <p:tgtEl>
                                          <p:spTgt spid="136"/>
                                        </p:tgtEl>
                                        <p:attrNameLst>
                                          <p:attrName>style.visibility</p:attrName>
                                        </p:attrNameLst>
                                      </p:cBhvr>
                                      <p:to>
                                        <p:strVal val="visible"/>
                                      </p:to>
                                    </p:set>
                                    <p:animEffect transition="in" filter="wipe(down)">
                                      <p:cBhvr>
                                        <p:cTn id="78"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2" grpId="0" animBg="1"/>
      <p:bldP spid="53" grpId="0" animBg="1"/>
      <p:bldP spid="54" grpId="0" animBg="1"/>
      <p:bldP spid="55" grpId="0" animBg="1"/>
      <p:bldP spid="136" grpId="0"/>
      <p:bldP spid="138" grpId="0"/>
      <p:bldP spid="201" grpId="0"/>
      <p:bldGraphic spid="202" grpId="0">
        <p:bldSub>
          <a:bldChart bld="series"/>
        </p:bldSub>
      </p:bldGraphic>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04"/>
          <p:cNvGrpSpPr/>
          <p:nvPr/>
        </p:nvGrpSpPr>
        <p:grpSpPr>
          <a:xfrm>
            <a:off x="5320891" y="732892"/>
            <a:ext cx="2857386" cy="3444704"/>
            <a:chOff x="4219575" y="1416050"/>
            <a:chExt cx="687388" cy="828676"/>
          </a:xfrm>
          <a:solidFill>
            <a:schemeClr val="tx1">
              <a:lumMod val="10000"/>
              <a:lumOff val="90000"/>
            </a:schemeClr>
          </a:solidFill>
        </p:grpSpPr>
        <p:sp>
          <p:nvSpPr>
            <p:cNvPr id="207"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 name="Group 343"/>
            <p:cNvGrpSpPr/>
            <p:nvPr/>
          </p:nvGrpSpPr>
          <p:grpSpPr>
            <a:xfrm>
              <a:off x="4219575" y="1416050"/>
              <a:ext cx="687388" cy="828676"/>
              <a:chOff x="4219575" y="1416050"/>
              <a:chExt cx="687388" cy="828676"/>
            </a:xfrm>
            <a:grpFill/>
          </p:grpSpPr>
          <p:sp>
            <p:nvSpPr>
              <p:cNvPr id="212"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36" name="Title 35"/>
          <p:cNvSpPr>
            <a:spLocks noGrp="1"/>
          </p:cNvSpPr>
          <p:nvPr>
            <p:ph type="title"/>
          </p:nvPr>
        </p:nvSpPr>
        <p:spPr/>
        <p:txBody>
          <a:bodyPr/>
          <a:lstStyle/>
          <a:p>
            <a:r>
              <a:rPr lang="en-US"/>
              <a:t>Maps Comparison infographic</a:t>
            </a:r>
            <a:endParaRPr lang="en-US" dirty="0"/>
          </a:p>
        </p:txBody>
      </p:sp>
      <p:sp>
        <p:nvSpPr>
          <p:cNvPr id="37" name="Text Placeholder 36"/>
          <p:cNvSpPr>
            <a:spLocks noGrp="1"/>
          </p:cNvSpPr>
          <p:nvPr>
            <p:ph type="body" sz="half" idx="2"/>
          </p:nvPr>
        </p:nvSpPr>
        <p:spPr/>
        <p:txBody>
          <a:bodyPr/>
          <a:lstStyle/>
          <a:p>
            <a:r>
              <a:rPr lang="en-US"/>
              <a:t>Maps Comparison infographic</a:t>
            </a:r>
            <a:endParaRPr lang="en-US" dirty="0"/>
          </a:p>
        </p:txBody>
      </p:sp>
      <p:sp>
        <p:nvSpPr>
          <p:cNvPr id="135" name="Slide Number Placeholder 134"/>
          <p:cNvSpPr>
            <a:spLocks noGrp="1"/>
          </p:cNvSpPr>
          <p:nvPr>
            <p:ph type="sldNum" sz="quarter" idx="12"/>
          </p:nvPr>
        </p:nvSpPr>
        <p:spPr/>
        <p:txBody>
          <a:bodyPr/>
          <a:lstStyle/>
          <a:p>
            <a:fld id="{C136B7D2-B98C-44FD-8D04-7EC62A564975}" type="slidenum">
              <a:rPr lang="en-US" smtClean="0"/>
              <a:pPr/>
              <a:t>329</a:t>
            </a:fld>
            <a:endParaRPr lang="en-US" dirty="0"/>
          </a:p>
        </p:txBody>
      </p:sp>
      <p:cxnSp>
        <p:nvCxnSpPr>
          <p:cNvPr id="110" name="Straight Connector 109"/>
          <p:cNvCxnSpPr/>
          <p:nvPr/>
        </p:nvCxnSpPr>
        <p:spPr>
          <a:xfrm flipV="1">
            <a:off x="4628165" y="1668052"/>
            <a:ext cx="0" cy="2168398"/>
          </a:xfrm>
          <a:prstGeom prst="line">
            <a:avLst/>
          </a:prstGeom>
          <a:ln w="19050">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4" name="Group 383"/>
          <p:cNvGrpSpPr/>
          <p:nvPr/>
        </p:nvGrpSpPr>
        <p:grpSpPr>
          <a:xfrm>
            <a:off x="597117" y="1424176"/>
            <a:ext cx="3905728" cy="2760570"/>
            <a:chOff x="4713288" y="1038225"/>
            <a:chExt cx="2847975" cy="2012950"/>
          </a:xfrm>
          <a:solidFill>
            <a:schemeClr val="tx1">
              <a:lumMod val="10000"/>
              <a:lumOff val="90000"/>
            </a:schemeClr>
          </a:solidFill>
        </p:grpSpPr>
        <p:sp>
          <p:nvSpPr>
            <p:cNvPr id="104"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252"/>
          <p:cNvGrpSpPr/>
          <p:nvPr/>
        </p:nvGrpSpPr>
        <p:grpSpPr>
          <a:xfrm>
            <a:off x="1727033" y="1263635"/>
            <a:ext cx="1273608" cy="621397"/>
            <a:chOff x="695086" y="1192989"/>
            <a:chExt cx="1273608" cy="621397"/>
          </a:xfrm>
        </p:grpSpPr>
        <p:sp>
          <p:nvSpPr>
            <p:cNvPr id="251" name="Down Arrow Callout 250"/>
            <p:cNvSpPr/>
            <p:nvPr/>
          </p:nvSpPr>
          <p:spPr>
            <a:xfrm>
              <a:off x="695086" y="1192989"/>
              <a:ext cx="1273608" cy="621397"/>
            </a:xfrm>
            <a:prstGeom prst="downArrowCallout">
              <a:avLst>
                <a:gd name="adj1" fmla="val 25000"/>
                <a:gd name="adj2" fmla="val 25000"/>
                <a:gd name="adj3" fmla="val 25000"/>
                <a:gd name="adj4" fmla="val 7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2" name="TextBox 251"/>
            <p:cNvSpPr txBox="1"/>
            <p:nvPr/>
          </p:nvSpPr>
          <p:spPr>
            <a:xfrm>
              <a:off x="958839" y="1332778"/>
              <a:ext cx="746102" cy="184666"/>
            </a:xfrm>
            <a:prstGeom prst="rect">
              <a:avLst/>
            </a:prstGeom>
            <a:noFill/>
          </p:spPr>
          <p:txBody>
            <a:bodyPr wrap="none" lIns="0" tIns="0" rIns="0" bIns="0" rtlCol="0" anchor="t">
              <a:spAutoFit/>
            </a:bodyPr>
            <a:lstStyle/>
            <a:p>
              <a:pPr algn="ctr"/>
              <a:r>
                <a:rPr lang="en-US" sz="1200" b="1" dirty="0">
                  <a:solidFill>
                    <a:schemeClr val="bg1"/>
                  </a:solidFill>
                </a:rPr>
                <a:t>ASIA MAP</a:t>
              </a:r>
            </a:p>
          </p:txBody>
        </p:sp>
      </p:grpSp>
      <p:grpSp>
        <p:nvGrpSpPr>
          <p:cNvPr id="6" name="Group 253"/>
          <p:cNvGrpSpPr/>
          <p:nvPr/>
        </p:nvGrpSpPr>
        <p:grpSpPr>
          <a:xfrm>
            <a:off x="6063528" y="1263635"/>
            <a:ext cx="1273608" cy="621397"/>
            <a:chOff x="695086" y="1192989"/>
            <a:chExt cx="1273608" cy="621397"/>
          </a:xfrm>
        </p:grpSpPr>
        <p:sp>
          <p:nvSpPr>
            <p:cNvPr id="255" name="Down Arrow Callout 254"/>
            <p:cNvSpPr/>
            <p:nvPr/>
          </p:nvSpPr>
          <p:spPr>
            <a:xfrm>
              <a:off x="695086" y="1192989"/>
              <a:ext cx="1273608" cy="621397"/>
            </a:xfrm>
            <a:prstGeom prst="downArrowCallout">
              <a:avLst>
                <a:gd name="adj1" fmla="val 25000"/>
                <a:gd name="adj2" fmla="val 25000"/>
                <a:gd name="adj3" fmla="val 25000"/>
                <a:gd name="adj4" fmla="val 75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6" name="TextBox 255"/>
            <p:cNvSpPr txBox="1"/>
            <p:nvPr/>
          </p:nvSpPr>
          <p:spPr>
            <a:xfrm>
              <a:off x="814923" y="1332778"/>
              <a:ext cx="1033937" cy="184666"/>
            </a:xfrm>
            <a:prstGeom prst="rect">
              <a:avLst/>
            </a:prstGeom>
            <a:noFill/>
          </p:spPr>
          <p:txBody>
            <a:bodyPr wrap="none" lIns="0" tIns="0" rIns="0" bIns="0" rtlCol="0" anchor="t">
              <a:spAutoFit/>
            </a:bodyPr>
            <a:lstStyle/>
            <a:p>
              <a:pPr algn="ctr"/>
              <a:r>
                <a:rPr lang="en-US" sz="1200" b="1" dirty="0">
                  <a:solidFill>
                    <a:schemeClr val="bg1"/>
                  </a:solidFill>
                </a:rPr>
                <a:t>EUROPE MAP</a:t>
              </a:r>
            </a:p>
          </p:txBody>
        </p:sp>
      </p:grpSp>
      <p:grpSp>
        <p:nvGrpSpPr>
          <p:cNvPr id="7" name="Group 256"/>
          <p:cNvGrpSpPr/>
          <p:nvPr/>
        </p:nvGrpSpPr>
        <p:grpSpPr>
          <a:xfrm>
            <a:off x="722354" y="2681690"/>
            <a:ext cx="696888" cy="696886"/>
            <a:chOff x="2940010" y="3192425"/>
            <a:chExt cx="843823" cy="843823"/>
          </a:xfrm>
        </p:grpSpPr>
        <p:sp>
          <p:nvSpPr>
            <p:cNvPr id="258" name="Oval 257"/>
            <p:cNvSpPr/>
            <p:nvPr/>
          </p:nvSpPr>
          <p:spPr>
            <a:xfrm>
              <a:off x="2940010" y="3192425"/>
              <a:ext cx="843823" cy="843823"/>
            </a:xfrm>
            <a:prstGeom prst="ellipse">
              <a:avLst/>
            </a:prstGeom>
            <a:solidFill>
              <a:schemeClr val="accent2">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59" name="Text Placeholder 3"/>
            <p:cNvSpPr txBox="1">
              <a:spLocks/>
            </p:cNvSpPr>
            <p:nvPr/>
          </p:nvSpPr>
          <p:spPr>
            <a:xfrm>
              <a:off x="3096006" y="3446634"/>
              <a:ext cx="531831" cy="3354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50</a:t>
              </a:r>
              <a:r>
                <a:rPr kumimoji="0" lang="en-US" sz="1600" b="1" i="0" u="none" strike="noStrike" kern="1200" cap="none" spc="0" normalizeH="0" baseline="0" noProof="0" dirty="0">
                  <a:ln>
                    <a:noFill/>
                  </a:ln>
                  <a:solidFill>
                    <a:schemeClr val="bg1"/>
                  </a:solidFill>
                  <a:effectLst/>
                  <a:uLnTx/>
                  <a:uFillTx/>
                  <a:latin typeface="+mn-lt"/>
                  <a:ea typeface="+mn-ea"/>
                  <a:cs typeface="+mn-cs"/>
                </a:rPr>
                <a:t>%</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8" name="Group 259"/>
          <p:cNvGrpSpPr/>
          <p:nvPr/>
        </p:nvGrpSpPr>
        <p:grpSpPr>
          <a:xfrm>
            <a:off x="1241540" y="1888619"/>
            <a:ext cx="819956" cy="819954"/>
            <a:chOff x="2101572" y="1817173"/>
            <a:chExt cx="992839" cy="992839"/>
          </a:xfrm>
        </p:grpSpPr>
        <p:sp>
          <p:nvSpPr>
            <p:cNvPr id="261" name="Oval 260"/>
            <p:cNvSpPr/>
            <p:nvPr/>
          </p:nvSpPr>
          <p:spPr>
            <a:xfrm>
              <a:off x="2101572" y="1817173"/>
              <a:ext cx="992839" cy="992839"/>
            </a:xfrm>
            <a:prstGeom prst="ellipse">
              <a:avLst/>
            </a:prstGeom>
            <a:solidFill>
              <a:schemeClr val="accent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62" name="Text Placeholder 3"/>
            <p:cNvSpPr txBox="1">
              <a:spLocks/>
            </p:cNvSpPr>
            <p:nvPr/>
          </p:nvSpPr>
          <p:spPr>
            <a:xfrm>
              <a:off x="2318489" y="2145890"/>
              <a:ext cx="559004" cy="33540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9" name="Group 262"/>
          <p:cNvGrpSpPr/>
          <p:nvPr/>
        </p:nvGrpSpPr>
        <p:grpSpPr>
          <a:xfrm>
            <a:off x="7020034" y="2635494"/>
            <a:ext cx="1155056" cy="1155056"/>
            <a:chOff x="5199481" y="1739974"/>
            <a:chExt cx="1398594" cy="1398594"/>
          </a:xfrm>
        </p:grpSpPr>
        <p:sp>
          <p:nvSpPr>
            <p:cNvPr id="264" name="Oval 263"/>
            <p:cNvSpPr/>
            <p:nvPr/>
          </p:nvSpPr>
          <p:spPr>
            <a:xfrm>
              <a:off x="5199481" y="1739974"/>
              <a:ext cx="1398594" cy="1398594"/>
            </a:xfrm>
            <a:prstGeom prst="ellipse">
              <a:avLst/>
            </a:prstGeom>
            <a:solidFill>
              <a:schemeClr val="accent4">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65" name="Text Placeholder 3"/>
            <p:cNvSpPr txBox="1">
              <a:spLocks/>
            </p:cNvSpPr>
            <p:nvPr/>
          </p:nvSpPr>
          <p:spPr>
            <a:xfrm>
              <a:off x="5525138" y="2215670"/>
              <a:ext cx="747282" cy="4472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90%</a:t>
              </a:r>
            </a:p>
          </p:txBody>
        </p:sp>
      </p:grpSp>
      <p:grpSp>
        <p:nvGrpSpPr>
          <p:cNvPr id="10" name="Group 265"/>
          <p:cNvGrpSpPr/>
          <p:nvPr/>
        </p:nvGrpSpPr>
        <p:grpSpPr>
          <a:xfrm>
            <a:off x="2401937" y="2338706"/>
            <a:ext cx="996824" cy="996824"/>
            <a:chOff x="4373610" y="3094579"/>
            <a:chExt cx="684037" cy="684037"/>
          </a:xfrm>
        </p:grpSpPr>
        <p:sp>
          <p:nvSpPr>
            <p:cNvPr id="267" name="Oval 266"/>
            <p:cNvSpPr/>
            <p:nvPr/>
          </p:nvSpPr>
          <p:spPr>
            <a:xfrm>
              <a:off x="4373610" y="3094579"/>
              <a:ext cx="684037" cy="684037"/>
            </a:xfrm>
            <a:prstGeom prst="ellipse">
              <a:avLst/>
            </a:prstGeom>
            <a:solidFill>
              <a:schemeClr val="accent6">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68" name="Text Placeholder 3"/>
            <p:cNvSpPr txBox="1">
              <a:spLocks/>
            </p:cNvSpPr>
            <p:nvPr/>
          </p:nvSpPr>
          <p:spPr>
            <a:xfrm>
              <a:off x="4539626" y="3330996"/>
              <a:ext cx="352003" cy="21120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40%</a:t>
              </a:r>
            </a:p>
          </p:txBody>
        </p:sp>
      </p:grpSp>
      <p:grpSp>
        <p:nvGrpSpPr>
          <p:cNvPr id="11" name="Group 268"/>
          <p:cNvGrpSpPr/>
          <p:nvPr/>
        </p:nvGrpSpPr>
        <p:grpSpPr>
          <a:xfrm>
            <a:off x="5367086" y="2412426"/>
            <a:ext cx="564926" cy="564924"/>
            <a:chOff x="4255116" y="1937462"/>
            <a:chExt cx="684037" cy="684037"/>
          </a:xfrm>
        </p:grpSpPr>
        <p:sp>
          <p:nvSpPr>
            <p:cNvPr id="270" name="Oval 269"/>
            <p:cNvSpPr/>
            <p:nvPr/>
          </p:nvSpPr>
          <p:spPr>
            <a:xfrm>
              <a:off x="4255116" y="1937462"/>
              <a:ext cx="684037" cy="684037"/>
            </a:xfrm>
            <a:prstGeom prst="ellipse">
              <a:avLst/>
            </a:prstGeom>
            <a:solidFill>
              <a:schemeClr val="accent3">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71" name="Text Placeholder 3"/>
            <p:cNvSpPr txBox="1">
              <a:spLocks/>
            </p:cNvSpPr>
            <p:nvPr/>
          </p:nvSpPr>
          <p:spPr>
            <a:xfrm>
              <a:off x="4379744" y="2149044"/>
              <a:ext cx="434781" cy="26087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12" name="Group 271"/>
          <p:cNvGrpSpPr/>
          <p:nvPr/>
        </p:nvGrpSpPr>
        <p:grpSpPr>
          <a:xfrm>
            <a:off x="5846305" y="3482519"/>
            <a:ext cx="434446" cy="434444"/>
            <a:chOff x="6607949" y="3519185"/>
            <a:chExt cx="526045" cy="526045"/>
          </a:xfrm>
        </p:grpSpPr>
        <p:sp>
          <p:nvSpPr>
            <p:cNvPr id="273" name="Oval 272"/>
            <p:cNvSpPr/>
            <p:nvPr/>
          </p:nvSpPr>
          <p:spPr>
            <a:xfrm>
              <a:off x="6607949" y="3519185"/>
              <a:ext cx="526045" cy="526045"/>
            </a:xfrm>
            <a:prstGeom prst="ellipse">
              <a:avLst/>
            </a:prstGeom>
            <a:solidFill>
              <a:schemeClr val="accent5">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74" name="Text Placeholder 3"/>
            <p:cNvSpPr txBox="1">
              <a:spLocks/>
            </p:cNvSpPr>
            <p:nvPr/>
          </p:nvSpPr>
          <p:spPr>
            <a:xfrm>
              <a:off x="6700164" y="3679721"/>
              <a:ext cx="341613" cy="20496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13" name="Group 50"/>
          <p:cNvGrpSpPr/>
          <p:nvPr/>
        </p:nvGrpSpPr>
        <p:grpSpPr>
          <a:xfrm>
            <a:off x="481903" y="4530388"/>
            <a:ext cx="1245947" cy="201168"/>
            <a:chOff x="2221306" y="3914656"/>
            <a:chExt cx="1245947" cy="201168"/>
          </a:xfrm>
        </p:grpSpPr>
        <p:sp>
          <p:nvSpPr>
            <p:cNvPr id="286" name="TextBox 285"/>
            <p:cNvSpPr txBox="1"/>
            <p:nvPr/>
          </p:nvSpPr>
          <p:spPr>
            <a:xfrm>
              <a:off x="2433317" y="3934938"/>
              <a:ext cx="1033936"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CONSTRUCTION</a:t>
              </a:r>
            </a:p>
          </p:txBody>
        </p:sp>
        <p:sp>
          <p:nvSpPr>
            <p:cNvPr id="287" name="Oval 286"/>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45"/>
          <p:cNvGrpSpPr/>
          <p:nvPr/>
        </p:nvGrpSpPr>
        <p:grpSpPr>
          <a:xfrm>
            <a:off x="1859741" y="4530388"/>
            <a:ext cx="873098" cy="201168"/>
            <a:chOff x="3776442" y="3947915"/>
            <a:chExt cx="873098" cy="201168"/>
          </a:xfrm>
        </p:grpSpPr>
        <p:sp>
          <p:nvSpPr>
            <p:cNvPr id="284" name="TextBox 283"/>
            <p:cNvSpPr txBox="1"/>
            <p:nvPr/>
          </p:nvSpPr>
          <p:spPr>
            <a:xfrm>
              <a:off x="4001927" y="3968197"/>
              <a:ext cx="647613"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ANALYSIS</a:t>
              </a:r>
            </a:p>
          </p:txBody>
        </p:sp>
        <p:sp>
          <p:nvSpPr>
            <p:cNvPr id="285" name="Oval 284"/>
            <p:cNvSpPr>
              <a:spLocks noChangeAspect="1"/>
            </p:cNvSpPr>
            <p:nvPr/>
          </p:nvSpPr>
          <p:spPr>
            <a:xfrm>
              <a:off x="3776442" y="3947915"/>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37"/>
          <p:cNvGrpSpPr/>
          <p:nvPr/>
        </p:nvGrpSpPr>
        <p:grpSpPr>
          <a:xfrm>
            <a:off x="2925297" y="4530388"/>
            <a:ext cx="1173634" cy="201168"/>
            <a:chOff x="4725932" y="3949014"/>
            <a:chExt cx="1173634" cy="201168"/>
          </a:xfrm>
        </p:grpSpPr>
        <p:sp>
          <p:nvSpPr>
            <p:cNvPr id="282" name="TextBox 281"/>
            <p:cNvSpPr txBox="1"/>
            <p:nvPr/>
          </p:nvSpPr>
          <p:spPr>
            <a:xfrm>
              <a:off x="4945779" y="3966831"/>
              <a:ext cx="953787"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IMPROVEMENT</a:t>
              </a:r>
            </a:p>
          </p:txBody>
        </p:sp>
        <p:sp>
          <p:nvSpPr>
            <p:cNvPr id="283" name="Oval 282"/>
            <p:cNvSpPr>
              <a:spLocks noChangeAspect="1"/>
            </p:cNvSpPr>
            <p:nvPr/>
          </p:nvSpPr>
          <p:spPr>
            <a:xfrm>
              <a:off x="4725932" y="3949014"/>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41"/>
          <p:cNvGrpSpPr/>
          <p:nvPr/>
        </p:nvGrpSpPr>
        <p:grpSpPr>
          <a:xfrm>
            <a:off x="4337865" y="4530388"/>
            <a:ext cx="1457801" cy="201168"/>
            <a:chOff x="6077268" y="3949014"/>
            <a:chExt cx="1457801" cy="201168"/>
          </a:xfrm>
        </p:grpSpPr>
        <p:sp>
          <p:nvSpPr>
            <p:cNvPr id="280" name="TextBox 279"/>
            <p:cNvSpPr txBox="1"/>
            <p:nvPr/>
          </p:nvSpPr>
          <p:spPr>
            <a:xfrm>
              <a:off x="6323199" y="3976991"/>
              <a:ext cx="1211870"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RECONSTRUCTION</a:t>
              </a:r>
            </a:p>
          </p:txBody>
        </p:sp>
        <p:sp>
          <p:nvSpPr>
            <p:cNvPr id="281" name="Oval 280"/>
            <p:cNvSpPr>
              <a:spLocks noChangeAspect="1"/>
            </p:cNvSpPr>
            <p:nvPr/>
          </p:nvSpPr>
          <p:spPr>
            <a:xfrm>
              <a:off x="6077268" y="3949014"/>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287"/>
          <p:cNvGrpSpPr/>
          <p:nvPr/>
        </p:nvGrpSpPr>
        <p:grpSpPr>
          <a:xfrm>
            <a:off x="6434456" y="1888619"/>
            <a:ext cx="819956" cy="819954"/>
            <a:chOff x="2101572" y="1817173"/>
            <a:chExt cx="992839" cy="992839"/>
          </a:xfrm>
        </p:grpSpPr>
        <p:sp>
          <p:nvSpPr>
            <p:cNvPr id="289" name="Oval 288"/>
            <p:cNvSpPr/>
            <p:nvPr/>
          </p:nvSpPr>
          <p:spPr>
            <a:xfrm>
              <a:off x="2101572" y="1817173"/>
              <a:ext cx="992839" cy="992839"/>
            </a:xfrm>
            <a:prstGeom prst="ellipse">
              <a:avLst/>
            </a:prstGeom>
            <a:solidFill>
              <a:schemeClr val="accent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90" name="Text Placeholder 3"/>
            <p:cNvSpPr txBox="1">
              <a:spLocks/>
            </p:cNvSpPr>
            <p:nvPr/>
          </p:nvSpPr>
          <p:spPr>
            <a:xfrm>
              <a:off x="2318489" y="2145890"/>
              <a:ext cx="559004" cy="33540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18" name="Group 290"/>
          <p:cNvGrpSpPr/>
          <p:nvPr/>
        </p:nvGrpSpPr>
        <p:grpSpPr>
          <a:xfrm>
            <a:off x="1833713" y="3158277"/>
            <a:ext cx="564926" cy="564924"/>
            <a:chOff x="4255116" y="1937462"/>
            <a:chExt cx="684037" cy="684037"/>
          </a:xfrm>
        </p:grpSpPr>
        <p:sp>
          <p:nvSpPr>
            <p:cNvPr id="292" name="Oval 291"/>
            <p:cNvSpPr/>
            <p:nvPr/>
          </p:nvSpPr>
          <p:spPr>
            <a:xfrm>
              <a:off x="4255116" y="1937462"/>
              <a:ext cx="684037" cy="684037"/>
            </a:xfrm>
            <a:prstGeom prst="ellipse">
              <a:avLst/>
            </a:prstGeom>
            <a:solidFill>
              <a:schemeClr val="accent3">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293" name="Text Placeholder 3"/>
            <p:cNvSpPr txBox="1">
              <a:spLocks/>
            </p:cNvSpPr>
            <p:nvPr/>
          </p:nvSpPr>
          <p:spPr>
            <a:xfrm>
              <a:off x="4379744" y="2149044"/>
              <a:ext cx="434781" cy="26087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19" name="Group 37"/>
          <p:cNvGrpSpPr/>
          <p:nvPr/>
        </p:nvGrpSpPr>
        <p:grpSpPr>
          <a:xfrm>
            <a:off x="5889123" y="4530388"/>
            <a:ext cx="1173634" cy="201168"/>
            <a:chOff x="4725932" y="3949014"/>
            <a:chExt cx="1173634" cy="201168"/>
          </a:xfrm>
        </p:grpSpPr>
        <p:sp>
          <p:nvSpPr>
            <p:cNvPr id="295" name="TextBox 294"/>
            <p:cNvSpPr txBox="1"/>
            <p:nvPr/>
          </p:nvSpPr>
          <p:spPr>
            <a:xfrm>
              <a:off x="4945779" y="3966831"/>
              <a:ext cx="953787"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IMPROVEMENT</a:t>
              </a:r>
            </a:p>
          </p:txBody>
        </p:sp>
        <p:sp>
          <p:nvSpPr>
            <p:cNvPr id="296" name="Oval 295"/>
            <p:cNvSpPr>
              <a:spLocks noChangeAspect="1"/>
            </p:cNvSpPr>
            <p:nvPr/>
          </p:nvSpPr>
          <p:spPr>
            <a:xfrm>
              <a:off x="4725932" y="3949014"/>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37"/>
          <p:cNvGrpSpPr/>
          <p:nvPr/>
        </p:nvGrpSpPr>
        <p:grpSpPr>
          <a:xfrm>
            <a:off x="7217302" y="4530388"/>
            <a:ext cx="1173634" cy="201168"/>
            <a:chOff x="4725932" y="3949014"/>
            <a:chExt cx="1173634" cy="201168"/>
          </a:xfrm>
        </p:grpSpPr>
        <p:sp>
          <p:nvSpPr>
            <p:cNvPr id="298" name="TextBox 297"/>
            <p:cNvSpPr txBox="1"/>
            <p:nvPr/>
          </p:nvSpPr>
          <p:spPr>
            <a:xfrm>
              <a:off x="4945779" y="3966831"/>
              <a:ext cx="953787" cy="153888"/>
            </a:xfrm>
            <a:prstGeom prst="rect">
              <a:avLst/>
            </a:prstGeom>
            <a:noFill/>
          </p:spPr>
          <p:txBody>
            <a:bodyPr wrap="none" lIns="0" tIns="0" rIns="0" bIns="0" rtlCol="0" anchor="t">
              <a:spAutoFit/>
            </a:bodyPr>
            <a:lstStyle/>
            <a:p>
              <a:pPr algn="ctr"/>
              <a:r>
                <a:rPr lang="en-US" sz="1000" b="1" dirty="0">
                  <a:solidFill>
                    <a:schemeClr val="tx1">
                      <a:lumMod val="75000"/>
                      <a:lumOff val="25000"/>
                    </a:schemeClr>
                  </a:solidFill>
                </a:rPr>
                <a:t>IMPROVEMENT</a:t>
              </a:r>
            </a:p>
          </p:txBody>
        </p:sp>
        <p:sp>
          <p:nvSpPr>
            <p:cNvPr id="299" name="Oval 298"/>
            <p:cNvSpPr>
              <a:spLocks noChangeAspect="1"/>
            </p:cNvSpPr>
            <p:nvPr/>
          </p:nvSpPr>
          <p:spPr>
            <a:xfrm>
              <a:off x="4725932" y="3949014"/>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53"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1000"/>
                            </p:stCondLst>
                            <p:childTnLst>
                              <p:par>
                                <p:cTn id="11" presetID="47"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anim calcmode="lin" valueType="num">
                                      <p:cBhvr>
                                        <p:cTn id="14" dur="500" fill="hold"/>
                                        <p:tgtEl>
                                          <p:spTgt spid="5"/>
                                        </p:tgtEl>
                                        <p:attrNameLst>
                                          <p:attrName>ppt_x</p:attrName>
                                        </p:attrNameLst>
                                      </p:cBhvr>
                                      <p:tavLst>
                                        <p:tav tm="0">
                                          <p:val>
                                            <p:strVal val="#ppt_x"/>
                                          </p:val>
                                        </p:tav>
                                        <p:tav tm="100000">
                                          <p:val>
                                            <p:strVal val="#ppt_x"/>
                                          </p:val>
                                        </p:tav>
                                      </p:tavLst>
                                    </p:anim>
                                    <p:anim calcmode="lin" valueType="num">
                                      <p:cBhvr>
                                        <p:cTn id="15" dur="500" fill="hold"/>
                                        <p:tgtEl>
                                          <p:spTgt spid="5"/>
                                        </p:tgtEl>
                                        <p:attrNameLst>
                                          <p:attrName>ppt_y</p:attrName>
                                        </p:attrNameLst>
                                      </p:cBhvr>
                                      <p:tavLst>
                                        <p:tav tm="0">
                                          <p:val>
                                            <p:strVal val="#ppt_y-.1"/>
                                          </p:val>
                                        </p:tav>
                                        <p:tav tm="100000">
                                          <p:val>
                                            <p:strVal val="#ppt_y"/>
                                          </p:val>
                                        </p:tav>
                                      </p:tavLst>
                                    </p:anim>
                                  </p:childTnLst>
                                </p:cTn>
                              </p:par>
                            </p:childTnLst>
                          </p:cTn>
                        </p:par>
                        <p:par>
                          <p:cTn id="16" fill="hold">
                            <p:stCondLst>
                              <p:cond delay="1500"/>
                            </p:stCondLst>
                            <p:childTnLst>
                              <p:par>
                                <p:cTn id="17" presetID="53"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Effect transition="in" filter="fade">
                                      <p:cBhvr>
                                        <p:cTn id="21" dur="500"/>
                                        <p:tgtEl>
                                          <p:spTgt spid="8"/>
                                        </p:tgtEl>
                                      </p:cBhvr>
                                    </p:animEffect>
                                  </p:childTnLst>
                                </p:cTn>
                              </p:par>
                            </p:childTnLst>
                          </p:cTn>
                        </p:par>
                        <p:par>
                          <p:cTn id="22" fill="hold">
                            <p:stCondLst>
                              <p:cond delay="2000"/>
                            </p:stCondLst>
                            <p:childTnLst>
                              <p:par>
                                <p:cTn id="23" presetID="53" presetClass="entr" presetSubtype="0"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Effect transition="in" filter="fade">
                                      <p:cBhvr>
                                        <p:cTn id="27" dur="500"/>
                                        <p:tgtEl>
                                          <p:spTgt spid="7"/>
                                        </p:tgtEl>
                                      </p:cBhvr>
                                    </p:animEffect>
                                  </p:childTnLst>
                                </p:cTn>
                              </p:par>
                            </p:childTnLst>
                          </p:cTn>
                        </p:par>
                        <p:par>
                          <p:cTn id="28" fill="hold">
                            <p:stCondLst>
                              <p:cond delay="2500"/>
                            </p:stCondLst>
                            <p:childTnLst>
                              <p:par>
                                <p:cTn id="29" presetID="53" presetClass="entr" presetSubtype="0"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500" fill="hold"/>
                                        <p:tgtEl>
                                          <p:spTgt spid="18"/>
                                        </p:tgtEl>
                                        <p:attrNameLst>
                                          <p:attrName>ppt_w</p:attrName>
                                        </p:attrNameLst>
                                      </p:cBhvr>
                                      <p:tavLst>
                                        <p:tav tm="0">
                                          <p:val>
                                            <p:fltVal val="0"/>
                                          </p:val>
                                        </p:tav>
                                        <p:tav tm="100000">
                                          <p:val>
                                            <p:strVal val="#ppt_w"/>
                                          </p:val>
                                        </p:tav>
                                      </p:tavLst>
                                    </p:anim>
                                    <p:anim calcmode="lin" valueType="num">
                                      <p:cBhvr>
                                        <p:cTn id="32" dur="500" fill="hold"/>
                                        <p:tgtEl>
                                          <p:spTgt spid="18"/>
                                        </p:tgtEl>
                                        <p:attrNameLst>
                                          <p:attrName>ppt_h</p:attrName>
                                        </p:attrNameLst>
                                      </p:cBhvr>
                                      <p:tavLst>
                                        <p:tav tm="0">
                                          <p:val>
                                            <p:fltVal val="0"/>
                                          </p:val>
                                        </p:tav>
                                        <p:tav tm="100000">
                                          <p:val>
                                            <p:strVal val="#ppt_h"/>
                                          </p:val>
                                        </p:tav>
                                      </p:tavLst>
                                    </p:anim>
                                    <p:animEffect transition="in" filter="fade">
                                      <p:cBhvr>
                                        <p:cTn id="33" dur="500"/>
                                        <p:tgtEl>
                                          <p:spTgt spid="18"/>
                                        </p:tgtEl>
                                      </p:cBhvr>
                                    </p:animEffect>
                                  </p:childTnLst>
                                </p:cTn>
                              </p:par>
                            </p:childTnLst>
                          </p:cTn>
                        </p:par>
                        <p:par>
                          <p:cTn id="34" fill="hold">
                            <p:stCondLst>
                              <p:cond delay="3000"/>
                            </p:stCondLst>
                            <p:childTnLst>
                              <p:par>
                                <p:cTn id="35" presetID="53" presetClass="entr" presetSubtype="0" fill="hold" nodeType="after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500" fill="hold"/>
                                        <p:tgtEl>
                                          <p:spTgt spid="10"/>
                                        </p:tgtEl>
                                        <p:attrNameLst>
                                          <p:attrName>ppt_w</p:attrName>
                                        </p:attrNameLst>
                                      </p:cBhvr>
                                      <p:tavLst>
                                        <p:tav tm="0">
                                          <p:val>
                                            <p:fltVal val="0"/>
                                          </p:val>
                                        </p:tav>
                                        <p:tav tm="100000">
                                          <p:val>
                                            <p:strVal val="#ppt_w"/>
                                          </p:val>
                                        </p:tav>
                                      </p:tavLst>
                                    </p:anim>
                                    <p:anim calcmode="lin" valueType="num">
                                      <p:cBhvr>
                                        <p:cTn id="38" dur="500" fill="hold"/>
                                        <p:tgtEl>
                                          <p:spTgt spid="10"/>
                                        </p:tgtEl>
                                        <p:attrNameLst>
                                          <p:attrName>ppt_h</p:attrName>
                                        </p:attrNameLst>
                                      </p:cBhvr>
                                      <p:tavLst>
                                        <p:tav tm="0">
                                          <p:val>
                                            <p:fltVal val="0"/>
                                          </p:val>
                                        </p:tav>
                                        <p:tav tm="100000">
                                          <p:val>
                                            <p:strVal val="#ppt_h"/>
                                          </p:val>
                                        </p:tav>
                                      </p:tavLst>
                                    </p:anim>
                                    <p:animEffect transition="in" filter="fade">
                                      <p:cBhvr>
                                        <p:cTn id="39" dur="500"/>
                                        <p:tgtEl>
                                          <p:spTgt spid="10"/>
                                        </p:tgtEl>
                                      </p:cBhvr>
                                    </p:animEffect>
                                  </p:childTnLst>
                                </p:cTn>
                              </p:par>
                            </p:childTnLst>
                          </p:cTn>
                        </p:par>
                        <p:par>
                          <p:cTn id="40" fill="hold">
                            <p:stCondLst>
                              <p:cond delay="3500"/>
                            </p:stCondLst>
                            <p:childTnLst>
                              <p:par>
                                <p:cTn id="41" presetID="18" presetClass="entr" presetSubtype="3"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strips(upRight)">
                                      <p:cBhvr>
                                        <p:cTn id="43" dur="500"/>
                                        <p:tgtEl>
                                          <p:spTgt spid="110"/>
                                        </p:tgtEl>
                                      </p:cBhvr>
                                    </p:animEffect>
                                  </p:childTnLst>
                                </p:cTn>
                              </p:par>
                            </p:childTnLst>
                          </p:cTn>
                        </p:par>
                        <p:par>
                          <p:cTn id="44" fill="hold">
                            <p:stCondLst>
                              <p:cond delay="4000"/>
                            </p:stCondLst>
                            <p:childTnLst>
                              <p:par>
                                <p:cTn id="45" presetID="53" presetClass="entr" presetSubtype="0" fill="hold" nodeType="after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p:cTn id="47" dur="500" fill="hold"/>
                                        <p:tgtEl>
                                          <p:spTgt spid="2"/>
                                        </p:tgtEl>
                                        <p:attrNameLst>
                                          <p:attrName>ppt_w</p:attrName>
                                        </p:attrNameLst>
                                      </p:cBhvr>
                                      <p:tavLst>
                                        <p:tav tm="0">
                                          <p:val>
                                            <p:fltVal val="0"/>
                                          </p:val>
                                        </p:tav>
                                        <p:tav tm="100000">
                                          <p:val>
                                            <p:strVal val="#ppt_w"/>
                                          </p:val>
                                        </p:tav>
                                      </p:tavLst>
                                    </p:anim>
                                    <p:anim calcmode="lin" valueType="num">
                                      <p:cBhvr>
                                        <p:cTn id="48" dur="500" fill="hold"/>
                                        <p:tgtEl>
                                          <p:spTgt spid="2"/>
                                        </p:tgtEl>
                                        <p:attrNameLst>
                                          <p:attrName>ppt_h</p:attrName>
                                        </p:attrNameLst>
                                      </p:cBhvr>
                                      <p:tavLst>
                                        <p:tav tm="0">
                                          <p:val>
                                            <p:fltVal val="0"/>
                                          </p:val>
                                        </p:tav>
                                        <p:tav tm="100000">
                                          <p:val>
                                            <p:strVal val="#ppt_h"/>
                                          </p:val>
                                        </p:tav>
                                      </p:tavLst>
                                    </p:anim>
                                    <p:animEffect transition="in" filter="fade">
                                      <p:cBhvr>
                                        <p:cTn id="49" dur="500"/>
                                        <p:tgtEl>
                                          <p:spTgt spid="2"/>
                                        </p:tgtEl>
                                      </p:cBhvr>
                                    </p:animEffect>
                                  </p:childTnLst>
                                </p:cTn>
                              </p:par>
                            </p:childTnLst>
                          </p:cTn>
                        </p:par>
                        <p:par>
                          <p:cTn id="50" fill="hold">
                            <p:stCondLst>
                              <p:cond delay="4500"/>
                            </p:stCondLst>
                            <p:childTnLst>
                              <p:par>
                                <p:cTn id="51" presetID="47" presetClass="entr" presetSubtype="0" fill="hold" nodeType="after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fade">
                                      <p:cBhvr>
                                        <p:cTn id="53" dur="500"/>
                                        <p:tgtEl>
                                          <p:spTgt spid="6"/>
                                        </p:tgtEl>
                                      </p:cBhvr>
                                    </p:animEffect>
                                    <p:anim calcmode="lin" valueType="num">
                                      <p:cBhvr>
                                        <p:cTn id="54" dur="500" fill="hold"/>
                                        <p:tgtEl>
                                          <p:spTgt spid="6"/>
                                        </p:tgtEl>
                                        <p:attrNameLst>
                                          <p:attrName>ppt_x</p:attrName>
                                        </p:attrNameLst>
                                      </p:cBhvr>
                                      <p:tavLst>
                                        <p:tav tm="0">
                                          <p:val>
                                            <p:strVal val="#ppt_x"/>
                                          </p:val>
                                        </p:tav>
                                        <p:tav tm="100000">
                                          <p:val>
                                            <p:strVal val="#ppt_x"/>
                                          </p:val>
                                        </p:tav>
                                      </p:tavLst>
                                    </p:anim>
                                    <p:anim calcmode="lin" valueType="num">
                                      <p:cBhvr>
                                        <p:cTn id="55" dur="500" fill="hold"/>
                                        <p:tgtEl>
                                          <p:spTgt spid="6"/>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53" presetClass="entr" presetSubtype="0" fill="hold" nodeType="afterEffect">
                                  <p:stCondLst>
                                    <p:cond delay="0"/>
                                  </p:stCondLst>
                                  <p:childTnLst>
                                    <p:set>
                                      <p:cBhvr>
                                        <p:cTn id="58" dur="1" fill="hold">
                                          <p:stCondLst>
                                            <p:cond delay="0"/>
                                          </p:stCondLst>
                                        </p:cTn>
                                        <p:tgtEl>
                                          <p:spTgt spid="11"/>
                                        </p:tgtEl>
                                        <p:attrNameLst>
                                          <p:attrName>style.visibility</p:attrName>
                                        </p:attrNameLst>
                                      </p:cBhvr>
                                      <p:to>
                                        <p:strVal val="visible"/>
                                      </p:to>
                                    </p:set>
                                    <p:anim calcmode="lin" valueType="num">
                                      <p:cBhvr>
                                        <p:cTn id="59" dur="500" fill="hold"/>
                                        <p:tgtEl>
                                          <p:spTgt spid="11"/>
                                        </p:tgtEl>
                                        <p:attrNameLst>
                                          <p:attrName>ppt_w</p:attrName>
                                        </p:attrNameLst>
                                      </p:cBhvr>
                                      <p:tavLst>
                                        <p:tav tm="0">
                                          <p:val>
                                            <p:fltVal val="0"/>
                                          </p:val>
                                        </p:tav>
                                        <p:tav tm="100000">
                                          <p:val>
                                            <p:strVal val="#ppt_w"/>
                                          </p:val>
                                        </p:tav>
                                      </p:tavLst>
                                    </p:anim>
                                    <p:anim calcmode="lin" valueType="num">
                                      <p:cBhvr>
                                        <p:cTn id="60" dur="500" fill="hold"/>
                                        <p:tgtEl>
                                          <p:spTgt spid="11"/>
                                        </p:tgtEl>
                                        <p:attrNameLst>
                                          <p:attrName>ppt_h</p:attrName>
                                        </p:attrNameLst>
                                      </p:cBhvr>
                                      <p:tavLst>
                                        <p:tav tm="0">
                                          <p:val>
                                            <p:fltVal val="0"/>
                                          </p:val>
                                        </p:tav>
                                        <p:tav tm="100000">
                                          <p:val>
                                            <p:strVal val="#ppt_h"/>
                                          </p:val>
                                        </p:tav>
                                      </p:tavLst>
                                    </p:anim>
                                    <p:animEffect transition="in" filter="fade">
                                      <p:cBhvr>
                                        <p:cTn id="61" dur="500"/>
                                        <p:tgtEl>
                                          <p:spTgt spid="11"/>
                                        </p:tgtEl>
                                      </p:cBhvr>
                                    </p:animEffect>
                                  </p:childTnLst>
                                </p:cTn>
                              </p:par>
                            </p:childTnLst>
                          </p:cTn>
                        </p:par>
                        <p:par>
                          <p:cTn id="62" fill="hold">
                            <p:stCondLst>
                              <p:cond delay="5500"/>
                            </p:stCondLst>
                            <p:childTnLst>
                              <p:par>
                                <p:cTn id="63" presetID="53" presetClass="entr" presetSubtype="0" fill="hold" nodeType="after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p:cTn id="65" dur="500" fill="hold"/>
                                        <p:tgtEl>
                                          <p:spTgt spid="17"/>
                                        </p:tgtEl>
                                        <p:attrNameLst>
                                          <p:attrName>ppt_w</p:attrName>
                                        </p:attrNameLst>
                                      </p:cBhvr>
                                      <p:tavLst>
                                        <p:tav tm="0">
                                          <p:val>
                                            <p:fltVal val="0"/>
                                          </p:val>
                                        </p:tav>
                                        <p:tav tm="100000">
                                          <p:val>
                                            <p:strVal val="#ppt_w"/>
                                          </p:val>
                                        </p:tav>
                                      </p:tavLst>
                                    </p:anim>
                                    <p:anim calcmode="lin" valueType="num">
                                      <p:cBhvr>
                                        <p:cTn id="66" dur="500" fill="hold"/>
                                        <p:tgtEl>
                                          <p:spTgt spid="17"/>
                                        </p:tgtEl>
                                        <p:attrNameLst>
                                          <p:attrName>ppt_h</p:attrName>
                                        </p:attrNameLst>
                                      </p:cBhvr>
                                      <p:tavLst>
                                        <p:tav tm="0">
                                          <p:val>
                                            <p:fltVal val="0"/>
                                          </p:val>
                                        </p:tav>
                                        <p:tav tm="100000">
                                          <p:val>
                                            <p:strVal val="#ppt_h"/>
                                          </p:val>
                                        </p:tav>
                                      </p:tavLst>
                                    </p:anim>
                                    <p:animEffect transition="in" filter="fade">
                                      <p:cBhvr>
                                        <p:cTn id="67" dur="500"/>
                                        <p:tgtEl>
                                          <p:spTgt spid="17"/>
                                        </p:tgtEl>
                                      </p:cBhvr>
                                    </p:animEffect>
                                  </p:childTnLst>
                                </p:cTn>
                              </p:par>
                            </p:childTnLst>
                          </p:cTn>
                        </p:par>
                        <p:par>
                          <p:cTn id="68" fill="hold">
                            <p:stCondLst>
                              <p:cond delay="6000"/>
                            </p:stCondLst>
                            <p:childTnLst>
                              <p:par>
                                <p:cTn id="69" presetID="53" presetClass="entr" presetSubtype="0" fill="hold" nodeType="after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500" fill="hold"/>
                                        <p:tgtEl>
                                          <p:spTgt spid="12"/>
                                        </p:tgtEl>
                                        <p:attrNameLst>
                                          <p:attrName>ppt_w</p:attrName>
                                        </p:attrNameLst>
                                      </p:cBhvr>
                                      <p:tavLst>
                                        <p:tav tm="0">
                                          <p:val>
                                            <p:fltVal val="0"/>
                                          </p:val>
                                        </p:tav>
                                        <p:tav tm="100000">
                                          <p:val>
                                            <p:strVal val="#ppt_w"/>
                                          </p:val>
                                        </p:tav>
                                      </p:tavLst>
                                    </p:anim>
                                    <p:anim calcmode="lin" valueType="num">
                                      <p:cBhvr>
                                        <p:cTn id="72" dur="500" fill="hold"/>
                                        <p:tgtEl>
                                          <p:spTgt spid="12"/>
                                        </p:tgtEl>
                                        <p:attrNameLst>
                                          <p:attrName>ppt_h</p:attrName>
                                        </p:attrNameLst>
                                      </p:cBhvr>
                                      <p:tavLst>
                                        <p:tav tm="0">
                                          <p:val>
                                            <p:fltVal val="0"/>
                                          </p:val>
                                        </p:tav>
                                        <p:tav tm="100000">
                                          <p:val>
                                            <p:strVal val="#ppt_h"/>
                                          </p:val>
                                        </p:tav>
                                      </p:tavLst>
                                    </p:anim>
                                    <p:animEffect transition="in" filter="fade">
                                      <p:cBhvr>
                                        <p:cTn id="73" dur="500"/>
                                        <p:tgtEl>
                                          <p:spTgt spid="12"/>
                                        </p:tgtEl>
                                      </p:cBhvr>
                                    </p:animEffect>
                                  </p:childTnLst>
                                </p:cTn>
                              </p:par>
                            </p:childTnLst>
                          </p:cTn>
                        </p:par>
                        <p:par>
                          <p:cTn id="74" fill="hold">
                            <p:stCondLst>
                              <p:cond delay="6500"/>
                            </p:stCondLst>
                            <p:childTnLst>
                              <p:par>
                                <p:cTn id="75" presetID="53" presetClass="entr" presetSubtype="0" fill="hold" nodeType="after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p:cTn id="77" dur="500" fill="hold"/>
                                        <p:tgtEl>
                                          <p:spTgt spid="9"/>
                                        </p:tgtEl>
                                        <p:attrNameLst>
                                          <p:attrName>ppt_w</p:attrName>
                                        </p:attrNameLst>
                                      </p:cBhvr>
                                      <p:tavLst>
                                        <p:tav tm="0">
                                          <p:val>
                                            <p:fltVal val="0"/>
                                          </p:val>
                                        </p:tav>
                                        <p:tav tm="100000">
                                          <p:val>
                                            <p:strVal val="#ppt_w"/>
                                          </p:val>
                                        </p:tav>
                                      </p:tavLst>
                                    </p:anim>
                                    <p:anim calcmode="lin" valueType="num">
                                      <p:cBhvr>
                                        <p:cTn id="78" dur="500" fill="hold"/>
                                        <p:tgtEl>
                                          <p:spTgt spid="9"/>
                                        </p:tgtEl>
                                        <p:attrNameLst>
                                          <p:attrName>ppt_h</p:attrName>
                                        </p:attrNameLst>
                                      </p:cBhvr>
                                      <p:tavLst>
                                        <p:tav tm="0">
                                          <p:val>
                                            <p:fltVal val="0"/>
                                          </p:val>
                                        </p:tav>
                                        <p:tav tm="100000">
                                          <p:val>
                                            <p:strVal val="#ppt_h"/>
                                          </p:val>
                                        </p:tav>
                                      </p:tavLst>
                                    </p:anim>
                                    <p:animEffect transition="in" filter="fade">
                                      <p:cBhvr>
                                        <p:cTn id="79" dur="500"/>
                                        <p:tgtEl>
                                          <p:spTgt spid="9"/>
                                        </p:tgtEl>
                                      </p:cBhvr>
                                    </p:animEffect>
                                  </p:childTnLst>
                                </p:cTn>
                              </p:par>
                            </p:childTnLst>
                          </p:cTn>
                        </p:par>
                        <p:par>
                          <p:cTn id="80" fill="hold">
                            <p:stCondLst>
                              <p:cond delay="7000"/>
                            </p:stCondLst>
                            <p:childTnLst>
                              <p:par>
                                <p:cTn id="81" presetID="2" presetClass="entr" presetSubtype="4" accel="50000" decel="50000" fill="hold" nodeType="afterEffect">
                                  <p:stCondLst>
                                    <p:cond delay="0"/>
                                  </p:stCondLst>
                                  <p:childTnLst>
                                    <p:set>
                                      <p:cBhvr>
                                        <p:cTn id="82" dur="1" fill="hold">
                                          <p:stCondLst>
                                            <p:cond delay="0"/>
                                          </p:stCondLst>
                                        </p:cTn>
                                        <p:tgtEl>
                                          <p:spTgt spid="13"/>
                                        </p:tgtEl>
                                        <p:attrNameLst>
                                          <p:attrName>style.visibility</p:attrName>
                                        </p:attrNameLst>
                                      </p:cBhvr>
                                      <p:to>
                                        <p:strVal val="visible"/>
                                      </p:to>
                                    </p:set>
                                    <p:anim calcmode="lin" valueType="num">
                                      <p:cBhvr additive="base">
                                        <p:cTn id="83" dur="500" fill="hold"/>
                                        <p:tgtEl>
                                          <p:spTgt spid="13"/>
                                        </p:tgtEl>
                                        <p:attrNameLst>
                                          <p:attrName>ppt_x</p:attrName>
                                        </p:attrNameLst>
                                      </p:cBhvr>
                                      <p:tavLst>
                                        <p:tav tm="0">
                                          <p:val>
                                            <p:strVal val="#ppt_x"/>
                                          </p:val>
                                        </p:tav>
                                        <p:tav tm="100000">
                                          <p:val>
                                            <p:strVal val="#ppt_x"/>
                                          </p:val>
                                        </p:tav>
                                      </p:tavLst>
                                    </p:anim>
                                    <p:anim calcmode="lin" valueType="num">
                                      <p:cBhvr additive="base">
                                        <p:cTn id="84" dur="500" fill="hold"/>
                                        <p:tgtEl>
                                          <p:spTgt spid="13"/>
                                        </p:tgtEl>
                                        <p:attrNameLst>
                                          <p:attrName>ppt_y</p:attrName>
                                        </p:attrNameLst>
                                      </p:cBhvr>
                                      <p:tavLst>
                                        <p:tav tm="0">
                                          <p:val>
                                            <p:strVal val="1+#ppt_h/2"/>
                                          </p:val>
                                        </p:tav>
                                        <p:tav tm="100000">
                                          <p:val>
                                            <p:strVal val="#ppt_y"/>
                                          </p:val>
                                        </p:tav>
                                      </p:tavLst>
                                    </p:anim>
                                  </p:childTnLst>
                                </p:cTn>
                              </p:par>
                            </p:childTnLst>
                          </p:cTn>
                        </p:par>
                        <p:par>
                          <p:cTn id="85" fill="hold">
                            <p:stCondLst>
                              <p:cond delay="7500"/>
                            </p:stCondLst>
                            <p:childTnLst>
                              <p:par>
                                <p:cTn id="86" presetID="2" presetClass="entr" presetSubtype="4" accel="50000" decel="50000" fill="hold" nodeType="afterEffect">
                                  <p:stCondLst>
                                    <p:cond delay="0"/>
                                  </p:stCondLst>
                                  <p:childTnLst>
                                    <p:set>
                                      <p:cBhvr>
                                        <p:cTn id="87" dur="1" fill="hold">
                                          <p:stCondLst>
                                            <p:cond delay="0"/>
                                          </p:stCondLst>
                                        </p:cTn>
                                        <p:tgtEl>
                                          <p:spTgt spid="14"/>
                                        </p:tgtEl>
                                        <p:attrNameLst>
                                          <p:attrName>style.visibility</p:attrName>
                                        </p:attrNameLst>
                                      </p:cBhvr>
                                      <p:to>
                                        <p:strVal val="visible"/>
                                      </p:to>
                                    </p:set>
                                    <p:anim calcmode="lin" valueType="num">
                                      <p:cBhvr additive="base">
                                        <p:cTn id="88" dur="500" fill="hold"/>
                                        <p:tgtEl>
                                          <p:spTgt spid="14"/>
                                        </p:tgtEl>
                                        <p:attrNameLst>
                                          <p:attrName>ppt_x</p:attrName>
                                        </p:attrNameLst>
                                      </p:cBhvr>
                                      <p:tavLst>
                                        <p:tav tm="0">
                                          <p:val>
                                            <p:strVal val="#ppt_x"/>
                                          </p:val>
                                        </p:tav>
                                        <p:tav tm="100000">
                                          <p:val>
                                            <p:strVal val="#ppt_x"/>
                                          </p:val>
                                        </p:tav>
                                      </p:tavLst>
                                    </p:anim>
                                    <p:anim calcmode="lin" valueType="num">
                                      <p:cBhvr additive="base">
                                        <p:cTn id="89" dur="500" fill="hold"/>
                                        <p:tgtEl>
                                          <p:spTgt spid="14"/>
                                        </p:tgtEl>
                                        <p:attrNameLst>
                                          <p:attrName>ppt_y</p:attrName>
                                        </p:attrNameLst>
                                      </p:cBhvr>
                                      <p:tavLst>
                                        <p:tav tm="0">
                                          <p:val>
                                            <p:strVal val="1+#ppt_h/2"/>
                                          </p:val>
                                        </p:tav>
                                        <p:tav tm="100000">
                                          <p:val>
                                            <p:strVal val="#ppt_y"/>
                                          </p:val>
                                        </p:tav>
                                      </p:tavLst>
                                    </p:anim>
                                  </p:childTnLst>
                                </p:cTn>
                              </p:par>
                            </p:childTnLst>
                          </p:cTn>
                        </p:par>
                        <p:par>
                          <p:cTn id="90" fill="hold">
                            <p:stCondLst>
                              <p:cond delay="8000"/>
                            </p:stCondLst>
                            <p:childTnLst>
                              <p:par>
                                <p:cTn id="91" presetID="2" presetClass="entr" presetSubtype="4" accel="50000" decel="50000" fill="hold" nodeType="afterEffect">
                                  <p:stCondLst>
                                    <p:cond delay="0"/>
                                  </p:stCondLst>
                                  <p:childTnLst>
                                    <p:set>
                                      <p:cBhvr>
                                        <p:cTn id="92" dur="1" fill="hold">
                                          <p:stCondLst>
                                            <p:cond delay="0"/>
                                          </p:stCondLst>
                                        </p:cTn>
                                        <p:tgtEl>
                                          <p:spTgt spid="15"/>
                                        </p:tgtEl>
                                        <p:attrNameLst>
                                          <p:attrName>style.visibility</p:attrName>
                                        </p:attrNameLst>
                                      </p:cBhvr>
                                      <p:to>
                                        <p:strVal val="visible"/>
                                      </p:to>
                                    </p:set>
                                    <p:anim calcmode="lin" valueType="num">
                                      <p:cBhvr additive="base">
                                        <p:cTn id="93" dur="500" fill="hold"/>
                                        <p:tgtEl>
                                          <p:spTgt spid="15"/>
                                        </p:tgtEl>
                                        <p:attrNameLst>
                                          <p:attrName>ppt_x</p:attrName>
                                        </p:attrNameLst>
                                      </p:cBhvr>
                                      <p:tavLst>
                                        <p:tav tm="0">
                                          <p:val>
                                            <p:strVal val="#ppt_x"/>
                                          </p:val>
                                        </p:tav>
                                        <p:tav tm="100000">
                                          <p:val>
                                            <p:strVal val="#ppt_x"/>
                                          </p:val>
                                        </p:tav>
                                      </p:tavLst>
                                    </p:anim>
                                    <p:anim calcmode="lin" valueType="num">
                                      <p:cBhvr additive="base">
                                        <p:cTn id="94" dur="500" fill="hold"/>
                                        <p:tgtEl>
                                          <p:spTgt spid="15"/>
                                        </p:tgtEl>
                                        <p:attrNameLst>
                                          <p:attrName>ppt_y</p:attrName>
                                        </p:attrNameLst>
                                      </p:cBhvr>
                                      <p:tavLst>
                                        <p:tav tm="0">
                                          <p:val>
                                            <p:strVal val="1+#ppt_h/2"/>
                                          </p:val>
                                        </p:tav>
                                        <p:tav tm="100000">
                                          <p:val>
                                            <p:strVal val="#ppt_y"/>
                                          </p:val>
                                        </p:tav>
                                      </p:tavLst>
                                    </p:anim>
                                  </p:childTnLst>
                                </p:cTn>
                              </p:par>
                            </p:childTnLst>
                          </p:cTn>
                        </p:par>
                        <p:par>
                          <p:cTn id="95" fill="hold">
                            <p:stCondLst>
                              <p:cond delay="8500"/>
                            </p:stCondLst>
                            <p:childTnLst>
                              <p:par>
                                <p:cTn id="96" presetID="2" presetClass="entr" presetSubtype="4" accel="50000" decel="50000" fill="hold" nodeType="afterEffect">
                                  <p:stCondLst>
                                    <p:cond delay="0"/>
                                  </p:stCondLst>
                                  <p:childTnLst>
                                    <p:set>
                                      <p:cBhvr>
                                        <p:cTn id="97" dur="1" fill="hold">
                                          <p:stCondLst>
                                            <p:cond delay="0"/>
                                          </p:stCondLst>
                                        </p:cTn>
                                        <p:tgtEl>
                                          <p:spTgt spid="16"/>
                                        </p:tgtEl>
                                        <p:attrNameLst>
                                          <p:attrName>style.visibility</p:attrName>
                                        </p:attrNameLst>
                                      </p:cBhvr>
                                      <p:to>
                                        <p:strVal val="visible"/>
                                      </p:to>
                                    </p:set>
                                    <p:anim calcmode="lin" valueType="num">
                                      <p:cBhvr additive="base">
                                        <p:cTn id="98" dur="500" fill="hold"/>
                                        <p:tgtEl>
                                          <p:spTgt spid="16"/>
                                        </p:tgtEl>
                                        <p:attrNameLst>
                                          <p:attrName>ppt_x</p:attrName>
                                        </p:attrNameLst>
                                      </p:cBhvr>
                                      <p:tavLst>
                                        <p:tav tm="0">
                                          <p:val>
                                            <p:strVal val="#ppt_x"/>
                                          </p:val>
                                        </p:tav>
                                        <p:tav tm="100000">
                                          <p:val>
                                            <p:strVal val="#ppt_x"/>
                                          </p:val>
                                        </p:tav>
                                      </p:tavLst>
                                    </p:anim>
                                    <p:anim calcmode="lin" valueType="num">
                                      <p:cBhvr additive="base">
                                        <p:cTn id="99" dur="500" fill="hold"/>
                                        <p:tgtEl>
                                          <p:spTgt spid="16"/>
                                        </p:tgtEl>
                                        <p:attrNameLst>
                                          <p:attrName>ppt_y</p:attrName>
                                        </p:attrNameLst>
                                      </p:cBhvr>
                                      <p:tavLst>
                                        <p:tav tm="0">
                                          <p:val>
                                            <p:strVal val="1+#ppt_h/2"/>
                                          </p:val>
                                        </p:tav>
                                        <p:tav tm="100000">
                                          <p:val>
                                            <p:strVal val="#ppt_y"/>
                                          </p:val>
                                        </p:tav>
                                      </p:tavLst>
                                    </p:anim>
                                  </p:childTnLst>
                                </p:cTn>
                              </p:par>
                            </p:childTnLst>
                          </p:cTn>
                        </p:par>
                        <p:par>
                          <p:cTn id="100" fill="hold">
                            <p:stCondLst>
                              <p:cond delay="9000"/>
                            </p:stCondLst>
                            <p:childTnLst>
                              <p:par>
                                <p:cTn id="101" presetID="2" presetClass="entr" presetSubtype="4" accel="50000" decel="50000" fill="hold" nodeType="afterEffect">
                                  <p:stCondLst>
                                    <p:cond delay="0"/>
                                  </p:stCondLst>
                                  <p:childTnLst>
                                    <p:set>
                                      <p:cBhvr>
                                        <p:cTn id="102" dur="1" fill="hold">
                                          <p:stCondLst>
                                            <p:cond delay="0"/>
                                          </p:stCondLst>
                                        </p:cTn>
                                        <p:tgtEl>
                                          <p:spTgt spid="19"/>
                                        </p:tgtEl>
                                        <p:attrNameLst>
                                          <p:attrName>style.visibility</p:attrName>
                                        </p:attrNameLst>
                                      </p:cBhvr>
                                      <p:to>
                                        <p:strVal val="visible"/>
                                      </p:to>
                                    </p:set>
                                    <p:anim calcmode="lin" valueType="num">
                                      <p:cBhvr additive="base">
                                        <p:cTn id="103" dur="500" fill="hold"/>
                                        <p:tgtEl>
                                          <p:spTgt spid="19"/>
                                        </p:tgtEl>
                                        <p:attrNameLst>
                                          <p:attrName>ppt_x</p:attrName>
                                        </p:attrNameLst>
                                      </p:cBhvr>
                                      <p:tavLst>
                                        <p:tav tm="0">
                                          <p:val>
                                            <p:strVal val="#ppt_x"/>
                                          </p:val>
                                        </p:tav>
                                        <p:tav tm="100000">
                                          <p:val>
                                            <p:strVal val="#ppt_x"/>
                                          </p:val>
                                        </p:tav>
                                      </p:tavLst>
                                    </p:anim>
                                    <p:anim calcmode="lin" valueType="num">
                                      <p:cBhvr additive="base">
                                        <p:cTn id="104" dur="500" fill="hold"/>
                                        <p:tgtEl>
                                          <p:spTgt spid="19"/>
                                        </p:tgtEl>
                                        <p:attrNameLst>
                                          <p:attrName>ppt_y</p:attrName>
                                        </p:attrNameLst>
                                      </p:cBhvr>
                                      <p:tavLst>
                                        <p:tav tm="0">
                                          <p:val>
                                            <p:strVal val="1+#ppt_h/2"/>
                                          </p:val>
                                        </p:tav>
                                        <p:tav tm="100000">
                                          <p:val>
                                            <p:strVal val="#ppt_y"/>
                                          </p:val>
                                        </p:tav>
                                      </p:tavLst>
                                    </p:anim>
                                  </p:childTnLst>
                                </p:cTn>
                              </p:par>
                            </p:childTnLst>
                          </p:cTn>
                        </p:par>
                        <p:par>
                          <p:cTn id="105" fill="hold">
                            <p:stCondLst>
                              <p:cond delay="9500"/>
                            </p:stCondLst>
                            <p:childTnLst>
                              <p:par>
                                <p:cTn id="106" presetID="2" presetClass="entr" presetSubtype="4" accel="50000" decel="50000" fill="hold" nodeType="afterEffect">
                                  <p:stCondLst>
                                    <p:cond delay="0"/>
                                  </p:stCondLst>
                                  <p:childTnLst>
                                    <p:set>
                                      <p:cBhvr>
                                        <p:cTn id="107" dur="1" fill="hold">
                                          <p:stCondLst>
                                            <p:cond delay="0"/>
                                          </p:stCondLst>
                                        </p:cTn>
                                        <p:tgtEl>
                                          <p:spTgt spid="20"/>
                                        </p:tgtEl>
                                        <p:attrNameLst>
                                          <p:attrName>style.visibility</p:attrName>
                                        </p:attrNameLst>
                                      </p:cBhvr>
                                      <p:to>
                                        <p:strVal val="visible"/>
                                      </p:to>
                                    </p:set>
                                    <p:anim calcmode="lin" valueType="num">
                                      <p:cBhvr additive="base">
                                        <p:cTn id="108" dur="500" fill="hold"/>
                                        <p:tgtEl>
                                          <p:spTgt spid="20"/>
                                        </p:tgtEl>
                                        <p:attrNameLst>
                                          <p:attrName>ppt_x</p:attrName>
                                        </p:attrNameLst>
                                      </p:cBhvr>
                                      <p:tavLst>
                                        <p:tav tm="0">
                                          <p:val>
                                            <p:strVal val="#ppt_x"/>
                                          </p:val>
                                        </p:tav>
                                        <p:tav tm="100000">
                                          <p:val>
                                            <p:strVal val="#ppt_x"/>
                                          </p:val>
                                        </p:tav>
                                      </p:tavLst>
                                    </p:anim>
                                    <p:anim calcmode="lin" valueType="num">
                                      <p:cBhvr additive="base">
                                        <p:cTn id="109"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Keep In Touch</a:t>
            </a:r>
            <a:endParaRPr lang="en-US" dirty="0"/>
          </a:p>
        </p:txBody>
      </p:sp>
      <p:sp>
        <p:nvSpPr>
          <p:cNvPr id="8" name="Text Placeholder 7"/>
          <p:cNvSpPr>
            <a:spLocks noGrp="1"/>
          </p:cNvSpPr>
          <p:nvPr>
            <p:ph type="body" sz="half" idx="2"/>
          </p:nvPr>
        </p:nvSpPr>
        <p:spPr/>
        <p:txBody>
          <a:bodyPr/>
          <a:lstStyle/>
          <a:p>
            <a:r>
              <a:rPr lang="en-US"/>
              <a:t>Keep In Touch</a:t>
            </a:r>
            <a:endParaRPr lang="en-US" dirty="0"/>
          </a:p>
        </p:txBody>
      </p:sp>
      <p:sp>
        <p:nvSpPr>
          <p:cNvPr id="1029" name="Freeform 5"/>
          <p:cNvSpPr>
            <a:spLocks/>
          </p:cNvSpPr>
          <p:nvPr/>
        </p:nvSpPr>
        <p:spPr bwMode="auto">
          <a:xfrm>
            <a:off x="0" y="3842957"/>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gradFill>
            <a:gsLst>
              <a:gs pos="0">
                <a:schemeClr val="accent1"/>
              </a:gs>
              <a:gs pos="22000">
                <a:schemeClr val="accent2"/>
              </a:gs>
              <a:gs pos="57000">
                <a:schemeClr val="accent3"/>
              </a:gs>
              <a:gs pos="84000">
                <a:schemeClr val="accent4"/>
              </a:gs>
              <a:gs pos="99000">
                <a:schemeClr val="accent5"/>
              </a:gs>
            </a:gsLst>
            <a:lin ang="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TextBox 5"/>
          <p:cNvSpPr txBox="1"/>
          <p:nvPr/>
        </p:nvSpPr>
        <p:spPr>
          <a:xfrm>
            <a:off x="2008489" y="2165347"/>
            <a:ext cx="5127023" cy="584775"/>
          </a:xfrm>
          <a:prstGeom prst="rect">
            <a:avLst/>
          </a:prstGeom>
          <a:noFill/>
        </p:spPr>
        <p:txBody>
          <a:bodyPr wrap="square" rtlCol="0">
            <a:spAutoFit/>
          </a:bodyPr>
          <a:lstStyle/>
          <a:p>
            <a:pPr algn="ctr"/>
            <a:r>
              <a:rPr lang="en-US" sz="1600" b="1" cap="all" dirty="0">
                <a:solidFill>
                  <a:schemeClr val="bg1">
                    <a:lumMod val="65000"/>
                  </a:schemeClr>
                </a:solidFill>
              </a:rPr>
              <a:t>OFFERING IDEAS THAT RAISE YOUR BUSINESS </a:t>
            </a:r>
            <a:br>
              <a:rPr lang="en-US" sz="1600" b="1" dirty="0">
                <a:solidFill>
                  <a:schemeClr val="bg1">
                    <a:lumMod val="65000"/>
                  </a:schemeClr>
                </a:solidFill>
              </a:rPr>
            </a:br>
            <a:r>
              <a:rPr lang="en-US" sz="1600" b="1" cap="all" dirty="0">
                <a:solidFill>
                  <a:schemeClr val="bg1">
                    <a:lumMod val="65000"/>
                  </a:schemeClr>
                </a:solidFill>
              </a:rPr>
              <a:t>ABOVE THE EXPECTED</a:t>
            </a:r>
            <a:endParaRPr lang="en-US" sz="1600" b="1" dirty="0">
              <a:solidFill>
                <a:schemeClr val="bg1">
                  <a:lumMod val="65000"/>
                </a:schemeClr>
              </a:solidFill>
            </a:endParaRPr>
          </a:p>
        </p:txBody>
      </p:sp>
      <p:sp>
        <p:nvSpPr>
          <p:cNvPr id="13" name="Freeform 245"/>
          <p:cNvSpPr>
            <a:spLocks/>
          </p:cNvSpPr>
          <p:nvPr/>
        </p:nvSpPr>
        <p:spPr bwMode="auto">
          <a:xfrm>
            <a:off x="4226900" y="1318329"/>
            <a:ext cx="690201" cy="690201"/>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bg1">
                  <a:lumMod val="65000"/>
                </a:schemeClr>
              </a:solidFill>
            </a:endParaRPr>
          </a:p>
        </p:txBody>
      </p:sp>
      <p:grpSp>
        <p:nvGrpSpPr>
          <p:cNvPr id="34" name="Group 33"/>
          <p:cNvGrpSpPr/>
          <p:nvPr/>
        </p:nvGrpSpPr>
        <p:grpSpPr>
          <a:xfrm>
            <a:off x="1512570" y="3051140"/>
            <a:ext cx="6118860" cy="250583"/>
            <a:chOff x="1828800" y="2852044"/>
            <a:chExt cx="6118860" cy="250583"/>
          </a:xfrm>
        </p:grpSpPr>
        <p:sp>
          <p:nvSpPr>
            <p:cNvPr id="21" name="Freeform 78"/>
            <p:cNvSpPr>
              <a:spLocks/>
            </p:cNvSpPr>
            <p:nvPr/>
          </p:nvSpPr>
          <p:spPr bwMode="auto">
            <a:xfrm>
              <a:off x="3015868" y="2862040"/>
              <a:ext cx="115790" cy="220917"/>
            </a:xfrm>
            <a:custGeom>
              <a:avLst/>
              <a:gdLst/>
              <a:ahLst/>
              <a:cxnLst>
                <a:cxn ang="0">
                  <a:pos x="35" y="11"/>
                </a:cxn>
                <a:cxn ang="0">
                  <a:pos x="29" y="11"/>
                </a:cxn>
                <a:cxn ang="0">
                  <a:pos x="23" y="17"/>
                </a:cxn>
                <a:cxn ang="0">
                  <a:pos x="23" y="25"/>
                </a:cxn>
                <a:cxn ang="0">
                  <a:pos x="35" y="25"/>
                </a:cxn>
                <a:cxn ang="0">
                  <a:pos x="33" y="37"/>
                </a:cxn>
                <a:cxn ang="0">
                  <a:pos x="23" y="37"/>
                </a:cxn>
                <a:cxn ang="0">
                  <a:pos x="23" y="67"/>
                </a:cxn>
                <a:cxn ang="0">
                  <a:pos x="11" y="67"/>
                </a:cxn>
                <a:cxn ang="0">
                  <a:pos x="11" y="37"/>
                </a:cxn>
                <a:cxn ang="0">
                  <a:pos x="0" y="37"/>
                </a:cxn>
                <a:cxn ang="0">
                  <a:pos x="0" y="25"/>
                </a:cxn>
                <a:cxn ang="0">
                  <a:pos x="11" y="25"/>
                </a:cxn>
                <a:cxn ang="0">
                  <a:pos x="11" y="16"/>
                </a:cxn>
                <a:cxn ang="0">
                  <a:pos x="26" y="0"/>
                </a:cxn>
                <a:cxn ang="0">
                  <a:pos x="35" y="1"/>
                </a:cxn>
                <a:cxn ang="0">
                  <a:pos x="35" y="11"/>
                </a:cxn>
              </a:cxnLst>
              <a:rect l="0" t="0" r="r" b="b"/>
              <a:pathLst>
                <a:path w="35" h="67">
                  <a:moveTo>
                    <a:pt x="35" y="11"/>
                  </a:moveTo>
                  <a:cubicBezTo>
                    <a:pt x="29" y="11"/>
                    <a:pt x="29" y="11"/>
                    <a:pt x="29" y="11"/>
                  </a:cubicBezTo>
                  <a:cubicBezTo>
                    <a:pt x="24" y="11"/>
                    <a:pt x="23" y="14"/>
                    <a:pt x="23" y="17"/>
                  </a:cubicBezTo>
                  <a:cubicBezTo>
                    <a:pt x="23" y="25"/>
                    <a:pt x="23" y="25"/>
                    <a:pt x="23" y="25"/>
                  </a:cubicBezTo>
                  <a:cubicBezTo>
                    <a:pt x="35" y="25"/>
                    <a:pt x="35" y="25"/>
                    <a:pt x="35" y="25"/>
                  </a:cubicBezTo>
                  <a:cubicBezTo>
                    <a:pt x="33" y="37"/>
                    <a:pt x="33" y="37"/>
                    <a:pt x="33" y="37"/>
                  </a:cubicBezTo>
                  <a:cubicBezTo>
                    <a:pt x="23" y="37"/>
                    <a:pt x="23" y="37"/>
                    <a:pt x="23" y="37"/>
                  </a:cubicBezTo>
                  <a:cubicBezTo>
                    <a:pt x="23" y="67"/>
                    <a:pt x="23" y="67"/>
                    <a:pt x="23" y="67"/>
                  </a:cubicBezTo>
                  <a:cubicBezTo>
                    <a:pt x="11" y="67"/>
                    <a:pt x="11" y="67"/>
                    <a:pt x="11" y="67"/>
                  </a:cubicBezTo>
                  <a:cubicBezTo>
                    <a:pt x="11" y="37"/>
                    <a:pt x="11" y="37"/>
                    <a:pt x="11" y="37"/>
                  </a:cubicBezTo>
                  <a:cubicBezTo>
                    <a:pt x="0" y="37"/>
                    <a:pt x="0" y="37"/>
                    <a:pt x="0" y="37"/>
                  </a:cubicBezTo>
                  <a:cubicBezTo>
                    <a:pt x="0" y="25"/>
                    <a:pt x="0" y="25"/>
                    <a:pt x="0" y="25"/>
                  </a:cubicBezTo>
                  <a:cubicBezTo>
                    <a:pt x="11" y="25"/>
                    <a:pt x="11" y="25"/>
                    <a:pt x="11" y="25"/>
                  </a:cubicBezTo>
                  <a:cubicBezTo>
                    <a:pt x="11" y="16"/>
                    <a:pt x="11" y="16"/>
                    <a:pt x="11" y="16"/>
                  </a:cubicBezTo>
                  <a:cubicBezTo>
                    <a:pt x="11" y="6"/>
                    <a:pt x="17" y="0"/>
                    <a:pt x="26" y="0"/>
                  </a:cubicBezTo>
                  <a:cubicBezTo>
                    <a:pt x="30" y="0"/>
                    <a:pt x="34" y="1"/>
                    <a:pt x="35" y="1"/>
                  </a:cubicBezTo>
                  <a:lnTo>
                    <a:pt x="35" y="1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54"/>
            <p:cNvSpPr>
              <a:spLocks/>
            </p:cNvSpPr>
            <p:nvPr/>
          </p:nvSpPr>
          <p:spPr bwMode="auto">
            <a:xfrm>
              <a:off x="4226900" y="2878010"/>
              <a:ext cx="237079" cy="188976"/>
            </a:xfrm>
            <a:custGeom>
              <a:avLst/>
              <a:gdLst/>
              <a:ahLst/>
              <a:cxnLst>
                <a:cxn ang="0">
                  <a:pos x="57" y="12"/>
                </a:cxn>
                <a:cxn ang="0">
                  <a:pos x="57" y="14"/>
                </a:cxn>
                <a:cxn ang="0">
                  <a:pos x="20" y="51"/>
                </a:cxn>
                <a:cxn ang="0">
                  <a:pos x="0" y="45"/>
                </a:cxn>
                <a:cxn ang="0">
                  <a:pos x="3" y="45"/>
                </a:cxn>
                <a:cxn ang="0">
                  <a:pos x="19" y="40"/>
                </a:cxn>
                <a:cxn ang="0">
                  <a:pos x="7" y="31"/>
                </a:cxn>
                <a:cxn ang="0">
                  <a:pos x="10" y="31"/>
                </a:cxn>
                <a:cxn ang="0">
                  <a:pos x="13" y="31"/>
                </a:cxn>
                <a:cxn ang="0">
                  <a:pos x="3" y="18"/>
                </a:cxn>
                <a:cxn ang="0">
                  <a:pos x="3" y="18"/>
                </a:cxn>
                <a:cxn ang="0">
                  <a:pos x="9" y="19"/>
                </a:cxn>
                <a:cxn ang="0">
                  <a:pos x="3" y="9"/>
                </a:cxn>
                <a:cxn ang="0">
                  <a:pos x="5" y="2"/>
                </a:cxn>
                <a:cxn ang="0">
                  <a:pos x="31" y="16"/>
                </a:cxn>
                <a:cxn ang="0">
                  <a:pos x="31" y="13"/>
                </a:cxn>
                <a:cxn ang="0">
                  <a:pos x="44" y="0"/>
                </a:cxn>
                <a:cxn ang="0">
                  <a:pos x="54" y="4"/>
                </a:cxn>
                <a:cxn ang="0">
                  <a:pos x="62" y="1"/>
                </a:cxn>
                <a:cxn ang="0">
                  <a:pos x="56" y="8"/>
                </a:cxn>
                <a:cxn ang="0">
                  <a:pos x="64" y="6"/>
                </a:cxn>
                <a:cxn ang="0">
                  <a:pos x="57" y="12"/>
                </a:cxn>
              </a:cxnLst>
              <a:rect l="0" t="0" r="r" b="b"/>
              <a:pathLst>
                <a:path w="64" h="51">
                  <a:moveTo>
                    <a:pt x="57" y="12"/>
                  </a:moveTo>
                  <a:cubicBezTo>
                    <a:pt x="57" y="13"/>
                    <a:pt x="57" y="14"/>
                    <a:pt x="57" y="14"/>
                  </a:cubicBezTo>
                  <a:cubicBezTo>
                    <a:pt x="57" y="31"/>
                    <a:pt x="44" y="51"/>
                    <a:pt x="20" y="51"/>
                  </a:cubicBezTo>
                  <a:cubicBezTo>
                    <a:pt x="13" y="51"/>
                    <a:pt x="6" y="49"/>
                    <a:pt x="0" y="45"/>
                  </a:cubicBezTo>
                  <a:cubicBezTo>
                    <a:pt x="1" y="45"/>
                    <a:pt x="2" y="45"/>
                    <a:pt x="3" y="45"/>
                  </a:cubicBezTo>
                  <a:cubicBezTo>
                    <a:pt x="9" y="45"/>
                    <a:pt x="15" y="43"/>
                    <a:pt x="19" y="40"/>
                  </a:cubicBezTo>
                  <a:cubicBezTo>
                    <a:pt x="14" y="40"/>
                    <a:pt x="9" y="36"/>
                    <a:pt x="7" y="31"/>
                  </a:cubicBezTo>
                  <a:cubicBezTo>
                    <a:pt x="8" y="31"/>
                    <a:pt x="9" y="31"/>
                    <a:pt x="10" y="31"/>
                  </a:cubicBezTo>
                  <a:cubicBezTo>
                    <a:pt x="11" y="31"/>
                    <a:pt x="12" y="31"/>
                    <a:pt x="13" y="31"/>
                  </a:cubicBezTo>
                  <a:cubicBezTo>
                    <a:pt x="7" y="29"/>
                    <a:pt x="3" y="24"/>
                    <a:pt x="3" y="18"/>
                  </a:cubicBezTo>
                  <a:cubicBezTo>
                    <a:pt x="3" y="18"/>
                    <a:pt x="3" y="18"/>
                    <a:pt x="3" y="18"/>
                  </a:cubicBezTo>
                  <a:cubicBezTo>
                    <a:pt x="5" y="19"/>
                    <a:pt x="7" y="19"/>
                    <a:pt x="9" y="19"/>
                  </a:cubicBezTo>
                  <a:cubicBezTo>
                    <a:pt x="5" y="17"/>
                    <a:pt x="3" y="13"/>
                    <a:pt x="3" y="9"/>
                  </a:cubicBezTo>
                  <a:cubicBezTo>
                    <a:pt x="3" y="6"/>
                    <a:pt x="4" y="4"/>
                    <a:pt x="5" y="2"/>
                  </a:cubicBezTo>
                  <a:cubicBezTo>
                    <a:pt x="11" y="10"/>
                    <a:pt x="21" y="15"/>
                    <a:pt x="31" y="16"/>
                  </a:cubicBezTo>
                  <a:cubicBezTo>
                    <a:pt x="31" y="15"/>
                    <a:pt x="31" y="14"/>
                    <a:pt x="31" y="13"/>
                  </a:cubicBezTo>
                  <a:cubicBezTo>
                    <a:pt x="31" y="5"/>
                    <a:pt x="37" y="0"/>
                    <a:pt x="44" y="0"/>
                  </a:cubicBezTo>
                  <a:cubicBezTo>
                    <a:pt x="48" y="0"/>
                    <a:pt x="51" y="1"/>
                    <a:pt x="54" y="4"/>
                  </a:cubicBezTo>
                  <a:cubicBezTo>
                    <a:pt x="56" y="3"/>
                    <a:pt x="59" y="2"/>
                    <a:pt x="62" y="1"/>
                  </a:cubicBezTo>
                  <a:cubicBezTo>
                    <a:pt x="61" y="4"/>
                    <a:pt x="59" y="6"/>
                    <a:pt x="56" y="8"/>
                  </a:cubicBezTo>
                  <a:cubicBezTo>
                    <a:pt x="59" y="7"/>
                    <a:pt x="61" y="7"/>
                    <a:pt x="64" y="6"/>
                  </a:cubicBezTo>
                  <a:cubicBezTo>
                    <a:pt x="62" y="8"/>
                    <a:pt x="60" y="11"/>
                    <a:pt x="57" y="12"/>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117"/>
            <p:cNvSpPr>
              <a:spLocks noEditPoints="1"/>
            </p:cNvSpPr>
            <p:nvPr/>
          </p:nvSpPr>
          <p:spPr bwMode="auto">
            <a:xfrm>
              <a:off x="6830712" y="2862040"/>
              <a:ext cx="228600" cy="220916"/>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65"/>
            <p:cNvSpPr>
              <a:spLocks noEditPoints="1"/>
            </p:cNvSpPr>
            <p:nvPr/>
          </p:nvSpPr>
          <p:spPr bwMode="auto">
            <a:xfrm>
              <a:off x="5543550" y="2852044"/>
              <a:ext cx="228600" cy="240909"/>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5"/>
            <p:cNvSpPr>
              <a:spLocks noEditPoints="1"/>
            </p:cNvSpPr>
            <p:nvPr/>
          </p:nvSpPr>
          <p:spPr bwMode="auto">
            <a:xfrm>
              <a:off x="1828800" y="2873187"/>
              <a:ext cx="229440" cy="22944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TextBox 28"/>
            <p:cNvSpPr txBox="1"/>
            <p:nvPr/>
          </p:nvSpPr>
          <p:spPr>
            <a:xfrm>
              <a:off x="2101095" y="2884620"/>
              <a:ext cx="718145" cy="184666"/>
            </a:xfrm>
            <a:prstGeom prst="rect">
              <a:avLst/>
            </a:prstGeom>
            <a:noFill/>
          </p:spPr>
          <p:txBody>
            <a:bodyPr wrap="none" lIns="0" tIns="0" rIns="0" bIns="0" rtlCol="0" anchor="t">
              <a:spAutoFit/>
            </a:bodyPr>
            <a:lstStyle/>
            <a:p>
              <a:r>
                <a:rPr lang="en-US" sz="1200" b="1" dirty="0">
                  <a:solidFill>
                    <a:schemeClr val="accent1"/>
                  </a:solidFill>
                </a:rPr>
                <a:t>YekPix.com</a:t>
              </a:r>
            </a:p>
          </p:txBody>
        </p:sp>
        <p:sp>
          <p:nvSpPr>
            <p:cNvPr id="30" name="TextBox 29"/>
            <p:cNvSpPr txBox="1"/>
            <p:nvPr/>
          </p:nvSpPr>
          <p:spPr>
            <a:xfrm>
              <a:off x="3227481" y="2884620"/>
              <a:ext cx="811119" cy="184666"/>
            </a:xfrm>
            <a:prstGeom prst="rect">
              <a:avLst/>
            </a:prstGeom>
            <a:noFill/>
          </p:spPr>
          <p:txBody>
            <a:bodyPr wrap="none" lIns="0" tIns="0" rIns="0" bIns="0" rtlCol="0" anchor="t">
              <a:spAutoFit/>
            </a:bodyPr>
            <a:lstStyle/>
            <a:p>
              <a:r>
                <a:rPr lang="en-US" sz="1200" b="1" dirty="0">
                  <a:solidFill>
                    <a:schemeClr val="accent2"/>
                  </a:solidFill>
                </a:rPr>
                <a:t>yekpix.studio</a:t>
              </a:r>
            </a:p>
          </p:txBody>
        </p:sp>
        <p:sp>
          <p:nvSpPr>
            <p:cNvPr id="31" name="TextBox 30"/>
            <p:cNvSpPr txBox="1"/>
            <p:nvPr/>
          </p:nvSpPr>
          <p:spPr>
            <a:xfrm>
              <a:off x="4511541" y="2884620"/>
              <a:ext cx="811119" cy="184666"/>
            </a:xfrm>
            <a:prstGeom prst="rect">
              <a:avLst/>
            </a:prstGeom>
            <a:noFill/>
          </p:spPr>
          <p:txBody>
            <a:bodyPr wrap="none" lIns="0" tIns="0" rIns="0" bIns="0" rtlCol="0" anchor="t">
              <a:spAutoFit/>
            </a:bodyPr>
            <a:lstStyle/>
            <a:p>
              <a:r>
                <a:rPr lang="en-US" sz="1200" b="1" dirty="0">
                  <a:solidFill>
                    <a:schemeClr val="accent3"/>
                  </a:solidFill>
                </a:rPr>
                <a:t>yekpix.studio</a:t>
              </a:r>
            </a:p>
          </p:txBody>
        </p:sp>
        <p:sp>
          <p:nvSpPr>
            <p:cNvPr id="32" name="TextBox 31"/>
            <p:cNvSpPr txBox="1"/>
            <p:nvPr/>
          </p:nvSpPr>
          <p:spPr>
            <a:xfrm>
              <a:off x="7136541" y="2899860"/>
              <a:ext cx="811119" cy="184666"/>
            </a:xfrm>
            <a:prstGeom prst="rect">
              <a:avLst/>
            </a:prstGeom>
            <a:noFill/>
          </p:spPr>
          <p:txBody>
            <a:bodyPr wrap="none" lIns="0" tIns="0" rIns="0" bIns="0" rtlCol="0" anchor="t">
              <a:spAutoFit/>
            </a:bodyPr>
            <a:lstStyle/>
            <a:p>
              <a:r>
                <a:rPr lang="en-US" sz="1200" b="1" dirty="0">
                  <a:solidFill>
                    <a:schemeClr val="accent5"/>
                  </a:solidFill>
                </a:rPr>
                <a:t>yekpix.studio</a:t>
              </a:r>
            </a:p>
          </p:txBody>
        </p:sp>
        <p:sp>
          <p:nvSpPr>
            <p:cNvPr id="33" name="TextBox 32"/>
            <p:cNvSpPr txBox="1"/>
            <p:nvPr/>
          </p:nvSpPr>
          <p:spPr>
            <a:xfrm>
              <a:off x="5863590" y="2899860"/>
              <a:ext cx="811119" cy="184666"/>
            </a:xfrm>
            <a:prstGeom prst="rect">
              <a:avLst/>
            </a:prstGeom>
            <a:noFill/>
          </p:spPr>
          <p:txBody>
            <a:bodyPr wrap="none" lIns="0" tIns="0" rIns="0" bIns="0" rtlCol="0" anchor="t">
              <a:spAutoFit/>
            </a:bodyPr>
            <a:lstStyle/>
            <a:p>
              <a:r>
                <a:rPr lang="en-US" sz="1200" b="1" dirty="0">
                  <a:solidFill>
                    <a:schemeClr val="accent4"/>
                  </a:solidFill>
                </a:rPr>
                <a:t>yekpix.studio</a:t>
              </a:r>
            </a:p>
          </p:txBody>
        </p:sp>
      </p:grpSp>
    </p:spTree>
  </p:cSld>
  <p:clrMapOvr>
    <a:masterClrMapping/>
  </p:clrMapOvr>
  <p:transition advTm="5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slide(fromBottom)">
                                      <p:cBhvr>
                                        <p:cTn id="7" dur="500"/>
                                        <p:tgtEl>
                                          <p:spTgt spid="1029"/>
                                        </p:tgtEl>
                                      </p:cBhvr>
                                    </p:animEffect>
                                  </p:childTnLst>
                                </p:cTn>
                              </p:par>
                            </p:childTnLst>
                          </p:cTn>
                        </p:par>
                        <p:par>
                          <p:cTn id="8" fill="hold">
                            <p:stCondLst>
                              <p:cond delay="500"/>
                            </p:stCondLst>
                            <p:childTnLst>
                              <p:par>
                                <p:cTn id="9" presetID="2" presetClass="entr" presetSubtype="12" accel="50000" decel="5000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4" accel="50000" decel="50000"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additive="base">
                                        <p:cTn id="16" dur="500" fill="hold"/>
                                        <p:tgtEl>
                                          <p:spTgt spid="6"/>
                                        </p:tgtEl>
                                        <p:attrNameLst>
                                          <p:attrName>ppt_x</p:attrName>
                                        </p:attrNameLst>
                                      </p:cBhvr>
                                      <p:tavLst>
                                        <p:tav tm="0">
                                          <p:val>
                                            <p:strVal val="#ppt_x"/>
                                          </p:val>
                                        </p:tav>
                                        <p:tav tm="100000">
                                          <p:val>
                                            <p:strVal val="#ppt_x"/>
                                          </p:val>
                                        </p:tav>
                                      </p:tavLst>
                                    </p:anim>
                                    <p:anim calcmode="lin" valueType="num">
                                      <p:cBhvr additive="base">
                                        <p:cTn id="17" dur="500" fill="hold"/>
                                        <p:tgtEl>
                                          <p:spTgt spid="6"/>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12" presetClass="entr" presetSubtype="4" fill="hold" nodeType="after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slide(fromBottom)">
                                      <p:cBhvr>
                                        <p:cTn id="2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 grpId="0" animBg="1"/>
      <p:bldP spid="6" grpId="0"/>
      <p:bldP spid="13" grpId="0" animBg="1"/>
    </p:bldLst>
  </p:timing>
</p:sld>
</file>

<file path=ppt/theme/theme1.xml><?xml version="1.0" encoding="utf-8"?>
<a:theme xmlns:a="http://schemas.openxmlformats.org/drawingml/2006/main" name="1_Custom Design">
  <a:themeElements>
    <a:clrScheme name="0_New theme">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9525">
          <a:noFill/>
          <a:round/>
          <a:headEnd/>
          <a:tailEnd/>
        </a:ln>
      </a:spPr>
      <a:bodyPr vert="horz" wrap="square" lIns="91440" tIns="45720" rIns="91440" bIns="45720" numCol="1" anchor="t" anchorCtr="0" compatLnSpc="1">
        <a:prstTxWarp prst="textNoShape">
          <a:avLst/>
        </a:prstTxWarp>
      </a:bodyPr>
      <a:lstStyle>
        <a:defPPr>
          <a:defRPr/>
        </a:defPPr>
      </a:lstStyle>
    </a:sp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Apex">
      <a:majorFont>
        <a:latin typeface="Lucida Sans"/>
        <a:ea typeface=""/>
        <a:cs typeface=""/>
        <a:font script="Grek" typeface="Arial"/>
        <a:font script="Cyrl" typeface="Arial"/>
        <a:font script="Jpan" typeface="HG丸ｺﾞｼｯｸM-PRO"/>
        <a:font script="Hang" typeface="휴먼옛체"/>
        <a:font script="Hans" typeface="黑体"/>
        <a:font script="Hant" typeface="微軟正黑體"/>
        <a:font script="Arab" typeface="Tahoma"/>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Book Antiqua"/>
        <a:ea typeface=""/>
        <a:cs typeface=""/>
        <a:font script="Grek" typeface="Times New Roman"/>
        <a:font script="Cyrl" typeface="Times New Roman"/>
        <a:font script="Jpan" typeface="HG明朝B"/>
        <a:font script="Hang" typeface="돋움"/>
        <a:font script="Hans" typeface="宋体"/>
        <a:font script="Hant" typeface="新細明體"/>
        <a:font script="Arab" typeface="Times New Roman"/>
        <a:font script="Hebr" typeface="David"/>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Apex">
      <a:fillStyleLst>
        <a:solidFill>
          <a:schemeClr val="phClr"/>
        </a:solidFill>
        <a:gradFill rotWithShape="1">
          <a:gsLst>
            <a:gs pos="20000">
              <a:schemeClr val="phClr">
                <a:tint val="9000"/>
              </a:schemeClr>
            </a:gs>
            <a:gs pos="100000">
              <a:schemeClr val="phClr">
                <a:tint val="70000"/>
                <a:satMod val="100000"/>
              </a:schemeClr>
            </a:gs>
          </a:gsLst>
          <a:path path="circle">
            <a:fillToRect l="-15000" t="-15000" r="115000" b="115000"/>
          </a:path>
        </a:gradFill>
        <a:gradFill rotWithShape="1">
          <a:gsLst>
            <a:gs pos="0">
              <a:schemeClr val="phClr">
                <a:shade val="60000"/>
              </a:schemeClr>
            </a:gs>
            <a:gs pos="33000">
              <a:schemeClr val="phClr">
                <a:tint val="86500"/>
              </a:schemeClr>
            </a:gs>
            <a:gs pos="46750">
              <a:schemeClr val="phClr">
                <a:tint val="71000"/>
                <a:satMod val="112000"/>
              </a:schemeClr>
            </a:gs>
            <a:gs pos="53000">
              <a:schemeClr val="phClr">
                <a:tint val="71000"/>
                <a:satMod val="112000"/>
              </a:schemeClr>
            </a:gs>
            <a:gs pos="68000">
              <a:schemeClr val="phClr">
                <a:tint val="86000"/>
              </a:schemeClr>
            </a:gs>
            <a:gs pos="100000">
              <a:schemeClr val="phClr">
                <a:shade val="60000"/>
              </a:schemeClr>
            </a:gs>
          </a:gsLst>
          <a:lin ang="8350000" scaled="1"/>
        </a:gradFill>
      </a:fillStyleLst>
      <a:lnStyleLst>
        <a:ln w="9525" cap="flat" cmpd="sng" algn="ctr">
          <a:solidFill>
            <a:schemeClr val="phClr">
              <a:shade val="48000"/>
              <a:satMod val="110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130000" dist="101600" dir="2700000" algn="tl" rotWithShape="0">
              <a:srgbClr val="000000">
                <a:alpha val="35000"/>
              </a:srgbClr>
            </a:outerShdw>
          </a:effectLst>
        </a:effectStyle>
        <a:effectStyle>
          <a:effectLst>
            <a:outerShdw blurRad="190500" dist="228600" dir="2700000" sy="90000" rotWithShape="0">
              <a:srgbClr val="000000">
                <a:alpha val="25500"/>
              </a:srgbClr>
            </a:outerShdw>
          </a:effectLst>
        </a:effectStyle>
        <a:effectStyle>
          <a:effectLst>
            <a:outerShdw blurRad="190500" dist="228600" dir="2700000" sy="90000" rotWithShape="0">
              <a:srgbClr val="000000">
                <a:alpha val="25500"/>
              </a:srgbClr>
            </a:outerShdw>
          </a:effectLst>
          <a:scene3d>
            <a:camera prst="orthographicFront" fov="0">
              <a:rot lat="0" lon="0" rev="0"/>
            </a:camera>
            <a:lightRig rig="soft" dir="tl">
              <a:rot lat="0" lon="0" rev="20100000"/>
            </a:lightRig>
          </a:scene3d>
          <a:sp3d>
            <a:bevelT w="50800" h="508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43743</TotalTime>
  <Words>29417</Words>
  <Application>Microsoft Office PowerPoint</Application>
  <PresentationFormat>On-screen Show (16:9)</PresentationFormat>
  <Paragraphs>4717</Paragraphs>
  <Slides>330</Slides>
  <Notes>250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330</vt:i4>
      </vt:variant>
    </vt:vector>
  </HeadingPairs>
  <TitlesOfParts>
    <vt:vector size="336" baseType="lpstr">
      <vt:lpstr>A Thuluth</vt:lpstr>
      <vt:lpstr>Arial</vt:lpstr>
      <vt:lpstr>Book Antiqua</vt:lpstr>
      <vt:lpstr>Calibri</vt:lpstr>
      <vt:lpstr>FontAwesome</vt:lpstr>
      <vt:lpstr>1_Custom Design</vt:lpstr>
      <vt:lpstr>PowerPoint Presentation</vt:lpstr>
      <vt:lpstr>PowerPoint Presentation</vt:lpstr>
      <vt:lpstr>Introduction</vt:lpstr>
      <vt:lpstr>PowerPoint Presentation</vt:lpstr>
      <vt:lpstr>Who Are We?</vt:lpstr>
      <vt:lpstr>Who Are We?</vt:lpstr>
      <vt:lpstr>Who Are We?</vt:lpstr>
      <vt:lpstr>Who Are We?</vt:lpstr>
      <vt:lpstr>Our Advantages </vt:lpstr>
      <vt:lpstr>Our Advantages </vt:lpstr>
      <vt:lpstr>Who Are We?</vt:lpstr>
      <vt:lpstr>Who Are We?</vt:lpstr>
      <vt:lpstr>PowerPoint Presentation</vt:lpstr>
      <vt:lpstr>PowerPoint Presentation</vt:lpstr>
      <vt:lpstr>What We Do ?</vt:lpstr>
      <vt:lpstr>Who Are We?</vt:lpstr>
      <vt:lpstr>Who Are We?</vt:lpstr>
      <vt:lpstr>PowerPoint Presentation</vt:lpstr>
      <vt:lpstr>Project Features</vt:lpstr>
      <vt:lpstr>PowerPoint Presentation</vt:lpstr>
      <vt:lpstr>Project Features</vt:lpstr>
      <vt:lpstr>PowerPoint Presentation</vt:lpstr>
      <vt:lpstr>Meet Our Brilliant Teams</vt:lpstr>
      <vt:lpstr>Meet Our Brilliant Teams</vt:lpstr>
      <vt:lpstr>Meet Our Brilliant Teams</vt:lpstr>
      <vt:lpstr>Meet Our Brilliant Teams</vt:lpstr>
      <vt:lpstr>Meet Our Brilliant Teams</vt:lpstr>
      <vt:lpstr>Meet Our Brilliant Teams</vt:lpstr>
      <vt:lpstr>Meet Our Brilliant Teams</vt:lpstr>
      <vt:lpstr>Meet Our Brilliant Teams</vt:lpstr>
      <vt:lpstr>Meet Our Brilliant Teams</vt:lpstr>
      <vt:lpstr>Meet Our Brilliant Teams</vt:lpstr>
      <vt:lpstr>Meet Our Brilliant Teams</vt:lpstr>
      <vt:lpstr>Our Services</vt:lpstr>
      <vt:lpstr>Our Services</vt:lpstr>
      <vt:lpstr>Our Services</vt:lpstr>
      <vt:lpstr>Our Services</vt:lpstr>
      <vt:lpstr>One Column Text Slid</vt:lpstr>
      <vt:lpstr>Two Column Text Slid</vt:lpstr>
      <vt:lpstr>Three Column Text Slid</vt:lpstr>
      <vt:lpstr>Text List Slide</vt:lpstr>
      <vt:lpstr>Normal List</vt:lpstr>
      <vt:lpstr>Iconic List Sample</vt:lpstr>
      <vt:lpstr>Iconic List Sample</vt:lpstr>
      <vt:lpstr>Iconic List Sample</vt:lpstr>
      <vt:lpstr>Take Great Steps</vt:lpstr>
      <vt:lpstr>Iconic List Sample</vt:lpstr>
      <vt:lpstr>2 Columns Portfolio</vt:lpstr>
      <vt:lpstr>3 Columns Portfolio</vt:lpstr>
      <vt:lpstr>4 Columns Portfolio</vt:lpstr>
      <vt:lpstr>5 Columns Portfolio</vt:lpstr>
      <vt:lpstr>6 Pics Portfolio</vt:lpstr>
      <vt:lpstr>Portfolio List With Icons</vt:lpstr>
      <vt:lpstr>Portfolio List With Icons &amp; Pictures</vt:lpstr>
      <vt:lpstr>Pricing Plan Table</vt:lpstr>
      <vt:lpstr>Pricing Plan Table</vt:lpstr>
      <vt:lpstr>PowerPoint Presentation</vt:lpstr>
      <vt:lpstr>Management Infographic</vt:lpstr>
      <vt:lpstr>Management Infographic</vt:lpstr>
      <vt:lpstr>Management Infographic</vt:lpstr>
      <vt:lpstr>Plan Infographic</vt:lpstr>
      <vt:lpstr>Management Infographic</vt:lpstr>
      <vt:lpstr>House Infographic</vt:lpstr>
      <vt:lpstr>Take Great Steps</vt:lpstr>
      <vt:lpstr>Integrated Steps Infographic</vt:lpstr>
      <vt:lpstr>Integrated Steps Infographic</vt:lpstr>
      <vt:lpstr>Strategy Analysis</vt:lpstr>
      <vt:lpstr>PowerPoint Presentation</vt:lpstr>
      <vt:lpstr>Take Great Steps</vt:lpstr>
      <vt:lpstr>PowerPoint Presentation</vt:lpstr>
      <vt:lpstr>Process Line Infographic</vt:lpstr>
      <vt:lpstr>Stairs Infographic</vt:lpstr>
      <vt:lpstr>Circle Steps Infographic</vt:lpstr>
      <vt:lpstr>Growth Infographic</vt:lpstr>
      <vt:lpstr>Timeline Infographic</vt:lpstr>
      <vt:lpstr>Timeline Infographic</vt:lpstr>
      <vt:lpstr>Management Slide</vt:lpstr>
      <vt:lpstr>Process Line Infographic</vt:lpstr>
      <vt:lpstr>Circle Steps Infographic</vt:lpstr>
      <vt:lpstr>Business Plan Infographic</vt:lpstr>
      <vt:lpstr>Take Great Steps</vt:lpstr>
      <vt:lpstr>Take Great Steps</vt:lpstr>
      <vt:lpstr>Process Infographic</vt:lpstr>
      <vt:lpstr>Chain Infographic</vt:lpstr>
      <vt:lpstr>PowerPoint Presentation</vt:lpstr>
      <vt:lpstr>Integrated Infographic</vt:lpstr>
      <vt:lpstr>Steps Flow Objects</vt:lpstr>
      <vt:lpstr>Total Quality Management</vt:lpstr>
      <vt:lpstr>Steps Flow Objects</vt:lpstr>
      <vt:lpstr>Poters &amp; Forces</vt:lpstr>
      <vt:lpstr>Flower Infographic</vt:lpstr>
      <vt:lpstr>SWOT Analysis</vt:lpstr>
      <vt:lpstr>Integrated Steps Infographic</vt:lpstr>
      <vt:lpstr>Arrow Infographic</vt:lpstr>
      <vt:lpstr>Integrated Steps Infographic</vt:lpstr>
      <vt:lpstr>Integrated Steps Infographic</vt:lpstr>
      <vt:lpstr>Integrated Steps Infographic</vt:lpstr>
      <vt:lpstr>Flowers Infographic</vt:lpstr>
      <vt:lpstr>Integrated Infographic</vt:lpstr>
      <vt:lpstr>Circular Infographic</vt:lpstr>
      <vt:lpstr>Steps Flow Objects</vt:lpstr>
      <vt:lpstr>Integrated Steps Infographic</vt:lpstr>
      <vt:lpstr>PowerPoint Presentation</vt:lpstr>
      <vt:lpstr>Growth Infographic</vt:lpstr>
      <vt:lpstr>Tree branches Infographic</vt:lpstr>
      <vt:lpstr>Tree Infographic</vt:lpstr>
      <vt:lpstr>Growth of Business</vt:lpstr>
      <vt:lpstr>Leafs Infographic</vt:lpstr>
      <vt:lpstr>Tree Infographic</vt:lpstr>
      <vt:lpstr>Tree Infographic</vt:lpstr>
      <vt:lpstr>Data Tree infographic</vt:lpstr>
      <vt:lpstr>PowerPoint Presentation</vt:lpstr>
      <vt:lpstr>Data Tree infographic</vt:lpstr>
      <vt:lpstr>PowerPoint Presentation</vt:lpstr>
      <vt:lpstr>Timeline Infographic</vt:lpstr>
      <vt:lpstr>Timeline Infographic</vt:lpstr>
      <vt:lpstr>Timeline Infographic</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Strategy Analysis</vt:lpstr>
      <vt:lpstr>Management Infographic</vt:lpstr>
      <vt:lpstr>Strategy Analysis</vt:lpstr>
      <vt:lpstr>Total Quality Management</vt:lpstr>
      <vt:lpstr>Total Quality Management</vt:lpstr>
      <vt:lpstr>Strategy Analysis</vt:lpstr>
      <vt:lpstr>Integrated Infographic</vt:lpstr>
      <vt:lpstr>Integrated Infographic</vt:lpstr>
      <vt:lpstr>Integrated Infographic</vt:lpstr>
      <vt:lpstr>Total Quality Management</vt:lpstr>
      <vt:lpstr>Our New Vision </vt:lpstr>
      <vt:lpstr>Total Quality Management</vt:lpstr>
      <vt:lpstr>Total Quality Management</vt:lpstr>
      <vt:lpstr>Business Analysis</vt:lpstr>
      <vt:lpstr>Business Analysis</vt:lpstr>
      <vt:lpstr>Integrated Steps Infographic</vt:lpstr>
      <vt:lpstr>Cause and Effect </vt:lpstr>
      <vt:lpstr>Cause and Effect </vt:lpstr>
      <vt:lpstr>Cause and Effect </vt:lpstr>
      <vt:lpstr>PowerPoint Presentation</vt:lpstr>
      <vt:lpstr>Road Infographic</vt:lpstr>
      <vt:lpstr>Road Infographic</vt:lpstr>
      <vt:lpstr>Directions Infographic</vt:lpstr>
      <vt:lpstr>Income Management</vt:lpstr>
      <vt:lpstr>Income Management</vt:lpstr>
      <vt:lpstr>Funnel Inbound Marketing</vt:lpstr>
      <vt:lpstr>Funnel Diagram</vt:lpstr>
      <vt:lpstr>Success Infographic</vt:lpstr>
      <vt:lpstr>Iceberg Infographic</vt:lpstr>
      <vt:lpstr>Set Goal Infographic</vt:lpstr>
      <vt:lpstr>PowerPoint Presentation</vt:lpstr>
      <vt:lpstr>Plan Infographic</vt:lpstr>
      <vt:lpstr>Plan Infographic</vt:lpstr>
      <vt:lpstr>Multistage Timeline</vt:lpstr>
      <vt:lpstr>Arrow Infographic</vt:lpstr>
      <vt:lpstr>Management Slide</vt:lpstr>
      <vt:lpstr>Stairs Infographic</vt:lpstr>
      <vt:lpstr>PowerPoint Presentation</vt:lpstr>
      <vt:lpstr>Stairs Infographic</vt:lpstr>
      <vt:lpstr>Take Great Steps</vt:lpstr>
      <vt:lpstr>Stairs Infographic</vt:lpstr>
      <vt:lpstr>Stairs Infographic</vt:lpstr>
      <vt:lpstr>Business Plan Infographic</vt:lpstr>
      <vt:lpstr>Move On Infographic</vt:lpstr>
      <vt:lpstr>PowerPoint Presentation</vt:lpstr>
      <vt:lpstr>Steps Infographic</vt:lpstr>
      <vt:lpstr>Chains Management</vt:lpstr>
      <vt:lpstr>Steps Infographic</vt:lpstr>
      <vt:lpstr>Arrow Steps</vt:lpstr>
      <vt:lpstr>Arrow Infographic</vt:lpstr>
      <vt:lpstr>Simi Circle Infographic</vt:lpstr>
      <vt:lpstr>Integrated Steps Infographic</vt:lpstr>
      <vt:lpstr>Arrow Infographic</vt:lpstr>
      <vt:lpstr>Steps Infographic</vt:lpstr>
      <vt:lpstr>Steps Flow Objects</vt:lpstr>
      <vt:lpstr>Arrow Infographic</vt:lpstr>
      <vt:lpstr>Arrow Infographic</vt:lpstr>
      <vt:lpstr>Arrow Infographic</vt:lpstr>
      <vt:lpstr>Arrow Infographic</vt:lpstr>
      <vt:lpstr>Arrow Infographic</vt:lpstr>
      <vt:lpstr>Arrow Infographic</vt:lpstr>
      <vt:lpstr>Arrow Infographic</vt:lpstr>
      <vt:lpstr>What is Our Process?</vt:lpstr>
      <vt:lpstr>Steps Flow Objects</vt:lpstr>
      <vt:lpstr>Steps Flow Objects</vt:lpstr>
      <vt:lpstr>Steps Flow Objects</vt:lpstr>
      <vt:lpstr>Steps Infographic</vt:lpstr>
      <vt:lpstr>Step Up Process Infographic</vt:lpstr>
      <vt:lpstr>PowerPoint Presentation</vt:lpstr>
      <vt:lpstr>Radial Cycle Object</vt:lpstr>
      <vt:lpstr>Radial Cycle Object</vt:lpstr>
      <vt:lpstr>Radial Cycle Object</vt:lpstr>
      <vt:lpstr>Basic Blocks Lists</vt:lpstr>
      <vt:lpstr>Analytic Infographic</vt:lpstr>
      <vt:lpstr>Balance Infographic</vt:lpstr>
      <vt:lpstr>Total Quality Management</vt:lpstr>
      <vt:lpstr>Circles Diagram</vt:lpstr>
      <vt:lpstr>Circle Infographic</vt:lpstr>
      <vt:lpstr>Gear Flow Object</vt:lpstr>
      <vt:lpstr>Gear Flow Object</vt:lpstr>
      <vt:lpstr>Integrated Steps Infographic</vt:lpstr>
      <vt:lpstr>Circular Infographic Objects</vt:lpstr>
      <vt:lpstr>Alternating Flow Object</vt:lpstr>
      <vt:lpstr>PowerPoint Presentation</vt:lpstr>
      <vt:lpstr>3D Infographic</vt:lpstr>
      <vt:lpstr>3D Cube Infographic</vt:lpstr>
      <vt:lpstr>3D Can Infographic</vt:lpstr>
      <vt:lpstr>3D Infographic</vt:lpstr>
      <vt:lpstr>3D Infographic</vt:lpstr>
      <vt:lpstr>Column data Slide</vt:lpstr>
      <vt:lpstr>Total Quality Management</vt:lpstr>
      <vt:lpstr>PowerPoint Presentation</vt:lpstr>
      <vt:lpstr>Puzzle Infographic</vt:lpstr>
      <vt:lpstr>Puzzle Infographic</vt:lpstr>
      <vt:lpstr>Puzzle Infographic</vt:lpstr>
      <vt:lpstr>Puzzle Infographic</vt:lpstr>
      <vt:lpstr>Puzzle Infographic</vt:lpstr>
      <vt:lpstr>Puzzle Infographic</vt:lpstr>
      <vt:lpstr>PowerPoint Presentation</vt:lpstr>
      <vt:lpstr>Integrated Steps Infographic</vt:lpstr>
      <vt:lpstr>Integrated Steps Infographic</vt:lpstr>
      <vt:lpstr>Integrated Steps Infographic</vt:lpstr>
      <vt:lpstr>Integrated Steps Infographic</vt:lpstr>
      <vt:lpstr>Integrated Blocks Infographic</vt:lpstr>
      <vt:lpstr>Data Storage Infographic</vt:lpstr>
      <vt:lpstr>Data Storage Infographic</vt:lpstr>
      <vt:lpstr>PowerPoint Presentation</vt:lpstr>
      <vt:lpstr>Survey Result</vt:lpstr>
      <vt:lpstr>Social Media Infographic</vt:lpstr>
      <vt:lpstr>Social Media Infographic</vt:lpstr>
      <vt:lpstr>Facebook Infographic</vt:lpstr>
      <vt:lpstr>Social Media Infographic</vt:lpstr>
      <vt:lpstr>PowerPoint Presentation</vt:lpstr>
      <vt:lpstr>Marketing Infographic</vt:lpstr>
      <vt:lpstr>Total Quality Management</vt:lpstr>
      <vt:lpstr>Shopping Cart Infographic</vt:lpstr>
      <vt:lpstr>Shopping Cart Infographic</vt:lpstr>
      <vt:lpstr>Shopping Infographic</vt:lpstr>
      <vt:lpstr>Flower Infographic</vt:lpstr>
      <vt:lpstr>Flower Infographic</vt:lpstr>
      <vt:lpstr>Product Delivery Infographic</vt:lpstr>
      <vt:lpstr>Marketing Stage Infographic</vt:lpstr>
      <vt:lpstr>Integrated Blocks Infographic</vt:lpstr>
      <vt:lpstr>PowerPoint Presentation</vt:lpstr>
      <vt:lpstr>Security Infographic</vt:lpstr>
      <vt:lpstr>Security Infographic</vt:lpstr>
      <vt:lpstr>Security Infographic</vt:lpstr>
      <vt:lpstr>Umbrella Infographic</vt:lpstr>
      <vt:lpstr>Umbrella Infographic</vt:lpstr>
      <vt:lpstr>PowerPoint Presentation</vt:lpstr>
      <vt:lpstr>Pen Infographic</vt:lpstr>
      <vt:lpstr>Mind Movie Infographic</vt:lpstr>
      <vt:lpstr>Mind Movie Infographic</vt:lpstr>
      <vt:lpstr>Schedule Infographic</vt:lpstr>
      <vt:lpstr>Business Note Infographic</vt:lpstr>
      <vt:lpstr>Schedule Infographic</vt:lpstr>
      <vt:lpstr>Schedule Infographic</vt:lpstr>
      <vt:lpstr>Time Infographic</vt:lpstr>
      <vt:lpstr>Time Infographic</vt:lpstr>
      <vt:lpstr>Time Infographic</vt:lpstr>
      <vt:lpstr>Research Infographic</vt:lpstr>
      <vt:lpstr>Mind Movie Infographic </vt:lpstr>
      <vt:lpstr>Brainstorming Infographic </vt:lpstr>
      <vt:lpstr>Education Infographic</vt:lpstr>
      <vt:lpstr>PowerPoint Presentation</vt:lpstr>
      <vt:lpstr>Silhouettes Infographic </vt:lpstr>
      <vt:lpstr>Silhouettes Infographic </vt:lpstr>
      <vt:lpstr>Silhouettes Infographic</vt:lpstr>
      <vt:lpstr>Silhouettes Infographic</vt:lpstr>
      <vt:lpstr>Silhouettes Infographic </vt:lpstr>
      <vt:lpstr>Silhouettes Infographic </vt:lpstr>
      <vt:lpstr>Silhouettes Infographic </vt:lpstr>
      <vt:lpstr>Silhouettes Infographic</vt:lpstr>
      <vt:lpstr>PowerPoint Presentation</vt:lpstr>
      <vt:lpstr>Awesome Features</vt:lpstr>
      <vt:lpstr>Mock Up Project Infographic</vt:lpstr>
      <vt:lpstr>Mock Up Project Infographic</vt:lpstr>
      <vt:lpstr>Mock Up Project Infographic</vt:lpstr>
      <vt:lpstr>Mock Up Project Infographic</vt:lpstr>
      <vt:lpstr>Mock Up Project Infographic</vt:lpstr>
      <vt:lpstr>Mock Up Project Infographic</vt:lpstr>
      <vt:lpstr>Mock Up Project Infographic</vt:lpstr>
      <vt:lpstr>PowerPoint Presentation</vt:lpstr>
      <vt:lpstr>Columns Chart Slide</vt:lpstr>
      <vt:lpstr>Columns Chart Slide</vt:lpstr>
      <vt:lpstr>3D Pie Chart</vt:lpstr>
      <vt:lpstr>3D Pie Chart</vt:lpstr>
      <vt:lpstr>Can Chart Slide</vt:lpstr>
      <vt:lpstr>Columns Chart Slide</vt:lpstr>
      <vt:lpstr>Columns Chart Slide</vt:lpstr>
      <vt:lpstr>Area Chart Slide</vt:lpstr>
      <vt:lpstr>Revenue Infographic</vt:lpstr>
      <vt:lpstr>Total Quality Management</vt:lpstr>
      <vt:lpstr>Core Featured</vt:lpstr>
      <vt:lpstr>Gantt Chart</vt:lpstr>
      <vt:lpstr>Gantt Chart Infographic</vt:lpstr>
      <vt:lpstr>Timeline Project  Infographic</vt:lpstr>
      <vt:lpstr>Bar Infographic</vt:lpstr>
      <vt:lpstr>Bar Infographic</vt:lpstr>
      <vt:lpstr>Empowerment Infographic</vt:lpstr>
      <vt:lpstr>Pie Chart Infographic</vt:lpstr>
      <vt:lpstr>Plan Infographic</vt:lpstr>
      <vt:lpstr>Pyramids Chart Slide</vt:lpstr>
      <vt:lpstr>Set Goal Infographic</vt:lpstr>
      <vt:lpstr>Project Yearly Timeline</vt:lpstr>
      <vt:lpstr>Project Yearly Timeline</vt:lpstr>
      <vt:lpstr>Project Yearly Timeline</vt:lpstr>
      <vt:lpstr>Comparison Infographic</vt:lpstr>
      <vt:lpstr>Columns Chart Slide</vt:lpstr>
      <vt:lpstr>Pie Infographic</vt:lpstr>
      <vt:lpstr>Pyramid Chart Slide</vt:lpstr>
      <vt:lpstr>PowerPoint Presentation</vt:lpstr>
      <vt:lpstr>World Map Infographic</vt:lpstr>
      <vt:lpstr>World Map Infographic</vt:lpstr>
      <vt:lpstr>World Map Infographic</vt:lpstr>
      <vt:lpstr>USA Map Infographic</vt:lpstr>
      <vt:lpstr>Africa Map infographic</vt:lpstr>
      <vt:lpstr>Europe Map infographic</vt:lpstr>
      <vt:lpstr>Asia Map Infographic</vt:lpstr>
      <vt:lpstr>North America Map infographic</vt:lpstr>
      <vt:lpstr>Canada Map infographic</vt:lpstr>
      <vt:lpstr>World Map Infographic</vt:lpstr>
      <vt:lpstr>Australia Map infographic</vt:lpstr>
      <vt:lpstr>Maps Comparison infographic</vt:lpstr>
      <vt:lpstr>Keep In Touch</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dfdfdfdfd</dc:title>
  <dc:creator>High Tech</dc:creator>
  <cp:lastModifiedBy>Sidhu Suresh</cp:lastModifiedBy>
  <cp:revision>8816</cp:revision>
  <dcterms:created xsi:type="dcterms:W3CDTF">2014-09-03T19:30:44Z</dcterms:created>
  <dcterms:modified xsi:type="dcterms:W3CDTF">2026-02-22T09:29:30Z</dcterms:modified>
</cp:coreProperties>
</file>